
<file path=[Content_Types].xml><?xml version="1.0" encoding="utf-8"?>
<Types xmlns="http://schemas.openxmlformats.org/package/2006/content-types">
  <Default ContentType="image/jpeg" Extension="jpg"/>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82" r:id="rId4"/>
    <p:sldMasterId id="214748368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4B74A8F-24AF-4897-A83D-56DB7261D193}">
  <a:tblStyle styleId="{64B74A8F-24AF-4897-A83D-56DB7261D19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12" Type="http://schemas.openxmlformats.org/officeDocument/2006/relationships/slide" Target="slides/slide6.xml"/><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4" name="Shape 1144"/>
        <p:cNvGrpSpPr/>
        <p:nvPr/>
      </p:nvGrpSpPr>
      <p:grpSpPr>
        <a:xfrm>
          <a:off x="0" y="0"/>
          <a:ext cx="0" cy="0"/>
          <a:chOff x="0" y="0"/>
          <a:chExt cx="0" cy="0"/>
        </a:xfrm>
      </p:grpSpPr>
      <p:sp>
        <p:nvSpPr>
          <p:cNvPr id="1145" name="Google Shape;1145;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146" name="Google Shape;1146;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2" name="Shape 1622"/>
        <p:cNvGrpSpPr/>
        <p:nvPr/>
      </p:nvGrpSpPr>
      <p:grpSpPr>
        <a:xfrm>
          <a:off x="0" y="0"/>
          <a:ext cx="0" cy="0"/>
          <a:chOff x="0" y="0"/>
          <a:chExt cx="0" cy="0"/>
        </a:xfrm>
      </p:grpSpPr>
      <p:sp>
        <p:nvSpPr>
          <p:cNvPr id="1623" name="Google Shape;1623;gbaa7d7e642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4" name="Google Shape;1624;gbaa7d7e642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8" name="Shape 1628"/>
        <p:cNvGrpSpPr/>
        <p:nvPr/>
      </p:nvGrpSpPr>
      <p:grpSpPr>
        <a:xfrm>
          <a:off x="0" y="0"/>
          <a:ext cx="0" cy="0"/>
          <a:chOff x="0" y="0"/>
          <a:chExt cx="0" cy="0"/>
        </a:xfrm>
      </p:grpSpPr>
      <p:sp>
        <p:nvSpPr>
          <p:cNvPr id="1629" name="Google Shape;1629;gbaa7d7e642_1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0" name="Google Shape;1630;gbaa7d7e642_1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0" name="Shape 1810"/>
        <p:cNvGrpSpPr/>
        <p:nvPr/>
      </p:nvGrpSpPr>
      <p:grpSpPr>
        <a:xfrm>
          <a:off x="0" y="0"/>
          <a:ext cx="0" cy="0"/>
          <a:chOff x="0" y="0"/>
          <a:chExt cx="0" cy="0"/>
        </a:xfrm>
      </p:grpSpPr>
      <p:sp>
        <p:nvSpPr>
          <p:cNvPr id="1811" name="Google Shape;1811;gbaa7d7e642_1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2" name="Google Shape;1812;gbaa7d7e642_1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6" name="Shape 1996"/>
        <p:cNvGrpSpPr/>
        <p:nvPr/>
      </p:nvGrpSpPr>
      <p:grpSpPr>
        <a:xfrm>
          <a:off x="0" y="0"/>
          <a:ext cx="0" cy="0"/>
          <a:chOff x="0" y="0"/>
          <a:chExt cx="0" cy="0"/>
        </a:xfrm>
      </p:grpSpPr>
      <p:sp>
        <p:nvSpPr>
          <p:cNvPr id="1997" name="Google Shape;1997;gbaa7d7e642_1_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8" name="Google Shape;1998;gbaa7d7e642_1_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86" name="Shape 2486"/>
        <p:cNvGrpSpPr/>
        <p:nvPr/>
      </p:nvGrpSpPr>
      <p:grpSpPr>
        <a:xfrm>
          <a:off x="0" y="0"/>
          <a:ext cx="0" cy="0"/>
          <a:chOff x="0" y="0"/>
          <a:chExt cx="0" cy="0"/>
        </a:xfrm>
      </p:grpSpPr>
      <p:sp>
        <p:nvSpPr>
          <p:cNvPr id="2487" name="Google Shape;2487;gbaa7d7e642_1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8" name="Google Shape;2488;gbaa7d7e642_1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2" name="Shape 2782"/>
        <p:cNvGrpSpPr/>
        <p:nvPr/>
      </p:nvGrpSpPr>
      <p:grpSpPr>
        <a:xfrm>
          <a:off x="0" y="0"/>
          <a:ext cx="0" cy="0"/>
          <a:chOff x="0" y="0"/>
          <a:chExt cx="0" cy="0"/>
        </a:xfrm>
      </p:grpSpPr>
      <p:sp>
        <p:nvSpPr>
          <p:cNvPr id="2783" name="Google Shape;2783;gbaa7d7e642_1_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4" name="Google Shape;2784;gbaa7d7e642_1_1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5" name="Shape 2925"/>
        <p:cNvGrpSpPr/>
        <p:nvPr/>
      </p:nvGrpSpPr>
      <p:grpSpPr>
        <a:xfrm>
          <a:off x="0" y="0"/>
          <a:ext cx="0" cy="0"/>
          <a:chOff x="0" y="0"/>
          <a:chExt cx="0" cy="0"/>
        </a:xfrm>
      </p:grpSpPr>
      <p:sp>
        <p:nvSpPr>
          <p:cNvPr id="2926" name="Google Shape;2926;gbaa7d7e642_1_1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7" name="Google Shape;2927;gbaa7d7e642_1_1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4" name="Shape 3174"/>
        <p:cNvGrpSpPr/>
        <p:nvPr/>
      </p:nvGrpSpPr>
      <p:grpSpPr>
        <a:xfrm>
          <a:off x="0" y="0"/>
          <a:ext cx="0" cy="0"/>
          <a:chOff x="0" y="0"/>
          <a:chExt cx="0" cy="0"/>
        </a:xfrm>
      </p:grpSpPr>
      <p:sp>
        <p:nvSpPr>
          <p:cNvPr id="3175" name="Google Shape;3175;gbaff21e8fc_0_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6" name="Google Shape;3176;gbaff21e8fc_0_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5" name="Shape 3345"/>
        <p:cNvGrpSpPr/>
        <p:nvPr/>
      </p:nvGrpSpPr>
      <p:grpSpPr>
        <a:xfrm>
          <a:off x="0" y="0"/>
          <a:ext cx="0" cy="0"/>
          <a:chOff x="0" y="0"/>
          <a:chExt cx="0" cy="0"/>
        </a:xfrm>
      </p:grpSpPr>
      <p:sp>
        <p:nvSpPr>
          <p:cNvPr id="3346" name="Google Shape;3346;gbaa7d7e642_1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47" name="Google Shape;3347;gbaa7d7e642_1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50" name="Shape 3350"/>
        <p:cNvGrpSpPr/>
        <p:nvPr/>
      </p:nvGrpSpPr>
      <p:grpSpPr>
        <a:xfrm>
          <a:off x="0" y="0"/>
          <a:ext cx="0" cy="0"/>
          <a:chOff x="0" y="0"/>
          <a:chExt cx="0" cy="0"/>
        </a:xfrm>
      </p:grpSpPr>
      <p:sp>
        <p:nvSpPr>
          <p:cNvPr id="3351" name="Google Shape;3351;gbaff21e8fc_1_316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52" name="Google Shape;3352;gbaff21e8fc_1_316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5" name="Shape 3535"/>
        <p:cNvGrpSpPr/>
        <p:nvPr/>
      </p:nvGrpSpPr>
      <p:grpSpPr>
        <a:xfrm>
          <a:off x="0" y="0"/>
          <a:ext cx="0" cy="0"/>
          <a:chOff x="0" y="0"/>
          <a:chExt cx="0" cy="0"/>
        </a:xfrm>
      </p:grpSpPr>
      <p:sp>
        <p:nvSpPr>
          <p:cNvPr id="3536" name="Google Shape;3536;gbaff21e8fc_0_2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37" name="Google Shape;3537;gbaff21e8fc_0_2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58" name="Shape 3558"/>
        <p:cNvGrpSpPr/>
        <p:nvPr/>
      </p:nvGrpSpPr>
      <p:grpSpPr>
        <a:xfrm>
          <a:off x="0" y="0"/>
          <a:ext cx="0" cy="0"/>
          <a:chOff x="0" y="0"/>
          <a:chExt cx="0" cy="0"/>
        </a:xfrm>
      </p:grpSpPr>
      <p:sp>
        <p:nvSpPr>
          <p:cNvPr id="3559" name="Google Shape;3559;gbaff21e8fc_1_316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0" name="Google Shape;3560;gbaff21e8fc_1_316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20" name="Shape 4020"/>
        <p:cNvGrpSpPr/>
        <p:nvPr/>
      </p:nvGrpSpPr>
      <p:grpSpPr>
        <a:xfrm>
          <a:off x="0" y="0"/>
          <a:ext cx="0" cy="0"/>
          <a:chOff x="0" y="0"/>
          <a:chExt cx="0" cy="0"/>
        </a:xfrm>
      </p:grpSpPr>
      <p:sp>
        <p:nvSpPr>
          <p:cNvPr id="4021" name="Google Shape;4021;gbaff21e8fc_1_31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22" name="Google Shape;4022;gbaff21e8fc_1_31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6" name="Shape 4156"/>
        <p:cNvGrpSpPr/>
        <p:nvPr/>
      </p:nvGrpSpPr>
      <p:grpSpPr>
        <a:xfrm>
          <a:off x="0" y="0"/>
          <a:ext cx="0" cy="0"/>
          <a:chOff x="0" y="0"/>
          <a:chExt cx="0" cy="0"/>
        </a:xfrm>
      </p:grpSpPr>
      <p:sp>
        <p:nvSpPr>
          <p:cNvPr id="4157" name="Google Shape;4157;gbaff21e8fc_0_2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58" name="Google Shape;4158;gbaff21e8fc_0_2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26" name="Shape 4326"/>
        <p:cNvGrpSpPr/>
        <p:nvPr/>
      </p:nvGrpSpPr>
      <p:grpSpPr>
        <a:xfrm>
          <a:off x="0" y="0"/>
          <a:ext cx="0" cy="0"/>
          <a:chOff x="0" y="0"/>
          <a:chExt cx="0" cy="0"/>
        </a:xfrm>
      </p:grpSpPr>
      <p:sp>
        <p:nvSpPr>
          <p:cNvPr id="4327" name="Google Shape;4327;gbaff21e8fc_1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28" name="Google Shape;4328;gbaff21e8fc_1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9" name="Shape 4479"/>
        <p:cNvGrpSpPr/>
        <p:nvPr/>
      </p:nvGrpSpPr>
      <p:grpSpPr>
        <a:xfrm>
          <a:off x="0" y="0"/>
          <a:ext cx="0" cy="0"/>
          <a:chOff x="0" y="0"/>
          <a:chExt cx="0" cy="0"/>
        </a:xfrm>
      </p:grpSpPr>
      <p:sp>
        <p:nvSpPr>
          <p:cNvPr id="4480" name="Google Shape;4480;gbaff21e8fc_1_308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81" name="Google Shape;4481;gbaff21e8fc_1_308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gbaff21e8fc_1_308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74" name="Google Shape;4574;gbaff21e8fc_1_308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38" name="Shape 4738"/>
        <p:cNvGrpSpPr/>
        <p:nvPr/>
      </p:nvGrpSpPr>
      <p:grpSpPr>
        <a:xfrm>
          <a:off x="0" y="0"/>
          <a:ext cx="0" cy="0"/>
          <a:chOff x="0" y="0"/>
          <a:chExt cx="0" cy="0"/>
        </a:xfrm>
      </p:grpSpPr>
      <p:sp>
        <p:nvSpPr>
          <p:cNvPr id="4739" name="Google Shape;4739;gbaff21e8fc_1_317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40" name="Google Shape;4740;gbaff21e8fc_1_317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17" name="Shape 5017"/>
        <p:cNvGrpSpPr/>
        <p:nvPr/>
      </p:nvGrpSpPr>
      <p:grpSpPr>
        <a:xfrm>
          <a:off x="0" y="0"/>
          <a:ext cx="0" cy="0"/>
          <a:chOff x="0" y="0"/>
          <a:chExt cx="0" cy="0"/>
        </a:xfrm>
      </p:grpSpPr>
      <p:sp>
        <p:nvSpPr>
          <p:cNvPr id="5018" name="Google Shape;5018;gbaff21e8fc_1_310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19" name="Google Shape;5019;gbaff21e8fc_1_310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7" name="Shape 5067"/>
        <p:cNvGrpSpPr/>
        <p:nvPr/>
      </p:nvGrpSpPr>
      <p:grpSpPr>
        <a:xfrm>
          <a:off x="0" y="0"/>
          <a:ext cx="0" cy="0"/>
          <a:chOff x="0" y="0"/>
          <a:chExt cx="0" cy="0"/>
        </a:xfrm>
      </p:grpSpPr>
      <p:sp>
        <p:nvSpPr>
          <p:cNvPr id="5068" name="Google Shape;5068;gbaff21e8fc_0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69" name="Google Shape;5069;gbaff21e8fc_0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6" name="Shape 5256"/>
        <p:cNvGrpSpPr/>
        <p:nvPr/>
      </p:nvGrpSpPr>
      <p:grpSpPr>
        <a:xfrm>
          <a:off x="0" y="0"/>
          <a:ext cx="0" cy="0"/>
          <a:chOff x="0" y="0"/>
          <a:chExt cx="0" cy="0"/>
        </a:xfrm>
      </p:grpSpPr>
      <p:sp>
        <p:nvSpPr>
          <p:cNvPr id="5257" name="Google Shape;5257;gbaff21e8fc_0_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58" name="Google Shape;5258;gbaff21e8fc_0_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66" name="Shape 5266"/>
        <p:cNvGrpSpPr/>
        <p:nvPr/>
      </p:nvGrpSpPr>
      <p:grpSpPr>
        <a:xfrm>
          <a:off x="0" y="0"/>
          <a:ext cx="0" cy="0"/>
          <a:chOff x="0" y="0"/>
          <a:chExt cx="0" cy="0"/>
        </a:xfrm>
      </p:grpSpPr>
      <p:sp>
        <p:nvSpPr>
          <p:cNvPr id="5267" name="Google Shape;5267;gbaff21e8fc_1_318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68" name="Google Shape;5268;gbaff21e8fc_1_318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5" name="Shape 5555"/>
        <p:cNvGrpSpPr/>
        <p:nvPr/>
      </p:nvGrpSpPr>
      <p:grpSpPr>
        <a:xfrm>
          <a:off x="0" y="0"/>
          <a:ext cx="0" cy="0"/>
          <a:chOff x="0" y="0"/>
          <a:chExt cx="0" cy="0"/>
        </a:xfrm>
      </p:grpSpPr>
      <p:sp>
        <p:nvSpPr>
          <p:cNvPr id="5556" name="Google Shape;5556;gbaff21e8fc_1_308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57" name="Google Shape;5557;gbaff21e8fc_1_308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82" name="Shape 5582"/>
        <p:cNvGrpSpPr/>
        <p:nvPr/>
      </p:nvGrpSpPr>
      <p:grpSpPr>
        <a:xfrm>
          <a:off x="0" y="0"/>
          <a:ext cx="0" cy="0"/>
          <a:chOff x="0" y="0"/>
          <a:chExt cx="0" cy="0"/>
        </a:xfrm>
      </p:grpSpPr>
      <p:sp>
        <p:nvSpPr>
          <p:cNvPr id="5583" name="Google Shape;5583;gbaff21e8fc_1_309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84" name="Google Shape;5584;gbaff21e8fc_1_309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gbaff21e8fc_1_316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50" name="Google Shape;5650;gbaff21e8fc_1_316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36" name="Shape 5836"/>
        <p:cNvGrpSpPr/>
        <p:nvPr/>
      </p:nvGrpSpPr>
      <p:grpSpPr>
        <a:xfrm>
          <a:off x="0" y="0"/>
          <a:ext cx="0" cy="0"/>
          <a:chOff x="0" y="0"/>
          <a:chExt cx="0" cy="0"/>
        </a:xfrm>
      </p:grpSpPr>
      <p:sp>
        <p:nvSpPr>
          <p:cNvPr id="5837" name="Google Shape;5837;gbaff21e8fc_1_310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38" name="Google Shape;5838;gbaff21e8fc_1_310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3" name="Shape 5843"/>
        <p:cNvGrpSpPr/>
        <p:nvPr/>
      </p:nvGrpSpPr>
      <p:grpSpPr>
        <a:xfrm>
          <a:off x="0" y="0"/>
          <a:ext cx="0" cy="0"/>
          <a:chOff x="0" y="0"/>
          <a:chExt cx="0" cy="0"/>
        </a:xfrm>
      </p:grpSpPr>
      <p:sp>
        <p:nvSpPr>
          <p:cNvPr id="5844" name="Google Shape;5844;gbaff21e8fc_1_317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45" name="Google Shape;5845;gbaff21e8fc_1_317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gbaff21e8fc_1_316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10" name="Google Shape;6110;gbaff21e8fc_1_316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7" name="Shape 6127"/>
        <p:cNvGrpSpPr/>
        <p:nvPr/>
      </p:nvGrpSpPr>
      <p:grpSpPr>
        <a:xfrm>
          <a:off x="0" y="0"/>
          <a:ext cx="0" cy="0"/>
          <a:chOff x="0" y="0"/>
          <a:chExt cx="0" cy="0"/>
        </a:xfrm>
      </p:grpSpPr>
      <p:sp>
        <p:nvSpPr>
          <p:cNvPr id="6128" name="Google Shape;6128;gbaff21e8fc_1_317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29" name="Google Shape;6129;gbaff21e8fc_1_317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8" name="Shape 6288"/>
        <p:cNvGrpSpPr/>
        <p:nvPr/>
      </p:nvGrpSpPr>
      <p:grpSpPr>
        <a:xfrm>
          <a:off x="0" y="0"/>
          <a:ext cx="0" cy="0"/>
          <a:chOff x="0" y="0"/>
          <a:chExt cx="0" cy="0"/>
        </a:xfrm>
      </p:grpSpPr>
      <p:sp>
        <p:nvSpPr>
          <p:cNvPr id="6289" name="Google Shape;6289;gbaff21e8fc_1_308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90" name="Google Shape;6290;gbaff21e8fc_1_308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34" name="Shape 6834"/>
        <p:cNvGrpSpPr/>
        <p:nvPr/>
      </p:nvGrpSpPr>
      <p:grpSpPr>
        <a:xfrm>
          <a:off x="0" y="0"/>
          <a:ext cx="0" cy="0"/>
          <a:chOff x="0" y="0"/>
          <a:chExt cx="0" cy="0"/>
        </a:xfrm>
      </p:grpSpPr>
      <p:sp>
        <p:nvSpPr>
          <p:cNvPr id="6835" name="Google Shape;6835;gbaff21e8fc_1_310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36" name="Google Shape;6836;gbaff21e8fc_1_310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1" name="Shape 6841"/>
        <p:cNvGrpSpPr/>
        <p:nvPr/>
      </p:nvGrpSpPr>
      <p:grpSpPr>
        <a:xfrm>
          <a:off x="0" y="0"/>
          <a:ext cx="0" cy="0"/>
          <a:chOff x="0" y="0"/>
          <a:chExt cx="0" cy="0"/>
        </a:xfrm>
      </p:grpSpPr>
      <p:sp>
        <p:nvSpPr>
          <p:cNvPr id="6842" name="Google Shape;6842;gbaff21e8fc_1_153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43" name="Google Shape;6843;gbaff21e8fc_1_153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8" name="Shape 6848"/>
        <p:cNvGrpSpPr/>
        <p:nvPr/>
      </p:nvGrpSpPr>
      <p:grpSpPr>
        <a:xfrm>
          <a:off x="0" y="0"/>
          <a:ext cx="0" cy="0"/>
          <a:chOff x="0" y="0"/>
          <a:chExt cx="0" cy="0"/>
        </a:xfrm>
      </p:grpSpPr>
      <p:sp>
        <p:nvSpPr>
          <p:cNvPr id="6849" name="Google Shape;6849;gbaff21e8fc_1_153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50" name="Google Shape;6850;gbaff21e8fc_1_153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3" name="Shape 6873"/>
        <p:cNvGrpSpPr/>
        <p:nvPr/>
      </p:nvGrpSpPr>
      <p:grpSpPr>
        <a:xfrm>
          <a:off x="0" y="0"/>
          <a:ext cx="0" cy="0"/>
          <a:chOff x="0" y="0"/>
          <a:chExt cx="0" cy="0"/>
        </a:xfrm>
      </p:grpSpPr>
      <p:sp>
        <p:nvSpPr>
          <p:cNvPr id="6874" name="Google Shape;6874;gbaff21e8fc_1_154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75" name="Google Shape;6875;gbaff21e8fc_1_154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9" name="Shape 6889"/>
        <p:cNvGrpSpPr/>
        <p:nvPr/>
      </p:nvGrpSpPr>
      <p:grpSpPr>
        <a:xfrm>
          <a:off x="0" y="0"/>
          <a:ext cx="0" cy="0"/>
          <a:chOff x="0" y="0"/>
          <a:chExt cx="0" cy="0"/>
        </a:xfrm>
      </p:grpSpPr>
      <p:sp>
        <p:nvSpPr>
          <p:cNvPr id="6890" name="Google Shape;6890;gbaff21e8fc_1_154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91" name="Google Shape;6891;gbaff21e8fc_1_154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6" name="Shape 7226"/>
        <p:cNvGrpSpPr/>
        <p:nvPr/>
      </p:nvGrpSpPr>
      <p:grpSpPr>
        <a:xfrm>
          <a:off x="0" y="0"/>
          <a:ext cx="0" cy="0"/>
          <a:chOff x="0" y="0"/>
          <a:chExt cx="0" cy="0"/>
        </a:xfrm>
      </p:grpSpPr>
      <p:sp>
        <p:nvSpPr>
          <p:cNvPr id="7227" name="Google Shape;7227;gbaff21e8fc_1_15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8" name="Google Shape;7228;gbaff21e8fc_1_15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3" name="Shape 10013"/>
        <p:cNvGrpSpPr/>
        <p:nvPr/>
      </p:nvGrpSpPr>
      <p:grpSpPr>
        <a:xfrm>
          <a:off x="0" y="0"/>
          <a:ext cx="0" cy="0"/>
          <a:chOff x="0" y="0"/>
          <a:chExt cx="0" cy="0"/>
        </a:xfrm>
      </p:grpSpPr>
      <p:sp>
        <p:nvSpPr>
          <p:cNvPr id="10014" name="Google Shape;10014;gbaff21e8fc_1_185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15" name="Google Shape;10015;gbaff21e8fc_1_185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2" name="Shape 10432"/>
        <p:cNvGrpSpPr/>
        <p:nvPr/>
      </p:nvGrpSpPr>
      <p:grpSpPr>
        <a:xfrm>
          <a:off x="0" y="0"/>
          <a:ext cx="0" cy="0"/>
          <a:chOff x="0" y="0"/>
          <a:chExt cx="0" cy="0"/>
        </a:xfrm>
      </p:grpSpPr>
      <p:sp>
        <p:nvSpPr>
          <p:cNvPr id="10433" name="Google Shape;10433;gbaff21e8fc_1_189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34" name="Google Shape;10434;gbaff21e8fc_1_189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02" name="Shape 10602"/>
        <p:cNvGrpSpPr/>
        <p:nvPr/>
      </p:nvGrpSpPr>
      <p:grpSpPr>
        <a:xfrm>
          <a:off x="0" y="0"/>
          <a:ext cx="0" cy="0"/>
          <a:chOff x="0" y="0"/>
          <a:chExt cx="0" cy="0"/>
        </a:xfrm>
      </p:grpSpPr>
      <p:sp>
        <p:nvSpPr>
          <p:cNvPr id="10603" name="Google Shape;10603;gbaff21e8fc_1_191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04" name="Google Shape;10604;gbaff21e8fc_1_191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07" name="Shape 11007"/>
        <p:cNvGrpSpPr/>
        <p:nvPr/>
      </p:nvGrpSpPr>
      <p:grpSpPr>
        <a:xfrm>
          <a:off x="0" y="0"/>
          <a:ext cx="0" cy="0"/>
          <a:chOff x="0" y="0"/>
          <a:chExt cx="0" cy="0"/>
        </a:xfrm>
      </p:grpSpPr>
      <p:sp>
        <p:nvSpPr>
          <p:cNvPr id="11008" name="Google Shape;11008;gbaff21e8fc_1_195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09" name="Google Shape;11009;gbaff21e8fc_1_195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7" name="Shape 11387"/>
        <p:cNvGrpSpPr/>
        <p:nvPr/>
      </p:nvGrpSpPr>
      <p:grpSpPr>
        <a:xfrm>
          <a:off x="0" y="0"/>
          <a:ext cx="0" cy="0"/>
          <a:chOff x="0" y="0"/>
          <a:chExt cx="0" cy="0"/>
        </a:xfrm>
      </p:grpSpPr>
      <p:sp>
        <p:nvSpPr>
          <p:cNvPr id="11388" name="Google Shape;11388;gbaff21e8fc_1_199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89" name="Google Shape;11389;gbaff21e8fc_1_199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55" name="Shape 12155"/>
        <p:cNvGrpSpPr/>
        <p:nvPr/>
      </p:nvGrpSpPr>
      <p:grpSpPr>
        <a:xfrm>
          <a:off x="0" y="0"/>
          <a:ext cx="0" cy="0"/>
          <a:chOff x="0" y="0"/>
          <a:chExt cx="0" cy="0"/>
        </a:xfrm>
      </p:grpSpPr>
      <p:sp>
        <p:nvSpPr>
          <p:cNvPr id="12156" name="Google Shape;12156;gbaff21e8fc_1_206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57" name="Google Shape;12157;gbaff21e8fc_1_206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62" name="Shape 13562"/>
        <p:cNvGrpSpPr/>
        <p:nvPr/>
      </p:nvGrpSpPr>
      <p:grpSpPr>
        <a:xfrm>
          <a:off x="0" y="0"/>
          <a:ext cx="0" cy="0"/>
          <a:chOff x="0" y="0"/>
          <a:chExt cx="0" cy="0"/>
        </a:xfrm>
      </p:grpSpPr>
      <p:sp>
        <p:nvSpPr>
          <p:cNvPr id="13563" name="Google Shape;13563;gbaff21e8fc_1_220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64" name="Google Shape;13564;gbaff21e8fc_1_220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56" name="Shape 15956"/>
        <p:cNvGrpSpPr/>
        <p:nvPr/>
      </p:nvGrpSpPr>
      <p:grpSpPr>
        <a:xfrm>
          <a:off x="0" y="0"/>
          <a:ext cx="0" cy="0"/>
          <a:chOff x="0" y="0"/>
          <a:chExt cx="0" cy="0"/>
        </a:xfrm>
      </p:grpSpPr>
      <p:sp>
        <p:nvSpPr>
          <p:cNvPr id="15957" name="Google Shape;15957;gbaff21e8fc_1_244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58" name="Google Shape;15958;gbaff21e8fc_1_244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70" name="Shape 17970"/>
        <p:cNvGrpSpPr/>
        <p:nvPr/>
      </p:nvGrpSpPr>
      <p:grpSpPr>
        <a:xfrm>
          <a:off x="0" y="0"/>
          <a:ext cx="0" cy="0"/>
          <a:chOff x="0" y="0"/>
          <a:chExt cx="0" cy="0"/>
        </a:xfrm>
      </p:grpSpPr>
      <p:sp>
        <p:nvSpPr>
          <p:cNvPr id="17971" name="Google Shape;17971;gbaff21e8fc_1_264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72" name="Google Shape;17972;gbaff21e8fc_1_264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06" name="Shape 19606"/>
        <p:cNvGrpSpPr/>
        <p:nvPr/>
      </p:nvGrpSpPr>
      <p:grpSpPr>
        <a:xfrm>
          <a:off x="0" y="0"/>
          <a:ext cx="0" cy="0"/>
          <a:chOff x="0" y="0"/>
          <a:chExt cx="0" cy="0"/>
        </a:xfrm>
      </p:grpSpPr>
      <p:sp>
        <p:nvSpPr>
          <p:cNvPr id="19607" name="Google Shape;19607;gbaff21e8fc_1_28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08" name="Google Shape;19608;gbaff21e8fc_1_28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48" name="Shape 20648"/>
        <p:cNvGrpSpPr/>
        <p:nvPr/>
      </p:nvGrpSpPr>
      <p:grpSpPr>
        <a:xfrm>
          <a:off x="0" y="0"/>
          <a:ext cx="0" cy="0"/>
          <a:chOff x="0" y="0"/>
          <a:chExt cx="0" cy="0"/>
        </a:xfrm>
      </p:grpSpPr>
      <p:sp>
        <p:nvSpPr>
          <p:cNvPr id="20649" name="Google Shape;20649;gbaff21e8fc_1_291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50" name="Google Shape;20650;gbaff21e8fc_1_291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83" name="Shape 22183"/>
        <p:cNvGrpSpPr/>
        <p:nvPr/>
      </p:nvGrpSpPr>
      <p:grpSpPr>
        <a:xfrm>
          <a:off x="0" y="0"/>
          <a:ext cx="0" cy="0"/>
          <a:chOff x="0" y="0"/>
          <a:chExt cx="0" cy="0"/>
        </a:xfrm>
      </p:grpSpPr>
      <p:sp>
        <p:nvSpPr>
          <p:cNvPr id="22184" name="Google Shape;22184;gbaff21e8fc_1_307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85" name="Google Shape;22185;gbaff21e8fc_1_307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1635750" y="3209475"/>
            <a:ext cx="7095078" cy="1291429"/>
          </a:xfrm>
          <a:custGeom>
            <a:rect b="b" l="l" r="r" t="t"/>
            <a:pathLst>
              <a:path extrusionOk="0" h="36081" w="127845">
                <a:moveTo>
                  <a:pt x="38967" y="1064"/>
                </a:moveTo>
                <a:cubicBezTo>
                  <a:pt x="39119" y="1125"/>
                  <a:pt x="39241" y="1216"/>
                  <a:pt x="39393" y="1308"/>
                </a:cubicBezTo>
                <a:cubicBezTo>
                  <a:pt x="39271" y="1247"/>
                  <a:pt x="39119" y="1156"/>
                  <a:pt x="38967" y="1064"/>
                </a:cubicBezTo>
                <a:close/>
                <a:moveTo>
                  <a:pt x="45502" y="3527"/>
                </a:moveTo>
                <a:cubicBezTo>
                  <a:pt x="45502" y="3587"/>
                  <a:pt x="45502" y="3648"/>
                  <a:pt x="45533" y="3739"/>
                </a:cubicBezTo>
                <a:lnTo>
                  <a:pt x="45502" y="3739"/>
                </a:lnTo>
                <a:cubicBezTo>
                  <a:pt x="45502" y="3679"/>
                  <a:pt x="45502" y="3587"/>
                  <a:pt x="45502" y="3527"/>
                </a:cubicBezTo>
                <a:close/>
                <a:moveTo>
                  <a:pt x="87783" y="6232"/>
                </a:moveTo>
                <a:cubicBezTo>
                  <a:pt x="87874" y="6262"/>
                  <a:pt x="87965" y="6293"/>
                  <a:pt x="88056" y="6353"/>
                </a:cubicBezTo>
                <a:lnTo>
                  <a:pt x="87509" y="6353"/>
                </a:lnTo>
                <a:lnTo>
                  <a:pt x="87783" y="6232"/>
                </a:lnTo>
                <a:close/>
                <a:moveTo>
                  <a:pt x="98359" y="6598"/>
                </a:moveTo>
                <a:lnTo>
                  <a:pt x="98359" y="6598"/>
                </a:lnTo>
                <a:cubicBezTo>
                  <a:pt x="98299" y="6658"/>
                  <a:pt x="98269" y="6719"/>
                  <a:pt x="98239" y="6779"/>
                </a:cubicBezTo>
                <a:lnTo>
                  <a:pt x="98209" y="6779"/>
                </a:lnTo>
                <a:cubicBezTo>
                  <a:pt x="98269" y="6719"/>
                  <a:pt x="98299" y="6658"/>
                  <a:pt x="98359" y="6598"/>
                </a:cubicBezTo>
                <a:close/>
                <a:moveTo>
                  <a:pt x="115625" y="6718"/>
                </a:moveTo>
                <a:lnTo>
                  <a:pt x="115625" y="6900"/>
                </a:lnTo>
                <a:cubicBezTo>
                  <a:pt x="115595" y="6840"/>
                  <a:pt x="115625" y="6779"/>
                  <a:pt x="115625" y="6718"/>
                </a:cubicBezTo>
                <a:close/>
                <a:moveTo>
                  <a:pt x="106081" y="9879"/>
                </a:moveTo>
                <a:lnTo>
                  <a:pt x="106081" y="9879"/>
                </a:lnTo>
                <a:cubicBezTo>
                  <a:pt x="106172" y="9910"/>
                  <a:pt x="106263" y="9940"/>
                  <a:pt x="106385" y="9940"/>
                </a:cubicBezTo>
                <a:cubicBezTo>
                  <a:pt x="106263" y="9940"/>
                  <a:pt x="106172" y="9940"/>
                  <a:pt x="106081" y="9879"/>
                </a:cubicBezTo>
                <a:close/>
                <a:moveTo>
                  <a:pt x="31703" y="28542"/>
                </a:moveTo>
                <a:cubicBezTo>
                  <a:pt x="31703" y="28633"/>
                  <a:pt x="31672" y="28725"/>
                  <a:pt x="31672" y="28785"/>
                </a:cubicBezTo>
                <a:cubicBezTo>
                  <a:pt x="31672" y="28725"/>
                  <a:pt x="31672" y="28633"/>
                  <a:pt x="31703" y="28542"/>
                </a:cubicBezTo>
                <a:close/>
                <a:moveTo>
                  <a:pt x="70610" y="32829"/>
                </a:moveTo>
                <a:lnTo>
                  <a:pt x="70610" y="32829"/>
                </a:lnTo>
                <a:cubicBezTo>
                  <a:pt x="70640" y="32859"/>
                  <a:pt x="70671" y="32889"/>
                  <a:pt x="70731" y="32889"/>
                </a:cubicBezTo>
                <a:lnTo>
                  <a:pt x="70731" y="32919"/>
                </a:lnTo>
                <a:cubicBezTo>
                  <a:pt x="70671" y="32889"/>
                  <a:pt x="70640" y="32859"/>
                  <a:pt x="70610" y="32829"/>
                </a:cubicBezTo>
                <a:close/>
                <a:moveTo>
                  <a:pt x="64986" y="32858"/>
                </a:moveTo>
                <a:lnTo>
                  <a:pt x="64986" y="32858"/>
                </a:lnTo>
                <a:cubicBezTo>
                  <a:pt x="64864" y="32889"/>
                  <a:pt x="64712" y="32919"/>
                  <a:pt x="64591" y="32950"/>
                </a:cubicBezTo>
                <a:cubicBezTo>
                  <a:pt x="64712" y="32919"/>
                  <a:pt x="64834" y="32889"/>
                  <a:pt x="64986" y="32858"/>
                </a:cubicBezTo>
                <a:close/>
                <a:moveTo>
                  <a:pt x="47868" y="33130"/>
                </a:moveTo>
                <a:cubicBezTo>
                  <a:pt x="47879" y="33131"/>
                  <a:pt x="47891" y="33132"/>
                  <a:pt x="47904" y="33132"/>
                </a:cubicBezTo>
                <a:lnTo>
                  <a:pt x="47873" y="33132"/>
                </a:lnTo>
                <a:cubicBezTo>
                  <a:pt x="47871" y="33131"/>
                  <a:pt x="47870" y="33131"/>
                  <a:pt x="47868" y="33130"/>
                </a:cubicBezTo>
                <a:close/>
                <a:moveTo>
                  <a:pt x="22536" y="0"/>
                </a:moveTo>
                <a:cubicBezTo>
                  <a:pt x="22398" y="0"/>
                  <a:pt x="22256" y="99"/>
                  <a:pt x="22098" y="305"/>
                </a:cubicBezTo>
                <a:cubicBezTo>
                  <a:pt x="22007" y="396"/>
                  <a:pt x="21915" y="487"/>
                  <a:pt x="21794" y="548"/>
                </a:cubicBezTo>
                <a:lnTo>
                  <a:pt x="20791" y="700"/>
                </a:lnTo>
                <a:lnTo>
                  <a:pt x="20487" y="700"/>
                </a:lnTo>
                <a:cubicBezTo>
                  <a:pt x="20275" y="676"/>
                  <a:pt x="20063" y="580"/>
                  <a:pt x="19865" y="580"/>
                </a:cubicBezTo>
                <a:cubicBezTo>
                  <a:pt x="19808" y="580"/>
                  <a:pt x="19751" y="588"/>
                  <a:pt x="19696" y="609"/>
                </a:cubicBezTo>
                <a:cubicBezTo>
                  <a:pt x="19598" y="665"/>
                  <a:pt x="19492" y="689"/>
                  <a:pt x="19386" y="689"/>
                </a:cubicBezTo>
                <a:cubicBezTo>
                  <a:pt x="19264" y="689"/>
                  <a:pt x="19142" y="657"/>
                  <a:pt x="19028" y="609"/>
                </a:cubicBezTo>
                <a:cubicBezTo>
                  <a:pt x="18845" y="517"/>
                  <a:pt x="18663" y="457"/>
                  <a:pt x="18450" y="365"/>
                </a:cubicBezTo>
                <a:cubicBezTo>
                  <a:pt x="18380" y="326"/>
                  <a:pt x="18318" y="307"/>
                  <a:pt x="18263" y="307"/>
                </a:cubicBezTo>
                <a:cubicBezTo>
                  <a:pt x="18105" y="307"/>
                  <a:pt x="18009" y="467"/>
                  <a:pt x="17964" y="761"/>
                </a:cubicBezTo>
                <a:lnTo>
                  <a:pt x="17143" y="882"/>
                </a:lnTo>
                <a:cubicBezTo>
                  <a:pt x="16809" y="913"/>
                  <a:pt x="16474" y="1004"/>
                  <a:pt x="16140" y="1034"/>
                </a:cubicBezTo>
                <a:cubicBezTo>
                  <a:pt x="14803" y="1095"/>
                  <a:pt x="13526" y="1399"/>
                  <a:pt x="12341" y="1916"/>
                </a:cubicBezTo>
                <a:lnTo>
                  <a:pt x="12067" y="1520"/>
                </a:lnTo>
                <a:cubicBezTo>
                  <a:pt x="12037" y="1551"/>
                  <a:pt x="12006" y="1551"/>
                  <a:pt x="11976" y="1581"/>
                </a:cubicBezTo>
                <a:lnTo>
                  <a:pt x="11702" y="1733"/>
                </a:lnTo>
                <a:cubicBezTo>
                  <a:pt x="11672" y="1612"/>
                  <a:pt x="11672" y="1460"/>
                  <a:pt x="11642" y="1338"/>
                </a:cubicBezTo>
                <a:cubicBezTo>
                  <a:pt x="11672" y="1186"/>
                  <a:pt x="11672" y="1064"/>
                  <a:pt x="11702" y="913"/>
                </a:cubicBezTo>
                <a:lnTo>
                  <a:pt x="11642" y="882"/>
                </a:lnTo>
                <a:lnTo>
                  <a:pt x="11429" y="1277"/>
                </a:lnTo>
                <a:cubicBezTo>
                  <a:pt x="11338" y="1460"/>
                  <a:pt x="11186" y="1794"/>
                  <a:pt x="11155" y="1794"/>
                </a:cubicBezTo>
                <a:cubicBezTo>
                  <a:pt x="11085" y="1752"/>
                  <a:pt x="11017" y="1734"/>
                  <a:pt x="10952" y="1734"/>
                </a:cubicBezTo>
                <a:cubicBezTo>
                  <a:pt x="10738" y="1734"/>
                  <a:pt x="10552" y="1928"/>
                  <a:pt x="10365" y="2068"/>
                </a:cubicBezTo>
                <a:cubicBezTo>
                  <a:pt x="10346" y="2067"/>
                  <a:pt x="10326" y="2067"/>
                  <a:pt x="10307" y="2067"/>
                </a:cubicBezTo>
                <a:cubicBezTo>
                  <a:pt x="8998" y="2067"/>
                  <a:pt x="7977" y="3081"/>
                  <a:pt x="6839" y="3800"/>
                </a:cubicBezTo>
                <a:lnTo>
                  <a:pt x="6778" y="3800"/>
                </a:lnTo>
                <a:cubicBezTo>
                  <a:pt x="6687" y="3648"/>
                  <a:pt x="6596" y="3527"/>
                  <a:pt x="6505" y="3375"/>
                </a:cubicBezTo>
                <a:cubicBezTo>
                  <a:pt x="6444" y="3223"/>
                  <a:pt x="6383" y="3131"/>
                  <a:pt x="6322" y="3010"/>
                </a:cubicBezTo>
                <a:cubicBezTo>
                  <a:pt x="6231" y="3101"/>
                  <a:pt x="6140" y="3223"/>
                  <a:pt x="6049" y="3344"/>
                </a:cubicBezTo>
                <a:cubicBezTo>
                  <a:pt x="5988" y="3496"/>
                  <a:pt x="5897" y="3618"/>
                  <a:pt x="5806" y="3739"/>
                </a:cubicBezTo>
                <a:cubicBezTo>
                  <a:pt x="5768" y="3777"/>
                  <a:pt x="5719" y="3803"/>
                  <a:pt x="5665" y="3803"/>
                </a:cubicBezTo>
                <a:cubicBezTo>
                  <a:pt x="5632" y="3803"/>
                  <a:pt x="5597" y="3793"/>
                  <a:pt x="5562" y="3770"/>
                </a:cubicBezTo>
                <a:cubicBezTo>
                  <a:pt x="5532" y="3770"/>
                  <a:pt x="5532" y="3618"/>
                  <a:pt x="5562" y="3496"/>
                </a:cubicBezTo>
                <a:cubicBezTo>
                  <a:pt x="5593" y="3405"/>
                  <a:pt x="5623" y="3344"/>
                  <a:pt x="5654" y="3253"/>
                </a:cubicBezTo>
                <a:cubicBezTo>
                  <a:pt x="5684" y="3040"/>
                  <a:pt x="5988" y="2736"/>
                  <a:pt x="5684" y="2615"/>
                </a:cubicBezTo>
                <a:cubicBezTo>
                  <a:pt x="5645" y="2599"/>
                  <a:pt x="5611" y="2592"/>
                  <a:pt x="5581" y="2592"/>
                </a:cubicBezTo>
                <a:cubicBezTo>
                  <a:pt x="5379" y="2592"/>
                  <a:pt x="5368" y="2916"/>
                  <a:pt x="5289" y="3101"/>
                </a:cubicBezTo>
                <a:cubicBezTo>
                  <a:pt x="5188" y="3429"/>
                  <a:pt x="5045" y="3610"/>
                  <a:pt x="4791" y="3610"/>
                </a:cubicBezTo>
                <a:cubicBezTo>
                  <a:pt x="4739" y="3610"/>
                  <a:pt x="4682" y="3603"/>
                  <a:pt x="4620" y="3587"/>
                </a:cubicBezTo>
                <a:cubicBezTo>
                  <a:pt x="4597" y="3576"/>
                  <a:pt x="4573" y="3571"/>
                  <a:pt x="4547" y="3571"/>
                </a:cubicBezTo>
                <a:cubicBezTo>
                  <a:pt x="4441" y="3571"/>
                  <a:pt x="4318" y="3660"/>
                  <a:pt x="4195" y="3709"/>
                </a:cubicBezTo>
                <a:cubicBezTo>
                  <a:pt x="4103" y="3709"/>
                  <a:pt x="4012" y="3770"/>
                  <a:pt x="3921" y="3800"/>
                </a:cubicBezTo>
                <a:lnTo>
                  <a:pt x="2644" y="4043"/>
                </a:lnTo>
                <a:lnTo>
                  <a:pt x="2097" y="4256"/>
                </a:lnTo>
                <a:cubicBezTo>
                  <a:pt x="2037" y="4286"/>
                  <a:pt x="1945" y="4317"/>
                  <a:pt x="1885" y="4378"/>
                </a:cubicBezTo>
                <a:lnTo>
                  <a:pt x="1793" y="4438"/>
                </a:lnTo>
                <a:lnTo>
                  <a:pt x="365" y="6171"/>
                </a:lnTo>
                <a:cubicBezTo>
                  <a:pt x="122" y="6445"/>
                  <a:pt x="0" y="6809"/>
                  <a:pt x="61" y="7174"/>
                </a:cubicBezTo>
                <a:cubicBezTo>
                  <a:pt x="122" y="7812"/>
                  <a:pt x="61" y="8481"/>
                  <a:pt x="61" y="9119"/>
                </a:cubicBezTo>
                <a:cubicBezTo>
                  <a:pt x="61" y="9271"/>
                  <a:pt x="91" y="9423"/>
                  <a:pt x="152" y="9575"/>
                </a:cubicBezTo>
                <a:cubicBezTo>
                  <a:pt x="426" y="10031"/>
                  <a:pt x="730" y="10396"/>
                  <a:pt x="730" y="11004"/>
                </a:cubicBezTo>
                <a:cubicBezTo>
                  <a:pt x="760" y="11095"/>
                  <a:pt x="790" y="11186"/>
                  <a:pt x="851" y="11247"/>
                </a:cubicBezTo>
                <a:cubicBezTo>
                  <a:pt x="1064" y="11642"/>
                  <a:pt x="1277" y="12068"/>
                  <a:pt x="1520" y="12463"/>
                </a:cubicBezTo>
                <a:cubicBezTo>
                  <a:pt x="1611" y="12706"/>
                  <a:pt x="1793" y="12888"/>
                  <a:pt x="1976" y="13040"/>
                </a:cubicBezTo>
                <a:cubicBezTo>
                  <a:pt x="2462" y="13314"/>
                  <a:pt x="2766" y="13831"/>
                  <a:pt x="2766" y="14378"/>
                </a:cubicBezTo>
                <a:cubicBezTo>
                  <a:pt x="2857" y="14499"/>
                  <a:pt x="2948" y="14651"/>
                  <a:pt x="3040" y="14773"/>
                </a:cubicBezTo>
                <a:cubicBezTo>
                  <a:pt x="3617" y="15411"/>
                  <a:pt x="3617" y="15411"/>
                  <a:pt x="3344" y="16293"/>
                </a:cubicBezTo>
                <a:cubicBezTo>
                  <a:pt x="3344" y="16293"/>
                  <a:pt x="3344" y="16323"/>
                  <a:pt x="3374" y="16414"/>
                </a:cubicBezTo>
                <a:lnTo>
                  <a:pt x="3739" y="16353"/>
                </a:lnTo>
                <a:lnTo>
                  <a:pt x="3860" y="16202"/>
                </a:lnTo>
                <a:cubicBezTo>
                  <a:pt x="3982" y="16232"/>
                  <a:pt x="4134" y="16232"/>
                  <a:pt x="4225" y="16323"/>
                </a:cubicBezTo>
                <a:cubicBezTo>
                  <a:pt x="4438" y="16597"/>
                  <a:pt x="4651" y="16870"/>
                  <a:pt x="4863" y="17144"/>
                </a:cubicBezTo>
                <a:cubicBezTo>
                  <a:pt x="4772" y="18360"/>
                  <a:pt x="4681" y="19606"/>
                  <a:pt x="4590" y="20822"/>
                </a:cubicBezTo>
                <a:cubicBezTo>
                  <a:pt x="4529" y="21582"/>
                  <a:pt x="4499" y="22493"/>
                  <a:pt x="5076" y="23010"/>
                </a:cubicBezTo>
                <a:cubicBezTo>
                  <a:pt x="5532" y="23436"/>
                  <a:pt x="6201" y="23466"/>
                  <a:pt x="6839" y="23466"/>
                </a:cubicBezTo>
                <a:lnTo>
                  <a:pt x="26019" y="23648"/>
                </a:lnTo>
                <a:cubicBezTo>
                  <a:pt x="26414" y="23831"/>
                  <a:pt x="26839" y="23922"/>
                  <a:pt x="27265" y="23922"/>
                </a:cubicBezTo>
                <a:lnTo>
                  <a:pt x="27812" y="23800"/>
                </a:lnTo>
                <a:cubicBezTo>
                  <a:pt x="27812" y="23831"/>
                  <a:pt x="27842" y="23892"/>
                  <a:pt x="27842" y="23922"/>
                </a:cubicBezTo>
                <a:cubicBezTo>
                  <a:pt x="27903" y="24287"/>
                  <a:pt x="27934" y="24682"/>
                  <a:pt x="27934" y="25047"/>
                </a:cubicBezTo>
                <a:cubicBezTo>
                  <a:pt x="27934" y="25503"/>
                  <a:pt x="27934" y="25959"/>
                  <a:pt x="27903" y="26414"/>
                </a:cubicBezTo>
                <a:cubicBezTo>
                  <a:pt x="27842" y="26779"/>
                  <a:pt x="27751" y="27114"/>
                  <a:pt x="27660" y="27418"/>
                </a:cubicBezTo>
                <a:cubicBezTo>
                  <a:pt x="27812" y="27387"/>
                  <a:pt x="27934" y="27326"/>
                  <a:pt x="28055" y="27235"/>
                </a:cubicBezTo>
                <a:cubicBezTo>
                  <a:pt x="28177" y="27144"/>
                  <a:pt x="28268" y="27022"/>
                  <a:pt x="28359" y="26901"/>
                </a:cubicBezTo>
                <a:lnTo>
                  <a:pt x="28359" y="26992"/>
                </a:lnTo>
                <a:cubicBezTo>
                  <a:pt x="28359" y="27114"/>
                  <a:pt x="28359" y="27266"/>
                  <a:pt x="28329" y="27387"/>
                </a:cubicBezTo>
                <a:cubicBezTo>
                  <a:pt x="28177" y="27752"/>
                  <a:pt x="28268" y="28177"/>
                  <a:pt x="28511" y="28512"/>
                </a:cubicBezTo>
                <a:cubicBezTo>
                  <a:pt x="28690" y="28461"/>
                  <a:pt x="28825" y="28346"/>
                  <a:pt x="28954" y="28346"/>
                </a:cubicBezTo>
                <a:cubicBezTo>
                  <a:pt x="28979" y="28346"/>
                  <a:pt x="29003" y="28350"/>
                  <a:pt x="29028" y="28360"/>
                </a:cubicBezTo>
                <a:cubicBezTo>
                  <a:pt x="29362" y="28481"/>
                  <a:pt x="29666" y="28664"/>
                  <a:pt x="29970" y="28846"/>
                </a:cubicBezTo>
                <a:cubicBezTo>
                  <a:pt x="30086" y="28482"/>
                  <a:pt x="30184" y="28307"/>
                  <a:pt x="30308" y="28307"/>
                </a:cubicBezTo>
                <a:cubicBezTo>
                  <a:pt x="30412" y="28307"/>
                  <a:pt x="30534" y="28429"/>
                  <a:pt x="30700" y="28664"/>
                </a:cubicBezTo>
                <a:cubicBezTo>
                  <a:pt x="30852" y="28877"/>
                  <a:pt x="31064" y="29059"/>
                  <a:pt x="31247" y="29241"/>
                </a:cubicBezTo>
                <a:lnTo>
                  <a:pt x="31338" y="29180"/>
                </a:lnTo>
                <a:cubicBezTo>
                  <a:pt x="31338" y="29484"/>
                  <a:pt x="31338" y="29758"/>
                  <a:pt x="31368" y="30092"/>
                </a:cubicBezTo>
                <a:lnTo>
                  <a:pt x="31703" y="30457"/>
                </a:lnTo>
                <a:lnTo>
                  <a:pt x="32159" y="30974"/>
                </a:lnTo>
                <a:cubicBezTo>
                  <a:pt x="32159" y="30791"/>
                  <a:pt x="32159" y="30670"/>
                  <a:pt x="32128" y="30427"/>
                </a:cubicBezTo>
                <a:lnTo>
                  <a:pt x="32128" y="30427"/>
                </a:lnTo>
                <a:cubicBezTo>
                  <a:pt x="32250" y="30518"/>
                  <a:pt x="32371" y="30639"/>
                  <a:pt x="32463" y="30761"/>
                </a:cubicBezTo>
                <a:cubicBezTo>
                  <a:pt x="32645" y="31126"/>
                  <a:pt x="32827" y="31491"/>
                  <a:pt x="33010" y="31855"/>
                </a:cubicBezTo>
                <a:lnTo>
                  <a:pt x="33405" y="32007"/>
                </a:lnTo>
                <a:cubicBezTo>
                  <a:pt x="33405" y="32098"/>
                  <a:pt x="33375" y="32220"/>
                  <a:pt x="33375" y="32311"/>
                </a:cubicBezTo>
                <a:cubicBezTo>
                  <a:pt x="33255" y="32788"/>
                  <a:pt x="33604" y="33528"/>
                  <a:pt x="33990" y="33528"/>
                </a:cubicBezTo>
                <a:cubicBezTo>
                  <a:pt x="33997" y="33528"/>
                  <a:pt x="34005" y="33528"/>
                  <a:pt x="34013" y="33527"/>
                </a:cubicBezTo>
                <a:cubicBezTo>
                  <a:pt x="34039" y="33524"/>
                  <a:pt x="34065" y="33523"/>
                  <a:pt x="34091" y="33523"/>
                </a:cubicBezTo>
                <a:cubicBezTo>
                  <a:pt x="34368" y="33523"/>
                  <a:pt x="34639" y="33667"/>
                  <a:pt x="34834" y="33861"/>
                </a:cubicBezTo>
                <a:cubicBezTo>
                  <a:pt x="35046" y="33983"/>
                  <a:pt x="35168" y="34226"/>
                  <a:pt x="35137" y="34469"/>
                </a:cubicBezTo>
                <a:lnTo>
                  <a:pt x="35472" y="34469"/>
                </a:lnTo>
                <a:cubicBezTo>
                  <a:pt x="35624" y="34409"/>
                  <a:pt x="35806" y="34378"/>
                  <a:pt x="35958" y="34378"/>
                </a:cubicBezTo>
                <a:cubicBezTo>
                  <a:pt x="36171" y="34378"/>
                  <a:pt x="36384" y="34409"/>
                  <a:pt x="36596" y="34439"/>
                </a:cubicBezTo>
                <a:cubicBezTo>
                  <a:pt x="36627" y="34956"/>
                  <a:pt x="36688" y="35472"/>
                  <a:pt x="36779" y="36080"/>
                </a:cubicBezTo>
                <a:lnTo>
                  <a:pt x="38359" y="35898"/>
                </a:lnTo>
                <a:lnTo>
                  <a:pt x="38542" y="35776"/>
                </a:lnTo>
                <a:cubicBezTo>
                  <a:pt x="38709" y="35792"/>
                  <a:pt x="38869" y="35799"/>
                  <a:pt x="39024" y="35799"/>
                </a:cubicBezTo>
                <a:cubicBezTo>
                  <a:pt x="39180" y="35799"/>
                  <a:pt x="39332" y="35792"/>
                  <a:pt x="39484" y="35776"/>
                </a:cubicBezTo>
                <a:cubicBezTo>
                  <a:pt x="39818" y="35685"/>
                  <a:pt x="40122" y="35594"/>
                  <a:pt x="40426" y="35503"/>
                </a:cubicBezTo>
                <a:cubicBezTo>
                  <a:pt x="40483" y="35495"/>
                  <a:pt x="40540" y="35491"/>
                  <a:pt x="40597" y="35491"/>
                </a:cubicBezTo>
                <a:cubicBezTo>
                  <a:pt x="40753" y="35491"/>
                  <a:pt x="40909" y="35519"/>
                  <a:pt x="41065" y="35564"/>
                </a:cubicBezTo>
                <a:cubicBezTo>
                  <a:pt x="41131" y="35593"/>
                  <a:pt x="41188" y="35606"/>
                  <a:pt x="41238" y="35606"/>
                </a:cubicBezTo>
                <a:cubicBezTo>
                  <a:pt x="41395" y="35606"/>
                  <a:pt x="41482" y="35474"/>
                  <a:pt x="41551" y="35290"/>
                </a:cubicBezTo>
                <a:lnTo>
                  <a:pt x="42797" y="35138"/>
                </a:lnTo>
                <a:lnTo>
                  <a:pt x="42919" y="35047"/>
                </a:lnTo>
                <a:lnTo>
                  <a:pt x="43010" y="35108"/>
                </a:lnTo>
                <a:cubicBezTo>
                  <a:pt x="43106" y="35162"/>
                  <a:pt x="43191" y="35185"/>
                  <a:pt x="43266" y="35185"/>
                </a:cubicBezTo>
                <a:cubicBezTo>
                  <a:pt x="43572" y="35185"/>
                  <a:pt x="43733" y="34804"/>
                  <a:pt x="43952" y="34560"/>
                </a:cubicBezTo>
                <a:lnTo>
                  <a:pt x="44347" y="34165"/>
                </a:lnTo>
                <a:cubicBezTo>
                  <a:pt x="44773" y="33983"/>
                  <a:pt x="45198" y="33861"/>
                  <a:pt x="45594" y="33709"/>
                </a:cubicBezTo>
                <a:cubicBezTo>
                  <a:pt x="46100" y="33533"/>
                  <a:pt x="46575" y="33341"/>
                  <a:pt x="47075" y="33341"/>
                </a:cubicBezTo>
                <a:cubicBezTo>
                  <a:pt x="47266" y="33341"/>
                  <a:pt x="47460" y="33369"/>
                  <a:pt x="47660" y="33436"/>
                </a:cubicBezTo>
                <a:cubicBezTo>
                  <a:pt x="47677" y="33444"/>
                  <a:pt x="47697" y="33448"/>
                  <a:pt x="47720" y="33448"/>
                </a:cubicBezTo>
                <a:cubicBezTo>
                  <a:pt x="47782" y="33448"/>
                  <a:pt x="47859" y="33420"/>
                  <a:pt x="47904" y="33375"/>
                </a:cubicBezTo>
                <a:cubicBezTo>
                  <a:pt x="47996" y="33282"/>
                  <a:pt x="48083" y="33247"/>
                  <a:pt x="48169" y="33247"/>
                </a:cubicBezTo>
                <a:cubicBezTo>
                  <a:pt x="48281" y="33247"/>
                  <a:pt x="48391" y="33306"/>
                  <a:pt x="48512" y="33375"/>
                </a:cubicBezTo>
                <a:cubicBezTo>
                  <a:pt x="48724" y="33497"/>
                  <a:pt x="48937" y="33588"/>
                  <a:pt x="49180" y="33649"/>
                </a:cubicBezTo>
                <a:lnTo>
                  <a:pt x="49332" y="33831"/>
                </a:lnTo>
                <a:cubicBezTo>
                  <a:pt x="49575" y="34074"/>
                  <a:pt x="49849" y="34348"/>
                  <a:pt x="50092" y="34591"/>
                </a:cubicBezTo>
                <a:cubicBezTo>
                  <a:pt x="50107" y="34606"/>
                  <a:pt x="50128" y="34612"/>
                  <a:pt x="50153" y="34612"/>
                </a:cubicBezTo>
                <a:cubicBezTo>
                  <a:pt x="50227" y="34612"/>
                  <a:pt x="50335" y="34560"/>
                  <a:pt x="50426" y="34560"/>
                </a:cubicBezTo>
                <a:cubicBezTo>
                  <a:pt x="50700" y="34469"/>
                  <a:pt x="51004" y="34348"/>
                  <a:pt x="51278" y="34226"/>
                </a:cubicBezTo>
                <a:cubicBezTo>
                  <a:pt x="51825" y="33922"/>
                  <a:pt x="52402" y="33740"/>
                  <a:pt x="53041" y="33740"/>
                </a:cubicBezTo>
                <a:cubicBezTo>
                  <a:pt x="53284" y="33861"/>
                  <a:pt x="53557" y="33953"/>
                  <a:pt x="53831" y="34044"/>
                </a:cubicBezTo>
                <a:cubicBezTo>
                  <a:pt x="53892" y="34058"/>
                  <a:pt x="53953" y="34064"/>
                  <a:pt x="54014" y="34064"/>
                </a:cubicBezTo>
                <a:cubicBezTo>
                  <a:pt x="54302" y="34064"/>
                  <a:pt x="54597" y="33936"/>
                  <a:pt x="54896" y="33936"/>
                </a:cubicBezTo>
                <a:cubicBezTo>
                  <a:pt x="55077" y="33936"/>
                  <a:pt x="55259" y="33983"/>
                  <a:pt x="55442" y="34135"/>
                </a:cubicBezTo>
                <a:cubicBezTo>
                  <a:pt x="55457" y="34150"/>
                  <a:pt x="55465" y="34158"/>
                  <a:pt x="55472" y="34158"/>
                </a:cubicBezTo>
                <a:cubicBezTo>
                  <a:pt x="55480" y="34158"/>
                  <a:pt x="55487" y="34150"/>
                  <a:pt x="55503" y="34135"/>
                </a:cubicBezTo>
                <a:cubicBezTo>
                  <a:pt x="55837" y="33953"/>
                  <a:pt x="56141" y="33770"/>
                  <a:pt x="56445" y="33527"/>
                </a:cubicBezTo>
                <a:cubicBezTo>
                  <a:pt x="56815" y="33263"/>
                  <a:pt x="57116" y="32860"/>
                  <a:pt x="57549" y="32860"/>
                </a:cubicBezTo>
                <a:cubicBezTo>
                  <a:pt x="57613" y="32860"/>
                  <a:pt x="57681" y="32869"/>
                  <a:pt x="57752" y="32889"/>
                </a:cubicBezTo>
                <a:lnTo>
                  <a:pt x="57965" y="32980"/>
                </a:lnTo>
                <a:cubicBezTo>
                  <a:pt x="58128" y="33143"/>
                  <a:pt x="58297" y="33191"/>
                  <a:pt x="58467" y="33191"/>
                </a:cubicBezTo>
                <a:cubicBezTo>
                  <a:pt x="58677" y="33191"/>
                  <a:pt x="58888" y="33118"/>
                  <a:pt x="59089" y="33102"/>
                </a:cubicBezTo>
                <a:cubicBezTo>
                  <a:pt x="59241" y="33102"/>
                  <a:pt x="59393" y="33132"/>
                  <a:pt x="59545" y="33223"/>
                </a:cubicBezTo>
                <a:cubicBezTo>
                  <a:pt x="59656" y="33310"/>
                  <a:pt x="59743" y="33356"/>
                  <a:pt x="59810" y="33356"/>
                </a:cubicBezTo>
                <a:cubicBezTo>
                  <a:pt x="59908" y="33356"/>
                  <a:pt x="59965" y="33257"/>
                  <a:pt x="60001" y="33041"/>
                </a:cubicBezTo>
                <a:cubicBezTo>
                  <a:pt x="60047" y="32811"/>
                  <a:pt x="60145" y="32703"/>
                  <a:pt x="60295" y="32703"/>
                </a:cubicBezTo>
                <a:cubicBezTo>
                  <a:pt x="60343" y="32703"/>
                  <a:pt x="60398" y="32714"/>
                  <a:pt x="60457" y="32737"/>
                </a:cubicBezTo>
                <a:lnTo>
                  <a:pt x="61339" y="33010"/>
                </a:lnTo>
                <a:cubicBezTo>
                  <a:pt x="61430" y="33162"/>
                  <a:pt x="61521" y="33314"/>
                  <a:pt x="61582" y="33375"/>
                </a:cubicBezTo>
                <a:cubicBezTo>
                  <a:pt x="61791" y="33296"/>
                  <a:pt x="61956" y="33150"/>
                  <a:pt x="62094" y="33150"/>
                </a:cubicBezTo>
                <a:cubicBezTo>
                  <a:pt x="62117" y="33150"/>
                  <a:pt x="62138" y="33154"/>
                  <a:pt x="62159" y="33162"/>
                </a:cubicBezTo>
                <a:cubicBezTo>
                  <a:pt x="62342" y="33193"/>
                  <a:pt x="62372" y="33497"/>
                  <a:pt x="62494" y="33709"/>
                </a:cubicBezTo>
                <a:cubicBezTo>
                  <a:pt x="62551" y="33308"/>
                  <a:pt x="62693" y="33111"/>
                  <a:pt x="62903" y="33111"/>
                </a:cubicBezTo>
                <a:cubicBezTo>
                  <a:pt x="63028" y="33111"/>
                  <a:pt x="63176" y="33179"/>
                  <a:pt x="63345" y="33314"/>
                </a:cubicBezTo>
                <a:cubicBezTo>
                  <a:pt x="63355" y="33324"/>
                  <a:pt x="63368" y="33328"/>
                  <a:pt x="63383" y="33328"/>
                </a:cubicBezTo>
                <a:cubicBezTo>
                  <a:pt x="63412" y="33328"/>
                  <a:pt x="63446" y="33314"/>
                  <a:pt x="63466" y="33314"/>
                </a:cubicBezTo>
                <a:cubicBezTo>
                  <a:pt x="63740" y="33375"/>
                  <a:pt x="64044" y="33405"/>
                  <a:pt x="64317" y="33466"/>
                </a:cubicBezTo>
                <a:cubicBezTo>
                  <a:pt x="64348" y="33466"/>
                  <a:pt x="64409" y="33649"/>
                  <a:pt x="64439" y="33740"/>
                </a:cubicBezTo>
                <a:cubicBezTo>
                  <a:pt x="64483" y="34030"/>
                  <a:pt x="64740" y="34270"/>
                  <a:pt x="64970" y="34270"/>
                </a:cubicBezTo>
                <a:cubicBezTo>
                  <a:pt x="65054" y="34270"/>
                  <a:pt x="65134" y="34238"/>
                  <a:pt x="65199" y="34165"/>
                </a:cubicBezTo>
                <a:cubicBezTo>
                  <a:pt x="65558" y="33696"/>
                  <a:pt x="66117" y="33427"/>
                  <a:pt x="66694" y="33427"/>
                </a:cubicBezTo>
                <a:cubicBezTo>
                  <a:pt x="66753" y="33427"/>
                  <a:pt x="66812" y="33430"/>
                  <a:pt x="66871" y="33436"/>
                </a:cubicBezTo>
                <a:cubicBezTo>
                  <a:pt x="67053" y="33436"/>
                  <a:pt x="67266" y="33405"/>
                  <a:pt x="67448" y="33345"/>
                </a:cubicBezTo>
                <a:cubicBezTo>
                  <a:pt x="67630" y="33436"/>
                  <a:pt x="67782" y="33527"/>
                  <a:pt x="67965" y="33618"/>
                </a:cubicBezTo>
                <a:cubicBezTo>
                  <a:pt x="68117" y="33649"/>
                  <a:pt x="68330" y="33618"/>
                  <a:pt x="68390" y="33679"/>
                </a:cubicBezTo>
                <a:cubicBezTo>
                  <a:pt x="68498" y="33840"/>
                  <a:pt x="68587" y="33895"/>
                  <a:pt x="68664" y="33895"/>
                </a:cubicBezTo>
                <a:cubicBezTo>
                  <a:pt x="68762" y="33895"/>
                  <a:pt x="68839" y="33808"/>
                  <a:pt x="68907" y="33740"/>
                </a:cubicBezTo>
                <a:cubicBezTo>
                  <a:pt x="69089" y="33861"/>
                  <a:pt x="69241" y="33953"/>
                  <a:pt x="69424" y="34074"/>
                </a:cubicBezTo>
                <a:cubicBezTo>
                  <a:pt x="69494" y="34109"/>
                  <a:pt x="69555" y="34125"/>
                  <a:pt x="69609" y="34125"/>
                </a:cubicBezTo>
                <a:cubicBezTo>
                  <a:pt x="69884" y="34125"/>
                  <a:pt x="69981" y="33735"/>
                  <a:pt x="70184" y="33557"/>
                </a:cubicBezTo>
                <a:lnTo>
                  <a:pt x="70488" y="33527"/>
                </a:lnTo>
                <a:lnTo>
                  <a:pt x="71582" y="33588"/>
                </a:lnTo>
                <a:cubicBezTo>
                  <a:pt x="71582" y="33557"/>
                  <a:pt x="71582" y="33527"/>
                  <a:pt x="71582" y="33527"/>
                </a:cubicBezTo>
                <a:cubicBezTo>
                  <a:pt x="71612" y="33375"/>
                  <a:pt x="71673" y="33132"/>
                  <a:pt x="71734" y="33132"/>
                </a:cubicBezTo>
                <a:cubicBezTo>
                  <a:pt x="71761" y="33127"/>
                  <a:pt x="71789" y="33124"/>
                  <a:pt x="71817" y="33124"/>
                </a:cubicBezTo>
                <a:cubicBezTo>
                  <a:pt x="71949" y="33124"/>
                  <a:pt x="72090" y="33178"/>
                  <a:pt x="72190" y="33253"/>
                </a:cubicBezTo>
                <a:cubicBezTo>
                  <a:pt x="72281" y="33314"/>
                  <a:pt x="72281" y="33557"/>
                  <a:pt x="72281" y="33679"/>
                </a:cubicBezTo>
                <a:cubicBezTo>
                  <a:pt x="72281" y="33831"/>
                  <a:pt x="72220" y="33892"/>
                  <a:pt x="72220" y="33983"/>
                </a:cubicBezTo>
                <a:cubicBezTo>
                  <a:pt x="72251" y="34135"/>
                  <a:pt x="72311" y="34257"/>
                  <a:pt x="72342" y="34378"/>
                </a:cubicBezTo>
                <a:cubicBezTo>
                  <a:pt x="72433" y="34317"/>
                  <a:pt x="72524" y="34226"/>
                  <a:pt x="72585" y="34135"/>
                </a:cubicBezTo>
                <a:cubicBezTo>
                  <a:pt x="72676" y="33983"/>
                  <a:pt x="72767" y="33801"/>
                  <a:pt x="72859" y="33649"/>
                </a:cubicBezTo>
                <a:lnTo>
                  <a:pt x="73132" y="34135"/>
                </a:lnTo>
                <a:cubicBezTo>
                  <a:pt x="73132" y="34165"/>
                  <a:pt x="73162" y="34165"/>
                  <a:pt x="73223" y="34196"/>
                </a:cubicBezTo>
                <a:cubicBezTo>
                  <a:pt x="73254" y="34105"/>
                  <a:pt x="73284" y="34013"/>
                  <a:pt x="73314" y="33922"/>
                </a:cubicBezTo>
                <a:cubicBezTo>
                  <a:pt x="73345" y="33405"/>
                  <a:pt x="73588" y="33253"/>
                  <a:pt x="73953" y="33223"/>
                </a:cubicBezTo>
                <a:cubicBezTo>
                  <a:pt x="74044" y="33193"/>
                  <a:pt x="74135" y="33162"/>
                  <a:pt x="74226" y="33102"/>
                </a:cubicBezTo>
                <a:cubicBezTo>
                  <a:pt x="74500" y="32919"/>
                  <a:pt x="74773" y="32737"/>
                  <a:pt x="75077" y="32554"/>
                </a:cubicBezTo>
                <a:cubicBezTo>
                  <a:pt x="75241" y="32472"/>
                  <a:pt x="75397" y="32355"/>
                  <a:pt x="75552" y="32355"/>
                </a:cubicBezTo>
                <a:cubicBezTo>
                  <a:pt x="75685" y="32355"/>
                  <a:pt x="75819" y="32440"/>
                  <a:pt x="75959" y="32706"/>
                </a:cubicBezTo>
                <a:lnTo>
                  <a:pt x="76293" y="32159"/>
                </a:lnTo>
                <a:cubicBezTo>
                  <a:pt x="76459" y="32180"/>
                  <a:pt x="76625" y="32229"/>
                  <a:pt x="76733" y="32229"/>
                </a:cubicBezTo>
                <a:cubicBezTo>
                  <a:pt x="76784" y="32229"/>
                  <a:pt x="76821" y="32219"/>
                  <a:pt x="76840" y="32190"/>
                </a:cubicBezTo>
                <a:cubicBezTo>
                  <a:pt x="76871" y="32159"/>
                  <a:pt x="76932" y="32129"/>
                  <a:pt x="76962" y="32098"/>
                </a:cubicBezTo>
                <a:lnTo>
                  <a:pt x="77144" y="32220"/>
                </a:lnTo>
                <a:lnTo>
                  <a:pt x="77418" y="32007"/>
                </a:lnTo>
                <a:cubicBezTo>
                  <a:pt x="77479" y="32038"/>
                  <a:pt x="77570" y="32038"/>
                  <a:pt x="77631" y="32068"/>
                </a:cubicBezTo>
                <a:cubicBezTo>
                  <a:pt x="77691" y="32098"/>
                  <a:pt x="77752" y="32159"/>
                  <a:pt x="77813" y="32220"/>
                </a:cubicBezTo>
                <a:lnTo>
                  <a:pt x="77813" y="32250"/>
                </a:lnTo>
                <a:cubicBezTo>
                  <a:pt x="77722" y="32372"/>
                  <a:pt x="77631" y="32524"/>
                  <a:pt x="77570" y="32676"/>
                </a:cubicBezTo>
                <a:cubicBezTo>
                  <a:pt x="77539" y="32798"/>
                  <a:pt x="77570" y="32950"/>
                  <a:pt x="77631" y="33041"/>
                </a:cubicBezTo>
                <a:cubicBezTo>
                  <a:pt x="77640" y="33059"/>
                  <a:pt x="77662" y="33066"/>
                  <a:pt x="77690" y="33066"/>
                </a:cubicBezTo>
                <a:cubicBezTo>
                  <a:pt x="77757" y="33066"/>
                  <a:pt x="77861" y="33023"/>
                  <a:pt x="77904" y="32980"/>
                </a:cubicBezTo>
                <a:cubicBezTo>
                  <a:pt x="77965" y="32889"/>
                  <a:pt x="77965" y="32889"/>
                  <a:pt x="77995" y="32858"/>
                </a:cubicBezTo>
                <a:cubicBezTo>
                  <a:pt x="78056" y="33041"/>
                  <a:pt x="78147" y="33223"/>
                  <a:pt x="78269" y="33497"/>
                </a:cubicBezTo>
                <a:lnTo>
                  <a:pt x="78451" y="33071"/>
                </a:lnTo>
                <a:lnTo>
                  <a:pt x="78451" y="33284"/>
                </a:lnTo>
                <a:lnTo>
                  <a:pt x="78603" y="33193"/>
                </a:lnTo>
                <a:lnTo>
                  <a:pt x="78755" y="33314"/>
                </a:lnTo>
                <a:lnTo>
                  <a:pt x="78846" y="33010"/>
                </a:lnTo>
                <a:lnTo>
                  <a:pt x="79242" y="32706"/>
                </a:lnTo>
                <a:cubicBezTo>
                  <a:pt x="79272" y="32676"/>
                  <a:pt x="79302" y="32646"/>
                  <a:pt x="79333" y="32615"/>
                </a:cubicBezTo>
                <a:cubicBezTo>
                  <a:pt x="79333" y="32554"/>
                  <a:pt x="79333" y="32494"/>
                  <a:pt x="79363" y="32463"/>
                </a:cubicBezTo>
                <a:cubicBezTo>
                  <a:pt x="79606" y="32463"/>
                  <a:pt x="79546" y="32159"/>
                  <a:pt x="79606" y="31946"/>
                </a:cubicBezTo>
                <a:lnTo>
                  <a:pt x="79789" y="31825"/>
                </a:lnTo>
                <a:cubicBezTo>
                  <a:pt x="79850" y="31673"/>
                  <a:pt x="79941" y="31551"/>
                  <a:pt x="80062" y="31460"/>
                </a:cubicBezTo>
                <a:cubicBezTo>
                  <a:pt x="80093" y="31430"/>
                  <a:pt x="80154" y="31399"/>
                  <a:pt x="80184" y="31369"/>
                </a:cubicBezTo>
                <a:cubicBezTo>
                  <a:pt x="80245" y="31339"/>
                  <a:pt x="80214" y="31339"/>
                  <a:pt x="80245" y="31308"/>
                </a:cubicBezTo>
                <a:cubicBezTo>
                  <a:pt x="80518" y="31126"/>
                  <a:pt x="80822" y="31004"/>
                  <a:pt x="81126" y="30943"/>
                </a:cubicBezTo>
                <a:lnTo>
                  <a:pt x="81521" y="31217"/>
                </a:lnTo>
                <a:lnTo>
                  <a:pt x="82008" y="30700"/>
                </a:lnTo>
                <a:cubicBezTo>
                  <a:pt x="82190" y="30761"/>
                  <a:pt x="82372" y="30883"/>
                  <a:pt x="82524" y="31004"/>
                </a:cubicBezTo>
                <a:cubicBezTo>
                  <a:pt x="82616" y="31065"/>
                  <a:pt x="82676" y="31065"/>
                  <a:pt x="82768" y="31065"/>
                </a:cubicBezTo>
                <a:lnTo>
                  <a:pt x="82859" y="31065"/>
                </a:lnTo>
                <a:lnTo>
                  <a:pt x="82859" y="31187"/>
                </a:lnTo>
                <a:lnTo>
                  <a:pt x="83132" y="31065"/>
                </a:lnTo>
                <a:lnTo>
                  <a:pt x="83771" y="31065"/>
                </a:lnTo>
                <a:cubicBezTo>
                  <a:pt x="84287" y="31065"/>
                  <a:pt x="84774" y="31035"/>
                  <a:pt x="85290" y="30974"/>
                </a:cubicBezTo>
                <a:cubicBezTo>
                  <a:pt x="85686" y="30943"/>
                  <a:pt x="86111" y="30852"/>
                  <a:pt x="86506" y="30791"/>
                </a:cubicBezTo>
                <a:lnTo>
                  <a:pt x="86506" y="30883"/>
                </a:lnTo>
                <a:lnTo>
                  <a:pt x="86506" y="30974"/>
                </a:lnTo>
                <a:lnTo>
                  <a:pt x="86597" y="31065"/>
                </a:lnTo>
                <a:cubicBezTo>
                  <a:pt x="86719" y="31126"/>
                  <a:pt x="86871" y="31187"/>
                  <a:pt x="86993" y="31247"/>
                </a:cubicBezTo>
                <a:cubicBezTo>
                  <a:pt x="87175" y="31278"/>
                  <a:pt x="87327" y="31247"/>
                  <a:pt x="87479" y="31308"/>
                </a:cubicBezTo>
                <a:cubicBezTo>
                  <a:pt x="87540" y="31343"/>
                  <a:pt x="87593" y="31358"/>
                  <a:pt x="87641" y="31358"/>
                </a:cubicBezTo>
                <a:cubicBezTo>
                  <a:pt x="87761" y="31358"/>
                  <a:pt x="87848" y="31265"/>
                  <a:pt x="87935" y="31156"/>
                </a:cubicBezTo>
                <a:cubicBezTo>
                  <a:pt x="88117" y="31004"/>
                  <a:pt x="88300" y="30913"/>
                  <a:pt x="88482" y="30822"/>
                </a:cubicBezTo>
                <a:lnTo>
                  <a:pt x="88634" y="30731"/>
                </a:lnTo>
                <a:cubicBezTo>
                  <a:pt x="88816" y="31004"/>
                  <a:pt x="88907" y="31308"/>
                  <a:pt x="88907" y="31643"/>
                </a:cubicBezTo>
                <a:cubicBezTo>
                  <a:pt x="88999" y="31582"/>
                  <a:pt x="89059" y="31551"/>
                  <a:pt x="89120" y="31521"/>
                </a:cubicBezTo>
                <a:cubicBezTo>
                  <a:pt x="89274" y="31393"/>
                  <a:pt x="89374" y="31324"/>
                  <a:pt x="89445" y="31324"/>
                </a:cubicBezTo>
                <a:cubicBezTo>
                  <a:pt x="89542" y="31324"/>
                  <a:pt x="89584" y="31453"/>
                  <a:pt x="89637" y="31734"/>
                </a:cubicBezTo>
                <a:cubicBezTo>
                  <a:pt x="89698" y="31946"/>
                  <a:pt x="89728" y="32190"/>
                  <a:pt x="89759" y="32311"/>
                </a:cubicBezTo>
                <a:cubicBezTo>
                  <a:pt x="90002" y="32098"/>
                  <a:pt x="90245" y="31916"/>
                  <a:pt x="90488" y="31703"/>
                </a:cubicBezTo>
                <a:lnTo>
                  <a:pt x="90731" y="32676"/>
                </a:lnTo>
                <a:cubicBezTo>
                  <a:pt x="90974" y="32250"/>
                  <a:pt x="90883" y="31703"/>
                  <a:pt x="91339" y="31582"/>
                </a:cubicBezTo>
                <a:cubicBezTo>
                  <a:pt x="91365" y="31371"/>
                  <a:pt x="91312" y="31320"/>
                  <a:pt x="91235" y="31320"/>
                </a:cubicBezTo>
                <a:cubicBezTo>
                  <a:pt x="91164" y="31320"/>
                  <a:pt x="91071" y="31365"/>
                  <a:pt x="91006" y="31365"/>
                </a:cubicBezTo>
                <a:cubicBezTo>
                  <a:pt x="90980" y="31365"/>
                  <a:pt x="90959" y="31358"/>
                  <a:pt x="90944" y="31339"/>
                </a:cubicBezTo>
                <a:lnTo>
                  <a:pt x="90944" y="30609"/>
                </a:lnTo>
                <a:cubicBezTo>
                  <a:pt x="91035" y="30639"/>
                  <a:pt x="91126" y="30731"/>
                  <a:pt x="91187" y="30822"/>
                </a:cubicBezTo>
                <a:cubicBezTo>
                  <a:pt x="91256" y="30959"/>
                  <a:pt x="91330" y="31022"/>
                  <a:pt x="91405" y="31022"/>
                </a:cubicBezTo>
                <a:cubicBezTo>
                  <a:pt x="91497" y="31022"/>
                  <a:pt x="91590" y="30928"/>
                  <a:pt x="91673" y="30761"/>
                </a:cubicBezTo>
                <a:cubicBezTo>
                  <a:pt x="91734" y="30670"/>
                  <a:pt x="91765" y="30518"/>
                  <a:pt x="91825" y="30518"/>
                </a:cubicBezTo>
                <a:cubicBezTo>
                  <a:pt x="91947" y="30457"/>
                  <a:pt x="92069" y="30457"/>
                  <a:pt x="92221" y="30427"/>
                </a:cubicBezTo>
                <a:lnTo>
                  <a:pt x="92221" y="30427"/>
                </a:lnTo>
                <a:cubicBezTo>
                  <a:pt x="92221" y="30579"/>
                  <a:pt x="92190" y="30731"/>
                  <a:pt x="92129" y="30852"/>
                </a:cubicBezTo>
                <a:cubicBezTo>
                  <a:pt x="91977" y="31126"/>
                  <a:pt x="91825" y="31339"/>
                  <a:pt x="92160" y="31521"/>
                </a:cubicBezTo>
                <a:cubicBezTo>
                  <a:pt x="92251" y="31551"/>
                  <a:pt x="92221" y="31794"/>
                  <a:pt x="92281" y="31855"/>
                </a:cubicBezTo>
                <a:cubicBezTo>
                  <a:pt x="92403" y="31977"/>
                  <a:pt x="92585" y="32098"/>
                  <a:pt x="92768" y="32129"/>
                </a:cubicBezTo>
                <a:cubicBezTo>
                  <a:pt x="92798" y="32129"/>
                  <a:pt x="92889" y="31946"/>
                  <a:pt x="92980" y="31855"/>
                </a:cubicBezTo>
                <a:cubicBezTo>
                  <a:pt x="93127" y="31620"/>
                  <a:pt x="93302" y="31215"/>
                  <a:pt x="93424" y="31215"/>
                </a:cubicBezTo>
                <a:cubicBezTo>
                  <a:pt x="93428" y="31215"/>
                  <a:pt x="93432" y="31216"/>
                  <a:pt x="93436" y="31217"/>
                </a:cubicBezTo>
                <a:cubicBezTo>
                  <a:pt x="93486" y="31228"/>
                  <a:pt x="93532" y="31234"/>
                  <a:pt x="93576" y="31234"/>
                </a:cubicBezTo>
                <a:cubicBezTo>
                  <a:pt x="93885" y="31234"/>
                  <a:pt x="94078" y="30974"/>
                  <a:pt x="94318" y="30761"/>
                </a:cubicBezTo>
                <a:cubicBezTo>
                  <a:pt x="94399" y="30707"/>
                  <a:pt x="94529" y="30604"/>
                  <a:pt x="94621" y="30604"/>
                </a:cubicBezTo>
                <a:cubicBezTo>
                  <a:pt x="94632" y="30604"/>
                  <a:pt x="94642" y="30606"/>
                  <a:pt x="94652" y="30609"/>
                </a:cubicBezTo>
                <a:cubicBezTo>
                  <a:pt x="94684" y="30615"/>
                  <a:pt x="94714" y="30618"/>
                  <a:pt x="94742" y="30618"/>
                </a:cubicBezTo>
                <a:cubicBezTo>
                  <a:pt x="95009" y="30618"/>
                  <a:pt x="95117" y="30367"/>
                  <a:pt x="95199" y="30092"/>
                </a:cubicBezTo>
                <a:cubicBezTo>
                  <a:pt x="95230" y="30032"/>
                  <a:pt x="95260" y="29940"/>
                  <a:pt x="95321" y="29849"/>
                </a:cubicBezTo>
                <a:lnTo>
                  <a:pt x="95443" y="29849"/>
                </a:lnTo>
                <a:lnTo>
                  <a:pt x="95534" y="31308"/>
                </a:lnTo>
                <a:lnTo>
                  <a:pt x="95625" y="31308"/>
                </a:lnTo>
                <a:cubicBezTo>
                  <a:pt x="95686" y="31095"/>
                  <a:pt x="95746" y="30913"/>
                  <a:pt x="95868" y="30731"/>
                </a:cubicBezTo>
                <a:cubicBezTo>
                  <a:pt x="95990" y="30518"/>
                  <a:pt x="96111" y="30335"/>
                  <a:pt x="95929" y="30123"/>
                </a:cubicBezTo>
                <a:cubicBezTo>
                  <a:pt x="95898" y="30062"/>
                  <a:pt x="95898" y="30001"/>
                  <a:pt x="95929" y="29940"/>
                </a:cubicBezTo>
                <a:cubicBezTo>
                  <a:pt x="95947" y="29905"/>
                  <a:pt x="95985" y="29890"/>
                  <a:pt x="96027" y="29890"/>
                </a:cubicBezTo>
                <a:cubicBezTo>
                  <a:pt x="96056" y="29890"/>
                  <a:pt x="96086" y="29897"/>
                  <a:pt x="96111" y="29910"/>
                </a:cubicBezTo>
                <a:cubicBezTo>
                  <a:pt x="96172" y="29940"/>
                  <a:pt x="96202" y="30001"/>
                  <a:pt x="96263" y="30062"/>
                </a:cubicBezTo>
                <a:cubicBezTo>
                  <a:pt x="96398" y="30197"/>
                  <a:pt x="96504" y="30268"/>
                  <a:pt x="96591" y="30268"/>
                </a:cubicBezTo>
                <a:cubicBezTo>
                  <a:pt x="96720" y="30268"/>
                  <a:pt x="96811" y="30114"/>
                  <a:pt x="96902" y="29788"/>
                </a:cubicBezTo>
                <a:lnTo>
                  <a:pt x="97449" y="29241"/>
                </a:lnTo>
                <a:cubicBezTo>
                  <a:pt x="97570" y="29059"/>
                  <a:pt x="97692" y="28907"/>
                  <a:pt x="97813" y="28755"/>
                </a:cubicBezTo>
                <a:cubicBezTo>
                  <a:pt x="97996" y="28633"/>
                  <a:pt x="98209" y="28512"/>
                  <a:pt x="98421" y="28390"/>
                </a:cubicBezTo>
                <a:lnTo>
                  <a:pt x="98786" y="28360"/>
                </a:lnTo>
                <a:lnTo>
                  <a:pt x="99060" y="28269"/>
                </a:lnTo>
                <a:lnTo>
                  <a:pt x="98391" y="27752"/>
                </a:lnTo>
                <a:lnTo>
                  <a:pt x="98391" y="27752"/>
                </a:lnTo>
                <a:cubicBezTo>
                  <a:pt x="98523" y="27796"/>
                  <a:pt x="98662" y="27847"/>
                  <a:pt x="98788" y="27847"/>
                </a:cubicBezTo>
                <a:cubicBezTo>
                  <a:pt x="98923" y="27847"/>
                  <a:pt x="99042" y="27788"/>
                  <a:pt x="99120" y="27600"/>
                </a:cubicBezTo>
                <a:cubicBezTo>
                  <a:pt x="99275" y="27271"/>
                  <a:pt x="99405" y="27115"/>
                  <a:pt x="99597" y="27115"/>
                </a:cubicBezTo>
                <a:cubicBezTo>
                  <a:pt x="99706" y="27115"/>
                  <a:pt x="99836" y="27166"/>
                  <a:pt x="100002" y="27266"/>
                </a:cubicBezTo>
                <a:cubicBezTo>
                  <a:pt x="99938" y="27734"/>
                  <a:pt x="99919" y="27874"/>
                  <a:pt x="100039" y="27874"/>
                </a:cubicBezTo>
                <a:cubicBezTo>
                  <a:pt x="100090" y="27874"/>
                  <a:pt x="100166" y="27849"/>
                  <a:pt x="100275" y="27813"/>
                </a:cubicBezTo>
                <a:lnTo>
                  <a:pt x="100883" y="27418"/>
                </a:lnTo>
                <a:lnTo>
                  <a:pt x="100944" y="27539"/>
                </a:lnTo>
                <a:lnTo>
                  <a:pt x="101035" y="26992"/>
                </a:lnTo>
                <a:lnTo>
                  <a:pt x="101309" y="26901"/>
                </a:lnTo>
                <a:lnTo>
                  <a:pt x="101886" y="26992"/>
                </a:lnTo>
                <a:lnTo>
                  <a:pt x="103011" y="27296"/>
                </a:lnTo>
                <a:cubicBezTo>
                  <a:pt x="103186" y="27377"/>
                  <a:pt x="103379" y="27416"/>
                  <a:pt x="103571" y="27416"/>
                </a:cubicBezTo>
                <a:cubicBezTo>
                  <a:pt x="103813" y="27416"/>
                  <a:pt x="104054" y="27354"/>
                  <a:pt x="104257" y="27235"/>
                </a:cubicBezTo>
                <a:lnTo>
                  <a:pt x="105564" y="26566"/>
                </a:lnTo>
                <a:lnTo>
                  <a:pt x="106841" y="26414"/>
                </a:lnTo>
                <a:lnTo>
                  <a:pt x="107662" y="26354"/>
                </a:lnTo>
                <a:cubicBezTo>
                  <a:pt x="107782" y="26430"/>
                  <a:pt x="107891" y="26471"/>
                  <a:pt x="107989" y="26471"/>
                </a:cubicBezTo>
                <a:cubicBezTo>
                  <a:pt x="108163" y="26471"/>
                  <a:pt x="108305" y="26341"/>
                  <a:pt x="108422" y="26050"/>
                </a:cubicBezTo>
                <a:cubicBezTo>
                  <a:pt x="108482" y="25928"/>
                  <a:pt x="108573" y="25837"/>
                  <a:pt x="108665" y="25715"/>
                </a:cubicBezTo>
                <a:lnTo>
                  <a:pt x="109577" y="25290"/>
                </a:lnTo>
                <a:cubicBezTo>
                  <a:pt x="109668" y="25259"/>
                  <a:pt x="109759" y="25229"/>
                  <a:pt x="109880" y="25229"/>
                </a:cubicBezTo>
                <a:cubicBezTo>
                  <a:pt x="110154" y="25168"/>
                  <a:pt x="110458" y="25229"/>
                  <a:pt x="110671" y="25077"/>
                </a:cubicBezTo>
                <a:cubicBezTo>
                  <a:pt x="110797" y="24950"/>
                  <a:pt x="110987" y="24887"/>
                  <a:pt x="111170" y="24887"/>
                </a:cubicBezTo>
                <a:cubicBezTo>
                  <a:pt x="111207" y="24887"/>
                  <a:pt x="111243" y="24890"/>
                  <a:pt x="111279" y="24895"/>
                </a:cubicBezTo>
                <a:cubicBezTo>
                  <a:pt x="111491" y="24925"/>
                  <a:pt x="111704" y="24925"/>
                  <a:pt x="111917" y="24955"/>
                </a:cubicBezTo>
                <a:cubicBezTo>
                  <a:pt x="111956" y="24963"/>
                  <a:pt x="111991" y="24967"/>
                  <a:pt x="112023" y="24967"/>
                </a:cubicBezTo>
                <a:cubicBezTo>
                  <a:pt x="112242" y="24967"/>
                  <a:pt x="112308" y="24788"/>
                  <a:pt x="112282" y="24469"/>
                </a:cubicBezTo>
                <a:lnTo>
                  <a:pt x="113042" y="24135"/>
                </a:lnTo>
                <a:cubicBezTo>
                  <a:pt x="113346" y="23983"/>
                  <a:pt x="113650" y="23831"/>
                  <a:pt x="113984" y="23709"/>
                </a:cubicBezTo>
                <a:cubicBezTo>
                  <a:pt x="115200" y="23253"/>
                  <a:pt x="116355" y="22615"/>
                  <a:pt x="117358" y="21764"/>
                </a:cubicBezTo>
                <a:lnTo>
                  <a:pt x="117753" y="22098"/>
                </a:lnTo>
                <a:cubicBezTo>
                  <a:pt x="117753" y="22068"/>
                  <a:pt x="117783" y="22037"/>
                  <a:pt x="117814" y="22007"/>
                </a:cubicBezTo>
                <a:lnTo>
                  <a:pt x="118027" y="21764"/>
                </a:lnTo>
                <a:cubicBezTo>
                  <a:pt x="118087" y="21916"/>
                  <a:pt x="118148" y="22037"/>
                  <a:pt x="118179" y="22159"/>
                </a:cubicBezTo>
                <a:cubicBezTo>
                  <a:pt x="118209" y="22311"/>
                  <a:pt x="118239" y="22433"/>
                  <a:pt x="118239" y="22585"/>
                </a:cubicBezTo>
                <a:lnTo>
                  <a:pt x="118361" y="22585"/>
                </a:lnTo>
                <a:lnTo>
                  <a:pt x="118452" y="22159"/>
                </a:lnTo>
                <a:cubicBezTo>
                  <a:pt x="118511" y="21983"/>
                  <a:pt x="118569" y="21610"/>
                  <a:pt x="118573" y="21610"/>
                </a:cubicBezTo>
                <a:cubicBezTo>
                  <a:pt x="118574" y="21610"/>
                  <a:pt x="118574" y="21611"/>
                  <a:pt x="118574" y="21612"/>
                </a:cubicBezTo>
                <a:cubicBezTo>
                  <a:pt x="118603" y="21617"/>
                  <a:pt x="118631" y="21619"/>
                  <a:pt x="118658" y="21619"/>
                </a:cubicBezTo>
                <a:cubicBezTo>
                  <a:pt x="118959" y="21619"/>
                  <a:pt x="119077" y="21321"/>
                  <a:pt x="119273" y="21126"/>
                </a:cubicBezTo>
                <a:cubicBezTo>
                  <a:pt x="120549" y="20761"/>
                  <a:pt x="121279" y="19484"/>
                  <a:pt x="122160" y="18451"/>
                </a:cubicBezTo>
                <a:lnTo>
                  <a:pt x="122221" y="18451"/>
                </a:lnTo>
                <a:cubicBezTo>
                  <a:pt x="122343" y="18572"/>
                  <a:pt x="122464" y="18664"/>
                  <a:pt x="122616" y="18785"/>
                </a:cubicBezTo>
                <a:cubicBezTo>
                  <a:pt x="122738" y="18876"/>
                  <a:pt x="122799" y="18968"/>
                  <a:pt x="122920" y="19059"/>
                </a:cubicBezTo>
                <a:cubicBezTo>
                  <a:pt x="122951" y="18937"/>
                  <a:pt x="123011" y="18785"/>
                  <a:pt x="123072" y="18664"/>
                </a:cubicBezTo>
                <a:cubicBezTo>
                  <a:pt x="123103" y="18512"/>
                  <a:pt x="123133" y="18360"/>
                  <a:pt x="123163" y="18208"/>
                </a:cubicBezTo>
                <a:cubicBezTo>
                  <a:pt x="123224" y="18116"/>
                  <a:pt x="123315" y="18086"/>
                  <a:pt x="123407" y="18086"/>
                </a:cubicBezTo>
                <a:cubicBezTo>
                  <a:pt x="123467" y="18086"/>
                  <a:pt x="123498" y="18268"/>
                  <a:pt x="123528" y="18360"/>
                </a:cubicBezTo>
                <a:cubicBezTo>
                  <a:pt x="123528" y="18451"/>
                  <a:pt x="123498" y="18542"/>
                  <a:pt x="123528" y="18633"/>
                </a:cubicBezTo>
                <a:cubicBezTo>
                  <a:pt x="123559" y="18846"/>
                  <a:pt x="123346" y="19211"/>
                  <a:pt x="123650" y="19271"/>
                </a:cubicBezTo>
                <a:cubicBezTo>
                  <a:pt x="123662" y="19273"/>
                  <a:pt x="123674" y="19273"/>
                  <a:pt x="123685" y="19273"/>
                </a:cubicBezTo>
                <a:cubicBezTo>
                  <a:pt x="123975" y="19273"/>
                  <a:pt x="123864" y="18898"/>
                  <a:pt x="123893" y="18664"/>
                </a:cubicBezTo>
                <a:cubicBezTo>
                  <a:pt x="123923" y="18268"/>
                  <a:pt x="124045" y="18025"/>
                  <a:pt x="124410" y="18025"/>
                </a:cubicBezTo>
                <a:cubicBezTo>
                  <a:pt x="124531" y="18025"/>
                  <a:pt x="124653" y="17873"/>
                  <a:pt x="124774" y="17782"/>
                </a:cubicBezTo>
                <a:cubicBezTo>
                  <a:pt x="124896" y="17721"/>
                  <a:pt x="124926" y="17691"/>
                  <a:pt x="125018" y="17630"/>
                </a:cubicBezTo>
                <a:lnTo>
                  <a:pt x="126173" y="17022"/>
                </a:lnTo>
                <a:lnTo>
                  <a:pt x="126568" y="16627"/>
                </a:lnTo>
                <a:cubicBezTo>
                  <a:pt x="126629" y="16566"/>
                  <a:pt x="126689" y="16505"/>
                  <a:pt x="126720" y="16445"/>
                </a:cubicBezTo>
                <a:lnTo>
                  <a:pt x="126781" y="16353"/>
                </a:lnTo>
                <a:lnTo>
                  <a:pt x="127692" y="14287"/>
                </a:lnTo>
                <a:cubicBezTo>
                  <a:pt x="127844" y="13952"/>
                  <a:pt x="127844" y="13587"/>
                  <a:pt x="127692" y="13253"/>
                </a:cubicBezTo>
                <a:cubicBezTo>
                  <a:pt x="127480" y="12645"/>
                  <a:pt x="127328" y="12007"/>
                  <a:pt x="127145" y="11369"/>
                </a:cubicBezTo>
                <a:cubicBezTo>
                  <a:pt x="127115" y="11217"/>
                  <a:pt x="127024" y="11095"/>
                  <a:pt x="126932" y="10973"/>
                </a:cubicBezTo>
                <a:cubicBezTo>
                  <a:pt x="126537" y="10609"/>
                  <a:pt x="126142" y="10366"/>
                  <a:pt x="125960" y="9758"/>
                </a:cubicBezTo>
                <a:cubicBezTo>
                  <a:pt x="125960" y="9666"/>
                  <a:pt x="125869" y="9636"/>
                  <a:pt x="125808" y="9575"/>
                </a:cubicBezTo>
                <a:cubicBezTo>
                  <a:pt x="125473" y="9241"/>
                  <a:pt x="125139" y="8876"/>
                  <a:pt x="124805" y="8572"/>
                </a:cubicBezTo>
                <a:cubicBezTo>
                  <a:pt x="124653" y="8390"/>
                  <a:pt x="124440" y="8238"/>
                  <a:pt x="124197" y="8147"/>
                </a:cubicBezTo>
                <a:cubicBezTo>
                  <a:pt x="123680" y="8025"/>
                  <a:pt x="123224" y="7630"/>
                  <a:pt x="123072" y="7113"/>
                </a:cubicBezTo>
                <a:cubicBezTo>
                  <a:pt x="122951" y="6992"/>
                  <a:pt x="122799" y="6870"/>
                  <a:pt x="122677" y="6779"/>
                </a:cubicBezTo>
                <a:cubicBezTo>
                  <a:pt x="121948" y="6353"/>
                  <a:pt x="121948" y="6353"/>
                  <a:pt x="121978" y="5441"/>
                </a:cubicBezTo>
                <a:cubicBezTo>
                  <a:pt x="121978" y="5411"/>
                  <a:pt x="121948" y="5381"/>
                  <a:pt x="121917" y="5320"/>
                </a:cubicBezTo>
                <a:lnTo>
                  <a:pt x="121583" y="5472"/>
                </a:lnTo>
                <a:lnTo>
                  <a:pt x="121492" y="5654"/>
                </a:lnTo>
                <a:cubicBezTo>
                  <a:pt x="121431" y="5654"/>
                  <a:pt x="121362" y="5662"/>
                  <a:pt x="121298" y="5662"/>
                </a:cubicBezTo>
                <a:cubicBezTo>
                  <a:pt x="121233" y="5662"/>
                  <a:pt x="121173" y="5654"/>
                  <a:pt x="121127" y="5624"/>
                </a:cubicBezTo>
                <a:cubicBezTo>
                  <a:pt x="120762" y="5381"/>
                  <a:pt x="120428" y="5107"/>
                  <a:pt x="120063" y="4864"/>
                </a:cubicBezTo>
                <a:cubicBezTo>
                  <a:pt x="119972" y="4803"/>
                  <a:pt x="119881" y="4742"/>
                  <a:pt x="119789" y="4742"/>
                </a:cubicBezTo>
                <a:cubicBezTo>
                  <a:pt x="119668" y="4771"/>
                  <a:pt x="119546" y="4784"/>
                  <a:pt x="119423" y="4784"/>
                </a:cubicBezTo>
                <a:cubicBezTo>
                  <a:pt x="119025" y="4784"/>
                  <a:pt x="118633" y="4641"/>
                  <a:pt x="118331" y="4408"/>
                </a:cubicBezTo>
                <a:cubicBezTo>
                  <a:pt x="118196" y="4312"/>
                  <a:pt x="118037" y="4252"/>
                  <a:pt x="117877" y="4252"/>
                </a:cubicBezTo>
                <a:cubicBezTo>
                  <a:pt x="117784" y="4252"/>
                  <a:pt x="117690" y="4272"/>
                  <a:pt x="117601" y="4317"/>
                </a:cubicBezTo>
                <a:cubicBezTo>
                  <a:pt x="117175" y="4621"/>
                  <a:pt x="116689" y="4803"/>
                  <a:pt x="116172" y="4894"/>
                </a:cubicBezTo>
                <a:cubicBezTo>
                  <a:pt x="115871" y="5171"/>
                  <a:pt x="115486" y="5343"/>
                  <a:pt x="115087" y="5343"/>
                </a:cubicBezTo>
                <a:cubicBezTo>
                  <a:pt x="115004" y="5343"/>
                  <a:pt x="114919" y="5336"/>
                  <a:pt x="114835" y="5320"/>
                </a:cubicBezTo>
                <a:cubicBezTo>
                  <a:pt x="114653" y="5274"/>
                  <a:pt x="114463" y="5251"/>
                  <a:pt x="114273" y="5251"/>
                </a:cubicBezTo>
                <a:cubicBezTo>
                  <a:pt x="114083" y="5251"/>
                  <a:pt x="113893" y="5274"/>
                  <a:pt x="113710" y="5320"/>
                </a:cubicBezTo>
                <a:lnTo>
                  <a:pt x="113406" y="5259"/>
                </a:lnTo>
                <a:cubicBezTo>
                  <a:pt x="113208" y="5100"/>
                  <a:pt x="113015" y="5051"/>
                  <a:pt x="112823" y="5051"/>
                </a:cubicBezTo>
                <a:cubicBezTo>
                  <a:pt x="112574" y="5051"/>
                  <a:pt x="112326" y="5134"/>
                  <a:pt x="112069" y="5168"/>
                </a:cubicBezTo>
                <a:lnTo>
                  <a:pt x="111978" y="5077"/>
                </a:lnTo>
                <a:cubicBezTo>
                  <a:pt x="111947" y="4894"/>
                  <a:pt x="111917" y="4682"/>
                  <a:pt x="111887" y="4499"/>
                </a:cubicBezTo>
                <a:cubicBezTo>
                  <a:pt x="111765" y="4134"/>
                  <a:pt x="111735" y="3770"/>
                  <a:pt x="112130" y="3648"/>
                </a:cubicBezTo>
                <a:cubicBezTo>
                  <a:pt x="112130" y="3587"/>
                  <a:pt x="112130" y="3527"/>
                  <a:pt x="112130" y="3496"/>
                </a:cubicBezTo>
                <a:cubicBezTo>
                  <a:pt x="112069" y="3496"/>
                  <a:pt x="111995" y="3483"/>
                  <a:pt x="111943" y="3483"/>
                </a:cubicBezTo>
                <a:cubicBezTo>
                  <a:pt x="111917" y="3483"/>
                  <a:pt x="111897" y="3486"/>
                  <a:pt x="111887" y="3496"/>
                </a:cubicBezTo>
                <a:cubicBezTo>
                  <a:pt x="111674" y="3739"/>
                  <a:pt x="111491" y="3982"/>
                  <a:pt x="111339" y="4256"/>
                </a:cubicBezTo>
                <a:cubicBezTo>
                  <a:pt x="111256" y="4402"/>
                  <a:pt x="111201" y="4533"/>
                  <a:pt x="111117" y="4533"/>
                </a:cubicBezTo>
                <a:cubicBezTo>
                  <a:pt x="111078" y="4533"/>
                  <a:pt x="111032" y="4505"/>
                  <a:pt x="110975" y="4438"/>
                </a:cubicBezTo>
                <a:cubicBezTo>
                  <a:pt x="110848" y="4286"/>
                  <a:pt x="110753" y="4213"/>
                  <a:pt x="110681" y="4213"/>
                </a:cubicBezTo>
                <a:cubicBezTo>
                  <a:pt x="110580" y="4213"/>
                  <a:pt x="110524" y="4355"/>
                  <a:pt x="110488" y="4621"/>
                </a:cubicBezTo>
                <a:cubicBezTo>
                  <a:pt x="110458" y="4682"/>
                  <a:pt x="110397" y="4773"/>
                  <a:pt x="110336" y="4834"/>
                </a:cubicBezTo>
                <a:lnTo>
                  <a:pt x="110154" y="5016"/>
                </a:lnTo>
                <a:lnTo>
                  <a:pt x="110063" y="5016"/>
                </a:lnTo>
                <a:lnTo>
                  <a:pt x="109729" y="4408"/>
                </a:lnTo>
                <a:lnTo>
                  <a:pt x="109455" y="4864"/>
                </a:lnTo>
                <a:cubicBezTo>
                  <a:pt x="109179" y="4538"/>
                  <a:pt x="108883" y="4316"/>
                  <a:pt x="108532" y="4316"/>
                </a:cubicBezTo>
                <a:cubicBezTo>
                  <a:pt x="108457" y="4316"/>
                  <a:pt x="108380" y="4326"/>
                  <a:pt x="108300" y="4347"/>
                </a:cubicBezTo>
                <a:cubicBezTo>
                  <a:pt x="107996" y="4438"/>
                  <a:pt x="107662" y="4530"/>
                  <a:pt x="107358" y="4621"/>
                </a:cubicBezTo>
                <a:cubicBezTo>
                  <a:pt x="107029" y="4659"/>
                  <a:pt x="106714" y="4784"/>
                  <a:pt x="106394" y="4784"/>
                </a:cubicBezTo>
                <a:cubicBezTo>
                  <a:pt x="106211" y="4784"/>
                  <a:pt x="106026" y="4743"/>
                  <a:pt x="105838" y="4621"/>
                </a:cubicBezTo>
                <a:cubicBezTo>
                  <a:pt x="105711" y="4548"/>
                  <a:pt x="105563" y="4454"/>
                  <a:pt x="105412" y="4454"/>
                </a:cubicBezTo>
                <a:cubicBezTo>
                  <a:pt x="105310" y="4454"/>
                  <a:pt x="105207" y="4498"/>
                  <a:pt x="105108" y="4621"/>
                </a:cubicBezTo>
                <a:lnTo>
                  <a:pt x="104956" y="4469"/>
                </a:lnTo>
                <a:cubicBezTo>
                  <a:pt x="104843" y="4786"/>
                  <a:pt x="104662" y="4901"/>
                  <a:pt x="104426" y="4901"/>
                </a:cubicBezTo>
                <a:cubicBezTo>
                  <a:pt x="104346" y="4901"/>
                  <a:pt x="104259" y="4887"/>
                  <a:pt x="104166" y="4864"/>
                </a:cubicBezTo>
                <a:cubicBezTo>
                  <a:pt x="103619" y="4773"/>
                  <a:pt x="103072" y="4712"/>
                  <a:pt x="102494" y="4682"/>
                </a:cubicBezTo>
                <a:cubicBezTo>
                  <a:pt x="102403" y="4682"/>
                  <a:pt x="102282" y="4742"/>
                  <a:pt x="102190" y="4773"/>
                </a:cubicBezTo>
                <a:cubicBezTo>
                  <a:pt x="101978" y="4834"/>
                  <a:pt x="101765" y="4864"/>
                  <a:pt x="101552" y="4894"/>
                </a:cubicBezTo>
                <a:cubicBezTo>
                  <a:pt x="101441" y="4904"/>
                  <a:pt x="101329" y="4908"/>
                  <a:pt x="101218" y="4908"/>
                </a:cubicBezTo>
                <a:cubicBezTo>
                  <a:pt x="100995" y="4908"/>
                  <a:pt x="100772" y="4894"/>
                  <a:pt x="100549" y="4894"/>
                </a:cubicBezTo>
                <a:lnTo>
                  <a:pt x="100610" y="5502"/>
                </a:lnTo>
                <a:cubicBezTo>
                  <a:pt x="100483" y="5601"/>
                  <a:pt x="100336" y="5647"/>
                  <a:pt x="100191" y="5647"/>
                </a:cubicBezTo>
                <a:cubicBezTo>
                  <a:pt x="100024" y="5647"/>
                  <a:pt x="99859" y="5586"/>
                  <a:pt x="99728" y="5472"/>
                </a:cubicBezTo>
                <a:cubicBezTo>
                  <a:pt x="99728" y="5198"/>
                  <a:pt x="99546" y="4955"/>
                  <a:pt x="99303" y="4864"/>
                </a:cubicBezTo>
                <a:cubicBezTo>
                  <a:pt x="98739" y="4801"/>
                  <a:pt x="98189" y="4681"/>
                  <a:pt x="97635" y="4681"/>
                </a:cubicBezTo>
                <a:cubicBezTo>
                  <a:pt x="97382" y="4681"/>
                  <a:pt x="97128" y="4706"/>
                  <a:pt x="96871" y="4773"/>
                </a:cubicBezTo>
                <a:lnTo>
                  <a:pt x="96294" y="5107"/>
                </a:lnTo>
                <a:cubicBezTo>
                  <a:pt x="96229" y="5078"/>
                  <a:pt x="96163" y="5065"/>
                  <a:pt x="96101" y="5065"/>
                </a:cubicBezTo>
                <a:cubicBezTo>
                  <a:pt x="95900" y="5065"/>
                  <a:pt x="95725" y="5203"/>
                  <a:pt x="95655" y="5411"/>
                </a:cubicBezTo>
                <a:lnTo>
                  <a:pt x="95746" y="5776"/>
                </a:lnTo>
                <a:cubicBezTo>
                  <a:pt x="95351" y="5867"/>
                  <a:pt x="95047" y="6171"/>
                  <a:pt x="94895" y="6536"/>
                </a:cubicBezTo>
                <a:lnTo>
                  <a:pt x="93254" y="6475"/>
                </a:lnTo>
                <a:cubicBezTo>
                  <a:pt x="93190" y="6453"/>
                  <a:pt x="93110" y="6432"/>
                  <a:pt x="93037" y="6432"/>
                </a:cubicBezTo>
                <a:cubicBezTo>
                  <a:pt x="93006" y="6432"/>
                  <a:pt x="92977" y="6436"/>
                  <a:pt x="92950" y="6445"/>
                </a:cubicBezTo>
                <a:cubicBezTo>
                  <a:pt x="92950" y="6445"/>
                  <a:pt x="92920" y="6445"/>
                  <a:pt x="92889" y="6475"/>
                </a:cubicBezTo>
                <a:lnTo>
                  <a:pt x="90123" y="6414"/>
                </a:lnTo>
                <a:cubicBezTo>
                  <a:pt x="89880" y="6019"/>
                  <a:pt x="89911" y="5928"/>
                  <a:pt x="90184" y="5441"/>
                </a:cubicBezTo>
                <a:lnTo>
                  <a:pt x="89911" y="5320"/>
                </a:lnTo>
                <a:lnTo>
                  <a:pt x="89181" y="5563"/>
                </a:lnTo>
                <a:cubicBezTo>
                  <a:pt x="88976" y="5631"/>
                  <a:pt x="88754" y="5666"/>
                  <a:pt x="88540" y="5666"/>
                </a:cubicBezTo>
                <a:cubicBezTo>
                  <a:pt x="88469" y="5666"/>
                  <a:pt x="88398" y="5662"/>
                  <a:pt x="88330" y="5654"/>
                </a:cubicBezTo>
                <a:cubicBezTo>
                  <a:pt x="88271" y="5639"/>
                  <a:pt x="88210" y="5632"/>
                  <a:pt x="88150" y="5632"/>
                </a:cubicBezTo>
                <a:cubicBezTo>
                  <a:pt x="87961" y="5632"/>
                  <a:pt x="87776" y="5706"/>
                  <a:pt x="87661" y="5867"/>
                </a:cubicBezTo>
                <a:cubicBezTo>
                  <a:pt x="87570" y="5928"/>
                  <a:pt x="87479" y="5989"/>
                  <a:pt x="87357" y="6019"/>
                </a:cubicBezTo>
                <a:cubicBezTo>
                  <a:pt x="87236" y="6080"/>
                  <a:pt x="87114" y="6049"/>
                  <a:pt x="86993" y="6110"/>
                </a:cubicBezTo>
                <a:cubicBezTo>
                  <a:pt x="86841" y="6171"/>
                  <a:pt x="86658" y="6262"/>
                  <a:pt x="86506" y="6353"/>
                </a:cubicBezTo>
                <a:lnTo>
                  <a:pt x="84895" y="6323"/>
                </a:lnTo>
                <a:cubicBezTo>
                  <a:pt x="84758" y="6080"/>
                  <a:pt x="84644" y="5958"/>
                  <a:pt x="84538" y="5958"/>
                </a:cubicBezTo>
                <a:cubicBezTo>
                  <a:pt x="84432" y="5958"/>
                  <a:pt x="84333" y="6080"/>
                  <a:pt x="84227" y="6323"/>
                </a:cubicBezTo>
                <a:lnTo>
                  <a:pt x="83558" y="6323"/>
                </a:lnTo>
                <a:cubicBezTo>
                  <a:pt x="83588" y="6262"/>
                  <a:pt x="83619" y="6201"/>
                  <a:pt x="83649" y="6141"/>
                </a:cubicBezTo>
                <a:lnTo>
                  <a:pt x="83649" y="6141"/>
                </a:lnTo>
                <a:lnTo>
                  <a:pt x="82798" y="6323"/>
                </a:lnTo>
                <a:lnTo>
                  <a:pt x="82433" y="6323"/>
                </a:lnTo>
                <a:lnTo>
                  <a:pt x="82464" y="6232"/>
                </a:lnTo>
                <a:cubicBezTo>
                  <a:pt x="82312" y="6232"/>
                  <a:pt x="82129" y="6262"/>
                  <a:pt x="81977" y="6323"/>
                </a:cubicBezTo>
                <a:cubicBezTo>
                  <a:pt x="79713" y="6308"/>
                  <a:pt x="77456" y="6300"/>
                  <a:pt x="75199" y="6300"/>
                </a:cubicBezTo>
                <a:cubicBezTo>
                  <a:pt x="72942" y="6300"/>
                  <a:pt x="70685" y="6308"/>
                  <a:pt x="68421" y="6323"/>
                </a:cubicBezTo>
                <a:cubicBezTo>
                  <a:pt x="68390" y="6201"/>
                  <a:pt x="68360" y="5989"/>
                  <a:pt x="68330" y="5806"/>
                </a:cubicBezTo>
                <a:cubicBezTo>
                  <a:pt x="68181" y="6121"/>
                  <a:pt x="68014" y="6273"/>
                  <a:pt x="67839" y="6273"/>
                </a:cubicBezTo>
                <a:cubicBezTo>
                  <a:pt x="67692" y="6273"/>
                  <a:pt x="67540" y="6166"/>
                  <a:pt x="67387" y="5958"/>
                </a:cubicBezTo>
                <a:cubicBezTo>
                  <a:pt x="67387" y="5943"/>
                  <a:pt x="67372" y="5943"/>
                  <a:pt x="67353" y="5943"/>
                </a:cubicBezTo>
                <a:cubicBezTo>
                  <a:pt x="67334" y="5943"/>
                  <a:pt x="67311" y="5943"/>
                  <a:pt x="67296" y="5928"/>
                </a:cubicBezTo>
                <a:cubicBezTo>
                  <a:pt x="67023" y="5806"/>
                  <a:pt x="66779" y="5685"/>
                  <a:pt x="66536" y="5563"/>
                </a:cubicBezTo>
                <a:cubicBezTo>
                  <a:pt x="66506" y="5533"/>
                  <a:pt x="66475" y="5381"/>
                  <a:pt x="66506" y="5289"/>
                </a:cubicBezTo>
                <a:cubicBezTo>
                  <a:pt x="66531" y="4942"/>
                  <a:pt x="66292" y="4595"/>
                  <a:pt x="66038" y="4595"/>
                </a:cubicBezTo>
                <a:cubicBezTo>
                  <a:pt x="65981" y="4595"/>
                  <a:pt x="65923" y="4612"/>
                  <a:pt x="65868" y="4651"/>
                </a:cubicBezTo>
                <a:cubicBezTo>
                  <a:pt x="65545" y="4879"/>
                  <a:pt x="65152" y="5000"/>
                  <a:pt x="64755" y="5000"/>
                </a:cubicBezTo>
                <a:cubicBezTo>
                  <a:pt x="64514" y="5000"/>
                  <a:pt x="64273" y="4955"/>
                  <a:pt x="64044" y="4864"/>
                </a:cubicBezTo>
                <a:cubicBezTo>
                  <a:pt x="63861" y="4803"/>
                  <a:pt x="63649" y="4803"/>
                  <a:pt x="63466" y="4803"/>
                </a:cubicBezTo>
                <a:cubicBezTo>
                  <a:pt x="63314" y="4651"/>
                  <a:pt x="63193" y="4530"/>
                  <a:pt x="63041" y="4408"/>
                </a:cubicBezTo>
                <a:cubicBezTo>
                  <a:pt x="62919" y="4317"/>
                  <a:pt x="62706" y="4317"/>
                  <a:pt x="62646" y="4226"/>
                </a:cubicBezTo>
                <a:cubicBezTo>
                  <a:pt x="62579" y="4010"/>
                  <a:pt x="62486" y="3939"/>
                  <a:pt x="62390" y="3939"/>
                </a:cubicBezTo>
                <a:cubicBezTo>
                  <a:pt x="62310" y="3939"/>
                  <a:pt x="62228" y="3988"/>
                  <a:pt x="62159" y="4043"/>
                </a:cubicBezTo>
                <a:cubicBezTo>
                  <a:pt x="62038" y="3861"/>
                  <a:pt x="61916" y="3709"/>
                  <a:pt x="61794" y="3557"/>
                </a:cubicBezTo>
                <a:cubicBezTo>
                  <a:pt x="61706" y="3483"/>
                  <a:pt x="61627" y="3454"/>
                  <a:pt x="61553" y="3454"/>
                </a:cubicBezTo>
                <a:cubicBezTo>
                  <a:pt x="61321" y="3454"/>
                  <a:pt x="61143" y="3738"/>
                  <a:pt x="60913" y="3830"/>
                </a:cubicBezTo>
                <a:lnTo>
                  <a:pt x="60639" y="3770"/>
                </a:lnTo>
                <a:lnTo>
                  <a:pt x="59606" y="3405"/>
                </a:lnTo>
                <a:cubicBezTo>
                  <a:pt x="59606" y="3405"/>
                  <a:pt x="59576" y="3435"/>
                  <a:pt x="59576" y="3466"/>
                </a:cubicBezTo>
                <a:cubicBezTo>
                  <a:pt x="59515" y="3587"/>
                  <a:pt x="59393" y="3800"/>
                  <a:pt x="59332" y="3800"/>
                </a:cubicBezTo>
                <a:cubicBezTo>
                  <a:pt x="59150" y="3770"/>
                  <a:pt x="59028" y="3679"/>
                  <a:pt x="58907" y="3557"/>
                </a:cubicBezTo>
                <a:cubicBezTo>
                  <a:pt x="58877" y="3466"/>
                  <a:pt x="58907" y="3253"/>
                  <a:pt x="58937" y="3101"/>
                </a:cubicBezTo>
                <a:cubicBezTo>
                  <a:pt x="58968" y="2949"/>
                  <a:pt x="59059" y="2919"/>
                  <a:pt x="59089" y="2827"/>
                </a:cubicBezTo>
                <a:cubicBezTo>
                  <a:pt x="59089" y="2706"/>
                  <a:pt x="59089" y="2554"/>
                  <a:pt x="59089" y="2432"/>
                </a:cubicBezTo>
                <a:cubicBezTo>
                  <a:pt x="58968" y="2463"/>
                  <a:pt x="58877" y="2523"/>
                  <a:pt x="58785" y="2584"/>
                </a:cubicBezTo>
                <a:cubicBezTo>
                  <a:pt x="58664" y="2706"/>
                  <a:pt x="58542" y="2858"/>
                  <a:pt x="58390" y="3010"/>
                </a:cubicBezTo>
                <a:lnTo>
                  <a:pt x="58299" y="2432"/>
                </a:lnTo>
                <a:cubicBezTo>
                  <a:pt x="58299" y="2402"/>
                  <a:pt x="58238" y="2402"/>
                  <a:pt x="58208" y="2371"/>
                </a:cubicBezTo>
                <a:cubicBezTo>
                  <a:pt x="58147" y="2432"/>
                  <a:pt x="58086" y="2523"/>
                  <a:pt x="58025" y="2584"/>
                </a:cubicBezTo>
                <a:cubicBezTo>
                  <a:pt x="57974" y="2918"/>
                  <a:pt x="57706" y="3122"/>
                  <a:pt x="57403" y="3122"/>
                </a:cubicBezTo>
                <a:cubicBezTo>
                  <a:pt x="57348" y="3122"/>
                  <a:pt x="57292" y="3115"/>
                  <a:pt x="57235" y="3101"/>
                </a:cubicBezTo>
                <a:cubicBezTo>
                  <a:pt x="57114" y="3101"/>
                  <a:pt x="57022" y="3101"/>
                  <a:pt x="56931" y="3131"/>
                </a:cubicBezTo>
                <a:cubicBezTo>
                  <a:pt x="56597" y="3223"/>
                  <a:pt x="56293" y="3314"/>
                  <a:pt x="55959" y="3405"/>
                </a:cubicBezTo>
                <a:cubicBezTo>
                  <a:pt x="55833" y="3430"/>
                  <a:pt x="55696" y="3476"/>
                  <a:pt x="55571" y="3476"/>
                </a:cubicBezTo>
                <a:cubicBezTo>
                  <a:pt x="55394" y="3476"/>
                  <a:pt x="55239" y="3384"/>
                  <a:pt x="55168" y="3010"/>
                </a:cubicBezTo>
                <a:lnTo>
                  <a:pt x="54682" y="3466"/>
                </a:lnTo>
                <a:cubicBezTo>
                  <a:pt x="54499" y="3387"/>
                  <a:pt x="54315" y="3241"/>
                  <a:pt x="54210" y="3241"/>
                </a:cubicBezTo>
                <a:cubicBezTo>
                  <a:pt x="54193" y="3241"/>
                  <a:pt x="54178" y="3245"/>
                  <a:pt x="54165" y="3253"/>
                </a:cubicBezTo>
                <a:cubicBezTo>
                  <a:pt x="54064" y="3316"/>
                  <a:pt x="53947" y="3348"/>
                  <a:pt x="53831" y="3348"/>
                </a:cubicBezTo>
                <a:cubicBezTo>
                  <a:pt x="53670" y="3348"/>
                  <a:pt x="53512" y="3286"/>
                  <a:pt x="53405" y="3162"/>
                </a:cubicBezTo>
                <a:cubicBezTo>
                  <a:pt x="53223" y="3010"/>
                  <a:pt x="53162" y="2767"/>
                  <a:pt x="53253" y="2554"/>
                </a:cubicBezTo>
                <a:cubicBezTo>
                  <a:pt x="53284" y="2250"/>
                  <a:pt x="53253" y="1916"/>
                  <a:pt x="53193" y="1612"/>
                </a:cubicBezTo>
                <a:lnTo>
                  <a:pt x="52889" y="2007"/>
                </a:lnTo>
                <a:lnTo>
                  <a:pt x="52645" y="1672"/>
                </a:lnTo>
                <a:lnTo>
                  <a:pt x="52463" y="1976"/>
                </a:lnTo>
                <a:lnTo>
                  <a:pt x="52311" y="2037"/>
                </a:lnTo>
                <a:cubicBezTo>
                  <a:pt x="52159" y="2098"/>
                  <a:pt x="51946" y="2098"/>
                  <a:pt x="51916" y="2189"/>
                </a:cubicBezTo>
                <a:cubicBezTo>
                  <a:pt x="51703" y="2675"/>
                  <a:pt x="51278" y="3040"/>
                  <a:pt x="50730" y="3131"/>
                </a:cubicBezTo>
                <a:cubicBezTo>
                  <a:pt x="50730" y="3162"/>
                  <a:pt x="50700" y="3162"/>
                  <a:pt x="50670" y="3192"/>
                </a:cubicBezTo>
                <a:cubicBezTo>
                  <a:pt x="50548" y="3253"/>
                  <a:pt x="50396" y="3283"/>
                  <a:pt x="50244" y="3344"/>
                </a:cubicBezTo>
                <a:cubicBezTo>
                  <a:pt x="49968" y="3477"/>
                  <a:pt x="49726" y="3541"/>
                  <a:pt x="49508" y="3541"/>
                </a:cubicBezTo>
                <a:cubicBezTo>
                  <a:pt x="49076" y="3541"/>
                  <a:pt x="48733" y="3291"/>
                  <a:pt x="48390" y="2827"/>
                </a:cubicBezTo>
                <a:cubicBezTo>
                  <a:pt x="48329" y="2767"/>
                  <a:pt x="48238" y="2706"/>
                  <a:pt x="48177" y="2706"/>
                </a:cubicBezTo>
                <a:cubicBezTo>
                  <a:pt x="47843" y="2584"/>
                  <a:pt x="47539" y="2493"/>
                  <a:pt x="47205" y="2432"/>
                </a:cubicBezTo>
                <a:cubicBezTo>
                  <a:pt x="46718" y="2311"/>
                  <a:pt x="46232" y="2189"/>
                  <a:pt x="45715" y="2098"/>
                </a:cubicBezTo>
                <a:cubicBezTo>
                  <a:pt x="45320" y="2007"/>
                  <a:pt x="44925" y="1976"/>
                  <a:pt x="44499" y="1916"/>
                </a:cubicBezTo>
                <a:lnTo>
                  <a:pt x="44499" y="1824"/>
                </a:lnTo>
                <a:lnTo>
                  <a:pt x="44530" y="1733"/>
                </a:lnTo>
                <a:lnTo>
                  <a:pt x="44469" y="1642"/>
                </a:lnTo>
                <a:cubicBezTo>
                  <a:pt x="44347" y="1551"/>
                  <a:pt x="44226" y="1429"/>
                  <a:pt x="44104" y="1368"/>
                </a:cubicBezTo>
                <a:cubicBezTo>
                  <a:pt x="43983" y="1277"/>
                  <a:pt x="43800" y="1247"/>
                  <a:pt x="43679" y="1156"/>
                </a:cubicBezTo>
                <a:cubicBezTo>
                  <a:pt x="43618" y="1095"/>
                  <a:pt x="43542" y="1064"/>
                  <a:pt x="43458" y="1064"/>
                </a:cubicBezTo>
                <a:cubicBezTo>
                  <a:pt x="43375" y="1064"/>
                  <a:pt x="43284" y="1095"/>
                  <a:pt x="43192" y="1156"/>
                </a:cubicBezTo>
                <a:cubicBezTo>
                  <a:pt x="43010" y="1247"/>
                  <a:pt x="42797" y="1308"/>
                  <a:pt x="42584" y="1338"/>
                </a:cubicBezTo>
                <a:cubicBezTo>
                  <a:pt x="42463" y="1368"/>
                  <a:pt x="42341" y="1429"/>
                  <a:pt x="42189" y="1460"/>
                </a:cubicBezTo>
                <a:cubicBezTo>
                  <a:pt x="42068" y="1490"/>
                  <a:pt x="41916" y="1490"/>
                  <a:pt x="41764" y="1490"/>
                </a:cubicBezTo>
                <a:cubicBezTo>
                  <a:pt x="40730" y="1460"/>
                  <a:pt x="39697" y="1490"/>
                  <a:pt x="38785" y="882"/>
                </a:cubicBezTo>
                <a:cubicBezTo>
                  <a:pt x="38679" y="837"/>
                  <a:pt x="38572" y="814"/>
                  <a:pt x="38466" y="814"/>
                </a:cubicBezTo>
                <a:cubicBezTo>
                  <a:pt x="38359" y="814"/>
                  <a:pt x="38253" y="837"/>
                  <a:pt x="38147" y="882"/>
                </a:cubicBezTo>
                <a:cubicBezTo>
                  <a:pt x="37721" y="1034"/>
                  <a:pt x="37326" y="1216"/>
                  <a:pt x="36931" y="1429"/>
                </a:cubicBezTo>
                <a:cubicBezTo>
                  <a:pt x="36835" y="1501"/>
                  <a:pt x="36725" y="1535"/>
                  <a:pt x="36617" y="1535"/>
                </a:cubicBezTo>
                <a:cubicBezTo>
                  <a:pt x="36452" y="1535"/>
                  <a:pt x="36293" y="1455"/>
                  <a:pt x="36201" y="1308"/>
                </a:cubicBezTo>
                <a:cubicBezTo>
                  <a:pt x="36065" y="1130"/>
                  <a:pt x="35989" y="1038"/>
                  <a:pt x="35929" y="1038"/>
                </a:cubicBezTo>
                <a:cubicBezTo>
                  <a:pt x="35854" y="1038"/>
                  <a:pt x="35802" y="1175"/>
                  <a:pt x="35685" y="1460"/>
                </a:cubicBezTo>
                <a:cubicBezTo>
                  <a:pt x="35590" y="1685"/>
                  <a:pt x="35485" y="1795"/>
                  <a:pt x="35353" y="1795"/>
                </a:cubicBezTo>
                <a:cubicBezTo>
                  <a:pt x="35272" y="1795"/>
                  <a:pt x="35181" y="1753"/>
                  <a:pt x="35077" y="1672"/>
                </a:cubicBezTo>
                <a:cubicBezTo>
                  <a:pt x="34955" y="1612"/>
                  <a:pt x="34834" y="1581"/>
                  <a:pt x="34712" y="1551"/>
                </a:cubicBezTo>
                <a:lnTo>
                  <a:pt x="34195" y="1368"/>
                </a:lnTo>
                <a:lnTo>
                  <a:pt x="34256" y="1186"/>
                </a:lnTo>
                <a:lnTo>
                  <a:pt x="34682" y="1186"/>
                </a:lnTo>
                <a:cubicBezTo>
                  <a:pt x="34864" y="1156"/>
                  <a:pt x="35077" y="1125"/>
                  <a:pt x="35289" y="1064"/>
                </a:cubicBezTo>
                <a:cubicBezTo>
                  <a:pt x="35350" y="1034"/>
                  <a:pt x="35411" y="913"/>
                  <a:pt x="35472" y="852"/>
                </a:cubicBezTo>
                <a:cubicBezTo>
                  <a:pt x="35411" y="761"/>
                  <a:pt x="35320" y="700"/>
                  <a:pt x="35229" y="669"/>
                </a:cubicBezTo>
                <a:cubicBezTo>
                  <a:pt x="35088" y="630"/>
                  <a:pt x="34944" y="611"/>
                  <a:pt x="34799" y="611"/>
                </a:cubicBezTo>
                <a:cubicBezTo>
                  <a:pt x="34380" y="611"/>
                  <a:pt x="33957" y="771"/>
                  <a:pt x="33618" y="1064"/>
                </a:cubicBezTo>
                <a:cubicBezTo>
                  <a:pt x="33221" y="1197"/>
                  <a:pt x="32824" y="1513"/>
                  <a:pt x="32388" y="1513"/>
                </a:cubicBezTo>
                <a:cubicBezTo>
                  <a:pt x="32322" y="1513"/>
                  <a:pt x="32256" y="1506"/>
                  <a:pt x="32189" y="1490"/>
                </a:cubicBezTo>
                <a:cubicBezTo>
                  <a:pt x="32037" y="1395"/>
                  <a:pt x="31885" y="1288"/>
                  <a:pt x="31726" y="1288"/>
                </a:cubicBezTo>
                <a:cubicBezTo>
                  <a:pt x="31630" y="1288"/>
                  <a:pt x="31532" y="1327"/>
                  <a:pt x="31429" y="1429"/>
                </a:cubicBezTo>
                <a:cubicBezTo>
                  <a:pt x="31230" y="1662"/>
                  <a:pt x="31076" y="1785"/>
                  <a:pt x="30923" y="1785"/>
                </a:cubicBezTo>
                <a:cubicBezTo>
                  <a:pt x="30796" y="1785"/>
                  <a:pt x="30669" y="1700"/>
                  <a:pt x="30517" y="1520"/>
                </a:cubicBezTo>
                <a:cubicBezTo>
                  <a:pt x="30749" y="1005"/>
                  <a:pt x="30785" y="905"/>
                  <a:pt x="30549" y="905"/>
                </a:cubicBezTo>
                <a:cubicBezTo>
                  <a:pt x="30507" y="905"/>
                  <a:pt x="30456" y="908"/>
                  <a:pt x="30396" y="913"/>
                </a:cubicBezTo>
                <a:lnTo>
                  <a:pt x="29697" y="1095"/>
                </a:lnTo>
                <a:lnTo>
                  <a:pt x="29666" y="973"/>
                </a:lnTo>
                <a:lnTo>
                  <a:pt x="29453" y="1460"/>
                </a:lnTo>
                <a:lnTo>
                  <a:pt x="29150" y="1490"/>
                </a:lnTo>
                <a:lnTo>
                  <a:pt x="28633" y="1247"/>
                </a:lnTo>
                <a:lnTo>
                  <a:pt x="27660" y="609"/>
                </a:lnTo>
                <a:cubicBezTo>
                  <a:pt x="27376" y="396"/>
                  <a:pt x="27037" y="275"/>
                  <a:pt x="26700" y="275"/>
                </a:cubicBezTo>
                <a:cubicBezTo>
                  <a:pt x="26604" y="275"/>
                  <a:pt x="26508" y="284"/>
                  <a:pt x="26414" y="305"/>
                </a:cubicBezTo>
                <a:lnTo>
                  <a:pt x="24985" y="578"/>
                </a:lnTo>
                <a:lnTo>
                  <a:pt x="23709" y="365"/>
                </a:lnTo>
                <a:lnTo>
                  <a:pt x="22918" y="244"/>
                </a:lnTo>
                <a:cubicBezTo>
                  <a:pt x="22787" y="84"/>
                  <a:pt x="22663" y="0"/>
                  <a:pt x="22536"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ctrTitle"/>
          </p:nvPr>
        </p:nvSpPr>
        <p:spPr>
          <a:xfrm>
            <a:off x="646600" y="823125"/>
            <a:ext cx="4068600" cy="2233800"/>
          </a:xfrm>
          <a:prstGeom prst="rect">
            <a:avLst/>
          </a:prstGeom>
        </p:spPr>
        <p:txBody>
          <a:bodyPr anchorCtr="0" anchor="ctr" bIns="91425" lIns="91425" spcFirstLastPara="1" rIns="91425" wrap="square" tIns="91425">
            <a:noAutofit/>
          </a:bodyPr>
          <a:lstStyle>
            <a:lvl1pPr lvl="0">
              <a:spcBef>
                <a:spcPts val="0"/>
              </a:spcBef>
              <a:spcAft>
                <a:spcPts val="0"/>
              </a:spcAft>
              <a:buSzPts val="5200"/>
              <a:buNone/>
              <a:defRPr b="1" sz="4500">
                <a:solidFill>
                  <a:srgbClr val="D19A78"/>
                </a:solidFill>
                <a:latin typeface="Poiret One"/>
                <a:ea typeface="Poiret One"/>
                <a:cs typeface="Poiret One"/>
                <a:sym typeface="Poiret One"/>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646600" y="3721400"/>
            <a:ext cx="4649400" cy="290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2800"/>
              <a:buNone/>
              <a:defRPr sz="1700">
                <a:solidFill>
                  <a:schemeClr val="lt1"/>
                </a:solidFill>
                <a:latin typeface="Be Vietnam"/>
                <a:ea typeface="Be Vietnam"/>
                <a:cs typeface="Be Vietnam"/>
                <a:sym typeface="Be Vietnam"/>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txBox="1"/>
          <p:nvPr>
            <p:ph type="title"/>
          </p:nvPr>
        </p:nvSpPr>
        <p:spPr>
          <a:xfrm>
            <a:off x="717050" y="2630825"/>
            <a:ext cx="4144500" cy="9792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b="1" sz="5900">
                <a:latin typeface="Poiret One"/>
                <a:ea typeface="Poiret One"/>
                <a:cs typeface="Poiret One"/>
                <a:sym typeface="Poiret One"/>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4" name="Google Shape;14;p3"/>
          <p:cNvSpPr txBox="1"/>
          <p:nvPr>
            <p:ph hasCustomPrompt="1" idx="2" type="title"/>
          </p:nvPr>
        </p:nvSpPr>
        <p:spPr>
          <a:xfrm>
            <a:off x="673100" y="1084275"/>
            <a:ext cx="2649600" cy="1373100"/>
          </a:xfrm>
          <a:prstGeom prst="rect">
            <a:avLst/>
          </a:prstGeom>
        </p:spPr>
        <p:txBody>
          <a:bodyPr anchorCtr="0" anchor="ctr" bIns="91425" lIns="91425" spcFirstLastPara="1" rIns="91425" wrap="square" tIns="91425">
            <a:noAutofit/>
          </a:bodyPr>
          <a:lstStyle>
            <a:lvl1pPr lvl="0" rtl="0">
              <a:spcBef>
                <a:spcPts val="0"/>
              </a:spcBef>
              <a:spcAft>
                <a:spcPts val="0"/>
              </a:spcAft>
              <a:buSzPts val="12000"/>
              <a:buNone/>
              <a:defRPr sz="12000">
                <a:solidFill>
                  <a:schemeClr val="l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5" name="Google Shape;15;p3"/>
          <p:cNvSpPr txBox="1"/>
          <p:nvPr>
            <p:ph idx="1" type="subTitle"/>
          </p:nvPr>
        </p:nvSpPr>
        <p:spPr>
          <a:xfrm>
            <a:off x="717050" y="3610075"/>
            <a:ext cx="4941300" cy="4218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800"/>
              <a:buNone/>
              <a:defRPr sz="16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6" name="Google Shape;16;p3"/>
          <p:cNvSpPr/>
          <p:nvPr/>
        </p:nvSpPr>
        <p:spPr>
          <a:xfrm>
            <a:off x="5721199" y="2015833"/>
            <a:ext cx="3594163" cy="3242328"/>
          </a:xfrm>
          <a:custGeom>
            <a:rect b="b" l="l" r="r" t="t"/>
            <a:pathLst>
              <a:path extrusionOk="0" h="127450" w="141280">
                <a:moveTo>
                  <a:pt x="71825" y="36202"/>
                </a:moveTo>
                <a:cubicBezTo>
                  <a:pt x="71916" y="36293"/>
                  <a:pt x="71612" y="36689"/>
                  <a:pt x="71825" y="36658"/>
                </a:cubicBezTo>
                <a:lnTo>
                  <a:pt x="71521" y="37114"/>
                </a:lnTo>
                <a:cubicBezTo>
                  <a:pt x="71369" y="37144"/>
                  <a:pt x="71795" y="36415"/>
                  <a:pt x="71460" y="36871"/>
                </a:cubicBezTo>
                <a:cubicBezTo>
                  <a:pt x="71430" y="36749"/>
                  <a:pt x="71673" y="36445"/>
                  <a:pt x="71825" y="36202"/>
                </a:cubicBezTo>
                <a:close/>
                <a:moveTo>
                  <a:pt x="72919" y="33923"/>
                </a:moveTo>
                <a:cubicBezTo>
                  <a:pt x="72950" y="34014"/>
                  <a:pt x="72737" y="34257"/>
                  <a:pt x="72798" y="34287"/>
                </a:cubicBezTo>
                <a:cubicBezTo>
                  <a:pt x="72615" y="34682"/>
                  <a:pt x="72555" y="34470"/>
                  <a:pt x="72464" y="34530"/>
                </a:cubicBezTo>
                <a:cubicBezTo>
                  <a:pt x="72251" y="34774"/>
                  <a:pt x="71886" y="35503"/>
                  <a:pt x="71825" y="35230"/>
                </a:cubicBezTo>
                <a:cubicBezTo>
                  <a:pt x="72129" y="34743"/>
                  <a:pt x="72494" y="34287"/>
                  <a:pt x="72919" y="33892"/>
                </a:cubicBezTo>
                <a:close/>
                <a:moveTo>
                  <a:pt x="71916" y="36293"/>
                </a:moveTo>
                <a:lnTo>
                  <a:pt x="72464" y="35533"/>
                </a:lnTo>
                <a:cubicBezTo>
                  <a:pt x="72615" y="35625"/>
                  <a:pt x="72038" y="36567"/>
                  <a:pt x="71916" y="36263"/>
                </a:cubicBezTo>
                <a:close/>
                <a:moveTo>
                  <a:pt x="77722" y="26871"/>
                </a:moveTo>
                <a:cubicBezTo>
                  <a:pt x="77631" y="27205"/>
                  <a:pt x="77448" y="27479"/>
                  <a:pt x="77175" y="27722"/>
                </a:cubicBezTo>
                <a:cubicBezTo>
                  <a:pt x="76962" y="28026"/>
                  <a:pt x="77266" y="27935"/>
                  <a:pt x="77144" y="28178"/>
                </a:cubicBezTo>
                <a:lnTo>
                  <a:pt x="75959" y="29758"/>
                </a:lnTo>
                <a:cubicBezTo>
                  <a:pt x="75533" y="30245"/>
                  <a:pt x="76111" y="29424"/>
                  <a:pt x="76263" y="29242"/>
                </a:cubicBezTo>
                <a:cubicBezTo>
                  <a:pt x="76111" y="29211"/>
                  <a:pt x="75746" y="29728"/>
                  <a:pt x="75655" y="29546"/>
                </a:cubicBezTo>
                <a:cubicBezTo>
                  <a:pt x="75442" y="29819"/>
                  <a:pt x="75746" y="29758"/>
                  <a:pt x="75625" y="30001"/>
                </a:cubicBezTo>
                <a:cubicBezTo>
                  <a:pt x="74956" y="30974"/>
                  <a:pt x="74682" y="30913"/>
                  <a:pt x="74257" y="31187"/>
                </a:cubicBezTo>
                <a:cubicBezTo>
                  <a:pt x="74014" y="31673"/>
                  <a:pt x="73679" y="32099"/>
                  <a:pt x="73254" y="32433"/>
                </a:cubicBezTo>
                <a:cubicBezTo>
                  <a:pt x="73679" y="31612"/>
                  <a:pt x="74713" y="30670"/>
                  <a:pt x="75321" y="30001"/>
                </a:cubicBezTo>
                <a:cubicBezTo>
                  <a:pt x="75169" y="30062"/>
                  <a:pt x="74986" y="30336"/>
                  <a:pt x="74926" y="30214"/>
                </a:cubicBezTo>
                <a:cubicBezTo>
                  <a:pt x="75382" y="29637"/>
                  <a:pt x="75868" y="28968"/>
                  <a:pt x="76081" y="29090"/>
                </a:cubicBezTo>
                <a:cubicBezTo>
                  <a:pt x="76840" y="28299"/>
                  <a:pt x="77023" y="27509"/>
                  <a:pt x="77600" y="26749"/>
                </a:cubicBezTo>
                <a:cubicBezTo>
                  <a:pt x="77540" y="26810"/>
                  <a:pt x="77813" y="26749"/>
                  <a:pt x="77935" y="26506"/>
                </a:cubicBezTo>
                <a:cubicBezTo>
                  <a:pt x="77813" y="26384"/>
                  <a:pt x="77418" y="26992"/>
                  <a:pt x="77388" y="26597"/>
                </a:cubicBezTo>
                <a:cubicBezTo>
                  <a:pt x="77874" y="26172"/>
                  <a:pt x="77874" y="25868"/>
                  <a:pt x="78178" y="25473"/>
                </a:cubicBezTo>
                <a:cubicBezTo>
                  <a:pt x="78451" y="25169"/>
                  <a:pt x="78725" y="24865"/>
                  <a:pt x="78938" y="24561"/>
                </a:cubicBezTo>
                <a:cubicBezTo>
                  <a:pt x="78968" y="24591"/>
                  <a:pt x="78816" y="24773"/>
                  <a:pt x="78755" y="24895"/>
                </a:cubicBezTo>
                <a:cubicBezTo>
                  <a:pt x="78482" y="25533"/>
                  <a:pt x="78907" y="25655"/>
                  <a:pt x="78269" y="26567"/>
                </a:cubicBezTo>
                <a:cubicBezTo>
                  <a:pt x="78512" y="26141"/>
                  <a:pt x="78239" y="26050"/>
                  <a:pt x="78421" y="25655"/>
                </a:cubicBezTo>
                <a:cubicBezTo>
                  <a:pt x="78330" y="25625"/>
                  <a:pt x="78148" y="25928"/>
                  <a:pt x="78026" y="26080"/>
                </a:cubicBezTo>
                <a:cubicBezTo>
                  <a:pt x="78026" y="26293"/>
                  <a:pt x="78056" y="26506"/>
                  <a:pt x="78117" y="26688"/>
                </a:cubicBezTo>
                <a:cubicBezTo>
                  <a:pt x="77904" y="27023"/>
                  <a:pt x="77813" y="26901"/>
                  <a:pt x="77722" y="26871"/>
                </a:cubicBezTo>
                <a:close/>
                <a:moveTo>
                  <a:pt x="74135" y="33132"/>
                </a:moveTo>
                <a:cubicBezTo>
                  <a:pt x="74378" y="33163"/>
                  <a:pt x="73892" y="33831"/>
                  <a:pt x="73649" y="33983"/>
                </a:cubicBezTo>
                <a:cubicBezTo>
                  <a:pt x="73558" y="33892"/>
                  <a:pt x="73831" y="33527"/>
                  <a:pt x="74135" y="33132"/>
                </a:cubicBezTo>
                <a:close/>
                <a:moveTo>
                  <a:pt x="76749" y="29637"/>
                </a:moveTo>
                <a:lnTo>
                  <a:pt x="76506" y="29971"/>
                </a:lnTo>
                <a:cubicBezTo>
                  <a:pt x="76172" y="30518"/>
                  <a:pt x="76050" y="30397"/>
                  <a:pt x="75807" y="30670"/>
                </a:cubicBezTo>
                <a:cubicBezTo>
                  <a:pt x="74743" y="32038"/>
                  <a:pt x="75959" y="30427"/>
                  <a:pt x="76081" y="30123"/>
                </a:cubicBezTo>
                <a:cubicBezTo>
                  <a:pt x="76293" y="30001"/>
                  <a:pt x="76628" y="29515"/>
                  <a:pt x="76749" y="29637"/>
                </a:cubicBezTo>
                <a:close/>
                <a:moveTo>
                  <a:pt x="75047" y="32099"/>
                </a:moveTo>
                <a:cubicBezTo>
                  <a:pt x="74895" y="32312"/>
                  <a:pt x="74713" y="32524"/>
                  <a:pt x="74530" y="32707"/>
                </a:cubicBezTo>
                <a:cubicBezTo>
                  <a:pt x="74591" y="32433"/>
                  <a:pt x="75138" y="31825"/>
                  <a:pt x="74774" y="31856"/>
                </a:cubicBezTo>
                <a:cubicBezTo>
                  <a:pt x="75047" y="31521"/>
                  <a:pt x="75108" y="31947"/>
                  <a:pt x="75047" y="32099"/>
                </a:cubicBezTo>
                <a:close/>
                <a:moveTo>
                  <a:pt x="73163" y="33588"/>
                </a:moveTo>
                <a:cubicBezTo>
                  <a:pt x="72828" y="34014"/>
                  <a:pt x="73011" y="33497"/>
                  <a:pt x="73284" y="33223"/>
                </a:cubicBezTo>
                <a:cubicBezTo>
                  <a:pt x="73071" y="33254"/>
                  <a:pt x="72494" y="34318"/>
                  <a:pt x="72281" y="34409"/>
                </a:cubicBezTo>
                <a:cubicBezTo>
                  <a:pt x="72433" y="33953"/>
                  <a:pt x="72707" y="33862"/>
                  <a:pt x="73041" y="33254"/>
                </a:cubicBezTo>
                <a:cubicBezTo>
                  <a:pt x="73193" y="33315"/>
                  <a:pt x="73527" y="32798"/>
                  <a:pt x="73619" y="32980"/>
                </a:cubicBezTo>
                <a:cubicBezTo>
                  <a:pt x="73467" y="33284"/>
                  <a:pt x="73102" y="33375"/>
                  <a:pt x="73163" y="33588"/>
                </a:cubicBezTo>
                <a:close/>
                <a:moveTo>
                  <a:pt x="70944" y="36962"/>
                </a:moveTo>
                <a:cubicBezTo>
                  <a:pt x="70609" y="36992"/>
                  <a:pt x="71582" y="35533"/>
                  <a:pt x="71704" y="35868"/>
                </a:cubicBezTo>
                <a:cubicBezTo>
                  <a:pt x="71400" y="36172"/>
                  <a:pt x="71126" y="36537"/>
                  <a:pt x="70944" y="36962"/>
                </a:cubicBezTo>
                <a:close/>
                <a:moveTo>
                  <a:pt x="13830" y="121675"/>
                </a:moveTo>
                <a:cubicBezTo>
                  <a:pt x="13617" y="121857"/>
                  <a:pt x="14438" y="121766"/>
                  <a:pt x="14833" y="121796"/>
                </a:cubicBezTo>
                <a:cubicBezTo>
                  <a:pt x="14651" y="121918"/>
                  <a:pt x="13861" y="121979"/>
                  <a:pt x="13830" y="121796"/>
                </a:cubicBezTo>
                <a:cubicBezTo>
                  <a:pt x="13435" y="121796"/>
                  <a:pt x="13709" y="122009"/>
                  <a:pt x="13435" y="122040"/>
                </a:cubicBezTo>
                <a:cubicBezTo>
                  <a:pt x="12979" y="121918"/>
                  <a:pt x="12371" y="122040"/>
                  <a:pt x="11946" y="121979"/>
                </a:cubicBezTo>
                <a:cubicBezTo>
                  <a:pt x="11885" y="121979"/>
                  <a:pt x="12067" y="121796"/>
                  <a:pt x="12006" y="121796"/>
                </a:cubicBezTo>
                <a:cubicBezTo>
                  <a:pt x="11976" y="121766"/>
                  <a:pt x="10760" y="121827"/>
                  <a:pt x="11368" y="121644"/>
                </a:cubicBezTo>
                <a:cubicBezTo>
                  <a:pt x="11703" y="121584"/>
                  <a:pt x="12067" y="121644"/>
                  <a:pt x="12341" y="121857"/>
                </a:cubicBezTo>
                <a:cubicBezTo>
                  <a:pt x="12706" y="121857"/>
                  <a:pt x="13070" y="121827"/>
                  <a:pt x="13435" y="121736"/>
                </a:cubicBezTo>
                <a:cubicBezTo>
                  <a:pt x="13222" y="121462"/>
                  <a:pt x="12858" y="121736"/>
                  <a:pt x="12371" y="121736"/>
                </a:cubicBezTo>
                <a:cubicBezTo>
                  <a:pt x="12067" y="121523"/>
                  <a:pt x="10912" y="121584"/>
                  <a:pt x="9788" y="121584"/>
                </a:cubicBezTo>
                <a:cubicBezTo>
                  <a:pt x="9666" y="121067"/>
                  <a:pt x="9544" y="120520"/>
                  <a:pt x="9484" y="119973"/>
                </a:cubicBezTo>
                <a:lnTo>
                  <a:pt x="9879" y="121492"/>
                </a:lnTo>
                <a:lnTo>
                  <a:pt x="13040" y="121492"/>
                </a:lnTo>
                <a:lnTo>
                  <a:pt x="16596" y="121553"/>
                </a:lnTo>
                <a:cubicBezTo>
                  <a:pt x="16140" y="121705"/>
                  <a:pt x="14317" y="121462"/>
                  <a:pt x="13830" y="121675"/>
                </a:cubicBezTo>
                <a:close/>
                <a:moveTo>
                  <a:pt x="20213" y="120915"/>
                </a:moveTo>
                <a:cubicBezTo>
                  <a:pt x="20487" y="120641"/>
                  <a:pt x="21308" y="120824"/>
                  <a:pt x="21824" y="120733"/>
                </a:cubicBezTo>
                <a:cubicBezTo>
                  <a:pt x="22128" y="120672"/>
                  <a:pt x="22007" y="120672"/>
                  <a:pt x="22615" y="120733"/>
                </a:cubicBezTo>
                <a:cubicBezTo>
                  <a:pt x="22949" y="121158"/>
                  <a:pt x="20396" y="120884"/>
                  <a:pt x="20213" y="120884"/>
                </a:cubicBezTo>
                <a:close/>
                <a:moveTo>
                  <a:pt x="18450" y="120702"/>
                </a:moveTo>
                <a:cubicBezTo>
                  <a:pt x="18298" y="120763"/>
                  <a:pt x="18146" y="120884"/>
                  <a:pt x="18450" y="120884"/>
                </a:cubicBezTo>
                <a:cubicBezTo>
                  <a:pt x="18845" y="120915"/>
                  <a:pt x="18937" y="120763"/>
                  <a:pt x="18663" y="120763"/>
                </a:cubicBezTo>
                <a:cubicBezTo>
                  <a:pt x="19028" y="120581"/>
                  <a:pt x="19605" y="120854"/>
                  <a:pt x="20244" y="120763"/>
                </a:cubicBezTo>
                <a:lnTo>
                  <a:pt x="20244" y="120884"/>
                </a:lnTo>
                <a:cubicBezTo>
                  <a:pt x="18724" y="120945"/>
                  <a:pt x="17295" y="121128"/>
                  <a:pt x="16049" y="121128"/>
                </a:cubicBezTo>
                <a:cubicBezTo>
                  <a:pt x="15411" y="121128"/>
                  <a:pt x="15289" y="120915"/>
                  <a:pt x="14469" y="121036"/>
                </a:cubicBezTo>
                <a:cubicBezTo>
                  <a:pt x="14256" y="120976"/>
                  <a:pt x="14408" y="120945"/>
                  <a:pt x="14469" y="120854"/>
                </a:cubicBezTo>
                <a:cubicBezTo>
                  <a:pt x="14286" y="120763"/>
                  <a:pt x="14073" y="120702"/>
                  <a:pt x="13830" y="120733"/>
                </a:cubicBezTo>
                <a:lnTo>
                  <a:pt x="13374" y="120702"/>
                </a:lnTo>
                <a:lnTo>
                  <a:pt x="13040" y="120672"/>
                </a:lnTo>
                <a:cubicBezTo>
                  <a:pt x="13040" y="120611"/>
                  <a:pt x="13070" y="120581"/>
                  <a:pt x="13162" y="120581"/>
                </a:cubicBezTo>
                <a:cubicBezTo>
                  <a:pt x="13313" y="120581"/>
                  <a:pt x="13465" y="120581"/>
                  <a:pt x="13587" y="120581"/>
                </a:cubicBezTo>
                <a:cubicBezTo>
                  <a:pt x="13982" y="120611"/>
                  <a:pt x="14317" y="120641"/>
                  <a:pt x="14104" y="120550"/>
                </a:cubicBezTo>
                <a:cubicBezTo>
                  <a:pt x="14469" y="120368"/>
                  <a:pt x="14681" y="120733"/>
                  <a:pt x="14864" y="120793"/>
                </a:cubicBezTo>
                <a:cubicBezTo>
                  <a:pt x="15380" y="120702"/>
                  <a:pt x="15380" y="120915"/>
                  <a:pt x="15472" y="120915"/>
                </a:cubicBezTo>
                <a:cubicBezTo>
                  <a:pt x="15684" y="120945"/>
                  <a:pt x="16079" y="120884"/>
                  <a:pt x="16262" y="120915"/>
                </a:cubicBezTo>
                <a:cubicBezTo>
                  <a:pt x="16353" y="120945"/>
                  <a:pt x="16262" y="121128"/>
                  <a:pt x="16627" y="121067"/>
                </a:cubicBezTo>
                <a:cubicBezTo>
                  <a:pt x="16839" y="121067"/>
                  <a:pt x="16718" y="120976"/>
                  <a:pt x="16627" y="120945"/>
                </a:cubicBezTo>
                <a:cubicBezTo>
                  <a:pt x="16383" y="120763"/>
                  <a:pt x="16231" y="120945"/>
                  <a:pt x="15654" y="120793"/>
                </a:cubicBezTo>
                <a:cubicBezTo>
                  <a:pt x="15624" y="120793"/>
                  <a:pt x="15958" y="120702"/>
                  <a:pt x="15867" y="120672"/>
                </a:cubicBezTo>
                <a:cubicBezTo>
                  <a:pt x="15532" y="120611"/>
                  <a:pt x="14712" y="120763"/>
                  <a:pt x="14864" y="120550"/>
                </a:cubicBezTo>
                <a:cubicBezTo>
                  <a:pt x="16505" y="120550"/>
                  <a:pt x="17295" y="120641"/>
                  <a:pt x="18450" y="120672"/>
                </a:cubicBezTo>
                <a:close/>
                <a:moveTo>
                  <a:pt x="18055" y="120884"/>
                </a:moveTo>
                <a:cubicBezTo>
                  <a:pt x="17660" y="120854"/>
                  <a:pt x="17690" y="120702"/>
                  <a:pt x="17052" y="120763"/>
                </a:cubicBezTo>
                <a:cubicBezTo>
                  <a:pt x="16809" y="120915"/>
                  <a:pt x="17873" y="121006"/>
                  <a:pt x="18055" y="120854"/>
                </a:cubicBezTo>
                <a:close/>
                <a:moveTo>
                  <a:pt x="72068" y="34682"/>
                </a:moveTo>
                <a:cubicBezTo>
                  <a:pt x="71612" y="35321"/>
                  <a:pt x="71400" y="35169"/>
                  <a:pt x="70913" y="35989"/>
                </a:cubicBezTo>
                <a:cubicBezTo>
                  <a:pt x="71035" y="35473"/>
                  <a:pt x="71339" y="35017"/>
                  <a:pt x="71795" y="34713"/>
                </a:cubicBezTo>
                <a:cubicBezTo>
                  <a:pt x="71947" y="34135"/>
                  <a:pt x="72312" y="33619"/>
                  <a:pt x="72767" y="33284"/>
                </a:cubicBezTo>
                <a:cubicBezTo>
                  <a:pt x="73163" y="32980"/>
                  <a:pt x="72433" y="33649"/>
                  <a:pt x="72190" y="34044"/>
                </a:cubicBezTo>
                <a:cubicBezTo>
                  <a:pt x="71977" y="34378"/>
                  <a:pt x="72099" y="34470"/>
                  <a:pt x="72068" y="34682"/>
                </a:cubicBezTo>
                <a:close/>
                <a:moveTo>
                  <a:pt x="24195" y="120520"/>
                </a:moveTo>
                <a:cubicBezTo>
                  <a:pt x="24955" y="120489"/>
                  <a:pt x="25958" y="120824"/>
                  <a:pt x="24773" y="120824"/>
                </a:cubicBezTo>
                <a:cubicBezTo>
                  <a:pt x="25472" y="120641"/>
                  <a:pt x="24074" y="120733"/>
                  <a:pt x="24195" y="120520"/>
                </a:cubicBezTo>
                <a:close/>
                <a:moveTo>
                  <a:pt x="22584" y="120945"/>
                </a:moveTo>
                <a:lnTo>
                  <a:pt x="23587" y="120945"/>
                </a:lnTo>
                <a:cubicBezTo>
                  <a:pt x="23891" y="121158"/>
                  <a:pt x="22280" y="121128"/>
                  <a:pt x="22584" y="120945"/>
                </a:cubicBezTo>
                <a:close/>
                <a:moveTo>
                  <a:pt x="70944" y="37631"/>
                </a:moveTo>
                <a:lnTo>
                  <a:pt x="71248" y="37175"/>
                </a:lnTo>
                <a:lnTo>
                  <a:pt x="71460" y="37327"/>
                </a:lnTo>
                <a:lnTo>
                  <a:pt x="71157" y="37783"/>
                </a:lnTo>
                <a:cubicBezTo>
                  <a:pt x="71217" y="37448"/>
                  <a:pt x="71065" y="37752"/>
                  <a:pt x="70944" y="37631"/>
                </a:cubicBezTo>
                <a:close/>
                <a:moveTo>
                  <a:pt x="12706" y="120459"/>
                </a:moveTo>
                <a:cubicBezTo>
                  <a:pt x="12827" y="120307"/>
                  <a:pt x="13283" y="120337"/>
                  <a:pt x="13344" y="120155"/>
                </a:cubicBezTo>
                <a:cubicBezTo>
                  <a:pt x="14681" y="120185"/>
                  <a:pt x="16414" y="120125"/>
                  <a:pt x="17478" y="120246"/>
                </a:cubicBezTo>
                <a:cubicBezTo>
                  <a:pt x="16292" y="120398"/>
                  <a:pt x="14864" y="120216"/>
                  <a:pt x="13709" y="120277"/>
                </a:cubicBezTo>
                <a:cubicBezTo>
                  <a:pt x="13587" y="120307"/>
                  <a:pt x="13465" y="120307"/>
                  <a:pt x="13344" y="120337"/>
                </a:cubicBezTo>
                <a:lnTo>
                  <a:pt x="13131" y="120398"/>
                </a:lnTo>
                <a:cubicBezTo>
                  <a:pt x="13010" y="120429"/>
                  <a:pt x="12858" y="120459"/>
                  <a:pt x="12706" y="120459"/>
                </a:cubicBezTo>
                <a:close/>
                <a:moveTo>
                  <a:pt x="23678" y="67753"/>
                </a:moveTo>
                <a:cubicBezTo>
                  <a:pt x="23678" y="68482"/>
                  <a:pt x="23040" y="69364"/>
                  <a:pt x="22341" y="70640"/>
                </a:cubicBezTo>
                <a:cubicBezTo>
                  <a:pt x="22250" y="70397"/>
                  <a:pt x="22767" y="69759"/>
                  <a:pt x="23040" y="69212"/>
                </a:cubicBezTo>
                <a:cubicBezTo>
                  <a:pt x="23314" y="68665"/>
                  <a:pt x="23405" y="68239"/>
                  <a:pt x="23678" y="67753"/>
                </a:cubicBezTo>
                <a:close/>
                <a:moveTo>
                  <a:pt x="79272" y="25321"/>
                </a:moveTo>
                <a:cubicBezTo>
                  <a:pt x="78786" y="25989"/>
                  <a:pt x="79698" y="25229"/>
                  <a:pt x="79120" y="25959"/>
                </a:cubicBezTo>
                <a:cubicBezTo>
                  <a:pt x="79242" y="25898"/>
                  <a:pt x="79455" y="25625"/>
                  <a:pt x="79485" y="25746"/>
                </a:cubicBezTo>
                <a:cubicBezTo>
                  <a:pt x="79303" y="26020"/>
                  <a:pt x="79090" y="26293"/>
                  <a:pt x="78847" y="26506"/>
                </a:cubicBezTo>
                <a:cubicBezTo>
                  <a:pt x="78634" y="26780"/>
                  <a:pt x="78208" y="27479"/>
                  <a:pt x="78148" y="27235"/>
                </a:cubicBezTo>
                <a:cubicBezTo>
                  <a:pt x="78330" y="26932"/>
                  <a:pt x="78543" y="26688"/>
                  <a:pt x="78816" y="26476"/>
                </a:cubicBezTo>
                <a:cubicBezTo>
                  <a:pt x="79059" y="26111"/>
                  <a:pt x="78664" y="26324"/>
                  <a:pt x="78664" y="26354"/>
                </a:cubicBezTo>
                <a:cubicBezTo>
                  <a:pt x="78664" y="26172"/>
                  <a:pt x="79181" y="25625"/>
                  <a:pt x="78816" y="25716"/>
                </a:cubicBezTo>
                <a:cubicBezTo>
                  <a:pt x="79485" y="25077"/>
                  <a:pt x="79394" y="24743"/>
                  <a:pt x="79910" y="24287"/>
                </a:cubicBezTo>
                <a:cubicBezTo>
                  <a:pt x="79880" y="24409"/>
                  <a:pt x="79850" y="24530"/>
                  <a:pt x="79910" y="24561"/>
                </a:cubicBezTo>
                <a:cubicBezTo>
                  <a:pt x="79728" y="24773"/>
                  <a:pt x="79363" y="25442"/>
                  <a:pt x="79272" y="25321"/>
                </a:cubicBezTo>
                <a:close/>
                <a:moveTo>
                  <a:pt x="10791" y="119821"/>
                </a:moveTo>
                <a:cubicBezTo>
                  <a:pt x="10882" y="119821"/>
                  <a:pt x="10943" y="119942"/>
                  <a:pt x="10973" y="120094"/>
                </a:cubicBezTo>
                <a:cubicBezTo>
                  <a:pt x="11064" y="120094"/>
                  <a:pt x="11155" y="120125"/>
                  <a:pt x="11216" y="120185"/>
                </a:cubicBezTo>
                <a:cubicBezTo>
                  <a:pt x="11338" y="120185"/>
                  <a:pt x="11368" y="120125"/>
                  <a:pt x="11429" y="120064"/>
                </a:cubicBezTo>
                <a:cubicBezTo>
                  <a:pt x="11611" y="120216"/>
                  <a:pt x="12006" y="120033"/>
                  <a:pt x="12250" y="120003"/>
                </a:cubicBezTo>
                <a:cubicBezTo>
                  <a:pt x="12371" y="120003"/>
                  <a:pt x="12766" y="119942"/>
                  <a:pt x="12645" y="120155"/>
                </a:cubicBezTo>
                <a:cubicBezTo>
                  <a:pt x="12189" y="120064"/>
                  <a:pt x="11824" y="120307"/>
                  <a:pt x="11520" y="120337"/>
                </a:cubicBezTo>
                <a:cubicBezTo>
                  <a:pt x="11307" y="120307"/>
                  <a:pt x="11095" y="120277"/>
                  <a:pt x="10882" y="120216"/>
                </a:cubicBezTo>
                <a:cubicBezTo>
                  <a:pt x="10851" y="120064"/>
                  <a:pt x="10821" y="119942"/>
                  <a:pt x="10791" y="119821"/>
                </a:cubicBezTo>
                <a:close/>
                <a:moveTo>
                  <a:pt x="100397" y="122040"/>
                </a:moveTo>
                <a:cubicBezTo>
                  <a:pt x="100671" y="122283"/>
                  <a:pt x="98604" y="122465"/>
                  <a:pt x="98817" y="122100"/>
                </a:cubicBezTo>
                <a:cubicBezTo>
                  <a:pt x="99212" y="122100"/>
                  <a:pt x="99060" y="122283"/>
                  <a:pt x="99607" y="122222"/>
                </a:cubicBezTo>
                <a:cubicBezTo>
                  <a:pt x="100093" y="122222"/>
                  <a:pt x="99394" y="122070"/>
                  <a:pt x="99242" y="122040"/>
                </a:cubicBezTo>
                <a:cubicBezTo>
                  <a:pt x="98361" y="122040"/>
                  <a:pt x="98725" y="122404"/>
                  <a:pt x="97814" y="122374"/>
                </a:cubicBezTo>
                <a:cubicBezTo>
                  <a:pt x="97966" y="122161"/>
                  <a:pt x="98695" y="121918"/>
                  <a:pt x="99425" y="121918"/>
                </a:cubicBezTo>
                <a:cubicBezTo>
                  <a:pt x="99911" y="121918"/>
                  <a:pt x="99880" y="122040"/>
                  <a:pt x="100397" y="122040"/>
                </a:cubicBezTo>
                <a:close/>
                <a:moveTo>
                  <a:pt x="83983" y="121857"/>
                </a:moveTo>
                <a:cubicBezTo>
                  <a:pt x="83497" y="121888"/>
                  <a:pt x="82707" y="122009"/>
                  <a:pt x="82798" y="121736"/>
                </a:cubicBezTo>
                <a:cubicBezTo>
                  <a:pt x="83193" y="121736"/>
                  <a:pt x="83132" y="121888"/>
                  <a:pt x="83771" y="121857"/>
                </a:cubicBezTo>
                <a:cubicBezTo>
                  <a:pt x="83953" y="121644"/>
                  <a:pt x="82980" y="121766"/>
                  <a:pt x="83224" y="121523"/>
                </a:cubicBezTo>
                <a:cubicBezTo>
                  <a:pt x="83740" y="121553"/>
                  <a:pt x="85108" y="121766"/>
                  <a:pt x="84804" y="121523"/>
                </a:cubicBezTo>
                <a:cubicBezTo>
                  <a:pt x="85078" y="121371"/>
                  <a:pt x="85868" y="121553"/>
                  <a:pt x="85777" y="121736"/>
                </a:cubicBezTo>
                <a:cubicBezTo>
                  <a:pt x="85534" y="121736"/>
                  <a:pt x="85199" y="121675"/>
                  <a:pt x="84987" y="121736"/>
                </a:cubicBezTo>
                <a:cubicBezTo>
                  <a:pt x="84865" y="121736"/>
                  <a:pt x="84804" y="121827"/>
                  <a:pt x="84774" y="121857"/>
                </a:cubicBezTo>
                <a:cubicBezTo>
                  <a:pt x="84531" y="121888"/>
                  <a:pt x="84227" y="121827"/>
                  <a:pt x="83983" y="121857"/>
                </a:cubicBezTo>
                <a:close/>
                <a:moveTo>
                  <a:pt x="86901" y="122647"/>
                </a:moveTo>
                <a:cubicBezTo>
                  <a:pt x="86294" y="122799"/>
                  <a:pt x="84865" y="122678"/>
                  <a:pt x="83923" y="122708"/>
                </a:cubicBezTo>
                <a:cubicBezTo>
                  <a:pt x="84196" y="122617"/>
                  <a:pt x="84470" y="122526"/>
                  <a:pt x="84348" y="122283"/>
                </a:cubicBezTo>
                <a:cubicBezTo>
                  <a:pt x="85017" y="122222"/>
                  <a:pt x="84652" y="122465"/>
                  <a:pt x="84743" y="122587"/>
                </a:cubicBezTo>
                <a:cubicBezTo>
                  <a:pt x="85260" y="122647"/>
                  <a:pt x="84987" y="122465"/>
                  <a:pt x="85139" y="122404"/>
                </a:cubicBezTo>
                <a:cubicBezTo>
                  <a:pt x="85321" y="122343"/>
                  <a:pt x="85625" y="122343"/>
                  <a:pt x="85534" y="122404"/>
                </a:cubicBezTo>
                <a:cubicBezTo>
                  <a:pt x="85625" y="122313"/>
                  <a:pt x="85594" y="122252"/>
                  <a:pt x="85351" y="122161"/>
                </a:cubicBezTo>
                <a:cubicBezTo>
                  <a:pt x="85230" y="122131"/>
                  <a:pt x="85108" y="122222"/>
                  <a:pt x="85139" y="122222"/>
                </a:cubicBezTo>
                <a:cubicBezTo>
                  <a:pt x="84956" y="122192"/>
                  <a:pt x="84348" y="121948"/>
                  <a:pt x="83953" y="122040"/>
                </a:cubicBezTo>
                <a:cubicBezTo>
                  <a:pt x="84348" y="121888"/>
                  <a:pt x="84774" y="121888"/>
                  <a:pt x="85139" y="122040"/>
                </a:cubicBezTo>
                <a:cubicBezTo>
                  <a:pt x="86202" y="122040"/>
                  <a:pt x="86142" y="121857"/>
                  <a:pt x="87145" y="121979"/>
                </a:cubicBezTo>
                <a:cubicBezTo>
                  <a:pt x="87114" y="122131"/>
                  <a:pt x="86476" y="122100"/>
                  <a:pt x="85929" y="122100"/>
                </a:cubicBezTo>
                <a:lnTo>
                  <a:pt x="85929" y="122283"/>
                </a:lnTo>
                <a:cubicBezTo>
                  <a:pt x="86689" y="122283"/>
                  <a:pt x="86749" y="122070"/>
                  <a:pt x="87509" y="122222"/>
                </a:cubicBezTo>
                <a:cubicBezTo>
                  <a:pt x="87753" y="122222"/>
                  <a:pt x="87692" y="122100"/>
                  <a:pt x="87722" y="122040"/>
                </a:cubicBezTo>
                <a:cubicBezTo>
                  <a:pt x="88269" y="121979"/>
                  <a:pt x="88117" y="122161"/>
                  <a:pt x="88512" y="122161"/>
                </a:cubicBezTo>
                <a:cubicBezTo>
                  <a:pt x="89090" y="122161"/>
                  <a:pt x="88908" y="121948"/>
                  <a:pt x="89698" y="122040"/>
                </a:cubicBezTo>
                <a:cubicBezTo>
                  <a:pt x="89698" y="122252"/>
                  <a:pt x="89151" y="122283"/>
                  <a:pt x="88512" y="122283"/>
                </a:cubicBezTo>
                <a:cubicBezTo>
                  <a:pt x="87783" y="122404"/>
                  <a:pt x="87905" y="122526"/>
                  <a:pt x="87692" y="122708"/>
                </a:cubicBezTo>
                <a:cubicBezTo>
                  <a:pt x="86932" y="122799"/>
                  <a:pt x="87661" y="122435"/>
                  <a:pt x="86901" y="122526"/>
                </a:cubicBezTo>
                <a:cubicBezTo>
                  <a:pt x="86658" y="122556"/>
                  <a:pt x="86719" y="122647"/>
                  <a:pt x="86901" y="122647"/>
                </a:cubicBezTo>
                <a:close/>
                <a:moveTo>
                  <a:pt x="97874" y="121340"/>
                </a:moveTo>
                <a:cubicBezTo>
                  <a:pt x="98148" y="121249"/>
                  <a:pt x="98269" y="121401"/>
                  <a:pt x="98665" y="121401"/>
                </a:cubicBezTo>
                <a:cubicBezTo>
                  <a:pt x="99090" y="121401"/>
                  <a:pt x="99242" y="121340"/>
                  <a:pt x="99455" y="121340"/>
                </a:cubicBezTo>
                <a:cubicBezTo>
                  <a:pt x="100002" y="121371"/>
                  <a:pt x="100306" y="121523"/>
                  <a:pt x="100823" y="121523"/>
                </a:cubicBezTo>
                <a:cubicBezTo>
                  <a:pt x="100306" y="121857"/>
                  <a:pt x="99455" y="121371"/>
                  <a:pt x="98665" y="121584"/>
                </a:cubicBezTo>
                <a:cubicBezTo>
                  <a:pt x="98421" y="121462"/>
                  <a:pt x="98148" y="121371"/>
                  <a:pt x="97874" y="121340"/>
                </a:cubicBezTo>
                <a:close/>
                <a:moveTo>
                  <a:pt x="95078" y="121523"/>
                </a:moveTo>
                <a:cubicBezTo>
                  <a:pt x="95017" y="121401"/>
                  <a:pt x="96020" y="121340"/>
                  <a:pt x="96081" y="121462"/>
                </a:cubicBezTo>
                <a:cubicBezTo>
                  <a:pt x="96598" y="121340"/>
                  <a:pt x="97114" y="121249"/>
                  <a:pt x="97662" y="121280"/>
                </a:cubicBezTo>
                <a:cubicBezTo>
                  <a:pt x="96658" y="121371"/>
                  <a:pt x="97297" y="121553"/>
                  <a:pt x="98057" y="121584"/>
                </a:cubicBezTo>
                <a:cubicBezTo>
                  <a:pt x="97175" y="121918"/>
                  <a:pt x="96355" y="121492"/>
                  <a:pt x="95260" y="121644"/>
                </a:cubicBezTo>
                <a:cubicBezTo>
                  <a:pt x="95321" y="121584"/>
                  <a:pt x="95230" y="121553"/>
                  <a:pt x="95078" y="121523"/>
                </a:cubicBezTo>
                <a:close/>
                <a:moveTo>
                  <a:pt x="77448" y="121827"/>
                </a:moveTo>
                <a:lnTo>
                  <a:pt x="78056" y="121827"/>
                </a:lnTo>
                <a:cubicBezTo>
                  <a:pt x="77935" y="121979"/>
                  <a:pt x="77844" y="122161"/>
                  <a:pt x="77236" y="122131"/>
                </a:cubicBezTo>
                <a:cubicBezTo>
                  <a:pt x="77053" y="121979"/>
                  <a:pt x="77540" y="121979"/>
                  <a:pt x="77448" y="121827"/>
                </a:cubicBezTo>
                <a:close/>
                <a:moveTo>
                  <a:pt x="77600" y="122647"/>
                </a:moveTo>
                <a:cubicBezTo>
                  <a:pt x="77965" y="122678"/>
                  <a:pt x="77935" y="122830"/>
                  <a:pt x="78573" y="122769"/>
                </a:cubicBezTo>
                <a:cubicBezTo>
                  <a:pt x="78786" y="122739"/>
                  <a:pt x="78786" y="122617"/>
                  <a:pt x="79181" y="122647"/>
                </a:cubicBezTo>
                <a:cubicBezTo>
                  <a:pt x="79151" y="122739"/>
                  <a:pt x="79151" y="122830"/>
                  <a:pt x="79363" y="122830"/>
                </a:cubicBezTo>
                <a:cubicBezTo>
                  <a:pt x="78877" y="122891"/>
                  <a:pt x="77631" y="122982"/>
                  <a:pt x="77600" y="122647"/>
                </a:cubicBezTo>
                <a:close/>
                <a:moveTo>
                  <a:pt x="79576" y="122769"/>
                </a:moveTo>
                <a:cubicBezTo>
                  <a:pt x="79789" y="122526"/>
                  <a:pt x="80518" y="122799"/>
                  <a:pt x="81369" y="122708"/>
                </a:cubicBezTo>
                <a:cubicBezTo>
                  <a:pt x="80974" y="122435"/>
                  <a:pt x="82707" y="122769"/>
                  <a:pt x="83345" y="122587"/>
                </a:cubicBezTo>
                <a:cubicBezTo>
                  <a:pt x="83497" y="122860"/>
                  <a:pt x="82312" y="122769"/>
                  <a:pt x="81765" y="122769"/>
                </a:cubicBezTo>
                <a:cubicBezTo>
                  <a:pt x="80944" y="122799"/>
                  <a:pt x="80032" y="122921"/>
                  <a:pt x="79576" y="122769"/>
                </a:cubicBezTo>
                <a:close/>
                <a:moveTo>
                  <a:pt x="79181" y="122465"/>
                </a:moveTo>
                <a:cubicBezTo>
                  <a:pt x="79181" y="122404"/>
                  <a:pt x="79424" y="122404"/>
                  <a:pt x="79576" y="122404"/>
                </a:cubicBezTo>
                <a:cubicBezTo>
                  <a:pt x="79576" y="122283"/>
                  <a:pt x="79424" y="122222"/>
                  <a:pt x="79181" y="122222"/>
                </a:cubicBezTo>
                <a:cubicBezTo>
                  <a:pt x="79151" y="122131"/>
                  <a:pt x="80336" y="122131"/>
                  <a:pt x="79607" y="122009"/>
                </a:cubicBezTo>
                <a:cubicBezTo>
                  <a:pt x="79698" y="121796"/>
                  <a:pt x="80306" y="122070"/>
                  <a:pt x="80397" y="122100"/>
                </a:cubicBezTo>
                <a:cubicBezTo>
                  <a:pt x="80610" y="122100"/>
                  <a:pt x="80944" y="122070"/>
                  <a:pt x="81187" y="122100"/>
                </a:cubicBezTo>
                <a:cubicBezTo>
                  <a:pt x="81278" y="122100"/>
                  <a:pt x="81309" y="122192"/>
                  <a:pt x="81369" y="122222"/>
                </a:cubicBezTo>
                <a:cubicBezTo>
                  <a:pt x="81673" y="122252"/>
                  <a:pt x="82069" y="122161"/>
                  <a:pt x="81947" y="122343"/>
                </a:cubicBezTo>
                <a:cubicBezTo>
                  <a:pt x="82312" y="122343"/>
                  <a:pt x="82950" y="122283"/>
                  <a:pt x="82737" y="122465"/>
                </a:cubicBezTo>
                <a:cubicBezTo>
                  <a:pt x="82251" y="122374"/>
                  <a:pt x="81552" y="122404"/>
                  <a:pt x="80974" y="122343"/>
                </a:cubicBezTo>
                <a:cubicBezTo>
                  <a:pt x="80610" y="122283"/>
                  <a:pt x="80275" y="121948"/>
                  <a:pt x="79789" y="122222"/>
                </a:cubicBezTo>
                <a:cubicBezTo>
                  <a:pt x="80123" y="122313"/>
                  <a:pt x="81096" y="122252"/>
                  <a:pt x="80974" y="122526"/>
                </a:cubicBezTo>
                <a:cubicBezTo>
                  <a:pt x="79971" y="122587"/>
                  <a:pt x="80002" y="122313"/>
                  <a:pt x="79181" y="122465"/>
                </a:cubicBezTo>
                <a:close/>
                <a:moveTo>
                  <a:pt x="100428" y="121462"/>
                </a:moveTo>
                <a:cubicBezTo>
                  <a:pt x="100306" y="121401"/>
                  <a:pt x="100215" y="121340"/>
                  <a:pt x="100428" y="121340"/>
                </a:cubicBezTo>
                <a:cubicBezTo>
                  <a:pt x="101279" y="121280"/>
                  <a:pt x="103194" y="121371"/>
                  <a:pt x="104592" y="121340"/>
                </a:cubicBezTo>
                <a:cubicBezTo>
                  <a:pt x="105321" y="121280"/>
                  <a:pt x="105321" y="121432"/>
                  <a:pt x="104592" y="121401"/>
                </a:cubicBezTo>
                <a:cubicBezTo>
                  <a:pt x="103224" y="121492"/>
                  <a:pt x="101826" y="121523"/>
                  <a:pt x="100428" y="121462"/>
                </a:cubicBezTo>
                <a:close/>
                <a:moveTo>
                  <a:pt x="80427" y="121644"/>
                </a:moveTo>
                <a:cubicBezTo>
                  <a:pt x="80792" y="121553"/>
                  <a:pt x="80670" y="121310"/>
                  <a:pt x="81430" y="121340"/>
                </a:cubicBezTo>
                <a:cubicBezTo>
                  <a:pt x="80822" y="121432"/>
                  <a:pt x="81947" y="121675"/>
                  <a:pt x="81005" y="121644"/>
                </a:cubicBezTo>
                <a:cubicBezTo>
                  <a:pt x="81126" y="121796"/>
                  <a:pt x="82008" y="121675"/>
                  <a:pt x="81795" y="121918"/>
                </a:cubicBezTo>
                <a:cubicBezTo>
                  <a:pt x="81035" y="121736"/>
                  <a:pt x="80123" y="121918"/>
                  <a:pt x="79029" y="121766"/>
                </a:cubicBezTo>
                <a:cubicBezTo>
                  <a:pt x="79546" y="121614"/>
                  <a:pt x="78725" y="121736"/>
                  <a:pt x="78847" y="121523"/>
                </a:cubicBezTo>
                <a:cubicBezTo>
                  <a:pt x="79758" y="121462"/>
                  <a:pt x="79607" y="121705"/>
                  <a:pt x="80427" y="121675"/>
                </a:cubicBezTo>
                <a:close/>
                <a:moveTo>
                  <a:pt x="80853" y="121036"/>
                </a:moveTo>
                <a:cubicBezTo>
                  <a:pt x="80214" y="120884"/>
                  <a:pt x="82281" y="121067"/>
                  <a:pt x="82251" y="120915"/>
                </a:cubicBezTo>
                <a:cubicBezTo>
                  <a:pt x="82798" y="121006"/>
                  <a:pt x="83102" y="120854"/>
                  <a:pt x="83619" y="120976"/>
                </a:cubicBezTo>
                <a:cubicBezTo>
                  <a:pt x="82889" y="121006"/>
                  <a:pt x="81886" y="121219"/>
                  <a:pt x="81430" y="121158"/>
                </a:cubicBezTo>
                <a:cubicBezTo>
                  <a:pt x="82099" y="121036"/>
                  <a:pt x="81613" y="121036"/>
                  <a:pt x="80853" y="121036"/>
                </a:cubicBezTo>
                <a:close/>
                <a:moveTo>
                  <a:pt x="94652" y="122040"/>
                </a:moveTo>
                <a:cubicBezTo>
                  <a:pt x="95078" y="122070"/>
                  <a:pt x="95108" y="121918"/>
                  <a:pt x="95260" y="121918"/>
                </a:cubicBezTo>
                <a:cubicBezTo>
                  <a:pt x="95777" y="121918"/>
                  <a:pt x="95503" y="122070"/>
                  <a:pt x="96051" y="122100"/>
                </a:cubicBezTo>
                <a:cubicBezTo>
                  <a:pt x="95595" y="122313"/>
                  <a:pt x="96111" y="122435"/>
                  <a:pt x="95230" y="122495"/>
                </a:cubicBezTo>
                <a:cubicBezTo>
                  <a:pt x="95108" y="122283"/>
                  <a:pt x="95595" y="122313"/>
                  <a:pt x="95443" y="122100"/>
                </a:cubicBezTo>
                <a:cubicBezTo>
                  <a:pt x="94956" y="122070"/>
                  <a:pt x="94318" y="122313"/>
                  <a:pt x="94835" y="122404"/>
                </a:cubicBezTo>
                <a:cubicBezTo>
                  <a:pt x="94804" y="122495"/>
                  <a:pt x="94652" y="122465"/>
                  <a:pt x="94652" y="122404"/>
                </a:cubicBezTo>
                <a:lnTo>
                  <a:pt x="94257" y="122404"/>
                </a:lnTo>
                <a:cubicBezTo>
                  <a:pt x="94136" y="122222"/>
                  <a:pt x="94804" y="122283"/>
                  <a:pt x="94683" y="122100"/>
                </a:cubicBezTo>
                <a:cubicBezTo>
                  <a:pt x="93801" y="122161"/>
                  <a:pt x="93619" y="122283"/>
                  <a:pt x="92889" y="122161"/>
                </a:cubicBezTo>
                <a:cubicBezTo>
                  <a:pt x="92920" y="121979"/>
                  <a:pt x="93345" y="121948"/>
                  <a:pt x="93710" y="121857"/>
                </a:cubicBezTo>
                <a:cubicBezTo>
                  <a:pt x="94318" y="121857"/>
                  <a:pt x="94196" y="122009"/>
                  <a:pt x="94652" y="122040"/>
                </a:cubicBezTo>
                <a:close/>
                <a:moveTo>
                  <a:pt x="118270" y="121280"/>
                </a:moveTo>
                <a:cubicBezTo>
                  <a:pt x="117875" y="121158"/>
                  <a:pt x="119850" y="121219"/>
                  <a:pt x="120458" y="121188"/>
                </a:cubicBezTo>
                <a:cubicBezTo>
                  <a:pt x="120094" y="121492"/>
                  <a:pt x="119091" y="121219"/>
                  <a:pt x="118270" y="121280"/>
                </a:cubicBezTo>
                <a:close/>
                <a:moveTo>
                  <a:pt x="110489" y="122587"/>
                </a:moveTo>
                <a:cubicBezTo>
                  <a:pt x="111005" y="122708"/>
                  <a:pt x="111522" y="122769"/>
                  <a:pt x="112069" y="122708"/>
                </a:cubicBezTo>
                <a:cubicBezTo>
                  <a:pt x="111978" y="122891"/>
                  <a:pt x="110701" y="122921"/>
                  <a:pt x="110671" y="122769"/>
                </a:cubicBezTo>
                <a:cubicBezTo>
                  <a:pt x="110580" y="122921"/>
                  <a:pt x="109881" y="122860"/>
                  <a:pt x="109668" y="122982"/>
                </a:cubicBezTo>
                <a:cubicBezTo>
                  <a:pt x="110276" y="123164"/>
                  <a:pt x="111583" y="122921"/>
                  <a:pt x="111856" y="122891"/>
                </a:cubicBezTo>
                <a:cubicBezTo>
                  <a:pt x="111826" y="122891"/>
                  <a:pt x="111887" y="123012"/>
                  <a:pt x="111856" y="123012"/>
                </a:cubicBezTo>
                <a:cubicBezTo>
                  <a:pt x="112130" y="122982"/>
                  <a:pt x="112403" y="122891"/>
                  <a:pt x="112677" y="122769"/>
                </a:cubicBezTo>
                <a:cubicBezTo>
                  <a:pt x="112859" y="122739"/>
                  <a:pt x="113072" y="122769"/>
                  <a:pt x="113255" y="122891"/>
                </a:cubicBezTo>
                <a:cubicBezTo>
                  <a:pt x="113710" y="122830"/>
                  <a:pt x="114166" y="122799"/>
                  <a:pt x="114653" y="122799"/>
                </a:cubicBezTo>
                <a:cubicBezTo>
                  <a:pt x="115413" y="122708"/>
                  <a:pt x="114683" y="123073"/>
                  <a:pt x="115413" y="122982"/>
                </a:cubicBezTo>
                <a:cubicBezTo>
                  <a:pt x="115686" y="122951"/>
                  <a:pt x="115443" y="122891"/>
                  <a:pt x="115230" y="122860"/>
                </a:cubicBezTo>
                <a:cubicBezTo>
                  <a:pt x="115382" y="122739"/>
                  <a:pt x="116355" y="122830"/>
                  <a:pt x="116811" y="122799"/>
                </a:cubicBezTo>
                <a:cubicBezTo>
                  <a:pt x="116568" y="122891"/>
                  <a:pt x="116051" y="122891"/>
                  <a:pt x="115808" y="122982"/>
                </a:cubicBezTo>
                <a:cubicBezTo>
                  <a:pt x="115869" y="123043"/>
                  <a:pt x="116021" y="123043"/>
                  <a:pt x="116021" y="123103"/>
                </a:cubicBezTo>
                <a:cubicBezTo>
                  <a:pt x="116355" y="123073"/>
                  <a:pt x="116689" y="122982"/>
                  <a:pt x="117024" y="122921"/>
                </a:cubicBezTo>
                <a:cubicBezTo>
                  <a:pt x="116811" y="123134"/>
                  <a:pt x="118543" y="123043"/>
                  <a:pt x="118999" y="123073"/>
                </a:cubicBezTo>
                <a:cubicBezTo>
                  <a:pt x="118604" y="123164"/>
                  <a:pt x="118209" y="123225"/>
                  <a:pt x="117784" y="123286"/>
                </a:cubicBezTo>
                <a:cubicBezTo>
                  <a:pt x="117844" y="123377"/>
                  <a:pt x="118270" y="123316"/>
                  <a:pt x="118574" y="123347"/>
                </a:cubicBezTo>
                <a:cubicBezTo>
                  <a:pt x="117966" y="123529"/>
                  <a:pt x="115656" y="123620"/>
                  <a:pt x="114410" y="123620"/>
                </a:cubicBezTo>
                <a:cubicBezTo>
                  <a:pt x="114075" y="123620"/>
                  <a:pt x="114014" y="123590"/>
                  <a:pt x="114014" y="123499"/>
                </a:cubicBezTo>
                <a:cubicBezTo>
                  <a:pt x="113802" y="123529"/>
                  <a:pt x="113862" y="123620"/>
                  <a:pt x="113650" y="123620"/>
                </a:cubicBezTo>
                <a:cubicBezTo>
                  <a:pt x="113224" y="123650"/>
                  <a:pt x="113315" y="123499"/>
                  <a:pt x="113255" y="123499"/>
                </a:cubicBezTo>
                <a:cubicBezTo>
                  <a:pt x="113011" y="123499"/>
                  <a:pt x="112920" y="123620"/>
                  <a:pt x="112647" y="123620"/>
                </a:cubicBezTo>
                <a:cubicBezTo>
                  <a:pt x="112221" y="123650"/>
                  <a:pt x="111644" y="123529"/>
                  <a:pt x="111096" y="123529"/>
                </a:cubicBezTo>
                <a:cubicBezTo>
                  <a:pt x="110185" y="123529"/>
                  <a:pt x="109394" y="123620"/>
                  <a:pt x="108513" y="123590"/>
                </a:cubicBezTo>
                <a:cubicBezTo>
                  <a:pt x="107723" y="123590"/>
                  <a:pt x="106993" y="123438"/>
                  <a:pt x="106142" y="123438"/>
                </a:cubicBezTo>
                <a:cubicBezTo>
                  <a:pt x="105929" y="123438"/>
                  <a:pt x="105716" y="123438"/>
                  <a:pt x="105534" y="123499"/>
                </a:cubicBezTo>
                <a:cubicBezTo>
                  <a:pt x="104197" y="123499"/>
                  <a:pt x="102920" y="123286"/>
                  <a:pt x="101765" y="123499"/>
                </a:cubicBezTo>
                <a:cubicBezTo>
                  <a:pt x="101583" y="123438"/>
                  <a:pt x="101370" y="123377"/>
                  <a:pt x="101187" y="123377"/>
                </a:cubicBezTo>
                <a:cubicBezTo>
                  <a:pt x="101339" y="123225"/>
                  <a:pt x="102403" y="123377"/>
                  <a:pt x="102191" y="123103"/>
                </a:cubicBezTo>
                <a:cubicBezTo>
                  <a:pt x="101643" y="123195"/>
                  <a:pt x="101096" y="123286"/>
                  <a:pt x="100580" y="123438"/>
                </a:cubicBezTo>
                <a:cubicBezTo>
                  <a:pt x="99637" y="123225"/>
                  <a:pt x="97935" y="123407"/>
                  <a:pt x="96628" y="123316"/>
                </a:cubicBezTo>
                <a:cubicBezTo>
                  <a:pt x="96355" y="123286"/>
                  <a:pt x="96081" y="123225"/>
                  <a:pt x="95838" y="123134"/>
                </a:cubicBezTo>
                <a:cubicBezTo>
                  <a:pt x="95351" y="123043"/>
                  <a:pt x="94652" y="123103"/>
                  <a:pt x="94470" y="122951"/>
                </a:cubicBezTo>
                <a:cubicBezTo>
                  <a:pt x="94622" y="122647"/>
                  <a:pt x="95595" y="122891"/>
                  <a:pt x="96051" y="122891"/>
                </a:cubicBezTo>
                <a:cubicBezTo>
                  <a:pt x="96658" y="122891"/>
                  <a:pt x="97388" y="122860"/>
                  <a:pt x="97844" y="122891"/>
                </a:cubicBezTo>
                <a:cubicBezTo>
                  <a:pt x="97966" y="122891"/>
                  <a:pt x="98087" y="122860"/>
                  <a:pt x="98209" y="122830"/>
                </a:cubicBezTo>
                <a:cubicBezTo>
                  <a:pt x="98361" y="122830"/>
                  <a:pt x="98756" y="122951"/>
                  <a:pt x="98817" y="122951"/>
                </a:cubicBezTo>
                <a:cubicBezTo>
                  <a:pt x="99029" y="122951"/>
                  <a:pt x="99516" y="122891"/>
                  <a:pt x="99789" y="122891"/>
                </a:cubicBezTo>
                <a:cubicBezTo>
                  <a:pt x="100336" y="122921"/>
                  <a:pt x="100853" y="122921"/>
                  <a:pt x="101400" y="122799"/>
                </a:cubicBezTo>
                <a:cubicBezTo>
                  <a:pt x="101431" y="122982"/>
                  <a:pt x="100580" y="123043"/>
                  <a:pt x="101400" y="123134"/>
                </a:cubicBezTo>
                <a:cubicBezTo>
                  <a:pt x="101674" y="123103"/>
                  <a:pt x="101309" y="123043"/>
                  <a:pt x="101400" y="122951"/>
                </a:cubicBezTo>
                <a:cubicBezTo>
                  <a:pt x="101826" y="122860"/>
                  <a:pt x="102494" y="122860"/>
                  <a:pt x="102586" y="122678"/>
                </a:cubicBezTo>
                <a:cubicBezTo>
                  <a:pt x="104136" y="122769"/>
                  <a:pt x="105139" y="122708"/>
                  <a:pt x="106324" y="122860"/>
                </a:cubicBezTo>
                <a:cubicBezTo>
                  <a:pt x="106902" y="122860"/>
                  <a:pt x="107449" y="122739"/>
                  <a:pt x="107935" y="122465"/>
                </a:cubicBezTo>
                <a:cubicBezTo>
                  <a:pt x="108543" y="122526"/>
                  <a:pt x="109121" y="122556"/>
                  <a:pt x="109729" y="122526"/>
                </a:cubicBezTo>
                <a:lnTo>
                  <a:pt x="109729" y="122769"/>
                </a:lnTo>
                <a:cubicBezTo>
                  <a:pt x="110215" y="122799"/>
                  <a:pt x="110549" y="122769"/>
                  <a:pt x="110489" y="122587"/>
                </a:cubicBezTo>
                <a:close/>
                <a:moveTo>
                  <a:pt x="103346" y="122830"/>
                </a:moveTo>
                <a:cubicBezTo>
                  <a:pt x="103376" y="122891"/>
                  <a:pt x="103558" y="122921"/>
                  <a:pt x="103710" y="122951"/>
                </a:cubicBezTo>
                <a:cubicBezTo>
                  <a:pt x="103710" y="122647"/>
                  <a:pt x="103163" y="122830"/>
                  <a:pt x="102555" y="122830"/>
                </a:cubicBezTo>
                <a:cubicBezTo>
                  <a:pt x="102707" y="122921"/>
                  <a:pt x="102586" y="123134"/>
                  <a:pt x="102920" y="123195"/>
                </a:cubicBezTo>
                <a:cubicBezTo>
                  <a:pt x="103376" y="123043"/>
                  <a:pt x="102677" y="122921"/>
                  <a:pt x="103376" y="122830"/>
                </a:cubicBezTo>
                <a:close/>
                <a:moveTo>
                  <a:pt x="104713" y="122921"/>
                </a:moveTo>
                <a:cubicBezTo>
                  <a:pt x="104105" y="122921"/>
                  <a:pt x="104197" y="123103"/>
                  <a:pt x="103710" y="123134"/>
                </a:cubicBezTo>
                <a:cubicBezTo>
                  <a:pt x="103710" y="123073"/>
                  <a:pt x="103376" y="123043"/>
                  <a:pt x="103315" y="123134"/>
                </a:cubicBezTo>
                <a:cubicBezTo>
                  <a:pt x="104075" y="123043"/>
                  <a:pt x="103619" y="123347"/>
                  <a:pt x="104318" y="123316"/>
                </a:cubicBezTo>
                <a:cubicBezTo>
                  <a:pt x="104136" y="123073"/>
                  <a:pt x="104805" y="123134"/>
                  <a:pt x="104713" y="122951"/>
                </a:cubicBezTo>
                <a:close/>
                <a:moveTo>
                  <a:pt x="106112" y="123043"/>
                </a:moveTo>
                <a:cubicBezTo>
                  <a:pt x="106020" y="122860"/>
                  <a:pt x="105352" y="122891"/>
                  <a:pt x="104926" y="122799"/>
                </a:cubicBezTo>
                <a:cubicBezTo>
                  <a:pt x="104744" y="122982"/>
                  <a:pt x="105200" y="122982"/>
                  <a:pt x="105109" y="123134"/>
                </a:cubicBezTo>
                <a:cubicBezTo>
                  <a:pt x="105595" y="123164"/>
                  <a:pt x="105534" y="123012"/>
                  <a:pt x="106112" y="123073"/>
                </a:cubicBezTo>
                <a:close/>
                <a:moveTo>
                  <a:pt x="114622" y="123377"/>
                </a:moveTo>
                <a:cubicBezTo>
                  <a:pt x="114774" y="123377"/>
                  <a:pt x="114835" y="123407"/>
                  <a:pt x="114805" y="123499"/>
                </a:cubicBezTo>
                <a:cubicBezTo>
                  <a:pt x="115291" y="123438"/>
                  <a:pt x="115838" y="123438"/>
                  <a:pt x="115808" y="123225"/>
                </a:cubicBezTo>
                <a:cubicBezTo>
                  <a:pt x="115413" y="123195"/>
                  <a:pt x="114987" y="123255"/>
                  <a:pt x="114622" y="123377"/>
                </a:cubicBezTo>
                <a:close/>
                <a:moveTo>
                  <a:pt x="108695" y="123225"/>
                </a:moveTo>
                <a:cubicBezTo>
                  <a:pt x="108057" y="123316"/>
                  <a:pt x="106750" y="123103"/>
                  <a:pt x="107084" y="123225"/>
                </a:cubicBezTo>
                <a:cubicBezTo>
                  <a:pt x="107327" y="123286"/>
                  <a:pt x="109121" y="123347"/>
                  <a:pt x="108695" y="123225"/>
                </a:cubicBezTo>
                <a:close/>
                <a:moveTo>
                  <a:pt x="109303" y="122799"/>
                </a:moveTo>
                <a:cubicBezTo>
                  <a:pt x="109182" y="122404"/>
                  <a:pt x="107267" y="122799"/>
                  <a:pt x="107115" y="122982"/>
                </a:cubicBezTo>
                <a:cubicBezTo>
                  <a:pt x="108239" y="123043"/>
                  <a:pt x="108057" y="122708"/>
                  <a:pt x="109273" y="122799"/>
                </a:cubicBezTo>
                <a:close/>
                <a:moveTo>
                  <a:pt x="25593" y="120672"/>
                </a:moveTo>
                <a:cubicBezTo>
                  <a:pt x="26262" y="120702"/>
                  <a:pt x="25867" y="120398"/>
                  <a:pt x="26596" y="120489"/>
                </a:cubicBezTo>
                <a:cubicBezTo>
                  <a:pt x="26505" y="120672"/>
                  <a:pt x="25776" y="120641"/>
                  <a:pt x="25958" y="120915"/>
                </a:cubicBezTo>
                <a:cubicBezTo>
                  <a:pt x="25624" y="120915"/>
                  <a:pt x="25533" y="120793"/>
                  <a:pt x="25593" y="120672"/>
                </a:cubicBezTo>
                <a:close/>
                <a:moveTo>
                  <a:pt x="137267" y="121644"/>
                </a:moveTo>
                <a:cubicBezTo>
                  <a:pt x="136994" y="121918"/>
                  <a:pt x="136264" y="121644"/>
                  <a:pt x="135474" y="121736"/>
                </a:cubicBezTo>
                <a:cubicBezTo>
                  <a:pt x="134987" y="121614"/>
                  <a:pt x="136781" y="121675"/>
                  <a:pt x="137267" y="121644"/>
                </a:cubicBezTo>
                <a:close/>
                <a:moveTo>
                  <a:pt x="100792" y="122070"/>
                </a:moveTo>
                <a:cubicBezTo>
                  <a:pt x="101552" y="121979"/>
                  <a:pt x="101187" y="122252"/>
                  <a:pt x="101795" y="122192"/>
                </a:cubicBezTo>
                <a:cubicBezTo>
                  <a:pt x="101491" y="122404"/>
                  <a:pt x="100823" y="122131"/>
                  <a:pt x="100610" y="122283"/>
                </a:cubicBezTo>
                <a:cubicBezTo>
                  <a:pt x="99941" y="122192"/>
                  <a:pt x="101157" y="122252"/>
                  <a:pt x="100792" y="122070"/>
                </a:cubicBezTo>
                <a:close/>
                <a:moveTo>
                  <a:pt x="102160" y="122647"/>
                </a:moveTo>
                <a:cubicBezTo>
                  <a:pt x="102251" y="122769"/>
                  <a:pt x="101795" y="122739"/>
                  <a:pt x="101765" y="122830"/>
                </a:cubicBezTo>
                <a:cubicBezTo>
                  <a:pt x="101279" y="122769"/>
                  <a:pt x="100823" y="122769"/>
                  <a:pt x="100367" y="122830"/>
                </a:cubicBezTo>
                <a:cubicBezTo>
                  <a:pt x="100671" y="122526"/>
                  <a:pt x="101248" y="122708"/>
                  <a:pt x="102160" y="122647"/>
                </a:cubicBezTo>
                <a:close/>
                <a:moveTo>
                  <a:pt x="106568" y="121310"/>
                </a:moveTo>
                <a:lnTo>
                  <a:pt x="107388" y="121310"/>
                </a:lnTo>
                <a:cubicBezTo>
                  <a:pt x="107267" y="121371"/>
                  <a:pt x="107175" y="121401"/>
                  <a:pt x="107175" y="121492"/>
                </a:cubicBezTo>
                <a:lnTo>
                  <a:pt x="107540" y="121492"/>
                </a:lnTo>
                <a:cubicBezTo>
                  <a:pt x="107783" y="121492"/>
                  <a:pt x="107753" y="121371"/>
                  <a:pt x="107540" y="121371"/>
                </a:cubicBezTo>
                <a:cubicBezTo>
                  <a:pt x="107783" y="121188"/>
                  <a:pt x="108300" y="121401"/>
                  <a:pt x="108543" y="121432"/>
                </a:cubicBezTo>
                <a:cubicBezTo>
                  <a:pt x="108574" y="121310"/>
                  <a:pt x="108300" y="121310"/>
                  <a:pt x="108361" y="121188"/>
                </a:cubicBezTo>
                <a:cubicBezTo>
                  <a:pt x="108817" y="121401"/>
                  <a:pt x="109394" y="121340"/>
                  <a:pt x="110306" y="121280"/>
                </a:cubicBezTo>
                <a:cubicBezTo>
                  <a:pt x="110245" y="121432"/>
                  <a:pt x="109394" y="121340"/>
                  <a:pt x="109516" y="121553"/>
                </a:cubicBezTo>
                <a:cubicBezTo>
                  <a:pt x="109303" y="121523"/>
                  <a:pt x="109121" y="121492"/>
                  <a:pt x="108938" y="121432"/>
                </a:cubicBezTo>
                <a:cubicBezTo>
                  <a:pt x="108847" y="121432"/>
                  <a:pt x="108786" y="121492"/>
                  <a:pt x="108726" y="121553"/>
                </a:cubicBezTo>
                <a:cubicBezTo>
                  <a:pt x="108300" y="121553"/>
                  <a:pt x="107875" y="121492"/>
                  <a:pt x="106932" y="121553"/>
                </a:cubicBezTo>
                <a:cubicBezTo>
                  <a:pt x="106963" y="121432"/>
                  <a:pt x="106416" y="121492"/>
                  <a:pt x="106568" y="121310"/>
                </a:cubicBezTo>
                <a:close/>
                <a:moveTo>
                  <a:pt x="81582" y="22585"/>
                </a:moveTo>
                <a:cubicBezTo>
                  <a:pt x="81734" y="22676"/>
                  <a:pt x="81309" y="23284"/>
                  <a:pt x="81066" y="23466"/>
                </a:cubicBezTo>
                <a:cubicBezTo>
                  <a:pt x="80974" y="23345"/>
                  <a:pt x="81278" y="22980"/>
                  <a:pt x="81582" y="22585"/>
                </a:cubicBezTo>
                <a:close/>
                <a:moveTo>
                  <a:pt x="105169" y="121888"/>
                </a:moveTo>
                <a:cubicBezTo>
                  <a:pt x="105990" y="121888"/>
                  <a:pt x="106598" y="122131"/>
                  <a:pt x="106963" y="121796"/>
                </a:cubicBezTo>
                <a:cubicBezTo>
                  <a:pt x="107723" y="121736"/>
                  <a:pt x="107510" y="121948"/>
                  <a:pt x="108148" y="121918"/>
                </a:cubicBezTo>
                <a:cubicBezTo>
                  <a:pt x="108908" y="121979"/>
                  <a:pt x="109182" y="121675"/>
                  <a:pt x="109729" y="121857"/>
                </a:cubicBezTo>
                <a:cubicBezTo>
                  <a:pt x="109212" y="122009"/>
                  <a:pt x="108665" y="122070"/>
                  <a:pt x="108118" y="122040"/>
                </a:cubicBezTo>
                <a:cubicBezTo>
                  <a:pt x="107145" y="122100"/>
                  <a:pt x="105352" y="122161"/>
                  <a:pt x="105169" y="121888"/>
                </a:cubicBezTo>
                <a:close/>
                <a:moveTo>
                  <a:pt x="104774" y="121948"/>
                </a:moveTo>
                <a:cubicBezTo>
                  <a:pt x="104622" y="122435"/>
                  <a:pt x="103072" y="121979"/>
                  <a:pt x="102191" y="122192"/>
                </a:cubicBezTo>
                <a:cubicBezTo>
                  <a:pt x="102434" y="121918"/>
                  <a:pt x="102312" y="122131"/>
                  <a:pt x="101826" y="122009"/>
                </a:cubicBezTo>
                <a:cubicBezTo>
                  <a:pt x="102494" y="121705"/>
                  <a:pt x="103741" y="122192"/>
                  <a:pt x="104774" y="121948"/>
                </a:cubicBezTo>
                <a:close/>
                <a:moveTo>
                  <a:pt x="106355" y="122495"/>
                </a:moveTo>
                <a:cubicBezTo>
                  <a:pt x="106689" y="122495"/>
                  <a:pt x="106780" y="122435"/>
                  <a:pt x="107145" y="122435"/>
                </a:cubicBezTo>
                <a:cubicBezTo>
                  <a:pt x="107449" y="122678"/>
                  <a:pt x="106294" y="122465"/>
                  <a:pt x="106324" y="122617"/>
                </a:cubicBezTo>
                <a:cubicBezTo>
                  <a:pt x="105412" y="122587"/>
                  <a:pt x="104561" y="122495"/>
                  <a:pt x="103376" y="122495"/>
                </a:cubicBezTo>
                <a:cubicBezTo>
                  <a:pt x="103042" y="122343"/>
                  <a:pt x="105777" y="122495"/>
                  <a:pt x="106324" y="122495"/>
                </a:cubicBezTo>
                <a:close/>
                <a:moveTo>
                  <a:pt x="136234" y="117055"/>
                </a:moveTo>
                <a:cubicBezTo>
                  <a:pt x="135717" y="117328"/>
                  <a:pt x="135535" y="117693"/>
                  <a:pt x="134623" y="117875"/>
                </a:cubicBezTo>
                <a:cubicBezTo>
                  <a:pt x="134501" y="117906"/>
                  <a:pt x="133954" y="117906"/>
                  <a:pt x="133650" y="117967"/>
                </a:cubicBezTo>
                <a:cubicBezTo>
                  <a:pt x="133042" y="118118"/>
                  <a:pt x="132434" y="118149"/>
                  <a:pt x="131857" y="118118"/>
                </a:cubicBezTo>
                <a:cubicBezTo>
                  <a:pt x="131431" y="118149"/>
                  <a:pt x="131188" y="118270"/>
                  <a:pt x="130854" y="118331"/>
                </a:cubicBezTo>
                <a:cubicBezTo>
                  <a:pt x="127996" y="118331"/>
                  <a:pt x="126203" y="118514"/>
                  <a:pt x="124319" y="118422"/>
                </a:cubicBezTo>
                <a:cubicBezTo>
                  <a:pt x="124531" y="118331"/>
                  <a:pt x="124714" y="118301"/>
                  <a:pt x="124927" y="118270"/>
                </a:cubicBezTo>
                <a:cubicBezTo>
                  <a:pt x="124805" y="118088"/>
                  <a:pt x="124410" y="118210"/>
                  <a:pt x="123954" y="118240"/>
                </a:cubicBezTo>
                <a:cubicBezTo>
                  <a:pt x="123802" y="118027"/>
                  <a:pt x="122768" y="117906"/>
                  <a:pt x="122373" y="117997"/>
                </a:cubicBezTo>
                <a:cubicBezTo>
                  <a:pt x="122920" y="118210"/>
                  <a:pt x="123528" y="118331"/>
                  <a:pt x="124136" y="118362"/>
                </a:cubicBezTo>
                <a:cubicBezTo>
                  <a:pt x="123376" y="118514"/>
                  <a:pt x="122677" y="118331"/>
                  <a:pt x="121765" y="118453"/>
                </a:cubicBezTo>
                <a:cubicBezTo>
                  <a:pt x="122100" y="118240"/>
                  <a:pt x="121188" y="118240"/>
                  <a:pt x="122160" y="118179"/>
                </a:cubicBezTo>
                <a:cubicBezTo>
                  <a:pt x="121765" y="118088"/>
                  <a:pt x="121370" y="118088"/>
                  <a:pt x="120975" y="118149"/>
                </a:cubicBezTo>
                <a:cubicBezTo>
                  <a:pt x="121005" y="118331"/>
                  <a:pt x="121735" y="118301"/>
                  <a:pt x="121553" y="118574"/>
                </a:cubicBezTo>
                <a:lnTo>
                  <a:pt x="120550" y="118574"/>
                </a:lnTo>
                <a:cubicBezTo>
                  <a:pt x="121857" y="118483"/>
                  <a:pt x="120337" y="118179"/>
                  <a:pt x="119790" y="118331"/>
                </a:cubicBezTo>
                <a:cubicBezTo>
                  <a:pt x="119759" y="118422"/>
                  <a:pt x="120215" y="118362"/>
                  <a:pt x="120367" y="118392"/>
                </a:cubicBezTo>
                <a:cubicBezTo>
                  <a:pt x="120823" y="118514"/>
                  <a:pt x="119273" y="118422"/>
                  <a:pt x="118787" y="118544"/>
                </a:cubicBezTo>
                <a:cubicBezTo>
                  <a:pt x="118665" y="118483"/>
                  <a:pt x="118331" y="118483"/>
                  <a:pt x="118391" y="118362"/>
                </a:cubicBezTo>
                <a:cubicBezTo>
                  <a:pt x="117814" y="118514"/>
                  <a:pt x="116872" y="118270"/>
                  <a:pt x="116233" y="118179"/>
                </a:cubicBezTo>
                <a:cubicBezTo>
                  <a:pt x="117267" y="118088"/>
                  <a:pt x="118483" y="118027"/>
                  <a:pt x="118635" y="117663"/>
                </a:cubicBezTo>
                <a:cubicBezTo>
                  <a:pt x="118847" y="117663"/>
                  <a:pt x="118756" y="117784"/>
                  <a:pt x="118999" y="117784"/>
                </a:cubicBezTo>
                <a:cubicBezTo>
                  <a:pt x="119607" y="117723"/>
                  <a:pt x="118817" y="117663"/>
                  <a:pt x="118999" y="117541"/>
                </a:cubicBezTo>
                <a:cubicBezTo>
                  <a:pt x="119759" y="117571"/>
                  <a:pt x="119972" y="117450"/>
                  <a:pt x="120610" y="117450"/>
                </a:cubicBezTo>
                <a:cubicBezTo>
                  <a:pt x="120793" y="117632"/>
                  <a:pt x="120154" y="117571"/>
                  <a:pt x="119790" y="117602"/>
                </a:cubicBezTo>
                <a:cubicBezTo>
                  <a:pt x="119607" y="117875"/>
                  <a:pt x="121188" y="117723"/>
                  <a:pt x="121370" y="117602"/>
                </a:cubicBezTo>
                <a:cubicBezTo>
                  <a:pt x="122009" y="117541"/>
                  <a:pt x="121826" y="117784"/>
                  <a:pt x="122556" y="117693"/>
                </a:cubicBezTo>
                <a:lnTo>
                  <a:pt x="123164" y="117511"/>
                </a:lnTo>
                <a:cubicBezTo>
                  <a:pt x="123164" y="117359"/>
                  <a:pt x="122525" y="117511"/>
                  <a:pt x="122586" y="117511"/>
                </a:cubicBezTo>
                <a:cubicBezTo>
                  <a:pt x="122312" y="117511"/>
                  <a:pt x="122252" y="117389"/>
                  <a:pt x="121978" y="117389"/>
                </a:cubicBezTo>
                <a:cubicBezTo>
                  <a:pt x="121461" y="117450"/>
                  <a:pt x="120945" y="117450"/>
                  <a:pt x="120398" y="117389"/>
                </a:cubicBezTo>
                <a:lnTo>
                  <a:pt x="125747" y="117146"/>
                </a:lnTo>
                <a:cubicBezTo>
                  <a:pt x="125504" y="117389"/>
                  <a:pt x="125534" y="117571"/>
                  <a:pt x="125717" y="117754"/>
                </a:cubicBezTo>
                <a:cubicBezTo>
                  <a:pt x="126325" y="117784"/>
                  <a:pt x="126294" y="117632"/>
                  <a:pt x="126902" y="117693"/>
                </a:cubicBezTo>
                <a:cubicBezTo>
                  <a:pt x="127449" y="117602"/>
                  <a:pt x="126386" y="117571"/>
                  <a:pt x="126720" y="117359"/>
                </a:cubicBezTo>
                <a:lnTo>
                  <a:pt x="127723" y="117359"/>
                </a:lnTo>
                <a:cubicBezTo>
                  <a:pt x="127632" y="117085"/>
                  <a:pt x="127085" y="117146"/>
                  <a:pt x="126325" y="117207"/>
                </a:cubicBezTo>
                <a:cubicBezTo>
                  <a:pt x="126841" y="116963"/>
                  <a:pt x="128361" y="117024"/>
                  <a:pt x="129303" y="116903"/>
                </a:cubicBezTo>
                <a:cubicBezTo>
                  <a:pt x="129212" y="116963"/>
                  <a:pt x="129091" y="117024"/>
                  <a:pt x="129121" y="117115"/>
                </a:cubicBezTo>
                <a:cubicBezTo>
                  <a:pt x="129455" y="117085"/>
                  <a:pt x="129759" y="117024"/>
                  <a:pt x="130094" y="116963"/>
                </a:cubicBezTo>
                <a:cubicBezTo>
                  <a:pt x="130003" y="116872"/>
                  <a:pt x="129851" y="116842"/>
                  <a:pt x="129729" y="116842"/>
                </a:cubicBezTo>
                <a:cubicBezTo>
                  <a:pt x="130550" y="116629"/>
                  <a:pt x="132069" y="116629"/>
                  <a:pt x="133285" y="116538"/>
                </a:cubicBezTo>
                <a:cubicBezTo>
                  <a:pt x="133073" y="116629"/>
                  <a:pt x="133073" y="116690"/>
                  <a:pt x="133468" y="116720"/>
                </a:cubicBezTo>
                <a:cubicBezTo>
                  <a:pt x="133893" y="116751"/>
                  <a:pt x="134288" y="116477"/>
                  <a:pt x="133893" y="116477"/>
                </a:cubicBezTo>
                <a:cubicBezTo>
                  <a:pt x="133924" y="116325"/>
                  <a:pt x="134714" y="116416"/>
                  <a:pt x="135079" y="116386"/>
                </a:cubicBezTo>
                <a:cubicBezTo>
                  <a:pt x="135565" y="116568"/>
                  <a:pt x="135626" y="116903"/>
                  <a:pt x="136234" y="117055"/>
                </a:cubicBezTo>
                <a:close/>
                <a:moveTo>
                  <a:pt x="122191" y="117936"/>
                </a:moveTo>
                <a:cubicBezTo>
                  <a:pt x="122221" y="117754"/>
                  <a:pt x="120702" y="117693"/>
                  <a:pt x="120610" y="117906"/>
                </a:cubicBezTo>
                <a:cubicBezTo>
                  <a:pt x="121127" y="117997"/>
                  <a:pt x="121401" y="117875"/>
                  <a:pt x="122160" y="117936"/>
                </a:cubicBezTo>
                <a:close/>
                <a:moveTo>
                  <a:pt x="125747" y="117845"/>
                </a:moveTo>
                <a:cubicBezTo>
                  <a:pt x="125139" y="117693"/>
                  <a:pt x="124927" y="117693"/>
                  <a:pt x="125170" y="117359"/>
                </a:cubicBezTo>
                <a:cubicBezTo>
                  <a:pt x="124136" y="117298"/>
                  <a:pt x="124866" y="117723"/>
                  <a:pt x="124562" y="117723"/>
                </a:cubicBezTo>
                <a:cubicBezTo>
                  <a:pt x="124258" y="117571"/>
                  <a:pt x="122708" y="117571"/>
                  <a:pt x="122768" y="117875"/>
                </a:cubicBezTo>
                <a:cubicBezTo>
                  <a:pt x="123376" y="117936"/>
                  <a:pt x="123255" y="117784"/>
                  <a:pt x="123559" y="117723"/>
                </a:cubicBezTo>
                <a:cubicBezTo>
                  <a:pt x="124349" y="117784"/>
                  <a:pt x="125048" y="118088"/>
                  <a:pt x="125717" y="117845"/>
                </a:cubicBezTo>
                <a:close/>
                <a:moveTo>
                  <a:pt x="129911" y="117419"/>
                </a:moveTo>
                <a:cubicBezTo>
                  <a:pt x="129455" y="117359"/>
                  <a:pt x="128969" y="117359"/>
                  <a:pt x="128544" y="117480"/>
                </a:cubicBezTo>
                <a:cubicBezTo>
                  <a:pt x="128240" y="117511"/>
                  <a:pt x="127267" y="117419"/>
                  <a:pt x="127541" y="117632"/>
                </a:cubicBezTo>
                <a:cubicBezTo>
                  <a:pt x="127571" y="117754"/>
                  <a:pt x="128392" y="117632"/>
                  <a:pt x="128513" y="117723"/>
                </a:cubicBezTo>
                <a:cubicBezTo>
                  <a:pt x="128756" y="117419"/>
                  <a:pt x="129395" y="117571"/>
                  <a:pt x="129881" y="117419"/>
                </a:cubicBezTo>
                <a:close/>
                <a:moveTo>
                  <a:pt x="129516" y="117784"/>
                </a:moveTo>
                <a:cubicBezTo>
                  <a:pt x="129455" y="117936"/>
                  <a:pt x="129911" y="117936"/>
                  <a:pt x="130276" y="117967"/>
                </a:cubicBezTo>
                <a:cubicBezTo>
                  <a:pt x="130459" y="117754"/>
                  <a:pt x="130003" y="117754"/>
                  <a:pt x="129486" y="117784"/>
                </a:cubicBezTo>
                <a:close/>
                <a:moveTo>
                  <a:pt x="130914" y="117267"/>
                </a:moveTo>
                <a:cubicBezTo>
                  <a:pt x="130641" y="117237"/>
                  <a:pt x="130337" y="117298"/>
                  <a:pt x="130124" y="117450"/>
                </a:cubicBezTo>
                <a:cubicBezTo>
                  <a:pt x="130367" y="117511"/>
                  <a:pt x="130641" y="117511"/>
                  <a:pt x="130914" y="117511"/>
                </a:cubicBezTo>
                <a:close/>
                <a:moveTo>
                  <a:pt x="131522" y="117055"/>
                </a:moveTo>
                <a:cubicBezTo>
                  <a:pt x="131340" y="117115"/>
                  <a:pt x="130975" y="117511"/>
                  <a:pt x="131705" y="117450"/>
                </a:cubicBezTo>
                <a:cubicBezTo>
                  <a:pt x="131978" y="117419"/>
                  <a:pt x="132100" y="116963"/>
                  <a:pt x="131492" y="117055"/>
                </a:cubicBezTo>
                <a:close/>
                <a:moveTo>
                  <a:pt x="134288" y="116781"/>
                </a:moveTo>
                <a:cubicBezTo>
                  <a:pt x="134501" y="116781"/>
                  <a:pt x="134440" y="116690"/>
                  <a:pt x="134076" y="116720"/>
                </a:cubicBezTo>
                <a:cubicBezTo>
                  <a:pt x="134015" y="116903"/>
                  <a:pt x="134319" y="116994"/>
                  <a:pt x="134866" y="117024"/>
                </a:cubicBezTo>
                <a:cubicBezTo>
                  <a:pt x="135018" y="116811"/>
                  <a:pt x="134197" y="116933"/>
                  <a:pt x="134258" y="116781"/>
                </a:cubicBezTo>
                <a:close/>
                <a:moveTo>
                  <a:pt x="40487" y="120763"/>
                </a:moveTo>
                <a:cubicBezTo>
                  <a:pt x="40001" y="120672"/>
                  <a:pt x="38937" y="120763"/>
                  <a:pt x="38907" y="120550"/>
                </a:cubicBezTo>
                <a:cubicBezTo>
                  <a:pt x="39758" y="120520"/>
                  <a:pt x="40001" y="120672"/>
                  <a:pt x="40882" y="120641"/>
                </a:cubicBezTo>
                <a:cubicBezTo>
                  <a:pt x="40791" y="120702"/>
                  <a:pt x="40457" y="120672"/>
                  <a:pt x="40457" y="120763"/>
                </a:cubicBezTo>
                <a:close/>
                <a:moveTo>
                  <a:pt x="39910" y="120520"/>
                </a:moveTo>
                <a:cubicBezTo>
                  <a:pt x="39241" y="120368"/>
                  <a:pt x="40822" y="120246"/>
                  <a:pt x="41095" y="120398"/>
                </a:cubicBezTo>
                <a:cubicBezTo>
                  <a:pt x="40852" y="120520"/>
                  <a:pt x="40092" y="120277"/>
                  <a:pt x="39879" y="120520"/>
                </a:cubicBezTo>
                <a:close/>
                <a:moveTo>
                  <a:pt x="46445" y="120429"/>
                </a:moveTo>
                <a:cubicBezTo>
                  <a:pt x="46354" y="120550"/>
                  <a:pt x="44712" y="120854"/>
                  <a:pt x="44044" y="120550"/>
                </a:cubicBezTo>
                <a:cubicBezTo>
                  <a:pt x="43679" y="120581"/>
                  <a:pt x="43314" y="120641"/>
                  <a:pt x="42858" y="120641"/>
                </a:cubicBezTo>
                <a:cubicBezTo>
                  <a:pt x="42828" y="120611"/>
                  <a:pt x="42949" y="120581"/>
                  <a:pt x="43071" y="120581"/>
                </a:cubicBezTo>
                <a:cubicBezTo>
                  <a:pt x="43101" y="120550"/>
                  <a:pt x="42980" y="120520"/>
                  <a:pt x="42858" y="120520"/>
                </a:cubicBezTo>
                <a:cubicBezTo>
                  <a:pt x="43496" y="120246"/>
                  <a:pt x="45472" y="120824"/>
                  <a:pt x="45442" y="120368"/>
                </a:cubicBezTo>
                <a:cubicBezTo>
                  <a:pt x="45989" y="120307"/>
                  <a:pt x="45928" y="120459"/>
                  <a:pt x="46414" y="120429"/>
                </a:cubicBezTo>
                <a:close/>
                <a:moveTo>
                  <a:pt x="38299" y="120611"/>
                </a:moveTo>
                <a:cubicBezTo>
                  <a:pt x="37356" y="120550"/>
                  <a:pt x="37265" y="120793"/>
                  <a:pt x="36323" y="120733"/>
                </a:cubicBezTo>
                <a:cubicBezTo>
                  <a:pt x="36353" y="120459"/>
                  <a:pt x="37569" y="120581"/>
                  <a:pt x="37934" y="120429"/>
                </a:cubicBezTo>
                <a:cubicBezTo>
                  <a:pt x="38238" y="120489"/>
                  <a:pt x="39089" y="120672"/>
                  <a:pt x="38481" y="120824"/>
                </a:cubicBezTo>
                <a:cubicBezTo>
                  <a:pt x="38481" y="121006"/>
                  <a:pt x="39271" y="120611"/>
                  <a:pt x="39271" y="120824"/>
                </a:cubicBezTo>
                <a:cubicBezTo>
                  <a:pt x="39302" y="121006"/>
                  <a:pt x="38390" y="120976"/>
                  <a:pt x="37904" y="120915"/>
                </a:cubicBezTo>
                <a:cubicBezTo>
                  <a:pt x="37691" y="120733"/>
                  <a:pt x="38177" y="120733"/>
                  <a:pt x="38268" y="120611"/>
                </a:cubicBezTo>
                <a:close/>
                <a:moveTo>
                  <a:pt x="43618" y="121036"/>
                </a:moveTo>
                <a:cubicBezTo>
                  <a:pt x="42372" y="120945"/>
                  <a:pt x="41825" y="121036"/>
                  <a:pt x="40457" y="120945"/>
                </a:cubicBezTo>
                <a:cubicBezTo>
                  <a:pt x="40639" y="120672"/>
                  <a:pt x="41430" y="120581"/>
                  <a:pt x="42463" y="120581"/>
                </a:cubicBezTo>
                <a:cubicBezTo>
                  <a:pt x="42767" y="120824"/>
                  <a:pt x="41612" y="120581"/>
                  <a:pt x="41673" y="120763"/>
                </a:cubicBezTo>
                <a:cubicBezTo>
                  <a:pt x="42250" y="120976"/>
                  <a:pt x="43284" y="120702"/>
                  <a:pt x="43588" y="121036"/>
                </a:cubicBezTo>
                <a:close/>
                <a:moveTo>
                  <a:pt x="86020" y="121097"/>
                </a:moveTo>
                <a:cubicBezTo>
                  <a:pt x="85990" y="121006"/>
                  <a:pt x="86354" y="120945"/>
                  <a:pt x="86020" y="120915"/>
                </a:cubicBezTo>
                <a:cubicBezTo>
                  <a:pt x="86324" y="120733"/>
                  <a:pt x="86901" y="120976"/>
                  <a:pt x="86810" y="121097"/>
                </a:cubicBezTo>
                <a:close/>
                <a:moveTo>
                  <a:pt x="34925" y="120854"/>
                </a:moveTo>
                <a:cubicBezTo>
                  <a:pt x="35442" y="120793"/>
                  <a:pt x="35897" y="120945"/>
                  <a:pt x="36901" y="120854"/>
                </a:cubicBezTo>
                <a:cubicBezTo>
                  <a:pt x="36840" y="120976"/>
                  <a:pt x="35958" y="120884"/>
                  <a:pt x="36080" y="121097"/>
                </a:cubicBezTo>
                <a:cubicBezTo>
                  <a:pt x="35594" y="121036"/>
                  <a:pt x="34803" y="121067"/>
                  <a:pt x="34894" y="120854"/>
                </a:cubicBezTo>
                <a:close/>
                <a:moveTo>
                  <a:pt x="27235" y="120094"/>
                </a:moveTo>
                <a:cubicBezTo>
                  <a:pt x="27387" y="119973"/>
                  <a:pt x="29271" y="119912"/>
                  <a:pt x="29818" y="120094"/>
                </a:cubicBezTo>
                <a:cubicBezTo>
                  <a:pt x="29970" y="120337"/>
                  <a:pt x="29454" y="120094"/>
                  <a:pt x="29210" y="120094"/>
                </a:cubicBezTo>
                <a:cubicBezTo>
                  <a:pt x="28633" y="120094"/>
                  <a:pt x="27691" y="120185"/>
                  <a:pt x="27204" y="120094"/>
                </a:cubicBezTo>
                <a:close/>
                <a:moveTo>
                  <a:pt x="45806" y="120976"/>
                </a:moveTo>
                <a:cubicBezTo>
                  <a:pt x="47053" y="120976"/>
                  <a:pt x="45958" y="120611"/>
                  <a:pt x="47205" y="120611"/>
                </a:cubicBezTo>
                <a:cubicBezTo>
                  <a:pt x="47083" y="120763"/>
                  <a:pt x="46566" y="120824"/>
                  <a:pt x="46597" y="121036"/>
                </a:cubicBezTo>
                <a:cubicBezTo>
                  <a:pt x="45776" y="121036"/>
                  <a:pt x="44864" y="121188"/>
                  <a:pt x="44621" y="120884"/>
                </a:cubicBezTo>
                <a:cubicBezTo>
                  <a:pt x="45199" y="120976"/>
                  <a:pt x="46293" y="120733"/>
                  <a:pt x="45776" y="120976"/>
                </a:cubicBezTo>
                <a:close/>
                <a:moveTo>
                  <a:pt x="30791" y="120003"/>
                </a:moveTo>
                <a:cubicBezTo>
                  <a:pt x="31277" y="119881"/>
                  <a:pt x="32584" y="120003"/>
                  <a:pt x="33375" y="119973"/>
                </a:cubicBezTo>
                <a:cubicBezTo>
                  <a:pt x="32524" y="120094"/>
                  <a:pt x="31642" y="120094"/>
                  <a:pt x="30791" y="120003"/>
                </a:cubicBezTo>
                <a:close/>
                <a:moveTo>
                  <a:pt x="32949" y="120581"/>
                </a:moveTo>
                <a:cubicBezTo>
                  <a:pt x="33435" y="120702"/>
                  <a:pt x="33527" y="120550"/>
                  <a:pt x="34135" y="120641"/>
                </a:cubicBezTo>
                <a:cubicBezTo>
                  <a:pt x="34074" y="120763"/>
                  <a:pt x="33375" y="120702"/>
                  <a:pt x="33314" y="120824"/>
                </a:cubicBezTo>
                <a:cubicBezTo>
                  <a:pt x="33040" y="120793"/>
                  <a:pt x="32949" y="120702"/>
                  <a:pt x="32919" y="120581"/>
                </a:cubicBezTo>
                <a:close/>
                <a:moveTo>
                  <a:pt x="27782" y="120733"/>
                </a:moveTo>
                <a:cubicBezTo>
                  <a:pt x="27843" y="120581"/>
                  <a:pt x="27508" y="120520"/>
                  <a:pt x="26992" y="120550"/>
                </a:cubicBezTo>
                <a:cubicBezTo>
                  <a:pt x="27478" y="120246"/>
                  <a:pt x="28572" y="120581"/>
                  <a:pt x="29393" y="120429"/>
                </a:cubicBezTo>
                <a:cubicBezTo>
                  <a:pt x="29575" y="120520"/>
                  <a:pt x="29545" y="120672"/>
                  <a:pt x="29970" y="120672"/>
                </a:cubicBezTo>
                <a:cubicBezTo>
                  <a:pt x="30548" y="120641"/>
                  <a:pt x="29788" y="120550"/>
                  <a:pt x="29970" y="120429"/>
                </a:cubicBezTo>
                <a:cubicBezTo>
                  <a:pt x="30213" y="120489"/>
                  <a:pt x="30487" y="120520"/>
                  <a:pt x="30761" y="120489"/>
                </a:cubicBezTo>
                <a:cubicBezTo>
                  <a:pt x="30943" y="120611"/>
                  <a:pt x="30153" y="120702"/>
                  <a:pt x="30761" y="120763"/>
                </a:cubicBezTo>
                <a:cubicBezTo>
                  <a:pt x="30669" y="120854"/>
                  <a:pt x="29727" y="120945"/>
                  <a:pt x="29545" y="120793"/>
                </a:cubicBezTo>
                <a:cubicBezTo>
                  <a:pt x="29180" y="120793"/>
                  <a:pt x="29302" y="120976"/>
                  <a:pt x="28754" y="120915"/>
                </a:cubicBezTo>
                <a:cubicBezTo>
                  <a:pt x="28663" y="120793"/>
                  <a:pt x="29058" y="120793"/>
                  <a:pt x="29362" y="120793"/>
                </a:cubicBezTo>
                <a:cubicBezTo>
                  <a:pt x="29423" y="120702"/>
                  <a:pt x="29180" y="120702"/>
                  <a:pt x="29180" y="120611"/>
                </a:cubicBezTo>
                <a:cubicBezTo>
                  <a:pt x="28420" y="120702"/>
                  <a:pt x="28207" y="120976"/>
                  <a:pt x="27174" y="120976"/>
                </a:cubicBezTo>
                <a:cubicBezTo>
                  <a:pt x="27691" y="120702"/>
                  <a:pt x="26900" y="120854"/>
                  <a:pt x="26384" y="120915"/>
                </a:cubicBezTo>
                <a:cubicBezTo>
                  <a:pt x="26353" y="120793"/>
                  <a:pt x="26627" y="120793"/>
                  <a:pt x="26596" y="120672"/>
                </a:cubicBezTo>
                <a:cubicBezTo>
                  <a:pt x="27174" y="120611"/>
                  <a:pt x="27144" y="120763"/>
                  <a:pt x="27751" y="120733"/>
                </a:cubicBezTo>
                <a:close/>
                <a:moveTo>
                  <a:pt x="35381" y="119851"/>
                </a:moveTo>
                <a:cubicBezTo>
                  <a:pt x="35837" y="119973"/>
                  <a:pt x="36597" y="119881"/>
                  <a:pt x="37356" y="119851"/>
                </a:cubicBezTo>
                <a:cubicBezTo>
                  <a:pt x="37721" y="119851"/>
                  <a:pt x="37782" y="119912"/>
                  <a:pt x="38147" y="119912"/>
                </a:cubicBezTo>
                <a:cubicBezTo>
                  <a:pt x="38512" y="119912"/>
                  <a:pt x="38572" y="119851"/>
                  <a:pt x="38937" y="119851"/>
                </a:cubicBezTo>
                <a:cubicBezTo>
                  <a:pt x="40457" y="119881"/>
                  <a:pt x="42524" y="119912"/>
                  <a:pt x="44499" y="119912"/>
                </a:cubicBezTo>
                <a:cubicBezTo>
                  <a:pt x="44408" y="120246"/>
                  <a:pt x="43162" y="120003"/>
                  <a:pt x="42706" y="120003"/>
                </a:cubicBezTo>
                <a:cubicBezTo>
                  <a:pt x="42129" y="120003"/>
                  <a:pt x="41764" y="120185"/>
                  <a:pt x="41308" y="120064"/>
                </a:cubicBezTo>
                <a:cubicBezTo>
                  <a:pt x="41065" y="120064"/>
                  <a:pt x="41095" y="120185"/>
                  <a:pt x="41308" y="120185"/>
                </a:cubicBezTo>
                <a:cubicBezTo>
                  <a:pt x="41095" y="120337"/>
                  <a:pt x="40426" y="120125"/>
                  <a:pt x="40518" y="120003"/>
                </a:cubicBezTo>
                <a:cubicBezTo>
                  <a:pt x="38815" y="120064"/>
                  <a:pt x="37600" y="119942"/>
                  <a:pt x="36353" y="120094"/>
                </a:cubicBezTo>
                <a:cubicBezTo>
                  <a:pt x="35958" y="120033"/>
                  <a:pt x="35411" y="120003"/>
                  <a:pt x="35350" y="119851"/>
                </a:cubicBezTo>
                <a:close/>
                <a:moveTo>
                  <a:pt x="87813" y="120976"/>
                </a:moveTo>
                <a:cubicBezTo>
                  <a:pt x="87297" y="120824"/>
                  <a:pt x="88999" y="120763"/>
                  <a:pt x="89394" y="120854"/>
                </a:cubicBezTo>
                <a:cubicBezTo>
                  <a:pt x="89272" y="121036"/>
                  <a:pt x="87874" y="120793"/>
                  <a:pt x="87783" y="120976"/>
                </a:cubicBezTo>
                <a:close/>
                <a:moveTo>
                  <a:pt x="90093" y="122556"/>
                </a:moveTo>
                <a:cubicBezTo>
                  <a:pt x="89698" y="122465"/>
                  <a:pt x="89303" y="122435"/>
                  <a:pt x="88908" y="122435"/>
                </a:cubicBezTo>
                <a:cubicBezTo>
                  <a:pt x="88786" y="122192"/>
                  <a:pt x="90245" y="122495"/>
                  <a:pt x="90093" y="122495"/>
                </a:cubicBezTo>
                <a:cubicBezTo>
                  <a:pt x="90245" y="122495"/>
                  <a:pt x="91035" y="122435"/>
                  <a:pt x="91674" y="122435"/>
                </a:cubicBezTo>
                <a:cubicBezTo>
                  <a:pt x="92190" y="122465"/>
                  <a:pt x="92737" y="122465"/>
                  <a:pt x="93254" y="122435"/>
                </a:cubicBezTo>
                <a:cubicBezTo>
                  <a:pt x="93315" y="122526"/>
                  <a:pt x="93589" y="122556"/>
                  <a:pt x="94044" y="122556"/>
                </a:cubicBezTo>
                <a:cubicBezTo>
                  <a:pt x="93406" y="122739"/>
                  <a:pt x="92616" y="122495"/>
                  <a:pt x="91674" y="122495"/>
                </a:cubicBezTo>
                <a:cubicBezTo>
                  <a:pt x="91066" y="122465"/>
                  <a:pt x="90610" y="122556"/>
                  <a:pt x="90093" y="122526"/>
                </a:cubicBezTo>
                <a:close/>
                <a:moveTo>
                  <a:pt x="88360" y="121371"/>
                </a:moveTo>
                <a:cubicBezTo>
                  <a:pt x="88512" y="121553"/>
                  <a:pt x="87692" y="121432"/>
                  <a:pt x="87935" y="121675"/>
                </a:cubicBezTo>
                <a:cubicBezTo>
                  <a:pt x="87601" y="121675"/>
                  <a:pt x="87449" y="121614"/>
                  <a:pt x="87357" y="121553"/>
                </a:cubicBezTo>
                <a:cubicBezTo>
                  <a:pt x="87722" y="121492"/>
                  <a:pt x="87631" y="121280"/>
                  <a:pt x="88360" y="121340"/>
                </a:cubicBezTo>
                <a:close/>
                <a:moveTo>
                  <a:pt x="87357" y="121553"/>
                </a:moveTo>
                <a:cubicBezTo>
                  <a:pt x="86810" y="121553"/>
                  <a:pt x="87570" y="121948"/>
                  <a:pt x="86749" y="121857"/>
                </a:cubicBezTo>
                <a:cubicBezTo>
                  <a:pt x="86506" y="121705"/>
                  <a:pt x="87357" y="121614"/>
                  <a:pt x="86749" y="121553"/>
                </a:cubicBezTo>
                <a:cubicBezTo>
                  <a:pt x="86841" y="121401"/>
                  <a:pt x="87297" y="121401"/>
                  <a:pt x="87357" y="121553"/>
                </a:cubicBezTo>
                <a:close/>
                <a:moveTo>
                  <a:pt x="88117" y="122556"/>
                </a:moveTo>
                <a:cubicBezTo>
                  <a:pt x="88725" y="122526"/>
                  <a:pt x="88877" y="122739"/>
                  <a:pt x="89303" y="122617"/>
                </a:cubicBezTo>
                <a:cubicBezTo>
                  <a:pt x="89911" y="122678"/>
                  <a:pt x="87661" y="122891"/>
                  <a:pt x="88087" y="122526"/>
                </a:cubicBezTo>
                <a:close/>
                <a:moveTo>
                  <a:pt x="55989" y="119517"/>
                </a:moveTo>
                <a:cubicBezTo>
                  <a:pt x="56810" y="119517"/>
                  <a:pt x="56749" y="119608"/>
                  <a:pt x="57387" y="119517"/>
                </a:cubicBezTo>
                <a:cubicBezTo>
                  <a:pt x="57387" y="119851"/>
                  <a:pt x="56202" y="119426"/>
                  <a:pt x="56384" y="119821"/>
                </a:cubicBezTo>
                <a:cubicBezTo>
                  <a:pt x="55685" y="119851"/>
                  <a:pt x="56050" y="119608"/>
                  <a:pt x="55989" y="119486"/>
                </a:cubicBezTo>
                <a:close/>
                <a:moveTo>
                  <a:pt x="77783" y="119486"/>
                </a:moveTo>
                <a:cubicBezTo>
                  <a:pt x="78847" y="119304"/>
                  <a:pt x="80245" y="119517"/>
                  <a:pt x="81339" y="119486"/>
                </a:cubicBezTo>
                <a:cubicBezTo>
                  <a:pt x="82221" y="119456"/>
                  <a:pt x="82768" y="119243"/>
                  <a:pt x="83345" y="119365"/>
                </a:cubicBezTo>
                <a:cubicBezTo>
                  <a:pt x="83376" y="119547"/>
                  <a:pt x="82585" y="119456"/>
                  <a:pt x="82160" y="119486"/>
                </a:cubicBezTo>
                <a:cubicBezTo>
                  <a:pt x="81765" y="119517"/>
                  <a:pt x="81461" y="119608"/>
                  <a:pt x="81157" y="119608"/>
                </a:cubicBezTo>
                <a:cubicBezTo>
                  <a:pt x="80853" y="119608"/>
                  <a:pt x="80853" y="119547"/>
                  <a:pt x="80762" y="119547"/>
                </a:cubicBezTo>
                <a:cubicBezTo>
                  <a:pt x="80549" y="119547"/>
                  <a:pt x="79971" y="119699"/>
                  <a:pt x="79789" y="119486"/>
                </a:cubicBezTo>
                <a:cubicBezTo>
                  <a:pt x="79120" y="119577"/>
                  <a:pt x="78421" y="119577"/>
                  <a:pt x="77752" y="119456"/>
                </a:cubicBezTo>
                <a:close/>
                <a:moveTo>
                  <a:pt x="91126" y="122192"/>
                </a:moveTo>
                <a:cubicBezTo>
                  <a:pt x="90792" y="122252"/>
                  <a:pt x="90458" y="122313"/>
                  <a:pt x="90123" y="122313"/>
                </a:cubicBezTo>
                <a:cubicBezTo>
                  <a:pt x="89971" y="122070"/>
                  <a:pt x="90792" y="122070"/>
                  <a:pt x="91096" y="122161"/>
                </a:cubicBezTo>
                <a:close/>
                <a:moveTo>
                  <a:pt x="93102" y="121280"/>
                </a:moveTo>
                <a:cubicBezTo>
                  <a:pt x="93497" y="121371"/>
                  <a:pt x="93892" y="121432"/>
                  <a:pt x="94288" y="121462"/>
                </a:cubicBezTo>
                <a:cubicBezTo>
                  <a:pt x="93649" y="121948"/>
                  <a:pt x="91856" y="121705"/>
                  <a:pt x="90519" y="121736"/>
                </a:cubicBezTo>
                <a:cubicBezTo>
                  <a:pt x="90275" y="121736"/>
                  <a:pt x="90336" y="121827"/>
                  <a:pt x="90306" y="121918"/>
                </a:cubicBezTo>
                <a:cubicBezTo>
                  <a:pt x="89759" y="121675"/>
                  <a:pt x="89212" y="121918"/>
                  <a:pt x="88512" y="121979"/>
                </a:cubicBezTo>
                <a:cubicBezTo>
                  <a:pt x="87874" y="122009"/>
                  <a:pt x="87996" y="121796"/>
                  <a:pt x="87540" y="121796"/>
                </a:cubicBezTo>
                <a:cubicBezTo>
                  <a:pt x="88178" y="121614"/>
                  <a:pt x="88908" y="121857"/>
                  <a:pt x="89698" y="121736"/>
                </a:cubicBezTo>
                <a:cubicBezTo>
                  <a:pt x="90063" y="121614"/>
                  <a:pt x="90093" y="121401"/>
                  <a:pt x="90701" y="121401"/>
                </a:cubicBezTo>
                <a:cubicBezTo>
                  <a:pt x="90762" y="121523"/>
                  <a:pt x="90519" y="121523"/>
                  <a:pt x="90519" y="121584"/>
                </a:cubicBezTo>
                <a:cubicBezTo>
                  <a:pt x="91704" y="121492"/>
                  <a:pt x="93102" y="121796"/>
                  <a:pt x="93102" y="121280"/>
                </a:cubicBezTo>
                <a:close/>
                <a:moveTo>
                  <a:pt x="89607" y="119912"/>
                </a:moveTo>
                <a:cubicBezTo>
                  <a:pt x="89819" y="119638"/>
                  <a:pt x="90579" y="119638"/>
                  <a:pt x="91400" y="119729"/>
                </a:cubicBezTo>
                <a:cubicBezTo>
                  <a:pt x="91643" y="119608"/>
                  <a:pt x="93102" y="119486"/>
                  <a:pt x="92981" y="119790"/>
                </a:cubicBezTo>
                <a:cubicBezTo>
                  <a:pt x="91856" y="119821"/>
                  <a:pt x="90336" y="119973"/>
                  <a:pt x="89637" y="119912"/>
                </a:cubicBezTo>
                <a:close/>
                <a:moveTo>
                  <a:pt x="135109" y="40093"/>
                </a:moveTo>
                <a:cubicBezTo>
                  <a:pt x="135018" y="39151"/>
                  <a:pt x="135170" y="37600"/>
                  <a:pt x="135109" y="36537"/>
                </a:cubicBezTo>
                <a:cubicBezTo>
                  <a:pt x="135231" y="37722"/>
                  <a:pt x="135231" y="38907"/>
                  <a:pt x="135109" y="40093"/>
                </a:cubicBezTo>
                <a:close/>
                <a:moveTo>
                  <a:pt x="13222" y="124623"/>
                </a:moveTo>
                <a:cubicBezTo>
                  <a:pt x="13435" y="124441"/>
                  <a:pt x="13982" y="124562"/>
                  <a:pt x="14469" y="124593"/>
                </a:cubicBezTo>
                <a:cubicBezTo>
                  <a:pt x="14317" y="124775"/>
                  <a:pt x="13769" y="124654"/>
                  <a:pt x="13222" y="124623"/>
                </a:cubicBezTo>
                <a:close/>
                <a:moveTo>
                  <a:pt x="14681" y="124319"/>
                </a:moveTo>
                <a:lnTo>
                  <a:pt x="12706" y="124319"/>
                </a:lnTo>
                <a:cubicBezTo>
                  <a:pt x="12675" y="124258"/>
                  <a:pt x="13405" y="124198"/>
                  <a:pt x="13800" y="124198"/>
                </a:cubicBezTo>
                <a:cubicBezTo>
                  <a:pt x="14286" y="124167"/>
                  <a:pt x="14742" y="124228"/>
                  <a:pt x="14681" y="124319"/>
                </a:cubicBezTo>
                <a:close/>
                <a:moveTo>
                  <a:pt x="14438" y="124958"/>
                </a:moveTo>
                <a:cubicBezTo>
                  <a:pt x="14286" y="125140"/>
                  <a:pt x="13891" y="125018"/>
                  <a:pt x="13435" y="125018"/>
                </a:cubicBezTo>
                <a:cubicBezTo>
                  <a:pt x="13465" y="124866"/>
                  <a:pt x="14195" y="124866"/>
                  <a:pt x="14469" y="124958"/>
                </a:cubicBezTo>
                <a:close/>
                <a:moveTo>
                  <a:pt x="5806" y="116173"/>
                </a:moveTo>
                <a:cubicBezTo>
                  <a:pt x="5623" y="116112"/>
                  <a:pt x="5532" y="115231"/>
                  <a:pt x="5411" y="114836"/>
                </a:cubicBezTo>
                <a:cubicBezTo>
                  <a:pt x="5684" y="114957"/>
                  <a:pt x="5654" y="115596"/>
                  <a:pt x="5806" y="116173"/>
                </a:cubicBezTo>
                <a:close/>
                <a:moveTo>
                  <a:pt x="14803" y="125505"/>
                </a:moveTo>
                <a:cubicBezTo>
                  <a:pt x="16201" y="125413"/>
                  <a:pt x="16900" y="125565"/>
                  <a:pt x="17964" y="125535"/>
                </a:cubicBezTo>
                <a:cubicBezTo>
                  <a:pt x="17660" y="125778"/>
                  <a:pt x="18845" y="125535"/>
                  <a:pt x="18542" y="125778"/>
                </a:cubicBezTo>
                <a:cubicBezTo>
                  <a:pt x="17903" y="125717"/>
                  <a:pt x="17295" y="125748"/>
                  <a:pt x="16779" y="125717"/>
                </a:cubicBezTo>
                <a:cubicBezTo>
                  <a:pt x="16718" y="125717"/>
                  <a:pt x="16809" y="125596"/>
                  <a:pt x="16779" y="125596"/>
                </a:cubicBezTo>
                <a:cubicBezTo>
                  <a:pt x="16596" y="125535"/>
                  <a:pt x="15988" y="125626"/>
                  <a:pt x="15776" y="125596"/>
                </a:cubicBezTo>
                <a:cubicBezTo>
                  <a:pt x="15472" y="125626"/>
                  <a:pt x="15836" y="125687"/>
                  <a:pt x="15563" y="125839"/>
                </a:cubicBezTo>
                <a:cubicBezTo>
                  <a:pt x="15107" y="125626"/>
                  <a:pt x="14529" y="125839"/>
                  <a:pt x="13800" y="125687"/>
                </a:cubicBezTo>
                <a:cubicBezTo>
                  <a:pt x="13557" y="125687"/>
                  <a:pt x="13678" y="125748"/>
                  <a:pt x="13800" y="125748"/>
                </a:cubicBezTo>
                <a:cubicBezTo>
                  <a:pt x="13678" y="125839"/>
                  <a:pt x="13526" y="125839"/>
                  <a:pt x="13405" y="125809"/>
                </a:cubicBezTo>
                <a:cubicBezTo>
                  <a:pt x="13192" y="125748"/>
                  <a:pt x="12979" y="125717"/>
                  <a:pt x="12766" y="125687"/>
                </a:cubicBezTo>
                <a:cubicBezTo>
                  <a:pt x="12736" y="125657"/>
                  <a:pt x="12858" y="125626"/>
                  <a:pt x="13010" y="125626"/>
                </a:cubicBezTo>
                <a:lnTo>
                  <a:pt x="13496" y="125565"/>
                </a:lnTo>
                <a:cubicBezTo>
                  <a:pt x="13739" y="125535"/>
                  <a:pt x="13891" y="125505"/>
                  <a:pt x="13617" y="125444"/>
                </a:cubicBezTo>
                <a:cubicBezTo>
                  <a:pt x="13982" y="125292"/>
                  <a:pt x="14620" y="125565"/>
                  <a:pt x="14195" y="125717"/>
                </a:cubicBezTo>
                <a:cubicBezTo>
                  <a:pt x="14377" y="125626"/>
                  <a:pt x="14924" y="125687"/>
                  <a:pt x="14803" y="125505"/>
                </a:cubicBezTo>
                <a:close/>
                <a:moveTo>
                  <a:pt x="18845" y="124228"/>
                </a:moveTo>
                <a:cubicBezTo>
                  <a:pt x="18694" y="124441"/>
                  <a:pt x="17387" y="124319"/>
                  <a:pt x="16657" y="124350"/>
                </a:cubicBezTo>
                <a:cubicBezTo>
                  <a:pt x="17083" y="124076"/>
                  <a:pt x="18055" y="124380"/>
                  <a:pt x="18845" y="124228"/>
                </a:cubicBezTo>
                <a:close/>
                <a:moveTo>
                  <a:pt x="4195" y="113225"/>
                </a:moveTo>
                <a:cubicBezTo>
                  <a:pt x="4347" y="113225"/>
                  <a:pt x="4316" y="112921"/>
                  <a:pt x="4316" y="112617"/>
                </a:cubicBezTo>
                <a:cubicBezTo>
                  <a:pt x="4225" y="112465"/>
                  <a:pt x="4134" y="112343"/>
                  <a:pt x="4043" y="112252"/>
                </a:cubicBezTo>
                <a:cubicBezTo>
                  <a:pt x="3982" y="111796"/>
                  <a:pt x="3891" y="111340"/>
                  <a:pt x="3769" y="110915"/>
                </a:cubicBezTo>
                <a:cubicBezTo>
                  <a:pt x="4043" y="111340"/>
                  <a:pt x="3982" y="110945"/>
                  <a:pt x="4225" y="111431"/>
                </a:cubicBezTo>
                <a:cubicBezTo>
                  <a:pt x="4316" y="112191"/>
                  <a:pt x="4134" y="111401"/>
                  <a:pt x="3982" y="111462"/>
                </a:cubicBezTo>
                <a:cubicBezTo>
                  <a:pt x="4164" y="112131"/>
                  <a:pt x="4408" y="112070"/>
                  <a:pt x="4560" y="113164"/>
                </a:cubicBezTo>
                <a:cubicBezTo>
                  <a:pt x="4225" y="113164"/>
                  <a:pt x="4499" y="113559"/>
                  <a:pt x="4651" y="114349"/>
                </a:cubicBezTo>
                <a:cubicBezTo>
                  <a:pt x="4377" y="114410"/>
                  <a:pt x="4195" y="113711"/>
                  <a:pt x="3982" y="112860"/>
                </a:cubicBezTo>
                <a:cubicBezTo>
                  <a:pt x="4073" y="112799"/>
                  <a:pt x="4134" y="113012"/>
                  <a:pt x="4195" y="113225"/>
                </a:cubicBezTo>
                <a:close/>
                <a:moveTo>
                  <a:pt x="18177" y="125170"/>
                </a:moveTo>
                <a:cubicBezTo>
                  <a:pt x="18420" y="125049"/>
                  <a:pt x="19241" y="125231"/>
                  <a:pt x="19970" y="125170"/>
                </a:cubicBezTo>
                <a:cubicBezTo>
                  <a:pt x="19909" y="125383"/>
                  <a:pt x="18694" y="125201"/>
                  <a:pt x="18207" y="125170"/>
                </a:cubicBezTo>
                <a:close/>
                <a:moveTo>
                  <a:pt x="16140" y="126021"/>
                </a:moveTo>
                <a:cubicBezTo>
                  <a:pt x="16171" y="126143"/>
                  <a:pt x="15441" y="126052"/>
                  <a:pt x="15168" y="126082"/>
                </a:cubicBezTo>
                <a:cubicBezTo>
                  <a:pt x="15259" y="125839"/>
                  <a:pt x="15867" y="125900"/>
                  <a:pt x="16171" y="126021"/>
                </a:cubicBezTo>
                <a:close/>
                <a:moveTo>
                  <a:pt x="3222" y="109577"/>
                </a:moveTo>
                <a:cubicBezTo>
                  <a:pt x="3009" y="109243"/>
                  <a:pt x="2857" y="108848"/>
                  <a:pt x="2766" y="108453"/>
                </a:cubicBezTo>
                <a:cubicBezTo>
                  <a:pt x="2949" y="108422"/>
                  <a:pt x="3101" y="109121"/>
                  <a:pt x="3222" y="109608"/>
                </a:cubicBezTo>
                <a:close/>
                <a:moveTo>
                  <a:pt x="2097" y="103924"/>
                </a:moveTo>
                <a:cubicBezTo>
                  <a:pt x="2067" y="104167"/>
                  <a:pt x="2097" y="104380"/>
                  <a:pt x="2128" y="104592"/>
                </a:cubicBezTo>
                <a:cubicBezTo>
                  <a:pt x="1915" y="104197"/>
                  <a:pt x="1794" y="103741"/>
                  <a:pt x="1763" y="103316"/>
                </a:cubicBezTo>
                <a:cubicBezTo>
                  <a:pt x="1915" y="103377"/>
                  <a:pt x="1976" y="103893"/>
                  <a:pt x="2097" y="103954"/>
                </a:cubicBezTo>
                <a:close/>
                <a:moveTo>
                  <a:pt x="19636" y="124228"/>
                </a:moveTo>
                <a:cubicBezTo>
                  <a:pt x="22341" y="124289"/>
                  <a:pt x="23040" y="124258"/>
                  <a:pt x="25745" y="124319"/>
                </a:cubicBezTo>
                <a:cubicBezTo>
                  <a:pt x="26384" y="124441"/>
                  <a:pt x="25046" y="124380"/>
                  <a:pt x="24560" y="124380"/>
                </a:cubicBezTo>
                <a:lnTo>
                  <a:pt x="19210" y="124350"/>
                </a:lnTo>
                <a:cubicBezTo>
                  <a:pt x="19149" y="124258"/>
                  <a:pt x="19393" y="124228"/>
                  <a:pt x="19636" y="124228"/>
                </a:cubicBezTo>
                <a:close/>
                <a:moveTo>
                  <a:pt x="2614" y="94562"/>
                </a:moveTo>
                <a:cubicBezTo>
                  <a:pt x="2918" y="93650"/>
                  <a:pt x="3070" y="93802"/>
                  <a:pt x="3131" y="94045"/>
                </a:cubicBezTo>
                <a:cubicBezTo>
                  <a:pt x="2949" y="94714"/>
                  <a:pt x="2797" y="94410"/>
                  <a:pt x="2645" y="94562"/>
                </a:cubicBezTo>
                <a:close/>
                <a:moveTo>
                  <a:pt x="6110" y="85778"/>
                </a:moveTo>
                <a:cubicBezTo>
                  <a:pt x="6322" y="85322"/>
                  <a:pt x="6505" y="85048"/>
                  <a:pt x="6626" y="85170"/>
                </a:cubicBezTo>
                <a:cubicBezTo>
                  <a:pt x="6414" y="85626"/>
                  <a:pt x="6231" y="85899"/>
                  <a:pt x="6110" y="85778"/>
                </a:cubicBezTo>
                <a:close/>
                <a:moveTo>
                  <a:pt x="2493" y="92981"/>
                </a:moveTo>
                <a:cubicBezTo>
                  <a:pt x="2949" y="91644"/>
                  <a:pt x="3587" y="90337"/>
                  <a:pt x="4408" y="89151"/>
                </a:cubicBezTo>
                <a:cubicBezTo>
                  <a:pt x="4742" y="88604"/>
                  <a:pt x="4468" y="88635"/>
                  <a:pt x="4863" y="87996"/>
                </a:cubicBezTo>
                <a:cubicBezTo>
                  <a:pt x="4894" y="88057"/>
                  <a:pt x="4833" y="88209"/>
                  <a:pt x="4863" y="88240"/>
                </a:cubicBezTo>
                <a:cubicBezTo>
                  <a:pt x="5228" y="87601"/>
                  <a:pt x="5563" y="86963"/>
                  <a:pt x="5806" y="86264"/>
                </a:cubicBezTo>
                <a:cubicBezTo>
                  <a:pt x="5958" y="86629"/>
                  <a:pt x="6292" y="85990"/>
                  <a:pt x="6596" y="85595"/>
                </a:cubicBezTo>
                <a:cubicBezTo>
                  <a:pt x="6626" y="86173"/>
                  <a:pt x="5745" y="87176"/>
                  <a:pt x="5441" y="87449"/>
                </a:cubicBezTo>
                <a:cubicBezTo>
                  <a:pt x="5593" y="87662"/>
                  <a:pt x="5380" y="88574"/>
                  <a:pt x="5015" y="89030"/>
                </a:cubicBezTo>
                <a:cubicBezTo>
                  <a:pt x="4833" y="89030"/>
                  <a:pt x="5319" y="88331"/>
                  <a:pt x="5228" y="88240"/>
                </a:cubicBezTo>
                <a:cubicBezTo>
                  <a:pt x="4985" y="88300"/>
                  <a:pt x="4955" y="88847"/>
                  <a:pt x="4924" y="88969"/>
                </a:cubicBezTo>
                <a:cubicBezTo>
                  <a:pt x="4772" y="89121"/>
                  <a:pt x="4529" y="89851"/>
                  <a:pt x="4347" y="90063"/>
                </a:cubicBezTo>
                <a:cubicBezTo>
                  <a:pt x="4316" y="90063"/>
                  <a:pt x="4256" y="89972"/>
                  <a:pt x="4225" y="89972"/>
                </a:cubicBezTo>
                <a:cubicBezTo>
                  <a:pt x="4104" y="90215"/>
                  <a:pt x="4104" y="90458"/>
                  <a:pt x="3952" y="90793"/>
                </a:cubicBezTo>
                <a:cubicBezTo>
                  <a:pt x="3830" y="91127"/>
                  <a:pt x="3769" y="91036"/>
                  <a:pt x="3708" y="91158"/>
                </a:cubicBezTo>
                <a:cubicBezTo>
                  <a:pt x="3617" y="91492"/>
                  <a:pt x="3465" y="91826"/>
                  <a:pt x="3253" y="92130"/>
                </a:cubicBezTo>
                <a:cubicBezTo>
                  <a:pt x="3192" y="92191"/>
                  <a:pt x="3070" y="92434"/>
                  <a:pt x="3009" y="92495"/>
                </a:cubicBezTo>
                <a:cubicBezTo>
                  <a:pt x="2857" y="92738"/>
                  <a:pt x="2949" y="91948"/>
                  <a:pt x="2493" y="93012"/>
                </a:cubicBezTo>
                <a:close/>
                <a:moveTo>
                  <a:pt x="3009" y="92252"/>
                </a:moveTo>
                <a:cubicBezTo>
                  <a:pt x="3374" y="91310"/>
                  <a:pt x="4043" y="90854"/>
                  <a:pt x="3648" y="90641"/>
                </a:cubicBezTo>
                <a:cubicBezTo>
                  <a:pt x="3374" y="91218"/>
                  <a:pt x="2857" y="92130"/>
                  <a:pt x="3009" y="92282"/>
                </a:cubicBezTo>
                <a:close/>
                <a:moveTo>
                  <a:pt x="4316" y="110185"/>
                </a:moveTo>
                <a:cubicBezTo>
                  <a:pt x="4560" y="110246"/>
                  <a:pt x="4620" y="111097"/>
                  <a:pt x="4681" y="111523"/>
                </a:cubicBezTo>
                <a:cubicBezTo>
                  <a:pt x="4560" y="111492"/>
                  <a:pt x="4468" y="110580"/>
                  <a:pt x="4316" y="110216"/>
                </a:cubicBezTo>
                <a:close/>
                <a:moveTo>
                  <a:pt x="3921" y="109851"/>
                </a:moveTo>
                <a:cubicBezTo>
                  <a:pt x="4164" y="110246"/>
                  <a:pt x="4316" y="111462"/>
                  <a:pt x="4529" y="112161"/>
                </a:cubicBezTo>
                <a:cubicBezTo>
                  <a:pt x="4316" y="111796"/>
                  <a:pt x="4134" y="110580"/>
                  <a:pt x="3921" y="109881"/>
                </a:cubicBezTo>
                <a:close/>
                <a:moveTo>
                  <a:pt x="9544" y="83194"/>
                </a:moveTo>
                <a:cubicBezTo>
                  <a:pt x="9544" y="82768"/>
                  <a:pt x="9879" y="82495"/>
                  <a:pt x="10244" y="81765"/>
                </a:cubicBezTo>
                <a:cubicBezTo>
                  <a:pt x="10578" y="81401"/>
                  <a:pt x="9727" y="82829"/>
                  <a:pt x="9544" y="83224"/>
                </a:cubicBezTo>
                <a:close/>
                <a:moveTo>
                  <a:pt x="6353" y="89121"/>
                </a:moveTo>
                <a:cubicBezTo>
                  <a:pt x="6718" y="88270"/>
                  <a:pt x="7143" y="87449"/>
                  <a:pt x="7599" y="86659"/>
                </a:cubicBezTo>
                <a:cubicBezTo>
                  <a:pt x="8025" y="85869"/>
                  <a:pt x="9575" y="83072"/>
                  <a:pt x="8785" y="84592"/>
                </a:cubicBezTo>
                <a:cubicBezTo>
                  <a:pt x="8177" y="85778"/>
                  <a:pt x="7022" y="87875"/>
                  <a:pt x="6353" y="89151"/>
                </a:cubicBezTo>
                <a:close/>
                <a:moveTo>
                  <a:pt x="53801" y="49515"/>
                </a:moveTo>
                <a:cubicBezTo>
                  <a:pt x="54408" y="49576"/>
                  <a:pt x="52372" y="50032"/>
                  <a:pt x="51794" y="50397"/>
                </a:cubicBezTo>
                <a:cubicBezTo>
                  <a:pt x="52220" y="50032"/>
                  <a:pt x="52737" y="49819"/>
                  <a:pt x="53284" y="49759"/>
                </a:cubicBezTo>
                <a:cubicBezTo>
                  <a:pt x="53527" y="49667"/>
                  <a:pt x="53801" y="49576"/>
                  <a:pt x="53801" y="49515"/>
                </a:cubicBezTo>
                <a:close/>
                <a:moveTo>
                  <a:pt x="56658" y="48664"/>
                </a:moveTo>
                <a:cubicBezTo>
                  <a:pt x="55959" y="48877"/>
                  <a:pt x="55260" y="49060"/>
                  <a:pt x="54408" y="49424"/>
                </a:cubicBezTo>
                <a:cubicBezTo>
                  <a:pt x="54834" y="49090"/>
                  <a:pt x="56475" y="48421"/>
                  <a:pt x="56658" y="48664"/>
                </a:cubicBezTo>
                <a:close/>
                <a:moveTo>
                  <a:pt x="58086" y="48664"/>
                </a:moveTo>
                <a:cubicBezTo>
                  <a:pt x="58573" y="48512"/>
                  <a:pt x="58208" y="48847"/>
                  <a:pt x="58178" y="48908"/>
                </a:cubicBezTo>
                <a:cubicBezTo>
                  <a:pt x="57843" y="48999"/>
                  <a:pt x="57539" y="49060"/>
                  <a:pt x="57205" y="49120"/>
                </a:cubicBezTo>
                <a:cubicBezTo>
                  <a:pt x="57296" y="48908"/>
                  <a:pt x="58117" y="48938"/>
                  <a:pt x="58086" y="48664"/>
                </a:cubicBezTo>
                <a:close/>
                <a:moveTo>
                  <a:pt x="27387" y="124410"/>
                </a:moveTo>
                <a:cubicBezTo>
                  <a:pt x="28359" y="124319"/>
                  <a:pt x="29362" y="124319"/>
                  <a:pt x="30335" y="124410"/>
                </a:cubicBezTo>
                <a:cubicBezTo>
                  <a:pt x="29362" y="124593"/>
                  <a:pt x="27995" y="124410"/>
                  <a:pt x="27387" y="124410"/>
                </a:cubicBezTo>
                <a:close/>
                <a:moveTo>
                  <a:pt x="6870" y="85534"/>
                </a:moveTo>
                <a:cubicBezTo>
                  <a:pt x="6444" y="85170"/>
                  <a:pt x="7204" y="83741"/>
                  <a:pt x="7994" y="82768"/>
                </a:cubicBezTo>
                <a:cubicBezTo>
                  <a:pt x="8116" y="82495"/>
                  <a:pt x="7903" y="82677"/>
                  <a:pt x="7812" y="82860"/>
                </a:cubicBezTo>
                <a:cubicBezTo>
                  <a:pt x="7903" y="82282"/>
                  <a:pt x="8481" y="81765"/>
                  <a:pt x="8754" y="81340"/>
                </a:cubicBezTo>
                <a:cubicBezTo>
                  <a:pt x="8876" y="81127"/>
                  <a:pt x="8724" y="81249"/>
                  <a:pt x="8693" y="81309"/>
                </a:cubicBezTo>
                <a:cubicBezTo>
                  <a:pt x="8967" y="80641"/>
                  <a:pt x="9332" y="80002"/>
                  <a:pt x="9788" y="79425"/>
                </a:cubicBezTo>
                <a:cubicBezTo>
                  <a:pt x="9848" y="79121"/>
                  <a:pt x="10304" y="78422"/>
                  <a:pt x="10031" y="78422"/>
                </a:cubicBezTo>
                <a:cubicBezTo>
                  <a:pt x="10578" y="77814"/>
                  <a:pt x="10912" y="76993"/>
                  <a:pt x="11399" y="76021"/>
                </a:cubicBezTo>
                <a:cubicBezTo>
                  <a:pt x="11703" y="75625"/>
                  <a:pt x="11885" y="75777"/>
                  <a:pt x="12250" y="75139"/>
                </a:cubicBezTo>
                <a:cubicBezTo>
                  <a:pt x="12371" y="74653"/>
                  <a:pt x="11611" y="76021"/>
                  <a:pt x="11733" y="75291"/>
                </a:cubicBezTo>
                <a:cubicBezTo>
                  <a:pt x="11915" y="74896"/>
                  <a:pt x="12037" y="74744"/>
                  <a:pt x="12098" y="74835"/>
                </a:cubicBezTo>
                <a:cubicBezTo>
                  <a:pt x="12706" y="73619"/>
                  <a:pt x="13648" y="72099"/>
                  <a:pt x="14013" y="71127"/>
                </a:cubicBezTo>
                <a:cubicBezTo>
                  <a:pt x="14195" y="70762"/>
                  <a:pt x="14347" y="70610"/>
                  <a:pt x="14469" y="70701"/>
                </a:cubicBezTo>
                <a:cubicBezTo>
                  <a:pt x="14408" y="70306"/>
                  <a:pt x="14924" y="69333"/>
                  <a:pt x="15472" y="68543"/>
                </a:cubicBezTo>
                <a:cubicBezTo>
                  <a:pt x="15441" y="68270"/>
                  <a:pt x="15897" y="67540"/>
                  <a:pt x="16079" y="67054"/>
                </a:cubicBezTo>
                <a:cubicBezTo>
                  <a:pt x="16231" y="67054"/>
                  <a:pt x="16049" y="67358"/>
                  <a:pt x="15897" y="67631"/>
                </a:cubicBezTo>
                <a:cubicBezTo>
                  <a:pt x="16262" y="67297"/>
                  <a:pt x="16414" y="66507"/>
                  <a:pt x="16779" y="66112"/>
                </a:cubicBezTo>
                <a:cubicBezTo>
                  <a:pt x="16900" y="65929"/>
                  <a:pt x="16779" y="65990"/>
                  <a:pt x="16748" y="66081"/>
                </a:cubicBezTo>
                <a:cubicBezTo>
                  <a:pt x="16627" y="65777"/>
                  <a:pt x="16931" y="65838"/>
                  <a:pt x="17083" y="65595"/>
                </a:cubicBezTo>
                <a:lnTo>
                  <a:pt x="17538" y="64713"/>
                </a:lnTo>
                <a:cubicBezTo>
                  <a:pt x="17690" y="64440"/>
                  <a:pt x="17842" y="64136"/>
                  <a:pt x="18025" y="63862"/>
                </a:cubicBezTo>
                <a:cubicBezTo>
                  <a:pt x="18116" y="63680"/>
                  <a:pt x="18268" y="63528"/>
                  <a:pt x="18420" y="63376"/>
                </a:cubicBezTo>
                <a:cubicBezTo>
                  <a:pt x="18542" y="63163"/>
                  <a:pt x="18542" y="62829"/>
                  <a:pt x="18694" y="62494"/>
                </a:cubicBezTo>
                <a:cubicBezTo>
                  <a:pt x="18845" y="62190"/>
                  <a:pt x="18967" y="62190"/>
                  <a:pt x="19119" y="61917"/>
                </a:cubicBezTo>
                <a:cubicBezTo>
                  <a:pt x="19180" y="61765"/>
                  <a:pt x="19271" y="61613"/>
                  <a:pt x="19332" y="61461"/>
                </a:cubicBezTo>
                <a:cubicBezTo>
                  <a:pt x="19940" y="60640"/>
                  <a:pt x="20517" y="60184"/>
                  <a:pt x="21004" y="59607"/>
                </a:cubicBezTo>
                <a:cubicBezTo>
                  <a:pt x="20791" y="59728"/>
                  <a:pt x="20608" y="59880"/>
                  <a:pt x="20426" y="60063"/>
                </a:cubicBezTo>
                <a:cubicBezTo>
                  <a:pt x="21277" y="59029"/>
                  <a:pt x="22432" y="58361"/>
                  <a:pt x="23344" y="57874"/>
                </a:cubicBezTo>
                <a:cubicBezTo>
                  <a:pt x="23709" y="57692"/>
                  <a:pt x="24013" y="57449"/>
                  <a:pt x="24378" y="57266"/>
                </a:cubicBezTo>
                <a:cubicBezTo>
                  <a:pt x="24499" y="57206"/>
                  <a:pt x="24864" y="57084"/>
                  <a:pt x="25229" y="56932"/>
                </a:cubicBezTo>
                <a:cubicBezTo>
                  <a:pt x="25472" y="56780"/>
                  <a:pt x="25229" y="56810"/>
                  <a:pt x="25381" y="56719"/>
                </a:cubicBezTo>
                <a:cubicBezTo>
                  <a:pt x="25715" y="56476"/>
                  <a:pt x="26353" y="56324"/>
                  <a:pt x="26688" y="56142"/>
                </a:cubicBezTo>
                <a:cubicBezTo>
                  <a:pt x="26688" y="56263"/>
                  <a:pt x="26414" y="56415"/>
                  <a:pt x="25988" y="56567"/>
                </a:cubicBezTo>
                <a:cubicBezTo>
                  <a:pt x="26779" y="56355"/>
                  <a:pt x="25806" y="56902"/>
                  <a:pt x="26323" y="56841"/>
                </a:cubicBezTo>
                <a:cubicBezTo>
                  <a:pt x="26414" y="56750"/>
                  <a:pt x="26536" y="56689"/>
                  <a:pt x="26657" y="56628"/>
                </a:cubicBezTo>
                <a:cubicBezTo>
                  <a:pt x="27204" y="56355"/>
                  <a:pt x="26444" y="56567"/>
                  <a:pt x="26566" y="56385"/>
                </a:cubicBezTo>
                <a:cubicBezTo>
                  <a:pt x="26688" y="56203"/>
                  <a:pt x="26961" y="56233"/>
                  <a:pt x="27296" y="56081"/>
                </a:cubicBezTo>
                <a:cubicBezTo>
                  <a:pt x="27356" y="56051"/>
                  <a:pt x="27782" y="55747"/>
                  <a:pt x="27812" y="55716"/>
                </a:cubicBezTo>
                <a:cubicBezTo>
                  <a:pt x="27903" y="55686"/>
                  <a:pt x="28724" y="55564"/>
                  <a:pt x="28511" y="55351"/>
                </a:cubicBezTo>
                <a:cubicBezTo>
                  <a:pt x="28906" y="55139"/>
                  <a:pt x="28815" y="55351"/>
                  <a:pt x="29119" y="55230"/>
                </a:cubicBezTo>
                <a:cubicBezTo>
                  <a:pt x="29393" y="55108"/>
                  <a:pt x="29454" y="55048"/>
                  <a:pt x="29423" y="54956"/>
                </a:cubicBezTo>
                <a:cubicBezTo>
                  <a:pt x="30213" y="54774"/>
                  <a:pt x="30973" y="54470"/>
                  <a:pt x="31642" y="54014"/>
                </a:cubicBezTo>
                <a:cubicBezTo>
                  <a:pt x="32159" y="53923"/>
                  <a:pt x="32676" y="53771"/>
                  <a:pt x="33162" y="53589"/>
                </a:cubicBezTo>
                <a:cubicBezTo>
                  <a:pt x="33192" y="53467"/>
                  <a:pt x="32979" y="53528"/>
                  <a:pt x="32767" y="53619"/>
                </a:cubicBezTo>
                <a:cubicBezTo>
                  <a:pt x="33040" y="53406"/>
                  <a:pt x="33435" y="53345"/>
                  <a:pt x="34013" y="53011"/>
                </a:cubicBezTo>
                <a:cubicBezTo>
                  <a:pt x="34347" y="52859"/>
                  <a:pt x="34074" y="52768"/>
                  <a:pt x="34317" y="52646"/>
                </a:cubicBezTo>
                <a:cubicBezTo>
                  <a:pt x="34925" y="52494"/>
                  <a:pt x="35077" y="52160"/>
                  <a:pt x="35350" y="52008"/>
                </a:cubicBezTo>
                <a:cubicBezTo>
                  <a:pt x="35502" y="51917"/>
                  <a:pt x="35958" y="51795"/>
                  <a:pt x="36262" y="51643"/>
                </a:cubicBezTo>
                <a:cubicBezTo>
                  <a:pt x="37539" y="50974"/>
                  <a:pt x="40153" y="50032"/>
                  <a:pt x="42189" y="49242"/>
                </a:cubicBezTo>
                <a:cubicBezTo>
                  <a:pt x="42615" y="49090"/>
                  <a:pt x="43192" y="48695"/>
                  <a:pt x="43527" y="48786"/>
                </a:cubicBezTo>
                <a:cubicBezTo>
                  <a:pt x="43952" y="48664"/>
                  <a:pt x="43740" y="48573"/>
                  <a:pt x="44044" y="48452"/>
                </a:cubicBezTo>
                <a:cubicBezTo>
                  <a:pt x="46202" y="47661"/>
                  <a:pt x="47721" y="46962"/>
                  <a:pt x="49272" y="46567"/>
                </a:cubicBezTo>
                <a:cubicBezTo>
                  <a:pt x="48664" y="46993"/>
                  <a:pt x="47752" y="47053"/>
                  <a:pt x="47083" y="47479"/>
                </a:cubicBezTo>
                <a:cubicBezTo>
                  <a:pt x="46870" y="47783"/>
                  <a:pt x="47782" y="47357"/>
                  <a:pt x="48208" y="47175"/>
                </a:cubicBezTo>
                <a:cubicBezTo>
                  <a:pt x="48390" y="47084"/>
                  <a:pt x="48603" y="47053"/>
                  <a:pt x="48785" y="47023"/>
                </a:cubicBezTo>
                <a:cubicBezTo>
                  <a:pt x="49241" y="46810"/>
                  <a:pt x="49393" y="46628"/>
                  <a:pt x="49697" y="46537"/>
                </a:cubicBezTo>
                <a:cubicBezTo>
                  <a:pt x="50731" y="46294"/>
                  <a:pt x="51977" y="45868"/>
                  <a:pt x="52463" y="45442"/>
                </a:cubicBezTo>
                <a:cubicBezTo>
                  <a:pt x="54135" y="44895"/>
                  <a:pt x="55442" y="44227"/>
                  <a:pt x="56627" y="44044"/>
                </a:cubicBezTo>
                <a:cubicBezTo>
                  <a:pt x="57630" y="43436"/>
                  <a:pt x="59758" y="42859"/>
                  <a:pt x="61126" y="42433"/>
                </a:cubicBezTo>
                <a:cubicBezTo>
                  <a:pt x="61187" y="42160"/>
                  <a:pt x="61673" y="42190"/>
                  <a:pt x="62099" y="42008"/>
                </a:cubicBezTo>
                <a:lnTo>
                  <a:pt x="62129" y="41856"/>
                </a:lnTo>
                <a:cubicBezTo>
                  <a:pt x="62159" y="41673"/>
                  <a:pt x="62190" y="41491"/>
                  <a:pt x="62220" y="41309"/>
                </a:cubicBezTo>
                <a:lnTo>
                  <a:pt x="62251" y="41157"/>
                </a:lnTo>
                <a:cubicBezTo>
                  <a:pt x="62251" y="41096"/>
                  <a:pt x="62251" y="41066"/>
                  <a:pt x="62281" y="41005"/>
                </a:cubicBezTo>
                <a:lnTo>
                  <a:pt x="62342" y="40792"/>
                </a:lnTo>
                <a:cubicBezTo>
                  <a:pt x="62403" y="40518"/>
                  <a:pt x="62494" y="40275"/>
                  <a:pt x="62585" y="40032"/>
                </a:cubicBezTo>
                <a:cubicBezTo>
                  <a:pt x="63071" y="38786"/>
                  <a:pt x="63649" y="37540"/>
                  <a:pt x="64317" y="36354"/>
                </a:cubicBezTo>
                <a:cubicBezTo>
                  <a:pt x="64865" y="35321"/>
                  <a:pt x="65655" y="34378"/>
                  <a:pt x="65928" y="33558"/>
                </a:cubicBezTo>
                <a:cubicBezTo>
                  <a:pt x="66415" y="33223"/>
                  <a:pt x="66506" y="32737"/>
                  <a:pt x="66871" y="32160"/>
                </a:cubicBezTo>
                <a:cubicBezTo>
                  <a:pt x="67083" y="31886"/>
                  <a:pt x="67144" y="31916"/>
                  <a:pt x="67296" y="31704"/>
                </a:cubicBezTo>
                <a:cubicBezTo>
                  <a:pt x="67965" y="30761"/>
                  <a:pt x="68694" y="29576"/>
                  <a:pt x="69485" y="28512"/>
                </a:cubicBezTo>
                <a:cubicBezTo>
                  <a:pt x="69880" y="27965"/>
                  <a:pt x="70336" y="27479"/>
                  <a:pt x="70701" y="26962"/>
                </a:cubicBezTo>
                <a:cubicBezTo>
                  <a:pt x="70944" y="26628"/>
                  <a:pt x="71096" y="26293"/>
                  <a:pt x="71339" y="25928"/>
                </a:cubicBezTo>
                <a:cubicBezTo>
                  <a:pt x="71552" y="25594"/>
                  <a:pt x="71947" y="25260"/>
                  <a:pt x="72220" y="24865"/>
                </a:cubicBezTo>
                <a:cubicBezTo>
                  <a:pt x="72585" y="24318"/>
                  <a:pt x="72889" y="23710"/>
                  <a:pt x="73345" y="23254"/>
                </a:cubicBezTo>
                <a:cubicBezTo>
                  <a:pt x="73467" y="23102"/>
                  <a:pt x="73375" y="23071"/>
                  <a:pt x="73375" y="23010"/>
                </a:cubicBezTo>
                <a:cubicBezTo>
                  <a:pt x="73740" y="22615"/>
                  <a:pt x="74074" y="22220"/>
                  <a:pt x="74378" y="21795"/>
                </a:cubicBezTo>
                <a:cubicBezTo>
                  <a:pt x="74986" y="21369"/>
                  <a:pt x="75503" y="20852"/>
                  <a:pt x="75929" y="20244"/>
                </a:cubicBezTo>
                <a:cubicBezTo>
                  <a:pt x="76293" y="20032"/>
                  <a:pt x="75655" y="21065"/>
                  <a:pt x="76050" y="21126"/>
                </a:cubicBezTo>
                <a:cubicBezTo>
                  <a:pt x="76324" y="21035"/>
                  <a:pt x="76658" y="20275"/>
                  <a:pt x="76871" y="20001"/>
                </a:cubicBezTo>
                <a:cubicBezTo>
                  <a:pt x="77023" y="19728"/>
                  <a:pt x="76780" y="20001"/>
                  <a:pt x="76810" y="19697"/>
                </a:cubicBezTo>
                <a:cubicBezTo>
                  <a:pt x="77205" y="19059"/>
                  <a:pt x="77236" y="19485"/>
                  <a:pt x="77600" y="19059"/>
                </a:cubicBezTo>
                <a:cubicBezTo>
                  <a:pt x="78087" y="18512"/>
                  <a:pt x="77813" y="18512"/>
                  <a:pt x="78208" y="18026"/>
                </a:cubicBezTo>
                <a:cubicBezTo>
                  <a:pt x="78269" y="18117"/>
                  <a:pt x="78451" y="17904"/>
                  <a:pt x="78512" y="18026"/>
                </a:cubicBezTo>
                <a:cubicBezTo>
                  <a:pt x="78968" y="17509"/>
                  <a:pt x="78907" y="17357"/>
                  <a:pt x="79303" y="16871"/>
                </a:cubicBezTo>
                <a:cubicBezTo>
                  <a:pt x="79424" y="16901"/>
                  <a:pt x="79272" y="17114"/>
                  <a:pt x="79333" y="17175"/>
                </a:cubicBezTo>
                <a:cubicBezTo>
                  <a:pt x="79728" y="16567"/>
                  <a:pt x="80062" y="15989"/>
                  <a:pt x="80458" y="15776"/>
                </a:cubicBezTo>
                <a:cubicBezTo>
                  <a:pt x="80579" y="15594"/>
                  <a:pt x="80458" y="15655"/>
                  <a:pt x="80397" y="15746"/>
                </a:cubicBezTo>
                <a:cubicBezTo>
                  <a:pt x="80792" y="15047"/>
                  <a:pt x="81309" y="14439"/>
                  <a:pt x="81856" y="13861"/>
                </a:cubicBezTo>
                <a:cubicBezTo>
                  <a:pt x="82069" y="13557"/>
                  <a:pt x="81795" y="13649"/>
                  <a:pt x="82190" y="13375"/>
                </a:cubicBezTo>
                <a:cubicBezTo>
                  <a:pt x="82403" y="13010"/>
                  <a:pt x="82585" y="12646"/>
                  <a:pt x="82707" y="12250"/>
                </a:cubicBezTo>
                <a:cubicBezTo>
                  <a:pt x="82920" y="12068"/>
                  <a:pt x="83011" y="12190"/>
                  <a:pt x="83254" y="11946"/>
                </a:cubicBezTo>
                <a:cubicBezTo>
                  <a:pt x="83315" y="11734"/>
                  <a:pt x="83436" y="11582"/>
                  <a:pt x="83558" y="11430"/>
                </a:cubicBezTo>
                <a:cubicBezTo>
                  <a:pt x="83436" y="11308"/>
                  <a:pt x="83224" y="11582"/>
                  <a:pt x="83163" y="11339"/>
                </a:cubicBezTo>
                <a:cubicBezTo>
                  <a:pt x="83467" y="10913"/>
                  <a:pt x="83345" y="11156"/>
                  <a:pt x="83376" y="11247"/>
                </a:cubicBezTo>
                <a:cubicBezTo>
                  <a:pt x="83740" y="10852"/>
                  <a:pt x="83619" y="10761"/>
                  <a:pt x="83953" y="10396"/>
                </a:cubicBezTo>
                <a:cubicBezTo>
                  <a:pt x="84287" y="10032"/>
                  <a:pt x="84987" y="9910"/>
                  <a:pt x="84956" y="9332"/>
                </a:cubicBezTo>
                <a:cubicBezTo>
                  <a:pt x="84865" y="9302"/>
                  <a:pt x="84500" y="9758"/>
                  <a:pt x="84561" y="9819"/>
                </a:cubicBezTo>
                <a:cubicBezTo>
                  <a:pt x="84287" y="10062"/>
                  <a:pt x="84227" y="9819"/>
                  <a:pt x="84014" y="9910"/>
                </a:cubicBezTo>
                <a:cubicBezTo>
                  <a:pt x="84318" y="9393"/>
                  <a:pt x="84683" y="8937"/>
                  <a:pt x="85078" y="8512"/>
                </a:cubicBezTo>
                <a:cubicBezTo>
                  <a:pt x="85108" y="8664"/>
                  <a:pt x="84287" y="9424"/>
                  <a:pt x="84500" y="9484"/>
                </a:cubicBezTo>
                <a:cubicBezTo>
                  <a:pt x="85230" y="8785"/>
                  <a:pt x="85868" y="7995"/>
                  <a:pt x="86415" y="7174"/>
                </a:cubicBezTo>
                <a:cubicBezTo>
                  <a:pt x="86993" y="6658"/>
                  <a:pt x="88208" y="5624"/>
                  <a:pt x="88269" y="5959"/>
                </a:cubicBezTo>
                <a:cubicBezTo>
                  <a:pt x="89090" y="5503"/>
                  <a:pt x="88816" y="5411"/>
                  <a:pt x="89546" y="5077"/>
                </a:cubicBezTo>
                <a:cubicBezTo>
                  <a:pt x="89971" y="4895"/>
                  <a:pt x="89424" y="5199"/>
                  <a:pt x="89120" y="5381"/>
                </a:cubicBezTo>
                <a:cubicBezTo>
                  <a:pt x="89303" y="5472"/>
                  <a:pt x="90671" y="4864"/>
                  <a:pt x="89971" y="5472"/>
                </a:cubicBezTo>
                <a:cubicBezTo>
                  <a:pt x="90519" y="5290"/>
                  <a:pt x="91035" y="5077"/>
                  <a:pt x="91552" y="4834"/>
                </a:cubicBezTo>
                <a:cubicBezTo>
                  <a:pt x="91157" y="4864"/>
                  <a:pt x="90762" y="4986"/>
                  <a:pt x="90397" y="5138"/>
                </a:cubicBezTo>
                <a:cubicBezTo>
                  <a:pt x="90731" y="4895"/>
                  <a:pt x="89911" y="4955"/>
                  <a:pt x="90974" y="4500"/>
                </a:cubicBezTo>
                <a:cubicBezTo>
                  <a:pt x="92008" y="4074"/>
                  <a:pt x="90731" y="4682"/>
                  <a:pt x="91035" y="4743"/>
                </a:cubicBezTo>
                <a:cubicBezTo>
                  <a:pt x="91795" y="4469"/>
                  <a:pt x="91978" y="4196"/>
                  <a:pt x="92403" y="4317"/>
                </a:cubicBezTo>
                <a:cubicBezTo>
                  <a:pt x="93041" y="4074"/>
                  <a:pt x="92160" y="4226"/>
                  <a:pt x="92342" y="4074"/>
                </a:cubicBezTo>
                <a:cubicBezTo>
                  <a:pt x="92798" y="4044"/>
                  <a:pt x="93832" y="3740"/>
                  <a:pt x="94561" y="3648"/>
                </a:cubicBezTo>
                <a:cubicBezTo>
                  <a:pt x="94956" y="3679"/>
                  <a:pt x="94196" y="3952"/>
                  <a:pt x="95017" y="3892"/>
                </a:cubicBezTo>
                <a:cubicBezTo>
                  <a:pt x="95230" y="3892"/>
                  <a:pt x="95443" y="3800"/>
                  <a:pt x="95625" y="3679"/>
                </a:cubicBezTo>
                <a:cubicBezTo>
                  <a:pt x="95564" y="3588"/>
                  <a:pt x="94987" y="3740"/>
                  <a:pt x="94987" y="3648"/>
                </a:cubicBezTo>
                <a:cubicBezTo>
                  <a:pt x="94744" y="3466"/>
                  <a:pt x="95625" y="3436"/>
                  <a:pt x="95990" y="3345"/>
                </a:cubicBezTo>
                <a:cubicBezTo>
                  <a:pt x="95807" y="3162"/>
                  <a:pt x="95169" y="3436"/>
                  <a:pt x="94531" y="3527"/>
                </a:cubicBezTo>
                <a:cubicBezTo>
                  <a:pt x="94865" y="3132"/>
                  <a:pt x="95959" y="3223"/>
                  <a:pt x="96993" y="3041"/>
                </a:cubicBezTo>
                <a:cubicBezTo>
                  <a:pt x="96932" y="3132"/>
                  <a:pt x="96658" y="3193"/>
                  <a:pt x="96598" y="3284"/>
                </a:cubicBezTo>
                <a:cubicBezTo>
                  <a:pt x="97905" y="3010"/>
                  <a:pt x="97905" y="3284"/>
                  <a:pt x="98421" y="3345"/>
                </a:cubicBezTo>
                <a:cubicBezTo>
                  <a:pt x="98543" y="3314"/>
                  <a:pt x="98665" y="3284"/>
                  <a:pt x="98786" y="3253"/>
                </a:cubicBezTo>
                <a:cubicBezTo>
                  <a:pt x="98482" y="3071"/>
                  <a:pt x="97935" y="3041"/>
                  <a:pt x="97753" y="2828"/>
                </a:cubicBezTo>
                <a:cubicBezTo>
                  <a:pt x="98209" y="2828"/>
                  <a:pt x="98573" y="2828"/>
                  <a:pt x="98573" y="3010"/>
                </a:cubicBezTo>
                <a:cubicBezTo>
                  <a:pt x="98938" y="3041"/>
                  <a:pt x="99273" y="2919"/>
                  <a:pt x="99576" y="2706"/>
                </a:cubicBezTo>
                <a:cubicBezTo>
                  <a:pt x="99820" y="2706"/>
                  <a:pt x="99941" y="2797"/>
                  <a:pt x="99972" y="2919"/>
                </a:cubicBezTo>
                <a:cubicBezTo>
                  <a:pt x="100610" y="2797"/>
                  <a:pt x="100215" y="2737"/>
                  <a:pt x="101157" y="2706"/>
                </a:cubicBezTo>
                <a:cubicBezTo>
                  <a:pt x="101491" y="2706"/>
                  <a:pt x="101978" y="2645"/>
                  <a:pt x="101978" y="2737"/>
                </a:cubicBezTo>
                <a:cubicBezTo>
                  <a:pt x="102707" y="2615"/>
                  <a:pt x="101887" y="2554"/>
                  <a:pt x="102343" y="2402"/>
                </a:cubicBezTo>
                <a:lnTo>
                  <a:pt x="101765" y="2463"/>
                </a:lnTo>
                <a:cubicBezTo>
                  <a:pt x="101947" y="2311"/>
                  <a:pt x="103194" y="2250"/>
                  <a:pt x="102950" y="2524"/>
                </a:cubicBezTo>
                <a:cubicBezTo>
                  <a:pt x="103832" y="2372"/>
                  <a:pt x="104166" y="2463"/>
                  <a:pt x="104957" y="2372"/>
                </a:cubicBezTo>
                <a:cubicBezTo>
                  <a:pt x="104470" y="2281"/>
                  <a:pt x="102829" y="2463"/>
                  <a:pt x="103346" y="2159"/>
                </a:cubicBezTo>
                <a:cubicBezTo>
                  <a:pt x="103893" y="2098"/>
                  <a:pt x="103801" y="2311"/>
                  <a:pt x="104349" y="2250"/>
                </a:cubicBezTo>
                <a:cubicBezTo>
                  <a:pt x="104470" y="2189"/>
                  <a:pt x="104592" y="2159"/>
                  <a:pt x="104713" y="2129"/>
                </a:cubicBezTo>
                <a:cubicBezTo>
                  <a:pt x="104713" y="2037"/>
                  <a:pt x="104470" y="2037"/>
                  <a:pt x="104501" y="1916"/>
                </a:cubicBezTo>
                <a:cubicBezTo>
                  <a:pt x="104257" y="1916"/>
                  <a:pt x="103984" y="1977"/>
                  <a:pt x="103710" y="2068"/>
                </a:cubicBezTo>
                <a:cubicBezTo>
                  <a:pt x="103346" y="1946"/>
                  <a:pt x="104957" y="1794"/>
                  <a:pt x="105321" y="1886"/>
                </a:cubicBezTo>
                <a:cubicBezTo>
                  <a:pt x="105352" y="2007"/>
                  <a:pt x="105078" y="2037"/>
                  <a:pt x="105139" y="2159"/>
                </a:cubicBezTo>
                <a:cubicBezTo>
                  <a:pt x="105899" y="1977"/>
                  <a:pt x="107236" y="1855"/>
                  <a:pt x="107540" y="2068"/>
                </a:cubicBezTo>
                <a:cubicBezTo>
                  <a:pt x="107905" y="1916"/>
                  <a:pt x="107358" y="1855"/>
                  <a:pt x="107115" y="1794"/>
                </a:cubicBezTo>
                <a:cubicBezTo>
                  <a:pt x="108209" y="1521"/>
                  <a:pt x="109182" y="1946"/>
                  <a:pt x="110519" y="1612"/>
                </a:cubicBezTo>
                <a:cubicBezTo>
                  <a:pt x="111157" y="1521"/>
                  <a:pt x="110793" y="1825"/>
                  <a:pt x="111522" y="1673"/>
                </a:cubicBezTo>
                <a:cubicBezTo>
                  <a:pt x="112160" y="1673"/>
                  <a:pt x="111948" y="1460"/>
                  <a:pt x="112343" y="1430"/>
                </a:cubicBezTo>
                <a:cubicBezTo>
                  <a:pt x="113285" y="1490"/>
                  <a:pt x="113893" y="1338"/>
                  <a:pt x="114531" y="1460"/>
                </a:cubicBezTo>
                <a:cubicBezTo>
                  <a:pt x="114744" y="1399"/>
                  <a:pt x="114744" y="1308"/>
                  <a:pt x="115139" y="1308"/>
                </a:cubicBezTo>
                <a:cubicBezTo>
                  <a:pt x="115413" y="1217"/>
                  <a:pt x="115382" y="1065"/>
                  <a:pt x="115717" y="1004"/>
                </a:cubicBezTo>
                <a:cubicBezTo>
                  <a:pt x="115504" y="943"/>
                  <a:pt x="115565" y="882"/>
                  <a:pt x="115929" y="882"/>
                </a:cubicBezTo>
                <a:cubicBezTo>
                  <a:pt x="115990" y="1065"/>
                  <a:pt x="115382" y="1278"/>
                  <a:pt x="116142" y="1308"/>
                </a:cubicBezTo>
                <a:cubicBezTo>
                  <a:pt x="116628" y="1247"/>
                  <a:pt x="115838" y="1217"/>
                  <a:pt x="116142" y="1065"/>
                </a:cubicBezTo>
                <a:cubicBezTo>
                  <a:pt x="116902" y="1065"/>
                  <a:pt x="117388" y="852"/>
                  <a:pt x="117935" y="822"/>
                </a:cubicBezTo>
                <a:cubicBezTo>
                  <a:pt x="118695" y="791"/>
                  <a:pt x="119212" y="974"/>
                  <a:pt x="120124" y="913"/>
                </a:cubicBezTo>
                <a:cubicBezTo>
                  <a:pt x="120610" y="913"/>
                  <a:pt x="120033" y="639"/>
                  <a:pt x="120732" y="700"/>
                </a:cubicBezTo>
                <a:cubicBezTo>
                  <a:pt x="121370" y="670"/>
                  <a:pt x="120823" y="791"/>
                  <a:pt x="120945" y="822"/>
                </a:cubicBezTo>
                <a:cubicBezTo>
                  <a:pt x="121036" y="852"/>
                  <a:pt x="121583" y="822"/>
                  <a:pt x="121522" y="974"/>
                </a:cubicBezTo>
                <a:cubicBezTo>
                  <a:pt x="122343" y="882"/>
                  <a:pt x="121796" y="761"/>
                  <a:pt x="122130" y="609"/>
                </a:cubicBezTo>
                <a:cubicBezTo>
                  <a:pt x="122860" y="670"/>
                  <a:pt x="123619" y="639"/>
                  <a:pt x="124349" y="548"/>
                </a:cubicBezTo>
                <a:cubicBezTo>
                  <a:pt x="124775" y="670"/>
                  <a:pt x="124319" y="730"/>
                  <a:pt x="124136" y="852"/>
                </a:cubicBezTo>
                <a:cubicBezTo>
                  <a:pt x="124410" y="913"/>
                  <a:pt x="124683" y="913"/>
                  <a:pt x="124957" y="882"/>
                </a:cubicBezTo>
                <a:lnTo>
                  <a:pt x="125534" y="822"/>
                </a:lnTo>
                <a:lnTo>
                  <a:pt x="125838" y="791"/>
                </a:lnTo>
                <a:lnTo>
                  <a:pt x="126294" y="761"/>
                </a:lnTo>
                <a:cubicBezTo>
                  <a:pt x="126142" y="852"/>
                  <a:pt x="126203" y="913"/>
                  <a:pt x="126142" y="974"/>
                </a:cubicBezTo>
                <a:cubicBezTo>
                  <a:pt x="125930" y="1065"/>
                  <a:pt x="125747" y="1126"/>
                  <a:pt x="125534" y="1126"/>
                </a:cubicBezTo>
                <a:cubicBezTo>
                  <a:pt x="125565" y="1186"/>
                  <a:pt x="125686" y="1186"/>
                  <a:pt x="125838" y="1186"/>
                </a:cubicBezTo>
                <a:lnTo>
                  <a:pt x="126537" y="1186"/>
                </a:lnTo>
                <a:cubicBezTo>
                  <a:pt x="127176" y="1186"/>
                  <a:pt x="126689" y="913"/>
                  <a:pt x="126902" y="822"/>
                </a:cubicBezTo>
                <a:cubicBezTo>
                  <a:pt x="127814" y="822"/>
                  <a:pt x="127693" y="578"/>
                  <a:pt x="128787" y="609"/>
                </a:cubicBezTo>
                <a:cubicBezTo>
                  <a:pt x="129182" y="609"/>
                  <a:pt x="129091" y="487"/>
                  <a:pt x="129182" y="396"/>
                </a:cubicBezTo>
                <a:cubicBezTo>
                  <a:pt x="129942" y="427"/>
                  <a:pt x="130671" y="427"/>
                  <a:pt x="131370" y="396"/>
                </a:cubicBezTo>
                <a:lnTo>
                  <a:pt x="132434" y="396"/>
                </a:lnTo>
                <a:lnTo>
                  <a:pt x="132951" y="396"/>
                </a:lnTo>
                <a:cubicBezTo>
                  <a:pt x="133103" y="396"/>
                  <a:pt x="133285" y="396"/>
                  <a:pt x="133437" y="457"/>
                </a:cubicBezTo>
                <a:cubicBezTo>
                  <a:pt x="133468" y="943"/>
                  <a:pt x="133498" y="1399"/>
                  <a:pt x="133559" y="1855"/>
                </a:cubicBezTo>
                <a:cubicBezTo>
                  <a:pt x="133589" y="2159"/>
                  <a:pt x="133650" y="2037"/>
                  <a:pt x="133711" y="2098"/>
                </a:cubicBezTo>
                <a:cubicBezTo>
                  <a:pt x="133832" y="3466"/>
                  <a:pt x="133984" y="4469"/>
                  <a:pt x="134106" y="5351"/>
                </a:cubicBezTo>
                <a:cubicBezTo>
                  <a:pt x="134106" y="5411"/>
                  <a:pt x="133984" y="5351"/>
                  <a:pt x="133984" y="5381"/>
                </a:cubicBezTo>
                <a:cubicBezTo>
                  <a:pt x="133984" y="5685"/>
                  <a:pt x="134197" y="6627"/>
                  <a:pt x="134228" y="6962"/>
                </a:cubicBezTo>
                <a:cubicBezTo>
                  <a:pt x="134288" y="7296"/>
                  <a:pt x="134410" y="7144"/>
                  <a:pt x="134471" y="7387"/>
                </a:cubicBezTo>
                <a:cubicBezTo>
                  <a:pt x="134592" y="7478"/>
                  <a:pt x="134562" y="7326"/>
                  <a:pt x="134532" y="7205"/>
                </a:cubicBezTo>
                <a:cubicBezTo>
                  <a:pt x="134532" y="7053"/>
                  <a:pt x="134471" y="6688"/>
                  <a:pt x="134623" y="6901"/>
                </a:cubicBezTo>
                <a:cubicBezTo>
                  <a:pt x="134653" y="7053"/>
                  <a:pt x="134684" y="7174"/>
                  <a:pt x="134714" y="7235"/>
                </a:cubicBezTo>
                <a:cubicBezTo>
                  <a:pt x="134744" y="7296"/>
                  <a:pt x="134744" y="7357"/>
                  <a:pt x="134744" y="7418"/>
                </a:cubicBezTo>
                <a:cubicBezTo>
                  <a:pt x="134744" y="7478"/>
                  <a:pt x="134714" y="7569"/>
                  <a:pt x="134684" y="7661"/>
                </a:cubicBezTo>
                <a:cubicBezTo>
                  <a:pt x="134623" y="7782"/>
                  <a:pt x="134592" y="7965"/>
                  <a:pt x="134836" y="8421"/>
                </a:cubicBezTo>
                <a:cubicBezTo>
                  <a:pt x="134744" y="8481"/>
                  <a:pt x="134684" y="8269"/>
                  <a:pt x="134592" y="8269"/>
                </a:cubicBezTo>
                <a:cubicBezTo>
                  <a:pt x="134653" y="8816"/>
                  <a:pt x="135048" y="9180"/>
                  <a:pt x="134927" y="9484"/>
                </a:cubicBezTo>
                <a:cubicBezTo>
                  <a:pt x="134987" y="9697"/>
                  <a:pt x="135079" y="9606"/>
                  <a:pt x="135170" y="9606"/>
                </a:cubicBezTo>
                <a:cubicBezTo>
                  <a:pt x="135352" y="10487"/>
                  <a:pt x="135656" y="11339"/>
                  <a:pt x="136082" y="12159"/>
                </a:cubicBezTo>
                <a:cubicBezTo>
                  <a:pt x="135991" y="12159"/>
                  <a:pt x="135899" y="11643"/>
                  <a:pt x="135778" y="11673"/>
                </a:cubicBezTo>
                <a:cubicBezTo>
                  <a:pt x="135656" y="11977"/>
                  <a:pt x="136750" y="13436"/>
                  <a:pt x="136234" y="12311"/>
                </a:cubicBezTo>
                <a:cubicBezTo>
                  <a:pt x="136386" y="12342"/>
                  <a:pt x="136568" y="13132"/>
                  <a:pt x="136750" y="13436"/>
                </a:cubicBezTo>
                <a:cubicBezTo>
                  <a:pt x="136598" y="13405"/>
                  <a:pt x="136659" y="13618"/>
                  <a:pt x="136598" y="13709"/>
                </a:cubicBezTo>
                <a:cubicBezTo>
                  <a:pt x="136690" y="13892"/>
                  <a:pt x="136690" y="13770"/>
                  <a:pt x="136659" y="13679"/>
                </a:cubicBezTo>
                <a:cubicBezTo>
                  <a:pt x="137054" y="13983"/>
                  <a:pt x="137206" y="15351"/>
                  <a:pt x="137632" y="15442"/>
                </a:cubicBezTo>
                <a:cubicBezTo>
                  <a:pt x="137905" y="15928"/>
                  <a:pt x="137632" y="15898"/>
                  <a:pt x="137997" y="16475"/>
                </a:cubicBezTo>
                <a:cubicBezTo>
                  <a:pt x="138179" y="16475"/>
                  <a:pt x="137997" y="16171"/>
                  <a:pt x="137875" y="15928"/>
                </a:cubicBezTo>
                <a:cubicBezTo>
                  <a:pt x="138057" y="16019"/>
                  <a:pt x="138361" y="16840"/>
                  <a:pt x="138422" y="17053"/>
                </a:cubicBezTo>
                <a:cubicBezTo>
                  <a:pt x="138605" y="17327"/>
                  <a:pt x="138483" y="16749"/>
                  <a:pt x="138848" y="17448"/>
                </a:cubicBezTo>
                <a:cubicBezTo>
                  <a:pt x="139091" y="17752"/>
                  <a:pt x="138969" y="17782"/>
                  <a:pt x="138848" y="17843"/>
                </a:cubicBezTo>
                <a:cubicBezTo>
                  <a:pt x="139000" y="18117"/>
                  <a:pt x="139182" y="18360"/>
                  <a:pt x="139364" y="18573"/>
                </a:cubicBezTo>
                <a:lnTo>
                  <a:pt x="139668" y="18937"/>
                </a:lnTo>
                <a:cubicBezTo>
                  <a:pt x="139699" y="18968"/>
                  <a:pt x="139820" y="19120"/>
                  <a:pt x="139912" y="19241"/>
                </a:cubicBezTo>
                <a:lnTo>
                  <a:pt x="140185" y="19606"/>
                </a:lnTo>
                <a:cubicBezTo>
                  <a:pt x="140276" y="19789"/>
                  <a:pt x="140337" y="19971"/>
                  <a:pt x="140489" y="20184"/>
                </a:cubicBezTo>
                <a:cubicBezTo>
                  <a:pt x="140611" y="20366"/>
                  <a:pt x="140763" y="20548"/>
                  <a:pt x="140915" y="20731"/>
                </a:cubicBezTo>
                <a:cubicBezTo>
                  <a:pt x="141006" y="20883"/>
                  <a:pt x="141219" y="21065"/>
                  <a:pt x="141249" y="21339"/>
                </a:cubicBezTo>
                <a:cubicBezTo>
                  <a:pt x="141279" y="21582"/>
                  <a:pt x="141219" y="21886"/>
                  <a:pt x="141188" y="22220"/>
                </a:cubicBezTo>
                <a:cubicBezTo>
                  <a:pt x="141188" y="22828"/>
                  <a:pt x="141158" y="23497"/>
                  <a:pt x="141127" y="24166"/>
                </a:cubicBezTo>
                <a:cubicBezTo>
                  <a:pt x="141127" y="24561"/>
                  <a:pt x="141097" y="25199"/>
                  <a:pt x="141067" y="25564"/>
                </a:cubicBezTo>
                <a:cubicBezTo>
                  <a:pt x="141067" y="26080"/>
                  <a:pt x="141219" y="26536"/>
                  <a:pt x="141036" y="26932"/>
                </a:cubicBezTo>
                <a:cubicBezTo>
                  <a:pt x="140945" y="27205"/>
                  <a:pt x="140915" y="27479"/>
                  <a:pt x="140945" y="27722"/>
                </a:cubicBezTo>
                <a:cubicBezTo>
                  <a:pt x="140975" y="27813"/>
                  <a:pt x="141006" y="27874"/>
                  <a:pt x="141036" y="27935"/>
                </a:cubicBezTo>
                <a:cubicBezTo>
                  <a:pt x="141036" y="28026"/>
                  <a:pt x="140702" y="29302"/>
                  <a:pt x="141036" y="29515"/>
                </a:cubicBezTo>
                <a:cubicBezTo>
                  <a:pt x="141036" y="30305"/>
                  <a:pt x="141036" y="30761"/>
                  <a:pt x="141006" y="31916"/>
                </a:cubicBezTo>
                <a:cubicBezTo>
                  <a:pt x="141006" y="32129"/>
                  <a:pt x="141036" y="32767"/>
                  <a:pt x="141036" y="32707"/>
                </a:cubicBezTo>
                <a:cubicBezTo>
                  <a:pt x="141006" y="32980"/>
                  <a:pt x="140915" y="33011"/>
                  <a:pt x="140884" y="33284"/>
                </a:cubicBezTo>
                <a:cubicBezTo>
                  <a:pt x="140854" y="33923"/>
                  <a:pt x="141067" y="33862"/>
                  <a:pt x="140854" y="34287"/>
                </a:cubicBezTo>
                <a:lnTo>
                  <a:pt x="141006" y="34895"/>
                </a:lnTo>
                <a:cubicBezTo>
                  <a:pt x="140945" y="37813"/>
                  <a:pt x="140884" y="40670"/>
                  <a:pt x="140915" y="43224"/>
                </a:cubicBezTo>
                <a:cubicBezTo>
                  <a:pt x="140884" y="43376"/>
                  <a:pt x="140823" y="43497"/>
                  <a:pt x="140732" y="43619"/>
                </a:cubicBezTo>
                <a:cubicBezTo>
                  <a:pt x="140975" y="45534"/>
                  <a:pt x="140854" y="47479"/>
                  <a:pt x="140854" y="49394"/>
                </a:cubicBezTo>
                <a:cubicBezTo>
                  <a:pt x="140823" y="49911"/>
                  <a:pt x="141097" y="49576"/>
                  <a:pt x="141006" y="50184"/>
                </a:cubicBezTo>
                <a:cubicBezTo>
                  <a:pt x="140823" y="50093"/>
                  <a:pt x="140763" y="50427"/>
                  <a:pt x="140671" y="50762"/>
                </a:cubicBezTo>
                <a:cubicBezTo>
                  <a:pt x="140884" y="50914"/>
                  <a:pt x="140823" y="50215"/>
                  <a:pt x="141006" y="50367"/>
                </a:cubicBezTo>
                <a:cubicBezTo>
                  <a:pt x="141006" y="50883"/>
                  <a:pt x="140975" y="51339"/>
                  <a:pt x="140854" y="51370"/>
                </a:cubicBezTo>
                <a:cubicBezTo>
                  <a:pt x="140884" y="51613"/>
                  <a:pt x="140975" y="51734"/>
                  <a:pt x="141067" y="51765"/>
                </a:cubicBezTo>
                <a:cubicBezTo>
                  <a:pt x="141067" y="53163"/>
                  <a:pt x="141006" y="53619"/>
                  <a:pt x="140945" y="55139"/>
                </a:cubicBezTo>
                <a:cubicBezTo>
                  <a:pt x="140671" y="54592"/>
                  <a:pt x="140641" y="54592"/>
                  <a:pt x="140276" y="54470"/>
                </a:cubicBezTo>
                <a:cubicBezTo>
                  <a:pt x="140246" y="54896"/>
                  <a:pt x="140368" y="54865"/>
                  <a:pt x="140459" y="54896"/>
                </a:cubicBezTo>
                <a:cubicBezTo>
                  <a:pt x="140398" y="55443"/>
                  <a:pt x="140185" y="55443"/>
                  <a:pt x="140064" y="55655"/>
                </a:cubicBezTo>
                <a:cubicBezTo>
                  <a:pt x="140124" y="56628"/>
                  <a:pt x="139851" y="57479"/>
                  <a:pt x="140064" y="58057"/>
                </a:cubicBezTo>
                <a:cubicBezTo>
                  <a:pt x="140064" y="58482"/>
                  <a:pt x="139942" y="58300"/>
                  <a:pt x="139942" y="58634"/>
                </a:cubicBezTo>
                <a:cubicBezTo>
                  <a:pt x="139942" y="58847"/>
                  <a:pt x="140033" y="58786"/>
                  <a:pt x="140033" y="59029"/>
                </a:cubicBezTo>
                <a:cubicBezTo>
                  <a:pt x="140064" y="59728"/>
                  <a:pt x="139912" y="59789"/>
                  <a:pt x="139912" y="60428"/>
                </a:cubicBezTo>
                <a:cubicBezTo>
                  <a:pt x="139790" y="60519"/>
                  <a:pt x="139668" y="60701"/>
                  <a:pt x="139699" y="61400"/>
                </a:cubicBezTo>
                <a:cubicBezTo>
                  <a:pt x="139881" y="61856"/>
                  <a:pt x="139820" y="59759"/>
                  <a:pt x="139881" y="61005"/>
                </a:cubicBezTo>
                <a:cubicBezTo>
                  <a:pt x="139881" y="61279"/>
                  <a:pt x="139881" y="61522"/>
                  <a:pt x="139851" y="61795"/>
                </a:cubicBezTo>
                <a:cubicBezTo>
                  <a:pt x="139851" y="62282"/>
                  <a:pt x="139942" y="62403"/>
                  <a:pt x="139942" y="62616"/>
                </a:cubicBezTo>
                <a:cubicBezTo>
                  <a:pt x="139942" y="62950"/>
                  <a:pt x="139881" y="63011"/>
                  <a:pt x="139851" y="63376"/>
                </a:cubicBezTo>
                <a:cubicBezTo>
                  <a:pt x="139820" y="64926"/>
                  <a:pt x="139851" y="66841"/>
                  <a:pt x="139760" y="67753"/>
                </a:cubicBezTo>
                <a:cubicBezTo>
                  <a:pt x="139760" y="67996"/>
                  <a:pt x="139851" y="67935"/>
                  <a:pt x="139912" y="67966"/>
                </a:cubicBezTo>
                <a:cubicBezTo>
                  <a:pt x="139760" y="69151"/>
                  <a:pt x="139790" y="70367"/>
                  <a:pt x="139972" y="71552"/>
                </a:cubicBezTo>
                <a:cubicBezTo>
                  <a:pt x="139942" y="71887"/>
                  <a:pt x="139912" y="72191"/>
                  <a:pt x="139851" y="72525"/>
                </a:cubicBezTo>
                <a:cubicBezTo>
                  <a:pt x="139881" y="72738"/>
                  <a:pt x="139912" y="72951"/>
                  <a:pt x="139972" y="73133"/>
                </a:cubicBezTo>
                <a:cubicBezTo>
                  <a:pt x="139972" y="73376"/>
                  <a:pt x="139851" y="73406"/>
                  <a:pt x="139820" y="73528"/>
                </a:cubicBezTo>
                <a:cubicBezTo>
                  <a:pt x="139820" y="73619"/>
                  <a:pt x="139820" y="74440"/>
                  <a:pt x="139820" y="74501"/>
                </a:cubicBezTo>
                <a:cubicBezTo>
                  <a:pt x="139851" y="74896"/>
                  <a:pt x="139851" y="75291"/>
                  <a:pt x="139820" y="75717"/>
                </a:cubicBezTo>
                <a:cubicBezTo>
                  <a:pt x="139912" y="75656"/>
                  <a:pt x="139912" y="75200"/>
                  <a:pt x="139912" y="74926"/>
                </a:cubicBezTo>
                <a:cubicBezTo>
                  <a:pt x="140064" y="74440"/>
                  <a:pt x="139912" y="76233"/>
                  <a:pt x="139912" y="76720"/>
                </a:cubicBezTo>
                <a:cubicBezTo>
                  <a:pt x="139790" y="76233"/>
                  <a:pt x="139699" y="77267"/>
                  <a:pt x="139608" y="76476"/>
                </a:cubicBezTo>
                <a:cubicBezTo>
                  <a:pt x="139456" y="76628"/>
                  <a:pt x="139760" y="76872"/>
                  <a:pt x="139608" y="77480"/>
                </a:cubicBezTo>
                <a:cubicBezTo>
                  <a:pt x="139760" y="77753"/>
                  <a:pt x="139881" y="76993"/>
                  <a:pt x="139881" y="77510"/>
                </a:cubicBezTo>
                <a:cubicBezTo>
                  <a:pt x="139851" y="78270"/>
                  <a:pt x="139790" y="77419"/>
                  <a:pt x="139668" y="77875"/>
                </a:cubicBezTo>
                <a:cubicBezTo>
                  <a:pt x="139638" y="78270"/>
                  <a:pt x="139820" y="78118"/>
                  <a:pt x="139851" y="78300"/>
                </a:cubicBezTo>
                <a:cubicBezTo>
                  <a:pt x="139851" y="78452"/>
                  <a:pt x="139729" y="79334"/>
                  <a:pt x="139942" y="79090"/>
                </a:cubicBezTo>
                <a:cubicBezTo>
                  <a:pt x="139942" y="80185"/>
                  <a:pt x="139820" y="80945"/>
                  <a:pt x="139760" y="81856"/>
                </a:cubicBezTo>
                <a:cubicBezTo>
                  <a:pt x="139577" y="81735"/>
                  <a:pt x="139486" y="82252"/>
                  <a:pt x="139364" y="81826"/>
                </a:cubicBezTo>
                <a:cubicBezTo>
                  <a:pt x="139243" y="83012"/>
                  <a:pt x="139182" y="84197"/>
                  <a:pt x="139243" y="85382"/>
                </a:cubicBezTo>
                <a:cubicBezTo>
                  <a:pt x="139243" y="85565"/>
                  <a:pt x="139273" y="85565"/>
                  <a:pt x="139334" y="85595"/>
                </a:cubicBezTo>
                <a:cubicBezTo>
                  <a:pt x="139334" y="87237"/>
                  <a:pt x="139030" y="89060"/>
                  <a:pt x="139243" y="89942"/>
                </a:cubicBezTo>
                <a:cubicBezTo>
                  <a:pt x="139152" y="90793"/>
                  <a:pt x="138969" y="92100"/>
                  <a:pt x="139273" y="92130"/>
                </a:cubicBezTo>
                <a:cubicBezTo>
                  <a:pt x="139243" y="92677"/>
                  <a:pt x="139243" y="93194"/>
                  <a:pt x="139273" y="93741"/>
                </a:cubicBezTo>
                <a:cubicBezTo>
                  <a:pt x="139273" y="94106"/>
                  <a:pt x="139152" y="94592"/>
                  <a:pt x="139152" y="94927"/>
                </a:cubicBezTo>
                <a:cubicBezTo>
                  <a:pt x="139182" y="95109"/>
                  <a:pt x="139212" y="95322"/>
                  <a:pt x="139273" y="95535"/>
                </a:cubicBezTo>
                <a:cubicBezTo>
                  <a:pt x="139304" y="96325"/>
                  <a:pt x="139212" y="97297"/>
                  <a:pt x="139212" y="98088"/>
                </a:cubicBezTo>
                <a:cubicBezTo>
                  <a:pt x="139212" y="98787"/>
                  <a:pt x="139121" y="100003"/>
                  <a:pt x="139152" y="101067"/>
                </a:cubicBezTo>
                <a:cubicBezTo>
                  <a:pt x="139182" y="101766"/>
                  <a:pt x="139273" y="102252"/>
                  <a:pt x="139273" y="102860"/>
                </a:cubicBezTo>
                <a:cubicBezTo>
                  <a:pt x="139212" y="103589"/>
                  <a:pt x="139212" y="104319"/>
                  <a:pt x="139243" y="105048"/>
                </a:cubicBezTo>
                <a:cubicBezTo>
                  <a:pt x="139061" y="104896"/>
                  <a:pt x="139030" y="105231"/>
                  <a:pt x="138878" y="105231"/>
                </a:cubicBezTo>
                <a:cubicBezTo>
                  <a:pt x="138939" y="104471"/>
                  <a:pt x="138635" y="104775"/>
                  <a:pt x="138665" y="104197"/>
                </a:cubicBezTo>
                <a:cubicBezTo>
                  <a:pt x="138483" y="104380"/>
                  <a:pt x="138726" y="104836"/>
                  <a:pt x="138605" y="105383"/>
                </a:cubicBezTo>
                <a:cubicBezTo>
                  <a:pt x="138422" y="104896"/>
                  <a:pt x="138088" y="104684"/>
                  <a:pt x="137936" y="105535"/>
                </a:cubicBezTo>
                <a:cubicBezTo>
                  <a:pt x="137905" y="105626"/>
                  <a:pt x="138027" y="105991"/>
                  <a:pt x="138027" y="106143"/>
                </a:cubicBezTo>
                <a:cubicBezTo>
                  <a:pt x="138027" y="106568"/>
                  <a:pt x="137905" y="107541"/>
                  <a:pt x="137905" y="108331"/>
                </a:cubicBezTo>
                <a:cubicBezTo>
                  <a:pt x="137905" y="109061"/>
                  <a:pt x="138057" y="109395"/>
                  <a:pt x="137905" y="110064"/>
                </a:cubicBezTo>
                <a:cubicBezTo>
                  <a:pt x="138118" y="110520"/>
                  <a:pt x="137997" y="112435"/>
                  <a:pt x="138179" y="113559"/>
                </a:cubicBezTo>
                <a:cubicBezTo>
                  <a:pt x="138240" y="113833"/>
                  <a:pt x="138301" y="114106"/>
                  <a:pt x="138422" y="114410"/>
                </a:cubicBezTo>
                <a:cubicBezTo>
                  <a:pt x="138605" y="115352"/>
                  <a:pt x="138605" y="116295"/>
                  <a:pt x="138787" y="117024"/>
                </a:cubicBezTo>
                <a:cubicBezTo>
                  <a:pt x="138513" y="117024"/>
                  <a:pt x="138635" y="117450"/>
                  <a:pt x="138483" y="117541"/>
                </a:cubicBezTo>
                <a:cubicBezTo>
                  <a:pt x="138544" y="117815"/>
                  <a:pt x="138544" y="118118"/>
                  <a:pt x="138483" y="118392"/>
                </a:cubicBezTo>
                <a:cubicBezTo>
                  <a:pt x="138422" y="118635"/>
                  <a:pt x="138453" y="118909"/>
                  <a:pt x="138544" y="119152"/>
                </a:cubicBezTo>
                <a:cubicBezTo>
                  <a:pt x="138209" y="119030"/>
                  <a:pt x="138301" y="119304"/>
                  <a:pt x="138483" y="119669"/>
                </a:cubicBezTo>
                <a:cubicBezTo>
                  <a:pt x="137905" y="119426"/>
                  <a:pt x="138361" y="120216"/>
                  <a:pt x="138209" y="120429"/>
                </a:cubicBezTo>
                <a:cubicBezTo>
                  <a:pt x="138057" y="120216"/>
                  <a:pt x="137997" y="120246"/>
                  <a:pt x="137875" y="120094"/>
                </a:cubicBezTo>
                <a:cubicBezTo>
                  <a:pt x="137845" y="120185"/>
                  <a:pt x="138057" y="120429"/>
                  <a:pt x="138209" y="120641"/>
                </a:cubicBezTo>
                <a:cubicBezTo>
                  <a:pt x="137845" y="120429"/>
                  <a:pt x="137997" y="120702"/>
                  <a:pt x="137662" y="120429"/>
                </a:cubicBezTo>
                <a:cubicBezTo>
                  <a:pt x="137541" y="120429"/>
                  <a:pt x="137662" y="120611"/>
                  <a:pt x="137753" y="120763"/>
                </a:cubicBezTo>
                <a:cubicBezTo>
                  <a:pt x="137602" y="120611"/>
                  <a:pt x="137541" y="120763"/>
                  <a:pt x="137358" y="120641"/>
                </a:cubicBezTo>
                <a:cubicBezTo>
                  <a:pt x="137267" y="120550"/>
                  <a:pt x="137206" y="120459"/>
                  <a:pt x="137146" y="120368"/>
                </a:cubicBezTo>
                <a:cubicBezTo>
                  <a:pt x="136963" y="120246"/>
                  <a:pt x="136933" y="120581"/>
                  <a:pt x="136750" y="120368"/>
                </a:cubicBezTo>
                <a:cubicBezTo>
                  <a:pt x="136690" y="120246"/>
                  <a:pt x="136720" y="120125"/>
                  <a:pt x="136629" y="120003"/>
                </a:cubicBezTo>
                <a:cubicBezTo>
                  <a:pt x="136477" y="119790"/>
                  <a:pt x="136264" y="119577"/>
                  <a:pt x="135991" y="119456"/>
                </a:cubicBezTo>
                <a:cubicBezTo>
                  <a:pt x="135747" y="118848"/>
                  <a:pt x="135656" y="118787"/>
                  <a:pt x="135474" y="118210"/>
                </a:cubicBezTo>
                <a:cubicBezTo>
                  <a:pt x="135383" y="117997"/>
                  <a:pt x="135322" y="118088"/>
                  <a:pt x="135231" y="118058"/>
                </a:cubicBezTo>
                <a:cubicBezTo>
                  <a:pt x="135170" y="117085"/>
                  <a:pt x="134836" y="115261"/>
                  <a:pt x="135139" y="114532"/>
                </a:cubicBezTo>
                <a:cubicBezTo>
                  <a:pt x="135079" y="114015"/>
                  <a:pt x="135079" y="113498"/>
                  <a:pt x="135048" y="112982"/>
                </a:cubicBezTo>
                <a:cubicBezTo>
                  <a:pt x="134653" y="112890"/>
                  <a:pt x="134562" y="113590"/>
                  <a:pt x="134288" y="113742"/>
                </a:cubicBezTo>
                <a:cubicBezTo>
                  <a:pt x="134167" y="112435"/>
                  <a:pt x="133893" y="113893"/>
                  <a:pt x="133711" y="113346"/>
                </a:cubicBezTo>
                <a:lnTo>
                  <a:pt x="133711" y="112526"/>
                </a:lnTo>
                <a:cubicBezTo>
                  <a:pt x="133559" y="112526"/>
                  <a:pt x="133528" y="112860"/>
                  <a:pt x="133316" y="112708"/>
                </a:cubicBezTo>
                <a:cubicBezTo>
                  <a:pt x="133346" y="111614"/>
                  <a:pt x="133346" y="111431"/>
                  <a:pt x="133407" y="110489"/>
                </a:cubicBezTo>
                <a:cubicBezTo>
                  <a:pt x="133589" y="110276"/>
                  <a:pt x="133680" y="110003"/>
                  <a:pt x="133680" y="109699"/>
                </a:cubicBezTo>
                <a:cubicBezTo>
                  <a:pt x="133680" y="109000"/>
                  <a:pt x="133498" y="109699"/>
                  <a:pt x="133498" y="109304"/>
                </a:cubicBezTo>
                <a:lnTo>
                  <a:pt x="133528" y="108483"/>
                </a:lnTo>
                <a:lnTo>
                  <a:pt x="133802" y="108513"/>
                </a:lnTo>
                <a:cubicBezTo>
                  <a:pt x="133772" y="107723"/>
                  <a:pt x="134045" y="107146"/>
                  <a:pt x="133802" y="106933"/>
                </a:cubicBezTo>
                <a:cubicBezTo>
                  <a:pt x="133680" y="106933"/>
                  <a:pt x="133863" y="108118"/>
                  <a:pt x="133559" y="107906"/>
                </a:cubicBezTo>
                <a:lnTo>
                  <a:pt x="133832" y="101766"/>
                </a:lnTo>
                <a:cubicBezTo>
                  <a:pt x="133832" y="101522"/>
                  <a:pt x="133711" y="101462"/>
                  <a:pt x="133711" y="101158"/>
                </a:cubicBezTo>
                <a:cubicBezTo>
                  <a:pt x="133589" y="101158"/>
                  <a:pt x="133528" y="101492"/>
                  <a:pt x="133346" y="101340"/>
                </a:cubicBezTo>
                <a:cubicBezTo>
                  <a:pt x="133316" y="100367"/>
                  <a:pt x="133164" y="100459"/>
                  <a:pt x="133285" y="99334"/>
                </a:cubicBezTo>
                <a:cubicBezTo>
                  <a:pt x="133103" y="99121"/>
                  <a:pt x="133164" y="99760"/>
                  <a:pt x="133133" y="100124"/>
                </a:cubicBezTo>
                <a:cubicBezTo>
                  <a:pt x="133073" y="100732"/>
                  <a:pt x="133073" y="99760"/>
                  <a:pt x="133103" y="99516"/>
                </a:cubicBezTo>
                <a:cubicBezTo>
                  <a:pt x="133225" y="98149"/>
                  <a:pt x="133103" y="95808"/>
                  <a:pt x="133468" y="95383"/>
                </a:cubicBezTo>
                <a:cubicBezTo>
                  <a:pt x="133285" y="94866"/>
                  <a:pt x="133255" y="94319"/>
                  <a:pt x="133346" y="93772"/>
                </a:cubicBezTo>
                <a:cubicBezTo>
                  <a:pt x="133437" y="93832"/>
                  <a:pt x="133346" y="94379"/>
                  <a:pt x="133437" y="94379"/>
                </a:cubicBezTo>
                <a:cubicBezTo>
                  <a:pt x="133528" y="94379"/>
                  <a:pt x="133498" y="94197"/>
                  <a:pt x="133559" y="94197"/>
                </a:cubicBezTo>
                <a:cubicBezTo>
                  <a:pt x="133559" y="93711"/>
                  <a:pt x="133528" y="93255"/>
                  <a:pt x="133346" y="93194"/>
                </a:cubicBezTo>
                <a:cubicBezTo>
                  <a:pt x="133346" y="91796"/>
                  <a:pt x="133620" y="90732"/>
                  <a:pt x="133498" y="89607"/>
                </a:cubicBezTo>
                <a:cubicBezTo>
                  <a:pt x="133650" y="90641"/>
                  <a:pt x="133680" y="88787"/>
                  <a:pt x="133528" y="88635"/>
                </a:cubicBezTo>
                <a:cubicBezTo>
                  <a:pt x="133589" y="87388"/>
                  <a:pt x="133680" y="85929"/>
                  <a:pt x="133680" y="84866"/>
                </a:cubicBezTo>
                <a:cubicBezTo>
                  <a:pt x="133680" y="81978"/>
                  <a:pt x="134136" y="78270"/>
                  <a:pt x="133924" y="76142"/>
                </a:cubicBezTo>
                <a:cubicBezTo>
                  <a:pt x="133984" y="75777"/>
                  <a:pt x="134045" y="76142"/>
                  <a:pt x="134106" y="76142"/>
                </a:cubicBezTo>
                <a:cubicBezTo>
                  <a:pt x="134106" y="75929"/>
                  <a:pt x="134136" y="75808"/>
                  <a:pt x="134197" y="75777"/>
                </a:cubicBezTo>
                <a:cubicBezTo>
                  <a:pt x="134197" y="75200"/>
                  <a:pt x="134076" y="75291"/>
                  <a:pt x="134106" y="74774"/>
                </a:cubicBezTo>
                <a:cubicBezTo>
                  <a:pt x="134106" y="74410"/>
                  <a:pt x="134258" y="73954"/>
                  <a:pt x="134288" y="73589"/>
                </a:cubicBezTo>
                <a:cubicBezTo>
                  <a:pt x="134228" y="73255"/>
                  <a:pt x="134197" y="72920"/>
                  <a:pt x="134197" y="72586"/>
                </a:cubicBezTo>
                <a:cubicBezTo>
                  <a:pt x="134197" y="72160"/>
                  <a:pt x="134258" y="71978"/>
                  <a:pt x="134410" y="72008"/>
                </a:cubicBezTo>
                <a:cubicBezTo>
                  <a:pt x="134349" y="71583"/>
                  <a:pt x="134167" y="71522"/>
                  <a:pt x="134258" y="70610"/>
                </a:cubicBezTo>
                <a:cubicBezTo>
                  <a:pt x="134349" y="70671"/>
                  <a:pt x="134288" y="71005"/>
                  <a:pt x="134380" y="71036"/>
                </a:cubicBezTo>
                <a:cubicBezTo>
                  <a:pt x="134501" y="70792"/>
                  <a:pt x="134410" y="70185"/>
                  <a:pt x="134501" y="69637"/>
                </a:cubicBezTo>
                <a:cubicBezTo>
                  <a:pt x="134501" y="69577"/>
                  <a:pt x="134623" y="69303"/>
                  <a:pt x="134653" y="69273"/>
                </a:cubicBezTo>
                <a:cubicBezTo>
                  <a:pt x="134744" y="67814"/>
                  <a:pt x="134653" y="66233"/>
                  <a:pt x="134744" y="65291"/>
                </a:cubicBezTo>
                <a:cubicBezTo>
                  <a:pt x="134714" y="65139"/>
                  <a:pt x="134653" y="65017"/>
                  <a:pt x="134562" y="64896"/>
                </a:cubicBezTo>
                <a:cubicBezTo>
                  <a:pt x="134836" y="64136"/>
                  <a:pt x="134714" y="62738"/>
                  <a:pt x="134684" y="61704"/>
                </a:cubicBezTo>
                <a:lnTo>
                  <a:pt x="134866" y="61704"/>
                </a:lnTo>
                <a:cubicBezTo>
                  <a:pt x="134836" y="61279"/>
                  <a:pt x="134866" y="60640"/>
                  <a:pt x="134744" y="60519"/>
                </a:cubicBezTo>
                <a:cubicBezTo>
                  <a:pt x="134836" y="59911"/>
                  <a:pt x="134896" y="60762"/>
                  <a:pt x="134987" y="60731"/>
                </a:cubicBezTo>
                <a:cubicBezTo>
                  <a:pt x="134987" y="60276"/>
                  <a:pt x="134957" y="59789"/>
                  <a:pt x="134866" y="59333"/>
                </a:cubicBezTo>
                <a:cubicBezTo>
                  <a:pt x="134957" y="58391"/>
                  <a:pt x="134957" y="57479"/>
                  <a:pt x="134866" y="56537"/>
                </a:cubicBezTo>
                <a:lnTo>
                  <a:pt x="135018" y="55777"/>
                </a:lnTo>
                <a:cubicBezTo>
                  <a:pt x="134836" y="52646"/>
                  <a:pt x="134866" y="49546"/>
                  <a:pt x="135139" y="46446"/>
                </a:cubicBezTo>
                <a:cubicBezTo>
                  <a:pt x="135109" y="45959"/>
                  <a:pt x="135048" y="45473"/>
                  <a:pt x="135018" y="45047"/>
                </a:cubicBezTo>
                <a:cubicBezTo>
                  <a:pt x="135079" y="44257"/>
                  <a:pt x="135200" y="43649"/>
                  <a:pt x="135231" y="42676"/>
                </a:cubicBezTo>
                <a:lnTo>
                  <a:pt x="135474" y="42707"/>
                </a:lnTo>
                <a:cubicBezTo>
                  <a:pt x="135413" y="41977"/>
                  <a:pt x="135170" y="40762"/>
                  <a:pt x="135474" y="40123"/>
                </a:cubicBezTo>
                <a:cubicBezTo>
                  <a:pt x="135626" y="40366"/>
                  <a:pt x="135443" y="41157"/>
                  <a:pt x="135413" y="41491"/>
                </a:cubicBezTo>
                <a:cubicBezTo>
                  <a:pt x="135443" y="41977"/>
                  <a:pt x="135687" y="41977"/>
                  <a:pt x="135626" y="42707"/>
                </a:cubicBezTo>
                <a:cubicBezTo>
                  <a:pt x="135717" y="42464"/>
                  <a:pt x="135778" y="42190"/>
                  <a:pt x="135778" y="41917"/>
                </a:cubicBezTo>
                <a:cubicBezTo>
                  <a:pt x="135839" y="42585"/>
                  <a:pt x="136143" y="42251"/>
                  <a:pt x="136234" y="42555"/>
                </a:cubicBezTo>
                <a:cubicBezTo>
                  <a:pt x="136477" y="43315"/>
                  <a:pt x="136264" y="44348"/>
                  <a:pt x="136386" y="45351"/>
                </a:cubicBezTo>
                <a:cubicBezTo>
                  <a:pt x="136355" y="45746"/>
                  <a:pt x="136325" y="46202"/>
                  <a:pt x="136173" y="46111"/>
                </a:cubicBezTo>
                <a:cubicBezTo>
                  <a:pt x="136203" y="46385"/>
                  <a:pt x="136234" y="46658"/>
                  <a:pt x="136264" y="46932"/>
                </a:cubicBezTo>
                <a:cubicBezTo>
                  <a:pt x="136355" y="46901"/>
                  <a:pt x="136416" y="46598"/>
                  <a:pt x="136416" y="46142"/>
                </a:cubicBezTo>
                <a:cubicBezTo>
                  <a:pt x="136538" y="46628"/>
                  <a:pt x="136386" y="48026"/>
                  <a:pt x="136325" y="48512"/>
                </a:cubicBezTo>
                <a:cubicBezTo>
                  <a:pt x="136143" y="48269"/>
                  <a:pt x="136173" y="48421"/>
                  <a:pt x="135991" y="48695"/>
                </a:cubicBezTo>
                <a:cubicBezTo>
                  <a:pt x="135991" y="49181"/>
                  <a:pt x="136203" y="49364"/>
                  <a:pt x="135991" y="49880"/>
                </a:cubicBezTo>
                <a:cubicBezTo>
                  <a:pt x="136082" y="49850"/>
                  <a:pt x="136112" y="49941"/>
                  <a:pt x="136112" y="50093"/>
                </a:cubicBezTo>
                <a:cubicBezTo>
                  <a:pt x="136294" y="50063"/>
                  <a:pt x="136082" y="48452"/>
                  <a:pt x="136355" y="48725"/>
                </a:cubicBezTo>
                <a:cubicBezTo>
                  <a:pt x="136355" y="49515"/>
                  <a:pt x="136294" y="50306"/>
                  <a:pt x="136203" y="51096"/>
                </a:cubicBezTo>
                <a:cubicBezTo>
                  <a:pt x="136203" y="51856"/>
                  <a:pt x="136416" y="51126"/>
                  <a:pt x="136507" y="51522"/>
                </a:cubicBezTo>
                <a:cubicBezTo>
                  <a:pt x="136538" y="50914"/>
                  <a:pt x="136386" y="50367"/>
                  <a:pt x="136568" y="49941"/>
                </a:cubicBezTo>
                <a:cubicBezTo>
                  <a:pt x="136659" y="49971"/>
                  <a:pt x="136750" y="50093"/>
                  <a:pt x="136781" y="50367"/>
                </a:cubicBezTo>
                <a:cubicBezTo>
                  <a:pt x="136902" y="50184"/>
                  <a:pt x="136994" y="49971"/>
                  <a:pt x="136994" y="49789"/>
                </a:cubicBezTo>
                <a:cubicBezTo>
                  <a:pt x="136902" y="49060"/>
                  <a:pt x="136811" y="50123"/>
                  <a:pt x="136690" y="49941"/>
                </a:cubicBezTo>
                <a:cubicBezTo>
                  <a:pt x="136720" y="49515"/>
                  <a:pt x="136598" y="49576"/>
                  <a:pt x="136507" y="49546"/>
                </a:cubicBezTo>
                <a:cubicBezTo>
                  <a:pt x="136507" y="49151"/>
                  <a:pt x="136568" y="48756"/>
                  <a:pt x="136629" y="48360"/>
                </a:cubicBezTo>
                <a:cubicBezTo>
                  <a:pt x="136690" y="48421"/>
                  <a:pt x="136659" y="48847"/>
                  <a:pt x="136659" y="49151"/>
                </a:cubicBezTo>
                <a:cubicBezTo>
                  <a:pt x="136933" y="48877"/>
                  <a:pt x="136659" y="48087"/>
                  <a:pt x="136568" y="47753"/>
                </a:cubicBezTo>
                <a:cubicBezTo>
                  <a:pt x="136598" y="47297"/>
                  <a:pt x="136720" y="46810"/>
                  <a:pt x="136902" y="46385"/>
                </a:cubicBezTo>
                <a:cubicBezTo>
                  <a:pt x="136872" y="45990"/>
                  <a:pt x="136568" y="46294"/>
                  <a:pt x="136659" y="45564"/>
                </a:cubicBezTo>
                <a:cubicBezTo>
                  <a:pt x="136720" y="45351"/>
                  <a:pt x="136842" y="45169"/>
                  <a:pt x="136994" y="45017"/>
                </a:cubicBezTo>
                <a:cubicBezTo>
                  <a:pt x="136963" y="44743"/>
                  <a:pt x="136811" y="44743"/>
                  <a:pt x="136781" y="44409"/>
                </a:cubicBezTo>
                <a:cubicBezTo>
                  <a:pt x="136811" y="42524"/>
                  <a:pt x="136994" y="40062"/>
                  <a:pt x="137054" y="37661"/>
                </a:cubicBezTo>
                <a:cubicBezTo>
                  <a:pt x="137085" y="37205"/>
                  <a:pt x="136872" y="37418"/>
                  <a:pt x="136902" y="37053"/>
                </a:cubicBezTo>
                <a:cubicBezTo>
                  <a:pt x="136781" y="37296"/>
                  <a:pt x="136720" y="37570"/>
                  <a:pt x="136750" y="37844"/>
                </a:cubicBezTo>
                <a:cubicBezTo>
                  <a:pt x="136568" y="37266"/>
                  <a:pt x="136325" y="38026"/>
                  <a:pt x="136173" y="38178"/>
                </a:cubicBezTo>
                <a:lnTo>
                  <a:pt x="136173" y="37783"/>
                </a:lnTo>
                <a:lnTo>
                  <a:pt x="136173" y="37418"/>
                </a:lnTo>
                <a:cubicBezTo>
                  <a:pt x="136325" y="37722"/>
                  <a:pt x="136507" y="37600"/>
                  <a:pt x="136538" y="36841"/>
                </a:cubicBezTo>
                <a:cubicBezTo>
                  <a:pt x="136355" y="36689"/>
                  <a:pt x="136446" y="37540"/>
                  <a:pt x="136203" y="37236"/>
                </a:cubicBezTo>
                <a:cubicBezTo>
                  <a:pt x="136355" y="36567"/>
                  <a:pt x="136355" y="35898"/>
                  <a:pt x="136203" y="35260"/>
                </a:cubicBezTo>
                <a:cubicBezTo>
                  <a:pt x="136082" y="35594"/>
                  <a:pt x="136203" y="36020"/>
                  <a:pt x="136173" y="36445"/>
                </a:cubicBezTo>
                <a:cubicBezTo>
                  <a:pt x="136082" y="37023"/>
                  <a:pt x="135991" y="37600"/>
                  <a:pt x="135839" y="38208"/>
                </a:cubicBezTo>
                <a:cubicBezTo>
                  <a:pt x="135778" y="37904"/>
                  <a:pt x="135535" y="37448"/>
                  <a:pt x="135474" y="38148"/>
                </a:cubicBezTo>
                <a:cubicBezTo>
                  <a:pt x="135413" y="37540"/>
                  <a:pt x="135322" y="36932"/>
                  <a:pt x="135231" y="36354"/>
                </a:cubicBezTo>
                <a:cubicBezTo>
                  <a:pt x="135200" y="35807"/>
                  <a:pt x="135352" y="35959"/>
                  <a:pt x="135383" y="35564"/>
                </a:cubicBezTo>
                <a:cubicBezTo>
                  <a:pt x="135413" y="35047"/>
                  <a:pt x="135413" y="34500"/>
                  <a:pt x="135383" y="33983"/>
                </a:cubicBezTo>
                <a:cubicBezTo>
                  <a:pt x="135383" y="33649"/>
                  <a:pt x="135474" y="33649"/>
                  <a:pt x="135474" y="33406"/>
                </a:cubicBezTo>
                <a:cubicBezTo>
                  <a:pt x="135474" y="32707"/>
                  <a:pt x="135413" y="32190"/>
                  <a:pt x="135474" y="31612"/>
                </a:cubicBezTo>
                <a:cubicBezTo>
                  <a:pt x="135565" y="30397"/>
                  <a:pt x="135626" y="27935"/>
                  <a:pt x="135656" y="26658"/>
                </a:cubicBezTo>
                <a:cubicBezTo>
                  <a:pt x="135656" y="26293"/>
                  <a:pt x="135869" y="25685"/>
                  <a:pt x="135656" y="25473"/>
                </a:cubicBezTo>
                <a:cubicBezTo>
                  <a:pt x="135656" y="24925"/>
                  <a:pt x="135808" y="25108"/>
                  <a:pt x="135808" y="24682"/>
                </a:cubicBezTo>
                <a:cubicBezTo>
                  <a:pt x="135869" y="24348"/>
                  <a:pt x="135778" y="24318"/>
                  <a:pt x="135717" y="24287"/>
                </a:cubicBezTo>
                <a:cubicBezTo>
                  <a:pt x="135687" y="23649"/>
                  <a:pt x="135930" y="24014"/>
                  <a:pt x="135930" y="23618"/>
                </a:cubicBezTo>
                <a:cubicBezTo>
                  <a:pt x="135960" y="23436"/>
                  <a:pt x="135960" y="23223"/>
                  <a:pt x="135930" y="23010"/>
                </a:cubicBezTo>
                <a:cubicBezTo>
                  <a:pt x="135930" y="22859"/>
                  <a:pt x="135899" y="22707"/>
                  <a:pt x="135869" y="22555"/>
                </a:cubicBezTo>
                <a:cubicBezTo>
                  <a:pt x="135778" y="22403"/>
                  <a:pt x="135687" y="22494"/>
                  <a:pt x="135626" y="22494"/>
                </a:cubicBezTo>
                <a:cubicBezTo>
                  <a:pt x="135535" y="22251"/>
                  <a:pt x="135443" y="22038"/>
                  <a:pt x="135322" y="21825"/>
                </a:cubicBezTo>
                <a:cubicBezTo>
                  <a:pt x="135109" y="21430"/>
                  <a:pt x="134805" y="21004"/>
                  <a:pt x="134532" y="20518"/>
                </a:cubicBezTo>
                <a:cubicBezTo>
                  <a:pt x="134410" y="20396"/>
                  <a:pt x="134288" y="20305"/>
                  <a:pt x="134167" y="20244"/>
                </a:cubicBezTo>
                <a:cubicBezTo>
                  <a:pt x="133285" y="18725"/>
                  <a:pt x="132465" y="17144"/>
                  <a:pt x="131766" y="15533"/>
                </a:cubicBezTo>
                <a:cubicBezTo>
                  <a:pt x="130884" y="13557"/>
                  <a:pt x="130185" y="11491"/>
                  <a:pt x="129607" y="9393"/>
                </a:cubicBezTo>
                <a:lnTo>
                  <a:pt x="129152" y="7965"/>
                </a:lnTo>
                <a:cubicBezTo>
                  <a:pt x="128969" y="7205"/>
                  <a:pt x="128939" y="6323"/>
                  <a:pt x="128787" y="5776"/>
                </a:cubicBezTo>
                <a:cubicBezTo>
                  <a:pt x="128787" y="6384"/>
                  <a:pt x="128696" y="6354"/>
                  <a:pt x="128604" y="5837"/>
                </a:cubicBezTo>
                <a:lnTo>
                  <a:pt x="128604" y="5776"/>
                </a:lnTo>
                <a:lnTo>
                  <a:pt x="128544" y="5776"/>
                </a:lnTo>
                <a:lnTo>
                  <a:pt x="127358" y="5776"/>
                </a:lnTo>
                <a:lnTo>
                  <a:pt x="126112" y="5776"/>
                </a:lnTo>
                <a:lnTo>
                  <a:pt x="124623" y="5807"/>
                </a:lnTo>
                <a:cubicBezTo>
                  <a:pt x="124319" y="5807"/>
                  <a:pt x="124288" y="5776"/>
                  <a:pt x="124045" y="5776"/>
                </a:cubicBezTo>
                <a:cubicBezTo>
                  <a:pt x="123680" y="5776"/>
                  <a:pt x="123164" y="5867"/>
                  <a:pt x="122677" y="5867"/>
                </a:cubicBezTo>
                <a:cubicBezTo>
                  <a:pt x="122252" y="5867"/>
                  <a:pt x="121917" y="5837"/>
                  <a:pt x="121674" y="5837"/>
                </a:cubicBezTo>
                <a:cubicBezTo>
                  <a:pt x="121097" y="5959"/>
                  <a:pt x="120519" y="6019"/>
                  <a:pt x="119911" y="6050"/>
                </a:cubicBezTo>
                <a:cubicBezTo>
                  <a:pt x="119729" y="6019"/>
                  <a:pt x="119516" y="5989"/>
                  <a:pt x="119334" y="5928"/>
                </a:cubicBezTo>
                <a:cubicBezTo>
                  <a:pt x="119030" y="5959"/>
                  <a:pt x="118695" y="6141"/>
                  <a:pt x="118361" y="6171"/>
                </a:cubicBezTo>
                <a:cubicBezTo>
                  <a:pt x="118239" y="6171"/>
                  <a:pt x="117996" y="6111"/>
                  <a:pt x="117753" y="6141"/>
                </a:cubicBezTo>
                <a:cubicBezTo>
                  <a:pt x="117267" y="6171"/>
                  <a:pt x="116750" y="6323"/>
                  <a:pt x="116203" y="6354"/>
                </a:cubicBezTo>
                <a:cubicBezTo>
                  <a:pt x="115625" y="6384"/>
                  <a:pt x="113559" y="6475"/>
                  <a:pt x="112859" y="6566"/>
                </a:cubicBezTo>
                <a:cubicBezTo>
                  <a:pt x="112647" y="6597"/>
                  <a:pt x="112677" y="6749"/>
                  <a:pt x="112282" y="6718"/>
                </a:cubicBezTo>
                <a:cubicBezTo>
                  <a:pt x="112221" y="6627"/>
                  <a:pt x="112464" y="6597"/>
                  <a:pt x="112464" y="6536"/>
                </a:cubicBezTo>
                <a:cubicBezTo>
                  <a:pt x="112100" y="6536"/>
                  <a:pt x="112039" y="6627"/>
                  <a:pt x="111674" y="6658"/>
                </a:cubicBezTo>
                <a:cubicBezTo>
                  <a:pt x="111644" y="6718"/>
                  <a:pt x="111735" y="6749"/>
                  <a:pt x="111887" y="6749"/>
                </a:cubicBezTo>
                <a:cubicBezTo>
                  <a:pt x="111796" y="6931"/>
                  <a:pt x="111279" y="6810"/>
                  <a:pt x="111492" y="6658"/>
                </a:cubicBezTo>
                <a:cubicBezTo>
                  <a:pt x="111127" y="6749"/>
                  <a:pt x="110732" y="6810"/>
                  <a:pt x="110337" y="6810"/>
                </a:cubicBezTo>
                <a:cubicBezTo>
                  <a:pt x="110185" y="6810"/>
                  <a:pt x="109273" y="7022"/>
                  <a:pt x="108969" y="7053"/>
                </a:cubicBezTo>
                <a:cubicBezTo>
                  <a:pt x="108574" y="7083"/>
                  <a:pt x="108209" y="7053"/>
                  <a:pt x="107783" y="7083"/>
                </a:cubicBezTo>
                <a:cubicBezTo>
                  <a:pt x="106628" y="7235"/>
                  <a:pt x="105139" y="7448"/>
                  <a:pt x="104075" y="7539"/>
                </a:cubicBezTo>
                <a:cubicBezTo>
                  <a:pt x="103589" y="7569"/>
                  <a:pt x="103011" y="7752"/>
                  <a:pt x="102525" y="7813"/>
                </a:cubicBezTo>
                <a:cubicBezTo>
                  <a:pt x="102343" y="7813"/>
                  <a:pt x="102130" y="7813"/>
                  <a:pt x="101947" y="7813"/>
                </a:cubicBezTo>
                <a:cubicBezTo>
                  <a:pt x="101339" y="7843"/>
                  <a:pt x="100792" y="8025"/>
                  <a:pt x="100367" y="8056"/>
                </a:cubicBezTo>
                <a:cubicBezTo>
                  <a:pt x="99972" y="8117"/>
                  <a:pt x="99668" y="8056"/>
                  <a:pt x="99394" y="8056"/>
                </a:cubicBezTo>
                <a:cubicBezTo>
                  <a:pt x="99029" y="8086"/>
                  <a:pt x="98482" y="8117"/>
                  <a:pt x="98239" y="8147"/>
                </a:cubicBezTo>
                <a:cubicBezTo>
                  <a:pt x="98057" y="8177"/>
                  <a:pt x="97722" y="8329"/>
                  <a:pt x="97662" y="8360"/>
                </a:cubicBezTo>
                <a:cubicBezTo>
                  <a:pt x="97449" y="8360"/>
                  <a:pt x="97266" y="8360"/>
                  <a:pt x="97054" y="8360"/>
                </a:cubicBezTo>
                <a:cubicBezTo>
                  <a:pt x="96719" y="8390"/>
                  <a:pt x="96658" y="8481"/>
                  <a:pt x="96294" y="8512"/>
                </a:cubicBezTo>
                <a:cubicBezTo>
                  <a:pt x="95929" y="8573"/>
                  <a:pt x="95534" y="8542"/>
                  <a:pt x="95200" y="8633"/>
                </a:cubicBezTo>
                <a:cubicBezTo>
                  <a:pt x="94652" y="8725"/>
                  <a:pt x="93406" y="9241"/>
                  <a:pt x="92585" y="9393"/>
                </a:cubicBezTo>
                <a:cubicBezTo>
                  <a:pt x="92464" y="9545"/>
                  <a:pt x="91522" y="10001"/>
                  <a:pt x="90823" y="10548"/>
                </a:cubicBezTo>
                <a:cubicBezTo>
                  <a:pt x="90671" y="10700"/>
                  <a:pt x="90367" y="10852"/>
                  <a:pt x="90184" y="11004"/>
                </a:cubicBezTo>
                <a:cubicBezTo>
                  <a:pt x="88938" y="12190"/>
                  <a:pt x="87874" y="14013"/>
                  <a:pt x="86658" y="15442"/>
                </a:cubicBezTo>
                <a:cubicBezTo>
                  <a:pt x="86415" y="15716"/>
                  <a:pt x="86081" y="15898"/>
                  <a:pt x="85898" y="16354"/>
                </a:cubicBezTo>
                <a:cubicBezTo>
                  <a:pt x="85990" y="16354"/>
                  <a:pt x="86172" y="16080"/>
                  <a:pt x="86324" y="15898"/>
                </a:cubicBezTo>
                <a:cubicBezTo>
                  <a:pt x="86142" y="16323"/>
                  <a:pt x="85047" y="17813"/>
                  <a:pt x="84926" y="17570"/>
                </a:cubicBezTo>
                <a:cubicBezTo>
                  <a:pt x="84956" y="17782"/>
                  <a:pt x="84683" y="17995"/>
                  <a:pt x="84287" y="18603"/>
                </a:cubicBezTo>
                <a:cubicBezTo>
                  <a:pt x="84044" y="19150"/>
                  <a:pt x="83710" y="19667"/>
                  <a:pt x="83315" y="20123"/>
                </a:cubicBezTo>
                <a:cubicBezTo>
                  <a:pt x="83163" y="20123"/>
                  <a:pt x="83406" y="19819"/>
                  <a:pt x="83588" y="19576"/>
                </a:cubicBezTo>
                <a:cubicBezTo>
                  <a:pt x="83467" y="19606"/>
                  <a:pt x="83132" y="19789"/>
                  <a:pt x="83558" y="19272"/>
                </a:cubicBezTo>
                <a:cubicBezTo>
                  <a:pt x="83345" y="19272"/>
                  <a:pt x="83345" y="19667"/>
                  <a:pt x="83072" y="19910"/>
                </a:cubicBezTo>
                <a:cubicBezTo>
                  <a:pt x="83132" y="19758"/>
                  <a:pt x="83102" y="19667"/>
                  <a:pt x="83011" y="19606"/>
                </a:cubicBezTo>
                <a:cubicBezTo>
                  <a:pt x="82616" y="20001"/>
                  <a:pt x="82768" y="20062"/>
                  <a:pt x="82464" y="20427"/>
                </a:cubicBezTo>
                <a:cubicBezTo>
                  <a:pt x="82403" y="20093"/>
                  <a:pt x="81856" y="20731"/>
                  <a:pt x="81734" y="21096"/>
                </a:cubicBezTo>
                <a:cubicBezTo>
                  <a:pt x="82038" y="21035"/>
                  <a:pt x="82555" y="20366"/>
                  <a:pt x="82828" y="20457"/>
                </a:cubicBezTo>
                <a:cubicBezTo>
                  <a:pt x="82707" y="20761"/>
                  <a:pt x="82403" y="21217"/>
                  <a:pt x="82403" y="21430"/>
                </a:cubicBezTo>
                <a:cubicBezTo>
                  <a:pt x="82190" y="21612"/>
                  <a:pt x="82069" y="21521"/>
                  <a:pt x="81825" y="21703"/>
                </a:cubicBezTo>
                <a:cubicBezTo>
                  <a:pt x="81491" y="22159"/>
                  <a:pt x="81765" y="22281"/>
                  <a:pt x="82129" y="21703"/>
                </a:cubicBezTo>
                <a:cubicBezTo>
                  <a:pt x="81977" y="22190"/>
                  <a:pt x="81552" y="22555"/>
                  <a:pt x="81066" y="22615"/>
                </a:cubicBezTo>
                <a:cubicBezTo>
                  <a:pt x="80944" y="22980"/>
                  <a:pt x="80458" y="23618"/>
                  <a:pt x="80792" y="23679"/>
                </a:cubicBezTo>
                <a:cubicBezTo>
                  <a:pt x="80640" y="23892"/>
                  <a:pt x="80458" y="24135"/>
                  <a:pt x="80488" y="24196"/>
                </a:cubicBezTo>
                <a:cubicBezTo>
                  <a:pt x="80154" y="24439"/>
                  <a:pt x="79637" y="25199"/>
                  <a:pt x="79424" y="25108"/>
                </a:cubicBezTo>
                <a:cubicBezTo>
                  <a:pt x="79728" y="24682"/>
                  <a:pt x="80002" y="24287"/>
                  <a:pt x="80032" y="24591"/>
                </a:cubicBezTo>
                <a:lnTo>
                  <a:pt x="80640" y="23801"/>
                </a:lnTo>
                <a:cubicBezTo>
                  <a:pt x="80549" y="23527"/>
                  <a:pt x="80002" y="24530"/>
                  <a:pt x="79910" y="24226"/>
                </a:cubicBezTo>
                <a:cubicBezTo>
                  <a:pt x="80062" y="23922"/>
                  <a:pt x="80275" y="23679"/>
                  <a:pt x="80549" y="23466"/>
                </a:cubicBezTo>
                <a:cubicBezTo>
                  <a:pt x="80366" y="23375"/>
                  <a:pt x="79880" y="24044"/>
                  <a:pt x="79667" y="24014"/>
                </a:cubicBezTo>
                <a:cubicBezTo>
                  <a:pt x="79303" y="24500"/>
                  <a:pt x="79303" y="24865"/>
                  <a:pt x="78907" y="25169"/>
                </a:cubicBezTo>
                <a:cubicBezTo>
                  <a:pt x="78695" y="24956"/>
                  <a:pt x="79394" y="23740"/>
                  <a:pt x="79120" y="23801"/>
                </a:cubicBezTo>
                <a:cubicBezTo>
                  <a:pt x="79303" y="23375"/>
                  <a:pt x="79819" y="22980"/>
                  <a:pt x="80154" y="22342"/>
                </a:cubicBezTo>
                <a:cubicBezTo>
                  <a:pt x="80062" y="22676"/>
                  <a:pt x="80214" y="22372"/>
                  <a:pt x="80336" y="22494"/>
                </a:cubicBezTo>
                <a:cubicBezTo>
                  <a:pt x="80914" y="21764"/>
                  <a:pt x="80245" y="21947"/>
                  <a:pt x="80883" y="21156"/>
                </a:cubicBezTo>
                <a:cubicBezTo>
                  <a:pt x="81187" y="20761"/>
                  <a:pt x="81066" y="21004"/>
                  <a:pt x="81096" y="21065"/>
                </a:cubicBezTo>
                <a:cubicBezTo>
                  <a:pt x="81400" y="20761"/>
                  <a:pt x="81187" y="20761"/>
                  <a:pt x="81369" y="20518"/>
                </a:cubicBezTo>
                <a:cubicBezTo>
                  <a:pt x="81856" y="19758"/>
                  <a:pt x="81947" y="20001"/>
                  <a:pt x="82403" y="19333"/>
                </a:cubicBezTo>
                <a:cubicBezTo>
                  <a:pt x="82737" y="18755"/>
                  <a:pt x="82038" y="19576"/>
                  <a:pt x="82038" y="19302"/>
                </a:cubicBezTo>
                <a:cubicBezTo>
                  <a:pt x="82221" y="19272"/>
                  <a:pt x="82616" y="18542"/>
                  <a:pt x="82737" y="18573"/>
                </a:cubicBezTo>
                <a:cubicBezTo>
                  <a:pt x="83011" y="18208"/>
                  <a:pt x="82494" y="18664"/>
                  <a:pt x="82373" y="18785"/>
                </a:cubicBezTo>
                <a:cubicBezTo>
                  <a:pt x="82585" y="18330"/>
                  <a:pt x="83254" y="17691"/>
                  <a:pt x="83467" y="17114"/>
                </a:cubicBezTo>
                <a:cubicBezTo>
                  <a:pt x="83072" y="17266"/>
                  <a:pt x="83132" y="17752"/>
                  <a:pt x="82798" y="18117"/>
                </a:cubicBezTo>
                <a:cubicBezTo>
                  <a:pt x="82616" y="18086"/>
                  <a:pt x="82129" y="18694"/>
                  <a:pt x="82312" y="18208"/>
                </a:cubicBezTo>
                <a:cubicBezTo>
                  <a:pt x="81704" y="18907"/>
                  <a:pt x="81977" y="18968"/>
                  <a:pt x="81461" y="19576"/>
                </a:cubicBezTo>
                <a:cubicBezTo>
                  <a:pt x="81035" y="20123"/>
                  <a:pt x="81248" y="19606"/>
                  <a:pt x="80822" y="20336"/>
                </a:cubicBezTo>
                <a:cubicBezTo>
                  <a:pt x="80610" y="20670"/>
                  <a:pt x="80549" y="20883"/>
                  <a:pt x="80306" y="21187"/>
                </a:cubicBezTo>
                <a:cubicBezTo>
                  <a:pt x="79971" y="21521"/>
                  <a:pt x="79637" y="21825"/>
                  <a:pt x="79333" y="22190"/>
                </a:cubicBezTo>
                <a:cubicBezTo>
                  <a:pt x="78999" y="22767"/>
                  <a:pt x="79698" y="21764"/>
                  <a:pt x="79607" y="22159"/>
                </a:cubicBezTo>
                <a:cubicBezTo>
                  <a:pt x="79303" y="22889"/>
                  <a:pt x="78026" y="24044"/>
                  <a:pt x="78026" y="24439"/>
                </a:cubicBezTo>
                <a:cubicBezTo>
                  <a:pt x="77661" y="24743"/>
                  <a:pt x="77357" y="25077"/>
                  <a:pt x="77114" y="25473"/>
                </a:cubicBezTo>
                <a:cubicBezTo>
                  <a:pt x="77053" y="24986"/>
                  <a:pt x="77874" y="24682"/>
                  <a:pt x="78026" y="24166"/>
                </a:cubicBezTo>
                <a:cubicBezTo>
                  <a:pt x="77418" y="24561"/>
                  <a:pt x="76719" y="25229"/>
                  <a:pt x="76111" y="25685"/>
                </a:cubicBezTo>
                <a:cubicBezTo>
                  <a:pt x="75837" y="26384"/>
                  <a:pt x="76689" y="25473"/>
                  <a:pt x="76992" y="25138"/>
                </a:cubicBezTo>
                <a:cubicBezTo>
                  <a:pt x="77114" y="25351"/>
                  <a:pt x="76081" y="26384"/>
                  <a:pt x="76567" y="26324"/>
                </a:cubicBezTo>
                <a:cubicBezTo>
                  <a:pt x="76354" y="26597"/>
                  <a:pt x="76233" y="26719"/>
                  <a:pt x="76111" y="26719"/>
                </a:cubicBezTo>
                <a:cubicBezTo>
                  <a:pt x="76050" y="27084"/>
                  <a:pt x="75412" y="27843"/>
                  <a:pt x="74895" y="28542"/>
                </a:cubicBezTo>
                <a:cubicBezTo>
                  <a:pt x="74834" y="28421"/>
                  <a:pt x="75412" y="27813"/>
                  <a:pt x="75230" y="27783"/>
                </a:cubicBezTo>
                <a:cubicBezTo>
                  <a:pt x="74926" y="28056"/>
                  <a:pt x="74591" y="28421"/>
                  <a:pt x="74257" y="28755"/>
                </a:cubicBezTo>
                <a:cubicBezTo>
                  <a:pt x="73953" y="29181"/>
                  <a:pt x="74196" y="29211"/>
                  <a:pt x="74318" y="29333"/>
                </a:cubicBezTo>
                <a:cubicBezTo>
                  <a:pt x="73983" y="29667"/>
                  <a:pt x="73497" y="30518"/>
                  <a:pt x="73315" y="30549"/>
                </a:cubicBezTo>
                <a:cubicBezTo>
                  <a:pt x="73041" y="30397"/>
                  <a:pt x="73892" y="29910"/>
                  <a:pt x="73923" y="29515"/>
                </a:cubicBezTo>
                <a:cubicBezTo>
                  <a:pt x="73375" y="29789"/>
                  <a:pt x="73284" y="30488"/>
                  <a:pt x="72798" y="30913"/>
                </a:cubicBezTo>
                <a:cubicBezTo>
                  <a:pt x="72889" y="31005"/>
                  <a:pt x="73071" y="30792"/>
                  <a:pt x="73132" y="30913"/>
                </a:cubicBezTo>
                <a:lnTo>
                  <a:pt x="72068" y="32342"/>
                </a:lnTo>
                <a:cubicBezTo>
                  <a:pt x="71582" y="32737"/>
                  <a:pt x="72919" y="31217"/>
                  <a:pt x="72615" y="31248"/>
                </a:cubicBezTo>
                <a:cubicBezTo>
                  <a:pt x="72220" y="31552"/>
                  <a:pt x="71825" y="32464"/>
                  <a:pt x="71369" y="33041"/>
                </a:cubicBezTo>
                <a:cubicBezTo>
                  <a:pt x="72160" y="32312"/>
                  <a:pt x="70792" y="33983"/>
                  <a:pt x="70427" y="34561"/>
                </a:cubicBezTo>
                <a:cubicBezTo>
                  <a:pt x="70032" y="34956"/>
                  <a:pt x="70974" y="33710"/>
                  <a:pt x="71187" y="33436"/>
                </a:cubicBezTo>
                <a:cubicBezTo>
                  <a:pt x="70822" y="33497"/>
                  <a:pt x="70275" y="34622"/>
                  <a:pt x="70062" y="35017"/>
                </a:cubicBezTo>
                <a:cubicBezTo>
                  <a:pt x="69637" y="35351"/>
                  <a:pt x="68755" y="36506"/>
                  <a:pt x="68634" y="37114"/>
                </a:cubicBezTo>
                <a:cubicBezTo>
                  <a:pt x="68877" y="36962"/>
                  <a:pt x="69363" y="35959"/>
                  <a:pt x="69728" y="35503"/>
                </a:cubicBezTo>
                <a:cubicBezTo>
                  <a:pt x="69849" y="35564"/>
                  <a:pt x="69363" y="36111"/>
                  <a:pt x="69242" y="36354"/>
                </a:cubicBezTo>
                <a:cubicBezTo>
                  <a:pt x="68877" y="36962"/>
                  <a:pt x="68421" y="37631"/>
                  <a:pt x="68421" y="37904"/>
                </a:cubicBezTo>
                <a:cubicBezTo>
                  <a:pt x="67752" y="38755"/>
                  <a:pt x="67448" y="39515"/>
                  <a:pt x="66840" y="40762"/>
                </a:cubicBezTo>
                <a:cubicBezTo>
                  <a:pt x="66780" y="40944"/>
                  <a:pt x="66901" y="40944"/>
                  <a:pt x="66810" y="41157"/>
                </a:cubicBezTo>
                <a:cubicBezTo>
                  <a:pt x="66628" y="41643"/>
                  <a:pt x="66506" y="41704"/>
                  <a:pt x="66384" y="41582"/>
                </a:cubicBezTo>
                <a:cubicBezTo>
                  <a:pt x="66324" y="41917"/>
                  <a:pt x="66232" y="42190"/>
                  <a:pt x="66141" y="42464"/>
                </a:cubicBezTo>
                <a:cubicBezTo>
                  <a:pt x="66050" y="42707"/>
                  <a:pt x="65928" y="43041"/>
                  <a:pt x="65837" y="43315"/>
                </a:cubicBezTo>
                <a:cubicBezTo>
                  <a:pt x="65624" y="43892"/>
                  <a:pt x="65473" y="44500"/>
                  <a:pt x="65412" y="45108"/>
                </a:cubicBezTo>
                <a:lnTo>
                  <a:pt x="65412" y="45108"/>
                </a:lnTo>
                <a:cubicBezTo>
                  <a:pt x="65351" y="45199"/>
                  <a:pt x="65260" y="45139"/>
                  <a:pt x="65260" y="45139"/>
                </a:cubicBezTo>
                <a:cubicBezTo>
                  <a:pt x="65290" y="45078"/>
                  <a:pt x="65290" y="45047"/>
                  <a:pt x="65290" y="44987"/>
                </a:cubicBezTo>
                <a:cubicBezTo>
                  <a:pt x="65290" y="44895"/>
                  <a:pt x="65290" y="44774"/>
                  <a:pt x="65260" y="44683"/>
                </a:cubicBezTo>
                <a:cubicBezTo>
                  <a:pt x="65229" y="44743"/>
                  <a:pt x="65229" y="44835"/>
                  <a:pt x="65199" y="44895"/>
                </a:cubicBezTo>
                <a:cubicBezTo>
                  <a:pt x="65199" y="44926"/>
                  <a:pt x="65169" y="44956"/>
                  <a:pt x="65169" y="44987"/>
                </a:cubicBezTo>
                <a:lnTo>
                  <a:pt x="65047" y="44987"/>
                </a:lnTo>
                <a:cubicBezTo>
                  <a:pt x="64986" y="44987"/>
                  <a:pt x="64895" y="45017"/>
                  <a:pt x="64834" y="45017"/>
                </a:cubicBezTo>
                <a:cubicBezTo>
                  <a:pt x="64591" y="45139"/>
                  <a:pt x="64713" y="45260"/>
                  <a:pt x="64986" y="45169"/>
                </a:cubicBezTo>
                <a:cubicBezTo>
                  <a:pt x="64591" y="45564"/>
                  <a:pt x="63558" y="45777"/>
                  <a:pt x="62767" y="46142"/>
                </a:cubicBezTo>
                <a:cubicBezTo>
                  <a:pt x="62767" y="46233"/>
                  <a:pt x="62798" y="46324"/>
                  <a:pt x="63071" y="46233"/>
                </a:cubicBezTo>
                <a:cubicBezTo>
                  <a:pt x="62555" y="46537"/>
                  <a:pt x="61947" y="46567"/>
                  <a:pt x="61308" y="46932"/>
                </a:cubicBezTo>
                <a:cubicBezTo>
                  <a:pt x="61703" y="46658"/>
                  <a:pt x="61278" y="46567"/>
                  <a:pt x="60822" y="46689"/>
                </a:cubicBezTo>
                <a:cubicBezTo>
                  <a:pt x="60913" y="46476"/>
                  <a:pt x="61248" y="46628"/>
                  <a:pt x="61582" y="46446"/>
                </a:cubicBezTo>
                <a:cubicBezTo>
                  <a:pt x="61582" y="46294"/>
                  <a:pt x="61369" y="46294"/>
                  <a:pt x="60974" y="46446"/>
                </a:cubicBezTo>
                <a:cubicBezTo>
                  <a:pt x="60184" y="46780"/>
                  <a:pt x="61156" y="46719"/>
                  <a:pt x="60731" y="46993"/>
                </a:cubicBezTo>
                <a:cubicBezTo>
                  <a:pt x="60001" y="47145"/>
                  <a:pt x="59302" y="47327"/>
                  <a:pt x="58633" y="47601"/>
                </a:cubicBezTo>
                <a:lnTo>
                  <a:pt x="58603" y="47418"/>
                </a:lnTo>
                <a:cubicBezTo>
                  <a:pt x="57661" y="47753"/>
                  <a:pt x="57448" y="48057"/>
                  <a:pt x="56415" y="48421"/>
                </a:cubicBezTo>
                <a:cubicBezTo>
                  <a:pt x="56627" y="48148"/>
                  <a:pt x="56080" y="48391"/>
                  <a:pt x="55989" y="48360"/>
                </a:cubicBezTo>
                <a:cubicBezTo>
                  <a:pt x="55837" y="48330"/>
                  <a:pt x="56019" y="48087"/>
                  <a:pt x="55533" y="48269"/>
                </a:cubicBezTo>
                <a:cubicBezTo>
                  <a:pt x="54986" y="48634"/>
                  <a:pt x="56263" y="48178"/>
                  <a:pt x="56050" y="48543"/>
                </a:cubicBezTo>
                <a:cubicBezTo>
                  <a:pt x="55320" y="48847"/>
                  <a:pt x="55442" y="48512"/>
                  <a:pt x="54682" y="48847"/>
                </a:cubicBezTo>
                <a:cubicBezTo>
                  <a:pt x="54439" y="48968"/>
                  <a:pt x="54712" y="48968"/>
                  <a:pt x="54895" y="48908"/>
                </a:cubicBezTo>
                <a:cubicBezTo>
                  <a:pt x="54560" y="49212"/>
                  <a:pt x="54074" y="49120"/>
                  <a:pt x="53588" y="49303"/>
                </a:cubicBezTo>
                <a:cubicBezTo>
                  <a:pt x="53101" y="49485"/>
                  <a:pt x="52615" y="49789"/>
                  <a:pt x="52129" y="50002"/>
                </a:cubicBezTo>
                <a:cubicBezTo>
                  <a:pt x="51703" y="50123"/>
                  <a:pt x="51247" y="50275"/>
                  <a:pt x="50852" y="50488"/>
                </a:cubicBezTo>
                <a:cubicBezTo>
                  <a:pt x="50761" y="50397"/>
                  <a:pt x="50974" y="50306"/>
                  <a:pt x="50974" y="50215"/>
                </a:cubicBezTo>
                <a:cubicBezTo>
                  <a:pt x="50396" y="50427"/>
                  <a:pt x="50305" y="50701"/>
                  <a:pt x="49880" y="50701"/>
                </a:cubicBezTo>
                <a:cubicBezTo>
                  <a:pt x="49788" y="50579"/>
                  <a:pt x="50396" y="50427"/>
                  <a:pt x="50396" y="50336"/>
                </a:cubicBezTo>
                <a:cubicBezTo>
                  <a:pt x="49667" y="50519"/>
                  <a:pt x="49910" y="50671"/>
                  <a:pt x="49302" y="50883"/>
                </a:cubicBezTo>
                <a:cubicBezTo>
                  <a:pt x="49484" y="50974"/>
                  <a:pt x="50123" y="50731"/>
                  <a:pt x="50153" y="50944"/>
                </a:cubicBezTo>
                <a:cubicBezTo>
                  <a:pt x="50031" y="50974"/>
                  <a:pt x="49545" y="51218"/>
                  <a:pt x="49424" y="51218"/>
                </a:cubicBezTo>
                <a:cubicBezTo>
                  <a:pt x="49302" y="51218"/>
                  <a:pt x="49667" y="51035"/>
                  <a:pt x="49576" y="51035"/>
                </a:cubicBezTo>
                <a:cubicBezTo>
                  <a:pt x="48907" y="51066"/>
                  <a:pt x="48238" y="51218"/>
                  <a:pt x="47630" y="51461"/>
                </a:cubicBezTo>
                <a:cubicBezTo>
                  <a:pt x="47144" y="51704"/>
                  <a:pt x="48238" y="51370"/>
                  <a:pt x="47691" y="51674"/>
                </a:cubicBezTo>
                <a:lnTo>
                  <a:pt x="46384" y="52130"/>
                </a:lnTo>
                <a:lnTo>
                  <a:pt x="46323" y="51947"/>
                </a:lnTo>
                <a:cubicBezTo>
                  <a:pt x="45898" y="52038"/>
                  <a:pt x="45898" y="52130"/>
                  <a:pt x="45563" y="52251"/>
                </a:cubicBezTo>
                <a:cubicBezTo>
                  <a:pt x="44925" y="52464"/>
                  <a:pt x="44803" y="52312"/>
                  <a:pt x="44499" y="52737"/>
                </a:cubicBezTo>
                <a:cubicBezTo>
                  <a:pt x="44895" y="52646"/>
                  <a:pt x="45776" y="52464"/>
                  <a:pt x="44743" y="52889"/>
                </a:cubicBezTo>
                <a:cubicBezTo>
                  <a:pt x="45107" y="52889"/>
                  <a:pt x="46171" y="52373"/>
                  <a:pt x="46810" y="52160"/>
                </a:cubicBezTo>
                <a:cubicBezTo>
                  <a:pt x="46931" y="52342"/>
                  <a:pt x="46019" y="52585"/>
                  <a:pt x="45533" y="52798"/>
                </a:cubicBezTo>
                <a:lnTo>
                  <a:pt x="43892" y="53437"/>
                </a:lnTo>
                <a:lnTo>
                  <a:pt x="43800" y="53133"/>
                </a:lnTo>
                <a:cubicBezTo>
                  <a:pt x="43040" y="53437"/>
                  <a:pt x="42828" y="53649"/>
                  <a:pt x="43162" y="53740"/>
                </a:cubicBezTo>
                <a:lnTo>
                  <a:pt x="42037" y="54166"/>
                </a:lnTo>
                <a:cubicBezTo>
                  <a:pt x="42098" y="54075"/>
                  <a:pt x="42341" y="53953"/>
                  <a:pt x="42372" y="53832"/>
                </a:cubicBezTo>
                <a:cubicBezTo>
                  <a:pt x="41521" y="54227"/>
                  <a:pt x="41186" y="54196"/>
                  <a:pt x="40305" y="54592"/>
                </a:cubicBezTo>
                <a:cubicBezTo>
                  <a:pt x="40335" y="54531"/>
                  <a:pt x="40487" y="54470"/>
                  <a:pt x="40457" y="54409"/>
                </a:cubicBezTo>
                <a:cubicBezTo>
                  <a:pt x="39028" y="54926"/>
                  <a:pt x="38268" y="55321"/>
                  <a:pt x="36961" y="55777"/>
                </a:cubicBezTo>
                <a:cubicBezTo>
                  <a:pt x="36870" y="56051"/>
                  <a:pt x="36353" y="56355"/>
                  <a:pt x="35381" y="56689"/>
                </a:cubicBezTo>
                <a:cubicBezTo>
                  <a:pt x="35533" y="56902"/>
                  <a:pt x="36414" y="56203"/>
                  <a:pt x="36901" y="56203"/>
                </a:cubicBezTo>
                <a:cubicBezTo>
                  <a:pt x="36657" y="56476"/>
                  <a:pt x="35533" y="56810"/>
                  <a:pt x="34925" y="57084"/>
                </a:cubicBezTo>
                <a:cubicBezTo>
                  <a:pt x="34834" y="57023"/>
                  <a:pt x="35016" y="56932"/>
                  <a:pt x="35259" y="56810"/>
                </a:cubicBezTo>
                <a:cubicBezTo>
                  <a:pt x="34590" y="57023"/>
                  <a:pt x="35198" y="56598"/>
                  <a:pt x="34773" y="56689"/>
                </a:cubicBezTo>
                <a:cubicBezTo>
                  <a:pt x="33922" y="56993"/>
                  <a:pt x="35077" y="56719"/>
                  <a:pt x="34469" y="56993"/>
                </a:cubicBezTo>
                <a:cubicBezTo>
                  <a:pt x="33679" y="57418"/>
                  <a:pt x="33983" y="56932"/>
                  <a:pt x="33131" y="57358"/>
                </a:cubicBezTo>
                <a:cubicBezTo>
                  <a:pt x="32797" y="57510"/>
                  <a:pt x="33496" y="57479"/>
                  <a:pt x="33071" y="57753"/>
                </a:cubicBezTo>
                <a:cubicBezTo>
                  <a:pt x="32554" y="57783"/>
                  <a:pt x="31551" y="58513"/>
                  <a:pt x="31916" y="58087"/>
                </a:cubicBezTo>
                <a:cubicBezTo>
                  <a:pt x="31095" y="58543"/>
                  <a:pt x="30274" y="58938"/>
                  <a:pt x="29393" y="59242"/>
                </a:cubicBezTo>
                <a:cubicBezTo>
                  <a:pt x="29241" y="59607"/>
                  <a:pt x="30213" y="59060"/>
                  <a:pt x="30730" y="58847"/>
                </a:cubicBezTo>
                <a:cubicBezTo>
                  <a:pt x="30669" y="59151"/>
                  <a:pt x="29970" y="59242"/>
                  <a:pt x="29484" y="59455"/>
                </a:cubicBezTo>
                <a:cubicBezTo>
                  <a:pt x="29150" y="59668"/>
                  <a:pt x="28785" y="59880"/>
                  <a:pt x="28420" y="60032"/>
                </a:cubicBezTo>
                <a:cubicBezTo>
                  <a:pt x="28177" y="59941"/>
                  <a:pt x="28603" y="59728"/>
                  <a:pt x="29089" y="59546"/>
                </a:cubicBezTo>
                <a:cubicBezTo>
                  <a:pt x="29028" y="59424"/>
                  <a:pt x="28572" y="59637"/>
                  <a:pt x="28147" y="59820"/>
                </a:cubicBezTo>
                <a:cubicBezTo>
                  <a:pt x="28177" y="59637"/>
                  <a:pt x="28299" y="59516"/>
                  <a:pt x="27843" y="59607"/>
                </a:cubicBezTo>
                <a:cubicBezTo>
                  <a:pt x="27630" y="59759"/>
                  <a:pt x="28147" y="59759"/>
                  <a:pt x="27599" y="60063"/>
                </a:cubicBezTo>
                <a:cubicBezTo>
                  <a:pt x="27447" y="60306"/>
                  <a:pt x="28451" y="59941"/>
                  <a:pt x="27873" y="60276"/>
                </a:cubicBezTo>
                <a:cubicBezTo>
                  <a:pt x="27417" y="60488"/>
                  <a:pt x="27660" y="60336"/>
                  <a:pt x="27660" y="60245"/>
                </a:cubicBezTo>
                <a:cubicBezTo>
                  <a:pt x="26748" y="60701"/>
                  <a:pt x="26536" y="60762"/>
                  <a:pt x="25593" y="61248"/>
                </a:cubicBezTo>
                <a:cubicBezTo>
                  <a:pt x="25411" y="60975"/>
                  <a:pt x="26475" y="60853"/>
                  <a:pt x="26353" y="60640"/>
                </a:cubicBezTo>
                <a:cubicBezTo>
                  <a:pt x="25897" y="60640"/>
                  <a:pt x="25837" y="60853"/>
                  <a:pt x="25259" y="61066"/>
                </a:cubicBezTo>
                <a:cubicBezTo>
                  <a:pt x="24894" y="61279"/>
                  <a:pt x="25350" y="61248"/>
                  <a:pt x="25350" y="61218"/>
                </a:cubicBezTo>
                <a:cubicBezTo>
                  <a:pt x="25320" y="61491"/>
                  <a:pt x="24773" y="61522"/>
                  <a:pt x="25016" y="61735"/>
                </a:cubicBezTo>
                <a:cubicBezTo>
                  <a:pt x="24408" y="62069"/>
                  <a:pt x="24195" y="62525"/>
                  <a:pt x="23739" y="62738"/>
                </a:cubicBezTo>
                <a:cubicBezTo>
                  <a:pt x="23526" y="63133"/>
                  <a:pt x="23283" y="63498"/>
                  <a:pt x="22979" y="63832"/>
                </a:cubicBezTo>
                <a:cubicBezTo>
                  <a:pt x="22584" y="64440"/>
                  <a:pt x="22219" y="65078"/>
                  <a:pt x="21885" y="65716"/>
                </a:cubicBezTo>
                <a:cubicBezTo>
                  <a:pt x="21520" y="66476"/>
                  <a:pt x="21520" y="66567"/>
                  <a:pt x="21095" y="67084"/>
                </a:cubicBezTo>
                <a:cubicBezTo>
                  <a:pt x="21004" y="67267"/>
                  <a:pt x="21125" y="67267"/>
                  <a:pt x="21004" y="67479"/>
                </a:cubicBezTo>
                <a:cubicBezTo>
                  <a:pt x="19727" y="69698"/>
                  <a:pt x="19210" y="71127"/>
                  <a:pt x="18086" y="72890"/>
                </a:cubicBezTo>
                <a:cubicBezTo>
                  <a:pt x="17994" y="73103"/>
                  <a:pt x="18116" y="73072"/>
                  <a:pt x="17994" y="73315"/>
                </a:cubicBezTo>
                <a:cubicBezTo>
                  <a:pt x="17812" y="73741"/>
                  <a:pt x="17690" y="73619"/>
                  <a:pt x="17478" y="74136"/>
                </a:cubicBezTo>
                <a:cubicBezTo>
                  <a:pt x="17174" y="74227"/>
                  <a:pt x="17508" y="73680"/>
                  <a:pt x="17478" y="73467"/>
                </a:cubicBezTo>
                <a:cubicBezTo>
                  <a:pt x="17934" y="73042"/>
                  <a:pt x="18268" y="72525"/>
                  <a:pt x="18420" y="71947"/>
                </a:cubicBezTo>
                <a:cubicBezTo>
                  <a:pt x="18207" y="71947"/>
                  <a:pt x="18055" y="72586"/>
                  <a:pt x="17751" y="72920"/>
                </a:cubicBezTo>
                <a:cubicBezTo>
                  <a:pt x="17690" y="73011"/>
                  <a:pt x="17569" y="72920"/>
                  <a:pt x="17508" y="73011"/>
                </a:cubicBezTo>
                <a:cubicBezTo>
                  <a:pt x="17295" y="73285"/>
                  <a:pt x="17143" y="73680"/>
                  <a:pt x="16900" y="74014"/>
                </a:cubicBezTo>
                <a:cubicBezTo>
                  <a:pt x="16961" y="74349"/>
                  <a:pt x="17235" y="73467"/>
                  <a:pt x="17295" y="73802"/>
                </a:cubicBezTo>
                <a:cubicBezTo>
                  <a:pt x="17235" y="74106"/>
                  <a:pt x="16748" y="75230"/>
                  <a:pt x="17295" y="74470"/>
                </a:cubicBezTo>
                <a:cubicBezTo>
                  <a:pt x="17326" y="74622"/>
                  <a:pt x="16566" y="76142"/>
                  <a:pt x="16475" y="75838"/>
                </a:cubicBezTo>
                <a:cubicBezTo>
                  <a:pt x="16201" y="76841"/>
                  <a:pt x="15350" y="78087"/>
                  <a:pt x="14560" y="79546"/>
                </a:cubicBezTo>
                <a:cubicBezTo>
                  <a:pt x="13709" y="81157"/>
                  <a:pt x="12706" y="83163"/>
                  <a:pt x="12037" y="84471"/>
                </a:cubicBezTo>
                <a:cubicBezTo>
                  <a:pt x="11824" y="84987"/>
                  <a:pt x="11733" y="84774"/>
                  <a:pt x="11551" y="85109"/>
                </a:cubicBezTo>
                <a:cubicBezTo>
                  <a:pt x="11429" y="85413"/>
                  <a:pt x="11277" y="85717"/>
                  <a:pt x="11095" y="85990"/>
                </a:cubicBezTo>
                <a:cubicBezTo>
                  <a:pt x="10943" y="86294"/>
                  <a:pt x="11125" y="86355"/>
                  <a:pt x="10699" y="86933"/>
                </a:cubicBezTo>
                <a:cubicBezTo>
                  <a:pt x="10365" y="87145"/>
                  <a:pt x="10760" y="86568"/>
                  <a:pt x="10821" y="86294"/>
                </a:cubicBezTo>
                <a:cubicBezTo>
                  <a:pt x="10851" y="86173"/>
                  <a:pt x="10821" y="85990"/>
                  <a:pt x="10851" y="85869"/>
                </a:cubicBezTo>
                <a:cubicBezTo>
                  <a:pt x="10943" y="85626"/>
                  <a:pt x="11551" y="84957"/>
                  <a:pt x="11277" y="84957"/>
                </a:cubicBezTo>
                <a:cubicBezTo>
                  <a:pt x="11155" y="84957"/>
                  <a:pt x="11186" y="85230"/>
                  <a:pt x="11003" y="85474"/>
                </a:cubicBezTo>
                <a:cubicBezTo>
                  <a:pt x="10943" y="85534"/>
                  <a:pt x="10669" y="85443"/>
                  <a:pt x="10456" y="86081"/>
                </a:cubicBezTo>
                <a:cubicBezTo>
                  <a:pt x="10547" y="86233"/>
                  <a:pt x="10851" y="85261"/>
                  <a:pt x="10912" y="85656"/>
                </a:cubicBezTo>
                <a:cubicBezTo>
                  <a:pt x="10517" y="86507"/>
                  <a:pt x="9757" y="87449"/>
                  <a:pt x="9392" y="88209"/>
                </a:cubicBezTo>
                <a:cubicBezTo>
                  <a:pt x="9575" y="88300"/>
                  <a:pt x="10031" y="87085"/>
                  <a:pt x="10304" y="86902"/>
                </a:cubicBezTo>
                <a:cubicBezTo>
                  <a:pt x="10639" y="86781"/>
                  <a:pt x="10274" y="87388"/>
                  <a:pt x="10426" y="87449"/>
                </a:cubicBezTo>
                <a:cubicBezTo>
                  <a:pt x="9666" y="88969"/>
                  <a:pt x="8815" y="90458"/>
                  <a:pt x="7903" y="91917"/>
                </a:cubicBezTo>
                <a:cubicBezTo>
                  <a:pt x="7478" y="93072"/>
                  <a:pt x="7022" y="94197"/>
                  <a:pt x="6474" y="95291"/>
                </a:cubicBezTo>
                <a:cubicBezTo>
                  <a:pt x="6626" y="95504"/>
                  <a:pt x="6809" y="95200"/>
                  <a:pt x="7022" y="94714"/>
                </a:cubicBezTo>
                <a:cubicBezTo>
                  <a:pt x="7143" y="94835"/>
                  <a:pt x="6778" y="95504"/>
                  <a:pt x="6870" y="95656"/>
                </a:cubicBezTo>
                <a:cubicBezTo>
                  <a:pt x="7082" y="95717"/>
                  <a:pt x="7052" y="95170"/>
                  <a:pt x="7143" y="94957"/>
                </a:cubicBezTo>
                <a:cubicBezTo>
                  <a:pt x="7356" y="94379"/>
                  <a:pt x="7690" y="93832"/>
                  <a:pt x="8055" y="93103"/>
                </a:cubicBezTo>
                <a:cubicBezTo>
                  <a:pt x="8116" y="92920"/>
                  <a:pt x="7994" y="92920"/>
                  <a:pt x="8116" y="92708"/>
                </a:cubicBezTo>
                <a:cubicBezTo>
                  <a:pt x="8298" y="92282"/>
                  <a:pt x="8541" y="91917"/>
                  <a:pt x="8845" y="91553"/>
                </a:cubicBezTo>
                <a:cubicBezTo>
                  <a:pt x="9028" y="91158"/>
                  <a:pt x="8663" y="91735"/>
                  <a:pt x="8785" y="91310"/>
                </a:cubicBezTo>
                <a:cubicBezTo>
                  <a:pt x="9544" y="90154"/>
                  <a:pt x="10031" y="88726"/>
                  <a:pt x="10791" y="87662"/>
                </a:cubicBezTo>
                <a:cubicBezTo>
                  <a:pt x="10730" y="88240"/>
                  <a:pt x="11459" y="86781"/>
                  <a:pt x="11672" y="86811"/>
                </a:cubicBezTo>
                <a:cubicBezTo>
                  <a:pt x="11946" y="86355"/>
                  <a:pt x="11307" y="86811"/>
                  <a:pt x="11763" y="86173"/>
                </a:cubicBezTo>
                <a:cubicBezTo>
                  <a:pt x="11672" y="86173"/>
                  <a:pt x="11551" y="86446"/>
                  <a:pt x="11429" y="86659"/>
                </a:cubicBezTo>
                <a:cubicBezTo>
                  <a:pt x="11064" y="87176"/>
                  <a:pt x="11520" y="86294"/>
                  <a:pt x="11642" y="86112"/>
                </a:cubicBezTo>
                <a:cubicBezTo>
                  <a:pt x="11946" y="85747"/>
                  <a:pt x="12219" y="85352"/>
                  <a:pt x="12462" y="84957"/>
                </a:cubicBezTo>
                <a:cubicBezTo>
                  <a:pt x="12402" y="84683"/>
                  <a:pt x="12158" y="85291"/>
                  <a:pt x="11976" y="85595"/>
                </a:cubicBezTo>
                <a:cubicBezTo>
                  <a:pt x="11824" y="85474"/>
                  <a:pt x="12219" y="85048"/>
                  <a:pt x="12402" y="84683"/>
                </a:cubicBezTo>
                <a:cubicBezTo>
                  <a:pt x="12766" y="83954"/>
                  <a:pt x="13283" y="82799"/>
                  <a:pt x="13861" y="81856"/>
                </a:cubicBezTo>
                <a:cubicBezTo>
                  <a:pt x="14013" y="81856"/>
                  <a:pt x="13830" y="82191"/>
                  <a:pt x="13678" y="82464"/>
                </a:cubicBezTo>
                <a:cubicBezTo>
                  <a:pt x="14104" y="82282"/>
                  <a:pt x="14195" y="81461"/>
                  <a:pt x="14225" y="81157"/>
                </a:cubicBezTo>
                <a:cubicBezTo>
                  <a:pt x="14985" y="79759"/>
                  <a:pt x="15320" y="79790"/>
                  <a:pt x="15928" y="78513"/>
                </a:cubicBezTo>
                <a:cubicBezTo>
                  <a:pt x="15806" y="78239"/>
                  <a:pt x="15441" y="79303"/>
                  <a:pt x="15168" y="79638"/>
                </a:cubicBezTo>
                <a:cubicBezTo>
                  <a:pt x="15624" y="78148"/>
                  <a:pt x="16839" y="76598"/>
                  <a:pt x="17387" y="75443"/>
                </a:cubicBezTo>
                <a:cubicBezTo>
                  <a:pt x="17417" y="75291"/>
                  <a:pt x="17447" y="75169"/>
                  <a:pt x="17478" y="75017"/>
                </a:cubicBezTo>
                <a:cubicBezTo>
                  <a:pt x="17599" y="74744"/>
                  <a:pt x="17569" y="75109"/>
                  <a:pt x="17569" y="75078"/>
                </a:cubicBezTo>
                <a:cubicBezTo>
                  <a:pt x="17751" y="74744"/>
                  <a:pt x="17873" y="74288"/>
                  <a:pt x="18025" y="73984"/>
                </a:cubicBezTo>
                <a:cubicBezTo>
                  <a:pt x="18390" y="73285"/>
                  <a:pt x="18663" y="73224"/>
                  <a:pt x="18937" y="72677"/>
                </a:cubicBezTo>
                <a:cubicBezTo>
                  <a:pt x="19028" y="72464"/>
                  <a:pt x="18906" y="72464"/>
                  <a:pt x="18876" y="72403"/>
                </a:cubicBezTo>
                <a:cubicBezTo>
                  <a:pt x="19818" y="70792"/>
                  <a:pt x="20396" y="69242"/>
                  <a:pt x="21186" y="68239"/>
                </a:cubicBezTo>
                <a:cubicBezTo>
                  <a:pt x="21308" y="68026"/>
                  <a:pt x="21156" y="68148"/>
                  <a:pt x="21125" y="68209"/>
                </a:cubicBezTo>
                <a:cubicBezTo>
                  <a:pt x="21490" y="67297"/>
                  <a:pt x="21976" y="66415"/>
                  <a:pt x="22584" y="65625"/>
                </a:cubicBezTo>
                <a:cubicBezTo>
                  <a:pt x="22736" y="65260"/>
                  <a:pt x="22919" y="64865"/>
                  <a:pt x="22979" y="64561"/>
                </a:cubicBezTo>
                <a:cubicBezTo>
                  <a:pt x="23374" y="63923"/>
                  <a:pt x="23891" y="63346"/>
                  <a:pt x="24499" y="62890"/>
                </a:cubicBezTo>
                <a:cubicBezTo>
                  <a:pt x="25137" y="62403"/>
                  <a:pt x="25867" y="62008"/>
                  <a:pt x="26627" y="61735"/>
                </a:cubicBezTo>
                <a:cubicBezTo>
                  <a:pt x="26961" y="61887"/>
                  <a:pt x="27478" y="61735"/>
                  <a:pt x="27539" y="62008"/>
                </a:cubicBezTo>
                <a:cubicBezTo>
                  <a:pt x="28967" y="61279"/>
                  <a:pt x="29788" y="61035"/>
                  <a:pt x="31277" y="60367"/>
                </a:cubicBezTo>
                <a:cubicBezTo>
                  <a:pt x="31399" y="60276"/>
                  <a:pt x="31490" y="60184"/>
                  <a:pt x="31581" y="60032"/>
                </a:cubicBezTo>
                <a:cubicBezTo>
                  <a:pt x="31855" y="59880"/>
                  <a:pt x="32189" y="59789"/>
                  <a:pt x="32493" y="59728"/>
                </a:cubicBezTo>
                <a:cubicBezTo>
                  <a:pt x="32919" y="59516"/>
                  <a:pt x="32250" y="59637"/>
                  <a:pt x="32068" y="59698"/>
                </a:cubicBezTo>
                <a:cubicBezTo>
                  <a:pt x="31217" y="59972"/>
                  <a:pt x="31156" y="60367"/>
                  <a:pt x="30457" y="60458"/>
                </a:cubicBezTo>
                <a:cubicBezTo>
                  <a:pt x="30943" y="60093"/>
                  <a:pt x="31460" y="59789"/>
                  <a:pt x="32037" y="59576"/>
                </a:cubicBezTo>
                <a:cubicBezTo>
                  <a:pt x="31885" y="59546"/>
                  <a:pt x="31764" y="59576"/>
                  <a:pt x="31642" y="59607"/>
                </a:cubicBezTo>
                <a:cubicBezTo>
                  <a:pt x="31703" y="59455"/>
                  <a:pt x="31885" y="59485"/>
                  <a:pt x="32007" y="59455"/>
                </a:cubicBezTo>
                <a:cubicBezTo>
                  <a:pt x="32098" y="59455"/>
                  <a:pt x="32493" y="59333"/>
                  <a:pt x="32432" y="59546"/>
                </a:cubicBezTo>
                <a:lnTo>
                  <a:pt x="33162" y="59242"/>
                </a:lnTo>
                <a:cubicBezTo>
                  <a:pt x="33375" y="59181"/>
                  <a:pt x="33557" y="59151"/>
                  <a:pt x="33770" y="59121"/>
                </a:cubicBezTo>
                <a:cubicBezTo>
                  <a:pt x="34074" y="58999"/>
                  <a:pt x="34043" y="58786"/>
                  <a:pt x="34621" y="58634"/>
                </a:cubicBezTo>
                <a:cubicBezTo>
                  <a:pt x="34742" y="58817"/>
                  <a:pt x="35685" y="58330"/>
                  <a:pt x="35837" y="58513"/>
                </a:cubicBezTo>
                <a:cubicBezTo>
                  <a:pt x="36384" y="58209"/>
                  <a:pt x="35502" y="58421"/>
                  <a:pt x="35928" y="58148"/>
                </a:cubicBezTo>
                <a:cubicBezTo>
                  <a:pt x="36475" y="57874"/>
                  <a:pt x="36840" y="57844"/>
                  <a:pt x="36536" y="58087"/>
                </a:cubicBezTo>
                <a:cubicBezTo>
                  <a:pt x="36901" y="57722"/>
                  <a:pt x="37934" y="57692"/>
                  <a:pt x="37752" y="57388"/>
                </a:cubicBezTo>
                <a:cubicBezTo>
                  <a:pt x="37539" y="57236"/>
                  <a:pt x="36961" y="57935"/>
                  <a:pt x="36840" y="57783"/>
                </a:cubicBezTo>
                <a:cubicBezTo>
                  <a:pt x="36566" y="57662"/>
                  <a:pt x="37600" y="57358"/>
                  <a:pt x="37873" y="57206"/>
                </a:cubicBezTo>
                <a:cubicBezTo>
                  <a:pt x="38025" y="57114"/>
                  <a:pt x="38299" y="56902"/>
                  <a:pt x="38390" y="56871"/>
                </a:cubicBezTo>
                <a:cubicBezTo>
                  <a:pt x="39332" y="56415"/>
                  <a:pt x="40822" y="55807"/>
                  <a:pt x="41369" y="55777"/>
                </a:cubicBezTo>
                <a:cubicBezTo>
                  <a:pt x="41825" y="55503"/>
                  <a:pt x="42676" y="55321"/>
                  <a:pt x="43375" y="54987"/>
                </a:cubicBezTo>
                <a:cubicBezTo>
                  <a:pt x="43740" y="54804"/>
                  <a:pt x="44074" y="54592"/>
                  <a:pt x="44408" y="54379"/>
                </a:cubicBezTo>
                <a:cubicBezTo>
                  <a:pt x="43557" y="54531"/>
                  <a:pt x="42980" y="55017"/>
                  <a:pt x="42220" y="55260"/>
                </a:cubicBezTo>
                <a:cubicBezTo>
                  <a:pt x="42463" y="54896"/>
                  <a:pt x="43253" y="54652"/>
                  <a:pt x="43800" y="54409"/>
                </a:cubicBezTo>
                <a:cubicBezTo>
                  <a:pt x="44378" y="54196"/>
                  <a:pt x="45168" y="54014"/>
                  <a:pt x="46019" y="53619"/>
                </a:cubicBezTo>
                <a:cubicBezTo>
                  <a:pt x="46262" y="53740"/>
                  <a:pt x="45594" y="53923"/>
                  <a:pt x="45563" y="54044"/>
                </a:cubicBezTo>
                <a:cubicBezTo>
                  <a:pt x="46110" y="53771"/>
                  <a:pt x="46384" y="53528"/>
                  <a:pt x="46962" y="53254"/>
                </a:cubicBezTo>
                <a:cubicBezTo>
                  <a:pt x="47417" y="53285"/>
                  <a:pt x="47752" y="52981"/>
                  <a:pt x="48633" y="52737"/>
                </a:cubicBezTo>
                <a:cubicBezTo>
                  <a:pt x="48633" y="52555"/>
                  <a:pt x="47630" y="53193"/>
                  <a:pt x="47843" y="52829"/>
                </a:cubicBezTo>
                <a:cubicBezTo>
                  <a:pt x="48390" y="52585"/>
                  <a:pt x="49302" y="52342"/>
                  <a:pt x="49302" y="52160"/>
                </a:cubicBezTo>
                <a:cubicBezTo>
                  <a:pt x="49788" y="52069"/>
                  <a:pt x="50427" y="51856"/>
                  <a:pt x="50670" y="51947"/>
                </a:cubicBezTo>
                <a:cubicBezTo>
                  <a:pt x="50943" y="51795"/>
                  <a:pt x="51369" y="51643"/>
                  <a:pt x="51156" y="51491"/>
                </a:cubicBezTo>
                <a:cubicBezTo>
                  <a:pt x="51612" y="51248"/>
                  <a:pt x="52007" y="51400"/>
                  <a:pt x="51886" y="51157"/>
                </a:cubicBezTo>
                <a:cubicBezTo>
                  <a:pt x="52554" y="50914"/>
                  <a:pt x="52646" y="51096"/>
                  <a:pt x="53071" y="51035"/>
                </a:cubicBezTo>
                <a:cubicBezTo>
                  <a:pt x="53557" y="50792"/>
                  <a:pt x="52554" y="51126"/>
                  <a:pt x="52797" y="50823"/>
                </a:cubicBezTo>
                <a:cubicBezTo>
                  <a:pt x="54165" y="50519"/>
                  <a:pt x="55138" y="49911"/>
                  <a:pt x="56323" y="49576"/>
                </a:cubicBezTo>
                <a:cubicBezTo>
                  <a:pt x="56506" y="49455"/>
                  <a:pt x="56475" y="49364"/>
                  <a:pt x="56840" y="49242"/>
                </a:cubicBezTo>
                <a:cubicBezTo>
                  <a:pt x="56445" y="49698"/>
                  <a:pt x="57296" y="49212"/>
                  <a:pt x="57509" y="49333"/>
                </a:cubicBezTo>
                <a:cubicBezTo>
                  <a:pt x="57691" y="49151"/>
                  <a:pt x="58968" y="48604"/>
                  <a:pt x="58512" y="48634"/>
                </a:cubicBezTo>
                <a:cubicBezTo>
                  <a:pt x="58633" y="48391"/>
                  <a:pt x="58907" y="48573"/>
                  <a:pt x="59089" y="48512"/>
                </a:cubicBezTo>
                <a:cubicBezTo>
                  <a:pt x="59606" y="48269"/>
                  <a:pt x="58785" y="48452"/>
                  <a:pt x="59211" y="48208"/>
                </a:cubicBezTo>
                <a:cubicBezTo>
                  <a:pt x="60123" y="47905"/>
                  <a:pt x="60974" y="47570"/>
                  <a:pt x="61764" y="47266"/>
                </a:cubicBezTo>
                <a:lnTo>
                  <a:pt x="64348" y="46294"/>
                </a:lnTo>
                <a:cubicBezTo>
                  <a:pt x="64743" y="46172"/>
                  <a:pt x="64804" y="46233"/>
                  <a:pt x="65108" y="46111"/>
                </a:cubicBezTo>
                <a:cubicBezTo>
                  <a:pt x="65503" y="45990"/>
                  <a:pt x="65868" y="45777"/>
                  <a:pt x="66202" y="45564"/>
                </a:cubicBezTo>
                <a:cubicBezTo>
                  <a:pt x="66232" y="45321"/>
                  <a:pt x="66293" y="45108"/>
                  <a:pt x="66354" y="44835"/>
                </a:cubicBezTo>
                <a:cubicBezTo>
                  <a:pt x="66384" y="44531"/>
                  <a:pt x="66506" y="44227"/>
                  <a:pt x="66688" y="43953"/>
                </a:cubicBezTo>
                <a:cubicBezTo>
                  <a:pt x="66780" y="43467"/>
                  <a:pt x="66871" y="42980"/>
                  <a:pt x="67023" y="42524"/>
                </a:cubicBezTo>
                <a:cubicBezTo>
                  <a:pt x="67144" y="42129"/>
                  <a:pt x="67296" y="41795"/>
                  <a:pt x="67387" y="41461"/>
                </a:cubicBezTo>
                <a:cubicBezTo>
                  <a:pt x="68087" y="39515"/>
                  <a:pt x="68968" y="38117"/>
                  <a:pt x="69910" y="37509"/>
                </a:cubicBezTo>
                <a:cubicBezTo>
                  <a:pt x="70062" y="37722"/>
                  <a:pt x="70275" y="37783"/>
                  <a:pt x="70609" y="37327"/>
                </a:cubicBezTo>
                <a:cubicBezTo>
                  <a:pt x="70670" y="37418"/>
                  <a:pt x="70549" y="37692"/>
                  <a:pt x="70305" y="38026"/>
                </a:cubicBezTo>
                <a:cubicBezTo>
                  <a:pt x="70640" y="37752"/>
                  <a:pt x="70488" y="38664"/>
                  <a:pt x="71005" y="37844"/>
                </a:cubicBezTo>
                <a:cubicBezTo>
                  <a:pt x="70701" y="38391"/>
                  <a:pt x="70974" y="38512"/>
                  <a:pt x="70913" y="38847"/>
                </a:cubicBezTo>
                <a:cubicBezTo>
                  <a:pt x="70883" y="38999"/>
                  <a:pt x="70518" y="39455"/>
                  <a:pt x="70731" y="39394"/>
                </a:cubicBezTo>
                <a:cubicBezTo>
                  <a:pt x="70214" y="40154"/>
                  <a:pt x="69758" y="41005"/>
                  <a:pt x="69394" y="41886"/>
                </a:cubicBezTo>
                <a:cubicBezTo>
                  <a:pt x="69211" y="42281"/>
                  <a:pt x="69059" y="42707"/>
                  <a:pt x="68907" y="43132"/>
                </a:cubicBezTo>
                <a:lnTo>
                  <a:pt x="68725" y="43588"/>
                </a:lnTo>
                <a:cubicBezTo>
                  <a:pt x="68664" y="43801"/>
                  <a:pt x="68603" y="44014"/>
                  <a:pt x="68542" y="44227"/>
                </a:cubicBezTo>
                <a:cubicBezTo>
                  <a:pt x="68451" y="44652"/>
                  <a:pt x="68360" y="45047"/>
                  <a:pt x="68269" y="45473"/>
                </a:cubicBezTo>
                <a:cubicBezTo>
                  <a:pt x="68117" y="45990"/>
                  <a:pt x="67965" y="46385"/>
                  <a:pt x="67813" y="46962"/>
                </a:cubicBezTo>
                <a:lnTo>
                  <a:pt x="67813" y="47053"/>
                </a:lnTo>
                <a:cubicBezTo>
                  <a:pt x="67114" y="47357"/>
                  <a:pt x="66384" y="47661"/>
                  <a:pt x="65564" y="47935"/>
                </a:cubicBezTo>
                <a:cubicBezTo>
                  <a:pt x="65017" y="48117"/>
                  <a:pt x="64865" y="48117"/>
                  <a:pt x="64317" y="48330"/>
                </a:cubicBezTo>
                <a:cubicBezTo>
                  <a:pt x="63922" y="48452"/>
                  <a:pt x="63558" y="48634"/>
                  <a:pt x="63193" y="48816"/>
                </a:cubicBezTo>
                <a:cubicBezTo>
                  <a:pt x="62980" y="48908"/>
                  <a:pt x="62737" y="48968"/>
                  <a:pt x="62494" y="48968"/>
                </a:cubicBezTo>
                <a:cubicBezTo>
                  <a:pt x="62281" y="49060"/>
                  <a:pt x="62403" y="49120"/>
                  <a:pt x="62159" y="49212"/>
                </a:cubicBezTo>
                <a:cubicBezTo>
                  <a:pt x="61643" y="49364"/>
                  <a:pt x="61156" y="49607"/>
                  <a:pt x="60670" y="49759"/>
                </a:cubicBezTo>
                <a:cubicBezTo>
                  <a:pt x="60457" y="49789"/>
                  <a:pt x="60275" y="49819"/>
                  <a:pt x="60062" y="49819"/>
                </a:cubicBezTo>
                <a:cubicBezTo>
                  <a:pt x="59880" y="49911"/>
                  <a:pt x="59758" y="50063"/>
                  <a:pt x="59545" y="50154"/>
                </a:cubicBezTo>
                <a:cubicBezTo>
                  <a:pt x="59120" y="50336"/>
                  <a:pt x="58603" y="50397"/>
                  <a:pt x="58238" y="50549"/>
                </a:cubicBezTo>
                <a:cubicBezTo>
                  <a:pt x="57874" y="50701"/>
                  <a:pt x="57874" y="50823"/>
                  <a:pt x="57539" y="50944"/>
                </a:cubicBezTo>
                <a:cubicBezTo>
                  <a:pt x="56931" y="51187"/>
                  <a:pt x="56323" y="51400"/>
                  <a:pt x="55685" y="51552"/>
                </a:cubicBezTo>
                <a:cubicBezTo>
                  <a:pt x="55351" y="51643"/>
                  <a:pt x="55351" y="51734"/>
                  <a:pt x="55351" y="51826"/>
                </a:cubicBezTo>
                <a:cubicBezTo>
                  <a:pt x="54196" y="52130"/>
                  <a:pt x="52737" y="52768"/>
                  <a:pt x="51095" y="53406"/>
                </a:cubicBezTo>
                <a:cubicBezTo>
                  <a:pt x="50731" y="53437"/>
                  <a:pt x="51339" y="53011"/>
                  <a:pt x="50639" y="53254"/>
                </a:cubicBezTo>
                <a:cubicBezTo>
                  <a:pt x="50092" y="53528"/>
                  <a:pt x="50974" y="53376"/>
                  <a:pt x="50548" y="53619"/>
                </a:cubicBezTo>
                <a:cubicBezTo>
                  <a:pt x="49120" y="54166"/>
                  <a:pt x="48633" y="54318"/>
                  <a:pt x="47235" y="54896"/>
                </a:cubicBezTo>
                <a:cubicBezTo>
                  <a:pt x="47296" y="54804"/>
                  <a:pt x="47448" y="54683"/>
                  <a:pt x="47752" y="54561"/>
                </a:cubicBezTo>
                <a:cubicBezTo>
                  <a:pt x="47053" y="54561"/>
                  <a:pt x="46870" y="55078"/>
                  <a:pt x="46901" y="55108"/>
                </a:cubicBezTo>
                <a:cubicBezTo>
                  <a:pt x="46050" y="55473"/>
                  <a:pt x="47083" y="54835"/>
                  <a:pt x="46475" y="55078"/>
                </a:cubicBezTo>
                <a:cubicBezTo>
                  <a:pt x="46080" y="55199"/>
                  <a:pt x="46141" y="55291"/>
                  <a:pt x="46171" y="55382"/>
                </a:cubicBezTo>
                <a:lnTo>
                  <a:pt x="44864" y="55899"/>
                </a:lnTo>
                <a:cubicBezTo>
                  <a:pt x="44530" y="55899"/>
                  <a:pt x="44864" y="55807"/>
                  <a:pt x="44803" y="55655"/>
                </a:cubicBezTo>
                <a:lnTo>
                  <a:pt x="44256" y="55868"/>
                </a:lnTo>
                <a:cubicBezTo>
                  <a:pt x="43861" y="56051"/>
                  <a:pt x="45016" y="55838"/>
                  <a:pt x="43952" y="56263"/>
                </a:cubicBezTo>
                <a:cubicBezTo>
                  <a:pt x="43192" y="56567"/>
                  <a:pt x="43952" y="56142"/>
                  <a:pt x="43709" y="56081"/>
                </a:cubicBezTo>
                <a:cubicBezTo>
                  <a:pt x="43192" y="56294"/>
                  <a:pt x="43284" y="56142"/>
                  <a:pt x="42980" y="56385"/>
                </a:cubicBezTo>
                <a:cubicBezTo>
                  <a:pt x="42554" y="56537"/>
                  <a:pt x="42980" y="56658"/>
                  <a:pt x="42919" y="56810"/>
                </a:cubicBezTo>
                <a:lnTo>
                  <a:pt x="41642" y="57327"/>
                </a:lnTo>
                <a:cubicBezTo>
                  <a:pt x="41764" y="57206"/>
                  <a:pt x="41794" y="57114"/>
                  <a:pt x="41733" y="56993"/>
                </a:cubicBezTo>
                <a:cubicBezTo>
                  <a:pt x="41521" y="57175"/>
                  <a:pt x="40761" y="57388"/>
                  <a:pt x="41095" y="57540"/>
                </a:cubicBezTo>
                <a:cubicBezTo>
                  <a:pt x="40092" y="57996"/>
                  <a:pt x="39515" y="58117"/>
                  <a:pt x="39180" y="58057"/>
                </a:cubicBezTo>
                <a:cubicBezTo>
                  <a:pt x="38846" y="58148"/>
                  <a:pt x="38451" y="58665"/>
                  <a:pt x="38268" y="58421"/>
                </a:cubicBezTo>
                <a:cubicBezTo>
                  <a:pt x="37782" y="58695"/>
                  <a:pt x="38785" y="58482"/>
                  <a:pt x="37782" y="58817"/>
                </a:cubicBezTo>
                <a:cubicBezTo>
                  <a:pt x="37934" y="58847"/>
                  <a:pt x="38056" y="58847"/>
                  <a:pt x="38208" y="58786"/>
                </a:cubicBezTo>
                <a:cubicBezTo>
                  <a:pt x="38086" y="58847"/>
                  <a:pt x="36597" y="59668"/>
                  <a:pt x="36870" y="59212"/>
                </a:cubicBezTo>
                <a:cubicBezTo>
                  <a:pt x="36323" y="59424"/>
                  <a:pt x="36505" y="59576"/>
                  <a:pt x="35837" y="59820"/>
                </a:cubicBezTo>
                <a:lnTo>
                  <a:pt x="35776" y="59637"/>
                </a:lnTo>
                <a:cubicBezTo>
                  <a:pt x="35715" y="59789"/>
                  <a:pt x="35259" y="59972"/>
                  <a:pt x="35138" y="60124"/>
                </a:cubicBezTo>
                <a:cubicBezTo>
                  <a:pt x="34803" y="60276"/>
                  <a:pt x="34469" y="60336"/>
                  <a:pt x="34135" y="60276"/>
                </a:cubicBezTo>
                <a:cubicBezTo>
                  <a:pt x="34195" y="60549"/>
                  <a:pt x="32828" y="61005"/>
                  <a:pt x="32554" y="61127"/>
                </a:cubicBezTo>
                <a:cubicBezTo>
                  <a:pt x="32767" y="61127"/>
                  <a:pt x="32949" y="61066"/>
                  <a:pt x="33131" y="60975"/>
                </a:cubicBezTo>
                <a:cubicBezTo>
                  <a:pt x="32220" y="61552"/>
                  <a:pt x="30882" y="61856"/>
                  <a:pt x="29697" y="62434"/>
                </a:cubicBezTo>
                <a:cubicBezTo>
                  <a:pt x="29210" y="62342"/>
                  <a:pt x="28724" y="62342"/>
                  <a:pt x="28268" y="62434"/>
                </a:cubicBezTo>
                <a:cubicBezTo>
                  <a:pt x="27721" y="62616"/>
                  <a:pt x="27995" y="62738"/>
                  <a:pt x="27508" y="62920"/>
                </a:cubicBezTo>
                <a:cubicBezTo>
                  <a:pt x="28025" y="62920"/>
                  <a:pt x="27113" y="63406"/>
                  <a:pt x="27782" y="63194"/>
                </a:cubicBezTo>
                <a:cubicBezTo>
                  <a:pt x="27630" y="63406"/>
                  <a:pt x="26779" y="63680"/>
                  <a:pt x="27204" y="63832"/>
                </a:cubicBezTo>
                <a:cubicBezTo>
                  <a:pt x="26840" y="64075"/>
                  <a:pt x="26505" y="64318"/>
                  <a:pt x="26232" y="64561"/>
                </a:cubicBezTo>
                <a:cubicBezTo>
                  <a:pt x="25958" y="64744"/>
                  <a:pt x="25715" y="64987"/>
                  <a:pt x="25502" y="65260"/>
                </a:cubicBezTo>
                <a:cubicBezTo>
                  <a:pt x="24894" y="66081"/>
                  <a:pt x="24378" y="66993"/>
                  <a:pt x="23952" y="67905"/>
                </a:cubicBezTo>
                <a:cubicBezTo>
                  <a:pt x="23800" y="67692"/>
                  <a:pt x="24438" y="66780"/>
                  <a:pt x="24742" y="66203"/>
                </a:cubicBezTo>
                <a:cubicBezTo>
                  <a:pt x="25046" y="65625"/>
                  <a:pt x="25350" y="65260"/>
                  <a:pt x="25472" y="65017"/>
                </a:cubicBezTo>
                <a:cubicBezTo>
                  <a:pt x="25259" y="65108"/>
                  <a:pt x="25016" y="65443"/>
                  <a:pt x="24803" y="65504"/>
                </a:cubicBezTo>
                <a:cubicBezTo>
                  <a:pt x="24438" y="65990"/>
                  <a:pt x="24833" y="65960"/>
                  <a:pt x="24529" y="66476"/>
                </a:cubicBezTo>
                <a:lnTo>
                  <a:pt x="24408" y="66385"/>
                </a:lnTo>
                <a:cubicBezTo>
                  <a:pt x="24134" y="66993"/>
                  <a:pt x="23770" y="67510"/>
                  <a:pt x="23344" y="67996"/>
                </a:cubicBezTo>
                <a:cubicBezTo>
                  <a:pt x="23253" y="68209"/>
                  <a:pt x="23374" y="68178"/>
                  <a:pt x="23253" y="68422"/>
                </a:cubicBezTo>
                <a:lnTo>
                  <a:pt x="22584" y="69637"/>
                </a:lnTo>
                <a:cubicBezTo>
                  <a:pt x="22280" y="70033"/>
                  <a:pt x="22432" y="69698"/>
                  <a:pt x="22250" y="69881"/>
                </a:cubicBezTo>
                <a:cubicBezTo>
                  <a:pt x="21855" y="70580"/>
                  <a:pt x="22371" y="69881"/>
                  <a:pt x="22219" y="70337"/>
                </a:cubicBezTo>
                <a:cubicBezTo>
                  <a:pt x="21976" y="70792"/>
                  <a:pt x="21581" y="71400"/>
                  <a:pt x="21915" y="71309"/>
                </a:cubicBezTo>
                <a:cubicBezTo>
                  <a:pt x="21216" y="72312"/>
                  <a:pt x="20487" y="73954"/>
                  <a:pt x="19970" y="74774"/>
                </a:cubicBezTo>
                <a:cubicBezTo>
                  <a:pt x="20183" y="74106"/>
                  <a:pt x="21004" y="72829"/>
                  <a:pt x="21429" y="71947"/>
                </a:cubicBezTo>
                <a:cubicBezTo>
                  <a:pt x="21460" y="71704"/>
                  <a:pt x="21581" y="71370"/>
                  <a:pt x="21429" y="71248"/>
                </a:cubicBezTo>
                <a:cubicBezTo>
                  <a:pt x="21156" y="71704"/>
                  <a:pt x="21034" y="72008"/>
                  <a:pt x="21216" y="72039"/>
                </a:cubicBezTo>
                <a:cubicBezTo>
                  <a:pt x="20730" y="72647"/>
                  <a:pt x="20639" y="73224"/>
                  <a:pt x="20061" y="74136"/>
                </a:cubicBezTo>
                <a:cubicBezTo>
                  <a:pt x="20122" y="73893"/>
                  <a:pt x="20031" y="74014"/>
                  <a:pt x="19909" y="74045"/>
                </a:cubicBezTo>
                <a:cubicBezTo>
                  <a:pt x="19149" y="75565"/>
                  <a:pt x="18420" y="77024"/>
                  <a:pt x="17387" y="78999"/>
                </a:cubicBezTo>
                <a:cubicBezTo>
                  <a:pt x="17083" y="79364"/>
                  <a:pt x="17387" y="78574"/>
                  <a:pt x="17083" y="79030"/>
                </a:cubicBezTo>
                <a:cubicBezTo>
                  <a:pt x="16687" y="79790"/>
                  <a:pt x="17478" y="78938"/>
                  <a:pt x="16809" y="80033"/>
                </a:cubicBezTo>
                <a:cubicBezTo>
                  <a:pt x="16505" y="80306"/>
                  <a:pt x="16687" y="79607"/>
                  <a:pt x="16870" y="79151"/>
                </a:cubicBezTo>
                <a:cubicBezTo>
                  <a:pt x="16627" y="79151"/>
                  <a:pt x="16171" y="80246"/>
                  <a:pt x="16566" y="80124"/>
                </a:cubicBezTo>
                <a:cubicBezTo>
                  <a:pt x="16353" y="80428"/>
                  <a:pt x="16262" y="80762"/>
                  <a:pt x="16444" y="80489"/>
                </a:cubicBezTo>
                <a:cubicBezTo>
                  <a:pt x="14620" y="83923"/>
                  <a:pt x="11824" y="88847"/>
                  <a:pt x="10183" y="92191"/>
                </a:cubicBezTo>
                <a:cubicBezTo>
                  <a:pt x="10092" y="92404"/>
                  <a:pt x="10183" y="92313"/>
                  <a:pt x="10244" y="92221"/>
                </a:cubicBezTo>
                <a:cubicBezTo>
                  <a:pt x="10061" y="92647"/>
                  <a:pt x="9666" y="93316"/>
                  <a:pt x="9362" y="94106"/>
                </a:cubicBezTo>
                <a:cubicBezTo>
                  <a:pt x="9119" y="94106"/>
                  <a:pt x="9575" y="93468"/>
                  <a:pt x="9210" y="93802"/>
                </a:cubicBezTo>
                <a:cubicBezTo>
                  <a:pt x="9028" y="94045"/>
                  <a:pt x="8876" y="94319"/>
                  <a:pt x="8785" y="94592"/>
                </a:cubicBezTo>
                <a:cubicBezTo>
                  <a:pt x="8511" y="94987"/>
                  <a:pt x="9028" y="94015"/>
                  <a:pt x="9058" y="93711"/>
                </a:cubicBezTo>
                <a:cubicBezTo>
                  <a:pt x="8663" y="94319"/>
                  <a:pt x="8329" y="94775"/>
                  <a:pt x="8025" y="95413"/>
                </a:cubicBezTo>
                <a:cubicBezTo>
                  <a:pt x="8207" y="95717"/>
                  <a:pt x="8085" y="96355"/>
                  <a:pt x="8055" y="96902"/>
                </a:cubicBezTo>
                <a:cubicBezTo>
                  <a:pt x="7903" y="97297"/>
                  <a:pt x="7781" y="97693"/>
                  <a:pt x="7599" y="97601"/>
                </a:cubicBezTo>
                <a:cubicBezTo>
                  <a:pt x="7629" y="98361"/>
                  <a:pt x="7265" y="99182"/>
                  <a:pt x="7356" y="100793"/>
                </a:cubicBezTo>
                <a:cubicBezTo>
                  <a:pt x="7295" y="100915"/>
                  <a:pt x="7204" y="100975"/>
                  <a:pt x="7113" y="100945"/>
                </a:cubicBezTo>
                <a:cubicBezTo>
                  <a:pt x="7113" y="101340"/>
                  <a:pt x="7204" y="101279"/>
                  <a:pt x="7295" y="101279"/>
                </a:cubicBezTo>
                <a:cubicBezTo>
                  <a:pt x="7326" y="102252"/>
                  <a:pt x="7447" y="103164"/>
                  <a:pt x="7690" y="104106"/>
                </a:cubicBezTo>
                <a:cubicBezTo>
                  <a:pt x="7964" y="105687"/>
                  <a:pt x="8237" y="107389"/>
                  <a:pt x="8541" y="108848"/>
                </a:cubicBezTo>
                <a:cubicBezTo>
                  <a:pt x="8693" y="109547"/>
                  <a:pt x="8997" y="110185"/>
                  <a:pt x="8876" y="110580"/>
                </a:cubicBezTo>
                <a:cubicBezTo>
                  <a:pt x="8967" y="110824"/>
                  <a:pt x="9058" y="110884"/>
                  <a:pt x="9149" y="111158"/>
                </a:cubicBezTo>
                <a:cubicBezTo>
                  <a:pt x="9210" y="111462"/>
                  <a:pt x="9210" y="111796"/>
                  <a:pt x="9180" y="112131"/>
                </a:cubicBezTo>
                <a:cubicBezTo>
                  <a:pt x="9484" y="112982"/>
                  <a:pt x="9727" y="113863"/>
                  <a:pt x="9909" y="114745"/>
                </a:cubicBezTo>
                <a:cubicBezTo>
                  <a:pt x="10000" y="115261"/>
                  <a:pt x="10122" y="115778"/>
                  <a:pt x="10244" y="116356"/>
                </a:cubicBezTo>
                <a:cubicBezTo>
                  <a:pt x="10304" y="116629"/>
                  <a:pt x="10365" y="116903"/>
                  <a:pt x="10426" y="117207"/>
                </a:cubicBezTo>
                <a:cubicBezTo>
                  <a:pt x="10487" y="117450"/>
                  <a:pt x="10547" y="117693"/>
                  <a:pt x="10608" y="117936"/>
                </a:cubicBezTo>
                <a:cubicBezTo>
                  <a:pt x="10517" y="118240"/>
                  <a:pt x="10456" y="117784"/>
                  <a:pt x="10274" y="117906"/>
                </a:cubicBezTo>
                <a:cubicBezTo>
                  <a:pt x="10426" y="118453"/>
                  <a:pt x="10730" y="118179"/>
                  <a:pt x="10821" y="118878"/>
                </a:cubicBezTo>
                <a:cubicBezTo>
                  <a:pt x="10699" y="118848"/>
                  <a:pt x="10608" y="118666"/>
                  <a:pt x="10426" y="118878"/>
                </a:cubicBezTo>
                <a:cubicBezTo>
                  <a:pt x="10487" y="119334"/>
                  <a:pt x="10760" y="119152"/>
                  <a:pt x="10669" y="119669"/>
                </a:cubicBezTo>
                <a:cubicBezTo>
                  <a:pt x="10547" y="119669"/>
                  <a:pt x="10517" y="119152"/>
                  <a:pt x="10395" y="119182"/>
                </a:cubicBezTo>
                <a:cubicBezTo>
                  <a:pt x="10335" y="119577"/>
                  <a:pt x="10699" y="119669"/>
                  <a:pt x="10760" y="120337"/>
                </a:cubicBezTo>
                <a:cubicBezTo>
                  <a:pt x="10639" y="120520"/>
                  <a:pt x="10547" y="120337"/>
                  <a:pt x="10487" y="120003"/>
                </a:cubicBezTo>
                <a:cubicBezTo>
                  <a:pt x="10395" y="120307"/>
                  <a:pt x="10547" y="120368"/>
                  <a:pt x="10639" y="120489"/>
                </a:cubicBezTo>
                <a:cubicBezTo>
                  <a:pt x="10730" y="120459"/>
                  <a:pt x="10821" y="120459"/>
                  <a:pt x="10882" y="120459"/>
                </a:cubicBezTo>
                <a:cubicBezTo>
                  <a:pt x="10821" y="120611"/>
                  <a:pt x="11429" y="120489"/>
                  <a:pt x="11459" y="120611"/>
                </a:cubicBezTo>
                <a:cubicBezTo>
                  <a:pt x="11885" y="120489"/>
                  <a:pt x="12432" y="120216"/>
                  <a:pt x="12706" y="120307"/>
                </a:cubicBezTo>
                <a:cubicBezTo>
                  <a:pt x="12584" y="120368"/>
                  <a:pt x="12554" y="120520"/>
                  <a:pt x="12371" y="120611"/>
                </a:cubicBezTo>
                <a:cubicBezTo>
                  <a:pt x="12128" y="120611"/>
                  <a:pt x="12128" y="120520"/>
                  <a:pt x="11885" y="120550"/>
                </a:cubicBezTo>
                <a:cubicBezTo>
                  <a:pt x="11672" y="120824"/>
                  <a:pt x="12584" y="120702"/>
                  <a:pt x="12888" y="120672"/>
                </a:cubicBezTo>
                <a:cubicBezTo>
                  <a:pt x="12888" y="120854"/>
                  <a:pt x="12554" y="120854"/>
                  <a:pt x="12554" y="121067"/>
                </a:cubicBezTo>
                <a:cubicBezTo>
                  <a:pt x="12797" y="120976"/>
                  <a:pt x="12918" y="120884"/>
                  <a:pt x="13162" y="120793"/>
                </a:cubicBezTo>
                <a:cubicBezTo>
                  <a:pt x="13344" y="120793"/>
                  <a:pt x="13526" y="120824"/>
                  <a:pt x="13709" y="120884"/>
                </a:cubicBezTo>
                <a:cubicBezTo>
                  <a:pt x="13830" y="120945"/>
                  <a:pt x="13952" y="121006"/>
                  <a:pt x="14043" y="121067"/>
                </a:cubicBezTo>
                <a:lnTo>
                  <a:pt x="12341" y="121158"/>
                </a:lnTo>
                <a:cubicBezTo>
                  <a:pt x="11733" y="121158"/>
                  <a:pt x="11155" y="121158"/>
                  <a:pt x="10943" y="120976"/>
                </a:cubicBezTo>
                <a:cubicBezTo>
                  <a:pt x="10608" y="121006"/>
                  <a:pt x="11064" y="121067"/>
                  <a:pt x="10669" y="121158"/>
                </a:cubicBezTo>
                <a:lnTo>
                  <a:pt x="10122" y="121158"/>
                </a:lnTo>
                <a:cubicBezTo>
                  <a:pt x="9970" y="120702"/>
                  <a:pt x="9879" y="120216"/>
                  <a:pt x="9848" y="119729"/>
                </a:cubicBezTo>
                <a:cubicBezTo>
                  <a:pt x="9818" y="119577"/>
                  <a:pt x="9757" y="119669"/>
                  <a:pt x="9696" y="119669"/>
                </a:cubicBezTo>
                <a:cubicBezTo>
                  <a:pt x="9605" y="119213"/>
                  <a:pt x="9544" y="118818"/>
                  <a:pt x="9484" y="118483"/>
                </a:cubicBezTo>
                <a:cubicBezTo>
                  <a:pt x="9484" y="118331"/>
                  <a:pt x="9423" y="118149"/>
                  <a:pt x="9392" y="117997"/>
                </a:cubicBezTo>
                <a:cubicBezTo>
                  <a:pt x="9332" y="117815"/>
                  <a:pt x="9240" y="117602"/>
                  <a:pt x="9119" y="117419"/>
                </a:cubicBezTo>
                <a:cubicBezTo>
                  <a:pt x="9180" y="116872"/>
                  <a:pt x="8602" y="114897"/>
                  <a:pt x="8298" y="114167"/>
                </a:cubicBezTo>
                <a:cubicBezTo>
                  <a:pt x="8389" y="113833"/>
                  <a:pt x="8177" y="113012"/>
                  <a:pt x="8085" y="112374"/>
                </a:cubicBezTo>
                <a:cubicBezTo>
                  <a:pt x="7842" y="112374"/>
                  <a:pt x="8085" y="113194"/>
                  <a:pt x="8025" y="113590"/>
                </a:cubicBezTo>
                <a:cubicBezTo>
                  <a:pt x="7721" y="113407"/>
                  <a:pt x="7964" y="113225"/>
                  <a:pt x="7812" y="112647"/>
                </a:cubicBezTo>
                <a:cubicBezTo>
                  <a:pt x="7721" y="112222"/>
                  <a:pt x="7569" y="112586"/>
                  <a:pt x="7447" y="112495"/>
                </a:cubicBezTo>
                <a:cubicBezTo>
                  <a:pt x="7569" y="113225"/>
                  <a:pt x="7842" y="113924"/>
                  <a:pt x="8268" y="114562"/>
                </a:cubicBezTo>
                <a:cubicBezTo>
                  <a:pt x="8511" y="115778"/>
                  <a:pt x="8754" y="116720"/>
                  <a:pt x="8967" y="117602"/>
                </a:cubicBezTo>
                <a:cubicBezTo>
                  <a:pt x="9058" y="117967"/>
                  <a:pt x="9149" y="118362"/>
                  <a:pt x="9210" y="118726"/>
                </a:cubicBezTo>
                <a:cubicBezTo>
                  <a:pt x="9301" y="119122"/>
                  <a:pt x="9362" y="119456"/>
                  <a:pt x="9423" y="119821"/>
                </a:cubicBezTo>
                <a:cubicBezTo>
                  <a:pt x="9271" y="119486"/>
                  <a:pt x="9058" y="119699"/>
                  <a:pt x="8906" y="119152"/>
                </a:cubicBezTo>
                <a:cubicBezTo>
                  <a:pt x="8785" y="119304"/>
                  <a:pt x="9119" y="120094"/>
                  <a:pt x="9028" y="120307"/>
                </a:cubicBezTo>
                <a:cubicBezTo>
                  <a:pt x="9149" y="120307"/>
                  <a:pt x="9180" y="120155"/>
                  <a:pt x="9119" y="119851"/>
                </a:cubicBezTo>
                <a:cubicBezTo>
                  <a:pt x="9301" y="119790"/>
                  <a:pt x="9392" y="120641"/>
                  <a:pt x="9544" y="121128"/>
                </a:cubicBezTo>
                <a:cubicBezTo>
                  <a:pt x="9453" y="121219"/>
                  <a:pt x="9332" y="121249"/>
                  <a:pt x="9362" y="121523"/>
                </a:cubicBezTo>
                <a:cubicBezTo>
                  <a:pt x="9453" y="122009"/>
                  <a:pt x="9544" y="121736"/>
                  <a:pt x="9636" y="121796"/>
                </a:cubicBezTo>
                <a:cubicBezTo>
                  <a:pt x="9788" y="121766"/>
                  <a:pt x="9909" y="121766"/>
                  <a:pt x="10061" y="121796"/>
                </a:cubicBezTo>
                <a:cubicBezTo>
                  <a:pt x="9605" y="122009"/>
                  <a:pt x="9605" y="121948"/>
                  <a:pt x="10000" y="122100"/>
                </a:cubicBezTo>
                <a:cubicBezTo>
                  <a:pt x="10365" y="122070"/>
                  <a:pt x="10244" y="121979"/>
                  <a:pt x="9909" y="121979"/>
                </a:cubicBezTo>
                <a:cubicBezTo>
                  <a:pt x="10031" y="121888"/>
                  <a:pt x="10487" y="121979"/>
                  <a:pt x="10547" y="121857"/>
                </a:cubicBezTo>
                <a:cubicBezTo>
                  <a:pt x="10912" y="121979"/>
                  <a:pt x="11307" y="122040"/>
                  <a:pt x="10882" y="122252"/>
                </a:cubicBezTo>
                <a:cubicBezTo>
                  <a:pt x="11672" y="122283"/>
                  <a:pt x="11733" y="122040"/>
                  <a:pt x="12645" y="122131"/>
                </a:cubicBezTo>
                <a:cubicBezTo>
                  <a:pt x="13374" y="122131"/>
                  <a:pt x="13192" y="122404"/>
                  <a:pt x="13982" y="122374"/>
                </a:cubicBezTo>
                <a:cubicBezTo>
                  <a:pt x="14529" y="122313"/>
                  <a:pt x="15137" y="122222"/>
                  <a:pt x="14803" y="122009"/>
                </a:cubicBezTo>
                <a:cubicBezTo>
                  <a:pt x="15897" y="122009"/>
                  <a:pt x="16444" y="121918"/>
                  <a:pt x="16383" y="121705"/>
                </a:cubicBezTo>
                <a:cubicBezTo>
                  <a:pt x="16961" y="121644"/>
                  <a:pt x="16900" y="121796"/>
                  <a:pt x="17387" y="121766"/>
                </a:cubicBezTo>
                <a:cubicBezTo>
                  <a:pt x="17478" y="121888"/>
                  <a:pt x="17083" y="121888"/>
                  <a:pt x="16779" y="121888"/>
                </a:cubicBezTo>
                <a:cubicBezTo>
                  <a:pt x="16779" y="122070"/>
                  <a:pt x="17235" y="122131"/>
                  <a:pt x="17538" y="122192"/>
                </a:cubicBezTo>
                <a:cubicBezTo>
                  <a:pt x="17994" y="122100"/>
                  <a:pt x="18481" y="122100"/>
                  <a:pt x="18937" y="122192"/>
                </a:cubicBezTo>
                <a:cubicBezTo>
                  <a:pt x="19149" y="122404"/>
                  <a:pt x="18268" y="122252"/>
                  <a:pt x="18511" y="122465"/>
                </a:cubicBezTo>
                <a:cubicBezTo>
                  <a:pt x="18511" y="122587"/>
                  <a:pt x="19058" y="122435"/>
                  <a:pt x="18906" y="122343"/>
                </a:cubicBezTo>
                <a:cubicBezTo>
                  <a:pt x="19575" y="122343"/>
                  <a:pt x="19909" y="122222"/>
                  <a:pt x="20700" y="122283"/>
                </a:cubicBezTo>
                <a:cubicBezTo>
                  <a:pt x="20791" y="122131"/>
                  <a:pt x="20700" y="122040"/>
                  <a:pt x="20517" y="121979"/>
                </a:cubicBezTo>
                <a:cubicBezTo>
                  <a:pt x="20061" y="122040"/>
                  <a:pt x="19605" y="122040"/>
                  <a:pt x="19149" y="122009"/>
                </a:cubicBezTo>
                <a:cubicBezTo>
                  <a:pt x="19271" y="121705"/>
                  <a:pt x="18086" y="121796"/>
                  <a:pt x="18177" y="121523"/>
                </a:cubicBezTo>
                <a:cubicBezTo>
                  <a:pt x="20456" y="121584"/>
                  <a:pt x="24438" y="121462"/>
                  <a:pt x="26475" y="121644"/>
                </a:cubicBezTo>
                <a:cubicBezTo>
                  <a:pt x="26444" y="121918"/>
                  <a:pt x="26019" y="121705"/>
                  <a:pt x="25685" y="121675"/>
                </a:cubicBezTo>
                <a:lnTo>
                  <a:pt x="19757" y="121644"/>
                </a:lnTo>
                <a:cubicBezTo>
                  <a:pt x="20274" y="121766"/>
                  <a:pt x="21308" y="121736"/>
                  <a:pt x="21520" y="121979"/>
                </a:cubicBezTo>
                <a:cubicBezTo>
                  <a:pt x="22189" y="122009"/>
                  <a:pt x="21794" y="121736"/>
                  <a:pt x="22523" y="121796"/>
                </a:cubicBezTo>
                <a:cubicBezTo>
                  <a:pt x="22949" y="121766"/>
                  <a:pt x="22797" y="121918"/>
                  <a:pt x="23101" y="121918"/>
                </a:cubicBezTo>
                <a:cubicBezTo>
                  <a:pt x="23314" y="121979"/>
                  <a:pt x="23557" y="121948"/>
                  <a:pt x="23709" y="121796"/>
                </a:cubicBezTo>
                <a:cubicBezTo>
                  <a:pt x="23800" y="121796"/>
                  <a:pt x="23952" y="121857"/>
                  <a:pt x="24074" y="121857"/>
                </a:cubicBezTo>
                <a:cubicBezTo>
                  <a:pt x="24226" y="121857"/>
                  <a:pt x="24347" y="121827"/>
                  <a:pt x="24469" y="121796"/>
                </a:cubicBezTo>
                <a:cubicBezTo>
                  <a:pt x="25320" y="121888"/>
                  <a:pt x="26201" y="121888"/>
                  <a:pt x="27052" y="121796"/>
                </a:cubicBezTo>
                <a:cubicBezTo>
                  <a:pt x="27387" y="121766"/>
                  <a:pt x="27417" y="121857"/>
                  <a:pt x="27417" y="121918"/>
                </a:cubicBezTo>
                <a:cubicBezTo>
                  <a:pt x="28025" y="121888"/>
                  <a:pt x="27235" y="121796"/>
                  <a:pt x="27417" y="121675"/>
                </a:cubicBezTo>
                <a:cubicBezTo>
                  <a:pt x="27934" y="121675"/>
                  <a:pt x="27903" y="121827"/>
                  <a:pt x="28207" y="121857"/>
                </a:cubicBezTo>
                <a:cubicBezTo>
                  <a:pt x="28633" y="121857"/>
                  <a:pt x="28299" y="121644"/>
                  <a:pt x="28420" y="121553"/>
                </a:cubicBezTo>
                <a:cubicBezTo>
                  <a:pt x="30001" y="121523"/>
                  <a:pt x="31460" y="121462"/>
                  <a:pt x="32797" y="121462"/>
                </a:cubicBezTo>
                <a:cubicBezTo>
                  <a:pt x="33010" y="121462"/>
                  <a:pt x="33071" y="121584"/>
                  <a:pt x="33162" y="121584"/>
                </a:cubicBezTo>
                <a:cubicBezTo>
                  <a:pt x="33375" y="121584"/>
                  <a:pt x="34013" y="121553"/>
                  <a:pt x="34347" y="121523"/>
                </a:cubicBezTo>
                <a:cubicBezTo>
                  <a:pt x="34773" y="121523"/>
                  <a:pt x="35350" y="121614"/>
                  <a:pt x="35563" y="121492"/>
                </a:cubicBezTo>
                <a:cubicBezTo>
                  <a:pt x="35715" y="121523"/>
                  <a:pt x="36080" y="121523"/>
                  <a:pt x="36141" y="121614"/>
                </a:cubicBezTo>
                <a:cubicBezTo>
                  <a:pt x="37144" y="121432"/>
                  <a:pt x="39393" y="121675"/>
                  <a:pt x="40913" y="121523"/>
                </a:cubicBezTo>
                <a:cubicBezTo>
                  <a:pt x="41065" y="121705"/>
                  <a:pt x="40366" y="121644"/>
                  <a:pt x="40305" y="121766"/>
                </a:cubicBezTo>
                <a:cubicBezTo>
                  <a:pt x="39636" y="121705"/>
                  <a:pt x="38967" y="121705"/>
                  <a:pt x="38299" y="121766"/>
                </a:cubicBezTo>
                <a:cubicBezTo>
                  <a:pt x="37934" y="121796"/>
                  <a:pt x="38147" y="122009"/>
                  <a:pt x="37508" y="121948"/>
                </a:cubicBezTo>
                <a:cubicBezTo>
                  <a:pt x="38116" y="122161"/>
                  <a:pt x="38694" y="121827"/>
                  <a:pt x="39302" y="121827"/>
                </a:cubicBezTo>
                <a:cubicBezTo>
                  <a:pt x="39484" y="121979"/>
                  <a:pt x="40609" y="121827"/>
                  <a:pt x="40457" y="122100"/>
                </a:cubicBezTo>
                <a:cubicBezTo>
                  <a:pt x="40822" y="122009"/>
                  <a:pt x="40274" y="121827"/>
                  <a:pt x="40882" y="121705"/>
                </a:cubicBezTo>
                <a:cubicBezTo>
                  <a:pt x="41460" y="121675"/>
                  <a:pt x="41399" y="121796"/>
                  <a:pt x="41885" y="121796"/>
                </a:cubicBezTo>
                <a:cubicBezTo>
                  <a:pt x="42098" y="121584"/>
                  <a:pt x="41430" y="121675"/>
                  <a:pt x="41095" y="121644"/>
                </a:cubicBezTo>
                <a:cubicBezTo>
                  <a:pt x="41369" y="121492"/>
                  <a:pt x="42433" y="121492"/>
                  <a:pt x="43071" y="121492"/>
                </a:cubicBezTo>
                <a:lnTo>
                  <a:pt x="44651" y="121492"/>
                </a:lnTo>
                <a:cubicBezTo>
                  <a:pt x="44864" y="121492"/>
                  <a:pt x="45077" y="121553"/>
                  <a:pt x="45259" y="121614"/>
                </a:cubicBezTo>
                <a:cubicBezTo>
                  <a:pt x="45503" y="121614"/>
                  <a:pt x="45533" y="121492"/>
                  <a:pt x="45655" y="121492"/>
                </a:cubicBezTo>
                <a:cubicBezTo>
                  <a:pt x="46110" y="121462"/>
                  <a:pt x="46414" y="121644"/>
                  <a:pt x="46840" y="121432"/>
                </a:cubicBezTo>
                <a:cubicBezTo>
                  <a:pt x="47174" y="121401"/>
                  <a:pt x="47235" y="121492"/>
                  <a:pt x="47235" y="121553"/>
                </a:cubicBezTo>
                <a:cubicBezTo>
                  <a:pt x="47813" y="121553"/>
                  <a:pt x="47843" y="121432"/>
                  <a:pt x="48421" y="121432"/>
                </a:cubicBezTo>
                <a:cubicBezTo>
                  <a:pt x="48360" y="121553"/>
                  <a:pt x="48086" y="121584"/>
                  <a:pt x="47630" y="121553"/>
                </a:cubicBezTo>
                <a:cubicBezTo>
                  <a:pt x="47752" y="121675"/>
                  <a:pt x="48208" y="121705"/>
                  <a:pt x="48390" y="121827"/>
                </a:cubicBezTo>
                <a:cubicBezTo>
                  <a:pt x="48846" y="121796"/>
                  <a:pt x="49302" y="121766"/>
                  <a:pt x="49180" y="121584"/>
                </a:cubicBezTo>
                <a:cubicBezTo>
                  <a:pt x="49332" y="121614"/>
                  <a:pt x="50366" y="121736"/>
                  <a:pt x="50183" y="121523"/>
                </a:cubicBezTo>
                <a:cubicBezTo>
                  <a:pt x="50001" y="121371"/>
                  <a:pt x="49424" y="121614"/>
                  <a:pt x="48785" y="121523"/>
                </a:cubicBezTo>
                <a:cubicBezTo>
                  <a:pt x="49120" y="121432"/>
                  <a:pt x="49454" y="121401"/>
                  <a:pt x="49788" y="121401"/>
                </a:cubicBezTo>
                <a:cubicBezTo>
                  <a:pt x="49697" y="121219"/>
                  <a:pt x="48724" y="121280"/>
                  <a:pt x="48633" y="121067"/>
                </a:cubicBezTo>
                <a:cubicBezTo>
                  <a:pt x="48086" y="121158"/>
                  <a:pt x="47569" y="121128"/>
                  <a:pt x="47053" y="120945"/>
                </a:cubicBezTo>
                <a:cubicBezTo>
                  <a:pt x="47144" y="120793"/>
                  <a:pt x="47873" y="121188"/>
                  <a:pt x="48056" y="120884"/>
                </a:cubicBezTo>
                <a:cubicBezTo>
                  <a:pt x="47995" y="120824"/>
                  <a:pt x="47661" y="120824"/>
                  <a:pt x="47661" y="120884"/>
                </a:cubicBezTo>
                <a:cubicBezTo>
                  <a:pt x="47022" y="120733"/>
                  <a:pt x="48603" y="120489"/>
                  <a:pt x="47083" y="120520"/>
                </a:cubicBezTo>
                <a:cubicBezTo>
                  <a:pt x="47205" y="120216"/>
                  <a:pt x="48664" y="120641"/>
                  <a:pt x="48876" y="120337"/>
                </a:cubicBezTo>
                <a:cubicBezTo>
                  <a:pt x="48177" y="120216"/>
                  <a:pt x="47448" y="120155"/>
                  <a:pt x="46718" y="120125"/>
                </a:cubicBezTo>
                <a:cubicBezTo>
                  <a:pt x="46141" y="120185"/>
                  <a:pt x="46962" y="120277"/>
                  <a:pt x="46688" y="120459"/>
                </a:cubicBezTo>
                <a:cubicBezTo>
                  <a:pt x="46202" y="120398"/>
                  <a:pt x="46202" y="120185"/>
                  <a:pt x="45928" y="120064"/>
                </a:cubicBezTo>
                <a:cubicBezTo>
                  <a:pt x="45533" y="120125"/>
                  <a:pt x="45138" y="120125"/>
                  <a:pt x="44743" y="120064"/>
                </a:cubicBezTo>
                <a:cubicBezTo>
                  <a:pt x="45503" y="119760"/>
                  <a:pt x="46810" y="120003"/>
                  <a:pt x="48117" y="119912"/>
                </a:cubicBezTo>
                <a:cubicBezTo>
                  <a:pt x="48025" y="120003"/>
                  <a:pt x="47509" y="119942"/>
                  <a:pt x="47721" y="120155"/>
                </a:cubicBezTo>
                <a:cubicBezTo>
                  <a:pt x="48481" y="120216"/>
                  <a:pt x="48056" y="119881"/>
                  <a:pt x="48907" y="119973"/>
                </a:cubicBezTo>
                <a:cubicBezTo>
                  <a:pt x="48968" y="119881"/>
                  <a:pt x="48876" y="119851"/>
                  <a:pt x="48724" y="119851"/>
                </a:cubicBezTo>
                <a:cubicBezTo>
                  <a:pt x="49393" y="119729"/>
                  <a:pt x="50214" y="119638"/>
                  <a:pt x="50335" y="119365"/>
                </a:cubicBezTo>
                <a:cubicBezTo>
                  <a:pt x="50974" y="119304"/>
                  <a:pt x="50943" y="119456"/>
                  <a:pt x="51308" y="119486"/>
                </a:cubicBezTo>
                <a:cubicBezTo>
                  <a:pt x="52190" y="119547"/>
                  <a:pt x="52524" y="119426"/>
                  <a:pt x="53314" y="119426"/>
                </a:cubicBezTo>
                <a:cubicBezTo>
                  <a:pt x="53345" y="119577"/>
                  <a:pt x="53132" y="119638"/>
                  <a:pt x="52706" y="119608"/>
                </a:cubicBezTo>
                <a:cubicBezTo>
                  <a:pt x="53284" y="119912"/>
                  <a:pt x="54804" y="119608"/>
                  <a:pt x="54864" y="120003"/>
                </a:cubicBezTo>
                <a:cubicBezTo>
                  <a:pt x="55685" y="119912"/>
                  <a:pt x="54864" y="119638"/>
                  <a:pt x="54469" y="119547"/>
                </a:cubicBezTo>
                <a:cubicBezTo>
                  <a:pt x="54439" y="119426"/>
                  <a:pt x="55168" y="119547"/>
                  <a:pt x="55472" y="119517"/>
                </a:cubicBezTo>
                <a:cubicBezTo>
                  <a:pt x="54864" y="119699"/>
                  <a:pt x="55746" y="119790"/>
                  <a:pt x="55837" y="119942"/>
                </a:cubicBezTo>
                <a:cubicBezTo>
                  <a:pt x="56840" y="119851"/>
                  <a:pt x="57266" y="119577"/>
                  <a:pt x="58633" y="119577"/>
                </a:cubicBezTo>
                <a:cubicBezTo>
                  <a:pt x="59181" y="119547"/>
                  <a:pt x="59029" y="119729"/>
                  <a:pt x="59241" y="119790"/>
                </a:cubicBezTo>
                <a:cubicBezTo>
                  <a:pt x="59363" y="119760"/>
                  <a:pt x="59485" y="119729"/>
                  <a:pt x="59606" y="119729"/>
                </a:cubicBezTo>
                <a:cubicBezTo>
                  <a:pt x="60032" y="119638"/>
                  <a:pt x="59029" y="119547"/>
                  <a:pt x="59819" y="119456"/>
                </a:cubicBezTo>
                <a:cubicBezTo>
                  <a:pt x="60244" y="119456"/>
                  <a:pt x="60214" y="119547"/>
                  <a:pt x="60214" y="119669"/>
                </a:cubicBezTo>
                <a:cubicBezTo>
                  <a:pt x="60852" y="119547"/>
                  <a:pt x="61521" y="119486"/>
                  <a:pt x="62190" y="119486"/>
                </a:cubicBezTo>
                <a:cubicBezTo>
                  <a:pt x="62706" y="119517"/>
                  <a:pt x="62737" y="119699"/>
                  <a:pt x="63588" y="119608"/>
                </a:cubicBezTo>
                <a:cubicBezTo>
                  <a:pt x="63558" y="119547"/>
                  <a:pt x="63193" y="119547"/>
                  <a:pt x="62980" y="119547"/>
                </a:cubicBezTo>
                <a:cubicBezTo>
                  <a:pt x="63588" y="119365"/>
                  <a:pt x="65746" y="119577"/>
                  <a:pt x="66962" y="119456"/>
                </a:cubicBezTo>
                <a:cubicBezTo>
                  <a:pt x="67357" y="119517"/>
                  <a:pt x="67114" y="119760"/>
                  <a:pt x="67722" y="119760"/>
                </a:cubicBezTo>
                <a:cubicBezTo>
                  <a:pt x="67995" y="119729"/>
                  <a:pt x="67631" y="119669"/>
                  <a:pt x="67722" y="119577"/>
                </a:cubicBezTo>
                <a:cubicBezTo>
                  <a:pt x="68846" y="119577"/>
                  <a:pt x="70001" y="119608"/>
                  <a:pt x="70883" y="119517"/>
                </a:cubicBezTo>
                <a:cubicBezTo>
                  <a:pt x="70883" y="119699"/>
                  <a:pt x="71096" y="119821"/>
                  <a:pt x="71856" y="119790"/>
                </a:cubicBezTo>
                <a:cubicBezTo>
                  <a:pt x="71734" y="119699"/>
                  <a:pt x="71400" y="119699"/>
                  <a:pt x="71460" y="119577"/>
                </a:cubicBezTo>
                <a:cubicBezTo>
                  <a:pt x="71856" y="119517"/>
                  <a:pt x="71764" y="119699"/>
                  <a:pt x="71856" y="119699"/>
                </a:cubicBezTo>
                <a:cubicBezTo>
                  <a:pt x="72281" y="119760"/>
                  <a:pt x="72767" y="119547"/>
                  <a:pt x="73254" y="119699"/>
                </a:cubicBezTo>
                <a:cubicBezTo>
                  <a:pt x="72555" y="119942"/>
                  <a:pt x="71916" y="119760"/>
                  <a:pt x="70853" y="119821"/>
                </a:cubicBezTo>
                <a:cubicBezTo>
                  <a:pt x="70397" y="119851"/>
                  <a:pt x="70488" y="120033"/>
                  <a:pt x="69849" y="120003"/>
                </a:cubicBezTo>
                <a:cubicBezTo>
                  <a:pt x="70488" y="119790"/>
                  <a:pt x="68421" y="119942"/>
                  <a:pt x="68087" y="119821"/>
                </a:cubicBezTo>
                <a:lnTo>
                  <a:pt x="67479" y="120003"/>
                </a:lnTo>
                <a:cubicBezTo>
                  <a:pt x="66992" y="119942"/>
                  <a:pt x="66992" y="119729"/>
                  <a:pt x="66719" y="119608"/>
                </a:cubicBezTo>
                <a:cubicBezTo>
                  <a:pt x="66111" y="119790"/>
                  <a:pt x="66050" y="119456"/>
                  <a:pt x="65138" y="119547"/>
                </a:cubicBezTo>
                <a:cubicBezTo>
                  <a:pt x="64834" y="119942"/>
                  <a:pt x="66354" y="119821"/>
                  <a:pt x="65716" y="120125"/>
                </a:cubicBezTo>
                <a:cubicBezTo>
                  <a:pt x="65199" y="120003"/>
                  <a:pt x="64713" y="119881"/>
                  <a:pt x="64743" y="119608"/>
                </a:cubicBezTo>
                <a:cubicBezTo>
                  <a:pt x="63892" y="119547"/>
                  <a:pt x="63831" y="119760"/>
                  <a:pt x="64317" y="119851"/>
                </a:cubicBezTo>
                <a:cubicBezTo>
                  <a:pt x="64196" y="119973"/>
                  <a:pt x="63862" y="119881"/>
                  <a:pt x="63953" y="119790"/>
                </a:cubicBezTo>
                <a:cubicBezTo>
                  <a:pt x="63497" y="119790"/>
                  <a:pt x="63041" y="119760"/>
                  <a:pt x="62585" y="119669"/>
                </a:cubicBezTo>
                <a:cubicBezTo>
                  <a:pt x="62190" y="119638"/>
                  <a:pt x="62251" y="119942"/>
                  <a:pt x="62767" y="119851"/>
                </a:cubicBezTo>
                <a:cubicBezTo>
                  <a:pt x="62494" y="120033"/>
                  <a:pt x="61886" y="119729"/>
                  <a:pt x="61582" y="119912"/>
                </a:cubicBezTo>
                <a:cubicBezTo>
                  <a:pt x="61491" y="120003"/>
                  <a:pt x="61734" y="120003"/>
                  <a:pt x="61764" y="120094"/>
                </a:cubicBezTo>
                <a:cubicBezTo>
                  <a:pt x="62099" y="120003"/>
                  <a:pt x="63010" y="120125"/>
                  <a:pt x="62950" y="119912"/>
                </a:cubicBezTo>
                <a:cubicBezTo>
                  <a:pt x="63740" y="119851"/>
                  <a:pt x="63527" y="120094"/>
                  <a:pt x="64348" y="120033"/>
                </a:cubicBezTo>
                <a:cubicBezTo>
                  <a:pt x="64439" y="120185"/>
                  <a:pt x="63953" y="120125"/>
                  <a:pt x="63922" y="120216"/>
                </a:cubicBezTo>
                <a:cubicBezTo>
                  <a:pt x="63983" y="120368"/>
                  <a:pt x="64287" y="120155"/>
                  <a:pt x="64317" y="120155"/>
                </a:cubicBezTo>
                <a:cubicBezTo>
                  <a:pt x="64591" y="120155"/>
                  <a:pt x="64652" y="120307"/>
                  <a:pt x="64925" y="120307"/>
                </a:cubicBezTo>
                <a:cubicBezTo>
                  <a:pt x="65229" y="120246"/>
                  <a:pt x="65564" y="120185"/>
                  <a:pt x="65898" y="120185"/>
                </a:cubicBezTo>
                <a:cubicBezTo>
                  <a:pt x="66172" y="120155"/>
                  <a:pt x="66080" y="120033"/>
                  <a:pt x="66111" y="119912"/>
                </a:cubicBezTo>
                <a:cubicBezTo>
                  <a:pt x="66931" y="119912"/>
                  <a:pt x="67023" y="120094"/>
                  <a:pt x="67509" y="120185"/>
                </a:cubicBezTo>
                <a:cubicBezTo>
                  <a:pt x="68117" y="120216"/>
                  <a:pt x="68056" y="120033"/>
                  <a:pt x="68299" y="119942"/>
                </a:cubicBezTo>
                <a:cubicBezTo>
                  <a:pt x="68634" y="120033"/>
                  <a:pt x="68968" y="120155"/>
                  <a:pt x="69272" y="120307"/>
                </a:cubicBezTo>
                <a:cubicBezTo>
                  <a:pt x="69637" y="120064"/>
                  <a:pt x="70883" y="120064"/>
                  <a:pt x="71856" y="120003"/>
                </a:cubicBezTo>
                <a:cubicBezTo>
                  <a:pt x="71673" y="120246"/>
                  <a:pt x="72615" y="120094"/>
                  <a:pt x="73041" y="120155"/>
                </a:cubicBezTo>
                <a:cubicBezTo>
                  <a:pt x="73649" y="120125"/>
                  <a:pt x="73467" y="119821"/>
                  <a:pt x="74439" y="119912"/>
                </a:cubicBezTo>
                <a:cubicBezTo>
                  <a:pt x="74257" y="119973"/>
                  <a:pt x="74044" y="120003"/>
                  <a:pt x="73831" y="120033"/>
                </a:cubicBezTo>
                <a:cubicBezTo>
                  <a:pt x="73892" y="120185"/>
                  <a:pt x="74713" y="120064"/>
                  <a:pt x="74834" y="120033"/>
                </a:cubicBezTo>
                <a:cubicBezTo>
                  <a:pt x="74682" y="119973"/>
                  <a:pt x="74591" y="119881"/>
                  <a:pt x="74439" y="119851"/>
                </a:cubicBezTo>
                <a:cubicBezTo>
                  <a:pt x="73923" y="119638"/>
                  <a:pt x="73527" y="119760"/>
                  <a:pt x="73862" y="119577"/>
                </a:cubicBezTo>
                <a:lnTo>
                  <a:pt x="72099" y="119577"/>
                </a:lnTo>
                <a:cubicBezTo>
                  <a:pt x="72464" y="119365"/>
                  <a:pt x="73345" y="119577"/>
                  <a:pt x="74287" y="119547"/>
                </a:cubicBezTo>
                <a:cubicBezTo>
                  <a:pt x="74986" y="119517"/>
                  <a:pt x="76202" y="119486"/>
                  <a:pt x="77448" y="119547"/>
                </a:cubicBezTo>
                <a:cubicBezTo>
                  <a:pt x="77296" y="119729"/>
                  <a:pt x="77631" y="119760"/>
                  <a:pt x="77631" y="119912"/>
                </a:cubicBezTo>
                <a:cubicBezTo>
                  <a:pt x="78664" y="120003"/>
                  <a:pt x="79120" y="119881"/>
                  <a:pt x="80002" y="119973"/>
                </a:cubicBezTo>
                <a:cubicBezTo>
                  <a:pt x="79910" y="120125"/>
                  <a:pt x="79607" y="120216"/>
                  <a:pt x="79181" y="120216"/>
                </a:cubicBezTo>
                <a:cubicBezTo>
                  <a:pt x="79728" y="120429"/>
                  <a:pt x="80062" y="120003"/>
                  <a:pt x="80579" y="119973"/>
                </a:cubicBezTo>
                <a:cubicBezTo>
                  <a:pt x="81278" y="119942"/>
                  <a:pt x="81066" y="120216"/>
                  <a:pt x="81765" y="120185"/>
                </a:cubicBezTo>
                <a:cubicBezTo>
                  <a:pt x="82129" y="120185"/>
                  <a:pt x="81734" y="119912"/>
                  <a:pt x="81187" y="119973"/>
                </a:cubicBezTo>
                <a:cubicBezTo>
                  <a:pt x="81582" y="119669"/>
                  <a:pt x="81886" y="120094"/>
                  <a:pt x="82373" y="120125"/>
                </a:cubicBezTo>
                <a:cubicBezTo>
                  <a:pt x="83163" y="120033"/>
                  <a:pt x="82616" y="119912"/>
                  <a:pt x="82980" y="119729"/>
                </a:cubicBezTo>
                <a:cubicBezTo>
                  <a:pt x="83740" y="119760"/>
                  <a:pt x="82707" y="120003"/>
                  <a:pt x="83558" y="120033"/>
                </a:cubicBezTo>
                <a:cubicBezTo>
                  <a:pt x="83680" y="119881"/>
                  <a:pt x="84561" y="119973"/>
                  <a:pt x="84348" y="119729"/>
                </a:cubicBezTo>
                <a:cubicBezTo>
                  <a:pt x="84956" y="119851"/>
                  <a:pt x="86050" y="119669"/>
                  <a:pt x="85534" y="119851"/>
                </a:cubicBezTo>
                <a:cubicBezTo>
                  <a:pt x="86081" y="119821"/>
                  <a:pt x="87114" y="119942"/>
                  <a:pt x="87327" y="119790"/>
                </a:cubicBezTo>
                <a:cubicBezTo>
                  <a:pt x="87661" y="119851"/>
                  <a:pt x="87357" y="119912"/>
                  <a:pt x="87327" y="119973"/>
                </a:cubicBezTo>
                <a:cubicBezTo>
                  <a:pt x="87965" y="120033"/>
                  <a:pt x="87601" y="119790"/>
                  <a:pt x="87935" y="119729"/>
                </a:cubicBezTo>
                <a:cubicBezTo>
                  <a:pt x="88239" y="119973"/>
                  <a:pt x="88482" y="119638"/>
                  <a:pt x="89516" y="119729"/>
                </a:cubicBezTo>
                <a:cubicBezTo>
                  <a:pt x="89333" y="119851"/>
                  <a:pt x="89120" y="119973"/>
                  <a:pt x="88908" y="120033"/>
                </a:cubicBezTo>
                <a:cubicBezTo>
                  <a:pt x="85169" y="119973"/>
                  <a:pt x="83680" y="120246"/>
                  <a:pt x="80366" y="120277"/>
                </a:cubicBezTo>
                <a:cubicBezTo>
                  <a:pt x="80093" y="120307"/>
                  <a:pt x="80366" y="120398"/>
                  <a:pt x="80579" y="120398"/>
                </a:cubicBezTo>
                <a:cubicBezTo>
                  <a:pt x="79880" y="120459"/>
                  <a:pt x="79120" y="120550"/>
                  <a:pt x="78573" y="120520"/>
                </a:cubicBezTo>
                <a:cubicBezTo>
                  <a:pt x="78421" y="120520"/>
                  <a:pt x="78239" y="120398"/>
                  <a:pt x="77996" y="120398"/>
                </a:cubicBezTo>
                <a:cubicBezTo>
                  <a:pt x="77844" y="120398"/>
                  <a:pt x="77509" y="120459"/>
                  <a:pt x="77600" y="120459"/>
                </a:cubicBezTo>
                <a:cubicBezTo>
                  <a:pt x="77296" y="120429"/>
                  <a:pt x="77874" y="120277"/>
                  <a:pt x="76840" y="120337"/>
                </a:cubicBezTo>
                <a:cubicBezTo>
                  <a:pt x="77175" y="119973"/>
                  <a:pt x="78208" y="120246"/>
                  <a:pt x="78816" y="120155"/>
                </a:cubicBezTo>
                <a:cubicBezTo>
                  <a:pt x="77661" y="119912"/>
                  <a:pt x="76476" y="119760"/>
                  <a:pt x="75290" y="119790"/>
                </a:cubicBezTo>
                <a:cubicBezTo>
                  <a:pt x="75382" y="119729"/>
                  <a:pt x="75473" y="119669"/>
                  <a:pt x="75473" y="119577"/>
                </a:cubicBezTo>
                <a:cubicBezTo>
                  <a:pt x="74682" y="119638"/>
                  <a:pt x="75017" y="119881"/>
                  <a:pt x="75260" y="120094"/>
                </a:cubicBezTo>
                <a:cubicBezTo>
                  <a:pt x="76111" y="120155"/>
                  <a:pt x="75929" y="119881"/>
                  <a:pt x="76658" y="119912"/>
                </a:cubicBezTo>
                <a:cubicBezTo>
                  <a:pt x="76537" y="120185"/>
                  <a:pt x="75746" y="120459"/>
                  <a:pt x="77023" y="120520"/>
                </a:cubicBezTo>
                <a:cubicBezTo>
                  <a:pt x="75412" y="120520"/>
                  <a:pt x="73163" y="120793"/>
                  <a:pt x="71278" y="120581"/>
                </a:cubicBezTo>
                <a:cubicBezTo>
                  <a:pt x="70640" y="120763"/>
                  <a:pt x="69242" y="120672"/>
                  <a:pt x="68087" y="120672"/>
                </a:cubicBezTo>
                <a:cubicBezTo>
                  <a:pt x="67722" y="120702"/>
                  <a:pt x="67935" y="120915"/>
                  <a:pt x="67296" y="120854"/>
                </a:cubicBezTo>
                <a:cubicBezTo>
                  <a:pt x="67053" y="120824"/>
                  <a:pt x="66840" y="120641"/>
                  <a:pt x="66719" y="120429"/>
                </a:cubicBezTo>
                <a:cubicBezTo>
                  <a:pt x="65776" y="120489"/>
                  <a:pt x="65959" y="120429"/>
                  <a:pt x="64743" y="120489"/>
                </a:cubicBezTo>
                <a:cubicBezTo>
                  <a:pt x="64652" y="120611"/>
                  <a:pt x="64865" y="120641"/>
                  <a:pt x="64925" y="120733"/>
                </a:cubicBezTo>
                <a:cubicBezTo>
                  <a:pt x="65229" y="120611"/>
                  <a:pt x="66020" y="120611"/>
                  <a:pt x="66324" y="120489"/>
                </a:cubicBezTo>
                <a:cubicBezTo>
                  <a:pt x="67509" y="120884"/>
                  <a:pt x="65503" y="121036"/>
                  <a:pt x="64500" y="120915"/>
                </a:cubicBezTo>
                <a:cubicBezTo>
                  <a:pt x="64500" y="120915"/>
                  <a:pt x="64743" y="120793"/>
                  <a:pt x="64713" y="120793"/>
                </a:cubicBezTo>
                <a:cubicBezTo>
                  <a:pt x="64621" y="120793"/>
                  <a:pt x="63558" y="120793"/>
                  <a:pt x="63710" y="120915"/>
                </a:cubicBezTo>
                <a:cubicBezTo>
                  <a:pt x="62585" y="120884"/>
                  <a:pt x="60123" y="120915"/>
                  <a:pt x="58360" y="121006"/>
                </a:cubicBezTo>
                <a:cubicBezTo>
                  <a:pt x="57144" y="121067"/>
                  <a:pt x="55867" y="120945"/>
                  <a:pt x="54804" y="120976"/>
                </a:cubicBezTo>
                <a:cubicBezTo>
                  <a:pt x="54287" y="120976"/>
                  <a:pt x="53649" y="121128"/>
                  <a:pt x="53010" y="121158"/>
                </a:cubicBezTo>
                <a:cubicBezTo>
                  <a:pt x="52220" y="121188"/>
                  <a:pt x="51460" y="121158"/>
                  <a:pt x="51004" y="121340"/>
                </a:cubicBezTo>
                <a:cubicBezTo>
                  <a:pt x="51126" y="121553"/>
                  <a:pt x="52159" y="121462"/>
                  <a:pt x="52190" y="121705"/>
                </a:cubicBezTo>
                <a:cubicBezTo>
                  <a:pt x="53071" y="121584"/>
                  <a:pt x="54530" y="121644"/>
                  <a:pt x="54743" y="121918"/>
                </a:cubicBezTo>
                <a:cubicBezTo>
                  <a:pt x="54956" y="121675"/>
                  <a:pt x="55594" y="121584"/>
                  <a:pt x="56354" y="121523"/>
                </a:cubicBezTo>
                <a:cubicBezTo>
                  <a:pt x="56536" y="121340"/>
                  <a:pt x="56080" y="121371"/>
                  <a:pt x="56171" y="121219"/>
                </a:cubicBezTo>
                <a:cubicBezTo>
                  <a:pt x="57387" y="121158"/>
                  <a:pt x="56779" y="121553"/>
                  <a:pt x="56567" y="121705"/>
                </a:cubicBezTo>
                <a:cubicBezTo>
                  <a:pt x="56749" y="121766"/>
                  <a:pt x="57539" y="121705"/>
                  <a:pt x="58147" y="121796"/>
                </a:cubicBezTo>
                <a:cubicBezTo>
                  <a:pt x="58512" y="121796"/>
                  <a:pt x="57843" y="121553"/>
                  <a:pt x="58360" y="121462"/>
                </a:cubicBezTo>
                <a:cubicBezTo>
                  <a:pt x="58269" y="121371"/>
                  <a:pt x="57387" y="121675"/>
                  <a:pt x="56962" y="121462"/>
                </a:cubicBezTo>
                <a:cubicBezTo>
                  <a:pt x="57174" y="121401"/>
                  <a:pt x="57509" y="121371"/>
                  <a:pt x="57570" y="121219"/>
                </a:cubicBezTo>
                <a:cubicBezTo>
                  <a:pt x="59029" y="121310"/>
                  <a:pt x="60700" y="121219"/>
                  <a:pt x="62919" y="121249"/>
                </a:cubicBezTo>
                <a:cubicBezTo>
                  <a:pt x="63558" y="121401"/>
                  <a:pt x="61703" y="121219"/>
                  <a:pt x="61916" y="121432"/>
                </a:cubicBezTo>
                <a:cubicBezTo>
                  <a:pt x="61916" y="121614"/>
                  <a:pt x="62585" y="121584"/>
                  <a:pt x="63102" y="121584"/>
                </a:cubicBezTo>
                <a:cubicBezTo>
                  <a:pt x="63618" y="121584"/>
                  <a:pt x="63284" y="121340"/>
                  <a:pt x="63892" y="121401"/>
                </a:cubicBezTo>
                <a:cubicBezTo>
                  <a:pt x="63406" y="121584"/>
                  <a:pt x="64165" y="121644"/>
                  <a:pt x="64500" y="121584"/>
                </a:cubicBezTo>
                <a:cubicBezTo>
                  <a:pt x="64956" y="121523"/>
                  <a:pt x="64500" y="121310"/>
                  <a:pt x="64895" y="121523"/>
                </a:cubicBezTo>
                <a:cubicBezTo>
                  <a:pt x="65321" y="121736"/>
                  <a:pt x="65807" y="121766"/>
                  <a:pt x="66263" y="121644"/>
                </a:cubicBezTo>
                <a:cubicBezTo>
                  <a:pt x="66080" y="121523"/>
                  <a:pt x="65412" y="121553"/>
                  <a:pt x="65503" y="121340"/>
                </a:cubicBezTo>
                <a:cubicBezTo>
                  <a:pt x="66141" y="121310"/>
                  <a:pt x="66020" y="121492"/>
                  <a:pt x="66476" y="121523"/>
                </a:cubicBezTo>
                <a:cubicBezTo>
                  <a:pt x="66628" y="121492"/>
                  <a:pt x="66749" y="121492"/>
                  <a:pt x="66871" y="121462"/>
                </a:cubicBezTo>
                <a:cubicBezTo>
                  <a:pt x="67023" y="121310"/>
                  <a:pt x="66476" y="121340"/>
                  <a:pt x="66293" y="121280"/>
                </a:cubicBezTo>
                <a:cubicBezTo>
                  <a:pt x="66111" y="121128"/>
                  <a:pt x="66871" y="121219"/>
                  <a:pt x="66901" y="121219"/>
                </a:cubicBezTo>
                <a:cubicBezTo>
                  <a:pt x="67357" y="121188"/>
                  <a:pt x="67357" y="121097"/>
                  <a:pt x="67691" y="121097"/>
                </a:cubicBezTo>
                <a:cubicBezTo>
                  <a:pt x="68573" y="121067"/>
                  <a:pt x="69758" y="121128"/>
                  <a:pt x="70853" y="121097"/>
                </a:cubicBezTo>
                <a:cubicBezTo>
                  <a:pt x="70366" y="121249"/>
                  <a:pt x="70093" y="121158"/>
                  <a:pt x="69272" y="121158"/>
                </a:cubicBezTo>
                <a:cubicBezTo>
                  <a:pt x="69272" y="121310"/>
                  <a:pt x="69941" y="121280"/>
                  <a:pt x="70457" y="121280"/>
                </a:cubicBezTo>
                <a:cubicBezTo>
                  <a:pt x="70457" y="121462"/>
                  <a:pt x="70913" y="121523"/>
                  <a:pt x="71217" y="121584"/>
                </a:cubicBezTo>
                <a:cubicBezTo>
                  <a:pt x="71856" y="121492"/>
                  <a:pt x="70701" y="121432"/>
                  <a:pt x="71035" y="121219"/>
                </a:cubicBezTo>
                <a:cubicBezTo>
                  <a:pt x="72190" y="121188"/>
                  <a:pt x="71825" y="121584"/>
                  <a:pt x="72403" y="121736"/>
                </a:cubicBezTo>
                <a:cubicBezTo>
                  <a:pt x="73011" y="121736"/>
                  <a:pt x="73588" y="121766"/>
                  <a:pt x="74166" y="121857"/>
                </a:cubicBezTo>
                <a:cubicBezTo>
                  <a:pt x="74561" y="121857"/>
                  <a:pt x="74318" y="121644"/>
                  <a:pt x="74591" y="121614"/>
                </a:cubicBezTo>
                <a:cubicBezTo>
                  <a:pt x="75594" y="121553"/>
                  <a:pt x="75412" y="121888"/>
                  <a:pt x="76567" y="121796"/>
                </a:cubicBezTo>
                <a:cubicBezTo>
                  <a:pt x="76415" y="122070"/>
                  <a:pt x="77296" y="122070"/>
                  <a:pt x="77114" y="122374"/>
                </a:cubicBezTo>
                <a:cubicBezTo>
                  <a:pt x="76506" y="122252"/>
                  <a:pt x="75898" y="122313"/>
                  <a:pt x="75321" y="122526"/>
                </a:cubicBezTo>
                <a:cubicBezTo>
                  <a:pt x="75382" y="122617"/>
                  <a:pt x="75807" y="122587"/>
                  <a:pt x="76111" y="122617"/>
                </a:cubicBezTo>
                <a:cubicBezTo>
                  <a:pt x="75959" y="122647"/>
                  <a:pt x="75898" y="122739"/>
                  <a:pt x="75898" y="122860"/>
                </a:cubicBezTo>
                <a:cubicBezTo>
                  <a:pt x="75473" y="122860"/>
                  <a:pt x="75290" y="122799"/>
                  <a:pt x="75321" y="122678"/>
                </a:cubicBezTo>
                <a:cubicBezTo>
                  <a:pt x="75047" y="122617"/>
                  <a:pt x="74834" y="122921"/>
                  <a:pt x="74713" y="122739"/>
                </a:cubicBezTo>
                <a:cubicBezTo>
                  <a:pt x="74439" y="122617"/>
                  <a:pt x="74561" y="122587"/>
                  <a:pt x="75138" y="122617"/>
                </a:cubicBezTo>
                <a:cubicBezTo>
                  <a:pt x="74743" y="122495"/>
                  <a:pt x="74926" y="122283"/>
                  <a:pt x="75351" y="122222"/>
                </a:cubicBezTo>
                <a:cubicBezTo>
                  <a:pt x="75078" y="122040"/>
                  <a:pt x="74652" y="122343"/>
                  <a:pt x="74166" y="122283"/>
                </a:cubicBezTo>
                <a:cubicBezTo>
                  <a:pt x="74105" y="122131"/>
                  <a:pt x="73862" y="122040"/>
                  <a:pt x="73983" y="121857"/>
                </a:cubicBezTo>
                <a:cubicBezTo>
                  <a:pt x="73375" y="121857"/>
                  <a:pt x="73771" y="122161"/>
                  <a:pt x="73163" y="122161"/>
                </a:cubicBezTo>
                <a:cubicBezTo>
                  <a:pt x="73102" y="122313"/>
                  <a:pt x="73923" y="122192"/>
                  <a:pt x="73740" y="122404"/>
                </a:cubicBezTo>
                <a:cubicBezTo>
                  <a:pt x="73467" y="122374"/>
                  <a:pt x="72707" y="122465"/>
                  <a:pt x="72767" y="122343"/>
                </a:cubicBezTo>
                <a:cubicBezTo>
                  <a:pt x="72372" y="122495"/>
                  <a:pt x="71977" y="122556"/>
                  <a:pt x="71552" y="122526"/>
                </a:cubicBezTo>
                <a:cubicBezTo>
                  <a:pt x="71916" y="122313"/>
                  <a:pt x="71825" y="122131"/>
                  <a:pt x="70792" y="122192"/>
                </a:cubicBezTo>
                <a:cubicBezTo>
                  <a:pt x="70275" y="122070"/>
                  <a:pt x="71339" y="122040"/>
                  <a:pt x="70792" y="121888"/>
                </a:cubicBezTo>
                <a:cubicBezTo>
                  <a:pt x="70488" y="122040"/>
                  <a:pt x="70153" y="122070"/>
                  <a:pt x="69819" y="122009"/>
                </a:cubicBezTo>
                <a:cubicBezTo>
                  <a:pt x="69880" y="121918"/>
                  <a:pt x="69667" y="121888"/>
                  <a:pt x="69424" y="121888"/>
                </a:cubicBezTo>
                <a:cubicBezTo>
                  <a:pt x="69546" y="121736"/>
                  <a:pt x="69849" y="121523"/>
                  <a:pt x="69454" y="121401"/>
                </a:cubicBezTo>
                <a:cubicBezTo>
                  <a:pt x="69090" y="121432"/>
                  <a:pt x="69181" y="121644"/>
                  <a:pt x="68451" y="121584"/>
                </a:cubicBezTo>
                <a:cubicBezTo>
                  <a:pt x="68208" y="121340"/>
                  <a:pt x="69120" y="121462"/>
                  <a:pt x="68877" y="121188"/>
                </a:cubicBezTo>
                <a:cubicBezTo>
                  <a:pt x="68087" y="121097"/>
                  <a:pt x="68360" y="121371"/>
                  <a:pt x="68056" y="121432"/>
                </a:cubicBezTo>
                <a:cubicBezTo>
                  <a:pt x="67691" y="121401"/>
                  <a:pt x="68056" y="121158"/>
                  <a:pt x="67296" y="121249"/>
                </a:cubicBezTo>
                <a:cubicBezTo>
                  <a:pt x="67175" y="121310"/>
                  <a:pt x="67205" y="121492"/>
                  <a:pt x="66658" y="121553"/>
                </a:cubicBezTo>
                <a:cubicBezTo>
                  <a:pt x="66840" y="121705"/>
                  <a:pt x="67175" y="121401"/>
                  <a:pt x="67874" y="121492"/>
                </a:cubicBezTo>
                <a:cubicBezTo>
                  <a:pt x="67539" y="121675"/>
                  <a:pt x="68299" y="121614"/>
                  <a:pt x="68451" y="121675"/>
                </a:cubicBezTo>
                <a:cubicBezTo>
                  <a:pt x="68512" y="121736"/>
                  <a:pt x="68390" y="121827"/>
                  <a:pt x="68451" y="121888"/>
                </a:cubicBezTo>
                <a:cubicBezTo>
                  <a:pt x="68512" y="121918"/>
                  <a:pt x="68938" y="121948"/>
                  <a:pt x="68816" y="122070"/>
                </a:cubicBezTo>
                <a:cubicBezTo>
                  <a:pt x="68512" y="122131"/>
                  <a:pt x="68178" y="122131"/>
                  <a:pt x="67843" y="122131"/>
                </a:cubicBezTo>
                <a:cubicBezTo>
                  <a:pt x="67904" y="122040"/>
                  <a:pt x="68178" y="122040"/>
                  <a:pt x="68239" y="121948"/>
                </a:cubicBezTo>
                <a:cubicBezTo>
                  <a:pt x="67904" y="121888"/>
                  <a:pt x="67570" y="121948"/>
                  <a:pt x="67235" y="122070"/>
                </a:cubicBezTo>
                <a:cubicBezTo>
                  <a:pt x="67327" y="122343"/>
                  <a:pt x="68239" y="122313"/>
                  <a:pt x="68998" y="122252"/>
                </a:cubicBezTo>
                <a:cubicBezTo>
                  <a:pt x="69211" y="122435"/>
                  <a:pt x="68573" y="122374"/>
                  <a:pt x="68208" y="122374"/>
                </a:cubicBezTo>
                <a:cubicBezTo>
                  <a:pt x="68573" y="122526"/>
                  <a:pt x="68755" y="122678"/>
                  <a:pt x="68178" y="122799"/>
                </a:cubicBezTo>
                <a:cubicBezTo>
                  <a:pt x="68239" y="122860"/>
                  <a:pt x="68573" y="122860"/>
                  <a:pt x="68573" y="122921"/>
                </a:cubicBezTo>
                <a:cubicBezTo>
                  <a:pt x="69059" y="122921"/>
                  <a:pt x="69242" y="122708"/>
                  <a:pt x="69758" y="122860"/>
                </a:cubicBezTo>
                <a:cubicBezTo>
                  <a:pt x="69606" y="123164"/>
                  <a:pt x="67965" y="123012"/>
                  <a:pt x="66780" y="123043"/>
                </a:cubicBezTo>
                <a:cubicBezTo>
                  <a:pt x="66172" y="123103"/>
                  <a:pt x="65594" y="123134"/>
                  <a:pt x="64986" y="123103"/>
                </a:cubicBezTo>
                <a:cubicBezTo>
                  <a:pt x="65260" y="123043"/>
                  <a:pt x="65533" y="123012"/>
                  <a:pt x="65776" y="123043"/>
                </a:cubicBezTo>
                <a:cubicBezTo>
                  <a:pt x="65169" y="122921"/>
                  <a:pt x="65108" y="123103"/>
                  <a:pt x="64591" y="123103"/>
                </a:cubicBezTo>
                <a:cubicBezTo>
                  <a:pt x="64409" y="123103"/>
                  <a:pt x="64196" y="123043"/>
                  <a:pt x="64014" y="122982"/>
                </a:cubicBezTo>
                <a:cubicBezTo>
                  <a:pt x="63649" y="122982"/>
                  <a:pt x="63375" y="123134"/>
                  <a:pt x="63010" y="123164"/>
                </a:cubicBezTo>
                <a:cubicBezTo>
                  <a:pt x="62676" y="123164"/>
                  <a:pt x="62555" y="123073"/>
                  <a:pt x="62220" y="123073"/>
                </a:cubicBezTo>
                <a:cubicBezTo>
                  <a:pt x="61551" y="123073"/>
                  <a:pt x="60700" y="123225"/>
                  <a:pt x="60244" y="123073"/>
                </a:cubicBezTo>
                <a:cubicBezTo>
                  <a:pt x="60396" y="122769"/>
                  <a:pt x="61187" y="122647"/>
                  <a:pt x="62220" y="122799"/>
                </a:cubicBezTo>
                <a:cubicBezTo>
                  <a:pt x="62190" y="122587"/>
                  <a:pt x="61339" y="122617"/>
                  <a:pt x="60670" y="122587"/>
                </a:cubicBezTo>
                <a:cubicBezTo>
                  <a:pt x="60092" y="122647"/>
                  <a:pt x="60427" y="122678"/>
                  <a:pt x="60457" y="122830"/>
                </a:cubicBezTo>
                <a:cubicBezTo>
                  <a:pt x="60062" y="122830"/>
                  <a:pt x="59819" y="122830"/>
                  <a:pt x="59849" y="122951"/>
                </a:cubicBezTo>
                <a:cubicBezTo>
                  <a:pt x="59485" y="122951"/>
                  <a:pt x="58846" y="122891"/>
                  <a:pt x="59059" y="123073"/>
                </a:cubicBezTo>
                <a:cubicBezTo>
                  <a:pt x="59059" y="123195"/>
                  <a:pt x="59819" y="122982"/>
                  <a:pt x="60032" y="123134"/>
                </a:cubicBezTo>
                <a:cubicBezTo>
                  <a:pt x="59089" y="123316"/>
                  <a:pt x="57995" y="123134"/>
                  <a:pt x="56871" y="123195"/>
                </a:cubicBezTo>
                <a:cubicBezTo>
                  <a:pt x="56597" y="123195"/>
                  <a:pt x="56354" y="123316"/>
                  <a:pt x="56050" y="123316"/>
                </a:cubicBezTo>
                <a:lnTo>
                  <a:pt x="53071" y="123347"/>
                </a:lnTo>
                <a:cubicBezTo>
                  <a:pt x="51582" y="123377"/>
                  <a:pt x="49940" y="123407"/>
                  <a:pt x="48937" y="123316"/>
                </a:cubicBezTo>
                <a:cubicBezTo>
                  <a:pt x="48876" y="123316"/>
                  <a:pt x="48968" y="123225"/>
                  <a:pt x="48937" y="123195"/>
                </a:cubicBezTo>
                <a:cubicBezTo>
                  <a:pt x="48724" y="123134"/>
                  <a:pt x="48390" y="123316"/>
                  <a:pt x="48117" y="123255"/>
                </a:cubicBezTo>
                <a:cubicBezTo>
                  <a:pt x="48572" y="122860"/>
                  <a:pt x="47691" y="123377"/>
                  <a:pt x="46749" y="123255"/>
                </a:cubicBezTo>
                <a:cubicBezTo>
                  <a:pt x="46506" y="123255"/>
                  <a:pt x="46566" y="123377"/>
                  <a:pt x="46536" y="123438"/>
                </a:cubicBezTo>
                <a:cubicBezTo>
                  <a:pt x="45715" y="123438"/>
                  <a:pt x="44621" y="123499"/>
                  <a:pt x="44347" y="123316"/>
                </a:cubicBezTo>
                <a:cubicBezTo>
                  <a:pt x="43740" y="123286"/>
                  <a:pt x="43892" y="123499"/>
                  <a:pt x="43162" y="123407"/>
                </a:cubicBezTo>
                <a:cubicBezTo>
                  <a:pt x="43010" y="123195"/>
                  <a:pt x="43284" y="123134"/>
                  <a:pt x="43983" y="123164"/>
                </a:cubicBezTo>
                <a:cubicBezTo>
                  <a:pt x="44013" y="122982"/>
                  <a:pt x="43375" y="122982"/>
                  <a:pt x="42797" y="122982"/>
                </a:cubicBezTo>
                <a:cubicBezTo>
                  <a:pt x="42645" y="123164"/>
                  <a:pt x="42980" y="123225"/>
                  <a:pt x="42980" y="123377"/>
                </a:cubicBezTo>
                <a:cubicBezTo>
                  <a:pt x="33527" y="123559"/>
                  <a:pt x="23982" y="123377"/>
                  <a:pt x="14864" y="123316"/>
                </a:cubicBezTo>
                <a:cubicBezTo>
                  <a:pt x="13405" y="123316"/>
                  <a:pt x="11763" y="123316"/>
                  <a:pt x="9970" y="123286"/>
                </a:cubicBezTo>
                <a:cubicBezTo>
                  <a:pt x="9605" y="123286"/>
                  <a:pt x="9514" y="123347"/>
                  <a:pt x="9210" y="123347"/>
                </a:cubicBezTo>
                <a:lnTo>
                  <a:pt x="8298" y="123347"/>
                </a:lnTo>
                <a:cubicBezTo>
                  <a:pt x="8177" y="122708"/>
                  <a:pt x="7903" y="121584"/>
                  <a:pt x="7690" y="120550"/>
                </a:cubicBezTo>
                <a:cubicBezTo>
                  <a:pt x="7508" y="119821"/>
                  <a:pt x="7234" y="119061"/>
                  <a:pt x="7113" y="118301"/>
                </a:cubicBezTo>
                <a:cubicBezTo>
                  <a:pt x="6930" y="117389"/>
                  <a:pt x="6322" y="114623"/>
                  <a:pt x="5897" y="113103"/>
                </a:cubicBezTo>
                <a:cubicBezTo>
                  <a:pt x="5623" y="112222"/>
                  <a:pt x="5167" y="111127"/>
                  <a:pt x="5137" y="109820"/>
                </a:cubicBezTo>
                <a:cubicBezTo>
                  <a:pt x="4833" y="109030"/>
                  <a:pt x="4620" y="108179"/>
                  <a:pt x="4529" y="107328"/>
                </a:cubicBezTo>
                <a:cubicBezTo>
                  <a:pt x="4499" y="107450"/>
                  <a:pt x="4590" y="107784"/>
                  <a:pt x="4438" y="107723"/>
                </a:cubicBezTo>
                <a:cubicBezTo>
                  <a:pt x="4195" y="106264"/>
                  <a:pt x="3800" y="105200"/>
                  <a:pt x="3587" y="103377"/>
                </a:cubicBezTo>
                <a:cubicBezTo>
                  <a:pt x="3678" y="103437"/>
                  <a:pt x="3739" y="103711"/>
                  <a:pt x="3830" y="103741"/>
                </a:cubicBezTo>
                <a:cubicBezTo>
                  <a:pt x="3769" y="102921"/>
                  <a:pt x="3526" y="103255"/>
                  <a:pt x="3435" y="102738"/>
                </a:cubicBezTo>
                <a:cubicBezTo>
                  <a:pt x="3404" y="102252"/>
                  <a:pt x="3708" y="102617"/>
                  <a:pt x="3769" y="102738"/>
                </a:cubicBezTo>
                <a:cubicBezTo>
                  <a:pt x="3648" y="102161"/>
                  <a:pt x="3526" y="101887"/>
                  <a:pt x="3435" y="101310"/>
                </a:cubicBezTo>
                <a:cubicBezTo>
                  <a:pt x="3526" y="100641"/>
                  <a:pt x="3404" y="100215"/>
                  <a:pt x="3435" y="99395"/>
                </a:cubicBezTo>
                <a:cubicBezTo>
                  <a:pt x="3465" y="99030"/>
                  <a:pt x="3556" y="98696"/>
                  <a:pt x="3617" y="98361"/>
                </a:cubicBezTo>
                <a:cubicBezTo>
                  <a:pt x="3617" y="97510"/>
                  <a:pt x="3769" y="96659"/>
                  <a:pt x="4043" y="95838"/>
                </a:cubicBezTo>
                <a:cubicBezTo>
                  <a:pt x="4134" y="95656"/>
                  <a:pt x="4225" y="95474"/>
                  <a:pt x="4347" y="95291"/>
                </a:cubicBezTo>
                <a:cubicBezTo>
                  <a:pt x="4468" y="94957"/>
                  <a:pt x="4316" y="94683"/>
                  <a:pt x="4711" y="94319"/>
                </a:cubicBezTo>
                <a:cubicBezTo>
                  <a:pt x="5015" y="93285"/>
                  <a:pt x="5411" y="92252"/>
                  <a:pt x="5836" y="91249"/>
                </a:cubicBezTo>
                <a:cubicBezTo>
                  <a:pt x="5958" y="91006"/>
                  <a:pt x="6110" y="90762"/>
                  <a:pt x="6262" y="90550"/>
                </a:cubicBezTo>
                <a:cubicBezTo>
                  <a:pt x="6444" y="90246"/>
                  <a:pt x="6414" y="90154"/>
                  <a:pt x="6596" y="89820"/>
                </a:cubicBezTo>
                <a:cubicBezTo>
                  <a:pt x="6778" y="89486"/>
                  <a:pt x="6870" y="89516"/>
                  <a:pt x="6961" y="89364"/>
                </a:cubicBezTo>
                <a:cubicBezTo>
                  <a:pt x="7022" y="89273"/>
                  <a:pt x="7082" y="88999"/>
                  <a:pt x="7204" y="88817"/>
                </a:cubicBezTo>
                <a:cubicBezTo>
                  <a:pt x="7629" y="88057"/>
                  <a:pt x="8329" y="86933"/>
                  <a:pt x="8663" y="86233"/>
                </a:cubicBezTo>
                <a:cubicBezTo>
                  <a:pt x="8815" y="85899"/>
                  <a:pt x="8845" y="85656"/>
                  <a:pt x="9058" y="85291"/>
                </a:cubicBezTo>
                <a:cubicBezTo>
                  <a:pt x="9180" y="85139"/>
                  <a:pt x="9332" y="84987"/>
                  <a:pt x="9423" y="84835"/>
                </a:cubicBezTo>
                <a:cubicBezTo>
                  <a:pt x="9636" y="84258"/>
                  <a:pt x="9879" y="83711"/>
                  <a:pt x="10213" y="83224"/>
                </a:cubicBezTo>
                <a:cubicBezTo>
                  <a:pt x="10426" y="82829"/>
                  <a:pt x="10547" y="82343"/>
                  <a:pt x="10760" y="81948"/>
                </a:cubicBezTo>
                <a:cubicBezTo>
                  <a:pt x="10943" y="81613"/>
                  <a:pt x="11034" y="81613"/>
                  <a:pt x="11186" y="81279"/>
                </a:cubicBezTo>
                <a:cubicBezTo>
                  <a:pt x="11794" y="80094"/>
                  <a:pt x="12584" y="78483"/>
                  <a:pt x="13253" y="77206"/>
                </a:cubicBezTo>
                <a:cubicBezTo>
                  <a:pt x="13405" y="76902"/>
                  <a:pt x="13465" y="76932"/>
                  <a:pt x="13587" y="76689"/>
                </a:cubicBezTo>
                <a:cubicBezTo>
                  <a:pt x="14195" y="75504"/>
                  <a:pt x="14651" y="74410"/>
                  <a:pt x="15076" y="73650"/>
                </a:cubicBezTo>
                <a:cubicBezTo>
                  <a:pt x="15289" y="73285"/>
                  <a:pt x="15289" y="73437"/>
                  <a:pt x="15472" y="73194"/>
                </a:cubicBezTo>
                <a:cubicBezTo>
                  <a:pt x="15928" y="72251"/>
                  <a:pt x="16292" y="71400"/>
                  <a:pt x="16870" y="70337"/>
                </a:cubicBezTo>
                <a:cubicBezTo>
                  <a:pt x="16961" y="70276"/>
                  <a:pt x="17143" y="69972"/>
                  <a:pt x="17204" y="70093"/>
                </a:cubicBezTo>
                <a:cubicBezTo>
                  <a:pt x="17295" y="69881"/>
                  <a:pt x="17174" y="69881"/>
                  <a:pt x="17143" y="69820"/>
                </a:cubicBezTo>
                <a:cubicBezTo>
                  <a:pt x="17782" y="68726"/>
                  <a:pt x="17934" y="67722"/>
                  <a:pt x="18663" y="67023"/>
                </a:cubicBezTo>
                <a:cubicBezTo>
                  <a:pt x="18967" y="66385"/>
                  <a:pt x="18997" y="66385"/>
                  <a:pt x="19362" y="65595"/>
                </a:cubicBezTo>
                <a:cubicBezTo>
                  <a:pt x="19545" y="65443"/>
                  <a:pt x="19727" y="65169"/>
                  <a:pt x="19818" y="65412"/>
                </a:cubicBezTo>
                <a:cubicBezTo>
                  <a:pt x="20244" y="64653"/>
                  <a:pt x="19818" y="65139"/>
                  <a:pt x="19879" y="64774"/>
                </a:cubicBezTo>
                <a:cubicBezTo>
                  <a:pt x="20274" y="63923"/>
                  <a:pt x="20487" y="64014"/>
                  <a:pt x="20912" y="63224"/>
                </a:cubicBezTo>
                <a:cubicBezTo>
                  <a:pt x="21095" y="62890"/>
                  <a:pt x="20791" y="62981"/>
                  <a:pt x="20943" y="62707"/>
                </a:cubicBezTo>
                <a:cubicBezTo>
                  <a:pt x="21277" y="62282"/>
                  <a:pt x="21703" y="61735"/>
                  <a:pt x="22219" y="61187"/>
                </a:cubicBezTo>
                <a:cubicBezTo>
                  <a:pt x="22736" y="60640"/>
                  <a:pt x="23344" y="60154"/>
                  <a:pt x="24043" y="59759"/>
                </a:cubicBezTo>
                <a:cubicBezTo>
                  <a:pt x="24438" y="59546"/>
                  <a:pt x="24955" y="59394"/>
                  <a:pt x="25411" y="59151"/>
                </a:cubicBezTo>
                <a:cubicBezTo>
                  <a:pt x="26566" y="58604"/>
                  <a:pt x="28481" y="57540"/>
                  <a:pt x="29271" y="57510"/>
                </a:cubicBezTo>
                <a:cubicBezTo>
                  <a:pt x="29393" y="57418"/>
                  <a:pt x="29514" y="57297"/>
                  <a:pt x="29575" y="57175"/>
                </a:cubicBezTo>
                <a:cubicBezTo>
                  <a:pt x="30852" y="56810"/>
                  <a:pt x="31460" y="56203"/>
                  <a:pt x="32888" y="55777"/>
                </a:cubicBezTo>
                <a:cubicBezTo>
                  <a:pt x="33071" y="55412"/>
                  <a:pt x="33557" y="55382"/>
                  <a:pt x="34287" y="54987"/>
                </a:cubicBezTo>
                <a:cubicBezTo>
                  <a:pt x="34317" y="54896"/>
                  <a:pt x="33891" y="54956"/>
                  <a:pt x="33861" y="54987"/>
                </a:cubicBezTo>
                <a:cubicBezTo>
                  <a:pt x="33648" y="55048"/>
                  <a:pt x="33557" y="55230"/>
                  <a:pt x="33344" y="55321"/>
                </a:cubicBezTo>
                <a:cubicBezTo>
                  <a:pt x="33131" y="55412"/>
                  <a:pt x="32949" y="55382"/>
                  <a:pt x="32767" y="55503"/>
                </a:cubicBezTo>
                <a:cubicBezTo>
                  <a:pt x="32524" y="55625"/>
                  <a:pt x="32311" y="55807"/>
                  <a:pt x="32068" y="55929"/>
                </a:cubicBezTo>
                <a:cubicBezTo>
                  <a:pt x="31672" y="56081"/>
                  <a:pt x="31399" y="56142"/>
                  <a:pt x="30943" y="56324"/>
                </a:cubicBezTo>
                <a:cubicBezTo>
                  <a:pt x="30487" y="56507"/>
                  <a:pt x="29940" y="56810"/>
                  <a:pt x="29119" y="57114"/>
                </a:cubicBezTo>
                <a:cubicBezTo>
                  <a:pt x="28906" y="57145"/>
                  <a:pt x="28724" y="57206"/>
                  <a:pt x="28511" y="57206"/>
                </a:cubicBezTo>
                <a:cubicBezTo>
                  <a:pt x="28329" y="57297"/>
                  <a:pt x="27751" y="57631"/>
                  <a:pt x="27265" y="57814"/>
                </a:cubicBezTo>
                <a:cubicBezTo>
                  <a:pt x="26657" y="58087"/>
                  <a:pt x="26566" y="58148"/>
                  <a:pt x="25776" y="58482"/>
                </a:cubicBezTo>
                <a:cubicBezTo>
                  <a:pt x="24833" y="58877"/>
                  <a:pt x="23952" y="59394"/>
                  <a:pt x="23131" y="60002"/>
                </a:cubicBezTo>
                <a:cubicBezTo>
                  <a:pt x="23010" y="59941"/>
                  <a:pt x="23253" y="59789"/>
                  <a:pt x="23222" y="59698"/>
                </a:cubicBezTo>
                <a:cubicBezTo>
                  <a:pt x="22615" y="60093"/>
                  <a:pt x="22007" y="60731"/>
                  <a:pt x="21976" y="60458"/>
                </a:cubicBezTo>
                <a:cubicBezTo>
                  <a:pt x="21763" y="60671"/>
                  <a:pt x="21885" y="60701"/>
                  <a:pt x="21915" y="60792"/>
                </a:cubicBezTo>
                <a:cubicBezTo>
                  <a:pt x="21915" y="60853"/>
                  <a:pt x="22554" y="60215"/>
                  <a:pt x="22858" y="60063"/>
                </a:cubicBezTo>
                <a:cubicBezTo>
                  <a:pt x="22645" y="60367"/>
                  <a:pt x="22219" y="60762"/>
                  <a:pt x="21763" y="61248"/>
                </a:cubicBezTo>
                <a:cubicBezTo>
                  <a:pt x="21308" y="61735"/>
                  <a:pt x="20852" y="62251"/>
                  <a:pt x="20517" y="62707"/>
                </a:cubicBezTo>
                <a:cubicBezTo>
                  <a:pt x="20153" y="63163"/>
                  <a:pt x="20365" y="63437"/>
                  <a:pt x="20092" y="63498"/>
                </a:cubicBezTo>
                <a:cubicBezTo>
                  <a:pt x="19788" y="63801"/>
                  <a:pt x="20031" y="63346"/>
                  <a:pt x="20183" y="63011"/>
                </a:cubicBezTo>
                <a:cubicBezTo>
                  <a:pt x="20244" y="62798"/>
                  <a:pt x="20031" y="62981"/>
                  <a:pt x="20304" y="62555"/>
                </a:cubicBezTo>
                <a:cubicBezTo>
                  <a:pt x="20426" y="62403"/>
                  <a:pt x="20487" y="62403"/>
                  <a:pt x="20608" y="62221"/>
                </a:cubicBezTo>
                <a:cubicBezTo>
                  <a:pt x="20639" y="62282"/>
                  <a:pt x="20426" y="62586"/>
                  <a:pt x="20274" y="62829"/>
                </a:cubicBezTo>
                <a:cubicBezTo>
                  <a:pt x="20791" y="62312"/>
                  <a:pt x="21095" y="61552"/>
                  <a:pt x="21763" y="61005"/>
                </a:cubicBezTo>
                <a:cubicBezTo>
                  <a:pt x="21794" y="60731"/>
                  <a:pt x="21429" y="61096"/>
                  <a:pt x="21125" y="61461"/>
                </a:cubicBezTo>
                <a:cubicBezTo>
                  <a:pt x="20821" y="61795"/>
                  <a:pt x="20578" y="62160"/>
                  <a:pt x="20548" y="61856"/>
                </a:cubicBezTo>
                <a:cubicBezTo>
                  <a:pt x="19879" y="63011"/>
                  <a:pt x="19970" y="63498"/>
                  <a:pt x="19210" y="64622"/>
                </a:cubicBezTo>
                <a:cubicBezTo>
                  <a:pt x="19301" y="64987"/>
                  <a:pt x="19727" y="63832"/>
                  <a:pt x="19849" y="64075"/>
                </a:cubicBezTo>
                <a:cubicBezTo>
                  <a:pt x="19545" y="64744"/>
                  <a:pt x="19149" y="65352"/>
                  <a:pt x="18694" y="65929"/>
                </a:cubicBezTo>
                <a:cubicBezTo>
                  <a:pt x="18785" y="65595"/>
                  <a:pt x="19332" y="64592"/>
                  <a:pt x="18815" y="65078"/>
                </a:cubicBezTo>
                <a:cubicBezTo>
                  <a:pt x="18663" y="65443"/>
                  <a:pt x="18937" y="65352"/>
                  <a:pt x="18602" y="65868"/>
                </a:cubicBezTo>
                <a:cubicBezTo>
                  <a:pt x="18390" y="65534"/>
                  <a:pt x="17782" y="66902"/>
                  <a:pt x="17782" y="67236"/>
                </a:cubicBezTo>
                <a:cubicBezTo>
                  <a:pt x="18086" y="66963"/>
                  <a:pt x="18329" y="66628"/>
                  <a:pt x="18450" y="66264"/>
                </a:cubicBezTo>
                <a:cubicBezTo>
                  <a:pt x="18572" y="66537"/>
                  <a:pt x="18025" y="67175"/>
                  <a:pt x="17751" y="67692"/>
                </a:cubicBezTo>
                <a:cubicBezTo>
                  <a:pt x="17751" y="67145"/>
                  <a:pt x="17387" y="67874"/>
                  <a:pt x="17083" y="68178"/>
                </a:cubicBezTo>
                <a:cubicBezTo>
                  <a:pt x="17174" y="68513"/>
                  <a:pt x="17599" y="67692"/>
                  <a:pt x="17478" y="68178"/>
                </a:cubicBezTo>
                <a:cubicBezTo>
                  <a:pt x="17204" y="68634"/>
                  <a:pt x="17022" y="68482"/>
                  <a:pt x="16718" y="69090"/>
                </a:cubicBezTo>
                <a:cubicBezTo>
                  <a:pt x="16475" y="69607"/>
                  <a:pt x="16961" y="68878"/>
                  <a:pt x="17022" y="68817"/>
                </a:cubicBezTo>
                <a:cubicBezTo>
                  <a:pt x="16231" y="70580"/>
                  <a:pt x="14864" y="73072"/>
                  <a:pt x="13648" y="75352"/>
                </a:cubicBezTo>
                <a:cubicBezTo>
                  <a:pt x="13526" y="75534"/>
                  <a:pt x="12979" y="76203"/>
                  <a:pt x="13040" y="76598"/>
                </a:cubicBezTo>
                <a:cubicBezTo>
                  <a:pt x="12432" y="77510"/>
                  <a:pt x="11399" y="79425"/>
                  <a:pt x="11003" y="80215"/>
                </a:cubicBezTo>
                <a:cubicBezTo>
                  <a:pt x="10973" y="79850"/>
                  <a:pt x="11551" y="78969"/>
                  <a:pt x="11946" y="78239"/>
                </a:cubicBezTo>
                <a:cubicBezTo>
                  <a:pt x="12493" y="77176"/>
                  <a:pt x="13070" y="76203"/>
                  <a:pt x="13405" y="75413"/>
                </a:cubicBezTo>
                <a:cubicBezTo>
                  <a:pt x="13162" y="75352"/>
                  <a:pt x="13010" y="75808"/>
                  <a:pt x="12979" y="75382"/>
                </a:cubicBezTo>
                <a:cubicBezTo>
                  <a:pt x="12675" y="76051"/>
                  <a:pt x="12371" y="76264"/>
                  <a:pt x="12310" y="76598"/>
                </a:cubicBezTo>
                <a:cubicBezTo>
                  <a:pt x="12462" y="76416"/>
                  <a:pt x="12584" y="76294"/>
                  <a:pt x="12888" y="75808"/>
                </a:cubicBezTo>
                <a:cubicBezTo>
                  <a:pt x="12949" y="76355"/>
                  <a:pt x="12280" y="76841"/>
                  <a:pt x="11946" y="77540"/>
                </a:cubicBezTo>
                <a:cubicBezTo>
                  <a:pt x="12037" y="77692"/>
                  <a:pt x="12341" y="76750"/>
                  <a:pt x="12402" y="77115"/>
                </a:cubicBezTo>
                <a:cubicBezTo>
                  <a:pt x="10274" y="81157"/>
                  <a:pt x="7234" y="86720"/>
                  <a:pt x="4955" y="91127"/>
                </a:cubicBezTo>
                <a:cubicBezTo>
                  <a:pt x="4803" y="91462"/>
                  <a:pt x="4590" y="91735"/>
                  <a:pt x="4438" y="92039"/>
                </a:cubicBezTo>
                <a:cubicBezTo>
                  <a:pt x="4256" y="92465"/>
                  <a:pt x="4164" y="92829"/>
                  <a:pt x="3982" y="93224"/>
                </a:cubicBezTo>
                <a:cubicBezTo>
                  <a:pt x="3678" y="93893"/>
                  <a:pt x="3101" y="94623"/>
                  <a:pt x="3131" y="95261"/>
                </a:cubicBezTo>
                <a:cubicBezTo>
                  <a:pt x="2979" y="95291"/>
                  <a:pt x="2797" y="96082"/>
                  <a:pt x="2645" y="96264"/>
                </a:cubicBezTo>
                <a:cubicBezTo>
                  <a:pt x="2584" y="96568"/>
                  <a:pt x="2705" y="96538"/>
                  <a:pt x="2766" y="96325"/>
                </a:cubicBezTo>
                <a:cubicBezTo>
                  <a:pt x="2401" y="98301"/>
                  <a:pt x="2310" y="100337"/>
                  <a:pt x="2493" y="102374"/>
                </a:cubicBezTo>
                <a:cubicBezTo>
                  <a:pt x="2614" y="104045"/>
                  <a:pt x="2918" y="105717"/>
                  <a:pt x="3435" y="107328"/>
                </a:cubicBezTo>
                <a:cubicBezTo>
                  <a:pt x="3465" y="107632"/>
                  <a:pt x="3374" y="107328"/>
                  <a:pt x="3313" y="107358"/>
                </a:cubicBezTo>
                <a:cubicBezTo>
                  <a:pt x="3556" y="108118"/>
                  <a:pt x="3800" y="108878"/>
                  <a:pt x="3952" y="109668"/>
                </a:cubicBezTo>
                <a:cubicBezTo>
                  <a:pt x="3800" y="109668"/>
                  <a:pt x="3708" y="108939"/>
                  <a:pt x="3526" y="108939"/>
                </a:cubicBezTo>
                <a:cubicBezTo>
                  <a:pt x="3678" y="109547"/>
                  <a:pt x="4104" y="110368"/>
                  <a:pt x="4043" y="110854"/>
                </a:cubicBezTo>
                <a:cubicBezTo>
                  <a:pt x="3769" y="110884"/>
                  <a:pt x="3921" y="110033"/>
                  <a:pt x="3648" y="109912"/>
                </a:cubicBezTo>
                <a:cubicBezTo>
                  <a:pt x="3465" y="109334"/>
                  <a:pt x="3587" y="109213"/>
                  <a:pt x="3374" y="108574"/>
                </a:cubicBezTo>
                <a:cubicBezTo>
                  <a:pt x="3313" y="108453"/>
                  <a:pt x="3283" y="108301"/>
                  <a:pt x="3222" y="108179"/>
                </a:cubicBezTo>
                <a:cubicBezTo>
                  <a:pt x="3070" y="108149"/>
                  <a:pt x="3009" y="108270"/>
                  <a:pt x="3070" y="108605"/>
                </a:cubicBezTo>
                <a:cubicBezTo>
                  <a:pt x="2857" y="107997"/>
                  <a:pt x="2553" y="107936"/>
                  <a:pt x="2462" y="107906"/>
                </a:cubicBezTo>
                <a:cubicBezTo>
                  <a:pt x="2310" y="108301"/>
                  <a:pt x="2736" y="109061"/>
                  <a:pt x="2705" y="109486"/>
                </a:cubicBezTo>
                <a:cubicBezTo>
                  <a:pt x="2553" y="109638"/>
                  <a:pt x="2523" y="108878"/>
                  <a:pt x="2462" y="108726"/>
                </a:cubicBezTo>
                <a:cubicBezTo>
                  <a:pt x="2432" y="108574"/>
                  <a:pt x="2341" y="108635"/>
                  <a:pt x="2310" y="108544"/>
                </a:cubicBezTo>
                <a:cubicBezTo>
                  <a:pt x="2128" y="107997"/>
                  <a:pt x="1976" y="107267"/>
                  <a:pt x="1733" y="106355"/>
                </a:cubicBezTo>
                <a:cubicBezTo>
                  <a:pt x="1794" y="105991"/>
                  <a:pt x="2128" y="105991"/>
                  <a:pt x="2280" y="106477"/>
                </a:cubicBezTo>
                <a:cubicBezTo>
                  <a:pt x="2432" y="106629"/>
                  <a:pt x="2371" y="105687"/>
                  <a:pt x="2219" y="105656"/>
                </a:cubicBezTo>
                <a:cubicBezTo>
                  <a:pt x="2219" y="104988"/>
                  <a:pt x="2523" y="106021"/>
                  <a:pt x="2614" y="106021"/>
                </a:cubicBezTo>
                <a:cubicBezTo>
                  <a:pt x="2523" y="105595"/>
                  <a:pt x="2432" y="105383"/>
                  <a:pt x="2310" y="105444"/>
                </a:cubicBezTo>
                <a:cubicBezTo>
                  <a:pt x="2158" y="104775"/>
                  <a:pt x="2401" y="104957"/>
                  <a:pt x="2219" y="104167"/>
                </a:cubicBezTo>
                <a:cubicBezTo>
                  <a:pt x="2523" y="104501"/>
                  <a:pt x="2371" y="105535"/>
                  <a:pt x="2705" y="105808"/>
                </a:cubicBezTo>
                <a:cubicBezTo>
                  <a:pt x="2827" y="106507"/>
                  <a:pt x="2766" y="107389"/>
                  <a:pt x="3131" y="108027"/>
                </a:cubicBezTo>
                <a:cubicBezTo>
                  <a:pt x="3435" y="108240"/>
                  <a:pt x="2766" y="106447"/>
                  <a:pt x="3192" y="107176"/>
                </a:cubicBezTo>
                <a:cubicBezTo>
                  <a:pt x="2857" y="106386"/>
                  <a:pt x="2857" y="105808"/>
                  <a:pt x="2584" y="105200"/>
                </a:cubicBezTo>
                <a:cubicBezTo>
                  <a:pt x="2523" y="104805"/>
                  <a:pt x="2432" y="104288"/>
                  <a:pt x="2614" y="104349"/>
                </a:cubicBezTo>
                <a:cubicBezTo>
                  <a:pt x="2280" y="103498"/>
                  <a:pt x="2158" y="101644"/>
                  <a:pt x="2249" y="99972"/>
                </a:cubicBezTo>
                <a:cubicBezTo>
                  <a:pt x="2128" y="99030"/>
                  <a:pt x="2189" y="98088"/>
                  <a:pt x="2432" y="97176"/>
                </a:cubicBezTo>
                <a:cubicBezTo>
                  <a:pt x="2462" y="96477"/>
                  <a:pt x="2584" y="95808"/>
                  <a:pt x="2797" y="95139"/>
                </a:cubicBezTo>
                <a:cubicBezTo>
                  <a:pt x="2888" y="95139"/>
                  <a:pt x="2827" y="95443"/>
                  <a:pt x="2949" y="95443"/>
                </a:cubicBezTo>
                <a:cubicBezTo>
                  <a:pt x="3131" y="94896"/>
                  <a:pt x="2979" y="94866"/>
                  <a:pt x="3070" y="94531"/>
                </a:cubicBezTo>
                <a:cubicBezTo>
                  <a:pt x="3283" y="93802"/>
                  <a:pt x="3769" y="92890"/>
                  <a:pt x="3830" y="92465"/>
                </a:cubicBezTo>
                <a:cubicBezTo>
                  <a:pt x="3617" y="92677"/>
                  <a:pt x="3465" y="92920"/>
                  <a:pt x="3374" y="93194"/>
                </a:cubicBezTo>
                <a:cubicBezTo>
                  <a:pt x="3435" y="92769"/>
                  <a:pt x="3891" y="91887"/>
                  <a:pt x="3921" y="91553"/>
                </a:cubicBezTo>
                <a:cubicBezTo>
                  <a:pt x="4347" y="90671"/>
                  <a:pt x="4651" y="90550"/>
                  <a:pt x="5076" y="89820"/>
                </a:cubicBezTo>
                <a:cubicBezTo>
                  <a:pt x="5198" y="89516"/>
                  <a:pt x="4955" y="89851"/>
                  <a:pt x="4924" y="89699"/>
                </a:cubicBezTo>
                <a:cubicBezTo>
                  <a:pt x="5289" y="88939"/>
                  <a:pt x="5563" y="88847"/>
                  <a:pt x="5958" y="88027"/>
                </a:cubicBezTo>
                <a:cubicBezTo>
                  <a:pt x="6019" y="87814"/>
                  <a:pt x="5927" y="87753"/>
                  <a:pt x="6140" y="87419"/>
                </a:cubicBezTo>
                <a:cubicBezTo>
                  <a:pt x="6079" y="87297"/>
                  <a:pt x="5958" y="87510"/>
                  <a:pt x="5836" y="87723"/>
                </a:cubicBezTo>
                <a:cubicBezTo>
                  <a:pt x="6019" y="87206"/>
                  <a:pt x="6292" y="86750"/>
                  <a:pt x="6657" y="86355"/>
                </a:cubicBezTo>
                <a:cubicBezTo>
                  <a:pt x="6839" y="85929"/>
                  <a:pt x="6444" y="86507"/>
                  <a:pt x="6596" y="86081"/>
                </a:cubicBezTo>
                <a:cubicBezTo>
                  <a:pt x="6930" y="85534"/>
                  <a:pt x="7082" y="86051"/>
                  <a:pt x="7508" y="85018"/>
                </a:cubicBezTo>
                <a:cubicBezTo>
                  <a:pt x="7386" y="85109"/>
                  <a:pt x="7234" y="85382"/>
                  <a:pt x="7174" y="85261"/>
                </a:cubicBezTo>
                <a:cubicBezTo>
                  <a:pt x="7569" y="84744"/>
                  <a:pt x="7386" y="84562"/>
                  <a:pt x="7660" y="84197"/>
                </a:cubicBezTo>
                <a:cubicBezTo>
                  <a:pt x="7629" y="84227"/>
                  <a:pt x="7721" y="84471"/>
                  <a:pt x="7842" y="84288"/>
                </a:cubicBezTo>
                <a:cubicBezTo>
                  <a:pt x="7964" y="84106"/>
                  <a:pt x="7964" y="83741"/>
                  <a:pt x="7842" y="84045"/>
                </a:cubicBezTo>
                <a:cubicBezTo>
                  <a:pt x="7629" y="84045"/>
                  <a:pt x="8389" y="83133"/>
                  <a:pt x="8207" y="83103"/>
                </a:cubicBezTo>
                <a:cubicBezTo>
                  <a:pt x="7933" y="83255"/>
                  <a:pt x="7417" y="84774"/>
                  <a:pt x="7234" y="84379"/>
                </a:cubicBezTo>
                <a:cubicBezTo>
                  <a:pt x="7143" y="84622"/>
                  <a:pt x="7295" y="84592"/>
                  <a:pt x="7356" y="84683"/>
                </a:cubicBezTo>
                <a:close/>
                <a:moveTo>
                  <a:pt x="2006" y="107358"/>
                </a:moveTo>
                <a:cubicBezTo>
                  <a:pt x="2189" y="107298"/>
                  <a:pt x="2341" y="107176"/>
                  <a:pt x="2189" y="106507"/>
                </a:cubicBezTo>
                <a:lnTo>
                  <a:pt x="1794" y="106568"/>
                </a:lnTo>
                <a:close/>
                <a:moveTo>
                  <a:pt x="2766" y="107024"/>
                </a:moveTo>
                <a:lnTo>
                  <a:pt x="2614" y="106416"/>
                </a:lnTo>
                <a:cubicBezTo>
                  <a:pt x="2493" y="106659"/>
                  <a:pt x="2249" y="106720"/>
                  <a:pt x="2523" y="107693"/>
                </a:cubicBezTo>
                <a:cubicBezTo>
                  <a:pt x="2888" y="107997"/>
                  <a:pt x="2401" y="106751"/>
                  <a:pt x="2766" y="107024"/>
                </a:cubicBezTo>
                <a:close/>
                <a:moveTo>
                  <a:pt x="4711" y="90762"/>
                </a:moveTo>
                <a:cubicBezTo>
                  <a:pt x="4408" y="91310"/>
                  <a:pt x="4316" y="90732"/>
                  <a:pt x="3952" y="91765"/>
                </a:cubicBezTo>
                <a:cubicBezTo>
                  <a:pt x="4012" y="92100"/>
                  <a:pt x="4225" y="91553"/>
                  <a:pt x="4347" y="91522"/>
                </a:cubicBezTo>
                <a:cubicBezTo>
                  <a:pt x="4347" y="91705"/>
                  <a:pt x="4863" y="90671"/>
                  <a:pt x="4711" y="90762"/>
                </a:cubicBezTo>
                <a:close/>
                <a:moveTo>
                  <a:pt x="72068" y="122252"/>
                </a:moveTo>
                <a:cubicBezTo>
                  <a:pt x="72524" y="122161"/>
                  <a:pt x="73345" y="122192"/>
                  <a:pt x="73254" y="121948"/>
                </a:cubicBezTo>
                <a:cubicBezTo>
                  <a:pt x="72646" y="121888"/>
                  <a:pt x="72828" y="122100"/>
                  <a:pt x="72464" y="122131"/>
                </a:cubicBezTo>
                <a:cubicBezTo>
                  <a:pt x="72494" y="121979"/>
                  <a:pt x="72524" y="121827"/>
                  <a:pt x="72068" y="121827"/>
                </a:cubicBezTo>
                <a:close/>
                <a:moveTo>
                  <a:pt x="62767" y="122070"/>
                </a:moveTo>
                <a:lnTo>
                  <a:pt x="62159" y="122070"/>
                </a:lnTo>
                <a:cubicBezTo>
                  <a:pt x="62281" y="122283"/>
                  <a:pt x="61947" y="122313"/>
                  <a:pt x="61947" y="122465"/>
                </a:cubicBezTo>
                <a:cubicBezTo>
                  <a:pt x="62676" y="122465"/>
                  <a:pt x="62555" y="122222"/>
                  <a:pt x="62767" y="122070"/>
                </a:cubicBezTo>
                <a:close/>
                <a:moveTo>
                  <a:pt x="63132" y="122647"/>
                </a:moveTo>
                <a:cubicBezTo>
                  <a:pt x="62706" y="122830"/>
                  <a:pt x="62919" y="122951"/>
                  <a:pt x="62129" y="123073"/>
                </a:cubicBezTo>
                <a:cubicBezTo>
                  <a:pt x="62798" y="123073"/>
                  <a:pt x="64044" y="122799"/>
                  <a:pt x="63132" y="122647"/>
                </a:cubicBezTo>
                <a:close/>
                <a:moveTo>
                  <a:pt x="66719" y="122343"/>
                </a:moveTo>
                <a:cubicBezTo>
                  <a:pt x="66719" y="122526"/>
                  <a:pt x="65868" y="122708"/>
                  <a:pt x="66901" y="122739"/>
                </a:cubicBezTo>
                <a:cubicBezTo>
                  <a:pt x="66688" y="122495"/>
                  <a:pt x="67327" y="122526"/>
                  <a:pt x="67509" y="122435"/>
                </a:cubicBezTo>
                <a:cubicBezTo>
                  <a:pt x="67114" y="122435"/>
                  <a:pt x="67053" y="122343"/>
                  <a:pt x="66719" y="122343"/>
                </a:cubicBezTo>
                <a:close/>
                <a:moveTo>
                  <a:pt x="66536" y="121979"/>
                </a:moveTo>
                <a:cubicBezTo>
                  <a:pt x="66597" y="121888"/>
                  <a:pt x="66871" y="121857"/>
                  <a:pt x="66962" y="121796"/>
                </a:cubicBezTo>
                <a:cubicBezTo>
                  <a:pt x="66688" y="121736"/>
                  <a:pt x="66415" y="121705"/>
                  <a:pt x="66172" y="121736"/>
                </a:cubicBezTo>
                <a:cubicBezTo>
                  <a:pt x="66080" y="121857"/>
                  <a:pt x="66202" y="121948"/>
                  <a:pt x="66536" y="121979"/>
                </a:cubicBezTo>
                <a:close/>
                <a:moveTo>
                  <a:pt x="65503" y="122647"/>
                </a:moveTo>
                <a:cubicBezTo>
                  <a:pt x="65442" y="122739"/>
                  <a:pt x="65229" y="122769"/>
                  <a:pt x="65290" y="122891"/>
                </a:cubicBezTo>
                <a:cubicBezTo>
                  <a:pt x="65564" y="122891"/>
                  <a:pt x="65837" y="122921"/>
                  <a:pt x="66080" y="122982"/>
                </a:cubicBezTo>
                <a:cubicBezTo>
                  <a:pt x="66141" y="122799"/>
                  <a:pt x="66141" y="122647"/>
                  <a:pt x="65503" y="122647"/>
                </a:cubicBezTo>
                <a:close/>
                <a:moveTo>
                  <a:pt x="61795" y="121827"/>
                </a:moveTo>
                <a:cubicBezTo>
                  <a:pt x="62403" y="121979"/>
                  <a:pt x="63041" y="121766"/>
                  <a:pt x="63983" y="121827"/>
                </a:cubicBezTo>
                <a:cubicBezTo>
                  <a:pt x="64014" y="121918"/>
                  <a:pt x="64287" y="121918"/>
                  <a:pt x="64348" y="122009"/>
                </a:cubicBezTo>
                <a:cubicBezTo>
                  <a:pt x="64348" y="122100"/>
                  <a:pt x="64014" y="122070"/>
                  <a:pt x="63953" y="122131"/>
                </a:cubicBezTo>
                <a:cubicBezTo>
                  <a:pt x="64439" y="122192"/>
                  <a:pt x="64378" y="122404"/>
                  <a:pt x="65138" y="122404"/>
                </a:cubicBezTo>
                <a:cubicBezTo>
                  <a:pt x="65412" y="122374"/>
                  <a:pt x="65685" y="122313"/>
                  <a:pt x="65928" y="122222"/>
                </a:cubicBezTo>
                <a:cubicBezTo>
                  <a:pt x="65868" y="121888"/>
                  <a:pt x="65503" y="121675"/>
                  <a:pt x="64561" y="121644"/>
                </a:cubicBezTo>
                <a:cubicBezTo>
                  <a:pt x="64439" y="121766"/>
                  <a:pt x="64834" y="121736"/>
                  <a:pt x="64956" y="121766"/>
                </a:cubicBezTo>
                <a:cubicBezTo>
                  <a:pt x="65169" y="121827"/>
                  <a:pt x="65533" y="122040"/>
                  <a:pt x="65138" y="122070"/>
                </a:cubicBezTo>
                <a:cubicBezTo>
                  <a:pt x="64652" y="122040"/>
                  <a:pt x="64287" y="121918"/>
                  <a:pt x="64378" y="121705"/>
                </a:cubicBezTo>
                <a:cubicBezTo>
                  <a:pt x="63497" y="121675"/>
                  <a:pt x="62646" y="121736"/>
                  <a:pt x="61795" y="121827"/>
                </a:cubicBezTo>
                <a:close/>
                <a:moveTo>
                  <a:pt x="61460" y="120641"/>
                </a:moveTo>
                <a:cubicBezTo>
                  <a:pt x="61855" y="120672"/>
                  <a:pt x="62281" y="120641"/>
                  <a:pt x="62676" y="120520"/>
                </a:cubicBezTo>
                <a:cubicBezTo>
                  <a:pt x="61947" y="120641"/>
                  <a:pt x="62068" y="120520"/>
                  <a:pt x="61491" y="120459"/>
                </a:cubicBezTo>
                <a:close/>
                <a:moveTo>
                  <a:pt x="57357" y="119881"/>
                </a:moveTo>
                <a:cubicBezTo>
                  <a:pt x="57509" y="119942"/>
                  <a:pt x="58877" y="120064"/>
                  <a:pt x="58725" y="119821"/>
                </a:cubicBezTo>
                <a:cubicBezTo>
                  <a:pt x="58603" y="119699"/>
                  <a:pt x="57266" y="119729"/>
                  <a:pt x="57357" y="119881"/>
                </a:cubicBezTo>
                <a:close/>
                <a:moveTo>
                  <a:pt x="55320" y="120550"/>
                </a:moveTo>
                <a:cubicBezTo>
                  <a:pt x="56323" y="120520"/>
                  <a:pt x="57022" y="120824"/>
                  <a:pt x="57904" y="120641"/>
                </a:cubicBezTo>
                <a:cubicBezTo>
                  <a:pt x="58117" y="120307"/>
                  <a:pt x="57022" y="120368"/>
                  <a:pt x="56719" y="120489"/>
                </a:cubicBezTo>
                <a:cubicBezTo>
                  <a:pt x="55928" y="120520"/>
                  <a:pt x="55685" y="120368"/>
                  <a:pt x="55320" y="120550"/>
                </a:cubicBezTo>
                <a:close/>
                <a:moveTo>
                  <a:pt x="52554" y="120550"/>
                </a:moveTo>
                <a:cubicBezTo>
                  <a:pt x="53193" y="120763"/>
                  <a:pt x="54074" y="120368"/>
                  <a:pt x="54743" y="120550"/>
                </a:cubicBezTo>
                <a:cubicBezTo>
                  <a:pt x="54408" y="120216"/>
                  <a:pt x="53162" y="120429"/>
                  <a:pt x="52554" y="120520"/>
                </a:cubicBezTo>
                <a:close/>
                <a:moveTo>
                  <a:pt x="51794" y="119851"/>
                </a:moveTo>
                <a:cubicBezTo>
                  <a:pt x="52706" y="119851"/>
                  <a:pt x="53709" y="120155"/>
                  <a:pt x="54378" y="119881"/>
                </a:cubicBezTo>
                <a:cubicBezTo>
                  <a:pt x="53345" y="119942"/>
                  <a:pt x="52463" y="119669"/>
                  <a:pt x="51794" y="119851"/>
                </a:cubicBezTo>
                <a:close/>
                <a:moveTo>
                  <a:pt x="59150" y="122647"/>
                </a:moveTo>
                <a:cubicBezTo>
                  <a:pt x="59150" y="122678"/>
                  <a:pt x="59120" y="122708"/>
                  <a:pt x="58968" y="122708"/>
                </a:cubicBezTo>
                <a:cubicBezTo>
                  <a:pt x="58907" y="122860"/>
                  <a:pt x="59241" y="122921"/>
                  <a:pt x="59728" y="122891"/>
                </a:cubicBezTo>
                <a:cubicBezTo>
                  <a:pt x="59819" y="122708"/>
                  <a:pt x="59697" y="122617"/>
                  <a:pt x="59150" y="122617"/>
                </a:cubicBezTo>
                <a:close/>
                <a:moveTo>
                  <a:pt x="59029" y="121523"/>
                </a:moveTo>
                <a:cubicBezTo>
                  <a:pt x="58907" y="121766"/>
                  <a:pt x="60123" y="121614"/>
                  <a:pt x="60609" y="121644"/>
                </a:cubicBezTo>
                <a:cubicBezTo>
                  <a:pt x="60275" y="121857"/>
                  <a:pt x="60640" y="121888"/>
                  <a:pt x="61369" y="121918"/>
                </a:cubicBezTo>
                <a:cubicBezTo>
                  <a:pt x="61582" y="121492"/>
                  <a:pt x="59637" y="121462"/>
                  <a:pt x="59029" y="121492"/>
                </a:cubicBezTo>
                <a:close/>
                <a:moveTo>
                  <a:pt x="58998" y="121948"/>
                </a:moveTo>
                <a:cubicBezTo>
                  <a:pt x="59637" y="121918"/>
                  <a:pt x="59606" y="122070"/>
                  <a:pt x="59789" y="122161"/>
                </a:cubicBezTo>
                <a:cubicBezTo>
                  <a:pt x="60062" y="122161"/>
                  <a:pt x="60336" y="122131"/>
                  <a:pt x="60579" y="122040"/>
                </a:cubicBezTo>
                <a:cubicBezTo>
                  <a:pt x="59819" y="122009"/>
                  <a:pt x="59728" y="121918"/>
                  <a:pt x="60214" y="121766"/>
                </a:cubicBezTo>
                <a:cubicBezTo>
                  <a:pt x="59697" y="121736"/>
                  <a:pt x="58725" y="121918"/>
                  <a:pt x="58998" y="121948"/>
                </a:cubicBezTo>
                <a:close/>
                <a:moveTo>
                  <a:pt x="58755" y="122891"/>
                </a:moveTo>
                <a:cubicBezTo>
                  <a:pt x="58208" y="122799"/>
                  <a:pt x="58421" y="122495"/>
                  <a:pt x="57387" y="122556"/>
                </a:cubicBezTo>
                <a:cubicBezTo>
                  <a:pt x="57174" y="122708"/>
                  <a:pt x="57752" y="122708"/>
                  <a:pt x="57752" y="122830"/>
                </a:cubicBezTo>
                <a:cubicBezTo>
                  <a:pt x="57752" y="122860"/>
                  <a:pt x="57296" y="122891"/>
                  <a:pt x="57357" y="123012"/>
                </a:cubicBezTo>
                <a:cubicBezTo>
                  <a:pt x="57387" y="123073"/>
                  <a:pt x="57418" y="123164"/>
                  <a:pt x="58147" y="123134"/>
                </a:cubicBezTo>
                <a:cubicBezTo>
                  <a:pt x="57965" y="122769"/>
                  <a:pt x="58451" y="122982"/>
                  <a:pt x="58755" y="122860"/>
                </a:cubicBezTo>
                <a:close/>
                <a:moveTo>
                  <a:pt x="54226" y="122495"/>
                </a:moveTo>
                <a:cubicBezTo>
                  <a:pt x="54044" y="122100"/>
                  <a:pt x="55867" y="122587"/>
                  <a:pt x="55229" y="122192"/>
                </a:cubicBezTo>
                <a:cubicBezTo>
                  <a:pt x="55624" y="122222"/>
                  <a:pt x="56019" y="122192"/>
                  <a:pt x="56415" y="122070"/>
                </a:cubicBezTo>
                <a:cubicBezTo>
                  <a:pt x="57144" y="122222"/>
                  <a:pt x="57843" y="122343"/>
                  <a:pt x="58573" y="122404"/>
                </a:cubicBezTo>
                <a:lnTo>
                  <a:pt x="58573" y="122131"/>
                </a:lnTo>
                <a:cubicBezTo>
                  <a:pt x="57691" y="122161"/>
                  <a:pt x="57205" y="122100"/>
                  <a:pt x="57600" y="121888"/>
                </a:cubicBezTo>
                <a:cubicBezTo>
                  <a:pt x="56567" y="121888"/>
                  <a:pt x="55807" y="122009"/>
                  <a:pt x="54834" y="122070"/>
                </a:cubicBezTo>
                <a:cubicBezTo>
                  <a:pt x="55047" y="122313"/>
                  <a:pt x="52949" y="122252"/>
                  <a:pt x="54226" y="122465"/>
                </a:cubicBezTo>
                <a:close/>
                <a:moveTo>
                  <a:pt x="51977" y="123347"/>
                </a:moveTo>
                <a:cubicBezTo>
                  <a:pt x="52646" y="123316"/>
                  <a:pt x="53314" y="123225"/>
                  <a:pt x="53983" y="123103"/>
                </a:cubicBezTo>
                <a:cubicBezTo>
                  <a:pt x="54895" y="123225"/>
                  <a:pt x="55837" y="123255"/>
                  <a:pt x="56749" y="123255"/>
                </a:cubicBezTo>
                <a:cubicBezTo>
                  <a:pt x="56810" y="123103"/>
                  <a:pt x="56749" y="123012"/>
                  <a:pt x="56567" y="122951"/>
                </a:cubicBezTo>
                <a:cubicBezTo>
                  <a:pt x="56202" y="123012"/>
                  <a:pt x="55442" y="122951"/>
                  <a:pt x="55168" y="123043"/>
                </a:cubicBezTo>
                <a:cubicBezTo>
                  <a:pt x="55685" y="123164"/>
                  <a:pt x="55867" y="122982"/>
                  <a:pt x="56171" y="123134"/>
                </a:cubicBezTo>
                <a:cubicBezTo>
                  <a:pt x="55624" y="123225"/>
                  <a:pt x="55077" y="123195"/>
                  <a:pt x="54591" y="122982"/>
                </a:cubicBezTo>
                <a:cubicBezTo>
                  <a:pt x="55624" y="122891"/>
                  <a:pt x="54895" y="122739"/>
                  <a:pt x="55594" y="122617"/>
                </a:cubicBezTo>
                <a:cubicBezTo>
                  <a:pt x="55989" y="122617"/>
                  <a:pt x="56019" y="122678"/>
                  <a:pt x="56384" y="122678"/>
                </a:cubicBezTo>
                <a:cubicBezTo>
                  <a:pt x="56445" y="122495"/>
                  <a:pt x="55807" y="122526"/>
                  <a:pt x="55807" y="122374"/>
                </a:cubicBezTo>
                <a:cubicBezTo>
                  <a:pt x="55898" y="122313"/>
                  <a:pt x="56779" y="122283"/>
                  <a:pt x="56202" y="122252"/>
                </a:cubicBezTo>
                <a:cubicBezTo>
                  <a:pt x="55564" y="122283"/>
                  <a:pt x="55564" y="122587"/>
                  <a:pt x="54621" y="122526"/>
                </a:cubicBezTo>
                <a:cubicBezTo>
                  <a:pt x="55138" y="122830"/>
                  <a:pt x="54317" y="122830"/>
                  <a:pt x="54013" y="122860"/>
                </a:cubicBezTo>
                <a:cubicBezTo>
                  <a:pt x="54378" y="122860"/>
                  <a:pt x="53861" y="123073"/>
                  <a:pt x="53588" y="123103"/>
                </a:cubicBezTo>
                <a:cubicBezTo>
                  <a:pt x="53679" y="122769"/>
                  <a:pt x="52220" y="122951"/>
                  <a:pt x="52038" y="122708"/>
                </a:cubicBezTo>
                <a:lnTo>
                  <a:pt x="52038" y="123012"/>
                </a:lnTo>
                <a:cubicBezTo>
                  <a:pt x="52554" y="123012"/>
                  <a:pt x="53193" y="122982"/>
                  <a:pt x="53193" y="123164"/>
                </a:cubicBezTo>
                <a:cubicBezTo>
                  <a:pt x="52646" y="123195"/>
                  <a:pt x="51734" y="123043"/>
                  <a:pt x="51977" y="123316"/>
                </a:cubicBezTo>
                <a:close/>
                <a:moveTo>
                  <a:pt x="51065" y="122192"/>
                </a:moveTo>
                <a:cubicBezTo>
                  <a:pt x="50487" y="122252"/>
                  <a:pt x="50548" y="122100"/>
                  <a:pt x="50092" y="122131"/>
                </a:cubicBezTo>
                <a:cubicBezTo>
                  <a:pt x="49697" y="122435"/>
                  <a:pt x="51126" y="122374"/>
                  <a:pt x="51065" y="122192"/>
                </a:cubicBezTo>
                <a:close/>
                <a:moveTo>
                  <a:pt x="49849" y="122799"/>
                </a:moveTo>
                <a:cubicBezTo>
                  <a:pt x="50700" y="122830"/>
                  <a:pt x="50092" y="122647"/>
                  <a:pt x="50457" y="122617"/>
                </a:cubicBezTo>
                <a:cubicBezTo>
                  <a:pt x="50974" y="122617"/>
                  <a:pt x="51612" y="122647"/>
                  <a:pt x="51642" y="122495"/>
                </a:cubicBezTo>
                <a:cubicBezTo>
                  <a:pt x="50883" y="122435"/>
                  <a:pt x="50366" y="122587"/>
                  <a:pt x="50062" y="122495"/>
                </a:cubicBezTo>
                <a:cubicBezTo>
                  <a:pt x="50214" y="122678"/>
                  <a:pt x="49758" y="122678"/>
                  <a:pt x="49849" y="122799"/>
                </a:cubicBezTo>
                <a:close/>
                <a:moveTo>
                  <a:pt x="48633" y="123103"/>
                </a:moveTo>
                <a:cubicBezTo>
                  <a:pt x="48968" y="123103"/>
                  <a:pt x="49606" y="123286"/>
                  <a:pt x="49819" y="123103"/>
                </a:cubicBezTo>
                <a:cubicBezTo>
                  <a:pt x="49667" y="123103"/>
                  <a:pt x="49606" y="123043"/>
                  <a:pt x="49636" y="122982"/>
                </a:cubicBezTo>
                <a:cubicBezTo>
                  <a:pt x="49150" y="122982"/>
                  <a:pt x="48664" y="122982"/>
                  <a:pt x="48664" y="123134"/>
                </a:cubicBezTo>
                <a:close/>
                <a:moveTo>
                  <a:pt x="47265" y="122982"/>
                </a:moveTo>
                <a:cubicBezTo>
                  <a:pt x="46597" y="123043"/>
                  <a:pt x="47114" y="122769"/>
                  <a:pt x="46475" y="122830"/>
                </a:cubicBezTo>
                <a:cubicBezTo>
                  <a:pt x="46141" y="122860"/>
                  <a:pt x="46293" y="123043"/>
                  <a:pt x="45655" y="122951"/>
                </a:cubicBezTo>
                <a:cubicBezTo>
                  <a:pt x="45411" y="123164"/>
                  <a:pt x="46293" y="123012"/>
                  <a:pt x="46050" y="123225"/>
                </a:cubicBezTo>
                <a:cubicBezTo>
                  <a:pt x="45472" y="123225"/>
                  <a:pt x="45077" y="122951"/>
                  <a:pt x="44864" y="123225"/>
                </a:cubicBezTo>
                <a:cubicBezTo>
                  <a:pt x="45442" y="123225"/>
                  <a:pt x="45472" y="123347"/>
                  <a:pt x="46050" y="123347"/>
                </a:cubicBezTo>
                <a:cubicBezTo>
                  <a:pt x="46749" y="123195"/>
                  <a:pt x="47509" y="123073"/>
                  <a:pt x="48238" y="123043"/>
                </a:cubicBezTo>
                <a:cubicBezTo>
                  <a:pt x="48269" y="122982"/>
                  <a:pt x="48208" y="122860"/>
                  <a:pt x="48451" y="122860"/>
                </a:cubicBezTo>
                <a:cubicBezTo>
                  <a:pt x="49424" y="122799"/>
                  <a:pt x="47904" y="122799"/>
                  <a:pt x="47843" y="122921"/>
                </a:cubicBezTo>
                <a:cubicBezTo>
                  <a:pt x="47569" y="122921"/>
                  <a:pt x="47265" y="122647"/>
                  <a:pt x="47053" y="122860"/>
                </a:cubicBezTo>
                <a:cubicBezTo>
                  <a:pt x="47265" y="122891"/>
                  <a:pt x="47539" y="122951"/>
                  <a:pt x="47265" y="122982"/>
                </a:cubicBezTo>
                <a:close/>
                <a:moveTo>
                  <a:pt x="44895" y="122526"/>
                </a:moveTo>
                <a:cubicBezTo>
                  <a:pt x="45290" y="122587"/>
                  <a:pt x="45685" y="122617"/>
                  <a:pt x="46080" y="122587"/>
                </a:cubicBezTo>
                <a:cubicBezTo>
                  <a:pt x="46354" y="122374"/>
                  <a:pt x="45442" y="122526"/>
                  <a:pt x="45715" y="122343"/>
                </a:cubicBezTo>
                <a:cubicBezTo>
                  <a:pt x="46110" y="122343"/>
                  <a:pt x="46506" y="122343"/>
                  <a:pt x="46901" y="122404"/>
                </a:cubicBezTo>
                <a:cubicBezTo>
                  <a:pt x="47235" y="122283"/>
                  <a:pt x="46901" y="122313"/>
                  <a:pt x="46901" y="122161"/>
                </a:cubicBezTo>
                <a:cubicBezTo>
                  <a:pt x="46293" y="122222"/>
                  <a:pt x="45320" y="122161"/>
                  <a:pt x="45107" y="122343"/>
                </a:cubicBezTo>
                <a:cubicBezTo>
                  <a:pt x="46050" y="122374"/>
                  <a:pt x="44955" y="122465"/>
                  <a:pt x="44895" y="122526"/>
                </a:cubicBezTo>
                <a:close/>
                <a:moveTo>
                  <a:pt x="44074" y="122891"/>
                </a:moveTo>
                <a:cubicBezTo>
                  <a:pt x="43922" y="122769"/>
                  <a:pt x="43709" y="122313"/>
                  <a:pt x="43132" y="122526"/>
                </a:cubicBezTo>
                <a:cubicBezTo>
                  <a:pt x="43466" y="122526"/>
                  <a:pt x="43557" y="122617"/>
                  <a:pt x="43496" y="122769"/>
                </a:cubicBezTo>
                <a:cubicBezTo>
                  <a:pt x="43132" y="122769"/>
                  <a:pt x="42493" y="122708"/>
                  <a:pt x="42706" y="122891"/>
                </a:cubicBezTo>
                <a:cubicBezTo>
                  <a:pt x="43223" y="122860"/>
                  <a:pt x="43740" y="122891"/>
                  <a:pt x="44287" y="122951"/>
                </a:cubicBezTo>
                <a:cubicBezTo>
                  <a:pt x="44530" y="122951"/>
                  <a:pt x="45715" y="122982"/>
                  <a:pt x="45077" y="122891"/>
                </a:cubicBezTo>
                <a:close/>
                <a:moveTo>
                  <a:pt x="44743" y="122100"/>
                </a:moveTo>
                <a:cubicBezTo>
                  <a:pt x="44469" y="122040"/>
                  <a:pt x="42828" y="121918"/>
                  <a:pt x="43344" y="122009"/>
                </a:cubicBezTo>
                <a:cubicBezTo>
                  <a:pt x="43375" y="122131"/>
                  <a:pt x="44499" y="122252"/>
                  <a:pt x="44712" y="122100"/>
                </a:cubicBezTo>
                <a:close/>
                <a:moveTo>
                  <a:pt x="43162" y="121827"/>
                </a:moveTo>
                <a:cubicBezTo>
                  <a:pt x="43800" y="121918"/>
                  <a:pt x="43314" y="121644"/>
                  <a:pt x="43952" y="121705"/>
                </a:cubicBezTo>
                <a:cubicBezTo>
                  <a:pt x="44256" y="121705"/>
                  <a:pt x="44104" y="121888"/>
                  <a:pt x="44560" y="121827"/>
                </a:cubicBezTo>
                <a:lnTo>
                  <a:pt x="44560" y="121584"/>
                </a:lnTo>
                <a:cubicBezTo>
                  <a:pt x="43800" y="121644"/>
                  <a:pt x="43618" y="121523"/>
                  <a:pt x="42980" y="121523"/>
                </a:cubicBezTo>
                <a:cubicBezTo>
                  <a:pt x="42858" y="121705"/>
                  <a:pt x="43648" y="121705"/>
                  <a:pt x="43162" y="121827"/>
                </a:cubicBezTo>
                <a:close/>
                <a:moveTo>
                  <a:pt x="41551" y="122435"/>
                </a:moveTo>
                <a:cubicBezTo>
                  <a:pt x="41308" y="122647"/>
                  <a:pt x="43223" y="122678"/>
                  <a:pt x="42706" y="122587"/>
                </a:cubicBezTo>
                <a:cubicBezTo>
                  <a:pt x="41916" y="122647"/>
                  <a:pt x="42341" y="122374"/>
                  <a:pt x="41551" y="122435"/>
                </a:cubicBezTo>
                <a:close/>
                <a:moveTo>
                  <a:pt x="40791" y="121888"/>
                </a:moveTo>
                <a:cubicBezTo>
                  <a:pt x="41308" y="121979"/>
                  <a:pt x="41825" y="122070"/>
                  <a:pt x="42341" y="122070"/>
                </a:cubicBezTo>
                <a:cubicBezTo>
                  <a:pt x="42463" y="121857"/>
                  <a:pt x="41217" y="121736"/>
                  <a:pt x="40791" y="121888"/>
                </a:cubicBezTo>
                <a:close/>
                <a:moveTo>
                  <a:pt x="38603" y="122040"/>
                </a:moveTo>
                <a:cubicBezTo>
                  <a:pt x="39089" y="122100"/>
                  <a:pt x="40153" y="122313"/>
                  <a:pt x="40366" y="122040"/>
                </a:cubicBezTo>
                <a:cubicBezTo>
                  <a:pt x="39879" y="122040"/>
                  <a:pt x="38663" y="121857"/>
                  <a:pt x="38603" y="122040"/>
                </a:cubicBezTo>
                <a:close/>
                <a:moveTo>
                  <a:pt x="37752" y="122678"/>
                </a:moveTo>
                <a:cubicBezTo>
                  <a:pt x="38268" y="122647"/>
                  <a:pt x="38663" y="122951"/>
                  <a:pt x="38937" y="122799"/>
                </a:cubicBezTo>
                <a:cubicBezTo>
                  <a:pt x="38694" y="122708"/>
                  <a:pt x="38025" y="122435"/>
                  <a:pt x="37752" y="122678"/>
                </a:cubicBezTo>
                <a:close/>
                <a:moveTo>
                  <a:pt x="37721" y="123225"/>
                </a:moveTo>
                <a:cubicBezTo>
                  <a:pt x="38208" y="123347"/>
                  <a:pt x="39302" y="123286"/>
                  <a:pt x="40092" y="123316"/>
                </a:cubicBezTo>
                <a:cubicBezTo>
                  <a:pt x="40305" y="123073"/>
                  <a:pt x="38998" y="123286"/>
                  <a:pt x="39119" y="123043"/>
                </a:cubicBezTo>
                <a:cubicBezTo>
                  <a:pt x="39393" y="123043"/>
                  <a:pt x="39332" y="122891"/>
                  <a:pt x="38937" y="122921"/>
                </a:cubicBezTo>
                <a:cubicBezTo>
                  <a:pt x="38815" y="123012"/>
                  <a:pt x="39150" y="123255"/>
                  <a:pt x="38724" y="123225"/>
                </a:cubicBezTo>
                <a:cubicBezTo>
                  <a:pt x="38390" y="123073"/>
                  <a:pt x="38025" y="123073"/>
                  <a:pt x="37721" y="123225"/>
                </a:cubicBezTo>
                <a:close/>
                <a:moveTo>
                  <a:pt x="30426" y="123134"/>
                </a:moveTo>
                <a:cubicBezTo>
                  <a:pt x="30031" y="123073"/>
                  <a:pt x="29636" y="123043"/>
                  <a:pt x="29241" y="123043"/>
                </a:cubicBezTo>
                <a:cubicBezTo>
                  <a:pt x="28937" y="123255"/>
                  <a:pt x="30396" y="123225"/>
                  <a:pt x="30426" y="123134"/>
                </a:cubicBezTo>
                <a:close/>
                <a:moveTo>
                  <a:pt x="37205" y="121918"/>
                </a:moveTo>
                <a:cubicBezTo>
                  <a:pt x="37053" y="121918"/>
                  <a:pt x="36840" y="121918"/>
                  <a:pt x="36809" y="121979"/>
                </a:cubicBezTo>
                <a:cubicBezTo>
                  <a:pt x="37600" y="122040"/>
                  <a:pt x="37448" y="121796"/>
                  <a:pt x="37630" y="121675"/>
                </a:cubicBezTo>
                <a:lnTo>
                  <a:pt x="36840" y="121675"/>
                </a:lnTo>
                <a:cubicBezTo>
                  <a:pt x="36657" y="121827"/>
                  <a:pt x="37205" y="121796"/>
                  <a:pt x="37205" y="121918"/>
                </a:cubicBezTo>
                <a:close/>
                <a:moveTo>
                  <a:pt x="36566" y="123103"/>
                </a:moveTo>
                <a:cubicBezTo>
                  <a:pt x="36505" y="123255"/>
                  <a:pt x="36840" y="123286"/>
                  <a:pt x="37144" y="123347"/>
                </a:cubicBezTo>
                <a:cubicBezTo>
                  <a:pt x="37205" y="123255"/>
                  <a:pt x="37417" y="123225"/>
                  <a:pt x="37356" y="123103"/>
                </a:cubicBezTo>
                <a:close/>
                <a:moveTo>
                  <a:pt x="33831" y="121888"/>
                </a:moveTo>
                <a:cubicBezTo>
                  <a:pt x="34864" y="121979"/>
                  <a:pt x="35107" y="121796"/>
                  <a:pt x="35806" y="121796"/>
                </a:cubicBezTo>
                <a:cubicBezTo>
                  <a:pt x="35806" y="121948"/>
                  <a:pt x="35259" y="121948"/>
                  <a:pt x="35016" y="122040"/>
                </a:cubicBezTo>
                <a:cubicBezTo>
                  <a:pt x="35502" y="122100"/>
                  <a:pt x="35989" y="122040"/>
                  <a:pt x="36414" y="121796"/>
                </a:cubicBezTo>
                <a:cubicBezTo>
                  <a:pt x="35381" y="121705"/>
                  <a:pt x="34712" y="121827"/>
                  <a:pt x="34043" y="121584"/>
                </a:cubicBezTo>
                <a:cubicBezTo>
                  <a:pt x="34226" y="121766"/>
                  <a:pt x="33770" y="121736"/>
                  <a:pt x="33831" y="121888"/>
                </a:cubicBezTo>
                <a:close/>
                <a:moveTo>
                  <a:pt x="34378" y="122830"/>
                </a:moveTo>
                <a:cubicBezTo>
                  <a:pt x="32372" y="122891"/>
                  <a:pt x="35168" y="123012"/>
                  <a:pt x="35168" y="122769"/>
                </a:cubicBezTo>
                <a:cubicBezTo>
                  <a:pt x="34803" y="122769"/>
                  <a:pt x="34742" y="122830"/>
                  <a:pt x="34378" y="122830"/>
                </a:cubicBezTo>
                <a:close/>
                <a:moveTo>
                  <a:pt x="31794" y="122769"/>
                </a:moveTo>
                <a:lnTo>
                  <a:pt x="31794" y="123073"/>
                </a:lnTo>
                <a:cubicBezTo>
                  <a:pt x="31764" y="123164"/>
                  <a:pt x="30365" y="123103"/>
                  <a:pt x="30973" y="123195"/>
                </a:cubicBezTo>
                <a:cubicBezTo>
                  <a:pt x="31642" y="123164"/>
                  <a:pt x="32311" y="123195"/>
                  <a:pt x="32949" y="123255"/>
                </a:cubicBezTo>
                <a:cubicBezTo>
                  <a:pt x="33283" y="122951"/>
                  <a:pt x="31946" y="123164"/>
                  <a:pt x="32189" y="122891"/>
                </a:cubicBezTo>
                <a:cubicBezTo>
                  <a:pt x="32584" y="122891"/>
                  <a:pt x="32645" y="122830"/>
                  <a:pt x="32979" y="122830"/>
                </a:cubicBezTo>
                <a:cubicBezTo>
                  <a:pt x="32858" y="123164"/>
                  <a:pt x="34834" y="123407"/>
                  <a:pt x="35168" y="123012"/>
                </a:cubicBezTo>
                <a:cubicBezTo>
                  <a:pt x="34347" y="123012"/>
                  <a:pt x="33648" y="122982"/>
                  <a:pt x="33375" y="122951"/>
                </a:cubicBezTo>
                <a:cubicBezTo>
                  <a:pt x="33010" y="122647"/>
                  <a:pt x="34043" y="122799"/>
                  <a:pt x="33983" y="122587"/>
                </a:cubicBezTo>
                <a:cubicBezTo>
                  <a:pt x="33071" y="122587"/>
                  <a:pt x="32888" y="122799"/>
                  <a:pt x="31794" y="122769"/>
                </a:cubicBezTo>
                <a:close/>
                <a:moveTo>
                  <a:pt x="28906" y="121857"/>
                </a:moveTo>
                <a:cubicBezTo>
                  <a:pt x="29423" y="121827"/>
                  <a:pt x="29271" y="121979"/>
                  <a:pt x="29666" y="121979"/>
                </a:cubicBezTo>
                <a:cubicBezTo>
                  <a:pt x="30122" y="121918"/>
                  <a:pt x="29423" y="121827"/>
                  <a:pt x="29879" y="121796"/>
                </a:cubicBezTo>
                <a:cubicBezTo>
                  <a:pt x="29970" y="121918"/>
                  <a:pt x="30153" y="121796"/>
                  <a:pt x="30487" y="121796"/>
                </a:cubicBezTo>
                <a:cubicBezTo>
                  <a:pt x="30578" y="122009"/>
                  <a:pt x="30092" y="122009"/>
                  <a:pt x="30457" y="122131"/>
                </a:cubicBezTo>
                <a:cubicBezTo>
                  <a:pt x="30761" y="122131"/>
                  <a:pt x="31186" y="122131"/>
                  <a:pt x="31247" y="122070"/>
                </a:cubicBezTo>
                <a:cubicBezTo>
                  <a:pt x="31156" y="122070"/>
                  <a:pt x="31034" y="122009"/>
                  <a:pt x="31247" y="122009"/>
                </a:cubicBezTo>
                <a:cubicBezTo>
                  <a:pt x="32280" y="121918"/>
                  <a:pt x="32098" y="122192"/>
                  <a:pt x="32645" y="122252"/>
                </a:cubicBezTo>
                <a:cubicBezTo>
                  <a:pt x="32584" y="122009"/>
                  <a:pt x="33010" y="121918"/>
                  <a:pt x="32858" y="121644"/>
                </a:cubicBezTo>
                <a:cubicBezTo>
                  <a:pt x="32280" y="121675"/>
                  <a:pt x="31672" y="121644"/>
                  <a:pt x="31095" y="121553"/>
                </a:cubicBezTo>
                <a:cubicBezTo>
                  <a:pt x="31065" y="121644"/>
                  <a:pt x="31034" y="121705"/>
                  <a:pt x="30700" y="121675"/>
                </a:cubicBezTo>
                <a:cubicBezTo>
                  <a:pt x="30062" y="121675"/>
                  <a:pt x="30122" y="121492"/>
                  <a:pt x="29302" y="121553"/>
                </a:cubicBezTo>
                <a:cubicBezTo>
                  <a:pt x="29210" y="121675"/>
                  <a:pt x="28724" y="121675"/>
                  <a:pt x="28906" y="121857"/>
                </a:cubicBezTo>
                <a:close/>
                <a:moveTo>
                  <a:pt x="29058" y="122252"/>
                </a:moveTo>
                <a:cubicBezTo>
                  <a:pt x="29818" y="122404"/>
                  <a:pt x="29423" y="122465"/>
                  <a:pt x="30062" y="122313"/>
                </a:cubicBezTo>
                <a:cubicBezTo>
                  <a:pt x="29818" y="122556"/>
                  <a:pt x="30548" y="122495"/>
                  <a:pt x="30426" y="122678"/>
                </a:cubicBezTo>
                <a:cubicBezTo>
                  <a:pt x="30852" y="122739"/>
                  <a:pt x="31186" y="122495"/>
                  <a:pt x="30852" y="122495"/>
                </a:cubicBezTo>
                <a:cubicBezTo>
                  <a:pt x="30852" y="122556"/>
                  <a:pt x="30487" y="122587"/>
                  <a:pt x="30457" y="122495"/>
                </a:cubicBezTo>
                <a:lnTo>
                  <a:pt x="30457" y="122374"/>
                </a:lnTo>
                <a:cubicBezTo>
                  <a:pt x="30882" y="122343"/>
                  <a:pt x="31764" y="122465"/>
                  <a:pt x="31855" y="122343"/>
                </a:cubicBezTo>
                <a:cubicBezTo>
                  <a:pt x="31399" y="122252"/>
                  <a:pt x="30913" y="122252"/>
                  <a:pt x="30457" y="122343"/>
                </a:cubicBezTo>
                <a:cubicBezTo>
                  <a:pt x="29940" y="122100"/>
                  <a:pt x="29302" y="122192"/>
                  <a:pt x="28511" y="122131"/>
                </a:cubicBezTo>
                <a:cubicBezTo>
                  <a:pt x="28329" y="122283"/>
                  <a:pt x="28815" y="122192"/>
                  <a:pt x="29058" y="122252"/>
                </a:cubicBezTo>
                <a:close/>
                <a:moveTo>
                  <a:pt x="26870" y="122708"/>
                </a:moveTo>
                <a:cubicBezTo>
                  <a:pt x="27204" y="122739"/>
                  <a:pt x="27508" y="122769"/>
                  <a:pt x="27843" y="122860"/>
                </a:cubicBezTo>
                <a:lnTo>
                  <a:pt x="26444" y="122860"/>
                </a:lnTo>
                <a:cubicBezTo>
                  <a:pt x="26292" y="122921"/>
                  <a:pt x="26171" y="123012"/>
                  <a:pt x="26232" y="123164"/>
                </a:cubicBezTo>
                <a:cubicBezTo>
                  <a:pt x="27417" y="123255"/>
                  <a:pt x="27478" y="122982"/>
                  <a:pt x="28420" y="123012"/>
                </a:cubicBezTo>
                <a:cubicBezTo>
                  <a:pt x="28572" y="122860"/>
                  <a:pt x="28086" y="122891"/>
                  <a:pt x="28055" y="122799"/>
                </a:cubicBezTo>
                <a:cubicBezTo>
                  <a:pt x="28177" y="122799"/>
                  <a:pt x="28329" y="122739"/>
                  <a:pt x="28451" y="122678"/>
                </a:cubicBezTo>
                <a:cubicBezTo>
                  <a:pt x="28329" y="122678"/>
                  <a:pt x="28207" y="122647"/>
                  <a:pt x="28086" y="122617"/>
                </a:cubicBezTo>
                <a:cubicBezTo>
                  <a:pt x="27995" y="122556"/>
                  <a:pt x="28481" y="122495"/>
                  <a:pt x="27873" y="122495"/>
                </a:cubicBezTo>
                <a:cubicBezTo>
                  <a:pt x="28238" y="122799"/>
                  <a:pt x="26961" y="122556"/>
                  <a:pt x="26870" y="122708"/>
                </a:cubicBezTo>
                <a:close/>
                <a:moveTo>
                  <a:pt x="25107" y="122222"/>
                </a:moveTo>
                <a:cubicBezTo>
                  <a:pt x="25472" y="122313"/>
                  <a:pt x="26414" y="122252"/>
                  <a:pt x="27083" y="122283"/>
                </a:cubicBezTo>
                <a:cubicBezTo>
                  <a:pt x="26961" y="121918"/>
                  <a:pt x="25685" y="122070"/>
                  <a:pt x="25107" y="122222"/>
                </a:cubicBezTo>
                <a:close/>
                <a:moveTo>
                  <a:pt x="24438" y="122495"/>
                </a:moveTo>
                <a:lnTo>
                  <a:pt x="24104" y="122465"/>
                </a:lnTo>
                <a:cubicBezTo>
                  <a:pt x="23861" y="122435"/>
                  <a:pt x="23952" y="122343"/>
                  <a:pt x="23496" y="122313"/>
                </a:cubicBezTo>
                <a:cubicBezTo>
                  <a:pt x="23344" y="122313"/>
                  <a:pt x="22736" y="122283"/>
                  <a:pt x="22706" y="122435"/>
                </a:cubicBezTo>
                <a:cubicBezTo>
                  <a:pt x="23040" y="122495"/>
                  <a:pt x="23861" y="122374"/>
                  <a:pt x="23891" y="122526"/>
                </a:cubicBezTo>
                <a:cubicBezTo>
                  <a:pt x="22949" y="122465"/>
                  <a:pt x="23314" y="122678"/>
                  <a:pt x="23070" y="122708"/>
                </a:cubicBezTo>
                <a:cubicBezTo>
                  <a:pt x="22706" y="122617"/>
                  <a:pt x="22280" y="122617"/>
                  <a:pt x="21885" y="122617"/>
                </a:cubicBezTo>
                <a:cubicBezTo>
                  <a:pt x="22007" y="122891"/>
                  <a:pt x="23466" y="122769"/>
                  <a:pt x="24074" y="122891"/>
                </a:cubicBezTo>
                <a:cubicBezTo>
                  <a:pt x="24074" y="122951"/>
                  <a:pt x="23891" y="122951"/>
                  <a:pt x="23861" y="123012"/>
                </a:cubicBezTo>
                <a:cubicBezTo>
                  <a:pt x="24195" y="123043"/>
                  <a:pt x="24529" y="123043"/>
                  <a:pt x="24833" y="123012"/>
                </a:cubicBezTo>
                <a:cubicBezTo>
                  <a:pt x="25168" y="122769"/>
                  <a:pt x="23952" y="122982"/>
                  <a:pt x="24256" y="122769"/>
                </a:cubicBezTo>
                <a:lnTo>
                  <a:pt x="25259" y="122769"/>
                </a:lnTo>
                <a:cubicBezTo>
                  <a:pt x="25472" y="122495"/>
                  <a:pt x="24378" y="122739"/>
                  <a:pt x="24286" y="122556"/>
                </a:cubicBezTo>
                <a:cubicBezTo>
                  <a:pt x="24256" y="122495"/>
                  <a:pt x="24347" y="122495"/>
                  <a:pt x="24438" y="122465"/>
                </a:cubicBezTo>
                <a:cubicBezTo>
                  <a:pt x="24651" y="122526"/>
                  <a:pt x="24560" y="122495"/>
                  <a:pt x="24438" y="122495"/>
                </a:cubicBezTo>
                <a:close/>
                <a:moveTo>
                  <a:pt x="21338" y="122252"/>
                </a:moveTo>
                <a:cubicBezTo>
                  <a:pt x="22371" y="122313"/>
                  <a:pt x="21794" y="122161"/>
                  <a:pt x="22128" y="122131"/>
                </a:cubicBezTo>
                <a:cubicBezTo>
                  <a:pt x="22949" y="122100"/>
                  <a:pt x="23861" y="122283"/>
                  <a:pt x="24499" y="122222"/>
                </a:cubicBezTo>
                <a:cubicBezTo>
                  <a:pt x="24195" y="122222"/>
                  <a:pt x="24317" y="122070"/>
                  <a:pt x="24317" y="121948"/>
                </a:cubicBezTo>
                <a:cubicBezTo>
                  <a:pt x="23405" y="122131"/>
                  <a:pt x="22706" y="121979"/>
                  <a:pt x="21338" y="122009"/>
                </a:cubicBezTo>
                <a:close/>
                <a:moveTo>
                  <a:pt x="15988" y="122100"/>
                </a:moveTo>
                <a:cubicBezTo>
                  <a:pt x="15988" y="122192"/>
                  <a:pt x="16079" y="122222"/>
                  <a:pt x="16171" y="122283"/>
                </a:cubicBezTo>
                <a:cubicBezTo>
                  <a:pt x="16444" y="122313"/>
                  <a:pt x="16718" y="122252"/>
                  <a:pt x="16961" y="122100"/>
                </a:cubicBezTo>
                <a:cubicBezTo>
                  <a:pt x="16657" y="122009"/>
                  <a:pt x="16323" y="122009"/>
                  <a:pt x="15988" y="122100"/>
                </a:cubicBezTo>
                <a:close/>
                <a:moveTo>
                  <a:pt x="13769" y="122647"/>
                </a:moveTo>
                <a:cubicBezTo>
                  <a:pt x="14134" y="122617"/>
                  <a:pt x="14924" y="122708"/>
                  <a:pt x="14955" y="122587"/>
                </a:cubicBezTo>
                <a:cubicBezTo>
                  <a:pt x="14712" y="122495"/>
                  <a:pt x="13800" y="122465"/>
                  <a:pt x="13769" y="122647"/>
                </a:cubicBezTo>
                <a:close/>
                <a:moveTo>
                  <a:pt x="8845" y="123043"/>
                </a:moveTo>
                <a:cubicBezTo>
                  <a:pt x="9210" y="123164"/>
                  <a:pt x="9119" y="123043"/>
                  <a:pt x="9727" y="123043"/>
                </a:cubicBezTo>
                <a:cubicBezTo>
                  <a:pt x="10092" y="122830"/>
                  <a:pt x="8876" y="122799"/>
                  <a:pt x="8845" y="123073"/>
                </a:cubicBezTo>
                <a:close/>
                <a:moveTo>
                  <a:pt x="9149" y="122435"/>
                </a:moveTo>
                <a:cubicBezTo>
                  <a:pt x="9544" y="122495"/>
                  <a:pt x="10456" y="122678"/>
                  <a:pt x="11125" y="122495"/>
                </a:cubicBezTo>
                <a:cubicBezTo>
                  <a:pt x="10669" y="122465"/>
                  <a:pt x="9575" y="122313"/>
                  <a:pt x="9149" y="122435"/>
                </a:cubicBezTo>
                <a:close/>
                <a:moveTo>
                  <a:pt x="8997" y="118544"/>
                </a:moveTo>
                <a:cubicBezTo>
                  <a:pt x="9028" y="118787"/>
                  <a:pt x="8845" y="118726"/>
                  <a:pt x="9058" y="119243"/>
                </a:cubicBezTo>
                <a:lnTo>
                  <a:pt x="9210" y="119182"/>
                </a:lnTo>
                <a:cubicBezTo>
                  <a:pt x="9180" y="118939"/>
                  <a:pt x="9149" y="118544"/>
                  <a:pt x="9028" y="118544"/>
                </a:cubicBezTo>
                <a:close/>
                <a:moveTo>
                  <a:pt x="8450" y="117115"/>
                </a:moveTo>
                <a:cubicBezTo>
                  <a:pt x="8481" y="117784"/>
                  <a:pt x="8724" y="118574"/>
                  <a:pt x="8997" y="118362"/>
                </a:cubicBezTo>
                <a:cubicBezTo>
                  <a:pt x="8997" y="118270"/>
                  <a:pt x="8997" y="117632"/>
                  <a:pt x="8815" y="117632"/>
                </a:cubicBezTo>
                <a:cubicBezTo>
                  <a:pt x="8845" y="117754"/>
                  <a:pt x="8876" y="117875"/>
                  <a:pt x="8815" y="117845"/>
                </a:cubicBezTo>
                <a:cubicBezTo>
                  <a:pt x="8724" y="117207"/>
                  <a:pt x="8572" y="117267"/>
                  <a:pt x="8450" y="117115"/>
                </a:cubicBezTo>
                <a:close/>
                <a:moveTo>
                  <a:pt x="8055" y="114349"/>
                </a:moveTo>
                <a:cubicBezTo>
                  <a:pt x="7751" y="114319"/>
                  <a:pt x="8237" y="115140"/>
                  <a:pt x="8329" y="115504"/>
                </a:cubicBezTo>
                <a:cubicBezTo>
                  <a:pt x="8450" y="115991"/>
                  <a:pt x="8481" y="116872"/>
                  <a:pt x="8754" y="117024"/>
                </a:cubicBezTo>
                <a:cubicBezTo>
                  <a:pt x="8511" y="116173"/>
                  <a:pt x="8298" y="114897"/>
                  <a:pt x="8055" y="114349"/>
                </a:cubicBezTo>
                <a:close/>
                <a:moveTo>
                  <a:pt x="7022" y="112921"/>
                </a:moveTo>
                <a:cubicBezTo>
                  <a:pt x="6991" y="113194"/>
                  <a:pt x="7174" y="114106"/>
                  <a:pt x="7356" y="114076"/>
                </a:cubicBezTo>
                <a:cubicBezTo>
                  <a:pt x="7234" y="113742"/>
                  <a:pt x="7143" y="112921"/>
                  <a:pt x="7022" y="112921"/>
                </a:cubicBezTo>
                <a:close/>
                <a:moveTo>
                  <a:pt x="11307" y="120915"/>
                </a:moveTo>
                <a:cubicBezTo>
                  <a:pt x="11763" y="120915"/>
                  <a:pt x="11763" y="121097"/>
                  <a:pt x="12402" y="121036"/>
                </a:cubicBezTo>
                <a:cubicBezTo>
                  <a:pt x="12493" y="120702"/>
                  <a:pt x="11794" y="120793"/>
                  <a:pt x="11307" y="120915"/>
                </a:cubicBezTo>
                <a:close/>
                <a:moveTo>
                  <a:pt x="10244" y="120246"/>
                </a:moveTo>
                <a:cubicBezTo>
                  <a:pt x="10304" y="120459"/>
                  <a:pt x="10335" y="120672"/>
                  <a:pt x="10335" y="120915"/>
                </a:cubicBezTo>
                <a:cubicBezTo>
                  <a:pt x="10456" y="120976"/>
                  <a:pt x="10608" y="120976"/>
                  <a:pt x="10730" y="120915"/>
                </a:cubicBezTo>
                <a:cubicBezTo>
                  <a:pt x="10183" y="120854"/>
                  <a:pt x="10517" y="120763"/>
                  <a:pt x="10912" y="120672"/>
                </a:cubicBezTo>
                <a:lnTo>
                  <a:pt x="10517" y="120672"/>
                </a:lnTo>
                <a:cubicBezTo>
                  <a:pt x="10426" y="120398"/>
                  <a:pt x="10365" y="120216"/>
                  <a:pt x="10244" y="120216"/>
                </a:cubicBezTo>
                <a:close/>
                <a:moveTo>
                  <a:pt x="10395" y="118392"/>
                </a:moveTo>
                <a:cubicBezTo>
                  <a:pt x="10274" y="118544"/>
                  <a:pt x="10031" y="118574"/>
                  <a:pt x="10152" y="119030"/>
                </a:cubicBezTo>
                <a:cubicBezTo>
                  <a:pt x="10395" y="118939"/>
                  <a:pt x="10365" y="118635"/>
                  <a:pt x="10395" y="118362"/>
                </a:cubicBezTo>
                <a:close/>
                <a:moveTo>
                  <a:pt x="10000" y="118118"/>
                </a:moveTo>
                <a:cubicBezTo>
                  <a:pt x="10092" y="118878"/>
                  <a:pt x="9544" y="117693"/>
                  <a:pt x="9757" y="118635"/>
                </a:cubicBezTo>
                <a:cubicBezTo>
                  <a:pt x="10000" y="118757"/>
                  <a:pt x="10183" y="118362"/>
                  <a:pt x="10000" y="118088"/>
                </a:cubicBezTo>
                <a:close/>
                <a:moveTo>
                  <a:pt x="8572" y="113073"/>
                </a:moveTo>
                <a:cubicBezTo>
                  <a:pt x="8541" y="112860"/>
                  <a:pt x="8633" y="112860"/>
                  <a:pt x="8724" y="112860"/>
                </a:cubicBezTo>
                <a:cubicBezTo>
                  <a:pt x="8663" y="112586"/>
                  <a:pt x="8602" y="112313"/>
                  <a:pt x="8481" y="112100"/>
                </a:cubicBezTo>
                <a:cubicBezTo>
                  <a:pt x="8298" y="111948"/>
                  <a:pt x="8420" y="112921"/>
                  <a:pt x="8572" y="113042"/>
                </a:cubicBezTo>
                <a:close/>
                <a:moveTo>
                  <a:pt x="9028" y="111401"/>
                </a:moveTo>
                <a:cubicBezTo>
                  <a:pt x="8936" y="111431"/>
                  <a:pt x="8785" y="111371"/>
                  <a:pt x="8815" y="111614"/>
                </a:cubicBezTo>
                <a:cubicBezTo>
                  <a:pt x="8936" y="111553"/>
                  <a:pt x="8936" y="112191"/>
                  <a:pt x="8876" y="112222"/>
                </a:cubicBezTo>
                <a:cubicBezTo>
                  <a:pt x="8845" y="112252"/>
                  <a:pt x="8724" y="111735"/>
                  <a:pt x="8602" y="111857"/>
                </a:cubicBezTo>
                <a:cubicBezTo>
                  <a:pt x="8785" y="112708"/>
                  <a:pt x="9210" y="113863"/>
                  <a:pt x="9362" y="114745"/>
                </a:cubicBezTo>
                <a:cubicBezTo>
                  <a:pt x="9423" y="115231"/>
                  <a:pt x="9301" y="115474"/>
                  <a:pt x="9392" y="115930"/>
                </a:cubicBezTo>
                <a:cubicBezTo>
                  <a:pt x="9210" y="115322"/>
                  <a:pt x="8785" y="114289"/>
                  <a:pt x="8754" y="114653"/>
                </a:cubicBezTo>
                <a:cubicBezTo>
                  <a:pt x="9058" y="115018"/>
                  <a:pt x="9332" y="116325"/>
                  <a:pt x="9575" y="116508"/>
                </a:cubicBezTo>
                <a:cubicBezTo>
                  <a:pt x="9544" y="116477"/>
                  <a:pt x="9484" y="115900"/>
                  <a:pt x="9605" y="116112"/>
                </a:cubicBezTo>
                <a:cubicBezTo>
                  <a:pt x="9666" y="116447"/>
                  <a:pt x="10000" y="116872"/>
                  <a:pt x="9848" y="117055"/>
                </a:cubicBezTo>
                <a:cubicBezTo>
                  <a:pt x="9757" y="116842"/>
                  <a:pt x="9727" y="116508"/>
                  <a:pt x="9636" y="116508"/>
                </a:cubicBezTo>
                <a:cubicBezTo>
                  <a:pt x="9666" y="116842"/>
                  <a:pt x="9696" y="117176"/>
                  <a:pt x="9666" y="117511"/>
                </a:cubicBezTo>
                <a:cubicBezTo>
                  <a:pt x="9544" y="117298"/>
                  <a:pt x="9484" y="117328"/>
                  <a:pt x="9544" y="117723"/>
                </a:cubicBezTo>
                <a:cubicBezTo>
                  <a:pt x="9605" y="117632"/>
                  <a:pt x="9666" y="117815"/>
                  <a:pt x="9727" y="117936"/>
                </a:cubicBezTo>
                <a:cubicBezTo>
                  <a:pt x="9788" y="118058"/>
                  <a:pt x="9818" y="118118"/>
                  <a:pt x="9909" y="117997"/>
                </a:cubicBezTo>
                <a:cubicBezTo>
                  <a:pt x="9818" y="117632"/>
                  <a:pt x="9666" y="117450"/>
                  <a:pt x="9818" y="117267"/>
                </a:cubicBezTo>
                <a:lnTo>
                  <a:pt x="10517" y="117754"/>
                </a:lnTo>
                <a:lnTo>
                  <a:pt x="10335" y="116994"/>
                </a:lnTo>
                <a:cubicBezTo>
                  <a:pt x="10122" y="116751"/>
                  <a:pt x="10335" y="117784"/>
                  <a:pt x="10122" y="117237"/>
                </a:cubicBezTo>
                <a:cubicBezTo>
                  <a:pt x="10092" y="117024"/>
                  <a:pt x="9909" y="116386"/>
                  <a:pt x="10000" y="116447"/>
                </a:cubicBezTo>
                <a:cubicBezTo>
                  <a:pt x="10000" y="116447"/>
                  <a:pt x="10183" y="116963"/>
                  <a:pt x="10152" y="116811"/>
                </a:cubicBezTo>
                <a:cubicBezTo>
                  <a:pt x="10061" y="116234"/>
                  <a:pt x="9909" y="115656"/>
                  <a:pt x="9757" y="115079"/>
                </a:cubicBezTo>
                <a:cubicBezTo>
                  <a:pt x="9666" y="114684"/>
                  <a:pt x="9666" y="113954"/>
                  <a:pt x="9423" y="113954"/>
                </a:cubicBezTo>
                <a:cubicBezTo>
                  <a:pt x="9636" y="114866"/>
                  <a:pt x="9484" y="115140"/>
                  <a:pt x="9636" y="115930"/>
                </a:cubicBezTo>
                <a:cubicBezTo>
                  <a:pt x="9301" y="115383"/>
                  <a:pt x="9484" y="114775"/>
                  <a:pt x="9453" y="114349"/>
                </a:cubicBezTo>
                <a:cubicBezTo>
                  <a:pt x="9332" y="113954"/>
                  <a:pt x="8967" y="112951"/>
                  <a:pt x="9028" y="112617"/>
                </a:cubicBezTo>
                <a:cubicBezTo>
                  <a:pt x="9210" y="112556"/>
                  <a:pt x="9271" y="113893"/>
                  <a:pt x="9453" y="113529"/>
                </a:cubicBezTo>
                <a:cubicBezTo>
                  <a:pt x="9149" y="112617"/>
                  <a:pt x="9210" y="112313"/>
                  <a:pt x="9028" y="111371"/>
                </a:cubicBezTo>
                <a:close/>
                <a:moveTo>
                  <a:pt x="6748" y="107966"/>
                </a:moveTo>
                <a:cubicBezTo>
                  <a:pt x="6474" y="108392"/>
                  <a:pt x="6474" y="108939"/>
                  <a:pt x="6748" y="109365"/>
                </a:cubicBezTo>
                <a:cubicBezTo>
                  <a:pt x="6718" y="109243"/>
                  <a:pt x="6718" y="109091"/>
                  <a:pt x="6778" y="108969"/>
                </a:cubicBezTo>
                <a:cubicBezTo>
                  <a:pt x="6930" y="109395"/>
                  <a:pt x="7082" y="109851"/>
                  <a:pt x="7143" y="110307"/>
                </a:cubicBezTo>
                <a:cubicBezTo>
                  <a:pt x="6900" y="110124"/>
                  <a:pt x="7082" y="110641"/>
                  <a:pt x="6991" y="110732"/>
                </a:cubicBezTo>
                <a:cubicBezTo>
                  <a:pt x="7113" y="111401"/>
                  <a:pt x="7265" y="111462"/>
                  <a:pt x="7386" y="112070"/>
                </a:cubicBezTo>
                <a:cubicBezTo>
                  <a:pt x="7538" y="111918"/>
                  <a:pt x="7447" y="111918"/>
                  <a:pt x="7690" y="112009"/>
                </a:cubicBezTo>
                <a:close/>
                <a:moveTo>
                  <a:pt x="5441" y="102647"/>
                </a:moveTo>
                <a:cubicBezTo>
                  <a:pt x="5502" y="103225"/>
                  <a:pt x="5593" y="103802"/>
                  <a:pt x="5775" y="104349"/>
                </a:cubicBezTo>
                <a:cubicBezTo>
                  <a:pt x="5623" y="104440"/>
                  <a:pt x="5593" y="103802"/>
                  <a:pt x="5471" y="103802"/>
                </a:cubicBezTo>
                <a:cubicBezTo>
                  <a:pt x="5471" y="103954"/>
                  <a:pt x="5532" y="104197"/>
                  <a:pt x="5471" y="104197"/>
                </a:cubicBezTo>
                <a:lnTo>
                  <a:pt x="5563" y="104562"/>
                </a:lnTo>
                <a:cubicBezTo>
                  <a:pt x="5654" y="104592"/>
                  <a:pt x="5775" y="104471"/>
                  <a:pt x="5836" y="104714"/>
                </a:cubicBezTo>
                <a:cubicBezTo>
                  <a:pt x="5623" y="105018"/>
                  <a:pt x="6019" y="105717"/>
                  <a:pt x="6140" y="106234"/>
                </a:cubicBezTo>
                <a:lnTo>
                  <a:pt x="5958" y="106264"/>
                </a:lnTo>
                <a:cubicBezTo>
                  <a:pt x="6353" y="107024"/>
                  <a:pt x="6231" y="108331"/>
                  <a:pt x="6505" y="108392"/>
                </a:cubicBezTo>
                <a:cubicBezTo>
                  <a:pt x="6292" y="107571"/>
                  <a:pt x="6322" y="106933"/>
                  <a:pt x="6596" y="107358"/>
                </a:cubicBezTo>
                <a:cubicBezTo>
                  <a:pt x="6505" y="106781"/>
                  <a:pt x="6292" y="106203"/>
                  <a:pt x="6019" y="105687"/>
                </a:cubicBezTo>
                <a:cubicBezTo>
                  <a:pt x="5745" y="104684"/>
                  <a:pt x="5897" y="102951"/>
                  <a:pt x="5441" y="102647"/>
                </a:cubicBezTo>
                <a:close/>
                <a:moveTo>
                  <a:pt x="7174" y="98969"/>
                </a:moveTo>
                <a:cubicBezTo>
                  <a:pt x="7234" y="99456"/>
                  <a:pt x="7052" y="99577"/>
                  <a:pt x="7234" y="99790"/>
                </a:cubicBezTo>
                <a:cubicBezTo>
                  <a:pt x="7326" y="99425"/>
                  <a:pt x="7234" y="99486"/>
                  <a:pt x="7356" y="99000"/>
                </a:cubicBezTo>
                <a:close/>
                <a:moveTo>
                  <a:pt x="6201" y="97723"/>
                </a:moveTo>
                <a:cubicBezTo>
                  <a:pt x="6049" y="98057"/>
                  <a:pt x="5988" y="98392"/>
                  <a:pt x="5958" y="98756"/>
                </a:cubicBezTo>
                <a:cubicBezTo>
                  <a:pt x="6110" y="99060"/>
                  <a:pt x="6262" y="97753"/>
                  <a:pt x="6201" y="97723"/>
                </a:cubicBezTo>
                <a:close/>
                <a:moveTo>
                  <a:pt x="5684" y="97389"/>
                </a:moveTo>
                <a:cubicBezTo>
                  <a:pt x="5471" y="98604"/>
                  <a:pt x="5532" y="97176"/>
                  <a:pt x="5319" y="97693"/>
                </a:cubicBezTo>
                <a:cubicBezTo>
                  <a:pt x="5167" y="98361"/>
                  <a:pt x="5107" y="99060"/>
                  <a:pt x="5137" y="99760"/>
                </a:cubicBezTo>
                <a:cubicBezTo>
                  <a:pt x="5198" y="100246"/>
                  <a:pt x="5350" y="99456"/>
                  <a:pt x="5380" y="99972"/>
                </a:cubicBezTo>
                <a:cubicBezTo>
                  <a:pt x="5198" y="100459"/>
                  <a:pt x="5107" y="100975"/>
                  <a:pt x="5107" y="101492"/>
                </a:cubicBezTo>
                <a:cubicBezTo>
                  <a:pt x="5198" y="101826"/>
                  <a:pt x="5350" y="102009"/>
                  <a:pt x="5502" y="102070"/>
                </a:cubicBezTo>
                <a:cubicBezTo>
                  <a:pt x="5441" y="101370"/>
                  <a:pt x="5441" y="100550"/>
                  <a:pt x="5319" y="101310"/>
                </a:cubicBezTo>
                <a:cubicBezTo>
                  <a:pt x="5319" y="100641"/>
                  <a:pt x="5471" y="100307"/>
                  <a:pt x="5502" y="99608"/>
                </a:cubicBezTo>
                <a:cubicBezTo>
                  <a:pt x="5228" y="99152"/>
                  <a:pt x="5715" y="97997"/>
                  <a:pt x="5715" y="97419"/>
                </a:cubicBezTo>
                <a:close/>
                <a:moveTo>
                  <a:pt x="5441" y="97145"/>
                </a:moveTo>
                <a:cubicBezTo>
                  <a:pt x="5502" y="96902"/>
                  <a:pt x="5532" y="97024"/>
                  <a:pt x="5563" y="97176"/>
                </a:cubicBezTo>
                <a:cubicBezTo>
                  <a:pt x="5684" y="96659"/>
                  <a:pt x="5836" y="96842"/>
                  <a:pt x="5988" y="96325"/>
                </a:cubicBezTo>
                <a:cubicBezTo>
                  <a:pt x="6019" y="95930"/>
                  <a:pt x="5350" y="96659"/>
                  <a:pt x="5441" y="97145"/>
                </a:cubicBezTo>
                <a:close/>
                <a:moveTo>
                  <a:pt x="68968" y="42403"/>
                </a:moveTo>
                <a:cubicBezTo>
                  <a:pt x="69029" y="42221"/>
                  <a:pt x="69150" y="41977"/>
                  <a:pt x="69090" y="41917"/>
                </a:cubicBezTo>
                <a:cubicBezTo>
                  <a:pt x="68816" y="42464"/>
                  <a:pt x="68998" y="41339"/>
                  <a:pt x="68755" y="42129"/>
                </a:cubicBezTo>
                <a:cubicBezTo>
                  <a:pt x="68725" y="42312"/>
                  <a:pt x="68816" y="42221"/>
                  <a:pt x="68968" y="42403"/>
                </a:cubicBezTo>
                <a:close/>
                <a:moveTo>
                  <a:pt x="59637" y="48300"/>
                </a:moveTo>
                <a:cubicBezTo>
                  <a:pt x="60457" y="48026"/>
                  <a:pt x="60944" y="47935"/>
                  <a:pt x="61491" y="47570"/>
                </a:cubicBezTo>
                <a:cubicBezTo>
                  <a:pt x="60852" y="47753"/>
                  <a:pt x="60214" y="47996"/>
                  <a:pt x="59637" y="48300"/>
                </a:cubicBezTo>
                <a:close/>
                <a:moveTo>
                  <a:pt x="51430" y="53072"/>
                </a:moveTo>
                <a:cubicBezTo>
                  <a:pt x="51794" y="52920"/>
                  <a:pt x="52159" y="52798"/>
                  <a:pt x="52554" y="52707"/>
                </a:cubicBezTo>
                <a:cubicBezTo>
                  <a:pt x="52524" y="52525"/>
                  <a:pt x="51399" y="52859"/>
                  <a:pt x="51430" y="53072"/>
                </a:cubicBezTo>
                <a:close/>
                <a:moveTo>
                  <a:pt x="48694" y="54166"/>
                </a:moveTo>
                <a:cubicBezTo>
                  <a:pt x="49120" y="53832"/>
                  <a:pt x="49758" y="53862"/>
                  <a:pt x="50123" y="53558"/>
                </a:cubicBezTo>
                <a:cubicBezTo>
                  <a:pt x="49940" y="53558"/>
                  <a:pt x="48481" y="54014"/>
                  <a:pt x="48694" y="54166"/>
                </a:cubicBezTo>
                <a:close/>
                <a:moveTo>
                  <a:pt x="31186" y="61279"/>
                </a:moveTo>
                <a:cubicBezTo>
                  <a:pt x="31338" y="61127"/>
                  <a:pt x="31277" y="61005"/>
                  <a:pt x="31429" y="60853"/>
                </a:cubicBezTo>
                <a:lnTo>
                  <a:pt x="30700" y="61157"/>
                </a:lnTo>
                <a:cubicBezTo>
                  <a:pt x="30730" y="61309"/>
                  <a:pt x="30761" y="61461"/>
                  <a:pt x="31186" y="61279"/>
                </a:cubicBezTo>
                <a:close/>
                <a:moveTo>
                  <a:pt x="23770" y="64136"/>
                </a:moveTo>
                <a:cubicBezTo>
                  <a:pt x="24134" y="63649"/>
                  <a:pt x="24165" y="64045"/>
                  <a:pt x="24590" y="63467"/>
                </a:cubicBezTo>
                <a:cubicBezTo>
                  <a:pt x="24529" y="63254"/>
                  <a:pt x="24134" y="63710"/>
                  <a:pt x="24286" y="63346"/>
                </a:cubicBezTo>
                <a:cubicBezTo>
                  <a:pt x="24013" y="63528"/>
                  <a:pt x="23830" y="63801"/>
                  <a:pt x="23770" y="64136"/>
                </a:cubicBezTo>
                <a:close/>
                <a:moveTo>
                  <a:pt x="23618" y="67479"/>
                </a:moveTo>
                <a:cubicBezTo>
                  <a:pt x="23861" y="66902"/>
                  <a:pt x="23922" y="67084"/>
                  <a:pt x="24104" y="66841"/>
                </a:cubicBezTo>
                <a:cubicBezTo>
                  <a:pt x="23982" y="66719"/>
                  <a:pt x="23739" y="67054"/>
                  <a:pt x="23557" y="67206"/>
                </a:cubicBezTo>
                <a:cubicBezTo>
                  <a:pt x="23435" y="67145"/>
                  <a:pt x="23739" y="66689"/>
                  <a:pt x="23526" y="66719"/>
                </a:cubicBezTo>
                <a:cubicBezTo>
                  <a:pt x="22949" y="67753"/>
                  <a:pt x="23435" y="67206"/>
                  <a:pt x="23618" y="67479"/>
                </a:cubicBezTo>
                <a:close/>
                <a:moveTo>
                  <a:pt x="18116" y="77328"/>
                </a:moveTo>
                <a:cubicBezTo>
                  <a:pt x="18329" y="76993"/>
                  <a:pt x="18481" y="76598"/>
                  <a:pt x="18572" y="76203"/>
                </a:cubicBezTo>
                <a:cubicBezTo>
                  <a:pt x="18268" y="76872"/>
                  <a:pt x="17873" y="77145"/>
                  <a:pt x="18086" y="77297"/>
                </a:cubicBezTo>
                <a:close/>
                <a:moveTo>
                  <a:pt x="14590" y="81188"/>
                </a:moveTo>
                <a:lnTo>
                  <a:pt x="15076" y="80337"/>
                </a:lnTo>
                <a:cubicBezTo>
                  <a:pt x="14924" y="80033"/>
                  <a:pt x="14286" y="81249"/>
                  <a:pt x="14590" y="81188"/>
                </a:cubicBezTo>
                <a:close/>
                <a:moveTo>
                  <a:pt x="14651" y="83072"/>
                </a:moveTo>
                <a:cubicBezTo>
                  <a:pt x="14894" y="82616"/>
                  <a:pt x="15228" y="82069"/>
                  <a:pt x="15107" y="81978"/>
                </a:cubicBezTo>
                <a:cubicBezTo>
                  <a:pt x="14924" y="82343"/>
                  <a:pt x="14347" y="83133"/>
                  <a:pt x="14651" y="83072"/>
                </a:cubicBezTo>
                <a:close/>
                <a:moveTo>
                  <a:pt x="12979" y="85778"/>
                </a:moveTo>
                <a:cubicBezTo>
                  <a:pt x="13344" y="85200"/>
                  <a:pt x="13648" y="84258"/>
                  <a:pt x="13313" y="84592"/>
                </a:cubicBezTo>
                <a:cubicBezTo>
                  <a:pt x="13344" y="84714"/>
                  <a:pt x="12493" y="85899"/>
                  <a:pt x="12979" y="85778"/>
                </a:cubicBezTo>
                <a:close/>
                <a:moveTo>
                  <a:pt x="10000" y="89303"/>
                </a:moveTo>
                <a:cubicBezTo>
                  <a:pt x="10244" y="89273"/>
                  <a:pt x="10517" y="88908"/>
                  <a:pt x="10882" y="88209"/>
                </a:cubicBezTo>
                <a:cubicBezTo>
                  <a:pt x="10760" y="87753"/>
                  <a:pt x="10365" y="88695"/>
                  <a:pt x="10000" y="89303"/>
                </a:cubicBezTo>
                <a:close/>
                <a:moveTo>
                  <a:pt x="9332" y="93224"/>
                </a:moveTo>
                <a:cubicBezTo>
                  <a:pt x="9757" y="92799"/>
                  <a:pt x="9909" y="92100"/>
                  <a:pt x="10395" y="91613"/>
                </a:cubicBezTo>
                <a:cubicBezTo>
                  <a:pt x="10304" y="91431"/>
                  <a:pt x="10183" y="91857"/>
                  <a:pt x="10000" y="92069"/>
                </a:cubicBezTo>
                <a:cubicBezTo>
                  <a:pt x="9727" y="92404"/>
                  <a:pt x="9210" y="92920"/>
                  <a:pt x="9332" y="93224"/>
                </a:cubicBezTo>
                <a:close/>
                <a:moveTo>
                  <a:pt x="6505" y="95109"/>
                </a:moveTo>
                <a:cubicBezTo>
                  <a:pt x="6687" y="94562"/>
                  <a:pt x="6809" y="93954"/>
                  <a:pt x="6839" y="93376"/>
                </a:cubicBezTo>
                <a:cubicBezTo>
                  <a:pt x="6626" y="93863"/>
                  <a:pt x="6110" y="94531"/>
                  <a:pt x="6140" y="94957"/>
                </a:cubicBezTo>
                <a:cubicBezTo>
                  <a:pt x="6322" y="94562"/>
                  <a:pt x="6505" y="94957"/>
                  <a:pt x="6474" y="95109"/>
                </a:cubicBezTo>
                <a:close/>
                <a:moveTo>
                  <a:pt x="8389" y="90641"/>
                </a:moveTo>
                <a:cubicBezTo>
                  <a:pt x="8237" y="90398"/>
                  <a:pt x="7812" y="91553"/>
                  <a:pt x="7538" y="91948"/>
                </a:cubicBezTo>
                <a:cubicBezTo>
                  <a:pt x="7478" y="92221"/>
                  <a:pt x="7356" y="92465"/>
                  <a:pt x="7234" y="92677"/>
                </a:cubicBezTo>
                <a:cubicBezTo>
                  <a:pt x="7143" y="92495"/>
                  <a:pt x="7022" y="92647"/>
                  <a:pt x="6809" y="93133"/>
                </a:cubicBezTo>
                <a:cubicBezTo>
                  <a:pt x="6930" y="93346"/>
                  <a:pt x="7174" y="92708"/>
                  <a:pt x="7265" y="92920"/>
                </a:cubicBezTo>
                <a:cubicBezTo>
                  <a:pt x="7052" y="93255"/>
                  <a:pt x="6930" y="93650"/>
                  <a:pt x="6930" y="94076"/>
                </a:cubicBezTo>
                <a:cubicBezTo>
                  <a:pt x="7326" y="92951"/>
                  <a:pt x="7781" y="91522"/>
                  <a:pt x="8389" y="90610"/>
                </a:cubicBezTo>
                <a:close/>
                <a:moveTo>
                  <a:pt x="13435" y="81431"/>
                </a:moveTo>
                <a:cubicBezTo>
                  <a:pt x="13344" y="81553"/>
                  <a:pt x="13283" y="81583"/>
                  <a:pt x="13222" y="81522"/>
                </a:cubicBezTo>
                <a:cubicBezTo>
                  <a:pt x="13101" y="81856"/>
                  <a:pt x="12949" y="82130"/>
                  <a:pt x="12766" y="82404"/>
                </a:cubicBezTo>
                <a:cubicBezTo>
                  <a:pt x="12827" y="82647"/>
                  <a:pt x="13496" y="81309"/>
                  <a:pt x="13405" y="81401"/>
                </a:cubicBezTo>
                <a:close/>
                <a:moveTo>
                  <a:pt x="15107" y="78057"/>
                </a:moveTo>
                <a:cubicBezTo>
                  <a:pt x="14864" y="78422"/>
                  <a:pt x="14772" y="78695"/>
                  <a:pt x="14833" y="78817"/>
                </a:cubicBezTo>
                <a:cubicBezTo>
                  <a:pt x="14985" y="78604"/>
                  <a:pt x="15137" y="78391"/>
                  <a:pt x="15259" y="78148"/>
                </a:cubicBezTo>
                <a:close/>
                <a:moveTo>
                  <a:pt x="15806" y="76872"/>
                </a:moveTo>
                <a:cubicBezTo>
                  <a:pt x="15563" y="76963"/>
                  <a:pt x="15320" y="76932"/>
                  <a:pt x="14924" y="77723"/>
                </a:cubicBezTo>
                <a:cubicBezTo>
                  <a:pt x="15016" y="78027"/>
                  <a:pt x="15137" y="77571"/>
                  <a:pt x="15320" y="77480"/>
                </a:cubicBezTo>
                <a:cubicBezTo>
                  <a:pt x="15320" y="77480"/>
                  <a:pt x="15259" y="77783"/>
                  <a:pt x="15441" y="77540"/>
                </a:cubicBezTo>
                <a:close/>
                <a:moveTo>
                  <a:pt x="21794" y="64987"/>
                </a:moveTo>
                <a:cubicBezTo>
                  <a:pt x="21551" y="65321"/>
                  <a:pt x="21399" y="65686"/>
                  <a:pt x="21338" y="66081"/>
                </a:cubicBezTo>
                <a:cubicBezTo>
                  <a:pt x="21612" y="65564"/>
                  <a:pt x="21733" y="65625"/>
                  <a:pt x="22007" y="65108"/>
                </a:cubicBezTo>
                <a:close/>
                <a:moveTo>
                  <a:pt x="79789" y="23406"/>
                </a:moveTo>
                <a:cubicBezTo>
                  <a:pt x="79910" y="23436"/>
                  <a:pt x="79637" y="23862"/>
                  <a:pt x="79363" y="24378"/>
                </a:cubicBezTo>
                <a:cubicBezTo>
                  <a:pt x="79607" y="24044"/>
                  <a:pt x="79667" y="24257"/>
                  <a:pt x="79941" y="23801"/>
                </a:cubicBezTo>
                <a:cubicBezTo>
                  <a:pt x="79941" y="23679"/>
                  <a:pt x="80245" y="22737"/>
                  <a:pt x="79789" y="23406"/>
                </a:cubicBezTo>
                <a:close/>
                <a:moveTo>
                  <a:pt x="82281" y="19849"/>
                </a:moveTo>
                <a:cubicBezTo>
                  <a:pt x="82190" y="19971"/>
                  <a:pt x="82129" y="20001"/>
                  <a:pt x="82099" y="19910"/>
                </a:cubicBezTo>
                <a:cubicBezTo>
                  <a:pt x="81643" y="20427"/>
                  <a:pt x="81795" y="20518"/>
                  <a:pt x="81643" y="20822"/>
                </a:cubicBezTo>
                <a:cubicBezTo>
                  <a:pt x="81825" y="20548"/>
                  <a:pt x="82373" y="19941"/>
                  <a:pt x="82281" y="19849"/>
                </a:cubicBezTo>
                <a:close/>
                <a:moveTo>
                  <a:pt x="136203" y="44987"/>
                </a:moveTo>
                <a:cubicBezTo>
                  <a:pt x="136203" y="44470"/>
                  <a:pt x="136507" y="44196"/>
                  <a:pt x="136325" y="43801"/>
                </a:cubicBezTo>
                <a:cubicBezTo>
                  <a:pt x="136264" y="44014"/>
                  <a:pt x="136051" y="44683"/>
                  <a:pt x="136203" y="44987"/>
                </a:cubicBezTo>
                <a:close/>
                <a:moveTo>
                  <a:pt x="135656" y="47905"/>
                </a:moveTo>
                <a:cubicBezTo>
                  <a:pt x="135656" y="47540"/>
                  <a:pt x="135747" y="47449"/>
                  <a:pt x="135869" y="47540"/>
                </a:cubicBezTo>
                <a:cubicBezTo>
                  <a:pt x="135899" y="46901"/>
                  <a:pt x="135778" y="46810"/>
                  <a:pt x="135869" y="46142"/>
                </a:cubicBezTo>
                <a:cubicBezTo>
                  <a:pt x="135747" y="46081"/>
                  <a:pt x="135535" y="47084"/>
                  <a:pt x="135565" y="47297"/>
                </a:cubicBezTo>
                <a:cubicBezTo>
                  <a:pt x="135565" y="47388"/>
                  <a:pt x="135717" y="47297"/>
                  <a:pt x="135687" y="47509"/>
                </a:cubicBezTo>
                <a:cubicBezTo>
                  <a:pt x="135595" y="47509"/>
                  <a:pt x="135443" y="48026"/>
                  <a:pt x="135656" y="47905"/>
                </a:cubicBezTo>
                <a:close/>
                <a:moveTo>
                  <a:pt x="135899" y="51339"/>
                </a:moveTo>
                <a:cubicBezTo>
                  <a:pt x="136051" y="51430"/>
                  <a:pt x="136173" y="50306"/>
                  <a:pt x="136051" y="50154"/>
                </a:cubicBezTo>
                <a:cubicBezTo>
                  <a:pt x="135991" y="50519"/>
                  <a:pt x="135930" y="50914"/>
                  <a:pt x="135899" y="51309"/>
                </a:cubicBezTo>
                <a:close/>
                <a:moveTo>
                  <a:pt x="134076" y="109760"/>
                </a:moveTo>
                <a:cubicBezTo>
                  <a:pt x="133984" y="110520"/>
                  <a:pt x="134349" y="110550"/>
                  <a:pt x="134319" y="109790"/>
                </a:cubicBezTo>
                <a:close/>
                <a:moveTo>
                  <a:pt x="134197" y="104410"/>
                </a:moveTo>
                <a:cubicBezTo>
                  <a:pt x="133984" y="104349"/>
                  <a:pt x="133984" y="104988"/>
                  <a:pt x="133954" y="105565"/>
                </a:cubicBezTo>
                <a:cubicBezTo>
                  <a:pt x="134167" y="105717"/>
                  <a:pt x="134167" y="104988"/>
                  <a:pt x="134197" y="104410"/>
                </a:cubicBezTo>
                <a:close/>
                <a:moveTo>
                  <a:pt x="139000" y="102465"/>
                </a:moveTo>
                <a:cubicBezTo>
                  <a:pt x="138878" y="102708"/>
                  <a:pt x="138635" y="102343"/>
                  <a:pt x="138635" y="103012"/>
                </a:cubicBezTo>
                <a:cubicBezTo>
                  <a:pt x="138696" y="103194"/>
                  <a:pt x="138787" y="103285"/>
                  <a:pt x="138909" y="103255"/>
                </a:cubicBezTo>
                <a:cubicBezTo>
                  <a:pt x="138909" y="102860"/>
                  <a:pt x="139000" y="102829"/>
                  <a:pt x="139000" y="102465"/>
                </a:cubicBezTo>
                <a:close/>
                <a:moveTo>
                  <a:pt x="139334" y="97328"/>
                </a:moveTo>
                <a:cubicBezTo>
                  <a:pt x="139212" y="97267"/>
                  <a:pt x="139212" y="97571"/>
                  <a:pt x="139121" y="97693"/>
                </a:cubicBezTo>
                <a:cubicBezTo>
                  <a:pt x="139000" y="97571"/>
                  <a:pt x="138817" y="97267"/>
                  <a:pt x="138817" y="98088"/>
                </a:cubicBezTo>
                <a:cubicBezTo>
                  <a:pt x="138878" y="98088"/>
                  <a:pt x="138939" y="97997"/>
                  <a:pt x="139000" y="97905"/>
                </a:cubicBezTo>
                <a:cubicBezTo>
                  <a:pt x="138969" y="98331"/>
                  <a:pt x="139030" y="98544"/>
                  <a:pt x="139152" y="98513"/>
                </a:cubicBezTo>
                <a:cubicBezTo>
                  <a:pt x="139152" y="98118"/>
                  <a:pt x="139212" y="97723"/>
                  <a:pt x="139334" y="97358"/>
                </a:cubicBezTo>
                <a:close/>
                <a:moveTo>
                  <a:pt x="133589" y="96173"/>
                </a:moveTo>
                <a:cubicBezTo>
                  <a:pt x="133620" y="96750"/>
                  <a:pt x="133377" y="98027"/>
                  <a:pt x="133650" y="97966"/>
                </a:cubicBezTo>
                <a:cubicBezTo>
                  <a:pt x="133832" y="97814"/>
                  <a:pt x="133498" y="97662"/>
                  <a:pt x="133589" y="97176"/>
                </a:cubicBezTo>
                <a:cubicBezTo>
                  <a:pt x="133680" y="97176"/>
                  <a:pt x="133741" y="97145"/>
                  <a:pt x="133741" y="96811"/>
                </a:cubicBezTo>
                <a:cubicBezTo>
                  <a:pt x="133528" y="97085"/>
                  <a:pt x="133741" y="96142"/>
                  <a:pt x="133589" y="96203"/>
                </a:cubicBezTo>
                <a:close/>
                <a:moveTo>
                  <a:pt x="138909" y="95504"/>
                </a:moveTo>
                <a:cubicBezTo>
                  <a:pt x="138909" y="95990"/>
                  <a:pt x="138969" y="96750"/>
                  <a:pt x="139182" y="96507"/>
                </a:cubicBezTo>
                <a:cubicBezTo>
                  <a:pt x="139182" y="95747"/>
                  <a:pt x="138817" y="95322"/>
                  <a:pt x="139061" y="94501"/>
                </a:cubicBezTo>
                <a:cubicBezTo>
                  <a:pt x="138909" y="94319"/>
                  <a:pt x="138909" y="95139"/>
                  <a:pt x="138909" y="95504"/>
                </a:cubicBezTo>
                <a:close/>
                <a:moveTo>
                  <a:pt x="138696" y="93072"/>
                </a:moveTo>
                <a:cubicBezTo>
                  <a:pt x="138817" y="93407"/>
                  <a:pt x="138787" y="94076"/>
                  <a:pt x="139030" y="94106"/>
                </a:cubicBezTo>
                <a:cubicBezTo>
                  <a:pt x="139121" y="93224"/>
                  <a:pt x="138848" y="92252"/>
                  <a:pt x="138696" y="93103"/>
                </a:cubicBezTo>
                <a:close/>
                <a:moveTo>
                  <a:pt x="134197" y="80732"/>
                </a:moveTo>
                <a:cubicBezTo>
                  <a:pt x="134228" y="80276"/>
                  <a:pt x="134440" y="80397"/>
                  <a:pt x="134440" y="79759"/>
                </a:cubicBezTo>
                <a:cubicBezTo>
                  <a:pt x="134288" y="79638"/>
                  <a:pt x="134076" y="80549"/>
                  <a:pt x="134197" y="80762"/>
                </a:cubicBezTo>
                <a:close/>
                <a:moveTo>
                  <a:pt x="136477" y="66051"/>
                </a:moveTo>
                <a:lnTo>
                  <a:pt x="136720" y="66081"/>
                </a:lnTo>
                <a:lnTo>
                  <a:pt x="136750" y="65473"/>
                </a:lnTo>
                <a:cubicBezTo>
                  <a:pt x="136598" y="65443"/>
                  <a:pt x="136477" y="65534"/>
                  <a:pt x="136477" y="66051"/>
                </a:cubicBezTo>
                <a:close/>
                <a:moveTo>
                  <a:pt x="137176" y="41126"/>
                </a:moveTo>
                <a:cubicBezTo>
                  <a:pt x="137146" y="41704"/>
                  <a:pt x="137176" y="43011"/>
                  <a:pt x="137237" y="42707"/>
                </a:cubicBezTo>
                <a:cubicBezTo>
                  <a:pt x="137206" y="42312"/>
                  <a:pt x="137298" y="40731"/>
                  <a:pt x="137176" y="41126"/>
                </a:cubicBezTo>
                <a:close/>
                <a:moveTo>
                  <a:pt x="137723" y="38573"/>
                </a:moveTo>
                <a:cubicBezTo>
                  <a:pt x="137662" y="39059"/>
                  <a:pt x="137450" y="38968"/>
                  <a:pt x="137480" y="39758"/>
                </a:cubicBezTo>
                <a:cubicBezTo>
                  <a:pt x="137632" y="39728"/>
                  <a:pt x="137875" y="38907"/>
                  <a:pt x="137723" y="38573"/>
                </a:cubicBezTo>
                <a:close/>
                <a:moveTo>
                  <a:pt x="136933" y="36719"/>
                </a:moveTo>
                <a:cubicBezTo>
                  <a:pt x="137176" y="36810"/>
                  <a:pt x="137024" y="35564"/>
                  <a:pt x="136963" y="35321"/>
                </a:cubicBezTo>
                <a:cubicBezTo>
                  <a:pt x="136872" y="35777"/>
                  <a:pt x="136872" y="36233"/>
                  <a:pt x="136933" y="36689"/>
                </a:cubicBezTo>
                <a:close/>
                <a:moveTo>
                  <a:pt x="137845" y="29454"/>
                </a:moveTo>
                <a:cubicBezTo>
                  <a:pt x="137845" y="30001"/>
                  <a:pt x="137693" y="29819"/>
                  <a:pt x="137632" y="30032"/>
                </a:cubicBezTo>
                <a:cubicBezTo>
                  <a:pt x="137541" y="30609"/>
                  <a:pt x="137571" y="31217"/>
                  <a:pt x="137693" y="31825"/>
                </a:cubicBezTo>
                <a:cubicBezTo>
                  <a:pt x="137602" y="31856"/>
                  <a:pt x="137602" y="32251"/>
                  <a:pt x="137541" y="32403"/>
                </a:cubicBezTo>
                <a:cubicBezTo>
                  <a:pt x="137693" y="33497"/>
                  <a:pt x="137541" y="35017"/>
                  <a:pt x="137450" y="36172"/>
                </a:cubicBezTo>
                <a:cubicBezTo>
                  <a:pt x="137571" y="35989"/>
                  <a:pt x="137450" y="37296"/>
                  <a:pt x="137541" y="36567"/>
                </a:cubicBezTo>
                <a:cubicBezTo>
                  <a:pt x="137571" y="36202"/>
                  <a:pt x="137480" y="36141"/>
                  <a:pt x="137510" y="35777"/>
                </a:cubicBezTo>
                <a:cubicBezTo>
                  <a:pt x="137662" y="35716"/>
                  <a:pt x="137753" y="35017"/>
                  <a:pt x="137814" y="34622"/>
                </a:cubicBezTo>
                <a:cubicBezTo>
                  <a:pt x="137845" y="34196"/>
                  <a:pt x="137784" y="34105"/>
                  <a:pt x="137784" y="33619"/>
                </a:cubicBezTo>
                <a:cubicBezTo>
                  <a:pt x="137814" y="33132"/>
                  <a:pt x="137966" y="32494"/>
                  <a:pt x="137966" y="32038"/>
                </a:cubicBezTo>
                <a:cubicBezTo>
                  <a:pt x="137966" y="31856"/>
                  <a:pt x="137936" y="31643"/>
                  <a:pt x="137936" y="31430"/>
                </a:cubicBezTo>
                <a:cubicBezTo>
                  <a:pt x="137997" y="30913"/>
                  <a:pt x="138118" y="29454"/>
                  <a:pt x="137845" y="29424"/>
                </a:cubicBezTo>
                <a:close/>
                <a:moveTo>
                  <a:pt x="131310" y="6901"/>
                </a:moveTo>
                <a:cubicBezTo>
                  <a:pt x="131340" y="7387"/>
                  <a:pt x="131310" y="7873"/>
                  <a:pt x="131401" y="8299"/>
                </a:cubicBezTo>
                <a:cubicBezTo>
                  <a:pt x="131492" y="8633"/>
                  <a:pt x="131614" y="8937"/>
                  <a:pt x="131766" y="9241"/>
                </a:cubicBezTo>
                <a:cubicBezTo>
                  <a:pt x="131796" y="9424"/>
                  <a:pt x="131766" y="9393"/>
                  <a:pt x="131766" y="9454"/>
                </a:cubicBezTo>
                <a:cubicBezTo>
                  <a:pt x="131796" y="9636"/>
                  <a:pt x="131857" y="9606"/>
                  <a:pt x="131857" y="9636"/>
                </a:cubicBezTo>
                <a:cubicBezTo>
                  <a:pt x="132161" y="10609"/>
                  <a:pt x="132343" y="11126"/>
                  <a:pt x="132617" y="11278"/>
                </a:cubicBezTo>
                <a:cubicBezTo>
                  <a:pt x="132465" y="10579"/>
                  <a:pt x="131978" y="9515"/>
                  <a:pt x="131705" y="8451"/>
                </a:cubicBezTo>
                <a:cubicBezTo>
                  <a:pt x="131583" y="7904"/>
                  <a:pt x="131583" y="6992"/>
                  <a:pt x="131310" y="6870"/>
                </a:cubicBezTo>
                <a:close/>
                <a:moveTo>
                  <a:pt x="106598" y="7114"/>
                </a:moveTo>
                <a:cubicBezTo>
                  <a:pt x="106993" y="7144"/>
                  <a:pt x="107388" y="7114"/>
                  <a:pt x="107783" y="6992"/>
                </a:cubicBezTo>
                <a:cubicBezTo>
                  <a:pt x="107966" y="6749"/>
                  <a:pt x="106476" y="6962"/>
                  <a:pt x="106598" y="7083"/>
                </a:cubicBezTo>
                <a:close/>
                <a:moveTo>
                  <a:pt x="110124" y="6354"/>
                </a:moveTo>
                <a:cubicBezTo>
                  <a:pt x="109364" y="6293"/>
                  <a:pt x="109364" y="6718"/>
                  <a:pt x="109729" y="6688"/>
                </a:cubicBezTo>
                <a:cubicBezTo>
                  <a:pt x="109577" y="6506"/>
                  <a:pt x="110397" y="6566"/>
                  <a:pt x="110124" y="6354"/>
                </a:cubicBezTo>
                <a:close/>
                <a:moveTo>
                  <a:pt x="109121" y="6141"/>
                </a:moveTo>
                <a:cubicBezTo>
                  <a:pt x="109577" y="6111"/>
                  <a:pt x="109516" y="6323"/>
                  <a:pt x="110093" y="6232"/>
                </a:cubicBezTo>
                <a:cubicBezTo>
                  <a:pt x="111127" y="5989"/>
                  <a:pt x="109455" y="5776"/>
                  <a:pt x="109121" y="6111"/>
                </a:cubicBezTo>
                <a:close/>
                <a:moveTo>
                  <a:pt x="131006" y="6566"/>
                </a:moveTo>
                <a:cubicBezTo>
                  <a:pt x="131188" y="6566"/>
                  <a:pt x="131097" y="6050"/>
                  <a:pt x="131279" y="6019"/>
                </a:cubicBezTo>
                <a:cubicBezTo>
                  <a:pt x="131310" y="6171"/>
                  <a:pt x="131370" y="6414"/>
                  <a:pt x="131401" y="6384"/>
                </a:cubicBezTo>
                <a:cubicBezTo>
                  <a:pt x="131218" y="5229"/>
                  <a:pt x="130823" y="5381"/>
                  <a:pt x="131006" y="6566"/>
                </a:cubicBezTo>
                <a:close/>
                <a:moveTo>
                  <a:pt x="122373" y="852"/>
                </a:moveTo>
                <a:cubicBezTo>
                  <a:pt x="122920" y="913"/>
                  <a:pt x="123468" y="852"/>
                  <a:pt x="123984" y="730"/>
                </a:cubicBezTo>
                <a:cubicBezTo>
                  <a:pt x="123194" y="791"/>
                  <a:pt x="122768" y="609"/>
                  <a:pt x="122373" y="852"/>
                </a:cubicBezTo>
                <a:close/>
                <a:moveTo>
                  <a:pt x="116963" y="1217"/>
                </a:moveTo>
                <a:cubicBezTo>
                  <a:pt x="117723" y="1034"/>
                  <a:pt x="117692" y="1247"/>
                  <a:pt x="118361" y="1278"/>
                </a:cubicBezTo>
                <a:cubicBezTo>
                  <a:pt x="118391" y="1126"/>
                  <a:pt x="118756" y="1065"/>
                  <a:pt x="118361" y="943"/>
                </a:cubicBezTo>
                <a:cubicBezTo>
                  <a:pt x="118027" y="1065"/>
                  <a:pt x="116902" y="974"/>
                  <a:pt x="116963" y="1217"/>
                </a:cubicBezTo>
                <a:close/>
                <a:moveTo>
                  <a:pt x="105595" y="2281"/>
                </a:moveTo>
                <a:cubicBezTo>
                  <a:pt x="105838" y="2341"/>
                  <a:pt x="106568" y="2281"/>
                  <a:pt x="106598" y="2098"/>
                </a:cubicBezTo>
                <a:cubicBezTo>
                  <a:pt x="106324" y="2037"/>
                  <a:pt x="105625" y="2098"/>
                  <a:pt x="105595" y="2250"/>
                </a:cubicBezTo>
                <a:close/>
                <a:moveTo>
                  <a:pt x="106719" y="5472"/>
                </a:moveTo>
                <a:cubicBezTo>
                  <a:pt x="107419" y="5533"/>
                  <a:pt x="107601" y="5351"/>
                  <a:pt x="108300" y="5259"/>
                </a:cubicBezTo>
                <a:cubicBezTo>
                  <a:pt x="108118" y="5533"/>
                  <a:pt x="109060" y="5259"/>
                  <a:pt x="109090" y="5259"/>
                </a:cubicBezTo>
                <a:cubicBezTo>
                  <a:pt x="109516" y="5259"/>
                  <a:pt x="109607" y="5411"/>
                  <a:pt x="110093" y="5381"/>
                </a:cubicBezTo>
                <a:cubicBezTo>
                  <a:pt x="109941" y="5107"/>
                  <a:pt x="111157" y="5168"/>
                  <a:pt x="111248" y="4955"/>
                </a:cubicBezTo>
                <a:cubicBezTo>
                  <a:pt x="111613" y="4955"/>
                  <a:pt x="112251" y="4834"/>
                  <a:pt x="112069" y="5047"/>
                </a:cubicBezTo>
                <a:cubicBezTo>
                  <a:pt x="111431" y="5107"/>
                  <a:pt x="111248" y="4955"/>
                  <a:pt x="111066" y="5168"/>
                </a:cubicBezTo>
                <a:cubicBezTo>
                  <a:pt x="111400" y="5199"/>
                  <a:pt x="111735" y="5199"/>
                  <a:pt x="112069" y="5168"/>
                </a:cubicBezTo>
                <a:cubicBezTo>
                  <a:pt x="112434" y="5107"/>
                  <a:pt x="113680" y="4621"/>
                  <a:pt x="113832" y="4925"/>
                </a:cubicBezTo>
                <a:cubicBezTo>
                  <a:pt x="113710" y="4925"/>
                  <a:pt x="113589" y="4986"/>
                  <a:pt x="113832" y="4986"/>
                </a:cubicBezTo>
                <a:cubicBezTo>
                  <a:pt x="114075" y="4773"/>
                  <a:pt x="114987" y="5168"/>
                  <a:pt x="115200" y="4834"/>
                </a:cubicBezTo>
                <a:cubicBezTo>
                  <a:pt x="115078" y="4743"/>
                  <a:pt x="114440" y="4864"/>
                  <a:pt x="114410" y="4743"/>
                </a:cubicBezTo>
                <a:cubicBezTo>
                  <a:pt x="115352" y="4682"/>
                  <a:pt x="116081" y="4803"/>
                  <a:pt x="116598" y="4560"/>
                </a:cubicBezTo>
                <a:cubicBezTo>
                  <a:pt x="116750" y="4560"/>
                  <a:pt x="116902" y="4712"/>
                  <a:pt x="116963" y="4743"/>
                </a:cubicBezTo>
                <a:cubicBezTo>
                  <a:pt x="117145" y="4743"/>
                  <a:pt x="118239" y="4621"/>
                  <a:pt x="118361" y="4652"/>
                </a:cubicBezTo>
                <a:cubicBezTo>
                  <a:pt x="118391" y="4652"/>
                  <a:pt x="118331" y="4773"/>
                  <a:pt x="118361" y="4773"/>
                </a:cubicBezTo>
                <a:cubicBezTo>
                  <a:pt x="118756" y="4712"/>
                  <a:pt x="119151" y="4682"/>
                  <a:pt x="119546" y="4652"/>
                </a:cubicBezTo>
                <a:cubicBezTo>
                  <a:pt x="119577" y="4743"/>
                  <a:pt x="119486" y="4834"/>
                  <a:pt x="119729" y="4834"/>
                </a:cubicBezTo>
                <a:cubicBezTo>
                  <a:pt x="120154" y="4682"/>
                  <a:pt x="119698" y="4621"/>
                  <a:pt x="119546" y="4530"/>
                </a:cubicBezTo>
                <a:cubicBezTo>
                  <a:pt x="120367" y="4439"/>
                  <a:pt x="119759" y="4256"/>
                  <a:pt x="120732" y="4165"/>
                </a:cubicBezTo>
                <a:cubicBezTo>
                  <a:pt x="121097" y="4165"/>
                  <a:pt x="120975" y="4317"/>
                  <a:pt x="121522" y="4256"/>
                </a:cubicBezTo>
                <a:cubicBezTo>
                  <a:pt x="121765" y="4135"/>
                  <a:pt x="122039" y="4104"/>
                  <a:pt x="122312" y="4104"/>
                </a:cubicBezTo>
                <a:cubicBezTo>
                  <a:pt x="123619" y="3983"/>
                  <a:pt x="124927" y="3952"/>
                  <a:pt x="126234" y="3983"/>
                </a:cubicBezTo>
                <a:cubicBezTo>
                  <a:pt x="126477" y="3831"/>
                  <a:pt x="126750" y="3770"/>
                  <a:pt x="127024" y="3800"/>
                </a:cubicBezTo>
                <a:lnTo>
                  <a:pt x="128939" y="3709"/>
                </a:lnTo>
                <a:lnTo>
                  <a:pt x="129790" y="3679"/>
                </a:lnTo>
                <a:lnTo>
                  <a:pt x="130246" y="3679"/>
                </a:lnTo>
                <a:lnTo>
                  <a:pt x="130489" y="3679"/>
                </a:lnTo>
                <a:cubicBezTo>
                  <a:pt x="130519" y="3679"/>
                  <a:pt x="130550" y="3679"/>
                  <a:pt x="130580" y="3679"/>
                </a:cubicBezTo>
                <a:lnTo>
                  <a:pt x="130580" y="3800"/>
                </a:lnTo>
                <a:cubicBezTo>
                  <a:pt x="130641" y="4196"/>
                  <a:pt x="130702" y="4743"/>
                  <a:pt x="130793" y="5442"/>
                </a:cubicBezTo>
                <a:cubicBezTo>
                  <a:pt x="131158" y="5320"/>
                  <a:pt x="130884" y="4348"/>
                  <a:pt x="130762" y="3618"/>
                </a:cubicBezTo>
                <a:cubicBezTo>
                  <a:pt x="130762" y="3588"/>
                  <a:pt x="130762" y="3527"/>
                  <a:pt x="130702" y="3496"/>
                </a:cubicBezTo>
                <a:lnTo>
                  <a:pt x="130550" y="3496"/>
                </a:lnTo>
                <a:lnTo>
                  <a:pt x="130307" y="3496"/>
                </a:lnTo>
                <a:cubicBezTo>
                  <a:pt x="129091" y="3496"/>
                  <a:pt x="127996" y="3405"/>
                  <a:pt x="126902" y="3405"/>
                </a:cubicBezTo>
                <a:cubicBezTo>
                  <a:pt x="126902" y="3527"/>
                  <a:pt x="126720" y="3588"/>
                  <a:pt x="126446" y="3618"/>
                </a:cubicBezTo>
                <a:cubicBezTo>
                  <a:pt x="124744" y="3527"/>
                  <a:pt x="123863" y="3709"/>
                  <a:pt x="122282" y="3831"/>
                </a:cubicBezTo>
                <a:cubicBezTo>
                  <a:pt x="122160" y="3709"/>
                  <a:pt x="122860" y="3618"/>
                  <a:pt x="122100" y="3648"/>
                </a:cubicBezTo>
                <a:cubicBezTo>
                  <a:pt x="121857" y="3800"/>
                  <a:pt x="121340" y="3831"/>
                  <a:pt x="121097" y="3952"/>
                </a:cubicBezTo>
                <a:cubicBezTo>
                  <a:pt x="119638" y="3952"/>
                  <a:pt x="118239" y="4165"/>
                  <a:pt x="117540" y="4044"/>
                </a:cubicBezTo>
                <a:cubicBezTo>
                  <a:pt x="116811" y="4196"/>
                  <a:pt x="116081" y="4226"/>
                  <a:pt x="115352" y="4165"/>
                </a:cubicBezTo>
                <a:cubicBezTo>
                  <a:pt x="115595" y="4469"/>
                  <a:pt x="114349" y="4378"/>
                  <a:pt x="113984" y="4500"/>
                </a:cubicBezTo>
                <a:cubicBezTo>
                  <a:pt x="114045" y="4378"/>
                  <a:pt x="114501" y="4348"/>
                  <a:pt x="114562" y="4226"/>
                </a:cubicBezTo>
                <a:cubicBezTo>
                  <a:pt x="113893" y="4378"/>
                  <a:pt x="113619" y="4287"/>
                  <a:pt x="112799" y="4348"/>
                </a:cubicBezTo>
                <a:cubicBezTo>
                  <a:pt x="112464" y="4621"/>
                  <a:pt x="113650" y="4317"/>
                  <a:pt x="113589" y="4469"/>
                </a:cubicBezTo>
                <a:cubicBezTo>
                  <a:pt x="113467" y="4712"/>
                  <a:pt x="112647" y="4530"/>
                  <a:pt x="111796" y="4652"/>
                </a:cubicBezTo>
                <a:cubicBezTo>
                  <a:pt x="111796" y="4743"/>
                  <a:pt x="111735" y="4803"/>
                  <a:pt x="111431" y="4803"/>
                </a:cubicBezTo>
                <a:cubicBezTo>
                  <a:pt x="111796" y="4591"/>
                  <a:pt x="111340" y="4773"/>
                  <a:pt x="110823" y="4803"/>
                </a:cubicBezTo>
                <a:cubicBezTo>
                  <a:pt x="110002" y="4864"/>
                  <a:pt x="109364" y="4895"/>
                  <a:pt x="109060" y="5077"/>
                </a:cubicBezTo>
                <a:cubicBezTo>
                  <a:pt x="109030" y="4986"/>
                  <a:pt x="109090" y="4895"/>
                  <a:pt x="109242" y="4834"/>
                </a:cubicBezTo>
                <a:cubicBezTo>
                  <a:pt x="108513" y="4834"/>
                  <a:pt x="108634" y="5016"/>
                  <a:pt x="108270" y="5107"/>
                </a:cubicBezTo>
                <a:cubicBezTo>
                  <a:pt x="106993" y="5168"/>
                  <a:pt x="105838" y="5290"/>
                  <a:pt x="105504" y="5168"/>
                </a:cubicBezTo>
                <a:cubicBezTo>
                  <a:pt x="105534" y="5077"/>
                  <a:pt x="105838" y="4986"/>
                  <a:pt x="105504" y="4986"/>
                </a:cubicBezTo>
                <a:cubicBezTo>
                  <a:pt x="105200" y="5077"/>
                  <a:pt x="105200" y="5229"/>
                  <a:pt x="104926" y="5351"/>
                </a:cubicBezTo>
                <a:cubicBezTo>
                  <a:pt x="104379" y="5411"/>
                  <a:pt x="103984" y="5199"/>
                  <a:pt x="103741" y="5472"/>
                </a:cubicBezTo>
                <a:cubicBezTo>
                  <a:pt x="104592" y="5472"/>
                  <a:pt x="105260" y="5259"/>
                  <a:pt x="105534" y="5411"/>
                </a:cubicBezTo>
                <a:cubicBezTo>
                  <a:pt x="105200" y="5503"/>
                  <a:pt x="104622" y="5594"/>
                  <a:pt x="104166" y="5685"/>
                </a:cubicBezTo>
                <a:cubicBezTo>
                  <a:pt x="103315" y="5837"/>
                  <a:pt x="103862" y="5685"/>
                  <a:pt x="103163" y="5715"/>
                </a:cubicBezTo>
                <a:cubicBezTo>
                  <a:pt x="102251" y="6202"/>
                  <a:pt x="106811" y="5594"/>
                  <a:pt x="106719" y="5472"/>
                </a:cubicBezTo>
                <a:close/>
                <a:moveTo>
                  <a:pt x="97540" y="6840"/>
                </a:moveTo>
                <a:cubicBezTo>
                  <a:pt x="97631" y="6597"/>
                  <a:pt x="96810" y="6688"/>
                  <a:pt x="96537" y="6840"/>
                </a:cubicBezTo>
                <a:cubicBezTo>
                  <a:pt x="96415" y="7053"/>
                  <a:pt x="97236" y="6962"/>
                  <a:pt x="97540" y="6810"/>
                </a:cubicBezTo>
                <a:close/>
                <a:moveTo>
                  <a:pt x="92403" y="9272"/>
                </a:moveTo>
                <a:cubicBezTo>
                  <a:pt x="92798" y="9059"/>
                  <a:pt x="93224" y="8937"/>
                  <a:pt x="93649" y="8877"/>
                </a:cubicBezTo>
                <a:cubicBezTo>
                  <a:pt x="93528" y="8816"/>
                  <a:pt x="92950" y="8694"/>
                  <a:pt x="92798" y="8877"/>
                </a:cubicBezTo>
                <a:cubicBezTo>
                  <a:pt x="92889" y="8846"/>
                  <a:pt x="92981" y="8846"/>
                  <a:pt x="92981" y="8877"/>
                </a:cubicBezTo>
                <a:cubicBezTo>
                  <a:pt x="92737" y="8937"/>
                  <a:pt x="92555" y="9089"/>
                  <a:pt x="92403" y="9241"/>
                </a:cubicBezTo>
                <a:close/>
                <a:moveTo>
                  <a:pt x="91126" y="9211"/>
                </a:moveTo>
                <a:cubicBezTo>
                  <a:pt x="91461" y="9120"/>
                  <a:pt x="91765" y="8937"/>
                  <a:pt x="92008" y="8694"/>
                </a:cubicBezTo>
                <a:cubicBezTo>
                  <a:pt x="91643" y="8725"/>
                  <a:pt x="91339" y="8907"/>
                  <a:pt x="91126" y="9211"/>
                </a:cubicBezTo>
                <a:close/>
                <a:moveTo>
                  <a:pt x="90549" y="9211"/>
                </a:moveTo>
                <a:cubicBezTo>
                  <a:pt x="90671" y="9454"/>
                  <a:pt x="91005" y="9120"/>
                  <a:pt x="91339" y="8877"/>
                </a:cubicBezTo>
                <a:cubicBezTo>
                  <a:pt x="91400" y="8603"/>
                  <a:pt x="90823" y="9028"/>
                  <a:pt x="90549" y="9211"/>
                </a:cubicBezTo>
                <a:close/>
                <a:moveTo>
                  <a:pt x="88117" y="6597"/>
                </a:moveTo>
                <a:cubicBezTo>
                  <a:pt x="88786" y="6293"/>
                  <a:pt x="89029" y="5837"/>
                  <a:pt x="89485" y="5472"/>
                </a:cubicBezTo>
                <a:cubicBezTo>
                  <a:pt x="88695" y="5898"/>
                  <a:pt x="88239" y="6323"/>
                  <a:pt x="88117" y="6566"/>
                </a:cubicBezTo>
                <a:close/>
                <a:moveTo>
                  <a:pt x="87540" y="6597"/>
                </a:moveTo>
                <a:cubicBezTo>
                  <a:pt x="87509" y="6354"/>
                  <a:pt x="86993" y="6749"/>
                  <a:pt x="86506" y="7235"/>
                </a:cubicBezTo>
                <a:cubicBezTo>
                  <a:pt x="86537" y="7448"/>
                  <a:pt x="86993" y="7022"/>
                  <a:pt x="87540" y="6566"/>
                </a:cubicBezTo>
                <a:close/>
                <a:moveTo>
                  <a:pt x="85442" y="9150"/>
                </a:moveTo>
                <a:cubicBezTo>
                  <a:pt x="85838" y="8725"/>
                  <a:pt x="86202" y="8329"/>
                  <a:pt x="86111" y="8208"/>
                </a:cubicBezTo>
                <a:cubicBezTo>
                  <a:pt x="85807" y="8390"/>
                  <a:pt x="85199" y="9089"/>
                  <a:pt x="85442" y="9120"/>
                </a:cubicBezTo>
                <a:close/>
                <a:moveTo>
                  <a:pt x="86324" y="12950"/>
                </a:moveTo>
                <a:cubicBezTo>
                  <a:pt x="86841" y="12402"/>
                  <a:pt x="86446" y="12524"/>
                  <a:pt x="86841" y="12068"/>
                </a:cubicBezTo>
                <a:cubicBezTo>
                  <a:pt x="87114" y="11794"/>
                  <a:pt x="88269" y="10791"/>
                  <a:pt x="88208" y="10457"/>
                </a:cubicBezTo>
                <a:cubicBezTo>
                  <a:pt x="87692" y="10913"/>
                  <a:pt x="87327" y="11643"/>
                  <a:pt x="87023" y="11734"/>
                </a:cubicBezTo>
                <a:cubicBezTo>
                  <a:pt x="87084" y="11734"/>
                  <a:pt x="87388" y="11217"/>
                  <a:pt x="87114" y="11551"/>
                </a:cubicBezTo>
                <a:cubicBezTo>
                  <a:pt x="87023" y="11855"/>
                  <a:pt x="85990" y="12858"/>
                  <a:pt x="86324" y="12919"/>
                </a:cubicBezTo>
                <a:close/>
                <a:moveTo>
                  <a:pt x="83771" y="11278"/>
                </a:moveTo>
                <a:cubicBezTo>
                  <a:pt x="84075" y="10791"/>
                  <a:pt x="84135" y="10913"/>
                  <a:pt x="84439" y="10518"/>
                </a:cubicBezTo>
                <a:cubicBezTo>
                  <a:pt x="84348" y="10457"/>
                  <a:pt x="84257" y="10427"/>
                  <a:pt x="84105" y="10518"/>
                </a:cubicBezTo>
                <a:cubicBezTo>
                  <a:pt x="83923" y="10731"/>
                  <a:pt x="83801" y="10974"/>
                  <a:pt x="83771" y="11278"/>
                </a:cubicBezTo>
                <a:close/>
                <a:moveTo>
                  <a:pt x="82798" y="17934"/>
                </a:moveTo>
                <a:cubicBezTo>
                  <a:pt x="83284" y="17053"/>
                  <a:pt x="83862" y="16749"/>
                  <a:pt x="83923" y="16323"/>
                </a:cubicBezTo>
                <a:cubicBezTo>
                  <a:pt x="83528" y="16749"/>
                  <a:pt x="83315" y="16627"/>
                  <a:pt x="82859" y="17235"/>
                </a:cubicBezTo>
                <a:cubicBezTo>
                  <a:pt x="82798" y="17478"/>
                  <a:pt x="82859" y="17509"/>
                  <a:pt x="83041" y="17387"/>
                </a:cubicBezTo>
                <a:cubicBezTo>
                  <a:pt x="82920" y="17539"/>
                  <a:pt x="82828" y="17722"/>
                  <a:pt x="82798" y="17934"/>
                </a:cubicBezTo>
                <a:close/>
                <a:moveTo>
                  <a:pt x="81278" y="19241"/>
                </a:moveTo>
                <a:cubicBezTo>
                  <a:pt x="81613" y="18846"/>
                  <a:pt x="81613" y="18664"/>
                  <a:pt x="81430" y="18603"/>
                </a:cubicBezTo>
                <a:cubicBezTo>
                  <a:pt x="81126" y="19029"/>
                  <a:pt x="80974" y="19454"/>
                  <a:pt x="81278" y="19241"/>
                </a:cubicBezTo>
                <a:close/>
                <a:moveTo>
                  <a:pt x="74682" y="27904"/>
                </a:moveTo>
                <a:cubicBezTo>
                  <a:pt x="74774" y="27813"/>
                  <a:pt x="74865" y="27783"/>
                  <a:pt x="74895" y="27843"/>
                </a:cubicBezTo>
                <a:cubicBezTo>
                  <a:pt x="75290" y="27448"/>
                  <a:pt x="75625" y="26688"/>
                  <a:pt x="75746" y="26719"/>
                </a:cubicBezTo>
                <a:cubicBezTo>
                  <a:pt x="75807" y="26871"/>
                  <a:pt x="75230" y="27448"/>
                  <a:pt x="75412" y="27479"/>
                </a:cubicBezTo>
                <a:cubicBezTo>
                  <a:pt x="75929" y="26992"/>
                  <a:pt x="75807" y="26901"/>
                  <a:pt x="76202" y="26354"/>
                </a:cubicBezTo>
                <a:cubicBezTo>
                  <a:pt x="75868" y="26476"/>
                  <a:pt x="76050" y="26141"/>
                  <a:pt x="75777" y="26263"/>
                </a:cubicBezTo>
                <a:cubicBezTo>
                  <a:pt x="75412" y="26901"/>
                  <a:pt x="74986" y="27509"/>
                  <a:pt x="74682" y="27935"/>
                </a:cubicBezTo>
                <a:close/>
                <a:moveTo>
                  <a:pt x="68269" y="37874"/>
                </a:moveTo>
                <a:cubicBezTo>
                  <a:pt x="68421" y="37540"/>
                  <a:pt x="68542" y="37540"/>
                  <a:pt x="68694" y="37236"/>
                </a:cubicBezTo>
                <a:cubicBezTo>
                  <a:pt x="68482" y="37266"/>
                  <a:pt x="68694" y="36901"/>
                  <a:pt x="68542" y="36901"/>
                </a:cubicBezTo>
                <a:cubicBezTo>
                  <a:pt x="68360" y="37175"/>
                  <a:pt x="68269" y="37540"/>
                  <a:pt x="68269" y="37874"/>
                </a:cubicBezTo>
                <a:close/>
                <a:moveTo>
                  <a:pt x="67023" y="40275"/>
                </a:moveTo>
                <a:cubicBezTo>
                  <a:pt x="67266" y="40002"/>
                  <a:pt x="67479" y="39667"/>
                  <a:pt x="67631" y="39303"/>
                </a:cubicBezTo>
                <a:cubicBezTo>
                  <a:pt x="67570" y="39242"/>
                  <a:pt x="67479" y="39303"/>
                  <a:pt x="67387" y="39363"/>
                </a:cubicBezTo>
                <a:cubicBezTo>
                  <a:pt x="67509" y="38695"/>
                  <a:pt x="68056" y="38391"/>
                  <a:pt x="68117" y="37996"/>
                </a:cubicBezTo>
                <a:cubicBezTo>
                  <a:pt x="67843" y="38087"/>
                  <a:pt x="67418" y="39059"/>
                  <a:pt x="67144" y="39455"/>
                </a:cubicBezTo>
                <a:cubicBezTo>
                  <a:pt x="67205" y="39546"/>
                  <a:pt x="67357" y="39515"/>
                  <a:pt x="67266" y="39758"/>
                </a:cubicBezTo>
                <a:cubicBezTo>
                  <a:pt x="67144" y="39728"/>
                  <a:pt x="66962" y="40336"/>
                  <a:pt x="66840" y="40397"/>
                </a:cubicBezTo>
                <a:cubicBezTo>
                  <a:pt x="66506" y="41643"/>
                  <a:pt x="66688" y="40853"/>
                  <a:pt x="67023" y="40275"/>
                </a:cubicBezTo>
                <a:close/>
                <a:moveTo>
                  <a:pt x="44013" y="48847"/>
                </a:moveTo>
                <a:cubicBezTo>
                  <a:pt x="44773" y="48512"/>
                  <a:pt x="45077" y="48543"/>
                  <a:pt x="45472" y="48208"/>
                </a:cubicBezTo>
                <a:cubicBezTo>
                  <a:pt x="45259" y="48269"/>
                  <a:pt x="45351" y="48178"/>
                  <a:pt x="45442" y="48087"/>
                </a:cubicBezTo>
                <a:cubicBezTo>
                  <a:pt x="44864" y="48421"/>
                  <a:pt x="44135" y="48391"/>
                  <a:pt x="44013" y="48847"/>
                </a:cubicBezTo>
                <a:close/>
                <a:moveTo>
                  <a:pt x="43679" y="49090"/>
                </a:moveTo>
                <a:cubicBezTo>
                  <a:pt x="43709" y="49151"/>
                  <a:pt x="44044" y="49060"/>
                  <a:pt x="44044" y="48968"/>
                </a:cubicBezTo>
                <a:cubicBezTo>
                  <a:pt x="43679" y="49060"/>
                  <a:pt x="43588" y="48877"/>
                  <a:pt x="43040" y="49090"/>
                </a:cubicBezTo>
                <a:cubicBezTo>
                  <a:pt x="42949" y="49333"/>
                  <a:pt x="43557" y="49029"/>
                  <a:pt x="43679" y="49090"/>
                </a:cubicBezTo>
                <a:close/>
                <a:moveTo>
                  <a:pt x="41065" y="50002"/>
                </a:moveTo>
                <a:cubicBezTo>
                  <a:pt x="41338" y="50002"/>
                  <a:pt x="42189" y="49637"/>
                  <a:pt x="42129" y="49455"/>
                </a:cubicBezTo>
                <a:cubicBezTo>
                  <a:pt x="41642" y="49759"/>
                  <a:pt x="41217" y="49698"/>
                  <a:pt x="41065" y="50002"/>
                </a:cubicBezTo>
                <a:close/>
                <a:moveTo>
                  <a:pt x="38238" y="53497"/>
                </a:moveTo>
                <a:cubicBezTo>
                  <a:pt x="38694" y="53315"/>
                  <a:pt x="39089" y="53072"/>
                  <a:pt x="39484" y="52798"/>
                </a:cubicBezTo>
                <a:cubicBezTo>
                  <a:pt x="38663" y="53041"/>
                  <a:pt x="38512" y="53163"/>
                  <a:pt x="38238" y="53497"/>
                </a:cubicBezTo>
                <a:close/>
                <a:moveTo>
                  <a:pt x="36627" y="51856"/>
                </a:moveTo>
                <a:cubicBezTo>
                  <a:pt x="37326" y="51613"/>
                  <a:pt x="37508" y="51582"/>
                  <a:pt x="37691" y="51278"/>
                </a:cubicBezTo>
                <a:cubicBezTo>
                  <a:pt x="37265" y="51339"/>
                  <a:pt x="36901" y="51522"/>
                  <a:pt x="36627" y="51856"/>
                </a:cubicBezTo>
                <a:close/>
                <a:moveTo>
                  <a:pt x="24681" y="58969"/>
                </a:moveTo>
                <a:cubicBezTo>
                  <a:pt x="25077" y="58786"/>
                  <a:pt x="25472" y="58573"/>
                  <a:pt x="25837" y="58330"/>
                </a:cubicBezTo>
                <a:cubicBezTo>
                  <a:pt x="25745" y="58239"/>
                  <a:pt x="25624" y="58209"/>
                  <a:pt x="25350" y="58300"/>
                </a:cubicBezTo>
                <a:cubicBezTo>
                  <a:pt x="25685" y="58391"/>
                  <a:pt x="24864" y="58725"/>
                  <a:pt x="24681" y="58969"/>
                </a:cubicBezTo>
                <a:close/>
                <a:moveTo>
                  <a:pt x="23466" y="59546"/>
                </a:moveTo>
                <a:cubicBezTo>
                  <a:pt x="23618" y="59485"/>
                  <a:pt x="24165" y="59394"/>
                  <a:pt x="24256" y="59121"/>
                </a:cubicBezTo>
                <a:cubicBezTo>
                  <a:pt x="23648" y="59151"/>
                  <a:pt x="24742" y="58817"/>
                  <a:pt x="24985" y="58604"/>
                </a:cubicBezTo>
                <a:cubicBezTo>
                  <a:pt x="24773" y="58269"/>
                  <a:pt x="23587" y="59242"/>
                  <a:pt x="23466" y="59546"/>
                </a:cubicBezTo>
                <a:close/>
                <a:moveTo>
                  <a:pt x="17204" y="66385"/>
                </a:moveTo>
                <a:cubicBezTo>
                  <a:pt x="17417" y="66203"/>
                  <a:pt x="17964" y="65260"/>
                  <a:pt x="17812" y="65139"/>
                </a:cubicBezTo>
                <a:cubicBezTo>
                  <a:pt x="17690" y="65656"/>
                  <a:pt x="17265" y="65960"/>
                  <a:pt x="17204" y="66355"/>
                </a:cubicBezTo>
                <a:close/>
                <a:moveTo>
                  <a:pt x="13709" y="73042"/>
                </a:moveTo>
                <a:cubicBezTo>
                  <a:pt x="13678" y="72920"/>
                  <a:pt x="13709" y="72738"/>
                  <a:pt x="13861" y="72434"/>
                </a:cubicBezTo>
                <a:cubicBezTo>
                  <a:pt x="13739" y="72251"/>
                  <a:pt x="13526" y="72525"/>
                  <a:pt x="13313" y="72799"/>
                </a:cubicBezTo>
                <a:cubicBezTo>
                  <a:pt x="13435" y="72829"/>
                  <a:pt x="13344" y="73042"/>
                  <a:pt x="13162" y="73376"/>
                </a:cubicBezTo>
                <a:cubicBezTo>
                  <a:pt x="13283" y="73558"/>
                  <a:pt x="13496" y="73285"/>
                  <a:pt x="13709" y="73042"/>
                </a:cubicBezTo>
                <a:close/>
                <a:moveTo>
                  <a:pt x="12584" y="74440"/>
                </a:moveTo>
                <a:cubicBezTo>
                  <a:pt x="12766" y="74440"/>
                  <a:pt x="12949" y="74227"/>
                  <a:pt x="13192" y="74106"/>
                </a:cubicBezTo>
                <a:cubicBezTo>
                  <a:pt x="13010" y="74075"/>
                  <a:pt x="12949" y="73619"/>
                  <a:pt x="12584" y="74440"/>
                </a:cubicBezTo>
                <a:close/>
                <a:moveTo>
                  <a:pt x="13648" y="75078"/>
                </a:moveTo>
                <a:cubicBezTo>
                  <a:pt x="13921" y="74379"/>
                  <a:pt x="14681" y="73194"/>
                  <a:pt x="14560" y="72859"/>
                </a:cubicBezTo>
                <a:cubicBezTo>
                  <a:pt x="14317" y="73103"/>
                  <a:pt x="14499" y="73072"/>
                  <a:pt x="14347" y="73406"/>
                </a:cubicBezTo>
                <a:cubicBezTo>
                  <a:pt x="14073" y="73954"/>
                  <a:pt x="13374" y="74987"/>
                  <a:pt x="13648" y="75078"/>
                </a:cubicBezTo>
                <a:close/>
                <a:moveTo>
                  <a:pt x="10031" y="80762"/>
                </a:moveTo>
                <a:cubicBezTo>
                  <a:pt x="9909" y="81127"/>
                  <a:pt x="9666" y="81613"/>
                  <a:pt x="9757" y="81765"/>
                </a:cubicBezTo>
                <a:cubicBezTo>
                  <a:pt x="10000" y="81218"/>
                  <a:pt x="10092" y="81340"/>
                  <a:pt x="10304" y="80914"/>
                </a:cubicBezTo>
                <a:close/>
                <a:moveTo>
                  <a:pt x="10183" y="79698"/>
                </a:moveTo>
                <a:cubicBezTo>
                  <a:pt x="10365" y="79394"/>
                  <a:pt x="10487" y="79090"/>
                  <a:pt x="10578" y="78787"/>
                </a:cubicBezTo>
                <a:cubicBezTo>
                  <a:pt x="10547" y="78574"/>
                  <a:pt x="10122" y="78756"/>
                  <a:pt x="10183" y="78999"/>
                </a:cubicBezTo>
                <a:cubicBezTo>
                  <a:pt x="10456" y="78635"/>
                  <a:pt x="10213" y="79455"/>
                  <a:pt x="10183" y="79668"/>
                </a:cubicBezTo>
                <a:close/>
                <a:moveTo>
                  <a:pt x="8511" y="82373"/>
                </a:moveTo>
                <a:cubicBezTo>
                  <a:pt x="8693" y="81917"/>
                  <a:pt x="9423" y="80945"/>
                  <a:pt x="9149" y="80914"/>
                </a:cubicBezTo>
                <a:cubicBezTo>
                  <a:pt x="8967" y="81401"/>
                  <a:pt x="8237" y="82343"/>
                  <a:pt x="8511" y="82373"/>
                </a:cubicBezTo>
                <a:close/>
                <a:moveTo>
                  <a:pt x="8572" y="82404"/>
                </a:moveTo>
                <a:cubicBezTo>
                  <a:pt x="8815" y="82464"/>
                  <a:pt x="9392" y="80975"/>
                  <a:pt x="9788" y="80397"/>
                </a:cubicBezTo>
                <a:cubicBezTo>
                  <a:pt x="9696" y="80306"/>
                  <a:pt x="10061" y="79790"/>
                  <a:pt x="9909" y="79759"/>
                </a:cubicBezTo>
                <a:cubicBezTo>
                  <a:pt x="9301" y="80945"/>
                  <a:pt x="9301" y="81249"/>
                  <a:pt x="8572" y="82404"/>
                </a:cubicBezTo>
                <a:close/>
                <a:moveTo>
                  <a:pt x="118361" y="4560"/>
                </a:moveTo>
                <a:cubicBezTo>
                  <a:pt x="118483" y="4378"/>
                  <a:pt x="118908" y="4287"/>
                  <a:pt x="119546" y="4256"/>
                </a:cubicBezTo>
                <a:cubicBezTo>
                  <a:pt x="119394" y="4378"/>
                  <a:pt x="119182" y="4439"/>
                  <a:pt x="118969" y="4408"/>
                </a:cubicBezTo>
                <a:cubicBezTo>
                  <a:pt x="118939" y="4469"/>
                  <a:pt x="119030" y="4469"/>
                  <a:pt x="119151" y="4469"/>
                </a:cubicBezTo>
                <a:cubicBezTo>
                  <a:pt x="119091" y="4560"/>
                  <a:pt x="118665" y="4530"/>
                  <a:pt x="118361" y="4560"/>
                </a:cubicBezTo>
                <a:close/>
                <a:moveTo>
                  <a:pt x="64804" y="121219"/>
                </a:moveTo>
                <a:cubicBezTo>
                  <a:pt x="64682" y="121432"/>
                  <a:pt x="64044" y="121310"/>
                  <a:pt x="63618" y="121280"/>
                </a:cubicBezTo>
                <a:cubicBezTo>
                  <a:pt x="63801" y="121097"/>
                  <a:pt x="64409" y="121188"/>
                  <a:pt x="64804" y="121219"/>
                </a:cubicBezTo>
                <a:close/>
                <a:moveTo>
                  <a:pt x="66111" y="43649"/>
                </a:moveTo>
                <a:cubicBezTo>
                  <a:pt x="66080" y="43983"/>
                  <a:pt x="65989" y="44652"/>
                  <a:pt x="65868" y="45321"/>
                </a:cubicBezTo>
                <a:cubicBezTo>
                  <a:pt x="65868" y="45412"/>
                  <a:pt x="65776" y="45442"/>
                  <a:pt x="65716" y="45473"/>
                </a:cubicBezTo>
                <a:lnTo>
                  <a:pt x="65473" y="45534"/>
                </a:lnTo>
                <a:lnTo>
                  <a:pt x="65047" y="45686"/>
                </a:lnTo>
                <a:cubicBezTo>
                  <a:pt x="64804" y="45746"/>
                  <a:pt x="64561" y="45807"/>
                  <a:pt x="64317" y="45868"/>
                </a:cubicBezTo>
                <a:cubicBezTo>
                  <a:pt x="64135" y="45655"/>
                  <a:pt x="64652" y="45746"/>
                  <a:pt x="64986" y="45625"/>
                </a:cubicBezTo>
                <a:cubicBezTo>
                  <a:pt x="65108" y="45564"/>
                  <a:pt x="65229" y="45503"/>
                  <a:pt x="65351" y="45442"/>
                </a:cubicBezTo>
                <a:lnTo>
                  <a:pt x="65564" y="45351"/>
                </a:lnTo>
                <a:cubicBezTo>
                  <a:pt x="65624" y="45321"/>
                  <a:pt x="65716" y="45291"/>
                  <a:pt x="65746" y="45230"/>
                </a:cubicBezTo>
                <a:cubicBezTo>
                  <a:pt x="65837" y="44652"/>
                  <a:pt x="65989" y="44044"/>
                  <a:pt x="66111" y="43649"/>
                </a:cubicBezTo>
                <a:close/>
                <a:moveTo>
                  <a:pt x="40548" y="54713"/>
                </a:moveTo>
                <a:cubicBezTo>
                  <a:pt x="40001" y="55017"/>
                  <a:pt x="39241" y="55291"/>
                  <a:pt x="38177" y="55747"/>
                </a:cubicBezTo>
                <a:cubicBezTo>
                  <a:pt x="38937" y="55321"/>
                  <a:pt x="39727" y="54987"/>
                  <a:pt x="40548" y="54713"/>
                </a:cubicBezTo>
                <a:close/>
                <a:moveTo>
                  <a:pt x="47174" y="124623"/>
                </a:moveTo>
                <a:cubicBezTo>
                  <a:pt x="46840" y="124958"/>
                  <a:pt x="45381" y="124775"/>
                  <a:pt x="44591" y="124745"/>
                </a:cubicBezTo>
                <a:cubicBezTo>
                  <a:pt x="44044" y="124714"/>
                  <a:pt x="43101" y="124836"/>
                  <a:pt x="43010" y="124593"/>
                </a:cubicBezTo>
                <a:cubicBezTo>
                  <a:pt x="44378" y="124684"/>
                  <a:pt x="45776" y="124684"/>
                  <a:pt x="47144" y="124593"/>
                </a:cubicBezTo>
                <a:close/>
                <a:moveTo>
                  <a:pt x="70853" y="122708"/>
                </a:moveTo>
                <a:cubicBezTo>
                  <a:pt x="70488" y="122708"/>
                  <a:pt x="70427" y="122769"/>
                  <a:pt x="70062" y="122769"/>
                </a:cubicBezTo>
                <a:cubicBezTo>
                  <a:pt x="69880" y="122647"/>
                  <a:pt x="69758" y="122465"/>
                  <a:pt x="69698" y="122252"/>
                </a:cubicBezTo>
                <a:cubicBezTo>
                  <a:pt x="70305" y="122313"/>
                  <a:pt x="70792" y="122435"/>
                  <a:pt x="70853" y="122678"/>
                </a:cubicBezTo>
                <a:close/>
                <a:moveTo>
                  <a:pt x="51095" y="124836"/>
                </a:moveTo>
                <a:cubicBezTo>
                  <a:pt x="50639" y="124988"/>
                  <a:pt x="49332" y="124836"/>
                  <a:pt x="48512" y="124897"/>
                </a:cubicBezTo>
                <a:cubicBezTo>
                  <a:pt x="49120" y="124714"/>
                  <a:pt x="50366" y="124836"/>
                  <a:pt x="51095" y="124806"/>
                </a:cubicBezTo>
                <a:close/>
                <a:moveTo>
                  <a:pt x="33496" y="124471"/>
                </a:moveTo>
                <a:lnTo>
                  <a:pt x="36840" y="124471"/>
                </a:lnTo>
                <a:cubicBezTo>
                  <a:pt x="34986" y="124775"/>
                  <a:pt x="33314" y="124410"/>
                  <a:pt x="30700" y="124502"/>
                </a:cubicBezTo>
                <a:cubicBezTo>
                  <a:pt x="30335" y="124380"/>
                  <a:pt x="32676" y="124441"/>
                  <a:pt x="33496" y="124441"/>
                </a:cubicBezTo>
                <a:close/>
                <a:moveTo>
                  <a:pt x="72008" y="123012"/>
                </a:moveTo>
                <a:lnTo>
                  <a:pt x="70032" y="123012"/>
                </a:lnTo>
                <a:cubicBezTo>
                  <a:pt x="70427" y="122951"/>
                  <a:pt x="71947" y="122739"/>
                  <a:pt x="72038" y="123012"/>
                </a:cubicBezTo>
                <a:close/>
                <a:moveTo>
                  <a:pt x="77570" y="122830"/>
                </a:moveTo>
                <a:cubicBezTo>
                  <a:pt x="77175" y="122982"/>
                  <a:pt x="76780" y="122982"/>
                  <a:pt x="76385" y="122891"/>
                </a:cubicBezTo>
                <a:cubicBezTo>
                  <a:pt x="76780" y="122769"/>
                  <a:pt x="77175" y="122739"/>
                  <a:pt x="77570" y="122830"/>
                </a:cubicBezTo>
                <a:close/>
                <a:moveTo>
                  <a:pt x="74409" y="122951"/>
                </a:moveTo>
                <a:cubicBezTo>
                  <a:pt x="73740" y="123043"/>
                  <a:pt x="73071" y="123012"/>
                  <a:pt x="72403" y="122891"/>
                </a:cubicBezTo>
                <a:cubicBezTo>
                  <a:pt x="72950" y="122769"/>
                  <a:pt x="73467" y="122739"/>
                  <a:pt x="74014" y="122769"/>
                </a:cubicBezTo>
                <a:cubicBezTo>
                  <a:pt x="74014" y="122860"/>
                  <a:pt x="74166" y="122921"/>
                  <a:pt x="74409" y="122951"/>
                </a:cubicBezTo>
                <a:close/>
                <a:moveTo>
                  <a:pt x="55655" y="121492"/>
                </a:moveTo>
                <a:cubicBezTo>
                  <a:pt x="54834" y="121432"/>
                  <a:pt x="54864" y="121614"/>
                  <a:pt x="54256" y="121614"/>
                </a:cubicBezTo>
                <a:cubicBezTo>
                  <a:pt x="53801" y="121219"/>
                  <a:pt x="52980" y="121644"/>
                  <a:pt x="52494" y="121523"/>
                </a:cubicBezTo>
                <a:cubicBezTo>
                  <a:pt x="52585" y="121492"/>
                  <a:pt x="52706" y="121432"/>
                  <a:pt x="52706" y="121340"/>
                </a:cubicBezTo>
                <a:cubicBezTo>
                  <a:pt x="53101" y="121401"/>
                  <a:pt x="54013" y="121280"/>
                  <a:pt x="54074" y="121432"/>
                </a:cubicBezTo>
                <a:cubicBezTo>
                  <a:pt x="54530" y="121371"/>
                  <a:pt x="55715" y="121158"/>
                  <a:pt x="55655" y="121492"/>
                </a:cubicBezTo>
                <a:close/>
                <a:moveTo>
                  <a:pt x="135504" y="23862"/>
                </a:moveTo>
                <a:lnTo>
                  <a:pt x="135504" y="23284"/>
                </a:lnTo>
                <a:cubicBezTo>
                  <a:pt x="135504" y="23102"/>
                  <a:pt x="135595" y="22919"/>
                  <a:pt x="135443" y="22737"/>
                </a:cubicBezTo>
                <a:lnTo>
                  <a:pt x="135109" y="22220"/>
                </a:lnTo>
                <a:lnTo>
                  <a:pt x="134592" y="21308"/>
                </a:lnTo>
                <a:lnTo>
                  <a:pt x="135443" y="22494"/>
                </a:lnTo>
                <a:lnTo>
                  <a:pt x="135595" y="22737"/>
                </a:lnTo>
                <a:cubicBezTo>
                  <a:pt x="135626" y="22767"/>
                  <a:pt x="135656" y="22798"/>
                  <a:pt x="135687" y="22859"/>
                </a:cubicBezTo>
                <a:lnTo>
                  <a:pt x="135687" y="23010"/>
                </a:lnTo>
                <a:cubicBezTo>
                  <a:pt x="135687" y="23193"/>
                  <a:pt x="135687" y="23406"/>
                  <a:pt x="135656" y="23618"/>
                </a:cubicBezTo>
                <a:cubicBezTo>
                  <a:pt x="135656" y="23831"/>
                  <a:pt x="135595" y="23862"/>
                  <a:pt x="135504" y="23862"/>
                </a:cubicBezTo>
                <a:close/>
                <a:moveTo>
                  <a:pt x="74713" y="21248"/>
                </a:moveTo>
                <a:lnTo>
                  <a:pt x="75564" y="20123"/>
                </a:lnTo>
                <a:cubicBezTo>
                  <a:pt x="75594" y="20244"/>
                  <a:pt x="74865" y="21460"/>
                  <a:pt x="74713" y="21248"/>
                </a:cubicBezTo>
                <a:close/>
                <a:moveTo>
                  <a:pt x="140368" y="59880"/>
                </a:moveTo>
                <a:cubicBezTo>
                  <a:pt x="140459" y="59911"/>
                  <a:pt x="140520" y="60701"/>
                  <a:pt x="140489" y="61066"/>
                </a:cubicBezTo>
                <a:cubicBezTo>
                  <a:pt x="140489" y="61370"/>
                  <a:pt x="140398" y="62160"/>
                  <a:pt x="140276" y="62039"/>
                </a:cubicBezTo>
                <a:cubicBezTo>
                  <a:pt x="140398" y="61187"/>
                  <a:pt x="140276" y="60944"/>
                  <a:pt x="140368" y="59880"/>
                </a:cubicBezTo>
                <a:close/>
                <a:moveTo>
                  <a:pt x="80488" y="13436"/>
                </a:moveTo>
                <a:cubicBezTo>
                  <a:pt x="80974" y="12889"/>
                  <a:pt x="81430" y="12342"/>
                  <a:pt x="81825" y="11734"/>
                </a:cubicBezTo>
                <a:cubicBezTo>
                  <a:pt x="82312" y="11095"/>
                  <a:pt x="82889" y="10153"/>
                  <a:pt x="83132" y="10214"/>
                </a:cubicBezTo>
                <a:cubicBezTo>
                  <a:pt x="82251" y="11217"/>
                  <a:pt x="81005" y="13405"/>
                  <a:pt x="80488" y="13436"/>
                </a:cubicBezTo>
                <a:close/>
                <a:moveTo>
                  <a:pt x="130945" y="183"/>
                </a:moveTo>
                <a:cubicBezTo>
                  <a:pt x="130003" y="1"/>
                  <a:pt x="133042" y="31"/>
                  <a:pt x="133832" y="31"/>
                </a:cubicBezTo>
                <a:cubicBezTo>
                  <a:pt x="133832" y="62"/>
                  <a:pt x="133863" y="123"/>
                  <a:pt x="133863" y="153"/>
                </a:cubicBezTo>
                <a:cubicBezTo>
                  <a:pt x="133832" y="518"/>
                  <a:pt x="133863" y="852"/>
                  <a:pt x="133924" y="1217"/>
                </a:cubicBezTo>
                <a:cubicBezTo>
                  <a:pt x="133772" y="913"/>
                  <a:pt x="133711" y="548"/>
                  <a:pt x="133680" y="214"/>
                </a:cubicBezTo>
                <a:cubicBezTo>
                  <a:pt x="132769" y="153"/>
                  <a:pt x="131857" y="123"/>
                  <a:pt x="130945" y="183"/>
                </a:cubicBezTo>
                <a:close/>
                <a:moveTo>
                  <a:pt x="90944" y="4287"/>
                </a:moveTo>
                <a:cubicBezTo>
                  <a:pt x="91522" y="4044"/>
                  <a:pt x="92130" y="3892"/>
                  <a:pt x="92130" y="4074"/>
                </a:cubicBezTo>
                <a:cubicBezTo>
                  <a:pt x="91491" y="4256"/>
                  <a:pt x="90883" y="4500"/>
                  <a:pt x="90944" y="4287"/>
                </a:cubicBezTo>
                <a:close/>
                <a:moveTo>
                  <a:pt x="80093" y="14925"/>
                </a:moveTo>
                <a:cubicBezTo>
                  <a:pt x="79910" y="14864"/>
                  <a:pt x="80762" y="14074"/>
                  <a:pt x="80579" y="14044"/>
                </a:cubicBezTo>
                <a:cubicBezTo>
                  <a:pt x="80792" y="14013"/>
                  <a:pt x="81461" y="12767"/>
                  <a:pt x="81552" y="13041"/>
                </a:cubicBezTo>
                <a:cubicBezTo>
                  <a:pt x="81066" y="13709"/>
                  <a:pt x="80640" y="14074"/>
                  <a:pt x="80093" y="14895"/>
                </a:cubicBezTo>
                <a:close/>
                <a:moveTo>
                  <a:pt x="76293" y="20001"/>
                </a:moveTo>
                <a:cubicBezTo>
                  <a:pt x="76810" y="19241"/>
                  <a:pt x="77053" y="19211"/>
                  <a:pt x="77509" y="18694"/>
                </a:cubicBezTo>
                <a:cubicBezTo>
                  <a:pt x="77479" y="18694"/>
                  <a:pt x="76354" y="20336"/>
                  <a:pt x="76293" y="19971"/>
                </a:cubicBezTo>
                <a:close/>
                <a:moveTo>
                  <a:pt x="80640" y="14591"/>
                </a:moveTo>
                <a:cubicBezTo>
                  <a:pt x="81005" y="14074"/>
                  <a:pt x="81461" y="13466"/>
                  <a:pt x="81613" y="13618"/>
                </a:cubicBezTo>
                <a:cubicBezTo>
                  <a:pt x="81339" y="13801"/>
                  <a:pt x="80762" y="14773"/>
                  <a:pt x="80640" y="14591"/>
                </a:cubicBezTo>
                <a:close/>
                <a:moveTo>
                  <a:pt x="82342" y="12646"/>
                </a:moveTo>
                <a:cubicBezTo>
                  <a:pt x="82251" y="12402"/>
                  <a:pt x="81795" y="13253"/>
                  <a:pt x="81734" y="12919"/>
                </a:cubicBezTo>
                <a:cubicBezTo>
                  <a:pt x="82099" y="12402"/>
                  <a:pt x="82281" y="12524"/>
                  <a:pt x="82707" y="11946"/>
                </a:cubicBezTo>
                <a:cubicBezTo>
                  <a:pt x="82768" y="12038"/>
                  <a:pt x="82616" y="12311"/>
                  <a:pt x="82312" y="12646"/>
                </a:cubicBezTo>
                <a:close/>
                <a:moveTo>
                  <a:pt x="135322" y="33558"/>
                </a:moveTo>
                <a:cubicBezTo>
                  <a:pt x="135109" y="33163"/>
                  <a:pt x="135261" y="32038"/>
                  <a:pt x="135291" y="31369"/>
                </a:cubicBezTo>
                <a:cubicBezTo>
                  <a:pt x="135352" y="29515"/>
                  <a:pt x="135413" y="28056"/>
                  <a:pt x="135474" y="26415"/>
                </a:cubicBezTo>
                <a:cubicBezTo>
                  <a:pt x="135504" y="25625"/>
                  <a:pt x="135322" y="24530"/>
                  <a:pt x="135626" y="24257"/>
                </a:cubicBezTo>
                <a:cubicBezTo>
                  <a:pt x="135413" y="25837"/>
                  <a:pt x="135565" y="27539"/>
                  <a:pt x="135504" y="29211"/>
                </a:cubicBezTo>
                <a:cubicBezTo>
                  <a:pt x="135443" y="30488"/>
                  <a:pt x="135322" y="31977"/>
                  <a:pt x="135322" y="33558"/>
                </a:cubicBezTo>
                <a:close/>
                <a:moveTo>
                  <a:pt x="132829" y="18238"/>
                </a:moveTo>
                <a:cubicBezTo>
                  <a:pt x="132465" y="17630"/>
                  <a:pt x="132161" y="17023"/>
                  <a:pt x="131918" y="16354"/>
                </a:cubicBezTo>
                <a:cubicBezTo>
                  <a:pt x="132313" y="16779"/>
                  <a:pt x="132586" y="17600"/>
                  <a:pt x="132829" y="18238"/>
                </a:cubicBezTo>
                <a:close/>
                <a:moveTo>
                  <a:pt x="129152" y="7387"/>
                </a:moveTo>
                <a:cubicBezTo>
                  <a:pt x="129030" y="7144"/>
                  <a:pt x="128939" y="6901"/>
                  <a:pt x="128908" y="6627"/>
                </a:cubicBezTo>
                <a:cubicBezTo>
                  <a:pt x="129121" y="6384"/>
                  <a:pt x="129060" y="7174"/>
                  <a:pt x="129152" y="7418"/>
                </a:cubicBezTo>
                <a:close/>
                <a:moveTo>
                  <a:pt x="131796" y="15959"/>
                </a:moveTo>
                <a:cubicBezTo>
                  <a:pt x="131583" y="16080"/>
                  <a:pt x="130793" y="13892"/>
                  <a:pt x="130732" y="13466"/>
                </a:cubicBezTo>
                <a:cubicBezTo>
                  <a:pt x="131036" y="13892"/>
                  <a:pt x="131431" y="15229"/>
                  <a:pt x="131826" y="15959"/>
                </a:cubicBezTo>
                <a:close/>
                <a:moveTo>
                  <a:pt x="134896" y="48421"/>
                </a:moveTo>
                <a:cubicBezTo>
                  <a:pt x="134744" y="47783"/>
                  <a:pt x="134866" y="47297"/>
                  <a:pt x="134896" y="46415"/>
                </a:cubicBezTo>
                <a:cubicBezTo>
                  <a:pt x="135048" y="46719"/>
                  <a:pt x="134896" y="47813"/>
                  <a:pt x="134896" y="48421"/>
                </a:cubicBezTo>
                <a:close/>
                <a:moveTo>
                  <a:pt x="134562" y="64288"/>
                </a:moveTo>
                <a:cubicBezTo>
                  <a:pt x="134380" y="64075"/>
                  <a:pt x="134562" y="63589"/>
                  <a:pt x="134562" y="63102"/>
                </a:cubicBezTo>
                <a:cubicBezTo>
                  <a:pt x="134592" y="61400"/>
                  <a:pt x="134623" y="58999"/>
                  <a:pt x="134684" y="57358"/>
                </a:cubicBezTo>
                <a:cubicBezTo>
                  <a:pt x="135018" y="57662"/>
                  <a:pt x="134744" y="58634"/>
                  <a:pt x="134714" y="59151"/>
                </a:cubicBezTo>
                <a:cubicBezTo>
                  <a:pt x="134684" y="60580"/>
                  <a:pt x="134653" y="62039"/>
                  <a:pt x="134562" y="64288"/>
                </a:cubicBezTo>
                <a:close/>
                <a:moveTo>
                  <a:pt x="135200" y="36141"/>
                </a:moveTo>
                <a:cubicBezTo>
                  <a:pt x="135018" y="35868"/>
                  <a:pt x="135139" y="33740"/>
                  <a:pt x="135291" y="33953"/>
                </a:cubicBezTo>
                <a:cubicBezTo>
                  <a:pt x="135200" y="34530"/>
                  <a:pt x="135291" y="35138"/>
                  <a:pt x="135200" y="36141"/>
                </a:cubicBezTo>
                <a:close/>
                <a:moveTo>
                  <a:pt x="134987" y="46050"/>
                </a:moveTo>
                <a:cubicBezTo>
                  <a:pt x="134836" y="46020"/>
                  <a:pt x="134896" y="45108"/>
                  <a:pt x="134987" y="44865"/>
                </a:cubicBezTo>
                <a:cubicBezTo>
                  <a:pt x="135109" y="44926"/>
                  <a:pt x="134957" y="45716"/>
                  <a:pt x="134987" y="46050"/>
                </a:cubicBezTo>
                <a:close/>
                <a:moveTo>
                  <a:pt x="64105" y="36476"/>
                </a:moveTo>
                <a:cubicBezTo>
                  <a:pt x="64196" y="36020"/>
                  <a:pt x="64986" y="34865"/>
                  <a:pt x="65412" y="34196"/>
                </a:cubicBezTo>
                <a:cubicBezTo>
                  <a:pt x="65260" y="34622"/>
                  <a:pt x="64469" y="35746"/>
                  <a:pt x="64105" y="36476"/>
                </a:cubicBezTo>
                <a:close/>
                <a:moveTo>
                  <a:pt x="4043" y="113681"/>
                </a:moveTo>
                <a:cubicBezTo>
                  <a:pt x="3891" y="113438"/>
                  <a:pt x="3769" y="112830"/>
                  <a:pt x="3587" y="112556"/>
                </a:cubicBezTo>
                <a:cubicBezTo>
                  <a:pt x="3556" y="112678"/>
                  <a:pt x="3526" y="112799"/>
                  <a:pt x="3556" y="112951"/>
                </a:cubicBezTo>
                <a:cubicBezTo>
                  <a:pt x="3283" y="112678"/>
                  <a:pt x="3648" y="112647"/>
                  <a:pt x="3435" y="112161"/>
                </a:cubicBezTo>
                <a:cubicBezTo>
                  <a:pt x="3739" y="112617"/>
                  <a:pt x="3952" y="113134"/>
                  <a:pt x="4043" y="113681"/>
                </a:cubicBezTo>
                <a:close/>
                <a:moveTo>
                  <a:pt x="5015" y="118331"/>
                </a:moveTo>
                <a:cubicBezTo>
                  <a:pt x="4651" y="118240"/>
                  <a:pt x="4681" y="117419"/>
                  <a:pt x="4590" y="116811"/>
                </a:cubicBezTo>
                <a:cubicBezTo>
                  <a:pt x="4772" y="116903"/>
                  <a:pt x="4863" y="117875"/>
                  <a:pt x="5015" y="118331"/>
                </a:cubicBezTo>
                <a:close/>
                <a:moveTo>
                  <a:pt x="2797" y="112100"/>
                </a:moveTo>
                <a:cubicBezTo>
                  <a:pt x="2645" y="111523"/>
                  <a:pt x="2523" y="110915"/>
                  <a:pt x="2705" y="110884"/>
                </a:cubicBezTo>
                <a:cubicBezTo>
                  <a:pt x="2584" y="111067"/>
                  <a:pt x="3070" y="112222"/>
                  <a:pt x="2797" y="112100"/>
                </a:cubicBezTo>
                <a:close/>
                <a:moveTo>
                  <a:pt x="4012" y="116477"/>
                </a:moveTo>
                <a:cubicBezTo>
                  <a:pt x="3769" y="116234"/>
                  <a:pt x="3739" y="115352"/>
                  <a:pt x="3769" y="115140"/>
                </a:cubicBezTo>
                <a:cubicBezTo>
                  <a:pt x="3648" y="114653"/>
                  <a:pt x="3496" y="114562"/>
                  <a:pt x="3526" y="114167"/>
                </a:cubicBezTo>
                <a:cubicBezTo>
                  <a:pt x="3860" y="114775"/>
                  <a:pt x="3921" y="115930"/>
                  <a:pt x="4012" y="116477"/>
                </a:cubicBezTo>
                <a:close/>
                <a:moveTo>
                  <a:pt x="3313" y="112191"/>
                </a:moveTo>
                <a:cubicBezTo>
                  <a:pt x="3131" y="112039"/>
                  <a:pt x="3161" y="111583"/>
                  <a:pt x="3040" y="111249"/>
                </a:cubicBezTo>
                <a:cubicBezTo>
                  <a:pt x="2979" y="111127"/>
                  <a:pt x="2888" y="111097"/>
                  <a:pt x="2857" y="111067"/>
                </a:cubicBezTo>
                <a:cubicBezTo>
                  <a:pt x="2766" y="110763"/>
                  <a:pt x="2857" y="110702"/>
                  <a:pt x="2797" y="110489"/>
                </a:cubicBezTo>
                <a:cubicBezTo>
                  <a:pt x="2553" y="110124"/>
                  <a:pt x="2401" y="109729"/>
                  <a:pt x="2341" y="109334"/>
                </a:cubicBezTo>
                <a:cubicBezTo>
                  <a:pt x="2493" y="109121"/>
                  <a:pt x="2553" y="109760"/>
                  <a:pt x="2645" y="110094"/>
                </a:cubicBezTo>
                <a:cubicBezTo>
                  <a:pt x="2827" y="109972"/>
                  <a:pt x="3009" y="110489"/>
                  <a:pt x="2918" y="109851"/>
                </a:cubicBezTo>
                <a:cubicBezTo>
                  <a:pt x="3192" y="110033"/>
                  <a:pt x="2949" y="110246"/>
                  <a:pt x="2979" y="110428"/>
                </a:cubicBezTo>
                <a:cubicBezTo>
                  <a:pt x="3040" y="110702"/>
                  <a:pt x="3101" y="110459"/>
                  <a:pt x="3161" y="110611"/>
                </a:cubicBezTo>
                <a:cubicBezTo>
                  <a:pt x="3253" y="110884"/>
                  <a:pt x="3192" y="111431"/>
                  <a:pt x="3404" y="111979"/>
                </a:cubicBezTo>
                <a:cubicBezTo>
                  <a:pt x="3313" y="111948"/>
                  <a:pt x="3313" y="112039"/>
                  <a:pt x="3313" y="112191"/>
                </a:cubicBezTo>
                <a:close/>
                <a:moveTo>
                  <a:pt x="1186" y="100580"/>
                </a:moveTo>
                <a:cubicBezTo>
                  <a:pt x="1216" y="99395"/>
                  <a:pt x="1003" y="99121"/>
                  <a:pt x="1277" y="97632"/>
                </a:cubicBezTo>
                <a:cubicBezTo>
                  <a:pt x="1398" y="97784"/>
                  <a:pt x="1459" y="97297"/>
                  <a:pt x="1520" y="96933"/>
                </a:cubicBezTo>
                <a:cubicBezTo>
                  <a:pt x="1642" y="97601"/>
                  <a:pt x="1490" y="99000"/>
                  <a:pt x="1277" y="99851"/>
                </a:cubicBezTo>
                <a:cubicBezTo>
                  <a:pt x="1429" y="99851"/>
                  <a:pt x="1490" y="99425"/>
                  <a:pt x="1581" y="99881"/>
                </a:cubicBezTo>
                <a:cubicBezTo>
                  <a:pt x="1581" y="99121"/>
                  <a:pt x="1642" y="98331"/>
                  <a:pt x="1794" y="97571"/>
                </a:cubicBezTo>
                <a:cubicBezTo>
                  <a:pt x="1976" y="96720"/>
                  <a:pt x="2249" y="96051"/>
                  <a:pt x="2462" y="95960"/>
                </a:cubicBezTo>
                <a:cubicBezTo>
                  <a:pt x="2219" y="96902"/>
                  <a:pt x="1976" y="97267"/>
                  <a:pt x="1824" y="98240"/>
                </a:cubicBezTo>
                <a:cubicBezTo>
                  <a:pt x="1763" y="98544"/>
                  <a:pt x="1915" y="99091"/>
                  <a:pt x="1976" y="98513"/>
                </a:cubicBezTo>
                <a:cubicBezTo>
                  <a:pt x="1976" y="100033"/>
                  <a:pt x="1854" y="102556"/>
                  <a:pt x="2189" y="103711"/>
                </a:cubicBezTo>
                <a:cubicBezTo>
                  <a:pt x="1915" y="103377"/>
                  <a:pt x="1824" y="102191"/>
                  <a:pt x="1733" y="101766"/>
                </a:cubicBezTo>
                <a:cubicBezTo>
                  <a:pt x="1581" y="101583"/>
                  <a:pt x="1550" y="102586"/>
                  <a:pt x="1702" y="102647"/>
                </a:cubicBezTo>
                <a:cubicBezTo>
                  <a:pt x="1611" y="103498"/>
                  <a:pt x="1459" y="101796"/>
                  <a:pt x="1459" y="101279"/>
                </a:cubicBezTo>
                <a:cubicBezTo>
                  <a:pt x="1550" y="100854"/>
                  <a:pt x="1642" y="101401"/>
                  <a:pt x="1794" y="101522"/>
                </a:cubicBezTo>
                <a:cubicBezTo>
                  <a:pt x="1733" y="100823"/>
                  <a:pt x="1763" y="100124"/>
                  <a:pt x="1854" y="99456"/>
                </a:cubicBezTo>
                <a:cubicBezTo>
                  <a:pt x="1611" y="99243"/>
                  <a:pt x="1672" y="100215"/>
                  <a:pt x="1642" y="100367"/>
                </a:cubicBezTo>
                <a:cubicBezTo>
                  <a:pt x="1611" y="100428"/>
                  <a:pt x="1520" y="100003"/>
                  <a:pt x="1520" y="100124"/>
                </a:cubicBezTo>
                <a:cubicBezTo>
                  <a:pt x="1490" y="100246"/>
                  <a:pt x="1520" y="101006"/>
                  <a:pt x="1307" y="100823"/>
                </a:cubicBezTo>
                <a:cubicBezTo>
                  <a:pt x="1307" y="100580"/>
                  <a:pt x="1246" y="100641"/>
                  <a:pt x="1186" y="100580"/>
                </a:cubicBezTo>
                <a:close/>
                <a:moveTo>
                  <a:pt x="2401" y="112343"/>
                </a:moveTo>
                <a:cubicBezTo>
                  <a:pt x="2189" y="111583"/>
                  <a:pt x="1824" y="110945"/>
                  <a:pt x="1611" y="110276"/>
                </a:cubicBezTo>
                <a:cubicBezTo>
                  <a:pt x="1429" y="109790"/>
                  <a:pt x="1642" y="110003"/>
                  <a:pt x="1429" y="109517"/>
                </a:cubicBezTo>
                <a:cubicBezTo>
                  <a:pt x="760" y="107845"/>
                  <a:pt x="304" y="106112"/>
                  <a:pt x="31" y="104349"/>
                </a:cubicBezTo>
                <a:cubicBezTo>
                  <a:pt x="61" y="104136"/>
                  <a:pt x="0" y="103589"/>
                  <a:pt x="91" y="103407"/>
                </a:cubicBezTo>
                <a:cubicBezTo>
                  <a:pt x="335" y="103346"/>
                  <a:pt x="426" y="104714"/>
                  <a:pt x="608" y="104076"/>
                </a:cubicBezTo>
                <a:cubicBezTo>
                  <a:pt x="821" y="104866"/>
                  <a:pt x="730" y="105079"/>
                  <a:pt x="973" y="105808"/>
                </a:cubicBezTo>
                <a:cubicBezTo>
                  <a:pt x="1246" y="105778"/>
                  <a:pt x="912" y="104532"/>
                  <a:pt x="790" y="103589"/>
                </a:cubicBezTo>
                <a:cubicBezTo>
                  <a:pt x="912" y="103559"/>
                  <a:pt x="973" y="103863"/>
                  <a:pt x="1094" y="103802"/>
                </a:cubicBezTo>
                <a:cubicBezTo>
                  <a:pt x="1003" y="104957"/>
                  <a:pt x="1490" y="106386"/>
                  <a:pt x="1794" y="107814"/>
                </a:cubicBezTo>
                <a:cubicBezTo>
                  <a:pt x="1702" y="107936"/>
                  <a:pt x="1611" y="107571"/>
                  <a:pt x="1550" y="107237"/>
                </a:cubicBezTo>
                <a:cubicBezTo>
                  <a:pt x="1459" y="106933"/>
                  <a:pt x="1277" y="106690"/>
                  <a:pt x="1064" y="106477"/>
                </a:cubicBezTo>
                <a:cubicBezTo>
                  <a:pt x="1064" y="107267"/>
                  <a:pt x="1246" y="107115"/>
                  <a:pt x="1398" y="107480"/>
                </a:cubicBezTo>
                <a:cubicBezTo>
                  <a:pt x="1763" y="109091"/>
                  <a:pt x="1885" y="110428"/>
                  <a:pt x="2341" y="111583"/>
                </a:cubicBezTo>
                <a:cubicBezTo>
                  <a:pt x="2310" y="111827"/>
                  <a:pt x="2341" y="112100"/>
                  <a:pt x="2401" y="112343"/>
                </a:cubicBezTo>
                <a:close/>
                <a:moveTo>
                  <a:pt x="1429" y="108696"/>
                </a:moveTo>
                <a:cubicBezTo>
                  <a:pt x="1490" y="108635"/>
                  <a:pt x="1398" y="108270"/>
                  <a:pt x="1429" y="108088"/>
                </a:cubicBezTo>
                <a:cubicBezTo>
                  <a:pt x="1155" y="107997"/>
                  <a:pt x="1429" y="108878"/>
                  <a:pt x="1550" y="109486"/>
                </a:cubicBezTo>
                <a:cubicBezTo>
                  <a:pt x="1854" y="110793"/>
                  <a:pt x="1581" y="109273"/>
                  <a:pt x="1429" y="108696"/>
                </a:cubicBezTo>
                <a:close/>
                <a:moveTo>
                  <a:pt x="1186" y="102677"/>
                </a:moveTo>
                <a:cubicBezTo>
                  <a:pt x="1277" y="102708"/>
                  <a:pt x="1277" y="103103"/>
                  <a:pt x="1368" y="103103"/>
                </a:cubicBezTo>
                <a:cubicBezTo>
                  <a:pt x="1459" y="103103"/>
                  <a:pt x="1277" y="102161"/>
                  <a:pt x="1307" y="101735"/>
                </a:cubicBezTo>
                <a:cubicBezTo>
                  <a:pt x="1246" y="101735"/>
                  <a:pt x="1277" y="102039"/>
                  <a:pt x="1277" y="102222"/>
                </a:cubicBezTo>
                <a:cubicBezTo>
                  <a:pt x="1094" y="102343"/>
                  <a:pt x="942" y="101583"/>
                  <a:pt x="1064" y="102677"/>
                </a:cubicBezTo>
                <a:cubicBezTo>
                  <a:pt x="851" y="102161"/>
                  <a:pt x="912" y="102009"/>
                  <a:pt x="912" y="101279"/>
                </a:cubicBezTo>
                <a:cubicBezTo>
                  <a:pt x="912" y="101097"/>
                  <a:pt x="1003" y="101766"/>
                  <a:pt x="1003" y="101735"/>
                </a:cubicBezTo>
                <a:cubicBezTo>
                  <a:pt x="1034" y="101826"/>
                  <a:pt x="912" y="100398"/>
                  <a:pt x="942" y="100063"/>
                </a:cubicBezTo>
                <a:cubicBezTo>
                  <a:pt x="1094" y="99972"/>
                  <a:pt x="1064" y="100428"/>
                  <a:pt x="1064" y="100793"/>
                </a:cubicBezTo>
                <a:cubicBezTo>
                  <a:pt x="1398" y="101826"/>
                  <a:pt x="1611" y="102890"/>
                  <a:pt x="1733" y="103985"/>
                </a:cubicBezTo>
                <a:cubicBezTo>
                  <a:pt x="1672" y="103863"/>
                  <a:pt x="1611" y="103741"/>
                  <a:pt x="1520" y="103772"/>
                </a:cubicBezTo>
                <a:cubicBezTo>
                  <a:pt x="1672" y="104228"/>
                  <a:pt x="1854" y="104167"/>
                  <a:pt x="1976" y="105048"/>
                </a:cubicBezTo>
                <a:cubicBezTo>
                  <a:pt x="1794" y="104988"/>
                  <a:pt x="1733" y="105140"/>
                  <a:pt x="1854" y="105687"/>
                </a:cubicBezTo>
                <a:cubicBezTo>
                  <a:pt x="1429" y="105535"/>
                  <a:pt x="1368" y="104410"/>
                  <a:pt x="1186" y="103589"/>
                </a:cubicBezTo>
                <a:cubicBezTo>
                  <a:pt x="1338" y="103559"/>
                  <a:pt x="1338" y="103924"/>
                  <a:pt x="1429" y="103589"/>
                </a:cubicBezTo>
                <a:cubicBezTo>
                  <a:pt x="1368" y="103194"/>
                  <a:pt x="1186" y="103377"/>
                  <a:pt x="1186" y="102677"/>
                </a:cubicBezTo>
                <a:close/>
                <a:moveTo>
                  <a:pt x="5593" y="118818"/>
                </a:moveTo>
                <a:cubicBezTo>
                  <a:pt x="5471" y="118787"/>
                  <a:pt x="5411" y="118240"/>
                  <a:pt x="5319" y="118270"/>
                </a:cubicBezTo>
                <a:lnTo>
                  <a:pt x="4955" y="116720"/>
                </a:lnTo>
                <a:cubicBezTo>
                  <a:pt x="4803" y="116052"/>
                  <a:pt x="4590" y="115231"/>
                  <a:pt x="4772" y="115140"/>
                </a:cubicBezTo>
                <a:cubicBezTo>
                  <a:pt x="4924" y="115596"/>
                  <a:pt x="4772" y="115596"/>
                  <a:pt x="4955" y="116112"/>
                </a:cubicBezTo>
                <a:lnTo>
                  <a:pt x="5137" y="116082"/>
                </a:lnTo>
                <a:cubicBezTo>
                  <a:pt x="5198" y="115504"/>
                  <a:pt x="4894" y="114957"/>
                  <a:pt x="4681" y="113954"/>
                </a:cubicBezTo>
                <a:cubicBezTo>
                  <a:pt x="4863" y="113681"/>
                  <a:pt x="4924" y="114532"/>
                  <a:pt x="5046" y="114897"/>
                </a:cubicBezTo>
                <a:cubicBezTo>
                  <a:pt x="5137" y="115201"/>
                  <a:pt x="5319" y="115535"/>
                  <a:pt x="5380" y="115839"/>
                </a:cubicBezTo>
                <a:cubicBezTo>
                  <a:pt x="5654" y="116811"/>
                  <a:pt x="5836" y="117845"/>
                  <a:pt x="6079" y="118514"/>
                </a:cubicBezTo>
                <a:cubicBezTo>
                  <a:pt x="6049" y="119030"/>
                  <a:pt x="5897" y="118270"/>
                  <a:pt x="5745" y="118392"/>
                </a:cubicBezTo>
                <a:cubicBezTo>
                  <a:pt x="5927" y="118179"/>
                  <a:pt x="5563" y="116720"/>
                  <a:pt x="5319" y="116052"/>
                </a:cubicBezTo>
                <a:cubicBezTo>
                  <a:pt x="5167" y="116234"/>
                  <a:pt x="5167" y="116629"/>
                  <a:pt x="5289" y="117267"/>
                </a:cubicBezTo>
                <a:cubicBezTo>
                  <a:pt x="5471" y="117359"/>
                  <a:pt x="5471" y="117146"/>
                  <a:pt x="5319" y="116659"/>
                </a:cubicBezTo>
                <a:cubicBezTo>
                  <a:pt x="5654" y="117359"/>
                  <a:pt x="5441" y="118058"/>
                  <a:pt x="5593" y="118818"/>
                </a:cubicBezTo>
                <a:close/>
                <a:moveTo>
                  <a:pt x="1398" y="96902"/>
                </a:moveTo>
                <a:cubicBezTo>
                  <a:pt x="1338" y="95869"/>
                  <a:pt x="1794" y="95717"/>
                  <a:pt x="2158" y="94379"/>
                </a:cubicBezTo>
                <a:cubicBezTo>
                  <a:pt x="1794" y="95322"/>
                  <a:pt x="1794" y="94744"/>
                  <a:pt x="2097" y="93832"/>
                </a:cubicBezTo>
                <a:cubicBezTo>
                  <a:pt x="2310" y="94076"/>
                  <a:pt x="2493" y="93042"/>
                  <a:pt x="2888" y="92708"/>
                </a:cubicBezTo>
                <a:cubicBezTo>
                  <a:pt x="2888" y="92860"/>
                  <a:pt x="2705" y="93650"/>
                  <a:pt x="3040" y="92799"/>
                </a:cubicBezTo>
                <a:cubicBezTo>
                  <a:pt x="3192" y="93072"/>
                  <a:pt x="2675" y="93832"/>
                  <a:pt x="2432" y="94501"/>
                </a:cubicBezTo>
                <a:cubicBezTo>
                  <a:pt x="2371" y="94288"/>
                  <a:pt x="2827" y="93346"/>
                  <a:pt x="2462" y="93498"/>
                </a:cubicBezTo>
                <a:cubicBezTo>
                  <a:pt x="2401" y="93711"/>
                  <a:pt x="2462" y="93711"/>
                  <a:pt x="2493" y="93772"/>
                </a:cubicBezTo>
                <a:cubicBezTo>
                  <a:pt x="2310" y="94258"/>
                  <a:pt x="2128" y="94775"/>
                  <a:pt x="1976" y="95322"/>
                </a:cubicBezTo>
                <a:cubicBezTo>
                  <a:pt x="1885" y="95686"/>
                  <a:pt x="2371" y="95048"/>
                  <a:pt x="2037" y="96082"/>
                </a:cubicBezTo>
                <a:cubicBezTo>
                  <a:pt x="1763" y="96507"/>
                  <a:pt x="1824" y="94987"/>
                  <a:pt x="1398" y="96902"/>
                </a:cubicBezTo>
                <a:close/>
                <a:moveTo>
                  <a:pt x="9271" y="125626"/>
                </a:moveTo>
                <a:cubicBezTo>
                  <a:pt x="10365" y="125626"/>
                  <a:pt x="9970" y="125778"/>
                  <a:pt x="11155" y="125687"/>
                </a:cubicBezTo>
                <a:cubicBezTo>
                  <a:pt x="11277" y="125930"/>
                  <a:pt x="8967" y="125778"/>
                  <a:pt x="9271" y="125626"/>
                </a:cubicBezTo>
                <a:close/>
                <a:moveTo>
                  <a:pt x="129516" y="121766"/>
                </a:moveTo>
                <a:cubicBezTo>
                  <a:pt x="130003" y="121614"/>
                  <a:pt x="131279" y="121705"/>
                  <a:pt x="132100" y="121675"/>
                </a:cubicBezTo>
                <a:cubicBezTo>
                  <a:pt x="131644" y="121827"/>
                  <a:pt x="130337" y="121705"/>
                  <a:pt x="129516" y="121766"/>
                </a:cubicBezTo>
                <a:close/>
                <a:moveTo>
                  <a:pt x="9636" y="125505"/>
                </a:moveTo>
                <a:cubicBezTo>
                  <a:pt x="8967" y="125565"/>
                  <a:pt x="8085" y="125626"/>
                  <a:pt x="7842" y="125809"/>
                </a:cubicBezTo>
                <a:lnTo>
                  <a:pt x="6444" y="125809"/>
                </a:lnTo>
                <a:cubicBezTo>
                  <a:pt x="6322" y="125170"/>
                  <a:pt x="6231" y="124623"/>
                  <a:pt x="6322" y="124471"/>
                </a:cubicBezTo>
                <a:cubicBezTo>
                  <a:pt x="6353" y="124897"/>
                  <a:pt x="6444" y="125292"/>
                  <a:pt x="6535" y="125687"/>
                </a:cubicBezTo>
                <a:cubicBezTo>
                  <a:pt x="7143" y="125687"/>
                  <a:pt x="7842" y="125657"/>
                  <a:pt x="8298" y="125626"/>
                </a:cubicBezTo>
                <a:cubicBezTo>
                  <a:pt x="8329" y="125565"/>
                  <a:pt x="7933" y="125565"/>
                  <a:pt x="7690" y="125565"/>
                </a:cubicBezTo>
                <a:cubicBezTo>
                  <a:pt x="8329" y="125413"/>
                  <a:pt x="8997" y="125413"/>
                  <a:pt x="9666" y="125505"/>
                </a:cubicBezTo>
                <a:close/>
                <a:moveTo>
                  <a:pt x="132586" y="124836"/>
                </a:moveTo>
                <a:cubicBezTo>
                  <a:pt x="132525" y="124958"/>
                  <a:pt x="132221" y="124988"/>
                  <a:pt x="131766" y="124958"/>
                </a:cubicBezTo>
                <a:cubicBezTo>
                  <a:pt x="131766" y="125140"/>
                  <a:pt x="132100" y="125079"/>
                  <a:pt x="131766" y="125231"/>
                </a:cubicBezTo>
                <a:cubicBezTo>
                  <a:pt x="131036" y="125353"/>
                  <a:pt x="130215" y="125322"/>
                  <a:pt x="129395" y="125383"/>
                </a:cubicBezTo>
                <a:cubicBezTo>
                  <a:pt x="128118" y="125474"/>
                  <a:pt x="126781" y="125596"/>
                  <a:pt x="125413" y="125626"/>
                </a:cubicBezTo>
                <a:cubicBezTo>
                  <a:pt x="125200" y="125626"/>
                  <a:pt x="125018" y="125596"/>
                  <a:pt x="124805" y="125565"/>
                </a:cubicBezTo>
                <a:cubicBezTo>
                  <a:pt x="122829" y="125596"/>
                  <a:pt x="120823" y="125809"/>
                  <a:pt x="118847" y="125900"/>
                </a:cubicBezTo>
                <a:cubicBezTo>
                  <a:pt x="118513" y="125900"/>
                  <a:pt x="118027" y="125809"/>
                  <a:pt x="117662" y="125839"/>
                </a:cubicBezTo>
                <a:cubicBezTo>
                  <a:pt x="117449" y="125839"/>
                  <a:pt x="117115" y="125961"/>
                  <a:pt x="116872" y="125961"/>
                </a:cubicBezTo>
                <a:cubicBezTo>
                  <a:pt x="116568" y="125961"/>
                  <a:pt x="116203" y="125900"/>
                  <a:pt x="115869" y="125930"/>
                </a:cubicBezTo>
                <a:cubicBezTo>
                  <a:pt x="114501" y="125961"/>
                  <a:pt x="112799" y="126052"/>
                  <a:pt x="111309" y="126021"/>
                </a:cubicBezTo>
                <a:cubicBezTo>
                  <a:pt x="111492" y="125839"/>
                  <a:pt x="111036" y="125869"/>
                  <a:pt x="111127" y="125717"/>
                </a:cubicBezTo>
                <a:cubicBezTo>
                  <a:pt x="110337" y="125778"/>
                  <a:pt x="111188" y="125839"/>
                  <a:pt x="111127" y="126021"/>
                </a:cubicBezTo>
                <a:cubicBezTo>
                  <a:pt x="109668" y="126082"/>
                  <a:pt x="108969" y="126021"/>
                  <a:pt x="108361" y="126234"/>
                </a:cubicBezTo>
                <a:cubicBezTo>
                  <a:pt x="107905" y="126356"/>
                  <a:pt x="107783" y="126173"/>
                  <a:pt x="107571" y="126173"/>
                </a:cubicBezTo>
                <a:cubicBezTo>
                  <a:pt x="107115" y="126173"/>
                  <a:pt x="106719" y="126356"/>
                  <a:pt x="106172" y="126173"/>
                </a:cubicBezTo>
                <a:cubicBezTo>
                  <a:pt x="106385" y="126568"/>
                  <a:pt x="105595" y="126265"/>
                  <a:pt x="105169" y="126417"/>
                </a:cubicBezTo>
                <a:cubicBezTo>
                  <a:pt x="105443" y="126477"/>
                  <a:pt x="105716" y="126568"/>
                  <a:pt x="105960" y="126720"/>
                </a:cubicBezTo>
                <a:cubicBezTo>
                  <a:pt x="106264" y="126629"/>
                  <a:pt x="105868" y="126508"/>
                  <a:pt x="106355" y="126356"/>
                </a:cubicBezTo>
                <a:cubicBezTo>
                  <a:pt x="106993" y="126325"/>
                  <a:pt x="107054" y="126447"/>
                  <a:pt x="107753" y="126386"/>
                </a:cubicBezTo>
                <a:lnTo>
                  <a:pt x="107753" y="126660"/>
                </a:lnTo>
                <a:cubicBezTo>
                  <a:pt x="108422" y="126660"/>
                  <a:pt x="107875" y="126325"/>
                  <a:pt x="108756" y="126265"/>
                </a:cubicBezTo>
                <a:cubicBezTo>
                  <a:pt x="108756" y="126386"/>
                  <a:pt x="108513" y="126417"/>
                  <a:pt x="108543" y="126508"/>
                </a:cubicBezTo>
                <a:cubicBezTo>
                  <a:pt x="109303" y="126568"/>
                  <a:pt x="109577" y="126295"/>
                  <a:pt x="110124" y="126447"/>
                </a:cubicBezTo>
                <a:cubicBezTo>
                  <a:pt x="110853" y="126234"/>
                  <a:pt x="111583" y="126143"/>
                  <a:pt x="112343" y="126173"/>
                </a:cubicBezTo>
                <a:cubicBezTo>
                  <a:pt x="111948" y="126295"/>
                  <a:pt x="111552" y="126356"/>
                  <a:pt x="111127" y="126386"/>
                </a:cubicBezTo>
                <a:cubicBezTo>
                  <a:pt x="111400" y="126447"/>
                  <a:pt x="111644" y="126508"/>
                  <a:pt x="111917" y="126568"/>
                </a:cubicBezTo>
                <a:cubicBezTo>
                  <a:pt x="112343" y="126568"/>
                  <a:pt x="111735" y="126417"/>
                  <a:pt x="111735" y="126447"/>
                </a:cubicBezTo>
                <a:cubicBezTo>
                  <a:pt x="111826" y="126325"/>
                  <a:pt x="112069" y="126447"/>
                  <a:pt x="112312" y="126356"/>
                </a:cubicBezTo>
                <a:cubicBezTo>
                  <a:pt x="112616" y="126295"/>
                  <a:pt x="112647" y="126052"/>
                  <a:pt x="113315" y="126234"/>
                </a:cubicBezTo>
                <a:cubicBezTo>
                  <a:pt x="113528" y="126417"/>
                  <a:pt x="112890" y="126325"/>
                  <a:pt x="112707" y="126356"/>
                </a:cubicBezTo>
                <a:cubicBezTo>
                  <a:pt x="112555" y="126417"/>
                  <a:pt x="112768" y="126599"/>
                  <a:pt x="112312" y="126629"/>
                </a:cubicBezTo>
                <a:cubicBezTo>
                  <a:pt x="113072" y="126872"/>
                  <a:pt x="113498" y="126690"/>
                  <a:pt x="114288" y="126720"/>
                </a:cubicBezTo>
                <a:cubicBezTo>
                  <a:pt x="114288" y="126447"/>
                  <a:pt x="113498" y="126690"/>
                  <a:pt x="113315" y="126538"/>
                </a:cubicBezTo>
                <a:cubicBezTo>
                  <a:pt x="113072" y="126295"/>
                  <a:pt x="113984" y="126386"/>
                  <a:pt x="114106" y="126234"/>
                </a:cubicBezTo>
                <a:cubicBezTo>
                  <a:pt x="114774" y="126295"/>
                  <a:pt x="114197" y="126356"/>
                  <a:pt x="114288" y="126538"/>
                </a:cubicBezTo>
                <a:cubicBezTo>
                  <a:pt x="114714" y="126751"/>
                  <a:pt x="115200" y="126812"/>
                  <a:pt x="115686" y="126781"/>
                </a:cubicBezTo>
                <a:cubicBezTo>
                  <a:pt x="115686" y="126994"/>
                  <a:pt x="114926" y="127176"/>
                  <a:pt x="114683" y="126964"/>
                </a:cubicBezTo>
                <a:cubicBezTo>
                  <a:pt x="114136" y="127024"/>
                  <a:pt x="115200" y="127085"/>
                  <a:pt x="114866" y="127298"/>
                </a:cubicBezTo>
                <a:cubicBezTo>
                  <a:pt x="114440" y="127450"/>
                  <a:pt x="113923" y="127298"/>
                  <a:pt x="113467" y="127298"/>
                </a:cubicBezTo>
                <a:cubicBezTo>
                  <a:pt x="113285" y="127298"/>
                  <a:pt x="113042" y="127359"/>
                  <a:pt x="112677" y="127359"/>
                </a:cubicBezTo>
                <a:cubicBezTo>
                  <a:pt x="111765" y="127359"/>
                  <a:pt x="110701" y="127237"/>
                  <a:pt x="109698" y="127237"/>
                </a:cubicBezTo>
                <a:cubicBezTo>
                  <a:pt x="109303" y="127237"/>
                  <a:pt x="109151" y="127328"/>
                  <a:pt x="108908" y="127328"/>
                </a:cubicBezTo>
                <a:cubicBezTo>
                  <a:pt x="107479" y="127328"/>
                  <a:pt x="105716" y="127237"/>
                  <a:pt x="104349" y="127268"/>
                </a:cubicBezTo>
                <a:cubicBezTo>
                  <a:pt x="103741" y="127268"/>
                  <a:pt x="103315" y="127237"/>
                  <a:pt x="102768" y="127207"/>
                </a:cubicBezTo>
                <a:cubicBezTo>
                  <a:pt x="99425" y="127116"/>
                  <a:pt x="95929" y="127116"/>
                  <a:pt x="92646" y="126933"/>
                </a:cubicBezTo>
                <a:cubicBezTo>
                  <a:pt x="92342" y="126903"/>
                  <a:pt x="92160" y="126842"/>
                  <a:pt x="91856" y="126812"/>
                </a:cubicBezTo>
                <a:cubicBezTo>
                  <a:pt x="91187" y="126751"/>
                  <a:pt x="90519" y="126812"/>
                  <a:pt x="89698" y="126812"/>
                </a:cubicBezTo>
                <a:cubicBezTo>
                  <a:pt x="89151" y="126751"/>
                  <a:pt x="88634" y="126751"/>
                  <a:pt x="88087" y="126812"/>
                </a:cubicBezTo>
                <a:cubicBezTo>
                  <a:pt x="87479" y="126842"/>
                  <a:pt x="87570" y="126629"/>
                  <a:pt x="87114" y="126629"/>
                </a:cubicBezTo>
                <a:cubicBezTo>
                  <a:pt x="86142" y="126751"/>
                  <a:pt x="85017" y="126538"/>
                  <a:pt x="83953" y="126690"/>
                </a:cubicBezTo>
                <a:cubicBezTo>
                  <a:pt x="83588" y="126690"/>
                  <a:pt x="83953" y="126447"/>
                  <a:pt x="84348" y="126477"/>
                </a:cubicBezTo>
                <a:cubicBezTo>
                  <a:pt x="83619" y="126265"/>
                  <a:pt x="82555" y="126568"/>
                  <a:pt x="82737" y="126690"/>
                </a:cubicBezTo>
                <a:cubicBezTo>
                  <a:pt x="82038" y="126629"/>
                  <a:pt x="81096" y="126629"/>
                  <a:pt x="80974" y="126356"/>
                </a:cubicBezTo>
                <a:cubicBezTo>
                  <a:pt x="80032" y="126660"/>
                  <a:pt x="78451" y="126143"/>
                  <a:pt x="77600" y="126477"/>
                </a:cubicBezTo>
                <a:cubicBezTo>
                  <a:pt x="77236" y="126538"/>
                  <a:pt x="77144" y="126356"/>
                  <a:pt x="77023" y="126356"/>
                </a:cubicBezTo>
                <a:cubicBezTo>
                  <a:pt x="76810" y="126386"/>
                  <a:pt x="76628" y="126386"/>
                  <a:pt x="76415" y="126417"/>
                </a:cubicBezTo>
                <a:cubicBezTo>
                  <a:pt x="75564" y="126356"/>
                  <a:pt x="74044" y="126204"/>
                  <a:pt x="72859" y="126204"/>
                </a:cubicBezTo>
                <a:cubicBezTo>
                  <a:pt x="72585" y="126204"/>
                  <a:pt x="71886" y="126234"/>
                  <a:pt x="71856" y="126325"/>
                </a:cubicBezTo>
                <a:cubicBezTo>
                  <a:pt x="71643" y="126325"/>
                  <a:pt x="71704" y="126234"/>
                  <a:pt x="71673" y="126143"/>
                </a:cubicBezTo>
                <a:cubicBezTo>
                  <a:pt x="70761" y="126204"/>
                  <a:pt x="69819" y="126204"/>
                  <a:pt x="68907" y="126143"/>
                </a:cubicBezTo>
                <a:cubicBezTo>
                  <a:pt x="68694" y="126143"/>
                  <a:pt x="68755" y="126234"/>
                  <a:pt x="68694" y="126265"/>
                </a:cubicBezTo>
                <a:cubicBezTo>
                  <a:pt x="67965" y="126143"/>
                  <a:pt x="67539" y="126325"/>
                  <a:pt x="67114" y="126143"/>
                </a:cubicBezTo>
                <a:cubicBezTo>
                  <a:pt x="66688" y="126113"/>
                  <a:pt x="66810" y="126265"/>
                  <a:pt x="66506" y="126265"/>
                </a:cubicBezTo>
                <a:cubicBezTo>
                  <a:pt x="65807" y="126173"/>
                  <a:pt x="65077" y="126113"/>
                  <a:pt x="64348" y="126143"/>
                </a:cubicBezTo>
                <a:cubicBezTo>
                  <a:pt x="63831" y="126143"/>
                  <a:pt x="62858" y="126173"/>
                  <a:pt x="62555" y="126173"/>
                </a:cubicBezTo>
                <a:cubicBezTo>
                  <a:pt x="62129" y="126204"/>
                  <a:pt x="61734" y="126295"/>
                  <a:pt x="61369" y="126295"/>
                </a:cubicBezTo>
                <a:cubicBezTo>
                  <a:pt x="59910" y="126356"/>
                  <a:pt x="58421" y="126295"/>
                  <a:pt x="57174" y="126265"/>
                </a:cubicBezTo>
                <a:cubicBezTo>
                  <a:pt x="56019" y="126265"/>
                  <a:pt x="54773" y="126477"/>
                  <a:pt x="54013" y="126265"/>
                </a:cubicBezTo>
                <a:cubicBezTo>
                  <a:pt x="53679" y="126265"/>
                  <a:pt x="53557" y="126356"/>
                  <a:pt x="53193" y="126386"/>
                </a:cubicBezTo>
                <a:cubicBezTo>
                  <a:pt x="52858" y="126386"/>
                  <a:pt x="52858" y="126295"/>
                  <a:pt x="52615" y="126295"/>
                </a:cubicBezTo>
                <a:cubicBezTo>
                  <a:pt x="52159" y="126295"/>
                  <a:pt x="51521" y="126417"/>
                  <a:pt x="51035" y="126417"/>
                </a:cubicBezTo>
                <a:cubicBezTo>
                  <a:pt x="49880" y="126417"/>
                  <a:pt x="48846" y="126295"/>
                  <a:pt x="47661" y="126325"/>
                </a:cubicBezTo>
                <a:cubicBezTo>
                  <a:pt x="47357" y="126325"/>
                  <a:pt x="47296" y="126386"/>
                  <a:pt x="47053" y="126386"/>
                </a:cubicBezTo>
                <a:cubicBezTo>
                  <a:pt x="46718" y="126386"/>
                  <a:pt x="46414" y="126325"/>
                  <a:pt x="46080" y="126325"/>
                </a:cubicBezTo>
                <a:cubicBezTo>
                  <a:pt x="45806" y="126325"/>
                  <a:pt x="45503" y="126447"/>
                  <a:pt x="45259" y="126447"/>
                </a:cubicBezTo>
                <a:cubicBezTo>
                  <a:pt x="45168" y="126447"/>
                  <a:pt x="44895" y="126386"/>
                  <a:pt x="44682" y="126386"/>
                </a:cubicBezTo>
                <a:cubicBezTo>
                  <a:pt x="44317" y="126386"/>
                  <a:pt x="44256" y="126447"/>
                  <a:pt x="43892" y="126447"/>
                </a:cubicBezTo>
                <a:cubicBezTo>
                  <a:pt x="42372" y="126447"/>
                  <a:pt x="40700" y="126356"/>
                  <a:pt x="39332" y="126417"/>
                </a:cubicBezTo>
                <a:cubicBezTo>
                  <a:pt x="38998" y="126417"/>
                  <a:pt x="38998" y="126325"/>
                  <a:pt x="38724" y="126356"/>
                </a:cubicBezTo>
                <a:cubicBezTo>
                  <a:pt x="38025" y="126356"/>
                  <a:pt x="37083" y="126599"/>
                  <a:pt x="35958" y="126386"/>
                </a:cubicBezTo>
                <a:cubicBezTo>
                  <a:pt x="35168" y="126568"/>
                  <a:pt x="34043" y="126386"/>
                  <a:pt x="32584" y="126417"/>
                </a:cubicBezTo>
                <a:cubicBezTo>
                  <a:pt x="32615" y="126295"/>
                  <a:pt x="33253" y="126386"/>
                  <a:pt x="33192" y="126234"/>
                </a:cubicBezTo>
                <a:cubicBezTo>
                  <a:pt x="32919" y="126204"/>
                  <a:pt x="32645" y="126265"/>
                  <a:pt x="32402" y="126417"/>
                </a:cubicBezTo>
                <a:cubicBezTo>
                  <a:pt x="32007" y="126295"/>
                  <a:pt x="31095" y="126356"/>
                  <a:pt x="30426" y="126356"/>
                </a:cubicBezTo>
                <a:cubicBezTo>
                  <a:pt x="29970" y="126325"/>
                  <a:pt x="30183" y="126538"/>
                  <a:pt x="29818" y="126538"/>
                </a:cubicBezTo>
                <a:cubicBezTo>
                  <a:pt x="27812" y="126568"/>
                  <a:pt x="25958" y="126417"/>
                  <a:pt x="24256" y="126508"/>
                </a:cubicBezTo>
                <a:cubicBezTo>
                  <a:pt x="23800" y="126508"/>
                  <a:pt x="23496" y="126599"/>
                  <a:pt x="23070" y="126599"/>
                </a:cubicBezTo>
                <a:cubicBezTo>
                  <a:pt x="21824" y="126629"/>
                  <a:pt x="20548" y="126538"/>
                  <a:pt x="19301" y="126538"/>
                </a:cubicBezTo>
                <a:cubicBezTo>
                  <a:pt x="18937" y="126538"/>
                  <a:pt x="18481" y="126599"/>
                  <a:pt x="18116" y="126568"/>
                </a:cubicBezTo>
                <a:cubicBezTo>
                  <a:pt x="17751" y="126568"/>
                  <a:pt x="17538" y="126477"/>
                  <a:pt x="17143" y="126447"/>
                </a:cubicBezTo>
                <a:cubicBezTo>
                  <a:pt x="16718" y="126417"/>
                  <a:pt x="16505" y="126508"/>
                  <a:pt x="16140" y="126508"/>
                </a:cubicBezTo>
                <a:lnTo>
                  <a:pt x="9909" y="126356"/>
                </a:lnTo>
                <a:cubicBezTo>
                  <a:pt x="9788" y="126173"/>
                  <a:pt x="11247" y="126356"/>
                  <a:pt x="12341" y="126325"/>
                </a:cubicBezTo>
                <a:cubicBezTo>
                  <a:pt x="12523" y="126325"/>
                  <a:pt x="12736" y="126295"/>
                  <a:pt x="12979" y="126265"/>
                </a:cubicBezTo>
                <a:lnTo>
                  <a:pt x="13374" y="126234"/>
                </a:lnTo>
                <a:lnTo>
                  <a:pt x="13587" y="126204"/>
                </a:lnTo>
                <a:cubicBezTo>
                  <a:pt x="13891" y="126173"/>
                  <a:pt x="14134" y="126173"/>
                  <a:pt x="14195" y="126325"/>
                </a:cubicBezTo>
                <a:cubicBezTo>
                  <a:pt x="14894" y="126356"/>
                  <a:pt x="14681" y="126113"/>
                  <a:pt x="15380" y="126143"/>
                </a:cubicBezTo>
                <a:cubicBezTo>
                  <a:pt x="15380" y="126234"/>
                  <a:pt x="15532" y="126295"/>
                  <a:pt x="15745" y="126325"/>
                </a:cubicBezTo>
                <a:cubicBezTo>
                  <a:pt x="15654" y="126173"/>
                  <a:pt x="16444" y="126052"/>
                  <a:pt x="16961" y="126265"/>
                </a:cubicBezTo>
                <a:cubicBezTo>
                  <a:pt x="17174" y="126052"/>
                  <a:pt x="16201" y="126173"/>
                  <a:pt x="16383" y="125961"/>
                </a:cubicBezTo>
                <a:lnTo>
                  <a:pt x="19362" y="125900"/>
                </a:lnTo>
                <a:cubicBezTo>
                  <a:pt x="19545" y="125687"/>
                  <a:pt x="18481" y="125809"/>
                  <a:pt x="18785" y="125535"/>
                </a:cubicBezTo>
                <a:cubicBezTo>
                  <a:pt x="20153" y="125687"/>
                  <a:pt x="21095" y="125322"/>
                  <a:pt x="22128" y="125626"/>
                </a:cubicBezTo>
                <a:cubicBezTo>
                  <a:pt x="22554" y="125596"/>
                  <a:pt x="22554" y="125535"/>
                  <a:pt x="22341" y="125444"/>
                </a:cubicBezTo>
                <a:cubicBezTo>
                  <a:pt x="22797" y="125353"/>
                  <a:pt x="23070" y="125596"/>
                  <a:pt x="23131" y="125444"/>
                </a:cubicBezTo>
                <a:cubicBezTo>
                  <a:pt x="23618" y="125444"/>
                  <a:pt x="22888" y="125596"/>
                  <a:pt x="22919" y="125687"/>
                </a:cubicBezTo>
                <a:cubicBezTo>
                  <a:pt x="24165" y="125505"/>
                  <a:pt x="25441" y="125474"/>
                  <a:pt x="26688" y="125565"/>
                </a:cubicBezTo>
                <a:cubicBezTo>
                  <a:pt x="26688" y="125505"/>
                  <a:pt x="26444" y="125535"/>
                  <a:pt x="26323" y="125505"/>
                </a:cubicBezTo>
                <a:cubicBezTo>
                  <a:pt x="27022" y="125505"/>
                  <a:pt x="28846" y="125383"/>
                  <a:pt x="29879" y="125535"/>
                </a:cubicBezTo>
                <a:cubicBezTo>
                  <a:pt x="30578" y="125565"/>
                  <a:pt x="30365" y="125322"/>
                  <a:pt x="31095" y="125353"/>
                </a:cubicBezTo>
                <a:cubicBezTo>
                  <a:pt x="31460" y="125444"/>
                  <a:pt x="31855" y="125505"/>
                  <a:pt x="32250" y="125505"/>
                </a:cubicBezTo>
                <a:cubicBezTo>
                  <a:pt x="32584" y="125505"/>
                  <a:pt x="32645" y="125444"/>
                  <a:pt x="32676" y="125383"/>
                </a:cubicBezTo>
                <a:cubicBezTo>
                  <a:pt x="33101" y="125413"/>
                  <a:pt x="33739" y="125505"/>
                  <a:pt x="33861" y="125322"/>
                </a:cubicBezTo>
                <a:cubicBezTo>
                  <a:pt x="33709" y="125170"/>
                  <a:pt x="32736" y="125292"/>
                  <a:pt x="32280" y="125231"/>
                </a:cubicBezTo>
                <a:cubicBezTo>
                  <a:pt x="32341" y="125079"/>
                  <a:pt x="32220" y="124988"/>
                  <a:pt x="31703" y="124988"/>
                </a:cubicBezTo>
                <a:cubicBezTo>
                  <a:pt x="31551" y="125018"/>
                  <a:pt x="31429" y="125049"/>
                  <a:pt x="31308" y="125049"/>
                </a:cubicBezTo>
                <a:cubicBezTo>
                  <a:pt x="31429" y="125109"/>
                  <a:pt x="31733" y="125109"/>
                  <a:pt x="31672" y="125231"/>
                </a:cubicBezTo>
                <a:cubicBezTo>
                  <a:pt x="26779" y="125079"/>
                  <a:pt x="24621" y="125231"/>
                  <a:pt x="20001" y="125109"/>
                </a:cubicBezTo>
                <a:cubicBezTo>
                  <a:pt x="19757" y="125018"/>
                  <a:pt x="19909" y="124988"/>
                  <a:pt x="20001" y="124897"/>
                </a:cubicBezTo>
                <a:cubicBezTo>
                  <a:pt x="18724" y="124897"/>
                  <a:pt x="17660" y="124958"/>
                  <a:pt x="16627" y="124897"/>
                </a:cubicBezTo>
                <a:cubicBezTo>
                  <a:pt x="16414" y="124897"/>
                  <a:pt x="16475" y="125018"/>
                  <a:pt x="16231" y="125018"/>
                </a:cubicBezTo>
                <a:cubicBezTo>
                  <a:pt x="15684" y="124988"/>
                  <a:pt x="15107" y="124927"/>
                  <a:pt x="15259" y="124684"/>
                </a:cubicBezTo>
                <a:cubicBezTo>
                  <a:pt x="14712" y="124775"/>
                  <a:pt x="14620" y="124745"/>
                  <a:pt x="14833" y="124958"/>
                </a:cubicBezTo>
                <a:cubicBezTo>
                  <a:pt x="14651" y="124897"/>
                  <a:pt x="14651" y="124806"/>
                  <a:pt x="14256" y="124806"/>
                </a:cubicBezTo>
                <a:cubicBezTo>
                  <a:pt x="14347" y="124593"/>
                  <a:pt x="15107" y="124593"/>
                  <a:pt x="15472" y="124441"/>
                </a:cubicBezTo>
                <a:cubicBezTo>
                  <a:pt x="16049" y="124532"/>
                  <a:pt x="16657" y="124562"/>
                  <a:pt x="17235" y="124502"/>
                </a:cubicBezTo>
                <a:cubicBezTo>
                  <a:pt x="17538" y="124745"/>
                  <a:pt x="16566" y="124532"/>
                  <a:pt x="16627" y="124684"/>
                </a:cubicBezTo>
                <a:cubicBezTo>
                  <a:pt x="17022" y="124836"/>
                  <a:pt x="18207" y="124714"/>
                  <a:pt x="17630" y="124502"/>
                </a:cubicBezTo>
                <a:cubicBezTo>
                  <a:pt x="18390" y="124562"/>
                  <a:pt x="18785" y="124380"/>
                  <a:pt x="19210" y="124502"/>
                </a:cubicBezTo>
                <a:cubicBezTo>
                  <a:pt x="19301" y="124654"/>
                  <a:pt x="18937" y="124623"/>
                  <a:pt x="18633" y="124623"/>
                </a:cubicBezTo>
                <a:cubicBezTo>
                  <a:pt x="18906" y="124806"/>
                  <a:pt x="19909" y="124684"/>
                  <a:pt x="19818" y="124502"/>
                </a:cubicBezTo>
                <a:cubicBezTo>
                  <a:pt x="20943" y="124593"/>
                  <a:pt x="22067" y="124593"/>
                  <a:pt x="23192" y="124532"/>
                </a:cubicBezTo>
                <a:cubicBezTo>
                  <a:pt x="23739" y="124562"/>
                  <a:pt x="24013" y="124684"/>
                  <a:pt x="24560" y="124745"/>
                </a:cubicBezTo>
                <a:cubicBezTo>
                  <a:pt x="24773" y="124745"/>
                  <a:pt x="24712" y="124623"/>
                  <a:pt x="24955" y="124623"/>
                </a:cubicBezTo>
                <a:cubicBezTo>
                  <a:pt x="26809" y="124654"/>
                  <a:pt x="29180" y="124562"/>
                  <a:pt x="30700" y="124714"/>
                </a:cubicBezTo>
                <a:cubicBezTo>
                  <a:pt x="30882" y="124927"/>
                  <a:pt x="30092" y="124806"/>
                  <a:pt x="29697" y="124836"/>
                </a:cubicBezTo>
                <a:cubicBezTo>
                  <a:pt x="30396" y="125049"/>
                  <a:pt x="31156" y="124745"/>
                  <a:pt x="31490" y="124654"/>
                </a:cubicBezTo>
                <a:cubicBezTo>
                  <a:pt x="33983" y="124806"/>
                  <a:pt x="35837" y="124806"/>
                  <a:pt x="38238" y="124775"/>
                </a:cubicBezTo>
                <a:cubicBezTo>
                  <a:pt x="38360" y="124866"/>
                  <a:pt x="38815" y="124806"/>
                  <a:pt x="38420" y="124958"/>
                </a:cubicBezTo>
                <a:cubicBezTo>
                  <a:pt x="39028" y="125018"/>
                  <a:pt x="38907" y="124866"/>
                  <a:pt x="39211" y="124836"/>
                </a:cubicBezTo>
                <a:cubicBezTo>
                  <a:pt x="40791" y="124927"/>
                  <a:pt x="42554" y="124958"/>
                  <a:pt x="43983" y="124927"/>
                </a:cubicBezTo>
                <a:cubicBezTo>
                  <a:pt x="44712" y="124897"/>
                  <a:pt x="45655" y="124866"/>
                  <a:pt x="46354" y="124866"/>
                </a:cubicBezTo>
                <a:cubicBezTo>
                  <a:pt x="46962" y="124866"/>
                  <a:pt x="47387" y="124958"/>
                  <a:pt x="47934" y="124958"/>
                </a:cubicBezTo>
                <a:cubicBezTo>
                  <a:pt x="48238" y="124958"/>
                  <a:pt x="48603" y="124897"/>
                  <a:pt x="48937" y="124897"/>
                </a:cubicBezTo>
                <a:cubicBezTo>
                  <a:pt x="49241" y="124897"/>
                  <a:pt x="49393" y="125018"/>
                  <a:pt x="49728" y="125018"/>
                </a:cubicBezTo>
                <a:cubicBezTo>
                  <a:pt x="49971" y="125018"/>
                  <a:pt x="51612" y="124988"/>
                  <a:pt x="52098" y="124927"/>
                </a:cubicBezTo>
                <a:cubicBezTo>
                  <a:pt x="52311" y="124897"/>
                  <a:pt x="52250" y="124806"/>
                  <a:pt x="52494" y="124806"/>
                </a:cubicBezTo>
                <a:cubicBezTo>
                  <a:pt x="52949" y="124866"/>
                  <a:pt x="53436" y="124897"/>
                  <a:pt x="53892" y="124866"/>
                </a:cubicBezTo>
                <a:cubicBezTo>
                  <a:pt x="54560" y="124866"/>
                  <a:pt x="54712" y="125018"/>
                  <a:pt x="55077" y="124806"/>
                </a:cubicBezTo>
                <a:cubicBezTo>
                  <a:pt x="55715" y="124806"/>
                  <a:pt x="55715" y="124988"/>
                  <a:pt x="56445" y="124958"/>
                </a:cubicBezTo>
                <a:cubicBezTo>
                  <a:pt x="56415" y="124866"/>
                  <a:pt x="56111" y="124897"/>
                  <a:pt x="55867" y="124897"/>
                </a:cubicBezTo>
                <a:cubicBezTo>
                  <a:pt x="56080" y="124623"/>
                  <a:pt x="56627" y="124836"/>
                  <a:pt x="57053" y="124836"/>
                </a:cubicBezTo>
                <a:cubicBezTo>
                  <a:pt x="59545" y="124836"/>
                  <a:pt x="61764" y="124775"/>
                  <a:pt x="64773" y="124866"/>
                </a:cubicBezTo>
                <a:cubicBezTo>
                  <a:pt x="65716" y="124897"/>
                  <a:pt x="67418" y="124897"/>
                  <a:pt x="68755" y="124866"/>
                </a:cubicBezTo>
                <a:cubicBezTo>
                  <a:pt x="69120" y="124866"/>
                  <a:pt x="69150" y="124958"/>
                  <a:pt x="69546" y="124927"/>
                </a:cubicBezTo>
                <a:cubicBezTo>
                  <a:pt x="70336" y="124927"/>
                  <a:pt x="71308" y="124775"/>
                  <a:pt x="71704" y="125018"/>
                </a:cubicBezTo>
                <a:cubicBezTo>
                  <a:pt x="71886" y="124866"/>
                  <a:pt x="73710" y="124806"/>
                  <a:pt x="74105" y="124897"/>
                </a:cubicBezTo>
                <a:cubicBezTo>
                  <a:pt x="74196" y="124927"/>
                  <a:pt x="73649" y="124988"/>
                  <a:pt x="73497" y="124958"/>
                </a:cubicBezTo>
                <a:cubicBezTo>
                  <a:pt x="73436" y="125079"/>
                  <a:pt x="74622" y="125079"/>
                  <a:pt x="74287" y="124897"/>
                </a:cubicBezTo>
                <a:cubicBezTo>
                  <a:pt x="74804" y="125018"/>
                  <a:pt x="75351" y="125079"/>
                  <a:pt x="75868" y="125018"/>
                </a:cubicBezTo>
                <a:cubicBezTo>
                  <a:pt x="75868" y="124958"/>
                  <a:pt x="75625" y="124988"/>
                  <a:pt x="75503" y="124958"/>
                </a:cubicBezTo>
                <a:cubicBezTo>
                  <a:pt x="76293" y="124806"/>
                  <a:pt x="77935" y="124958"/>
                  <a:pt x="79059" y="124897"/>
                </a:cubicBezTo>
                <a:cubicBezTo>
                  <a:pt x="80032" y="125140"/>
                  <a:pt x="81035" y="125231"/>
                  <a:pt x="82038" y="125170"/>
                </a:cubicBezTo>
                <a:cubicBezTo>
                  <a:pt x="81917" y="125049"/>
                  <a:pt x="81035" y="125170"/>
                  <a:pt x="81278" y="124927"/>
                </a:cubicBezTo>
                <a:cubicBezTo>
                  <a:pt x="82403" y="124988"/>
                  <a:pt x="82585" y="124745"/>
                  <a:pt x="83862" y="124806"/>
                </a:cubicBezTo>
                <a:cubicBezTo>
                  <a:pt x="84591" y="124836"/>
                  <a:pt x="85382" y="124927"/>
                  <a:pt x="86233" y="124927"/>
                </a:cubicBezTo>
                <a:cubicBezTo>
                  <a:pt x="86202" y="124988"/>
                  <a:pt x="85838" y="124988"/>
                  <a:pt x="85625" y="124988"/>
                </a:cubicBezTo>
                <a:cubicBezTo>
                  <a:pt x="86050" y="125140"/>
                  <a:pt x="86962" y="124988"/>
                  <a:pt x="86415" y="124806"/>
                </a:cubicBezTo>
                <a:cubicBezTo>
                  <a:pt x="86871" y="124775"/>
                  <a:pt x="87175" y="124806"/>
                  <a:pt x="87205" y="124927"/>
                </a:cubicBezTo>
                <a:cubicBezTo>
                  <a:pt x="88391" y="124745"/>
                  <a:pt x="90306" y="124897"/>
                  <a:pt x="91765" y="124806"/>
                </a:cubicBezTo>
                <a:cubicBezTo>
                  <a:pt x="91096" y="124988"/>
                  <a:pt x="92616" y="125049"/>
                  <a:pt x="92950" y="124927"/>
                </a:cubicBezTo>
                <a:cubicBezTo>
                  <a:pt x="92859" y="124684"/>
                  <a:pt x="91947" y="125079"/>
                  <a:pt x="92160" y="124806"/>
                </a:cubicBezTo>
                <a:cubicBezTo>
                  <a:pt x="94075" y="124775"/>
                  <a:pt x="96385" y="124836"/>
                  <a:pt x="97722" y="124806"/>
                </a:cubicBezTo>
                <a:cubicBezTo>
                  <a:pt x="97662" y="124897"/>
                  <a:pt x="97905" y="124897"/>
                  <a:pt x="97905" y="124988"/>
                </a:cubicBezTo>
                <a:lnTo>
                  <a:pt x="98513" y="124806"/>
                </a:lnTo>
                <a:cubicBezTo>
                  <a:pt x="99364" y="124806"/>
                  <a:pt x="100276" y="124806"/>
                  <a:pt x="101096" y="124806"/>
                </a:cubicBezTo>
                <a:cubicBezTo>
                  <a:pt x="102525" y="124745"/>
                  <a:pt x="104075" y="124836"/>
                  <a:pt x="105656" y="124836"/>
                </a:cubicBezTo>
                <a:cubicBezTo>
                  <a:pt x="106020" y="124836"/>
                  <a:pt x="106476" y="124775"/>
                  <a:pt x="106841" y="124775"/>
                </a:cubicBezTo>
                <a:cubicBezTo>
                  <a:pt x="108513" y="124745"/>
                  <a:pt x="111461" y="124806"/>
                  <a:pt x="113589" y="124714"/>
                </a:cubicBezTo>
                <a:cubicBezTo>
                  <a:pt x="114227" y="124714"/>
                  <a:pt x="114774" y="124623"/>
                  <a:pt x="115382" y="124593"/>
                </a:cubicBezTo>
                <a:cubicBezTo>
                  <a:pt x="116659" y="124532"/>
                  <a:pt x="117875" y="124593"/>
                  <a:pt x="119151" y="124562"/>
                </a:cubicBezTo>
                <a:lnTo>
                  <a:pt x="123711" y="124380"/>
                </a:lnTo>
                <a:cubicBezTo>
                  <a:pt x="124075" y="124380"/>
                  <a:pt x="124136" y="124441"/>
                  <a:pt x="124501" y="124441"/>
                </a:cubicBezTo>
                <a:cubicBezTo>
                  <a:pt x="124866" y="124410"/>
                  <a:pt x="125048" y="124350"/>
                  <a:pt x="125291" y="124350"/>
                </a:cubicBezTo>
                <a:cubicBezTo>
                  <a:pt x="125808" y="124350"/>
                  <a:pt x="126386" y="124502"/>
                  <a:pt x="126872" y="124258"/>
                </a:cubicBezTo>
                <a:lnTo>
                  <a:pt x="132039" y="124198"/>
                </a:lnTo>
                <a:cubicBezTo>
                  <a:pt x="132069" y="124319"/>
                  <a:pt x="131796" y="124319"/>
                  <a:pt x="131826" y="124441"/>
                </a:cubicBezTo>
                <a:lnTo>
                  <a:pt x="130246" y="124471"/>
                </a:lnTo>
                <a:cubicBezTo>
                  <a:pt x="129820" y="124471"/>
                  <a:pt x="130155" y="124684"/>
                  <a:pt x="130033" y="124775"/>
                </a:cubicBezTo>
                <a:cubicBezTo>
                  <a:pt x="130459" y="124806"/>
                  <a:pt x="130337" y="124654"/>
                  <a:pt x="130641" y="124654"/>
                </a:cubicBezTo>
                <a:cubicBezTo>
                  <a:pt x="131127" y="124623"/>
                  <a:pt x="130823" y="124745"/>
                  <a:pt x="131006" y="124775"/>
                </a:cubicBezTo>
                <a:cubicBezTo>
                  <a:pt x="131218" y="124775"/>
                  <a:pt x="131431" y="124745"/>
                  <a:pt x="131614" y="124684"/>
                </a:cubicBezTo>
                <a:cubicBezTo>
                  <a:pt x="132100" y="124714"/>
                  <a:pt x="132161" y="124958"/>
                  <a:pt x="132586" y="124836"/>
                </a:cubicBezTo>
                <a:close/>
                <a:moveTo>
                  <a:pt x="29302" y="124927"/>
                </a:moveTo>
                <a:cubicBezTo>
                  <a:pt x="28876" y="124927"/>
                  <a:pt x="28511" y="124623"/>
                  <a:pt x="28116" y="124836"/>
                </a:cubicBezTo>
                <a:cubicBezTo>
                  <a:pt x="28511" y="124836"/>
                  <a:pt x="28906" y="125140"/>
                  <a:pt x="29302" y="124927"/>
                </a:cubicBezTo>
                <a:close/>
                <a:moveTo>
                  <a:pt x="20943" y="125809"/>
                </a:moveTo>
                <a:cubicBezTo>
                  <a:pt x="20548" y="125717"/>
                  <a:pt x="20001" y="125717"/>
                  <a:pt x="19545" y="125657"/>
                </a:cubicBezTo>
                <a:cubicBezTo>
                  <a:pt x="19423" y="125900"/>
                  <a:pt x="20578" y="126052"/>
                  <a:pt x="20730" y="125991"/>
                </a:cubicBezTo>
                <a:cubicBezTo>
                  <a:pt x="20153" y="125961"/>
                  <a:pt x="21034" y="125900"/>
                  <a:pt x="20912" y="125809"/>
                </a:cubicBezTo>
                <a:close/>
                <a:moveTo>
                  <a:pt x="22858" y="126508"/>
                </a:moveTo>
                <a:cubicBezTo>
                  <a:pt x="22858" y="126325"/>
                  <a:pt x="21551" y="126234"/>
                  <a:pt x="21308" y="126356"/>
                </a:cubicBezTo>
                <a:cubicBezTo>
                  <a:pt x="21824" y="126477"/>
                  <a:pt x="22341" y="126508"/>
                  <a:pt x="22858" y="126508"/>
                </a:cubicBezTo>
                <a:close/>
                <a:moveTo>
                  <a:pt x="29606" y="126356"/>
                </a:moveTo>
                <a:cubicBezTo>
                  <a:pt x="29180" y="126295"/>
                  <a:pt x="27964" y="126173"/>
                  <a:pt x="27843" y="126386"/>
                </a:cubicBezTo>
                <a:cubicBezTo>
                  <a:pt x="28511" y="126295"/>
                  <a:pt x="29028" y="126508"/>
                  <a:pt x="29606" y="126356"/>
                </a:cubicBezTo>
                <a:close/>
                <a:moveTo>
                  <a:pt x="34651" y="125018"/>
                </a:moveTo>
                <a:cubicBezTo>
                  <a:pt x="34378" y="124866"/>
                  <a:pt x="32858" y="125079"/>
                  <a:pt x="33253" y="125140"/>
                </a:cubicBezTo>
                <a:cubicBezTo>
                  <a:pt x="33435" y="124988"/>
                  <a:pt x="34530" y="125170"/>
                  <a:pt x="34651" y="125018"/>
                </a:cubicBezTo>
                <a:close/>
                <a:moveTo>
                  <a:pt x="48056" y="126143"/>
                </a:moveTo>
                <a:cubicBezTo>
                  <a:pt x="47600" y="126082"/>
                  <a:pt x="47114" y="126082"/>
                  <a:pt x="46658" y="126204"/>
                </a:cubicBezTo>
                <a:cubicBezTo>
                  <a:pt x="47083" y="126265"/>
                  <a:pt x="47934" y="126386"/>
                  <a:pt x="48056" y="126173"/>
                </a:cubicBezTo>
                <a:close/>
                <a:moveTo>
                  <a:pt x="54013" y="126082"/>
                </a:moveTo>
                <a:cubicBezTo>
                  <a:pt x="53953" y="125930"/>
                  <a:pt x="53466" y="126143"/>
                  <a:pt x="53405" y="126173"/>
                </a:cubicBezTo>
                <a:lnTo>
                  <a:pt x="55199" y="126173"/>
                </a:lnTo>
                <a:cubicBezTo>
                  <a:pt x="55381" y="125991"/>
                  <a:pt x="54408" y="126113"/>
                  <a:pt x="54013" y="126082"/>
                </a:cubicBezTo>
                <a:close/>
                <a:moveTo>
                  <a:pt x="78026" y="125626"/>
                </a:moveTo>
                <a:cubicBezTo>
                  <a:pt x="77692" y="125565"/>
                  <a:pt x="77327" y="125626"/>
                  <a:pt x="77023" y="125809"/>
                </a:cubicBezTo>
                <a:cubicBezTo>
                  <a:pt x="77540" y="125809"/>
                  <a:pt x="78056" y="125809"/>
                  <a:pt x="78026" y="125626"/>
                </a:cubicBezTo>
                <a:close/>
                <a:moveTo>
                  <a:pt x="79059" y="125079"/>
                </a:moveTo>
                <a:cubicBezTo>
                  <a:pt x="78299" y="125140"/>
                  <a:pt x="76719" y="124806"/>
                  <a:pt x="76476" y="125140"/>
                </a:cubicBezTo>
                <a:cubicBezTo>
                  <a:pt x="77236" y="125201"/>
                  <a:pt x="76780" y="125170"/>
                  <a:pt x="77053" y="125079"/>
                </a:cubicBezTo>
                <a:cubicBezTo>
                  <a:pt x="77692" y="124866"/>
                  <a:pt x="78938" y="125474"/>
                  <a:pt x="79059" y="125079"/>
                </a:cubicBezTo>
                <a:close/>
                <a:moveTo>
                  <a:pt x="83406" y="124958"/>
                </a:moveTo>
                <a:cubicBezTo>
                  <a:pt x="83041" y="124866"/>
                  <a:pt x="82190" y="124958"/>
                  <a:pt x="82221" y="125140"/>
                </a:cubicBezTo>
                <a:cubicBezTo>
                  <a:pt x="82616" y="125201"/>
                  <a:pt x="83041" y="125140"/>
                  <a:pt x="83406" y="124958"/>
                </a:cubicBezTo>
                <a:close/>
                <a:moveTo>
                  <a:pt x="83801" y="125079"/>
                </a:moveTo>
                <a:cubicBezTo>
                  <a:pt x="84379" y="125079"/>
                  <a:pt x="84409" y="125231"/>
                  <a:pt x="84987" y="125201"/>
                </a:cubicBezTo>
                <a:cubicBezTo>
                  <a:pt x="85260" y="124988"/>
                  <a:pt x="83983" y="124958"/>
                  <a:pt x="83801" y="125079"/>
                </a:cubicBezTo>
                <a:close/>
                <a:moveTo>
                  <a:pt x="92251" y="126508"/>
                </a:moveTo>
                <a:lnTo>
                  <a:pt x="91461" y="126508"/>
                </a:lnTo>
                <a:cubicBezTo>
                  <a:pt x="91126" y="126812"/>
                  <a:pt x="92464" y="126751"/>
                  <a:pt x="92251" y="126508"/>
                </a:cubicBezTo>
                <a:close/>
                <a:moveTo>
                  <a:pt x="95230" y="126447"/>
                </a:moveTo>
                <a:cubicBezTo>
                  <a:pt x="94166" y="126538"/>
                  <a:pt x="94622" y="126143"/>
                  <a:pt x="93649" y="126204"/>
                </a:cubicBezTo>
                <a:cubicBezTo>
                  <a:pt x="93649" y="126417"/>
                  <a:pt x="94318" y="126417"/>
                  <a:pt x="94622" y="126508"/>
                </a:cubicBezTo>
                <a:cubicBezTo>
                  <a:pt x="94865" y="126720"/>
                  <a:pt x="93984" y="126568"/>
                  <a:pt x="94227" y="126781"/>
                </a:cubicBezTo>
                <a:cubicBezTo>
                  <a:pt x="94592" y="126812"/>
                  <a:pt x="94956" y="126690"/>
                  <a:pt x="95230" y="126447"/>
                </a:cubicBezTo>
                <a:close/>
                <a:moveTo>
                  <a:pt x="101552" y="127055"/>
                </a:moveTo>
                <a:lnTo>
                  <a:pt x="102343" y="127055"/>
                </a:lnTo>
                <a:cubicBezTo>
                  <a:pt x="102525" y="126812"/>
                  <a:pt x="101400" y="126812"/>
                  <a:pt x="101552" y="127055"/>
                </a:cubicBezTo>
                <a:close/>
                <a:moveTo>
                  <a:pt x="102768" y="126447"/>
                </a:moveTo>
                <a:cubicBezTo>
                  <a:pt x="102373" y="126386"/>
                  <a:pt x="101947" y="126447"/>
                  <a:pt x="101583" y="126568"/>
                </a:cubicBezTo>
                <a:cubicBezTo>
                  <a:pt x="101704" y="126568"/>
                  <a:pt x="101826" y="126599"/>
                  <a:pt x="101947" y="126690"/>
                </a:cubicBezTo>
                <a:cubicBezTo>
                  <a:pt x="102464" y="126690"/>
                  <a:pt x="102738" y="126599"/>
                  <a:pt x="102768" y="126447"/>
                </a:cubicBezTo>
                <a:close/>
                <a:moveTo>
                  <a:pt x="113072" y="126872"/>
                </a:moveTo>
                <a:cubicBezTo>
                  <a:pt x="113437" y="127055"/>
                  <a:pt x="113832" y="127207"/>
                  <a:pt x="114227" y="127268"/>
                </a:cubicBezTo>
                <a:cubicBezTo>
                  <a:pt x="114562" y="127024"/>
                  <a:pt x="113680" y="127055"/>
                  <a:pt x="113467" y="127024"/>
                </a:cubicBezTo>
                <a:cubicBezTo>
                  <a:pt x="113376" y="127024"/>
                  <a:pt x="113498" y="126903"/>
                  <a:pt x="113467" y="126903"/>
                </a:cubicBezTo>
                <a:cubicBezTo>
                  <a:pt x="113467" y="126903"/>
                  <a:pt x="113011" y="126812"/>
                  <a:pt x="113072" y="126842"/>
                </a:cubicBezTo>
                <a:cubicBezTo>
                  <a:pt x="112829" y="126781"/>
                  <a:pt x="112555" y="126812"/>
                  <a:pt x="112282" y="126781"/>
                </a:cubicBezTo>
                <a:cubicBezTo>
                  <a:pt x="112069" y="126933"/>
                  <a:pt x="112707" y="126872"/>
                  <a:pt x="113072" y="126872"/>
                </a:cubicBezTo>
                <a:close/>
                <a:moveTo>
                  <a:pt x="111674" y="127085"/>
                </a:moveTo>
                <a:lnTo>
                  <a:pt x="110671" y="127085"/>
                </a:lnTo>
                <a:cubicBezTo>
                  <a:pt x="110367" y="127268"/>
                  <a:pt x="111978" y="127268"/>
                  <a:pt x="111674" y="127085"/>
                </a:cubicBezTo>
                <a:close/>
                <a:moveTo>
                  <a:pt x="109911" y="126660"/>
                </a:moveTo>
                <a:cubicBezTo>
                  <a:pt x="110063" y="126964"/>
                  <a:pt x="110914" y="126690"/>
                  <a:pt x="111279" y="126872"/>
                </a:cubicBezTo>
                <a:cubicBezTo>
                  <a:pt x="111218" y="126751"/>
                  <a:pt x="111856" y="126812"/>
                  <a:pt x="111887" y="126690"/>
                </a:cubicBezTo>
                <a:cubicBezTo>
                  <a:pt x="111127" y="126599"/>
                  <a:pt x="110793" y="126720"/>
                  <a:pt x="109911" y="126660"/>
                </a:cubicBezTo>
                <a:close/>
                <a:moveTo>
                  <a:pt x="108270" y="127207"/>
                </a:moveTo>
                <a:cubicBezTo>
                  <a:pt x="108786" y="127298"/>
                  <a:pt x="108847" y="127116"/>
                  <a:pt x="109273" y="127085"/>
                </a:cubicBezTo>
                <a:cubicBezTo>
                  <a:pt x="109485" y="127085"/>
                  <a:pt x="110337" y="127298"/>
                  <a:pt x="110276" y="127024"/>
                </a:cubicBezTo>
                <a:cubicBezTo>
                  <a:pt x="109911" y="126933"/>
                  <a:pt x="108270" y="126994"/>
                  <a:pt x="108300" y="127207"/>
                </a:cubicBezTo>
                <a:close/>
                <a:moveTo>
                  <a:pt x="105109" y="127116"/>
                </a:moveTo>
                <a:cubicBezTo>
                  <a:pt x="105595" y="127085"/>
                  <a:pt x="106142" y="127055"/>
                  <a:pt x="106112" y="126842"/>
                </a:cubicBezTo>
                <a:cubicBezTo>
                  <a:pt x="105656" y="126903"/>
                  <a:pt x="105109" y="126903"/>
                  <a:pt x="105109" y="127116"/>
                </a:cubicBezTo>
                <a:close/>
                <a:moveTo>
                  <a:pt x="125443" y="124988"/>
                </a:moveTo>
                <a:cubicBezTo>
                  <a:pt x="125352" y="124897"/>
                  <a:pt x="125382" y="124745"/>
                  <a:pt x="124866" y="124775"/>
                </a:cubicBezTo>
                <a:cubicBezTo>
                  <a:pt x="124501" y="124897"/>
                  <a:pt x="124410" y="124958"/>
                  <a:pt x="124653" y="125140"/>
                </a:cubicBezTo>
                <a:cubicBezTo>
                  <a:pt x="125200" y="125170"/>
                  <a:pt x="125048" y="125018"/>
                  <a:pt x="125443" y="124988"/>
                </a:cubicBezTo>
                <a:close/>
                <a:moveTo>
                  <a:pt x="128240" y="124593"/>
                </a:moveTo>
                <a:cubicBezTo>
                  <a:pt x="128088" y="124593"/>
                  <a:pt x="127966" y="124562"/>
                  <a:pt x="127844" y="124471"/>
                </a:cubicBezTo>
                <a:cubicBezTo>
                  <a:pt x="128057" y="124471"/>
                  <a:pt x="128361" y="124441"/>
                  <a:pt x="128057" y="124410"/>
                </a:cubicBezTo>
                <a:cubicBezTo>
                  <a:pt x="127601" y="124562"/>
                  <a:pt x="127358" y="124350"/>
                  <a:pt x="126659" y="124410"/>
                </a:cubicBezTo>
                <a:cubicBezTo>
                  <a:pt x="126568" y="124684"/>
                  <a:pt x="127389" y="124562"/>
                  <a:pt x="127844" y="124532"/>
                </a:cubicBezTo>
                <a:cubicBezTo>
                  <a:pt x="127784" y="124623"/>
                  <a:pt x="128088" y="124714"/>
                  <a:pt x="128240" y="124593"/>
                </a:cubicBezTo>
                <a:close/>
                <a:moveTo>
                  <a:pt x="6718" y="123407"/>
                </a:moveTo>
                <a:cubicBezTo>
                  <a:pt x="6383" y="122009"/>
                  <a:pt x="6201" y="121888"/>
                  <a:pt x="5806" y="120611"/>
                </a:cubicBezTo>
                <a:cubicBezTo>
                  <a:pt x="5745" y="120185"/>
                  <a:pt x="5715" y="119790"/>
                  <a:pt x="5715" y="119456"/>
                </a:cubicBezTo>
                <a:lnTo>
                  <a:pt x="5684" y="118970"/>
                </a:lnTo>
                <a:cubicBezTo>
                  <a:pt x="5684" y="118787"/>
                  <a:pt x="5715" y="118726"/>
                  <a:pt x="5715" y="118605"/>
                </a:cubicBezTo>
                <a:cubicBezTo>
                  <a:pt x="5958" y="118970"/>
                  <a:pt x="6110" y="119334"/>
                  <a:pt x="6231" y="119760"/>
                </a:cubicBezTo>
                <a:cubicBezTo>
                  <a:pt x="6383" y="120307"/>
                  <a:pt x="6566" y="120854"/>
                  <a:pt x="6748" y="121432"/>
                </a:cubicBezTo>
                <a:cubicBezTo>
                  <a:pt x="6414" y="120854"/>
                  <a:pt x="6201" y="120216"/>
                  <a:pt x="6079" y="119577"/>
                </a:cubicBezTo>
                <a:cubicBezTo>
                  <a:pt x="5897" y="119547"/>
                  <a:pt x="5958" y="120033"/>
                  <a:pt x="6170" y="120763"/>
                </a:cubicBezTo>
                <a:cubicBezTo>
                  <a:pt x="6322" y="120824"/>
                  <a:pt x="6687" y="121614"/>
                  <a:pt x="6961" y="122435"/>
                </a:cubicBezTo>
                <a:cubicBezTo>
                  <a:pt x="7234" y="123255"/>
                  <a:pt x="7417" y="124167"/>
                  <a:pt x="7265" y="124623"/>
                </a:cubicBezTo>
                <a:cubicBezTo>
                  <a:pt x="7113" y="123924"/>
                  <a:pt x="7143" y="123681"/>
                  <a:pt x="6930" y="123225"/>
                </a:cubicBezTo>
                <a:cubicBezTo>
                  <a:pt x="6961" y="123772"/>
                  <a:pt x="7052" y="124319"/>
                  <a:pt x="7204" y="124836"/>
                </a:cubicBezTo>
                <a:cubicBezTo>
                  <a:pt x="8298" y="124836"/>
                  <a:pt x="9484" y="124714"/>
                  <a:pt x="9970" y="124866"/>
                </a:cubicBezTo>
                <a:lnTo>
                  <a:pt x="10092" y="124623"/>
                </a:lnTo>
                <a:cubicBezTo>
                  <a:pt x="9058" y="124593"/>
                  <a:pt x="8693" y="124714"/>
                  <a:pt x="7781" y="124684"/>
                </a:cubicBezTo>
                <a:cubicBezTo>
                  <a:pt x="7538" y="124319"/>
                  <a:pt x="10608" y="124380"/>
                  <a:pt x="10699" y="124562"/>
                </a:cubicBezTo>
                <a:cubicBezTo>
                  <a:pt x="11429" y="124502"/>
                  <a:pt x="12189" y="124502"/>
                  <a:pt x="12949" y="124562"/>
                </a:cubicBezTo>
                <a:cubicBezTo>
                  <a:pt x="12675" y="124684"/>
                  <a:pt x="11885" y="124684"/>
                  <a:pt x="11733" y="124806"/>
                </a:cubicBezTo>
                <a:cubicBezTo>
                  <a:pt x="11216" y="124806"/>
                  <a:pt x="11611" y="124623"/>
                  <a:pt x="10943" y="124623"/>
                </a:cubicBezTo>
                <a:cubicBezTo>
                  <a:pt x="10547" y="124623"/>
                  <a:pt x="10760" y="124806"/>
                  <a:pt x="10304" y="124806"/>
                </a:cubicBezTo>
                <a:cubicBezTo>
                  <a:pt x="10335" y="124897"/>
                  <a:pt x="11003" y="124866"/>
                  <a:pt x="11429" y="124866"/>
                </a:cubicBezTo>
                <a:cubicBezTo>
                  <a:pt x="11003" y="125140"/>
                  <a:pt x="9666" y="125170"/>
                  <a:pt x="8602" y="125170"/>
                </a:cubicBezTo>
                <a:cubicBezTo>
                  <a:pt x="8085" y="125170"/>
                  <a:pt x="7538" y="125140"/>
                  <a:pt x="7022" y="125079"/>
                </a:cubicBezTo>
                <a:cubicBezTo>
                  <a:pt x="6930" y="124502"/>
                  <a:pt x="6870" y="123924"/>
                  <a:pt x="6718" y="123407"/>
                </a:cubicBezTo>
                <a:close/>
                <a:moveTo>
                  <a:pt x="6110" y="124289"/>
                </a:moveTo>
                <a:lnTo>
                  <a:pt x="5867" y="123347"/>
                </a:lnTo>
                <a:cubicBezTo>
                  <a:pt x="6170" y="124015"/>
                  <a:pt x="5867" y="122799"/>
                  <a:pt x="6079" y="122830"/>
                </a:cubicBezTo>
                <a:cubicBezTo>
                  <a:pt x="6322" y="123802"/>
                  <a:pt x="6201" y="123985"/>
                  <a:pt x="6110" y="124289"/>
                </a:cubicBezTo>
                <a:close/>
                <a:moveTo>
                  <a:pt x="10608" y="125444"/>
                </a:moveTo>
                <a:cubicBezTo>
                  <a:pt x="11824" y="125474"/>
                  <a:pt x="11733" y="125444"/>
                  <a:pt x="12493" y="125505"/>
                </a:cubicBezTo>
                <a:cubicBezTo>
                  <a:pt x="12493" y="125596"/>
                  <a:pt x="10092" y="125626"/>
                  <a:pt x="10639" y="125444"/>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3"/>
          <p:cNvSpPr/>
          <p:nvPr/>
        </p:nvSpPr>
        <p:spPr>
          <a:xfrm>
            <a:off x="5827891" y="2107083"/>
            <a:ext cx="3398530" cy="3021763"/>
          </a:xfrm>
          <a:custGeom>
            <a:rect b="b" l="l" r="r" t="t"/>
            <a:pathLst>
              <a:path extrusionOk="0" h="118780" w="133590">
                <a:moveTo>
                  <a:pt x="126447" y="1"/>
                </a:moveTo>
                <a:cubicBezTo>
                  <a:pt x="115170" y="92"/>
                  <a:pt x="103924" y="913"/>
                  <a:pt x="92768" y="2463"/>
                </a:cubicBezTo>
                <a:cubicBezTo>
                  <a:pt x="90610" y="2767"/>
                  <a:pt x="88391" y="3101"/>
                  <a:pt x="86507" y="4165"/>
                </a:cubicBezTo>
                <a:cubicBezTo>
                  <a:pt x="84318" y="5381"/>
                  <a:pt x="82738" y="7448"/>
                  <a:pt x="81279" y="9454"/>
                </a:cubicBezTo>
                <a:cubicBezTo>
                  <a:pt x="76872" y="15381"/>
                  <a:pt x="72464" y="21338"/>
                  <a:pt x="68057" y="27266"/>
                </a:cubicBezTo>
                <a:cubicBezTo>
                  <a:pt x="64926" y="31491"/>
                  <a:pt x="61704" y="35928"/>
                  <a:pt x="60823" y="41065"/>
                </a:cubicBezTo>
                <a:cubicBezTo>
                  <a:pt x="48178" y="45503"/>
                  <a:pt x="35746" y="50427"/>
                  <a:pt x="23527" y="55807"/>
                </a:cubicBezTo>
                <a:cubicBezTo>
                  <a:pt x="21855" y="56537"/>
                  <a:pt x="20153" y="57327"/>
                  <a:pt x="18876" y="58603"/>
                </a:cubicBezTo>
                <a:cubicBezTo>
                  <a:pt x="18056" y="59576"/>
                  <a:pt x="17326" y="60640"/>
                  <a:pt x="16779" y="61795"/>
                </a:cubicBezTo>
                <a:lnTo>
                  <a:pt x="3739" y="86385"/>
                </a:lnTo>
                <a:cubicBezTo>
                  <a:pt x="2341" y="88999"/>
                  <a:pt x="913" y="91674"/>
                  <a:pt x="487" y="94592"/>
                </a:cubicBezTo>
                <a:cubicBezTo>
                  <a:pt x="1" y="97844"/>
                  <a:pt x="791" y="101157"/>
                  <a:pt x="1551" y="104379"/>
                </a:cubicBezTo>
                <a:cubicBezTo>
                  <a:pt x="2706" y="109151"/>
                  <a:pt x="3831" y="113954"/>
                  <a:pt x="4986" y="118756"/>
                </a:cubicBezTo>
                <a:cubicBezTo>
                  <a:pt x="8404" y="118752"/>
                  <a:pt x="11824" y="118750"/>
                  <a:pt x="15244" y="118750"/>
                </a:cubicBezTo>
                <a:cubicBezTo>
                  <a:pt x="28721" y="118750"/>
                  <a:pt x="42211" y="118780"/>
                  <a:pt x="55705" y="118780"/>
                </a:cubicBezTo>
                <a:cubicBezTo>
                  <a:pt x="81505" y="118780"/>
                  <a:pt x="107317" y="118670"/>
                  <a:pt x="133073" y="118027"/>
                </a:cubicBezTo>
                <a:cubicBezTo>
                  <a:pt x="129730" y="114288"/>
                  <a:pt x="130490" y="107145"/>
                  <a:pt x="130672" y="102191"/>
                </a:cubicBezTo>
                <a:cubicBezTo>
                  <a:pt x="131675" y="74105"/>
                  <a:pt x="132587" y="46749"/>
                  <a:pt x="133590" y="18664"/>
                </a:cubicBezTo>
                <a:cubicBezTo>
                  <a:pt x="129669" y="12980"/>
                  <a:pt x="127055" y="6809"/>
                  <a:pt x="126447"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8" name="Shape 18"/>
        <p:cNvGrpSpPr/>
        <p:nvPr/>
      </p:nvGrpSpPr>
      <p:grpSpPr>
        <a:xfrm>
          <a:off x="0" y="0"/>
          <a:ext cx="0" cy="0"/>
          <a:chOff x="0" y="0"/>
          <a:chExt cx="0" cy="0"/>
        </a:xfrm>
      </p:grpSpPr>
      <p:sp>
        <p:nvSpPr>
          <p:cNvPr id="19" name="Google Shape;19;p4"/>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lvl1pPr indent="0" lvl="0" marL="0" marR="0" rtl="0" algn="l">
              <a:lnSpc>
                <a:spcPct val="100000"/>
              </a:lnSpc>
              <a:spcBef>
                <a:spcPts val="0"/>
              </a:spcBef>
              <a:spcAft>
                <a:spcPts val="0"/>
              </a:spcAft>
              <a:buSzPts val="2800"/>
              <a:buNone/>
              <a:defRPr b="1">
                <a:latin typeface="Poiret One"/>
                <a:ea typeface="Poiret One"/>
                <a:cs typeface="Poiret One"/>
                <a:sym typeface="Poiret 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0" name="Google Shape;20;p4"/>
          <p:cNvSpPr txBox="1"/>
          <p:nvPr>
            <p:ph idx="1" type="body"/>
          </p:nvPr>
        </p:nvSpPr>
        <p:spPr>
          <a:xfrm>
            <a:off x="717000" y="1152475"/>
            <a:ext cx="77100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Font typeface="Rokkitt"/>
              <a:buAutoNum type="arabicPeriod"/>
              <a:defRPr sz="1150"/>
            </a:lvl1pPr>
            <a:lvl2pPr indent="-304800" lvl="1" marL="914400" rtl="0">
              <a:spcBef>
                <a:spcPts val="0"/>
              </a:spcBef>
              <a:spcAft>
                <a:spcPts val="0"/>
              </a:spcAft>
              <a:buClr>
                <a:srgbClr val="434343"/>
              </a:buClr>
              <a:buSzPts val="1200"/>
              <a:buFont typeface="Roboto Condensed Light"/>
              <a:buAutoNum type="alphaLcPeriod"/>
              <a:defRPr/>
            </a:lvl2pPr>
            <a:lvl3pPr indent="-304800" lvl="2" marL="1371600" rtl="0">
              <a:spcBef>
                <a:spcPts val="0"/>
              </a:spcBef>
              <a:spcAft>
                <a:spcPts val="0"/>
              </a:spcAft>
              <a:buClr>
                <a:srgbClr val="434343"/>
              </a:buClr>
              <a:buSzPts val="1200"/>
              <a:buFont typeface="Roboto Condensed Light"/>
              <a:buAutoNum type="romanLcPeriod"/>
              <a:defRPr/>
            </a:lvl3pPr>
            <a:lvl4pPr indent="-304800" lvl="3" marL="1828800" rtl="0">
              <a:spcBef>
                <a:spcPts val="0"/>
              </a:spcBef>
              <a:spcAft>
                <a:spcPts val="0"/>
              </a:spcAft>
              <a:buClr>
                <a:srgbClr val="434343"/>
              </a:buClr>
              <a:buSzPts val="1200"/>
              <a:buFont typeface="Roboto Condensed Light"/>
              <a:buAutoNum type="arabicPeriod"/>
              <a:defRPr/>
            </a:lvl4pPr>
            <a:lvl5pPr indent="-304800" lvl="4" marL="2286000" rtl="0">
              <a:spcBef>
                <a:spcPts val="0"/>
              </a:spcBef>
              <a:spcAft>
                <a:spcPts val="0"/>
              </a:spcAft>
              <a:buClr>
                <a:srgbClr val="434343"/>
              </a:buClr>
              <a:buSzPts val="1200"/>
              <a:buFont typeface="Roboto Condensed Light"/>
              <a:buAutoNum type="alphaLcPeriod"/>
              <a:defRPr/>
            </a:lvl5pPr>
            <a:lvl6pPr indent="-304800" lvl="5" marL="2743200" rtl="0">
              <a:spcBef>
                <a:spcPts val="0"/>
              </a:spcBef>
              <a:spcAft>
                <a:spcPts val="0"/>
              </a:spcAft>
              <a:buClr>
                <a:srgbClr val="434343"/>
              </a:buClr>
              <a:buSzPts val="1200"/>
              <a:buFont typeface="Roboto Condensed Light"/>
              <a:buAutoNum type="romanLcPeriod"/>
              <a:defRPr/>
            </a:lvl6pPr>
            <a:lvl7pPr indent="-304800" lvl="6" marL="3200400" rtl="0">
              <a:spcBef>
                <a:spcPts val="0"/>
              </a:spcBef>
              <a:spcAft>
                <a:spcPts val="0"/>
              </a:spcAft>
              <a:buClr>
                <a:srgbClr val="434343"/>
              </a:buClr>
              <a:buSzPts val="1200"/>
              <a:buFont typeface="Roboto Condensed Light"/>
              <a:buAutoNum type="arabicPeriod"/>
              <a:defRPr/>
            </a:lvl7pPr>
            <a:lvl8pPr indent="-304800" lvl="7" marL="3657600" rtl="0">
              <a:spcBef>
                <a:spcPts val="0"/>
              </a:spcBef>
              <a:spcAft>
                <a:spcPts val="0"/>
              </a:spcAft>
              <a:buClr>
                <a:srgbClr val="434343"/>
              </a:buClr>
              <a:buSzPts val="1200"/>
              <a:buFont typeface="Roboto Condensed Light"/>
              <a:buAutoNum type="alphaLcPeriod"/>
              <a:defRPr/>
            </a:lvl8pPr>
            <a:lvl9pPr indent="-304800" lvl="8" marL="4114800" rtl="0">
              <a:spcBef>
                <a:spcPts val="0"/>
              </a:spcBef>
              <a:spcAft>
                <a:spcPts val="0"/>
              </a:spcAft>
              <a:buClr>
                <a:srgbClr val="434343"/>
              </a:buClr>
              <a:buSzPts val="1200"/>
              <a:buFont typeface="Roboto Condensed Light"/>
              <a:buAutoNum type="romanLcPeriod"/>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1" name="Shape 21"/>
        <p:cNvGrpSpPr/>
        <p:nvPr/>
      </p:nvGrpSpPr>
      <p:grpSpPr>
        <a:xfrm>
          <a:off x="0" y="0"/>
          <a:ext cx="0" cy="0"/>
          <a:chOff x="0" y="0"/>
          <a:chExt cx="0" cy="0"/>
        </a:xfrm>
      </p:grpSpPr>
      <p:sp>
        <p:nvSpPr>
          <p:cNvPr id="22" name="Google Shape;22;p5"/>
          <p:cNvSpPr txBox="1"/>
          <p:nvPr>
            <p:ph idx="1" type="body"/>
          </p:nvPr>
        </p:nvSpPr>
        <p:spPr>
          <a:xfrm>
            <a:off x="717063" y="3901125"/>
            <a:ext cx="3757200" cy="626400"/>
          </a:xfrm>
          <a:prstGeom prst="rect">
            <a:avLst/>
          </a:prstGeom>
        </p:spPr>
        <p:txBody>
          <a:bodyPr anchorCtr="0" anchor="t" bIns="91425" lIns="91425" spcFirstLastPara="1" rIns="91425" wrap="square" tIns="91425">
            <a:noAutofit/>
          </a:bodyPr>
          <a:lstStyle>
            <a:lvl1pPr indent="-317500" lvl="0" marL="457200" algn="ctr">
              <a:lnSpc>
                <a:spcPct val="100000"/>
              </a:lnSpc>
              <a:spcBef>
                <a:spcPts val="0"/>
              </a:spcBef>
              <a:spcAft>
                <a:spcPts val="0"/>
              </a:spcAft>
              <a:buSzPts val="1400"/>
              <a:buChar char="●"/>
              <a:defRPr sz="1600">
                <a:solidFill>
                  <a:srgbClr val="FFFFFF"/>
                </a:solidFill>
              </a:defRPr>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3" name="Google Shape;23;p5"/>
          <p:cNvSpPr txBox="1"/>
          <p:nvPr>
            <p:ph idx="2" type="body"/>
          </p:nvPr>
        </p:nvSpPr>
        <p:spPr>
          <a:xfrm>
            <a:off x="4669738" y="3901125"/>
            <a:ext cx="3757200" cy="626400"/>
          </a:xfrm>
          <a:prstGeom prst="rect">
            <a:avLst/>
          </a:prstGeom>
        </p:spPr>
        <p:txBody>
          <a:bodyPr anchorCtr="0" anchor="t" bIns="91425" lIns="91425" spcFirstLastPara="1" rIns="91425" wrap="square" tIns="91425">
            <a:noAutofit/>
          </a:bodyPr>
          <a:lstStyle>
            <a:lvl1pPr indent="-317500" lvl="0" marL="457200" algn="ctr">
              <a:lnSpc>
                <a:spcPct val="100000"/>
              </a:lnSpc>
              <a:spcBef>
                <a:spcPts val="0"/>
              </a:spcBef>
              <a:spcAft>
                <a:spcPts val="0"/>
              </a:spcAft>
              <a:buSzPts val="1400"/>
              <a:buChar char="●"/>
              <a:defRPr sz="1600">
                <a:solidFill>
                  <a:srgbClr val="FFFFFF"/>
                </a:solidFill>
              </a:defRPr>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4" name="Google Shape;24;p5"/>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lvl1pPr indent="0" lvl="0" marL="0" marR="0" rtl="0" algn="l">
              <a:lnSpc>
                <a:spcPct val="100000"/>
              </a:lnSpc>
              <a:spcBef>
                <a:spcPts val="0"/>
              </a:spcBef>
              <a:spcAft>
                <a:spcPts val="0"/>
              </a:spcAft>
              <a:buSzPts val="2800"/>
              <a:buNone/>
              <a:defRPr sz="3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5" name="Google Shape;25;p5"/>
          <p:cNvSpPr txBox="1"/>
          <p:nvPr>
            <p:ph idx="3" type="subTitle"/>
          </p:nvPr>
        </p:nvSpPr>
        <p:spPr>
          <a:xfrm>
            <a:off x="1352750" y="3391125"/>
            <a:ext cx="2485800" cy="510000"/>
          </a:xfrm>
          <a:prstGeom prst="rect">
            <a:avLst/>
          </a:prstGeom>
        </p:spPr>
        <p:txBody>
          <a:bodyPr anchorCtr="0" anchor="t" bIns="91425" lIns="91425" spcFirstLastPara="1" rIns="91425" wrap="square" tIns="91425">
            <a:noAutofit/>
          </a:bodyPr>
          <a:lstStyle>
            <a:lvl1pPr lvl="0" algn="ctr">
              <a:spcBef>
                <a:spcPts val="0"/>
              </a:spcBef>
              <a:spcAft>
                <a:spcPts val="0"/>
              </a:spcAft>
              <a:buSzPts val="1800"/>
              <a:buNone/>
              <a:defRPr b="1" sz="2200">
                <a:solidFill>
                  <a:srgbClr val="D19A78"/>
                </a:solidFill>
                <a:latin typeface="Poiret One"/>
                <a:ea typeface="Poiret One"/>
                <a:cs typeface="Poiret One"/>
                <a:sym typeface="Poiret 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26" name="Google Shape;26;p5"/>
          <p:cNvSpPr txBox="1"/>
          <p:nvPr>
            <p:ph idx="4" type="subTitle"/>
          </p:nvPr>
        </p:nvSpPr>
        <p:spPr>
          <a:xfrm>
            <a:off x="5305425" y="3391125"/>
            <a:ext cx="2485800" cy="510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b="1" sz="2200">
                <a:solidFill>
                  <a:srgbClr val="D19A78"/>
                </a:solidFill>
                <a:latin typeface="Poiret One"/>
                <a:ea typeface="Poiret One"/>
                <a:cs typeface="Poiret One"/>
                <a:sym typeface="Poiret 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7" name="Shape 27"/>
        <p:cNvGrpSpPr/>
        <p:nvPr/>
      </p:nvGrpSpPr>
      <p:grpSpPr>
        <a:xfrm>
          <a:off x="0" y="0"/>
          <a:ext cx="0" cy="0"/>
          <a:chOff x="0" y="0"/>
          <a:chExt cx="0" cy="0"/>
        </a:xfrm>
      </p:grpSpPr>
      <p:sp>
        <p:nvSpPr>
          <p:cNvPr id="28" name="Google Shape;28;p6"/>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b="1">
                <a:latin typeface="Poiret One"/>
                <a:ea typeface="Poiret One"/>
                <a:cs typeface="Poiret One"/>
                <a:sym typeface="Poiret 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9" name="Shape 29"/>
        <p:cNvGrpSpPr/>
        <p:nvPr/>
      </p:nvGrpSpPr>
      <p:grpSpPr>
        <a:xfrm>
          <a:off x="0" y="0"/>
          <a:ext cx="0" cy="0"/>
          <a:chOff x="0" y="0"/>
          <a:chExt cx="0" cy="0"/>
        </a:xfrm>
      </p:grpSpPr>
      <p:sp>
        <p:nvSpPr>
          <p:cNvPr id="30" name="Google Shape;30;p7"/>
          <p:cNvSpPr txBox="1"/>
          <p:nvPr>
            <p:ph type="title"/>
          </p:nvPr>
        </p:nvSpPr>
        <p:spPr>
          <a:xfrm>
            <a:off x="717050" y="1486500"/>
            <a:ext cx="4208100" cy="1218300"/>
          </a:xfrm>
          <a:prstGeom prst="rect">
            <a:avLst/>
          </a:prstGeom>
        </p:spPr>
        <p:txBody>
          <a:bodyPr anchorCtr="0" anchor="ctr" bIns="91425" lIns="91425" spcFirstLastPara="1" rIns="91425" wrap="square" tIns="91425">
            <a:noAutofit/>
          </a:bodyPr>
          <a:lstStyle>
            <a:lvl1pPr lvl="0">
              <a:spcBef>
                <a:spcPts val="0"/>
              </a:spcBef>
              <a:spcAft>
                <a:spcPts val="0"/>
              </a:spcAft>
              <a:buSzPts val="2400"/>
              <a:buNone/>
              <a:defRPr>
                <a:solidFill>
                  <a:schemeClr val="accent3"/>
                </a:solidFill>
              </a:defRPr>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31" name="Google Shape;31;p7"/>
          <p:cNvSpPr txBox="1"/>
          <p:nvPr>
            <p:ph idx="1" type="body"/>
          </p:nvPr>
        </p:nvSpPr>
        <p:spPr>
          <a:xfrm>
            <a:off x="717050" y="2704800"/>
            <a:ext cx="3594000" cy="1000800"/>
          </a:xfrm>
          <a:prstGeom prst="rect">
            <a:avLst/>
          </a:prstGeom>
        </p:spPr>
        <p:txBody>
          <a:bodyPr anchorCtr="0" anchor="ctr" bIns="91425" lIns="91425" spcFirstLastPara="1" rIns="91425" wrap="square" tIns="91425">
            <a:noAutofit/>
          </a:bodyPr>
          <a:lstStyle>
            <a:lvl1pPr indent="-304800" lvl="0" marL="457200">
              <a:lnSpc>
                <a:spcPct val="100000"/>
              </a:lnSpc>
              <a:spcBef>
                <a:spcPts val="0"/>
              </a:spcBef>
              <a:spcAft>
                <a:spcPts val="0"/>
              </a:spcAft>
              <a:buSzPts val="1200"/>
              <a:buChar char="●"/>
              <a:defRPr sz="16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2" name="Shape 32"/>
        <p:cNvGrpSpPr/>
        <p:nvPr/>
      </p:nvGrpSpPr>
      <p:grpSpPr>
        <a:xfrm>
          <a:off x="0" y="0"/>
          <a:ext cx="0" cy="0"/>
          <a:chOff x="0" y="0"/>
          <a:chExt cx="0" cy="0"/>
        </a:xfrm>
      </p:grpSpPr>
      <p:grpSp>
        <p:nvGrpSpPr>
          <p:cNvPr id="33" name="Google Shape;33;p8"/>
          <p:cNvGrpSpPr/>
          <p:nvPr/>
        </p:nvGrpSpPr>
        <p:grpSpPr>
          <a:xfrm rot="-2921402">
            <a:off x="679595" y="712448"/>
            <a:ext cx="3580673" cy="3901492"/>
            <a:chOff x="1097325" y="1540200"/>
            <a:chExt cx="2314647" cy="2531749"/>
          </a:xfrm>
        </p:grpSpPr>
        <p:sp>
          <p:nvSpPr>
            <p:cNvPr id="34" name="Google Shape;34;p8"/>
            <p:cNvSpPr/>
            <p:nvPr/>
          </p:nvSpPr>
          <p:spPr>
            <a:xfrm>
              <a:off x="1143479" y="2364977"/>
              <a:ext cx="1172095" cy="1541658"/>
            </a:xfrm>
            <a:custGeom>
              <a:rect b="b" l="l" r="r" t="t"/>
              <a:pathLst>
                <a:path extrusionOk="0" h="36543" w="27783">
                  <a:moveTo>
                    <a:pt x="21643" y="22718"/>
                  </a:moveTo>
                  <a:lnTo>
                    <a:pt x="21643" y="22718"/>
                  </a:lnTo>
                  <a:cubicBezTo>
                    <a:pt x="21715" y="22775"/>
                    <a:pt x="21766" y="22797"/>
                    <a:pt x="21803" y="22797"/>
                  </a:cubicBezTo>
                  <a:cubicBezTo>
                    <a:pt x="21817" y="22797"/>
                    <a:pt x="21829" y="22794"/>
                    <a:pt x="21840" y="22788"/>
                  </a:cubicBezTo>
                  <a:lnTo>
                    <a:pt x="21840" y="22788"/>
                  </a:lnTo>
                  <a:cubicBezTo>
                    <a:pt x="21819" y="22803"/>
                    <a:pt x="21798" y="22813"/>
                    <a:pt x="21774" y="22813"/>
                  </a:cubicBezTo>
                  <a:cubicBezTo>
                    <a:pt x="21737" y="22813"/>
                    <a:pt x="21695" y="22788"/>
                    <a:pt x="21643" y="22718"/>
                  </a:cubicBezTo>
                  <a:close/>
                  <a:moveTo>
                    <a:pt x="8502" y="0"/>
                  </a:moveTo>
                  <a:cubicBezTo>
                    <a:pt x="8374" y="0"/>
                    <a:pt x="8264" y="74"/>
                    <a:pt x="8208" y="286"/>
                  </a:cubicBezTo>
                  <a:cubicBezTo>
                    <a:pt x="7965" y="1259"/>
                    <a:pt x="7053" y="1867"/>
                    <a:pt x="6810" y="2840"/>
                  </a:cubicBezTo>
                  <a:cubicBezTo>
                    <a:pt x="6749" y="2961"/>
                    <a:pt x="6718" y="3083"/>
                    <a:pt x="6658" y="3174"/>
                  </a:cubicBezTo>
                  <a:cubicBezTo>
                    <a:pt x="6475" y="3630"/>
                    <a:pt x="6323" y="4116"/>
                    <a:pt x="6232" y="4572"/>
                  </a:cubicBezTo>
                  <a:cubicBezTo>
                    <a:pt x="6034" y="5146"/>
                    <a:pt x="5307" y="5207"/>
                    <a:pt x="4946" y="5546"/>
                  </a:cubicBezTo>
                  <a:lnTo>
                    <a:pt x="4946" y="5546"/>
                  </a:lnTo>
                  <a:cubicBezTo>
                    <a:pt x="4967" y="5445"/>
                    <a:pt x="4989" y="5340"/>
                    <a:pt x="5016" y="5241"/>
                  </a:cubicBezTo>
                  <a:cubicBezTo>
                    <a:pt x="5259" y="4481"/>
                    <a:pt x="4408" y="4086"/>
                    <a:pt x="4378" y="3478"/>
                  </a:cubicBezTo>
                  <a:cubicBezTo>
                    <a:pt x="4317" y="2779"/>
                    <a:pt x="5107" y="2140"/>
                    <a:pt x="4591" y="1350"/>
                  </a:cubicBezTo>
                  <a:lnTo>
                    <a:pt x="4591" y="1350"/>
                  </a:lnTo>
                  <a:cubicBezTo>
                    <a:pt x="2889" y="1745"/>
                    <a:pt x="2250" y="2992"/>
                    <a:pt x="2007" y="4572"/>
                  </a:cubicBezTo>
                  <a:cubicBezTo>
                    <a:pt x="2159" y="5180"/>
                    <a:pt x="2402" y="5788"/>
                    <a:pt x="1977" y="6396"/>
                  </a:cubicBezTo>
                  <a:cubicBezTo>
                    <a:pt x="1855" y="6761"/>
                    <a:pt x="2007" y="7156"/>
                    <a:pt x="1642" y="7490"/>
                  </a:cubicBezTo>
                  <a:cubicBezTo>
                    <a:pt x="1" y="9040"/>
                    <a:pt x="31" y="10560"/>
                    <a:pt x="1673" y="12049"/>
                  </a:cubicBezTo>
                  <a:cubicBezTo>
                    <a:pt x="2189" y="12323"/>
                    <a:pt x="2554" y="12718"/>
                    <a:pt x="2463" y="13356"/>
                  </a:cubicBezTo>
                  <a:cubicBezTo>
                    <a:pt x="2433" y="13721"/>
                    <a:pt x="2645" y="14056"/>
                    <a:pt x="2980" y="14177"/>
                  </a:cubicBezTo>
                  <a:cubicBezTo>
                    <a:pt x="3061" y="14177"/>
                    <a:pt x="3148" y="14165"/>
                    <a:pt x="3233" y="14165"/>
                  </a:cubicBezTo>
                  <a:cubicBezTo>
                    <a:pt x="3339" y="14165"/>
                    <a:pt x="3442" y="14184"/>
                    <a:pt x="3527" y="14268"/>
                  </a:cubicBezTo>
                  <a:cubicBezTo>
                    <a:pt x="3588" y="14360"/>
                    <a:pt x="3648" y="14420"/>
                    <a:pt x="3709" y="14481"/>
                  </a:cubicBezTo>
                  <a:cubicBezTo>
                    <a:pt x="3892" y="14633"/>
                    <a:pt x="3588" y="14694"/>
                    <a:pt x="3648" y="14815"/>
                  </a:cubicBezTo>
                  <a:cubicBezTo>
                    <a:pt x="3648" y="15150"/>
                    <a:pt x="3892" y="15454"/>
                    <a:pt x="4226" y="15575"/>
                  </a:cubicBezTo>
                  <a:cubicBezTo>
                    <a:pt x="4925" y="15758"/>
                    <a:pt x="5168" y="16274"/>
                    <a:pt x="5168" y="16913"/>
                  </a:cubicBezTo>
                  <a:cubicBezTo>
                    <a:pt x="6050" y="18250"/>
                    <a:pt x="5989" y="20043"/>
                    <a:pt x="7266" y="21199"/>
                  </a:cubicBezTo>
                  <a:cubicBezTo>
                    <a:pt x="7326" y="21229"/>
                    <a:pt x="7022" y="21381"/>
                    <a:pt x="6931" y="21533"/>
                  </a:cubicBezTo>
                  <a:cubicBezTo>
                    <a:pt x="6901" y="21654"/>
                    <a:pt x="6870" y="21776"/>
                    <a:pt x="6870" y="21898"/>
                  </a:cubicBezTo>
                  <a:cubicBezTo>
                    <a:pt x="7022" y="22262"/>
                    <a:pt x="7448" y="22414"/>
                    <a:pt x="7600" y="22809"/>
                  </a:cubicBezTo>
                  <a:cubicBezTo>
                    <a:pt x="7630" y="22901"/>
                    <a:pt x="7661" y="22992"/>
                    <a:pt x="7721" y="23113"/>
                  </a:cubicBezTo>
                  <a:cubicBezTo>
                    <a:pt x="7813" y="23235"/>
                    <a:pt x="7934" y="23387"/>
                    <a:pt x="8086" y="23478"/>
                  </a:cubicBezTo>
                  <a:cubicBezTo>
                    <a:pt x="8360" y="23661"/>
                    <a:pt x="8573" y="23934"/>
                    <a:pt x="8755" y="24238"/>
                  </a:cubicBezTo>
                  <a:cubicBezTo>
                    <a:pt x="8846" y="24724"/>
                    <a:pt x="9728" y="24816"/>
                    <a:pt x="9332" y="25484"/>
                  </a:cubicBezTo>
                  <a:cubicBezTo>
                    <a:pt x="9332" y="25940"/>
                    <a:pt x="9697" y="26335"/>
                    <a:pt x="10153" y="26366"/>
                  </a:cubicBezTo>
                  <a:cubicBezTo>
                    <a:pt x="10302" y="26313"/>
                    <a:pt x="10438" y="26289"/>
                    <a:pt x="10563" y="26289"/>
                  </a:cubicBezTo>
                  <a:cubicBezTo>
                    <a:pt x="11156" y="26289"/>
                    <a:pt x="11520" y="26810"/>
                    <a:pt x="11946" y="27186"/>
                  </a:cubicBezTo>
                  <a:cubicBezTo>
                    <a:pt x="12220" y="27430"/>
                    <a:pt x="12524" y="27582"/>
                    <a:pt x="12798" y="27825"/>
                  </a:cubicBezTo>
                  <a:cubicBezTo>
                    <a:pt x="12828" y="27886"/>
                    <a:pt x="13041" y="27886"/>
                    <a:pt x="12950" y="28038"/>
                  </a:cubicBezTo>
                  <a:cubicBezTo>
                    <a:pt x="12889" y="28007"/>
                    <a:pt x="12798" y="27946"/>
                    <a:pt x="12737" y="27916"/>
                  </a:cubicBezTo>
                  <a:cubicBezTo>
                    <a:pt x="12615" y="27855"/>
                    <a:pt x="12524" y="27825"/>
                    <a:pt x="12402" y="27794"/>
                  </a:cubicBezTo>
                  <a:lnTo>
                    <a:pt x="12220" y="27794"/>
                  </a:lnTo>
                  <a:cubicBezTo>
                    <a:pt x="12098" y="27855"/>
                    <a:pt x="12007" y="27946"/>
                    <a:pt x="11977" y="28068"/>
                  </a:cubicBezTo>
                  <a:cubicBezTo>
                    <a:pt x="12372" y="29193"/>
                    <a:pt x="13041" y="29952"/>
                    <a:pt x="14257" y="30135"/>
                  </a:cubicBezTo>
                  <a:cubicBezTo>
                    <a:pt x="14416" y="30021"/>
                    <a:pt x="14473" y="29652"/>
                    <a:pt x="14657" y="29652"/>
                  </a:cubicBezTo>
                  <a:cubicBezTo>
                    <a:pt x="14719" y="29652"/>
                    <a:pt x="14795" y="29694"/>
                    <a:pt x="14895" y="29800"/>
                  </a:cubicBezTo>
                  <a:cubicBezTo>
                    <a:pt x="16111" y="31047"/>
                    <a:pt x="17874" y="31533"/>
                    <a:pt x="19089" y="32810"/>
                  </a:cubicBezTo>
                  <a:cubicBezTo>
                    <a:pt x="19363" y="33022"/>
                    <a:pt x="19029" y="33266"/>
                    <a:pt x="19089" y="33478"/>
                  </a:cubicBezTo>
                  <a:cubicBezTo>
                    <a:pt x="19637" y="33934"/>
                    <a:pt x="20275" y="34299"/>
                    <a:pt x="20336" y="35089"/>
                  </a:cubicBezTo>
                  <a:cubicBezTo>
                    <a:pt x="20427" y="35272"/>
                    <a:pt x="20609" y="35333"/>
                    <a:pt x="20761" y="35424"/>
                  </a:cubicBezTo>
                  <a:cubicBezTo>
                    <a:pt x="21791" y="36211"/>
                    <a:pt x="22902" y="36543"/>
                    <a:pt x="24066" y="36543"/>
                  </a:cubicBezTo>
                  <a:cubicBezTo>
                    <a:pt x="24654" y="36543"/>
                    <a:pt x="25256" y="36458"/>
                    <a:pt x="25868" y="36305"/>
                  </a:cubicBezTo>
                  <a:cubicBezTo>
                    <a:pt x="26062" y="36396"/>
                    <a:pt x="26273" y="36442"/>
                    <a:pt x="26481" y="36442"/>
                  </a:cubicBezTo>
                  <a:cubicBezTo>
                    <a:pt x="26762" y="36442"/>
                    <a:pt x="27039" y="36358"/>
                    <a:pt x="27266" y="36184"/>
                  </a:cubicBezTo>
                  <a:cubicBezTo>
                    <a:pt x="27387" y="36092"/>
                    <a:pt x="27418" y="35971"/>
                    <a:pt x="27418" y="35819"/>
                  </a:cubicBezTo>
                  <a:cubicBezTo>
                    <a:pt x="26992" y="35089"/>
                    <a:pt x="26141" y="35089"/>
                    <a:pt x="25503" y="34785"/>
                  </a:cubicBezTo>
                  <a:cubicBezTo>
                    <a:pt x="25138" y="34542"/>
                    <a:pt x="24773" y="34360"/>
                    <a:pt x="24378" y="34208"/>
                  </a:cubicBezTo>
                  <a:cubicBezTo>
                    <a:pt x="24196" y="34147"/>
                    <a:pt x="24014" y="34117"/>
                    <a:pt x="23831" y="34117"/>
                  </a:cubicBezTo>
                  <a:cubicBezTo>
                    <a:pt x="23041" y="34025"/>
                    <a:pt x="22798" y="33083"/>
                    <a:pt x="22038" y="33083"/>
                  </a:cubicBezTo>
                  <a:cubicBezTo>
                    <a:pt x="23041" y="32050"/>
                    <a:pt x="23983" y="31108"/>
                    <a:pt x="25533" y="31016"/>
                  </a:cubicBezTo>
                  <a:cubicBezTo>
                    <a:pt x="25691" y="31016"/>
                    <a:pt x="25879" y="31041"/>
                    <a:pt x="26072" y="31041"/>
                  </a:cubicBezTo>
                  <a:cubicBezTo>
                    <a:pt x="26361" y="31041"/>
                    <a:pt x="26664" y="30986"/>
                    <a:pt x="26901" y="30712"/>
                  </a:cubicBezTo>
                  <a:cubicBezTo>
                    <a:pt x="26932" y="30591"/>
                    <a:pt x="26932" y="30469"/>
                    <a:pt x="26932" y="30348"/>
                  </a:cubicBezTo>
                  <a:cubicBezTo>
                    <a:pt x="26901" y="30256"/>
                    <a:pt x="26871" y="30135"/>
                    <a:pt x="26840" y="30044"/>
                  </a:cubicBezTo>
                  <a:cubicBezTo>
                    <a:pt x="26810" y="29922"/>
                    <a:pt x="26780" y="29831"/>
                    <a:pt x="26719" y="29740"/>
                  </a:cubicBezTo>
                  <a:cubicBezTo>
                    <a:pt x="26658" y="29588"/>
                    <a:pt x="26567" y="29466"/>
                    <a:pt x="26415" y="29405"/>
                  </a:cubicBezTo>
                  <a:cubicBezTo>
                    <a:pt x="26408" y="29385"/>
                    <a:pt x="26397" y="29378"/>
                    <a:pt x="26383" y="29378"/>
                  </a:cubicBezTo>
                  <a:cubicBezTo>
                    <a:pt x="26355" y="29378"/>
                    <a:pt x="26316" y="29408"/>
                    <a:pt x="26284" y="29408"/>
                  </a:cubicBezTo>
                  <a:cubicBezTo>
                    <a:pt x="26261" y="29408"/>
                    <a:pt x="26242" y="29393"/>
                    <a:pt x="26232" y="29345"/>
                  </a:cubicBezTo>
                  <a:cubicBezTo>
                    <a:pt x="26324" y="29284"/>
                    <a:pt x="26384" y="29253"/>
                    <a:pt x="26476" y="29223"/>
                  </a:cubicBezTo>
                  <a:cubicBezTo>
                    <a:pt x="26529" y="29294"/>
                    <a:pt x="26603" y="29324"/>
                    <a:pt x="26680" y="29324"/>
                  </a:cubicBezTo>
                  <a:cubicBezTo>
                    <a:pt x="26734" y="29324"/>
                    <a:pt x="26790" y="29309"/>
                    <a:pt x="26840" y="29284"/>
                  </a:cubicBezTo>
                  <a:cubicBezTo>
                    <a:pt x="26932" y="29193"/>
                    <a:pt x="26992" y="29101"/>
                    <a:pt x="27023" y="29010"/>
                  </a:cubicBezTo>
                  <a:cubicBezTo>
                    <a:pt x="27539" y="28372"/>
                    <a:pt x="26901" y="27612"/>
                    <a:pt x="27266" y="27004"/>
                  </a:cubicBezTo>
                  <a:cubicBezTo>
                    <a:pt x="27448" y="26700"/>
                    <a:pt x="27783" y="26396"/>
                    <a:pt x="27570" y="26062"/>
                  </a:cubicBezTo>
                  <a:cubicBezTo>
                    <a:pt x="27463" y="25913"/>
                    <a:pt x="27342" y="25864"/>
                    <a:pt x="27214" y="25864"/>
                  </a:cubicBezTo>
                  <a:cubicBezTo>
                    <a:pt x="26975" y="25864"/>
                    <a:pt x="26713" y="26031"/>
                    <a:pt x="26476" y="26031"/>
                  </a:cubicBezTo>
                  <a:cubicBezTo>
                    <a:pt x="26202" y="26031"/>
                    <a:pt x="25928" y="26123"/>
                    <a:pt x="25746" y="26305"/>
                  </a:cubicBezTo>
                  <a:cubicBezTo>
                    <a:pt x="25625" y="26457"/>
                    <a:pt x="25564" y="26639"/>
                    <a:pt x="25442" y="26791"/>
                  </a:cubicBezTo>
                  <a:cubicBezTo>
                    <a:pt x="25442" y="26791"/>
                    <a:pt x="25412" y="26883"/>
                    <a:pt x="25412" y="26883"/>
                  </a:cubicBezTo>
                  <a:lnTo>
                    <a:pt x="25381" y="26822"/>
                  </a:lnTo>
                  <a:cubicBezTo>
                    <a:pt x="25442" y="26700"/>
                    <a:pt x="25503" y="26548"/>
                    <a:pt x="25533" y="26427"/>
                  </a:cubicBezTo>
                  <a:cubicBezTo>
                    <a:pt x="25533" y="26335"/>
                    <a:pt x="25503" y="26214"/>
                    <a:pt x="25442" y="26153"/>
                  </a:cubicBezTo>
                  <a:cubicBezTo>
                    <a:pt x="25442" y="26060"/>
                    <a:pt x="25467" y="26034"/>
                    <a:pt x="25501" y="26034"/>
                  </a:cubicBezTo>
                  <a:cubicBezTo>
                    <a:pt x="25544" y="26034"/>
                    <a:pt x="25602" y="26077"/>
                    <a:pt x="25642" y="26077"/>
                  </a:cubicBezTo>
                  <a:cubicBezTo>
                    <a:pt x="25663" y="26077"/>
                    <a:pt x="25679" y="26065"/>
                    <a:pt x="25685" y="26031"/>
                  </a:cubicBezTo>
                  <a:cubicBezTo>
                    <a:pt x="25777" y="25940"/>
                    <a:pt x="25777" y="25819"/>
                    <a:pt x="25746" y="25697"/>
                  </a:cubicBezTo>
                  <a:cubicBezTo>
                    <a:pt x="25503" y="25180"/>
                    <a:pt x="24986" y="25028"/>
                    <a:pt x="24561" y="24694"/>
                  </a:cubicBezTo>
                  <a:cubicBezTo>
                    <a:pt x="23831" y="24147"/>
                    <a:pt x="22919" y="23843"/>
                    <a:pt x="22463" y="22961"/>
                  </a:cubicBezTo>
                  <a:cubicBezTo>
                    <a:pt x="22372" y="22809"/>
                    <a:pt x="22220" y="22718"/>
                    <a:pt x="22038" y="22658"/>
                  </a:cubicBezTo>
                  <a:cubicBezTo>
                    <a:pt x="21965" y="22658"/>
                    <a:pt x="21914" y="22727"/>
                    <a:pt x="21859" y="22773"/>
                  </a:cubicBezTo>
                  <a:lnTo>
                    <a:pt x="21859" y="22773"/>
                  </a:lnTo>
                  <a:cubicBezTo>
                    <a:pt x="21907" y="22722"/>
                    <a:pt x="21912" y="22605"/>
                    <a:pt x="21947" y="22536"/>
                  </a:cubicBezTo>
                  <a:cubicBezTo>
                    <a:pt x="21278" y="21624"/>
                    <a:pt x="20579" y="20682"/>
                    <a:pt x="19454" y="20256"/>
                  </a:cubicBezTo>
                  <a:cubicBezTo>
                    <a:pt x="19333" y="20195"/>
                    <a:pt x="19241" y="20135"/>
                    <a:pt x="19120" y="20104"/>
                  </a:cubicBezTo>
                  <a:cubicBezTo>
                    <a:pt x="18968" y="20013"/>
                    <a:pt x="18846" y="19922"/>
                    <a:pt x="18694" y="19831"/>
                  </a:cubicBezTo>
                  <a:cubicBezTo>
                    <a:pt x="18330" y="19496"/>
                    <a:pt x="18360" y="18980"/>
                    <a:pt x="18026" y="18615"/>
                  </a:cubicBezTo>
                  <a:cubicBezTo>
                    <a:pt x="17995" y="18585"/>
                    <a:pt x="17934" y="18554"/>
                    <a:pt x="17904" y="18493"/>
                  </a:cubicBezTo>
                  <a:cubicBezTo>
                    <a:pt x="17813" y="18402"/>
                    <a:pt x="17691" y="18341"/>
                    <a:pt x="17600" y="18311"/>
                  </a:cubicBezTo>
                  <a:cubicBezTo>
                    <a:pt x="17524" y="18296"/>
                    <a:pt x="17456" y="18288"/>
                    <a:pt x="17391" y="18288"/>
                  </a:cubicBezTo>
                  <a:cubicBezTo>
                    <a:pt x="17327" y="18288"/>
                    <a:pt x="17266" y="18296"/>
                    <a:pt x="17205" y="18311"/>
                  </a:cubicBezTo>
                  <a:cubicBezTo>
                    <a:pt x="16688" y="18493"/>
                    <a:pt x="16810" y="19071"/>
                    <a:pt x="16475" y="19436"/>
                  </a:cubicBezTo>
                  <a:cubicBezTo>
                    <a:pt x="15381" y="19040"/>
                    <a:pt x="15047" y="17825"/>
                    <a:pt x="14135" y="17247"/>
                  </a:cubicBezTo>
                  <a:cubicBezTo>
                    <a:pt x="13618" y="16974"/>
                    <a:pt x="13588" y="16639"/>
                    <a:pt x="13983" y="16153"/>
                  </a:cubicBezTo>
                  <a:cubicBezTo>
                    <a:pt x="14378" y="15667"/>
                    <a:pt x="14712" y="15119"/>
                    <a:pt x="14530" y="14420"/>
                  </a:cubicBezTo>
                  <a:cubicBezTo>
                    <a:pt x="14348" y="13964"/>
                    <a:pt x="13922" y="13660"/>
                    <a:pt x="13801" y="13174"/>
                  </a:cubicBezTo>
                  <a:cubicBezTo>
                    <a:pt x="13010" y="12566"/>
                    <a:pt x="12463" y="11715"/>
                    <a:pt x="12220" y="10742"/>
                  </a:cubicBezTo>
                  <a:cubicBezTo>
                    <a:pt x="11913" y="10436"/>
                    <a:pt x="11607" y="10147"/>
                    <a:pt x="11186" y="10147"/>
                  </a:cubicBezTo>
                  <a:cubicBezTo>
                    <a:pt x="11065" y="10147"/>
                    <a:pt x="10934" y="10171"/>
                    <a:pt x="10791" y="10226"/>
                  </a:cubicBezTo>
                  <a:cubicBezTo>
                    <a:pt x="10305" y="10469"/>
                    <a:pt x="10032" y="11016"/>
                    <a:pt x="10123" y="11563"/>
                  </a:cubicBezTo>
                  <a:cubicBezTo>
                    <a:pt x="10062" y="11806"/>
                    <a:pt x="10731" y="11654"/>
                    <a:pt x="10396" y="12049"/>
                  </a:cubicBezTo>
                  <a:cubicBezTo>
                    <a:pt x="10335" y="12141"/>
                    <a:pt x="10335" y="12384"/>
                    <a:pt x="10275" y="12384"/>
                  </a:cubicBezTo>
                  <a:cubicBezTo>
                    <a:pt x="10062" y="12293"/>
                    <a:pt x="10062" y="12019"/>
                    <a:pt x="9971" y="11837"/>
                  </a:cubicBezTo>
                  <a:cubicBezTo>
                    <a:pt x="9940" y="11715"/>
                    <a:pt x="9880" y="11624"/>
                    <a:pt x="9819" y="11502"/>
                  </a:cubicBezTo>
                  <a:cubicBezTo>
                    <a:pt x="9910" y="10864"/>
                    <a:pt x="9515" y="10226"/>
                    <a:pt x="9728" y="9557"/>
                  </a:cubicBezTo>
                  <a:cubicBezTo>
                    <a:pt x="9819" y="9253"/>
                    <a:pt x="9576" y="9010"/>
                    <a:pt x="9515" y="8736"/>
                  </a:cubicBezTo>
                  <a:cubicBezTo>
                    <a:pt x="9424" y="8432"/>
                    <a:pt x="9241" y="8098"/>
                    <a:pt x="9180" y="7794"/>
                  </a:cubicBezTo>
                  <a:cubicBezTo>
                    <a:pt x="9089" y="7490"/>
                    <a:pt x="9272" y="7004"/>
                    <a:pt x="9059" y="6882"/>
                  </a:cubicBezTo>
                  <a:cubicBezTo>
                    <a:pt x="7813" y="6153"/>
                    <a:pt x="8451" y="5302"/>
                    <a:pt x="8846" y="4451"/>
                  </a:cubicBezTo>
                  <a:cubicBezTo>
                    <a:pt x="8968" y="4147"/>
                    <a:pt x="9059" y="3843"/>
                    <a:pt x="9120" y="3539"/>
                  </a:cubicBezTo>
                  <a:cubicBezTo>
                    <a:pt x="9120" y="3417"/>
                    <a:pt x="9150" y="3295"/>
                    <a:pt x="9180" y="3174"/>
                  </a:cubicBezTo>
                  <a:cubicBezTo>
                    <a:pt x="9180" y="3052"/>
                    <a:pt x="9180" y="2931"/>
                    <a:pt x="9180" y="2809"/>
                  </a:cubicBezTo>
                  <a:lnTo>
                    <a:pt x="9180" y="2444"/>
                  </a:lnTo>
                  <a:cubicBezTo>
                    <a:pt x="9180" y="2171"/>
                    <a:pt x="9241" y="1897"/>
                    <a:pt x="9363" y="1624"/>
                  </a:cubicBezTo>
                  <a:cubicBezTo>
                    <a:pt x="9393" y="1502"/>
                    <a:pt x="9424" y="1381"/>
                    <a:pt x="9424" y="1259"/>
                  </a:cubicBezTo>
                  <a:cubicBezTo>
                    <a:pt x="9484" y="864"/>
                    <a:pt x="9302" y="469"/>
                    <a:pt x="8968" y="195"/>
                  </a:cubicBezTo>
                  <a:cubicBezTo>
                    <a:pt x="8821" y="98"/>
                    <a:pt x="8649" y="0"/>
                    <a:pt x="8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8"/>
            <p:cNvSpPr/>
            <p:nvPr/>
          </p:nvSpPr>
          <p:spPr>
            <a:xfrm>
              <a:off x="1097325" y="1540200"/>
              <a:ext cx="1309289" cy="2333348"/>
            </a:xfrm>
            <a:custGeom>
              <a:rect b="b" l="l" r="r" t="t"/>
              <a:pathLst>
                <a:path extrusionOk="0" h="55309" w="31035">
                  <a:moveTo>
                    <a:pt x="3010" y="35368"/>
                  </a:moveTo>
                  <a:cubicBezTo>
                    <a:pt x="3101" y="35581"/>
                    <a:pt x="3223" y="35794"/>
                    <a:pt x="3344" y="35976"/>
                  </a:cubicBezTo>
                  <a:cubicBezTo>
                    <a:pt x="3709" y="36524"/>
                    <a:pt x="4226" y="36949"/>
                    <a:pt x="4438" y="37618"/>
                  </a:cubicBezTo>
                  <a:cubicBezTo>
                    <a:pt x="4560" y="37891"/>
                    <a:pt x="4864" y="37983"/>
                    <a:pt x="4955" y="38286"/>
                  </a:cubicBezTo>
                  <a:cubicBezTo>
                    <a:pt x="5016" y="38378"/>
                    <a:pt x="5077" y="38469"/>
                    <a:pt x="5138" y="38560"/>
                  </a:cubicBezTo>
                  <a:cubicBezTo>
                    <a:pt x="5138" y="38565"/>
                    <a:pt x="5139" y="38570"/>
                    <a:pt x="5140" y="38575"/>
                  </a:cubicBezTo>
                  <a:lnTo>
                    <a:pt x="5140" y="38575"/>
                  </a:lnTo>
                  <a:cubicBezTo>
                    <a:pt x="5046" y="38448"/>
                    <a:pt x="4970" y="38322"/>
                    <a:pt x="4894" y="38195"/>
                  </a:cubicBezTo>
                  <a:cubicBezTo>
                    <a:pt x="4773" y="37952"/>
                    <a:pt x="4408" y="37861"/>
                    <a:pt x="4378" y="37527"/>
                  </a:cubicBezTo>
                  <a:cubicBezTo>
                    <a:pt x="4104" y="36979"/>
                    <a:pt x="3770" y="36463"/>
                    <a:pt x="3344" y="36068"/>
                  </a:cubicBezTo>
                  <a:cubicBezTo>
                    <a:pt x="3223" y="35855"/>
                    <a:pt x="3101" y="35642"/>
                    <a:pt x="2949" y="35460"/>
                  </a:cubicBezTo>
                  <a:cubicBezTo>
                    <a:pt x="2949" y="35429"/>
                    <a:pt x="3010" y="35368"/>
                    <a:pt x="3010" y="35368"/>
                  </a:cubicBezTo>
                  <a:close/>
                  <a:moveTo>
                    <a:pt x="27426" y="0"/>
                  </a:moveTo>
                  <a:cubicBezTo>
                    <a:pt x="26101" y="0"/>
                    <a:pt x="24786" y="183"/>
                    <a:pt x="23497" y="565"/>
                  </a:cubicBezTo>
                  <a:cubicBezTo>
                    <a:pt x="21399" y="1173"/>
                    <a:pt x="19302" y="1721"/>
                    <a:pt x="17205" y="2389"/>
                  </a:cubicBezTo>
                  <a:cubicBezTo>
                    <a:pt x="15290" y="2997"/>
                    <a:pt x="13405" y="3666"/>
                    <a:pt x="11673" y="4760"/>
                  </a:cubicBezTo>
                  <a:cubicBezTo>
                    <a:pt x="8329" y="6888"/>
                    <a:pt x="6049" y="9988"/>
                    <a:pt x="3891" y="13180"/>
                  </a:cubicBezTo>
                  <a:cubicBezTo>
                    <a:pt x="2767" y="14851"/>
                    <a:pt x="1855" y="16706"/>
                    <a:pt x="1217" y="18651"/>
                  </a:cubicBezTo>
                  <a:cubicBezTo>
                    <a:pt x="1034" y="19198"/>
                    <a:pt x="548" y="19593"/>
                    <a:pt x="487" y="20231"/>
                  </a:cubicBezTo>
                  <a:cubicBezTo>
                    <a:pt x="183" y="22815"/>
                    <a:pt x="31" y="25399"/>
                    <a:pt x="1" y="28013"/>
                  </a:cubicBezTo>
                  <a:cubicBezTo>
                    <a:pt x="1" y="28985"/>
                    <a:pt x="244" y="29958"/>
                    <a:pt x="213" y="30931"/>
                  </a:cubicBezTo>
                  <a:cubicBezTo>
                    <a:pt x="153" y="32633"/>
                    <a:pt x="821" y="34092"/>
                    <a:pt x="1581" y="35520"/>
                  </a:cubicBezTo>
                  <a:cubicBezTo>
                    <a:pt x="1824" y="36007"/>
                    <a:pt x="2098" y="36493"/>
                    <a:pt x="2372" y="36949"/>
                  </a:cubicBezTo>
                  <a:cubicBezTo>
                    <a:pt x="4043" y="39502"/>
                    <a:pt x="5563" y="42177"/>
                    <a:pt x="7782" y="44274"/>
                  </a:cubicBezTo>
                  <a:cubicBezTo>
                    <a:pt x="8724" y="45156"/>
                    <a:pt x="9758" y="45916"/>
                    <a:pt x="10396" y="46980"/>
                  </a:cubicBezTo>
                  <a:cubicBezTo>
                    <a:pt x="11004" y="47983"/>
                    <a:pt x="11885" y="48621"/>
                    <a:pt x="12645" y="49411"/>
                  </a:cubicBezTo>
                  <a:cubicBezTo>
                    <a:pt x="13496" y="50293"/>
                    <a:pt x="14469" y="50992"/>
                    <a:pt x="15138" y="52025"/>
                  </a:cubicBezTo>
                  <a:cubicBezTo>
                    <a:pt x="16232" y="52846"/>
                    <a:pt x="17417" y="53575"/>
                    <a:pt x="18299" y="54639"/>
                  </a:cubicBezTo>
                  <a:cubicBezTo>
                    <a:pt x="18390" y="54883"/>
                    <a:pt x="18481" y="55095"/>
                    <a:pt x="18633" y="55308"/>
                  </a:cubicBezTo>
                  <a:cubicBezTo>
                    <a:pt x="18894" y="55243"/>
                    <a:pt x="19108" y="54882"/>
                    <a:pt x="19387" y="54882"/>
                  </a:cubicBezTo>
                  <a:cubicBezTo>
                    <a:pt x="19498" y="54882"/>
                    <a:pt x="19619" y="54939"/>
                    <a:pt x="19758" y="55095"/>
                  </a:cubicBezTo>
                  <a:cubicBezTo>
                    <a:pt x="19910" y="55095"/>
                    <a:pt x="20062" y="55126"/>
                    <a:pt x="20183" y="55126"/>
                  </a:cubicBezTo>
                  <a:cubicBezTo>
                    <a:pt x="20259" y="55135"/>
                    <a:pt x="20334" y="55139"/>
                    <a:pt x="20409" y="55139"/>
                  </a:cubicBezTo>
                  <a:cubicBezTo>
                    <a:pt x="20848" y="55139"/>
                    <a:pt x="21275" y="54990"/>
                    <a:pt x="21612" y="54731"/>
                  </a:cubicBezTo>
                  <a:cubicBezTo>
                    <a:pt x="21582" y="53454"/>
                    <a:pt x="21582" y="53454"/>
                    <a:pt x="20366" y="52968"/>
                  </a:cubicBezTo>
                  <a:cubicBezTo>
                    <a:pt x="20305" y="52968"/>
                    <a:pt x="20305" y="52907"/>
                    <a:pt x="20275" y="52876"/>
                  </a:cubicBezTo>
                  <a:cubicBezTo>
                    <a:pt x="20366" y="52755"/>
                    <a:pt x="20366" y="52633"/>
                    <a:pt x="20275" y="52512"/>
                  </a:cubicBezTo>
                  <a:cubicBezTo>
                    <a:pt x="18998" y="51934"/>
                    <a:pt x="17843" y="51174"/>
                    <a:pt x="16810" y="50232"/>
                  </a:cubicBezTo>
                  <a:cubicBezTo>
                    <a:pt x="16471" y="49946"/>
                    <a:pt x="16133" y="49592"/>
                    <a:pt x="15641" y="49592"/>
                  </a:cubicBezTo>
                  <a:cubicBezTo>
                    <a:pt x="15559" y="49592"/>
                    <a:pt x="15473" y="49602"/>
                    <a:pt x="15381" y="49624"/>
                  </a:cubicBezTo>
                  <a:cubicBezTo>
                    <a:pt x="14439" y="49138"/>
                    <a:pt x="13618" y="48530"/>
                    <a:pt x="13223" y="47466"/>
                  </a:cubicBezTo>
                  <a:cubicBezTo>
                    <a:pt x="13162" y="47132"/>
                    <a:pt x="12919" y="46888"/>
                    <a:pt x="12585" y="46828"/>
                  </a:cubicBezTo>
                  <a:cubicBezTo>
                    <a:pt x="12493" y="46828"/>
                    <a:pt x="12433" y="46797"/>
                    <a:pt x="12463" y="46706"/>
                  </a:cubicBezTo>
                  <a:lnTo>
                    <a:pt x="12463" y="46706"/>
                  </a:lnTo>
                  <a:cubicBezTo>
                    <a:pt x="12505" y="46727"/>
                    <a:pt x="12547" y="46762"/>
                    <a:pt x="12599" y="46762"/>
                  </a:cubicBezTo>
                  <a:cubicBezTo>
                    <a:pt x="12622" y="46762"/>
                    <a:pt x="12647" y="46755"/>
                    <a:pt x="12676" y="46736"/>
                  </a:cubicBezTo>
                  <a:cubicBezTo>
                    <a:pt x="12737" y="46645"/>
                    <a:pt x="12767" y="46524"/>
                    <a:pt x="12737" y="46433"/>
                  </a:cubicBezTo>
                  <a:cubicBezTo>
                    <a:pt x="12453" y="46046"/>
                    <a:pt x="12017" y="45834"/>
                    <a:pt x="11557" y="45834"/>
                  </a:cubicBezTo>
                  <a:cubicBezTo>
                    <a:pt x="11475" y="45834"/>
                    <a:pt x="11391" y="45841"/>
                    <a:pt x="11308" y="45855"/>
                  </a:cubicBezTo>
                  <a:cubicBezTo>
                    <a:pt x="10943" y="45673"/>
                    <a:pt x="10670" y="45369"/>
                    <a:pt x="10518" y="45004"/>
                  </a:cubicBezTo>
                  <a:cubicBezTo>
                    <a:pt x="10670" y="44426"/>
                    <a:pt x="10031" y="44305"/>
                    <a:pt x="9879" y="43879"/>
                  </a:cubicBezTo>
                  <a:cubicBezTo>
                    <a:pt x="9788" y="43758"/>
                    <a:pt x="9697" y="43606"/>
                    <a:pt x="9606" y="43454"/>
                  </a:cubicBezTo>
                  <a:cubicBezTo>
                    <a:pt x="9454" y="43211"/>
                    <a:pt x="9241" y="43059"/>
                    <a:pt x="8967" y="42937"/>
                  </a:cubicBezTo>
                  <a:cubicBezTo>
                    <a:pt x="8815" y="42876"/>
                    <a:pt x="8694" y="42785"/>
                    <a:pt x="8603" y="42694"/>
                  </a:cubicBezTo>
                  <a:lnTo>
                    <a:pt x="8420" y="42451"/>
                  </a:lnTo>
                  <a:cubicBezTo>
                    <a:pt x="8329" y="42329"/>
                    <a:pt x="8238" y="42208"/>
                    <a:pt x="8147" y="42056"/>
                  </a:cubicBezTo>
                  <a:cubicBezTo>
                    <a:pt x="7995" y="41812"/>
                    <a:pt x="7843" y="41600"/>
                    <a:pt x="7630" y="41417"/>
                  </a:cubicBezTo>
                  <a:cubicBezTo>
                    <a:pt x="7448" y="41296"/>
                    <a:pt x="7265" y="41174"/>
                    <a:pt x="7083" y="41022"/>
                  </a:cubicBezTo>
                  <a:cubicBezTo>
                    <a:pt x="6779" y="40688"/>
                    <a:pt x="6688" y="40201"/>
                    <a:pt x="6323" y="39897"/>
                  </a:cubicBezTo>
                  <a:cubicBezTo>
                    <a:pt x="6050" y="39461"/>
                    <a:pt x="5385" y="39392"/>
                    <a:pt x="5230" y="38854"/>
                  </a:cubicBezTo>
                  <a:lnTo>
                    <a:pt x="5230" y="38854"/>
                  </a:lnTo>
                  <a:cubicBezTo>
                    <a:pt x="5453" y="39278"/>
                    <a:pt x="5984" y="39422"/>
                    <a:pt x="6262" y="39776"/>
                  </a:cubicBezTo>
                  <a:cubicBezTo>
                    <a:pt x="6718" y="40141"/>
                    <a:pt x="6779" y="40749"/>
                    <a:pt x="7204" y="41083"/>
                  </a:cubicBezTo>
                  <a:cubicBezTo>
                    <a:pt x="7394" y="41167"/>
                    <a:pt x="7583" y="41295"/>
                    <a:pt x="7793" y="41295"/>
                  </a:cubicBezTo>
                  <a:cubicBezTo>
                    <a:pt x="7886" y="41295"/>
                    <a:pt x="7983" y="41270"/>
                    <a:pt x="8086" y="41204"/>
                  </a:cubicBezTo>
                  <a:lnTo>
                    <a:pt x="9059" y="40809"/>
                  </a:lnTo>
                  <a:cubicBezTo>
                    <a:pt x="7873" y="40293"/>
                    <a:pt x="7508" y="39411"/>
                    <a:pt x="7691" y="38256"/>
                  </a:cubicBezTo>
                  <a:cubicBezTo>
                    <a:pt x="7721" y="38195"/>
                    <a:pt x="7569" y="38043"/>
                    <a:pt x="7478" y="37983"/>
                  </a:cubicBezTo>
                  <a:cubicBezTo>
                    <a:pt x="6840" y="37618"/>
                    <a:pt x="6870" y="36827"/>
                    <a:pt x="6445" y="36341"/>
                  </a:cubicBezTo>
                  <a:cubicBezTo>
                    <a:pt x="6384" y="35672"/>
                    <a:pt x="5867" y="35338"/>
                    <a:pt x="5381" y="35004"/>
                  </a:cubicBezTo>
                  <a:cubicBezTo>
                    <a:pt x="5077" y="34821"/>
                    <a:pt x="4986" y="34487"/>
                    <a:pt x="4834" y="34183"/>
                  </a:cubicBezTo>
                  <a:cubicBezTo>
                    <a:pt x="4834" y="34183"/>
                    <a:pt x="4864" y="34153"/>
                    <a:pt x="4894" y="34092"/>
                  </a:cubicBezTo>
                  <a:cubicBezTo>
                    <a:pt x="4894" y="34031"/>
                    <a:pt x="4894" y="33940"/>
                    <a:pt x="4834" y="33910"/>
                  </a:cubicBezTo>
                  <a:cubicBezTo>
                    <a:pt x="4691" y="33791"/>
                    <a:pt x="4623" y="33579"/>
                    <a:pt x="4441" y="33579"/>
                  </a:cubicBezTo>
                  <a:cubicBezTo>
                    <a:pt x="4389" y="33579"/>
                    <a:pt x="4329" y="33596"/>
                    <a:pt x="4256" y="33636"/>
                  </a:cubicBezTo>
                  <a:cubicBezTo>
                    <a:pt x="3922" y="33514"/>
                    <a:pt x="3709" y="33180"/>
                    <a:pt x="3739" y="32815"/>
                  </a:cubicBezTo>
                  <a:cubicBezTo>
                    <a:pt x="3831" y="32359"/>
                    <a:pt x="3557" y="32055"/>
                    <a:pt x="3314" y="31751"/>
                  </a:cubicBezTo>
                  <a:cubicBezTo>
                    <a:pt x="3192" y="31660"/>
                    <a:pt x="3040" y="31660"/>
                    <a:pt x="2888" y="31599"/>
                  </a:cubicBezTo>
                  <a:lnTo>
                    <a:pt x="2919" y="31478"/>
                  </a:lnTo>
                  <a:cubicBezTo>
                    <a:pt x="2463" y="31113"/>
                    <a:pt x="2128" y="30596"/>
                    <a:pt x="1946" y="30049"/>
                  </a:cubicBezTo>
                  <a:cubicBezTo>
                    <a:pt x="1581" y="29077"/>
                    <a:pt x="2007" y="27496"/>
                    <a:pt x="2706" y="27374"/>
                  </a:cubicBezTo>
                  <a:cubicBezTo>
                    <a:pt x="3527" y="27253"/>
                    <a:pt x="3557" y="26919"/>
                    <a:pt x="3314" y="26311"/>
                  </a:cubicBezTo>
                  <a:cubicBezTo>
                    <a:pt x="3253" y="26128"/>
                    <a:pt x="3223" y="25976"/>
                    <a:pt x="3192" y="25794"/>
                  </a:cubicBezTo>
                  <a:cubicBezTo>
                    <a:pt x="3344" y="25247"/>
                    <a:pt x="3527" y="24700"/>
                    <a:pt x="3192" y="24183"/>
                  </a:cubicBezTo>
                  <a:cubicBezTo>
                    <a:pt x="3739" y="23849"/>
                    <a:pt x="3375" y="23149"/>
                    <a:pt x="3739" y="22754"/>
                  </a:cubicBezTo>
                  <a:cubicBezTo>
                    <a:pt x="4378" y="22146"/>
                    <a:pt x="4834" y="21356"/>
                    <a:pt x="5654" y="20961"/>
                  </a:cubicBezTo>
                  <a:cubicBezTo>
                    <a:pt x="5686" y="20964"/>
                    <a:pt x="5716" y="20966"/>
                    <a:pt x="5744" y="20966"/>
                  </a:cubicBezTo>
                  <a:cubicBezTo>
                    <a:pt x="6229" y="20966"/>
                    <a:pt x="6210" y="20488"/>
                    <a:pt x="6353" y="20201"/>
                  </a:cubicBezTo>
                  <a:cubicBezTo>
                    <a:pt x="6437" y="19003"/>
                    <a:pt x="5780" y="18673"/>
                    <a:pt x="4828" y="18673"/>
                  </a:cubicBezTo>
                  <a:cubicBezTo>
                    <a:pt x="4741" y="18673"/>
                    <a:pt x="4652" y="18676"/>
                    <a:pt x="4560" y="18681"/>
                  </a:cubicBezTo>
                  <a:lnTo>
                    <a:pt x="4378" y="18681"/>
                  </a:lnTo>
                  <a:cubicBezTo>
                    <a:pt x="4287" y="18681"/>
                    <a:pt x="4165" y="18742"/>
                    <a:pt x="4074" y="18803"/>
                  </a:cubicBezTo>
                  <a:lnTo>
                    <a:pt x="3952" y="18924"/>
                  </a:lnTo>
                  <a:cubicBezTo>
                    <a:pt x="3861" y="18985"/>
                    <a:pt x="3800" y="19076"/>
                    <a:pt x="3739" y="19137"/>
                  </a:cubicBezTo>
                  <a:cubicBezTo>
                    <a:pt x="3679" y="19228"/>
                    <a:pt x="3618" y="19289"/>
                    <a:pt x="3557" y="19380"/>
                  </a:cubicBezTo>
                  <a:cubicBezTo>
                    <a:pt x="3527" y="19441"/>
                    <a:pt x="3496" y="19532"/>
                    <a:pt x="3466" y="19593"/>
                  </a:cubicBezTo>
                  <a:cubicBezTo>
                    <a:pt x="3405" y="19259"/>
                    <a:pt x="3739" y="19076"/>
                    <a:pt x="3891" y="18833"/>
                  </a:cubicBezTo>
                  <a:cubicBezTo>
                    <a:pt x="4043" y="18620"/>
                    <a:pt x="4195" y="18347"/>
                    <a:pt x="4317" y="18073"/>
                  </a:cubicBezTo>
                  <a:cubicBezTo>
                    <a:pt x="4651" y="17374"/>
                    <a:pt x="5168" y="16797"/>
                    <a:pt x="5411" y="16037"/>
                  </a:cubicBezTo>
                  <a:cubicBezTo>
                    <a:pt x="5533" y="15581"/>
                    <a:pt x="5806" y="15186"/>
                    <a:pt x="6171" y="14943"/>
                  </a:cubicBezTo>
                  <a:cubicBezTo>
                    <a:pt x="6262" y="14851"/>
                    <a:pt x="6323" y="14760"/>
                    <a:pt x="6384" y="14699"/>
                  </a:cubicBezTo>
                  <a:cubicBezTo>
                    <a:pt x="6505" y="14517"/>
                    <a:pt x="6627" y="14335"/>
                    <a:pt x="6779" y="14183"/>
                  </a:cubicBezTo>
                  <a:cubicBezTo>
                    <a:pt x="6809" y="14122"/>
                    <a:pt x="6809" y="14122"/>
                    <a:pt x="6870" y="14061"/>
                  </a:cubicBezTo>
                  <a:cubicBezTo>
                    <a:pt x="6961" y="13970"/>
                    <a:pt x="7022" y="13909"/>
                    <a:pt x="7083" y="13818"/>
                  </a:cubicBezTo>
                  <a:lnTo>
                    <a:pt x="7204" y="13727"/>
                  </a:lnTo>
                  <a:cubicBezTo>
                    <a:pt x="7265" y="13636"/>
                    <a:pt x="7356" y="13575"/>
                    <a:pt x="7417" y="13484"/>
                  </a:cubicBezTo>
                  <a:cubicBezTo>
                    <a:pt x="7539" y="13332"/>
                    <a:pt x="7660" y="13180"/>
                    <a:pt x="7782" y="12997"/>
                  </a:cubicBezTo>
                  <a:cubicBezTo>
                    <a:pt x="7843" y="12906"/>
                    <a:pt x="7904" y="12815"/>
                    <a:pt x="7964" y="12754"/>
                  </a:cubicBezTo>
                  <a:cubicBezTo>
                    <a:pt x="8025" y="12663"/>
                    <a:pt x="8086" y="12572"/>
                    <a:pt x="8147" y="12481"/>
                  </a:cubicBezTo>
                  <a:cubicBezTo>
                    <a:pt x="8268" y="12329"/>
                    <a:pt x="8420" y="12177"/>
                    <a:pt x="8572" y="12025"/>
                  </a:cubicBezTo>
                  <a:cubicBezTo>
                    <a:pt x="8663" y="11964"/>
                    <a:pt x="8785" y="11903"/>
                    <a:pt x="8846" y="11842"/>
                  </a:cubicBezTo>
                  <a:cubicBezTo>
                    <a:pt x="9302" y="11569"/>
                    <a:pt x="9636" y="11174"/>
                    <a:pt x="10062" y="10900"/>
                  </a:cubicBezTo>
                  <a:cubicBezTo>
                    <a:pt x="10183" y="10809"/>
                    <a:pt x="10244" y="10748"/>
                    <a:pt x="10335" y="10657"/>
                  </a:cubicBezTo>
                  <a:cubicBezTo>
                    <a:pt x="10426" y="10566"/>
                    <a:pt x="10518" y="10505"/>
                    <a:pt x="10578" y="10414"/>
                  </a:cubicBezTo>
                  <a:cubicBezTo>
                    <a:pt x="10769" y="10244"/>
                    <a:pt x="10946" y="10030"/>
                    <a:pt x="11159" y="10030"/>
                  </a:cubicBezTo>
                  <a:cubicBezTo>
                    <a:pt x="11251" y="10030"/>
                    <a:pt x="11350" y="10070"/>
                    <a:pt x="11460" y="10171"/>
                  </a:cubicBezTo>
                  <a:cubicBezTo>
                    <a:pt x="11718" y="10375"/>
                    <a:pt x="11930" y="10469"/>
                    <a:pt x="12101" y="10469"/>
                  </a:cubicBezTo>
                  <a:cubicBezTo>
                    <a:pt x="12413" y="10469"/>
                    <a:pt x="12586" y="10154"/>
                    <a:pt x="12645" y="9623"/>
                  </a:cubicBezTo>
                  <a:cubicBezTo>
                    <a:pt x="12706" y="9532"/>
                    <a:pt x="12433" y="9502"/>
                    <a:pt x="12585" y="9380"/>
                  </a:cubicBezTo>
                  <a:lnTo>
                    <a:pt x="12585" y="9380"/>
                  </a:lnTo>
                  <a:lnTo>
                    <a:pt x="12706" y="9502"/>
                  </a:lnTo>
                  <a:cubicBezTo>
                    <a:pt x="12767" y="9593"/>
                    <a:pt x="12858" y="9654"/>
                    <a:pt x="12980" y="9684"/>
                  </a:cubicBezTo>
                  <a:cubicBezTo>
                    <a:pt x="13006" y="9693"/>
                    <a:pt x="13036" y="9697"/>
                    <a:pt x="13067" y="9697"/>
                  </a:cubicBezTo>
                  <a:cubicBezTo>
                    <a:pt x="13142" y="9697"/>
                    <a:pt x="13228" y="9675"/>
                    <a:pt x="13314" y="9654"/>
                  </a:cubicBezTo>
                  <a:cubicBezTo>
                    <a:pt x="13679" y="9471"/>
                    <a:pt x="13952" y="9198"/>
                    <a:pt x="14287" y="8985"/>
                  </a:cubicBezTo>
                  <a:cubicBezTo>
                    <a:pt x="14499" y="8863"/>
                    <a:pt x="14651" y="8681"/>
                    <a:pt x="14743" y="8468"/>
                  </a:cubicBezTo>
                  <a:cubicBezTo>
                    <a:pt x="14854" y="8357"/>
                    <a:pt x="14582" y="8066"/>
                    <a:pt x="14795" y="8066"/>
                  </a:cubicBezTo>
                  <a:cubicBezTo>
                    <a:pt x="14814" y="8066"/>
                    <a:pt x="14837" y="8068"/>
                    <a:pt x="14864" y="8073"/>
                  </a:cubicBezTo>
                  <a:cubicBezTo>
                    <a:pt x="14995" y="8099"/>
                    <a:pt x="15120" y="8111"/>
                    <a:pt x="15241" y="8111"/>
                  </a:cubicBezTo>
                  <a:cubicBezTo>
                    <a:pt x="15825" y="8111"/>
                    <a:pt x="16311" y="7839"/>
                    <a:pt x="16840" y="7587"/>
                  </a:cubicBezTo>
                  <a:cubicBezTo>
                    <a:pt x="17478" y="7192"/>
                    <a:pt x="18056" y="6705"/>
                    <a:pt x="18816" y="6523"/>
                  </a:cubicBezTo>
                  <a:cubicBezTo>
                    <a:pt x="19515" y="6310"/>
                    <a:pt x="20153" y="6006"/>
                    <a:pt x="20731" y="5611"/>
                  </a:cubicBezTo>
                  <a:cubicBezTo>
                    <a:pt x="21308" y="5216"/>
                    <a:pt x="21187" y="4821"/>
                    <a:pt x="20731" y="4456"/>
                  </a:cubicBezTo>
                  <a:cubicBezTo>
                    <a:pt x="20430" y="4238"/>
                    <a:pt x="20080" y="4117"/>
                    <a:pt x="19704" y="4117"/>
                  </a:cubicBezTo>
                  <a:cubicBezTo>
                    <a:pt x="19661" y="4117"/>
                    <a:pt x="19619" y="4119"/>
                    <a:pt x="19576" y="4122"/>
                  </a:cubicBezTo>
                  <a:cubicBezTo>
                    <a:pt x="19484" y="4137"/>
                    <a:pt x="19386" y="4145"/>
                    <a:pt x="19283" y="4145"/>
                  </a:cubicBezTo>
                  <a:cubicBezTo>
                    <a:pt x="19180" y="4145"/>
                    <a:pt x="19074" y="4137"/>
                    <a:pt x="18968" y="4122"/>
                  </a:cubicBezTo>
                  <a:cubicBezTo>
                    <a:pt x="19545" y="3787"/>
                    <a:pt x="20153" y="3483"/>
                    <a:pt x="20791" y="3271"/>
                  </a:cubicBezTo>
                  <a:cubicBezTo>
                    <a:pt x="21308" y="2906"/>
                    <a:pt x="21977" y="3119"/>
                    <a:pt x="22463" y="2693"/>
                  </a:cubicBezTo>
                  <a:cubicBezTo>
                    <a:pt x="22631" y="2458"/>
                    <a:pt x="22817" y="2372"/>
                    <a:pt x="23017" y="2372"/>
                  </a:cubicBezTo>
                  <a:cubicBezTo>
                    <a:pt x="23179" y="2372"/>
                    <a:pt x="23350" y="2429"/>
                    <a:pt x="23527" y="2511"/>
                  </a:cubicBezTo>
                  <a:cubicBezTo>
                    <a:pt x="23640" y="2528"/>
                    <a:pt x="23752" y="2536"/>
                    <a:pt x="23863" y="2536"/>
                  </a:cubicBezTo>
                  <a:cubicBezTo>
                    <a:pt x="24705" y="2536"/>
                    <a:pt x="25491" y="2085"/>
                    <a:pt x="26323" y="2085"/>
                  </a:cubicBezTo>
                  <a:cubicBezTo>
                    <a:pt x="27357" y="1812"/>
                    <a:pt x="28390" y="1842"/>
                    <a:pt x="29454" y="1751"/>
                  </a:cubicBezTo>
                  <a:cubicBezTo>
                    <a:pt x="29880" y="1599"/>
                    <a:pt x="30366" y="1721"/>
                    <a:pt x="30731" y="1325"/>
                  </a:cubicBezTo>
                  <a:cubicBezTo>
                    <a:pt x="31035" y="778"/>
                    <a:pt x="30974" y="383"/>
                    <a:pt x="30214" y="383"/>
                  </a:cubicBezTo>
                  <a:cubicBezTo>
                    <a:pt x="29940" y="353"/>
                    <a:pt x="29697" y="292"/>
                    <a:pt x="29454" y="140"/>
                  </a:cubicBezTo>
                  <a:cubicBezTo>
                    <a:pt x="28777" y="48"/>
                    <a:pt x="28100" y="0"/>
                    <a:pt x="274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8"/>
            <p:cNvSpPr/>
            <p:nvPr/>
          </p:nvSpPr>
          <p:spPr>
            <a:xfrm>
              <a:off x="2036010" y="3600625"/>
              <a:ext cx="580922" cy="330623"/>
            </a:xfrm>
            <a:custGeom>
              <a:rect b="b" l="l" r="r" t="t"/>
              <a:pathLst>
                <a:path extrusionOk="0" h="7837" w="13770">
                  <a:moveTo>
                    <a:pt x="8704" y="0"/>
                  </a:moveTo>
                  <a:cubicBezTo>
                    <a:pt x="8512" y="0"/>
                    <a:pt x="8323" y="82"/>
                    <a:pt x="8177" y="208"/>
                  </a:cubicBezTo>
                  <a:cubicBezTo>
                    <a:pt x="8055" y="360"/>
                    <a:pt x="7934" y="481"/>
                    <a:pt x="7842" y="603"/>
                  </a:cubicBezTo>
                  <a:cubicBezTo>
                    <a:pt x="7660" y="724"/>
                    <a:pt x="7508" y="876"/>
                    <a:pt x="7387" y="1059"/>
                  </a:cubicBezTo>
                  <a:cubicBezTo>
                    <a:pt x="7356" y="1180"/>
                    <a:pt x="7387" y="1302"/>
                    <a:pt x="7447" y="1393"/>
                  </a:cubicBezTo>
                  <a:cubicBezTo>
                    <a:pt x="7539" y="1515"/>
                    <a:pt x="7782" y="1697"/>
                    <a:pt x="7690" y="1758"/>
                  </a:cubicBezTo>
                  <a:cubicBezTo>
                    <a:pt x="7656" y="1781"/>
                    <a:pt x="7625" y="1791"/>
                    <a:pt x="7598" y="1791"/>
                  </a:cubicBezTo>
                  <a:cubicBezTo>
                    <a:pt x="7485" y="1791"/>
                    <a:pt x="7436" y="1613"/>
                    <a:pt x="7387" y="1515"/>
                  </a:cubicBezTo>
                  <a:cubicBezTo>
                    <a:pt x="7295" y="1363"/>
                    <a:pt x="7265" y="1180"/>
                    <a:pt x="7265" y="998"/>
                  </a:cubicBezTo>
                  <a:cubicBezTo>
                    <a:pt x="7174" y="846"/>
                    <a:pt x="7022" y="694"/>
                    <a:pt x="6839" y="663"/>
                  </a:cubicBezTo>
                  <a:cubicBezTo>
                    <a:pt x="6440" y="1025"/>
                    <a:pt x="6219" y="1172"/>
                    <a:pt x="5998" y="1172"/>
                  </a:cubicBezTo>
                  <a:cubicBezTo>
                    <a:pt x="5866" y="1172"/>
                    <a:pt x="5733" y="1119"/>
                    <a:pt x="5563" y="1028"/>
                  </a:cubicBezTo>
                  <a:cubicBezTo>
                    <a:pt x="5539" y="1218"/>
                    <a:pt x="5497" y="1371"/>
                    <a:pt x="5320" y="1371"/>
                  </a:cubicBezTo>
                  <a:cubicBezTo>
                    <a:pt x="5271" y="1371"/>
                    <a:pt x="5211" y="1359"/>
                    <a:pt x="5137" y="1332"/>
                  </a:cubicBezTo>
                  <a:cubicBezTo>
                    <a:pt x="4918" y="1265"/>
                    <a:pt x="4662" y="1076"/>
                    <a:pt x="4446" y="1076"/>
                  </a:cubicBezTo>
                  <a:cubicBezTo>
                    <a:pt x="4272" y="1076"/>
                    <a:pt x="4124" y="1199"/>
                    <a:pt x="4043" y="1606"/>
                  </a:cubicBezTo>
                  <a:cubicBezTo>
                    <a:pt x="4022" y="1709"/>
                    <a:pt x="3932" y="1770"/>
                    <a:pt x="3847" y="1770"/>
                  </a:cubicBezTo>
                  <a:cubicBezTo>
                    <a:pt x="3807" y="1770"/>
                    <a:pt x="3768" y="1757"/>
                    <a:pt x="3739" y="1727"/>
                  </a:cubicBezTo>
                  <a:cubicBezTo>
                    <a:pt x="3611" y="1642"/>
                    <a:pt x="3485" y="1612"/>
                    <a:pt x="3361" y="1612"/>
                  </a:cubicBezTo>
                  <a:cubicBezTo>
                    <a:pt x="3061" y="1612"/>
                    <a:pt x="2770" y="1790"/>
                    <a:pt x="2480" y="1790"/>
                  </a:cubicBezTo>
                  <a:cubicBezTo>
                    <a:pt x="2464" y="1790"/>
                    <a:pt x="2448" y="1789"/>
                    <a:pt x="2432" y="1788"/>
                  </a:cubicBezTo>
                  <a:cubicBezTo>
                    <a:pt x="2253" y="1778"/>
                    <a:pt x="2075" y="1752"/>
                    <a:pt x="1934" y="1752"/>
                  </a:cubicBezTo>
                  <a:cubicBezTo>
                    <a:pt x="1644" y="1752"/>
                    <a:pt x="1516" y="1863"/>
                    <a:pt x="1885" y="2457"/>
                  </a:cubicBezTo>
                  <a:cubicBezTo>
                    <a:pt x="1915" y="2487"/>
                    <a:pt x="1824" y="2670"/>
                    <a:pt x="1824" y="2670"/>
                  </a:cubicBezTo>
                  <a:cubicBezTo>
                    <a:pt x="1813" y="2669"/>
                    <a:pt x="1803" y="2669"/>
                    <a:pt x="1792" y="2669"/>
                  </a:cubicBezTo>
                  <a:cubicBezTo>
                    <a:pt x="1031" y="2669"/>
                    <a:pt x="909" y="3708"/>
                    <a:pt x="101" y="3708"/>
                  </a:cubicBezTo>
                  <a:cubicBezTo>
                    <a:pt x="68" y="3708"/>
                    <a:pt x="35" y="3707"/>
                    <a:pt x="0" y="3703"/>
                  </a:cubicBezTo>
                  <a:lnTo>
                    <a:pt x="0" y="3703"/>
                  </a:lnTo>
                  <a:cubicBezTo>
                    <a:pt x="851" y="3946"/>
                    <a:pt x="1581" y="4433"/>
                    <a:pt x="2098" y="5132"/>
                  </a:cubicBezTo>
                  <a:cubicBezTo>
                    <a:pt x="2136" y="5179"/>
                    <a:pt x="2183" y="5197"/>
                    <a:pt x="2235" y="5197"/>
                  </a:cubicBezTo>
                  <a:cubicBezTo>
                    <a:pt x="2350" y="5197"/>
                    <a:pt x="2489" y="5113"/>
                    <a:pt x="2614" y="5071"/>
                  </a:cubicBezTo>
                  <a:cubicBezTo>
                    <a:pt x="2736" y="4949"/>
                    <a:pt x="2888" y="4919"/>
                    <a:pt x="3070" y="4919"/>
                  </a:cubicBezTo>
                  <a:cubicBezTo>
                    <a:pt x="3192" y="4919"/>
                    <a:pt x="3344" y="4949"/>
                    <a:pt x="3496" y="5010"/>
                  </a:cubicBezTo>
                  <a:cubicBezTo>
                    <a:pt x="3587" y="5071"/>
                    <a:pt x="3648" y="5132"/>
                    <a:pt x="3709" y="5192"/>
                  </a:cubicBezTo>
                  <a:cubicBezTo>
                    <a:pt x="3830" y="5405"/>
                    <a:pt x="4195" y="5375"/>
                    <a:pt x="4195" y="5679"/>
                  </a:cubicBezTo>
                  <a:cubicBezTo>
                    <a:pt x="4256" y="5800"/>
                    <a:pt x="4347" y="6013"/>
                    <a:pt x="4377" y="6013"/>
                  </a:cubicBezTo>
                  <a:cubicBezTo>
                    <a:pt x="4460" y="5999"/>
                    <a:pt x="4541" y="5992"/>
                    <a:pt x="4619" y="5992"/>
                  </a:cubicBezTo>
                  <a:cubicBezTo>
                    <a:pt x="5199" y="5992"/>
                    <a:pt x="5654" y="6364"/>
                    <a:pt x="6110" y="6712"/>
                  </a:cubicBezTo>
                  <a:cubicBezTo>
                    <a:pt x="5647" y="6741"/>
                    <a:pt x="5239" y="7018"/>
                    <a:pt x="4754" y="7018"/>
                  </a:cubicBezTo>
                  <a:cubicBezTo>
                    <a:pt x="4730" y="7018"/>
                    <a:pt x="4706" y="7018"/>
                    <a:pt x="4681" y="7016"/>
                  </a:cubicBezTo>
                  <a:lnTo>
                    <a:pt x="4681" y="7016"/>
                  </a:lnTo>
                  <a:lnTo>
                    <a:pt x="5806" y="7502"/>
                  </a:lnTo>
                  <a:cubicBezTo>
                    <a:pt x="5844" y="7464"/>
                    <a:pt x="5888" y="7447"/>
                    <a:pt x="5930" y="7447"/>
                  </a:cubicBezTo>
                  <a:cubicBezTo>
                    <a:pt x="5988" y="7447"/>
                    <a:pt x="6044" y="7480"/>
                    <a:pt x="6080" y="7533"/>
                  </a:cubicBezTo>
                  <a:cubicBezTo>
                    <a:pt x="6544" y="7688"/>
                    <a:pt x="7009" y="7823"/>
                    <a:pt x="7474" y="7823"/>
                  </a:cubicBezTo>
                  <a:cubicBezTo>
                    <a:pt x="7830" y="7823"/>
                    <a:pt x="8186" y="7744"/>
                    <a:pt x="8542" y="7533"/>
                  </a:cubicBezTo>
                  <a:cubicBezTo>
                    <a:pt x="8329" y="7077"/>
                    <a:pt x="7660" y="7442"/>
                    <a:pt x="7417" y="6986"/>
                  </a:cubicBezTo>
                  <a:cubicBezTo>
                    <a:pt x="7663" y="6897"/>
                    <a:pt x="7899" y="6860"/>
                    <a:pt x="8129" y="6860"/>
                  </a:cubicBezTo>
                  <a:cubicBezTo>
                    <a:pt x="8924" y="6860"/>
                    <a:pt x="9641" y="7297"/>
                    <a:pt x="10396" y="7533"/>
                  </a:cubicBezTo>
                  <a:cubicBezTo>
                    <a:pt x="10742" y="7792"/>
                    <a:pt x="11107" y="7835"/>
                    <a:pt x="11476" y="7835"/>
                  </a:cubicBezTo>
                  <a:cubicBezTo>
                    <a:pt x="11658" y="7835"/>
                    <a:pt x="11841" y="7825"/>
                    <a:pt x="12022" y="7825"/>
                  </a:cubicBezTo>
                  <a:cubicBezTo>
                    <a:pt x="12119" y="7825"/>
                    <a:pt x="12215" y="7828"/>
                    <a:pt x="12311" y="7837"/>
                  </a:cubicBezTo>
                  <a:cubicBezTo>
                    <a:pt x="13314" y="7715"/>
                    <a:pt x="13770" y="7016"/>
                    <a:pt x="13526" y="5800"/>
                  </a:cubicBezTo>
                  <a:cubicBezTo>
                    <a:pt x="13222" y="5527"/>
                    <a:pt x="12827" y="5314"/>
                    <a:pt x="12432" y="5223"/>
                  </a:cubicBezTo>
                  <a:cubicBezTo>
                    <a:pt x="11824" y="4463"/>
                    <a:pt x="12432" y="3551"/>
                    <a:pt x="12128" y="2730"/>
                  </a:cubicBezTo>
                  <a:cubicBezTo>
                    <a:pt x="11764" y="2578"/>
                    <a:pt x="11064" y="2730"/>
                    <a:pt x="11581" y="1970"/>
                  </a:cubicBezTo>
                  <a:cubicBezTo>
                    <a:pt x="11460" y="1636"/>
                    <a:pt x="11277" y="1363"/>
                    <a:pt x="11064" y="1089"/>
                  </a:cubicBezTo>
                  <a:cubicBezTo>
                    <a:pt x="10973" y="998"/>
                    <a:pt x="10882" y="937"/>
                    <a:pt x="10760" y="907"/>
                  </a:cubicBezTo>
                  <a:lnTo>
                    <a:pt x="10608" y="907"/>
                  </a:lnTo>
                  <a:cubicBezTo>
                    <a:pt x="10305" y="967"/>
                    <a:pt x="10031" y="1028"/>
                    <a:pt x="9757" y="1089"/>
                  </a:cubicBezTo>
                  <a:cubicBezTo>
                    <a:pt x="9594" y="1159"/>
                    <a:pt x="9445" y="1211"/>
                    <a:pt x="9332" y="1211"/>
                  </a:cubicBezTo>
                  <a:cubicBezTo>
                    <a:pt x="9152" y="1211"/>
                    <a:pt x="9067" y="1076"/>
                    <a:pt x="9180" y="663"/>
                  </a:cubicBezTo>
                  <a:cubicBezTo>
                    <a:pt x="9180" y="542"/>
                    <a:pt x="9210" y="420"/>
                    <a:pt x="9180" y="299"/>
                  </a:cubicBezTo>
                  <a:cubicBezTo>
                    <a:pt x="9149" y="208"/>
                    <a:pt x="9089" y="116"/>
                    <a:pt x="8967" y="56"/>
                  </a:cubicBezTo>
                  <a:cubicBezTo>
                    <a:pt x="8881" y="17"/>
                    <a:pt x="8792" y="0"/>
                    <a:pt x="87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8"/>
            <p:cNvSpPr/>
            <p:nvPr/>
          </p:nvSpPr>
          <p:spPr>
            <a:xfrm>
              <a:off x="2996464" y="3006701"/>
              <a:ext cx="259073" cy="478322"/>
            </a:xfrm>
            <a:custGeom>
              <a:rect b="b" l="l" r="r" t="t"/>
              <a:pathLst>
                <a:path extrusionOk="0" h="11338" w="6141">
                  <a:moveTo>
                    <a:pt x="5625" y="0"/>
                  </a:moveTo>
                  <a:cubicBezTo>
                    <a:pt x="5402" y="0"/>
                    <a:pt x="5305" y="228"/>
                    <a:pt x="5229" y="456"/>
                  </a:cubicBezTo>
                  <a:cubicBezTo>
                    <a:pt x="5077" y="942"/>
                    <a:pt x="4864" y="1398"/>
                    <a:pt x="4773" y="1884"/>
                  </a:cubicBezTo>
                  <a:cubicBezTo>
                    <a:pt x="4651" y="2249"/>
                    <a:pt x="4439" y="2614"/>
                    <a:pt x="4135" y="2887"/>
                  </a:cubicBezTo>
                  <a:cubicBezTo>
                    <a:pt x="4085" y="2936"/>
                    <a:pt x="4049" y="2956"/>
                    <a:pt x="4022" y="2956"/>
                  </a:cubicBezTo>
                  <a:cubicBezTo>
                    <a:pt x="3931" y="2956"/>
                    <a:pt x="3938" y="2737"/>
                    <a:pt x="3891" y="2644"/>
                  </a:cubicBezTo>
                  <a:cubicBezTo>
                    <a:pt x="3846" y="2598"/>
                    <a:pt x="3785" y="2576"/>
                    <a:pt x="3720" y="2576"/>
                  </a:cubicBezTo>
                  <a:cubicBezTo>
                    <a:pt x="3656" y="2576"/>
                    <a:pt x="3587" y="2598"/>
                    <a:pt x="3527" y="2644"/>
                  </a:cubicBezTo>
                  <a:cubicBezTo>
                    <a:pt x="2341" y="3951"/>
                    <a:pt x="1976" y="5714"/>
                    <a:pt x="1004" y="7143"/>
                  </a:cubicBezTo>
                  <a:cubicBezTo>
                    <a:pt x="882" y="7416"/>
                    <a:pt x="791" y="7720"/>
                    <a:pt x="700" y="8024"/>
                  </a:cubicBezTo>
                  <a:cubicBezTo>
                    <a:pt x="122" y="9118"/>
                    <a:pt x="1" y="10213"/>
                    <a:pt x="669" y="11337"/>
                  </a:cubicBezTo>
                  <a:cubicBezTo>
                    <a:pt x="761" y="11246"/>
                    <a:pt x="943" y="11185"/>
                    <a:pt x="973" y="11094"/>
                  </a:cubicBezTo>
                  <a:cubicBezTo>
                    <a:pt x="1703" y="9422"/>
                    <a:pt x="2706" y="7902"/>
                    <a:pt x="3587" y="6322"/>
                  </a:cubicBezTo>
                  <a:cubicBezTo>
                    <a:pt x="3831" y="5896"/>
                    <a:pt x="4256" y="5410"/>
                    <a:pt x="3922" y="4832"/>
                  </a:cubicBezTo>
                  <a:cubicBezTo>
                    <a:pt x="3886" y="4824"/>
                    <a:pt x="3847" y="4821"/>
                    <a:pt x="3806" y="4821"/>
                  </a:cubicBezTo>
                  <a:cubicBezTo>
                    <a:pt x="3722" y="4821"/>
                    <a:pt x="3631" y="4834"/>
                    <a:pt x="3549" y="4834"/>
                  </a:cubicBezTo>
                  <a:cubicBezTo>
                    <a:pt x="3402" y="4834"/>
                    <a:pt x="3283" y="4792"/>
                    <a:pt x="3283" y="4559"/>
                  </a:cubicBezTo>
                  <a:cubicBezTo>
                    <a:pt x="3311" y="4364"/>
                    <a:pt x="3263" y="3940"/>
                    <a:pt x="3558" y="3940"/>
                  </a:cubicBezTo>
                  <a:cubicBezTo>
                    <a:pt x="3585" y="3940"/>
                    <a:pt x="3615" y="3943"/>
                    <a:pt x="3648" y="3951"/>
                  </a:cubicBezTo>
                  <a:cubicBezTo>
                    <a:pt x="3822" y="3998"/>
                    <a:pt x="3973" y="4019"/>
                    <a:pt x="4107" y="4019"/>
                  </a:cubicBezTo>
                  <a:cubicBezTo>
                    <a:pt x="4931" y="4019"/>
                    <a:pt x="5050" y="3207"/>
                    <a:pt x="5259" y="2553"/>
                  </a:cubicBezTo>
                  <a:cubicBezTo>
                    <a:pt x="5472" y="1945"/>
                    <a:pt x="5594" y="1276"/>
                    <a:pt x="5776" y="668"/>
                  </a:cubicBezTo>
                  <a:cubicBezTo>
                    <a:pt x="5867" y="425"/>
                    <a:pt x="6141" y="182"/>
                    <a:pt x="5776" y="30"/>
                  </a:cubicBezTo>
                  <a:cubicBezTo>
                    <a:pt x="5720" y="10"/>
                    <a:pt x="5670" y="0"/>
                    <a:pt x="56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8"/>
            <p:cNvSpPr/>
            <p:nvPr/>
          </p:nvSpPr>
          <p:spPr>
            <a:xfrm>
              <a:off x="2637402" y="3455793"/>
              <a:ext cx="366820" cy="384033"/>
            </a:xfrm>
            <a:custGeom>
              <a:rect b="b" l="l" r="r" t="t"/>
              <a:pathLst>
                <a:path extrusionOk="0" h="9103" w="8695">
                  <a:moveTo>
                    <a:pt x="3436" y="6194"/>
                  </a:moveTo>
                  <a:lnTo>
                    <a:pt x="3436" y="6194"/>
                  </a:lnTo>
                  <a:cubicBezTo>
                    <a:pt x="3393" y="6237"/>
                    <a:pt x="3395" y="6279"/>
                    <a:pt x="3432" y="6311"/>
                  </a:cubicBezTo>
                  <a:lnTo>
                    <a:pt x="3432" y="6311"/>
                  </a:lnTo>
                  <a:cubicBezTo>
                    <a:pt x="3396" y="6289"/>
                    <a:pt x="3364" y="6263"/>
                    <a:pt x="3344" y="6224"/>
                  </a:cubicBezTo>
                  <a:lnTo>
                    <a:pt x="3436" y="6194"/>
                  </a:lnTo>
                  <a:close/>
                  <a:moveTo>
                    <a:pt x="7721" y="1"/>
                  </a:moveTo>
                  <a:cubicBezTo>
                    <a:pt x="7661" y="1"/>
                    <a:pt x="7600" y="8"/>
                    <a:pt x="7539" y="23"/>
                  </a:cubicBezTo>
                  <a:cubicBezTo>
                    <a:pt x="7022" y="267"/>
                    <a:pt x="6658" y="723"/>
                    <a:pt x="6232" y="1057"/>
                  </a:cubicBezTo>
                  <a:cubicBezTo>
                    <a:pt x="4986" y="2729"/>
                    <a:pt x="3496" y="4188"/>
                    <a:pt x="2098" y="5738"/>
                  </a:cubicBezTo>
                  <a:cubicBezTo>
                    <a:pt x="2037" y="5859"/>
                    <a:pt x="2220" y="5951"/>
                    <a:pt x="2129" y="6011"/>
                  </a:cubicBezTo>
                  <a:cubicBezTo>
                    <a:pt x="2112" y="6028"/>
                    <a:pt x="2096" y="6034"/>
                    <a:pt x="2080" y="6034"/>
                  </a:cubicBezTo>
                  <a:cubicBezTo>
                    <a:pt x="2010" y="6034"/>
                    <a:pt x="1938" y="5917"/>
                    <a:pt x="1849" y="5917"/>
                  </a:cubicBezTo>
                  <a:cubicBezTo>
                    <a:pt x="1841" y="5917"/>
                    <a:pt x="1833" y="5918"/>
                    <a:pt x="1825" y="5920"/>
                  </a:cubicBezTo>
                  <a:cubicBezTo>
                    <a:pt x="1186" y="6255"/>
                    <a:pt x="548" y="6559"/>
                    <a:pt x="426" y="7379"/>
                  </a:cubicBezTo>
                  <a:cubicBezTo>
                    <a:pt x="822" y="7957"/>
                    <a:pt x="1" y="8139"/>
                    <a:pt x="62" y="8595"/>
                  </a:cubicBezTo>
                  <a:cubicBezTo>
                    <a:pt x="62" y="8717"/>
                    <a:pt x="62" y="8838"/>
                    <a:pt x="123" y="8960"/>
                  </a:cubicBezTo>
                  <a:cubicBezTo>
                    <a:pt x="180" y="9055"/>
                    <a:pt x="272" y="9102"/>
                    <a:pt x="371" y="9102"/>
                  </a:cubicBezTo>
                  <a:cubicBezTo>
                    <a:pt x="430" y="9102"/>
                    <a:pt x="491" y="9085"/>
                    <a:pt x="548" y="9051"/>
                  </a:cubicBezTo>
                  <a:cubicBezTo>
                    <a:pt x="670" y="8960"/>
                    <a:pt x="791" y="8869"/>
                    <a:pt x="882" y="8747"/>
                  </a:cubicBezTo>
                  <a:cubicBezTo>
                    <a:pt x="943" y="8656"/>
                    <a:pt x="1004" y="8595"/>
                    <a:pt x="1095" y="8504"/>
                  </a:cubicBezTo>
                  <a:lnTo>
                    <a:pt x="1338" y="8504"/>
                  </a:lnTo>
                  <a:cubicBezTo>
                    <a:pt x="1430" y="8413"/>
                    <a:pt x="1521" y="8321"/>
                    <a:pt x="1612" y="8230"/>
                  </a:cubicBezTo>
                  <a:cubicBezTo>
                    <a:pt x="1703" y="8139"/>
                    <a:pt x="1794" y="8048"/>
                    <a:pt x="1885" y="7987"/>
                  </a:cubicBezTo>
                  <a:cubicBezTo>
                    <a:pt x="1946" y="7926"/>
                    <a:pt x="1946" y="7835"/>
                    <a:pt x="1946" y="7774"/>
                  </a:cubicBezTo>
                  <a:lnTo>
                    <a:pt x="2068" y="7774"/>
                  </a:lnTo>
                  <a:lnTo>
                    <a:pt x="2159" y="7714"/>
                  </a:lnTo>
                  <a:cubicBezTo>
                    <a:pt x="2250" y="7622"/>
                    <a:pt x="2311" y="7531"/>
                    <a:pt x="2433" y="7440"/>
                  </a:cubicBezTo>
                  <a:lnTo>
                    <a:pt x="2706" y="7166"/>
                  </a:lnTo>
                  <a:cubicBezTo>
                    <a:pt x="2767" y="7075"/>
                    <a:pt x="2858" y="6984"/>
                    <a:pt x="2949" y="6893"/>
                  </a:cubicBezTo>
                  <a:cubicBezTo>
                    <a:pt x="3223" y="6802"/>
                    <a:pt x="3405" y="6589"/>
                    <a:pt x="3496" y="6346"/>
                  </a:cubicBezTo>
                  <a:cubicBezTo>
                    <a:pt x="4408" y="5829"/>
                    <a:pt x="5107" y="5069"/>
                    <a:pt x="5928" y="4431"/>
                  </a:cubicBezTo>
                  <a:cubicBezTo>
                    <a:pt x="5746" y="4340"/>
                    <a:pt x="5715" y="4248"/>
                    <a:pt x="5928" y="4188"/>
                  </a:cubicBezTo>
                  <a:lnTo>
                    <a:pt x="6202" y="4188"/>
                  </a:lnTo>
                  <a:cubicBezTo>
                    <a:pt x="5989" y="3671"/>
                    <a:pt x="6658" y="3701"/>
                    <a:pt x="6749" y="3367"/>
                  </a:cubicBezTo>
                  <a:cubicBezTo>
                    <a:pt x="6840" y="3276"/>
                    <a:pt x="6931" y="3185"/>
                    <a:pt x="7022" y="3093"/>
                  </a:cubicBezTo>
                  <a:cubicBezTo>
                    <a:pt x="7022" y="2273"/>
                    <a:pt x="7782" y="1938"/>
                    <a:pt x="8086" y="1300"/>
                  </a:cubicBezTo>
                  <a:cubicBezTo>
                    <a:pt x="8360" y="814"/>
                    <a:pt x="8694" y="327"/>
                    <a:pt x="7904" y="23"/>
                  </a:cubicBezTo>
                  <a:cubicBezTo>
                    <a:pt x="7843" y="8"/>
                    <a:pt x="7782" y="1"/>
                    <a:pt x="77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8"/>
            <p:cNvSpPr/>
            <p:nvPr/>
          </p:nvSpPr>
          <p:spPr>
            <a:xfrm>
              <a:off x="2413003" y="1556358"/>
              <a:ext cx="377072" cy="143859"/>
            </a:xfrm>
            <a:custGeom>
              <a:rect b="b" l="l" r="r" t="t"/>
              <a:pathLst>
                <a:path extrusionOk="0" h="3410" w="8938">
                  <a:moveTo>
                    <a:pt x="426" y="0"/>
                  </a:moveTo>
                  <a:lnTo>
                    <a:pt x="426" y="0"/>
                  </a:lnTo>
                  <a:cubicBezTo>
                    <a:pt x="1" y="547"/>
                    <a:pt x="761" y="547"/>
                    <a:pt x="852" y="882"/>
                  </a:cubicBezTo>
                  <a:cubicBezTo>
                    <a:pt x="821" y="1094"/>
                    <a:pt x="882" y="1307"/>
                    <a:pt x="943" y="1520"/>
                  </a:cubicBezTo>
                  <a:cubicBezTo>
                    <a:pt x="1004" y="1672"/>
                    <a:pt x="1095" y="1824"/>
                    <a:pt x="1217" y="1915"/>
                  </a:cubicBezTo>
                  <a:cubicBezTo>
                    <a:pt x="1267" y="1928"/>
                    <a:pt x="1317" y="1935"/>
                    <a:pt x="1365" y="1935"/>
                  </a:cubicBezTo>
                  <a:cubicBezTo>
                    <a:pt x="1434" y="1935"/>
                    <a:pt x="1497" y="1920"/>
                    <a:pt x="1551" y="1885"/>
                  </a:cubicBezTo>
                  <a:cubicBezTo>
                    <a:pt x="1693" y="1683"/>
                    <a:pt x="1776" y="1610"/>
                    <a:pt x="1825" y="1610"/>
                  </a:cubicBezTo>
                  <a:cubicBezTo>
                    <a:pt x="1957" y="1610"/>
                    <a:pt x="1846" y="2136"/>
                    <a:pt x="1967" y="2136"/>
                  </a:cubicBezTo>
                  <a:cubicBezTo>
                    <a:pt x="1984" y="2136"/>
                    <a:pt x="2008" y="2124"/>
                    <a:pt x="2037" y="2097"/>
                  </a:cubicBezTo>
                  <a:cubicBezTo>
                    <a:pt x="2423" y="2484"/>
                    <a:pt x="2928" y="2683"/>
                    <a:pt x="3451" y="2683"/>
                  </a:cubicBezTo>
                  <a:cubicBezTo>
                    <a:pt x="3627" y="2683"/>
                    <a:pt x="3806" y="2660"/>
                    <a:pt x="3983" y="2614"/>
                  </a:cubicBezTo>
                  <a:cubicBezTo>
                    <a:pt x="4195" y="2553"/>
                    <a:pt x="4317" y="2310"/>
                    <a:pt x="4530" y="2280"/>
                  </a:cubicBezTo>
                  <a:cubicBezTo>
                    <a:pt x="4651" y="2341"/>
                    <a:pt x="4834" y="2341"/>
                    <a:pt x="4682" y="2523"/>
                  </a:cubicBezTo>
                  <a:cubicBezTo>
                    <a:pt x="4712" y="2645"/>
                    <a:pt x="4773" y="2705"/>
                    <a:pt x="4834" y="2766"/>
                  </a:cubicBezTo>
                  <a:cubicBezTo>
                    <a:pt x="4983" y="2853"/>
                    <a:pt x="5133" y="2884"/>
                    <a:pt x="5284" y="2884"/>
                  </a:cubicBezTo>
                  <a:cubicBezTo>
                    <a:pt x="5502" y="2884"/>
                    <a:pt x="5725" y="2820"/>
                    <a:pt x="5958" y="2766"/>
                  </a:cubicBezTo>
                  <a:cubicBezTo>
                    <a:pt x="6021" y="2737"/>
                    <a:pt x="6063" y="2725"/>
                    <a:pt x="6089" y="2725"/>
                  </a:cubicBezTo>
                  <a:cubicBezTo>
                    <a:pt x="6216" y="2725"/>
                    <a:pt x="5975" y="3015"/>
                    <a:pt x="6104" y="3015"/>
                  </a:cubicBezTo>
                  <a:cubicBezTo>
                    <a:pt x="6114" y="3015"/>
                    <a:pt x="6126" y="3013"/>
                    <a:pt x="6141" y="3009"/>
                  </a:cubicBezTo>
                  <a:cubicBezTo>
                    <a:pt x="6609" y="3226"/>
                    <a:pt x="7089" y="3410"/>
                    <a:pt x="7579" y="3410"/>
                  </a:cubicBezTo>
                  <a:cubicBezTo>
                    <a:pt x="7915" y="3410"/>
                    <a:pt x="8256" y="3323"/>
                    <a:pt x="8603" y="3100"/>
                  </a:cubicBezTo>
                  <a:cubicBezTo>
                    <a:pt x="8846" y="2857"/>
                    <a:pt x="8937" y="2462"/>
                    <a:pt x="8815" y="2128"/>
                  </a:cubicBezTo>
                  <a:cubicBezTo>
                    <a:pt x="8481" y="1368"/>
                    <a:pt x="7660" y="1520"/>
                    <a:pt x="7053" y="1368"/>
                  </a:cubicBezTo>
                  <a:cubicBezTo>
                    <a:pt x="5594" y="1003"/>
                    <a:pt x="4013" y="1094"/>
                    <a:pt x="2615" y="334"/>
                  </a:cubicBezTo>
                  <a:cubicBezTo>
                    <a:pt x="2418" y="276"/>
                    <a:pt x="2222" y="242"/>
                    <a:pt x="2026" y="242"/>
                  </a:cubicBezTo>
                  <a:cubicBezTo>
                    <a:pt x="1918" y="242"/>
                    <a:pt x="1811" y="252"/>
                    <a:pt x="1703" y="274"/>
                  </a:cubicBezTo>
                  <a:cubicBezTo>
                    <a:pt x="1247" y="274"/>
                    <a:pt x="821" y="182"/>
                    <a:pt x="4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8"/>
            <p:cNvSpPr/>
            <p:nvPr/>
          </p:nvSpPr>
          <p:spPr>
            <a:xfrm>
              <a:off x="2995199" y="3040662"/>
              <a:ext cx="179550" cy="288014"/>
            </a:xfrm>
            <a:custGeom>
              <a:rect b="b" l="l" r="r" t="t"/>
              <a:pathLst>
                <a:path extrusionOk="0" h="6827" w="4256">
                  <a:moveTo>
                    <a:pt x="4037" y="1"/>
                  </a:moveTo>
                  <a:cubicBezTo>
                    <a:pt x="3366" y="1"/>
                    <a:pt x="3157" y="602"/>
                    <a:pt x="3101" y="1049"/>
                  </a:cubicBezTo>
                  <a:cubicBezTo>
                    <a:pt x="3054" y="1409"/>
                    <a:pt x="2910" y="1471"/>
                    <a:pt x="2748" y="1471"/>
                  </a:cubicBezTo>
                  <a:cubicBezTo>
                    <a:pt x="2664" y="1471"/>
                    <a:pt x="2576" y="1454"/>
                    <a:pt x="2493" y="1454"/>
                  </a:cubicBezTo>
                  <a:cubicBezTo>
                    <a:pt x="2426" y="1454"/>
                    <a:pt x="2363" y="1465"/>
                    <a:pt x="2310" y="1505"/>
                  </a:cubicBezTo>
                  <a:cubicBezTo>
                    <a:pt x="1915" y="1991"/>
                    <a:pt x="1672" y="2569"/>
                    <a:pt x="1611" y="3176"/>
                  </a:cubicBezTo>
                  <a:cubicBezTo>
                    <a:pt x="1915" y="3511"/>
                    <a:pt x="1581" y="3450"/>
                    <a:pt x="1399" y="3511"/>
                  </a:cubicBezTo>
                  <a:cubicBezTo>
                    <a:pt x="517" y="4301"/>
                    <a:pt x="517" y="5547"/>
                    <a:pt x="0" y="6520"/>
                  </a:cubicBezTo>
                  <a:cubicBezTo>
                    <a:pt x="178" y="6745"/>
                    <a:pt x="347" y="6827"/>
                    <a:pt x="509" y="6827"/>
                  </a:cubicBezTo>
                  <a:cubicBezTo>
                    <a:pt x="764" y="6827"/>
                    <a:pt x="1005" y="6626"/>
                    <a:pt x="1247" y="6459"/>
                  </a:cubicBezTo>
                  <a:cubicBezTo>
                    <a:pt x="2310" y="5061"/>
                    <a:pt x="2888" y="3389"/>
                    <a:pt x="3678" y="1839"/>
                  </a:cubicBezTo>
                  <a:cubicBezTo>
                    <a:pt x="3861" y="1505"/>
                    <a:pt x="3891" y="1079"/>
                    <a:pt x="4225" y="775"/>
                  </a:cubicBezTo>
                  <a:lnTo>
                    <a:pt x="4225" y="228"/>
                  </a:lnTo>
                  <a:cubicBezTo>
                    <a:pt x="4225" y="198"/>
                    <a:pt x="4256" y="137"/>
                    <a:pt x="4256" y="106"/>
                  </a:cubicBezTo>
                  <a:cubicBezTo>
                    <a:pt x="4256" y="76"/>
                    <a:pt x="4225" y="15"/>
                    <a:pt x="4225" y="15"/>
                  </a:cubicBezTo>
                  <a:cubicBezTo>
                    <a:pt x="4159" y="5"/>
                    <a:pt x="4096" y="1"/>
                    <a:pt x="4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8"/>
            <p:cNvSpPr/>
            <p:nvPr/>
          </p:nvSpPr>
          <p:spPr>
            <a:xfrm>
              <a:off x="1882108" y="3844303"/>
              <a:ext cx="173095" cy="120530"/>
            </a:xfrm>
            <a:custGeom>
              <a:rect b="b" l="l" r="r" t="t"/>
              <a:pathLst>
                <a:path extrusionOk="0" h="2857" w="4103">
                  <a:moveTo>
                    <a:pt x="717" y="0"/>
                  </a:moveTo>
                  <a:cubicBezTo>
                    <a:pt x="381" y="0"/>
                    <a:pt x="208" y="340"/>
                    <a:pt x="1" y="663"/>
                  </a:cubicBezTo>
                  <a:cubicBezTo>
                    <a:pt x="822" y="1483"/>
                    <a:pt x="1581" y="2365"/>
                    <a:pt x="2676" y="2851"/>
                  </a:cubicBezTo>
                  <a:cubicBezTo>
                    <a:pt x="2735" y="2855"/>
                    <a:pt x="2792" y="2857"/>
                    <a:pt x="2847" y="2857"/>
                  </a:cubicBezTo>
                  <a:cubicBezTo>
                    <a:pt x="3727" y="2857"/>
                    <a:pt x="4103" y="2399"/>
                    <a:pt x="4074" y="1483"/>
                  </a:cubicBezTo>
                  <a:cubicBezTo>
                    <a:pt x="3861" y="1088"/>
                    <a:pt x="3405" y="1301"/>
                    <a:pt x="3132" y="1058"/>
                  </a:cubicBezTo>
                  <a:cubicBezTo>
                    <a:pt x="2888" y="815"/>
                    <a:pt x="2615" y="480"/>
                    <a:pt x="3253" y="359"/>
                  </a:cubicBezTo>
                  <a:lnTo>
                    <a:pt x="2980" y="85"/>
                  </a:lnTo>
                  <a:lnTo>
                    <a:pt x="1338" y="116"/>
                  </a:lnTo>
                  <a:cubicBezTo>
                    <a:pt x="1308" y="161"/>
                    <a:pt x="1262" y="184"/>
                    <a:pt x="1217" y="184"/>
                  </a:cubicBezTo>
                  <a:cubicBezTo>
                    <a:pt x="1171" y="184"/>
                    <a:pt x="1126" y="161"/>
                    <a:pt x="1095" y="116"/>
                  </a:cubicBezTo>
                  <a:cubicBezTo>
                    <a:pt x="948" y="35"/>
                    <a:pt x="824"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8"/>
            <p:cNvSpPr/>
            <p:nvPr/>
          </p:nvSpPr>
          <p:spPr>
            <a:xfrm>
              <a:off x="3231157" y="2031565"/>
              <a:ext cx="180816" cy="295397"/>
            </a:xfrm>
            <a:custGeom>
              <a:rect b="b" l="l" r="r" t="t"/>
              <a:pathLst>
                <a:path extrusionOk="0" h="7002" w="4286">
                  <a:moveTo>
                    <a:pt x="2344" y="2418"/>
                  </a:moveTo>
                  <a:cubicBezTo>
                    <a:pt x="2373" y="2449"/>
                    <a:pt x="2403" y="2508"/>
                    <a:pt x="2432" y="2566"/>
                  </a:cubicBezTo>
                  <a:cubicBezTo>
                    <a:pt x="2387" y="2521"/>
                    <a:pt x="2361" y="2471"/>
                    <a:pt x="2344" y="2418"/>
                  </a:cubicBezTo>
                  <a:close/>
                  <a:moveTo>
                    <a:pt x="371" y="1"/>
                  </a:moveTo>
                  <a:cubicBezTo>
                    <a:pt x="339" y="1"/>
                    <a:pt x="306" y="5"/>
                    <a:pt x="274" y="13"/>
                  </a:cubicBezTo>
                  <a:cubicBezTo>
                    <a:pt x="183" y="74"/>
                    <a:pt x="91" y="165"/>
                    <a:pt x="61" y="286"/>
                  </a:cubicBezTo>
                  <a:cubicBezTo>
                    <a:pt x="0" y="834"/>
                    <a:pt x="31" y="1350"/>
                    <a:pt x="760" y="1411"/>
                  </a:cubicBezTo>
                  <a:cubicBezTo>
                    <a:pt x="1581" y="2384"/>
                    <a:pt x="2219" y="3508"/>
                    <a:pt x="2675" y="4694"/>
                  </a:cubicBezTo>
                  <a:cubicBezTo>
                    <a:pt x="2736" y="5180"/>
                    <a:pt x="2918" y="5666"/>
                    <a:pt x="3192" y="6092"/>
                  </a:cubicBezTo>
                  <a:cubicBezTo>
                    <a:pt x="3594" y="6193"/>
                    <a:pt x="3455" y="7001"/>
                    <a:pt x="3913" y="7001"/>
                  </a:cubicBezTo>
                  <a:cubicBezTo>
                    <a:pt x="4008" y="7001"/>
                    <a:pt x="4129" y="6966"/>
                    <a:pt x="4286" y="6882"/>
                  </a:cubicBezTo>
                  <a:cubicBezTo>
                    <a:pt x="4104" y="4967"/>
                    <a:pt x="3222" y="3265"/>
                    <a:pt x="2675" y="1472"/>
                  </a:cubicBezTo>
                  <a:cubicBezTo>
                    <a:pt x="2342" y="1684"/>
                    <a:pt x="2401" y="2076"/>
                    <a:pt x="2342" y="2409"/>
                  </a:cubicBezTo>
                  <a:lnTo>
                    <a:pt x="2342" y="2409"/>
                  </a:lnTo>
                  <a:cubicBezTo>
                    <a:pt x="2306" y="2284"/>
                    <a:pt x="2322" y="2144"/>
                    <a:pt x="2280" y="2019"/>
                  </a:cubicBezTo>
                  <a:cubicBezTo>
                    <a:pt x="2219" y="1867"/>
                    <a:pt x="2097" y="1745"/>
                    <a:pt x="2006" y="1654"/>
                  </a:cubicBezTo>
                  <a:cubicBezTo>
                    <a:pt x="1885" y="1533"/>
                    <a:pt x="1794" y="1411"/>
                    <a:pt x="1702" y="1290"/>
                  </a:cubicBezTo>
                  <a:cubicBezTo>
                    <a:pt x="1642" y="1138"/>
                    <a:pt x="1581" y="1016"/>
                    <a:pt x="1459" y="925"/>
                  </a:cubicBezTo>
                  <a:cubicBezTo>
                    <a:pt x="1398" y="834"/>
                    <a:pt x="1307" y="803"/>
                    <a:pt x="1216" y="742"/>
                  </a:cubicBezTo>
                  <a:cubicBezTo>
                    <a:pt x="1125" y="712"/>
                    <a:pt x="1064" y="651"/>
                    <a:pt x="1034" y="560"/>
                  </a:cubicBezTo>
                  <a:cubicBezTo>
                    <a:pt x="912" y="378"/>
                    <a:pt x="760" y="226"/>
                    <a:pt x="608" y="74"/>
                  </a:cubicBezTo>
                  <a:cubicBezTo>
                    <a:pt x="541" y="29"/>
                    <a:pt x="458" y="1"/>
                    <a:pt x="3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8"/>
            <p:cNvSpPr/>
            <p:nvPr/>
          </p:nvSpPr>
          <p:spPr>
            <a:xfrm>
              <a:off x="3087506" y="3038721"/>
              <a:ext cx="221906" cy="468070"/>
            </a:xfrm>
            <a:custGeom>
              <a:rect b="b" l="l" r="r" t="t"/>
              <a:pathLst>
                <a:path extrusionOk="0" h="11095" w="5260">
                  <a:moveTo>
                    <a:pt x="4986" y="0"/>
                  </a:moveTo>
                  <a:cubicBezTo>
                    <a:pt x="4591" y="274"/>
                    <a:pt x="4712" y="730"/>
                    <a:pt x="4591" y="1095"/>
                  </a:cubicBezTo>
                  <a:cubicBezTo>
                    <a:pt x="3679" y="3922"/>
                    <a:pt x="2250" y="6505"/>
                    <a:pt x="882" y="9119"/>
                  </a:cubicBezTo>
                  <a:cubicBezTo>
                    <a:pt x="609" y="9697"/>
                    <a:pt x="214" y="10183"/>
                    <a:pt x="122" y="10821"/>
                  </a:cubicBezTo>
                  <a:cubicBezTo>
                    <a:pt x="92" y="10821"/>
                    <a:pt x="62" y="10852"/>
                    <a:pt x="31" y="10913"/>
                  </a:cubicBezTo>
                  <a:cubicBezTo>
                    <a:pt x="1" y="10973"/>
                    <a:pt x="62" y="11034"/>
                    <a:pt x="153" y="11095"/>
                  </a:cubicBezTo>
                  <a:cubicBezTo>
                    <a:pt x="396" y="10943"/>
                    <a:pt x="609" y="10700"/>
                    <a:pt x="730" y="10396"/>
                  </a:cubicBezTo>
                  <a:cubicBezTo>
                    <a:pt x="2493" y="7235"/>
                    <a:pt x="4013" y="3922"/>
                    <a:pt x="5259" y="517"/>
                  </a:cubicBezTo>
                  <a:cubicBezTo>
                    <a:pt x="5077" y="396"/>
                    <a:pt x="5199" y="92"/>
                    <a:pt x="4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8"/>
            <p:cNvSpPr/>
            <p:nvPr/>
          </p:nvSpPr>
          <p:spPr>
            <a:xfrm>
              <a:off x="3088814" y="2919371"/>
              <a:ext cx="119306" cy="201445"/>
            </a:xfrm>
            <a:custGeom>
              <a:rect b="b" l="l" r="r" t="t"/>
              <a:pathLst>
                <a:path extrusionOk="0" h="4775" w="2828">
                  <a:moveTo>
                    <a:pt x="1948" y="0"/>
                  </a:moveTo>
                  <a:cubicBezTo>
                    <a:pt x="1797" y="0"/>
                    <a:pt x="1649" y="67"/>
                    <a:pt x="1550" y="185"/>
                  </a:cubicBezTo>
                  <a:cubicBezTo>
                    <a:pt x="1125" y="823"/>
                    <a:pt x="943" y="1553"/>
                    <a:pt x="608" y="2252"/>
                  </a:cubicBezTo>
                  <a:cubicBezTo>
                    <a:pt x="487" y="2981"/>
                    <a:pt x="0" y="3650"/>
                    <a:pt x="91" y="4440"/>
                  </a:cubicBezTo>
                  <a:cubicBezTo>
                    <a:pt x="107" y="4439"/>
                    <a:pt x="123" y="4438"/>
                    <a:pt x="138" y="4438"/>
                  </a:cubicBezTo>
                  <a:cubicBezTo>
                    <a:pt x="411" y="4438"/>
                    <a:pt x="560" y="4688"/>
                    <a:pt x="791" y="4775"/>
                  </a:cubicBezTo>
                  <a:cubicBezTo>
                    <a:pt x="1034" y="4258"/>
                    <a:pt x="1246" y="3741"/>
                    <a:pt x="1520" y="3255"/>
                  </a:cubicBezTo>
                  <a:cubicBezTo>
                    <a:pt x="1582" y="3131"/>
                    <a:pt x="1658" y="2994"/>
                    <a:pt x="1785" y="2994"/>
                  </a:cubicBezTo>
                  <a:cubicBezTo>
                    <a:pt x="1846" y="2994"/>
                    <a:pt x="1918" y="3025"/>
                    <a:pt x="2006" y="3103"/>
                  </a:cubicBezTo>
                  <a:cubicBezTo>
                    <a:pt x="2341" y="2404"/>
                    <a:pt x="2827" y="1766"/>
                    <a:pt x="2797" y="945"/>
                  </a:cubicBezTo>
                  <a:cubicBezTo>
                    <a:pt x="2736" y="793"/>
                    <a:pt x="2614" y="641"/>
                    <a:pt x="2432" y="580"/>
                  </a:cubicBezTo>
                  <a:cubicBezTo>
                    <a:pt x="2128" y="580"/>
                    <a:pt x="2371" y="398"/>
                    <a:pt x="2341" y="307"/>
                  </a:cubicBezTo>
                  <a:cubicBezTo>
                    <a:pt x="2310" y="215"/>
                    <a:pt x="2250" y="124"/>
                    <a:pt x="2189" y="63"/>
                  </a:cubicBezTo>
                  <a:cubicBezTo>
                    <a:pt x="2113" y="20"/>
                    <a:pt x="2030" y="0"/>
                    <a:pt x="19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8"/>
            <p:cNvSpPr/>
            <p:nvPr/>
          </p:nvSpPr>
          <p:spPr>
            <a:xfrm>
              <a:off x="3211919" y="2006252"/>
              <a:ext cx="124411" cy="429469"/>
            </a:xfrm>
            <a:custGeom>
              <a:rect b="b" l="l" r="r" t="t"/>
              <a:pathLst>
                <a:path extrusionOk="0" h="10180" w="2949">
                  <a:moveTo>
                    <a:pt x="704" y="1"/>
                  </a:moveTo>
                  <a:cubicBezTo>
                    <a:pt x="605" y="1"/>
                    <a:pt x="497" y="38"/>
                    <a:pt x="395" y="96"/>
                  </a:cubicBezTo>
                  <a:cubicBezTo>
                    <a:pt x="152" y="370"/>
                    <a:pt x="31" y="704"/>
                    <a:pt x="0" y="1069"/>
                  </a:cubicBezTo>
                  <a:cubicBezTo>
                    <a:pt x="608" y="3288"/>
                    <a:pt x="1611" y="5415"/>
                    <a:pt x="1824" y="7725"/>
                  </a:cubicBezTo>
                  <a:cubicBezTo>
                    <a:pt x="2128" y="8485"/>
                    <a:pt x="1794" y="9336"/>
                    <a:pt x="2219" y="10066"/>
                  </a:cubicBezTo>
                  <a:cubicBezTo>
                    <a:pt x="2274" y="10140"/>
                    <a:pt x="2352" y="10180"/>
                    <a:pt x="2431" y="10180"/>
                  </a:cubicBezTo>
                  <a:cubicBezTo>
                    <a:pt x="2483" y="10180"/>
                    <a:pt x="2536" y="10163"/>
                    <a:pt x="2584" y="10127"/>
                  </a:cubicBezTo>
                  <a:cubicBezTo>
                    <a:pt x="2949" y="8212"/>
                    <a:pt x="2493" y="6388"/>
                    <a:pt x="1976" y="4564"/>
                  </a:cubicBezTo>
                  <a:cubicBezTo>
                    <a:pt x="1733" y="3713"/>
                    <a:pt x="1277" y="2923"/>
                    <a:pt x="1216" y="2011"/>
                  </a:cubicBezTo>
                  <a:cubicBezTo>
                    <a:pt x="851" y="1677"/>
                    <a:pt x="639" y="1160"/>
                    <a:pt x="699" y="674"/>
                  </a:cubicBezTo>
                  <a:cubicBezTo>
                    <a:pt x="882" y="552"/>
                    <a:pt x="1094" y="370"/>
                    <a:pt x="973" y="157"/>
                  </a:cubicBezTo>
                  <a:cubicBezTo>
                    <a:pt x="909" y="46"/>
                    <a:pt x="812" y="1"/>
                    <a:pt x="7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8"/>
            <p:cNvSpPr/>
            <p:nvPr/>
          </p:nvSpPr>
          <p:spPr>
            <a:xfrm>
              <a:off x="2922087" y="3347749"/>
              <a:ext cx="124453" cy="238570"/>
            </a:xfrm>
            <a:custGeom>
              <a:rect b="b" l="l" r="r" t="t"/>
              <a:pathLst>
                <a:path extrusionOk="0" h="5655" w="2950">
                  <a:moveTo>
                    <a:pt x="2706" y="1"/>
                  </a:moveTo>
                  <a:lnTo>
                    <a:pt x="2706" y="1"/>
                  </a:lnTo>
                  <a:cubicBezTo>
                    <a:pt x="1825" y="62"/>
                    <a:pt x="1794" y="943"/>
                    <a:pt x="1369" y="1460"/>
                  </a:cubicBezTo>
                  <a:cubicBezTo>
                    <a:pt x="1186" y="1855"/>
                    <a:pt x="700" y="2159"/>
                    <a:pt x="1095" y="2706"/>
                  </a:cubicBezTo>
                  <a:cubicBezTo>
                    <a:pt x="1186" y="2949"/>
                    <a:pt x="1642" y="3040"/>
                    <a:pt x="1308" y="3466"/>
                  </a:cubicBezTo>
                  <a:cubicBezTo>
                    <a:pt x="1034" y="3861"/>
                    <a:pt x="730" y="4256"/>
                    <a:pt x="396" y="4591"/>
                  </a:cubicBezTo>
                  <a:cubicBezTo>
                    <a:pt x="31" y="4834"/>
                    <a:pt x="1" y="5350"/>
                    <a:pt x="274" y="5654"/>
                  </a:cubicBezTo>
                  <a:cubicBezTo>
                    <a:pt x="1156" y="5016"/>
                    <a:pt x="1551" y="3891"/>
                    <a:pt x="2432" y="3223"/>
                  </a:cubicBezTo>
                  <a:cubicBezTo>
                    <a:pt x="2432" y="2828"/>
                    <a:pt x="2828" y="2432"/>
                    <a:pt x="2341" y="2007"/>
                  </a:cubicBezTo>
                  <a:cubicBezTo>
                    <a:pt x="2007" y="1703"/>
                    <a:pt x="2189" y="1186"/>
                    <a:pt x="2463" y="913"/>
                  </a:cubicBezTo>
                  <a:cubicBezTo>
                    <a:pt x="2767" y="639"/>
                    <a:pt x="2949" y="366"/>
                    <a:pt x="27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8"/>
            <p:cNvSpPr/>
            <p:nvPr/>
          </p:nvSpPr>
          <p:spPr>
            <a:xfrm>
              <a:off x="2769492" y="1646092"/>
              <a:ext cx="209081" cy="99773"/>
            </a:xfrm>
            <a:custGeom>
              <a:rect b="b" l="l" r="r" t="t"/>
              <a:pathLst>
                <a:path extrusionOk="0" h="2365" w="4956">
                  <a:moveTo>
                    <a:pt x="365" y="1"/>
                  </a:moveTo>
                  <a:cubicBezTo>
                    <a:pt x="213" y="244"/>
                    <a:pt x="122" y="548"/>
                    <a:pt x="92" y="821"/>
                  </a:cubicBezTo>
                  <a:cubicBezTo>
                    <a:pt x="1" y="1156"/>
                    <a:pt x="274" y="1460"/>
                    <a:pt x="609" y="1460"/>
                  </a:cubicBezTo>
                  <a:cubicBezTo>
                    <a:pt x="1733" y="1521"/>
                    <a:pt x="2676" y="2189"/>
                    <a:pt x="3800" y="2341"/>
                  </a:cubicBezTo>
                  <a:cubicBezTo>
                    <a:pt x="3858" y="2319"/>
                    <a:pt x="3920" y="2311"/>
                    <a:pt x="3985" y="2311"/>
                  </a:cubicBezTo>
                  <a:cubicBezTo>
                    <a:pt x="4155" y="2311"/>
                    <a:pt x="4343" y="2365"/>
                    <a:pt x="4509" y="2365"/>
                  </a:cubicBezTo>
                  <a:cubicBezTo>
                    <a:pt x="4720" y="2365"/>
                    <a:pt x="4897" y="2278"/>
                    <a:pt x="4955" y="1885"/>
                  </a:cubicBezTo>
                  <a:cubicBezTo>
                    <a:pt x="4864" y="1825"/>
                    <a:pt x="4773" y="1733"/>
                    <a:pt x="4682" y="1642"/>
                  </a:cubicBezTo>
                  <a:cubicBezTo>
                    <a:pt x="4438" y="1612"/>
                    <a:pt x="4165" y="1581"/>
                    <a:pt x="3922" y="1490"/>
                  </a:cubicBezTo>
                  <a:cubicBezTo>
                    <a:pt x="2828" y="761"/>
                    <a:pt x="1733" y="92"/>
                    <a:pt x="3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8"/>
            <p:cNvSpPr/>
            <p:nvPr/>
          </p:nvSpPr>
          <p:spPr>
            <a:xfrm>
              <a:off x="3299122" y="2671643"/>
              <a:ext cx="103908" cy="378675"/>
            </a:xfrm>
            <a:custGeom>
              <a:rect b="b" l="l" r="r" t="t"/>
              <a:pathLst>
                <a:path extrusionOk="0" h="8976" w="2463">
                  <a:moveTo>
                    <a:pt x="2295" y="1"/>
                  </a:moveTo>
                  <a:cubicBezTo>
                    <a:pt x="2234" y="1"/>
                    <a:pt x="2173" y="24"/>
                    <a:pt x="2128" y="69"/>
                  </a:cubicBezTo>
                  <a:cubicBezTo>
                    <a:pt x="1945" y="616"/>
                    <a:pt x="1763" y="1163"/>
                    <a:pt x="1611" y="1710"/>
                  </a:cubicBezTo>
                  <a:cubicBezTo>
                    <a:pt x="1246" y="3595"/>
                    <a:pt x="1003" y="5480"/>
                    <a:pt x="304" y="7273"/>
                  </a:cubicBezTo>
                  <a:cubicBezTo>
                    <a:pt x="183" y="7638"/>
                    <a:pt x="0" y="8033"/>
                    <a:pt x="243" y="8428"/>
                  </a:cubicBezTo>
                  <a:cubicBezTo>
                    <a:pt x="91" y="8580"/>
                    <a:pt x="91" y="8823"/>
                    <a:pt x="243" y="8975"/>
                  </a:cubicBezTo>
                  <a:cubicBezTo>
                    <a:pt x="1216" y="6087"/>
                    <a:pt x="1945" y="3078"/>
                    <a:pt x="2462" y="69"/>
                  </a:cubicBezTo>
                  <a:cubicBezTo>
                    <a:pt x="2417" y="24"/>
                    <a:pt x="2356" y="1"/>
                    <a:pt x="2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8"/>
            <p:cNvSpPr/>
            <p:nvPr/>
          </p:nvSpPr>
          <p:spPr>
            <a:xfrm>
              <a:off x="2048835" y="3933953"/>
              <a:ext cx="206508" cy="110152"/>
            </a:xfrm>
            <a:custGeom>
              <a:rect b="b" l="l" r="r" t="t"/>
              <a:pathLst>
                <a:path extrusionOk="0" h="2611" w="4895">
                  <a:moveTo>
                    <a:pt x="378" y="1"/>
                  </a:moveTo>
                  <a:cubicBezTo>
                    <a:pt x="219" y="1"/>
                    <a:pt x="57" y="100"/>
                    <a:pt x="0" y="270"/>
                  </a:cubicBezTo>
                  <a:cubicBezTo>
                    <a:pt x="0" y="392"/>
                    <a:pt x="0" y="513"/>
                    <a:pt x="61" y="635"/>
                  </a:cubicBezTo>
                  <a:cubicBezTo>
                    <a:pt x="699" y="1212"/>
                    <a:pt x="1338" y="1729"/>
                    <a:pt x="2006" y="2276"/>
                  </a:cubicBezTo>
                  <a:lnTo>
                    <a:pt x="4134" y="2611"/>
                  </a:lnTo>
                  <a:cubicBezTo>
                    <a:pt x="4894" y="2368"/>
                    <a:pt x="4317" y="2064"/>
                    <a:pt x="4165" y="1760"/>
                  </a:cubicBezTo>
                  <a:cubicBezTo>
                    <a:pt x="3192" y="1486"/>
                    <a:pt x="2219" y="1182"/>
                    <a:pt x="1490" y="392"/>
                  </a:cubicBezTo>
                  <a:cubicBezTo>
                    <a:pt x="1247" y="209"/>
                    <a:pt x="882" y="422"/>
                    <a:pt x="639" y="118"/>
                  </a:cubicBezTo>
                  <a:cubicBezTo>
                    <a:pt x="570" y="38"/>
                    <a:pt x="474" y="1"/>
                    <a:pt x="3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8"/>
            <p:cNvSpPr/>
            <p:nvPr/>
          </p:nvSpPr>
          <p:spPr>
            <a:xfrm>
              <a:off x="1994961" y="3906868"/>
              <a:ext cx="138544" cy="124411"/>
            </a:xfrm>
            <a:custGeom>
              <a:rect b="b" l="l" r="r" t="t"/>
              <a:pathLst>
                <a:path extrusionOk="0" h="2949" w="3284">
                  <a:moveTo>
                    <a:pt x="1399" y="0"/>
                  </a:moveTo>
                  <a:cubicBezTo>
                    <a:pt x="1186" y="669"/>
                    <a:pt x="669" y="1155"/>
                    <a:pt x="1" y="1368"/>
                  </a:cubicBezTo>
                  <a:cubicBezTo>
                    <a:pt x="122" y="1611"/>
                    <a:pt x="335" y="1763"/>
                    <a:pt x="609" y="1854"/>
                  </a:cubicBezTo>
                  <a:cubicBezTo>
                    <a:pt x="647" y="1804"/>
                    <a:pt x="701" y="1779"/>
                    <a:pt x="757" y="1779"/>
                  </a:cubicBezTo>
                  <a:cubicBezTo>
                    <a:pt x="836" y="1779"/>
                    <a:pt x="920" y="1827"/>
                    <a:pt x="973" y="1915"/>
                  </a:cubicBezTo>
                  <a:cubicBezTo>
                    <a:pt x="1004" y="2006"/>
                    <a:pt x="1065" y="2098"/>
                    <a:pt x="1125" y="2158"/>
                  </a:cubicBezTo>
                  <a:cubicBezTo>
                    <a:pt x="1678" y="2553"/>
                    <a:pt x="2254" y="2948"/>
                    <a:pt x="2951" y="2948"/>
                  </a:cubicBezTo>
                  <a:cubicBezTo>
                    <a:pt x="3059" y="2948"/>
                    <a:pt x="3169" y="2939"/>
                    <a:pt x="3283" y="2918"/>
                  </a:cubicBezTo>
                  <a:cubicBezTo>
                    <a:pt x="3010" y="1946"/>
                    <a:pt x="2159" y="1551"/>
                    <a:pt x="1399" y="1064"/>
                  </a:cubicBezTo>
                  <a:cubicBezTo>
                    <a:pt x="1520" y="821"/>
                    <a:pt x="1733" y="791"/>
                    <a:pt x="1946" y="791"/>
                  </a:cubicBezTo>
                  <a:lnTo>
                    <a:pt x="139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8"/>
            <p:cNvSpPr/>
            <p:nvPr/>
          </p:nvSpPr>
          <p:spPr>
            <a:xfrm>
              <a:off x="2555346" y="3824475"/>
              <a:ext cx="141117" cy="115847"/>
            </a:xfrm>
            <a:custGeom>
              <a:rect b="b" l="l" r="r" t="t"/>
              <a:pathLst>
                <a:path extrusionOk="0" h="2746" w="3345">
                  <a:moveTo>
                    <a:pt x="1933" y="1"/>
                  </a:moveTo>
                  <a:cubicBezTo>
                    <a:pt x="1549" y="1"/>
                    <a:pt x="1322" y="283"/>
                    <a:pt x="1095" y="586"/>
                  </a:cubicBezTo>
                  <a:cubicBezTo>
                    <a:pt x="1125" y="1254"/>
                    <a:pt x="700" y="1741"/>
                    <a:pt x="487" y="2318"/>
                  </a:cubicBezTo>
                  <a:cubicBezTo>
                    <a:pt x="426" y="2440"/>
                    <a:pt x="153" y="2440"/>
                    <a:pt x="1" y="2470"/>
                  </a:cubicBezTo>
                  <a:cubicBezTo>
                    <a:pt x="238" y="2668"/>
                    <a:pt x="474" y="2745"/>
                    <a:pt x="711" y="2745"/>
                  </a:cubicBezTo>
                  <a:cubicBezTo>
                    <a:pt x="1022" y="2745"/>
                    <a:pt x="1332" y="2612"/>
                    <a:pt x="1642" y="2440"/>
                  </a:cubicBezTo>
                  <a:cubicBezTo>
                    <a:pt x="1885" y="2257"/>
                    <a:pt x="2098" y="1984"/>
                    <a:pt x="2463" y="1953"/>
                  </a:cubicBezTo>
                  <a:cubicBezTo>
                    <a:pt x="2512" y="1888"/>
                    <a:pt x="2552" y="1858"/>
                    <a:pt x="2592" y="1858"/>
                  </a:cubicBezTo>
                  <a:cubicBezTo>
                    <a:pt x="2628" y="1858"/>
                    <a:pt x="2664" y="1881"/>
                    <a:pt x="2706" y="1923"/>
                  </a:cubicBezTo>
                  <a:lnTo>
                    <a:pt x="2979" y="1923"/>
                  </a:lnTo>
                  <a:cubicBezTo>
                    <a:pt x="3344" y="1376"/>
                    <a:pt x="2797" y="1072"/>
                    <a:pt x="2645" y="646"/>
                  </a:cubicBezTo>
                  <a:cubicBezTo>
                    <a:pt x="2554" y="494"/>
                    <a:pt x="2402" y="403"/>
                    <a:pt x="2250" y="312"/>
                  </a:cubicBezTo>
                  <a:lnTo>
                    <a:pt x="2189" y="38"/>
                  </a:lnTo>
                  <a:cubicBezTo>
                    <a:pt x="2096" y="13"/>
                    <a:pt x="2011" y="1"/>
                    <a:pt x="19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8"/>
            <p:cNvSpPr/>
            <p:nvPr/>
          </p:nvSpPr>
          <p:spPr>
            <a:xfrm>
              <a:off x="3174709" y="1828176"/>
              <a:ext cx="101377" cy="171028"/>
            </a:xfrm>
            <a:custGeom>
              <a:rect b="b" l="l" r="r" t="t"/>
              <a:pathLst>
                <a:path extrusionOk="0" h="4054" w="2403">
                  <a:moveTo>
                    <a:pt x="244" y="1"/>
                  </a:moveTo>
                  <a:cubicBezTo>
                    <a:pt x="183" y="62"/>
                    <a:pt x="153" y="92"/>
                    <a:pt x="62" y="153"/>
                  </a:cubicBezTo>
                  <a:cubicBezTo>
                    <a:pt x="1" y="335"/>
                    <a:pt x="1" y="518"/>
                    <a:pt x="62" y="700"/>
                  </a:cubicBezTo>
                  <a:cubicBezTo>
                    <a:pt x="122" y="1004"/>
                    <a:pt x="244" y="1278"/>
                    <a:pt x="426" y="1521"/>
                  </a:cubicBezTo>
                  <a:cubicBezTo>
                    <a:pt x="1034" y="2007"/>
                    <a:pt x="761" y="2402"/>
                    <a:pt x="366" y="2797"/>
                  </a:cubicBezTo>
                  <a:cubicBezTo>
                    <a:pt x="153" y="3460"/>
                    <a:pt x="658" y="4053"/>
                    <a:pt x="1274" y="4053"/>
                  </a:cubicBezTo>
                  <a:cubicBezTo>
                    <a:pt x="1365" y="4053"/>
                    <a:pt x="1458" y="4040"/>
                    <a:pt x="1551" y="4013"/>
                  </a:cubicBezTo>
                  <a:cubicBezTo>
                    <a:pt x="1885" y="3952"/>
                    <a:pt x="2189" y="3770"/>
                    <a:pt x="2402" y="3527"/>
                  </a:cubicBezTo>
                  <a:cubicBezTo>
                    <a:pt x="1976" y="2159"/>
                    <a:pt x="1399" y="913"/>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8"/>
            <p:cNvSpPr/>
            <p:nvPr/>
          </p:nvSpPr>
          <p:spPr>
            <a:xfrm>
              <a:off x="3254234" y="2430580"/>
              <a:ext cx="71845" cy="246122"/>
            </a:xfrm>
            <a:custGeom>
              <a:rect b="b" l="l" r="r" t="t"/>
              <a:pathLst>
                <a:path extrusionOk="0" h="5834" w="1703">
                  <a:moveTo>
                    <a:pt x="1125" y="0"/>
                  </a:moveTo>
                  <a:cubicBezTo>
                    <a:pt x="1064" y="0"/>
                    <a:pt x="1003" y="23"/>
                    <a:pt x="943" y="69"/>
                  </a:cubicBezTo>
                  <a:cubicBezTo>
                    <a:pt x="851" y="190"/>
                    <a:pt x="791" y="312"/>
                    <a:pt x="760" y="464"/>
                  </a:cubicBezTo>
                  <a:cubicBezTo>
                    <a:pt x="699" y="1740"/>
                    <a:pt x="304" y="2987"/>
                    <a:pt x="183" y="4294"/>
                  </a:cubicBezTo>
                  <a:cubicBezTo>
                    <a:pt x="152" y="4476"/>
                    <a:pt x="122" y="4658"/>
                    <a:pt x="91" y="4810"/>
                  </a:cubicBezTo>
                  <a:cubicBezTo>
                    <a:pt x="61" y="4932"/>
                    <a:pt x="31" y="5054"/>
                    <a:pt x="0" y="5175"/>
                  </a:cubicBezTo>
                  <a:cubicBezTo>
                    <a:pt x="0" y="5297"/>
                    <a:pt x="0" y="5418"/>
                    <a:pt x="31" y="5540"/>
                  </a:cubicBezTo>
                  <a:cubicBezTo>
                    <a:pt x="61" y="5631"/>
                    <a:pt x="152" y="5722"/>
                    <a:pt x="213" y="5814"/>
                  </a:cubicBezTo>
                  <a:cubicBezTo>
                    <a:pt x="259" y="5827"/>
                    <a:pt x="300" y="5833"/>
                    <a:pt x="338" y="5833"/>
                  </a:cubicBezTo>
                  <a:cubicBezTo>
                    <a:pt x="553" y="5833"/>
                    <a:pt x="657" y="5634"/>
                    <a:pt x="760" y="5479"/>
                  </a:cubicBezTo>
                  <a:cubicBezTo>
                    <a:pt x="760" y="5327"/>
                    <a:pt x="791" y="5145"/>
                    <a:pt x="791" y="4962"/>
                  </a:cubicBezTo>
                  <a:cubicBezTo>
                    <a:pt x="943" y="4780"/>
                    <a:pt x="882" y="4537"/>
                    <a:pt x="1034" y="4415"/>
                  </a:cubicBezTo>
                  <a:cubicBezTo>
                    <a:pt x="1307" y="2987"/>
                    <a:pt x="1702" y="1558"/>
                    <a:pt x="1581" y="69"/>
                  </a:cubicBezTo>
                  <a:lnTo>
                    <a:pt x="1307" y="69"/>
                  </a:lnTo>
                  <a:cubicBezTo>
                    <a:pt x="1247" y="23"/>
                    <a:pt x="1186" y="0"/>
                    <a:pt x="11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8"/>
            <p:cNvSpPr/>
            <p:nvPr/>
          </p:nvSpPr>
          <p:spPr>
            <a:xfrm>
              <a:off x="2887493" y="3596532"/>
              <a:ext cx="137236" cy="161620"/>
            </a:xfrm>
            <a:custGeom>
              <a:rect b="b" l="l" r="r" t="t"/>
              <a:pathLst>
                <a:path extrusionOk="0" h="3831" w="3253">
                  <a:moveTo>
                    <a:pt x="2918" y="1"/>
                  </a:moveTo>
                  <a:cubicBezTo>
                    <a:pt x="1702" y="852"/>
                    <a:pt x="1125" y="2311"/>
                    <a:pt x="0" y="3283"/>
                  </a:cubicBezTo>
                  <a:cubicBezTo>
                    <a:pt x="91" y="3526"/>
                    <a:pt x="304" y="3739"/>
                    <a:pt x="547" y="3830"/>
                  </a:cubicBezTo>
                  <a:lnTo>
                    <a:pt x="3252" y="335"/>
                  </a:lnTo>
                  <a:cubicBezTo>
                    <a:pt x="3252" y="153"/>
                    <a:pt x="3100" y="31"/>
                    <a:pt x="29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8"/>
            <p:cNvSpPr/>
            <p:nvPr/>
          </p:nvSpPr>
          <p:spPr>
            <a:xfrm>
              <a:off x="2722073" y="3758113"/>
              <a:ext cx="157739" cy="115467"/>
            </a:xfrm>
            <a:custGeom>
              <a:rect b="b" l="l" r="r" t="t"/>
              <a:pathLst>
                <a:path extrusionOk="0" h="2737" w="3739">
                  <a:moveTo>
                    <a:pt x="3100" y="0"/>
                  </a:moveTo>
                  <a:lnTo>
                    <a:pt x="3100" y="0"/>
                  </a:lnTo>
                  <a:cubicBezTo>
                    <a:pt x="2705" y="183"/>
                    <a:pt x="2341" y="396"/>
                    <a:pt x="1976" y="669"/>
                  </a:cubicBezTo>
                  <a:cubicBezTo>
                    <a:pt x="1368" y="1003"/>
                    <a:pt x="882" y="1551"/>
                    <a:pt x="122" y="1642"/>
                  </a:cubicBezTo>
                  <a:cubicBezTo>
                    <a:pt x="30" y="1703"/>
                    <a:pt x="0" y="1824"/>
                    <a:pt x="61" y="1915"/>
                  </a:cubicBezTo>
                  <a:cubicBezTo>
                    <a:pt x="122" y="1976"/>
                    <a:pt x="182" y="2067"/>
                    <a:pt x="274" y="2098"/>
                  </a:cubicBezTo>
                  <a:cubicBezTo>
                    <a:pt x="395" y="2189"/>
                    <a:pt x="517" y="2311"/>
                    <a:pt x="608" y="2402"/>
                  </a:cubicBezTo>
                  <a:cubicBezTo>
                    <a:pt x="699" y="2554"/>
                    <a:pt x="821" y="2645"/>
                    <a:pt x="973" y="2736"/>
                  </a:cubicBezTo>
                  <a:cubicBezTo>
                    <a:pt x="1277" y="2432"/>
                    <a:pt x="1763" y="2523"/>
                    <a:pt x="2037" y="2189"/>
                  </a:cubicBezTo>
                  <a:cubicBezTo>
                    <a:pt x="2037" y="1520"/>
                    <a:pt x="2705" y="1338"/>
                    <a:pt x="2979" y="1034"/>
                  </a:cubicBezTo>
                  <a:cubicBezTo>
                    <a:pt x="3283" y="700"/>
                    <a:pt x="3739" y="426"/>
                    <a:pt x="3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8"/>
            <p:cNvSpPr/>
            <p:nvPr/>
          </p:nvSpPr>
          <p:spPr>
            <a:xfrm>
              <a:off x="3038779" y="1748694"/>
              <a:ext cx="146222" cy="97495"/>
            </a:xfrm>
            <a:custGeom>
              <a:rect b="b" l="l" r="r" t="t"/>
              <a:pathLst>
                <a:path extrusionOk="0" h="2311" w="3466">
                  <a:moveTo>
                    <a:pt x="214" y="0"/>
                  </a:moveTo>
                  <a:lnTo>
                    <a:pt x="92" y="152"/>
                  </a:lnTo>
                  <a:cubicBezTo>
                    <a:pt x="1" y="608"/>
                    <a:pt x="335" y="821"/>
                    <a:pt x="548" y="1125"/>
                  </a:cubicBezTo>
                  <a:cubicBezTo>
                    <a:pt x="639" y="1216"/>
                    <a:pt x="730" y="1277"/>
                    <a:pt x="852" y="1368"/>
                  </a:cubicBezTo>
                  <a:cubicBezTo>
                    <a:pt x="1429" y="1672"/>
                    <a:pt x="1885" y="2189"/>
                    <a:pt x="2615" y="2311"/>
                  </a:cubicBezTo>
                  <a:cubicBezTo>
                    <a:pt x="2919" y="2280"/>
                    <a:pt x="3223" y="2128"/>
                    <a:pt x="3436" y="1915"/>
                  </a:cubicBezTo>
                  <a:lnTo>
                    <a:pt x="3466" y="1885"/>
                  </a:lnTo>
                  <a:cubicBezTo>
                    <a:pt x="3253" y="1520"/>
                    <a:pt x="2676" y="1794"/>
                    <a:pt x="2554" y="1429"/>
                  </a:cubicBezTo>
                  <a:cubicBezTo>
                    <a:pt x="2159" y="304"/>
                    <a:pt x="1277" y="31"/>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8"/>
            <p:cNvSpPr/>
            <p:nvPr/>
          </p:nvSpPr>
          <p:spPr>
            <a:xfrm>
              <a:off x="2221933" y="4008162"/>
              <a:ext cx="112894" cy="63788"/>
            </a:xfrm>
            <a:custGeom>
              <a:rect b="b" l="l" r="r" t="t"/>
              <a:pathLst>
                <a:path extrusionOk="0" h="1512" w="2676">
                  <a:moveTo>
                    <a:pt x="62" y="1"/>
                  </a:moveTo>
                  <a:lnTo>
                    <a:pt x="62" y="1"/>
                  </a:lnTo>
                  <a:cubicBezTo>
                    <a:pt x="1" y="274"/>
                    <a:pt x="396" y="578"/>
                    <a:pt x="31" y="852"/>
                  </a:cubicBezTo>
                  <a:cubicBezTo>
                    <a:pt x="489" y="1289"/>
                    <a:pt x="1089" y="1512"/>
                    <a:pt x="1695" y="1512"/>
                  </a:cubicBezTo>
                  <a:cubicBezTo>
                    <a:pt x="1974" y="1512"/>
                    <a:pt x="2255" y="1464"/>
                    <a:pt x="2524" y="1368"/>
                  </a:cubicBezTo>
                  <a:cubicBezTo>
                    <a:pt x="2676" y="1277"/>
                    <a:pt x="2676" y="1156"/>
                    <a:pt x="2524" y="1034"/>
                  </a:cubicBezTo>
                  <a:cubicBezTo>
                    <a:pt x="2495" y="861"/>
                    <a:pt x="2439" y="606"/>
                    <a:pt x="2303" y="606"/>
                  </a:cubicBezTo>
                  <a:cubicBezTo>
                    <a:pt x="2296" y="606"/>
                    <a:pt x="2288" y="607"/>
                    <a:pt x="2280" y="609"/>
                  </a:cubicBezTo>
                  <a:cubicBezTo>
                    <a:pt x="2194" y="624"/>
                    <a:pt x="2110" y="631"/>
                    <a:pt x="2029" y="631"/>
                  </a:cubicBezTo>
                  <a:cubicBezTo>
                    <a:pt x="1305" y="631"/>
                    <a:pt x="744" y="83"/>
                    <a:pt x="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8"/>
            <p:cNvSpPr/>
            <p:nvPr/>
          </p:nvSpPr>
          <p:spPr>
            <a:xfrm>
              <a:off x="1735926" y="3733728"/>
              <a:ext cx="146222" cy="110784"/>
            </a:xfrm>
            <a:custGeom>
              <a:rect b="b" l="l" r="r" t="t"/>
              <a:pathLst>
                <a:path extrusionOk="0" h="2626" w="3466">
                  <a:moveTo>
                    <a:pt x="1" y="1"/>
                  </a:moveTo>
                  <a:lnTo>
                    <a:pt x="1" y="1"/>
                  </a:lnTo>
                  <a:cubicBezTo>
                    <a:pt x="730" y="882"/>
                    <a:pt x="1551" y="1703"/>
                    <a:pt x="2402" y="2463"/>
                  </a:cubicBezTo>
                  <a:cubicBezTo>
                    <a:pt x="2455" y="2432"/>
                    <a:pt x="2506" y="2420"/>
                    <a:pt x="2557" y="2420"/>
                  </a:cubicBezTo>
                  <a:cubicBezTo>
                    <a:pt x="2763" y="2420"/>
                    <a:pt x="2957" y="2626"/>
                    <a:pt x="3167" y="2626"/>
                  </a:cubicBezTo>
                  <a:cubicBezTo>
                    <a:pt x="3262" y="2626"/>
                    <a:pt x="3361" y="2584"/>
                    <a:pt x="3466" y="2463"/>
                  </a:cubicBezTo>
                  <a:cubicBezTo>
                    <a:pt x="3435" y="2372"/>
                    <a:pt x="3466" y="2250"/>
                    <a:pt x="3405" y="2220"/>
                  </a:cubicBezTo>
                  <a:cubicBezTo>
                    <a:pt x="2280" y="1490"/>
                    <a:pt x="1308" y="45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8"/>
            <p:cNvSpPr/>
            <p:nvPr/>
          </p:nvSpPr>
          <p:spPr>
            <a:xfrm>
              <a:off x="2786157" y="3733644"/>
              <a:ext cx="126942" cy="116817"/>
            </a:xfrm>
            <a:custGeom>
              <a:rect b="b" l="l" r="r" t="t"/>
              <a:pathLst>
                <a:path extrusionOk="0" h="2769" w="3009">
                  <a:moveTo>
                    <a:pt x="2453" y="1"/>
                  </a:moveTo>
                  <a:cubicBezTo>
                    <a:pt x="2436" y="1"/>
                    <a:pt x="2419" y="1"/>
                    <a:pt x="2402" y="3"/>
                  </a:cubicBezTo>
                  <a:cubicBezTo>
                    <a:pt x="2220" y="307"/>
                    <a:pt x="1855" y="368"/>
                    <a:pt x="1612" y="580"/>
                  </a:cubicBezTo>
                  <a:cubicBezTo>
                    <a:pt x="1855" y="976"/>
                    <a:pt x="1673" y="1249"/>
                    <a:pt x="1338" y="1462"/>
                  </a:cubicBezTo>
                  <a:cubicBezTo>
                    <a:pt x="882" y="1675"/>
                    <a:pt x="487" y="1979"/>
                    <a:pt x="214" y="2374"/>
                  </a:cubicBezTo>
                  <a:cubicBezTo>
                    <a:pt x="1" y="2708"/>
                    <a:pt x="335" y="2708"/>
                    <a:pt x="518" y="2769"/>
                  </a:cubicBezTo>
                  <a:cubicBezTo>
                    <a:pt x="1399" y="2100"/>
                    <a:pt x="2220" y="1371"/>
                    <a:pt x="2980" y="580"/>
                  </a:cubicBezTo>
                  <a:cubicBezTo>
                    <a:pt x="3008" y="263"/>
                    <a:pt x="2764" y="1"/>
                    <a:pt x="2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8"/>
            <p:cNvSpPr/>
            <p:nvPr/>
          </p:nvSpPr>
          <p:spPr>
            <a:xfrm>
              <a:off x="3214493" y="2661728"/>
              <a:ext cx="71845" cy="160313"/>
            </a:xfrm>
            <a:custGeom>
              <a:rect b="b" l="l" r="r" t="t"/>
              <a:pathLst>
                <a:path extrusionOk="0" h="3800" w="1703">
                  <a:moveTo>
                    <a:pt x="1702" y="0"/>
                  </a:moveTo>
                  <a:lnTo>
                    <a:pt x="1185" y="274"/>
                  </a:lnTo>
                  <a:cubicBezTo>
                    <a:pt x="0" y="1034"/>
                    <a:pt x="274" y="2280"/>
                    <a:pt x="182" y="3374"/>
                  </a:cubicBezTo>
                  <a:cubicBezTo>
                    <a:pt x="243" y="3587"/>
                    <a:pt x="426" y="3739"/>
                    <a:pt x="669" y="3800"/>
                  </a:cubicBezTo>
                  <a:cubicBezTo>
                    <a:pt x="1125" y="2584"/>
                    <a:pt x="1489" y="1307"/>
                    <a:pt x="17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8"/>
            <p:cNvSpPr/>
            <p:nvPr/>
          </p:nvSpPr>
          <p:spPr>
            <a:xfrm>
              <a:off x="2651535" y="3827343"/>
              <a:ext cx="92348" cy="79566"/>
            </a:xfrm>
            <a:custGeom>
              <a:rect b="b" l="l" r="r" t="t"/>
              <a:pathLst>
                <a:path extrusionOk="0" h="1886" w="2189">
                  <a:moveTo>
                    <a:pt x="1034" y="1"/>
                  </a:moveTo>
                  <a:cubicBezTo>
                    <a:pt x="699" y="62"/>
                    <a:pt x="426" y="244"/>
                    <a:pt x="213" y="518"/>
                  </a:cubicBezTo>
                  <a:cubicBezTo>
                    <a:pt x="0" y="1125"/>
                    <a:pt x="730" y="1369"/>
                    <a:pt x="760" y="1885"/>
                  </a:cubicBezTo>
                  <a:lnTo>
                    <a:pt x="1034" y="1673"/>
                  </a:lnTo>
                  <a:cubicBezTo>
                    <a:pt x="1125" y="1454"/>
                    <a:pt x="1271" y="1410"/>
                    <a:pt x="1439" y="1410"/>
                  </a:cubicBezTo>
                  <a:cubicBezTo>
                    <a:pt x="1550" y="1410"/>
                    <a:pt x="1672" y="1429"/>
                    <a:pt x="1794" y="1429"/>
                  </a:cubicBezTo>
                  <a:cubicBezTo>
                    <a:pt x="1946" y="1338"/>
                    <a:pt x="2067" y="1186"/>
                    <a:pt x="2158" y="1034"/>
                  </a:cubicBezTo>
                  <a:cubicBezTo>
                    <a:pt x="2189" y="730"/>
                    <a:pt x="2037" y="426"/>
                    <a:pt x="1794" y="244"/>
                  </a:cubicBezTo>
                  <a:lnTo>
                    <a:pt x="179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8"/>
            <p:cNvSpPr/>
            <p:nvPr/>
          </p:nvSpPr>
          <p:spPr>
            <a:xfrm>
              <a:off x="2338625" y="1542774"/>
              <a:ext cx="129558" cy="65728"/>
            </a:xfrm>
            <a:custGeom>
              <a:rect b="b" l="l" r="r" t="t"/>
              <a:pathLst>
                <a:path extrusionOk="0" h="1558" w="3071">
                  <a:moveTo>
                    <a:pt x="417" y="1"/>
                  </a:moveTo>
                  <a:cubicBezTo>
                    <a:pt x="280" y="1"/>
                    <a:pt x="141" y="15"/>
                    <a:pt x="1" y="49"/>
                  </a:cubicBezTo>
                  <a:cubicBezTo>
                    <a:pt x="282" y="166"/>
                    <a:pt x="328" y="699"/>
                    <a:pt x="670" y="699"/>
                  </a:cubicBezTo>
                  <a:cubicBezTo>
                    <a:pt x="771" y="699"/>
                    <a:pt x="898" y="653"/>
                    <a:pt x="1065" y="535"/>
                  </a:cubicBezTo>
                  <a:cubicBezTo>
                    <a:pt x="1081" y="522"/>
                    <a:pt x="1095" y="516"/>
                    <a:pt x="1107" y="516"/>
                  </a:cubicBezTo>
                  <a:cubicBezTo>
                    <a:pt x="1203" y="516"/>
                    <a:pt x="1149" y="923"/>
                    <a:pt x="1095" y="1112"/>
                  </a:cubicBezTo>
                  <a:cubicBezTo>
                    <a:pt x="1272" y="1450"/>
                    <a:pt x="1491" y="1558"/>
                    <a:pt x="1730" y="1558"/>
                  </a:cubicBezTo>
                  <a:cubicBezTo>
                    <a:pt x="1943" y="1558"/>
                    <a:pt x="2173" y="1472"/>
                    <a:pt x="2402" y="1386"/>
                  </a:cubicBezTo>
                  <a:cubicBezTo>
                    <a:pt x="2524" y="1325"/>
                    <a:pt x="2615" y="1234"/>
                    <a:pt x="2706" y="1143"/>
                  </a:cubicBezTo>
                  <a:cubicBezTo>
                    <a:pt x="2797" y="1112"/>
                    <a:pt x="2888" y="1112"/>
                    <a:pt x="2949" y="1082"/>
                  </a:cubicBezTo>
                  <a:cubicBezTo>
                    <a:pt x="3071" y="960"/>
                    <a:pt x="3010" y="869"/>
                    <a:pt x="2858" y="869"/>
                  </a:cubicBezTo>
                  <a:cubicBezTo>
                    <a:pt x="2493" y="869"/>
                    <a:pt x="2189" y="748"/>
                    <a:pt x="2189" y="322"/>
                  </a:cubicBezTo>
                  <a:cubicBezTo>
                    <a:pt x="1595" y="273"/>
                    <a:pt x="102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8"/>
            <p:cNvSpPr/>
            <p:nvPr/>
          </p:nvSpPr>
          <p:spPr>
            <a:xfrm>
              <a:off x="2331453" y="3872147"/>
              <a:ext cx="144450" cy="46280"/>
            </a:xfrm>
            <a:custGeom>
              <a:rect b="b" l="l" r="r" t="t"/>
              <a:pathLst>
                <a:path extrusionOk="0" h="1097" w="3424">
                  <a:moveTo>
                    <a:pt x="405" y="0"/>
                  </a:moveTo>
                  <a:cubicBezTo>
                    <a:pt x="1" y="0"/>
                    <a:pt x="116" y="260"/>
                    <a:pt x="232" y="519"/>
                  </a:cubicBezTo>
                  <a:lnTo>
                    <a:pt x="323" y="671"/>
                  </a:lnTo>
                  <a:cubicBezTo>
                    <a:pt x="657" y="884"/>
                    <a:pt x="1052" y="793"/>
                    <a:pt x="1387" y="945"/>
                  </a:cubicBezTo>
                  <a:cubicBezTo>
                    <a:pt x="1467" y="964"/>
                    <a:pt x="1551" y="969"/>
                    <a:pt x="1635" y="969"/>
                  </a:cubicBezTo>
                  <a:cubicBezTo>
                    <a:pt x="1784" y="969"/>
                    <a:pt x="1937" y="951"/>
                    <a:pt x="2087" y="951"/>
                  </a:cubicBezTo>
                  <a:cubicBezTo>
                    <a:pt x="2268" y="951"/>
                    <a:pt x="2444" y="978"/>
                    <a:pt x="2602" y="1097"/>
                  </a:cubicBezTo>
                  <a:lnTo>
                    <a:pt x="3423" y="1097"/>
                  </a:lnTo>
                  <a:cubicBezTo>
                    <a:pt x="2633" y="185"/>
                    <a:pt x="1569" y="63"/>
                    <a:pt x="475" y="3"/>
                  </a:cubicBezTo>
                  <a:cubicBezTo>
                    <a:pt x="450" y="1"/>
                    <a:pt x="426" y="0"/>
                    <a:pt x="4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8"/>
            <p:cNvSpPr/>
            <p:nvPr/>
          </p:nvSpPr>
          <p:spPr>
            <a:xfrm>
              <a:off x="3179856" y="2810484"/>
              <a:ext cx="62859" cy="147488"/>
            </a:xfrm>
            <a:custGeom>
              <a:rect b="b" l="l" r="r" t="t"/>
              <a:pathLst>
                <a:path extrusionOk="0" h="3496" w="1490">
                  <a:moveTo>
                    <a:pt x="1186" y="0"/>
                  </a:moveTo>
                  <a:cubicBezTo>
                    <a:pt x="426" y="182"/>
                    <a:pt x="760" y="1034"/>
                    <a:pt x="335" y="1459"/>
                  </a:cubicBezTo>
                  <a:cubicBezTo>
                    <a:pt x="274" y="1550"/>
                    <a:pt x="244" y="1672"/>
                    <a:pt x="244" y="1793"/>
                  </a:cubicBezTo>
                  <a:cubicBezTo>
                    <a:pt x="274" y="2189"/>
                    <a:pt x="244" y="2584"/>
                    <a:pt x="122" y="2979"/>
                  </a:cubicBezTo>
                  <a:cubicBezTo>
                    <a:pt x="92" y="2979"/>
                    <a:pt x="61" y="3009"/>
                    <a:pt x="31" y="3070"/>
                  </a:cubicBezTo>
                  <a:cubicBezTo>
                    <a:pt x="0" y="3131"/>
                    <a:pt x="31" y="3192"/>
                    <a:pt x="122" y="3222"/>
                  </a:cubicBezTo>
                  <a:lnTo>
                    <a:pt x="639" y="3496"/>
                  </a:lnTo>
                  <a:cubicBezTo>
                    <a:pt x="973" y="2462"/>
                    <a:pt x="1459" y="1429"/>
                    <a:pt x="1490" y="304"/>
                  </a:cubicBezTo>
                  <a:lnTo>
                    <a:pt x="11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8"/>
            <p:cNvSpPr/>
            <p:nvPr/>
          </p:nvSpPr>
          <p:spPr>
            <a:xfrm>
              <a:off x="3209472" y="1983639"/>
              <a:ext cx="101208" cy="85683"/>
            </a:xfrm>
            <a:custGeom>
              <a:rect b="b" l="l" r="r" t="t"/>
              <a:pathLst>
                <a:path extrusionOk="0" h="2031" w="2399">
                  <a:moveTo>
                    <a:pt x="1228" y="0"/>
                  </a:moveTo>
                  <a:cubicBezTo>
                    <a:pt x="1102" y="0"/>
                    <a:pt x="949" y="35"/>
                    <a:pt x="757" y="115"/>
                  </a:cubicBezTo>
                  <a:lnTo>
                    <a:pt x="210" y="115"/>
                  </a:lnTo>
                  <a:cubicBezTo>
                    <a:pt x="37" y="404"/>
                    <a:pt x="1" y="665"/>
                    <a:pt x="413" y="665"/>
                  </a:cubicBezTo>
                  <a:cubicBezTo>
                    <a:pt x="435" y="665"/>
                    <a:pt x="459" y="664"/>
                    <a:pt x="484" y="663"/>
                  </a:cubicBezTo>
                  <a:cubicBezTo>
                    <a:pt x="509" y="661"/>
                    <a:pt x="532" y="660"/>
                    <a:pt x="554" y="660"/>
                  </a:cubicBezTo>
                  <a:cubicBezTo>
                    <a:pt x="964" y="660"/>
                    <a:pt x="902" y="921"/>
                    <a:pt x="757" y="1210"/>
                  </a:cubicBezTo>
                  <a:lnTo>
                    <a:pt x="1031" y="1210"/>
                  </a:lnTo>
                  <a:cubicBezTo>
                    <a:pt x="1061" y="1210"/>
                    <a:pt x="1092" y="1210"/>
                    <a:pt x="1122" y="1270"/>
                  </a:cubicBezTo>
                  <a:cubicBezTo>
                    <a:pt x="1152" y="1331"/>
                    <a:pt x="1122" y="1392"/>
                    <a:pt x="1061" y="1453"/>
                  </a:cubicBezTo>
                  <a:lnTo>
                    <a:pt x="1548" y="2030"/>
                  </a:lnTo>
                  <a:lnTo>
                    <a:pt x="1821" y="2030"/>
                  </a:lnTo>
                  <a:lnTo>
                    <a:pt x="1973" y="1970"/>
                  </a:lnTo>
                  <a:cubicBezTo>
                    <a:pt x="2125" y="1848"/>
                    <a:pt x="2216" y="1726"/>
                    <a:pt x="2338" y="1605"/>
                  </a:cubicBezTo>
                  <a:lnTo>
                    <a:pt x="2399" y="1453"/>
                  </a:lnTo>
                  <a:lnTo>
                    <a:pt x="2125" y="1210"/>
                  </a:lnTo>
                  <a:cubicBezTo>
                    <a:pt x="1770" y="880"/>
                    <a:pt x="1859" y="0"/>
                    <a:pt x="1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8"/>
            <p:cNvSpPr/>
            <p:nvPr/>
          </p:nvSpPr>
          <p:spPr>
            <a:xfrm>
              <a:off x="3013129" y="3495239"/>
              <a:ext cx="79566" cy="103908"/>
            </a:xfrm>
            <a:custGeom>
              <a:rect b="b" l="l" r="r" t="t"/>
              <a:pathLst>
                <a:path extrusionOk="0" h="2463" w="1886">
                  <a:moveTo>
                    <a:pt x="1885" y="0"/>
                  </a:moveTo>
                  <a:lnTo>
                    <a:pt x="1" y="2189"/>
                  </a:lnTo>
                  <a:cubicBezTo>
                    <a:pt x="153" y="2341"/>
                    <a:pt x="335" y="2462"/>
                    <a:pt x="548" y="2462"/>
                  </a:cubicBezTo>
                  <a:cubicBezTo>
                    <a:pt x="1034" y="1763"/>
                    <a:pt x="1612" y="1125"/>
                    <a:pt x="1885" y="304"/>
                  </a:cubicBezTo>
                  <a:lnTo>
                    <a:pt x="18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8"/>
            <p:cNvSpPr/>
            <p:nvPr/>
          </p:nvSpPr>
          <p:spPr>
            <a:xfrm>
              <a:off x="2933646" y="1725575"/>
              <a:ext cx="102642" cy="42652"/>
            </a:xfrm>
            <a:custGeom>
              <a:rect b="b" l="l" r="r" t="t"/>
              <a:pathLst>
                <a:path extrusionOk="0" h="1011" w="2433">
                  <a:moveTo>
                    <a:pt x="1704" y="0"/>
                  </a:moveTo>
                  <a:cubicBezTo>
                    <a:pt x="1559" y="0"/>
                    <a:pt x="1413" y="13"/>
                    <a:pt x="1269" y="13"/>
                  </a:cubicBezTo>
                  <a:cubicBezTo>
                    <a:pt x="1200" y="13"/>
                    <a:pt x="1131" y="10"/>
                    <a:pt x="1064" y="1"/>
                  </a:cubicBezTo>
                  <a:cubicBezTo>
                    <a:pt x="1004" y="141"/>
                    <a:pt x="879" y="215"/>
                    <a:pt x="748" y="215"/>
                  </a:cubicBezTo>
                  <a:cubicBezTo>
                    <a:pt x="680" y="215"/>
                    <a:pt x="610" y="195"/>
                    <a:pt x="547" y="153"/>
                  </a:cubicBezTo>
                  <a:cubicBezTo>
                    <a:pt x="483" y="110"/>
                    <a:pt x="411" y="90"/>
                    <a:pt x="339" y="90"/>
                  </a:cubicBezTo>
                  <a:cubicBezTo>
                    <a:pt x="208" y="90"/>
                    <a:pt x="79" y="157"/>
                    <a:pt x="0" y="275"/>
                  </a:cubicBezTo>
                  <a:cubicBezTo>
                    <a:pt x="294" y="889"/>
                    <a:pt x="798" y="1010"/>
                    <a:pt x="1370" y="1010"/>
                  </a:cubicBezTo>
                  <a:cubicBezTo>
                    <a:pt x="1449" y="1010"/>
                    <a:pt x="1530" y="1008"/>
                    <a:pt x="1611" y="1004"/>
                  </a:cubicBezTo>
                  <a:cubicBezTo>
                    <a:pt x="1733" y="974"/>
                    <a:pt x="1824" y="913"/>
                    <a:pt x="1915" y="822"/>
                  </a:cubicBezTo>
                  <a:cubicBezTo>
                    <a:pt x="1854" y="457"/>
                    <a:pt x="2128" y="488"/>
                    <a:pt x="2341" y="396"/>
                  </a:cubicBezTo>
                  <a:lnTo>
                    <a:pt x="2432" y="275"/>
                  </a:lnTo>
                  <a:cubicBezTo>
                    <a:pt x="2216" y="42"/>
                    <a:pt x="1963" y="0"/>
                    <a:pt x="17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8"/>
            <p:cNvSpPr/>
            <p:nvPr/>
          </p:nvSpPr>
          <p:spPr>
            <a:xfrm>
              <a:off x="3288828" y="2044896"/>
              <a:ext cx="56489" cy="92391"/>
            </a:xfrm>
            <a:custGeom>
              <a:rect b="b" l="l" r="r" t="t"/>
              <a:pathLst>
                <a:path extrusionOk="0" h="2190" w="1339">
                  <a:moveTo>
                    <a:pt x="518" y="1"/>
                  </a:moveTo>
                  <a:lnTo>
                    <a:pt x="487" y="31"/>
                  </a:lnTo>
                  <a:cubicBezTo>
                    <a:pt x="335" y="214"/>
                    <a:pt x="244" y="426"/>
                    <a:pt x="244" y="670"/>
                  </a:cubicBezTo>
                  <a:lnTo>
                    <a:pt x="214" y="852"/>
                  </a:lnTo>
                  <a:cubicBezTo>
                    <a:pt x="92" y="1125"/>
                    <a:pt x="1" y="1399"/>
                    <a:pt x="457" y="1399"/>
                  </a:cubicBezTo>
                  <a:cubicBezTo>
                    <a:pt x="473" y="1396"/>
                    <a:pt x="488" y="1395"/>
                    <a:pt x="503" y="1395"/>
                  </a:cubicBezTo>
                  <a:cubicBezTo>
                    <a:pt x="660" y="1395"/>
                    <a:pt x="761" y="1534"/>
                    <a:pt x="761" y="1673"/>
                  </a:cubicBezTo>
                  <a:cubicBezTo>
                    <a:pt x="730" y="1885"/>
                    <a:pt x="852" y="2098"/>
                    <a:pt x="1034" y="2189"/>
                  </a:cubicBezTo>
                  <a:cubicBezTo>
                    <a:pt x="1247" y="1855"/>
                    <a:pt x="1338" y="1490"/>
                    <a:pt x="1308" y="1095"/>
                  </a:cubicBezTo>
                  <a:cubicBezTo>
                    <a:pt x="1065" y="700"/>
                    <a:pt x="974" y="214"/>
                    <a:pt x="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8"/>
            <p:cNvSpPr/>
            <p:nvPr/>
          </p:nvSpPr>
          <p:spPr>
            <a:xfrm>
              <a:off x="2314874" y="3892735"/>
              <a:ext cx="126394" cy="25355"/>
            </a:xfrm>
            <a:custGeom>
              <a:rect b="b" l="l" r="r" t="t"/>
              <a:pathLst>
                <a:path extrusionOk="0" h="601" w="2996">
                  <a:moveTo>
                    <a:pt x="594" y="1"/>
                  </a:moveTo>
                  <a:cubicBezTo>
                    <a:pt x="597" y="4"/>
                    <a:pt x="599" y="7"/>
                    <a:pt x="601" y="9"/>
                  </a:cubicBezTo>
                  <a:lnTo>
                    <a:pt x="601" y="9"/>
                  </a:lnTo>
                  <a:cubicBezTo>
                    <a:pt x="609" y="7"/>
                    <a:pt x="617" y="4"/>
                    <a:pt x="625" y="1"/>
                  </a:cubicBezTo>
                  <a:close/>
                  <a:moveTo>
                    <a:pt x="601" y="9"/>
                  </a:moveTo>
                  <a:lnTo>
                    <a:pt x="601" y="9"/>
                  </a:lnTo>
                  <a:cubicBezTo>
                    <a:pt x="358" y="96"/>
                    <a:pt x="0" y="162"/>
                    <a:pt x="442" y="457"/>
                  </a:cubicBezTo>
                  <a:cubicBezTo>
                    <a:pt x="620" y="571"/>
                    <a:pt x="824" y="601"/>
                    <a:pt x="1039" y="601"/>
                  </a:cubicBezTo>
                  <a:cubicBezTo>
                    <a:pt x="1268" y="601"/>
                    <a:pt x="1510" y="567"/>
                    <a:pt x="1746" y="567"/>
                  </a:cubicBezTo>
                  <a:cubicBezTo>
                    <a:pt x="1819" y="567"/>
                    <a:pt x="1891" y="570"/>
                    <a:pt x="1962" y="578"/>
                  </a:cubicBezTo>
                  <a:lnTo>
                    <a:pt x="2995" y="578"/>
                  </a:lnTo>
                  <a:cubicBezTo>
                    <a:pt x="2820" y="344"/>
                    <a:pt x="2609" y="293"/>
                    <a:pt x="2390" y="293"/>
                  </a:cubicBezTo>
                  <a:cubicBezTo>
                    <a:pt x="2221" y="293"/>
                    <a:pt x="2049" y="323"/>
                    <a:pt x="1883" y="323"/>
                  </a:cubicBezTo>
                  <a:cubicBezTo>
                    <a:pt x="1817" y="323"/>
                    <a:pt x="1752" y="318"/>
                    <a:pt x="1688" y="305"/>
                  </a:cubicBezTo>
                  <a:cubicBezTo>
                    <a:pt x="1573" y="201"/>
                    <a:pt x="1430" y="185"/>
                    <a:pt x="1281" y="185"/>
                  </a:cubicBezTo>
                  <a:cubicBezTo>
                    <a:pt x="1216" y="185"/>
                    <a:pt x="1149" y="188"/>
                    <a:pt x="1083" y="188"/>
                  </a:cubicBezTo>
                  <a:cubicBezTo>
                    <a:pt x="909" y="188"/>
                    <a:pt x="737" y="166"/>
                    <a:pt x="601" y="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8"/>
            <p:cNvSpPr/>
            <p:nvPr/>
          </p:nvSpPr>
          <p:spPr>
            <a:xfrm>
              <a:off x="2468143" y="3997910"/>
              <a:ext cx="76992" cy="32105"/>
            </a:xfrm>
            <a:custGeom>
              <a:rect b="b" l="l" r="r" t="t"/>
              <a:pathLst>
                <a:path extrusionOk="0" h="761" w="1825">
                  <a:moveTo>
                    <a:pt x="1824" y="0"/>
                  </a:moveTo>
                  <a:cubicBezTo>
                    <a:pt x="1156" y="0"/>
                    <a:pt x="517" y="0"/>
                    <a:pt x="1" y="760"/>
                  </a:cubicBezTo>
                  <a:cubicBezTo>
                    <a:pt x="669" y="760"/>
                    <a:pt x="1338" y="487"/>
                    <a:pt x="18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8"/>
            <p:cNvSpPr/>
            <p:nvPr/>
          </p:nvSpPr>
          <p:spPr>
            <a:xfrm>
              <a:off x="2337360" y="4042756"/>
              <a:ext cx="88509" cy="23161"/>
            </a:xfrm>
            <a:custGeom>
              <a:rect b="b" l="l" r="r" t="t"/>
              <a:pathLst>
                <a:path extrusionOk="0" h="549" w="2098">
                  <a:moveTo>
                    <a:pt x="958" y="0"/>
                  </a:moveTo>
                  <a:cubicBezTo>
                    <a:pt x="632" y="0"/>
                    <a:pt x="310" y="48"/>
                    <a:pt x="0" y="244"/>
                  </a:cubicBezTo>
                  <a:cubicBezTo>
                    <a:pt x="92" y="412"/>
                    <a:pt x="244" y="419"/>
                    <a:pt x="403" y="419"/>
                  </a:cubicBezTo>
                  <a:cubicBezTo>
                    <a:pt x="419" y="419"/>
                    <a:pt x="435" y="419"/>
                    <a:pt x="451" y="419"/>
                  </a:cubicBezTo>
                  <a:cubicBezTo>
                    <a:pt x="596" y="419"/>
                    <a:pt x="742" y="425"/>
                    <a:pt x="851" y="548"/>
                  </a:cubicBezTo>
                  <a:cubicBezTo>
                    <a:pt x="1307" y="488"/>
                    <a:pt x="1733" y="305"/>
                    <a:pt x="2098" y="32"/>
                  </a:cubicBezTo>
                  <a:lnTo>
                    <a:pt x="2098" y="32"/>
                  </a:lnTo>
                  <a:cubicBezTo>
                    <a:pt x="2021" y="38"/>
                    <a:pt x="1944" y="41"/>
                    <a:pt x="1867" y="41"/>
                  </a:cubicBezTo>
                  <a:cubicBezTo>
                    <a:pt x="1565" y="41"/>
                    <a:pt x="1260" y="0"/>
                    <a:pt x="9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8"/>
            <p:cNvSpPr/>
            <p:nvPr/>
          </p:nvSpPr>
          <p:spPr>
            <a:xfrm>
              <a:off x="3241409" y="1974400"/>
              <a:ext cx="64167" cy="60286"/>
            </a:xfrm>
            <a:custGeom>
              <a:rect b="b" l="l" r="r" t="t"/>
              <a:pathLst>
                <a:path extrusionOk="0" h="1429" w="1521">
                  <a:moveTo>
                    <a:pt x="821" y="61"/>
                  </a:moveTo>
                  <a:cubicBezTo>
                    <a:pt x="547" y="91"/>
                    <a:pt x="213" y="0"/>
                    <a:pt x="0" y="334"/>
                  </a:cubicBezTo>
                  <a:cubicBezTo>
                    <a:pt x="426" y="334"/>
                    <a:pt x="760" y="395"/>
                    <a:pt x="851" y="912"/>
                  </a:cubicBezTo>
                  <a:cubicBezTo>
                    <a:pt x="912" y="1155"/>
                    <a:pt x="1125" y="1337"/>
                    <a:pt x="1368" y="1429"/>
                  </a:cubicBezTo>
                  <a:cubicBezTo>
                    <a:pt x="1368" y="1337"/>
                    <a:pt x="1368" y="1246"/>
                    <a:pt x="1368" y="1186"/>
                  </a:cubicBezTo>
                  <a:cubicBezTo>
                    <a:pt x="1520" y="1003"/>
                    <a:pt x="1490" y="760"/>
                    <a:pt x="1338" y="608"/>
                  </a:cubicBezTo>
                  <a:lnTo>
                    <a:pt x="821" y="6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8"/>
            <p:cNvSpPr/>
            <p:nvPr/>
          </p:nvSpPr>
          <p:spPr>
            <a:xfrm>
              <a:off x="1837262" y="3828820"/>
              <a:ext cx="44888" cy="42188"/>
            </a:xfrm>
            <a:custGeom>
              <a:rect b="b" l="l" r="r" t="t"/>
              <a:pathLst>
                <a:path extrusionOk="0" h="1000" w="1064">
                  <a:moveTo>
                    <a:pt x="327" y="0"/>
                  </a:moveTo>
                  <a:cubicBezTo>
                    <a:pt x="223" y="0"/>
                    <a:pt x="115" y="45"/>
                    <a:pt x="0" y="179"/>
                  </a:cubicBezTo>
                  <a:cubicBezTo>
                    <a:pt x="274" y="543"/>
                    <a:pt x="638" y="817"/>
                    <a:pt x="1064" y="999"/>
                  </a:cubicBezTo>
                  <a:lnTo>
                    <a:pt x="1064" y="179"/>
                  </a:lnTo>
                  <a:cubicBezTo>
                    <a:pt x="1028" y="191"/>
                    <a:pt x="992" y="196"/>
                    <a:pt x="957" y="196"/>
                  </a:cubicBezTo>
                  <a:cubicBezTo>
                    <a:pt x="741" y="196"/>
                    <a:pt x="543" y="0"/>
                    <a:pt x="3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8"/>
            <p:cNvSpPr/>
            <p:nvPr/>
          </p:nvSpPr>
          <p:spPr>
            <a:xfrm>
              <a:off x="2727178" y="3837595"/>
              <a:ext cx="35944" cy="45183"/>
            </a:xfrm>
            <a:custGeom>
              <a:rect b="b" l="l" r="r" t="t"/>
              <a:pathLst>
                <a:path extrusionOk="0" h="1071" w="852">
                  <a:moveTo>
                    <a:pt x="1" y="1"/>
                  </a:moveTo>
                  <a:lnTo>
                    <a:pt x="244" y="852"/>
                  </a:lnTo>
                  <a:lnTo>
                    <a:pt x="153" y="974"/>
                  </a:lnTo>
                  <a:lnTo>
                    <a:pt x="274" y="1065"/>
                  </a:lnTo>
                  <a:cubicBezTo>
                    <a:pt x="301" y="1069"/>
                    <a:pt x="328" y="1071"/>
                    <a:pt x="355" y="1071"/>
                  </a:cubicBezTo>
                  <a:cubicBezTo>
                    <a:pt x="540" y="1071"/>
                    <a:pt x="719" y="981"/>
                    <a:pt x="852" y="822"/>
                  </a:cubicBezTo>
                  <a:cubicBezTo>
                    <a:pt x="852" y="609"/>
                    <a:pt x="730" y="396"/>
                    <a:pt x="548" y="244"/>
                  </a:cubicBezTo>
                  <a:cubicBezTo>
                    <a:pt x="457" y="183"/>
                    <a:pt x="365" y="92"/>
                    <a:pt x="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8"/>
            <p:cNvSpPr/>
            <p:nvPr/>
          </p:nvSpPr>
          <p:spPr>
            <a:xfrm>
              <a:off x="2624576" y="3890921"/>
              <a:ext cx="35986" cy="38348"/>
            </a:xfrm>
            <a:custGeom>
              <a:rect b="b" l="l" r="r" t="t"/>
              <a:pathLst>
                <a:path extrusionOk="0" h="909" w="853">
                  <a:moveTo>
                    <a:pt x="196" y="0"/>
                  </a:moveTo>
                  <a:cubicBezTo>
                    <a:pt x="164" y="0"/>
                    <a:pt x="129" y="4"/>
                    <a:pt x="92" y="14"/>
                  </a:cubicBezTo>
                  <a:cubicBezTo>
                    <a:pt x="62" y="318"/>
                    <a:pt x="183" y="621"/>
                    <a:pt x="1" y="895"/>
                  </a:cubicBezTo>
                  <a:cubicBezTo>
                    <a:pt x="92" y="902"/>
                    <a:pt x="182" y="909"/>
                    <a:pt x="269" y="909"/>
                  </a:cubicBezTo>
                  <a:cubicBezTo>
                    <a:pt x="560" y="909"/>
                    <a:pt x="805" y="830"/>
                    <a:pt x="852" y="409"/>
                  </a:cubicBezTo>
                  <a:cubicBezTo>
                    <a:pt x="579" y="327"/>
                    <a:pt x="478" y="0"/>
                    <a:pt x="1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8"/>
            <p:cNvSpPr/>
            <p:nvPr/>
          </p:nvSpPr>
          <p:spPr>
            <a:xfrm>
              <a:off x="2650227" y="3814518"/>
              <a:ext cx="43664" cy="33539"/>
            </a:xfrm>
            <a:custGeom>
              <a:rect b="b" l="l" r="r" t="t"/>
              <a:pathLst>
                <a:path extrusionOk="0" h="795" w="1035">
                  <a:moveTo>
                    <a:pt x="457" y="1"/>
                  </a:moveTo>
                  <a:cubicBezTo>
                    <a:pt x="366" y="122"/>
                    <a:pt x="274" y="214"/>
                    <a:pt x="183" y="305"/>
                  </a:cubicBezTo>
                  <a:lnTo>
                    <a:pt x="1" y="548"/>
                  </a:lnTo>
                  <a:lnTo>
                    <a:pt x="214" y="791"/>
                  </a:lnTo>
                  <a:cubicBezTo>
                    <a:pt x="237" y="793"/>
                    <a:pt x="260" y="794"/>
                    <a:pt x="283" y="794"/>
                  </a:cubicBezTo>
                  <a:cubicBezTo>
                    <a:pt x="617" y="794"/>
                    <a:pt x="892" y="589"/>
                    <a:pt x="1034" y="305"/>
                  </a:cubicBezTo>
                  <a:lnTo>
                    <a:pt x="7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8"/>
            <p:cNvSpPr/>
            <p:nvPr/>
          </p:nvSpPr>
          <p:spPr>
            <a:xfrm>
              <a:off x="2693849" y="3875607"/>
              <a:ext cx="44930" cy="24891"/>
            </a:xfrm>
            <a:custGeom>
              <a:rect b="b" l="l" r="r" t="t"/>
              <a:pathLst>
                <a:path extrusionOk="0" h="590" w="1065">
                  <a:moveTo>
                    <a:pt x="267" y="0"/>
                  </a:moveTo>
                  <a:cubicBezTo>
                    <a:pt x="110" y="0"/>
                    <a:pt x="0" y="112"/>
                    <a:pt x="0" y="498"/>
                  </a:cubicBezTo>
                  <a:cubicBezTo>
                    <a:pt x="365" y="437"/>
                    <a:pt x="791" y="589"/>
                    <a:pt x="1064" y="164"/>
                  </a:cubicBezTo>
                  <a:cubicBezTo>
                    <a:pt x="1034" y="118"/>
                    <a:pt x="981" y="95"/>
                    <a:pt x="927" y="95"/>
                  </a:cubicBezTo>
                  <a:cubicBezTo>
                    <a:pt x="874" y="95"/>
                    <a:pt x="821" y="118"/>
                    <a:pt x="791" y="164"/>
                  </a:cubicBezTo>
                  <a:cubicBezTo>
                    <a:pt x="611" y="104"/>
                    <a:pt x="418" y="0"/>
                    <a:pt x="2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8"/>
            <p:cNvSpPr/>
            <p:nvPr/>
          </p:nvSpPr>
          <p:spPr>
            <a:xfrm>
              <a:off x="2545094" y="3974833"/>
              <a:ext cx="55181" cy="28266"/>
            </a:xfrm>
            <a:custGeom>
              <a:rect b="b" l="l" r="r" t="t"/>
              <a:pathLst>
                <a:path extrusionOk="0" h="670" w="1308">
                  <a:moveTo>
                    <a:pt x="1307" y="0"/>
                  </a:moveTo>
                  <a:cubicBezTo>
                    <a:pt x="700" y="152"/>
                    <a:pt x="304" y="183"/>
                    <a:pt x="0" y="517"/>
                  </a:cubicBezTo>
                  <a:lnTo>
                    <a:pt x="0" y="547"/>
                  </a:lnTo>
                  <a:cubicBezTo>
                    <a:pt x="396" y="487"/>
                    <a:pt x="882" y="669"/>
                    <a:pt x="13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8"/>
            <p:cNvSpPr/>
            <p:nvPr/>
          </p:nvSpPr>
          <p:spPr>
            <a:xfrm>
              <a:off x="2852856" y="3734909"/>
              <a:ext cx="33370" cy="23245"/>
            </a:xfrm>
            <a:custGeom>
              <a:rect b="b" l="l" r="r" t="t"/>
              <a:pathLst>
                <a:path extrusionOk="0" h="551" w="791">
                  <a:moveTo>
                    <a:pt x="734" y="1"/>
                  </a:moveTo>
                  <a:cubicBezTo>
                    <a:pt x="419" y="1"/>
                    <a:pt x="115" y="235"/>
                    <a:pt x="0" y="550"/>
                  </a:cubicBezTo>
                  <a:cubicBezTo>
                    <a:pt x="396" y="550"/>
                    <a:pt x="791" y="550"/>
                    <a:pt x="791" y="3"/>
                  </a:cubicBezTo>
                  <a:cubicBezTo>
                    <a:pt x="772" y="2"/>
                    <a:pt x="753" y="1"/>
                    <a:pt x="7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8"/>
            <p:cNvSpPr/>
            <p:nvPr/>
          </p:nvSpPr>
          <p:spPr>
            <a:xfrm>
              <a:off x="2884919" y="3597798"/>
              <a:ext cx="37209" cy="34678"/>
            </a:xfrm>
            <a:custGeom>
              <a:rect b="b" l="l" r="r" t="t"/>
              <a:pathLst>
                <a:path extrusionOk="0" h="822" w="882">
                  <a:moveTo>
                    <a:pt x="882" y="1"/>
                  </a:moveTo>
                  <a:lnTo>
                    <a:pt x="882" y="1"/>
                  </a:lnTo>
                  <a:cubicBezTo>
                    <a:pt x="578" y="214"/>
                    <a:pt x="0" y="214"/>
                    <a:pt x="335" y="822"/>
                  </a:cubicBezTo>
                  <a:cubicBezTo>
                    <a:pt x="669" y="700"/>
                    <a:pt x="882" y="366"/>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8"/>
            <p:cNvSpPr/>
            <p:nvPr/>
          </p:nvSpPr>
          <p:spPr>
            <a:xfrm>
              <a:off x="3149059" y="3073358"/>
              <a:ext cx="23119" cy="44930"/>
            </a:xfrm>
            <a:custGeom>
              <a:rect b="b" l="l" r="r" t="t"/>
              <a:pathLst>
                <a:path extrusionOk="0" h="1065" w="548">
                  <a:moveTo>
                    <a:pt x="548" y="0"/>
                  </a:moveTo>
                  <a:cubicBezTo>
                    <a:pt x="62" y="213"/>
                    <a:pt x="1" y="608"/>
                    <a:pt x="31" y="1064"/>
                  </a:cubicBezTo>
                  <a:lnTo>
                    <a:pt x="274" y="1064"/>
                  </a:lnTo>
                  <a:cubicBezTo>
                    <a:pt x="366" y="699"/>
                    <a:pt x="457" y="335"/>
                    <a:pt x="5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8"/>
            <p:cNvSpPr/>
            <p:nvPr/>
          </p:nvSpPr>
          <p:spPr>
            <a:xfrm>
              <a:off x="2327108" y="4050476"/>
              <a:ext cx="46195" cy="20250"/>
            </a:xfrm>
            <a:custGeom>
              <a:rect b="b" l="l" r="r" t="t"/>
              <a:pathLst>
                <a:path extrusionOk="0" h="480" w="1095">
                  <a:moveTo>
                    <a:pt x="0" y="1"/>
                  </a:moveTo>
                  <a:lnTo>
                    <a:pt x="0" y="365"/>
                  </a:lnTo>
                  <a:cubicBezTo>
                    <a:pt x="183" y="441"/>
                    <a:pt x="365" y="479"/>
                    <a:pt x="547" y="479"/>
                  </a:cubicBezTo>
                  <a:cubicBezTo>
                    <a:pt x="730" y="479"/>
                    <a:pt x="912" y="441"/>
                    <a:pt x="1094" y="365"/>
                  </a:cubicBezTo>
                  <a:cubicBezTo>
                    <a:pt x="882" y="31"/>
                    <a:pt x="547" y="122"/>
                    <a:pt x="243" y="61"/>
                  </a:cubicBezTo>
                  <a:cubicBezTo>
                    <a:pt x="152" y="61"/>
                    <a:pt x="91" y="3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8"/>
            <p:cNvSpPr/>
            <p:nvPr/>
          </p:nvSpPr>
          <p:spPr>
            <a:xfrm>
              <a:off x="2859269" y="3624250"/>
              <a:ext cx="28266" cy="19786"/>
            </a:xfrm>
            <a:custGeom>
              <a:rect b="b" l="l" r="r" t="t"/>
              <a:pathLst>
                <a:path extrusionOk="0" h="469" w="670">
                  <a:moveTo>
                    <a:pt x="179" y="1"/>
                  </a:moveTo>
                  <a:cubicBezTo>
                    <a:pt x="121" y="1"/>
                    <a:pt x="68" y="34"/>
                    <a:pt x="31" y="134"/>
                  </a:cubicBezTo>
                  <a:cubicBezTo>
                    <a:pt x="0" y="195"/>
                    <a:pt x="183" y="316"/>
                    <a:pt x="274" y="377"/>
                  </a:cubicBezTo>
                  <a:cubicBezTo>
                    <a:pt x="396" y="438"/>
                    <a:pt x="517" y="438"/>
                    <a:pt x="669" y="468"/>
                  </a:cubicBezTo>
                  <a:cubicBezTo>
                    <a:pt x="669" y="377"/>
                    <a:pt x="669" y="286"/>
                    <a:pt x="669" y="195"/>
                  </a:cubicBezTo>
                  <a:cubicBezTo>
                    <a:pt x="608" y="164"/>
                    <a:pt x="517" y="134"/>
                    <a:pt x="426" y="103"/>
                  </a:cubicBezTo>
                  <a:cubicBezTo>
                    <a:pt x="354" y="68"/>
                    <a:pt x="262"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8"/>
            <p:cNvSpPr/>
            <p:nvPr/>
          </p:nvSpPr>
          <p:spPr>
            <a:xfrm>
              <a:off x="3010597" y="3587335"/>
              <a:ext cx="26958" cy="23330"/>
            </a:xfrm>
            <a:custGeom>
              <a:rect b="b" l="l" r="r" t="t"/>
              <a:pathLst>
                <a:path extrusionOk="0" h="553" w="639">
                  <a:moveTo>
                    <a:pt x="171" y="0"/>
                  </a:moveTo>
                  <a:cubicBezTo>
                    <a:pt x="144" y="0"/>
                    <a:pt x="118" y="2"/>
                    <a:pt x="91" y="6"/>
                  </a:cubicBezTo>
                  <a:cubicBezTo>
                    <a:pt x="61" y="67"/>
                    <a:pt x="30" y="127"/>
                    <a:pt x="0" y="219"/>
                  </a:cubicBezTo>
                  <a:lnTo>
                    <a:pt x="334" y="553"/>
                  </a:lnTo>
                  <a:lnTo>
                    <a:pt x="638" y="279"/>
                  </a:lnTo>
                  <a:cubicBezTo>
                    <a:pt x="532" y="93"/>
                    <a:pt x="356" y="0"/>
                    <a:pt x="1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8"/>
            <p:cNvSpPr/>
            <p:nvPr/>
          </p:nvSpPr>
          <p:spPr>
            <a:xfrm>
              <a:off x="2077059" y="3940197"/>
              <a:ext cx="34636" cy="11348"/>
            </a:xfrm>
            <a:custGeom>
              <a:rect b="b" l="l" r="r" t="t"/>
              <a:pathLst>
                <a:path extrusionOk="0" h="269" w="821">
                  <a:moveTo>
                    <a:pt x="0" y="1"/>
                  </a:moveTo>
                  <a:cubicBezTo>
                    <a:pt x="119" y="219"/>
                    <a:pt x="302" y="269"/>
                    <a:pt x="500" y="269"/>
                  </a:cubicBezTo>
                  <a:cubicBezTo>
                    <a:pt x="605" y="269"/>
                    <a:pt x="715" y="254"/>
                    <a:pt x="821" y="244"/>
                  </a:cubicBezTo>
                  <a:cubicBezTo>
                    <a:pt x="608" y="1"/>
                    <a:pt x="274" y="3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8"/>
            <p:cNvSpPr/>
            <p:nvPr/>
          </p:nvSpPr>
          <p:spPr>
            <a:xfrm>
              <a:off x="3297814" y="3027162"/>
              <a:ext cx="11602" cy="33413"/>
            </a:xfrm>
            <a:custGeom>
              <a:rect b="b" l="l" r="r" t="t"/>
              <a:pathLst>
                <a:path extrusionOk="0" h="792" w="275">
                  <a:moveTo>
                    <a:pt x="274" y="1"/>
                  </a:moveTo>
                  <a:cubicBezTo>
                    <a:pt x="153" y="31"/>
                    <a:pt x="31" y="122"/>
                    <a:pt x="1" y="244"/>
                  </a:cubicBezTo>
                  <a:cubicBezTo>
                    <a:pt x="31" y="457"/>
                    <a:pt x="31" y="670"/>
                    <a:pt x="244" y="791"/>
                  </a:cubicBezTo>
                  <a:cubicBezTo>
                    <a:pt x="274" y="700"/>
                    <a:pt x="274" y="639"/>
                    <a:pt x="274" y="548"/>
                  </a:cubicBezTo>
                  <a:lnTo>
                    <a:pt x="2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8"/>
            <p:cNvSpPr/>
            <p:nvPr/>
          </p:nvSpPr>
          <p:spPr>
            <a:xfrm>
              <a:off x="3297814" y="2000008"/>
              <a:ext cx="12867" cy="24427"/>
            </a:xfrm>
            <a:custGeom>
              <a:rect b="b" l="l" r="r" t="t"/>
              <a:pathLst>
                <a:path extrusionOk="0" h="579" w="305">
                  <a:moveTo>
                    <a:pt x="1" y="1"/>
                  </a:moveTo>
                  <a:lnTo>
                    <a:pt x="1" y="1"/>
                  </a:lnTo>
                  <a:cubicBezTo>
                    <a:pt x="31" y="183"/>
                    <a:pt x="31" y="396"/>
                    <a:pt x="31" y="579"/>
                  </a:cubicBezTo>
                  <a:cubicBezTo>
                    <a:pt x="274" y="366"/>
                    <a:pt x="305" y="18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8"/>
            <p:cNvSpPr/>
            <p:nvPr/>
          </p:nvSpPr>
          <p:spPr>
            <a:xfrm>
              <a:off x="2020612" y="3977027"/>
              <a:ext cx="21853" cy="12277"/>
            </a:xfrm>
            <a:custGeom>
              <a:rect b="b" l="l" r="r" t="t"/>
              <a:pathLst>
                <a:path extrusionOk="0" h="291" w="518">
                  <a:moveTo>
                    <a:pt x="245" y="1"/>
                  </a:moveTo>
                  <a:cubicBezTo>
                    <a:pt x="166" y="1"/>
                    <a:pt x="87" y="62"/>
                    <a:pt x="1" y="191"/>
                  </a:cubicBezTo>
                  <a:cubicBezTo>
                    <a:pt x="44" y="213"/>
                    <a:pt x="87" y="234"/>
                    <a:pt x="130" y="234"/>
                  </a:cubicBezTo>
                  <a:cubicBezTo>
                    <a:pt x="147" y="234"/>
                    <a:pt x="165" y="231"/>
                    <a:pt x="183" y="222"/>
                  </a:cubicBezTo>
                  <a:cubicBezTo>
                    <a:pt x="229" y="267"/>
                    <a:pt x="289" y="290"/>
                    <a:pt x="350" y="290"/>
                  </a:cubicBezTo>
                  <a:cubicBezTo>
                    <a:pt x="411" y="290"/>
                    <a:pt x="472" y="267"/>
                    <a:pt x="517" y="222"/>
                  </a:cubicBezTo>
                  <a:cubicBezTo>
                    <a:pt x="421" y="78"/>
                    <a:pt x="333"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8"/>
            <p:cNvSpPr/>
            <p:nvPr/>
          </p:nvSpPr>
          <p:spPr>
            <a:xfrm>
              <a:off x="3286297" y="2616840"/>
              <a:ext cx="12867" cy="23119"/>
            </a:xfrm>
            <a:custGeom>
              <a:rect b="b" l="l" r="r" t="t"/>
              <a:pathLst>
                <a:path extrusionOk="0" h="548" w="305">
                  <a:moveTo>
                    <a:pt x="274" y="0"/>
                  </a:moveTo>
                  <a:lnTo>
                    <a:pt x="274" y="0"/>
                  </a:lnTo>
                  <a:cubicBezTo>
                    <a:pt x="91" y="91"/>
                    <a:pt x="0" y="335"/>
                    <a:pt x="31" y="547"/>
                  </a:cubicBezTo>
                  <a:cubicBezTo>
                    <a:pt x="213" y="426"/>
                    <a:pt x="304" y="213"/>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8"/>
            <p:cNvSpPr/>
            <p:nvPr/>
          </p:nvSpPr>
          <p:spPr>
            <a:xfrm>
              <a:off x="3161884" y="3205406"/>
              <a:ext cx="3881" cy="3923"/>
            </a:xfrm>
            <a:custGeom>
              <a:rect b="b" l="l" r="r" t="t"/>
              <a:pathLst>
                <a:path extrusionOk="0" h="93" w="92">
                  <a:moveTo>
                    <a:pt x="62" y="1"/>
                  </a:moveTo>
                  <a:lnTo>
                    <a:pt x="1" y="92"/>
                  </a:lnTo>
                  <a:lnTo>
                    <a:pt x="92" y="31"/>
                  </a:lnTo>
                  <a:lnTo>
                    <a:pt x="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8"/>
            <p:cNvSpPr/>
            <p:nvPr/>
          </p:nvSpPr>
          <p:spPr>
            <a:xfrm>
              <a:off x="2028290" y="3986350"/>
              <a:ext cx="14175" cy="11602"/>
            </a:xfrm>
            <a:custGeom>
              <a:rect b="b" l="l" r="r" t="t"/>
              <a:pathLst>
                <a:path extrusionOk="0" h="275" w="336">
                  <a:moveTo>
                    <a:pt x="335" y="1"/>
                  </a:moveTo>
                  <a:lnTo>
                    <a:pt x="1" y="31"/>
                  </a:lnTo>
                  <a:lnTo>
                    <a:pt x="335" y="274"/>
                  </a:lnTo>
                  <a:lnTo>
                    <a:pt x="3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8"/>
            <p:cNvSpPr/>
            <p:nvPr/>
          </p:nvSpPr>
          <p:spPr>
            <a:xfrm>
              <a:off x="2282220" y="3911635"/>
              <a:ext cx="11559" cy="5527"/>
            </a:xfrm>
            <a:custGeom>
              <a:rect b="b" l="l" r="r" t="t"/>
              <a:pathLst>
                <a:path extrusionOk="0" h="131" w="274">
                  <a:moveTo>
                    <a:pt x="136" y="0"/>
                  </a:moveTo>
                  <a:cubicBezTo>
                    <a:pt x="98" y="0"/>
                    <a:pt x="55" y="32"/>
                    <a:pt x="0" y="100"/>
                  </a:cubicBezTo>
                  <a:lnTo>
                    <a:pt x="122" y="130"/>
                  </a:lnTo>
                  <a:lnTo>
                    <a:pt x="274" y="130"/>
                  </a:lnTo>
                  <a:cubicBezTo>
                    <a:pt x="224" y="47"/>
                    <a:pt x="183" y="0"/>
                    <a:pt x="1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8"/>
            <p:cNvSpPr/>
            <p:nvPr/>
          </p:nvSpPr>
          <p:spPr>
            <a:xfrm>
              <a:off x="2659213" y="3900118"/>
              <a:ext cx="11602" cy="6792"/>
            </a:xfrm>
            <a:custGeom>
              <a:rect b="b" l="l" r="r" t="t"/>
              <a:pathLst>
                <a:path extrusionOk="0" h="161" w="275">
                  <a:moveTo>
                    <a:pt x="115" y="1"/>
                  </a:moveTo>
                  <a:cubicBezTo>
                    <a:pt x="69" y="1"/>
                    <a:pt x="31" y="54"/>
                    <a:pt x="1" y="160"/>
                  </a:cubicBezTo>
                  <a:lnTo>
                    <a:pt x="274" y="160"/>
                  </a:lnTo>
                  <a:cubicBezTo>
                    <a:pt x="213" y="54"/>
                    <a:pt x="160" y="1"/>
                    <a:pt x="1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8"/>
            <p:cNvSpPr/>
            <p:nvPr/>
          </p:nvSpPr>
          <p:spPr>
            <a:xfrm>
              <a:off x="2693849" y="3803001"/>
              <a:ext cx="10294" cy="11559"/>
            </a:xfrm>
            <a:custGeom>
              <a:rect b="b" l="l" r="r" t="t"/>
              <a:pathLst>
                <a:path extrusionOk="0" h="274" w="244">
                  <a:moveTo>
                    <a:pt x="0" y="274"/>
                  </a:moveTo>
                  <a:lnTo>
                    <a:pt x="2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8"/>
            <p:cNvSpPr/>
            <p:nvPr/>
          </p:nvSpPr>
          <p:spPr>
            <a:xfrm>
              <a:off x="2704101" y="3791441"/>
              <a:ext cx="11602" cy="11602"/>
            </a:xfrm>
            <a:custGeom>
              <a:rect b="b" l="l" r="r" t="t"/>
              <a:pathLst>
                <a:path extrusionOk="0" h="275" w="275">
                  <a:moveTo>
                    <a:pt x="1" y="274"/>
                  </a:moveTo>
                  <a:lnTo>
                    <a:pt x="2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8"/>
            <p:cNvSpPr/>
            <p:nvPr/>
          </p:nvSpPr>
          <p:spPr>
            <a:xfrm>
              <a:off x="2715660" y="3779924"/>
              <a:ext cx="11559" cy="11559"/>
            </a:xfrm>
            <a:custGeom>
              <a:rect b="b" l="l" r="r" t="t"/>
              <a:pathLst>
                <a:path extrusionOk="0" h="274" w="274">
                  <a:moveTo>
                    <a:pt x="0" y="0"/>
                  </a:moveTo>
                  <a:lnTo>
                    <a:pt x="0" y="274"/>
                  </a:lnTo>
                  <a:lnTo>
                    <a:pt x="27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8"/>
            <p:cNvSpPr/>
            <p:nvPr/>
          </p:nvSpPr>
          <p:spPr>
            <a:xfrm>
              <a:off x="2727178" y="3769630"/>
              <a:ext cx="11602" cy="11602"/>
            </a:xfrm>
            <a:custGeom>
              <a:rect b="b" l="l" r="r" t="t"/>
              <a:pathLst>
                <a:path extrusionOk="0" h="275" w="275">
                  <a:moveTo>
                    <a:pt x="1" y="275"/>
                  </a:moveTo>
                  <a:lnTo>
                    <a:pt x="2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8"/>
            <p:cNvSpPr/>
            <p:nvPr/>
          </p:nvSpPr>
          <p:spPr>
            <a:xfrm>
              <a:off x="2750255" y="3746553"/>
              <a:ext cx="11602" cy="11602"/>
            </a:xfrm>
            <a:custGeom>
              <a:rect b="b" l="l" r="r" t="t"/>
              <a:pathLst>
                <a:path extrusionOk="0" h="275" w="275">
                  <a:moveTo>
                    <a:pt x="1" y="274"/>
                  </a:moveTo>
                  <a:lnTo>
                    <a:pt x="2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8"/>
            <p:cNvSpPr/>
            <p:nvPr/>
          </p:nvSpPr>
          <p:spPr>
            <a:xfrm>
              <a:off x="2922087" y="3586281"/>
              <a:ext cx="10294" cy="11559"/>
            </a:xfrm>
            <a:custGeom>
              <a:rect b="b" l="l" r="r" t="t"/>
              <a:pathLst>
                <a:path extrusionOk="0" h="274" w="244">
                  <a:moveTo>
                    <a:pt x="1" y="274"/>
                  </a:moveTo>
                  <a:lnTo>
                    <a:pt x="2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8"/>
            <p:cNvSpPr/>
            <p:nvPr/>
          </p:nvSpPr>
          <p:spPr>
            <a:xfrm>
              <a:off x="3031101" y="1737134"/>
              <a:ext cx="16706" cy="15483"/>
            </a:xfrm>
            <a:custGeom>
              <a:rect b="b" l="l" r="r" t="t"/>
              <a:pathLst>
                <a:path extrusionOk="0" h="367" w="396">
                  <a:moveTo>
                    <a:pt x="122" y="1"/>
                  </a:moveTo>
                  <a:lnTo>
                    <a:pt x="92" y="31"/>
                  </a:lnTo>
                  <a:cubicBezTo>
                    <a:pt x="0" y="122"/>
                    <a:pt x="0" y="244"/>
                    <a:pt x="92" y="335"/>
                  </a:cubicBezTo>
                  <a:cubicBezTo>
                    <a:pt x="124" y="357"/>
                    <a:pt x="160" y="367"/>
                    <a:pt x="197" y="367"/>
                  </a:cubicBezTo>
                  <a:cubicBezTo>
                    <a:pt x="265" y="367"/>
                    <a:pt x="337" y="333"/>
                    <a:pt x="396" y="274"/>
                  </a:cubicBezTo>
                  <a:lnTo>
                    <a:pt x="1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8"/>
            <p:cNvSpPr/>
            <p:nvPr/>
          </p:nvSpPr>
          <p:spPr>
            <a:xfrm>
              <a:off x="2966975" y="1715365"/>
              <a:ext cx="11602" cy="10294"/>
            </a:xfrm>
            <a:custGeom>
              <a:rect b="b" l="l" r="r" t="t"/>
              <a:pathLst>
                <a:path extrusionOk="0" h="244" w="275">
                  <a:moveTo>
                    <a:pt x="274" y="243"/>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8"/>
            <p:cNvSpPr/>
            <p:nvPr/>
          </p:nvSpPr>
          <p:spPr>
            <a:xfrm>
              <a:off x="1290968" y="1980517"/>
              <a:ext cx="850205" cy="842822"/>
            </a:xfrm>
            <a:custGeom>
              <a:rect b="b" l="l" r="r" t="t"/>
              <a:pathLst>
                <a:path extrusionOk="0" h="19978" w="20153">
                  <a:moveTo>
                    <a:pt x="5632" y="6802"/>
                  </a:moveTo>
                  <a:cubicBezTo>
                    <a:pt x="5637" y="6802"/>
                    <a:pt x="5644" y="6806"/>
                    <a:pt x="5654" y="6816"/>
                  </a:cubicBezTo>
                  <a:cubicBezTo>
                    <a:pt x="5637" y="6816"/>
                    <a:pt x="5621" y="6815"/>
                    <a:pt x="5604" y="6814"/>
                  </a:cubicBezTo>
                  <a:lnTo>
                    <a:pt x="5604" y="6814"/>
                  </a:lnTo>
                  <a:cubicBezTo>
                    <a:pt x="5617" y="6811"/>
                    <a:pt x="5623" y="6802"/>
                    <a:pt x="5632" y="6802"/>
                  </a:cubicBezTo>
                  <a:close/>
                  <a:moveTo>
                    <a:pt x="5896" y="8310"/>
                  </a:moveTo>
                  <a:cubicBezTo>
                    <a:pt x="5868" y="8460"/>
                    <a:pt x="5929" y="8610"/>
                    <a:pt x="6049" y="8700"/>
                  </a:cubicBezTo>
                  <a:cubicBezTo>
                    <a:pt x="6054" y="8719"/>
                    <a:pt x="6059" y="8736"/>
                    <a:pt x="6065" y="8750"/>
                  </a:cubicBezTo>
                  <a:lnTo>
                    <a:pt x="6065" y="8750"/>
                  </a:lnTo>
                  <a:cubicBezTo>
                    <a:pt x="5951" y="8658"/>
                    <a:pt x="5867" y="8512"/>
                    <a:pt x="5867" y="8366"/>
                  </a:cubicBezTo>
                  <a:cubicBezTo>
                    <a:pt x="5877" y="8347"/>
                    <a:pt x="5886" y="8329"/>
                    <a:pt x="5896" y="8310"/>
                  </a:cubicBezTo>
                  <a:close/>
                  <a:moveTo>
                    <a:pt x="6232" y="8791"/>
                  </a:moveTo>
                  <a:lnTo>
                    <a:pt x="6232" y="8791"/>
                  </a:lnTo>
                  <a:cubicBezTo>
                    <a:pt x="6206" y="8826"/>
                    <a:pt x="6187" y="8839"/>
                    <a:pt x="6172" y="8839"/>
                  </a:cubicBezTo>
                  <a:cubicBezTo>
                    <a:pt x="6161" y="8839"/>
                    <a:pt x="6152" y="8831"/>
                    <a:pt x="6144" y="8822"/>
                  </a:cubicBezTo>
                  <a:lnTo>
                    <a:pt x="6144" y="8822"/>
                  </a:lnTo>
                  <a:cubicBezTo>
                    <a:pt x="6146" y="8822"/>
                    <a:pt x="6148" y="8822"/>
                    <a:pt x="6151" y="8822"/>
                  </a:cubicBezTo>
                  <a:cubicBezTo>
                    <a:pt x="6174" y="8822"/>
                    <a:pt x="6201" y="8812"/>
                    <a:pt x="6232" y="8791"/>
                  </a:cubicBezTo>
                  <a:close/>
                  <a:moveTo>
                    <a:pt x="18180" y="0"/>
                  </a:moveTo>
                  <a:cubicBezTo>
                    <a:pt x="17995" y="0"/>
                    <a:pt x="17783" y="182"/>
                    <a:pt x="17387" y="524"/>
                  </a:cubicBezTo>
                  <a:cubicBezTo>
                    <a:pt x="17296" y="706"/>
                    <a:pt x="17174" y="889"/>
                    <a:pt x="16992" y="1010"/>
                  </a:cubicBezTo>
                  <a:cubicBezTo>
                    <a:pt x="16933" y="1031"/>
                    <a:pt x="16890" y="1041"/>
                    <a:pt x="16857" y="1041"/>
                  </a:cubicBezTo>
                  <a:cubicBezTo>
                    <a:pt x="16705" y="1041"/>
                    <a:pt x="16804" y="837"/>
                    <a:pt x="16779" y="737"/>
                  </a:cubicBezTo>
                  <a:cubicBezTo>
                    <a:pt x="16718" y="645"/>
                    <a:pt x="16627" y="585"/>
                    <a:pt x="16536" y="585"/>
                  </a:cubicBezTo>
                  <a:cubicBezTo>
                    <a:pt x="15381" y="797"/>
                    <a:pt x="15381" y="2135"/>
                    <a:pt x="14560" y="2682"/>
                  </a:cubicBezTo>
                  <a:cubicBezTo>
                    <a:pt x="14408" y="2773"/>
                    <a:pt x="14347" y="2895"/>
                    <a:pt x="14165" y="3047"/>
                  </a:cubicBezTo>
                  <a:cubicBezTo>
                    <a:pt x="14013" y="3199"/>
                    <a:pt x="13891" y="3411"/>
                    <a:pt x="13739" y="3594"/>
                  </a:cubicBezTo>
                  <a:cubicBezTo>
                    <a:pt x="13405" y="3928"/>
                    <a:pt x="13131" y="4323"/>
                    <a:pt x="12919" y="4718"/>
                  </a:cubicBezTo>
                  <a:cubicBezTo>
                    <a:pt x="11855" y="5752"/>
                    <a:pt x="10882" y="6785"/>
                    <a:pt x="10244" y="8092"/>
                  </a:cubicBezTo>
                  <a:cubicBezTo>
                    <a:pt x="10092" y="8305"/>
                    <a:pt x="10001" y="8548"/>
                    <a:pt x="9909" y="8761"/>
                  </a:cubicBezTo>
                  <a:cubicBezTo>
                    <a:pt x="9514" y="9642"/>
                    <a:pt x="8906" y="10463"/>
                    <a:pt x="9028" y="11497"/>
                  </a:cubicBezTo>
                  <a:cubicBezTo>
                    <a:pt x="8754" y="11162"/>
                    <a:pt x="8268" y="11071"/>
                    <a:pt x="8754" y="10372"/>
                  </a:cubicBezTo>
                  <a:cubicBezTo>
                    <a:pt x="9636" y="9095"/>
                    <a:pt x="9302" y="8396"/>
                    <a:pt x="7903" y="7849"/>
                  </a:cubicBezTo>
                  <a:cubicBezTo>
                    <a:pt x="7691" y="7764"/>
                    <a:pt x="7488" y="7727"/>
                    <a:pt x="7293" y="7727"/>
                  </a:cubicBezTo>
                  <a:cubicBezTo>
                    <a:pt x="6790" y="7727"/>
                    <a:pt x="6337" y="7975"/>
                    <a:pt x="5900" y="8303"/>
                  </a:cubicBezTo>
                  <a:lnTo>
                    <a:pt x="5900" y="8303"/>
                  </a:lnTo>
                  <a:cubicBezTo>
                    <a:pt x="6227" y="7688"/>
                    <a:pt x="6610" y="7100"/>
                    <a:pt x="7022" y="6512"/>
                  </a:cubicBezTo>
                  <a:cubicBezTo>
                    <a:pt x="7204" y="5995"/>
                    <a:pt x="6809" y="5661"/>
                    <a:pt x="6688" y="5235"/>
                  </a:cubicBezTo>
                  <a:cubicBezTo>
                    <a:pt x="6627" y="5144"/>
                    <a:pt x="6566" y="5053"/>
                    <a:pt x="6505" y="4962"/>
                  </a:cubicBezTo>
                  <a:cubicBezTo>
                    <a:pt x="6384" y="4779"/>
                    <a:pt x="6292" y="4566"/>
                    <a:pt x="6232" y="4354"/>
                  </a:cubicBezTo>
                  <a:cubicBezTo>
                    <a:pt x="5930" y="3841"/>
                    <a:pt x="5770" y="3582"/>
                    <a:pt x="5575" y="3582"/>
                  </a:cubicBezTo>
                  <a:cubicBezTo>
                    <a:pt x="5376" y="3582"/>
                    <a:pt x="5141" y="3848"/>
                    <a:pt x="4681" y="4384"/>
                  </a:cubicBezTo>
                  <a:cubicBezTo>
                    <a:pt x="4635" y="4592"/>
                    <a:pt x="4659" y="4872"/>
                    <a:pt x="4472" y="4872"/>
                  </a:cubicBezTo>
                  <a:cubicBezTo>
                    <a:pt x="4413" y="4872"/>
                    <a:pt x="4334" y="4844"/>
                    <a:pt x="4225" y="4779"/>
                  </a:cubicBezTo>
                  <a:cubicBezTo>
                    <a:pt x="4013" y="4992"/>
                    <a:pt x="3891" y="5296"/>
                    <a:pt x="3922" y="5600"/>
                  </a:cubicBezTo>
                  <a:cubicBezTo>
                    <a:pt x="3982" y="5782"/>
                    <a:pt x="4104" y="5934"/>
                    <a:pt x="4286" y="6025"/>
                  </a:cubicBezTo>
                  <a:cubicBezTo>
                    <a:pt x="4738" y="6266"/>
                    <a:pt x="5070" y="6686"/>
                    <a:pt x="5579" y="6812"/>
                  </a:cubicBezTo>
                  <a:lnTo>
                    <a:pt x="5579" y="6812"/>
                  </a:lnTo>
                  <a:cubicBezTo>
                    <a:pt x="5047" y="6763"/>
                    <a:pt x="4718" y="6201"/>
                    <a:pt x="4195" y="6056"/>
                  </a:cubicBezTo>
                  <a:cubicBezTo>
                    <a:pt x="3861" y="6086"/>
                    <a:pt x="3618" y="6360"/>
                    <a:pt x="3678" y="6694"/>
                  </a:cubicBezTo>
                  <a:cubicBezTo>
                    <a:pt x="3770" y="7059"/>
                    <a:pt x="4286" y="7211"/>
                    <a:pt x="4225" y="7728"/>
                  </a:cubicBezTo>
                  <a:cubicBezTo>
                    <a:pt x="3800" y="7910"/>
                    <a:pt x="3374" y="8032"/>
                    <a:pt x="2918" y="8153"/>
                  </a:cubicBezTo>
                  <a:cubicBezTo>
                    <a:pt x="2736" y="8214"/>
                    <a:pt x="2584" y="8366"/>
                    <a:pt x="2554" y="8548"/>
                  </a:cubicBezTo>
                  <a:cubicBezTo>
                    <a:pt x="2527" y="8953"/>
                    <a:pt x="2620" y="9262"/>
                    <a:pt x="3046" y="9262"/>
                  </a:cubicBezTo>
                  <a:cubicBezTo>
                    <a:pt x="3099" y="9262"/>
                    <a:pt x="3158" y="9258"/>
                    <a:pt x="3222" y="9247"/>
                  </a:cubicBezTo>
                  <a:cubicBezTo>
                    <a:pt x="3322" y="9229"/>
                    <a:pt x="3418" y="9214"/>
                    <a:pt x="3504" y="9214"/>
                  </a:cubicBezTo>
                  <a:cubicBezTo>
                    <a:pt x="3708" y="9214"/>
                    <a:pt x="3852" y="9300"/>
                    <a:pt x="3830" y="9642"/>
                  </a:cubicBezTo>
                  <a:cubicBezTo>
                    <a:pt x="3853" y="9711"/>
                    <a:pt x="3859" y="9745"/>
                    <a:pt x="3809" y="9745"/>
                  </a:cubicBezTo>
                  <a:cubicBezTo>
                    <a:pt x="3792" y="9745"/>
                    <a:pt x="3770" y="9741"/>
                    <a:pt x="3739" y="9734"/>
                  </a:cubicBezTo>
                  <a:cubicBezTo>
                    <a:pt x="3739" y="9703"/>
                    <a:pt x="3739" y="9673"/>
                    <a:pt x="3739" y="9642"/>
                  </a:cubicBezTo>
                  <a:cubicBezTo>
                    <a:pt x="3492" y="9419"/>
                    <a:pt x="3303" y="9332"/>
                    <a:pt x="3151" y="9332"/>
                  </a:cubicBezTo>
                  <a:cubicBezTo>
                    <a:pt x="2726" y="9332"/>
                    <a:pt x="2594" y="10020"/>
                    <a:pt x="2280" y="10311"/>
                  </a:cubicBezTo>
                  <a:cubicBezTo>
                    <a:pt x="2245" y="10347"/>
                    <a:pt x="2198" y="10362"/>
                    <a:pt x="2148" y="10362"/>
                  </a:cubicBezTo>
                  <a:cubicBezTo>
                    <a:pt x="2113" y="10362"/>
                    <a:pt x="2075" y="10354"/>
                    <a:pt x="2037" y="10342"/>
                  </a:cubicBezTo>
                  <a:lnTo>
                    <a:pt x="1946" y="10098"/>
                  </a:lnTo>
                  <a:cubicBezTo>
                    <a:pt x="1885" y="9977"/>
                    <a:pt x="1794" y="9855"/>
                    <a:pt x="1703" y="9734"/>
                  </a:cubicBezTo>
                  <a:lnTo>
                    <a:pt x="1551" y="9642"/>
                  </a:lnTo>
                  <a:cubicBezTo>
                    <a:pt x="1216" y="9825"/>
                    <a:pt x="1368" y="10311"/>
                    <a:pt x="1034" y="10463"/>
                  </a:cubicBezTo>
                  <a:cubicBezTo>
                    <a:pt x="1186" y="11253"/>
                    <a:pt x="578" y="11861"/>
                    <a:pt x="456" y="12652"/>
                  </a:cubicBezTo>
                  <a:cubicBezTo>
                    <a:pt x="426" y="12743"/>
                    <a:pt x="0" y="12712"/>
                    <a:pt x="122" y="13077"/>
                  </a:cubicBezTo>
                  <a:cubicBezTo>
                    <a:pt x="188" y="13262"/>
                    <a:pt x="271" y="13320"/>
                    <a:pt x="364" y="13320"/>
                  </a:cubicBezTo>
                  <a:cubicBezTo>
                    <a:pt x="485" y="13320"/>
                    <a:pt x="623" y="13220"/>
                    <a:pt x="760" y="13168"/>
                  </a:cubicBezTo>
                  <a:cubicBezTo>
                    <a:pt x="783" y="13162"/>
                    <a:pt x="804" y="13159"/>
                    <a:pt x="822" y="13159"/>
                  </a:cubicBezTo>
                  <a:cubicBezTo>
                    <a:pt x="974" y="13159"/>
                    <a:pt x="980" y="13367"/>
                    <a:pt x="1034" y="13503"/>
                  </a:cubicBezTo>
                  <a:cubicBezTo>
                    <a:pt x="1459" y="14506"/>
                    <a:pt x="1338" y="14840"/>
                    <a:pt x="365" y="15539"/>
                  </a:cubicBezTo>
                  <a:cubicBezTo>
                    <a:pt x="718" y="15660"/>
                    <a:pt x="962" y="15730"/>
                    <a:pt x="1138" y="15730"/>
                  </a:cubicBezTo>
                  <a:cubicBezTo>
                    <a:pt x="1448" y="15730"/>
                    <a:pt x="1545" y="15515"/>
                    <a:pt x="1642" y="14992"/>
                  </a:cubicBezTo>
                  <a:cubicBezTo>
                    <a:pt x="1703" y="14627"/>
                    <a:pt x="1885" y="14627"/>
                    <a:pt x="2159" y="14627"/>
                  </a:cubicBezTo>
                  <a:cubicBezTo>
                    <a:pt x="2675" y="14597"/>
                    <a:pt x="3162" y="14475"/>
                    <a:pt x="2888" y="13776"/>
                  </a:cubicBezTo>
                  <a:cubicBezTo>
                    <a:pt x="2736" y="13260"/>
                    <a:pt x="3040" y="12864"/>
                    <a:pt x="3222" y="12408"/>
                  </a:cubicBezTo>
                  <a:cubicBezTo>
                    <a:pt x="3283" y="12317"/>
                    <a:pt x="3344" y="12226"/>
                    <a:pt x="3435" y="12135"/>
                  </a:cubicBezTo>
                  <a:cubicBezTo>
                    <a:pt x="3800" y="11132"/>
                    <a:pt x="4833" y="10494"/>
                    <a:pt x="4955" y="9369"/>
                  </a:cubicBezTo>
                  <a:cubicBezTo>
                    <a:pt x="5684" y="9612"/>
                    <a:pt x="5593" y="10250"/>
                    <a:pt x="5624" y="10798"/>
                  </a:cubicBezTo>
                  <a:cubicBezTo>
                    <a:pt x="5669" y="10810"/>
                    <a:pt x="5710" y="10815"/>
                    <a:pt x="5748" y="10815"/>
                  </a:cubicBezTo>
                  <a:cubicBezTo>
                    <a:pt x="5991" y="10815"/>
                    <a:pt x="6096" y="10582"/>
                    <a:pt x="6201" y="10372"/>
                  </a:cubicBezTo>
                  <a:cubicBezTo>
                    <a:pt x="6262" y="10311"/>
                    <a:pt x="6292" y="10250"/>
                    <a:pt x="6262" y="10250"/>
                  </a:cubicBezTo>
                  <a:cubicBezTo>
                    <a:pt x="6205" y="10216"/>
                    <a:pt x="6212" y="10199"/>
                    <a:pt x="6237" y="10199"/>
                  </a:cubicBezTo>
                  <a:cubicBezTo>
                    <a:pt x="6278" y="10199"/>
                    <a:pt x="6368" y="10247"/>
                    <a:pt x="6292" y="10342"/>
                  </a:cubicBezTo>
                  <a:cubicBezTo>
                    <a:pt x="5958" y="11010"/>
                    <a:pt x="5897" y="11801"/>
                    <a:pt x="5350" y="12408"/>
                  </a:cubicBezTo>
                  <a:cubicBezTo>
                    <a:pt x="4985" y="13077"/>
                    <a:pt x="5077" y="13959"/>
                    <a:pt x="4377" y="14536"/>
                  </a:cubicBezTo>
                  <a:cubicBezTo>
                    <a:pt x="4165" y="14688"/>
                    <a:pt x="4286" y="15083"/>
                    <a:pt x="4408" y="15266"/>
                  </a:cubicBezTo>
                  <a:cubicBezTo>
                    <a:pt x="4560" y="15448"/>
                    <a:pt x="4742" y="15570"/>
                    <a:pt x="4681" y="15843"/>
                  </a:cubicBezTo>
                  <a:cubicBezTo>
                    <a:pt x="4651" y="16026"/>
                    <a:pt x="4438" y="16330"/>
                    <a:pt x="4833" y="16330"/>
                  </a:cubicBezTo>
                  <a:cubicBezTo>
                    <a:pt x="4925" y="16330"/>
                    <a:pt x="5077" y="16056"/>
                    <a:pt x="5198" y="15904"/>
                  </a:cubicBezTo>
                  <a:lnTo>
                    <a:pt x="5198" y="15904"/>
                  </a:lnTo>
                  <a:cubicBezTo>
                    <a:pt x="5563" y="16269"/>
                    <a:pt x="4985" y="16694"/>
                    <a:pt x="5320" y="17029"/>
                  </a:cubicBezTo>
                  <a:cubicBezTo>
                    <a:pt x="6171" y="16755"/>
                    <a:pt x="5897" y="16026"/>
                    <a:pt x="5988" y="15448"/>
                  </a:cubicBezTo>
                  <a:cubicBezTo>
                    <a:pt x="5988" y="15326"/>
                    <a:pt x="5988" y="15205"/>
                    <a:pt x="5928" y="15114"/>
                  </a:cubicBezTo>
                  <a:cubicBezTo>
                    <a:pt x="5806" y="14992"/>
                    <a:pt x="5745" y="14901"/>
                    <a:pt x="5867" y="14719"/>
                  </a:cubicBezTo>
                  <a:cubicBezTo>
                    <a:pt x="5928" y="14658"/>
                    <a:pt x="5958" y="14567"/>
                    <a:pt x="5988" y="14445"/>
                  </a:cubicBezTo>
                  <a:cubicBezTo>
                    <a:pt x="6019" y="14354"/>
                    <a:pt x="5958" y="14232"/>
                    <a:pt x="6019" y="14141"/>
                  </a:cubicBezTo>
                  <a:cubicBezTo>
                    <a:pt x="6019" y="14263"/>
                    <a:pt x="6019" y="14384"/>
                    <a:pt x="6019" y="14506"/>
                  </a:cubicBezTo>
                  <a:cubicBezTo>
                    <a:pt x="6019" y="15478"/>
                    <a:pt x="6080" y="16421"/>
                    <a:pt x="6262" y="17363"/>
                  </a:cubicBezTo>
                  <a:cubicBezTo>
                    <a:pt x="6292" y="17515"/>
                    <a:pt x="6353" y="17667"/>
                    <a:pt x="6444" y="17819"/>
                  </a:cubicBezTo>
                  <a:cubicBezTo>
                    <a:pt x="6566" y="18001"/>
                    <a:pt x="6657" y="18184"/>
                    <a:pt x="6718" y="18396"/>
                  </a:cubicBezTo>
                  <a:cubicBezTo>
                    <a:pt x="6748" y="18488"/>
                    <a:pt x="6779" y="18579"/>
                    <a:pt x="6839" y="18670"/>
                  </a:cubicBezTo>
                  <a:cubicBezTo>
                    <a:pt x="6870" y="18761"/>
                    <a:pt x="6900" y="18852"/>
                    <a:pt x="6961" y="18944"/>
                  </a:cubicBezTo>
                  <a:cubicBezTo>
                    <a:pt x="6991" y="19065"/>
                    <a:pt x="7052" y="19217"/>
                    <a:pt x="7113" y="19339"/>
                  </a:cubicBezTo>
                  <a:lnTo>
                    <a:pt x="7235" y="19430"/>
                  </a:lnTo>
                  <a:cubicBezTo>
                    <a:pt x="7301" y="19409"/>
                    <a:pt x="7363" y="19400"/>
                    <a:pt x="7422" y="19400"/>
                  </a:cubicBezTo>
                  <a:cubicBezTo>
                    <a:pt x="7872" y="19400"/>
                    <a:pt x="8115" y="19950"/>
                    <a:pt x="8572" y="19977"/>
                  </a:cubicBezTo>
                  <a:cubicBezTo>
                    <a:pt x="8998" y="19673"/>
                    <a:pt x="8846" y="19339"/>
                    <a:pt x="8785" y="18913"/>
                  </a:cubicBezTo>
                  <a:cubicBezTo>
                    <a:pt x="8663" y="18184"/>
                    <a:pt x="8298" y="17363"/>
                    <a:pt x="8815" y="16694"/>
                  </a:cubicBezTo>
                  <a:cubicBezTo>
                    <a:pt x="9210" y="16178"/>
                    <a:pt x="9028" y="15691"/>
                    <a:pt x="9058" y="15174"/>
                  </a:cubicBezTo>
                  <a:cubicBezTo>
                    <a:pt x="9119" y="14840"/>
                    <a:pt x="9241" y="14475"/>
                    <a:pt x="9423" y="14171"/>
                  </a:cubicBezTo>
                  <a:cubicBezTo>
                    <a:pt x="9545" y="14141"/>
                    <a:pt x="9393" y="13959"/>
                    <a:pt x="9575" y="13959"/>
                  </a:cubicBezTo>
                  <a:cubicBezTo>
                    <a:pt x="9575" y="14019"/>
                    <a:pt x="9636" y="14080"/>
                    <a:pt x="9727" y="14080"/>
                  </a:cubicBezTo>
                  <a:cubicBezTo>
                    <a:pt x="9784" y="14080"/>
                    <a:pt x="9841" y="14053"/>
                    <a:pt x="9899" y="14025"/>
                  </a:cubicBezTo>
                  <a:lnTo>
                    <a:pt x="9899" y="14025"/>
                  </a:lnTo>
                  <a:cubicBezTo>
                    <a:pt x="9894" y="14032"/>
                    <a:pt x="9888" y="14041"/>
                    <a:pt x="9879" y="14050"/>
                  </a:cubicBezTo>
                  <a:cubicBezTo>
                    <a:pt x="9757" y="14141"/>
                    <a:pt x="9606" y="14202"/>
                    <a:pt x="9575" y="14354"/>
                  </a:cubicBezTo>
                  <a:cubicBezTo>
                    <a:pt x="9575" y="14475"/>
                    <a:pt x="9606" y="14597"/>
                    <a:pt x="9666" y="14688"/>
                  </a:cubicBezTo>
                  <a:cubicBezTo>
                    <a:pt x="9881" y="14856"/>
                    <a:pt x="10101" y="14912"/>
                    <a:pt x="10325" y="14912"/>
                  </a:cubicBezTo>
                  <a:cubicBezTo>
                    <a:pt x="10781" y="14912"/>
                    <a:pt x="11254" y="14679"/>
                    <a:pt x="11729" y="14679"/>
                  </a:cubicBezTo>
                  <a:cubicBezTo>
                    <a:pt x="11781" y="14679"/>
                    <a:pt x="11833" y="14682"/>
                    <a:pt x="11885" y="14688"/>
                  </a:cubicBezTo>
                  <a:cubicBezTo>
                    <a:pt x="12463" y="14445"/>
                    <a:pt x="12888" y="14080"/>
                    <a:pt x="12797" y="13351"/>
                  </a:cubicBezTo>
                  <a:cubicBezTo>
                    <a:pt x="12675" y="12439"/>
                    <a:pt x="13131" y="11922"/>
                    <a:pt x="14013" y="11740"/>
                  </a:cubicBezTo>
                  <a:cubicBezTo>
                    <a:pt x="14499" y="11618"/>
                    <a:pt x="14986" y="11405"/>
                    <a:pt x="15138" y="10858"/>
                  </a:cubicBezTo>
                  <a:cubicBezTo>
                    <a:pt x="15472" y="9308"/>
                    <a:pt x="16323" y="7940"/>
                    <a:pt x="17539" y="6968"/>
                  </a:cubicBezTo>
                  <a:cubicBezTo>
                    <a:pt x="17600" y="6876"/>
                    <a:pt x="17691" y="6755"/>
                    <a:pt x="17752" y="6664"/>
                  </a:cubicBezTo>
                  <a:cubicBezTo>
                    <a:pt x="17964" y="5995"/>
                    <a:pt x="17356" y="5357"/>
                    <a:pt x="17782" y="4718"/>
                  </a:cubicBezTo>
                  <a:cubicBezTo>
                    <a:pt x="17600" y="3016"/>
                    <a:pt x="18724" y="2439"/>
                    <a:pt x="20031" y="2044"/>
                  </a:cubicBezTo>
                  <a:cubicBezTo>
                    <a:pt x="20153" y="1740"/>
                    <a:pt x="20092" y="1405"/>
                    <a:pt x="19849" y="1192"/>
                  </a:cubicBezTo>
                  <a:cubicBezTo>
                    <a:pt x="19606" y="919"/>
                    <a:pt x="19150" y="1041"/>
                    <a:pt x="19028" y="858"/>
                  </a:cubicBezTo>
                  <a:cubicBezTo>
                    <a:pt x="18593" y="273"/>
                    <a:pt x="18407" y="0"/>
                    <a:pt x="18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8"/>
            <p:cNvSpPr/>
            <p:nvPr/>
          </p:nvSpPr>
          <p:spPr>
            <a:xfrm>
              <a:off x="1812877" y="2660252"/>
              <a:ext cx="362939" cy="679050"/>
            </a:xfrm>
            <a:custGeom>
              <a:rect b="b" l="l" r="r" t="t"/>
              <a:pathLst>
                <a:path extrusionOk="0" h="16096" w="8603">
                  <a:moveTo>
                    <a:pt x="3114" y="1"/>
                  </a:moveTo>
                  <a:cubicBezTo>
                    <a:pt x="2757" y="1"/>
                    <a:pt x="2418" y="71"/>
                    <a:pt x="2128" y="400"/>
                  </a:cubicBezTo>
                  <a:cubicBezTo>
                    <a:pt x="2584" y="765"/>
                    <a:pt x="2858" y="1312"/>
                    <a:pt x="2888" y="1920"/>
                  </a:cubicBezTo>
                  <a:cubicBezTo>
                    <a:pt x="2888" y="2011"/>
                    <a:pt x="2919" y="2072"/>
                    <a:pt x="2949" y="2163"/>
                  </a:cubicBezTo>
                  <a:cubicBezTo>
                    <a:pt x="3283" y="3014"/>
                    <a:pt x="3253" y="3105"/>
                    <a:pt x="2371" y="3136"/>
                  </a:cubicBezTo>
                  <a:cubicBezTo>
                    <a:pt x="2219" y="3136"/>
                    <a:pt x="2060" y="3113"/>
                    <a:pt x="1900" y="3113"/>
                  </a:cubicBezTo>
                  <a:cubicBezTo>
                    <a:pt x="1741" y="3113"/>
                    <a:pt x="1581" y="3136"/>
                    <a:pt x="1429" y="3227"/>
                  </a:cubicBezTo>
                  <a:cubicBezTo>
                    <a:pt x="1417" y="3224"/>
                    <a:pt x="1407" y="3222"/>
                    <a:pt x="1398" y="3222"/>
                  </a:cubicBezTo>
                  <a:cubicBezTo>
                    <a:pt x="1259" y="3222"/>
                    <a:pt x="1468" y="3571"/>
                    <a:pt x="1328" y="3571"/>
                  </a:cubicBezTo>
                  <a:cubicBezTo>
                    <a:pt x="1294" y="3571"/>
                    <a:pt x="1240" y="3551"/>
                    <a:pt x="1156" y="3500"/>
                  </a:cubicBezTo>
                  <a:cubicBezTo>
                    <a:pt x="578" y="3561"/>
                    <a:pt x="1034" y="4412"/>
                    <a:pt x="426" y="4443"/>
                  </a:cubicBezTo>
                  <a:cubicBezTo>
                    <a:pt x="365" y="4625"/>
                    <a:pt x="365" y="4807"/>
                    <a:pt x="426" y="4990"/>
                  </a:cubicBezTo>
                  <a:cubicBezTo>
                    <a:pt x="548" y="5294"/>
                    <a:pt x="730" y="5537"/>
                    <a:pt x="1064" y="5598"/>
                  </a:cubicBezTo>
                  <a:cubicBezTo>
                    <a:pt x="1125" y="5598"/>
                    <a:pt x="1186" y="5584"/>
                    <a:pt x="1238" y="5584"/>
                  </a:cubicBezTo>
                  <a:cubicBezTo>
                    <a:pt x="1264" y="5584"/>
                    <a:pt x="1287" y="5587"/>
                    <a:pt x="1308" y="5598"/>
                  </a:cubicBezTo>
                  <a:cubicBezTo>
                    <a:pt x="1" y="6418"/>
                    <a:pt x="1368" y="6631"/>
                    <a:pt x="1672" y="7087"/>
                  </a:cubicBezTo>
                  <a:cubicBezTo>
                    <a:pt x="1715" y="7110"/>
                    <a:pt x="1756" y="7120"/>
                    <a:pt x="1798" y="7120"/>
                  </a:cubicBezTo>
                  <a:cubicBezTo>
                    <a:pt x="1989" y="7120"/>
                    <a:pt x="2171" y="6913"/>
                    <a:pt x="2379" y="6913"/>
                  </a:cubicBezTo>
                  <a:cubicBezTo>
                    <a:pt x="2416" y="6913"/>
                    <a:pt x="2454" y="6919"/>
                    <a:pt x="2493" y="6935"/>
                  </a:cubicBezTo>
                  <a:cubicBezTo>
                    <a:pt x="2250" y="8029"/>
                    <a:pt x="2645" y="9123"/>
                    <a:pt x="2250" y="10218"/>
                  </a:cubicBezTo>
                  <a:cubicBezTo>
                    <a:pt x="2098" y="10674"/>
                    <a:pt x="1125" y="10674"/>
                    <a:pt x="1642" y="11403"/>
                  </a:cubicBezTo>
                  <a:cubicBezTo>
                    <a:pt x="1733" y="11494"/>
                    <a:pt x="1824" y="11586"/>
                    <a:pt x="1915" y="11677"/>
                  </a:cubicBezTo>
                  <a:cubicBezTo>
                    <a:pt x="2523" y="11920"/>
                    <a:pt x="2371" y="12619"/>
                    <a:pt x="2736" y="13014"/>
                  </a:cubicBezTo>
                  <a:lnTo>
                    <a:pt x="3010" y="13288"/>
                  </a:lnTo>
                  <a:cubicBezTo>
                    <a:pt x="3070" y="13227"/>
                    <a:pt x="3131" y="13196"/>
                    <a:pt x="3222" y="13196"/>
                  </a:cubicBezTo>
                  <a:lnTo>
                    <a:pt x="3253" y="13075"/>
                  </a:lnTo>
                  <a:lnTo>
                    <a:pt x="3344" y="13136"/>
                  </a:lnTo>
                  <a:cubicBezTo>
                    <a:pt x="3314" y="13196"/>
                    <a:pt x="3283" y="13257"/>
                    <a:pt x="3253" y="13318"/>
                  </a:cubicBezTo>
                  <a:cubicBezTo>
                    <a:pt x="3374" y="13561"/>
                    <a:pt x="3587" y="13744"/>
                    <a:pt x="3861" y="13835"/>
                  </a:cubicBezTo>
                  <a:cubicBezTo>
                    <a:pt x="4469" y="13926"/>
                    <a:pt x="4985" y="14352"/>
                    <a:pt x="5198" y="14959"/>
                  </a:cubicBezTo>
                  <a:cubicBezTo>
                    <a:pt x="5320" y="15476"/>
                    <a:pt x="5836" y="15385"/>
                    <a:pt x="5958" y="15719"/>
                  </a:cubicBezTo>
                  <a:lnTo>
                    <a:pt x="6232" y="15993"/>
                  </a:lnTo>
                  <a:cubicBezTo>
                    <a:pt x="6277" y="16061"/>
                    <a:pt x="6357" y="16095"/>
                    <a:pt x="6433" y="16095"/>
                  </a:cubicBezTo>
                  <a:cubicBezTo>
                    <a:pt x="6458" y="16095"/>
                    <a:pt x="6482" y="16092"/>
                    <a:pt x="6505" y="16084"/>
                  </a:cubicBezTo>
                  <a:cubicBezTo>
                    <a:pt x="6779" y="15871"/>
                    <a:pt x="7144" y="15962"/>
                    <a:pt x="7387" y="15719"/>
                  </a:cubicBezTo>
                  <a:cubicBezTo>
                    <a:pt x="7417" y="15476"/>
                    <a:pt x="7204" y="15203"/>
                    <a:pt x="7478" y="14990"/>
                  </a:cubicBezTo>
                  <a:cubicBezTo>
                    <a:pt x="7843" y="14655"/>
                    <a:pt x="6627" y="14200"/>
                    <a:pt x="7630" y="13865"/>
                  </a:cubicBezTo>
                  <a:cubicBezTo>
                    <a:pt x="8602" y="13531"/>
                    <a:pt x="8602" y="13288"/>
                    <a:pt x="7751" y="12619"/>
                  </a:cubicBezTo>
                  <a:cubicBezTo>
                    <a:pt x="7447" y="12315"/>
                    <a:pt x="7022" y="12102"/>
                    <a:pt x="6596" y="12011"/>
                  </a:cubicBezTo>
                  <a:cubicBezTo>
                    <a:pt x="6463" y="12011"/>
                    <a:pt x="6329" y="12026"/>
                    <a:pt x="6197" y="12026"/>
                  </a:cubicBezTo>
                  <a:cubicBezTo>
                    <a:pt x="5999" y="12026"/>
                    <a:pt x="5806" y="11993"/>
                    <a:pt x="5624" y="11829"/>
                  </a:cubicBezTo>
                  <a:lnTo>
                    <a:pt x="5624" y="11829"/>
                  </a:lnTo>
                  <a:cubicBezTo>
                    <a:pt x="5737" y="11871"/>
                    <a:pt x="5849" y="11894"/>
                    <a:pt x="5959" y="11894"/>
                  </a:cubicBezTo>
                  <a:cubicBezTo>
                    <a:pt x="6086" y="11894"/>
                    <a:pt x="6209" y="11863"/>
                    <a:pt x="6323" y="11798"/>
                  </a:cubicBezTo>
                  <a:cubicBezTo>
                    <a:pt x="6840" y="11251"/>
                    <a:pt x="6262" y="11190"/>
                    <a:pt x="5988" y="11008"/>
                  </a:cubicBezTo>
                  <a:cubicBezTo>
                    <a:pt x="5924" y="11012"/>
                    <a:pt x="5861" y="11014"/>
                    <a:pt x="5799" y="11014"/>
                  </a:cubicBezTo>
                  <a:cubicBezTo>
                    <a:pt x="4988" y="11014"/>
                    <a:pt x="4421" y="10640"/>
                    <a:pt x="4195" y="9792"/>
                  </a:cubicBezTo>
                  <a:cubicBezTo>
                    <a:pt x="4134" y="9519"/>
                    <a:pt x="4165" y="9245"/>
                    <a:pt x="4256" y="8971"/>
                  </a:cubicBezTo>
                  <a:cubicBezTo>
                    <a:pt x="4347" y="8789"/>
                    <a:pt x="4438" y="8576"/>
                    <a:pt x="4469" y="8333"/>
                  </a:cubicBezTo>
                  <a:cubicBezTo>
                    <a:pt x="4438" y="8212"/>
                    <a:pt x="4408" y="8120"/>
                    <a:pt x="4317" y="8029"/>
                  </a:cubicBezTo>
                  <a:cubicBezTo>
                    <a:pt x="4134" y="7847"/>
                    <a:pt x="3891" y="7695"/>
                    <a:pt x="3891" y="7361"/>
                  </a:cubicBezTo>
                  <a:cubicBezTo>
                    <a:pt x="3891" y="6935"/>
                    <a:pt x="3952" y="6509"/>
                    <a:pt x="4043" y="6114"/>
                  </a:cubicBezTo>
                  <a:cubicBezTo>
                    <a:pt x="4074" y="5658"/>
                    <a:pt x="3922" y="5324"/>
                    <a:pt x="3405" y="5294"/>
                  </a:cubicBezTo>
                  <a:cubicBezTo>
                    <a:pt x="3557" y="5223"/>
                    <a:pt x="3712" y="5199"/>
                    <a:pt x="3870" y="5199"/>
                  </a:cubicBezTo>
                  <a:cubicBezTo>
                    <a:pt x="4185" y="5199"/>
                    <a:pt x="4509" y="5294"/>
                    <a:pt x="4833" y="5294"/>
                  </a:cubicBezTo>
                  <a:cubicBezTo>
                    <a:pt x="5593" y="5294"/>
                    <a:pt x="6384" y="4412"/>
                    <a:pt x="5988" y="3926"/>
                  </a:cubicBezTo>
                  <a:cubicBezTo>
                    <a:pt x="5137" y="2953"/>
                    <a:pt x="5533" y="2163"/>
                    <a:pt x="6080" y="1342"/>
                  </a:cubicBezTo>
                  <a:cubicBezTo>
                    <a:pt x="6080" y="1221"/>
                    <a:pt x="6019" y="1099"/>
                    <a:pt x="5928" y="1008"/>
                  </a:cubicBezTo>
                  <a:cubicBezTo>
                    <a:pt x="5806" y="886"/>
                    <a:pt x="5654" y="795"/>
                    <a:pt x="5472" y="734"/>
                  </a:cubicBezTo>
                  <a:cubicBezTo>
                    <a:pt x="5350" y="704"/>
                    <a:pt x="5259" y="673"/>
                    <a:pt x="5137" y="673"/>
                  </a:cubicBezTo>
                  <a:cubicBezTo>
                    <a:pt x="4712" y="613"/>
                    <a:pt x="4469" y="309"/>
                    <a:pt x="4074" y="126"/>
                  </a:cubicBezTo>
                  <a:cubicBezTo>
                    <a:pt x="3952" y="96"/>
                    <a:pt x="3861" y="66"/>
                    <a:pt x="3739" y="35"/>
                  </a:cubicBezTo>
                  <a:cubicBezTo>
                    <a:pt x="3529" y="24"/>
                    <a:pt x="3318" y="1"/>
                    <a:pt x="3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8"/>
            <p:cNvSpPr/>
            <p:nvPr/>
          </p:nvSpPr>
          <p:spPr>
            <a:xfrm>
              <a:off x="2139498" y="3065975"/>
              <a:ext cx="381248" cy="604969"/>
            </a:xfrm>
            <a:custGeom>
              <a:rect b="b" l="l" r="r" t="t"/>
              <a:pathLst>
                <a:path extrusionOk="0" h="14340" w="9037">
                  <a:moveTo>
                    <a:pt x="7977" y="0"/>
                  </a:moveTo>
                  <a:cubicBezTo>
                    <a:pt x="7675" y="0"/>
                    <a:pt x="7373" y="69"/>
                    <a:pt x="7122" y="206"/>
                  </a:cubicBezTo>
                  <a:cubicBezTo>
                    <a:pt x="6848" y="388"/>
                    <a:pt x="6696" y="722"/>
                    <a:pt x="6757" y="1026"/>
                  </a:cubicBezTo>
                  <a:cubicBezTo>
                    <a:pt x="6788" y="1269"/>
                    <a:pt x="7000" y="1421"/>
                    <a:pt x="7213" y="1421"/>
                  </a:cubicBezTo>
                  <a:cubicBezTo>
                    <a:pt x="7409" y="1390"/>
                    <a:pt x="7534" y="1377"/>
                    <a:pt x="7607" y="1377"/>
                  </a:cubicBezTo>
                  <a:cubicBezTo>
                    <a:pt x="7887" y="1377"/>
                    <a:pt x="7418" y="1568"/>
                    <a:pt x="7274" y="1665"/>
                  </a:cubicBezTo>
                  <a:cubicBezTo>
                    <a:pt x="7000" y="1847"/>
                    <a:pt x="7000" y="2151"/>
                    <a:pt x="6940" y="2455"/>
                  </a:cubicBezTo>
                  <a:cubicBezTo>
                    <a:pt x="6940" y="2060"/>
                    <a:pt x="7213" y="1573"/>
                    <a:pt x="6575" y="1330"/>
                  </a:cubicBezTo>
                  <a:cubicBezTo>
                    <a:pt x="6402" y="1254"/>
                    <a:pt x="6221" y="1216"/>
                    <a:pt x="6042" y="1216"/>
                  </a:cubicBezTo>
                  <a:cubicBezTo>
                    <a:pt x="5652" y="1216"/>
                    <a:pt x="5274" y="1392"/>
                    <a:pt x="5025" y="1725"/>
                  </a:cubicBezTo>
                  <a:cubicBezTo>
                    <a:pt x="5001" y="1888"/>
                    <a:pt x="4996" y="2050"/>
                    <a:pt x="4859" y="2050"/>
                  </a:cubicBezTo>
                  <a:cubicBezTo>
                    <a:pt x="4817" y="2050"/>
                    <a:pt x="4762" y="2035"/>
                    <a:pt x="4690" y="1999"/>
                  </a:cubicBezTo>
                  <a:cubicBezTo>
                    <a:pt x="4082" y="2303"/>
                    <a:pt x="3262" y="2333"/>
                    <a:pt x="2988" y="3154"/>
                  </a:cubicBezTo>
                  <a:cubicBezTo>
                    <a:pt x="2797" y="4197"/>
                    <a:pt x="2739" y="4509"/>
                    <a:pt x="2201" y="4509"/>
                  </a:cubicBezTo>
                  <a:cubicBezTo>
                    <a:pt x="1970" y="4509"/>
                    <a:pt x="1651" y="4452"/>
                    <a:pt x="1195" y="4370"/>
                  </a:cubicBezTo>
                  <a:cubicBezTo>
                    <a:pt x="1058" y="4343"/>
                    <a:pt x="932" y="4330"/>
                    <a:pt x="818" y="4330"/>
                  </a:cubicBezTo>
                  <a:cubicBezTo>
                    <a:pt x="274" y="4330"/>
                    <a:pt x="0" y="4639"/>
                    <a:pt x="101" y="5342"/>
                  </a:cubicBezTo>
                  <a:cubicBezTo>
                    <a:pt x="800" y="5707"/>
                    <a:pt x="1681" y="5677"/>
                    <a:pt x="2046" y="6680"/>
                  </a:cubicBezTo>
                  <a:cubicBezTo>
                    <a:pt x="2319" y="7379"/>
                    <a:pt x="1560" y="8412"/>
                    <a:pt x="2745" y="8838"/>
                  </a:cubicBezTo>
                  <a:cubicBezTo>
                    <a:pt x="2836" y="8868"/>
                    <a:pt x="2593" y="8929"/>
                    <a:pt x="2502" y="8929"/>
                  </a:cubicBezTo>
                  <a:cubicBezTo>
                    <a:pt x="2289" y="8990"/>
                    <a:pt x="2107" y="9142"/>
                    <a:pt x="2016" y="9355"/>
                  </a:cubicBezTo>
                  <a:lnTo>
                    <a:pt x="1742" y="9355"/>
                  </a:lnTo>
                  <a:cubicBezTo>
                    <a:pt x="1742" y="9355"/>
                    <a:pt x="1712" y="9385"/>
                    <a:pt x="1712" y="9446"/>
                  </a:cubicBezTo>
                  <a:cubicBezTo>
                    <a:pt x="1681" y="9507"/>
                    <a:pt x="1712" y="9598"/>
                    <a:pt x="1742" y="9628"/>
                  </a:cubicBezTo>
                  <a:cubicBezTo>
                    <a:pt x="1833" y="9750"/>
                    <a:pt x="1864" y="9902"/>
                    <a:pt x="2016" y="9902"/>
                  </a:cubicBezTo>
                  <a:cubicBezTo>
                    <a:pt x="2192" y="9767"/>
                    <a:pt x="2385" y="9742"/>
                    <a:pt x="2585" y="9742"/>
                  </a:cubicBezTo>
                  <a:cubicBezTo>
                    <a:pt x="2704" y="9742"/>
                    <a:pt x="2826" y="9751"/>
                    <a:pt x="2946" y="9751"/>
                  </a:cubicBezTo>
                  <a:cubicBezTo>
                    <a:pt x="3216" y="9751"/>
                    <a:pt x="3483" y="9706"/>
                    <a:pt x="3718" y="9415"/>
                  </a:cubicBezTo>
                  <a:lnTo>
                    <a:pt x="3718" y="9415"/>
                  </a:lnTo>
                  <a:cubicBezTo>
                    <a:pt x="3657" y="9932"/>
                    <a:pt x="3566" y="10236"/>
                    <a:pt x="3140" y="10327"/>
                  </a:cubicBezTo>
                  <a:cubicBezTo>
                    <a:pt x="2927" y="10358"/>
                    <a:pt x="2745" y="10540"/>
                    <a:pt x="2897" y="10662"/>
                  </a:cubicBezTo>
                  <a:cubicBezTo>
                    <a:pt x="3627" y="11270"/>
                    <a:pt x="3079" y="11969"/>
                    <a:pt x="3110" y="12607"/>
                  </a:cubicBezTo>
                  <a:cubicBezTo>
                    <a:pt x="2988" y="12759"/>
                    <a:pt x="3019" y="13002"/>
                    <a:pt x="2836" y="13154"/>
                  </a:cubicBezTo>
                  <a:lnTo>
                    <a:pt x="2836" y="13428"/>
                  </a:lnTo>
                  <a:cubicBezTo>
                    <a:pt x="2927" y="13488"/>
                    <a:pt x="3019" y="13580"/>
                    <a:pt x="3110" y="13701"/>
                  </a:cubicBezTo>
                  <a:cubicBezTo>
                    <a:pt x="3414" y="13823"/>
                    <a:pt x="3383" y="14248"/>
                    <a:pt x="3778" y="14340"/>
                  </a:cubicBezTo>
                  <a:lnTo>
                    <a:pt x="4447" y="13428"/>
                  </a:lnTo>
                  <a:cubicBezTo>
                    <a:pt x="4501" y="13438"/>
                    <a:pt x="4555" y="13442"/>
                    <a:pt x="4607" y="13442"/>
                  </a:cubicBezTo>
                  <a:cubicBezTo>
                    <a:pt x="5028" y="13442"/>
                    <a:pt x="5410" y="13154"/>
                    <a:pt x="5815" y="13154"/>
                  </a:cubicBezTo>
                  <a:cubicBezTo>
                    <a:pt x="5949" y="12909"/>
                    <a:pt x="6164" y="12876"/>
                    <a:pt x="6389" y="12876"/>
                  </a:cubicBezTo>
                  <a:cubicBezTo>
                    <a:pt x="6471" y="12876"/>
                    <a:pt x="6555" y="12881"/>
                    <a:pt x="6636" y="12881"/>
                  </a:cubicBezTo>
                  <a:cubicBezTo>
                    <a:pt x="7019" y="13054"/>
                    <a:pt x="7271" y="13146"/>
                    <a:pt x="7444" y="13146"/>
                  </a:cubicBezTo>
                  <a:cubicBezTo>
                    <a:pt x="7696" y="13146"/>
                    <a:pt x="7779" y="12949"/>
                    <a:pt x="7852" y="12516"/>
                  </a:cubicBezTo>
                  <a:cubicBezTo>
                    <a:pt x="7456" y="12121"/>
                    <a:pt x="7669" y="11665"/>
                    <a:pt x="7821" y="11300"/>
                  </a:cubicBezTo>
                  <a:cubicBezTo>
                    <a:pt x="7973" y="10905"/>
                    <a:pt x="8216" y="10570"/>
                    <a:pt x="8064" y="10145"/>
                  </a:cubicBezTo>
                  <a:cubicBezTo>
                    <a:pt x="7904" y="9940"/>
                    <a:pt x="7708" y="9848"/>
                    <a:pt x="7527" y="9848"/>
                  </a:cubicBezTo>
                  <a:cubicBezTo>
                    <a:pt x="7333" y="9848"/>
                    <a:pt x="7156" y="9956"/>
                    <a:pt x="7061" y="10145"/>
                  </a:cubicBezTo>
                  <a:cubicBezTo>
                    <a:pt x="6498" y="11243"/>
                    <a:pt x="5257" y="11428"/>
                    <a:pt x="4643" y="12005"/>
                  </a:cubicBezTo>
                  <a:lnTo>
                    <a:pt x="4643" y="12005"/>
                  </a:lnTo>
                  <a:cubicBezTo>
                    <a:pt x="4847" y="11596"/>
                    <a:pt x="4136" y="10891"/>
                    <a:pt x="4538" y="10327"/>
                  </a:cubicBezTo>
                  <a:cubicBezTo>
                    <a:pt x="4599" y="10236"/>
                    <a:pt x="4660" y="10115"/>
                    <a:pt x="4690" y="9993"/>
                  </a:cubicBezTo>
                  <a:cubicBezTo>
                    <a:pt x="4782" y="9567"/>
                    <a:pt x="5116" y="9203"/>
                    <a:pt x="5116" y="8716"/>
                  </a:cubicBezTo>
                  <a:cubicBezTo>
                    <a:pt x="5116" y="8139"/>
                    <a:pt x="6180" y="7835"/>
                    <a:pt x="5633" y="7136"/>
                  </a:cubicBezTo>
                  <a:cubicBezTo>
                    <a:pt x="5487" y="6940"/>
                    <a:pt x="5347" y="6868"/>
                    <a:pt x="5209" y="6868"/>
                  </a:cubicBezTo>
                  <a:cubicBezTo>
                    <a:pt x="4845" y="6868"/>
                    <a:pt x="4494" y="7361"/>
                    <a:pt x="4096" y="7361"/>
                  </a:cubicBezTo>
                  <a:cubicBezTo>
                    <a:pt x="4012" y="7361"/>
                    <a:pt x="3927" y="7340"/>
                    <a:pt x="3839" y="7288"/>
                  </a:cubicBezTo>
                  <a:lnTo>
                    <a:pt x="3839" y="7288"/>
                  </a:lnTo>
                  <a:cubicBezTo>
                    <a:pt x="3930" y="7303"/>
                    <a:pt x="4022" y="7312"/>
                    <a:pt x="4109" y="7312"/>
                  </a:cubicBezTo>
                  <a:cubicBezTo>
                    <a:pt x="4371" y="7312"/>
                    <a:pt x="4599" y="7227"/>
                    <a:pt x="4690" y="6953"/>
                  </a:cubicBezTo>
                  <a:cubicBezTo>
                    <a:pt x="4934" y="6224"/>
                    <a:pt x="3930" y="6193"/>
                    <a:pt x="3839" y="5586"/>
                  </a:cubicBezTo>
                  <a:cubicBezTo>
                    <a:pt x="4119" y="5430"/>
                    <a:pt x="4428" y="5356"/>
                    <a:pt x="4733" y="5356"/>
                  </a:cubicBezTo>
                  <a:cubicBezTo>
                    <a:pt x="5322" y="5356"/>
                    <a:pt x="5900" y="5632"/>
                    <a:pt x="6241" y="6133"/>
                  </a:cubicBezTo>
                  <a:cubicBezTo>
                    <a:pt x="6301" y="6163"/>
                    <a:pt x="6370" y="6178"/>
                    <a:pt x="6434" y="6178"/>
                  </a:cubicBezTo>
                  <a:cubicBezTo>
                    <a:pt x="6499" y="6178"/>
                    <a:pt x="6560" y="6163"/>
                    <a:pt x="6605" y="6133"/>
                  </a:cubicBezTo>
                  <a:cubicBezTo>
                    <a:pt x="6757" y="6011"/>
                    <a:pt x="6848" y="5859"/>
                    <a:pt x="6879" y="5677"/>
                  </a:cubicBezTo>
                  <a:cubicBezTo>
                    <a:pt x="6909" y="5373"/>
                    <a:pt x="6970" y="5099"/>
                    <a:pt x="7092" y="4826"/>
                  </a:cubicBezTo>
                  <a:cubicBezTo>
                    <a:pt x="7852" y="4400"/>
                    <a:pt x="8338" y="3579"/>
                    <a:pt x="8368" y="2698"/>
                  </a:cubicBezTo>
                  <a:cubicBezTo>
                    <a:pt x="8368" y="2576"/>
                    <a:pt x="8125" y="2546"/>
                    <a:pt x="8247" y="2424"/>
                  </a:cubicBezTo>
                  <a:cubicBezTo>
                    <a:pt x="9037" y="1786"/>
                    <a:pt x="9037" y="1178"/>
                    <a:pt x="8277" y="23"/>
                  </a:cubicBezTo>
                  <a:cubicBezTo>
                    <a:pt x="8178" y="8"/>
                    <a:pt x="8078" y="0"/>
                    <a:pt x="7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8"/>
            <p:cNvSpPr/>
            <p:nvPr/>
          </p:nvSpPr>
          <p:spPr>
            <a:xfrm>
              <a:off x="1688507" y="2936078"/>
              <a:ext cx="268017" cy="275780"/>
            </a:xfrm>
            <a:custGeom>
              <a:rect b="b" l="l" r="r" t="t"/>
              <a:pathLst>
                <a:path extrusionOk="0" h="6537" w="6353">
                  <a:moveTo>
                    <a:pt x="5397" y="0"/>
                  </a:moveTo>
                  <a:cubicBezTo>
                    <a:pt x="5043" y="0"/>
                    <a:pt x="4850" y="341"/>
                    <a:pt x="4590" y="549"/>
                  </a:cubicBezTo>
                  <a:lnTo>
                    <a:pt x="4529" y="671"/>
                  </a:lnTo>
                  <a:cubicBezTo>
                    <a:pt x="4267" y="1047"/>
                    <a:pt x="4015" y="1344"/>
                    <a:pt x="3789" y="1344"/>
                  </a:cubicBezTo>
                  <a:cubicBezTo>
                    <a:pt x="3596" y="1344"/>
                    <a:pt x="3423" y="1125"/>
                    <a:pt x="3283" y="549"/>
                  </a:cubicBezTo>
                  <a:cubicBezTo>
                    <a:pt x="3252" y="367"/>
                    <a:pt x="3009" y="367"/>
                    <a:pt x="2827" y="367"/>
                  </a:cubicBezTo>
                  <a:cubicBezTo>
                    <a:pt x="2741" y="441"/>
                    <a:pt x="2652" y="464"/>
                    <a:pt x="2561" y="464"/>
                  </a:cubicBezTo>
                  <a:cubicBezTo>
                    <a:pt x="2426" y="464"/>
                    <a:pt x="2287" y="416"/>
                    <a:pt x="2147" y="416"/>
                  </a:cubicBezTo>
                  <a:cubicBezTo>
                    <a:pt x="2110" y="416"/>
                    <a:pt x="2073" y="419"/>
                    <a:pt x="2037" y="427"/>
                  </a:cubicBezTo>
                  <a:cubicBezTo>
                    <a:pt x="2014" y="418"/>
                    <a:pt x="1994" y="413"/>
                    <a:pt x="1976" y="413"/>
                  </a:cubicBezTo>
                  <a:cubicBezTo>
                    <a:pt x="1772" y="413"/>
                    <a:pt x="1875" y="986"/>
                    <a:pt x="1666" y="986"/>
                  </a:cubicBezTo>
                  <a:cubicBezTo>
                    <a:pt x="1601" y="986"/>
                    <a:pt x="1508" y="932"/>
                    <a:pt x="1368" y="792"/>
                  </a:cubicBezTo>
                  <a:lnTo>
                    <a:pt x="1368" y="792"/>
                  </a:lnTo>
                  <a:cubicBezTo>
                    <a:pt x="1429" y="1674"/>
                    <a:pt x="912" y="2281"/>
                    <a:pt x="334" y="2829"/>
                  </a:cubicBezTo>
                  <a:cubicBezTo>
                    <a:pt x="31" y="3102"/>
                    <a:pt x="0" y="3437"/>
                    <a:pt x="395" y="3528"/>
                  </a:cubicBezTo>
                  <a:cubicBezTo>
                    <a:pt x="1216" y="3740"/>
                    <a:pt x="1307" y="4744"/>
                    <a:pt x="2128" y="4926"/>
                  </a:cubicBezTo>
                  <a:cubicBezTo>
                    <a:pt x="2432" y="4987"/>
                    <a:pt x="2249" y="5291"/>
                    <a:pt x="2128" y="5412"/>
                  </a:cubicBezTo>
                  <a:cubicBezTo>
                    <a:pt x="2006" y="5534"/>
                    <a:pt x="2097" y="5747"/>
                    <a:pt x="2158" y="5747"/>
                  </a:cubicBezTo>
                  <a:cubicBezTo>
                    <a:pt x="2255" y="5716"/>
                    <a:pt x="2343" y="5702"/>
                    <a:pt x="2425" y="5702"/>
                  </a:cubicBezTo>
                  <a:cubicBezTo>
                    <a:pt x="2986" y="5702"/>
                    <a:pt x="3242" y="6351"/>
                    <a:pt x="3800" y="6537"/>
                  </a:cubicBezTo>
                  <a:cubicBezTo>
                    <a:pt x="3891" y="6111"/>
                    <a:pt x="4012" y="5716"/>
                    <a:pt x="4043" y="5351"/>
                  </a:cubicBezTo>
                  <a:cubicBezTo>
                    <a:pt x="4073" y="5048"/>
                    <a:pt x="4316" y="4865"/>
                    <a:pt x="4590" y="4865"/>
                  </a:cubicBezTo>
                  <a:cubicBezTo>
                    <a:pt x="4529" y="4288"/>
                    <a:pt x="5107" y="4409"/>
                    <a:pt x="5350" y="4318"/>
                  </a:cubicBezTo>
                  <a:cubicBezTo>
                    <a:pt x="5958" y="4044"/>
                    <a:pt x="5380" y="3740"/>
                    <a:pt x="5471" y="3558"/>
                  </a:cubicBezTo>
                  <a:cubicBezTo>
                    <a:pt x="5563" y="3345"/>
                    <a:pt x="5958" y="3285"/>
                    <a:pt x="6079" y="3072"/>
                  </a:cubicBezTo>
                  <a:cubicBezTo>
                    <a:pt x="6292" y="2646"/>
                    <a:pt x="5471" y="2829"/>
                    <a:pt x="5623" y="2433"/>
                  </a:cubicBezTo>
                  <a:cubicBezTo>
                    <a:pt x="5715" y="2190"/>
                    <a:pt x="6292" y="2008"/>
                    <a:pt x="5623" y="1765"/>
                  </a:cubicBezTo>
                  <a:cubicBezTo>
                    <a:pt x="5836" y="1461"/>
                    <a:pt x="5988" y="1157"/>
                    <a:pt x="5623" y="853"/>
                  </a:cubicBezTo>
                  <a:cubicBezTo>
                    <a:pt x="5532" y="731"/>
                    <a:pt x="5623" y="640"/>
                    <a:pt x="5745" y="549"/>
                  </a:cubicBezTo>
                  <a:cubicBezTo>
                    <a:pt x="6353" y="184"/>
                    <a:pt x="5867" y="123"/>
                    <a:pt x="5593" y="32"/>
                  </a:cubicBezTo>
                  <a:cubicBezTo>
                    <a:pt x="5522" y="10"/>
                    <a:pt x="5457" y="0"/>
                    <a:pt x="5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8"/>
            <p:cNvSpPr/>
            <p:nvPr/>
          </p:nvSpPr>
          <p:spPr>
            <a:xfrm>
              <a:off x="1635898" y="2588321"/>
              <a:ext cx="221906" cy="336319"/>
            </a:xfrm>
            <a:custGeom>
              <a:rect b="b" l="l" r="r" t="t"/>
              <a:pathLst>
                <a:path extrusionOk="0" h="7972" w="5260">
                  <a:moveTo>
                    <a:pt x="3671" y="2537"/>
                  </a:moveTo>
                  <a:cubicBezTo>
                    <a:pt x="3736" y="2623"/>
                    <a:pt x="3838" y="2632"/>
                    <a:pt x="3892" y="2713"/>
                  </a:cubicBezTo>
                  <a:cubicBezTo>
                    <a:pt x="3831" y="2652"/>
                    <a:pt x="3740" y="2622"/>
                    <a:pt x="3679" y="2561"/>
                  </a:cubicBezTo>
                  <a:cubicBezTo>
                    <a:pt x="3676" y="2553"/>
                    <a:pt x="3673" y="2545"/>
                    <a:pt x="3671" y="2537"/>
                  </a:cubicBezTo>
                  <a:close/>
                  <a:moveTo>
                    <a:pt x="2628" y="0"/>
                  </a:moveTo>
                  <a:cubicBezTo>
                    <a:pt x="2401" y="0"/>
                    <a:pt x="2182" y="64"/>
                    <a:pt x="1977" y="281"/>
                  </a:cubicBezTo>
                  <a:cubicBezTo>
                    <a:pt x="1967" y="291"/>
                    <a:pt x="1952" y="295"/>
                    <a:pt x="1934" y="295"/>
                  </a:cubicBezTo>
                  <a:cubicBezTo>
                    <a:pt x="1840" y="295"/>
                    <a:pt x="1648" y="180"/>
                    <a:pt x="1521" y="129"/>
                  </a:cubicBezTo>
                  <a:cubicBezTo>
                    <a:pt x="1459" y="107"/>
                    <a:pt x="1404" y="98"/>
                    <a:pt x="1356" y="98"/>
                  </a:cubicBezTo>
                  <a:cubicBezTo>
                    <a:pt x="999" y="98"/>
                    <a:pt x="964" y="619"/>
                    <a:pt x="670" y="646"/>
                  </a:cubicBezTo>
                  <a:cubicBezTo>
                    <a:pt x="426" y="828"/>
                    <a:pt x="366" y="1163"/>
                    <a:pt x="578" y="1345"/>
                  </a:cubicBezTo>
                  <a:cubicBezTo>
                    <a:pt x="670" y="1497"/>
                    <a:pt x="791" y="1527"/>
                    <a:pt x="670" y="1771"/>
                  </a:cubicBezTo>
                  <a:cubicBezTo>
                    <a:pt x="1" y="3047"/>
                    <a:pt x="1" y="3503"/>
                    <a:pt x="518" y="5023"/>
                  </a:cubicBezTo>
                  <a:cubicBezTo>
                    <a:pt x="548" y="5144"/>
                    <a:pt x="457" y="5357"/>
                    <a:pt x="426" y="5540"/>
                  </a:cubicBezTo>
                  <a:cubicBezTo>
                    <a:pt x="335" y="6755"/>
                    <a:pt x="943" y="7546"/>
                    <a:pt x="2037" y="7971"/>
                  </a:cubicBezTo>
                  <a:cubicBezTo>
                    <a:pt x="2159" y="7880"/>
                    <a:pt x="2220" y="7789"/>
                    <a:pt x="2250" y="7667"/>
                  </a:cubicBezTo>
                  <a:cubicBezTo>
                    <a:pt x="2281" y="7211"/>
                    <a:pt x="2037" y="6907"/>
                    <a:pt x="1855" y="6573"/>
                  </a:cubicBezTo>
                  <a:cubicBezTo>
                    <a:pt x="1733" y="6269"/>
                    <a:pt x="1581" y="5965"/>
                    <a:pt x="1916" y="5722"/>
                  </a:cubicBezTo>
                  <a:cubicBezTo>
                    <a:pt x="2008" y="5663"/>
                    <a:pt x="2094" y="5639"/>
                    <a:pt x="2174" y="5639"/>
                  </a:cubicBezTo>
                  <a:cubicBezTo>
                    <a:pt x="2385" y="5639"/>
                    <a:pt x="2561" y="5803"/>
                    <a:pt x="2737" y="5935"/>
                  </a:cubicBezTo>
                  <a:cubicBezTo>
                    <a:pt x="2924" y="6060"/>
                    <a:pt x="3091" y="6121"/>
                    <a:pt x="3224" y="6121"/>
                  </a:cubicBezTo>
                  <a:cubicBezTo>
                    <a:pt x="3480" y="6121"/>
                    <a:pt x="3617" y="5898"/>
                    <a:pt x="3557" y="5479"/>
                  </a:cubicBezTo>
                  <a:cubicBezTo>
                    <a:pt x="3466" y="4962"/>
                    <a:pt x="3740" y="4749"/>
                    <a:pt x="4013" y="4506"/>
                  </a:cubicBezTo>
                  <a:cubicBezTo>
                    <a:pt x="4074" y="4385"/>
                    <a:pt x="4104" y="4263"/>
                    <a:pt x="4104" y="4141"/>
                  </a:cubicBezTo>
                  <a:cubicBezTo>
                    <a:pt x="3861" y="3442"/>
                    <a:pt x="4530" y="3777"/>
                    <a:pt x="4803" y="3473"/>
                  </a:cubicBezTo>
                  <a:cubicBezTo>
                    <a:pt x="5047" y="3199"/>
                    <a:pt x="5259" y="2926"/>
                    <a:pt x="5168" y="2530"/>
                  </a:cubicBezTo>
                  <a:cubicBezTo>
                    <a:pt x="5077" y="2226"/>
                    <a:pt x="4803" y="1983"/>
                    <a:pt x="4499" y="1983"/>
                  </a:cubicBezTo>
                  <a:cubicBezTo>
                    <a:pt x="4395" y="1968"/>
                    <a:pt x="4291" y="1957"/>
                    <a:pt x="4193" y="1957"/>
                  </a:cubicBezTo>
                  <a:cubicBezTo>
                    <a:pt x="3900" y="1957"/>
                    <a:pt x="3663" y="2058"/>
                    <a:pt x="3649" y="2462"/>
                  </a:cubicBezTo>
                  <a:lnTo>
                    <a:pt x="3649" y="2462"/>
                  </a:lnTo>
                  <a:cubicBezTo>
                    <a:pt x="3394" y="1510"/>
                    <a:pt x="4595" y="2148"/>
                    <a:pt x="4743" y="1619"/>
                  </a:cubicBezTo>
                  <a:cubicBezTo>
                    <a:pt x="4803" y="1527"/>
                    <a:pt x="4864" y="1406"/>
                    <a:pt x="4864" y="1284"/>
                  </a:cubicBezTo>
                  <a:cubicBezTo>
                    <a:pt x="4682" y="1071"/>
                    <a:pt x="4712" y="1011"/>
                    <a:pt x="4986" y="1011"/>
                  </a:cubicBezTo>
                  <a:cubicBezTo>
                    <a:pt x="5199" y="828"/>
                    <a:pt x="5229" y="555"/>
                    <a:pt x="5047" y="342"/>
                  </a:cubicBezTo>
                  <a:cubicBezTo>
                    <a:pt x="4924" y="246"/>
                    <a:pt x="4791" y="217"/>
                    <a:pt x="4655" y="217"/>
                  </a:cubicBezTo>
                  <a:cubicBezTo>
                    <a:pt x="4463" y="217"/>
                    <a:pt x="4265" y="273"/>
                    <a:pt x="4077" y="273"/>
                  </a:cubicBezTo>
                  <a:cubicBezTo>
                    <a:pt x="3935" y="273"/>
                    <a:pt x="3800" y="241"/>
                    <a:pt x="3679" y="129"/>
                  </a:cubicBezTo>
                  <a:cubicBezTo>
                    <a:pt x="3658" y="130"/>
                    <a:pt x="3638" y="131"/>
                    <a:pt x="3618" y="131"/>
                  </a:cubicBezTo>
                  <a:cubicBezTo>
                    <a:pt x="3289" y="131"/>
                    <a:pt x="2951" y="0"/>
                    <a:pt x="26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8"/>
            <p:cNvSpPr/>
            <p:nvPr/>
          </p:nvSpPr>
          <p:spPr>
            <a:xfrm>
              <a:off x="2074486" y="3283834"/>
              <a:ext cx="209039" cy="176808"/>
            </a:xfrm>
            <a:custGeom>
              <a:rect b="b" l="l" r="r" t="t"/>
              <a:pathLst>
                <a:path extrusionOk="0" h="4191" w="4955">
                  <a:moveTo>
                    <a:pt x="2229" y="0"/>
                  </a:moveTo>
                  <a:cubicBezTo>
                    <a:pt x="2059" y="0"/>
                    <a:pt x="1875" y="43"/>
                    <a:pt x="1672" y="148"/>
                  </a:cubicBezTo>
                  <a:cubicBezTo>
                    <a:pt x="1650" y="145"/>
                    <a:pt x="1628" y="143"/>
                    <a:pt x="1605" y="143"/>
                  </a:cubicBezTo>
                  <a:cubicBezTo>
                    <a:pt x="1410" y="143"/>
                    <a:pt x="1204" y="258"/>
                    <a:pt x="1094" y="422"/>
                  </a:cubicBezTo>
                  <a:cubicBezTo>
                    <a:pt x="791" y="604"/>
                    <a:pt x="1064" y="756"/>
                    <a:pt x="1094" y="938"/>
                  </a:cubicBezTo>
                  <a:cubicBezTo>
                    <a:pt x="1014" y="1148"/>
                    <a:pt x="873" y="1178"/>
                    <a:pt x="718" y="1178"/>
                  </a:cubicBezTo>
                  <a:cubicBezTo>
                    <a:pt x="656" y="1178"/>
                    <a:pt x="593" y="1173"/>
                    <a:pt x="530" y="1173"/>
                  </a:cubicBezTo>
                  <a:cubicBezTo>
                    <a:pt x="452" y="1173"/>
                    <a:pt x="375" y="1180"/>
                    <a:pt x="304" y="1212"/>
                  </a:cubicBezTo>
                  <a:lnTo>
                    <a:pt x="0" y="1212"/>
                  </a:lnTo>
                  <a:cubicBezTo>
                    <a:pt x="335" y="2276"/>
                    <a:pt x="1338" y="2549"/>
                    <a:pt x="2098" y="3127"/>
                  </a:cubicBezTo>
                  <a:cubicBezTo>
                    <a:pt x="2553" y="3461"/>
                    <a:pt x="3192" y="3644"/>
                    <a:pt x="3526" y="4191"/>
                  </a:cubicBezTo>
                  <a:cubicBezTo>
                    <a:pt x="3891" y="3917"/>
                    <a:pt x="4438" y="4039"/>
                    <a:pt x="4651" y="3552"/>
                  </a:cubicBezTo>
                  <a:cubicBezTo>
                    <a:pt x="4772" y="3370"/>
                    <a:pt x="4955" y="3096"/>
                    <a:pt x="4651" y="3005"/>
                  </a:cubicBezTo>
                  <a:cubicBezTo>
                    <a:pt x="4617" y="2990"/>
                    <a:pt x="4589" y="2984"/>
                    <a:pt x="4564" y="2984"/>
                  </a:cubicBezTo>
                  <a:cubicBezTo>
                    <a:pt x="4388" y="2984"/>
                    <a:pt x="4408" y="3324"/>
                    <a:pt x="4195" y="3431"/>
                  </a:cubicBezTo>
                  <a:cubicBezTo>
                    <a:pt x="4104" y="3157"/>
                    <a:pt x="3982" y="2884"/>
                    <a:pt x="3891" y="2610"/>
                  </a:cubicBezTo>
                  <a:cubicBezTo>
                    <a:pt x="3860" y="2519"/>
                    <a:pt x="3860" y="2428"/>
                    <a:pt x="3891" y="2337"/>
                  </a:cubicBezTo>
                  <a:lnTo>
                    <a:pt x="3860" y="756"/>
                  </a:lnTo>
                  <a:cubicBezTo>
                    <a:pt x="3288" y="565"/>
                    <a:pt x="2847" y="0"/>
                    <a:pt x="22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8"/>
            <p:cNvSpPr/>
            <p:nvPr/>
          </p:nvSpPr>
          <p:spPr>
            <a:xfrm>
              <a:off x="1732973" y="3590457"/>
              <a:ext cx="232031" cy="170100"/>
            </a:xfrm>
            <a:custGeom>
              <a:rect b="b" l="l" r="r" t="t"/>
              <a:pathLst>
                <a:path extrusionOk="0" h="4032" w="5500">
                  <a:moveTo>
                    <a:pt x="302" y="0"/>
                  </a:moveTo>
                  <a:cubicBezTo>
                    <a:pt x="74" y="0"/>
                    <a:pt x="1" y="184"/>
                    <a:pt x="71" y="509"/>
                  </a:cubicBezTo>
                  <a:cubicBezTo>
                    <a:pt x="132" y="661"/>
                    <a:pt x="192" y="844"/>
                    <a:pt x="284" y="996"/>
                  </a:cubicBezTo>
                  <a:cubicBezTo>
                    <a:pt x="891" y="1421"/>
                    <a:pt x="1499" y="1877"/>
                    <a:pt x="2077" y="2363"/>
                  </a:cubicBezTo>
                  <a:cubicBezTo>
                    <a:pt x="2958" y="3123"/>
                    <a:pt x="3901" y="3853"/>
                    <a:pt x="5116" y="4005"/>
                  </a:cubicBezTo>
                  <a:cubicBezTo>
                    <a:pt x="5176" y="4023"/>
                    <a:pt x="5228" y="4031"/>
                    <a:pt x="5272" y="4031"/>
                  </a:cubicBezTo>
                  <a:cubicBezTo>
                    <a:pt x="5450" y="4031"/>
                    <a:pt x="5500" y="3890"/>
                    <a:pt x="5451" y="3670"/>
                  </a:cubicBezTo>
                  <a:cubicBezTo>
                    <a:pt x="5025" y="3306"/>
                    <a:pt x="4569" y="2911"/>
                    <a:pt x="4144" y="2576"/>
                  </a:cubicBezTo>
                  <a:cubicBezTo>
                    <a:pt x="3110" y="1725"/>
                    <a:pt x="1712" y="1391"/>
                    <a:pt x="922" y="236"/>
                  </a:cubicBezTo>
                  <a:cubicBezTo>
                    <a:pt x="861" y="145"/>
                    <a:pt x="679" y="114"/>
                    <a:pt x="557" y="53"/>
                  </a:cubicBezTo>
                  <a:cubicBezTo>
                    <a:pt x="457" y="18"/>
                    <a:pt x="372" y="0"/>
                    <a:pt x="3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8"/>
            <p:cNvSpPr/>
            <p:nvPr/>
          </p:nvSpPr>
          <p:spPr>
            <a:xfrm>
              <a:off x="1383276" y="2651055"/>
              <a:ext cx="87244" cy="220303"/>
            </a:xfrm>
            <a:custGeom>
              <a:rect b="b" l="l" r="r" t="t"/>
              <a:pathLst>
                <a:path extrusionOk="0" h="5222" w="2068">
                  <a:moveTo>
                    <a:pt x="920" y="1"/>
                  </a:moveTo>
                  <a:cubicBezTo>
                    <a:pt x="788" y="1"/>
                    <a:pt x="612" y="257"/>
                    <a:pt x="482" y="257"/>
                  </a:cubicBezTo>
                  <a:cubicBezTo>
                    <a:pt x="473" y="257"/>
                    <a:pt x="465" y="255"/>
                    <a:pt x="457" y="253"/>
                  </a:cubicBezTo>
                  <a:lnTo>
                    <a:pt x="457" y="253"/>
                  </a:lnTo>
                  <a:cubicBezTo>
                    <a:pt x="761" y="800"/>
                    <a:pt x="700" y="1347"/>
                    <a:pt x="609" y="1925"/>
                  </a:cubicBezTo>
                  <a:cubicBezTo>
                    <a:pt x="487" y="2898"/>
                    <a:pt x="1" y="3901"/>
                    <a:pt x="700" y="4873"/>
                  </a:cubicBezTo>
                  <a:cubicBezTo>
                    <a:pt x="943" y="5042"/>
                    <a:pt x="1175" y="5222"/>
                    <a:pt x="1424" y="5222"/>
                  </a:cubicBezTo>
                  <a:cubicBezTo>
                    <a:pt x="1579" y="5222"/>
                    <a:pt x="1741" y="5151"/>
                    <a:pt x="1916" y="4964"/>
                  </a:cubicBezTo>
                  <a:cubicBezTo>
                    <a:pt x="2068" y="4509"/>
                    <a:pt x="1399" y="3931"/>
                    <a:pt x="2068" y="3505"/>
                  </a:cubicBezTo>
                  <a:cubicBezTo>
                    <a:pt x="1369" y="2654"/>
                    <a:pt x="1156" y="1530"/>
                    <a:pt x="1095" y="466"/>
                  </a:cubicBezTo>
                  <a:cubicBezTo>
                    <a:pt x="1072" y="109"/>
                    <a:pt x="1005" y="1"/>
                    <a:pt x="9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8"/>
            <p:cNvSpPr/>
            <p:nvPr/>
          </p:nvSpPr>
          <p:spPr>
            <a:xfrm>
              <a:off x="1503850" y="2764288"/>
              <a:ext cx="98761" cy="155208"/>
            </a:xfrm>
            <a:custGeom>
              <a:rect b="b" l="l" r="r" t="t"/>
              <a:pathLst>
                <a:path extrusionOk="0" h="3679" w="2341">
                  <a:moveTo>
                    <a:pt x="1094" y="1"/>
                  </a:moveTo>
                  <a:cubicBezTo>
                    <a:pt x="882" y="244"/>
                    <a:pt x="0" y="274"/>
                    <a:pt x="821" y="852"/>
                  </a:cubicBezTo>
                  <a:cubicBezTo>
                    <a:pt x="1094" y="1004"/>
                    <a:pt x="1003" y="1186"/>
                    <a:pt x="821" y="1369"/>
                  </a:cubicBezTo>
                  <a:cubicBezTo>
                    <a:pt x="456" y="1794"/>
                    <a:pt x="821" y="1977"/>
                    <a:pt x="1125" y="2159"/>
                  </a:cubicBezTo>
                  <a:cubicBezTo>
                    <a:pt x="1064" y="2828"/>
                    <a:pt x="1429" y="3436"/>
                    <a:pt x="2037" y="3679"/>
                  </a:cubicBezTo>
                  <a:cubicBezTo>
                    <a:pt x="2341" y="3192"/>
                    <a:pt x="1885" y="2858"/>
                    <a:pt x="1945" y="2463"/>
                  </a:cubicBezTo>
                  <a:cubicBezTo>
                    <a:pt x="1915" y="2311"/>
                    <a:pt x="1763" y="2250"/>
                    <a:pt x="1672" y="2159"/>
                  </a:cubicBezTo>
                  <a:cubicBezTo>
                    <a:pt x="1702" y="1642"/>
                    <a:pt x="2006" y="1247"/>
                    <a:pt x="2219" y="821"/>
                  </a:cubicBezTo>
                  <a:lnTo>
                    <a:pt x="2158" y="791"/>
                  </a:lnTo>
                  <a:cubicBezTo>
                    <a:pt x="1976" y="366"/>
                    <a:pt x="1611" y="244"/>
                    <a:pt x="1246" y="31"/>
                  </a:cubicBezTo>
                  <a:lnTo>
                    <a:pt x="109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8"/>
            <p:cNvSpPr/>
            <p:nvPr/>
          </p:nvSpPr>
          <p:spPr>
            <a:xfrm>
              <a:off x="1516675" y="2588954"/>
              <a:ext cx="60286" cy="158667"/>
            </a:xfrm>
            <a:custGeom>
              <a:rect b="b" l="l" r="r" t="t"/>
              <a:pathLst>
                <a:path extrusionOk="0" h="3761" w="1429">
                  <a:moveTo>
                    <a:pt x="680" y="0"/>
                  </a:moveTo>
                  <a:cubicBezTo>
                    <a:pt x="638" y="0"/>
                    <a:pt x="593" y="38"/>
                    <a:pt x="547" y="114"/>
                  </a:cubicBezTo>
                  <a:lnTo>
                    <a:pt x="304" y="114"/>
                  </a:lnTo>
                  <a:cubicBezTo>
                    <a:pt x="213" y="175"/>
                    <a:pt x="182" y="266"/>
                    <a:pt x="182" y="388"/>
                  </a:cubicBezTo>
                  <a:cubicBezTo>
                    <a:pt x="274" y="509"/>
                    <a:pt x="426" y="540"/>
                    <a:pt x="547" y="631"/>
                  </a:cubicBezTo>
                  <a:cubicBezTo>
                    <a:pt x="274" y="1239"/>
                    <a:pt x="426" y="1968"/>
                    <a:pt x="0" y="2546"/>
                  </a:cubicBezTo>
                  <a:cubicBezTo>
                    <a:pt x="182" y="2880"/>
                    <a:pt x="304" y="3245"/>
                    <a:pt x="304" y="3610"/>
                  </a:cubicBezTo>
                  <a:cubicBezTo>
                    <a:pt x="387" y="3714"/>
                    <a:pt x="513" y="3761"/>
                    <a:pt x="633" y="3761"/>
                  </a:cubicBezTo>
                  <a:cubicBezTo>
                    <a:pt x="688" y="3761"/>
                    <a:pt x="742" y="3751"/>
                    <a:pt x="790" y="3731"/>
                  </a:cubicBezTo>
                  <a:cubicBezTo>
                    <a:pt x="1003" y="3579"/>
                    <a:pt x="1094" y="3336"/>
                    <a:pt x="1094" y="3093"/>
                  </a:cubicBezTo>
                  <a:cubicBezTo>
                    <a:pt x="1429" y="2060"/>
                    <a:pt x="821" y="1117"/>
                    <a:pt x="790" y="114"/>
                  </a:cubicBezTo>
                  <a:cubicBezTo>
                    <a:pt x="760" y="38"/>
                    <a:pt x="722" y="0"/>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8"/>
            <p:cNvSpPr/>
            <p:nvPr/>
          </p:nvSpPr>
          <p:spPr>
            <a:xfrm>
              <a:off x="1412808" y="2853726"/>
              <a:ext cx="94922" cy="102853"/>
            </a:xfrm>
            <a:custGeom>
              <a:rect b="b" l="l" r="r" t="t"/>
              <a:pathLst>
                <a:path extrusionOk="0" h="2438" w="2250">
                  <a:moveTo>
                    <a:pt x="1345" y="1"/>
                  </a:moveTo>
                  <a:cubicBezTo>
                    <a:pt x="1281" y="1"/>
                    <a:pt x="1218" y="17"/>
                    <a:pt x="1155" y="69"/>
                  </a:cubicBezTo>
                  <a:cubicBezTo>
                    <a:pt x="1056" y="145"/>
                    <a:pt x="959" y="172"/>
                    <a:pt x="863" y="172"/>
                  </a:cubicBezTo>
                  <a:cubicBezTo>
                    <a:pt x="640" y="172"/>
                    <a:pt x="421" y="27"/>
                    <a:pt x="195" y="27"/>
                  </a:cubicBezTo>
                  <a:cubicBezTo>
                    <a:pt x="131" y="27"/>
                    <a:pt x="66" y="39"/>
                    <a:pt x="0" y="69"/>
                  </a:cubicBezTo>
                  <a:cubicBezTo>
                    <a:pt x="115" y="646"/>
                    <a:pt x="313" y="1168"/>
                    <a:pt x="1008" y="1168"/>
                  </a:cubicBezTo>
                  <a:cubicBezTo>
                    <a:pt x="1045" y="1168"/>
                    <a:pt x="1084" y="1167"/>
                    <a:pt x="1125" y="1164"/>
                  </a:cubicBezTo>
                  <a:cubicBezTo>
                    <a:pt x="1185" y="1407"/>
                    <a:pt x="1216" y="1650"/>
                    <a:pt x="1246" y="1923"/>
                  </a:cubicBezTo>
                  <a:cubicBezTo>
                    <a:pt x="1270" y="2208"/>
                    <a:pt x="1368" y="2437"/>
                    <a:pt x="1598" y="2437"/>
                  </a:cubicBezTo>
                  <a:cubicBezTo>
                    <a:pt x="1662" y="2437"/>
                    <a:pt x="1737" y="2419"/>
                    <a:pt x="1824" y="2379"/>
                  </a:cubicBezTo>
                  <a:cubicBezTo>
                    <a:pt x="2249" y="2197"/>
                    <a:pt x="1915" y="2045"/>
                    <a:pt x="1763" y="1771"/>
                  </a:cubicBezTo>
                  <a:cubicBezTo>
                    <a:pt x="1641" y="1498"/>
                    <a:pt x="1763" y="1255"/>
                    <a:pt x="1854" y="1012"/>
                  </a:cubicBezTo>
                  <a:cubicBezTo>
                    <a:pt x="2037" y="677"/>
                    <a:pt x="1976" y="282"/>
                    <a:pt x="1733" y="39"/>
                  </a:cubicBezTo>
                  <a:cubicBezTo>
                    <a:pt x="1712" y="42"/>
                    <a:pt x="1692" y="43"/>
                    <a:pt x="1672" y="43"/>
                  </a:cubicBezTo>
                  <a:cubicBezTo>
                    <a:pt x="1557" y="43"/>
                    <a:pt x="1449"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8"/>
            <p:cNvSpPr/>
            <p:nvPr/>
          </p:nvSpPr>
          <p:spPr>
            <a:xfrm>
              <a:off x="1516675" y="2386029"/>
              <a:ext cx="56447" cy="120614"/>
            </a:xfrm>
            <a:custGeom>
              <a:rect b="b" l="l" r="r" t="t"/>
              <a:pathLst>
                <a:path extrusionOk="0" h="2859" w="1338">
                  <a:moveTo>
                    <a:pt x="1338" y="0"/>
                  </a:moveTo>
                  <a:lnTo>
                    <a:pt x="1338" y="0"/>
                  </a:lnTo>
                  <a:cubicBezTo>
                    <a:pt x="760" y="213"/>
                    <a:pt x="669" y="821"/>
                    <a:pt x="304" y="1155"/>
                  </a:cubicBezTo>
                  <a:lnTo>
                    <a:pt x="304" y="1125"/>
                  </a:lnTo>
                  <a:cubicBezTo>
                    <a:pt x="31" y="1368"/>
                    <a:pt x="243" y="1733"/>
                    <a:pt x="31" y="1976"/>
                  </a:cubicBezTo>
                  <a:cubicBezTo>
                    <a:pt x="31" y="2037"/>
                    <a:pt x="31" y="2097"/>
                    <a:pt x="31" y="2158"/>
                  </a:cubicBezTo>
                  <a:cubicBezTo>
                    <a:pt x="31" y="2158"/>
                    <a:pt x="61" y="2189"/>
                    <a:pt x="91" y="2280"/>
                  </a:cubicBezTo>
                  <a:cubicBezTo>
                    <a:pt x="122" y="2371"/>
                    <a:pt x="91" y="2462"/>
                    <a:pt x="0" y="2523"/>
                  </a:cubicBezTo>
                  <a:cubicBezTo>
                    <a:pt x="31" y="2584"/>
                    <a:pt x="31" y="2645"/>
                    <a:pt x="0" y="2736"/>
                  </a:cubicBezTo>
                  <a:cubicBezTo>
                    <a:pt x="124" y="2771"/>
                    <a:pt x="249" y="2858"/>
                    <a:pt x="355" y="2858"/>
                  </a:cubicBezTo>
                  <a:cubicBezTo>
                    <a:pt x="430" y="2858"/>
                    <a:pt x="497" y="2814"/>
                    <a:pt x="547" y="2675"/>
                  </a:cubicBezTo>
                  <a:cubicBezTo>
                    <a:pt x="851" y="1824"/>
                    <a:pt x="1246" y="973"/>
                    <a:pt x="13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8"/>
            <p:cNvSpPr/>
            <p:nvPr/>
          </p:nvSpPr>
          <p:spPr>
            <a:xfrm>
              <a:off x="2003947" y="3368295"/>
              <a:ext cx="91083" cy="101334"/>
            </a:xfrm>
            <a:custGeom>
              <a:rect b="b" l="l" r="r" t="t"/>
              <a:pathLst>
                <a:path extrusionOk="0" h="2402" w="2159">
                  <a:moveTo>
                    <a:pt x="122" y="0"/>
                  </a:moveTo>
                  <a:cubicBezTo>
                    <a:pt x="92" y="0"/>
                    <a:pt x="61" y="61"/>
                    <a:pt x="31" y="122"/>
                  </a:cubicBezTo>
                  <a:cubicBezTo>
                    <a:pt x="0" y="183"/>
                    <a:pt x="31" y="274"/>
                    <a:pt x="92" y="335"/>
                  </a:cubicBezTo>
                  <a:cubicBezTo>
                    <a:pt x="365" y="1398"/>
                    <a:pt x="1247" y="1824"/>
                    <a:pt x="2159" y="2401"/>
                  </a:cubicBezTo>
                  <a:cubicBezTo>
                    <a:pt x="1794" y="1186"/>
                    <a:pt x="912" y="669"/>
                    <a:pt x="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8"/>
            <p:cNvSpPr/>
            <p:nvPr/>
          </p:nvSpPr>
          <p:spPr>
            <a:xfrm>
              <a:off x="1950073" y="3563204"/>
              <a:ext cx="103908" cy="80831"/>
            </a:xfrm>
            <a:custGeom>
              <a:rect b="b" l="l" r="r" t="t"/>
              <a:pathLst>
                <a:path extrusionOk="0" h="1916" w="2463">
                  <a:moveTo>
                    <a:pt x="1" y="0"/>
                  </a:moveTo>
                  <a:lnTo>
                    <a:pt x="1" y="0"/>
                  </a:lnTo>
                  <a:cubicBezTo>
                    <a:pt x="662" y="811"/>
                    <a:pt x="1471" y="1474"/>
                    <a:pt x="2428" y="1900"/>
                  </a:cubicBezTo>
                  <a:lnTo>
                    <a:pt x="2428" y="1900"/>
                  </a:lnTo>
                  <a:cubicBezTo>
                    <a:pt x="2090" y="666"/>
                    <a:pt x="1060" y="333"/>
                    <a:pt x="1" y="0"/>
                  </a:cubicBezTo>
                  <a:close/>
                  <a:moveTo>
                    <a:pt x="2428" y="1900"/>
                  </a:moveTo>
                  <a:cubicBezTo>
                    <a:pt x="2430" y="1905"/>
                    <a:pt x="2431" y="1910"/>
                    <a:pt x="2433" y="1915"/>
                  </a:cubicBezTo>
                  <a:lnTo>
                    <a:pt x="2463" y="1915"/>
                  </a:lnTo>
                  <a:cubicBezTo>
                    <a:pt x="2451" y="1910"/>
                    <a:pt x="2440" y="1905"/>
                    <a:pt x="2428" y="190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8"/>
            <p:cNvSpPr/>
            <p:nvPr/>
          </p:nvSpPr>
          <p:spPr>
            <a:xfrm>
              <a:off x="1703863" y="2907558"/>
              <a:ext cx="82139" cy="75347"/>
            </a:xfrm>
            <a:custGeom>
              <a:rect b="b" l="l" r="r" t="t"/>
              <a:pathLst>
                <a:path extrusionOk="0" h="1786" w="1947">
                  <a:moveTo>
                    <a:pt x="750" y="1"/>
                  </a:moveTo>
                  <a:cubicBezTo>
                    <a:pt x="662" y="1"/>
                    <a:pt x="566" y="22"/>
                    <a:pt x="457" y="70"/>
                  </a:cubicBezTo>
                  <a:cubicBezTo>
                    <a:pt x="426" y="191"/>
                    <a:pt x="426" y="313"/>
                    <a:pt x="426" y="404"/>
                  </a:cubicBezTo>
                  <a:cubicBezTo>
                    <a:pt x="1" y="1073"/>
                    <a:pt x="791" y="1134"/>
                    <a:pt x="1004" y="1499"/>
                  </a:cubicBezTo>
                  <a:cubicBezTo>
                    <a:pt x="1148" y="1589"/>
                    <a:pt x="1292" y="1785"/>
                    <a:pt x="1411" y="1785"/>
                  </a:cubicBezTo>
                  <a:cubicBezTo>
                    <a:pt x="1493" y="1785"/>
                    <a:pt x="1562" y="1692"/>
                    <a:pt x="1612" y="1407"/>
                  </a:cubicBezTo>
                  <a:cubicBezTo>
                    <a:pt x="1642" y="1316"/>
                    <a:pt x="1733" y="1286"/>
                    <a:pt x="1794" y="1225"/>
                  </a:cubicBezTo>
                  <a:cubicBezTo>
                    <a:pt x="1946" y="921"/>
                    <a:pt x="1764" y="739"/>
                    <a:pt x="1612" y="556"/>
                  </a:cubicBezTo>
                  <a:cubicBezTo>
                    <a:pt x="1320" y="337"/>
                    <a:pt x="1105" y="1"/>
                    <a:pt x="7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8"/>
            <p:cNvSpPr/>
            <p:nvPr/>
          </p:nvSpPr>
          <p:spPr>
            <a:xfrm>
              <a:off x="1957793" y="3318260"/>
              <a:ext cx="51342" cy="64167"/>
            </a:xfrm>
            <a:custGeom>
              <a:rect b="b" l="l" r="r" t="t"/>
              <a:pathLst>
                <a:path extrusionOk="0" h="1521" w="1217">
                  <a:moveTo>
                    <a:pt x="0" y="1"/>
                  </a:moveTo>
                  <a:lnTo>
                    <a:pt x="0" y="1"/>
                  </a:lnTo>
                  <a:cubicBezTo>
                    <a:pt x="152" y="700"/>
                    <a:pt x="274" y="1429"/>
                    <a:pt x="1186" y="1521"/>
                  </a:cubicBezTo>
                  <a:lnTo>
                    <a:pt x="1216" y="1186"/>
                  </a:lnTo>
                  <a:cubicBezTo>
                    <a:pt x="973" y="609"/>
                    <a:pt x="487" y="33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8"/>
            <p:cNvSpPr/>
            <p:nvPr/>
          </p:nvSpPr>
          <p:spPr>
            <a:xfrm>
              <a:off x="1573080" y="3455624"/>
              <a:ext cx="82097" cy="55688"/>
            </a:xfrm>
            <a:custGeom>
              <a:rect b="b" l="l" r="r" t="t"/>
              <a:pathLst>
                <a:path extrusionOk="0" h="1320" w="1946">
                  <a:moveTo>
                    <a:pt x="494" y="0"/>
                  </a:moveTo>
                  <a:cubicBezTo>
                    <a:pt x="271" y="0"/>
                    <a:pt x="61" y="149"/>
                    <a:pt x="1" y="392"/>
                  </a:cubicBezTo>
                  <a:cubicBezTo>
                    <a:pt x="365" y="818"/>
                    <a:pt x="1034" y="696"/>
                    <a:pt x="1368" y="1182"/>
                  </a:cubicBezTo>
                  <a:cubicBezTo>
                    <a:pt x="1444" y="1274"/>
                    <a:pt x="1551" y="1319"/>
                    <a:pt x="1657" y="1319"/>
                  </a:cubicBezTo>
                  <a:cubicBezTo>
                    <a:pt x="1763" y="1319"/>
                    <a:pt x="1870" y="1274"/>
                    <a:pt x="1946" y="1182"/>
                  </a:cubicBezTo>
                  <a:cubicBezTo>
                    <a:pt x="1642" y="757"/>
                    <a:pt x="1277" y="392"/>
                    <a:pt x="821" y="119"/>
                  </a:cubicBezTo>
                  <a:cubicBezTo>
                    <a:pt x="720" y="38"/>
                    <a:pt x="605" y="0"/>
                    <a:pt x="4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8"/>
            <p:cNvSpPr/>
            <p:nvPr/>
          </p:nvSpPr>
          <p:spPr>
            <a:xfrm>
              <a:off x="1501276" y="3377196"/>
              <a:ext cx="74419" cy="61172"/>
            </a:xfrm>
            <a:custGeom>
              <a:rect b="b" l="l" r="r" t="t"/>
              <a:pathLst>
                <a:path extrusionOk="0" h="1450" w="1764">
                  <a:moveTo>
                    <a:pt x="174" y="1"/>
                  </a:moveTo>
                  <a:cubicBezTo>
                    <a:pt x="133" y="1"/>
                    <a:pt x="93" y="11"/>
                    <a:pt x="61" y="32"/>
                  </a:cubicBezTo>
                  <a:cubicBezTo>
                    <a:pt x="31" y="32"/>
                    <a:pt x="0" y="93"/>
                    <a:pt x="0" y="154"/>
                  </a:cubicBezTo>
                  <a:cubicBezTo>
                    <a:pt x="0" y="245"/>
                    <a:pt x="31" y="306"/>
                    <a:pt x="92" y="367"/>
                  </a:cubicBezTo>
                  <a:cubicBezTo>
                    <a:pt x="365" y="701"/>
                    <a:pt x="639" y="1066"/>
                    <a:pt x="912" y="1400"/>
                  </a:cubicBezTo>
                  <a:cubicBezTo>
                    <a:pt x="1042" y="1416"/>
                    <a:pt x="1172" y="1450"/>
                    <a:pt x="1288" y="1450"/>
                  </a:cubicBezTo>
                  <a:cubicBezTo>
                    <a:pt x="1389" y="1450"/>
                    <a:pt x="1480" y="1424"/>
                    <a:pt x="1551" y="1339"/>
                  </a:cubicBezTo>
                  <a:cubicBezTo>
                    <a:pt x="1763" y="1035"/>
                    <a:pt x="1490" y="944"/>
                    <a:pt x="1307" y="853"/>
                  </a:cubicBezTo>
                  <a:cubicBezTo>
                    <a:pt x="943" y="640"/>
                    <a:pt x="639" y="397"/>
                    <a:pt x="365" y="93"/>
                  </a:cubicBezTo>
                  <a:cubicBezTo>
                    <a:pt x="326" y="34"/>
                    <a:pt x="249"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8"/>
            <p:cNvSpPr/>
            <p:nvPr/>
          </p:nvSpPr>
          <p:spPr>
            <a:xfrm>
              <a:off x="1430738" y="2800190"/>
              <a:ext cx="53916" cy="61214"/>
            </a:xfrm>
            <a:custGeom>
              <a:rect b="b" l="l" r="r" t="t"/>
              <a:pathLst>
                <a:path extrusionOk="0" h="1451" w="1278">
                  <a:moveTo>
                    <a:pt x="943" y="1"/>
                  </a:moveTo>
                  <a:cubicBezTo>
                    <a:pt x="31" y="335"/>
                    <a:pt x="1" y="366"/>
                    <a:pt x="700" y="1308"/>
                  </a:cubicBezTo>
                  <a:cubicBezTo>
                    <a:pt x="830" y="1345"/>
                    <a:pt x="948" y="1450"/>
                    <a:pt x="1063" y="1450"/>
                  </a:cubicBezTo>
                  <a:cubicBezTo>
                    <a:pt x="1135" y="1450"/>
                    <a:pt x="1206" y="1408"/>
                    <a:pt x="1277" y="1278"/>
                  </a:cubicBezTo>
                  <a:cubicBezTo>
                    <a:pt x="1095" y="852"/>
                    <a:pt x="1004" y="426"/>
                    <a:pt x="9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8"/>
            <p:cNvSpPr/>
            <p:nvPr/>
          </p:nvSpPr>
          <p:spPr>
            <a:xfrm>
              <a:off x="1321723" y="3008810"/>
              <a:ext cx="64167" cy="64589"/>
            </a:xfrm>
            <a:custGeom>
              <a:rect b="b" l="l" r="r" t="t"/>
              <a:pathLst>
                <a:path extrusionOk="0" h="1531" w="1521">
                  <a:moveTo>
                    <a:pt x="335" y="0"/>
                  </a:moveTo>
                  <a:cubicBezTo>
                    <a:pt x="297" y="0"/>
                    <a:pt x="257" y="4"/>
                    <a:pt x="214" y="10"/>
                  </a:cubicBezTo>
                  <a:cubicBezTo>
                    <a:pt x="153" y="10"/>
                    <a:pt x="92" y="102"/>
                    <a:pt x="31" y="162"/>
                  </a:cubicBezTo>
                  <a:cubicBezTo>
                    <a:pt x="1" y="922"/>
                    <a:pt x="913" y="953"/>
                    <a:pt x="1095" y="1530"/>
                  </a:cubicBezTo>
                  <a:cubicBezTo>
                    <a:pt x="1521" y="1226"/>
                    <a:pt x="1278" y="1044"/>
                    <a:pt x="1034" y="770"/>
                  </a:cubicBezTo>
                  <a:cubicBezTo>
                    <a:pt x="810" y="489"/>
                    <a:pt x="793" y="0"/>
                    <a:pt x="3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8"/>
            <p:cNvSpPr/>
            <p:nvPr/>
          </p:nvSpPr>
          <p:spPr>
            <a:xfrm>
              <a:off x="1449975" y="3319061"/>
              <a:ext cx="69272" cy="64969"/>
            </a:xfrm>
            <a:custGeom>
              <a:rect b="b" l="l" r="r" t="t"/>
              <a:pathLst>
                <a:path extrusionOk="0" h="1540" w="1642">
                  <a:moveTo>
                    <a:pt x="316" y="1"/>
                  </a:moveTo>
                  <a:cubicBezTo>
                    <a:pt x="291" y="1"/>
                    <a:pt x="266" y="5"/>
                    <a:pt x="244" y="12"/>
                  </a:cubicBezTo>
                  <a:cubicBezTo>
                    <a:pt x="92" y="73"/>
                    <a:pt x="1" y="225"/>
                    <a:pt x="1" y="377"/>
                  </a:cubicBezTo>
                  <a:lnTo>
                    <a:pt x="92" y="711"/>
                  </a:lnTo>
                  <a:lnTo>
                    <a:pt x="153" y="772"/>
                  </a:lnTo>
                  <a:cubicBezTo>
                    <a:pt x="517" y="924"/>
                    <a:pt x="912" y="1046"/>
                    <a:pt x="1034" y="1471"/>
                  </a:cubicBezTo>
                  <a:cubicBezTo>
                    <a:pt x="1064" y="1517"/>
                    <a:pt x="1118" y="1540"/>
                    <a:pt x="1171" y="1540"/>
                  </a:cubicBezTo>
                  <a:cubicBezTo>
                    <a:pt x="1224" y="1540"/>
                    <a:pt x="1277" y="1517"/>
                    <a:pt x="1308" y="1471"/>
                  </a:cubicBezTo>
                  <a:lnTo>
                    <a:pt x="1581" y="1471"/>
                  </a:lnTo>
                  <a:cubicBezTo>
                    <a:pt x="1642" y="1015"/>
                    <a:pt x="1308" y="650"/>
                    <a:pt x="852" y="620"/>
                  </a:cubicBezTo>
                  <a:cubicBezTo>
                    <a:pt x="700" y="559"/>
                    <a:pt x="608" y="468"/>
                    <a:pt x="517" y="346"/>
                  </a:cubicBezTo>
                  <a:cubicBezTo>
                    <a:pt x="487" y="286"/>
                    <a:pt x="487" y="194"/>
                    <a:pt x="517" y="103"/>
                  </a:cubicBezTo>
                  <a:cubicBezTo>
                    <a:pt x="472" y="35"/>
                    <a:pt x="392"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8"/>
            <p:cNvSpPr/>
            <p:nvPr/>
          </p:nvSpPr>
          <p:spPr>
            <a:xfrm>
              <a:off x="1665430" y="3524475"/>
              <a:ext cx="53873" cy="43875"/>
            </a:xfrm>
            <a:custGeom>
              <a:rect b="b" l="l" r="r" t="t"/>
              <a:pathLst>
                <a:path extrusionOk="0" h="1040" w="1277">
                  <a:moveTo>
                    <a:pt x="222" y="1"/>
                  </a:moveTo>
                  <a:cubicBezTo>
                    <a:pt x="81" y="1"/>
                    <a:pt x="0" y="120"/>
                    <a:pt x="0" y="402"/>
                  </a:cubicBezTo>
                  <a:cubicBezTo>
                    <a:pt x="122" y="462"/>
                    <a:pt x="182" y="584"/>
                    <a:pt x="243" y="706"/>
                  </a:cubicBezTo>
                  <a:cubicBezTo>
                    <a:pt x="517" y="1040"/>
                    <a:pt x="881" y="1009"/>
                    <a:pt x="1277" y="1040"/>
                  </a:cubicBezTo>
                  <a:cubicBezTo>
                    <a:pt x="1216" y="523"/>
                    <a:pt x="851" y="341"/>
                    <a:pt x="547" y="128"/>
                  </a:cubicBezTo>
                  <a:cubicBezTo>
                    <a:pt x="419" y="47"/>
                    <a:pt x="309" y="1"/>
                    <a:pt x="2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8"/>
            <p:cNvSpPr/>
            <p:nvPr/>
          </p:nvSpPr>
          <p:spPr>
            <a:xfrm>
              <a:off x="1415339" y="3283792"/>
              <a:ext cx="65475" cy="42019"/>
            </a:xfrm>
            <a:custGeom>
              <a:rect b="b" l="l" r="r" t="t"/>
              <a:pathLst>
                <a:path extrusionOk="0" h="996" w="1552">
                  <a:moveTo>
                    <a:pt x="268" y="1"/>
                  </a:moveTo>
                  <a:cubicBezTo>
                    <a:pt x="163" y="1"/>
                    <a:pt x="65" y="38"/>
                    <a:pt x="1" y="119"/>
                  </a:cubicBezTo>
                  <a:cubicBezTo>
                    <a:pt x="122" y="423"/>
                    <a:pt x="214" y="757"/>
                    <a:pt x="518" y="939"/>
                  </a:cubicBezTo>
                  <a:cubicBezTo>
                    <a:pt x="622" y="960"/>
                    <a:pt x="742" y="996"/>
                    <a:pt x="866" y="996"/>
                  </a:cubicBezTo>
                  <a:cubicBezTo>
                    <a:pt x="921" y="996"/>
                    <a:pt x="978" y="989"/>
                    <a:pt x="1034" y="970"/>
                  </a:cubicBezTo>
                  <a:lnTo>
                    <a:pt x="1338" y="970"/>
                  </a:lnTo>
                  <a:cubicBezTo>
                    <a:pt x="1551" y="727"/>
                    <a:pt x="1399" y="635"/>
                    <a:pt x="1186" y="483"/>
                  </a:cubicBezTo>
                  <a:cubicBezTo>
                    <a:pt x="974" y="331"/>
                    <a:pt x="761" y="210"/>
                    <a:pt x="548" y="88"/>
                  </a:cubicBezTo>
                  <a:cubicBezTo>
                    <a:pt x="462" y="31"/>
                    <a:pt x="362" y="1"/>
                    <a:pt x="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8"/>
            <p:cNvSpPr/>
            <p:nvPr/>
          </p:nvSpPr>
          <p:spPr>
            <a:xfrm>
              <a:off x="1616660" y="3505490"/>
              <a:ext cx="71888" cy="35944"/>
            </a:xfrm>
            <a:custGeom>
              <a:rect b="b" l="l" r="r" t="t"/>
              <a:pathLst>
                <a:path extrusionOk="0" h="852" w="1704">
                  <a:moveTo>
                    <a:pt x="305" y="0"/>
                  </a:moveTo>
                  <a:cubicBezTo>
                    <a:pt x="244" y="31"/>
                    <a:pt x="153" y="31"/>
                    <a:pt x="62" y="31"/>
                  </a:cubicBezTo>
                  <a:cubicBezTo>
                    <a:pt x="62" y="31"/>
                    <a:pt x="1" y="61"/>
                    <a:pt x="1" y="122"/>
                  </a:cubicBezTo>
                  <a:cubicBezTo>
                    <a:pt x="1" y="183"/>
                    <a:pt x="1" y="244"/>
                    <a:pt x="62" y="304"/>
                  </a:cubicBezTo>
                  <a:lnTo>
                    <a:pt x="882" y="852"/>
                  </a:lnTo>
                  <a:lnTo>
                    <a:pt x="1156" y="852"/>
                  </a:lnTo>
                  <a:cubicBezTo>
                    <a:pt x="1236" y="665"/>
                    <a:pt x="1432" y="572"/>
                    <a:pt x="1622" y="572"/>
                  </a:cubicBezTo>
                  <a:cubicBezTo>
                    <a:pt x="1649" y="572"/>
                    <a:pt x="1677" y="574"/>
                    <a:pt x="1703" y="578"/>
                  </a:cubicBezTo>
                  <a:cubicBezTo>
                    <a:pt x="1521" y="244"/>
                    <a:pt x="1156" y="213"/>
                    <a:pt x="8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8"/>
            <p:cNvSpPr/>
            <p:nvPr/>
          </p:nvSpPr>
          <p:spPr>
            <a:xfrm>
              <a:off x="1539752" y="3002819"/>
              <a:ext cx="46195" cy="61594"/>
            </a:xfrm>
            <a:custGeom>
              <a:rect b="b" l="l" r="r" t="t"/>
              <a:pathLst>
                <a:path extrusionOk="0" h="1460" w="1095">
                  <a:moveTo>
                    <a:pt x="243" y="0"/>
                  </a:moveTo>
                  <a:lnTo>
                    <a:pt x="243" y="0"/>
                  </a:lnTo>
                  <a:cubicBezTo>
                    <a:pt x="0" y="1064"/>
                    <a:pt x="0" y="1064"/>
                    <a:pt x="1094" y="1459"/>
                  </a:cubicBezTo>
                  <a:cubicBezTo>
                    <a:pt x="639" y="1095"/>
                    <a:pt x="335" y="578"/>
                    <a:pt x="2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8"/>
            <p:cNvSpPr/>
            <p:nvPr/>
          </p:nvSpPr>
          <p:spPr>
            <a:xfrm>
              <a:off x="1893668" y="3152840"/>
              <a:ext cx="39783" cy="56573"/>
            </a:xfrm>
            <a:custGeom>
              <a:rect b="b" l="l" r="r" t="t"/>
              <a:pathLst>
                <a:path extrusionOk="0" h="1341" w="943">
                  <a:moveTo>
                    <a:pt x="0" y="1"/>
                  </a:moveTo>
                  <a:cubicBezTo>
                    <a:pt x="122" y="274"/>
                    <a:pt x="213" y="578"/>
                    <a:pt x="274" y="882"/>
                  </a:cubicBezTo>
                  <a:cubicBezTo>
                    <a:pt x="302" y="1138"/>
                    <a:pt x="517" y="1341"/>
                    <a:pt x="769" y="1341"/>
                  </a:cubicBezTo>
                  <a:cubicBezTo>
                    <a:pt x="786" y="1341"/>
                    <a:pt x="804" y="1340"/>
                    <a:pt x="821" y="1338"/>
                  </a:cubicBezTo>
                  <a:cubicBezTo>
                    <a:pt x="760" y="761"/>
                    <a:pt x="943" y="6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8"/>
            <p:cNvSpPr/>
            <p:nvPr/>
          </p:nvSpPr>
          <p:spPr>
            <a:xfrm>
              <a:off x="2161689" y="3795070"/>
              <a:ext cx="61594" cy="45141"/>
            </a:xfrm>
            <a:custGeom>
              <a:rect b="b" l="l" r="r" t="t"/>
              <a:pathLst>
                <a:path extrusionOk="0" h="1070" w="1460">
                  <a:moveTo>
                    <a:pt x="394" y="0"/>
                  </a:moveTo>
                  <a:cubicBezTo>
                    <a:pt x="307" y="0"/>
                    <a:pt x="218" y="48"/>
                    <a:pt x="122" y="158"/>
                  </a:cubicBezTo>
                  <a:cubicBezTo>
                    <a:pt x="0" y="279"/>
                    <a:pt x="0" y="371"/>
                    <a:pt x="152" y="492"/>
                  </a:cubicBezTo>
                  <a:cubicBezTo>
                    <a:pt x="426" y="796"/>
                    <a:pt x="821" y="1009"/>
                    <a:pt x="1216" y="1070"/>
                  </a:cubicBezTo>
                  <a:cubicBezTo>
                    <a:pt x="1459" y="523"/>
                    <a:pt x="821" y="523"/>
                    <a:pt x="699" y="188"/>
                  </a:cubicBezTo>
                  <a:cubicBezTo>
                    <a:pt x="599" y="71"/>
                    <a:pt x="499"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8"/>
            <p:cNvSpPr/>
            <p:nvPr/>
          </p:nvSpPr>
          <p:spPr>
            <a:xfrm>
              <a:off x="1393570" y="2491162"/>
              <a:ext cx="42356" cy="68006"/>
            </a:xfrm>
            <a:custGeom>
              <a:rect b="b" l="l" r="r" t="t"/>
              <a:pathLst>
                <a:path extrusionOk="0" h="1612" w="1004">
                  <a:moveTo>
                    <a:pt x="760" y="1"/>
                  </a:moveTo>
                  <a:cubicBezTo>
                    <a:pt x="456" y="487"/>
                    <a:pt x="0" y="973"/>
                    <a:pt x="486" y="1612"/>
                  </a:cubicBezTo>
                  <a:lnTo>
                    <a:pt x="1003" y="244"/>
                  </a:lnTo>
                  <a:cubicBezTo>
                    <a:pt x="942" y="153"/>
                    <a:pt x="851" y="61"/>
                    <a:pt x="7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8"/>
            <p:cNvSpPr/>
            <p:nvPr/>
          </p:nvSpPr>
          <p:spPr>
            <a:xfrm>
              <a:off x="1529500" y="2730959"/>
              <a:ext cx="57713" cy="41386"/>
            </a:xfrm>
            <a:custGeom>
              <a:rect b="b" l="l" r="r" t="t"/>
              <a:pathLst>
                <a:path extrusionOk="0" h="981" w="1368">
                  <a:moveTo>
                    <a:pt x="1094" y="1"/>
                  </a:moveTo>
                  <a:cubicBezTo>
                    <a:pt x="952" y="96"/>
                    <a:pt x="883" y="339"/>
                    <a:pt x="701" y="339"/>
                  </a:cubicBezTo>
                  <a:cubicBezTo>
                    <a:pt x="650" y="339"/>
                    <a:pt x="590" y="320"/>
                    <a:pt x="517" y="274"/>
                  </a:cubicBezTo>
                  <a:lnTo>
                    <a:pt x="0" y="274"/>
                  </a:lnTo>
                  <a:lnTo>
                    <a:pt x="486" y="821"/>
                  </a:lnTo>
                  <a:lnTo>
                    <a:pt x="547" y="821"/>
                  </a:lnTo>
                  <a:cubicBezTo>
                    <a:pt x="654" y="928"/>
                    <a:pt x="798" y="981"/>
                    <a:pt x="942" y="981"/>
                  </a:cubicBezTo>
                  <a:cubicBezTo>
                    <a:pt x="1087" y="981"/>
                    <a:pt x="1231" y="928"/>
                    <a:pt x="1337" y="821"/>
                  </a:cubicBezTo>
                  <a:cubicBezTo>
                    <a:pt x="1307" y="517"/>
                    <a:pt x="1368" y="213"/>
                    <a:pt x="10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8"/>
            <p:cNvSpPr/>
            <p:nvPr/>
          </p:nvSpPr>
          <p:spPr>
            <a:xfrm>
              <a:off x="1388085" y="3265567"/>
              <a:ext cx="50372" cy="24764"/>
            </a:xfrm>
            <a:custGeom>
              <a:rect b="b" l="l" r="r" t="t"/>
              <a:pathLst>
                <a:path extrusionOk="0" h="587" w="1194">
                  <a:moveTo>
                    <a:pt x="200" y="0"/>
                  </a:moveTo>
                  <a:cubicBezTo>
                    <a:pt x="53" y="0"/>
                    <a:pt x="0" y="108"/>
                    <a:pt x="69" y="338"/>
                  </a:cubicBezTo>
                  <a:cubicBezTo>
                    <a:pt x="175" y="497"/>
                    <a:pt x="351" y="587"/>
                    <a:pt x="536" y="587"/>
                  </a:cubicBezTo>
                  <a:cubicBezTo>
                    <a:pt x="562" y="587"/>
                    <a:pt x="589" y="585"/>
                    <a:pt x="616" y="581"/>
                  </a:cubicBezTo>
                  <a:lnTo>
                    <a:pt x="1194" y="551"/>
                  </a:lnTo>
                  <a:cubicBezTo>
                    <a:pt x="1164" y="459"/>
                    <a:pt x="1164" y="368"/>
                    <a:pt x="1164" y="307"/>
                  </a:cubicBezTo>
                  <a:lnTo>
                    <a:pt x="373" y="34"/>
                  </a:lnTo>
                  <a:cubicBezTo>
                    <a:pt x="306" y="12"/>
                    <a:pt x="248" y="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8"/>
            <p:cNvSpPr/>
            <p:nvPr/>
          </p:nvSpPr>
          <p:spPr>
            <a:xfrm>
              <a:off x="2202695" y="3472162"/>
              <a:ext cx="31683" cy="34636"/>
            </a:xfrm>
            <a:custGeom>
              <a:rect b="b" l="l" r="r" t="t"/>
              <a:pathLst>
                <a:path extrusionOk="0" h="821" w="751">
                  <a:moveTo>
                    <a:pt x="244" y="0"/>
                  </a:moveTo>
                  <a:cubicBezTo>
                    <a:pt x="92" y="243"/>
                    <a:pt x="1" y="517"/>
                    <a:pt x="1" y="821"/>
                  </a:cubicBezTo>
                  <a:cubicBezTo>
                    <a:pt x="44" y="817"/>
                    <a:pt x="90" y="816"/>
                    <a:pt x="136" y="816"/>
                  </a:cubicBezTo>
                  <a:cubicBezTo>
                    <a:pt x="174" y="816"/>
                    <a:pt x="212" y="817"/>
                    <a:pt x="249" y="817"/>
                  </a:cubicBezTo>
                  <a:cubicBezTo>
                    <a:pt x="520" y="817"/>
                    <a:pt x="750" y="786"/>
                    <a:pt x="518" y="274"/>
                  </a:cubicBezTo>
                  <a:cubicBezTo>
                    <a:pt x="426" y="183"/>
                    <a:pt x="335" y="91"/>
                    <a:pt x="2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8"/>
            <p:cNvSpPr/>
            <p:nvPr/>
          </p:nvSpPr>
          <p:spPr>
            <a:xfrm>
              <a:off x="1948807" y="3745288"/>
              <a:ext cx="33370" cy="23330"/>
            </a:xfrm>
            <a:custGeom>
              <a:rect b="b" l="l" r="r" t="t"/>
              <a:pathLst>
                <a:path extrusionOk="0" h="553" w="791">
                  <a:moveTo>
                    <a:pt x="365" y="0"/>
                  </a:moveTo>
                  <a:lnTo>
                    <a:pt x="0" y="335"/>
                  </a:lnTo>
                  <a:cubicBezTo>
                    <a:pt x="31" y="426"/>
                    <a:pt x="31" y="487"/>
                    <a:pt x="61" y="548"/>
                  </a:cubicBezTo>
                  <a:cubicBezTo>
                    <a:pt x="146" y="548"/>
                    <a:pt x="251" y="552"/>
                    <a:pt x="350" y="552"/>
                  </a:cubicBezTo>
                  <a:cubicBezTo>
                    <a:pt x="498" y="552"/>
                    <a:pt x="633" y="542"/>
                    <a:pt x="669" y="487"/>
                  </a:cubicBezTo>
                  <a:cubicBezTo>
                    <a:pt x="791" y="244"/>
                    <a:pt x="548" y="122"/>
                    <a:pt x="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8"/>
            <p:cNvSpPr/>
            <p:nvPr/>
          </p:nvSpPr>
          <p:spPr>
            <a:xfrm>
              <a:off x="2245010" y="3595900"/>
              <a:ext cx="34678" cy="25059"/>
            </a:xfrm>
            <a:custGeom>
              <a:rect b="b" l="l" r="r" t="t"/>
              <a:pathLst>
                <a:path extrusionOk="0" h="594" w="822">
                  <a:moveTo>
                    <a:pt x="210" y="0"/>
                  </a:moveTo>
                  <a:cubicBezTo>
                    <a:pt x="160" y="0"/>
                    <a:pt x="107" y="16"/>
                    <a:pt x="62" y="46"/>
                  </a:cubicBezTo>
                  <a:cubicBezTo>
                    <a:pt x="1" y="137"/>
                    <a:pt x="1" y="228"/>
                    <a:pt x="62" y="320"/>
                  </a:cubicBezTo>
                  <a:lnTo>
                    <a:pt x="335" y="593"/>
                  </a:lnTo>
                  <a:cubicBezTo>
                    <a:pt x="822" y="593"/>
                    <a:pt x="730" y="350"/>
                    <a:pt x="609" y="46"/>
                  </a:cubicBezTo>
                  <a:lnTo>
                    <a:pt x="335" y="46"/>
                  </a:lnTo>
                  <a:cubicBezTo>
                    <a:pt x="305" y="16"/>
                    <a:pt x="259" y="0"/>
                    <a:pt x="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8"/>
            <p:cNvSpPr/>
            <p:nvPr/>
          </p:nvSpPr>
          <p:spPr>
            <a:xfrm>
              <a:off x="2061661" y="3639184"/>
              <a:ext cx="27084" cy="20630"/>
            </a:xfrm>
            <a:custGeom>
              <a:rect b="b" l="l" r="r" t="t"/>
              <a:pathLst>
                <a:path extrusionOk="0" h="489" w="642">
                  <a:moveTo>
                    <a:pt x="350" y="0"/>
                  </a:moveTo>
                  <a:cubicBezTo>
                    <a:pt x="259" y="0"/>
                    <a:pt x="167" y="38"/>
                    <a:pt x="91" y="114"/>
                  </a:cubicBezTo>
                  <a:cubicBezTo>
                    <a:pt x="61" y="114"/>
                    <a:pt x="31" y="145"/>
                    <a:pt x="31" y="205"/>
                  </a:cubicBezTo>
                  <a:cubicBezTo>
                    <a:pt x="0" y="266"/>
                    <a:pt x="31" y="327"/>
                    <a:pt x="91" y="357"/>
                  </a:cubicBezTo>
                  <a:cubicBezTo>
                    <a:pt x="229" y="426"/>
                    <a:pt x="360" y="489"/>
                    <a:pt x="457" y="489"/>
                  </a:cubicBezTo>
                  <a:cubicBezTo>
                    <a:pt x="575" y="489"/>
                    <a:pt x="641" y="397"/>
                    <a:pt x="608" y="114"/>
                  </a:cubicBezTo>
                  <a:cubicBezTo>
                    <a:pt x="532" y="38"/>
                    <a:pt x="441" y="0"/>
                    <a:pt x="3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8"/>
            <p:cNvSpPr/>
            <p:nvPr/>
          </p:nvSpPr>
          <p:spPr>
            <a:xfrm>
              <a:off x="2127052" y="3501651"/>
              <a:ext cx="14133" cy="14133"/>
            </a:xfrm>
            <a:custGeom>
              <a:rect b="b" l="l" r="r" t="t"/>
              <a:pathLst>
                <a:path extrusionOk="0" h="335" w="335">
                  <a:moveTo>
                    <a:pt x="274" y="0"/>
                  </a:moveTo>
                  <a:cubicBezTo>
                    <a:pt x="183" y="31"/>
                    <a:pt x="122" y="91"/>
                    <a:pt x="61" y="122"/>
                  </a:cubicBezTo>
                  <a:cubicBezTo>
                    <a:pt x="0" y="213"/>
                    <a:pt x="31" y="274"/>
                    <a:pt x="122" y="335"/>
                  </a:cubicBezTo>
                  <a:cubicBezTo>
                    <a:pt x="183" y="274"/>
                    <a:pt x="304" y="274"/>
                    <a:pt x="335" y="213"/>
                  </a:cubicBezTo>
                  <a:cubicBezTo>
                    <a:pt x="335" y="183"/>
                    <a:pt x="304" y="91"/>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8"/>
            <p:cNvSpPr/>
            <p:nvPr/>
          </p:nvSpPr>
          <p:spPr>
            <a:xfrm>
              <a:off x="1511528" y="2996407"/>
              <a:ext cx="14133" cy="12909"/>
            </a:xfrm>
            <a:custGeom>
              <a:rect b="b" l="l" r="r" t="t"/>
              <a:pathLst>
                <a:path extrusionOk="0" h="306" w="335">
                  <a:moveTo>
                    <a:pt x="213" y="0"/>
                  </a:moveTo>
                  <a:cubicBezTo>
                    <a:pt x="183" y="0"/>
                    <a:pt x="92" y="31"/>
                    <a:pt x="1" y="61"/>
                  </a:cubicBezTo>
                  <a:cubicBezTo>
                    <a:pt x="31" y="152"/>
                    <a:pt x="92" y="213"/>
                    <a:pt x="122" y="274"/>
                  </a:cubicBezTo>
                  <a:cubicBezTo>
                    <a:pt x="154" y="296"/>
                    <a:pt x="183" y="306"/>
                    <a:pt x="209" y="306"/>
                  </a:cubicBezTo>
                  <a:cubicBezTo>
                    <a:pt x="256" y="306"/>
                    <a:pt x="296" y="272"/>
                    <a:pt x="335" y="213"/>
                  </a:cubicBezTo>
                  <a:cubicBezTo>
                    <a:pt x="304" y="152"/>
                    <a:pt x="274" y="31"/>
                    <a:pt x="2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8"/>
            <p:cNvSpPr/>
            <p:nvPr/>
          </p:nvSpPr>
          <p:spPr>
            <a:xfrm>
              <a:off x="1932143" y="3549071"/>
              <a:ext cx="19280" cy="15441"/>
            </a:xfrm>
            <a:custGeom>
              <a:rect b="b" l="l" r="r" t="t"/>
              <a:pathLst>
                <a:path extrusionOk="0" h="366" w="457">
                  <a:moveTo>
                    <a:pt x="122" y="1"/>
                  </a:moveTo>
                  <a:cubicBezTo>
                    <a:pt x="92" y="1"/>
                    <a:pt x="0" y="123"/>
                    <a:pt x="0" y="153"/>
                  </a:cubicBezTo>
                  <a:cubicBezTo>
                    <a:pt x="92" y="366"/>
                    <a:pt x="274" y="366"/>
                    <a:pt x="426" y="366"/>
                  </a:cubicBezTo>
                  <a:lnTo>
                    <a:pt x="456" y="335"/>
                  </a:lnTo>
                  <a:cubicBezTo>
                    <a:pt x="395" y="183"/>
                    <a:pt x="304" y="31"/>
                    <a:pt x="1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8"/>
            <p:cNvSpPr/>
            <p:nvPr/>
          </p:nvSpPr>
          <p:spPr>
            <a:xfrm>
              <a:off x="1770563" y="3269532"/>
              <a:ext cx="14133" cy="14175"/>
            </a:xfrm>
            <a:custGeom>
              <a:rect b="b" l="l" r="r" t="t"/>
              <a:pathLst>
                <a:path extrusionOk="0" h="336" w="335">
                  <a:moveTo>
                    <a:pt x="213" y="1"/>
                  </a:moveTo>
                  <a:cubicBezTo>
                    <a:pt x="152" y="31"/>
                    <a:pt x="31" y="61"/>
                    <a:pt x="31" y="122"/>
                  </a:cubicBezTo>
                  <a:cubicBezTo>
                    <a:pt x="0" y="153"/>
                    <a:pt x="31" y="244"/>
                    <a:pt x="61" y="335"/>
                  </a:cubicBezTo>
                  <a:cubicBezTo>
                    <a:pt x="122" y="305"/>
                    <a:pt x="213" y="244"/>
                    <a:pt x="274" y="213"/>
                  </a:cubicBezTo>
                  <a:cubicBezTo>
                    <a:pt x="335" y="122"/>
                    <a:pt x="304" y="61"/>
                    <a:pt x="2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8"/>
            <p:cNvSpPr/>
            <p:nvPr/>
          </p:nvSpPr>
          <p:spPr>
            <a:xfrm>
              <a:off x="1514101" y="2433449"/>
              <a:ext cx="16706" cy="35944"/>
            </a:xfrm>
            <a:custGeom>
              <a:rect b="b" l="l" r="r" t="t"/>
              <a:pathLst>
                <a:path extrusionOk="0" h="852" w="396">
                  <a:moveTo>
                    <a:pt x="365" y="1"/>
                  </a:moveTo>
                  <a:cubicBezTo>
                    <a:pt x="0" y="213"/>
                    <a:pt x="92" y="548"/>
                    <a:pt x="92" y="852"/>
                  </a:cubicBezTo>
                  <a:cubicBezTo>
                    <a:pt x="304" y="639"/>
                    <a:pt x="395" y="305"/>
                    <a:pt x="3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8"/>
            <p:cNvSpPr/>
            <p:nvPr/>
          </p:nvSpPr>
          <p:spPr>
            <a:xfrm>
              <a:off x="1621807" y="3066945"/>
              <a:ext cx="15441" cy="14133"/>
            </a:xfrm>
            <a:custGeom>
              <a:rect b="b" l="l" r="r" t="t"/>
              <a:pathLst>
                <a:path extrusionOk="0" h="335" w="366">
                  <a:moveTo>
                    <a:pt x="92" y="0"/>
                  </a:moveTo>
                  <a:cubicBezTo>
                    <a:pt x="61" y="61"/>
                    <a:pt x="1" y="183"/>
                    <a:pt x="31" y="213"/>
                  </a:cubicBezTo>
                  <a:cubicBezTo>
                    <a:pt x="61" y="274"/>
                    <a:pt x="153" y="335"/>
                    <a:pt x="244" y="335"/>
                  </a:cubicBezTo>
                  <a:cubicBezTo>
                    <a:pt x="335" y="304"/>
                    <a:pt x="365" y="213"/>
                    <a:pt x="305" y="122"/>
                  </a:cubicBezTo>
                  <a:cubicBezTo>
                    <a:pt x="213" y="91"/>
                    <a:pt x="153" y="31"/>
                    <a:pt x="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8"/>
            <p:cNvSpPr/>
            <p:nvPr/>
          </p:nvSpPr>
          <p:spPr>
            <a:xfrm>
              <a:off x="2065500" y="3634839"/>
              <a:ext cx="21853" cy="9197"/>
            </a:xfrm>
            <a:custGeom>
              <a:rect b="b" l="l" r="r" t="t"/>
              <a:pathLst>
                <a:path extrusionOk="0" h="218" w="518">
                  <a:moveTo>
                    <a:pt x="263" y="1"/>
                  </a:moveTo>
                  <a:cubicBezTo>
                    <a:pt x="178" y="1"/>
                    <a:pt x="89" y="69"/>
                    <a:pt x="0" y="217"/>
                  </a:cubicBezTo>
                  <a:lnTo>
                    <a:pt x="517" y="217"/>
                  </a:lnTo>
                  <a:cubicBezTo>
                    <a:pt x="439" y="77"/>
                    <a:pt x="353" y="1"/>
                    <a:pt x="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8"/>
            <p:cNvSpPr/>
            <p:nvPr/>
          </p:nvSpPr>
          <p:spPr>
            <a:xfrm>
              <a:off x="2051409" y="3323407"/>
              <a:ext cx="14133" cy="9577"/>
            </a:xfrm>
            <a:custGeom>
              <a:rect b="b" l="l" r="r" t="t"/>
              <a:pathLst>
                <a:path extrusionOk="0" h="227" w="335">
                  <a:moveTo>
                    <a:pt x="334" y="0"/>
                  </a:moveTo>
                  <a:cubicBezTo>
                    <a:pt x="328" y="13"/>
                    <a:pt x="320" y="27"/>
                    <a:pt x="311" y="41"/>
                  </a:cubicBezTo>
                  <a:lnTo>
                    <a:pt x="311" y="41"/>
                  </a:lnTo>
                  <a:cubicBezTo>
                    <a:pt x="320" y="38"/>
                    <a:pt x="328" y="35"/>
                    <a:pt x="334" y="31"/>
                  </a:cubicBezTo>
                  <a:lnTo>
                    <a:pt x="334" y="0"/>
                  </a:lnTo>
                  <a:close/>
                  <a:moveTo>
                    <a:pt x="118" y="31"/>
                  </a:moveTo>
                  <a:cubicBezTo>
                    <a:pt x="46" y="31"/>
                    <a:pt x="0" y="61"/>
                    <a:pt x="61" y="213"/>
                  </a:cubicBezTo>
                  <a:cubicBezTo>
                    <a:pt x="66" y="223"/>
                    <a:pt x="74" y="227"/>
                    <a:pt x="85" y="227"/>
                  </a:cubicBezTo>
                  <a:cubicBezTo>
                    <a:pt x="138" y="227"/>
                    <a:pt x="249" y="133"/>
                    <a:pt x="311" y="41"/>
                  </a:cubicBezTo>
                  <a:lnTo>
                    <a:pt x="311" y="41"/>
                  </a:lnTo>
                  <a:cubicBezTo>
                    <a:pt x="300" y="43"/>
                    <a:pt x="287" y="44"/>
                    <a:pt x="274" y="44"/>
                  </a:cubicBezTo>
                  <a:cubicBezTo>
                    <a:pt x="226" y="44"/>
                    <a:pt x="166" y="31"/>
                    <a:pt x="118" y="3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8"/>
            <p:cNvSpPr/>
            <p:nvPr/>
          </p:nvSpPr>
          <p:spPr>
            <a:xfrm>
              <a:off x="2146290" y="3801693"/>
              <a:ext cx="20545" cy="14175"/>
            </a:xfrm>
            <a:custGeom>
              <a:rect b="b" l="l" r="r" t="t"/>
              <a:pathLst>
                <a:path extrusionOk="0" h="336" w="487">
                  <a:moveTo>
                    <a:pt x="487" y="1"/>
                  </a:moveTo>
                  <a:cubicBezTo>
                    <a:pt x="274" y="31"/>
                    <a:pt x="92" y="62"/>
                    <a:pt x="0" y="305"/>
                  </a:cubicBezTo>
                  <a:lnTo>
                    <a:pt x="487" y="335"/>
                  </a:lnTo>
                  <a:lnTo>
                    <a:pt x="4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8"/>
            <p:cNvSpPr/>
            <p:nvPr/>
          </p:nvSpPr>
          <p:spPr>
            <a:xfrm>
              <a:off x="1939821" y="3207347"/>
              <a:ext cx="23119" cy="14808"/>
            </a:xfrm>
            <a:custGeom>
              <a:rect b="b" l="l" r="r" t="t"/>
              <a:pathLst>
                <a:path extrusionOk="0" h="351" w="548">
                  <a:moveTo>
                    <a:pt x="400" y="1"/>
                  </a:moveTo>
                  <a:cubicBezTo>
                    <a:pt x="350" y="1"/>
                    <a:pt x="305" y="16"/>
                    <a:pt x="274" y="46"/>
                  </a:cubicBezTo>
                  <a:lnTo>
                    <a:pt x="1" y="320"/>
                  </a:lnTo>
                  <a:lnTo>
                    <a:pt x="244" y="350"/>
                  </a:lnTo>
                  <a:lnTo>
                    <a:pt x="548" y="46"/>
                  </a:lnTo>
                  <a:cubicBezTo>
                    <a:pt x="502" y="16"/>
                    <a:pt x="449" y="1"/>
                    <a:pt x="4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8"/>
            <p:cNvSpPr/>
            <p:nvPr/>
          </p:nvSpPr>
          <p:spPr>
            <a:xfrm>
              <a:off x="1499968" y="2973330"/>
              <a:ext cx="9028" cy="5147"/>
            </a:xfrm>
            <a:custGeom>
              <a:rect b="b" l="l" r="r" t="t"/>
              <a:pathLst>
                <a:path extrusionOk="0" h="122" w="214">
                  <a:moveTo>
                    <a:pt x="92" y="0"/>
                  </a:moveTo>
                  <a:cubicBezTo>
                    <a:pt x="1" y="61"/>
                    <a:pt x="1" y="91"/>
                    <a:pt x="123" y="122"/>
                  </a:cubicBezTo>
                  <a:cubicBezTo>
                    <a:pt x="153" y="122"/>
                    <a:pt x="183" y="91"/>
                    <a:pt x="214" y="91"/>
                  </a:cubicBezTo>
                  <a:cubicBezTo>
                    <a:pt x="214" y="61"/>
                    <a:pt x="214" y="31"/>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8"/>
            <p:cNvSpPr/>
            <p:nvPr/>
          </p:nvSpPr>
          <p:spPr>
            <a:xfrm>
              <a:off x="1574346" y="2851491"/>
              <a:ext cx="21853" cy="16706"/>
            </a:xfrm>
            <a:custGeom>
              <a:rect b="b" l="l" r="r" t="t"/>
              <a:pathLst>
                <a:path extrusionOk="0" h="396" w="518">
                  <a:moveTo>
                    <a:pt x="1" y="92"/>
                  </a:moveTo>
                  <a:lnTo>
                    <a:pt x="274" y="396"/>
                  </a:lnTo>
                  <a:cubicBezTo>
                    <a:pt x="518" y="1"/>
                    <a:pt x="122" y="153"/>
                    <a:pt x="1" y="9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8"/>
            <p:cNvSpPr/>
            <p:nvPr/>
          </p:nvSpPr>
          <p:spPr>
            <a:xfrm>
              <a:off x="1388423" y="2653417"/>
              <a:ext cx="14133" cy="8353"/>
            </a:xfrm>
            <a:custGeom>
              <a:rect b="b" l="l" r="r" t="t"/>
              <a:pathLst>
                <a:path extrusionOk="0" h="198" w="335">
                  <a:moveTo>
                    <a:pt x="142" y="1"/>
                  </a:moveTo>
                  <a:cubicBezTo>
                    <a:pt x="103" y="1"/>
                    <a:pt x="58" y="29"/>
                    <a:pt x="1" y="106"/>
                  </a:cubicBezTo>
                  <a:lnTo>
                    <a:pt x="335" y="197"/>
                  </a:lnTo>
                  <a:cubicBezTo>
                    <a:pt x="272" y="135"/>
                    <a:pt x="224" y="1"/>
                    <a:pt x="1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8"/>
            <p:cNvSpPr/>
            <p:nvPr/>
          </p:nvSpPr>
          <p:spPr>
            <a:xfrm>
              <a:off x="1882108" y="3141323"/>
              <a:ext cx="11602" cy="11559"/>
            </a:xfrm>
            <a:custGeom>
              <a:rect b="b" l="l" r="r" t="t"/>
              <a:pathLst>
                <a:path extrusionOk="0" h="274" w="275">
                  <a:moveTo>
                    <a:pt x="1" y="0"/>
                  </a:moveTo>
                  <a:lnTo>
                    <a:pt x="274" y="27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8"/>
            <p:cNvSpPr/>
            <p:nvPr/>
          </p:nvSpPr>
          <p:spPr>
            <a:xfrm>
              <a:off x="1425633" y="2491162"/>
              <a:ext cx="11559" cy="10294"/>
            </a:xfrm>
            <a:custGeom>
              <a:rect b="b" l="l" r="r" t="t"/>
              <a:pathLst>
                <a:path extrusionOk="0" h="244" w="274">
                  <a:moveTo>
                    <a:pt x="0" y="1"/>
                  </a:moveTo>
                  <a:cubicBezTo>
                    <a:pt x="30" y="122"/>
                    <a:pt x="122" y="213"/>
                    <a:pt x="274" y="244"/>
                  </a:cubicBezTo>
                  <a:cubicBezTo>
                    <a:pt x="274" y="153"/>
                    <a:pt x="274" y="92"/>
                    <a:pt x="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8"/>
            <p:cNvSpPr/>
            <p:nvPr/>
          </p:nvSpPr>
          <p:spPr>
            <a:xfrm>
              <a:off x="2205269" y="3460602"/>
              <a:ext cx="7720" cy="11602"/>
            </a:xfrm>
            <a:custGeom>
              <a:rect b="b" l="l" r="r" t="t"/>
              <a:pathLst>
                <a:path extrusionOk="0" h="275" w="183">
                  <a:moveTo>
                    <a:pt x="183" y="1"/>
                  </a:moveTo>
                  <a:cubicBezTo>
                    <a:pt x="1" y="92"/>
                    <a:pt x="1" y="183"/>
                    <a:pt x="183" y="274"/>
                  </a:cubicBezTo>
                  <a:lnTo>
                    <a:pt x="1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8"/>
            <p:cNvSpPr/>
            <p:nvPr/>
          </p:nvSpPr>
          <p:spPr>
            <a:xfrm>
              <a:off x="1471787" y="3334924"/>
              <a:ext cx="14133" cy="11602"/>
            </a:xfrm>
            <a:custGeom>
              <a:rect b="b" l="l" r="r" t="t"/>
              <a:pathLst>
                <a:path extrusionOk="0" h="275" w="335">
                  <a:moveTo>
                    <a:pt x="0" y="1"/>
                  </a:moveTo>
                  <a:lnTo>
                    <a:pt x="0" y="1"/>
                  </a:lnTo>
                  <a:cubicBezTo>
                    <a:pt x="31" y="153"/>
                    <a:pt x="183" y="244"/>
                    <a:pt x="335" y="274"/>
                  </a:cubicBezTo>
                  <a:cubicBezTo>
                    <a:pt x="213" y="183"/>
                    <a:pt x="91" y="9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8"/>
            <p:cNvSpPr/>
            <p:nvPr/>
          </p:nvSpPr>
          <p:spPr>
            <a:xfrm>
              <a:off x="2053940" y="3643994"/>
              <a:ext cx="11602" cy="10294"/>
            </a:xfrm>
            <a:custGeom>
              <a:rect b="b" l="l" r="r" t="t"/>
              <a:pathLst>
                <a:path extrusionOk="0" h="244" w="275">
                  <a:moveTo>
                    <a:pt x="1" y="0"/>
                  </a:moveTo>
                  <a:lnTo>
                    <a:pt x="274" y="243"/>
                  </a:lnTo>
                  <a:lnTo>
                    <a:pt x="27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8"/>
            <p:cNvSpPr/>
            <p:nvPr/>
          </p:nvSpPr>
          <p:spPr>
            <a:xfrm>
              <a:off x="2259143" y="3632434"/>
              <a:ext cx="11559" cy="11602"/>
            </a:xfrm>
            <a:custGeom>
              <a:rect b="b" l="l" r="r" t="t"/>
              <a:pathLst>
                <a:path extrusionOk="0" h="275" w="274">
                  <a:moveTo>
                    <a:pt x="0" y="1"/>
                  </a:moveTo>
                  <a:cubicBezTo>
                    <a:pt x="91" y="92"/>
                    <a:pt x="183" y="183"/>
                    <a:pt x="274" y="274"/>
                  </a:cubicBezTo>
                  <a:cubicBezTo>
                    <a:pt x="183" y="183"/>
                    <a:pt x="91" y="9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8"/>
            <p:cNvSpPr/>
            <p:nvPr/>
          </p:nvSpPr>
          <p:spPr>
            <a:xfrm>
              <a:off x="2241171" y="3597798"/>
              <a:ext cx="6455" cy="11602"/>
            </a:xfrm>
            <a:custGeom>
              <a:rect b="b" l="l" r="r" t="t"/>
              <a:pathLst>
                <a:path extrusionOk="0" h="275" w="153">
                  <a:moveTo>
                    <a:pt x="153" y="1"/>
                  </a:moveTo>
                  <a:cubicBezTo>
                    <a:pt x="122" y="31"/>
                    <a:pt x="92" y="1"/>
                    <a:pt x="31" y="92"/>
                  </a:cubicBezTo>
                  <a:cubicBezTo>
                    <a:pt x="1" y="183"/>
                    <a:pt x="31" y="244"/>
                    <a:pt x="153" y="275"/>
                  </a:cubicBezTo>
                  <a:lnTo>
                    <a:pt x="1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8"/>
            <p:cNvSpPr/>
            <p:nvPr/>
          </p:nvSpPr>
          <p:spPr>
            <a:xfrm>
              <a:off x="2247583" y="3592693"/>
              <a:ext cx="11602" cy="3881"/>
            </a:xfrm>
            <a:custGeom>
              <a:rect b="b" l="l" r="r" t="t"/>
              <a:pathLst>
                <a:path extrusionOk="0" h="92" w="275">
                  <a:moveTo>
                    <a:pt x="137" y="0"/>
                  </a:moveTo>
                  <a:cubicBezTo>
                    <a:pt x="92" y="0"/>
                    <a:pt x="46" y="31"/>
                    <a:pt x="1" y="92"/>
                  </a:cubicBezTo>
                  <a:lnTo>
                    <a:pt x="274" y="92"/>
                  </a:lnTo>
                  <a:cubicBezTo>
                    <a:pt x="229" y="31"/>
                    <a:pt x="183" y="0"/>
                    <a:pt x="1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8"/>
            <p:cNvSpPr/>
            <p:nvPr/>
          </p:nvSpPr>
          <p:spPr>
            <a:xfrm>
              <a:off x="1517940" y="2477071"/>
              <a:ext cx="7720" cy="15398"/>
            </a:xfrm>
            <a:custGeom>
              <a:rect b="b" l="l" r="r" t="t"/>
              <a:pathLst>
                <a:path extrusionOk="0" h="365" w="183">
                  <a:moveTo>
                    <a:pt x="1" y="0"/>
                  </a:moveTo>
                  <a:cubicBezTo>
                    <a:pt x="1" y="122"/>
                    <a:pt x="1" y="243"/>
                    <a:pt x="1" y="365"/>
                  </a:cubicBezTo>
                  <a:cubicBezTo>
                    <a:pt x="183" y="243"/>
                    <a:pt x="183" y="12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8"/>
            <p:cNvSpPr/>
            <p:nvPr/>
          </p:nvSpPr>
          <p:spPr>
            <a:xfrm>
              <a:off x="2197591" y="3506756"/>
              <a:ext cx="5147" cy="5189"/>
            </a:xfrm>
            <a:custGeom>
              <a:rect b="b" l="l" r="r" t="t"/>
              <a:pathLst>
                <a:path extrusionOk="0" h="123" w="122">
                  <a:moveTo>
                    <a:pt x="122" y="1"/>
                  </a:moveTo>
                  <a:lnTo>
                    <a:pt x="0" y="62"/>
                  </a:lnTo>
                  <a:lnTo>
                    <a:pt x="31" y="122"/>
                  </a:lnTo>
                  <a:lnTo>
                    <a:pt x="1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8"/>
            <p:cNvSpPr/>
            <p:nvPr/>
          </p:nvSpPr>
          <p:spPr>
            <a:xfrm>
              <a:off x="1665430" y="3541392"/>
              <a:ext cx="10294" cy="12867"/>
            </a:xfrm>
            <a:custGeom>
              <a:rect b="b" l="l" r="r" t="t"/>
              <a:pathLst>
                <a:path extrusionOk="0" h="305" w="244">
                  <a:moveTo>
                    <a:pt x="0" y="1"/>
                  </a:moveTo>
                  <a:lnTo>
                    <a:pt x="243" y="305"/>
                  </a:lnTo>
                  <a:cubicBezTo>
                    <a:pt x="213" y="153"/>
                    <a:pt x="122" y="3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8"/>
            <p:cNvSpPr/>
            <p:nvPr/>
          </p:nvSpPr>
          <p:spPr>
            <a:xfrm>
              <a:off x="1537178" y="1799910"/>
              <a:ext cx="476845" cy="481992"/>
            </a:xfrm>
            <a:custGeom>
              <a:rect b="b" l="l" r="r" t="t"/>
              <a:pathLst>
                <a:path extrusionOk="0" h="11425" w="11303">
                  <a:moveTo>
                    <a:pt x="9084" y="3959"/>
                  </a:moveTo>
                  <a:cubicBezTo>
                    <a:pt x="9140" y="3959"/>
                    <a:pt x="9202" y="3967"/>
                    <a:pt x="9271" y="3984"/>
                  </a:cubicBezTo>
                  <a:cubicBezTo>
                    <a:pt x="9300" y="3991"/>
                    <a:pt x="9327" y="3997"/>
                    <a:pt x="9353" y="4002"/>
                  </a:cubicBezTo>
                  <a:lnTo>
                    <a:pt x="9353" y="4002"/>
                  </a:lnTo>
                  <a:cubicBezTo>
                    <a:pt x="9347" y="4002"/>
                    <a:pt x="9341" y="4002"/>
                    <a:pt x="9335" y="4002"/>
                  </a:cubicBezTo>
                  <a:cubicBezTo>
                    <a:pt x="9052" y="4002"/>
                    <a:pt x="8798" y="4080"/>
                    <a:pt x="8602" y="4333"/>
                  </a:cubicBezTo>
                  <a:lnTo>
                    <a:pt x="8602" y="4333"/>
                  </a:lnTo>
                  <a:cubicBezTo>
                    <a:pt x="8693" y="4152"/>
                    <a:pt x="8809" y="3959"/>
                    <a:pt x="9084" y="3959"/>
                  </a:cubicBezTo>
                  <a:close/>
                  <a:moveTo>
                    <a:pt x="10406" y="1"/>
                  </a:moveTo>
                  <a:cubicBezTo>
                    <a:pt x="10158" y="1"/>
                    <a:pt x="9906" y="88"/>
                    <a:pt x="9666" y="215"/>
                  </a:cubicBezTo>
                  <a:cubicBezTo>
                    <a:pt x="9180" y="489"/>
                    <a:pt x="8663" y="641"/>
                    <a:pt x="8146" y="732"/>
                  </a:cubicBezTo>
                  <a:cubicBezTo>
                    <a:pt x="7478" y="1066"/>
                    <a:pt x="6870" y="1522"/>
                    <a:pt x="6323" y="2039"/>
                  </a:cubicBezTo>
                  <a:cubicBezTo>
                    <a:pt x="6505" y="1856"/>
                    <a:pt x="6536" y="1583"/>
                    <a:pt x="6414" y="1340"/>
                  </a:cubicBezTo>
                  <a:lnTo>
                    <a:pt x="6262" y="1218"/>
                  </a:lnTo>
                  <a:cubicBezTo>
                    <a:pt x="5708" y="1325"/>
                    <a:pt x="5169" y="1655"/>
                    <a:pt x="4572" y="1655"/>
                  </a:cubicBezTo>
                  <a:cubicBezTo>
                    <a:pt x="4317" y="1655"/>
                    <a:pt x="4052" y="1595"/>
                    <a:pt x="3770" y="1431"/>
                  </a:cubicBezTo>
                  <a:lnTo>
                    <a:pt x="3770" y="1431"/>
                  </a:lnTo>
                  <a:lnTo>
                    <a:pt x="4104" y="2282"/>
                  </a:lnTo>
                  <a:cubicBezTo>
                    <a:pt x="4058" y="2466"/>
                    <a:pt x="3977" y="2650"/>
                    <a:pt x="3796" y="2650"/>
                  </a:cubicBezTo>
                  <a:cubicBezTo>
                    <a:pt x="3738" y="2650"/>
                    <a:pt x="3669" y="2630"/>
                    <a:pt x="3587" y="2586"/>
                  </a:cubicBezTo>
                  <a:lnTo>
                    <a:pt x="2493" y="3407"/>
                  </a:lnTo>
                  <a:cubicBezTo>
                    <a:pt x="2462" y="4774"/>
                    <a:pt x="578" y="5352"/>
                    <a:pt x="973" y="6902"/>
                  </a:cubicBezTo>
                  <a:cubicBezTo>
                    <a:pt x="1003" y="6993"/>
                    <a:pt x="821" y="7115"/>
                    <a:pt x="730" y="7206"/>
                  </a:cubicBezTo>
                  <a:cubicBezTo>
                    <a:pt x="365" y="7540"/>
                    <a:pt x="0" y="7966"/>
                    <a:pt x="274" y="8452"/>
                  </a:cubicBezTo>
                  <a:cubicBezTo>
                    <a:pt x="388" y="8667"/>
                    <a:pt x="549" y="8724"/>
                    <a:pt x="731" y="8724"/>
                  </a:cubicBezTo>
                  <a:cubicBezTo>
                    <a:pt x="938" y="8724"/>
                    <a:pt x="1172" y="8651"/>
                    <a:pt x="1395" y="8651"/>
                  </a:cubicBezTo>
                  <a:cubicBezTo>
                    <a:pt x="1448" y="8651"/>
                    <a:pt x="1500" y="8655"/>
                    <a:pt x="1551" y="8665"/>
                  </a:cubicBezTo>
                  <a:cubicBezTo>
                    <a:pt x="1034" y="8665"/>
                    <a:pt x="608" y="8726"/>
                    <a:pt x="608" y="9334"/>
                  </a:cubicBezTo>
                  <a:cubicBezTo>
                    <a:pt x="487" y="9911"/>
                    <a:pt x="912" y="10276"/>
                    <a:pt x="1155" y="10702"/>
                  </a:cubicBezTo>
                  <a:cubicBezTo>
                    <a:pt x="1172" y="10700"/>
                    <a:pt x="1187" y="10699"/>
                    <a:pt x="1202" y="10699"/>
                  </a:cubicBezTo>
                  <a:cubicBezTo>
                    <a:pt x="1625" y="10699"/>
                    <a:pt x="1607" y="11424"/>
                    <a:pt x="2020" y="11424"/>
                  </a:cubicBezTo>
                  <a:cubicBezTo>
                    <a:pt x="2062" y="11424"/>
                    <a:pt x="2107" y="11417"/>
                    <a:pt x="2159" y="11401"/>
                  </a:cubicBezTo>
                  <a:cubicBezTo>
                    <a:pt x="2666" y="11401"/>
                    <a:pt x="2412" y="10640"/>
                    <a:pt x="2890" y="10640"/>
                  </a:cubicBezTo>
                  <a:cubicBezTo>
                    <a:pt x="2899" y="10640"/>
                    <a:pt x="2909" y="10640"/>
                    <a:pt x="2918" y="10641"/>
                  </a:cubicBezTo>
                  <a:cubicBezTo>
                    <a:pt x="3222" y="10641"/>
                    <a:pt x="3526" y="10550"/>
                    <a:pt x="3770" y="10337"/>
                  </a:cubicBezTo>
                  <a:cubicBezTo>
                    <a:pt x="3955" y="10221"/>
                    <a:pt x="3964" y="9841"/>
                    <a:pt x="4213" y="9841"/>
                  </a:cubicBezTo>
                  <a:cubicBezTo>
                    <a:pt x="4290" y="9841"/>
                    <a:pt x="4392" y="9878"/>
                    <a:pt x="4529" y="9972"/>
                  </a:cubicBezTo>
                  <a:cubicBezTo>
                    <a:pt x="4632" y="10043"/>
                    <a:pt x="4747" y="10075"/>
                    <a:pt x="4861" y="10075"/>
                  </a:cubicBezTo>
                  <a:cubicBezTo>
                    <a:pt x="5186" y="10075"/>
                    <a:pt x="5502" y="9815"/>
                    <a:pt x="5502" y="9455"/>
                  </a:cubicBezTo>
                  <a:cubicBezTo>
                    <a:pt x="5320" y="8300"/>
                    <a:pt x="6232" y="7996"/>
                    <a:pt x="6809" y="7388"/>
                  </a:cubicBezTo>
                  <a:cubicBezTo>
                    <a:pt x="6970" y="7250"/>
                    <a:pt x="7096" y="6991"/>
                    <a:pt x="7319" y="6991"/>
                  </a:cubicBezTo>
                  <a:cubicBezTo>
                    <a:pt x="7391" y="6991"/>
                    <a:pt x="7473" y="7018"/>
                    <a:pt x="7569" y="7084"/>
                  </a:cubicBezTo>
                  <a:cubicBezTo>
                    <a:pt x="7660" y="7115"/>
                    <a:pt x="7751" y="7176"/>
                    <a:pt x="7873" y="7236"/>
                  </a:cubicBezTo>
                  <a:cubicBezTo>
                    <a:pt x="7982" y="7305"/>
                    <a:pt x="8111" y="7336"/>
                    <a:pt x="8243" y="7336"/>
                  </a:cubicBezTo>
                  <a:cubicBezTo>
                    <a:pt x="8405" y="7336"/>
                    <a:pt x="8574" y="7290"/>
                    <a:pt x="8724" y="7206"/>
                  </a:cubicBezTo>
                  <a:cubicBezTo>
                    <a:pt x="9271" y="6872"/>
                    <a:pt x="9697" y="6416"/>
                    <a:pt x="9940" y="5838"/>
                  </a:cubicBezTo>
                  <a:cubicBezTo>
                    <a:pt x="10122" y="5413"/>
                    <a:pt x="10335" y="5018"/>
                    <a:pt x="10882" y="5018"/>
                  </a:cubicBezTo>
                  <a:cubicBezTo>
                    <a:pt x="10943" y="4926"/>
                    <a:pt x="10973" y="4805"/>
                    <a:pt x="10912" y="4683"/>
                  </a:cubicBezTo>
                  <a:cubicBezTo>
                    <a:pt x="10761" y="4501"/>
                    <a:pt x="10578" y="4318"/>
                    <a:pt x="10396" y="4166"/>
                  </a:cubicBezTo>
                  <a:cubicBezTo>
                    <a:pt x="10129" y="4124"/>
                    <a:pt x="9858" y="4055"/>
                    <a:pt x="9603" y="4022"/>
                  </a:cubicBezTo>
                  <a:lnTo>
                    <a:pt x="9603" y="4022"/>
                  </a:lnTo>
                  <a:cubicBezTo>
                    <a:pt x="10011" y="3991"/>
                    <a:pt x="10031" y="3598"/>
                    <a:pt x="10031" y="3224"/>
                  </a:cubicBezTo>
                  <a:cubicBezTo>
                    <a:pt x="10031" y="2616"/>
                    <a:pt x="9788" y="2039"/>
                    <a:pt x="9362" y="1613"/>
                  </a:cubicBezTo>
                  <a:lnTo>
                    <a:pt x="9362" y="1613"/>
                  </a:lnTo>
                  <a:cubicBezTo>
                    <a:pt x="9817" y="1642"/>
                    <a:pt x="10165" y="1663"/>
                    <a:pt x="10431" y="1663"/>
                  </a:cubicBezTo>
                  <a:cubicBezTo>
                    <a:pt x="11303" y="1663"/>
                    <a:pt x="11286" y="1429"/>
                    <a:pt x="11216" y="428"/>
                  </a:cubicBezTo>
                  <a:cubicBezTo>
                    <a:pt x="10972" y="118"/>
                    <a:pt x="10692" y="1"/>
                    <a:pt x="10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8"/>
            <p:cNvSpPr/>
            <p:nvPr/>
          </p:nvSpPr>
          <p:spPr>
            <a:xfrm>
              <a:off x="1265318" y="1929174"/>
              <a:ext cx="392428" cy="459928"/>
            </a:xfrm>
            <a:custGeom>
              <a:rect b="b" l="l" r="r" t="t"/>
              <a:pathLst>
                <a:path extrusionOk="0" h="10902" w="9302">
                  <a:moveTo>
                    <a:pt x="8515" y="1"/>
                  </a:moveTo>
                  <a:cubicBezTo>
                    <a:pt x="8466" y="1"/>
                    <a:pt x="8420" y="23"/>
                    <a:pt x="8390" y="69"/>
                  </a:cubicBezTo>
                  <a:cubicBezTo>
                    <a:pt x="8359" y="403"/>
                    <a:pt x="8451" y="829"/>
                    <a:pt x="8025" y="981"/>
                  </a:cubicBezTo>
                  <a:cubicBezTo>
                    <a:pt x="8002" y="987"/>
                    <a:pt x="7981" y="990"/>
                    <a:pt x="7959" y="990"/>
                  </a:cubicBezTo>
                  <a:cubicBezTo>
                    <a:pt x="7781" y="990"/>
                    <a:pt x="7651" y="776"/>
                    <a:pt x="7569" y="586"/>
                  </a:cubicBezTo>
                  <a:cubicBezTo>
                    <a:pt x="7441" y="510"/>
                    <a:pt x="7330" y="479"/>
                    <a:pt x="7230" y="479"/>
                  </a:cubicBezTo>
                  <a:cubicBezTo>
                    <a:pt x="6809" y="479"/>
                    <a:pt x="6595" y="1035"/>
                    <a:pt x="6201" y="1133"/>
                  </a:cubicBezTo>
                  <a:cubicBezTo>
                    <a:pt x="6140" y="1224"/>
                    <a:pt x="6080" y="1346"/>
                    <a:pt x="6049" y="1437"/>
                  </a:cubicBezTo>
                  <a:cubicBezTo>
                    <a:pt x="5533" y="1923"/>
                    <a:pt x="5046" y="2409"/>
                    <a:pt x="4621" y="2957"/>
                  </a:cubicBezTo>
                  <a:cubicBezTo>
                    <a:pt x="4469" y="3078"/>
                    <a:pt x="4347" y="3169"/>
                    <a:pt x="4226" y="3321"/>
                  </a:cubicBezTo>
                  <a:cubicBezTo>
                    <a:pt x="3891" y="3808"/>
                    <a:pt x="3526" y="4294"/>
                    <a:pt x="3131" y="4750"/>
                  </a:cubicBezTo>
                  <a:cubicBezTo>
                    <a:pt x="2919" y="5084"/>
                    <a:pt x="2493" y="5236"/>
                    <a:pt x="2250" y="5540"/>
                  </a:cubicBezTo>
                  <a:cubicBezTo>
                    <a:pt x="2159" y="5601"/>
                    <a:pt x="2067" y="5692"/>
                    <a:pt x="2037" y="5783"/>
                  </a:cubicBezTo>
                  <a:cubicBezTo>
                    <a:pt x="1976" y="5996"/>
                    <a:pt x="1885" y="6209"/>
                    <a:pt x="1764" y="6391"/>
                  </a:cubicBezTo>
                  <a:cubicBezTo>
                    <a:pt x="1672" y="6483"/>
                    <a:pt x="1612" y="6574"/>
                    <a:pt x="1551" y="6665"/>
                  </a:cubicBezTo>
                  <a:cubicBezTo>
                    <a:pt x="1034" y="7364"/>
                    <a:pt x="578" y="8063"/>
                    <a:pt x="153" y="8793"/>
                  </a:cubicBezTo>
                  <a:cubicBezTo>
                    <a:pt x="92" y="9036"/>
                    <a:pt x="1" y="9279"/>
                    <a:pt x="244" y="9492"/>
                  </a:cubicBezTo>
                  <a:cubicBezTo>
                    <a:pt x="440" y="9576"/>
                    <a:pt x="637" y="9738"/>
                    <a:pt x="786" y="9738"/>
                  </a:cubicBezTo>
                  <a:cubicBezTo>
                    <a:pt x="798" y="9738"/>
                    <a:pt x="810" y="9737"/>
                    <a:pt x="821" y="9735"/>
                  </a:cubicBezTo>
                  <a:cubicBezTo>
                    <a:pt x="965" y="9700"/>
                    <a:pt x="1091" y="9684"/>
                    <a:pt x="1203" y="9684"/>
                  </a:cubicBezTo>
                  <a:cubicBezTo>
                    <a:pt x="1875" y="9684"/>
                    <a:pt x="2024" y="10265"/>
                    <a:pt x="2128" y="10890"/>
                  </a:cubicBezTo>
                  <a:cubicBezTo>
                    <a:pt x="2179" y="10898"/>
                    <a:pt x="2227" y="10902"/>
                    <a:pt x="2271" y="10902"/>
                  </a:cubicBezTo>
                  <a:cubicBezTo>
                    <a:pt x="2732" y="10902"/>
                    <a:pt x="2860" y="10496"/>
                    <a:pt x="2888" y="10191"/>
                  </a:cubicBezTo>
                  <a:cubicBezTo>
                    <a:pt x="3040" y="9674"/>
                    <a:pt x="3283" y="9218"/>
                    <a:pt x="3648" y="8853"/>
                  </a:cubicBezTo>
                  <a:cubicBezTo>
                    <a:pt x="4043" y="8215"/>
                    <a:pt x="4347" y="7546"/>
                    <a:pt x="4621" y="6847"/>
                  </a:cubicBezTo>
                  <a:lnTo>
                    <a:pt x="4894" y="5966"/>
                  </a:lnTo>
                  <a:cubicBezTo>
                    <a:pt x="5046" y="5844"/>
                    <a:pt x="5289" y="5935"/>
                    <a:pt x="5411" y="5723"/>
                  </a:cubicBezTo>
                  <a:lnTo>
                    <a:pt x="6171" y="5024"/>
                  </a:lnTo>
                  <a:cubicBezTo>
                    <a:pt x="6368" y="5248"/>
                    <a:pt x="6227" y="5733"/>
                    <a:pt x="6660" y="5733"/>
                  </a:cubicBezTo>
                  <a:cubicBezTo>
                    <a:pt x="6696" y="5733"/>
                    <a:pt x="6735" y="5730"/>
                    <a:pt x="6779" y="5723"/>
                  </a:cubicBezTo>
                  <a:cubicBezTo>
                    <a:pt x="6931" y="5905"/>
                    <a:pt x="6840" y="6148"/>
                    <a:pt x="7052" y="6270"/>
                  </a:cubicBezTo>
                  <a:cubicBezTo>
                    <a:pt x="7293" y="6054"/>
                    <a:pt x="7514" y="5780"/>
                    <a:pt x="7866" y="5780"/>
                  </a:cubicBezTo>
                  <a:cubicBezTo>
                    <a:pt x="7960" y="5780"/>
                    <a:pt x="8062" y="5800"/>
                    <a:pt x="8177" y="5844"/>
                  </a:cubicBezTo>
                  <a:cubicBezTo>
                    <a:pt x="8231" y="5866"/>
                    <a:pt x="8287" y="5876"/>
                    <a:pt x="8341" y="5876"/>
                  </a:cubicBezTo>
                  <a:cubicBezTo>
                    <a:pt x="8589" y="5876"/>
                    <a:pt x="8810" y="5663"/>
                    <a:pt x="8785" y="5388"/>
                  </a:cubicBezTo>
                  <a:cubicBezTo>
                    <a:pt x="8710" y="5313"/>
                    <a:pt x="8635" y="5291"/>
                    <a:pt x="8561" y="5291"/>
                  </a:cubicBezTo>
                  <a:cubicBezTo>
                    <a:pt x="8451" y="5291"/>
                    <a:pt x="8342" y="5339"/>
                    <a:pt x="8232" y="5339"/>
                  </a:cubicBezTo>
                  <a:cubicBezTo>
                    <a:pt x="8204" y="5339"/>
                    <a:pt x="8175" y="5336"/>
                    <a:pt x="8147" y="5327"/>
                  </a:cubicBezTo>
                  <a:cubicBezTo>
                    <a:pt x="8121" y="5324"/>
                    <a:pt x="8095" y="5322"/>
                    <a:pt x="8068" y="5322"/>
                  </a:cubicBezTo>
                  <a:cubicBezTo>
                    <a:pt x="7808" y="5322"/>
                    <a:pt x="7521" y="5485"/>
                    <a:pt x="7273" y="5485"/>
                  </a:cubicBezTo>
                  <a:cubicBezTo>
                    <a:pt x="7132" y="5485"/>
                    <a:pt x="7004" y="5432"/>
                    <a:pt x="6900" y="5267"/>
                  </a:cubicBezTo>
                  <a:cubicBezTo>
                    <a:pt x="6566" y="4659"/>
                    <a:pt x="7296" y="4598"/>
                    <a:pt x="7539" y="4294"/>
                  </a:cubicBezTo>
                  <a:cubicBezTo>
                    <a:pt x="8177" y="3534"/>
                    <a:pt x="8207" y="3169"/>
                    <a:pt x="7599" y="2622"/>
                  </a:cubicBezTo>
                  <a:cubicBezTo>
                    <a:pt x="7764" y="2335"/>
                    <a:pt x="7971" y="2251"/>
                    <a:pt x="8213" y="2251"/>
                  </a:cubicBezTo>
                  <a:cubicBezTo>
                    <a:pt x="8509" y="2251"/>
                    <a:pt x="8857" y="2376"/>
                    <a:pt x="9241" y="2409"/>
                  </a:cubicBezTo>
                  <a:cubicBezTo>
                    <a:pt x="8785" y="1893"/>
                    <a:pt x="8633" y="1498"/>
                    <a:pt x="9058" y="1072"/>
                  </a:cubicBezTo>
                  <a:cubicBezTo>
                    <a:pt x="9302" y="829"/>
                    <a:pt x="9028" y="586"/>
                    <a:pt x="8937" y="343"/>
                  </a:cubicBezTo>
                  <a:cubicBezTo>
                    <a:pt x="8815" y="251"/>
                    <a:pt x="8724" y="160"/>
                    <a:pt x="8663" y="69"/>
                  </a:cubicBezTo>
                  <a:cubicBezTo>
                    <a:pt x="8618" y="23"/>
                    <a:pt x="8565" y="1"/>
                    <a:pt x="8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8"/>
            <p:cNvSpPr/>
            <p:nvPr/>
          </p:nvSpPr>
          <p:spPr>
            <a:xfrm>
              <a:off x="1875695" y="1644025"/>
              <a:ext cx="325772" cy="197016"/>
            </a:xfrm>
            <a:custGeom>
              <a:rect b="b" l="l" r="r" t="t"/>
              <a:pathLst>
                <a:path extrusionOk="0" h="4670" w="7722">
                  <a:moveTo>
                    <a:pt x="4862" y="0"/>
                  </a:moveTo>
                  <a:cubicBezTo>
                    <a:pt x="4693" y="0"/>
                    <a:pt x="4525" y="54"/>
                    <a:pt x="4378" y="171"/>
                  </a:cubicBezTo>
                  <a:cubicBezTo>
                    <a:pt x="3496" y="384"/>
                    <a:pt x="2676" y="749"/>
                    <a:pt x="1885" y="1205"/>
                  </a:cubicBezTo>
                  <a:cubicBezTo>
                    <a:pt x="1551" y="1418"/>
                    <a:pt x="974" y="1326"/>
                    <a:pt x="882" y="1934"/>
                  </a:cubicBezTo>
                  <a:cubicBezTo>
                    <a:pt x="1460" y="1965"/>
                    <a:pt x="2098" y="1843"/>
                    <a:pt x="2402" y="2603"/>
                  </a:cubicBezTo>
                  <a:lnTo>
                    <a:pt x="122" y="3819"/>
                  </a:lnTo>
                  <a:lnTo>
                    <a:pt x="183" y="3971"/>
                  </a:lnTo>
                  <a:cubicBezTo>
                    <a:pt x="305" y="4184"/>
                    <a:pt x="1" y="4427"/>
                    <a:pt x="183" y="4640"/>
                  </a:cubicBezTo>
                  <a:cubicBezTo>
                    <a:pt x="291" y="4660"/>
                    <a:pt x="399" y="4669"/>
                    <a:pt x="505" y="4669"/>
                  </a:cubicBezTo>
                  <a:cubicBezTo>
                    <a:pt x="880" y="4669"/>
                    <a:pt x="1243" y="4549"/>
                    <a:pt x="1551" y="4336"/>
                  </a:cubicBezTo>
                  <a:cubicBezTo>
                    <a:pt x="1835" y="4108"/>
                    <a:pt x="2179" y="3987"/>
                    <a:pt x="2522" y="3987"/>
                  </a:cubicBezTo>
                  <a:cubicBezTo>
                    <a:pt x="2730" y="3987"/>
                    <a:pt x="2937" y="4031"/>
                    <a:pt x="3132" y="4123"/>
                  </a:cubicBezTo>
                  <a:lnTo>
                    <a:pt x="3253" y="4032"/>
                  </a:lnTo>
                  <a:cubicBezTo>
                    <a:pt x="3496" y="3880"/>
                    <a:pt x="3648" y="3636"/>
                    <a:pt x="3709" y="3363"/>
                  </a:cubicBezTo>
                  <a:cubicBezTo>
                    <a:pt x="3679" y="2937"/>
                    <a:pt x="4044" y="2877"/>
                    <a:pt x="4317" y="2694"/>
                  </a:cubicBezTo>
                  <a:cubicBezTo>
                    <a:pt x="4803" y="2451"/>
                    <a:pt x="5320" y="2573"/>
                    <a:pt x="5837" y="2451"/>
                  </a:cubicBezTo>
                  <a:cubicBezTo>
                    <a:pt x="6293" y="2360"/>
                    <a:pt x="6688" y="2086"/>
                    <a:pt x="6962" y="1722"/>
                  </a:cubicBezTo>
                  <a:cubicBezTo>
                    <a:pt x="7083" y="1418"/>
                    <a:pt x="7478" y="1539"/>
                    <a:pt x="7600" y="1266"/>
                  </a:cubicBezTo>
                  <a:cubicBezTo>
                    <a:pt x="7721" y="992"/>
                    <a:pt x="7691" y="658"/>
                    <a:pt x="7539" y="384"/>
                  </a:cubicBezTo>
                  <a:cubicBezTo>
                    <a:pt x="7342" y="196"/>
                    <a:pt x="7134" y="137"/>
                    <a:pt x="6921" y="137"/>
                  </a:cubicBezTo>
                  <a:cubicBezTo>
                    <a:pt x="6569" y="137"/>
                    <a:pt x="6204" y="296"/>
                    <a:pt x="5850" y="296"/>
                  </a:cubicBezTo>
                  <a:cubicBezTo>
                    <a:pt x="5690" y="296"/>
                    <a:pt x="5534" y="264"/>
                    <a:pt x="5381" y="171"/>
                  </a:cubicBezTo>
                  <a:cubicBezTo>
                    <a:pt x="5224" y="61"/>
                    <a:pt x="5043" y="0"/>
                    <a:pt x="48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8"/>
            <p:cNvSpPr/>
            <p:nvPr/>
          </p:nvSpPr>
          <p:spPr>
            <a:xfrm>
              <a:off x="1468369" y="1746331"/>
              <a:ext cx="234267" cy="174867"/>
            </a:xfrm>
            <a:custGeom>
              <a:rect b="b" l="l" r="r" t="t"/>
              <a:pathLst>
                <a:path extrusionOk="0" h="4145" w="5553">
                  <a:moveTo>
                    <a:pt x="5360" y="0"/>
                  </a:moveTo>
                  <a:cubicBezTo>
                    <a:pt x="5314" y="0"/>
                    <a:pt x="5258" y="17"/>
                    <a:pt x="5188" y="56"/>
                  </a:cubicBezTo>
                  <a:cubicBezTo>
                    <a:pt x="3090" y="695"/>
                    <a:pt x="1297" y="2002"/>
                    <a:pt x="51" y="3795"/>
                  </a:cubicBezTo>
                  <a:cubicBezTo>
                    <a:pt x="0" y="4022"/>
                    <a:pt x="55" y="4145"/>
                    <a:pt x="232" y="4145"/>
                  </a:cubicBezTo>
                  <a:cubicBezTo>
                    <a:pt x="268" y="4145"/>
                    <a:pt x="309" y="4140"/>
                    <a:pt x="355" y="4129"/>
                  </a:cubicBezTo>
                  <a:cubicBezTo>
                    <a:pt x="1236" y="3248"/>
                    <a:pt x="2452" y="2822"/>
                    <a:pt x="3303" y="1941"/>
                  </a:cubicBezTo>
                  <a:cubicBezTo>
                    <a:pt x="4063" y="1394"/>
                    <a:pt x="5097" y="1242"/>
                    <a:pt x="5552" y="300"/>
                  </a:cubicBezTo>
                  <a:cubicBezTo>
                    <a:pt x="5530" y="142"/>
                    <a:pt x="5491" y="0"/>
                    <a:pt x="53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8"/>
            <p:cNvSpPr/>
            <p:nvPr/>
          </p:nvSpPr>
          <p:spPr>
            <a:xfrm>
              <a:off x="1607717" y="1702540"/>
              <a:ext cx="219291" cy="126141"/>
            </a:xfrm>
            <a:custGeom>
              <a:rect b="b" l="l" r="r" t="t"/>
              <a:pathLst>
                <a:path extrusionOk="0" h="2990" w="5198">
                  <a:moveTo>
                    <a:pt x="4347" y="0"/>
                  </a:moveTo>
                  <a:cubicBezTo>
                    <a:pt x="3860" y="61"/>
                    <a:pt x="3374" y="243"/>
                    <a:pt x="2979" y="517"/>
                  </a:cubicBezTo>
                  <a:cubicBezTo>
                    <a:pt x="3009" y="1094"/>
                    <a:pt x="2249" y="882"/>
                    <a:pt x="2158" y="1307"/>
                  </a:cubicBezTo>
                  <a:cubicBezTo>
                    <a:pt x="1490" y="1915"/>
                    <a:pt x="547" y="2189"/>
                    <a:pt x="0" y="2979"/>
                  </a:cubicBezTo>
                  <a:cubicBezTo>
                    <a:pt x="61" y="2986"/>
                    <a:pt x="122" y="2989"/>
                    <a:pt x="182" y="2989"/>
                  </a:cubicBezTo>
                  <a:cubicBezTo>
                    <a:pt x="660" y="2989"/>
                    <a:pt x="1098" y="2776"/>
                    <a:pt x="1368" y="2371"/>
                  </a:cubicBezTo>
                  <a:lnTo>
                    <a:pt x="1490" y="2310"/>
                  </a:lnTo>
                  <a:lnTo>
                    <a:pt x="1581" y="2401"/>
                  </a:lnTo>
                  <a:lnTo>
                    <a:pt x="2462" y="2128"/>
                  </a:lnTo>
                  <a:cubicBezTo>
                    <a:pt x="2705" y="1976"/>
                    <a:pt x="2979" y="1885"/>
                    <a:pt x="3253" y="1885"/>
                  </a:cubicBezTo>
                  <a:lnTo>
                    <a:pt x="3526" y="1611"/>
                  </a:lnTo>
                  <a:cubicBezTo>
                    <a:pt x="3769" y="1155"/>
                    <a:pt x="4225" y="1186"/>
                    <a:pt x="4651" y="1094"/>
                  </a:cubicBezTo>
                  <a:lnTo>
                    <a:pt x="5167" y="821"/>
                  </a:lnTo>
                  <a:cubicBezTo>
                    <a:pt x="5198" y="456"/>
                    <a:pt x="4955" y="91"/>
                    <a:pt x="4590" y="0"/>
                  </a:cubicBezTo>
                  <a:cubicBezTo>
                    <a:pt x="4560" y="46"/>
                    <a:pt x="4514" y="69"/>
                    <a:pt x="4468" y="69"/>
                  </a:cubicBezTo>
                  <a:cubicBezTo>
                    <a:pt x="4423" y="69"/>
                    <a:pt x="4377" y="46"/>
                    <a:pt x="4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8"/>
            <p:cNvSpPr/>
            <p:nvPr/>
          </p:nvSpPr>
          <p:spPr>
            <a:xfrm>
              <a:off x="2195017" y="1596099"/>
              <a:ext cx="187270" cy="51848"/>
            </a:xfrm>
            <a:custGeom>
              <a:rect b="b" l="l" r="r" t="t"/>
              <a:pathLst>
                <a:path extrusionOk="0" h="1229" w="4439">
                  <a:moveTo>
                    <a:pt x="3678" y="61"/>
                  </a:moveTo>
                  <a:cubicBezTo>
                    <a:pt x="2493" y="152"/>
                    <a:pt x="1307" y="0"/>
                    <a:pt x="183" y="396"/>
                  </a:cubicBezTo>
                  <a:cubicBezTo>
                    <a:pt x="0" y="578"/>
                    <a:pt x="0" y="821"/>
                    <a:pt x="152" y="1003"/>
                  </a:cubicBezTo>
                  <a:cubicBezTo>
                    <a:pt x="335" y="1125"/>
                    <a:pt x="548" y="1216"/>
                    <a:pt x="760" y="1216"/>
                  </a:cubicBezTo>
                  <a:cubicBezTo>
                    <a:pt x="842" y="1224"/>
                    <a:pt x="923" y="1228"/>
                    <a:pt x="1005" y="1228"/>
                  </a:cubicBezTo>
                  <a:cubicBezTo>
                    <a:pt x="1227" y="1228"/>
                    <a:pt x="1450" y="1200"/>
                    <a:pt x="1672" y="1155"/>
                  </a:cubicBezTo>
                  <a:cubicBezTo>
                    <a:pt x="2341" y="943"/>
                    <a:pt x="3040" y="1064"/>
                    <a:pt x="3739" y="973"/>
                  </a:cubicBezTo>
                  <a:cubicBezTo>
                    <a:pt x="4043" y="912"/>
                    <a:pt x="4438" y="912"/>
                    <a:pt x="4438" y="547"/>
                  </a:cubicBezTo>
                  <a:cubicBezTo>
                    <a:pt x="4438" y="122"/>
                    <a:pt x="4013" y="61"/>
                    <a:pt x="3678" y="6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8"/>
            <p:cNvSpPr/>
            <p:nvPr/>
          </p:nvSpPr>
          <p:spPr>
            <a:xfrm>
              <a:off x="1856458" y="1667903"/>
              <a:ext cx="135970" cy="65433"/>
            </a:xfrm>
            <a:custGeom>
              <a:rect b="b" l="l" r="r" t="t"/>
              <a:pathLst>
                <a:path extrusionOk="0" h="1551" w="3223">
                  <a:moveTo>
                    <a:pt x="2737" y="1"/>
                  </a:moveTo>
                  <a:lnTo>
                    <a:pt x="2737" y="1"/>
                  </a:lnTo>
                  <a:cubicBezTo>
                    <a:pt x="1764" y="274"/>
                    <a:pt x="761" y="456"/>
                    <a:pt x="1" y="1551"/>
                  </a:cubicBezTo>
                  <a:lnTo>
                    <a:pt x="1369" y="1368"/>
                  </a:lnTo>
                  <a:cubicBezTo>
                    <a:pt x="1642" y="973"/>
                    <a:pt x="2281" y="1308"/>
                    <a:pt x="2493" y="821"/>
                  </a:cubicBezTo>
                  <a:cubicBezTo>
                    <a:pt x="3193" y="335"/>
                    <a:pt x="3223" y="244"/>
                    <a:pt x="27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8"/>
            <p:cNvSpPr/>
            <p:nvPr/>
          </p:nvSpPr>
          <p:spPr>
            <a:xfrm>
              <a:off x="2257835" y="1589687"/>
              <a:ext cx="187270" cy="62564"/>
            </a:xfrm>
            <a:custGeom>
              <a:rect b="b" l="l" r="r" t="t"/>
              <a:pathLst>
                <a:path extrusionOk="0" h="1483" w="4439">
                  <a:moveTo>
                    <a:pt x="3010" y="0"/>
                  </a:moveTo>
                  <a:cubicBezTo>
                    <a:pt x="2953" y="82"/>
                    <a:pt x="2880" y="107"/>
                    <a:pt x="2801" y="107"/>
                  </a:cubicBezTo>
                  <a:cubicBezTo>
                    <a:pt x="2681" y="107"/>
                    <a:pt x="2546" y="50"/>
                    <a:pt x="2427" y="50"/>
                  </a:cubicBezTo>
                  <a:cubicBezTo>
                    <a:pt x="2333" y="50"/>
                    <a:pt x="2248" y="85"/>
                    <a:pt x="2189" y="213"/>
                  </a:cubicBezTo>
                  <a:cubicBezTo>
                    <a:pt x="2372" y="365"/>
                    <a:pt x="2676" y="396"/>
                    <a:pt x="2736" y="730"/>
                  </a:cubicBezTo>
                  <a:cubicBezTo>
                    <a:pt x="2504" y="810"/>
                    <a:pt x="2263" y="833"/>
                    <a:pt x="2019" y="833"/>
                  </a:cubicBezTo>
                  <a:cubicBezTo>
                    <a:pt x="1687" y="833"/>
                    <a:pt x="1349" y="791"/>
                    <a:pt x="1018" y="791"/>
                  </a:cubicBezTo>
                  <a:cubicBezTo>
                    <a:pt x="667" y="791"/>
                    <a:pt x="323" y="838"/>
                    <a:pt x="1" y="1034"/>
                  </a:cubicBezTo>
                  <a:cubicBezTo>
                    <a:pt x="447" y="1400"/>
                    <a:pt x="934" y="1483"/>
                    <a:pt x="1433" y="1483"/>
                  </a:cubicBezTo>
                  <a:cubicBezTo>
                    <a:pt x="1843" y="1483"/>
                    <a:pt x="2260" y="1427"/>
                    <a:pt x="2668" y="1427"/>
                  </a:cubicBezTo>
                  <a:cubicBezTo>
                    <a:pt x="2711" y="1427"/>
                    <a:pt x="2754" y="1428"/>
                    <a:pt x="2797" y="1429"/>
                  </a:cubicBezTo>
                  <a:cubicBezTo>
                    <a:pt x="3101" y="1429"/>
                    <a:pt x="3405" y="1368"/>
                    <a:pt x="3679" y="1277"/>
                  </a:cubicBezTo>
                  <a:cubicBezTo>
                    <a:pt x="4165" y="1034"/>
                    <a:pt x="4439" y="548"/>
                    <a:pt x="4378" y="31"/>
                  </a:cubicBezTo>
                  <a:cubicBezTo>
                    <a:pt x="4359" y="30"/>
                    <a:pt x="4341" y="29"/>
                    <a:pt x="4322" y="29"/>
                  </a:cubicBezTo>
                  <a:cubicBezTo>
                    <a:pt x="4039" y="29"/>
                    <a:pt x="3756" y="164"/>
                    <a:pt x="3472" y="164"/>
                  </a:cubicBezTo>
                  <a:cubicBezTo>
                    <a:pt x="3318" y="164"/>
                    <a:pt x="3164" y="124"/>
                    <a:pt x="30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8"/>
            <p:cNvSpPr/>
            <p:nvPr/>
          </p:nvSpPr>
          <p:spPr>
            <a:xfrm>
              <a:off x="2060353" y="1612721"/>
              <a:ext cx="142383" cy="46238"/>
            </a:xfrm>
            <a:custGeom>
              <a:rect b="b" l="l" r="r" t="t"/>
              <a:pathLst>
                <a:path extrusionOk="0" h="1096" w="3375">
                  <a:moveTo>
                    <a:pt x="3299" y="0"/>
                  </a:moveTo>
                  <a:cubicBezTo>
                    <a:pt x="2369" y="0"/>
                    <a:pt x="1533" y="497"/>
                    <a:pt x="611" y="497"/>
                  </a:cubicBezTo>
                  <a:cubicBezTo>
                    <a:pt x="540" y="497"/>
                    <a:pt x="468" y="494"/>
                    <a:pt x="396" y="488"/>
                  </a:cubicBezTo>
                  <a:cubicBezTo>
                    <a:pt x="358" y="477"/>
                    <a:pt x="324" y="472"/>
                    <a:pt x="291" y="472"/>
                  </a:cubicBezTo>
                  <a:cubicBezTo>
                    <a:pt x="142" y="472"/>
                    <a:pt x="51" y="581"/>
                    <a:pt x="1" y="731"/>
                  </a:cubicBezTo>
                  <a:cubicBezTo>
                    <a:pt x="1" y="853"/>
                    <a:pt x="31" y="974"/>
                    <a:pt x="122" y="1065"/>
                  </a:cubicBezTo>
                  <a:cubicBezTo>
                    <a:pt x="235" y="967"/>
                    <a:pt x="368" y="920"/>
                    <a:pt x="502" y="920"/>
                  </a:cubicBezTo>
                  <a:cubicBezTo>
                    <a:pt x="657" y="920"/>
                    <a:pt x="813" y="982"/>
                    <a:pt x="943" y="1096"/>
                  </a:cubicBezTo>
                  <a:cubicBezTo>
                    <a:pt x="1794" y="1035"/>
                    <a:pt x="2615" y="1005"/>
                    <a:pt x="3375" y="518"/>
                  </a:cubicBezTo>
                  <a:lnTo>
                    <a:pt x="3375" y="2"/>
                  </a:lnTo>
                  <a:cubicBezTo>
                    <a:pt x="3350" y="1"/>
                    <a:pt x="3324" y="0"/>
                    <a:pt x="3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8"/>
            <p:cNvSpPr/>
            <p:nvPr/>
          </p:nvSpPr>
          <p:spPr>
            <a:xfrm>
              <a:off x="1962898" y="1640608"/>
              <a:ext cx="102642" cy="61973"/>
            </a:xfrm>
            <a:custGeom>
              <a:rect b="b" l="l" r="r" t="t"/>
              <a:pathLst>
                <a:path extrusionOk="0" h="1469" w="2433">
                  <a:moveTo>
                    <a:pt x="2125" y="0"/>
                  </a:moveTo>
                  <a:cubicBezTo>
                    <a:pt x="2032" y="0"/>
                    <a:pt x="1937" y="32"/>
                    <a:pt x="1855" y="100"/>
                  </a:cubicBezTo>
                  <a:cubicBezTo>
                    <a:pt x="1554" y="124"/>
                    <a:pt x="1271" y="323"/>
                    <a:pt x="938" y="323"/>
                  </a:cubicBezTo>
                  <a:cubicBezTo>
                    <a:pt x="834" y="323"/>
                    <a:pt x="725" y="303"/>
                    <a:pt x="609" y="252"/>
                  </a:cubicBezTo>
                  <a:cubicBezTo>
                    <a:pt x="570" y="233"/>
                    <a:pt x="536" y="225"/>
                    <a:pt x="506" y="225"/>
                  </a:cubicBezTo>
                  <a:cubicBezTo>
                    <a:pt x="346" y="225"/>
                    <a:pt x="290" y="468"/>
                    <a:pt x="214" y="648"/>
                  </a:cubicBezTo>
                  <a:cubicBezTo>
                    <a:pt x="609" y="1073"/>
                    <a:pt x="1" y="1164"/>
                    <a:pt x="1" y="1468"/>
                  </a:cubicBezTo>
                  <a:cubicBezTo>
                    <a:pt x="760" y="1414"/>
                    <a:pt x="1278" y="610"/>
                    <a:pt x="2071" y="610"/>
                  </a:cubicBezTo>
                  <a:cubicBezTo>
                    <a:pt x="2167" y="610"/>
                    <a:pt x="2267" y="621"/>
                    <a:pt x="2372" y="648"/>
                  </a:cubicBezTo>
                  <a:lnTo>
                    <a:pt x="2432" y="404"/>
                  </a:lnTo>
                  <a:lnTo>
                    <a:pt x="2432" y="131"/>
                  </a:lnTo>
                  <a:cubicBezTo>
                    <a:pt x="2349" y="47"/>
                    <a:pt x="2238" y="0"/>
                    <a:pt x="21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8"/>
            <p:cNvSpPr/>
            <p:nvPr/>
          </p:nvSpPr>
          <p:spPr>
            <a:xfrm>
              <a:off x="1402514" y="1907701"/>
              <a:ext cx="80831" cy="96230"/>
            </a:xfrm>
            <a:custGeom>
              <a:rect b="b" l="l" r="r" t="t"/>
              <a:pathLst>
                <a:path extrusionOk="0" h="2281" w="1916">
                  <a:moveTo>
                    <a:pt x="1612" y="1"/>
                  </a:moveTo>
                  <a:cubicBezTo>
                    <a:pt x="974" y="639"/>
                    <a:pt x="305" y="1277"/>
                    <a:pt x="1" y="2189"/>
                  </a:cubicBezTo>
                  <a:cubicBezTo>
                    <a:pt x="46" y="2250"/>
                    <a:pt x="92" y="2280"/>
                    <a:pt x="138" y="2280"/>
                  </a:cubicBezTo>
                  <a:cubicBezTo>
                    <a:pt x="183" y="2280"/>
                    <a:pt x="229" y="2250"/>
                    <a:pt x="274" y="2189"/>
                  </a:cubicBezTo>
                  <a:cubicBezTo>
                    <a:pt x="822" y="1551"/>
                    <a:pt x="1369" y="943"/>
                    <a:pt x="1916" y="335"/>
                  </a:cubicBezTo>
                  <a:lnTo>
                    <a:pt x="16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8"/>
            <p:cNvSpPr/>
            <p:nvPr/>
          </p:nvSpPr>
          <p:spPr>
            <a:xfrm>
              <a:off x="1375598" y="2062531"/>
              <a:ext cx="74419" cy="80494"/>
            </a:xfrm>
            <a:custGeom>
              <a:rect b="b" l="l" r="r" t="t"/>
              <a:pathLst>
                <a:path extrusionOk="0" h="1908" w="1764">
                  <a:moveTo>
                    <a:pt x="1534" y="1"/>
                  </a:moveTo>
                  <a:cubicBezTo>
                    <a:pt x="1409" y="1"/>
                    <a:pt x="1292" y="60"/>
                    <a:pt x="1216" y="160"/>
                  </a:cubicBezTo>
                  <a:cubicBezTo>
                    <a:pt x="1095" y="221"/>
                    <a:pt x="1034" y="343"/>
                    <a:pt x="912" y="404"/>
                  </a:cubicBezTo>
                  <a:lnTo>
                    <a:pt x="639" y="951"/>
                  </a:lnTo>
                  <a:cubicBezTo>
                    <a:pt x="548" y="1042"/>
                    <a:pt x="457" y="1133"/>
                    <a:pt x="396" y="1255"/>
                  </a:cubicBezTo>
                  <a:cubicBezTo>
                    <a:pt x="274" y="1315"/>
                    <a:pt x="213" y="1437"/>
                    <a:pt x="92" y="1498"/>
                  </a:cubicBezTo>
                  <a:cubicBezTo>
                    <a:pt x="92" y="1498"/>
                    <a:pt x="61" y="1559"/>
                    <a:pt x="31" y="1619"/>
                  </a:cubicBezTo>
                  <a:cubicBezTo>
                    <a:pt x="1" y="1711"/>
                    <a:pt x="31" y="1771"/>
                    <a:pt x="92" y="1832"/>
                  </a:cubicBezTo>
                  <a:cubicBezTo>
                    <a:pt x="168" y="1883"/>
                    <a:pt x="249" y="1907"/>
                    <a:pt x="329" y="1907"/>
                  </a:cubicBezTo>
                  <a:cubicBezTo>
                    <a:pt x="441" y="1907"/>
                    <a:pt x="550" y="1860"/>
                    <a:pt x="639" y="1771"/>
                  </a:cubicBezTo>
                  <a:cubicBezTo>
                    <a:pt x="1156" y="1346"/>
                    <a:pt x="1764" y="951"/>
                    <a:pt x="1733" y="160"/>
                  </a:cubicBezTo>
                  <a:lnTo>
                    <a:pt x="1612" y="8"/>
                  </a:lnTo>
                  <a:cubicBezTo>
                    <a:pt x="1585" y="3"/>
                    <a:pt x="1559" y="1"/>
                    <a:pt x="15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8"/>
            <p:cNvSpPr/>
            <p:nvPr/>
          </p:nvSpPr>
          <p:spPr>
            <a:xfrm>
              <a:off x="1266584" y="2203524"/>
              <a:ext cx="79566" cy="98845"/>
            </a:xfrm>
            <a:custGeom>
              <a:rect b="b" l="l" r="r" t="t"/>
              <a:pathLst>
                <a:path extrusionOk="0" h="2343" w="1886">
                  <a:moveTo>
                    <a:pt x="1546" y="0"/>
                  </a:moveTo>
                  <a:cubicBezTo>
                    <a:pt x="1385" y="0"/>
                    <a:pt x="1225" y="30"/>
                    <a:pt x="1065" y="101"/>
                  </a:cubicBezTo>
                  <a:cubicBezTo>
                    <a:pt x="943" y="922"/>
                    <a:pt x="214" y="1439"/>
                    <a:pt x="1" y="2229"/>
                  </a:cubicBezTo>
                  <a:cubicBezTo>
                    <a:pt x="47" y="2305"/>
                    <a:pt x="100" y="2343"/>
                    <a:pt x="153" y="2343"/>
                  </a:cubicBezTo>
                  <a:cubicBezTo>
                    <a:pt x="206" y="2343"/>
                    <a:pt x="259" y="2305"/>
                    <a:pt x="305" y="2229"/>
                  </a:cubicBezTo>
                  <a:cubicBezTo>
                    <a:pt x="791" y="1469"/>
                    <a:pt x="1551" y="922"/>
                    <a:pt x="1885" y="40"/>
                  </a:cubicBezTo>
                  <a:cubicBezTo>
                    <a:pt x="1772" y="15"/>
                    <a:pt x="1659" y="0"/>
                    <a:pt x="15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8"/>
            <p:cNvSpPr/>
            <p:nvPr/>
          </p:nvSpPr>
          <p:spPr>
            <a:xfrm>
              <a:off x="1456388" y="1985622"/>
              <a:ext cx="71845" cy="83700"/>
            </a:xfrm>
            <a:custGeom>
              <a:rect b="b" l="l" r="r" t="t"/>
              <a:pathLst>
                <a:path extrusionOk="0" h="1984" w="1703">
                  <a:moveTo>
                    <a:pt x="1566" y="0"/>
                  </a:moveTo>
                  <a:cubicBezTo>
                    <a:pt x="1513" y="0"/>
                    <a:pt x="1460" y="23"/>
                    <a:pt x="1429" y="68"/>
                  </a:cubicBezTo>
                  <a:cubicBezTo>
                    <a:pt x="852" y="281"/>
                    <a:pt x="487" y="768"/>
                    <a:pt x="61" y="1132"/>
                  </a:cubicBezTo>
                  <a:cubicBezTo>
                    <a:pt x="1" y="1436"/>
                    <a:pt x="122" y="1771"/>
                    <a:pt x="335" y="1983"/>
                  </a:cubicBezTo>
                  <a:cubicBezTo>
                    <a:pt x="639" y="1223"/>
                    <a:pt x="1368" y="798"/>
                    <a:pt x="1703" y="68"/>
                  </a:cubicBezTo>
                  <a:cubicBezTo>
                    <a:pt x="1672" y="23"/>
                    <a:pt x="1619" y="0"/>
                    <a:pt x="15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8"/>
            <p:cNvSpPr/>
            <p:nvPr/>
          </p:nvSpPr>
          <p:spPr>
            <a:xfrm>
              <a:off x="1305059" y="3164400"/>
              <a:ext cx="64167" cy="66698"/>
            </a:xfrm>
            <a:custGeom>
              <a:rect b="b" l="l" r="r" t="t"/>
              <a:pathLst>
                <a:path extrusionOk="0" h="1581" w="1521">
                  <a:moveTo>
                    <a:pt x="153" y="0"/>
                  </a:moveTo>
                  <a:lnTo>
                    <a:pt x="153" y="0"/>
                  </a:lnTo>
                  <a:cubicBezTo>
                    <a:pt x="1" y="882"/>
                    <a:pt x="822" y="1094"/>
                    <a:pt x="1247" y="1581"/>
                  </a:cubicBezTo>
                  <a:cubicBezTo>
                    <a:pt x="1399" y="1459"/>
                    <a:pt x="1521" y="1277"/>
                    <a:pt x="1521" y="1064"/>
                  </a:cubicBezTo>
                  <a:lnTo>
                    <a:pt x="1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8"/>
            <p:cNvSpPr/>
            <p:nvPr/>
          </p:nvSpPr>
          <p:spPr>
            <a:xfrm>
              <a:off x="1801318" y="1805099"/>
              <a:ext cx="82139" cy="50836"/>
            </a:xfrm>
            <a:custGeom>
              <a:rect b="b" l="l" r="r" t="t"/>
              <a:pathLst>
                <a:path extrusionOk="0" h="1205" w="1947">
                  <a:moveTo>
                    <a:pt x="1916" y="1"/>
                  </a:moveTo>
                  <a:cubicBezTo>
                    <a:pt x="1065" y="31"/>
                    <a:pt x="518" y="518"/>
                    <a:pt x="1" y="1095"/>
                  </a:cubicBezTo>
                  <a:lnTo>
                    <a:pt x="62" y="1125"/>
                  </a:lnTo>
                  <a:cubicBezTo>
                    <a:pt x="251" y="1179"/>
                    <a:pt x="425" y="1204"/>
                    <a:pt x="586" y="1204"/>
                  </a:cubicBezTo>
                  <a:cubicBezTo>
                    <a:pt x="1250" y="1204"/>
                    <a:pt x="1677" y="766"/>
                    <a:pt x="1946" y="31"/>
                  </a:cubicBezTo>
                  <a:lnTo>
                    <a:pt x="19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8"/>
            <p:cNvSpPr/>
            <p:nvPr/>
          </p:nvSpPr>
          <p:spPr>
            <a:xfrm>
              <a:off x="1356360" y="3209288"/>
              <a:ext cx="47503" cy="70537"/>
            </a:xfrm>
            <a:custGeom>
              <a:rect b="b" l="l" r="r" t="t"/>
              <a:pathLst>
                <a:path extrusionOk="0" h="1672" w="1126">
                  <a:moveTo>
                    <a:pt x="305" y="0"/>
                  </a:moveTo>
                  <a:cubicBezTo>
                    <a:pt x="122" y="91"/>
                    <a:pt x="1" y="304"/>
                    <a:pt x="31" y="517"/>
                  </a:cubicBezTo>
                  <a:lnTo>
                    <a:pt x="821" y="1672"/>
                  </a:lnTo>
                  <a:lnTo>
                    <a:pt x="1125" y="1368"/>
                  </a:lnTo>
                  <a:lnTo>
                    <a:pt x="3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8"/>
            <p:cNvSpPr/>
            <p:nvPr/>
          </p:nvSpPr>
          <p:spPr>
            <a:xfrm>
              <a:off x="1311472" y="2160323"/>
              <a:ext cx="50077" cy="50414"/>
            </a:xfrm>
            <a:custGeom>
              <a:rect b="b" l="l" r="r" t="t"/>
              <a:pathLst>
                <a:path extrusionOk="0" h="1195" w="1187">
                  <a:moveTo>
                    <a:pt x="1065" y="0"/>
                  </a:moveTo>
                  <a:cubicBezTo>
                    <a:pt x="366" y="31"/>
                    <a:pt x="244" y="608"/>
                    <a:pt x="1" y="1095"/>
                  </a:cubicBezTo>
                  <a:cubicBezTo>
                    <a:pt x="124" y="1163"/>
                    <a:pt x="253" y="1195"/>
                    <a:pt x="381" y="1195"/>
                  </a:cubicBezTo>
                  <a:cubicBezTo>
                    <a:pt x="536" y="1195"/>
                    <a:pt x="688" y="1148"/>
                    <a:pt x="821" y="1064"/>
                  </a:cubicBezTo>
                  <a:lnTo>
                    <a:pt x="791" y="1064"/>
                  </a:lnTo>
                  <a:cubicBezTo>
                    <a:pt x="943" y="821"/>
                    <a:pt x="913" y="517"/>
                    <a:pt x="1065" y="244"/>
                  </a:cubicBezTo>
                  <a:lnTo>
                    <a:pt x="1065" y="274"/>
                  </a:lnTo>
                  <a:cubicBezTo>
                    <a:pt x="1095" y="274"/>
                    <a:pt x="1125" y="244"/>
                    <a:pt x="1156" y="183"/>
                  </a:cubicBezTo>
                  <a:cubicBezTo>
                    <a:pt x="1186" y="122"/>
                    <a:pt x="1156" y="61"/>
                    <a:pt x="10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8"/>
            <p:cNvSpPr/>
            <p:nvPr/>
          </p:nvSpPr>
          <p:spPr>
            <a:xfrm>
              <a:off x="1528192" y="1937781"/>
              <a:ext cx="57755" cy="39361"/>
            </a:xfrm>
            <a:custGeom>
              <a:rect b="b" l="l" r="r" t="t"/>
              <a:pathLst>
                <a:path extrusionOk="0" h="933" w="1369">
                  <a:moveTo>
                    <a:pt x="963" y="1"/>
                  </a:moveTo>
                  <a:cubicBezTo>
                    <a:pt x="851" y="1"/>
                    <a:pt x="725" y="71"/>
                    <a:pt x="578" y="230"/>
                  </a:cubicBezTo>
                  <a:cubicBezTo>
                    <a:pt x="396" y="443"/>
                    <a:pt x="183" y="686"/>
                    <a:pt x="1" y="929"/>
                  </a:cubicBezTo>
                  <a:cubicBezTo>
                    <a:pt x="26" y="932"/>
                    <a:pt x="50" y="933"/>
                    <a:pt x="74" y="933"/>
                  </a:cubicBezTo>
                  <a:cubicBezTo>
                    <a:pt x="549" y="933"/>
                    <a:pt x="820" y="408"/>
                    <a:pt x="1295" y="408"/>
                  </a:cubicBezTo>
                  <a:cubicBezTo>
                    <a:pt x="1319" y="408"/>
                    <a:pt x="1344" y="409"/>
                    <a:pt x="1368" y="412"/>
                  </a:cubicBezTo>
                  <a:cubicBezTo>
                    <a:pt x="1259" y="157"/>
                    <a:pt x="1128" y="1"/>
                    <a:pt x="9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8"/>
            <p:cNvSpPr/>
            <p:nvPr/>
          </p:nvSpPr>
          <p:spPr>
            <a:xfrm>
              <a:off x="1688507" y="1724309"/>
              <a:ext cx="69272" cy="34678"/>
            </a:xfrm>
            <a:custGeom>
              <a:rect b="b" l="l" r="r" t="t"/>
              <a:pathLst>
                <a:path extrusionOk="0" h="822" w="1642">
                  <a:moveTo>
                    <a:pt x="1064" y="1"/>
                  </a:moveTo>
                  <a:lnTo>
                    <a:pt x="0" y="578"/>
                  </a:lnTo>
                  <a:lnTo>
                    <a:pt x="274" y="822"/>
                  </a:lnTo>
                  <a:cubicBezTo>
                    <a:pt x="608" y="700"/>
                    <a:pt x="973" y="548"/>
                    <a:pt x="1277" y="335"/>
                  </a:cubicBezTo>
                  <a:cubicBezTo>
                    <a:pt x="1642" y="1"/>
                    <a:pt x="1186" y="92"/>
                    <a:pt x="10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8"/>
            <p:cNvSpPr/>
            <p:nvPr/>
          </p:nvSpPr>
          <p:spPr>
            <a:xfrm>
              <a:off x="1356360" y="2137246"/>
              <a:ext cx="46195" cy="34678"/>
            </a:xfrm>
            <a:custGeom>
              <a:rect b="b" l="l" r="r" t="t"/>
              <a:pathLst>
                <a:path extrusionOk="0" h="822" w="1095">
                  <a:moveTo>
                    <a:pt x="578" y="0"/>
                  </a:moveTo>
                  <a:cubicBezTo>
                    <a:pt x="365" y="31"/>
                    <a:pt x="183" y="152"/>
                    <a:pt x="31" y="304"/>
                  </a:cubicBezTo>
                  <a:cubicBezTo>
                    <a:pt x="31" y="395"/>
                    <a:pt x="31" y="456"/>
                    <a:pt x="1" y="547"/>
                  </a:cubicBezTo>
                  <a:lnTo>
                    <a:pt x="1" y="821"/>
                  </a:lnTo>
                  <a:cubicBezTo>
                    <a:pt x="335" y="487"/>
                    <a:pt x="1064" y="699"/>
                    <a:pt x="10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8"/>
            <p:cNvSpPr/>
            <p:nvPr/>
          </p:nvSpPr>
          <p:spPr>
            <a:xfrm>
              <a:off x="2042423" y="1615843"/>
              <a:ext cx="34678" cy="30291"/>
            </a:xfrm>
            <a:custGeom>
              <a:rect b="b" l="l" r="r" t="t"/>
              <a:pathLst>
                <a:path extrusionOk="0" h="718" w="822">
                  <a:moveTo>
                    <a:pt x="573" y="1"/>
                  </a:moveTo>
                  <a:cubicBezTo>
                    <a:pt x="540" y="1"/>
                    <a:pt x="502" y="6"/>
                    <a:pt x="456" y="19"/>
                  </a:cubicBezTo>
                  <a:cubicBezTo>
                    <a:pt x="122" y="79"/>
                    <a:pt x="31" y="383"/>
                    <a:pt x="0" y="687"/>
                  </a:cubicBezTo>
                  <a:lnTo>
                    <a:pt x="547" y="718"/>
                  </a:lnTo>
                  <a:lnTo>
                    <a:pt x="821" y="414"/>
                  </a:lnTo>
                  <a:cubicBezTo>
                    <a:pt x="768" y="230"/>
                    <a:pt x="784" y="1"/>
                    <a:pt x="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8"/>
            <p:cNvSpPr/>
            <p:nvPr/>
          </p:nvSpPr>
          <p:spPr>
            <a:xfrm>
              <a:off x="1439724" y="2033379"/>
              <a:ext cx="33370" cy="34636"/>
            </a:xfrm>
            <a:custGeom>
              <a:rect b="b" l="l" r="r" t="t"/>
              <a:pathLst>
                <a:path extrusionOk="0" h="821" w="791">
                  <a:moveTo>
                    <a:pt x="213" y="0"/>
                  </a:moveTo>
                  <a:cubicBezTo>
                    <a:pt x="0" y="243"/>
                    <a:pt x="0" y="608"/>
                    <a:pt x="213" y="821"/>
                  </a:cubicBezTo>
                  <a:lnTo>
                    <a:pt x="760" y="821"/>
                  </a:lnTo>
                  <a:cubicBezTo>
                    <a:pt x="760" y="517"/>
                    <a:pt x="791" y="183"/>
                    <a:pt x="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8"/>
            <p:cNvSpPr/>
            <p:nvPr/>
          </p:nvSpPr>
          <p:spPr>
            <a:xfrm>
              <a:off x="1756472" y="1746500"/>
              <a:ext cx="47461" cy="25313"/>
            </a:xfrm>
            <a:custGeom>
              <a:rect b="b" l="l" r="r" t="t"/>
              <a:pathLst>
                <a:path extrusionOk="0" h="600" w="1125">
                  <a:moveTo>
                    <a:pt x="593" y="0"/>
                  </a:moveTo>
                  <a:cubicBezTo>
                    <a:pt x="294" y="0"/>
                    <a:pt x="59" y="130"/>
                    <a:pt x="0" y="600"/>
                  </a:cubicBezTo>
                  <a:cubicBezTo>
                    <a:pt x="334" y="356"/>
                    <a:pt x="821" y="417"/>
                    <a:pt x="1125" y="83"/>
                  </a:cubicBezTo>
                  <a:cubicBezTo>
                    <a:pt x="941" y="40"/>
                    <a:pt x="757" y="0"/>
                    <a:pt x="5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8"/>
            <p:cNvSpPr/>
            <p:nvPr/>
          </p:nvSpPr>
          <p:spPr>
            <a:xfrm>
              <a:off x="1688718" y="1896141"/>
              <a:ext cx="36998" cy="29911"/>
            </a:xfrm>
            <a:custGeom>
              <a:rect b="b" l="l" r="r" t="t"/>
              <a:pathLst>
                <a:path extrusionOk="0" h="709" w="877">
                  <a:moveTo>
                    <a:pt x="512" y="1"/>
                  </a:moveTo>
                  <a:lnTo>
                    <a:pt x="26" y="335"/>
                  </a:lnTo>
                  <a:cubicBezTo>
                    <a:pt x="26" y="472"/>
                    <a:pt x="1" y="709"/>
                    <a:pt x="130" y="709"/>
                  </a:cubicBezTo>
                  <a:cubicBezTo>
                    <a:pt x="144" y="709"/>
                    <a:pt x="160" y="706"/>
                    <a:pt x="178" y="700"/>
                  </a:cubicBezTo>
                  <a:cubicBezTo>
                    <a:pt x="451" y="609"/>
                    <a:pt x="877" y="457"/>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8"/>
            <p:cNvSpPr/>
            <p:nvPr/>
          </p:nvSpPr>
          <p:spPr>
            <a:xfrm>
              <a:off x="1824437" y="1679083"/>
              <a:ext cx="38475" cy="24764"/>
            </a:xfrm>
            <a:custGeom>
              <a:rect b="b" l="l" r="r" t="t"/>
              <a:pathLst>
                <a:path extrusionOk="0" h="587" w="912">
                  <a:moveTo>
                    <a:pt x="605" y="0"/>
                  </a:moveTo>
                  <a:cubicBezTo>
                    <a:pt x="486" y="0"/>
                    <a:pt x="357" y="50"/>
                    <a:pt x="274" y="100"/>
                  </a:cubicBezTo>
                  <a:cubicBezTo>
                    <a:pt x="0" y="222"/>
                    <a:pt x="91" y="435"/>
                    <a:pt x="304" y="587"/>
                  </a:cubicBezTo>
                  <a:cubicBezTo>
                    <a:pt x="456" y="556"/>
                    <a:pt x="456" y="374"/>
                    <a:pt x="578" y="343"/>
                  </a:cubicBezTo>
                  <a:cubicBezTo>
                    <a:pt x="699" y="313"/>
                    <a:pt x="912" y="283"/>
                    <a:pt x="851" y="131"/>
                  </a:cubicBezTo>
                  <a:cubicBezTo>
                    <a:pt x="796" y="34"/>
                    <a:pt x="704"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8"/>
            <p:cNvSpPr/>
            <p:nvPr/>
          </p:nvSpPr>
          <p:spPr>
            <a:xfrm>
              <a:off x="1819290" y="1737134"/>
              <a:ext cx="29531" cy="25692"/>
            </a:xfrm>
            <a:custGeom>
              <a:rect b="b" l="l" r="r" t="t"/>
              <a:pathLst>
                <a:path extrusionOk="0" h="609" w="700">
                  <a:moveTo>
                    <a:pt x="152" y="1"/>
                  </a:moveTo>
                  <a:lnTo>
                    <a:pt x="152" y="1"/>
                  </a:lnTo>
                  <a:cubicBezTo>
                    <a:pt x="213" y="244"/>
                    <a:pt x="0" y="548"/>
                    <a:pt x="365" y="609"/>
                  </a:cubicBezTo>
                  <a:cubicBezTo>
                    <a:pt x="426" y="609"/>
                    <a:pt x="517" y="518"/>
                    <a:pt x="548" y="457"/>
                  </a:cubicBezTo>
                  <a:cubicBezTo>
                    <a:pt x="700" y="62"/>
                    <a:pt x="396" y="62"/>
                    <a:pt x="1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8"/>
            <p:cNvSpPr/>
            <p:nvPr/>
          </p:nvSpPr>
          <p:spPr>
            <a:xfrm>
              <a:off x="1278143" y="3129763"/>
              <a:ext cx="35944" cy="27464"/>
            </a:xfrm>
            <a:custGeom>
              <a:rect b="b" l="l" r="r" t="t"/>
              <a:pathLst>
                <a:path extrusionOk="0" h="651" w="852">
                  <a:moveTo>
                    <a:pt x="1" y="1"/>
                  </a:moveTo>
                  <a:cubicBezTo>
                    <a:pt x="92" y="244"/>
                    <a:pt x="274" y="457"/>
                    <a:pt x="487" y="608"/>
                  </a:cubicBezTo>
                  <a:cubicBezTo>
                    <a:pt x="528" y="636"/>
                    <a:pt x="581" y="651"/>
                    <a:pt x="633" y="651"/>
                  </a:cubicBezTo>
                  <a:cubicBezTo>
                    <a:pt x="696" y="651"/>
                    <a:pt x="757" y="628"/>
                    <a:pt x="791" y="578"/>
                  </a:cubicBezTo>
                  <a:cubicBezTo>
                    <a:pt x="852" y="274"/>
                    <a:pt x="639" y="1"/>
                    <a:pt x="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8"/>
            <p:cNvSpPr/>
            <p:nvPr/>
          </p:nvSpPr>
          <p:spPr>
            <a:xfrm>
              <a:off x="1711584" y="1774006"/>
              <a:ext cx="34636" cy="20967"/>
            </a:xfrm>
            <a:custGeom>
              <a:rect b="b" l="l" r="r" t="t"/>
              <a:pathLst>
                <a:path extrusionOk="0" h="497" w="821">
                  <a:moveTo>
                    <a:pt x="458" y="0"/>
                  </a:moveTo>
                  <a:cubicBezTo>
                    <a:pt x="259" y="0"/>
                    <a:pt x="143" y="260"/>
                    <a:pt x="0" y="464"/>
                  </a:cubicBezTo>
                  <a:cubicBezTo>
                    <a:pt x="94" y="483"/>
                    <a:pt x="188" y="496"/>
                    <a:pt x="279" y="496"/>
                  </a:cubicBezTo>
                  <a:cubicBezTo>
                    <a:pt x="483" y="496"/>
                    <a:pt x="674" y="431"/>
                    <a:pt x="821" y="221"/>
                  </a:cubicBezTo>
                  <a:cubicBezTo>
                    <a:pt x="672" y="62"/>
                    <a:pt x="555" y="0"/>
                    <a:pt x="4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8"/>
            <p:cNvSpPr/>
            <p:nvPr/>
          </p:nvSpPr>
          <p:spPr>
            <a:xfrm>
              <a:off x="1378171" y="2000008"/>
              <a:ext cx="35944" cy="26916"/>
            </a:xfrm>
            <a:custGeom>
              <a:rect b="b" l="l" r="r" t="t"/>
              <a:pathLst>
                <a:path extrusionOk="0" h="638" w="852">
                  <a:moveTo>
                    <a:pt x="578" y="1"/>
                  </a:moveTo>
                  <a:cubicBezTo>
                    <a:pt x="335" y="123"/>
                    <a:pt x="0" y="366"/>
                    <a:pt x="152" y="548"/>
                  </a:cubicBezTo>
                  <a:cubicBezTo>
                    <a:pt x="216" y="612"/>
                    <a:pt x="272" y="638"/>
                    <a:pt x="322" y="638"/>
                  </a:cubicBezTo>
                  <a:cubicBezTo>
                    <a:pt x="486" y="638"/>
                    <a:pt x="590" y="361"/>
                    <a:pt x="730" y="244"/>
                  </a:cubicBezTo>
                  <a:cubicBezTo>
                    <a:pt x="760" y="153"/>
                    <a:pt x="821" y="92"/>
                    <a:pt x="8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8"/>
            <p:cNvSpPr/>
            <p:nvPr/>
          </p:nvSpPr>
          <p:spPr>
            <a:xfrm>
              <a:off x="1425633" y="2034645"/>
              <a:ext cx="23119" cy="34678"/>
            </a:xfrm>
            <a:custGeom>
              <a:rect b="b" l="l" r="r" t="t"/>
              <a:pathLst>
                <a:path extrusionOk="0" h="822" w="548">
                  <a:moveTo>
                    <a:pt x="547" y="1"/>
                  </a:moveTo>
                  <a:cubicBezTo>
                    <a:pt x="243" y="183"/>
                    <a:pt x="152" y="517"/>
                    <a:pt x="0" y="821"/>
                  </a:cubicBezTo>
                  <a:lnTo>
                    <a:pt x="547" y="821"/>
                  </a:lnTo>
                  <a:lnTo>
                    <a:pt x="5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8"/>
            <p:cNvSpPr/>
            <p:nvPr/>
          </p:nvSpPr>
          <p:spPr>
            <a:xfrm>
              <a:off x="1357668" y="2125686"/>
              <a:ext cx="23119" cy="24427"/>
            </a:xfrm>
            <a:custGeom>
              <a:rect b="b" l="l" r="r" t="t"/>
              <a:pathLst>
                <a:path extrusionOk="0" h="579" w="548">
                  <a:moveTo>
                    <a:pt x="517" y="1"/>
                  </a:moveTo>
                  <a:cubicBezTo>
                    <a:pt x="274" y="92"/>
                    <a:pt x="61" y="305"/>
                    <a:pt x="0" y="578"/>
                  </a:cubicBezTo>
                  <a:cubicBezTo>
                    <a:pt x="213" y="578"/>
                    <a:pt x="426" y="457"/>
                    <a:pt x="547" y="274"/>
                  </a:cubicBezTo>
                  <a:cubicBezTo>
                    <a:pt x="547" y="183"/>
                    <a:pt x="547" y="92"/>
                    <a:pt x="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8"/>
            <p:cNvSpPr/>
            <p:nvPr/>
          </p:nvSpPr>
          <p:spPr>
            <a:xfrm>
              <a:off x="1437150" y="3318892"/>
              <a:ext cx="21853" cy="17381"/>
            </a:xfrm>
            <a:custGeom>
              <a:rect b="b" l="l" r="r" t="t"/>
              <a:pathLst>
                <a:path extrusionOk="0" h="412" w="518">
                  <a:moveTo>
                    <a:pt x="172" y="0"/>
                  </a:moveTo>
                  <a:cubicBezTo>
                    <a:pt x="117" y="0"/>
                    <a:pt x="60" y="28"/>
                    <a:pt x="1" y="107"/>
                  </a:cubicBezTo>
                  <a:lnTo>
                    <a:pt x="305" y="411"/>
                  </a:lnTo>
                  <a:lnTo>
                    <a:pt x="517" y="138"/>
                  </a:lnTo>
                  <a:cubicBezTo>
                    <a:pt x="395" y="117"/>
                    <a:pt x="286" y="0"/>
                    <a:pt x="1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8"/>
            <p:cNvSpPr/>
            <p:nvPr/>
          </p:nvSpPr>
          <p:spPr>
            <a:xfrm>
              <a:off x="1837262" y="1693554"/>
              <a:ext cx="12952" cy="13584"/>
            </a:xfrm>
            <a:custGeom>
              <a:rect b="b" l="l" r="r" t="t"/>
              <a:pathLst>
                <a:path extrusionOk="0" h="322" w="307">
                  <a:moveTo>
                    <a:pt x="274" y="0"/>
                  </a:moveTo>
                  <a:cubicBezTo>
                    <a:pt x="152" y="0"/>
                    <a:pt x="30" y="122"/>
                    <a:pt x="0" y="244"/>
                  </a:cubicBezTo>
                  <a:cubicBezTo>
                    <a:pt x="84" y="299"/>
                    <a:pt x="140" y="322"/>
                    <a:pt x="178" y="322"/>
                  </a:cubicBezTo>
                  <a:cubicBezTo>
                    <a:pt x="306" y="322"/>
                    <a:pt x="227" y="71"/>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8"/>
            <p:cNvSpPr/>
            <p:nvPr/>
          </p:nvSpPr>
          <p:spPr>
            <a:xfrm>
              <a:off x="1415339" y="2069281"/>
              <a:ext cx="11602" cy="10294"/>
            </a:xfrm>
            <a:custGeom>
              <a:rect b="b" l="l" r="r" t="t"/>
              <a:pathLst>
                <a:path extrusionOk="0" h="244" w="275">
                  <a:moveTo>
                    <a:pt x="274" y="0"/>
                  </a:moveTo>
                  <a:lnTo>
                    <a:pt x="1" y="24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8"/>
            <p:cNvSpPr/>
            <p:nvPr/>
          </p:nvSpPr>
          <p:spPr>
            <a:xfrm>
              <a:off x="1928304" y="3849155"/>
              <a:ext cx="10294" cy="5358"/>
            </a:xfrm>
            <a:custGeom>
              <a:rect b="b" l="l" r="r" t="t"/>
              <a:pathLst>
                <a:path extrusionOk="0" h="127" w="244">
                  <a:moveTo>
                    <a:pt x="0" y="1"/>
                  </a:moveTo>
                  <a:cubicBezTo>
                    <a:pt x="48" y="80"/>
                    <a:pt x="87" y="126"/>
                    <a:pt x="127" y="126"/>
                  </a:cubicBezTo>
                  <a:cubicBezTo>
                    <a:pt x="163" y="126"/>
                    <a:pt x="200" y="88"/>
                    <a:pt x="2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8"/>
            <p:cNvSpPr/>
            <p:nvPr/>
          </p:nvSpPr>
          <p:spPr>
            <a:xfrm>
              <a:off x="1453814" y="3349057"/>
              <a:ext cx="3881" cy="2616"/>
            </a:xfrm>
            <a:custGeom>
              <a:rect b="b" l="l" r="r" t="t"/>
              <a:pathLst>
                <a:path extrusionOk="0" h="62" w="92">
                  <a:moveTo>
                    <a:pt x="1" y="0"/>
                  </a:moveTo>
                  <a:lnTo>
                    <a:pt x="1" y="61"/>
                  </a:lnTo>
                  <a:lnTo>
                    <a:pt x="92" y="61"/>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8"/>
            <p:cNvSpPr/>
            <p:nvPr/>
          </p:nvSpPr>
          <p:spPr>
            <a:xfrm>
              <a:off x="1493556" y="3381120"/>
              <a:ext cx="11602" cy="11559"/>
            </a:xfrm>
            <a:custGeom>
              <a:rect b="b" l="l" r="r" t="t"/>
              <a:pathLst>
                <a:path extrusionOk="0" h="274" w="275">
                  <a:moveTo>
                    <a:pt x="1" y="0"/>
                  </a:moveTo>
                  <a:lnTo>
                    <a:pt x="275" y="274"/>
                  </a:lnTo>
                  <a:cubicBezTo>
                    <a:pt x="275" y="182"/>
                    <a:pt x="275" y="91"/>
                    <a:pt x="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8"/>
            <p:cNvSpPr/>
            <p:nvPr/>
          </p:nvSpPr>
          <p:spPr>
            <a:xfrm>
              <a:off x="1630794" y="1932085"/>
              <a:ext cx="11559" cy="11559"/>
            </a:xfrm>
            <a:custGeom>
              <a:rect b="b" l="l" r="r" t="t"/>
              <a:pathLst>
                <a:path extrusionOk="0" h="274" w="274">
                  <a:moveTo>
                    <a:pt x="0" y="0"/>
                  </a:moveTo>
                  <a:cubicBezTo>
                    <a:pt x="92" y="91"/>
                    <a:pt x="183" y="182"/>
                    <a:pt x="274" y="274"/>
                  </a:cubicBezTo>
                  <a:cubicBezTo>
                    <a:pt x="183" y="182"/>
                    <a:pt x="122" y="9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8"/>
            <p:cNvSpPr/>
            <p:nvPr/>
          </p:nvSpPr>
          <p:spPr>
            <a:xfrm>
              <a:off x="1619234" y="1925335"/>
              <a:ext cx="11602" cy="6792"/>
            </a:xfrm>
            <a:custGeom>
              <a:rect b="b" l="l" r="r" t="t"/>
              <a:pathLst>
                <a:path extrusionOk="0" h="161" w="275">
                  <a:moveTo>
                    <a:pt x="138" y="0"/>
                  </a:moveTo>
                  <a:cubicBezTo>
                    <a:pt x="92" y="0"/>
                    <a:pt x="46" y="54"/>
                    <a:pt x="1" y="160"/>
                  </a:cubicBezTo>
                  <a:lnTo>
                    <a:pt x="274" y="160"/>
                  </a:lnTo>
                  <a:cubicBezTo>
                    <a:pt x="229" y="54"/>
                    <a:pt x="183" y="0"/>
                    <a:pt x="1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8"/>
            <p:cNvSpPr/>
            <p:nvPr/>
          </p:nvSpPr>
          <p:spPr>
            <a:xfrm>
              <a:off x="1666696" y="1800458"/>
              <a:ext cx="7720" cy="3417"/>
            </a:xfrm>
            <a:custGeom>
              <a:rect b="b" l="l" r="r" t="t"/>
              <a:pathLst>
                <a:path extrusionOk="0" h="81" w="183">
                  <a:moveTo>
                    <a:pt x="98" y="0"/>
                  </a:moveTo>
                  <a:cubicBezTo>
                    <a:pt x="65" y="0"/>
                    <a:pt x="33" y="32"/>
                    <a:pt x="0" y="80"/>
                  </a:cubicBezTo>
                  <a:lnTo>
                    <a:pt x="183" y="80"/>
                  </a:lnTo>
                  <a:cubicBezTo>
                    <a:pt x="155" y="24"/>
                    <a:pt x="126" y="0"/>
                    <a:pt x="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8"/>
            <p:cNvSpPr/>
            <p:nvPr/>
          </p:nvSpPr>
          <p:spPr>
            <a:xfrm>
              <a:off x="1791066" y="1703805"/>
              <a:ext cx="10294" cy="6286"/>
            </a:xfrm>
            <a:custGeom>
              <a:rect b="b" l="l" r="r" t="t"/>
              <a:pathLst>
                <a:path extrusionOk="0" h="149" w="244">
                  <a:moveTo>
                    <a:pt x="1" y="1"/>
                  </a:moveTo>
                  <a:cubicBezTo>
                    <a:pt x="48" y="95"/>
                    <a:pt x="87" y="149"/>
                    <a:pt x="127" y="149"/>
                  </a:cubicBezTo>
                  <a:cubicBezTo>
                    <a:pt x="163" y="149"/>
                    <a:pt x="200" y="103"/>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8"/>
            <p:cNvSpPr/>
            <p:nvPr/>
          </p:nvSpPr>
          <p:spPr>
            <a:xfrm>
              <a:off x="1611556" y="3506756"/>
              <a:ext cx="9028" cy="11602"/>
            </a:xfrm>
            <a:custGeom>
              <a:rect b="b" l="l" r="r" t="t"/>
              <a:pathLst>
                <a:path extrusionOk="0" h="275" w="214">
                  <a:moveTo>
                    <a:pt x="213" y="1"/>
                  </a:moveTo>
                  <a:cubicBezTo>
                    <a:pt x="0" y="92"/>
                    <a:pt x="0" y="183"/>
                    <a:pt x="213" y="274"/>
                  </a:cubicBezTo>
                  <a:lnTo>
                    <a:pt x="2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8"/>
            <p:cNvSpPr/>
            <p:nvPr/>
          </p:nvSpPr>
          <p:spPr>
            <a:xfrm>
              <a:off x="1379437" y="2114169"/>
              <a:ext cx="12867" cy="11559"/>
            </a:xfrm>
            <a:custGeom>
              <a:rect b="b" l="l" r="r" t="t"/>
              <a:pathLst>
                <a:path extrusionOk="0" h="274" w="305">
                  <a:moveTo>
                    <a:pt x="305" y="0"/>
                  </a:moveTo>
                  <a:lnTo>
                    <a:pt x="1" y="27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8"/>
            <p:cNvSpPr/>
            <p:nvPr/>
          </p:nvSpPr>
          <p:spPr>
            <a:xfrm>
              <a:off x="1390996" y="2102610"/>
              <a:ext cx="11559" cy="11602"/>
            </a:xfrm>
            <a:custGeom>
              <a:rect b="b" l="l" r="r" t="t"/>
              <a:pathLst>
                <a:path extrusionOk="0" h="275" w="274">
                  <a:moveTo>
                    <a:pt x="274" y="1"/>
                  </a:moveTo>
                  <a:lnTo>
                    <a:pt x="0" y="27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8"/>
            <p:cNvSpPr/>
            <p:nvPr/>
          </p:nvSpPr>
          <p:spPr>
            <a:xfrm>
              <a:off x="1516675" y="1978239"/>
              <a:ext cx="11559" cy="10294"/>
            </a:xfrm>
            <a:custGeom>
              <a:rect b="b" l="l" r="r" t="t"/>
              <a:pathLst>
                <a:path extrusionOk="0" h="244" w="274">
                  <a:moveTo>
                    <a:pt x="274" y="0"/>
                  </a:moveTo>
                  <a:lnTo>
                    <a:pt x="0" y="243"/>
                  </a:lnTo>
                  <a:lnTo>
                    <a:pt x="274" y="243"/>
                  </a:lnTo>
                  <a:cubicBezTo>
                    <a:pt x="274" y="152"/>
                    <a:pt x="274" y="61"/>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8"/>
            <p:cNvSpPr/>
            <p:nvPr/>
          </p:nvSpPr>
          <p:spPr>
            <a:xfrm>
              <a:off x="2524591" y="3470854"/>
              <a:ext cx="397533" cy="355261"/>
            </a:xfrm>
            <a:custGeom>
              <a:rect b="b" l="l" r="r" t="t"/>
              <a:pathLst>
                <a:path extrusionOk="0" h="8421" w="9423">
                  <a:moveTo>
                    <a:pt x="8329" y="31"/>
                  </a:moveTo>
                  <a:cubicBezTo>
                    <a:pt x="7477" y="92"/>
                    <a:pt x="7143" y="730"/>
                    <a:pt x="6718" y="1308"/>
                  </a:cubicBezTo>
                  <a:lnTo>
                    <a:pt x="6414" y="1703"/>
                  </a:lnTo>
                  <a:cubicBezTo>
                    <a:pt x="6353" y="1794"/>
                    <a:pt x="6262" y="1885"/>
                    <a:pt x="6201" y="1977"/>
                  </a:cubicBezTo>
                  <a:cubicBezTo>
                    <a:pt x="6110" y="2098"/>
                    <a:pt x="5988" y="2220"/>
                    <a:pt x="5867" y="2311"/>
                  </a:cubicBezTo>
                  <a:cubicBezTo>
                    <a:pt x="5715" y="2463"/>
                    <a:pt x="5563" y="2615"/>
                    <a:pt x="5441" y="2797"/>
                  </a:cubicBezTo>
                  <a:cubicBezTo>
                    <a:pt x="5380" y="2888"/>
                    <a:pt x="5289" y="3010"/>
                    <a:pt x="5259" y="3071"/>
                  </a:cubicBezTo>
                  <a:cubicBezTo>
                    <a:pt x="5228" y="3101"/>
                    <a:pt x="5228" y="3101"/>
                    <a:pt x="5137" y="3192"/>
                  </a:cubicBezTo>
                  <a:cubicBezTo>
                    <a:pt x="5076" y="3253"/>
                    <a:pt x="4985" y="3314"/>
                    <a:pt x="4924" y="3405"/>
                  </a:cubicBezTo>
                  <a:lnTo>
                    <a:pt x="4772" y="3496"/>
                  </a:lnTo>
                  <a:cubicBezTo>
                    <a:pt x="4681" y="3557"/>
                    <a:pt x="4590" y="3618"/>
                    <a:pt x="4499" y="3679"/>
                  </a:cubicBezTo>
                  <a:cubicBezTo>
                    <a:pt x="4043" y="3983"/>
                    <a:pt x="3648" y="4408"/>
                    <a:pt x="3313" y="4864"/>
                  </a:cubicBezTo>
                  <a:cubicBezTo>
                    <a:pt x="3161" y="5016"/>
                    <a:pt x="2979" y="5168"/>
                    <a:pt x="2797" y="5229"/>
                  </a:cubicBezTo>
                  <a:cubicBezTo>
                    <a:pt x="2553" y="5320"/>
                    <a:pt x="2341" y="5411"/>
                    <a:pt x="2097" y="5472"/>
                  </a:cubicBezTo>
                  <a:cubicBezTo>
                    <a:pt x="2037" y="5480"/>
                    <a:pt x="1976" y="5483"/>
                    <a:pt x="1916" y="5483"/>
                  </a:cubicBezTo>
                  <a:cubicBezTo>
                    <a:pt x="1735" y="5483"/>
                    <a:pt x="1558" y="5449"/>
                    <a:pt x="1398" y="5381"/>
                  </a:cubicBezTo>
                  <a:cubicBezTo>
                    <a:pt x="1125" y="5381"/>
                    <a:pt x="821" y="5442"/>
                    <a:pt x="578" y="5594"/>
                  </a:cubicBezTo>
                  <a:lnTo>
                    <a:pt x="486" y="5715"/>
                  </a:lnTo>
                  <a:cubicBezTo>
                    <a:pt x="0" y="6536"/>
                    <a:pt x="486" y="7478"/>
                    <a:pt x="213" y="8329"/>
                  </a:cubicBezTo>
                  <a:lnTo>
                    <a:pt x="699" y="8420"/>
                  </a:lnTo>
                  <a:cubicBezTo>
                    <a:pt x="1550" y="8025"/>
                    <a:pt x="2523" y="7873"/>
                    <a:pt x="3161" y="7053"/>
                  </a:cubicBezTo>
                  <a:cubicBezTo>
                    <a:pt x="3587" y="6475"/>
                    <a:pt x="4134" y="6019"/>
                    <a:pt x="4803" y="5715"/>
                  </a:cubicBezTo>
                  <a:cubicBezTo>
                    <a:pt x="4924" y="5533"/>
                    <a:pt x="5076" y="5350"/>
                    <a:pt x="5228" y="5198"/>
                  </a:cubicBezTo>
                  <a:cubicBezTo>
                    <a:pt x="6687" y="3922"/>
                    <a:pt x="8025" y="2432"/>
                    <a:pt x="9149" y="852"/>
                  </a:cubicBezTo>
                  <a:cubicBezTo>
                    <a:pt x="9423" y="1"/>
                    <a:pt x="8784" y="122"/>
                    <a:pt x="8329" y="3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8"/>
            <p:cNvSpPr/>
            <p:nvPr/>
          </p:nvSpPr>
          <p:spPr>
            <a:xfrm>
              <a:off x="2477129" y="3457987"/>
              <a:ext cx="212920" cy="274514"/>
            </a:xfrm>
            <a:custGeom>
              <a:rect b="b" l="l" r="r" t="t"/>
              <a:pathLst>
                <a:path extrusionOk="0" h="6507" w="5047">
                  <a:moveTo>
                    <a:pt x="4128" y="1"/>
                  </a:moveTo>
                  <a:cubicBezTo>
                    <a:pt x="3800" y="1"/>
                    <a:pt x="3577" y="412"/>
                    <a:pt x="3399" y="412"/>
                  </a:cubicBezTo>
                  <a:cubicBezTo>
                    <a:pt x="3380" y="412"/>
                    <a:pt x="3362" y="407"/>
                    <a:pt x="3344" y="397"/>
                  </a:cubicBezTo>
                  <a:cubicBezTo>
                    <a:pt x="2954" y="158"/>
                    <a:pt x="2725" y="18"/>
                    <a:pt x="2567" y="18"/>
                  </a:cubicBezTo>
                  <a:cubicBezTo>
                    <a:pt x="2344" y="18"/>
                    <a:pt x="2263" y="298"/>
                    <a:pt x="2067" y="975"/>
                  </a:cubicBezTo>
                  <a:cubicBezTo>
                    <a:pt x="1763" y="1947"/>
                    <a:pt x="1824" y="3102"/>
                    <a:pt x="760" y="3710"/>
                  </a:cubicBezTo>
                  <a:cubicBezTo>
                    <a:pt x="669" y="3862"/>
                    <a:pt x="608" y="4044"/>
                    <a:pt x="639" y="4227"/>
                  </a:cubicBezTo>
                  <a:cubicBezTo>
                    <a:pt x="669" y="4318"/>
                    <a:pt x="700" y="4440"/>
                    <a:pt x="791" y="4531"/>
                  </a:cubicBezTo>
                  <a:cubicBezTo>
                    <a:pt x="943" y="4652"/>
                    <a:pt x="1034" y="4835"/>
                    <a:pt x="1064" y="5048"/>
                  </a:cubicBezTo>
                  <a:lnTo>
                    <a:pt x="1064" y="5230"/>
                  </a:lnTo>
                  <a:cubicBezTo>
                    <a:pt x="943" y="5625"/>
                    <a:pt x="0" y="5899"/>
                    <a:pt x="852" y="6507"/>
                  </a:cubicBezTo>
                  <a:lnTo>
                    <a:pt x="1611" y="6020"/>
                  </a:lnTo>
                  <a:cubicBezTo>
                    <a:pt x="1763" y="5838"/>
                    <a:pt x="1976" y="5716"/>
                    <a:pt x="2189" y="5686"/>
                  </a:cubicBezTo>
                  <a:cubicBezTo>
                    <a:pt x="2311" y="5655"/>
                    <a:pt x="2402" y="5625"/>
                    <a:pt x="2523" y="5564"/>
                  </a:cubicBezTo>
                  <a:cubicBezTo>
                    <a:pt x="3070" y="5412"/>
                    <a:pt x="3678" y="5351"/>
                    <a:pt x="3678" y="4531"/>
                  </a:cubicBezTo>
                  <a:cubicBezTo>
                    <a:pt x="3800" y="3437"/>
                    <a:pt x="4013" y="2434"/>
                    <a:pt x="4925" y="1704"/>
                  </a:cubicBezTo>
                  <a:cubicBezTo>
                    <a:pt x="4985" y="1582"/>
                    <a:pt x="5016" y="1461"/>
                    <a:pt x="5046" y="1339"/>
                  </a:cubicBezTo>
                  <a:cubicBezTo>
                    <a:pt x="4985" y="823"/>
                    <a:pt x="4712" y="336"/>
                    <a:pt x="4286" y="32"/>
                  </a:cubicBezTo>
                  <a:cubicBezTo>
                    <a:pt x="4231" y="10"/>
                    <a:pt x="4178" y="1"/>
                    <a:pt x="41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8"/>
            <p:cNvSpPr/>
            <p:nvPr/>
          </p:nvSpPr>
          <p:spPr>
            <a:xfrm>
              <a:off x="2554080" y="3769630"/>
              <a:ext cx="134663" cy="80831"/>
            </a:xfrm>
            <a:custGeom>
              <a:rect b="b" l="l" r="r" t="t"/>
              <a:pathLst>
                <a:path extrusionOk="0" h="1916" w="3192">
                  <a:moveTo>
                    <a:pt x="2462" y="1"/>
                  </a:moveTo>
                  <a:cubicBezTo>
                    <a:pt x="1794" y="92"/>
                    <a:pt x="1246" y="548"/>
                    <a:pt x="608" y="761"/>
                  </a:cubicBezTo>
                  <a:cubicBezTo>
                    <a:pt x="304" y="852"/>
                    <a:pt x="31" y="974"/>
                    <a:pt x="0" y="1369"/>
                  </a:cubicBezTo>
                  <a:cubicBezTo>
                    <a:pt x="304" y="1703"/>
                    <a:pt x="791" y="1612"/>
                    <a:pt x="1125" y="1916"/>
                  </a:cubicBezTo>
                  <a:cubicBezTo>
                    <a:pt x="1581" y="1916"/>
                    <a:pt x="1824" y="1521"/>
                    <a:pt x="2219" y="1369"/>
                  </a:cubicBezTo>
                  <a:cubicBezTo>
                    <a:pt x="2158" y="670"/>
                    <a:pt x="3070" y="791"/>
                    <a:pt x="3192" y="275"/>
                  </a:cubicBezTo>
                  <a:cubicBezTo>
                    <a:pt x="3070" y="31"/>
                    <a:pt x="2895" y="4"/>
                    <a:pt x="2719" y="4"/>
                  </a:cubicBezTo>
                  <a:cubicBezTo>
                    <a:pt x="2669" y="4"/>
                    <a:pt x="2619" y="7"/>
                    <a:pt x="2570" y="7"/>
                  </a:cubicBezTo>
                  <a:cubicBezTo>
                    <a:pt x="2533" y="7"/>
                    <a:pt x="2497" y="5"/>
                    <a:pt x="24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8"/>
            <p:cNvSpPr/>
            <p:nvPr/>
          </p:nvSpPr>
          <p:spPr>
            <a:xfrm>
              <a:off x="2320695" y="3641083"/>
              <a:ext cx="69272" cy="59611"/>
            </a:xfrm>
            <a:custGeom>
              <a:rect b="b" l="l" r="r" t="t"/>
              <a:pathLst>
                <a:path extrusionOk="0" h="1413" w="1642">
                  <a:moveTo>
                    <a:pt x="574" y="1"/>
                  </a:moveTo>
                  <a:cubicBezTo>
                    <a:pt x="525" y="1"/>
                    <a:pt x="471" y="24"/>
                    <a:pt x="426" y="69"/>
                  </a:cubicBezTo>
                  <a:cubicBezTo>
                    <a:pt x="0" y="586"/>
                    <a:pt x="395" y="1042"/>
                    <a:pt x="699" y="1315"/>
                  </a:cubicBezTo>
                  <a:cubicBezTo>
                    <a:pt x="776" y="1384"/>
                    <a:pt x="858" y="1413"/>
                    <a:pt x="943" y="1413"/>
                  </a:cubicBezTo>
                  <a:cubicBezTo>
                    <a:pt x="1193" y="1413"/>
                    <a:pt x="1460" y="1163"/>
                    <a:pt x="1642" y="981"/>
                  </a:cubicBezTo>
                  <a:cubicBezTo>
                    <a:pt x="1398" y="464"/>
                    <a:pt x="942" y="404"/>
                    <a:pt x="699" y="69"/>
                  </a:cubicBezTo>
                  <a:cubicBezTo>
                    <a:pt x="669" y="24"/>
                    <a:pt x="623" y="1"/>
                    <a:pt x="5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8"/>
            <p:cNvSpPr/>
            <p:nvPr/>
          </p:nvSpPr>
          <p:spPr>
            <a:xfrm>
              <a:off x="2418150" y="3577759"/>
              <a:ext cx="87244" cy="66403"/>
            </a:xfrm>
            <a:custGeom>
              <a:rect b="b" l="l" r="r" t="t"/>
              <a:pathLst>
                <a:path extrusionOk="0" h="1574" w="2068">
                  <a:moveTo>
                    <a:pt x="1265" y="0"/>
                  </a:moveTo>
                  <a:cubicBezTo>
                    <a:pt x="1161" y="0"/>
                    <a:pt x="1062" y="15"/>
                    <a:pt x="973" y="50"/>
                  </a:cubicBezTo>
                  <a:cubicBezTo>
                    <a:pt x="791" y="172"/>
                    <a:pt x="699" y="263"/>
                    <a:pt x="791" y="476"/>
                  </a:cubicBezTo>
                  <a:cubicBezTo>
                    <a:pt x="882" y="476"/>
                    <a:pt x="973" y="506"/>
                    <a:pt x="1034" y="567"/>
                  </a:cubicBezTo>
                  <a:cubicBezTo>
                    <a:pt x="1095" y="567"/>
                    <a:pt x="1034" y="719"/>
                    <a:pt x="1034" y="719"/>
                  </a:cubicBezTo>
                  <a:cubicBezTo>
                    <a:pt x="699" y="750"/>
                    <a:pt x="365" y="750"/>
                    <a:pt x="31" y="750"/>
                  </a:cubicBezTo>
                  <a:cubicBezTo>
                    <a:pt x="31" y="841"/>
                    <a:pt x="31" y="932"/>
                    <a:pt x="0" y="1023"/>
                  </a:cubicBezTo>
                  <a:cubicBezTo>
                    <a:pt x="395" y="1390"/>
                    <a:pt x="948" y="1573"/>
                    <a:pt x="1487" y="1573"/>
                  </a:cubicBezTo>
                  <a:cubicBezTo>
                    <a:pt x="1529" y="1573"/>
                    <a:pt x="1570" y="1572"/>
                    <a:pt x="1611" y="1570"/>
                  </a:cubicBezTo>
                  <a:cubicBezTo>
                    <a:pt x="1763" y="1449"/>
                    <a:pt x="1915" y="1266"/>
                    <a:pt x="2006" y="1084"/>
                  </a:cubicBezTo>
                  <a:cubicBezTo>
                    <a:pt x="2037" y="962"/>
                    <a:pt x="2067" y="871"/>
                    <a:pt x="2067" y="780"/>
                  </a:cubicBezTo>
                  <a:cubicBezTo>
                    <a:pt x="2037" y="537"/>
                    <a:pt x="1946" y="324"/>
                    <a:pt x="1794" y="172"/>
                  </a:cubicBezTo>
                  <a:cubicBezTo>
                    <a:pt x="1702" y="111"/>
                    <a:pt x="1581" y="50"/>
                    <a:pt x="1490" y="20"/>
                  </a:cubicBezTo>
                  <a:cubicBezTo>
                    <a:pt x="1414" y="7"/>
                    <a:pt x="1339" y="0"/>
                    <a:pt x="12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8"/>
            <p:cNvSpPr/>
            <p:nvPr/>
          </p:nvSpPr>
          <p:spPr>
            <a:xfrm>
              <a:off x="2437388" y="3770938"/>
              <a:ext cx="34636" cy="55181"/>
            </a:xfrm>
            <a:custGeom>
              <a:rect b="b" l="l" r="r" t="t"/>
              <a:pathLst>
                <a:path extrusionOk="0" h="1308" w="821">
                  <a:moveTo>
                    <a:pt x="547" y="0"/>
                  </a:moveTo>
                  <a:cubicBezTo>
                    <a:pt x="0" y="92"/>
                    <a:pt x="365" y="669"/>
                    <a:pt x="61" y="912"/>
                  </a:cubicBezTo>
                  <a:cubicBezTo>
                    <a:pt x="0" y="973"/>
                    <a:pt x="31" y="1095"/>
                    <a:pt x="0" y="1307"/>
                  </a:cubicBezTo>
                  <a:cubicBezTo>
                    <a:pt x="821" y="1216"/>
                    <a:pt x="669" y="608"/>
                    <a:pt x="821" y="213"/>
                  </a:cubicBezTo>
                  <a:cubicBezTo>
                    <a:pt x="821" y="183"/>
                    <a:pt x="639" y="0"/>
                    <a:pt x="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8"/>
            <p:cNvSpPr/>
            <p:nvPr/>
          </p:nvSpPr>
          <p:spPr>
            <a:xfrm>
              <a:off x="2404017" y="3619736"/>
              <a:ext cx="83405" cy="39656"/>
            </a:xfrm>
            <a:custGeom>
              <a:rect b="b" l="l" r="r" t="t"/>
              <a:pathLst>
                <a:path extrusionOk="0" h="940" w="1977">
                  <a:moveTo>
                    <a:pt x="648" y="1"/>
                  </a:moveTo>
                  <a:cubicBezTo>
                    <a:pt x="557" y="1"/>
                    <a:pt x="463" y="10"/>
                    <a:pt x="366" y="28"/>
                  </a:cubicBezTo>
                  <a:cubicBezTo>
                    <a:pt x="1" y="940"/>
                    <a:pt x="822" y="666"/>
                    <a:pt x="1156" y="849"/>
                  </a:cubicBezTo>
                  <a:cubicBezTo>
                    <a:pt x="1460" y="818"/>
                    <a:pt x="1794" y="879"/>
                    <a:pt x="1977" y="575"/>
                  </a:cubicBezTo>
                  <a:cubicBezTo>
                    <a:pt x="1565" y="266"/>
                    <a:pt x="1153" y="1"/>
                    <a:pt x="6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8"/>
            <p:cNvSpPr/>
            <p:nvPr/>
          </p:nvSpPr>
          <p:spPr>
            <a:xfrm>
              <a:off x="2393765" y="3620917"/>
              <a:ext cx="59020" cy="50794"/>
            </a:xfrm>
            <a:custGeom>
              <a:rect b="b" l="l" r="r" t="t"/>
              <a:pathLst>
                <a:path extrusionOk="0" h="1204" w="1399">
                  <a:moveTo>
                    <a:pt x="609" y="0"/>
                  </a:moveTo>
                  <a:cubicBezTo>
                    <a:pt x="305" y="274"/>
                    <a:pt x="1" y="547"/>
                    <a:pt x="396" y="1003"/>
                  </a:cubicBezTo>
                  <a:cubicBezTo>
                    <a:pt x="526" y="1150"/>
                    <a:pt x="636" y="1204"/>
                    <a:pt x="734" y="1204"/>
                  </a:cubicBezTo>
                  <a:cubicBezTo>
                    <a:pt x="983" y="1204"/>
                    <a:pt x="1160" y="864"/>
                    <a:pt x="1399" y="821"/>
                  </a:cubicBezTo>
                  <a:cubicBezTo>
                    <a:pt x="1217" y="456"/>
                    <a:pt x="517" y="608"/>
                    <a:pt x="6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8"/>
            <p:cNvSpPr/>
            <p:nvPr/>
          </p:nvSpPr>
          <p:spPr>
            <a:xfrm>
              <a:off x="2327108" y="3611467"/>
              <a:ext cx="57713" cy="32569"/>
            </a:xfrm>
            <a:custGeom>
              <a:rect b="b" l="l" r="r" t="t"/>
              <a:pathLst>
                <a:path extrusionOk="0" h="772" w="1368">
                  <a:moveTo>
                    <a:pt x="775" y="1"/>
                  </a:moveTo>
                  <a:cubicBezTo>
                    <a:pt x="483" y="1"/>
                    <a:pt x="224" y="180"/>
                    <a:pt x="0" y="498"/>
                  </a:cubicBezTo>
                  <a:lnTo>
                    <a:pt x="274" y="771"/>
                  </a:lnTo>
                  <a:lnTo>
                    <a:pt x="547" y="771"/>
                  </a:lnTo>
                  <a:cubicBezTo>
                    <a:pt x="699" y="589"/>
                    <a:pt x="942" y="650"/>
                    <a:pt x="1094" y="498"/>
                  </a:cubicBezTo>
                  <a:lnTo>
                    <a:pt x="1368" y="224"/>
                  </a:lnTo>
                  <a:cubicBezTo>
                    <a:pt x="1157" y="72"/>
                    <a:pt x="959" y="1"/>
                    <a:pt x="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8"/>
            <p:cNvSpPr/>
            <p:nvPr/>
          </p:nvSpPr>
          <p:spPr>
            <a:xfrm>
              <a:off x="2497632" y="3638847"/>
              <a:ext cx="29531" cy="39783"/>
            </a:xfrm>
            <a:custGeom>
              <a:rect b="b" l="l" r="r" t="t"/>
              <a:pathLst>
                <a:path extrusionOk="0" h="943" w="700">
                  <a:moveTo>
                    <a:pt x="183" y="1"/>
                  </a:moveTo>
                  <a:lnTo>
                    <a:pt x="31" y="122"/>
                  </a:lnTo>
                  <a:cubicBezTo>
                    <a:pt x="31" y="517"/>
                    <a:pt x="1" y="943"/>
                    <a:pt x="578" y="943"/>
                  </a:cubicBezTo>
                  <a:cubicBezTo>
                    <a:pt x="700" y="578"/>
                    <a:pt x="518" y="335"/>
                    <a:pt x="305" y="122"/>
                  </a:cubicBezTo>
                  <a:lnTo>
                    <a:pt x="1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8"/>
            <p:cNvSpPr/>
            <p:nvPr/>
          </p:nvSpPr>
          <p:spPr>
            <a:xfrm>
              <a:off x="2483542" y="3878602"/>
              <a:ext cx="12867" cy="11981"/>
            </a:xfrm>
            <a:custGeom>
              <a:rect b="b" l="l" r="r" t="t"/>
              <a:pathLst>
                <a:path extrusionOk="0" h="284" w="305">
                  <a:moveTo>
                    <a:pt x="178" y="0"/>
                  </a:moveTo>
                  <a:cubicBezTo>
                    <a:pt x="152" y="0"/>
                    <a:pt x="124" y="10"/>
                    <a:pt x="92" y="32"/>
                  </a:cubicBezTo>
                  <a:cubicBezTo>
                    <a:pt x="61" y="93"/>
                    <a:pt x="0" y="154"/>
                    <a:pt x="0" y="214"/>
                  </a:cubicBezTo>
                  <a:cubicBezTo>
                    <a:pt x="50" y="239"/>
                    <a:pt x="99" y="283"/>
                    <a:pt x="148" y="283"/>
                  </a:cubicBezTo>
                  <a:cubicBezTo>
                    <a:pt x="160" y="283"/>
                    <a:pt x="171" y="281"/>
                    <a:pt x="183" y="275"/>
                  </a:cubicBezTo>
                  <a:cubicBezTo>
                    <a:pt x="244" y="245"/>
                    <a:pt x="274" y="154"/>
                    <a:pt x="304" y="93"/>
                  </a:cubicBezTo>
                  <a:cubicBezTo>
                    <a:pt x="265" y="34"/>
                    <a:pt x="226" y="0"/>
                    <a:pt x="1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8"/>
            <p:cNvSpPr/>
            <p:nvPr/>
          </p:nvSpPr>
          <p:spPr>
            <a:xfrm>
              <a:off x="2486115" y="3620917"/>
              <a:ext cx="19280" cy="23119"/>
            </a:xfrm>
            <a:custGeom>
              <a:rect b="b" l="l" r="r" t="t"/>
              <a:pathLst>
                <a:path extrusionOk="0" h="548" w="457">
                  <a:moveTo>
                    <a:pt x="304" y="0"/>
                  </a:moveTo>
                  <a:cubicBezTo>
                    <a:pt x="122" y="122"/>
                    <a:pt x="0" y="334"/>
                    <a:pt x="31" y="547"/>
                  </a:cubicBezTo>
                  <a:lnTo>
                    <a:pt x="304" y="547"/>
                  </a:lnTo>
                  <a:cubicBezTo>
                    <a:pt x="456" y="395"/>
                    <a:pt x="456" y="152"/>
                    <a:pt x="3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8"/>
            <p:cNvSpPr/>
            <p:nvPr/>
          </p:nvSpPr>
          <p:spPr>
            <a:xfrm>
              <a:off x="2350185" y="3632266"/>
              <a:ext cx="23119" cy="11770"/>
            </a:xfrm>
            <a:custGeom>
              <a:rect b="b" l="l" r="r" t="t"/>
              <a:pathLst>
                <a:path extrusionOk="0" h="279" w="548">
                  <a:moveTo>
                    <a:pt x="482" y="0"/>
                  </a:moveTo>
                  <a:cubicBezTo>
                    <a:pt x="292" y="0"/>
                    <a:pt x="109" y="115"/>
                    <a:pt x="0" y="278"/>
                  </a:cubicBezTo>
                  <a:cubicBezTo>
                    <a:pt x="213" y="278"/>
                    <a:pt x="426" y="187"/>
                    <a:pt x="547" y="5"/>
                  </a:cubicBezTo>
                  <a:cubicBezTo>
                    <a:pt x="525" y="2"/>
                    <a:pt x="504" y="0"/>
                    <a:pt x="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8"/>
            <p:cNvSpPr/>
            <p:nvPr/>
          </p:nvSpPr>
          <p:spPr>
            <a:xfrm>
              <a:off x="2198856" y="3692721"/>
              <a:ext cx="15652" cy="8775"/>
            </a:xfrm>
            <a:custGeom>
              <a:rect b="b" l="l" r="r" t="t"/>
              <a:pathLst>
                <a:path extrusionOk="0" h="208" w="371">
                  <a:moveTo>
                    <a:pt x="61" y="0"/>
                  </a:moveTo>
                  <a:cubicBezTo>
                    <a:pt x="31" y="0"/>
                    <a:pt x="31" y="61"/>
                    <a:pt x="1" y="91"/>
                  </a:cubicBezTo>
                  <a:cubicBezTo>
                    <a:pt x="61" y="122"/>
                    <a:pt x="153" y="152"/>
                    <a:pt x="213" y="183"/>
                  </a:cubicBezTo>
                  <a:cubicBezTo>
                    <a:pt x="256" y="200"/>
                    <a:pt x="289" y="207"/>
                    <a:pt x="312" y="207"/>
                  </a:cubicBezTo>
                  <a:cubicBezTo>
                    <a:pt x="370" y="207"/>
                    <a:pt x="362" y="157"/>
                    <a:pt x="274" y="91"/>
                  </a:cubicBezTo>
                  <a:cubicBezTo>
                    <a:pt x="213" y="31"/>
                    <a:pt x="122" y="0"/>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8"/>
            <p:cNvSpPr/>
            <p:nvPr/>
          </p:nvSpPr>
          <p:spPr>
            <a:xfrm>
              <a:off x="2212947" y="3700399"/>
              <a:ext cx="10336" cy="15441"/>
            </a:xfrm>
            <a:custGeom>
              <a:rect b="b" l="l" r="r" t="t"/>
              <a:pathLst>
                <a:path extrusionOk="0" h="366" w="245">
                  <a:moveTo>
                    <a:pt x="1" y="1"/>
                  </a:moveTo>
                  <a:cubicBezTo>
                    <a:pt x="31" y="92"/>
                    <a:pt x="31" y="183"/>
                    <a:pt x="31" y="244"/>
                  </a:cubicBezTo>
                  <a:cubicBezTo>
                    <a:pt x="62" y="305"/>
                    <a:pt x="92" y="365"/>
                    <a:pt x="123" y="365"/>
                  </a:cubicBezTo>
                  <a:cubicBezTo>
                    <a:pt x="214" y="335"/>
                    <a:pt x="244" y="274"/>
                    <a:pt x="214" y="153"/>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8"/>
            <p:cNvSpPr/>
            <p:nvPr/>
          </p:nvSpPr>
          <p:spPr>
            <a:xfrm>
              <a:off x="2293737" y="3883791"/>
              <a:ext cx="3923" cy="3881"/>
            </a:xfrm>
            <a:custGeom>
              <a:rect b="b" l="l" r="r" t="t"/>
              <a:pathLst>
                <a:path extrusionOk="0" h="92" w="93">
                  <a:moveTo>
                    <a:pt x="1" y="0"/>
                  </a:moveTo>
                  <a:lnTo>
                    <a:pt x="62" y="91"/>
                  </a:lnTo>
                  <a:lnTo>
                    <a:pt x="92" y="61"/>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8"/>
            <p:cNvSpPr/>
            <p:nvPr/>
          </p:nvSpPr>
          <p:spPr>
            <a:xfrm>
              <a:off x="2924660" y="3311720"/>
              <a:ext cx="123145" cy="109645"/>
            </a:xfrm>
            <a:custGeom>
              <a:rect b="b" l="l" r="r" t="t"/>
              <a:pathLst>
                <a:path extrusionOk="0" h="2599" w="2919">
                  <a:moveTo>
                    <a:pt x="2744" y="0"/>
                  </a:moveTo>
                  <a:cubicBezTo>
                    <a:pt x="2530" y="0"/>
                    <a:pt x="2317" y="128"/>
                    <a:pt x="2103" y="128"/>
                  </a:cubicBezTo>
                  <a:cubicBezTo>
                    <a:pt x="2010" y="128"/>
                    <a:pt x="1917" y="104"/>
                    <a:pt x="1824" y="34"/>
                  </a:cubicBezTo>
                  <a:cubicBezTo>
                    <a:pt x="1790" y="28"/>
                    <a:pt x="1756" y="26"/>
                    <a:pt x="1725" y="26"/>
                  </a:cubicBezTo>
                  <a:cubicBezTo>
                    <a:pt x="1257" y="26"/>
                    <a:pt x="1096" y="617"/>
                    <a:pt x="669" y="703"/>
                  </a:cubicBezTo>
                  <a:cubicBezTo>
                    <a:pt x="305" y="976"/>
                    <a:pt x="1" y="1280"/>
                    <a:pt x="61" y="1767"/>
                  </a:cubicBezTo>
                  <a:cubicBezTo>
                    <a:pt x="213" y="2010"/>
                    <a:pt x="365" y="2253"/>
                    <a:pt x="487" y="2527"/>
                  </a:cubicBezTo>
                  <a:cubicBezTo>
                    <a:pt x="577" y="2579"/>
                    <a:pt x="665" y="2598"/>
                    <a:pt x="753" y="2598"/>
                  </a:cubicBezTo>
                  <a:cubicBezTo>
                    <a:pt x="988" y="2598"/>
                    <a:pt x="1217" y="2458"/>
                    <a:pt x="1458" y="2458"/>
                  </a:cubicBezTo>
                  <a:cubicBezTo>
                    <a:pt x="1488" y="2458"/>
                    <a:pt x="1520" y="2461"/>
                    <a:pt x="1551" y="2466"/>
                  </a:cubicBezTo>
                  <a:cubicBezTo>
                    <a:pt x="1946" y="1949"/>
                    <a:pt x="2098" y="1250"/>
                    <a:pt x="2645" y="824"/>
                  </a:cubicBezTo>
                  <a:cubicBezTo>
                    <a:pt x="2797" y="581"/>
                    <a:pt x="2888" y="308"/>
                    <a:pt x="2919" y="34"/>
                  </a:cubicBezTo>
                  <a:cubicBezTo>
                    <a:pt x="2860" y="10"/>
                    <a:pt x="2802" y="0"/>
                    <a:pt x="27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8"/>
            <p:cNvSpPr/>
            <p:nvPr/>
          </p:nvSpPr>
          <p:spPr>
            <a:xfrm>
              <a:off x="2863108" y="3387532"/>
              <a:ext cx="96230" cy="119264"/>
            </a:xfrm>
            <a:custGeom>
              <a:rect b="b" l="l" r="r" t="t"/>
              <a:pathLst>
                <a:path extrusionOk="0" h="2827" w="2281">
                  <a:moveTo>
                    <a:pt x="1976" y="0"/>
                  </a:moveTo>
                  <a:cubicBezTo>
                    <a:pt x="1869" y="0"/>
                    <a:pt x="1740" y="91"/>
                    <a:pt x="1612" y="91"/>
                  </a:cubicBezTo>
                  <a:cubicBezTo>
                    <a:pt x="730" y="456"/>
                    <a:pt x="92" y="1307"/>
                    <a:pt x="1" y="2280"/>
                  </a:cubicBezTo>
                  <a:cubicBezTo>
                    <a:pt x="61" y="2288"/>
                    <a:pt x="126" y="2291"/>
                    <a:pt x="192" y="2291"/>
                  </a:cubicBezTo>
                  <a:cubicBezTo>
                    <a:pt x="280" y="2291"/>
                    <a:pt x="372" y="2287"/>
                    <a:pt x="461" y="2287"/>
                  </a:cubicBezTo>
                  <a:cubicBezTo>
                    <a:pt x="774" y="2287"/>
                    <a:pt x="1064" y="2341"/>
                    <a:pt x="1125" y="2827"/>
                  </a:cubicBezTo>
                  <a:cubicBezTo>
                    <a:pt x="1551" y="2553"/>
                    <a:pt x="1946" y="2189"/>
                    <a:pt x="2219" y="1763"/>
                  </a:cubicBezTo>
                  <a:cubicBezTo>
                    <a:pt x="2280" y="1338"/>
                    <a:pt x="1885" y="1064"/>
                    <a:pt x="1946" y="669"/>
                  </a:cubicBezTo>
                  <a:cubicBezTo>
                    <a:pt x="1976" y="456"/>
                    <a:pt x="2219" y="243"/>
                    <a:pt x="2098" y="61"/>
                  </a:cubicBezTo>
                  <a:cubicBezTo>
                    <a:pt x="2062" y="16"/>
                    <a:pt x="2021" y="0"/>
                    <a:pt x="19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8"/>
            <p:cNvSpPr/>
            <p:nvPr/>
          </p:nvSpPr>
          <p:spPr>
            <a:xfrm>
              <a:off x="2920821" y="3400231"/>
              <a:ext cx="69272" cy="61720"/>
            </a:xfrm>
            <a:custGeom>
              <a:rect b="b" l="l" r="r" t="t"/>
              <a:pathLst>
                <a:path extrusionOk="0" h="1463" w="1642">
                  <a:moveTo>
                    <a:pt x="1455" y="0"/>
                  </a:moveTo>
                  <a:cubicBezTo>
                    <a:pt x="1409" y="0"/>
                    <a:pt x="1351" y="19"/>
                    <a:pt x="1277" y="64"/>
                  </a:cubicBezTo>
                  <a:cubicBezTo>
                    <a:pt x="1064" y="246"/>
                    <a:pt x="821" y="337"/>
                    <a:pt x="578" y="368"/>
                  </a:cubicBezTo>
                  <a:cubicBezTo>
                    <a:pt x="0" y="885"/>
                    <a:pt x="335" y="1188"/>
                    <a:pt x="851" y="1462"/>
                  </a:cubicBezTo>
                  <a:lnTo>
                    <a:pt x="1125" y="1432"/>
                  </a:lnTo>
                  <a:cubicBezTo>
                    <a:pt x="1064" y="976"/>
                    <a:pt x="1490" y="733"/>
                    <a:pt x="1642" y="368"/>
                  </a:cubicBezTo>
                  <a:cubicBezTo>
                    <a:pt x="1619" y="184"/>
                    <a:pt x="1596" y="0"/>
                    <a:pt x="14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8"/>
            <p:cNvSpPr/>
            <p:nvPr/>
          </p:nvSpPr>
          <p:spPr>
            <a:xfrm>
              <a:off x="2769492" y="3711959"/>
              <a:ext cx="15441" cy="11559"/>
            </a:xfrm>
            <a:custGeom>
              <a:rect b="b" l="l" r="r" t="t"/>
              <a:pathLst>
                <a:path extrusionOk="0" h="274" w="366">
                  <a:moveTo>
                    <a:pt x="365" y="0"/>
                  </a:moveTo>
                  <a:cubicBezTo>
                    <a:pt x="213" y="0"/>
                    <a:pt x="31" y="0"/>
                    <a:pt x="1" y="122"/>
                  </a:cubicBezTo>
                  <a:cubicBezTo>
                    <a:pt x="1" y="274"/>
                    <a:pt x="213" y="243"/>
                    <a:pt x="335" y="274"/>
                  </a:cubicBezTo>
                  <a:lnTo>
                    <a:pt x="365" y="274"/>
                  </a:lnTo>
                  <a:lnTo>
                    <a:pt x="36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8"/>
            <p:cNvSpPr/>
            <p:nvPr/>
          </p:nvSpPr>
          <p:spPr>
            <a:xfrm>
              <a:off x="2659213" y="3814518"/>
              <a:ext cx="10294" cy="12867"/>
            </a:xfrm>
            <a:custGeom>
              <a:rect b="b" l="l" r="r" t="t"/>
              <a:pathLst>
                <a:path extrusionOk="0" h="305" w="244">
                  <a:moveTo>
                    <a:pt x="244" y="1"/>
                  </a:moveTo>
                  <a:lnTo>
                    <a:pt x="1" y="30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8"/>
            <p:cNvSpPr/>
            <p:nvPr/>
          </p:nvSpPr>
          <p:spPr>
            <a:xfrm>
              <a:off x="2711779" y="3775663"/>
              <a:ext cx="3923" cy="4303"/>
            </a:xfrm>
            <a:custGeom>
              <a:rect b="b" l="l" r="r" t="t"/>
              <a:pathLst>
                <a:path extrusionOk="0" h="102" w="93">
                  <a:moveTo>
                    <a:pt x="26" y="0"/>
                  </a:moveTo>
                  <a:cubicBezTo>
                    <a:pt x="11" y="0"/>
                    <a:pt x="1" y="15"/>
                    <a:pt x="1" y="40"/>
                  </a:cubicBezTo>
                  <a:cubicBezTo>
                    <a:pt x="1" y="71"/>
                    <a:pt x="62" y="101"/>
                    <a:pt x="92" y="101"/>
                  </a:cubicBezTo>
                  <a:cubicBezTo>
                    <a:pt x="74" y="30"/>
                    <a:pt x="46"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8"/>
            <p:cNvSpPr/>
            <p:nvPr/>
          </p:nvSpPr>
          <p:spPr>
            <a:xfrm>
              <a:off x="2727178" y="3711959"/>
              <a:ext cx="5189" cy="4809"/>
            </a:xfrm>
            <a:custGeom>
              <a:rect b="b" l="l" r="r" t="t"/>
              <a:pathLst>
                <a:path extrusionOk="0" h="114" w="123">
                  <a:moveTo>
                    <a:pt x="1" y="0"/>
                  </a:moveTo>
                  <a:lnTo>
                    <a:pt x="1" y="0"/>
                  </a:lnTo>
                  <a:cubicBezTo>
                    <a:pt x="19" y="74"/>
                    <a:pt x="49" y="114"/>
                    <a:pt x="76" y="114"/>
                  </a:cubicBezTo>
                  <a:cubicBezTo>
                    <a:pt x="94" y="114"/>
                    <a:pt x="110" y="97"/>
                    <a:pt x="122" y="61"/>
                  </a:cubicBezTo>
                  <a:cubicBezTo>
                    <a:pt x="122" y="61"/>
                    <a:pt x="31" y="3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8"/>
            <p:cNvSpPr/>
            <p:nvPr/>
          </p:nvSpPr>
          <p:spPr>
            <a:xfrm>
              <a:off x="2783625" y="3707825"/>
              <a:ext cx="7341" cy="4177"/>
            </a:xfrm>
            <a:custGeom>
              <a:rect b="b" l="l" r="r" t="t"/>
              <a:pathLst>
                <a:path extrusionOk="0" h="99" w="174">
                  <a:moveTo>
                    <a:pt x="59" y="1"/>
                  </a:moveTo>
                  <a:cubicBezTo>
                    <a:pt x="54" y="1"/>
                    <a:pt x="36" y="54"/>
                    <a:pt x="32" y="85"/>
                  </a:cubicBezTo>
                  <a:lnTo>
                    <a:pt x="32" y="85"/>
                  </a:lnTo>
                  <a:cubicBezTo>
                    <a:pt x="156" y="33"/>
                    <a:pt x="173" y="7"/>
                    <a:pt x="61" y="7"/>
                  </a:cubicBezTo>
                  <a:cubicBezTo>
                    <a:pt x="61" y="3"/>
                    <a:pt x="60" y="1"/>
                    <a:pt x="59" y="1"/>
                  </a:cubicBezTo>
                  <a:close/>
                  <a:moveTo>
                    <a:pt x="32" y="85"/>
                  </a:moveTo>
                  <a:lnTo>
                    <a:pt x="32" y="85"/>
                  </a:lnTo>
                  <a:cubicBezTo>
                    <a:pt x="22" y="89"/>
                    <a:pt x="11" y="94"/>
                    <a:pt x="0" y="98"/>
                  </a:cubicBezTo>
                  <a:lnTo>
                    <a:pt x="30" y="98"/>
                  </a:lnTo>
                  <a:cubicBezTo>
                    <a:pt x="30" y="95"/>
                    <a:pt x="31" y="90"/>
                    <a:pt x="32" y="8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8"/>
            <p:cNvSpPr/>
            <p:nvPr/>
          </p:nvSpPr>
          <p:spPr>
            <a:xfrm>
              <a:off x="2377101" y="1624661"/>
              <a:ext cx="691200" cy="298645"/>
            </a:xfrm>
            <a:custGeom>
              <a:rect b="b" l="l" r="r" t="t"/>
              <a:pathLst>
                <a:path extrusionOk="0" h="7079" w="16384">
                  <a:moveTo>
                    <a:pt x="11571" y="3555"/>
                  </a:moveTo>
                  <a:cubicBezTo>
                    <a:pt x="12266" y="3555"/>
                    <a:pt x="12714" y="4071"/>
                    <a:pt x="13284" y="4369"/>
                  </a:cubicBezTo>
                  <a:cubicBezTo>
                    <a:pt x="13344" y="4460"/>
                    <a:pt x="13496" y="4430"/>
                    <a:pt x="13496" y="4582"/>
                  </a:cubicBezTo>
                  <a:lnTo>
                    <a:pt x="13314" y="4491"/>
                  </a:lnTo>
                  <a:cubicBezTo>
                    <a:pt x="12600" y="4121"/>
                    <a:pt x="11860" y="3858"/>
                    <a:pt x="11104" y="3662"/>
                  </a:cubicBezTo>
                  <a:lnTo>
                    <a:pt x="11104" y="3662"/>
                  </a:lnTo>
                  <a:cubicBezTo>
                    <a:pt x="11179" y="3650"/>
                    <a:pt x="11243" y="3622"/>
                    <a:pt x="11308" y="3579"/>
                  </a:cubicBezTo>
                  <a:cubicBezTo>
                    <a:pt x="11400" y="3562"/>
                    <a:pt x="11487" y="3555"/>
                    <a:pt x="11571" y="3555"/>
                  </a:cubicBezTo>
                  <a:close/>
                  <a:moveTo>
                    <a:pt x="1536" y="0"/>
                  </a:moveTo>
                  <a:cubicBezTo>
                    <a:pt x="1471" y="0"/>
                    <a:pt x="1404" y="8"/>
                    <a:pt x="1338" y="22"/>
                  </a:cubicBezTo>
                  <a:cubicBezTo>
                    <a:pt x="1216" y="83"/>
                    <a:pt x="1095" y="144"/>
                    <a:pt x="1004" y="235"/>
                  </a:cubicBezTo>
                  <a:lnTo>
                    <a:pt x="183" y="266"/>
                  </a:lnTo>
                  <a:cubicBezTo>
                    <a:pt x="31" y="418"/>
                    <a:pt x="1" y="630"/>
                    <a:pt x="92" y="813"/>
                  </a:cubicBezTo>
                  <a:cubicBezTo>
                    <a:pt x="885" y="1650"/>
                    <a:pt x="1807" y="1977"/>
                    <a:pt x="2822" y="1977"/>
                  </a:cubicBezTo>
                  <a:cubicBezTo>
                    <a:pt x="3206" y="1977"/>
                    <a:pt x="3604" y="1930"/>
                    <a:pt x="4013" y="1846"/>
                  </a:cubicBezTo>
                  <a:cubicBezTo>
                    <a:pt x="4116" y="1795"/>
                    <a:pt x="4132" y="1613"/>
                    <a:pt x="4262" y="1613"/>
                  </a:cubicBezTo>
                  <a:cubicBezTo>
                    <a:pt x="4286" y="1613"/>
                    <a:pt x="4314" y="1619"/>
                    <a:pt x="4347" y="1633"/>
                  </a:cubicBezTo>
                  <a:cubicBezTo>
                    <a:pt x="4326" y="1628"/>
                    <a:pt x="4306" y="1626"/>
                    <a:pt x="4288" y="1626"/>
                  </a:cubicBezTo>
                  <a:cubicBezTo>
                    <a:pt x="4206" y="1626"/>
                    <a:pt x="4165" y="1680"/>
                    <a:pt x="4165" y="1755"/>
                  </a:cubicBezTo>
                  <a:cubicBezTo>
                    <a:pt x="4226" y="1998"/>
                    <a:pt x="4347" y="2211"/>
                    <a:pt x="4560" y="2333"/>
                  </a:cubicBezTo>
                  <a:cubicBezTo>
                    <a:pt x="4651" y="2393"/>
                    <a:pt x="4742" y="2454"/>
                    <a:pt x="4864" y="2515"/>
                  </a:cubicBezTo>
                  <a:cubicBezTo>
                    <a:pt x="6796" y="2947"/>
                    <a:pt x="8810" y="2942"/>
                    <a:pt x="10698" y="3563"/>
                  </a:cubicBezTo>
                  <a:lnTo>
                    <a:pt x="10698" y="3563"/>
                  </a:lnTo>
                  <a:cubicBezTo>
                    <a:pt x="9780" y="3354"/>
                    <a:pt x="8842" y="3230"/>
                    <a:pt x="7904" y="3123"/>
                  </a:cubicBezTo>
                  <a:cubicBezTo>
                    <a:pt x="7660" y="3244"/>
                    <a:pt x="7394" y="3305"/>
                    <a:pt x="7132" y="3305"/>
                  </a:cubicBezTo>
                  <a:cubicBezTo>
                    <a:pt x="6870" y="3305"/>
                    <a:pt x="6612" y="3244"/>
                    <a:pt x="6384" y="3123"/>
                  </a:cubicBezTo>
                  <a:cubicBezTo>
                    <a:pt x="6323" y="3108"/>
                    <a:pt x="6262" y="3100"/>
                    <a:pt x="6201" y="3100"/>
                  </a:cubicBezTo>
                  <a:cubicBezTo>
                    <a:pt x="6141" y="3100"/>
                    <a:pt x="6080" y="3108"/>
                    <a:pt x="6019" y="3123"/>
                  </a:cubicBezTo>
                  <a:cubicBezTo>
                    <a:pt x="5837" y="3184"/>
                    <a:pt x="5745" y="3396"/>
                    <a:pt x="5806" y="3579"/>
                  </a:cubicBezTo>
                  <a:cubicBezTo>
                    <a:pt x="6475" y="4673"/>
                    <a:pt x="7660" y="4491"/>
                    <a:pt x="8663" y="4673"/>
                  </a:cubicBezTo>
                  <a:cubicBezTo>
                    <a:pt x="10244" y="5038"/>
                    <a:pt x="12037" y="4886"/>
                    <a:pt x="12858" y="6770"/>
                  </a:cubicBezTo>
                  <a:cubicBezTo>
                    <a:pt x="12949" y="6975"/>
                    <a:pt x="13194" y="7078"/>
                    <a:pt x="13452" y="7078"/>
                  </a:cubicBezTo>
                  <a:cubicBezTo>
                    <a:pt x="13538" y="7078"/>
                    <a:pt x="13625" y="7067"/>
                    <a:pt x="13709" y="7044"/>
                  </a:cubicBezTo>
                  <a:cubicBezTo>
                    <a:pt x="14135" y="6983"/>
                    <a:pt x="14591" y="6892"/>
                    <a:pt x="15016" y="6740"/>
                  </a:cubicBezTo>
                  <a:cubicBezTo>
                    <a:pt x="15502" y="6497"/>
                    <a:pt x="16202" y="6588"/>
                    <a:pt x="16354" y="5828"/>
                  </a:cubicBezTo>
                  <a:cubicBezTo>
                    <a:pt x="16384" y="5524"/>
                    <a:pt x="16262" y="5220"/>
                    <a:pt x="16019" y="5007"/>
                  </a:cubicBezTo>
                  <a:cubicBezTo>
                    <a:pt x="15715" y="4673"/>
                    <a:pt x="16141" y="4734"/>
                    <a:pt x="16232" y="4612"/>
                  </a:cubicBezTo>
                  <a:cubicBezTo>
                    <a:pt x="16323" y="4460"/>
                    <a:pt x="16354" y="4278"/>
                    <a:pt x="16293" y="4126"/>
                  </a:cubicBezTo>
                  <a:cubicBezTo>
                    <a:pt x="16171" y="3761"/>
                    <a:pt x="15837" y="3609"/>
                    <a:pt x="15594" y="3366"/>
                  </a:cubicBezTo>
                  <a:cubicBezTo>
                    <a:pt x="15472" y="3305"/>
                    <a:pt x="15381" y="3244"/>
                    <a:pt x="15259" y="3244"/>
                  </a:cubicBezTo>
                  <a:lnTo>
                    <a:pt x="15077" y="3244"/>
                  </a:lnTo>
                  <a:cubicBezTo>
                    <a:pt x="14408" y="3184"/>
                    <a:pt x="13770" y="3001"/>
                    <a:pt x="13162" y="2667"/>
                  </a:cubicBezTo>
                  <a:cubicBezTo>
                    <a:pt x="12175" y="2348"/>
                    <a:pt x="11271" y="1751"/>
                    <a:pt x="10186" y="1751"/>
                  </a:cubicBezTo>
                  <a:cubicBezTo>
                    <a:pt x="10135" y="1751"/>
                    <a:pt x="10083" y="1752"/>
                    <a:pt x="10031" y="1755"/>
                  </a:cubicBezTo>
                  <a:cubicBezTo>
                    <a:pt x="9758" y="1725"/>
                    <a:pt x="9514" y="1573"/>
                    <a:pt x="9363" y="1360"/>
                  </a:cubicBezTo>
                  <a:cubicBezTo>
                    <a:pt x="9104" y="1420"/>
                    <a:pt x="8835" y="1450"/>
                    <a:pt x="8566" y="1450"/>
                  </a:cubicBezTo>
                  <a:cubicBezTo>
                    <a:pt x="8011" y="1450"/>
                    <a:pt x="7452" y="1322"/>
                    <a:pt x="6961" y="1056"/>
                  </a:cubicBezTo>
                  <a:cubicBezTo>
                    <a:pt x="6866" y="968"/>
                    <a:pt x="6758" y="940"/>
                    <a:pt x="6642" y="940"/>
                  </a:cubicBezTo>
                  <a:cubicBezTo>
                    <a:pt x="6437" y="940"/>
                    <a:pt x="6212" y="1029"/>
                    <a:pt x="6009" y="1029"/>
                  </a:cubicBezTo>
                  <a:cubicBezTo>
                    <a:pt x="5850" y="1029"/>
                    <a:pt x="5705" y="975"/>
                    <a:pt x="5593" y="782"/>
                  </a:cubicBezTo>
                  <a:cubicBezTo>
                    <a:pt x="5517" y="706"/>
                    <a:pt x="5419" y="668"/>
                    <a:pt x="5320" y="668"/>
                  </a:cubicBezTo>
                  <a:cubicBezTo>
                    <a:pt x="5221" y="668"/>
                    <a:pt x="5122" y="706"/>
                    <a:pt x="5046" y="782"/>
                  </a:cubicBezTo>
                  <a:cubicBezTo>
                    <a:pt x="4930" y="796"/>
                    <a:pt x="4813" y="803"/>
                    <a:pt x="4697" y="803"/>
                  </a:cubicBezTo>
                  <a:cubicBezTo>
                    <a:pt x="4056" y="803"/>
                    <a:pt x="3429" y="595"/>
                    <a:pt x="2888" y="235"/>
                  </a:cubicBezTo>
                  <a:cubicBezTo>
                    <a:pt x="2812" y="159"/>
                    <a:pt x="2713" y="121"/>
                    <a:pt x="2615" y="121"/>
                  </a:cubicBezTo>
                  <a:cubicBezTo>
                    <a:pt x="2516" y="121"/>
                    <a:pt x="2417" y="159"/>
                    <a:pt x="2341" y="235"/>
                  </a:cubicBezTo>
                  <a:lnTo>
                    <a:pt x="2068" y="235"/>
                  </a:lnTo>
                  <a:cubicBezTo>
                    <a:pt x="1929" y="74"/>
                    <a:pt x="1739" y="0"/>
                    <a:pt x="1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8"/>
            <p:cNvSpPr/>
            <p:nvPr/>
          </p:nvSpPr>
          <p:spPr>
            <a:xfrm>
              <a:off x="2416842" y="1589982"/>
              <a:ext cx="47503" cy="44634"/>
            </a:xfrm>
            <a:custGeom>
              <a:rect b="b" l="l" r="r" t="t"/>
              <a:pathLst>
                <a:path extrusionOk="0" h="1058" w="1126">
                  <a:moveTo>
                    <a:pt x="719" y="1"/>
                  </a:moveTo>
                  <a:cubicBezTo>
                    <a:pt x="677" y="1"/>
                    <a:pt x="639" y="9"/>
                    <a:pt x="609" y="24"/>
                  </a:cubicBezTo>
                  <a:cubicBezTo>
                    <a:pt x="426" y="389"/>
                    <a:pt x="1" y="601"/>
                    <a:pt x="62" y="1057"/>
                  </a:cubicBezTo>
                  <a:lnTo>
                    <a:pt x="335" y="1057"/>
                  </a:lnTo>
                  <a:cubicBezTo>
                    <a:pt x="578" y="844"/>
                    <a:pt x="913" y="784"/>
                    <a:pt x="1126" y="541"/>
                  </a:cubicBezTo>
                  <a:lnTo>
                    <a:pt x="852" y="24"/>
                  </a:lnTo>
                  <a:cubicBezTo>
                    <a:pt x="806" y="9"/>
                    <a:pt x="761" y="1"/>
                    <a:pt x="7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8"/>
            <p:cNvSpPr/>
            <p:nvPr/>
          </p:nvSpPr>
          <p:spPr>
            <a:xfrm>
              <a:off x="2582262" y="1634997"/>
              <a:ext cx="34678" cy="22697"/>
            </a:xfrm>
            <a:custGeom>
              <a:rect b="b" l="l" r="r" t="t"/>
              <a:pathLst>
                <a:path extrusionOk="0" h="538" w="822">
                  <a:moveTo>
                    <a:pt x="357" y="1"/>
                  </a:moveTo>
                  <a:cubicBezTo>
                    <a:pt x="285" y="1"/>
                    <a:pt x="207" y="25"/>
                    <a:pt x="123" y="81"/>
                  </a:cubicBezTo>
                  <a:cubicBezTo>
                    <a:pt x="1" y="173"/>
                    <a:pt x="153" y="385"/>
                    <a:pt x="183" y="537"/>
                  </a:cubicBezTo>
                  <a:lnTo>
                    <a:pt x="730" y="537"/>
                  </a:lnTo>
                  <a:cubicBezTo>
                    <a:pt x="791" y="477"/>
                    <a:pt x="822" y="355"/>
                    <a:pt x="761" y="294"/>
                  </a:cubicBezTo>
                  <a:cubicBezTo>
                    <a:pt x="656" y="126"/>
                    <a:pt x="521" y="1"/>
                    <a:pt x="3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8"/>
            <p:cNvSpPr/>
            <p:nvPr/>
          </p:nvSpPr>
          <p:spPr>
            <a:xfrm>
              <a:off x="2731017" y="1638667"/>
              <a:ext cx="23119" cy="18056"/>
            </a:xfrm>
            <a:custGeom>
              <a:rect b="b" l="l" r="r" t="t"/>
              <a:pathLst>
                <a:path extrusionOk="0" h="428" w="548">
                  <a:moveTo>
                    <a:pt x="222" y="1"/>
                  </a:moveTo>
                  <a:cubicBezTo>
                    <a:pt x="141" y="1"/>
                    <a:pt x="53" y="57"/>
                    <a:pt x="31" y="146"/>
                  </a:cubicBezTo>
                  <a:cubicBezTo>
                    <a:pt x="1" y="298"/>
                    <a:pt x="122" y="390"/>
                    <a:pt x="244" y="420"/>
                  </a:cubicBezTo>
                  <a:cubicBezTo>
                    <a:pt x="266" y="425"/>
                    <a:pt x="287" y="428"/>
                    <a:pt x="308" y="428"/>
                  </a:cubicBezTo>
                  <a:cubicBezTo>
                    <a:pt x="407" y="428"/>
                    <a:pt x="498" y="373"/>
                    <a:pt x="548" y="298"/>
                  </a:cubicBezTo>
                  <a:cubicBezTo>
                    <a:pt x="548" y="146"/>
                    <a:pt x="457" y="55"/>
                    <a:pt x="305" y="25"/>
                  </a:cubicBezTo>
                  <a:cubicBezTo>
                    <a:pt x="280" y="9"/>
                    <a:pt x="252" y="1"/>
                    <a:pt x="2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8"/>
            <p:cNvSpPr/>
            <p:nvPr/>
          </p:nvSpPr>
          <p:spPr>
            <a:xfrm>
              <a:off x="2473290" y="1608840"/>
              <a:ext cx="25692" cy="25777"/>
            </a:xfrm>
            <a:custGeom>
              <a:rect b="b" l="l" r="r" t="t"/>
              <a:pathLst>
                <a:path extrusionOk="0" h="611" w="609">
                  <a:moveTo>
                    <a:pt x="251" y="1"/>
                  </a:moveTo>
                  <a:cubicBezTo>
                    <a:pt x="239" y="1"/>
                    <a:pt x="226" y="1"/>
                    <a:pt x="213" y="2"/>
                  </a:cubicBezTo>
                  <a:cubicBezTo>
                    <a:pt x="0" y="33"/>
                    <a:pt x="61" y="397"/>
                    <a:pt x="61" y="610"/>
                  </a:cubicBezTo>
                  <a:lnTo>
                    <a:pt x="608" y="610"/>
                  </a:lnTo>
                  <a:cubicBezTo>
                    <a:pt x="579" y="347"/>
                    <a:pt x="550"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8"/>
            <p:cNvSpPr/>
            <p:nvPr/>
          </p:nvSpPr>
          <p:spPr>
            <a:xfrm>
              <a:off x="2430975" y="1612637"/>
              <a:ext cx="33370" cy="21980"/>
            </a:xfrm>
            <a:custGeom>
              <a:rect b="b" l="l" r="r" t="t"/>
              <a:pathLst>
                <a:path extrusionOk="0" h="521" w="791">
                  <a:moveTo>
                    <a:pt x="721" y="1"/>
                  </a:moveTo>
                  <a:cubicBezTo>
                    <a:pt x="384" y="1"/>
                    <a:pt x="86" y="207"/>
                    <a:pt x="0" y="520"/>
                  </a:cubicBezTo>
                  <a:lnTo>
                    <a:pt x="791" y="520"/>
                  </a:lnTo>
                  <a:lnTo>
                    <a:pt x="791" y="4"/>
                  </a:lnTo>
                  <a:cubicBezTo>
                    <a:pt x="767" y="2"/>
                    <a:pt x="744" y="1"/>
                    <a:pt x="7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8"/>
            <p:cNvSpPr/>
            <p:nvPr/>
          </p:nvSpPr>
          <p:spPr>
            <a:xfrm>
              <a:off x="2670772" y="1658242"/>
              <a:ext cx="24384" cy="10969"/>
            </a:xfrm>
            <a:custGeom>
              <a:rect b="b" l="l" r="r" t="t"/>
              <a:pathLst>
                <a:path extrusionOk="0" h="260" w="578">
                  <a:moveTo>
                    <a:pt x="385" y="1"/>
                  </a:moveTo>
                  <a:cubicBezTo>
                    <a:pt x="349" y="1"/>
                    <a:pt x="311" y="7"/>
                    <a:pt x="274" y="17"/>
                  </a:cubicBezTo>
                  <a:cubicBezTo>
                    <a:pt x="193" y="97"/>
                    <a:pt x="89" y="154"/>
                    <a:pt x="24" y="230"/>
                  </a:cubicBezTo>
                  <a:lnTo>
                    <a:pt x="365" y="230"/>
                  </a:lnTo>
                  <a:cubicBezTo>
                    <a:pt x="426" y="230"/>
                    <a:pt x="517" y="199"/>
                    <a:pt x="578" y="138"/>
                  </a:cubicBezTo>
                  <a:cubicBezTo>
                    <a:pt x="536" y="33"/>
                    <a:pt x="465" y="1"/>
                    <a:pt x="385" y="1"/>
                  </a:cubicBezTo>
                  <a:close/>
                  <a:moveTo>
                    <a:pt x="0" y="230"/>
                  </a:moveTo>
                  <a:lnTo>
                    <a:pt x="0" y="260"/>
                  </a:lnTo>
                  <a:cubicBezTo>
                    <a:pt x="7" y="249"/>
                    <a:pt x="15" y="239"/>
                    <a:pt x="24" y="2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8"/>
            <p:cNvSpPr/>
            <p:nvPr/>
          </p:nvSpPr>
          <p:spPr>
            <a:xfrm>
              <a:off x="2613059" y="1647400"/>
              <a:ext cx="6455" cy="10294"/>
            </a:xfrm>
            <a:custGeom>
              <a:rect b="b" l="l" r="r" t="t"/>
              <a:pathLst>
                <a:path extrusionOk="0" h="244" w="153">
                  <a:moveTo>
                    <a:pt x="31" y="0"/>
                  </a:moveTo>
                  <a:cubicBezTo>
                    <a:pt x="31" y="91"/>
                    <a:pt x="0" y="183"/>
                    <a:pt x="0" y="243"/>
                  </a:cubicBezTo>
                  <a:cubicBezTo>
                    <a:pt x="31" y="243"/>
                    <a:pt x="61" y="213"/>
                    <a:pt x="92" y="183"/>
                  </a:cubicBezTo>
                  <a:cubicBezTo>
                    <a:pt x="152" y="91"/>
                    <a:pt x="122" y="31"/>
                    <a:pt x="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8"/>
            <p:cNvSpPr/>
            <p:nvPr/>
          </p:nvSpPr>
          <p:spPr>
            <a:xfrm>
              <a:off x="2950311" y="3009612"/>
              <a:ext cx="177019" cy="338217"/>
            </a:xfrm>
            <a:custGeom>
              <a:rect b="b" l="l" r="r" t="t"/>
              <a:pathLst>
                <a:path extrusionOk="0" h="8017" w="4196">
                  <a:moveTo>
                    <a:pt x="3869" y="1"/>
                  </a:moveTo>
                  <a:cubicBezTo>
                    <a:pt x="3801" y="1"/>
                    <a:pt x="3735" y="18"/>
                    <a:pt x="3678" y="52"/>
                  </a:cubicBezTo>
                  <a:cubicBezTo>
                    <a:pt x="3557" y="113"/>
                    <a:pt x="3466" y="235"/>
                    <a:pt x="3405" y="326"/>
                  </a:cubicBezTo>
                  <a:cubicBezTo>
                    <a:pt x="3314" y="569"/>
                    <a:pt x="3192" y="782"/>
                    <a:pt x="3070" y="994"/>
                  </a:cubicBezTo>
                  <a:cubicBezTo>
                    <a:pt x="2280" y="2909"/>
                    <a:pt x="1216" y="4733"/>
                    <a:pt x="426" y="6648"/>
                  </a:cubicBezTo>
                  <a:cubicBezTo>
                    <a:pt x="365" y="6891"/>
                    <a:pt x="304" y="7104"/>
                    <a:pt x="213" y="7317"/>
                  </a:cubicBezTo>
                  <a:cubicBezTo>
                    <a:pt x="122" y="7529"/>
                    <a:pt x="1" y="7742"/>
                    <a:pt x="122" y="7985"/>
                  </a:cubicBezTo>
                  <a:cubicBezTo>
                    <a:pt x="204" y="8007"/>
                    <a:pt x="277" y="8016"/>
                    <a:pt x="343" y="8016"/>
                  </a:cubicBezTo>
                  <a:cubicBezTo>
                    <a:pt x="839" y="8016"/>
                    <a:pt x="921" y="7464"/>
                    <a:pt x="1216" y="7195"/>
                  </a:cubicBezTo>
                  <a:cubicBezTo>
                    <a:pt x="1156" y="6709"/>
                    <a:pt x="1855" y="6678"/>
                    <a:pt x="1824" y="6435"/>
                  </a:cubicBezTo>
                  <a:cubicBezTo>
                    <a:pt x="1703" y="5432"/>
                    <a:pt x="2432" y="4915"/>
                    <a:pt x="2827" y="4216"/>
                  </a:cubicBezTo>
                  <a:cubicBezTo>
                    <a:pt x="2858" y="3517"/>
                    <a:pt x="3496" y="3031"/>
                    <a:pt x="3374" y="2301"/>
                  </a:cubicBezTo>
                  <a:cubicBezTo>
                    <a:pt x="3891" y="1663"/>
                    <a:pt x="4013" y="903"/>
                    <a:pt x="4195" y="143"/>
                  </a:cubicBezTo>
                  <a:cubicBezTo>
                    <a:pt x="4100" y="48"/>
                    <a:pt x="3981" y="1"/>
                    <a:pt x="3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8"/>
            <p:cNvSpPr/>
            <p:nvPr/>
          </p:nvSpPr>
          <p:spPr>
            <a:xfrm>
              <a:off x="3069576" y="3187477"/>
              <a:ext cx="5147" cy="4852"/>
            </a:xfrm>
            <a:custGeom>
              <a:rect b="b" l="l" r="r" t="t"/>
              <a:pathLst>
                <a:path extrusionOk="0" h="115" w="122">
                  <a:moveTo>
                    <a:pt x="0" y="0"/>
                  </a:moveTo>
                  <a:cubicBezTo>
                    <a:pt x="37" y="74"/>
                    <a:pt x="63" y="114"/>
                    <a:pt x="84" y="114"/>
                  </a:cubicBezTo>
                  <a:cubicBezTo>
                    <a:pt x="98" y="114"/>
                    <a:pt x="110" y="97"/>
                    <a:pt x="122" y="61"/>
                  </a:cubicBezTo>
                  <a:cubicBezTo>
                    <a:pt x="91" y="31"/>
                    <a:pt x="31"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8"/>
            <p:cNvSpPr/>
            <p:nvPr/>
          </p:nvSpPr>
          <p:spPr>
            <a:xfrm>
              <a:off x="3328611" y="2137246"/>
              <a:ext cx="30797" cy="38517"/>
            </a:xfrm>
            <a:custGeom>
              <a:rect b="b" l="l" r="r" t="t"/>
              <a:pathLst>
                <a:path extrusionOk="0" h="913" w="730">
                  <a:moveTo>
                    <a:pt x="91" y="0"/>
                  </a:moveTo>
                  <a:cubicBezTo>
                    <a:pt x="152" y="335"/>
                    <a:pt x="0" y="730"/>
                    <a:pt x="517" y="912"/>
                  </a:cubicBezTo>
                  <a:cubicBezTo>
                    <a:pt x="730" y="456"/>
                    <a:pt x="487" y="183"/>
                    <a:pt x="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8"/>
            <p:cNvSpPr/>
            <p:nvPr/>
          </p:nvSpPr>
          <p:spPr>
            <a:xfrm>
              <a:off x="3308066" y="2094594"/>
              <a:ext cx="25692" cy="20883"/>
            </a:xfrm>
            <a:custGeom>
              <a:rect b="b" l="l" r="r" t="t"/>
              <a:pathLst>
                <a:path extrusionOk="0" h="495" w="609">
                  <a:moveTo>
                    <a:pt x="283" y="0"/>
                  </a:moveTo>
                  <a:cubicBezTo>
                    <a:pt x="181" y="0"/>
                    <a:pt x="84" y="96"/>
                    <a:pt x="1" y="221"/>
                  </a:cubicBezTo>
                  <a:cubicBezTo>
                    <a:pt x="92" y="312"/>
                    <a:pt x="214" y="403"/>
                    <a:pt x="305" y="495"/>
                  </a:cubicBezTo>
                  <a:cubicBezTo>
                    <a:pt x="457" y="403"/>
                    <a:pt x="609" y="251"/>
                    <a:pt x="426" y="69"/>
                  </a:cubicBezTo>
                  <a:cubicBezTo>
                    <a:pt x="378" y="21"/>
                    <a:pt x="330" y="0"/>
                    <a:pt x="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8"/>
            <p:cNvSpPr/>
            <p:nvPr/>
          </p:nvSpPr>
          <p:spPr>
            <a:xfrm>
              <a:off x="3252926" y="2034645"/>
              <a:ext cx="15441" cy="10420"/>
            </a:xfrm>
            <a:custGeom>
              <a:rect b="b" l="l" r="r" t="t"/>
              <a:pathLst>
                <a:path extrusionOk="0" h="247" w="366">
                  <a:moveTo>
                    <a:pt x="1" y="1"/>
                  </a:moveTo>
                  <a:cubicBezTo>
                    <a:pt x="1" y="92"/>
                    <a:pt x="1" y="153"/>
                    <a:pt x="31" y="244"/>
                  </a:cubicBezTo>
                  <a:cubicBezTo>
                    <a:pt x="66" y="244"/>
                    <a:pt x="103" y="246"/>
                    <a:pt x="140" y="246"/>
                  </a:cubicBezTo>
                  <a:cubicBezTo>
                    <a:pt x="232" y="246"/>
                    <a:pt x="322" y="231"/>
                    <a:pt x="366" y="122"/>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8"/>
            <p:cNvSpPr/>
            <p:nvPr/>
          </p:nvSpPr>
          <p:spPr>
            <a:xfrm>
              <a:off x="3286297" y="2068353"/>
              <a:ext cx="13542" cy="12488"/>
            </a:xfrm>
            <a:custGeom>
              <a:rect b="b" l="l" r="r" t="t"/>
              <a:pathLst>
                <a:path extrusionOk="0" h="296" w="321">
                  <a:moveTo>
                    <a:pt x="147" y="0"/>
                  </a:moveTo>
                  <a:cubicBezTo>
                    <a:pt x="107" y="0"/>
                    <a:pt x="58" y="8"/>
                    <a:pt x="0" y="22"/>
                  </a:cubicBezTo>
                  <a:lnTo>
                    <a:pt x="274" y="296"/>
                  </a:lnTo>
                  <a:lnTo>
                    <a:pt x="274" y="266"/>
                  </a:lnTo>
                  <a:cubicBezTo>
                    <a:pt x="320" y="80"/>
                    <a:pt x="278" y="0"/>
                    <a:pt x="1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8"/>
            <p:cNvSpPr/>
            <p:nvPr/>
          </p:nvSpPr>
          <p:spPr>
            <a:xfrm>
              <a:off x="3268325" y="2069281"/>
              <a:ext cx="7763" cy="3881"/>
            </a:xfrm>
            <a:custGeom>
              <a:rect b="b" l="l" r="r" t="t"/>
              <a:pathLst>
                <a:path extrusionOk="0" h="92" w="184">
                  <a:moveTo>
                    <a:pt x="183" y="0"/>
                  </a:moveTo>
                  <a:lnTo>
                    <a:pt x="183" y="0"/>
                  </a:lnTo>
                  <a:cubicBezTo>
                    <a:pt x="31" y="31"/>
                    <a:pt x="1" y="92"/>
                    <a:pt x="92" y="92"/>
                  </a:cubicBezTo>
                  <a:cubicBezTo>
                    <a:pt x="122" y="92"/>
                    <a:pt x="153" y="31"/>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8"/>
            <p:cNvSpPr/>
            <p:nvPr/>
          </p:nvSpPr>
          <p:spPr>
            <a:xfrm>
              <a:off x="3093919" y="2809429"/>
              <a:ext cx="109055" cy="206255"/>
            </a:xfrm>
            <a:custGeom>
              <a:rect b="b" l="l" r="r" t="t"/>
              <a:pathLst>
                <a:path extrusionOk="0" h="4889" w="2585">
                  <a:moveTo>
                    <a:pt x="2005" y="1"/>
                  </a:moveTo>
                  <a:cubicBezTo>
                    <a:pt x="1860" y="1"/>
                    <a:pt x="1715" y="90"/>
                    <a:pt x="1673" y="238"/>
                  </a:cubicBezTo>
                  <a:cubicBezTo>
                    <a:pt x="1125" y="1271"/>
                    <a:pt x="335" y="2214"/>
                    <a:pt x="92" y="3399"/>
                  </a:cubicBezTo>
                  <a:cubicBezTo>
                    <a:pt x="183" y="3885"/>
                    <a:pt x="1" y="4432"/>
                    <a:pt x="244" y="4888"/>
                  </a:cubicBezTo>
                  <a:lnTo>
                    <a:pt x="761" y="4888"/>
                  </a:lnTo>
                  <a:cubicBezTo>
                    <a:pt x="1125" y="4220"/>
                    <a:pt x="1429" y="3490"/>
                    <a:pt x="1612" y="2730"/>
                  </a:cubicBezTo>
                  <a:cubicBezTo>
                    <a:pt x="2007" y="2487"/>
                    <a:pt x="2098" y="1970"/>
                    <a:pt x="2372" y="1636"/>
                  </a:cubicBezTo>
                  <a:cubicBezTo>
                    <a:pt x="2584" y="1119"/>
                    <a:pt x="2524" y="511"/>
                    <a:pt x="2189" y="55"/>
                  </a:cubicBezTo>
                  <a:cubicBezTo>
                    <a:pt x="2134" y="18"/>
                    <a:pt x="2069" y="1"/>
                    <a:pt x="20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8"/>
            <p:cNvSpPr/>
            <p:nvPr/>
          </p:nvSpPr>
          <p:spPr>
            <a:xfrm>
              <a:off x="3161884" y="2878407"/>
              <a:ext cx="51342" cy="57755"/>
            </a:xfrm>
            <a:custGeom>
              <a:rect b="b" l="l" r="r" t="t"/>
              <a:pathLst>
                <a:path extrusionOk="0" h="1369" w="1217">
                  <a:moveTo>
                    <a:pt x="742" y="0"/>
                  </a:moveTo>
                  <a:cubicBezTo>
                    <a:pt x="8" y="0"/>
                    <a:pt x="179" y="679"/>
                    <a:pt x="1" y="1095"/>
                  </a:cubicBezTo>
                  <a:cubicBezTo>
                    <a:pt x="23" y="1092"/>
                    <a:pt x="45" y="1091"/>
                    <a:pt x="67" y="1091"/>
                  </a:cubicBezTo>
                  <a:cubicBezTo>
                    <a:pt x="257" y="1091"/>
                    <a:pt x="439" y="1205"/>
                    <a:pt x="548" y="1369"/>
                  </a:cubicBezTo>
                  <a:cubicBezTo>
                    <a:pt x="1217" y="1034"/>
                    <a:pt x="1095" y="518"/>
                    <a:pt x="791" y="1"/>
                  </a:cubicBezTo>
                  <a:cubicBezTo>
                    <a:pt x="774" y="0"/>
                    <a:pt x="758" y="0"/>
                    <a:pt x="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8"/>
            <p:cNvSpPr/>
            <p:nvPr/>
          </p:nvSpPr>
          <p:spPr>
            <a:xfrm>
              <a:off x="3172136" y="2936120"/>
              <a:ext cx="12867" cy="15441"/>
            </a:xfrm>
            <a:custGeom>
              <a:rect b="b" l="l" r="r" t="t"/>
              <a:pathLst>
                <a:path extrusionOk="0" h="366" w="305">
                  <a:moveTo>
                    <a:pt x="305" y="1"/>
                  </a:moveTo>
                  <a:cubicBezTo>
                    <a:pt x="153" y="62"/>
                    <a:pt x="1" y="153"/>
                    <a:pt x="92" y="366"/>
                  </a:cubicBezTo>
                  <a:lnTo>
                    <a:pt x="305" y="274"/>
                  </a:lnTo>
                  <a:lnTo>
                    <a:pt x="30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8"/>
            <p:cNvSpPr/>
            <p:nvPr/>
          </p:nvSpPr>
          <p:spPr>
            <a:xfrm>
              <a:off x="3111891" y="1948032"/>
              <a:ext cx="194948" cy="492834"/>
            </a:xfrm>
            <a:custGeom>
              <a:rect b="b" l="l" r="r" t="t"/>
              <a:pathLst>
                <a:path extrusionOk="0" h="11682" w="4621">
                  <a:moveTo>
                    <a:pt x="516" y="0"/>
                  </a:moveTo>
                  <a:cubicBezTo>
                    <a:pt x="375" y="0"/>
                    <a:pt x="233" y="37"/>
                    <a:pt x="92" y="139"/>
                  </a:cubicBezTo>
                  <a:cubicBezTo>
                    <a:pt x="31" y="260"/>
                    <a:pt x="0" y="382"/>
                    <a:pt x="0" y="504"/>
                  </a:cubicBezTo>
                  <a:cubicBezTo>
                    <a:pt x="31" y="747"/>
                    <a:pt x="92" y="990"/>
                    <a:pt x="152" y="1233"/>
                  </a:cubicBezTo>
                  <a:cubicBezTo>
                    <a:pt x="760" y="2844"/>
                    <a:pt x="1794" y="4273"/>
                    <a:pt x="2098" y="6005"/>
                  </a:cubicBezTo>
                  <a:cubicBezTo>
                    <a:pt x="2645" y="6491"/>
                    <a:pt x="2675" y="7160"/>
                    <a:pt x="2766" y="7798"/>
                  </a:cubicBezTo>
                  <a:cubicBezTo>
                    <a:pt x="2888" y="8376"/>
                    <a:pt x="2797" y="8953"/>
                    <a:pt x="2858" y="9531"/>
                  </a:cubicBezTo>
                  <a:cubicBezTo>
                    <a:pt x="2979" y="10321"/>
                    <a:pt x="2858" y="11294"/>
                    <a:pt x="3891" y="11659"/>
                  </a:cubicBezTo>
                  <a:cubicBezTo>
                    <a:pt x="3938" y="11674"/>
                    <a:pt x="3987" y="11682"/>
                    <a:pt x="4037" y="11682"/>
                  </a:cubicBezTo>
                  <a:cubicBezTo>
                    <a:pt x="4179" y="11682"/>
                    <a:pt x="4325" y="11619"/>
                    <a:pt x="4438" y="11507"/>
                  </a:cubicBezTo>
                  <a:cubicBezTo>
                    <a:pt x="4621" y="10716"/>
                    <a:pt x="4621" y="9865"/>
                    <a:pt x="4438" y="9075"/>
                  </a:cubicBezTo>
                  <a:cubicBezTo>
                    <a:pt x="4408" y="7950"/>
                    <a:pt x="4195" y="6856"/>
                    <a:pt x="3800" y="5792"/>
                  </a:cubicBezTo>
                  <a:cubicBezTo>
                    <a:pt x="3435" y="4607"/>
                    <a:pt x="2979" y="3452"/>
                    <a:pt x="2554" y="2297"/>
                  </a:cubicBezTo>
                  <a:cubicBezTo>
                    <a:pt x="2523" y="1446"/>
                    <a:pt x="2067" y="655"/>
                    <a:pt x="1338" y="230"/>
                  </a:cubicBezTo>
                  <a:cubicBezTo>
                    <a:pt x="1074" y="149"/>
                    <a:pt x="797" y="0"/>
                    <a:pt x="5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8"/>
            <p:cNvSpPr/>
            <p:nvPr/>
          </p:nvSpPr>
          <p:spPr>
            <a:xfrm>
              <a:off x="3051604" y="1792274"/>
              <a:ext cx="180858" cy="252661"/>
            </a:xfrm>
            <a:custGeom>
              <a:rect b="b" l="l" r="r" t="t"/>
              <a:pathLst>
                <a:path extrusionOk="0" h="5989" w="4287">
                  <a:moveTo>
                    <a:pt x="290" y="1"/>
                  </a:moveTo>
                  <a:cubicBezTo>
                    <a:pt x="244" y="1"/>
                    <a:pt x="198" y="31"/>
                    <a:pt x="153" y="92"/>
                  </a:cubicBezTo>
                  <a:lnTo>
                    <a:pt x="153" y="609"/>
                  </a:lnTo>
                  <a:cubicBezTo>
                    <a:pt x="1" y="1095"/>
                    <a:pt x="487" y="1247"/>
                    <a:pt x="730" y="1490"/>
                  </a:cubicBezTo>
                  <a:lnTo>
                    <a:pt x="973" y="1673"/>
                  </a:lnTo>
                  <a:lnTo>
                    <a:pt x="1095" y="1794"/>
                  </a:lnTo>
                  <a:lnTo>
                    <a:pt x="1308" y="2007"/>
                  </a:lnTo>
                  <a:lnTo>
                    <a:pt x="1429" y="2098"/>
                  </a:lnTo>
                  <a:cubicBezTo>
                    <a:pt x="1490" y="2189"/>
                    <a:pt x="1612" y="2311"/>
                    <a:pt x="1642" y="2341"/>
                  </a:cubicBezTo>
                  <a:cubicBezTo>
                    <a:pt x="1673" y="2372"/>
                    <a:pt x="1673" y="2372"/>
                    <a:pt x="1703" y="2463"/>
                  </a:cubicBezTo>
                  <a:cubicBezTo>
                    <a:pt x="1764" y="2554"/>
                    <a:pt x="1825" y="2645"/>
                    <a:pt x="1885" y="2737"/>
                  </a:cubicBezTo>
                  <a:cubicBezTo>
                    <a:pt x="1916" y="2828"/>
                    <a:pt x="1976" y="2919"/>
                    <a:pt x="2068" y="3010"/>
                  </a:cubicBezTo>
                  <a:cubicBezTo>
                    <a:pt x="2341" y="3344"/>
                    <a:pt x="2402" y="3740"/>
                    <a:pt x="2584" y="4104"/>
                  </a:cubicBezTo>
                  <a:cubicBezTo>
                    <a:pt x="3435" y="4469"/>
                    <a:pt x="3557" y="5320"/>
                    <a:pt x="3983" y="5989"/>
                  </a:cubicBezTo>
                  <a:cubicBezTo>
                    <a:pt x="4287" y="5806"/>
                    <a:pt x="4226" y="5472"/>
                    <a:pt x="4226" y="5229"/>
                  </a:cubicBezTo>
                  <a:cubicBezTo>
                    <a:pt x="4043" y="5107"/>
                    <a:pt x="3952" y="4895"/>
                    <a:pt x="3952" y="4682"/>
                  </a:cubicBezTo>
                  <a:cubicBezTo>
                    <a:pt x="3618" y="4408"/>
                    <a:pt x="3679" y="3922"/>
                    <a:pt x="3405" y="3588"/>
                  </a:cubicBezTo>
                  <a:cubicBezTo>
                    <a:pt x="3435" y="2919"/>
                    <a:pt x="3101" y="2281"/>
                    <a:pt x="2584" y="1885"/>
                  </a:cubicBezTo>
                  <a:cubicBezTo>
                    <a:pt x="1885" y="1247"/>
                    <a:pt x="1156" y="639"/>
                    <a:pt x="426" y="92"/>
                  </a:cubicBezTo>
                  <a:cubicBezTo>
                    <a:pt x="381" y="31"/>
                    <a:pt x="335" y="1"/>
                    <a:pt x="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8"/>
            <p:cNvSpPr/>
            <p:nvPr/>
          </p:nvSpPr>
          <p:spPr>
            <a:xfrm>
              <a:off x="3297814" y="2330889"/>
              <a:ext cx="21853" cy="102600"/>
            </a:xfrm>
            <a:custGeom>
              <a:rect b="b" l="l" r="r" t="t"/>
              <a:pathLst>
                <a:path extrusionOk="0" h="2432" w="518">
                  <a:moveTo>
                    <a:pt x="1" y="0"/>
                  </a:moveTo>
                  <a:lnTo>
                    <a:pt x="1" y="2432"/>
                  </a:lnTo>
                  <a:lnTo>
                    <a:pt x="244" y="2432"/>
                  </a:lnTo>
                  <a:cubicBezTo>
                    <a:pt x="153" y="1611"/>
                    <a:pt x="517" y="76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8"/>
            <p:cNvSpPr/>
            <p:nvPr/>
          </p:nvSpPr>
          <p:spPr>
            <a:xfrm>
              <a:off x="2047528" y="3951756"/>
              <a:ext cx="6455" cy="4134"/>
            </a:xfrm>
            <a:custGeom>
              <a:rect b="b" l="l" r="r" t="t"/>
              <a:pathLst>
                <a:path extrusionOk="0" h="98" w="153">
                  <a:moveTo>
                    <a:pt x="153" y="0"/>
                  </a:moveTo>
                  <a:lnTo>
                    <a:pt x="153" y="0"/>
                  </a:lnTo>
                  <a:cubicBezTo>
                    <a:pt x="31" y="31"/>
                    <a:pt x="1" y="91"/>
                    <a:pt x="92" y="91"/>
                  </a:cubicBezTo>
                  <a:cubicBezTo>
                    <a:pt x="92" y="96"/>
                    <a:pt x="93" y="97"/>
                    <a:pt x="95" y="97"/>
                  </a:cubicBezTo>
                  <a:cubicBezTo>
                    <a:pt x="108" y="97"/>
                    <a:pt x="153" y="26"/>
                    <a:pt x="1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8"/>
            <p:cNvSpPr/>
            <p:nvPr/>
          </p:nvSpPr>
          <p:spPr>
            <a:xfrm>
              <a:off x="3069576" y="1796155"/>
              <a:ext cx="171872" cy="147488"/>
            </a:xfrm>
            <a:custGeom>
              <a:rect b="b" l="l" r="r" t="t"/>
              <a:pathLst>
                <a:path extrusionOk="0" h="3496" w="4074">
                  <a:moveTo>
                    <a:pt x="0" y="0"/>
                  </a:moveTo>
                  <a:lnTo>
                    <a:pt x="0" y="0"/>
                  </a:lnTo>
                  <a:cubicBezTo>
                    <a:pt x="122" y="334"/>
                    <a:pt x="426" y="517"/>
                    <a:pt x="669" y="760"/>
                  </a:cubicBezTo>
                  <a:cubicBezTo>
                    <a:pt x="1550" y="1581"/>
                    <a:pt x="2462" y="2341"/>
                    <a:pt x="2979" y="3496"/>
                  </a:cubicBezTo>
                  <a:cubicBezTo>
                    <a:pt x="3253" y="3161"/>
                    <a:pt x="3709" y="3435"/>
                    <a:pt x="4073" y="3161"/>
                  </a:cubicBezTo>
                  <a:cubicBezTo>
                    <a:pt x="3526" y="2614"/>
                    <a:pt x="3070" y="2006"/>
                    <a:pt x="2706" y="1337"/>
                  </a:cubicBezTo>
                  <a:cubicBezTo>
                    <a:pt x="2540" y="1172"/>
                    <a:pt x="2356" y="1025"/>
                    <a:pt x="2125" y="1025"/>
                  </a:cubicBezTo>
                  <a:cubicBezTo>
                    <a:pt x="2059" y="1025"/>
                    <a:pt x="1990" y="1037"/>
                    <a:pt x="1915" y="1064"/>
                  </a:cubicBezTo>
                  <a:cubicBezTo>
                    <a:pt x="1247" y="760"/>
                    <a:pt x="791" y="6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8"/>
            <p:cNvSpPr/>
            <p:nvPr/>
          </p:nvSpPr>
          <p:spPr>
            <a:xfrm>
              <a:off x="3150367" y="1829020"/>
              <a:ext cx="33370" cy="22317"/>
            </a:xfrm>
            <a:custGeom>
              <a:rect b="b" l="l" r="r" t="t"/>
              <a:pathLst>
                <a:path extrusionOk="0" h="529" w="791">
                  <a:moveTo>
                    <a:pt x="474" y="0"/>
                  </a:moveTo>
                  <a:cubicBezTo>
                    <a:pt x="287" y="0"/>
                    <a:pt x="118" y="38"/>
                    <a:pt x="0" y="255"/>
                  </a:cubicBezTo>
                  <a:cubicBezTo>
                    <a:pt x="243" y="437"/>
                    <a:pt x="517" y="528"/>
                    <a:pt x="791" y="528"/>
                  </a:cubicBezTo>
                  <a:cubicBezTo>
                    <a:pt x="791" y="376"/>
                    <a:pt x="791" y="194"/>
                    <a:pt x="791" y="11"/>
                  </a:cubicBezTo>
                  <a:cubicBezTo>
                    <a:pt x="683" y="11"/>
                    <a:pt x="576" y="0"/>
                    <a:pt x="4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8"/>
            <p:cNvSpPr/>
            <p:nvPr/>
          </p:nvSpPr>
          <p:spPr>
            <a:xfrm>
              <a:off x="3170870" y="2646330"/>
              <a:ext cx="93656" cy="233423"/>
            </a:xfrm>
            <a:custGeom>
              <a:rect b="b" l="l" r="r" t="t"/>
              <a:pathLst>
                <a:path extrusionOk="0" h="5533" w="2220">
                  <a:moveTo>
                    <a:pt x="1855" y="0"/>
                  </a:moveTo>
                  <a:cubicBezTo>
                    <a:pt x="1733" y="0"/>
                    <a:pt x="1612" y="61"/>
                    <a:pt x="1520" y="152"/>
                  </a:cubicBezTo>
                  <a:cubicBezTo>
                    <a:pt x="1368" y="396"/>
                    <a:pt x="1186" y="669"/>
                    <a:pt x="1004" y="912"/>
                  </a:cubicBezTo>
                  <a:cubicBezTo>
                    <a:pt x="669" y="1885"/>
                    <a:pt x="1" y="2766"/>
                    <a:pt x="305" y="3891"/>
                  </a:cubicBezTo>
                  <a:cubicBezTo>
                    <a:pt x="335" y="4438"/>
                    <a:pt x="244" y="5016"/>
                    <a:pt x="578" y="5532"/>
                  </a:cubicBezTo>
                  <a:cubicBezTo>
                    <a:pt x="1338" y="5228"/>
                    <a:pt x="1125" y="4438"/>
                    <a:pt x="1399" y="3891"/>
                  </a:cubicBezTo>
                  <a:cubicBezTo>
                    <a:pt x="1642" y="2827"/>
                    <a:pt x="1642" y="1672"/>
                    <a:pt x="2219" y="669"/>
                  </a:cubicBezTo>
                  <a:lnTo>
                    <a:pt x="2219" y="396"/>
                  </a:lnTo>
                  <a:cubicBezTo>
                    <a:pt x="2098" y="244"/>
                    <a:pt x="2037" y="61"/>
                    <a:pt x="1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8"/>
            <p:cNvSpPr/>
            <p:nvPr/>
          </p:nvSpPr>
          <p:spPr>
            <a:xfrm>
              <a:off x="3236262" y="2433449"/>
              <a:ext cx="66741" cy="220598"/>
            </a:xfrm>
            <a:custGeom>
              <a:rect b="b" l="l" r="r" t="t"/>
              <a:pathLst>
                <a:path extrusionOk="0" h="5229" w="1582">
                  <a:moveTo>
                    <a:pt x="943" y="1"/>
                  </a:moveTo>
                  <a:cubicBezTo>
                    <a:pt x="517" y="31"/>
                    <a:pt x="214" y="213"/>
                    <a:pt x="244" y="700"/>
                  </a:cubicBezTo>
                  <a:cubicBezTo>
                    <a:pt x="396" y="1034"/>
                    <a:pt x="578" y="1338"/>
                    <a:pt x="335" y="1672"/>
                  </a:cubicBezTo>
                  <a:cubicBezTo>
                    <a:pt x="62" y="2706"/>
                    <a:pt x="244" y="3770"/>
                    <a:pt x="1" y="4803"/>
                  </a:cubicBezTo>
                  <a:cubicBezTo>
                    <a:pt x="1" y="4864"/>
                    <a:pt x="31" y="4925"/>
                    <a:pt x="31" y="4986"/>
                  </a:cubicBezTo>
                  <a:lnTo>
                    <a:pt x="122" y="5138"/>
                  </a:lnTo>
                  <a:lnTo>
                    <a:pt x="396" y="5138"/>
                  </a:lnTo>
                  <a:cubicBezTo>
                    <a:pt x="426" y="5198"/>
                    <a:pt x="479" y="5229"/>
                    <a:pt x="533" y="5229"/>
                  </a:cubicBezTo>
                  <a:cubicBezTo>
                    <a:pt x="586" y="5229"/>
                    <a:pt x="639" y="5198"/>
                    <a:pt x="669" y="5138"/>
                  </a:cubicBezTo>
                  <a:lnTo>
                    <a:pt x="669" y="4864"/>
                  </a:lnTo>
                  <a:cubicBezTo>
                    <a:pt x="761" y="4773"/>
                    <a:pt x="852" y="4682"/>
                    <a:pt x="943" y="4590"/>
                  </a:cubicBezTo>
                  <a:cubicBezTo>
                    <a:pt x="913" y="4104"/>
                    <a:pt x="973" y="3618"/>
                    <a:pt x="1095" y="3162"/>
                  </a:cubicBezTo>
                  <a:cubicBezTo>
                    <a:pt x="1308" y="2128"/>
                    <a:pt x="1581" y="1095"/>
                    <a:pt x="14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8"/>
            <p:cNvSpPr/>
            <p:nvPr/>
          </p:nvSpPr>
          <p:spPr>
            <a:xfrm>
              <a:off x="3264485" y="2628358"/>
              <a:ext cx="11602" cy="11602"/>
            </a:xfrm>
            <a:custGeom>
              <a:rect b="b" l="l" r="r" t="t"/>
              <a:pathLst>
                <a:path extrusionOk="0" h="275" w="275">
                  <a:moveTo>
                    <a:pt x="0" y="274"/>
                  </a:moveTo>
                  <a:lnTo>
                    <a:pt x="2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8"/>
            <p:cNvSpPr/>
            <p:nvPr/>
          </p:nvSpPr>
          <p:spPr>
            <a:xfrm>
              <a:off x="3252926" y="2650169"/>
              <a:ext cx="10336" cy="11602"/>
            </a:xfrm>
            <a:custGeom>
              <a:rect b="b" l="l" r="r" t="t"/>
              <a:pathLst>
                <a:path extrusionOk="0" h="275" w="245">
                  <a:moveTo>
                    <a:pt x="1" y="1"/>
                  </a:moveTo>
                  <a:lnTo>
                    <a:pt x="244" y="274"/>
                  </a:lnTo>
                  <a:lnTo>
                    <a:pt x="2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8"/>
            <p:cNvSpPr/>
            <p:nvPr/>
          </p:nvSpPr>
          <p:spPr>
            <a:xfrm>
              <a:off x="2738737" y="3838903"/>
              <a:ext cx="11559" cy="10294"/>
            </a:xfrm>
            <a:custGeom>
              <a:rect b="b" l="l" r="r" t="t"/>
              <a:pathLst>
                <a:path extrusionOk="0" h="244" w="274">
                  <a:moveTo>
                    <a:pt x="274" y="244"/>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8"/>
            <p:cNvSpPr/>
            <p:nvPr/>
          </p:nvSpPr>
          <p:spPr>
            <a:xfrm>
              <a:off x="3013129" y="1744222"/>
              <a:ext cx="59063" cy="51975"/>
            </a:xfrm>
            <a:custGeom>
              <a:rect b="b" l="l" r="r" t="t"/>
              <a:pathLst>
                <a:path extrusionOk="0" h="1232" w="1400">
                  <a:moveTo>
                    <a:pt x="248" y="0"/>
                  </a:moveTo>
                  <a:cubicBezTo>
                    <a:pt x="153" y="0"/>
                    <a:pt x="62" y="46"/>
                    <a:pt x="1" y="137"/>
                  </a:cubicBezTo>
                  <a:lnTo>
                    <a:pt x="1" y="410"/>
                  </a:lnTo>
                  <a:cubicBezTo>
                    <a:pt x="92" y="471"/>
                    <a:pt x="183" y="562"/>
                    <a:pt x="274" y="654"/>
                  </a:cubicBezTo>
                  <a:lnTo>
                    <a:pt x="1065" y="1231"/>
                  </a:lnTo>
                  <a:lnTo>
                    <a:pt x="1338" y="1231"/>
                  </a:lnTo>
                  <a:cubicBezTo>
                    <a:pt x="1399" y="714"/>
                    <a:pt x="791" y="593"/>
                    <a:pt x="791" y="137"/>
                  </a:cubicBezTo>
                  <a:lnTo>
                    <a:pt x="518" y="137"/>
                  </a:lnTo>
                  <a:cubicBezTo>
                    <a:pt x="442" y="46"/>
                    <a:pt x="343" y="0"/>
                    <a:pt x="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8"/>
            <p:cNvSpPr/>
            <p:nvPr/>
          </p:nvSpPr>
          <p:spPr>
            <a:xfrm>
              <a:off x="2339933" y="3891469"/>
              <a:ext cx="46195" cy="15272"/>
            </a:xfrm>
            <a:custGeom>
              <a:rect b="b" l="l" r="r" t="t"/>
              <a:pathLst>
                <a:path extrusionOk="0" h="362" w="1095">
                  <a:moveTo>
                    <a:pt x="0" y="61"/>
                  </a:moveTo>
                  <a:lnTo>
                    <a:pt x="0" y="61"/>
                  </a:lnTo>
                  <a:cubicBezTo>
                    <a:pt x="160" y="310"/>
                    <a:pt x="381" y="361"/>
                    <a:pt x="611" y="361"/>
                  </a:cubicBezTo>
                  <a:cubicBezTo>
                    <a:pt x="775" y="361"/>
                    <a:pt x="942" y="335"/>
                    <a:pt x="1094" y="335"/>
                  </a:cubicBezTo>
                  <a:cubicBezTo>
                    <a:pt x="790" y="1"/>
                    <a:pt x="365" y="122"/>
                    <a:pt x="0" y="6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8"/>
            <p:cNvSpPr/>
            <p:nvPr/>
          </p:nvSpPr>
          <p:spPr>
            <a:xfrm>
              <a:off x="3287562" y="2046204"/>
              <a:ext cx="42356" cy="33370"/>
            </a:xfrm>
            <a:custGeom>
              <a:rect b="b" l="l" r="r" t="t"/>
              <a:pathLst>
                <a:path extrusionOk="0" h="791" w="1004">
                  <a:moveTo>
                    <a:pt x="517" y="0"/>
                  </a:moveTo>
                  <a:cubicBezTo>
                    <a:pt x="153" y="0"/>
                    <a:pt x="1" y="183"/>
                    <a:pt x="1" y="517"/>
                  </a:cubicBezTo>
                  <a:lnTo>
                    <a:pt x="274" y="791"/>
                  </a:lnTo>
                  <a:cubicBezTo>
                    <a:pt x="1004" y="730"/>
                    <a:pt x="426" y="274"/>
                    <a:pt x="5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8"/>
            <p:cNvSpPr/>
            <p:nvPr/>
          </p:nvSpPr>
          <p:spPr>
            <a:xfrm>
              <a:off x="3012032" y="1736079"/>
              <a:ext cx="24258" cy="12656"/>
            </a:xfrm>
            <a:custGeom>
              <a:rect b="b" l="l" r="r" t="t"/>
              <a:pathLst>
                <a:path extrusionOk="0" h="300" w="575">
                  <a:moveTo>
                    <a:pt x="165" y="0"/>
                  </a:moveTo>
                  <a:cubicBezTo>
                    <a:pt x="68" y="0"/>
                    <a:pt x="0" y="58"/>
                    <a:pt x="27" y="299"/>
                  </a:cubicBezTo>
                  <a:lnTo>
                    <a:pt x="544" y="299"/>
                  </a:lnTo>
                  <a:cubicBezTo>
                    <a:pt x="574" y="208"/>
                    <a:pt x="544" y="117"/>
                    <a:pt x="544" y="26"/>
                  </a:cubicBezTo>
                  <a:cubicBezTo>
                    <a:pt x="521" y="44"/>
                    <a:pt x="492" y="51"/>
                    <a:pt x="460" y="51"/>
                  </a:cubicBezTo>
                  <a:cubicBezTo>
                    <a:pt x="371" y="51"/>
                    <a:pt x="255"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8"/>
            <p:cNvSpPr/>
            <p:nvPr/>
          </p:nvSpPr>
          <p:spPr>
            <a:xfrm>
              <a:off x="1779549" y="2007729"/>
              <a:ext cx="538439" cy="614250"/>
            </a:xfrm>
            <a:custGeom>
              <a:rect b="b" l="l" r="r" t="t"/>
              <a:pathLst>
                <a:path extrusionOk="0" h="14560" w="12763">
                  <a:moveTo>
                    <a:pt x="9788" y="0"/>
                  </a:moveTo>
                  <a:cubicBezTo>
                    <a:pt x="9666" y="31"/>
                    <a:pt x="9575" y="92"/>
                    <a:pt x="9484" y="183"/>
                  </a:cubicBezTo>
                  <a:cubicBezTo>
                    <a:pt x="9453" y="244"/>
                    <a:pt x="9392" y="274"/>
                    <a:pt x="9362" y="335"/>
                  </a:cubicBezTo>
                  <a:cubicBezTo>
                    <a:pt x="9332" y="426"/>
                    <a:pt x="9332" y="547"/>
                    <a:pt x="9332" y="669"/>
                  </a:cubicBezTo>
                  <a:cubicBezTo>
                    <a:pt x="9392" y="851"/>
                    <a:pt x="9392" y="1064"/>
                    <a:pt x="9362" y="1277"/>
                  </a:cubicBezTo>
                  <a:cubicBezTo>
                    <a:pt x="9301" y="1459"/>
                    <a:pt x="9149" y="1611"/>
                    <a:pt x="9089" y="1794"/>
                  </a:cubicBezTo>
                  <a:cubicBezTo>
                    <a:pt x="9028" y="2006"/>
                    <a:pt x="8937" y="2189"/>
                    <a:pt x="8785" y="2341"/>
                  </a:cubicBezTo>
                  <a:cubicBezTo>
                    <a:pt x="8663" y="2675"/>
                    <a:pt x="8724" y="3070"/>
                    <a:pt x="8511" y="3374"/>
                  </a:cubicBezTo>
                  <a:cubicBezTo>
                    <a:pt x="8420" y="3587"/>
                    <a:pt x="8268" y="3830"/>
                    <a:pt x="8146" y="4043"/>
                  </a:cubicBezTo>
                  <a:cubicBezTo>
                    <a:pt x="7931" y="4491"/>
                    <a:pt x="7715" y="4740"/>
                    <a:pt x="7474" y="4740"/>
                  </a:cubicBezTo>
                  <a:cubicBezTo>
                    <a:pt x="7274" y="4740"/>
                    <a:pt x="7057" y="4568"/>
                    <a:pt x="6809" y="4195"/>
                  </a:cubicBezTo>
                  <a:cubicBezTo>
                    <a:pt x="6718" y="4104"/>
                    <a:pt x="6657" y="3982"/>
                    <a:pt x="6566" y="3891"/>
                  </a:cubicBezTo>
                  <a:cubicBezTo>
                    <a:pt x="6483" y="3846"/>
                    <a:pt x="6414" y="3827"/>
                    <a:pt x="6353" y="3827"/>
                  </a:cubicBezTo>
                  <a:cubicBezTo>
                    <a:pt x="6169" y="3827"/>
                    <a:pt x="6072" y="4004"/>
                    <a:pt x="5958" y="4165"/>
                  </a:cubicBezTo>
                  <a:cubicBezTo>
                    <a:pt x="5684" y="4681"/>
                    <a:pt x="5289" y="5198"/>
                    <a:pt x="6049" y="5684"/>
                  </a:cubicBezTo>
                  <a:cubicBezTo>
                    <a:pt x="6079" y="5715"/>
                    <a:pt x="5988" y="5928"/>
                    <a:pt x="5958" y="6049"/>
                  </a:cubicBezTo>
                  <a:cubicBezTo>
                    <a:pt x="5259" y="6383"/>
                    <a:pt x="4864" y="7174"/>
                    <a:pt x="4104" y="7447"/>
                  </a:cubicBezTo>
                  <a:cubicBezTo>
                    <a:pt x="3830" y="7538"/>
                    <a:pt x="3952" y="7751"/>
                    <a:pt x="3952" y="7994"/>
                  </a:cubicBezTo>
                  <a:cubicBezTo>
                    <a:pt x="4012" y="8906"/>
                    <a:pt x="3101" y="9514"/>
                    <a:pt x="3131" y="10456"/>
                  </a:cubicBezTo>
                  <a:cubicBezTo>
                    <a:pt x="3131" y="10517"/>
                    <a:pt x="2827" y="10639"/>
                    <a:pt x="2675" y="10669"/>
                  </a:cubicBezTo>
                  <a:cubicBezTo>
                    <a:pt x="2371" y="10760"/>
                    <a:pt x="2067" y="10821"/>
                    <a:pt x="1763" y="10912"/>
                  </a:cubicBezTo>
                  <a:cubicBezTo>
                    <a:pt x="1368" y="11034"/>
                    <a:pt x="578" y="12098"/>
                    <a:pt x="760" y="12371"/>
                  </a:cubicBezTo>
                  <a:cubicBezTo>
                    <a:pt x="1277" y="13131"/>
                    <a:pt x="760" y="13496"/>
                    <a:pt x="274" y="13891"/>
                  </a:cubicBezTo>
                  <a:cubicBezTo>
                    <a:pt x="213" y="14104"/>
                    <a:pt x="0" y="14256"/>
                    <a:pt x="152" y="14560"/>
                  </a:cubicBezTo>
                  <a:cubicBezTo>
                    <a:pt x="578" y="14195"/>
                    <a:pt x="1125" y="14286"/>
                    <a:pt x="1611" y="14165"/>
                  </a:cubicBezTo>
                  <a:cubicBezTo>
                    <a:pt x="2705" y="13557"/>
                    <a:pt x="3283" y="12432"/>
                    <a:pt x="4164" y="11612"/>
                  </a:cubicBezTo>
                  <a:cubicBezTo>
                    <a:pt x="4529" y="11216"/>
                    <a:pt x="4924" y="10912"/>
                    <a:pt x="4955" y="10213"/>
                  </a:cubicBezTo>
                  <a:cubicBezTo>
                    <a:pt x="4985" y="9697"/>
                    <a:pt x="4924" y="8815"/>
                    <a:pt x="5806" y="8633"/>
                  </a:cubicBezTo>
                  <a:cubicBezTo>
                    <a:pt x="6201" y="8207"/>
                    <a:pt x="7113" y="8207"/>
                    <a:pt x="6961" y="7387"/>
                  </a:cubicBezTo>
                  <a:cubicBezTo>
                    <a:pt x="6778" y="6383"/>
                    <a:pt x="7447" y="6171"/>
                    <a:pt x="8116" y="5897"/>
                  </a:cubicBezTo>
                  <a:cubicBezTo>
                    <a:pt x="8588" y="5718"/>
                    <a:pt x="9078" y="5626"/>
                    <a:pt x="9571" y="5626"/>
                  </a:cubicBezTo>
                  <a:cubicBezTo>
                    <a:pt x="9998" y="5626"/>
                    <a:pt x="10428" y="5695"/>
                    <a:pt x="10851" y="5836"/>
                  </a:cubicBezTo>
                  <a:cubicBezTo>
                    <a:pt x="11459" y="5745"/>
                    <a:pt x="11064" y="5137"/>
                    <a:pt x="11307" y="4864"/>
                  </a:cubicBezTo>
                  <a:cubicBezTo>
                    <a:pt x="11611" y="4104"/>
                    <a:pt x="11794" y="3313"/>
                    <a:pt x="12250" y="2645"/>
                  </a:cubicBezTo>
                  <a:cubicBezTo>
                    <a:pt x="12540" y="2196"/>
                    <a:pt x="12762" y="1632"/>
                    <a:pt x="12076" y="1632"/>
                  </a:cubicBezTo>
                  <a:cubicBezTo>
                    <a:pt x="11973" y="1632"/>
                    <a:pt x="11850" y="1644"/>
                    <a:pt x="11703" y="1672"/>
                  </a:cubicBezTo>
                  <a:cubicBezTo>
                    <a:pt x="11672" y="1672"/>
                    <a:pt x="11642" y="1642"/>
                    <a:pt x="11672" y="1642"/>
                  </a:cubicBezTo>
                  <a:cubicBezTo>
                    <a:pt x="12432" y="943"/>
                    <a:pt x="11551" y="578"/>
                    <a:pt x="11338" y="92"/>
                  </a:cubicBezTo>
                  <a:cubicBezTo>
                    <a:pt x="11297" y="64"/>
                    <a:pt x="11244" y="49"/>
                    <a:pt x="11189" y="49"/>
                  </a:cubicBezTo>
                  <a:cubicBezTo>
                    <a:pt x="11122" y="49"/>
                    <a:pt x="11054" y="72"/>
                    <a:pt x="11003" y="122"/>
                  </a:cubicBezTo>
                  <a:cubicBezTo>
                    <a:pt x="10871" y="375"/>
                    <a:pt x="10748" y="466"/>
                    <a:pt x="10630" y="466"/>
                  </a:cubicBezTo>
                  <a:cubicBezTo>
                    <a:pt x="10452" y="466"/>
                    <a:pt x="10287" y="257"/>
                    <a:pt x="10122" y="92"/>
                  </a:cubicBezTo>
                  <a:cubicBezTo>
                    <a:pt x="10000" y="31"/>
                    <a:pt x="9879" y="0"/>
                    <a:pt x="97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8"/>
            <p:cNvSpPr/>
            <p:nvPr/>
          </p:nvSpPr>
          <p:spPr>
            <a:xfrm>
              <a:off x="1879577" y="1712749"/>
              <a:ext cx="396267" cy="323030"/>
            </a:xfrm>
            <a:custGeom>
              <a:rect b="b" l="l" r="r" t="t"/>
              <a:pathLst>
                <a:path extrusionOk="0" h="7657" w="9393">
                  <a:moveTo>
                    <a:pt x="7733" y="1"/>
                  </a:moveTo>
                  <a:cubicBezTo>
                    <a:pt x="7719" y="1"/>
                    <a:pt x="7705" y="1"/>
                    <a:pt x="7690" y="1"/>
                  </a:cubicBezTo>
                  <a:cubicBezTo>
                    <a:pt x="7082" y="1"/>
                    <a:pt x="6596" y="397"/>
                    <a:pt x="6018" y="579"/>
                  </a:cubicBezTo>
                  <a:cubicBezTo>
                    <a:pt x="5828" y="742"/>
                    <a:pt x="5563" y="857"/>
                    <a:pt x="5292" y="857"/>
                  </a:cubicBezTo>
                  <a:cubicBezTo>
                    <a:pt x="5260" y="857"/>
                    <a:pt x="5229" y="856"/>
                    <a:pt x="5198" y="852"/>
                  </a:cubicBezTo>
                  <a:cubicBezTo>
                    <a:pt x="5139" y="846"/>
                    <a:pt x="5081" y="843"/>
                    <a:pt x="5024" y="843"/>
                  </a:cubicBezTo>
                  <a:cubicBezTo>
                    <a:pt x="4512" y="843"/>
                    <a:pt x="4042" y="1084"/>
                    <a:pt x="3769" y="1521"/>
                  </a:cubicBezTo>
                  <a:cubicBezTo>
                    <a:pt x="4073" y="2251"/>
                    <a:pt x="3374" y="2220"/>
                    <a:pt x="3040" y="2494"/>
                  </a:cubicBezTo>
                  <a:cubicBezTo>
                    <a:pt x="2736" y="2798"/>
                    <a:pt x="2979" y="3254"/>
                    <a:pt x="2705" y="3892"/>
                  </a:cubicBezTo>
                  <a:cubicBezTo>
                    <a:pt x="2522" y="3413"/>
                    <a:pt x="2281" y="3293"/>
                    <a:pt x="2016" y="3293"/>
                  </a:cubicBezTo>
                  <a:cubicBezTo>
                    <a:pt x="1751" y="3293"/>
                    <a:pt x="1462" y="3415"/>
                    <a:pt x="1188" y="3415"/>
                  </a:cubicBezTo>
                  <a:cubicBezTo>
                    <a:pt x="1146" y="3415"/>
                    <a:pt x="1105" y="3412"/>
                    <a:pt x="1064" y="3406"/>
                  </a:cubicBezTo>
                  <a:cubicBezTo>
                    <a:pt x="1015" y="3395"/>
                    <a:pt x="970" y="3390"/>
                    <a:pt x="929" y="3390"/>
                  </a:cubicBezTo>
                  <a:cubicBezTo>
                    <a:pt x="606" y="3390"/>
                    <a:pt x="490" y="3684"/>
                    <a:pt x="517" y="3953"/>
                  </a:cubicBezTo>
                  <a:cubicBezTo>
                    <a:pt x="531" y="4154"/>
                    <a:pt x="600" y="4219"/>
                    <a:pt x="697" y="4219"/>
                  </a:cubicBezTo>
                  <a:cubicBezTo>
                    <a:pt x="806" y="4219"/>
                    <a:pt x="950" y="4138"/>
                    <a:pt x="1094" y="4074"/>
                  </a:cubicBezTo>
                  <a:cubicBezTo>
                    <a:pt x="1153" y="4038"/>
                    <a:pt x="1195" y="4023"/>
                    <a:pt x="1227" y="4023"/>
                  </a:cubicBezTo>
                  <a:cubicBezTo>
                    <a:pt x="1326" y="4023"/>
                    <a:pt x="1314" y="4179"/>
                    <a:pt x="1338" y="4318"/>
                  </a:cubicBezTo>
                  <a:cubicBezTo>
                    <a:pt x="1489" y="4834"/>
                    <a:pt x="1763" y="5321"/>
                    <a:pt x="1489" y="5868"/>
                  </a:cubicBezTo>
                  <a:cubicBezTo>
                    <a:pt x="1472" y="5873"/>
                    <a:pt x="1456" y="5875"/>
                    <a:pt x="1439" y="5875"/>
                  </a:cubicBezTo>
                  <a:cubicBezTo>
                    <a:pt x="1261" y="5875"/>
                    <a:pt x="1112" y="5604"/>
                    <a:pt x="937" y="5604"/>
                  </a:cubicBezTo>
                  <a:cubicBezTo>
                    <a:pt x="839" y="5604"/>
                    <a:pt x="732" y="5690"/>
                    <a:pt x="608" y="5959"/>
                  </a:cubicBezTo>
                  <a:cubicBezTo>
                    <a:pt x="365" y="6445"/>
                    <a:pt x="30" y="6871"/>
                    <a:pt x="0" y="7600"/>
                  </a:cubicBezTo>
                  <a:cubicBezTo>
                    <a:pt x="629" y="6617"/>
                    <a:pt x="851" y="6257"/>
                    <a:pt x="1267" y="6257"/>
                  </a:cubicBezTo>
                  <a:cubicBezTo>
                    <a:pt x="1494" y="6257"/>
                    <a:pt x="1779" y="6365"/>
                    <a:pt x="2219" y="6536"/>
                  </a:cubicBezTo>
                  <a:cubicBezTo>
                    <a:pt x="2401" y="6688"/>
                    <a:pt x="2614" y="6658"/>
                    <a:pt x="2766" y="6810"/>
                  </a:cubicBezTo>
                  <a:lnTo>
                    <a:pt x="2766" y="7084"/>
                  </a:lnTo>
                  <a:lnTo>
                    <a:pt x="2766" y="7357"/>
                  </a:lnTo>
                  <a:cubicBezTo>
                    <a:pt x="2766" y="7509"/>
                    <a:pt x="2948" y="7539"/>
                    <a:pt x="3040" y="7631"/>
                  </a:cubicBezTo>
                  <a:cubicBezTo>
                    <a:pt x="3142" y="7645"/>
                    <a:pt x="3220" y="7656"/>
                    <a:pt x="3280" y="7656"/>
                  </a:cubicBezTo>
                  <a:cubicBezTo>
                    <a:pt x="3472" y="7656"/>
                    <a:pt x="3494" y="7545"/>
                    <a:pt x="3587" y="7084"/>
                  </a:cubicBezTo>
                  <a:cubicBezTo>
                    <a:pt x="3465" y="6688"/>
                    <a:pt x="3313" y="6293"/>
                    <a:pt x="3131" y="5959"/>
                  </a:cubicBezTo>
                  <a:cubicBezTo>
                    <a:pt x="3362" y="5238"/>
                    <a:pt x="3729" y="4708"/>
                    <a:pt x="4520" y="4708"/>
                  </a:cubicBezTo>
                  <a:cubicBezTo>
                    <a:pt x="4562" y="4708"/>
                    <a:pt x="4606" y="4710"/>
                    <a:pt x="4651" y="4713"/>
                  </a:cubicBezTo>
                  <a:cubicBezTo>
                    <a:pt x="4772" y="4773"/>
                    <a:pt x="4894" y="4834"/>
                    <a:pt x="4985" y="4895"/>
                  </a:cubicBezTo>
                  <a:cubicBezTo>
                    <a:pt x="5392" y="5137"/>
                    <a:pt x="5795" y="5253"/>
                    <a:pt x="6166" y="5253"/>
                  </a:cubicBezTo>
                  <a:cubicBezTo>
                    <a:pt x="6960" y="5253"/>
                    <a:pt x="7605" y="4723"/>
                    <a:pt x="7812" y="3770"/>
                  </a:cubicBezTo>
                  <a:cubicBezTo>
                    <a:pt x="7933" y="3163"/>
                    <a:pt x="8389" y="2707"/>
                    <a:pt x="8967" y="2555"/>
                  </a:cubicBezTo>
                  <a:cubicBezTo>
                    <a:pt x="9240" y="2372"/>
                    <a:pt x="9392" y="2068"/>
                    <a:pt x="9392" y="1734"/>
                  </a:cubicBezTo>
                  <a:cubicBezTo>
                    <a:pt x="9362" y="1612"/>
                    <a:pt x="9332" y="1491"/>
                    <a:pt x="9240" y="1400"/>
                  </a:cubicBezTo>
                  <a:cubicBezTo>
                    <a:pt x="8701" y="980"/>
                    <a:pt x="8664" y="1"/>
                    <a:pt x="77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8"/>
            <p:cNvSpPr/>
            <p:nvPr/>
          </p:nvSpPr>
          <p:spPr>
            <a:xfrm>
              <a:off x="1585905" y="2103917"/>
              <a:ext cx="261647" cy="398841"/>
            </a:xfrm>
            <a:custGeom>
              <a:rect b="b" l="l" r="r" t="t"/>
              <a:pathLst>
                <a:path extrusionOk="0" h="9454" w="6202">
                  <a:moveTo>
                    <a:pt x="5684" y="0"/>
                  </a:moveTo>
                  <a:cubicBezTo>
                    <a:pt x="4858" y="148"/>
                    <a:pt x="4576" y="1097"/>
                    <a:pt x="3671" y="1097"/>
                  </a:cubicBezTo>
                  <a:cubicBezTo>
                    <a:pt x="3644" y="1097"/>
                    <a:pt x="3616" y="1096"/>
                    <a:pt x="3587" y="1094"/>
                  </a:cubicBezTo>
                  <a:lnTo>
                    <a:pt x="3587" y="1094"/>
                  </a:lnTo>
                  <a:cubicBezTo>
                    <a:pt x="3709" y="1307"/>
                    <a:pt x="3739" y="1398"/>
                    <a:pt x="3800" y="1459"/>
                  </a:cubicBezTo>
                  <a:cubicBezTo>
                    <a:pt x="4377" y="1733"/>
                    <a:pt x="4317" y="2158"/>
                    <a:pt x="3952" y="2523"/>
                  </a:cubicBezTo>
                  <a:cubicBezTo>
                    <a:pt x="3818" y="2641"/>
                    <a:pt x="3723" y="2688"/>
                    <a:pt x="3651" y="2688"/>
                  </a:cubicBezTo>
                  <a:cubicBezTo>
                    <a:pt x="3448" y="2688"/>
                    <a:pt x="3441" y="2308"/>
                    <a:pt x="3283" y="2128"/>
                  </a:cubicBezTo>
                  <a:cubicBezTo>
                    <a:pt x="3175" y="1984"/>
                    <a:pt x="3058" y="1916"/>
                    <a:pt x="2950" y="1916"/>
                  </a:cubicBezTo>
                  <a:cubicBezTo>
                    <a:pt x="2784" y="1916"/>
                    <a:pt x="2639" y="2076"/>
                    <a:pt x="2584" y="2371"/>
                  </a:cubicBezTo>
                  <a:cubicBezTo>
                    <a:pt x="2554" y="2584"/>
                    <a:pt x="2675" y="2827"/>
                    <a:pt x="2432" y="2948"/>
                  </a:cubicBezTo>
                  <a:cubicBezTo>
                    <a:pt x="2284" y="3139"/>
                    <a:pt x="2150" y="3389"/>
                    <a:pt x="1939" y="3389"/>
                  </a:cubicBezTo>
                  <a:cubicBezTo>
                    <a:pt x="1847" y="3389"/>
                    <a:pt x="1740" y="3342"/>
                    <a:pt x="1611" y="3222"/>
                  </a:cubicBezTo>
                  <a:cubicBezTo>
                    <a:pt x="1563" y="3173"/>
                    <a:pt x="1519" y="3149"/>
                    <a:pt x="1480" y="3149"/>
                  </a:cubicBezTo>
                  <a:cubicBezTo>
                    <a:pt x="1422" y="3149"/>
                    <a:pt x="1374" y="3204"/>
                    <a:pt x="1338" y="3313"/>
                  </a:cubicBezTo>
                  <a:cubicBezTo>
                    <a:pt x="1247" y="3556"/>
                    <a:pt x="1156" y="3800"/>
                    <a:pt x="1064" y="4043"/>
                  </a:cubicBezTo>
                  <a:cubicBezTo>
                    <a:pt x="973" y="4407"/>
                    <a:pt x="0" y="4529"/>
                    <a:pt x="821" y="5167"/>
                  </a:cubicBezTo>
                  <a:cubicBezTo>
                    <a:pt x="912" y="5258"/>
                    <a:pt x="1004" y="5350"/>
                    <a:pt x="1125" y="5410"/>
                  </a:cubicBezTo>
                  <a:cubicBezTo>
                    <a:pt x="1885" y="5684"/>
                    <a:pt x="1703" y="5684"/>
                    <a:pt x="1672" y="6535"/>
                  </a:cubicBezTo>
                  <a:cubicBezTo>
                    <a:pt x="1672" y="7082"/>
                    <a:pt x="1429" y="7569"/>
                    <a:pt x="1064" y="7933"/>
                  </a:cubicBezTo>
                  <a:cubicBezTo>
                    <a:pt x="923" y="8074"/>
                    <a:pt x="913" y="8581"/>
                    <a:pt x="1082" y="8581"/>
                  </a:cubicBezTo>
                  <a:cubicBezTo>
                    <a:pt x="1095" y="8581"/>
                    <a:pt x="1110" y="8578"/>
                    <a:pt x="1125" y="8572"/>
                  </a:cubicBezTo>
                  <a:cubicBezTo>
                    <a:pt x="1300" y="8494"/>
                    <a:pt x="1428" y="8462"/>
                    <a:pt x="1522" y="8462"/>
                  </a:cubicBezTo>
                  <a:cubicBezTo>
                    <a:pt x="1983" y="8462"/>
                    <a:pt x="1628" y="9251"/>
                    <a:pt x="2007" y="9453"/>
                  </a:cubicBezTo>
                  <a:cubicBezTo>
                    <a:pt x="2371" y="8237"/>
                    <a:pt x="2554" y="6991"/>
                    <a:pt x="3253" y="5958"/>
                  </a:cubicBezTo>
                  <a:cubicBezTo>
                    <a:pt x="3040" y="5866"/>
                    <a:pt x="2979" y="5593"/>
                    <a:pt x="3131" y="5410"/>
                  </a:cubicBezTo>
                  <a:cubicBezTo>
                    <a:pt x="3189" y="5323"/>
                    <a:pt x="3254" y="5285"/>
                    <a:pt x="3320" y="5285"/>
                  </a:cubicBezTo>
                  <a:cubicBezTo>
                    <a:pt x="3391" y="5285"/>
                    <a:pt x="3463" y="5331"/>
                    <a:pt x="3526" y="5410"/>
                  </a:cubicBezTo>
                  <a:cubicBezTo>
                    <a:pt x="3466" y="4711"/>
                    <a:pt x="4864" y="4651"/>
                    <a:pt x="4286" y="3708"/>
                  </a:cubicBezTo>
                  <a:cubicBezTo>
                    <a:pt x="5046" y="3496"/>
                    <a:pt x="5381" y="2736"/>
                    <a:pt x="5988" y="2371"/>
                  </a:cubicBezTo>
                  <a:cubicBezTo>
                    <a:pt x="6110" y="2280"/>
                    <a:pt x="6140" y="2067"/>
                    <a:pt x="6201" y="1885"/>
                  </a:cubicBezTo>
                  <a:cubicBezTo>
                    <a:pt x="5745" y="1581"/>
                    <a:pt x="5624" y="973"/>
                    <a:pt x="5897" y="517"/>
                  </a:cubicBezTo>
                  <a:cubicBezTo>
                    <a:pt x="5867" y="365"/>
                    <a:pt x="5836" y="243"/>
                    <a:pt x="5806" y="122"/>
                  </a:cubicBezTo>
                  <a:lnTo>
                    <a:pt x="56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8"/>
            <p:cNvSpPr/>
            <p:nvPr/>
          </p:nvSpPr>
          <p:spPr>
            <a:xfrm>
              <a:off x="1996269" y="1817713"/>
              <a:ext cx="282150" cy="224733"/>
            </a:xfrm>
            <a:custGeom>
              <a:rect b="b" l="l" r="r" t="t"/>
              <a:pathLst>
                <a:path extrusionOk="0" h="5327" w="6688">
                  <a:moveTo>
                    <a:pt x="5469" y="2804"/>
                  </a:moveTo>
                  <a:cubicBezTo>
                    <a:pt x="5229" y="2915"/>
                    <a:pt x="4963" y="3002"/>
                    <a:pt x="4681" y="3197"/>
                  </a:cubicBezTo>
                  <a:cubicBezTo>
                    <a:pt x="4899" y="2835"/>
                    <a:pt x="5212" y="2857"/>
                    <a:pt x="5469" y="2804"/>
                  </a:cubicBezTo>
                  <a:close/>
                  <a:moveTo>
                    <a:pt x="4711" y="4200"/>
                  </a:moveTo>
                  <a:cubicBezTo>
                    <a:pt x="4731" y="4200"/>
                    <a:pt x="4750" y="4213"/>
                    <a:pt x="4770" y="4231"/>
                  </a:cubicBezTo>
                  <a:lnTo>
                    <a:pt x="4770" y="4231"/>
                  </a:lnTo>
                  <a:cubicBezTo>
                    <a:pt x="4736" y="4240"/>
                    <a:pt x="4714" y="4243"/>
                    <a:pt x="4701" y="4243"/>
                  </a:cubicBezTo>
                  <a:cubicBezTo>
                    <a:pt x="4668" y="4243"/>
                    <a:pt x="4690" y="4222"/>
                    <a:pt x="4711" y="4200"/>
                  </a:cubicBezTo>
                  <a:close/>
                  <a:moveTo>
                    <a:pt x="4800" y="4261"/>
                  </a:moveTo>
                  <a:cubicBezTo>
                    <a:pt x="4813" y="4276"/>
                    <a:pt x="4827" y="4292"/>
                    <a:pt x="4842" y="4308"/>
                  </a:cubicBezTo>
                  <a:lnTo>
                    <a:pt x="4842" y="4308"/>
                  </a:lnTo>
                  <a:cubicBezTo>
                    <a:pt x="4812" y="4287"/>
                    <a:pt x="4801" y="4272"/>
                    <a:pt x="4800" y="4261"/>
                  </a:cubicBezTo>
                  <a:close/>
                  <a:moveTo>
                    <a:pt x="6056" y="1"/>
                  </a:moveTo>
                  <a:cubicBezTo>
                    <a:pt x="5085" y="1"/>
                    <a:pt x="4657" y="497"/>
                    <a:pt x="4772" y="1617"/>
                  </a:cubicBezTo>
                  <a:cubicBezTo>
                    <a:pt x="4803" y="2073"/>
                    <a:pt x="4651" y="2164"/>
                    <a:pt x="4255" y="2316"/>
                  </a:cubicBezTo>
                  <a:cubicBezTo>
                    <a:pt x="4188" y="2347"/>
                    <a:pt x="4120" y="2359"/>
                    <a:pt x="4054" y="2359"/>
                  </a:cubicBezTo>
                  <a:cubicBezTo>
                    <a:pt x="3865" y="2359"/>
                    <a:pt x="3681" y="2266"/>
                    <a:pt x="3489" y="2266"/>
                  </a:cubicBezTo>
                  <a:cubicBezTo>
                    <a:pt x="3354" y="2266"/>
                    <a:pt x="3216" y="2312"/>
                    <a:pt x="3070" y="2468"/>
                  </a:cubicBezTo>
                  <a:cubicBezTo>
                    <a:pt x="3015" y="2518"/>
                    <a:pt x="2961" y="2539"/>
                    <a:pt x="2908" y="2539"/>
                  </a:cubicBezTo>
                  <a:cubicBezTo>
                    <a:pt x="2641" y="2539"/>
                    <a:pt x="2392" y="2002"/>
                    <a:pt x="2037" y="1951"/>
                  </a:cubicBezTo>
                  <a:cubicBezTo>
                    <a:pt x="2006" y="1921"/>
                    <a:pt x="1945" y="1921"/>
                    <a:pt x="1915" y="1890"/>
                  </a:cubicBezTo>
                  <a:cubicBezTo>
                    <a:pt x="1064" y="2194"/>
                    <a:pt x="578" y="2893"/>
                    <a:pt x="0" y="3532"/>
                  </a:cubicBezTo>
                  <a:lnTo>
                    <a:pt x="821" y="4596"/>
                  </a:lnTo>
                  <a:cubicBezTo>
                    <a:pt x="1064" y="4292"/>
                    <a:pt x="1398" y="4079"/>
                    <a:pt x="1763" y="3957"/>
                  </a:cubicBezTo>
                  <a:cubicBezTo>
                    <a:pt x="1784" y="3951"/>
                    <a:pt x="1804" y="3949"/>
                    <a:pt x="1825" y="3949"/>
                  </a:cubicBezTo>
                  <a:cubicBezTo>
                    <a:pt x="2016" y="3949"/>
                    <a:pt x="2194" y="4188"/>
                    <a:pt x="2249" y="4352"/>
                  </a:cubicBezTo>
                  <a:cubicBezTo>
                    <a:pt x="2294" y="4465"/>
                    <a:pt x="2239" y="4528"/>
                    <a:pt x="2133" y="4528"/>
                  </a:cubicBezTo>
                  <a:cubicBezTo>
                    <a:pt x="2096" y="4528"/>
                    <a:pt x="2053" y="4520"/>
                    <a:pt x="2006" y="4504"/>
                  </a:cubicBezTo>
                  <a:cubicBezTo>
                    <a:pt x="1931" y="4479"/>
                    <a:pt x="1851" y="4460"/>
                    <a:pt x="1779" y="4460"/>
                  </a:cubicBezTo>
                  <a:cubicBezTo>
                    <a:pt x="1675" y="4460"/>
                    <a:pt x="1586" y="4501"/>
                    <a:pt x="1550" y="4626"/>
                  </a:cubicBezTo>
                  <a:cubicBezTo>
                    <a:pt x="1489" y="4930"/>
                    <a:pt x="1793" y="4930"/>
                    <a:pt x="1976" y="5021"/>
                  </a:cubicBezTo>
                  <a:cubicBezTo>
                    <a:pt x="2038" y="5046"/>
                    <a:pt x="2103" y="5054"/>
                    <a:pt x="2171" y="5054"/>
                  </a:cubicBezTo>
                  <a:cubicBezTo>
                    <a:pt x="2315" y="5054"/>
                    <a:pt x="2469" y="5016"/>
                    <a:pt x="2619" y="5016"/>
                  </a:cubicBezTo>
                  <a:cubicBezTo>
                    <a:pt x="2745" y="5016"/>
                    <a:pt x="2868" y="5043"/>
                    <a:pt x="2979" y="5143"/>
                  </a:cubicBezTo>
                  <a:cubicBezTo>
                    <a:pt x="3218" y="5241"/>
                    <a:pt x="3451" y="5327"/>
                    <a:pt x="3668" y="5327"/>
                  </a:cubicBezTo>
                  <a:cubicBezTo>
                    <a:pt x="3920" y="5327"/>
                    <a:pt x="4151" y="5212"/>
                    <a:pt x="4347" y="4869"/>
                  </a:cubicBezTo>
                  <a:cubicBezTo>
                    <a:pt x="4438" y="4778"/>
                    <a:pt x="4529" y="4687"/>
                    <a:pt x="4620" y="4596"/>
                  </a:cubicBezTo>
                  <a:lnTo>
                    <a:pt x="4894" y="4596"/>
                  </a:lnTo>
                  <a:cubicBezTo>
                    <a:pt x="4894" y="4596"/>
                    <a:pt x="4924" y="4565"/>
                    <a:pt x="4924" y="4504"/>
                  </a:cubicBezTo>
                  <a:cubicBezTo>
                    <a:pt x="4947" y="4458"/>
                    <a:pt x="4935" y="4412"/>
                    <a:pt x="4902" y="4366"/>
                  </a:cubicBezTo>
                  <a:lnTo>
                    <a:pt x="4902" y="4366"/>
                  </a:lnTo>
                  <a:cubicBezTo>
                    <a:pt x="4909" y="4372"/>
                    <a:pt x="4917" y="4378"/>
                    <a:pt x="4924" y="4383"/>
                  </a:cubicBezTo>
                  <a:cubicBezTo>
                    <a:pt x="4965" y="4413"/>
                    <a:pt x="4971" y="4420"/>
                    <a:pt x="4967" y="4420"/>
                  </a:cubicBezTo>
                  <a:cubicBezTo>
                    <a:pt x="4963" y="4420"/>
                    <a:pt x="4953" y="4416"/>
                    <a:pt x="4946" y="4416"/>
                  </a:cubicBezTo>
                  <a:cubicBezTo>
                    <a:pt x="4936" y="4416"/>
                    <a:pt x="4936" y="4425"/>
                    <a:pt x="4985" y="4474"/>
                  </a:cubicBezTo>
                  <a:cubicBezTo>
                    <a:pt x="5089" y="4681"/>
                    <a:pt x="5300" y="4790"/>
                    <a:pt x="5513" y="4790"/>
                  </a:cubicBezTo>
                  <a:cubicBezTo>
                    <a:pt x="5676" y="4790"/>
                    <a:pt x="5839" y="4727"/>
                    <a:pt x="5958" y="4596"/>
                  </a:cubicBezTo>
                  <a:cubicBezTo>
                    <a:pt x="6687" y="3380"/>
                    <a:pt x="6626" y="2985"/>
                    <a:pt x="5745" y="2650"/>
                  </a:cubicBezTo>
                  <a:cubicBezTo>
                    <a:pt x="5717" y="2670"/>
                    <a:pt x="5689" y="2688"/>
                    <a:pt x="5660" y="2705"/>
                  </a:cubicBezTo>
                  <a:lnTo>
                    <a:pt x="5660" y="2705"/>
                  </a:lnTo>
                  <a:cubicBezTo>
                    <a:pt x="5767" y="2016"/>
                    <a:pt x="5542" y="1272"/>
                    <a:pt x="6110" y="705"/>
                  </a:cubicBezTo>
                  <a:cubicBezTo>
                    <a:pt x="6201" y="644"/>
                    <a:pt x="6292" y="553"/>
                    <a:pt x="6353" y="462"/>
                  </a:cubicBezTo>
                  <a:cubicBezTo>
                    <a:pt x="6383" y="340"/>
                    <a:pt x="6383" y="219"/>
                    <a:pt x="6353" y="127"/>
                  </a:cubicBezTo>
                  <a:lnTo>
                    <a:pt x="6231" y="6"/>
                  </a:lnTo>
                  <a:cubicBezTo>
                    <a:pt x="6171" y="2"/>
                    <a:pt x="6112" y="1"/>
                    <a:pt x="60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8"/>
            <p:cNvSpPr/>
            <p:nvPr/>
          </p:nvSpPr>
          <p:spPr>
            <a:xfrm>
              <a:off x="1533339" y="2237569"/>
              <a:ext cx="109013" cy="104878"/>
            </a:xfrm>
            <a:custGeom>
              <a:rect b="b" l="l" r="r" t="t"/>
              <a:pathLst>
                <a:path extrusionOk="0" h="2486" w="2584">
                  <a:moveTo>
                    <a:pt x="1665" y="1"/>
                  </a:moveTo>
                  <a:cubicBezTo>
                    <a:pt x="1528" y="1"/>
                    <a:pt x="1366" y="234"/>
                    <a:pt x="1216" y="328"/>
                  </a:cubicBezTo>
                  <a:cubicBezTo>
                    <a:pt x="365" y="875"/>
                    <a:pt x="0" y="1635"/>
                    <a:pt x="152" y="2486"/>
                  </a:cubicBezTo>
                  <a:cubicBezTo>
                    <a:pt x="665" y="2144"/>
                    <a:pt x="1284" y="1936"/>
                    <a:pt x="1910" y="1936"/>
                  </a:cubicBezTo>
                  <a:cubicBezTo>
                    <a:pt x="1952" y="1936"/>
                    <a:pt x="1994" y="1937"/>
                    <a:pt x="2037" y="1939"/>
                  </a:cubicBezTo>
                  <a:cubicBezTo>
                    <a:pt x="1976" y="1726"/>
                    <a:pt x="1824" y="1483"/>
                    <a:pt x="2219" y="1391"/>
                  </a:cubicBezTo>
                  <a:cubicBezTo>
                    <a:pt x="2553" y="1300"/>
                    <a:pt x="2584" y="1087"/>
                    <a:pt x="2310" y="875"/>
                  </a:cubicBezTo>
                  <a:lnTo>
                    <a:pt x="2310" y="875"/>
                  </a:lnTo>
                  <a:cubicBezTo>
                    <a:pt x="2290" y="876"/>
                    <a:pt x="2271" y="877"/>
                    <a:pt x="2253" y="877"/>
                  </a:cubicBezTo>
                  <a:cubicBezTo>
                    <a:pt x="1918" y="877"/>
                    <a:pt x="1942" y="617"/>
                    <a:pt x="1885" y="358"/>
                  </a:cubicBezTo>
                  <a:cubicBezTo>
                    <a:pt x="1827" y="90"/>
                    <a:pt x="1751" y="1"/>
                    <a:pt x="16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8"/>
            <p:cNvSpPr/>
            <p:nvPr/>
          </p:nvSpPr>
          <p:spPr>
            <a:xfrm>
              <a:off x="1367919" y="2342407"/>
              <a:ext cx="107747" cy="89817"/>
            </a:xfrm>
            <a:custGeom>
              <a:rect b="b" l="l" r="r" t="t"/>
              <a:pathLst>
                <a:path extrusionOk="0" h="2129" w="2554">
                  <a:moveTo>
                    <a:pt x="851" y="1"/>
                  </a:moveTo>
                  <a:cubicBezTo>
                    <a:pt x="91" y="274"/>
                    <a:pt x="213" y="1034"/>
                    <a:pt x="0" y="1581"/>
                  </a:cubicBezTo>
                  <a:lnTo>
                    <a:pt x="0" y="2128"/>
                  </a:lnTo>
                  <a:cubicBezTo>
                    <a:pt x="487" y="2037"/>
                    <a:pt x="942" y="1946"/>
                    <a:pt x="1094" y="1338"/>
                  </a:cubicBezTo>
                  <a:cubicBezTo>
                    <a:pt x="1174" y="1043"/>
                    <a:pt x="1270" y="943"/>
                    <a:pt x="1374" y="943"/>
                  </a:cubicBezTo>
                  <a:cubicBezTo>
                    <a:pt x="1549" y="943"/>
                    <a:pt x="1744" y="1224"/>
                    <a:pt x="1915" y="1338"/>
                  </a:cubicBezTo>
                  <a:cubicBezTo>
                    <a:pt x="2249" y="1004"/>
                    <a:pt x="2553" y="639"/>
                    <a:pt x="2310" y="122"/>
                  </a:cubicBezTo>
                  <a:cubicBezTo>
                    <a:pt x="2257" y="112"/>
                    <a:pt x="2203" y="107"/>
                    <a:pt x="2149" y="107"/>
                  </a:cubicBezTo>
                  <a:cubicBezTo>
                    <a:pt x="1893" y="107"/>
                    <a:pt x="1630" y="220"/>
                    <a:pt x="1429" y="396"/>
                  </a:cubicBezTo>
                  <a:cubicBezTo>
                    <a:pt x="1317" y="464"/>
                    <a:pt x="1235" y="492"/>
                    <a:pt x="1175" y="492"/>
                  </a:cubicBezTo>
                  <a:cubicBezTo>
                    <a:pt x="940" y="492"/>
                    <a:pt x="1021" y="73"/>
                    <a:pt x="8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8"/>
            <p:cNvSpPr/>
            <p:nvPr/>
          </p:nvSpPr>
          <p:spPr>
            <a:xfrm>
              <a:off x="2029598" y="2054684"/>
              <a:ext cx="111586" cy="127491"/>
            </a:xfrm>
            <a:custGeom>
              <a:rect b="b" l="l" r="r" t="t"/>
              <a:pathLst>
                <a:path extrusionOk="0" h="3022" w="2645">
                  <a:moveTo>
                    <a:pt x="1934" y="0"/>
                  </a:moveTo>
                  <a:cubicBezTo>
                    <a:pt x="1879" y="0"/>
                    <a:pt x="1823" y="37"/>
                    <a:pt x="1763" y="134"/>
                  </a:cubicBezTo>
                  <a:cubicBezTo>
                    <a:pt x="1650" y="315"/>
                    <a:pt x="1689" y="514"/>
                    <a:pt x="1538" y="514"/>
                  </a:cubicBezTo>
                  <a:cubicBezTo>
                    <a:pt x="1488" y="514"/>
                    <a:pt x="1415" y="491"/>
                    <a:pt x="1307" y="438"/>
                  </a:cubicBezTo>
                  <a:cubicBezTo>
                    <a:pt x="1203" y="385"/>
                    <a:pt x="1112" y="362"/>
                    <a:pt x="1030" y="362"/>
                  </a:cubicBezTo>
                  <a:cubicBezTo>
                    <a:pt x="778" y="362"/>
                    <a:pt x="617" y="580"/>
                    <a:pt x="456" y="833"/>
                  </a:cubicBezTo>
                  <a:cubicBezTo>
                    <a:pt x="0" y="1501"/>
                    <a:pt x="0" y="2261"/>
                    <a:pt x="31" y="3021"/>
                  </a:cubicBezTo>
                  <a:cubicBezTo>
                    <a:pt x="213" y="2960"/>
                    <a:pt x="396" y="2869"/>
                    <a:pt x="578" y="2778"/>
                  </a:cubicBezTo>
                  <a:cubicBezTo>
                    <a:pt x="882" y="2687"/>
                    <a:pt x="973" y="2444"/>
                    <a:pt x="1095" y="2200"/>
                  </a:cubicBezTo>
                  <a:cubicBezTo>
                    <a:pt x="1125" y="2049"/>
                    <a:pt x="1186" y="1866"/>
                    <a:pt x="1216" y="1775"/>
                  </a:cubicBezTo>
                  <a:cubicBezTo>
                    <a:pt x="1247" y="1653"/>
                    <a:pt x="1277" y="1562"/>
                    <a:pt x="1277" y="1471"/>
                  </a:cubicBezTo>
                  <a:cubicBezTo>
                    <a:pt x="1368" y="1258"/>
                    <a:pt x="1551" y="1228"/>
                    <a:pt x="1733" y="1197"/>
                  </a:cubicBezTo>
                  <a:cubicBezTo>
                    <a:pt x="2037" y="1197"/>
                    <a:pt x="2310" y="1076"/>
                    <a:pt x="2554" y="893"/>
                  </a:cubicBezTo>
                  <a:cubicBezTo>
                    <a:pt x="2645" y="711"/>
                    <a:pt x="2584" y="468"/>
                    <a:pt x="2462" y="346"/>
                  </a:cubicBezTo>
                  <a:cubicBezTo>
                    <a:pt x="2256" y="346"/>
                    <a:pt x="2101" y="0"/>
                    <a:pt x="1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8"/>
            <p:cNvSpPr/>
            <p:nvPr/>
          </p:nvSpPr>
          <p:spPr>
            <a:xfrm>
              <a:off x="2077059" y="2023127"/>
              <a:ext cx="114159" cy="125677"/>
            </a:xfrm>
            <a:custGeom>
              <a:rect b="b" l="l" r="r" t="t"/>
              <a:pathLst>
                <a:path extrusionOk="0" h="2979" w="2706">
                  <a:moveTo>
                    <a:pt x="2432" y="0"/>
                  </a:moveTo>
                  <a:cubicBezTo>
                    <a:pt x="2246" y="186"/>
                    <a:pt x="2027" y="217"/>
                    <a:pt x="1803" y="217"/>
                  </a:cubicBezTo>
                  <a:cubicBezTo>
                    <a:pt x="1688" y="217"/>
                    <a:pt x="1572" y="209"/>
                    <a:pt x="1458" y="209"/>
                  </a:cubicBezTo>
                  <a:cubicBezTo>
                    <a:pt x="1321" y="209"/>
                    <a:pt x="1187" y="221"/>
                    <a:pt x="1064" y="274"/>
                  </a:cubicBezTo>
                  <a:cubicBezTo>
                    <a:pt x="1216" y="517"/>
                    <a:pt x="1307" y="790"/>
                    <a:pt x="1337" y="1094"/>
                  </a:cubicBezTo>
                  <a:lnTo>
                    <a:pt x="1337" y="1611"/>
                  </a:lnTo>
                  <a:cubicBezTo>
                    <a:pt x="1125" y="1976"/>
                    <a:pt x="760" y="1885"/>
                    <a:pt x="426" y="1915"/>
                  </a:cubicBezTo>
                  <a:cubicBezTo>
                    <a:pt x="304" y="1945"/>
                    <a:pt x="213" y="1976"/>
                    <a:pt x="122" y="2037"/>
                  </a:cubicBezTo>
                  <a:lnTo>
                    <a:pt x="0" y="2158"/>
                  </a:lnTo>
                  <a:lnTo>
                    <a:pt x="0" y="2432"/>
                  </a:lnTo>
                  <a:cubicBezTo>
                    <a:pt x="30" y="2523"/>
                    <a:pt x="122" y="2584"/>
                    <a:pt x="213" y="2645"/>
                  </a:cubicBezTo>
                  <a:cubicBezTo>
                    <a:pt x="456" y="2736"/>
                    <a:pt x="699" y="2797"/>
                    <a:pt x="942" y="2827"/>
                  </a:cubicBezTo>
                  <a:cubicBezTo>
                    <a:pt x="1094" y="2827"/>
                    <a:pt x="1216" y="2857"/>
                    <a:pt x="1368" y="2888"/>
                  </a:cubicBezTo>
                  <a:cubicBezTo>
                    <a:pt x="1429" y="2918"/>
                    <a:pt x="1520" y="2948"/>
                    <a:pt x="1611" y="2979"/>
                  </a:cubicBezTo>
                  <a:cubicBezTo>
                    <a:pt x="1824" y="2948"/>
                    <a:pt x="2037" y="2948"/>
                    <a:pt x="1976" y="2614"/>
                  </a:cubicBezTo>
                  <a:cubicBezTo>
                    <a:pt x="1915" y="2371"/>
                    <a:pt x="1915" y="2128"/>
                    <a:pt x="1885" y="1885"/>
                  </a:cubicBezTo>
                  <a:cubicBezTo>
                    <a:pt x="2097" y="1763"/>
                    <a:pt x="2006" y="1490"/>
                    <a:pt x="2158" y="1338"/>
                  </a:cubicBezTo>
                  <a:cubicBezTo>
                    <a:pt x="2185" y="1341"/>
                    <a:pt x="2212" y="1343"/>
                    <a:pt x="2239" y="1343"/>
                  </a:cubicBezTo>
                  <a:cubicBezTo>
                    <a:pt x="2423" y="1343"/>
                    <a:pt x="2599" y="1254"/>
                    <a:pt x="2705" y="1094"/>
                  </a:cubicBezTo>
                  <a:cubicBezTo>
                    <a:pt x="2561" y="950"/>
                    <a:pt x="2379" y="863"/>
                    <a:pt x="2188" y="863"/>
                  </a:cubicBezTo>
                  <a:cubicBezTo>
                    <a:pt x="2138" y="863"/>
                    <a:pt x="2087" y="869"/>
                    <a:pt x="2037" y="882"/>
                  </a:cubicBezTo>
                  <a:cubicBezTo>
                    <a:pt x="1915" y="882"/>
                    <a:pt x="1915" y="821"/>
                    <a:pt x="1945" y="790"/>
                  </a:cubicBezTo>
                  <a:cubicBezTo>
                    <a:pt x="1948" y="788"/>
                    <a:pt x="1951" y="786"/>
                    <a:pt x="1954" y="786"/>
                  </a:cubicBezTo>
                  <a:cubicBezTo>
                    <a:pt x="1977" y="786"/>
                    <a:pt x="2004" y="866"/>
                    <a:pt x="2073" y="866"/>
                  </a:cubicBezTo>
                  <a:cubicBezTo>
                    <a:pt x="2089" y="866"/>
                    <a:pt x="2107" y="862"/>
                    <a:pt x="2128" y="851"/>
                  </a:cubicBezTo>
                  <a:cubicBezTo>
                    <a:pt x="2371" y="730"/>
                    <a:pt x="2584" y="608"/>
                    <a:pt x="2432" y="274"/>
                  </a:cubicBezTo>
                  <a:lnTo>
                    <a:pt x="24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8"/>
            <p:cNvSpPr/>
            <p:nvPr/>
          </p:nvSpPr>
          <p:spPr>
            <a:xfrm>
              <a:off x="1401248" y="2262924"/>
              <a:ext cx="107747" cy="68344"/>
            </a:xfrm>
            <a:custGeom>
              <a:rect b="b" l="l" r="r" t="t"/>
              <a:pathLst>
                <a:path extrusionOk="0" h="1620" w="2554">
                  <a:moveTo>
                    <a:pt x="1156" y="0"/>
                  </a:moveTo>
                  <a:cubicBezTo>
                    <a:pt x="791" y="122"/>
                    <a:pt x="517" y="426"/>
                    <a:pt x="426" y="790"/>
                  </a:cubicBezTo>
                  <a:cubicBezTo>
                    <a:pt x="274" y="1034"/>
                    <a:pt x="0" y="1277"/>
                    <a:pt x="274" y="1611"/>
                  </a:cubicBezTo>
                  <a:cubicBezTo>
                    <a:pt x="345" y="1617"/>
                    <a:pt x="415" y="1620"/>
                    <a:pt x="484" y="1620"/>
                  </a:cubicBezTo>
                  <a:cubicBezTo>
                    <a:pt x="1155" y="1620"/>
                    <a:pt x="1754" y="1359"/>
                    <a:pt x="2554" y="973"/>
                  </a:cubicBezTo>
                  <a:cubicBezTo>
                    <a:pt x="1794" y="790"/>
                    <a:pt x="1794" y="31"/>
                    <a:pt x="1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8"/>
            <p:cNvSpPr/>
            <p:nvPr/>
          </p:nvSpPr>
          <p:spPr>
            <a:xfrm>
              <a:off x="1796213" y="2108853"/>
              <a:ext cx="85936" cy="73322"/>
            </a:xfrm>
            <a:custGeom>
              <a:rect b="b" l="l" r="r" t="t"/>
              <a:pathLst>
                <a:path extrusionOk="0" h="1738" w="2037">
                  <a:moveTo>
                    <a:pt x="1058" y="1"/>
                  </a:moveTo>
                  <a:cubicBezTo>
                    <a:pt x="1030" y="1"/>
                    <a:pt x="1001" y="2"/>
                    <a:pt x="973" y="5"/>
                  </a:cubicBezTo>
                  <a:cubicBezTo>
                    <a:pt x="851" y="5"/>
                    <a:pt x="760" y="35"/>
                    <a:pt x="699" y="126"/>
                  </a:cubicBezTo>
                  <a:cubicBezTo>
                    <a:pt x="669" y="704"/>
                    <a:pt x="244" y="1129"/>
                    <a:pt x="0" y="1707"/>
                  </a:cubicBezTo>
                  <a:cubicBezTo>
                    <a:pt x="270" y="1639"/>
                    <a:pt x="512" y="1572"/>
                    <a:pt x="731" y="1572"/>
                  </a:cubicBezTo>
                  <a:cubicBezTo>
                    <a:pt x="906" y="1572"/>
                    <a:pt x="1067" y="1615"/>
                    <a:pt x="1216" y="1737"/>
                  </a:cubicBezTo>
                  <a:cubicBezTo>
                    <a:pt x="1399" y="1342"/>
                    <a:pt x="1703" y="977"/>
                    <a:pt x="2037" y="673"/>
                  </a:cubicBezTo>
                  <a:cubicBezTo>
                    <a:pt x="1976" y="582"/>
                    <a:pt x="1915" y="491"/>
                    <a:pt x="1855" y="400"/>
                  </a:cubicBezTo>
                  <a:cubicBezTo>
                    <a:pt x="1660" y="149"/>
                    <a:pt x="1363" y="1"/>
                    <a:pt x="10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8"/>
            <p:cNvSpPr/>
            <p:nvPr/>
          </p:nvSpPr>
          <p:spPr>
            <a:xfrm>
              <a:off x="1823129" y="2071854"/>
              <a:ext cx="82097" cy="65433"/>
            </a:xfrm>
            <a:custGeom>
              <a:rect b="b" l="l" r="r" t="t"/>
              <a:pathLst>
                <a:path extrusionOk="0" h="1551" w="1946">
                  <a:moveTo>
                    <a:pt x="426" y="0"/>
                  </a:moveTo>
                  <a:cubicBezTo>
                    <a:pt x="1" y="0"/>
                    <a:pt x="305" y="456"/>
                    <a:pt x="92" y="608"/>
                  </a:cubicBezTo>
                  <a:cubicBezTo>
                    <a:pt x="61" y="638"/>
                    <a:pt x="61" y="699"/>
                    <a:pt x="61" y="730"/>
                  </a:cubicBezTo>
                  <a:cubicBezTo>
                    <a:pt x="153" y="821"/>
                    <a:pt x="213" y="942"/>
                    <a:pt x="335" y="1003"/>
                  </a:cubicBezTo>
                  <a:cubicBezTo>
                    <a:pt x="639" y="1094"/>
                    <a:pt x="913" y="1277"/>
                    <a:pt x="1125" y="1550"/>
                  </a:cubicBezTo>
                  <a:cubicBezTo>
                    <a:pt x="1277" y="1307"/>
                    <a:pt x="1460" y="1125"/>
                    <a:pt x="1672" y="1003"/>
                  </a:cubicBezTo>
                  <a:lnTo>
                    <a:pt x="1946" y="730"/>
                  </a:lnTo>
                  <a:cubicBezTo>
                    <a:pt x="1642" y="699"/>
                    <a:pt x="1368" y="608"/>
                    <a:pt x="1125" y="456"/>
                  </a:cubicBezTo>
                  <a:cubicBezTo>
                    <a:pt x="1095" y="502"/>
                    <a:pt x="1042" y="524"/>
                    <a:pt x="989" y="524"/>
                  </a:cubicBezTo>
                  <a:cubicBezTo>
                    <a:pt x="935" y="524"/>
                    <a:pt x="882" y="502"/>
                    <a:pt x="852" y="456"/>
                  </a:cubicBezTo>
                  <a:cubicBezTo>
                    <a:pt x="761" y="243"/>
                    <a:pt x="639" y="0"/>
                    <a:pt x="4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8"/>
            <p:cNvSpPr/>
            <p:nvPr/>
          </p:nvSpPr>
          <p:spPr>
            <a:xfrm>
              <a:off x="1357668" y="2291444"/>
              <a:ext cx="68006" cy="117703"/>
            </a:xfrm>
            <a:custGeom>
              <a:rect b="b" l="l" r="r" t="t"/>
              <a:pathLst>
                <a:path extrusionOk="0" h="2790" w="1612">
                  <a:moveTo>
                    <a:pt x="1448" y="0"/>
                  </a:moveTo>
                  <a:cubicBezTo>
                    <a:pt x="1398" y="0"/>
                    <a:pt x="1353" y="38"/>
                    <a:pt x="1307" y="114"/>
                  </a:cubicBezTo>
                  <a:cubicBezTo>
                    <a:pt x="912" y="388"/>
                    <a:pt x="638" y="813"/>
                    <a:pt x="547" y="1300"/>
                  </a:cubicBezTo>
                  <a:cubicBezTo>
                    <a:pt x="456" y="1665"/>
                    <a:pt x="274" y="2029"/>
                    <a:pt x="0" y="2303"/>
                  </a:cubicBezTo>
                  <a:cubicBezTo>
                    <a:pt x="0" y="2516"/>
                    <a:pt x="30" y="2698"/>
                    <a:pt x="243" y="2789"/>
                  </a:cubicBezTo>
                  <a:cubicBezTo>
                    <a:pt x="608" y="2333"/>
                    <a:pt x="638" y="1665"/>
                    <a:pt x="1094" y="1209"/>
                  </a:cubicBezTo>
                  <a:lnTo>
                    <a:pt x="1307" y="935"/>
                  </a:lnTo>
                  <a:cubicBezTo>
                    <a:pt x="1429" y="662"/>
                    <a:pt x="1489" y="388"/>
                    <a:pt x="1611" y="114"/>
                  </a:cubicBezTo>
                  <a:cubicBezTo>
                    <a:pt x="1550" y="38"/>
                    <a:pt x="1497" y="0"/>
                    <a:pt x="14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8"/>
            <p:cNvSpPr/>
            <p:nvPr/>
          </p:nvSpPr>
          <p:spPr>
            <a:xfrm>
              <a:off x="1599996" y="2503987"/>
              <a:ext cx="44930" cy="82097"/>
            </a:xfrm>
            <a:custGeom>
              <a:rect b="b" l="l" r="r" t="t"/>
              <a:pathLst>
                <a:path extrusionOk="0" h="1946" w="1065">
                  <a:moveTo>
                    <a:pt x="913" y="0"/>
                  </a:moveTo>
                  <a:lnTo>
                    <a:pt x="913" y="0"/>
                  </a:lnTo>
                  <a:cubicBezTo>
                    <a:pt x="670" y="730"/>
                    <a:pt x="1" y="1186"/>
                    <a:pt x="670" y="1946"/>
                  </a:cubicBezTo>
                  <a:cubicBezTo>
                    <a:pt x="1065" y="1338"/>
                    <a:pt x="1065" y="791"/>
                    <a:pt x="9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8"/>
            <p:cNvSpPr/>
            <p:nvPr/>
          </p:nvSpPr>
          <p:spPr>
            <a:xfrm>
              <a:off x="1411500" y="2219302"/>
              <a:ext cx="64167" cy="76992"/>
            </a:xfrm>
            <a:custGeom>
              <a:rect b="b" l="l" r="r" t="t"/>
              <a:pathLst>
                <a:path extrusionOk="0" h="1825" w="1521">
                  <a:moveTo>
                    <a:pt x="1156" y="1"/>
                  </a:moveTo>
                  <a:cubicBezTo>
                    <a:pt x="609" y="487"/>
                    <a:pt x="213" y="1125"/>
                    <a:pt x="1" y="1824"/>
                  </a:cubicBezTo>
                  <a:lnTo>
                    <a:pt x="335" y="1824"/>
                  </a:lnTo>
                  <a:lnTo>
                    <a:pt x="882" y="1034"/>
                  </a:lnTo>
                  <a:cubicBezTo>
                    <a:pt x="973" y="791"/>
                    <a:pt x="1156" y="578"/>
                    <a:pt x="1368" y="457"/>
                  </a:cubicBezTo>
                  <a:cubicBezTo>
                    <a:pt x="1429" y="457"/>
                    <a:pt x="1460" y="426"/>
                    <a:pt x="1490" y="396"/>
                  </a:cubicBezTo>
                  <a:cubicBezTo>
                    <a:pt x="1520" y="335"/>
                    <a:pt x="1490" y="305"/>
                    <a:pt x="1429" y="213"/>
                  </a:cubicBezTo>
                  <a:lnTo>
                    <a:pt x="115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8"/>
            <p:cNvSpPr/>
            <p:nvPr/>
          </p:nvSpPr>
          <p:spPr>
            <a:xfrm>
              <a:off x="1694919" y="2303931"/>
              <a:ext cx="41048" cy="58050"/>
            </a:xfrm>
            <a:custGeom>
              <a:rect b="b" l="l" r="r" t="t"/>
              <a:pathLst>
                <a:path extrusionOk="0" h="1376" w="973">
                  <a:moveTo>
                    <a:pt x="730" y="1"/>
                  </a:moveTo>
                  <a:cubicBezTo>
                    <a:pt x="517" y="457"/>
                    <a:pt x="0" y="761"/>
                    <a:pt x="31" y="1338"/>
                  </a:cubicBezTo>
                  <a:cubicBezTo>
                    <a:pt x="89" y="1364"/>
                    <a:pt x="143" y="1375"/>
                    <a:pt x="192" y="1375"/>
                  </a:cubicBezTo>
                  <a:cubicBezTo>
                    <a:pt x="371" y="1375"/>
                    <a:pt x="495" y="1234"/>
                    <a:pt x="638" y="1186"/>
                  </a:cubicBezTo>
                  <a:cubicBezTo>
                    <a:pt x="638" y="973"/>
                    <a:pt x="760" y="761"/>
                    <a:pt x="942" y="639"/>
                  </a:cubicBezTo>
                  <a:cubicBezTo>
                    <a:pt x="912" y="457"/>
                    <a:pt x="973" y="214"/>
                    <a:pt x="7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8"/>
            <p:cNvSpPr/>
            <p:nvPr/>
          </p:nvSpPr>
          <p:spPr>
            <a:xfrm>
              <a:off x="1664122" y="2566805"/>
              <a:ext cx="39783" cy="54253"/>
            </a:xfrm>
            <a:custGeom>
              <a:rect b="b" l="l" r="r" t="t"/>
              <a:pathLst>
                <a:path extrusionOk="0" h="1286" w="943">
                  <a:moveTo>
                    <a:pt x="711" y="1"/>
                  </a:moveTo>
                  <a:cubicBezTo>
                    <a:pt x="669" y="1"/>
                    <a:pt x="624" y="31"/>
                    <a:pt x="578" y="92"/>
                  </a:cubicBezTo>
                  <a:cubicBezTo>
                    <a:pt x="61" y="274"/>
                    <a:pt x="31" y="730"/>
                    <a:pt x="1" y="1186"/>
                  </a:cubicBezTo>
                  <a:cubicBezTo>
                    <a:pt x="114" y="1256"/>
                    <a:pt x="201" y="1285"/>
                    <a:pt x="271" y="1285"/>
                  </a:cubicBezTo>
                  <a:cubicBezTo>
                    <a:pt x="592" y="1285"/>
                    <a:pt x="527" y="664"/>
                    <a:pt x="852" y="639"/>
                  </a:cubicBezTo>
                  <a:lnTo>
                    <a:pt x="852" y="335"/>
                  </a:lnTo>
                  <a:cubicBezTo>
                    <a:pt x="882" y="335"/>
                    <a:pt x="912" y="305"/>
                    <a:pt x="912" y="244"/>
                  </a:cubicBezTo>
                  <a:cubicBezTo>
                    <a:pt x="943" y="183"/>
                    <a:pt x="912" y="153"/>
                    <a:pt x="821" y="92"/>
                  </a:cubicBezTo>
                  <a:cubicBezTo>
                    <a:pt x="791" y="31"/>
                    <a:pt x="753" y="1"/>
                    <a:pt x="7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8"/>
            <p:cNvSpPr/>
            <p:nvPr/>
          </p:nvSpPr>
          <p:spPr>
            <a:xfrm>
              <a:off x="1470479" y="2228288"/>
              <a:ext cx="69314" cy="46027"/>
            </a:xfrm>
            <a:custGeom>
              <a:rect b="b" l="l" r="r" t="t"/>
              <a:pathLst>
                <a:path extrusionOk="0" h="1091" w="1643">
                  <a:moveTo>
                    <a:pt x="31" y="0"/>
                  </a:moveTo>
                  <a:cubicBezTo>
                    <a:pt x="1" y="92"/>
                    <a:pt x="1" y="152"/>
                    <a:pt x="1" y="244"/>
                  </a:cubicBezTo>
                  <a:cubicBezTo>
                    <a:pt x="358" y="511"/>
                    <a:pt x="617" y="1091"/>
                    <a:pt x="1066" y="1091"/>
                  </a:cubicBezTo>
                  <a:cubicBezTo>
                    <a:pt x="1229" y="1091"/>
                    <a:pt x="1416" y="1015"/>
                    <a:pt x="1642" y="821"/>
                  </a:cubicBezTo>
                  <a:cubicBezTo>
                    <a:pt x="1004" y="760"/>
                    <a:pt x="609" y="183"/>
                    <a:pt x="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8"/>
            <p:cNvSpPr/>
            <p:nvPr/>
          </p:nvSpPr>
          <p:spPr>
            <a:xfrm>
              <a:off x="1552577" y="2765596"/>
              <a:ext cx="43622" cy="32105"/>
            </a:xfrm>
            <a:custGeom>
              <a:rect b="b" l="l" r="r" t="t"/>
              <a:pathLst>
                <a:path extrusionOk="0" h="761" w="1034">
                  <a:moveTo>
                    <a:pt x="0" y="0"/>
                  </a:moveTo>
                  <a:cubicBezTo>
                    <a:pt x="0" y="669"/>
                    <a:pt x="669" y="487"/>
                    <a:pt x="1003" y="760"/>
                  </a:cubicBezTo>
                  <a:lnTo>
                    <a:pt x="1034" y="304"/>
                  </a:lnTo>
                  <a:cubicBezTo>
                    <a:pt x="942" y="183"/>
                    <a:pt x="851" y="91"/>
                    <a:pt x="7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8"/>
            <p:cNvSpPr/>
            <p:nvPr/>
          </p:nvSpPr>
          <p:spPr>
            <a:xfrm>
              <a:off x="1709010" y="2544614"/>
              <a:ext cx="32105" cy="26114"/>
            </a:xfrm>
            <a:custGeom>
              <a:rect b="b" l="l" r="r" t="t"/>
              <a:pathLst>
                <a:path extrusionOk="0" h="619" w="761">
                  <a:moveTo>
                    <a:pt x="558" y="1"/>
                  </a:moveTo>
                  <a:cubicBezTo>
                    <a:pt x="405" y="1"/>
                    <a:pt x="270" y="136"/>
                    <a:pt x="152" y="253"/>
                  </a:cubicBezTo>
                  <a:cubicBezTo>
                    <a:pt x="92" y="314"/>
                    <a:pt x="92" y="405"/>
                    <a:pt x="0" y="618"/>
                  </a:cubicBezTo>
                  <a:lnTo>
                    <a:pt x="183" y="588"/>
                  </a:lnTo>
                  <a:cubicBezTo>
                    <a:pt x="396" y="588"/>
                    <a:pt x="608" y="466"/>
                    <a:pt x="700" y="284"/>
                  </a:cubicBezTo>
                  <a:cubicBezTo>
                    <a:pt x="760" y="223"/>
                    <a:pt x="760" y="41"/>
                    <a:pt x="700" y="41"/>
                  </a:cubicBezTo>
                  <a:cubicBezTo>
                    <a:pt x="651" y="13"/>
                    <a:pt x="604" y="1"/>
                    <a:pt x="5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8"/>
            <p:cNvSpPr/>
            <p:nvPr/>
          </p:nvSpPr>
          <p:spPr>
            <a:xfrm>
              <a:off x="1893668" y="2197491"/>
              <a:ext cx="39783" cy="35986"/>
            </a:xfrm>
            <a:custGeom>
              <a:rect b="b" l="l" r="r" t="t"/>
              <a:pathLst>
                <a:path extrusionOk="0" h="853" w="943">
                  <a:moveTo>
                    <a:pt x="912" y="1"/>
                  </a:moveTo>
                  <a:lnTo>
                    <a:pt x="912" y="1"/>
                  </a:lnTo>
                  <a:cubicBezTo>
                    <a:pt x="487" y="62"/>
                    <a:pt x="152" y="366"/>
                    <a:pt x="0" y="761"/>
                  </a:cubicBezTo>
                  <a:cubicBezTo>
                    <a:pt x="76" y="822"/>
                    <a:pt x="168" y="852"/>
                    <a:pt x="259" y="852"/>
                  </a:cubicBezTo>
                  <a:cubicBezTo>
                    <a:pt x="350" y="852"/>
                    <a:pt x="441" y="822"/>
                    <a:pt x="517" y="761"/>
                  </a:cubicBezTo>
                  <a:cubicBezTo>
                    <a:pt x="578" y="487"/>
                    <a:pt x="943" y="366"/>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8"/>
            <p:cNvSpPr/>
            <p:nvPr/>
          </p:nvSpPr>
          <p:spPr>
            <a:xfrm>
              <a:off x="1877003" y="2229554"/>
              <a:ext cx="38517" cy="28856"/>
            </a:xfrm>
            <a:custGeom>
              <a:rect b="b" l="l" r="r" t="t"/>
              <a:pathLst>
                <a:path extrusionOk="0" h="684" w="913">
                  <a:moveTo>
                    <a:pt x="395" y="1"/>
                  </a:moveTo>
                  <a:cubicBezTo>
                    <a:pt x="365" y="214"/>
                    <a:pt x="0" y="457"/>
                    <a:pt x="304" y="639"/>
                  </a:cubicBezTo>
                  <a:cubicBezTo>
                    <a:pt x="356" y="670"/>
                    <a:pt x="401" y="684"/>
                    <a:pt x="440" y="684"/>
                  </a:cubicBezTo>
                  <a:cubicBezTo>
                    <a:pt x="632" y="684"/>
                    <a:pt x="695" y="365"/>
                    <a:pt x="821" y="214"/>
                  </a:cubicBezTo>
                  <a:cubicBezTo>
                    <a:pt x="851" y="153"/>
                    <a:pt x="882" y="62"/>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8"/>
            <p:cNvSpPr/>
            <p:nvPr/>
          </p:nvSpPr>
          <p:spPr>
            <a:xfrm>
              <a:off x="1428164" y="2399656"/>
              <a:ext cx="25692" cy="21009"/>
            </a:xfrm>
            <a:custGeom>
              <a:rect b="b" l="l" r="r" t="t"/>
              <a:pathLst>
                <a:path extrusionOk="0" h="498" w="609">
                  <a:moveTo>
                    <a:pt x="431" y="1"/>
                  </a:moveTo>
                  <a:cubicBezTo>
                    <a:pt x="413" y="1"/>
                    <a:pt x="392" y="4"/>
                    <a:pt x="366" y="11"/>
                  </a:cubicBezTo>
                  <a:cubicBezTo>
                    <a:pt x="244" y="72"/>
                    <a:pt x="92" y="133"/>
                    <a:pt x="62" y="224"/>
                  </a:cubicBezTo>
                  <a:cubicBezTo>
                    <a:pt x="1" y="467"/>
                    <a:pt x="244" y="498"/>
                    <a:pt x="396" y="498"/>
                  </a:cubicBezTo>
                  <a:cubicBezTo>
                    <a:pt x="548" y="498"/>
                    <a:pt x="609" y="407"/>
                    <a:pt x="578" y="224"/>
                  </a:cubicBezTo>
                  <a:cubicBezTo>
                    <a:pt x="498" y="171"/>
                    <a:pt x="559" y="1"/>
                    <a:pt x="4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8"/>
            <p:cNvSpPr/>
            <p:nvPr/>
          </p:nvSpPr>
          <p:spPr>
            <a:xfrm>
              <a:off x="1550003" y="2719400"/>
              <a:ext cx="25692" cy="26958"/>
            </a:xfrm>
            <a:custGeom>
              <a:rect b="b" l="l" r="r" t="t"/>
              <a:pathLst>
                <a:path extrusionOk="0" h="639" w="609">
                  <a:moveTo>
                    <a:pt x="304" y="1"/>
                  </a:moveTo>
                  <a:cubicBezTo>
                    <a:pt x="92" y="92"/>
                    <a:pt x="0" y="305"/>
                    <a:pt x="31" y="548"/>
                  </a:cubicBezTo>
                  <a:cubicBezTo>
                    <a:pt x="142" y="604"/>
                    <a:pt x="249" y="639"/>
                    <a:pt x="340" y="639"/>
                  </a:cubicBezTo>
                  <a:cubicBezTo>
                    <a:pt x="498" y="639"/>
                    <a:pt x="608" y="533"/>
                    <a:pt x="608" y="244"/>
                  </a:cubicBezTo>
                  <a:lnTo>
                    <a:pt x="3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8"/>
            <p:cNvSpPr/>
            <p:nvPr/>
          </p:nvSpPr>
          <p:spPr>
            <a:xfrm>
              <a:off x="1507689" y="2593763"/>
              <a:ext cx="25692" cy="27759"/>
            </a:xfrm>
            <a:custGeom>
              <a:rect b="b" l="l" r="r" t="t"/>
              <a:pathLst>
                <a:path extrusionOk="0" h="658" w="609">
                  <a:moveTo>
                    <a:pt x="517" y="0"/>
                  </a:moveTo>
                  <a:cubicBezTo>
                    <a:pt x="274" y="122"/>
                    <a:pt x="0" y="213"/>
                    <a:pt x="152" y="547"/>
                  </a:cubicBezTo>
                  <a:cubicBezTo>
                    <a:pt x="191" y="624"/>
                    <a:pt x="245" y="657"/>
                    <a:pt x="301" y="657"/>
                  </a:cubicBezTo>
                  <a:cubicBezTo>
                    <a:pt x="380" y="657"/>
                    <a:pt x="464" y="593"/>
                    <a:pt x="517" y="487"/>
                  </a:cubicBezTo>
                  <a:lnTo>
                    <a:pt x="608" y="304"/>
                  </a:lnTo>
                  <a:cubicBezTo>
                    <a:pt x="578" y="213"/>
                    <a:pt x="547" y="91"/>
                    <a:pt x="5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8"/>
            <p:cNvSpPr/>
            <p:nvPr/>
          </p:nvSpPr>
          <p:spPr>
            <a:xfrm>
              <a:off x="1535912" y="2557861"/>
              <a:ext cx="19238" cy="35944"/>
            </a:xfrm>
            <a:custGeom>
              <a:rect b="b" l="l" r="r" t="t"/>
              <a:pathLst>
                <a:path extrusionOk="0" h="852" w="456">
                  <a:moveTo>
                    <a:pt x="243" y="0"/>
                  </a:moveTo>
                  <a:cubicBezTo>
                    <a:pt x="0" y="243"/>
                    <a:pt x="91" y="547"/>
                    <a:pt x="91" y="851"/>
                  </a:cubicBezTo>
                  <a:lnTo>
                    <a:pt x="334" y="851"/>
                  </a:lnTo>
                  <a:cubicBezTo>
                    <a:pt x="334" y="578"/>
                    <a:pt x="456" y="243"/>
                    <a:pt x="2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8"/>
            <p:cNvSpPr/>
            <p:nvPr/>
          </p:nvSpPr>
          <p:spPr>
            <a:xfrm>
              <a:off x="1869367" y="2114043"/>
              <a:ext cx="24342" cy="23245"/>
            </a:xfrm>
            <a:custGeom>
              <a:rect b="b" l="l" r="r" t="t"/>
              <a:pathLst>
                <a:path extrusionOk="0" h="551" w="577">
                  <a:moveTo>
                    <a:pt x="530" y="1"/>
                  </a:moveTo>
                  <a:cubicBezTo>
                    <a:pt x="245" y="1"/>
                    <a:pt x="0" y="262"/>
                    <a:pt x="29" y="550"/>
                  </a:cubicBezTo>
                  <a:lnTo>
                    <a:pt x="303" y="550"/>
                  </a:lnTo>
                  <a:lnTo>
                    <a:pt x="576" y="3"/>
                  </a:lnTo>
                  <a:cubicBezTo>
                    <a:pt x="561" y="2"/>
                    <a:pt x="545" y="1"/>
                    <a:pt x="5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8"/>
            <p:cNvSpPr/>
            <p:nvPr/>
          </p:nvSpPr>
          <p:spPr>
            <a:xfrm>
              <a:off x="1507689" y="2178253"/>
              <a:ext cx="12867" cy="11939"/>
            </a:xfrm>
            <a:custGeom>
              <a:rect b="b" l="l" r="r" t="t"/>
              <a:pathLst>
                <a:path extrusionOk="0" h="283" w="305">
                  <a:moveTo>
                    <a:pt x="122" y="1"/>
                  </a:moveTo>
                  <a:cubicBezTo>
                    <a:pt x="0" y="31"/>
                    <a:pt x="0" y="123"/>
                    <a:pt x="61" y="214"/>
                  </a:cubicBezTo>
                  <a:cubicBezTo>
                    <a:pt x="61" y="244"/>
                    <a:pt x="122" y="275"/>
                    <a:pt x="152" y="275"/>
                  </a:cubicBezTo>
                  <a:cubicBezTo>
                    <a:pt x="174" y="280"/>
                    <a:pt x="193" y="282"/>
                    <a:pt x="209" y="282"/>
                  </a:cubicBezTo>
                  <a:cubicBezTo>
                    <a:pt x="284" y="282"/>
                    <a:pt x="304" y="228"/>
                    <a:pt x="304" y="153"/>
                  </a:cubicBezTo>
                  <a:cubicBezTo>
                    <a:pt x="244" y="92"/>
                    <a:pt x="213" y="1"/>
                    <a:pt x="1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8"/>
            <p:cNvSpPr/>
            <p:nvPr/>
          </p:nvSpPr>
          <p:spPr>
            <a:xfrm>
              <a:off x="1471787" y="2170321"/>
              <a:ext cx="22570" cy="17170"/>
            </a:xfrm>
            <a:custGeom>
              <a:rect b="b" l="l" r="r" t="t"/>
              <a:pathLst>
                <a:path extrusionOk="0" h="407" w="535">
                  <a:moveTo>
                    <a:pt x="446" y="1"/>
                  </a:moveTo>
                  <a:cubicBezTo>
                    <a:pt x="282" y="1"/>
                    <a:pt x="106" y="91"/>
                    <a:pt x="0" y="250"/>
                  </a:cubicBezTo>
                  <a:cubicBezTo>
                    <a:pt x="132" y="342"/>
                    <a:pt x="253" y="406"/>
                    <a:pt x="345" y="406"/>
                  </a:cubicBezTo>
                  <a:cubicBezTo>
                    <a:pt x="464" y="406"/>
                    <a:pt x="534" y="299"/>
                    <a:pt x="517" y="7"/>
                  </a:cubicBezTo>
                  <a:cubicBezTo>
                    <a:pt x="494" y="3"/>
                    <a:pt x="470" y="1"/>
                    <a:pt x="4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8"/>
            <p:cNvSpPr/>
            <p:nvPr/>
          </p:nvSpPr>
          <p:spPr>
            <a:xfrm>
              <a:off x="1542578" y="2171882"/>
              <a:ext cx="21558" cy="21938"/>
            </a:xfrm>
            <a:custGeom>
              <a:rect b="b" l="l" r="r" t="t"/>
              <a:pathLst>
                <a:path extrusionOk="0" h="520" w="511">
                  <a:moveTo>
                    <a:pt x="207" y="0"/>
                  </a:moveTo>
                  <a:lnTo>
                    <a:pt x="207" y="0"/>
                  </a:lnTo>
                  <a:cubicBezTo>
                    <a:pt x="63" y="260"/>
                    <a:pt x="1" y="519"/>
                    <a:pt x="410" y="519"/>
                  </a:cubicBezTo>
                  <a:cubicBezTo>
                    <a:pt x="432" y="519"/>
                    <a:pt x="455" y="518"/>
                    <a:pt x="480" y="517"/>
                  </a:cubicBezTo>
                  <a:cubicBezTo>
                    <a:pt x="511" y="304"/>
                    <a:pt x="389" y="91"/>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8"/>
            <p:cNvSpPr/>
            <p:nvPr/>
          </p:nvSpPr>
          <p:spPr>
            <a:xfrm>
              <a:off x="1990995" y="2023127"/>
              <a:ext cx="16833" cy="11559"/>
            </a:xfrm>
            <a:custGeom>
              <a:rect b="b" l="l" r="r" t="t"/>
              <a:pathLst>
                <a:path extrusionOk="0" h="274" w="399">
                  <a:moveTo>
                    <a:pt x="125" y="0"/>
                  </a:moveTo>
                  <a:lnTo>
                    <a:pt x="125" y="0"/>
                  </a:lnTo>
                  <a:cubicBezTo>
                    <a:pt x="0" y="232"/>
                    <a:pt x="85" y="265"/>
                    <a:pt x="194" y="265"/>
                  </a:cubicBezTo>
                  <a:cubicBezTo>
                    <a:pt x="238" y="265"/>
                    <a:pt x="286" y="260"/>
                    <a:pt x="326" y="260"/>
                  </a:cubicBezTo>
                  <a:cubicBezTo>
                    <a:pt x="356" y="260"/>
                    <a:pt x="382" y="263"/>
                    <a:pt x="399" y="274"/>
                  </a:cubicBezTo>
                  <a:lnTo>
                    <a:pt x="1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8"/>
            <p:cNvSpPr/>
            <p:nvPr/>
          </p:nvSpPr>
          <p:spPr>
            <a:xfrm>
              <a:off x="1688507" y="2556554"/>
              <a:ext cx="11559" cy="14175"/>
            </a:xfrm>
            <a:custGeom>
              <a:rect b="b" l="l" r="r" t="t"/>
              <a:pathLst>
                <a:path extrusionOk="0" h="336" w="274">
                  <a:moveTo>
                    <a:pt x="152" y="1"/>
                  </a:moveTo>
                  <a:cubicBezTo>
                    <a:pt x="0" y="62"/>
                    <a:pt x="0" y="213"/>
                    <a:pt x="0" y="335"/>
                  </a:cubicBezTo>
                  <a:lnTo>
                    <a:pt x="274" y="335"/>
                  </a:lnTo>
                  <a:cubicBezTo>
                    <a:pt x="213" y="213"/>
                    <a:pt x="183" y="92"/>
                    <a:pt x="1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8"/>
            <p:cNvSpPr/>
            <p:nvPr/>
          </p:nvSpPr>
          <p:spPr>
            <a:xfrm>
              <a:off x="1698759" y="2570687"/>
              <a:ext cx="12867" cy="11559"/>
            </a:xfrm>
            <a:custGeom>
              <a:rect b="b" l="l" r="r" t="t"/>
              <a:pathLst>
                <a:path extrusionOk="0" h="274" w="305">
                  <a:moveTo>
                    <a:pt x="31" y="0"/>
                  </a:moveTo>
                  <a:cubicBezTo>
                    <a:pt x="0" y="91"/>
                    <a:pt x="0" y="182"/>
                    <a:pt x="31" y="274"/>
                  </a:cubicBezTo>
                  <a:cubicBezTo>
                    <a:pt x="122" y="182"/>
                    <a:pt x="213" y="91"/>
                    <a:pt x="3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8"/>
            <p:cNvSpPr/>
            <p:nvPr/>
          </p:nvSpPr>
          <p:spPr>
            <a:xfrm>
              <a:off x="1529500" y="2606589"/>
              <a:ext cx="10294" cy="8986"/>
            </a:xfrm>
            <a:custGeom>
              <a:rect b="b" l="l" r="r" t="t"/>
              <a:pathLst>
                <a:path extrusionOk="0" h="213" w="244">
                  <a:moveTo>
                    <a:pt x="91" y="0"/>
                  </a:moveTo>
                  <a:cubicBezTo>
                    <a:pt x="30" y="61"/>
                    <a:pt x="0" y="91"/>
                    <a:pt x="0" y="183"/>
                  </a:cubicBezTo>
                  <a:cubicBezTo>
                    <a:pt x="91" y="183"/>
                    <a:pt x="152" y="213"/>
                    <a:pt x="243" y="213"/>
                  </a:cubicBezTo>
                  <a:cubicBezTo>
                    <a:pt x="213" y="122"/>
                    <a:pt x="152" y="61"/>
                    <a:pt x="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8"/>
            <p:cNvSpPr/>
            <p:nvPr/>
          </p:nvSpPr>
          <p:spPr>
            <a:xfrm>
              <a:off x="1551269" y="2353966"/>
              <a:ext cx="5189" cy="5147"/>
            </a:xfrm>
            <a:custGeom>
              <a:rect b="b" l="l" r="r" t="t"/>
              <a:pathLst>
                <a:path extrusionOk="0" h="122" w="123">
                  <a:moveTo>
                    <a:pt x="1" y="0"/>
                  </a:moveTo>
                  <a:lnTo>
                    <a:pt x="62" y="122"/>
                  </a:lnTo>
                  <a:lnTo>
                    <a:pt x="122" y="61"/>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8"/>
            <p:cNvSpPr/>
            <p:nvPr/>
          </p:nvSpPr>
          <p:spPr>
            <a:xfrm>
              <a:off x="1539752" y="2342407"/>
              <a:ext cx="11559" cy="11602"/>
            </a:xfrm>
            <a:custGeom>
              <a:rect b="b" l="l" r="r" t="t"/>
              <a:pathLst>
                <a:path extrusionOk="0" h="275" w="274">
                  <a:moveTo>
                    <a:pt x="274" y="274"/>
                  </a:moveTo>
                  <a:cubicBezTo>
                    <a:pt x="183" y="183"/>
                    <a:pt x="91" y="92"/>
                    <a:pt x="0" y="1"/>
                  </a:cubicBezTo>
                  <a:cubicBezTo>
                    <a:pt x="91" y="92"/>
                    <a:pt x="183" y="183"/>
                    <a:pt x="274" y="27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8"/>
            <p:cNvSpPr/>
            <p:nvPr/>
          </p:nvSpPr>
          <p:spPr>
            <a:xfrm>
              <a:off x="1352521" y="2532211"/>
              <a:ext cx="3881" cy="3881"/>
            </a:xfrm>
            <a:custGeom>
              <a:rect b="b" l="l" r="r" t="t"/>
              <a:pathLst>
                <a:path extrusionOk="0" h="92" w="92">
                  <a:moveTo>
                    <a:pt x="31" y="0"/>
                  </a:moveTo>
                  <a:lnTo>
                    <a:pt x="0" y="31"/>
                  </a:lnTo>
                  <a:lnTo>
                    <a:pt x="92" y="91"/>
                  </a:lnTo>
                  <a:lnTo>
                    <a:pt x="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8"/>
            <p:cNvSpPr/>
            <p:nvPr/>
          </p:nvSpPr>
          <p:spPr>
            <a:xfrm>
              <a:off x="1356360" y="2536050"/>
              <a:ext cx="5189" cy="5147"/>
            </a:xfrm>
            <a:custGeom>
              <a:rect b="b" l="l" r="r" t="t"/>
              <a:pathLst>
                <a:path extrusionOk="0" h="122" w="123">
                  <a:moveTo>
                    <a:pt x="1" y="0"/>
                  </a:moveTo>
                  <a:lnTo>
                    <a:pt x="92" y="122"/>
                  </a:lnTo>
                  <a:lnTo>
                    <a:pt x="122" y="61"/>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8"/>
            <p:cNvSpPr/>
            <p:nvPr/>
          </p:nvSpPr>
          <p:spPr>
            <a:xfrm>
              <a:off x="1539752" y="2257777"/>
              <a:ext cx="5147" cy="5189"/>
            </a:xfrm>
            <a:custGeom>
              <a:rect b="b" l="l" r="r" t="t"/>
              <a:pathLst>
                <a:path extrusionOk="0" h="123" w="122">
                  <a:moveTo>
                    <a:pt x="61" y="1"/>
                  </a:moveTo>
                  <a:lnTo>
                    <a:pt x="0" y="122"/>
                  </a:lnTo>
                  <a:lnTo>
                    <a:pt x="122" y="61"/>
                  </a:lnTo>
                  <a:lnTo>
                    <a:pt x="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8"/>
            <p:cNvSpPr/>
            <p:nvPr/>
          </p:nvSpPr>
          <p:spPr>
            <a:xfrm>
              <a:off x="1585905" y="2764288"/>
              <a:ext cx="10294" cy="12867"/>
            </a:xfrm>
            <a:custGeom>
              <a:rect b="b" l="l" r="r" t="t"/>
              <a:pathLst>
                <a:path extrusionOk="0" h="305" w="244">
                  <a:moveTo>
                    <a:pt x="1" y="1"/>
                  </a:moveTo>
                  <a:lnTo>
                    <a:pt x="1" y="1"/>
                  </a:lnTo>
                  <a:cubicBezTo>
                    <a:pt x="92" y="122"/>
                    <a:pt x="152" y="244"/>
                    <a:pt x="244" y="305"/>
                  </a:cubicBezTo>
                  <a:cubicBezTo>
                    <a:pt x="152" y="214"/>
                    <a:pt x="92" y="12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8"/>
            <p:cNvSpPr/>
            <p:nvPr/>
          </p:nvSpPr>
          <p:spPr>
            <a:xfrm>
              <a:off x="1364080" y="2433449"/>
              <a:ext cx="3881" cy="5189"/>
            </a:xfrm>
            <a:custGeom>
              <a:rect b="b" l="l" r="r" t="t"/>
              <a:pathLst>
                <a:path extrusionOk="0" h="123" w="92">
                  <a:moveTo>
                    <a:pt x="91" y="1"/>
                  </a:moveTo>
                  <a:lnTo>
                    <a:pt x="0" y="62"/>
                  </a:lnTo>
                  <a:lnTo>
                    <a:pt x="30" y="122"/>
                  </a:lnTo>
                  <a:lnTo>
                    <a:pt x="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8"/>
            <p:cNvSpPr/>
            <p:nvPr/>
          </p:nvSpPr>
          <p:spPr>
            <a:xfrm>
              <a:off x="1939821" y="2477999"/>
              <a:ext cx="420652" cy="468408"/>
            </a:xfrm>
            <a:custGeom>
              <a:rect b="b" l="l" r="r" t="t"/>
              <a:pathLst>
                <a:path extrusionOk="0" h="11103" w="9971">
                  <a:moveTo>
                    <a:pt x="6001" y="1"/>
                  </a:moveTo>
                  <a:cubicBezTo>
                    <a:pt x="5945" y="1"/>
                    <a:pt x="5890" y="12"/>
                    <a:pt x="5837" y="39"/>
                  </a:cubicBezTo>
                  <a:cubicBezTo>
                    <a:pt x="4834" y="495"/>
                    <a:pt x="3739" y="920"/>
                    <a:pt x="3101" y="1924"/>
                  </a:cubicBezTo>
                  <a:cubicBezTo>
                    <a:pt x="2676" y="2744"/>
                    <a:pt x="2888" y="3778"/>
                    <a:pt x="3618" y="4355"/>
                  </a:cubicBezTo>
                  <a:cubicBezTo>
                    <a:pt x="3557" y="4507"/>
                    <a:pt x="3405" y="4507"/>
                    <a:pt x="3283" y="4568"/>
                  </a:cubicBezTo>
                  <a:cubicBezTo>
                    <a:pt x="2979" y="4781"/>
                    <a:pt x="2767" y="5024"/>
                    <a:pt x="2949" y="5449"/>
                  </a:cubicBezTo>
                  <a:cubicBezTo>
                    <a:pt x="2919" y="5632"/>
                    <a:pt x="2919" y="5845"/>
                    <a:pt x="2736" y="5905"/>
                  </a:cubicBezTo>
                  <a:cubicBezTo>
                    <a:pt x="1733" y="6118"/>
                    <a:pt x="2220" y="7000"/>
                    <a:pt x="2007" y="7577"/>
                  </a:cubicBezTo>
                  <a:cubicBezTo>
                    <a:pt x="1794" y="8155"/>
                    <a:pt x="2645" y="8003"/>
                    <a:pt x="2858" y="8398"/>
                  </a:cubicBezTo>
                  <a:cubicBezTo>
                    <a:pt x="2482" y="9109"/>
                    <a:pt x="2364" y="9331"/>
                    <a:pt x="2011" y="9331"/>
                  </a:cubicBezTo>
                  <a:cubicBezTo>
                    <a:pt x="1851" y="9331"/>
                    <a:pt x="1642" y="9285"/>
                    <a:pt x="1338" y="9218"/>
                  </a:cubicBezTo>
                  <a:cubicBezTo>
                    <a:pt x="1237" y="9190"/>
                    <a:pt x="1137" y="9176"/>
                    <a:pt x="1040" y="9176"/>
                  </a:cubicBezTo>
                  <a:cubicBezTo>
                    <a:pt x="521" y="9176"/>
                    <a:pt x="82" y="9563"/>
                    <a:pt x="31" y="10100"/>
                  </a:cubicBezTo>
                  <a:cubicBezTo>
                    <a:pt x="1" y="10222"/>
                    <a:pt x="61" y="10373"/>
                    <a:pt x="183" y="10404"/>
                  </a:cubicBezTo>
                  <a:cubicBezTo>
                    <a:pt x="195" y="10410"/>
                    <a:pt x="207" y="10412"/>
                    <a:pt x="221" y="10412"/>
                  </a:cubicBezTo>
                  <a:cubicBezTo>
                    <a:pt x="278" y="10412"/>
                    <a:pt x="347" y="10368"/>
                    <a:pt x="396" y="10343"/>
                  </a:cubicBezTo>
                  <a:cubicBezTo>
                    <a:pt x="546" y="10268"/>
                    <a:pt x="346" y="9925"/>
                    <a:pt x="508" y="9925"/>
                  </a:cubicBezTo>
                  <a:cubicBezTo>
                    <a:pt x="543" y="9925"/>
                    <a:pt x="594" y="9941"/>
                    <a:pt x="669" y="9978"/>
                  </a:cubicBezTo>
                  <a:cubicBezTo>
                    <a:pt x="882" y="10039"/>
                    <a:pt x="791" y="10373"/>
                    <a:pt x="791" y="10586"/>
                  </a:cubicBezTo>
                  <a:cubicBezTo>
                    <a:pt x="920" y="10411"/>
                    <a:pt x="1024" y="10348"/>
                    <a:pt x="1113" y="10348"/>
                  </a:cubicBezTo>
                  <a:cubicBezTo>
                    <a:pt x="1320" y="10348"/>
                    <a:pt x="1451" y="10684"/>
                    <a:pt x="1642" y="10769"/>
                  </a:cubicBezTo>
                  <a:cubicBezTo>
                    <a:pt x="2100" y="11004"/>
                    <a:pt x="2543" y="11103"/>
                    <a:pt x="2983" y="11103"/>
                  </a:cubicBezTo>
                  <a:cubicBezTo>
                    <a:pt x="3623" y="11103"/>
                    <a:pt x="4258" y="10893"/>
                    <a:pt x="4925" y="10586"/>
                  </a:cubicBezTo>
                  <a:cubicBezTo>
                    <a:pt x="5245" y="10449"/>
                    <a:pt x="5497" y="9881"/>
                    <a:pt x="5900" y="9881"/>
                  </a:cubicBezTo>
                  <a:cubicBezTo>
                    <a:pt x="6032" y="9881"/>
                    <a:pt x="6181" y="9942"/>
                    <a:pt x="6353" y="10100"/>
                  </a:cubicBezTo>
                  <a:cubicBezTo>
                    <a:pt x="6490" y="10291"/>
                    <a:pt x="6700" y="10409"/>
                    <a:pt x="6917" y="10409"/>
                  </a:cubicBezTo>
                  <a:cubicBezTo>
                    <a:pt x="6942" y="10409"/>
                    <a:pt x="6967" y="10407"/>
                    <a:pt x="6992" y="10404"/>
                  </a:cubicBezTo>
                  <a:cubicBezTo>
                    <a:pt x="7296" y="10313"/>
                    <a:pt x="7448" y="10009"/>
                    <a:pt x="7417" y="9705"/>
                  </a:cubicBezTo>
                  <a:cubicBezTo>
                    <a:pt x="7478" y="9583"/>
                    <a:pt x="7204" y="9644"/>
                    <a:pt x="7296" y="9522"/>
                  </a:cubicBezTo>
                  <a:cubicBezTo>
                    <a:pt x="7300" y="9518"/>
                    <a:pt x="7308" y="9516"/>
                    <a:pt x="7319" y="9516"/>
                  </a:cubicBezTo>
                  <a:cubicBezTo>
                    <a:pt x="7360" y="9516"/>
                    <a:pt x="7442" y="9544"/>
                    <a:pt x="7514" y="9544"/>
                  </a:cubicBezTo>
                  <a:cubicBezTo>
                    <a:pt x="7546" y="9544"/>
                    <a:pt x="7576" y="9538"/>
                    <a:pt x="7600" y="9522"/>
                  </a:cubicBezTo>
                  <a:cubicBezTo>
                    <a:pt x="8238" y="8975"/>
                    <a:pt x="7296" y="8854"/>
                    <a:pt x="7356" y="8702"/>
                  </a:cubicBezTo>
                  <a:cubicBezTo>
                    <a:pt x="7752" y="7699"/>
                    <a:pt x="7478" y="6422"/>
                    <a:pt x="8542" y="5601"/>
                  </a:cubicBezTo>
                  <a:cubicBezTo>
                    <a:pt x="9302" y="4993"/>
                    <a:pt x="9819" y="4112"/>
                    <a:pt x="9970" y="3170"/>
                  </a:cubicBezTo>
                  <a:cubicBezTo>
                    <a:pt x="9940" y="3048"/>
                    <a:pt x="9879" y="2927"/>
                    <a:pt x="9788" y="2866"/>
                  </a:cubicBezTo>
                  <a:cubicBezTo>
                    <a:pt x="9697" y="2775"/>
                    <a:pt x="9606" y="2714"/>
                    <a:pt x="9515" y="2653"/>
                  </a:cubicBezTo>
                  <a:cubicBezTo>
                    <a:pt x="9489" y="2565"/>
                    <a:pt x="9516" y="2544"/>
                    <a:pt x="9557" y="2544"/>
                  </a:cubicBezTo>
                  <a:cubicBezTo>
                    <a:pt x="9591" y="2544"/>
                    <a:pt x="9635" y="2559"/>
                    <a:pt x="9664" y="2559"/>
                  </a:cubicBezTo>
                  <a:cubicBezTo>
                    <a:pt x="9684" y="2559"/>
                    <a:pt x="9697" y="2553"/>
                    <a:pt x="9697" y="2531"/>
                  </a:cubicBezTo>
                  <a:cubicBezTo>
                    <a:pt x="9879" y="2349"/>
                    <a:pt x="9910" y="2075"/>
                    <a:pt x="9788" y="1863"/>
                  </a:cubicBezTo>
                  <a:cubicBezTo>
                    <a:pt x="9562" y="1518"/>
                    <a:pt x="9323" y="1406"/>
                    <a:pt x="9077" y="1406"/>
                  </a:cubicBezTo>
                  <a:cubicBezTo>
                    <a:pt x="8693" y="1406"/>
                    <a:pt x="8292" y="1679"/>
                    <a:pt x="7904" y="1772"/>
                  </a:cubicBezTo>
                  <a:cubicBezTo>
                    <a:pt x="7782" y="1802"/>
                    <a:pt x="7691" y="1863"/>
                    <a:pt x="7600" y="1954"/>
                  </a:cubicBezTo>
                  <a:cubicBezTo>
                    <a:pt x="7387" y="2075"/>
                    <a:pt x="7235" y="2349"/>
                    <a:pt x="7022" y="2379"/>
                  </a:cubicBezTo>
                  <a:cubicBezTo>
                    <a:pt x="7356" y="1741"/>
                    <a:pt x="7265" y="951"/>
                    <a:pt x="6779" y="434"/>
                  </a:cubicBezTo>
                  <a:cubicBezTo>
                    <a:pt x="6553" y="259"/>
                    <a:pt x="6266" y="1"/>
                    <a:pt x="6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8"/>
            <p:cNvSpPr/>
            <p:nvPr/>
          </p:nvSpPr>
          <p:spPr>
            <a:xfrm>
              <a:off x="1960578" y="2872036"/>
              <a:ext cx="533250" cy="347034"/>
            </a:xfrm>
            <a:custGeom>
              <a:rect b="b" l="l" r="r" t="t"/>
              <a:pathLst>
                <a:path extrusionOk="0" h="8226" w="12640">
                  <a:moveTo>
                    <a:pt x="4706" y="2948"/>
                  </a:moveTo>
                  <a:lnTo>
                    <a:pt x="4706" y="2948"/>
                  </a:lnTo>
                  <a:cubicBezTo>
                    <a:pt x="4723" y="2957"/>
                    <a:pt x="4741" y="2960"/>
                    <a:pt x="4761" y="2960"/>
                  </a:cubicBezTo>
                  <a:cubicBezTo>
                    <a:pt x="4772" y="2960"/>
                    <a:pt x="4784" y="2959"/>
                    <a:pt x="4796" y="2956"/>
                  </a:cubicBezTo>
                  <a:lnTo>
                    <a:pt x="4796" y="2956"/>
                  </a:lnTo>
                  <a:cubicBezTo>
                    <a:pt x="4775" y="2973"/>
                    <a:pt x="4755" y="2991"/>
                    <a:pt x="4737" y="3009"/>
                  </a:cubicBezTo>
                  <a:cubicBezTo>
                    <a:pt x="4737" y="3009"/>
                    <a:pt x="4706" y="2979"/>
                    <a:pt x="4706" y="2948"/>
                  </a:cubicBezTo>
                  <a:close/>
                  <a:moveTo>
                    <a:pt x="5696" y="3346"/>
                  </a:moveTo>
                  <a:cubicBezTo>
                    <a:pt x="5840" y="3538"/>
                    <a:pt x="6074" y="3750"/>
                    <a:pt x="6074" y="3921"/>
                  </a:cubicBezTo>
                  <a:cubicBezTo>
                    <a:pt x="5817" y="3853"/>
                    <a:pt x="5759" y="3599"/>
                    <a:pt x="5696" y="3346"/>
                  </a:cubicBezTo>
                  <a:close/>
                  <a:moveTo>
                    <a:pt x="6105" y="0"/>
                  </a:moveTo>
                  <a:cubicBezTo>
                    <a:pt x="5436" y="30"/>
                    <a:pt x="4889" y="213"/>
                    <a:pt x="4615" y="912"/>
                  </a:cubicBezTo>
                  <a:cubicBezTo>
                    <a:pt x="4461" y="815"/>
                    <a:pt x="4328" y="776"/>
                    <a:pt x="4210" y="776"/>
                  </a:cubicBezTo>
                  <a:cubicBezTo>
                    <a:pt x="3772" y="776"/>
                    <a:pt x="3540" y="1322"/>
                    <a:pt x="3156" y="1489"/>
                  </a:cubicBezTo>
                  <a:cubicBezTo>
                    <a:pt x="3043" y="1534"/>
                    <a:pt x="2936" y="1552"/>
                    <a:pt x="2834" y="1552"/>
                  </a:cubicBezTo>
                  <a:cubicBezTo>
                    <a:pt x="2388" y="1552"/>
                    <a:pt x="2031" y="1207"/>
                    <a:pt x="1624" y="1207"/>
                  </a:cubicBezTo>
                  <a:cubicBezTo>
                    <a:pt x="1549" y="1207"/>
                    <a:pt x="1473" y="1219"/>
                    <a:pt x="1393" y="1246"/>
                  </a:cubicBezTo>
                  <a:cubicBezTo>
                    <a:pt x="1348" y="1261"/>
                    <a:pt x="1302" y="1269"/>
                    <a:pt x="1256" y="1269"/>
                  </a:cubicBezTo>
                  <a:cubicBezTo>
                    <a:pt x="1211" y="1269"/>
                    <a:pt x="1165" y="1261"/>
                    <a:pt x="1120" y="1246"/>
                  </a:cubicBezTo>
                  <a:cubicBezTo>
                    <a:pt x="907" y="1733"/>
                    <a:pt x="512" y="2097"/>
                    <a:pt x="56" y="2341"/>
                  </a:cubicBezTo>
                  <a:cubicBezTo>
                    <a:pt x="1" y="2893"/>
                    <a:pt x="222" y="3169"/>
                    <a:pt x="719" y="3169"/>
                  </a:cubicBezTo>
                  <a:cubicBezTo>
                    <a:pt x="769" y="3169"/>
                    <a:pt x="821" y="3167"/>
                    <a:pt x="876" y="3161"/>
                  </a:cubicBezTo>
                  <a:cubicBezTo>
                    <a:pt x="968" y="3252"/>
                    <a:pt x="998" y="3404"/>
                    <a:pt x="968" y="3526"/>
                  </a:cubicBezTo>
                  <a:cubicBezTo>
                    <a:pt x="998" y="3648"/>
                    <a:pt x="1059" y="3708"/>
                    <a:pt x="1120" y="3769"/>
                  </a:cubicBezTo>
                  <a:lnTo>
                    <a:pt x="1272" y="3830"/>
                  </a:lnTo>
                  <a:cubicBezTo>
                    <a:pt x="1302" y="3830"/>
                    <a:pt x="1332" y="3830"/>
                    <a:pt x="1363" y="3860"/>
                  </a:cubicBezTo>
                  <a:cubicBezTo>
                    <a:pt x="1393" y="3891"/>
                    <a:pt x="1363" y="3921"/>
                    <a:pt x="1302" y="3982"/>
                  </a:cubicBezTo>
                  <a:cubicBezTo>
                    <a:pt x="1120" y="4438"/>
                    <a:pt x="603" y="4438"/>
                    <a:pt x="329" y="4772"/>
                  </a:cubicBezTo>
                  <a:cubicBezTo>
                    <a:pt x="451" y="5046"/>
                    <a:pt x="573" y="5319"/>
                    <a:pt x="725" y="5593"/>
                  </a:cubicBezTo>
                  <a:cubicBezTo>
                    <a:pt x="1037" y="6082"/>
                    <a:pt x="1262" y="6294"/>
                    <a:pt x="1650" y="6294"/>
                  </a:cubicBezTo>
                  <a:cubicBezTo>
                    <a:pt x="1865" y="6294"/>
                    <a:pt x="2130" y="6229"/>
                    <a:pt x="2487" y="6110"/>
                  </a:cubicBezTo>
                  <a:cubicBezTo>
                    <a:pt x="2521" y="6115"/>
                    <a:pt x="2554" y="6118"/>
                    <a:pt x="2588" y="6118"/>
                  </a:cubicBezTo>
                  <a:cubicBezTo>
                    <a:pt x="2737" y="6118"/>
                    <a:pt x="2886" y="6068"/>
                    <a:pt x="3035" y="6018"/>
                  </a:cubicBezTo>
                  <a:cubicBezTo>
                    <a:pt x="3203" y="5898"/>
                    <a:pt x="3396" y="5839"/>
                    <a:pt x="3586" y="5839"/>
                  </a:cubicBezTo>
                  <a:cubicBezTo>
                    <a:pt x="3875" y="5839"/>
                    <a:pt x="4158" y="5974"/>
                    <a:pt x="4342" y="6231"/>
                  </a:cubicBezTo>
                  <a:cubicBezTo>
                    <a:pt x="4919" y="6991"/>
                    <a:pt x="5740" y="7477"/>
                    <a:pt x="6348" y="8176"/>
                  </a:cubicBezTo>
                  <a:cubicBezTo>
                    <a:pt x="6467" y="8208"/>
                    <a:pt x="6580" y="8225"/>
                    <a:pt x="6685" y="8225"/>
                  </a:cubicBezTo>
                  <a:cubicBezTo>
                    <a:pt x="6982" y="8225"/>
                    <a:pt x="7216" y="8088"/>
                    <a:pt x="7351" y="7751"/>
                  </a:cubicBezTo>
                  <a:cubicBezTo>
                    <a:pt x="7868" y="7143"/>
                    <a:pt x="8749" y="7234"/>
                    <a:pt x="9266" y="6657"/>
                  </a:cubicBezTo>
                  <a:cubicBezTo>
                    <a:pt x="9387" y="6566"/>
                    <a:pt x="9509" y="6444"/>
                    <a:pt x="9630" y="6322"/>
                  </a:cubicBezTo>
                  <a:cubicBezTo>
                    <a:pt x="9767" y="6136"/>
                    <a:pt x="9908" y="6073"/>
                    <a:pt x="10049" y="6073"/>
                  </a:cubicBezTo>
                  <a:cubicBezTo>
                    <a:pt x="10347" y="6073"/>
                    <a:pt x="10649" y="6353"/>
                    <a:pt x="10937" y="6353"/>
                  </a:cubicBezTo>
                  <a:cubicBezTo>
                    <a:pt x="11089" y="6353"/>
                    <a:pt x="11029" y="6961"/>
                    <a:pt x="10816" y="7265"/>
                  </a:cubicBezTo>
                  <a:cubicBezTo>
                    <a:pt x="10694" y="7386"/>
                    <a:pt x="10694" y="7569"/>
                    <a:pt x="10785" y="7690"/>
                  </a:cubicBezTo>
                  <a:cubicBezTo>
                    <a:pt x="10876" y="7698"/>
                    <a:pt x="10971" y="7709"/>
                    <a:pt x="11061" y="7709"/>
                  </a:cubicBezTo>
                  <a:cubicBezTo>
                    <a:pt x="11303" y="7709"/>
                    <a:pt x="11507" y="7633"/>
                    <a:pt x="11485" y="7234"/>
                  </a:cubicBezTo>
                  <a:cubicBezTo>
                    <a:pt x="11454" y="6809"/>
                    <a:pt x="11333" y="6505"/>
                    <a:pt x="12001" y="6444"/>
                  </a:cubicBezTo>
                  <a:cubicBezTo>
                    <a:pt x="12396" y="6414"/>
                    <a:pt x="12244" y="5897"/>
                    <a:pt x="12153" y="5654"/>
                  </a:cubicBezTo>
                  <a:cubicBezTo>
                    <a:pt x="12118" y="5575"/>
                    <a:pt x="12084" y="5547"/>
                    <a:pt x="12049" y="5547"/>
                  </a:cubicBezTo>
                  <a:cubicBezTo>
                    <a:pt x="11962" y="5547"/>
                    <a:pt x="11875" y="5723"/>
                    <a:pt x="11789" y="5745"/>
                  </a:cubicBezTo>
                  <a:cubicBezTo>
                    <a:pt x="11689" y="5782"/>
                    <a:pt x="11594" y="5810"/>
                    <a:pt x="11510" y="5810"/>
                  </a:cubicBezTo>
                  <a:cubicBezTo>
                    <a:pt x="11391" y="5810"/>
                    <a:pt x="11295" y="5754"/>
                    <a:pt x="11241" y="5593"/>
                  </a:cubicBezTo>
                  <a:cubicBezTo>
                    <a:pt x="11181" y="5380"/>
                    <a:pt x="11272" y="5137"/>
                    <a:pt x="11485" y="5015"/>
                  </a:cubicBezTo>
                  <a:cubicBezTo>
                    <a:pt x="11819" y="4894"/>
                    <a:pt x="12184" y="5015"/>
                    <a:pt x="12488" y="4772"/>
                  </a:cubicBezTo>
                  <a:cubicBezTo>
                    <a:pt x="12640" y="4377"/>
                    <a:pt x="12275" y="4255"/>
                    <a:pt x="12153" y="4012"/>
                  </a:cubicBezTo>
                  <a:cubicBezTo>
                    <a:pt x="11817" y="3625"/>
                    <a:pt x="12140" y="2600"/>
                    <a:pt x="11386" y="2600"/>
                  </a:cubicBezTo>
                  <a:cubicBezTo>
                    <a:pt x="11253" y="2600"/>
                    <a:pt x="11086" y="2632"/>
                    <a:pt x="10877" y="2705"/>
                  </a:cubicBezTo>
                  <a:cubicBezTo>
                    <a:pt x="10755" y="2629"/>
                    <a:pt x="10603" y="2591"/>
                    <a:pt x="10447" y="2591"/>
                  </a:cubicBezTo>
                  <a:cubicBezTo>
                    <a:pt x="10292" y="2591"/>
                    <a:pt x="10132" y="2629"/>
                    <a:pt x="9995" y="2705"/>
                  </a:cubicBezTo>
                  <a:cubicBezTo>
                    <a:pt x="9883" y="2771"/>
                    <a:pt x="9777" y="2802"/>
                    <a:pt x="9679" y="2802"/>
                  </a:cubicBezTo>
                  <a:cubicBezTo>
                    <a:pt x="9458" y="2802"/>
                    <a:pt x="9280" y="2645"/>
                    <a:pt x="9175" y="2371"/>
                  </a:cubicBezTo>
                  <a:cubicBezTo>
                    <a:pt x="9057" y="2107"/>
                    <a:pt x="9081" y="1701"/>
                    <a:pt x="8700" y="1701"/>
                  </a:cubicBezTo>
                  <a:cubicBezTo>
                    <a:pt x="8686" y="1701"/>
                    <a:pt x="8672" y="1701"/>
                    <a:pt x="8658" y="1702"/>
                  </a:cubicBezTo>
                  <a:cubicBezTo>
                    <a:pt x="8202" y="1763"/>
                    <a:pt x="8171" y="2189"/>
                    <a:pt x="8111" y="2523"/>
                  </a:cubicBezTo>
                  <a:cubicBezTo>
                    <a:pt x="7989" y="2857"/>
                    <a:pt x="7959" y="3222"/>
                    <a:pt x="8050" y="3587"/>
                  </a:cubicBezTo>
                  <a:cubicBezTo>
                    <a:pt x="8080" y="3587"/>
                    <a:pt x="8080" y="3617"/>
                    <a:pt x="8111" y="3648"/>
                  </a:cubicBezTo>
                  <a:cubicBezTo>
                    <a:pt x="8141" y="3708"/>
                    <a:pt x="8141" y="3739"/>
                    <a:pt x="8141" y="3739"/>
                  </a:cubicBezTo>
                  <a:cubicBezTo>
                    <a:pt x="8141" y="3739"/>
                    <a:pt x="8111" y="3739"/>
                    <a:pt x="8111" y="3708"/>
                  </a:cubicBezTo>
                  <a:cubicBezTo>
                    <a:pt x="7807" y="3496"/>
                    <a:pt x="7472" y="3283"/>
                    <a:pt x="7138" y="3100"/>
                  </a:cubicBezTo>
                  <a:cubicBezTo>
                    <a:pt x="6864" y="3040"/>
                    <a:pt x="6591" y="2948"/>
                    <a:pt x="6317" y="2827"/>
                  </a:cubicBezTo>
                  <a:cubicBezTo>
                    <a:pt x="5848" y="2856"/>
                    <a:pt x="5650" y="2936"/>
                    <a:pt x="5600" y="3044"/>
                  </a:cubicBezTo>
                  <a:lnTo>
                    <a:pt x="5600" y="3044"/>
                  </a:lnTo>
                  <a:cubicBezTo>
                    <a:pt x="5523" y="2881"/>
                    <a:pt x="5398" y="2761"/>
                    <a:pt x="5140" y="2761"/>
                  </a:cubicBezTo>
                  <a:cubicBezTo>
                    <a:pt x="5109" y="2761"/>
                    <a:pt x="5076" y="2762"/>
                    <a:pt x="5041" y="2766"/>
                  </a:cubicBezTo>
                  <a:cubicBezTo>
                    <a:pt x="5018" y="2789"/>
                    <a:pt x="4993" y="2810"/>
                    <a:pt x="4967" y="2830"/>
                  </a:cubicBezTo>
                  <a:lnTo>
                    <a:pt x="4967" y="2830"/>
                  </a:lnTo>
                  <a:cubicBezTo>
                    <a:pt x="5030" y="2739"/>
                    <a:pt x="5065" y="2616"/>
                    <a:pt x="5041" y="2492"/>
                  </a:cubicBezTo>
                  <a:cubicBezTo>
                    <a:pt x="5014" y="2449"/>
                    <a:pt x="4986" y="2435"/>
                    <a:pt x="4961" y="2435"/>
                  </a:cubicBezTo>
                  <a:cubicBezTo>
                    <a:pt x="4955" y="2435"/>
                    <a:pt x="4949" y="2436"/>
                    <a:pt x="4944" y="2437"/>
                  </a:cubicBezTo>
                  <a:lnTo>
                    <a:pt x="4944" y="2437"/>
                  </a:lnTo>
                  <a:cubicBezTo>
                    <a:pt x="4946" y="2436"/>
                    <a:pt x="4948" y="2434"/>
                    <a:pt x="4950" y="2432"/>
                  </a:cubicBezTo>
                  <a:cubicBezTo>
                    <a:pt x="4972" y="2409"/>
                    <a:pt x="4990" y="2400"/>
                    <a:pt x="5006" y="2400"/>
                  </a:cubicBezTo>
                  <a:cubicBezTo>
                    <a:pt x="5066" y="2400"/>
                    <a:pt x="5084" y="2532"/>
                    <a:pt x="5137" y="2532"/>
                  </a:cubicBezTo>
                  <a:cubicBezTo>
                    <a:pt x="5145" y="2532"/>
                    <a:pt x="5153" y="2529"/>
                    <a:pt x="5162" y="2523"/>
                  </a:cubicBezTo>
                  <a:cubicBezTo>
                    <a:pt x="5286" y="2554"/>
                    <a:pt x="5401" y="2571"/>
                    <a:pt x="5507" y="2571"/>
                  </a:cubicBezTo>
                  <a:cubicBezTo>
                    <a:pt x="5820" y="2571"/>
                    <a:pt x="6052" y="2422"/>
                    <a:pt x="6165" y="2037"/>
                  </a:cubicBezTo>
                  <a:cubicBezTo>
                    <a:pt x="6196" y="1581"/>
                    <a:pt x="5892" y="1155"/>
                    <a:pt x="5983" y="699"/>
                  </a:cubicBezTo>
                  <a:cubicBezTo>
                    <a:pt x="6074" y="486"/>
                    <a:pt x="6257" y="304"/>
                    <a:pt x="61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8"/>
            <p:cNvSpPr/>
            <p:nvPr/>
          </p:nvSpPr>
          <p:spPr>
            <a:xfrm>
              <a:off x="1923157" y="2359409"/>
              <a:ext cx="306534" cy="348511"/>
            </a:xfrm>
            <a:custGeom>
              <a:rect b="b" l="l" r="r" t="t"/>
              <a:pathLst>
                <a:path extrusionOk="0" h="8261" w="7266">
                  <a:moveTo>
                    <a:pt x="5289" y="0"/>
                  </a:moveTo>
                  <a:cubicBezTo>
                    <a:pt x="5229" y="0"/>
                    <a:pt x="5168" y="8"/>
                    <a:pt x="5107" y="23"/>
                  </a:cubicBezTo>
                  <a:cubicBezTo>
                    <a:pt x="4651" y="175"/>
                    <a:pt x="4195" y="266"/>
                    <a:pt x="3709" y="327"/>
                  </a:cubicBezTo>
                  <a:cubicBezTo>
                    <a:pt x="3654" y="354"/>
                    <a:pt x="3587" y="370"/>
                    <a:pt x="3519" y="370"/>
                  </a:cubicBezTo>
                  <a:cubicBezTo>
                    <a:pt x="3436" y="370"/>
                    <a:pt x="3350" y="347"/>
                    <a:pt x="3283" y="297"/>
                  </a:cubicBezTo>
                  <a:cubicBezTo>
                    <a:pt x="3159" y="219"/>
                    <a:pt x="3034" y="141"/>
                    <a:pt x="2930" y="141"/>
                  </a:cubicBezTo>
                  <a:cubicBezTo>
                    <a:pt x="2831" y="141"/>
                    <a:pt x="2750" y="211"/>
                    <a:pt x="2706" y="418"/>
                  </a:cubicBezTo>
                  <a:cubicBezTo>
                    <a:pt x="2645" y="783"/>
                    <a:pt x="2736" y="1178"/>
                    <a:pt x="2463" y="1482"/>
                  </a:cubicBezTo>
                  <a:cubicBezTo>
                    <a:pt x="2706" y="631"/>
                    <a:pt x="2706" y="631"/>
                    <a:pt x="2280" y="145"/>
                  </a:cubicBezTo>
                  <a:cubicBezTo>
                    <a:pt x="1976" y="327"/>
                    <a:pt x="1581" y="327"/>
                    <a:pt x="1277" y="479"/>
                  </a:cubicBezTo>
                  <a:cubicBezTo>
                    <a:pt x="1125" y="540"/>
                    <a:pt x="1612" y="965"/>
                    <a:pt x="1399" y="1300"/>
                  </a:cubicBezTo>
                  <a:cubicBezTo>
                    <a:pt x="1156" y="1634"/>
                    <a:pt x="669" y="1999"/>
                    <a:pt x="1247" y="2516"/>
                  </a:cubicBezTo>
                  <a:cubicBezTo>
                    <a:pt x="1368" y="2607"/>
                    <a:pt x="973" y="2637"/>
                    <a:pt x="760" y="2637"/>
                  </a:cubicBezTo>
                  <a:cubicBezTo>
                    <a:pt x="305" y="2668"/>
                    <a:pt x="639" y="2941"/>
                    <a:pt x="639" y="3124"/>
                  </a:cubicBezTo>
                  <a:cubicBezTo>
                    <a:pt x="1" y="3853"/>
                    <a:pt x="122" y="4522"/>
                    <a:pt x="730" y="5251"/>
                  </a:cubicBezTo>
                  <a:cubicBezTo>
                    <a:pt x="1429" y="6072"/>
                    <a:pt x="1915" y="7075"/>
                    <a:pt x="2554" y="7987"/>
                  </a:cubicBezTo>
                  <a:lnTo>
                    <a:pt x="2827" y="7987"/>
                  </a:lnTo>
                  <a:cubicBezTo>
                    <a:pt x="2919" y="8078"/>
                    <a:pt x="3010" y="8139"/>
                    <a:pt x="3101" y="8260"/>
                  </a:cubicBezTo>
                  <a:lnTo>
                    <a:pt x="3374" y="8260"/>
                  </a:lnTo>
                  <a:cubicBezTo>
                    <a:pt x="3526" y="7987"/>
                    <a:pt x="3587" y="7622"/>
                    <a:pt x="3922" y="7440"/>
                  </a:cubicBezTo>
                  <a:cubicBezTo>
                    <a:pt x="3998" y="7516"/>
                    <a:pt x="4096" y="7554"/>
                    <a:pt x="4195" y="7554"/>
                  </a:cubicBezTo>
                  <a:cubicBezTo>
                    <a:pt x="4294" y="7554"/>
                    <a:pt x="4393" y="7516"/>
                    <a:pt x="4469" y="7440"/>
                  </a:cubicBezTo>
                  <a:cubicBezTo>
                    <a:pt x="4742" y="7136"/>
                    <a:pt x="4469" y="6953"/>
                    <a:pt x="4317" y="6771"/>
                  </a:cubicBezTo>
                  <a:cubicBezTo>
                    <a:pt x="4286" y="6771"/>
                    <a:pt x="3739" y="5890"/>
                    <a:pt x="3739" y="5890"/>
                  </a:cubicBezTo>
                  <a:cubicBezTo>
                    <a:pt x="3314" y="5190"/>
                    <a:pt x="3770" y="4643"/>
                    <a:pt x="4256" y="4370"/>
                  </a:cubicBezTo>
                  <a:cubicBezTo>
                    <a:pt x="4678" y="4147"/>
                    <a:pt x="4897" y="3498"/>
                    <a:pt x="5409" y="3498"/>
                  </a:cubicBezTo>
                  <a:cubicBezTo>
                    <a:pt x="5525" y="3498"/>
                    <a:pt x="5655" y="3532"/>
                    <a:pt x="5806" y="3610"/>
                  </a:cubicBezTo>
                  <a:cubicBezTo>
                    <a:pt x="5924" y="3208"/>
                    <a:pt x="6089" y="3086"/>
                    <a:pt x="6272" y="3086"/>
                  </a:cubicBezTo>
                  <a:cubicBezTo>
                    <a:pt x="6552" y="3086"/>
                    <a:pt x="6875" y="3368"/>
                    <a:pt x="7149" y="3368"/>
                  </a:cubicBezTo>
                  <a:cubicBezTo>
                    <a:pt x="7157" y="3368"/>
                    <a:pt x="7166" y="3367"/>
                    <a:pt x="7174" y="3367"/>
                  </a:cubicBezTo>
                  <a:cubicBezTo>
                    <a:pt x="7235" y="3276"/>
                    <a:pt x="7265" y="3154"/>
                    <a:pt x="7235" y="3032"/>
                  </a:cubicBezTo>
                  <a:cubicBezTo>
                    <a:pt x="7083" y="2607"/>
                    <a:pt x="6596" y="2485"/>
                    <a:pt x="6323" y="2151"/>
                  </a:cubicBezTo>
                  <a:cubicBezTo>
                    <a:pt x="6444" y="2120"/>
                    <a:pt x="6536" y="2090"/>
                    <a:pt x="6627" y="2029"/>
                  </a:cubicBezTo>
                  <a:cubicBezTo>
                    <a:pt x="6992" y="1786"/>
                    <a:pt x="7235" y="1452"/>
                    <a:pt x="6748" y="1117"/>
                  </a:cubicBezTo>
                  <a:cubicBezTo>
                    <a:pt x="6292" y="783"/>
                    <a:pt x="6019" y="236"/>
                    <a:pt x="5472" y="23"/>
                  </a:cubicBezTo>
                  <a:cubicBezTo>
                    <a:pt x="5411" y="8"/>
                    <a:pt x="5350" y="0"/>
                    <a:pt x="52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8"/>
            <p:cNvSpPr/>
            <p:nvPr/>
          </p:nvSpPr>
          <p:spPr>
            <a:xfrm>
              <a:off x="1815451" y="2490698"/>
              <a:ext cx="218025" cy="355725"/>
            </a:xfrm>
            <a:custGeom>
              <a:rect b="b" l="l" r="r" t="t"/>
              <a:pathLst>
                <a:path extrusionOk="0" h="8432" w="5168">
                  <a:moveTo>
                    <a:pt x="3145" y="1"/>
                  </a:moveTo>
                  <a:cubicBezTo>
                    <a:pt x="2841" y="1"/>
                    <a:pt x="2864" y="570"/>
                    <a:pt x="2577" y="570"/>
                  </a:cubicBezTo>
                  <a:cubicBezTo>
                    <a:pt x="2522" y="570"/>
                    <a:pt x="2454" y="549"/>
                    <a:pt x="2371" y="498"/>
                  </a:cubicBezTo>
                  <a:cubicBezTo>
                    <a:pt x="2326" y="468"/>
                    <a:pt x="2280" y="455"/>
                    <a:pt x="2236" y="455"/>
                  </a:cubicBezTo>
                  <a:cubicBezTo>
                    <a:pt x="2101" y="455"/>
                    <a:pt x="1991" y="581"/>
                    <a:pt x="2037" y="741"/>
                  </a:cubicBezTo>
                  <a:cubicBezTo>
                    <a:pt x="2462" y="1410"/>
                    <a:pt x="1763" y="1531"/>
                    <a:pt x="1459" y="1805"/>
                  </a:cubicBezTo>
                  <a:cubicBezTo>
                    <a:pt x="1155" y="2078"/>
                    <a:pt x="791" y="2261"/>
                    <a:pt x="791" y="2717"/>
                  </a:cubicBezTo>
                  <a:cubicBezTo>
                    <a:pt x="821" y="2930"/>
                    <a:pt x="730" y="3142"/>
                    <a:pt x="547" y="3264"/>
                  </a:cubicBezTo>
                  <a:cubicBezTo>
                    <a:pt x="517" y="3264"/>
                    <a:pt x="487" y="3294"/>
                    <a:pt x="487" y="3355"/>
                  </a:cubicBezTo>
                  <a:cubicBezTo>
                    <a:pt x="456" y="3416"/>
                    <a:pt x="487" y="3507"/>
                    <a:pt x="547" y="3537"/>
                  </a:cubicBezTo>
                  <a:lnTo>
                    <a:pt x="547" y="3811"/>
                  </a:lnTo>
                  <a:cubicBezTo>
                    <a:pt x="1247" y="4662"/>
                    <a:pt x="2158" y="5513"/>
                    <a:pt x="669" y="6516"/>
                  </a:cubicBezTo>
                  <a:cubicBezTo>
                    <a:pt x="517" y="6638"/>
                    <a:pt x="547" y="7033"/>
                    <a:pt x="395" y="7246"/>
                  </a:cubicBezTo>
                  <a:cubicBezTo>
                    <a:pt x="213" y="7580"/>
                    <a:pt x="0" y="7914"/>
                    <a:pt x="183" y="8310"/>
                  </a:cubicBezTo>
                  <a:cubicBezTo>
                    <a:pt x="243" y="8391"/>
                    <a:pt x="318" y="8431"/>
                    <a:pt x="397" y="8431"/>
                  </a:cubicBezTo>
                  <a:cubicBezTo>
                    <a:pt x="436" y="8431"/>
                    <a:pt x="477" y="8421"/>
                    <a:pt x="517" y="8401"/>
                  </a:cubicBezTo>
                  <a:cubicBezTo>
                    <a:pt x="547" y="8401"/>
                    <a:pt x="581" y="8402"/>
                    <a:pt x="616" y="8402"/>
                  </a:cubicBezTo>
                  <a:cubicBezTo>
                    <a:pt x="757" y="8402"/>
                    <a:pt x="912" y="8382"/>
                    <a:pt x="912" y="8188"/>
                  </a:cubicBezTo>
                  <a:cubicBezTo>
                    <a:pt x="882" y="7914"/>
                    <a:pt x="1064" y="7671"/>
                    <a:pt x="1338" y="7610"/>
                  </a:cubicBezTo>
                  <a:cubicBezTo>
                    <a:pt x="1467" y="7422"/>
                    <a:pt x="1602" y="7361"/>
                    <a:pt x="1740" y="7361"/>
                  </a:cubicBezTo>
                  <a:cubicBezTo>
                    <a:pt x="1959" y="7361"/>
                    <a:pt x="2190" y="7512"/>
                    <a:pt x="2432" y="7550"/>
                  </a:cubicBezTo>
                  <a:cubicBezTo>
                    <a:pt x="2489" y="7558"/>
                    <a:pt x="2545" y="7562"/>
                    <a:pt x="2600" y="7562"/>
                  </a:cubicBezTo>
                  <a:cubicBezTo>
                    <a:pt x="3372" y="7562"/>
                    <a:pt x="3964" y="6796"/>
                    <a:pt x="3709" y="6030"/>
                  </a:cubicBezTo>
                  <a:cubicBezTo>
                    <a:pt x="3695" y="5977"/>
                    <a:pt x="3671" y="5964"/>
                    <a:pt x="3642" y="5964"/>
                  </a:cubicBezTo>
                  <a:cubicBezTo>
                    <a:pt x="3615" y="5964"/>
                    <a:pt x="3585" y="5976"/>
                    <a:pt x="3557" y="5976"/>
                  </a:cubicBezTo>
                  <a:cubicBezTo>
                    <a:pt x="3546" y="5976"/>
                    <a:pt x="3536" y="5974"/>
                    <a:pt x="3526" y="5969"/>
                  </a:cubicBezTo>
                  <a:cubicBezTo>
                    <a:pt x="3040" y="5847"/>
                    <a:pt x="3040" y="5817"/>
                    <a:pt x="3283" y="5544"/>
                  </a:cubicBezTo>
                  <a:cubicBezTo>
                    <a:pt x="3465" y="5361"/>
                    <a:pt x="3648" y="5209"/>
                    <a:pt x="3830" y="5027"/>
                  </a:cubicBezTo>
                  <a:cubicBezTo>
                    <a:pt x="3465" y="4540"/>
                    <a:pt x="2858" y="4753"/>
                    <a:pt x="2128" y="4358"/>
                  </a:cubicBezTo>
                  <a:lnTo>
                    <a:pt x="4013" y="4358"/>
                  </a:lnTo>
                  <a:cubicBezTo>
                    <a:pt x="4195" y="4540"/>
                    <a:pt x="4377" y="4723"/>
                    <a:pt x="4590" y="4936"/>
                  </a:cubicBezTo>
                  <a:cubicBezTo>
                    <a:pt x="4681" y="5027"/>
                    <a:pt x="4765" y="5080"/>
                    <a:pt x="4848" y="5080"/>
                  </a:cubicBezTo>
                  <a:cubicBezTo>
                    <a:pt x="4932" y="5080"/>
                    <a:pt x="5016" y="5027"/>
                    <a:pt x="5107" y="4905"/>
                  </a:cubicBezTo>
                  <a:cubicBezTo>
                    <a:pt x="5168" y="4297"/>
                    <a:pt x="5046" y="3750"/>
                    <a:pt x="4499" y="3385"/>
                  </a:cubicBezTo>
                  <a:cubicBezTo>
                    <a:pt x="4347" y="3294"/>
                    <a:pt x="4134" y="3112"/>
                    <a:pt x="4134" y="3021"/>
                  </a:cubicBezTo>
                  <a:cubicBezTo>
                    <a:pt x="4256" y="2565"/>
                    <a:pt x="4256" y="2322"/>
                    <a:pt x="3648" y="2261"/>
                  </a:cubicBezTo>
                  <a:cubicBezTo>
                    <a:pt x="3435" y="2261"/>
                    <a:pt x="3830" y="1471"/>
                    <a:pt x="3131" y="1440"/>
                  </a:cubicBezTo>
                  <a:cubicBezTo>
                    <a:pt x="2858" y="1440"/>
                    <a:pt x="2949" y="1106"/>
                    <a:pt x="2979" y="893"/>
                  </a:cubicBezTo>
                  <a:cubicBezTo>
                    <a:pt x="3040" y="589"/>
                    <a:pt x="3101" y="285"/>
                    <a:pt x="3222" y="12"/>
                  </a:cubicBezTo>
                  <a:cubicBezTo>
                    <a:pt x="3194" y="4"/>
                    <a:pt x="3169" y="1"/>
                    <a:pt x="31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8"/>
            <p:cNvSpPr/>
            <p:nvPr/>
          </p:nvSpPr>
          <p:spPr>
            <a:xfrm>
              <a:off x="2062926" y="3118246"/>
              <a:ext cx="225745" cy="183389"/>
            </a:xfrm>
            <a:custGeom>
              <a:rect b="b" l="l" r="r" t="t"/>
              <a:pathLst>
                <a:path extrusionOk="0" h="4347" w="5351">
                  <a:moveTo>
                    <a:pt x="335" y="0"/>
                  </a:moveTo>
                  <a:lnTo>
                    <a:pt x="61" y="274"/>
                  </a:lnTo>
                  <a:cubicBezTo>
                    <a:pt x="1" y="517"/>
                    <a:pt x="609" y="456"/>
                    <a:pt x="335" y="821"/>
                  </a:cubicBezTo>
                  <a:cubicBezTo>
                    <a:pt x="153" y="1125"/>
                    <a:pt x="396" y="1246"/>
                    <a:pt x="578" y="1368"/>
                  </a:cubicBezTo>
                  <a:cubicBezTo>
                    <a:pt x="1247" y="1641"/>
                    <a:pt x="1824" y="2067"/>
                    <a:pt x="2280" y="2644"/>
                  </a:cubicBezTo>
                  <a:cubicBezTo>
                    <a:pt x="1764" y="2796"/>
                    <a:pt x="1156" y="2584"/>
                    <a:pt x="791" y="3161"/>
                  </a:cubicBezTo>
                  <a:cubicBezTo>
                    <a:pt x="1156" y="3465"/>
                    <a:pt x="1368" y="3891"/>
                    <a:pt x="1399" y="4347"/>
                  </a:cubicBezTo>
                  <a:cubicBezTo>
                    <a:pt x="1612" y="4347"/>
                    <a:pt x="1824" y="4255"/>
                    <a:pt x="1946" y="4073"/>
                  </a:cubicBezTo>
                  <a:cubicBezTo>
                    <a:pt x="2135" y="3674"/>
                    <a:pt x="2310" y="3304"/>
                    <a:pt x="2650" y="3304"/>
                  </a:cubicBezTo>
                  <a:cubicBezTo>
                    <a:pt x="2802" y="3304"/>
                    <a:pt x="2988" y="3378"/>
                    <a:pt x="3223" y="3556"/>
                  </a:cubicBezTo>
                  <a:cubicBezTo>
                    <a:pt x="3506" y="3776"/>
                    <a:pt x="3805" y="3834"/>
                    <a:pt x="4103" y="3834"/>
                  </a:cubicBezTo>
                  <a:cubicBezTo>
                    <a:pt x="4382" y="3834"/>
                    <a:pt x="4661" y="3784"/>
                    <a:pt x="4925" y="3769"/>
                  </a:cubicBezTo>
                  <a:cubicBezTo>
                    <a:pt x="5077" y="3374"/>
                    <a:pt x="4347" y="3100"/>
                    <a:pt x="5016" y="2796"/>
                  </a:cubicBezTo>
                  <a:cubicBezTo>
                    <a:pt x="5350" y="2614"/>
                    <a:pt x="5229" y="2188"/>
                    <a:pt x="4925" y="1915"/>
                  </a:cubicBezTo>
                  <a:cubicBezTo>
                    <a:pt x="4633" y="2074"/>
                    <a:pt x="4318" y="2164"/>
                    <a:pt x="3980" y="2164"/>
                  </a:cubicBezTo>
                  <a:cubicBezTo>
                    <a:pt x="3930" y="2164"/>
                    <a:pt x="3881" y="2162"/>
                    <a:pt x="3831" y="2158"/>
                  </a:cubicBezTo>
                  <a:cubicBezTo>
                    <a:pt x="3040" y="2037"/>
                    <a:pt x="2372" y="1733"/>
                    <a:pt x="2128" y="881"/>
                  </a:cubicBezTo>
                  <a:cubicBezTo>
                    <a:pt x="2098" y="699"/>
                    <a:pt x="2068" y="517"/>
                    <a:pt x="2007" y="365"/>
                  </a:cubicBezTo>
                  <a:cubicBezTo>
                    <a:pt x="1877" y="251"/>
                    <a:pt x="1729" y="218"/>
                    <a:pt x="1574" y="218"/>
                  </a:cubicBezTo>
                  <a:cubicBezTo>
                    <a:pt x="1355" y="218"/>
                    <a:pt x="1120" y="284"/>
                    <a:pt x="899" y="284"/>
                  </a:cubicBezTo>
                  <a:cubicBezTo>
                    <a:pt x="692" y="284"/>
                    <a:pt x="496" y="226"/>
                    <a:pt x="3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8"/>
            <p:cNvSpPr/>
            <p:nvPr/>
          </p:nvSpPr>
          <p:spPr>
            <a:xfrm>
              <a:off x="1809038" y="2866889"/>
              <a:ext cx="87244" cy="98592"/>
            </a:xfrm>
            <a:custGeom>
              <a:rect b="b" l="l" r="r" t="t"/>
              <a:pathLst>
                <a:path extrusionOk="0" h="2337" w="2068">
                  <a:moveTo>
                    <a:pt x="517" y="0"/>
                  </a:moveTo>
                  <a:cubicBezTo>
                    <a:pt x="365" y="31"/>
                    <a:pt x="213" y="92"/>
                    <a:pt x="92" y="213"/>
                  </a:cubicBezTo>
                  <a:cubicBezTo>
                    <a:pt x="31" y="274"/>
                    <a:pt x="0" y="365"/>
                    <a:pt x="0" y="487"/>
                  </a:cubicBezTo>
                  <a:cubicBezTo>
                    <a:pt x="31" y="548"/>
                    <a:pt x="31" y="578"/>
                    <a:pt x="31" y="639"/>
                  </a:cubicBezTo>
                  <a:cubicBezTo>
                    <a:pt x="61" y="791"/>
                    <a:pt x="122" y="912"/>
                    <a:pt x="183" y="1064"/>
                  </a:cubicBezTo>
                  <a:cubicBezTo>
                    <a:pt x="243" y="1155"/>
                    <a:pt x="274" y="1247"/>
                    <a:pt x="335" y="1338"/>
                  </a:cubicBezTo>
                  <a:cubicBezTo>
                    <a:pt x="395" y="1429"/>
                    <a:pt x="426" y="1551"/>
                    <a:pt x="487" y="1642"/>
                  </a:cubicBezTo>
                  <a:cubicBezTo>
                    <a:pt x="547" y="1733"/>
                    <a:pt x="608" y="1824"/>
                    <a:pt x="669" y="1915"/>
                  </a:cubicBezTo>
                  <a:cubicBezTo>
                    <a:pt x="885" y="2088"/>
                    <a:pt x="1100" y="2337"/>
                    <a:pt x="1370" y="2337"/>
                  </a:cubicBezTo>
                  <a:cubicBezTo>
                    <a:pt x="1481" y="2337"/>
                    <a:pt x="1600" y="2295"/>
                    <a:pt x="1733" y="2189"/>
                  </a:cubicBezTo>
                  <a:cubicBezTo>
                    <a:pt x="2067" y="1642"/>
                    <a:pt x="487" y="1429"/>
                    <a:pt x="1490" y="730"/>
                  </a:cubicBezTo>
                  <a:cubicBezTo>
                    <a:pt x="1581" y="669"/>
                    <a:pt x="1338" y="578"/>
                    <a:pt x="1247" y="517"/>
                  </a:cubicBezTo>
                  <a:cubicBezTo>
                    <a:pt x="1034" y="365"/>
                    <a:pt x="851" y="183"/>
                    <a:pt x="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8"/>
            <p:cNvSpPr/>
            <p:nvPr/>
          </p:nvSpPr>
          <p:spPr>
            <a:xfrm>
              <a:off x="1962898" y="2909457"/>
              <a:ext cx="53916" cy="60075"/>
            </a:xfrm>
            <a:custGeom>
              <a:rect b="b" l="l" r="r" t="t"/>
              <a:pathLst>
                <a:path extrusionOk="0" h="1424" w="1278">
                  <a:moveTo>
                    <a:pt x="751" y="0"/>
                  </a:moveTo>
                  <a:cubicBezTo>
                    <a:pt x="584" y="0"/>
                    <a:pt x="409" y="213"/>
                    <a:pt x="244" y="359"/>
                  </a:cubicBezTo>
                  <a:cubicBezTo>
                    <a:pt x="153" y="724"/>
                    <a:pt x="92" y="1089"/>
                    <a:pt x="1" y="1423"/>
                  </a:cubicBezTo>
                  <a:cubicBezTo>
                    <a:pt x="1186" y="1302"/>
                    <a:pt x="1277" y="1210"/>
                    <a:pt x="1065" y="359"/>
                  </a:cubicBezTo>
                  <a:cubicBezTo>
                    <a:pt x="968" y="93"/>
                    <a:pt x="862" y="0"/>
                    <a:pt x="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8"/>
            <p:cNvSpPr/>
            <p:nvPr/>
          </p:nvSpPr>
          <p:spPr>
            <a:xfrm>
              <a:off x="1971884" y="3027162"/>
              <a:ext cx="71845" cy="46786"/>
            </a:xfrm>
            <a:custGeom>
              <a:rect b="b" l="l" r="r" t="t"/>
              <a:pathLst>
                <a:path extrusionOk="0" h="1109" w="1703">
                  <a:moveTo>
                    <a:pt x="882" y="1"/>
                  </a:moveTo>
                  <a:cubicBezTo>
                    <a:pt x="669" y="31"/>
                    <a:pt x="457" y="122"/>
                    <a:pt x="335" y="274"/>
                  </a:cubicBezTo>
                  <a:cubicBezTo>
                    <a:pt x="1" y="487"/>
                    <a:pt x="61" y="791"/>
                    <a:pt x="61" y="1095"/>
                  </a:cubicBezTo>
                  <a:cubicBezTo>
                    <a:pt x="124" y="1104"/>
                    <a:pt x="188" y="1108"/>
                    <a:pt x="251" y="1108"/>
                  </a:cubicBezTo>
                  <a:cubicBezTo>
                    <a:pt x="618" y="1108"/>
                    <a:pt x="988" y="964"/>
                    <a:pt x="1247" y="730"/>
                  </a:cubicBezTo>
                  <a:cubicBezTo>
                    <a:pt x="1703" y="305"/>
                    <a:pt x="1216" y="244"/>
                    <a:pt x="1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8"/>
            <p:cNvSpPr/>
            <p:nvPr/>
          </p:nvSpPr>
          <p:spPr>
            <a:xfrm>
              <a:off x="2041115" y="3152840"/>
              <a:ext cx="47503" cy="32611"/>
            </a:xfrm>
            <a:custGeom>
              <a:rect b="b" l="l" r="r" t="t"/>
              <a:pathLst>
                <a:path extrusionOk="0" h="773" w="1126">
                  <a:moveTo>
                    <a:pt x="1" y="1"/>
                  </a:moveTo>
                  <a:cubicBezTo>
                    <a:pt x="59" y="538"/>
                    <a:pt x="238" y="773"/>
                    <a:pt x="523" y="773"/>
                  </a:cubicBezTo>
                  <a:cubicBezTo>
                    <a:pt x="689" y="773"/>
                    <a:pt x="891" y="693"/>
                    <a:pt x="1126" y="548"/>
                  </a:cubicBezTo>
                  <a:lnTo>
                    <a:pt x="85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8"/>
            <p:cNvSpPr/>
            <p:nvPr/>
          </p:nvSpPr>
          <p:spPr>
            <a:xfrm>
              <a:off x="2089842" y="3319525"/>
              <a:ext cx="41091" cy="26325"/>
            </a:xfrm>
            <a:custGeom>
              <a:rect b="b" l="l" r="r" t="t"/>
              <a:pathLst>
                <a:path extrusionOk="0" h="624" w="974">
                  <a:moveTo>
                    <a:pt x="224" y="0"/>
                  </a:moveTo>
                  <a:cubicBezTo>
                    <a:pt x="105" y="0"/>
                    <a:pt x="14" y="76"/>
                    <a:pt x="1" y="366"/>
                  </a:cubicBezTo>
                  <a:cubicBezTo>
                    <a:pt x="169" y="438"/>
                    <a:pt x="318" y="624"/>
                    <a:pt x="508" y="624"/>
                  </a:cubicBezTo>
                  <a:cubicBezTo>
                    <a:pt x="559" y="624"/>
                    <a:pt x="612" y="611"/>
                    <a:pt x="670" y="579"/>
                  </a:cubicBezTo>
                  <a:cubicBezTo>
                    <a:pt x="882" y="457"/>
                    <a:pt x="974" y="305"/>
                    <a:pt x="761" y="62"/>
                  </a:cubicBezTo>
                  <a:lnTo>
                    <a:pt x="761" y="62"/>
                  </a:lnTo>
                  <a:cubicBezTo>
                    <a:pt x="728" y="82"/>
                    <a:pt x="692" y="90"/>
                    <a:pt x="652" y="90"/>
                  </a:cubicBezTo>
                  <a:cubicBezTo>
                    <a:pt x="519" y="90"/>
                    <a:pt x="354" y="0"/>
                    <a:pt x="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8"/>
            <p:cNvSpPr/>
            <p:nvPr/>
          </p:nvSpPr>
          <p:spPr>
            <a:xfrm>
              <a:off x="1976103" y="3015560"/>
              <a:ext cx="32611" cy="27084"/>
            </a:xfrm>
            <a:custGeom>
              <a:rect b="b" l="l" r="r" t="t"/>
              <a:pathLst>
                <a:path extrusionOk="0" h="642" w="773">
                  <a:moveTo>
                    <a:pt x="443" y="1"/>
                  </a:moveTo>
                  <a:cubicBezTo>
                    <a:pt x="160" y="1"/>
                    <a:pt x="0" y="345"/>
                    <a:pt x="205" y="549"/>
                  </a:cubicBezTo>
                  <a:cubicBezTo>
                    <a:pt x="268" y="613"/>
                    <a:pt x="346" y="642"/>
                    <a:pt x="423" y="642"/>
                  </a:cubicBezTo>
                  <a:cubicBezTo>
                    <a:pt x="601" y="642"/>
                    <a:pt x="773" y="489"/>
                    <a:pt x="752" y="276"/>
                  </a:cubicBezTo>
                  <a:cubicBezTo>
                    <a:pt x="660" y="215"/>
                    <a:pt x="660" y="2"/>
                    <a:pt x="478" y="2"/>
                  </a:cubicBezTo>
                  <a:cubicBezTo>
                    <a:pt x="466" y="1"/>
                    <a:pt x="454" y="1"/>
                    <a:pt x="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8"/>
            <p:cNvSpPr/>
            <p:nvPr/>
          </p:nvSpPr>
          <p:spPr>
            <a:xfrm>
              <a:off x="1996269" y="3004085"/>
              <a:ext cx="12867" cy="23119"/>
            </a:xfrm>
            <a:custGeom>
              <a:rect b="b" l="l" r="r" t="t"/>
              <a:pathLst>
                <a:path extrusionOk="0" h="548" w="305">
                  <a:moveTo>
                    <a:pt x="0" y="1"/>
                  </a:moveTo>
                  <a:lnTo>
                    <a:pt x="0" y="274"/>
                  </a:lnTo>
                  <a:lnTo>
                    <a:pt x="274" y="548"/>
                  </a:lnTo>
                  <a:cubicBezTo>
                    <a:pt x="304" y="335"/>
                    <a:pt x="182" y="12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8"/>
            <p:cNvSpPr/>
            <p:nvPr/>
          </p:nvSpPr>
          <p:spPr>
            <a:xfrm>
              <a:off x="1820556" y="2843812"/>
              <a:ext cx="16748" cy="24384"/>
            </a:xfrm>
            <a:custGeom>
              <a:rect b="b" l="l" r="r" t="t"/>
              <a:pathLst>
                <a:path extrusionOk="0" h="578" w="397">
                  <a:moveTo>
                    <a:pt x="122" y="0"/>
                  </a:moveTo>
                  <a:lnTo>
                    <a:pt x="1" y="152"/>
                  </a:lnTo>
                  <a:cubicBezTo>
                    <a:pt x="1" y="395"/>
                    <a:pt x="62" y="578"/>
                    <a:pt x="335" y="578"/>
                  </a:cubicBezTo>
                  <a:lnTo>
                    <a:pt x="396" y="547"/>
                  </a:lnTo>
                  <a:cubicBezTo>
                    <a:pt x="366" y="365"/>
                    <a:pt x="366" y="183"/>
                    <a:pt x="3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8"/>
            <p:cNvSpPr/>
            <p:nvPr/>
          </p:nvSpPr>
          <p:spPr>
            <a:xfrm>
              <a:off x="1951381" y="3204942"/>
              <a:ext cx="11559" cy="4388"/>
            </a:xfrm>
            <a:custGeom>
              <a:rect b="b" l="l" r="r" t="t"/>
              <a:pathLst>
                <a:path extrusionOk="0" h="104" w="274">
                  <a:moveTo>
                    <a:pt x="141" y="0"/>
                  </a:moveTo>
                  <a:cubicBezTo>
                    <a:pt x="102" y="0"/>
                    <a:pt x="58" y="31"/>
                    <a:pt x="0" y="103"/>
                  </a:cubicBezTo>
                  <a:lnTo>
                    <a:pt x="274" y="103"/>
                  </a:lnTo>
                  <a:cubicBezTo>
                    <a:pt x="226" y="39"/>
                    <a:pt x="186" y="0"/>
                    <a:pt x="1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8"/>
            <p:cNvSpPr/>
            <p:nvPr/>
          </p:nvSpPr>
          <p:spPr>
            <a:xfrm>
              <a:off x="2042423" y="2696323"/>
              <a:ext cx="11559" cy="11602"/>
            </a:xfrm>
            <a:custGeom>
              <a:rect b="b" l="l" r="r" t="t"/>
              <a:pathLst>
                <a:path extrusionOk="0" h="275" w="274">
                  <a:moveTo>
                    <a:pt x="0" y="1"/>
                  </a:moveTo>
                  <a:lnTo>
                    <a:pt x="274" y="27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8"/>
            <p:cNvSpPr/>
            <p:nvPr/>
          </p:nvSpPr>
          <p:spPr>
            <a:xfrm>
              <a:off x="1870591" y="2810484"/>
              <a:ext cx="5147" cy="5147"/>
            </a:xfrm>
            <a:custGeom>
              <a:rect b="b" l="l" r="r" t="t"/>
              <a:pathLst>
                <a:path extrusionOk="0" h="122" w="122">
                  <a:moveTo>
                    <a:pt x="0" y="0"/>
                  </a:moveTo>
                  <a:lnTo>
                    <a:pt x="61" y="122"/>
                  </a:lnTo>
                  <a:lnTo>
                    <a:pt x="122" y="61"/>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8"/>
            <p:cNvSpPr/>
            <p:nvPr/>
          </p:nvSpPr>
          <p:spPr>
            <a:xfrm>
              <a:off x="2464304" y="2990669"/>
              <a:ext cx="332184" cy="280631"/>
            </a:xfrm>
            <a:custGeom>
              <a:rect b="b" l="l" r="r" t="t"/>
              <a:pathLst>
                <a:path extrusionOk="0" h="6652" w="7874">
                  <a:moveTo>
                    <a:pt x="2292" y="1"/>
                  </a:moveTo>
                  <a:cubicBezTo>
                    <a:pt x="2131" y="1"/>
                    <a:pt x="1955" y="28"/>
                    <a:pt x="1763" y="76"/>
                  </a:cubicBezTo>
                  <a:cubicBezTo>
                    <a:pt x="1034" y="288"/>
                    <a:pt x="396" y="744"/>
                    <a:pt x="1" y="1413"/>
                  </a:cubicBezTo>
                  <a:lnTo>
                    <a:pt x="548" y="1960"/>
                  </a:lnTo>
                  <a:cubicBezTo>
                    <a:pt x="1064" y="2295"/>
                    <a:pt x="304" y="2811"/>
                    <a:pt x="669" y="3146"/>
                  </a:cubicBezTo>
                  <a:cubicBezTo>
                    <a:pt x="1277" y="3693"/>
                    <a:pt x="821" y="3784"/>
                    <a:pt x="396" y="4057"/>
                  </a:cubicBezTo>
                  <a:cubicBezTo>
                    <a:pt x="1" y="4331"/>
                    <a:pt x="365" y="4331"/>
                    <a:pt x="548" y="4392"/>
                  </a:cubicBezTo>
                  <a:cubicBezTo>
                    <a:pt x="943" y="5182"/>
                    <a:pt x="1642" y="5760"/>
                    <a:pt x="2493" y="6003"/>
                  </a:cubicBezTo>
                  <a:cubicBezTo>
                    <a:pt x="2615" y="6064"/>
                    <a:pt x="2706" y="6124"/>
                    <a:pt x="2827" y="6124"/>
                  </a:cubicBezTo>
                  <a:lnTo>
                    <a:pt x="2979" y="6124"/>
                  </a:lnTo>
                  <a:cubicBezTo>
                    <a:pt x="2997" y="6123"/>
                    <a:pt x="3014" y="6122"/>
                    <a:pt x="3031" y="6122"/>
                  </a:cubicBezTo>
                  <a:cubicBezTo>
                    <a:pt x="3305" y="6122"/>
                    <a:pt x="3480" y="6342"/>
                    <a:pt x="3709" y="6428"/>
                  </a:cubicBezTo>
                  <a:cubicBezTo>
                    <a:pt x="3768" y="6409"/>
                    <a:pt x="3828" y="6400"/>
                    <a:pt x="3889" y="6400"/>
                  </a:cubicBezTo>
                  <a:cubicBezTo>
                    <a:pt x="4224" y="6400"/>
                    <a:pt x="4579" y="6652"/>
                    <a:pt x="4891" y="6652"/>
                  </a:cubicBezTo>
                  <a:cubicBezTo>
                    <a:pt x="5047" y="6652"/>
                    <a:pt x="5193" y="6588"/>
                    <a:pt x="5320" y="6398"/>
                  </a:cubicBezTo>
                  <a:cubicBezTo>
                    <a:pt x="5715" y="5820"/>
                    <a:pt x="5107" y="5304"/>
                    <a:pt x="4894" y="4817"/>
                  </a:cubicBezTo>
                  <a:cubicBezTo>
                    <a:pt x="4378" y="3784"/>
                    <a:pt x="5107" y="3328"/>
                    <a:pt x="5715" y="2538"/>
                  </a:cubicBezTo>
                  <a:lnTo>
                    <a:pt x="5715" y="2538"/>
                  </a:lnTo>
                  <a:cubicBezTo>
                    <a:pt x="5563" y="3510"/>
                    <a:pt x="6019" y="3905"/>
                    <a:pt x="6718" y="3997"/>
                  </a:cubicBezTo>
                  <a:cubicBezTo>
                    <a:pt x="6782" y="4011"/>
                    <a:pt x="6842" y="4018"/>
                    <a:pt x="6898" y="4018"/>
                  </a:cubicBezTo>
                  <a:cubicBezTo>
                    <a:pt x="7314" y="4018"/>
                    <a:pt x="7496" y="3639"/>
                    <a:pt x="7630" y="3237"/>
                  </a:cubicBezTo>
                  <a:cubicBezTo>
                    <a:pt x="7873" y="2538"/>
                    <a:pt x="7691" y="1991"/>
                    <a:pt x="6931" y="1778"/>
                  </a:cubicBezTo>
                  <a:cubicBezTo>
                    <a:pt x="6414" y="1626"/>
                    <a:pt x="6232" y="1109"/>
                    <a:pt x="5837" y="836"/>
                  </a:cubicBezTo>
                  <a:cubicBezTo>
                    <a:pt x="5745" y="744"/>
                    <a:pt x="5624" y="714"/>
                    <a:pt x="5472" y="714"/>
                  </a:cubicBezTo>
                  <a:cubicBezTo>
                    <a:pt x="4713" y="855"/>
                    <a:pt x="4110" y="1411"/>
                    <a:pt x="3879" y="2119"/>
                  </a:cubicBezTo>
                  <a:lnTo>
                    <a:pt x="3879" y="2119"/>
                  </a:lnTo>
                  <a:cubicBezTo>
                    <a:pt x="3986" y="1513"/>
                    <a:pt x="3364" y="1220"/>
                    <a:pt x="3253" y="775"/>
                  </a:cubicBezTo>
                  <a:cubicBezTo>
                    <a:pt x="3073" y="214"/>
                    <a:pt x="2745" y="1"/>
                    <a:pt x="2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8"/>
            <p:cNvSpPr/>
            <p:nvPr/>
          </p:nvSpPr>
          <p:spPr>
            <a:xfrm>
              <a:off x="2278381" y="3228019"/>
              <a:ext cx="344967" cy="389053"/>
            </a:xfrm>
            <a:custGeom>
              <a:rect b="b" l="l" r="r" t="t"/>
              <a:pathLst>
                <a:path extrusionOk="0" h="9222" w="8177">
                  <a:moveTo>
                    <a:pt x="6630" y="0"/>
                  </a:moveTo>
                  <a:cubicBezTo>
                    <a:pt x="6538" y="0"/>
                    <a:pt x="6436" y="39"/>
                    <a:pt x="6322" y="134"/>
                  </a:cubicBezTo>
                  <a:cubicBezTo>
                    <a:pt x="6348" y="313"/>
                    <a:pt x="6287" y="384"/>
                    <a:pt x="6141" y="384"/>
                  </a:cubicBezTo>
                  <a:cubicBezTo>
                    <a:pt x="6113" y="384"/>
                    <a:pt x="6083" y="382"/>
                    <a:pt x="6049" y="377"/>
                  </a:cubicBezTo>
                  <a:cubicBezTo>
                    <a:pt x="5441" y="711"/>
                    <a:pt x="5654" y="1471"/>
                    <a:pt x="5228" y="1927"/>
                  </a:cubicBezTo>
                  <a:cubicBezTo>
                    <a:pt x="5167" y="2018"/>
                    <a:pt x="5076" y="2109"/>
                    <a:pt x="5015" y="2201"/>
                  </a:cubicBezTo>
                  <a:cubicBezTo>
                    <a:pt x="4863" y="2292"/>
                    <a:pt x="4742" y="2413"/>
                    <a:pt x="4651" y="2565"/>
                  </a:cubicBezTo>
                  <a:cubicBezTo>
                    <a:pt x="4620" y="2687"/>
                    <a:pt x="4620" y="2808"/>
                    <a:pt x="4651" y="2930"/>
                  </a:cubicBezTo>
                  <a:cubicBezTo>
                    <a:pt x="4737" y="4004"/>
                    <a:pt x="3821" y="4516"/>
                    <a:pt x="3298" y="5131"/>
                  </a:cubicBezTo>
                  <a:lnTo>
                    <a:pt x="3298" y="5131"/>
                  </a:lnTo>
                  <a:cubicBezTo>
                    <a:pt x="3325" y="4843"/>
                    <a:pt x="3278" y="4545"/>
                    <a:pt x="3161" y="4267"/>
                  </a:cubicBezTo>
                  <a:cubicBezTo>
                    <a:pt x="2949" y="3629"/>
                    <a:pt x="2918" y="2960"/>
                    <a:pt x="3101" y="2322"/>
                  </a:cubicBezTo>
                  <a:cubicBezTo>
                    <a:pt x="2565" y="1385"/>
                    <a:pt x="2431" y="1156"/>
                    <a:pt x="1866" y="1156"/>
                  </a:cubicBezTo>
                  <a:cubicBezTo>
                    <a:pt x="1790" y="1156"/>
                    <a:pt x="1706" y="1160"/>
                    <a:pt x="1611" y="1167"/>
                  </a:cubicBezTo>
                  <a:cubicBezTo>
                    <a:pt x="1003" y="1228"/>
                    <a:pt x="274" y="1258"/>
                    <a:pt x="0" y="2079"/>
                  </a:cubicBezTo>
                  <a:cubicBezTo>
                    <a:pt x="395" y="2292"/>
                    <a:pt x="760" y="2474"/>
                    <a:pt x="1125" y="2687"/>
                  </a:cubicBezTo>
                  <a:cubicBezTo>
                    <a:pt x="1277" y="2778"/>
                    <a:pt x="1429" y="2930"/>
                    <a:pt x="1246" y="3143"/>
                  </a:cubicBezTo>
                  <a:cubicBezTo>
                    <a:pt x="1152" y="3237"/>
                    <a:pt x="1057" y="3291"/>
                    <a:pt x="962" y="3291"/>
                  </a:cubicBezTo>
                  <a:cubicBezTo>
                    <a:pt x="875" y="3291"/>
                    <a:pt x="787" y="3245"/>
                    <a:pt x="699" y="3143"/>
                  </a:cubicBezTo>
                  <a:cubicBezTo>
                    <a:pt x="593" y="3010"/>
                    <a:pt x="556" y="2761"/>
                    <a:pt x="326" y="2761"/>
                  </a:cubicBezTo>
                  <a:cubicBezTo>
                    <a:pt x="293" y="2761"/>
                    <a:pt x="255" y="2767"/>
                    <a:pt x="213" y="2778"/>
                  </a:cubicBezTo>
                  <a:cubicBezTo>
                    <a:pt x="274" y="3112"/>
                    <a:pt x="122" y="3477"/>
                    <a:pt x="517" y="3690"/>
                  </a:cubicBezTo>
                  <a:cubicBezTo>
                    <a:pt x="612" y="3737"/>
                    <a:pt x="703" y="3756"/>
                    <a:pt x="789" y="3756"/>
                  </a:cubicBezTo>
                  <a:cubicBezTo>
                    <a:pt x="1034" y="3756"/>
                    <a:pt x="1241" y="3605"/>
                    <a:pt x="1398" y="3538"/>
                  </a:cubicBezTo>
                  <a:cubicBezTo>
                    <a:pt x="1600" y="3462"/>
                    <a:pt x="1781" y="3303"/>
                    <a:pt x="2045" y="3303"/>
                  </a:cubicBezTo>
                  <a:cubicBezTo>
                    <a:pt x="2099" y="3303"/>
                    <a:pt x="2157" y="3310"/>
                    <a:pt x="2219" y="3325"/>
                  </a:cubicBezTo>
                  <a:cubicBezTo>
                    <a:pt x="2280" y="3660"/>
                    <a:pt x="2341" y="4176"/>
                    <a:pt x="1976" y="4237"/>
                  </a:cubicBezTo>
                  <a:cubicBezTo>
                    <a:pt x="1398" y="4298"/>
                    <a:pt x="1429" y="4328"/>
                    <a:pt x="1581" y="4875"/>
                  </a:cubicBezTo>
                  <a:cubicBezTo>
                    <a:pt x="1672" y="5301"/>
                    <a:pt x="1034" y="5757"/>
                    <a:pt x="1186" y="6334"/>
                  </a:cubicBezTo>
                  <a:cubicBezTo>
                    <a:pt x="1003" y="6638"/>
                    <a:pt x="456" y="6760"/>
                    <a:pt x="608" y="7216"/>
                  </a:cubicBezTo>
                  <a:cubicBezTo>
                    <a:pt x="608" y="7277"/>
                    <a:pt x="1034" y="7246"/>
                    <a:pt x="1003" y="7672"/>
                  </a:cubicBezTo>
                  <a:cubicBezTo>
                    <a:pt x="942" y="7976"/>
                    <a:pt x="851" y="8249"/>
                    <a:pt x="699" y="8523"/>
                  </a:cubicBezTo>
                  <a:cubicBezTo>
                    <a:pt x="547" y="8766"/>
                    <a:pt x="638" y="9070"/>
                    <a:pt x="882" y="9222"/>
                  </a:cubicBezTo>
                  <a:cubicBezTo>
                    <a:pt x="1074" y="8755"/>
                    <a:pt x="1340" y="8388"/>
                    <a:pt x="1837" y="8388"/>
                  </a:cubicBezTo>
                  <a:cubicBezTo>
                    <a:pt x="1891" y="8388"/>
                    <a:pt x="1947" y="8392"/>
                    <a:pt x="2006" y="8401"/>
                  </a:cubicBezTo>
                  <a:cubicBezTo>
                    <a:pt x="2059" y="8408"/>
                    <a:pt x="2106" y="8412"/>
                    <a:pt x="2146" y="8412"/>
                  </a:cubicBezTo>
                  <a:cubicBezTo>
                    <a:pt x="2453" y="8412"/>
                    <a:pt x="2414" y="8217"/>
                    <a:pt x="2280" y="7976"/>
                  </a:cubicBezTo>
                  <a:cubicBezTo>
                    <a:pt x="2153" y="7722"/>
                    <a:pt x="2322" y="7701"/>
                    <a:pt x="2470" y="7701"/>
                  </a:cubicBezTo>
                  <a:cubicBezTo>
                    <a:pt x="2499" y="7701"/>
                    <a:pt x="2528" y="7702"/>
                    <a:pt x="2553" y="7702"/>
                  </a:cubicBezTo>
                  <a:cubicBezTo>
                    <a:pt x="2857" y="7702"/>
                    <a:pt x="3161" y="7733"/>
                    <a:pt x="3465" y="7763"/>
                  </a:cubicBezTo>
                  <a:cubicBezTo>
                    <a:pt x="3587" y="6669"/>
                    <a:pt x="3769" y="6456"/>
                    <a:pt x="4681" y="6334"/>
                  </a:cubicBezTo>
                  <a:cubicBezTo>
                    <a:pt x="4783" y="6423"/>
                    <a:pt x="4879" y="6464"/>
                    <a:pt x="4968" y="6464"/>
                  </a:cubicBezTo>
                  <a:cubicBezTo>
                    <a:pt x="5092" y="6464"/>
                    <a:pt x="5201" y="6385"/>
                    <a:pt x="5289" y="6243"/>
                  </a:cubicBezTo>
                  <a:cubicBezTo>
                    <a:pt x="4985" y="5483"/>
                    <a:pt x="5927" y="5210"/>
                    <a:pt x="5927" y="4602"/>
                  </a:cubicBezTo>
                  <a:cubicBezTo>
                    <a:pt x="5958" y="4450"/>
                    <a:pt x="5654" y="4207"/>
                    <a:pt x="6049" y="4207"/>
                  </a:cubicBezTo>
                  <a:cubicBezTo>
                    <a:pt x="6231" y="4146"/>
                    <a:pt x="6353" y="3963"/>
                    <a:pt x="6414" y="3751"/>
                  </a:cubicBezTo>
                  <a:lnTo>
                    <a:pt x="6414" y="3599"/>
                  </a:lnTo>
                  <a:cubicBezTo>
                    <a:pt x="6383" y="3508"/>
                    <a:pt x="6322" y="3416"/>
                    <a:pt x="6262" y="3356"/>
                  </a:cubicBezTo>
                  <a:cubicBezTo>
                    <a:pt x="6201" y="3234"/>
                    <a:pt x="6140" y="3112"/>
                    <a:pt x="6140" y="2960"/>
                  </a:cubicBezTo>
                  <a:cubicBezTo>
                    <a:pt x="6201" y="2839"/>
                    <a:pt x="6322" y="2748"/>
                    <a:pt x="6444" y="2748"/>
                  </a:cubicBezTo>
                  <a:cubicBezTo>
                    <a:pt x="6748" y="2717"/>
                    <a:pt x="7295" y="2626"/>
                    <a:pt x="7204" y="2413"/>
                  </a:cubicBezTo>
                  <a:cubicBezTo>
                    <a:pt x="6809" y="1501"/>
                    <a:pt x="7660" y="1228"/>
                    <a:pt x="7964" y="650"/>
                  </a:cubicBezTo>
                  <a:cubicBezTo>
                    <a:pt x="7964" y="498"/>
                    <a:pt x="8177" y="316"/>
                    <a:pt x="7964" y="194"/>
                  </a:cubicBezTo>
                  <a:cubicBezTo>
                    <a:pt x="7889" y="147"/>
                    <a:pt x="7819" y="127"/>
                    <a:pt x="7754" y="127"/>
                  </a:cubicBezTo>
                  <a:cubicBezTo>
                    <a:pt x="7611" y="127"/>
                    <a:pt x="7491" y="230"/>
                    <a:pt x="7386" y="377"/>
                  </a:cubicBezTo>
                  <a:lnTo>
                    <a:pt x="7113" y="377"/>
                  </a:lnTo>
                  <a:cubicBezTo>
                    <a:pt x="6987" y="189"/>
                    <a:pt x="6833" y="0"/>
                    <a:pt x="66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8"/>
            <p:cNvSpPr/>
            <p:nvPr/>
          </p:nvSpPr>
          <p:spPr>
            <a:xfrm>
              <a:off x="2366849" y="3299022"/>
              <a:ext cx="125719" cy="206002"/>
            </a:xfrm>
            <a:custGeom>
              <a:rect b="b" l="l" r="r" t="t"/>
              <a:pathLst>
                <a:path extrusionOk="0" h="4883" w="2980">
                  <a:moveTo>
                    <a:pt x="2037" y="1"/>
                  </a:moveTo>
                  <a:lnTo>
                    <a:pt x="1885" y="62"/>
                  </a:lnTo>
                  <a:cubicBezTo>
                    <a:pt x="1794" y="122"/>
                    <a:pt x="1703" y="183"/>
                    <a:pt x="1642" y="244"/>
                  </a:cubicBezTo>
                  <a:cubicBezTo>
                    <a:pt x="1581" y="305"/>
                    <a:pt x="1520" y="396"/>
                    <a:pt x="1490" y="487"/>
                  </a:cubicBezTo>
                  <a:lnTo>
                    <a:pt x="1490" y="609"/>
                  </a:lnTo>
                  <a:lnTo>
                    <a:pt x="1368" y="609"/>
                  </a:lnTo>
                  <a:lnTo>
                    <a:pt x="1247" y="578"/>
                  </a:lnTo>
                  <a:lnTo>
                    <a:pt x="973" y="578"/>
                  </a:lnTo>
                  <a:cubicBezTo>
                    <a:pt x="61" y="1156"/>
                    <a:pt x="426" y="1885"/>
                    <a:pt x="760" y="2584"/>
                  </a:cubicBezTo>
                  <a:cubicBezTo>
                    <a:pt x="943" y="2980"/>
                    <a:pt x="1004" y="3436"/>
                    <a:pt x="912" y="3891"/>
                  </a:cubicBezTo>
                  <a:cubicBezTo>
                    <a:pt x="886" y="4159"/>
                    <a:pt x="723" y="4197"/>
                    <a:pt x="542" y="4197"/>
                  </a:cubicBezTo>
                  <a:cubicBezTo>
                    <a:pt x="471" y="4197"/>
                    <a:pt x="397" y="4191"/>
                    <a:pt x="327" y="4191"/>
                  </a:cubicBezTo>
                  <a:cubicBezTo>
                    <a:pt x="171" y="4191"/>
                    <a:pt x="36" y="4220"/>
                    <a:pt x="0" y="4408"/>
                  </a:cubicBezTo>
                  <a:cubicBezTo>
                    <a:pt x="182" y="4721"/>
                    <a:pt x="372" y="4882"/>
                    <a:pt x="570" y="4882"/>
                  </a:cubicBezTo>
                  <a:cubicBezTo>
                    <a:pt x="739" y="4882"/>
                    <a:pt x="914" y="4767"/>
                    <a:pt x="1095" y="4530"/>
                  </a:cubicBezTo>
                  <a:cubicBezTo>
                    <a:pt x="1186" y="4408"/>
                    <a:pt x="1368" y="4195"/>
                    <a:pt x="1338" y="4074"/>
                  </a:cubicBezTo>
                  <a:cubicBezTo>
                    <a:pt x="1186" y="3314"/>
                    <a:pt x="1794" y="3101"/>
                    <a:pt x="2250" y="2797"/>
                  </a:cubicBezTo>
                  <a:cubicBezTo>
                    <a:pt x="2827" y="2341"/>
                    <a:pt x="2979" y="1490"/>
                    <a:pt x="2584" y="852"/>
                  </a:cubicBezTo>
                  <a:cubicBezTo>
                    <a:pt x="2584" y="487"/>
                    <a:pt x="2614" y="31"/>
                    <a:pt x="2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8"/>
            <p:cNvSpPr/>
            <p:nvPr/>
          </p:nvSpPr>
          <p:spPr>
            <a:xfrm>
              <a:off x="2421989" y="3174694"/>
              <a:ext cx="156473" cy="148753"/>
            </a:xfrm>
            <a:custGeom>
              <a:rect b="b" l="l" r="r" t="t"/>
              <a:pathLst>
                <a:path extrusionOk="0" h="3526" w="3709">
                  <a:moveTo>
                    <a:pt x="1905" y="0"/>
                  </a:moveTo>
                  <a:cubicBezTo>
                    <a:pt x="1847" y="0"/>
                    <a:pt x="1781" y="10"/>
                    <a:pt x="1703" y="30"/>
                  </a:cubicBezTo>
                  <a:lnTo>
                    <a:pt x="1581" y="30"/>
                  </a:lnTo>
                  <a:cubicBezTo>
                    <a:pt x="1520" y="182"/>
                    <a:pt x="1429" y="334"/>
                    <a:pt x="1399" y="516"/>
                  </a:cubicBezTo>
                  <a:cubicBezTo>
                    <a:pt x="1191" y="1081"/>
                    <a:pt x="1099" y="1733"/>
                    <a:pt x="270" y="1733"/>
                  </a:cubicBezTo>
                  <a:cubicBezTo>
                    <a:pt x="252" y="1733"/>
                    <a:pt x="233" y="1733"/>
                    <a:pt x="213" y="1732"/>
                  </a:cubicBezTo>
                  <a:cubicBezTo>
                    <a:pt x="61" y="1732"/>
                    <a:pt x="152" y="2036"/>
                    <a:pt x="213" y="2188"/>
                  </a:cubicBezTo>
                  <a:cubicBezTo>
                    <a:pt x="0" y="2431"/>
                    <a:pt x="92" y="2826"/>
                    <a:pt x="335" y="2826"/>
                  </a:cubicBezTo>
                  <a:cubicBezTo>
                    <a:pt x="351" y="2825"/>
                    <a:pt x="367" y="2825"/>
                    <a:pt x="383" y="2825"/>
                  </a:cubicBezTo>
                  <a:cubicBezTo>
                    <a:pt x="1017" y="2825"/>
                    <a:pt x="1290" y="3407"/>
                    <a:pt x="1824" y="3525"/>
                  </a:cubicBezTo>
                  <a:cubicBezTo>
                    <a:pt x="2128" y="3161"/>
                    <a:pt x="2584" y="2826"/>
                    <a:pt x="2432" y="2218"/>
                  </a:cubicBezTo>
                  <a:cubicBezTo>
                    <a:pt x="2371" y="1914"/>
                    <a:pt x="2675" y="1762"/>
                    <a:pt x="2918" y="1641"/>
                  </a:cubicBezTo>
                  <a:cubicBezTo>
                    <a:pt x="3016" y="1488"/>
                    <a:pt x="3110" y="1437"/>
                    <a:pt x="3203" y="1437"/>
                  </a:cubicBezTo>
                  <a:cubicBezTo>
                    <a:pt x="3370" y="1437"/>
                    <a:pt x="3533" y="1602"/>
                    <a:pt x="3709" y="1641"/>
                  </a:cubicBezTo>
                  <a:cubicBezTo>
                    <a:pt x="3678" y="911"/>
                    <a:pt x="3010" y="1094"/>
                    <a:pt x="2645" y="1002"/>
                  </a:cubicBezTo>
                  <a:cubicBezTo>
                    <a:pt x="2150" y="837"/>
                    <a:pt x="2451" y="0"/>
                    <a:pt x="19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8"/>
            <p:cNvSpPr/>
            <p:nvPr/>
          </p:nvSpPr>
          <p:spPr>
            <a:xfrm>
              <a:off x="2438653" y="3483679"/>
              <a:ext cx="92391" cy="114159"/>
            </a:xfrm>
            <a:custGeom>
              <a:rect b="b" l="l" r="r" t="t"/>
              <a:pathLst>
                <a:path extrusionOk="0" h="2706" w="2190">
                  <a:moveTo>
                    <a:pt x="1429" y="1"/>
                  </a:moveTo>
                  <a:cubicBezTo>
                    <a:pt x="1320" y="164"/>
                    <a:pt x="1138" y="279"/>
                    <a:pt x="948" y="279"/>
                  </a:cubicBezTo>
                  <a:cubicBezTo>
                    <a:pt x="926" y="279"/>
                    <a:pt x="904" y="277"/>
                    <a:pt x="882" y="274"/>
                  </a:cubicBezTo>
                  <a:cubicBezTo>
                    <a:pt x="852" y="882"/>
                    <a:pt x="305" y="1247"/>
                    <a:pt x="213" y="1855"/>
                  </a:cubicBezTo>
                  <a:cubicBezTo>
                    <a:pt x="153" y="2189"/>
                    <a:pt x="1" y="2463"/>
                    <a:pt x="335" y="2706"/>
                  </a:cubicBezTo>
                  <a:lnTo>
                    <a:pt x="609" y="2432"/>
                  </a:lnTo>
                  <a:cubicBezTo>
                    <a:pt x="730" y="2341"/>
                    <a:pt x="852" y="2280"/>
                    <a:pt x="973" y="2220"/>
                  </a:cubicBezTo>
                  <a:cubicBezTo>
                    <a:pt x="1156" y="2098"/>
                    <a:pt x="1277" y="1946"/>
                    <a:pt x="1368" y="1764"/>
                  </a:cubicBezTo>
                  <a:cubicBezTo>
                    <a:pt x="1429" y="1612"/>
                    <a:pt x="1520" y="1490"/>
                    <a:pt x="1581" y="1338"/>
                  </a:cubicBezTo>
                  <a:cubicBezTo>
                    <a:pt x="1612" y="1247"/>
                    <a:pt x="1642" y="1125"/>
                    <a:pt x="1672" y="1034"/>
                  </a:cubicBezTo>
                  <a:cubicBezTo>
                    <a:pt x="1612" y="669"/>
                    <a:pt x="2189" y="214"/>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8"/>
            <p:cNvSpPr/>
            <p:nvPr/>
          </p:nvSpPr>
          <p:spPr>
            <a:xfrm>
              <a:off x="2416842" y="3266959"/>
              <a:ext cx="82139" cy="68006"/>
            </a:xfrm>
            <a:custGeom>
              <a:rect b="b" l="l" r="r" t="t"/>
              <a:pathLst>
                <a:path extrusionOk="0" h="1612" w="1947">
                  <a:moveTo>
                    <a:pt x="335" y="1"/>
                  </a:moveTo>
                  <a:cubicBezTo>
                    <a:pt x="1" y="183"/>
                    <a:pt x="62" y="518"/>
                    <a:pt x="62" y="791"/>
                  </a:cubicBezTo>
                  <a:cubicBezTo>
                    <a:pt x="183" y="974"/>
                    <a:pt x="396" y="1065"/>
                    <a:pt x="609" y="1065"/>
                  </a:cubicBezTo>
                  <a:cubicBezTo>
                    <a:pt x="725" y="993"/>
                    <a:pt x="814" y="963"/>
                    <a:pt x="884" y="963"/>
                  </a:cubicBezTo>
                  <a:cubicBezTo>
                    <a:pt x="1198" y="963"/>
                    <a:pt x="1126" y="1562"/>
                    <a:pt x="1399" y="1612"/>
                  </a:cubicBezTo>
                  <a:cubicBezTo>
                    <a:pt x="1551" y="1429"/>
                    <a:pt x="1794" y="1490"/>
                    <a:pt x="1946" y="1338"/>
                  </a:cubicBezTo>
                  <a:cubicBezTo>
                    <a:pt x="1764" y="882"/>
                    <a:pt x="1308" y="578"/>
                    <a:pt x="822" y="518"/>
                  </a:cubicBezTo>
                  <a:cubicBezTo>
                    <a:pt x="487" y="518"/>
                    <a:pt x="366" y="305"/>
                    <a:pt x="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8"/>
            <p:cNvSpPr/>
            <p:nvPr/>
          </p:nvSpPr>
          <p:spPr>
            <a:xfrm>
              <a:off x="2418150" y="3301342"/>
              <a:ext cx="23119" cy="24975"/>
            </a:xfrm>
            <a:custGeom>
              <a:rect b="b" l="l" r="r" t="t"/>
              <a:pathLst>
                <a:path extrusionOk="0" h="592" w="548">
                  <a:moveTo>
                    <a:pt x="110" y="1"/>
                  </a:moveTo>
                  <a:cubicBezTo>
                    <a:pt x="84" y="1"/>
                    <a:pt x="57" y="3"/>
                    <a:pt x="31" y="7"/>
                  </a:cubicBezTo>
                  <a:lnTo>
                    <a:pt x="0" y="523"/>
                  </a:lnTo>
                  <a:cubicBezTo>
                    <a:pt x="46" y="569"/>
                    <a:pt x="99" y="592"/>
                    <a:pt x="148" y="592"/>
                  </a:cubicBezTo>
                  <a:cubicBezTo>
                    <a:pt x="198" y="592"/>
                    <a:pt x="243" y="569"/>
                    <a:pt x="274" y="523"/>
                  </a:cubicBezTo>
                  <a:cubicBezTo>
                    <a:pt x="365" y="432"/>
                    <a:pt x="456" y="341"/>
                    <a:pt x="547" y="280"/>
                  </a:cubicBezTo>
                  <a:cubicBezTo>
                    <a:pt x="468" y="94"/>
                    <a:pt x="295" y="1"/>
                    <a:pt x="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8"/>
            <p:cNvSpPr/>
            <p:nvPr/>
          </p:nvSpPr>
          <p:spPr>
            <a:xfrm>
              <a:off x="2350185" y="3152840"/>
              <a:ext cx="5147" cy="5189"/>
            </a:xfrm>
            <a:custGeom>
              <a:rect b="b" l="l" r="r" t="t"/>
              <a:pathLst>
                <a:path extrusionOk="0" h="123" w="122">
                  <a:moveTo>
                    <a:pt x="0" y="1"/>
                  </a:moveTo>
                  <a:lnTo>
                    <a:pt x="61" y="122"/>
                  </a:lnTo>
                  <a:lnTo>
                    <a:pt x="122" y="61"/>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8"/>
            <p:cNvSpPr/>
            <p:nvPr/>
          </p:nvSpPr>
          <p:spPr>
            <a:xfrm>
              <a:off x="1791066" y="2922957"/>
              <a:ext cx="91083" cy="83742"/>
            </a:xfrm>
            <a:custGeom>
              <a:rect b="b" l="l" r="r" t="t"/>
              <a:pathLst>
                <a:path extrusionOk="0" h="1985" w="2159">
                  <a:moveTo>
                    <a:pt x="479" y="0"/>
                  </a:moveTo>
                  <a:cubicBezTo>
                    <a:pt x="413" y="0"/>
                    <a:pt x="345" y="20"/>
                    <a:pt x="274" y="70"/>
                  </a:cubicBezTo>
                  <a:cubicBezTo>
                    <a:pt x="1" y="252"/>
                    <a:pt x="1" y="647"/>
                    <a:pt x="274" y="830"/>
                  </a:cubicBezTo>
                  <a:cubicBezTo>
                    <a:pt x="1217" y="951"/>
                    <a:pt x="305" y="1681"/>
                    <a:pt x="639" y="1985"/>
                  </a:cubicBezTo>
                  <a:cubicBezTo>
                    <a:pt x="1703" y="1985"/>
                    <a:pt x="2068" y="1681"/>
                    <a:pt x="2159" y="830"/>
                  </a:cubicBezTo>
                  <a:lnTo>
                    <a:pt x="2159" y="830"/>
                  </a:lnTo>
                  <a:cubicBezTo>
                    <a:pt x="2127" y="834"/>
                    <a:pt x="2096" y="835"/>
                    <a:pt x="2066" y="835"/>
                  </a:cubicBezTo>
                  <a:cubicBezTo>
                    <a:pt x="1644" y="835"/>
                    <a:pt x="1436" y="453"/>
                    <a:pt x="1095" y="282"/>
                  </a:cubicBezTo>
                  <a:cubicBezTo>
                    <a:pt x="885" y="213"/>
                    <a:pt x="694"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8"/>
            <p:cNvSpPr/>
            <p:nvPr/>
          </p:nvSpPr>
          <p:spPr>
            <a:xfrm>
              <a:off x="1766724" y="2882878"/>
              <a:ext cx="70580" cy="81084"/>
            </a:xfrm>
            <a:custGeom>
              <a:rect b="b" l="l" r="r" t="t"/>
              <a:pathLst>
                <a:path extrusionOk="0" h="1922" w="1673">
                  <a:moveTo>
                    <a:pt x="620" y="1"/>
                  </a:moveTo>
                  <a:cubicBezTo>
                    <a:pt x="131" y="1"/>
                    <a:pt x="47" y="501"/>
                    <a:pt x="0" y="1020"/>
                  </a:cubicBezTo>
                  <a:cubicBezTo>
                    <a:pt x="31" y="1080"/>
                    <a:pt x="31" y="1172"/>
                    <a:pt x="31" y="1232"/>
                  </a:cubicBezTo>
                  <a:cubicBezTo>
                    <a:pt x="122" y="1415"/>
                    <a:pt x="213" y="1597"/>
                    <a:pt x="304" y="1780"/>
                  </a:cubicBezTo>
                  <a:cubicBezTo>
                    <a:pt x="423" y="1799"/>
                    <a:pt x="541" y="1922"/>
                    <a:pt x="660" y="1922"/>
                  </a:cubicBezTo>
                  <a:cubicBezTo>
                    <a:pt x="724" y="1922"/>
                    <a:pt x="787" y="1886"/>
                    <a:pt x="851" y="1780"/>
                  </a:cubicBezTo>
                  <a:cubicBezTo>
                    <a:pt x="810" y="1411"/>
                    <a:pt x="852" y="1167"/>
                    <a:pt x="1060" y="1167"/>
                  </a:cubicBezTo>
                  <a:cubicBezTo>
                    <a:pt x="1161" y="1167"/>
                    <a:pt x="1301" y="1225"/>
                    <a:pt x="1490" y="1354"/>
                  </a:cubicBezTo>
                  <a:cubicBezTo>
                    <a:pt x="1520" y="1354"/>
                    <a:pt x="1611" y="1263"/>
                    <a:pt x="1672" y="1232"/>
                  </a:cubicBezTo>
                  <a:cubicBezTo>
                    <a:pt x="1672" y="1141"/>
                    <a:pt x="1672" y="1080"/>
                    <a:pt x="1672" y="959"/>
                  </a:cubicBezTo>
                  <a:cubicBezTo>
                    <a:pt x="1581" y="898"/>
                    <a:pt x="1490" y="807"/>
                    <a:pt x="1429" y="685"/>
                  </a:cubicBezTo>
                  <a:cubicBezTo>
                    <a:pt x="1246" y="564"/>
                    <a:pt x="1307" y="321"/>
                    <a:pt x="1155" y="138"/>
                  </a:cubicBezTo>
                  <a:cubicBezTo>
                    <a:pt x="937" y="43"/>
                    <a:pt x="762" y="1"/>
                    <a:pt x="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8"/>
            <p:cNvSpPr/>
            <p:nvPr/>
          </p:nvSpPr>
          <p:spPr>
            <a:xfrm>
              <a:off x="1838528" y="3075889"/>
              <a:ext cx="53916" cy="26114"/>
            </a:xfrm>
            <a:custGeom>
              <a:rect b="b" l="l" r="r" t="t"/>
              <a:pathLst>
                <a:path extrusionOk="0" h="619" w="1278">
                  <a:moveTo>
                    <a:pt x="0" y="1"/>
                  </a:moveTo>
                  <a:cubicBezTo>
                    <a:pt x="246" y="383"/>
                    <a:pt x="663" y="618"/>
                    <a:pt x="1120" y="618"/>
                  </a:cubicBezTo>
                  <a:cubicBezTo>
                    <a:pt x="1172" y="618"/>
                    <a:pt x="1224" y="615"/>
                    <a:pt x="1277" y="609"/>
                  </a:cubicBezTo>
                  <a:cubicBezTo>
                    <a:pt x="639" y="92"/>
                    <a:pt x="639" y="9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8"/>
            <p:cNvSpPr/>
            <p:nvPr/>
          </p:nvSpPr>
          <p:spPr>
            <a:xfrm>
              <a:off x="1770563" y="2650169"/>
              <a:ext cx="139809" cy="158372"/>
            </a:xfrm>
            <a:custGeom>
              <a:rect b="b" l="l" r="r" t="t"/>
              <a:pathLst>
                <a:path extrusionOk="0" h="3754" w="3314">
                  <a:moveTo>
                    <a:pt x="1581" y="1"/>
                  </a:moveTo>
                  <a:cubicBezTo>
                    <a:pt x="1225" y="1"/>
                    <a:pt x="919" y="222"/>
                    <a:pt x="573" y="222"/>
                  </a:cubicBezTo>
                  <a:cubicBezTo>
                    <a:pt x="535" y="222"/>
                    <a:pt x="496" y="219"/>
                    <a:pt x="456" y="213"/>
                  </a:cubicBezTo>
                  <a:cubicBezTo>
                    <a:pt x="434" y="209"/>
                    <a:pt x="412" y="207"/>
                    <a:pt x="391" y="207"/>
                  </a:cubicBezTo>
                  <a:cubicBezTo>
                    <a:pt x="139" y="207"/>
                    <a:pt x="59" y="536"/>
                    <a:pt x="31" y="760"/>
                  </a:cubicBezTo>
                  <a:cubicBezTo>
                    <a:pt x="0" y="1034"/>
                    <a:pt x="274" y="1064"/>
                    <a:pt x="487" y="1095"/>
                  </a:cubicBezTo>
                  <a:cubicBezTo>
                    <a:pt x="612" y="790"/>
                    <a:pt x="775" y="693"/>
                    <a:pt x="952" y="693"/>
                  </a:cubicBezTo>
                  <a:cubicBezTo>
                    <a:pt x="1164" y="693"/>
                    <a:pt x="1397" y="830"/>
                    <a:pt x="1611" y="912"/>
                  </a:cubicBezTo>
                  <a:cubicBezTo>
                    <a:pt x="1794" y="973"/>
                    <a:pt x="1855" y="1186"/>
                    <a:pt x="1794" y="1338"/>
                  </a:cubicBezTo>
                  <a:cubicBezTo>
                    <a:pt x="1672" y="1703"/>
                    <a:pt x="1368" y="1946"/>
                    <a:pt x="1004" y="2007"/>
                  </a:cubicBezTo>
                  <a:cubicBezTo>
                    <a:pt x="396" y="2159"/>
                    <a:pt x="396" y="2159"/>
                    <a:pt x="760" y="2736"/>
                  </a:cubicBezTo>
                  <a:cubicBezTo>
                    <a:pt x="1123" y="2785"/>
                    <a:pt x="602" y="3754"/>
                    <a:pt x="1029" y="3754"/>
                  </a:cubicBezTo>
                  <a:cubicBezTo>
                    <a:pt x="1139" y="3754"/>
                    <a:pt x="1312" y="3689"/>
                    <a:pt x="1581" y="3526"/>
                  </a:cubicBezTo>
                  <a:cubicBezTo>
                    <a:pt x="1855" y="3496"/>
                    <a:pt x="2128" y="3405"/>
                    <a:pt x="1976" y="3040"/>
                  </a:cubicBezTo>
                  <a:cubicBezTo>
                    <a:pt x="1915" y="2827"/>
                    <a:pt x="1794" y="2645"/>
                    <a:pt x="2189" y="2584"/>
                  </a:cubicBezTo>
                  <a:cubicBezTo>
                    <a:pt x="2230" y="2580"/>
                    <a:pt x="2278" y="2579"/>
                    <a:pt x="2330" y="2579"/>
                  </a:cubicBezTo>
                  <a:cubicBezTo>
                    <a:pt x="2362" y="2579"/>
                    <a:pt x="2395" y="2580"/>
                    <a:pt x="2429" y="2580"/>
                  </a:cubicBezTo>
                  <a:cubicBezTo>
                    <a:pt x="2746" y="2580"/>
                    <a:pt x="3106" y="2553"/>
                    <a:pt x="2797" y="2007"/>
                  </a:cubicBezTo>
                  <a:cubicBezTo>
                    <a:pt x="2584" y="1612"/>
                    <a:pt x="3314" y="1216"/>
                    <a:pt x="2706" y="882"/>
                  </a:cubicBezTo>
                  <a:cubicBezTo>
                    <a:pt x="2311" y="639"/>
                    <a:pt x="2128" y="61"/>
                    <a:pt x="15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8"/>
            <p:cNvSpPr/>
            <p:nvPr/>
          </p:nvSpPr>
          <p:spPr>
            <a:xfrm>
              <a:off x="1683360" y="2803860"/>
              <a:ext cx="93656" cy="132342"/>
            </a:xfrm>
            <a:custGeom>
              <a:rect b="b" l="l" r="r" t="t"/>
              <a:pathLst>
                <a:path extrusionOk="0" h="3137" w="2220">
                  <a:moveTo>
                    <a:pt x="1170" y="0"/>
                  </a:moveTo>
                  <a:cubicBezTo>
                    <a:pt x="1147" y="0"/>
                    <a:pt x="1121" y="2"/>
                    <a:pt x="1095" y="5"/>
                  </a:cubicBezTo>
                  <a:cubicBezTo>
                    <a:pt x="244" y="127"/>
                    <a:pt x="1" y="735"/>
                    <a:pt x="396" y="1494"/>
                  </a:cubicBezTo>
                  <a:cubicBezTo>
                    <a:pt x="578" y="1829"/>
                    <a:pt x="943" y="2102"/>
                    <a:pt x="943" y="2528"/>
                  </a:cubicBezTo>
                  <a:cubicBezTo>
                    <a:pt x="1387" y="2587"/>
                    <a:pt x="1514" y="3137"/>
                    <a:pt x="1970" y="3137"/>
                  </a:cubicBezTo>
                  <a:cubicBezTo>
                    <a:pt x="1982" y="3137"/>
                    <a:pt x="1994" y="3137"/>
                    <a:pt x="2007" y="3136"/>
                  </a:cubicBezTo>
                  <a:cubicBezTo>
                    <a:pt x="2189" y="2680"/>
                    <a:pt x="2007" y="2194"/>
                    <a:pt x="2219" y="1768"/>
                  </a:cubicBezTo>
                  <a:cubicBezTo>
                    <a:pt x="2219" y="1342"/>
                    <a:pt x="1915" y="1069"/>
                    <a:pt x="1764" y="704"/>
                  </a:cubicBezTo>
                  <a:cubicBezTo>
                    <a:pt x="1562" y="474"/>
                    <a:pt x="1579" y="0"/>
                    <a:pt x="1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8"/>
            <p:cNvSpPr/>
            <p:nvPr/>
          </p:nvSpPr>
          <p:spPr>
            <a:xfrm>
              <a:off x="1755164" y="2775847"/>
              <a:ext cx="65433" cy="109730"/>
            </a:xfrm>
            <a:custGeom>
              <a:rect b="b" l="l" r="r" t="t"/>
              <a:pathLst>
                <a:path extrusionOk="0" h="2601" w="1551">
                  <a:moveTo>
                    <a:pt x="1125" y="0"/>
                  </a:moveTo>
                  <a:cubicBezTo>
                    <a:pt x="1000" y="98"/>
                    <a:pt x="869" y="119"/>
                    <a:pt x="734" y="119"/>
                  </a:cubicBezTo>
                  <a:cubicBezTo>
                    <a:pt x="631" y="119"/>
                    <a:pt x="526" y="106"/>
                    <a:pt x="420" y="106"/>
                  </a:cubicBezTo>
                  <a:cubicBezTo>
                    <a:pt x="362" y="106"/>
                    <a:pt x="303" y="110"/>
                    <a:pt x="244" y="122"/>
                  </a:cubicBezTo>
                  <a:cubicBezTo>
                    <a:pt x="153" y="547"/>
                    <a:pt x="609" y="851"/>
                    <a:pt x="548" y="1247"/>
                  </a:cubicBezTo>
                  <a:cubicBezTo>
                    <a:pt x="534" y="1417"/>
                    <a:pt x="473" y="1468"/>
                    <a:pt x="391" y="1468"/>
                  </a:cubicBezTo>
                  <a:cubicBezTo>
                    <a:pt x="297" y="1468"/>
                    <a:pt x="175" y="1401"/>
                    <a:pt x="62" y="1368"/>
                  </a:cubicBezTo>
                  <a:lnTo>
                    <a:pt x="62" y="1368"/>
                  </a:lnTo>
                  <a:cubicBezTo>
                    <a:pt x="1" y="1733"/>
                    <a:pt x="92" y="2128"/>
                    <a:pt x="305" y="2432"/>
                  </a:cubicBezTo>
                  <a:cubicBezTo>
                    <a:pt x="431" y="2547"/>
                    <a:pt x="583" y="2601"/>
                    <a:pt x="733" y="2601"/>
                  </a:cubicBezTo>
                  <a:cubicBezTo>
                    <a:pt x="982" y="2601"/>
                    <a:pt x="1225" y="2454"/>
                    <a:pt x="1338" y="2189"/>
                  </a:cubicBezTo>
                  <a:cubicBezTo>
                    <a:pt x="1399" y="2006"/>
                    <a:pt x="1429" y="1824"/>
                    <a:pt x="1490" y="1642"/>
                  </a:cubicBezTo>
                  <a:cubicBezTo>
                    <a:pt x="1551" y="1064"/>
                    <a:pt x="1156" y="578"/>
                    <a:pt x="11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8"/>
            <p:cNvSpPr/>
            <p:nvPr/>
          </p:nvSpPr>
          <p:spPr>
            <a:xfrm>
              <a:off x="1664122" y="2721467"/>
              <a:ext cx="79566" cy="73111"/>
            </a:xfrm>
            <a:custGeom>
              <a:rect b="b" l="l" r="r" t="t"/>
              <a:pathLst>
                <a:path extrusionOk="0" h="1733" w="1886">
                  <a:moveTo>
                    <a:pt x="1635" y="1"/>
                  </a:moveTo>
                  <a:cubicBezTo>
                    <a:pt x="1613" y="1"/>
                    <a:pt x="1586" y="13"/>
                    <a:pt x="1551" y="43"/>
                  </a:cubicBezTo>
                  <a:cubicBezTo>
                    <a:pt x="1399" y="163"/>
                    <a:pt x="1211" y="177"/>
                    <a:pt x="1022" y="177"/>
                  </a:cubicBezTo>
                  <a:cubicBezTo>
                    <a:pt x="962" y="177"/>
                    <a:pt x="901" y="176"/>
                    <a:pt x="841" y="176"/>
                  </a:cubicBezTo>
                  <a:cubicBezTo>
                    <a:pt x="566" y="176"/>
                    <a:pt x="311" y="207"/>
                    <a:pt x="183" y="560"/>
                  </a:cubicBezTo>
                  <a:cubicBezTo>
                    <a:pt x="1" y="925"/>
                    <a:pt x="92" y="1381"/>
                    <a:pt x="396" y="1654"/>
                  </a:cubicBezTo>
                  <a:cubicBezTo>
                    <a:pt x="481" y="1709"/>
                    <a:pt x="542" y="1732"/>
                    <a:pt x="585" y="1732"/>
                  </a:cubicBezTo>
                  <a:cubicBezTo>
                    <a:pt x="794" y="1732"/>
                    <a:pt x="600" y="1195"/>
                    <a:pt x="874" y="1195"/>
                  </a:cubicBezTo>
                  <a:cubicBezTo>
                    <a:pt x="886" y="1195"/>
                    <a:pt x="899" y="1196"/>
                    <a:pt x="912" y="1198"/>
                  </a:cubicBezTo>
                  <a:lnTo>
                    <a:pt x="1156" y="1198"/>
                  </a:lnTo>
                  <a:cubicBezTo>
                    <a:pt x="1204" y="1205"/>
                    <a:pt x="1248" y="1209"/>
                    <a:pt x="1288" y="1209"/>
                  </a:cubicBezTo>
                  <a:cubicBezTo>
                    <a:pt x="1760" y="1209"/>
                    <a:pt x="1745" y="746"/>
                    <a:pt x="1885" y="438"/>
                  </a:cubicBezTo>
                  <a:cubicBezTo>
                    <a:pt x="1733" y="337"/>
                    <a:pt x="1750" y="1"/>
                    <a:pt x="16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8"/>
            <p:cNvSpPr/>
            <p:nvPr/>
          </p:nvSpPr>
          <p:spPr>
            <a:xfrm>
              <a:off x="1789800" y="2765596"/>
              <a:ext cx="47503" cy="82139"/>
            </a:xfrm>
            <a:custGeom>
              <a:rect b="b" l="l" r="r" t="t"/>
              <a:pathLst>
                <a:path extrusionOk="0" h="1947" w="1126">
                  <a:moveTo>
                    <a:pt x="304" y="0"/>
                  </a:moveTo>
                  <a:lnTo>
                    <a:pt x="304" y="243"/>
                  </a:lnTo>
                  <a:cubicBezTo>
                    <a:pt x="0" y="851"/>
                    <a:pt x="456" y="1338"/>
                    <a:pt x="578" y="1854"/>
                  </a:cubicBezTo>
                  <a:cubicBezTo>
                    <a:pt x="598" y="1913"/>
                    <a:pt x="655" y="1947"/>
                    <a:pt x="718" y="1947"/>
                  </a:cubicBezTo>
                  <a:cubicBezTo>
                    <a:pt x="753" y="1947"/>
                    <a:pt x="789" y="1937"/>
                    <a:pt x="821" y="1915"/>
                  </a:cubicBezTo>
                  <a:lnTo>
                    <a:pt x="851" y="1854"/>
                  </a:lnTo>
                  <a:cubicBezTo>
                    <a:pt x="943" y="1490"/>
                    <a:pt x="1034" y="1155"/>
                    <a:pt x="1125" y="790"/>
                  </a:cubicBezTo>
                  <a:lnTo>
                    <a:pt x="1125" y="790"/>
                  </a:lnTo>
                  <a:cubicBezTo>
                    <a:pt x="1011" y="807"/>
                    <a:pt x="853" y="902"/>
                    <a:pt x="750" y="902"/>
                  </a:cubicBezTo>
                  <a:cubicBezTo>
                    <a:pt x="661" y="902"/>
                    <a:pt x="613" y="831"/>
                    <a:pt x="669" y="578"/>
                  </a:cubicBezTo>
                  <a:cubicBezTo>
                    <a:pt x="730" y="243"/>
                    <a:pt x="548" y="122"/>
                    <a:pt x="3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8"/>
            <p:cNvSpPr/>
            <p:nvPr/>
          </p:nvSpPr>
          <p:spPr>
            <a:xfrm>
              <a:off x="1789800" y="2696323"/>
              <a:ext cx="38517" cy="10842"/>
            </a:xfrm>
            <a:custGeom>
              <a:rect b="b" l="l" r="r" t="t"/>
              <a:pathLst>
                <a:path extrusionOk="0" h="257" w="913">
                  <a:moveTo>
                    <a:pt x="0" y="1"/>
                  </a:moveTo>
                  <a:cubicBezTo>
                    <a:pt x="138" y="138"/>
                    <a:pt x="285" y="256"/>
                    <a:pt x="458" y="256"/>
                  </a:cubicBezTo>
                  <a:cubicBezTo>
                    <a:pt x="591" y="256"/>
                    <a:pt x="740" y="186"/>
                    <a:pt x="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8"/>
            <p:cNvSpPr/>
            <p:nvPr/>
          </p:nvSpPr>
          <p:spPr>
            <a:xfrm>
              <a:off x="1728248" y="2698896"/>
              <a:ext cx="21853" cy="20714"/>
            </a:xfrm>
            <a:custGeom>
              <a:rect b="b" l="l" r="r" t="t"/>
              <a:pathLst>
                <a:path extrusionOk="0" h="491" w="518">
                  <a:moveTo>
                    <a:pt x="335" y="1"/>
                  </a:moveTo>
                  <a:cubicBezTo>
                    <a:pt x="61" y="1"/>
                    <a:pt x="0" y="153"/>
                    <a:pt x="61" y="244"/>
                  </a:cubicBezTo>
                  <a:cubicBezTo>
                    <a:pt x="89" y="328"/>
                    <a:pt x="65" y="490"/>
                    <a:pt x="230" y="490"/>
                  </a:cubicBezTo>
                  <a:cubicBezTo>
                    <a:pt x="243" y="490"/>
                    <a:pt x="258" y="489"/>
                    <a:pt x="274" y="487"/>
                  </a:cubicBezTo>
                  <a:cubicBezTo>
                    <a:pt x="396" y="426"/>
                    <a:pt x="517" y="396"/>
                    <a:pt x="487" y="244"/>
                  </a:cubicBezTo>
                  <a:cubicBezTo>
                    <a:pt x="456" y="153"/>
                    <a:pt x="396" y="92"/>
                    <a:pt x="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8"/>
            <p:cNvSpPr/>
            <p:nvPr/>
          </p:nvSpPr>
          <p:spPr>
            <a:xfrm>
              <a:off x="1828276" y="2628358"/>
              <a:ext cx="9028" cy="11602"/>
            </a:xfrm>
            <a:custGeom>
              <a:rect b="b" l="l" r="r" t="t"/>
              <a:pathLst>
                <a:path extrusionOk="0" h="275" w="214">
                  <a:moveTo>
                    <a:pt x="213" y="1"/>
                  </a:moveTo>
                  <a:cubicBezTo>
                    <a:pt x="0" y="92"/>
                    <a:pt x="0" y="183"/>
                    <a:pt x="213" y="274"/>
                  </a:cubicBezTo>
                  <a:lnTo>
                    <a:pt x="2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8"/>
            <p:cNvSpPr/>
            <p:nvPr/>
          </p:nvSpPr>
          <p:spPr>
            <a:xfrm>
              <a:off x="1551269" y="2851491"/>
              <a:ext cx="6455" cy="5189"/>
            </a:xfrm>
            <a:custGeom>
              <a:rect b="b" l="l" r="r" t="t"/>
              <a:pathLst>
                <a:path extrusionOk="0" h="123" w="153">
                  <a:moveTo>
                    <a:pt x="62" y="1"/>
                  </a:moveTo>
                  <a:lnTo>
                    <a:pt x="62" y="1"/>
                  </a:lnTo>
                  <a:cubicBezTo>
                    <a:pt x="62" y="1"/>
                    <a:pt x="31" y="62"/>
                    <a:pt x="1" y="122"/>
                  </a:cubicBezTo>
                  <a:cubicBezTo>
                    <a:pt x="122" y="62"/>
                    <a:pt x="153" y="31"/>
                    <a:pt x="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8"/>
            <p:cNvSpPr/>
            <p:nvPr/>
          </p:nvSpPr>
          <p:spPr>
            <a:xfrm>
              <a:off x="1460227" y="2887393"/>
              <a:ext cx="14175" cy="15441"/>
            </a:xfrm>
            <a:custGeom>
              <a:rect b="b" l="l" r="r" t="t"/>
              <a:pathLst>
                <a:path extrusionOk="0" h="366" w="336">
                  <a:moveTo>
                    <a:pt x="92" y="1"/>
                  </a:moveTo>
                  <a:lnTo>
                    <a:pt x="1" y="366"/>
                  </a:lnTo>
                  <a:cubicBezTo>
                    <a:pt x="92" y="244"/>
                    <a:pt x="335" y="183"/>
                    <a:pt x="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8"/>
            <p:cNvSpPr/>
            <p:nvPr/>
          </p:nvSpPr>
          <p:spPr>
            <a:xfrm>
              <a:off x="2186031" y="3803001"/>
              <a:ext cx="5189" cy="3881"/>
            </a:xfrm>
            <a:custGeom>
              <a:rect b="b" l="l" r="r" t="t"/>
              <a:pathLst>
                <a:path extrusionOk="0" h="92" w="123">
                  <a:moveTo>
                    <a:pt x="122" y="0"/>
                  </a:moveTo>
                  <a:cubicBezTo>
                    <a:pt x="61" y="0"/>
                    <a:pt x="31" y="0"/>
                    <a:pt x="1" y="31"/>
                  </a:cubicBezTo>
                  <a:cubicBezTo>
                    <a:pt x="1" y="31"/>
                    <a:pt x="1" y="91"/>
                    <a:pt x="1" y="91"/>
                  </a:cubicBezTo>
                  <a:lnTo>
                    <a:pt x="61" y="91"/>
                  </a:lnTo>
                  <a:lnTo>
                    <a:pt x="1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8"/>
            <p:cNvSpPr/>
            <p:nvPr/>
          </p:nvSpPr>
          <p:spPr>
            <a:xfrm>
              <a:off x="1787227" y="1805985"/>
              <a:ext cx="124411" cy="94078"/>
            </a:xfrm>
            <a:custGeom>
              <a:rect b="b" l="l" r="r" t="t"/>
              <a:pathLst>
                <a:path extrusionOk="0" h="2230" w="2949">
                  <a:moveTo>
                    <a:pt x="2659" y="1"/>
                  </a:moveTo>
                  <a:cubicBezTo>
                    <a:pt x="2543" y="1"/>
                    <a:pt x="2402" y="41"/>
                    <a:pt x="2280" y="41"/>
                  </a:cubicBezTo>
                  <a:cubicBezTo>
                    <a:pt x="1764" y="588"/>
                    <a:pt x="1095" y="953"/>
                    <a:pt x="365" y="1104"/>
                  </a:cubicBezTo>
                  <a:cubicBezTo>
                    <a:pt x="457" y="1469"/>
                    <a:pt x="213" y="1773"/>
                    <a:pt x="1" y="2229"/>
                  </a:cubicBezTo>
                  <a:cubicBezTo>
                    <a:pt x="1004" y="1895"/>
                    <a:pt x="1581" y="1287"/>
                    <a:pt x="2280" y="831"/>
                  </a:cubicBezTo>
                  <a:cubicBezTo>
                    <a:pt x="2341" y="709"/>
                    <a:pt x="2432" y="618"/>
                    <a:pt x="2523" y="557"/>
                  </a:cubicBezTo>
                  <a:cubicBezTo>
                    <a:pt x="2675" y="436"/>
                    <a:pt x="2949" y="314"/>
                    <a:pt x="2858" y="101"/>
                  </a:cubicBezTo>
                  <a:cubicBezTo>
                    <a:pt x="2819" y="23"/>
                    <a:pt x="2746" y="1"/>
                    <a:pt x="26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8"/>
            <p:cNvSpPr/>
            <p:nvPr/>
          </p:nvSpPr>
          <p:spPr>
            <a:xfrm>
              <a:off x="1751325" y="2023127"/>
              <a:ext cx="61594" cy="55941"/>
            </a:xfrm>
            <a:custGeom>
              <a:rect b="b" l="l" r="r" t="t"/>
              <a:pathLst>
                <a:path extrusionOk="0" h="1326" w="1460">
                  <a:moveTo>
                    <a:pt x="1216" y="0"/>
                  </a:moveTo>
                  <a:cubicBezTo>
                    <a:pt x="943" y="486"/>
                    <a:pt x="213" y="608"/>
                    <a:pt x="1" y="1246"/>
                  </a:cubicBezTo>
                  <a:cubicBezTo>
                    <a:pt x="126" y="1302"/>
                    <a:pt x="234" y="1326"/>
                    <a:pt x="330" y="1326"/>
                  </a:cubicBezTo>
                  <a:cubicBezTo>
                    <a:pt x="860" y="1326"/>
                    <a:pt x="996" y="594"/>
                    <a:pt x="1460" y="517"/>
                  </a:cubicBezTo>
                  <a:cubicBezTo>
                    <a:pt x="1308" y="395"/>
                    <a:pt x="1399" y="122"/>
                    <a:pt x="1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8"/>
            <p:cNvSpPr/>
            <p:nvPr/>
          </p:nvSpPr>
          <p:spPr>
            <a:xfrm>
              <a:off x="1653870" y="2229554"/>
              <a:ext cx="34678" cy="29911"/>
            </a:xfrm>
            <a:custGeom>
              <a:rect b="b" l="l" r="r" t="t"/>
              <a:pathLst>
                <a:path extrusionOk="0" h="709" w="822">
                  <a:moveTo>
                    <a:pt x="821" y="1"/>
                  </a:moveTo>
                  <a:lnTo>
                    <a:pt x="0" y="274"/>
                  </a:lnTo>
                  <a:cubicBezTo>
                    <a:pt x="28" y="467"/>
                    <a:pt x="55" y="709"/>
                    <a:pt x="285" y="709"/>
                  </a:cubicBezTo>
                  <a:cubicBezTo>
                    <a:pt x="309" y="709"/>
                    <a:pt x="336" y="706"/>
                    <a:pt x="365" y="700"/>
                  </a:cubicBezTo>
                  <a:cubicBezTo>
                    <a:pt x="730" y="609"/>
                    <a:pt x="821" y="305"/>
                    <a:pt x="8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8"/>
            <p:cNvSpPr/>
            <p:nvPr/>
          </p:nvSpPr>
          <p:spPr>
            <a:xfrm>
              <a:off x="1801318" y="2022663"/>
              <a:ext cx="14091" cy="22275"/>
            </a:xfrm>
            <a:custGeom>
              <a:rect b="b" l="l" r="r" t="t"/>
              <a:pathLst>
                <a:path extrusionOk="0" h="528" w="334">
                  <a:moveTo>
                    <a:pt x="174" y="1"/>
                  </a:moveTo>
                  <a:cubicBezTo>
                    <a:pt x="136" y="1"/>
                    <a:pt x="89" y="5"/>
                    <a:pt x="31" y="11"/>
                  </a:cubicBezTo>
                  <a:cubicBezTo>
                    <a:pt x="1" y="224"/>
                    <a:pt x="92" y="437"/>
                    <a:pt x="275" y="528"/>
                  </a:cubicBezTo>
                  <a:cubicBezTo>
                    <a:pt x="324" y="85"/>
                    <a:pt x="333"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8"/>
            <p:cNvSpPr/>
            <p:nvPr/>
          </p:nvSpPr>
          <p:spPr>
            <a:xfrm>
              <a:off x="1973150" y="1988280"/>
              <a:ext cx="23161" cy="11981"/>
            </a:xfrm>
            <a:custGeom>
              <a:rect b="b" l="l" r="r" t="t"/>
              <a:pathLst>
                <a:path extrusionOk="0" h="284" w="549">
                  <a:moveTo>
                    <a:pt x="75" y="1"/>
                  </a:moveTo>
                  <a:cubicBezTo>
                    <a:pt x="51" y="1"/>
                    <a:pt x="26" y="2"/>
                    <a:pt x="1" y="5"/>
                  </a:cubicBezTo>
                  <a:cubicBezTo>
                    <a:pt x="110" y="169"/>
                    <a:pt x="292" y="284"/>
                    <a:pt x="482" y="284"/>
                  </a:cubicBezTo>
                  <a:cubicBezTo>
                    <a:pt x="504" y="284"/>
                    <a:pt x="526" y="282"/>
                    <a:pt x="548" y="279"/>
                  </a:cubicBezTo>
                  <a:cubicBezTo>
                    <a:pt x="466" y="115"/>
                    <a:pt x="287" y="1"/>
                    <a:pt x="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8"/>
            <p:cNvSpPr/>
            <p:nvPr/>
          </p:nvSpPr>
          <p:spPr>
            <a:xfrm>
              <a:off x="1859031" y="2091092"/>
              <a:ext cx="11602" cy="6286"/>
            </a:xfrm>
            <a:custGeom>
              <a:rect b="b" l="l" r="r" t="t"/>
              <a:pathLst>
                <a:path extrusionOk="0" h="149" w="275">
                  <a:moveTo>
                    <a:pt x="1" y="0"/>
                  </a:moveTo>
                  <a:cubicBezTo>
                    <a:pt x="48" y="95"/>
                    <a:pt x="95" y="148"/>
                    <a:pt x="143" y="148"/>
                  </a:cubicBezTo>
                  <a:cubicBezTo>
                    <a:pt x="187" y="148"/>
                    <a:pt x="230" y="102"/>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8"/>
            <p:cNvSpPr/>
            <p:nvPr/>
          </p:nvSpPr>
          <p:spPr>
            <a:xfrm>
              <a:off x="1333283" y="2170575"/>
              <a:ext cx="34678" cy="35944"/>
            </a:xfrm>
            <a:custGeom>
              <a:rect b="b" l="l" r="r" t="t"/>
              <a:pathLst>
                <a:path extrusionOk="0" h="852" w="822">
                  <a:moveTo>
                    <a:pt x="578" y="1"/>
                  </a:moveTo>
                  <a:cubicBezTo>
                    <a:pt x="153" y="183"/>
                    <a:pt x="1" y="426"/>
                    <a:pt x="274" y="852"/>
                  </a:cubicBezTo>
                  <a:cubicBezTo>
                    <a:pt x="669" y="761"/>
                    <a:pt x="821" y="305"/>
                    <a:pt x="5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8"/>
            <p:cNvSpPr/>
            <p:nvPr/>
          </p:nvSpPr>
          <p:spPr>
            <a:xfrm>
              <a:off x="2189237" y="1633267"/>
              <a:ext cx="195581" cy="150272"/>
            </a:xfrm>
            <a:custGeom>
              <a:rect b="b" l="l" r="r" t="t"/>
              <a:pathLst>
                <a:path extrusionOk="0" h="3562" w="4636">
                  <a:moveTo>
                    <a:pt x="1657" y="1"/>
                  </a:moveTo>
                  <a:lnTo>
                    <a:pt x="837" y="62"/>
                  </a:lnTo>
                  <a:cubicBezTo>
                    <a:pt x="787" y="170"/>
                    <a:pt x="678" y="189"/>
                    <a:pt x="555" y="189"/>
                  </a:cubicBezTo>
                  <a:cubicBezTo>
                    <a:pt x="488" y="189"/>
                    <a:pt x="417" y="183"/>
                    <a:pt x="350" y="183"/>
                  </a:cubicBezTo>
                  <a:cubicBezTo>
                    <a:pt x="160" y="183"/>
                    <a:pt x="1" y="229"/>
                    <a:pt x="46" y="578"/>
                  </a:cubicBezTo>
                  <a:lnTo>
                    <a:pt x="46" y="1673"/>
                  </a:lnTo>
                  <a:cubicBezTo>
                    <a:pt x="266" y="1831"/>
                    <a:pt x="491" y="1887"/>
                    <a:pt x="718" y="1887"/>
                  </a:cubicBezTo>
                  <a:cubicBezTo>
                    <a:pt x="1057" y="1887"/>
                    <a:pt x="1403" y="1764"/>
                    <a:pt x="1748" y="1673"/>
                  </a:cubicBezTo>
                  <a:cubicBezTo>
                    <a:pt x="1809" y="1612"/>
                    <a:pt x="1809" y="1521"/>
                    <a:pt x="1870" y="1460"/>
                  </a:cubicBezTo>
                  <a:lnTo>
                    <a:pt x="1870" y="1460"/>
                  </a:lnTo>
                  <a:cubicBezTo>
                    <a:pt x="1870" y="1521"/>
                    <a:pt x="1870" y="1612"/>
                    <a:pt x="1840" y="1673"/>
                  </a:cubicBezTo>
                  <a:cubicBezTo>
                    <a:pt x="1019" y="2341"/>
                    <a:pt x="1536" y="2949"/>
                    <a:pt x="1931" y="3557"/>
                  </a:cubicBezTo>
                  <a:cubicBezTo>
                    <a:pt x="1966" y="3560"/>
                    <a:pt x="2000" y="3561"/>
                    <a:pt x="2032" y="3561"/>
                  </a:cubicBezTo>
                  <a:cubicBezTo>
                    <a:pt x="2691" y="3561"/>
                    <a:pt x="2698" y="2987"/>
                    <a:pt x="2843" y="2524"/>
                  </a:cubicBezTo>
                  <a:cubicBezTo>
                    <a:pt x="2843" y="2432"/>
                    <a:pt x="2782" y="2341"/>
                    <a:pt x="2782" y="2250"/>
                  </a:cubicBezTo>
                  <a:lnTo>
                    <a:pt x="2782" y="2250"/>
                  </a:lnTo>
                  <a:cubicBezTo>
                    <a:pt x="2843" y="2281"/>
                    <a:pt x="2934" y="2311"/>
                    <a:pt x="2995" y="2341"/>
                  </a:cubicBezTo>
                  <a:cubicBezTo>
                    <a:pt x="3097" y="2355"/>
                    <a:pt x="3191" y="2361"/>
                    <a:pt x="3279" y="2361"/>
                  </a:cubicBezTo>
                  <a:cubicBezTo>
                    <a:pt x="4390" y="2361"/>
                    <a:pt x="4382" y="1339"/>
                    <a:pt x="4636" y="578"/>
                  </a:cubicBezTo>
                  <a:lnTo>
                    <a:pt x="4636" y="62"/>
                  </a:lnTo>
                  <a:lnTo>
                    <a:pt x="16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8"/>
            <p:cNvSpPr/>
            <p:nvPr/>
          </p:nvSpPr>
          <p:spPr>
            <a:xfrm>
              <a:off x="2151395" y="1684990"/>
              <a:ext cx="150103" cy="98381"/>
            </a:xfrm>
            <a:custGeom>
              <a:rect b="b" l="l" r="r" t="t"/>
              <a:pathLst>
                <a:path extrusionOk="0" h="2332" w="3558">
                  <a:moveTo>
                    <a:pt x="445" y="1"/>
                  </a:moveTo>
                  <a:cubicBezTo>
                    <a:pt x="420" y="1"/>
                    <a:pt x="394" y="7"/>
                    <a:pt x="366" y="21"/>
                  </a:cubicBezTo>
                  <a:cubicBezTo>
                    <a:pt x="1" y="173"/>
                    <a:pt x="335" y="447"/>
                    <a:pt x="396" y="659"/>
                  </a:cubicBezTo>
                  <a:cubicBezTo>
                    <a:pt x="510" y="811"/>
                    <a:pt x="665" y="837"/>
                    <a:pt x="828" y="837"/>
                  </a:cubicBezTo>
                  <a:cubicBezTo>
                    <a:pt x="911" y="837"/>
                    <a:pt x="997" y="830"/>
                    <a:pt x="1079" y="830"/>
                  </a:cubicBezTo>
                  <a:cubicBezTo>
                    <a:pt x="1223" y="830"/>
                    <a:pt x="1358" y="850"/>
                    <a:pt x="1460" y="963"/>
                  </a:cubicBezTo>
                  <a:cubicBezTo>
                    <a:pt x="1582" y="1024"/>
                    <a:pt x="1825" y="1055"/>
                    <a:pt x="1825" y="1085"/>
                  </a:cubicBezTo>
                  <a:cubicBezTo>
                    <a:pt x="1916" y="1662"/>
                    <a:pt x="2311" y="2149"/>
                    <a:pt x="2858" y="2331"/>
                  </a:cubicBezTo>
                  <a:cubicBezTo>
                    <a:pt x="2889" y="2027"/>
                    <a:pt x="2797" y="1693"/>
                    <a:pt x="2645" y="1450"/>
                  </a:cubicBezTo>
                  <a:cubicBezTo>
                    <a:pt x="2524" y="1328"/>
                    <a:pt x="2311" y="1115"/>
                    <a:pt x="2645" y="1055"/>
                  </a:cubicBezTo>
                  <a:cubicBezTo>
                    <a:pt x="3557" y="933"/>
                    <a:pt x="2858" y="477"/>
                    <a:pt x="2828" y="173"/>
                  </a:cubicBezTo>
                  <a:lnTo>
                    <a:pt x="2828" y="173"/>
                  </a:lnTo>
                  <a:lnTo>
                    <a:pt x="943" y="447"/>
                  </a:lnTo>
                  <a:cubicBezTo>
                    <a:pt x="728" y="366"/>
                    <a:pt x="632" y="1"/>
                    <a:pt x="4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8"/>
            <p:cNvSpPr/>
            <p:nvPr/>
          </p:nvSpPr>
          <p:spPr>
            <a:xfrm>
              <a:off x="2100136" y="1634322"/>
              <a:ext cx="124411" cy="52397"/>
            </a:xfrm>
            <a:custGeom>
              <a:rect b="b" l="l" r="r" t="t"/>
              <a:pathLst>
                <a:path extrusionOk="0" h="1242" w="2949">
                  <a:moveTo>
                    <a:pt x="2270" y="1"/>
                  </a:moveTo>
                  <a:cubicBezTo>
                    <a:pt x="1456" y="1"/>
                    <a:pt x="742" y="413"/>
                    <a:pt x="0" y="584"/>
                  </a:cubicBezTo>
                  <a:cubicBezTo>
                    <a:pt x="136" y="828"/>
                    <a:pt x="392" y="1241"/>
                    <a:pt x="489" y="1241"/>
                  </a:cubicBezTo>
                  <a:cubicBezTo>
                    <a:pt x="501" y="1241"/>
                    <a:pt x="510" y="1235"/>
                    <a:pt x="517" y="1222"/>
                  </a:cubicBezTo>
                  <a:cubicBezTo>
                    <a:pt x="851" y="432"/>
                    <a:pt x="1672" y="918"/>
                    <a:pt x="2158" y="553"/>
                  </a:cubicBezTo>
                  <a:cubicBezTo>
                    <a:pt x="2310" y="219"/>
                    <a:pt x="2797" y="371"/>
                    <a:pt x="2949" y="37"/>
                  </a:cubicBezTo>
                  <a:lnTo>
                    <a:pt x="2432" y="6"/>
                  </a:lnTo>
                  <a:cubicBezTo>
                    <a:pt x="2377" y="2"/>
                    <a:pt x="2323" y="1"/>
                    <a:pt x="22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8"/>
            <p:cNvSpPr/>
            <p:nvPr/>
          </p:nvSpPr>
          <p:spPr>
            <a:xfrm>
              <a:off x="2010360" y="1741775"/>
              <a:ext cx="98761" cy="43917"/>
            </a:xfrm>
            <a:custGeom>
              <a:rect b="b" l="l" r="r" t="t"/>
              <a:pathLst>
                <a:path extrusionOk="0" h="1041" w="2341">
                  <a:moveTo>
                    <a:pt x="1772" y="0"/>
                  </a:moveTo>
                  <a:cubicBezTo>
                    <a:pt x="1533" y="0"/>
                    <a:pt x="1275" y="116"/>
                    <a:pt x="1034" y="164"/>
                  </a:cubicBezTo>
                  <a:cubicBezTo>
                    <a:pt x="791" y="256"/>
                    <a:pt x="548" y="347"/>
                    <a:pt x="304" y="438"/>
                  </a:cubicBezTo>
                  <a:cubicBezTo>
                    <a:pt x="122" y="499"/>
                    <a:pt x="0" y="620"/>
                    <a:pt x="31" y="803"/>
                  </a:cubicBezTo>
                  <a:cubicBezTo>
                    <a:pt x="92" y="985"/>
                    <a:pt x="335" y="955"/>
                    <a:pt x="487" y="985"/>
                  </a:cubicBezTo>
                  <a:cubicBezTo>
                    <a:pt x="512" y="1023"/>
                    <a:pt x="548" y="1040"/>
                    <a:pt x="586" y="1040"/>
                  </a:cubicBezTo>
                  <a:cubicBezTo>
                    <a:pt x="639" y="1040"/>
                    <a:pt x="695" y="1008"/>
                    <a:pt x="730" y="955"/>
                  </a:cubicBezTo>
                  <a:cubicBezTo>
                    <a:pt x="1125" y="588"/>
                    <a:pt x="1677" y="404"/>
                    <a:pt x="2217" y="404"/>
                  </a:cubicBezTo>
                  <a:cubicBezTo>
                    <a:pt x="2258" y="404"/>
                    <a:pt x="2300" y="405"/>
                    <a:pt x="2341" y="408"/>
                  </a:cubicBezTo>
                  <a:cubicBezTo>
                    <a:pt x="2183" y="92"/>
                    <a:pt x="1985" y="0"/>
                    <a:pt x="1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8"/>
            <p:cNvSpPr/>
            <p:nvPr/>
          </p:nvSpPr>
          <p:spPr>
            <a:xfrm>
              <a:off x="2006521" y="1782022"/>
              <a:ext cx="61594" cy="39319"/>
            </a:xfrm>
            <a:custGeom>
              <a:rect b="b" l="l" r="r" t="t"/>
              <a:pathLst>
                <a:path extrusionOk="0" h="932" w="1460">
                  <a:moveTo>
                    <a:pt x="821" y="1"/>
                  </a:moveTo>
                  <a:cubicBezTo>
                    <a:pt x="730" y="1"/>
                    <a:pt x="639" y="31"/>
                    <a:pt x="578" y="31"/>
                  </a:cubicBezTo>
                  <a:cubicBezTo>
                    <a:pt x="395" y="305"/>
                    <a:pt x="0" y="426"/>
                    <a:pt x="31" y="852"/>
                  </a:cubicBezTo>
                  <a:cubicBezTo>
                    <a:pt x="223" y="867"/>
                    <a:pt x="430" y="932"/>
                    <a:pt x="626" y="932"/>
                  </a:cubicBezTo>
                  <a:cubicBezTo>
                    <a:pt x="833" y="932"/>
                    <a:pt x="1030" y="859"/>
                    <a:pt x="1186" y="578"/>
                  </a:cubicBezTo>
                  <a:cubicBezTo>
                    <a:pt x="1459" y="122"/>
                    <a:pt x="1125" y="62"/>
                    <a:pt x="8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8"/>
            <p:cNvSpPr/>
            <p:nvPr/>
          </p:nvSpPr>
          <p:spPr>
            <a:xfrm>
              <a:off x="2133465" y="1708952"/>
              <a:ext cx="79523" cy="28308"/>
            </a:xfrm>
            <a:custGeom>
              <a:rect b="b" l="l" r="r" t="t"/>
              <a:pathLst>
                <a:path extrusionOk="0" h="671" w="1885">
                  <a:moveTo>
                    <a:pt x="821" y="91"/>
                  </a:moveTo>
                  <a:cubicBezTo>
                    <a:pt x="548" y="304"/>
                    <a:pt x="183" y="365"/>
                    <a:pt x="0" y="669"/>
                  </a:cubicBezTo>
                  <a:cubicBezTo>
                    <a:pt x="24" y="670"/>
                    <a:pt x="48" y="671"/>
                    <a:pt x="72" y="671"/>
                  </a:cubicBezTo>
                  <a:cubicBezTo>
                    <a:pt x="618" y="671"/>
                    <a:pt x="1144" y="382"/>
                    <a:pt x="1687" y="382"/>
                  </a:cubicBezTo>
                  <a:cubicBezTo>
                    <a:pt x="1753" y="382"/>
                    <a:pt x="1819" y="386"/>
                    <a:pt x="1885" y="395"/>
                  </a:cubicBezTo>
                  <a:cubicBezTo>
                    <a:pt x="1611" y="0"/>
                    <a:pt x="1186" y="183"/>
                    <a:pt x="821" y="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8"/>
            <p:cNvSpPr/>
            <p:nvPr/>
          </p:nvSpPr>
          <p:spPr>
            <a:xfrm>
              <a:off x="2053940" y="1736670"/>
              <a:ext cx="79566" cy="22317"/>
            </a:xfrm>
            <a:custGeom>
              <a:rect b="b" l="l" r="r" t="t"/>
              <a:pathLst>
                <a:path extrusionOk="0" h="529" w="1886">
                  <a:moveTo>
                    <a:pt x="885" y="0"/>
                  </a:moveTo>
                  <a:cubicBezTo>
                    <a:pt x="579" y="0"/>
                    <a:pt x="279" y="51"/>
                    <a:pt x="1" y="285"/>
                  </a:cubicBezTo>
                  <a:cubicBezTo>
                    <a:pt x="54" y="293"/>
                    <a:pt x="109" y="296"/>
                    <a:pt x="164" y="296"/>
                  </a:cubicBezTo>
                  <a:cubicBezTo>
                    <a:pt x="331" y="296"/>
                    <a:pt x="506" y="270"/>
                    <a:pt x="677" y="270"/>
                  </a:cubicBezTo>
                  <a:cubicBezTo>
                    <a:pt x="905" y="270"/>
                    <a:pt x="1126" y="316"/>
                    <a:pt x="1308" y="529"/>
                  </a:cubicBezTo>
                  <a:cubicBezTo>
                    <a:pt x="1581" y="468"/>
                    <a:pt x="1794" y="285"/>
                    <a:pt x="1885" y="12"/>
                  </a:cubicBezTo>
                  <a:lnTo>
                    <a:pt x="1885" y="12"/>
                  </a:lnTo>
                  <a:cubicBezTo>
                    <a:pt x="1791" y="25"/>
                    <a:pt x="1695" y="30"/>
                    <a:pt x="1600" y="30"/>
                  </a:cubicBezTo>
                  <a:cubicBezTo>
                    <a:pt x="1361" y="30"/>
                    <a:pt x="1121" y="0"/>
                    <a:pt x="8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8"/>
            <p:cNvSpPr/>
            <p:nvPr/>
          </p:nvSpPr>
          <p:spPr>
            <a:xfrm>
              <a:off x="2742576" y="3011805"/>
              <a:ext cx="356527" cy="589950"/>
            </a:xfrm>
            <a:custGeom>
              <a:rect b="b" l="l" r="r" t="t"/>
              <a:pathLst>
                <a:path extrusionOk="0" h="13984" w="8451">
                  <a:moveTo>
                    <a:pt x="8086" y="0"/>
                  </a:moveTo>
                  <a:cubicBezTo>
                    <a:pt x="7569" y="183"/>
                    <a:pt x="7447" y="669"/>
                    <a:pt x="7204" y="1064"/>
                  </a:cubicBezTo>
                  <a:cubicBezTo>
                    <a:pt x="7174" y="1186"/>
                    <a:pt x="7113" y="1277"/>
                    <a:pt x="7083" y="1368"/>
                  </a:cubicBezTo>
                  <a:cubicBezTo>
                    <a:pt x="7022" y="1520"/>
                    <a:pt x="6931" y="1642"/>
                    <a:pt x="6870" y="1794"/>
                  </a:cubicBezTo>
                  <a:lnTo>
                    <a:pt x="6779" y="1915"/>
                  </a:lnTo>
                  <a:cubicBezTo>
                    <a:pt x="6718" y="1976"/>
                    <a:pt x="6657" y="2067"/>
                    <a:pt x="6596" y="2128"/>
                  </a:cubicBezTo>
                  <a:cubicBezTo>
                    <a:pt x="6535" y="2219"/>
                    <a:pt x="6475" y="2310"/>
                    <a:pt x="6444" y="2401"/>
                  </a:cubicBezTo>
                  <a:cubicBezTo>
                    <a:pt x="6353" y="2523"/>
                    <a:pt x="6292" y="2675"/>
                    <a:pt x="6232" y="2797"/>
                  </a:cubicBezTo>
                  <a:cubicBezTo>
                    <a:pt x="6171" y="2918"/>
                    <a:pt x="6140" y="3009"/>
                    <a:pt x="6110" y="3101"/>
                  </a:cubicBezTo>
                  <a:cubicBezTo>
                    <a:pt x="5928" y="3587"/>
                    <a:pt x="5684" y="4043"/>
                    <a:pt x="5350" y="4438"/>
                  </a:cubicBezTo>
                  <a:cubicBezTo>
                    <a:pt x="4833" y="5259"/>
                    <a:pt x="4469" y="6170"/>
                    <a:pt x="4043" y="7052"/>
                  </a:cubicBezTo>
                  <a:cubicBezTo>
                    <a:pt x="3739" y="7994"/>
                    <a:pt x="3131" y="8754"/>
                    <a:pt x="2554" y="9544"/>
                  </a:cubicBezTo>
                  <a:cubicBezTo>
                    <a:pt x="2462" y="9636"/>
                    <a:pt x="2402" y="9727"/>
                    <a:pt x="2341" y="9848"/>
                  </a:cubicBezTo>
                  <a:cubicBezTo>
                    <a:pt x="2037" y="10244"/>
                    <a:pt x="1855" y="10699"/>
                    <a:pt x="1611" y="11095"/>
                  </a:cubicBezTo>
                  <a:cubicBezTo>
                    <a:pt x="1399" y="11520"/>
                    <a:pt x="1095" y="11885"/>
                    <a:pt x="730" y="12219"/>
                  </a:cubicBezTo>
                  <a:cubicBezTo>
                    <a:pt x="639" y="12310"/>
                    <a:pt x="578" y="12402"/>
                    <a:pt x="487" y="12523"/>
                  </a:cubicBezTo>
                  <a:cubicBezTo>
                    <a:pt x="335" y="12736"/>
                    <a:pt x="183" y="13010"/>
                    <a:pt x="61" y="13283"/>
                  </a:cubicBezTo>
                  <a:cubicBezTo>
                    <a:pt x="31" y="13374"/>
                    <a:pt x="0" y="13496"/>
                    <a:pt x="0" y="13617"/>
                  </a:cubicBezTo>
                  <a:cubicBezTo>
                    <a:pt x="31" y="13739"/>
                    <a:pt x="61" y="13830"/>
                    <a:pt x="122" y="13952"/>
                  </a:cubicBezTo>
                  <a:cubicBezTo>
                    <a:pt x="165" y="13973"/>
                    <a:pt x="208" y="13983"/>
                    <a:pt x="250" y="13983"/>
                  </a:cubicBezTo>
                  <a:cubicBezTo>
                    <a:pt x="326" y="13983"/>
                    <a:pt x="397" y="13950"/>
                    <a:pt x="456" y="13891"/>
                  </a:cubicBezTo>
                  <a:cubicBezTo>
                    <a:pt x="548" y="13648"/>
                    <a:pt x="760" y="13465"/>
                    <a:pt x="973" y="13313"/>
                  </a:cubicBezTo>
                  <a:cubicBezTo>
                    <a:pt x="1155" y="13192"/>
                    <a:pt x="1095" y="12949"/>
                    <a:pt x="1277" y="12827"/>
                  </a:cubicBezTo>
                  <a:cubicBezTo>
                    <a:pt x="1338" y="12706"/>
                    <a:pt x="1429" y="12614"/>
                    <a:pt x="1551" y="12554"/>
                  </a:cubicBezTo>
                  <a:cubicBezTo>
                    <a:pt x="2098" y="12219"/>
                    <a:pt x="2250" y="11459"/>
                    <a:pt x="2858" y="11186"/>
                  </a:cubicBezTo>
                  <a:lnTo>
                    <a:pt x="4469" y="8997"/>
                  </a:lnTo>
                  <a:cubicBezTo>
                    <a:pt x="4499" y="8541"/>
                    <a:pt x="4864" y="8329"/>
                    <a:pt x="5046" y="7933"/>
                  </a:cubicBezTo>
                  <a:lnTo>
                    <a:pt x="5320" y="7417"/>
                  </a:lnTo>
                  <a:cubicBezTo>
                    <a:pt x="5502" y="7265"/>
                    <a:pt x="5411" y="6991"/>
                    <a:pt x="5593" y="6839"/>
                  </a:cubicBezTo>
                  <a:cubicBezTo>
                    <a:pt x="5654" y="6596"/>
                    <a:pt x="5745" y="6322"/>
                    <a:pt x="5836" y="6079"/>
                  </a:cubicBezTo>
                  <a:cubicBezTo>
                    <a:pt x="6779" y="4408"/>
                    <a:pt x="7599" y="2675"/>
                    <a:pt x="8298" y="882"/>
                  </a:cubicBezTo>
                  <a:cubicBezTo>
                    <a:pt x="8420" y="730"/>
                    <a:pt x="8450" y="547"/>
                    <a:pt x="8420" y="365"/>
                  </a:cubicBezTo>
                  <a:cubicBezTo>
                    <a:pt x="8420" y="152"/>
                    <a:pt x="8268" y="0"/>
                    <a:pt x="80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8"/>
            <p:cNvSpPr/>
            <p:nvPr/>
          </p:nvSpPr>
          <p:spPr>
            <a:xfrm>
              <a:off x="2574583" y="3570165"/>
              <a:ext cx="165459" cy="149386"/>
            </a:xfrm>
            <a:custGeom>
              <a:rect b="b" l="l" r="r" t="t"/>
              <a:pathLst>
                <a:path extrusionOk="0" h="3541" w="3922">
                  <a:moveTo>
                    <a:pt x="3345" y="1"/>
                  </a:moveTo>
                  <a:cubicBezTo>
                    <a:pt x="3026" y="1"/>
                    <a:pt x="2732" y="262"/>
                    <a:pt x="2463" y="474"/>
                  </a:cubicBezTo>
                  <a:cubicBezTo>
                    <a:pt x="1946" y="899"/>
                    <a:pt x="1520" y="1416"/>
                    <a:pt x="1186" y="1993"/>
                  </a:cubicBezTo>
                  <a:cubicBezTo>
                    <a:pt x="1040" y="2163"/>
                    <a:pt x="1050" y="2527"/>
                    <a:pt x="781" y="2527"/>
                  </a:cubicBezTo>
                  <a:cubicBezTo>
                    <a:pt x="713" y="2527"/>
                    <a:pt x="627" y="2504"/>
                    <a:pt x="517" y="2449"/>
                  </a:cubicBezTo>
                  <a:cubicBezTo>
                    <a:pt x="497" y="2437"/>
                    <a:pt x="475" y="2431"/>
                    <a:pt x="454" y="2431"/>
                  </a:cubicBezTo>
                  <a:cubicBezTo>
                    <a:pt x="317" y="2431"/>
                    <a:pt x="170" y="2657"/>
                    <a:pt x="92" y="2814"/>
                  </a:cubicBezTo>
                  <a:lnTo>
                    <a:pt x="1" y="2936"/>
                  </a:lnTo>
                  <a:lnTo>
                    <a:pt x="92" y="3088"/>
                  </a:lnTo>
                  <a:cubicBezTo>
                    <a:pt x="319" y="3110"/>
                    <a:pt x="393" y="3541"/>
                    <a:pt x="620" y="3541"/>
                  </a:cubicBezTo>
                  <a:cubicBezTo>
                    <a:pt x="696" y="3541"/>
                    <a:pt x="790" y="3492"/>
                    <a:pt x="912" y="3361"/>
                  </a:cubicBezTo>
                  <a:cubicBezTo>
                    <a:pt x="1125" y="2966"/>
                    <a:pt x="1551" y="2905"/>
                    <a:pt x="1885" y="2692"/>
                  </a:cubicBezTo>
                  <a:cubicBezTo>
                    <a:pt x="2523" y="1872"/>
                    <a:pt x="3648" y="1446"/>
                    <a:pt x="3922" y="322"/>
                  </a:cubicBezTo>
                  <a:cubicBezTo>
                    <a:pt x="3721" y="88"/>
                    <a:pt x="3529" y="1"/>
                    <a:pt x="3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8"/>
            <p:cNvSpPr/>
            <p:nvPr/>
          </p:nvSpPr>
          <p:spPr>
            <a:xfrm>
              <a:off x="2643814" y="3573962"/>
              <a:ext cx="110320" cy="119686"/>
            </a:xfrm>
            <a:custGeom>
              <a:rect b="b" l="l" r="r" t="t"/>
              <a:pathLst>
                <a:path extrusionOk="0" h="2837" w="2615">
                  <a:moveTo>
                    <a:pt x="2408" y="1"/>
                  </a:moveTo>
                  <a:cubicBezTo>
                    <a:pt x="2268" y="1"/>
                    <a:pt x="2196" y="98"/>
                    <a:pt x="2220" y="292"/>
                  </a:cubicBezTo>
                  <a:cubicBezTo>
                    <a:pt x="1490" y="809"/>
                    <a:pt x="1186" y="1843"/>
                    <a:pt x="244" y="2116"/>
                  </a:cubicBezTo>
                  <a:cubicBezTo>
                    <a:pt x="153" y="2147"/>
                    <a:pt x="123" y="2359"/>
                    <a:pt x="92" y="2481"/>
                  </a:cubicBezTo>
                  <a:cubicBezTo>
                    <a:pt x="62" y="2481"/>
                    <a:pt x="31" y="2511"/>
                    <a:pt x="31" y="2542"/>
                  </a:cubicBezTo>
                  <a:cubicBezTo>
                    <a:pt x="1" y="2633"/>
                    <a:pt x="31" y="2724"/>
                    <a:pt x="92" y="2785"/>
                  </a:cubicBezTo>
                  <a:cubicBezTo>
                    <a:pt x="161" y="2819"/>
                    <a:pt x="233" y="2836"/>
                    <a:pt x="305" y="2836"/>
                  </a:cubicBezTo>
                  <a:cubicBezTo>
                    <a:pt x="426" y="2836"/>
                    <a:pt x="544" y="2789"/>
                    <a:pt x="639" y="2694"/>
                  </a:cubicBezTo>
                  <a:cubicBezTo>
                    <a:pt x="974" y="2147"/>
                    <a:pt x="1430" y="1691"/>
                    <a:pt x="1977" y="1356"/>
                  </a:cubicBezTo>
                  <a:cubicBezTo>
                    <a:pt x="2068" y="1265"/>
                    <a:pt x="2159" y="1174"/>
                    <a:pt x="2281" y="1113"/>
                  </a:cubicBezTo>
                  <a:cubicBezTo>
                    <a:pt x="2341" y="1022"/>
                    <a:pt x="2433" y="931"/>
                    <a:pt x="2524" y="840"/>
                  </a:cubicBezTo>
                  <a:cubicBezTo>
                    <a:pt x="2554" y="840"/>
                    <a:pt x="2554" y="809"/>
                    <a:pt x="2585" y="748"/>
                  </a:cubicBezTo>
                  <a:cubicBezTo>
                    <a:pt x="2615" y="688"/>
                    <a:pt x="2585" y="627"/>
                    <a:pt x="2524" y="566"/>
                  </a:cubicBezTo>
                  <a:lnTo>
                    <a:pt x="2524" y="19"/>
                  </a:lnTo>
                  <a:cubicBezTo>
                    <a:pt x="2481" y="7"/>
                    <a:pt x="2442" y="1"/>
                    <a:pt x="2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8"/>
            <p:cNvSpPr/>
            <p:nvPr/>
          </p:nvSpPr>
          <p:spPr>
            <a:xfrm>
              <a:off x="2604073" y="3678588"/>
              <a:ext cx="48769" cy="34678"/>
            </a:xfrm>
            <a:custGeom>
              <a:rect b="b" l="l" r="r" t="t"/>
              <a:pathLst>
                <a:path extrusionOk="0" h="822" w="1156">
                  <a:moveTo>
                    <a:pt x="1034" y="1"/>
                  </a:moveTo>
                  <a:cubicBezTo>
                    <a:pt x="791" y="92"/>
                    <a:pt x="548" y="214"/>
                    <a:pt x="365" y="335"/>
                  </a:cubicBezTo>
                  <a:cubicBezTo>
                    <a:pt x="183" y="426"/>
                    <a:pt x="1" y="578"/>
                    <a:pt x="244" y="822"/>
                  </a:cubicBezTo>
                  <a:lnTo>
                    <a:pt x="1004" y="487"/>
                  </a:lnTo>
                  <a:cubicBezTo>
                    <a:pt x="1034" y="487"/>
                    <a:pt x="1095" y="457"/>
                    <a:pt x="1125" y="426"/>
                  </a:cubicBezTo>
                  <a:cubicBezTo>
                    <a:pt x="1156" y="396"/>
                    <a:pt x="1125" y="335"/>
                    <a:pt x="1034" y="244"/>
                  </a:cubicBezTo>
                  <a:lnTo>
                    <a:pt x="10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8"/>
            <p:cNvSpPr/>
            <p:nvPr/>
          </p:nvSpPr>
          <p:spPr>
            <a:xfrm>
              <a:off x="2543871" y="3688756"/>
              <a:ext cx="34594" cy="23414"/>
            </a:xfrm>
            <a:custGeom>
              <a:rect b="b" l="l" r="r" t="t"/>
              <a:pathLst>
                <a:path extrusionOk="0" h="555" w="820">
                  <a:moveTo>
                    <a:pt x="526" y="1"/>
                  </a:moveTo>
                  <a:cubicBezTo>
                    <a:pt x="218" y="1"/>
                    <a:pt x="1" y="262"/>
                    <a:pt x="29" y="550"/>
                  </a:cubicBezTo>
                  <a:cubicBezTo>
                    <a:pt x="102" y="550"/>
                    <a:pt x="180" y="555"/>
                    <a:pt x="257" y="555"/>
                  </a:cubicBezTo>
                  <a:cubicBezTo>
                    <a:pt x="471" y="555"/>
                    <a:pt x="686" y="522"/>
                    <a:pt x="820" y="277"/>
                  </a:cubicBezTo>
                  <a:cubicBezTo>
                    <a:pt x="759" y="185"/>
                    <a:pt x="668" y="94"/>
                    <a:pt x="577" y="3"/>
                  </a:cubicBezTo>
                  <a:cubicBezTo>
                    <a:pt x="559" y="2"/>
                    <a:pt x="543" y="1"/>
                    <a:pt x="5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8"/>
            <p:cNvSpPr/>
            <p:nvPr/>
          </p:nvSpPr>
          <p:spPr>
            <a:xfrm>
              <a:off x="2783625" y="3552952"/>
              <a:ext cx="12867" cy="20545"/>
            </a:xfrm>
            <a:custGeom>
              <a:rect b="b" l="l" r="r" t="t"/>
              <a:pathLst>
                <a:path extrusionOk="0" h="487" w="305">
                  <a:moveTo>
                    <a:pt x="304" y="0"/>
                  </a:moveTo>
                  <a:lnTo>
                    <a:pt x="304" y="0"/>
                  </a:lnTo>
                  <a:cubicBezTo>
                    <a:pt x="122" y="91"/>
                    <a:pt x="0" y="274"/>
                    <a:pt x="0" y="486"/>
                  </a:cubicBezTo>
                  <a:cubicBezTo>
                    <a:pt x="243" y="426"/>
                    <a:pt x="274" y="213"/>
                    <a:pt x="3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8"/>
            <p:cNvSpPr/>
            <p:nvPr/>
          </p:nvSpPr>
          <p:spPr>
            <a:xfrm>
              <a:off x="2646388" y="3688882"/>
              <a:ext cx="23119" cy="10673"/>
            </a:xfrm>
            <a:custGeom>
              <a:rect b="b" l="l" r="r" t="t"/>
              <a:pathLst>
                <a:path extrusionOk="0" h="253" w="548">
                  <a:moveTo>
                    <a:pt x="31" y="0"/>
                  </a:moveTo>
                  <a:cubicBezTo>
                    <a:pt x="31" y="91"/>
                    <a:pt x="1" y="182"/>
                    <a:pt x="1" y="243"/>
                  </a:cubicBezTo>
                  <a:cubicBezTo>
                    <a:pt x="49" y="249"/>
                    <a:pt x="97" y="253"/>
                    <a:pt x="142" y="253"/>
                  </a:cubicBezTo>
                  <a:cubicBezTo>
                    <a:pt x="324" y="253"/>
                    <a:pt x="475" y="195"/>
                    <a:pt x="5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8"/>
            <p:cNvSpPr/>
            <p:nvPr/>
          </p:nvSpPr>
          <p:spPr>
            <a:xfrm>
              <a:off x="2725912" y="3622183"/>
              <a:ext cx="12867" cy="10294"/>
            </a:xfrm>
            <a:custGeom>
              <a:rect b="b" l="l" r="r" t="t"/>
              <a:pathLst>
                <a:path extrusionOk="0" h="244" w="305">
                  <a:moveTo>
                    <a:pt x="0" y="244"/>
                  </a:moveTo>
                  <a:lnTo>
                    <a:pt x="3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8"/>
            <p:cNvSpPr/>
            <p:nvPr/>
          </p:nvSpPr>
          <p:spPr>
            <a:xfrm>
              <a:off x="2740003" y="3609358"/>
              <a:ext cx="10294" cy="11602"/>
            </a:xfrm>
            <a:custGeom>
              <a:rect b="b" l="l" r="r" t="t"/>
              <a:pathLst>
                <a:path extrusionOk="0" h="275" w="244">
                  <a:moveTo>
                    <a:pt x="1" y="274"/>
                  </a:moveTo>
                  <a:lnTo>
                    <a:pt x="2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8"/>
            <p:cNvSpPr/>
            <p:nvPr/>
          </p:nvSpPr>
          <p:spPr>
            <a:xfrm>
              <a:off x="2750255" y="3597798"/>
              <a:ext cx="11602" cy="11602"/>
            </a:xfrm>
            <a:custGeom>
              <a:rect b="b" l="l" r="r" t="t"/>
              <a:pathLst>
                <a:path extrusionOk="0" h="275" w="275">
                  <a:moveTo>
                    <a:pt x="274" y="1"/>
                  </a:moveTo>
                  <a:cubicBezTo>
                    <a:pt x="183" y="1"/>
                    <a:pt x="92" y="31"/>
                    <a:pt x="1" y="31"/>
                  </a:cubicBezTo>
                  <a:lnTo>
                    <a:pt x="1" y="275"/>
                  </a:lnTo>
                  <a:lnTo>
                    <a:pt x="2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8"/>
            <p:cNvSpPr/>
            <p:nvPr/>
          </p:nvSpPr>
          <p:spPr>
            <a:xfrm>
              <a:off x="2796451" y="3541392"/>
              <a:ext cx="11559" cy="11602"/>
            </a:xfrm>
            <a:custGeom>
              <a:rect b="b" l="l" r="r" t="t"/>
              <a:pathLst>
                <a:path extrusionOk="0" h="275" w="274">
                  <a:moveTo>
                    <a:pt x="0" y="274"/>
                  </a:moveTo>
                  <a:lnTo>
                    <a:pt x="2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8"/>
            <p:cNvSpPr/>
            <p:nvPr/>
          </p:nvSpPr>
          <p:spPr>
            <a:xfrm>
              <a:off x="2475863" y="3306742"/>
              <a:ext cx="219291" cy="314213"/>
            </a:xfrm>
            <a:custGeom>
              <a:rect b="b" l="l" r="r" t="t"/>
              <a:pathLst>
                <a:path extrusionOk="0" h="7448" w="5198">
                  <a:moveTo>
                    <a:pt x="4255" y="0"/>
                  </a:moveTo>
                  <a:cubicBezTo>
                    <a:pt x="4134" y="31"/>
                    <a:pt x="4043" y="91"/>
                    <a:pt x="3952" y="183"/>
                  </a:cubicBezTo>
                  <a:cubicBezTo>
                    <a:pt x="3830" y="365"/>
                    <a:pt x="3830" y="699"/>
                    <a:pt x="3496" y="760"/>
                  </a:cubicBezTo>
                  <a:cubicBezTo>
                    <a:pt x="3374" y="760"/>
                    <a:pt x="3283" y="790"/>
                    <a:pt x="3161" y="790"/>
                  </a:cubicBezTo>
                  <a:cubicBezTo>
                    <a:pt x="2827" y="1064"/>
                    <a:pt x="2462" y="1277"/>
                    <a:pt x="2067" y="1520"/>
                  </a:cubicBezTo>
                  <a:cubicBezTo>
                    <a:pt x="1976" y="1885"/>
                    <a:pt x="2128" y="2371"/>
                    <a:pt x="1489" y="2523"/>
                  </a:cubicBezTo>
                  <a:cubicBezTo>
                    <a:pt x="1125" y="2584"/>
                    <a:pt x="1155" y="2949"/>
                    <a:pt x="1368" y="3253"/>
                  </a:cubicBezTo>
                  <a:cubicBezTo>
                    <a:pt x="1398" y="3344"/>
                    <a:pt x="1581" y="3313"/>
                    <a:pt x="1581" y="3374"/>
                  </a:cubicBezTo>
                  <a:cubicBezTo>
                    <a:pt x="1574" y="3393"/>
                    <a:pt x="1562" y="3400"/>
                    <a:pt x="1547" y="3400"/>
                  </a:cubicBezTo>
                  <a:cubicBezTo>
                    <a:pt x="1504" y="3400"/>
                    <a:pt x="1434" y="3348"/>
                    <a:pt x="1371" y="3348"/>
                  </a:cubicBezTo>
                  <a:cubicBezTo>
                    <a:pt x="1348" y="3348"/>
                    <a:pt x="1326" y="3355"/>
                    <a:pt x="1307" y="3374"/>
                  </a:cubicBezTo>
                  <a:cubicBezTo>
                    <a:pt x="882" y="4043"/>
                    <a:pt x="1216" y="4985"/>
                    <a:pt x="547" y="5563"/>
                  </a:cubicBezTo>
                  <a:cubicBezTo>
                    <a:pt x="486" y="5623"/>
                    <a:pt x="456" y="5684"/>
                    <a:pt x="486" y="5775"/>
                  </a:cubicBezTo>
                  <a:cubicBezTo>
                    <a:pt x="470" y="5767"/>
                    <a:pt x="452" y="5763"/>
                    <a:pt x="432" y="5763"/>
                  </a:cubicBezTo>
                  <a:cubicBezTo>
                    <a:pt x="379" y="5763"/>
                    <a:pt x="318" y="5792"/>
                    <a:pt x="274" y="5836"/>
                  </a:cubicBezTo>
                  <a:lnTo>
                    <a:pt x="0" y="6383"/>
                  </a:lnTo>
                  <a:cubicBezTo>
                    <a:pt x="30" y="6535"/>
                    <a:pt x="182" y="6535"/>
                    <a:pt x="243" y="6626"/>
                  </a:cubicBezTo>
                  <a:cubicBezTo>
                    <a:pt x="608" y="6718"/>
                    <a:pt x="669" y="6991"/>
                    <a:pt x="669" y="7295"/>
                  </a:cubicBezTo>
                  <a:lnTo>
                    <a:pt x="790" y="7447"/>
                  </a:lnTo>
                  <a:cubicBezTo>
                    <a:pt x="1277" y="7113"/>
                    <a:pt x="1793" y="6900"/>
                    <a:pt x="2097" y="6353"/>
                  </a:cubicBezTo>
                  <a:cubicBezTo>
                    <a:pt x="2189" y="6201"/>
                    <a:pt x="2584" y="6201"/>
                    <a:pt x="2432" y="5927"/>
                  </a:cubicBezTo>
                  <a:cubicBezTo>
                    <a:pt x="2341" y="5806"/>
                    <a:pt x="2037" y="5806"/>
                    <a:pt x="1733" y="5684"/>
                  </a:cubicBezTo>
                  <a:cubicBezTo>
                    <a:pt x="2219" y="5471"/>
                    <a:pt x="2796" y="5441"/>
                    <a:pt x="2341" y="4681"/>
                  </a:cubicBezTo>
                  <a:cubicBezTo>
                    <a:pt x="2128" y="4316"/>
                    <a:pt x="2553" y="3891"/>
                    <a:pt x="2888" y="3435"/>
                  </a:cubicBezTo>
                  <a:cubicBezTo>
                    <a:pt x="3161" y="3860"/>
                    <a:pt x="2918" y="4560"/>
                    <a:pt x="3648" y="4560"/>
                  </a:cubicBezTo>
                  <a:cubicBezTo>
                    <a:pt x="3830" y="4529"/>
                    <a:pt x="4043" y="4560"/>
                    <a:pt x="3860" y="4316"/>
                  </a:cubicBezTo>
                  <a:cubicBezTo>
                    <a:pt x="3435" y="3678"/>
                    <a:pt x="4164" y="3860"/>
                    <a:pt x="4316" y="3648"/>
                  </a:cubicBezTo>
                  <a:lnTo>
                    <a:pt x="4438" y="3556"/>
                  </a:lnTo>
                  <a:cubicBezTo>
                    <a:pt x="4529" y="3344"/>
                    <a:pt x="4559" y="3101"/>
                    <a:pt x="4529" y="2888"/>
                  </a:cubicBezTo>
                  <a:cubicBezTo>
                    <a:pt x="4529" y="2675"/>
                    <a:pt x="4590" y="2462"/>
                    <a:pt x="4711" y="2280"/>
                  </a:cubicBezTo>
                  <a:cubicBezTo>
                    <a:pt x="4833" y="1854"/>
                    <a:pt x="5198" y="1459"/>
                    <a:pt x="5015" y="942"/>
                  </a:cubicBezTo>
                  <a:cubicBezTo>
                    <a:pt x="4863" y="547"/>
                    <a:pt x="4833" y="61"/>
                    <a:pt x="42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8"/>
            <p:cNvSpPr/>
            <p:nvPr/>
          </p:nvSpPr>
          <p:spPr>
            <a:xfrm>
              <a:off x="2606646" y="3424869"/>
              <a:ext cx="206508" cy="230681"/>
            </a:xfrm>
            <a:custGeom>
              <a:rect b="b" l="l" r="r" t="t"/>
              <a:pathLst>
                <a:path extrusionOk="0" h="5468" w="4895">
                  <a:moveTo>
                    <a:pt x="3129" y="1"/>
                  </a:moveTo>
                  <a:cubicBezTo>
                    <a:pt x="3019" y="1"/>
                    <a:pt x="2908" y="9"/>
                    <a:pt x="2797" y="27"/>
                  </a:cubicBezTo>
                  <a:cubicBezTo>
                    <a:pt x="2523" y="57"/>
                    <a:pt x="2219" y="88"/>
                    <a:pt x="2098" y="361"/>
                  </a:cubicBezTo>
                  <a:cubicBezTo>
                    <a:pt x="1976" y="696"/>
                    <a:pt x="2311" y="787"/>
                    <a:pt x="2523" y="908"/>
                  </a:cubicBezTo>
                  <a:cubicBezTo>
                    <a:pt x="3070" y="1243"/>
                    <a:pt x="2614" y="1486"/>
                    <a:pt x="2493" y="1760"/>
                  </a:cubicBezTo>
                  <a:cubicBezTo>
                    <a:pt x="2219" y="1972"/>
                    <a:pt x="2189" y="2428"/>
                    <a:pt x="1763" y="2489"/>
                  </a:cubicBezTo>
                  <a:cubicBezTo>
                    <a:pt x="1597" y="2441"/>
                    <a:pt x="1355" y="2300"/>
                    <a:pt x="1244" y="2300"/>
                  </a:cubicBezTo>
                  <a:cubicBezTo>
                    <a:pt x="1213" y="2300"/>
                    <a:pt x="1192" y="2311"/>
                    <a:pt x="1186" y="2337"/>
                  </a:cubicBezTo>
                  <a:cubicBezTo>
                    <a:pt x="1004" y="3401"/>
                    <a:pt x="0" y="4252"/>
                    <a:pt x="426" y="5468"/>
                  </a:cubicBezTo>
                  <a:cubicBezTo>
                    <a:pt x="973" y="5285"/>
                    <a:pt x="1216" y="4829"/>
                    <a:pt x="1611" y="4434"/>
                  </a:cubicBezTo>
                  <a:cubicBezTo>
                    <a:pt x="1920" y="4102"/>
                    <a:pt x="2230" y="3731"/>
                    <a:pt x="2684" y="3731"/>
                  </a:cubicBezTo>
                  <a:cubicBezTo>
                    <a:pt x="2811" y="3731"/>
                    <a:pt x="2949" y="3760"/>
                    <a:pt x="3101" y="3826"/>
                  </a:cubicBezTo>
                  <a:lnTo>
                    <a:pt x="3405" y="3583"/>
                  </a:lnTo>
                  <a:lnTo>
                    <a:pt x="3405" y="3553"/>
                  </a:lnTo>
                  <a:cubicBezTo>
                    <a:pt x="3587" y="3279"/>
                    <a:pt x="3557" y="2884"/>
                    <a:pt x="3952" y="2763"/>
                  </a:cubicBezTo>
                  <a:cubicBezTo>
                    <a:pt x="4043" y="2611"/>
                    <a:pt x="4134" y="2459"/>
                    <a:pt x="4195" y="2276"/>
                  </a:cubicBezTo>
                  <a:cubicBezTo>
                    <a:pt x="4408" y="1668"/>
                    <a:pt x="4894" y="1121"/>
                    <a:pt x="4408" y="422"/>
                  </a:cubicBezTo>
                  <a:cubicBezTo>
                    <a:pt x="4039" y="152"/>
                    <a:pt x="3592" y="1"/>
                    <a:pt x="31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8"/>
            <p:cNvSpPr/>
            <p:nvPr/>
          </p:nvSpPr>
          <p:spPr>
            <a:xfrm>
              <a:off x="2659213" y="3453093"/>
              <a:ext cx="50077" cy="65264"/>
            </a:xfrm>
            <a:custGeom>
              <a:rect b="b" l="l" r="r" t="t"/>
              <a:pathLst>
                <a:path extrusionOk="0" h="1547" w="1187">
                  <a:moveTo>
                    <a:pt x="489" y="0"/>
                  </a:moveTo>
                  <a:cubicBezTo>
                    <a:pt x="351" y="0"/>
                    <a:pt x="191" y="55"/>
                    <a:pt x="1" y="179"/>
                  </a:cubicBezTo>
                  <a:cubicBezTo>
                    <a:pt x="1" y="695"/>
                    <a:pt x="365" y="1091"/>
                    <a:pt x="548" y="1546"/>
                  </a:cubicBezTo>
                  <a:cubicBezTo>
                    <a:pt x="1186" y="1546"/>
                    <a:pt x="1156" y="1091"/>
                    <a:pt x="1156" y="665"/>
                  </a:cubicBezTo>
                  <a:cubicBezTo>
                    <a:pt x="988" y="268"/>
                    <a:pt x="793"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8"/>
            <p:cNvSpPr/>
            <p:nvPr/>
          </p:nvSpPr>
          <p:spPr>
            <a:xfrm>
              <a:off x="2679758" y="3479840"/>
              <a:ext cx="43622" cy="63239"/>
            </a:xfrm>
            <a:custGeom>
              <a:rect b="b" l="l" r="r" t="t"/>
              <a:pathLst>
                <a:path extrusionOk="0" h="1499" w="1034">
                  <a:moveTo>
                    <a:pt x="730" y="1"/>
                  </a:moveTo>
                  <a:lnTo>
                    <a:pt x="578" y="92"/>
                  </a:lnTo>
                  <a:cubicBezTo>
                    <a:pt x="426" y="365"/>
                    <a:pt x="334" y="730"/>
                    <a:pt x="61" y="912"/>
                  </a:cubicBezTo>
                  <a:cubicBezTo>
                    <a:pt x="61" y="1004"/>
                    <a:pt x="0" y="1034"/>
                    <a:pt x="30" y="1186"/>
                  </a:cubicBezTo>
                  <a:cubicBezTo>
                    <a:pt x="77" y="1279"/>
                    <a:pt x="52" y="1498"/>
                    <a:pt x="148" y="1498"/>
                  </a:cubicBezTo>
                  <a:cubicBezTo>
                    <a:pt x="177" y="1498"/>
                    <a:pt x="217" y="1478"/>
                    <a:pt x="274" y="1429"/>
                  </a:cubicBezTo>
                  <a:cubicBezTo>
                    <a:pt x="547" y="1247"/>
                    <a:pt x="881" y="1064"/>
                    <a:pt x="851" y="639"/>
                  </a:cubicBezTo>
                  <a:cubicBezTo>
                    <a:pt x="973" y="517"/>
                    <a:pt x="1033" y="335"/>
                    <a:pt x="973" y="183"/>
                  </a:cubicBezTo>
                  <a:cubicBezTo>
                    <a:pt x="942" y="92"/>
                    <a:pt x="851" y="31"/>
                    <a:pt x="7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8"/>
            <p:cNvSpPr/>
            <p:nvPr/>
          </p:nvSpPr>
          <p:spPr>
            <a:xfrm>
              <a:off x="2510458" y="3643150"/>
              <a:ext cx="28266" cy="34214"/>
            </a:xfrm>
            <a:custGeom>
              <a:rect b="b" l="l" r="r" t="t"/>
              <a:pathLst>
                <a:path extrusionOk="0" h="811" w="670">
                  <a:moveTo>
                    <a:pt x="324" y="1"/>
                  </a:moveTo>
                  <a:cubicBezTo>
                    <a:pt x="217" y="1"/>
                    <a:pt x="99" y="20"/>
                    <a:pt x="1" y="20"/>
                  </a:cubicBezTo>
                  <a:lnTo>
                    <a:pt x="274" y="811"/>
                  </a:lnTo>
                  <a:cubicBezTo>
                    <a:pt x="518" y="689"/>
                    <a:pt x="669" y="415"/>
                    <a:pt x="609" y="142"/>
                  </a:cubicBezTo>
                  <a:cubicBezTo>
                    <a:pt x="560" y="27"/>
                    <a:pt x="449" y="1"/>
                    <a:pt x="3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8"/>
            <p:cNvSpPr/>
            <p:nvPr/>
          </p:nvSpPr>
          <p:spPr>
            <a:xfrm>
              <a:off x="2498940" y="3617036"/>
              <a:ext cx="11559" cy="27000"/>
            </a:xfrm>
            <a:custGeom>
              <a:rect b="b" l="l" r="r" t="t"/>
              <a:pathLst>
                <a:path extrusionOk="0" h="640" w="274">
                  <a:moveTo>
                    <a:pt x="137" y="1"/>
                  </a:moveTo>
                  <a:cubicBezTo>
                    <a:pt x="91" y="1"/>
                    <a:pt x="46" y="31"/>
                    <a:pt x="0" y="92"/>
                  </a:cubicBezTo>
                  <a:lnTo>
                    <a:pt x="0" y="639"/>
                  </a:lnTo>
                  <a:lnTo>
                    <a:pt x="274" y="639"/>
                  </a:lnTo>
                  <a:lnTo>
                    <a:pt x="274" y="92"/>
                  </a:lnTo>
                  <a:cubicBezTo>
                    <a:pt x="228" y="31"/>
                    <a:pt x="183" y="1"/>
                    <a:pt x="1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8"/>
            <p:cNvSpPr/>
            <p:nvPr/>
          </p:nvSpPr>
          <p:spPr>
            <a:xfrm>
              <a:off x="2568171" y="3688882"/>
              <a:ext cx="10294" cy="11559"/>
            </a:xfrm>
            <a:custGeom>
              <a:rect b="b" l="l" r="r" t="t"/>
              <a:pathLst>
                <a:path extrusionOk="0" h="274" w="244">
                  <a:moveTo>
                    <a:pt x="1" y="0"/>
                  </a:moveTo>
                  <a:lnTo>
                    <a:pt x="244" y="274"/>
                  </a:lnTo>
                  <a:cubicBezTo>
                    <a:pt x="244" y="182"/>
                    <a:pt x="244" y="91"/>
                    <a:pt x="2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8"/>
            <p:cNvSpPr/>
            <p:nvPr/>
          </p:nvSpPr>
          <p:spPr>
            <a:xfrm>
              <a:off x="2487381" y="3583159"/>
              <a:ext cx="30206" cy="37800"/>
            </a:xfrm>
            <a:custGeom>
              <a:rect b="b" l="l" r="r" t="t"/>
              <a:pathLst>
                <a:path extrusionOk="0" h="896" w="716">
                  <a:moveTo>
                    <a:pt x="457" y="1"/>
                  </a:moveTo>
                  <a:cubicBezTo>
                    <a:pt x="355" y="1"/>
                    <a:pt x="207" y="31"/>
                    <a:pt x="1" y="74"/>
                  </a:cubicBezTo>
                  <a:cubicBezTo>
                    <a:pt x="153" y="318"/>
                    <a:pt x="244" y="591"/>
                    <a:pt x="274" y="895"/>
                  </a:cubicBezTo>
                  <a:lnTo>
                    <a:pt x="548" y="895"/>
                  </a:lnTo>
                  <a:cubicBezTo>
                    <a:pt x="678" y="198"/>
                    <a:pt x="716" y="1"/>
                    <a:pt x="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8"/>
            <p:cNvSpPr/>
            <p:nvPr/>
          </p:nvSpPr>
          <p:spPr>
            <a:xfrm>
              <a:off x="2464304" y="3576029"/>
              <a:ext cx="23119" cy="10294"/>
            </a:xfrm>
            <a:custGeom>
              <a:rect b="b" l="l" r="r" t="t"/>
              <a:pathLst>
                <a:path extrusionOk="0" h="244" w="548">
                  <a:moveTo>
                    <a:pt x="274" y="0"/>
                  </a:moveTo>
                  <a:lnTo>
                    <a:pt x="1" y="243"/>
                  </a:lnTo>
                  <a:lnTo>
                    <a:pt x="548" y="243"/>
                  </a:lnTo>
                  <a:lnTo>
                    <a:pt x="27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8"/>
            <p:cNvSpPr/>
            <p:nvPr/>
          </p:nvSpPr>
          <p:spPr>
            <a:xfrm>
              <a:off x="2257835" y="1655078"/>
              <a:ext cx="521944" cy="336319"/>
            </a:xfrm>
            <a:custGeom>
              <a:rect b="b" l="l" r="r" t="t"/>
              <a:pathLst>
                <a:path extrusionOk="0" h="7972" w="12372">
                  <a:moveTo>
                    <a:pt x="6262" y="3405"/>
                  </a:moveTo>
                  <a:lnTo>
                    <a:pt x="6262" y="3435"/>
                  </a:lnTo>
                  <a:cubicBezTo>
                    <a:pt x="6219" y="3450"/>
                    <a:pt x="6183" y="3471"/>
                    <a:pt x="6156" y="3499"/>
                  </a:cubicBezTo>
                  <a:lnTo>
                    <a:pt x="6156" y="3499"/>
                  </a:lnTo>
                  <a:cubicBezTo>
                    <a:pt x="6169" y="3456"/>
                    <a:pt x="6195" y="3418"/>
                    <a:pt x="6262" y="3405"/>
                  </a:cubicBezTo>
                  <a:close/>
                  <a:moveTo>
                    <a:pt x="1077" y="4024"/>
                  </a:moveTo>
                  <a:cubicBezTo>
                    <a:pt x="1152" y="4024"/>
                    <a:pt x="1141" y="4117"/>
                    <a:pt x="1160" y="4167"/>
                  </a:cubicBezTo>
                  <a:lnTo>
                    <a:pt x="1160" y="4167"/>
                  </a:lnTo>
                  <a:cubicBezTo>
                    <a:pt x="1126" y="4108"/>
                    <a:pt x="1074" y="4067"/>
                    <a:pt x="1004" y="4043"/>
                  </a:cubicBezTo>
                  <a:cubicBezTo>
                    <a:pt x="1035" y="4030"/>
                    <a:pt x="1058" y="4024"/>
                    <a:pt x="1077" y="4024"/>
                  </a:cubicBezTo>
                  <a:close/>
                  <a:moveTo>
                    <a:pt x="3010" y="92"/>
                  </a:moveTo>
                  <a:cubicBezTo>
                    <a:pt x="2676" y="396"/>
                    <a:pt x="2189" y="608"/>
                    <a:pt x="2311" y="1216"/>
                  </a:cubicBezTo>
                  <a:cubicBezTo>
                    <a:pt x="2349" y="1445"/>
                    <a:pt x="2327" y="1578"/>
                    <a:pt x="2208" y="1578"/>
                  </a:cubicBezTo>
                  <a:cubicBezTo>
                    <a:pt x="2138" y="1578"/>
                    <a:pt x="2033" y="1531"/>
                    <a:pt x="1885" y="1429"/>
                  </a:cubicBezTo>
                  <a:cubicBezTo>
                    <a:pt x="1839" y="1388"/>
                    <a:pt x="1796" y="1371"/>
                    <a:pt x="1755" y="1371"/>
                  </a:cubicBezTo>
                  <a:cubicBezTo>
                    <a:pt x="1577" y="1371"/>
                    <a:pt x="1438" y="1689"/>
                    <a:pt x="1214" y="1689"/>
                  </a:cubicBezTo>
                  <a:cubicBezTo>
                    <a:pt x="1186" y="1689"/>
                    <a:pt x="1156" y="1684"/>
                    <a:pt x="1125" y="1672"/>
                  </a:cubicBezTo>
                  <a:cubicBezTo>
                    <a:pt x="791" y="2098"/>
                    <a:pt x="943" y="2797"/>
                    <a:pt x="305" y="3040"/>
                  </a:cubicBezTo>
                  <a:cubicBezTo>
                    <a:pt x="153" y="3283"/>
                    <a:pt x="31" y="3557"/>
                    <a:pt x="1" y="3861"/>
                  </a:cubicBezTo>
                  <a:cubicBezTo>
                    <a:pt x="31" y="3861"/>
                    <a:pt x="62" y="3891"/>
                    <a:pt x="92" y="3952"/>
                  </a:cubicBezTo>
                  <a:cubicBezTo>
                    <a:pt x="92" y="4013"/>
                    <a:pt x="92" y="4074"/>
                    <a:pt x="1" y="4134"/>
                  </a:cubicBezTo>
                  <a:lnTo>
                    <a:pt x="1" y="4378"/>
                  </a:lnTo>
                  <a:cubicBezTo>
                    <a:pt x="62" y="4590"/>
                    <a:pt x="183" y="4742"/>
                    <a:pt x="396" y="4803"/>
                  </a:cubicBezTo>
                  <a:cubicBezTo>
                    <a:pt x="444" y="4815"/>
                    <a:pt x="492" y="4821"/>
                    <a:pt x="540" y="4821"/>
                  </a:cubicBezTo>
                  <a:cubicBezTo>
                    <a:pt x="858" y="4821"/>
                    <a:pt x="1160" y="4569"/>
                    <a:pt x="1186" y="4226"/>
                  </a:cubicBezTo>
                  <a:cubicBezTo>
                    <a:pt x="1181" y="4211"/>
                    <a:pt x="1175" y="4196"/>
                    <a:pt x="1169" y="4183"/>
                  </a:cubicBezTo>
                  <a:lnTo>
                    <a:pt x="1169" y="4183"/>
                  </a:lnTo>
                  <a:cubicBezTo>
                    <a:pt x="1176" y="4192"/>
                    <a:pt x="1185" y="4198"/>
                    <a:pt x="1199" y="4198"/>
                  </a:cubicBezTo>
                  <a:cubicBezTo>
                    <a:pt x="1204" y="4198"/>
                    <a:pt x="1210" y="4197"/>
                    <a:pt x="1217" y="4195"/>
                  </a:cubicBezTo>
                  <a:cubicBezTo>
                    <a:pt x="1301" y="4208"/>
                    <a:pt x="1385" y="4214"/>
                    <a:pt x="1468" y="4214"/>
                  </a:cubicBezTo>
                  <a:cubicBezTo>
                    <a:pt x="1988" y="4214"/>
                    <a:pt x="2483" y="3972"/>
                    <a:pt x="2797" y="3526"/>
                  </a:cubicBezTo>
                  <a:cubicBezTo>
                    <a:pt x="3088" y="3168"/>
                    <a:pt x="3436" y="2886"/>
                    <a:pt x="3804" y="2886"/>
                  </a:cubicBezTo>
                  <a:cubicBezTo>
                    <a:pt x="4090" y="2886"/>
                    <a:pt x="4389" y="3057"/>
                    <a:pt x="4682" y="3496"/>
                  </a:cubicBezTo>
                  <a:cubicBezTo>
                    <a:pt x="4892" y="3811"/>
                    <a:pt x="5153" y="4016"/>
                    <a:pt x="5441" y="4016"/>
                  </a:cubicBezTo>
                  <a:cubicBezTo>
                    <a:pt x="5635" y="4016"/>
                    <a:pt x="5841" y="3923"/>
                    <a:pt x="6052" y="3710"/>
                  </a:cubicBezTo>
                  <a:lnTo>
                    <a:pt x="6052" y="3710"/>
                  </a:lnTo>
                  <a:cubicBezTo>
                    <a:pt x="5800" y="4062"/>
                    <a:pt x="5272" y="4360"/>
                    <a:pt x="5776" y="4864"/>
                  </a:cubicBezTo>
                  <a:cubicBezTo>
                    <a:pt x="5998" y="5086"/>
                    <a:pt x="6297" y="5202"/>
                    <a:pt x="6597" y="5202"/>
                  </a:cubicBezTo>
                  <a:cubicBezTo>
                    <a:pt x="6831" y="5202"/>
                    <a:pt x="7066" y="5132"/>
                    <a:pt x="7265" y="4985"/>
                  </a:cubicBezTo>
                  <a:cubicBezTo>
                    <a:pt x="7843" y="4560"/>
                    <a:pt x="8542" y="4286"/>
                    <a:pt x="9272" y="4226"/>
                  </a:cubicBezTo>
                  <a:lnTo>
                    <a:pt x="9272" y="4226"/>
                  </a:lnTo>
                  <a:cubicBezTo>
                    <a:pt x="8664" y="4742"/>
                    <a:pt x="7600" y="5077"/>
                    <a:pt x="9059" y="5654"/>
                  </a:cubicBezTo>
                  <a:cubicBezTo>
                    <a:pt x="9332" y="5745"/>
                    <a:pt x="9423" y="6201"/>
                    <a:pt x="9454" y="6536"/>
                  </a:cubicBezTo>
                  <a:cubicBezTo>
                    <a:pt x="9392" y="6552"/>
                    <a:pt x="9327" y="6558"/>
                    <a:pt x="9260" y="6558"/>
                  </a:cubicBezTo>
                  <a:cubicBezTo>
                    <a:pt x="9089" y="6558"/>
                    <a:pt x="8906" y="6520"/>
                    <a:pt x="8744" y="6520"/>
                  </a:cubicBezTo>
                  <a:cubicBezTo>
                    <a:pt x="8498" y="6520"/>
                    <a:pt x="8300" y="6608"/>
                    <a:pt x="8268" y="7052"/>
                  </a:cubicBezTo>
                  <a:cubicBezTo>
                    <a:pt x="8208" y="7751"/>
                    <a:pt x="8664" y="7964"/>
                    <a:pt x="9272" y="7964"/>
                  </a:cubicBezTo>
                  <a:cubicBezTo>
                    <a:pt x="9318" y="7969"/>
                    <a:pt x="9365" y="7972"/>
                    <a:pt x="9412" y="7972"/>
                  </a:cubicBezTo>
                  <a:cubicBezTo>
                    <a:pt x="9637" y="7972"/>
                    <a:pt x="9855" y="7913"/>
                    <a:pt x="10031" y="7812"/>
                  </a:cubicBezTo>
                  <a:cubicBezTo>
                    <a:pt x="10700" y="7235"/>
                    <a:pt x="11034" y="6384"/>
                    <a:pt x="11764" y="5928"/>
                  </a:cubicBezTo>
                  <a:cubicBezTo>
                    <a:pt x="11825" y="5654"/>
                    <a:pt x="11764" y="5350"/>
                    <a:pt x="12068" y="5198"/>
                  </a:cubicBezTo>
                  <a:cubicBezTo>
                    <a:pt x="12281" y="4955"/>
                    <a:pt x="12372" y="4651"/>
                    <a:pt x="12372" y="4347"/>
                  </a:cubicBezTo>
                  <a:cubicBezTo>
                    <a:pt x="12281" y="3830"/>
                    <a:pt x="11764" y="3830"/>
                    <a:pt x="11399" y="3587"/>
                  </a:cubicBezTo>
                  <a:cubicBezTo>
                    <a:pt x="10427" y="3557"/>
                    <a:pt x="9454" y="3557"/>
                    <a:pt x="8694" y="2797"/>
                  </a:cubicBezTo>
                  <a:cubicBezTo>
                    <a:pt x="8275" y="2842"/>
                    <a:pt x="7957" y="2874"/>
                    <a:pt x="7721" y="2874"/>
                  </a:cubicBezTo>
                  <a:cubicBezTo>
                    <a:pt x="7001" y="2874"/>
                    <a:pt x="7051" y="2574"/>
                    <a:pt x="7326" y="1429"/>
                  </a:cubicBezTo>
                  <a:lnTo>
                    <a:pt x="7053" y="882"/>
                  </a:lnTo>
                  <a:lnTo>
                    <a:pt x="6536" y="1004"/>
                  </a:lnTo>
                  <a:cubicBezTo>
                    <a:pt x="6478" y="1016"/>
                    <a:pt x="6420" y="1021"/>
                    <a:pt x="6362" y="1021"/>
                  </a:cubicBezTo>
                  <a:cubicBezTo>
                    <a:pt x="5910" y="1021"/>
                    <a:pt x="5459" y="697"/>
                    <a:pt x="5008" y="697"/>
                  </a:cubicBezTo>
                  <a:cubicBezTo>
                    <a:pt x="4788" y="697"/>
                    <a:pt x="4568" y="774"/>
                    <a:pt x="4347" y="1004"/>
                  </a:cubicBezTo>
                  <a:cubicBezTo>
                    <a:pt x="4287" y="943"/>
                    <a:pt x="4195" y="912"/>
                    <a:pt x="4195" y="852"/>
                  </a:cubicBezTo>
                  <a:cubicBezTo>
                    <a:pt x="4165" y="1"/>
                    <a:pt x="3405" y="335"/>
                    <a:pt x="3010" y="9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8"/>
            <p:cNvSpPr/>
            <p:nvPr/>
          </p:nvSpPr>
          <p:spPr>
            <a:xfrm>
              <a:off x="2968283" y="1846570"/>
              <a:ext cx="260339" cy="397153"/>
            </a:xfrm>
            <a:custGeom>
              <a:rect b="b" l="l" r="r" t="t"/>
              <a:pathLst>
                <a:path extrusionOk="0" h="9414" w="6171">
                  <a:moveTo>
                    <a:pt x="2605" y="0"/>
                  </a:moveTo>
                  <a:cubicBezTo>
                    <a:pt x="2405" y="0"/>
                    <a:pt x="2252" y="158"/>
                    <a:pt x="2128" y="386"/>
                  </a:cubicBezTo>
                  <a:cubicBezTo>
                    <a:pt x="2097" y="659"/>
                    <a:pt x="2006" y="902"/>
                    <a:pt x="1702" y="933"/>
                  </a:cubicBezTo>
                  <a:cubicBezTo>
                    <a:pt x="1368" y="963"/>
                    <a:pt x="1064" y="1085"/>
                    <a:pt x="760" y="1237"/>
                  </a:cubicBezTo>
                  <a:cubicBezTo>
                    <a:pt x="699" y="1298"/>
                    <a:pt x="669" y="1389"/>
                    <a:pt x="669" y="1480"/>
                  </a:cubicBezTo>
                  <a:cubicBezTo>
                    <a:pt x="730" y="1693"/>
                    <a:pt x="517" y="1662"/>
                    <a:pt x="426" y="1723"/>
                  </a:cubicBezTo>
                  <a:cubicBezTo>
                    <a:pt x="122" y="2088"/>
                    <a:pt x="0" y="2361"/>
                    <a:pt x="669" y="2422"/>
                  </a:cubicBezTo>
                  <a:cubicBezTo>
                    <a:pt x="730" y="2392"/>
                    <a:pt x="790" y="2301"/>
                    <a:pt x="821" y="2240"/>
                  </a:cubicBezTo>
                  <a:lnTo>
                    <a:pt x="821" y="2240"/>
                  </a:lnTo>
                  <a:cubicBezTo>
                    <a:pt x="790" y="2301"/>
                    <a:pt x="760" y="2392"/>
                    <a:pt x="730" y="2422"/>
                  </a:cubicBezTo>
                  <a:cubicBezTo>
                    <a:pt x="760" y="2726"/>
                    <a:pt x="1003" y="2848"/>
                    <a:pt x="1246" y="3000"/>
                  </a:cubicBezTo>
                  <a:cubicBezTo>
                    <a:pt x="1520" y="3091"/>
                    <a:pt x="1763" y="3212"/>
                    <a:pt x="1976" y="3334"/>
                  </a:cubicBezTo>
                  <a:cubicBezTo>
                    <a:pt x="2219" y="3577"/>
                    <a:pt x="2401" y="3851"/>
                    <a:pt x="2492" y="4155"/>
                  </a:cubicBezTo>
                  <a:cubicBezTo>
                    <a:pt x="2553" y="4307"/>
                    <a:pt x="2644" y="4459"/>
                    <a:pt x="2766" y="4580"/>
                  </a:cubicBezTo>
                  <a:cubicBezTo>
                    <a:pt x="2918" y="4793"/>
                    <a:pt x="3070" y="5036"/>
                    <a:pt x="3222" y="5279"/>
                  </a:cubicBezTo>
                  <a:cubicBezTo>
                    <a:pt x="3252" y="5310"/>
                    <a:pt x="3283" y="5371"/>
                    <a:pt x="3313" y="5401"/>
                  </a:cubicBezTo>
                  <a:lnTo>
                    <a:pt x="3496" y="5675"/>
                  </a:lnTo>
                  <a:cubicBezTo>
                    <a:pt x="3526" y="5766"/>
                    <a:pt x="3587" y="5887"/>
                    <a:pt x="3648" y="5978"/>
                  </a:cubicBezTo>
                  <a:cubicBezTo>
                    <a:pt x="3708" y="6130"/>
                    <a:pt x="3769" y="6282"/>
                    <a:pt x="3860" y="6434"/>
                  </a:cubicBezTo>
                  <a:cubicBezTo>
                    <a:pt x="4195" y="7316"/>
                    <a:pt x="4651" y="8137"/>
                    <a:pt x="4924" y="9018"/>
                  </a:cubicBezTo>
                  <a:cubicBezTo>
                    <a:pt x="5015" y="9170"/>
                    <a:pt x="5167" y="9322"/>
                    <a:pt x="5319" y="9413"/>
                  </a:cubicBezTo>
                  <a:cubicBezTo>
                    <a:pt x="5441" y="9413"/>
                    <a:pt x="5593" y="9413"/>
                    <a:pt x="5714" y="9352"/>
                  </a:cubicBezTo>
                  <a:cubicBezTo>
                    <a:pt x="6170" y="8957"/>
                    <a:pt x="5958" y="8592"/>
                    <a:pt x="5654" y="8228"/>
                  </a:cubicBezTo>
                  <a:cubicBezTo>
                    <a:pt x="5623" y="7589"/>
                    <a:pt x="5623" y="6921"/>
                    <a:pt x="5228" y="6343"/>
                  </a:cubicBezTo>
                  <a:cubicBezTo>
                    <a:pt x="4955" y="5948"/>
                    <a:pt x="4499" y="5675"/>
                    <a:pt x="4559" y="5006"/>
                  </a:cubicBezTo>
                  <a:cubicBezTo>
                    <a:pt x="4620" y="4367"/>
                    <a:pt x="3800" y="4064"/>
                    <a:pt x="3739" y="3395"/>
                  </a:cubicBezTo>
                  <a:cubicBezTo>
                    <a:pt x="3617" y="3212"/>
                    <a:pt x="3648" y="3000"/>
                    <a:pt x="3496" y="2817"/>
                  </a:cubicBezTo>
                  <a:cubicBezTo>
                    <a:pt x="3374" y="2696"/>
                    <a:pt x="3374" y="2513"/>
                    <a:pt x="3344" y="2331"/>
                  </a:cubicBezTo>
                  <a:cubicBezTo>
                    <a:pt x="3252" y="1693"/>
                    <a:pt x="3344" y="1054"/>
                    <a:pt x="3192" y="416"/>
                  </a:cubicBezTo>
                  <a:lnTo>
                    <a:pt x="2918" y="112"/>
                  </a:lnTo>
                  <a:cubicBezTo>
                    <a:pt x="2802" y="35"/>
                    <a:pt x="2698" y="0"/>
                    <a:pt x="2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8"/>
            <p:cNvSpPr/>
            <p:nvPr/>
          </p:nvSpPr>
          <p:spPr>
            <a:xfrm>
              <a:off x="2565597" y="1715365"/>
              <a:ext cx="386016" cy="112852"/>
            </a:xfrm>
            <a:custGeom>
              <a:rect b="b" l="l" r="r" t="t"/>
              <a:pathLst>
                <a:path extrusionOk="0" h="2675" w="9150">
                  <a:moveTo>
                    <a:pt x="335" y="0"/>
                  </a:moveTo>
                  <a:cubicBezTo>
                    <a:pt x="1" y="1338"/>
                    <a:pt x="1095" y="912"/>
                    <a:pt x="1673" y="1064"/>
                  </a:cubicBezTo>
                  <a:lnTo>
                    <a:pt x="1946" y="1064"/>
                  </a:lnTo>
                  <a:lnTo>
                    <a:pt x="2068" y="1034"/>
                  </a:lnTo>
                  <a:cubicBezTo>
                    <a:pt x="2078" y="1032"/>
                    <a:pt x="2087" y="1031"/>
                    <a:pt x="2097" y="1031"/>
                  </a:cubicBezTo>
                  <a:cubicBezTo>
                    <a:pt x="2224" y="1031"/>
                    <a:pt x="2258" y="1216"/>
                    <a:pt x="2372" y="1216"/>
                  </a:cubicBezTo>
                  <a:cubicBezTo>
                    <a:pt x="2463" y="1186"/>
                    <a:pt x="2554" y="1186"/>
                    <a:pt x="2645" y="1155"/>
                  </a:cubicBezTo>
                  <a:cubicBezTo>
                    <a:pt x="2721" y="1125"/>
                    <a:pt x="2797" y="1110"/>
                    <a:pt x="2869" y="1110"/>
                  </a:cubicBezTo>
                  <a:cubicBezTo>
                    <a:pt x="2942" y="1110"/>
                    <a:pt x="3010" y="1125"/>
                    <a:pt x="3071" y="1155"/>
                  </a:cubicBezTo>
                  <a:cubicBezTo>
                    <a:pt x="3162" y="1216"/>
                    <a:pt x="3253" y="1277"/>
                    <a:pt x="3344" y="1338"/>
                  </a:cubicBezTo>
                  <a:cubicBezTo>
                    <a:pt x="3483" y="1282"/>
                    <a:pt x="3646" y="1151"/>
                    <a:pt x="3789" y="1151"/>
                  </a:cubicBezTo>
                  <a:cubicBezTo>
                    <a:pt x="3803" y="1151"/>
                    <a:pt x="3817" y="1152"/>
                    <a:pt x="3831" y="1155"/>
                  </a:cubicBezTo>
                  <a:cubicBezTo>
                    <a:pt x="5594" y="1611"/>
                    <a:pt x="7387" y="1794"/>
                    <a:pt x="8998" y="2675"/>
                  </a:cubicBezTo>
                  <a:cubicBezTo>
                    <a:pt x="9150" y="2523"/>
                    <a:pt x="9150" y="2280"/>
                    <a:pt x="8998" y="2128"/>
                  </a:cubicBezTo>
                  <a:cubicBezTo>
                    <a:pt x="8481" y="1338"/>
                    <a:pt x="7661" y="1064"/>
                    <a:pt x="6809" y="912"/>
                  </a:cubicBezTo>
                  <a:cubicBezTo>
                    <a:pt x="6802" y="911"/>
                    <a:pt x="6796" y="910"/>
                    <a:pt x="6790" y="910"/>
                  </a:cubicBezTo>
                  <a:cubicBezTo>
                    <a:pt x="6671" y="910"/>
                    <a:pt x="6809" y="1193"/>
                    <a:pt x="6809" y="1338"/>
                  </a:cubicBezTo>
                  <a:cubicBezTo>
                    <a:pt x="5928" y="1338"/>
                    <a:pt x="5259" y="730"/>
                    <a:pt x="4347" y="669"/>
                  </a:cubicBezTo>
                  <a:cubicBezTo>
                    <a:pt x="3010" y="547"/>
                    <a:pt x="1642" y="456"/>
                    <a:pt x="3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8"/>
            <p:cNvSpPr/>
            <p:nvPr/>
          </p:nvSpPr>
          <p:spPr>
            <a:xfrm>
              <a:off x="2738737" y="1806407"/>
              <a:ext cx="285989" cy="185963"/>
            </a:xfrm>
            <a:custGeom>
              <a:rect b="b" l="l" r="r" t="t"/>
              <a:pathLst>
                <a:path extrusionOk="0" h="4408" w="6779">
                  <a:moveTo>
                    <a:pt x="0" y="0"/>
                  </a:moveTo>
                  <a:lnTo>
                    <a:pt x="0" y="0"/>
                  </a:lnTo>
                  <a:cubicBezTo>
                    <a:pt x="213" y="335"/>
                    <a:pt x="699" y="365"/>
                    <a:pt x="821" y="791"/>
                  </a:cubicBezTo>
                  <a:cubicBezTo>
                    <a:pt x="2493" y="1520"/>
                    <a:pt x="3800" y="2797"/>
                    <a:pt x="5198" y="3952"/>
                  </a:cubicBezTo>
                  <a:cubicBezTo>
                    <a:pt x="5471" y="4195"/>
                    <a:pt x="5775" y="4377"/>
                    <a:pt x="6140" y="4408"/>
                  </a:cubicBezTo>
                  <a:cubicBezTo>
                    <a:pt x="6474" y="4347"/>
                    <a:pt x="6748" y="4073"/>
                    <a:pt x="6778" y="3739"/>
                  </a:cubicBezTo>
                  <a:lnTo>
                    <a:pt x="6201" y="3222"/>
                  </a:lnTo>
                  <a:cubicBezTo>
                    <a:pt x="6110" y="3192"/>
                    <a:pt x="5897" y="3192"/>
                    <a:pt x="5897" y="3101"/>
                  </a:cubicBezTo>
                  <a:cubicBezTo>
                    <a:pt x="5806" y="2857"/>
                    <a:pt x="6049" y="2797"/>
                    <a:pt x="6231" y="2675"/>
                  </a:cubicBezTo>
                  <a:cubicBezTo>
                    <a:pt x="6231" y="2675"/>
                    <a:pt x="6262" y="2645"/>
                    <a:pt x="6262" y="2584"/>
                  </a:cubicBezTo>
                  <a:cubicBezTo>
                    <a:pt x="6292" y="2553"/>
                    <a:pt x="6201" y="2523"/>
                    <a:pt x="6201" y="2432"/>
                  </a:cubicBezTo>
                  <a:lnTo>
                    <a:pt x="6201" y="2158"/>
                  </a:lnTo>
                  <a:cubicBezTo>
                    <a:pt x="5897" y="2493"/>
                    <a:pt x="5471" y="2310"/>
                    <a:pt x="5076" y="2432"/>
                  </a:cubicBezTo>
                  <a:cubicBezTo>
                    <a:pt x="4973" y="2464"/>
                    <a:pt x="4869" y="2481"/>
                    <a:pt x="4772" y="2481"/>
                  </a:cubicBezTo>
                  <a:cubicBezTo>
                    <a:pt x="4413" y="2481"/>
                    <a:pt x="4142" y="2246"/>
                    <a:pt x="4286" y="1672"/>
                  </a:cubicBezTo>
                  <a:cubicBezTo>
                    <a:pt x="4316" y="1550"/>
                    <a:pt x="4408" y="1398"/>
                    <a:pt x="4134" y="1277"/>
                  </a:cubicBezTo>
                  <a:cubicBezTo>
                    <a:pt x="2797" y="699"/>
                    <a:pt x="1520" y="3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8"/>
            <p:cNvSpPr/>
            <p:nvPr/>
          </p:nvSpPr>
          <p:spPr>
            <a:xfrm>
              <a:off x="2539947" y="1714057"/>
              <a:ext cx="96230" cy="86780"/>
            </a:xfrm>
            <a:custGeom>
              <a:rect b="b" l="l" r="r" t="t"/>
              <a:pathLst>
                <a:path extrusionOk="0" h="2057" w="2281">
                  <a:moveTo>
                    <a:pt x="670" y="1"/>
                  </a:moveTo>
                  <a:cubicBezTo>
                    <a:pt x="305" y="153"/>
                    <a:pt x="1" y="487"/>
                    <a:pt x="62" y="791"/>
                  </a:cubicBezTo>
                  <a:cubicBezTo>
                    <a:pt x="153" y="1156"/>
                    <a:pt x="122" y="1521"/>
                    <a:pt x="183" y="1916"/>
                  </a:cubicBezTo>
                  <a:cubicBezTo>
                    <a:pt x="199" y="2011"/>
                    <a:pt x="265" y="2057"/>
                    <a:pt x="346" y="2057"/>
                  </a:cubicBezTo>
                  <a:cubicBezTo>
                    <a:pt x="419" y="2057"/>
                    <a:pt x="506" y="2019"/>
                    <a:pt x="578" y="1946"/>
                  </a:cubicBezTo>
                  <a:cubicBezTo>
                    <a:pt x="653" y="1872"/>
                    <a:pt x="687" y="1595"/>
                    <a:pt x="779" y="1595"/>
                  </a:cubicBezTo>
                  <a:cubicBezTo>
                    <a:pt x="800" y="1595"/>
                    <a:pt x="824" y="1609"/>
                    <a:pt x="852" y="1642"/>
                  </a:cubicBezTo>
                  <a:cubicBezTo>
                    <a:pt x="1044" y="1889"/>
                    <a:pt x="1193" y="1979"/>
                    <a:pt x="1316" y="1979"/>
                  </a:cubicBezTo>
                  <a:cubicBezTo>
                    <a:pt x="1601" y="1979"/>
                    <a:pt x="1752" y="1496"/>
                    <a:pt x="2007" y="1369"/>
                  </a:cubicBezTo>
                  <a:cubicBezTo>
                    <a:pt x="2098" y="1277"/>
                    <a:pt x="2189" y="1186"/>
                    <a:pt x="2281" y="1095"/>
                  </a:cubicBezTo>
                  <a:cubicBezTo>
                    <a:pt x="2129" y="852"/>
                    <a:pt x="1855" y="852"/>
                    <a:pt x="1612" y="821"/>
                  </a:cubicBezTo>
                  <a:cubicBezTo>
                    <a:pt x="1217" y="791"/>
                    <a:pt x="913" y="457"/>
                    <a:pt x="943" y="62"/>
                  </a:cubicBezTo>
                  <a:lnTo>
                    <a:pt x="6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8"/>
            <p:cNvSpPr/>
            <p:nvPr/>
          </p:nvSpPr>
          <p:spPr>
            <a:xfrm>
              <a:off x="3017010" y="1810879"/>
              <a:ext cx="74419" cy="51975"/>
            </a:xfrm>
            <a:custGeom>
              <a:rect b="b" l="l" r="r" t="t"/>
              <a:pathLst>
                <a:path extrusionOk="0" h="1232" w="1764">
                  <a:moveTo>
                    <a:pt x="251" y="1"/>
                  </a:moveTo>
                  <a:cubicBezTo>
                    <a:pt x="172" y="1"/>
                    <a:pt x="89" y="22"/>
                    <a:pt x="0" y="77"/>
                  </a:cubicBezTo>
                  <a:lnTo>
                    <a:pt x="1003" y="1232"/>
                  </a:lnTo>
                  <a:lnTo>
                    <a:pt x="1763" y="958"/>
                  </a:lnTo>
                  <a:cubicBezTo>
                    <a:pt x="1581" y="624"/>
                    <a:pt x="1125" y="563"/>
                    <a:pt x="1003" y="198"/>
                  </a:cubicBezTo>
                  <a:cubicBezTo>
                    <a:pt x="980" y="202"/>
                    <a:pt x="958" y="204"/>
                    <a:pt x="936" y="204"/>
                  </a:cubicBezTo>
                  <a:cubicBezTo>
                    <a:pt x="705" y="204"/>
                    <a:pt x="498"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8"/>
            <p:cNvSpPr/>
            <p:nvPr/>
          </p:nvSpPr>
          <p:spPr>
            <a:xfrm>
              <a:off x="2647695" y="1755444"/>
              <a:ext cx="57713" cy="23920"/>
            </a:xfrm>
            <a:custGeom>
              <a:rect b="b" l="l" r="r" t="t"/>
              <a:pathLst>
                <a:path extrusionOk="0" h="567" w="1368">
                  <a:moveTo>
                    <a:pt x="942" y="0"/>
                  </a:moveTo>
                  <a:cubicBezTo>
                    <a:pt x="806" y="0"/>
                    <a:pt x="669" y="38"/>
                    <a:pt x="547" y="114"/>
                  </a:cubicBezTo>
                  <a:lnTo>
                    <a:pt x="274" y="114"/>
                  </a:lnTo>
                  <a:cubicBezTo>
                    <a:pt x="243" y="84"/>
                    <a:pt x="190" y="68"/>
                    <a:pt x="137" y="68"/>
                  </a:cubicBezTo>
                  <a:cubicBezTo>
                    <a:pt x="84" y="68"/>
                    <a:pt x="31" y="84"/>
                    <a:pt x="0" y="114"/>
                  </a:cubicBezTo>
                  <a:cubicBezTo>
                    <a:pt x="130" y="466"/>
                    <a:pt x="311" y="566"/>
                    <a:pt x="513" y="566"/>
                  </a:cubicBezTo>
                  <a:cubicBezTo>
                    <a:pt x="782" y="566"/>
                    <a:pt x="1090" y="388"/>
                    <a:pt x="1368" y="388"/>
                  </a:cubicBezTo>
                  <a:lnTo>
                    <a:pt x="1338" y="114"/>
                  </a:lnTo>
                  <a:cubicBezTo>
                    <a:pt x="1216" y="38"/>
                    <a:pt x="1079" y="0"/>
                    <a:pt x="9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8"/>
            <p:cNvSpPr/>
            <p:nvPr/>
          </p:nvSpPr>
          <p:spPr>
            <a:xfrm>
              <a:off x="2945164" y="1805099"/>
              <a:ext cx="24427" cy="24427"/>
            </a:xfrm>
            <a:custGeom>
              <a:rect b="b" l="l" r="r" t="t"/>
              <a:pathLst>
                <a:path extrusionOk="0" h="579" w="579">
                  <a:moveTo>
                    <a:pt x="1" y="1"/>
                  </a:moveTo>
                  <a:lnTo>
                    <a:pt x="1" y="548"/>
                  </a:lnTo>
                  <a:cubicBezTo>
                    <a:pt x="16" y="546"/>
                    <a:pt x="32" y="545"/>
                    <a:pt x="48" y="545"/>
                  </a:cubicBezTo>
                  <a:cubicBezTo>
                    <a:pt x="146" y="545"/>
                    <a:pt x="260" y="578"/>
                    <a:pt x="358" y="578"/>
                  </a:cubicBezTo>
                  <a:cubicBezTo>
                    <a:pt x="472" y="578"/>
                    <a:pt x="563" y="533"/>
                    <a:pt x="578" y="335"/>
                  </a:cubicBezTo>
                  <a:cubicBezTo>
                    <a:pt x="578" y="62"/>
                    <a:pt x="244" y="3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8"/>
            <p:cNvSpPr/>
            <p:nvPr/>
          </p:nvSpPr>
          <p:spPr>
            <a:xfrm>
              <a:off x="3013129" y="1760253"/>
              <a:ext cx="11602" cy="11559"/>
            </a:xfrm>
            <a:custGeom>
              <a:rect b="b" l="l" r="r" t="t"/>
              <a:pathLst>
                <a:path extrusionOk="0" h="274" w="275">
                  <a:moveTo>
                    <a:pt x="1" y="0"/>
                  </a:moveTo>
                  <a:lnTo>
                    <a:pt x="1" y="0"/>
                  </a:lnTo>
                  <a:cubicBezTo>
                    <a:pt x="31" y="152"/>
                    <a:pt x="122" y="243"/>
                    <a:pt x="274" y="274"/>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8"/>
            <p:cNvSpPr/>
            <p:nvPr/>
          </p:nvSpPr>
          <p:spPr>
            <a:xfrm>
              <a:off x="2556654" y="1687141"/>
              <a:ext cx="3881" cy="5189"/>
            </a:xfrm>
            <a:custGeom>
              <a:rect b="b" l="l" r="r" t="t"/>
              <a:pathLst>
                <a:path extrusionOk="0" h="123" w="92">
                  <a:moveTo>
                    <a:pt x="61" y="0"/>
                  </a:moveTo>
                  <a:lnTo>
                    <a:pt x="0" y="122"/>
                  </a:lnTo>
                  <a:lnTo>
                    <a:pt x="91" y="61"/>
                  </a:lnTo>
                  <a:lnTo>
                    <a:pt x="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8"/>
            <p:cNvSpPr/>
            <p:nvPr/>
          </p:nvSpPr>
          <p:spPr>
            <a:xfrm>
              <a:off x="3073416" y="2959197"/>
              <a:ext cx="55181" cy="71888"/>
            </a:xfrm>
            <a:custGeom>
              <a:rect b="b" l="l" r="r" t="t"/>
              <a:pathLst>
                <a:path extrusionOk="0" h="1704" w="1308">
                  <a:moveTo>
                    <a:pt x="730" y="1"/>
                  </a:moveTo>
                  <a:cubicBezTo>
                    <a:pt x="304" y="335"/>
                    <a:pt x="0" y="761"/>
                    <a:pt x="183" y="1338"/>
                  </a:cubicBezTo>
                  <a:lnTo>
                    <a:pt x="456" y="1612"/>
                  </a:lnTo>
                  <a:cubicBezTo>
                    <a:pt x="502" y="1673"/>
                    <a:pt x="548" y="1703"/>
                    <a:pt x="589" y="1703"/>
                  </a:cubicBezTo>
                  <a:cubicBezTo>
                    <a:pt x="631" y="1703"/>
                    <a:pt x="669" y="1673"/>
                    <a:pt x="700" y="1612"/>
                  </a:cubicBezTo>
                  <a:cubicBezTo>
                    <a:pt x="700" y="1521"/>
                    <a:pt x="730" y="1430"/>
                    <a:pt x="730" y="1338"/>
                  </a:cubicBezTo>
                  <a:cubicBezTo>
                    <a:pt x="852" y="882"/>
                    <a:pt x="1308" y="457"/>
                    <a:pt x="7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8"/>
            <p:cNvSpPr/>
            <p:nvPr/>
          </p:nvSpPr>
          <p:spPr>
            <a:xfrm>
              <a:off x="2965709" y="3301595"/>
              <a:ext cx="14133" cy="23119"/>
            </a:xfrm>
            <a:custGeom>
              <a:rect b="b" l="l" r="r" t="t"/>
              <a:pathLst>
                <a:path extrusionOk="0" h="548" w="335">
                  <a:moveTo>
                    <a:pt x="304" y="1"/>
                  </a:moveTo>
                  <a:lnTo>
                    <a:pt x="304" y="1"/>
                  </a:lnTo>
                  <a:cubicBezTo>
                    <a:pt x="122" y="92"/>
                    <a:pt x="0" y="305"/>
                    <a:pt x="31" y="548"/>
                  </a:cubicBezTo>
                  <a:cubicBezTo>
                    <a:pt x="213" y="426"/>
                    <a:pt x="335" y="213"/>
                    <a:pt x="3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8"/>
            <p:cNvSpPr/>
            <p:nvPr/>
          </p:nvSpPr>
          <p:spPr>
            <a:xfrm>
              <a:off x="3092653" y="3027162"/>
              <a:ext cx="12867" cy="23161"/>
            </a:xfrm>
            <a:custGeom>
              <a:rect b="b" l="l" r="r" t="t"/>
              <a:pathLst>
                <a:path extrusionOk="0" h="549" w="305">
                  <a:moveTo>
                    <a:pt x="0" y="1"/>
                  </a:moveTo>
                  <a:lnTo>
                    <a:pt x="0" y="548"/>
                  </a:lnTo>
                  <a:cubicBezTo>
                    <a:pt x="183" y="457"/>
                    <a:pt x="304" y="214"/>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8"/>
            <p:cNvSpPr/>
            <p:nvPr/>
          </p:nvSpPr>
          <p:spPr>
            <a:xfrm>
              <a:off x="3004185" y="2305028"/>
              <a:ext cx="247514" cy="768361"/>
            </a:xfrm>
            <a:custGeom>
              <a:rect b="b" l="l" r="r" t="t"/>
              <a:pathLst>
                <a:path extrusionOk="0" h="18213" w="5867">
                  <a:moveTo>
                    <a:pt x="3546" y="0"/>
                  </a:moveTo>
                  <a:cubicBezTo>
                    <a:pt x="3496" y="0"/>
                    <a:pt x="3539" y="40"/>
                    <a:pt x="3529" y="40"/>
                  </a:cubicBezTo>
                  <a:cubicBezTo>
                    <a:pt x="3524" y="40"/>
                    <a:pt x="3508" y="31"/>
                    <a:pt x="3465" y="5"/>
                  </a:cubicBezTo>
                  <a:cubicBezTo>
                    <a:pt x="3283" y="36"/>
                    <a:pt x="3100" y="127"/>
                    <a:pt x="2979" y="279"/>
                  </a:cubicBezTo>
                  <a:cubicBezTo>
                    <a:pt x="2736" y="613"/>
                    <a:pt x="2979" y="978"/>
                    <a:pt x="2888" y="1312"/>
                  </a:cubicBezTo>
                  <a:cubicBezTo>
                    <a:pt x="2863" y="1387"/>
                    <a:pt x="2982" y="1586"/>
                    <a:pt x="2821" y="1586"/>
                  </a:cubicBezTo>
                  <a:cubicBezTo>
                    <a:pt x="2787" y="1586"/>
                    <a:pt x="2739" y="1577"/>
                    <a:pt x="2675" y="1555"/>
                  </a:cubicBezTo>
                  <a:cubicBezTo>
                    <a:pt x="2548" y="1500"/>
                    <a:pt x="2438" y="1476"/>
                    <a:pt x="2342" y="1476"/>
                  </a:cubicBezTo>
                  <a:cubicBezTo>
                    <a:pt x="1907" y="1476"/>
                    <a:pt x="1744" y="1967"/>
                    <a:pt x="1520" y="2315"/>
                  </a:cubicBezTo>
                  <a:cubicBezTo>
                    <a:pt x="1763" y="3288"/>
                    <a:pt x="2037" y="4200"/>
                    <a:pt x="3344" y="4291"/>
                  </a:cubicBezTo>
                  <a:cubicBezTo>
                    <a:pt x="3800" y="4321"/>
                    <a:pt x="4043" y="4777"/>
                    <a:pt x="4012" y="5324"/>
                  </a:cubicBezTo>
                  <a:cubicBezTo>
                    <a:pt x="3813" y="5037"/>
                    <a:pt x="3606" y="4930"/>
                    <a:pt x="3422" y="4930"/>
                  </a:cubicBezTo>
                  <a:cubicBezTo>
                    <a:pt x="3099" y="4930"/>
                    <a:pt x="2846" y="5255"/>
                    <a:pt x="2827" y="5507"/>
                  </a:cubicBezTo>
                  <a:cubicBezTo>
                    <a:pt x="2766" y="6206"/>
                    <a:pt x="2067" y="6084"/>
                    <a:pt x="1915" y="6540"/>
                  </a:cubicBezTo>
                  <a:cubicBezTo>
                    <a:pt x="1763" y="7482"/>
                    <a:pt x="2523" y="7604"/>
                    <a:pt x="3161" y="7878"/>
                  </a:cubicBezTo>
                  <a:cubicBezTo>
                    <a:pt x="2849" y="7782"/>
                    <a:pt x="2548" y="7687"/>
                    <a:pt x="2282" y="7687"/>
                  </a:cubicBezTo>
                  <a:cubicBezTo>
                    <a:pt x="1952" y="7687"/>
                    <a:pt x="1674" y="7833"/>
                    <a:pt x="1490" y="8303"/>
                  </a:cubicBezTo>
                  <a:cubicBezTo>
                    <a:pt x="1307" y="8941"/>
                    <a:pt x="1125" y="9549"/>
                    <a:pt x="1976" y="9853"/>
                  </a:cubicBezTo>
                  <a:cubicBezTo>
                    <a:pt x="2067" y="9945"/>
                    <a:pt x="2158" y="10005"/>
                    <a:pt x="2249" y="10066"/>
                  </a:cubicBezTo>
                  <a:cubicBezTo>
                    <a:pt x="2328" y="10121"/>
                    <a:pt x="2395" y="10143"/>
                    <a:pt x="2454" y="10143"/>
                  </a:cubicBezTo>
                  <a:cubicBezTo>
                    <a:pt x="2690" y="10143"/>
                    <a:pt x="2797" y="9793"/>
                    <a:pt x="3040" y="9793"/>
                  </a:cubicBezTo>
                  <a:cubicBezTo>
                    <a:pt x="2979" y="10066"/>
                    <a:pt x="2918" y="10340"/>
                    <a:pt x="2797" y="10613"/>
                  </a:cubicBezTo>
                  <a:cubicBezTo>
                    <a:pt x="2523" y="11434"/>
                    <a:pt x="2432" y="12315"/>
                    <a:pt x="2097" y="13136"/>
                  </a:cubicBezTo>
                  <a:cubicBezTo>
                    <a:pt x="1702" y="13683"/>
                    <a:pt x="2037" y="14717"/>
                    <a:pt x="1003" y="14869"/>
                  </a:cubicBezTo>
                  <a:cubicBezTo>
                    <a:pt x="821" y="14929"/>
                    <a:pt x="699" y="15081"/>
                    <a:pt x="608" y="15233"/>
                  </a:cubicBezTo>
                  <a:cubicBezTo>
                    <a:pt x="517" y="15446"/>
                    <a:pt x="486" y="15720"/>
                    <a:pt x="578" y="15963"/>
                  </a:cubicBezTo>
                  <a:cubicBezTo>
                    <a:pt x="1003" y="16419"/>
                    <a:pt x="243" y="16115"/>
                    <a:pt x="334" y="16358"/>
                  </a:cubicBezTo>
                  <a:cubicBezTo>
                    <a:pt x="91" y="16723"/>
                    <a:pt x="0" y="17148"/>
                    <a:pt x="122" y="17574"/>
                  </a:cubicBezTo>
                  <a:cubicBezTo>
                    <a:pt x="395" y="17847"/>
                    <a:pt x="730" y="17999"/>
                    <a:pt x="1034" y="18212"/>
                  </a:cubicBezTo>
                  <a:cubicBezTo>
                    <a:pt x="1429" y="17847"/>
                    <a:pt x="1550" y="17300"/>
                    <a:pt x="1824" y="16844"/>
                  </a:cubicBezTo>
                  <a:lnTo>
                    <a:pt x="2371" y="15507"/>
                  </a:lnTo>
                  <a:cubicBezTo>
                    <a:pt x="2888" y="14261"/>
                    <a:pt x="3648" y="13166"/>
                    <a:pt x="4256" y="12042"/>
                  </a:cubicBezTo>
                  <a:cubicBezTo>
                    <a:pt x="4620" y="11039"/>
                    <a:pt x="4955" y="10036"/>
                    <a:pt x="5289" y="9033"/>
                  </a:cubicBezTo>
                  <a:cubicBezTo>
                    <a:pt x="5502" y="8729"/>
                    <a:pt x="5319" y="8273"/>
                    <a:pt x="5593" y="7969"/>
                  </a:cubicBezTo>
                  <a:cubicBezTo>
                    <a:pt x="5775" y="7452"/>
                    <a:pt x="5684" y="6905"/>
                    <a:pt x="5836" y="6388"/>
                  </a:cubicBezTo>
                  <a:cubicBezTo>
                    <a:pt x="5866" y="6236"/>
                    <a:pt x="5866" y="6115"/>
                    <a:pt x="5836" y="5993"/>
                  </a:cubicBezTo>
                  <a:cubicBezTo>
                    <a:pt x="5775" y="5720"/>
                    <a:pt x="5715" y="5416"/>
                    <a:pt x="5745" y="5142"/>
                  </a:cubicBezTo>
                  <a:cubicBezTo>
                    <a:pt x="5806" y="4990"/>
                    <a:pt x="5441" y="4929"/>
                    <a:pt x="5684" y="4777"/>
                  </a:cubicBezTo>
                  <a:cubicBezTo>
                    <a:pt x="5745" y="4656"/>
                    <a:pt x="5745" y="4565"/>
                    <a:pt x="5775" y="4443"/>
                  </a:cubicBezTo>
                  <a:cubicBezTo>
                    <a:pt x="5866" y="3744"/>
                    <a:pt x="4985" y="3561"/>
                    <a:pt x="4924" y="2923"/>
                  </a:cubicBezTo>
                  <a:cubicBezTo>
                    <a:pt x="4955" y="2802"/>
                    <a:pt x="4955" y="2680"/>
                    <a:pt x="4924" y="2558"/>
                  </a:cubicBezTo>
                  <a:cubicBezTo>
                    <a:pt x="4833" y="2072"/>
                    <a:pt x="4711" y="1616"/>
                    <a:pt x="4256" y="1312"/>
                  </a:cubicBezTo>
                  <a:cubicBezTo>
                    <a:pt x="4134" y="1312"/>
                    <a:pt x="4073" y="1251"/>
                    <a:pt x="4073" y="1191"/>
                  </a:cubicBezTo>
                  <a:lnTo>
                    <a:pt x="4073" y="1191"/>
                  </a:lnTo>
                  <a:cubicBezTo>
                    <a:pt x="4104" y="1221"/>
                    <a:pt x="4142" y="1236"/>
                    <a:pt x="4180" y="1236"/>
                  </a:cubicBezTo>
                  <a:cubicBezTo>
                    <a:pt x="4218" y="1236"/>
                    <a:pt x="4256" y="1221"/>
                    <a:pt x="4286" y="1191"/>
                  </a:cubicBezTo>
                  <a:cubicBezTo>
                    <a:pt x="4408" y="1069"/>
                    <a:pt x="4499" y="917"/>
                    <a:pt x="4499" y="735"/>
                  </a:cubicBezTo>
                  <a:cubicBezTo>
                    <a:pt x="4499" y="400"/>
                    <a:pt x="4468" y="127"/>
                    <a:pt x="4104" y="36"/>
                  </a:cubicBezTo>
                  <a:cubicBezTo>
                    <a:pt x="4043" y="247"/>
                    <a:pt x="3983" y="318"/>
                    <a:pt x="3924" y="318"/>
                  </a:cubicBezTo>
                  <a:cubicBezTo>
                    <a:pt x="3804" y="318"/>
                    <a:pt x="3689" y="26"/>
                    <a:pt x="3587" y="5"/>
                  </a:cubicBezTo>
                  <a:cubicBezTo>
                    <a:pt x="3569" y="2"/>
                    <a:pt x="3556" y="0"/>
                    <a:pt x="35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8"/>
            <p:cNvSpPr/>
            <p:nvPr/>
          </p:nvSpPr>
          <p:spPr>
            <a:xfrm>
              <a:off x="3173443" y="2239805"/>
              <a:ext cx="102642" cy="263503"/>
            </a:xfrm>
            <a:custGeom>
              <a:rect b="b" l="l" r="r" t="t"/>
              <a:pathLst>
                <a:path extrusionOk="0" h="6246" w="2433">
                  <a:moveTo>
                    <a:pt x="517" y="1"/>
                  </a:moveTo>
                  <a:cubicBezTo>
                    <a:pt x="426" y="62"/>
                    <a:pt x="335" y="183"/>
                    <a:pt x="304" y="305"/>
                  </a:cubicBezTo>
                  <a:cubicBezTo>
                    <a:pt x="244" y="487"/>
                    <a:pt x="213" y="670"/>
                    <a:pt x="213" y="882"/>
                  </a:cubicBezTo>
                  <a:cubicBezTo>
                    <a:pt x="244" y="1217"/>
                    <a:pt x="335" y="1582"/>
                    <a:pt x="547" y="1886"/>
                  </a:cubicBezTo>
                  <a:cubicBezTo>
                    <a:pt x="699" y="2220"/>
                    <a:pt x="578" y="2372"/>
                    <a:pt x="244" y="2433"/>
                  </a:cubicBezTo>
                  <a:lnTo>
                    <a:pt x="0" y="2706"/>
                  </a:lnTo>
                  <a:cubicBezTo>
                    <a:pt x="335" y="3193"/>
                    <a:pt x="608" y="3740"/>
                    <a:pt x="791" y="4317"/>
                  </a:cubicBezTo>
                  <a:cubicBezTo>
                    <a:pt x="517" y="4469"/>
                    <a:pt x="183" y="4621"/>
                    <a:pt x="669" y="4925"/>
                  </a:cubicBezTo>
                  <a:cubicBezTo>
                    <a:pt x="1155" y="5199"/>
                    <a:pt x="1520" y="5685"/>
                    <a:pt x="1611" y="6232"/>
                  </a:cubicBezTo>
                  <a:cubicBezTo>
                    <a:pt x="1653" y="6241"/>
                    <a:pt x="1691" y="6246"/>
                    <a:pt x="1725" y="6246"/>
                  </a:cubicBezTo>
                  <a:cubicBezTo>
                    <a:pt x="1913" y="6246"/>
                    <a:pt x="1990" y="6113"/>
                    <a:pt x="2067" y="5959"/>
                  </a:cubicBezTo>
                  <a:cubicBezTo>
                    <a:pt x="2098" y="5746"/>
                    <a:pt x="2037" y="5533"/>
                    <a:pt x="1915" y="5381"/>
                  </a:cubicBezTo>
                  <a:cubicBezTo>
                    <a:pt x="1794" y="4925"/>
                    <a:pt x="2280" y="4864"/>
                    <a:pt x="2432" y="4591"/>
                  </a:cubicBezTo>
                  <a:cubicBezTo>
                    <a:pt x="2128" y="4317"/>
                    <a:pt x="1946" y="3952"/>
                    <a:pt x="1824" y="3588"/>
                  </a:cubicBezTo>
                  <a:cubicBezTo>
                    <a:pt x="1581" y="2676"/>
                    <a:pt x="1915" y="1703"/>
                    <a:pt x="1581" y="822"/>
                  </a:cubicBezTo>
                  <a:cubicBezTo>
                    <a:pt x="1581" y="729"/>
                    <a:pt x="1528" y="689"/>
                    <a:pt x="1462" y="689"/>
                  </a:cubicBezTo>
                  <a:cubicBezTo>
                    <a:pt x="1442" y="689"/>
                    <a:pt x="1420" y="693"/>
                    <a:pt x="1399" y="700"/>
                  </a:cubicBezTo>
                  <a:cubicBezTo>
                    <a:pt x="1358" y="700"/>
                    <a:pt x="1304" y="781"/>
                    <a:pt x="1263" y="781"/>
                  </a:cubicBezTo>
                  <a:cubicBezTo>
                    <a:pt x="1243" y="781"/>
                    <a:pt x="1226" y="761"/>
                    <a:pt x="1216" y="700"/>
                  </a:cubicBezTo>
                  <a:cubicBezTo>
                    <a:pt x="1216" y="609"/>
                    <a:pt x="1186" y="518"/>
                    <a:pt x="1155" y="427"/>
                  </a:cubicBezTo>
                  <a:cubicBezTo>
                    <a:pt x="1095" y="305"/>
                    <a:pt x="1034" y="183"/>
                    <a:pt x="912" y="92"/>
                  </a:cubicBezTo>
                  <a:lnTo>
                    <a:pt x="7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8"/>
            <p:cNvSpPr/>
            <p:nvPr/>
          </p:nvSpPr>
          <p:spPr>
            <a:xfrm>
              <a:off x="3086241" y="1907701"/>
              <a:ext cx="93656" cy="58430"/>
            </a:xfrm>
            <a:custGeom>
              <a:rect b="b" l="l" r="r" t="t"/>
              <a:pathLst>
                <a:path extrusionOk="0" h="1385" w="2220">
                  <a:moveTo>
                    <a:pt x="1277" y="1"/>
                  </a:moveTo>
                  <a:cubicBezTo>
                    <a:pt x="700" y="122"/>
                    <a:pt x="0" y="213"/>
                    <a:pt x="426" y="1095"/>
                  </a:cubicBezTo>
                  <a:lnTo>
                    <a:pt x="700" y="1368"/>
                  </a:lnTo>
                  <a:cubicBezTo>
                    <a:pt x="807" y="1225"/>
                    <a:pt x="914" y="1177"/>
                    <a:pt x="1021" y="1177"/>
                  </a:cubicBezTo>
                  <a:cubicBezTo>
                    <a:pt x="1242" y="1177"/>
                    <a:pt x="1460" y="1385"/>
                    <a:pt x="1668" y="1385"/>
                  </a:cubicBezTo>
                  <a:cubicBezTo>
                    <a:pt x="1700" y="1385"/>
                    <a:pt x="1732" y="1380"/>
                    <a:pt x="1763" y="1368"/>
                  </a:cubicBezTo>
                  <a:cubicBezTo>
                    <a:pt x="2219" y="700"/>
                    <a:pt x="1733" y="365"/>
                    <a:pt x="12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8"/>
            <p:cNvSpPr/>
            <p:nvPr/>
          </p:nvSpPr>
          <p:spPr>
            <a:xfrm>
              <a:off x="3206772" y="2193651"/>
              <a:ext cx="34678" cy="83405"/>
            </a:xfrm>
            <a:custGeom>
              <a:rect b="b" l="l" r="r" t="t"/>
              <a:pathLst>
                <a:path extrusionOk="0" h="1977" w="822">
                  <a:moveTo>
                    <a:pt x="1" y="1"/>
                  </a:moveTo>
                  <a:cubicBezTo>
                    <a:pt x="1" y="365"/>
                    <a:pt x="274" y="700"/>
                    <a:pt x="1" y="1095"/>
                  </a:cubicBezTo>
                  <a:cubicBezTo>
                    <a:pt x="183" y="1247"/>
                    <a:pt x="122" y="1490"/>
                    <a:pt x="274" y="1642"/>
                  </a:cubicBezTo>
                  <a:cubicBezTo>
                    <a:pt x="274" y="1733"/>
                    <a:pt x="305" y="1794"/>
                    <a:pt x="305" y="1885"/>
                  </a:cubicBezTo>
                  <a:cubicBezTo>
                    <a:pt x="335" y="1946"/>
                    <a:pt x="373" y="1976"/>
                    <a:pt x="415" y="1976"/>
                  </a:cubicBezTo>
                  <a:cubicBezTo>
                    <a:pt x="457" y="1976"/>
                    <a:pt x="502" y="1946"/>
                    <a:pt x="548" y="1885"/>
                  </a:cubicBezTo>
                  <a:lnTo>
                    <a:pt x="791" y="1885"/>
                  </a:lnTo>
                  <a:cubicBezTo>
                    <a:pt x="669" y="1217"/>
                    <a:pt x="821" y="39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8"/>
            <p:cNvSpPr/>
            <p:nvPr/>
          </p:nvSpPr>
          <p:spPr>
            <a:xfrm>
              <a:off x="3114465" y="1965414"/>
              <a:ext cx="12867" cy="24384"/>
            </a:xfrm>
            <a:custGeom>
              <a:rect b="b" l="l" r="r" t="t"/>
              <a:pathLst>
                <a:path extrusionOk="0" h="578" w="305">
                  <a:moveTo>
                    <a:pt x="31" y="0"/>
                  </a:moveTo>
                  <a:lnTo>
                    <a:pt x="31" y="0"/>
                  </a:lnTo>
                  <a:cubicBezTo>
                    <a:pt x="0" y="213"/>
                    <a:pt x="91" y="456"/>
                    <a:pt x="274" y="578"/>
                  </a:cubicBezTo>
                  <a:cubicBezTo>
                    <a:pt x="304" y="365"/>
                    <a:pt x="213" y="122"/>
                    <a:pt x="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8"/>
            <p:cNvSpPr/>
            <p:nvPr/>
          </p:nvSpPr>
          <p:spPr>
            <a:xfrm>
              <a:off x="3079828" y="1864120"/>
              <a:ext cx="60328" cy="91083"/>
            </a:xfrm>
            <a:custGeom>
              <a:rect b="b" l="l" r="r" t="t"/>
              <a:pathLst>
                <a:path extrusionOk="0" h="2159" w="1430">
                  <a:moveTo>
                    <a:pt x="578" y="0"/>
                  </a:moveTo>
                  <a:cubicBezTo>
                    <a:pt x="335" y="30"/>
                    <a:pt x="0" y="213"/>
                    <a:pt x="92" y="304"/>
                  </a:cubicBezTo>
                  <a:cubicBezTo>
                    <a:pt x="608" y="760"/>
                    <a:pt x="213" y="1277"/>
                    <a:pt x="274" y="1763"/>
                  </a:cubicBezTo>
                  <a:cubicBezTo>
                    <a:pt x="304" y="1885"/>
                    <a:pt x="487" y="2037"/>
                    <a:pt x="578" y="2158"/>
                  </a:cubicBezTo>
                  <a:cubicBezTo>
                    <a:pt x="396" y="1429"/>
                    <a:pt x="1186" y="1429"/>
                    <a:pt x="1429" y="1064"/>
                  </a:cubicBezTo>
                  <a:cubicBezTo>
                    <a:pt x="1399" y="973"/>
                    <a:pt x="1399" y="882"/>
                    <a:pt x="1368" y="821"/>
                  </a:cubicBezTo>
                  <a:cubicBezTo>
                    <a:pt x="1277" y="730"/>
                    <a:pt x="1186" y="638"/>
                    <a:pt x="1095" y="547"/>
                  </a:cubicBezTo>
                  <a:cubicBezTo>
                    <a:pt x="1034" y="456"/>
                    <a:pt x="912" y="365"/>
                    <a:pt x="852" y="274"/>
                  </a:cubicBezTo>
                  <a:cubicBezTo>
                    <a:pt x="760" y="182"/>
                    <a:pt x="669" y="91"/>
                    <a:pt x="5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8"/>
            <p:cNvSpPr/>
            <p:nvPr/>
          </p:nvSpPr>
          <p:spPr>
            <a:xfrm>
              <a:off x="3127290" y="1885889"/>
              <a:ext cx="11559" cy="11602"/>
            </a:xfrm>
            <a:custGeom>
              <a:rect b="b" l="l" r="r" t="t"/>
              <a:pathLst>
                <a:path extrusionOk="0" h="275" w="274">
                  <a:moveTo>
                    <a:pt x="274" y="274"/>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8"/>
            <p:cNvSpPr/>
            <p:nvPr/>
          </p:nvSpPr>
          <p:spPr>
            <a:xfrm>
              <a:off x="3115730" y="1874372"/>
              <a:ext cx="11602" cy="11559"/>
            </a:xfrm>
            <a:custGeom>
              <a:rect b="b" l="l" r="r" t="t"/>
              <a:pathLst>
                <a:path extrusionOk="0" h="274" w="275">
                  <a:moveTo>
                    <a:pt x="274" y="274"/>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8"/>
            <p:cNvSpPr/>
            <p:nvPr/>
          </p:nvSpPr>
          <p:spPr>
            <a:xfrm>
              <a:off x="3104171" y="1864120"/>
              <a:ext cx="11602" cy="10294"/>
            </a:xfrm>
            <a:custGeom>
              <a:rect b="b" l="l" r="r" t="t"/>
              <a:pathLst>
                <a:path extrusionOk="0" h="244" w="275">
                  <a:moveTo>
                    <a:pt x="275" y="243"/>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8"/>
            <p:cNvSpPr/>
            <p:nvPr/>
          </p:nvSpPr>
          <p:spPr>
            <a:xfrm>
              <a:off x="3219597" y="2638652"/>
              <a:ext cx="24427" cy="46195"/>
            </a:xfrm>
            <a:custGeom>
              <a:rect b="b" l="l" r="r" t="t"/>
              <a:pathLst>
                <a:path extrusionOk="0" h="1095" w="579">
                  <a:moveTo>
                    <a:pt x="487" y="0"/>
                  </a:moveTo>
                  <a:cubicBezTo>
                    <a:pt x="153" y="243"/>
                    <a:pt x="1" y="699"/>
                    <a:pt x="213" y="1094"/>
                  </a:cubicBezTo>
                  <a:cubicBezTo>
                    <a:pt x="578" y="942"/>
                    <a:pt x="487" y="578"/>
                    <a:pt x="517" y="304"/>
                  </a:cubicBezTo>
                  <a:cubicBezTo>
                    <a:pt x="487" y="182"/>
                    <a:pt x="487" y="91"/>
                    <a:pt x="4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8"/>
            <p:cNvSpPr/>
            <p:nvPr/>
          </p:nvSpPr>
          <p:spPr>
            <a:xfrm>
              <a:off x="3228583" y="2490234"/>
              <a:ext cx="39783" cy="148458"/>
            </a:xfrm>
            <a:custGeom>
              <a:rect b="b" l="l" r="r" t="t"/>
              <a:pathLst>
                <a:path extrusionOk="0" h="3519" w="943">
                  <a:moveTo>
                    <a:pt x="725" y="1"/>
                  </a:moveTo>
                  <a:cubicBezTo>
                    <a:pt x="683" y="1"/>
                    <a:pt x="634" y="9"/>
                    <a:pt x="578" y="23"/>
                  </a:cubicBezTo>
                  <a:lnTo>
                    <a:pt x="304" y="296"/>
                  </a:lnTo>
                  <a:cubicBezTo>
                    <a:pt x="274" y="296"/>
                    <a:pt x="274" y="326"/>
                    <a:pt x="244" y="387"/>
                  </a:cubicBezTo>
                  <a:cubicBezTo>
                    <a:pt x="213" y="448"/>
                    <a:pt x="244" y="509"/>
                    <a:pt x="304" y="570"/>
                  </a:cubicBezTo>
                  <a:cubicBezTo>
                    <a:pt x="304" y="934"/>
                    <a:pt x="335" y="1269"/>
                    <a:pt x="335" y="1664"/>
                  </a:cubicBezTo>
                  <a:cubicBezTo>
                    <a:pt x="335" y="1664"/>
                    <a:pt x="365" y="1694"/>
                    <a:pt x="396" y="1725"/>
                  </a:cubicBezTo>
                  <a:cubicBezTo>
                    <a:pt x="396" y="1785"/>
                    <a:pt x="365" y="1846"/>
                    <a:pt x="304" y="1907"/>
                  </a:cubicBezTo>
                  <a:cubicBezTo>
                    <a:pt x="396" y="2454"/>
                    <a:pt x="0" y="2971"/>
                    <a:pt x="274" y="3518"/>
                  </a:cubicBezTo>
                  <a:cubicBezTo>
                    <a:pt x="608" y="2819"/>
                    <a:pt x="943" y="2089"/>
                    <a:pt x="669" y="1299"/>
                  </a:cubicBezTo>
                  <a:cubicBezTo>
                    <a:pt x="578" y="965"/>
                    <a:pt x="639" y="570"/>
                    <a:pt x="851" y="296"/>
                  </a:cubicBezTo>
                  <a:cubicBezTo>
                    <a:pt x="922" y="85"/>
                    <a:pt x="866" y="1"/>
                    <a:pt x="7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8"/>
            <p:cNvSpPr/>
            <p:nvPr/>
          </p:nvSpPr>
          <p:spPr>
            <a:xfrm>
              <a:off x="3252926" y="2466819"/>
              <a:ext cx="28266" cy="35944"/>
            </a:xfrm>
            <a:custGeom>
              <a:rect b="b" l="l" r="r" t="t"/>
              <a:pathLst>
                <a:path extrusionOk="0" h="852" w="670">
                  <a:moveTo>
                    <a:pt x="31" y="0"/>
                  </a:moveTo>
                  <a:cubicBezTo>
                    <a:pt x="31" y="182"/>
                    <a:pt x="1" y="395"/>
                    <a:pt x="1" y="578"/>
                  </a:cubicBezTo>
                  <a:lnTo>
                    <a:pt x="274" y="851"/>
                  </a:lnTo>
                  <a:cubicBezTo>
                    <a:pt x="670" y="456"/>
                    <a:pt x="609" y="152"/>
                    <a:pt x="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8"/>
            <p:cNvSpPr/>
            <p:nvPr/>
          </p:nvSpPr>
          <p:spPr>
            <a:xfrm>
              <a:off x="2210416" y="1832901"/>
              <a:ext cx="297422" cy="539030"/>
            </a:xfrm>
            <a:custGeom>
              <a:rect b="b" l="l" r="r" t="t"/>
              <a:pathLst>
                <a:path extrusionOk="0" h="12777" w="7050">
                  <a:moveTo>
                    <a:pt x="620" y="0"/>
                  </a:moveTo>
                  <a:cubicBezTo>
                    <a:pt x="581" y="0"/>
                    <a:pt x="555" y="12"/>
                    <a:pt x="547" y="41"/>
                  </a:cubicBezTo>
                  <a:cubicBezTo>
                    <a:pt x="487" y="527"/>
                    <a:pt x="335" y="983"/>
                    <a:pt x="122" y="1439"/>
                  </a:cubicBezTo>
                  <a:cubicBezTo>
                    <a:pt x="0" y="1774"/>
                    <a:pt x="487" y="2017"/>
                    <a:pt x="608" y="2351"/>
                  </a:cubicBezTo>
                  <a:cubicBezTo>
                    <a:pt x="882" y="2503"/>
                    <a:pt x="1368" y="2473"/>
                    <a:pt x="1094" y="3111"/>
                  </a:cubicBezTo>
                  <a:cubicBezTo>
                    <a:pt x="942" y="3476"/>
                    <a:pt x="882" y="3840"/>
                    <a:pt x="882" y="4236"/>
                  </a:cubicBezTo>
                  <a:cubicBezTo>
                    <a:pt x="1338" y="4418"/>
                    <a:pt x="1003" y="5026"/>
                    <a:pt x="1520" y="5299"/>
                  </a:cubicBezTo>
                  <a:cubicBezTo>
                    <a:pt x="1733" y="5391"/>
                    <a:pt x="851" y="5877"/>
                    <a:pt x="1277" y="6394"/>
                  </a:cubicBezTo>
                  <a:cubicBezTo>
                    <a:pt x="1481" y="6317"/>
                    <a:pt x="1471" y="5852"/>
                    <a:pt x="1716" y="5852"/>
                  </a:cubicBezTo>
                  <a:cubicBezTo>
                    <a:pt x="1762" y="5852"/>
                    <a:pt x="1817" y="5869"/>
                    <a:pt x="1885" y="5907"/>
                  </a:cubicBezTo>
                  <a:cubicBezTo>
                    <a:pt x="2310" y="6150"/>
                    <a:pt x="1946" y="6515"/>
                    <a:pt x="1763" y="6667"/>
                  </a:cubicBezTo>
                  <a:cubicBezTo>
                    <a:pt x="1064" y="7336"/>
                    <a:pt x="1034" y="8248"/>
                    <a:pt x="882" y="9099"/>
                  </a:cubicBezTo>
                  <a:cubicBezTo>
                    <a:pt x="1186" y="9616"/>
                    <a:pt x="1216" y="10193"/>
                    <a:pt x="1429" y="10740"/>
                  </a:cubicBezTo>
                  <a:cubicBezTo>
                    <a:pt x="1429" y="11895"/>
                    <a:pt x="2374" y="12776"/>
                    <a:pt x="3477" y="12776"/>
                  </a:cubicBezTo>
                  <a:cubicBezTo>
                    <a:pt x="3593" y="12776"/>
                    <a:pt x="3711" y="12767"/>
                    <a:pt x="3830" y="12746"/>
                  </a:cubicBezTo>
                  <a:cubicBezTo>
                    <a:pt x="4301" y="12642"/>
                    <a:pt x="4773" y="12424"/>
                    <a:pt x="5283" y="12424"/>
                  </a:cubicBezTo>
                  <a:cubicBezTo>
                    <a:pt x="5365" y="12424"/>
                    <a:pt x="5448" y="12430"/>
                    <a:pt x="5532" y="12442"/>
                  </a:cubicBezTo>
                  <a:cubicBezTo>
                    <a:pt x="5718" y="12504"/>
                    <a:pt x="5890" y="12679"/>
                    <a:pt x="6067" y="12679"/>
                  </a:cubicBezTo>
                  <a:cubicBezTo>
                    <a:pt x="6151" y="12679"/>
                    <a:pt x="6235" y="12640"/>
                    <a:pt x="6322" y="12534"/>
                  </a:cubicBezTo>
                  <a:cubicBezTo>
                    <a:pt x="6535" y="12321"/>
                    <a:pt x="6414" y="12047"/>
                    <a:pt x="6292" y="11804"/>
                  </a:cubicBezTo>
                  <a:cubicBezTo>
                    <a:pt x="6238" y="11723"/>
                    <a:pt x="6256" y="11617"/>
                    <a:pt x="6304" y="11617"/>
                  </a:cubicBezTo>
                  <a:cubicBezTo>
                    <a:pt x="6310" y="11617"/>
                    <a:pt x="6316" y="11618"/>
                    <a:pt x="6322" y="11622"/>
                  </a:cubicBezTo>
                  <a:cubicBezTo>
                    <a:pt x="6414" y="11652"/>
                    <a:pt x="6444" y="11774"/>
                    <a:pt x="6535" y="11804"/>
                  </a:cubicBezTo>
                  <a:cubicBezTo>
                    <a:pt x="6557" y="11805"/>
                    <a:pt x="6578" y="11806"/>
                    <a:pt x="6599" y="11806"/>
                  </a:cubicBezTo>
                  <a:cubicBezTo>
                    <a:pt x="7049" y="11806"/>
                    <a:pt x="7015" y="11488"/>
                    <a:pt x="6870" y="11227"/>
                  </a:cubicBezTo>
                  <a:cubicBezTo>
                    <a:pt x="6726" y="10963"/>
                    <a:pt x="6468" y="10794"/>
                    <a:pt x="6187" y="10794"/>
                  </a:cubicBezTo>
                  <a:cubicBezTo>
                    <a:pt x="6112" y="10794"/>
                    <a:pt x="6035" y="10806"/>
                    <a:pt x="5958" y="10831"/>
                  </a:cubicBezTo>
                  <a:cubicBezTo>
                    <a:pt x="5319" y="11014"/>
                    <a:pt x="4712" y="11257"/>
                    <a:pt x="4104" y="11561"/>
                  </a:cubicBezTo>
                  <a:cubicBezTo>
                    <a:pt x="4030" y="11585"/>
                    <a:pt x="3957" y="11708"/>
                    <a:pt x="3900" y="11708"/>
                  </a:cubicBezTo>
                  <a:cubicBezTo>
                    <a:pt x="3886" y="11708"/>
                    <a:pt x="3872" y="11700"/>
                    <a:pt x="3860" y="11682"/>
                  </a:cubicBezTo>
                  <a:cubicBezTo>
                    <a:pt x="3769" y="11622"/>
                    <a:pt x="3982" y="11531"/>
                    <a:pt x="3952" y="11409"/>
                  </a:cubicBezTo>
                  <a:cubicBezTo>
                    <a:pt x="3678" y="10801"/>
                    <a:pt x="3253" y="10284"/>
                    <a:pt x="3040" y="9646"/>
                  </a:cubicBezTo>
                  <a:cubicBezTo>
                    <a:pt x="2968" y="9610"/>
                    <a:pt x="2896" y="9593"/>
                    <a:pt x="2828" y="9593"/>
                  </a:cubicBezTo>
                  <a:cubicBezTo>
                    <a:pt x="2723" y="9593"/>
                    <a:pt x="2627" y="9633"/>
                    <a:pt x="2553" y="9707"/>
                  </a:cubicBezTo>
                  <a:cubicBezTo>
                    <a:pt x="2432" y="9798"/>
                    <a:pt x="2341" y="9950"/>
                    <a:pt x="2310" y="10102"/>
                  </a:cubicBezTo>
                  <a:cubicBezTo>
                    <a:pt x="2067" y="10011"/>
                    <a:pt x="2401" y="9889"/>
                    <a:pt x="2280" y="9798"/>
                  </a:cubicBezTo>
                  <a:cubicBezTo>
                    <a:pt x="2219" y="9342"/>
                    <a:pt x="1976" y="8916"/>
                    <a:pt x="1581" y="8673"/>
                  </a:cubicBezTo>
                  <a:cubicBezTo>
                    <a:pt x="1614" y="8599"/>
                    <a:pt x="1649" y="8574"/>
                    <a:pt x="1685" y="8574"/>
                  </a:cubicBezTo>
                  <a:cubicBezTo>
                    <a:pt x="1760" y="8574"/>
                    <a:pt x="1838" y="8679"/>
                    <a:pt x="1911" y="8679"/>
                  </a:cubicBezTo>
                  <a:cubicBezTo>
                    <a:pt x="1933" y="8679"/>
                    <a:pt x="1955" y="8669"/>
                    <a:pt x="1976" y="8643"/>
                  </a:cubicBezTo>
                  <a:cubicBezTo>
                    <a:pt x="2462" y="8430"/>
                    <a:pt x="3009" y="8339"/>
                    <a:pt x="3405" y="8005"/>
                  </a:cubicBezTo>
                  <a:cubicBezTo>
                    <a:pt x="3769" y="7640"/>
                    <a:pt x="4560" y="7579"/>
                    <a:pt x="4256" y="6758"/>
                  </a:cubicBezTo>
                  <a:cubicBezTo>
                    <a:pt x="3800" y="6637"/>
                    <a:pt x="3283" y="6515"/>
                    <a:pt x="3952" y="5968"/>
                  </a:cubicBezTo>
                  <a:cubicBezTo>
                    <a:pt x="4651" y="5634"/>
                    <a:pt x="5137" y="5208"/>
                    <a:pt x="4742" y="4327"/>
                  </a:cubicBezTo>
                  <a:cubicBezTo>
                    <a:pt x="4525" y="4109"/>
                    <a:pt x="4340" y="4026"/>
                    <a:pt x="4173" y="4026"/>
                  </a:cubicBezTo>
                  <a:cubicBezTo>
                    <a:pt x="3758" y="4026"/>
                    <a:pt x="3461" y="4544"/>
                    <a:pt x="3070" y="4783"/>
                  </a:cubicBezTo>
                  <a:cubicBezTo>
                    <a:pt x="3617" y="4266"/>
                    <a:pt x="3556" y="3962"/>
                    <a:pt x="2857" y="3780"/>
                  </a:cubicBezTo>
                  <a:cubicBezTo>
                    <a:pt x="2829" y="3776"/>
                    <a:pt x="2797" y="3775"/>
                    <a:pt x="2764" y="3775"/>
                  </a:cubicBezTo>
                  <a:cubicBezTo>
                    <a:pt x="2710" y="3775"/>
                    <a:pt x="2651" y="3778"/>
                    <a:pt x="2593" y="3778"/>
                  </a:cubicBezTo>
                  <a:cubicBezTo>
                    <a:pt x="2368" y="3778"/>
                    <a:pt x="2152" y="3738"/>
                    <a:pt x="2280" y="3354"/>
                  </a:cubicBezTo>
                  <a:cubicBezTo>
                    <a:pt x="2553" y="2564"/>
                    <a:pt x="2037" y="2229"/>
                    <a:pt x="1611" y="1774"/>
                  </a:cubicBezTo>
                  <a:cubicBezTo>
                    <a:pt x="882" y="1409"/>
                    <a:pt x="1307" y="922"/>
                    <a:pt x="1429" y="436"/>
                  </a:cubicBezTo>
                  <a:lnTo>
                    <a:pt x="1155" y="163"/>
                  </a:lnTo>
                  <a:cubicBezTo>
                    <a:pt x="994" y="116"/>
                    <a:pt x="744" y="0"/>
                    <a:pt x="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8"/>
            <p:cNvSpPr/>
            <p:nvPr/>
          </p:nvSpPr>
          <p:spPr>
            <a:xfrm>
              <a:off x="2006521" y="2235165"/>
              <a:ext cx="283416" cy="270422"/>
            </a:xfrm>
            <a:custGeom>
              <a:rect b="b" l="l" r="r" t="t"/>
              <a:pathLst>
                <a:path extrusionOk="0" h="6410" w="6718">
                  <a:moveTo>
                    <a:pt x="3869" y="0"/>
                  </a:moveTo>
                  <a:cubicBezTo>
                    <a:pt x="2876" y="0"/>
                    <a:pt x="1812" y="333"/>
                    <a:pt x="1338" y="901"/>
                  </a:cubicBezTo>
                  <a:cubicBezTo>
                    <a:pt x="1125" y="1114"/>
                    <a:pt x="1095" y="1388"/>
                    <a:pt x="1216" y="1661"/>
                  </a:cubicBezTo>
                  <a:cubicBezTo>
                    <a:pt x="1550" y="2330"/>
                    <a:pt x="1246" y="2634"/>
                    <a:pt x="547" y="2695"/>
                  </a:cubicBezTo>
                  <a:cubicBezTo>
                    <a:pt x="335" y="2695"/>
                    <a:pt x="304" y="2907"/>
                    <a:pt x="304" y="3090"/>
                  </a:cubicBezTo>
                  <a:cubicBezTo>
                    <a:pt x="1034" y="3576"/>
                    <a:pt x="0" y="4336"/>
                    <a:pt x="547" y="4944"/>
                  </a:cubicBezTo>
                  <a:cubicBezTo>
                    <a:pt x="851" y="4397"/>
                    <a:pt x="791" y="3850"/>
                    <a:pt x="943" y="3242"/>
                  </a:cubicBezTo>
                  <a:cubicBezTo>
                    <a:pt x="1155" y="3515"/>
                    <a:pt x="1155" y="3789"/>
                    <a:pt x="1398" y="3910"/>
                  </a:cubicBezTo>
                  <a:cubicBezTo>
                    <a:pt x="1459" y="3819"/>
                    <a:pt x="1520" y="3728"/>
                    <a:pt x="1611" y="3637"/>
                  </a:cubicBezTo>
                  <a:cubicBezTo>
                    <a:pt x="2158" y="3455"/>
                    <a:pt x="2827" y="3606"/>
                    <a:pt x="3253" y="3090"/>
                  </a:cubicBezTo>
                  <a:cubicBezTo>
                    <a:pt x="2979" y="2844"/>
                    <a:pt x="2632" y="2720"/>
                    <a:pt x="2255" y="2720"/>
                  </a:cubicBezTo>
                  <a:cubicBezTo>
                    <a:pt x="2213" y="2720"/>
                    <a:pt x="2171" y="2722"/>
                    <a:pt x="2128" y="2725"/>
                  </a:cubicBezTo>
                  <a:cubicBezTo>
                    <a:pt x="2090" y="2748"/>
                    <a:pt x="2075" y="2755"/>
                    <a:pt x="2070" y="2755"/>
                  </a:cubicBezTo>
                  <a:cubicBezTo>
                    <a:pt x="2062" y="2755"/>
                    <a:pt x="2097" y="2725"/>
                    <a:pt x="2081" y="2725"/>
                  </a:cubicBezTo>
                  <a:cubicBezTo>
                    <a:pt x="2073" y="2725"/>
                    <a:pt x="2052" y="2733"/>
                    <a:pt x="2006" y="2755"/>
                  </a:cubicBezTo>
                  <a:cubicBezTo>
                    <a:pt x="1940" y="2793"/>
                    <a:pt x="1907" y="2807"/>
                    <a:pt x="1893" y="2807"/>
                  </a:cubicBezTo>
                  <a:cubicBezTo>
                    <a:pt x="1863" y="2807"/>
                    <a:pt x="1934" y="2737"/>
                    <a:pt x="1976" y="2695"/>
                  </a:cubicBezTo>
                  <a:cubicBezTo>
                    <a:pt x="2037" y="2451"/>
                    <a:pt x="2037" y="2178"/>
                    <a:pt x="2067" y="1935"/>
                  </a:cubicBezTo>
                  <a:cubicBezTo>
                    <a:pt x="2161" y="1701"/>
                    <a:pt x="2111" y="1289"/>
                    <a:pt x="2385" y="1289"/>
                  </a:cubicBezTo>
                  <a:cubicBezTo>
                    <a:pt x="2468" y="1289"/>
                    <a:pt x="2581" y="1326"/>
                    <a:pt x="2736" y="1418"/>
                  </a:cubicBezTo>
                  <a:cubicBezTo>
                    <a:pt x="2797" y="1996"/>
                    <a:pt x="2979" y="2573"/>
                    <a:pt x="3253" y="3090"/>
                  </a:cubicBezTo>
                  <a:cubicBezTo>
                    <a:pt x="3739" y="3333"/>
                    <a:pt x="3861" y="4002"/>
                    <a:pt x="4347" y="4154"/>
                  </a:cubicBezTo>
                  <a:cubicBezTo>
                    <a:pt x="5289" y="4518"/>
                    <a:pt x="4438" y="4731"/>
                    <a:pt x="4347" y="5005"/>
                  </a:cubicBezTo>
                  <a:cubicBezTo>
                    <a:pt x="4168" y="4979"/>
                    <a:pt x="4097" y="4696"/>
                    <a:pt x="3952" y="4696"/>
                  </a:cubicBezTo>
                  <a:cubicBezTo>
                    <a:pt x="3925" y="4696"/>
                    <a:pt x="3895" y="4707"/>
                    <a:pt x="3861" y="4731"/>
                  </a:cubicBezTo>
                  <a:cubicBezTo>
                    <a:pt x="3648" y="4883"/>
                    <a:pt x="3587" y="5157"/>
                    <a:pt x="3921" y="5339"/>
                  </a:cubicBezTo>
                  <a:cubicBezTo>
                    <a:pt x="4347" y="5582"/>
                    <a:pt x="4742" y="5856"/>
                    <a:pt x="5137" y="6099"/>
                  </a:cubicBezTo>
                  <a:cubicBezTo>
                    <a:pt x="5303" y="6327"/>
                    <a:pt x="5447" y="6410"/>
                    <a:pt x="5579" y="6410"/>
                  </a:cubicBezTo>
                  <a:cubicBezTo>
                    <a:pt x="5834" y="6410"/>
                    <a:pt x="6041" y="6097"/>
                    <a:pt x="6262" y="5917"/>
                  </a:cubicBezTo>
                  <a:cubicBezTo>
                    <a:pt x="6323" y="5825"/>
                    <a:pt x="6383" y="5704"/>
                    <a:pt x="6414" y="5582"/>
                  </a:cubicBezTo>
                  <a:cubicBezTo>
                    <a:pt x="6475" y="5339"/>
                    <a:pt x="6718" y="4974"/>
                    <a:pt x="6596" y="4822"/>
                  </a:cubicBezTo>
                  <a:cubicBezTo>
                    <a:pt x="6201" y="4397"/>
                    <a:pt x="6110" y="4032"/>
                    <a:pt x="6444" y="3576"/>
                  </a:cubicBezTo>
                  <a:cubicBezTo>
                    <a:pt x="6475" y="3546"/>
                    <a:pt x="6383" y="3455"/>
                    <a:pt x="6323" y="3363"/>
                  </a:cubicBezTo>
                  <a:cubicBezTo>
                    <a:pt x="6231" y="3272"/>
                    <a:pt x="6171" y="3151"/>
                    <a:pt x="6110" y="3059"/>
                  </a:cubicBezTo>
                  <a:cubicBezTo>
                    <a:pt x="5937" y="2714"/>
                    <a:pt x="6391" y="1988"/>
                    <a:pt x="5565" y="1988"/>
                  </a:cubicBezTo>
                  <a:cubicBezTo>
                    <a:pt x="5518" y="1988"/>
                    <a:pt x="5466" y="1991"/>
                    <a:pt x="5411" y="1996"/>
                  </a:cubicBezTo>
                  <a:cubicBezTo>
                    <a:pt x="4833" y="2056"/>
                    <a:pt x="4377" y="2087"/>
                    <a:pt x="4347" y="2816"/>
                  </a:cubicBezTo>
                  <a:cubicBezTo>
                    <a:pt x="4347" y="2877"/>
                    <a:pt x="4316" y="2907"/>
                    <a:pt x="4347" y="2907"/>
                  </a:cubicBezTo>
                  <a:cubicBezTo>
                    <a:pt x="4409" y="2920"/>
                    <a:pt x="4400" y="2932"/>
                    <a:pt x="4374" y="2932"/>
                  </a:cubicBezTo>
                  <a:cubicBezTo>
                    <a:pt x="4336" y="2932"/>
                    <a:pt x="4262" y="2906"/>
                    <a:pt x="4316" y="2816"/>
                  </a:cubicBezTo>
                  <a:cubicBezTo>
                    <a:pt x="4316" y="1631"/>
                    <a:pt x="5654" y="2239"/>
                    <a:pt x="6049" y="1540"/>
                  </a:cubicBezTo>
                  <a:cubicBezTo>
                    <a:pt x="6079" y="1418"/>
                    <a:pt x="6079" y="1296"/>
                    <a:pt x="6049" y="1175"/>
                  </a:cubicBezTo>
                  <a:cubicBezTo>
                    <a:pt x="5806" y="901"/>
                    <a:pt x="5471" y="749"/>
                    <a:pt x="5137" y="749"/>
                  </a:cubicBezTo>
                  <a:cubicBezTo>
                    <a:pt x="5102" y="749"/>
                    <a:pt x="5048" y="789"/>
                    <a:pt x="5019" y="789"/>
                  </a:cubicBezTo>
                  <a:cubicBezTo>
                    <a:pt x="4997" y="789"/>
                    <a:pt x="4990" y="767"/>
                    <a:pt x="5016" y="689"/>
                  </a:cubicBezTo>
                  <a:cubicBezTo>
                    <a:pt x="5016" y="628"/>
                    <a:pt x="5228" y="628"/>
                    <a:pt x="5350" y="537"/>
                  </a:cubicBezTo>
                  <a:cubicBezTo>
                    <a:pt x="5380" y="506"/>
                    <a:pt x="5411" y="445"/>
                    <a:pt x="5441" y="385"/>
                  </a:cubicBezTo>
                  <a:cubicBezTo>
                    <a:pt x="5041" y="121"/>
                    <a:pt x="4468" y="0"/>
                    <a:pt x="3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8"/>
            <p:cNvSpPr/>
            <p:nvPr/>
          </p:nvSpPr>
          <p:spPr>
            <a:xfrm>
              <a:off x="2052674" y="2125686"/>
              <a:ext cx="101334" cy="98803"/>
            </a:xfrm>
            <a:custGeom>
              <a:rect b="b" l="l" r="r" t="t"/>
              <a:pathLst>
                <a:path extrusionOk="0" h="2342" w="2402">
                  <a:moveTo>
                    <a:pt x="821" y="1"/>
                  </a:moveTo>
                  <a:cubicBezTo>
                    <a:pt x="700" y="183"/>
                    <a:pt x="426" y="122"/>
                    <a:pt x="304" y="274"/>
                  </a:cubicBezTo>
                  <a:cubicBezTo>
                    <a:pt x="274" y="578"/>
                    <a:pt x="183" y="852"/>
                    <a:pt x="31" y="1095"/>
                  </a:cubicBezTo>
                  <a:cubicBezTo>
                    <a:pt x="1" y="1399"/>
                    <a:pt x="61" y="1703"/>
                    <a:pt x="244" y="1976"/>
                  </a:cubicBezTo>
                  <a:cubicBezTo>
                    <a:pt x="426" y="2250"/>
                    <a:pt x="730" y="2341"/>
                    <a:pt x="988" y="2341"/>
                  </a:cubicBezTo>
                  <a:cubicBezTo>
                    <a:pt x="1247" y="2341"/>
                    <a:pt x="1460" y="2250"/>
                    <a:pt x="1460" y="2159"/>
                  </a:cubicBezTo>
                  <a:cubicBezTo>
                    <a:pt x="1490" y="1490"/>
                    <a:pt x="2402" y="1460"/>
                    <a:pt x="2280" y="791"/>
                  </a:cubicBezTo>
                  <a:cubicBezTo>
                    <a:pt x="2250" y="700"/>
                    <a:pt x="2219" y="639"/>
                    <a:pt x="2189" y="548"/>
                  </a:cubicBezTo>
                  <a:lnTo>
                    <a:pt x="2189" y="274"/>
                  </a:lnTo>
                  <a:cubicBezTo>
                    <a:pt x="2113" y="198"/>
                    <a:pt x="2014" y="160"/>
                    <a:pt x="1915" y="160"/>
                  </a:cubicBezTo>
                  <a:cubicBezTo>
                    <a:pt x="1817" y="160"/>
                    <a:pt x="1718" y="198"/>
                    <a:pt x="1642" y="274"/>
                  </a:cubicBezTo>
                  <a:cubicBezTo>
                    <a:pt x="1399" y="122"/>
                    <a:pt x="1125" y="31"/>
                    <a:pt x="8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8"/>
            <p:cNvSpPr/>
            <p:nvPr/>
          </p:nvSpPr>
          <p:spPr>
            <a:xfrm>
              <a:off x="2229654" y="2216728"/>
              <a:ext cx="52608" cy="92391"/>
            </a:xfrm>
            <a:custGeom>
              <a:rect b="b" l="l" r="r" t="t"/>
              <a:pathLst>
                <a:path extrusionOk="0" h="2190" w="1247">
                  <a:moveTo>
                    <a:pt x="426" y="1"/>
                  </a:moveTo>
                  <a:cubicBezTo>
                    <a:pt x="91" y="183"/>
                    <a:pt x="638" y="670"/>
                    <a:pt x="152" y="822"/>
                  </a:cubicBezTo>
                  <a:cubicBezTo>
                    <a:pt x="0" y="1308"/>
                    <a:pt x="547" y="1338"/>
                    <a:pt x="699" y="1642"/>
                  </a:cubicBezTo>
                  <a:lnTo>
                    <a:pt x="699" y="1885"/>
                  </a:lnTo>
                  <a:cubicBezTo>
                    <a:pt x="638" y="2037"/>
                    <a:pt x="699" y="2189"/>
                    <a:pt x="821" y="2189"/>
                  </a:cubicBezTo>
                  <a:cubicBezTo>
                    <a:pt x="1125" y="2159"/>
                    <a:pt x="1155" y="1855"/>
                    <a:pt x="1246" y="1642"/>
                  </a:cubicBezTo>
                  <a:cubicBezTo>
                    <a:pt x="1034" y="1065"/>
                    <a:pt x="1094" y="335"/>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8"/>
            <p:cNvSpPr/>
            <p:nvPr/>
          </p:nvSpPr>
          <p:spPr>
            <a:xfrm>
              <a:off x="2202695" y="2000008"/>
              <a:ext cx="44930" cy="55223"/>
            </a:xfrm>
            <a:custGeom>
              <a:rect b="b" l="l" r="r" t="t"/>
              <a:pathLst>
                <a:path extrusionOk="0" h="1309" w="1065">
                  <a:moveTo>
                    <a:pt x="1" y="1"/>
                  </a:moveTo>
                  <a:lnTo>
                    <a:pt x="1" y="275"/>
                  </a:lnTo>
                  <a:cubicBezTo>
                    <a:pt x="62" y="822"/>
                    <a:pt x="487" y="1004"/>
                    <a:pt x="852" y="1308"/>
                  </a:cubicBezTo>
                  <a:lnTo>
                    <a:pt x="1065" y="275"/>
                  </a:lnTo>
                  <a:lnTo>
                    <a:pt x="1065" y="275"/>
                  </a:lnTo>
                  <a:cubicBezTo>
                    <a:pt x="1019" y="278"/>
                    <a:pt x="973" y="280"/>
                    <a:pt x="927" y="280"/>
                  </a:cubicBezTo>
                  <a:cubicBezTo>
                    <a:pt x="603" y="280"/>
                    <a:pt x="267" y="18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8"/>
            <p:cNvSpPr/>
            <p:nvPr/>
          </p:nvSpPr>
          <p:spPr>
            <a:xfrm>
              <a:off x="2156542" y="2034645"/>
              <a:ext cx="35944" cy="34172"/>
            </a:xfrm>
            <a:custGeom>
              <a:rect b="b" l="l" r="r" t="t"/>
              <a:pathLst>
                <a:path extrusionOk="0" h="810" w="852">
                  <a:moveTo>
                    <a:pt x="548" y="1"/>
                  </a:moveTo>
                  <a:cubicBezTo>
                    <a:pt x="456" y="244"/>
                    <a:pt x="244" y="426"/>
                    <a:pt x="1" y="548"/>
                  </a:cubicBezTo>
                  <a:cubicBezTo>
                    <a:pt x="128" y="760"/>
                    <a:pt x="329" y="809"/>
                    <a:pt x="543" y="809"/>
                  </a:cubicBezTo>
                  <a:cubicBezTo>
                    <a:pt x="635" y="809"/>
                    <a:pt x="730" y="800"/>
                    <a:pt x="821" y="791"/>
                  </a:cubicBezTo>
                  <a:cubicBezTo>
                    <a:pt x="791" y="517"/>
                    <a:pt x="852" y="183"/>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8"/>
            <p:cNvSpPr/>
            <p:nvPr/>
          </p:nvSpPr>
          <p:spPr>
            <a:xfrm>
              <a:off x="2155276" y="2079533"/>
              <a:ext cx="24384" cy="28350"/>
            </a:xfrm>
            <a:custGeom>
              <a:rect b="b" l="l" r="r" t="t"/>
              <a:pathLst>
                <a:path extrusionOk="0" h="672" w="578">
                  <a:moveTo>
                    <a:pt x="304" y="1"/>
                  </a:moveTo>
                  <a:cubicBezTo>
                    <a:pt x="122" y="122"/>
                    <a:pt x="0" y="335"/>
                    <a:pt x="31" y="548"/>
                  </a:cubicBezTo>
                  <a:cubicBezTo>
                    <a:pt x="133" y="568"/>
                    <a:pt x="249" y="672"/>
                    <a:pt x="342" y="672"/>
                  </a:cubicBezTo>
                  <a:cubicBezTo>
                    <a:pt x="387" y="672"/>
                    <a:pt x="426" y="647"/>
                    <a:pt x="456" y="578"/>
                  </a:cubicBezTo>
                  <a:cubicBezTo>
                    <a:pt x="578" y="396"/>
                    <a:pt x="335" y="213"/>
                    <a:pt x="3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8"/>
            <p:cNvSpPr/>
            <p:nvPr/>
          </p:nvSpPr>
          <p:spPr>
            <a:xfrm>
              <a:off x="2179618" y="2011568"/>
              <a:ext cx="11602" cy="11602"/>
            </a:xfrm>
            <a:custGeom>
              <a:rect b="b" l="l" r="r" t="t"/>
              <a:pathLst>
                <a:path extrusionOk="0" h="275" w="275">
                  <a:moveTo>
                    <a:pt x="1" y="274"/>
                  </a:moveTo>
                  <a:lnTo>
                    <a:pt x="2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8"/>
            <p:cNvSpPr/>
            <p:nvPr/>
          </p:nvSpPr>
          <p:spPr>
            <a:xfrm>
              <a:off x="2030863" y="2262924"/>
              <a:ext cx="3881" cy="4809"/>
            </a:xfrm>
            <a:custGeom>
              <a:rect b="b" l="l" r="r" t="t"/>
              <a:pathLst>
                <a:path extrusionOk="0" h="114" w="92">
                  <a:moveTo>
                    <a:pt x="1" y="0"/>
                  </a:moveTo>
                  <a:cubicBezTo>
                    <a:pt x="19" y="74"/>
                    <a:pt x="49" y="114"/>
                    <a:pt x="69" y="114"/>
                  </a:cubicBezTo>
                  <a:cubicBezTo>
                    <a:pt x="83" y="114"/>
                    <a:pt x="92" y="97"/>
                    <a:pt x="92" y="61"/>
                  </a:cubicBezTo>
                  <a:cubicBezTo>
                    <a:pt x="92" y="31"/>
                    <a:pt x="3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8"/>
            <p:cNvSpPr/>
            <p:nvPr/>
          </p:nvSpPr>
          <p:spPr>
            <a:xfrm>
              <a:off x="1997535" y="1897449"/>
              <a:ext cx="79566" cy="68006"/>
            </a:xfrm>
            <a:custGeom>
              <a:rect b="b" l="l" r="r" t="t"/>
              <a:pathLst>
                <a:path extrusionOk="0" h="1612" w="1886">
                  <a:moveTo>
                    <a:pt x="1885" y="0"/>
                  </a:moveTo>
                  <a:lnTo>
                    <a:pt x="1885" y="0"/>
                  </a:lnTo>
                  <a:cubicBezTo>
                    <a:pt x="700" y="122"/>
                    <a:pt x="335" y="426"/>
                    <a:pt x="0" y="1611"/>
                  </a:cubicBezTo>
                  <a:cubicBezTo>
                    <a:pt x="791" y="1307"/>
                    <a:pt x="1308" y="608"/>
                    <a:pt x="18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8"/>
            <p:cNvSpPr/>
            <p:nvPr/>
          </p:nvSpPr>
          <p:spPr>
            <a:xfrm>
              <a:off x="1957793" y="1866314"/>
              <a:ext cx="8986" cy="5527"/>
            </a:xfrm>
            <a:custGeom>
              <a:rect b="b" l="l" r="r" t="t"/>
              <a:pathLst>
                <a:path extrusionOk="0" h="131" w="213">
                  <a:moveTo>
                    <a:pt x="100" y="0"/>
                  </a:moveTo>
                  <a:cubicBezTo>
                    <a:pt x="68" y="0"/>
                    <a:pt x="25" y="39"/>
                    <a:pt x="0" y="39"/>
                  </a:cubicBezTo>
                  <a:lnTo>
                    <a:pt x="91" y="130"/>
                  </a:lnTo>
                  <a:lnTo>
                    <a:pt x="213" y="70"/>
                  </a:lnTo>
                  <a:cubicBezTo>
                    <a:pt x="183" y="39"/>
                    <a:pt x="152" y="9"/>
                    <a:pt x="122" y="9"/>
                  </a:cubicBezTo>
                  <a:cubicBezTo>
                    <a:pt x="116" y="3"/>
                    <a:pt x="108" y="0"/>
                    <a:pt x="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8"/>
            <p:cNvSpPr/>
            <p:nvPr/>
          </p:nvSpPr>
          <p:spPr>
            <a:xfrm>
              <a:off x="1825703" y="2102610"/>
              <a:ext cx="11602" cy="11602"/>
            </a:xfrm>
            <a:custGeom>
              <a:rect b="b" l="l" r="r" t="t"/>
              <a:pathLst>
                <a:path extrusionOk="0" h="275" w="275">
                  <a:moveTo>
                    <a:pt x="0" y="1"/>
                  </a:moveTo>
                  <a:lnTo>
                    <a:pt x="0" y="274"/>
                  </a:lnTo>
                  <a:lnTo>
                    <a:pt x="274" y="274"/>
                  </a:lnTo>
                  <a:cubicBezTo>
                    <a:pt x="183" y="183"/>
                    <a:pt x="92" y="9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8"/>
            <p:cNvSpPr/>
            <p:nvPr/>
          </p:nvSpPr>
          <p:spPr>
            <a:xfrm>
              <a:off x="2169367" y="1927402"/>
              <a:ext cx="70580" cy="48178"/>
            </a:xfrm>
            <a:custGeom>
              <a:rect b="b" l="l" r="r" t="t"/>
              <a:pathLst>
                <a:path extrusionOk="0" h="1142" w="1673">
                  <a:moveTo>
                    <a:pt x="788" y="1"/>
                  </a:moveTo>
                  <a:cubicBezTo>
                    <a:pt x="652" y="1"/>
                    <a:pt x="513" y="21"/>
                    <a:pt x="365" y="81"/>
                  </a:cubicBezTo>
                  <a:cubicBezTo>
                    <a:pt x="183" y="202"/>
                    <a:pt x="1" y="293"/>
                    <a:pt x="1" y="567"/>
                  </a:cubicBezTo>
                  <a:cubicBezTo>
                    <a:pt x="1" y="780"/>
                    <a:pt x="152" y="993"/>
                    <a:pt x="365" y="1084"/>
                  </a:cubicBezTo>
                  <a:cubicBezTo>
                    <a:pt x="461" y="1120"/>
                    <a:pt x="558" y="1142"/>
                    <a:pt x="644" y="1142"/>
                  </a:cubicBezTo>
                  <a:cubicBezTo>
                    <a:pt x="777" y="1142"/>
                    <a:pt x="888" y="1091"/>
                    <a:pt x="943" y="962"/>
                  </a:cubicBezTo>
                  <a:cubicBezTo>
                    <a:pt x="1095" y="597"/>
                    <a:pt x="1338" y="324"/>
                    <a:pt x="1672" y="111"/>
                  </a:cubicBezTo>
                  <a:cubicBezTo>
                    <a:pt x="1344" y="91"/>
                    <a:pt x="1071" y="1"/>
                    <a:pt x="7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8"/>
            <p:cNvSpPr/>
            <p:nvPr/>
          </p:nvSpPr>
          <p:spPr>
            <a:xfrm>
              <a:off x="2177045" y="1989925"/>
              <a:ext cx="25692" cy="10125"/>
            </a:xfrm>
            <a:custGeom>
              <a:rect b="b" l="l" r="r" t="t"/>
              <a:pathLst>
                <a:path extrusionOk="0" h="240" w="609">
                  <a:moveTo>
                    <a:pt x="215" y="0"/>
                  </a:moveTo>
                  <a:cubicBezTo>
                    <a:pt x="138" y="0"/>
                    <a:pt x="65" y="36"/>
                    <a:pt x="1" y="149"/>
                  </a:cubicBezTo>
                  <a:cubicBezTo>
                    <a:pt x="122" y="179"/>
                    <a:pt x="214" y="210"/>
                    <a:pt x="335" y="240"/>
                  </a:cubicBezTo>
                  <a:lnTo>
                    <a:pt x="609" y="240"/>
                  </a:lnTo>
                  <a:cubicBezTo>
                    <a:pt x="548" y="179"/>
                    <a:pt x="487" y="88"/>
                    <a:pt x="426" y="58"/>
                  </a:cubicBezTo>
                  <a:cubicBezTo>
                    <a:pt x="355" y="29"/>
                    <a:pt x="283"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8"/>
            <p:cNvSpPr/>
            <p:nvPr/>
          </p:nvSpPr>
          <p:spPr>
            <a:xfrm>
              <a:off x="2259143" y="1817924"/>
              <a:ext cx="7720" cy="10294"/>
            </a:xfrm>
            <a:custGeom>
              <a:rect b="b" l="l" r="r" t="t"/>
              <a:pathLst>
                <a:path extrusionOk="0" h="244" w="183">
                  <a:moveTo>
                    <a:pt x="0" y="1"/>
                  </a:moveTo>
                  <a:lnTo>
                    <a:pt x="0" y="244"/>
                  </a:lnTo>
                  <a:cubicBezTo>
                    <a:pt x="183" y="183"/>
                    <a:pt x="183" y="9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8"/>
            <p:cNvSpPr/>
            <p:nvPr/>
          </p:nvSpPr>
          <p:spPr>
            <a:xfrm>
              <a:off x="2080898" y="2091092"/>
              <a:ext cx="58978" cy="23203"/>
            </a:xfrm>
            <a:custGeom>
              <a:rect b="b" l="l" r="r" t="t"/>
              <a:pathLst>
                <a:path extrusionOk="0" h="550" w="1398">
                  <a:moveTo>
                    <a:pt x="152" y="0"/>
                  </a:moveTo>
                  <a:cubicBezTo>
                    <a:pt x="61" y="91"/>
                    <a:pt x="31" y="182"/>
                    <a:pt x="0" y="274"/>
                  </a:cubicBezTo>
                  <a:cubicBezTo>
                    <a:pt x="31" y="395"/>
                    <a:pt x="61" y="486"/>
                    <a:pt x="152" y="547"/>
                  </a:cubicBezTo>
                  <a:lnTo>
                    <a:pt x="912" y="547"/>
                  </a:lnTo>
                  <a:cubicBezTo>
                    <a:pt x="940" y="549"/>
                    <a:pt x="966" y="550"/>
                    <a:pt x="990" y="550"/>
                  </a:cubicBezTo>
                  <a:cubicBezTo>
                    <a:pt x="1398" y="550"/>
                    <a:pt x="1390" y="316"/>
                    <a:pt x="1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8"/>
            <p:cNvSpPr/>
            <p:nvPr/>
          </p:nvSpPr>
          <p:spPr>
            <a:xfrm>
              <a:off x="2059087" y="2091092"/>
              <a:ext cx="29531" cy="23119"/>
            </a:xfrm>
            <a:custGeom>
              <a:rect b="b" l="l" r="r" t="t"/>
              <a:pathLst>
                <a:path extrusionOk="0" h="548" w="700">
                  <a:moveTo>
                    <a:pt x="700" y="0"/>
                  </a:moveTo>
                  <a:cubicBezTo>
                    <a:pt x="335" y="61"/>
                    <a:pt x="0" y="122"/>
                    <a:pt x="426" y="547"/>
                  </a:cubicBezTo>
                  <a:cubicBezTo>
                    <a:pt x="517" y="456"/>
                    <a:pt x="608" y="365"/>
                    <a:pt x="700" y="274"/>
                  </a:cubicBezTo>
                  <a:lnTo>
                    <a:pt x="70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8"/>
            <p:cNvSpPr/>
            <p:nvPr/>
          </p:nvSpPr>
          <p:spPr>
            <a:xfrm>
              <a:off x="2065500" y="2125686"/>
              <a:ext cx="21853" cy="11770"/>
            </a:xfrm>
            <a:custGeom>
              <a:rect b="b" l="l" r="r" t="t"/>
              <a:pathLst>
                <a:path extrusionOk="0" h="279" w="518">
                  <a:moveTo>
                    <a:pt x="274" y="1"/>
                  </a:moveTo>
                  <a:cubicBezTo>
                    <a:pt x="183" y="92"/>
                    <a:pt x="92" y="183"/>
                    <a:pt x="0" y="274"/>
                  </a:cubicBezTo>
                  <a:cubicBezTo>
                    <a:pt x="22" y="277"/>
                    <a:pt x="44" y="279"/>
                    <a:pt x="66" y="279"/>
                  </a:cubicBezTo>
                  <a:cubicBezTo>
                    <a:pt x="256" y="279"/>
                    <a:pt x="435" y="164"/>
                    <a:pt x="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8"/>
            <p:cNvSpPr/>
            <p:nvPr/>
          </p:nvSpPr>
          <p:spPr>
            <a:xfrm>
              <a:off x="2121905" y="2128597"/>
              <a:ext cx="23119" cy="8691"/>
            </a:xfrm>
            <a:custGeom>
              <a:rect b="b" l="l" r="r" t="t"/>
              <a:pathLst>
                <a:path extrusionOk="0" h="206" w="548">
                  <a:moveTo>
                    <a:pt x="274" y="0"/>
                  </a:moveTo>
                  <a:cubicBezTo>
                    <a:pt x="183" y="0"/>
                    <a:pt x="92" y="69"/>
                    <a:pt x="1" y="205"/>
                  </a:cubicBezTo>
                  <a:lnTo>
                    <a:pt x="548" y="205"/>
                  </a:lnTo>
                  <a:cubicBezTo>
                    <a:pt x="457" y="69"/>
                    <a:pt x="366" y="0"/>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8"/>
            <p:cNvSpPr/>
            <p:nvPr/>
          </p:nvSpPr>
          <p:spPr>
            <a:xfrm>
              <a:off x="2151395" y="2052617"/>
              <a:ext cx="5189" cy="5147"/>
            </a:xfrm>
            <a:custGeom>
              <a:rect b="b" l="l" r="r" t="t"/>
              <a:pathLst>
                <a:path extrusionOk="0" h="122" w="123">
                  <a:moveTo>
                    <a:pt x="62" y="0"/>
                  </a:moveTo>
                  <a:lnTo>
                    <a:pt x="1" y="61"/>
                  </a:lnTo>
                  <a:lnTo>
                    <a:pt x="123" y="122"/>
                  </a:lnTo>
                  <a:lnTo>
                    <a:pt x="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8"/>
            <p:cNvSpPr/>
            <p:nvPr/>
          </p:nvSpPr>
          <p:spPr>
            <a:xfrm>
              <a:off x="2077059" y="2102610"/>
              <a:ext cx="10294" cy="11602"/>
            </a:xfrm>
            <a:custGeom>
              <a:rect b="b" l="l" r="r" t="t"/>
              <a:pathLst>
                <a:path extrusionOk="0" h="275" w="244">
                  <a:moveTo>
                    <a:pt x="243" y="1"/>
                  </a:moveTo>
                  <a:lnTo>
                    <a:pt x="0" y="274"/>
                  </a:lnTo>
                  <a:lnTo>
                    <a:pt x="243" y="274"/>
                  </a:lnTo>
                  <a:lnTo>
                    <a:pt x="24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8"/>
            <p:cNvSpPr/>
            <p:nvPr/>
          </p:nvSpPr>
          <p:spPr>
            <a:xfrm>
              <a:off x="2180926" y="2285790"/>
              <a:ext cx="288563" cy="316955"/>
            </a:xfrm>
            <a:custGeom>
              <a:rect b="b" l="l" r="r" t="t"/>
              <a:pathLst>
                <a:path extrusionOk="0" h="7513" w="6840">
                  <a:moveTo>
                    <a:pt x="2368" y="1"/>
                  </a:moveTo>
                  <a:cubicBezTo>
                    <a:pt x="2207" y="1"/>
                    <a:pt x="2196" y="334"/>
                    <a:pt x="2029" y="334"/>
                  </a:cubicBezTo>
                  <a:cubicBezTo>
                    <a:pt x="1984" y="334"/>
                    <a:pt x="1928" y="310"/>
                    <a:pt x="1854" y="248"/>
                  </a:cubicBezTo>
                  <a:cubicBezTo>
                    <a:pt x="1489" y="431"/>
                    <a:pt x="1094" y="552"/>
                    <a:pt x="699" y="613"/>
                  </a:cubicBezTo>
                  <a:cubicBezTo>
                    <a:pt x="274" y="735"/>
                    <a:pt x="0" y="1099"/>
                    <a:pt x="0" y="1525"/>
                  </a:cubicBezTo>
                  <a:cubicBezTo>
                    <a:pt x="30" y="1951"/>
                    <a:pt x="182" y="2376"/>
                    <a:pt x="790" y="2406"/>
                  </a:cubicBezTo>
                  <a:cubicBezTo>
                    <a:pt x="438" y="1250"/>
                    <a:pt x="377" y="1050"/>
                    <a:pt x="1125" y="1050"/>
                  </a:cubicBezTo>
                  <a:cubicBezTo>
                    <a:pt x="1281" y="1050"/>
                    <a:pt x="1471" y="1059"/>
                    <a:pt x="1702" y="1069"/>
                  </a:cubicBezTo>
                  <a:cubicBezTo>
                    <a:pt x="1520" y="1464"/>
                    <a:pt x="1307" y="1859"/>
                    <a:pt x="1854" y="2163"/>
                  </a:cubicBezTo>
                  <a:cubicBezTo>
                    <a:pt x="1976" y="2315"/>
                    <a:pt x="2067" y="2437"/>
                    <a:pt x="2219" y="2650"/>
                  </a:cubicBezTo>
                  <a:lnTo>
                    <a:pt x="1307" y="2771"/>
                  </a:lnTo>
                  <a:cubicBezTo>
                    <a:pt x="1368" y="3075"/>
                    <a:pt x="1581" y="3349"/>
                    <a:pt x="1763" y="3379"/>
                  </a:cubicBezTo>
                  <a:cubicBezTo>
                    <a:pt x="2371" y="3440"/>
                    <a:pt x="2310" y="3592"/>
                    <a:pt x="1976" y="3987"/>
                  </a:cubicBezTo>
                  <a:cubicBezTo>
                    <a:pt x="1824" y="4169"/>
                    <a:pt x="2067" y="4413"/>
                    <a:pt x="2128" y="4595"/>
                  </a:cubicBezTo>
                  <a:cubicBezTo>
                    <a:pt x="2105" y="4590"/>
                    <a:pt x="2083" y="4587"/>
                    <a:pt x="2061" y="4587"/>
                  </a:cubicBezTo>
                  <a:cubicBezTo>
                    <a:pt x="1786" y="4587"/>
                    <a:pt x="1594" y="4983"/>
                    <a:pt x="1307" y="4983"/>
                  </a:cubicBezTo>
                  <a:cubicBezTo>
                    <a:pt x="1225" y="4983"/>
                    <a:pt x="1135" y="4951"/>
                    <a:pt x="1034" y="4869"/>
                  </a:cubicBezTo>
                  <a:lnTo>
                    <a:pt x="1034" y="5142"/>
                  </a:lnTo>
                  <a:cubicBezTo>
                    <a:pt x="1459" y="5932"/>
                    <a:pt x="1094" y="6692"/>
                    <a:pt x="1034" y="7513"/>
                  </a:cubicBezTo>
                  <a:cubicBezTo>
                    <a:pt x="1246" y="6996"/>
                    <a:pt x="2097" y="7209"/>
                    <a:pt x="2128" y="6510"/>
                  </a:cubicBezTo>
                  <a:lnTo>
                    <a:pt x="2128" y="6480"/>
                  </a:lnTo>
                  <a:cubicBezTo>
                    <a:pt x="2299" y="6504"/>
                    <a:pt x="2569" y="6587"/>
                    <a:pt x="2683" y="6587"/>
                  </a:cubicBezTo>
                  <a:cubicBezTo>
                    <a:pt x="2711" y="6587"/>
                    <a:pt x="2730" y="6583"/>
                    <a:pt x="2736" y="6571"/>
                  </a:cubicBezTo>
                  <a:cubicBezTo>
                    <a:pt x="2884" y="6274"/>
                    <a:pt x="3041" y="6179"/>
                    <a:pt x="3202" y="6179"/>
                  </a:cubicBezTo>
                  <a:cubicBezTo>
                    <a:pt x="3469" y="6179"/>
                    <a:pt x="3747" y="6442"/>
                    <a:pt x="4012" y="6480"/>
                  </a:cubicBezTo>
                  <a:cubicBezTo>
                    <a:pt x="4134" y="7057"/>
                    <a:pt x="4711" y="6966"/>
                    <a:pt x="5076" y="7118"/>
                  </a:cubicBezTo>
                  <a:cubicBezTo>
                    <a:pt x="5198" y="7179"/>
                    <a:pt x="5289" y="7209"/>
                    <a:pt x="5411" y="7239"/>
                  </a:cubicBezTo>
                  <a:cubicBezTo>
                    <a:pt x="5486" y="7252"/>
                    <a:pt x="5562" y="7259"/>
                    <a:pt x="5637" y="7259"/>
                  </a:cubicBezTo>
                  <a:cubicBezTo>
                    <a:pt x="5744" y="7259"/>
                    <a:pt x="5851" y="7245"/>
                    <a:pt x="5958" y="7209"/>
                  </a:cubicBezTo>
                  <a:cubicBezTo>
                    <a:pt x="6049" y="7179"/>
                    <a:pt x="6170" y="7087"/>
                    <a:pt x="6231" y="6996"/>
                  </a:cubicBezTo>
                  <a:cubicBezTo>
                    <a:pt x="6140" y="6358"/>
                    <a:pt x="6626" y="5902"/>
                    <a:pt x="6687" y="5294"/>
                  </a:cubicBezTo>
                  <a:cubicBezTo>
                    <a:pt x="6687" y="5172"/>
                    <a:pt x="6657" y="5081"/>
                    <a:pt x="6626" y="4960"/>
                  </a:cubicBezTo>
                  <a:cubicBezTo>
                    <a:pt x="6626" y="4838"/>
                    <a:pt x="6353" y="4777"/>
                    <a:pt x="6535" y="4595"/>
                  </a:cubicBezTo>
                  <a:cubicBezTo>
                    <a:pt x="6596" y="4504"/>
                    <a:pt x="6626" y="4413"/>
                    <a:pt x="6657" y="4321"/>
                  </a:cubicBezTo>
                  <a:cubicBezTo>
                    <a:pt x="6687" y="4048"/>
                    <a:pt x="6748" y="3774"/>
                    <a:pt x="6839" y="3531"/>
                  </a:cubicBezTo>
                  <a:cubicBezTo>
                    <a:pt x="6839" y="3349"/>
                    <a:pt x="6809" y="3197"/>
                    <a:pt x="6718" y="3045"/>
                  </a:cubicBezTo>
                  <a:cubicBezTo>
                    <a:pt x="6657" y="2954"/>
                    <a:pt x="6596" y="2893"/>
                    <a:pt x="6505" y="2802"/>
                  </a:cubicBezTo>
                  <a:cubicBezTo>
                    <a:pt x="6535" y="2315"/>
                    <a:pt x="6444" y="1829"/>
                    <a:pt x="6444" y="1343"/>
                  </a:cubicBezTo>
                  <a:cubicBezTo>
                    <a:pt x="6378" y="1211"/>
                    <a:pt x="6265" y="1111"/>
                    <a:pt x="6150" y="1111"/>
                  </a:cubicBezTo>
                  <a:cubicBezTo>
                    <a:pt x="6106" y="1111"/>
                    <a:pt x="6061" y="1126"/>
                    <a:pt x="6018" y="1160"/>
                  </a:cubicBezTo>
                  <a:cubicBezTo>
                    <a:pt x="5471" y="1616"/>
                    <a:pt x="4742" y="1464"/>
                    <a:pt x="4164" y="1768"/>
                  </a:cubicBezTo>
                  <a:cubicBezTo>
                    <a:pt x="4088" y="1814"/>
                    <a:pt x="3974" y="1844"/>
                    <a:pt x="3879" y="1844"/>
                  </a:cubicBezTo>
                  <a:cubicBezTo>
                    <a:pt x="3784" y="1844"/>
                    <a:pt x="3708" y="1814"/>
                    <a:pt x="3708" y="1738"/>
                  </a:cubicBezTo>
                  <a:cubicBezTo>
                    <a:pt x="3708" y="1153"/>
                    <a:pt x="3431" y="1072"/>
                    <a:pt x="3116" y="1072"/>
                  </a:cubicBezTo>
                  <a:cubicBezTo>
                    <a:pt x="2995" y="1072"/>
                    <a:pt x="2868" y="1084"/>
                    <a:pt x="2750" y="1084"/>
                  </a:cubicBezTo>
                  <a:cubicBezTo>
                    <a:pt x="2601" y="1084"/>
                    <a:pt x="2466" y="1065"/>
                    <a:pt x="2371" y="978"/>
                  </a:cubicBezTo>
                  <a:cubicBezTo>
                    <a:pt x="2158" y="644"/>
                    <a:pt x="2766" y="340"/>
                    <a:pt x="2401" y="5"/>
                  </a:cubicBezTo>
                  <a:cubicBezTo>
                    <a:pt x="2390" y="2"/>
                    <a:pt x="2379" y="1"/>
                    <a:pt x="23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8"/>
            <p:cNvSpPr/>
            <p:nvPr/>
          </p:nvSpPr>
          <p:spPr>
            <a:xfrm>
              <a:off x="2225772" y="2553727"/>
              <a:ext cx="241144" cy="379392"/>
            </a:xfrm>
            <a:custGeom>
              <a:rect b="b" l="l" r="r" t="t"/>
              <a:pathLst>
                <a:path extrusionOk="0" h="8993" w="5716">
                  <a:moveTo>
                    <a:pt x="3873" y="1"/>
                  </a:moveTo>
                  <a:cubicBezTo>
                    <a:pt x="3776" y="1"/>
                    <a:pt x="3683" y="55"/>
                    <a:pt x="3648" y="159"/>
                  </a:cubicBezTo>
                  <a:cubicBezTo>
                    <a:pt x="3577" y="391"/>
                    <a:pt x="3511" y="471"/>
                    <a:pt x="3449" y="471"/>
                  </a:cubicBezTo>
                  <a:cubicBezTo>
                    <a:pt x="3307" y="471"/>
                    <a:pt x="3184" y="52"/>
                    <a:pt x="3047" y="52"/>
                  </a:cubicBezTo>
                  <a:cubicBezTo>
                    <a:pt x="3015" y="52"/>
                    <a:pt x="2983" y="74"/>
                    <a:pt x="2949" y="129"/>
                  </a:cubicBezTo>
                  <a:cubicBezTo>
                    <a:pt x="2980" y="341"/>
                    <a:pt x="2858" y="554"/>
                    <a:pt x="2676" y="676"/>
                  </a:cubicBezTo>
                  <a:cubicBezTo>
                    <a:pt x="2645" y="676"/>
                    <a:pt x="2615" y="706"/>
                    <a:pt x="2615" y="767"/>
                  </a:cubicBezTo>
                  <a:cubicBezTo>
                    <a:pt x="2615" y="828"/>
                    <a:pt x="2615" y="888"/>
                    <a:pt x="2676" y="949"/>
                  </a:cubicBezTo>
                  <a:cubicBezTo>
                    <a:pt x="2767" y="1010"/>
                    <a:pt x="2858" y="1132"/>
                    <a:pt x="2949" y="1223"/>
                  </a:cubicBezTo>
                  <a:cubicBezTo>
                    <a:pt x="2980" y="1344"/>
                    <a:pt x="3071" y="1557"/>
                    <a:pt x="3041" y="1587"/>
                  </a:cubicBezTo>
                  <a:cubicBezTo>
                    <a:pt x="2250" y="2104"/>
                    <a:pt x="2281" y="3198"/>
                    <a:pt x="1460" y="3715"/>
                  </a:cubicBezTo>
                  <a:cubicBezTo>
                    <a:pt x="822" y="4080"/>
                    <a:pt x="700" y="4870"/>
                    <a:pt x="183" y="5357"/>
                  </a:cubicBezTo>
                  <a:cubicBezTo>
                    <a:pt x="62" y="5478"/>
                    <a:pt x="62" y="5630"/>
                    <a:pt x="183" y="5691"/>
                  </a:cubicBezTo>
                  <a:cubicBezTo>
                    <a:pt x="1217" y="6299"/>
                    <a:pt x="183" y="6664"/>
                    <a:pt x="1" y="7120"/>
                  </a:cubicBezTo>
                  <a:cubicBezTo>
                    <a:pt x="62" y="7127"/>
                    <a:pt x="124" y="7129"/>
                    <a:pt x="187" y="7129"/>
                  </a:cubicBezTo>
                  <a:cubicBezTo>
                    <a:pt x="249" y="7129"/>
                    <a:pt x="311" y="7127"/>
                    <a:pt x="369" y="7127"/>
                  </a:cubicBezTo>
                  <a:cubicBezTo>
                    <a:pt x="487" y="7127"/>
                    <a:pt x="594" y="7135"/>
                    <a:pt x="670" y="7180"/>
                  </a:cubicBezTo>
                  <a:cubicBezTo>
                    <a:pt x="1126" y="7484"/>
                    <a:pt x="700" y="7575"/>
                    <a:pt x="518" y="7697"/>
                  </a:cubicBezTo>
                  <a:cubicBezTo>
                    <a:pt x="487" y="8001"/>
                    <a:pt x="396" y="8275"/>
                    <a:pt x="244" y="8518"/>
                  </a:cubicBezTo>
                  <a:cubicBezTo>
                    <a:pt x="183" y="8609"/>
                    <a:pt x="183" y="8761"/>
                    <a:pt x="244" y="8852"/>
                  </a:cubicBezTo>
                  <a:cubicBezTo>
                    <a:pt x="485" y="8942"/>
                    <a:pt x="725" y="8993"/>
                    <a:pt x="946" y="8993"/>
                  </a:cubicBezTo>
                  <a:cubicBezTo>
                    <a:pt x="1395" y="8993"/>
                    <a:pt x="1763" y="8784"/>
                    <a:pt x="1885" y="8275"/>
                  </a:cubicBezTo>
                  <a:cubicBezTo>
                    <a:pt x="2033" y="7697"/>
                    <a:pt x="2218" y="7488"/>
                    <a:pt x="2434" y="7488"/>
                  </a:cubicBezTo>
                  <a:cubicBezTo>
                    <a:pt x="2662" y="7488"/>
                    <a:pt x="2927" y="7720"/>
                    <a:pt x="3223" y="8001"/>
                  </a:cubicBezTo>
                  <a:cubicBezTo>
                    <a:pt x="3314" y="8062"/>
                    <a:pt x="3436" y="8153"/>
                    <a:pt x="3527" y="8214"/>
                  </a:cubicBezTo>
                  <a:cubicBezTo>
                    <a:pt x="4074" y="8518"/>
                    <a:pt x="4682" y="8791"/>
                    <a:pt x="5290" y="8974"/>
                  </a:cubicBezTo>
                  <a:lnTo>
                    <a:pt x="5715" y="7423"/>
                  </a:lnTo>
                  <a:lnTo>
                    <a:pt x="5715" y="7423"/>
                  </a:lnTo>
                  <a:cubicBezTo>
                    <a:pt x="5694" y="7424"/>
                    <a:pt x="5672" y="7424"/>
                    <a:pt x="5651" y="7424"/>
                  </a:cubicBezTo>
                  <a:cubicBezTo>
                    <a:pt x="4450" y="7424"/>
                    <a:pt x="3915" y="6585"/>
                    <a:pt x="3527" y="5569"/>
                  </a:cubicBezTo>
                  <a:cubicBezTo>
                    <a:pt x="3466" y="5387"/>
                    <a:pt x="3314" y="5235"/>
                    <a:pt x="3375" y="5022"/>
                  </a:cubicBezTo>
                  <a:cubicBezTo>
                    <a:pt x="3405" y="4931"/>
                    <a:pt x="3466" y="4840"/>
                    <a:pt x="3496" y="4749"/>
                  </a:cubicBezTo>
                  <a:cubicBezTo>
                    <a:pt x="3588" y="4475"/>
                    <a:pt x="3648" y="4202"/>
                    <a:pt x="3709" y="3928"/>
                  </a:cubicBezTo>
                  <a:cubicBezTo>
                    <a:pt x="3527" y="2955"/>
                    <a:pt x="4348" y="2256"/>
                    <a:pt x="4408" y="1344"/>
                  </a:cubicBezTo>
                  <a:cubicBezTo>
                    <a:pt x="4317" y="1192"/>
                    <a:pt x="4044" y="1132"/>
                    <a:pt x="4165" y="888"/>
                  </a:cubicBezTo>
                  <a:cubicBezTo>
                    <a:pt x="4165" y="797"/>
                    <a:pt x="4135" y="706"/>
                    <a:pt x="4044" y="676"/>
                  </a:cubicBezTo>
                  <a:cubicBezTo>
                    <a:pt x="4074" y="463"/>
                    <a:pt x="4287" y="280"/>
                    <a:pt x="4074" y="98"/>
                  </a:cubicBezTo>
                  <a:cubicBezTo>
                    <a:pt x="4021" y="32"/>
                    <a:pt x="3946" y="1"/>
                    <a:pt x="3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8"/>
            <p:cNvSpPr/>
            <p:nvPr/>
          </p:nvSpPr>
          <p:spPr>
            <a:xfrm>
              <a:off x="2103975" y="2705309"/>
              <a:ext cx="87244" cy="25313"/>
            </a:xfrm>
            <a:custGeom>
              <a:rect b="b" l="l" r="r" t="t"/>
              <a:pathLst>
                <a:path extrusionOk="0" h="600" w="2068">
                  <a:moveTo>
                    <a:pt x="0" y="1"/>
                  </a:moveTo>
                  <a:lnTo>
                    <a:pt x="0" y="1"/>
                  </a:lnTo>
                  <a:cubicBezTo>
                    <a:pt x="268" y="453"/>
                    <a:pt x="354" y="600"/>
                    <a:pt x="901" y="600"/>
                  </a:cubicBezTo>
                  <a:cubicBezTo>
                    <a:pt x="1162" y="600"/>
                    <a:pt x="1528" y="566"/>
                    <a:pt x="2067" y="517"/>
                  </a:cubicBezTo>
                  <a:cubicBezTo>
                    <a:pt x="1307" y="213"/>
                    <a:pt x="578" y="48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8"/>
            <p:cNvSpPr/>
            <p:nvPr/>
          </p:nvSpPr>
          <p:spPr>
            <a:xfrm>
              <a:off x="2183458" y="2900218"/>
              <a:ext cx="54802" cy="48389"/>
            </a:xfrm>
            <a:custGeom>
              <a:rect b="b" l="l" r="r" t="t"/>
              <a:pathLst>
                <a:path extrusionOk="0" h="1147" w="1299">
                  <a:moveTo>
                    <a:pt x="700" y="1"/>
                  </a:moveTo>
                  <a:cubicBezTo>
                    <a:pt x="1" y="365"/>
                    <a:pt x="214" y="761"/>
                    <a:pt x="700" y="1125"/>
                  </a:cubicBezTo>
                  <a:cubicBezTo>
                    <a:pt x="765" y="1139"/>
                    <a:pt x="825" y="1146"/>
                    <a:pt x="879" y="1146"/>
                  </a:cubicBezTo>
                  <a:cubicBezTo>
                    <a:pt x="1176" y="1146"/>
                    <a:pt x="1299" y="938"/>
                    <a:pt x="1247" y="578"/>
                  </a:cubicBezTo>
                  <a:lnTo>
                    <a:pt x="1247" y="305"/>
                  </a:lnTo>
                  <a:lnTo>
                    <a:pt x="7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8"/>
            <p:cNvSpPr/>
            <p:nvPr/>
          </p:nvSpPr>
          <p:spPr>
            <a:xfrm>
              <a:off x="2088577" y="2673246"/>
              <a:ext cx="21853" cy="8691"/>
            </a:xfrm>
            <a:custGeom>
              <a:rect b="b" l="l" r="r" t="t"/>
              <a:pathLst>
                <a:path extrusionOk="0" h="206" w="518">
                  <a:moveTo>
                    <a:pt x="1" y="1"/>
                  </a:moveTo>
                  <a:cubicBezTo>
                    <a:pt x="77" y="137"/>
                    <a:pt x="160" y="206"/>
                    <a:pt x="248" y="206"/>
                  </a:cubicBezTo>
                  <a:cubicBezTo>
                    <a:pt x="335" y="206"/>
                    <a:pt x="426" y="137"/>
                    <a:pt x="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8"/>
            <p:cNvSpPr/>
            <p:nvPr/>
          </p:nvSpPr>
          <p:spPr>
            <a:xfrm>
              <a:off x="2330947" y="2582204"/>
              <a:ext cx="7720" cy="10294"/>
            </a:xfrm>
            <a:custGeom>
              <a:rect b="b" l="l" r="r" t="t"/>
              <a:pathLst>
                <a:path extrusionOk="0" h="244" w="183">
                  <a:moveTo>
                    <a:pt x="183" y="1"/>
                  </a:moveTo>
                  <a:cubicBezTo>
                    <a:pt x="0" y="92"/>
                    <a:pt x="0" y="183"/>
                    <a:pt x="183" y="244"/>
                  </a:cubicBezTo>
                  <a:lnTo>
                    <a:pt x="1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8"/>
            <p:cNvSpPr/>
            <p:nvPr/>
          </p:nvSpPr>
          <p:spPr>
            <a:xfrm>
              <a:off x="2338625" y="2593763"/>
              <a:ext cx="11602" cy="11559"/>
            </a:xfrm>
            <a:custGeom>
              <a:rect b="b" l="l" r="r" t="t"/>
              <a:pathLst>
                <a:path extrusionOk="0" h="274" w="275">
                  <a:moveTo>
                    <a:pt x="1" y="0"/>
                  </a:moveTo>
                  <a:lnTo>
                    <a:pt x="274" y="27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8"/>
            <p:cNvSpPr/>
            <p:nvPr/>
          </p:nvSpPr>
          <p:spPr>
            <a:xfrm>
              <a:off x="2242479" y="2873639"/>
              <a:ext cx="5147" cy="4852"/>
            </a:xfrm>
            <a:custGeom>
              <a:rect b="b" l="l" r="r" t="t"/>
              <a:pathLst>
                <a:path extrusionOk="0" h="115" w="122">
                  <a:moveTo>
                    <a:pt x="53" y="0"/>
                  </a:moveTo>
                  <a:cubicBezTo>
                    <a:pt x="40" y="0"/>
                    <a:pt x="30" y="17"/>
                    <a:pt x="30" y="53"/>
                  </a:cubicBezTo>
                  <a:cubicBezTo>
                    <a:pt x="0" y="84"/>
                    <a:pt x="91" y="114"/>
                    <a:pt x="122" y="114"/>
                  </a:cubicBezTo>
                  <a:cubicBezTo>
                    <a:pt x="103" y="40"/>
                    <a:pt x="74"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8"/>
            <p:cNvSpPr/>
            <p:nvPr/>
          </p:nvSpPr>
          <p:spPr>
            <a:xfrm>
              <a:off x="2409164" y="2749859"/>
              <a:ext cx="273164" cy="301725"/>
            </a:xfrm>
            <a:custGeom>
              <a:rect b="b" l="l" r="r" t="t"/>
              <a:pathLst>
                <a:path extrusionOk="0" h="7152" w="6475">
                  <a:moveTo>
                    <a:pt x="2791" y="0"/>
                  </a:moveTo>
                  <a:cubicBezTo>
                    <a:pt x="2733" y="0"/>
                    <a:pt x="2659" y="50"/>
                    <a:pt x="2584" y="100"/>
                  </a:cubicBezTo>
                  <a:cubicBezTo>
                    <a:pt x="2280" y="495"/>
                    <a:pt x="2432" y="1103"/>
                    <a:pt x="1824" y="1407"/>
                  </a:cubicBezTo>
                  <a:cubicBezTo>
                    <a:pt x="1338" y="1680"/>
                    <a:pt x="1125" y="2258"/>
                    <a:pt x="1308" y="2805"/>
                  </a:cubicBezTo>
                  <a:cubicBezTo>
                    <a:pt x="1338" y="3261"/>
                    <a:pt x="791" y="3595"/>
                    <a:pt x="1034" y="4112"/>
                  </a:cubicBezTo>
                  <a:lnTo>
                    <a:pt x="791" y="4142"/>
                  </a:lnTo>
                  <a:cubicBezTo>
                    <a:pt x="700" y="4233"/>
                    <a:pt x="608" y="4294"/>
                    <a:pt x="517" y="4355"/>
                  </a:cubicBezTo>
                  <a:cubicBezTo>
                    <a:pt x="335" y="4629"/>
                    <a:pt x="213" y="4902"/>
                    <a:pt x="152" y="5176"/>
                  </a:cubicBezTo>
                  <a:cubicBezTo>
                    <a:pt x="122" y="5449"/>
                    <a:pt x="1" y="5753"/>
                    <a:pt x="213" y="6027"/>
                  </a:cubicBezTo>
                  <a:cubicBezTo>
                    <a:pt x="341" y="6169"/>
                    <a:pt x="433" y="6223"/>
                    <a:pt x="504" y="6223"/>
                  </a:cubicBezTo>
                  <a:cubicBezTo>
                    <a:pt x="720" y="6223"/>
                    <a:pt x="737" y="5723"/>
                    <a:pt x="943" y="5723"/>
                  </a:cubicBezTo>
                  <a:cubicBezTo>
                    <a:pt x="943" y="6209"/>
                    <a:pt x="1064" y="6695"/>
                    <a:pt x="1308" y="7121"/>
                  </a:cubicBezTo>
                  <a:cubicBezTo>
                    <a:pt x="1581" y="6726"/>
                    <a:pt x="2341" y="7151"/>
                    <a:pt x="2493" y="6361"/>
                  </a:cubicBezTo>
                  <a:cubicBezTo>
                    <a:pt x="2554" y="5875"/>
                    <a:pt x="3314" y="6148"/>
                    <a:pt x="3739" y="5966"/>
                  </a:cubicBezTo>
                  <a:cubicBezTo>
                    <a:pt x="3785" y="5947"/>
                    <a:pt x="3825" y="5939"/>
                    <a:pt x="3861" y="5939"/>
                  </a:cubicBezTo>
                  <a:cubicBezTo>
                    <a:pt x="4113" y="5939"/>
                    <a:pt x="4153" y="6361"/>
                    <a:pt x="4286" y="6574"/>
                  </a:cubicBezTo>
                  <a:cubicBezTo>
                    <a:pt x="5077" y="6422"/>
                    <a:pt x="4864" y="5814"/>
                    <a:pt x="4833" y="5328"/>
                  </a:cubicBezTo>
                  <a:cubicBezTo>
                    <a:pt x="4773" y="4781"/>
                    <a:pt x="4529" y="4233"/>
                    <a:pt x="4499" y="3656"/>
                  </a:cubicBezTo>
                  <a:cubicBezTo>
                    <a:pt x="4499" y="3534"/>
                    <a:pt x="4226" y="3474"/>
                    <a:pt x="4377" y="3291"/>
                  </a:cubicBezTo>
                  <a:lnTo>
                    <a:pt x="4377" y="3291"/>
                  </a:lnTo>
                  <a:cubicBezTo>
                    <a:pt x="4408" y="3382"/>
                    <a:pt x="4469" y="3443"/>
                    <a:pt x="4560" y="3443"/>
                  </a:cubicBezTo>
                  <a:cubicBezTo>
                    <a:pt x="5320" y="3261"/>
                    <a:pt x="4408" y="2410"/>
                    <a:pt x="5077" y="2167"/>
                  </a:cubicBezTo>
                  <a:cubicBezTo>
                    <a:pt x="5046" y="2045"/>
                    <a:pt x="4833" y="2045"/>
                    <a:pt x="4864" y="1984"/>
                  </a:cubicBezTo>
                  <a:cubicBezTo>
                    <a:pt x="4877" y="1965"/>
                    <a:pt x="4894" y="1958"/>
                    <a:pt x="4913" y="1958"/>
                  </a:cubicBezTo>
                  <a:cubicBezTo>
                    <a:pt x="4967" y="1958"/>
                    <a:pt x="5040" y="2010"/>
                    <a:pt x="5103" y="2010"/>
                  </a:cubicBezTo>
                  <a:cubicBezTo>
                    <a:pt x="5127" y="2010"/>
                    <a:pt x="5149" y="2003"/>
                    <a:pt x="5168" y="1984"/>
                  </a:cubicBezTo>
                  <a:cubicBezTo>
                    <a:pt x="5685" y="1407"/>
                    <a:pt x="6475" y="890"/>
                    <a:pt x="5624" y="8"/>
                  </a:cubicBezTo>
                  <a:lnTo>
                    <a:pt x="5624" y="8"/>
                  </a:lnTo>
                  <a:cubicBezTo>
                    <a:pt x="5222" y="332"/>
                    <a:pt x="4826" y="452"/>
                    <a:pt x="4431" y="452"/>
                  </a:cubicBezTo>
                  <a:cubicBezTo>
                    <a:pt x="3899" y="452"/>
                    <a:pt x="3368" y="235"/>
                    <a:pt x="2827" y="8"/>
                  </a:cubicBezTo>
                  <a:cubicBezTo>
                    <a:pt x="2816" y="3"/>
                    <a:pt x="2804" y="0"/>
                    <a:pt x="27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8"/>
            <p:cNvSpPr/>
            <p:nvPr/>
          </p:nvSpPr>
          <p:spPr>
            <a:xfrm>
              <a:off x="2168101" y="2846344"/>
              <a:ext cx="274430" cy="203639"/>
            </a:xfrm>
            <a:custGeom>
              <a:rect b="b" l="l" r="r" t="t"/>
              <a:pathLst>
                <a:path extrusionOk="0" h="4827" w="6505">
                  <a:moveTo>
                    <a:pt x="3651" y="0"/>
                  </a:moveTo>
                  <a:cubicBezTo>
                    <a:pt x="3452" y="0"/>
                    <a:pt x="3297" y="164"/>
                    <a:pt x="3192" y="548"/>
                  </a:cubicBezTo>
                  <a:cubicBezTo>
                    <a:pt x="3161" y="700"/>
                    <a:pt x="2888" y="883"/>
                    <a:pt x="2949" y="1004"/>
                  </a:cubicBezTo>
                  <a:cubicBezTo>
                    <a:pt x="3192" y="1673"/>
                    <a:pt x="2614" y="1642"/>
                    <a:pt x="2280" y="1794"/>
                  </a:cubicBezTo>
                  <a:cubicBezTo>
                    <a:pt x="2067" y="1825"/>
                    <a:pt x="1854" y="1855"/>
                    <a:pt x="1611" y="1886"/>
                  </a:cubicBezTo>
                  <a:cubicBezTo>
                    <a:pt x="1520" y="2129"/>
                    <a:pt x="1307" y="2311"/>
                    <a:pt x="1064" y="2433"/>
                  </a:cubicBezTo>
                  <a:cubicBezTo>
                    <a:pt x="1004" y="2889"/>
                    <a:pt x="738" y="2944"/>
                    <a:pt x="450" y="2944"/>
                  </a:cubicBezTo>
                  <a:cubicBezTo>
                    <a:pt x="359" y="2944"/>
                    <a:pt x="265" y="2938"/>
                    <a:pt x="176" y="2938"/>
                  </a:cubicBezTo>
                  <a:cubicBezTo>
                    <a:pt x="115" y="2938"/>
                    <a:pt x="56" y="2941"/>
                    <a:pt x="0" y="2950"/>
                  </a:cubicBezTo>
                  <a:lnTo>
                    <a:pt x="0" y="3497"/>
                  </a:lnTo>
                  <a:cubicBezTo>
                    <a:pt x="578" y="3497"/>
                    <a:pt x="578" y="3953"/>
                    <a:pt x="638" y="4348"/>
                  </a:cubicBezTo>
                  <a:cubicBezTo>
                    <a:pt x="683" y="4636"/>
                    <a:pt x="776" y="4827"/>
                    <a:pt x="964" y="4827"/>
                  </a:cubicBezTo>
                  <a:cubicBezTo>
                    <a:pt x="1034" y="4827"/>
                    <a:pt x="1117" y="4801"/>
                    <a:pt x="1216" y="4743"/>
                  </a:cubicBezTo>
                  <a:cubicBezTo>
                    <a:pt x="1262" y="4723"/>
                    <a:pt x="1307" y="4715"/>
                    <a:pt x="1352" y="4715"/>
                  </a:cubicBezTo>
                  <a:cubicBezTo>
                    <a:pt x="1488" y="4715"/>
                    <a:pt x="1622" y="4783"/>
                    <a:pt x="1745" y="4783"/>
                  </a:cubicBezTo>
                  <a:cubicBezTo>
                    <a:pt x="1827" y="4783"/>
                    <a:pt x="1905" y="4753"/>
                    <a:pt x="1976" y="4652"/>
                  </a:cubicBezTo>
                  <a:cubicBezTo>
                    <a:pt x="1824" y="4165"/>
                    <a:pt x="1064" y="4408"/>
                    <a:pt x="1034" y="3831"/>
                  </a:cubicBezTo>
                  <a:cubicBezTo>
                    <a:pt x="1020" y="3629"/>
                    <a:pt x="1049" y="3558"/>
                    <a:pt x="1100" y="3558"/>
                  </a:cubicBezTo>
                  <a:cubicBezTo>
                    <a:pt x="1165" y="3558"/>
                    <a:pt x="1267" y="3669"/>
                    <a:pt x="1368" y="3770"/>
                  </a:cubicBezTo>
                  <a:cubicBezTo>
                    <a:pt x="1411" y="3799"/>
                    <a:pt x="1454" y="3810"/>
                    <a:pt x="1498" y="3810"/>
                  </a:cubicBezTo>
                  <a:cubicBezTo>
                    <a:pt x="1657" y="3810"/>
                    <a:pt x="1815" y="3655"/>
                    <a:pt x="1966" y="3655"/>
                  </a:cubicBezTo>
                  <a:cubicBezTo>
                    <a:pt x="2032" y="3655"/>
                    <a:pt x="2096" y="3685"/>
                    <a:pt x="2158" y="3770"/>
                  </a:cubicBezTo>
                  <a:cubicBezTo>
                    <a:pt x="2343" y="4221"/>
                    <a:pt x="2610" y="4423"/>
                    <a:pt x="2960" y="4423"/>
                  </a:cubicBezTo>
                  <a:cubicBezTo>
                    <a:pt x="3130" y="4423"/>
                    <a:pt x="3318" y="4376"/>
                    <a:pt x="3526" y="4287"/>
                  </a:cubicBezTo>
                  <a:cubicBezTo>
                    <a:pt x="3222" y="3649"/>
                    <a:pt x="3556" y="3101"/>
                    <a:pt x="3678" y="2494"/>
                  </a:cubicBezTo>
                  <a:cubicBezTo>
                    <a:pt x="3891" y="2554"/>
                    <a:pt x="3891" y="2646"/>
                    <a:pt x="3891" y="2737"/>
                  </a:cubicBezTo>
                  <a:cubicBezTo>
                    <a:pt x="3968" y="3452"/>
                    <a:pt x="4156" y="3786"/>
                    <a:pt x="4517" y="3786"/>
                  </a:cubicBezTo>
                  <a:cubicBezTo>
                    <a:pt x="4724" y="3786"/>
                    <a:pt x="4987" y="3677"/>
                    <a:pt x="5319" y="3466"/>
                  </a:cubicBezTo>
                  <a:cubicBezTo>
                    <a:pt x="5392" y="3418"/>
                    <a:pt x="5451" y="3398"/>
                    <a:pt x="5502" y="3398"/>
                  </a:cubicBezTo>
                  <a:cubicBezTo>
                    <a:pt x="5705" y="3398"/>
                    <a:pt x="5763" y="3715"/>
                    <a:pt x="5958" y="3740"/>
                  </a:cubicBezTo>
                  <a:cubicBezTo>
                    <a:pt x="5988" y="3466"/>
                    <a:pt x="6079" y="3193"/>
                    <a:pt x="6231" y="2950"/>
                  </a:cubicBezTo>
                  <a:cubicBezTo>
                    <a:pt x="6110" y="2858"/>
                    <a:pt x="6049" y="2737"/>
                    <a:pt x="6018" y="2615"/>
                  </a:cubicBezTo>
                  <a:cubicBezTo>
                    <a:pt x="6018" y="2524"/>
                    <a:pt x="6049" y="2433"/>
                    <a:pt x="6110" y="2372"/>
                  </a:cubicBezTo>
                  <a:cubicBezTo>
                    <a:pt x="6231" y="2281"/>
                    <a:pt x="6383" y="2220"/>
                    <a:pt x="6505" y="2129"/>
                  </a:cubicBezTo>
                  <a:lnTo>
                    <a:pt x="6505" y="1855"/>
                  </a:lnTo>
                  <a:cubicBezTo>
                    <a:pt x="6018" y="1460"/>
                    <a:pt x="5441" y="1217"/>
                    <a:pt x="4863" y="1065"/>
                  </a:cubicBezTo>
                  <a:cubicBezTo>
                    <a:pt x="4681" y="731"/>
                    <a:pt x="4438" y="457"/>
                    <a:pt x="4164" y="244"/>
                  </a:cubicBezTo>
                  <a:cubicBezTo>
                    <a:pt x="3971" y="89"/>
                    <a:pt x="3799" y="0"/>
                    <a:pt x="36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8"/>
            <p:cNvSpPr/>
            <p:nvPr/>
          </p:nvSpPr>
          <p:spPr>
            <a:xfrm>
              <a:off x="2077059" y="3102594"/>
              <a:ext cx="151327" cy="114961"/>
            </a:xfrm>
            <a:custGeom>
              <a:rect b="b" l="l" r="r" t="t"/>
              <a:pathLst>
                <a:path extrusionOk="0" h="2725" w="3587">
                  <a:moveTo>
                    <a:pt x="1034" y="0"/>
                  </a:moveTo>
                  <a:cubicBezTo>
                    <a:pt x="724" y="0"/>
                    <a:pt x="383" y="131"/>
                    <a:pt x="0" y="371"/>
                  </a:cubicBezTo>
                  <a:cubicBezTo>
                    <a:pt x="226" y="679"/>
                    <a:pt x="466" y="945"/>
                    <a:pt x="785" y="945"/>
                  </a:cubicBezTo>
                  <a:cubicBezTo>
                    <a:pt x="938" y="945"/>
                    <a:pt x="1110" y="884"/>
                    <a:pt x="1307" y="736"/>
                  </a:cubicBezTo>
                  <a:cubicBezTo>
                    <a:pt x="1310" y="733"/>
                    <a:pt x="1314" y="732"/>
                    <a:pt x="1319" y="732"/>
                  </a:cubicBezTo>
                  <a:cubicBezTo>
                    <a:pt x="1369" y="732"/>
                    <a:pt x="1528" y="863"/>
                    <a:pt x="1611" y="918"/>
                  </a:cubicBezTo>
                  <a:cubicBezTo>
                    <a:pt x="1611" y="1101"/>
                    <a:pt x="1429" y="1101"/>
                    <a:pt x="1337" y="1192"/>
                  </a:cubicBezTo>
                  <a:cubicBezTo>
                    <a:pt x="1489" y="1496"/>
                    <a:pt x="1763" y="1769"/>
                    <a:pt x="1915" y="2073"/>
                  </a:cubicBezTo>
                  <a:cubicBezTo>
                    <a:pt x="2162" y="2529"/>
                    <a:pt x="2457" y="2724"/>
                    <a:pt x="2814" y="2724"/>
                  </a:cubicBezTo>
                  <a:cubicBezTo>
                    <a:pt x="3028" y="2724"/>
                    <a:pt x="3264" y="2654"/>
                    <a:pt x="3526" y="2529"/>
                  </a:cubicBezTo>
                  <a:cubicBezTo>
                    <a:pt x="3222" y="2195"/>
                    <a:pt x="3556" y="1891"/>
                    <a:pt x="3587" y="1465"/>
                  </a:cubicBezTo>
                  <a:lnTo>
                    <a:pt x="3587" y="1465"/>
                  </a:lnTo>
                  <a:cubicBezTo>
                    <a:pt x="3358" y="1580"/>
                    <a:pt x="3167" y="1647"/>
                    <a:pt x="3000" y="1647"/>
                  </a:cubicBezTo>
                  <a:cubicBezTo>
                    <a:pt x="2722" y="1647"/>
                    <a:pt x="2507" y="1464"/>
                    <a:pt x="2280" y="1009"/>
                  </a:cubicBezTo>
                  <a:cubicBezTo>
                    <a:pt x="1911" y="310"/>
                    <a:pt x="1510"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8"/>
            <p:cNvSpPr/>
            <p:nvPr/>
          </p:nvSpPr>
          <p:spPr>
            <a:xfrm>
              <a:off x="2133465" y="2951181"/>
              <a:ext cx="34678" cy="27548"/>
            </a:xfrm>
            <a:custGeom>
              <a:rect b="b" l="l" r="r" t="t"/>
              <a:pathLst>
                <a:path extrusionOk="0" h="653" w="822">
                  <a:moveTo>
                    <a:pt x="555" y="1"/>
                  </a:moveTo>
                  <a:cubicBezTo>
                    <a:pt x="512" y="1"/>
                    <a:pt x="459" y="12"/>
                    <a:pt x="396" y="39"/>
                  </a:cubicBezTo>
                  <a:cubicBezTo>
                    <a:pt x="183" y="130"/>
                    <a:pt x="0" y="313"/>
                    <a:pt x="152" y="525"/>
                  </a:cubicBezTo>
                  <a:cubicBezTo>
                    <a:pt x="218" y="619"/>
                    <a:pt x="284" y="652"/>
                    <a:pt x="350" y="652"/>
                  </a:cubicBezTo>
                  <a:cubicBezTo>
                    <a:pt x="499" y="652"/>
                    <a:pt x="653" y="486"/>
                    <a:pt x="821" y="465"/>
                  </a:cubicBezTo>
                  <a:cubicBezTo>
                    <a:pt x="771" y="264"/>
                    <a:pt x="762" y="1"/>
                    <a:pt x="5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8"/>
            <p:cNvSpPr/>
            <p:nvPr/>
          </p:nvSpPr>
          <p:spPr>
            <a:xfrm>
              <a:off x="2162954" y="3077450"/>
              <a:ext cx="33370" cy="26705"/>
            </a:xfrm>
            <a:custGeom>
              <a:rect b="b" l="l" r="r" t="t"/>
              <a:pathLst>
                <a:path extrusionOk="0" h="633" w="791">
                  <a:moveTo>
                    <a:pt x="573" y="0"/>
                  </a:moveTo>
                  <a:cubicBezTo>
                    <a:pt x="400" y="0"/>
                    <a:pt x="276" y="144"/>
                    <a:pt x="153" y="268"/>
                  </a:cubicBezTo>
                  <a:cubicBezTo>
                    <a:pt x="92" y="359"/>
                    <a:pt x="31" y="450"/>
                    <a:pt x="1" y="541"/>
                  </a:cubicBezTo>
                  <a:cubicBezTo>
                    <a:pt x="122" y="602"/>
                    <a:pt x="153" y="633"/>
                    <a:pt x="183" y="633"/>
                  </a:cubicBezTo>
                  <a:cubicBezTo>
                    <a:pt x="456" y="602"/>
                    <a:pt x="669" y="450"/>
                    <a:pt x="791" y="207"/>
                  </a:cubicBezTo>
                  <a:cubicBezTo>
                    <a:pt x="791" y="146"/>
                    <a:pt x="760" y="55"/>
                    <a:pt x="700" y="25"/>
                  </a:cubicBezTo>
                  <a:cubicBezTo>
                    <a:pt x="654" y="8"/>
                    <a:pt x="612" y="0"/>
                    <a:pt x="5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8"/>
            <p:cNvSpPr/>
            <p:nvPr/>
          </p:nvSpPr>
          <p:spPr>
            <a:xfrm>
              <a:off x="2224507" y="2985817"/>
              <a:ext cx="43622" cy="27548"/>
            </a:xfrm>
            <a:custGeom>
              <a:rect b="b" l="l" r="r" t="t"/>
              <a:pathLst>
                <a:path extrusionOk="0" h="653" w="1034">
                  <a:moveTo>
                    <a:pt x="821" y="0"/>
                  </a:moveTo>
                  <a:cubicBezTo>
                    <a:pt x="756" y="0"/>
                    <a:pt x="617" y="50"/>
                    <a:pt x="517" y="99"/>
                  </a:cubicBezTo>
                  <a:cubicBezTo>
                    <a:pt x="335" y="191"/>
                    <a:pt x="183" y="312"/>
                    <a:pt x="1" y="434"/>
                  </a:cubicBezTo>
                  <a:cubicBezTo>
                    <a:pt x="99" y="598"/>
                    <a:pt x="198" y="652"/>
                    <a:pt x="297" y="652"/>
                  </a:cubicBezTo>
                  <a:cubicBezTo>
                    <a:pt x="472" y="652"/>
                    <a:pt x="646" y="484"/>
                    <a:pt x="821" y="464"/>
                  </a:cubicBezTo>
                  <a:cubicBezTo>
                    <a:pt x="852" y="312"/>
                    <a:pt x="1034" y="160"/>
                    <a:pt x="852" y="8"/>
                  </a:cubicBezTo>
                  <a:cubicBezTo>
                    <a:pt x="846" y="3"/>
                    <a:pt x="835" y="0"/>
                    <a:pt x="8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8"/>
            <p:cNvSpPr/>
            <p:nvPr/>
          </p:nvSpPr>
          <p:spPr>
            <a:xfrm>
              <a:off x="2142451" y="2993158"/>
              <a:ext cx="25861" cy="10969"/>
            </a:xfrm>
            <a:custGeom>
              <a:rect b="b" l="l" r="r" t="t"/>
              <a:pathLst>
                <a:path extrusionOk="0" h="260" w="613">
                  <a:moveTo>
                    <a:pt x="561" y="1"/>
                  </a:moveTo>
                  <a:cubicBezTo>
                    <a:pt x="538" y="1"/>
                    <a:pt x="503" y="7"/>
                    <a:pt x="456" y="17"/>
                  </a:cubicBezTo>
                  <a:cubicBezTo>
                    <a:pt x="413" y="17"/>
                    <a:pt x="367" y="14"/>
                    <a:pt x="321" y="14"/>
                  </a:cubicBezTo>
                  <a:cubicBezTo>
                    <a:pt x="205" y="14"/>
                    <a:pt x="87" y="30"/>
                    <a:pt x="0" y="138"/>
                  </a:cubicBezTo>
                  <a:cubicBezTo>
                    <a:pt x="0" y="169"/>
                    <a:pt x="31" y="199"/>
                    <a:pt x="61" y="229"/>
                  </a:cubicBezTo>
                  <a:cubicBezTo>
                    <a:pt x="112" y="250"/>
                    <a:pt x="166" y="260"/>
                    <a:pt x="220" y="260"/>
                  </a:cubicBezTo>
                  <a:cubicBezTo>
                    <a:pt x="328" y="260"/>
                    <a:pt x="436" y="219"/>
                    <a:pt x="517" y="138"/>
                  </a:cubicBezTo>
                  <a:cubicBezTo>
                    <a:pt x="601" y="33"/>
                    <a:pt x="612" y="1"/>
                    <a:pt x="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8"/>
            <p:cNvSpPr/>
            <p:nvPr/>
          </p:nvSpPr>
          <p:spPr>
            <a:xfrm>
              <a:off x="2316856" y="3018218"/>
              <a:ext cx="14133" cy="8986"/>
            </a:xfrm>
            <a:custGeom>
              <a:rect b="b" l="l" r="r" t="t"/>
              <a:pathLst>
                <a:path extrusionOk="0" h="213" w="335">
                  <a:moveTo>
                    <a:pt x="240" y="0"/>
                  </a:moveTo>
                  <a:cubicBezTo>
                    <a:pt x="213" y="0"/>
                    <a:pt x="182" y="10"/>
                    <a:pt x="152" y="31"/>
                  </a:cubicBezTo>
                  <a:lnTo>
                    <a:pt x="0" y="213"/>
                  </a:lnTo>
                  <a:cubicBezTo>
                    <a:pt x="61" y="213"/>
                    <a:pt x="213" y="213"/>
                    <a:pt x="243" y="183"/>
                  </a:cubicBezTo>
                  <a:cubicBezTo>
                    <a:pt x="274" y="183"/>
                    <a:pt x="334" y="122"/>
                    <a:pt x="334" y="122"/>
                  </a:cubicBezTo>
                  <a:cubicBezTo>
                    <a:pt x="334" y="41"/>
                    <a:pt x="294" y="0"/>
                    <a:pt x="2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8"/>
            <p:cNvSpPr/>
            <p:nvPr/>
          </p:nvSpPr>
          <p:spPr>
            <a:xfrm>
              <a:off x="2019346" y="3023070"/>
              <a:ext cx="7467" cy="4134"/>
            </a:xfrm>
            <a:custGeom>
              <a:rect b="b" l="l" r="r" t="t"/>
              <a:pathLst>
                <a:path extrusionOk="0" h="98" w="177">
                  <a:moveTo>
                    <a:pt x="79" y="1"/>
                  </a:moveTo>
                  <a:cubicBezTo>
                    <a:pt x="55" y="1"/>
                    <a:pt x="34" y="61"/>
                    <a:pt x="31" y="91"/>
                  </a:cubicBezTo>
                  <a:lnTo>
                    <a:pt x="31" y="91"/>
                  </a:lnTo>
                  <a:cubicBezTo>
                    <a:pt x="156" y="59"/>
                    <a:pt x="176" y="7"/>
                    <a:pt x="91" y="7"/>
                  </a:cubicBezTo>
                  <a:cubicBezTo>
                    <a:pt x="87" y="2"/>
                    <a:pt x="83" y="1"/>
                    <a:pt x="79" y="1"/>
                  </a:cubicBezTo>
                  <a:close/>
                  <a:moveTo>
                    <a:pt x="31" y="91"/>
                  </a:moveTo>
                  <a:lnTo>
                    <a:pt x="31" y="91"/>
                  </a:lnTo>
                  <a:cubicBezTo>
                    <a:pt x="21" y="93"/>
                    <a:pt x="11" y="96"/>
                    <a:pt x="0" y="98"/>
                  </a:cubicBezTo>
                  <a:lnTo>
                    <a:pt x="31" y="98"/>
                  </a:lnTo>
                  <a:cubicBezTo>
                    <a:pt x="31" y="96"/>
                    <a:pt x="31" y="94"/>
                    <a:pt x="31" y="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8"/>
            <p:cNvSpPr/>
            <p:nvPr/>
          </p:nvSpPr>
          <p:spPr>
            <a:xfrm>
              <a:off x="2044996" y="2654936"/>
              <a:ext cx="12867" cy="11981"/>
            </a:xfrm>
            <a:custGeom>
              <a:rect b="b" l="l" r="r" t="t"/>
              <a:pathLst>
                <a:path extrusionOk="0" h="284" w="305">
                  <a:moveTo>
                    <a:pt x="158" y="1"/>
                  </a:moveTo>
                  <a:cubicBezTo>
                    <a:pt x="146" y="1"/>
                    <a:pt x="134" y="3"/>
                    <a:pt x="122" y="9"/>
                  </a:cubicBezTo>
                  <a:cubicBezTo>
                    <a:pt x="61" y="40"/>
                    <a:pt x="0" y="100"/>
                    <a:pt x="31" y="192"/>
                  </a:cubicBezTo>
                  <a:cubicBezTo>
                    <a:pt x="31" y="250"/>
                    <a:pt x="69" y="284"/>
                    <a:pt x="120" y="284"/>
                  </a:cubicBezTo>
                  <a:cubicBezTo>
                    <a:pt x="148" y="284"/>
                    <a:pt x="181" y="274"/>
                    <a:pt x="213" y="252"/>
                  </a:cubicBezTo>
                  <a:cubicBezTo>
                    <a:pt x="243" y="192"/>
                    <a:pt x="274" y="131"/>
                    <a:pt x="304" y="40"/>
                  </a:cubicBezTo>
                  <a:cubicBezTo>
                    <a:pt x="255" y="40"/>
                    <a:pt x="207" y="1"/>
                    <a:pt x="1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8"/>
            <p:cNvSpPr/>
            <p:nvPr/>
          </p:nvSpPr>
          <p:spPr>
            <a:xfrm>
              <a:off x="2065500" y="2388561"/>
              <a:ext cx="11602" cy="11602"/>
            </a:xfrm>
            <a:custGeom>
              <a:rect b="b" l="l" r="r" t="t"/>
              <a:pathLst>
                <a:path extrusionOk="0" h="275" w="275">
                  <a:moveTo>
                    <a:pt x="0" y="274"/>
                  </a:moveTo>
                  <a:lnTo>
                    <a:pt x="2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8"/>
            <p:cNvSpPr/>
            <p:nvPr/>
          </p:nvSpPr>
          <p:spPr>
            <a:xfrm>
              <a:off x="1984709" y="2669407"/>
              <a:ext cx="6455" cy="3881"/>
            </a:xfrm>
            <a:custGeom>
              <a:rect b="b" l="l" r="r" t="t"/>
              <a:pathLst>
                <a:path extrusionOk="0" h="92" w="153">
                  <a:moveTo>
                    <a:pt x="61" y="1"/>
                  </a:moveTo>
                  <a:cubicBezTo>
                    <a:pt x="61" y="1"/>
                    <a:pt x="31" y="61"/>
                    <a:pt x="1" y="92"/>
                  </a:cubicBezTo>
                  <a:cubicBezTo>
                    <a:pt x="153" y="61"/>
                    <a:pt x="153" y="1"/>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8"/>
            <p:cNvSpPr/>
            <p:nvPr/>
          </p:nvSpPr>
          <p:spPr>
            <a:xfrm>
              <a:off x="2133465" y="3141323"/>
              <a:ext cx="16833" cy="11559"/>
            </a:xfrm>
            <a:custGeom>
              <a:rect b="b" l="l" r="r" t="t"/>
              <a:pathLst>
                <a:path extrusionOk="0" h="274" w="399">
                  <a:moveTo>
                    <a:pt x="274" y="0"/>
                  </a:moveTo>
                  <a:lnTo>
                    <a:pt x="0" y="274"/>
                  </a:lnTo>
                  <a:cubicBezTo>
                    <a:pt x="22" y="263"/>
                    <a:pt x="52" y="260"/>
                    <a:pt x="84" y="260"/>
                  </a:cubicBezTo>
                  <a:cubicBezTo>
                    <a:pt x="127" y="260"/>
                    <a:pt x="175" y="265"/>
                    <a:pt x="218" y="265"/>
                  </a:cubicBezTo>
                  <a:cubicBezTo>
                    <a:pt x="325" y="265"/>
                    <a:pt x="399" y="232"/>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8"/>
            <p:cNvSpPr/>
            <p:nvPr/>
          </p:nvSpPr>
          <p:spPr>
            <a:xfrm>
              <a:off x="1762884" y="2854064"/>
              <a:ext cx="59020" cy="82097"/>
            </a:xfrm>
            <a:custGeom>
              <a:rect b="b" l="l" r="r" t="t"/>
              <a:pathLst>
                <a:path extrusionOk="0" h="1946" w="1399">
                  <a:moveTo>
                    <a:pt x="973" y="1"/>
                  </a:moveTo>
                  <a:cubicBezTo>
                    <a:pt x="942" y="548"/>
                    <a:pt x="547" y="578"/>
                    <a:pt x="122" y="578"/>
                  </a:cubicBezTo>
                  <a:cubicBezTo>
                    <a:pt x="0" y="1034"/>
                    <a:pt x="0" y="1490"/>
                    <a:pt x="122" y="1946"/>
                  </a:cubicBezTo>
                  <a:cubicBezTo>
                    <a:pt x="274" y="1855"/>
                    <a:pt x="365" y="1703"/>
                    <a:pt x="395" y="1520"/>
                  </a:cubicBezTo>
                  <a:cubicBezTo>
                    <a:pt x="395" y="1017"/>
                    <a:pt x="678" y="848"/>
                    <a:pt x="1103" y="848"/>
                  </a:cubicBezTo>
                  <a:cubicBezTo>
                    <a:pt x="1139" y="848"/>
                    <a:pt x="1177" y="849"/>
                    <a:pt x="1216" y="852"/>
                  </a:cubicBezTo>
                  <a:lnTo>
                    <a:pt x="1216" y="578"/>
                  </a:lnTo>
                  <a:cubicBezTo>
                    <a:pt x="1398" y="274"/>
                    <a:pt x="1398" y="61"/>
                    <a:pt x="9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8"/>
            <p:cNvSpPr/>
            <p:nvPr/>
          </p:nvSpPr>
          <p:spPr>
            <a:xfrm>
              <a:off x="1803891" y="2843812"/>
              <a:ext cx="30839" cy="34678"/>
            </a:xfrm>
            <a:custGeom>
              <a:rect b="b" l="l" r="r" t="t"/>
              <a:pathLst>
                <a:path extrusionOk="0" h="822" w="731">
                  <a:moveTo>
                    <a:pt x="244" y="0"/>
                  </a:moveTo>
                  <a:lnTo>
                    <a:pt x="1" y="244"/>
                  </a:lnTo>
                  <a:cubicBezTo>
                    <a:pt x="183" y="395"/>
                    <a:pt x="183" y="608"/>
                    <a:pt x="244" y="821"/>
                  </a:cubicBezTo>
                  <a:cubicBezTo>
                    <a:pt x="457" y="821"/>
                    <a:pt x="639" y="791"/>
                    <a:pt x="730" y="578"/>
                  </a:cubicBezTo>
                  <a:cubicBezTo>
                    <a:pt x="578" y="456"/>
                    <a:pt x="487" y="244"/>
                    <a:pt x="487" y="61"/>
                  </a:cubicBezTo>
                  <a:cubicBezTo>
                    <a:pt x="396" y="31"/>
                    <a:pt x="305" y="31"/>
                    <a:pt x="2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8"/>
            <p:cNvSpPr/>
            <p:nvPr/>
          </p:nvSpPr>
          <p:spPr>
            <a:xfrm>
              <a:off x="1812877" y="2889966"/>
              <a:ext cx="12867" cy="23119"/>
            </a:xfrm>
            <a:custGeom>
              <a:rect b="b" l="l" r="r" t="t"/>
              <a:pathLst>
                <a:path extrusionOk="0" h="548" w="305">
                  <a:moveTo>
                    <a:pt x="31" y="1"/>
                  </a:moveTo>
                  <a:lnTo>
                    <a:pt x="31" y="1"/>
                  </a:lnTo>
                  <a:cubicBezTo>
                    <a:pt x="1" y="213"/>
                    <a:pt x="92" y="426"/>
                    <a:pt x="304" y="548"/>
                  </a:cubicBezTo>
                  <a:cubicBezTo>
                    <a:pt x="304" y="335"/>
                    <a:pt x="213" y="122"/>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8"/>
            <p:cNvSpPr/>
            <p:nvPr/>
          </p:nvSpPr>
          <p:spPr>
            <a:xfrm>
              <a:off x="1825703" y="2913043"/>
              <a:ext cx="10294" cy="11602"/>
            </a:xfrm>
            <a:custGeom>
              <a:rect b="b" l="l" r="r" t="t"/>
              <a:pathLst>
                <a:path extrusionOk="0" h="275" w="244">
                  <a:moveTo>
                    <a:pt x="244" y="274"/>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8"/>
            <p:cNvSpPr/>
            <p:nvPr/>
          </p:nvSpPr>
          <p:spPr>
            <a:xfrm>
              <a:off x="2520709" y="2637048"/>
              <a:ext cx="384750" cy="746466"/>
            </a:xfrm>
            <a:custGeom>
              <a:rect b="b" l="l" r="r" t="t"/>
              <a:pathLst>
                <a:path extrusionOk="0" h="17694" w="9120">
                  <a:moveTo>
                    <a:pt x="6739" y="1"/>
                  </a:moveTo>
                  <a:cubicBezTo>
                    <a:pt x="5831" y="1"/>
                    <a:pt x="6910" y="1127"/>
                    <a:pt x="6597" y="1467"/>
                  </a:cubicBezTo>
                  <a:cubicBezTo>
                    <a:pt x="6576" y="1169"/>
                    <a:pt x="6465" y="1020"/>
                    <a:pt x="6265" y="1020"/>
                  </a:cubicBezTo>
                  <a:cubicBezTo>
                    <a:pt x="6179" y="1020"/>
                    <a:pt x="6077" y="1047"/>
                    <a:pt x="5959" y="1102"/>
                  </a:cubicBezTo>
                  <a:cubicBezTo>
                    <a:pt x="5229" y="1831"/>
                    <a:pt x="4104" y="1740"/>
                    <a:pt x="3284" y="2287"/>
                  </a:cubicBezTo>
                  <a:cubicBezTo>
                    <a:pt x="3132" y="2409"/>
                    <a:pt x="3041" y="2561"/>
                    <a:pt x="3010" y="2743"/>
                  </a:cubicBezTo>
                  <a:cubicBezTo>
                    <a:pt x="3405" y="3686"/>
                    <a:pt x="2585" y="4081"/>
                    <a:pt x="2189" y="4658"/>
                  </a:cubicBezTo>
                  <a:cubicBezTo>
                    <a:pt x="2361" y="5082"/>
                    <a:pt x="2274" y="5177"/>
                    <a:pt x="2111" y="5177"/>
                  </a:cubicBezTo>
                  <a:cubicBezTo>
                    <a:pt x="1978" y="5177"/>
                    <a:pt x="1794" y="5113"/>
                    <a:pt x="1658" y="5113"/>
                  </a:cubicBezTo>
                  <a:cubicBezTo>
                    <a:pt x="1579" y="5113"/>
                    <a:pt x="1516" y="5135"/>
                    <a:pt x="1490" y="5205"/>
                  </a:cubicBezTo>
                  <a:cubicBezTo>
                    <a:pt x="1521" y="5479"/>
                    <a:pt x="1855" y="5388"/>
                    <a:pt x="1977" y="5540"/>
                  </a:cubicBezTo>
                  <a:cubicBezTo>
                    <a:pt x="2281" y="5965"/>
                    <a:pt x="1885" y="5935"/>
                    <a:pt x="1642" y="5996"/>
                  </a:cubicBezTo>
                  <a:lnTo>
                    <a:pt x="1673" y="5996"/>
                  </a:lnTo>
                  <a:cubicBezTo>
                    <a:pt x="1551" y="6512"/>
                    <a:pt x="1399" y="6999"/>
                    <a:pt x="1703" y="7515"/>
                  </a:cubicBezTo>
                  <a:cubicBezTo>
                    <a:pt x="2098" y="8032"/>
                    <a:pt x="2068" y="8762"/>
                    <a:pt x="1673" y="9248"/>
                  </a:cubicBezTo>
                  <a:lnTo>
                    <a:pt x="1673" y="9369"/>
                  </a:lnTo>
                  <a:cubicBezTo>
                    <a:pt x="1186" y="9886"/>
                    <a:pt x="3192" y="10038"/>
                    <a:pt x="1825" y="10646"/>
                  </a:cubicBezTo>
                  <a:cubicBezTo>
                    <a:pt x="1764" y="10646"/>
                    <a:pt x="1946" y="10859"/>
                    <a:pt x="2068" y="10859"/>
                  </a:cubicBezTo>
                  <a:cubicBezTo>
                    <a:pt x="2114" y="10869"/>
                    <a:pt x="2160" y="10874"/>
                    <a:pt x="2206" y="10874"/>
                  </a:cubicBezTo>
                  <a:cubicBezTo>
                    <a:pt x="2430" y="10874"/>
                    <a:pt x="2636" y="10752"/>
                    <a:pt x="2737" y="10525"/>
                  </a:cubicBezTo>
                  <a:cubicBezTo>
                    <a:pt x="3071" y="9856"/>
                    <a:pt x="3709" y="9552"/>
                    <a:pt x="4348" y="9248"/>
                  </a:cubicBezTo>
                  <a:cubicBezTo>
                    <a:pt x="4621" y="9704"/>
                    <a:pt x="4743" y="10403"/>
                    <a:pt x="5351" y="10433"/>
                  </a:cubicBezTo>
                  <a:cubicBezTo>
                    <a:pt x="5374" y="10431"/>
                    <a:pt x="5397" y="10430"/>
                    <a:pt x="5420" y="10430"/>
                  </a:cubicBezTo>
                  <a:cubicBezTo>
                    <a:pt x="5757" y="10430"/>
                    <a:pt x="6055" y="10637"/>
                    <a:pt x="6141" y="10950"/>
                  </a:cubicBezTo>
                  <a:cubicBezTo>
                    <a:pt x="6323" y="11406"/>
                    <a:pt x="5776" y="11619"/>
                    <a:pt x="5776" y="12044"/>
                  </a:cubicBezTo>
                  <a:cubicBezTo>
                    <a:pt x="5762" y="12176"/>
                    <a:pt x="5677" y="12223"/>
                    <a:pt x="5572" y="12223"/>
                  </a:cubicBezTo>
                  <a:cubicBezTo>
                    <a:pt x="5459" y="12223"/>
                    <a:pt x="5324" y="12168"/>
                    <a:pt x="5229" y="12105"/>
                  </a:cubicBezTo>
                  <a:cubicBezTo>
                    <a:pt x="4955" y="11953"/>
                    <a:pt x="4408" y="11710"/>
                    <a:pt x="4591" y="11619"/>
                  </a:cubicBezTo>
                  <a:cubicBezTo>
                    <a:pt x="5411" y="11072"/>
                    <a:pt x="4621" y="10859"/>
                    <a:pt x="4469" y="10464"/>
                  </a:cubicBezTo>
                  <a:cubicBezTo>
                    <a:pt x="3952" y="10859"/>
                    <a:pt x="3557" y="11376"/>
                    <a:pt x="3253" y="11923"/>
                  </a:cubicBezTo>
                  <a:cubicBezTo>
                    <a:pt x="2828" y="12622"/>
                    <a:pt x="2858" y="12804"/>
                    <a:pt x="3284" y="13412"/>
                  </a:cubicBezTo>
                  <a:cubicBezTo>
                    <a:pt x="3496" y="13716"/>
                    <a:pt x="4013" y="14324"/>
                    <a:pt x="3770" y="14750"/>
                  </a:cubicBezTo>
                  <a:cubicBezTo>
                    <a:pt x="3721" y="14836"/>
                    <a:pt x="3661" y="14868"/>
                    <a:pt x="3594" y="14868"/>
                  </a:cubicBezTo>
                  <a:cubicBezTo>
                    <a:pt x="3390" y="14868"/>
                    <a:pt x="3114" y="14568"/>
                    <a:pt x="2831" y="14568"/>
                  </a:cubicBezTo>
                  <a:cubicBezTo>
                    <a:pt x="2749" y="14568"/>
                    <a:pt x="2666" y="14593"/>
                    <a:pt x="2585" y="14658"/>
                  </a:cubicBezTo>
                  <a:cubicBezTo>
                    <a:pt x="2554" y="14679"/>
                    <a:pt x="2514" y="14685"/>
                    <a:pt x="2469" y="14685"/>
                  </a:cubicBezTo>
                  <a:cubicBezTo>
                    <a:pt x="2379" y="14685"/>
                    <a:pt x="2270" y="14658"/>
                    <a:pt x="2189" y="14658"/>
                  </a:cubicBezTo>
                  <a:cubicBezTo>
                    <a:pt x="2068" y="14750"/>
                    <a:pt x="1977" y="14871"/>
                    <a:pt x="1885" y="14902"/>
                  </a:cubicBezTo>
                  <a:cubicBezTo>
                    <a:pt x="1004" y="15114"/>
                    <a:pt x="974" y="15114"/>
                    <a:pt x="1278" y="15905"/>
                  </a:cubicBezTo>
                  <a:cubicBezTo>
                    <a:pt x="1376" y="16250"/>
                    <a:pt x="1355" y="16455"/>
                    <a:pt x="1083" y="16455"/>
                  </a:cubicBezTo>
                  <a:cubicBezTo>
                    <a:pt x="1020" y="16455"/>
                    <a:pt x="944" y="16444"/>
                    <a:pt x="852" y="16421"/>
                  </a:cubicBezTo>
                  <a:cubicBezTo>
                    <a:pt x="769" y="16398"/>
                    <a:pt x="686" y="16378"/>
                    <a:pt x="608" y="16378"/>
                  </a:cubicBezTo>
                  <a:cubicBezTo>
                    <a:pt x="487" y="16378"/>
                    <a:pt x="379" y="16425"/>
                    <a:pt x="305" y="16573"/>
                  </a:cubicBezTo>
                  <a:cubicBezTo>
                    <a:pt x="183" y="16634"/>
                    <a:pt x="123" y="16756"/>
                    <a:pt x="31" y="16847"/>
                  </a:cubicBezTo>
                  <a:cubicBezTo>
                    <a:pt x="1" y="17060"/>
                    <a:pt x="92" y="17272"/>
                    <a:pt x="305" y="17364"/>
                  </a:cubicBezTo>
                  <a:cubicBezTo>
                    <a:pt x="487" y="17364"/>
                    <a:pt x="457" y="17546"/>
                    <a:pt x="548" y="17637"/>
                  </a:cubicBezTo>
                  <a:cubicBezTo>
                    <a:pt x="615" y="17677"/>
                    <a:pt x="671" y="17694"/>
                    <a:pt x="720" y="17694"/>
                  </a:cubicBezTo>
                  <a:cubicBezTo>
                    <a:pt x="895" y="17694"/>
                    <a:pt x="976" y="17482"/>
                    <a:pt x="1095" y="17364"/>
                  </a:cubicBezTo>
                  <a:cubicBezTo>
                    <a:pt x="1262" y="17364"/>
                    <a:pt x="1460" y="17447"/>
                    <a:pt x="1631" y="17447"/>
                  </a:cubicBezTo>
                  <a:cubicBezTo>
                    <a:pt x="1802" y="17447"/>
                    <a:pt x="1946" y="17364"/>
                    <a:pt x="2007" y="17029"/>
                  </a:cubicBezTo>
                  <a:cubicBezTo>
                    <a:pt x="2037" y="16877"/>
                    <a:pt x="2281" y="16847"/>
                    <a:pt x="2463" y="16847"/>
                  </a:cubicBezTo>
                  <a:cubicBezTo>
                    <a:pt x="2583" y="16991"/>
                    <a:pt x="2693" y="17054"/>
                    <a:pt x="2788" y="17054"/>
                  </a:cubicBezTo>
                  <a:cubicBezTo>
                    <a:pt x="2935" y="17054"/>
                    <a:pt x="3046" y="16904"/>
                    <a:pt x="3101" y="16664"/>
                  </a:cubicBezTo>
                  <a:cubicBezTo>
                    <a:pt x="3101" y="16452"/>
                    <a:pt x="3071" y="16239"/>
                    <a:pt x="3010" y="16026"/>
                  </a:cubicBezTo>
                  <a:cubicBezTo>
                    <a:pt x="3035" y="16024"/>
                    <a:pt x="3059" y="16022"/>
                    <a:pt x="3081" y="16022"/>
                  </a:cubicBezTo>
                  <a:cubicBezTo>
                    <a:pt x="3578" y="16022"/>
                    <a:pt x="3481" y="16642"/>
                    <a:pt x="3800" y="16816"/>
                  </a:cubicBezTo>
                  <a:lnTo>
                    <a:pt x="3952" y="16725"/>
                  </a:lnTo>
                  <a:cubicBezTo>
                    <a:pt x="4631" y="15639"/>
                    <a:pt x="4971" y="14552"/>
                    <a:pt x="4450" y="13358"/>
                  </a:cubicBezTo>
                  <a:lnTo>
                    <a:pt x="4450" y="13358"/>
                  </a:lnTo>
                  <a:cubicBezTo>
                    <a:pt x="4582" y="13550"/>
                    <a:pt x="4741" y="13676"/>
                    <a:pt x="4955" y="13676"/>
                  </a:cubicBezTo>
                  <a:cubicBezTo>
                    <a:pt x="5093" y="13676"/>
                    <a:pt x="5253" y="13624"/>
                    <a:pt x="5442" y="13503"/>
                  </a:cubicBezTo>
                  <a:cubicBezTo>
                    <a:pt x="5569" y="13428"/>
                    <a:pt x="5678" y="13398"/>
                    <a:pt x="5774" y="13398"/>
                  </a:cubicBezTo>
                  <a:cubicBezTo>
                    <a:pt x="6067" y="13398"/>
                    <a:pt x="6239" y="13685"/>
                    <a:pt x="6445" y="13868"/>
                  </a:cubicBezTo>
                  <a:cubicBezTo>
                    <a:pt x="6498" y="13904"/>
                    <a:pt x="6573" y="13918"/>
                    <a:pt x="6649" y="13918"/>
                  </a:cubicBezTo>
                  <a:cubicBezTo>
                    <a:pt x="6704" y="13918"/>
                    <a:pt x="6759" y="13911"/>
                    <a:pt x="6810" y="13898"/>
                  </a:cubicBezTo>
                  <a:cubicBezTo>
                    <a:pt x="7144" y="13594"/>
                    <a:pt x="7387" y="13169"/>
                    <a:pt x="7448" y="12683"/>
                  </a:cubicBezTo>
                  <a:cubicBezTo>
                    <a:pt x="7417" y="12227"/>
                    <a:pt x="8025" y="12227"/>
                    <a:pt x="8086" y="11801"/>
                  </a:cubicBezTo>
                  <a:cubicBezTo>
                    <a:pt x="8117" y="11588"/>
                    <a:pt x="8208" y="11284"/>
                    <a:pt x="8056" y="11163"/>
                  </a:cubicBezTo>
                  <a:cubicBezTo>
                    <a:pt x="7326" y="10433"/>
                    <a:pt x="7630" y="9795"/>
                    <a:pt x="8025" y="9035"/>
                  </a:cubicBezTo>
                  <a:cubicBezTo>
                    <a:pt x="8451" y="8184"/>
                    <a:pt x="8968" y="7333"/>
                    <a:pt x="8968" y="6360"/>
                  </a:cubicBezTo>
                  <a:cubicBezTo>
                    <a:pt x="8991" y="5984"/>
                    <a:pt x="9051" y="5444"/>
                    <a:pt x="8641" y="5444"/>
                  </a:cubicBezTo>
                  <a:cubicBezTo>
                    <a:pt x="8521" y="5444"/>
                    <a:pt x="8360" y="5490"/>
                    <a:pt x="8147" y="5600"/>
                  </a:cubicBezTo>
                  <a:cubicBezTo>
                    <a:pt x="8056" y="5661"/>
                    <a:pt x="8025" y="5661"/>
                    <a:pt x="8086" y="5722"/>
                  </a:cubicBezTo>
                  <a:cubicBezTo>
                    <a:pt x="8130" y="5766"/>
                    <a:pt x="8115" y="5782"/>
                    <a:pt x="8083" y="5782"/>
                  </a:cubicBezTo>
                  <a:cubicBezTo>
                    <a:pt x="8026" y="5782"/>
                    <a:pt x="7917" y="5731"/>
                    <a:pt x="7995" y="5692"/>
                  </a:cubicBezTo>
                  <a:cubicBezTo>
                    <a:pt x="8329" y="5205"/>
                    <a:pt x="8573" y="4749"/>
                    <a:pt x="8147" y="4202"/>
                  </a:cubicBezTo>
                  <a:cubicBezTo>
                    <a:pt x="8336" y="3905"/>
                    <a:pt x="7854" y="3129"/>
                    <a:pt x="8531" y="3129"/>
                  </a:cubicBezTo>
                  <a:cubicBezTo>
                    <a:pt x="8616" y="3129"/>
                    <a:pt x="8720" y="3142"/>
                    <a:pt x="8846" y="3169"/>
                  </a:cubicBezTo>
                  <a:cubicBezTo>
                    <a:pt x="8968" y="3108"/>
                    <a:pt x="9028" y="3017"/>
                    <a:pt x="9089" y="2895"/>
                  </a:cubicBezTo>
                  <a:cubicBezTo>
                    <a:pt x="9120" y="2287"/>
                    <a:pt x="8573" y="2135"/>
                    <a:pt x="8238" y="1801"/>
                  </a:cubicBezTo>
                  <a:cubicBezTo>
                    <a:pt x="7995" y="1619"/>
                    <a:pt x="7843" y="1406"/>
                    <a:pt x="8056" y="1102"/>
                  </a:cubicBezTo>
                  <a:cubicBezTo>
                    <a:pt x="8421" y="342"/>
                    <a:pt x="7721" y="342"/>
                    <a:pt x="7357" y="99"/>
                  </a:cubicBezTo>
                  <a:cubicBezTo>
                    <a:pt x="7088" y="31"/>
                    <a:pt x="6887" y="1"/>
                    <a:pt x="6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8"/>
            <p:cNvSpPr/>
            <p:nvPr/>
          </p:nvSpPr>
          <p:spPr>
            <a:xfrm>
              <a:off x="2475863" y="3369560"/>
              <a:ext cx="111586" cy="171872"/>
            </a:xfrm>
            <a:custGeom>
              <a:rect b="b" l="l" r="r" t="t"/>
              <a:pathLst>
                <a:path extrusionOk="0" h="4074" w="2645">
                  <a:moveTo>
                    <a:pt x="2158" y="1"/>
                  </a:moveTo>
                  <a:lnTo>
                    <a:pt x="1641" y="274"/>
                  </a:lnTo>
                  <a:cubicBezTo>
                    <a:pt x="1550" y="517"/>
                    <a:pt x="1338" y="730"/>
                    <a:pt x="1094" y="821"/>
                  </a:cubicBezTo>
                  <a:cubicBezTo>
                    <a:pt x="1064" y="1247"/>
                    <a:pt x="821" y="1642"/>
                    <a:pt x="486" y="1885"/>
                  </a:cubicBezTo>
                  <a:cubicBezTo>
                    <a:pt x="0" y="2189"/>
                    <a:pt x="61" y="2280"/>
                    <a:pt x="547" y="2706"/>
                  </a:cubicBezTo>
                  <a:cubicBezTo>
                    <a:pt x="730" y="2827"/>
                    <a:pt x="821" y="3010"/>
                    <a:pt x="669" y="3131"/>
                  </a:cubicBezTo>
                  <a:cubicBezTo>
                    <a:pt x="304" y="3405"/>
                    <a:pt x="578" y="3739"/>
                    <a:pt x="547" y="4074"/>
                  </a:cubicBezTo>
                  <a:cubicBezTo>
                    <a:pt x="1246" y="3648"/>
                    <a:pt x="1672" y="3131"/>
                    <a:pt x="1277" y="2250"/>
                  </a:cubicBezTo>
                  <a:cubicBezTo>
                    <a:pt x="1216" y="2098"/>
                    <a:pt x="1459" y="1976"/>
                    <a:pt x="1641" y="1885"/>
                  </a:cubicBezTo>
                  <a:cubicBezTo>
                    <a:pt x="1641" y="1672"/>
                    <a:pt x="1003" y="1308"/>
                    <a:pt x="1885" y="1247"/>
                  </a:cubicBezTo>
                  <a:cubicBezTo>
                    <a:pt x="2614" y="1216"/>
                    <a:pt x="2645" y="1034"/>
                    <a:pt x="2219" y="274"/>
                  </a:cubicBezTo>
                  <a:cubicBezTo>
                    <a:pt x="2189" y="183"/>
                    <a:pt x="2189" y="92"/>
                    <a:pt x="21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8"/>
            <p:cNvSpPr/>
            <p:nvPr/>
          </p:nvSpPr>
          <p:spPr>
            <a:xfrm>
              <a:off x="2533534" y="3366818"/>
              <a:ext cx="13373" cy="14344"/>
            </a:xfrm>
            <a:custGeom>
              <a:rect b="b" l="l" r="r" t="t"/>
              <a:pathLst>
                <a:path extrusionOk="0" h="340" w="317">
                  <a:moveTo>
                    <a:pt x="182" y="0"/>
                  </a:moveTo>
                  <a:cubicBezTo>
                    <a:pt x="144" y="0"/>
                    <a:pt x="87" y="19"/>
                    <a:pt x="1" y="66"/>
                  </a:cubicBezTo>
                  <a:lnTo>
                    <a:pt x="244" y="339"/>
                  </a:lnTo>
                  <a:cubicBezTo>
                    <a:pt x="197" y="244"/>
                    <a:pt x="316"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8"/>
            <p:cNvSpPr/>
            <p:nvPr/>
          </p:nvSpPr>
          <p:spPr>
            <a:xfrm>
              <a:off x="2475863" y="3323196"/>
              <a:ext cx="23119" cy="11981"/>
            </a:xfrm>
            <a:custGeom>
              <a:rect b="b" l="l" r="r" t="t"/>
              <a:pathLst>
                <a:path extrusionOk="0" h="284" w="548">
                  <a:moveTo>
                    <a:pt x="481" y="1"/>
                  </a:moveTo>
                  <a:cubicBezTo>
                    <a:pt x="292" y="1"/>
                    <a:pt x="109" y="115"/>
                    <a:pt x="0" y="279"/>
                  </a:cubicBezTo>
                  <a:cubicBezTo>
                    <a:pt x="22" y="282"/>
                    <a:pt x="44" y="284"/>
                    <a:pt x="66" y="284"/>
                  </a:cubicBezTo>
                  <a:cubicBezTo>
                    <a:pt x="256" y="284"/>
                    <a:pt x="438" y="169"/>
                    <a:pt x="547" y="5"/>
                  </a:cubicBezTo>
                  <a:cubicBezTo>
                    <a:pt x="525" y="2"/>
                    <a:pt x="503" y="1"/>
                    <a:pt x="4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8"/>
            <p:cNvSpPr/>
            <p:nvPr/>
          </p:nvSpPr>
          <p:spPr>
            <a:xfrm>
              <a:off x="2325463" y="3495239"/>
              <a:ext cx="13205" cy="12783"/>
            </a:xfrm>
            <a:custGeom>
              <a:rect b="b" l="l" r="r" t="t"/>
              <a:pathLst>
                <a:path extrusionOk="0" h="303" w="313">
                  <a:moveTo>
                    <a:pt x="39" y="0"/>
                  </a:moveTo>
                  <a:lnTo>
                    <a:pt x="39" y="0"/>
                  </a:lnTo>
                  <a:cubicBezTo>
                    <a:pt x="116" y="77"/>
                    <a:pt x="0" y="302"/>
                    <a:pt x="139" y="302"/>
                  </a:cubicBezTo>
                  <a:cubicBezTo>
                    <a:pt x="166" y="302"/>
                    <a:pt x="203" y="294"/>
                    <a:pt x="252" y="274"/>
                  </a:cubicBezTo>
                  <a:cubicBezTo>
                    <a:pt x="313" y="243"/>
                    <a:pt x="161" y="61"/>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8"/>
            <p:cNvSpPr/>
            <p:nvPr/>
          </p:nvSpPr>
          <p:spPr>
            <a:xfrm>
              <a:off x="2545094" y="3243882"/>
              <a:ext cx="3881" cy="5189"/>
            </a:xfrm>
            <a:custGeom>
              <a:rect b="b" l="l" r="r" t="t"/>
              <a:pathLst>
                <a:path extrusionOk="0" h="123" w="92">
                  <a:moveTo>
                    <a:pt x="0" y="1"/>
                  </a:moveTo>
                  <a:lnTo>
                    <a:pt x="61" y="122"/>
                  </a:lnTo>
                  <a:lnTo>
                    <a:pt x="92" y="62"/>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8"/>
            <p:cNvSpPr/>
            <p:nvPr/>
          </p:nvSpPr>
          <p:spPr>
            <a:xfrm>
              <a:off x="2589982" y="3243882"/>
              <a:ext cx="5147" cy="4852"/>
            </a:xfrm>
            <a:custGeom>
              <a:rect b="b" l="l" r="r" t="t"/>
              <a:pathLst>
                <a:path extrusionOk="0" h="115" w="122">
                  <a:moveTo>
                    <a:pt x="0" y="1"/>
                  </a:moveTo>
                  <a:lnTo>
                    <a:pt x="0" y="1"/>
                  </a:lnTo>
                  <a:cubicBezTo>
                    <a:pt x="37" y="74"/>
                    <a:pt x="63" y="115"/>
                    <a:pt x="84" y="115"/>
                  </a:cubicBezTo>
                  <a:cubicBezTo>
                    <a:pt x="98" y="115"/>
                    <a:pt x="110" y="98"/>
                    <a:pt x="122" y="62"/>
                  </a:cubicBezTo>
                  <a:cubicBezTo>
                    <a:pt x="122" y="62"/>
                    <a:pt x="61" y="3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8"/>
            <p:cNvSpPr/>
            <p:nvPr/>
          </p:nvSpPr>
          <p:spPr>
            <a:xfrm>
              <a:off x="2522017" y="3334924"/>
              <a:ext cx="11559" cy="11602"/>
            </a:xfrm>
            <a:custGeom>
              <a:rect b="b" l="l" r="r" t="t"/>
              <a:pathLst>
                <a:path extrusionOk="0" h="275" w="274">
                  <a:moveTo>
                    <a:pt x="274" y="1"/>
                  </a:moveTo>
                  <a:cubicBezTo>
                    <a:pt x="183" y="92"/>
                    <a:pt x="92" y="183"/>
                    <a:pt x="0" y="274"/>
                  </a:cubicBezTo>
                  <a:cubicBezTo>
                    <a:pt x="92" y="183"/>
                    <a:pt x="183" y="92"/>
                    <a:pt x="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8"/>
            <p:cNvSpPr/>
            <p:nvPr/>
          </p:nvSpPr>
          <p:spPr>
            <a:xfrm>
              <a:off x="2516870" y="3399050"/>
              <a:ext cx="5189" cy="5189"/>
            </a:xfrm>
            <a:custGeom>
              <a:rect b="b" l="l" r="r" t="t"/>
              <a:pathLst>
                <a:path extrusionOk="0" h="123" w="123">
                  <a:moveTo>
                    <a:pt x="62" y="1"/>
                  </a:moveTo>
                  <a:lnTo>
                    <a:pt x="1" y="61"/>
                  </a:lnTo>
                  <a:lnTo>
                    <a:pt x="122" y="122"/>
                  </a:lnTo>
                  <a:lnTo>
                    <a:pt x="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8"/>
            <p:cNvSpPr/>
            <p:nvPr/>
          </p:nvSpPr>
          <p:spPr>
            <a:xfrm>
              <a:off x="2430975" y="3313155"/>
              <a:ext cx="11559" cy="10294"/>
            </a:xfrm>
            <a:custGeom>
              <a:rect b="b" l="l" r="r" t="t"/>
              <a:pathLst>
                <a:path extrusionOk="0" h="244" w="274">
                  <a:moveTo>
                    <a:pt x="0" y="243"/>
                  </a:moveTo>
                  <a:lnTo>
                    <a:pt x="27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8"/>
            <p:cNvSpPr/>
            <p:nvPr/>
          </p:nvSpPr>
          <p:spPr>
            <a:xfrm>
              <a:off x="2419416" y="3324672"/>
              <a:ext cx="11602" cy="5822"/>
            </a:xfrm>
            <a:custGeom>
              <a:rect b="b" l="l" r="r" t="t"/>
              <a:pathLst>
                <a:path extrusionOk="0" h="138" w="275">
                  <a:moveTo>
                    <a:pt x="1" y="1"/>
                  </a:moveTo>
                  <a:cubicBezTo>
                    <a:pt x="46" y="92"/>
                    <a:pt x="92" y="137"/>
                    <a:pt x="137" y="137"/>
                  </a:cubicBezTo>
                  <a:cubicBezTo>
                    <a:pt x="183" y="137"/>
                    <a:pt x="229" y="92"/>
                    <a:pt x="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8"/>
            <p:cNvSpPr/>
            <p:nvPr/>
          </p:nvSpPr>
          <p:spPr>
            <a:xfrm>
              <a:off x="2487381" y="3541392"/>
              <a:ext cx="11602" cy="11602"/>
            </a:xfrm>
            <a:custGeom>
              <a:rect b="b" l="l" r="r" t="t"/>
              <a:pathLst>
                <a:path extrusionOk="0" h="275" w="275">
                  <a:moveTo>
                    <a:pt x="274" y="1"/>
                  </a:moveTo>
                  <a:lnTo>
                    <a:pt x="1" y="274"/>
                  </a:lnTo>
                  <a:lnTo>
                    <a:pt x="274" y="274"/>
                  </a:lnTo>
                  <a:lnTo>
                    <a:pt x="2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8"/>
            <p:cNvSpPr/>
            <p:nvPr/>
          </p:nvSpPr>
          <p:spPr>
            <a:xfrm>
              <a:off x="2300150" y="1720807"/>
              <a:ext cx="5189" cy="4852"/>
            </a:xfrm>
            <a:custGeom>
              <a:rect b="b" l="l" r="r" t="t"/>
              <a:pathLst>
                <a:path extrusionOk="0" h="115" w="123">
                  <a:moveTo>
                    <a:pt x="39" y="1"/>
                  </a:moveTo>
                  <a:cubicBezTo>
                    <a:pt x="25" y="1"/>
                    <a:pt x="13" y="18"/>
                    <a:pt x="1" y="54"/>
                  </a:cubicBezTo>
                  <a:cubicBezTo>
                    <a:pt x="1" y="84"/>
                    <a:pt x="62" y="114"/>
                    <a:pt x="122" y="114"/>
                  </a:cubicBezTo>
                  <a:cubicBezTo>
                    <a:pt x="86" y="41"/>
                    <a:pt x="60" y="1"/>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8"/>
            <p:cNvSpPr/>
            <p:nvPr/>
          </p:nvSpPr>
          <p:spPr>
            <a:xfrm>
              <a:off x="2270660" y="1687141"/>
              <a:ext cx="5189" cy="5189"/>
            </a:xfrm>
            <a:custGeom>
              <a:rect b="b" l="l" r="r" t="t"/>
              <a:pathLst>
                <a:path extrusionOk="0" h="123" w="123">
                  <a:moveTo>
                    <a:pt x="62" y="0"/>
                  </a:moveTo>
                  <a:lnTo>
                    <a:pt x="1" y="122"/>
                  </a:lnTo>
                  <a:lnTo>
                    <a:pt x="122" y="61"/>
                  </a:lnTo>
                  <a:lnTo>
                    <a:pt x="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8"/>
            <p:cNvSpPr/>
            <p:nvPr/>
          </p:nvSpPr>
          <p:spPr>
            <a:xfrm>
              <a:off x="2650227" y="3043362"/>
              <a:ext cx="397575" cy="466003"/>
            </a:xfrm>
            <a:custGeom>
              <a:rect b="b" l="l" r="r" t="t"/>
              <a:pathLst>
                <a:path extrusionOk="0" h="11046" w="9424">
                  <a:moveTo>
                    <a:pt x="9159" y="0"/>
                  </a:moveTo>
                  <a:cubicBezTo>
                    <a:pt x="9043" y="0"/>
                    <a:pt x="8870" y="64"/>
                    <a:pt x="8603" y="164"/>
                  </a:cubicBezTo>
                  <a:lnTo>
                    <a:pt x="8451" y="255"/>
                  </a:lnTo>
                  <a:cubicBezTo>
                    <a:pt x="8238" y="377"/>
                    <a:pt x="8086" y="559"/>
                    <a:pt x="7934" y="742"/>
                  </a:cubicBezTo>
                  <a:cubicBezTo>
                    <a:pt x="7357" y="1897"/>
                    <a:pt x="6718" y="2991"/>
                    <a:pt x="5989" y="4085"/>
                  </a:cubicBezTo>
                  <a:cubicBezTo>
                    <a:pt x="5685" y="4389"/>
                    <a:pt x="5685" y="4875"/>
                    <a:pt x="5442" y="5210"/>
                  </a:cubicBezTo>
                  <a:cubicBezTo>
                    <a:pt x="4955" y="5605"/>
                    <a:pt x="4803" y="6334"/>
                    <a:pt x="4104" y="6608"/>
                  </a:cubicBezTo>
                  <a:cubicBezTo>
                    <a:pt x="4621" y="6091"/>
                    <a:pt x="5107" y="5544"/>
                    <a:pt x="5533" y="4997"/>
                  </a:cubicBezTo>
                  <a:cubicBezTo>
                    <a:pt x="5594" y="4784"/>
                    <a:pt x="5624" y="4602"/>
                    <a:pt x="5624" y="4389"/>
                  </a:cubicBezTo>
                  <a:cubicBezTo>
                    <a:pt x="5624" y="3903"/>
                    <a:pt x="5472" y="3508"/>
                    <a:pt x="4955" y="3386"/>
                  </a:cubicBezTo>
                  <a:cubicBezTo>
                    <a:pt x="4883" y="3370"/>
                    <a:pt x="4817" y="3362"/>
                    <a:pt x="4755" y="3362"/>
                  </a:cubicBezTo>
                  <a:cubicBezTo>
                    <a:pt x="4239" y="3362"/>
                    <a:pt x="4035" y="3881"/>
                    <a:pt x="3709" y="4207"/>
                  </a:cubicBezTo>
                  <a:lnTo>
                    <a:pt x="3466" y="4207"/>
                  </a:lnTo>
                  <a:lnTo>
                    <a:pt x="3314" y="4389"/>
                  </a:lnTo>
                  <a:cubicBezTo>
                    <a:pt x="3162" y="4693"/>
                    <a:pt x="3010" y="4997"/>
                    <a:pt x="2828" y="5301"/>
                  </a:cubicBezTo>
                  <a:cubicBezTo>
                    <a:pt x="2706" y="5726"/>
                    <a:pt x="2524" y="6091"/>
                    <a:pt x="2250" y="6456"/>
                  </a:cubicBezTo>
                  <a:cubicBezTo>
                    <a:pt x="2129" y="6547"/>
                    <a:pt x="1977" y="6669"/>
                    <a:pt x="1855" y="6729"/>
                  </a:cubicBezTo>
                  <a:cubicBezTo>
                    <a:pt x="1460" y="6881"/>
                    <a:pt x="1004" y="6881"/>
                    <a:pt x="730" y="7246"/>
                  </a:cubicBezTo>
                  <a:cubicBezTo>
                    <a:pt x="943" y="7763"/>
                    <a:pt x="122" y="8097"/>
                    <a:pt x="457" y="8614"/>
                  </a:cubicBezTo>
                  <a:cubicBezTo>
                    <a:pt x="305" y="8766"/>
                    <a:pt x="1" y="8827"/>
                    <a:pt x="183" y="9161"/>
                  </a:cubicBezTo>
                  <a:lnTo>
                    <a:pt x="183" y="9951"/>
                  </a:lnTo>
                  <a:cubicBezTo>
                    <a:pt x="238" y="9942"/>
                    <a:pt x="291" y="9937"/>
                    <a:pt x="341" y="9937"/>
                  </a:cubicBezTo>
                  <a:cubicBezTo>
                    <a:pt x="759" y="9937"/>
                    <a:pt x="1006" y="10254"/>
                    <a:pt x="1278" y="10499"/>
                  </a:cubicBezTo>
                  <a:cubicBezTo>
                    <a:pt x="1308" y="10453"/>
                    <a:pt x="1354" y="10430"/>
                    <a:pt x="1403" y="10430"/>
                  </a:cubicBezTo>
                  <a:cubicBezTo>
                    <a:pt x="1452" y="10430"/>
                    <a:pt x="1505" y="10453"/>
                    <a:pt x="1551" y="10499"/>
                  </a:cubicBezTo>
                  <a:lnTo>
                    <a:pt x="1551" y="11046"/>
                  </a:lnTo>
                  <a:cubicBezTo>
                    <a:pt x="2585" y="10134"/>
                    <a:pt x="2585" y="10043"/>
                    <a:pt x="1278" y="9496"/>
                  </a:cubicBezTo>
                  <a:cubicBezTo>
                    <a:pt x="1506" y="9422"/>
                    <a:pt x="1729" y="9393"/>
                    <a:pt x="1949" y="9393"/>
                  </a:cubicBezTo>
                  <a:cubicBezTo>
                    <a:pt x="2458" y="9393"/>
                    <a:pt x="2947" y="9550"/>
                    <a:pt x="3436" y="9678"/>
                  </a:cubicBezTo>
                  <a:cubicBezTo>
                    <a:pt x="3607" y="9816"/>
                    <a:pt x="3744" y="9870"/>
                    <a:pt x="3858" y="9870"/>
                  </a:cubicBezTo>
                  <a:cubicBezTo>
                    <a:pt x="4274" y="9870"/>
                    <a:pt x="4399" y="9161"/>
                    <a:pt x="4803" y="9161"/>
                  </a:cubicBezTo>
                  <a:cubicBezTo>
                    <a:pt x="4986" y="8037"/>
                    <a:pt x="6050" y="7459"/>
                    <a:pt x="6445" y="6456"/>
                  </a:cubicBezTo>
                  <a:cubicBezTo>
                    <a:pt x="6992" y="5635"/>
                    <a:pt x="7448" y="4723"/>
                    <a:pt x="7782" y="3781"/>
                  </a:cubicBezTo>
                  <a:cubicBezTo>
                    <a:pt x="8147" y="3264"/>
                    <a:pt x="8147" y="2596"/>
                    <a:pt x="8603" y="2109"/>
                  </a:cubicBezTo>
                  <a:cubicBezTo>
                    <a:pt x="8724" y="1957"/>
                    <a:pt x="8694" y="1684"/>
                    <a:pt x="8907" y="1562"/>
                  </a:cubicBezTo>
                  <a:lnTo>
                    <a:pt x="8876" y="1562"/>
                  </a:lnTo>
                  <a:cubicBezTo>
                    <a:pt x="8937" y="1441"/>
                    <a:pt x="9028" y="1349"/>
                    <a:pt x="9150" y="1289"/>
                  </a:cubicBezTo>
                  <a:cubicBezTo>
                    <a:pt x="9272" y="1106"/>
                    <a:pt x="9241" y="863"/>
                    <a:pt x="9424" y="711"/>
                  </a:cubicBezTo>
                  <a:cubicBezTo>
                    <a:pt x="9385" y="191"/>
                    <a:pt x="9359" y="0"/>
                    <a:pt x="91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8"/>
            <p:cNvSpPr/>
            <p:nvPr/>
          </p:nvSpPr>
          <p:spPr>
            <a:xfrm>
              <a:off x="2837457" y="3313155"/>
              <a:ext cx="84670" cy="114159"/>
            </a:xfrm>
            <a:custGeom>
              <a:rect b="b" l="l" r="r" t="t"/>
              <a:pathLst>
                <a:path extrusionOk="0" h="2706" w="2007">
                  <a:moveTo>
                    <a:pt x="2007" y="0"/>
                  </a:moveTo>
                  <a:lnTo>
                    <a:pt x="2007" y="0"/>
                  </a:lnTo>
                  <a:cubicBezTo>
                    <a:pt x="1429" y="608"/>
                    <a:pt x="852" y="1216"/>
                    <a:pt x="274" y="1854"/>
                  </a:cubicBezTo>
                  <a:cubicBezTo>
                    <a:pt x="1" y="2158"/>
                    <a:pt x="244" y="2432"/>
                    <a:pt x="396" y="2705"/>
                  </a:cubicBezTo>
                  <a:cubicBezTo>
                    <a:pt x="1095" y="1915"/>
                    <a:pt x="1824" y="1094"/>
                    <a:pt x="20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8"/>
            <p:cNvSpPr/>
            <p:nvPr/>
          </p:nvSpPr>
          <p:spPr>
            <a:xfrm>
              <a:off x="2773332" y="3426810"/>
              <a:ext cx="80831" cy="91969"/>
            </a:xfrm>
            <a:custGeom>
              <a:rect b="b" l="l" r="r" t="t"/>
              <a:pathLst>
                <a:path extrusionOk="0" h="2180" w="1916">
                  <a:moveTo>
                    <a:pt x="1564" y="0"/>
                  </a:moveTo>
                  <a:cubicBezTo>
                    <a:pt x="1402" y="0"/>
                    <a:pt x="1258" y="48"/>
                    <a:pt x="1186" y="315"/>
                  </a:cubicBezTo>
                  <a:cubicBezTo>
                    <a:pt x="1130" y="523"/>
                    <a:pt x="980" y="543"/>
                    <a:pt x="823" y="543"/>
                  </a:cubicBezTo>
                  <a:cubicBezTo>
                    <a:pt x="785" y="543"/>
                    <a:pt x="747" y="542"/>
                    <a:pt x="709" y="542"/>
                  </a:cubicBezTo>
                  <a:cubicBezTo>
                    <a:pt x="652" y="542"/>
                    <a:pt x="597" y="545"/>
                    <a:pt x="548" y="558"/>
                  </a:cubicBezTo>
                  <a:cubicBezTo>
                    <a:pt x="366" y="1075"/>
                    <a:pt x="183" y="1622"/>
                    <a:pt x="1" y="2169"/>
                  </a:cubicBezTo>
                  <a:cubicBezTo>
                    <a:pt x="47" y="2176"/>
                    <a:pt x="90" y="2179"/>
                    <a:pt x="130" y="2179"/>
                  </a:cubicBezTo>
                  <a:cubicBezTo>
                    <a:pt x="658" y="2179"/>
                    <a:pt x="783" y="1659"/>
                    <a:pt x="1065" y="1349"/>
                  </a:cubicBezTo>
                  <a:cubicBezTo>
                    <a:pt x="1429" y="954"/>
                    <a:pt x="1703" y="498"/>
                    <a:pt x="1916" y="11"/>
                  </a:cubicBezTo>
                  <a:lnTo>
                    <a:pt x="1916" y="11"/>
                  </a:lnTo>
                  <a:cubicBezTo>
                    <a:pt x="1892" y="14"/>
                    <a:pt x="1868" y="15"/>
                    <a:pt x="1844" y="15"/>
                  </a:cubicBezTo>
                  <a:cubicBezTo>
                    <a:pt x="1751" y="15"/>
                    <a:pt x="1655" y="0"/>
                    <a:pt x="15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8"/>
            <p:cNvSpPr/>
            <p:nvPr/>
          </p:nvSpPr>
          <p:spPr>
            <a:xfrm>
              <a:off x="2974695" y="3131029"/>
              <a:ext cx="39783" cy="70580"/>
            </a:xfrm>
            <a:custGeom>
              <a:rect b="b" l="l" r="r" t="t"/>
              <a:pathLst>
                <a:path extrusionOk="0" h="1673" w="943">
                  <a:moveTo>
                    <a:pt x="942" y="1"/>
                  </a:moveTo>
                  <a:lnTo>
                    <a:pt x="942" y="1"/>
                  </a:lnTo>
                  <a:cubicBezTo>
                    <a:pt x="0" y="214"/>
                    <a:pt x="304" y="1065"/>
                    <a:pt x="122" y="1673"/>
                  </a:cubicBezTo>
                  <a:cubicBezTo>
                    <a:pt x="608" y="1247"/>
                    <a:pt x="912" y="639"/>
                    <a:pt x="9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8"/>
            <p:cNvSpPr/>
            <p:nvPr/>
          </p:nvSpPr>
          <p:spPr>
            <a:xfrm>
              <a:off x="2773332" y="3483679"/>
              <a:ext cx="44930" cy="57755"/>
            </a:xfrm>
            <a:custGeom>
              <a:rect b="b" l="l" r="r" t="t"/>
              <a:pathLst>
                <a:path extrusionOk="0" h="1369" w="1065">
                  <a:moveTo>
                    <a:pt x="1065" y="1"/>
                  </a:moveTo>
                  <a:lnTo>
                    <a:pt x="1" y="821"/>
                  </a:lnTo>
                  <a:cubicBezTo>
                    <a:pt x="1" y="1004"/>
                    <a:pt x="1" y="1186"/>
                    <a:pt x="31" y="1369"/>
                  </a:cubicBezTo>
                  <a:cubicBezTo>
                    <a:pt x="487" y="1004"/>
                    <a:pt x="1034" y="700"/>
                    <a:pt x="10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8"/>
            <p:cNvSpPr/>
            <p:nvPr/>
          </p:nvSpPr>
          <p:spPr>
            <a:xfrm>
              <a:off x="2748989" y="3542658"/>
              <a:ext cx="24384" cy="33413"/>
            </a:xfrm>
            <a:custGeom>
              <a:rect b="b" l="l" r="r" t="t"/>
              <a:pathLst>
                <a:path extrusionOk="0" h="792" w="578">
                  <a:moveTo>
                    <a:pt x="578" y="1"/>
                  </a:moveTo>
                  <a:cubicBezTo>
                    <a:pt x="31" y="1"/>
                    <a:pt x="0" y="366"/>
                    <a:pt x="31" y="791"/>
                  </a:cubicBezTo>
                  <a:cubicBezTo>
                    <a:pt x="335" y="578"/>
                    <a:pt x="396" y="244"/>
                    <a:pt x="5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8"/>
            <p:cNvSpPr/>
            <p:nvPr/>
          </p:nvSpPr>
          <p:spPr>
            <a:xfrm>
              <a:off x="3014437" y="3107952"/>
              <a:ext cx="11559" cy="23119"/>
            </a:xfrm>
            <a:custGeom>
              <a:rect b="b" l="l" r="r" t="t"/>
              <a:pathLst>
                <a:path extrusionOk="0" h="548" w="274">
                  <a:moveTo>
                    <a:pt x="274" y="1"/>
                  </a:moveTo>
                  <a:lnTo>
                    <a:pt x="274" y="1"/>
                  </a:lnTo>
                  <a:cubicBezTo>
                    <a:pt x="0" y="92"/>
                    <a:pt x="0" y="305"/>
                    <a:pt x="0" y="548"/>
                  </a:cubicBezTo>
                  <a:cubicBezTo>
                    <a:pt x="183" y="426"/>
                    <a:pt x="274" y="214"/>
                    <a:pt x="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8"/>
            <p:cNvSpPr/>
            <p:nvPr/>
          </p:nvSpPr>
          <p:spPr>
            <a:xfrm>
              <a:off x="3034940" y="3073358"/>
              <a:ext cx="12867" cy="23119"/>
            </a:xfrm>
            <a:custGeom>
              <a:rect b="b" l="l" r="r" t="t"/>
              <a:pathLst>
                <a:path extrusionOk="0" h="548" w="305">
                  <a:moveTo>
                    <a:pt x="305" y="0"/>
                  </a:moveTo>
                  <a:lnTo>
                    <a:pt x="305" y="0"/>
                  </a:lnTo>
                  <a:cubicBezTo>
                    <a:pt x="92" y="91"/>
                    <a:pt x="1" y="335"/>
                    <a:pt x="31" y="547"/>
                  </a:cubicBezTo>
                  <a:cubicBezTo>
                    <a:pt x="213" y="426"/>
                    <a:pt x="305" y="213"/>
                    <a:pt x="3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8"/>
            <p:cNvSpPr/>
            <p:nvPr/>
          </p:nvSpPr>
          <p:spPr>
            <a:xfrm>
              <a:off x="3024688" y="3096435"/>
              <a:ext cx="11602" cy="11559"/>
            </a:xfrm>
            <a:custGeom>
              <a:rect b="b" l="l" r="r" t="t"/>
              <a:pathLst>
                <a:path extrusionOk="0" h="274" w="275">
                  <a:moveTo>
                    <a:pt x="274" y="0"/>
                  </a:moveTo>
                  <a:lnTo>
                    <a:pt x="274" y="0"/>
                  </a:lnTo>
                  <a:cubicBezTo>
                    <a:pt x="152" y="31"/>
                    <a:pt x="31" y="152"/>
                    <a:pt x="0" y="274"/>
                  </a:cubicBezTo>
                  <a:cubicBezTo>
                    <a:pt x="152" y="243"/>
                    <a:pt x="244" y="122"/>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8"/>
            <p:cNvSpPr/>
            <p:nvPr/>
          </p:nvSpPr>
          <p:spPr>
            <a:xfrm>
              <a:off x="2641283" y="3404197"/>
              <a:ext cx="28223" cy="21811"/>
            </a:xfrm>
            <a:custGeom>
              <a:rect b="b" l="l" r="r" t="t"/>
              <a:pathLst>
                <a:path extrusionOk="0" h="517" w="669">
                  <a:moveTo>
                    <a:pt x="669" y="0"/>
                  </a:moveTo>
                  <a:lnTo>
                    <a:pt x="669" y="0"/>
                  </a:lnTo>
                  <a:cubicBezTo>
                    <a:pt x="334" y="31"/>
                    <a:pt x="0" y="91"/>
                    <a:pt x="426" y="517"/>
                  </a:cubicBezTo>
                  <a:lnTo>
                    <a:pt x="6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8"/>
            <p:cNvSpPr/>
            <p:nvPr/>
          </p:nvSpPr>
          <p:spPr>
            <a:xfrm>
              <a:off x="2524591" y="3549071"/>
              <a:ext cx="5147" cy="6455"/>
            </a:xfrm>
            <a:custGeom>
              <a:rect b="b" l="l" r="r" t="t"/>
              <a:pathLst>
                <a:path extrusionOk="0" h="153" w="122">
                  <a:moveTo>
                    <a:pt x="31" y="1"/>
                  </a:moveTo>
                  <a:cubicBezTo>
                    <a:pt x="31" y="31"/>
                    <a:pt x="0" y="62"/>
                    <a:pt x="0" y="123"/>
                  </a:cubicBezTo>
                  <a:cubicBezTo>
                    <a:pt x="0" y="123"/>
                    <a:pt x="61" y="153"/>
                    <a:pt x="91" y="153"/>
                  </a:cubicBezTo>
                  <a:cubicBezTo>
                    <a:pt x="122" y="123"/>
                    <a:pt x="122" y="92"/>
                    <a:pt x="122" y="31"/>
                  </a:cubicBezTo>
                  <a:cubicBezTo>
                    <a:pt x="122" y="31"/>
                    <a:pt x="61" y="1"/>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8"/>
            <p:cNvSpPr/>
            <p:nvPr/>
          </p:nvSpPr>
          <p:spPr>
            <a:xfrm>
              <a:off x="2498940" y="3552952"/>
              <a:ext cx="5147" cy="3881"/>
            </a:xfrm>
            <a:custGeom>
              <a:rect b="b" l="l" r="r" t="t"/>
              <a:pathLst>
                <a:path extrusionOk="0" h="92" w="122">
                  <a:moveTo>
                    <a:pt x="0" y="0"/>
                  </a:moveTo>
                  <a:lnTo>
                    <a:pt x="61" y="91"/>
                  </a:lnTo>
                  <a:lnTo>
                    <a:pt x="122" y="61"/>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8"/>
            <p:cNvSpPr/>
            <p:nvPr/>
          </p:nvSpPr>
          <p:spPr>
            <a:xfrm>
              <a:off x="2545094" y="3449085"/>
              <a:ext cx="3881" cy="5231"/>
            </a:xfrm>
            <a:custGeom>
              <a:rect b="b" l="l" r="r" t="t"/>
              <a:pathLst>
                <a:path extrusionOk="0" h="124" w="92">
                  <a:moveTo>
                    <a:pt x="0" y="0"/>
                  </a:moveTo>
                  <a:cubicBezTo>
                    <a:pt x="18" y="86"/>
                    <a:pt x="44" y="123"/>
                    <a:pt x="64" y="123"/>
                  </a:cubicBezTo>
                  <a:cubicBezTo>
                    <a:pt x="80" y="123"/>
                    <a:pt x="92" y="101"/>
                    <a:pt x="92" y="61"/>
                  </a:cubicBezTo>
                  <a:cubicBezTo>
                    <a:pt x="92" y="61"/>
                    <a:pt x="31"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8"/>
            <p:cNvSpPr/>
            <p:nvPr/>
          </p:nvSpPr>
          <p:spPr>
            <a:xfrm>
              <a:off x="2704101" y="3477899"/>
              <a:ext cx="11602" cy="5822"/>
            </a:xfrm>
            <a:custGeom>
              <a:rect b="b" l="l" r="r" t="t"/>
              <a:pathLst>
                <a:path extrusionOk="0" h="138" w="275">
                  <a:moveTo>
                    <a:pt x="137" y="1"/>
                  </a:moveTo>
                  <a:cubicBezTo>
                    <a:pt x="92" y="1"/>
                    <a:pt x="46" y="47"/>
                    <a:pt x="1" y="138"/>
                  </a:cubicBezTo>
                  <a:lnTo>
                    <a:pt x="274" y="138"/>
                  </a:lnTo>
                  <a:cubicBezTo>
                    <a:pt x="228" y="47"/>
                    <a:pt x="183" y="1"/>
                    <a:pt x="1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8"/>
            <p:cNvSpPr/>
            <p:nvPr/>
          </p:nvSpPr>
          <p:spPr>
            <a:xfrm>
              <a:off x="2587409" y="1972164"/>
              <a:ext cx="312947" cy="614419"/>
            </a:xfrm>
            <a:custGeom>
              <a:rect b="b" l="l" r="r" t="t"/>
              <a:pathLst>
                <a:path extrusionOk="0" h="14564" w="7418">
                  <a:moveTo>
                    <a:pt x="2535" y="0"/>
                  </a:moveTo>
                  <a:cubicBezTo>
                    <a:pt x="2426" y="0"/>
                    <a:pt x="2311" y="40"/>
                    <a:pt x="2219" y="114"/>
                  </a:cubicBezTo>
                  <a:lnTo>
                    <a:pt x="1429" y="114"/>
                  </a:lnTo>
                  <a:cubicBezTo>
                    <a:pt x="1338" y="205"/>
                    <a:pt x="1277" y="296"/>
                    <a:pt x="1247" y="387"/>
                  </a:cubicBezTo>
                  <a:cubicBezTo>
                    <a:pt x="1247" y="586"/>
                    <a:pt x="1221" y="707"/>
                    <a:pt x="1126" y="707"/>
                  </a:cubicBezTo>
                  <a:cubicBezTo>
                    <a:pt x="1076" y="707"/>
                    <a:pt x="1007" y="674"/>
                    <a:pt x="912" y="600"/>
                  </a:cubicBezTo>
                  <a:cubicBezTo>
                    <a:pt x="880" y="592"/>
                    <a:pt x="847" y="588"/>
                    <a:pt x="815" y="588"/>
                  </a:cubicBezTo>
                  <a:cubicBezTo>
                    <a:pt x="728" y="588"/>
                    <a:pt x="645" y="616"/>
                    <a:pt x="578" y="661"/>
                  </a:cubicBezTo>
                  <a:cubicBezTo>
                    <a:pt x="1" y="2029"/>
                    <a:pt x="274" y="2819"/>
                    <a:pt x="1672" y="3457"/>
                  </a:cubicBezTo>
                  <a:cubicBezTo>
                    <a:pt x="2250" y="3731"/>
                    <a:pt x="3040" y="3822"/>
                    <a:pt x="2067" y="4673"/>
                  </a:cubicBezTo>
                  <a:cubicBezTo>
                    <a:pt x="1642" y="5038"/>
                    <a:pt x="1885" y="5767"/>
                    <a:pt x="2463" y="5828"/>
                  </a:cubicBezTo>
                  <a:cubicBezTo>
                    <a:pt x="3253" y="5980"/>
                    <a:pt x="3344" y="6497"/>
                    <a:pt x="3222" y="7135"/>
                  </a:cubicBezTo>
                  <a:cubicBezTo>
                    <a:pt x="3192" y="7257"/>
                    <a:pt x="3192" y="7378"/>
                    <a:pt x="3222" y="7500"/>
                  </a:cubicBezTo>
                  <a:cubicBezTo>
                    <a:pt x="3314" y="7834"/>
                    <a:pt x="3526" y="8108"/>
                    <a:pt x="3830" y="8321"/>
                  </a:cubicBezTo>
                  <a:cubicBezTo>
                    <a:pt x="4378" y="8685"/>
                    <a:pt x="4104" y="9020"/>
                    <a:pt x="3830" y="9385"/>
                  </a:cubicBezTo>
                  <a:cubicBezTo>
                    <a:pt x="3830" y="9597"/>
                    <a:pt x="3800" y="9810"/>
                    <a:pt x="3770" y="10023"/>
                  </a:cubicBezTo>
                  <a:cubicBezTo>
                    <a:pt x="3709" y="10175"/>
                    <a:pt x="3678" y="10327"/>
                    <a:pt x="3709" y="10479"/>
                  </a:cubicBezTo>
                  <a:cubicBezTo>
                    <a:pt x="3709" y="10570"/>
                    <a:pt x="3739" y="10661"/>
                    <a:pt x="3800" y="10783"/>
                  </a:cubicBezTo>
                  <a:cubicBezTo>
                    <a:pt x="3800" y="10783"/>
                    <a:pt x="3830" y="10813"/>
                    <a:pt x="3830" y="10874"/>
                  </a:cubicBezTo>
                  <a:cubicBezTo>
                    <a:pt x="3830" y="10935"/>
                    <a:pt x="3830" y="10996"/>
                    <a:pt x="3770" y="11026"/>
                  </a:cubicBezTo>
                  <a:cubicBezTo>
                    <a:pt x="3739" y="11117"/>
                    <a:pt x="3709" y="11208"/>
                    <a:pt x="3709" y="11330"/>
                  </a:cubicBezTo>
                  <a:cubicBezTo>
                    <a:pt x="3587" y="11816"/>
                    <a:pt x="3496" y="12303"/>
                    <a:pt x="3435" y="12819"/>
                  </a:cubicBezTo>
                  <a:cubicBezTo>
                    <a:pt x="3435" y="12850"/>
                    <a:pt x="3435" y="12880"/>
                    <a:pt x="3374" y="12941"/>
                  </a:cubicBezTo>
                  <a:cubicBezTo>
                    <a:pt x="3314" y="13032"/>
                    <a:pt x="3222" y="13123"/>
                    <a:pt x="3131" y="13184"/>
                  </a:cubicBezTo>
                  <a:cubicBezTo>
                    <a:pt x="3070" y="13275"/>
                    <a:pt x="3010" y="13366"/>
                    <a:pt x="2979" y="13488"/>
                  </a:cubicBezTo>
                  <a:lnTo>
                    <a:pt x="2979" y="13670"/>
                  </a:lnTo>
                  <a:cubicBezTo>
                    <a:pt x="3040" y="13822"/>
                    <a:pt x="3131" y="13974"/>
                    <a:pt x="3283" y="14096"/>
                  </a:cubicBezTo>
                  <a:cubicBezTo>
                    <a:pt x="3648" y="14309"/>
                    <a:pt x="4165" y="14096"/>
                    <a:pt x="4408" y="14552"/>
                  </a:cubicBezTo>
                  <a:cubicBezTo>
                    <a:pt x="4438" y="14559"/>
                    <a:pt x="4469" y="14563"/>
                    <a:pt x="4499" y="14563"/>
                  </a:cubicBezTo>
                  <a:cubicBezTo>
                    <a:pt x="4588" y="14563"/>
                    <a:pt x="4674" y="14529"/>
                    <a:pt x="4742" y="14461"/>
                  </a:cubicBezTo>
                  <a:cubicBezTo>
                    <a:pt x="5320" y="13914"/>
                    <a:pt x="5593" y="12971"/>
                    <a:pt x="6596" y="12910"/>
                  </a:cubicBezTo>
                  <a:cubicBezTo>
                    <a:pt x="6779" y="12819"/>
                    <a:pt x="6900" y="12667"/>
                    <a:pt x="6931" y="12485"/>
                  </a:cubicBezTo>
                  <a:cubicBezTo>
                    <a:pt x="6444" y="11907"/>
                    <a:pt x="6232" y="11147"/>
                    <a:pt x="6414" y="10418"/>
                  </a:cubicBezTo>
                  <a:cubicBezTo>
                    <a:pt x="6718" y="8929"/>
                    <a:pt x="6779" y="7409"/>
                    <a:pt x="6627" y="5889"/>
                  </a:cubicBezTo>
                  <a:cubicBezTo>
                    <a:pt x="6505" y="5008"/>
                    <a:pt x="7022" y="5312"/>
                    <a:pt x="7265" y="5099"/>
                  </a:cubicBezTo>
                  <a:cubicBezTo>
                    <a:pt x="7356" y="5008"/>
                    <a:pt x="7417" y="4886"/>
                    <a:pt x="7417" y="4764"/>
                  </a:cubicBezTo>
                  <a:cubicBezTo>
                    <a:pt x="7326" y="4156"/>
                    <a:pt x="7052" y="3640"/>
                    <a:pt x="7174" y="2971"/>
                  </a:cubicBezTo>
                  <a:cubicBezTo>
                    <a:pt x="7356" y="1998"/>
                    <a:pt x="6475" y="1056"/>
                    <a:pt x="5502" y="843"/>
                  </a:cubicBezTo>
                  <a:cubicBezTo>
                    <a:pt x="5245" y="1272"/>
                    <a:pt x="5203" y="1915"/>
                    <a:pt x="4517" y="1915"/>
                  </a:cubicBezTo>
                  <a:cubicBezTo>
                    <a:pt x="4473" y="1915"/>
                    <a:pt x="4427" y="1913"/>
                    <a:pt x="4378" y="1907"/>
                  </a:cubicBezTo>
                  <a:cubicBezTo>
                    <a:pt x="4286" y="1816"/>
                    <a:pt x="4226" y="1755"/>
                    <a:pt x="4165" y="1664"/>
                  </a:cubicBezTo>
                  <a:cubicBezTo>
                    <a:pt x="3952" y="904"/>
                    <a:pt x="3040" y="722"/>
                    <a:pt x="2736" y="53"/>
                  </a:cubicBezTo>
                  <a:cubicBezTo>
                    <a:pt x="2676" y="17"/>
                    <a:pt x="2607" y="0"/>
                    <a:pt x="25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8"/>
            <p:cNvSpPr/>
            <p:nvPr/>
          </p:nvSpPr>
          <p:spPr>
            <a:xfrm>
              <a:off x="2682290" y="1896014"/>
              <a:ext cx="428330" cy="436008"/>
            </a:xfrm>
            <a:custGeom>
              <a:rect b="b" l="l" r="r" t="t"/>
              <a:pathLst>
                <a:path extrusionOk="0" h="10335" w="10153">
                  <a:moveTo>
                    <a:pt x="1971" y="0"/>
                  </a:moveTo>
                  <a:cubicBezTo>
                    <a:pt x="1856" y="0"/>
                    <a:pt x="1737" y="11"/>
                    <a:pt x="1612" y="34"/>
                  </a:cubicBezTo>
                  <a:cubicBezTo>
                    <a:pt x="700" y="369"/>
                    <a:pt x="335" y="1129"/>
                    <a:pt x="1" y="1919"/>
                  </a:cubicBezTo>
                  <a:lnTo>
                    <a:pt x="518" y="1919"/>
                  </a:lnTo>
                  <a:cubicBezTo>
                    <a:pt x="572" y="1936"/>
                    <a:pt x="619" y="1943"/>
                    <a:pt x="661" y="1943"/>
                  </a:cubicBezTo>
                  <a:cubicBezTo>
                    <a:pt x="922" y="1943"/>
                    <a:pt x="956" y="1646"/>
                    <a:pt x="1034" y="1463"/>
                  </a:cubicBezTo>
                  <a:cubicBezTo>
                    <a:pt x="1109" y="1335"/>
                    <a:pt x="1169" y="1289"/>
                    <a:pt x="1220" y="1289"/>
                  </a:cubicBezTo>
                  <a:cubicBezTo>
                    <a:pt x="1315" y="1289"/>
                    <a:pt x="1381" y="1445"/>
                    <a:pt x="1460" y="1524"/>
                  </a:cubicBezTo>
                  <a:cubicBezTo>
                    <a:pt x="1885" y="1888"/>
                    <a:pt x="2037" y="2496"/>
                    <a:pt x="2493" y="2861"/>
                  </a:cubicBezTo>
                  <a:cubicBezTo>
                    <a:pt x="2609" y="2977"/>
                    <a:pt x="2712" y="3027"/>
                    <a:pt x="2807" y="3027"/>
                  </a:cubicBezTo>
                  <a:cubicBezTo>
                    <a:pt x="2960" y="3027"/>
                    <a:pt x="3091" y="2897"/>
                    <a:pt x="3223" y="2709"/>
                  </a:cubicBezTo>
                  <a:cubicBezTo>
                    <a:pt x="4408" y="3408"/>
                    <a:pt x="4712" y="4138"/>
                    <a:pt x="4287" y="5171"/>
                  </a:cubicBezTo>
                  <a:cubicBezTo>
                    <a:pt x="4226" y="5262"/>
                    <a:pt x="4165" y="5384"/>
                    <a:pt x="4226" y="5384"/>
                  </a:cubicBezTo>
                  <a:cubicBezTo>
                    <a:pt x="4925" y="5475"/>
                    <a:pt x="4408" y="6448"/>
                    <a:pt x="5107" y="6509"/>
                  </a:cubicBezTo>
                  <a:lnTo>
                    <a:pt x="5229" y="6539"/>
                  </a:lnTo>
                  <a:cubicBezTo>
                    <a:pt x="5290" y="6630"/>
                    <a:pt x="5290" y="6752"/>
                    <a:pt x="5229" y="6813"/>
                  </a:cubicBezTo>
                  <a:cubicBezTo>
                    <a:pt x="5229" y="6873"/>
                    <a:pt x="5229" y="6934"/>
                    <a:pt x="5229" y="6995"/>
                  </a:cubicBezTo>
                  <a:cubicBezTo>
                    <a:pt x="5198" y="7025"/>
                    <a:pt x="5198" y="7086"/>
                    <a:pt x="5229" y="7147"/>
                  </a:cubicBezTo>
                  <a:cubicBezTo>
                    <a:pt x="5229" y="7724"/>
                    <a:pt x="4773" y="8484"/>
                    <a:pt x="5746" y="8788"/>
                  </a:cubicBezTo>
                  <a:cubicBezTo>
                    <a:pt x="6080" y="8971"/>
                    <a:pt x="6019" y="9366"/>
                    <a:pt x="6232" y="9609"/>
                  </a:cubicBezTo>
                  <a:cubicBezTo>
                    <a:pt x="6323" y="9761"/>
                    <a:pt x="6414" y="9883"/>
                    <a:pt x="6505" y="10035"/>
                  </a:cubicBezTo>
                  <a:cubicBezTo>
                    <a:pt x="6645" y="10236"/>
                    <a:pt x="6785" y="10335"/>
                    <a:pt x="6928" y="10335"/>
                  </a:cubicBezTo>
                  <a:cubicBezTo>
                    <a:pt x="7066" y="10335"/>
                    <a:pt x="7208" y="10244"/>
                    <a:pt x="7357" y="10065"/>
                  </a:cubicBezTo>
                  <a:cubicBezTo>
                    <a:pt x="7394" y="9838"/>
                    <a:pt x="7469" y="9768"/>
                    <a:pt x="7558" y="9768"/>
                  </a:cubicBezTo>
                  <a:cubicBezTo>
                    <a:pt x="7684" y="9768"/>
                    <a:pt x="7840" y="9908"/>
                    <a:pt x="7964" y="9943"/>
                  </a:cubicBezTo>
                  <a:cubicBezTo>
                    <a:pt x="8010" y="9947"/>
                    <a:pt x="8054" y="9949"/>
                    <a:pt x="8095" y="9949"/>
                  </a:cubicBezTo>
                  <a:cubicBezTo>
                    <a:pt x="8745" y="9949"/>
                    <a:pt x="8898" y="9512"/>
                    <a:pt x="8755" y="8940"/>
                  </a:cubicBezTo>
                  <a:cubicBezTo>
                    <a:pt x="8603" y="8302"/>
                    <a:pt x="8147" y="7876"/>
                    <a:pt x="7752" y="7360"/>
                  </a:cubicBezTo>
                  <a:cubicBezTo>
                    <a:pt x="7725" y="7254"/>
                    <a:pt x="7768" y="7171"/>
                    <a:pt x="7819" y="7171"/>
                  </a:cubicBezTo>
                  <a:cubicBezTo>
                    <a:pt x="7827" y="7171"/>
                    <a:pt x="7835" y="7173"/>
                    <a:pt x="7843" y="7177"/>
                  </a:cubicBezTo>
                  <a:cubicBezTo>
                    <a:pt x="7873" y="7208"/>
                    <a:pt x="7904" y="7329"/>
                    <a:pt x="7934" y="7390"/>
                  </a:cubicBezTo>
                  <a:cubicBezTo>
                    <a:pt x="8079" y="7491"/>
                    <a:pt x="8216" y="7531"/>
                    <a:pt x="8346" y="7531"/>
                  </a:cubicBezTo>
                  <a:cubicBezTo>
                    <a:pt x="8803" y="7531"/>
                    <a:pt x="9188" y="7045"/>
                    <a:pt x="9642" y="7045"/>
                  </a:cubicBezTo>
                  <a:cubicBezTo>
                    <a:pt x="9680" y="7045"/>
                    <a:pt x="9719" y="7048"/>
                    <a:pt x="9758" y="7056"/>
                  </a:cubicBezTo>
                  <a:cubicBezTo>
                    <a:pt x="10153" y="6205"/>
                    <a:pt x="9332" y="5597"/>
                    <a:pt x="9332" y="4806"/>
                  </a:cubicBezTo>
                  <a:cubicBezTo>
                    <a:pt x="9332" y="4685"/>
                    <a:pt x="9271" y="4563"/>
                    <a:pt x="9241" y="4442"/>
                  </a:cubicBezTo>
                  <a:cubicBezTo>
                    <a:pt x="9089" y="4199"/>
                    <a:pt x="8937" y="3955"/>
                    <a:pt x="8785" y="3682"/>
                  </a:cubicBezTo>
                  <a:cubicBezTo>
                    <a:pt x="8664" y="3408"/>
                    <a:pt x="8420" y="3226"/>
                    <a:pt x="8147" y="3135"/>
                  </a:cubicBezTo>
                  <a:cubicBezTo>
                    <a:pt x="8131" y="3134"/>
                    <a:pt x="8116" y="3133"/>
                    <a:pt x="8101" y="3133"/>
                  </a:cubicBezTo>
                  <a:cubicBezTo>
                    <a:pt x="7643" y="3133"/>
                    <a:pt x="7372" y="3563"/>
                    <a:pt x="6931" y="3651"/>
                  </a:cubicBezTo>
                  <a:cubicBezTo>
                    <a:pt x="6566" y="3621"/>
                    <a:pt x="6414" y="3317"/>
                    <a:pt x="6171" y="3135"/>
                  </a:cubicBezTo>
                  <a:cubicBezTo>
                    <a:pt x="5928" y="2922"/>
                    <a:pt x="5685" y="2679"/>
                    <a:pt x="5533" y="2375"/>
                  </a:cubicBezTo>
                  <a:cubicBezTo>
                    <a:pt x="5350" y="2162"/>
                    <a:pt x="5168" y="1949"/>
                    <a:pt x="4955" y="1737"/>
                  </a:cubicBezTo>
                  <a:cubicBezTo>
                    <a:pt x="4834" y="1585"/>
                    <a:pt x="4712" y="1463"/>
                    <a:pt x="4591" y="1341"/>
                  </a:cubicBezTo>
                  <a:cubicBezTo>
                    <a:pt x="3684" y="957"/>
                    <a:pt x="3050" y="0"/>
                    <a:pt x="19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8"/>
            <p:cNvSpPr/>
            <p:nvPr/>
          </p:nvSpPr>
          <p:spPr>
            <a:xfrm>
              <a:off x="2239779" y="1756541"/>
              <a:ext cx="447694" cy="245405"/>
            </a:xfrm>
            <a:custGeom>
              <a:rect b="b" l="l" r="r" t="t"/>
              <a:pathLst>
                <a:path extrusionOk="0" h="5817" w="10612">
                  <a:moveTo>
                    <a:pt x="4299" y="0"/>
                  </a:moveTo>
                  <a:cubicBezTo>
                    <a:pt x="4246" y="0"/>
                    <a:pt x="4209" y="10"/>
                    <a:pt x="4198" y="27"/>
                  </a:cubicBezTo>
                  <a:cubicBezTo>
                    <a:pt x="4073" y="277"/>
                    <a:pt x="3840" y="305"/>
                    <a:pt x="3618" y="305"/>
                  </a:cubicBezTo>
                  <a:cubicBezTo>
                    <a:pt x="3554" y="305"/>
                    <a:pt x="3492" y="303"/>
                    <a:pt x="3433" y="303"/>
                  </a:cubicBezTo>
                  <a:cubicBezTo>
                    <a:pt x="3248" y="303"/>
                    <a:pt x="3098" y="325"/>
                    <a:pt x="3073" y="514"/>
                  </a:cubicBezTo>
                  <a:cubicBezTo>
                    <a:pt x="2921" y="1425"/>
                    <a:pt x="2131" y="1425"/>
                    <a:pt x="1553" y="1699"/>
                  </a:cubicBezTo>
                  <a:cubicBezTo>
                    <a:pt x="1439" y="2014"/>
                    <a:pt x="1135" y="2249"/>
                    <a:pt x="794" y="2249"/>
                  </a:cubicBezTo>
                  <a:cubicBezTo>
                    <a:pt x="774" y="2249"/>
                    <a:pt x="753" y="2248"/>
                    <a:pt x="733" y="2246"/>
                  </a:cubicBezTo>
                  <a:cubicBezTo>
                    <a:pt x="64" y="2398"/>
                    <a:pt x="125" y="3036"/>
                    <a:pt x="34" y="3432"/>
                  </a:cubicBezTo>
                  <a:cubicBezTo>
                    <a:pt x="0" y="3647"/>
                    <a:pt x="130" y="3718"/>
                    <a:pt x="300" y="3718"/>
                  </a:cubicBezTo>
                  <a:cubicBezTo>
                    <a:pt x="441" y="3718"/>
                    <a:pt x="609" y="3669"/>
                    <a:pt x="733" y="3614"/>
                  </a:cubicBezTo>
                  <a:cubicBezTo>
                    <a:pt x="1099" y="3917"/>
                    <a:pt x="1425" y="4048"/>
                    <a:pt x="1724" y="4048"/>
                  </a:cubicBezTo>
                  <a:cubicBezTo>
                    <a:pt x="2295" y="4048"/>
                    <a:pt x="2767" y="3573"/>
                    <a:pt x="3225" y="2915"/>
                  </a:cubicBezTo>
                  <a:cubicBezTo>
                    <a:pt x="3347" y="3492"/>
                    <a:pt x="4167" y="3462"/>
                    <a:pt x="3985" y="4131"/>
                  </a:cubicBezTo>
                  <a:cubicBezTo>
                    <a:pt x="3864" y="4526"/>
                    <a:pt x="3560" y="5103"/>
                    <a:pt x="4167" y="5225"/>
                  </a:cubicBezTo>
                  <a:cubicBezTo>
                    <a:pt x="4262" y="5243"/>
                    <a:pt x="4362" y="5251"/>
                    <a:pt x="4466" y="5251"/>
                  </a:cubicBezTo>
                  <a:cubicBezTo>
                    <a:pt x="5063" y="5251"/>
                    <a:pt x="5748" y="4962"/>
                    <a:pt x="5748" y="4495"/>
                  </a:cubicBezTo>
                  <a:cubicBezTo>
                    <a:pt x="5763" y="4007"/>
                    <a:pt x="5871" y="3872"/>
                    <a:pt x="6020" y="3872"/>
                  </a:cubicBezTo>
                  <a:cubicBezTo>
                    <a:pt x="6178" y="3872"/>
                    <a:pt x="6381" y="4023"/>
                    <a:pt x="6569" y="4070"/>
                  </a:cubicBezTo>
                  <a:cubicBezTo>
                    <a:pt x="7116" y="4161"/>
                    <a:pt x="7572" y="4526"/>
                    <a:pt x="7845" y="4982"/>
                  </a:cubicBezTo>
                  <a:cubicBezTo>
                    <a:pt x="8089" y="5468"/>
                    <a:pt x="8575" y="5772"/>
                    <a:pt x="9122" y="5772"/>
                  </a:cubicBezTo>
                  <a:cubicBezTo>
                    <a:pt x="9185" y="5803"/>
                    <a:pt x="9238" y="5817"/>
                    <a:pt x="9285" y="5817"/>
                  </a:cubicBezTo>
                  <a:cubicBezTo>
                    <a:pt x="9466" y="5817"/>
                    <a:pt x="9548" y="5619"/>
                    <a:pt x="9669" y="5498"/>
                  </a:cubicBezTo>
                  <a:lnTo>
                    <a:pt x="9669" y="5225"/>
                  </a:lnTo>
                  <a:cubicBezTo>
                    <a:pt x="9590" y="5238"/>
                    <a:pt x="9519" y="5244"/>
                    <a:pt x="9456" y="5244"/>
                  </a:cubicBezTo>
                  <a:cubicBezTo>
                    <a:pt x="8916" y="5244"/>
                    <a:pt x="8946" y="4797"/>
                    <a:pt x="9000" y="4252"/>
                  </a:cubicBezTo>
                  <a:lnTo>
                    <a:pt x="9000" y="4252"/>
                  </a:lnTo>
                  <a:cubicBezTo>
                    <a:pt x="9335" y="4343"/>
                    <a:pt x="9639" y="4435"/>
                    <a:pt x="9912" y="4526"/>
                  </a:cubicBezTo>
                  <a:cubicBezTo>
                    <a:pt x="9977" y="4563"/>
                    <a:pt x="10045" y="4580"/>
                    <a:pt x="10111" y="4580"/>
                  </a:cubicBezTo>
                  <a:cubicBezTo>
                    <a:pt x="10260" y="4580"/>
                    <a:pt x="10396" y="4491"/>
                    <a:pt x="10459" y="4343"/>
                  </a:cubicBezTo>
                  <a:cubicBezTo>
                    <a:pt x="10611" y="4100"/>
                    <a:pt x="10611" y="3948"/>
                    <a:pt x="10277" y="3827"/>
                  </a:cubicBezTo>
                  <a:cubicBezTo>
                    <a:pt x="9943" y="3735"/>
                    <a:pt x="9912" y="3492"/>
                    <a:pt x="10003" y="3188"/>
                  </a:cubicBezTo>
                  <a:cubicBezTo>
                    <a:pt x="10095" y="2824"/>
                    <a:pt x="9851" y="2702"/>
                    <a:pt x="9578" y="2672"/>
                  </a:cubicBezTo>
                  <a:cubicBezTo>
                    <a:pt x="9461" y="2672"/>
                    <a:pt x="9295" y="2871"/>
                    <a:pt x="9174" y="2871"/>
                  </a:cubicBezTo>
                  <a:cubicBezTo>
                    <a:pt x="9106" y="2871"/>
                    <a:pt x="9053" y="2808"/>
                    <a:pt x="9031" y="2611"/>
                  </a:cubicBezTo>
                  <a:cubicBezTo>
                    <a:pt x="9005" y="2352"/>
                    <a:pt x="9266" y="2269"/>
                    <a:pt x="9531" y="2269"/>
                  </a:cubicBezTo>
                  <a:cubicBezTo>
                    <a:pt x="9578" y="2269"/>
                    <a:pt x="9624" y="2272"/>
                    <a:pt x="9669" y="2276"/>
                  </a:cubicBezTo>
                  <a:cubicBezTo>
                    <a:pt x="9791" y="2276"/>
                    <a:pt x="9912" y="2398"/>
                    <a:pt x="10079" y="2398"/>
                  </a:cubicBezTo>
                  <a:cubicBezTo>
                    <a:pt x="10162" y="2398"/>
                    <a:pt x="10257" y="2368"/>
                    <a:pt x="10368" y="2276"/>
                  </a:cubicBezTo>
                  <a:cubicBezTo>
                    <a:pt x="9912" y="1973"/>
                    <a:pt x="9760" y="1425"/>
                    <a:pt x="9365" y="1061"/>
                  </a:cubicBezTo>
                  <a:cubicBezTo>
                    <a:pt x="9012" y="1363"/>
                    <a:pt x="8827" y="1895"/>
                    <a:pt x="8341" y="1895"/>
                  </a:cubicBezTo>
                  <a:cubicBezTo>
                    <a:pt x="8240" y="1895"/>
                    <a:pt x="8127" y="1873"/>
                    <a:pt x="7997" y="1821"/>
                  </a:cubicBezTo>
                  <a:cubicBezTo>
                    <a:pt x="7950" y="1797"/>
                    <a:pt x="7894" y="1783"/>
                    <a:pt x="7843" y="1783"/>
                  </a:cubicBezTo>
                  <a:cubicBezTo>
                    <a:pt x="7762" y="1783"/>
                    <a:pt x="7693" y="1819"/>
                    <a:pt x="7693" y="1912"/>
                  </a:cubicBezTo>
                  <a:cubicBezTo>
                    <a:pt x="7707" y="2366"/>
                    <a:pt x="7559" y="2477"/>
                    <a:pt x="7361" y="2477"/>
                  </a:cubicBezTo>
                  <a:cubicBezTo>
                    <a:pt x="7171" y="2477"/>
                    <a:pt x="6936" y="2374"/>
                    <a:pt x="6756" y="2374"/>
                  </a:cubicBezTo>
                  <a:cubicBezTo>
                    <a:pt x="6709" y="2374"/>
                    <a:pt x="6667" y="2381"/>
                    <a:pt x="6630" y="2398"/>
                  </a:cubicBezTo>
                  <a:cubicBezTo>
                    <a:pt x="6605" y="2407"/>
                    <a:pt x="6580" y="2411"/>
                    <a:pt x="6554" y="2411"/>
                  </a:cubicBezTo>
                  <a:cubicBezTo>
                    <a:pt x="6321" y="2411"/>
                    <a:pt x="6058" y="2061"/>
                    <a:pt x="6386" y="1760"/>
                  </a:cubicBezTo>
                  <a:cubicBezTo>
                    <a:pt x="6690" y="1517"/>
                    <a:pt x="6934" y="1304"/>
                    <a:pt x="6690" y="878"/>
                  </a:cubicBezTo>
                  <a:lnTo>
                    <a:pt x="6690" y="878"/>
                  </a:lnTo>
                  <a:cubicBezTo>
                    <a:pt x="6275" y="1136"/>
                    <a:pt x="5995" y="1279"/>
                    <a:pt x="5786" y="1279"/>
                  </a:cubicBezTo>
                  <a:cubicBezTo>
                    <a:pt x="5551" y="1279"/>
                    <a:pt x="5407" y="1098"/>
                    <a:pt x="5262" y="696"/>
                  </a:cubicBezTo>
                  <a:cubicBezTo>
                    <a:pt x="5064" y="178"/>
                    <a:pt x="4527" y="0"/>
                    <a:pt x="4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8"/>
            <p:cNvSpPr/>
            <p:nvPr/>
          </p:nvSpPr>
          <p:spPr>
            <a:xfrm>
              <a:off x="2761814" y="1839736"/>
              <a:ext cx="274472" cy="229584"/>
            </a:xfrm>
            <a:custGeom>
              <a:rect b="b" l="l" r="r" t="t"/>
              <a:pathLst>
                <a:path extrusionOk="0" h="5442" w="6506">
                  <a:moveTo>
                    <a:pt x="274" y="1"/>
                  </a:moveTo>
                  <a:lnTo>
                    <a:pt x="0" y="760"/>
                  </a:lnTo>
                  <a:cubicBezTo>
                    <a:pt x="61" y="882"/>
                    <a:pt x="152" y="943"/>
                    <a:pt x="244" y="973"/>
                  </a:cubicBezTo>
                  <a:cubicBezTo>
                    <a:pt x="456" y="1064"/>
                    <a:pt x="639" y="1186"/>
                    <a:pt x="791" y="1338"/>
                  </a:cubicBezTo>
                  <a:cubicBezTo>
                    <a:pt x="1125" y="1672"/>
                    <a:pt x="1459" y="2037"/>
                    <a:pt x="1885" y="2037"/>
                  </a:cubicBezTo>
                  <a:cubicBezTo>
                    <a:pt x="2554" y="2067"/>
                    <a:pt x="2645" y="2463"/>
                    <a:pt x="2706" y="2979"/>
                  </a:cubicBezTo>
                  <a:cubicBezTo>
                    <a:pt x="2797" y="3071"/>
                    <a:pt x="2888" y="3162"/>
                    <a:pt x="2979" y="3253"/>
                  </a:cubicBezTo>
                  <a:cubicBezTo>
                    <a:pt x="3283" y="3253"/>
                    <a:pt x="3526" y="3496"/>
                    <a:pt x="3526" y="3830"/>
                  </a:cubicBezTo>
                  <a:cubicBezTo>
                    <a:pt x="3496" y="4165"/>
                    <a:pt x="3709" y="4499"/>
                    <a:pt x="4043" y="4621"/>
                  </a:cubicBezTo>
                  <a:cubicBezTo>
                    <a:pt x="4083" y="4615"/>
                    <a:pt x="4121" y="4612"/>
                    <a:pt x="4157" y="4612"/>
                  </a:cubicBezTo>
                  <a:cubicBezTo>
                    <a:pt x="4690" y="4612"/>
                    <a:pt x="4765" y="5214"/>
                    <a:pt x="5107" y="5441"/>
                  </a:cubicBezTo>
                  <a:lnTo>
                    <a:pt x="6201" y="4621"/>
                  </a:lnTo>
                  <a:cubicBezTo>
                    <a:pt x="6505" y="4317"/>
                    <a:pt x="6323" y="4043"/>
                    <a:pt x="6140" y="3800"/>
                  </a:cubicBezTo>
                  <a:cubicBezTo>
                    <a:pt x="6019" y="3648"/>
                    <a:pt x="5867" y="3557"/>
                    <a:pt x="5654" y="3557"/>
                  </a:cubicBezTo>
                  <a:cubicBezTo>
                    <a:pt x="4864" y="2919"/>
                    <a:pt x="3921" y="2402"/>
                    <a:pt x="3313" y="1642"/>
                  </a:cubicBezTo>
                  <a:cubicBezTo>
                    <a:pt x="2493" y="608"/>
                    <a:pt x="1429" y="274"/>
                    <a:pt x="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8"/>
            <p:cNvSpPr/>
            <p:nvPr/>
          </p:nvSpPr>
          <p:spPr>
            <a:xfrm>
              <a:off x="2728486" y="1866736"/>
              <a:ext cx="151327" cy="98719"/>
            </a:xfrm>
            <a:custGeom>
              <a:rect b="b" l="l" r="r" t="t"/>
              <a:pathLst>
                <a:path extrusionOk="0" h="2340" w="3587">
                  <a:moveTo>
                    <a:pt x="303" y="1"/>
                  </a:moveTo>
                  <a:cubicBezTo>
                    <a:pt x="272" y="1"/>
                    <a:pt x="250" y="9"/>
                    <a:pt x="243" y="29"/>
                  </a:cubicBezTo>
                  <a:cubicBezTo>
                    <a:pt x="0" y="303"/>
                    <a:pt x="395" y="394"/>
                    <a:pt x="456" y="607"/>
                  </a:cubicBezTo>
                  <a:cubicBezTo>
                    <a:pt x="486" y="637"/>
                    <a:pt x="486" y="698"/>
                    <a:pt x="517" y="728"/>
                  </a:cubicBezTo>
                  <a:cubicBezTo>
                    <a:pt x="1581" y="1123"/>
                    <a:pt x="2432" y="1914"/>
                    <a:pt x="3496" y="2339"/>
                  </a:cubicBezTo>
                  <a:cubicBezTo>
                    <a:pt x="3526" y="2035"/>
                    <a:pt x="3556" y="1731"/>
                    <a:pt x="3587" y="1336"/>
                  </a:cubicBezTo>
                  <a:cubicBezTo>
                    <a:pt x="2827" y="1245"/>
                    <a:pt x="2158" y="941"/>
                    <a:pt x="1611" y="424"/>
                  </a:cubicBezTo>
                  <a:cubicBezTo>
                    <a:pt x="1493" y="330"/>
                    <a:pt x="1411" y="124"/>
                    <a:pt x="1237" y="124"/>
                  </a:cubicBezTo>
                  <a:cubicBezTo>
                    <a:pt x="1188" y="124"/>
                    <a:pt x="1131" y="141"/>
                    <a:pt x="1064" y="181"/>
                  </a:cubicBezTo>
                  <a:cubicBezTo>
                    <a:pt x="973" y="181"/>
                    <a:pt x="882" y="181"/>
                    <a:pt x="790" y="151"/>
                  </a:cubicBezTo>
                  <a:cubicBezTo>
                    <a:pt x="648" y="103"/>
                    <a:pt x="414" y="1"/>
                    <a:pt x="3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8"/>
            <p:cNvSpPr/>
            <p:nvPr/>
          </p:nvSpPr>
          <p:spPr>
            <a:xfrm>
              <a:off x="2287325" y="1795649"/>
              <a:ext cx="24427" cy="32569"/>
            </a:xfrm>
            <a:custGeom>
              <a:rect b="b" l="l" r="r" t="t"/>
              <a:pathLst>
                <a:path extrusionOk="0" h="772" w="579">
                  <a:moveTo>
                    <a:pt x="268" y="0"/>
                  </a:moveTo>
                  <a:cubicBezTo>
                    <a:pt x="212" y="0"/>
                    <a:pt x="167" y="28"/>
                    <a:pt x="123" y="73"/>
                  </a:cubicBezTo>
                  <a:cubicBezTo>
                    <a:pt x="1" y="164"/>
                    <a:pt x="31" y="286"/>
                    <a:pt x="123" y="407"/>
                  </a:cubicBezTo>
                  <a:cubicBezTo>
                    <a:pt x="214" y="529"/>
                    <a:pt x="305" y="650"/>
                    <a:pt x="426" y="772"/>
                  </a:cubicBezTo>
                  <a:cubicBezTo>
                    <a:pt x="426" y="650"/>
                    <a:pt x="426" y="498"/>
                    <a:pt x="457" y="377"/>
                  </a:cubicBezTo>
                  <a:cubicBezTo>
                    <a:pt x="518" y="255"/>
                    <a:pt x="578" y="73"/>
                    <a:pt x="335" y="12"/>
                  </a:cubicBezTo>
                  <a:cubicBezTo>
                    <a:pt x="311" y="4"/>
                    <a:pt x="289" y="0"/>
                    <a:pt x="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8"/>
            <p:cNvSpPr/>
            <p:nvPr/>
          </p:nvSpPr>
          <p:spPr>
            <a:xfrm>
              <a:off x="2522017" y="1789743"/>
              <a:ext cx="6455" cy="5147"/>
            </a:xfrm>
            <a:custGeom>
              <a:rect b="b" l="l" r="r" t="t"/>
              <a:pathLst>
                <a:path extrusionOk="0" h="122" w="153">
                  <a:moveTo>
                    <a:pt x="61" y="0"/>
                  </a:moveTo>
                  <a:cubicBezTo>
                    <a:pt x="31" y="0"/>
                    <a:pt x="0" y="91"/>
                    <a:pt x="0" y="122"/>
                  </a:cubicBezTo>
                  <a:cubicBezTo>
                    <a:pt x="122" y="61"/>
                    <a:pt x="152" y="0"/>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8"/>
            <p:cNvSpPr/>
            <p:nvPr/>
          </p:nvSpPr>
          <p:spPr>
            <a:xfrm>
              <a:off x="3064429" y="2063797"/>
              <a:ext cx="130866" cy="237684"/>
            </a:xfrm>
            <a:custGeom>
              <a:rect b="b" l="l" r="r" t="t"/>
              <a:pathLst>
                <a:path extrusionOk="0" h="5634" w="3102">
                  <a:moveTo>
                    <a:pt x="933" y="1"/>
                  </a:moveTo>
                  <a:cubicBezTo>
                    <a:pt x="915" y="1"/>
                    <a:pt x="898" y="3"/>
                    <a:pt x="882" y="9"/>
                  </a:cubicBezTo>
                  <a:cubicBezTo>
                    <a:pt x="578" y="39"/>
                    <a:pt x="305" y="161"/>
                    <a:pt x="62" y="343"/>
                  </a:cubicBezTo>
                  <a:cubicBezTo>
                    <a:pt x="31" y="343"/>
                    <a:pt x="31" y="374"/>
                    <a:pt x="31" y="465"/>
                  </a:cubicBezTo>
                  <a:cubicBezTo>
                    <a:pt x="1" y="526"/>
                    <a:pt x="31" y="617"/>
                    <a:pt x="122" y="647"/>
                  </a:cubicBezTo>
                  <a:cubicBezTo>
                    <a:pt x="578" y="1407"/>
                    <a:pt x="700" y="2258"/>
                    <a:pt x="821" y="3109"/>
                  </a:cubicBezTo>
                  <a:cubicBezTo>
                    <a:pt x="1277" y="4021"/>
                    <a:pt x="1703" y="4963"/>
                    <a:pt x="2493" y="5632"/>
                  </a:cubicBezTo>
                  <a:cubicBezTo>
                    <a:pt x="2509" y="5633"/>
                    <a:pt x="2524" y="5633"/>
                    <a:pt x="2538" y="5633"/>
                  </a:cubicBezTo>
                  <a:cubicBezTo>
                    <a:pt x="2974" y="5633"/>
                    <a:pt x="2895" y="5200"/>
                    <a:pt x="3101" y="4994"/>
                  </a:cubicBezTo>
                  <a:lnTo>
                    <a:pt x="3101" y="4447"/>
                  </a:lnTo>
                  <a:cubicBezTo>
                    <a:pt x="2949" y="4295"/>
                    <a:pt x="2980" y="4051"/>
                    <a:pt x="2828" y="3869"/>
                  </a:cubicBezTo>
                  <a:cubicBezTo>
                    <a:pt x="2858" y="2744"/>
                    <a:pt x="2098" y="1893"/>
                    <a:pt x="1703" y="921"/>
                  </a:cubicBezTo>
                  <a:cubicBezTo>
                    <a:pt x="1642" y="829"/>
                    <a:pt x="1551" y="738"/>
                    <a:pt x="1460" y="647"/>
                  </a:cubicBezTo>
                  <a:cubicBezTo>
                    <a:pt x="1460" y="556"/>
                    <a:pt x="1429" y="465"/>
                    <a:pt x="1429" y="374"/>
                  </a:cubicBezTo>
                  <a:cubicBezTo>
                    <a:pt x="1338" y="282"/>
                    <a:pt x="1277" y="191"/>
                    <a:pt x="1186" y="130"/>
                  </a:cubicBezTo>
                  <a:cubicBezTo>
                    <a:pt x="1111" y="55"/>
                    <a:pt x="1016" y="1"/>
                    <a:pt x="9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8"/>
            <p:cNvSpPr/>
            <p:nvPr/>
          </p:nvSpPr>
          <p:spPr>
            <a:xfrm>
              <a:off x="3001611" y="1964106"/>
              <a:ext cx="74419" cy="56784"/>
            </a:xfrm>
            <a:custGeom>
              <a:rect b="b" l="l" r="r" t="t"/>
              <a:pathLst>
                <a:path extrusionOk="0" h="1346" w="1764">
                  <a:moveTo>
                    <a:pt x="578" y="1"/>
                  </a:moveTo>
                  <a:cubicBezTo>
                    <a:pt x="304" y="123"/>
                    <a:pt x="92" y="335"/>
                    <a:pt x="0" y="578"/>
                  </a:cubicBezTo>
                  <a:lnTo>
                    <a:pt x="274" y="852"/>
                  </a:lnTo>
                  <a:cubicBezTo>
                    <a:pt x="583" y="1021"/>
                    <a:pt x="814" y="1345"/>
                    <a:pt x="1208" y="1345"/>
                  </a:cubicBezTo>
                  <a:cubicBezTo>
                    <a:pt x="1240" y="1345"/>
                    <a:pt x="1273" y="1343"/>
                    <a:pt x="1307" y="1338"/>
                  </a:cubicBezTo>
                  <a:cubicBezTo>
                    <a:pt x="1429" y="1308"/>
                    <a:pt x="1551" y="1247"/>
                    <a:pt x="1642" y="1186"/>
                  </a:cubicBezTo>
                  <a:cubicBezTo>
                    <a:pt x="1763" y="822"/>
                    <a:pt x="1490" y="578"/>
                    <a:pt x="1368" y="305"/>
                  </a:cubicBezTo>
                  <a:cubicBezTo>
                    <a:pt x="1155" y="1"/>
                    <a:pt x="851" y="31"/>
                    <a:pt x="5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8"/>
            <p:cNvSpPr/>
            <p:nvPr/>
          </p:nvSpPr>
          <p:spPr>
            <a:xfrm>
              <a:off x="3046500" y="2033379"/>
              <a:ext cx="69272" cy="57755"/>
            </a:xfrm>
            <a:custGeom>
              <a:rect b="b" l="l" r="r" t="t"/>
              <a:pathLst>
                <a:path extrusionOk="0" h="1369" w="1642">
                  <a:moveTo>
                    <a:pt x="1125" y="0"/>
                  </a:moveTo>
                  <a:cubicBezTo>
                    <a:pt x="851" y="31"/>
                    <a:pt x="578" y="91"/>
                    <a:pt x="304" y="183"/>
                  </a:cubicBezTo>
                  <a:cubicBezTo>
                    <a:pt x="152" y="243"/>
                    <a:pt x="31" y="395"/>
                    <a:pt x="0" y="578"/>
                  </a:cubicBezTo>
                  <a:cubicBezTo>
                    <a:pt x="0" y="912"/>
                    <a:pt x="213" y="1247"/>
                    <a:pt x="547" y="1368"/>
                  </a:cubicBezTo>
                  <a:lnTo>
                    <a:pt x="547" y="1095"/>
                  </a:lnTo>
                  <a:cubicBezTo>
                    <a:pt x="760" y="851"/>
                    <a:pt x="1125" y="1064"/>
                    <a:pt x="1368" y="851"/>
                  </a:cubicBezTo>
                  <a:lnTo>
                    <a:pt x="1642" y="851"/>
                  </a:lnTo>
                  <a:cubicBezTo>
                    <a:pt x="1490" y="547"/>
                    <a:pt x="1429" y="213"/>
                    <a:pt x="11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8"/>
            <p:cNvSpPr/>
            <p:nvPr/>
          </p:nvSpPr>
          <p:spPr>
            <a:xfrm>
              <a:off x="3028527" y="2011568"/>
              <a:ext cx="65433" cy="39319"/>
            </a:xfrm>
            <a:custGeom>
              <a:rect b="b" l="l" r="r" t="t"/>
              <a:pathLst>
                <a:path extrusionOk="0" h="932" w="1551">
                  <a:moveTo>
                    <a:pt x="700" y="1"/>
                  </a:moveTo>
                  <a:cubicBezTo>
                    <a:pt x="335" y="274"/>
                    <a:pt x="1" y="548"/>
                    <a:pt x="700" y="821"/>
                  </a:cubicBezTo>
                  <a:cubicBezTo>
                    <a:pt x="836" y="894"/>
                    <a:pt x="961" y="932"/>
                    <a:pt x="1073" y="932"/>
                  </a:cubicBezTo>
                  <a:cubicBezTo>
                    <a:pt x="1286" y="932"/>
                    <a:pt x="1451" y="796"/>
                    <a:pt x="1551" y="517"/>
                  </a:cubicBezTo>
                  <a:lnTo>
                    <a:pt x="1277" y="244"/>
                  </a:lnTo>
                  <a:cubicBezTo>
                    <a:pt x="1156" y="183"/>
                    <a:pt x="1125" y="1"/>
                    <a:pt x="9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8"/>
            <p:cNvSpPr/>
            <p:nvPr/>
          </p:nvSpPr>
          <p:spPr>
            <a:xfrm>
              <a:off x="3059325" y="1976931"/>
              <a:ext cx="25692" cy="44930"/>
            </a:xfrm>
            <a:custGeom>
              <a:rect b="b" l="l" r="r" t="t"/>
              <a:pathLst>
                <a:path extrusionOk="0" h="1065" w="609">
                  <a:moveTo>
                    <a:pt x="0" y="1"/>
                  </a:moveTo>
                  <a:cubicBezTo>
                    <a:pt x="0" y="274"/>
                    <a:pt x="91" y="578"/>
                    <a:pt x="243" y="822"/>
                  </a:cubicBezTo>
                  <a:lnTo>
                    <a:pt x="547" y="1065"/>
                  </a:lnTo>
                  <a:cubicBezTo>
                    <a:pt x="608" y="639"/>
                    <a:pt x="395" y="21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8"/>
            <p:cNvSpPr/>
            <p:nvPr/>
          </p:nvSpPr>
          <p:spPr>
            <a:xfrm>
              <a:off x="3001611" y="1932676"/>
              <a:ext cx="24384" cy="10969"/>
            </a:xfrm>
            <a:custGeom>
              <a:rect b="b" l="l" r="r" t="t"/>
              <a:pathLst>
                <a:path extrusionOk="0" h="260" w="578">
                  <a:moveTo>
                    <a:pt x="385" y="1"/>
                  </a:moveTo>
                  <a:cubicBezTo>
                    <a:pt x="349" y="1"/>
                    <a:pt x="311" y="7"/>
                    <a:pt x="274" y="16"/>
                  </a:cubicBezTo>
                  <a:cubicBezTo>
                    <a:pt x="193" y="70"/>
                    <a:pt x="112" y="148"/>
                    <a:pt x="31" y="229"/>
                  </a:cubicBezTo>
                  <a:lnTo>
                    <a:pt x="365" y="229"/>
                  </a:lnTo>
                  <a:cubicBezTo>
                    <a:pt x="426" y="229"/>
                    <a:pt x="517" y="199"/>
                    <a:pt x="578" y="138"/>
                  </a:cubicBezTo>
                  <a:cubicBezTo>
                    <a:pt x="536" y="33"/>
                    <a:pt x="465" y="1"/>
                    <a:pt x="385" y="1"/>
                  </a:cubicBezTo>
                  <a:close/>
                  <a:moveTo>
                    <a:pt x="0" y="229"/>
                  </a:moveTo>
                  <a:lnTo>
                    <a:pt x="0" y="260"/>
                  </a:lnTo>
                  <a:cubicBezTo>
                    <a:pt x="10" y="249"/>
                    <a:pt x="21" y="239"/>
                    <a:pt x="31" y="22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8"/>
            <p:cNvSpPr/>
            <p:nvPr/>
          </p:nvSpPr>
          <p:spPr>
            <a:xfrm>
              <a:off x="3182430" y="2227022"/>
              <a:ext cx="12867" cy="24384"/>
            </a:xfrm>
            <a:custGeom>
              <a:rect b="b" l="l" r="r" t="t"/>
              <a:pathLst>
                <a:path extrusionOk="0" h="578" w="305">
                  <a:moveTo>
                    <a:pt x="61" y="0"/>
                  </a:moveTo>
                  <a:cubicBezTo>
                    <a:pt x="0" y="243"/>
                    <a:pt x="122" y="456"/>
                    <a:pt x="304" y="578"/>
                  </a:cubicBezTo>
                  <a:cubicBezTo>
                    <a:pt x="304" y="486"/>
                    <a:pt x="304" y="395"/>
                    <a:pt x="304" y="304"/>
                  </a:cubicBezTo>
                  <a:lnTo>
                    <a:pt x="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8"/>
            <p:cNvSpPr/>
            <p:nvPr/>
          </p:nvSpPr>
          <p:spPr>
            <a:xfrm>
              <a:off x="3127290" y="2091092"/>
              <a:ext cx="10294" cy="11559"/>
            </a:xfrm>
            <a:custGeom>
              <a:rect b="b" l="l" r="r" t="t"/>
              <a:pathLst>
                <a:path extrusionOk="0" h="274" w="244">
                  <a:moveTo>
                    <a:pt x="243" y="274"/>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8"/>
            <p:cNvSpPr/>
            <p:nvPr/>
          </p:nvSpPr>
          <p:spPr>
            <a:xfrm>
              <a:off x="3115730" y="2069281"/>
              <a:ext cx="9028" cy="10294"/>
            </a:xfrm>
            <a:custGeom>
              <a:rect b="b" l="l" r="r" t="t"/>
              <a:pathLst>
                <a:path extrusionOk="0" h="244" w="214">
                  <a:moveTo>
                    <a:pt x="213" y="244"/>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8"/>
            <p:cNvSpPr/>
            <p:nvPr/>
          </p:nvSpPr>
          <p:spPr>
            <a:xfrm>
              <a:off x="3001611" y="1908966"/>
              <a:ext cx="9028" cy="10336"/>
            </a:xfrm>
            <a:custGeom>
              <a:rect b="b" l="l" r="r" t="t"/>
              <a:pathLst>
                <a:path extrusionOk="0" h="245" w="214">
                  <a:moveTo>
                    <a:pt x="0" y="1"/>
                  </a:moveTo>
                  <a:lnTo>
                    <a:pt x="0" y="244"/>
                  </a:lnTo>
                  <a:cubicBezTo>
                    <a:pt x="213" y="153"/>
                    <a:pt x="213" y="9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8"/>
            <p:cNvSpPr/>
            <p:nvPr/>
          </p:nvSpPr>
          <p:spPr>
            <a:xfrm>
              <a:off x="2670772" y="1749622"/>
              <a:ext cx="33370" cy="10673"/>
            </a:xfrm>
            <a:custGeom>
              <a:rect b="b" l="l" r="r" t="t"/>
              <a:pathLst>
                <a:path extrusionOk="0" h="253" w="791">
                  <a:moveTo>
                    <a:pt x="389" y="1"/>
                  </a:moveTo>
                  <a:cubicBezTo>
                    <a:pt x="261" y="1"/>
                    <a:pt x="131" y="78"/>
                    <a:pt x="0" y="252"/>
                  </a:cubicBezTo>
                  <a:lnTo>
                    <a:pt x="791" y="252"/>
                  </a:lnTo>
                  <a:cubicBezTo>
                    <a:pt x="663" y="93"/>
                    <a:pt x="528"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8"/>
            <p:cNvSpPr/>
            <p:nvPr/>
          </p:nvSpPr>
          <p:spPr>
            <a:xfrm>
              <a:off x="2854122" y="1771771"/>
              <a:ext cx="3923" cy="4852"/>
            </a:xfrm>
            <a:custGeom>
              <a:rect b="b" l="l" r="r" t="t"/>
              <a:pathLst>
                <a:path extrusionOk="0" h="115" w="93">
                  <a:moveTo>
                    <a:pt x="1" y="1"/>
                  </a:moveTo>
                  <a:lnTo>
                    <a:pt x="1" y="1"/>
                  </a:lnTo>
                  <a:cubicBezTo>
                    <a:pt x="19" y="74"/>
                    <a:pt x="49" y="114"/>
                    <a:pt x="69" y="114"/>
                  </a:cubicBezTo>
                  <a:cubicBezTo>
                    <a:pt x="83" y="114"/>
                    <a:pt x="92" y="97"/>
                    <a:pt x="92" y="61"/>
                  </a:cubicBezTo>
                  <a:cubicBezTo>
                    <a:pt x="92" y="61"/>
                    <a:pt x="31" y="3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8"/>
            <p:cNvSpPr/>
            <p:nvPr/>
          </p:nvSpPr>
          <p:spPr>
            <a:xfrm>
              <a:off x="2647695" y="1754473"/>
              <a:ext cx="11559" cy="5822"/>
            </a:xfrm>
            <a:custGeom>
              <a:rect b="b" l="l" r="r" t="t"/>
              <a:pathLst>
                <a:path extrusionOk="0" h="138" w="274">
                  <a:moveTo>
                    <a:pt x="137" y="0"/>
                  </a:moveTo>
                  <a:cubicBezTo>
                    <a:pt x="91" y="0"/>
                    <a:pt x="46" y="46"/>
                    <a:pt x="0" y="137"/>
                  </a:cubicBezTo>
                  <a:lnTo>
                    <a:pt x="274" y="137"/>
                  </a:lnTo>
                  <a:cubicBezTo>
                    <a:pt x="228" y="46"/>
                    <a:pt x="182" y="0"/>
                    <a:pt x="1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8"/>
            <p:cNvSpPr/>
            <p:nvPr/>
          </p:nvSpPr>
          <p:spPr>
            <a:xfrm>
              <a:off x="2978534" y="2187028"/>
              <a:ext cx="198788" cy="213469"/>
            </a:xfrm>
            <a:custGeom>
              <a:rect b="b" l="l" r="r" t="t"/>
              <a:pathLst>
                <a:path extrusionOk="0" h="5060" w="4712">
                  <a:moveTo>
                    <a:pt x="2141" y="0"/>
                  </a:moveTo>
                  <a:cubicBezTo>
                    <a:pt x="1906" y="0"/>
                    <a:pt x="1671" y="125"/>
                    <a:pt x="1094" y="431"/>
                  </a:cubicBezTo>
                  <a:cubicBezTo>
                    <a:pt x="1018" y="355"/>
                    <a:pt x="920" y="317"/>
                    <a:pt x="821" y="317"/>
                  </a:cubicBezTo>
                  <a:cubicBezTo>
                    <a:pt x="722" y="317"/>
                    <a:pt x="623" y="355"/>
                    <a:pt x="547" y="431"/>
                  </a:cubicBezTo>
                  <a:cubicBezTo>
                    <a:pt x="304" y="492"/>
                    <a:pt x="0" y="674"/>
                    <a:pt x="304" y="796"/>
                  </a:cubicBezTo>
                  <a:cubicBezTo>
                    <a:pt x="973" y="1009"/>
                    <a:pt x="1125" y="1556"/>
                    <a:pt x="1429" y="2012"/>
                  </a:cubicBezTo>
                  <a:cubicBezTo>
                    <a:pt x="1854" y="2741"/>
                    <a:pt x="1429" y="2863"/>
                    <a:pt x="821" y="2863"/>
                  </a:cubicBezTo>
                  <a:cubicBezTo>
                    <a:pt x="760" y="2954"/>
                    <a:pt x="730" y="3076"/>
                    <a:pt x="730" y="3167"/>
                  </a:cubicBezTo>
                  <a:cubicBezTo>
                    <a:pt x="760" y="3440"/>
                    <a:pt x="760" y="3714"/>
                    <a:pt x="699" y="3957"/>
                  </a:cubicBezTo>
                  <a:cubicBezTo>
                    <a:pt x="730" y="4200"/>
                    <a:pt x="821" y="4413"/>
                    <a:pt x="912" y="4626"/>
                  </a:cubicBezTo>
                  <a:cubicBezTo>
                    <a:pt x="1186" y="5051"/>
                    <a:pt x="1672" y="4839"/>
                    <a:pt x="2006" y="4960"/>
                  </a:cubicBezTo>
                  <a:lnTo>
                    <a:pt x="2158" y="5051"/>
                  </a:lnTo>
                  <a:cubicBezTo>
                    <a:pt x="2191" y="5057"/>
                    <a:pt x="2222" y="5060"/>
                    <a:pt x="2251" y="5060"/>
                  </a:cubicBezTo>
                  <a:cubicBezTo>
                    <a:pt x="2677" y="5060"/>
                    <a:pt x="2700" y="4470"/>
                    <a:pt x="3070" y="4413"/>
                  </a:cubicBezTo>
                  <a:lnTo>
                    <a:pt x="3070" y="4413"/>
                  </a:lnTo>
                  <a:cubicBezTo>
                    <a:pt x="3344" y="4504"/>
                    <a:pt x="2979" y="4869"/>
                    <a:pt x="3405" y="4930"/>
                  </a:cubicBezTo>
                  <a:cubicBezTo>
                    <a:pt x="3678" y="4383"/>
                    <a:pt x="4164" y="3896"/>
                    <a:pt x="3800" y="3137"/>
                  </a:cubicBezTo>
                  <a:lnTo>
                    <a:pt x="3800" y="3137"/>
                  </a:lnTo>
                  <a:cubicBezTo>
                    <a:pt x="3806" y="3137"/>
                    <a:pt x="3812" y="3138"/>
                    <a:pt x="3818" y="3138"/>
                  </a:cubicBezTo>
                  <a:cubicBezTo>
                    <a:pt x="3964" y="3138"/>
                    <a:pt x="3776" y="2822"/>
                    <a:pt x="3935" y="2822"/>
                  </a:cubicBezTo>
                  <a:cubicBezTo>
                    <a:pt x="3966" y="2822"/>
                    <a:pt x="4011" y="2834"/>
                    <a:pt x="4073" y="2863"/>
                  </a:cubicBezTo>
                  <a:cubicBezTo>
                    <a:pt x="4085" y="2853"/>
                    <a:pt x="4098" y="2848"/>
                    <a:pt x="4110" y="2848"/>
                  </a:cubicBezTo>
                  <a:cubicBezTo>
                    <a:pt x="4224" y="2848"/>
                    <a:pt x="4337" y="3250"/>
                    <a:pt x="4442" y="3250"/>
                  </a:cubicBezTo>
                  <a:cubicBezTo>
                    <a:pt x="4494" y="3250"/>
                    <a:pt x="4543" y="3153"/>
                    <a:pt x="4590" y="2863"/>
                  </a:cubicBezTo>
                  <a:cubicBezTo>
                    <a:pt x="4620" y="2863"/>
                    <a:pt x="4651" y="2833"/>
                    <a:pt x="4681" y="2772"/>
                  </a:cubicBezTo>
                  <a:cubicBezTo>
                    <a:pt x="4712" y="2711"/>
                    <a:pt x="4681" y="2650"/>
                    <a:pt x="4590" y="2620"/>
                  </a:cubicBezTo>
                  <a:cubicBezTo>
                    <a:pt x="4164" y="1708"/>
                    <a:pt x="3648" y="887"/>
                    <a:pt x="2979" y="158"/>
                  </a:cubicBezTo>
                  <a:cubicBezTo>
                    <a:pt x="2949" y="97"/>
                    <a:pt x="2911" y="67"/>
                    <a:pt x="2869" y="67"/>
                  </a:cubicBezTo>
                  <a:cubicBezTo>
                    <a:pt x="2827" y="67"/>
                    <a:pt x="2781" y="97"/>
                    <a:pt x="2736" y="158"/>
                  </a:cubicBezTo>
                  <a:cubicBezTo>
                    <a:pt x="2464" y="59"/>
                    <a:pt x="2302" y="0"/>
                    <a:pt x="21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8"/>
            <p:cNvSpPr/>
            <p:nvPr/>
          </p:nvSpPr>
          <p:spPr>
            <a:xfrm>
              <a:off x="2928499" y="2661728"/>
              <a:ext cx="220598" cy="277847"/>
            </a:xfrm>
            <a:custGeom>
              <a:rect b="b" l="l" r="r" t="t"/>
              <a:pathLst>
                <a:path extrusionOk="0" h="6586" w="5229">
                  <a:moveTo>
                    <a:pt x="1943" y="4407"/>
                  </a:moveTo>
                  <a:lnTo>
                    <a:pt x="1943" y="4407"/>
                  </a:lnTo>
                  <a:cubicBezTo>
                    <a:pt x="1921" y="4479"/>
                    <a:pt x="1912" y="4552"/>
                    <a:pt x="1855" y="4590"/>
                  </a:cubicBezTo>
                  <a:lnTo>
                    <a:pt x="1855" y="4560"/>
                  </a:lnTo>
                  <a:cubicBezTo>
                    <a:pt x="1883" y="4503"/>
                    <a:pt x="1911" y="4453"/>
                    <a:pt x="1943" y="4407"/>
                  </a:cubicBezTo>
                  <a:close/>
                  <a:moveTo>
                    <a:pt x="3162" y="0"/>
                  </a:moveTo>
                  <a:cubicBezTo>
                    <a:pt x="2493" y="91"/>
                    <a:pt x="1976" y="608"/>
                    <a:pt x="1825" y="1246"/>
                  </a:cubicBezTo>
                  <a:cubicBezTo>
                    <a:pt x="1642" y="2432"/>
                    <a:pt x="973" y="3374"/>
                    <a:pt x="518" y="4438"/>
                  </a:cubicBezTo>
                  <a:cubicBezTo>
                    <a:pt x="274" y="4985"/>
                    <a:pt x="1" y="5502"/>
                    <a:pt x="183" y="6110"/>
                  </a:cubicBezTo>
                  <a:cubicBezTo>
                    <a:pt x="244" y="6231"/>
                    <a:pt x="335" y="6292"/>
                    <a:pt x="457" y="6353"/>
                  </a:cubicBezTo>
                  <a:cubicBezTo>
                    <a:pt x="482" y="6356"/>
                    <a:pt x="507" y="6358"/>
                    <a:pt x="531" y="6358"/>
                  </a:cubicBezTo>
                  <a:cubicBezTo>
                    <a:pt x="880" y="6358"/>
                    <a:pt x="1131" y="6007"/>
                    <a:pt x="1475" y="6007"/>
                  </a:cubicBezTo>
                  <a:cubicBezTo>
                    <a:pt x="1509" y="6007"/>
                    <a:pt x="1545" y="6011"/>
                    <a:pt x="1581" y="6018"/>
                  </a:cubicBezTo>
                  <a:cubicBezTo>
                    <a:pt x="1595" y="6022"/>
                    <a:pt x="1608" y="6023"/>
                    <a:pt x="1621" y="6023"/>
                  </a:cubicBezTo>
                  <a:cubicBezTo>
                    <a:pt x="1711" y="6023"/>
                    <a:pt x="1784" y="5953"/>
                    <a:pt x="1854" y="5953"/>
                  </a:cubicBezTo>
                  <a:cubicBezTo>
                    <a:pt x="1865" y="5953"/>
                    <a:pt x="1875" y="5954"/>
                    <a:pt x="1885" y="5958"/>
                  </a:cubicBezTo>
                  <a:cubicBezTo>
                    <a:pt x="1946" y="5988"/>
                    <a:pt x="1916" y="6079"/>
                    <a:pt x="1825" y="6110"/>
                  </a:cubicBezTo>
                  <a:cubicBezTo>
                    <a:pt x="1794" y="6262"/>
                    <a:pt x="1825" y="6444"/>
                    <a:pt x="1946" y="6535"/>
                  </a:cubicBezTo>
                  <a:cubicBezTo>
                    <a:pt x="2000" y="6571"/>
                    <a:pt x="2063" y="6586"/>
                    <a:pt x="2125" y="6586"/>
                  </a:cubicBezTo>
                  <a:cubicBezTo>
                    <a:pt x="2169" y="6586"/>
                    <a:pt x="2212" y="6578"/>
                    <a:pt x="2250" y="6566"/>
                  </a:cubicBezTo>
                  <a:lnTo>
                    <a:pt x="2402" y="6474"/>
                  </a:lnTo>
                  <a:cubicBezTo>
                    <a:pt x="2584" y="6292"/>
                    <a:pt x="2736" y="6049"/>
                    <a:pt x="2858" y="5806"/>
                  </a:cubicBezTo>
                  <a:cubicBezTo>
                    <a:pt x="3253" y="5532"/>
                    <a:pt x="3922" y="5502"/>
                    <a:pt x="3739" y="4742"/>
                  </a:cubicBezTo>
                  <a:cubicBezTo>
                    <a:pt x="3587" y="4377"/>
                    <a:pt x="3132" y="4620"/>
                    <a:pt x="2980" y="4256"/>
                  </a:cubicBezTo>
                  <a:cubicBezTo>
                    <a:pt x="2843" y="4187"/>
                    <a:pt x="2693" y="4156"/>
                    <a:pt x="2543" y="4156"/>
                  </a:cubicBezTo>
                  <a:cubicBezTo>
                    <a:pt x="2380" y="4156"/>
                    <a:pt x="2216" y="4192"/>
                    <a:pt x="2064" y="4259"/>
                  </a:cubicBezTo>
                  <a:lnTo>
                    <a:pt x="2064" y="4259"/>
                  </a:lnTo>
                  <a:cubicBezTo>
                    <a:pt x="2065" y="4258"/>
                    <a:pt x="2067" y="4257"/>
                    <a:pt x="2068" y="4256"/>
                  </a:cubicBezTo>
                  <a:cubicBezTo>
                    <a:pt x="2223" y="3855"/>
                    <a:pt x="2359" y="3715"/>
                    <a:pt x="2484" y="3715"/>
                  </a:cubicBezTo>
                  <a:cubicBezTo>
                    <a:pt x="2702" y="3715"/>
                    <a:pt x="2889" y="4135"/>
                    <a:pt x="3101" y="4347"/>
                  </a:cubicBezTo>
                  <a:cubicBezTo>
                    <a:pt x="3190" y="4418"/>
                    <a:pt x="3300" y="4447"/>
                    <a:pt x="3406" y="4447"/>
                  </a:cubicBezTo>
                  <a:cubicBezTo>
                    <a:pt x="3482" y="4447"/>
                    <a:pt x="3555" y="4433"/>
                    <a:pt x="3618" y="4408"/>
                  </a:cubicBezTo>
                  <a:cubicBezTo>
                    <a:pt x="3800" y="4347"/>
                    <a:pt x="3952" y="4195"/>
                    <a:pt x="4043" y="4043"/>
                  </a:cubicBezTo>
                  <a:cubicBezTo>
                    <a:pt x="4135" y="3617"/>
                    <a:pt x="4469" y="3222"/>
                    <a:pt x="4256" y="2736"/>
                  </a:cubicBezTo>
                  <a:cubicBezTo>
                    <a:pt x="3983" y="2462"/>
                    <a:pt x="3466" y="2645"/>
                    <a:pt x="3314" y="2189"/>
                  </a:cubicBezTo>
                  <a:lnTo>
                    <a:pt x="3223" y="2097"/>
                  </a:lnTo>
                  <a:lnTo>
                    <a:pt x="3223" y="2097"/>
                  </a:lnTo>
                  <a:cubicBezTo>
                    <a:pt x="3253" y="2128"/>
                    <a:pt x="3284" y="2128"/>
                    <a:pt x="3344" y="2128"/>
                  </a:cubicBezTo>
                  <a:cubicBezTo>
                    <a:pt x="3520" y="2216"/>
                    <a:pt x="3716" y="2261"/>
                    <a:pt x="3913" y="2261"/>
                  </a:cubicBezTo>
                  <a:cubicBezTo>
                    <a:pt x="4126" y="2261"/>
                    <a:pt x="4340" y="2208"/>
                    <a:pt x="4530" y="2097"/>
                  </a:cubicBezTo>
                  <a:cubicBezTo>
                    <a:pt x="4925" y="1885"/>
                    <a:pt x="4834" y="1307"/>
                    <a:pt x="5229" y="1094"/>
                  </a:cubicBezTo>
                  <a:cubicBezTo>
                    <a:pt x="5003" y="740"/>
                    <a:pt x="4854" y="565"/>
                    <a:pt x="4737" y="565"/>
                  </a:cubicBezTo>
                  <a:cubicBezTo>
                    <a:pt x="4633" y="565"/>
                    <a:pt x="4555" y="702"/>
                    <a:pt x="4469" y="973"/>
                  </a:cubicBezTo>
                  <a:cubicBezTo>
                    <a:pt x="4380" y="1263"/>
                    <a:pt x="4323" y="1439"/>
                    <a:pt x="4142" y="1439"/>
                  </a:cubicBezTo>
                  <a:cubicBezTo>
                    <a:pt x="4077" y="1439"/>
                    <a:pt x="3996" y="1416"/>
                    <a:pt x="3891" y="1368"/>
                  </a:cubicBezTo>
                  <a:cubicBezTo>
                    <a:pt x="3891" y="1186"/>
                    <a:pt x="4226" y="942"/>
                    <a:pt x="3800" y="882"/>
                  </a:cubicBezTo>
                  <a:cubicBezTo>
                    <a:pt x="3711" y="882"/>
                    <a:pt x="3590" y="934"/>
                    <a:pt x="3487" y="934"/>
                  </a:cubicBezTo>
                  <a:cubicBezTo>
                    <a:pt x="3415" y="934"/>
                    <a:pt x="3351" y="908"/>
                    <a:pt x="3314" y="821"/>
                  </a:cubicBezTo>
                  <a:cubicBezTo>
                    <a:pt x="3162" y="486"/>
                    <a:pt x="3587" y="608"/>
                    <a:pt x="3679" y="456"/>
                  </a:cubicBezTo>
                  <a:cubicBezTo>
                    <a:pt x="3952" y="61"/>
                    <a:pt x="3587" y="61"/>
                    <a:pt x="33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8"/>
            <p:cNvSpPr/>
            <p:nvPr/>
          </p:nvSpPr>
          <p:spPr>
            <a:xfrm>
              <a:off x="3017010" y="2400120"/>
              <a:ext cx="181280" cy="197522"/>
            </a:xfrm>
            <a:custGeom>
              <a:rect b="b" l="l" r="r" t="t"/>
              <a:pathLst>
                <a:path extrusionOk="0" h="4682" w="4297">
                  <a:moveTo>
                    <a:pt x="1246" y="0"/>
                  </a:moveTo>
                  <a:cubicBezTo>
                    <a:pt x="304" y="183"/>
                    <a:pt x="1034" y="1338"/>
                    <a:pt x="274" y="1642"/>
                  </a:cubicBezTo>
                  <a:cubicBezTo>
                    <a:pt x="182" y="1733"/>
                    <a:pt x="122" y="1855"/>
                    <a:pt x="91" y="1976"/>
                  </a:cubicBezTo>
                  <a:cubicBezTo>
                    <a:pt x="243" y="2462"/>
                    <a:pt x="638" y="2949"/>
                    <a:pt x="182" y="3526"/>
                  </a:cubicBezTo>
                  <a:cubicBezTo>
                    <a:pt x="0" y="3770"/>
                    <a:pt x="304" y="4013"/>
                    <a:pt x="456" y="4225"/>
                  </a:cubicBezTo>
                  <a:cubicBezTo>
                    <a:pt x="699" y="4499"/>
                    <a:pt x="1034" y="4681"/>
                    <a:pt x="1398" y="4681"/>
                  </a:cubicBezTo>
                  <a:cubicBezTo>
                    <a:pt x="1611" y="4621"/>
                    <a:pt x="1672" y="4438"/>
                    <a:pt x="1793" y="4317"/>
                  </a:cubicBezTo>
                  <a:cubicBezTo>
                    <a:pt x="1875" y="4169"/>
                    <a:pt x="1970" y="4121"/>
                    <a:pt x="2072" y="4121"/>
                  </a:cubicBezTo>
                  <a:cubicBezTo>
                    <a:pt x="2264" y="4121"/>
                    <a:pt x="2480" y="4292"/>
                    <a:pt x="2676" y="4292"/>
                  </a:cubicBezTo>
                  <a:cubicBezTo>
                    <a:pt x="2762" y="4292"/>
                    <a:pt x="2844" y="4259"/>
                    <a:pt x="2918" y="4165"/>
                  </a:cubicBezTo>
                  <a:cubicBezTo>
                    <a:pt x="2462" y="3557"/>
                    <a:pt x="2462" y="3557"/>
                    <a:pt x="3344" y="2949"/>
                  </a:cubicBezTo>
                  <a:lnTo>
                    <a:pt x="3344" y="2949"/>
                  </a:lnTo>
                  <a:cubicBezTo>
                    <a:pt x="3556" y="3192"/>
                    <a:pt x="3131" y="3526"/>
                    <a:pt x="3435" y="3678"/>
                  </a:cubicBezTo>
                  <a:cubicBezTo>
                    <a:pt x="3475" y="3687"/>
                    <a:pt x="3516" y="3692"/>
                    <a:pt x="3555" y="3692"/>
                  </a:cubicBezTo>
                  <a:cubicBezTo>
                    <a:pt x="3784" y="3692"/>
                    <a:pt x="3991" y="3547"/>
                    <a:pt x="4043" y="3314"/>
                  </a:cubicBezTo>
                  <a:cubicBezTo>
                    <a:pt x="4297" y="2608"/>
                    <a:pt x="3581" y="1562"/>
                    <a:pt x="2869" y="1562"/>
                  </a:cubicBezTo>
                  <a:cubicBezTo>
                    <a:pt x="2814" y="1562"/>
                    <a:pt x="2760" y="1568"/>
                    <a:pt x="2705" y="1581"/>
                  </a:cubicBezTo>
                  <a:cubicBezTo>
                    <a:pt x="2642" y="1598"/>
                    <a:pt x="2578" y="1606"/>
                    <a:pt x="2515" y="1606"/>
                  </a:cubicBezTo>
                  <a:cubicBezTo>
                    <a:pt x="2131" y="1606"/>
                    <a:pt x="1793" y="1300"/>
                    <a:pt x="1793" y="882"/>
                  </a:cubicBezTo>
                  <a:cubicBezTo>
                    <a:pt x="2401" y="92"/>
                    <a:pt x="1246" y="365"/>
                    <a:pt x="1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8"/>
            <p:cNvSpPr/>
            <p:nvPr/>
          </p:nvSpPr>
          <p:spPr>
            <a:xfrm>
              <a:off x="2892597" y="2936542"/>
              <a:ext cx="148922" cy="286369"/>
            </a:xfrm>
            <a:custGeom>
              <a:rect b="b" l="l" r="r" t="t"/>
              <a:pathLst>
                <a:path extrusionOk="0" h="6788" w="3530">
                  <a:moveTo>
                    <a:pt x="3296" y="0"/>
                  </a:moveTo>
                  <a:cubicBezTo>
                    <a:pt x="3248" y="0"/>
                    <a:pt x="3193" y="8"/>
                    <a:pt x="3131" y="21"/>
                  </a:cubicBezTo>
                  <a:cubicBezTo>
                    <a:pt x="2949" y="173"/>
                    <a:pt x="2767" y="325"/>
                    <a:pt x="2615" y="508"/>
                  </a:cubicBezTo>
                  <a:cubicBezTo>
                    <a:pt x="1946" y="1784"/>
                    <a:pt x="1308" y="3061"/>
                    <a:pt x="639" y="4307"/>
                  </a:cubicBezTo>
                  <a:cubicBezTo>
                    <a:pt x="609" y="4581"/>
                    <a:pt x="548" y="4885"/>
                    <a:pt x="487" y="5128"/>
                  </a:cubicBezTo>
                  <a:cubicBezTo>
                    <a:pt x="335" y="5492"/>
                    <a:pt x="122" y="5827"/>
                    <a:pt x="1" y="6222"/>
                  </a:cubicBezTo>
                  <a:cubicBezTo>
                    <a:pt x="1" y="6344"/>
                    <a:pt x="1" y="6435"/>
                    <a:pt x="1" y="6556"/>
                  </a:cubicBezTo>
                  <a:cubicBezTo>
                    <a:pt x="66" y="6688"/>
                    <a:pt x="148" y="6788"/>
                    <a:pt x="268" y="6788"/>
                  </a:cubicBezTo>
                  <a:cubicBezTo>
                    <a:pt x="315" y="6788"/>
                    <a:pt x="367" y="6773"/>
                    <a:pt x="426" y="6739"/>
                  </a:cubicBezTo>
                  <a:cubicBezTo>
                    <a:pt x="852" y="6556"/>
                    <a:pt x="1004" y="6131"/>
                    <a:pt x="1217" y="5766"/>
                  </a:cubicBezTo>
                  <a:cubicBezTo>
                    <a:pt x="1672" y="4915"/>
                    <a:pt x="2128" y="4064"/>
                    <a:pt x="2584" y="3243"/>
                  </a:cubicBezTo>
                  <a:cubicBezTo>
                    <a:pt x="2736" y="3091"/>
                    <a:pt x="2676" y="2848"/>
                    <a:pt x="2858" y="2696"/>
                  </a:cubicBezTo>
                  <a:cubicBezTo>
                    <a:pt x="2949" y="2270"/>
                    <a:pt x="3040" y="1845"/>
                    <a:pt x="3162" y="1419"/>
                  </a:cubicBezTo>
                  <a:cubicBezTo>
                    <a:pt x="3223" y="1267"/>
                    <a:pt x="3375" y="1237"/>
                    <a:pt x="3405" y="1085"/>
                  </a:cubicBezTo>
                  <a:lnTo>
                    <a:pt x="3435" y="325"/>
                  </a:lnTo>
                  <a:cubicBezTo>
                    <a:pt x="3530" y="90"/>
                    <a:pt x="3460" y="0"/>
                    <a:pt x="3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8"/>
            <p:cNvSpPr/>
            <p:nvPr/>
          </p:nvSpPr>
          <p:spPr>
            <a:xfrm>
              <a:off x="3038779" y="2582204"/>
              <a:ext cx="118041" cy="85978"/>
            </a:xfrm>
            <a:custGeom>
              <a:rect b="b" l="l" r="r" t="t"/>
              <a:pathLst>
                <a:path extrusionOk="0" h="2038" w="2798">
                  <a:moveTo>
                    <a:pt x="1277" y="1"/>
                  </a:moveTo>
                  <a:cubicBezTo>
                    <a:pt x="1186" y="92"/>
                    <a:pt x="1095" y="183"/>
                    <a:pt x="1004" y="274"/>
                  </a:cubicBezTo>
                  <a:cubicBezTo>
                    <a:pt x="791" y="335"/>
                    <a:pt x="548" y="457"/>
                    <a:pt x="366" y="578"/>
                  </a:cubicBezTo>
                  <a:cubicBezTo>
                    <a:pt x="122" y="700"/>
                    <a:pt x="1" y="943"/>
                    <a:pt x="92" y="1216"/>
                  </a:cubicBezTo>
                  <a:cubicBezTo>
                    <a:pt x="228" y="1488"/>
                    <a:pt x="170" y="1904"/>
                    <a:pt x="566" y="1904"/>
                  </a:cubicBezTo>
                  <a:cubicBezTo>
                    <a:pt x="614" y="1904"/>
                    <a:pt x="668" y="1898"/>
                    <a:pt x="730" y="1885"/>
                  </a:cubicBezTo>
                  <a:cubicBezTo>
                    <a:pt x="882" y="1612"/>
                    <a:pt x="1125" y="1399"/>
                    <a:pt x="1460" y="1368"/>
                  </a:cubicBezTo>
                  <a:cubicBezTo>
                    <a:pt x="1511" y="1356"/>
                    <a:pt x="1559" y="1350"/>
                    <a:pt x="1603" y="1350"/>
                  </a:cubicBezTo>
                  <a:cubicBezTo>
                    <a:pt x="2078" y="1350"/>
                    <a:pt x="2157" y="2037"/>
                    <a:pt x="2797" y="2037"/>
                  </a:cubicBezTo>
                  <a:cubicBezTo>
                    <a:pt x="2311" y="1490"/>
                    <a:pt x="2706" y="943"/>
                    <a:pt x="2767" y="305"/>
                  </a:cubicBezTo>
                  <a:lnTo>
                    <a:pt x="2767" y="305"/>
                  </a:lnTo>
                  <a:cubicBezTo>
                    <a:pt x="2297" y="623"/>
                    <a:pt x="2040" y="796"/>
                    <a:pt x="1858" y="796"/>
                  </a:cubicBezTo>
                  <a:cubicBezTo>
                    <a:pt x="1639" y="796"/>
                    <a:pt x="1526" y="547"/>
                    <a:pt x="12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8"/>
            <p:cNvSpPr/>
            <p:nvPr/>
          </p:nvSpPr>
          <p:spPr>
            <a:xfrm>
              <a:off x="3033674" y="2832253"/>
              <a:ext cx="73111" cy="116058"/>
            </a:xfrm>
            <a:custGeom>
              <a:rect b="b" l="l" r="r" t="t"/>
              <a:pathLst>
                <a:path extrusionOk="0" h="2751" w="1733">
                  <a:moveTo>
                    <a:pt x="1368" y="1"/>
                  </a:moveTo>
                  <a:lnTo>
                    <a:pt x="1125" y="305"/>
                  </a:lnTo>
                  <a:cubicBezTo>
                    <a:pt x="1094" y="305"/>
                    <a:pt x="1064" y="335"/>
                    <a:pt x="1034" y="396"/>
                  </a:cubicBezTo>
                  <a:cubicBezTo>
                    <a:pt x="1003" y="457"/>
                    <a:pt x="1003" y="518"/>
                    <a:pt x="1094" y="578"/>
                  </a:cubicBezTo>
                  <a:cubicBezTo>
                    <a:pt x="1070" y="878"/>
                    <a:pt x="1167" y="1279"/>
                    <a:pt x="800" y="1279"/>
                  </a:cubicBezTo>
                  <a:cubicBezTo>
                    <a:pt x="720" y="1279"/>
                    <a:pt x="617" y="1260"/>
                    <a:pt x="487" y="1217"/>
                  </a:cubicBezTo>
                  <a:cubicBezTo>
                    <a:pt x="430" y="1198"/>
                    <a:pt x="381" y="1189"/>
                    <a:pt x="339" y="1189"/>
                  </a:cubicBezTo>
                  <a:cubicBezTo>
                    <a:pt x="112" y="1189"/>
                    <a:pt x="87" y="1442"/>
                    <a:pt x="61" y="1673"/>
                  </a:cubicBezTo>
                  <a:cubicBezTo>
                    <a:pt x="304" y="1885"/>
                    <a:pt x="0" y="2280"/>
                    <a:pt x="335" y="2493"/>
                  </a:cubicBezTo>
                  <a:cubicBezTo>
                    <a:pt x="467" y="2493"/>
                    <a:pt x="519" y="2750"/>
                    <a:pt x="678" y="2750"/>
                  </a:cubicBezTo>
                  <a:cubicBezTo>
                    <a:pt x="738" y="2750"/>
                    <a:pt x="813" y="2714"/>
                    <a:pt x="912" y="2615"/>
                  </a:cubicBezTo>
                  <a:cubicBezTo>
                    <a:pt x="1398" y="2098"/>
                    <a:pt x="1368" y="1399"/>
                    <a:pt x="1672" y="821"/>
                  </a:cubicBezTo>
                  <a:cubicBezTo>
                    <a:pt x="1490" y="578"/>
                    <a:pt x="1733" y="183"/>
                    <a:pt x="13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8"/>
            <p:cNvSpPr/>
            <p:nvPr/>
          </p:nvSpPr>
          <p:spPr>
            <a:xfrm>
              <a:off x="3090080" y="2748045"/>
              <a:ext cx="47503" cy="118884"/>
            </a:xfrm>
            <a:custGeom>
              <a:rect b="b" l="l" r="r" t="t"/>
              <a:pathLst>
                <a:path extrusionOk="0" h="2818" w="1126">
                  <a:moveTo>
                    <a:pt x="799" y="0"/>
                  </a:moveTo>
                  <a:cubicBezTo>
                    <a:pt x="731" y="0"/>
                    <a:pt x="666" y="17"/>
                    <a:pt x="609" y="51"/>
                  </a:cubicBezTo>
                  <a:cubicBezTo>
                    <a:pt x="365" y="203"/>
                    <a:pt x="213" y="355"/>
                    <a:pt x="335" y="659"/>
                  </a:cubicBezTo>
                  <a:cubicBezTo>
                    <a:pt x="244" y="1115"/>
                    <a:pt x="153" y="1541"/>
                    <a:pt x="31" y="1997"/>
                  </a:cubicBezTo>
                  <a:cubicBezTo>
                    <a:pt x="92" y="2301"/>
                    <a:pt x="1" y="2635"/>
                    <a:pt x="335" y="2817"/>
                  </a:cubicBezTo>
                  <a:cubicBezTo>
                    <a:pt x="609" y="1936"/>
                    <a:pt x="852" y="1024"/>
                    <a:pt x="1125" y="143"/>
                  </a:cubicBezTo>
                  <a:cubicBezTo>
                    <a:pt x="1030" y="48"/>
                    <a:pt x="912" y="0"/>
                    <a:pt x="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8"/>
            <p:cNvSpPr/>
            <p:nvPr/>
          </p:nvSpPr>
          <p:spPr>
            <a:xfrm>
              <a:off x="3172136" y="2274442"/>
              <a:ext cx="47503" cy="82308"/>
            </a:xfrm>
            <a:custGeom>
              <a:rect b="b" l="l" r="r" t="t"/>
              <a:pathLst>
                <a:path extrusionOk="0" h="1951" w="1126">
                  <a:moveTo>
                    <a:pt x="548" y="1"/>
                  </a:moveTo>
                  <a:lnTo>
                    <a:pt x="1" y="548"/>
                  </a:lnTo>
                  <a:lnTo>
                    <a:pt x="1" y="791"/>
                  </a:lnTo>
                  <a:cubicBezTo>
                    <a:pt x="305" y="1004"/>
                    <a:pt x="244" y="1338"/>
                    <a:pt x="305" y="1612"/>
                  </a:cubicBezTo>
                  <a:cubicBezTo>
                    <a:pt x="458" y="1663"/>
                    <a:pt x="526" y="1950"/>
                    <a:pt x="688" y="1950"/>
                  </a:cubicBezTo>
                  <a:cubicBezTo>
                    <a:pt x="718" y="1950"/>
                    <a:pt x="753" y="1940"/>
                    <a:pt x="791" y="1916"/>
                  </a:cubicBezTo>
                  <a:cubicBezTo>
                    <a:pt x="1004" y="1764"/>
                    <a:pt x="1126" y="1460"/>
                    <a:pt x="1004" y="1216"/>
                  </a:cubicBezTo>
                  <a:cubicBezTo>
                    <a:pt x="791" y="821"/>
                    <a:pt x="518" y="487"/>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8"/>
            <p:cNvSpPr/>
            <p:nvPr/>
          </p:nvSpPr>
          <p:spPr>
            <a:xfrm>
              <a:off x="3182430" y="2572585"/>
              <a:ext cx="29531" cy="78891"/>
            </a:xfrm>
            <a:custGeom>
              <a:rect b="b" l="l" r="r" t="t"/>
              <a:pathLst>
                <a:path extrusionOk="0" h="1870" w="700">
                  <a:moveTo>
                    <a:pt x="421" y="0"/>
                  </a:moveTo>
                  <a:cubicBezTo>
                    <a:pt x="274" y="0"/>
                    <a:pt x="141" y="109"/>
                    <a:pt x="91" y="259"/>
                  </a:cubicBezTo>
                  <a:cubicBezTo>
                    <a:pt x="0" y="776"/>
                    <a:pt x="0" y="1323"/>
                    <a:pt x="91" y="1870"/>
                  </a:cubicBezTo>
                  <a:cubicBezTo>
                    <a:pt x="699" y="1414"/>
                    <a:pt x="304" y="776"/>
                    <a:pt x="608" y="320"/>
                  </a:cubicBezTo>
                  <a:cubicBezTo>
                    <a:pt x="669" y="198"/>
                    <a:pt x="699" y="46"/>
                    <a:pt x="517" y="16"/>
                  </a:cubicBezTo>
                  <a:cubicBezTo>
                    <a:pt x="485" y="5"/>
                    <a:pt x="452"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8"/>
            <p:cNvSpPr/>
            <p:nvPr/>
          </p:nvSpPr>
          <p:spPr>
            <a:xfrm>
              <a:off x="3111891" y="2702862"/>
              <a:ext cx="38517" cy="51216"/>
            </a:xfrm>
            <a:custGeom>
              <a:rect b="b" l="l" r="r" t="t"/>
              <a:pathLst>
                <a:path extrusionOk="0" h="1214" w="913">
                  <a:moveTo>
                    <a:pt x="552" y="0"/>
                  </a:moveTo>
                  <a:cubicBezTo>
                    <a:pt x="457" y="0"/>
                    <a:pt x="377" y="62"/>
                    <a:pt x="335" y="271"/>
                  </a:cubicBezTo>
                  <a:cubicBezTo>
                    <a:pt x="304" y="515"/>
                    <a:pt x="335" y="788"/>
                    <a:pt x="92" y="940"/>
                  </a:cubicBezTo>
                  <a:cubicBezTo>
                    <a:pt x="61" y="940"/>
                    <a:pt x="31" y="970"/>
                    <a:pt x="31" y="1031"/>
                  </a:cubicBezTo>
                  <a:cubicBezTo>
                    <a:pt x="0" y="1092"/>
                    <a:pt x="31" y="1153"/>
                    <a:pt x="92" y="1214"/>
                  </a:cubicBezTo>
                  <a:lnTo>
                    <a:pt x="608" y="1214"/>
                  </a:lnTo>
                  <a:cubicBezTo>
                    <a:pt x="730" y="849"/>
                    <a:pt x="791" y="484"/>
                    <a:pt x="912" y="119"/>
                  </a:cubicBezTo>
                  <a:cubicBezTo>
                    <a:pt x="797" y="86"/>
                    <a:pt x="664" y="0"/>
                    <a:pt x="5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8"/>
            <p:cNvSpPr/>
            <p:nvPr/>
          </p:nvSpPr>
          <p:spPr>
            <a:xfrm>
              <a:off x="3120877" y="2283175"/>
              <a:ext cx="29531" cy="36197"/>
            </a:xfrm>
            <a:custGeom>
              <a:rect b="b" l="l" r="r" t="t"/>
              <a:pathLst>
                <a:path extrusionOk="0" h="858" w="700">
                  <a:moveTo>
                    <a:pt x="413" y="0"/>
                  </a:moveTo>
                  <a:cubicBezTo>
                    <a:pt x="398" y="0"/>
                    <a:pt x="382" y="2"/>
                    <a:pt x="365" y="6"/>
                  </a:cubicBezTo>
                  <a:cubicBezTo>
                    <a:pt x="0" y="98"/>
                    <a:pt x="395" y="402"/>
                    <a:pt x="395" y="614"/>
                  </a:cubicBezTo>
                  <a:cubicBezTo>
                    <a:pt x="395" y="706"/>
                    <a:pt x="395" y="766"/>
                    <a:pt x="426" y="858"/>
                  </a:cubicBezTo>
                  <a:lnTo>
                    <a:pt x="699" y="584"/>
                  </a:lnTo>
                  <a:cubicBezTo>
                    <a:pt x="671" y="358"/>
                    <a:pt x="616" y="0"/>
                    <a:pt x="4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8"/>
            <p:cNvSpPr/>
            <p:nvPr/>
          </p:nvSpPr>
          <p:spPr>
            <a:xfrm>
              <a:off x="3024688" y="2902791"/>
              <a:ext cx="25692" cy="46195"/>
            </a:xfrm>
            <a:custGeom>
              <a:rect b="b" l="l" r="r" t="t"/>
              <a:pathLst>
                <a:path extrusionOk="0" h="1095" w="609">
                  <a:moveTo>
                    <a:pt x="274" y="1"/>
                  </a:moveTo>
                  <a:lnTo>
                    <a:pt x="0" y="791"/>
                  </a:lnTo>
                  <a:lnTo>
                    <a:pt x="304" y="1095"/>
                  </a:lnTo>
                  <a:cubicBezTo>
                    <a:pt x="396" y="1004"/>
                    <a:pt x="456" y="912"/>
                    <a:pt x="548" y="821"/>
                  </a:cubicBezTo>
                  <a:cubicBezTo>
                    <a:pt x="517" y="517"/>
                    <a:pt x="608" y="183"/>
                    <a:pt x="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8"/>
            <p:cNvSpPr/>
            <p:nvPr/>
          </p:nvSpPr>
          <p:spPr>
            <a:xfrm>
              <a:off x="3025954" y="2981008"/>
              <a:ext cx="20588" cy="15441"/>
            </a:xfrm>
            <a:custGeom>
              <a:rect b="b" l="l" r="r" t="t"/>
              <a:pathLst>
                <a:path extrusionOk="0" h="366" w="488">
                  <a:moveTo>
                    <a:pt x="244" y="1"/>
                  </a:moveTo>
                  <a:lnTo>
                    <a:pt x="244" y="1"/>
                  </a:lnTo>
                  <a:cubicBezTo>
                    <a:pt x="92" y="61"/>
                    <a:pt x="1" y="183"/>
                    <a:pt x="1" y="335"/>
                  </a:cubicBezTo>
                  <a:cubicBezTo>
                    <a:pt x="92" y="244"/>
                    <a:pt x="487" y="365"/>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8"/>
            <p:cNvSpPr/>
            <p:nvPr/>
          </p:nvSpPr>
          <p:spPr>
            <a:xfrm>
              <a:off x="3168297" y="2349157"/>
              <a:ext cx="5189" cy="4852"/>
            </a:xfrm>
            <a:custGeom>
              <a:rect b="b" l="l" r="r" t="t"/>
              <a:pathLst>
                <a:path extrusionOk="0" h="115" w="123">
                  <a:moveTo>
                    <a:pt x="39" y="0"/>
                  </a:moveTo>
                  <a:cubicBezTo>
                    <a:pt x="25" y="0"/>
                    <a:pt x="13" y="17"/>
                    <a:pt x="1" y="53"/>
                  </a:cubicBezTo>
                  <a:cubicBezTo>
                    <a:pt x="1" y="53"/>
                    <a:pt x="62" y="84"/>
                    <a:pt x="122" y="114"/>
                  </a:cubicBezTo>
                  <a:cubicBezTo>
                    <a:pt x="86" y="41"/>
                    <a:pt x="6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8"/>
            <p:cNvSpPr/>
            <p:nvPr/>
          </p:nvSpPr>
          <p:spPr>
            <a:xfrm>
              <a:off x="3233688" y="2502722"/>
              <a:ext cx="7763" cy="11559"/>
            </a:xfrm>
            <a:custGeom>
              <a:rect b="b" l="l" r="r" t="t"/>
              <a:pathLst>
                <a:path extrusionOk="0" h="274" w="184">
                  <a:moveTo>
                    <a:pt x="183" y="0"/>
                  </a:moveTo>
                  <a:cubicBezTo>
                    <a:pt x="1" y="61"/>
                    <a:pt x="1" y="152"/>
                    <a:pt x="183" y="274"/>
                  </a:cubicBezTo>
                  <a:cubicBezTo>
                    <a:pt x="183" y="182"/>
                    <a:pt x="183" y="91"/>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8"/>
            <p:cNvSpPr/>
            <p:nvPr/>
          </p:nvSpPr>
          <p:spPr>
            <a:xfrm>
              <a:off x="3241409" y="2560393"/>
              <a:ext cx="5147" cy="10336"/>
            </a:xfrm>
            <a:custGeom>
              <a:rect b="b" l="l" r="r" t="t"/>
              <a:pathLst>
                <a:path extrusionOk="0" h="245" w="122">
                  <a:moveTo>
                    <a:pt x="31" y="1"/>
                  </a:moveTo>
                  <a:cubicBezTo>
                    <a:pt x="0" y="62"/>
                    <a:pt x="0" y="153"/>
                    <a:pt x="31" y="244"/>
                  </a:cubicBezTo>
                  <a:cubicBezTo>
                    <a:pt x="61" y="214"/>
                    <a:pt x="122" y="153"/>
                    <a:pt x="122" y="153"/>
                  </a:cubicBezTo>
                  <a:cubicBezTo>
                    <a:pt x="92" y="92"/>
                    <a:pt x="61" y="62"/>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8"/>
            <p:cNvSpPr/>
            <p:nvPr/>
          </p:nvSpPr>
          <p:spPr>
            <a:xfrm>
              <a:off x="3206772" y="2423197"/>
              <a:ext cx="16706" cy="8606"/>
            </a:xfrm>
            <a:custGeom>
              <a:rect b="b" l="l" r="r" t="t"/>
              <a:pathLst>
                <a:path extrusionOk="0" h="204" w="396">
                  <a:moveTo>
                    <a:pt x="1" y="1"/>
                  </a:moveTo>
                  <a:cubicBezTo>
                    <a:pt x="82" y="82"/>
                    <a:pt x="136" y="203"/>
                    <a:pt x="226" y="203"/>
                  </a:cubicBezTo>
                  <a:cubicBezTo>
                    <a:pt x="271" y="203"/>
                    <a:pt x="325" y="173"/>
                    <a:pt x="396" y="92"/>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8"/>
            <p:cNvSpPr/>
            <p:nvPr/>
          </p:nvSpPr>
          <p:spPr>
            <a:xfrm>
              <a:off x="3214493" y="2273176"/>
              <a:ext cx="15398" cy="9830"/>
            </a:xfrm>
            <a:custGeom>
              <a:rect b="b" l="l" r="r" t="t"/>
              <a:pathLst>
                <a:path extrusionOk="0" h="233" w="365">
                  <a:moveTo>
                    <a:pt x="122" y="0"/>
                  </a:moveTo>
                  <a:lnTo>
                    <a:pt x="0" y="183"/>
                  </a:lnTo>
                  <a:cubicBezTo>
                    <a:pt x="52" y="217"/>
                    <a:pt x="97" y="232"/>
                    <a:pt x="136" y="232"/>
                  </a:cubicBezTo>
                  <a:cubicBezTo>
                    <a:pt x="234" y="232"/>
                    <a:pt x="300" y="139"/>
                    <a:pt x="365" y="31"/>
                  </a:cubicBezTo>
                  <a:cubicBezTo>
                    <a:pt x="274" y="31"/>
                    <a:pt x="182" y="0"/>
                    <a:pt x="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8"/>
            <p:cNvSpPr/>
            <p:nvPr/>
          </p:nvSpPr>
          <p:spPr>
            <a:xfrm>
              <a:off x="3205506" y="2239805"/>
              <a:ext cx="14133" cy="23161"/>
            </a:xfrm>
            <a:custGeom>
              <a:rect b="b" l="l" r="r" t="t"/>
              <a:pathLst>
                <a:path extrusionOk="0" h="549" w="335">
                  <a:moveTo>
                    <a:pt x="31" y="1"/>
                  </a:moveTo>
                  <a:cubicBezTo>
                    <a:pt x="0" y="214"/>
                    <a:pt x="122" y="427"/>
                    <a:pt x="304" y="548"/>
                  </a:cubicBezTo>
                  <a:cubicBezTo>
                    <a:pt x="335" y="305"/>
                    <a:pt x="243" y="92"/>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8"/>
            <p:cNvSpPr/>
            <p:nvPr/>
          </p:nvSpPr>
          <p:spPr>
            <a:xfrm>
              <a:off x="2270660" y="2007855"/>
              <a:ext cx="465539" cy="579825"/>
            </a:xfrm>
            <a:custGeom>
              <a:rect b="b" l="l" r="r" t="t"/>
              <a:pathLst>
                <a:path extrusionOk="0" h="13744" w="11035">
                  <a:moveTo>
                    <a:pt x="3932" y="1"/>
                  </a:moveTo>
                  <a:cubicBezTo>
                    <a:pt x="3893" y="1"/>
                    <a:pt x="3849" y="9"/>
                    <a:pt x="3800" y="28"/>
                  </a:cubicBezTo>
                  <a:cubicBezTo>
                    <a:pt x="3587" y="58"/>
                    <a:pt x="3405" y="180"/>
                    <a:pt x="3253" y="332"/>
                  </a:cubicBezTo>
                  <a:cubicBezTo>
                    <a:pt x="2982" y="406"/>
                    <a:pt x="3430" y="1138"/>
                    <a:pt x="3043" y="1138"/>
                  </a:cubicBezTo>
                  <a:cubicBezTo>
                    <a:pt x="2953" y="1138"/>
                    <a:pt x="2816" y="1098"/>
                    <a:pt x="2615" y="1000"/>
                  </a:cubicBezTo>
                  <a:cubicBezTo>
                    <a:pt x="2584" y="988"/>
                    <a:pt x="2556" y="982"/>
                    <a:pt x="2531" y="982"/>
                  </a:cubicBezTo>
                  <a:cubicBezTo>
                    <a:pt x="2312" y="982"/>
                    <a:pt x="2323" y="1427"/>
                    <a:pt x="2432" y="1700"/>
                  </a:cubicBezTo>
                  <a:cubicBezTo>
                    <a:pt x="2341" y="2003"/>
                    <a:pt x="3223" y="2034"/>
                    <a:pt x="2706" y="2490"/>
                  </a:cubicBezTo>
                  <a:cubicBezTo>
                    <a:pt x="2736" y="2824"/>
                    <a:pt x="2554" y="3159"/>
                    <a:pt x="2250" y="3341"/>
                  </a:cubicBezTo>
                  <a:cubicBezTo>
                    <a:pt x="1642" y="3797"/>
                    <a:pt x="761" y="3736"/>
                    <a:pt x="274" y="4405"/>
                  </a:cubicBezTo>
                  <a:cubicBezTo>
                    <a:pt x="231" y="4333"/>
                    <a:pt x="188" y="4302"/>
                    <a:pt x="145" y="4302"/>
                  </a:cubicBezTo>
                  <a:cubicBezTo>
                    <a:pt x="97" y="4302"/>
                    <a:pt x="49" y="4341"/>
                    <a:pt x="1" y="4405"/>
                  </a:cubicBezTo>
                  <a:cubicBezTo>
                    <a:pt x="274" y="4952"/>
                    <a:pt x="548" y="5469"/>
                    <a:pt x="821" y="6016"/>
                  </a:cubicBezTo>
                  <a:lnTo>
                    <a:pt x="1095" y="5742"/>
                  </a:lnTo>
                  <a:cubicBezTo>
                    <a:pt x="1156" y="5651"/>
                    <a:pt x="1156" y="5499"/>
                    <a:pt x="1369" y="5499"/>
                  </a:cubicBezTo>
                  <a:cubicBezTo>
                    <a:pt x="1551" y="6350"/>
                    <a:pt x="1551" y="6350"/>
                    <a:pt x="2311" y="7140"/>
                  </a:cubicBezTo>
                  <a:cubicBezTo>
                    <a:pt x="2372" y="7232"/>
                    <a:pt x="2402" y="7292"/>
                    <a:pt x="2432" y="7384"/>
                  </a:cubicBezTo>
                  <a:cubicBezTo>
                    <a:pt x="2402" y="7384"/>
                    <a:pt x="2402" y="7414"/>
                    <a:pt x="2372" y="7475"/>
                  </a:cubicBezTo>
                  <a:cubicBezTo>
                    <a:pt x="2341" y="7535"/>
                    <a:pt x="2372" y="7596"/>
                    <a:pt x="2432" y="7657"/>
                  </a:cubicBezTo>
                  <a:cubicBezTo>
                    <a:pt x="3101" y="7444"/>
                    <a:pt x="3831" y="7414"/>
                    <a:pt x="4439" y="6958"/>
                  </a:cubicBezTo>
                  <a:cubicBezTo>
                    <a:pt x="4548" y="6878"/>
                    <a:pt x="4658" y="6841"/>
                    <a:pt x="4764" y="6841"/>
                  </a:cubicBezTo>
                  <a:cubicBezTo>
                    <a:pt x="4979" y="6841"/>
                    <a:pt x="5177" y="6997"/>
                    <a:pt x="5320" y="7262"/>
                  </a:cubicBezTo>
                  <a:cubicBezTo>
                    <a:pt x="5350" y="7292"/>
                    <a:pt x="5259" y="7444"/>
                    <a:pt x="5259" y="7444"/>
                  </a:cubicBezTo>
                  <a:cubicBezTo>
                    <a:pt x="5138" y="7444"/>
                    <a:pt x="5016" y="7414"/>
                    <a:pt x="4894" y="7384"/>
                  </a:cubicBezTo>
                  <a:cubicBezTo>
                    <a:pt x="4849" y="7338"/>
                    <a:pt x="4796" y="7315"/>
                    <a:pt x="4746" y="7315"/>
                  </a:cubicBezTo>
                  <a:cubicBezTo>
                    <a:pt x="4697" y="7315"/>
                    <a:pt x="4651" y="7338"/>
                    <a:pt x="4621" y="7384"/>
                  </a:cubicBezTo>
                  <a:cubicBezTo>
                    <a:pt x="4651" y="7535"/>
                    <a:pt x="4682" y="7748"/>
                    <a:pt x="4743" y="7870"/>
                  </a:cubicBezTo>
                  <a:cubicBezTo>
                    <a:pt x="4773" y="8022"/>
                    <a:pt x="4955" y="8204"/>
                    <a:pt x="4682" y="8265"/>
                  </a:cubicBezTo>
                  <a:cubicBezTo>
                    <a:pt x="4670" y="8267"/>
                    <a:pt x="4658" y="8268"/>
                    <a:pt x="4647" y="8268"/>
                  </a:cubicBezTo>
                  <a:cubicBezTo>
                    <a:pt x="4488" y="8268"/>
                    <a:pt x="4404" y="8073"/>
                    <a:pt x="4347" y="7931"/>
                  </a:cubicBezTo>
                  <a:cubicBezTo>
                    <a:pt x="3983" y="8356"/>
                    <a:pt x="4165" y="8964"/>
                    <a:pt x="3922" y="9450"/>
                  </a:cubicBezTo>
                  <a:cubicBezTo>
                    <a:pt x="3859" y="9577"/>
                    <a:pt x="3890" y="9614"/>
                    <a:pt x="3962" y="9614"/>
                  </a:cubicBezTo>
                  <a:cubicBezTo>
                    <a:pt x="4062" y="9614"/>
                    <a:pt x="4241" y="9542"/>
                    <a:pt x="4347" y="9542"/>
                  </a:cubicBezTo>
                  <a:lnTo>
                    <a:pt x="4621" y="10089"/>
                  </a:lnTo>
                  <a:cubicBezTo>
                    <a:pt x="4621" y="10210"/>
                    <a:pt x="4651" y="10301"/>
                    <a:pt x="4712" y="10423"/>
                  </a:cubicBezTo>
                  <a:cubicBezTo>
                    <a:pt x="4743" y="10514"/>
                    <a:pt x="4712" y="10636"/>
                    <a:pt x="4651" y="10727"/>
                  </a:cubicBezTo>
                  <a:cubicBezTo>
                    <a:pt x="4591" y="10879"/>
                    <a:pt x="4469" y="11031"/>
                    <a:pt x="4347" y="11183"/>
                  </a:cubicBezTo>
                  <a:cubicBezTo>
                    <a:pt x="4317" y="11183"/>
                    <a:pt x="4287" y="11213"/>
                    <a:pt x="4287" y="11244"/>
                  </a:cubicBezTo>
                  <a:cubicBezTo>
                    <a:pt x="4256" y="11335"/>
                    <a:pt x="4287" y="11396"/>
                    <a:pt x="4347" y="11426"/>
                  </a:cubicBezTo>
                  <a:lnTo>
                    <a:pt x="4347" y="11700"/>
                  </a:lnTo>
                  <a:cubicBezTo>
                    <a:pt x="4834" y="12338"/>
                    <a:pt x="5654" y="12642"/>
                    <a:pt x="6110" y="13311"/>
                  </a:cubicBezTo>
                  <a:cubicBezTo>
                    <a:pt x="6206" y="13574"/>
                    <a:pt x="6472" y="13744"/>
                    <a:pt x="6760" y="13744"/>
                  </a:cubicBezTo>
                  <a:cubicBezTo>
                    <a:pt x="6836" y="13744"/>
                    <a:pt x="6915" y="13731"/>
                    <a:pt x="6992" y="13706"/>
                  </a:cubicBezTo>
                  <a:cubicBezTo>
                    <a:pt x="7448" y="13554"/>
                    <a:pt x="7630" y="13007"/>
                    <a:pt x="7387" y="12612"/>
                  </a:cubicBezTo>
                  <a:cubicBezTo>
                    <a:pt x="7265" y="12520"/>
                    <a:pt x="7113" y="12429"/>
                    <a:pt x="7174" y="12247"/>
                  </a:cubicBezTo>
                  <a:cubicBezTo>
                    <a:pt x="7144" y="11912"/>
                    <a:pt x="6688" y="11912"/>
                    <a:pt x="6627" y="11578"/>
                  </a:cubicBezTo>
                  <a:lnTo>
                    <a:pt x="6627" y="11578"/>
                  </a:lnTo>
                  <a:cubicBezTo>
                    <a:pt x="6663" y="11589"/>
                    <a:pt x="6697" y="11594"/>
                    <a:pt x="6729" y="11594"/>
                  </a:cubicBezTo>
                  <a:cubicBezTo>
                    <a:pt x="7046" y="11594"/>
                    <a:pt x="7190" y="11091"/>
                    <a:pt x="7544" y="11091"/>
                  </a:cubicBezTo>
                  <a:cubicBezTo>
                    <a:pt x="7637" y="11091"/>
                    <a:pt x="7744" y="11125"/>
                    <a:pt x="7873" y="11213"/>
                  </a:cubicBezTo>
                  <a:cubicBezTo>
                    <a:pt x="7990" y="11293"/>
                    <a:pt x="8101" y="11328"/>
                    <a:pt x="8206" y="11328"/>
                  </a:cubicBezTo>
                  <a:cubicBezTo>
                    <a:pt x="8540" y="11328"/>
                    <a:pt x="8813" y="10976"/>
                    <a:pt x="8998" y="10605"/>
                  </a:cubicBezTo>
                  <a:cubicBezTo>
                    <a:pt x="9028" y="10454"/>
                    <a:pt x="8907" y="10362"/>
                    <a:pt x="8816" y="10271"/>
                  </a:cubicBezTo>
                  <a:lnTo>
                    <a:pt x="8816" y="10271"/>
                  </a:lnTo>
                  <a:cubicBezTo>
                    <a:pt x="8907" y="10362"/>
                    <a:pt x="9028" y="10423"/>
                    <a:pt x="9180" y="10453"/>
                  </a:cubicBezTo>
                  <a:cubicBezTo>
                    <a:pt x="10305" y="9937"/>
                    <a:pt x="10153" y="8660"/>
                    <a:pt x="10730" y="7839"/>
                  </a:cubicBezTo>
                  <a:cubicBezTo>
                    <a:pt x="10761" y="7779"/>
                    <a:pt x="10761" y="7718"/>
                    <a:pt x="10791" y="7657"/>
                  </a:cubicBezTo>
                  <a:lnTo>
                    <a:pt x="10852" y="7475"/>
                  </a:lnTo>
                  <a:cubicBezTo>
                    <a:pt x="10913" y="7171"/>
                    <a:pt x="11034" y="6867"/>
                    <a:pt x="10822" y="6593"/>
                  </a:cubicBezTo>
                  <a:lnTo>
                    <a:pt x="10822" y="6320"/>
                  </a:lnTo>
                  <a:cubicBezTo>
                    <a:pt x="10642" y="5628"/>
                    <a:pt x="10355" y="5109"/>
                    <a:pt x="9686" y="5109"/>
                  </a:cubicBezTo>
                  <a:cubicBezTo>
                    <a:pt x="9562" y="5109"/>
                    <a:pt x="9424" y="5127"/>
                    <a:pt x="9271" y="5165"/>
                  </a:cubicBezTo>
                  <a:cubicBezTo>
                    <a:pt x="9126" y="5200"/>
                    <a:pt x="8995" y="5217"/>
                    <a:pt x="8878" y="5217"/>
                  </a:cubicBezTo>
                  <a:cubicBezTo>
                    <a:pt x="8288" y="5217"/>
                    <a:pt x="8051" y="4786"/>
                    <a:pt x="8025" y="4101"/>
                  </a:cubicBezTo>
                  <a:cubicBezTo>
                    <a:pt x="8056" y="4010"/>
                    <a:pt x="8086" y="3888"/>
                    <a:pt x="8147" y="3797"/>
                  </a:cubicBezTo>
                  <a:cubicBezTo>
                    <a:pt x="9484" y="3493"/>
                    <a:pt x="9454" y="3432"/>
                    <a:pt x="8724" y="2368"/>
                  </a:cubicBezTo>
                  <a:cubicBezTo>
                    <a:pt x="8238" y="1669"/>
                    <a:pt x="7691" y="1608"/>
                    <a:pt x="6992" y="1608"/>
                  </a:cubicBezTo>
                  <a:cubicBezTo>
                    <a:pt x="6890" y="1608"/>
                    <a:pt x="6803" y="1824"/>
                    <a:pt x="6710" y="1824"/>
                  </a:cubicBezTo>
                  <a:cubicBezTo>
                    <a:pt x="6664" y="1824"/>
                    <a:pt x="6617" y="1770"/>
                    <a:pt x="6566" y="1608"/>
                  </a:cubicBezTo>
                  <a:cubicBezTo>
                    <a:pt x="6393" y="1040"/>
                    <a:pt x="5818" y="592"/>
                    <a:pt x="5396" y="592"/>
                  </a:cubicBezTo>
                  <a:cubicBezTo>
                    <a:pt x="5300" y="592"/>
                    <a:pt x="5211" y="615"/>
                    <a:pt x="5138" y="666"/>
                  </a:cubicBezTo>
                  <a:cubicBezTo>
                    <a:pt x="4970" y="771"/>
                    <a:pt x="4840" y="813"/>
                    <a:pt x="4736" y="813"/>
                  </a:cubicBezTo>
                  <a:cubicBezTo>
                    <a:pt x="4279" y="813"/>
                    <a:pt x="4316" y="1"/>
                    <a:pt x="39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8"/>
            <p:cNvSpPr/>
            <p:nvPr/>
          </p:nvSpPr>
          <p:spPr>
            <a:xfrm>
              <a:off x="2270660" y="1862728"/>
              <a:ext cx="484777" cy="410484"/>
            </a:xfrm>
            <a:custGeom>
              <a:rect b="b" l="l" r="r" t="t"/>
              <a:pathLst>
                <a:path extrusionOk="0" h="9730" w="11491">
                  <a:moveTo>
                    <a:pt x="4301" y="1528"/>
                  </a:moveTo>
                  <a:cubicBezTo>
                    <a:pt x="4288" y="1535"/>
                    <a:pt x="4283" y="1550"/>
                    <a:pt x="4286" y="1550"/>
                  </a:cubicBezTo>
                  <a:cubicBezTo>
                    <a:pt x="4288" y="1550"/>
                    <a:pt x="4293" y="1545"/>
                    <a:pt x="4301" y="1528"/>
                  </a:cubicBezTo>
                  <a:close/>
                  <a:moveTo>
                    <a:pt x="2436" y="0"/>
                  </a:moveTo>
                  <a:cubicBezTo>
                    <a:pt x="2225" y="0"/>
                    <a:pt x="2032" y="53"/>
                    <a:pt x="1977" y="276"/>
                  </a:cubicBezTo>
                  <a:cubicBezTo>
                    <a:pt x="1786" y="1039"/>
                    <a:pt x="1392" y="1251"/>
                    <a:pt x="915" y="1251"/>
                  </a:cubicBezTo>
                  <a:cubicBezTo>
                    <a:pt x="631" y="1251"/>
                    <a:pt x="318" y="1176"/>
                    <a:pt x="1" y="1097"/>
                  </a:cubicBezTo>
                  <a:lnTo>
                    <a:pt x="1" y="1097"/>
                  </a:lnTo>
                  <a:cubicBezTo>
                    <a:pt x="730" y="2282"/>
                    <a:pt x="730" y="2282"/>
                    <a:pt x="183" y="3103"/>
                  </a:cubicBezTo>
                  <a:cubicBezTo>
                    <a:pt x="443" y="3363"/>
                    <a:pt x="742" y="3425"/>
                    <a:pt x="1075" y="3425"/>
                  </a:cubicBezTo>
                  <a:cubicBezTo>
                    <a:pt x="1327" y="3425"/>
                    <a:pt x="1598" y="3390"/>
                    <a:pt x="1885" y="3377"/>
                  </a:cubicBezTo>
                  <a:lnTo>
                    <a:pt x="1885" y="3377"/>
                  </a:lnTo>
                  <a:cubicBezTo>
                    <a:pt x="1642" y="3893"/>
                    <a:pt x="821" y="3833"/>
                    <a:pt x="1065" y="4501"/>
                  </a:cubicBezTo>
                  <a:cubicBezTo>
                    <a:pt x="1113" y="4508"/>
                    <a:pt x="1162" y="4512"/>
                    <a:pt x="1210" y="4512"/>
                  </a:cubicBezTo>
                  <a:cubicBezTo>
                    <a:pt x="1585" y="4512"/>
                    <a:pt x="1943" y="4308"/>
                    <a:pt x="2159" y="3984"/>
                  </a:cubicBezTo>
                  <a:cubicBezTo>
                    <a:pt x="2312" y="3754"/>
                    <a:pt x="2514" y="3537"/>
                    <a:pt x="2756" y="3537"/>
                  </a:cubicBezTo>
                  <a:cubicBezTo>
                    <a:pt x="2898" y="3537"/>
                    <a:pt x="3054" y="3611"/>
                    <a:pt x="3223" y="3802"/>
                  </a:cubicBezTo>
                  <a:cubicBezTo>
                    <a:pt x="3401" y="3802"/>
                    <a:pt x="3601" y="3722"/>
                    <a:pt x="3770" y="3722"/>
                  </a:cubicBezTo>
                  <a:cubicBezTo>
                    <a:pt x="3946" y="3722"/>
                    <a:pt x="4088" y="3810"/>
                    <a:pt x="4135" y="4167"/>
                  </a:cubicBezTo>
                  <a:cubicBezTo>
                    <a:pt x="4165" y="4410"/>
                    <a:pt x="4469" y="4623"/>
                    <a:pt x="4469" y="4866"/>
                  </a:cubicBezTo>
                  <a:cubicBezTo>
                    <a:pt x="4469" y="5052"/>
                    <a:pt x="4575" y="5131"/>
                    <a:pt x="4720" y="5131"/>
                  </a:cubicBezTo>
                  <a:cubicBezTo>
                    <a:pt x="4765" y="5131"/>
                    <a:pt x="4814" y="5123"/>
                    <a:pt x="4864" y="5109"/>
                  </a:cubicBezTo>
                  <a:cubicBezTo>
                    <a:pt x="5046" y="5048"/>
                    <a:pt x="5077" y="4836"/>
                    <a:pt x="5016" y="4684"/>
                  </a:cubicBezTo>
                  <a:cubicBezTo>
                    <a:pt x="4986" y="4532"/>
                    <a:pt x="4864" y="4349"/>
                    <a:pt x="5107" y="4258"/>
                  </a:cubicBezTo>
                  <a:cubicBezTo>
                    <a:pt x="5867" y="4684"/>
                    <a:pt x="5898" y="4684"/>
                    <a:pt x="6475" y="5535"/>
                  </a:cubicBezTo>
                  <a:cubicBezTo>
                    <a:pt x="6538" y="5598"/>
                    <a:pt x="6586" y="5704"/>
                    <a:pt x="6640" y="5704"/>
                  </a:cubicBezTo>
                  <a:cubicBezTo>
                    <a:pt x="6665" y="5704"/>
                    <a:pt x="6690" y="5682"/>
                    <a:pt x="6718" y="5626"/>
                  </a:cubicBezTo>
                  <a:cubicBezTo>
                    <a:pt x="6865" y="5370"/>
                    <a:pt x="7040" y="5290"/>
                    <a:pt x="7222" y="5290"/>
                  </a:cubicBezTo>
                  <a:cubicBezTo>
                    <a:pt x="7493" y="5290"/>
                    <a:pt x="7776" y="5468"/>
                    <a:pt x="7995" y="5504"/>
                  </a:cubicBezTo>
                  <a:cubicBezTo>
                    <a:pt x="8481" y="5565"/>
                    <a:pt x="8542" y="6234"/>
                    <a:pt x="8968" y="6477"/>
                  </a:cubicBezTo>
                  <a:cubicBezTo>
                    <a:pt x="9089" y="6568"/>
                    <a:pt x="9059" y="6720"/>
                    <a:pt x="8968" y="6842"/>
                  </a:cubicBezTo>
                  <a:cubicBezTo>
                    <a:pt x="8902" y="6907"/>
                    <a:pt x="8804" y="6957"/>
                    <a:pt x="8710" y="6957"/>
                  </a:cubicBezTo>
                  <a:cubicBezTo>
                    <a:pt x="8673" y="6957"/>
                    <a:pt x="8637" y="6950"/>
                    <a:pt x="8603" y="6933"/>
                  </a:cubicBezTo>
                  <a:cubicBezTo>
                    <a:pt x="8377" y="6854"/>
                    <a:pt x="8235" y="6804"/>
                    <a:pt x="8138" y="6804"/>
                  </a:cubicBezTo>
                  <a:cubicBezTo>
                    <a:pt x="7974" y="6804"/>
                    <a:pt x="7939" y="6945"/>
                    <a:pt x="7844" y="7325"/>
                  </a:cubicBezTo>
                  <a:lnTo>
                    <a:pt x="7844" y="7325"/>
                  </a:lnTo>
                  <a:cubicBezTo>
                    <a:pt x="7195" y="7948"/>
                    <a:pt x="7877" y="8367"/>
                    <a:pt x="8147" y="8757"/>
                  </a:cubicBezTo>
                  <a:cubicBezTo>
                    <a:pt x="8336" y="8984"/>
                    <a:pt x="8620" y="9105"/>
                    <a:pt x="8903" y="9105"/>
                  </a:cubicBezTo>
                  <a:cubicBezTo>
                    <a:pt x="9074" y="9105"/>
                    <a:pt x="9244" y="9061"/>
                    <a:pt x="9393" y="8969"/>
                  </a:cubicBezTo>
                  <a:cubicBezTo>
                    <a:pt x="9534" y="8887"/>
                    <a:pt x="9648" y="8850"/>
                    <a:pt x="9747" y="8850"/>
                  </a:cubicBezTo>
                  <a:cubicBezTo>
                    <a:pt x="9904" y="8850"/>
                    <a:pt x="10023" y="8942"/>
                    <a:pt x="10153" y="9091"/>
                  </a:cubicBezTo>
                  <a:cubicBezTo>
                    <a:pt x="10366" y="9304"/>
                    <a:pt x="10609" y="9517"/>
                    <a:pt x="10822" y="9729"/>
                  </a:cubicBezTo>
                  <a:cubicBezTo>
                    <a:pt x="10913" y="9729"/>
                    <a:pt x="11034" y="9729"/>
                    <a:pt x="11095" y="9668"/>
                  </a:cubicBezTo>
                  <a:cubicBezTo>
                    <a:pt x="11490" y="9365"/>
                    <a:pt x="10700" y="8909"/>
                    <a:pt x="11156" y="8544"/>
                  </a:cubicBezTo>
                  <a:cubicBezTo>
                    <a:pt x="11186" y="8483"/>
                    <a:pt x="10730" y="8422"/>
                    <a:pt x="10578" y="8361"/>
                  </a:cubicBezTo>
                  <a:cubicBezTo>
                    <a:pt x="10436" y="8276"/>
                    <a:pt x="10295" y="8085"/>
                    <a:pt x="10177" y="8085"/>
                  </a:cubicBezTo>
                  <a:cubicBezTo>
                    <a:pt x="10169" y="8085"/>
                    <a:pt x="10161" y="8086"/>
                    <a:pt x="10153" y="8088"/>
                  </a:cubicBezTo>
                  <a:cubicBezTo>
                    <a:pt x="10022" y="8140"/>
                    <a:pt x="9921" y="8163"/>
                    <a:pt x="9844" y="8163"/>
                  </a:cubicBezTo>
                  <a:cubicBezTo>
                    <a:pt x="9559" y="8163"/>
                    <a:pt x="9588" y="7858"/>
                    <a:pt x="9636" y="7571"/>
                  </a:cubicBezTo>
                  <a:cubicBezTo>
                    <a:pt x="9677" y="7367"/>
                    <a:pt x="9742" y="7303"/>
                    <a:pt x="9827" y="7303"/>
                  </a:cubicBezTo>
                  <a:cubicBezTo>
                    <a:pt x="9931" y="7303"/>
                    <a:pt x="10063" y="7399"/>
                    <a:pt x="10214" y="7450"/>
                  </a:cubicBezTo>
                  <a:cubicBezTo>
                    <a:pt x="10266" y="7467"/>
                    <a:pt x="10319" y="7475"/>
                    <a:pt x="10370" y="7475"/>
                  </a:cubicBezTo>
                  <a:cubicBezTo>
                    <a:pt x="10670" y="7475"/>
                    <a:pt x="10899" y="7193"/>
                    <a:pt x="10639" y="6933"/>
                  </a:cubicBezTo>
                  <a:cubicBezTo>
                    <a:pt x="10246" y="6540"/>
                    <a:pt x="10242" y="5731"/>
                    <a:pt x="9427" y="5731"/>
                  </a:cubicBezTo>
                  <a:cubicBezTo>
                    <a:pt x="9361" y="5731"/>
                    <a:pt x="9289" y="5736"/>
                    <a:pt x="9211" y="5747"/>
                  </a:cubicBezTo>
                  <a:cubicBezTo>
                    <a:pt x="9180" y="5753"/>
                    <a:pt x="9149" y="5756"/>
                    <a:pt x="9118" y="5756"/>
                  </a:cubicBezTo>
                  <a:cubicBezTo>
                    <a:pt x="8637" y="5756"/>
                    <a:pt x="8204" y="5116"/>
                    <a:pt x="8147" y="4744"/>
                  </a:cubicBezTo>
                  <a:cubicBezTo>
                    <a:pt x="8086" y="4319"/>
                    <a:pt x="7691" y="3650"/>
                    <a:pt x="8390" y="3255"/>
                  </a:cubicBezTo>
                  <a:cubicBezTo>
                    <a:pt x="8147" y="3073"/>
                    <a:pt x="7752" y="2951"/>
                    <a:pt x="7660" y="2738"/>
                  </a:cubicBezTo>
                  <a:cubicBezTo>
                    <a:pt x="7296" y="1766"/>
                    <a:pt x="6475" y="1431"/>
                    <a:pt x="5654" y="1036"/>
                  </a:cubicBezTo>
                  <a:cubicBezTo>
                    <a:pt x="5628" y="1026"/>
                    <a:pt x="5592" y="1022"/>
                    <a:pt x="5549" y="1022"/>
                  </a:cubicBezTo>
                  <a:cubicBezTo>
                    <a:pt x="5193" y="1022"/>
                    <a:pt x="4344" y="1329"/>
                    <a:pt x="4317" y="1492"/>
                  </a:cubicBezTo>
                  <a:cubicBezTo>
                    <a:pt x="4311" y="1508"/>
                    <a:pt x="4305" y="1520"/>
                    <a:pt x="4301" y="1528"/>
                  </a:cubicBezTo>
                  <a:lnTo>
                    <a:pt x="4301" y="1528"/>
                  </a:lnTo>
                  <a:cubicBezTo>
                    <a:pt x="4305" y="1526"/>
                    <a:pt x="4309" y="1525"/>
                    <a:pt x="4314" y="1525"/>
                  </a:cubicBezTo>
                  <a:cubicBezTo>
                    <a:pt x="4329" y="1525"/>
                    <a:pt x="4351" y="1538"/>
                    <a:pt x="4378" y="1583"/>
                  </a:cubicBezTo>
                  <a:lnTo>
                    <a:pt x="4925" y="1705"/>
                  </a:lnTo>
                  <a:cubicBezTo>
                    <a:pt x="4530" y="2374"/>
                    <a:pt x="3891" y="2313"/>
                    <a:pt x="3314" y="2556"/>
                  </a:cubicBezTo>
                  <a:cubicBezTo>
                    <a:pt x="3192" y="1826"/>
                    <a:pt x="3952" y="1553"/>
                    <a:pt x="3861" y="975"/>
                  </a:cubicBezTo>
                  <a:cubicBezTo>
                    <a:pt x="3132" y="793"/>
                    <a:pt x="2949" y="702"/>
                    <a:pt x="2980" y="641"/>
                  </a:cubicBezTo>
                  <a:cubicBezTo>
                    <a:pt x="3101" y="367"/>
                    <a:pt x="3253" y="124"/>
                    <a:pt x="2828" y="33"/>
                  </a:cubicBezTo>
                  <a:cubicBezTo>
                    <a:pt x="2710" y="21"/>
                    <a:pt x="2569" y="0"/>
                    <a:pt x="24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8"/>
            <p:cNvSpPr/>
            <p:nvPr/>
          </p:nvSpPr>
          <p:spPr>
            <a:xfrm>
              <a:off x="2320695" y="2079533"/>
              <a:ext cx="91083" cy="57755"/>
            </a:xfrm>
            <a:custGeom>
              <a:rect b="b" l="l" r="r" t="t"/>
              <a:pathLst>
                <a:path extrusionOk="0" h="1369" w="2159">
                  <a:moveTo>
                    <a:pt x="1246" y="1"/>
                  </a:moveTo>
                  <a:cubicBezTo>
                    <a:pt x="1186" y="31"/>
                    <a:pt x="1064" y="61"/>
                    <a:pt x="1034" y="122"/>
                  </a:cubicBezTo>
                  <a:cubicBezTo>
                    <a:pt x="791" y="487"/>
                    <a:pt x="0" y="730"/>
                    <a:pt x="395" y="1216"/>
                  </a:cubicBezTo>
                  <a:cubicBezTo>
                    <a:pt x="482" y="1325"/>
                    <a:pt x="569" y="1368"/>
                    <a:pt x="657" y="1368"/>
                  </a:cubicBezTo>
                  <a:cubicBezTo>
                    <a:pt x="936" y="1368"/>
                    <a:pt x="1219" y="930"/>
                    <a:pt x="1520" y="791"/>
                  </a:cubicBezTo>
                  <a:cubicBezTo>
                    <a:pt x="2158" y="304"/>
                    <a:pt x="1581" y="183"/>
                    <a:pt x="1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8"/>
            <p:cNvSpPr/>
            <p:nvPr/>
          </p:nvSpPr>
          <p:spPr>
            <a:xfrm>
              <a:off x="2302723" y="2224744"/>
              <a:ext cx="24427" cy="26663"/>
            </a:xfrm>
            <a:custGeom>
              <a:rect b="b" l="l" r="r" t="t"/>
              <a:pathLst>
                <a:path extrusionOk="0" h="632" w="579">
                  <a:moveTo>
                    <a:pt x="300" y="1"/>
                  </a:moveTo>
                  <a:cubicBezTo>
                    <a:pt x="265" y="1"/>
                    <a:pt x="227" y="17"/>
                    <a:pt x="183" y="54"/>
                  </a:cubicBezTo>
                  <a:cubicBezTo>
                    <a:pt x="1" y="206"/>
                    <a:pt x="274" y="419"/>
                    <a:pt x="335" y="632"/>
                  </a:cubicBezTo>
                  <a:cubicBezTo>
                    <a:pt x="426" y="540"/>
                    <a:pt x="517" y="449"/>
                    <a:pt x="578" y="358"/>
                  </a:cubicBezTo>
                  <a:cubicBezTo>
                    <a:pt x="506" y="237"/>
                    <a:pt x="433" y="1"/>
                    <a:pt x="3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8"/>
            <p:cNvSpPr/>
            <p:nvPr/>
          </p:nvSpPr>
          <p:spPr>
            <a:xfrm>
              <a:off x="2356598" y="2318064"/>
              <a:ext cx="16706" cy="18520"/>
            </a:xfrm>
            <a:custGeom>
              <a:rect b="b" l="l" r="r" t="t"/>
              <a:pathLst>
                <a:path extrusionOk="0" h="439" w="396">
                  <a:moveTo>
                    <a:pt x="395" y="31"/>
                  </a:moveTo>
                  <a:cubicBezTo>
                    <a:pt x="243" y="61"/>
                    <a:pt x="0" y="0"/>
                    <a:pt x="31" y="274"/>
                  </a:cubicBezTo>
                  <a:cubicBezTo>
                    <a:pt x="48" y="375"/>
                    <a:pt x="112" y="439"/>
                    <a:pt x="191" y="439"/>
                  </a:cubicBezTo>
                  <a:cubicBezTo>
                    <a:pt x="255" y="439"/>
                    <a:pt x="328" y="398"/>
                    <a:pt x="395" y="304"/>
                  </a:cubicBezTo>
                  <a:lnTo>
                    <a:pt x="395" y="3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8"/>
            <p:cNvSpPr/>
            <p:nvPr/>
          </p:nvSpPr>
          <p:spPr>
            <a:xfrm>
              <a:off x="2270660" y="2179561"/>
              <a:ext cx="11602" cy="14133"/>
            </a:xfrm>
            <a:custGeom>
              <a:rect b="b" l="l" r="r" t="t"/>
              <a:pathLst>
                <a:path extrusionOk="0" h="335" w="275">
                  <a:moveTo>
                    <a:pt x="122" y="0"/>
                  </a:moveTo>
                  <a:cubicBezTo>
                    <a:pt x="1" y="0"/>
                    <a:pt x="1" y="213"/>
                    <a:pt x="1" y="335"/>
                  </a:cubicBezTo>
                  <a:lnTo>
                    <a:pt x="274" y="335"/>
                  </a:lnTo>
                  <a:cubicBezTo>
                    <a:pt x="244" y="213"/>
                    <a:pt x="274" y="0"/>
                    <a:pt x="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8"/>
            <p:cNvSpPr/>
            <p:nvPr/>
          </p:nvSpPr>
          <p:spPr>
            <a:xfrm>
              <a:off x="2464304" y="2313550"/>
              <a:ext cx="11602" cy="5822"/>
            </a:xfrm>
            <a:custGeom>
              <a:rect b="b" l="l" r="r" t="t"/>
              <a:pathLst>
                <a:path extrusionOk="0" h="138" w="275">
                  <a:moveTo>
                    <a:pt x="149" y="1"/>
                  </a:moveTo>
                  <a:cubicBezTo>
                    <a:pt x="107" y="1"/>
                    <a:pt x="61" y="46"/>
                    <a:pt x="1" y="138"/>
                  </a:cubicBezTo>
                  <a:lnTo>
                    <a:pt x="274" y="138"/>
                  </a:lnTo>
                  <a:cubicBezTo>
                    <a:pt x="229" y="46"/>
                    <a:pt x="191" y="1"/>
                    <a:pt x="1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8"/>
            <p:cNvSpPr/>
            <p:nvPr/>
          </p:nvSpPr>
          <p:spPr>
            <a:xfrm>
              <a:off x="2300150" y="2262924"/>
              <a:ext cx="5189" cy="3881"/>
            </a:xfrm>
            <a:custGeom>
              <a:rect b="b" l="l" r="r" t="t"/>
              <a:pathLst>
                <a:path extrusionOk="0" h="92" w="123">
                  <a:moveTo>
                    <a:pt x="122" y="0"/>
                  </a:moveTo>
                  <a:lnTo>
                    <a:pt x="1" y="61"/>
                  </a:lnTo>
                  <a:lnTo>
                    <a:pt x="62" y="91"/>
                  </a:lnTo>
                  <a:lnTo>
                    <a:pt x="1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8"/>
            <p:cNvSpPr/>
            <p:nvPr/>
          </p:nvSpPr>
          <p:spPr>
            <a:xfrm>
              <a:off x="2070647" y="2284145"/>
              <a:ext cx="88509" cy="82055"/>
            </a:xfrm>
            <a:custGeom>
              <a:rect b="b" l="l" r="r" t="t"/>
              <a:pathLst>
                <a:path extrusionOk="0" h="1945" w="2098">
                  <a:moveTo>
                    <a:pt x="1271" y="0"/>
                  </a:moveTo>
                  <a:cubicBezTo>
                    <a:pt x="782" y="0"/>
                    <a:pt x="908" y="835"/>
                    <a:pt x="448" y="835"/>
                  </a:cubicBezTo>
                  <a:cubicBezTo>
                    <a:pt x="440" y="835"/>
                    <a:pt x="433" y="835"/>
                    <a:pt x="426" y="835"/>
                  </a:cubicBezTo>
                  <a:cubicBezTo>
                    <a:pt x="0" y="1108"/>
                    <a:pt x="365" y="1382"/>
                    <a:pt x="426" y="1655"/>
                  </a:cubicBezTo>
                  <a:cubicBezTo>
                    <a:pt x="752" y="1831"/>
                    <a:pt x="1140" y="1944"/>
                    <a:pt x="1523" y="1944"/>
                  </a:cubicBezTo>
                  <a:cubicBezTo>
                    <a:pt x="1603" y="1944"/>
                    <a:pt x="1684" y="1939"/>
                    <a:pt x="1763" y="1929"/>
                  </a:cubicBezTo>
                  <a:cubicBezTo>
                    <a:pt x="1915" y="1625"/>
                    <a:pt x="2097" y="1321"/>
                    <a:pt x="1763" y="986"/>
                  </a:cubicBezTo>
                  <a:cubicBezTo>
                    <a:pt x="1550" y="713"/>
                    <a:pt x="1429" y="379"/>
                    <a:pt x="1489" y="44"/>
                  </a:cubicBezTo>
                  <a:cubicBezTo>
                    <a:pt x="1405" y="14"/>
                    <a:pt x="1333" y="0"/>
                    <a:pt x="12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8"/>
            <p:cNvSpPr/>
            <p:nvPr/>
          </p:nvSpPr>
          <p:spPr>
            <a:xfrm>
              <a:off x="2071912" y="2262123"/>
              <a:ext cx="61594" cy="70369"/>
            </a:xfrm>
            <a:custGeom>
              <a:rect b="b" l="l" r="r" t="t"/>
              <a:pathLst>
                <a:path extrusionOk="0" h="1668" w="1460">
                  <a:moveTo>
                    <a:pt x="1036" y="1"/>
                  </a:moveTo>
                  <a:cubicBezTo>
                    <a:pt x="1001" y="1"/>
                    <a:pt x="969" y="17"/>
                    <a:pt x="943" y="50"/>
                  </a:cubicBezTo>
                  <a:cubicBezTo>
                    <a:pt x="700" y="475"/>
                    <a:pt x="0" y="688"/>
                    <a:pt x="365" y="1357"/>
                  </a:cubicBezTo>
                  <a:cubicBezTo>
                    <a:pt x="372" y="1354"/>
                    <a:pt x="379" y="1353"/>
                    <a:pt x="386" y="1353"/>
                  </a:cubicBezTo>
                  <a:cubicBezTo>
                    <a:pt x="505" y="1353"/>
                    <a:pt x="634" y="1668"/>
                    <a:pt x="751" y="1668"/>
                  </a:cubicBezTo>
                  <a:cubicBezTo>
                    <a:pt x="809" y="1668"/>
                    <a:pt x="864" y="1590"/>
                    <a:pt x="912" y="1357"/>
                  </a:cubicBezTo>
                  <a:cubicBezTo>
                    <a:pt x="943" y="1022"/>
                    <a:pt x="1155" y="688"/>
                    <a:pt x="1459" y="566"/>
                  </a:cubicBezTo>
                  <a:cubicBezTo>
                    <a:pt x="1340" y="209"/>
                    <a:pt x="1165" y="1"/>
                    <a:pt x="1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8"/>
            <p:cNvSpPr/>
            <p:nvPr/>
          </p:nvSpPr>
          <p:spPr>
            <a:xfrm>
              <a:off x="2179618" y="2251365"/>
              <a:ext cx="82139" cy="34678"/>
            </a:xfrm>
            <a:custGeom>
              <a:rect b="b" l="l" r="r" t="t"/>
              <a:pathLst>
                <a:path extrusionOk="0" h="822" w="1947">
                  <a:moveTo>
                    <a:pt x="1338" y="1"/>
                  </a:moveTo>
                  <a:cubicBezTo>
                    <a:pt x="791" y="31"/>
                    <a:pt x="305" y="335"/>
                    <a:pt x="1" y="821"/>
                  </a:cubicBezTo>
                  <a:cubicBezTo>
                    <a:pt x="457" y="684"/>
                    <a:pt x="685" y="616"/>
                    <a:pt x="920" y="616"/>
                  </a:cubicBezTo>
                  <a:cubicBezTo>
                    <a:pt x="1156" y="616"/>
                    <a:pt x="1399" y="684"/>
                    <a:pt x="1885" y="821"/>
                  </a:cubicBezTo>
                  <a:cubicBezTo>
                    <a:pt x="1946" y="365"/>
                    <a:pt x="1520" y="274"/>
                    <a:pt x="13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8"/>
            <p:cNvSpPr/>
            <p:nvPr/>
          </p:nvSpPr>
          <p:spPr>
            <a:xfrm>
              <a:off x="2189617" y="2444544"/>
              <a:ext cx="15694" cy="9492"/>
            </a:xfrm>
            <a:custGeom>
              <a:rect b="b" l="l" r="r" t="t"/>
              <a:pathLst>
                <a:path extrusionOk="0" h="225" w="372">
                  <a:moveTo>
                    <a:pt x="72" y="0"/>
                  </a:moveTo>
                  <a:cubicBezTo>
                    <a:pt x="1" y="0"/>
                    <a:pt x="5" y="40"/>
                    <a:pt x="98" y="133"/>
                  </a:cubicBezTo>
                  <a:cubicBezTo>
                    <a:pt x="159" y="163"/>
                    <a:pt x="220" y="194"/>
                    <a:pt x="311" y="224"/>
                  </a:cubicBezTo>
                  <a:cubicBezTo>
                    <a:pt x="311" y="224"/>
                    <a:pt x="341" y="163"/>
                    <a:pt x="372" y="102"/>
                  </a:cubicBezTo>
                  <a:cubicBezTo>
                    <a:pt x="311" y="72"/>
                    <a:pt x="220" y="42"/>
                    <a:pt x="159" y="11"/>
                  </a:cubicBezTo>
                  <a:cubicBezTo>
                    <a:pt x="123" y="4"/>
                    <a:pt x="94" y="0"/>
                    <a:pt x="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8"/>
            <p:cNvSpPr/>
            <p:nvPr/>
          </p:nvSpPr>
          <p:spPr>
            <a:xfrm>
              <a:off x="2073853" y="2353966"/>
              <a:ext cx="13500" cy="8395"/>
            </a:xfrm>
            <a:custGeom>
              <a:rect b="b" l="l" r="r" t="t"/>
              <a:pathLst>
                <a:path extrusionOk="0" h="199" w="320">
                  <a:moveTo>
                    <a:pt x="106" y="0"/>
                  </a:moveTo>
                  <a:cubicBezTo>
                    <a:pt x="38" y="0"/>
                    <a:pt x="0" y="31"/>
                    <a:pt x="76" y="183"/>
                  </a:cubicBezTo>
                  <a:cubicBezTo>
                    <a:pt x="76" y="194"/>
                    <a:pt x="82" y="199"/>
                    <a:pt x="93" y="199"/>
                  </a:cubicBezTo>
                  <a:cubicBezTo>
                    <a:pt x="139" y="199"/>
                    <a:pt x="270" y="99"/>
                    <a:pt x="319" y="0"/>
                  </a:cubicBezTo>
                  <a:lnTo>
                    <a:pt x="319" y="0"/>
                  </a:lnTo>
                  <a:cubicBezTo>
                    <a:pt x="304" y="10"/>
                    <a:pt x="283" y="14"/>
                    <a:pt x="259" y="14"/>
                  </a:cubicBezTo>
                  <a:cubicBezTo>
                    <a:pt x="211" y="14"/>
                    <a:pt x="152" y="0"/>
                    <a:pt x="1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8"/>
            <p:cNvSpPr/>
            <p:nvPr/>
          </p:nvSpPr>
          <p:spPr>
            <a:xfrm>
              <a:off x="2416842" y="2318528"/>
              <a:ext cx="350114" cy="364331"/>
            </a:xfrm>
            <a:custGeom>
              <a:rect b="b" l="l" r="r" t="t"/>
              <a:pathLst>
                <a:path extrusionOk="0" h="8636" w="8299">
                  <a:moveTo>
                    <a:pt x="7102" y="3249"/>
                  </a:moveTo>
                  <a:cubicBezTo>
                    <a:pt x="7127" y="3249"/>
                    <a:pt x="7131" y="3285"/>
                    <a:pt x="7116" y="3351"/>
                  </a:cubicBezTo>
                  <a:lnTo>
                    <a:pt x="7116" y="3351"/>
                  </a:lnTo>
                  <a:cubicBezTo>
                    <a:pt x="7091" y="3331"/>
                    <a:pt x="7060" y="3315"/>
                    <a:pt x="7022" y="3302"/>
                  </a:cubicBezTo>
                  <a:cubicBezTo>
                    <a:pt x="7058" y="3266"/>
                    <a:pt x="7085" y="3249"/>
                    <a:pt x="7102" y="3249"/>
                  </a:cubicBezTo>
                  <a:close/>
                  <a:moveTo>
                    <a:pt x="7527" y="1"/>
                  </a:moveTo>
                  <a:cubicBezTo>
                    <a:pt x="7406" y="1"/>
                    <a:pt x="7260" y="9"/>
                    <a:pt x="7083" y="20"/>
                  </a:cubicBezTo>
                  <a:lnTo>
                    <a:pt x="7083" y="293"/>
                  </a:lnTo>
                  <a:cubicBezTo>
                    <a:pt x="6779" y="840"/>
                    <a:pt x="6232" y="1418"/>
                    <a:pt x="6232" y="1965"/>
                  </a:cubicBezTo>
                  <a:cubicBezTo>
                    <a:pt x="6262" y="2664"/>
                    <a:pt x="5898" y="2786"/>
                    <a:pt x="5472" y="2998"/>
                  </a:cubicBezTo>
                  <a:cubicBezTo>
                    <a:pt x="5351" y="3363"/>
                    <a:pt x="5047" y="3606"/>
                    <a:pt x="4712" y="3728"/>
                  </a:cubicBezTo>
                  <a:cubicBezTo>
                    <a:pt x="4676" y="3738"/>
                    <a:pt x="4642" y="3742"/>
                    <a:pt x="4611" y="3742"/>
                  </a:cubicBezTo>
                  <a:cubicBezTo>
                    <a:pt x="4249" y="3742"/>
                    <a:pt x="4189" y="3150"/>
                    <a:pt x="3770" y="3150"/>
                  </a:cubicBezTo>
                  <a:cubicBezTo>
                    <a:pt x="3800" y="4032"/>
                    <a:pt x="3162" y="4001"/>
                    <a:pt x="2615" y="4062"/>
                  </a:cubicBezTo>
                  <a:cubicBezTo>
                    <a:pt x="2645" y="4670"/>
                    <a:pt x="3496" y="4579"/>
                    <a:pt x="3557" y="5187"/>
                  </a:cubicBezTo>
                  <a:cubicBezTo>
                    <a:pt x="3983" y="5552"/>
                    <a:pt x="3800" y="5916"/>
                    <a:pt x="3436" y="6129"/>
                  </a:cubicBezTo>
                  <a:cubicBezTo>
                    <a:pt x="3364" y="6165"/>
                    <a:pt x="3300" y="6181"/>
                    <a:pt x="3243" y="6181"/>
                  </a:cubicBezTo>
                  <a:cubicBezTo>
                    <a:pt x="3011" y="6181"/>
                    <a:pt x="2889" y="5917"/>
                    <a:pt x="2767" y="5673"/>
                  </a:cubicBezTo>
                  <a:cubicBezTo>
                    <a:pt x="2402" y="4852"/>
                    <a:pt x="1612" y="4609"/>
                    <a:pt x="852" y="4366"/>
                  </a:cubicBezTo>
                  <a:cubicBezTo>
                    <a:pt x="852" y="4761"/>
                    <a:pt x="700" y="5126"/>
                    <a:pt x="426" y="5430"/>
                  </a:cubicBezTo>
                  <a:cubicBezTo>
                    <a:pt x="1" y="5825"/>
                    <a:pt x="396" y="6007"/>
                    <a:pt x="578" y="6251"/>
                  </a:cubicBezTo>
                  <a:cubicBezTo>
                    <a:pt x="761" y="7011"/>
                    <a:pt x="1642" y="7345"/>
                    <a:pt x="1885" y="7892"/>
                  </a:cubicBezTo>
                  <a:cubicBezTo>
                    <a:pt x="2153" y="8470"/>
                    <a:pt x="2453" y="8636"/>
                    <a:pt x="2771" y="8636"/>
                  </a:cubicBezTo>
                  <a:cubicBezTo>
                    <a:pt x="3139" y="8636"/>
                    <a:pt x="3531" y="8413"/>
                    <a:pt x="3922" y="8348"/>
                  </a:cubicBezTo>
                  <a:cubicBezTo>
                    <a:pt x="4195" y="8318"/>
                    <a:pt x="4469" y="8226"/>
                    <a:pt x="4469" y="7892"/>
                  </a:cubicBezTo>
                  <a:cubicBezTo>
                    <a:pt x="4440" y="6544"/>
                    <a:pt x="5224" y="6278"/>
                    <a:pt x="6283" y="6278"/>
                  </a:cubicBezTo>
                  <a:cubicBezTo>
                    <a:pt x="6346" y="6278"/>
                    <a:pt x="6410" y="6279"/>
                    <a:pt x="6475" y="6281"/>
                  </a:cubicBezTo>
                  <a:cubicBezTo>
                    <a:pt x="6604" y="6291"/>
                    <a:pt x="6749" y="6314"/>
                    <a:pt x="6883" y="6314"/>
                  </a:cubicBezTo>
                  <a:cubicBezTo>
                    <a:pt x="7162" y="6314"/>
                    <a:pt x="7398" y="6216"/>
                    <a:pt x="7357" y="5704"/>
                  </a:cubicBezTo>
                  <a:lnTo>
                    <a:pt x="7083" y="5187"/>
                  </a:lnTo>
                  <a:cubicBezTo>
                    <a:pt x="7022" y="5141"/>
                    <a:pt x="6954" y="5118"/>
                    <a:pt x="6886" y="5118"/>
                  </a:cubicBezTo>
                  <a:cubicBezTo>
                    <a:pt x="6817" y="5118"/>
                    <a:pt x="6749" y="5141"/>
                    <a:pt x="6688" y="5187"/>
                  </a:cubicBezTo>
                  <a:lnTo>
                    <a:pt x="6658" y="5187"/>
                  </a:lnTo>
                  <a:cubicBezTo>
                    <a:pt x="6730" y="5151"/>
                    <a:pt x="6813" y="5104"/>
                    <a:pt x="6901" y="5104"/>
                  </a:cubicBezTo>
                  <a:cubicBezTo>
                    <a:pt x="6960" y="5104"/>
                    <a:pt x="7022" y="5125"/>
                    <a:pt x="7083" y="5187"/>
                  </a:cubicBezTo>
                  <a:lnTo>
                    <a:pt x="7357" y="5187"/>
                  </a:lnTo>
                  <a:cubicBezTo>
                    <a:pt x="7448" y="5065"/>
                    <a:pt x="7539" y="4974"/>
                    <a:pt x="7630" y="4913"/>
                  </a:cubicBezTo>
                  <a:cubicBezTo>
                    <a:pt x="7782" y="4396"/>
                    <a:pt x="6931" y="4245"/>
                    <a:pt x="7235" y="3697"/>
                  </a:cubicBezTo>
                  <a:cubicBezTo>
                    <a:pt x="7235" y="3590"/>
                    <a:pt x="7224" y="3492"/>
                    <a:pt x="7178" y="3418"/>
                  </a:cubicBezTo>
                  <a:lnTo>
                    <a:pt x="7178" y="3418"/>
                  </a:lnTo>
                  <a:lnTo>
                    <a:pt x="7326" y="3545"/>
                  </a:lnTo>
                  <a:cubicBezTo>
                    <a:pt x="7384" y="3555"/>
                    <a:pt x="7434" y="3559"/>
                    <a:pt x="7479" y="3559"/>
                  </a:cubicBezTo>
                  <a:cubicBezTo>
                    <a:pt x="7997" y="3559"/>
                    <a:pt x="7680" y="2949"/>
                    <a:pt x="7904" y="2725"/>
                  </a:cubicBezTo>
                  <a:cubicBezTo>
                    <a:pt x="7904" y="2725"/>
                    <a:pt x="7934" y="2694"/>
                    <a:pt x="7934" y="2634"/>
                  </a:cubicBezTo>
                  <a:cubicBezTo>
                    <a:pt x="7965" y="2573"/>
                    <a:pt x="7934" y="2512"/>
                    <a:pt x="7904" y="2451"/>
                  </a:cubicBezTo>
                  <a:cubicBezTo>
                    <a:pt x="7661" y="2299"/>
                    <a:pt x="7691" y="2117"/>
                    <a:pt x="7904" y="1934"/>
                  </a:cubicBezTo>
                  <a:cubicBezTo>
                    <a:pt x="8086" y="1813"/>
                    <a:pt x="8299" y="1752"/>
                    <a:pt x="8238" y="1509"/>
                  </a:cubicBezTo>
                  <a:cubicBezTo>
                    <a:pt x="8208" y="1418"/>
                    <a:pt x="8025" y="1418"/>
                    <a:pt x="7904" y="1387"/>
                  </a:cubicBezTo>
                  <a:cubicBezTo>
                    <a:pt x="8080" y="203"/>
                    <a:pt x="8110" y="1"/>
                    <a:pt x="75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8"/>
            <p:cNvSpPr/>
            <p:nvPr/>
          </p:nvSpPr>
          <p:spPr>
            <a:xfrm>
              <a:off x="2357863" y="2581234"/>
              <a:ext cx="229584" cy="293709"/>
            </a:xfrm>
            <a:custGeom>
              <a:rect b="b" l="l" r="r" t="t"/>
              <a:pathLst>
                <a:path extrusionOk="0" h="6962" w="5442">
                  <a:moveTo>
                    <a:pt x="2185" y="1"/>
                  </a:moveTo>
                  <a:cubicBezTo>
                    <a:pt x="2121" y="1"/>
                    <a:pt x="2052" y="8"/>
                    <a:pt x="1976" y="24"/>
                  </a:cubicBezTo>
                  <a:lnTo>
                    <a:pt x="1733" y="24"/>
                  </a:lnTo>
                  <a:cubicBezTo>
                    <a:pt x="1662" y="167"/>
                    <a:pt x="1590" y="216"/>
                    <a:pt x="1519" y="216"/>
                  </a:cubicBezTo>
                  <a:cubicBezTo>
                    <a:pt x="1408" y="216"/>
                    <a:pt x="1297" y="98"/>
                    <a:pt x="1186" y="24"/>
                  </a:cubicBezTo>
                  <a:lnTo>
                    <a:pt x="913" y="24"/>
                  </a:lnTo>
                  <a:lnTo>
                    <a:pt x="913" y="236"/>
                  </a:lnTo>
                  <a:cubicBezTo>
                    <a:pt x="882" y="236"/>
                    <a:pt x="882" y="267"/>
                    <a:pt x="852" y="328"/>
                  </a:cubicBezTo>
                  <a:cubicBezTo>
                    <a:pt x="821" y="419"/>
                    <a:pt x="852" y="480"/>
                    <a:pt x="913" y="510"/>
                  </a:cubicBezTo>
                  <a:cubicBezTo>
                    <a:pt x="1156" y="692"/>
                    <a:pt x="1095" y="844"/>
                    <a:pt x="943" y="1057"/>
                  </a:cubicBezTo>
                  <a:cubicBezTo>
                    <a:pt x="457" y="1817"/>
                    <a:pt x="1" y="2546"/>
                    <a:pt x="365" y="3489"/>
                  </a:cubicBezTo>
                  <a:cubicBezTo>
                    <a:pt x="335" y="3793"/>
                    <a:pt x="244" y="4066"/>
                    <a:pt x="92" y="4309"/>
                  </a:cubicBezTo>
                  <a:cubicBezTo>
                    <a:pt x="92" y="4309"/>
                    <a:pt x="61" y="4340"/>
                    <a:pt x="31" y="4401"/>
                  </a:cubicBezTo>
                  <a:cubicBezTo>
                    <a:pt x="31" y="4492"/>
                    <a:pt x="31" y="4553"/>
                    <a:pt x="92" y="4613"/>
                  </a:cubicBezTo>
                  <a:cubicBezTo>
                    <a:pt x="213" y="5191"/>
                    <a:pt x="244" y="5738"/>
                    <a:pt x="821" y="6255"/>
                  </a:cubicBezTo>
                  <a:cubicBezTo>
                    <a:pt x="1318" y="6732"/>
                    <a:pt x="1438" y="6962"/>
                    <a:pt x="1760" y="6962"/>
                  </a:cubicBezTo>
                  <a:cubicBezTo>
                    <a:pt x="1929" y="6962"/>
                    <a:pt x="2156" y="6898"/>
                    <a:pt x="2524" y="6771"/>
                  </a:cubicBezTo>
                  <a:cubicBezTo>
                    <a:pt x="2767" y="6285"/>
                    <a:pt x="2919" y="5586"/>
                    <a:pt x="3283" y="5434"/>
                  </a:cubicBezTo>
                  <a:cubicBezTo>
                    <a:pt x="4074" y="5100"/>
                    <a:pt x="3831" y="4553"/>
                    <a:pt x="3861" y="4066"/>
                  </a:cubicBezTo>
                  <a:cubicBezTo>
                    <a:pt x="4682" y="4036"/>
                    <a:pt x="4469" y="2942"/>
                    <a:pt x="5168" y="2790"/>
                  </a:cubicBezTo>
                  <a:cubicBezTo>
                    <a:pt x="5259" y="2729"/>
                    <a:pt x="5350" y="2638"/>
                    <a:pt x="5381" y="2546"/>
                  </a:cubicBezTo>
                  <a:cubicBezTo>
                    <a:pt x="5411" y="2425"/>
                    <a:pt x="5442" y="2303"/>
                    <a:pt x="5411" y="2182"/>
                  </a:cubicBezTo>
                  <a:cubicBezTo>
                    <a:pt x="5381" y="2060"/>
                    <a:pt x="5320" y="1969"/>
                    <a:pt x="5229" y="1878"/>
                  </a:cubicBezTo>
                  <a:cubicBezTo>
                    <a:pt x="5061" y="1725"/>
                    <a:pt x="4928" y="1666"/>
                    <a:pt x="4816" y="1666"/>
                  </a:cubicBezTo>
                  <a:cubicBezTo>
                    <a:pt x="4482" y="1666"/>
                    <a:pt x="4339" y="2189"/>
                    <a:pt x="4043" y="2303"/>
                  </a:cubicBezTo>
                  <a:cubicBezTo>
                    <a:pt x="3770" y="1969"/>
                    <a:pt x="3922" y="1452"/>
                    <a:pt x="3527" y="1118"/>
                  </a:cubicBezTo>
                  <a:cubicBezTo>
                    <a:pt x="3223" y="875"/>
                    <a:pt x="2858" y="966"/>
                    <a:pt x="2554" y="814"/>
                  </a:cubicBezTo>
                  <a:cubicBezTo>
                    <a:pt x="2037" y="571"/>
                    <a:pt x="2827" y="176"/>
                    <a:pt x="2372" y="24"/>
                  </a:cubicBezTo>
                  <a:cubicBezTo>
                    <a:pt x="2311" y="8"/>
                    <a:pt x="2250" y="1"/>
                    <a:pt x="2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8"/>
            <p:cNvSpPr/>
            <p:nvPr/>
          </p:nvSpPr>
          <p:spPr>
            <a:xfrm>
              <a:off x="2437388" y="2433449"/>
              <a:ext cx="39698" cy="46322"/>
            </a:xfrm>
            <a:custGeom>
              <a:rect b="b" l="l" r="r" t="t"/>
              <a:pathLst>
                <a:path extrusionOk="0" h="1098" w="941">
                  <a:moveTo>
                    <a:pt x="639" y="1"/>
                  </a:moveTo>
                  <a:cubicBezTo>
                    <a:pt x="0" y="244"/>
                    <a:pt x="365" y="700"/>
                    <a:pt x="365" y="1095"/>
                  </a:cubicBezTo>
                  <a:cubicBezTo>
                    <a:pt x="382" y="1097"/>
                    <a:pt x="399" y="1097"/>
                    <a:pt x="416" y="1097"/>
                  </a:cubicBezTo>
                  <a:cubicBezTo>
                    <a:pt x="723" y="1097"/>
                    <a:pt x="941" y="836"/>
                    <a:pt x="912" y="548"/>
                  </a:cubicBezTo>
                  <a:cubicBezTo>
                    <a:pt x="882" y="457"/>
                    <a:pt x="882" y="365"/>
                    <a:pt x="912" y="274"/>
                  </a:cubicBezTo>
                  <a:cubicBezTo>
                    <a:pt x="821" y="183"/>
                    <a:pt x="730" y="92"/>
                    <a:pt x="6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8"/>
            <p:cNvSpPr/>
            <p:nvPr/>
          </p:nvSpPr>
          <p:spPr>
            <a:xfrm>
              <a:off x="2407898" y="2582204"/>
              <a:ext cx="30797" cy="28772"/>
            </a:xfrm>
            <a:custGeom>
              <a:rect b="b" l="l" r="r" t="t"/>
              <a:pathLst>
                <a:path extrusionOk="0" h="682" w="730">
                  <a:moveTo>
                    <a:pt x="0" y="1"/>
                  </a:moveTo>
                  <a:cubicBezTo>
                    <a:pt x="61" y="153"/>
                    <a:pt x="182" y="335"/>
                    <a:pt x="243" y="457"/>
                  </a:cubicBezTo>
                  <a:cubicBezTo>
                    <a:pt x="296" y="535"/>
                    <a:pt x="348" y="681"/>
                    <a:pt x="459" y="681"/>
                  </a:cubicBezTo>
                  <a:cubicBezTo>
                    <a:pt x="477" y="681"/>
                    <a:pt x="496" y="678"/>
                    <a:pt x="517" y="669"/>
                  </a:cubicBezTo>
                  <a:cubicBezTo>
                    <a:pt x="730" y="578"/>
                    <a:pt x="547" y="396"/>
                    <a:pt x="547" y="244"/>
                  </a:cubicBezTo>
                  <a:cubicBezTo>
                    <a:pt x="547" y="153"/>
                    <a:pt x="547" y="61"/>
                    <a:pt x="5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8"/>
            <p:cNvSpPr/>
            <p:nvPr/>
          </p:nvSpPr>
          <p:spPr>
            <a:xfrm>
              <a:off x="2258763" y="2360168"/>
              <a:ext cx="26072" cy="18141"/>
            </a:xfrm>
            <a:custGeom>
              <a:rect b="b" l="l" r="r" t="t"/>
              <a:pathLst>
                <a:path extrusionOk="0" h="430" w="618">
                  <a:moveTo>
                    <a:pt x="409" y="1"/>
                  </a:moveTo>
                  <a:cubicBezTo>
                    <a:pt x="246" y="1"/>
                    <a:pt x="94" y="115"/>
                    <a:pt x="40" y="279"/>
                  </a:cubicBezTo>
                  <a:cubicBezTo>
                    <a:pt x="1" y="396"/>
                    <a:pt x="23" y="429"/>
                    <a:pt x="66" y="429"/>
                  </a:cubicBezTo>
                  <a:cubicBezTo>
                    <a:pt x="123" y="429"/>
                    <a:pt x="218" y="370"/>
                    <a:pt x="252" y="370"/>
                  </a:cubicBezTo>
                  <a:cubicBezTo>
                    <a:pt x="299" y="370"/>
                    <a:pt x="352" y="376"/>
                    <a:pt x="402" y="376"/>
                  </a:cubicBezTo>
                  <a:cubicBezTo>
                    <a:pt x="515" y="376"/>
                    <a:pt x="617" y="347"/>
                    <a:pt x="617" y="157"/>
                  </a:cubicBezTo>
                  <a:cubicBezTo>
                    <a:pt x="617" y="96"/>
                    <a:pt x="526" y="66"/>
                    <a:pt x="465" y="5"/>
                  </a:cubicBezTo>
                  <a:cubicBezTo>
                    <a:pt x="446" y="2"/>
                    <a:pt x="428" y="1"/>
                    <a:pt x="4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8"/>
            <p:cNvSpPr/>
            <p:nvPr/>
          </p:nvSpPr>
          <p:spPr>
            <a:xfrm>
              <a:off x="2271420" y="2532211"/>
              <a:ext cx="17255" cy="17170"/>
            </a:xfrm>
            <a:custGeom>
              <a:rect b="b" l="l" r="r" t="t"/>
              <a:pathLst>
                <a:path extrusionOk="0" h="407" w="409">
                  <a:moveTo>
                    <a:pt x="135" y="0"/>
                  </a:moveTo>
                  <a:cubicBezTo>
                    <a:pt x="74" y="61"/>
                    <a:pt x="44" y="152"/>
                    <a:pt x="13" y="243"/>
                  </a:cubicBezTo>
                  <a:cubicBezTo>
                    <a:pt x="1" y="370"/>
                    <a:pt x="30" y="407"/>
                    <a:pt x="73" y="407"/>
                  </a:cubicBezTo>
                  <a:cubicBezTo>
                    <a:pt x="134" y="407"/>
                    <a:pt x="221" y="335"/>
                    <a:pt x="256" y="335"/>
                  </a:cubicBezTo>
                  <a:cubicBezTo>
                    <a:pt x="378" y="335"/>
                    <a:pt x="408" y="183"/>
                    <a:pt x="348" y="122"/>
                  </a:cubicBezTo>
                  <a:cubicBezTo>
                    <a:pt x="287" y="61"/>
                    <a:pt x="196" y="31"/>
                    <a:pt x="1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8"/>
            <p:cNvSpPr/>
            <p:nvPr/>
          </p:nvSpPr>
          <p:spPr>
            <a:xfrm>
              <a:off x="2270660" y="2479602"/>
              <a:ext cx="5189" cy="5189"/>
            </a:xfrm>
            <a:custGeom>
              <a:rect b="b" l="l" r="r" t="t"/>
              <a:pathLst>
                <a:path extrusionOk="0" h="123" w="123">
                  <a:moveTo>
                    <a:pt x="1" y="1"/>
                  </a:moveTo>
                  <a:lnTo>
                    <a:pt x="62" y="123"/>
                  </a:lnTo>
                  <a:lnTo>
                    <a:pt x="122" y="62"/>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8"/>
            <p:cNvSpPr/>
            <p:nvPr/>
          </p:nvSpPr>
          <p:spPr>
            <a:xfrm>
              <a:off x="2445066" y="2479602"/>
              <a:ext cx="7720" cy="11602"/>
            </a:xfrm>
            <a:custGeom>
              <a:rect b="b" l="l" r="r" t="t"/>
              <a:pathLst>
                <a:path extrusionOk="0" h="275" w="183">
                  <a:moveTo>
                    <a:pt x="183" y="1"/>
                  </a:moveTo>
                  <a:cubicBezTo>
                    <a:pt x="1" y="92"/>
                    <a:pt x="1" y="183"/>
                    <a:pt x="183" y="275"/>
                  </a:cubicBezTo>
                  <a:lnTo>
                    <a:pt x="1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8"/>
            <p:cNvSpPr/>
            <p:nvPr/>
          </p:nvSpPr>
          <p:spPr>
            <a:xfrm>
              <a:off x="2262982" y="2547567"/>
              <a:ext cx="7720" cy="11602"/>
            </a:xfrm>
            <a:custGeom>
              <a:rect b="b" l="l" r="r" t="t"/>
              <a:pathLst>
                <a:path extrusionOk="0" h="275" w="183">
                  <a:moveTo>
                    <a:pt x="183" y="1"/>
                  </a:moveTo>
                  <a:cubicBezTo>
                    <a:pt x="0" y="92"/>
                    <a:pt x="0" y="183"/>
                    <a:pt x="183" y="275"/>
                  </a:cubicBezTo>
                  <a:lnTo>
                    <a:pt x="1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8"/>
            <p:cNvSpPr/>
            <p:nvPr/>
          </p:nvSpPr>
          <p:spPr>
            <a:xfrm>
              <a:off x="2360437" y="2730959"/>
              <a:ext cx="23119" cy="34678"/>
            </a:xfrm>
            <a:custGeom>
              <a:rect b="b" l="l" r="r" t="t"/>
              <a:pathLst>
                <a:path extrusionOk="0" h="822" w="548">
                  <a:moveTo>
                    <a:pt x="304" y="1"/>
                  </a:moveTo>
                  <a:lnTo>
                    <a:pt x="304" y="1"/>
                  </a:lnTo>
                  <a:cubicBezTo>
                    <a:pt x="0" y="183"/>
                    <a:pt x="31" y="487"/>
                    <a:pt x="31" y="821"/>
                  </a:cubicBezTo>
                  <a:cubicBezTo>
                    <a:pt x="274" y="578"/>
                    <a:pt x="548" y="365"/>
                    <a:pt x="3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8"/>
            <p:cNvSpPr/>
            <p:nvPr/>
          </p:nvSpPr>
          <p:spPr>
            <a:xfrm>
              <a:off x="2316856" y="2802763"/>
              <a:ext cx="17972" cy="14175"/>
            </a:xfrm>
            <a:custGeom>
              <a:rect b="b" l="l" r="r" t="t"/>
              <a:pathLst>
                <a:path extrusionOk="0" h="336" w="426">
                  <a:moveTo>
                    <a:pt x="274" y="1"/>
                  </a:moveTo>
                  <a:cubicBezTo>
                    <a:pt x="213" y="1"/>
                    <a:pt x="122" y="31"/>
                    <a:pt x="61" y="92"/>
                  </a:cubicBezTo>
                  <a:cubicBezTo>
                    <a:pt x="0" y="183"/>
                    <a:pt x="30" y="274"/>
                    <a:pt x="122" y="335"/>
                  </a:cubicBezTo>
                  <a:cubicBezTo>
                    <a:pt x="213" y="305"/>
                    <a:pt x="274" y="244"/>
                    <a:pt x="334" y="183"/>
                  </a:cubicBezTo>
                  <a:cubicBezTo>
                    <a:pt x="426" y="92"/>
                    <a:pt x="395" y="1"/>
                    <a:pt x="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8"/>
            <p:cNvSpPr/>
            <p:nvPr/>
          </p:nvSpPr>
          <p:spPr>
            <a:xfrm>
              <a:off x="2388660" y="2593763"/>
              <a:ext cx="7720" cy="11559"/>
            </a:xfrm>
            <a:custGeom>
              <a:rect b="b" l="l" r="r" t="t"/>
              <a:pathLst>
                <a:path extrusionOk="0" h="274" w="183">
                  <a:moveTo>
                    <a:pt x="183" y="0"/>
                  </a:moveTo>
                  <a:cubicBezTo>
                    <a:pt x="0" y="91"/>
                    <a:pt x="0" y="183"/>
                    <a:pt x="183" y="274"/>
                  </a:cubicBezTo>
                  <a:lnTo>
                    <a:pt x="1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8"/>
            <p:cNvSpPr/>
            <p:nvPr/>
          </p:nvSpPr>
          <p:spPr>
            <a:xfrm>
              <a:off x="2352758" y="2764288"/>
              <a:ext cx="8986" cy="12867"/>
            </a:xfrm>
            <a:custGeom>
              <a:rect b="b" l="l" r="r" t="t"/>
              <a:pathLst>
                <a:path extrusionOk="0" h="305" w="213">
                  <a:moveTo>
                    <a:pt x="213" y="1"/>
                  </a:moveTo>
                  <a:cubicBezTo>
                    <a:pt x="0" y="92"/>
                    <a:pt x="31" y="183"/>
                    <a:pt x="213" y="305"/>
                  </a:cubicBezTo>
                  <a:lnTo>
                    <a:pt x="2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8"/>
            <p:cNvSpPr/>
            <p:nvPr/>
          </p:nvSpPr>
          <p:spPr>
            <a:xfrm>
              <a:off x="2522017" y="2682569"/>
              <a:ext cx="138544" cy="104625"/>
            </a:xfrm>
            <a:custGeom>
              <a:rect b="b" l="l" r="r" t="t"/>
              <a:pathLst>
                <a:path extrusionOk="0" h="2480" w="3284">
                  <a:moveTo>
                    <a:pt x="959" y="1"/>
                  </a:moveTo>
                  <a:cubicBezTo>
                    <a:pt x="892" y="1"/>
                    <a:pt x="809" y="61"/>
                    <a:pt x="699" y="236"/>
                  </a:cubicBezTo>
                  <a:cubicBezTo>
                    <a:pt x="426" y="692"/>
                    <a:pt x="487" y="1330"/>
                    <a:pt x="0" y="1695"/>
                  </a:cubicBezTo>
                  <a:cubicBezTo>
                    <a:pt x="61" y="1725"/>
                    <a:pt x="183" y="1755"/>
                    <a:pt x="213" y="1816"/>
                  </a:cubicBezTo>
                  <a:cubicBezTo>
                    <a:pt x="608" y="2455"/>
                    <a:pt x="1247" y="2272"/>
                    <a:pt x="1794" y="2455"/>
                  </a:cubicBezTo>
                  <a:cubicBezTo>
                    <a:pt x="1857" y="2472"/>
                    <a:pt x="1911" y="2479"/>
                    <a:pt x="1957" y="2479"/>
                  </a:cubicBezTo>
                  <a:cubicBezTo>
                    <a:pt x="2382" y="2479"/>
                    <a:pt x="2197" y="1840"/>
                    <a:pt x="2548" y="1840"/>
                  </a:cubicBezTo>
                  <a:cubicBezTo>
                    <a:pt x="2568" y="1840"/>
                    <a:pt x="2590" y="1842"/>
                    <a:pt x="2614" y="1847"/>
                  </a:cubicBezTo>
                  <a:cubicBezTo>
                    <a:pt x="2628" y="1850"/>
                    <a:pt x="2641" y="1851"/>
                    <a:pt x="2654" y="1851"/>
                  </a:cubicBezTo>
                  <a:cubicBezTo>
                    <a:pt x="2762" y="1851"/>
                    <a:pt x="2871" y="1749"/>
                    <a:pt x="2979" y="1695"/>
                  </a:cubicBezTo>
                  <a:lnTo>
                    <a:pt x="3253" y="1421"/>
                  </a:lnTo>
                  <a:cubicBezTo>
                    <a:pt x="3283" y="1178"/>
                    <a:pt x="2645" y="1451"/>
                    <a:pt x="2949" y="1026"/>
                  </a:cubicBezTo>
                  <a:cubicBezTo>
                    <a:pt x="3161" y="752"/>
                    <a:pt x="3253" y="479"/>
                    <a:pt x="3040" y="205"/>
                  </a:cubicBezTo>
                  <a:cubicBezTo>
                    <a:pt x="2940" y="95"/>
                    <a:pt x="2843" y="54"/>
                    <a:pt x="2750" y="54"/>
                  </a:cubicBezTo>
                  <a:cubicBezTo>
                    <a:pt x="2559" y="54"/>
                    <a:pt x="2382" y="225"/>
                    <a:pt x="2219" y="327"/>
                  </a:cubicBezTo>
                  <a:cubicBezTo>
                    <a:pt x="2082" y="418"/>
                    <a:pt x="1930" y="464"/>
                    <a:pt x="1778" y="464"/>
                  </a:cubicBezTo>
                  <a:cubicBezTo>
                    <a:pt x="1627" y="464"/>
                    <a:pt x="1475" y="418"/>
                    <a:pt x="1338" y="327"/>
                  </a:cubicBezTo>
                  <a:cubicBezTo>
                    <a:pt x="1189" y="327"/>
                    <a:pt x="1115" y="1"/>
                    <a:pt x="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8"/>
            <p:cNvSpPr/>
            <p:nvPr/>
          </p:nvSpPr>
          <p:spPr>
            <a:xfrm>
              <a:off x="2407898" y="2935951"/>
              <a:ext cx="33370" cy="34847"/>
            </a:xfrm>
            <a:custGeom>
              <a:rect b="b" l="l" r="r" t="t"/>
              <a:pathLst>
                <a:path extrusionOk="0" h="826" w="791">
                  <a:moveTo>
                    <a:pt x="563" y="1"/>
                  </a:moveTo>
                  <a:cubicBezTo>
                    <a:pt x="349" y="1"/>
                    <a:pt x="134" y="33"/>
                    <a:pt x="0" y="278"/>
                  </a:cubicBezTo>
                  <a:cubicBezTo>
                    <a:pt x="31" y="278"/>
                    <a:pt x="31" y="309"/>
                    <a:pt x="61" y="370"/>
                  </a:cubicBezTo>
                  <a:cubicBezTo>
                    <a:pt x="91" y="430"/>
                    <a:pt x="61" y="491"/>
                    <a:pt x="0" y="552"/>
                  </a:cubicBezTo>
                  <a:cubicBezTo>
                    <a:pt x="91" y="734"/>
                    <a:pt x="304" y="826"/>
                    <a:pt x="547" y="826"/>
                  </a:cubicBezTo>
                  <a:cubicBezTo>
                    <a:pt x="547" y="522"/>
                    <a:pt x="638" y="248"/>
                    <a:pt x="790" y="5"/>
                  </a:cubicBezTo>
                  <a:cubicBezTo>
                    <a:pt x="717" y="5"/>
                    <a:pt x="640" y="1"/>
                    <a:pt x="5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8"/>
            <p:cNvSpPr/>
            <p:nvPr/>
          </p:nvSpPr>
          <p:spPr>
            <a:xfrm>
              <a:off x="2607912" y="2828414"/>
              <a:ext cx="5189" cy="5189"/>
            </a:xfrm>
            <a:custGeom>
              <a:rect b="b" l="l" r="r" t="t"/>
              <a:pathLst>
                <a:path extrusionOk="0" h="123" w="123">
                  <a:moveTo>
                    <a:pt x="62" y="1"/>
                  </a:moveTo>
                  <a:lnTo>
                    <a:pt x="1" y="61"/>
                  </a:lnTo>
                  <a:lnTo>
                    <a:pt x="122" y="122"/>
                  </a:lnTo>
                  <a:lnTo>
                    <a:pt x="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8"/>
            <p:cNvSpPr/>
            <p:nvPr/>
          </p:nvSpPr>
          <p:spPr>
            <a:xfrm>
              <a:off x="2586143" y="2885157"/>
              <a:ext cx="3881" cy="4852"/>
            </a:xfrm>
            <a:custGeom>
              <a:rect b="b" l="l" r="r" t="t"/>
              <a:pathLst>
                <a:path extrusionOk="0" h="115" w="92">
                  <a:moveTo>
                    <a:pt x="23" y="1"/>
                  </a:moveTo>
                  <a:cubicBezTo>
                    <a:pt x="10" y="1"/>
                    <a:pt x="0" y="18"/>
                    <a:pt x="0" y="54"/>
                  </a:cubicBezTo>
                  <a:cubicBezTo>
                    <a:pt x="0" y="84"/>
                    <a:pt x="61" y="84"/>
                    <a:pt x="91" y="115"/>
                  </a:cubicBezTo>
                  <a:cubicBezTo>
                    <a:pt x="73" y="41"/>
                    <a:pt x="43"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8"/>
            <p:cNvSpPr/>
            <p:nvPr/>
          </p:nvSpPr>
          <p:spPr>
            <a:xfrm>
              <a:off x="2356598" y="2889966"/>
              <a:ext cx="16706" cy="9028"/>
            </a:xfrm>
            <a:custGeom>
              <a:rect b="b" l="l" r="r" t="t"/>
              <a:pathLst>
                <a:path extrusionOk="0" h="214" w="396">
                  <a:moveTo>
                    <a:pt x="395" y="1"/>
                  </a:moveTo>
                  <a:cubicBezTo>
                    <a:pt x="304" y="1"/>
                    <a:pt x="213" y="31"/>
                    <a:pt x="152" y="31"/>
                  </a:cubicBezTo>
                  <a:cubicBezTo>
                    <a:pt x="31" y="61"/>
                    <a:pt x="0" y="153"/>
                    <a:pt x="122" y="213"/>
                  </a:cubicBezTo>
                  <a:cubicBezTo>
                    <a:pt x="152" y="213"/>
                    <a:pt x="274" y="153"/>
                    <a:pt x="335" y="122"/>
                  </a:cubicBezTo>
                  <a:lnTo>
                    <a:pt x="39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8"/>
            <p:cNvSpPr/>
            <p:nvPr/>
          </p:nvSpPr>
          <p:spPr>
            <a:xfrm>
              <a:off x="2407898" y="2947679"/>
              <a:ext cx="7720" cy="11559"/>
            </a:xfrm>
            <a:custGeom>
              <a:rect b="b" l="l" r="r" t="t"/>
              <a:pathLst>
                <a:path extrusionOk="0" h="274" w="183">
                  <a:moveTo>
                    <a:pt x="0" y="0"/>
                  </a:moveTo>
                  <a:lnTo>
                    <a:pt x="0" y="274"/>
                  </a:lnTo>
                  <a:cubicBezTo>
                    <a:pt x="182" y="183"/>
                    <a:pt x="182" y="9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8"/>
            <p:cNvSpPr/>
            <p:nvPr/>
          </p:nvSpPr>
          <p:spPr>
            <a:xfrm>
              <a:off x="2806702" y="2262418"/>
              <a:ext cx="235955" cy="506419"/>
            </a:xfrm>
            <a:custGeom>
              <a:rect b="b" l="l" r="r" t="t"/>
              <a:pathLst>
                <a:path extrusionOk="0" h="12004" w="5593">
                  <a:moveTo>
                    <a:pt x="2852" y="0"/>
                  </a:moveTo>
                  <a:cubicBezTo>
                    <a:pt x="2490" y="0"/>
                    <a:pt x="2035" y="162"/>
                    <a:pt x="2219" y="346"/>
                  </a:cubicBezTo>
                  <a:cubicBezTo>
                    <a:pt x="2797" y="1015"/>
                    <a:pt x="2432" y="2140"/>
                    <a:pt x="3374" y="2565"/>
                  </a:cubicBezTo>
                  <a:cubicBezTo>
                    <a:pt x="3435" y="2535"/>
                    <a:pt x="3496" y="2474"/>
                    <a:pt x="3556" y="2444"/>
                  </a:cubicBezTo>
                  <a:lnTo>
                    <a:pt x="3556" y="2444"/>
                  </a:lnTo>
                  <a:cubicBezTo>
                    <a:pt x="3526" y="2474"/>
                    <a:pt x="3465" y="2505"/>
                    <a:pt x="3435" y="2565"/>
                  </a:cubicBezTo>
                  <a:cubicBezTo>
                    <a:pt x="2705" y="3508"/>
                    <a:pt x="2918" y="5027"/>
                    <a:pt x="1642" y="5696"/>
                  </a:cubicBezTo>
                  <a:lnTo>
                    <a:pt x="1368" y="5970"/>
                  </a:lnTo>
                  <a:cubicBezTo>
                    <a:pt x="699" y="6912"/>
                    <a:pt x="0" y="7915"/>
                    <a:pt x="578" y="9192"/>
                  </a:cubicBezTo>
                  <a:cubicBezTo>
                    <a:pt x="638" y="9556"/>
                    <a:pt x="1520" y="9344"/>
                    <a:pt x="1094" y="10012"/>
                  </a:cubicBezTo>
                  <a:lnTo>
                    <a:pt x="1155" y="10164"/>
                  </a:lnTo>
                  <a:cubicBezTo>
                    <a:pt x="1064" y="10468"/>
                    <a:pt x="1885" y="10225"/>
                    <a:pt x="1429" y="10681"/>
                  </a:cubicBezTo>
                  <a:lnTo>
                    <a:pt x="1368" y="10833"/>
                  </a:lnTo>
                  <a:cubicBezTo>
                    <a:pt x="1490" y="11289"/>
                    <a:pt x="2219" y="11319"/>
                    <a:pt x="2189" y="11897"/>
                  </a:cubicBezTo>
                  <a:cubicBezTo>
                    <a:pt x="2292" y="11972"/>
                    <a:pt x="2381" y="12003"/>
                    <a:pt x="2458" y="12003"/>
                  </a:cubicBezTo>
                  <a:cubicBezTo>
                    <a:pt x="2808" y="12003"/>
                    <a:pt x="2941" y="11377"/>
                    <a:pt x="3280" y="11377"/>
                  </a:cubicBezTo>
                  <a:cubicBezTo>
                    <a:pt x="3352" y="11377"/>
                    <a:pt x="3432" y="11404"/>
                    <a:pt x="3526" y="11471"/>
                  </a:cubicBezTo>
                  <a:cubicBezTo>
                    <a:pt x="3678" y="11350"/>
                    <a:pt x="3769" y="11198"/>
                    <a:pt x="3830" y="11015"/>
                  </a:cubicBezTo>
                  <a:cubicBezTo>
                    <a:pt x="3891" y="10833"/>
                    <a:pt x="3921" y="10651"/>
                    <a:pt x="3921" y="10468"/>
                  </a:cubicBezTo>
                  <a:cubicBezTo>
                    <a:pt x="3921" y="10347"/>
                    <a:pt x="3860" y="10225"/>
                    <a:pt x="3739" y="10134"/>
                  </a:cubicBezTo>
                  <a:cubicBezTo>
                    <a:pt x="2341" y="9435"/>
                    <a:pt x="3860" y="8310"/>
                    <a:pt x="3344" y="7459"/>
                  </a:cubicBezTo>
                  <a:lnTo>
                    <a:pt x="3344" y="7459"/>
                  </a:lnTo>
                  <a:cubicBezTo>
                    <a:pt x="3855" y="7647"/>
                    <a:pt x="3961" y="8477"/>
                    <a:pt x="4589" y="8477"/>
                  </a:cubicBezTo>
                  <a:cubicBezTo>
                    <a:pt x="4671" y="8477"/>
                    <a:pt x="4762" y="8463"/>
                    <a:pt x="4863" y="8432"/>
                  </a:cubicBezTo>
                  <a:cubicBezTo>
                    <a:pt x="5289" y="7368"/>
                    <a:pt x="4742" y="6213"/>
                    <a:pt x="5167" y="5149"/>
                  </a:cubicBezTo>
                  <a:lnTo>
                    <a:pt x="5441" y="5149"/>
                  </a:lnTo>
                  <a:cubicBezTo>
                    <a:pt x="5502" y="4571"/>
                    <a:pt x="5593" y="3964"/>
                    <a:pt x="5046" y="3568"/>
                  </a:cubicBezTo>
                  <a:cubicBezTo>
                    <a:pt x="4468" y="3204"/>
                    <a:pt x="5198" y="2991"/>
                    <a:pt x="5167" y="2717"/>
                  </a:cubicBezTo>
                  <a:cubicBezTo>
                    <a:pt x="5198" y="2474"/>
                    <a:pt x="5076" y="2261"/>
                    <a:pt x="4894" y="2170"/>
                  </a:cubicBezTo>
                  <a:cubicBezTo>
                    <a:pt x="4803" y="2018"/>
                    <a:pt x="4772" y="1866"/>
                    <a:pt x="4712" y="1714"/>
                  </a:cubicBezTo>
                  <a:cubicBezTo>
                    <a:pt x="4620" y="1562"/>
                    <a:pt x="4499" y="1441"/>
                    <a:pt x="4347" y="1350"/>
                  </a:cubicBezTo>
                  <a:cubicBezTo>
                    <a:pt x="4222" y="1412"/>
                    <a:pt x="4112" y="1459"/>
                    <a:pt x="4027" y="1459"/>
                  </a:cubicBezTo>
                  <a:cubicBezTo>
                    <a:pt x="3904" y="1459"/>
                    <a:pt x="3830" y="1362"/>
                    <a:pt x="3830" y="1076"/>
                  </a:cubicBezTo>
                  <a:cubicBezTo>
                    <a:pt x="3708" y="985"/>
                    <a:pt x="3617" y="924"/>
                    <a:pt x="3556" y="802"/>
                  </a:cubicBezTo>
                  <a:cubicBezTo>
                    <a:pt x="3374" y="742"/>
                    <a:pt x="3283" y="559"/>
                    <a:pt x="3344" y="377"/>
                  </a:cubicBezTo>
                  <a:cubicBezTo>
                    <a:pt x="3435" y="73"/>
                    <a:pt x="3253" y="12"/>
                    <a:pt x="3009" y="12"/>
                  </a:cubicBezTo>
                  <a:cubicBezTo>
                    <a:pt x="2961" y="4"/>
                    <a:pt x="2908" y="0"/>
                    <a:pt x="2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8"/>
            <p:cNvSpPr/>
            <p:nvPr/>
          </p:nvSpPr>
          <p:spPr>
            <a:xfrm>
              <a:off x="2576018" y="2539889"/>
              <a:ext cx="201023" cy="209081"/>
            </a:xfrm>
            <a:custGeom>
              <a:rect b="b" l="l" r="r" t="t"/>
              <a:pathLst>
                <a:path extrusionOk="0" h="4956" w="4765">
                  <a:moveTo>
                    <a:pt x="4465" y="1"/>
                  </a:moveTo>
                  <a:lnTo>
                    <a:pt x="4465" y="1"/>
                  </a:lnTo>
                  <a:cubicBezTo>
                    <a:pt x="4252" y="274"/>
                    <a:pt x="3918" y="426"/>
                    <a:pt x="3584" y="426"/>
                  </a:cubicBezTo>
                  <a:cubicBezTo>
                    <a:pt x="3469" y="656"/>
                    <a:pt x="3371" y="764"/>
                    <a:pt x="3148" y="764"/>
                  </a:cubicBezTo>
                  <a:cubicBezTo>
                    <a:pt x="3075" y="764"/>
                    <a:pt x="2989" y="752"/>
                    <a:pt x="2885" y="730"/>
                  </a:cubicBezTo>
                  <a:cubicBezTo>
                    <a:pt x="2526" y="648"/>
                    <a:pt x="2229" y="604"/>
                    <a:pt x="1978" y="604"/>
                  </a:cubicBezTo>
                  <a:cubicBezTo>
                    <a:pt x="1207" y="604"/>
                    <a:pt x="858" y="1014"/>
                    <a:pt x="422" y="1976"/>
                  </a:cubicBezTo>
                  <a:cubicBezTo>
                    <a:pt x="271" y="2250"/>
                    <a:pt x="422" y="2341"/>
                    <a:pt x="483" y="2523"/>
                  </a:cubicBezTo>
                  <a:cubicBezTo>
                    <a:pt x="544" y="2858"/>
                    <a:pt x="271" y="2858"/>
                    <a:pt x="58" y="2888"/>
                  </a:cubicBezTo>
                  <a:lnTo>
                    <a:pt x="58" y="3162"/>
                  </a:lnTo>
                  <a:cubicBezTo>
                    <a:pt x="240" y="3314"/>
                    <a:pt x="240" y="3557"/>
                    <a:pt x="58" y="3709"/>
                  </a:cubicBezTo>
                  <a:cubicBezTo>
                    <a:pt x="106" y="3950"/>
                    <a:pt x="1" y="4345"/>
                    <a:pt x="275" y="4345"/>
                  </a:cubicBezTo>
                  <a:cubicBezTo>
                    <a:pt x="347" y="4345"/>
                    <a:pt x="443" y="4319"/>
                    <a:pt x="574" y="4256"/>
                  </a:cubicBezTo>
                  <a:cubicBezTo>
                    <a:pt x="878" y="4074"/>
                    <a:pt x="1182" y="3891"/>
                    <a:pt x="1486" y="3709"/>
                  </a:cubicBezTo>
                  <a:cubicBezTo>
                    <a:pt x="1507" y="3689"/>
                    <a:pt x="1527" y="3678"/>
                    <a:pt x="1546" y="3678"/>
                  </a:cubicBezTo>
                  <a:cubicBezTo>
                    <a:pt x="1584" y="3678"/>
                    <a:pt x="1618" y="3719"/>
                    <a:pt x="1638" y="3800"/>
                  </a:cubicBezTo>
                  <a:cubicBezTo>
                    <a:pt x="1760" y="4226"/>
                    <a:pt x="1243" y="4378"/>
                    <a:pt x="1061" y="4803"/>
                  </a:cubicBezTo>
                  <a:lnTo>
                    <a:pt x="1973" y="4803"/>
                  </a:lnTo>
                  <a:cubicBezTo>
                    <a:pt x="2398" y="4621"/>
                    <a:pt x="3037" y="4955"/>
                    <a:pt x="3340" y="4256"/>
                  </a:cubicBezTo>
                  <a:cubicBezTo>
                    <a:pt x="3442" y="4103"/>
                    <a:pt x="3630" y="4036"/>
                    <a:pt x="3813" y="4036"/>
                  </a:cubicBezTo>
                  <a:cubicBezTo>
                    <a:pt x="3848" y="4036"/>
                    <a:pt x="3883" y="4038"/>
                    <a:pt x="3918" y="4043"/>
                  </a:cubicBezTo>
                  <a:cubicBezTo>
                    <a:pt x="4167" y="4204"/>
                    <a:pt x="4335" y="4269"/>
                    <a:pt x="4449" y="4269"/>
                  </a:cubicBezTo>
                  <a:cubicBezTo>
                    <a:pt x="4765" y="4269"/>
                    <a:pt x="4656" y="3763"/>
                    <a:pt x="4678" y="3405"/>
                  </a:cubicBezTo>
                  <a:lnTo>
                    <a:pt x="4648" y="3253"/>
                  </a:lnTo>
                  <a:cubicBezTo>
                    <a:pt x="4404" y="2827"/>
                    <a:pt x="4556" y="2219"/>
                    <a:pt x="3948" y="2007"/>
                  </a:cubicBezTo>
                  <a:cubicBezTo>
                    <a:pt x="3928" y="2088"/>
                    <a:pt x="3894" y="2128"/>
                    <a:pt x="3847" y="2128"/>
                  </a:cubicBezTo>
                  <a:cubicBezTo>
                    <a:pt x="3823" y="2128"/>
                    <a:pt x="3796" y="2118"/>
                    <a:pt x="3766" y="2098"/>
                  </a:cubicBezTo>
                  <a:cubicBezTo>
                    <a:pt x="3857" y="2098"/>
                    <a:pt x="3948" y="2067"/>
                    <a:pt x="3948" y="1976"/>
                  </a:cubicBezTo>
                  <a:cubicBezTo>
                    <a:pt x="4252" y="1703"/>
                    <a:pt x="4496" y="1368"/>
                    <a:pt x="4678" y="973"/>
                  </a:cubicBezTo>
                  <a:cubicBezTo>
                    <a:pt x="4404" y="700"/>
                    <a:pt x="4708" y="274"/>
                    <a:pt x="4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8"/>
            <p:cNvSpPr/>
            <p:nvPr/>
          </p:nvSpPr>
          <p:spPr>
            <a:xfrm>
              <a:off x="2813115" y="2725222"/>
              <a:ext cx="173138" cy="430313"/>
            </a:xfrm>
            <a:custGeom>
              <a:rect b="b" l="l" r="r" t="t"/>
              <a:pathLst>
                <a:path extrusionOk="0" h="10200" w="4104">
                  <a:moveTo>
                    <a:pt x="2560" y="1"/>
                  </a:moveTo>
                  <a:cubicBezTo>
                    <a:pt x="2461" y="1"/>
                    <a:pt x="2417" y="146"/>
                    <a:pt x="2493" y="623"/>
                  </a:cubicBezTo>
                  <a:cubicBezTo>
                    <a:pt x="2523" y="866"/>
                    <a:pt x="2249" y="927"/>
                    <a:pt x="2037" y="927"/>
                  </a:cubicBezTo>
                  <a:lnTo>
                    <a:pt x="2006" y="927"/>
                  </a:lnTo>
                  <a:cubicBezTo>
                    <a:pt x="1702" y="1413"/>
                    <a:pt x="1125" y="1687"/>
                    <a:pt x="942" y="2295"/>
                  </a:cubicBezTo>
                  <a:cubicBezTo>
                    <a:pt x="699" y="2568"/>
                    <a:pt x="1672" y="2690"/>
                    <a:pt x="1003" y="3115"/>
                  </a:cubicBezTo>
                  <a:cubicBezTo>
                    <a:pt x="760" y="3298"/>
                    <a:pt x="669" y="3906"/>
                    <a:pt x="912" y="4331"/>
                  </a:cubicBezTo>
                  <a:cubicBezTo>
                    <a:pt x="1064" y="4331"/>
                    <a:pt x="1155" y="4240"/>
                    <a:pt x="1186" y="4118"/>
                  </a:cubicBezTo>
                  <a:cubicBezTo>
                    <a:pt x="1265" y="3906"/>
                    <a:pt x="1275" y="3579"/>
                    <a:pt x="1498" y="3579"/>
                  </a:cubicBezTo>
                  <a:cubicBezTo>
                    <a:pt x="1531" y="3579"/>
                    <a:pt x="1568" y="3586"/>
                    <a:pt x="1611" y="3602"/>
                  </a:cubicBezTo>
                  <a:cubicBezTo>
                    <a:pt x="1885" y="3693"/>
                    <a:pt x="1702" y="4058"/>
                    <a:pt x="1733" y="4240"/>
                  </a:cubicBezTo>
                  <a:cubicBezTo>
                    <a:pt x="1885" y="5000"/>
                    <a:pt x="1338" y="5547"/>
                    <a:pt x="1125" y="6033"/>
                  </a:cubicBezTo>
                  <a:cubicBezTo>
                    <a:pt x="912" y="6520"/>
                    <a:pt x="1064" y="7431"/>
                    <a:pt x="152" y="7492"/>
                  </a:cubicBezTo>
                  <a:cubicBezTo>
                    <a:pt x="31" y="7492"/>
                    <a:pt x="0" y="7644"/>
                    <a:pt x="61" y="7705"/>
                  </a:cubicBezTo>
                  <a:cubicBezTo>
                    <a:pt x="486" y="7948"/>
                    <a:pt x="91" y="8617"/>
                    <a:pt x="608" y="8799"/>
                  </a:cubicBezTo>
                  <a:cubicBezTo>
                    <a:pt x="1125" y="9012"/>
                    <a:pt x="882" y="9468"/>
                    <a:pt x="942" y="9863"/>
                  </a:cubicBezTo>
                  <a:cubicBezTo>
                    <a:pt x="1060" y="10115"/>
                    <a:pt x="1214" y="10200"/>
                    <a:pt x="1396" y="10200"/>
                  </a:cubicBezTo>
                  <a:cubicBezTo>
                    <a:pt x="1543" y="10200"/>
                    <a:pt x="1708" y="10144"/>
                    <a:pt x="1885" y="10076"/>
                  </a:cubicBezTo>
                  <a:cubicBezTo>
                    <a:pt x="1976" y="10015"/>
                    <a:pt x="2037" y="9924"/>
                    <a:pt x="2097" y="9802"/>
                  </a:cubicBezTo>
                  <a:cubicBezTo>
                    <a:pt x="2067" y="9590"/>
                    <a:pt x="1945" y="9407"/>
                    <a:pt x="1794" y="9255"/>
                  </a:cubicBezTo>
                  <a:cubicBezTo>
                    <a:pt x="1733" y="9194"/>
                    <a:pt x="1702" y="9103"/>
                    <a:pt x="1672" y="9012"/>
                  </a:cubicBezTo>
                  <a:cubicBezTo>
                    <a:pt x="2249" y="8708"/>
                    <a:pt x="2493" y="8039"/>
                    <a:pt x="2249" y="7431"/>
                  </a:cubicBezTo>
                  <a:cubicBezTo>
                    <a:pt x="2097" y="6915"/>
                    <a:pt x="1763" y="6216"/>
                    <a:pt x="2888" y="6064"/>
                  </a:cubicBezTo>
                  <a:cubicBezTo>
                    <a:pt x="3404" y="5972"/>
                    <a:pt x="3800" y="5304"/>
                    <a:pt x="3101" y="4726"/>
                  </a:cubicBezTo>
                  <a:cubicBezTo>
                    <a:pt x="2949" y="3510"/>
                    <a:pt x="2584" y="2264"/>
                    <a:pt x="3739" y="1261"/>
                  </a:cubicBezTo>
                  <a:cubicBezTo>
                    <a:pt x="3982" y="1048"/>
                    <a:pt x="4104" y="714"/>
                    <a:pt x="4043" y="410"/>
                  </a:cubicBezTo>
                  <a:cubicBezTo>
                    <a:pt x="3966" y="179"/>
                    <a:pt x="3872" y="94"/>
                    <a:pt x="3774" y="94"/>
                  </a:cubicBezTo>
                  <a:cubicBezTo>
                    <a:pt x="3640" y="94"/>
                    <a:pt x="3497" y="252"/>
                    <a:pt x="3374" y="410"/>
                  </a:cubicBezTo>
                  <a:cubicBezTo>
                    <a:pt x="3283" y="380"/>
                    <a:pt x="3222" y="380"/>
                    <a:pt x="3131" y="349"/>
                  </a:cubicBezTo>
                  <a:cubicBezTo>
                    <a:pt x="2952" y="296"/>
                    <a:pt x="2700" y="1"/>
                    <a:pt x="2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8"/>
            <p:cNvSpPr/>
            <p:nvPr/>
          </p:nvSpPr>
          <p:spPr>
            <a:xfrm>
              <a:off x="2672038" y="3157987"/>
              <a:ext cx="124453" cy="188536"/>
            </a:xfrm>
            <a:custGeom>
              <a:rect b="b" l="l" r="r" t="t"/>
              <a:pathLst>
                <a:path extrusionOk="0" h="4469" w="2950">
                  <a:moveTo>
                    <a:pt x="1" y="0"/>
                  </a:moveTo>
                  <a:cubicBezTo>
                    <a:pt x="609" y="1003"/>
                    <a:pt x="1004" y="1915"/>
                    <a:pt x="730" y="2979"/>
                  </a:cubicBezTo>
                  <a:cubicBezTo>
                    <a:pt x="578" y="3496"/>
                    <a:pt x="31" y="3861"/>
                    <a:pt x="244" y="4468"/>
                  </a:cubicBezTo>
                  <a:cubicBezTo>
                    <a:pt x="371" y="4405"/>
                    <a:pt x="508" y="4390"/>
                    <a:pt x="649" y="4390"/>
                  </a:cubicBezTo>
                  <a:cubicBezTo>
                    <a:pt x="772" y="4390"/>
                    <a:pt x="897" y="4402"/>
                    <a:pt x="1018" y="4402"/>
                  </a:cubicBezTo>
                  <a:cubicBezTo>
                    <a:pt x="1224" y="4402"/>
                    <a:pt x="1420" y="4369"/>
                    <a:pt x="1581" y="4195"/>
                  </a:cubicBezTo>
                  <a:cubicBezTo>
                    <a:pt x="1520" y="4134"/>
                    <a:pt x="1490" y="4043"/>
                    <a:pt x="1551" y="3952"/>
                  </a:cubicBezTo>
                  <a:cubicBezTo>
                    <a:pt x="1586" y="3899"/>
                    <a:pt x="1652" y="3866"/>
                    <a:pt x="1719" y="3866"/>
                  </a:cubicBezTo>
                  <a:cubicBezTo>
                    <a:pt x="1768" y="3866"/>
                    <a:pt x="1817" y="3883"/>
                    <a:pt x="1855" y="3921"/>
                  </a:cubicBezTo>
                  <a:cubicBezTo>
                    <a:pt x="2220" y="3557"/>
                    <a:pt x="2402" y="3101"/>
                    <a:pt x="2402" y="2584"/>
                  </a:cubicBezTo>
                  <a:cubicBezTo>
                    <a:pt x="2584" y="2219"/>
                    <a:pt x="2797" y="1885"/>
                    <a:pt x="2949" y="1490"/>
                  </a:cubicBezTo>
                  <a:cubicBezTo>
                    <a:pt x="2888" y="1429"/>
                    <a:pt x="2858" y="1338"/>
                    <a:pt x="2858" y="1246"/>
                  </a:cubicBezTo>
                  <a:cubicBezTo>
                    <a:pt x="2786" y="745"/>
                    <a:pt x="2746" y="528"/>
                    <a:pt x="2570" y="528"/>
                  </a:cubicBezTo>
                  <a:cubicBezTo>
                    <a:pt x="2447" y="528"/>
                    <a:pt x="2258" y="634"/>
                    <a:pt x="1946" y="821"/>
                  </a:cubicBezTo>
                  <a:cubicBezTo>
                    <a:pt x="1754" y="923"/>
                    <a:pt x="1595" y="988"/>
                    <a:pt x="1457" y="988"/>
                  </a:cubicBezTo>
                  <a:cubicBezTo>
                    <a:pt x="1266" y="988"/>
                    <a:pt x="1114" y="865"/>
                    <a:pt x="973" y="547"/>
                  </a:cubicBezTo>
                  <a:cubicBezTo>
                    <a:pt x="761" y="213"/>
                    <a:pt x="396"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8"/>
            <p:cNvSpPr/>
            <p:nvPr/>
          </p:nvSpPr>
          <p:spPr>
            <a:xfrm>
              <a:off x="2732325" y="2502679"/>
              <a:ext cx="132089" cy="215198"/>
            </a:xfrm>
            <a:custGeom>
              <a:rect b="b" l="l" r="r" t="t"/>
              <a:pathLst>
                <a:path extrusionOk="0" h="5101" w="3131">
                  <a:moveTo>
                    <a:pt x="2482" y="1"/>
                  </a:moveTo>
                  <a:cubicBezTo>
                    <a:pt x="2455" y="1"/>
                    <a:pt x="2437" y="10"/>
                    <a:pt x="2432" y="31"/>
                  </a:cubicBezTo>
                  <a:cubicBezTo>
                    <a:pt x="2219" y="791"/>
                    <a:pt x="1155" y="974"/>
                    <a:pt x="1246" y="1886"/>
                  </a:cubicBezTo>
                  <a:cubicBezTo>
                    <a:pt x="0" y="2585"/>
                    <a:pt x="791" y="3497"/>
                    <a:pt x="973" y="4317"/>
                  </a:cubicBezTo>
                  <a:cubicBezTo>
                    <a:pt x="1216" y="4317"/>
                    <a:pt x="1368" y="4408"/>
                    <a:pt x="1368" y="4712"/>
                  </a:cubicBezTo>
                  <a:cubicBezTo>
                    <a:pt x="1368" y="4938"/>
                    <a:pt x="1574" y="5101"/>
                    <a:pt x="1799" y="5101"/>
                  </a:cubicBezTo>
                  <a:cubicBezTo>
                    <a:pt x="1848" y="5101"/>
                    <a:pt x="1897" y="5093"/>
                    <a:pt x="1946" y="5077"/>
                  </a:cubicBezTo>
                  <a:cubicBezTo>
                    <a:pt x="2310" y="4895"/>
                    <a:pt x="1702" y="4712"/>
                    <a:pt x="1854" y="4469"/>
                  </a:cubicBezTo>
                  <a:cubicBezTo>
                    <a:pt x="2158" y="4074"/>
                    <a:pt x="1429" y="3831"/>
                    <a:pt x="1642" y="3405"/>
                  </a:cubicBezTo>
                  <a:lnTo>
                    <a:pt x="1642" y="3405"/>
                  </a:lnTo>
                  <a:lnTo>
                    <a:pt x="2310" y="3497"/>
                  </a:lnTo>
                  <a:cubicBezTo>
                    <a:pt x="2250" y="2342"/>
                    <a:pt x="2949" y="1369"/>
                    <a:pt x="3131" y="275"/>
                  </a:cubicBezTo>
                  <a:cubicBezTo>
                    <a:pt x="2931" y="200"/>
                    <a:pt x="2607" y="1"/>
                    <a:pt x="24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8"/>
            <p:cNvSpPr/>
            <p:nvPr/>
          </p:nvSpPr>
          <p:spPr>
            <a:xfrm>
              <a:off x="2619556" y="2894058"/>
              <a:ext cx="106397" cy="110067"/>
            </a:xfrm>
            <a:custGeom>
              <a:rect b="b" l="l" r="r" t="t"/>
              <a:pathLst>
                <a:path extrusionOk="0" h="2609" w="2522">
                  <a:moveTo>
                    <a:pt x="1536" y="1"/>
                  </a:moveTo>
                  <a:cubicBezTo>
                    <a:pt x="1457" y="1"/>
                    <a:pt x="1376" y="33"/>
                    <a:pt x="1305" y="86"/>
                  </a:cubicBezTo>
                  <a:cubicBezTo>
                    <a:pt x="1197" y="167"/>
                    <a:pt x="1113" y="369"/>
                    <a:pt x="945" y="369"/>
                  </a:cubicBezTo>
                  <a:cubicBezTo>
                    <a:pt x="925" y="369"/>
                    <a:pt x="903" y="366"/>
                    <a:pt x="880" y="360"/>
                  </a:cubicBezTo>
                  <a:cubicBezTo>
                    <a:pt x="716" y="323"/>
                    <a:pt x="591" y="306"/>
                    <a:pt x="497" y="306"/>
                  </a:cubicBezTo>
                  <a:cubicBezTo>
                    <a:pt x="49" y="306"/>
                    <a:pt x="304" y="687"/>
                    <a:pt x="454" y="1089"/>
                  </a:cubicBezTo>
                  <a:cubicBezTo>
                    <a:pt x="576" y="1363"/>
                    <a:pt x="758" y="1606"/>
                    <a:pt x="971" y="1788"/>
                  </a:cubicBezTo>
                  <a:cubicBezTo>
                    <a:pt x="1001" y="1819"/>
                    <a:pt x="941" y="1940"/>
                    <a:pt x="941" y="2001"/>
                  </a:cubicBezTo>
                  <a:cubicBezTo>
                    <a:pt x="881" y="2043"/>
                    <a:pt x="822" y="2059"/>
                    <a:pt x="764" y="2059"/>
                  </a:cubicBezTo>
                  <a:cubicBezTo>
                    <a:pt x="579" y="2059"/>
                    <a:pt x="401" y="1896"/>
                    <a:pt x="215" y="1896"/>
                  </a:cubicBezTo>
                  <a:cubicBezTo>
                    <a:pt x="164" y="1896"/>
                    <a:pt x="112" y="1908"/>
                    <a:pt x="59" y="1940"/>
                  </a:cubicBezTo>
                  <a:cubicBezTo>
                    <a:pt x="0" y="2205"/>
                    <a:pt x="141" y="2470"/>
                    <a:pt x="371" y="2597"/>
                  </a:cubicBezTo>
                  <a:lnTo>
                    <a:pt x="371" y="2597"/>
                  </a:lnTo>
                  <a:cubicBezTo>
                    <a:pt x="460" y="2462"/>
                    <a:pt x="569" y="2427"/>
                    <a:pt x="692" y="2427"/>
                  </a:cubicBezTo>
                  <a:cubicBezTo>
                    <a:pt x="779" y="2427"/>
                    <a:pt x="872" y="2444"/>
                    <a:pt x="971" y="2457"/>
                  </a:cubicBezTo>
                  <a:cubicBezTo>
                    <a:pt x="1265" y="2499"/>
                    <a:pt x="1498" y="2523"/>
                    <a:pt x="1684" y="2523"/>
                  </a:cubicBezTo>
                  <a:cubicBezTo>
                    <a:pt x="2444" y="2523"/>
                    <a:pt x="2424" y="2121"/>
                    <a:pt x="2521" y="876"/>
                  </a:cubicBezTo>
                  <a:cubicBezTo>
                    <a:pt x="2238" y="876"/>
                    <a:pt x="2195" y="1355"/>
                    <a:pt x="1967" y="1355"/>
                  </a:cubicBezTo>
                  <a:cubicBezTo>
                    <a:pt x="1926" y="1355"/>
                    <a:pt x="1878" y="1339"/>
                    <a:pt x="1822" y="1302"/>
                  </a:cubicBezTo>
                  <a:cubicBezTo>
                    <a:pt x="1579" y="1119"/>
                    <a:pt x="1366" y="815"/>
                    <a:pt x="1701" y="481"/>
                  </a:cubicBezTo>
                  <a:cubicBezTo>
                    <a:pt x="1883" y="329"/>
                    <a:pt x="1883" y="177"/>
                    <a:pt x="1701" y="56"/>
                  </a:cubicBezTo>
                  <a:cubicBezTo>
                    <a:pt x="1650" y="17"/>
                    <a:pt x="1593" y="1"/>
                    <a:pt x="1536" y="1"/>
                  </a:cubicBezTo>
                  <a:close/>
                  <a:moveTo>
                    <a:pt x="371" y="2597"/>
                  </a:moveTo>
                  <a:cubicBezTo>
                    <a:pt x="368" y="2601"/>
                    <a:pt x="366" y="2605"/>
                    <a:pt x="363" y="2609"/>
                  </a:cubicBezTo>
                  <a:lnTo>
                    <a:pt x="394" y="2609"/>
                  </a:lnTo>
                  <a:cubicBezTo>
                    <a:pt x="386" y="2605"/>
                    <a:pt x="378" y="2601"/>
                    <a:pt x="371" y="25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8"/>
            <p:cNvSpPr/>
            <p:nvPr/>
          </p:nvSpPr>
          <p:spPr>
            <a:xfrm>
              <a:off x="2807968" y="3128498"/>
              <a:ext cx="125719" cy="105638"/>
            </a:xfrm>
            <a:custGeom>
              <a:rect b="b" l="l" r="r" t="t"/>
              <a:pathLst>
                <a:path extrusionOk="0" h="2504" w="2980">
                  <a:moveTo>
                    <a:pt x="2706" y="0"/>
                  </a:moveTo>
                  <a:cubicBezTo>
                    <a:pt x="2493" y="0"/>
                    <a:pt x="2280" y="122"/>
                    <a:pt x="2159" y="304"/>
                  </a:cubicBezTo>
                  <a:cubicBezTo>
                    <a:pt x="1764" y="973"/>
                    <a:pt x="1064" y="669"/>
                    <a:pt x="517" y="851"/>
                  </a:cubicBezTo>
                  <a:cubicBezTo>
                    <a:pt x="365" y="1307"/>
                    <a:pt x="1" y="1702"/>
                    <a:pt x="1" y="2189"/>
                  </a:cubicBezTo>
                  <a:cubicBezTo>
                    <a:pt x="153" y="2128"/>
                    <a:pt x="305" y="2037"/>
                    <a:pt x="457" y="1945"/>
                  </a:cubicBezTo>
                  <a:cubicBezTo>
                    <a:pt x="800" y="1737"/>
                    <a:pt x="1015" y="1617"/>
                    <a:pt x="1167" y="1617"/>
                  </a:cubicBezTo>
                  <a:cubicBezTo>
                    <a:pt x="1391" y="1617"/>
                    <a:pt x="1479" y="1877"/>
                    <a:pt x="1642" y="2493"/>
                  </a:cubicBezTo>
                  <a:cubicBezTo>
                    <a:pt x="1683" y="2500"/>
                    <a:pt x="1719" y="2504"/>
                    <a:pt x="1752" y="2504"/>
                  </a:cubicBezTo>
                  <a:cubicBezTo>
                    <a:pt x="2105" y="2504"/>
                    <a:pt x="1989" y="2082"/>
                    <a:pt x="2128" y="1915"/>
                  </a:cubicBezTo>
                  <a:cubicBezTo>
                    <a:pt x="2128" y="1824"/>
                    <a:pt x="2128" y="1733"/>
                    <a:pt x="2159" y="1672"/>
                  </a:cubicBezTo>
                  <a:cubicBezTo>
                    <a:pt x="2341" y="1307"/>
                    <a:pt x="2371" y="882"/>
                    <a:pt x="2706" y="608"/>
                  </a:cubicBezTo>
                  <a:cubicBezTo>
                    <a:pt x="2979" y="395"/>
                    <a:pt x="2979" y="213"/>
                    <a:pt x="2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8"/>
            <p:cNvSpPr/>
            <p:nvPr/>
          </p:nvSpPr>
          <p:spPr>
            <a:xfrm>
              <a:off x="2846444" y="2743784"/>
              <a:ext cx="65433" cy="78258"/>
            </a:xfrm>
            <a:custGeom>
              <a:rect b="b" l="l" r="r" t="t"/>
              <a:pathLst>
                <a:path extrusionOk="0" h="1855" w="1551">
                  <a:moveTo>
                    <a:pt x="61" y="0"/>
                  </a:moveTo>
                  <a:lnTo>
                    <a:pt x="61" y="0"/>
                  </a:lnTo>
                  <a:cubicBezTo>
                    <a:pt x="0" y="669"/>
                    <a:pt x="365" y="1247"/>
                    <a:pt x="152" y="1855"/>
                  </a:cubicBezTo>
                  <a:cubicBezTo>
                    <a:pt x="548" y="1429"/>
                    <a:pt x="1551" y="1490"/>
                    <a:pt x="1247" y="487"/>
                  </a:cubicBezTo>
                  <a:lnTo>
                    <a:pt x="1247" y="487"/>
                  </a:lnTo>
                  <a:cubicBezTo>
                    <a:pt x="1182" y="507"/>
                    <a:pt x="1122" y="516"/>
                    <a:pt x="1064" y="516"/>
                  </a:cubicBezTo>
                  <a:cubicBezTo>
                    <a:pt x="685" y="516"/>
                    <a:pt x="430" y="132"/>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8"/>
            <p:cNvSpPr/>
            <p:nvPr/>
          </p:nvSpPr>
          <p:spPr>
            <a:xfrm>
              <a:off x="2750255" y="2887393"/>
              <a:ext cx="46238" cy="87244"/>
            </a:xfrm>
            <a:custGeom>
              <a:rect b="b" l="l" r="r" t="t"/>
              <a:pathLst>
                <a:path extrusionOk="0" h="2068" w="1096">
                  <a:moveTo>
                    <a:pt x="1095" y="1"/>
                  </a:moveTo>
                  <a:lnTo>
                    <a:pt x="1095" y="1"/>
                  </a:lnTo>
                  <a:cubicBezTo>
                    <a:pt x="744" y="235"/>
                    <a:pt x="505" y="610"/>
                    <a:pt x="53" y="610"/>
                  </a:cubicBezTo>
                  <a:cubicBezTo>
                    <a:pt x="36" y="610"/>
                    <a:pt x="19" y="610"/>
                    <a:pt x="1" y="609"/>
                  </a:cubicBezTo>
                  <a:lnTo>
                    <a:pt x="1" y="609"/>
                  </a:lnTo>
                  <a:cubicBezTo>
                    <a:pt x="305" y="973"/>
                    <a:pt x="183" y="1429"/>
                    <a:pt x="305" y="2068"/>
                  </a:cubicBezTo>
                  <a:cubicBezTo>
                    <a:pt x="730" y="1277"/>
                    <a:pt x="1095" y="761"/>
                    <a:pt x="10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8"/>
            <p:cNvSpPr/>
            <p:nvPr/>
          </p:nvSpPr>
          <p:spPr>
            <a:xfrm>
              <a:off x="2824632" y="3141323"/>
              <a:ext cx="74419" cy="43622"/>
            </a:xfrm>
            <a:custGeom>
              <a:rect b="b" l="l" r="r" t="t"/>
              <a:pathLst>
                <a:path extrusionOk="0" h="1034" w="1764">
                  <a:moveTo>
                    <a:pt x="669" y="0"/>
                  </a:moveTo>
                  <a:cubicBezTo>
                    <a:pt x="517" y="183"/>
                    <a:pt x="1" y="61"/>
                    <a:pt x="122" y="547"/>
                  </a:cubicBezTo>
                  <a:cubicBezTo>
                    <a:pt x="151" y="543"/>
                    <a:pt x="178" y="542"/>
                    <a:pt x="205" y="542"/>
                  </a:cubicBezTo>
                  <a:cubicBezTo>
                    <a:pt x="606" y="542"/>
                    <a:pt x="819" y="948"/>
                    <a:pt x="1247" y="1034"/>
                  </a:cubicBezTo>
                  <a:cubicBezTo>
                    <a:pt x="1247" y="608"/>
                    <a:pt x="1581" y="334"/>
                    <a:pt x="1764" y="0"/>
                  </a:cubicBezTo>
                  <a:cubicBezTo>
                    <a:pt x="1521" y="0"/>
                    <a:pt x="1277" y="122"/>
                    <a:pt x="1034" y="122"/>
                  </a:cubicBezTo>
                  <a:cubicBezTo>
                    <a:pt x="913" y="122"/>
                    <a:pt x="791" y="91"/>
                    <a:pt x="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8"/>
            <p:cNvSpPr/>
            <p:nvPr/>
          </p:nvSpPr>
          <p:spPr>
            <a:xfrm>
              <a:off x="2733590" y="2884482"/>
              <a:ext cx="25692" cy="27675"/>
            </a:xfrm>
            <a:custGeom>
              <a:rect b="b" l="l" r="r" t="t"/>
              <a:pathLst>
                <a:path extrusionOk="0" h="656" w="609">
                  <a:moveTo>
                    <a:pt x="353" y="0"/>
                  </a:moveTo>
                  <a:cubicBezTo>
                    <a:pt x="146" y="0"/>
                    <a:pt x="116" y="237"/>
                    <a:pt x="61" y="374"/>
                  </a:cubicBezTo>
                  <a:cubicBezTo>
                    <a:pt x="1" y="526"/>
                    <a:pt x="122" y="647"/>
                    <a:pt x="244" y="647"/>
                  </a:cubicBezTo>
                  <a:cubicBezTo>
                    <a:pt x="274" y="653"/>
                    <a:pt x="300" y="656"/>
                    <a:pt x="322" y="656"/>
                  </a:cubicBezTo>
                  <a:cubicBezTo>
                    <a:pt x="532" y="656"/>
                    <a:pt x="465" y="423"/>
                    <a:pt x="548" y="313"/>
                  </a:cubicBezTo>
                  <a:cubicBezTo>
                    <a:pt x="609" y="191"/>
                    <a:pt x="578" y="9"/>
                    <a:pt x="426" y="9"/>
                  </a:cubicBezTo>
                  <a:cubicBezTo>
                    <a:pt x="400" y="3"/>
                    <a:pt x="375" y="0"/>
                    <a:pt x="3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8"/>
            <p:cNvSpPr/>
            <p:nvPr/>
          </p:nvSpPr>
          <p:spPr>
            <a:xfrm>
              <a:off x="2836192" y="2684805"/>
              <a:ext cx="34636" cy="34636"/>
            </a:xfrm>
            <a:custGeom>
              <a:rect b="b" l="l" r="r" t="t"/>
              <a:pathLst>
                <a:path extrusionOk="0" h="821" w="821">
                  <a:moveTo>
                    <a:pt x="395" y="0"/>
                  </a:moveTo>
                  <a:cubicBezTo>
                    <a:pt x="213" y="31"/>
                    <a:pt x="0" y="31"/>
                    <a:pt x="31" y="274"/>
                  </a:cubicBezTo>
                  <a:cubicBezTo>
                    <a:pt x="61" y="578"/>
                    <a:pt x="335" y="821"/>
                    <a:pt x="669" y="821"/>
                  </a:cubicBezTo>
                  <a:cubicBezTo>
                    <a:pt x="821" y="456"/>
                    <a:pt x="547" y="274"/>
                    <a:pt x="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8"/>
            <p:cNvSpPr/>
            <p:nvPr/>
          </p:nvSpPr>
          <p:spPr>
            <a:xfrm>
              <a:off x="2623311" y="3004085"/>
              <a:ext cx="30839" cy="22359"/>
            </a:xfrm>
            <a:custGeom>
              <a:rect b="b" l="l" r="r" t="t"/>
              <a:pathLst>
                <a:path extrusionOk="0" h="530" w="731">
                  <a:moveTo>
                    <a:pt x="305" y="1"/>
                  </a:moveTo>
                  <a:lnTo>
                    <a:pt x="305" y="1"/>
                  </a:lnTo>
                  <a:cubicBezTo>
                    <a:pt x="274" y="183"/>
                    <a:pt x="1" y="426"/>
                    <a:pt x="396" y="518"/>
                  </a:cubicBezTo>
                  <a:cubicBezTo>
                    <a:pt x="412" y="526"/>
                    <a:pt x="435" y="529"/>
                    <a:pt x="460" y="529"/>
                  </a:cubicBezTo>
                  <a:cubicBezTo>
                    <a:pt x="527" y="529"/>
                    <a:pt x="609" y="501"/>
                    <a:pt x="609" y="457"/>
                  </a:cubicBezTo>
                  <a:cubicBezTo>
                    <a:pt x="730" y="153"/>
                    <a:pt x="487" y="122"/>
                    <a:pt x="3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8"/>
            <p:cNvSpPr/>
            <p:nvPr/>
          </p:nvSpPr>
          <p:spPr>
            <a:xfrm>
              <a:off x="2624197" y="3332393"/>
              <a:ext cx="9408" cy="14723"/>
            </a:xfrm>
            <a:custGeom>
              <a:rect b="b" l="l" r="r" t="t"/>
              <a:pathLst>
                <a:path extrusionOk="0" h="349" w="223">
                  <a:moveTo>
                    <a:pt x="132" y="0"/>
                  </a:moveTo>
                  <a:cubicBezTo>
                    <a:pt x="71" y="61"/>
                    <a:pt x="40" y="152"/>
                    <a:pt x="40" y="213"/>
                  </a:cubicBezTo>
                  <a:cubicBezTo>
                    <a:pt x="5" y="301"/>
                    <a:pt x="1" y="349"/>
                    <a:pt x="27" y="349"/>
                  </a:cubicBezTo>
                  <a:cubicBezTo>
                    <a:pt x="46" y="349"/>
                    <a:pt x="81" y="324"/>
                    <a:pt x="132" y="274"/>
                  </a:cubicBezTo>
                  <a:cubicBezTo>
                    <a:pt x="162" y="213"/>
                    <a:pt x="192" y="122"/>
                    <a:pt x="223" y="61"/>
                  </a:cubicBezTo>
                  <a:cubicBezTo>
                    <a:pt x="223" y="30"/>
                    <a:pt x="162" y="0"/>
                    <a:pt x="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8"/>
            <p:cNvSpPr/>
            <p:nvPr/>
          </p:nvSpPr>
          <p:spPr>
            <a:xfrm>
              <a:off x="2642548" y="3307966"/>
              <a:ext cx="5189" cy="5231"/>
            </a:xfrm>
            <a:custGeom>
              <a:rect b="b" l="l" r="r" t="t"/>
              <a:pathLst>
                <a:path extrusionOk="0" h="124" w="123">
                  <a:moveTo>
                    <a:pt x="30" y="0"/>
                  </a:moveTo>
                  <a:cubicBezTo>
                    <a:pt x="12" y="0"/>
                    <a:pt x="1" y="23"/>
                    <a:pt x="1" y="62"/>
                  </a:cubicBezTo>
                  <a:cubicBezTo>
                    <a:pt x="1" y="62"/>
                    <a:pt x="92" y="123"/>
                    <a:pt x="122" y="123"/>
                  </a:cubicBezTo>
                  <a:cubicBezTo>
                    <a:pt x="88" y="38"/>
                    <a:pt x="54" y="0"/>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8"/>
            <p:cNvSpPr/>
            <p:nvPr/>
          </p:nvSpPr>
          <p:spPr>
            <a:xfrm>
              <a:off x="2704101" y="3022057"/>
              <a:ext cx="5189" cy="5147"/>
            </a:xfrm>
            <a:custGeom>
              <a:rect b="b" l="l" r="r" t="t"/>
              <a:pathLst>
                <a:path extrusionOk="0" h="122" w="123">
                  <a:moveTo>
                    <a:pt x="61" y="0"/>
                  </a:moveTo>
                  <a:lnTo>
                    <a:pt x="1" y="122"/>
                  </a:lnTo>
                  <a:lnTo>
                    <a:pt x="122" y="61"/>
                  </a:lnTo>
                  <a:lnTo>
                    <a:pt x="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8"/>
            <p:cNvSpPr/>
            <p:nvPr/>
          </p:nvSpPr>
          <p:spPr>
            <a:xfrm>
              <a:off x="2795143" y="3254134"/>
              <a:ext cx="92391" cy="84713"/>
            </a:xfrm>
            <a:custGeom>
              <a:rect b="b" l="l" r="r" t="t"/>
              <a:pathLst>
                <a:path extrusionOk="0" h="2008" w="2190">
                  <a:moveTo>
                    <a:pt x="1855" y="1"/>
                  </a:moveTo>
                  <a:cubicBezTo>
                    <a:pt x="1186" y="578"/>
                    <a:pt x="548" y="1217"/>
                    <a:pt x="1" y="1916"/>
                  </a:cubicBezTo>
                  <a:cubicBezTo>
                    <a:pt x="122" y="1977"/>
                    <a:pt x="244" y="2007"/>
                    <a:pt x="365" y="2007"/>
                  </a:cubicBezTo>
                  <a:cubicBezTo>
                    <a:pt x="1490" y="2007"/>
                    <a:pt x="1672" y="974"/>
                    <a:pt x="2189" y="305"/>
                  </a:cubicBezTo>
                  <a:cubicBezTo>
                    <a:pt x="2159" y="153"/>
                    <a:pt x="2037" y="1"/>
                    <a:pt x="18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8"/>
            <p:cNvSpPr/>
            <p:nvPr/>
          </p:nvSpPr>
          <p:spPr>
            <a:xfrm>
              <a:off x="2873360" y="3207980"/>
              <a:ext cx="37252" cy="59020"/>
            </a:xfrm>
            <a:custGeom>
              <a:rect b="b" l="l" r="r" t="t"/>
              <a:pathLst>
                <a:path extrusionOk="0" h="1399" w="883">
                  <a:moveTo>
                    <a:pt x="578" y="1"/>
                  </a:moveTo>
                  <a:cubicBezTo>
                    <a:pt x="426" y="244"/>
                    <a:pt x="244" y="426"/>
                    <a:pt x="62" y="609"/>
                  </a:cubicBezTo>
                  <a:lnTo>
                    <a:pt x="1" y="1095"/>
                  </a:lnTo>
                  <a:lnTo>
                    <a:pt x="335" y="1399"/>
                  </a:lnTo>
                  <a:cubicBezTo>
                    <a:pt x="669" y="1125"/>
                    <a:pt x="639" y="669"/>
                    <a:pt x="882" y="305"/>
                  </a:cubicBezTo>
                  <a:lnTo>
                    <a:pt x="57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8"/>
            <p:cNvSpPr/>
            <p:nvPr/>
          </p:nvSpPr>
          <p:spPr>
            <a:xfrm>
              <a:off x="2752828" y="3220805"/>
              <a:ext cx="51342" cy="46195"/>
            </a:xfrm>
            <a:custGeom>
              <a:rect b="b" l="l" r="r" t="t"/>
              <a:pathLst>
                <a:path extrusionOk="0" h="1095" w="1217">
                  <a:moveTo>
                    <a:pt x="1034" y="1"/>
                  </a:moveTo>
                  <a:lnTo>
                    <a:pt x="1034" y="1"/>
                  </a:lnTo>
                  <a:cubicBezTo>
                    <a:pt x="700" y="244"/>
                    <a:pt x="548" y="609"/>
                    <a:pt x="244" y="882"/>
                  </a:cubicBezTo>
                  <a:cubicBezTo>
                    <a:pt x="1" y="1065"/>
                    <a:pt x="365" y="1034"/>
                    <a:pt x="487" y="1095"/>
                  </a:cubicBezTo>
                  <a:cubicBezTo>
                    <a:pt x="1216" y="1004"/>
                    <a:pt x="973" y="426"/>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8"/>
            <p:cNvSpPr/>
            <p:nvPr/>
          </p:nvSpPr>
          <p:spPr>
            <a:xfrm>
              <a:off x="2722073" y="3305814"/>
              <a:ext cx="28223" cy="29152"/>
            </a:xfrm>
            <a:custGeom>
              <a:rect b="b" l="l" r="r" t="t"/>
              <a:pathLst>
                <a:path extrusionOk="0" h="691" w="669">
                  <a:moveTo>
                    <a:pt x="457" y="0"/>
                  </a:moveTo>
                  <a:cubicBezTo>
                    <a:pt x="415" y="0"/>
                    <a:pt x="365" y="16"/>
                    <a:pt x="304" y="53"/>
                  </a:cubicBezTo>
                  <a:cubicBezTo>
                    <a:pt x="0" y="205"/>
                    <a:pt x="152" y="508"/>
                    <a:pt x="395" y="691"/>
                  </a:cubicBezTo>
                  <a:lnTo>
                    <a:pt x="669" y="417"/>
                  </a:lnTo>
                  <a:cubicBezTo>
                    <a:pt x="645" y="247"/>
                    <a:pt x="620" y="0"/>
                    <a:pt x="4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8"/>
            <p:cNvSpPr/>
            <p:nvPr/>
          </p:nvSpPr>
          <p:spPr>
            <a:xfrm>
              <a:off x="2763544" y="3365721"/>
              <a:ext cx="18816" cy="18689"/>
            </a:xfrm>
            <a:custGeom>
              <a:rect b="b" l="l" r="r" t="t"/>
              <a:pathLst>
                <a:path extrusionOk="0" h="443" w="446">
                  <a:moveTo>
                    <a:pt x="294" y="0"/>
                  </a:moveTo>
                  <a:cubicBezTo>
                    <a:pt x="203" y="61"/>
                    <a:pt x="111" y="122"/>
                    <a:pt x="51" y="244"/>
                  </a:cubicBezTo>
                  <a:cubicBezTo>
                    <a:pt x="1" y="343"/>
                    <a:pt x="32" y="442"/>
                    <a:pt x="128" y="442"/>
                  </a:cubicBezTo>
                  <a:cubicBezTo>
                    <a:pt x="150" y="442"/>
                    <a:pt x="175" y="437"/>
                    <a:pt x="203" y="426"/>
                  </a:cubicBezTo>
                  <a:cubicBezTo>
                    <a:pt x="294" y="396"/>
                    <a:pt x="354" y="274"/>
                    <a:pt x="446" y="183"/>
                  </a:cubicBezTo>
                  <a:lnTo>
                    <a:pt x="2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8"/>
            <p:cNvSpPr/>
            <p:nvPr/>
          </p:nvSpPr>
          <p:spPr>
            <a:xfrm>
              <a:off x="3001611" y="3050281"/>
              <a:ext cx="12867" cy="23119"/>
            </a:xfrm>
            <a:custGeom>
              <a:rect b="b" l="l" r="r" t="t"/>
              <a:pathLst>
                <a:path extrusionOk="0" h="548" w="305">
                  <a:moveTo>
                    <a:pt x="274" y="0"/>
                  </a:moveTo>
                  <a:cubicBezTo>
                    <a:pt x="92" y="122"/>
                    <a:pt x="0" y="334"/>
                    <a:pt x="0" y="547"/>
                  </a:cubicBezTo>
                  <a:cubicBezTo>
                    <a:pt x="183" y="426"/>
                    <a:pt x="304" y="213"/>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8"/>
            <p:cNvSpPr/>
            <p:nvPr/>
          </p:nvSpPr>
          <p:spPr>
            <a:xfrm>
              <a:off x="2819528" y="2181754"/>
              <a:ext cx="139809" cy="321511"/>
            </a:xfrm>
            <a:custGeom>
              <a:rect b="b" l="l" r="r" t="t"/>
              <a:pathLst>
                <a:path extrusionOk="0" h="7621" w="3314">
                  <a:moveTo>
                    <a:pt x="1299" y="1"/>
                  </a:moveTo>
                  <a:cubicBezTo>
                    <a:pt x="825" y="1"/>
                    <a:pt x="849" y="120"/>
                    <a:pt x="1003" y="891"/>
                  </a:cubicBezTo>
                  <a:cubicBezTo>
                    <a:pt x="1034" y="1043"/>
                    <a:pt x="912" y="1225"/>
                    <a:pt x="882" y="1407"/>
                  </a:cubicBezTo>
                  <a:cubicBezTo>
                    <a:pt x="730" y="2167"/>
                    <a:pt x="699" y="2927"/>
                    <a:pt x="821" y="3717"/>
                  </a:cubicBezTo>
                  <a:cubicBezTo>
                    <a:pt x="851" y="3900"/>
                    <a:pt x="851" y="4082"/>
                    <a:pt x="790" y="4234"/>
                  </a:cubicBezTo>
                  <a:cubicBezTo>
                    <a:pt x="486" y="4842"/>
                    <a:pt x="821" y="5480"/>
                    <a:pt x="426" y="6149"/>
                  </a:cubicBezTo>
                  <a:cubicBezTo>
                    <a:pt x="0" y="6879"/>
                    <a:pt x="1003" y="7122"/>
                    <a:pt x="1368" y="7608"/>
                  </a:cubicBezTo>
                  <a:cubicBezTo>
                    <a:pt x="1411" y="7617"/>
                    <a:pt x="1453" y="7621"/>
                    <a:pt x="1492" y="7621"/>
                  </a:cubicBezTo>
                  <a:cubicBezTo>
                    <a:pt x="1994" y="7621"/>
                    <a:pt x="2191" y="6969"/>
                    <a:pt x="2703" y="6969"/>
                  </a:cubicBezTo>
                  <a:cubicBezTo>
                    <a:pt x="2714" y="6969"/>
                    <a:pt x="2725" y="6969"/>
                    <a:pt x="2736" y="6970"/>
                  </a:cubicBezTo>
                  <a:cubicBezTo>
                    <a:pt x="3222" y="6970"/>
                    <a:pt x="3313" y="6818"/>
                    <a:pt x="2857" y="6544"/>
                  </a:cubicBezTo>
                  <a:cubicBezTo>
                    <a:pt x="2736" y="6453"/>
                    <a:pt x="2645" y="6392"/>
                    <a:pt x="2736" y="6240"/>
                  </a:cubicBezTo>
                  <a:cubicBezTo>
                    <a:pt x="3131" y="5693"/>
                    <a:pt x="2979" y="4964"/>
                    <a:pt x="3252" y="4386"/>
                  </a:cubicBezTo>
                  <a:cubicBezTo>
                    <a:pt x="3040" y="4325"/>
                    <a:pt x="2705" y="4234"/>
                    <a:pt x="2827" y="3991"/>
                  </a:cubicBezTo>
                  <a:cubicBezTo>
                    <a:pt x="3009" y="3474"/>
                    <a:pt x="2857" y="2897"/>
                    <a:pt x="2432" y="2562"/>
                  </a:cubicBezTo>
                  <a:cubicBezTo>
                    <a:pt x="1338" y="1742"/>
                    <a:pt x="2888" y="2228"/>
                    <a:pt x="2705" y="1924"/>
                  </a:cubicBezTo>
                  <a:cubicBezTo>
                    <a:pt x="2462" y="1651"/>
                    <a:pt x="1976" y="1559"/>
                    <a:pt x="2189" y="1012"/>
                  </a:cubicBezTo>
                  <a:cubicBezTo>
                    <a:pt x="2249" y="860"/>
                    <a:pt x="2462" y="496"/>
                    <a:pt x="2158" y="283"/>
                  </a:cubicBezTo>
                  <a:cubicBezTo>
                    <a:pt x="2097" y="222"/>
                    <a:pt x="2037" y="131"/>
                    <a:pt x="2006" y="70"/>
                  </a:cubicBezTo>
                  <a:lnTo>
                    <a:pt x="1885" y="9"/>
                  </a:lnTo>
                  <a:lnTo>
                    <a:pt x="1611" y="9"/>
                  </a:lnTo>
                  <a:cubicBezTo>
                    <a:pt x="1489" y="4"/>
                    <a:pt x="1386" y="1"/>
                    <a:pt x="1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8"/>
            <p:cNvSpPr/>
            <p:nvPr/>
          </p:nvSpPr>
          <p:spPr>
            <a:xfrm>
              <a:off x="2679758" y="1926938"/>
              <a:ext cx="150061" cy="152297"/>
            </a:xfrm>
            <a:custGeom>
              <a:rect b="b" l="l" r="r" t="t"/>
              <a:pathLst>
                <a:path extrusionOk="0" h="3610" w="3557">
                  <a:moveTo>
                    <a:pt x="1459" y="0"/>
                  </a:moveTo>
                  <a:lnTo>
                    <a:pt x="1459" y="0"/>
                  </a:lnTo>
                  <a:cubicBezTo>
                    <a:pt x="1094" y="335"/>
                    <a:pt x="790" y="730"/>
                    <a:pt x="578" y="1186"/>
                  </a:cubicBezTo>
                  <a:cubicBezTo>
                    <a:pt x="517" y="1277"/>
                    <a:pt x="426" y="1399"/>
                    <a:pt x="304" y="1459"/>
                  </a:cubicBezTo>
                  <a:cubicBezTo>
                    <a:pt x="122" y="1611"/>
                    <a:pt x="0" y="1824"/>
                    <a:pt x="152" y="2037"/>
                  </a:cubicBezTo>
                  <a:cubicBezTo>
                    <a:pt x="218" y="2122"/>
                    <a:pt x="279" y="2154"/>
                    <a:pt x="335" y="2154"/>
                  </a:cubicBezTo>
                  <a:cubicBezTo>
                    <a:pt x="460" y="2154"/>
                    <a:pt x="564" y="1999"/>
                    <a:pt x="669" y="1915"/>
                  </a:cubicBezTo>
                  <a:cubicBezTo>
                    <a:pt x="767" y="1847"/>
                    <a:pt x="858" y="1816"/>
                    <a:pt x="938" y="1816"/>
                  </a:cubicBezTo>
                  <a:cubicBezTo>
                    <a:pt x="1107" y="1816"/>
                    <a:pt x="1226" y="1952"/>
                    <a:pt x="1246" y="2159"/>
                  </a:cubicBezTo>
                  <a:cubicBezTo>
                    <a:pt x="1307" y="2614"/>
                    <a:pt x="1702" y="2766"/>
                    <a:pt x="1945" y="3070"/>
                  </a:cubicBezTo>
                  <a:cubicBezTo>
                    <a:pt x="1968" y="3340"/>
                    <a:pt x="2139" y="3609"/>
                    <a:pt x="2313" y="3609"/>
                  </a:cubicBezTo>
                  <a:cubicBezTo>
                    <a:pt x="2375" y="3609"/>
                    <a:pt x="2437" y="3575"/>
                    <a:pt x="2492" y="3496"/>
                  </a:cubicBezTo>
                  <a:cubicBezTo>
                    <a:pt x="2736" y="3131"/>
                    <a:pt x="3161" y="3192"/>
                    <a:pt x="3374" y="2888"/>
                  </a:cubicBezTo>
                  <a:cubicBezTo>
                    <a:pt x="3556" y="2584"/>
                    <a:pt x="3252" y="2311"/>
                    <a:pt x="3313" y="2007"/>
                  </a:cubicBezTo>
                  <a:lnTo>
                    <a:pt x="3313" y="2007"/>
                  </a:lnTo>
                  <a:cubicBezTo>
                    <a:pt x="3195" y="2026"/>
                    <a:pt x="3076" y="2149"/>
                    <a:pt x="2958" y="2149"/>
                  </a:cubicBezTo>
                  <a:cubicBezTo>
                    <a:pt x="2894" y="2149"/>
                    <a:pt x="2830" y="2113"/>
                    <a:pt x="2766" y="2007"/>
                  </a:cubicBezTo>
                  <a:cubicBezTo>
                    <a:pt x="1854" y="1976"/>
                    <a:pt x="1945" y="1155"/>
                    <a:pt x="1672" y="669"/>
                  </a:cubicBezTo>
                  <a:cubicBezTo>
                    <a:pt x="1307" y="517"/>
                    <a:pt x="1854" y="152"/>
                    <a:pt x="14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8"/>
            <p:cNvSpPr/>
            <p:nvPr/>
          </p:nvSpPr>
          <p:spPr>
            <a:xfrm>
              <a:off x="2691276" y="2433449"/>
              <a:ext cx="62859" cy="91083"/>
            </a:xfrm>
            <a:custGeom>
              <a:rect b="b" l="l" r="r" t="t"/>
              <a:pathLst>
                <a:path extrusionOk="0" h="2159" w="1490">
                  <a:moveTo>
                    <a:pt x="1399" y="1"/>
                  </a:moveTo>
                  <a:cubicBezTo>
                    <a:pt x="1125" y="50"/>
                    <a:pt x="1198" y="649"/>
                    <a:pt x="867" y="649"/>
                  </a:cubicBezTo>
                  <a:cubicBezTo>
                    <a:pt x="793" y="649"/>
                    <a:pt x="700" y="620"/>
                    <a:pt x="578" y="548"/>
                  </a:cubicBezTo>
                  <a:cubicBezTo>
                    <a:pt x="548" y="669"/>
                    <a:pt x="548" y="852"/>
                    <a:pt x="487" y="913"/>
                  </a:cubicBezTo>
                  <a:cubicBezTo>
                    <a:pt x="1" y="1399"/>
                    <a:pt x="61" y="1703"/>
                    <a:pt x="700" y="1916"/>
                  </a:cubicBezTo>
                  <a:cubicBezTo>
                    <a:pt x="852" y="1976"/>
                    <a:pt x="1004" y="2068"/>
                    <a:pt x="1125" y="2159"/>
                  </a:cubicBezTo>
                  <a:cubicBezTo>
                    <a:pt x="1399" y="1490"/>
                    <a:pt x="1490" y="730"/>
                    <a:pt x="13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8"/>
            <p:cNvSpPr/>
            <p:nvPr/>
          </p:nvSpPr>
          <p:spPr>
            <a:xfrm>
              <a:off x="2715660" y="2286001"/>
              <a:ext cx="79523" cy="98930"/>
            </a:xfrm>
            <a:custGeom>
              <a:rect b="b" l="l" r="r" t="t"/>
              <a:pathLst>
                <a:path extrusionOk="0" h="2345" w="1885">
                  <a:moveTo>
                    <a:pt x="274" y="0"/>
                  </a:moveTo>
                  <a:cubicBezTo>
                    <a:pt x="243" y="274"/>
                    <a:pt x="152" y="547"/>
                    <a:pt x="0" y="821"/>
                  </a:cubicBezTo>
                  <a:cubicBezTo>
                    <a:pt x="61" y="821"/>
                    <a:pt x="124" y="819"/>
                    <a:pt x="186" y="819"/>
                  </a:cubicBezTo>
                  <a:cubicBezTo>
                    <a:pt x="528" y="819"/>
                    <a:pt x="844" y="863"/>
                    <a:pt x="638" y="1429"/>
                  </a:cubicBezTo>
                  <a:cubicBezTo>
                    <a:pt x="517" y="1672"/>
                    <a:pt x="456" y="1915"/>
                    <a:pt x="456" y="2189"/>
                  </a:cubicBezTo>
                  <a:cubicBezTo>
                    <a:pt x="479" y="2304"/>
                    <a:pt x="519" y="2345"/>
                    <a:pt x="567" y="2345"/>
                  </a:cubicBezTo>
                  <a:cubicBezTo>
                    <a:pt x="646" y="2345"/>
                    <a:pt x="745" y="2234"/>
                    <a:pt x="821" y="2158"/>
                  </a:cubicBezTo>
                  <a:cubicBezTo>
                    <a:pt x="1885" y="1459"/>
                    <a:pt x="1885" y="1459"/>
                    <a:pt x="942" y="608"/>
                  </a:cubicBezTo>
                  <a:cubicBezTo>
                    <a:pt x="699" y="426"/>
                    <a:pt x="486" y="213"/>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8"/>
            <p:cNvSpPr/>
            <p:nvPr/>
          </p:nvSpPr>
          <p:spPr>
            <a:xfrm>
              <a:off x="2738737" y="2582204"/>
              <a:ext cx="53873" cy="102642"/>
            </a:xfrm>
            <a:custGeom>
              <a:rect b="b" l="l" r="r" t="t"/>
              <a:pathLst>
                <a:path extrusionOk="0" h="2433" w="1277">
                  <a:moveTo>
                    <a:pt x="821" y="1"/>
                  </a:moveTo>
                  <a:cubicBezTo>
                    <a:pt x="152" y="61"/>
                    <a:pt x="91" y="578"/>
                    <a:pt x="0" y="1064"/>
                  </a:cubicBezTo>
                  <a:cubicBezTo>
                    <a:pt x="335" y="1308"/>
                    <a:pt x="335" y="1733"/>
                    <a:pt x="395" y="2068"/>
                  </a:cubicBezTo>
                  <a:cubicBezTo>
                    <a:pt x="426" y="2371"/>
                    <a:pt x="578" y="2432"/>
                    <a:pt x="791" y="2432"/>
                  </a:cubicBezTo>
                  <a:cubicBezTo>
                    <a:pt x="821" y="2189"/>
                    <a:pt x="821" y="1976"/>
                    <a:pt x="791" y="1764"/>
                  </a:cubicBezTo>
                  <a:cubicBezTo>
                    <a:pt x="699" y="1156"/>
                    <a:pt x="487" y="517"/>
                    <a:pt x="1277" y="153"/>
                  </a:cubicBezTo>
                  <a:lnTo>
                    <a:pt x="109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8"/>
            <p:cNvSpPr/>
            <p:nvPr/>
          </p:nvSpPr>
          <p:spPr>
            <a:xfrm>
              <a:off x="2624576" y="1988491"/>
              <a:ext cx="42398" cy="33581"/>
            </a:xfrm>
            <a:custGeom>
              <a:rect b="b" l="l" r="r" t="t"/>
              <a:pathLst>
                <a:path extrusionOk="0" h="796" w="1005">
                  <a:moveTo>
                    <a:pt x="548" y="0"/>
                  </a:moveTo>
                  <a:lnTo>
                    <a:pt x="1" y="274"/>
                  </a:lnTo>
                  <a:cubicBezTo>
                    <a:pt x="62" y="487"/>
                    <a:pt x="214" y="669"/>
                    <a:pt x="427" y="760"/>
                  </a:cubicBezTo>
                  <a:cubicBezTo>
                    <a:pt x="479" y="778"/>
                    <a:pt x="562" y="795"/>
                    <a:pt x="641" y="795"/>
                  </a:cubicBezTo>
                  <a:cubicBezTo>
                    <a:pt x="698" y="795"/>
                    <a:pt x="753" y="786"/>
                    <a:pt x="791" y="760"/>
                  </a:cubicBezTo>
                  <a:cubicBezTo>
                    <a:pt x="1004" y="548"/>
                    <a:pt x="670" y="517"/>
                    <a:pt x="639" y="396"/>
                  </a:cubicBezTo>
                  <a:cubicBezTo>
                    <a:pt x="609" y="244"/>
                    <a:pt x="579" y="122"/>
                    <a:pt x="5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8"/>
            <p:cNvSpPr/>
            <p:nvPr/>
          </p:nvSpPr>
          <p:spPr>
            <a:xfrm>
              <a:off x="2725912" y="2400120"/>
              <a:ext cx="24384" cy="22148"/>
            </a:xfrm>
            <a:custGeom>
              <a:rect b="b" l="l" r="r" t="t"/>
              <a:pathLst>
                <a:path extrusionOk="0" h="525" w="578">
                  <a:moveTo>
                    <a:pt x="578" y="0"/>
                  </a:moveTo>
                  <a:cubicBezTo>
                    <a:pt x="335" y="31"/>
                    <a:pt x="0" y="31"/>
                    <a:pt x="0" y="304"/>
                  </a:cubicBezTo>
                  <a:cubicBezTo>
                    <a:pt x="0" y="487"/>
                    <a:pt x="91" y="525"/>
                    <a:pt x="209" y="525"/>
                  </a:cubicBezTo>
                  <a:cubicBezTo>
                    <a:pt x="293" y="525"/>
                    <a:pt x="391" y="505"/>
                    <a:pt x="479" y="505"/>
                  </a:cubicBezTo>
                  <a:cubicBezTo>
                    <a:pt x="514" y="505"/>
                    <a:pt x="547" y="508"/>
                    <a:pt x="578" y="517"/>
                  </a:cubicBezTo>
                  <a:lnTo>
                    <a:pt x="57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8"/>
            <p:cNvSpPr/>
            <p:nvPr/>
          </p:nvSpPr>
          <p:spPr>
            <a:xfrm>
              <a:off x="2673346" y="2064134"/>
              <a:ext cx="5147" cy="9028"/>
            </a:xfrm>
            <a:custGeom>
              <a:rect b="b" l="l" r="r" t="t"/>
              <a:pathLst>
                <a:path extrusionOk="0" h="214" w="122">
                  <a:moveTo>
                    <a:pt x="61" y="1"/>
                  </a:moveTo>
                  <a:cubicBezTo>
                    <a:pt x="61" y="31"/>
                    <a:pt x="0" y="62"/>
                    <a:pt x="0" y="92"/>
                  </a:cubicBezTo>
                  <a:cubicBezTo>
                    <a:pt x="0" y="122"/>
                    <a:pt x="30" y="153"/>
                    <a:pt x="61" y="214"/>
                  </a:cubicBezTo>
                  <a:lnTo>
                    <a:pt x="122" y="122"/>
                  </a:lnTo>
                  <a:lnTo>
                    <a:pt x="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8"/>
            <p:cNvSpPr/>
            <p:nvPr/>
          </p:nvSpPr>
          <p:spPr>
            <a:xfrm>
              <a:off x="2750255" y="2421931"/>
              <a:ext cx="7763" cy="11559"/>
            </a:xfrm>
            <a:custGeom>
              <a:rect b="b" l="l" r="r" t="t"/>
              <a:pathLst>
                <a:path extrusionOk="0" h="274" w="184">
                  <a:moveTo>
                    <a:pt x="1" y="0"/>
                  </a:moveTo>
                  <a:lnTo>
                    <a:pt x="1" y="274"/>
                  </a:lnTo>
                  <a:cubicBezTo>
                    <a:pt x="183" y="183"/>
                    <a:pt x="183" y="9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8"/>
            <p:cNvSpPr/>
            <p:nvPr/>
          </p:nvSpPr>
          <p:spPr>
            <a:xfrm>
              <a:off x="2727178" y="2524491"/>
              <a:ext cx="11602" cy="11602"/>
            </a:xfrm>
            <a:custGeom>
              <a:rect b="b" l="l" r="r" t="t"/>
              <a:pathLst>
                <a:path extrusionOk="0" h="275" w="275">
                  <a:moveTo>
                    <a:pt x="1" y="274"/>
                  </a:moveTo>
                  <a:lnTo>
                    <a:pt x="2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8"/>
            <p:cNvSpPr/>
            <p:nvPr/>
          </p:nvSpPr>
          <p:spPr>
            <a:xfrm>
              <a:off x="2899010" y="2170406"/>
              <a:ext cx="14470" cy="14639"/>
            </a:xfrm>
            <a:custGeom>
              <a:rect b="b" l="l" r="r" t="t"/>
              <a:pathLst>
                <a:path extrusionOk="0" h="347" w="343">
                  <a:moveTo>
                    <a:pt x="175" y="0"/>
                  </a:moveTo>
                  <a:cubicBezTo>
                    <a:pt x="129" y="0"/>
                    <a:pt x="71" y="12"/>
                    <a:pt x="1" y="35"/>
                  </a:cubicBezTo>
                  <a:lnTo>
                    <a:pt x="1" y="278"/>
                  </a:lnTo>
                  <a:cubicBezTo>
                    <a:pt x="31" y="324"/>
                    <a:pt x="77" y="347"/>
                    <a:pt x="126" y="347"/>
                  </a:cubicBezTo>
                  <a:cubicBezTo>
                    <a:pt x="175" y="347"/>
                    <a:pt x="229" y="324"/>
                    <a:pt x="274" y="278"/>
                  </a:cubicBezTo>
                  <a:cubicBezTo>
                    <a:pt x="342" y="97"/>
                    <a:pt x="309"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8"/>
            <p:cNvSpPr/>
            <p:nvPr/>
          </p:nvSpPr>
          <p:spPr>
            <a:xfrm>
              <a:off x="3055443" y="2091092"/>
              <a:ext cx="51342" cy="102600"/>
            </a:xfrm>
            <a:custGeom>
              <a:rect b="b" l="l" r="r" t="t"/>
              <a:pathLst>
                <a:path extrusionOk="0" h="2432" w="1217">
                  <a:moveTo>
                    <a:pt x="335" y="0"/>
                  </a:moveTo>
                  <a:cubicBezTo>
                    <a:pt x="214" y="304"/>
                    <a:pt x="1" y="578"/>
                    <a:pt x="275" y="851"/>
                  </a:cubicBezTo>
                  <a:cubicBezTo>
                    <a:pt x="670" y="1307"/>
                    <a:pt x="700" y="1885"/>
                    <a:pt x="913" y="2432"/>
                  </a:cubicBezTo>
                  <a:lnTo>
                    <a:pt x="1156" y="2432"/>
                  </a:lnTo>
                  <a:cubicBezTo>
                    <a:pt x="1217" y="1733"/>
                    <a:pt x="1095" y="1003"/>
                    <a:pt x="822" y="365"/>
                  </a:cubicBezTo>
                  <a:cubicBezTo>
                    <a:pt x="791" y="304"/>
                    <a:pt x="1004" y="152"/>
                    <a:pt x="852" y="61"/>
                  </a:cubicBezTo>
                  <a:cubicBezTo>
                    <a:pt x="670" y="30"/>
                    <a:pt x="487" y="0"/>
                    <a:pt x="3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8"/>
            <p:cNvSpPr/>
            <p:nvPr/>
          </p:nvSpPr>
          <p:spPr>
            <a:xfrm>
              <a:off x="2746416" y="1955162"/>
              <a:ext cx="50077" cy="69863"/>
            </a:xfrm>
            <a:custGeom>
              <a:rect b="b" l="l" r="r" t="t"/>
              <a:pathLst>
                <a:path extrusionOk="0" h="1656" w="1187">
                  <a:moveTo>
                    <a:pt x="92" y="0"/>
                  </a:moveTo>
                  <a:cubicBezTo>
                    <a:pt x="122" y="456"/>
                    <a:pt x="1" y="942"/>
                    <a:pt x="274" y="1368"/>
                  </a:cubicBezTo>
                  <a:cubicBezTo>
                    <a:pt x="417" y="1576"/>
                    <a:pt x="549" y="1656"/>
                    <a:pt x="676" y="1656"/>
                  </a:cubicBezTo>
                  <a:cubicBezTo>
                    <a:pt x="848" y="1656"/>
                    <a:pt x="1012" y="1512"/>
                    <a:pt x="1186" y="1338"/>
                  </a:cubicBezTo>
                  <a:cubicBezTo>
                    <a:pt x="760" y="912"/>
                    <a:pt x="609" y="304"/>
                    <a:pt x="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8"/>
            <p:cNvSpPr/>
            <p:nvPr/>
          </p:nvSpPr>
          <p:spPr>
            <a:xfrm>
              <a:off x="2977227" y="2278745"/>
              <a:ext cx="42356" cy="63703"/>
            </a:xfrm>
            <a:custGeom>
              <a:rect b="b" l="l" r="r" t="t"/>
              <a:pathLst>
                <a:path extrusionOk="0" h="1510" w="1004">
                  <a:moveTo>
                    <a:pt x="303" y="0"/>
                  </a:moveTo>
                  <a:cubicBezTo>
                    <a:pt x="275" y="0"/>
                    <a:pt x="245" y="7"/>
                    <a:pt x="214" y="20"/>
                  </a:cubicBezTo>
                  <a:cubicBezTo>
                    <a:pt x="1" y="142"/>
                    <a:pt x="31" y="415"/>
                    <a:pt x="122" y="598"/>
                  </a:cubicBezTo>
                  <a:cubicBezTo>
                    <a:pt x="183" y="750"/>
                    <a:pt x="244" y="841"/>
                    <a:pt x="305" y="963"/>
                  </a:cubicBezTo>
                  <a:cubicBezTo>
                    <a:pt x="274" y="1175"/>
                    <a:pt x="396" y="1388"/>
                    <a:pt x="578" y="1510"/>
                  </a:cubicBezTo>
                  <a:cubicBezTo>
                    <a:pt x="791" y="1388"/>
                    <a:pt x="1004" y="1266"/>
                    <a:pt x="852" y="963"/>
                  </a:cubicBezTo>
                  <a:cubicBezTo>
                    <a:pt x="852" y="871"/>
                    <a:pt x="913" y="811"/>
                    <a:pt x="852" y="689"/>
                  </a:cubicBezTo>
                  <a:cubicBezTo>
                    <a:pt x="791" y="598"/>
                    <a:pt x="730" y="476"/>
                    <a:pt x="670" y="355"/>
                  </a:cubicBezTo>
                  <a:cubicBezTo>
                    <a:pt x="566" y="200"/>
                    <a:pt x="463" y="0"/>
                    <a:pt x="3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8"/>
            <p:cNvSpPr/>
            <p:nvPr/>
          </p:nvSpPr>
          <p:spPr>
            <a:xfrm>
              <a:off x="3013129" y="2000008"/>
              <a:ext cx="44930" cy="57755"/>
            </a:xfrm>
            <a:custGeom>
              <a:rect b="b" l="l" r="r" t="t"/>
              <a:pathLst>
                <a:path extrusionOk="0" h="1369" w="1065">
                  <a:moveTo>
                    <a:pt x="1" y="1"/>
                  </a:moveTo>
                  <a:lnTo>
                    <a:pt x="1" y="1"/>
                  </a:lnTo>
                  <a:cubicBezTo>
                    <a:pt x="153" y="244"/>
                    <a:pt x="244" y="518"/>
                    <a:pt x="274" y="822"/>
                  </a:cubicBezTo>
                  <a:lnTo>
                    <a:pt x="822" y="1369"/>
                  </a:lnTo>
                  <a:lnTo>
                    <a:pt x="1065" y="1095"/>
                  </a:lnTo>
                  <a:cubicBezTo>
                    <a:pt x="639" y="822"/>
                    <a:pt x="1004" y="548"/>
                    <a:pt x="1065" y="275"/>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8"/>
            <p:cNvSpPr/>
            <p:nvPr/>
          </p:nvSpPr>
          <p:spPr>
            <a:xfrm>
              <a:off x="2932339" y="2030046"/>
              <a:ext cx="44930" cy="38602"/>
            </a:xfrm>
            <a:custGeom>
              <a:rect b="b" l="l" r="r" t="t"/>
              <a:pathLst>
                <a:path extrusionOk="0" h="915" w="1065">
                  <a:moveTo>
                    <a:pt x="448" y="1"/>
                  </a:moveTo>
                  <a:cubicBezTo>
                    <a:pt x="328" y="1"/>
                    <a:pt x="183" y="40"/>
                    <a:pt x="1" y="110"/>
                  </a:cubicBezTo>
                  <a:cubicBezTo>
                    <a:pt x="364" y="333"/>
                    <a:pt x="419" y="915"/>
                    <a:pt x="919" y="915"/>
                  </a:cubicBezTo>
                  <a:cubicBezTo>
                    <a:pt x="964" y="915"/>
                    <a:pt x="1012" y="910"/>
                    <a:pt x="1065" y="900"/>
                  </a:cubicBezTo>
                  <a:cubicBezTo>
                    <a:pt x="891" y="249"/>
                    <a:pt x="748" y="1"/>
                    <a:pt x="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8"/>
            <p:cNvSpPr/>
            <p:nvPr/>
          </p:nvSpPr>
          <p:spPr>
            <a:xfrm>
              <a:off x="2991360" y="2172684"/>
              <a:ext cx="33370" cy="32569"/>
            </a:xfrm>
            <a:custGeom>
              <a:rect b="b" l="l" r="r" t="t"/>
              <a:pathLst>
                <a:path extrusionOk="0" h="772" w="791">
                  <a:moveTo>
                    <a:pt x="425" y="1"/>
                  </a:moveTo>
                  <a:cubicBezTo>
                    <a:pt x="397" y="1"/>
                    <a:pt x="367" y="4"/>
                    <a:pt x="335" y="11"/>
                  </a:cubicBezTo>
                  <a:cubicBezTo>
                    <a:pt x="0" y="72"/>
                    <a:pt x="213" y="346"/>
                    <a:pt x="213" y="528"/>
                  </a:cubicBezTo>
                  <a:cubicBezTo>
                    <a:pt x="213" y="619"/>
                    <a:pt x="243" y="680"/>
                    <a:pt x="243" y="771"/>
                  </a:cubicBezTo>
                  <a:lnTo>
                    <a:pt x="790" y="771"/>
                  </a:lnTo>
                  <a:cubicBezTo>
                    <a:pt x="760" y="650"/>
                    <a:pt x="790" y="528"/>
                    <a:pt x="760" y="407"/>
                  </a:cubicBezTo>
                  <a:cubicBezTo>
                    <a:pt x="733" y="192"/>
                    <a:pt x="635" y="1"/>
                    <a:pt x="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8"/>
            <p:cNvSpPr/>
            <p:nvPr/>
          </p:nvSpPr>
          <p:spPr>
            <a:xfrm>
              <a:off x="2887493" y="1969211"/>
              <a:ext cx="33370" cy="30839"/>
            </a:xfrm>
            <a:custGeom>
              <a:rect b="b" l="l" r="r" t="t"/>
              <a:pathLst>
                <a:path extrusionOk="0" h="731" w="791">
                  <a:moveTo>
                    <a:pt x="300" y="1"/>
                  </a:moveTo>
                  <a:cubicBezTo>
                    <a:pt x="200" y="1"/>
                    <a:pt x="100" y="56"/>
                    <a:pt x="0" y="184"/>
                  </a:cubicBezTo>
                  <a:cubicBezTo>
                    <a:pt x="91" y="427"/>
                    <a:pt x="274" y="640"/>
                    <a:pt x="547" y="731"/>
                  </a:cubicBezTo>
                  <a:cubicBezTo>
                    <a:pt x="760" y="640"/>
                    <a:pt x="790" y="366"/>
                    <a:pt x="638" y="184"/>
                  </a:cubicBezTo>
                  <a:cubicBezTo>
                    <a:pt x="525" y="71"/>
                    <a:pt x="413" y="1"/>
                    <a:pt x="3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8"/>
            <p:cNvSpPr/>
            <p:nvPr/>
          </p:nvSpPr>
          <p:spPr>
            <a:xfrm>
              <a:off x="2899010" y="2163234"/>
              <a:ext cx="21853" cy="18942"/>
            </a:xfrm>
            <a:custGeom>
              <a:rect b="b" l="l" r="r" t="t"/>
              <a:pathLst>
                <a:path extrusionOk="0" h="449" w="518">
                  <a:moveTo>
                    <a:pt x="240" y="0"/>
                  </a:moveTo>
                  <a:cubicBezTo>
                    <a:pt x="151" y="0"/>
                    <a:pt x="62" y="103"/>
                    <a:pt x="1" y="205"/>
                  </a:cubicBezTo>
                  <a:lnTo>
                    <a:pt x="274" y="448"/>
                  </a:lnTo>
                  <a:cubicBezTo>
                    <a:pt x="426" y="357"/>
                    <a:pt x="517" y="235"/>
                    <a:pt x="365" y="83"/>
                  </a:cubicBezTo>
                  <a:cubicBezTo>
                    <a:pt x="326" y="24"/>
                    <a:pt x="283" y="0"/>
                    <a:pt x="2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8"/>
            <p:cNvSpPr/>
            <p:nvPr/>
          </p:nvSpPr>
          <p:spPr>
            <a:xfrm>
              <a:off x="2978534" y="2242379"/>
              <a:ext cx="14133" cy="9028"/>
            </a:xfrm>
            <a:custGeom>
              <a:rect b="b" l="l" r="r" t="t"/>
              <a:pathLst>
                <a:path extrusionOk="0" h="214" w="335">
                  <a:moveTo>
                    <a:pt x="254" y="1"/>
                  </a:moveTo>
                  <a:cubicBezTo>
                    <a:pt x="226" y="1"/>
                    <a:pt x="193" y="11"/>
                    <a:pt x="152" y="31"/>
                  </a:cubicBezTo>
                  <a:lnTo>
                    <a:pt x="0" y="214"/>
                  </a:lnTo>
                  <a:cubicBezTo>
                    <a:pt x="91" y="183"/>
                    <a:pt x="213" y="183"/>
                    <a:pt x="243" y="183"/>
                  </a:cubicBezTo>
                  <a:cubicBezTo>
                    <a:pt x="274" y="183"/>
                    <a:pt x="335" y="122"/>
                    <a:pt x="335" y="122"/>
                  </a:cubicBezTo>
                  <a:cubicBezTo>
                    <a:pt x="335" y="41"/>
                    <a:pt x="308" y="1"/>
                    <a:pt x="2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8"/>
            <p:cNvSpPr/>
            <p:nvPr/>
          </p:nvSpPr>
          <p:spPr>
            <a:xfrm>
              <a:off x="2955458" y="2297519"/>
              <a:ext cx="11559" cy="11602"/>
            </a:xfrm>
            <a:custGeom>
              <a:rect b="b" l="l" r="r" t="t"/>
              <a:pathLst>
                <a:path extrusionOk="0" h="275" w="274">
                  <a:moveTo>
                    <a:pt x="274" y="274"/>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8"/>
            <p:cNvSpPr/>
            <p:nvPr/>
          </p:nvSpPr>
          <p:spPr>
            <a:xfrm>
              <a:off x="2973388" y="2251365"/>
              <a:ext cx="5189" cy="5189"/>
            </a:xfrm>
            <a:custGeom>
              <a:rect b="b" l="l" r="r" t="t"/>
              <a:pathLst>
                <a:path extrusionOk="0" h="123" w="123">
                  <a:moveTo>
                    <a:pt x="122" y="1"/>
                  </a:moveTo>
                  <a:lnTo>
                    <a:pt x="1" y="61"/>
                  </a:lnTo>
                  <a:lnTo>
                    <a:pt x="61" y="122"/>
                  </a:lnTo>
                  <a:lnTo>
                    <a:pt x="1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8"/>
            <p:cNvSpPr/>
            <p:nvPr/>
          </p:nvSpPr>
          <p:spPr>
            <a:xfrm>
              <a:off x="2899010" y="2182134"/>
              <a:ext cx="11602" cy="11559"/>
            </a:xfrm>
            <a:custGeom>
              <a:rect b="b" l="l" r="r" t="t"/>
              <a:pathLst>
                <a:path extrusionOk="0" h="274" w="275">
                  <a:moveTo>
                    <a:pt x="1" y="0"/>
                  </a:moveTo>
                  <a:lnTo>
                    <a:pt x="274" y="274"/>
                  </a:lnTo>
                  <a:lnTo>
                    <a:pt x="27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8"/>
            <p:cNvSpPr/>
            <p:nvPr/>
          </p:nvSpPr>
          <p:spPr>
            <a:xfrm>
              <a:off x="2773332" y="1866483"/>
              <a:ext cx="23161" cy="18183"/>
            </a:xfrm>
            <a:custGeom>
              <a:rect b="b" l="l" r="r" t="t"/>
              <a:pathLst>
                <a:path extrusionOk="0" h="431" w="549">
                  <a:moveTo>
                    <a:pt x="307" y="0"/>
                  </a:moveTo>
                  <a:cubicBezTo>
                    <a:pt x="233" y="0"/>
                    <a:pt x="134" y="54"/>
                    <a:pt x="1" y="187"/>
                  </a:cubicBezTo>
                  <a:lnTo>
                    <a:pt x="548" y="430"/>
                  </a:lnTo>
                  <a:cubicBezTo>
                    <a:pt x="508" y="209"/>
                    <a:pt x="454" y="0"/>
                    <a:pt x="3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8"/>
            <p:cNvSpPr/>
            <p:nvPr/>
          </p:nvSpPr>
          <p:spPr>
            <a:xfrm>
              <a:off x="3069576" y="2069070"/>
              <a:ext cx="34636" cy="10716"/>
            </a:xfrm>
            <a:custGeom>
              <a:rect b="b" l="l" r="r" t="t"/>
              <a:pathLst>
                <a:path extrusionOk="0" h="254" w="821">
                  <a:moveTo>
                    <a:pt x="563" y="0"/>
                  </a:moveTo>
                  <a:cubicBezTo>
                    <a:pt x="351" y="0"/>
                    <a:pt x="152" y="31"/>
                    <a:pt x="0" y="249"/>
                  </a:cubicBezTo>
                  <a:cubicBezTo>
                    <a:pt x="87" y="249"/>
                    <a:pt x="174" y="253"/>
                    <a:pt x="259" y="253"/>
                  </a:cubicBezTo>
                  <a:cubicBezTo>
                    <a:pt x="471" y="253"/>
                    <a:pt x="669" y="222"/>
                    <a:pt x="821" y="5"/>
                  </a:cubicBezTo>
                  <a:cubicBezTo>
                    <a:pt x="734" y="5"/>
                    <a:pt x="647" y="0"/>
                    <a:pt x="5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8"/>
            <p:cNvSpPr/>
            <p:nvPr/>
          </p:nvSpPr>
          <p:spPr>
            <a:xfrm>
              <a:off x="2981108" y="2377043"/>
              <a:ext cx="98128" cy="102600"/>
            </a:xfrm>
            <a:custGeom>
              <a:rect b="b" l="l" r="r" t="t"/>
              <a:pathLst>
                <a:path extrusionOk="0" h="2432" w="2326">
                  <a:moveTo>
                    <a:pt x="1003" y="0"/>
                  </a:moveTo>
                  <a:cubicBezTo>
                    <a:pt x="669" y="152"/>
                    <a:pt x="426" y="487"/>
                    <a:pt x="0" y="487"/>
                  </a:cubicBezTo>
                  <a:cubicBezTo>
                    <a:pt x="152" y="882"/>
                    <a:pt x="426" y="882"/>
                    <a:pt x="760" y="1064"/>
                  </a:cubicBezTo>
                  <a:cubicBezTo>
                    <a:pt x="1064" y="1247"/>
                    <a:pt x="1246" y="1399"/>
                    <a:pt x="942" y="1763"/>
                  </a:cubicBezTo>
                  <a:cubicBezTo>
                    <a:pt x="881" y="1854"/>
                    <a:pt x="1155" y="2189"/>
                    <a:pt x="1307" y="2432"/>
                  </a:cubicBezTo>
                  <a:cubicBezTo>
                    <a:pt x="1824" y="2128"/>
                    <a:pt x="2067" y="1733"/>
                    <a:pt x="1854" y="1095"/>
                  </a:cubicBezTo>
                  <a:cubicBezTo>
                    <a:pt x="1793" y="882"/>
                    <a:pt x="1885" y="639"/>
                    <a:pt x="2097" y="547"/>
                  </a:cubicBezTo>
                  <a:cubicBezTo>
                    <a:pt x="2184" y="288"/>
                    <a:pt x="2325" y="28"/>
                    <a:pt x="1924" y="28"/>
                  </a:cubicBezTo>
                  <a:cubicBezTo>
                    <a:pt x="1902" y="28"/>
                    <a:pt x="1879" y="29"/>
                    <a:pt x="1854" y="31"/>
                  </a:cubicBezTo>
                  <a:cubicBezTo>
                    <a:pt x="1677" y="31"/>
                    <a:pt x="1486" y="184"/>
                    <a:pt x="1300" y="184"/>
                  </a:cubicBezTo>
                  <a:cubicBezTo>
                    <a:pt x="1199" y="184"/>
                    <a:pt x="1099" y="139"/>
                    <a:pt x="10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8"/>
            <p:cNvSpPr/>
            <p:nvPr/>
          </p:nvSpPr>
          <p:spPr>
            <a:xfrm>
              <a:off x="3001611" y="2319330"/>
              <a:ext cx="55181" cy="34678"/>
            </a:xfrm>
            <a:custGeom>
              <a:rect b="b" l="l" r="r" t="t"/>
              <a:pathLst>
                <a:path extrusionOk="0" h="822" w="1308">
                  <a:moveTo>
                    <a:pt x="274" y="1"/>
                  </a:moveTo>
                  <a:cubicBezTo>
                    <a:pt x="183" y="183"/>
                    <a:pt x="92" y="365"/>
                    <a:pt x="0" y="548"/>
                  </a:cubicBezTo>
                  <a:lnTo>
                    <a:pt x="274" y="821"/>
                  </a:lnTo>
                  <a:cubicBezTo>
                    <a:pt x="304" y="548"/>
                    <a:pt x="1307" y="274"/>
                    <a:pt x="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8"/>
            <p:cNvSpPr/>
            <p:nvPr/>
          </p:nvSpPr>
          <p:spPr>
            <a:xfrm>
              <a:off x="3050339" y="2321903"/>
              <a:ext cx="24384" cy="16959"/>
            </a:xfrm>
            <a:custGeom>
              <a:rect b="b" l="l" r="r" t="t"/>
              <a:pathLst>
                <a:path extrusionOk="0" h="402" w="578">
                  <a:moveTo>
                    <a:pt x="456" y="0"/>
                  </a:moveTo>
                  <a:cubicBezTo>
                    <a:pt x="335" y="0"/>
                    <a:pt x="213" y="31"/>
                    <a:pt x="92" y="91"/>
                  </a:cubicBezTo>
                  <a:cubicBezTo>
                    <a:pt x="0" y="183"/>
                    <a:pt x="31" y="335"/>
                    <a:pt x="183" y="395"/>
                  </a:cubicBezTo>
                  <a:cubicBezTo>
                    <a:pt x="199" y="399"/>
                    <a:pt x="215" y="401"/>
                    <a:pt x="232" y="401"/>
                  </a:cubicBezTo>
                  <a:cubicBezTo>
                    <a:pt x="343" y="401"/>
                    <a:pt x="464" y="319"/>
                    <a:pt x="517" y="213"/>
                  </a:cubicBezTo>
                  <a:cubicBezTo>
                    <a:pt x="578" y="122"/>
                    <a:pt x="578" y="31"/>
                    <a:pt x="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8"/>
            <p:cNvSpPr/>
            <p:nvPr/>
          </p:nvSpPr>
          <p:spPr>
            <a:xfrm>
              <a:off x="2858003" y="2896083"/>
              <a:ext cx="161578" cy="245447"/>
            </a:xfrm>
            <a:custGeom>
              <a:rect b="b" l="l" r="r" t="t"/>
              <a:pathLst>
                <a:path extrusionOk="0" h="5818" w="3830">
                  <a:moveTo>
                    <a:pt x="2906" y="0"/>
                  </a:moveTo>
                  <a:cubicBezTo>
                    <a:pt x="2725" y="0"/>
                    <a:pt x="2562" y="138"/>
                    <a:pt x="2432" y="555"/>
                  </a:cubicBezTo>
                  <a:cubicBezTo>
                    <a:pt x="2371" y="615"/>
                    <a:pt x="2189" y="646"/>
                    <a:pt x="2037" y="676"/>
                  </a:cubicBezTo>
                  <a:cubicBezTo>
                    <a:pt x="2084" y="1499"/>
                    <a:pt x="2094" y="1686"/>
                    <a:pt x="1745" y="1686"/>
                  </a:cubicBezTo>
                  <a:cubicBezTo>
                    <a:pt x="1643" y="1686"/>
                    <a:pt x="1510" y="1670"/>
                    <a:pt x="1337" y="1649"/>
                  </a:cubicBezTo>
                  <a:cubicBezTo>
                    <a:pt x="1277" y="1649"/>
                    <a:pt x="1202" y="1635"/>
                    <a:pt x="1151" y="1635"/>
                  </a:cubicBezTo>
                  <a:cubicBezTo>
                    <a:pt x="1125" y="1635"/>
                    <a:pt x="1104" y="1639"/>
                    <a:pt x="1094" y="1649"/>
                  </a:cubicBezTo>
                  <a:cubicBezTo>
                    <a:pt x="881" y="2014"/>
                    <a:pt x="942" y="2470"/>
                    <a:pt x="638" y="2865"/>
                  </a:cubicBezTo>
                  <a:cubicBezTo>
                    <a:pt x="456" y="3078"/>
                    <a:pt x="730" y="3321"/>
                    <a:pt x="851" y="3564"/>
                  </a:cubicBezTo>
                  <a:cubicBezTo>
                    <a:pt x="1064" y="3989"/>
                    <a:pt x="1033" y="3959"/>
                    <a:pt x="547" y="4385"/>
                  </a:cubicBezTo>
                  <a:cubicBezTo>
                    <a:pt x="304" y="4597"/>
                    <a:pt x="0" y="4932"/>
                    <a:pt x="426" y="5266"/>
                  </a:cubicBezTo>
                  <a:lnTo>
                    <a:pt x="973" y="5813"/>
                  </a:lnTo>
                  <a:cubicBezTo>
                    <a:pt x="994" y="5816"/>
                    <a:pt x="1016" y="5818"/>
                    <a:pt x="1039" y="5818"/>
                  </a:cubicBezTo>
                  <a:cubicBezTo>
                    <a:pt x="1234" y="5818"/>
                    <a:pt x="1438" y="5700"/>
                    <a:pt x="1520" y="5509"/>
                  </a:cubicBezTo>
                  <a:cubicBezTo>
                    <a:pt x="1763" y="5236"/>
                    <a:pt x="1976" y="4962"/>
                    <a:pt x="2158" y="4688"/>
                  </a:cubicBezTo>
                  <a:cubicBezTo>
                    <a:pt x="2796" y="3655"/>
                    <a:pt x="3131" y="2500"/>
                    <a:pt x="3708" y="1497"/>
                  </a:cubicBezTo>
                  <a:cubicBezTo>
                    <a:pt x="3830" y="1345"/>
                    <a:pt x="3830" y="1132"/>
                    <a:pt x="3708" y="1011"/>
                  </a:cubicBezTo>
                  <a:cubicBezTo>
                    <a:pt x="3708" y="798"/>
                    <a:pt x="3678" y="615"/>
                    <a:pt x="3678" y="403"/>
                  </a:cubicBezTo>
                  <a:cubicBezTo>
                    <a:pt x="3417" y="246"/>
                    <a:pt x="3147" y="0"/>
                    <a:pt x="2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8"/>
            <p:cNvSpPr/>
            <p:nvPr/>
          </p:nvSpPr>
          <p:spPr>
            <a:xfrm>
              <a:off x="2914409" y="2623253"/>
              <a:ext cx="155208" cy="301388"/>
            </a:xfrm>
            <a:custGeom>
              <a:rect b="b" l="l" r="r" t="t"/>
              <a:pathLst>
                <a:path extrusionOk="0" h="7144" w="3679">
                  <a:moveTo>
                    <a:pt x="2614" y="0"/>
                  </a:moveTo>
                  <a:lnTo>
                    <a:pt x="2462" y="31"/>
                  </a:lnTo>
                  <a:lnTo>
                    <a:pt x="2310" y="91"/>
                  </a:lnTo>
                  <a:cubicBezTo>
                    <a:pt x="1459" y="304"/>
                    <a:pt x="1338" y="1003"/>
                    <a:pt x="1247" y="1733"/>
                  </a:cubicBezTo>
                  <a:lnTo>
                    <a:pt x="1247" y="2006"/>
                  </a:lnTo>
                  <a:cubicBezTo>
                    <a:pt x="1155" y="2098"/>
                    <a:pt x="1095" y="2189"/>
                    <a:pt x="973" y="2280"/>
                  </a:cubicBezTo>
                  <a:lnTo>
                    <a:pt x="973" y="2827"/>
                  </a:lnTo>
                  <a:cubicBezTo>
                    <a:pt x="1084" y="2827"/>
                    <a:pt x="1239" y="2715"/>
                    <a:pt x="1337" y="2715"/>
                  </a:cubicBezTo>
                  <a:cubicBezTo>
                    <a:pt x="1401" y="2715"/>
                    <a:pt x="1441" y="2763"/>
                    <a:pt x="1429" y="2918"/>
                  </a:cubicBezTo>
                  <a:cubicBezTo>
                    <a:pt x="1399" y="3283"/>
                    <a:pt x="1064" y="3526"/>
                    <a:pt x="821" y="3769"/>
                  </a:cubicBezTo>
                  <a:cubicBezTo>
                    <a:pt x="548" y="4104"/>
                    <a:pt x="0" y="4620"/>
                    <a:pt x="92" y="4803"/>
                  </a:cubicBezTo>
                  <a:cubicBezTo>
                    <a:pt x="456" y="5563"/>
                    <a:pt x="92" y="6475"/>
                    <a:pt x="700" y="7143"/>
                  </a:cubicBezTo>
                  <a:cubicBezTo>
                    <a:pt x="730" y="6566"/>
                    <a:pt x="882" y="5988"/>
                    <a:pt x="1155" y="5472"/>
                  </a:cubicBezTo>
                  <a:cubicBezTo>
                    <a:pt x="1399" y="4924"/>
                    <a:pt x="1794" y="4438"/>
                    <a:pt x="1915" y="3830"/>
                  </a:cubicBezTo>
                  <a:cubicBezTo>
                    <a:pt x="2797" y="3830"/>
                    <a:pt x="2736" y="3496"/>
                    <a:pt x="2250" y="2979"/>
                  </a:cubicBezTo>
                  <a:cubicBezTo>
                    <a:pt x="2219" y="2918"/>
                    <a:pt x="2371" y="2736"/>
                    <a:pt x="2371" y="2614"/>
                  </a:cubicBezTo>
                  <a:cubicBezTo>
                    <a:pt x="2402" y="1733"/>
                    <a:pt x="3162" y="1429"/>
                    <a:pt x="3678" y="912"/>
                  </a:cubicBezTo>
                  <a:cubicBezTo>
                    <a:pt x="3344" y="760"/>
                    <a:pt x="3496" y="274"/>
                    <a:pt x="3131" y="122"/>
                  </a:cubicBezTo>
                  <a:lnTo>
                    <a:pt x="3010" y="122"/>
                  </a:lnTo>
                  <a:cubicBezTo>
                    <a:pt x="2888" y="61"/>
                    <a:pt x="2736" y="0"/>
                    <a:pt x="26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8"/>
            <p:cNvSpPr/>
            <p:nvPr/>
          </p:nvSpPr>
          <p:spPr>
            <a:xfrm>
              <a:off x="3010682" y="2802721"/>
              <a:ext cx="67922" cy="46870"/>
            </a:xfrm>
            <a:custGeom>
              <a:rect b="b" l="l" r="r" t="t"/>
              <a:pathLst>
                <a:path extrusionOk="0" h="1111" w="1610">
                  <a:moveTo>
                    <a:pt x="734" y="0"/>
                  </a:moveTo>
                  <a:cubicBezTo>
                    <a:pt x="252" y="0"/>
                    <a:pt x="0" y="389"/>
                    <a:pt x="59" y="1005"/>
                  </a:cubicBezTo>
                  <a:cubicBezTo>
                    <a:pt x="77" y="1003"/>
                    <a:pt x="94" y="1003"/>
                    <a:pt x="112" y="1003"/>
                  </a:cubicBezTo>
                  <a:cubicBezTo>
                    <a:pt x="334" y="1003"/>
                    <a:pt x="545" y="1111"/>
                    <a:pt x="760" y="1111"/>
                  </a:cubicBezTo>
                  <a:cubicBezTo>
                    <a:pt x="879" y="1111"/>
                    <a:pt x="999" y="1077"/>
                    <a:pt x="1123" y="974"/>
                  </a:cubicBezTo>
                  <a:cubicBezTo>
                    <a:pt x="1092" y="640"/>
                    <a:pt x="1609" y="62"/>
                    <a:pt x="788" y="2"/>
                  </a:cubicBezTo>
                  <a:cubicBezTo>
                    <a:pt x="770" y="1"/>
                    <a:pt x="752" y="0"/>
                    <a:pt x="7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8"/>
            <p:cNvSpPr/>
            <p:nvPr/>
          </p:nvSpPr>
          <p:spPr>
            <a:xfrm>
              <a:off x="3058017" y="2741211"/>
              <a:ext cx="57755" cy="44592"/>
            </a:xfrm>
            <a:custGeom>
              <a:rect b="b" l="l" r="r" t="t"/>
              <a:pathLst>
                <a:path extrusionOk="0" h="1057" w="1369">
                  <a:moveTo>
                    <a:pt x="1" y="1"/>
                  </a:moveTo>
                  <a:cubicBezTo>
                    <a:pt x="39" y="775"/>
                    <a:pt x="54" y="1056"/>
                    <a:pt x="318" y="1056"/>
                  </a:cubicBezTo>
                  <a:cubicBezTo>
                    <a:pt x="468" y="1056"/>
                    <a:pt x="700" y="965"/>
                    <a:pt x="1065" y="821"/>
                  </a:cubicBezTo>
                  <a:cubicBezTo>
                    <a:pt x="1156" y="639"/>
                    <a:pt x="1277" y="457"/>
                    <a:pt x="1369" y="305"/>
                  </a:cubicBezTo>
                  <a:lnTo>
                    <a:pt x="1369" y="31"/>
                  </a:lnTo>
                  <a:cubicBezTo>
                    <a:pt x="1153" y="88"/>
                    <a:pt x="938" y="119"/>
                    <a:pt x="723" y="119"/>
                  </a:cubicBezTo>
                  <a:cubicBezTo>
                    <a:pt x="482" y="119"/>
                    <a:pt x="241" y="8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8"/>
            <p:cNvSpPr/>
            <p:nvPr/>
          </p:nvSpPr>
          <p:spPr>
            <a:xfrm>
              <a:off x="2993047" y="2846301"/>
              <a:ext cx="30417" cy="41133"/>
            </a:xfrm>
            <a:custGeom>
              <a:rect b="b" l="l" r="r" t="t"/>
              <a:pathLst>
                <a:path extrusionOk="0" h="975" w="721">
                  <a:moveTo>
                    <a:pt x="284" y="0"/>
                  </a:moveTo>
                  <a:cubicBezTo>
                    <a:pt x="1" y="0"/>
                    <a:pt x="111" y="314"/>
                    <a:pt x="82" y="488"/>
                  </a:cubicBezTo>
                  <a:cubicBezTo>
                    <a:pt x="21" y="732"/>
                    <a:pt x="173" y="944"/>
                    <a:pt x="416" y="975"/>
                  </a:cubicBezTo>
                  <a:cubicBezTo>
                    <a:pt x="629" y="975"/>
                    <a:pt x="720" y="792"/>
                    <a:pt x="720" y="580"/>
                  </a:cubicBezTo>
                  <a:cubicBezTo>
                    <a:pt x="629" y="336"/>
                    <a:pt x="690" y="33"/>
                    <a:pt x="325" y="2"/>
                  </a:cubicBezTo>
                  <a:cubicBezTo>
                    <a:pt x="311" y="1"/>
                    <a:pt x="297" y="0"/>
                    <a:pt x="2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8"/>
            <p:cNvSpPr/>
            <p:nvPr/>
          </p:nvSpPr>
          <p:spPr>
            <a:xfrm>
              <a:off x="3057257" y="2843812"/>
              <a:ext cx="23878" cy="16453"/>
            </a:xfrm>
            <a:custGeom>
              <a:rect b="b" l="l" r="r" t="t"/>
              <a:pathLst>
                <a:path extrusionOk="0" h="390" w="566">
                  <a:moveTo>
                    <a:pt x="19" y="0"/>
                  </a:moveTo>
                  <a:lnTo>
                    <a:pt x="19" y="0"/>
                  </a:lnTo>
                  <a:cubicBezTo>
                    <a:pt x="0" y="297"/>
                    <a:pt x="95" y="390"/>
                    <a:pt x="240" y="390"/>
                  </a:cubicBezTo>
                  <a:cubicBezTo>
                    <a:pt x="333" y="390"/>
                    <a:pt x="447" y="352"/>
                    <a:pt x="566" y="304"/>
                  </a:cubicBezTo>
                  <a:lnTo>
                    <a:pt x="566" y="31"/>
                  </a:lnTo>
                  <a:lnTo>
                    <a:pt x="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8"/>
            <p:cNvSpPr/>
            <p:nvPr/>
          </p:nvSpPr>
          <p:spPr>
            <a:xfrm>
              <a:off x="3038779" y="2723281"/>
              <a:ext cx="21009" cy="18563"/>
            </a:xfrm>
            <a:custGeom>
              <a:rect b="b" l="l" r="r" t="t"/>
              <a:pathLst>
                <a:path extrusionOk="0" h="440" w="498">
                  <a:moveTo>
                    <a:pt x="274" y="0"/>
                  </a:moveTo>
                  <a:lnTo>
                    <a:pt x="1" y="183"/>
                  </a:lnTo>
                  <a:cubicBezTo>
                    <a:pt x="153" y="274"/>
                    <a:pt x="244" y="304"/>
                    <a:pt x="366" y="395"/>
                  </a:cubicBezTo>
                  <a:cubicBezTo>
                    <a:pt x="406" y="426"/>
                    <a:pt x="436" y="439"/>
                    <a:pt x="457" y="439"/>
                  </a:cubicBezTo>
                  <a:cubicBezTo>
                    <a:pt x="497" y="439"/>
                    <a:pt x="497" y="385"/>
                    <a:pt x="457" y="304"/>
                  </a:cubicBezTo>
                  <a:cubicBezTo>
                    <a:pt x="396" y="213"/>
                    <a:pt x="335" y="122"/>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8"/>
            <p:cNvSpPr/>
            <p:nvPr/>
          </p:nvSpPr>
          <p:spPr>
            <a:xfrm>
              <a:off x="3014437" y="2937428"/>
              <a:ext cx="10294" cy="21811"/>
            </a:xfrm>
            <a:custGeom>
              <a:rect b="b" l="l" r="r" t="t"/>
              <a:pathLst>
                <a:path extrusionOk="0" h="517" w="244">
                  <a:moveTo>
                    <a:pt x="243" y="0"/>
                  </a:moveTo>
                  <a:cubicBezTo>
                    <a:pt x="152" y="0"/>
                    <a:pt x="61" y="0"/>
                    <a:pt x="0" y="31"/>
                  </a:cubicBezTo>
                  <a:lnTo>
                    <a:pt x="0" y="517"/>
                  </a:lnTo>
                  <a:cubicBezTo>
                    <a:pt x="152" y="395"/>
                    <a:pt x="243" y="183"/>
                    <a:pt x="2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8"/>
            <p:cNvSpPr/>
            <p:nvPr/>
          </p:nvSpPr>
          <p:spPr>
            <a:xfrm>
              <a:off x="3086241" y="2719400"/>
              <a:ext cx="6455" cy="3923"/>
            </a:xfrm>
            <a:custGeom>
              <a:rect b="b" l="l" r="r" t="t"/>
              <a:pathLst>
                <a:path extrusionOk="0" h="93" w="153">
                  <a:moveTo>
                    <a:pt x="152" y="1"/>
                  </a:moveTo>
                  <a:lnTo>
                    <a:pt x="152" y="1"/>
                  </a:lnTo>
                  <a:cubicBezTo>
                    <a:pt x="31" y="31"/>
                    <a:pt x="0" y="92"/>
                    <a:pt x="92" y="92"/>
                  </a:cubicBezTo>
                  <a:cubicBezTo>
                    <a:pt x="92" y="92"/>
                    <a:pt x="122" y="31"/>
                    <a:pt x="1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8"/>
            <p:cNvSpPr/>
            <p:nvPr/>
          </p:nvSpPr>
          <p:spPr>
            <a:xfrm>
              <a:off x="3013129" y="2907938"/>
              <a:ext cx="3923" cy="5147"/>
            </a:xfrm>
            <a:custGeom>
              <a:rect b="b" l="l" r="r" t="t"/>
              <a:pathLst>
                <a:path extrusionOk="0" h="122" w="93">
                  <a:moveTo>
                    <a:pt x="62" y="0"/>
                  </a:moveTo>
                  <a:lnTo>
                    <a:pt x="1" y="122"/>
                  </a:lnTo>
                  <a:lnTo>
                    <a:pt x="92" y="61"/>
                  </a:lnTo>
                  <a:lnTo>
                    <a:pt x="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8"/>
            <p:cNvSpPr/>
            <p:nvPr/>
          </p:nvSpPr>
          <p:spPr>
            <a:xfrm>
              <a:off x="2996464" y="2476143"/>
              <a:ext cx="78258" cy="152255"/>
            </a:xfrm>
            <a:custGeom>
              <a:rect b="b" l="l" r="r" t="t"/>
              <a:pathLst>
                <a:path extrusionOk="0" h="3609" w="1855">
                  <a:moveTo>
                    <a:pt x="313" y="0"/>
                  </a:moveTo>
                  <a:cubicBezTo>
                    <a:pt x="143" y="0"/>
                    <a:pt x="19" y="77"/>
                    <a:pt x="92" y="296"/>
                  </a:cubicBezTo>
                  <a:cubicBezTo>
                    <a:pt x="365" y="1268"/>
                    <a:pt x="1" y="2332"/>
                    <a:pt x="396" y="3335"/>
                  </a:cubicBezTo>
                  <a:lnTo>
                    <a:pt x="426" y="3426"/>
                  </a:lnTo>
                  <a:cubicBezTo>
                    <a:pt x="457" y="3487"/>
                    <a:pt x="487" y="3518"/>
                    <a:pt x="548" y="3578"/>
                  </a:cubicBezTo>
                  <a:lnTo>
                    <a:pt x="669" y="3609"/>
                  </a:lnTo>
                  <a:lnTo>
                    <a:pt x="943" y="3609"/>
                  </a:lnTo>
                  <a:cubicBezTo>
                    <a:pt x="1308" y="3214"/>
                    <a:pt x="1095" y="2697"/>
                    <a:pt x="1186" y="2241"/>
                  </a:cubicBezTo>
                  <a:lnTo>
                    <a:pt x="852" y="1846"/>
                  </a:lnTo>
                  <a:cubicBezTo>
                    <a:pt x="1855" y="1147"/>
                    <a:pt x="1125" y="630"/>
                    <a:pt x="669" y="83"/>
                  </a:cubicBezTo>
                  <a:cubicBezTo>
                    <a:pt x="560" y="34"/>
                    <a:pt x="426" y="0"/>
                    <a:pt x="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8"/>
            <p:cNvSpPr/>
            <p:nvPr/>
          </p:nvSpPr>
          <p:spPr>
            <a:xfrm>
              <a:off x="3028527" y="2570687"/>
              <a:ext cx="52608" cy="59653"/>
            </a:xfrm>
            <a:custGeom>
              <a:rect b="b" l="l" r="r" t="t"/>
              <a:pathLst>
                <a:path extrusionOk="0" h="1414" w="1247">
                  <a:moveTo>
                    <a:pt x="426" y="0"/>
                  </a:moveTo>
                  <a:cubicBezTo>
                    <a:pt x="1" y="395"/>
                    <a:pt x="244" y="912"/>
                    <a:pt x="183" y="1368"/>
                  </a:cubicBezTo>
                  <a:cubicBezTo>
                    <a:pt x="213" y="1398"/>
                    <a:pt x="259" y="1413"/>
                    <a:pt x="305" y="1413"/>
                  </a:cubicBezTo>
                  <a:cubicBezTo>
                    <a:pt x="350" y="1413"/>
                    <a:pt x="396" y="1398"/>
                    <a:pt x="426" y="1368"/>
                  </a:cubicBezTo>
                  <a:lnTo>
                    <a:pt x="426" y="1094"/>
                  </a:lnTo>
                  <a:cubicBezTo>
                    <a:pt x="548" y="1003"/>
                    <a:pt x="578" y="882"/>
                    <a:pt x="548" y="760"/>
                  </a:cubicBezTo>
                  <a:lnTo>
                    <a:pt x="548" y="760"/>
                  </a:lnTo>
                  <a:cubicBezTo>
                    <a:pt x="609" y="882"/>
                    <a:pt x="609" y="1003"/>
                    <a:pt x="700" y="1094"/>
                  </a:cubicBezTo>
                  <a:cubicBezTo>
                    <a:pt x="973" y="1003"/>
                    <a:pt x="1156" y="790"/>
                    <a:pt x="1247" y="547"/>
                  </a:cubicBezTo>
                  <a:cubicBezTo>
                    <a:pt x="973" y="395"/>
                    <a:pt x="639" y="304"/>
                    <a:pt x="4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8"/>
            <p:cNvSpPr/>
            <p:nvPr/>
          </p:nvSpPr>
          <p:spPr>
            <a:xfrm>
              <a:off x="2899010" y="3154148"/>
              <a:ext cx="23119" cy="44888"/>
            </a:xfrm>
            <a:custGeom>
              <a:rect b="b" l="l" r="r" t="t"/>
              <a:pathLst>
                <a:path extrusionOk="0" h="1064" w="548">
                  <a:moveTo>
                    <a:pt x="548" y="0"/>
                  </a:moveTo>
                  <a:lnTo>
                    <a:pt x="548" y="0"/>
                  </a:lnTo>
                  <a:cubicBezTo>
                    <a:pt x="1" y="152"/>
                    <a:pt x="1" y="608"/>
                    <a:pt x="1" y="1064"/>
                  </a:cubicBezTo>
                  <a:cubicBezTo>
                    <a:pt x="305" y="790"/>
                    <a:pt x="517" y="395"/>
                    <a:pt x="5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8"/>
            <p:cNvSpPr/>
            <p:nvPr/>
          </p:nvSpPr>
          <p:spPr>
            <a:xfrm>
              <a:off x="3046500" y="2602707"/>
              <a:ext cx="11559" cy="14175"/>
            </a:xfrm>
            <a:custGeom>
              <a:rect b="b" l="l" r="r" t="t"/>
              <a:pathLst>
                <a:path extrusionOk="0" h="336" w="274">
                  <a:moveTo>
                    <a:pt x="152" y="1"/>
                  </a:moveTo>
                  <a:cubicBezTo>
                    <a:pt x="0" y="1"/>
                    <a:pt x="0" y="183"/>
                    <a:pt x="0" y="335"/>
                  </a:cubicBezTo>
                  <a:lnTo>
                    <a:pt x="274" y="335"/>
                  </a:lnTo>
                  <a:cubicBezTo>
                    <a:pt x="274" y="183"/>
                    <a:pt x="274" y="1"/>
                    <a:pt x="1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8"/>
            <p:cNvSpPr/>
            <p:nvPr/>
          </p:nvSpPr>
          <p:spPr>
            <a:xfrm>
              <a:off x="2563066" y="2274442"/>
              <a:ext cx="64125" cy="113231"/>
            </a:xfrm>
            <a:custGeom>
              <a:rect b="b" l="l" r="r" t="t"/>
              <a:pathLst>
                <a:path extrusionOk="0" h="2684" w="1520">
                  <a:moveTo>
                    <a:pt x="547" y="1"/>
                  </a:moveTo>
                  <a:lnTo>
                    <a:pt x="547" y="1"/>
                  </a:lnTo>
                  <a:cubicBezTo>
                    <a:pt x="243" y="639"/>
                    <a:pt x="638" y="1277"/>
                    <a:pt x="152" y="1764"/>
                  </a:cubicBezTo>
                  <a:cubicBezTo>
                    <a:pt x="0" y="1885"/>
                    <a:pt x="61" y="2280"/>
                    <a:pt x="243" y="2524"/>
                  </a:cubicBezTo>
                  <a:cubicBezTo>
                    <a:pt x="344" y="2624"/>
                    <a:pt x="486" y="2683"/>
                    <a:pt x="636" y="2683"/>
                  </a:cubicBezTo>
                  <a:cubicBezTo>
                    <a:pt x="667" y="2683"/>
                    <a:pt x="698" y="2681"/>
                    <a:pt x="729" y="2675"/>
                  </a:cubicBezTo>
                  <a:cubicBezTo>
                    <a:pt x="881" y="2675"/>
                    <a:pt x="1033" y="2584"/>
                    <a:pt x="973" y="2463"/>
                  </a:cubicBezTo>
                  <a:cubicBezTo>
                    <a:pt x="760" y="1672"/>
                    <a:pt x="1520" y="761"/>
                    <a:pt x="5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8"/>
            <p:cNvSpPr/>
            <p:nvPr/>
          </p:nvSpPr>
          <p:spPr>
            <a:xfrm>
              <a:off x="2445066" y="2234701"/>
              <a:ext cx="56489" cy="41091"/>
            </a:xfrm>
            <a:custGeom>
              <a:rect b="b" l="l" r="r" t="t"/>
              <a:pathLst>
                <a:path extrusionOk="0" h="974" w="1339">
                  <a:moveTo>
                    <a:pt x="1338" y="0"/>
                  </a:moveTo>
                  <a:lnTo>
                    <a:pt x="1338" y="0"/>
                  </a:lnTo>
                  <a:cubicBezTo>
                    <a:pt x="639" y="31"/>
                    <a:pt x="305" y="304"/>
                    <a:pt x="1" y="973"/>
                  </a:cubicBezTo>
                  <a:cubicBezTo>
                    <a:pt x="609" y="943"/>
                    <a:pt x="1125" y="578"/>
                    <a:pt x="13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8"/>
            <p:cNvSpPr/>
            <p:nvPr/>
          </p:nvSpPr>
          <p:spPr>
            <a:xfrm>
              <a:off x="2407898" y="2148763"/>
              <a:ext cx="39783" cy="25945"/>
            </a:xfrm>
            <a:custGeom>
              <a:rect b="b" l="l" r="r" t="t"/>
              <a:pathLst>
                <a:path extrusionOk="0" h="615" w="943">
                  <a:moveTo>
                    <a:pt x="426" y="1"/>
                  </a:moveTo>
                  <a:cubicBezTo>
                    <a:pt x="182" y="62"/>
                    <a:pt x="0" y="183"/>
                    <a:pt x="31" y="426"/>
                  </a:cubicBezTo>
                  <a:cubicBezTo>
                    <a:pt x="57" y="574"/>
                    <a:pt x="125" y="615"/>
                    <a:pt x="208" y="615"/>
                  </a:cubicBezTo>
                  <a:cubicBezTo>
                    <a:pt x="314" y="615"/>
                    <a:pt x="445" y="548"/>
                    <a:pt x="547" y="548"/>
                  </a:cubicBezTo>
                  <a:lnTo>
                    <a:pt x="821" y="548"/>
                  </a:lnTo>
                  <a:cubicBezTo>
                    <a:pt x="942" y="396"/>
                    <a:pt x="942" y="153"/>
                    <a:pt x="7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8"/>
            <p:cNvSpPr/>
            <p:nvPr/>
          </p:nvSpPr>
          <p:spPr>
            <a:xfrm>
              <a:off x="2442493" y="2148763"/>
              <a:ext cx="30839" cy="28097"/>
            </a:xfrm>
            <a:custGeom>
              <a:rect b="b" l="l" r="r" t="t"/>
              <a:pathLst>
                <a:path extrusionOk="0" h="666" w="731">
                  <a:moveTo>
                    <a:pt x="1" y="1"/>
                  </a:moveTo>
                  <a:lnTo>
                    <a:pt x="1" y="548"/>
                  </a:lnTo>
                  <a:cubicBezTo>
                    <a:pt x="121" y="582"/>
                    <a:pt x="270" y="665"/>
                    <a:pt x="399" y="665"/>
                  </a:cubicBezTo>
                  <a:cubicBezTo>
                    <a:pt x="499" y="665"/>
                    <a:pt x="586" y="616"/>
                    <a:pt x="639" y="457"/>
                  </a:cubicBezTo>
                  <a:cubicBezTo>
                    <a:pt x="730" y="183"/>
                    <a:pt x="457" y="92"/>
                    <a:pt x="244" y="31"/>
                  </a:cubicBezTo>
                  <a:cubicBezTo>
                    <a:pt x="153" y="1"/>
                    <a:pt x="62"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8"/>
            <p:cNvSpPr/>
            <p:nvPr/>
          </p:nvSpPr>
          <p:spPr>
            <a:xfrm>
              <a:off x="2605381" y="2405731"/>
              <a:ext cx="21811" cy="14934"/>
            </a:xfrm>
            <a:custGeom>
              <a:rect b="b" l="l" r="r" t="t"/>
              <a:pathLst>
                <a:path extrusionOk="0" h="354" w="517">
                  <a:moveTo>
                    <a:pt x="92" y="0"/>
                  </a:moveTo>
                  <a:cubicBezTo>
                    <a:pt x="50" y="0"/>
                    <a:pt x="16" y="29"/>
                    <a:pt x="0" y="111"/>
                  </a:cubicBezTo>
                  <a:cubicBezTo>
                    <a:pt x="0" y="293"/>
                    <a:pt x="122" y="354"/>
                    <a:pt x="274" y="354"/>
                  </a:cubicBezTo>
                  <a:cubicBezTo>
                    <a:pt x="365" y="354"/>
                    <a:pt x="426" y="323"/>
                    <a:pt x="517" y="293"/>
                  </a:cubicBezTo>
                  <a:cubicBezTo>
                    <a:pt x="517" y="111"/>
                    <a:pt x="334" y="111"/>
                    <a:pt x="213" y="50"/>
                  </a:cubicBezTo>
                  <a:cubicBezTo>
                    <a:pt x="171" y="22"/>
                    <a:pt x="128" y="0"/>
                    <a:pt x="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8"/>
            <p:cNvSpPr/>
            <p:nvPr/>
          </p:nvSpPr>
          <p:spPr>
            <a:xfrm>
              <a:off x="2550241" y="2536050"/>
              <a:ext cx="16706" cy="17972"/>
            </a:xfrm>
            <a:custGeom>
              <a:rect b="b" l="l" r="r" t="t"/>
              <a:pathLst>
                <a:path extrusionOk="0" h="426" w="396">
                  <a:moveTo>
                    <a:pt x="395" y="0"/>
                  </a:moveTo>
                  <a:lnTo>
                    <a:pt x="395" y="0"/>
                  </a:lnTo>
                  <a:cubicBezTo>
                    <a:pt x="213" y="31"/>
                    <a:pt x="0" y="31"/>
                    <a:pt x="0" y="335"/>
                  </a:cubicBezTo>
                  <a:cubicBezTo>
                    <a:pt x="0" y="365"/>
                    <a:pt x="30" y="396"/>
                    <a:pt x="91" y="426"/>
                  </a:cubicBezTo>
                  <a:cubicBezTo>
                    <a:pt x="395" y="426"/>
                    <a:pt x="365" y="213"/>
                    <a:pt x="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8"/>
            <p:cNvSpPr/>
            <p:nvPr/>
          </p:nvSpPr>
          <p:spPr>
            <a:xfrm>
              <a:off x="2609220" y="2445008"/>
              <a:ext cx="15398" cy="9028"/>
            </a:xfrm>
            <a:custGeom>
              <a:rect b="b" l="l" r="r" t="t"/>
              <a:pathLst>
                <a:path extrusionOk="0" h="214" w="365">
                  <a:moveTo>
                    <a:pt x="365" y="0"/>
                  </a:moveTo>
                  <a:cubicBezTo>
                    <a:pt x="274" y="0"/>
                    <a:pt x="183" y="31"/>
                    <a:pt x="122" y="31"/>
                  </a:cubicBezTo>
                  <a:cubicBezTo>
                    <a:pt x="0" y="61"/>
                    <a:pt x="31" y="183"/>
                    <a:pt x="91" y="213"/>
                  </a:cubicBezTo>
                  <a:cubicBezTo>
                    <a:pt x="122" y="213"/>
                    <a:pt x="213" y="152"/>
                    <a:pt x="304" y="122"/>
                  </a:cubicBezTo>
                  <a:lnTo>
                    <a:pt x="36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8"/>
            <p:cNvSpPr/>
            <p:nvPr/>
          </p:nvSpPr>
          <p:spPr>
            <a:xfrm>
              <a:off x="2468143" y="2445008"/>
              <a:ext cx="15441" cy="11559"/>
            </a:xfrm>
            <a:custGeom>
              <a:rect b="b" l="l" r="r" t="t"/>
              <a:pathLst>
                <a:path extrusionOk="0" h="274" w="366">
                  <a:moveTo>
                    <a:pt x="183" y="0"/>
                  </a:moveTo>
                  <a:cubicBezTo>
                    <a:pt x="1" y="91"/>
                    <a:pt x="1" y="183"/>
                    <a:pt x="183" y="274"/>
                  </a:cubicBezTo>
                  <a:cubicBezTo>
                    <a:pt x="365" y="213"/>
                    <a:pt x="365" y="91"/>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8"/>
            <p:cNvSpPr/>
            <p:nvPr/>
          </p:nvSpPr>
          <p:spPr>
            <a:xfrm>
              <a:off x="2624576" y="2436360"/>
              <a:ext cx="23161" cy="8691"/>
            </a:xfrm>
            <a:custGeom>
              <a:rect b="b" l="l" r="r" t="t"/>
              <a:pathLst>
                <a:path extrusionOk="0" h="206" w="549">
                  <a:moveTo>
                    <a:pt x="275" y="0"/>
                  </a:moveTo>
                  <a:cubicBezTo>
                    <a:pt x="183" y="0"/>
                    <a:pt x="92" y="69"/>
                    <a:pt x="1" y="205"/>
                  </a:cubicBezTo>
                  <a:lnTo>
                    <a:pt x="548" y="205"/>
                  </a:lnTo>
                  <a:cubicBezTo>
                    <a:pt x="457" y="69"/>
                    <a:pt x="366" y="0"/>
                    <a:pt x="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8"/>
            <p:cNvSpPr/>
            <p:nvPr/>
          </p:nvSpPr>
          <p:spPr>
            <a:xfrm>
              <a:off x="2427136" y="2197237"/>
              <a:ext cx="7720" cy="5442"/>
            </a:xfrm>
            <a:custGeom>
              <a:rect b="b" l="l" r="r" t="t"/>
              <a:pathLst>
                <a:path extrusionOk="0" h="129" w="183">
                  <a:moveTo>
                    <a:pt x="77" y="1"/>
                  </a:moveTo>
                  <a:cubicBezTo>
                    <a:pt x="0" y="1"/>
                    <a:pt x="0" y="72"/>
                    <a:pt x="0" y="98"/>
                  </a:cubicBezTo>
                  <a:cubicBezTo>
                    <a:pt x="30" y="129"/>
                    <a:pt x="61" y="129"/>
                    <a:pt x="91" y="129"/>
                  </a:cubicBezTo>
                  <a:lnTo>
                    <a:pt x="182" y="68"/>
                  </a:lnTo>
                  <a:cubicBezTo>
                    <a:pt x="182" y="37"/>
                    <a:pt x="152" y="7"/>
                    <a:pt x="122" y="7"/>
                  </a:cubicBezTo>
                  <a:cubicBezTo>
                    <a:pt x="105" y="3"/>
                    <a:pt x="90" y="1"/>
                    <a:pt x="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8"/>
            <p:cNvSpPr/>
            <p:nvPr/>
          </p:nvSpPr>
          <p:spPr>
            <a:xfrm>
              <a:off x="2452744" y="2406533"/>
              <a:ext cx="6455" cy="3881"/>
            </a:xfrm>
            <a:custGeom>
              <a:rect b="b" l="l" r="r" t="t"/>
              <a:pathLst>
                <a:path extrusionOk="0" h="92" w="153">
                  <a:moveTo>
                    <a:pt x="62" y="0"/>
                  </a:moveTo>
                  <a:cubicBezTo>
                    <a:pt x="62" y="0"/>
                    <a:pt x="31" y="61"/>
                    <a:pt x="1" y="92"/>
                  </a:cubicBezTo>
                  <a:cubicBezTo>
                    <a:pt x="123" y="61"/>
                    <a:pt x="153" y="0"/>
                    <a:pt x="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8"/>
            <p:cNvSpPr/>
            <p:nvPr/>
          </p:nvSpPr>
          <p:spPr>
            <a:xfrm>
              <a:off x="2601499" y="2171882"/>
              <a:ext cx="25692" cy="26114"/>
            </a:xfrm>
            <a:custGeom>
              <a:rect b="b" l="l" r="r" t="t"/>
              <a:pathLst>
                <a:path extrusionOk="0" h="619" w="609">
                  <a:moveTo>
                    <a:pt x="1" y="0"/>
                  </a:moveTo>
                  <a:cubicBezTo>
                    <a:pt x="1" y="122"/>
                    <a:pt x="1" y="243"/>
                    <a:pt x="1" y="395"/>
                  </a:cubicBezTo>
                  <a:cubicBezTo>
                    <a:pt x="43" y="544"/>
                    <a:pt x="116" y="619"/>
                    <a:pt x="228" y="619"/>
                  </a:cubicBezTo>
                  <a:cubicBezTo>
                    <a:pt x="277" y="619"/>
                    <a:pt x="332" y="605"/>
                    <a:pt x="396" y="578"/>
                  </a:cubicBezTo>
                  <a:cubicBezTo>
                    <a:pt x="457" y="547"/>
                    <a:pt x="548" y="486"/>
                    <a:pt x="609" y="426"/>
                  </a:cubicBezTo>
                  <a:cubicBezTo>
                    <a:pt x="518" y="334"/>
                    <a:pt x="457" y="243"/>
                    <a:pt x="366" y="182"/>
                  </a:cubicBezTo>
                  <a:cubicBezTo>
                    <a:pt x="244" y="91"/>
                    <a:pt x="122" y="3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8"/>
            <p:cNvSpPr/>
            <p:nvPr/>
          </p:nvSpPr>
          <p:spPr>
            <a:xfrm>
              <a:off x="2682290" y="2527486"/>
              <a:ext cx="33413" cy="18056"/>
            </a:xfrm>
            <a:custGeom>
              <a:rect b="b" l="l" r="r" t="t"/>
              <a:pathLst>
                <a:path extrusionOk="0" h="428" w="792">
                  <a:moveTo>
                    <a:pt x="499" y="0"/>
                  </a:moveTo>
                  <a:cubicBezTo>
                    <a:pt x="326" y="0"/>
                    <a:pt x="157" y="164"/>
                    <a:pt x="1" y="203"/>
                  </a:cubicBezTo>
                  <a:cubicBezTo>
                    <a:pt x="90" y="371"/>
                    <a:pt x="184" y="428"/>
                    <a:pt x="280" y="428"/>
                  </a:cubicBezTo>
                  <a:cubicBezTo>
                    <a:pt x="445" y="428"/>
                    <a:pt x="618" y="261"/>
                    <a:pt x="791" y="203"/>
                  </a:cubicBezTo>
                  <a:cubicBezTo>
                    <a:pt x="693" y="51"/>
                    <a:pt x="595" y="0"/>
                    <a:pt x="4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8"/>
            <p:cNvSpPr/>
            <p:nvPr/>
          </p:nvSpPr>
          <p:spPr>
            <a:xfrm>
              <a:off x="2663052" y="2518078"/>
              <a:ext cx="19617" cy="18900"/>
            </a:xfrm>
            <a:custGeom>
              <a:rect b="b" l="l" r="r" t="t"/>
              <a:pathLst>
                <a:path extrusionOk="0" h="448" w="465">
                  <a:moveTo>
                    <a:pt x="244" y="1"/>
                  </a:moveTo>
                  <a:lnTo>
                    <a:pt x="1" y="183"/>
                  </a:lnTo>
                  <a:cubicBezTo>
                    <a:pt x="122" y="244"/>
                    <a:pt x="214" y="305"/>
                    <a:pt x="335" y="396"/>
                  </a:cubicBezTo>
                  <a:cubicBezTo>
                    <a:pt x="369" y="430"/>
                    <a:pt x="399" y="447"/>
                    <a:pt x="420" y="447"/>
                  </a:cubicBezTo>
                  <a:cubicBezTo>
                    <a:pt x="455" y="447"/>
                    <a:pt x="464" y="400"/>
                    <a:pt x="426" y="305"/>
                  </a:cubicBezTo>
                  <a:cubicBezTo>
                    <a:pt x="366" y="214"/>
                    <a:pt x="305" y="92"/>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8"/>
            <p:cNvSpPr/>
            <p:nvPr/>
          </p:nvSpPr>
          <p:spPr>
            <a:xfrm>
              <a:off x="2715660" y="2330889"/>
              <a:ext cx="5147" cy="5147"/>
            </a:xfrm>
            <a:custGeom>
              <a:rect b="b" l="l" r="r" t="t"/>
              <a:pathLst>
                <a:path extrusionOk="0" h="122" w="122">
                  <a:moveTo>
                    <a:pt x="0" y="0"/>
                  </a:moveTo>
                  <a:lnTo>
                    <a:pt x="61" y="122"/>
                  </a:lnTo>
                  <a:lnTo>
                    <a:pt x="122" y="61"/>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8"/>
            <p:cNvSpPr/>
            <p:nvPr/>
          </p:nvSpPr>
          <p:spPr>
            <a:xfrm>
              <a:off x="2707940" y="2445008"/>
              <a:ext cx="7763" cy="11559"/>
            </a:xfrm>
            <a:custGeom>
              <a:rect b="b" l="l" r="r" t="t"/>
              <a:pathLst>
                <a:path extrusionOk="0" h="274" w="184">
                  <a:moveTo>
                    <a:pt x="183" y="0"/>
                  </a:moveTo>
                  <a:cubicBezTo>
                    <a:pt x="1" y="91"/>
                    <a:pt x="1" y="183"/>
                    <a:pt x="183" y="274"/>
                  </a:cubicBezTo>
                  <a:lnTo>
                    <a:pt x="1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8"/>
            <p:cNvSpPr/>
            <p:nvPr/>
          </p:nvSpPr>
          <p:spPr>
            <a:xfrm>
              <a:off x="2715660" y="2439861"/>
              <a:ext cx="5147" cy="5189"/>
            </a:xfrm>
            <a:custGeom>
              <a:rect b="b" l="l" r="r" t="t"/>
              <a:pathLst>
                <a:path extrusionOk="0" h="123" w="122">
                  <a:moveTo>
                    <a:pt x="61" y="1"/>
                  </a:moveTo>
                  <a:lnTo>
                    <a:pt x="0" y="122"/>
                  </a:lnTo>
                  <a:lnTo>
                    <a:pt x="122" y="61"/>
                  </a:lnTo>
                  <a:lnTo>
                    <a:pt x="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8"/>
            <p:cNvSpPr/>
            <p:nvPr/>
          </p:nvSpPr>
          <p:spPr>
            <a:xfrm>
              <a:off x="2578423" y="2673246"/>
              <a:ext cx="12867" cy="23119"/>
            </a:xfrm>
            <a:custGeom>
              <a:rect b="b" l="l" r="r" t="t"/>
              <a:pathLst>
                <a:path extrusionOk="0" h="548" w="305">
                  <a:moveTo>
                    <a:pt x="1" y="1"/>
                  </a:moveTo>
                  <a:lnTo>
                    <a:pt x="1" y="548"/>
                  </a:lnTo>
                  <a:cubicBezTo>
                    <a:pt x="305" y="396"/>
                    <a:pt x="274" y="18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8"/>
            <p:cNvSpPr/>
            <p:nvPr/>
          </p:nvSpPr>
          <p:spPr>
            <a:xfrm>
              <a:off x="2904157" y="2553980"/>
              <a:ext cx="120572" cy="146011"/>
            </a:xfrm>
            <a:custGeom>
              <a:rect b="b" l="l" r="r" t="t"/>
              <a:pathLst>
                <a:path extrusionOk="0" h="3461" w="2858">
                  <a:moveTo>
                    <a:pt x="699" y="1"/>
                  </a:moveTo>
                  <a:lnTo>
                    <a:pt x="699" y="1"/>
                  </a:lnTo>
                  <a:cubicBezTo>
                    <a:pt x="912" y="761"/>
                    <a:pt x="943" y="1430"/>
                    <a:pt x="335" y="2068"/>
                  </a:cubicBezTo>
                  <a:cubicBezTo>
                    <a:pt x="0" y="2463"/>
                    <a:pt x="730" y="2858"/>
                    <a:pt x="791" y="3344"/>
                  </a:cubicBezTo>
                  <a:cubicBezTo>
                    <a:pt x="800" y="3432"/>
                    <a:pt x="851" y="3461"/>
                    <a:pt x="923" y="3461"/>
                  </a:cubicBezTo>
                  <a:cubicBezTo>
                    <a:pt x="1054" y="3461"/>
                    <a:pt x="1257" y="3367"/>
                    <a:pt x="1416" y="3367"/>
                  </a:cubicBezTo>
                  <a:cubicBezTo>
                    <a:pt x="1442" y="3367"/>
                    <a:pt x="1467" y="3369"/>
                    <a:pt x="1490" y="3375"/>
                  </a:cubicBezTo>
                  <a:cubicBezTo>
                    <a:pt x="2098" y="2949"/>
                    <a:pt x="1976" y="1946"/>
                    <a:pt x="2857" y="1764"/>
                  </a:cubicBezTo>
                  <a:cubicBezTo>
                    <a:pt x="2736" y="1673"/>
                    <a:pt x="2645" y="1581"/>
                    <a:pt x="2584" y="1490"/>
                  </a:cubicBezTo>
                  <a:cubicBezTo>
                    <a:pt x="1794" y="1247"/>
                    <a:pt x="1642" y="214"/>
                    <a:pt x="6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8"/>
            <p:cNvSpPr/>
            <p:nvPr/>
          </p:nvSpPr>
          <p:spPr>
            <a:xfrm>
              <a:off x="2852856" y="2684805"/>
              <a:ext cx="59020" cy="34636"/>
            </a:xfrm>
            <a:custGeom>
              <a:rect b="b" l="l" r="r" t="t"/>
              <a:pathLst>
                <a:path extrusionOk="0" h="821" w="1399">
                  <a:moveTo>
                    <a:pt x="0" y="0"/>
                  </a:moveTo>
                  <a:lnTo>
                    <a:pt x="0" y="0"/>
                  </a:lnTo>
                  <a:cubicBezTo>
                    <a:pt x="31" y="304"/>
                    <a:pt x="122" y="578"/>
                    <a:pt x="274" y="821"/>
                  </a:cubicBezTo>
                  <a:lnTo>
                    <a:pt x="1399" y="578"/>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8"/>
            <p:cNvSpPr/>
            <p:nvPr/>
          </p:nvSpPr>
          <p:spPr>
            <a:xfrm>
              <a:off x="2956808" y="2348608"/>
              <a:ext cx="30206" cy="20925"/>
            </a:xfrm>
            <a:custGeom>
              <a:rect b="b" l="l" r="r" t="t"/>
              <a:pathLst>
                <a:path extrusionOk="0" h="496" w="716">
                  <a:moveTo>
                    <a:pt x="398" y="1"/>
                  </a:moveTo>
                  <a:cubicBezTo>
                    <a:pt x="236" y="1"/>
                    <a:pt x="83" y="116"/>
                    <a:pt x="29" y="279"/>
                  </a:cubicBezTo>
                  <a:cubicBezTo>
                    <a:pt x="0" y="407"/>
                    <a:pt x="39" y="435"/>
                    <a:pt x="103" y="435"/>
                  </a:cubicBezTo>
                  <a:cubicBezTo>
                    <a:pt x="153" y="435"/>
                    <a:pt x="220" y="418"/>
                    <a:pt x="283" y="418"/>
                  </a:cubicBezTo>
                  <a:cubicBezTo>
                    <a:pt x="311" y="418"/>
                    <a:pt x="338" y="421"/>
                    <a:pt x="363" y="431"/>
                  </a:cubicBezTo>
                  <a:cubicBezTo>
                    <a:pt x="426" y="469"/>
                    <a:pt x="499" y="496"/>
                    <a:pt x="561" y="496"/>
                  </a:cubicBezTo>
                  <a:cubicBezTo>
                    <a:pt x="649" y="496"/>
                    <a:pt x="715" y="440"/>
                    <a:pt x="698" y="279"/>
                  </a:cubicBezTo>
                  <a:cubicBezTo>
                    <a:pt x="667" y="158"/>
                    <a:pt x="546" y="97"/>
                    <a:pt x="454" y="6"/>
                  </a:cubicBezTo>
                  <a:cubicBezTo>
                    <a:pt x="436" y="2"/>
                    <a:pt x="417" y="1"/>
                    <a:pt x="3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8"/>
            <p:cNvSpPr/>
            <p:nvPr/>
          </p:nvSpPr>
          <p:spPr>
            <a:xfrm>
              <a:off x="2955458" y="2707882"/>
              <a:ext cx="11559" cy="11559"/>
            </a:xfrm>
            <a:custGeom>
              <a:rect b="b" l="l" r="r" t="t"/>
              <a:pathLst>
                <a:path extrusionOk="0" h="274" w="274">
                  <a:moveTo>
                    <a:pt x="274" y="0"/>
                  </a:moveTo>
                  <a:lnTo>
                    <a:pt x="0" y="27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8"/>
            <p:cNvSpPr/>
            <p:nvPr/>
          </p:nvSpPr>
          <p:spPr>
            <a:xfrm>
              <a:off x="2720765" y="2628358"/>
              <a:ext cx="18014" cy="28477"/>
            </a:xfrm>
            <a:custGeom>
              <a:rect b="b" l="l" r="r" t="t"/>
              <a:pathLst>
                <a:path extrusionOk="0" h="675" w="427">
                  <a:moveTo>
                    <a:pt x="426" y="1"/>
                  </a:moveTo>
                  <a:lnTo>
                    <a:pt x="426" y="1"/>
                  </a:lnTo>
                  <a:cubicBezTo>
                    <a:pt x="305" y="122"/>
                    <a:pt x="213" y="244"/>
                    <a:pt x="122" y="396"/>
                  </a:cubicBezTo>
                  <a:cubicBezTo>
                    <a:pt x="61" y="487"/>
                    <a:pt x="1" y="670"/>
                    <a:pt x="213" y="670"/>
                  </a:cubicBezTo>
                  <a:cubicBezTo>
                    <a:pt x="220" y="673"/>
                    <a:pt x="227" y="674"/>
                    <a:pt x="234" y="674"/>
                  </a:cubicBezTo>
                  <a:cubicBezTo>
                    <a:pt x="293" y="674"/>
                    <a:pt x="365" y="572"/>
                    <a:pt x="365" y="518"/>
                  </a:cubicBezTo>
                  <a:cubicBezTo>
                    <a:pt x="396" y="335"/>
                    <a:pt x="426" y="153"/>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8"/>
            <p:cNvSpPr/>
            <p:nvPr/>
          </p:nvSpPr>
          <p:spPr>
            <a:xfrm>
              <a:off x="2905423" y="2920763"/>
              <a:ext cx="12867" cy="12867"/>
            </a:xfrm>
            <a:custGeom>
              <a:rect b="b" l="l" r="r" t="t"/>
              <a:pathLst>
                <a:path extrusionOk="0" h="305" w="305">
                  <a:moveTo>
                    <a:pt x="153" y="0"/>
                  </a:moveTo>
                  <a:cubicBezTo>
                    <a:pt x="122" y="61"/>
                    <a:pt x="1" y="91"/>
                    <a:pt x="1" y="182"/>
                  </a:cubicBezTo>
                  <a:cubicBezTo>
                    <a:pt x="21" y="264"/>
                    <a:pt x="68" y="304"/>
                    <a:pt x="124" y="304"/>
                  </a:cubicBezTo>
                  <a:cubicBezTo>
                    <a:pt x="153" y="304"/>
                    <a:pt x="183" y="294"/>
                    <a:pt x="213" y="274"/>
                  </a:cubicBezTo>
                  <a:cubicBezTo>
                    <a:pt x="244" y="243"/>
                    <a:pt x="274" y="182"/>
                    <a:pt x="305" y="152"/>
                  </a:cubicBezTo>
                  <a:cubicBezTo>
                    <a:pt x="305" y="61"/>
                    <a:pt x="274" y="0"/>
                    <a:pt x="1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8"/>
            <p:cNvSpPr/>
            <p:nvPr/>
          </p:nvSpPr>
          <p:spPr>
            <a:xfrm>
              <a:off x="2761814" y="2052617"/>
              <a:ext cx="5147" cy="5147"/>
            </a:xfrm>
            <a:custGeom>
              <a:rect b="b" l="l" r="r" t="t"/>
              <a:pathLst>
                <a:path extrusionOk="0" h="122" w="122">
                  <a:moveTo>
                    <a:pt x="61" y="0"/>
                  </a:moveTo>
                  <a:lnTo>
                    <a:pt x="0" y="122"/>
                  </a:lnTo>
                  <a:lnTo>
                    <a:pt x="122" y="61"/>
                  </a:lnTo>
                  <a:lnTo>
                    <a:pt x="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8"/>
            <p:cNvSpPr/>
            <p:nvPr/>
          </p:nvSpPr>
          <p:spPr>
            <a:xfrm>
              <a:off x="2875933" y="3113099"/>
              <a:ext cx="5189" cy="5189"/>
            </a:xfrm>
            <a:custGeom>
              <a:rect b="b" l="l" r="r" t="t"/>
              <a:pathLst>
                <a:path extrusionOk="0" h="123" w="123">
                  <a:moveTo>
                    <a:pt x="61" y="0"/>
                  </a:moveTo>
                  <a:lnTo>
                    <a:pt x="1" y="122"/>
                  </a:lnTo>
                  <a:lnTo>
                    <a:pt x="122" y="61"/>
                  </a:lnTo>
                  <a:lnTo>
                    <a:pt x="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8"/>
            <p:cNvSpPr/>
            <p:nvPr/>
          </p:nvSpPr>
          <p:spPr>
            <a:xfrm>
              <a:off x="3013129" y="2658902"/>
              <a:ext cx="27000" cy="25945"/>
            </a:xfrm>
            <a:custGeom>
              <a:rect b="b" l="l" r="r" t="t"/>
              <a:pathLst>
                <a:path extrusionOk="0" h="615" w="640">
                  <a:moveTo>
                    <a:pt x="287" y="0"/>
                  </a:moveTo>
                  <a:cubicBezTo>
                    <a:pt x="80" y="0"/>
                    <a:pt x="1" y="360"/>
                    <a:pt x="1" y="614"/>
                  </a:cubicBezTo>
                  <a:cubicBezTo>
                    <a:pt x="62" y="584"/>
                    <a:pt x="153" y="553"/>
                    <a:pt x="214" y="493"/>
                  </a:cubicBezTo>
                  <a:cubicBezTo>
                    <a:pt x="335" y="341"/>
                    <a:pt x="639" y="98"/>
                    <a:pt x="335" y="6"/>
                  </a:cubicBezTo>
                  <a:cubicBezTo>
                    <a:pt x="318" y="2"/>
                    <a:pt x="302" y="0"/>
                    <a:pt x="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8"/>
            <p:cNvSpPr/>
            <p:nvPr/>
          </p:nvSpPr>
          <p:spPr>
            <a:xfrm>
              <a:off x="3036248" y="2628358"/>
              <a:ext cx="10294" cy="5822"/>
            </a:xfrm>
            <a:custGeom>
              <a:rect b="b" l="l" r="r" t="t"/>
              <a:pathLst>
                <a:path extrusionOk="0" h="138" w="244">
                  <a:moveTo>
                    <a:pt x="0" y="1"/>
                  </a:moveTo>
                  <a:cubicBezTo>
                    <a:pt x="46" y="92"/>
                    <a:pt x="84" y="138"/>
                    <a:pt x="122" y="138"/>
                  </a:cubicBezTo>
                  <a:cubicBezTo>
                    <a:pt x="160" y="138"/>
                    <a:pt x="198" y="92"/>
                    <a:pt x="2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8"/>
            <p:cNvSpPr/>
            <p:nvPr/>
          </p:nvSpPr>
          <p:spPr>
            <a:xfrm>
              <a:off x="3001611" y="2684805"/>
              <a:ext cx="11559" cy="11559"/>
            </a:xfrm>
            <a:custGeom>
              <a:rect b="b" l="l" r="r" t="t"/>
              <a:pathLst>
                <a:path extrusionOk="0" h="274" w="274">
                  <a:moveTo>
                    <a:pt x="274" y="0"/>
                  </a:moveTo>
                  <a:lnTo>
                    <a:pt x="0" y="274"/>
                  </a:lnTo>
                  <a:lnTo>
                    <a:pt x="0" y="27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8"/>
            <p:cNvSpPr/>
            <p:nvPr/>
          </p:nvSpPr>
          <p:spPr>
            <a:xfrm>
              <a:off x="2995199" y="2696323"/>
              <a:ext cx="6455" cy="5189"/>
            </a:xfrm>
            <a:custGeom>
              <a:rect b="b" l="l" r="r" t="t"/>
              <a:pathLst>
                <a:path extrusionOk="0" h="123" w="153">
                  <a:moveTo>
                    <a:pt x="152" y="1"/>
                  </a:moveTo>
                  <a:lnTo>
                    <a:pt x="152" y="1"/>
                  </a:lnTo>
                  <a:cubicBezTo>
                    <a:pt x="31" y="31"/>
                    <a:pt x="0" y="92"/>
                    <a:pt x="92" y="122"/>
                  </a:cubicBezTo>
                  <a:cubicBezTo>
                    <a:pt x="92" y="122"/>
                    <a:pt x="122" y="31"/>
                    <a:pt x="1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8"/>
            <p:cNvSpPr/>
            <p:nvPr/>
          </p:nvSpPr>
          <p:spPr>
            <a:xfrm>
              <a:off x="3013129" y="2616840"/>
              <a:ext cx="11602" cy="11559"/>
            </a:xfrm>
            <a:custGeom>
              <a:rect b="b" l="l" r="r" t="t"/>
              <a:pathLst>
                <a:path extrusionOk="0" h="274" w="275">
                  <a:moveTo>
                    <a:pt x="274" y="274"/>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 name="Google Shape;640;p8"/>
          <p:cNvSpPr txBox="1"/>
          <p:nvPr>
            <p:ph type="title"/>
          </p:nvPr>
        </p:nvSpPr>
        <p:spPr>
          <a:xfrm>
            <a:off x="717050" y="1617750"/>
            <a:ext cx="3160200" cy="195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17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641" name="Google Shape;641;p8"/>
          <p:cNvSpPr txBox="1"/>
          <p:nvPr>
            <p:ph idx="1" type="subTitle"/>
          </p:nvPr>
        </p:nvSpPr>
        <p:spPr>
          <a:xfrm>
            <a:off x="4795075" y="2220250"/>
            <a:ext cx="3631800" cy="885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800"/>
              <a:buNone/>
              <a:defRPr sz="1600">
                <a:solidFill>
                  <a:srgbClr val="FFFFFF"/>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42" name="Shape 642"/>
        <p:cNvGrpSpPr/>
        <p:nvPr/>
      </p:nvGrpSpPr>
      <p:grpSpPr>
        <a:xfrm>
          <a:off x="0" y="0"/>
          <a:ext cx="0" cy="0"/>
          <a:chOff x="0" y="0"/>
          <a:chExt cx="0" cy="0"/>
        </a:xfrm>
      </p:grpSpPr>
      <p:grpSp>
        <p:nvGrpSpPr>
          <p:cNvPr id="643" name="Google Shape;643;p9"/>
          <p:cNvGrpSpPr/>
          <p:nvPr/>
        </p:nvGrpSpPr>
        <p:grpSpPr>
          <a:xfrm rot="5400000">
            <a:off x="1778688" y="193530"/>
            <a:ext cx="1536215" cy="3714791"/>
            <a:chOff x="7430563" y="1663152"/>
            <a:chExt cx="1227695" cy="2618632"/>
          </a:xfrm>
        </p:grpSpPr>
        <p:sp>
          <p:nvSpPr>
            <p:cNvPr id="644" name="Google Shape;644;p9"/>
            <p:cNvSpPr/>
            <p:nvPr/>
          </p:nvSpPr>
          <p:spPr>
            <a:xfrm rot="-5400000">
              <a:off x="6496050" y="2665475"/>
              <a:ext cx="2419525" cy="550500"/>
            </a:xfrm>
            <a:custGeom>
              <a:rect b="b" l="l" r="r" t="t"/>
              <a:pathLst>
                <a:path extrusionOk="0" h="22020" w="96781">
                  <a:moveTo>
                    <a:pt x="92586" y="9703"/>
                  </a:moveTo>
                  <a:cubicBezTo>
                    <a:pt x="92677" y="9825"/>
                    <a:pt x="92860" y="10098"/>
                    <a:pt x="92890" y="10189"/>
                  </a:cubicBezTo>
                  <a:cubicBezTo>
                    <a:pt x="92935" y="10234"/>
                    <a:pt x="92914" y="10262"/>
                    <a:pt x="92864" y="10262"/>
                  </a:cubicBezTo>
                  <a:cubicBezTo>
                    <a:pt x="92846" y="10262"/>
                    <a:pt x="92823" y="10258"/>
                    <a:pt x="92799" y="10250"/>
                  </a:cubicBezTo>
                  <a:cubicBezTo>
                    <a:pt x="92723" y="10225"/>
                    <a:pt x="92454" y="10071"/>
                    <a:pt x="92315" y="10004"/>
                  </a:cubicBezTo>
                  <a:lnTo>
                    <a:pt x="92315" y="10004"/>
                  </a:lnTo>
                  <a:lnTo>
                    <a:pt x="92434" y="9885"/>
                  </a:lnTo>
                  <a:lnTo>
                    <a:pt x="92586" y="9703"/>
                  </a:lnTo>
                  <a:close/>
                  <a:moveTo>
                    <a:pt x="94480" y="10270"/>
                  </a:moveTo>
                  <a:cubicBezTo>
                    <a:pt x="94584" y="10326"/>
                    <a:pt x="94719" y="10372"/>
                    <a:pt x="94775" y="10372"/>
                  </a:cubicBezTo>
                  <a:lnTo>
                    <a:pt x="94775" y="10281"/>
                  </a:lnTo>
                  <a:lnTo>
                    <a:pt x="94775" y="10271"/>
                  </a:lnTo>
                  <a:lnTo>
                    <a:pt x="94775" y="10271"/>
                  </a:lnTo>
                  <a:cubicBezTo>
                    <a:pt x="94754" y="10274"/>
                    <a:pt x="94734" y="10277"/>
                    <a:pt x="94714" y="10281"/>
                  </a:cubicBezTo>
                  <a:cubicBezTo>
                    <a:pt x="94636" y="10281"/>
                    <a:pt x="94557" y="10277"/>
                    <a:pt x="94480" y="10270"/>
                  </a:cubicBezTo>
                  <a:close/>
                  <a:moveTo>
                    <a:pt x="2716" y="13949"/>
                  </a:moveTo>
                  <a:cubicBezTo>
                    <a:pt x="2736" y="13949"/>
                    <a:pt x="2754" y="13964"/>
                    <a:pt x="2767" y="13989"/>
                  </a:cubicBezTo>
                  <a:lnTo>
                    <a:pt x="2767" y="14050"/>
                  </a:lnTo>
                  <a:cubicBezTo>
                    <a:pt x="2736" y="14141"/>
                    <a:pt x="2797" y="14232"/>
                    <a:pt x="2949" y="14232"/>
                  </a:cubicBezTo>
                  <a:cubicBezTo>
                    <a:pt x="2949" y="14293"/>
                    <a:pt x="2919" y="14323"/>
                    <a:pt x="2828" y="14323"/>
                  </a:cubicBezTo>
                  <a:cubicBezTo>
                    <a:pt x="2767" y="14323"/>
                    <a:pt x="2554" y="14141"/>
                    <a:pt x="2615" y="14050"/>
                  </a:cubicBezTo>
                  <a:cubicBezTo>
                    <a:pt x="2651" y="13978"/>
                    <a:pt x="2686" y="13949"/>
                    <a:pt x="2716" y="13949"/>
                  </a:cubicBezTo>
                  <a:close/>
                  <a:moveTo>
                    <a:pt x="1259" y="15985"/>
                  </a:moveTo>
                  <a:cubicBezTo>
                    <a:pt x="1298" y="15985"/>
                    <a:pt x="1318" y="16025"/>
                    <a:pt x="1338" y="16025"/>
                  </a:cubicBezTo>
                  <a:lnTo>
                    <a:pt x="1399" y="16056"/>
                  </a:lnTo>
                  <a:cubicBezTo>
                    <a:pt x="1460" y="16086"/>
                    <a:pt x="1521" y="16117"/>
                    <a:pt x="1521" y="16147"/>
                  </a:cubicBezTo>
                  <a:lnTo>
                    <a:pt x="1521" y="16177"/>
                  </a:lnTo>
                  <a:cubicBezTo>
                    <a:pt x="1460" y="16238"/>
                    <a:pt x="1399" y="16390"/>
                    <a:pt x="1308" y="16390"/>
                  </a:cubicBezTo>
                  <a:cubicBezTo>
                    <a:pt x="1126" y="16390"/>
                    <a:pt x="1308" y="16238"/>
                    <a:pt x="1186" y="16177"/>
                  </a:cubicBezTo>
                  <a:cubicBezTo>
                    <a:pt x="1095" y="16086"/>
                    <a:pt x="1126" y="16086"/>
                    <a:pt x="1186" y="16025"/>
                  </a:cubicBezTo>
                  <a:cubicBezTo>
                    <a:pt x="1217" y="15995"/>
                    <a:pt x="1240" y="15985"/>
                    <a:pt x="1259" y="15985"/>
                  </a:cubicBezTo>
                  <a:close/>
                  <a:moveTo>
                    <a:pt x="29837" y="20641"/>
                  </a:moveTo>
                  <a:cubicBezTo>
                    <a:pt x="29855" y="20641"/>
                    <a:pt x="29870" y="20642"/>
                    <a:pt x="29880" y="20646"/>
                  </a:cubicBezTo>
                  <a:cubicBezTo>
                    <a:pt x="29971" y="20646"/>
                    <a:pt x="30001" y="20737"/>
                    <a:pt x="29941" y="20798"/>
                  </a:cubicBezTo>
                  <a:lnTo>
                    <a:pt x="29880" y="20858"/>
                  </a:lnTo>
                  <a:cubicBezTo>
                    <a:pt x="29849" y="20889"/>
                    <a:pt x="29789" y="20889"/>
                    <a:pt x="29789" y="20889"/>
                  </a:cubicBezTo>
                  <a:lnTo>
                    <a:pt x="29667" y="20767"/>
                  </a:lnTo>
                  <a:cubicBezTo>
                    <a:pt x="29576" y="20798"/>
                    <a:pt x="29492" y="20813"/>
                    <a:pt x="29409" y="20813"/>
                  </a:cubicBezTo>
                  <a:cubicBezTo>
                    <a:pt x="29325" y="20813"/>
                    <a:pt x="29242" y="20798"/>
                    <a:pt x="29150" y="20767"/>
                  </a:cubicBezTo>
                  <a:cubicBezTo>
                    <a:pt x="29120" y="20737"/>
                    <a:pt x="29090" y="20676"/>
                    <a:pt x="29090" y="20676"/>
                  </a:cubicBezTo>
                  <a:cubicBezTo>
                    <a:pt x="29107" y="20667"/>
                    <a:pt x="29125" y="20663"/>
                    <a:pt x="29143" y="20663"/>
                  </a:cubicBezTo>
                  <a:cubicBezTo>
                    <a:pt x="29186" y="20663"/>
                    <a:pt x="29229" y="20685"/>
                    <a:pt x="29272" y="20706"/>
                  </a:cubicBezTo>
                  <a:lnTo>
                    <a:pt x="29302" y="20706"/>
                  </a:lnTo>
                  <a:cubicBezTo>
                    <a:pt x="29309" y="20710"/>
                    <a:pt x="29321" y="20711"/>
                    <a:pt x="29336" y="20711"/>
                  </a:cubicBezTo>
                  <a:cubicBezTo>
                    <a:pt x="29440" y="20711"/>
                    <a:pt x="29715" y="20641"/>
                    <a:pt x="29837" y="20641"/>
                  </a:cubicBezTo>
                  <a:close/>
                  <a:moveTo>
                    <a:pt x="25655" y="20767"/>
                  </a:moveTo>
                  <a:lnTo>
                    <a:pt x="25837" y="20919"/>
                  </a:lnTo>
                  <a:lnTo>
                    <a:pt x="25868" y="20919"/>
                  </a:lnTo>
                  <a:cubicBezTo>
                    <a:pt x="25891" y="20907"/>
                    <a:pt x="25912" y="20903"/>
                    <a:pt x="25931" y="20903"/>
                  </a:cubicBezTo>
                  <a:cubicBezTo>
                    <a:pt x="26010" y="20903"/>
                    <a:pt x="26050" y="20991"/>
                    <a:pt x="26050" y="21041"/>
                  </a:cubicBezTo>
                  <a:cubicBezTo>
                    <a:pt x="26050" y="21060"/>
                    <a:pt x="26032" y="21067"/>
                    <a:pt x="26006" y="21067"/>
                  </a:cubicBezTo>
                  <a:cubicBezTo>
                    <a:pt x="25949" y="21067"/>
                    <a:pt x="25849" y="21031"/>
                    <a:pt x="25807" y="21010"/>
                  </a:cubicBezTo>
                  <a:cubicBezTo>
                    <a:pt x="25685" y="20949"/>
                    <a:pt x="25564" y="20889"/>
                    <a:pt x="25442" y="20858"/>
                  </a:cubicBezTo>
                  <a:cubicBezTo>
                    <a:pt x="25351" y="20858"/>
                    <a:pt x="25442" y="20798"/>
                    <a:pt x="25655" y="20767"/>
                  </a:cubicBezTo>
                  <a:close/>
                  <a:moveTo>
                    <a:pt x="26719" y="20767"/>
                  </a:moveTo>
                  <a:cubicBezTo>
                    <a:pt x="26840" y="20798"/>
                    <a:pt x="26962" y="20798"/>
                    <a:pt x="27114" y="20798"/>
                  </a:cubicBezTo>
                  <a:cubicBezTo>
                    <a:pt x="27154" y="20798"/>
                    <a:pt x="27289" y="20770"/>
                    <a:pt x="27384" y="20770"/>
                  </a:cubicBezTo>
                  <a:cubicBezTo>
                    <a:pt x="27431" y="20770"/>
                    <a:pt x="27468" y="20777"/>
                    <a:pt x="27479" y="20798"/>
                  </a:cubicBezTo>
                  <a:cubicBezTo>
                    <a:pt x="27539" y="20858"/>
                    <a:pt x="27235" y="20889"/>
                    <a:pt x="27144" y="20889"/>
                  </a:cubicBezTo>
                  <a:cubicBezTo>
                    <a:pt x="26992" y="20889"/>
                    <a:pt x="26840" y="20919"/>
                    <a:pt x="26719" y="20949"/>
                  </a:cubicBezTo>
                  <a:cubicBezTo>
                    <a:pt x="26672" y="20973"/>
                    <a:pt x="26515" y="21069"/>
                    <a:pt x="26433" y="21069"/>
                  </a:cubicBezTo>
                  <a:cubicBezTo>
                    <a:pt x="26409" y="21069"/>
                    <a:pt x="26391" y="21061"/>
                    <a:pt x="26384" y="21041"/>
                  </a:cubicBezTo>
                  <a:cubicBezTo>
                    <a:pt x="26324" y="20980"/>
                    <a:pt x="26384" y="20919"/>
                    <a:pt x="26506" y="20858"/>
                  </a:cubicBezTo>
                  <a:lnTo>
                    <a:pt x="26628" y="20798"/>
                  </a:lnTo>
                  <a:lnTo>
                    <a:pt x="26719" y="20767"/>
                  </a:lnTo>
                  <a:close/>
                  <a:moveTo>
                    <a:pt x="65615" y="20786"/>
                  </a:moveTo>
                  <a:cubicBezTo>
                    <a:pt x="65633" y="20786"/>
                    <a:pt x="65648" y="20790"/>
                    <a:pt x="65656" y="20798"/>
                  </a:cubicBezTo>
                  <a:cubicBezTo>
                    <a:pt x="65716" y="20858"/>
                    <a:pt x="65777" y="20949"/>
                    <a:pt x="65868" y="21010"/>
                  </a:cubicBezTo>
                  <a:cubicBezTo>
                    <a:pt x="65899" y="21041"/>
                    <a:pt x="65899" y="21101"/>
                    <a:pt x="65838" y="21101"/>
                  </a:cubicBezTo>
                  <a:lnTo>
                    <a:pt x="65838" y="21132"/>
                  </a:lnTo>
                  <a:cubicBezTo>
                    <a:pt x="65833" y="21135"/>
                    <a:pt x="65826" y="21136"/>
                    <a:pt x="65818" y="21136"/>
                  </a:cubicBezTo>
                  <a:cubicBezTo>
                    <a:pt x="65736" y="21136"/>
                    <a:pt x="65531" y="21000"/>
                    <a:pt x="65504" y="20889"/>
                  </a:cubicBezTo>
                  <a:cubicBezTo>
                    <a:pt x="65481" y="20820"/>
                    <a:pt x="65561" y="20786"/>
                    <a:pt x="65615" y="20786"/>
                  </a:cubicBezTo>
                  <a:close/>
                  <a:moveTo>
                    <a:pt x="48591" y="20907"/>
                  </a:moveTo>
                  <a:cubicBezTo>
                    <a:pt x="48616" y="20907"/>
                    <a:pt x="48640" y="20911"/>
                    <a:pt x="48664" y="20919"/>
                  </a:cubicBezTo>
                  <a:cubicBezTo>
                    <a:pt x="48816" y="20919"/>
                    <a:pt x="48847" y="21101"/>
                    <a:pt x="48756" y="21132"/>
                  </a:cubicBezTo>
                  <a:cubicBezTo>
                    <a:pt x="48677" y="21158"/>
                    <a:pt x="48531" y="21229"/>
                    <a:pt x="48453" y="21229"/>
                  </a:cubicBezTo>
                  <a:cubicBezTo>
                    <a:pt x="48441" y="21229"/>
                    <a:pt x="48430" y="21227"/>
                    <a:pt x="48421" y="21223"/>
                  </a:cubicBezTo>
                  <a:cubicBezTo>
                    <a:pt x="48391" y="21162"/>
                    <a:pt x="48391" y="21101"/>
                    <a:pt x="48421" y="21041"/>
                  </a:cubicBezTo>
                  <a:lnTo>
                    <a:pt x="48391" y="20980"/>
                  </a:lnTo>
                  <a:cubicBezTo>
                    <a:pt x="48458" y="20935"/>
                    <a:pt x="48524" y="20907"/>
                    <a:pt x="48591" y="20907"/>
                  </a:cubicBezTo>
                  <a:close/>
                  <a:moveTo>
                    <a:pt x="35017" y="21132"/>
                  </a:moveTo>
                  <a:lnTo>
                    <a:pt x="35017" y="21162"/>
                  </a:lnTo>
                  <a:cubicBezTo>
                    <a:pt x="35108" y="21193"/>
                    <a:pt x="35169" y="21253"/>
                    <a:pt x="35230" y="21345"/>
                  </a:cubicBezTo>
                  <a:lnTo>
                    <a:pt x="35321" y="21375"/>
                  </a:lnTo>
                  <a:lnTo>
                    <a:pt x="35412" y="21405"/>
                  </a:lnTo>
                  <a:cubicBezTo>
                    <a:pt x="35533" y="21405"/>
                    <a:pt x="35655" y="21436"/>
                    <a:pt x="35655" y="21527"/>
                  </a:cubicBezTo>
                  <a:lnTo>
                    <a:pt x="35655" y="21557"/>
                  </a:lnTo>
                  <a:lnTo>
                    <a:pt x="35625" y="21588"/>
                  </a:lnTo>
                  <a:cubicBezTo>
                    <a:pt x="35602" y="21593"/>
                    <a:pt x="35580" y="21596"/>
                    <a:pt x="35558" y="21596"/>
                  </a:cubicBezTo>
                  <a:cubicBezTo>
                    <a:pt x="35459" y="21596"/>
                    <a:pt x="35365" y="21546"/>
                    <a:pt x="35290" y="21497"/>
                  </a:cubicBezTo>
                  <a:lnTo>
                    <a:pt x="35169" y="21436"/>
                  </a:lnTo>
                  <a:lnTo>
                    <a:pt x="35047" y="21405"/>
                  </a:lnTo>
                  <a:cubicBezTo>
                    <a:pt x="34986" y="21253"/>
                    <a:pt x="34956" y="21132"/>
                    <a:pt x="35017" y="21132"/>
                  </a:cubicBezTo>
                  <a:close/>
                  <a:moveTo>
                    <a:pt x="28938" y="20737"/>
                  </a:moveTo>
                  <a:cubicBezTo>
                    <a:pt x="29029" y="20798"/>
                    <a:pt x="29120" y="20858"/>
                    <a:pt x="29181" y="20919"/>
                  </a:cubicBezTo>
                  <a:lnTo>
                    <a:pt x="29029" y="21041"/>
                  </a:lnTo>
                  <a:cubicBezTo>
                    <a:pt x="28968" y="21071"/>
                    <a:pt x="28968" y="21193"/>
                    <a:pt x="28907" y="21284"/>
                  </a:cubicBezTo>
                  <a:lnTo>
                    <a:pt x="28877" y="21314"/>
                  </a:lnTo>
                  <a:cubicBezTo>
                    <a:pt x="28786" y="21314"/>
                    <a:pt x="28694" y="21405"/>
                    <a:pt x="28664" y="21497"/>
                  </a:cubicBezTo>
                  <a:lnTo>
                    <a:pt x="28603" y="21588"/>
                  </a:lnTo>
                  <a:cubicBezTo>
                    <a:pt x="28603" y="21649"/>
                    <a:pt x="28512" y="21649"/>
                    <a:pt x="28482" y="21649"/>
                  </a:cubicBezTo>
                  <a:lnTo>
                    <a:pt x="28390" y="21649"/>
                  </a:lnTo>
                  <a:cubicBezTo>
                    <a:pt x="28299" y="21618"/>
                    <a:pt x="28208" y="21588"/>
                    <a:pt x="28147" y="21527"/>
                  </a:cubicBezTo>
                  <a:lnTo>
                    <a:pt x="28080" y="21527"/>
                  </a:lnTo>
                  <a:lnTo>
                    <a:pt x="28178" y="21405"/>
                  </a:lnTo>
                  <a:cubicBezTo>
                    <a:pt x="28238" y="21451"/>
                    <a:pt x="28284" y="21474"/>
                    <a:pt x="28326" y="21474"/>
                  </a:cubicBezTo>
                  <a:cubicBezTo>
                    <a:pt x="28368" y="21474"/>
                    <a:pt x="28406" y="21451"/>
                    <a:pt x="28451" y="21405"/>
                  </a:cubicBezTo>
                  <a:lnTo>
                    <a:pt x="28512" y="21314"/>
                  </a:lnTo>
                  <a:cubicBezTo>
                    <a:pt x="28634" y="21314"/>
                    <a:pt x="28725" y="21010"/>
                    <a:pt x="28725" y="20919"/>
                  </a:cubicBezTo>
                  <a:cubicBezTo>
                    <a:pt x="28725" y="20798"/>
                    <a:pt x="28877" y="20737"/>
                    <a:pt x="28938" y="20737"/>
                  </a:cubicBezTo>
                  <a:close/>
                  <a:moveTo>
                    <a:pt x="31919" y="21249"/>
                  </a:moveTo>
                  <a:cubicBezTo>
                    <a:pt x="31923" y="21249"/>
                    <a:pt x="31930" y="21279"/>
                    <a:pt x="31947" y="21345"/>
                  </a:cubicBezTo>
                  <a:cubicBezTo>
                    <a:pt x="31977" y="21436"/>
                    <a:pt x="32068" y="21618"/>
                    <a:pt x="31977" y="21649"/>
                  </a:cubicBezTo>
                  <a:cubicBezTo>
                    <a:pt x="31886" y="21649"/>
                    <a:pt x="31916" y="21405"/>
                    <a:pt x="31916" y="21314"/>
                  </a:cubicBezTo>
                  <a:cubicBezTo>
                    <a:pt x="31916" y="21272"/>
                    <a:pt x="31916" y="21249"/>
                    <a:pt x="31919" y="21249"/>
                  </a:cubicBezTo>
                  <a:close/>
                  <a:moveTo>
                    <a:pt x="84859" y="1"/>
                  </a:moveTo>
                  <a:cubicBezTo>
                    <a:pt x="84848" y="1"/>
                    <a:pt x="84840" y="3"/>
                    <a:pt x="84835" y="7"/>
                  </a:cubicBezTo>
                  <a:cubicBezTo>
                    <a:pt x="84805" y="37"/>
                    <a:pt x="84744" y="37"/>
                    <a:pt x="84714" y="37"/>
                  </a:cubicBezTo>
                  <a:cubicBezTo>
                    <a:pt x="84623" y="98"/>
                    <a:pt x="84562" y="129"/>
                    <a:pt x="84501" y="189"/>
                  </a:cubicBezTo>
                  <a:lnTo>
                    <a:pt x="84319" y="129"/>
                  </a:lnTo>
                  <a:lnTo>
                    <a:pt x="84167" y="98"/>
                  </a:lnTo>
                  <a:cubicBezTo>
                    <a:pt x="84026" y="182"/>
                    <a:pt x="83808" y="345"/>
                    <a:pt x="83727" y="345"/>
                  </a:cubicBezTo>
                  <a:cubicBezTo>
                    <a:pt x="83721" y="345"/>
                    <a:pt x="83715" y="344"/>
                    <a:pt x="83711" y="341"/>
                  </a:cubicBezTo>
                  <a:cubicBezTo>
                    <a:pt x="83589" y="280"/>
                    <a:pt x="83467" y="280"/>
                    <a:pt x="83346" y="280"/>
                  </a:cubicBezTo>
                  <a:lnTo>
                    <a:pt x="83224" y="220"/>
                  </a:lnTo>
                  <a:lnTo>
                    <a:pt x="83194" y="220"/>
                  </a:lnTo>
                  <a:cubicBezTo>
                    <a:pt x="83185" y="224"/>
                    <a:pt x="83171" y="226"/>
                    <a:pt x="83153" y="226"/>
                  </a:cubicBezTo>
                  <a:cubicBezTo>
                    <a:pt x="83042" y="226"/>
                    <a:pt x="82781" y="159"/>
                    <a:pt x="82677" y="159"/>
                  </a:cubicBezTo>
                  <a:cubicBezTo>
                    <a:pt x="82586" y="189"/>
                    <a:pt x="82495" y="189"/>
                    <a:pt x="82404" y="220"/>
                  </a:cubicBezTo>
                  <a:cubicBezTo>
                    <a:pt x="82404" y="250"/>
                    <a:pt x="82434" y="341"/>
                    <a:pt x="82464" y="402"/>
                  </a:cubicBezTo>
                  <a:cubicBezTo>
                    <a:pt x="82464" y="415"/>
                    <a:pt x="82444" y="422"/>
                    <a:pt x="82406" y="422"/>
                  </a:cubicBezTo>
                  <a:cubicBezTo>
                    <a:pt x="82353" y="422"/>
                    <a:pt x="82267" y="407"/>
                    <a:pt x="82160" y="372"/>
                  </a:cubicBezTo>
                  <a:lnTo>
                    <a:pt x="82130" y="372"/>
                  </a:lnTo>
                  <a:lnTo>
                    <a:pt x="82008" y="524"/>
                  </a:lnTo>
                  <a:cubicBezTo>
                    <a:pt x="81826" y="493"/>
                    <a:pt x="81644" y="493"/>
                    <a:pt x="81613" y="493"/>
                  </a:cubicBezTo>
                  <a:cubicBezTo>
                    <a:pt x="81553" y="463"/>
                    <a:pt x="81492" y="432"/>
                    <a:pt x="81431" y="372"/>
                  </a:cubicBezTo>
                  <a:lnTo>
                    <a:pt x="81340" y="372"/>
                  </a:lnTo>
                  <a:cubicBezTo>
                    <a:pt x="81238" y="372"/>
                    <a:pt x="81124" y="345"/>
                    <a:pt x="81040" y="345"/>
                  </a:cubicBezTo>
                  <a:cubicBezTo>
                    <a:pt x="80999" y="345"/>
                    <a:pt x="80965" y="351"/>
                    <a:pt x="80945" y="372"/>
                  </a:cubicBezTo>
                  <a:lnTo>
                    <a:pt x="80793" y="524"/>
                  </a:lnTo>
                  <a:cubicBezTo>
                    <a:pt x="80746" y="500"/>
                    <a:pt x="80713" y="491"/>
                    <a:pt x="80693" y="491"/>
                  </a:cubicBezTo>
                  <a:cubicBezTo>
                    <a:pt x="80661" y="491"/>
                    <a:pt x="80664" y="516"/>
                    <a:pt x="80701" y="554"/>
                  </a:cubicBezTo>
                  <a:cubicBezTo>
                    <a:pt x="80707" y="560"/>
                    <a:pt x="80702" y="562"/>
                    <a:pt x="80689" y="562"/>
                  </a:cubicBezTo>
                  <a:cubicBezTo>
                    <a:pt x="80635" y="562"/>
                    <a:pt x="80447" y="518"/>
                    <a:pt x="80398" y="493"/>
                  </a:cubicBezTo>
                  <a:lnTo>
                    <a:pt x="80276" y="402"/>
                  </a:lnTo>
                  <a:cubicBezTo>
                    <a:pt x="80276" y="402"/>
                    <a:pt x="80142" y="469"/>
                    <a:pt x="80046" y="469"/>
                  </a:cubicBezTo>
                  <a:cubicBezTo>
                    <a:pt x="80030" y="469"/>
                    <a:pt x="80015" y="467"/>
                    <a:pt x="80002" y="463"/>
                  </a:cubicBezTo>
                  <a:cubicBezTo>
                    <a:pt x="79942" y="463"/>
                    <a:pt x="79698" y="432"/>
                    <a:pt x="79638" y="432"/>
                  </a:cubicBezTo>
                  <a:cubicBezTo>
                    <a:pt x="79620" y="415"/>
                    <a:pt x="79532" y="397"/>
                    <a:pt x="79460" y="397"/>
                  </a:cubicBezTo>
                  <a:cubicBezTo>
                    <a:pt x="79407" y="397"/>
                    <a:pt x="79364" y="407"/>
                    <a:pt x="79364" y="432"/>
                  </a:cubicBezTo>
                  <a:cubicBezTo>
                    <a:pt x="79334" y="493"/>
                    <a:pt x="79182" y="554"/>
                    <a:pt x="78999" y="554"/>
                  </a:cubicBezTo>
                  <a:lnTo>
                    <a:pt x="78908" y="493"/>
                  </a:lnTo>
                  <a:lnTo>
                    <a:pt x="78726" y="372"/>
                  </a:lnTo>
                  <a:cubicBezTo>
                    <a:pt x="78574" y="402"/>
                    <a:pt x="78422" y="432"/>
                    <a:pt x="78270" y="432"/>
                  </a:cubicBezTo>
                  <a:lnTo>
                    <a:pt x="78239" y="463"/>
                  </a:lnTo>
                  <a:lnTo>
                    <a:pt x="78148" y="493"/>
                  </a:lnTo>
                  <a:cubicBezTo>
                    <a:pt x="78027" y="524"/>
                    <a:pt x="77935" y="524"/>
                    <a:pt x="77814" y="584"/>
                  </a:cubicBezTo>
                  <a:lnTo>
                    <a:pt x="77692" y="554"/>
                  </a:lnTo>
                  <a:lnTo>
                    <a:pt x="77571" y="524"/>
                  </a:lnTo>
                  <a:cubicBezTo>
                    <a:pt x="77419" y="524"/>
                    <a:pt x="77297" y="493"/>
                    <a:pt x="77176" y="432"/>
                  </a:cubicBezTo>
                  <a:cubicBezTo>
                    <a:pt x="77161" y="418"/>
                    <a:pt x="77139" y="412"/>
                    <a:pt x="77114" y="412"/>
                  </a:cubicBezTo>
                  <a:cubicBezTo>
                    <a:pt x="77034" y="412"/>
                    <a:pt x="76918" y="470"/>
                    <a:pt x="76872" y="493"/>
                  </a:cubicBezTo>
                  <a:cubicBezTo>
                    <a:pt x="76854" y="511"/>
                    <a:pt x="76833" y="518"/>
                    <a:pt x="76813" y="518"/>
                  </a:cubicBezTo>
                  <a:cubicBezTo>
                    <a:pt x="76763" y="518"/>
                    <a:pt x="76711" y="475"/>
                    <a:pt x="76689" y="432"/>
                  </a:cubicBezTo>
                  <a:cubicBezTo>
                    <a:pt x="76673" y="424"/>
                    <a:pt x="76654" y="421"/>
                    <a:pt x="76634" y="421"/>
                  </a:cubicBezTo>
                  <a:cubicBezTo>
                    <a:pt x="76577" y="421"/>
                    <a:pt x="76505" y="449"/>
                    <a:pt x="76416" y="493"/>
                  </a:cubicBezTo>
                  <a:lnTo>
                    <a:pt x="76264" y="493"/>
                  </a:lnTo>
                  <a:cubicBezTo>
                    <a:pt x="76112" y="493"/>
                    <a:pt x="75960" y="493"/>
                    <a:pt x="75808" y="524"/>
                  </a:cubicBezTo>
                  <a:lnTo>
                    <a:pt x="75686" y="554"/>
                  </a:lnTo>
                  <a:lnTo>
                    <a:pt x="75656" y="554"/>
                  </a:lnTo>
                  <a:cubicBezTo>
                    <a:pt x="75565" y="524"/>
                    <a:pt x="75473" y="524"/>
                    <a:pt x="75382" y="493"/>
                  </a:cubicBezTo>
                  <a:cubicBezTo>
                    <a:pt x="75356" y="502"/>
                    <a:pt x="75326" y="506"/>
                    <a:pt x="75296" y="506"/>
                  </a:cubicBezTo>
                  <a:cubicBezTo>
                    <a:pt x="75222" y="506"/>
                    <a:pt x="75143" y="484"/>
                    <a:pt x="75078" y="463"/>
                  </a:cubicBezTo>
                  <a:lnTo>
                    <a:pt x="75017" y="524"/>
                  </a:lnTo>
                  <a:cubicBezTo>
                    <a:pt x="74957" y="550"/>
                    <a:pt x="74907" y="561"/>
                    <a:pt x="74862" y="561"/>
                  </a:cubicBezTo>
                  <a:cubicBezTo>
                    <a:pt x="74751" y="561"/>
                    <a:pt x="74679" y="489"/>
                    <a:pt x="74592" y="402"/>
                  </a:cubicBezTo>
                  <a:cubicBezTo>
                    <a:pt x="74562" y="402"/>
                    <a:pt x="74501" y="524"/>
                    <a:pt x="74501" y="584"/>
                  </a:cubicBezTo>
                  <a:cubicBezTo>
                    <a:pt x="74501" y="600"/>
                    <a:pt x="74488" y="606"/>
                    <a:pt x="74468" y="606"/>
                  </a:cubicBezTo>
                  <a:cubicBezTo>
                    <a:pt x="74423" y="606"/>
                    <a:pt x="74340" y="578"/>
                    <a:pt x="74274" y="578"/>
                  </a:cubicBezTo>
                  <a:cubicBezTo>
                    <a:pt x="74257" y="578"/>
                    <a:pt x="74241" y="580"/>
                    <a:pt x="74227" y="584"/>
                  </a:cubicBezTo>
                  <a:cubicBezTo>
                    <a:pt x="74166" y="584"/>
                    <a:pt x="73893" y="676"/>
                    <a:pt x="73802" y="676"/>
                  </a:cubicBezTo>
                  <a:cubicBezTo>
                    <a:pt x="73761" y="684"/>
                    <a:pt x="73722" y="688"/>
                    <a:pt x="73685" y="688"/>
                  </a:cubicBezTo>
                  <a:cubicBezTo>
                    <a:pt x="73582" y="688"/>
                    <a:pt x="73487" y="659"/>
                    <a:pt x="73376" y="615"/>
                  </a:cubicBezTo>
                  <a:lnTo>
                    <a:pt x="73163" y="615"/>
                  </a:lnTo>
                  <a:cubicBezTo>
                    <a:pt x="73072" y="645"/>
                    <a:pt x="72981" y="706"/>
                    <a:pt x="72951" y="797"/>
                  </a:cubicBezTo>
                  <a:cubicBezTo>
                    <a:pt x="72951" y="800"/>
                    <a:pt x="72949" y="801"/>
                    <a:pt x="72947" y="801"/>
                  </a:cubicBezTo>
                  <a:cubicBezTo>
                    <a:pt x="72924" y="801"/>
                    <a:pt x="72796" y="676"/>
                    <a:pt x="72768" y="676"/>
                  </a:cubicBezTo>
                  <a:cubicBezTo>
                    <a:pt x="72586" y="736"/>
                    <a:pt x="72434" y="736"/>
                    <a:pt x="72251" y="736"/>
                  </a:cubicBezTo>
                  <a:cubicBezTo>
                    <a:pt x="72130" y="706"/>
                    <a:pt x="72008" y="706"/>
                    <a:pt x="71887" y="676"/>
                  </a:cubicBezTo>
                  <a:cubicBezTo>
                    <a:pt x="71826" y="706"/>
                    <a:pt x="71765" y="736"/>
                    <a:pt x="71704" y="736"/>
                  </a:cubicBezTo>
                  <a:cubicBezTo>
                    <a:pt x="71613" y="736"/>
                    <a:pt x="71522" y="706"/>
                    <a:pt x="71461" y="676"/>
                  </a:cubicBezTo>
                  <a:lnTo>
                    <a:pt x="71340" y="736"/>
                  </a:lnTo>
                  <a:lnTo>
                    <a:pt x="71248" y="797"/>
                  </a:lnTo>
                  <a:cubicBezTo>
                    <a:pt x="71096" y="828"/>
                    <a:pt x="70884" y="828"/>
                    <a:pt x="70792" y="828"/>
                  </a:cubicBezTo>
                  <a:lnTo>
                    <a:pt x="70701" y="828"/>
                  </a:lnTo>
                  <a:cubicBezTo>
                    <a:pt x="70689" y="792"/>
                    <a:pt x="70673" y="779"/>
                    <a:pt x="70655" y="779"/>
                  </a:cubicBezTo>
                  <a:cubicBezTo>
                    <a:pt x="70628" y="779"/>
                    <a:pt x="70598" y="809"/>
                    <a:pt x="70580" y="828"/>
                  </a:cubicBezTo>
                  <a:cubicBezTo>
                    <a:pt x="70580" y="831"/>
                    <a:pt x="70578" y="832"/>
                    <a:pt x="70575" y="832"/>
                  </a:cubicBezTo>
                  <a:cubicBezTo>
                    <a:pt x="70553" y="832"/>
                    <a:pt x="70451" y="736"/>
                    <a:pt x="70397" y="736"/>
                  </a:cubicBezTo>
                  <a:lnTo>
                    <a:pt x="69789" y="736"/>
                  </a:lnTo>
                  <a:cubicBezTo>
                    <a:pt x="69765" y="730"/>
                    <a:pt x="69736" y="728"/>
                    <a:pt x="69704" y="728"/>
                  </a:cubicBezTo>
                  <a:cubicBezTo>
                    <a:pt x="69578" y="728"/>
                    <a:pt x="69413" y="767"/>
                    <a:pt x="69364" y="767"/>
                  </a:cubicBezTo>
                  <a:cubicBezTo>
                    <a:pt x="69242" y="797"/>
                    <a:pt x="69090" y="797"/>
                    <a:pt x="68969" y="828"/>
                  </a:cubicBezTo>
                  <a:cubicBezTo>
                    <a:pt x="68908" y="843"/>
                    <a:pt x="68847" y="850"/>
                    <a:pt x="68783" y="850"/>
                  </a:cubicBezTo>
                  <a:cubicBezTo>
                    <a:pt x="68718" y="850"/>
                    <a:pt x="68650" y="843"/>
                    <a:pt x="68574" y="828"/>
                  </a:cubicBezTo>
                  <a:cubicBezTo>
                    <a:pt x="68532" y="807"/>
                    <a:pt x="68374" y="771"/>
                    <a:pt x="68280" y="771"/>
                  </a:cubicBezTo>
                  <a:cubicBezTo>
                    <a:pt x="68238" y="771"/>
                    <a:pt x="68209" y="778"/>
                    <a:pt x="68209" y="797"/>
                  </a:cubicBezTo>
                  <a:cubicBezTo>
                    <a:pt x="68178" y="888"/>
                    <a:pt x="68178" y="919"/>
                    <a:pt x="68148" y="919"/>
                  </a:cubicBezTo>
                  <a:lnTo>
                    <a:pt x="68118" y="919"/>
                  </a:lnTo>
                  <a:lnTo>
                    <a:pt x="67874" y="736"/>
                  </a:lnTo>
                  <a:cubicBezTo>
                    <a:pt x="67753" y="828"/>
                    <a:pt x="67601" y="888"/>
                    <a:pt x="67419" y="919"/>
                  </a:cubicBezTo>
                  <a:cubicBezTo>
                    <a:pt x="67419" y="838"/>
                    <a:pt x="67392" y="797"/>
                    <a:pt x="67328" y="797"/>
                  </a:cubicBezTo>
                  <a:cubicBezTo>
                    <a:pt x="67297" y="797"/>
                    <a:pt x="67256" y="807"/>
                    <a:pt x="67206" y="828"/>
                  </a:cubicBezTo>
                  <a:lnTo>
                    <a:pt x="67145" y="858"/>
                  </a:lnTo>
                  <a:cubicBezTo>
                    <a:pt x="67095" y="845"/>
                    <a:pt x="67044" y="838"/>
                    <a:pt x="66996" y="838"/>
                  </a:cubicBezTo>
                  <a:cubicBezTo>
                    <a:pt x="66928" y="838"/>
                    <a:pt x="66864" y="853"/>
                    <a:pt x="66811" y="888"/>
                  </a:cubicBezTo>
                  <a:lnTo>
                    <a:pt x="66689" y="888"/>
                  </a:lnTo>
                  <a:cubicBezTo>
                    <a:pt x="66537" y="888"/>
                    <a:pt x="66385" y="919"/>
                    <a:pt x="66203" y="919"/>
                  </a:cubicBezTo>
                  <a:lnTo>
                    <a:pt x="66051" y="919"/>
                  </a:lnTo>
                  <a:cubicBezTo>
                    <a:pt x="65868" y="919"/>
                    <a:pt x="65473" y="1071"/>
                    <a:pt x="65382" y="1071"/>
                  </a:cubicBezTo>
                  <a:cubicBezTo>
                    <a:pt x="65200" y="1040"/>
                    <a:pt x="65017" y="1010"/>
                    <a:pt x="64835" y="949"/>
                  </a:cubicBezTo>
                  <a:cubicBezTo>
                    <a:pt x="64819" y="944"/>
                    <a:pt x="64803" y="941"/>
                    <a:pt x="64787" y="941"/>
                  </a:cubicBezTo>
                  <a:cubicBezTo>
                    <a:pt x="64713" y="941"/>
                    <a:pt x="64647" y="996"/>
                    <a:pt x="64622" y="1071"/>
                  </a:cubicBezTo>
                  <a:cubicBezTo>
                    <a:pt x="64622" y="1076"/>
                    <a:pt x="64620" y="1079"/>
                    <a:pt x="64617" y="1079"/>
                  </a:cubicBezTo>
                  <a:cubicBezTo>
                    <a:pt x="64600" y="1079"/>
                    <a:pt x="64545" y="1024"/>
                    <a:pt x="64470" y="949"/>
                  </a:cubicBezTo>
                  <a:lnTo>
                    <a:pt x="64318" y="1040"/>
                  </a:lnTo>
                  <a:lnTo>
                    <a:pt x="64227" y="1071"/>
                  </a:lnTo>
                  <a:cubicBezTo>
                    <a:pt x="64105" y="1101"/>
                    <a:pt x="63984" y="1132"/>
                    <a:pt x="63862" y="1192"/>
                  </a:cubicBezTo>
                  <a:cubicBezTo>
                    <a:pt x="63741" y="1223"/>
                    <a:pt x="63589" y="1284"/>
                    <a:pt x="63467" y="1284"/>
                  </a:cubicBezTo>
                  <a:cubicBezTo>
                    <a:pt x="63389" y="1284"/>
                    <a:pt x="63177" y="1217"/>
                    <a:pt x="63079" y="1217"/>
                  </a:cubicBezTo>
                  <a:cubicBezTo>
                    <a:pt x="63063" y="1217"/>
                    <a:pt x="63050" y="1218"/>
                    <a:pt x="63042" y="1223"/>
                  </a:cubicBezTo>
                  <a:cubicBezTo>
                    <a:pt x="62890" y="1284"/>
                    <a:pt x="62738" y="1314"/>
                    <a:pt x="62586" y="1314"/>
                  </a:cubicBezTo>
                  <a:lnTo>
                    <a:pt x="62251" y="1405"/>
                  </a:lnTo>
                  <a:lnTo>
                    <a:pt x="62160" y="1314"/>
                  </a:lnTo>
                  <a:lnTo>
                    <a:pt x="62099" y="1253"/>
                  </a:lnTo>
                  <a:cubicBezTo>
                    <a:pt x="62008" y="1314"/>
                    <a:pt x="61978" y="1405"/>
                    <a:pt x="61947" y="1496"/>
                  </a:cubicBezTo>
                  <a:lnTo>
                    <a:pt x="61887" y="1405"/>
                  </a:lnTo>
                  <a:lnTo>
                    <a:pt x="61765" y="1284"/>
                  </a:lnTo>
                  <a:cubicBezTo>
                    <a:pt x="61641" y="1333"/>
                    <a:pt x="61517" y="1383"/>
                    <a:pt x="61393" y="1383"/>
                  </a:cubicBezTo>
                  <a:cubicBezTo>
                    <a:pt x="61365" y="1383"/>
                    <a:pt x="61337" y="1380"/>
                    <a:pt x="61309" y="1375"/>
                  </a:cubicBezTo>
                  <a:lnTo>
                    <a:pt x="59424" y="1375"/>
                  </a:lnTo>
                  <a:cubicBezTo>
                    <a:pt x="59303" y="1405"/>
                    <a:pt x="59607" y="1496"/>
                    <a:pt x="59394" y="1527"/>
                  </a:cubicBezTo>
                  <a:lnTo>
                    <a:pt x="59242" y="1588"/>
                  </a:lnTo>
                  <a:cubicBezTo>
                    <a:pt x="59203" y="1529"/>
                    <a:pt x="59138" y="1495"/>
                    <a:pt x="59073" y="1495"/>
                  </a:cubicBezTo>
                  <a:cubicBezTo>
                    <a:pt x="59037" y="1495"/>
                    <a:pt x="59001" y="1505"/>
                    <a:pt x="58969" y="1527"/>
                  </a:cubicBezTo>
                  <a:cubicBezTo>
                    <a:pt x="58944" y="1551"/>
                    <a:pt x="58780" y="1596"/>
                    <a:pt x="58702" y="1596"/>
                  </a:cubicBezTo>
                  <a:cubicBezTo>
                    <a:pt x="58684" y="1596"/>
                    <a:pt x="58670" y="1593"/>
                    <a:pt x="58665" y="1588"/>
                  </a:cubicBezTo>
                  <a:cubicBezTo>
                    <a:pt x="58543" y="1496"/>
                    <a:pt x="58452" y="1466"/>
                    <a:pt x="58300" y="1436"/>
                  </a:cubicBezTo>
                  <a:cubicBezTo>
                    <a:pt x="58231" y="1436"/>
                    <a:pt x="58026" y="1487"/>
                    <a:pt x="57902" y="1487"/>
                  </a:cubicBezTo>
                  <a:cubicBezTo>
                    <a:pt x="57861" y="1487"/>
                    <a:pt x="57829" y="1481"/>
                    <a:pt x="57814" y="1466"/>
                  </a:cubicBezTo>
                  <a:cubicBezTo>
                    <a:pt x="57789" y="1458"/>
                    <a:pt x="57767" y="1454"/>
                    <a:pt x="57747" y="1454"/>
                  </a:cubicBezTo>
                  <a:cubicBezTo>
                    <a:pt x="57692" y="1454"/>
                    <a:pt x="57653" y="1482"/>
                    <a:pt x="57631" y="1527"/>
                  </a:cubicBezTo>
                  <a:cubicBezTo>
                    <a:pt x="57622" y="1546"/>
                    <a:pt x="57606" y="1553"/>
                    <a:pt x="57589" y="1553"/>
                  </a:cubicBezTo>
                  <a:cubicBezTo>
                    <a:pt x="57550" y="1553"/>
                    <a:pt x="57500" y="1517"/>
                    <a:pt x="57479" y="1496"/>
                  </a:cubicBezTo>
                  <a:cubicBezTo>
                    <a:pt x="57388" y="1466"/>
                    <a:pt x="57297" y="1436"/>
                    <a:pt x="57206" y="1405"/>
                  </a:cubicBezTo>
                  <a:lnTo>
                    <a:pt x="57206" y="1557"/>
                  </a:lnTo>
                  <a:cubicBezTo>
                    <a:pt x="57203" y="1560"/>
                    <a:pt x="57198" y="1561"/>
                    <a:pt x="57191" y="1561"/>
                  </a:cubicBezTo>
                  <a:cubicBezTo>
                    <a:pt x="57128" y="1561"/>
                    <a:pt x="56911" y="1462"/>
                    <a:pt x="56787" y="1462"/>
                  </a:cubicBezTo>
                  <a:cubicBezTo>
                    <a:pt x="56774" y="1462"/>
                    <a:pt x="56761" y="1463"/>
                    <a:pt x="56750" y="1466"/>
                  </a:cubicBezTo>
                  <a:cubicBezTo>
                    <a:pt x="56727" y="1471"/>
                    <a:pt x="56706" y="1474"/>
                    <a:pt x="56686" y="1474"/>
                  </a:cubicBezTo>
                  <a:cubicBezTo>
                    <a:pt x="56599" y="1474"/>
                    <a:pt x="56542" y="1424"/>
                    <a:pt x="56567" y="1375"/>
                  </a:cubicBezTo>
                  <a:lnTo>
                    <a:pt x="56385" y="1314"/>
                  </a:lnTo>
                  <a:cubicBezTo>
                    <a:pt x="56362" y="1407"/>
                    <a:pt x="56303" y="1446"/>
                    <a:pt x="56249" y="1446"/>
                  </a:cubicBezTo>
                  <a:cubicBezTo>
                    <a:pt x="56233" y="1446"/>
                    <a:pt x="56217" y="1443"/>
                    <a:pt x="56203" y="1436"/>
                  </a:cubicBezTo>
                  <a:cubicBezTo>
                    <a:pt x="56194" y="1427"/>
                    <a:pt x="56177" y="1423"/>
                    <a:pt x="56157" y="1423"/>
                  </a:cubicBezTo>
                  <a:cubicBezTo>
                    <a:pt x="56109" y="1423"/>
                    <a:pt x="56042" y="1444"/>
                    <a:pt x="56020" y="1466"/>
                  </a:cubicBezTo>
                  <a:cubicBezTo>
                    <a:pt x="55977" y="1487"/>
                    <a:pt x="55934" y="1509"/>
                    <a:pt x="55902" y="1509"/>
                  </a:cubicBezTo>
                  <a:cubicBezTo>
                    <a:pt x="55889" y="1509"/>
                    <a:pt x="55877" y="1505"/>
                    <a:pt x="55868" y="1496"/>
                  </a:cubicBezTo>
                  <a:cubicBezTo>
                    <a:pt x="55807" y="1466"/>
                    <a:pt x="55747" y="1405"/>
                    <a:pt x="55747" y="1344"/>
                  </a:cubicBezTo>
                  <a:lnTo>
                    <a:pt x="55625" y="1375"/>
                  </a:lnTo>
                  <a:cubicBezTo>
                    <a:pt x="55595" y="1405"/>
                    <a:pt x="55686" y="1496"/>
                    <a:pt x="55686" y="1557"/>
                  </a:cubicBezTo>
                  <a:cubicBezTo>
                    <a:pt x="55655" y="1557"/>
                    <a:pt x="55534" y="1527"/>
                    <a:pt x="55473" y="1496"/>
                  </a:cubicBezTo>
                  <a:cubicBezTo>
                    <a:pt x="55468" y="1492"/>
                    <a:pt x="55459" y="1490"/>
                    <a:pt x="55446" y="1490"/>
                  </a:cubicBezTo>
                  <a:cubicBezTo>
                    <a:pt x="55396" y="1490"/>
                    <a:pt x="55293" y="1518"/>
                    <a:pt x="55217" y="1518"/>
                  </a:cubicBezTo>
                  <a:cubicBezTo>
                    <a:pt x="55183" y="1518"/>
                    <a:pt x="55155" y="1512"/>
                    <a:pt x="55139" y="1496"/>
                  </a:cubicBezTo>
                  <a:cubicBezTo>
                    <a:pt x="55108" y="1436"/>
                    <a:pt x="55017" y="1375"/>
                    <a:pt x="54956" y="1375"/>
                  </a:cubicBezTo>
                  <a:lnTo>
                    <a:pt x="54500" y="1405"/>
                  </a:lnTo>
                  <a:lnTo>
                    <a:pt x="54288" y="1436"/>
                  </a:lnTo>
                  <a:lnTo>
                    <a:pt x="54196" y="1436"/>
                  </a:lnTo>
                  <a:cubicBezTo>
                    <a:pt x="54075" y="1436"/>
                    <a:pt x="53862" y="1405"/>
                    <a:pt x="53710" y="1375"/>
                  </a:cubicBezTo>
                  <a:lnTo>
                    <a:pt x="53589" y="1405"/>
                  </a:lnTo>
                  <a:cubicBezTo>
                    <a:pt x="53570" y="1411"/>
                    <a:pt x="53552" y="1414"/>
                    <a:pt x="53534" y="1414"/>
                  </a:cubicBezTo>
                  <a:cubicBezTo>
                    <a:pt x="53461" y="1414"/>
                    <a:pt x="53388" y="1375"/>
                    <a:pt x="53315" y="1375"/>
                  </a:cubicBezTo>
                  <a:lnTo>
                    <a:pt x="53163" y="1405"/>
                  </a:lnTo>
                  <a:cubicBezTo>
                    <a:pt x="53141" y="1401"/>
                    <a:pt x="53115" y="1399"/>
                    <a:pt x="53088" y="1399"/>
                  </a:cubicBezTo>
                  <a:cubicBezTo>
                    <a:pt x="52954" y="1399"/>
                    <a:pt x="52771" y="1442"/>
                    <a:pt x="52668" y="1442"/>
                  </a:cubicBezTo>
                  <a:cubicBezTo>
                    <a:pt x="52647" y="1442"/>
                    <a:pt x="52629" y="1440"/>
                    <a:pt x="52616" y="1436"/>
                  </a:cubicBezTo>
                  <a:cubicBezTo>
                    <a:pt x="52555" y="1405"/>
                    <a:pt x="52464" y="1405"/>
                    <a:pt x="52373" y="1375"/>
                  </a:cubicBezTo>
                  <a:cubicBezTo>
                    <a:pt x="52312" y="1375"/>
                    <a:pt x="52221" y="1405"/>
                    <a:pt x="52130" y="1436"/>
                  </a:cubicBezTo>
                  <a:lnTo>
                    <a:pt x="52069" y="1436"/>
                  </a:lnTo>
                  <a:cubicBezTo>
                    <a:pt x="51993" y="1436"/>
                    <a:pt x="51893" y="1376"/>
                    <a:pt x="51807" y="1376"/>
                  </a:cubicBezTo>
                  <a:cubicBezTo>
                    <a:pt x="51755" y="1376"/>
                    <a:pt x="51708" y="1398"/>
                    <a:pt x="51674" y="1466"/>
                  </a:cubicBezTo>
                  <a:cubicBezTo>
                    <a:pt x="51582" y="1436"/>
                    <a:pt x="51552" y="1375"/>
                    <a:pt x="51491" y="1314"/>
                  </a:cubicBezTo>
                  <a:cubicBezTo>
                    <a:pt x="51482" y="1305"/>
                    <a:pt x="51463" y="1301"/>
                    <a:pt x="51439" y="1301"/>
                  </a:cubicBezTo>
                  <a:cubicBezTo>
                    <a:pt x="51382" y="1301"/>
                    <a:pt x="51300" y="1323"/>
                    <a:pt x="51278" y="1344"/>
                  </a:cubicBezTo>
                  <a:cubicBezTo>
                    <a:pt x="51248" y="1375"/>
                    <a:pt x="51180" y="1390"/>
                    <a:pt x="51119" y="1390"/>
                  </a:cubicBezTo>
                  <a:cubicBezTo>
                    <a:pt x="51058" y="1390"/>
                    <a:pt x="51005" y="1375"/>
                    <a:pt x="51005" y="1344"/>
                  </a:cubicBezTo>
                  <a:cubicBezTo>
                    <a:pt x="51005" y="1335"/>
                    <a:pt x="50997" y="1332"/>
                    <a:pt x="50985" y="1332"/>
                  </a:cubicBezTo>
                  <a:cubicBezTo>
                    <a:pt x="50957" y="1332"/>
                    <a:pt x="50905" y="1353"/>
                    <a:pt x="50883" y="1375"/>
                  </a:cubicBezTo>
                  <a:cubicBezTo>
                    <a:pt x="50867" y="1383"/>
                    <a:pt x="50851" y="1387"/>
                    <a:pt x="50834" y="1387"/>
                  </a:cubicBezTo>
                  <a:cubicBezTo>
                    <a:pt x="50790" y="1387"/>
                    <a:pt x="50745" y="1358"/>
                    <a:pt x="50701" y="1314"/>
                  </a:cubicBezTo>
                  <a:lnTo>
                    <a:pt x="50640" y="1284"/>
                  </a:lnTo>
                  <a:lnTo>
                    <a:pt x="50579" y="1253"/>
                  </a:lnTo>
                  <a:cubicBezTo>
                    <a:pt x="50488" y="1284"/>
                    <a:pt x="50427" y="1314"/>
                    <a:pt x="50367" y="1375"/>
                  </a:cubicBezTo>
                  <a:lnTo>
                    <a:pt x="50215" y="1344"/>
                  </a:lnTo>
                  <a:cubicBezTo>
                    <a:pt x="50154" y="1344"/>
                    <a:pt x="50032" y="1405"/>
                    <a:pt x="49971" y="1405"/>
                  </a:cubicBezTo>
                  <a:lnTo>
                    <a:pt x="49880" y="1405"/>
                  </a:lnTo>
                  <a:cubicBezTo>
                    <a:pt x="49864" y="1380"/>
                    <a:pt x="49838" y="1371"/>
                    <a:pt x="49810" y="1371"/>
                  </a:cubicBezTo>
                  <a:cubicBezTo>
                    <a:pt x="49734" y="1371"/>
                    <a:pt x="49637" y="1436"/>
                    <a:pt x="49637" y="1436"/>
                  </a:cubicBezTo>
                  <a:cubicBezTo>
                    <a:pt x="49637" y="1436"/>
                    <a:pt x="49428" y="1273"/>
                    <a:pt x="49294" y="1273"/>
                  </a:cubicBezTo>
                  <a:cubicBezTo>
                    <a:pt x="49275" y="1273"/>
                    <a:pt x="49257" y="1276"/>
                    <a:pt x="49242" y="1284"/>
                  </a:cubicBezTo>
                  <a:cubicBezTo>
                    <a:pt x="49060" y="1344"/>
                    <a:pt x="48908" y="1344"/>
                    <a:pt x="48725" y="1375"/>
                  </a:cubicBezTo>
                  <a:cubicBezTo>
                    <a:pt x="48719" y="1373"/>
                    <a:pt x="48712" y="1372"/>
                    <a:pt x="48703" y="1372"/>
                  </a:cubicBezTo>
                  <a:cubicBezTo>
                    <a:pt x="48598" y="1372"/>
                    <a:pt x="48321" y="1507"/>
                    <a:pt x="48175" y="1507"/>
                  </a:cubicBezTo>
                  <a:cubicBezTo>
                    <a:pt x="48152" y="1507"/>
                    <a:pt x="48133" y="1504"/>
                    <a:pt x="48117" y="1496"/>
                  </a:cubicBezTo>
                  <a:cubicBezTo>
                    <a:pt x="47945" y="1475"/>
                    <a:pt x="47773" y="1453"/>
                    <a:pt x="47612" y="1453"/>
                  </a:cubicBezTo>
                  <a:cubicBezTo>
                    <a:pt x="47545" y="1453"/>
                    <a:pt x="47480" y="1457"/>
                    <a:pt x="47418" y="1466"/>
                  </a:cubicBezTo>
                  <a:cubicBezTo>
                    <a:pt x="47327" y="1466"/>
                    <a:pt x="47236" y="1496"/>
                    <a:pt x="47145" y="1496"/>
                  </a:cubicBezTo>
                  <a:cubicBezTo>
                    <a:pt x="47053" y="1466"/>
                    <a:pt x="46962" y="1436"/>
                    <a:pt x="46871" y="1405"/>
                  </a:cubicBezTo>
                  <a:lnTo>
                    <a:pt x="46719" y="1436"/>
                  </a:lnTo>
                  <a:cubicBezTo>
                    <a:pt x="46537" y="1436"/>
                    <a:pt x="46324" y="1436"/>
                    <a:pt x="46142" y="1405"/>
                  </a:cubicBezTo>
                  <a:cubicBezTo>
                    <a:pt x="46126" y="1390"/>
                    <a:pt x="46111" y="1382"/>
                    <a:pt x="46096" y="1382"/>
                  </a:cubicBezTo>
                  <a:cubicBezTo>
                    <a:pt x="46081" y="1382"/>
                    <a:pt x="46066" y="1390"/>
                    <a:pt x="46050" y="1405"/>
                  </a:cubicBezTo>
                  <a:cubicBezTo>
                    <a:pt x="46050" y="1470"/>
                    <a:pt x="46034" y="1490"/>
                    <a:pt x="46008" y="1490"/>
                  </a:cubicBezTo>
                  <a:cubicBezTo>
                    <a:pt x="45973" y="1490"/>
                    <a:pt x="45920" y="1453"/>
                    <a:pt x="45868" y="1436"/>
                  </a:cubicBezTo>
                  <a:lnTo>
                    <a:pt x="45807" y="1405"/>
                  </a:lnTo>
                  <a:cubicBezTo>
                    <a:pt x="45772" y="1396"/>
                    <a:pt x="45739" y="1393"/>
                    <a:pt x="45707" y="1393"/>
                  </a:cubicBezTo>
                  <a:cubicBezTo>
                    <a:pt x="45632" y="1393"/>
                    <a:pt x="45568" y="1414"/>
                    <a:pt x="45503" y="1436"/>
                  </a:cubicBezTo>
                  <a:cubicBezTo>
                    <a:pt x="45458" y="1451"/>
                    <a:pt x="45412" y="1458"/>
                    <a:pt x="45366" y="1458"/>
                  </a:cubicBezTo>
                  <a:cubicBezTo>
                    <a:pt x="45321" y="1458"/>
                    <a:pt x="45275" y="1451"/>
                    <a:pt x="45230" y="1436"/>
                  </a:cubicBezTo>
                  <a:lnTo>
                    <a:pt x="44926" y="1436"/>
                  </a:lnTo>
                  <a:cubicBezTo>
                    <a:pt x="44743" y="1405"/>
                    <a:pt x="44561" y="1375"/>
                    <a:pt x="44379" y="1375"/>
                  </a:cubicBezTo>
                  <a:cubicBezTo>
                    <a:pt x="44348" y="1405"/>
                    <a:pt x="44166" y="1405"/>
                    <a:pt x="44135" y="1436"/>
                  </a:cubicBezTo>
                  <a:cubicBezTo>
                    <a:pt x="44075" y="1496"/>
                    <a:pt x="44014" y="1496"/>
                    <a:pt x="43953" y="1496"/>
                  </a:cubicBezTo>
                  <a:lnTo>
                    <a:pt x="43892" y="1496"/>
                  </a:lnTo>
                  <a:lnTo>
                    <a:pt x="43771" y="1466"/>
                  </a:lnTo>
                  <a:cubicBezTo>
                    <a:pt x="43680" y="1436"/>
                    <a:pt x="43596" y="1420"/>
                    <a:pt x="43516" y="1420"/>
                  </a:cubicBezTo>
                  <a:cubicBezTo>
                    <a:pt x="43436" y="1420"/>
                    <a:pt x="43360" y="1436"/>
                    <a:pt x="43284" y="1466"/>
                  </a:cubicBezTo>
                  <a:lnTo>
                    <a:pt x="43163" y="1375"/>
                  </a:lnTo>
                  <a:cubicBezTo>
                    <a:pt x="43163" y="1375"/>
                    <a:pt x="43072" y="1436"/>
                    <a:pt x="43041" y="1436"/>
                  </a:cubicBezTo>
                  <a:lnTo>
                    <a:pt x="42980" y="1436"/>
                  </a:lnTo>
                  <a:cubicBezTo>
                    <a:pt x="42945" y="1427"/>
                    <a:pt x="42912" y="1423"/>
                    <a:pt x="42881" y="1423"/>
                  </a:cubicBezTo>
                  <a:cubicBezTo>
                    <a:pt x="42805" y="1423"/>
                    <a:pt x="42741" y="1444"/>
                    <a:pt x="42676" y="1466"/>
                  </a:cubicBezTo>
                  <a:cubicBezTo>
                    <a:pt x="42646" y="1496"/>
                    <a:pt x="42616" y="1527"/>
                    <a:pt x="42585" y="1527"/>
                  </a:cubicBezTo>
                  <a:cubicBezTo>
                    <a:pt x="42585" y="1527"/>
                    <a:pt x="42494" y="1466"/>
                    <a:pt x="42464" y="1436"/>
                  </a:cubicBezTo>
                  <a:cubicBezTo>
                    <a:pt x="42459" y="1431"/>
                    <a:pt x="42451" y="1429"/>
                    <a:pt x="42439" y="1429"/>
                  </a:cubicBezTo>
                  <a:cubicBezTo>
                    <a:pt x="42367" y="1429"/>
                    <a:pt x="42177" y="1496"/>
                    <a:pt x="42099" y="1496"/>
                  </a:cubicBezTo>
                  <a:cubicBezTo>
                    <a:pt x="41917" y="1436"/>
                    <a:pt x="41765" y="1405"/>
                    <a:pt x="41582" y="1405"/>
                  </a:cubicBezTo>
                  <a:lnTo>
                    <a:pt x="41369" y="1436"/>
                  </a:lnTo>
                  <a:cubicBezTo>
                    <a:pt x="41347" y="1436"/>
                    <a:pt x="41213" y="1371"/>
                    <a:pt x="41141" y="1371"/>
                  </a:cubicBezTo>
                  <a:cubicBezTo>
                    <a:pt x="41114" y="1371"/>
                    <a:pt x="41096" y="1380"/>
                    <a:pt x="41096" y="1405"/>
                  </a:cubicBezTo>
                  <a:lnTo>
                    <a:pt x="41096" y="1344"/>
                  </a:lnTo>
                  <a:lnTo>
                    <a:pt x="40913" y="1405"/>
                  </a:lnTo>
                  <a:lnTo>
                    <a:pt x="40701" y="1527"/>
                  </a:lnTo>
                  <a:cubicBezTo>
                    <a:pt x="40731" y="1436"/>
                    <a:pt x="40670" y="1314"/>
                    <a:pt x="40579" y="1253"/>
                  </a:cubicBezTo>
                  <a:lnTo>
                    <a:pt x="40518" y="1314"/>
                  </a:lnTo>
                  <a:cubicBezTo>
                    <a:pt x="40385" y="1358"/>
                    <a:pt x="40251" y="1387"/>
                    <a:pt x="40118" y="1387"/>
                  </a:cubicBezTo>
                  <a:cubicBezTo>
                    <a:pt x="40069" y="1387"/>
                    <a:pt x="40020" y="1383"/>
                    <a:pt x="39971" y="1375"/>
                  </a:cubicBezTo>
                  <a:cubicBezTo>
                    <a:pt x="39941" y="1344"/>
                    <a:pt x="39880" y="1314"/>
                    <a:pt x="39819" y="1314"/>
                  </a:cubicBezTo>
                  <a:lnTo>
                    <a:pt x="39637" y="1466"/>
                  </a:lnTo>
                  <a:cubicBezTo>
                    <a:pt x="39546" y="1405"/>
                    <a:pt x="39485" y="1375"/>
                    <a:pt x="39394" y="1314"/>
                  </a:cubicBezTo>
                  <a:cubicBezTo>
                    <a:pt x="39394" y="1306"/>
                    <a:pt x="39387" y="1302"/>
                    <a:pt x="39376" y="1302"/>
                  </a:cubicBezTo>
                  <a:cubicBezTo>
                    <a:pt x="39345" y="1302"/>
                    <a:pt x="39278" y="1330"/>
                    <a:pt x="39211" y="1375"/>
                  </a:cubicBezTo>
                  <a:lnTo>
                    <a:pt x="39120" y="1405"/>
                  </a:lnTo>
                  <a:lnTo>
                    <a:pt x="38786" y="1314"/>
                  </a:lnTo>
                  <a:lnTo>
                    <a:pt x="38695" y="1253"/>
                  </a:lnTo>
                  <a:cubicBezTo>
                    <a:pt x="38573" y="1284"/>
                    <a:pt x="38451" y="1314"/>
                    <a:pt x="38360" y="1375"/>
                  </a:cubicBezTo>
                  <a:cubicBezTo>
                    <a:pt x="38354" y="1381"/>
                    <a:pt x="38348" y="1383"/>
                    <a:pt x="38340" y="1383"/>
                  </a:cubicBezTo>
                  <a:cubicBezTo>
                    <a:pt x="38308" y="1383"/>
                    <a:pt x="38263" y="1339"/>
                    <a:pt x="38239" y="1314"/>
                  </a:cubicBezTo>
                  <a:cubicBezTo>
                    <a:pt x="38239" y="1304"/>
                    <a:pt x="38222" y="1300"/>
                    <a:pt x="38197" y="1300"/>
                  </a:cubicBezTo>
                  <a:cubicBezTo>
                    <a:pt x="38147" y="1300"/>
                    <a:pt x="38066" y="1314"/>
                    <a:pt x="38026" y="1314"/>
                  </a:cubicBezTo>
                  <a:cubicBezTo>
                    <a:pt x="37980" y="1299"/>
                    <a:pt x="37927" y="1291"/>
                    <a:pt x="37874" y="1291"/>
                  </a:cubicBezTo>
                  <a:cubicBezTo>
                    <a:pt x="37821" y="1291"/>
                    <a:pt x="37768" y="1299"/>
                    <a:pt x="37722" y="1314"/>
                  </a:cubicBezTo>
                  <a:cubicBezTo>
                    <a:pt x="37651" y="1337"/>
                    <a:pt x="37471" y="1434"/>
                    <a:pt x="37394" y="1434"/>
                  </a:cubicBezTo>
                  <a:cubicBezTo>
                    <a:pt x="37371" y="1434"/>
                    <a:pt x="37357" y="1426"/>
                    <a:pt x="37357" y="1405"/>
                  </a:cubicBezTo>
                  <a:cubicBezTo>
                    <a:pt x="37357" y="1375"/>
                    <a:pt x="37319" y="1367"/>
                    <a:pt x="37274" y="1367"/>
                  </a:cubicBezTo>
                  <a:cubicBezTo>
                    <a:pt x="37228" y="1367"/>
                    <a:pt x="37175" y="1375"/>
                    <a:pt x="37144" y="1375"/>
                  </a:cubicBezTo>
                  <a:cubicBezTo>
                    <a:pt x="36901" y="1314"/>
                    <a:pt x="36658" y="1253"/>
                    <a:pt x="36445" y="1162"/>
                  </a:cubicBezTo>
                  <a:lnTo>
                    <a:pt x="36202" y="1436"/>
                  </a:lnTo>
                  <a:cubicBezTo>
                    <a:pt x="36183" y="1423"/>
                    <a:pt x="36158" y="1418"/>
                    <a:pt x="36129" y="1418"/>
                  </a:cubicBezTo>
                  <a:cubicBezTo>
                    <a:pt x="36034" y="1418"/>
                    <a:pt x="35896" y="1471"/>
                    <a:pt x="35813" y="1471"/>
                  </a:cubicBezTo>
                  <a:cubicBezTo>
                    <a:pt x="35799" y="1471"/>
                    <a:pt x="35787" y="1469"/>
                    <a:pt x="35777" y="1466"/>
                  </a:cubicBezTo>
                  <a:lnTo>
                    <a:pt x="35230" y="1466"/>
                  </a:lnTo>
                  <a:cubicBezTo>
                    <a:pt x="35017" y="1466"/>
                    <a:pt x="34804" y="1466"/>
                    <a:pt x="34622" y="1496"/>
                  </a:cubicBezTo>
                  <a:lnTo>
                    <a:pt x="34409" y="1588"/>
                  </a:lnTo>
                  <a:cubicBezTo>
                    <a:pt x="34348" y="1527"/>
                    <a:pt x="34318" y="1496"/>
                    <a:pt x="34257" y="1436"/>
                  </a:cubicBezTo>
                  <a:cubicBezTo>
                    <a:pt x="34247" y="1417"/>
                    <a:pt x="34229" y="1410"/>
                    <a:pt x="34208" y="1410"/>
                  </a:cubicBezTo>
                  <a:cubicBezTo>
                    <a:pt x="34160" y="1410"/>
                    <a:pt x="34095" y="1445"/>
                    <a:pt x="34074" y="1466"/>
                  </a:cubicBezTo>
                  <a:cubicBezTo>
                    <a:pt x="33922" y="1466"/>
                    <a:pt x="33801" y="1466"/>
                    <a:pt x="33679" y="1405"/>
                  </a:cubicBezTo>
                  <a:lnTo>
                    <a:pt x="33527" y="1527"/>
                  </a:lnTo>
                  <a:lnTo>
                    <a:pt x="33497" y="1557"/>
                  </a:lnTo>
                  <a:cubicBezTo>
                    <a:pt x="33345" y="1527"/>
                    <a:pt x="33223" y="1496"/>
                    <a:pt x="33071" y="1496"/>
                  </a:cubicBezTo>
                  <a:lnTo>
                    <a:pt x="32950" y="1436"/>
                  </a:lnTo>
                  <a:cubicBezTo>
                    <a:pt x="32936" y="1429"/>
                    <a:pt x="32923" y="1426"/>
                    <a:pt x="32911" y="1426"/>
                  </a:cubicBezTo>
                  <a:cubicBezTo>
                    <a:pt x="32845" y="1426"/>
                    <a:pt x="32806" y="1517"/>
                    <a:pt x="32739" y="1517"/>
                  </a:cubicBezTo>
                  <a:cubicBezTo>
                    <a:pt x="32713" y="1517"/>
                    <a:pt x="32683" y="1503"/>
                    <a:pt x="32646" y="1466"/>
                  </a:cubicBezTo>
                  <a:cubicBezTo>
                    <a:pt x="32637" y="1457"/>
                    <a:pt x="32618" y="1453"/>
                    <a:pt x="32593" y="1453"/>
                  </a:cubicBezTo>
                  <a:cubicBezTo>
                    <a:pt x="32534" y="1453"/>
                    <a:pt x="32446" y="1475"/>
                    <a:pt x="32403" y="1496"/>
                  </a:cubicBezTo>
                  <a:lnTo>
                    <a:pt x="32220" y="1527"/>
                  </a:lnTo>
                  <a:cubicBezTo>
                    <a:pt x="32190" y="1436"/>
                    <a:pt x="32068" y="1375"/>
                    <a:pt x="32008" y="1375"/>
                  </a:cubicBezTo>
                  <a:lnTo>
                    <a:pt x="31704" y="1527"/>
                  </a:lnTo>
                  <a:lnTo>
                    <a:pt x="31400" y="1527"/>
                  </a:lnTo>
                  <a:cubicBezTo>
                    <a:pt x="31248" y="1466"/>
                    <a:pt x="31096" y="1436"/>
                    <a:pt x="30944" y="1405"/>
                  </a:cubicBezTo>
                  <a:lnTo>
                    <a:pt x="30944" y="1588"/>
                  </a:lnTo>
                  <a:cubicBezTo>
                    <a:pt x="30853" y="1527"/>
                    <a:pt x="30731" y="1466"/>
                    <a:pt x="30609" y="1466"/>
                  </a:cubicBezTo>
                  <a:cubicBezTo>
                    <a:pt x="30579" y="1481"/>
                    <a:pt x="30549" y="1489"/>
                    <a:pt x="30518" y="1489"/>
                  </a:cubicBezTo>
                  <a:cubicBezTo>
                    <a:pt x="30488" y="1489"/>
                    <a:pt x="30457" y="1481"/>
                    <a:pt x="30427" y="1466"/>
                  </a:cubicBezTo>
                  <a:lnTo>
                    <a:pt x="30397" y="1466"/>
                  </a:lnTo>
                  <a:cubicBezTo>
                    <a:pt x="30366" y="1496"/>
                    <a:pt x="30305" y="1527"/>
                    <a:pt x="30245" y="1527"/>
                  </a:cubicBezTo>
                  <a:lnTo>
                    <a:pt x="30032" y="1527"/>
                  </a:lnTo>
                  <a:cubicBezTo>
                    <a:pt x="29971" y="1527"/>
                    <a:pt x="29758" y="1496"/>
                    <a:pt x="29697" y="1496"/>
                  </a:cubicBezTo>
                  <a:lnTo>
                    <a:pt x="29363" y="1436"/>
                  </a:lnTo>
                  <a:lnTo>
                    <a:pt x="29333" y="1466"/>
                  </a:lnTo>
                  <a:lnTo>
                    <a:pt x="29181" y="1588"/>
                  </a:lnTo>
                  <a:cubicBezTo>
                    <a:pt x="29123" y="1530"/>
                    <a:pt x="29004" y="1509"/>
                    <a:pt x="28925" y="1509"/>
                  </a:cubicBezTo>
                  <a:cubicBezTo>
                    <a:pt x="28879" y="1509"/>
                    <a:pt x="28846" y="1516"/>
                    <a:pt x="28846" y="1527"/>
                  </a:cubicBezTo>
                  <a:cubicBezTo>
                    <a:pt x="28846" y="1537"/>
                    <a:pt x="28823" y="1540"/>
                    <a:pt x="28789" y="1540"/>
                  </a:cubicBezTo>
                  <a:cubicBezTo>
                    <a:pt x="28721" y="1540"/>
                    <a:pt x="28613" y="1527"/>
                    <a:pt x="28573" y="1527"/>
                  </a:cubicBezTo>
                  <a:cubicBezTo>
                    <a:pt x="28451" y="1527"/>
                    <a:pt x="28360" y="1527"/>
                    <a:pt x="28269" y="1557"/>
                  </a:cubicBezTo>
                  <a:lnTo>
                    <a:pt x="28238" y="1527"/>
                  </a:lnTo>
                  <a:lnTo>
                    <a:pt x="28087" y="1375"/>
                  </a:lnTo>
                  <a:cubicBezTo>
                    <a:pt x="27904" y="1405"/>
                    <a:pt x="27539" y="1466"/>
                    <a:pt x="27266" y="1466"/>
                  </a:cubicBezTo>
                  <a:lnTo>
                    <a:pt x="27023" y="1466"/>
                  </a:lnTo>
                  <a:cubicBezTo>
                    <a:pt x="26974" y="1466"/>
                    <a:pt x="26867" y="1427"/>
                    <a:pt x="26826" y="1427"/>
                  </a:cubicBezTo>
                  <a:cubicBezTo>
                    <a:pt x="26816" y="1427"/>
                    <a:pt x="26810" y="1429"/>
                    <a:pt x="26810" y="1436"/>
                  </a:cubicBezTo>
                  <a:lnTo>
                    <a:pt x="26688" y="1557"/>
                  </a:lnTo>
                  <a:cubicBezTo>
                    <a:pt x="26643" y="1527"/>
                    <a:pt x="26521" y="1519"/>
                    <a:pt x="26396" y="1519"/>
                  </a:cubicBezTo>
                  <a:cubicBezTo>
                    <a:pt x="26270" y="1519"/>
                    <a:pt x="26141" y="1527"/>
                    <a:pt x="26080" y="1527"/>
                  </a:cubicBezTo>
                  <a:cubicBezTo>
                    <a:pt x="25868" y="1527"/>
                    <a:pt x="25685" y="1557"/>
                    <a:pt x="25503" y="1557"/>
                  </a:cubicBezTo>
                  <a:lnTo>
                    <a:pt x="25351" y="1436"/>
                  </a:lnTo>
                  <a:cubicBezTo>
                    <a:pt x="25290" y="1466"/>
                    <a:pt x="25229" y="1496"/>
                    <a:pt x="25199" y="1557"/>
                  </a:cubicBezTo>
                  <a:cubicBezTo>
                    <a:pt x="25193" y="1563"/>
                    <a:pt x="25185" y="1565"/>
                    <a:pt x="25176" y="1565"/>
                  </a:cubicBezTo>
                  <a:cubicBezTo>
                    <a:pt x="25137" y="1565"/>
                    <a:pt x="25077" y="1521"/>
                    <a:pt x="25077" y="1496"/>
                  </a:cubicBezTo>
                  <a:cubicBezTo>
                    <a:pt x="24925" y="1496"/>
                    <a:pt x="24743" y="1527"/>
                    <a:pt x="24621" y="1618"/>
                  </a:cubicBezTo>
                  <a:lnTo>
                    <a:pt x="24409" y="1588"/>
                  </a:lnTo>
                  <a:lnTo>
                    <a:pt x="24257" y="1557"/>
                  </a:lnTo>
                  <a:cubicBezTo>
                    <a:pt x="24234" y="1562"/>
                    <a:pt x="24207" y="1564"/>
                    <a:pt x="24179" y="1564"/>
                  </a:cubicBezTo>
                  <a:cubicBezTo>
                    <a:pt x="24069" y="1564"/>
                    <a:pt x="23928" y="1536"/>
                    <a:pt x="23843" y="1536"/>
                  </a:cubicBezTo>
                  <a:cubicBezTo>
                    <a:pt x="23805" y="1536"/>
                    <a:pt x="23778" y="1541"/>
                    <a:pt x="23770" y="1557"/>
                  </a:cubicBezTo>
                  <a:cubicBezTo>
                    <a:pt x="23753" y="1575"/>
                    <a:pt x="23735" y="1582"/>
                    <a:pt x="23718" y="1582"/>
                  </a:cubicBezTo>
                  <a:cubicBezTo>
                    <a:pt x="23679" y="1582"/>
                    <a:pt x="23649" y="1539"/>
                    <a:pt x="23649" y="1496"/>
                  </a:cubicBezTo>
                  <a:cubicBezTo>
                    <a:pt x="23649" y="1491"/>
                    <a:pt x="23645" y="1488"/>
                    <a:pt x="23640" y="1488"/>
                  </a:cubicBezTo>
                  <a:cubicBezTo>
                    <a:pt x="23616" y="1488"/>
                    <a:pt x="23552" y="1533"/>
                    <a:pt x="23527" y="1557"/>
                  </a:cubicBezTo>
                  <a:cubicBezTo>
                    <a:pt x="23527" y="1561"/>
                    <a:pt x="23524" y="1562"/>
                    <a:pt x="23517" y="1562"/>
                  </a:cubicBezTo>
                  <a:cubicBezTo>
                    <a:pt x="23479" y="1562"/>
                    <a:pt x="23340" y="1509"/>
                    <a:pt x="23253" y="1509"/>
                  </a:cubicBezTo>
                  <a:cubicBezTo>
                    <a:pt x="23227" y="1509"/>
                    <a:pt x="23205" y="1514"/>
                    <a:pt x="23193" y="1527"/>
                  </a:cubicBezTo>
                  <a:cubicBezTo>
                    <a:pt x="23171" y="1571"/>
                    <a:pt x="23116" y="1599"/>
                    <a:pt x="23064" y="1599"/>
                  </a:cubicBezTo>
                  <a:cubicBezTo>
                    <a:pt x="23045" y="1599"/>
                    <a:pt x="23027" y="1596"/>
                    <a:pt x="23010" y="1588"/>
                  </a:cubicBezTo>
                  <a:cubicBezTo>
                    <a:pt x="22889" y="1527"/>
                    <a:pt x="22737" y="1496"/>
                    <a:pt x="22615" y="1496"/>
                  </a:cubicBezTo>
                  <a:lnTo>
                    <a:pt x="22524" y="1557"/>
                  </a:lnTo>
                  <a:cubicBezTo>
                    <a:pt x="22400" y="1610"/>
                    <a:pt x="22277" y="1643"/>
                    <a:pt x="22153" y="1643"/>
                  </a:cubicBezTo>
                  <a:cubicBezTo>
                    <a:pt x="22064" y="1643"/>
                    <a:pt x="21975" y="1626"/>
                    <a:pt x="21886" y="1588"/>
                  </a:cubicBezTo>
                  <a:lnTo>
                    <a:pt x="21673" y="1527"/>
                  </a:lnTo>
                  <a:cubicBezTo>
                    <a:pt x="21491" y="1557"/>
                    <a:pt x="21278" y="1588"/>
                    <a:pt x="21095" y="1618"/>
                  </a:cubicBezTo>
                  <a:cubicBezTo>
                    <a:pt x="21074" y="1639"/>
                    <a:pt x="21053" y="1661"/>
                    <a:pt x="21020" y="1661"/>
                  </a:cubicBezTo>
                  <a:cubicBezTo>
                    <a:pt x="21007" y="1661"/>
                    <a:pt x="20992" y="1657"/>
                    <a:pt x="20974" y="1648"/>
                  </a:cubicBezTo>
                  <a:cubicBezTo>
                    <a:pt x="20944" y="1648"/>
                    <a:pt x="20883" y="1709"/>
                    <a:pt x="20883" y="1739"/>
                  </a:cubicBezTo>
                  <a:cubicBezTo>
                    <a:pt x="20883" y="1745"/>
                    <a:pt x="20878" y="1748"/>
                    <a:pt x="20871" y="1748"/>
                  </a:cubicBezTo>
                  <a:cubicBezTo>
                    <a:pt x="20839" y="1748"/>
                    <a:pt x="20750" y="1703"/>
                    <a:pt x="20700" y="1679"/>
                  </a:cubicBezTo>
                  <a:cubicBezTo>
                    <a:pt x="20668" y="1671"/>
                    <a:pt x="20635" y="1667"/>
                    <a:pt x="20603" y="1667"/>
                  </a:cubicBezTo>
                  <a:cubicBezTo>
                    <a:pt x="20516" y="1667"/>
                    <a:pt x="20433" y="1695"/>
                    <a:pt x="20366" y="1739"/>
                  </a:cubicBezTo>
                  <a:lnTo>
                    <a:pt x="20336" y="1679"/>
                  </a:lnTo>
                  <a:cubicBezTo>
                    <a:pt x="20314" y="1650"/>
                    <a:pt x="20292" y="1640"/>
                    <a:pt x="20270" y="1640"/>
                  </a:cubicBezTo>
                  <a:cubicBezTo>
                    <a:pt x="20223" y="1640"/>
                    <a:pt x="20175" y="1687"/>
                    <a:pt x="20127" y="1687"/>
                  </a:cubicBezTo>
                  <a:cubicBezTo>
                    <a:pt x="20106" y="1687"/>
                    <a:pt x="20084" y="1677"/>
                    <a:pt x="20062" y="1648"/>
                  </a:cubicBezTo>
                  <a:lnTo>
                    <a:pt x="20032" y="1588"/>
                  </a:lnTo>
                  <a:cubicBezTo>
                    <a:pt x="19880" y="1618"/>
                    <a:pt x="19728" y="1648"/>
                    <a:pt x="19606" y="1709"/>
                  </a:cubicBezTo>
                  <a:cubicBezTo>
                    <a:pt x="19582" y="1717"/>
                    <a:pt x="19557" y="1721"/>
                    <a:pt x="19533" y="1721"/>
                  </a:cubicBezTo>
                  <a:cubicBezTo>
                    <a:pt x="19468" y="1721"/>
                    <a:pt x="19407" y="1693"/>
                    <a:pt x="19363" y="1648"/>
                  </a:cubicBezTo>
                  <a:cubicBezTo>
                    <a:pt x="19354" y="1644"/>
                    <a:pt x="19345" y="1642"/>
                    <a:pt x="19335" y="1642"/>
                  </a:cubicBezTo>
                  <a:cubicBezTo>
                    <a:pt x="19277" y="1642"/>
                    <a:pt x="19207" y="1709"/>
                    <a:pt x="19181" y="1709"/>
                  </a:cubicBezTo>
                  <a:cubicBezTo>
                    <a:pt x="19160" y="1709"/>
                    <a:pt x="19072" y="1723"/>
                    <a:pt x="19016" y="1723"/>
                  </a:cubicBezTo>
                  <a:cubicBezTo>
                    <a:pt x="18988" y="1723"/>
                    <a:pt x="18968" y="1719"/>
                    <a:pt x="18968" y="1709"/>
                  </a:cubicBezTo>
                  <a:cubicBezTo>
                    <a:pt x="18946" y="1688"/>
                    <a:pt x="18925" y="1666"/>
                    <a:pt x="18893" y="1666"/>
                  </a:cubicBezTo>
                  <a:cubicBezTo>
                    <a:pt x="18879" y="1666"/>
                    <a:pt x="18864" y="1670"/>
                    <a:pt x="18846" y="1679"/>
                  </a:cubicBezTo>
                  <a:lnTo>
                    <a:pt x="18664" y="1679"/>
                  </a:lnTo>
                  <a:cubicBezTo>
                    <a:pt x="18481" y="1679"/>
                    <a:pt x="18269" y="1709"/>
                    <a:pt x="18117" y="1709"/>
                  </a:cubicBezTo>
                  <a:cubicBezTo>
                    <a:pt x="17995" y="1770"/>
                    <a:pt x="17874" y="1800"/>
                    <a:pt x="17752" y="1831"/>
                  </a:cubicBezTo>
                  <a:lnTo>
                    <a:pt x="17570" y="1831"/>
                  </a:lnTo>
                  <a:cubicBezTo>
                    <a:pt x="17478" y="1831"/>
                    <a:pt x="17357" y="1800"/>
                    <a:pt x="17266" y="1739"/>
                  </a:cubicBezTo>
                  <a:lnTo>
                    <a:pt x="17144" y="1831"/>
                  </a:lnTo>
                  <a:lnTo>
                    <a:pt x="17114" y="1861"/>
                  </a:lnTo>
                  <a:lnTo>
                    <a:pt x="16293" y="1861"/>
                  </a:lnTo>
                  <a:cubicBezTo>
                    <a:pt x="16171" y="1891"/>
                    <a:pt x="16050" y="1922"/>
                    <a:pt x="15898" y="1922"/>
                  </a:cubicBezTo>
                  <a:cubicBezTo>
                    <a:pt x="15871" y="1922"/>
                    <a:pt x="15519" y="1759"/>
                    <a:pt x="15329" y="1759"/>
                  </a:cubicBezTo>
                  <a:cubicBezTo>
                    <a:pt x="15302" y="1759"/>
                    <a:pt x="15279" y="1762"/>
                    <a:pt x="15260" y="1770"/>
                  </a:cubicBezTo>
                  <a:cubicBezTo>
                    <a:pt x="15108" y="1800"/>
                    <a:pt x="14986" y="1831"/>
                    <a:pt x="14864" y="1891"/>
                  </a:cubicBezTo>
                  <a:lnTo>
                    <a:pt x="14834" y="1922"/>
                  </a:lnTo>
                  <a:cubicBezTo>
                    <a:pt x="14743" y="1952"/>
                    <a:pt x="14621" y="2013"/>
                    <a:pt x="14591" y="2013"/>
                  </a:cubicBezTo>
                  <a:lnTo>
                    <a:pt x="14348" y="1800"/>
                  </a:lnTo>
                  <a:cubicBezTo>
                    <a:pt x="14348" y="1927"/>
                    <a:pt x="14305" y="1990"/>
                    <a:pt x="14274" y="1990"/>
                  </a:cubicBezTo>
                  <a:cubicBezTo>
                    <a:pt x="14267" y="1990"/>
                    <a:pt x="14262" y="1988"/>
                    <a:pt x="14256" y="1983"/>
                  </a:cubicBezTo>
                  <a:cubicBezTo>
                    <a:pt x="14248" y="1974"/>
                    <a:pt x="14220" y="1970"/>
                    <a:pt x="14186" y="1970"/>
                  </a:cubicBezTo>
                  <a:cubicBezTo>
                    <a:pt x="14104" y="1970"/>
                    <a:pt x="13983" y="1992"/>
                    <a:pt x="13983" y="2013"/>
                  </a:cubicBezTo>
                  <a:cubicBezTo>
                    <a:pt x="13983" y="2023"/>
                    <a:pt x="13966" y="2027"/>
                    <a:pt x="13940" y="2027"/>
                  </a:cubicBezTo>
                  <a:cubicBezTo>
                    <a:pt x="13888" y="2027"/>
                    <a:pt x="13801" y="2013"/>
                    <a:pt x="13740" y="2013"/>
                  </a:cubicBezTo>
                  <a:cubicBezTo>
                    <a:pt x="13649" y="2013"/>
                    <a:pt x="13527" y="2013"/>
                    <a:pt x="13436" y="2043"/>
                  </a:cubicBezTo>
                  <a:lnTo>
                    <a:pt x="13375" y="2013"/>
                  </a:lnTo>
                  <a:lnTo>
                    <a:pt x="13162" y="1800"/>
                  </a:lnTo>
                  <a:cubicBezTo>
                    <a:pt x="13162" y="1933"/>
                    <a:pt x="13116" y="2019"/>
                    <a:pt x="13084" y="2019"/>
                  </a:cubicBezTo>
                  <a:cubicBezTo>
                    <a:pt x="13079" y="2019"/>
                    <a:pt x="13075" y="2017"/>
                    <a:pt x="13071" y="2013"/>
                  </a:cubicBezTo>
                  <a:cubicBezTo>
                    <a:pt x="13067" y="2009"/>
                    <a:pt x="13061" y="2007"/>
                    <a:pt x="13055" y="2007"/>
                  </a:cubicBezTo>
                  <a:cubicBezTo>
                    <a:pt x="13016" y="2007"/>
                    <a:pt x="12945" y="2078"/>
                    <a:pt x="12919" y="2104"/>
                  </a:cubicBezTo>
                  <a:cubicBezTo>
                    <a:pt x="12912" y="2118"/>
                    <a:pt x="12901" y="2124"/>
                    <a:pt x="12887" y="2124"/>
                  </a:cubicBezTo>
                  <a:cubicBezTo>
                    <a:pt x="12835" y="2124"/>
                    <a:pt x="12740" y="2047"/>
                    <a:pt x="12645" y="1952"/>
                  </a:cubicBezTo>
                  <a:lnTo>
                    <a:pt x="12494" y="2104"/>
                  </a:lnTo>
                  <a:lnTo>
                    <a:pt x="12463" y="2104"/>
                  </a:lnTo>
                  <a:cubicBezTo>
                    <a:pt x="12342" y="2165"/>
                    <a:pt x="12220" y="2165"/>
                    <a:pt x="12068" y="2195"/>
                  </a:cubicBezTo>
                  <a:lnTo>
                    <a:pt x="11916" y="2226"/>
                  </a:lnTo>
                  <a:cubicBezTo>
                    <a:pt x="11886" y="2195"/>
                    <a:pt x="11886" y="2165"/>
                    <a:pt x="11855" y="2135"/>
                  </a:cubicBezTo>
                  <a:cubicBezTo>
                    <a:pt x="11855" y="2119"/>
                    <a:pt x="11848" y="2112"/>
                    <a:pt x="11836" y="2112"/>
                  </a:cubicBezTo>
                  <a:cubicBezTo>
                    <a:pt x="11825" y="2112"/>
                    <a:pt x="11810" y="2119"/>
                    <a:pt x="11794" y="2135"/>
                  </a:cubicBezTo>
                  <a:lnTo>
                    <a:pt x="11764" y="2165"/>
                  </a:lnTo>
                  <a:cubicBezTo>
                    <a:pt x="11764" y="2174"/>
                    <a:pt x="11756" y="2178"/>
                    <a:pt x="11744" y="2178"/>
                  </a:cubicBezTo>
                  <a:cubicBezTo>
                    <a:pt x="11716" y="2178"/>
                    <a:pt x="11664" y="2156"/>
                    <a:pt x="11642" y="2135"/>
                  </a:cubicBezTo>
                  <a:cubicBezTo>
                    <a:pt x="11636" y="2129"/>
                    <a:pt x="11623" y="2126"/>
                    <a:pt x="11605" y="2126"/>
                  </a:cubicBezTo>
                  <a:cubicBezTo>
                    <a:pt x="11533" y="2126"/>
                    <a:pt x="11387" y="2165"/>
                    <a:pt x="11338" y="2165"/>
                  </a:cubicBezTo>
                  <a:lnTo>
                    <a:pt x="10579" y="2165"/>
                  </a:lnTo>
                  <a:lnTo>
                    <a:pt x="10214" y="2317"/>
                  </a:lnTo>
                  <a:lnTo>
                    <a:pt x="10153" y="2256"/>
                  </a:lnTo>
                  <a:lnTo>
                    <a:pt x="10031" y="2104"/>
                  </a:lnTo>
                  <a:cubicBezTo>
                    <a:pt x="9919" y="2142"/>
                    <a:pt x="9806" y="2168"/>
                    <a:pt x="9693" y="2168"/>
                  </a:cubicBezTo>
                  <a:cubicBezTo>
                    <a:pt x="9624" y="2168"/>
                    <a:pt x="9554" y="2158"/>
                    <a:pt x="9484" y="2135"/>
                  </a:cubicBezTo>
                  <a:lnTo>
                    <a:pt x="9484" y="2347"/>
                  </a:lnTo>
                  <a:cubicBezTo>
                    <a:pt x="9460" y="2347"/>
                    <a:pt x="9241" y="2270"/>
                    <a:pt x="9108" y="2270"/>
                  </a:cubicBezTo>
                  <a:cubicBezTo>
                    <a:pt x="9075" y="2270"/>
                    <a:pt x="9047" y="2274"/>
                    <a:pt x="9028" y="2287"/>
                  </a:cubicBezTo>
                  <a:cubicBezTo>
                    <a:pt x="8937" y="2378"/>
                    <a:pt x="8846" y="2408"/>
                    <a:pt x="8755" y="2439"/>
                  </a:cubicBezTo>
                  <a:lnTo>
                    <a:pt x="8390" y="2347"/>
                  </a:lnTo>
                  <a:lnTo>
                    <a:pt x="8329" y="2378"/>
                  </a:lnTo>
                  <a:cubicBezTo>
                    <a:pt x="8296" y="2411"/>
                    <a:pt x="8262" y="2422"/>
                    <a:pt x="8228" y="2422"/>
                  </a:cubicBezTo>
                  <a:cubicBezTo>
                    <a:pt x="8174" y="2422"/>
                    <a:pt x="8120" y="2395"/>
                    <a:pt x="8065" y="2395"/>
                  </a:cubicBezTo>
                  <a:cubicBezTo>
                    <a:pt x="8032" y="2395"/>
                    <a:pt x="7998" y="2405"/>
                    <a:pt x="7965" y="2439"/>
                  </a:cubicBezTo>
                  <a:cubicBezTo>
                    <a:pt x="7945" y="2458"/>
                    <a:pt x="7878" y="2513"/>
                    <a:pt x="7800" y="2513"/>
                  </a:cubicBezTo>
                  <a:cubicBezTo>
                    <a:pt x="7754" y="2513"/>
                    <a:pt x="7705" y="2495"/>
                    <a:pt x="7661" y="2439"/>
                  </a:cubicBezTo>
                  <a:cubicBezTo>
                    <a:pt x="7661" y="2439"/>
                    <a:pt x="7539" y="2499"/>
                    <a:pt x="7539" y="2499"/>
                  </a:cubicBezTo>
                  <a:cubicBezTo>
                    <a:pt x="7539" y="2564"/>
                    <a:pt x="7528" y="2585"/>
                    <a:pt x="7508" y="2585"/>
                  </a:cubicBezTo>
                  <a:cubicBezTo>
                    <a:pt x="7482" y="2585"/>
                    <a:pt x="7439" y="2547"/>
                    <a:pt x="7387" y="2530"/>
                  </a:cubicBezTo>
                  <a:lnTo>
                    <a:pt x="7296" y="2499"/>
                  </a:lnTo>
                  <a:cubicBezTo>
                    <a:pt x="7053" y="2499"/>
                    <a:pt x="6779" y="2469"/>
                    <a:pt x="6536" y="2469"/>
                  </a:cubicBezTo>
                  <a:cubicBezTo>
                    <a:pt x="6414" y="2499"/>
                    <a:pt x="6323" y="2530"/>
                    <a:pt x="6202" y="2560"/>
                  </a:cubicBezTo>
                  <a:lnTo>
                    <a:pt x="6202" y="2773"/>
                  </a:lnTo>
                  <a:cubicBezTo>
                    <a:pt x="6080" y="2712"/>
                    <a:pt x="5958" y="2651"/>
                    <a:pt x="5837" y="2621"/>
                  </a:cubicBezTo>
                  <a:lnTo>
                    <a:pt x="5837" y="2712"/>
                  </a:lnTo>
                  <a:cubicBezTo>
                    <a:pt x="5831" y="2718"/>
                    <a:pt x="5820" y="2721"/>
                    <a:pt x="5806" y="2721"/>
                  </a:cubicBezTo>
                  <a:cubicBezTo>
                    <a:pt x="5749" y="2721"/>
                    <a:pt x="5642" y="2682"/>
                    <a:pt x="5594" y="2682"/>
                  </a:cubicBezTo>
                  <a:cubicBezTo>
                    <a:pt x="5529" y="2703"/>
                    <a:pt x="5450" y="2725"/>
                    <a:pt x="5376" y="2725"/>
                  </a:cubicBezTo>
                  <a:cubicBezTo>
                    <a:pt x="5346" y="2725"/>
                    <a:pt x="5316" y="2721"/>
                    <a:pt x="5290" y="2712"/>
                  </a:cubicBezTo>
                  <a:cubicBezTo>
                    <a:pt x="5229" y="2712"/>
                    <a:pt x="5077" y="2864"/>
                    <a:pt x="5047" y="2925"/>
                  </a:cubicBezTo>
                  <a:cubicBezTo>
                    <a:pt x="5036" y="2935"/>
                    <a:pt x="5016" y="2938"/>
                    <a:pt x="4993" y="2938"/>
                  </a:cubicBezTo>
                  <a:cubicBezTo>
                    <a:pt x="4945" y="2938"/>
                    <a:pt x="4884" y="2925"/>
                    <a:pt x="4864" y="2925"/>
                  </a:cubicBezTo>
                  <a:cubicBezTo>
                    <a:pt x="4773" y="2895"/>
                    <a:pt x="4651" y="2864"/>
                    <a:pt x="4560" y="2864"/>
                  </a:cubicBezTo>
                  <a:cubicBezTo>
                    <a:pt x="4477" y="2864"/>
                    <a:pt x="4369" y="2990"/>
                    <a:pt x="4305" y="2990"/>
                  </a:cubicBezTo>
                  <a:cubicBezTo>
                    <a:pt x="4298" y="2990"/>
                    <a:pt x="4292" y="2988"/>
                    <a:pt x="4287" y="2986"/>
                  </a:cubicBezTo>
                  <a:cubicBezTo>
                    <a:pt x="4195" y="2925"/>
                    <a:pt x="4104" y="2925"/>
                    <a:pt x="3983" y="2925"/>
                  </a:cubicBezTo>
                  <a:lnTo>
                    <a:pt x="3922" y="3016"/>
                  </a:lnTo>
                  <a:lnTo>
                    <a:pt x="3861" y="3077"/>
                  </a:lnTo>
                  <a:cubicBezTo>
                    <a:pt x="3835" y="3128"/>
                    <a:pt x="3788" y="3147"/>
                    <a:pt x="3737" y="3147"/>
                  </a:cubicBezTo>
                  <a:cubicBezTo>
                    <a:pt x="3668" y="3147"/>
                    <a:pt x="3592" y="3112"/>
                    <a:pt x="3557" y="3077"/>
                  </a:cubicBezTo>
                  <a:cubicBezTo>
                    <a:pt x="3541" y="3061"/>
                    <a:pt x="3507" y="3055"/>
                    <a:pt x="3463" y="3055"/>
                  </a:cubicBezTo>
                  <a:cubicBezTo>
                    <a:pt x="3363" y="3055"/>
                    <a:pt x="3217" y="3083"/>
                    <a:pt x="3127" y="3083"/>
                  </a:cubicBezTo>
                  <a:cubicBezTo>
                    <a:pt x="3104" y="3083"/>
                    <a:pt x="3085" y="3081"/>
                    <a:pt x="3071" y="3077"/>
                  </a:cubicBezTo>
                  <a:cubicBezTo>
                    <a:pt x="2980" y="3046"/>
                    <a:pt x="2858" y="3016"/>
                    <a:pt x="2767" y="3016"/>
                  </a:cubicBezTo>
                  <a:lnTo>
                    <a:pt x="2736" y="3046"/>
                  </a:lnTo>
                  <a:lnTo>
                    <a:pt x="2676" y="3107"/>
                  </a:lnTo>
                  <a:cubicBezTo>
                    <a:pt x="2642" y="3157"/>
                    <a:pt x="2590" y="3180"/>
                    <a:pt x="2535" y="3180"/>
                  </a:cubicBezTo>
                  <a:cubicBezTo>
                    <a:pt x="2490" y="3180"/>
                    <a:pt x="2443" y="3165"/>
                    <a:pt x="2402" y="3138"/>
                  </a:cubicBezTo>
                  <a:cubicBezTo>
                    <a:pt x="2402" y="3120"/>
                    <a:pt x="2394" y="3112"/>
                    <a:pt x="2383" y="3112"/>
                  </a:cubicBezTo>
                  <a:cubicBezTo>
                    <a:pt x="2357" y="3112"/>
                    <a:pt x="2311" y="3155"/>
                    <a:pt x="2311" y="3198"/>
                  </a:cubicBezTo>
                  <a:cubicBezTo>
                    <a:pt x="2296" y="3214"/>
                    <a:pt x="2250" y="3214"/>
                    <a:pt x="2208" y="3214"/>
                  </a:cubicBezTo>
                  <a:cubicBezTo>
                    <a:pt x="2167" y="3214"/>
                    <a:pt x="2129" y="3214"/>
                    <a:pt x="2129" y="3229"/>
                  </a:cubicBezTo>
                  <a:cubicBezTo>
                    <a:pt x="2098" y="3259"/>
                    <a:pt x="2068" y="3290"/>
                    <a:pt x="2007" y="3290"/>
                  </a:cubicBezTo>
                  <a:lnTo>
                    <a:pt x="1733" y="3290"/>
                  </a:lnTo>
                  <a:cubicBezTo>
                    <a:pt x="1733" y="3320"/>
                    <a:pt x="1825" y="3350"/>
                    <a:pt x="1855" y="3381"/>
                  </a:cubicBezTo>
                  <a:cubicBezTo>
                    <a:pt x="1885" y="3381"/>
                    <a:pt x="1764" y="3472"/>
                    <a:pt x="1612" y="3594"/>
                  </a:cubicBezTo>
                  <a:lnTo>
                    <a:pt x="1551" y="3502"/>
                  </a:lnTo>
                  <a:lnTo>
                    <a:pt x="1429" y="3290"/>
                  </a:lnTo>
                  <a:cubicBezTo>
                    <a:pt x="1277" y="3320"/>
                    <a:pt x="1156" y="3411"/>
                    <a:pt x="1065" y="3533"/>
                  </a:cubicBezTo>
                  <a:cubicBezTo>
                    <a:pt x="1065" y="3554"/>
                    <a:pt x="1053" y="3564"/>
                    <a:pt x="1033" y="3564"/>
                  </a:cubicBezTo>
                  <a:cubicBezTo>
                    <a:pt x="996" y="3564"/>
                    <a:pt x="930" y="3531"/>
                    <a:pt x="852" y="3472"/>
                  </a:cubicBezTo>
                  <a:lnTo>
                    <a:pt x="761" y="3594"/>
                  </a:lnTo>
                  <a:cubicBezTo>
                    <a:pt x="685" y="3654"/>
                    <a:pt x="624" y="3685"/>
                    <a:pt x="563" y="3685"/>
                  </a:cubicBezTo>
                  <a:cubicBezTo>
                    <a:pt x="502" y="3685"/>
                    <a:pt x="442" y="3654"/>
                    <a:pt x="366" y="3594"/>
                  </a:cubicBezTo>
                  <a:lnTo>
                    <a:pt x="366" y="3594"/>
                  </a:lnTo>
                  <a:cubicBezTo>
                    <a:pt x="335" y="3624"/>
                    <a:pt x="457" y="3837"/>
                    <a:pt x="366" y="3898"/>
                  </a:cubicBezTo>
                  <a:cubicBezTo>
                    <a:pt x="299" y="3942"/>
                    <a:pt x="232" y="3970"/>
                    <a:pt x="165" y="3970"/>
                  </a:cubicBezTo>
                  <a:cubicBezTo>
                    <a:pt x="141" y="3970"/>
                    <a:pt x="116" y="3967"/>
                    <a:pt x="92" y="3958"/>
                  </a:cubicBezTo>
                  <a:cubicBezTo>
                    <a:pt x="62" y="3958"/>
                    <a:pt x="62" y="3989"/>
                    <a:pt x="92" y="4050"/>
                  </a:cubicBezTo>
                  <a:lnTo>
                    <a:pt x="92" y="4080"/>
                  </a:lnTo>
                  <a:cubicBezTo>
                    <a:pt x="92" y="4110"/>
                    <a:pt x="62" y="4141"/>
                    <a:pt x="62" y="4202"/>
                  </a:cubicBezTo>
                  <a:lnTo>
                    <a:pt x="31" y="4353"/>
                  </a:lnTo>
                  <a:cubicBezTo>
                    <a:pt x="92" y="4414"/>
                    <a:pt x="122" y="4505"/>
                    <a:pt x="153" y="4597"/>
                  </a:cubicBezTo>
                  <a:lnTo>
                    <a:pt x="1" y="4688"/>
                  </a:lnTo>
                  <a:lnTo>
                    <a:pt x="1" y="4718"/>
                  </a:lnTo>
                  <a:cubicBezTo>
                    <a:pt x="9" y="4760"/>
                    <a:pt x="20" y="4774"/>
                    <a:pt x="31" y="4774"/>
                  </a:cubicBezTo>
                  <a:cubicBezTo>
                    <a:pt x="57" y="4774"/>
                    <a:pt x="87" y="4707"/>
                    <a:pt x="109" y="4707"/>
                  </a:cubicBezTo>
                  <a:cubicBezTo>
                    <a:pt x="114" y="4707"/>
                    <a:pt x="118" y="4710"/>
                    <a:pt x="122" y="4718"/>
                  </a:cubicBezTo>
                  <a:cubicBezTo>
                    <a:pt x="183" y="4749"/>
                    <a:pt x="335" y="4749"/>
                    <a:pt x="244" y="4870"/>
                  </a:cubicBezTo>
                  <a:lnTo>
                    <a:pt x="153" y="5022"/>
                  </a:lnTo>
                  <a:cubicBezTo>
                    <a:pt x="204" y="5002"/>
                    <a:pt x="247" y="4992"/>
                    <a:pt x="283" y="4992"/>
                  </a:cubicBezTo>
                  <a:cubicBezTo>
                    <a:pt x="355" y="4992"/>
                    <a:pt x="396" y="5032"/>
                    <a:pt x="396" y="5113"/>
                  </a:cubicBezTo>
                  <a:lnTo>
                    <a:pt x="396" y="5144"/>
                  </a:lnTo>
                  <a:cubicBezTo>
                    <a:pt x="396" y="5296"/>
                    <a:pt x="396" y="5448"/>
                    <a:pt x="609" y="5509"/>
                  </a:cubicBezTo>
                  <a:lnTo>
                    <a:pt x="700" y="5539"/>
                  </a:lnTo>
                  <a:cubicBezTo>
                    <a:pt x="761" y="5661"/>
                    <a:pt x="791" y="5782"/>
                    <a:pt x="791" y="5904"/>
                  </a:cubicBezTo>
                  <a:lnTo>
                    <a:pt x="822" y="5995"/>
                  </a:lnTo>
                  <a:cubicBezTo>
                    <a:pt x="974" y="6116"/>
                    <a:pt x="1126" y="6208"/>
                    <a:pt x="1247" y="6329"/>
                  </a:cubicBezTo>
                  <a:lnTo>
                    <a:pt x="1217" y="6724"/>
                  </a:lnTo>
                  <a:lnTo>
                    <a:pt x="1217" y="6785"/>
                  </a:lnTo>
                  <a:cubicBezTo>
                    <a:pt x="1217" y="6816"/>
                    <a:pt x="1369" y="6876"/>
                    <a:pt x="1551" y="6876"/>
                  </a:cubicBezTo>
                  <a:lnTo>
                    <a:pt x="1612" y="6846"/>
                  </a:lnTo>
                  <a:lnTo>
                    <a:pt x="1673" y="6846"/>
                  </a:lnTo>
                  <a:cubicBezTo>
                    <a:pt x="1712" y="6830"/>
                    <a:pt x="1741" y="6823"/>
                    <a:pt x="1761" y="6823"/>
                  </a:cubicBezTo>
                  <a:cubicBezTo>
                    <a:pt x="1817" y="6823"/>
                    <a:pt x="1793" y="6885"/>
                    <a:pt x="1703" y="6998"/>
                  </a:cubicBezTo>
                  <a:lnTo>
                    <a:pt x="1642" y="7059"/>
                  </a:lnTo>
                  <a:cubicBezTo>
                    <a:pt x="1642" y="7119"/>
                    <a:pt x="1703" y="7119"/>
                    <a:pt x="1733" y="7119"/>
                  </a:cubicBezTo>
                  <a:lnTo>
                    <a:pt x="1825" y="7119"/>
                  </a:lnTo>
                  <a:cubicBezTo>
                    <a:pt x="1836" y="7114"/>
                    <a:pt x="1847" y="7111"/>
                    <a:pt x="1856" y="7111"/>
                  </a:cubicBezTo>
                  <a:cubicBezTo>
                    <a:pt x="1897" y="7111"/>
                    <a:pt x="1922" y="7156"/>
                    <a:pt x="1946" y="7180"/>
                  </a:cubicBezTo>
                  <a:lnTo>
                    <a:pt x="1946" y="7241"/>
                  </a:lnTo>
                  <a:lnTo>
                    <a:pt x="1946" y="7302"/>
                  </a:lnTo>
                  <a:cubicBezTo>
                    <a:pt x="1916" y="7332"/>
                    <a:pt x="1794" y="7545"/>
                    <a:pt x="1825" y="7606"/>
                  </a:cubicBezTo>
                  <a:cubicBezTo>
                    <a:pt x="1855" y="7667"/>
                    <a:pt x="1885" y="7697"/>
                    <a:pt x="1916" y="7758"/>
                  </a:cubicBezTo>
                  <a:lnTo>
                    <a:pt x="2007" y="7819"/>
                  </a:lnTo>
                  <a:cubicBezTo>
                    <a:pt x="2007" y="7821"/>
                    <a:pt x="2008" y="7823"/>
                    <a:pt x="2011" y="7823"/>
                  </a:cubicBezTo>
                  <a:cubicBezTo>
                    <a:pt x="2034" y="7823"/>
                    <a:pt x="2165" y="7697"/>
                    <a:pt x="2220" y="7697"/>
                  </a:cubicBezTo>
                  <a:cubicBezTo>
                    <a:pt x="2281" y="7727"/>
                    <a:pt x="2281" y="7971"/>
                    <a:pt x="2220" y="8275"/>
                  </a:cubicBezTo>
                  <a:lnTo>
                    <a:pt x="2767" y="8305"/>
                  </a:lnTo>
                  <a:cubicBezTo>
                    <a:pt x="2797" y="8305"/>
                    <a:pt x="2828" y="8457"/>
                    <a:pt x="2828" y="8518"/>
                  </a:cubicBezTo>
                  <a:lnTo>
                    <a:pt x="2828" y="8578"/>
                  </a:lnTo>
                  <a:cubicBezTo>
                    <a:pt x="2730" y="8578"/>
                    <a:pt x="2516" y="8501"/>
                    <a:pt x="2419" y="8501"/>
                  </a:cubicBezTo>
                  <a:cubicBezTo>
                    <a:pt x="2395" y="8501"/>
                    <a:pt x="2378" y="8506"/>
                    <a:pt x="2372" y="8518"/>
                  </a:cubicBezTo>
                  <a:cubicBezTo>
                    <a:pt x="2341" y="8578"/>
                    <a:pt x="2402" y="8730"/>
                    <a:pt x="2463" y="8761"/>
                  </a:cubicBezTo>
                  <a:cubicBezTo>
                    <a:pt x="2499" y="8770"/>
                    <a:pt x="2534" y="8773"/>
                    <a:pt x="2570" y="8773"/>
                  </a:cubicBezTo>
                  <a:cubicBezTo>
                    <a:pt x="2656" y="8773"/>
                    <a:pt x="2742" y="8752"/>
                    <a:pt x="2828" y="8730"/>
                  </a:cubicBezTo>
                  <a:cubicBezTo>
                    <a:pt x="2919" y="8700"/>
                    <a:pt x="3040" y="8670"/>
                    <a:pt x="3071" y="8639"/>
                  </a:cubicBezTo>
                  <a:lnTo>
                    <a:pt x="3132" y="8609"/>
                  </a:lnTo>
                  <a:lnTo>
                    <a:pt x="3162" y="8578"/>
                  </a:lnTo>
                  <a:cubicBezTo>
                    <a:pt x="3162" y="8570"/>
                    <a:pt x="3170" y="8566"/>
                    <a:pt x="3182" y="8566"/>
                  </a:cubicBezTo>
                  <a:cubicBezTo>
                    <a:pt x="3210" y="8566"/>
                    <a:pt x="3262" y="8587"/>
                    <a:pt x="3284" y="8609"/>
                  </a:cubicBezTo>
                  <a:cubicBezTo>
                    <a:pt x="3344" y="8670"/>
                    <a:pt x="3375" y="8730"/>
                    <a:pt x="3405" y="8822"/>
                  </a:cubicBezTo>
                  <a:lnTo>
                    <a:pt x="3344" y="8913"/>
                  </a:lnTo>
                  <a:cubicBezTo>
                    <a:pt x="3496" y="9004"/>
                    <a:pt x="3648" y="9065"/>
                    <a:pt x="3800" y="9126"/>
                  </a:cubicBezTo>
                  <a:cubicBezTo>
                    <a:pt x="3922" y="9126"/>
                    <a:pt x="4013" y="9095"/>
                    <a:pt x="4104" y="9034"/>
                  </a:cubicBezTo>
                  <a:lnTo>
                    <a:pt x="4165" y="9156"/>
                  </a:lnTo>
                  <a:cubicBezTo>
                    <a:pt x="4195" y="9217"/>
                    <a:pt x="4195" y="9247"/>
                    <a:pt x="4317" y="9247"/>
                  </a:cubicBezTo>
                  <a:lnTo>
                    <a:pt x="4530" y="9217"/>
                  </a:lnTo>
                  <a:cubicBezTo>
                    <a:pt x="4773" y="9308"/>
                    <a:pt x="5077" y="9399"/>
                    <a:pt x="5107" y="9399"/>
                  </a:cubicBezTo>
                  <a:lnTo>
                    <a:pt x="5472" y="9399"/>
                  </a:lnTo>
                  <a:cubicBezTo>
                    <a:pt x="5533" y="9430"/>
                    <a:pt x="5381" y="9551"/>
                    <a:pt x="5138" y="9642"/>
                  </a:cubicBezTo>
                  <a:lnTo>
                    <a:pt x="5168" y="9916"/>
                  </a:lnTo>
                  <a:lnTo>
                    <a:pt x="5077" y="9916"/>
                  </a:lnTo>
                  <a:lnTo>
                    <a:pt x="4925" y="9946"/>
                  </a:lnTo>
                  <a:cubicBezTo>
                    <a:pt x="4864" y="10068"/>
                    <a:pt x="4773" y="10311"/>
                    <a:pt x="4834" y="10311"/>
                  </a:cubicBezTo>
                  <a:cubicBezTo>
                    <a:pt x="4864" y="10326"/>
                    <a:pt x="4895" y="10334"/>
                    <a:pt x="4925" y="10334"/>
                  </a:cubicBezTo>
                  <a:cubicBezTo>
                    <a:pt x="4955" y="10334"/>
                    <a:pt x="4986" y="10326"/>
                    <a:pt x="5016" y="10311"/>
                  </a:cubicBezTo>
                  <a:lnTo>
                    <a:pt x="5016" y="10402"/>
                  </a:lnTo>
                  <a:lnTo>
                    <a:pt x="5016" y="10433"/>
                  </a:lnTo>
                  <a:lnTo>
                    <a:pt x="5016" y="10493"/>
                  </a:lnTo>
                  <a:cubicBezTo>
                    <a:pt x="5016" y="10509"/>
                    <a:pt x="5031" y="10516"/>
                    <a:pt x="5058" y="10516"/>
                  </a:cubicBezTo>
                  <a:cubicBezTo>
                    <a:pt x="5085" y="10516"/>
                    <a:pt x="5123" y="10509"/>
                    <a:pt x="5168" y="10493"/>
                  </a:cubicBezTo>
                  <a:lnTo>
                    <a:pt x="5229" y="10463"/>
                  </a:lnTo>
                  <a:lnTo>
                    <a:pt x="5290" y="10463"/>
                  </a:lnTo>
                  <a:cubicBezTo>
                    <a:pt x="5351" y="10463"/>
                    <a:pt x="5381" y="10554"/>
                    <a:pt x="5381" y="10585"/>
                  </a:cubicBezTo>
                  <a:cubicBezTo>
                    <a:pt x="5270" y="10629"/>
                    <a:pt x="5158" y="10657"/>
                    <a:pt x="5047" y="10657"/>
                  </a:cubicBezTo>
                  <a:cubicBezTo>
                    <a:pt x="5006" y="10657"/>
                    <a:pt x="4966" y="10654"/>
                    <a:pt x="4925" y="10645"/>
                  </a:cubicBezTo>
                  <a:cubicBezTo>
                    <a:pt x="4854" y="10610"/>
                    <a:pt x="4783" y="10595"/>
                    <a:pt x="4736" y="10595"/>
                  </a:cubicBezTo>
                  <a:cubicBezTo>
                    <a:pt x="4703" y="10595"/>
                    <a:pt x="4682" y="10602"/>
                    <a:pt x="4682" y="10615"/>
                  </a:cubicBezTo>
                  <a:lnTo>
                    <a:pt x="4682" y="10645"/>
                  </a:lnTo>
                  <a:lnTo>
                    <a:pt x="4712" y="10767"/>
                  </a:lnTo>
                  <a:cubicBezTo>
                    <a:pt x="4743" y="10919"/>
                    <a:pt x="4743" y="11071"/>
                    <a:pt x="4712" y="11193"/>
                  </a:cubicBezTo>
                  <a:lnTo>
                    <a:pt x="4803" y="11314"/>
                  </a:lnTo>
                  <a:lnTo>
                    <a:pt x="4834" y="11344"/>
                  </a:lnTo>
                  <a:cubicBezTo>
                    <a:pt x="4895" y="11405"/>
                    <a:pt x="5016" y="11436"/>
                    <a:pt x="5107" y="11436"/>
                  </a:cubicBezTo>
                  <a:lnTo>
                    <a:pt x="5107" y="11648"/>
                  </a:lnTo>
                  <a:cubicBezTo>
                    <a:pt x="5229" y="11709"/>
                    <a:pt x="5199" y="11831"/>
                    <a:pt x="5138" y="11831"/>
                  </a:cubicBezTo>
                  <a:cubicBezTo>
                    <a:pt x="5107" y="11831"/>
                    <a:pt x="5533" y="12135"/>
                    <a:pt x="5472" y="12226"/>
                  </a:cubicBezTo>
                  <a:cubicBezTo>
                    <a:pt x="5442" y="12348"/>
                    <a:pt x="5594" y="12500"/>
                    <a:pt x="5685" y="12530"/>
                  </a:cubicBezTo>
                  <a:cubicBezTo>
                    <a:pt x="5746" y="12560"/>
                    <a:pt x="5563" y="12743"/>
                    <a:pt x="5472" y="12743"/>
                  </a:cubicBezTo>
                  <a:lnTo>
                    <a:pt x="5107" y="12743"/>
                  </a:lnTo>
                  <a:cubicBezTo>
                    <a:pt x="4955" y="12773"/>
                    <a:pt x="4834" y="12803"/>
                    <a:pt x="4712" y="12803"/>
                  </a:cubicBezTo>
                  <a:cubicBezTo>
                    <a:pt x="4651" y="12773"/>
                    <a:pt x="4591" y="12773"/>
                    <a:pt x="4499" y="12773"/>
                  </a:cubicBezTo>
                  <a:cubicBezTo>
                    <a:pt x="4486" y="12877"/>
                    <a:pt x="4457" y="12909"/>
                    <a:pt x="4418" y="12909"/>
                  </a:cubicBezTo>
                  <a:cubicBezTo>
                    <a:pt x="4365" y="12909"/>
                    <a:pt x="4296" y="12851"/>
                    <a:pt x="4226" y="12834"/>
                  </a:cubicBezTo>
                  <a:lnTo>
                    <a:pt x="4195" y="12834"/>
                  </a:lnTo>
                  <a:cubicBezTo>
                    <a:pt x="4135" y="12834"/>
                    <a:pt x="4135" y="12895"/>
                    <a:pt x="4165" y="12925"/>
                  </a:cubicBezTo>
                  <a:cubicBezTo>
                    <a:pt x="4098" y="12970"/>
                    <a:pt x="4015" y="12998"/>
                    <a:pt x="3940" y="12998"/>
                  </a:cubicBezTo>
                  <a:cubicBezTo>
                    <a:pt x="3912" y="12998"/>
                    <a:pt x="3886" y="12994"/>
                    <a:pt x="3861" y="12986"/>
                  </a:cubicBezTo>
                  <a:cubicBezTo>
                    <a:pt x="3851" y="12983"/>
                    <a:pt x="3842" y="12981"/>
                    <a:pt x="3832" y="12981"/>
                  </a:cubicBezTo>
                  <a:cubicBezTo>
                    <a:pt x="3751" y="12981"/>
                    <a:pt x="3676" y="13087"/>
                    <a:pt x="3648" y="13168"/>
                  </a:cubicBezTo>
                  <a:cubicBezTo>
                    <a:pt x="3648" y="13204"/>
                    <a:pt x="3607" y="13219"/>
                    <a:pt x="3566" y="13219"/>
                  </a:cubicBezTo>
                  <a:cubicBezTo>
                    <a:pt x="3537" y="13219"/>
                    <a:pt x="3509" y="13211"/>
                    <a:pt x="3496" y="13199"/>
                  </a:cubicBezTo>
                  <a:cubicBezTo>
                    <a:pt x="3496" y="13199"/>
                    <a:pt x="3376" y="13103"/>
                    <a:pt x="3328" y="13103"/>
                  </a:cubicBezTo>
                  <a:cubicBezTo>
                    <a:pt x="3322" y="13103"/>
                    <a:pt x="3317" y="13104"/>
                    <a:pt x="3314" y="13107"/>
                  </a:cubicBezTo>
                  <a:cubicBezTo>
                    <a:pt x="3284" y="13138"/>
                    <a:pt x="3223" y="13199"/>
                    <a:pt x="3192" y="13229"/>
                  </a:cubicBezTo>
                  <a:cubicBezTo>
                    <a:pt x="3071" y="13229"/>
                    <a:pt x="2980" y="13259"/>
                    <a:pt x="2888" y="13259"/>
                  </a:cubicBezTo>
                  <a:cubicBezTo>
                    <a:pt x="2797" y="13259"/>
                    <a:pt x="2706" y="13381"/>
                    <a:pt x="2676" y="13381"/>
                  </a:cubicBezTo>
                  <a:cubicBezTo>
                    <a:pt x="2615" y="13411"/>
                    <a:pt x="2524" y="13442"/>
                    <a:pt x="2463" y="13472"/>
                  </a:cubicBezTo>
                  <a:lnTo>
                    <a:pt x="2463" y="13533"/>
                  </a:lnTo>
                  <a:cubicBezTo>
                    <a:pt x="2433" y="13715"/>
                    <a:pt x="2372" y="13928"/>
                    <a:pt x="2341" y="14110"/>
                  </a:cubicBezTo>
                  <a:lnTo>
                    <a:pt x="2341" y="14171"/>
                  </a:lnTo>
                  <a:cubicBezTo>
                    <a:pt x="2402" y="14262"/>
                    <a:pt x="2341" y="14354"/>
                    <a:pt x="2189" y="14414"/>
                  </a:cubicBezTo>
                  <a:lnTo>
                    <a:pt x="2159" y="14232"/>
                  </a:lnTo>
                  <a:cubicBezTo>
                    <a:pt x="2129" y="14171"/>
                    <a:pt x="2007" y="14080"/>
                    <a:pt x="1946" y="14080"/>
                  </a:cubicBezTo>
                  <a:lnTo>
                    <a:pt x="1673" y="14141"/>
                  </a:lnTo>
                  <a:cubicBezTo>
                    <a:pt x="1627" y="14115"/>
                    <a:pt x="1568" y="14104"/>
                    <a:pt x="1503" y="14104"/>
                  </a:cubicBezTo>
                  <a:cubicBezTo>
                    <a:pt x="1264" y="14104"/>
                    <a:pt x="934" y="14245"/>
                    <a:pt x="791" y="14293"/>
                  </a:cubicBezTo>
                  <a:cubicBezTo>
                    <a:pt x="639" y="14354"/>
                    <a:pt x="609" y="14414"/>
                    <a:pt x="761" y="14414"/>
                  </a:cubicBezTo>
                  <a:lnTo>
                    <a:pt x="791" y="14445"/>
                  </a:lnTo>
                  <a:cubicBezTo>
                    <a:pt x="822" y="14536"/>
                    <a:pt x="882" y="14597"/>
                    <a:pt x="974" y="14597"/>
                  </a:cubicBezTo>
                  <a:cubicBezTo>
                    <a:pt x="1065" y="14627"/>
                    <a:pt x="974" y="14810"/>
                    <a:pt x="943" y="14840"/>
                  </a:cubicBezTo>
                  <a:cubicBezTo>
                    <a:pt x="913" y="14840"/>
                    <a:pt x="852" y="14840"/>
                    <a:pt x="822" y="14870"/>
                  </a:cubicBezTo>
                  <a:cubicBezTo>
                    <a:pt x="761" y="14931"/>
                    <a:pt x="730" y="14992"/>
                    <a:pt x="730" y="15053"/>
                  </a:cubicBezTo>
                  <a:lnTo>
                    <a:pt x="730" y="15083"/>
                  </a:lnTo>
                  <a:cubicBezTo>
                    <a:pt x="852" y="15114"/>
                    <a:pt x="852" y="15174"/>
                    <a:pt x="761" y="15174"/>
                  </a:cubicBezTo>
                  <a:lnTo>
                    <a:pt x="730" y="15205"/>
                  </a:lnTo>
                  <a:cubicBezTo>
                    <a:pt x="709" y="15233"/>
                    <a:pt x="689" y="15243"/>
                    <a:pt x="671" y="15243"/>
                  </a:cubicBezTo>
                  <a:cubicBezTo>
                    <a:pt x="625" y="15243"/>
                    <a:pt x="588" y="15181"/>
                    <a:pt x="552" y="15181"/>
                  </a:cubicBezTo>
                  <a:cubicBezTo>
                    <a:pt x="540" y="15181"/>
                    <a:pt x="529" y="15188"/>
                    <a:pt x="518" y="15205"/>
                  </a:cubicBezTo>
                  <a:cubicBezTo>
                    <a:pt x="457" y="15266"/>
                    <a:pt x="396" y="15357"/>
                    <a:pt x="335" y="15417"/>
                  </a:cubicBezTo>
                  <a:cubicBezTo>
                    <a:pt x="305" y="15478"/>
                    <a:pt x="305" y="15509"/>
                    <a:pt x="274" y="15539"/>
                  </a:cubicBezTo>
                  <a:lnTo>
                    <a:pt x="244" y="15661"/>
                  </a:lnTo>
                  <a:cubicBezTo>
                    <a:pt x="320" y="15761"/>
                    <a:pt x="437" y="15820"/>
                    <a:pt x="527" y="15820"/>
                  </a:cubicBezTo>
                  <a:cubicBezTo>
                    <a:pt x="545" y="15820"/>
                    <a:pt x="563" y="15818"/>
                    <a:pt x="578" y="15813"/>
                  </a:cubicBezTo>
                  <a:lnTo>
                    <a:pt x="639" y="15752"/>
                  </a:lnTo>
                  <a:lnTo>
                    <a:pt x="700" y="15721"/>
                  </a:lnTo>
                  <a:cubicBezTo>
                    <a:pt x="705" y="15720"/>
                    <a:pt x="710" y="15719"/>
                    <a:pt x="715" y="15719"/>
                  </a:cubicBezTo>
                  <a:cubicBezTo>
                    <a:pt x="821" y="15719"/>
                    <a:pt x="815" y="16028"/>
                    <a:pt x="670" y="16086"/>
                  </a:cubicBezTo>
                  <a:cubicBezTo>
                    <a:pt x="518" y="16177"/>
                    <a:pt x="426" y="16299"/>
                    <a:pt x="426" y="16451"/>
                  </a:cubicBezTo>
                  <a:cubicBezTo>
                    <a:pt x="457" y="16573"/>
                    <a:pt x="518" y="16694"/>
                    <a:pt x="578" y="16816"/>
                  </a:cubicBezTo>
                  <a:lnTo>
                    <a:pt x="578" y="16968"/>
                  </a:lnTo>
                  <a:lnTo>
                    <a:pt x="578" y="17028"/>
                  </a:lnTo>
                  <a:cubicBezTo>
                    <a:pt x="560" y="17066"/>
                    <a:pt x="576" y="17092"/>
                    <a:pt x="619" y="17092"/>
                  </a:cubicBezTo>
                  <a:cubicBezTo>
                    <a:pt x="646" y="17092"/>
                    <a:pt x="684" y="17082"/>
                    <a:pt x="730" y="17059"/>
                  </a:cubicBezTo>
                  <a:lnTo>
                    <a:pt x="791" y="17059"/>
                  </a:lnTo>
                  <a:lnTo>
                    <a:pt x="882" y="17089"/>
                  </a:lnTo>
                  <a:cubicBezTo>
                    <a:pt x="822" y="17180"/>
                    <a:pt x="761" y="17241"/>
                    <a:pt x="730" y="17332"/>
                  </a:cubicBezTo>
                  <a:lnTo>
                    <a:pt x="791" y="17393"/>
                  </a:lnTo>
                  <a:lnTo>
                    <a:pt x="882" y="17515"/>
                  </a:lnTo>
                  <a:cubicBezTo>
                    <a:pt x="943" y="17484"/>
                    <a:pt x="1004" y="17424"/>
                    <a:pt x="1095" y="17393"/>
                  </a:cubicBezTo>
                  <a:lnTo>
                    <a:pt x="1095" y="17393"/>
                  </a:lnTo>
                  <a:cubicBezTo>
                    <a:pt x="1065" y="17576"/>
                    <a:pt x="1034" y="17728"/>
                    <a:pt x="1004" y="17880"/>
                  </a:cubicBezTo>
                  <a:cubicBezTo>
                    <a:pt x="974" y="18001"/>
                    <a:pt x="943" y="18335"/>
                    <a:pt x="1034" y="18396"/>
                  </a:cubicBezTo>
                  <a:cubicBezTo>
                    <a:pt x="1080" y="18411"/>
                    <a:pt x="1133" y="18419"/>
                    <a:pt x="1186" y="18419"/>
                  </a:cubicBezTo>
                  <a:cubicBezTo>
                    <a:pt x="1240" y="18419"/>
                    <a:pt x="1293" y="18411"/>
                    <a:pt x="1338" y="18396"/>
                  </a:cubicBezTo>
                  <a:lnTo>
                    <a:pt x="1490" y="18396"/>
                  </a:lnTo>
                  <a:cubicBezTo>
                    <a:pt x="1612" y="18396"/>
                    <a:pt x="1490" y="18700"/>
                    <a:pt x="1399" y="18761"/>
                  </a:cubicBezTo>
                  <a:lnTo>
                    <a:pt x="1126" y="19004"/>
                  </a:lnTo>
                  <a:lnTo>
                    <a:pt x="1186" y="19035"/>
                  </a:lnTo>
                  <a:cubicBezTo>
                    <a:pt x="1247" y="19095"/>
                    <a:pt x="1247" y="19126"/>
                    <a:pt x="1186" y="19156"/>
                  </a:cubicBezTo>
                  <a:cubicBezTo>
                    <a:pt x="1095" y="19217"/>
                    <a:pt x="1034" y="19217"/>
                    <a:pt x="943" y="19247"/>
                  </a:cubicBezTo>
                  <a:cubicBezTo>
                    <a:pt x="791" y="19247"/>
                    <a:pt x="913" y="19278"/>
                    <a:pt x="913" y="19339"/>
                  </a:cubicBezTo>
                  <a:cubicBezTo>
                    <a:pt x="913" y="19430"/>
                    <a:pt x="791" y="19490"/>
                    <a:pt x="1004" y="19490"/>
                  </a:cubicBezTo>
                  <a:cubicBezTo>
                    <a:pt x="1126" y="19490"/>
                    <a:pt x="1277" y="19460"/>
                    <a:pt x="1399" y="19430"/>
                  </a:cubicBezTo>
                  <a:cubicBezTo>
                    <a:pt x="1414" y="19415"/>
                    <a:pt x="1429" y="19407"/>
                    <a:pt x="1448" y="19407"/>
                  </a:cubicBezTo>
                  <a:cubicBezTo>
                    <a:pt x="1467" y="19407"/>
                    <a:pt x="1490" y="19415"/>
                    <a:pt x="1521" y="19430"/>
                  </a:cubicBezTo>
                  <a:lnTo>
                    <a:pt x="1551" y="19460"/>
                  </a:lnTo>
                  <a:cubicBezTo>
                    <a:pt x="1581" y="19490"/>
                    <a:pt x="1642" y="19521"/>
                    <a:pt x="1703" y="19521"/>
                  </a:cubicBezTo>
                  <a:cubicBezTo>
                    <a:pt x="1794" y="19551"/>
                    <a:pt x="1885" y="19551"/>
                    <a:pt x="1977" y="19582"/>
                  </a:cubicBezTo>
                  <a:cubicBezTo>
                    <a:pt x="2068" y="19642"/>
                    <a:pt x="2189" y="19673"/>
                    <a:pt x="2281" y="19734"/>
                  </a:cubicBezTo>
                  <a:cubicBezTo>
                    <a:pt x="2372" y="19794"/>
                    <a:pt x="2463" y="19855"/>
                    <a:pt x="2554" y="19886"/>
                  </a:cubicBezTo>
                  <a:lnTo>
                    <a:pt x="2676" y="19825"/>
                  </a:lnTo>
                  <a:cubicBezTo>
                    <a:pt x="2706" y="19825"/>
                    <a:pt x="2767" y="19855"/>
                    <a:pt x="2767" y="19886"/>
                  </a:cubicBezTo>
                  <a:lnTo>
                    <a:pt x="2828" y="20098"/>
                  </a:lnTo>
                  <a:cubicBezTo>
                    <a:pt x="3040" y="20068"/>
                    <a:pt x="3527" y="20068"/>
                    <a:pt x="3618" y="20068"/>
                  </a:cubicBezTo>
                  <a:cubicBezTo>
                    <a:pt x="3699" y="20068"/>
                    <a:pt x="3794" y="20055"/>
                    <a:pt x="3857" y="20055"/>
                  </a:cubicBezTo>
                  <a:cubicBezTo>
                    <a:pt x="3888" y="20055"/>
                    <a:pt x="3912" y="20058"/>
                    <a:pt x="3922" y="20068"/>
                  </a:cubicBezTo>
                  <a:cubicBezTo>
                    <a:pt x="3952" y="20068"/>
                    <a:pt x="4256" y="20098"/>
                    <a:pt x="4591" y="20129"/>
                  </a:cubicBezTo>
                  <a:lnTo>
                    <a:pt x="4773" y="20372"/>
                  </a:lnTo>
                  <a:cubicBezTo>
                    <a:pt x="4778" y="20367"/>
                    <a:pt x="4795" y="20364"/>
                    <a:pt x="4819" y="20364"/>
                  </a:cubicBezTo>
                  <a:cubicBezTo>
                    <a:pt x="4932" y="20364"/>
                    <a:pt x="5204" y="20419"/>
                    <a:pt x="5229" y="20494"/>
                  </a:cubicBezTo>
                  <a:cubicBezTo>
                    <a:pt x="5242" y="20533"/>
                    <a:pt x="5294" y="20544"/>
                    <a:pt x="5357" y="20544"/>
                  </a:cubicBezTo>
                  <a:cubicBezTo>
                    <a:pt x="5440" y="20544"/>
                    <a:pt x="5542" y="20524"/>
                    <a:pt x="5594" y="20524"/>
                  </a:cubicBezTo>
                  <a:cubicBezTo>
                    <a:pt x="5654" y="20524"/>
                    <a:pt x="5989" y="20646"/>
                    <a:pt x="6110" y="20646"/>
                  </a:cubicBezTo>
                  <a:cubicBezTo>
                    <a:pt x="6164" y="20637"/>
                    <a:pt x="6217" y="20633"/>
                    <a:pt x="6271" y="20633"/>
                  </a:cubicBezTo>
                  <a:cubicBezTo>
                    <a:pt x="6400" y="20633"/>
                    <a:pt x="6529" y="20654"/>
                    <a:pt x="6658" y="20676"/>
                  </a:cubicBezTo>
                  <a:lnTo>
                    <a:pt x="6901" y="20676"/>
                  </a:lnTo>
                  <a:lnTo>
                    <a:pt x="7053" y="20615"/>
                  </a:lnTo>
                  <a:cubicBezTo>
                    <a:pt x="7053" y="20706"/>
                    <a:pt x="7083" y="20737"/>
                    <a:pt x="7174" y="20737"/>
                  </a:cubicBezTo>
                  <a:lnTo>
                    <a:pt x="7265" y="20737"/>
                  </a:lnTo>
                  <a:cubicBezTo>
                    <a:pt x="7296" y="20767"/>
                    <a:pt x="7296" y="20798"/>
                    <a:pt x="7296" y="20798"/>
                  </a:cubicBezTo>
                  <a:lnTo>
                    <a:pt x="7296" y="20858"/>
                  </a:lnTo>
                  <a:cubicBezTo>
                    <a:pt x="7296" y="20897"/>
                    <a:pt x="7311" y="20911"/>
                    <a:pt x="7334" y="20911"/>
                  </a:cubicBezTo>
                  <a:cubicBezTo>
                    <a:pt x="7381" y="20911"/>
                    <a:pt x="7458" y="20849"/>
                    <a:pt x="7478" y="20828"/>
                  </a:cubicBezTo>
                  <a:cubicBezTo>
                    <a:pt x="7491" y="20802"/>
                    <a:pt x="7526" y="20793"/>
                    <a:pt x="7566" y="20793"/>
                  </a:cubicBezTo>
                  <a:cubicBezTo>
                    <a:pt x="7621" y="20793"/>
                    <a:pt x="7686" y="20810"/>
                    <a:pt x="7721" y="20828"/>
                  </a:cubicBezTo>
                  <a:cubicBezTo>
                    <a:pt x="7752" y="20828"/>
                    <a:pt x="7721" y="20889"/>
                    <a:pt x="7630" y="20949"/>
                  </a:cubicBezTo>
                  <a:cubicBezTo>
                    <a:pt x="7613" y="21034"/>
                    <a:pt x="7671" y="21053"/>
                    <a:pt x="7732" y="21053"/>
                  </a:cubicBezTo>
                  <a:cubicBezTo>
                    <a:pt x="7780" y="21053"/>
                    <a:pt x="7829" y="21041"/>
                    <a:pt x="7843" y="21041"/>
                  </a:cubicBezTo>
                  <a:cubicBezTo>
                    <a:pt x="7873" y="21041"/>
                    <a:pt x="7904" y="20980"/>
                    <a:pt x="7904" y="20980"/>
                  </a:cubicBezTo>
                  <a:lnTo>
                    <a:pt x="7934" y="20949"/>
                  </a:lnTo>
                  <a:cubicBezTo>
                    <a:pt x="7939" y="20945"/>
                    <a:pt x="7946" y="20943"/>
                    <a:pt x="7956" y="20943"/>
                  </a:cubicBezTo>
                  <a:cubicBezTo>
                    <a:pt x="8005" y="20943"/>
                    <a:pt x="8107" y="20986"/>
                    <a:pt x="8155" y="20986"/>
                  </a:cubicBezTo>
                  <a:cubicBezTo>
                    <a:pt x="8165" y="20986"/>
                    <a:pt x="8173" y="20984"/>
                    <a:pt x="8177" y="20980"/>
                  </a:cubicBezTo>
                  <a:cubicBezTo>
                    <a:pt x="8192" y="20965"/>
                    <a:pt x="8212" y="20959"/>
                    <a:pt x="8234" y="20959"/>
                  </a:cubicBezTo>
                  <a:cubicBezTo>
                    <a:pt x="8304" y="20959"/>
                    <a:pt x="8397" y="21018"/>
                    <a:pt x="8420" y="21041"/>
                  </a:cubicBezTo>
                  <a:cubicBezTo>
                    <a:pt x="8426" y="21051"/>
                    <a:pt x="8442" y="21055"/>
                    <a:pt x="8465" y="21055"/>
                  </a:cubicBezTo>
                  <a:cubicBezTo>
                    <a:pt x="8555" y="21055"/>
                    <a:pt x="8751" y="20996"/>
                    <a:pt x="8866" y="20996"/>
                  </a:cubicBezTo>
                  <a:cubicBezTo>
                    <a:pt x="8897" y="20996"/>
                    <a:pt x="8921" y="21000"/>
                    <a:pt x="8937" y="21010"/>
                  </a:cubicBezTo>
                  <a:cubicBezTo>
                    <a:pt x="8998" y="21071"/>
                    <a:pt x="9089" y="21101"/>
                    <a:pt x="9180" y="21132"/>
                  </a:cubicBezTo>
                  <a:lnTo>
                    <a:pt x="9241" y="21101"/>
                  </a:lnTo>
                  <a:lnTo>
                    <a:pt x="9302" y="21071"/>
                  </a:lnTo>
                  <a:cubicBezTo>
                    <a:pt x="9322" y="21051"/>
                    <a:pt x="9366" y="21044"/>
                    <a:pt x="9419" y="21044"/>
                  </a:cubicBezTo>
                  <a:cubicBezTo>
                    <a:pt x="9525" y="21044"/>
                    <a:pt x="9667" y="21071"/>
                    <a:pt x="9728" y="21071"/>
                  </a:cubicBezTo>
                  <a:cubicBezTo>
                    <a:pt x="9849" y="21071"/>
                    <a:pt x="10001" y="21041"/>
                    <a:pt x="10031" y="21041"/>
                  </a:cubicBezTo>
                  <a:lnTo>
                    <a:pt x="10366" y="21041"/>
                  </a:lnTo>
                  <a:lnTo>
                    <a:pt x="10457" y="21010"/>
                  </a:lnTo>
                  <a:cubicBezTo>
                    <a:pt x="10491" y="20996"/>
                    <a:pt x="10520" y="20990"/>
                    <a:pt x="10545" y="20990"/>
                  </a:cubicBezTo>
                  <a:cubicBezTo>
                    <a:pt x="10656" y="20990"/>
                    <a:pt x="10687" y="21111"/>
                    <a:pt x="10775" y="21111"/>
                  </a:cubicBezTo>
                  <a:cubicBezTo>
                    <a:pt x="10789" y="21111"/>
                    <a:pt x="10804" y="21108"/>
                    <a:pt x="10822" y="21101"/>
                  </a:cubicBezTo>
                  <a:cubicBezTo>
                    <a:pt x="10844" y="21101"/>
                    <a:pt x="10962" y="21037"/>
                    <a:pt x="11025" y="21037"/>
                  </a:cubicBezTo>
                  <a:cubicBezTo>
                    <a:pt x="11049" y="21037"/>
                    <a:pt x="11065" y="21046"/>
                    <a:pt x="11065" y="21071"/>
                  </a:cubicBezTo>
                  <a:cubicBezTo>
                    <a:pt x="11065" y="21107"/>
                    <a:pt x="11075" y="21121"/>
                    <a:pt x="11084" y="21121"/>
                  </a:cubicBezTo>
                  <a:cubicBezTo>
                    <a:pt x="11090" y="21121"/>
                    <a:pt x="11095" y="21114"/>
                    <a:pt x="11095" y="21101"/>
                  </a:cubicBezTo>
                  <a:cubicBezTo>
                    <a:pt x="11102" y="21095"/>
                    <a:pt x="11112" y="21093"/>
                    <a:pt x="11125" y="21093"/>
                  </a:cubicBezTo>
                  <a:cubicBezTo>
                    <a:pt x="11160" y="21093"/>
                    <a:pt x="11213" y="21110"/>
                    <a:pt x="11248" y="21110"/>
                  </a:cubicBezTo>
                  <a:cubicBezTo>
                    <a:pt x="11261" y="21110"/>
                    <a:pt x="11271" y="21108"/>
                    <a:pt x="11278" y="21101"/>
                  </a:cubicBezTo>
                  <a:cubicBezTo>
                    <a:pt x="11338" y="21041"/>
                    <a:pt x="11490" y="20919"/>
                    <a:pt x="11551" y="20919"/>
                  </a:cubicBezTo>
                  <a:cubicBezTo>
                    <a:pt x="11612" y="20980"/>
                    <a:pt x="11673" y="21010"/>
                    <a:pt x="11734" y="21071"/>
                  </a:cubicBezTo>
                  <a:cubicBezTo>
                    <a:pt x="11741" y="21086"/>
                    <a:pt x="11752" y="21092"/>
                    <a:pt x="11764" y="21092"/>
                  </a:cubicBezTo>
                  <a:cubicBezTo>
                    <a:pt x="11804" y="21092"/>
                    <a:pt x="11863" y="21033"/>
                    <a:pt x="11886" y="21010"/>
                  </a:cubicBezTo>
                  <a:cubicBezTo>
                    <a:pt x="11890" y="21006"/>
                    <a:pt x="11894" y="21004"/>
                    <a:pt x="11900" y="21004"/>
                  </a:cubicBezTo>
                  <a:cubicBezTo>
                    <a:pt x="11939" y="21004"/>
                    <a:pt x="12015" y="21091"/>
                    <a:pt x="12068" y="21223"/>
                  </a:cubicBezTo>
                  <a:lnTo>
                    <a:pt x="12159" y="21101"/>
                  </a:lnTo>
                  <a:cubicBezTo>
                    <a:pt x="12232" y="21000"/>
                    <a:pt x="12284" y="20961"/>
                    <a:pt x="12334" y="20961"/>
                  </a:cubicBezTo>
                  <a:cubicBezTo>
                    <a:pt x="12390" y="20961"/>
                    <a:pt x="12445" y="21008"/>
                    <a:pt x="12524" y="21071"/>
                  </a:cubicBezTo>
                  <a:cubicBezTo>
                    <a:pt x="12554" y="21101"/>
                    <a:pt x="12585" y="21101"/>
                    <a:pt x="12615" y="21101"/>
                  </a:cubicBezTo>
                  <a:cubicBezTo>
                    <a:pt x="12654" y="21062"/>
                    <a:pt x="12693" y="21048"/>
                    <a:pt x="12730" y="21048"/>
                  </a:cubicBezTo>
                  <a:cubicBezTo>
                    <a:pt x="12808" y="21048"/>
                    <a:pt x="12878" y="21111"/>
                    <a:pt x="12919" y="21132"/>
                  </a:cubicBezTo>
                  <a:cubicBezTo>
                    <a:pt x="12980" y="21162"/>
                    <a:pt x="13041" y="21193"/>
                    <a:pt x="13132" y="21223"/>
                  </a:cubicBezTo>
                  <a:lnTo>
                    <a:pt x="13284" y="21253"/>
                  </a:lnTo>
                  <a:cubicBezTo>
                    <a:pt x="13375" y="21223"/>
                    <a:pt x="13497" y="21223"/>
                    <a:pt x="13618" y="21193"/>
                  </a:cubicBezTo>
                  <a:cubicBezTo>
                    <a:pt x="13643" y="21168"/>
                    <a:pt x="13747" y="21124"/>
                    <a:pt x="13802" y="21124"/>
                  </a:cubicBezTo>
                  <a:cubicBezTo>
                    <a:pt x="13815" y="21124"/>
                    <a:pt x="13825" y="21126"/>
                    <a:pt x="13831" y="21132"/>
                  </a:cubicBezTo>
                  <a:cubicBezTo>
                    <a:pt x="13837" y="21138"/>
                    <a:pt x="13846" y="21140"/>
                    <a:pt x="13855" y="21140"/>
                  </a:cubicBezTo>
                  <a:cubicBezTo>
                    <a:pt x="13895" y="21140"/>
                    <a:pt x="13959" y="21101"/>
                    <a:pt x="13983" y="21101"/>
                  </a:cubicBezTo>
                  <a:cubicBezTo>
                    <a:pt x="14026" y="21080"/>
                    <a:pt x="14054" y="21058"/>
                    <a:pt x="14088" y="21058"/>
                  </a:cubicBezTo>
                  <a:cubicBezTo>
                    <a:pt x="14102" y="21058"/>
                    <a:pt x="14117" y="21062"/>
                    <a:pt x="14135" y="21071"/>
                  </a:cubicBezTo>
                  <a:lnTo>
                    <a:pt x="14165" y="21101"/>
                  </a:lnTo>
                  <a:lnTo>
                    <a:pt x="14226" y="21132"/>
                  </a:lnTo>
                  <a:cubicBezTo>
                    <a:pt x="14244" y="21141"/>
                    <a:pt x="14270" y="21144"/>
                    <a:pt x="14298" y="21144"/>
                  </a:cubicBezTo>
                  <a:cubicBezTo>
                    <a:pt x="14365" y="21144"/>
                    <a:pt x="14448" y="21123"/>
                    <a:pt x="14469" y="21101"/>
                  </a:cubicBezTo>
                  <a:cubicBezTo>
                    <a:pt x="14478" y="21093"/>
                    <a:pt x="14492" y="21089"/>
                    <a:pt x="14508" y="21089"/>
                  </a:cubicBezTo>
                  <a:cubicBezTo>
                    <a:pt x="14545" y="21089"/>
                    <a:pt x="14591" y="21110"/>
                    <a:pt x="14591" y="21132"/>
                  </a:cubicBezTo>
                  <a:lnTo>
                    <a:pt x="15412" y="21132"/>
                  </a:lnTo>
                  <a:lnTo>
                    <a:pt x="15928" y="21010"/>
                  </a:lnTo>
                  <a:lnTo>
                    <a:pt x="16080" y="21071"/>
                  </a:lnTo>
                  <a:lnTo>
                    <a:pt x="16263" y="21162"/>
                  </a:lnTo>
                  <a:cubicBezTo>
                    <a:pt x="16290" y="21158"/>
                    <a:pt x="16324" y="21156"/>
                    <a:pt x="16363" y="21156"/>
                  </a:cubicBezTo>
                  <a:cubicBezTo>
                    <a:pt x="16516" y="21156"/>
                    <a:pt x="16740" y="21184"/>
                    <a:pt x="16907" y="21184"/>
                  </a:cubicBezTo>
                  <a:cubicBezTo>
                    <a:pt x="16981" y="21184"/>
                    <a:pt x="17044" y="21178"/>
                    <a:pt x="17083" y="21162"/>
                  </a:cubicBezTo>
                  <a:cubicBezTo>
                    <a:pt x="17296" y="21132"/>
                    <a:pt x="17509" y="21071"/>
                    <a:pt x="17722" y="21071"/>
                  </a:cubicBezTo>
                  <a:cubicBezTo>
                    <a:pt x="17772" y="21061"/>
                    <a:pt x="17826" y="21058"/>
                    <a:pt x="17881" y="21058"/>
                  </a:cubicBezTo>
                  <a:cubicBezTo>
                    <a:pt x="17992" y="21058"/>
                    <a:pt x="18107" y="21071"/>
                    <a:pt x="18208" y="21071"/>
                  </a:cubicBezTo>
                  <a:lnTo>
                    <a:pt x="18329" y="21041"/>
                  </a:lnTo>
                  <a:lnTo>
                    <a:pt x="18512" y="21010"/>
                  </a:lnTo>
                  <a:cubicBezTo>
                    <a:pt x="18603" y="21056"/>
                    <a:pt x="18694" y="21079"/>
                    <a:pt x="18782" y="21079"/>
                  </a:cubicBezTo>
                  <a:cubicBezTo>
                    <a:pt x="18869" y="21079"/>
                    <a:pt x="18953" y="21056"/>
                    <a:pt x="19029" y="21010"/>
                  </a:cubicBezTo>
                  <a:cubicBezTo>
                    <a:pt x="19089" y="20949"/>
                    <a:pt x="19363" y="20949"/>
                    <a:pt x="19454" y="20949"/>
                  </a:cubicBezTo>
                  <a:lnTo>
                    <a:pt x="19758" y="20949"/>
                  </a:lnTo>
                  <a:cubicBezTo>
                    <a:pt x="19910" y="21010"/>
                    <a:pt x="20062" y="21041"/>
                    <a:pt x="20244" y="21041"/>
                  </a:cubicBezTo>
                  <a:cubicBezTo>
                    <a:pt x="20336" y="21010"/>
                    <a:pt x="20457" y="20980"/>
                    <a:pt x="20579" y="20949"/>
                  </a:cubicBezTo>
                  <a:lnTo>
                    <a:pt x="20700" y="21010"/>
                  </a:lnTo>
                  <a:lnTo>
                    <a:pt x="20792" y="21071"/>
                  </a:lnTo>
                  <a:cubicBezTo>
                    <a:pt x="20944" y="21010"/>
                    <a:pt x="21126" y="20980"/>
                    <a:pt x="21308" y="20980"/>
                  </a:cubicBezTo>
                  <a:lnTo>
                    <a:pt x="21399" y="20980"/>
                  </a:lnTo>
                  <a:cubicBezTo>
                    <a:pt x="21472" y="20980"/>
                    <a:pt x="21487" y="21058"/>
                    <a:pt x="21583" y="21058"/>
                  </a:cubicBezTo>
                  <a:cubicBezTo>
                    <a:pt x="21607" y="21058"/>
                    <a:pt x="21637" y="21053"/>
                    <a:pt x="21673" y="21041"/>
                  </a:cubicBezTo>
                  <a:cubicBezTo>
                    <a:pt x="21713" y="21027"/>
                    <a:pt x="21747" y="21021"/>
                    <a:pt x="21775" y="21021"/>
                  </a:cubicBezTo>
                  <a:cubicBezTo>
                    <a:pt x="21876" y="21021"/>
                    <a:pt x="21903" y="21098"/>
                    <a:pt x="21855" y="21193"/>
                  </a:cubicBezTo>
                  <a:lnTo>
                    <a:pt x="21855" y="21253"/>
                  </a:lnTo>
                  <a:cubicBezTo>
                    <a:pt x="21828" y="21281"/>
                    <a:pt x="22127" y="21409"/>
                    <a:pt x="22204" y="21409"/>
                  </a:cubicBezTo>
                  <a:cubicBezTo>
                    <a:pt x="22212" y="21409"/>
                    <a:pt x="22217" y="21408"/>
                    <a:pt x="22220" y="21405"/>
                  </a:cubicBezTo>
                  <a:cubicBezTo>
                    <a:pt x="22281" y="21345"/>
                    <a:pt x="22159" y="21253"/>
                    <a:pt x="22099" y="21223"/>
                  </a:cubicBezTo>
                  <a:cubicBezTo>
                    <a:pt x="22038" y="21193"/>
                    <a:pt x="22038" y="21132"/>
                    <a:pt x="22099" y="21132"/>
                  </a:cubicBezTo>
                  <a:cubicBezTo>
                    <a:pt x="22159" y="21101"/>
                    <a:pt x="22190" y="21010"/>
                    <a:pt x="22220" y="21010"/>
                  </a:cubicBezTo>
                  <a:cubicBezTo>
                    <a:pt x="22229" y="21006"/>
                    <a:pt x="22238" y="21004"/>
                    <a:pt x="22248" y="21004"/>
                  </a:cubicBezTo>
                  <a:cubicBezTo>
                    <a:pt x="22306" y="21004"/>
                    <a:pt x="22381" y="21071"/>
                    <a:pt x="22433" y="21071"/>
                  </a:cubicBezTo>
                  <a:cubicBezTo>
                    <a:pt x="22585" y="21071"/>
                    <a:pt x="22706" y="21071"/>
                    <a:pt x="22767" y="21223"/>
                  </a:cubicBezTo>
                  <a:lnTo>
                    <a:pt x="22798" y="21284"/>
                  </a:lnTo>
                  <a:cubicBezTo>
                    <a:pt x="22889" y="21345"/>
                    <a:pt x="23071" y="21436"/>
                    <a:pt x="23223" y="21466"/>
                  </a:cubicBezTo>
                  <a:lnTo>
                    <a:pt x="23223" y="21557"/>
                  </a:lnTo>
                  <a:lnTo>
                    <a:pt x="23223" y="21618"/>
                  </a:lnTo>
                  <a:cubicBezTo>
                    <a:pt x="23223" y="21635"/>
                    <a:pt x="23228" y="21643"/>
                    <a:pt x="23237" y="21643"/>
                  </a:cubicBezTo>
                  <a:cubicBezTo>
                    <a:pt x="23260" y="21643"/>
                    <a:pt x="23309" y="21593"/>
                    <a:pt x="23375" y="21527"/>
                  </a:cubicBezTo>
                  <a:lnTo>
                    <a:pt x="23466" y="21436"/>
                  </a:lnTo>
                  <a:cubicBezTo>
                    <a:pt x="23588" y="21345"/>
                    <a:pt x="23801" y="21345"/>
                    <a:pt x="23862" y="21162"/>
                  </a:cubicBezTo>
                  <a:cubicBezTo>
                    <a:pt x="23879" y="21110"/>
                    <a:pt x="23947" y="21037"/>
                    <a:pt x="24013" y="21037"/>
                  </a:cubicBezTo>
                  <a:cubicBezTo>
                    <a:pt x="24062" y="21037"/>
                    <a:pt x="24109" y="21077"/>
                    <a:pt x="24135" y="21193"/>
                  </a:cubicBezTo>
                  <a:lnTo>
                    <a:pt x="24135" y="21223"/>
                  </a:lnTo>
                  <a:cubicBezTo>
                    <a:pt x="24196" y="21223"/>
                    <a:pt x="24409" y="21314"/>
                    <a:pt x="24409" y="21345"/>
                  </a:cubicBezTo>
                  <a:cubicBezTo>
                    <a:pt x="24409" y="21436"/>
                    <a:pt x="24378" y="21497"/>
                    <a:pt x="24317" y="21527"/>
                  </a:cubicBezTo>
                  <a:cubicBezTo>
                    <a:pt x="24226" y="21557"/>
                    <a:pt x="24105" y="21588"/>
                    <a:pt x="24013" y="21588"/>
                  </a:cubicBezTo>
                  <a:lnTo>
                    <a:pt x="23953" y="21466"/>
                  </a:lnTo>
                  <a:lnTo>
                    <a:pt x="23953" y="21436"/>
                  </a:lnTo>
                  <a:cubicBezTo>
                    <a:pt x="23941" y="21430"/>
                    <a:pt x="23928" y="21428"/>
                    <a:pt x="23915" y="21428"/>
                  </a:cubicBezTo>
                  <a:cubicBezTo>
                    <a:pt x="23859" y="21428"/>
                    <a:pt x="23795" y="21472"/>
                    <a:pt x="23770" y="21497"/>
                  </a:cubicBezTo>
                  <a:cubicBezTo>
                    <a:pt x="23740" y="21527"/>
                    <a:pt x="23862" y="21588"/>
                    <a:pt x="23892" y="21618"/>
                  </a:cubicBezTo>
                  <a:cubicBezTo>
                    <a:pt x="23953" y="21649"/>
                    <a:pt x="24013" y="21679"/>
                    <a:pt x="24074" y="21709"/>
                  </a:cubicBezTo>
                  <a:cubicBezTo>
                    <a:pt x="24101" y="21709"/>
                    <a:pt x="24176" y="21805"/>
                    <a:pt x="24235" y="21805"/>
                  </a:cubicBezTo>
                  <a:cubicBezTo>
                    <a:pt x="24243" y="21805"/>
                    <a:pt x="24250" y="21804"/>
                    <a:pt x="24257" y="21801"/>
                  </a:cubicBezTo>
                  <a:cubicBezTo>
                    <a:pt x="24348" y="21740"/>
                    <a:pt x="24439" y="21649"/>
                    <a:pt x="24500" y="21557"/>
                  </a:cubicBezTo>
                  <a:lnTo>
                    <a:pt x="24682" y="21557"/>
                  </a:lnTo>
                  <a:cubicBezTo>
                    <a:pt x="24956" y="21557"/>
                    <a:pt x="25229" y="21497"/>
                    <a:pt x="25503" y="21405"/>
                  </a:cubicBezTo>
                  <a:cubicBezTo>
                    <a:pt x="25503" y="21405"/>
                    <a:pt x="25564" y="21436"/>
                    <a:pt x="25564" y="21466"/>
                  </a:cubicBezTo>
                  <a:lnTo>
                    <a:pt x="25564" y="21497"/>
                  </a:lnTo>
                  <a:cubicBezTo>
                    <a:pt x="25503" y="21527"/>
                    <a:pt x="25442" y="21557"/>
                    <a:pt x="25351" y="21588"/>
                  </a:cubicBezTo>
                  <a:cubicBezTo>
                    <a:pt x="25290" y="21588"/>
                    <a:pt x="25017" y="21679"/>
                    <a:pt x="25017" y="21740"/>
                  </a:cubicBezTo>
                  <a:cubicBezTo>
                    <a:pt x="25017" y="21831"/>
                    <a:pt x="24834" y="21892"/>
                    <a:pt x="24773" y="21892"/>
                  </a:cubicBezTo>
                  <a:cubicBezTo>
                    <a:pt x="24713" y="21892"/>
                    <a:pt x="24682" y="21922"/>
                    <a:pt x="24652" y="21953"/>
                  </a:cubicBezTo>
                  <a:lnTo>
                    <a:pt x="25017" y="21953"/>
                  </a:lnTo>
                  <a:cubicBezTo>
                    <a:pt x="25169" y="21892"/>
                    <a:pt x="25290" y="21831"/>
                    <a:pt x="25412" y="21709"/>
                  </a:cubicBezTo>
                  <a:cubicBezTo>
                    <a:pt x="25426" y="21695"/>
                    <a:pt x="25443" y="21689"/>
                    <a:pt x="25462" y="21689"/>
                  </a:cubicBezTo>
                  <a:cubicBezTo>
                    <a:pt x="25522" y="21689"/>
                    <a:pt x="25594" y="21754"/>
                    <a:pt x="25594" y="21801"/>
                  </a:cubicBezTo>
                  <a:cubicBezTo>
                    <a:pt x="25594" y="21831"/>
                    <a:pt x="25533" y="21892"/>
                    <a:pt x="25412" y="21892"/>
                  </a:cubicBezTo>
                  <a:lnTo>
                    <a:pt x="25472" y="22013"/>
                  </a:lnTo>
                  <a:cubicBezTo>
                    <a:pt x="25533" y="21998"/>
                    <a:pt x="25586" y="21991"/>
                    <a:pt x="25640" y="21991"/>
                  </a:cubicBezTo>
                  <a:cubicBezTo>
                    <a:pt x="25693" y="21991"/>
                    <a:pt x="25746" y="21998"/>
                    <a:pt x="25807" y="22013"/>
                  </a:cubicBezTo>
                  <a:cubicBezTo>
                    <a:pt x="25811" y="22017"/>
                    <a:pt x="25815" y="22019"/>
                    <a:pt x="25820" y="22019"/>
                  </a:cubicBezTo>
                  <a:cubicBezTo>
                    <a:pt x="25852" y="22019"/>
                    <a:pt x="25898" y="21937"/>
                    <a:pt x="25898" y="21831"/>
                  </a:cubicBezTo>
                  <a:lnTo>
                    <a:pt x="26020" y="21831"/>
                  </a:lnTo>
                  <a:cubicBezTo>
                    <a:pt x="26060" y="21839"/>
                    <a:pt x="26099" y="21843"/>
                    <a:pt x="26133" y="21843"/>
                  </a:cubicBezTo>
                  <a:cubicBezTo>
                    <a:pt x="26228" y="21843"/>
                    <a:pt x="26293" y="21815"/>
                    <a:pt x="26293" y="21770"/>
                  </a:cubicBezTo>
                  <a:lnTo>
                    <a:pt x="26293" y="21709"/>
                  </a:lnTo>
                  <a:lnTo>
                    <a:pt x="26293" y="21649"/>
                  </a:lnTo>
                  <a:cubicBezTo>
                    <a:pt x="26263" y="21618"/>
                    <a:pt x="26202" y="21436"/>
                    <a:pt x="26263" y="21436"/>
                  </a:cubicBezTo>
                  <a:cubicBezTo>
                    <a:pt x="26266" y="21433"/>
                    <a:pt x="26270" y="21432"/>
                    <a:pt x="26277" y="21432"/>
                  </a:cubicBezTo>
                  <a:cubicBezTo>
                    <a:pt x="26330" y="21432"/>
                    <a:pt x="26492" y="21511"/>
                    <a:pt x="26580" y="21511"/>
                  </a:cubicBezTo>
                  <a:cubicBezTo>
                    <a:pt x="26601" y="21511"/>
                    <a:pt x="26617" y="21507"/>
                    <a:pt x="26628" y="21497"/>
                  </a:cubicBezTo>
                  <a:cubicBezTo>
                    <a:pt x="26645" y="21491"/>
                    <a:pt x="26659" y="21488"/>
                    <a:pt x="26670" y="21488"/>
                  </a:cubicBezTo>
                  <a:cubicBezTo>
                    <a:pt x="26718" y="21488"/>
                    <a:pt x="26713" y="21533"/>
                    <a:pt x="26688" y="21557"/>
                  </a:cubicBezTo>
                  <a:cubicBezTo>
                    <a:pt x="26658" y="21588"/>
                    <a:pt x="26445" y="21709"/>
                    <a:pt x="26506" y="21770"/>
                  </a:cubicBezTo>
                  <a:cubicBezTo>
                    <a:pt x="26536" y="21801"/>
                    <a:pt x="26658" y="21922"/>
                    <a:pt x="26688" y="21953"/>
                  </a:cubicBezTo>
                  <a:cubicBezTo>
                    <a:pt x="26688" y="21974"/>
                    <a:pt x="26719" y="21996"/>
                    <a:pt x="26747" y="21996"/>
                  </a:cubicBezTo>
                  <a:cubicBezTo>
                    <a:pt x="26759" y="21996"/>
                    <a:pt x="26771" y="21992"/>
                    <a:pt x="26779" y="21983"/>
                  </a:cubicBezTo>
                  <a:cubicBezTo>
                    <a:pt x="26810" y="21953"/>
                    <a:pt x="26810" y="21679"/>
                    <a:pt x="26871" y="21588"/>
                  </a:cubicBezTo>
                  <a:cubicBezTo>
                    <a:pt x="26901" y="21497"/>
                    <a:pt x="26931" y="21405"/>
                    <a:pt x="26931" y="21314"/>
                  </a:cubicBezTo>
                  <a:lnTo>
                    <a:pt x="26931" y="21223"/>
                  </a:lnTo>
                  <a:cubicBezTo>
                    <a:pt x="26959" y="21169"/>
                    <a:pt x="27082" y="21066"/>
                    <a:pt x="27130" y="21066"/>
                  </a:cubicBezTo>
                  <a:cubicBezTo>
                    <a:pt x="27136" y="21066"/>
                    <a:pt x="27141" y="21068"/>
                    <a:pt x="27144" y="21071"/>
                  </a:cubicBezTo>
                  <a:lnTo>
                    <a:pt x="27296" y="21345"/>
                  </a:lnTo>
                  <a:lnTo>
                    <a:pt x="27418" y="21405"/>
                  </a:lnTo>
                  <a:lnTo>
                    <a:pt x="27448" y="21436"/>
                  </a:lnTo>
                  <a:cubicBezTo>
                    <a:pt x="27479" y="21527"/>
                    <a:pt x="27661" y="21618"/>
                    <a:pt x="27631" y="21649"/>
                  </a:cubicBezTo>
                  <a:cubicBezTo>
                    <a:pt x="27600" y="21709"/>
                    <a:pt x="27448" y="21892"/>
                    <a:pt x="27418" y="21953"/>
                  </a:cubicBezTo>
                  <a:cubicBezTo>
                    <a:pt x="27404" y="21966"/>
                    <a:pt x="27409" y="21972"/>
                    <a:pt x="27425" y="21972"/>
                  </a:cubicBezTo>
                  <a:cubicBezTo>
                    <a:pt x="27482" y="21972"/>
                    <a:pt x="27675" y="21902"/>
                    <a:pt x="27722" y="21831"/>
                  </a:cubicBezTo>
                  <a:cubicBezTo>
                    <a:pt x="27751" y="21791"/>
                    <a:pt x="27781" y="21755"/>
                    <a:pt x="27813" y="21722"/>
                  </a:cubicBezTo>
                  <a:lnTo>
                    <a:pt x="27813" y="21722"/>
                  </a:lnTo>
                  <a:lnTo>
                    <a:pt x="27813" y="21831"/>
                  </a:lnTo>
                  <a:cubicBezTo>
                    <a:pt x="27813" y="21861"/>
                    <a:pt x="27843" y="21861"/>
                    <a:pt x="27874" y="21861"/>
                  </a:cubicBezTo>
                  <a:lnTo>
                    <a:pt x="28573" y="21861"/>
                  </a:lnTo>
                  <a:cubicBezTo>
                    <a:pt x="28634" y="21861"/>
                    <a:pt x="28755" y="21709"/>
                    <a:pt x="28755" y="21649"/>
                  </a:cubicBezTo>
                  <a:cubicBezTo>
                    <a:pt x="28783" y="21594"/>
                    <a:pt x="28884" y="21366"/>
                    <a:pt x="28948" y="21366"/>
                  </a:cubicBezTo>
                  <a:cubicBezTo>
                    <a:pt x="28955" y="21366"/>
                    <a:pt x="28962" y="21369"/>
                    <a:pt x="28968" y="21375"/>
                  </a:cubicBezTo>
                  <a:cubicBezTo>
                    <a:pt x="28985" y="21386"/>
                    <a:pt x="29001" y="21391"/>
                    <a:pt x="29016" y="21391"/>
                  </a:cubicBezTo>
                  <a:cubicBezTo>
                    <a:pt x="29081" y="21391"/>
                    <a:pt x="29126" y="21297"/>
                    <a:pt x="29150" y="21223"/>
                  </a:cubicBezTo>
                  <a:cubicBezTo>
                    <a:pt x="29150" y="21155"/>
                    <a:pt x="29167" y="21120"/>
                    <a:pt x="29189" y="21120"/>
                  </a:cubicBezTo>
                  <a:cubicBezTo>
                    <a:pt x="29196" y="21120"/>
                    <a:pt x="29204" y="21124"/>
                    <a:pt x="29211" y="21132"/>
                  </a:cubicBezTo>
                  <a:cubicBezTo>
                    <a:pt x="29233" y="21199"/>
                    <a:pt x="29191" y="21363"/>
                    <a:pt x="29297" y="21363"/>
                  </a:cubicBezTo>
                  <a:cubicBezTo>
                    <a:pt x="29336" y="21363"/>
                    <a:pt x="29395" y="21341"/>
                    <a:pt x="29485" y="21284"/>
                  </a:cubicBezTo>
                  <a:cubicBezTo>
                    <a:pt x="29485" y="21284"/>
                    <a:pt x="29606" y="21345"/>
                    <a:pt x="29606" y="21405"/>
                  </a:cubicBezTo>
                  <a:lnTo>
                    <a:pt x="29637" y="21709"/>
                  </a:lnTo>
                  <a:cubicBezTo>
                    <a:pt x="29758" y="21801"/>
                    <a:pt x="29849" y="21861"/>
                    <a:pt x="29971" y="21922"/>
                  </a:cubicBezTo>
                  <a:lnTo>
                    <a:pt x="30062" y="21922"/>
                  </a:lnTo>
                  <a:cubicBezTo>
                    <a:pt x="30123" y="21892"/>
                    <a:pt x="30123" y="21861"/>
                    <a:pt x="30093" y="21801"/>
                  </a:cubicBezTo>
                  <a:cubicBezTo>
                    <a:pt x="30062" y="21801"/>
                    <a:pt x="29789" y="21740"/>
                    <a:pt x="29849" y="21649"/>
                  </a:cubicBezTo>
                  <a:cubicBezTo>
                    <a:pt x="29854" y="21634"/>
                    <a:pt x="29861" y="21628"/>
                    <a:pt x="29871" y="21628"/>
                  </a:cubicBezTo>
                  <a:cubicBezTo>
                    <a:pt x="29916" y="21628"/>
                    <a:pt x="30011" y="21773"/>
                    <a:pt x="30127" y="21773"/>
                  </a:cubicBezTo>
                  <a:cubicBezTo>
                    <a:pt x="30135" y="21773"/>
                    <a:pt x="30144" y="21772"/>
                    <a:pt x="30153" y="21770"/>
                  </a:cubicBezTo>
                  <a:cubicBezTo>
                    <a:pt x="30275" y="21770"/>
                    <a:pt x="30670" y="21770"/>
                    <a:pt x="30761" y="21679"/>
                  </a:cubicBezTo>
                  <a:cubicBezTo>
                    <a:pt x="30853" y="21588"/>
                    <a:pt x="30944" y="21527"/>
                    <a:pt x="30944" y="21527"/>
                  </a:cubicBezTo>
                  <a:lnTo>
                    <a:pt x="30944" y="21527"/>
                  </a:lnTo>
                  <a:cubicBezTo>
                    <a:pt x="31035" y="21588"/>
                    <a:pt x="30883" y="21770"/>
                    <a:pt x="31065" y="21770"/>
                  </a:cubicBezTo>
                  <a:cubicBezTo>
                    <a:pt x="31126" y="21740"/>
                    <a:pt x="31217" y="21649"/>
                    <a:pt x="31248" y="21557"/>
                  </a:cubicBezTo>
                  <a:lnTo>
                    <a:pt x="31308" y="21497"/>
                  </a:lnTo>
                  <a:cubicBezTo>
                    <a:pt x="31308" y="21436"/>
                    <a:pt x="31552" y="21436"/>
                    <a:pt x="31643" y="21436"/>
                  </a:cubicBezTo>
                  <a:cubicBezTo>
                    <a:pt x="31734" y="21466"/>
                    <a:pt x="31704" y="21679"/>
                    <a:pt x="31612" y="21679"/>
                  </a:cubicBezTo>
                  <a:lnTo>
                    <a:pt x="31248" y="21679"/>
                  </a:lnTo>
                  <a:lnTo>
                    <a:pt x="31278" y="21770"/>
                  </a:lnTo>
                  <a:lnTo>
                    <a:pt x="31278" y="21801"/>
                  </a:lnTo>
                  <a:cubicBezTo>
                    <a:pt x="31369" y="21831"/>
                    <a:pt x="31460" y="21831"/>
                    <a:pt x="31552" y="21831"/>
                  </a:cubicBezTo>
                  <a:cubicBezTo>
                    <a:pt x="31576" y="21831"/>
                    <a:pt x="31736" y="21753"/>
                    <a:pt x="31831" y="21753"/>
                  </a:cubicBezTo>
                  <a:cubicBezTo>
                    <a:pt x="31854" y="21753"/>
                    <a:pt x="31874" y="21758"/>
                    <a:pt x="31886" y="21770"/>
                  </a:cubicBezTo>
                  <a:cubicBezTo>
                    <a:pt x="31947" y="21831"/>
                    <a:pt x="32008" y="21892"/>
                    <a:pt x="32068" y="21922"/>
                  </a:cubicBezTo>
                  <a:cubicBezTo>
                    <a:pt x="32099" y="21922"/>
                    <a:pt x="32129" y="21892"/>
                    <a:pt x="32160" y="21861"/>
                  </a:cubicBezTo>
                  <a:lnTo>
                    <a:pt x="32160" y="21831"/>
                  </a:lnTo>
                  <a:cubicBezTo>
                    <a:pt x="32129" y="21801"/>
                    <a:pt x="32312" y="21679"/>
                    <a:pt x="32403" y="21649"/>
                  </a:cubicBezTo>
                  <a:cubicBezTo>
                    <a:pt x="32423" y="21635"/>
                    <a:pt x="32444" y="21629"/>
                    <a:pt x="32464" y="21629"/>
                  </a:cubicBezTo>
                  <a:cubicBezTo>
                    <a:pt x="32533" y="21629"/>
                    <a:pt x="32599" y="21700"/>
                    <a:pt x="32646" y="21770"/>
                  </a:cubicBezTo>
                  <a:lnTo>
                    <a:pt x="32737" y="21801"/>
                  </a:lnTo>
                  <a:lnTo>
                    <a:pt x="32828" y="21831"/>
                  </a:lnTo>
                  <a:cubicBezTo>
                    <a:pt x="32957" y="21809"/>
                    <a:pt x="33071" y="21788"/>
                    <a:pt x="33191" y="21788"/>
                  </a:cubicBezTo>
                  <a:cubicBezTo>
                    <a:pt x="33241" y="21788"/>
                    <a:pt x="33292" y="21792"/>
                    <a:pt x="33345" y="21801"/>
                  </a:cubicBezTo>
                  <a:lnTo>
                    <a:pt x="33558" y="21861"/>
                  </a:lnTo>
                  <a:lnTo>
                    <a:pt x="34074" y="21861"/>
                  </a:lnTo>
                  <a:cubicBezTo>
                    <a:pt x="34257" y="21892"/>
                    <a:pt x="34409" y="21922"/>
                    <a:pt x="34561" y="21922"/>
                  </a:cubicBezTo>
                  <a:lnTo>
                    <a:pt x="34561" y="21649"/>
                  </a:lnTo>
                  <a:cubicBezTo>
                    <a:pt x="34576" y="21625"/>
                    <a:pt x="34600" y="21616"/>
                    <a:pt x="34627" y="21616"/>
                  </a:cubicBezTo>
                  <a:cubicBezTo>
                    <a:pt x="34705" y="21616"/>
                    <a:pt x="34812" y="21695"/>
                    <a:pt x="34834" y="21740"/>
                  </a:cubicBezTo>
                  <a:cubicBezTo>
                    <a:pt x="34846" y="21763"/>
                    <a:pt x="34893" y="21773"/>
                    <a:pt x="34954" y="21773"/>
                  </a:cubicBezTo>
                  <a:cubicBezTo>
                    <a:pt x="35052" y="21773"/>
                    <a:pt x="35185" y="21747"/>
                    <a:pt x="35260" y="21709"/>
                  </a:cubicBezTo>
                  <a:cubicBezTo>
                    <a:pt x="35292" y="21688"/>
                    <a:pt x="35328" y="21678"/>
                    <a:pt x="35364" y="21678"/>
                  </a:cubicBezTo>
                  <a:cubicBezTo>
                    <a:pt x="35430" y="21678"/>
                    <a:pt x="35494" y="21711"/>
                    <a:pt x="35533" y="21770"/>
                  </a:cubicBezTo>
                  <a:lnTo>
                    <a:pt x="35594" y="21801"/>
                  </a:lnTo>
                  <a:lnTo>
                    <a:pt x="35655" y="21861"/>
                  </a:lnTo>
                  <a:cubicBezTo>
                    <a:pt x="35659" y="21863"/>
                    <a:pt x="35663" y="21864"/>
                    <a:pt x="35667" y="21864"/>
                  </a:cubicBezTo>
                  <a:cubicBezTo>
                    <a:pt x="35724" y="21864"/>
                    <a:pt x="35777" y="21673"/>
                    <a:pt x="35777" y="21588"/>
                  </a:cubicBezTo>
                  <a:cubicBezTo>
                    <a:pt x="35789" y="21552"/>
                    <a:pt x="35805" y="21540"/>
                    <a:pt x="35823" y="21540"/>
                  </a:cubicBezTo>
                  <a:cubicBezTo>
                    <a:pt x="35850" y="21540"/>
                    <a:pt x="35880" y="21569"/>
                    <a:pt x="35898" y="21588"/>
                  </a:cubicBezTo>
                  <a:cubicBezTo>
                    <a:pt x="35898" y="21618"/>
                    <a:pt x="36050" y="21740"/>
                    <a:pt x="35989" y="21770"/>
                  </a:cubicBezTo>
                  <a:cubicBezTo>
                    <a:pt x="35929" y="21801"/>
                    <a:pt x="36020" y="21831"/>
                    <a:pt x="36263" y="21861"/>
                  </a:cubicBezTo>
                  <a:lnTo>
                    <a:pt x="36415" y="21892"/>
                  </a:lnTo>
                  <a:lnTo>
                    <a:pt x="36445" y="21892"/>
                  </a:lnTo>
                  <a:lnTo>
                    <a:pt x="36749" y="21861"/>
                  </a:lnTo>
                  <a:lnTo>
                    <a:pt x="36871" y="21831"/>
                  </a:lnTo>
                  <a:cubicBezTo>
                    <a:pt x="36977" y="21831"/>
                    <a:pt x="37084" y="21846"/>
                    <a:pt x="37186" y="21846"/>
                  </a:cubicBezTo>
                  <a:cubicBezTo>
                    <a:pt x="37289" y="21846"/>
                    <a:pt x="37388" y="21831"/>
                    <a:pt x="37479" y="21770"/>
                  </a:cubicBezTo>
                  <a:cubicBezTo>
                    <a:pt x="37496" y="21753"/>
                    <a:pt x="37515" y="21746"/>
                    <a:pt x="37534" y="21746"/>
                  </a:cubicBezTo>
                  <a:cubicBezTo>
                    <a:pt x="37583" y="21746"/>
                    <a:pt x="37631" y="21796"/>
                    <a:pt x="37631" y="21861"/>
                  </a:cubicBezTo>
                  <a:cubicBezTo>
                    <a:pt x="37631" y="21900"/>
                    <a:pt x="37642" y="21912"/>
                    <a:pt x="37659" y="21912"/>
                  </a:cubicBezTo>
                  <a:cubicBezTo>
                    <a:pt x="37683" y="21912"/>
                    <a:pt x="37718" y="21892"/>
                    <a:pt x="37752" y="21892"/>
                  </a:cubicBezTo>
                  <a:lnTo>
                    <a:pt x="37844" y="21861"/>
                  </a:lnTo>
                  <a:cubicBezTo>
                    <a:pt x="37935" y="21861"/>
                    <a:pt x="38026" y="21801"/>
                    <a:pt x="38056" y="21709"/>
                  </a:cubicBezTo>
                  <a:cubicBezTo>
                    <a:pt x="38056" y="21679"/>
                    <a:pt x="38102" y="21664"/>
                    <a:pt x="38174" y="21664"/>
                  </a:cubicBezTo>
                  <a:cubicBezTo>
                    <a:pt x="38246" y="21664"/>
                    <a:pt x="38345" y="21679"/>
                    <a:pt x="38451" y="21709"/>
                  </a:cubicBezTo>
                  <a:lnTo>
                    <a:pt x="38451" y="21892"/>
                  </a:lnTo>
                  <a:cubicBezTo>
                    <a:pt x="38482" y="21907"/>
                    <a:pt x="38512" y="21915"/>
                    <a:pt x="38539" y="21915"/>
                  </a:cubicBezTo>
                  <a:cubicBezTo>
                    <a:pt x="38565" y="21915"/>
                    <a:pt x="38588" y="21907"/>
                    <a:pt x="38603" y="21892"/>
                  </a:cubicBezTo>
                  <a:lnTo>
                    <a:pt x="38695" y="21861"/>
                  </a:lnTo>
                  <a:cubicBezTo>
                    <a:pt x="38718" y="21838"/>
                    <a:pt x="38750" y="21828"/>
                    <a:pt x="38786" y="21828"/>
                  </a:cubicBezTo>
                  <a:cubicBezTo>
                    <a:pt x="38844" y="21828"/>
                    <a:pt x="38912" y="21854"/>
                    <a:pt x="38968" y="21892"/>
                  </a:cubicBezTo>
                  <a:cubicBezTo>
                    <a:pt x="38972" y="21896"/>
                    <a:pt x="38978" y="21898"/>
                    <a:pt x="38986" y="21898"/>
                  </a:cubicBezTo>
                  <a:cubicBezTo>
                    <a:pt x="39031" y="21898"/>
                    <a:pt x="39124" y="21827"/>
                    <a:pt x="39151" y="21801"/>
                  </a:cubicBezTo>
                  <a:cubicBezTo>
                    <a:pt x="39163" y="21788"/>
                    <a:pt x="39197" y="21781"/>
                    <a:pt x="39242" y="21781"/>
                  </a:cubicBezTo>
                  <a:cubicBezTo>
                    <a:pt x="39307" y="21781"/>
                    <a:pt x="39396" y="21795"/>
                    <a:pt x="39485" y="21831"/>
                  </a:cubicBezTo>
                  <a:lnTo>
                    <a:pt x="39576" y="21892"/>
                  </a:lnTo>
                  <a:lnTo>
                    <a:pt x="39758" y="22013"/>
                  </a:lnTo>
                  <a:cubicBezTo>
                    <a:pt x="39827" y="21945"/>
                    <a:pt x="39929" y="21911"/>
                    <a:pt x="40041" y="21911"/>
                  </a:cubicBezTo>
                  <a:cubicBezTo>
                    <a:pt x="40078" y="21911"/>
                    <a:pt x="40116" y="21915"/>
                    <a:pt x="40154" y="21922"/>
                  </a:cubicBezTo>
                  <a:lnTo>
                    <a:pt x="40245" y="21922"/>
                  </a:lnTo>
                  <a:cubicBezTo>
                    <a:pt x="40353" y="21895"/>
                    <a:pt x="40485" y="21796"/>
                    <a:pt x="40535" y="21796"/>
                  </a:cubicBezTo>
                  <a:cubicBezTo>
                    <a:pt x="40541" y="21796"/>
                    <a:pt x="40545" y="21797"/>
                    <a:pt x="40549" y="21801"/>
                  </a:cubicBezTo>
                  <a:lnTo>
                    <a:pt x="40762" y="21892"/>
                  </a:lnTo>
                  <a:cubicBezTo>
                    <a:pt x="40808" y="21799"/>
                    <a:pt x="40854" y="21759"/>
                    <a:pt x="40874" y="21759"/>
                  </a:cubicBezTo>
                  <a:cubicBezTo>
                    <a:pt x="40880" y="21759"/>
                    <a:pt x="40883" y="21763"/>
                    <a:pt x="40883" y="21770"/>
                  </a:cubicBezTo>
                  <a:cubicBezTo>
                    <a:pt x="41035" y="21801"/>
                    <a:pt x="41187" y="21861"/>
                    <a:pt x="41309" y="21861"/>
                  </a:cubicBezTo>
                  <a:lnTo>
                    <a:pt x="41977" y="21861"/>
                  </a:lnTo>
                  <a:cubicBezTo>
                    <a:pt x="42069" y="21861"/>
                    <a:pt x="42129" y="21892"/>
                    <a:pt x="42221" y="21892"/>
                  </a:cubicBezTo>
                  <a:cubicBezTo>
                    <a:pt x="42403" y="21953"/>
                    <a:pt x="42585" y="21983"/>
                    <a:pt x="42768" y="21983"/>
                  </a:cubicBezTo>
                  <a:cubicBezTo>
                    <a:pt x="42859" y="21983"/>
                    <a:pt x="42950" y="21953"/>
                    <a:pt x="43041" y="21892"/>
                  </a:cubicBezTo>
                  <a:lnTo>
                    <a:pt x="43072" y="21861"/>
                  </a:lnTo>
                  <a:lnTo>
                    <a:pt x="43102" y="21801"/>
                  </a:lnTo>
                  <a:cubicBezTo>
                    <a:pt x="43123" y="21780"/>
                    <a:pt x="43144" y="21771"/>
                    <a:pt x="43165" y="21771"/>
                  </a:cubicBezTo>
                  <a:cubicBezTo>
                    <a:pt x="43234" y="21771"/>
                    <a:pt x="43298" y="21861"/>
                    <a:pt x="43345" y="21861"/>
                  </a:cubicBezTo>
                  <a:lnTo>
                    <a:pt x="43862" y="21861"/>
                  </a:lnTo>
                  <a:lnTo>
                    <a:pt x="44014" y="21892"/>
                  </a:lnTo>
                  <a:cubicBezTo>
                    <a:pt x="44121" y="21927"/>
                    <a:pt x="44228" y="21942"/>
                    <a:pt x="44334" y="21942"/>
                  </a:cubicBezTo>
                  <a:cubicBezTo>
                    <a:pt x="44410" y="21942"/>
                    <a:pt x="44485" y="21935"/>
                    <a:pt x="44561" y="21922"/>
                  </a:cubicBezTo>
                  <a:lnTo>
                    <a:pt x="44591" y="21922"/>
                  </a:lnTo>
                  <a:cubicBezTo>
                    <a:pt x="44612" y="21922"/>
                    <a:pt x="44726" y="21936"/>
                    <a:pt x="44819" y="21936"/>
                  </a:cubicBezTo>
                  <a:cubicBezTo>
                    <a:pt x="44865" y="21936"/>
                    <a:pt x="44905" y="21932"/>
                    <a:pt x="44926" y="21922"/>
                  </a:cubicBezTo>
                  <a:cubicBezTo>
                    <a:pt x="44939" y="21916"/>
                    <a:pt x="44960" y="21913"/>
                    <a:pt x="44985" y="21913"/>
                  </a:cubicBezTo>
                  <a:cubicBezTo>
                    <a:pt x="45055" y="21913"/>
                    <a:pt x="45161" y="21931"/>
                    <a:pt x="45231" y="21931"/>
                  </a:cubicBezTo>
                  <a:cubicBezTo>
                    <a:pt x="45257" y="21931"/>
                    <a:pt x="45278" y="21929"/>
                    <a:pt x="45290" y="21922"/>
                  </a:cubicBezTo>
                  <a:cubicBezTo>
                    <a:pt x="45309" y="21916"/>
                    <a:pt x="45338" y="21914"/>
                    <a:pt x="45374" y="21914"/>
                  </a:cubicBezTo>
                  <a:cubicBezTo>
                    <a:pt x="45518" y="21914"/>
                    <a:pt x="45771" y="21953"/>
                    <a:pt x="45868" y="21953"/>
                  </a:cubicBezTo>
                  <a:cubicBezTo>
                    <a:pt x="45990" y="21953"/>
                    <a:pt x="46111" y="21922"/>
                    <a:pt x="46233" y="21892"/>
                  </a:cubicBezTo>
                  <a:lnTo>
                    <a:pt x="46415" y="21892"/>
                  </a:lnTo>
                  <a:cubicBezTo>
                    <a:pt x="46446" y="21899"/>
                    <a:pt x="46474" y="21903"/>
                    <a:pt x="46500" y="21903"/>
                  </a:cubicBezTo>
                  <a:cubicBezTo>
                    <a:pt x="46577" y="21903"/>
                    <a:pt x="46628" y="21869"/>
                    <a:pt x="46628" y="21801"/>
                  </a:cubicBezTo>
                  <a:lnTo>
                    <a:pt x="46628" y="21709"/>
                  </a:lnTo>
                  <a:cubicBezTo>
                    <a:pt x="46597" y="21649"/>
                    <a:pt x="46689" y="21618"/>
                    <a:pt x="46749" y="21618"/>
                  </a:cubicBezTo>
                  <a:cubicBezTo>
                    <a:pt x="46780" y="21618"/>
                    <a:pt x="46810" y="21740"/>
                    <a:pt x="46810" y="21801"/>
                  </a:cubicBezTo>
                  <a:cubicBezTo>
                    <a:pt x="46810" y="21831"/>
                    <a:pt x="46871" y="21922"/>
                    <a:pt x="46993" y="21953"/>
                  </a:cubicBezTo>
                  <a:lnTo>
                    <a:pt x="47114" y="21953"/>
                  </a:lnTo>
                  <a:cubicBezTo>
                    <a:pt x="47145" y="21922"/>
                    <a:pt x="47175" y="21892"/>
                    <a:pt x="47175" y="21892"/>
                  </a:cubicBezTo>
                  <a:cubicBezTo>
                    <a:pt x="47205" y="21892"/>
                    <a:pt x="47661" y="21770"/>
                    <a:pt x="47661" y="21770"/>
                  </a:cubicBezTo>
                  <a:lnTo>
                    <a:pt x="47874" y="21892"/>
                  </a:lnTo>
                  <a:cubicBezTo>
                    <a:pt x="48148" y="21861"/>
                    <a:pt x="48452" y="21831"/>
                    <a:pt x="48756" y="21831"/>
                  </a:cubicBezTo>
                  <a:cubicBezTo>
                    <a:pt x="48877" y="21861"/>
                    <a:pt x="48999" y="21861"/>
                    <a:pt x="49120" y="21861"/>
                  </a:cubicBezTo>
                  <a:cubicBezTo>
                    <a:pt x="49151" y="21861"/>
                    <a:pt x="49394" y="21801"/>
                    <a:pt x="49455" y="21801"/>
                  </a:cubicBezTo>
                  <a:cubicBezTo>
                    <a:pt x="49495" y="21801"/>
                    <a:pt x="49590" y="21787"/>
                    <a:pt x="49657" y="21787"/>
                  </a:cubicBezTo>
                  <a:cubicBezTo>
                    <a:pt x="49691" y="21787"/>
                    <a:pt x="49718" y="21790"/>
                    <a:pt x="49728" y="21801"/>
                  </a:cubicBezTo>
                  <a:cubicBezTo>
                    <a:pt x="49850" y="21831"/>
                    <a:pt x="49971" y="21861"/>
                    <a:pt x="50093" y="21892"/>
                  </a:cubicBezTo>
                  <a:lnTo>
                    <a:pt x="50154" y="21831"/>
                  </a:lnTo>
                  <a:lnTo>
                    <a:pt x="50367" y="21649"/>
                  </a:lnTo>
                  <a:cubicBezTo>
                    <a:pt x="50701" y="21770"/>
                    <a:pt x="51066" y="21831"/>
                    <a:pt x="51400" y="21892"/>
                  </a:cubicBezTo>
                  <a:cubicBezTo>
                    <a:pt x="51552" y="21861"/>
                    <a:pt x="51643" y="21709"/>
                    <a:pt x="51704" y="21679"/>
                  </a:cubicBezTo>
                  <a:cubicBezTo>
                    <a:pt x="51707" y="21672"/>
                    <a:pt x="51714" y="21669"/>
                    <a:pt x="51723" y="21669"/>
                  </a:cubicBezTo>
                  <a:cubicBezTo>
                    <a:pt x="51793" y="21669"/>
                    <a:pt x="52021" y="21861"/>
                    <a:pt x="52130" y="21861"/>
                  </a:cubicBezTo>
                  <a:lnTo>
                    <a:pt x="52829" y="21801"/>
                  </a:lnTo>
                  <a:cubicBezTo>
                    <a:pt x="52874" y="21785"/>
                    <a:pt x="52920" y="21778"/>
                    <a:pt x="52965" y="21778"/>
                  </a:cubicBezTo>
                  <a:cubicBezTo>
                    <a:pt x="53011" y="21778"/>
                    <a:pt x="53057" y="21785"/>
                    <a:pt x="53102" y="21801"/>
                  </a:cubicBezTo>
                  <a:cubicBezTo>
                    <a:pt x="53102" y="21801"/>
                    <a:pt x="53152" y="21926"/>
                    <a:pt x="53207" y="21926"/>
                  </a:cubicBezTo>
                  <a:cubicBezTo>
                    <a:pt x="53213" y="21926"/>
                    <a:pt x="53218" y="21925"/>
                    <a:pt x="53224" y="21922"/>
                  </a:cubicBezTo>
                  <a:cubicBezTo>
                    <a:pt x="53315" y="21892"/>
                    <a:pt x="53406" y="21831"/>
                    <a:pt x="53528" y="21831"/>
                  </a:cubicBezTo>
                  <a:cubicBezTo>
                    <a:pt x="53649" y="21831"/>
                    <a:pt x="53740" y="21861"/>
                    <a:pt x="53832" y="21892"/>
                  </a:cubicBezTo>
                  <a:lnTo>
                    <a:pt x="53984" y="21801"/>
                  </a:lnTo>
                  <a:cubicBezTo>
                    <a:pt x="53992" y="21796"/>
                    <a:pt x="54003" y="21794"/>
                    <a:pt x="54017" y="21794"/>
                  </a:cubicBezTo>
                  <a:cubicBezTo>
                    <a:pt x="54096" y="21794"/>
                    <a:pt x="54249" y="21861"/>
                    <a:pt x="54379" y="21861"/>
                  </a:cubicBezTo>
                  <a:lnTo>
                    <a:pt x="54440" y="21861"/>
                  </a:lnTo>
                  <a:cubicBezTo>
                    <a:pt x="54526" y="21840"/>
                    <a:pt x="54612" y="21818"/>
                    <a:pt x="54698" y="21818"/>
                  </a:cubicBezTo>
                  <a:cubicBezTo>
                    <a:pt x="54733" y="21818"/>
                    <a:pt x="54769" y="21822"/>
                    <a:pt x="54804" y="21831"/>
                  </a:cubicBezTo>
                  <a:lnTo>
                    <a:pt x="54956" y="21831"/>
                  </a:lnTo>
                  <a:cubicBezTo>
                    <a:pt x="54956" y="21801"/>
                    <a:pt x="54926" y="21770"/>
                    <a:pt x="54896" y="21770"/>
                  </a:cubicBezTo>
                  <a:lnTo>
                    <a:pt x="54896" y="21740"/>
                  </a:lnTo>
                  <a:cubicBezTo>
                    <a:pt x="54896" y="21715"/>
                    <a:pt x="54896" y="21671"/>
                    <a:pt x="54928" y="21671"/>
                  </a:cubicBezTo>
                  <a:cubicBezTo>
                    <a:pt x="54935" y="21671"/>
                    <a:pt x="54945" y="21673"/>
                    <a:pt x="54956" y="21679"/>
                  </a:cubicBezTo>
                  <a:cubicBezTo>
                    <a:pt x="55017" y="21709"/>
                    <a:pt x="55047" y="21740"/>
                    <a:pt x="55108" y="21740"/>
                  </a:cubicBezTo>
                  <a:cubicBezTo>
                    <a:pt x="55169" y="21740"/>
                    <a:pt x="55203" y="21699"/>
                    <a:pt x="55246" y="21699"/>
                  </a:cubicBezTo>
                  <a:cubicBezTo>
                    <a:pt x="55267" y="21699"/>
                    <a:pt x="55291" y="21709"/>
                    <a:pt x="55321" y="21740"/>
                  </a:cubicBezTo>
                  <a:cubicBezTo>
                    <a:pt x="55321" y="21746"/>
                    <a:pt x="55325" y="21748"/>
                    <a:pt x="55331" y="21748"/>
                  </a:cubicBezTo>
                  <a:cubicBezTo>
                    <a:pt x="55355" y="21748"/>
                    <a:pt x="55418" y="21709"/>
                    <a:pt x="55443" y="21709"/>
                  </a:cubicBezTo>
                  <a:lnTo>
                    <a:pt x="55564" y="21740"/>
                  </a:lnTo>
                  <a:cubicBezTo>
                    <a:pt x="55610" y="21755"/>
                    <a:pt x="55701" y="21755"/>
                    <a:pt x="55788" y="21755"/>
                  </a:cubicBezTo>
                  <a:cubicBezTo>
                    <a:pt x="55876" y="21755"/>
                    <a:pt x="55959" y="21755"/>
                    <a:pt x="55990" y="21770"/>
                  </a:cubicBezTo>
                  <a:cubicBezTo>
                    <a:pt x="56111" y="21831"/>
                    <a:pt x="56233" y="21831"/>
                    <a:pt x="56355" y="21831"/>
                  </a:cubicBezTo>
                  <a:cubicBezTo>
                    <a:pt x="56367" y="21825"/>
                    <a:pt x="56385" y="21822"/>
                    <a:pt x="56407" y="21822"/>
                  </a:cubicBezTo>
                  <a:cubicBezTo>
                    <a:pt x="56494" y="21822"/>
                    <a:pt x="56640" y="21861"/>
                    <a:pt x="56689" y="21861"/>
                  </a:cubicBezTo>
                  <a:lnTo>
                    <a:pt x="56932" y="21831"/>
                  </a:lnTo>
                  <a:lnTo>
                    <a:pt x="56993" y="21861"/>
                  </a:lnTo>
                  <a:lnTo>
                    <a:pt x="57175" y="21922"/>
                  </a:lnTo>
                  <a:cubicBezTo>
                    <a:pt x="57193" y="21851"/>
                    <a:pt x="57211" y="21821"/>
                    <a:pt x="57229" y="21821"/>
                  </a:cubicBezTo>
                  <a:cubicBezTo>
                    <a:pt x="57241" y="21821"/>
                    <a:pt x="57254" y="21836"/>
                    <a:pt x="57266" y="21861"/>
                  </a:cubicBezTo>
                  <a:cubicBezTo>
                    <a:pt x="57266" y="21887"/>
                    <a:pt x="57294" y="21896"/>
                    <a:pt x="57327" y="21896"/>
                  </a:cubicBezTo>
                  <a:cubicBezTo>
                    <a:pt x="57373" y="21896"/>
                    <a:pt x="57431" y="21879"/>
                    <a:pt x="57449" y="21861"/>
                  </a:cubicBezTo>
                  <a:cubicBezTo>
                    <a:pt x="57475" y="21852"/>
                    <a:pt x="57502" y="21849"/>
                    <a:pt x="57528" y="21849"/>
                  </a:cubicBezTo>
                  <a:cubicBezTo>
                    <a:pt x="57591" y="21849"/>
                    <a:pt x="57649" y="21870"/>
                    <a:pt x="57692" y="21892"/>
                  </a:cubicBezTo>
                  <a:lnTo>
                    <a:pt x="57783" y="21801"/>
                  </a:lnTo>
                  <a:lnTo>
                    <a:pt x="57874" y="21740"/>
                  </a:lnTo>
                  <a:cubicBezTo>
                    <a:pt x="57898" y="21717"/>
                    <a:pt x="57925" y="21707"/>
                    <a:pt x="57954" y="21707"/>
                  </a:cubicBezTo>
                  <a:cubicBezTo>
                    <a:pt x="58000" y="21707"/>
                    <a:pt x="58049" y="21733"/>
                    <a:pt x="58087" y="21770"/>
                  </a:cubicBezTo>
                  <a:cubicBezTo>
                    <a:pt x="58087" y="21831"/>
                    <a:pt x="58300" y="21892"/>
                    <a:pt x="58391" y="21892"/>
                  </a:cubicBezTo>
                  <a:cubicBezTo>
                    <a:pt x="58467" y="21866"/>
                    <a:pt x="58628" y="21756"/>
                    <a:pt x="58733" y="21756"/>
                  </a:cubicBezTo>
                  <a:cubicBezTo>
                    <a:pt x="58753" y="21756"/>
                    <a:pt x="58771" y="21760"/>
                    <a:pt x="58786" y="21770"/>
                  </a:cubicBezTo>
                  <a:cubicBezTo>
                    <a:pt x="58832" y="21785"/>
                    <a:pt x="58885" y="21793"/>
                    <a:pt x="58942" y="21793"/>
                  </a:cubicBezTo>
                  <a:cubicBezTo>
                    <a:pt x="58999" y="21793"/>
                    <a:pt x="59060" y="21785"/>
                    <a:pt x="59121" y="21770"/>
                  </a:cubicBezTo>
                  <a:lnTo>
                    <a:pt x="59242" y="21831"/>
                  </a:lnTo>
                  <a:lnTo>
                    <a:pt x="59424" y="21983"/>
                  </a:lnTo>
                  <a:cubicBezTo>
                    <a:pt x="59546" y="21892"/>
                    <a:pt x="59911" y="21892"/>
                    <a:pt x="60002" y="21861"/>
                  </a:cubicBezTo>
                  <a:cubicBezTo>
                    <a:pt x="60093" y="21801"/>
                    <a:pt x="60215" y="21770"/>
                    <a:pt x="60336" y="21740"/>
                  </a:cubicBezTo>
                  <a:cubicBezTo>
                    <a:pt x="60549" y="21801"/>
                    <a:pt x="60792" y="21831"/>
                    <a:pt x="61005" y="21831"/>
                  </a:cubicBezTo>
                  <a:cubicBezTo>
                    <a:pt x="61127" y="21831"/>
                    <a:pt x="61218" y="21831"/>
                    <a:pt x="61339" y="21801"/>
                  </a:cubicBezTo>
                  <a:cubicBezTo>
                    <a:pt x="61362" y="21801"/>
                    <a:pt x="61453" y="21749"/>
                    <a:pt x="61510" y="21749"/>
                  </a:cubicBezTo>
                  <a:cubicBezTo>
                    <a:pt x="61529" y="21749"/>
                    <a:pt x="61545" y="21755"/>
                    <a:pt x="61552" y="21770"/>
                  </a:cubicBezTo>
                  <a:cubicBezTo>
                    <a:pt x="61560" y="21778"/>
                    <a:pt x="61577" y="21782"/>
                    <a:pt x="61601" y="21782"/>
                  </a:cubicBezTo>
                  <a:cubicBezTo>
                    <a:pt x="61672" y="21782"/>
                    <a:pt x="61803" y="21747"/>
                    <a:pt x="61917" y="21679"/>
                  </a:cubicBezTo>
                  <a:lnTo>
                    <a:pt x="62039" y="21709"/>
                  </a:lnTo>
                  <a:lnTo>
                    <a:pt x="62373" y="21801"/>
                  </a:lnTo>
                  <a:cubicBezTo>
                    <a:pt x="62677" y="21770"/>
                    <a:pt x="63011" y="21770"/>
                    <a:pt x="63315" y="21770"/>
                  </a:cubicBezTo>
                  <a:cubicBezTo>
                    <a:pt x="63406" y="21770"/>
                    <a:pt x="63498" y="21679"/>
                    <a:pt x="63558" y="21588"/>
                  </a:cubicBezTo>
                  <a:cubicBezTo>
                    <a:pt x="63558" y="21584"/>
                    <a:pt x="63560" y="21583"/>
                    <a:pt x="63565" y="21583"/>
                  </a:cubicBezTo>
                  <a:cubicBezTo>
                    <a:pt x="63597" y="21583"/>
                    <a:pt x="63751" y="21682"/>
                    <a:pt x="63832" y="21709"/>
                  </a:cubicBezTo>
                  <a:cubicBezTo>
                    <a:pt x="63850" y="21727"/>
                    <a:pt x="63881" y="21735"/>
                    <a:pt x="63916" y="21735"/>
                  </a:cubicBezTo>
                  <a:cubicBezTo>
                    <a:pt x="64002" y="21735"/>
                    <a:pt x="64114" y="21692"/>
                    <a:pt x="64136" y="21649"/>
                  </a:cubicBezTo>
                  <a:cubicBezTo>
                    <a:pt x="64166" y="21633"/>
                    <a:pt x="64197" y="21626"/>
                    <a:pt x="64227" y="21626"/>
                  </a:cubicBezTo>
                  <a:cubicBezTo>
                    <a:pt x="64257" y="21626"/>
                    <a:pt x="64288" y="21633"/>
                    <a:pt x="64318" y="21649"/>
                  </a:cubicBezTo>
                  <a:lnTo>
                    <a:pt x="64379" y="21679"/>
                  </a:lnTo>
                  <a:cubicBezTo>
                    <a:pt x="64485" y="21755"/>
                    <a:pt x="64539" y="21793"/>
                    <a:pt x="64596" y="21793"/>
                  </a:cubicBezTo>
                  <a:cubicBezTo>
                    <a:pt x="64653" y="21793"/>
                    <a:pt x="64713" y="21755"/>
                    <a:pt x="64835" y="21679"/>
                  </a:cubicBezTo>
                  <a:cubicBezTo>
                    <a:pt x="64896" y="21649"/>
                    <a:pt x="65048" y="21618"/>
                    <a:pt x="65048" y="21557"/>
                  </a:cubicBezTo>
                  <a:lnTo>
                    <a:pt x="65108" y="21497"/>
                  </a:lnTo>
                  <a:cubicBezTo>
                    <a:pt x="65121" y="21491"/>
                    <a:pt x="65134" y="21488"/>
                    <a:pt x="65148" y="21488"/>
                  </a:cubicBezTo>
                  <a:cubicBezTo>
                    <a:pt x="65203" y="21488"/>
                    <a:pt x="65267" y="21527"/>
                    <a:pt x="65291" y="21527"/>
                  </a:cubicBezTo>
                  <a:cubicBezTo>
                    <a:pt x="65306" y="21542"/>
                    <a:pt x="65329" y="21550"/>
                    <a:pt x="65352" y="21550"/>
                  </a:cubicBezTo>
                  <a:cubicBezTo>
                    <a:pt x="65374" y="21550"/>
                    <a:pt x="65397" y="21542"/>
                    <a:pt x="65412" y="21527"/>
                  </a:cubicBezTo>
                  <a:cubicBezTo>
                    <a:pt x="65443" y="21527"/>
                    <a:pt x="65504" y="21649"/>
                    <a:pt x="65504" y="21679"/>
                  </a:cubicBezTo>
                  <a:cubicBezTo>
                    <a:pt x="65504" y="21740"/>
                    <a:pt x="65686" y="21770"/>
                    <a:pt x="65777" y="21770"/>
                  </a:cubicBezTo>
                  <a:lnTo>
                    <a:pt x="66142" y="21770"/>
                  </a:lnTo>
                  <a:cubicBezTo>
                    <a:pt x="66182" y="21770"/>
                    <a:pt x="66291" y="21784"/>
                    <a:pt x="66376" y="21784"/>
                  </a:cubicBezTo>
                  <a:cubicBezTo>
                    <a:pt x="66419" y="21784"/>
                    <a:pt x="66456" y="21780"/>
                    <a:pt x="66476" y="21770"/>
                  </a:cubicBezTo>
                  <a:cubicBezTo>
                    <a:pt x="66598" y="21709"/>
                    <a:pt x="66689" y="21679"/>
                    <a:pt x="66811" y="21679"/>
                  </a:cubicBezTo>
                  <a:cubicBezTo>
                    <a:pt x="66871" y="21709"/>
                    <a:pt x="67054" y="21770"/>
                    <a:pt x="67115" y="21770"/>
                  </a:cubicBezTo>
                  <a:cubicBezTo>
                    <a:pt x="67206" y="21770"/>
                    <a:pt x="67297" y="21770"/>
                    <a:pt x="67388" y="21709"/>
                  </a:cubicBezTo>
                  <a:lnTo>
                    <a:pt x="67510" y="21770"/>
                  </a:lnTo>
                  <a:cubicBezTo>
                    <a:pt x="67571" y="21801"/>
                    <a:pt x="67639" y="21816"/>
                    <a:pt x="67707" y="21816"/>
                  </a:cubicBezTo>
                  <a:cubicBezTo>
                    <a:pt x="67776" y="21816"/>
                    <a:pt x="67844" y="21801"/>
                    <a:pt x="67905" y="21770"/>
                  </a:cubicBezTo>
                  <a:lnTo>
                    <a:pt x="68026" y="21709"/>
                  </a:lnTo>
                  <a:cubicBezTo>
                    <a:pt x="68178" y="21709"/>
                    <a:pt x="68330" y="21740"/>
                    <a:pt x="68482" y="21801"/>
                  </a:cubicBezTo>
                  <a:cubicBezTo>
                    <a:pt x="68489" y="21815"/>
                    <a:pt x="68505" y="21821"/>
                    <a:pt x="68525" y="21821"/>
                  </a:cubicBezTo>
                  <a:cubicBezTo>
                    <a:pt x="68593" y="21821"/>
                    <a:pt x="68716" y="21756"/>
                    <a:pt x="68786" y="21709"/>
                  </a:cubicBezTo>
                  <a:cubicBezTo>
                    <a:pt x="68798" y="21704"/>
                    <a:pt x="68815" y="21701"/>
                    <a:pt x="68836" y="21701"/>
                  </a:cubicBezTo>
                  <a:cubicBezTo>
                    <a:pt x="68924" y="21701"/>
                    <a:pt x="69077" y="21746"/>
                    <a:pt x="69151" y="21770"/>
                  </a:cubicBezTo>
                  <a:cubicBezTo>
                    <a:pt x="69173" y="21776"/>
                    <a:pt x="69193" y="21778"/>
                    <a:pt x="69213" y="21778"/>
                  </a:cubicBezTo>
                  <a:cubicBezTo>
                    <a:pt x="69304" y="21778"/>
                    <a:pt x="69375" y="21724"/>
                    <a:pt x="69425" y="21649"/>
                  </a:cubicBezTo>
                  <a:lnTo>
                    <a:pt x="69516" y="21679"/>
                  </a:lnTo>
                  <a:lnTo>
                    <a:pt x="69729" y="21740"/>
                  </a:lnTo>
                  <a:cubicBezTo>
                    <a:pt x="69911" y="21709"/>
                    <a:pt x="70124" y="21679"/>
                    <a:pt x="70154" y="21679"/>
                  </a:cubicBezTo>
                  <a:cubicBezTo>
                    <a:pt x="70428" y="21740"/>
                    <a:pt x="70701" y="21801"/>
                    <a:pt x="70975" y="21801"/>
                  </a:cubicBezTo>
                  <a:cubicBezTo>
                    <a:pt x="71218" y="21740"/>
                    <a:pt x="71492" y="21709"/>
                    <a:pt x="71765" y="21709"/>
                  </a:cubicBezTo>
                  <a:cubicBezTo>
                    <a:pt x="71820" y="21737"/>
                    <a:pt x="71874" y="21752"/>
                    <a:pt x="71926" y="21752"/>
                  </a:cubicBezTo>
                  <a:cubicBezTo>
                    <a:pt x="71990" y="21752"/>
                    <a:pt x="72049" y="21729"/>
                    <a:pt x="72099" y="21679"/>
                  </a:cubicBezTo>
                  <a:lnTo>
                    <a:pt x="72130" y="21679"/>
                  </a:lnTo>
                  <a:lnTo>
                    <a:pt x="72312" y="21740"/>
                  </a:lnTo>
                  <a:cubicBezTo>
                    <a:pt x="72555" y="21709"/>
                    <a:pt x="72799" y="21679"/>
                    <a:pt x="73042" y="21679"/>
                  </a:cubicBezTo>
                  <a:lnTo>
                    <a:pt x="73163" y="21770"/>
                  </a:lnTo>
                  <a:lnTo>
                    <a:pt x="73346" y="21861"/>
                  </a:lnTo>
                  <a:cubicBezTo>
                    <a:pt x="73558" y="21801"/>
                    <a:pt x="73771" y="21770"/>
                    <a:pt x="73984" y="21770"/>
                  </a:cubicBezTo>
                  <a:cubicBezTo>
                    <a:pt x="74049" y="21749"/>
                    <a:pt x="74235" y="21727"/>
                    <a:pt x="74349" y="21727"/>
                  </a:cubicBezTo>
                  <a:cubicBezTo>
                    <a:pt x="74396" y="21727"/>
                    <a:pt x="74431" y="21731"/>
                    <a:pt x="74440" y="21740"/>
                  </a:cubicBezTo>
                  <a:cubicBezTo>
                    <a:pt x="74450" y="21750"/>
                    <a:pt x="74470" y="21753"/>
                    <a:pt x="74495" y="21753"/>
                  </a:cubicBezTo>
                  <a:cubicBezTo>
                    <a:pt x="74545" y="21753"/>
                    <a:pt x="74612" y="21740"/>
                    <a:pt x="74653" y="21740"/>
                  </a:cubicBezTo>
                  <a:lnTo>
                    <a:pt x="75200" y="21770"/>
                  </a:lnTo>
                  <a:cubicBezTo>
                    <a:pt x="75301" y="21770"/>
                    <a:pt x="75416" y="21784"/>
                    <a:pt x="75499" y="21784"/>
                  </a:cubicBezTo>
                  <a:cubicBezTo>
                    <a:pt x="75541" y="21784"/>
                    <a:pt x="75575" y="21780"/>
                    <a:pt x="75595" y="21770"/>
                  </a:cubicBezTo>
                  <a:cubicBezTo>
                    <a:pt x="75644" y="21770"/>
                    <a:pt x="75751" y="21809"/>
                    <a:pt x="75823" y="21809"/>
                  </a:cubicBezTo>
                  <a:cubicBezTo>
                    <a:pt x="75841" y="21809"/>
                    <a:pt x="75856" y="21807"/>
                    <a:pt x="75869" y="21801"/>
                  </a:cubicBezTo>
                  <a:cubicBezTo>
                    <a:pt x="75929" y="21801"/>
                    <a:pt x="76203" y="21679"/>
                    <a:pt x="76324" y="21679"/>
                  </a:cubicBezTo>
                  <a:lnTo>
                    <a:pt x="76932" y="21679"/>
                  </a:lnTo>
                  <a:cubicBezTo>
                    <a:pt x="77084" y="21709"/>
                    <a:pt x="77236" y="21740"/>
                    <a:pt x="77419" y="21740"/>
                  </a:cubicBezTo>
                  <a:cubicBezTo>
                    <a:pt x="77439" y="21730"/>
                    <a:pt x="77486" y="21726"/>
                    <a:pt x="77545" y="21726"/>
                  </a:cubicBezTo>
                  <a:cubicBezTo>
                    <a:pt x="77662" y="21726"/>
                    <a:pt x="77824" y="21740"/>
                    <a:pt x="77905" y="21740"/>
                  </a:cubicBezTo>
                  <a:cubicBezTo>
                    <a:pt x="78027" y="21709"/>
                    <a:pt x="78270" y="21709"/>
                    <a:pt x="78300" y="21709"/>
                  </a:cubicBezTo>
                  <a:cubicBezTo>
                    <a:pt x="78347" y="21709"/>
                    <a:pt x="78520" y="21799"/>
                    <a:pt x="78597" y="21799"/>
                  </a:cubicBezTo>
                  <a:cubicBezTo>
                    <a:pt x="78620" y="21799"/>
                    <a:pt x="78635" y="21791"/>
                    <a:pt x="78635" y="21770"/>
                  </a:cubicBezTo>
                  <a:cubicBezTo>
                    <a:pt x="78635" y="21735"/>
                    <a:pt x="78645" y="21720"/>
                    <a:pt x="78660" y="21720"/>
                  </a:cubicBezTo>
                  <a:cubicBezTo>
                    <a:pt x="78670" y="21720"/>
                    <a:pt x="78683" y="21727"/>
                    <a:pt x="78695" y="21740"/>
                  </a:cubicBezTo>
                  <a:cubicBezTo>
                    <a:pt x="78695" y="21740"/>
                    <a:pt x="79030" y="21679"/>
                    <a:pt x="79182" y="21679"/>
                  </a:cubicBezTo>
                  <a:cubicBezTo>
                    <a:pt x="79242" y="21694"/>
                    <a:pt x="79303" y="21702"/>
                    <a:pt x="79364" y="21702"/>
                  </a:cubicBezTo>
                  <a:cubicBezTo>
                    <a:pt x="79425" y="21702"/>
                    <a:pt x="79486" y="21694"/>
                    <a:pt x="79546" y="21679"/>
                  </a:cubicBezTo>
                  <a:cubicBezTo>
                    <a:pt x="79638" y="21709"/>
                    <a:pt x="79759" y="21709"/>
                    <a:pt x="79850" y="21709"/>
                  </a:cubicBezTo>
                  <a:cubicBezTo>
                    <a:pt x="79942" y="21709"/>
                    <a:pt x="80124" y="21649"/>
                    <a:pt x="80306" y="21618"/>
                  </a:cubicBezTo>
                  <a:lnTo>
                    <a:pt x="80458" y="21649"/>
                  </a:lnTo>
                  <a:lnTo>
                    <a:pt x="80671" y="21709"/>
                  </a:lnTo>
                  <a:cubicBezTo>
                    <a:pt x="80884" y="21679"/>
                    <a:pt x="81097" y="21649"/>
                    <a:pt x="81309" y="21649"/>
                  </a:cubicBezTo>
                  <a:lnTo>
                    <a:pt x="81431" y="21588"/>
                  </a:lnTo>
                  <a:lnTo>
                    <a:pt x="81583" y="21527"/>
                  </a:lnTo>
                  <a:cubicBezTo>
                    <a:pt x="81658" y="21565"/>
                    <a:pt x="81745" y="21591"/>
                    <a:pt x="81836" y="21591"/>
                  </a:cubicBezTo>
                  <a:cubicBezTo>
                    <a:pt x="81892" y="21591"/>
                    <a:pt x="81950" y="21581"/>
                    <a:pt x="82008" y="21557"/>
                  </a:cubicBezTo>
                  <a:lnTo>
                    <a:pt x="82282" y="21557"/>
                  </a:lnTo>
                  <a:cubicBezTo>
                    <a:pt x="82434" y="21557"/>
                    <a:pt x="82586" y="21588"/>
                    <a:pt x="82768" y="21618"/>
                  </a:cubicBezTo>
                  <a:lnTo>
                    <a:pt x="82890" y="21588"/>
                  </a:lnTo>
                  <a:lnTo>
                    <a:pt x="83012" y="21557"/>
                  </a:lnTo>
                  <a:cubicBezTo>
                    <a:pt x="83039" y="21563"/>
                    <a:pt x="83068" y="21565"/>
                    <a:pt x="83098" y="21565"/>
                  </a:cubicBezTo>
                  <a:cubicBezTo>
                    <a:pt x="83229" y="21565"/>
                    <a:pt x="83374" y="21516"/>
                    <a:pt x="83498" y="21466"/>
                  </a:cubicBezTo>
                  <a:lnTo>
                    <a:pt x="83650" y="21557"/>
                  </a:lnTo>
                  <a:lnTo>
                    <a:pt x="83680" y="21557"/>
                  </a:lnTo>
                  <a:cubicBezTo>
                    <a:pt x="83687" y="21554"/>
                    <a:pt x="83699" y="21552"/>
                    <a:pt x="83714" y="21552"/>
                  </a:cubicBezTo>
                  <a:cubicBezTo>
                    <a:pt x="83792" y="21552"/>
                    <a:pt x="83964" y="21592"/>
                    <a:pt x="84091" y="21592"/>
                  </a:cubicBezTo>
                  <a:cubicBezTo>
                    <a:pt x="84151" y="21592"/>
                    <a:pt x="84202" y="21583"/>
                    <a:pt x="84227" y="21557"/>
                  </a:cubicBezTo>
                  <a:cubicBezTo>
                    <a:pt x="84294" y="21513"/>
                    <a:pt x="84410" y="21485"/>
                    <a:pt x="84479" y="21485"/>
                  </a:cubicBezTo>
                  <a:cubicBezTo>
                    <a:pt x="84504" y="21485"/>
                    <a:pt x="84523" y="21488"/>
                    <a:pt x="84531" y="21497"/>
                  </a:cubicBezTo>
                  <a:cubicBezTo>
                    <a:pt x="84536" y="21501"/>
                    <a:pt x="84544" y="21503"/>
                    <a:pt x="84555" y="21503"/>
                  </a:cubicBezTo>
                  <a:cubicBezTo>
                    <a:pt x="84621" y="21503"/>
                    <a:pt x="84792" y="21436"/>
                    <a:pt x="84896" y="21436"/>
                  </a:cubicBezTo>
                  <a:cubicBezTo>
                    <a:pt x="84987" y="21436"/>
                    <a:pt x="85200" y="21405"/>
                    <a:pt x="85382" y="21375"/>
                  </a:cubicBezTo>
                  <a:lnTo>
                    <a:pt x="85534" y="21405"/>
                  </a:lnTo>
                  <a:lnTo>
                    <a:pt x="85656" y="21436"/>
                  </a:lnTo>
                  <a:cubicBezTo>
                    <a:pt x="85764" y="21409"/>
                    <a:pt x="85993" y="21309"/>
                    <a:pt x="86063" y="21309"/>
                  </a:cubicBezTo>
                  <a:cubicBezTo>
                    <a:pt x="86072" y="21309"/>
                    <a:pt x="86078" y="21311"/>
                    <a:pt x="86082" y="21314"/>
                  </a:cubicBezTo>
                  <a:cubicBezTo>
                    <a:pt x="86294" y="21314"/>
                    <a:pt x="86507" y="21284"/>
                    <a:pt x="86750" y="21253"/>
                  </a:cubicBezTo>
                  <a:cubicBezTo>
                    <a:pt x="86902" y="21253"/>
                    <a:pt x="87085" y="21223"/>
                    <a:pt x="87267" y="21193"/>
                  </a:cubicBezTo>
                  <a:cubicBezTo>
                    <a:pt x="87316" y="21193"/>
                    <a:pt x="87500" y="21232"/>
                    <a:pt x="87603" y="21232"/>
                  </a:cubicBezTo>
                  <a:cubicBezTo>
                    <a:pt x="87629" y="21232"/>
                    <a:pt x="87650" y="21229"/>
                    <a:pt x="87662" y="21223"/>
                  </a:cubicBezTo>
                  <a:cubicBezTo>
                    <a:pt x="87748" y="21202"/>
                    <a:pt x="87849" y="21180"/>
                    <a:pt x="87944" y="21180"/>
                  </a:cubicBezTo>
                  <a:cubicBezTo>
                    <a:pt x="87983" y="21180"/>
                    <a:pt x="88022" y="21184"/>
                    <a:pt x="88057" y="21193"/>
                  </a:cubicBezTo>
                  <a:lnTo>
                    <a:pt x="88209" y="21101"/>
                  </a:lnTo>
                  <a:cubicBezTo>
                    <a:pt x="88331" y="21101"/>
                    <a:pt x="88452" y="21071"/>
                    <a:pt x="88544" y="20980"/>
                  </a:cubicBezTo>
                  <a:lnTo>
                    <a:pt x="88574" y="21041"/>
                  </a:lnTo>
                  <a:cubicBezTo>
                    <a:pt x="88595" y="21076"/>
                    <a:pt x="88620" y="21088"/>
                    <a:pt x="88646" y="21088"/>
                  </a:cubicBezTo>
                  <a:cubicBezTo>
                    <a:pt x="88705" y="21088"/>
                    <a:pt x="88772" y="21023"/>
                    <a:pt x="88823" y="21023"/>
                  </a:cubicBezTo>
                  <a:cubicBezTo>
                    <a:pt x="88845" y="21023"/>
                    <a:pt x="88864" y="21036"/>
                    <a:pt x="88878" y="21071"/>
                  </a:cubicBezTo>
                  <a:cubicBezTo>
                    <a:pt x="88878" y="21071"/>
                    <a:pt x="89014" y="21032"/>
                    <a:pt x="89069" y="21032"/>
                  </a:cubicBezTo>
                  <a:cubicBezTo>
                    <a:pt x="89082" y="21032"/>
                    <a:pt x="89091" y="21035"/>
                    <a:pt x="89091" y="21041"/>
                  </a:cubicBezTo>
                  <a:lnTo>
                    <a:pt x="89212" y="21162"/>
                  </a:lnTo>
                  <a:cubicBezTo>
                    <a:pt x="89334" y="21071"/>
                    <a:pt x="89455" y="20980"/>
                    <a:pt x="89607" y="20919"/>
                  </a:cubicBezTo>
                  <a:lnTo>
                    <a:pt x="90003" y="20919"/>
                  </a:lnTo>
                  <a:cubicBezTo>
                    <a:pt x="90246" y="20919"/>
                    <a:pt x="90519" y="20889"/>
                    <a:pt x="90762" y="20858"/>
                  </a:cubicBezTo>
                  <a:lnTo>
                    <a:pt x="90884" y="20828"/>
                  </a:lnTo>
                  <a:lnTo>
                    <a:pt x="91006" y="20828"/>
                  </a:lnTo>
                  <a:cubicBezTo>
                    <a:pt x="91158" y="20798"/>
                    <a:pt x="91917" y="20767"/>
                    <a:pt x="92161" y="20706"/>
                  </a:cubicBezTo>
                  <a:cubicBezTo>
                    <a:pt x="92373" y="20646"/>
                    <a:pt x="92617" y="20615"/>
                    <a:pt x="92829" y="20615"/>
                  </a:cubicBezTo>
                  <a:lnTo>
                    <a:pt x="92921" y="20585"/>
                  </a:lnTo>
                  <a:lnTo>
                    <a:pt x="93012" y="20524"/>
                  </a:lnTo>
                  <a:cubicBezTo>
                    <a:pt x="93133" y="20494"/>
                    <a:pt x="93225" y="20463"/>
                    <a:pt x="93346" y="20463"/>
                  </a:cubicBezTo>
                  <a:cubicBezTo>
                    <a:pt x="93437" y="20433"/>
                    <a:pt x="93498" y="20402"/>
                    <a:pt x="93589" y="20342"/>
                  </a:cubicBezTo>
                  <a:cubicBezTo>
                    <a:pt x="93620" y="20342"/>
                    <a:pt x="93680" y="20311"/>
                    <a:pt x="93741" y="20311"/>
                  </a:cubicBezTo>
                  <a:lnTo>
                    <a:pt x="93893" y="20342"/>
                  </a:lnTo>
                  <a:lnTo>
                    <a:pt x="93863" y="20281"/>
                  </a:lnTo>
                  <a:lnTo>
                    <a:pt x="93711" y="20068"/>
                  </a:lnTo>
                  <a:cubicBezTo>
                    <a:pt x="93589" y="19916"/>
                    <a:pt x="93468" y="19764"/>
                    <a:pt x="93407" y="19612"/>
                  </a:cubicBezTo>
                  <a:lnTo>
                    <a:pt x="93711" y="19430"/>
                  </a:lnTo>
                  <a:lnTo>
                    <a:pt x="93528" y="19187"/>
                  </a:lnTo>
                  <a:lnTo>
                    <a:pt x="93437" y="19095"/>
                  </a:lnTo>
                  <a:cubicBezTo>
                    <a:pt x="93468" y="19004"/>
                    <a:pt x="93528" y="18913"/>
                    <a:pt x="93559" y="18791"/>
                  </a:cubicBezTo>
                  <a:lnTo>
                    <a:pt x="93468" y="18731"/>
                  </a:lnTo>
                  <a:lnTo>
                    <a:pt x="93407" y="18670"/>
                  </a:lnTo>
                  <a:cubicBezTo>
                    <a:pt x="93407" y="18609"/>
                    <a:pt x="93346" y="18457"/>
                    <a:pt x="93346" y="18366"/>
                  </a:cubicBezTo>
                  <a:lnTo>
                    <a:pt x="93346" y="18305"/>
                  </a:lnTo>
                  <a:lnTo>
                    <a:pt x="93376" y="18153"/>
                  </a:lnTo>
                  <a:cubicBezTo>
                    <a:pt x="93255" y="18153"/>
                    <a:pt x="93376" y="18062"/>
                    <a:pt x="93437" y="17971"/>
                  </a:cubicBezTo>
                  <a:cubicBezTo>
                    <a:pt x="93528" y="17849"/>
                    <a:pt x="93620" y="17758"/>
                    <a:pt x="93711" y="17636"/>
                  </a:cubicBezTo>
                  <a:lnTo>
                    <a:pt x="93559" y="17576"/>
                  </a:lnTo>
                  <a:cubicBezTo>
                    <a:pt x="93316" y="17454"/>
                    <a:pt x="93285" y="17363"/>
                    <a:pt x="93437" y="17211"/>
                  </a:cubicBezTo>
                  <a:lnTo>
                    <a:pt x="93498" y="17150"/>
                  </a:lnTo>
                  <a:cubicBezTo>
                    <a:pt x="93498" y="17028"/>
                    <a:pt x="93437" y="16907"/>
                    <a:pt x="93346" y="16785"/>
                  </a:cubicBezTo>
                  <a:cubicBezTo>
                    <a:pt x="93285" y="16755"/>
                    <a:pt x="93255" y="16694"/>
                    <a:pt x="93285" y="16694"/>
                  </a:cubicBezTo>
                  <a:cubicBezTo>
                    <a:pt x="93285" y="16694"/>
                    <a:pt x="93316" y="16633"/>
                    <a:pt x="93346" y="16603"/>
                  </a:cubicBezTo>
                  <a:cubicBezTo>
                    <a:pt x="93376" y="16603"/>
                    <a:pt x="93376" y="16512"/>
                    <a:pt x="93407" y="16481"/>
                  </a:cubicBezTo>
                  <a:cubicBezTo>
                    <a:pt x="93498" y="16421"/>
                    <a:pt x="93589" y="16329"/>
                    <a:pt x="93680" y="16269"/>
                  </a:cubicBezTo>
                  <a:cubicBezTo>
                    <a:pt x="93741" y="16208"/>
                    <a:pt x="93741" y="16117"/>
                    <a:pt x="93711" y="16086"/>
                  </a:cubicBezTo>
                  <a:lnTo>
                    <a:pt x="93680" y="16086"/>
                  </a:lnTo>
                  <a:cubicBezTo>
                    <a:pt x="93559" y="16086"/>
                    <a:pt x="93468" y="16025"/>
                    <a:pt x="93437" y="15904"/>
                  </a:cubicBezTo>
                  <a:lnTo>
                    <a:pt x="93407" y="15813"/>
                  </a:lnTo>
                  <a:cubicBezTo>
                    <a:pt x="93437" y="15721"/>
                    <a:pt x="93528" y="15661"/>
                    <a:pt x="93620" y="15630"/>
                  </a:cubicBezTo>
                  <a:cubicBezTo>
                    <a:pt x="93680" y="15630"/>
                    <a:pt x="93802" y="15448"/>
                    <a:pt x="93832" y="15448"/>
                  </a:cubicBezTo>
                  <a:cubicBezTo>
                    <a:pt x="93893" y="15448"/>
                    <a:pt x="93924" y="15478"/>
                    <a:pt x="93954" y="15509"/>
                  </a:cubicBezTo>
                  <a:cubicBezTo>
                    <a:pt x="93960" y="15514"/>
                    <a:pt x="93973" y="15517"/>
                    <a:pt x="93992" y="15517"/>
                  </a:cubicBezTo>
                  <a:cubicBezTo>
                    <a:pt x="94072" y="15517"/>
                    <a:pt x="94245" y="15472"/>
                    <a:pt x="94319" y="15448"/>
                  </a:cubicBezTo>
                  <a:cubicBezTo>
                    <a:pt x="94380" y="15417"/>
                    <a:pt x="94319" y="15357"/>
                    <a:pt x="94258" y="15357"/>
                  </a:cubicBezTo>
                  <a:cubicBezTo>
                    <a:pt x="94238" y="15357"/>
                    <a:pt x="94109" y="15384"/>
                    <a:pt x="94026" y="15384"/>
                  </a:cubicBezTo>
                  <a:cubicBezTo>
                    <a:pt x="93984" y="15384"/>
                    <a:pt x="93954" y="15377"/>
                    <a:pt x="93954" y="15357"/>
                  </a:cubicBezTo>
                  <a:cubicBezTo>
                    <a:pt x="93984" y="15296"/>
                    <a:pt x="93954" y="15266"/>
                    <a:pt x="93924" y="15266"/>
                  </a:cubicBezTo>
                  <a:cubicBezTo>
                    <a:pt x="93899" y="15266"/>
                    <a:pt x="93797" y="15304"/>
                    <a:pt x="93726" y="15304"/>
                  </a:cubicBezTo>
                  <a:cubicBezTo>
                    <a:pt x="93708" y="15304"/>
                    <a:pt x="93693" y="15302"/>
                    <a:pt x="93680" y="15296"/>
                  </a:cubicBezTo>
                  <a:lnTo>
                    <a:pt x="93498" y="15174"/>
                  </a:lnTo>
                  <a:cubicBezTo>
                    <a:pt x="93468" y="15144"/>
                    <a:pt x="93650" y="15114"/>
                    <a:pt x="93711" y="15114"/>
                  </a:cubicBezTo>
                  <a:cubicBezTo>
                    <a:pt x="93756" y="15129"/>
                    <a:pt x="93802" y="15136"/>
                    <a:pt x="93848" y="15136"/>
                  </a:cubicBezTo>
                  <a:cubicBezTo>
                    <a:pt x="93893" y="15136"/>
                    <a:pt x="93939" y="15129"/>
                    <a:pt x="93984" y="15114"/>
                  </a:cubicBezTo>
                  <a:cubicBezTo>
                    <a:pt x="94076" y="15114"/>
                    <a:pt x="94167" y="15114"/>
                    <a:pt x="94258" y="15174"/>
                  </a:cubicBezTo>
                  <a:cubicBezTo>
                    <a:pt x="94263" y="15180"/>
                    <a:pt x="94268" y="15182"/>
                    <a:pt x="94271" y="15182"/>
                  </a:cubicBezTo>
                  <a:cubicBezTo>
                    <a:pt x="94287" y="15182"/>
                    <a:pt x="94283" y="15128"/>
                    <a:pt x="94258" y="15053"/>
                  </a:cubicBezTo>
                  <a:lnTo>
                    <a:pt x="94197" y="14992"/>
                  </a:lnTo>
                  <a:lnTo>
                    <a:pt x="94197" y="14962"/>
                  </a:lnTo>
                  <a:cubicBezTo>
                    <a:pt x="94197" y="14901"/>
                    <a:pt x="94440" y="14810"/>
                    <a:pt x="94501" y="14749"/>
                  </a:cubicBezTo>
                  <a:cubicBezTo>
                    <a:pt x="94562" y="14688"/>
                    <a:pt x="94471" y="14536"/>
                    <a:pt x="94440" y="14506"/>
                  </a:cubicBezTo>
                  <a:cubicBezTo>
                    <a:pt x="94410" y="14414"/>
                    <a:pt x="94410" y="14354"/>
                    <a:pt x="94440" y="14262"/>
                  </a:cubicBezTo>
                  <a:lnTo>
                    <a:pt x="94471" y="14171"/>
                  </a:lnTo>
                  <a:lnTo>
                    <a:pt x="94562" y="14019"/>
                  </a:lnTo>
                  <a:cubicBezTo>
                    <a:pt x="94380" y="13959"/>
                    <a:pt x="94349" y="13898"/>
                    <a:pt x="94562" y="13898"/>
                  </a:cubicBezTo>
                  <a:lnTo>
                    <a:pt x="94562" y="13959"/>
                  </a:lnTo>
                  <a:lnTo>
                    <a:pt x="94592" y="14019"/>
                  </a:lnTo>
                  <a:cubicBezTo>
                    <a:pt x="94615" y="14027"/>
                    <a:pt x="94636" y="14031"/>
                    <a:pt x="94655" y="14031"/>
                  </a:cubicBezTo>
                  <a:cubicBezTo>
                    <a:pt x="94712" y="14031"/>
                    <a:pt x="94752" y="13996"/>
                    <a:pt x="94775" y="13928"/>
                  </a:cubicBezTo>
                  <a:lnTo>
                    <a:pt x="94714" y="13898"/>
                  </a:lnTo>
                  <a:cubicBezTo>
                    <a:pt x="94714" y="13867"/>
                    <a:pt x="94775" y="13837"/>
                    <a:pt x="94775" y="13807"/>
                  </a:cubicBezTo>
                  <a:cubicBezTo>
                    <a:pt x="94835" y="13685"/>
                    <a:pt x="94775" y="13655"/>
                    <a:pt x="94653" y="13655"/>
                  </a:cubicBezTo>
                  <a:lnTo>
                    <a:pt x="94501" y="13655"/>
                  </a:lnTo>
                  <a:cubicBezTo>
                    <a:pt x="94471" y="13624"/>
                    <a:pt x="94440" y="13563"/>
                    <a:pt x="94471" y="13533"/>
                  </a:cubicBezTo>
                  <a:cubicBezTo>
                    <a:pt x="94532" y="13472"/>
                    <a:pt x="94562" y="13411"/>
                    <a:pt x="94623" y="13351"/>
                  </a:cubicBezTo>
                  <a:lnTo>
                    <a:pt x="94562" y="13259"/>
                  </a:lnTo>
                  <a:cubicBezTo>
                    <a:pt x="94482" y="13100"/>
                    <a:pt x="94356" y="13010"/>
                    <a:pt x="94265" y="13010"/>
                  </a:cubicBezTo>
                  <a:cubicBezTo>
                    <a:pt x="94252" y="13010"/>
                    <a:pt x="94239" y="13012"/>
                    <a:pt x="94228" y="13016"/>
                  </a:cubicBezTo>
                  <a:lnTo>
                    <a:pt x="94197" y="13016"/>
                  </a:lnTo>
                  <a:cubicBezTo>
                    <a:pt x="94194" y="13020"/>
                    <a:pt x="94190" y="13021"/>
                    <a:pt x="94185" y="13021"/>
                  </a:cubicBezTo>
                  <a:cubicBezTo>
                    <a:pt x="94148" y="13021"/>
                    <a:pt x="94072" y="12918"/>
                    <a:pt x="94045" y="12864"/>
                  </a:cubicBezTo>
                  <a:cubicBezTo>
                    <a:pt x="94015" y="12834"/>
                    <a:pt x="94167" y="12682"/>
                    <a:pt x="94228" y="12651"/>
                  </a:cubicBezTo>
                  <a:cubicBezTo>
                    <a:pt x="94288" y="12621"/>
                    <a:pt x="94076" y="12560"/>
                    <a:pt x="94015" y="12560"/>
                  </a:cubicBezTo>
                  <a:cubicBezTo>
                    <a:pt x="93954" y="12560"/>
                    <a:pt x="93984" y="12408"/>
                    <a:pt x="94015" y="12378"/>
                  </a:cubicBezTo>
                  <a:cubicBezTo>
                    <a:pt x="94045" y="12348"/>
                    <a:pt x="94076" y="12317"/>
                    <a:pt x="94136" y="12317"/>
                  </a:cubicBezTo>
                  <a:lnTo>
                    <a:pt x="94228" y="12348"/>
                  </a:lnTo>
                  <a:cubicBezTo>
                    <a:pt x="94263" y="12383"/>
                    <a:pt x="94309" y="12398"/>
                    <a:pt x="94360" y="12398"/>
                  </a:cubicBezTo>
                  <a:cubicBezTo>
                    <a:pt x="94395" y="12398"/>
                    <a:pt x="94433" y="12391"/>
                    <a:pt x="94471" y="12378"/>
                  </a:cubicBezTo>
                  <a:cubicBezTo>
                    <a:pt x="94471" y="12378"/>
                    <a:pt x="94410" y="12226"/>
                    <a:pt x="94349" y="12104"/>
                  </a:cubicBezTo>
                  <a:cubicBezTo>
                    <a:pt x="94319" y="11983"/>
                    <a:pt x="94197" y="11922"/>
                    <a:pt x="94076" y="11922"/>
                  </a:cubicBezTo>
                  <a:lnTo>
                    <a:pt x="94045" y="11861"/>
                  </a:lnTo>
                  <a:lnTo>
                    <a:pt x="93954" y="11740"/>
                  </a:lnTo>
                  <a:cubicBezTo>
                    <a:pt x="94076" y="11648"/>
                    <a:pt x="94106" y="11527"/>
                    <a:pt x="94045" y="11527"/>
                  </a:cubicBezTo>
                  <a:cubicBezTo>
                    <a:pt x="93954" y="11527"/>
                    <a:pt x="93863" y="11557"/>
                    <a:pt x="93772" y="11618"/>
                  </a:cubicBezTo>
                  <a:lnTo>
                    <a:pt x="93650" y="11496"/>
                  </a:lnTo>
                  <a:cubicBezTo>
                    <a:pt x="93650" y="11496"/>
                    <a:pt x="93620" y="11527"/>
                    <a:pt x="93620" y="11588"/>
                  </a:cubicBezTo>
                  <a:lnTo>
                    <a:pt x="93589" y="11618"/>
                  </a:lnTo>
                  <a:lnTo>
                    <a:pt x="93528" y="11709"/>
                  </a:lnTo>
                  <a:cubicBezTo>
                    <a:pt x="93476" y="11727"/>
                    <a:pt x="93423" y="11744"/>
                    <a:pt x="93365" y="11744"/>
                  </a:cubicBezTo>
                  <a:cubicBezTo>
                    <a:pt x="93322" y="11744"/>
                    <a:pt x="93276" y="11735"/>
                    <a:pt x="93225" y="11709"/>
                  </a:cubicBezTo>
                  <a:cubicBezTo>
                    <a:pt x="93194" y="11679"/>
                    <a:pt x="93255" y="11557"/>
                    <a:pt x="93407" y="11405"/>
                  </a:cubicBezTo>
                  <a:lnTo>
                    <a:pt x="93437" y="11284"/>
                  </a:lnTo>
                  <a:cubicBezTo>
                    <a:pt x="93437" y="11193"/>
                    <a:pt x="93346" y="11071"/>
                    <a:pt x="93285" y="10949"/>
                  </a:cubicBezTo>
                  <a:cubicBezTo>
                    <a:pt x="93288" y="10947"/>
                    <a:pt x="93292" y="10945"/>
                    <a:pt x="93298" y="10945"/>
                  </a:cubicBezTo>
                  <a:cubicBezTo>
                    <a:pt x="93352" y="10945"/>
                    <a:pt x="93534" y="11076"/>
                    <a:pt x="93589" y="11132"/>
                  </a:cubicBezTo>
                  <a:cubicBezTo>
                    <a:pt x="93635" y="11162"/>
                    <a:pt x="93688" y="11177"/>
                    <a:pt x="93741" y="11177"/>
                  </a:cubicBezTo>
                  <a:cubicBezTo>
                    <a:pt x="93794" y="11177"/>
                    <a:pt x="93848" y="11162"/>
                    <a:pt x="93893" y="11132"/>
                  </a:cubicBezTo>
                  <a:cubicBezTo>
                    <a:pt x="93984" y="11132"/>
                    <a:pt x="94076" y="11132"/>
                    <a:pt x="94167" y="11162"/>
                  </a:cubicBezTo>
                  <a:cubicBezTo>
                    <a:pt x="94181" y="11169"/>
                    <a:pt x="94194" y="11173"/>
                    <a:pt x="94204" y="11173"/>
                  </a:cubicBezTo>
                  <a:cubicBezTo>
                    <a:pt x="94239" y="11173"/>
                    <a:pt x="94251" y="11133"/>
                    <a:pt x="94228" y="11041"/>
                  </a:cubicBezTo>
                  <a:lnTo>
                    <a:pt x="94228" y="10980"/>
                  </a:lnTo>
                  <a:lnTo>
                    <a:pt x="94197" y="10858"/>
                  </a:lnTo>
                  <a:cubicBezTo>
                    <a:pt x="94076" y="10858"/>
                    <a:pt x="93954" y="10858"/>
                    <a:pt x="93832" y="10797"/>
                  </a:cubicBezTo>
                  <a:lnTo>
                    <a:pt x="93832" y="10767"/>
                  </a:lnTo>
                  <a:lnTo>
                    <a:pt x="93802" y="10615"/>
                  </a:lnTo>
                  <a:cubicBezTo>
                    <a:pt x="93775" y="10642"/>
                    <a:pt x="93735" y="10657"/>
                    <a:pt x="93697" y="10657"/>
                  </a:cubicBezTo>
                  <a:cubicBezTo>
                    <a:pt x="93650" y="10657"/>
                    <a:pt x="93606" y="10635"/>
                    <a:pt x="93589" y="10585"/>
                  </a:cubicBezTo>
                  <a:lnTo>
                    <a:pt x="93559" y="10585"/>
                  </a:lnTo>
                  <a:cubicBezTo>
                    <a:pt x="93376" y="10585"/>
                    <a:pt x="93437" y="10463"/>
                    <a:pt x="93376" y="10433"/>
                  </a:cubicBezTo>
                  <a:lnTo>
                    <a:pt x="93346" y="10402"/>
                  </a:lnTo>
                  <a:cubicBezTo>
                    <a:pt x="93285" y="10402"/>
                    <a:pt x="93012" y="10372"/>
                    <a:pt x="93012" y="10311"/>
                  </a:cubicBezTo>
                  <a:cubicBezTo>
                    <a:pt x="93012" y="10220"/>
                    <a:pt x="93042" y="10129"/>
                    <a:pt x="93073" y="10037"/>
                  </a:cubicBezTo>
                  <a:cubicBezTo>
                    <a:pt x="93076" y="10034"/>
                    <a:pt x="93082" y="10033"/>
                    <a:pt x="93089" y="10033"/>
                  </a:cubicBezTo>
                  <a:cubicBezTo>
                    <a:pt x="93149" y="10033"/>
                    <a:pt x="93326" y="10129"/>
                    <a:pt x="93407" y="10129"/>
                  </a:cubicBezTo>
                  <a:cubicBezTo>
                    <a:pt x="93620" y="10129"/>
                    <a:pt x="93802" y="10129"/>
                    <a:pt x="94015" y="10159"/>
                  </a:cubicBezTo>
                  <a:cubicBezTo>
                    <a:pt x="94159" y="10221"/>
                    <a:pt x="94317" y="10255"/>
                    <a:pt x="94480" y="10270"/>
                  </a:cubicBezTo>
                  <a:lnTo>
                    <a:pt x="94480" y="10270"/>
                  </a:lnTo>
                  <a:cubicBezTo>
                    <a:pt x="94414" y="10234"/>
                    <a:pt x="94361" y="10194"/>
                    <a:pt x="94349" y="10159"/>
                  </a:cubicBezTo>
                  <a:cubicBezTo>
                    <a:pt x="94334" y="10098"/>
                    <a:pt x="94334" y="10068"/>
                    <a:pt x="94345" y="10068"/>
                  </a:cubicBezTo>
                  <a:cubicBezTo>
                    <a:pt x="94357" y="10068"/>
                    <a:pt x="94380" y="10098"/>
                    <a:pt x="94410" y="10159"/>
                  </a:cubicBezTo>
                  <a:lnTo>
                    <a:pt x="94501" y="10189"/>
                  </a:lnTo>
                  <a:lnTo>
                    <a:pt x="94562" y="10220"/>
                  </a:lnTo>
                  <a:cubicBezTo>
                    <a:pt x="94668" y="10174"/>
                    <a:pt x="94737" y="10151"/>
                    <a:pt x="94771" y="10151"/>
                  </a:cubicBezTo>
                  <a:cubicBezTo>
                    <a:pt x="94805" y="10151"/>
                    <a:pt x="94805" y="10174"/>
                    <a:pt x="94775" y="10220"/>
                  </a:cubicBezTo>
                  <a:lnTo>
                    <a:pt x="94775" y="10271"/>
                  </a:lnTo>
                  <a:lnTo>
                    <a:pt x="94775" y="10271"/>
                  </a:lnTo>
                  <a:cubicBezTo>
                    <a:pt x="94883" y="10253"/>
                    <a:pt x="94990" y="10238"/>
                    <a:pt x="95090" y="10238"/>
                  </a:cubicBezTo>
                  <a:cubicBezTo>
                    <a:pt x="95139" y="10238"/>
                    <a:pt x="95186" y="10241"/>
                    <a:pt x="95231" y="10250"/>
                  </a:cubicBezTo>
                  <a:cubicBezTo>
                    <a:pt x="95322" y="10281"/>
                    <a:pt x="95413" y="10311"/>
                    <a:pt x="95504" y="10311"/>
                  </a:cubicBezTo>
                  <a:cubicBezTo>
                    <a:pt x="95530" y="10285"/>
                    <a:pt x="95553" y="10276"/>
                    <a:pt x="95576" y="10276"/>
                  </a:cubicBezTo>
                  <a:cubicBezTo>
                    <a:pt x="95623" y="10276"/>
                    <a:pt x="95666" y="10316"/>
                    <a:pt x="95717" y="10316"/>
                  </a:cubicBezTo>
                  <a:cubicBezTo>
                    <a:pt x="95727" y="10316"/>
                    <a:pt x="95737" y="10315"/>
                    <a:pt x="95747" y="10311"/>
                  </a:cubicBezTo>
                  <a:lnTo>
                    <a:pt x="95808" y="10281"/>
                  </a:lnTo>
                  <a:cubicBezTo>
                    <a:pt x="95869" y="10250"/>
                    <a:pt x="95778" y="10129"/>
                    <a:pt x="95747" y="10098"/>
                  </a:cubicBezTo>
                  <a:cubicBezTo>
                    <a:pt x="95717" y="10037"/>
                    <a:pt x="95626" y="9825"/>
                    <a:pt x="95717" y="9794"/>
                  </a:cubicBezTo>
                  <a:cubicBezTo>
                    <a:pt x="95808" y="9764"/>
                    <a:pt x="95717" y="9338"/>
                    <a:pt x="95656" y="9217"/>
                  </a:cubicBezTo>
                  <a:cubicBezTo>
                    <a:pt x="95595" y="9065"/>
                    <a:pt x="95565" y="8822"/>
                    <a:pt x="95656" y="8822"/>
                  </a:cubicBezTo>
                  <a:cubicBezTo>
                    <a:pt x="95778" y="8822"/>
                    <a:pt x="95899" y="8791"/>
                    <a:pt x="96021" y="8761"/>
                  </a:cubicBezTo>
                  <a:lnTo>
                    <a:pt x="96051" y="8639"/>
                  </a:lnTo>
                  <a:lnTo>
                    <a:pt x="96051" y="8578"/>
                  </a:lnTo>
                  <a:cubicBezTo>
                    <a:pt x="96051" y="8497"/>
                    <a:pt x="96105" y="8457"/>
                    <a:pt x="96186" y="8457"/>
                  </a:cubicBezTo>
                  <a:cubicBezTo>
                    <a:pt x="96227" y="8457"/>
                    <a:pt x="96274" y="8467"/>
                    <a:pt x="96325" y="8487"/>
                  </a:cubicBezTo>
                  <a:lnTo>
                    <a:pt x="96538" y="8487"/>
                  </a:lnTo>
                  <a:cubicBezTo>
                    <a:pt x="96659" y="8427"/>
                    <a:pt x="96659" y="8335"/>
                    <a:pt x="96538" y="8305"/>
                  </a:cubicBezTo>
                  <a:lnTo>
                    <a:pt x="96416" y="8244"/>
                  </a:lnTo>
                  <a:cubicBezTo>
                    <a:pt x="96386" y="8244"/>
                    <a:pt x="96355" y="8214"/>
                    <a:pt x="96355" y="8153"/>
                  </a:cubicBezTo>
                  <a:cubicBezTo>
                    <a:pt x="96386" y="8123"/>
                    <a:pt x="96416" y="8092"/>
                    <a:pt x="96446" y="8092"/>
                  </a:cubicBezTo>
                  <a:cubicBezTo>
                    <a:pt x="96468" y="8098"/>
                    <a:pt x="96489" y="8100"/>
                    <a:pt x="96508" y="8100"/>
                  </a:cubicBezTo>
                  <a:cubicBezTo>
                    <a:pt x="96600" y="8100"/>
                    <a:pt x="96675" y="8046"/>
                    <a:pt x="96750" y="7971"/>
                  </a:cubicBezTo>
                  <a:cubicBezTo>
                    <a:pt x="96781" y="7940"/>
                    <a:pt x="96781" y="7910"/>
                    <a:pt x="96750" y="7879"/>
                  </a:cubicBezTo>
                  <a:cubicBezTo>
                    <a:pt x="96690" y="7849"/>
                    <a:pt x="96659" y="7849"/>
                    <a:pt x="96598" y="7849"/>
                  </a:cubicBezTo>
                  <a:lnTo>
                    <a:pt x="96568" y="7849"/>
                  </a:lnTo>
                  <a:cubicBezTo>
                    <a:pt x="96564" y="7853"/>
                    <a:pt x="96560" y="7855"/>
                    <a:pt x="96555" y="7855"/>
                  </a:cubicBezTo>
                  <a:cubicBezTo>
                    <a:pt x="96523" y="7855"/>
                    <a:pt x="96477" y="7772"/>
                    <a:pt x="96477" y="7667"/>
                  </a:cubicBezTo>
                  <a:lnTo>
                    <a:pt x="96325" y="7575"/>
                  </a:lnTo>
                  <a:cubicBezTo>
                    <a:pt x="96234" y="7545"/>
                    <a:pt x="96234" y="7484"/>
                    <a:pt x="96173" y="7393"/>
                  </a:cubicBezTo>
                  <a:cubicBezTo>
                    <a:pt x="96120" y="7287"/>
                    <a:pt x="96182" y="7205"/>
                    <a:pt x="96299" y="7205"/>
                  </a:cubicBezTo>
                  <a:cubicBezTo>
                    <a:pt x="96316" y="7205"/>
                    <a:pt x="96335" y="7207"/>
                    <a:pt x="96355" y="7211"/>
                  </a:cubicBezTo>
                  <a:lnTo>
                    <a:pt x="96416" y="7211"/>
                  </a:lnTo>
                  <a:cubicBezTo>
                    <a:pt x="96446" y="7180"/>
                    <a:pt x="96234" y="6846"/>
                    <a:pt x="96112" y="6846"/>
                  </a:cubicBezTo>
                  <a:lnTo>
                    <a:pt x="95231" y="6846"/>
                  </a:lnTo>
                  <a:cubicBezTo>
                    <a:pt x="95109" y="6846"/>
                    <a:pt x="95048" y="6694"/>
                    <a:pt x="95048" y="6633"/>
                  </a:cubicBezTo>
                  <a:cubicBezTo>
                    <a:pt x="95048" y="6572"/>
                    <a:pt x="95291" y="6542"/>
                    <a:pt x="95383" y="6512"/>
                  </a:cubicBezTo>
                  <a:cubicBezTo>
                    <a:pt x="95443" y="6512"/>
                    <a:pt x="95383" y="6481"/>
                    <a:pt x="95200" y="6451"/>
                  </a:cubicBezTo>
                  <a:lnTo>
                    <a:pt x="95018" y="6451"/>
                  </a:lnTo>
                  <a:cubicBezTo>
                    <a:pt x="94835" y="6420"/>
                    <a:pt x="94714" y="6238"/>
                    <a:pt x="94775" y="6025"/>
                  </a:cubicBezTo>
                  <a:lnTo>
                    <a:pt x="94835" y="5904"/>
                  </a:lnTo>
                  <a:cubicBezTo>
                    <a:pt x="94835" y="5752"/>
                    <a:pt x="94714" y="5417"/>
                    <a:pt x="94744" y="5357"/>
                  </a:cubicBezTo>
                  <a:cubicBezTo>
                    <a:pt x="94775" y="5296"/>
                    <a:pt x="94714" y="5205"/>
                    <a:pt x="94592" y="5174"/>
                  </a:cubicBezTo>
                  <a:lnTo>
                    <a:pt x="94532" y="5113"/>
                  </a:lnTo>
                  <a:cubicBezTo>
                    <a:pt x="94519" y="5101"/>
                    <a:pt x="94507" y="5096"/>
                    <a:pt x="94496" y="5096"/>
                  </a:cubicBezTo>
                  <a:cubicBezTo>
                    <a:pt x="94446" y="5096"/>
                    <a:pt x="94404" y="5191"/>
                    <a:pt x="94357" y="5191"/>
                  </a:cubicBezTo>
                  <a:cubicBezTo>
                    <a:pt x="94335" y="5191"/>
                    <a:pt x="94313" y="5171"/>
                    <a:pt x="94288" y="5113"/>
                  </a:cubicBezTo>
                  <a:lnTo>
                    <a:pt x="94258" y="5053"/>
                  </a:lnTo>
                  <a:cubicBezTo>
                    <a:pt x="94197" y="4992"/>
                    <a:pt x="94106" y="4961"/>
                    <a:pt x="94015" y="4901"/>
                  </a:cubicBezTo>
                  <a:cubicBezTo>
                    <a:pt x="94106" y="4870"/>
                    <a:pt x="94228" y="4809"/>
                    <a:pt x="94349" y="4779"/>
                  </a:cubicBezTo>
                  <a:cubicBezTo>
                    <a:pt x="94440" y="4779"/>
                    <a:pt x="94410" y="4171"/>
                    <a:pt x="94319" y="3989"/>
                  </a:cubicBezTo>
                  <a:cubicBezTo>
                    <a:pt x="94246" y="3820"/>
                    <a:pt x="94403" y="3766"/>
                    <a:pt x="94532" y="3766"/>
                  </a:cubicBezTo>
                  <a:cubicBezTo>
                    <a:pt x="94566" y="3766"/>
                    <a:pt x="94598" y="3770"/>
                    <a:pt x="94623" y="3776"/>
                  </a:cubicBezTo>
                  <a:cubicBezTo>
                    <a:pt x="94657" y="3793"/>
                    <a:pt x="94686" y="3800"/>
                    <a:pt x="94710" y="3800"/>
                  </a:cubicBezTo>
                  <a:cubicBezTo>
                    <a:pt x="94774" y="3800"/>
                    <a:pt x="94805" y="3751"/>
                    <a:pt x="94805" y="3685"/>
                  </a:cubicBezTo>
                  <a:lnTo>
                    <a:pt x="94775" y="3624"/>
                  </a:lnTo>
                  <a:lnTo>
                    <a:pt x="94714" y="3563"/>
                  </a:lnTo>
                  <a:cubicBezTo>
                    <a:pt x="94623" y="3502"/>
                    <a:pt x="94562" y="3411"/>
                    <a:pt x="94532" y="3320"/>
                  </a:cubicBezTo>
                  <a:cubicBezTo>
                    <a:pt x="94562" y="3290"/>
                    <a:pt x="94471" y="3290"/>
                    <a:pt x="94380" y="3290"/>
                  </a:cubicBezTo>
                  <a:lnTo>
                    <a:pt x="94319" y="3290"/>
                  </a:lnTo>
                  <a:cubicBezTo>
                    <a:pt x="94288" y="3290"/>
                    <a:pt x="94288" y="3320"/>
                    <a:pt x="94288" y="3320"/>
                  </a:cubicBezTo>
                  <a:cubicBezTo>
                    <a:pt x="94268" y="3320"/>
                    <a:pt x="94234" y="3334"/>
                    <a:pt x="94214" y="3334"/>
                  </a:cubicBezTo>
                  <a:cubicBezTo>
                    <a:pt x="94204" y="3334"/>
                    <a:pt x="94197" y="3330"/>
                    <a:pt x="94197" y="3320"/>
                  </a:cubicBezTo>
                  <a:lnTo>
                    <a:pt x="94197" y="3259"/>
                  </a:lnTo>
                  <a:lnTo>
                    <a:pt x="94258" y="3198"/>
                  </a:lnTo>
                  <a:cubicBezTo>
                    <a:pt x="94349" y="3168"/>
                    <a:pt x="94410" y="3138"/>
                    <a:pt x="94410" y="3107"/>
                  </a:cubicBezTo>
                  <a:cubicBezTo>
                    <a:pt x="94410" y="3077"/>
                    <a:pt x="94380" y="3077"/>
                    <a:pt x="94349" y="3077"/>
                  </a:cubicBezTo>
                  <a:lnTo>
                    <a:pt x="94258" y="3077"/>
                  </a:lnTo>
                  <a:cubicBezTo>
                    <a:pt x="94197" y="2955"/>
                    <a:pt x="94136" y="2834"/>
                    <a:pt x="94136" y="2712"/>
                  </a:cubicBezTo>
                  <a:lnTo>
                    <a:pt x="94106" y="2560"/>
                  </a:lnTo>
                  <a:lnTo>
                    <a:pt x="94106" y="2469"/>
                  </a:lnTo>
                  <a:cubicBezTo>
                    <a:pt x="94106" y="2347"/>
                    <a:pt x="94136" y="2256"/>
                    <a:pt x="94197" y="2135"/>
                  </a:cubicBezTo>
                  <a:lnTo>
                    <a:pt x="94045" y="2104"/>
                  </a:lnTo>
                  <a:cubicBezTo>
                    <a:pt x="94076" y="2043"/>
                    <a:pt x="94045" y="1983"/>
                    <a:pt x="93984" y="1952"/>
                  </a:cubicBezTo>
                  <a:lnTo>
                    <a:pt x="93650" y="1800"/>
                  </a:lnTo>
                  <a:lnTo>
                    <a:pt x="93620" y="1739"/>
                  </a:lnTo>
                  <a:cubicBezTo>
                    <a:pt x="93589" y="1557"/>
                    <a:pt x="93346" y="1557"/>
                    <a:pt x="93316" y="1466"/>
                  </a:cubicBezTo>
                  <a:lnTo>
                    <a:pt x="93255" y="1314"/>
                  </a:lnTo>
                  <a:cubicBezTo>
                    <a:pt x="93042" y="1223"/>
                    <a:pt x="92769" y="1162"/>
                    <a:pt x="92525" y="1132"/>
                  </a:cubicBezTo>
                  <a:cubicBezTo>
                    <a:pt x="92509" y="1137"/>
                    <a:pt x="92492" y="1139"/>
                    <a:pt x="92475" y="1139"/>
                  </a:cubicBezTo>
                  <a:cubicBezTo>
                    <a:pt x="92393" y="1139"/>
                    <a:pt x="92302" y="1085"/>
                    <a:pt x="92252" y="1010"/>
                  </a:cubicBezTo>
                  <a:cubicBezTo>
                    <a:pt x="92252" y="980"/>
                    <a:pt x="92130" y="980"/>
                    <a:pt x="92100" y="980"/>
                  </a:cubicBezTo>
                  <a:cubicBezTo>
                    <a:pt x="92097" y="982"/>
                    <a:pt x="92092" y="984"/>
                    <a:pt x="92084" y="984"/>
                  </a:cubicBezTo>
                  <a:cubicBezTo>
                    <a:pt x="92010" y="984"/>
                    <a:pt x="91721" y="858"/>
                    <a:pt x="91583" y="858"/>
                  </a:cubicBezTo>
                  <a:lnTo>
                    <a:pt x="91249" y="858"/>
                  </a:lnTo>
                  <a:cubicBezTo>
                    <a:pt x="91203" y="881"/>
                    <a:pt x="91051" y="939"/>
                    <a:pt x="90981" y="939"/>
                  </a:cubicBezTo>
                  <a:cubicBezTo>
                    <a:pt x="90959" y="939"/>
                    <a:pt x="90945" y="933"/>
                    <a:pt x="90945" y="919"/>
                  </a:cubicBezTo>
                  <a:cubicBezTo>
                    <a:pt x="90963" y="864"/>
                    <a:pt x="90927" y="853"/>
                    <a:pt x="90888" y="853"/>
                  </a:cubicBezTo>
                  <a:cubicBezTo>
                    <a:pt x="90862" y="853"/>
                    <a:pt x="90835" y="858"/>
                    <a:pt x="90823" y="858"/>
                  </a:cubicBezTo>
                  <a:cubicBezTo>
                    <a:pt x="90811" y="864"/>
                    <a:pt x="90793" y="867"/>
                    <a:pt x="90771" y="867"/>
                  </a:cubicBezTo>
                  <a:cubicBezTo>
                    <a:pt x="90683" y="867"/>
                    <a:pt x="90538" y="828"/>
                    <a:pt x="90489" y="828"/>
                  </a:cubicBezTo>
                  <a:cubicBezTo>
                    <a:pt x="90307" y="828"/>
                    <a:pt x="90124" y="797"/>
                    <a:pt x="89942" y="767"/>
                  </a:cubicBezTo>
                  <a:cubicBezTo>
                    <a:pt x="89820" y="706"/>
                    <a:pt x="89607" y="645"/>
                    <a:pt x="89425" y="615"/>
                  </a:cubicBezTo>
                  <a:lnTo>
                    <a:pt x="89334" y="463"/>
                  </a:lnTo>
                  <a:cubicBezTo>
                    <a:pt x="89334" y="402"/>
                    <a:pt x="89151" y="372"/>
                    <a:pt x="89121" y="372"/>
                  </a:cubicBezTo>
                  <a:cubicBezTo>
                    <a:pt x="89060" y="372"/>
                    <a:pt x="88969" y="432"/>
                    <a:pt x="88939" y="432"/>
                  </a:cubicBezTo>
                  <a:cubicBezTo>
                    <a:pt x="88787" y="402"/>
                    <a:pt x="89000" y="341"/>
                    <a:pt x="88939" y="311"/>
                  </a:cubicBezTo>
                  <a:cubicBezTo>
                    <a:pt x="88834" y="258"/>
                    <a:pt x="88683" y="183"/>
                    <a:pt x="88586" y="183"/>
                  </a:cubicBezTo>
                  <a:cubicBezTo>
                    <a:pt x="88570" y="183"/>
                    <a:pt x="88556" y="185"/>
                    <a:pt x="88544" y="189"/>
                  </a:cubicBezTo>
                  <a:cubicBezTo>
                    <a:pt x="88483" y="220"/>
                    <a:pt x="88422" y="235"/>
                    <a:pt x="88361" y="235"/>
                  </a:cubicBezTo>
                  <a:cubicBezTo>
                    <a:pt x="88300" y="235"/>
                    <a:pt x="88240" y="220"/>
                    <a:pt x="88179" y="189"/>
                  </a:cubicBezTo>
                  <a:cubicBezTo>
                    <a:pt x="88036" y="118"/>
                    <a:pt x="87894" y="89"/>
                    <a:pt x="87751" y="89"/>
                  </a:cubicBezTo>
                  <a:cubicBezTo>
                    <a:pt x="87651" y="89"/>
                    <a:pt x="87550" y="103"/>
                    <a:pt x="87449" y="129"/>
                  </a:cubicBezTo>
                  <a:lnTo>
                    <a:pt x="87237" y="189"/>
                  </a:lnTo>
                  <a:cubicBezTo>
                    <a:pt x="87202" y="155"/>
                    <a:pt x="87168" y="138"/>
                    <a:pt x="87137" y="138"/>
                  </a:cubicBezTo>
                  <a:cubicBezTo>
                    <a:pt x="87086" y="138"/>
                    <a:pt x="87043" y="186"/>
                    <a:pt x="87024" y="280"/>
                  </a:cubicBezTo>
                  <a:lnTo>
                    <a:pt x="86811" y="159"/>
                  </a:lnTo>
                  <a:lnTo>
                    <a:pt x="86689" y="68"/>
                  </a:lnTo>
                  <a:cubicBezTo>
                    <a:pt x="86641" y="60"/>
                    <a:pt x="86592" y="56"/>
                    <a:pt x="86543" y="56"/>
                  </a:cubicBezTo>
                  <a:cubicBezTo>
                    <a:pt x="86411" y="56"/>
                    <a:pt x="86284" y="84"/>
                    <a:pt x="86173" y="129"/>
                  </a:cubicBezTo>
                  <a:cubicBezTo>
                    <a:pt x="86173" y="144"/>
                    <a:pt x="86112" y="151"/>
                    <a:pt x="86044" y="151"/>
                  </a:cubicBezTo>
                  <a:cubicBezTo>
                    <a:pt x="85975" y="151"/>
                    <a:pt x="85899" y="144"/>
                    <a:pt x="85869" y="129"/>
                  </a:cubicBezTo>
                  <a:cubicBezTo>
                    <a:pt x="85778" y="68"/>
                    <a:pt x="85686" y="68"/>
                    <a:pt x="85595" y="68"/>
                  </a:cubicBezTo>
                  <a:cubicBezTo>
                    <a:pt x="85555" y="68"/>
                    <a:pt x="85433" y="41"/>
                    <a:pt x="85375" y="41"/>
                  </a:cubicBezTo>
                  <a:cubicBezTo>
                    <a:pt x="85345" y="41"/>
                    <a:pt x="85332" y="47"/>
                    <a:pt x="85352" y="68"/>
                  </a:cubicBezTo>
                  <a:cubicBezTo>
                    <a:pt x="85364" y="104"/>
                    <a:pt x="85343" y="116"/>
                    <a:pt x="85310" y="116"/>
                  </a:cubicBezTo>
                  <a:cubicBezTo>
                    <a:pt x="85258" y="116"/>
                    <a:pt x="85176" y="86"/>
                    <a:pt x="85139" y="68"/>
                  </a:cubicBezTo>
                  <a:cubicBezTo>
                    <a:pt x="85087" y="68"/>
                    <a:pt x="84923" y="1"/>
                    <a:pt x="84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9"/>
            <p:cNvSpPr/>
            <p:nvPr/>
          </p:nvSpPr>
          <p:spPr>
            <a:xfrm rot="5596541">
              <a:off x="6780839" y="2697209"/>
              <a:ext cx="2591432" cy="550517"/>
            </a:xfrm>
            <a:custGeom>
              <a:rect b="b" l="l" r="r" t="t"/>
              <a:pathLst>
                <a:path extrusionOk="0" h="22020" w="96781">
                  <a:moveTo>
                    <a:pt x="92586" y="9703"/>
                  </a:moveTo>
                  <a:cubicBezTo>
                    <a:pt x="92677" y="9825"/>
                    <a:pt x="92860" y="10098"/>
                    <a:pt x="92890" y="10189"/>
                  </a:cubicBezTo>
                  <a:cubicBezTo>
                    <a:pt x="92935" y="10234"/>
                    <a:pt x="92914" y="10262"/>
                    <a:pt x="92864" y="10262"/>
                  </a:cubicBezTo>
                  <a:cubicBezTo>
                    <a:pt x="92846" y="10262"/>
                    <a:pt x="92823" y="10258"/>
                    <a:pt x="92799" y="10250"/>
                  </a:cubicBezTo>
                  <a:cubicBezTo>
                    <a:pt x="92723" y="10225"/>
                    <a:pt x="92454" y="10071"/>
                    <a:pt x="92315" y="10004"/>
                  </a:cubicBezTo>
                  <a:lnTo>
                    <a:pt x="92315" y="10004"/>
                  </a:lnTo>
                  <a:lnTo>
                    <a:pt x="92434" y="9885"/>
                  </a:lnTo>
                  <a:lnTo>
                    <a:pt x="92586" y="9703"/>
                  </a:lnTo>
                  <a:close/>
                  <a:moveTo>
                    <a:pt x="94480" y="10270"/>
                  </a:moveTo>
                  <a:cubicBezTo>
                    <a:pt x="94584" y="10326"/>
                    <a:pt x="94719" y="10372"/>
                    <a:pt x="94775" y="10372"/>
                  </a:cubicBezTo>
                  <a:lnTo>
                    <a:pt x="94775" y="10281"/>
                  </a:lnTo>
                  <a:lnTo>
                    <a:pt x="94775" y="10271"/>
                  </a:lnTo>
                  <a:lnTo>
                    <a:pt x="94775" y="10271"/>
                  </a:lnTo>
                  <a:cubicBezTo>
                    <a:pt x="94754" y="10274"/>
                    <a:pt x="94734" y="10277"/>
                    <a:pt x="94714" y="10281"/>
                  </a:cubicBezTo>
                  <a:cubicBezTo>
                    <a:pt x="94636" y="10281"/>
                    <a:pt x="94557" y="10277"/>
                    <a:pt x="94480" y="10270"/>
                  </a:cubicBezTo>
                  <a:close/>
                  <a:moveTo>
                    <a:pt x="2716" y="13949"/>
                  </a:moveTo>
                  <a:cubicBezTo>
                    <a:pt x="2736" y="13949"/>
                    <a:pt x="2754" y="13964"/>
                    <a:pt x="2767" y="13989"/>
                  </a:cubicBezTo>
                  <a:lnTo>
                    <a:pt x="2767" y="14050"/>
                  </a:lnTo>
                  <a:cubicBezTo>
                    <a:pt x="2736" y="14141"/>
                    <a:pt x="2797" y="14232"/>
                    <a:pt x="2949" y="14232"/>
                  </a:cubicBezTo>
                  <a:cubicBezTo>
                    <a:pt x="2949" y="14293"/>
                    <a:pt x="2919" y="14323"/>
                    <a:pt x="2828" y="14323"/>
                  </a:cubicBezTo>
                  <a:cubicBezTo>
                    <a:pt x="2767" y="14323"/>
                    <a:pt x="2554" y="14141"/>
                    <a:pt x="2615" y="14050"/>
                  </a:cubicBezTo>
                  <a:cubicBezTo>
                    <a:pt x="2651" y="13978"/>
                    <a:pt x="2686" y="13949"/>
                    <a:pt x="2716" y="13949"/>
                  </a:cubicBezTo>
                  <a:close/>
                  <a:moveTo>
                    <a:pt x="1259" y="15985"/>
                  </a:moveTo>
                  <a:cubicBezTo>
                    <a:pt x="1298" y="15985"/>
                    <a:pt x="1318" y="16025"/>
                    <a:pt x="1338" y="16025"/>
                  </a:cubicBezTo>
                  <a:lnTo>
                    <a:pt x="1399" y="16056"/>
                  </a:lnTo>
                  <a:cubicBezTo>
                    <a:pt x="1460" y="16086"/>
                    <a:pt x="1521" y="16117"/>
                    <a:pt x="1521" y="16147"/>
                  </a:cubicBezTo>
                  <a:lnTo>
                    <a:pt x="1521" y="16177"/>
                  </a:lnTo>
                  <a:cubicBezTo>
                    <a:pt x="1460" y="16238"/>
                    <a:pt x="1399" y="16390"/>
                    <a:pt x="1308" y="16390"/>
                  </a:cubicBezTo>
                  <a:cubicBezTo>
                    <a:pt x="1126" y="16390"/>
                    <a:pt x="1308" y="16238"/>
                    <a:pt x="1186" y="16177"/>
                  </a:cubicBezTo>
                  <a:cubicBezTo>
                    <a:pt x="1095" y="16086"/>
                    <a:pt x="1126" y="16086"/>
                    <a:pt x="1186" y="16025"/>
                  </a:cubicBezTo>
                  <a:cubicBezTo>
                    <a:pt x="1217" y="15995"/>
                    <a:pt x="1240" y="15985"/>
                    <a:pt x="1259" y="15985"/>
                  </a:cubicBezTo>
                  <a:close/>
                  <a:moveTo>
                    <a:pt x="29837" y="20641"/>
                  </a:moveTo>
                  <a:cubicBezTo>
                    <a:pt x="29855" y="20641"/>
                    <a:pt x="29870" y="20642"/>
                    <a:pt x="29880" y="20646"/>
                  </a:cubicBezTo>
                  <a:cubicBezTo>
                    <a:pt x="29971" y="20646"/>
                    <a:pt x="30001" y="20737"/>
                    <a:pt x="29941" y="20798"/>
                  </a:cubicBezTo>
                  <a:lnTo>
                    <a:pt x="29880" y="20858"/>
                  </a:lnTo>
                  <a:cubicBezTo>
                    <a:pt x="29849" y="20889"/>
                    <a:pt x="29789" y="20889"/>
                    <a:pt x="29789" y="20889"/>
                  </a:cubicBezTo>
                  <a:lnTo>
                    <a:pt x="29667" y="20767"/>
                  </a:lnTo>
                  <a:cubicBezTo>
                    <a:pt x="29576" y="20798"/>
                    <a:pt x="29492" y="20813"/>
                    <a:pt x="29409" y="20813"/>
                  </a:cubicBezTo>
                  <a:cubicBezTo>
                    <a:pt x="29325" y="20813"/>
                    <a:pt x="29242" y="20798"/>
                    <a:pt x="29150" y="20767"/>
                  </a:cubicBezTo>
                  <a:cubicBezTo>
                    <a:pt x="29120" y="20737"/>
                    <a:pt x="29090" y="20676"/>
                    <a:pt x="29090" y="20676"/>
                  </a:cubicBezTo>
                  <a:cubicBezTo>
                    <a:pt x="29107" y="20667"/>
                    <a:pt x="29125" y="20663"/>
                    <a:pt x="29143" y="20663"/>
                  </a:cubicBezTo>
                  <a:cubicBezTo>
                    <a:pt x="29186" y="20663"/>
                    <a:pt x="29229" y="20685"/>
                    <a:pt x="29272" y="20706"/>
                  </a:cubicBezTo>
                  <a:lnTo>
                    <a:pt x="29302" y="20706"/>
                  </a:lnTo>
                  <a:cubicBezTo>
                    <a:pt x="29309" y="20710"/>
                    <a:pt x="29321" y="20711"/>
                    <a:pt x="29336" y="20711"/>
                  </a:cubicBezTo>
                  <a:cubicBezTo>
                    <a:pt x="29440" y="20711"/>
                    <a:pt x="29715" y="20641"/>
                    <a:pt x="29837" y="20641"/>
                  </a:cubicBezTo>
                  <a:close/>
                  <a:moveTo>
                    <a:pt x="25655" y="20767"/>
                  </a:moveTo>
                  <a:lnTo>
                    <a:pt x="25837" y="20919"/>
                  </a:lnTo>
                  <a:lnTo>
                    <a:pt x="25868" y="20919"/>
                  </a:lnTo>
                  <a:cubicBezTo>
                    <a:pt x="25891" y="20907"/>
                    <a:pt x="25912" y="20903"/>
                    <a:pt x="25931" y="20903"/>
                  </a:cubicBezTo>
                  <a:cubicBezTo>
                    <a:pt x="26010" y="20903"/>
                    <a:pt x="26050" y="20991"/>
                    <a:pt x="26050" y="21041"/>
                  </a:cubicBezTo>
                  <a:cubicBezTo>
                    <a:pt x="26050" y="21060"/>
                    <a:pt x="26032" y="21067"/>
                    <a:pt x="26006" y="21067"/>
                  </a:cubicBezTo>
                  <a:cubicBezTo>
                    <a:pt x="25949" y="21067"/>
                    <a:pt x="25849" y="21031"/>
                    <a:pt x="25807" y="21010"/>
                  </a:cubicBezTo>
                  <a:cubicBezTo>
                    <a:pt x="25685" y="20949"/>
                    <a:pt x="25564" y="20889"/>
                    <a:pt x="25442" y="20858"/>
                  </a:cubicBezTo>
                  <a:cubicBezTo>
                    <a:pt x="25351" y="20858"/>
                    <a:pt x="25442" y="20798"/>
                    <a:pt x="25655" y="20767"/>
                  </a:cubicBezTo>
                  <a:close/>
                  <a:moveTo>
                    <a:pt x="26719" y="20767"/>
                  </a:moveTo>
                  <a:cubicBezTo>
                    <a:pt x="26840" y="20798"/>
                    <a:pt x="26962" y="20798"/>
                    <a:pt x="27114" y="20798"/>
                  </a:cubicBezTo>
                  <a:cubicBezTo>
                    <a:pt x="27154" y="20798"/>
                    <a:pt x="27289" y="20770"/>
                    <a:pt x="27384" y="20770"/>
                  </a:cubicBezTo>
                  <a:cubicBezTo>
                    <a:pt x="27431" y="20770"/>
                    <a:pt x="27468" y="20777"/>
                    <a:pt x="27479" y="20798"/>
                  </a:cubicBezTo>
                  <a:cubicBezTo>
                    <a:pt x="27539" y="20858"/>
                    <a:pt x="27235" y="20889"/>
                    <a:pt x="27144" y="20889"/>
                  </a:cubicBezTo>
                  <a:cubicBezTo>
                    <a:pt x="26992" y="20889"/>
                    <a:pt x="26840" y="20919"/>
                    <a:pt x="26719" y="20949"/>
                  </a:cubicBezTo>
                  <a:cubicBezTo>
                    <a:pt x="26672" y="20973"/>
                    <a:pt x="26515" y="21069"/>
                    <a:pt x="26433" y="21069"/>
                  </a:cubicBezTo>
                  <a:cubicBezTo>
                    <a:pt x="26409" y="21069"/>
                    <a:pt x="26391" y="21061"/>
                    <a:pt x="26384" y="21041"/>
                  </a:cubicBezTo>
                  <a:cubicBezTo>
                    <a:pt x="26324" y="20980"/>
                    <a:pt x="26384" y="20919"/>
                    <a:pt x="26506" y="20858"/>
                  </a:cubicBezTo>
                  <a:lnTo>
                    <a:pt x="26628" y="20798"/>
                  </a:lnTo>
                  <a:lnTo>
                    <a:pt x="26719" y="20767"/>
                  </a:lnTo>
                  <a:close/>
                  <a:moveTo>
                    <a:pt x="65615" y="20786"/>
                  </a:moveTo>
                  <a:cubicBezTo>
                    <a:pt x="65633" y="20786"/>
                    <a:pt x="65648" y="20790"/>
                    <a:pt x="65656" y="20798"/>
                  </a:cubicBezTo>
                  <a:cubicBezTo>
                    <a:pt x="65716" y="20858"/>
                    <a:pt x="65777" y="20949"/>
                    <a:pt x="65868" y="21010"/>
                  </a:cubicBezTo>
                  <a:cubicBezTo>
                    <a:pt x="65899" y="21041"/>
                    <a:pt x="65899" y="21101"/>
                    <a:pt x="65838" y="21101"/>
                  </a:cubicBezTo>
                  <a:lnTo>
                    <a:pt x="65838" y="21132"/>
                  </a:lnTo>
                  <a:cubicBezTo>
                    <a:pt x="65833" y="21135"/>
                    <a:pt x="65826" y="21136"/>
                    <a:pt x="65818" y="21136"/>
                  </a:cubicBezTo>
                  <a:cubicBezTo>
                    <a:pt x="65736" y="21136"/>
                    <a:pt x="65531" y="21000"/>
                    <a:pt x="65504" y="20889"/>
                  </a:cubicBezTo>
                  <a:cubicBezTo>
                    <a:pt x="65481" y="20820"/>
                    <a:pt x="65561" y="20786"/>
                    <a:pt x="65615" y="20786"/>
                  </a:cubicBezTo>
                  <a:close/>
                  <a:moveTo>
                    <a:pt x="48591" y="20907"/>
                  </a:moveTo>
                  <a:cubicBezTo>
                    <a:pt x="48616" y="20907"/>
                    <a:pt x="48640" y="20911"/>
                    <a:pt x="48664" y="20919"/>
                  </a:cubicBezTo>
                  <a:cubicBezTo>
                    <a:pt x="48816" y="20919"/>
                    <a:pt x="48847" y="21101"/>
                    <a:pt x="48756" y="21132"/>
                  </a:cubicBezTo>
                  <a:cubicBezTo>
                    <a:pt x="48677" y="21158"/>
                    <a:pt x="48531" y="21229"/>
                    <a:pt x="48453" y="21229"/>
                  </a:cubicBezTo>
                  <a:cubicBezTo>
                    <a:pt x="48441" y="21229"/>
                    <a:pt x="48430" y="21227"/>
                    <a:pt x="48421" y="21223"/>
                  </a:cubicBezTo>
                  <a:cubicBezTo>
                    <a:pt x="48391" y="21162"/>
                    <a:pt x="48391" y="21101"/>
                    <a:pt x="48421" y="21041"/>
                  </a:cubicBezTo>
                  <a:lnTo>
                    <a:pt x="48391" y="20980"/>
                  </a:lnTo>
                  <a:cubicBezTo>
                    <a:pt x="48458" y="20935"/>
                    <a:pt x="48524" y="20907"/>
                    <a:pt x="48591" y="20907"/>
                  </a:cubicBezTo>
                  <a:close/>
                  <a:moveTo>
                    <a:pt x="35017" y="21132"/>
                  </a:moveTo>
                  <a:lnTo>
                    <a:pt x="35017" y="21162"/>
                  </a:lnTo>
                  <a:cubicBezTo>
                    <a:pt x="35108" y="21193"/>
                    <a:pt x="35169" y="21253"/>
                    <a:pt x="35230" y="21345"/>
                  </a:cubicBezTo>
                  <a:lnTo>
                    <a:pt x="35321" y="21375"/>
                  </a:lnTo>
                  <a:lnTo>
                    <a:pt x="35412" y="21405"/>
                  </a:lnTo>
                  <a:cubicBezTo>
                    <a:pt x="35533" y="21405"/>
                    <a:pt x="35655" y="21436"/>
                    <a:pt x="35655" y="21527"/>
                  </a:cubicBezTo>
                  <a:lnTo>
                    <a:pt x="35655" y="21557"/>
                  </a:lnTo>
                  <a:lnTo>
                    <a:pt x="35625" y="21588"/>
                  </a:lnTo>
                  <a:cubicBezTo>
                    <a:pt x="35602" y="21593"/>
                    <a:pt x="35580" y="21596"/>
                    <a:pt x="35558" y="21596"/>
                  </a:cubicBezTo>
                  <a:cubicBezTo>
                    <a:pt x="35459" y="21596"/>
                    <a:pt x="35365" y="21546"/>
                    <a:pt x="35290" y="21497"/>
                  </a:cubicBezTo>
                  <a:lnTo>
                    <a:pt x="35169" y="21436"/>
                  </a:lnTo>
                  <a:lnTo>
                    <a:pt x="35047" y="21405"/>
                  </a:lnTo>
                  <a:cubicBezTo>
                    <a:pt x="34986" y="21253"/>
                    <a:pt x="34956" y="21132"/>
                    <a:pt x="35017" y="21132"/>
                  </a:cubicBezTo>
                  <a:close/>
                  <a:moveTo>
                    <a:pt x="28938" y="20737"/>
                  </a:moveTo>
                  <a:cubicBezTo>
                    <a:pt x="29029" y="20798"/>
                    <a:pt x="29120" y="20858"/>
                    <a:pt x="29181" y="20919"/>
                  </a:cubicBezTo>
                  <a:lnTo>
                    <a:pt x="29029" y="21041"/>
                  </a:lnTo>
                  <a:cubicBezTo>
                    <a:pt x="28968" y="21071"/>
                    <a:pt x="28968" y="21193"/>
                    <a:pt x="28907" y="21284"/>
                  </a:cubicBezTo>
                  <a:lnTo>
                    <a:pt x="28877" y="21314"/>
                  </a:lnTo>
                  <a:cubicBezTo>
                    <a:pt x="28786" y="21314"/>
                    <a:pt x="28694" y="21405"/>
                    <a:pt x="28664" y="21497"/>
                  </a:cubicBezTo>
                  <a:lnTo>
                    <a:pt x="28603" y="21588"/>
                  </a:lnTo>
                  <a:cubicBezTo>
                    <a:pt x="28603" y="21649"/>
                    <a:pt x="28512" y="21649"/>
                    <a:pt x="28482" y="21649"/>
                  </a:cubicBezTo>
                  <a:lnTo>
                    <a:pt x="28390" y="21649"/>
                  </a:lnTo>
                  <a:cubicBezTo>
                    <a:pt x="28299" y="21618"/>
                    <a:pt x="28208" y="21588"/>
                    <a:pt x="28147" y="21527"/>
                  </a:cubicBezTo>
                  <a:lnTo>
                    <a:pt x="28080" y="21527"/>
                  </a:lnTo>
                  <a:lnTo>
                    <a:pt x="28178" y="21405"/>
                  </a:lnTo>
                  <a:cubicBezTo>
                    <a:pt x="28238" y="21451"/>
                    <a:pt x="28284" y="21474"/>
                    <a:pt x="28326" y="21474"/>
                  </a:cubicBezTo>
                  <a:cubicBezTo>
                    <a:pt x="28368" y="21474"/>
                    <a:pt x="28406" y="21451"/>
                    <a:pt x="28451" y="21405"/>
                  </a:cubicBezTo>
                  <a:lnTo>
                    <a:pt x="28512" y="21314"/>
                  </a:lnTo>
                  <a:cubicBezTo>
                    <a:pt x="28634" y="21314"/>
                    <a:pt x="28725" y="21010"/>
                    <a:pt x="28725" y="20919"/>
                  </a:cubicBezTo>
                  <a:cubicBezTo>
                    <a:pt x="28725" y="20798"/>
                    <a:pt x="28877" y="20737"/>
                    <a:pt x="28938" y="20737"/>
                  </a:cubicBezTo>
                  <a:close/>
                  <a:moveTo>
                    <a:pt x="31919" y="21249"/>
                  </a:moveTo>
                  <a:cubicBezTo>
                    <a:pt x="31923" y="21249"/>
                    <a:pt x="31930" y="21279"/>
                    <a:pt x="31947" y="21345"/>
                  </a:cubicBezTo>
                  <a:cubicBezTo>
                    <a:pt x="31977" y="21436"/>
                    <a:pt x="32068" y="21618"/>
                    <a:pt x="31977" y="21649"/>
                  </a:cubicBezTo>
                  <a:cubicBezTo>
                    <a:pt x="31886" y="21649"/>
                    <a:pt x="31916" y="21405"/>
                    <a:pt x="31916" y="21314"/>
                  </a:cubicBezTo>
                  <a:cubicBezTo>
                    <a:pt x="31916" y="21272"/>
                    <a:pt x="31916" y="21249"/>
                    <a:pt x="31919" y="21249"/>
                  </a:cubicBezTo>
                  <a:close/>
                  <a:moveTo>
                    <a:pt x="84859" y="1"/>
                  </a:moveTo>
                  <a:cubicBezTo>
                    <a:pt x="84848" y="1"/>
                    <a:pt x="84840" y="3"/>
                    <a:pt x="84835" y="7"/>
                  </a:cubicBezTo>
                  <a:cubicBezTo>
                    <a:pt x="84805" y="37"/>
                    <a:pt x="84744" y="37"/>
                    <a:pt x="84714" y="37"/>
                  </a:cubicBezTo>
                  <a:cubicBezTo>
                    <a:pt x="84623" y="98"/>
                    <a:pt x="84562" y="129"/>
                    <a:pt x="84501" y="189"/>
                  </a:cubicBezTo>
                  <a:lnTo>
                    <a:pt x="84319" y="129"/>
                  </a:lnTo>
                  <a:lnTo>
                    <a:pt x="84167" y="98"/>
                  </a:lnTo>
                  <a:cubicBezTo>
                    <a:pt x="84026" y="182"/>
                    <a:pt x="83808" y="345"/>
                    <a:pt x="83727" y="345"/>
                  </a:cubicBezTo>
                  <a:cubicBezTo>
                    <a:pt x="83721" y="345"/>
                    <a:pt x="83715" y="344"/>
                    <a:pt x="83711" y="341"/>
                  </a:cubicBezTo>
                  <a:cubicBezTo>
                    <a:pt x="83589" y="280"/>
                    <a:pt x="83467" y="280"/>
                    <a:pt x="83346" y="280"/>
                  </a:cubicBezTo>
                  <a:lnTo>
                    <a:pt x="83224" y="220"/>
                  </a:lnTo>
                  <a:lnTo>
                    <a:pt x="83194" y="220"/>
                  </a:lnTo>
                  <a:cubicBezTo>
                    <a:pt x="83185" y="224"/>
                    <a:pt x="83171" y="226"/>
                    <a:pt x="83153" y="226"/>
                  </a:cubicBezTo>
                  <a:cubicBezTo>
                    <a:pt x="83042" y="226"/>
                    <a:pt x="82781" y="159"/>
                    <a:pt x="82677" y="159"/>
                  </a:cubicBezTo>
                  <a:cubicBezTo>
                    <a:pt x="82586" y="189"/>
                    <a:pt x="82495" y="189"/>
                    <a:pt x="82404" y="220"/>
                  </a:cubicBezTo>
                  <a:cubicBezTo>
                    <a:pt x="82404" y="250"/>
                    <a:pt x="82434" y="341"/>
                    <a:pt x="82464" y="402"/>
                  </a:cubicBezTo>
                  <a:cubicBezTo>
                    <a:pt x="82464" y="415"/>
                    <a:pt x="82444" y="422"/>
                    <a:pt x="82406" y="422"/>
                  </a:cubicBezTo>
                  <a:cubicBezTo>
                    <a:pt x="82353" y="422"/>
                    <a:pt x="82267" y="407"/>
                    <a:pt x="82160" y="372"/>
                  </a:cubicBezTo>
                  <a:lnTo>
                    <a:pt x="82130" y="372"/>
                  </a:lnTo>
                  <a:lnTo>
                    <a:pt x="82008" y="524"/>
                  </a:lnTo>
                  <a:cubicBezTo>
                    <a:pt x="81826" y="493"/>
                    <a:pt x="81644" y="493"/>
                    <a:pt x="81613" y="493"/>
                  </a:cubicBezTo>
                  <a:cubicBezTo>
                    <a:pt x="81553" y="463"/>
                    <a:pt x="81492" y="432"/>
                    <a:pt x="81431" y="372"/>
                  </a:cubicBezTo>
                  <a:lnTo>
                    <a:pt x="81340" y="372"/>
                  </a:lnTo>
                  <a:cubicBezTo>
                    <a:pt x="81238" y="372"/>
                    <a:pt x="81124" y="345"/>
                    <a:pt x="81040" y="345"/>
                  </a:cubicBezTo>
                  <a:cubicBezTo>
                    <a:pt x="80999" y="345"/>
                    <a:pt x="80965" y="351"/>
                    <a:pt x="80945" y="372"/>
                  </a:cubicBezTo>
                  <a:lnTo>
                    <a:pt x="80793" y="524"/>
                  </a:lnTo>
                  <a:cubicBezTo>
                    <a:pt x="80746" y="500"/>
                    <a:pt x="80713" y="491"/>
                    <a:pt x="80693" y="491"/>
                  </a:cubicBezTo>
                  <a:cubicBezTo>
                    <a:pt x="80661" y="491"/>
                    <a:pt x="80664" y="516"/>
                    <a:pt x="80701" y="554"/>
                  </a:cubicBezTo>
                  <a:cubicBezTo>
                    <a:pt x="80707" y="560"/>
                    <a:pt x="80702" y="562"/>
                    <a:pt x="80689" y="562"/>
                  </a:cubicBezTo>
                  <a:cubicBezTo>
                    <a:pt x="80635" y="562"/>
                    <a:pt x="80447" y="518"/>
                    <a:pt x="80398" y="493"/>
                  </a:cubicBezTo>
                  <a:lnTo>
                    <a:pt x="80276" y="402"/>
                  </a:lnTo>
                  <a:cubicBezTo>
                    <a:pt x="80276" y="402"/>
                    <a:pt x="80142" y="469"/>
                    <a:pt x="80046" y="469"/>
                  </a:cubicBezTo>
                  <a:cubicBezTo>
                    <a:pt x="80030" y="469"/>
                    <a:pt x="80015" y="467"/>
                    <a:pt x="80002" y="463"/>
                  </a:cubicBezTo>
                  <a:cubicBezTo>
                    <a:pt x="79942" y="463"/>
                    <a:pt x="79698" y="432"/>
                    <a:pt x="79638" y="432"/>
                  </a:cubicBezTo>
                  <a:cubicBezTo>
                    <a:pt x="79620" y="415"/>
                    <a:pt x="79532" y="397"/>
                    <a:pt x="79460" y="397"/>
                  </a:cubicBezTo>
                  <a:cubicBezTo>
                    <a:pt x="79407" y="397"/>
                    <a:pt x="79364" y="407"/>
                    <a:pt x="79364" y="432"/>
                  </a:cubicBezTo>
                  <a:cubicBezTo>
                    <a:pt x="79334" y="493"/>
                    <a:pt x="79182" y="554"/>
                    <a:pt x="78999" y="554"/>
                  </a:cubicBezTo>
                  <a:lnTo>
                    <a:pt x="78908" y="493"/>
                  </a:lnTo>
                  <a:lnTo>
                    <a:pt x="78726" y="372"/>
                  </a:lnTo>
                  <a:cubicBezTo>
                    <a:pt x="78574" y="402"/>
                    <a:pt x="78422" y="432"/>
                    <a:pt x="78270" y="432"/>
                  </a:cubicBezTo>
                  <a:lnTo>
                    <a:pt x="78239" y="463"/>
                  </a:lnTo>
                  <a:lnTo>
                    <a:pt x="78148" y="493"/>
                  </a:lnTo>
                  <a:cubicBezTo>
                    <a:pt x="78027" y="524"/>
                    <a:pt x="77935" y="524"/>
                    <a:pt x="77814" y="584"/>
                  </a:cubicBezTo>
                  <a:lnTo>
                    <a:pt x="77692" y="554"/>
                  </a:lnTo>
                  <a:lnTo>
                    <a:pt x="77571" y="524"/>
                  </a:lnTo>
                  <a:cubicBezTo>
                    <a:pt x="77419" y="524"/>
                    <a:pt x="77297" y="493"/>
                    <a:pt x="77176" y="432"/>
                  </a:cubicBezTo>
                  <a:cubicBezTo>
                    <a:pt x="77161" y="418"/>
                    <a:pt x="77139" y="412"/>
                    <a:pt x="77114" y="412"/>
                  </a:cubicBezTo>
                  <a:cubicBezTo>
                    <a:pt x="77034" y="412"/>
                    <a:pt x="76918" y="470"/>
                    <a:pt x="76872" y="493"/>
                  </a:cubicBezTo>
                  <a:cubicBezTo>
                    <a:pt x="76854" y="511"/>
                    <a:pt x="76833" y="518"/>
                    <a:pt x="76813" y="518"/>
                  </a:cubicBezTo>
                  <a:cubicBezTo>
                    <a:pt x="76763" y="518"/>
                    <a:pt x="76711" y="475"/>
                    <a:pt x="76689" y="432"/>
                  </a:cubicBezTo>
                  <a:cubicBezTo>
                    <a:pt x="76673" y="424"/>
                    <a:pt x="76654" y="421"/>
                    <a:pt x="76634" y="421"/>
                  </a:cubicBezTo>
                  <a:cubicBezTo>
                    <a:pt x="76577" y="421"/>
                    <a:pt x="76505" y="449"/>
                    <a:pt x="76416" y="493"/>
                  </a:cubicBezTo>
                  <a:lnTo>
                    <a:pt x="76264" y="493"/>
                  </a:lnTo>
                  <a:cubicBezTo>
                    <a:pt x="76112" y="493"/>
                    <a:pt x="75960" y="493"/>
                    <a:pt x="75808" y="524"/>
                  </a:cubicBezTo>
                  <a:lnTo>
                    <a:pt x="75686" y="554"/>
                  </a:lnTo>
                  <a:lnTo>
                    <a:pt x="75656" y="554"/>
                  </a:lnTo>
                  <a:cubicBezTo>
                    <a:pt x="75565" y="524"/>
                    <a:pt x="75473" y="524"/>
                    <a:pt x="75382" y="493"/>
                  </a:cubicBezTo>
                  <a:cubicBezTo>
                    <a:pt x="75356" y="502"/>
                    <a:pt x="75326" y="506"/>
                    <a:pt x="75296" y="506"/>
                  </a:cubicBezTo>
                  <a:cubicBezTo>
                    <a:pt x="75222" y="506"/>
                    <a:pt x="75143" y="484"/>
                    <a:pt x="75078" y="463"/>
                  </a:cubicBezTo>
                  <a:lnTo>
                    <a:pt x="75017" y="524"/>
                  </a:lnTo>
                  <a:cubicBezTo>
                    <a:pt x="74957" y="550"/>
                    <a:pt x="74907" y="561"/>
                    <a:pt x="74862" y="561"/>
                  </a:cubicBezTo>
                  <a:cubicBezTo>
                    <a:pt x="74751" y="561"/>
                    <a:pt x="74679" y="489"/>
                    <a:pt x="74592" y="402"/>
                  </a:cubicBezTo>
                  <a:cubicBezTo>
                    <a:pt x="74562" y="402"/>
                    <a:pt x="74501" y="524"/>
                    <a:pt x="74501" y="584"/>
                  </a:cubicBezTo>
                  <a:cubicBezTo>
                    <a:pt x="74501" y="600"/>
                    <a:pt x="74488" y="606"/>
                    <a:pt x="74468" y="606"/>
                  </a:cubicBezTo>
                  <a:cubicBezTo>
                    <a:pt x="74423" y="606"/>
                    <a:pt x="74340" y="578"/>
                    <a:pt x="74274" y="578"/>
                  </a:cubicBezTo>
                  <a:cubicBezTo>
                    <a:pt x="74257" y="578"/>
                    <a:pt x="74241" y="580"/>
                    <a:pt x="74227" y="584"/>
                  </a:cubicBezTo>
                  <a:cubicBezTo>
                    <a:pt x="74166" y="584"/>
                    <a:pt x="73893" y="676"/>
                    <a:pt x="73802" y="676"/>
                  </a:cubicBezTo>
                  <a:cubicBezTo>
                    <a:pt x="73761" y="684"/>
                    <a:pt x="73722" y="688"/>
                    <a:pt x="73685" y="688"/>
                  </a:cubicBezTo>
                  <a:cubicBezTo>
                    <a:pt x="73582" y="688"/>
                    <a:pt x="73487" y="659"/>
                    <a:pt x="73376" y="615"/>
                  </a:cubicBezTo>
                  <a:lnTo>
                    <a:pt x="73163" y="615"/>
                  </a:lnTo>
                  <a:cubicBezTo>
                    <a:pt x="73072" y="645"/>
                    <a:pt x="72981" y="706"/>
                    <a:pt x="72951" y="797"/>
                  </a:cubicBezTo>
                  <a:cubicBezTo>
                    <a:pt x="72951" y="800"/>
                    <a:pt x="72949" y="801"/>
                    <a:pt x="72947" y="801"/>
                  </a:cubicBezTo>
                  <a:cubicBezTo>
                    <a:pt x="72924" y="801"/>
                    <a:pt x="72796" y="676"/>
                    <a:pt x="72768" y="676"/>
                  </a:cubicBezTo>
                  <a:cubicBezTo>
                    <a:pt x="72586" y="736"/>
                    <a:pt x="72434" y="736"/>
                    <a:pt x="72251" y="736"/>
                  </a:cubicBezTo>
                  <a:cubicBezTo>
                    <a:pt x="72130" y="706"/>
                    <a:pt x="72008" y="706"/>
                    <a:pt x="71887" y="676"/>
                  </a:cubicBezTo>
                  <a:cubicBezTo>
                    <a:pt x="71826" y="706"/>
                    <a:pt x="71765" y="736"/>
                    <a:pt x="71704" y="736"/>
                  </a:cubicBezTo>
                  <a:cubicBezTo>
                    <a:pt x="71613" y="736"/>
                    <a:pt x="71522" y="706"/>
                    <a:pt x="71461" y="676"/>
                  </a:cubicBezTo>
                  <a:lnTo>
                    <a:pt x="71340" y="736"/>
                  </a:lnTo>
                  <a:lnTo>
                    <a:pt x="71248" y="797"/>
                  </a:lnTo>
                  <a:cubicBezTo>
                    <a:pt x="71096" y="828"/>
                    <a:pt x="70884" y="828"/>
                    <a:pt x="70792" y="828"/>
                  </a:cubicBezTo>
                  <a:lnTo>
                    <a:pt x="70701" y="828"/>
                  </a:lnTo>
                  <a:cubicBezTo>
                    <a:pt x="70689" y="792"/>
                    <a:pt x="70673" y="779"/>
                    <a:pt x="70655" y="779"/>
                  </a:cubicBezTo>
                  <a:cubicBezTo>
                    <a:pt x="70628" y="779"/>
                    <a:pt x="70598" y="809"/>
                    <a:pt x="70580" y="828"/>
                  </a:cubicBezTo>
                  <a:cubicBezTo>
                    <a:pt x="70580" y="831"/>
                    <a:pt x="70578" y="832"/>
                    <a:pt x="70575" y="832"/>
                  </a:cubicBezTo>
                  <a:cubicBezTo>
                    <a:pt x="70553" y="832"/>
                    <a:pt x="70451" y="736"/>
                    <a:pt x="70397" y="736"/>
                  </a:cubicBezTo>
                  <a:lnTo>
                    <a:pt x="69789" y="736"/>
                  </a:lnTo>
                  <a:cubicBezTo>
                    <a:pt x="69765" y="730"/>
                    <a:pt x="69736" y="728"/>
                    <a:pt x="69704" y="728"/>
                  </a:cubicBezTo>
                  <a:cubicBezTo>
                    <a:pt x="69578" y="728"/>
                    <a:pt x="69413" y="767"/>
                    <a:pt x="69364" y="767"/>
                  </a:cubicBezTo>
                  <a:cubicBezTo>
                    <a:pt x="69242" y="797"/>
                    <a:pt x="69090" y="797"/>
                    <a:pt x="68969" y="828"/>
                  </a:cubicBezTo>
                  <a:cubicBezTo>
                    <a:pt x="68908" y="843"/>
                    <a:pt x="68847" y="850"/>
                    <a:pt x="68783" y="850"/>
                  </a:cubicBezTo>
                  <a:cubicBezTo>
                    <a:pt x="68718" y="850"/>
                    <a:pt x="68650" y="843"/>
                    <a:pt x="68574" y="828"/>
                  </a:cubicBezTo>
                  <a:cubicBezTo>
                    <a:pt x="68532" y="807"/>
                    <a:pt x="68374" y="771"/>
                    <a:pt x="68280" y="771"/>
                  </a:cubicBezTo>
                  <a:cubicBezTo>
                    <a:pt x="68238" y="771"/>
                    <a:pt x="68209" y="778"/>
                    <a:pt x="68209" y="797"/>
                  </a:cubicBezTo>
                  <a:cubicBezTo>
                    <a:pt x="68178" y="888"/>
                    <a:pt x="68178" y="919"/>
                    <a:pt x="68148" y="919"/>
                  </a:cubicBezTo>
                  <a:lnTo>
                    <a:pt x="68118" y="919"/>
                  </a:lnTo>
                  <a:lnTo>
                    <a:pt x="67874" y="736"/>
                  </a:lnTo>
                  <a:cubicBezTo>
                    <a:pt x="67753" y="828"/>
                    <a:pt x="67601" y="888"/>
                    <a:pt x="67419" y="919"/>
                  </a:cubicBezTo>
                  <a:cubicBezTo>
                    <a:pt x="67419" y="838"/>
                    <a:pt x="67392" y="797"/>
                    <a:pt x="67328" y="797"/>
                  </a:cubicBezTo>
                  <a:cubicBezTo>
                    <a:pt x="67297" y="797"/>
                    <a:pt x="67256" y="807"/>
                    <a:pt x="67206" y="828"/>
                  </a:cubicBezTo>
                  <a:lnTo>
                    <a:pt x="67145" y="858"/>
                  </a:lnTo>
                  <a:cubicBezTo>
                    <a:pt x="67095" y="845"/>
                    <a:pt x="67044" y="838"/>
                    <a:pt x="66996" y="838"/>
                  </a:cubicBezTo>
                  <a:cubicBezTo>
                    <a:pt x="66928" y="838"/>
                    <a:pt x="66864" y="853"/>
                    <a:pt x="66811" y="888"/>
                  </a:cubicBezTo>
                  <a:lnTo>
                    <a:pt x="66689" y="888"/>
                  </a:lnTo>
                  <a:cubicBezTo>
                    <a:pt x="66537" y="888"/>
                    <a:pt x="66385" y="919"/>
                    <a:pt x="66203" y="919"/>
                  </a:cubicBezTo>
                  <a:lnTo>
                    <a:pt x="66051" y="919"/>
                  </a:lnTo>
                  <a:cubicBezTo>
                    <a:pt x="65868" y="919"/>
                    <a:pt x="65473" y="1071"/>
                    <a:pt x="65382" y="1071"/>
                  </a:cubicBezTo>
                  <a:cubicBezTo>
                    <a:pt x="65200" y="1040"/>
                    <a:pt x="65017" y="1010"/>
                    <a:pt x="64835" y="949"/>
                  </a:cubicBezTo>
                  <a:cubicBezTo>
                    <a:pt x="64819" y="944"/>
                    <a:pt x="64803" y="941"/>
                    <a:pt x="64787" y="941"/>
                  </a:cubicBezTo>
                  <a:cubicBezTo>
                    <a:pt x="64713" y="941"/>
                    <a:pt x="64647" y="996"/>
                    <a:pt x="64622" y="1071"/>
                  </a:cubicBezTo>
                  <a:cubicBezTo>
                    <a:pt x="64622" y="1076"/>
                    <a:pt x="64620" y="1079"/>
                    <a:pt x="64617" y="1079"/>
                  </a:cubicBezTo>
                  <a:cubicBezTo>
                    <a:pt x="64600" y="1079"/>
                    <a:pt x="64545" y="1024"/>
                    <a:pt x="64470" y="949"/>
                  </a:cubicBezTo>
                  <a:lnTo>
                    <a:pt x="64318" y="1040"/>
                  </a:lnTo>
                  <a:lnTo>
                    <a:pt x="64227" y="1071"/>
                  </a:lnTo>
                  <a:cubicBezTo>
                    <a:pt x="64105" y="1101"/>
                    <a:pt x="63984" y="1132"/>
                    <a:pt x="63862" y="1192"/>
                  </a:cubicBezTo>
                  <a:cubicBezTo>
                    <a:pt x="63741" y="1223"/>
                    <a:pt x="63589" y="1284"/>
                    <a:pt x="63467" y="1284"/>
                  </a:cubicBezTo>
                  <a:cubicBezTo>
                    <a:pt x="63389" y="1284"/>
                    <a:pt x="63177" y="1217"/>
                    <a:pt x="63079" y="1217"/>
                  </a:cubicBezTo>
                  <a:cubicBezTo>
                    <a:pt x="63063" y="1217"/>
                    <a:pt x="63050" y="1218"/>
                    <a:pt x="63042" y="1223"/>
                  </a:cubicBezTo>
                  <a:cubicBezTo>
                    <a:pt x="62890" y="1284"/>
                    <a:pt x="62738" y="1314"/>
                    <a:pt x="62586" y="1314"/>
                  </a:cubicBezTo>
                  <a:lnTo>
                    <a:pt x="62251" y="1405"/>
                  </a:lnTo>
                  <a:lnTo>
                    <a:pt x="62160" y="1314"/>
                  </a:lnTo>
                  <a:lnTo>
                    <a:pt x="62099" y="1253"/>
                  </a:lnTo>
                  <a:cubicBezTo>
                    <a:pt x="62008" y="1314"/>
                    <a:pt x="61978" y="1405"/>
                    <a:pt x="61947" y="1496"/>
                  </a:cubicBezTo>
                  <a:lnTo>
                    <a:pt x="61887" y="1405"/>
                  </a:lnTo>
                  <a:lnTo>
                    <a:pt x="61765" y="1284"/>
                  </a:lnTo>
                  <a:cubicBezTo>
                    <a:pt x="61641" y="1333"/>
                    <a:pt x="61517" y="1383"/>
                    <a:pt x="61393" y="1383"/>
                  </a:cubicBezTo>
                  <a:cubicBezTo>
                    <a:pt x="61365" y="1383"/>
                    <a:pt x="61337" y="1380"/>
                    <a:pt x="61309" y="1375"/>
                  </a:cubicBezTo>
                  <a:lnTo>
                    <a:pt x="59424" y="1375"/>
                  </a:lnTo>
                  <a:cubicBezTo>
                    <a:pt x="59303" y="1405"/>
                    <a:pt x="59607" y="1496"/>
                    <a:pt x="59394" y="1527"/>
                  </a:cubicBezTo>
                  <a:lnTo>
                    <a:pt x="59242" y="1588"/>
                  </a:lnTo>
                  <a:cubicBezTo>
                    <a:pt x="59203" y="1529"/>
                    <a:pt x="59138" y="1495"/>
                    <a:pt x="59073" y="1495"/>
                  </a:cubicBezTo>
                  <a:cubicBezTo>
                    <a:pt x="59037" y="1495"/>
                    <a:pt x="59001" y="1505"/>
                    <a:pt x="58969" y="1527"/>
                  </a:cubicBezTo>
                  <a:cubicBezTo>
                    <a:pt x="58944" y="1551"/>
                    <a:pt x="58780" y="1596"/>
                    <a:pt x="58702" y="1596"/>
                  </a:cubicBezTo>
                  <a:cubicBezTo>
                    <a:pt x="58684" y="1596"/>
                    <a:pt x="58670" y="1593"/>
                    <a:pt x="58665" y="1588"/>
                  </a:cubicBezTo>
                  <a:cubicBezTo>
                    <a:pt x="58543" y="1496"/>
                    <a:pt x="58452" y="1466"/>
                    <a:pt x="58300" y="1436"/>
                  </a:cubicBezTo>
                  <a:cubicBezTo>
                    <a:pt x="58231" y="1436"/>
                    <a:pt x="58026" y="1487"/>
                    <a:pt x="57902" y="1487"/>
                  </a:cubicBezTo>
                  <a:cubicBezTo>
                    <a:pt x="57861" y="1487"/>
                    <a:pt x="57829" y="1481"/>
                    <a:pt x="57814" y="1466"/>
                  </a:cubicBezTo>
                  <a:cubicBezTo>
                    <a:pt x="57789" y="1458"/>
                    <a:pt x="57767" y="1454"/>
                    <a:pt x="57747" y="1454"/>
                  </a:cubicBezTo>
                  <a:cubicBezTo>
                    <a:pt x="57692" y="1454"/>
                    <a:pt x="57653" y="1482"/>
                    <a:pt x="57631" y="1527"/>
                  </a:cubicBezTo>
                  <a:cubicBezTo>
                    <a:pt x="57622" y="1546"/>
                    <a:pt x="57606" y="1553"/>
                    <a:pt x="57589" y="1553"/>
                  </a:cubicBezTo>
                  <a:cubicBezTo>
                    <a:pt x="57550" y="1553"/>
                    <a:pt x="57500" y="1517"/>
                    <a:pt x="57479" y="1496"/>
                  </a:cubicBezTo>
                  <a:cubicBezTo>
                    <a:pt x="57388" y="1466"/>
                    <a:pt x="57297" y="1436"/>
                    <a:pt x="57206" y="1405"/>
                  </a:cubicBezTo>
                  <a:lnTo>
                    <a:pt x="57206" y="1557"/>
                  </a:lnTo>
                  <a:cubicBezTo>
                    <a:pt x="57203" y="1560"/>
                    <a:pt x="57198" y="1561"/>
                    <a:pt x="57191" y="1561"/>
                  </a:cubicBezTo>
                  <a:cubicBezTo>
                    <a:pt x="57128" y="1561"/>
                    <a:pt x="56911" y="1462"/>
                    <a:pt x="56787" y="1462"/>
                  </a:cubicBezTo>
                  <a:cubicBezTo>
                    <a:pt x="56774" y="1462"/>
                    <a:pt x="56761" y="1463"/>
                    <a:pt x="56750" y="1466"/>
                  </a:cubicBezTo>
                  <a:cubicBezTo>
                    <a:pt x="56727" y="1471"/>
                    <a:pt x="56706" y="1474"/>
                    <a:pt x="56686" y="1474"/>
                  </a:cubicBezTo>
                  <a:cubicBezTo>
                    <a:pt x="56599" y="1474"/>
                    <a:pt x="56542" y="1424"/>
                    <a:pt x="56567" y="1375"/>
                  </a:cubicBezTo>
                  <a:lnTo>
                    <a:pt x="56385" y="1314"/>
                  </a:lnTo>
                  <a:cubicBezTo>
                    <a:pt x="56362" y="1407"/>
                    <a:pt x="56303" y="1446"/>
                    <a:pt x="56249" y="1446"/>
                  </a:cubicBezTo>
                  <a:cubicBezTo>
                    <a:pt x="56233" y="1446"/>
                    <a:pt x="56217" y="1443"/>
                    <a:pt x="56203" y="1436"/>
                  </a:cubicBezTo>
                  <a:cubicBezTo>
                    <a:pt x="56194" y="1427"/>
                    <a:pt x="56177" y="1423"/>
                    <a:pt x="56157" y="1423"/>
                  </a:cubicBezTo>
                  <a:cubicBezTo>
                    <a:pt x="56109" y="1423"/>
                    <a:pt x="56042" y="1444"/>
                    <a:pt x="56020" y="1466"/>
                  </a:cubicBezTo>
                  <a:cubicBezTo>
                    <a:pt x="55977" y="1487"/>
                    <a:pt x="55934" y="1509"/>
                    <a:pt x="55902" y="1509"/>
                  </a:cubicBezTo>
                  <a:cubicBezTo>
                    <a:pt x="55889" y="1509"/>
                    <a:pt x="55877" y="1505"/>
                    <a:pt x="55868" y="1496"/>
                  </a:cubicBezTo>
                  <a:cubicBezTo>
                    <a:pt x="55807" y="1466"/>
                    <a:pt x="55747" y="1405"/>
                    <a:pt x="55747" y="1344"/>
                  </a:cubicBezTo>
                  <a:lnTo>
                    <a:pt x="55625" y="1375"/>
                  </a:lnTo>
                  <a:cubicBezTo>
                    <a:pt x="55595" y="1405"/>
                    <a:pt x="55686" y="1496"/>
                    <a:pt x="55686" y="1557"/>
                  </a:cubicBezTo>
                  <a:cubicBezTo>
                    <a:pt x="55655" y="1557"/>
                    <a:pt x="55534" y="1527"/>
                    <a:pt x="55473" y="1496"/>
                  </a:cubicBezTo>
                  <a:cubicBezTo>
                    <a:pt x="55468" y="1492"/>
                    <a:pt x="55459" y="1490"/>
                    <a:pt x="55446" y="1490"/>
                  </a:cubicBezTo>
                  <a:cubicBezTo>
                    <a:pt x="55396" y="1490"/>
                    <a:pt x="55293" y="1518"/>
                    <a:pt x="55217" y="1518"/>
                  </a:cubicBezTo>
                  <a:cubicBezTo>
                    <a:pt x="55183" y="1518"/>
                    <a:pt x="55155" y="1512"/>
                    <a:pt x="55139" y="1496"/>
                  </a:cubicBezTo>
                  <a:cubicBezTo>
                    <a:pt x="55108" y="1436"/>
                    <a:pt x="55017" y="1375"/>
                    <a:pt x="54956" y="1375"/>
                  </a:cubicBezTo>
                  <a:lnTo>
                    <a:pt x="54500" y="1405"/>
                  </a:lnTo>
                  <a:lnTo>
                    <a:pt x="54288" y="1436"/>
                  </a:lnTo>
                  <a:lnTo>
                    <a:pt x="54196" y="1436"/>
                  </a:lnTo>
                  <a:cubicBezTo>
                    <a:pt x="54075" y="1436"/>
                    <a:pt x="53862" y="1405"/>
                    <a:pt x="53710" y="1375"/>
                  </a:cubicBezTo>
                  <a:lnTo>
                    <a:pt x="53589" y="1405"/>
                  </a:lnTo>
                  <a:cubicBezTo>
                    <a:pt x="53570" y="1411"/>
                    <a:pt x="53552" y="1414"/>
                    <a:pt x="53534" y="1414"/>
                  </a:cubicBezTo>
                  <a:cubicBezTo>
                    <a:pt x="53461" y="1414"/>
                    <a:pt x="53388" y="1375"/>
                    <a:pt x="53315" y="1375"/>
                  </a:cubicBezTo>
                  <a:lnTo>
                    <a:pt x="53163" y="1405"/>
                  </a:lnTo>
                  <a:cubicBezTo>
                    <a:pt x="53141" y="1401"/>
                    <a:pt x="53115" y="1399"/>
                    <a:pt x="53088" y="1399"/>
                  </a:cubicBezTo>
                  <a:cubicBezTo>
                    <a:pt x="52954" y="1399"/>
                    <a:pt x="52771" y="1442"/>
                    <a:pt x="52668" y="1442"/>
                  </a:cubicBezTo>
                  <a:cubicBezTo>
                    <a:pt x="52647" y="1442"/>
                    <a:pt x="52629" y="1440"/>
                    <a:pt x="52616" y="1436"/>
                  </a:cubicBezTo>
                  <a:cubicBezTo>
                    <a:pt x="52555" y="1405"/>
                    <a:pt x="52464" y="1405"/>
                    <a:pt x="52373" y="1375"/>
                  </a:cubicBezTo>
                  <a:cubicBezTo>
                    <a:pt x="52312" y="1375"/>
                    <a:pt x="52221" y="1405"/>
                    <a:pt x="52130" y="1436"/>
                  </a:cubicBezTo>
                  <a:lnTo>
                    <a:pt x="52069" y="1436"/>
                  </a:lnTo>
                  <a:cubicBezTo>
                    <a:pt x="51993" y="1436"/>
                    <a:pt x="51893" y="1376"/>
                    <a:pt x="51807" y="1376"/>
                  </a:cubicBezTo>
                  <a:cubicBezTo>
                    <a:pt x="51755" y="1376"/>
                    <a:pt x="51708" y="1398"/>
                    <a:pt x="51674" y="1466"/>
                  </a:cubicBezTo>
                  <a:cubicBezTo>
                    <a:pt x="51582" y="1436"/>
                    <a:pt x="51552" y="1375"/>
                    <a:pt x="51491" y="1314"/>
                  </a:cubicBezTo>
                  <a:cubicBezTo>
                    <a:pt x="51482" y="1305"/>
                    <a:pt x="51463" y="1301"/>
                    <a:pt x="51439" y="1301"/>
                  </a:cubicBezTo>
                  <a:cubicBezTo>
                    <a:pt x="51382" y="1301"/>
                    <a:pt x="51300" y="1323"/>
                    <a:pt x="51278" y="1344"/>
                  </a:cubicBezTo>
                  <a:cubicBezTo>
                    <a:pt x="51248" y="1375"/>
                    <a:pt x="51180" y="1390"/>
                    <a:pt x="51119" y="1390"/>
                  </a:cubicBezTo>
                  <a:cubicBezTo>
                    <a:pt x="51058" y="1390"/>
                    <a:pt x="51005" y="1375"/>
                    <a:pt x="51005" y="1344"/>
                  </a:cubicBezTo>
                  <a:cubicBezTo>
                    <a:pt x="51005" y="1335"/>
                    <a:pt x="50997" y="1332"/>
                    <a:pt x="50985" y="1332"/>
                  </a:cubicBezTo>
                  <a:cubicBezTo>
                    <a:pt x="50957" y="1332"/>
                    <a:pt x="50905" y="1353"/>
                    <a:pt x="50883" y="1375"/>
                  </a:cubicBezTo>
                  <a:cubicBezTo>
                    <a:pt x="50867" y="1383"/>
                    <a:pt x="50851" y="1387"/>
                    <a:pt x="50834" y="1387"/>
                  </a:cubicBezTo>
                  <a:cubicBezTo>
                    <a:pt x="50790" y="1387"/>
                    <a:pt x="50745" y="1358"/>
                    <a:pt x="50701" y="1314"/>
                  </a:cubicBezTo>
                  <a:lnTo>
                    <a:pt x="50640" y="1284"/>
                  </a:lnTo>
                  <a:lnTo>
                    <a:pt x="50579" y="1253"/>
                  </a:lnTo>
                  <a:cubicBezTo>
                    <a:pt x="50488" y="1284"/>
                    <a:pt x="50427" y="1314"/>
                    <a:pt x="50367" y="1375"/>
                  </a:cubicBezTo>
                  <a:lnTo>
                    <a:pt x="50215" y="1344"/>
                  </a:lnTo>
                  <a:cubicBezTo>
                    <a:pt x="50154" y="1344"/>
                    <a:pt x="50032" y="1405"/>
                    <a:pt x="49971" y="1405"/>
                  </a:cubicBezTo>
                  <a:lnTo>
                    <a:pt x="49880" y="1405"/>
                  </a:lnTo>
                  <a:cubicBezTo>
                    <a:pt x="49864" y="1380"/>
                    <a:pt x="49838" y="1371"/>
                    <a:pt x="49810" y="1371"/>
                  </a:cubicBezTo>
                  <a:cubicBezTo>
                    <a:pt x="49734" y="1371"/>
                    <a:pt x="49637" y="1436"/>
                    <a:pt x="49637" y="1436"/>
                  </a:cubicBezTo>
                  <a:cubicBezTo>
                    <a:pt x="49637" y="1436"/>
                    <a:pt x="49428" y="1273"/>
                    <a:pt x="49294" y="1273"/>
                  </a:cubicBezTo>
                  <a:cubicBezTo>
                    <a:pt x="49275" y="1273"/>
                    <a:pt x="49257" y="1276"/>
                    <a:pt x="49242" y="1284"/>
                  </a:cubicBezTo>
                  <a:cubicBezTo>
                    <a:pt x="49060" y="1344"/>
                    <a:pt x="48908" y="1344"/>
                    <a:pt x="48725" y="1375"/>
                  </a:cubicBezTo>
                  <a:cubicBezTo>
                    <a:pt x="48719" y="1373"/>
                    <a:pt x="48712" y="1372"/>
                    <a:pt x="48703" y="1372"/>
                  </a:cubicBezTo>
                  <a:cubicBezTo>
                    <a:pt x="48598" y="1372"/>
                    <a:pt x="48321" y="1507"/>
                    <a:pt x="48175" y="1507"/>
                  </a:cubicBezTo>
                  <a:cubicBezTo>
                    <a:pt x="48152" y="1507"/>
                    <a:pt x="48133" y="1504"/>
                    <a:pt x="48117" y="1496"/>
                  </a:cubicBezTo>
                  <a:cubicBezTo>
                    <a:pt x="47945" y="1475"/>
                    <a:pt x="47773" y="1453"/>
                    <a:pt x="47612" y="1453"/>
                  </a:cubicBezTo>
                  <a:cubicBezTo>
                    <a:pt x="47545" y="1453"/>
                    <a:pt x="47480" y="1457"/>
                    <a:pt x="47418" y="1466"/>
                  </a:cubicBezTo>
                  <a:cubicBezTo>
                    <a:pt x="47327" y="1466"/>
                    <a:pt x="47236" y="1496"/>
                    <a:pt x="47145" y="1496"/>
                  </a:cubicBezTo>
                  <a:cubicBezTo>
                    <a:pt x="47053" y="1466"/>
                    <a:pt x="46962" y="1436"/>
                    <a:pt x="46871" y="1405"/>
                  </a:cubicBezTo>
                  <a:lnTo>
                    <a:pt x="46719" y="1436"/>
                  </a:lnTo>
                  <a:cubicBezTo>
                    <a:pt x="46537" y="1436"/>
                    <a:pt x="46324" y="1436"/>
                    <a:pt x="46142" y="1405"/>
                  </a:cubicBezTo>
                  <a:cubicBezTo>
                    <a:pt x="46126" y="1390"/>
                    <a:pt x="46111" y="1382"/>
                    <a:pt x="46096" y="1382"/>
                  </a:cubicBezTo>
                  <a:cubicBezTo>
                    <a:pt x="46081" y="1382"/>
                    <a:pt x="46066" y="1390"/>
                    <a:pt x="46050" y="1405"/>
                  </a:cubicBezTo>
                  <a:cubicBezTo>
                    <a:pt x="46050" y="1470"/>
                    <a:pt x="46034" y="1490"/>
                    <a:pt x="46008" y="1490"/>
                  </a:cubicBezTo>
                  <a:cubicBezTo>
                    <a:pt x="45973" y="1490"/>
                    <a:pt x="45920" y="1453"/>
                    <a:pt x="45868" y="1436"/>
                  </a:cubicBezTo>
                  <a:lnTo>
                    <a:pt x="45807" y="1405"/>
                  </a:lnTo>
                  <a:cubicBezTo>
                    <a:pt x="45772" y="1396"/>
                    <a:pt x="45739" y="1393"/>
                    <a:pt x="45707" y="1393"/>
                  </a:cubicBezTo>
                  <a:cubicBezTo>
                    <a:pt x="45632" y="1393"/>
                    <a:pt x="45568" y="1414"/>
                    <a:pt x="45503" y="1436"/>
                  </a:cubicBezTo>
                  <a:cubicBezTo>
                    <a:pt x="45458" y="1451"/>
                    <a:pt x="45412" y="1458"/>
                    <a:pt x="45366" y="1458"/>
                  </a:cubicBezTo>
                  <a:cubicBezTo>
                    <a:pt x="45321" y="1458"/>
                    <a:pt x="45275" y="1451"/>
                    <a:pt x="45230" y="1436"/>
                  </a:cubicBezTo>
                  <a:lnTo>
                    <a:pt x="44926" y="1436"/>
                  </a:lnTo>
                  <a:cubicBezTo>
                    <a:pt x="44743" y="1405"/>
                    <a:pt x="44561" y="1375"/>
                    <a:pt x="44379" y="1375"/>
                  </a:cubicBezTo>
                  <a:cubicBezTo>
                    <a:pt x="44348" y="1405"/>
                    <a:pt x="44166" y="1405"/>
                    <a:pt x="44135" y="1436"/>
                  </a:cubicBezTo>
                  <a:cubicBezTo>
                    <a:pt x="44075" y="1496"/>
                    <a:pt x="44014" y="1496"/>
                    <a:pt x="43953" y="1496"/>
                  </a:cubicBezTo>
                  <a:lnTo>
                    <a:pt x="43892" y="1496"/>
                  </a:lnTo>
                  <a:lnTo>
                    <a:pt x="43771" y="1466"/>
                  </a:lnTo>
                  <a:cubicBezTo>
                    <a:pt x="43680" y="1436"/>
                    <a:pt x="43596" y="1420"/>
                    <a:pt x="43516" y="1420"/>
                  </a:cubicBezTo>
                  <a:cubicBezTo>
                    <a:pt x="43436" y="1420"/>
                    <a:pt x="43360" y="1436"/>
                    <a:pt x="43284" y="1466"/>
                  </a:cubicBezTo>
                  <a:lnTo>
                    <a:pt x="43163" y="1375"/>
                  </a:lnTo>
                  <a:cubicBezTo>
                    <a:pt x="43163" y="1375"/>
                    <a:pt x="43072" y="1436"/>
                    <a:pt x="43041" y="1436"/>
                  </a:cubicBezTo>
                  <a:lnTo>
                    <a:pt x="42980" y="1436"/>
                  </a:lnTo>
                  <a:cubicBezTo>
                    <a:pt x="42945" y="1427"/>
                    <a:pt x="42912" y="1423"/>
                    <a:pt x="42881" y="1423"/>
                  </a:cubicBezTo>
                  <a:cubicBezTo>
                    <a:pt x="42805" y="1423"/>
                    <a:pt x="42741" y="1444"/>
                    <a:pt x="42676" y="1466"/>
                  </a:cubicBezTo>
                  <a:cubicBezTo>
                    <a:pt x="42646" y="1496"/>
                    <a:pt x="42616" y="1527"/>
                    <a:pt x="42585" y="1527"/>
                  </a:cubicBezTo>
                  <a:cubicBezTo>
                    <a:pt x="42585" y="1527"/>
                    <a:pt x="42494" y="1466"/>
                    <a:pt x="42464" y="1436"/>
                  </a:cubicBezTo>
                  <a:cubicBezTo>
                    <a:pt x="42459" y="1431"/>
                    <a:pt x="42451" y="1429"/>
                    <a:pt x="42439" y="1429"/>
                  </a:cubicBezTo>
                  <a:cubicBezTo>
                    <a:pt x="42367" y="1429"/>
                    <a:pt x="42177" y="1496"/>
                    <a:pt x="42099" y="1496"/>
                  </a:cubicBezTo>
                  <a:cubicBezTo>
                    <a:pt x="41917" y="1436"/>
                    <a:pt x="41765" y="1405"/>
                    <a:pt x="41582" y="1405"/>
                  </a:cubicBezTo>
                  <a:lnTo>
                    <a:pt x="41369" y="1436"/>
                  </a:lnTo>
                  <a:cubicBezTo>
                    <a:pt x="41347" y="1436"/>
                    <a:pt x="41213" y="1371"/>
                    <a:pt x="41141" y="1371"/>
                  </a:cubicBezTo>
                  <a:cubicBezTo>
                    <a:pt x="41114" y="1371"/>
                    <a:pt x="41096" y="1380"/>
                    <a:pt x="41096" y="1405"/>
                  </a:cubicBezTo>
                  <a:lnTo>
                    <a:pt x="41096" y="1344"/>
                  </a:lnTo>
                  <a:lnTo>
                    <a:pt x="40913" y="1405"/>
                  </a:lnTo>
                  <a:lnTo>
                    <a:pt x="40701" y="1527"/>
                  </a:lnTo>
                  <a:cubicBezTo>
                    <a:pt x="40731" y="1436"/>
                    <a:pt x="40670" y="1314"/>
                    <a:pt x="40579" y="1253"/>
                  </a:cubicBezTo>
                  <a:lnTo>
                    <a:pt x="40518" y="1314"/>
                  </a:lnTo>
                  <a:cubicBezTo>
                    <a:pt x="40385" y="1358"/>
                    <a:pt x="40251" y="1387"/>
                    <a:pt x="40118" y="1387"/>
                  </a:cubicBezTo>
                  <a:cubicBezTo>
                    <a:pt x="40069" y="1387"/>
                    <a:pt x="40020" y="1383"/>
                    <a:pt x="39971" y="1375"/>
                  </a:cubicBezTo>
                  <a:cubicBezTo>
                    <a:pt x="39941" y="1344"/>
                    <a:pt x="39880" y="1314"/>
                    <a:pt x="39819" y="1314"/>
                  </a:cubicBezTo>
                  <a:lnTo>
                    <a:pt x="39637" y="1466"/>
                  </a:lnTo>
                  <a:cubicBezTo>
                    <a:pt x="39546" y="1405"/>
                    <a:pt x="39485" y="1375"/>
                    <a:pt x="39394" y="1314"/>
                  </a:cubicBezTo>
                  <a:cubicBezTo>
                    <a:pt x="39394" y="1306"/>
                    <a:pt x="39387" y="1302"/>
                    <a:pt x="39376" y="1302"/>
                  </a:cubicBezTo>
                  <a:cubicBezTo>
                    <a:pt x="39345" y="1302"/>
                    <a:pt x="39278" y="1330"/>
                    <a:pt x="39211" y="1375"/>
                  </a:cubicBezTo>
                  <a:lnTo>
                    <a:pt x="39120" y="1405"/>
                  </a:lnTo>
                  <a:lnTo>
                    <a:pt x="38786" y="1314"/>
                  </a:lnTo>
                  <a:lnTo>
                    <a:pt x="38695" y="1253"/>
                  </a:lnTo>
                  <a:cubicBezTo>
                    <a:pt x="38573" y="1284"/>
                    <a:pt x="38451" y="1314"/>
                    <a:pt x="38360" y="1375"/>
                  </a:cubicBezTo>
                  <a:cubicBezTo>
                    <a:pt x="38354" y="1381"/>
                    <a:pt x="38348" y="1383"/>
                    <a:pt x="38340" y="1383"/>
                  </a:cubicBezTo>
                  <a:cubicBezTo>
                    <a:pt x="38308" y="1383"/>
                    <a:pt x="38263" y="1339"/>
                    <a:pt x="38239" y="1314"/>
                  </a:cubicBezTo>
                  <a:cubicBezTo>
                    <a:pt x="38239" y="1304"/>
                    <a:pt x="38222" y="1300"/>
                    <a:pt x="38197" y="1300"/>
                  </a:cubicBezTo>
                  <a:cubicBezTo>
                    <a:pt x="38147" y="1300"/>
                    <a:pt x="38066" y="1314"/>
                    <a:pt x="38026" y="1314"/>
                  </a:cubicBezTo>
                  <a:cubicBezTo>
                    <a:pt x="37980" y="1299"/>
                    <a:pt x="37927" y="1291"/>
                    <a:pt x="37874" y="1291"/>
                  </a:cubicBezTo>
                  <a:cubicBezTo>
                    <a:pt x="37821" y="1291"/>
                    <a:pt x="37768" y="1299"/>
                    <a:pt x="37722" y="1314"/>
                  </a:cubicBezTo>
                  <a:cubicBezTo>
                    <a:pt x="37651" y="1337"/>
                    <a:pt x="37471" y="1434"/>
                    <a:pt x="37394" y="1434"/>
                  </a:cubicBezTo>
                  <a:cubicBezTo>
                    <a:pt x="37371" y="1434"/>
                    <a:pt x="37357" y="1426"/>
                    <a:pt x="37357" y="1405"/>
                  </a:cubicBezTo>
                  <a:cubicBezTo>
                    <a:pt x="37357" y="1375"/>
                    <a:pt x="37319" y="1367"/>
                    <a:pt x="37274" y="1367"/>
                  </a:cubicBezTo>
                  <a:cubicBezTo>
                    <a:pt x="37228" y="1367"/>
                    <a:pt x="37175" y="1375"/>
                    <a:pt x="37144" y="1375"/>
                  </a:cubicBezTo>
                  <a:cubicBezTo>
                    <a:pt x="36901" y="1314"/>
                    <a:pt x="36658" y="1253"/>
                    <a:pt x="36445" y="1162"/>
                  </a:cubicBezTo>
                  <a:lnTo>
                    <a:pt x="36202" y="1436"/>
                  </a:lnTo>
                  <a:cubicBezTo>
                    <a:pt x="36183" y="1423"/>
                    <a:pt x="36158" y="1418"/>
                    <a:pt x="36129" y="1418"/>
                  </a:cubicBezTo>
                  <a:cubicBezTo>
                    <a:pt x="36034" y="1418"/>
                    <a:pt x="35896" y="1471"/>
                    <a:pt x="35813" y="1471"/>
                  </a:cubicBezTo>
                  <a:cubicBezTo>
                    <a:pt x="35799" y="1471"/>
                    <a:pt x="35787" y="1469"/>
                    <a:pt x="35777" y="1466"/>
                  </a:cubicBezTo>
                  <a:lnTo>
                    <a:pt x="35230" y="1466"/>
                  </a:lnTo>
                  <a:cubicBezTo>
                    <a:pt x="35017" y="1466"/>
                    <a:pt x="34804" y="1466"/>
                    <a:pt x="34622" y="1496"/>
                  </a:cubicBezTo>
                  <a:lnTo>
                    <a:pt x="34409" y="1588"/>
                  </a:lnTo>
                  <a:cubicBezTo>
                    <a:pt x="34348" y="1527"/>
                    <a:pt x="34318" y="1496"/>
                    <a:pt x="34257" y="1436"/>
                  </a:cubicBezTo>
                  <a:cubicBezTo>
                    <a:pt x="34247" y="1417"/>
                    <a:pt x="34229" y="1410"/>
                    <a:pt x="34208" y="1410"/>
                  </a:cubicBezTo>
                  <a:cubicBezTo>
                    <a:pt x="34160" y="1410"/>
                    <a:pt x="34095" y="1445"/>
                    <a:pt x="34074" y="1466"/>
                  </a:cubicBezTo>
                  <a:cubicBezTo>
                    <a:pt x="33922" y="1466"/>
                    <a:pt x="33801" y="1466"/>
                    <a:pt x="33679" y="1405"/>
                  </a:cubicBezTo>
                  <a:lnTo>
                    <a:pt x="33527" y="1527"/>
                  </a:lnTo>
                  <a:lnTo>
                    <a:pt x="33497" y="1557"/>
                  </a:lnTo>
                  <a:cubicBezTo>
                    <a:pt x="33345" y="1527"/>
                    <a:pt x="33223" y="1496"/>
                    <a:pt x="33071" y="1496"/>
                  </a:cubicBezTo>
                  <a:lnTo>
                    <a:pt x="32950" y="1436"/>
                  </a:lnTo>
                  <a:cubicBezTo>
                    <a:pt x="32936" y="1429"/>
                    <a:pt x="32923" y="1426"/>
                    <a:pt x="32911" y="1426"/>
                  </a:cubicBezTo>
                  <a:cubicBezTo>
                    <a:pt x="32845" y="1426"/>
                    <a:pt x="32806" y="1517"/>
                    <a:pt x="32739" y="1517"/>
                  </a:cubicBezTo>
                  <a:cubicBezTo>
                    <a:pt x="32713" y="1517"/>
                    <a:pt x="32683" y="1503"/>
                    <a:pt x="32646" y="1466"/>
                  </a:cubicBezTo>
                  <a:cubicBezTo>
                    <a:pt x="32637" y="1457"/>
                    <a:pt x="32618" y="1453"/>
                    <a:pt x="32593" y="1453"/>
                  </a:cubicBezTo>
                  <a:cubicBezTo>
                    <a:pt x="32534" y="1453"/>
                    <a:pt x="32446" y="1475"/>
                    <a:pt x="32403" y="1496"/>
                  </a:cubicBezTo>
                  <a:lnTo>
                    <a:pt x="32220" y="1527"/>
                  </a:lnTo>
                  <a:cubicBezTo>
                    <a:pt x="32190" y="1436"/>
                    <a:pt x="32068" y="1375"/>
                    <a:pt x="32008" y="1375"/>
                  </a:cubicBezTo>
                  <a:lnTo>
                    <a:pt x="31704" y="1527"/>
                  </a:lnTo>
                  <a:lnTo>
                    <a:pt x="31400" y="1527"/>
                  </a:lnTo>
                  <a:cubicBezTo>
                    <a:pt x="31248" y="1466"/>
                    <a:pt x="31096" y="1436"/>
                    <a:pt x="30944" y="1405"/>
                  </a:cubicBezTo>
                  <a:lnTo>
                    <a:pt x="30944" y="1588"/>
                  </a:lnTo>
                  <a:cubicBezTo>
                    <a:pt x="30853" y="1527"/>
                    <a:pt x="30731" y="1466"/>
                    <a:pt x="30609" y="1466"/>
                  </a:cubicBezTo>
                  <a:cubicBezTo>
                    <a:pt x="30579" y="1481"/>
                    <a:pt x="30549" y="1489"/>
                    <a:pt x="30518" y="1489"/>
                  </a:cubicBezTo>
                  <a:cubicBezTo>
                    <a:pt x="30488" y="1489"/>
                    <a:pt x="30457" y="1481"/>
                    <a:pt x="30427" y="1466"/>
                  </a:cubicBezTo>
                  <a:lnTo>
                    <a:pt x="30397" y="1466"/>
                  </a:lnTo>
                  <a:cubicBezTo>
                    <a:pt x="30366" y="1496"/>
                    <a:pt x="30305" y="1527"/>
                    <a:pt x="30245" y="1527"/>
                  </a:cubicBezTo>
                  <a:lnTo>
                    <a:pt x="30032" y="1527"/>
                  </a:lnTo>
                  <a:cubicBezTo>
                    <a:pt x="29971" y="1527"/>
                    <a:pt x="29758" y="1496"/>
                    <a:pt x="29697" y="1496"/>
                  </a:cubicBezTo>
                  <a:lnTo>
                    <a:pt x="29363" y="1436"/>
                  </a:lnTo>
                  <a:lnTo>
                    <a:pt x="29333" y="1466"/>
                  </a:lnTo>
                  <a:lnTo>
                    <a:pt x="29181" y="1588"/>
                  </a:lnTo>
                  <a:cubicBezTo>
                    <a:pt x="29123" y="1530"/>
                    <a:pt x="29004" y="1509"/>
                    <a:pt x="28925" y="1509"/>
                  </a:cubicBezTo>
                  <a:cubicBezTo>
                    <a:pt x="28879" y="1509"/>
                    <a:pt x="28846" y="1516"/>
                    <a:pt x="28846" y="1527"/>
                  </a:cubicBezTo>
                  <a:cubicBezTo>
                    <a:pt x="28846" y="1537"/>
                    <a:pt x="28823" y="1540"/>
                    <a:pt x="28789" y="1540"/>
                  </a:cubicBezTo>
                  <a:cubicBezTo>
                    <a:pt x="28721" y="1540"/>
                    <a:pt x="28613" y="1527"/>
                    <a:pt x="28573" y="1527"/>
                  </a:cubicBezTo>
                  <a:cubicBezTo>
                    <a:pt x="28451" y="1527"/>
                    <a:pt x="28360" y="1527"/>
                    <a:pt x="28269" y="1557"/>
                  </a:cubicBezTo>
                  <a:lnTo>
                    <a:pt x="28238" y="1527"/>
                  </a:lnTo>
                  <a:lnTo>
                    <a:pt x="28087" y="1375"/>
                  </a:lnTo>
                  <a:cubicBezTo>
                    <a:pt x="27904" y="1405"/>
                    <a:pt x="27539" y="1466"/>
                    <a:pt x="27266" y="1466"/>
                  </a:cubicBezTo>
                  <a:lnTo>
                    <a:pt x="27023" y="1466"/>
                  </a:lnTo>
                  <a:cubicBezTo>
                    <a:pt x="26974" y="1466"/>
                    <a:pt x="26867" y="1427"/>
                    <a:pt x="26826" y="1427"/>
                  </a:cubicBezTo>
                  <a:cubicBezTo>
                    <a:pt x="26816" y="1427"/>
                    <a:pt x="26810" y="1429"/>
                    <a:pt x="26810" y="1436"/>
                  </a:cubicBezTo>
                  <a:lnTo>
                    <a:pt x="26688" y="1557"/>
                  </a:lnTo>
                  <a:cubicBezTo>
                    <a:pt x="26643" y="1527"/>
                    <a:pt x="26521" y="1519"/>
                    <a:pt x="26396" y="1519"/>
                  </a:cubicBezTo>
                  <a:cubicBezTo>
                    <a:pt x="26270" y="1519"/>
                    <a:pt x="26141" y="1527"/>
                    <a:pt x="26080" y="1527"/>
                  </a:cubicBezTo>
                  <a:cubicBezTo>
                    <a:pt x="25868" y="1527"/>
                    <a:pt x="25685" y="1557"/>
                    <a:pt x="25503" y="1557"/>
                  </a:cubicBezTo>
                  <a:lnTo>
                    <a:pt x="25351" y="1436"/>
                  </a:lnTo>
                  <a:cubicBezTo>
                    <a:pt x="25290" y="1466"/>
                    <a:pt x="25229" y="1496"/>
                    <a:pt x="25199" y="1557"/>
                  </a:cubicBezTo>
                  <a:cubicBezTo>
                    <a:pt x="25193" y="1563"/>
                    <a:pt x="25185" y="1565"/>
                    <a:pt x="25176" y="1565"/>
                  </a:cubicBezTo>
                  <a:cubicBezTo>
                    <a:pt x="25137" y="1565"/>
                    <a:pt x="25077" y="1521"/>
                    <a:pt x="25077" y="1496"/>
                  </a:cubicBezTo>
                  <a:cubicBezTo>
                    <a:pt x="24925" y="1496"/>
                    <a:pt x="24743" y="1527"/>
                    <a:pt x="24621" y="1618"/>
                  </a:cubicBezTo>
                  <a:lnTo>
                    <a:pt x="24409" y="1588"/>
                  </a:lnTo>
                  <a:lnTo>
                    <a:pt x="24257" y="1557"/>
                  </a:lnTo>
                  <a:cubicBezTo>
                    <a:pt x="24234" y="1562"/>
                    <a:pt x="24207" y="1564"/>
                    <a:pt x="24179" y="1564"/>
                  </a:cubicBezTo>
                  <a:cubicBezTo>
                    <a:pt x="24069" y="1564"/>
                    <a:pt x="23928" y="1536"/>
                    <a:pt x="23843" y="1536"/>
                  </a:cubicBezTo>
                  <a:cubicBezTo>
                    <a:pt x="23805" y="1536"/>
                    <a:pt x="23778" y="1541"/>
                    <a:pt x="23770" y="1557"/>
                  </a:cubicBezTo>
                  <a:cubicBezTo>
                    <a:pt x="23753" y="1575"/>
                    <a:pt x="23735" y="1582"/>
                    <a:pt x="23718" y="1582"/>
                  </a:cubicBezTo>
                  <a:cubicBezTo>
                    <a:pt x="23679" y="1582"/>
                    <a:pt x="23649" y="1539"/>
                    <a:pt x="23649" y="1496"/>
                  </a:cubicBezTo>
                  <a:cubicBezTo>
                    <a:pt x="23649" y="1491"/>
                    <a:pt x="23645" y="1488"/>
                    <a:pt x="23640" y="1488"/>
                  </a:cubicBezTo>
                  <a:cubicBezTo>
                    <a:pt x="23616" y="1488"/>
                    <a:pt x="23552" y="1533"/>
                    <a:pt x="23527" y="1557"/>
                  </a:cubicBezTo>
                  <a:cubicBezTo>
                    <a:pt x="23527" y="1561"/>
                    <a:pt x="23524" y="1562"/>
                    <a:pt x="23517" y="1562"/>
                  </a:cubicBezTo>
                  <a:cubicBezTo>
                    <a:pt x="23479" y="1562"/>
                    <a:pt x="23340" y="1509"/>
                    <a:pt x="23253" y="1509"/>
                  </a:cubicBezTo>
                  <a:cubicBezTo>
                    <a:pt x="23227" y="1509"/>
                    <a:pt x="23205" y="1514"/>
                    <a:pt x="23193" y="1527"/>
                  </a:cubicBezTo>
                  <a:cubicBezTo>
                    <a:pt x="23171" y="1571"/>
                    <a:pt x="23116" y="1599"/>
                    <a:pt x="23064" y="1599"/>
                  </a:cubicBezTo>
                  <a:cubicBezTo>
                    <a:pt x="23045" y="1599"/>
                    <a:pt x="23027" y="1596"/>
                    <a:pt x="23010" y="1588"/>
                  </a:cubicBezTo>
                  <a:cubicBezTo>
                    <a:pt x="22889" y="1527"/>
                    <a:pt x="22737" y="1496"/>
                    <a:pt x="22615" y="1496"/>
                  </a:cubicBezTo>
                  <a:lnTo>
                    <a:pt x="22524" y="1557"/>
                  </a:lnTo>
                  <a:cubicBezTo>
                    <a:pt x="22400" y="1610"/>
                    <a:pt x="22277" y="1643"/>
                    <a:pt x="22153" y="1643"/>
                  </a:cubicBezTo>
                  <a:cubicBezTo>
                    <a:pt x="22064" y="1643"/>
                    <a:pt x="21975" y="1626"/>
                    <a:pt x="21886" y="1588"/>
                  </a:cubicBezTo>
                  <a:lnTo>
                    <a:pt x="21673" y="1527"/>
                  </a:lnTo>
                  <a:cubicBezTo>
                    <a:pt x="21491" y="1557"/>
                    <a:pt x="21278" y="1588"/>
                    <a:pt x="21095" y="1618"/>
                  </a:cubicBezTo>
                  <a:cubicBezTo>
                    <a:pt x="21074" y="1639"/>
                    <a:pt x="21053" y="1661"/>
                    <a:pt x="21020" y="1661"/>
                  </a:cubicBezTo>
                  <a:cubicBezTo>
                    <a:pt x="21007" y="1661"/>
                    <a:pt x="20992" y="1657"/>
                    <a:pt x="20974" y="1648"/>
                  </a:cubicBezTo>
                  <a:cubicBezTo>
                    <a:pt x="20944" y="1648"/>
                    <a:pt x="20883" y="1709"/>
                    <a:pt x="20883" y="1739"/>
                  </a:cubicBezTo>
                  <a:cubicBezTo>
                    <a:pt x="20883" y="1745"/>
                    <a:pt x="20878" y="1748"/>
                    <a:pt x="20871" y="1748"/>
                  </a:cubicBezTo>
                  <a:cubicBezTo>
                    <a:pt x="20839" y="1748"/>
                    <a:pt x="20750" y="1703"/>
                    <a:pt x="20700" y="1679"/>
                  </a:cubicBezTo>
                  <a:cubicBezTo>
                    <a:pt x="20668" y="1671"/>
                    <a:pt x="20635" y="1667"/>
                    <a:pt x="20603" y="1667"/>
                  </a:cubicBezTo>
                  <a:cubicBezTo>
                    <a:pt x="20516" y="1667"/>
                    <a:pt x="20433" y="1695"/>
                    <a:pt x="20366" y="1739"/>
                  </a:cubicBezTo>
                  <a:lnTo>
                    <a:pt x="20336" y="1679"/>
                  </a:lnTo>
                  <a:cubicBezTo>
                    <a:pt x="20314" y="1650"/>
                    <a:pt x="20292" y="1640"/>
                    <a:pt x="20270" y="1640"/>
                  </a:cubicBezTo>
                  <a:cubicBezTo>
                    <a:pt x="20223" y="1640"/>
                    <a:pt x="20175" y="1687"/>
                    <a:pt x="20127" y="1687"/>
                  </a:cubicBezTo>
                  <a:cubicBezTo>
                    <a:pt x="20106" y="1687"/>
                    <a:pt x="20084" y="1677"/>
                    <a:pt x="20062" y="1648"/>
                  </a:cubicBezTo>
                  <a:lnTo>
                    <a:pt x="20032" y="1588"/>
                  </a:lnTo>
                  <a:cubicBezTo>
                    <a:pt x="19880" y="1618"/>
                    <a:pt x="19728" y="1648"/>
                    <a:pt x="19606" y="1709"/>
                  </a:cubicBezTo>
                  <a:cubicBezTo>
                    <a:pt x="19582" y="1717"/>
                    <a:pt x="19557" y="1721"/>
                    <a:pt x="19533" y="1721"/>
                  </a:cubicBezTo>
                  <a:cubicBezTo>
                    <a:pt x="19468" y="1721"/>
                    <a:pt x="19407" y="1693"/>
                    <a:pt x="19363" y="1648"/>
                  </a:cubicBezTo>
                  <a:cubicBezTo>
                    <a:pt x="19354" y="1644"/>
                    <a:pt x="19345" y="1642"/>
                    <a:pt x="19335" y="1642"/>
                  </a:cubicBezTo>
                  <a:cubicBezTo>
                    <a:pt x="19277" y="1642"/>
                    <a:pt x="19207" y="1709"/>
                    <a:pt x="19181" y="1709"/>
                  </a:cubicBezTo>
                  <a:cubicBezTo>
                    <a:pt x="19160" y="1709"/>
                    <a:pt x="19072" y="1723"/>
                    <a:pt x="19016" y="1723"/>
                  </a:cubicBezTo>
                  <a:cubicBezTo>
                    <a:pt x="18988" y="1723"/>
                    <a:pt x="18968" y="1719"/>
                    <a:pt x="18968" y="1709"/>
                  </a:cubicBezTo>
                  <a:cubicBezTo>
                    <a:pt x="18946" y="1688"/>
                    <a:pt x="18925" y="1666"/>
                    <a:pt x="18893" y="1666"/>
                  </a:cubicBezTo>
                  <a:cubicBezTo>
                    <a:pt x="18879" y="1666"/>
                    <a:pt x="18864" y="1670"/>
                    <a:pt x="18846" y="1679"/>
                  </a:cubicBezTo>
                  <a:lnTo>
                    <a:pt x="18664" y="1679"/>
                  </a:lnTo>
                  <a:cubicBezTo>
                    <a:pt x="18481" y="1679"/>
                    <a:pt x="18269" y="1709"/>
                    <a:pt x="18117" y="1709"/>
                  </a:cubicBezTo>
                  <a:cubicBezTo>
                    <a:pt x="17995" y="1770"/>
                    <a:pt x="17874" y="1800"/>
                    <a:pt x="17752" y="1831"/>
                  </a:cubicBezTo>
                  <a:lnTo>
                    <a:pt x="17570" y="1831"/>
                  </a:lnTo>
                  <a:cubicBezTo>
                    <a:pt x="17478" y="1831"/>
                    <a:pt x="17357" y="1800"/>
                    <a:pt x="17266" y="1739"/>
                  </a:cubicBezTo>
                  <a:lnTo>
                    <a:pt x="17144" y="1831"/>
                  </a:lnTo>
                  <a:lnTo>
                    <a:pt x="17114" y="1861"/>
                  </a:lnTo>
                  <a:lnTo>
                    <a:pt x="16293" y="1861"/>
                  </a:lnTo>
                  <a:cubicBezTo>
                    <a:pt x="16171" y="1891"/>
                    <a:pt x="16050" y="1922"/>
                    <a:pt x="15898" y="1922"/>
                  </a:cubicBezTo>
                  <a:cubicBezTo>
                    <a:pt x="15871" y="1922"/>
                    <a:pt x="15519" y="1759"/>
                    <a:pt x="15329" y="1759"/>
                  </a:cubicBezTo>
                  <a:cubicBezTo>
                    <a:pt x="15302" y="1759"/>
                    <a:pt x="15279" y="1762"/>
                    <a:pt x="15260" y="1770"/>
                  </a:cubicBezTo>
                  <a:cubicBezTo>
                    <a:pt x="15108" y="1800"/>
                    <a:pt x="14986" y="1831"/>
                    <a:pt x="14864" y="1891"/>
                  </a:cubicBezTo>
                  <a:lnTo>
                    <a:pt x="14834" y="1922"/>
                  </a:lnTo>
                  <a:cubicBezTo>
                    <a:pt x="14743" y="1952"/>
                    <a:pt x="14621" y="2013"/>
                    <a:pt x="14591" y="2013"/>
                  </a:cubicBezTo>
                  <a:lnTo>
                    <a:pt x="14348" y="1800"/>
                  </a:lnTo>
                  <a:cubicBezTo>
                    <a:pt x="14348" y="1927"/>
                    <a:pt x="14305" y="1990"/>
                    <a:pt x="14274" y="1990"/>
                  </a:cubicBezTo>
                  <a:cubicBezTo>
                    <a:pt x="14267" y="1990"/>
                    <a:pt x="14262" y="1988"/>
                    <a:pt x="14256" y="1983"/>
                  </a:cubicBezTo>
                  <a:cubicBezTo>
                    <a:pt x="14248" y="1974"/>
                    <a:pt x="14220" y="1970"/>
                    <a:pt x="14186" y="1970"/>
                  </a:cubicBezTo>
                  <a:cubicBezTo>
                    <a:pt x="14104" y="1970"/>
                    <a:pt x="13983" y="1992"/>
                    <a:pt x="13983" y="2013"/>
                  </a:cubicBezTo>
                  <a:cubicBezTo>
                    <a:pt x="13983" y="2023"/>
                    <a:pt x="13966" y="2027"/>
                    <a:pt x="13940" y="2027"/>
                  </a:cubicBezTo>
                  <a:cubicBezTo>
                    <a:pt x="13888" y="2027"/>
                    <a:pt x="13801" y="2013"/>
                    <a:pt x="13740" y="2013"/>
                  </a:cubicBezTo>
                  <a:cubicBezTo>
                    <a:pt x="13649" y="2013"/>
                    <a:pt x="13527" y="2013"/>
                    <a:pt x="13436" y="2043"/>
                  </a:cubicBezTo>
                  <a:lnTo>
                    <a:pt x="13375" y="2013"/>
                  </a:lnTo>
                  <a:lnTo>
                    <a:pt x="13162" y="1800"/>
                  </a:lnTo>
                  <a:cubicBezTo>
                    <a:pt x="13162" y="1933"/>
                    <a:pt x="13116" y="2019"/>
                    <a:pt x="13084" y="2019"/>
                  </a:cubicBezTo>
                  <a:cubicBezTo>
                    <a:pt x="13079" y="2019"/>
                    <a:pt x="13075" y="2017"/>
                    <a:pt x="13071" y="2013"/>
                  </a:cubicBezTo>
                  <a:cubicBezTo>
                    <a:pt x="13067" y="2009"/>
                    <a:pt x="13061" y="2007"/>
                    <a:pt x="13055" y="2007"/>
                  </a:cubicBezTo>
                  <a:cubicBezTo>
                    <a:pt x="13016" y="2007"/>
                    <a:pt x="12945" y="2078"/>
                    <a:pt x="12919" y="2104"/>
                  </a:cubicBezTo>
                  <a:cubicBezTo>
                    <a:pt x="12912" y="2118"/>
                    <a:pt x="12901" y="2124"/>
                    <a:pt x="12887" y="2124"/>
                  </a:cubicBezTo>
                  <a:cubicBezTo>
                    <a:pt x="12835" y="2124"/>
                    <a:pt x="12740" y="2047"/>
                    <a:pt x="12645" y="1952"/>
                  </a:cubicBezTo>
                  <a:lnTo>
                    <a:pt x="12494" y="2104"/>
                  </a:lnTo>
                  <a:lnTo>
                    <a:pt x="12463" y="2104"/>
                  </a:lnTo>
                  <a:cubicBezTo>
                    <a:pt x="12342" y="2165"/>
                    <a:pt x="12220" y="2165"/>
                    <a:pt x="12068" y="2195"/>
                  </a:cubicBezTo>
                  <a:lnTo>
                    <a:pt x="11916" y="2226"/>
                  </a:lnTo>
                  <a:cubicBezTo>
                    <a:pt x="11886" y="2195"/>
                    <a:pt x="11886" y="2165"/>
                    <a:pt x="11855" y="2135"/>
                  </a:cubicBezTo>
                  <a:cubicBezTo>
                    <a:pt x="11855" y="2119"/>
                    <a:pt x="11848" y="2112"/>
                    <a:pt x="11836" y="2112"/>
                  </a:cubicBezTo>
                  <a:cubicBezTo>
                    <a:pt x="11825" y="2112"/>
                    <a:pt x="11810" y="2119"/>
                    <a:pt x="11794" y="2135"/>
                  </a:cubicBezTo>
                  <a:lnTo>
                    <a:pt x="11764" y="2165"/>
                  </a:lnTo>
                  <a:cubicBezTo>
                    <a:pt x="11764" y="2174"/>
                    <a:pt x="11756" y="2178"/>
                    <a:pt x="11744" y="2178"/>
                  </a:cubicBezTo>
                  <a:cubicBezTo>
                    <a:pt x="11716" y="2178"/>
                    <a:pt x="11664" y="2156"/>
                    <a:pt x="11642" y="2135"/>
                  </a:cubicBezTo>
                  <a:cubicBezTo>
                    <a:pt x="11636" y="2129"/>
                    <a:pt x="11623" y="2126"/>
                    <a:pt x="11605" y="2126"/>
                  </a:cubicBezTo>
                  <a:cubicBezTo>
                    <a:pt x="11533" y="2126"/>
                    <a:pt x="11387" y="2165"/>
                    <a:pt x="11338" y="2165"/>
                  </a:cubicBezTo>
                  <a:lnTo>
                    <a:pt x="10579" y="2165"/>
                  </a:lnTo>
                  <a:lnTo>
                    <a:pt x="10214" y="2317"/>
                  </a:lnTo>
                  <a:lnTo>
                    <a:pt x="10153" y="2256"/>
                  </a:lnTo>
                  <a:lnTo>
                    <a:pt x="10031" y="2104"/>
                  </a:lnTo>
                  <a:cubicBezTo>
                    <a:pt x="9919" y="2142"/>
                    <a:pt x="9806" y="2168"/>
                    <a:pt x="9693" y="2168"/>
                  </a:cubicBezTo>
                  <a:cubicBezTo>
                    <a:pt x="9624" y="2168"/>
                    <a:pt x="9554" y="2158"/>
                    <a:pt x="9484" y="2135"/>
                  </a:cubicBezTo>
                  <a:lnTo>
                    <a:pt x="9484" y="2347"/>
                  </a:lnTo>
                  <a:cubicBezTo>
                    <a:pt x="9460" y="2347"/>
                    <a:pt x="9241" y="2270"/>
                    <a:pt x="9108" y="2270"/>
                  </a:cubicBezTo>
                  <a:cubicBezTo>
                    <a:pt x="9075" y="2270"/>
                    <a:pt x="9047" y="2274"/>
                    <a:pt x="9028" y="2287"/>
                  </a:cubicBezTo>
                  <a:cubicBezTo>
                    <a:pt x="8937" y="2378"/>
                    <a:pt x="8846" y="2408"/>
                    <a:pt x="8755" y="2439"/>
                  </a:cubicBezTo>
                  <a:lnTo>
                    <a:pt x="8390" y="2347"/>
                  </a:lnTo>
                  <a:lnTo>
                    <a:pt x="8329" y="2378"/>
                  </a:lnTo>
                  <a:cubicBezTo>
                    <a:pt x="8296" y="2411"/>
                    <a:pt x="8262" y="2422"/>
                    <a:pt x="8228" y="2422"/>
                  </a:cubicBezTo>
                  <a:cubicBezTo>
                    <a:pt x="8174" y="2422"/>
                    <a:pt x="8120" y="2395"/>
                    <a:pt x="8065" y="2395"/>
                  </a:cubicBezTo>
                  <a:cubicBezTo>
                    <a:pt x="8032" y="2395"/>
                    <a:pt x="7998" y="2405"/>
                    <a:pt x="7965" y="2439"/>
                  </a:cubicBezTo>
                  <a:cubicBezTo>
                    <a:pt x="7945" y="2458"/>
                    <a:pt x="7878" y="2513"/>
                    <a:pt x="7800" y="2513"/>
                  </a:cubicBezTo>
                  <a:cubicBezTo>
                    <a:pt x="7754" y="2513"/>
                    <a:pt x="7705" y="2495"/>
                    <a:pt x="7661" y="2439"/>
                  </a:cubicBezTo>
                  <a:cubicBezTo>
                    <a:pt x="7661" y="2439"/>
                    <a:pt x="7539" y="2499"/>
                    <a:pt x="7539" y="2499"/>
                  </a:cubicBezTo>
                  <a:cubicBezTo>
                    <a:pt x="7539" y="2564"/>
                    <a:pt x="7528" y="2585"/>
                    <a:pt x="7508" y="2585"/>
                  </a:cubicBezTo>
                  <a:cubicBezTo>
                    <a:pt x="7482" y="2585"/>
                    <a:pt x="7439" y="2547"/>
                    <a:pt x="7387" y="2530"/>
                  </a:cubicBezTo>
                  <a:lnTo>
                    <a:pt x="7296" y="2499"/>
                  </a:lnTo>
                  <a:cubicBezTo>
                    <a:pt x="7053" y="2499"/>
                    <a:pt x="6779" y="2469"/>
                    <a:pt x="6536" y="2469"/>
                  </a:cubicBezTo>
                  <a:cubicBezTo>
                    <a:pt x="6414" y="2499"/>
                    <a:pt x="6323" y="2530"/>
                    <a:pt x="6202" y="2560"/>
                  </a:cubicBezTo>
                  <a:lnTo>
                    <a:pt x="6202" y="2773"/>
                  </a:lnTo>
                  <a:cubicBezTo>
                    <a:pt x="6080" y="2712"/>
                    <a:pt x="5958" y="2651"/>
                    <a:pt x="5837" y="2621"/>
                  </a:cubicBezTo>
                  <a:lnTo>
                    <a:pt x="5837" y="2712"/>
                  </a:lnTo>
                  <a:cubicBezTo>
                    <a:pt x="5831" y="2718"/>
                    <a:pt x="5820" y="2721"/>
                    <a:pt x="5806" y="2721"/>
                  </a:cubicBezTo>
                  <a:cubicBezTo>
                    <a:pt x="5749" y="2721"/>
                    <a:pt x="5642" y="2682"/>
                    <a:pt x="5594" y="2682"/>
                  </a:cubicBezTo>
                  <a:cubicBezTo>
                    <a:pt x="5529" y="2703"/>
                    <a:pt x="5450" y="2725"/>
                    <a:pt x="5376" y="2725"/>
                  </a:cubicBezTo>
                  <a:cubicBezTo>
                    <a:pt x="5346" y="2725"/>
                    <a:pt x="5316" y="2721"/>
                    <a:pt x="5290" y="2712"/>
                  </a:cubicBezTo>
                  <a:cubicBezTo>
                    <a:pt x="5229" y="2712"/>
                    <a:pt x="5077" y="2864"/>
                    <a:pt x="5047" y="2925"/>
                  </a:cubicBezTo>
                  <a:cubicBezTo>
                    <a:pt x="5036" y="2935"/>
                    <a:pt x="5016" y="2938"/>
                    <a:pt x="4993" y="2938"/>
                  </a:cubicBezTo>
                  <a:cubicBezTo>
                    <a:pt x="4945" y="2938"/>
                    <a:pt x="4884" y="2925"/>
                    <a:pt x="4864" y="2925"/>
                  </a:cubicBezTo>
                  <a:cubicBezTo>
                    <a:pt x="4773" y="2895"/>
                    <a:pt x="4651" y="2864"/>
                    <a:pt x="4560" y="2864"/>
                  </a:cubicBezTo>
                  <a:cubicBezTo>
                    <a:pt x="4477" y="2864"/>
                    <a:pt x="4369" y="2990"/>
                    <a:pt x="4305" y="2990"/>
                  </a:cubicBezTo>
                  <a:cubicBezTo>
                    <a:pt x="4298" y="2990"/>
                    <a:pt x="4292" y="2988"/>
                    <a:pt x="4287" y="2986"/>
                  </a:cubicBezTo>
                  <a:cubicBezTo>
                    <a:pt x="4195" y="2925"/>
                    <a:pt x="4104" y="2925"/>
                    <a:pt x="3983" y="2925"/>
                  </a:cubicBezTo>
                  <a:lnTo>
                    <a:pt x="3922" y="3016"/>
                  </a:lnTo>
                  <a:lnTo>
                    <a:pt x="3861" y="3077"/>
                  </a:lnTo>
                  <a:cubicBezTo>
                    <a:pt x="3835" y="3128"/>
                    <a:pt x="3788" y="3147"/>
                    <a:pt x="3737" y="3147"/>
                  </a:cubicBezTo>
                  <a:cubicBezTo>
                    <a:pt x="3668" y="3147"/>
                    <a:pt x="3592" y="3112"/>
                    <a:pt x="3557" y="3077"/>
                  </a:cubicBezTo>
                  <a:cubicBezTo>
                    <a:pt x="3541" y="3061"/>
                    <a:pt x="3507" y="3055"/>
                    <a:pt x="3463" y="3055"/>
                  </a:cubicBezTo>
                  <a:cubicBezTo>
                    <a:pt x="3363" y="3055"/>
                    <a:pt x="3217" y="3083"/>
                    <a:pt x="3127" y="3083"/>
                  </a:cubicBezTo>
                  <a:cubicBezTo>
                    <a:pt x="3104" y="3083"/>
                    <a:pt x="3085" y="3081"/>
                    <a:pt x="3071" y="3077"/>
                  </a:cubicBezTo>
                  <a:cubicBezTo>
                    <a:pt x="2980" y="3046"/>
                    <a:pt x="2858" y="3016"/>
                    <a:pt x="2767" y="3016"/>
                  </a:cubicBezTo>
                  <a:lnTo>
                    <a:pt x="2736" y="3046"/>
                  </a:lnTo>
                  <a:lnTo>
                    <a:pt x="2676" y="3107"/>
                  </a:lnTo>
                  <a:cubicBezTo>
                    <a:pt x="2642" y="3157"/>
                    <a:pt x="2590" y="3180"/>
                    <a:pt x="2535" y="3180"/>
                  </a:cubicBezTo>
                  <a:cubicBezTo>
                    <a:pt x="2490" y="3180"/>
                    <a:pt x="2443" y="3165"/>
                    <a:pt x="2402" y="3138"/>
                  </a:cubicBezTo>
                  <a:cubicBezTo>
                    <a:pt x="2402" y="3120"/>
                    <a:pt x="2394" y="3112"/>
                    <a:pt x="2383" y="3112"/>
                  </a:cubicBezTo>
                  <a:cubicBezTo>
                    <a:pt x="2357" y="3112"/>
                    <a:pt x="2311" y="3155"/>
                    <a:pt x="2311" y="3198"/>
                  </a:cubicBezTo>
                  <a:cubicBezTo>
                    <a:pt x="2296" y="3214"/>
                    <a:pt x="2250" y="3214"/>
                    <a:pt x="2208" y="3214"/>
                  </a:cubicBezTo>
                  <a:cubicBezTo>
                    <a:pt x="2167" y="3214"/>
                    <a:pt x="2129" y="3214"/>
                    <a:pt x="2129" y="3229"/>
                  </a:cubicBezTo>
                  <a:cubicBezTo>
                    <a:pt x="2098" y="3259"/>
                    <a:pt x="2068" y="3290"/>
                    <a:pt x="2007" y="3290"/>
                  </a:cubicBezTo>
                  <a:lnTo>
                    <a:pt x="1733" y="3290"/>
                  </a:lnTo>
                  <a:cubicBezTo>
                    <a:pt x="1733" y="3320"/>
                    <a:pt x="1825" y="3350"/>
                    <a:pt x="1855" y="3381"/>
                  </a:cubicBezTo>
                  <a:cubicBezTo>
                    <a:pt x="1885" y="3381"/>
                    <a:pt x="1764" y="3472"/>
                    <a:pt x="1612" y="3594"/>
                  </a:cubicBezTo>
                  <a:lnTo>
                    <a:pt x="1551" y="3502"/>
                  </a:lnTo>
                  <a:lnTo>
                    <a:pt x="1429" y="3290"/>
                  </a:lnTo>
                  <a:cubicBezTo>
                    <a:pt x="1277" y="3320"/>
                    <a:pt x="1156" y="3411"/>
                    <a:pt x="1065" y="3533"/>
                  </a:cubicBezTo>
                  <a:cubicBezTo>
                    <a:pt x="1065" y="3554"/>
                    <a:pt x="1053" y="3564"/>
                    <a:pt x="1033" y="3564"/>
                  </a:cubicBezTo>
                  <a:cubicBezTo>
                    <a:pt x="996" y="3564"/>
                    <a:pt x="930" y="3531"/>
                    <a:pt x="852" y="3472"/>
                  </a:cubicBezTo>
                  <a:lnTo>
                    <a:pt x="761" y="3594"/>
                  </a:lnTo>
                  <a:cubicBezTo>
                    <a:pt x="685" y="3654"/>
                    <a:pt x="624" y="3685"/>
                    <a:pt x="563" y="3685"/>
                  </a:cubicBezTo>
                  <a:cubicBezTo>
                    <a:pt x="502" y="3685"/>
                    <a:pt x="442" y="3654"/>
                    <a:pt x="366" y="3594"/>
                  </a:cubicBezTo>
                  <a:lnTo>
                    <a:pt x="366" y="3594"/>
                  </a:lnTo>
                  <a:cubicBezTo>
                    <a:pt x="335" y="3624"/>
                    <a:pt x="457" y="3837"/>
                    <a:pt x="366" y="3898"/>
                  </a:cubicBezTo>
                  <a:cubicBezTo>
                    <a:pt x="299" y="3942"/>
                    <a:pt x="232" y="3970"/>
                    <a:pt x="165" y="3970"/>
                  </a:cubicBezTo>
                  <a:cubicBezTo>
                    <a:pt x="141" y="3970"/>
                    <a:pt x="116" y="3967"/>
                    <a:pt x="92" y="3958"/>
                  </a:cubicBezTo>
                  <a:cubicBezTo>
                    <a:pt x="62" y="3958"/>
                    <a:pt x="62" y="3989"/>
                    <a:pt x="92" y="4050"/>
                  </a:cubicBezTo>
                  <a:lnTo>
                    <a:pt x="92" y="4080"/>
                  </a:lnTo>
                  <a:cubicBezTo>
                    <a:pt x="92" y="4110"/>
                    <a:pt x="62" y="4141"/>
                    <a:pt x="62" y="4202"/>
                  </a:cubicBezTo>
                  <a:lnTo>
                    <a:pt x="31" y="4353"/>
                  </a:lnTo>
                  <a:cubicBezTo>
                    <a:pt x="92" y="4414"/>
                    <a:pt x="122" y="4505"/>
                    <a:pt x="153" y="4597"/>
                  </a:cubicBezTo>
                  <a:lnTo>
                    <a:pt x="1" y="4688"/>
                  </a:lnTo>
                  <a:lnTo>
                    <a:pt x="1" y="4718"/>
                  </a:lnTo>
                  <a:cubicBezTo>
                    <a:pt x="9" y="4760"/>
                    <a:pt x="20" y="4774"/>
                    <a:pt x="31" y="4774"/>
                  </a:cubicBezTo>
                  <a:cubicBezTo>
                    <a:pt x="57" y="4774"/>
                    <a:pt x="87" y="4707"/>
                    <a:pt x="109" y="4707"/>
                  </a:cubicBezTo>
                  <a:cubicBezTo>
                    <a:pt x="114" y="4707"/>
                    <a:pt x="118" y="4710"/>
                    <a:pt x="122" y="4718"/>
                  </a:cubicBezTo>
                  <a:cubicBezTo>
                    <a:pt x="183" y="4749"/>
                    <a:pt x="335" y="4749"/>
                    <a:pt x="244" y="4870"/>
                  </a:cubicBezTo>
                  <a:lnTo>
                    <a:pt x="153" y="5022"/>
                  </a:lnTo>
                  <a:cubicBezTo>
                    <a:pt x="204" y="5002"/>
                    <a:pt x="247" y="4992"/>
                    <a:pt x="283" y="4992"/>
                  </a:cubicBezTo>
                  <a:cubicBezTo>
                    <a:pt x="355" y="4992"/>
                    <a:pt x="396" y="5032"/>
                    <a:pt x="396" y="5113"/>
                  </a:cubicBezTo>
                  <a:lnTo>
                    <a:pt x="396" y="5144"/>
                  </a:lnTo>
                  <a:cubicBezTo>
                    <a:pt x="396" y="5296"/>
                    <a:pt x="396" y="5448"/>
                    <a:pt x="609" y="5509"/>
                  </a:cubicBezTo>
                  <a:lnTo>
                    <a:pt x="700" y="5539"/>
                  </a:lnTo>
                  <a:cubicBezTo>
                    <a:pt x="761" y="5661"/>
                    <a:pt x="791" y="5782"/>
                    <a:pt x="791" y="5904"/>
                  </a:cubicBezTo>
                  <a:lnTo>
                    <a:pt x="822" y="5995"/>
                  </a:lnTo>
                  <a:cubicBezTo>
                    <a:pt x="974" y="6116"/>
                    <a:pt x="1126" y="6208"/>
                    <a:pt x="1247" y="6329"/>
                  </a:cubicBezTo>
                  <a:lnTo>
                    <a:pt x="1217" y="6724"/>
                  </a:lnTo>
                  <a:lnTo>
                    <a:pt x="1217" y="6785"/>
                  </a:lnTo>
                  <a:cubicBezTo>
                    <a:pt x="1217" y="6816"/>
                    <a:pt x="1369" y="6876"/>
                    <a:pt x="1551" y="6876"/>
                  </a:cubicBezTo>
                  <a:lnTo>
                    <a:pt x="1612" y="6846"/>
                  </a:lnTo>
                  <a:lnTo>
                    <a:pt x="1673" y="6846"/>
                  </a:lnTo>
                  <a:cubicBezTo>
                    <a:pt x="1712" y="6830"/>
                    <a:pt x="1741" y="6823"/>
                    <a:pt x="1761" y="6823"/>
                  </a:cubicBezTo>
                  <a:cubicBezTo>
                    <a:pt x="1817" y="6823"/>
                    <a:pt x="1793" y="6885"/>
                    <a:pt x="1703" y="6998"/>
                  </a:cubicBezTo>
                  <a:lnTo>
                    <a:pt x="1642" y="7059"/>
                  </a:lnTo>
                  <a:cubicBezTo>
                    <a:pt x="1642" y="7119"/>
                    <a:pt x="1703" y="7119"/>
                    <a:pt x="1733" y="7119"/>
                  </a:cubicBezTo>
                  <a:lnTo>
                    <a:pt x="1825" y="7119"/>
                  </a:lnTo>
                  <a:cubicBezTo>
                    <a:pt x="1836" y="7114"/>
                    <a:pt x="1847" y="7111"/>
                    <a:pt x="1856" y="7111"/>
                  </a:cubicBezTo>
                  <a:cubicBezTo>
                    <a:pt x="1897" y="7111"/>
                    <a:pt x="1922" y="7156"/>
                    <a:pt x="1946" y="7180"/>
                  </a:cubicBezTo>
                  <a:lnTo>
                    <a:pt x="1946" y="7241"/>
                  </a:lnTo>
                  <a:lnTo>
                    <a:pt x="1946" y="7302"/>
                  </a:lnTo>
                  <a:cubicBezTo>
                    <a:pt x="1916" y="7332"/>
                    <a:pt x="1794" y="7545"/>
                    <a:pt x="1825" y="7606"/>
                  </a:cubicBezTo>
                  <a:cubicBezTo>
                    <a:pt x="1855" y="7667"/>
                    <a:pt x="1885" y="7697"/>
                    <a:pt x="1916" y="7758"/>
                  </a:cubicBezTo>
                  <a:lnTo>
                    <a:pt x="2007" y="7819"/>
                  </a:lnTo>
                  <a:cubicBezTo>
                    <a:pt x="2007" y="7821"/>
                    <a:pt x="2008" y="7823"/>
                    <a:pt x="2011" y="7823"/>
                  </a:cubicBezTo>
                  <a:cubicBezTo>
                    <a:pt x="2034" y="7823"/>
                    <a:pt x="2165" y="7697"/>
                    <a:pt x="2220" y="7697"/>
                  </a:cubicBezTo>
                  <a:cubicBezTo>
                    <a:pt x="2281" y="7727"/>
                    <a:pt x="2281" y="7971"/>
                    <a:pt x="2220" y="8275"/>
                  </a:cubicBezTo>
                  <a:lnTo>
                    <a:pt x="2767" y="8305"/>
                  </a:lnTo>
                  <a:cubicBezTo>
                    <a:pt x="2797" y="8305"/>
                    <a:pt x="2828" y="8457"/>
                    <a:pt x="2828" y="8518"/>
                  </a:cubicBezTo>
                  <a:lnTo>
                    <a:pt x="2828" y="8578"/>
                  </a:lnTo>
                  <a:cubicBezTo>
                    <a:pt x="2730" y="8578"/>
                    <a:pt x="2516" y="8501"/>
                    <a:pt x="2419" y="8501"/>
                  </a:cubicBezTo>
                  <a:cubicBezTo>
                    <a:pt x="2395" y="8501"/>
                    <a:pt x="2378" y="8506"/>
                    <a:pt x="2372" y="8518"/>
                  </a:cubicBezTo>
                  <a:cubicBezTo>
                    <a:pt x="2341" y="8578"/>
                    <a:pt x="2402" y="8730"/>
                    <a:pt x="2463" y="8761"/>
                  </a:cubicBezTo>
                  <a:cubicBezTo>
                    <a:pt x="2499" y="8770"/>
                    <a:pt x="2534" y="8773"/>
                    <a:pt x="2570" y="8773"/>
                  </a:cubicBezTo>
                  <a:cubicBezTo>
                    <a:pt x="2656" y="8773"/>
                    <a:pt x="2742" y="8752"/>
                    <a:pt x="2828" y="8730"/>
                  </a:cubicBezTo>
                  <a:cubicBezTo>
                    <a:pt x="2919" y="8700"/>
                    <a:pt x="3040" y="8670"/>
                    <a:pt x="3071" y="8639"/>
                  </a:cubicBezTo>
                  <a:lnTo>
                    <a:pt x="3132" y="8609"/>
                  </a:lnTo>
                  <a:lnTo>
                    <a:pt x="3162" y="8578"/>
                  </a:lnTo>
                  <a:cubicBezTo>
                    <a:pt x="3162" y="8570"/>
                    <a:pt x="3170" y="8566"/>
                    <a:pt x="3182" y="8566"/>
                  </a:cubicBezTo>
                  <a:cubicBezTo>
                    <a:pt x="3210" y="8566"/>
                    <a:pt x="3262" y="8587"/>
                    <a:pt x="3284" y="8609"/>
                  </a:cubicBezTo>
                  <a:cubicBezTo>
                    <a:pt x="3344" y="8670"/>
                    <a:pt x="3375" y="8730"/>
                    <a:pt x="3405" y="8822"/>
                  </a:cubicBezTo>
                  <a:lnTo>
                    <a:pt x="3344" y="8913"/>
                  </a:lnTo>
                  <a:cubicBezTo>
                    <a:pt x="3496" y="9004"/>
                    <a:pt x="3648" y="9065"/>
                    <a:pt x="3800" y="9126"/>
                  </a:cubicBezTo>
                  <a:cubicBezTo>
                    <a:pt x="3922" y="9126"/>
                    <a:pt x="4013" y="9095"/>
                    <a:pt x="4104" y="9034"/>
                  </a:cubicBezTo>
                  <a:lnTo>
                    <a:pt x="4165" y="9156"/>
                  </a:lnTo>
                  <a:cubicBezTo>
                    <a:pt x="4195" y="9217"/>
                    <a:pt x="4195" y="9247"/>
                    <a:pt x="4317" y="9247"/>
                  </a:cubicBezTo>
                  <a:lnTo>
                    <a:pt x="4530" y="9217"/>
                  </a:lnTo>
                  <a:cubicBezTo>
                    <a:pt x="4773" y="9308"/>
                    <a:pt x="5077" y="9399"/>
                    <a:pt x="5107" y="9399"/>
                  </a:cubicBezTo>
                  <a:lnTo>
                    <a:pt x="5472" y="9399"/>
                  </a:lnTo>
                  <a:cubicBezTo>
                    <a:pt x="5533" y="9430"/>
                    <a:pt x="5381" y="9551"/>
                    <a:pt x="5138" y="9642"/>
                  </a:cubicBezTo>
                  <a:lnTo>
                    <a:pt x="5168" y="9916"/>
                  </a:lnTo>
                  <a:lnTo>
                    <a:pt x="5077" y="9916"/>
                  </a:lnTo>
                  <a:lnTo>
                    <a:pt x="4925" y="9946"/>
                  </a:lnTo>
                  <a:cubicBezTo>
                    <a:pt x="4864" y="10068"/>
                    <a:pt x="4773" y="10311"/>
                    <a:pt x="4834" y="10311"/>
                  </a:cubicBezTo>
                  <a:cubicBezTo>
                    <a:pt x="4864" y="10326"/>
                    <a:pt x="4895" y="10334"/>
                    <a:pt x="4925" y="10334"/>
                  </a:cubicBezTo>
                  <a:cubicBezTo>
                    <a:pt x="4955" y="10334"/>
                    <a:pt x="4986" y="10326"/>
                    <a:pt x="5016" y="10311"/>
                  </a:cubicBezTo>
                  <a:lnTo>
                    <a:pt x="5016" y="10402"/>
                  </a:lnTo>
                  <a:lnTo>
                    <a:pt x="5016" y="10433"/>
                  </a:lnTo>
                  <a:lnTo>
                    <a:pt x="5016" y="10493"/>
                  </a:lnTo>
                  <a:cubicBezTo>
                    <a:pt x="5016" y="10509"/>
                    <a:pt x="5031" y="10516"/>
                    <a:pt x="5058" y="10516"/>
                  </a:cubicBezTo>
                  <a:cubicBezTo>
                    <a:pt x="5085" y="10516"/>
                    <a:pt x="5123" y="10509"/>
                    <a:pt x="5168" y="10493"/>
                  </a:cubicBezTo>
                  <a:lnTo>
                    <a:pt x="5229" y="10463"/>
                  </a:lnTo>
                  <a:lnTo>
                    <a:pt x="5290" y="10463"/>
                  </a:lnTo>
                  <a:cubicBezTo>
                    <a:pt x="5351" y="10463"/>
                    <a:pt x="5381" y="10554"/>
                    <a:pt x="5381" y="10585"/>
                  </a:cubicBezTo>
                  <a:cubicBezTo>
                    <a:pt x="5270" y="10629"/>
                    <a:pt x="5158" y="10657"/>
                    <a:pt x="5047" y="10657"/>
                  </a:cubicBezTo>
                  <a:cubicBezTo>
                    <a:pt x="5006" y="10657"/>
                    <a:pt x="4966" y="10654"/>
                    <a:pt x="4925" y="10645"/>
                  </a:cubicBezTo>
                  <a:cubicBezTo>
                    <a:pt x="4854" y="10610"/>
                    <a:pt x="4783" y="10595"/>
                    <a:pt x="4736" y="10595"/>
                  </a:cubicBezTo>
                  <a:cubicBezTo>
                    <a:pt x="4703" y="10595"/>
                    <a:pt x="4682" y="10602"/>
                    <a:pt x="4682" y="10615"/>
                  </a:cubicBezTo>
                  <a:lnTo>
                    <a:pt x="4682" y="10645"/>
                  </a:lnTo>
                  <a:lnTo>
                    <a:pt x="4712" y="10767"/>
                  </a:lnTo>
                  <a:cubicBezTo>
                    <a:pt x="4743" y="10919"/>
                    <a:pt x="4743" y="11071"/>
                    <a:pt x="4712" y="11193"/>
                  </a:cubicBezTo>
                  <a:lnTo>
                    <a:pt x="4803" y="11314"/>
                  </a:lnTo>
                  <a:lnTo>
                    <a:pt x="4834" y="11344"/>
                  </a:lnTo>
                  <a:cubicBezTo>
                    <a:pt x="4895" y="11405"/>
                    <a:pt x="5016" y="11436"/>
                    <a:pt x="5107" y="11436"/>
                  </a:cubicBezTo>
                  <a:lnTo>
                    <a:pt x="5107" y="11648"/>
                  </a:lnTo>
                  <a:cubicBezTo>
                    <a:pt x="5229" y="11709"/>
                    <a:pt x="5199" y="11831"/>
                    <a:pt x="5138" y="11831"/>
                  </a:cubicBezTo>
                  <a:cubicBezTo>
                    <a:pt x="5107" y="11831"/>
                    <a:pt x="5533" y="12135"/>
                    <a:pt x="5472" y="12226"/>
                  </a:cubicBezTo>
                  <a:cubicBezTo>
                    <a:pt x="5442" y="12348"/>
                    <a:pt x="5594" y="12500"/>
                    <a:pt x="5685" y="12530"/>
                  </a:cubicBezTo>
                  <a:cubicBezTo>
                    <a:pt x="5746" y="12560"/>
                    <a:pt x="5563" y="12743"/>
                    <a:pt x="5472" y="12743"/>
                  </a:cubicBezTo>
                  <a:lnTo>
                    <a:pt x="5107" y="12743"/>
                  </a:lnTo>
                  <a:cubicBezTo>
                    <a:pt x="4955" y="12773"/>
                    <a:pt x="4834" y="12803"/>
                    <a:pt x="4712" y="12803"/>
                  </a:cubicBezTo>
                  <a:cubicBezTo>
                    <a:pt x="4651" y="12773"/>
                    <a:pt x="4591" y="12773"/>
                    <a:pt x="4499" y="12773"/>
                  </a:cubicBezTo>
                  <a:cubicBezTo>
                    <a:pt x="4486" y="12877"/>
                    <a:pt x="4457" y="12909"/>
                    <a:pt x="4418" y="12909"/>
                  </a:cubicBezTo>
                  <a:cubicBezTo>
                    <a:pt x="4365" y="12909"/>
                    <a:pt x="4296" y="12851"/>
                    <a:pt x="4226" y="12834"/>
                  </a:cubicBezTo>
                  <a:lnTo>
                    <a:pt x="4195" y="12834"/>
                  </a:lnTo>
                  <a:cubicBezTo>
                    <a:pt x="4135" y="12834"/>
                    <a:pt x="4135" y="12895"/>
                    <a:pt x="4165" y="12925"/>
                  </a:cubicBezTo>
                  <a:cubicBezTo>
                    <a:pt x="4098" y="12970"/>
                    <a:pt x="4015" y="12998"/>
                    <a:pt x="3940" y="12998"/>
                  </a:cubicBezTo>
                  <a:cubicBezTo>
                    <a:pt x="3912" y="12998"/>
                    <a:pt x="3886" y="12994"/>
                    <a:pt x="3861" y="12986"/>
                  </a:cubicBezTo>
                  <a:cubicBezTo>
                    <a:pt x="3851" y="12983"/>
                    <a:pt x="3842" y="12981"/>
                    <a:pt x="3832" y="12981"/>
                  </a:cubicBezTo>
                  <a:cubicBezTo>
                    <a:pt x="3751" y="12981"/>
                    <a:pt x="3676" y="13087"/>
                    <a:pt x="3648" y="13168"/>
                  </a:cubicBezTo>
                  <a:cubicBezTo>
                    <a:pt x="3648" y="13204"/>
                    <a:pt x="3607" y="13219"/>
                    <a:pt x="3566" y="13219"/>
                  </a:cubicBezTo>
                  <a:cubicBezTo>
                    <a:pt x="3537" y="13219"/>
                    <a:pt x="3509" y="13211"/>
                    <a:pt x="3496" y="13199"/>
                  </a:cubicBezTo>
                  <a:cubicBezTo>
                    <a:pt x="3496" y="13199"/>
                    <a:pt x="3376" y="13103"/>
                    <a:pt x="3328" y="13103"/>
                  </a:cubicBezTo>
                  <a:cubicBezTo>
                    <a:pt x="3322" y="13103"/>
                    <a:pt x="3317" y="13104"/>
                    <a:pt x="3314" y="13107"/>
                  </a:cubicBezTo>
                  <a:cubicBezTo>
                    <a:pt x="3284" y="13138"/>
                    <a:pt x="3223" y="13199"/>
                    <a:pt x="3192" y="13229"/>
                  </a:cubicBezTo>
                  <a:cubicBezTo>
                    <a:pt x="3071" y="13229"/>
                    <a:pt x="2980" y="13259"/>
                    <a:pt x="2888" y="13259"/>
                  </a:cubicBezTo>
                  <a:cubicBezTo>
                    <a:pt x="2797" y="13259"/>
                    <a:pt x="2706" y="13381"/>
                    <a:pt x="2676" y="13381"/>
                  </a:cubicBezTo>
                  <a:cubicBezTo>
                    <a:pt x="2615" y="13411"/>
                    <a:pt x="2524" y="13442"/>
                    <a:pt x="2463" y="13472"/>
                  </a:cubicBezTo>
                  <a:lnTo>
                    <a:pt x="2463" y="13533"/>
                  </a:lnTo>
                  <a:cubicBezTo>
                    <a:pt x="2433" y="13715"/>
                    <a:pt x="2372" y="13928"/>
                    <a:pt x="2341" y="14110"/>
                  </a:cubicBezTo>
                  <a:lnTo>
                    <a:pt x="2341" y="14171"/>
                  </a:lnTo>
                  <a:cubicBezTo>
                    <a:pt x="2402" y="14262"/>
                    <a:pt x="2341" y="14354"/>
                    <a:pt x="2189" y="14414"/>
                  </a:cubicBezTo>
                  <a:lnTo>
                    <a:pt x="2159" y="14232"/>
                  </a:lnTo>
                  <a:cubicBezTo>
                    <a:pt x="2129" y="14171"/>
                    <a:pt x="2007" y="14080"/>
                    <a:pt x="1946" y="14080"/>
                  </a:cubicBezTo>
                  <a:lnTo>
                    <a:pt x="1673" y="14141"/>
                  </a:lnTo>
                  <a:cubicBezTo>
                    <a:pt x="1627" y="14115"/>
                    <a:pt x="1568" y="14104"/>
                    <a:pt x="1503" y="14104"/>
                  </a:cubicBezTo>
                  <a:cubicBezTo>
                    <a:pt x="1264" y="14104"/>
                    <a:pt x="934" y="14245"/>
                    <a:pt x="791" y="14293"/>
                  </a:cubicBezTo>
                  <a:cubicBezTo>
                    <a:pt x="639" y="14354"/>
                    <a:pt x="609" y="14414"/>
                    <a:pt x="761" y="14414"/>
                  </a:cubicBezTo>
                  <a:lnTo>
                    <a:pt x="791" y="14445"/>
                  </a:lnTo>
                  <a:cubicBezTo>
                    <a:pt x="822" y="14536"/>
                    <a:pt x="882" y="14597"/>
                    <a:pt x="974" y="14597"/>
                  </a:cubicBezTo>
                  <a:cubicBezTo>
                    <a:pt x="1065" y="14627"/>
                    <a:pt x="974" y="14810"/>
                    <a:pt x="943" y="14840"/>
                  </a:cubicBezTo>
                  <a:cubicBezTo>
                    <a:pt x="913" y="14840"/>
                    <a:pt x="852" y="14840"/>
                    <a:pt x="822" y="14870"/>
                  </a:cubicBezTo>
                  <a:cubicBezTo>
                    <a:pt x="761" y="14931"/>
                    <a:pt x="730" y="14992"/>
                    <a:pt x="730" y="15053"/>
                  </a:cubicBezTo>
                  <a:lnTo>
                    <a:pt x="730" y="15083"/>
                  </a:lnTo>
                  <a:cubicBezTo>
                    <a:pt x="852" y="15114"/>
                    <a:pt x="852" y="15174"/>
                    <a:pt x="761" y="15174"/>
                  </a:cubicBezTo>
                  <a:lnTo>
                    <a:pt x="730" y="15205"/>
                  </a:lnTo>
                  <a:cubicBezTo>
                    <a:pt x="709" y="15233"/>
                    <a:pt x="689" y="15243"/>
                    <a:pt x="671" y="15243"/>
                  </a:cubicBezTo>
                  <a:cubicBezTo>
                    <a:pt x="625" y="15243"/>
                    <a:pt x="588" y="15181"/>
                    <a:pt x="552" y="15181"/>
                  </a:cubicBezTo>
                  <a:cubicBezTo>
                    <a:pt x="540" y="15181"/>
                    <a:pt x="529" y="15188"/>
                    <a:pt x="518" y="15205"/>
                  </a:cubicBezTo>
                  <a:cubicBezTo>
                    <a:pt x="457" y="15266"/>
                    <a:pt x="396" y="15357"/>
                    <a:pt x="335" y="15417"/>
                  </a:cubicBezTo>
                  <a:cubicBezTo>
                    <a:pt x="305" y="15478"/>
                    <a:pt x="305" y="15509"/>
                    <a:pt x="274" y="15539"/>
                  </a:cubicBezTo>
                  <a:lnTo>
                    <a:pt x="244" y="15661"/>
                  </a:lnTo>
                  <a:cubicBezTo>
                    <a:pt x="320" y="15761"/>
                    <a:pt x="437" y="15820"/>
                    <a:pt x="527" y="15820"/>
                  </a:cubicBezTo>
                  <a:cubicBezTo>
                    <a:pt x="545" y="15820"/>
                    <a:pt x="563" y="15818"/>
                    <a:pt x="578" y="15813"/>
                  </a:cubicBezTo>
                  <a:lnTo>
                    <a:pt x="639" y="15752"/>
                  </a:lnTo>
                  <a:lnTo>
                    <a:pt x="700" y="15721"/>
                  </a:lnTo>
                  <a:cubicBezTo>
                    <a:pt x="705" y="15720"/>
                    <a:pt x="710" y="15719"/>
                    <a:pt x="715" y="15719"/>
                  </a:cubicBezTo>
                  <a:cubicBezTo>
                    <a:pt x="821" y="15719"/>
                    <a:pt x="815" y="16028"/>
                    <a:pt x="670" y="16086"/>
                  </a:cubicBezTo>
                  <a:cubicBezTo>
                    <a:pt x="518" y="16177"/>
                    <a:pt x="426" y="16299"/>
                    <a:pt x="426" y="16451"/>
                  </a:cubicBezTo>
                  <a:cubicBezTo>
                    <a:pt x="457" y="16573"/>
                    <a:pt x="518" y="16694"/>
                    <a:pt x="578" y="16816"/>
                  </a:cubicBezTo>
                  <a:lnTo>
                    <a:pt x="578" y="16968"/>
                  </a:lnTo>
                  <a:lnTo>
                    <a:pt x="578" y="17028"/>
                  </a:lnTo>
                  <a:cubicBezTo>
                    <a:pt x="560" y="17066"/>
                    <a:pt x="576" y="17092"/>
                    <a:pt x="619" y="17092"/>
                  </a:cubicBezTo>
                  <a:cubicBezTo>
                    <a:pt x="646" y="17092"/>
                    <a:pt x="684" y="17082"/>
                    <a:pt x="730" y="17059"/>
                  </a:cubicBezTo>
                  <a:lnTo>
                    <a:pt x="791" y="17059"/>
                  </a:lnTo>
                  <a:lnTo>
                    <a:pt x="882" y="17089"/>
                  </a:lnTo>
                  <a:cubicBezTo>
                    <a:pt x="822" y="17180"/>
                    <a:pt x="761" y="17241"/>
                    <a:pt x="730" y="17332"/>
                  </a:cubicBezTo>
                  <a:lnTo>
                    <a:pt x="791" y="17393"/>
                  </a:lnTo>
                  <a:lnTo>
                    <a:pt x="882" y="17515"/>
                  </a:lnTo>
                  <a:cubicBezTo>
                    <a:pt x="943" y="17484"/>
                    <a:pt x="1004" y="17424"/>
                    <a:pt x="1095" y="17393"/>
                  </a:cubicBezTo>
                  <a:lnTo>
                    <a:pt x="1095" y="17393"/>
                  </a:lnTo>
                  <a:cubicBezTo>
                    <a:pt x="1065" y="17576"/>
                    <a:pt x="1034" y="17728"/>
                    <a:pt x="1004" y="17880"/>
                  </a:cubicBezTo>
                  <a:cubicBezTo>
                    <a:pt x="974" y="18001"/>
                    <a:pt x="943" y="18335"/>
                    <a:pt x="1034" y="18396"/>
                  </a:cubicBezTo>
                  <a:cubicBezTo>
                    <a:pt x="1080" y="18411"/>
                    <a:pt x="1133" y="18419"/>
                    <a:pt x="1186" y="18419"/>
                  </a:cubicBezTo>
                  <a:cubicBezTo>
                    <a:pt x="1240" y="18419"/>
                    <a:pt x="1293" y="18411"/>
                    <a:pt x="1338" y="18396"/>
                  </a:cubicBezTo>
                  <a:lnTo>
                    <a:pt x="1490" y="18396"/>
                  </a:lnTo>
                  <a:cubicBezTo>
                    <a:pt x="1612" y="18396"/>
                    <a:pt x="1490" y="18700"/>
                    <a:pt x="1399" y="18761"/>
                  </a:cubicBezTo>
                  <a:lnTo>
                    <a:pt x="1126" y="19004"/>
                  </a:lnTo>
                  <a:lnTo>
                    <a:pt x="1186" y="19035"/>
                  </a:lnTo>
                  <a:cubicBezTo>
                    <a:pt x="1247" y="19095"/>
                    <a:pt x="1247" y="19126"/>
                    <a:pt x="1186" y="19156"/>
                  </a:cubicBezTo>
                  <a:cubicBezTo>
                    <a:pt x="1095" y="19217"/>
                    <a:pt x="1034" y="19217"/>
                    <a:pt x="943" y="19247"/>
                  </a:cubicBezTo>
                  <a:cubicBezTo>
                    <a:pt x="791" y="19247"/>
                    <a:pt x="913" y="19278"/>
                    <a:pt x="913" y="19339"/>
                  </a:cubicBezTo>
                  <a:cubicBezTo>
                    <a:pt x="913" y="19430"/>
                    <a:pt x="791" y="19490"/>
                    <a:pt x="1004" y="19490"/>
                  </a:cubicBezTo>
                  <a:cubicBezTo>
                    <a:pt x="1126" y="19490"/>
                    <a:pt x="1277" y="19460"/>
                    <a:pt x="1399" y="19430"/>
                  </a:cubicBezTo>
                  <a:cubicBezTo>
                    <a:pt x="1414" y="19415"/>
                    <a:pt x="1429" y="19407"/>
                    <a:pt x="1448" y="19407"/>
                  </a:cubicBezTo>
                  <a:cubicBezTo>
                    <a:pt x="1467" y="19407"/>
                    <a:pt x="1490" y="19415"/>
                    <a:pt x="1521" y="19430"/>
                  </a:cubicBezTo>
                  <a:lnTo>
                    <a:pt x="1551" y="19460"/>
                  </a:lnTo>
                  <a:cubicBezTo>
                    <a:pt x="1581" y="19490"/>
                    <a:pt x="1642" y="19521"/>
                    <a:pt x="1703" y="19521"/>
                  </a:cubicBezTo>
                  <a:cubicBezTo>
                    <a:pt x="1794" y="19551"/>
                    <a:pt x="1885" y="19551"/>
                    <a:pt x="1977" y="19582"/>
                  </a:cubicBezTo>
                  <a:cubicBezTo>
                    <a:pt x="2068" y="19642"/>
                    <a:pt x="2189" y="19673"/>
                    <a:pt x="2281" y="19734"/>
                  </a:cubicBezTo>
                  <a:cubicBezTo>
                    <a:pt x="2372" y="19794"/>
                    <a:pt x="2463" y="19855"/>
                    <a:pt x="2554" y="19886"/>
                  </a:cubicBezTo>
                  <a:lnTo>
                    <a:pt x="2676" y="19825"/>
                  </a:lnTo>
                  <a:cubicBezTo>
                    <a:pt x="2706" y="19825"/>
                    <a:pt x="2767" y="19855"/>
                    <a:pt x="2767" y="19886"/>
                  </a:cubicBezTo>
                  <a:lnTo>
                    <a:pt x="2828" y="20098"/>
                  </a:lnTo>
                  <a:cubicBezTo>
                    <a:pt x="3040" y="20068"/>
                    <a:pt x="3527" y="20068"/>
                    <a:pt x="3618" y="20068"/>
                  </a:cubicBezTo>
                  <a:cubicBezTo>
                    <a:pt x="3699" y="20068"/>
                    <a:pt x="3794" y="20055"/>
                    <a:pt x="3857" y="20055"/>
                  </a:cubicBezTo>
                  <a:cubicBezTo>
                    <a:pt x="3888" y="20055"/>
                    <a:pt x="3912" y="20058"/>
                    <a:pt x="3922" y="20068"/>
                  </a:cubicBezTo>
                  <a:cubicBezTo>
                    <a:pt x="3952" y="20068"/>
                    <a:pt x="4256" y="20098"/>
                    <a:pt x="4591" y="20129"/>
                  </a:cubicBezTo>
                  <a:lnTo>
                    <a:pt x="4773" y="20372"/>
                  </a:lnTo>
                  <a:cubicBezTo>
                    <a:pt x="4778" y="20367"/>
                    <a:pt x="4795" y="20364"/>
                    <a:pt x="4819" y="20364"/>
                  </a:cubicBezTo>
                  <a:cubicBezTo>
                    <a:pt x="4932" y="20364"/>
                    <a:pt x="5204" y="20419"/>
                    <a:pt x="5229" y="20494"/>
                  </a:cubicBezTo>
                  <a:cubicBezTo>
                    <a:pt x="5242" y="20533"/>
                    <a:pt x="5294" y="20544"/>
                    <a:pt x="5357" y="20544"/>
                  </a:cubicBezTo>
                  <a:cubicBezTo>
                    <a:pt x="5440" y="20544"/>
                    <a:pt x="5542" y="20524"/>
                    <a:pt x="5594" y="20524"/>
                  </a:cubicBezTo>
                  <a:cubicBezTo>
                    <a:pt x="5654" y="20524"/>
                    <a:pt x="5989" y="20646"/>
                    <a:pt x="6110" y="20646"/>
                  </a:cubicBezTo>
                  <a:cubicBezTo>
                    <a:pt x="6164" y="20637"/>
                    <a:pt x="6217" y="20633"/>
                    <a:pt x="6271" y="20633"/>
                  </a:cubicBezTo>
                  <a:cubicBezTo>
                    <a:pt x="6400" y="20633"/>
                    <a:pt x="6529" y="20654"/>
                    <a:pt x="6658" y="20676"/>
                  </a:cubicBezTo>
                  <a:lnTo>
                    <a:pt x="6901" y="20676"/>
                  </a:lnTo>
                  <a:lnTo>
                    <a:pt x="7053" y="20615"/>
                  </a:lnTo>
                  <a:cubicBezTo>
                    <a:pt x="7053" y="20706"/>
                    <a:pt x="7083" y="20737"/>
                    <a:pt x="7174" y="20737"/>
                  </a:cubicBezTo>
                  <a:lnTo>
                    <a:pt x="7265" y="20737"/>
                  </a:lnTo>
                  <a:cubicBezTo>
                    <a:pt x="7296" y="20767"/>
                    <a:pt x="7296" y="20798"/>
                    <a:pt x="7296" y="20798"/>
                  </a:cubicBezTo>
                  <a:lnTo>
                    <a:pt x="7296" y="20858"/>
                  </a:lnTo>
                  <a:cubicBezTo>
                    <a:pt x="7296" y="20897"/>
                    <a:pt x="7311" y="20911"/>
                    <a:pt x="7334" y="20911"/>
                  </a:cubicBezTo>
                  <a:cubicBezTo>
                    <a:pt x="7381" y="20911"/>
                    <a:pt x="7458" y="20849"/>
                    <a:pt x="7478" y="20828"/>
                  </a:cubicBezTo>
                  <a:cubicBezTo>
                    <a:pt x="7491" y="20802"/>
                    <a:pt x="7526" y="20793"/>
                    <a:pt x="7566" y="20793"/>
                  </a:cubicBezTo>
                  <a:cubicBezTo>
                    <a:pt x="7621" y="20793"/>
                    <a:pt x="7686" y="20810"/>
                    <a:pt x="7721" y="20828"/>
                  </a:cubicBezTo>
                  <a:cubicBezTo>
                    <a:pt x="7752" y="20828"/>
                    <a:pt x="7721" y="20889"/>
                    <a:pt x="7630" y="20949"/>
                  </a:cubicBezTo>
                  <a:cubicBezTo>
                    <a:pt x="7613" y="21034"/>
                    <a:pt x="7671" y="21053"/>
                    <a:pt x="7732" y="21053"/>
                  </a:cubicBezTo>
                  <a:cubicBezTo>
                    <a:pt x="7780" y="21053"/>
                    <a:pt x="7829" y="21041"/>
                    <a:pt x="7843" y="21041"/>
                  </a:cubicBezTo>
                  <a:cubicBezTo>
                    <a:pt x="7873" y="21041"/>
                    <a:pt x="7904" y="20980"/>
                    <a:pt x="7904" y="20980"/>
                  </a:cubicBezTo>
                  <a:lnTo>
                    <a:pt x="7934" y="20949"/>
                  </a:lnTo>
                  <a:cubicBezTo>
                    <a:pt x="7939" y="20945"/>
                    <a:pt x="7946" y="20943"/>
                    <a:pt x="7956" y="20943"/>
                  </a:cubicBezTo>
                  <a:cubicBezTo>
                    <a:pt x="8005" y="20943"/>
                    <a:pt x="8107" y="20986"/>
                    <a:pt x="8155" y="20986"/>
                  </a:cubicBezTo>
                  <a:cubicBezTo>
                    <a:pt x="8165" y="20986"/>
                    <a:pt x="8173" y="20984"/>
                    <a:pt x="8177" y="20980"/>
                  </a:cubicBezTo>
                  <a:cubicBezTo>
                    <a:pt x="8192" y="20965"/>
                    <a:pt x="8212" y="20959"/>
                    <a:pt x="8234" y="20959"/>
                  </a:cubicBezTo>
                  <a:cubicBezTo>
                    <a:pt x="8304" y="20959"/>
                    <a:pt x="8397" y="21018"/>
                    <a:pt x="8420" y="21041"/>
                  </a:cubicBezTo>
                  <a:cubicBezTo>
                    <a:pt x="8426" y="21051"/>
                    <a:pt x="8442" y="21055"/>
                    <a:pt x="8465" y="21055"/>
                  </a:cubicBezTo>
                  <a:cubicBezTo>
                    <a:pt x="8555" y="21055"/>
                    <a:pt x="8751" y="20996"/>
                    <a:pt x="8866" y="20996"/>
                  </a:cubicBezTo>
                  <a:cubicBezTo>
                    <a:pt x="8897" y="20996"/>
                    <a:pt x="8921" y="21000"/>
                    <a:pt x="8937" y="21010"/>
                  </a:cubicBezTo>
                  <a:cubicBezTo>
                    <a:pt x="8998" y="21071"/>
                    <a:pt x="9089" y="21101"/>
                    <a:pt x="9180" y="21132"/>
                  </a:cubicBezTo>
                  <a:lnTo>
                    <a:pt x="9241" y="21101"/>
                  </a:lnTo>
                  <a:lnTo>
                    <a:pt x="9302" y="21071"/>
                  </a:lnTo>
                  <a:cubicBezTo>
                    <a:pt x="9322" y="21051"/>
                    <a:pt x="9366" y="21044"/>
                    <a:pt x="9419" y="21044"/>
                  </a:cubicBezTo>
                  <a:cubicBezTo>
                    <a:pt x="9525" y="21044"/>
                    <a:pt x="9667" y="21071"/>
                    <a:pt x="9728" y="21071"/>
                  </a:cubicBezTo>
                  <a:cubicBezTo>
                    <a:pt x="9849" y="21071"/>
                    <a:pt x="10001" y="21041"/>
                    <a:pt x="10031" y="21041"/>
                  </a:cubicBezTo>
                  <a:lnTo>
                    <a:pt x="10366" y="21041"/>
                  </a:lnTo>
                  <a:lnTo>
                    <a:pt x="10457" y="21010"/>
                  </a:lnTo>
                  <a:cubicBezTo>
                    <a:pt x="10491" y="20996"/>
                    <a:pt x="10520" y="20990"/>
                    <a:pt x="10545" y="20990"/>
                  </a:cubicBezTo>
                  <a:cubicBezTo>
                    <a:pt x="10656" y="20990"/>
                    <a:pt x="10687" y="21111"/>
                    <a:pt x="10775" y="21111"/>
                  </a:cubicBezTo>
                  <a:cubicBezTo>
                    <a:pt x="10789" y="21111"/>
                    <a:pt x="10804" y="21108"/>
                    <a:pt x="10822" y="21101"/>
                  </a:cubicBezTo>
                  <a:cubicBezTo>
                    <a:pt x="10844" y="21101"/>
                    <a:pt x="10962" y="21037"/>
                    <a:pt x="11025" y="21037"/>
                  </a:cubicBezTo>
                  <a:cubicBezTo>
                    <a:pt x="11049" y="21037"/>
                    <a:pt x="11065" y="21046"/>
                    <a:pt x="11065" y="21071"/>
                  </a:cubicBezTo>
                  <a:cubicBezTo>
                    <a:pt x="11065" y="21107"/>
                    <a:pt x="11075" y="21121"/>
                    <a:pt x="11084" y="21121"/>
                  </a:cubicBezTo>
                  <a:cubicBezTo>
                    <a:pt x="11090" y="21121"/>
                    <a:pt x="11095" y="21114"/>
                    <a:pt x="11095" y="21101"/>
                  </a:cubicBezTo>
                  <a:cubicBezTo>
                    <a:pt x="11102" y="21095"/>
                    <a:pt x="11112" y="21093"/>
                    <a:pt x="11125" y="21093"/>
                  </a:cubicBezTo>
                  <a:cubicBezTo>
                    <a:pt x="11160" y="21093"/>
                    <a:pt x="11213" y="21110"/>
                    <a:pt x="11248" y="21110"/>
                  </a:cubicBezTo>
                  <a:cubicBezTo>
                    <a:pt x="11261" y="21110"/>
                    <a:pt x="11271" y="21108"/>
                    <a:pt x="11278" y="21101"/>
                  </a:cubicBezTo>
                  <a:cubicBezTo>
                    <a:pt x="11338" y="21041"/>
                    <a:pt x="11490" y="20919"/>
                    <a:pt x="11551" y="20919"/>
                  </a:cubicBezTo>
                  <a:cubicBezTo>
                    <a:pt x="11612" y="20980"/>
                    <a:pt x="11673" y="21010"/>
                    <a:pt x="11734" y="21071"/>
                  </a:cubicBezTo>
                  <a:cubicBezTo>
                    <a:pt x="11741" y="21086"/>
                    <a:pt x="11752" y="21092"/>
                    <a:pt x="11764" y="21092"/>
                  </a:cubicBezTo>
                  <a:cubicBezTo>
                    <a:pt x="11804" y="21092"/>
                    <a:pt x="11863" y="21033"/>
                    <a:pt x="11886" y="21010"/>
                  </a:cubicBezTo>
                  <a:cubicBezTo>
                    <a:pt x="11890" y="21006"/>
                    <a:pt x="11894" y="21004"/>
                    <a:pt x="11900" y="21004"/>
                  </a:cubicBezTo>
                  <a:cubicBezTo>
                    <a:pt x="11939" y="21004"/>
                    <a:pt x="12015" y="21091"/>
                    <a:pt x="12068" y="21223"/>
                  </a:cubicBezTo>
                  <a:lnTo>
                    <a:pt x="12159" y="21101"/>
                  </a:lnTo>
                  <a:cubicBezTo>
                    <a:pt x="12232" y="21000"/>
                    <a:pt x="12284" y="20961"/>
                    <a:pt x="12334" y="20961"/>
                  </a:cubicBezTo>
                  <a:cubicBezTo>
                    <a:pt x="12390" y="20961"/>
                    <a:pt x="12445" y="21008"/>
                    <a:pt x="12524" y="21071"/>
                  </a:cubicBezTo>
                  <a:cubicBezTo>
                    <a:pt x="12554" y="21101"/>
                    <a:pt x="12585" y="21101"/>
                    <a:pt x="12615" y="21101"/>
                  </a:cubicBezTo>
                  <a:cubicBezTo>
                    <a:pt x="12654" y="21062"/>
                    <a:pt x="12693" y="21048"/>
                    <a:pt x="12730" y="21048"/>
                  </a:cubicBezTo>
                  <a:cubicBezTo>
                    <a:pt x="12808" y="21048"/>
                    <a:pt x="12878" y="21111"/>
                    <a:pt x="12919" y="21132"/>
                  </a:cubicBezTo>
                  <a:cubicBezTo>
                    <a:pt x="12980" y="21162"/>
                    <a:pt x="13041" y="21193"/>
                    <a:pt x="13132" y="21223"/>
                  </a:cubicBezTo>
                  <a:lnTo>
                    <a:pt x="13284" y="21253"/>
                  </a:lnTo>
                  <a:cubicBezTo>
                    <a:pt x="13375" y="21223"/>
                    <a:pt x="13497" y="21223"/>
                    <a:pt x="13618" y="21193"/>
                  </a:cubicBezTo>
                  <a:cubicBezTo>
                    <a:pt x="13643" y="21168"/>
                    <a:pt x="13747" y="21124"/>
                    <a:pt x="13802" y="21124"/>
                  </a:cubicBezTo>
                  <a:cubicBezTo>
                    <a:pt x="13815" y="21124"/>
                    <a:pt x="13825" y="21126"/>
                    <a:pt x="13831" y="21132"/>
                  </a:cubicBezTo>
                  <a:cubicBezTo>
                    <a:pt x="13837" y="21138"/>
                    <a:pt x="13846" y="21140"/>
                    <a:pt x="13855" y="21140"/>
                  </a:cubicBezTo>
                  <a:cubicBezTo>
                    <a:pt x="13895" y="21140"/>
                    <a:pt x="13959" y="21101"/>
                    <a:pt x="13983" y="21101"/>
                  </a:cubicBezTo>
                  <a:cubicBezTo>
                    <a:pt x="14026" y="21080"/>
                    <a:pt x="14054" y="21058"/>
                    <a:pt x="14088" y="21058"/>
                  </a:cubicBezTo>
                  <a:cubicBezTo>
                    <a:pt x="14102" y="21058"/>
                    <a:pt x="14117" y="21062"/>
                    <a:pt x="14135" y="21071"/>
                  </a:cubicBezTo>
                  <a:lnTo>
                    <a:pt x="14165" y="21101"/>
                  </a:lnTo>
                  <a:lnTo>
                    <a:pt x="14226" y="21132"/>
                  </a:lnTo>
                  <a:cubicBezTo>
                    <a:pt x="14244" y="21141"/>
                    <a:pt x="14270" y="21144"/>
                    <a:pt x="14298" y="21144"/>
                  </a:cubicBezTo>
                  <a:cubicBezTo>
                    <a:pt x="14365" y="21144"/>
                    <a:pt x="14448" y="21123"/>
                    <a:pt x="14469" y="21101"/>
                  </a:cubicBezTo>
                  <a:cubicBezTo>
                    <a:pt x="14478" y="21093"/>
                    <a:pt x="14492" y="21089"/>
                    <a:pt x="14508" y="21089"/>
                  </a:cubicBezTo>
                  <a:cubicBezTo>
                    <a:pt x="14545" y="21089"/>
                    <a:pt x="14591" y="21110"/>
                    <a:pt x="14591" y="21132"/>
                  </a:cubicBezTo>
                  <a:lnTo>
                    <a:pt x="15412" y="21132"/>
                  </a:lnTo>
                  <a:lnTo>
                    <a:pt x="15928" y="21010"/>
                  </a:lnTo>
                  <a:lnTo>
                    <a:pt x="16080" y="21071"/>
                  </a:lnTo>
                  <a:lnTo>
                    <a:pt x="16263" y="21162"/>
                  </a:lnTo>
                  <a:cubicBezTo>
                    <a:pt x="16290" y="21158"/>
                    <a:pt x="16324" y="21156"/>
                    <a:pt x="16363" y="21156"/>
                  </a:cubicBezTo>
                  <a:cubicBezTo>
                    <a:pt x="16516" y="21156"/>
                    <a:pt x="16740" y="21184"/>
                    <a:pt x="16907" y="21184"/>
                  </a:cubicBezTo>
                  <a:cubicBezTo>
                    <a:pt x="16981" y="21184"/>
                    <a:pt x="17044" y="21178"/>
                    <a:pt x="17083" y="21162"/>
                  </a:cubicBezTo>
                  <a:cubicBezTo>
                    <a:pt x="17296" y="21132"/>
                    <a:pt x="17509" y="21071"/>
                    <a:pt x="17722" y="21071"/>
                  </a:cubicBezTo>
                  <a:cubicBezTo>
                    <a:pt x="17772" y="21061"/>
                    <a:pt x="17826" y="21058"/>
                    <a:pt x="17881" y="21058"/>
                  </a:cubicBezTo>
                  <a:cubicBezTo>
                    <a:pt x="17992" y="21058"/>
                    <a:pt x="18107" y="21071"/>
                    <a:pt x="18208" y="21071"/>
                  </a:cubicBezTo>
                  <a:lnTo>
                    <a:pt x="18329" y="21041"/>
                  </a:lnTo>
                  <a:lnTo>
                    <a:pt x="18512" y="21010"/>
                  </a:lnTo>
                  <a:cubicBezTo>
                    <a:pt x="18603" y="21056"/>
                    <a:pt x="18694" y="21079"/>
                    <a:pt x="18782" y="21079"/>
                  </a:cubicBezTo>
                  <a:cubicBezTo>
                    <a:pt x="18869" y="21079"/>
                    <a:pt x="18953" y="21056"/>
                    <a:pt x="19029" y="21010"/>
                  </a:cubicBezTo>
                  <a:cubicBezTo>
                    <a:pt x="19089" y="20949"/>
                    <a:pt x="19363" y="20949"/>
                    <a:pt x="19454" y="20949"/>
                  </a:cubicBezTo>
                  <a:lnTo>
                    <a:pt x="19758" y="20949"/>
                  </a:lnTo>
                  <a:cubicBezTo>
                    <a:pt x="19910" y="21010"/>
                    <a:pt x="20062" y="21041"/>
                    <a:pt x="20244" y="21041"/>
                  </a:cubicBezTo>
                  <a:cubicBezTo>
                    <a:pt x="20336" y="21010"/>
                    <a:pt x="20457" y="20980"/>
                    <a:pt x="20579" y="20949"/>
                  </a:cubicBezTo>
                  <a:lnTo>
                    <a:pt x="20700" y="21010"/>
                  </a:lnTo>
                  <a:lnTo>
                    <a:pt x="20792" y="21071"/>
                  </a:lnTo>
                  <a:cubicBezTo>
                    <a:pt x="20944" y="21010"/>
                    <a:pt x="21126" y="20980"/>
                    <a:pt x="21308" y="20980"/>
                  </a:cubicBezTo>
                  <a:lnTo>
                    <a:pt x="21399" y="20980"/>
                  </a:lnTo>
                  <a:cubicBezTo>
                    <a:pt x="21472" y="20980"/>
                    <a:pt x="21487" y="21058"/>
                    <a:pt x="21583" y="21058"/>
                  </a:cubicBezTo>
                  <a:cubicBezTo>
                    <a:pt x="21607" y="21058"/>
                    <a:pt x="21637" y="21053"/>
                    <a:pt x="21673" y="21041"/>
                  </a:cubicBezTo>
                  <a:cubicBezTo>
                    <a:pt x="21713" y="21027"/>
                    <a:pt x="21747" y="21021"/>
                    <a:pt x="21775" y="21021"/>
                  </a:cubicBezTo>
                  <a:cubicBezTo>
                    <a:pt x="21876" y="21021"/>
                    <a:pt x="21903" y="21098"/>
                    <a:pt x="21855" y="21193"/>
                  </a:cubicBezTo>
                  <a:lnTo>
                    <a:pt x="21855" y="21253"/>
                  </a:lnTo>
                  <a:cubicBezTo>
                    <a:pt x="21828" y="21281"/>
                    <a:pt x="22127" y="21409"/>
                    <a:pt x="22204" y="21409"/>
                  </a:cubicBezTo>
                  <a:cubicBezTo>
                    <a:pt x="22212" y="21409"/>
                    <a:pt x="22217" y="21408"/>
                    <a:pt x="22220" y="21405"/>
                  </a:cubicBezTo>
                  <a:cubicBezTo>
                    <a:pt x="22281" y="21345"/>
                    <a:pt x="22159" y="21253"/>
                    <a:pt x="22099" y="21223"/>
                  </a:cubicBezTo>
                  <a:cubicBezTo>
                    <a:pt x="22038" y="21193"/>
                    <a:pt x="22038" y="21132"/>
                    <a:pt x="22099" y="21132"/>
                  </a:cubicBezTo>
                  <a:cubicBezTo>
                    <a:pt x="22159" y="21101"/>
                    <a:pt x="22190" y="21010"/>
                    <a:pt x="22220" y="21010"/>
                  </a:cubicBezTo>
                  <a:cubicBezTo>
                    <a:pt x="22229" y="21006"/>
                    <a:pt x="22238" y="21004"/>
                    <a:pt x="22248" y="21004"/>
                  </a:cubicBezTo>
                  <a:cubicBezTo>
                    <a:pt x="22306" y="21004"/>
                    <a:pt x="22381" y="21071"/>
                    <a:pt x="22433" y="21071"/>
                  </a:cubicBezTo>
                  <a:cubicBezTo>
                    <a:pt x="22585" y="21071"/>
                    <a:pt x="22706" y="21071"/>
                    <a:pt x="22767" y="21223"/>
                  </a:cubicBezTo>
                  <a:lnTo>
                    <a:pt x="22798" y="21284"/>
                  </a:lnTo>
                  <a:cubicBezTo>
                    <a:pt x="22889" y="21345"/>
                    <a:pt x="23071" y="21436"/>
                    <a:pt x="23223" y="21466"/>
                  </a:cubicBezTo>
                  <a:lnTo>
                    <a:pt x="23223" y="21557"/>
                  </a:lnTo>
                  <a:lnTo>
                    <a:pt x="23223" y="21618"/>
                  </a:lnTo>
                  <a:cubicBezTo>
                    <a:pt x="23223" y="21635"/>
                    <a:pt x="23228" y="21643"/>
                    <a:pt x="23237" y="21643"/>
                  </a:cubicBezTo>
                  <a:cubicBezTo>
                    <a:pt x="23260" y="21643"/>
                    <a:pt x="23309" y="21593"/>
                    <a:pt x="23375" y="21527"/>
                  </a:cubicBezTo>
                  <a:lnTo>
                    <a:pt x="23466" y="21436"/>
                  </a:lnTo>
                  <a:cubicBezTo>
                    <a:pt x="23588" y="21345"/>
                    <a:pt x="23801" y="21345"/>
                    <a:pt x="23862" y="21162"/>
                  </a:cubicBezTo>
                  <a:cubicBezTo>
                    <a:pt x="23879" y="21110"/>
                    <a:pt x="23947" y="21037"/>
                    <a:pt x="24013" y="21037"/>
                  </a:cubicBezTo>
                  <a:cubicBezTo>
                    <a:pt x="24062" y="21037"/>
                    <a:pt x="24109" y="21077"/>
                    <a:pt x="24135" y="21193"/>
                  </a:cubicBezTo>
                  <a:lnTo>
                    <a:pt x="24135" y="21223"/>
                  </a:lnTo>
                  <a:cubicBezTo>
                    <a:pt x="24196" y="21223"/>
                    <a:pt x="24409" y="21314"/>
                    <a:pt x="24409" y="21345"/>
                  </a:cubicBezTo>
                  <a:cubicBezTo>
                    <a:pt x="24409" y="21436"/>
                    <a:pt x="24378" y="21497"/>
                    <a:pt x="24317" y="21527"/>
                  </a:cubicBezTo>
                  <a:cubicBezTo>
                    <a:pt x="24226" y="21557"/>
                    <a:pt x="24105" y="21588"/>
                    <a:pt x="24013" y="21588"/>
                  </a:cubicBezTo>
                  <a:lnTo>
                    <a:pt x="23953" y="21466"/>
                  </a:lnTo>
                  <a:lnTo>
                    <a:pt x="23953" y="21436"/>
                  </a:lnTo>
                  <a:cubicBezTo>
                    <a:pt x="23941" y="21430"/>
                    <a:pt x="23928" y="21428"/>
                    <a:pt x="23915" y="21428"/>
                  </a:cubicBezTo>
                  <a:cubicBezTo>
                    <a:pt x="23859" y="21428"/>
                    <a:pt x="23795" y="21472"/>
                    <a:pt x="23770" y="21497"/>
                  </a:cubicBezTo>
                  <a:cubicBezTo>
                    <a:pt x="23740" y="21527"/>
                    <a:pt x="23862" y="21588"/>
                    <a:pt x="23892" y="21618"/>
                  </a:cubicBezTo>
                  <a:cubicBezTo>
                    <a:pt x="23953" y="21649"/>
                    <a:pt x="24013" y="21679"/>
                    <a:pt x="24074" y="21709"/>
                  </a:cubicBezTo>
                  <a:cubicBezTo>
                    <a:pt x="24101" y="21709"/>
                    <a:pt x="24176" y="21805"/>
                    <a:pt x="24235" y="21805"/>
                  </a:cubicBezTo>
                  <a:cubicBezTo>
                    <a:pt x="24243" y="21805"/>
                    <a:pt x="24250" y="21804"/>
                    <a:pt x="24257" y="21801"/>
                  </a:cubicBezTo>
                  <a:cubicBezTo>
                    <a:pt x="24348" y="21740"/>
                    <a:pt x="24439" y="21649"/>
                    <a:pt x="24500" y="21557"/>
                  </a:cubicBezTo>
                  <a:lnTo>
                    <a:pt x="24682" y="21557"/>
                  </a:lnTo>
                  <a:cubicBezTo>
                    <a:pt x="24956" y="21557"/>
                    <a:pt x="25229" y="21497"/>
                    <a:pt x="25503" y="21405"/>
                  </a:cubicBezTo>
                  <a:cubicBezTo>
                    <a:pt x="25503" y="21405"/>
                    <a:pt x="25564" y="21436"/>
                    <a:pt x="25564" y="21466"/>
                  </a:cubicBezTo>
                  <a:lnTo>
                    <a:pt x="25564" y="21497"/>
                  </a:lnTo>
                  <a:cubicBezTo>
                    <a:pt x="25503" y="21527"/>
                    <a:pt x="25442" y="21557"/>
                    <a:pt x="25351" y="21588"/>
                  </a:cubicBezTo>
                  <a:cubicBezTo>
                    <a:pt x="25290" y="21588"/>
                    <a:pt x="25017" y="21679"/>
                    <a:pt x="25017" y="21740"/>
                  </a:cubicBezTo>
                  <a:cubicBezTo>
                    <a:pt x="25017" y="21831"/>
                    <a:pt x="24834" y="21892"/>
                    <a:pt x="24773" y="21892"/>
                  </a:cubicBezTo>
                  <a:cubicBezTo>
                    <a:pt x="24713" y="21892"/>
                    <a:pt x="24682" y="21922"/>
                    <a:pt x="24652" y="21953"/>
                  </a:cubicBezTo>
                  <a:lnTo>
                    <a:pt x="25017" y="21953"/>
                  </a:lnTo>
                  <a:cubicBezTo>
                    <a:pt x="25169" y="21892"/>
                    <a:pt x="25290" y="21831"/>
                    <a:pt x="25412" y="21709"/>
                  </a:cubicBezTo>
                  <a:cubicBezTo>
                    <a:pt x="25426" y="21695"/>
                    <a:pt x="25443" y="21689"/>
                    <a:pt x="25462" y="21689"/>
                  </a:cubicBezTo>
                  <a:cubicBezTo>
                    <a:pt x="25522" y="21689"/>
                    <a:pt x="25594" y="21754"/>
                    <a:pt x="25594" y="21801"/>
                  </a:cubicBezTo>
                  <a:cubicBezTo>
                    <a:pt x="25594" y="21831"/>
                    <a:pt x="25533" y="21892"/>
                    <a:pt x="25412" y="21892"/>
                  </a:cubicBezTo>
                  <a:lnTo>
                    <a:pt x="25472" y="22013"/>
                  </a:lnTo>
                  <a:cubicBezTo>
                    <a:pt x="25533" y="21998"/>
                    <a:pt x="25586" y="21991"/>
                    <a:pt x="25640" y="21991"/>
                  </a:cubicBezTo>
                  <a:cubicBezTo>
                    <a:pt x="25693" y="21991"/>
                    <a:pt x="25746" y="21998"/>
                    <a:pt x="25807" y="22013"/>
                  </a:cubicBezTo>
                  <a:cubicBezTo>
                    <a:pt x="25811" y="22017"/>
                    <a:pt x="25815" y="22019"/>
                    <a:pt x="25820" y="22019"/>
                  </a:cubicBezTo>
                  <a:cubicBezTo>
                    <a:pt x="25852" y="22019"/>
                    <a:pt x="25898" y="21937"/>
                    <a:pt x="25898" y="21831"/>
                  </a:cubicBezTo>
                  <a:lnTo>
                    <a:pt x="26020" y="21831"/>
                  </a:lnTo>
                  <a:cubicBezTo>
                    <a:pt x="26060" y="21839"/>
                    <a:pt x="26099" y="21843"/>
                    <a:pt x="26133" y="21843"/>
                  </a:cubicBezTo>
                  <a:cubicBezTo>
                    <a:pt x="26228" y="21843"/>
                    <a:pt x="26293" y="21815"/>
                    <a:pt x="26293" y="21770"/>
                  </a:cubicBezTo>
                  <a:lnTo>
                    <a:pt x="26293" y="21709"/>
                  </a:lnTo>
                  <a:lnTo>
                    <a:pt x="26293" y="21649"/>
                  </a:lnTo>
                  <a:cubicBezTo>
                    <a:pt x="26263" y="21618"/>
                    <a:pt x="26202" y="21436"/>
                    <a:pt x="26263" y="21436"/>
                  </a:cubicBezTo>
                  <a:cubicBezTo>
                    <a:pt x="26266" y="21433"/>
                    <a:pt x="26270" y="21432"/>
                    <a:pt x="26277" y="21432"/>
                  </a:cubicBezTo>
                  <a:cubicBezTo>
                    <a:pt x="26330" y="21432"/>
                    <a:pt x="26492" y="21511"/>
                    <a:pt x="26580" y="21511"/>
                  </a:cubicBezTo>
                  <a:cubicBezTo>
                    <a:pt x="26601" y="21511"/>
                    <a:pt x="26617" y="21507"/>
                    <a:pt x="26628" y="21497"/>
                  </a:cubicBezTo>
                  <a:cubicBezTo>
                    <a:pt x="26645" y="21491"/>
                    <a:pt x="26659" y="21488"/>
                    <a:pt x="26670" y="21488"/>
                  </a:cubicBezTo>
                  <a:cubicBezTo>
                    <a:pt x="26718" y="21488"/>
                    <a:pt x="26713" y="21533"/>
                    <a:pt x="26688" y="21557"/>
                  </a:cubicBezTo>
                  <a:cubicBezTo>
                    <a:pt x="26658" y="21588"/>
                    <a:pt x="26445" y="21709"/>
                    <a:pt x="26506" y="21770"/>
                  </a:cubicBezTo>
                  <a:cubicBezTo>
                    <a:pt x="26536" y="21801"/>
                    <a:pt x="26658" y="21922"/>
                    <a:pt x="26688" y="21953"/>
                  </a:cubicBezTo>
                  <a:cubicBezTo>
                    <a:pt x="26688" y="21974"/>
                    <a:pt x="26719" y="21996"/>
                    <a:pt x="26747" y="21996"/>
                  </a:cubicBezTo>
                  <a:cubicBezTo>
                    <a:pt x="26759" y="21996"/>
                    <a:pt x="26771" y="21992"/>
                    <a:pt x="26779" y="21983"/>
                  </a:cubicBezTo>
                  <a:cubicBezTo>
                    <a:pt x="26810" y="21953"/>
                    <a:pt x="26810" y="21679"/>
                    <a:pt x="26871" y="21588"/>
                  </a:cubicBezTo>
                  <a:cubicBezTo>
                    <a:pt x="26901" y="21497"/>
                    <a:pt x="26931" y="21405"/>
                    <a:pt x="26931" y="21314"/>
                  </a:cubicBezTo>
                  <a:lnTo>
                    <a:pt x="26931" y="21223"/>
                  </a:lnTo>
                  <a:cubicBezTo>
                    <a:pt x="26959" y="21169"/>
                    <a:pt x="27082" y="21066"/>
                    <a:pt x="27130" y="21066"/>
                  </a:cubicBezTo>
                  <a:cubicBezTo>
                    <a:pt x="27136" y="21066"/>
                    <a:pt x="27141" y="21068"/>
                    <a:pt x="27144" y="21071"/>
                  </a:cubicBezTo>
                  <a:lnTo>
                    <a:pt x="27296" y="21345"/>
                  </a:lnTo>
                  <a:lnTo>
                    <a:pt x="27418" y="21405"/>
                  </a:lnTo>
                  <a:lnTo>
                    <a:pt x="27448" y="21436"/>
                  </a:lnTo>
                  <a:cubicBezTo>
                    <a:pt x="27479" y="21527"/>
                    <a:pt x="27661" y="21618"/>
                    <a:pt x="27631" y="21649"/>
                  </a:cubicBezTo>
                  <a:cubicBezTo>
                    <a:pt x="27600" y="21709"/>
                    <a:pt x="27448" y="21892"/>
                    <a:pt x="27418" y="21953"/>
                  </a:cubicBezTo>
                  <a:cubicBezTo>
                    <a:pt x="27404" y="21966"/>
                    <a:pt x="27409" y="21972"/>
                    <a:pt x="27425" y="21972"/>
                  </a:cubicBezTo>
                  <a:cubicBezTo>
                    <a:pt x="27482" y="21972"/>
                    <a:pt x="27675" y="21902"/>
                    <a:pt x="27722" y="21831"/>
                  </a:cubicBezTo>
                  <a:cubicBezTo>
                    <a:pt x="27751" y="21791"/>
                    <a:pt x="27781" y="21755"/>
                    <a:pt x="27813" y="21722"/>
                  </a:cubicBezTo>
                  <a:lnTo>
                    <a:pt x="27813" y="21722"/>
                  </a:lnTo>
                  <a:lnTo>
                    <a:pt x="27813" y="21831"/>
                  </a:lnTo>
                  <a:cubicBezTo>
                    <a:pt x="27813" y="21861"/>
                    <a:pt x="27843" y="21861"/>
                    <a:pt x="27874" y="21861"/>
                  </a:cubicBezTo>
                  <a:lnTo>
                    <a:pt x="28573" y="21861"/>
                  </a:lnTo>
                  <a:cubicBezTo>
                    <a:pt x="28634" y="21861"/>
                    <a:pt x="28755" y="21709"/>
                    <a:pt x="28755" y="21649"/>
                  </a:cubicBezTo>
                  <a:cubicBezTo>
                    <a:pt x="28783" y="21594"/>
                    <a:pt x="28884" y="21366"/>
                    <a:pt x="28948" y="21366"/>
                  </a:cubicBezTo>
                  <a:cubicBezTo>
                    <a:pt x="28955" y="21366"/>
                    <a:pt x="28962" y="21369"/>
                    <a:pt x="28968" y="21375"/>
                  </a:cubicBezTo>
                  <a:cubicBezTo>
                    <a:pt x="28985" y="21386"/>
                    <a:pt x="29001" y="21391"/>
                    <a:pt x="29016" y="21391"/>
                  </a:cubicBezTo>
                  <a:cubicBezTo>
                    <a:pt x="29081" y="21391"/>
                    <a:pt x="29126" y="21297"/>
                    <a:pt x="29150" y="21223"/>
                  </a:cubicBezTo>
                  <a:cubicBezTo>
                    <a:pt x="29150" y="21155"/>
                    <a:pt x="29167" y="21120"/>
                    <a:pt x="29189" y="21120"/>
                  </a:cubicBezTo>
                  <a:cubicBezTo>
                    <a:pt x="29196" y="21120"/>
                    <a:pt x="29204" y="21124"/>
                    <a:pt x="29211" y="21132"/>
                  </a:cubicBezTo>
                  <a:cubicBezTo>
                    <a:pt x="29233" y="21199"/>
                    <a:pt x="29191" y="21363"/>
                    <a:pt x="29297" y="21363"/>
                  </a:cubicBezTo>
                  <a:cubicBezTo>
                    <a:pt x="29336" y="21363"/>
                    <a:pt x="29395" y="21341"/>
                    <a:pt x="29485" y="21284"/>
                  </a:cubicBezTo>
                  <a:cubicBezTo>
                    <a:pt x="29485" y="21284"/>
                    <a:pt x="29606" y="21345"/>
                    <a:pt x="29606" y="21405"/>
                  </a:cubicBezTo>
                  <a:lnTo>
                    <a:pt x="29637" y="21709"/>
                  </a:lnTo>
                  <a:cubicBezTo>
                    <a:pt x="29758" y="21801"/>
                    <a:pt x="29849" y="21861"/>
                    <a:pt x="29971" y="21922"/>
                  </a:cubicBezTo>
                  <a:lnTo>
                    <a:pt x="30062" y="21922"/>
                  </a:lnTo>
                  <a:cubicBezTo>
                    <a:pt x="30123" y="21892"/>
                    <a:pt x="30123" y="21861"/>
                    <a:pt x="30093" y="21801"/>
                  </a:cubicBezTo>
                  <a:cubicBezTo>
                    <a:pt x="30062" y="21801"/>
                    <a:pt x="29789" y="21740"/>
                    <a:pt x="29849" y="21649"/>
                  </a:cubicBezTo>
                  <a:cubicBezTo>
                    <a:pt x="29854" y="21634"/>
                    <a:pt x="29861" y="21628"/>
                    <a:pt x="29871" y="21628"/>
                  </a:cubicBezTo>
                  <a:cubicBezTo>
                    <a:pt x="29916" y="21628"/>
                    <a:pt x="30011" y="21773"/>
                    <a:pt x="30127" y="21773"/>
                  </a:cubicBezTo>
                  <a:cubicBezTo>
                    <a:pt x="30135" y="21773"/>
                    <a:pt x="30144" y="21772"/>
                    <a:pt x="30153" y="21770"/>
                  </a:cubicBezTo>
                  <a:cubicBezTo>
                    <a:pt x="30275" y="21770"/>
                    <a:pt x="30670" y="21770"/>
                    <a:pt x="30761" y="21679"/>
                  </a:cubicBezTo>
                  <a:cubicBezTo>
                    <a:pt x="30853" y="21588"/>
                    <a:pt x="30944" y="21527"/>
                    <a:pt x="30944" y="21527"/>
                  </a:cubicBezTo>
                  <a:lnTo>
                    <a:pt x="30944" y="21527"/>
                  </a:lnTo>
                  <a:cubicBezTo>
                    <a:pt x="31035" y="21588"/>
                    <a:pt x="30883" y="21770"/>
                    <a:pt x="31065" y="21770"/>
                  </a:cubicBezTo>
                  <a:cubicBezTo>
                    <a:pt x="31126" y="21740"/>
                    <a:pt x="31217" y="21649"/>
                    <a:pt x="31248" y="21557"/>
                  </a:cubicBezTo>
                  <a:lnTo>
                    <a:pt x="31308" y="21497"/>
                  </a:lnTo>
                  <a:cubicBezTo>
                    <a:pt x="31308" y="21436"/>
                    <a:pt x="31552" y="21436"/>
                    <a:pt x="31643" y="21436"/>
                  </a:cubicBezTo>
                  <a:cubicBezTo>
                    <a:pt x="31734" y="21466"/>
                    <a:pt x="31704" y="21679"/>
                    <a:pt x="31612" y="21679"/>
                  </a:cubicBezTo>
                  <a:lnTo>
                    <a:pt x="31248" y="21679"/>
                  </a:lnTo>
                  <a:lnTo>
                    <a:pt x="31278" y="21770"/>
                  </a:lnTo>
                  <a:lnTo>
                    <a:pt x="31278" y="21801"/>
                  </a:lnTo>
                  <a:cubicBezTo>
                    <a:pt x="31369" y="21831"/>
                    <a:pt x="31460" y="21831"/>
                    <a:pt x="31552" y="21831"/>
                  </a:cubicBezTo>
                  <a:cubicBezTo>
                    <a:pt x="31576" y="21831"/>
                    <a:pt x="31736" y="21753"/>
                    <a:pt x="31831" y="21753"/>
                  </a:cubicBezTo>
                  <a:cubicBezTo>
                    <a:pt x="31854" y="21753"/>
                    <a:pt x="31874" y="21758"/>
                    <a:pt x="31886" y="21770"/>
                  </a:cubicBezTo>
                  <a:cubicBezTo>
                    <a:pt x="31947" y="21831"/>
                    <a:pt x="32008" y="21892"/>
                    <a:pt x="32068" y="21922"/>
                  </a:cubicBezTo>
                  <a:cubicBezTo>
                    <a:pt x="32099" y="21922"/>
                    <a:pt x="32129" y="21892"/>
                    <a:pt x="32160" y="21861"/>
                  </a:cubicBezTo>
                  <a:lnTo>
                    <a:pt x="32160" y="21831"/>
                  </a:lnTo>
                  <a:cubicBezTo>
                    <a:pt x="32129" y="21801"/>
                    <a:pt x="32312" y="21679"/>
                    <a:pt x="32403" y="21649"/>
                  </a:cubicBezTo>
                  <a:cubicBezTo>
                    <a:pt x="32423" y="21635"/>
                    <a:pt x="32444" y="21629"/>
                    <a:pt x="32464" y="21629"/>
                  </a:cubicBezTo>
                  <a:cubicBezTo>
                    <a:pt x="32533" y="21629"/>
                    <a:pt x="32599" y="21700"/>
                    <a:pt x="32646" y="21770"/>
                  </a:cubicBezTo>
                  <a:lnTo>
                    <a:pt x="32737" y="21801"/>
                  </a:lnTo>
                  <a:lnTo>
                    <a:pt x="32828" y="21831"/>
                  </a:lnTo>
                  <a:cubicBezTo>
                    <a:pt x="32957" y="21809"/>
                    <a:pt x="33071" y="21788"/>
                    <a:pt x="33191" y="21788"/>
                  </a:cubicBezTo>
                  <a:cubicBezTo>
                    <a:pt x="33241" y="21788"/>
                    <a:pt x="33292" y="21792"/>
                    <a:pt x="33345" y="21801"/>
                  </a:cubicBezTo>
                  <a:lnTo>
                    <a:pt x="33558" y="21861"/>
                  </a:lnTo>
                  <a:lnTo>
                    <a:pt x="34074" y="21861"/>
                  </a:lnTo>
                  <a:cubicBezTo>
                    <a:pt x="34257" y="21892"/>
                    <a:pt x="34409" y="21922"/>
                    <a:pt x="34561" y="21922"/>
                  </a:cubicBezTo>
                  <a:lnTo>
                    <a:pt x="34561" y="21649"/>
                  </a:lnTo>
                  <a:cubicBezTo>
                    <a:pt x="34576" y="21625"/>
                    <a:pt x="34600" y="21616"/>
                    <a:pt x="34627" y="21616"/>
                  </a:cubicBezTo>
                  <a:cubicBezTo>
                    <a:pt x="34705" y="21616"/>
                    <a:pt x="34812" y="21695"/>
                    <a:pt x="34834" y="21740"/>
                  </a:cubicBezTo>
                  <a:cubicBezTo>
                    <a:pt x="34846" y="21763"/>
                    <a:pt x="34893" y="21773"/>
                    <a:pt x="34954" y="21773"/>
                  </a:cubicBezTo>
                  <a:cubicBezTo>
                    <a:pt x="35052" y="21773"/>
                    <a:pt x="35185" y="21747"/>
                    <a:pt x="35260" y="21709"/>
                  </a:cubicBezTo>
                  <a:cubicBezTo>
                    <a:pt x="35292" y="21688"/>
                    <a:pt x="35328" y="21678"/>
                    <a:pt x="35364" y="21678"/>
                  </a:cubicBezTo>
                  <a:cubicBezTo>
                    <a:pt x="35430" y="21678"/>
                    <a:pt x="35494" y="21711"/>
                    <a:pt x="35533" y="21770"/>
                  </a:cubicBezTo>
                  <a:lnTo>
                    <a:pt x="35594" y="21801"/>
                  </a:lnTo>
                  <a:lnTo>
                    <a:pt x="35655" y="21861"/>
                  </a:lnTo>
                  <a:cubicBezTo>
                    <a:pt x="35659" y="21863"/>
                    <a:pt x="35663" y="21864"/>
                    <a:pt x="35667" y="21864"/>
                  </a:cubicBezTo>
                  <a:cubicBezTo>
                    <a:pt x="35724" y="21864"/>
                    <a:pt x="35777" y="21673"/>
                    <a:pt x="35777" y="21588"/>
                  </a:cubicBezTo>
                  <a:cubicBezTo>
                    <a:pt x="35789" y="21552"/>
                    <a:pt x="35805" y="21540"/>
                    <a:pt x="35823" y="21540"/>
                  </a:cubicBezTo>
                  <a:cubicBezTo>
                    <a:pt x="35850" y="21540"/>
                    <a:pt x="35880" y="21569"/>
                    <a:pt x="35898" y="21588"/>
                  </a:cubicBezTo>
                  <a:cubicBezTo>
                    <a:pt x="35898" y="21618"/>
                    <a:pt x="36050" y="21740"/>
                    <a:pt x="35989" y="21770"/>
                  </a:cubicBezTo>
                  <a:cubicBezTo>
                    <a:pt x="35929" y="21801"/>
                    <a:pt x="36020" y="21831"/>
                    <a:pt x="36263" y="21861"/>
                  </a:cubicBezTo>
                  <a:lnTo>
                    <a:pt x="36415" y="21892"/>
                  </a:lnTo>
                  <a:lnTo>
                    <a:pt x="36445" y="21892"/>
                  </a:lnTo>
                  <a:lnTo>
                    <a:pt x="36749" y="21861"/>
                  </a:lnTo>
                  <a:lnTo>
                    <a:pt x="36871" y="21831"/>
                  </a:lnTo>
                  <a:cubicBezTo>
                    <a:pt x="36977" y="21831"/>
                    <a:pt x="37084" y="21846"/>
                    <a:pt x="37186" y="21846"/>
                  </a:cubicBezTo>
                  <a:cubicBezTo>
                    <a:pt x="37289" y="21846"/>
                    <a:pt x="37388" y="21831"/>
                    <a:pt x="37479" y="21770"/>
                  </a:cubicBezTo>
                  <a:cubicBezTo>
                    <a:pt x="37496" y="21753"/>
                    <a:pt x="37515" y="21746"/>
                    <a:pt x="37534" y="21746"/>
                  </a:cubicBezTo>
                  <a:cubicBezTo>
                    <a:pt x="37583" y="21746"/>
                    <a:pt x="37631" y="21796"/>
                    <a:pt x="37631" y="21861"/>
                  </a:cubicBezTo>
                  <a:cubicBezTo>
                    <a:pt x="37631" y="21900"/>
                    <a:pt x="37642" y="21912"/>
                    <a:pt x="37659" y="21912"/>
                  </a:cubicBezTo>
                  <a:cubicBezTo>
                    <a:pt x="37683" y="21912"/>
                    <a:pt x="37718" y="21892"/>
                    <a:pt x="37752" y="21892"/>
                  </a:cubicBezTo>
                  <a:lnTo>
                    <a:pt x="37844" y="21861"/>
                  </a:lnTo>
                  <a:cubicBezTo>
                    <a:pt x="37935" y="21861"/>
                    <a:pt x="38026" y="21801"/>
                    <a:pt x="38056" y="21709"/>
                  </a:cubicBezTo>
                  <a:cubicBezTo>
                    <a:pt x="38056" y="21679"/>
                    <a:pt x="38102" y="21664"/>
                    <a:pt x="38174" y="21664"/>
                  </a:cubicBezTo>
                  <a:cubicBezTo>
                    <a:pt x="38246" y="21664"/>
                    <a:pt x="38345" y="21679"/>
                    <a:pt x="38451" y="21709"/>
                  </a:cubicBezTo>
                  <a:lnTo>
                    <a:pt x="38451" y="21892"/>
                  </a:lnTo>
                  <a:cubicBezTo>
                    <a:pt x="38482" y="21907"/>
                    <a:pt x="38512" y="21915"/>
                    <a:pt x="38539" y="21915"/>
                  </a:cubicBezTo>
                  <a:cubicBezTo>
                    <a:pt x="38565" y="21915"/>
                    <a:pt x="38588" y="21907"/>
                    <a:pt x="38603" y="21892"/>
                  </a:cubicBezTo>
                  <a:lnTo>
                    <a:pt x="38695" y="21861"/>
                  </a:lnTo>
                  <a:cubicBezTo>
                    <a:pt x="38718" y="21838"/>
                    <a:pt x="38750" y="21828"/>
                    <a:pt x="38786" y="21828"/>
                  </a:cubicBezTo>
                  <a:cubicBezTo>
                    <a:pt x="38844" y="21828"/>
                    <a:pt x="38912" y="21854"/>
                    <a:pt x="38968" y="21892"/>
                  </a:cubicBezTo>
                  <a:cubicBezTo>
                    <a:pt x="38972" y="21896"/>
                    <a:pt x="38978" y="21898"/>
                    <a:pt x="38986" y="21898"/>
                  </a:cubicBezTo>
                  <a:cubicBezTo>
                    <a:pt x="39031" y="21898"/>
                    <a:pt x="39124" y="21827"/>
                    <a:pt x="39151" y="21801"/>
                  </a:cubicBezTo>
                  <a:cubicBezTo>
                    <a:pt x="39163" y="21788"/>
                    <a:pt x="39197" y="21781"/>
                    <a:pt x="39242" y="21781"/>
                  </a:cubicBezTo>
                  <a:cubicBezTo>
                    <a:pt x="39307" y="21781"/>
                    <a:pt x="39396" y="21795"/>
                    <a:pt x="39485" y="21831"/>
                  </a:cubicBezTo>
                  <a:lnTo>
                    <a:pt x="39576" y="21892"/>
                  </a:lnTo>
                  <a:lnTo>
                    <a:pt x="39758" y="22013"/>
                  </a:lnTo>
                  <a:cubicBezTo>
                    <a:pt x="39827" y="21945"/>
                    <a:pt x="39929" y="21911"/>
                    <a:pt x="40041" y="21911"/>
                  </a:cubicBezTo>
                  <a:cubicBezTo>
                    <a:pt x="40078" y="21911"/>
                    <a:pt x="40116" y="21915"/>
                    <a:pt x="40154" y="21922"/>
                  </a:cubicBezTo>
                  <a:lnTo>
                    <a:pt x="40245" y="21922"/>
                  </a:lnTo>
                  <a:cubicBezTo>
                    <a:pt x="40353" y="21895"/>
                    <a:pt x="40485" y="21796"/>
                    <a:pt x="40535" y="21796"/>
                  </a:cubicBezTo>
                  <a:cubicBezTo>
                    <a:pt x="40541" y="21796"/>
                    <a:pt x="40545" y="21797"/>
                    <a:pt x="40549" y="21801"/>
                  </a:cubicBezTo>
                  <a:lnTo>
                    <a:pt x="40762" y="21892"/>
                  </a:lnTo>
                  <a:cubicBezTo>
                    <a:pt x="40808" y="21799"/>
                    <a:pt x="40854" y="21759"/>
                    <a:pt x="40874" y="21759"/>
                  </a:cubicBezTo>
                  <a:cubicBezTo>
                    <a:pt x="40880" y="21759"/>
                    <a:pt x="40883" y="21763"/>
                    <a:pt x="40883" y="21770"/>
                  </a:cubicBezTo>
                  <a:cubicBezTo>
                    <a:pt x="41035" y="21801"/>
                    <a:pt x="41187" y="21861"/>
                    <a:pt x="41309" y="21861"/>
                  </a:cubicBezTo>
                  <a:lnTo>
                    <a:pt x="41977" y="21861"/>
                  </a:lnTo>
                  <a:cubicBezTo>
                    <a:pt x="42069" y="21861"/>
                    <a:pt x="42129" y="21892"/>
                    <a:pt x="42221" y="21892"/>
                  </a:cubicBezTo>
                  <a:cubicBezTo>
                    <a:pt x="42403" y="21953"/>
                    <a:pt x="42585" y="21983"/>
                    <a:pt x="42768" y="21983"/>
                  </a:cubicBezTo>
                  <a:cubicBezTo>
                    <a:pt x="42859" y="21983"/>
                    <a:pt x="42950" y="21953"/>
                    <a:pt x="43041" y="21892"/>
                  </a:cubicBezTo>
                  <a:lnTo>
                    <a:pt x="43072" y="21861"/>
                  </a:lnTo>
                  <a:lnTo>
                    <a:pt x="43102" y="21801"/>
                  </a:lnTo>
                  <a:cubicBezTo>
                    <a:pt x="43123" y="21780"/>
                    <a:pt x="43144" y="21771"/>
                    <a:pt x="43165" y="21771"/>
                  </a:cubicBezTo>
                  <a:cubicBezTo>
                    <a:pt x="43234" y="21771"/>
                    <a:pt x="43298" y="21861"/>
                    <a:pt x="43345" y="21861"/>
                  </a:cubicBezTo>
                  <a:lnTo>
                    <a:pt x="43862" y="21861"/>
                  </a:lnTo>
                  <a:lnTo>
                    <a:pt x="44014" y="21892"/>
                  </a:lnTo>
                  <a:cubicBezTo>
                    <a:pt x="44121" y="21927"/>
                    <a:pt x="44228" y="21942"/>
                    <a:pt x="44334" y="21942"/>
                  </a:cubicBezTo>
                  <a:cubicBezTo>
                    <a:pt x="44410" y="21942"/>
                    <a:pt x="44485" y="21935"/>
                    <a:pt x="44561" y="21922"/>
                  </a:cubicBezTo>
                  <a:lnTo>
                    <a:pt x="44591" y="21922"/>
                  </a:lnTo>
                  <a:cubicBezTo>
                    <a:pt x="44612" y="21922"/>
                    <a:pt x="44726" y="21936"/>
                    <a:pt x="44819" y="21936"/>
                  </a:cubicBezTo>
                  <a:cubicBezTo>
                    <a:pt x="44865" y="21936"/>
                    <a:pt x="44905" y="21932"/>
                    <a:pt x="44926" y="21922"/>
                  </a:cubicBezTo>
                  <a:cubicBezTo>
                    <a:pt x="44939" y="21916"/>
                    <a:pt x="44960" y="21913"/>
                    <a:pt x="44985" y="21913"/>
                  </a:cubicBezTo>
                  <a:cubicBezTo>
                    <a:pt x="45055" y="21913"/>
                    <a:pt x="45161" y="21931"/>
                    <a:pt x="45231" y="21931"/>
                  </a:cubicBezTo>
                  <a:cubicBezTo>
                    <a:pt x="45257" y="21931"/>
                    <a:pt x="45278" y="21929"/>
                    <a:pt x="45290" y="21922"/>
                  </a:cubicBezTo>
                  <a:cubicBezTo>
                    <a:pt x="45309" y="21916"/>
                    <a:pt x="45338" y="21914"/>
                    <a:pt x="45374" y="21914"/>
                  </a:cubicBezTo>
                  <a:cubicBezTo>
                    <a:pt x="45518" y="21914"/>
                    <a:pt x="45771" y="21953"/>
                    <a:pt x="45868" y="21953"/>
                  </a:cubicBezTo>
                  <a:cubicBezTo>
                    <a:pt x="45990" y="21953"/>
                    <a:pt x="46111" y="21922"/>
                    <a:pt x="46233" y="21892"/>
                  </a:cubicBezTo>
                  <a:lnTo>
                    <a:pt x="46415" y="21892"/>
                  </a:lnTo>
                  <a:cubicBezTo>
                    <a:pt x="46446" y="21899"/>
                    <a:pt x="46474" y="21903"/>
                    <a:pt x="46500" y="21903"/>
                  </a:cubicBezTo>
                  <a:cubicBezTo>
                    <a:pt x="46577" y="21903"/>
                    <a:pt x="46628" y="21869"/>
                    <a:pt x="46628" y="21801"/>
                  </a:cubicBezTo>
                  <a:lnTo>
                    <a:pt x="46628" y="21709"/>
                  </a:lnTo>
                  <a:cubicBezTo>
                    <a:pt x="46597" y="21649"/>
                    <a:pt x="46689" y="21618"/>
                    <a:pt x="46749" y="21618"/>
                  </a:cubicBezTo>
                  <a:cubicBezTo>
                    <a:pt x="46780" y="21618"/>
                    <a:pt x="46810" y="21740"/>
                    <a:pt x="46810" y="21801"/>
                  </a:cubicBezTo>
                  <a:cubicBezTo>
                    <a:pt x="46810" y="21831"/>
                    <a:pt x="46871" y="21922"/>
                    <a:pt x="46993" y="21953"/>
                  </a:cubicBezTo>
                  <a:lnTo>
                    <a:pt x="47114" y="21953"/>
                  </a:lnTo>
                  <a:cubicBezTo>
                    <a:pt x="47145" y="21922"/>
                    <a:pt x="47175" y="21892"/>
                    <a:pt x="47175" y="21892"/>
                  </a:cubicBezTo>
                  <a:cubicBezTo>
                    <a:pt x="47205" y="21892"/>
                    <a:pt x="47661" y="21770"/>
                    <a:pt x="47661" y="21770"/>
                  </a:cubicBezTo>
                  <a:lnTo>
                    <a:pt x="47874" y="21892"/>
                  </a:lnTo>
                  <a:cubicBezTo>
                    <a:pt x="48148" y="21861"/>
                    <a:pt x="48452" y="21831"/>
                    <a:pt x="48756" y="21831"/>
                  </a:cubicBezTo>
                  <a:cubicBezTo>
                    <a:pt x="48877" y="21861"/>
                    <a:pt x="48999" y="21861"/>
                    <a:pt x="49120" y="21861"/>
                  </a:cubicBezTo>
                  <a:cubicBezTo>
                    <a:pt x="49151" y="21861"/>
                    <a:pt x="49394" y="21801"/>
                    <a:pt x="49455" y="21801"/>
                  </a:cubicBezTo>
                  <a:cubicBezTo>
                    <a:pt x="49495" y="21801"/>
                    <a:pt x="49590" y="21787"/>
                    <a:pt x="49657" y="21787"/>
                  </a:cubicBezTo>
                  <a:cubicBezTo>
                    <a:pt x="49691" y="21787"/>
                    <a:pt x="49718" y="21790"/>
                    <a:pt x="49728" y="21801"/>
                  </a:cubicBezTo>
                  <a:cubicBezTo>
                    <a:pt x="49850" y="21831"/>
                    <a:pt x="49971" y="21861"/>
                    <a:pt x="50093" y="21892"/>
                  </a:cubicBezTo>
                  <a:lnTo>
                    <a:pt x="50154" y="21831"/>
                  </a:lnTo>
                  <a:lnTo>
                    <a:pt x="50367" y="21649"/>
                  </a:lnTo>
                  <a:cubicBezTo>
                    <a:pt x="50701" y="21770"/>
                    <a:pt x="51066" y="21831"/>
                    <a:pt x="51400" y="21892"/>
                  </a:cubicBezTo>
                  <a:cubicBezTo>
                    <a:pt x="51552" y="21861"/>
                    <a:pt x="51643" y="21709"/>
                    <a:pt x="51704" y="21679"/>
                  </a:cubicBezTo>
                  <a:cubicBezTo>
                    <a:pt x="51707" y="21672"/>
                    <a:pt x="51714" y="21669"/>
                    <a:pt x="51723" y="21669"/>
                  </a:cubicBezTo>
                  <a:cubicBezTo>
                    <a:pt x="51793" y="21669"/>
                    <a:pt x="52021" y="21861"/>
                    <a:pt x="52130" y="21861"/>
                  </a:cubicBezTo>
                  <a:lnTo>
                    <a:pt x="52829" y="21801"/>
                  </a:lnTo>
                  <a:cubicBezTo>
                    <a:pt x="52874" y="21785"/>
                    <a:pt x="52920" y="21778"/>
                    <a:pt x="52965" y="21778"/>
                  </a:cubicBezTo>
                  <a:cubicBezTo>
                    <a:pt x="53011" y="21778"/>
                    <a:pt x="53057" y="21785"/>
                    <a:pt x="53102" y="21801"/>
                  </a:cubicBezTo>
                  <a:cubicBezTo>
                    <a:pt x="53102" y="21801"/>
                    <a:pt x="53152" y="21926"/>
                    <a:pt x="53207" y="21926"/>
                  </a:cubicBezTo>
                  <a:cubicBezTo>
                    <a:pt x="53213" y="21926"/>
                    <a:pt x="53218" y="21925"/>
                    <a:pt x="53224" y="21922"/>
                  </a:cubicBezTo>
                  <a:cubicBezTo>
                    <a:pt x="53315" y="21892"/>
                    <a:pt x="53406" y="21831"/>
                    <a:pt x="53528" y="21831"/>
                  </a:cubicBezTo>
                  <a:cubicBezTo>
                    <a:pt x="53649" y="21831"/>
                    <a:pt x="53740" y="21861"/>
                    <a:pt x="53832" y="21892"/>
                  </a:cubicBezTo>
                  <a:lnTo>
                    <a:pt x="53984" y="21801"/>
                  </a:lnTo>
                  <a:cubicBezTo>
                    <a:pt x="53992" y="21796"/>
                    <a:pt x="54003" y="21794"/>
                    <a:pt x="54017" y="21794"/>
                  </a:cubicBezTo>
                  <a:cubicBezTo>
                    <a:pt x="54096" y="21794"/>
                    <a:pt x="54249" y="21861"/>
                    <a:pt x="54379" y="21861"/>
                  </a:cubicBezTo>
                  <a:lnTo>
                    <a:pt x="54440" y="21861"/>
                  </a:lnTo>
                  <a:cubicBezTo>
                    <a:pt x="54526" y="21840"/>
                    <a:pt x="54612" y="21818"/>
                    <a:pt x="54698" y="21818"/>
                  </a:cubicBezTo>
                  <a:cubicBezTo>
                    <a:pt x="54733" y="21818"/>
                    <a:pt x="54769" y="21822"/>
                    <a:pt x="54804" y="21831"/>
                  </a:cubicBezTo>
                  <a:lnTo>
                    <a:pt x="54956" y="21831"/>
                  </a:lnTo>
                  <a:cubicBezTo>
                    <a:pt x="54956" y="21801"/>
                    <a:pt x="54926" y="21770"/>
                    <a:pt x="54896" y="21770"/>
                  </a:cubicBezTo>
                  <a:lnTo>
                    <a:pt x="54896" y="21740"/>
                  </a:lnTo>
                  <a:cubicBezTo>
                    <a:pt x="54896" y="21715"/>
                    <a:pt x="54896" y="21671"/>
                    <a:pt x="54928" y="21671"/>
                  </a:cubicBezTo>
                  <a:cubicBezTo>
                    <a:pt x="54935" y="21671"/>
                    <a:pt x="54945" y="21673"/>
                    <a:pt x="54956" y="21679"/>
                  </a:cubicBezTo>
                  <a:cubicBezTo>
                    <a:pt x="55017" y="21709"/>
                    <a:pt x="55047" y="21740"/>
                    <a:pt x="55108" y="21740"/>
                  </a:cubicBezTo>
                  <a:cubicBezTo>
                    <a:pt x="55169" y="21740"/>
                    <a:pt x="55203" y="21699"/>
                    <a:pt x="55246" y="21699"/>
                  </a:cubicBezTo>
                  <a:cubicBezTo>
                    <a:pt x="55267" y="21699"/>
                    <a:pt x="55291" y="21709"/>
                    <a:pt x="55321" y="21740"/>
                  </a:cubicBezTo>
                  <a:cubicBezTo>
                    <a:pt x="55321" y="21746"/>
                    <a:pt x="55325" y="21748"/>
                    <a:pt x="55331" y="21748"/>
                  </a:cubicBezTo>
                  <a:cubicBezTo>
                    <a:pt x="55355" y="21748"/>
                    <a:pt x="55418" y="21709"/>
                    <a:pt x="55443" y="21709"/>
                  </a:cubicBezTo>
                  <a:lnTo>
                    <a:pt x="55564" y="21740"/>
                  </a:lnTo>
                  <a:cubicBezTo>
                    <a:pt x="55610" y="21755"/>
                    <a:pt x="55701" y="21755"/>
                    <a:pt x="55788" y="21755"/>
                  </a:cubicBezTo>
                  <a:cubicBezTo>
                    <a:pt x="55876" y="21755"/>
                    <a:pt x="55959" y="21755"/>
                    <a:pt x="55990" y="21770"/>
                  </a:cubicBezTo>
                  <a:cubicBezTo>
                    <a:pt x="56111" y="21831"/>
                    <a:pt x="56233" y="21831"/>
                    <a:pt x="56355" y="21831"/>
                  </a:cubicBezTo>
                  <a:cubicBezTo>
                    <a:pt x="56367" y="21825"/>
                    <a:pt x="56385" y="21822"/>
                    <a:pt x="56407" y="21822"/>
                  </a:cubicBezTo>
                  <a:cubicBezTo>
                    <a:pt x="56494" y="21822"/>
                    <a:pt x="56640" y="21861"/>
                    <a:pt x="56689" y="21861"/>
                  </a:cubicBezTo>
                  <a:lnTo>
                    <a:pt x="56932" y="21831"/>
                  </a:lnTo>
                  <a:lnTo>
                    <a:pt x="56993" y="21861"/>
                  </a:lnTo>
                  <a:lnTo>
                    <a:pt x="57175" y="21922"/>
                  </a:lnTo>
                  <a:cubicBezTo>
                    <a:pt x="57193" y="21851"/>
                    <a:pt x="57211" y="21821"/>
                    <a:pt x="57229" y="21821"/>
                  </a:cubicBezTo>
                  <a:cubicBezTo>
                    <a:pt x="57241" y="21821"/>
                    <a:pt x="57254" y="21836"/>
                    <a:pt x="57266" y="21861"/>
                  </a:cubicBezTo>
                  <a:cubicBezTo>
                    <a:pt x="57266" y="21887"/>
                    <a:pt x="57294" y="21896"/>
                    <a:pt x="57327" y="21896"/>
                  </a:cubicBezTo>
                  <a:cubicBezTo>
                    <a:pt x="57373" y="21896"/>
                    <a:pt x="57431" y="21879"/>
                    <a:pt x="57449" y="21861"/>
                  </a:cubicBezTo>
                  <a:cubicBezTo>
                    <a:pt x="57475" y="21852"/>
                    <a:pt x="57502" y="21849"/>
                    <a:pt x="57528" y="21849"/>
                  </a:cubicBezTo>
                  <a:cubicBezTo>
                    <a:pt x="57591" y="21849"/>
                    <a:pt x="57649" y="21870"/>
                    <a:pt x="57692" y="21892"/>
                  </a:cubicBezTo>
                  <a:lnTo>
                    <a:pt x="57783" y="21801"/>
                  </a:lnTo>
                  <a:lnTo>
                    <a:pt x="57874" y="21740"/>
                  </a:lnTo>
                  <a:cubicBezTo>
                    <a:pt x="57898" y="21717"/>
                    <a:pt x="57925" y="21707"/>
                    <a:pt x="57954" y="21707"/>
                  </a:cubicBezTo>
                  <a:cubicBezTo>
                    <a:pt x="58000" y="21707"/>
                    <a:pt x="58049" y="21733"/>
                    <a:pt x="58087" y="21770"/>
                  </a:cubicBezTo>
                  <a:cubicBezTo>
                    <a:pt x="58087" y="21831"/>
                    <a:pt x="58300" y="21892"/>
                    <a:pt x="58391" y="21892"/>
                  </a:cubicBezTo>
                  <a:cubicBezTo>
                    <a:pt x="58467" y="21866"/>
                    <a:pt x="58628" y="21756"/>
                    <a:pt x="58733" y="21756"/>
                  </a:cubicBezTo>
                  <a:cubicBezTo>
                    <a:pt x="58753" y="21756"/>
                    <a:pt x="58771" y="21760"/>
                    <a:pt x="58786" y="21770"/>
                  </a:cubicBezTo>
                  <a:cubicBezTo>
                    <a:pt x="58832" y="21785"/>
                    <a:pt x="58885" y="21793"/>
                    <a:pt x="58942" y="21793"/>
                  </a:cubicBezTo>
                  <a:cubicBezTo>
                    <a:pt x="58999" y="21793"/>
                    <a:pt x="59060" y="21785"/>
                    <a:pt x="59121" y="21770"/>
                  </a:cubicBezTo>
                  <a:lnTo>
                    <a:pt x="59242" y="21831"/>
                  </a:lnTo>
                  <a:lnTo>
                    <a:pt x="59424" y="21983"/>
                  </a:lnTo>
                  <a:cubicBezTo>
                    <a:pt x="59546" y="21892"/>
                    <a:pt x="59911" y="21892"/>
                    <a:pt x="60002" y="21861"/>
                  </a:cubicBezTo>
                  <a:cubicBezTo>
                    <a:pt x="60093" y="21801"/>
                    <a:pt x="60215" y="21770"/>
                    <a:pt x="60336" y="21740"/>
                  </a:cubicBezTo>
                  <a:cubicBezTo>
                    <a:pt x="60549" y="21801"/>
                    <a:pt x="60792" y="21831"/>
                    <a:pt x="61005" y="21831"/>
                  </a:cubicBezTo>
                  <a:cubicBezTo>
                    <a:pt x="61127" y="21831"/>
                    <a:pt x="61218" y="21831"/>
                    <a:pt x="61339" y="21801"/>
                  </a:cubicBezTo>
                  <a:cubicBezTo>
                    <a:pt x="61362" y="21801"/>
                    <a:pt x="61453" y="21749"/>
                    <a:pt x="61510" y="21749"/>
                  </a:cubicBezTo>
                  <a:cubicBezTo>
                    <a:pt x="61529" y="21749"/>
                    <a:pt x="61545" y="21755"/>
                    <a:pt x="61552" y="21770"/>
                  </a:cubicBezTo>
                  <a:cubicBezTo>
                    <a:pt x="61560" y="21778"/>
                    <a:pt x="61577" y="21782"/>
                    <a:pt x="61601" y="21782"/>
                  </a:cubicBezTo>
                  <a:cubicBezTo>
                    <a:pt x="61672" y="21782"/>
                    <a:pt x="61803" y="21747"/>
                    <a:pt x="61917" y="21679"/>
                  </a:cubicBezTo>
                  <a:lnTo>
                    <a:pt x="62039" y="21709"/>
                  </a:lnTo>
                  <a:lnTo>
                    <a:pt x="62373" y="21801"/>
                  </a:lnTo>
                  <a:cubicBezTo>
                    <a:pt x="62677" y="21770"/>
                    <a:pt x="63011" y="21770"/>
                    <a:pt x="63315" y="21770"/>
                  </a:cubicBezTo>
                  <a:cubicBezTo>
                    <a:pt x="63406" y="21770"/>
                    <a:pt x="63498" y="21679"/>
                    <a:pt x="63558" y="21588"/>
                  </a:cubicBezTo>
                  <a:cubicBezTo>
                    <a:pt x="63558" y="21584"/>
                    <a:pt x="63560" y="21583"/>
                    <a:pt x="63565" y="21583"/>
                  </a:cubicBezTo>
                  <a:cubicBezTo>
                    <a:pt x="63597" y="21583"/>
                    <a:pt x="63751" y="21682"/>
                    <a:pt x="63832" y="21709"/>
                  </a:cubicBezTo>
                  <a:cubicBezTo>
                    <a:pt x="63850" y="21727"/>
                    <a:pt x="63881" y="21735"/>
                    <a:pt x="63916" y="21735"/>
                  </a:cubicBezTo>
                  <a:cubicBezTo>
                    <a:pt x="64002" y="21735"/>
                    <a:pt x="64114" y="21692"/>
                    <a:pt x="64136" y="21649"/>
                  </a:cubicBezTo>
                  <a:cubicBezTo>
                    <a:pt x="64166" y="21633"/>
                    <a:pt x="64197" y="21626"/>
                    <a:pt x="64227" y="21626"/>
                  </a:cubicBezTo>
                  <a:cubicBezTo>
                    <a:pt x="64257" y="21626"/>
                    <a:pt x="64288" y="21633"/>
                    <a:pt x="64318" y="21649"/>
                  </a:cubicBezTo>
                  <a:lnTo>
                    <a:pt x="64379" y="21679"/>
                  </a:lnTo>
                  <a:cubicBezTo>
                    <a:pt x="64485" y="21755"/>
                    <a:pt x="64539" y="21793"/>
                    <a:pt x="64596" y="21793"/>
                  </a:cubicBezTo>
                  <a:cubicBezTo>
                    <a:pt x="64653" y="21793"/>
                    <a:pt x="64713" y="21755"/>
                    <a:pt x="64835" y="21679"/>
                  </a:cubicBezTo>
                  <a:cubicBezTo>
                    <a:pt x="64896" y="21649"/>
                    <a:pt x="65048" y="21618"/>
                    <a:pt x="65048" y="21557"/>
                  </a:cubicBezTo>
                  <a:lnTo>
                    <a:pt x="65108" y="21497"/>
                  </a:lnTo>
                  <a:cubicBezTo>
                    <a:pt x="65121" y="21491"/>
                    <a:pt x="65134" y="21488"/>
                    <a:pt x="65148" y="21488"/>
                  </a:cubicBezTo>
                  <a:cubicBezTo>
                    <a:pt x="65203" y="21488"/>
                    <a:pt x="65267" y="21527"/>
                    <a:pt x="65291" y="21527"/>
                  </a:cubicBezTo>
                  <a:cubicBezTo>
                    <a:pt x="65306" y="21542"/>
                    <a:pt x="65329" y="21550"/>
                    <a:pt x="65352" y="21550"/>
                  </a:cubicBezTo>
                  <a:cubicBezTo>
                    <a:pt x="65374" y="21550"/>
                    <a:pt x="65397" y="21542"/>
                    <a:pt x="65412" y="21527"/>
                  </a:cubicBezTo>
                  <a:cubicBezTo>
                    <a:pt x="65443" y="21527"/>
                    <a:pt x="65504" y="21649"/>
                    <a:pt x="65504" y="21679"/>
                  </a:cubicBezTo>
                  <a:cubicBezTo>
                    <a:pt x="65504" y="21740"/>
                    <a:pt x="65686" y="21770"/>
                    <a:pt x="65777" y="21770"/>
                  </a:cubicBezTo>
                  <a:lnTo>
                    <a:pt x="66142" y="21770"/>
                  </a:lnTo>
                  <a:cubicBezTo>
                    <a:pt x="66182" y="21770"/>
                    <a:pt x="66291" y="21784"/>
                    <a:pt x="66376" y="21784"/>
                  </a:cubicBezTo>
                  <a:cubicBezTo>
                    <a:pt x="66419" y="21784"/>
                    <a:pt x="66456" y="21780"/>
                    <a:pt x="66476" y="21770"/>
                  </a:cubicBezTo>
                  <a:cubicBezTo>
                    <a:pt x="66598" y="21709"/>
                    <a:pt x="66689" y="21679"/>
                    <a:pt x="66811" y="21679"/>
                  </a:cubicBezTo>
                  <a:cubicBezTo>
                    <a:pt x="66871" y="21709"/>
                    <a:pt x="67054" y="21770"/>
                    <a:pt x="67115" y="21770"/>
                  </a:cubicBezTo>
                  <a:cubicBezTo>
                    <a:pt x="67206" y="21770"/>
                    <a:pt x="67297" y="21770"/>
                    <a:pt x="67388" y="21709"/>
                  </a:cubicBezTo>
                  <a:lnTo>
                    <a:pt x="67510" y="21770"/>
                  </a:lnTo>
                  <a:cubicBezTo>
                    <a:pt x="67571" y="21801"/>
                    <a:pt x="67639" y="21816"/>
                    <a:pt x="67707" y="21816"/>
                  </a:cubicBezTo>
                  <a:cubicBezTo>
                    <a:pt x="67776" y="21816"/>
                    <a:pt x="67844" y="21801"/>
                    <a:pt x="67905" y="21770"/>
                  </a:cubicBezTo>
                  <a:lnTo>
                    <a:pt x="68026" y="21709"/>
                  </a:lnTo>
                  <a:cubicBezTo>
                    <a:pt x="68178" y="21709"/>
                    <a:pt x="68330" y="21740"/>
                    <a:pt x="68482" y="21801"/>
                  </a:cubicBezTo>
                  <a:cubicBezTo>
                    <a:pt x="68489" y="21815"/>
                    <a:pt x="68505" y="21821"/>
                    <a:pt x="68525" y="21821"/>
                  </a:cubicBezTo>
                  <a:cubicBezTo>
                    <a:pt x="68593" y="21821"/>
                    <a:pt x="68716" y="21756"/>
                    <a:pt x="68786" y="21709"/>
                  </a:cubicBezTo>
                  <a:cubicBezTo>
                    <a:pt x="68798" y="21704"/>
                    <a:pt x="68815" y="21701"/>
                    <a:pt x="68836" y="21701"/>
                  </a:cubicBezTo>
                  <a:cubicBezTo>
                    <a:pt x="68924" y="21701"/>
                    <a:pt x="69077" y="21746"/>
                    <a:pt x="69151" y="21770"/>
                  </a:cubicBezTo>
                  <a:cubicBezTo>
                    <a:pt x="69173" y="21776"/>
                    <a:pt x="69193" y="21778"/>
                    <a:pt x="69213" y="21778"/>
                  </a:cubicBezTo>
                  <a:cubicBezTo>
                    <a:pt x="69304" y="21778"/>
                    <a:pt x="69375" y="21724"/>
                    <a:pt x="69425" y="21649"/>
                  </a:cubicBezTo>
                  <a:lnTo>
                    <a:pt x="69516" y="21679"/>
                  </a:lnTo>
                  <a:lnTo>
                    <a:pt x="69729" y="21740"/>
                  </a:lnTo>
                  <a:cubicBezTo>
                    <a:pt x="69911" y="21709"/>
                    <a:pt x="70124" y="21679"/>
                    <a:pt x="70154" y="21679"/>
                  </a:cubicBezTo>
                  <a:cubicBezTo>
                    <a:pt x="70428" y="21740"/>
                    <a:pt x="70701" y="21801"/>
                    <a:pt x="70975" y="21801"/>
                  </a:cubicBezTo>
                  <a:cubicBezTo>
                    <a:pt x="71218" y="21740"/>
                    <a:pt x="71492" y="21709"/>
                    <a:pt x="71765" y="21709"/>
                  </a:cubicBezTo>
                  <a:cubicBezTo>
                    <a:pt x="71820" y="21737"/>
                    <a:pt x="71874" y="21752"/>
                    <a:pt x="71926" y="21752"/>
                  </a:cubicBezTo>
                  <a:cubicBezTo>
                    <a:pt x="71990" y="21752"/>
                    <a:pt x="72049" y="21729"/>
                    <a:pt x="72099" y="21679"/>
                  </a:cubicBezTo>
                  <a:lnTo>
                    <a:pt x="72130" y="21679"/>
                  </a:lnTo>
                  <a:lnTo>
                    <a:pt x="72312" y="21740"/>
                  </a:lnTo>
                  <a:cubicBezTo>
                    <a:pt x="72555" y="21709"/>
                    <a:pt x="72799" y="21679"/>
                    <a:pt x="73042" y="21679"/>
                  </a:cubicBezTo>
                  <a:lnTo>
                    <a:pt x="73163" y="21770"/>
                  </a:lnTo>
                  <a:lnTo>
                    <a:pt x="73346" y="21861"/>
                  </a:lnTo>
                  <a:cubicBezTo>
                    <a:pt x="73558" y="21801"/>
                    <a:pt x="73771" y="21770"/>
                    <a:pt x="73984" y="21770"/>
                  </a:cubicBezTo>
                  <a:cubicBezTo>
                    <a:pt x="74049" y="21749"/>
                    <a:pt x="74235" y="21727"/>
                    <a:pt x="74349" y="21727"/>
                  </a:cubicBezTo>
                  <a:cubicBezTo>
                    <a:pt x="74396" y="21727"/>
                    <a:pt x="74431" y="21731"/>
                    <a:pt x="74440" y="21740"/>
                  </a:cubicBezTo>
                  <a:cubicBezTo>
                    <a:pt x="74450" y="21750"/>
                    <a:pt x="74470" y="21753"/>
                    <a:pt x="74495" y="21753"/>
                  </a:cubicBezTo>
                  <a:cubicBezTo>
                    <a:pt x="74545" y="21753"/>
                    <a:pt x="74612" y="21740"/>
                    <a:pt x="74653" y="21740"/>
                  </a:cubicBezTo>
                  <a:lnTo>
                    <a:pt x="75200" y="21770"/>
                  </a:lnTo>
                  <a:cubicBezTo>
                    <a:pt x="75301" y="21770"/>
                    <a:pt x="75416" y="21784"/>
                    <a:pt x="75499" y="21784"/>
                  </a:cubicBezTo>
                  <a:cubicBezTo>
                    <a:pt x="75541" y="21784"/>
                    <a:pt x="75575" y="21780"/>
                    <a:pt x="75595" y="21770"/>
                  </a:cubicBezTo>
                  <a:cubicBezTo>
                    <a:pt x="75644" y="21770"/>
                    <a:pt x="75751" y="21809"/>
                    <a:pt x="75823" y="21809"/>
                  </a:cubicBezTo>
                  <a:cubicBezTo>
                    <a:pt x="75841" y="21809"/>
                    <a:pt x="75856" y="21807"/>
                    <a:pt x="75869" y="21801"/>
                  </a:cubicBezTo>
                  <a:cubicBezTo>
                    <a:pt x="75929" y="21801"/>
                    <a:pt x="76203" y="21679"/>
                    <a:pt x="76324" y="21679"/>
                  </a:cubicBezTo>
                  <a:lnTo>
                    <a:pt x="76932" y="21679"/>
                  </a:lnTo>
                  <a:cubicBezTo>
                    <a:pt x="77084" y="21709"/>
                    <a:pt x="77236" y="21740"/>
                    <a:pt x="77419" y="21740"/>
                  </a:cubicBezTo>
                  <a:cubicBezTo>
                    <a:pt x="77439" y="21730"/>
                    <a:pt x="77486" y="21726"/>
                    <a:pt x="77545" y="21726"/>
                  </a:cubicBezTo>
                  <a:cubicBezTo>
                    <a:pt x="77662" y="21726"/>
                    <a:pt x="77824" y="21740"/>
                    <a:pt x="77905" y="21740"/>
                  </a:cubicBezTo>
                  <a:cubicBezTo>
                    <a:pt x="78027" y="21709"/>
                    <a:pt x="78270" y="21709"/>
                    <a:pt x="78300" y="21709"/>
                  </a:cubicBezTo>
                  <a:cubicBezTo>
                    <a:pt x="78347" y="21709"/>
                    <a:pt x="78520" y="21799"/>
                    <a:pt x="78597" y="21799"/>
                  </a:cubicBezTo>
                  <a:cubicBezTo>
                    <a:pt x="78620" y="21799"/>
                    <a:pt x="78635" y="21791"/>
                    <a:pt x="78635" y="21770"/>
                  </a:cubicBezTo>
                  <a:cubicBezTo>
                    <a:pt x="78635" y="21735"/>
                    <a:pt x="78645" y="21720"/>
                    <a:pt x="78660" y="21720"/>
                  </a:cubicBezTo>
                  <a:cubicBezTo>
                    <a:pt x="78670" y="21720"/>
                    <a:pt x="78683" y="21727"/>
                    <a:pt x="78695" y="21740"/>
                  </a:cubicBezTo>
                  <a:cubicBezTo>
                    <a:pt x="78695" y="21740"/>
                    <a:pt x="79030" y="21679"/>
                    <a:pt x="79182" y="21679"/>
                  </a:cubicBezTo>
                  <a:cubicBezTo>
                    <a:pt x="79242" y="21694"/>
                    <a:pt x="79303" y="21702"/>
                    <a:pt x="79364" y="21702"/>
                  </a:cubicBezTo>
                  <a:cubicBezTo>
                    <a:pt x="79425" y="21702"/>
                    <a:pt x="79486" y="21694"/>
                    <a:pt x="79546" y="21679"/>
                  </a:cubicBezTo>
                  <a:cubicBezTo>
                    <a:pt x="79638" y="21709"/>
                    <a:pt x="79759" y="21709"/>
                    <a:pt x="79850" y="21709"/>
                  </a:cubicBezTo>
                  <a:cubicBezTo>
                    <a:pt x="79942" y="21709"/>
                    <a:pt x="80124" y="21649"/>
                    <a:pt x="80306" y="21618"/>
                  </a:cubicBezTo>
                  <a:lnTo>
                    <a:pt x="80458" y="21649"/>
                  </a:lnTo>
                  <a:lnTo>
                    <a:pt x="80671" y="21709"/>
                  </a:lnTo>
                  <a:cubicBezTo>
                    <a:pt x="80884" y="21679"/>
                    <a:pt x="81097" y="21649"/>
                    <a:pt x="81309" y="21649"/>
                  </a:cubicBezTo>
                  <a:lnTo>
                    <a:pt x="81431" y="21588"/>
                  </a:lnTo>
                  <a:lnTo>
                    <a:pt x="81583" y="21527"/>
                  </a:lnTo>
                  <a:cubicBezTo>
                    <a:pt x="81658" y="21565"/>
                    <a:pt x="81745" y="21591"/>
                    <a:pt x="81836" y="21591"/>
                  </a:cubicBezTo>
                  <a:cubicBezTo>
                    <a:pt x="81892" y="21591"/>
                    <a:pt x="81950" y="21581"/>
                    <a:pt x="82008" y="21557"/>
                  </a:cubicBezTo>
                  <a:lnTo>
                    <a:pt x="82282" y="21557"/>
                  </a:lnTo>
                  <a:cubicBezTo>
                    <a:pt x="82434" y="21557"/>
                    <a:pt x="82586" y="21588"/>
                    <a:pt x="82768" y="21618"/>
                  </a:cubicBezTo>
                  <a:lnTo>
                    <a:pt x="82890" y="21588"/>
                  </a:lnTo>
                  <a:lnTo>
                    <a:pt x="83012" y="21557"/>
                  </a:lnTo>
                  <a:cubicBezTo>
                    <a:pt x="83039" y="21563"/>
                    <a:pt x="83068" y="21565"/>
                    <a:pt x="83098" y="21565"/>
                  </a:cubicBezTo>
                  <a:cubicBezTo>
                    <a:pt x="83229" y="21565"/>
                    <a:pt x="83374" y="21516"/>
                    <a:pt x="83498" y="21466"/>
                  </a:cubicBezTo>
                  <a:lnTo>
                    <a:pt x="83650" y="21557"/>
                  </a:lnTo>
                  <a:lnTo>
                    <a:pt x="83680" y="21557"/>
                  </a:lnTo>
                  <a:cubicBezTo>
                    <a:pt x="83687" y="21554"/>
                    <a:pt x="83699" y="21552"/>
                    <a:pt x="83714" y="21552"/>
                  </a:cubicBezTo>
                  <a:cubicBezTo>
                    <a:pt x="83792" y="21552"/>
                    <a:pt x="83964" y="21592"/>
                    <a:pt x="84091" y="21592"/>
                  </a:cubicBezTo>
                  <a:cubicBezTo>
                    <a:pt x="84151" y="21592"/>
                    <a:pt x="84202" y="21583"/>
                    <a:pt x="84227" y="21557"/>
                  </a:cubicBezTo>
                  <a:cubicBezTo>
                    <a:pt x="84294" y="21513"/>
                    <a:pt x="84410" y="21485"/>
                    <a:pt x="84479" y="21485"/>
                  </a:cubicBezTo>
                  <a:cubicBezTo>
                    <a:pt x="84504" y="21485"/>
                    <a:pt x="84523" y="21488"/>
                    <a:pt x="84531" y="21497"/>
                  </a:cubicBezTo>
                  <a:cubicBezTo>
                    <a:pt x="84536" y="21501"/>
                    <a:pt x="84544" y="21503"/>
                    <a:pt x="84555" y="21503"/>
                  </a:cubicBezTo>
                  <a:cubicBezTo>
                    <a:pt x="84621" y="21503"/>
                    <a:pt x="84792" y="21436"/>
                    <a:pt x="84896" y="21436"/>
                  </a:cubicBezTo>
                  <a:cubicBezTo>
                    <a:pt x="84987" y="21436"/>
                    <a:pt x="85200" y="21405"/>
                    <a:pt x="85382" y="21375"/>
                  </a:cubicBezTo>
                  <a:lnTo>
                    <a:pt x="85534" y="21405"/>
                  </a:lnTo>
                  <a:lnTo>
                    <a:pt x="85656" y="21436"/>
                  </a:lnTo>
                  <a:cubicBezTo>
                    <a:pt x="85764" y="21409"/>
                    <a:pt x="85993" y="21309"/>
                    <a:pt x="86063" y="21309"/>
                  </a:cubicBezTo>
                  <a:cubicBezTo>
                    <a:pt x="86072" y="21309"/>
                    <a:pt x="86078" y="21311"/>
                    <a:pt x="86082" y="21314"/>
                  </a:cubicBezTo>
                  <a:cubicBezTo>
                    <a:pt x="86294" y="21314"/>
                    <a:pt x="86507" y="21284"/>
                    <a:pt x="86750" y="21253"/>
                  </a:cubicBezTo>
                  <a:cubicBezTo>
                    <a:pt x="86902" y="21253"/>
                    <a:pt x="87085" y="21223"/>
                    <a:pt x="87267" y="21193"/>
                  </a:cubicBezTo>
                  <a:cubicBezTo>
                    <a:pt x="87316" y="21193"/>
                    <a:pt x="87500" y="21232"/>
                    <a:pt x="87603" y="21232"/>
                  </a:cubicBezTo>
                  <a:cubicBezTo>
                    <a:pt x="87629" y="21232"/>
                    <a:pt x="87650" y="21229"/>
                    <a:pt x="87662" y="21223"/>
                  </a:cubicBezTo>
                  <a:cubicBezTo>
                    <a:pt x="87748" y="21202"/>
                    <a:pt x="87849" y="21180"/>
                    <a:pt x="87944" y="21180"/>
                  </a:cubicBezTo>
                  <a:cubicBezTo>
                    <a:pt x="87983" y="21180"/>
                    <a:pt x="88022" y="21184"/>
                    <a:pt x="88057" y="21193"/>
                  </a:cubicBezTo>
                  <a:lnTo>
                    <a:pt x="88209" y="21101"/>
                  </a:lnTo>
                  <a:cubicBezTo>
                    <a:pt x="88331" y="21101"/>
                    <a:pt x="88452" y="21071"/>
                    <a:pt x="88544" y="20980"/>
                  </a:cubicBezTo>
                  <a:lnTo>
                    <a:pt x="88574" y="21041"/>
                  </a:lnTo>
                  <a:cubicBezTo>
                    <a:pt x="88595" y="21076"/>
                    <a:pt x="88620" y="21088"/>
                    <a:pt x="88646" y="21088"/>
                  </a:cubicBezTo>
                  <a:cubicBezTo>
                    <a:pt x="88705" y="21088"/>
                    <a:pt x="88772" y="21023"/>
                    <a:pt x="88823" y="21023"/>
                  </a:cubicBezTo>
                  <a:cubicBezTo>
                    <a:pt x="88845" y="21023"/>
                    <a:pt x="88864" y="21036"/>
                    <a:pt x="88878" y="21071"/>
                  </a:cubicBezTo>
                  <a:cubicBezTo>
                    <a:pt x="88878" y="21071"/>
                    <a:pt x="89014" y="21032"/>
                    <a:pt x="89069" y="21032"/>
                  </a:cubicBezTo>
                  <a:cubicBezTo>
                    <a:pt x="89082" y="21032"/>
                    <a:pt x="89091" y="21035"/>
                    <a:pt x="89091" y="21041"/>
                  </a:cubicBezTo>
                  <a:lnTo>
                    <a:pt x="89212" y="21162"/>
                  </a:lnTo>
                  <a:cubicBezTo>
                    <a:pt x="89334" y="21071"/>
                    <a:pt x="89455" y="20980"/>
                    <a:pt x="89607" y="20919"/>
                  </a:cubicBezTo>
                  <a:lnTo>
                    <a:pt x="90003" y="20919"/>
                  </a:lnTo>
                  <a:cubicBezTo>
                    <a:pt x="90246" y="20919"/>
                    <a:pt x="90519" y="20889"/>
                    <a:pt x="90762" y="20858"/>
                  </a:cubicBezTo>
                  <a:lnTo>
                    <a:pt x="90884" y="20828"/>
                  </a:lnTo>
                  <a:lnTo>
                    <a:pt x="91006" y="20828"/>
                  </a:lnTo>
                  <a:cubicBezTo>
                    <a:pt x="91158" y="20798"/>
                    <a:pt x="91917" y="20767"/>
                    <a:pt x="92161" y="20706"/>
                  </a:cubicBezTo>
                  <a:cubicBezTo>
                    <a:pt x="92373" y="20646"/>
                    <a:pt x="92617" y="20615"/>
                    <a:pt x="92829" y="20615"/>
                  </a:cubicBezTo>
                  <a:lnTo>
                    <a:pt x="92921" y="20585"/>
                  </a:lnTo>
                  <a:lnTo>
                    <a:pt x="93012" y="20524"/>
                  </a:lnTo>
                  <a:cubicBezTo>
                    <a:pt x="93133" y="20494"/>
                    <a:pt x="93225" y="20463"/>
                    <a:pt x="93346" y="20463"/>
                  </a:cubicBezTo>
                  <a:cubicBezTo>
                    <a:pt x="93437" y="20433"/>
                    <a:pt x="93498" y="20402"/>
                    <a:pt x="93589" y="20342"/>
                  </a:cubicBezTo>
                  <a:cubicBezTo>
                    <a:pt x="93620" y="20342"/>
                    <a:pt x="93680" y="20311"/>
                    <a:pt x="93741" y="20311"/>
                  </a:cubicBezTo>
                  <a:lnTo>
                    <a:pt x="93893" y="20342"/>
                  </a:lnTo>
                  <a:lnTo>
                    <a:pt x="93863" y="20281"/>
                  </a:lnTo>
                  <a:lnTo>
                    <a:pt x="93711" y="20068"/>
                  </a:lnTo>
                  <a:cubicBezTo>
                    <a:pt x="93589" y="19916"/>
                    <a:pt x="93468" y="19764"/>
                    <a:pt x="93407" y="19612"/>
                  </a:cubicBezTo>
                  <a:lnTo>
                    <a:pt x="93711" y="19430"/>
                  </a:lnTo>
                  <a:lnTo>
                    <a:pt x="93528" y="19187"/>
                  </a:lnTo>
                  <a:lnTo>
                    <a:pt x="93437" y="19095"/>
                  </a:lnTo>
                  <a:cubicBezTo>
                    <a:pt x="93468" y="19004"/>
                    <a:pt x="93528" y="18913"/>
                    <a:pt x="93559" y="18791"/>
                  </a:cubicBezTo>
                  <a:lnTo>
                    <a:pt x="93468" y="18731"/>
                  </a:lnTo>
                  <a:lnTo>
                    <a:pt x="93407" y="18670"/>
                  </a:lnTo>
                  <a:cubicBezTo>
                    <a:pt x="93407" y="18609"/>
                    <a:pt x="93346" y="18457"/>
                    <a:pt x="93346" y="18366"/>
                  </a:cubicBezTo>
                  <a:lnTo>
                    <a:pt x="93346" y="18305"/>
                  </a:lnTo>
                  <a:lnTo>
                    <a:pt x="93376" y="18153"/>
                  </a:lnTo>
                  <a:cubicBezTo>
                    <a:pt x="93255" y="18153"/>
                    <a:pt x="93376" y="18062"/>
                    <a:pt x="93437" y="17971"/>
                  </a:cubicBezTo>
                  <a:cubicBezTo>
                    <a:pt x="93528" y="17849"/>
                    <a:pt x="93620" y="17758"/>
                    <a:pt x="93711" y="17636"/>
                  </a:cubicBezTo>
                  <a:lnTo>
                    <a:pt x="93559" y="17576"/>
                  </a:lnTo>
                  <a:cubicBezTo>
                    <a:pt x="93316" y="17454"/>
                    <a:pt x="93285" y="17363"/>
                    <a:pt x="93437" y="17211"/>
                  </a:cubicBezTo>
                  <a:lnTo>
                    <a:pt x="93498" y="17150"/>
                  </a:lnTo>
                  <a:cubicBezTo>
                    <a:pt x="93498" y="17028"/>
                    <a:pt x="93437" y="16907"/>
                    <a:pt x="93346" y="16785"/>
                  </a:cubicBezTo>
                  <a:cubicBezTo>
                    <a:pt x="93285" y="16755"/>
                    <a:pt x="93255" y="16694"/>
                    <a:pt x="93285" y="16694"/>
                  </a:cubicBezTo>
                  <a:cubicBezTo>
                    <a:pt x="93285" y="16694"/>
                    <a:pt x="93316" y="16633"/>
                    <a:pt x="93346" y="16603"/>
                  </a:cubicBezTo>
                  <a:cubicBezTo>
                    <a:pt x="93376" y="16603"/>
                    <a:pt x="93376" y="16512"/>
                    <a:pt x="93407" y="16481"/>
                  </a:cubicBezTo>
                  <a:cubicBezTo>
                    <a:pt x="93498" y="16421"/>
                    <a:pt x="93589" y="16329"/>
                    <a:pt x="93680" y="16269"/>
                  </a:cubicBezTo>
                  <a:cubicBezTo>
                    <a:pt x="93741" y="16208"/>
                    <a:pt x="93741" y="16117"/>
                    <a:pt x="93711" y="16086"/>
                  </a:cubicBezTo>
                  <a:lnTo>
                    <a:pt x="93680" y="16086"/>
                  </a:lnTo>
                  <a:cubicBezTo>
                    <a:pt x="93559" y="16086"/>
                    <a:pt x="93468" y="16025"/>
                    <a:pt x="93437" y="15904"/>
                  </a:cubicBezTo>
                  <a:lnTo>
                    <a:pt x="93407" y="15813"/>
                  </a:lnTo>
                  <a:cubicBezTo>
                    <a:pt x="93437" y="15721"/>
                    <a:pt x="93528" y="15661"/>
                    <a:pt x="93620" y="15630"/>
                  </a:cubicBezTo>
                  <a:cubicBezTo>
                    <a:pt x="93680" y="15630"/>
                    <a:pt x="93802" y="15448"/>
                    <a:pt x="93832" y="15448"/>
                  </a:cubicBezTo>
                  <a:cubicBezTo>
                    <a:pt x="93893" y="15448"/>
                    <a:pt x="93924" y="15478"/>
                    <a:pt x="93954" y="15509"/>
                  </a:cubicBezTo>
                  <a:cubicBezTo>
                    <a:pt x="93960" y="15514"/>
                    <a:pt x="93973" y="15517"/>
                    <a:pt x="93992" y="15517"/>
                  </a:cubicBezTo>
                  <a:cubicBezTo>
                    <a:pt x="94072" y="15517"/>
                    <a:pt x="94245" y="15472"/>
                    <a:pt x="94319" y="15448"/>
                  </a:cubicBezTo>
                  <a:cubicBezTo>
                    <a:pt x="94380" y="15417"/>
                    <a:pt x="94319" y="15357"/>
                    <a:pt x="94258" y="15357"/>
                  </a:cubicBezTo>
                  <a:cubicBezTo>
                    <a:pt x="94238" y="15357"/>
                    <a:pt x="94109" y="15384"/>
                    <a:pt x="94026" y="15384"/>
                  </a:cubicBezTo>
                  <a:cubicBezTo>
                    <a:pt x="93984" y="15384"/>
                    <a:pt x="93954" y="15377"/>
                    <a:pt x="93954" y="15357"/>
                  </a:cubicBezTo>
                  <a:cubicBezTo>
                    <a:pt x="93984" y="15296"/>
                    <a:pt x="93954" y="15266"/>
                    <a:pt x="93924" y="15266"/>
                  </a:cubicBezTo>
                  <a:cubicBezTo>
                    <a:pt x="93899" y="15266"/>
                    <a:pt x="93797" y="15304"/>
                    <a:pt x="93726" y="15304"/>
                  </a:cubicBezTo>
                  <a:cubicBezTo>
                    <a:pt x="93708" y="15304"/>
                    <a:pt x="93693" y="15302"/>
                    <a:pt x="93680" y="15296"/>
                  </a:cubicBezTo>
                  <a:lnTo>
                    <a:pt x="93498" y="15174"/>
                  </a:lnTo>
                  <a:cubicBezTo>
                    <a:pt x="93468" y="15144"/>
                    <a:pt x="93650" y="15114"/>
                    <a:pt x="93711" y="15114"/>
                  </a:cubicBezTo>
                  <a:cubicBezTo>
                    <a:pt x="93756" y="15129"/>
                    <a:pt x="93802" y="15136"/>
                    <a:pt x="93848" y="15136"/>
                  </a:cubicBezTo>
                  <a:cubicBezTo>
                    <a:pt x="93893" y="15136"/>
                    <a:pt x="93939" y="15129"/>
                    <a:pt x="93984" y="15114"/>
                  </a:cubicBezTo>
                  <a:cubicBezTo>
                    <a:pt x="94076" y="15114"/>
                    <a:pt x="94167" y="15114"/>
                    <a:pt x="94258" y="15174"/>
                  </a:cubicBezTo>
                  <a:cubicBezTo>
                    <a:pt x="94263" y="15180"/>
                    <a:pt x="94268" y="15182"/>
                    <a:pt x="94271" y="15182"/>
                  </a:cubicBezTo>
                  <a:cubicBezTo>
                    <a:pt x="94287" y="15182"/>
                    <a:pt x="94283" y="15128"/>
                    <a:pt x="94258" y="15053"/>
                  </a:cubicBezTo>
                  <a:lnTo>
                    <a:pt x="94197" y="14992"/>
                  </a:lnTo>
                  <a:lnTo>
                    <a:pt x="94197" y="14962"/>
                  </a:lnTo>
                  <a:cubicBezTo>
                    <a:pt x="94197" y="14901"/>
                    <a:pt x="94440" y="14810"/>
                    <a:pt x="94501" y="14749"/>
                  </a:cubicBezTo>
                  <a:cubicBezTo>
                    <a:pt x="94562" y="14688"/>
                    <a:pt x="94471" y="14536"/>
                    <a:pt x="94440" y="14506"/>
                  </a:cubicBezTo>
                  <a:cubicBezTo>
                    <a:pt x="94410" y="14414"/>
                    <a:pt x="94410" y="14354"/>
                    <a:pt x="94440" y="14262"/>
                  </a:cubicBezTo>
                  <a:lnTo>
                    <a:pt x="94471" y="14171"/>
                  </a:lnTo>
                  <a:lnTo>
                    <a:pt x="94562" y="14019"/>
                  </a:lnTo>
                  <a:cubicBezTo>
                    <a:pt x="94380" y="13959"/>
                    <a:pt x="94349" y="13898"/>
                    <a:pt x="94562" y="13898"/>
                  </a:cubicBezTo>
                  <a:lnTo>
                    <a:pt x="94562" y="13959"/>
                  </a:lnTo>
                  <a:lnTo>
                    <a:pt x="94592" y="14019"/>
                  </a:lnTo>
                  <a:cubicBezTo>
                    <a:pt x="94615" y="14027"/>
                    <a:pt x="94636" y="14031"/>
                    <a:pt x="94655" y="14031"/>
                  </a:cubicBezTo>
                  <a:cubicBezTo>
                    <a:pt x="94712" y="14031"/>
                    <a:pt x="94752" y="13996"/>
                    <a:pt x="94775" y="13928"/>
                  </a:cubicBezTo>
                  <a:lnTo>
                    <a:pt x="94714" y="13898"/>
                  </a:lnTo>
                  <a:cubicBezTo>
                    <a:pt x="94714" y="13867"/>
                    <a:pt x="94775" y="13837"/>
                    <a:pt x="94775" y="13807"/>
                  </a:cubicBezTo>
                  <a:cubicBezTo>
                    <a:pt x="94835" y="13685"/>
                    <a:pt x="94775" y="13655"/>
                    <a:pt x="94653" y="13655"/>
                  </a:cubicBezTo>
                  <a:lnTo>
                    <a:pt x="94501" y="13655"/>
                  </a:lnTo>
                  <a:cubicBezTo>
                    <a:pt x="94471" y="13624"/>
                    <a:pt x="94440" y="13563"/>
                    <a:pt x="94471" y="13533"/>
                  </a:cubicBezTo>
                  <a:cubicBezTo>
                    <a:pt x="94532" y="13472"/>
                    <a:pt x="94562" y="13411"/>
                    <a:pt x="94623" y="13351"/>
                  </a:cubicBezTo>
                  <a:lnTo>
                    <a:pt x="94562" y="13259"/>
                  </a:lnTo>
                  <a:cubicBezTo>
                    <a:pt x="94482" y="13100"/>
                    <a:pt x="94356" y="13010"/>
                    <a:pt x="94265" y="13010"/>
                  </a:cubicBezTo>
                  <a:cubicBezTo>
                    <a:pt x="94252" y="13010"/>
                    <a:pt x="94239" y="13012"/>
                    <a:pt x="94228" y="13016"/>
                  </a:cubicBezTo>
                  <a:lnTo>
                    <a:pt x="94197" y="13016"/>
                  </a:lnTo>
                  <a:cubicBezTo>
                    <a:pt x="94194" y="13020"/>
                    <a:pt x="94190" y="13021"/>
                    <a:pt x="94185" y="13021"/>
                  </a:cubicBezTo>
                  <a:cubicBezTo>
                    <a:pt x="94148" y="13021"/>
                    <a:pt x="94072" y="12918"/>
                    <a:pt x="94045" y="12864"/>
                  </a:cubicBezTo>
                  <a:cubicBezTo>
                    <a:pt x="94015" y="12834"/>
                    <a:pt x="94167" y="12682"/>
                    <a:pt x="94228" y="12651"/>
                  </a:cubicBezTo>
                  <a:cubicBezTo>
                    <a:pt x="94288" y="12621"/>
                    <a:pt x="94076" y="12560"/>
                    <a:pt x="94015" y="12560"/>
                  </a:cubicBezTo>
                  <a:cubicBezTo>
                    <a:pt x="93954" y="12560"/>
                    <a:pt x="93984" y="12408"/>
                    <a:pt x="94015" y="12378"/>
                  </a:cubicBezTo>
                  <a:cubicBezTo>
                    <a:pt x="94045" y="12348"/>
                    <a:pt x="94076" y="12317"/>
                    <a:pt x="94136" y="12317"/>
                  </a:cubicBezTo>
                  <a:lnTo>
                    <a:pt x="94228" y="12348"/>
                  </a:lnTo>
                  <a:cubicBezTo>
                    <a:pt x="94263" y="12383"/>
                    <a:pt x="94309" y="12398"/>
                    <a:pt x="94360" y="12398"/>
                  </a:cubicBezTo>
                  <a:cubicBezTo>
                    <a:pt x="94395" y="12398"/>
                    <a:pt x="94433" y="12391"/>
                    <a:pt x="94471" y="12378"/>
                  </a:cubicBezTo>
                  <a:cubicBezTo>
                    <a:pt x="94471" y="12378"/>
                    <a:pt x="94410" y="12226"/>
                    <a:pt x="94349" y="12104"/>
                  </a:cubicBezTo>
                  <a:cubicBezTo>
                    <a:pt x="94319" y="11983"/>
                    <a:pt x="94197" y="11922"/>
                    <a:pt x="94076" y="11922"/>
                  </a:cubicBezTo>
                  <a:lnTo>
                    <a:pt x="94045" y="11861"/>
                  </a:lnTo>
                  <a:lnTo>
                    <a:pt x="93954" y="11740"/>
                  </a:lnTo>
                  <a:cubicBezTo>
                    <a:pt x="94076" y="11648"/>
                    <a:pt x="94106" y="11527"/>
                    <a:pt x="94045" y="11527"/>
                  </a:cubicBezTo>
                  <a:cubicBezTo>
                    <a:pt x="93954" y="11527"/>
                    <a:pt x="93863" y="11557"/>
                    <a:pt x="93772" y="11618"/>
                  </a:cubicBezTo>
                  <a:lnTo>
                    <a:pt x="93650" y="11496"/>
                  </a:lnTo>
                  <a:cubicBezTo>
                    <a:pt x="93650" y="11496"/>
                    <a:pt x="93620" y="11527"/>
                    <a:pt x="93620" y="11588"/>
                  </a:cubicBezTo>
                  <a:lnTo>
                    <a:pt x="93589" y="11618"/>
                  </a:lnTo>
                  <a:lnTo>
                    <a:pt x="93528" y="11709"/>
                  </a:lnTo>
                  <a:cubicBezTo>
                    <a:pt x="93476" y="11727"/>
                    <a:pt x="93423" y="11744"/>
                    <a:pt x="93365" y="11744"/>
                  </a:cubicBezTo>
                  <a:cubicBezTo>
                    <a:pt x="93322" y="11744"/>
                    <a:pt x="93276" y="11735"/>
                    <a:pt x="93225" y="11709"/>
                  </a:cubicBezTo>
                  <a:cubicBezTo>
                    <a:pt x="93194" y="11679"/>
                    <a:pt x="93255" y="11557"/>
                    <a:pt x="93407" y="11405"/>
                  </a:cubicBezTo>
                  <a:lnTo>
                    <a:pt x="93437" y="11284"/>
                  </a:lnTo>
                  <a:cubicBezTo>
                    <a:pt x="93437" y="11193"/>
                    <a:pt x="93346" y="11071"/>
                    <a:pt x="93285" y="10949"/>
                  </a:cubicBezTo>
                  <a:cubicBezTo>
                    <a:pt x="93288" y="10947"/>
                    <a:pt x="93292" y="10945"/>
                    <a:pt x="93298" y="10945"/>
                  </a:cubicBezTo>
                  <a:cubicBezTo>
                    <a:pt x="93352" y="10945"/>
                    <a:pt x="93534" y="11076"/>
                    <a:pt x="93589" y="11132"/>
                  </a:cubicBezTo>
                  <a:cubicBezTo>
                    <a:pt x="93635" y="11162"/>
                    <a:pt x="93688" y="11177"/>
                    <a:pt x="93741" y="11177"/>
                  </a:cubicBezTo>
                  <a:cubicBezTo>
                    <a:pt x="93794" y="11177"/>
                    <a:pt x="93848" y="11162"/>
                    <a:pt x="93893" y="11132"/>
                  </a:cubicBezTo>
                  <a:cubicBezTo>
                    <a:pt x="93984" y="11132"/>
                    <a:pt x="94076" y="11132"/>
                    <a:pt x="94167" y="11162"/>
                  </a:cubicBezTo>
                  <a:cubicBezTo>
                    <a:pt x="94181" y="11169"/>
                    <a:pt x="94194" y="11173"/>
                    <a:pt x="94204" y="11173"/>
                  </a:cubicBezTo>
                  <a:cubicBezTo>
                    <a:pt x="94239" y="11173"/>
                    <a:pt x="94251" y="11133"/>
                    <a:pt x="94228" y="11041"/>
                  </a:cubicBezTo>
                  <a:lnTo>
                    <a:pt x="94228" y="10980"/>
                  </a:lnTo>
                  <a:lnTo>
                    <a:pt x="94197" y="10858"/>
                  </a:lnTo>
                  <a:cubicBezTo>
                    <a:pt x="94076" y="10858"/>
                    <a:pt x="93954" y="10858"/>
                    <a:pt x="93832" y="10797"/>
                  </a:cubicBezTo>
                  <a:lnTo>
                    <a:pt x="93832" y="10767"/>
                  </a:lnTo>
                  <a:lnTo>
                    <a:pt x="93802" y="10615"/>
                  </a:lnTo>
                  <a:cubicBezTo>
                    <a:pt x="93775" y="10642"/>
                    <a:pt x="93735" y="10657"/>
                    <a:pt x="93697" y="10657"/>
                  </a:cubicBezTo>
                  <a:cubicBezTo>
                    <a:pt x="93650" y="10657"/>
                    <a:pt x="93606" y="10635"/>
                    <a:pt x="93589" y="10585"/>
                  </a:cubicBezTo>
                  <a:lnTo>
                    <a:pt x="93559" y="10585"/>
                  </a:lnTo>
                  <a:cubicBezTo>
                    <a:pt x="93376" y="10585"/>
                    <a:pt x="93437" y="10463"/>
                    <a:pt x="93376" y="10433"/>
                  </a:cubicBezTo>
                  <a:lnTo>
                    <a:pt x="93346" y="10402"/>
                  </a:lnTo>
                  <a:cubicBezTo>
                    <a:pt x="93285" y="10402"/>
                    <a:pt x="93012" y="10372"/>
                    <a:pt x="93012" y="10311"/>
                  </a:cubicBezTo>
                  <a:cubicBezTo>
                    <a:pt x="93012" y="10220"/>
                    <a:pt x="93042" y="10129"/>
                    <a:pt x="93073" y="10037"/>
                  </a:cubicBezTo>
                  <a:cubicBezTo>
                    <a:pt x="93076" y="10034"/>
                    <a:pt x="93082" y="10033"/>
                    <a:pt x="93089" y="10033"/>
                  </a:cubicBezTo>
                  <a:cubicBezTo>
                    <a:pt x="93149" y="10033"/>
                    <a:pt x="93326" y="10129"/>
                    <a:pt x="93407" y="10129"/>
                  </a:cubicBezTo>
                  <a:cubicBezTo>
                    <a:pt x="93620" y="10129"/>
                    <a:pt x="93802" y="10129"/>
                    <a:pt x="94015" y="10159"/>
                  </a:cubicBezTo>
                  <a:cubicBezTo>
                    <a:pt x="94159" y="10221"/>
                    <a:pt x="94317" y="10255"/>
                    <a:pt x="94480" y="10270"/>
                  </a:cubicBezTo>
                  <a:lnTo>
                    <a:pt x="94480" y="10270"/>
                  </a:lnTo>
                  <a:cubicBezTo>
                    <a:pt x="94414" y="10234"/>
                    <a:pt x="94361" y="10194"/>
                    <a:pt x="94349" y="10159"/>
                  </a:cubicBezTo>
                  <a:cubicBezTo>
                    <a:pt x="94334" y="10098"/>
                    <a:pt x="94334" y="10068"/>
                    <a:pt x="94345" y="10068"/>
                  </a:cubicBezTo>
                  <a:cubicBezTo>
                    <a:pt x="94357" y="10068"/>
                    <a:pt x="94380" y="10098"/>
                    <a:pt x="94410" y="10159"/>
                  </a:cubicBezTo>
                  <a:lnTo>
                    <a:pt x="94501" y="10189"/>
                  </a:lnTo>
                  <a:lnTo>
                    <a:pt x="94562" y="10220"/>
                  </a:lnTo>
                  <a:cubicBezTo>
                    <a:pt x="94668" y="10174"/>
                    <a:pt x="94737" y="10151"/>
                    <a:pt x="94771" y="10151"/>
                  </a:cubicBezTo>
                  <a:cubicBezTo>
                    <a:pt x="94805" y="10151"/>
                    <a:pt x="94805" y="10174"/>
                    <a:pt x="94775" y="10220"/>
                  </a:cubicBezTo>
                  <a:lnTo>
                    <a:pt x="94775" y="10271"/>
                  </a:lnTo>
                  <a:lnTo>
                    <a:pt x="94775" y="10271"/>
                  </a:lnTo>
                  <a:cubicBezTo>
                    <a:pt x="94883" y="10253"/>
                    <a:pt x="94990" y="10238"/>
                    <a:pt x="95090" y="10238"/>
                  </a:cubicBezTo>
                  <a:cubicBezTo>
                    <a:pt x="95139" y="10238"/>
                    <a:pt x="95186" y="10241"/>
                    <a:pt x="95231" y="10250"/>
                  </a:cubicBezTo>
                  <a:cubicBezTo>
                    <a:pt x="95322" y="10281"/>
                    <a:pt x="95413" y="10311"/>
                    <a:pt x="95504" y="10311"/>
                  </a:cubicBezTo>
                  <a:cubicBezTo>
                    <a:pt x="95530" y="10285"/>
                    <a:pt x="95553" y="10276"/>
                    <a:pt x="95576" y="10276"/>
                  </a:cubicBezTo>
                  <a:cubicBezTo>
                    <a:pt x="95623" y="10276"/>
                    <a:pt x="95666" y="10316"/>
                    <a:pt x="95717" y="10316"/>
                  </a:cubicBezTo>
                  <a:cubicBezTo>
                    <a:pt x="95727" y="10316"/>
                    <a:pt x="95737" y="10315"/>
                    <a:pt x="95747" y="10311"/>
                  </a:cubicBezTo>
                  <a:lnTo>
                    <a:pt x="95808" y="10281"/>
                  </a:lnTo>
                  <a:cubicBezTo>
                    <a:pt x="95869" y="10250"/>
                    <a:pt x="95778" y="10129"/>
                    <a:pt x="95747" y="10098"/>
                  </a:cubicBezTo>
                  <a:cubicBezTo>
                    <a:pt x="95717" y="10037"/>
                    <a:pt x="95626" y="9825"/>
                    <a:pt x="95717" y="9794"/>
                  </a:cubicBezTo>
                  <a:cubicBezTo>
                    <a:pt x="95808" y="9764"/>
                    <a:pt x="95717" y="9338"/>
                    <a:pt x="95656" y="9217"/>
                  </a:cubicBezTo>
                  <a:cubicBezTo>
                    <a:pt x="95595" y="9065"/>
                    <a:pt x="95565" y="8822"/>
                    <a:pt x="95656" y="8822"/>
                  </a:cubicBezTo>
                  <a:cubicBezTo>
                    <a:pt x="95778" y="8822"/>
                    <a:pt x="95899" y="8791"/>
                    <a:pt x="96021" y="8761"/>
                  </a:cubicBezTo>
                  <a:lnTo>
                    <a:pt x="96051" y="8639"/>
                  </a:lnTo>
                  <a:lnTo>
                    <a:pt x="96051" y="8578"/>
                  </a:lnTo>
                  <a:cubicBezTo>
                    <a:pt x="96051" y="8497"/>
                    <a:pt x="96105" y="8457"/>
                    <a:pt x="96186" y="8457"/>
                  </a:cubicBezTo>
                  <a:cubicBezTo>
                    <a:pt x="96227" y="8457"/>
                    <a:pt x="96274" y="8467"/>
                    <a:pt x="96325" y="8487"/>
                  </a:cubicBezTo>
                  <a:lnTo>
                    <a:pt x="96538" y="8487"/>
                  </a:lnTo>
                  <a:cubicBezTo>
                    <a:pt x="96659" y="8427"/>
                    <a:pt x="96659" y="8335"/>
                    <a:pt x="96538" y="8305"/>
                  </a:cubicBezTo>
                  <a:lnTo>
                    <a:pt x="96416" y="8244"/>
                  </a:lnTo>
                  <a:cubicBezTo>
                    <a:pt x="96386" y="8244"/>
                    <a:pt x="96355" y="8214"/>
                    <a:pt x="96355" y="8153"/>
                  </a:cubicBezTo>
                  <a:cubicBezTo>
                    <a:pt x="96386" y="8123"/>
                    <a:pt x="96416" y="8092"/>
                    <a:pt x="96446" y="8092"/>
                  </a:cubicBezTo>
                  <a:cubicBezTo>
                    <a:pt x="96468" y="8098"/>
                    <a:pt x="96489" y="8100"/>
                    <a:pt x="96508" y="8100"/>
                  </a:cubicBezTo>
                  <a:cubicBezTo>
                    <a:pt x="96600" y="8100"/>
                    <a:pt x="96675" y="8046"/>
                    <a:pt x="96750" y="7971"/>
                  </a:cubicBezTo>
                  <a:cubicBezTo>
                    <a:pt x="96781" y="7940"/>
                    <a:pt x="96781" y="7910"/>
                    <a:pt x="96750" y="7879"/>
                  </a:cubicBezTo>
                  <a:cubicBezTo>
                    <a:pt x="96690" y="7849"/>
                    <a:pt x="96659" y="7849"/>
                    <a:pt x="96598" y="7849"/>
                  </a:cubicBezTo>
                  <a:lnTo>
                    <a:pt x="96568" y="7849"/>
                  </a:lnTo>
                  <a:cubicBezTo>
                    <a:pt x="96564" y="7853"/>
                    <a:pt x="96560" y="7855"/>
                    <a:pt x="96555" y="7855"/>
                  </a:cubicBezTo>
                  <a:cubicBezTo>
                    <a:pt x="96523" y="7855"/>
                    <a:pt x="96477" y="7772"/>
                    <a:pt x="96477" y="7667"/>
                  </a:cubicBezTo>
                  <a:lnTo>
                    <a:pt x="96325" y="7575"/>
                  </a:lnTo>
                  <a:cubicBezTo>
                    <a:pt x="96234" y="7545"/>
                    <a:pt x="96234" y="7484"/>
                    <a:pt x="96173" y="7393"/>
                  </a:cubicBezTo>
                  <a:cubicBezTo>
                    <a:pt x="96120" y="7287"/>
                    <a:pt x="96182" y="7205"/>
                    <a:pt x="96299" y="7205"/>
                  </a:cubicBezTo>
                  <a:cubicBezTo>
                    <a:pt x="96316" y="7205"/>
                    <a:pt x="96335" y="7207"/>
                    <a:pt x="96355" y="7211"/>
                  </a:cubicBezTo>
                  <a:lnTo>
                    <a:pt x="96416" y="7211"/>
                  </a:lnTo>
                  <a:cubicBezTo>
                    <a:pt x="96446" y="7180"/>
                    <a:pt x="96234" y="6846"/>
                    <a:pt x="96112" y="6846"/>
                  </a:cubicBezTo>
                  <a:lnTo>
                    <a:pt x="95231" y="6846"/>
                  </a:lnTo>
                  <a:cubicBezTo>
                    <a:pt x="95109" y="6846"/>
                    <a:pt x="95048" y="6694"/>
                    <a:pt x="95048" y="6633"/>
                  </a:cubicBezTo>
                  <a:cubicBezTo>
                    <a:pt x="95048" y="6572"/>
                    <a:pt x="95291" y="6542"/>
                    <a:pt x="95383" y="6512"/>
                  </a:cubicBezTo>
                  <a:cubicBezTo>
                    <a:pt x="95443" y="6512"/>
                    <a:pt x="95383" y="6481"/>
                    <a:pt x="95200" y="6451"/>
                  </a:cubicBezTo>
                  <a:lnTo>
                    <a:pt x="95018" y="6451"/>
                  </a:lnTo>
                  <a:cubicBezTo>
                    <a:pt x="94835" y="6420"/>
                    <a:pt x="94714" y="6238"/>
                    <a:pt x="94775" y="6025"/>
                  </a:cubicBezTo>
                  <a:lnTo>
                    <a:pt x="94835" y="5904"/>
                  </a:lnTo>
                  <a:cubicBezTo>
                    <a:pt x="94835" y="5752"/>
                    <a:pt x="94714" y="5417"/>
                    <a:pt x="94744" y="5357"/>
                  </a:cubicBezTo>
                  <a:cubicBezTo>
                    <a:pt x="94775" y="5296"/>
                    <a:pt x="94714" y="5205"/>
                    <a:pt x="94592" y="5174"/>
                  </a:cubicBezTo>
                  <a:lnTo>
                    <a:pt x="94532" y="5113"/>
                  </a:lnTo>
                  <a:cubicBezTo>
                    <a:pt x="94519" y="5101"/>
                    <a:pt x="94507" y="5096"/>
                    <a:pt x="94496" y="5096"/>
                  </a:cubicBezTo>
                  <a:cubicBezTo>
                    <a:pt x="94446" y="5096"/>
                    <a:pt x="94404" y="5191"/>
                    <a:pt x="94357" y="5191"/>
                  </a:cubicBezTo>
                  <a:cubicBezTo>
                    <a:pt x="94335" y="5191"/>
                    <a:pt x="94313" y="5171"/>
                    <a:pt x="94288" y="5113"/>
                  </a:cubicBezTo>
                  <a:lnTo>
                    <a:pt x="94258" y="5053"/>
                  </a:lnTo>
                  <a:cubicBezTo>
                    <a:pt x="94197" y="4992"/>
                    <a:pt x="94106" y="4961"/>
                    <a:pt x="94015" y="4901"/>
                  </a:cubicBezTo>
                  <a:cubicBezTo>
                    <a:pt x="94106" y="4870"/>
                    <a:pt x="94228" y="4809"/>
                    <a:pt x="94349" y="4779"/>
                  </a:cubicBezTo>
                  <a:cubicBezTo>
                    <a:pt x="94440" y="4779"/>
                    <a:pt x="94410" y="4171"/>
                    <a:pt x="94319" y="3989"/>
                  </a:cubicBezTo>
                  <a:cubicBezTo>
                    <a:pt x="94246" y="3820"/>
                    <a:pt x="94403" y="3766"/>
                    <a:pt x="94532" y="3766"/>
                  </a:cubicBezTo>
                  <a:cubicBezTo>
                    <a:pt x="94566" y="3766"/>
                    <a:pt x="94598" y="3770"/>
                    <a:pt x="94623" y="3776"/>
                  </a:cubicBezTo>
                  <a:cubicBezTo>
                    <a:pt x="94657" y="3793"/>
                    <a:pt x="94686" y="3800"/>
                    <a:pt x="94710" y="3800"/>
                  </a:cubicBezTo>
                  <a:cubicBezTo>
                    <a:pt x="94774" y="3800"/>
                    <a:pt x="94805" y="3751"/>
                    <a:pt x="94805" y="3685"/>
                  </a:cubicBezTo>
                  <a:lnTo>
                    <a:pt x="94775" y="3624"/>
                  </a:lnTo>
                  <a:lnTo>
                    <a:pt x="94714" y="3563"/>
                  </a:lnTo>
                  <a:cubicBezTo>
                    <a:pt x="94623" y="3502"/>
                    <a:pt x="94562" y="3411"/>
                    <a:pt x="94532" y="3320"/>
                  </a:cubicBezTo>
                  <a:cubicBezTo>
                    <a:pt x="94562" y="3290"/>
                    <a:pt x="94471" y="3290"/>
                    <a:pt x="94380" y="3290"/>
                  </a:cubicBezTo>
                  <a:lnTo>
                    <a:pt x="94319" y="3290"/>
                  </a:lnTo>
                  <a:cubicBezTo>
                    <a:pt x="94288" y="3290"/>
                    <a:pt x="94288" y="3320"/>
                    <a:pt x="94288" y="3320"/>
                  </a:cubicBezTo>
                  <a:cubicBezTo>
                    <a:pt x="94268" y="3320"/>
                    <a:pt x="94234" y="3334"/>
                    <a:pt x="94214" y="3334"/>
                  </a:cubicBezTo>
                  <a:cubicBezTo>
                    <a:pt x="94204" y="3334"/>
                    <a:pt x="94197" y="3330"/>
                    <a:pt x="94197" y="3320"/>
                  </a:cubicBezTo>
                  <a:lnTo>
                    <a:pt x="94197" y="3259"/>
                  </a:lnTo>
                  <a:lnTo>
                    <a:pt x="94258" y="3198"/>
                  </a:lnTo>
                  <a:cubicBezTo>
                    <a:pt x="94349" y="3168"/>
                    <a:pt x="94410" y="3138"/>
                    <a:pt x="94410" y="3107"/>
                  </a:cubicBezTo>
                  <a:cubicBezTo>
                    <a:pt x="94410" y="3077"/>
                    <a:pt x="94380" y="3077"/>
                    <a:pt x="94349" y="3077"/>
                  </a:cubicBezTo>
                  <a:lnTo>
                    <a:pt x="94258" y="3077"/>
                  </a:lnTo>
                  <a:cubicBezTo>
                    <a:pt x="94197" y="2955"/>
                    <a:pt x="94136" y="2834"/>
                    <a:pt x="94136" y="2712"/>
                  </a:cubicBezTo>
                  <a:lnTo>
                    <a:pt x="94106" y="2560"/>
                  </a:lnTo>
                  <a:lnTo>
                    <a:pt x="94106" y="2469"/>
                  </a:lnTo>
                  <a:cubicBezTo>
                    <a:pt x="94106" y="2347"/>
                    <a:pt x="94136" y="2256"/>
                    <a:pt x="94197" y="2135"/>
                  </a:cubicBezTo>
                  <a:lnTo>
                    <a:pt x="94045" y="2104"/>
                  </a:lnTo>
                  <a:cubicBezTo>
                    <a:pt x="94076" y="2043"/>
                    <a:pt x="94045" y="1983"/>
                    <a:pt x="93984" y="1952"/>
                  </a:cubicBezTo>
                  <a:lnTo>
                    <a:pt x="93650" y="1800"/>
                  </a:lnTo>
                  <a:lnTo>
                    <a:pt x="93620" y="1739"/>
                  </a:lnTo>
                  <a:cubicBezTo>
                    <a:pt x="93589" y="1557"/>
                    <a:pt x="93346" y="1557"/>
                    <a:pt x="93316" y="1466"/>
                  </a:cubicBezTo>
                  <a:lnTo>
                    <a:pt x="93255" y="1314"/>
                  </a:lnTo>
                  <a:cubicBezTo>
                    <a:pt x="93042" y="1223"/>
                    <a:pt x="92769" y="1162"/>
                    <a:pt x="92525" y="1132"/>
                  </a:cubicBezTo>
                  <a:cubicBezTo>
                    <a:pt x="92509" y="1137"/>
                    <a:pt x="92492" y="1139"/>
                    <a:pt x="92475" y="1139"/>
                  </a:cubicBezTo>
                  <a:cubicBezTo>
                    <a:pt x="92393" y="1139"/>
                    <a:pt x="92302" y="1085"/>
                    <a:pt x="92252" y="1010"/>
                  </a:cubicBezTo>
                  <a:cubicBezTo>
                    <a:pt x="92252" y="980"/>
                    <a:pt x="92130" y="980"/>
                    <a:pt x="92100" y="980"/>
                  </a:cubicBezTo>
                  <a:cubicBezTo>
                    <a:pt x="92097" y="982"/>
                    <a:pt x="92092" y="984"/>
                    <a:pt x="92084" y="984"/>
                  </a:cubicBezTo>
                  <a:cubicBezTo>
                    <a:pt x="92010" y="984"/>
                    <a:pt x="91721" y="858"/>
                    <a:pt x="91583" y="858"/>
                  </a:cubicBezTo>
                  <a:lnTo>
                    <a:pt x="91249" y="858"/>
                  </a:lnTo>
                  <a:cubicBezTo>
                    <a:pt x="91203" y="881"/>
                    <a:pt x="91051" y="939"/>
                    <a:pt x="90981" y="939"/>
                  </a:cubicBezTo>
                  <a:cubicBezTo>
                    <a:pt x="90959" y="939"/>
                    <a:pt x="90945" y="933"/>
                    <a:pt x="90945" y="919"/>
                  </a:cubicBezTo>
                  <a:cubicBezTo>
                    <a:pt x="90963" y="864"/>
                    <a:pt x="90927" y="853"/>
                    <a:pt x="90888" y="853"/>
                  </a:cubicBezTo>
                  <a:cubicBezTo>
                    <a:pt x="90862" y="853"/>
                    <a:pt x="90835" y="858"/>
                    <a:pt x="90823" y="858"/>
                  </a:cubicBezTo>
                  <a:cubicBezTo>
                    <a:pt x="90811" y="864"/>
                    <a:pt x="90793" y="867"/>
                    <a:pt x="90771" y="867"/>
                  </a:cubicBezTo>
                  <a:cubicBezTo>
                    <a:pt x="90683" y="867"/>
                    <a:pt x="90538" y="828"/>
                    <a:pt x="90489" y="828"/>
                  </a:cubicBezTo>
                  <a:cubicBezTo>
                    <a:pt x="90307" y="828"/>
                    <a:pt x="90124" y="797"/>
                    <a:pt x="89942" y="767"/>
                  </a:cubicBezTo>
                  <a:cubicBezTo>
                    <a:pt x="89820" y="706"/>
                    <a:pt x="89607" y="645"/>
                    <a:pt x="89425" y="615"/>
                  </a:cubicBezTo>
                  <a:lnTo>
                    <a:pt x="89334" y="463"/>
                  </a:lnTo>
                  <a:cubicBezTo>
                    <a:pt x="89334" y="402"/>
                    <a:pt x="89151" y="372"/>
                    <a:pt x="89121" y="372"/>
                  </a:cubicBezTo>
                  <a:cubicBezTo>
                    <a:pt x="89060" y="372"/>
                    <a:pt x="88969" y="432"/>
                    <a:pt x="88939" y="432"/>
                  </a:cubicBezTo>
                  <a:cubicBezTo>
                    <a:pt x="88787" y="402"/>
                    <a:pt x="89000" y="341"/>
                    <a:pt x="88939" y="311"/>
                  </a:cubicBezTo>
                  <a:cubicBezTo>
                    <a:pt x="88834" y="258"/>
                    <a:pt x="88683" y="183"/>
                    <a:pt x="88586" y="183"/>
                  </a:cubicBezTo>
                  <a:cubicBezTo>
                    <a:pt x="88570" y="183"/>
                    <a:pt x="88556" y="185"/>
                    <a:pt x="88544" y="189"/>
                  </a:cubicBezTo>
                  <a:cubicBezTo>
                    <a:pt x="88483" y="220"/>
                    <a:pt x="88422" y="235"/>
                    <a:pt x="88361" y="235"/>
                  </a:cubicBezTo>
                  <a:cubicBezTo>
                    <a:pt x="88300" y="235"/>
                    <a:pt x="88240" y="220"/>
                    <a:pt x="88179" y="189"/>
                  </a:cubicBezTo>
                  <a:cubicBezTo>
                    <a:pt x="88036" y="118"/>
                    <a:pt x="87894" y="89"/>
                    <a:pt x="87751" y="89"/>
                  </a:cubicBezTo>
                  <a:cubicBezTo>
                    <a:pt x="87651" y="89"/>
                    <a:pt x="87550" y="103"/>
                    <a:pt x="87449" y="129"/>
                  </a:cubicBezTo>
                  <a:lnTo>
                    <a:pt x="87237" y="189"/>
                  </a:lnTo>
                  <a:cubicBezTo>
                    <a:pt x="87202" y="155"/>
                    <a:pt x="87168" y="138"/>
                    <a:pt x="87137" y="138"/>
                  </a:cubicBezTo>
                  <a:cubicBezTo>
                    <a:pt x="87086" y="138"/>
                    <a:pt x="87043" y="186"/>
                    <a:pt x="87024" y="280"/>
                  </a:cubicBezTo>
                  <a:lnTo>
                    <a:pt x="86811" y="159"/>
                  </a:lnTo>
                  <a:lnTo>
                    <a:pt x="86689" y="68"/>
                  </a:lnTo>
                  <a:cubicBezTo>
                    <a:pt x="86641" y="60"/>
                    <a:pt x="86592" y="56"/>
                    <a:pt x="86543" y="56"/>
                  </a:cubicBezTo>
                  <a:cubicBezTo>
                    <a:pt x="86411" y="56"/>
                    <a:pt x="86284" y="84"/>
                    <a:pt x="86173" y="129"/>
                  </a:cubicBezTo>
                  <a:cubicBezTo>
                    <a:pt x="86173" y="144"/>
                    <a:pt x="86112" y="151"/>
                    <a:pt x="86044" y="151"/>
                  </a:cubicBezTo>
                  <a:cubicBezTo>
                    <a:pt x="85975" y="151"/>
                    <a:pt x="85899" y="144"/>
                    <a:pt x="85869" y="129"/>
                  </a:cubicBezTo>
                  <a:cubicBezTo>
                    <a:pt x="85778" y="68"/>
                    <a:pt x="85686" y="68"/>
                    <a:pt x="85595" y="68"/>
                  </a:cubicBezTo>
                  <a:cubicBezTo>
                    <a:pt x="85555" y="68"/>
                    <a:pt x="85433" y="41"/>
                    <a:pt x="85375" y="41"/>
                  </a:cubicBezTo>
                  <a:cubicBezTo>
                    <a:pt x="85345" y="41"/>
                    <a:pt x="85332" y="47"/>
                    <a:pt x="85352" y="68"/>
                  </a:cubicBezTo>
                  <a:cubicBezTo>
                    <a:pt x="85364" y="104"/>
                    <a:pt x="85343" y="116"/>
                    <a:pt x="85310" y="116"/>
                  </a:cubicBezTo>
                  <a:cubicBezTo>
                    <a:pt x="85258" y="116"/>
                    <a:pt x="85176" y="86"/>
                    <a:pt x="85139" y="68"/>
                  </a:cubicBezTo>
                  <a:cubicBezTo>
                    <a:pt x="85087" y="68"/>
                    <a:pt x="84923" y="1"/>
                    <a:pt x="84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9"/>
            <p:cNvSpPr/>
            <p:nvPr/>
          </p:nvSpPr>
          <p:spPr>
            <a:xfrm rot="-5400000">
              <a:off x="7173245" y="2665467"/>
              <a:ext cx="2419525" cy="550500"/>
            </a:xfrm>
            <a:custGeom>
              <a:rect b="b" l="l" r="r" t="t"/>
              <a:pathLst>
                <a:path extrusionOk="0" h="22020" w="96781">
                  <a:moveTo>
                    <a:pt x="92586" y="9703"/>
                  </a:moveTo>
                  <a:cubicBezTo>
                    <a:pt x="92677" y="9825"/>
                    <a:pt x="92860" y="10098"/>
                    <a:pt x="92890" y="10189"/>
                  </a:cubicBezTo>
                  <a:cubicBezTo>
                    <a:pt x="92935" y="10234"/>
                    <a:pt x="92914" y="10262"/>
                    <a:pt x="92864" y="10262"/>
                  </a:cubicBezTo>
                  <a:cubicBezTo>
                    <a:pt x="92846" y="10262"/>
                    <a:pt x="92823" y="10258"/>
                    <a:pt x="92799" y="10250"/>
                  </a:cubicBezTo>
                  <a:cubicBezTo>
                    <a:pt x="92723" y="10225"/>
                    <a:pt x="92454" y="10071"/>
                    <a:pt x="92315" y="10004"/>
                  </a:cubicBezTo>
                  <a:lnTo>
                    <a:pt x="92315" y="10004"/>
                  </a:lnTo>
                  <a:lnTo>
                    <a:pt x="92434" y="9885"/>
                  </a:lnTo>
                  <a:lnTo>
                    <a:pt x="92586" y="9703"/>
                  </a:lnTo>
                  <a:close/>
                  <a:moveTo>
                    <a:pt x="94480" y="10270"/>
                  </a:moveTo>
                  <a:cubicBezTo>
                    <a:pt x="94584" y="10326"/>
                    <a:pt x="94719" y="10372"/>
                    <a:pt x="94775" y="10372"/>
                  </a:cubicBezTo>
                  <a:lnTo>
                    <a:pt x="94775" y="10281"/>
                  </a:lnTo>
                  <a:lnTo>
                    <a:pt x="94775" y="10271"/>
                  </a:lnTo>
                  <a:lnTo>
                    <a:pt x="94775" y="10271"/>
                  </a:lnTo>
                  <a:cubicBezTo>
                    <a:pt x="94754" y="10274"/>
                    <a:pt x="94734" y="10277"/>
                    <a:pt x="94714" y="10281"/>
                  </a:cubicBezTo>
                  <a:cubicBezTo>
                    <a:pt x="94636" y="10281"/>
                    <a:pt x="94557" y="10277"/>
                    <a:pt x="94480" y="10270"/>
                  </a:cubicBezTo>
                  <a:close/>
                  <a:moveTo>
                    <a:pt x="2716" y="13949"/>
                  </a:moveTo>
                  <a:cubicBezTo>
                    <a:pt x="2736" y="13949"/>
                    <a:pt x="2754" y="13964"/>
                    <a:pt x="2767" y="13989"/>
                  </a:cubicBezTo>
                  <a:lnTo>
                    <a:pt x="2767" y="14050"/>
                  </a:lnTo>
                  <a:cubicBezTo>
                    <a:pt x="2736" y="14141"/>
                    <a:pt x="2797" y="14232"/>
                    <a:pt x="2949" y="14232"/>
                  </a:cubicBezTo>
                  <a:cubicBezTo>
                    <a:pt x="2949" y="14293"/>
                    <a:pt x="2919" y="14323"/>
                    <a:pt x="2828" y="14323"/>
                  </a:cubicBezTo>
                  <a:cubicBezTo>
                    <a:pt x="2767" y="14323"/>
                    <a:pt x="2554" y="14141"/>
                    <a:pt x="2615" y="14050"/>
                  </a:cubicBezTo>
                  <a:cubicBezTo>
                    <a:pt x="2651" y="13978"/>
                    <a:pt x="2686" y="13949"/>
                    <a:pt x="2716" y="13949"/>
                  </a:cubicBezTo>
                  <a:close/>
                  <a:moveTo>
                    <a:pt x="1259" y="15985"/>
                  </a:moveTo>
                  <a:cubicBezTo>
                    <a:pt x="1298" y="15985"/>
                    <a:pt x="1318" y="16025"/>
                    <a:pt x="1338" y="16025"/>
                  </a:cubicBezTo>
                  <a:lnTo>
                    <a:pt x="1399" y="16056"/>
                  </a:lnTo>
                  <a:cubicBezTo>
                    <a:pt x="1460" y="16086"/>
                    <a:pt x="1521" y="16117"/>
                    <a:pt x="1521" y="16147"/>
                  </a:cubicBezTo>
                  <a:lnTo>
                    <a:pt x="1521" y="16177"/>
                  </a:lnTo>
                  <a:cubicBezTo>
                    <a:pt x="1460" y="16238"/>
                    <a:pt x="1399" y="16390"/>
                    <a:pt x="1308" y="16390"/>
                  </a:cubicBezTo>
                  <a:cubicBezTo>
                    <a:pt x="1126" y="16390"/>
                    <a:pt x="1308" y="16238"/>
                    <a:pt x="1186" y="16177"/>
                  </a:cubicBezTo>
                  <a:cubicBezTo>
                    <a:pt x="1095" y="16086"/>
                    <a:pt x="1126" y="16086"/>
                    <a:pt x="1186" y="16025"/>
                  </a:cubicBezTo>
                  <a:cubicBezTo>
                    <a:pt x="1217" y="15995"/>
                    <a:pt x="1240" y="15985"/>
                    <a:pt x="1259" y="15985"/>
                  </a:cubicBezTo>
                  <a:close/>
                  <a:moveTo>
                    <a:pt x="29837" y="20641"/>
                  </a:moveTo>
                  <a:cubicBezTo>
                    <a:pt x="29855" y="20641"/>
                    <a:pt x="29870" y="20642"/>
                    <a:pt x="29880" y="20646"/>
                  </a:cubicBezTo>
                  <a:cubicBezTo>
                    <a:pt x="29971" y="20646"/>
                    <a:pt x="30001" y="20737"/>
                    <a:pt x="29941" y="20798"/>
                  </a:cubicBezTo>
                  <a:lnTo>
                    <a:pt x="29880" y="20858"/>
                  </a:lnTo>
                  <a:cubicBezTo>
                    <a:pt x="29849" y="20889"/>
                    <a:pt x="29789" y="20889"/>
                    <a:pt x="29789" y="20889"/>
                  </a:cubicBezTo>
                  <a:lnTo>
                    <a:pt x="29667" y="20767"/>
                  </a:lnTo>
                  <a:cubicBezTo>
                    <a:pt x="29576" y="20798"/>
                    <a:pt x="29492" y="20813"/>
                    <a:pt x="29409" y="20813"/>
                  </a:cubicBezTo>
                  <a:cubicBezTo>
                    <a:pt x="29325" y="20813"/>
                    <a:pt x="29242" y="20798"/>
                    <a:pt x="29150" y="20767"/>
                  </a:cubicBezTo>
                  <a:cubicBezTo>
                    <a:pt x="29120" y="20737"/>
                    <a:pt x="29090" y="20676"/>
                    <a:pt x="29090" y="20676"/>
                  </a:cubicBezTo>
                  <a:cubicBezTo>
                    <a:pt x="29107" y="20667"/>
                    <a:pt x="29125" y="20663"/>
                    <a:pt x="29143" y="20663"/>
                  </a:cubicBezTo>
                  <a:cubicBezTo>
                    <a:pt x="29186" y="20663"/>
                    <a:pt x="29229" y="20685"/>
                    <a:pt x="29272" y="20706"/>
                  </a:cubicBezTo>
                  <a:lnTo>
                    <a:pt x="29302" y="20706"/>
                  </a:lnTo>
                  <a:cubicBezTo>
                    <a:pt x="29309" y="20710"/>
                    <a:pt x="29321" y="20711"/>
                    <a:pt x="29336" y="20711"/>
                  </a:cubicBezTo>
                  <a:cubicBezTo>
                    <a:pt x="29440" y="20711"/>
                    <a:pt x="29715" y="20641"/>
                    <a:pt x="29837" y="20641"/>
                  </a:cubicBezTo>
                  <a:close/>
                  <a:moveTo>
                    <a:pt x="25655" y="20767"/>
                  </a:moveTo>
                  <a:lnTo>
                    <a:pt x="25837" y="20919"/>
                  </a:lnTo>
                  <a:lnTo>
                    <a:pt x="25868" y="20919"/>
                  </a:lnTo>
                  <a:cubicBezTo>
                    <a:pt x="25891" y="20907"/>
                    <a:pt x="25912" y="20903"/>
                    <a:pt x="25931" y="20903"/>
                  </a:cubicBezTo>
                  <a:cubicBezTo>
                    <a:pt x="26010" y="20903"/>
                    <a:pt x="26050" y="20991"/>
                    <a:pt x="26050" y="21041"/>
                  </a:cubicBezTo>
                  <a:cubicBezTo>
                    <a:pt x="26050" y="21060"/>
                    <a:pt x="26032" y="21067"/>
                    <a:pt x="26006" y="21067"/>
                  </a:cubicBezTo>
                  <a:cubicBezTo>
                    <a:pt x="25949" y="21067"/>
                    <a:pt x="25849" y="21031"/>
                    <a:pt x="25807" y="21010"/>
                  </a:cubicBezTo>
                  <a:cubicBezTo>
                    <a:pt x="25685" y="20949"/>
                    <a:pt x="25564" y="20889"/>
                    <a:pt x="25442" y="20858"/>
                  </a:cubicBezTo>
                  <a:cubicBezTo>
                    <a:pt x="25351" y="20858"/>
                    <a:pt x="25442" y="20798"/>
                    <a:pt x="25655" y="20767"/>
                  </a:cubicBezTo>
                  <a:close/>
                  <a:moveTo>
                    <a:pt x="26719" y="20767"/>
                  </a:moveTo>
                  <a:cubicBezTo>
                    <a:pt x="26840" y="20798"/>
                    <a:pt x="26962" y="20798"/>
                    <a:pt x="27114" y="20798"/>
                  </a:cubicBezTo>
                  <a:cubicBezTo>
                    <a:pt x="27154" y="20798"/>
                    <a:pt x="27289" y="20770"/>
                    <a:pt x="27384" y="20770"/>
                  </a:cubicBezTo>
                  <a:cubicBezTo>
                    <a:pt x="27431" y="20770"/>
                    <a:pt x="27468" y="20777"/>
                    <a:pt x="27479" y="20798"/>
                  </a:cubicBezTo>
                  <a:cubicBezTo>
                    <a:pt x="27539" y="20858"/>
                    <a:pt x="27235" y="20889"/>
                    <a:pt x="27144" y="20889"/>
                  </a:cubicBezTo>
                  <a:cubicBezTo>
                    <a:pt x="26992" y="20889"/>
                    <a:pt x="26840" y="20919"/>
                    <a:pt x="26719" y="20949"/>
                  </a:cubicBezTo>
                  <a:cubicBezTo>
                    <a:pt x="26672" y="20973"/>
                    <a:pt x="26515" y="21069"/>
                    <a:pt x="26433" y="21069"/>
                  </a:cubicBezTo>
                  <a:cubicBezTo>
                    <a:pt x="26409" y="21069"/>
                    <a:pt x="26391" y="21061"/>
                    <a:pt x="26384" y="21041"/>
                  </a:cubicBezTo>
                  <a:cubicBezTo>
                    <a:pt x="26324" y="20980"/>
                    <a:pt x="26384" y="20919"/>
                    <a:pt x="26506" y="20858"/>
                  </a:cubicBezTo>
                  <a:lnTo>
                    <a:pt x="26628" y="20798"/>
                  </a:lnTo>
                  <a:lnTo>
                    <a:pt x="26719" y="20767"/>
                  </a:lnTo>
                  <a:close/>
                  <a:moveTo>
                    <a:pt x="65615" y="20786"/>
                  </a:moveTo>
                  <a:cubicBezTo>
                    <a:pt x="65633" y="20786"/>
                    <a:pt x="65648" y="20790"/>
                    <a:pt x="65656" y="20798"/>
                  </a:cubicBezTo>
                  <a:cubicBezTo>
                    <a:pt x="65716" y="20858"/>
                    <a:pt x="65777" y="20949"/>
                    <a:pt x="65868" y="21010"/>
                  </a:cubicBezTo>
                  <a:cubicBezTo>
                    <a:pt x="65899" y="21041"/>
                    <a:pt x="65899" y="21101"/>
                    <a:pt x="65838" y="21101"/>
                  </a:cubicBezTo>
                  <a:lnTo>
                    <a:pt x="65838" y="21132"/>
                  </a:lnTo>
                  <a:cubicBezTo>
                    <a:pt x="65833" y="21135"/>
                    <a:pt x="65826" y="21136"/>
                    <a:pt x="65818" y="21136"/>
                  </a:cubicBezTo>
                  <a:cubicBezTo>
                    <a:pt x="65736" y="21136"/>
                    <a:pt x="65531" y="21000"/>
                    <a:pt x="65504" y="20889"/>
                  </a:cubicBezTo>
                  <a:cubicBezTo>
                    <a:pt x="65481" y="20820"/>
                    <a:pt x="65561" y="20786"/>
                    <a:pt x="65615" y="20786"/>
                  </a:cubicBezTo>
                  <a:close/>
                  <a:moveTo>
                    <a:pt x="48591" y="20907"/>
                  </a:moveTo>
                  <a:cubicBezTo>
                    <a:pt x="48616" y="20907"/>
                    <a:pt x="48640" y="20911"/>
                    <a:pt x="48664" y="20919"/>
                  </a:cubicBezTo>
                  <a:cubicBezTo>
                    <a:pt x="48816" y="20919"/>
                    <a:pt x="48847" y="21101"/>
                    <a:pt x="48756" y="21132"/>
                  </a:cubicBezTo>
                  <a:cubicBezTo>
                    <a:pt x="48677" y="21158"/>
                    <a:pt x="48531" y="21229"/>
                    <a:pt x="48453" y="21229"/>
                  </a:cubicBezTo>
                  <a:cubicBezTo>
                    <a:pt x="48441" y="21229"/>
                    <a:pt x="48430" y="21227"/>
                    <a:pt x="48421" y="21223"/>
                  </a:cubicBezTo>
                  <a:cubicBezTo>
                    <a:pt x="48391" y="21162"/>
                    <a:pt x="48391" y="21101"/>
                    <a:pt x="48421" y="21041"/>
                  </a:cubicBezTo>
                  <a:lnTo>
                    <a:pt x="48391" y="20980"/>
                  </a:lnTo>
                  <a:cubicBezTo>
                    <a:pt x="48458" y="20935"/>
                    <a:pt x="48524" y="20907"/>
                    <a:pt x="48591" y="20907"/>
                  </a:cubicBezTo>
                  <a:close/>
                  <a:moveTo>
                    <a:pt x="35017" y="21132"/>
                  </a:moveTo>
                  <a:lnTo>
                    <a:pt x="35017" y="21162"/>
                  </a:lnTo>
                  <a:cubicBezTo>
                    <a:pt x="35108" y="21193"/>
                    <a:pt x="35169" y="21253"/>
                    <a:pt x="35230" y="21345"/>
                  </a:cubicBezTo>
                  <a:lnTo>
                    <a:pt x="35321" y="21375"/>
                  </a:lnTo>
                  <a:lnTo>
                    <a:pt x="35412" y="21405"/>
                  </a:lnTo>
                  <a:cubicBezTo>
                    <a:pt x="35533" y="21405"/>
                    <a:pt x="35655" y="21436"/>
                    <a:pt x="35655" y="21527"/>
                  </a:cubicBezTo>
                  <a:lnTo>
                    <a:pt x="35655" y="21557"/>
                  </a:lnTo>
                  <a:lnTo>
                    <a:pt x="35625" y="21588"/>
                  </a:lnTo>
                  <a:cubicBezTo>
                    <a:pt x="35602" y="21593"/>
                    <a:pt x="35580" y="21596"/>
                    <a:pt x="35558" y="21596"/>
                  </a:cubicBezTo>
                  <a:cubicBezTo>
                    <a:pt x="35459" y="21596"/>
                    <a:pt x="35365" y="21546"/>
                    <a:pt x="35290" y="21497"/>
                  </a:cubicBezTo>
                  <a:lnTo>
                    <a:pt x="35169" y="21436"/>
                  </a:lnTo>
                  <a:lnTo>
                    <a:pt x="35047" y="21405"/>
                  </a:lnTo>
                  <a:cubicBezTo>
                    <a:pt x="34986" y="21253"/>
                    <a:pt x="34956" y="21132"/>
                    <a:pt x="35017" y="21132"/>
                  </a:cubicBezTo>
                  <a:close/>
                  <a:moveTo>
                    <a:pt x="28938" y="20737"/>
                  </a:moveTo>
                  <a:cubicBezTo>
                    <a:pt x="29029" y="20798"/>
                    <a:pt x="29120" y="20858"/>
                    <a:pt x="29181" y="20919"/>
                  </a:cubicBezTo>
                  <a:lnTo>
                    <a:pt x="29029" y="21041"/>
                  </a:lnTo>
                  <a:cubicBezTo>
                    <a:pt x="28968" y="21071"/>
                    <a:pt x="28968" y="21193"/>
                    <a:pt x="28907" y="21284"/>
                  </a:cubicBezTo>
                  <a:lnTo>
                    <a:pt x="28877" y="21314"/>
                  </a:lnTo>
                  <a:cubicBezTo>
                    <a:pt x="28786" y="21314"/>
                    <a:pt x="28694" y="21405"/>
                    <a:pt x="28664" y="21497"/>
                  </a:cubicBezTo>
                  <a:lnTo>
                    <a:pt x="28603" y="21588"/>
                  </a:lnTo>
                  <a:cubicBezTo>
                    <a:pt x="28603" y="21649"/>
                    <a:pt x="28512" y="21649"/>
                    <a:pt x="28482" y="21649"/>
                  </a:cubicBezTo>
                  <a:lnTo>
                    <a:pt x="28390" y="21649"/>
                  </a:lnTo>
                  <a:cubicBezTo>
                    <a:pt x="28299" y="21618"/>
                    <a:pt x="28208" y="21588"/>
                    <a:pt x="28147" y="21527"/>
                  </a:cubicBezTo>
                  <a:lnTo>
                    <a:pt x="28080" y="21527"/>
                  </a:lnTo>
                  <a:lnTo>
                    <a:pt x="28178" y="21405"/>
                  </a:lnTo>
                  <a:cubicBezTo>
                    <a:pt x="28238" y="21451"/>
                    <a:pt x="28284" y="21474"/>
                    <a:pt x="28326" y="21474"/>
                  </a:cubicBezTo>
                  <a:cubicBezTo>
                    <a:pt x="28368" y="21474"/>
                    <a:pt x="28406" y="21451"/>
                    <a:pt x="28451" y="21405"/>
                  </a:cubicBezTo>
                  <a:lnTo>
                    <a:pt x="28512" y="21314"/>
                  </a:lnTo>
                  <a:cubicBezTo>
                    <a:pt x="28634" y="21314"/>
                    <a:pt x="28725" y="21010"/>
                    <a:pt x="28725" y="20919"/>
                  </a:cubicBezTo>
                  <a:cubicBezTo>
                    <a:pt x="28725" y="20798"/>
                    <a:pt x="28877" y="20737"/>
                    <a:pt x="28938" y="20737"/>
                  </a:cubicBezTo>
                  <a:close/>
                  <a:moveTo>
                    <a:pt x="31919" y="21249"/>
                  </a:moveTo>
                  <a:cubicBezTo>
                    <a:pt x="31923" y="21249"/>
                    <a:pt x="31930" y="21279"/>
                    <a:pt x="31947" y="21345"/>
                  </a:cubicBezTo>
                  <a:cubicBezTo>
                    <a:pt x="31977" y="21436"/>
                    <a:pt x="32068" y="21618"/>
                    <a:pt x="31977" y="21649"/>
                  </a:cubicBezTo>
                  <a:cubicBezTo>
                    <a:pt x="31886" y="21649"/>
                    <a:pt x="31916" y="21405"/>
                    <a:pt x="31916" y="21314"/>
                  </a:cubicBezTo>
                  <a:cubicBezTo>
                    <a:pt x="31916" y="21272"/>
                    <a:pt x="31916" y="21249"/>
                    <a:pt x="31919" y="21249"/>
                  </a:cubicBezTo>
                  <a:close/>
                  <a:moveTo>
                    <a:pt x="84859" y="1"/>
                  </a:moveTo>
                  <a:cubicBezTo>
                    <a:pt x="84848" y="1"/>
                    <a:pt x="84840" y="3"/>
                    <a:pt x="84835" y="7"/>
                  </a:cubicBezTo>
                  <a:cubicBezTo>
                    <a:pt x="84805" y="37"/>
                    <a:pt x="84744" y="37"/>
                    <a:pt x="84714" y="37"/>
                  </a:cubicBezTo>
                  <a:cubicBezTo>
                    <a:pt x="84623" y="98"/>
                    <a:pt x="84562" y="129"/>
                    <a:pt x="84501" y="189"/>
                  </a:cubicBezTo>
                  <a:lnTo>
                    <a:pt x="84319" y="129"/>
                  </a:lnTo>
                  <a:lnTo>
                    <a:pt x="84167" y="98"/>
                  </a:lnTo>
                  <a:cubicBezTo>
                    <a:pt x="84026" y="182"/>
                    <a:pt x="83808" y="345"/>
                    <a:pt x="83727" y="345"/>
                  </a:cubicBezTo>
                  <a:cubicBezTo>
                    <a:pt x="83721" y="345"/>
                    <a:pt x="83715" y="344"/>
                    <a:pt x="83711" y="341"/>
                  </a:cubicBezTo>
                  <a:cubicBezTo>
                    <a:pt x="83589" y="280"/>
                    <a:pt x="83467" y="280"/>
                    <a:pt x="83346" y="280"/>
                  </a:cubicBezTo>
                  <a:lnTo>
                    <a:pt x="83224" y="220"/>
                  </a:lnTo>
                  <a:lnTo>
                    <a:pt x="83194" y="220"/>
                  </a:lnTo>
                  <a:cubicBezTo>
                    <a:pt x="83185" y="224"/>
                    <a:pt x="83171" y="226"/>
                    <a:pt x="83153" y="226"/>
                  </a:cubicBezTo>
                  <a:cubicBezTo>
                    <a:pt x="83042" y="226"/>
                    <a:pt x="82781" y="159"/>
                    <a:pt x="82677" y="159"/>
                  </a:cubicBezTo>
                  <a:cubicBezTo>
                    <a:pt x="82586" y="189"/>
                    <a:pt x="82495" y="189"/>
                    <a:pt x="82404" y="220"/>
                  </a:cubicBezTo>
                  <a:cubicBezTo>
                    <a:pt x="82404" y="250"/>
                    <a:pt x="82434" y="341"/>
                    <a:pt x="82464" y="402"/>
                  </a:cubicBezTo>
                  <a:cubicBezTo>
                    <a:pt x="82464" y="415"/>
                    <a:pt x="82444" y="422"/>
                    <a:pt x="82406" y="422"/>
                  </a:cubicBezTo>
                  <a:cubicBezTo>
                    <a:pt x="82353" y="422"/>
                    <a:pt x="82267" y="407"/>
                    <a:pt x="82160" y="372"/>
                  </a:cubicBezTo>
                  <a:lnTo>
                    <a:pt x="82130" y="372"/>
                  </a:lnTo>
                  <a:lnTo>
                    <a:pt x="82008" y="524"/>
                  </a:lnTo>
                  <a:cubicBezTo>
                    <a:pt x="81826" y="493"/>
                    <a:pt x="81644" y="493"/>
                    <a:pt x="81613" y="493"/>
                  </a:cubicBezTo>
                  <a:cubicBezTo>
                    <a:pt x="81553" y="463"/>
                    <a:pt x="81492" y="432"/>
                    <a:pt x="81431" y="372"/>
                  </a:cubicBezTo>
                  <a:lnTo>
                    <a:pt x="81340" y="372"/>
                  </a:lnTo>
                  <a:cubicBezTo>
                    <a:pt x="81238" y="372"/>
                    <a:pt x="81124" y="345"/>
                    <a:pt x="81040" y="345"/>
                  </a:cubicBezTo>
                  <a:cubicBezTo>
                    <a:pt x="80999" y="345"/>
                    <a:pt x="80965" y="351"/>
                    <a:pt x="80945" y="372"/>
                  </a:cubicBezTo>
                  <a:lnTo>
                    <a:pt x="80793" y="524"/>
                  </a:lnTo>
                  <a:cubicBezTo>
                    <a:pt x="80746" y="500"/>
                    <a:pt x="80713" y="491"/>
                    <a:pt x="80693" y="491"/>
                  </a:cubicBezTo>
                  <a:cubicBezTo>
                    <a:pt x="80661" y="491"/>
                    <a:pt x="80664" y="516"/>
                    <a:pt x="80701" y="554"/>
                  </a:cubicBezTo>
                  <a:cubicBezTo>
                    <a:pt x="80707" y="560"/>
                    <a:pt x="80702" y="562"/>
                    <a:pt x="80689" y="562"/>
                  </a:cubicBezTo>
                  <a:cubicBezTo>
                    <a:pt x="80635" y="562"/>
                    <a:pt x="80447" y="518"/>
                    <a:pt x="80398" y="493"/>
                  </a:cubicBezTo>
                  <a:lnTo>
                    <a:pt x="80276" y="402"/>
                  </a:lnTo>
                  <a:cubicBezTo>
                    <a:pt x="80276" y="402"/>
                    <a:pt x="80142" y="469"/>
                    <a:pt x="80046" y="469"/>
                  </a:cubicBezTo>
                  <a:cubicBezTo>
                    <a:pt x="80030" y="469"/>
                    <a:pt x="80015" y="467"/>
                    <a:pt x="80002" y="463"/>
                  </a:cubicBezTo>
                  <a:cubicBezTo>
                    <a:pt x="79942" y="463"/>
                    <a:pt x="79698" y="432"/>
                    <a:pt x="79638" y="432"/>
                  </a:cubicBezTo>
                  <a:cubicBezTo>
                    <a:pt x="79620" y="415"/>
                    <a:pt x="79532" y="397"/>
                    <a:pt x="79460" y="397"/>
                  </a:cubicBezTo>
                  <a:cubicBezTo>
                    <a:pt x="79407" y="397"/>
                    <a:pt x="79364" y="407"/>
                    <a:pt x="79364" y="432"/>
                  </a:cubicBezTo>
                  <a:cubicBezTo>
                    <a:pt x="79334" y="493"/>
                    <a:pt x="79182" y="554"/>
                    <a:pt x="78999" y="554"/>
                  </a:cubicBezTo>
                  <a:lnTo>
                    <a:pt x="78908" y="493"/>
                  </a:lnTo>
                  <a:lnTo>
                    <a:pt x="78726" y="372"/>
                  </a:lnTo>
                  <a:cubicBezTo>
                    <a:pt x="78574" y="402"/>
                    <a:pt x="78422" y="432"/>
                    <a:pt x="78270" y="432"/>
                  </a:cubicBezTo>
                  <a:lnTo>
                    <a:pt x="78239" y="463"/>
                  </a:lnTo>
                  <a:lnTo>
                    <a:pt x="78148" y="493"/>
                  </a:lnTo>
                  <a:cubicBezTo>
                    <a:pt x="78027" y="524"/>
                    <a:pt x="77935" y="524"/>
                    <a:pt x="77814" y="584"/>
                  </a:cubicBezTo>
                  <a:lnTo>
                    <a:pt x="77692" y="554"/>
                  </a:lnTo>
                  <a:lnTo>
                    <a:pt x="77571" y="524"/>
                  </a:lnTo>
                  <a:cubicBezTo>
                    <a:pt x="77419" y="524"/>
                    <a:pt x="77297" y="493"/>
                    <a:pt x="77176" y="432"/>
                  </a:cubicBezTo>
                  <a:cubicBezTo>
                    <a:pt x="77161" y="418"/>
                    <a:pt x="77139" y="412"/>
                    <a:pt x="77114" y="412"/>
                  </a:cubicBezTo>
                  <a:cubicBezTo>
                    <a:pt x="77034" y="412"/>
                    <a:pt x="76918" y="470"/>
                    <a:pt x="76872" y="493"/>
                  </a:cubicBezTo>
                  <a:cubicBezTo>
                    <a:pt x="76854" y="511"/>
                    <a:pt x="76833" y="518"/>
                    <a:pt x="76813" y="518"/>
                  </a:cubicBezTo>
                  <a:cubicBezTo>
                    <a:pt x="76763" y="518"/>
                    <a:pt x="76711" y="475"/>
                    <a:pt x="76689" y="432"/>
                  </a:cubicBezTo>
                  <a:cubicBezTo>
                    <a:pt x="76673" y="424"/>
                    <a:pt x="76654" y="421"/>
                    <a:pt x="76634" y="421"/>
                  </a:cubicBezTo>
                  <a:cubicBezTo>
                    <a:pt x="76577" y="421"/>
                    <a:pt x="76505" y="449"/>
                    <a:pt x="76416" y="493"/>
                  </a:cubicBezTo>
                  <a:lnTo>
                    <a:pt x="76264" y="493"/>
                  </a:lnTo>
                  <a:cubicBezTo>
                    <a:pt x="76112" y="493"/>
                    <a:pt x="75960" y="493"/>
                    <a:pt x="75808" y="524"/>
                  </a:cubicBezTo>
                  <a:lnTo>
                    <a:pt x="75686" y="554"/>
                  </a:lnTo>
                  <a:lnTo>
                    <a:pt x="75656" y="554"/>
                  </a:lnTo>
                  <a:cubicBezTo>
                    <a:pt x="75565" y="524"/>
                    <a:pt x="75473" y="524"/>
                    <a:pt x="75382" y="493"/>
                  </a:cubicBezTo>
                  <a:cubicBezTo>
                    <a:pt x="75356" y="502"/>
                    <a:pt x="75326" y="506"/>
                    <a:pt x="75296" y="506"/>
                  </a:cubicBezTo>
                  <a:cubicBezTo>
                    <a:pt x="75222" y="506"/>
                    <a:pt x="75143" y="484"/>
                    <a:pt x="75078" y="463"/>
                  </a:cubicBezTo>
                  <a:lnTo>
                    <a:pt x="75017" y="524"/>
                  </a:lnTo>
                  <a:cubicBezTo>
                    <a:pt x="74957" y="550"/>
                    <a:pt x="74907" y="561"/>
                    <a:pt x="74862" y="561"/>
                  </a:cubicBezTo>
                  <a:cubicBezTo>
                    <a:pt x="74751" y="561"/>
                    <a:pt x="74679" y="489"/>
                    <a:pt x="74592" y="402"/>
                  </a:cubicBezTo>
                  <a:cubicBezTo>
                    <a:pt x="74562" y="402"/>
                    <a:pt x="74501" y="524"/>
                    <a:pt x="74501" y="584"/>
                  </a:cubicBezTo>
                  <a:cubicBezTo>
                    <a:pt x="74501" y="600"/>
                    <a:pt x="74488" y="606"/>
                    <a:pt x="74468" y="606"/>
                  </a:cubicBezTo>
                  <a:cubicBezTo>
                    <a:pt x="74423" y="606"/>
                    <a:pt x="74340" y="578"/>
                    <a:pt x="74274" y="578"/>
                  </a:cubicBezTo>
                  <a:cubicBezTo>
                    <a:pt x="74257" y="578"/>
                    <a:pt x="74241" y="580"/>
                    <a:pt x="74227" y="584"/>
                  </a:cubicBezTo>
                  <a:cubicBezTo>
                    <a:pt x="74166" y="584"/>
                    <a:pt x="73893" y="676"/>
                    <a:pt x="73802" y="676"/>
                  </a:cubicBezTo>
                  <a:cubicBezTo>
                    <a:pt x="73761" y="684"/>
                    <a:pt x="73722" y="688"/>
                    <a:pt x="73685" y="688"/>
                  </a:cubicBezTo>
                  <a:cubicBezTo>
                    <a:pt x="73582" y="688"/>
                    <a:pt x="73487" y="659"/>
                    <a:pt x="73376" y="615"/>
                  </a:cubicBezTo>
                  <a:lnTo>
                    <a:pt x="73163" y="615"/>
                  </a:lnTo>
                  <a:cubicBezTo>
                    <a:pt x="73072" y="645"/>
                    <a:pt x="72981" y="706"/>
                    <a:pt x="72951" y="797"/>
                  </a:cubicBezTo>
                  <a:cubicBezTo>
                    <a:pt x="72951" y="800"/>
                    <a:pt x="72949" y="801"/>
                    <a:pt x="72947" y="801"/>
                  </a:cubicBezTo>
                  <a:cubicBezTo>
                    <a:pt x="72924" y="801"/>
                    <a:pt x="72796" y="676"/>
                    <a:pt x="72768" y="676"/>
                  </a:cubicBezTo>
                  <a:cubicBezTo>
                    <a:pt x="72586" y="736"/>
                    <a:pt x="72434" y="736"/>
                    <a:pt x="72251" y="736"/>
                  </a:cubicBezTo>
                  <a:cubicBezTo>
                    <a:pt x="72130" y="706"/>
                    <a:pt x="72008" y="706"/>
                    <a:pt x="71887" y="676"/>
                  </a:cubicBezTo>
                  <a:cubicBezTo>
                    <a:pt x="71826" y="706"/>
                    <a:pt x="71765" y="736"/>
                    <a:pt x="71704" y="736"/>
                  </a:cubicBezTo>
                  <a:cubicBezTo>
                    <a:pt x="71613" y="736"/>
                    <a:pt x="71522" y="706"/>
                    <a:pt x="71461" y="676"/>
                  </a:cubicBezTo>
                  <a:lnTo>
                    <a:pt x="71340" y="736"/>
                  </a:lnTo>
                  <a:lnTo>
                    <a:pt x="71248" y="797"/>
                  </a:lnTo>
                  <a:cubicBezTo>
                    <a:pt x="71096" y="828"/>
                    <a:pt x="70884" y="828"/>
                    <a:pt x="70792" y="828"/>
                  </a:cubicBezTo>
                  <a:lnTo>
                    <a:pt x="70701" y="828"/>
                  </a:lnTo>
                  <a:cubicBezTo>
                    <a:pt x="70689" y="792"/>
                    <a:pt x="70673" y="779"/>
                    <a:pt x="70655" y="779"/>
                  </a:cubicBezTo>
                  <a:cubicBezTo>
                    <a:pt x="70628" y="779"/>
                    <a:pt x="70598" y="809"/>
                    <a:pt x="70580" y="828"/>
                  </a:cubicBezTo>
                  <a:cubicBezTo>
                    <a:pt x="70580" y="831"/>
                    <a:pt x="70578" y="832"/>
                    <a:pt x="70575" y="832"/>
                  </a:cubicBezTo>
                  <a:cubicBezTo>
                    <a:pt x="70553" y="832"/>
                    <a:pt x="70451" y="736"/>
                    <a:pt x="70397" y="736"/>
                  </a:cubicBezTo>
                  <a:lnTo>
                    <a:pt x="69789" y="736"/>
                  </a:lnTo>
                  <a:cubicBezTo>
                    <a:pt x="69765" y="730"/>
                    <a:pt x="69736" y="728"/>
                    <a:pt x="69704" y="728"/>
                  </a:cubicBezTo>
                  <a:cubicBezTo>
                    <a:pt x="69578" y="728"/>
                    <a:pt x="69413" y="767"/>
                    <a:pt x="69364" y="767"/>
                  </a:cubicBezTo>
                  <a:cubicBezTo>
                    <a:pt x="69242" y="797"/>
                    <a:pt x="69090" y="797"/>
                    <a:pt x="68969" y="828"/>
                  </a:cubicBezTo>
                  <a:cubicBezTo>
                    <a:pt x="68908" y="843"/>
                    <a:pt x="68847" y="850"/>
                    <a:pt x="68783" y="850"/>
                  </a:cubicBezTo>
                  <a:cubicBezTo>
                    <a:pt x="68718" y="850"/>
                    <a:pt x="68650" y="843"/>
                    <a:pt x="68574" y="828"/>
                  </a:cubicBezTo>
                  <a:cubicBezTo>
                    <a:pt x="68532" y="807"/>
                    <a:pt x="68374" y="771"/>
                    <a:pt x="68280" y="771"/>
                  </a:cubicBezTo>
                  <a:cubicBezTo>
                    <a:pt x="68238" y="771"/>
                    <a:pt x="68209" y="778"/>
                    <a:pt x="68209" y="797"/>
                  </a:cubicBezTo>
                  <a:cubicBezTo>
                    <a:pt x="68178" y="888"/>
                    <a:pt x="68178" y="919"/>
                    <a:pt x="68148" y="919"/>
                  </a:cubicBezTo>
                  <a:lnTo>
                    <a:pt x="68118" y="919"/>
                  </a:lnTo>
                  <a:lnTo>
                    <a:pt x="67874" y="736"/>
                  </a:lnTo>
                  <a:cubicBezTo>
                    <a:pt x="67753" y="828"/>
                    <a:pt x="67601" y="888"/>
                    <a:pt x="67419" y="919"/>
                  </a:cubicBezTo>
                  <a:cubicBezTo>
                    <a:pt x="67419" y="838"/>
                    <a:pt x="67392" y="797"/>
                    <a:pt x="67328" y="797"/>
                  </a:cubicBezTo>
                  <a:cubicBezTo>
                    <a:pt x="67297" y="797"/>
                    <a:pt x="67256" y="807"/>
                    <a:pt x="67206" y="828"/>
                  </a:cubicBezTo>
                  <a:lnTo>
                    <a:pt x="67145" y="858"/>
                  </a:lnTo>
                  <a:cubicBezTo>
                    <a:pt x="67095" y="845"/>
                    <a:pt x="67044" y="838"/>
                    <a:pt x="66996" y="838"/>
                  </a:cubicBezTo>
                  <a:cubicBezTo>
                    <a:pt x="66928" y="838"/>
                    <a:pt x="66864" y="853"/>
                    <a:pt x="66811" y="888"/>
                  </a:cubicBezTo>
                  <a:lnTo>
                    <a:pt x="66689" y="888"/>
                  </a:lnTo>
                  <a:cubicBezTo>
                    <a:pt x="66537" y="888"/>
                    <a:pt x="66385" y="919"/>
                    <a:pt x="66203" y="919"/>
                  </a:cubicBezTo>
                  <a:lnTo>
                    <a:pt x="66051" y="919"/>
                  </a:lnTo>
                  <a:cubicBezTo>
                    <a:pt x="65868" y="919"/>
                    <a:pt x="65473" y="1071"/>
                    <a:pt x="65382" y="1071"/>
                  </a:cubicBezTo>
                  <a:cubicBezTo>
                    <a:pt x="65200" y="1040"/>
                    <a:pt x="65017" y="1010"/>
                    <a:pt x="64835" y="949"/>
                  </a:cubicBezTo>
                  <a:cubicBezTo>
                    <a:pt x="64819" y="944"/>
                    <a:pt x="64803" y="941"/>
                    <a:pt x="64787" y="941"/>
                  </a:cubicBezTo>
                  <a:cubicBezTo>
                    <a:pt x="64713" y="941"/>
                    <a:pt x="64647" y="996"/>
                    <a:pt x="64622" y="1071"/>
                  </a:cubicBezTo>
                  <a:cubicBezTo>
                    <a:pt x="64622" y="1076"/>
                    <a:pt x="64620" y="1079"/>
                    <a:pt x="64617" y="1079"/>
                  </a:cubicBezTo>
                  <a:cubicBezTo>
                    <a:pt x="64600" y="1079"/>
                    <a:pt x="64545" y="1024"/>
                    <a:pt x="64470" y="949"/>
                  </a:cubicBezTo>
                  <a:lnTo>
                    <a:pt x="64318" y="1040"/>
                  </a:lnTo>
                  <a:lnTo>
                    <a:pt x="64227" y="1071"/>
                  </a:lnTo>
                  <a:cubicBezTo>
                    <a:pt x="64105" y="1101"/>
                    <a:pt x="63984" y="1132"/>
                    <a:pt x="63862" y="1192"/>
                  </a:cubicBezTo>
                  <a:cubicBezTo>
                    <a:pt x="63741" y="1223"/>
                    <a:pt x="63589" y="1284"/>
                    <a:pt x="63467" y="1284"/>
                  </a:cubicBezTo>
                  <a:cubicBezTo>
                    <a:pt x="63389" y="1284"/>
                    <a:pt x="63177" y="1217"/>
                    <a:pt x="63079" y="1217"/>
                  </a:cubicBezTo>
                  <a:cubicBezTo>
                    <a:pt x="63063" y="1217"/>
                    <a:pt x="63050" y="1218"/>
                    <a:pt x="63042" y="1223"/>
                  </a:cubicBezTo>
                  <a:cubicBezTo>
                    <a:pt x="62890" y="1284"/>
                    <a:pt x="62738" y="1314"/>
                    <a:pt x="62586" y="1314"/>
                  </a:cubicBezTo>
                  <a:lnTo>
                    <a:pt x="62251" y="1405"/>
                  </a:lnTo>
                  <a:lnTo>
                    <a:pt x="62160" y="1314"/>
                  </a:lnTo>
                  <a:lnTo>
                    <a:pt x="62099" y="1253"/>
                  </a:lnTo>
                  <a:cubicBezTo>
                    <a:pt x="62008" y="1314"/>
                    <a:pt x="61978" y="1405"/>
                    <a:pt x="61947" y="1496"/>
                  </a:cubicBezTo>
                  <a:lnTo>
                    <a:pt x="61887" y="1405"/>
                  </a:lnTo>
                  <a:lnTo>
                    <a:pt x="61765" y="1284"/>
                  </a:lnTo>
                  <a:cubicBezTo>
                    <a:pt x="61641" y="1333"/>
                    <a:pt x="61517" y="1383"/>
                    <a:pt x="61393" y="1383"/>
                  </a:cubicBezTo>
                  <a:cubicBezTo>
                    <a:pt x="61365" y="1383"/>
                    <a:pt x="61337" y="1380"/>
                    <a:pt x="61309" y="1375"/>
                  </a:cubicBezTo>
                  <a:lnTo>
                    <a:pt x="59424" y="1375"/>
                  </a:lnTo>
                  <a:cubicBezTo>
                    <a:pt x="59303" y="1405"/>
                    <a:pt x="59607" y="1496"/>
                    <a:pt x="59394" y="1527"/>
                  </a:cubicBezTo>
                  <a:lnTo>
                    <a:pt x="59242" y="1588"/>
                  </a:lnTo>
                  <a:cubicBezTo>
                    <a:pt x="59203" y="1529"/>
                    <a:pt x="59138" y="1495"/>
                    <a:pt x="59073" y="1495"/>
                  </a:cubicBezTo>
                  <a:cubicBezTo>
                    <a:pt x="59037" y="1495"/>
                    <a:pt x="59001" y="1505"/>
                    <a:pt x="58969" y="1527"/>
                  </a:cubicBezTo>
                  <a:cubicBezTo>
                    <a:pt x="58944" y="1551"/>
                    <a:pt x="58780" y="1596"/>
                    <a:pt x="58702" y="1596"/>
                  </a:cubicBezTo>
                  <a:cubicBezTo>
                    <a:pt x="58684" y="1596"/>
                    <a:pt x="58670" y="1593"/>
                    <a:pt x="58665" y="1588"/>
                  </a:cubicBezTo>
                  <a:cubicBezTo>
                    <a:pt x="58543" y="1496"/>
                    <a:pt x="58452" y="1466"/>
                    <a:pt x="58300" y="1436"/>
                  </a:cubicBezTo>
                  <a:cubicBezTo>
                    <a:pt x="58231" y="1436"/>
                    <a:pt x="58026" y="1487"/>
                    <a:pt x="57902" y="1487"/>
                  </a:cubicBezTo>
                  <a:cubicBezTo>
                    <a:pt x="57861" y="1487"/>
                    <a:pt x="57829" y="1481"/>
                    <a:pt x="57814" y="1466"/>
                  </a:cubicBezTo>
                  <a:cubicBezTo>
                    <a:pt x="57789" y="1458"/>
                    <a:pt x="57767" y="1454"/>
                    <a:pt x="57747" y="1454"/>
                  </a:cubicBezTo>
                  <a:cubicBezTo>
                    <a:pt x="57692" y="1454"/>
                    <a:pt x="57653" y="1482"/>
                    <a:pt x="57631" y="1527"/>
                  </a:cubicBezTo>
                  <a:cubicBezTo>
                    <a:pt x="57622" y="1546"/>
                    <a:pt x="57606" y="1553"/>
                    <a:pt x="57589" y="1553"/>
                  </a:cubicBezTo>
                  <a:cubicBezTo>
                    <a:pt x="57550" y="1553"/>
                    <a:pt x="57500" y="1517"/>
                    <a:pt x="57479" y="1496"/>
                  </a:cubicBezTo>
                  <a:cubicBezTo>
                    <a:pt x="57388" y="1466"/>
                    <a:pt x="57297" y="1436"/>
                    <a:pt x="57206" y="1405"/>
                  </a:cubicBezTo>
                  <a:lnTo>
                    <a:pt x="57206" y="1557"/>
                  </a:lnTo>
                  <a:cubicBezTo>
                    <a:pt x="57203" y="1560"/>
                    <a:pt x="57198" y="1561"/>
                    <a:pt x="57191" y="1561"/>
                  </a:cubicBezTo>
                  <a:cubicBezTo>
                    <a:pt x="57128" y="1561"/>
                    <a:pt x="56911" y="1462"/>
                    <a:pt x="56787" y="1462"/>
                  </a:cubicBezTo>
                  <a:cubicBezTo>
                    <a:pt x="56774" y="1462"/>
                    <a:pt x="56761" y="1463"/>
                    <a:pt x="56750" y="1466"/>
                  </a:cubicBezTo>
                  <a:cubicBezTo>
                    <a:pt x="56727" y="1471"/>
                    <a:pt x="56706" y="1474"/>
                    <a:pt x="56686" y="1474"/>
                  </a:cubicBezTo>
                  <a:cubicBezTo>
                    <a:pt x="56599" y="1474"/>
                    <a:pt x="56542" y="1424"/>
                    <a:pt x="56567" y="1375"/>
                  </a:cubicBezTo>
                  <a:lnTo>
                    <a:pt x="56385" y="1314"/>
                  </a:lnTo>
                  <a:cubicBezTo>
                    <a:pt x="56362" y="1407"/>
                    <a:pt x="56303" y="1446"/>
                    <a:pt x="56249" y="1446"/>
                  </a:cubicBezTo>
                  <a:cubicBezTo>
                    <a:pt x="56233" y="1446"/>
                    <a:pt x="56217" y="1443"/>
                    <a:pt x="56203" y="1436"/>
                  </a:cubicBezTo>
                  <a:cubicBezTo>
                    <a:pt x="56194" y="1427"/>
                    <a:pt x="56177" y="1423"/>
                    <a:pt x="56157" y="1423"/>
                  </a:cubicBezTo>
                  <a:cubicBezTo>
                    <a:pt x="56109" y="1423"/>
                    <a:pt x="56042" y="1444"/>
                    <a:pt x="56020" y="1466"/>
                  </a:cubicBezTo>
                  <a:cubicBezTo>
                    <a:pt x="55977" y="1487"/>
                    <a:pt x="55934" y="1509"/>
                    <a:pt x="55902" y="1509"/>
                  </a:cubicBezTo>
                  <a:cubicBezTo>
                    <a:pt x="55889" y="1509"/>
                    <a:pt x="55877" y="1505"/>
                    <a:pt x="55868" y="1496"/>
                  </a:cubicBezTo>
                  <a:cubicBezTo>
                    <a:pt x="55807" y="1466"/>
                    <a:pt x="55747" y="1405"/>
                    <a:pt x="55747" y="1344"/>
                  </a:cubicBezTo>
                  <a:lnTo>
                    <a:pt x="55625" y="1375"/>
                  </a:lnTo>
                  <a:cubicBezTo>
                    <a:pt x="55595" y="1405"/>
                    <a:pt x="55686" y="1496"/>
                    <a:pt x="55686" y="1557"/>
                  </a:cubicBezTo>
                  <a:cubicBezTo>
                    <a:pt x="55655" y="1557"/>
                    <a:pt x="55534" y="1527"/>
                    <a:pt x="55473" y="1496"/>
                  </a:cubicBezTo>
                  <a:cubicBezTo>
                    <a:pt x="55468" y="1492"/>
                    <a:pt x="55459" y="1490"/>
                    <a:pt x="55446" y="1490"/>
                  </a:cubicBezTo>
                  <a:cubicBezTo>
                    <a:pt x="55396" y="1490"/>
                    <a:pt x="55293" y="1518"/>
                    <a:pt x="55217" y="1518"/>
                  </a:cubicBezTo>
                  <a:cubicBezTo>
                    <a:pt x="55183" y="1518"/>
                    <a:pt x="55155" y="1512"/>
                    <a:pt x="55139" y="1496"/>
                  </a:cubicBezTo>
                  <a:cubicBezTo>
                    <a:pt x="55108" y="1436"/>
                    <a:pt x="55017" y="1375"/>
                    <a:pt x="54956" y="1375"/>
                  </a:cubicBezTo>
                  <a:lnTo>
                    <a:pt x="54500" y="1405"/>
                  </a:lnTo>
                  <a:lnTo>
                    <a:pt x="54288" y="1436"/>
                  </a:lnTo>
                  <a:lnTo>
                    <a:pt x="54196" y="1436"/>
                  </a:lnTo>
                  <a:cubicBezTo>
                    <a:pt x="54075" y="1436"/>
                    <a:pt x="53862" y="1405"/>
                    <a:pt x="53710" y="1375"/>
                  </a:cubicBezTo>
                  <a:lnTo>
                    <a:pt x="53589" y="1405"/>
                  </a:lnTo>
                  <a:cubicBezTo>
                    <a:pt x="53570" y="1411"/>
                    <a:pt x="53552" y="1414"/>
                    <a:pt x="53534" y="1414"/>
                  </a:cubicBezTo>
                  <a:cubicBezTo>
                    <a:pt x="53461" y="1414"/>
                    <a:pt x="53388" y="1375"/>
                    <a:pt x="53315" y="1375"/>
                  </a:cubicBezTo>
                  <a:lnTo>
                    <a:pt x="53163" y="1405"/>
                  </a:lnTo>
                  <a:cubicBezTo>
                    <a:pt x="53141" y="1401"/>
                    <a:pt x="53115" y="1399"/>
                    <a:pt x="53088" y="1399"/>
                  </a:cubicBezTo>
                  <a:cubicBezTo>
                    <a:pt x="52954" y="1399"/>
                    <a:pt x="52771" y="1442"/>
                    <a:pt x="52668" y="1442"/>
                  </a:cubicBezTo>
                  <a:cubicBezTo>
                    <a:pt x="52647" y="1442"/>
                    <a:pt x="52629" y="1440"/>
                    <a:pt x="52616" y="1436"/>
                  </a:cubicBezTo>
                  <a:cubicBezTo>
                    <a:pt x="52555" y="1405"/>
                    <a:pt x="52464" y="1405"/>
                    <a:pt x="52373" y="1375"/>
                  </a:cubicBezTo>
                  <a:cubicBezTo>
                    <a:pt x="52312" y="1375"/>
                    <a:pt x="52221" y="1405"/>
                    <a:pt x="52130" y="1436"/>
                  </a:cubicBezTo>
                  <a:lnTo>
                    <a:pt x="52069" y="1436"/>
                  </a:lnTo>
                  <a:cubicBezTo>
                    <a:pt x="51993" y="1436"/>
                    <a:pt x="51893" y="1376"/>
                    <a:pt x="51807" y="1376"/>
                  </a:cubicBezTo>
                  <a:cubicBezTo>
                    <a:pt x="51755" y="1376"/>
                    <a:pt x="51708" y="1398"/>
                    <a:pt x="51674" y="1466"/>
                  </a:cubicBezTo>
                  <a:cubicBezTo>
                    <a:pt x="51582" y="1436"/>
                    <a:pt x="51552" y="1375"/>
                    <a:pt x="51491" y="1314"/>
                  </a:cubicBezTo>
                  <a:cubicBezTo>
                    <a:pt x="51482" y="1305"/>
                    <a:pt x="51463" y="1301"/>
                    <a:pt x="51439" y="1301"/>
                  </a:cubicBezTo>
                  <a:cubicBezTo>
                    <a:pt x="51382" y="1301"/>
                    <a:pt x="51300" y="1323"/>
                    <a:pt x="51278" y="1344"/>
                  </a:cubicBezTo>
                  <a:cubicBezTo>
                    <a:pt x="51248" y="1375"/>
                    <a:pt x="51180" y="1390"/>
                    <a:pt x="51119" y="1390"/>
                  </a:cubicBezTo>
                  <a:cubicBezTo>
                    <a:pt x="51058" y="1390"/>
                    <a:pt x="51005" y="1375"/>
                    <a:pt x="51005" y="1344"/>
                  </a:cubicBezTo>
                  <a:cubicBezTo>
                    <a:pt x="51005" y="1335"/>
                    <a:pt x="50997" y="1332"/>
                    <a:pt x="50985" y="1332"/>
                  </a:cubicBezTo>
                  <a:cubicBezTo>
                    <a:pt x="50957" y="1332"/>
                    <a:pt x="50905" y="1353"/>
                    <a:pt x="50883" y="1375"/>
                  </a:cubicBezTo>
                  <a:cubicBezTo>
                    <a:pt x="50867" y="1383"/>
                    <a:pt x="50851" y="1387"/>
                    <a:pt x="50834" y="1387"/>
                  </a:cubicBezTo>
                  <a:cubicBezTo>
                    <a:pt x="50790" y="1387"/>
                    <a:pt x="50745" y="1358"/>
                    <a:pt x="50701" y="1314"/>
                  </a:cubicBezTo>
                  <a:lnTo>
                    <a:pt x="50640" y="1284"/>
                  </a:lnTo>
                  <a:lnTo>
                    <a:pt x="50579" y="1253"/>
                  </a:lnTo>
                  <a:cubicBezTo>
                    <a:pt x="50488" y="1284"/>
                    <a:pt x="50427" y="1314"/>
                    <a:pt x="50367" y="1375"/>
                  </a:cubicBezTo>
                  <a:lnTo>
                    <a:pt x="50215" y="1344"/>
                  </a:lnTo>
                  <a:cubicBezTo>
                    <a:pt x="50154" y="1344"/>
                    <a:pt x="50032" y="1405"/>
                    <a:pt x="49971" y="1405"/>
                  </a:cubicBezTo>
                  <a:lnTo>
                    <a:pt x="49880" y="1405"/>
                  </a:lnTo>
                  <a:cubicBezTo>
                    <a:pt x="49864" y="1380"/>
                    <a:pt x="49838" y="1371"/>
                    <a:pt x="49810" y="1371"/>
                  </a:cubicBezTo>
                  <a:cubicBezTo>
                    <a:pt x="49734" y="1371"/>
                    <a:pt x="49637" y="1436"/>
                    <a:pt x="49637" y="1436"/>
                  </a:cubicBezTo>
                  <a:cubicBezTo>
                    <a:pt x="49637" y="1436"/>
                    <a:pt x="49428" y="1273"/>
                    <a:pt x="49294" y="1273"/>
                  </a:cubicBezTo>
                  <a:cubicBezTo>
                    <a:pt x="49275" y="1273"/>
                    <a:pt x="49257" y="1276"/>
                    <a:pt x="49242" y="1284"/>
                  </a:cubicBezTo>
                  <a:cubicBezTo>
                    <a:pt x="49060" y="1344"/>
                    <a:pt x="48908" y="1344"/>
                    <a:pt x="48725" y="1375"/>
                  </a:cubicBezTo>
                  <a:cubicBezTo>
                    <a:pt x="48719" y="1373"/>
                    <a:pt x="48712" y="1372"/>
                    <a:pt x="48703" y="1372"/>
                  </a:cubicBezTo>
                  <a:cubicBezTo>
                    <a:pt x="48598" y="1372"/>
                    <a:pt x="48321" y="1507"/>
                    <a:pt x="48175" y="1507"/>
                  </a:cubicBezTo>
                  <a:cubicBezTo>
                    <a:pt x="48152" y="1507"/>
                    <a:pt x="48133" y="1504"/>
                    <a:pt x="48117" y="1496"/>
                  </a:cubicBezTo>
                  <a:cubicBezTo>
                    <a:pt x="47945" y="1475"/>
                    <a:pt x="47773" y="1453"/>
                    <a:pt x="47612" y="1453"/>
                  </a:cubicBezTo>
                  <a:cubicBezTo>
                    <a:pt x="47545" y="1453"/>
                    <a:pt x="47480" y="1457"/>
                    <a:pt x="47418" y="1466"/>
                  </a:cubicBezTo>
                  <a:cubicBezTo>
                    <a:pt x="47327" y="1466"/>
                    <a:pt x="47236" y="1496"/>
                    <a:pt x="47145" y="1496"/>
                  </a:cubicBezTo>
                  <a:cubicBezTo>
                    <a:pt x="47053" y="1466"/>
                    <a:pt x="46962" y="1436"/>
                    <a:pt x="46871" y="1405"/>
                  </a:cubicBezTo>
                  <a:lnTo>
                    <a:pt x="46719" y="1436"/>
                  </a:lnTo>
                  <a:cubicBezTo>
                    <a:pt x="46537" y="1436"/>
                    <a:pt x="46324" y="1436"/>
                    <a:pt x="46142" y="1405"/>
                  </a:cubicBezTo>
                  <a:cubicBezTo>
                    <a:pt x="46126" y="1390"/>
                    <a:pt x="46111" y="1382"/>
                    <a:pt x="46096" y="1382"/>
                  </a:cubicBezTo>
                  <a:cubicBezTo>
                    <a:pt x="46081" y="1382"/>
                    <a:pt x="46066" y="1390"/>
                    <a:pt x="46050" y="1405"/>
                  </a:cubicBezTo>
                  <a:cubicBezTo>
                    <a:pt x="46050" y="1470"/>
                    <a:pt x="46034" y="1490"/>
                    <a:pt x="46008" y="1490"/>
                  </a:cubicBezTo>
                  <a:cubicBezTo>
                    <a:pt x="45973" y="1490"/>
                    <a:pt x="45920" y="1453"/>
                    <a:pt x="45868" y="1436"/>
                  </a:cubicBezTo>
                  <a:lnTo>
                    <a:pt x="45807" y="1405"/>
                  </a:lnTo>
                  <a:cubicBezTo>
                    <a:pt x="45772" y="1396"/>
                    <a:pt x="45739" y="1393"/>
                    <a:pt x="45707" y="1393"/>
                  </a:cubicBezTo>
                  <a:cubicBezTo>
                    <a:pt x="45632" y="1393"/>
                    <a:pt x="45568" y="1414"/>
                    <a:pt x="45503" y="1436"/>
                  </a:cubicBezTo>
                  <a:cubicBezTo>
                    <a:pt x="45458" y="1451"/>
                    <a:pt x="45412" y="1458"/>
                    <a:pt x="45366" y="1458"/>
                  </a:cubicBezTo>
                  <a:cubicBezTo>
                    <a:pt x="45321" y="1458"/>
                    <a:pt x="45275" y="1451"/>
                    <a:pt x="45230" y="1436"/>
                  </a:cubicBezTo>
                  <a:lnTo>
                    <a:pt x="44926" y="1436"/>
                  </a:lnTo>
                  <a:cubicBezTo>
                    <a:pt x="44743" y="1405"/>
                    <a:pt x="44561" y="1375"/>
                    <a:pt x="44379" y="1375"/>
                  </a:cubicBezTo>
                  <a:cubicBezTo>
                    <a:pt x="44348" y="1405"/>
                    <a:pt x="44166" y="1405"/>
                    <a:pt x="44135" y="1436"/>
                  </a:cubicBezTo>
                  <a:cubicBezTo>
                    <a:pt x="44075" y="1496"/>
                    <a:pt x="44014" y="1496"/>
                    <a:pt x="43953" y="1496"/>
                  </a:cubicBezTo>
                  <a:lnTo>
                    <a:pt x="43892" y="1496"/>
                  </a:lnTo>
                  <a:lnTo>
                    <a:pt x="43771" y="1466"/>
                  </a:lnTo>
                  <a:cubicBezTo>
                    <a:pt x="43680" y="1436"/>
                    <a:pt x="43596" y="1420"/>
                    <a:pt x="43516" y="1420"/>
                  </a:cubicBezTo>
                  <a:cubicBezTo>
                    <a:pt x="43436" y="1420"/>
                    <a:pt x="43360" y="1436"/>
                    <a:pt x="43284" y="1466"/>
                  </a:cubicBezTo>
                  <a:lnTo>
                    <a:pt x="43163" y="1375"/>
                  </a:lnTo>
                  <a:cubicBezTo>
                    <a:pt x="43163" y="1375"/>
                    <a:pt x="43072" y="1436"/>
                    <a:pt x="43041" y="1436"/>
                  </a:cubicBezTo>
                  <a:lnTo>
                    <a:pt x="42980" y="1436"/>
                  </a:lnTo>
                  <a:cubicBezTo>
                    <a:pt x="42945" y="1427"/>
                    <a:pt x="42912" y="1423"/>
                    <a:pt x="42881" y="1423"/>
                  </a:cubicBezTo>
                  <a:cubicBezTo>
                    <a:pt x="42805" y="1423"/>
                    <a:pt x="42741" y="1444"/>
                    <a:pt x="42676" y="1466"/>
                  </a:cubicBezTo>
                  <a:cubicBezTo>
                    <a:pt x="42646" y="1496"/>
                    <a:pt x="42616" y="1527"/>
                    <a:pt x="42585" y="1527"/>
                  </a:cubicBezTo>
                  <a:cubicBezTo>
                    <a:pt x="42585" y="1527"/>
                    <a:pt x="42494" y="1466"/>
                    <a:pt x="42464" y="1436"/>
                  </a:cubicBezTo>
                  <a:cubicBezTo>
                    <a:pt x="42459" y="1431"/>
                    <a:pt x="42451" y="1429"/>
                    <a:pt x="42439" y="1429"/>
                  </a:cubicBezTo>
                  <a:cubicBezTo>
                    <a:pt x="42367" y="1429"/>
                    <a:pt x="42177" y="1496"/>
                    <a:pt x="42099" y="1496"/>
                  </a:cubicBezTo>
                  <a:cubicBezTo>
                    <a:pt x="41917" y="1436"/>
                    <a:pt x="41765" y="1405"/>
                    <a:pt x="41582" y="1405"/>
                  </a:cubicBezTo>
                  <a:lnTo>
                    <a:pt x="41369" y="1436"/>
                  </a:lnTo>
                  <a:cubicBezTo>
                    <a:pt x="41347" y="1436"/>
                    <a:pt x="41213" y="1371"/>
                    <a:pt x="41141" y="1371"/>
                  </a:cubicBezTo>
                  <a:cubicBezTo>
                    <a:pt x="41114" y="1371"/>
                    <a:pt x="41096" y="1380"/>
                    <a:pt x="41096" y="1405"/>
                  </a:cubicBezTo>
                  <a:lnTo>
                    <a:pt x="41096" y="1344"/>
                  </a:lnTo>
                  <a:lnTo>
                    <a:pt x="40913" y="1405"/>
                  </a:lnTo>
                  <a:lnTo>
                    <a:pt x="40701" y="1527"/>
                  </a:lnTo>
                  <a:cubicBezTo>
                    <a:pt x="40731" y="1436"/>
                    <a:pt x="40670" y="1314"/>
                    <a:pt x="40579" y="1253"/>
                  </a:cubicBezTo>
                  <a:lnTo>
                    <a:pt x="40518" y="1314"/>
                  </a:lnTo>
                  <a:cubicBezTo>
                    <a:pt x="40385" y="1358"/>
                    <a:pt x="40251" y="1387"/>
                    <a:pt x="40118" y="1387"/>
                  </a:cubicBezTo>
                  <a:cubicBezTo>
                    <a:pt x="40069" y="1387"/>
                    <a:pt x="40020" y="1383"/>
                    <a:pt x="39971" y="1375"/>
                  </a:cubicBezTo>
                  <a:cubicBezTo>
                    <a:pt x="39941" y="1344"/>
                    <a:pt x="39880" y="1314"/>
                    <a:pt x="39819" y="1314"/>
                  </a:cubicBezTo>
                  <a:lnTo>
                    <a:pt x="39637" y="1466"/>
                  </a:lnTo>
                  <a:cubicBezTo>
                    <a:pt x="39546" y="1405"/>
                    <a:pt x="39485" y="1375"/>
                    <a:pt x="39394" y="1314"/>
                  </a:cubicBezTo>
                  <a:cubicBezTo>
                    <a:pt x="39394" y="1306"/>
                    <a:pt x="39387" y="1302"/>
                    <a:pt x="39376" y="1302"/>
                  </a:cubicBezTo>
                  <a:cubicBezTo>
                    <a:pt x="39345" y="1302"/>
                    <a:pt x="39278" y="1330"/>
                    <a:pt x="39211" y="1375"/>
                  </a:cubicBezTo>
                  <a:lnTo>
                    <a:pt x="39120" y="1405"/>
                  </a:lnTo>
                  <a:lnTo>
                    <a:pt x="38786" y="1314"/>
                  </a:lnTo>
                  <a:lnTo>
                    <a:pt x="38695" y="1253"/>
                  </a:lnTo>
                  <a:cubicBezTo>
                    <a:pt x="38573" y="1284"/>
                    <a:pt x="38451" y="1314"/>
                    <a:pt x="38360" y="1375"/>
                  </a:cubicBezTo>
                  <a:cubicBezTo>
                    <a:pt x="38354" y="1381"/>
                    <a:pt x="38348" y="1383"/>
                    <a:pt x="38340" y="1383"/>
                  </a:cubicBezTo>
                  <a:cubicBezTo>
                    <a:pt x="38308" y="1383"/>
                    <a:pt x="38263" y="1339"/>
                    <a:pt x="38239" y="1314"/>
                  </a:cubicBezTo>
                  <a:cubicBezTo>
                    <a:pt x="38239" y="1304"/>
                    <a:pt x="38222" y="1300"/>
                    <a:pt x="38197" y="1300"/>
                  </a:cubicBezTo>
                  <a:cubicBezTo>
                    <a:pt x="38147" y="1300"/>
                    <a:pt x="38066" y="1314"/>
                    <a:pt x="38026" y="1314"/>
                  </a:cubicBezTo>
                  <a:cubicBezTo>
                    <a:pt x="37980" y="1299"/>
                    <a:pt x="37927" y="1291"/>
                    <a:pt x="37874" y="1291"/>
                  </a:cubicBezTo>
                  <a:cubicBezTo>
                    <a:pt x="37821" y="1291"/>
                    <a:pt x="37768" y="1299"/>
                    <a:pt x="37722" y="1314"/>
                  </a:cubicBezTo>
                  <a:cubicBezTo>
                    <a:pt x="37651" y="1337"/>
                    <a:pt x="37471" y="1434"/>
                    <a:pt x="37394" y="1434"/>
                  </a:cubicBezTo>
                  <a:cubicBezTo>
                    <a:pt x="37371" y="1434"/>
                    <a:pt x="37357" y="1426"/>
                    <a:pt x="37357" y="1405"/>
                  </a:cubicBezTo>
                  <a:cubicBezTo>
                    <a:pt x="37357" y="1375"/>
                    <a:pt x="37319" y="1367"/>
                    <a:pt x="37274" y="1367"/>
                  </a:cubicBezTo>
                  <a:cubicBezTo>
                    <a:pt x="37228" y="1367"/>
                    <a:pt x="37175" y="1375"/>
                    <a:pt x="37144" y="1375"/>
                  </a:cubicBezTo>
                  <a:cubicBezTo>
                    <a:pt x="36901" y="1314"/>
                    <a:pt x="36658" y="1253"/>
                    <a:pt x="36445" y="1162"/>
                  </a:cubicBezTo>
                  <a:lnTo>
                    <a:pt x="36202" y="1436"/>
                  </a:lnTo>
                  <a:cubicBezTo>
                    <a:pt x="36183" y="1423"/>
                    <a:pt x="36158" y="1418"/>
                    <a:pt x="36129" y="1418"/>
                  </a:cubicBezTo>
                  <a:cubicBezTo>
                    <a:pt x="36034" y="1418"/>
                    <a:pt x="35896" y="1471"/>
                    <a:pt x="35813" y="1471"/>
                  </a:cubicBezTo>
                  <a:cubicBezTo>
                    <a:pt x="35799" y="1471"/>
                    <a:pt x="35787" y="1469"/>
                    <a:pt x="35777" y="1466"/>
                  </a:cubicBezTo>
                  <a:lnTo>
                    <a:pt x="35230" y="1466"/>
                  </a:lnTo>
                  <a:cubicBezTo>
                    <a:pt x="35017" y="1466"/>
                    <a:pt x="34804" y="1466"/>
                    <a:pt x="34622" y="1496"/>
                  </a:cubicBezTo>
                  <a:lnTo>
                    <a:pt x="34409" y="1588"/>
                  </a:lnTo>
                  <a:cubicBezTo>
                    <a:pt x="34348" y="1527"/>
                    <a:pt x="34318" y="1496"/>
                    <a:pt x="34257" y="1436"/>
                  </a:cubicBezTo>
                  <a:cubicBezTo>
                    <a:pt x="34247" y="1417"/>
                    <a:pt x="34229" y="1410"/>
                    <a:pt x="34208" y="1410"/>
                  </a:cubicBezTo>
                  <a:cubicBezTo>
                    <a:pt x="34160" y="1410"/>
                    <a:pt x="34095" y="1445"/>
                    <a:pt x="34074" y="1466"/>
                  </a:cubicBezTo>
                  <a:cubicBezTo>
                    <a:pt x="33922" y="1466"/>
                    <a:pt x="33801" y="1466"/>
                    <a:pt x="33679" y="1405"/>
                  </a:cubicBezTo>
                  <a:lnTo>
                    <a:pt x="33527" y="1527"/>
                  </a:lnTo>
                  <a:lnTo>
                    <a:pt x="33497" y="1557"/>
                  </a:lnTo>
                  <a:cubicBezTo>
                    <a:pt x="33345" y="1527"/>
                    <a:pt x="33223" y="1496"/>
                    <a:pt x="33071" y="1496"/>
                  </a:cubicBezTo>
                  <a:lnTo>
                    <a:pt x="32950" y="1436"/>
                  </a:lnTo>
                  <a:cubicBezTo>
                    <a:pt x="32936" y="1429"/>
                    <a:pt x="32923" y="1426"/>
                    <a:pt x="32911" y="1426"/>
                  </a:cubicBezTo>
                  <a:cubicBezTo>
                    <a:pt x="32845" y="1426"/>
                    <a:pt x="32806" y="1517"/>
                    <a:pt x="32739" y="1517"/>
                  </a:cubicBezTo>
                  <a:cubicBezTo>
                    <a:pt x="32713" y="1517"/>
                    <a:pt x="32683" y="1503"/>
                    <a:pt x="32646" y="1466"/>
                  </a:cubicBezTo>
                  <a:cubicBezTo>
                    <a:pt x="32637" y="1457"/>
                    <a:pt x="32618" y="1453"/>
                    <a:pt x="32593" y="1453"/>
                  </a:cubicBezTo>
                  <a:cubicBezTo>
                    <a:pt x="32534" y="1453"/>
                    <a:pt x="32446" y="1475"/>
                    <a:pt x="32403" y="1496"/>
                  </a:cubicBezTo>
                  <a:lnTo>
                    <a:pt x="32220" y="1527"/>
                  </a:lnTo>
                  <a:cubicBezTo>
                    <a:pt x="32190" y="1436"/>
                    <a:pt x="32068" y="1375"/>
                    <a:pt x="32008" y="1375"/>
                  </a:cubicBezTo>
                  <a:lnTo>
                    <a:pt x="31704" y="1527"/>
                  </a:lnTo>
                  <a:lnTo>
                    <a:pt x="31400" y="1527"/>
                  </a:lnTo>
                  <a:cubicBezTo>
                    <a:pt x="31248" y="1466"/>
                    <a:pt x="31096" y="1436"/>
                    <a:pt x="30944" y="1405"/>
                  </a:cubicBezTo>
                  <a:lnTo>
                    <a:pt x="30944" y="1588"/>
                  </a:lnTo>
                  <a:cubicBezTo>
                    <a:pt x="30853" y="1527"/>
                    <a:pt x="30731" y="1466"/>
                    <a:pt x="30609" y="1466"/>
                  </a:cubicBezTo>
                  <a:cubicBezTo>
                    <a:pt x="30579" y="1481"/>
                    <a:pt x="30549" y="1489"/>
                    <a:pt x="30518" y="1489"/>
                  </a:cubicBezTo>
                  <a:cubicBezTo>
                    <a:pt x="30488" y="1489"/>
                    <a:pt x="30457" y="1481"/>
                    <a:pt x="30427" y="1466"/>
                  </a:cubicBezTo>
                  <a:lnTo>
                    <a:pt x="30397" y="1466"/>
                  </a:lnTo>
                  <a:cubicBezTo>
                    <a:pt x="30366" y="1496"/>
                    <a:pt x="30305" y="1527"/>
                    <a:pt x="30245" y="1527"/>
                  </a:cubicBezTo>
                  <a:lnTo>
                    <a:pt x="30032" y="1527"/>
                  </a:lnTo>
                  <a:cubicBezTo>
                    <a:pt x="29971" y="1527"/>
                    <a:pt x="29758" y="1496"/>
                    <a:pt x="29697" y="1496"/>
                  </a:cubicBezTo>
                  <a:lnTo>
                    <a:pt x="29363" y="1436"/>
                  </a:lnTo>
                  <a:lnTo>
                    <a:pt x="29333" y="1466"/>
                  </a:lnTo>
                  <a:lnTo>
                    <a:pt x="29181" y="1588"/>
                  </a:lnTo>
                  <a:cubicBezTo>
                    <a:pt x="29123" y="1530"/>
                    <a:pt x="29004" y="1509"/>
                    <a:pt x="28925" y="1509"/>
                  </a:cubicBezTo>
                  <a:cubicBezTo>
                    <a:pt x="28879" y="1509"/>
                    <a:pt x="28846" y="1516"/>
                    <a:pt x="28846" y="1527"/>
                  </a:cubicBezTo>
                  <a:cubicBezTo>
                    <a:pt x="28846" y="1537"/>
                    <a:pt x="28823" y="1540"/>
                    <a:pt x="28789" y="1540"/>
                  </a:cubicBezTo>
                  <a:cubicBezTo>
                    <a:pt x="28721" y="1540"/>
                    <a:pt x="28613" y="1527"/>
                    <a:pt x="28573" y="1527"/>
                  </a:cubicBezTo>
                  <a:cubicBezTo>
                    <a:pt x="28451" y="1527"/>
                    <a:pt x="28360" y="1527"/>
                    <a:pt x="28269" y="1557"/>
                  </a:cubicBezTo>
                  <a:lnTo>
                    <a:pt x="28238" y="1527"/>
                  </a:lnTo>
                  <a:lnTo>
                    <a:pt x="28087" y="1375"/>
                  </a:lnTo>
                  <a:cubicBezTo>
                    <a:pt x="27904" y="1405"/>
                    <a:pt x="27539" y="1466"/>
                    <a:pt x="27266" y="1466"/>
                  </a:cubicBezTo>
                  <a:lnTo>
                    <a:pt x="27023" y="1466"/>
                  </a:lnTo>
                  <a:cubicBezTo>
                    <a:pt x="26974" y="1466"/>
                    <a:pt x="26867" y="1427"/>
                    <a:pt x="26826" y="1427"/>
                  </a:cubicBezTo>
                  <a:cubicBezTo>
                    <a:pt x="26816" y="1427"/>
                    <a:pt x="26810" y="1429"/>
                    <a:pt x="26810" y="1436"/>
                  </a:cubicBezTo>
                  <a:lnTo>
                    <a:pt x="26688" y="1557"/>
                  </a:lnTo>
                  <a:cubicBezTo>
                    <a:pt x="26643" y="1527"/>
                    <a:pt x="26521" y="1519"/>
                    <a:pt x="26396" y="1519"/>
                  </a:cubicBezTo>
                  <a:cubicBezTo>
                    <a:pt x="26270" y="1519"/>
                    <a:pt x="26141" y="1527"/>
                    <a:pt x="26080" y="1527"/>
                  </a:cubicBezTo>
                  <a:cubicBezTo>
                    <a:pt x="25868" y="1527"/>
                    <a:pt x="25685" y="1557"/>
                    <a:pt x="25503" y="1557"/>
                  </a:cubicBezTo>
                  <a:lnTo>
                    <a:pt x="25351" y="1436"/>
                  </a:lnTo>
                  <a:cubicBezTo>
                    <a:pt x="25290" y="1466"/>
                    <a:pt x="25229" y="1496"/>
                    <a:pt x="25199" y="1557"/>
                  </a:cubicBezTo>
                  <a:cubicBezTo>
                    <a:pt x="25193" y="1563"/>
                    <a:pt x="25185" y="1565"/>
                    <a:pt x="25176" y="1565"/>
                  </a:cubicBezTo>
                  <a:cubicBezTo>
                    <a:pt x="25137" y="1565"/>
                    <a:pt x="25077" y="1521"/>
                    <a:pt x="25077" y="1496"/>
                  </a:cubicBezTo>
                  <a:cubicBezTo>
                    <a:pt x="24925" y="1496"/>
                    <a:pt x="24743" y="1527"/>
                    <a:pt x="24621" y="1618"/>
                  </a:cubicBezTo>
                  <a:lnTo>
                    <a:pt x="24409" y="1588"/>
                  </a:lnTo>
                  <a:lnTo>
                    <a:pt x="24257" y="1557"/>
                  </a:lnTo>
                  <a:cubicBezTo>
                    <a:pt x="24234" y="1562"/>
                    <a:pt x="24207" y="1564"/>
                    <a:pt x="24179" y="1564"/>
                  </a:cubicBezTo>
                  <a:cubicBezTo>
                    <a:pt x="24069" y="1564"/>
                    <a:pt x="23928" y="1536"/>
                    <a:pt x="23843" y="1536"/>
                  </a:cubicBezTo>
                  <a:cubicBezTo>
                    <a:pt x="23805" y="1536"/>
                    <a:pt x="23778" y="1541"/>
                    <a:pt x="23770" y="1557"/>
                  </a:cubicBezTo>
                  <a:cubicBezTo>
                    <a:pt x="23753" y="1575"/>
                    <a:pt x="23735" y="1582"/>
                    <a:pt x="23718" y="1582"/>
                  </a:cubicBezTo>
                  <a:cubicBezTo>
                    <a:pt x="23679" y="1582"/>
                    <a:pt x="23649" y="1539"/>
                    <a:pt x="23649" y="1496"/>
                  </a:cubicBezTo>
                  <a:cubicBezTo>
                    <a:pt x="23649" y="1491"/>
                    <a:pt x="23645" y="1488"/>
                    <a:pt x="23640" y="1488"/>
                  </a:cubicBezTo>
                  <a:cubicBezTo>
                    <a:pt x="23616" y="1488"/>
                    <a:pt x="23552" y="1533"/>
                    <a:pt x="23527" y="1557"/>
                  </a:cubicBezTo>
                  <a:cubicBezTo>
                    <a:pt x="23527" y="1561"/>
                    <a:pt x="23524" y="1562"/>
                    <a:pt x="23517" y="1562"/>
                  </a:cubicBezTo>
                  <a:cubicBezTo>
                    <a:pt x="23479" y="1562"/>
                    <a:pt x="23340" y="1509"/>
                    <a:pt x="23253" y="1509"/>
                  </a:cubicBezTo>
                  <a:cubicBezTo>
                    <a:pt x="23227" y="1509"/>
                    <a:pt x="23205" y="1514"/>
                    <a:pt x="23193" y="1527"/>
                  </a:cubicBezTo>
                  <a:cubicBezTo>
                    <a:pt x="23171" y="1571"/>
                    <a:pt x="23116" y="1599"/>
                    <a:pt x="23064" y="1599"/>
                  </a:cubicBezTo>
                  <a:cubicBezTo>
                    <a:pt x="23045" y="1599"/>
                    <a:pt x="23027" y="1596"/>
                    <a:pt x="23010" y="1588"/>
                  </a:cubicBezTo>
                  <a:cubicBezTo>
                    <a:pt x="22889" y="1527"/>
                    <a:pt x="22737" y="1496"/>
                    <a:pt x="22615" y="1496"/>
                  </a:cubicBezTo>
                  <a:lnTo>
                    <a:pt x="22524" y="1557"/>
                  </a:lnTo>
                  <a:cubicBezTo>
                    <a:pt x="22400" y="1610"/>
                    <a:pt x="22277" y="1643"/>
                    <a:pt x="22153" y="1643"/>
                  </a:cubicBezTo>
                  <a:cubicBezTo>
                    <a:pt x="22064" y="1643"/>
                    <a:pt x="21975" y="1626"/>
                    <a:pt x="21886" y="1588"/>
                  </a:cubicBezTo>
                  <a:lnTo>
                    <a:pt x="21673" y="1527"/>
                  </a:lnTo>
                  <a:cubicBezTo>
                    <a:pt x="21491" y="1557"/>
                    <a:pt x="21278" y="1588"/>
                    <a:pt x="21095" y="1618"/>
                  </a:cubicBezTo>
                  <a:cubicBezTo>
                    <a:pt x="21074" y="1639"/>
                    <a:pt x="21053" y="1661"/>
                    <a:pt x="21020" y="1661"/>
                  </a:cubicBezTo>
                  <a:cubicBezTo>
                    <a:pt x="21007" y="1661"/>
                    <a:pt x="20992" y="1657"/>
                    <a:pt x="20974" y="1648"/>
                  </a:cubicBezTo>
                  <a:cubicBezTo>
                    <a:pt x="20944" y="1648"/>
                    <a:pt x="20883" y="1709"/>
                    <a:pt x="20883" y="1739"/>
                  </a:cubicBezTo>
                  <a:cubicBezTo>
                    <a:pt x="20883" y="1745"/>
                    <a:pt x="20878" y="1748"/>
                    <a:pt x="20871" y="1748"/>
                  </a:cubicBezTo>
                  <a:cubicBezTo>
                    <a:pt x="20839" y="1748"/>
                    <a:pt x="20750" y="1703"/>
                    <a:pt x="20700" y="1679"/>
                  </a:cubicBezTo>
                  <a:cubicBezTo>
                    <a:pt x="20668" y="1671"/>
                    <a:pt x="20635" y="1667"/>
                    <a:pt x="20603" y="1667"/>
                  </a:cubicBezTo>
                  <a:cubicBezTo>
                    <a:pt x="20516" y="1667"/>
                    <a:pt x="20433" y="1695"/>
                    <a:pt x="20366" y="1739"/>
                  </a:cubicBezTo>
                  <a:lnTo>
                    <a:pt x="20336" y="1679"/>
                  </a:lnTo>
                  <a:cubicBezTo>
                    <a:pt x="20314" y="1650"/>
                    <a:pt x="20292" y="1640"/>
                    <a:pt x="20270" y="1640"/>
                  </a:cubicBezTo>
                  <a:cubicBezTo>
                    <a:pt x="20223" y="1640"/>
                    <a:pt x="20175" y="1687"/>
                    <a:pt x="20127" y="1687"/>
                  </a:cubicBezTo>
                  <a:cubicBezTo>
                    <a:pt x="20106" y="1687"/>
                    <a:pt x="20084" y="1677"/>
                    <a:pt x="20062" y="1648"/>
                  </a:cubicBezTo>
                  <a:lnTo>
                    <a:pt x="20032" y="1588"/>
                  </a:lnTo>
                  <a:cubicBezTo>
                    <a:pt x="19880" y="1618"/>
                    <a:pt x="19728" y="1648"/>
                    <a:pt x="19606" y="1709"/>
                  </a:cubicBezTo>
                  <a:cubicBezTo>
                    <a:pt x="19582" y="1717"/>
                    <a:pt x="19557" y="1721"/>
                    <a:pt x="19533" y="1721"/>
                  </a:cubicBezTo>
                  <a:cubicBezTo>
                    <a:pt x="19468" y="1721"/>
                    <a:pt x="19407" y="1693"/>
                    <a:pt x="19363" y="1648"/>
                  </a:cubicBezTo>
                  <a:cubicBezTo>
                    <a:pt x="19354" y="1644"/>
                    <a:pt x="19345" y="1642"/>
                    <a:pt x="19335" y="1642"/>
                  </a:cubicBezTo>
                  <a:cubicBezTo>
                    <a:pt x="19277" y="1642"/>
                    <a:pt x="19207" y="1709"/>
                    <a:pt x="19181" y="1709"/>
                  </a:cubicBezTo>
                  <a:cubicBezTo>
                    <a:pt x="19160" y="1709"/>
                    <a:pt x="19072" y="1723"/>
                    <a:pt x="19016" y="1723"/>
                  </a:cubicBezTo>
                  <a:cubicBezTo>
                    <a:pt x="18988" y="1723"/>
                    <a:pt x="18968" y="1719"/>
                    <a:pt x="18968" y="1709"/>
                  </a:cubicBezTo>
                  <a:cubicBezTo>
                    <a:pt x="18946" y="1688"/>
                    <a:pt x="18925" y="1666"/>
                    <a:pt x="18893" y="1666"/>
                  </a:cubicBezTo>
                  <a:cubicBezTo>
                    <a:pt x="18879" y="1666"/>
                    <a:pt x="18864" y="1670"/>
                    <a:pt x="18846" y="1679"/>
                  </a:cubicBezTo>
                  <a:lnTo>
                    <a:pt x="18664" y="1679"/>
                  </a:lnTo>
                  <a:cubicBezTo>
                    <a:pt x="18481" y="1679"/>
                    <a:pt x="18269" y="1709"/>
                    <a:pt x="18117" y="1709"/>
                  </a:cubicBezTo>
                  <a:cubicBezTo>
                    <a:pt x="17995" y="1770"/>
                    <a:pt x="17874" y="1800"/>
                    <a:pt x="17752" y="1831"/>
                  </a:cubicBezTo>
                  <a:lnTo>
                    <a:pt x="17570" y="1831"/>
                  </a:lnTo>
                  <a:cubicBezTo>
                    <a:pt x="17478" y="1831"/>
                    <a:pt x="17357" y="1800"/>
                    <a:pt x="17266" y="1739"/>
                  </a:cubicBezTo>
                  <a:lnTo>
                    <a:pt x="17144" y="1831"/>
                  </a:lnTo>
                  <a:lnTo>
                    <a:pt x="17114" y="1861"/>
                  </a:lnTo>
                  <a:lnTo>
                    <a:pt x="16293" y="1861"/>
                  </a:lnTo>
                  <a:cubicBezTo>
                    <a:pt x="16171" y="1891"/>
                    <a:pt x="16050" y="1922"/>
                    <a:pt x="15898" y="1922"/>
                  </a:cubicBezTo>
                  <a:cubicBezTo>
                    <a:pt x="15871" y="1922"/>
                    <a:pt x="15519" y="1759"/>
                    <a:pt x="15329" y="1759"/>
                  </a:cubicBezTo>
                  <a:cubicBezTo>
                    <a:pt x="15302" y="1759"/>
                    <a:pt x="15279" y="1762"/>
                    <a:pt x="15260" y="1770"/>
                  </a:cubicBezTo>
                  <a:cubicBezTo>
                    <a:pt x="15108" y="1800"/>
                    <a:pt x="14986" y="1831"/>
                    <a:pt x="14864" y="1891"/>
                  </a:cubicBezTo>
                  <a:lnTo>
                    <a:pt x="14834" y="1922"/>
                  </a:lnTo>
                  <a:cubicBezTo>
                    <a:pt x="14743" y="1952"/>
                    <a:pt x="14621" y="2013"/>
                    <a:pt x="14591" y="2013"/>
                  </a:cubicBezTo>
                  <a:lnTo>
                    <a:pt x="14348" y="1800"/>
                  </a:lnTo>
                  <a:cubicBezTo>
                    <a:pt x="14348" y="1927"/>
                    <a:pt x="14305" y="1990"/>
                    <a:pt x="14274" y="1990"/>
                  </a:cubicBezTo>
                  <a:cubicBezTo>
                    <a:pt x="14267" y="1990"/>
                    <a:pt x="14262" y="1988"/>
                    <a:pt x="14256" y="1983"/>
                  </a:cubicBezTo>
                  <a:cubicBezTo>
                    <a:pt x="14248" y="1974"/>
                    <a:pt x="14220" y="1970"/>
                    <a:pt x="14186" y="1970"/>
                  </a:cubicBezTo>
                  <a:cubicBezTo>
                    <a:pt x="14104" y="1970"/>
                    <a:pt x="13983" y="1992"/>
                    <a:pt x="13983" y="2013"/>
                  </a:cubicBezTo>
                  <a:cubicBezTo>
                    <a:pt x="13983" y="2023"/>
                    <a:pt x="13966" y="2027"/>
                    <a:pt x="13940" y="2027"/>
                  </a:cubicBezTo>
                  <a:cubicBezTo>
                    <a:pt x="13888" y="2027"/>
                    <a:pt x="13801" y="2013"/>
                    <a:pt x="13740" y="2013"/>
                  </a:cubicBezTo>
                  <a:cubicBezTo>
                    <a:pt x="13649" y="2013"/>
                    <a:pt x="13527" y="2013"/>
                    <a:pt x="13436" y="2043"/>
                  </a:cubicBezTo>
                  <a:lnTo>
                    <a:pt x="13375" y="2013"/>
                  </a:lnTo>
                  <a:lnTo>
                    <a:pt x="13162" y="1800"/>
                  </a:lnTo>
                  <a:cubicBezTo>
                    <a:pt x="13162" y="1933"/>
                    <a:pt x="13116" y="2019"/>
                    <a:pt x="13084" y="2019"/>
                  </a:cubicBezTo>
                  <a:cubicBezTo>
                    <a:pt x="13079" y="2019"/>
                    <a:pt x="13075" y="2017"/>
                    <a:pt x="13071" y="2013"/>
                  </a:cubicBezTo>
                  <a:cubicBezTo>
                    <a:pt x="13067" y="2009"/>
                    <a:pt x="13061" y="2007"/>
                    <a:pt x="13055" y="2007"/>
                  </a:cubicBezTo>
                  <a:cubicBezTo>
                    <a:pt x="13016" y="2007"/>
                    <a:pt x="12945" y="2078"/>
                    <a:pt x="12919" y="2104"/>
                  </a:cubicBezTo>
                  <a:cubicBezTo>
                    <a:pt x="12912" y="2118"/>
                    <a:pt x="12901" y="2124"/>
                    <a:pt x="12887" y="2124"/>
                  </a:cubicBezTo>
                  <a:cubicBezTo>
                    <a:pt x="12835" y="2124"/>
                    <a:pt x="12740" y="2047"/>
                    <a:pt x="12645" y="1952"/>
                  </a:cubicBezTo>
                  <a:lnTo>
                    <a:pt x="12494" y="2104"/>
                  </a:lnTo>
                  <a:lnTo>
                    <a:pt x="12463" y="2104"/>
                  </a:lnTo>
                  <a:cubicBezTo>
                    <a:pt x="12342" y="2165"/>
                    <a:pt x="12220" y="2165"/>
                    <a:pt x="12068" y="2195"/>
                  </a:cubicBezTo>
                  <a:lnTo>
                    <a:pt x="11916" y="2226"/>
                  </a:lnTo>
                  <a:cubicBezTo>
                    <a:pt x="11886" y="2195"/>
                    <a:pt x="11886" y="2165"/>
                    <a:pt x="11855" y="2135"/>
                  </a:cubicBezTo>
                  <a:cubicBezTo>
                    <a:pt x="11855" y="2119"/>
                    <a:pt x="11848" y="2112"/>
                    <a:pt x="11836" y="2112"/>
                  </a:cubicBezTo>
                  <a:cubicBezTo>
                    <a:pt x="11825" y="2112"/>
                    <a:pt x="11810" y="2119"/>
                    <a:pt x="11794" y="2135"/>
                  </a:cubicBezTo>
                  <a:lnTo>
                    <a:pt x="11764" y="2165"/>
                  </a:lnTo>
                  <a:cubicBezTo>
                    <a:pt x="11764" y="2174"/>
                    <a:pt x="11756" y="2178"/>
                    <a:pt x="11744" y="2178"/>
                  </a:cubicBezTo>
                  <a:cubicBezTo>
                    <a:pt x="11716" y="2178"/>
                    <a:pt x="11664" y="2156"/>
                    <a:pt x="11642" y="2135"/>
                  </a:cubicBezTo>
                  <a:cubicBezTo>
                    <a:pt x="11636" y="2129"/>
                    <a:pt x="11623" y="2126"/>
                    <a:pt x="11605" y="2126"/>
                  </a:cubicBezTo>
                  <a:cubicBezTo>
                    <a:pt x="11533" y="2126"/>
                    <a:pt x="11387" y="2165"/>
                    <a:pt x="11338" y="2165"/>
                  </a:cubicBezTo>
                  <a:lnTo>
                    <a:pt x="10579" y="2165"/>
                  </a:lnTo>
                  <a:lnTo>
                    <a:pt x="10214" y="2317"/>
                  </a:lnTo>
                  <a:lnTo>
                    <a:pt x="10153" y="2256"/>
                  </a:lnTo>
                  <a:lnTo>
                    <a:pt x="10031" y="2104"/>
                  </a:lnTo>
                  <a:cubicBezTo>
                    <a:pt x="9919" y="2142"/>
                    <a:pt x="9806" y="2168"/>
                    <a:pt x="9693" y="2168"/>
                  </a:cubicBezTo>
                  <a:cubicBezTo>
                    <a:pt x="9624" y="2168"/>
                    <a:pt x="9554" y="2158"/>
                    <a:pt x="9484" y="2135"/>
                  </a:cubicBezTo>
                  <a:lnTo>
                    <a:pt x="9484" y="2347"/>
                  </a:lnTo>
                  <a:cubicBezTo>
                    <a:pt x="9460" y="2347"/>
                    <a:pt x="9241" y="2270"/>
                    <a:pt x="9108" y="2270"/>
                  </a:cubicBezTo>
                  <a:cubicBezTo>
                    <a:pt x="9075" y="2270"/>
                    <a:pt x="9047" y="2274"/>
                    <a:pt x="9028" y="2287"/>
                  </a:cubicBezTo>
                  <a:cubicBezTo>
                    <a:pt x="8937" y="2378"/>
                    <a:pt x="8846" y="2408"/>
                    <a:pt x="8755" y="2439"/>
                  </a:cubicBezTo>
                  <a:lnTo>
                    <a:pt x="8390" y="2347"/>
                  </a:lnTo>
                  <a:lnTo>
                    <a:pt x="8329" y="2378"/>
                  </a:lnTo>
                  <a:cubicBezTo>
                    <a:pt x="8296" y="2411"/>
                    <a:pt x="8262" y="2422"/>
                    <a:pt x="8228" y="2422"/>
                  </a:cubicBezTo>
                  <a:cubicBezTo>
                    <a:pt x="8174" y="2422"/>
                    <a:pt x="8120" y="2395"/>
                    <a:pt x="8065" y="2395"/>
                  </a:cubicBezTo>
                  <a:cubicBezTo>
                    <a:pt x="8032" y="2395"/>
                    <a:pt x="7998" y="2405"/>
                    <a:pt x="7965" y="2439"/>
                  </a:cubicBezTo>
                  <a:cubicBezTo>
                    <a:pt x="7945" y="2458"/>
                    <a:pt x="7878" y="2513"/>
                    <a:pt x="7800" y="2513"/>
                  </a:cubicBezTo>
                  <a:cubicBezTo>
                    <a:pt x="7754" y="2513"/>
                    <a:pt x="7705" y="2495"/>
                    <a:pt x="7661" y="2439"/>
                  </a:cubicBezTo>
                  <a:cubicBezTo>
                    <a:pt x="7661" y="2439"/>
                    <a:pt x="7539" y="2499"/>
                    <a:pt x="7539" y="2499"/>
                  </a:cubicBezTo>
                  <a:cubicBezTo>
                    <a:pt x="7539" y="2564"/>
                    <a:pt x="7528" y="2585"/>
                    <a:pt x="7508" y="2585"/>
                  </a:cubicBezTo>
                  <a:cubicBezTo>
                    <a:pt x="7482" y="2585"/>
                    <a:pt x="7439" y="2547"/>
                    <a:pt x="7387" y="2530"/>
                  </a:cubicBezTo>
                  <a:lnTo>
                    <a:pt x="7296" y="2499"/>
                  </a:lnTo>
                  <a:cubicBezTo>
                    <a:pt x="7053" y="2499"/>
                    <a:pt x="6779" y="2469"/>
                    <a:pt x="6536" y="2469"/>
                  </a:cubicBezTo>
                  <a:cubicBezTo>
                    <a:pt x="6414" y="2499"/>
                    <a:pt x="6323" y="2530"/>
                    <a:pt x="6202" y="2560"/>
                  </a:cubicBezTo>
                  <a:lnTo>
                    <a:pt x="6202" y="2773"/>
                  </a:lnTo>
                  <a:cubicBezTo>
                    <a:pt x="6080" y="2712"/>
                    <a:pt x="5958" y="2651"/>
                    <a:pt x="5837" y="2621"/>
                  </a:cubicBezTo>
                  <a:lnTo>
                    <a:pt x="5837" y="2712"/>
                  </a:lnTo>
                  <a:cubicBezTo>
                    <a:pt x="5831" y="2718"/>
                    <a:pt x="5820" y="2721"/>
                    <a:pt x="5806" y="2721"/>
                  </a:cubicBezTo>
                  <a:cubicBezTo>
                    <a:pt x="5749" y="2721"/>
                    <a:pt x="5642" y="2682"/>
                    <a:pt x="5594" y="2682"/>
                  </a:cubicBezTo>
                  <a:cubicBezTo>
                    <a:pt x="5529" y="2703"/>
                    <a:pt x="5450" y="2725"/>
                    <a:pt x="5376" y="2725"/>
                  </a:cubicBezTo>
                  <a:cubicBezTo>
                    <a:pt x="5346" y="2725"/>
                    <a:pt x="5316" y="2721"/>
                    <a:pt x="5290" y="2712"/>
                  </a:cubicBezTo>
                  <a:cubicBezTo>
                    <a:pt x="5229" y="2712"/>
                    <a:pt x="5077" y="2864"/>
                    <a:pt x="5047" y="2925"/>
                  </a:cubicBezTo>
                  <a:cubicBezTo>
                    <a:pt x="5036" y="2935"/>
                    <a:pt x="5016" y="2938"/>
                    <a:pt x="4993" y="2938"/>
                  </a:cubicBezTo>
                  <a:cubicBezTo>
                    <a:pt x="4945" y="2938"/>
                    <a:pt x="4884" y="2925"/>
                    <a:pt x="4864" y="2925"/>
                  </a:cubicBezTo>
                  <a:cubicBezTo>
                    <a:pt x="4773" y="2895"/>
                    <a:pt x="4651" y="2864"/>
                    <a:pt x="4560" y="2864"/>
                  </a:cubicBezTo>
                  <a:cubicBezTo>
                    <a:pt x="4477" y="2864"/>
                    <a:pt x="4369" y="2990"/>
                    <a:pt x="4305" y="2990"/>
                  </a:cubicBezTo>
                  <a:cubicBezTo>
                    <a:pt x="4298" y="2990"/>
                    <a:pt x="4292" y="2988"/>
                    <a:pt x="4287" y="2986"/>
                  </a:cubicBezTo>
                  <a:cubicBezTo>
                    <a:pt x="4195" y="2925"/>
                    <a:pt x="4104" y="2925"/>
                    <a:pt x="3983" y="2925"/>
                  </a:cubicBezTo>
                  <a:lnTo>
                    <a:pt x="3922" y="3016"/>
                  </a:lnTo>
                  <a:lnTo>
                    <a:pt x="3861" y="3077"/>
                  </a:lnTo>
                  <a:cubicBezTo>
                    <a:pt x="3835" y="3128"/>
                    <a:pt x="3788" y="3147"/>
                    <a:pt x="3737" y="3147"/>
                  </a:cubicBezTo>
                  <a:cubicBezTo>
                    <a:pt x="3668" y="3147"/>
                    <a:pt x="3592" y="3112"/>
                    <a:pt x="3557" y="3077"/>
                  </a:cubicBezTo>
                  <a:cubicBezTo>
                    <a:pt x="3541" y="3061"/>
                    <a:pt x="3507" y="3055"/>
                    <a:pt x="3463" y="3055"/>
                  </a:cubicBezTo>
                  <a:cubicBezTo>
                    <a:pt x="3363" y="3055"/>
                    <a:pt x="3217" y="3083"/>
                    <a:pt x="3127" y="3083"/>
                  </a:cubicBezTo>
                  <a:cubicBezTo>
                    <a:pt x="3104" y="3083"/>
                    <a:pt x="3085" y="3081"/>
                    <a:pt x="3071" y="3077"/>
                  </a:cubicBezTo>
                  <a:cubicBezTo>
                    <a:pt x="2980" y="3046"/>
                    <a:pt x="2858" y="3016"/>
                    <a:pt x="2767" y="3016"/>
                  </a:cubicBezTo>
                  <a:lnTo>
                    <a:pt x="2736" y="3046"/>
                  </a:lnTo>
                  <a:lnTo>
                    <a:pt x="2676" y="3107"/>
                  </a:lnTo>
                  <a:cubicBezTo>
                    <a:pt x="2642" y="3157"/>
                    <a:pt x="2590" y="3180"/>
                    <a:pt x="2535" y="3180"/>
                  </a:cubicBezTo>
                  <a:cubicBezTo>
                    <a:pt x="2490" y="3180"/>
                    <a:pt x="2443" y="3165"/>
                    <a:pt x="2402" y="3138"/>
                  </a:cubicBezTo>
                  <a:cubicBezTo>
                    <a:pt x="2402" y="3120"/>
                    <a:pt x="2394" y="3112"/>
                    <a:pt x="2383" y="3112"/>
                  </a:cubicBezTo>
                  <a:cubicBezTo>
                    <a:pt x="2357" y="3112"/>
                    <a:pt x="2311" y="3155"/>
                    <a:pt x="2311" y="3198"/>
                  </a:cubicBezTo>
                  <a:cubicBezTo>
                    <a:pt x="2296" y="3214"/>
                    <a:pt x="2250" y="3214"/>
                    <a:pt x="2208" y="3214"/>
                  </a:cubicBezTo>
                  <a:cubicBezTo>
                    <a:pt x="2167" y="3214"/>
                    <a:pt x="2129" y="3214"/>
                    <a:pt x="2129" y="3229"/>
                  </a:cubicBezTo>
                  <a:cubicBezTo>
                    <a:pt x="2098" y="3259"/>
                    <a:pt x="2068" y="3290"/>
                    <a:pt x="2007" y="3290"/>
                  </a:cubicBezTo>
                  <a:lnTo>
                    <a:pt x="1733" y="3290"/>
                  </a:lnTo>
                  <a:cubicBezTo>
                    <a:pt x="1733" y="3320"/>
                    <a:pt x="1825" y="3350"/>
                    <a:pt x="1855" y="3381"/>
                  </a:cubicBezTo>
                  <a:cubicBezTo>
                    <a:pt x="1885" y="3381"/>
                    <a:pt x="1764" y="3472"/>
                    <a:pt x="1612" y="3594"/>
                  </a:cubicBezTo>
                  <a:lnTo>
                    <a:pt x="1551" y="3502"/>
                  </a:lnTo>
                  <a:lnTo>
                    <a:pt x="1429" y="3290"/>
                  </a:lnTo>
                  <a:cubicBezTo>
                    <a:pt x="1277" y="3320"/>
                    <a:pt x="1156" y="3411"/>
                    <a:pt x="1065" y="3533"/>
                  </a:cubicBezTo>
                  <a:cubicBezTo>
                    <a:pt x="1065" y="3554"/>
                    <a:pt x="1053" y="3564"/>
                    <a:pt x="1033" y="3564"/>
                  </a:cubicBezTo>
                  <a:cubicBezTo>
                    <a:pt x="996" y="3564"/>
                    <a:pt x="930" y="3531"/>
                    <a:pt x="852" y="3472"/>
                  </a:cubicBezTo>
                  <a:lnTo>
                    <a:pt x="761" y="3594"/>
                  </a:lnTo>
                  <a:cubicBezTo>
                    <a:pt x="685" y="3654"/>
                    <a:pt x="624" y="3685"/>
                    <a:pt x="563" y="3685"/>
                  </a:cubicBezTo>
                  <a:cubicBezTo>
                    <a:pt x="502" y="3685"/>
                    <a:pt x="442" y="3654"/>
                    <a:pt x="366" y="3594"/>
                  </a:cubicBezTo>
                  <a:lnTo>
                    <a:pt x="366" y="3594"/>
                  </a:lnTo>
                  <a:cubicBezTo>
                    <a:pt x="335" y="3624"/>
                    <a:pt x="457" y="3837"/>
                    <a:pt x="366" y="3898"/>
                  </a:cubicBezTo>
                  <a:cubicBezTo>
                    <a:pt x="299" y="3942"/>
                    <a:pt x="232" y="3970"/>
                    <a:pt x="165" y="3970"/>
                  </a:cubicBezTo>
                  <a:cubicBezTo>
                    <a:pt x="141" y="3970"/>
                    <a:pt x="116" y="3967"/>
                    <a:pt x="92" y="3958"/>
                  </a:cubicBezTo>
                  <a:cubicBezTo>
                    <a:pt x="62" y="3958"/>
                    <a:pt x="62" y="3989"/>
                    <a:pt x="92" y="4050"/>
                  </a:cubicBezTo>
                  <a:lnTo>
                    <a:pt x="92" y="4080"/>
                  </a:lnTo>
                  <a:cubicBezTo>
                    <a:pt x="92" y="4110"/>
                    <a:pt x="62" y="4141"/>
                    <a:pt x="62" y="4202"/>
                  </a:cubicBezTo>
                  <a:lnTo>
                    <a:pt x="31" y="4353"/>
                  </a:lnTo>
                  <a:cubicBezTo>
                    <a:pt x="92" y="4414"/>
                    <a:pt x="122" y="4505"/>
                    <a:pt x="153" y="4597"/>
                  </a:cubicBezTo>
                  <a:lnTo>
                    <a:pt x="1" y="4688"/>
                  </a:lnTo>
                  <a:lnTo>
                    <a:pt x="1" y="4718"/>
                  </a:lnTo>
                  <a:cubicBezTo>
                    <a:pt x="9" y="4760"/>
                    <a:pt x="20" y="4774"/>
                    <a:pt x="31" y="4774"/>
                  </a:cubicBezTo>
                  <a:cubicBezTo>
                    <a:pt x="57" y="4774"/>
                    <a:pt x="87" y="4707"/>
                    <a:pt x="109" y="4707"/>
                  </a:cubicBezTo>
                  <a:cubicBezTo>
                    <a:pt x="114" y="4707"/>
                    <a:pt x="118" y="4710"/>
                    <a:pt x="122" y="4718"/>
                  </a:cubicBezTo>
                  <a:cubicBezTo>
                    <a:pt x="183" y="4749"/>
                    <a:pt x="335" y="4749"/>
                    <a:pt x="244" y="4870"/>
                  </a:cubicBezTo>
                  <a:lnTo>
                    <a:pt x="153" y="5022"/>
                  </a:lnTo>
                  <a:cubicBezTo>
                    <a:pt x="204" y="5002"/>
                    <a:pt x="247" y="4992"/>
                    <a:pt x="283" y="4992"/>
                  </a:cubicBezTo>
                  <a:cubicBezTo>
                    <a:pt x="355" y="4992"/>
                    <a:pt x="396" y="5032"/>
                    <a:pt x="396" y="5113"/>
                  </a:cubicBezTo>
                  <a:lnTo>
                    <a:pt x="396" y="5144"/>
                  </a:lnTo>
                  <a:cubicBezTo>
                    <a:pt x="396" y="5296"/>
                    <a:pt x="396" y="5448"/>
                    <a:pt x="609" y="5509"/>
                  </a:cubicBezTo>
                  <a:lnTo>
                    <a:pt x="700" y="5539"/>
                  </a:lnTo>
                  <a:cubicBezTo>
                    <a:pt x="761" y="5661"/>
                    <a:pt x="791" y="5782"/>
                    <a:pt x="791" y="5904"/>
                  </a:cubicBezTo>
                  <a:lnTo>
                    <a:pt x="822" y="5995"/>
                  </a:lnTo>
                  <a:cubicBezTo>
                    <a:pt x="974" y="6116"/>
                    <a:pt x="1126" y="6208"/>
                    <a:pt x="1247" y="6329"/>
                  </a:cubicBezTo>
                  <a:lnTo>
                    <a:pt x="1217" y="6724"/>
                  </a:lnTo>
                  <a:lnTo>
                    <a:pt x="1217" y="6785"/>
                  </a:lnTo>
                  <a:cubicBezTo>
                    <a:pt x="1217" y="6816"/>
                    <a:pt x="1369" y="6876"/>
                    <a:pt x="1551" y="6876"/>
                  </a:cubicBezTo>
                  <a:lnTo>
                    <a:pt x="1612" y="6846"/>
                  </a:lnTo>
                  <a:lnTo>
                    <a:pt x="1673" y="6846"/>
                  </a:lnTo>
                  <a:cubicBezTo>
                    <a:pt x="1712" y="6830"/>
                    <a:pt x="1741" y="6823"/>
                    <a:pt x="1761" y="6823"/>
                  </a:cubicBezTo>
                  <a:cubicBezTo>
                    <a:pt x="1817" y="6823"/>
                    <a:pt x="1793" y="6885"/>
                    <a:pt x="1703" y="6998"/>
                  </a:cubicBezTo>
                  <a:lnTo>
                    <a:pt x="1642" y="7059"/>
                  </a:lnTo>
                  <a:cubicBezTo>
                    <a:pt x="1642" y="7119"/>
                    <a:pt x="1703" y="7119"/>
                    <a:pt x="1733" y="7119"/>
                  </a:cubicBezTo>
                  <a:lnTo>
                    <a:pt x="1825" y="7119"/>
                  </a:lnTo>
                  <a:cubicBezTo>
                    <a:pt x="1836" y="7114"/>
                    <a:pt x="1847" y="7111"/>
                    <a:pt x="1856" y="7111"/>
                  </a:cubicBezTo>
                  <a:cubicBezTo>
                    <a:pt x="1897" y="7111"/>
                    <a:pt x="1922" y="7156"/>
                    <a:pt x="1946" y="7180"/>
                  </a:cubicBezTo>
                  <a:lnTo>
                    <a:pt x="1946" y="7241"/>
                  </a:lnTo>
                  <a:lnTo>
                    <a:pt x="1946" y="7302"/>
                  </a:lnTo>
                  <a:cubicBezTo>
                    <a:pt x="1916" y="7332"/>
                    <a:pt x="1794" y="7545"/>
                    <a:pt x="1825" y="7606"/>
                  </a:cubicBezTo>
                  <a:cubicBezTo>
                    <a:pt x="1855" y="7667"/>
                    <a:pt x="1885" y="7697"/>
                    <a:pt x="1916" y="7758"/>
                  </a:cubicBezTo>
                  <a:lnTo>
                    <a:pt x="2007" y="7819"/>
                  </a:lnTo>
                  <a:cubicBezTo>
                    <a:pt x="2007" y="7821"/>
                    <a:pt x="2008" y="7823"/>
                    <a:pt x="2011" y="7823"/>
                  </a:cubicBezTo>
                  <a:cubicBezTo>
                    <a:pt x="2034" y="7823"/>
                    <a:pt x="2165" y="7697"/>
                    <a:pt x="2220" y="7697"/>
                  </a:cubicBezTo>
                  <a:cubicBezTo>
                    <a:pt x="2281" y="7727"/>
                    <a:pt x="2281" y="7971"/>
                    <a:pt x="2220" y="8275"/>
                  </a:cubicBezTo>
                  <a:lnTo>
                    <a:pt x="2767" y="8305"/>
                  </a:lnTo>
                  <a:cubicBezTo>
                    <a:pt x="2797" y="8305"/>
                    <a:pt x="2828" y="8457"/>
                    <a:pt x="2828" y="8518"/>
                  </a:cubicBezTo>
                  <a:lnTo>
                    <a:pt x="2828" y="8578"/>
                  </a:lnTo>
                  <a:cubicBezTo>
                    <a:pt x="2730" y="8578"/>
                    <a:pt x="2516" y="8501"/>
                    <a:pt x="2419" y="8501"/>
                  </a:cubicBezTo>
                  <a:cubicBezTo>
                    <a:pt x="2395" y="8501"/>
                    <a:pt x="2378" y="8506"/>
                    <a:pt x="2372" y="8518"/>
                  </a:cubicBezTo>
                  <a:cubicBezTo>
                    <a:pt x="2341" y="8578"/>
                    <a:pt x="2402" y="8730"/>
                    <a:pt x="2463" y="8761"/>
                  </a:cubicBezTo>
                  <a:cubicBezTo>
                    <a:pt x="2499" y="8770"/>
                    <a:pt x="2534" y="8773"/>
                    <a:pt x="2570" y="8773"/>
                  </a:cubicBezTo>
                  <a:cubicBezTo>
                    <a:pt x="2656" y="8773"/>
                    <a:pt x="2742" y="8752"/>
                    <a:pt x="2828" y="8730"/>
                  </a:cubicBezTo>
                  <a:cubicBezTo>
                    <a:pt x="2919" y="8700"/>
                    <a:pt x="3040" y="8670"/>
                    <a:pt x="3071" y="8639"/>
                  </a:cubicBezTo>
                  <a:lnTo>
                    <a:pt x="3132" y="8609"/>
                  </a:lnTo>
                  <a:lnTo>
                    <a:pt x="3162" y="8578"/>
                  </a:lnTo>
                  <a:cubicBezTo>
                    <a:pt x="3162" y="8570"/>
                    <a:pt x="3170" y="8566"/>
                    <a:pt x="3182" y="8566"/>
                  </a:cubicBezTo>
                  <a:cubicBezTo>
                    <a:pt x="3210" y="8566"/>
                    <a:pt x="3262" y="8587"/>
                    <a:pt x="3284" y="8609"/>
                  </a:cubicBezTo>
                  <a:cubicBezTo>
                    <a:pt x="3344" y="8670"/>
                    <a:pt x="3375" y="8730"/>
                    <a:pt x="3405" y="8822"/>
                  </a:cubicBezTo>
                  <a:lnTo>
                    <a:pt x="3344" y="8913"/>
                  </a:lnTo>
                  <a:cubicBezTo>
                    <a:pt x="3496" y="9004"/>
                    <a:pt x="3648" y="9065"/>
                    <a:pt x="3800" y="9126"/>
                  </a:cubicBezTo>
                  <a:cubicBezTo>
                    <a:pt x="3922" y="9126"/>
                    <a:pt x="4013" y="9095"/>
                    <a:pt x="4104" y="9034"/>
                  </a:cubicBezTo>
                  <a:lnTo>
                    <a:pt x="4165" y="9156"/>
                  </a:lnTo>
                  <a:cubicBezTo>
                    <a:pt x="4195" y="9217"/>
                    <a:pt x="4195" y="9247"/>
                    <a:pt x="4317" y="9247"/>
                  </a:cubicBezTo>
                  <a:lnTo>
                    <a:pt x="4530" y="9217"/>
                  </a:lnTo>
                  <a:cubicBezTo>
                    <a:pt x="4773" y="9308"/>
                    <a:pt x="5077" y="9399"/>
                    <a:pt x="5107" y="9399"/>
                  </a:cubicBezTo>
                  <a:lnTo>
                    <a:pt x="5472" y="9399"/>
                  </a:lnTo>
                  <a:cubicBezTo>
                    <a:pt x="5533" y="9430"/>
                    <a:pt x="5381" y="9551"/>
                    <a:pt x="5138" y="9642"/>
                  </a:cubicBezTo>
                  <a:lnTo>
                    <a:pt x="5168" y="9916"/>
                  </a:lnTo>
                  <a:lnTo>
                    <a:pt x="5077" y="9916"/>
                  </a:lnTo>
                  <a:lnTo>
                    <a:pt x="4925" y="9946"/>
                  </a:lnTo>
                  <a:cubicBezTo>
                    <a:pt x="4864" y="10068"/>
                    <a:pt x="4773" y="10311"/>
                    <a:pt x="4834" y="10311"/>
                  </a:cubicBezTo>
                  <a:cubicBezTo>
                    <a:pt x="4864" y="10326"/>
                    <a:pt x="4895" y="10334"/>
                    <a:pt x="4925" y="10334"/>
                  </a:cubicBezTo>
                  <a:cubicBezTo>
                    <a:pt x="4955" y="10334"/>
                    <a:pt x="4986" y="10326"/>
                    <a:pt x="5016" y="10311"/>
                  </a:cubicBezTo>
                  <a:lnTo>
                    <a:pt x="5016" y="10402"/>
                  </a:lnTo>
                  <a:lnTo>
                    <a:pt x="5016" y="10433"/>
                  </a:lnTo>
                  <a:lnTo>
                    <a:pt x="5016" y="10493"/>
                  </a:lnTo>
                  <a:cubicBezTo>
                    <a:pt x="5016" y="10509"/>
                    <a:pt x="5031" y="10516"/>
                    <a:pt x="5058" y="10516"/>
                  </a:cubicBezTo>
                  <a:cubicBezTo>
                    <a:pt x="5085" y="10516"/>
                    <a:pt x="5123" y="10509"/>
                    <a:pt x="5168" y="10493"/>
                  </a:cubicBezTo>
                  <a:lnTo>
                    <a:pt x="5229" y="10463"/>
                  </a:lnTo>
                  <a:lnTo>
                    <a:pt x="5290" y="10463"/>
                  </a:lnTo>
                  <a:cubicBezTo>
                    <a:pt x="5351" y="10463"/>
                    <a:pt x="5381" y="10554"/>
                    <a:pt x="5381" y="10585"/>
                  </a:cubicBezTo>
                  <a:cubicBezTo>
                    <a:pt x="5270" y="10629"/>
                    <a:pt x="5158" y="10657"/>
                    <a:pt x="5047" y="10657"/>
                  </a:cubicBezTo>
                  <a:cubicBezTo>
                    <a:pt x="5006" y="10657"/>
                    <a:pt x="4966" y="10654"/>
                    <a:pt x="4925" y="10645"/>
                  </a:cubicBezTo>
                  <a:cubicBezTo>
                    <a:pt x="4854" y="10610"/>
                    <a:pt x="4783" y="10595"/>
                    <a:pt x="4736" y="10595"/>
                  </a:cubicBezTo>
                  <a:cubicBezTo>
                    <a:pt x="4703" y="10595"/>
                    <a:pt x="4682" y="10602"/>
                    <a:pt x="4682" y="10615"/>
                  </a:cubicBezTo>
                  <a:lnTo>
                    <a:pt x="4682" y="10645"/>
                  </a:lnTo>
                  <a:lnTo>
                    <a:pt x="4712" y="10767"/>
                  </a:lnTo>
                  <a:cubicBezTo>
                    <a:pt x="4743" y="10919"/>
                    <a:pt x="4743" y="11071"/>
                    <a:pt x="4712" y="11193"/>
                  </a:cubicBezTo>
                  <a:lnTo>
                    <a:pt x="4803" y="11314"/>
                  </a:lnTo>
                  <a:lnTo>
                    <a:pt x="4834" y="11344"/>
                  </a:lnTo>
                  <a:cubicBezTo>
                    <a:pt x="4895" y="11405"/>
                    <a:pt x="5016" y="11436"/>
                    <a:pt x="5107" y="11436"/>
                  </a:cubicBezTo>
                  <a:lnTo>
                    <a:pt x="5107" y="11648"/>
                  </a:lnTo>
                  <a:cubicBezTo>
                    <a:pt x="5229" y="11709"/>
                    <a:pt x="5199" y="11831"/>
                    <a:pt x="5138" y="11831"/>
                  </a:cubicBezTo>
                  <a:cubicBezTo>
                    <a:pt x="5107" y="11831"/>
                    <a:pt x="5533" y="12135"/>
                    <a:pt x="5472" y="12226"/>
                  </a:cubicBezTo>
                  <a:cubicBezTo>
                    <a:pt x="5442" y="12348"/>
                    <a:pt x="5594" y="12500"/>
                    <a:pt x="5685" y="12530"/>
                  </a:cubicBezTo>
                  <a:cubicBezTo>
                    <a:pt x="5746" y="12560"/>
                    <a:pt x="5563" y="12743"/>
                    <a:pt x="5472" y="12743"/>
                  </a:cubicBezTo>
                  <a:lnTo>
                    <a:pt x="5107" y="12743"/>
                  </a:lnTo>
                  <a:cubicBezTo>
                    <a:pt x="4955" y="12773"/>
                    <a:pt x="4834" y="12803"/>
                    <a:pt x="4712" y="12803"/>
                  </a:cubicBezTo>
                  <a:cubicBezTo>
                    <a:pt x="4651" y="12773"/>
                    <a:pt x="4591" y="12773"/>
                    <a:pt x="4499" y="12773"/>
                  </a:cubicBezTo>
                  <a:cubicBezTo>
                    <a:pt x="4486" y="12877"/>
                    <a:pt x="4457" y="12909"/>
                    <a:pt x="4418" y="12909"/>
                  </a:cubicBezTo>
                  <a:cubicBezTo>
                    <a:pt x="4365" y="12909"/>
                    <a:pt x="4296" y="12851"/>
                    <a:pt x="4226" y="12834"/>
                  </a:cubicBezTo>
                  <a:lnTo>
                    <a:pt x="4195" y="12834"/>
                  </a:lnTo>
                  <a:cubicBezTo>
                    <a:pt x="4135" y="12834"/>
                    <a:pt x="4135" y="12895"/>
                    <a:pt x="4165" y="12925"/>
                  </a:cubicBezTo>
                  <a:cubicBezTo>
                    <a:pt x="4098" y="12970"/>
                    <a:pt x="4015" y="12998"/>
                    <a:pt x="3940" y="12998"/>
                  </a:cubicBezTo>
                  <a:cubicBezTo>
                    <a:pt x="3912" y="12998"/>
                    <a:pt x="3886" y="12994"/>
                    <a:pt x="3861" y="12986"/>
                  </a:cubicBezTo>
                  <a:cubicBezTo>
                    <a:pt x="3851" y="12983"/>
                    <a:pt x="3842" y="12981"/>
                    <a:pt x="3832" y="12981"/>
                  </a:cubicBezTo>
                  <a:cubicBezTo>
                    <a:pt x="3751" y="12981"/>
                    <a:pt x="3676" y="13087"/>
                    <a:pt x="3648" y="13168"/>
                  </a:cubicBezTo>
                  <a:cubicBezTo>
                    <a:pt x="3648" y="13204"/>
                    <a:pt x="3607" y="13219"/>
                    <a:pt x="3566" y="13219"/>
                  </a:cubicBezTo>
                  <a:cubicBezTo>
                    <a:pt x="3537" y="13219"/>
                    <a:pt x="3509" y="13211"/>
                    <a:pt x="3496" y="13199"/>
                  </a:cubicBezTo>
                  <a:cubicBezTo>
                    <a:pt x="3496" y="13199"/>
                    <a:pt x="3376" y="13103"/>
                    <a:pt x="3328" y="13103"/>
                  </a:cubicBezTo>
                  <a:cubicBezTo>
                    <a:pt x="3322" y="13103"/>
                    <a:pt x="3317" y="13104"/>
                    <a:pt x="3314" y="13107"/>
                  </a:cubicBezTo>
                  <a:cubicBezTo>
                    <a:pt x="3284" y="13138"/>
                    <a:pt x="3223" y="13199"/>
                    <a:pt x="3192" y="13229"/>
                  </a:cubicBezTo>
                  <a:cubicBezTo>
                    <a:pt x="3071" y="13229"/>
                    <a:pt x="2980" y="13259"/>
                    <a:pt x="2888" y="13259"/>
                  </a:cubicBezTo>
                  <a:cubicBezTo>
                    <a:pt x="2797" y="13259"/>
                    <a:pt x="2706" y="13381"/>
                    <a:pt x="2676" y="13381"/>
                  </a:cubicBezTo>
                  <a:cubicBezTo>
                    <a:pt x="2615" y="13411"/>
                    <a:pt x="2524" y="13442"/>
                    <a:pt x="2463" y="13472"/>
                  </a:cubicBezTo>
                  <a:lnTo>
                    <a:pt x="2463" y="13533"/>
                  </a:lnTo>
                  <a:cubicBezTo>
                    <a:pt x="2433" y="13715"/>
                    <a:pt x="2372" y="13928"/>
                    <a:pt x="2341" y="14110"/>
                  </a:cubicBezTo>
                  <a:lnTo>
                    <a:pt x="2341" y="14171"/>
                  </a:lnTo>
                  <a:cubicBezTo>
                    <a:pt x="2402" y="14262"/>
                    <a:pt x="2341" y="14354"/>
                    <a:pt x="2189" y="14414"/>
                  </a:cubicBezTo>
                  <a:lnTo>
                    <a:pt x="2159" y="14232"/>
                  </a:lnTo>
                  <a:cubicBezTo>
                    <a:pt x="2129" y="14171"/>
                    <a:pt x="2007" y="14080"/>
                    <a:pt x="1946" y="14080"/>
                  </a:cubicBezTo>
                  <a:lnTo>
                    <a:pt x="1673" y="14141"/>
                  </a:lnTo>
                  <a:cubicBezTo>
                    <a:pt x="1627" y="14115"/>
                    <a:pt x="1568" y="14104"/>
                    <a:pt x="1503" y="14104"/>
                  </a:cubicBezTo>
                  <a:cubicBezTo>
                    <a:pt x="1264" y="14104"/>
                    <a:pt x="934" y="14245"/>
                    <a:pt x="791" y="14293"/>
                  </a:cubicBezTo>
                  <a:cubicBezTo>
                    <a:pt x="639" y="14354"/>
                    <a:pt x="609" y="14414"/>
                    <a:pt x="761" y="14414"/>
                  </a:cubicBezTo>
                  <a:lnTo>
                    <a:pt x="791" y="14445"/>
                  </a:lnTo>
                  <a:cubicBezTo>
                    <a:pt x="822" y="14536"/>
                    <a:pt x="882" y="14597"/>
                    <a:pt x="974" y="14597"/>
                  </a:cubicBezTo>
                  <a:cubicBezTo>
                    <a:pt x="1065" y="14627"/>
                    <a:pt x="974" y="14810"/>
                    <a:pt x="943" y="14840"/>
                  </a:cubicBezTo>
                  <a:cubicBezTo>
                    <a:pt x="913" y="14840"/>
                    <a:pt x="852" y="14840"/>
                    <a:pt x="822" y="14870"/>
                  </a:cubicBezTo>
                  <a:cubicBezTo>
                    <a:pt x="761" y="14931"/>
                    <a:pt x="730" y="14992"/>
                    <a:pt x="730" y="15053"/>
                  </a:cubicBezTo>
                  <a:lnTo>
                    <a:pt x="730" y="15083"/>
                  </a:lnTo>
                  <a:cubicBezTo>
                    <a:pt x="852" y="15114"/>
                    <a:pt x="852" y="15174"/>
                    <a:pt x="761" y="15174"/>
                  </a:cubicBezTo>
                  <a:lnTo>
                    <a:pt x="730" y="15205"/>
                  </a:lnTo>
                  <a:cubicBezTo>
                    <a:pt x="709" y="15233"/>
                    <a:pt x="689" y="15243"/>
                    <a:pt x="671" y="15243"/>
                  </a:cubicBezTo>
                  <a:cubicBezTo>
                    <a:pt x="625" y="15243"/>
                    <a:pt x="588" y="15181"/>
                    <a:pt x="552" y="15181"/>
                  </a:cubicBezTo>
                  <a:cubicBezTo>
                    <a:pt x="540" y="15181"/>
                    <a:pt x="529" y="15188"/>
                    <a:pt x="518" y="15205"/>
                  </a:cubicBezTo>
                  <a:cubicBezTo>
                    <a:pt x="457" y="15266"/>
                    <a:pt x="396" y="15357"/>
                    <a:pt x="335" y="15417"/>
                  </a:cubicBezTo>
                  <a:cubicBezTo>
                    <a:pt x="305" y="15478"/>
                    <a:pt x="305" y="15509"/>
                    <a:pt x="274" y="15539"/>
                  </a:cubicBezTo>
                  <a:lnTo>
                    <a:pt x="244" y="15661"/>
                  </a:lnTo>
                  <a:cubicBezTo>
                    <a:pt x="320" y="15761"/>
                    <a:pt x="437" y="15820"/>
                    <a:pt x="527" y="15820"/>
                  </a:cubicBezTo>
                  <a:cubicBezTo>
                    <a:pt x="545" y="15820"/>
                    <a:pt x="563" y="15818"/>
                    <a:pt x="578" y="15813"/>
                  </a:cubicBezTo>
                  <a:lnTo>
                    <a:pt x="639" y="15752"/>
                  </a:lnTo>
                  <a:lnTo>
                    <a:pt x="700" y="15721"/>
                  </a:lnTo>
                  <a:cubicBezTo>
                    <a:pt x="705" y="15720"/>
                    <a:pt x="710" y="15719"/>
                    <a:pt x="715" y="15719"/>
                  </a:cubicBezTo>
                  <a:cubicBezTo>
                    <a:pt x="821" y="15719"/>
                    <a:pt x="815" y="16028"/>
                    <a:pt x="670" y="16086"/>
                  </a:cubicBezTo>
                  <a:cubicBezTo>
                    <a:pt x="518" y="16177"/>
                    <a:pt x="426" y="16299"/>
                    <a:pt x="426" y="16451"/>
                  </a:cubicBezTo>
                  <a:cubicBezTo>
                    <a:pt x="457" y="16573"/>
                    <a:pt x="518" y="16694"/>
                    <a:pt x="578" y="16816"/>
                  </a:cubicBezTo>
                  <a:lnTo>
                    <a:pt x="578" y="16968"/>
                  </a:lnTo>
                  <a:lnTo>
                    <a:pt x="578" y="17028"/>
                  </a:lnTo>
                  <a:cubicBezTo>
                    <a:pt x="560" y="17066"/>
                    <a:pt x="576" y="17092"/>
                    <a:pt x="619" y="17092"/>
                  </a:cubicBezTo>
                  <a:cubicBezTo>
                    <a:pt x="646" y="17092"/>
                    <a:pt x="684" y="17082"/>
                    <a:pt x="730" y="17059"/>
                  </a:cubicBezTo>
                  <a:lnTo>
                    <a:pt x="791" y="17059"/>
                  </a:lnTo>
                  <a:lnTo>
                    <a:pt x="882" y="17089"/>
                  </a:lnTo>
                  <a:cubicBezTo>
                    <a:pt x="822" y="17180"/>
                    <a:pt x="761" y="17241"/>
                    <a:pt x="730" y="17332"/>
                  </a:cubicBezTo>
                  <a:lnTo>
                    <a:pt x="791" y="17393"/>
                  </a:lnTo>
                  <a:lnTo>
                    <a:pt x="882" y="17515"/>
                  </a:lnTo>
                  <a:cubicBezTo>
                    <a:pt x="943" y="17484"/>
                    <a:pt x="1004" y="17424"/>
                    <a:pt x="1095" y="17393"/>
                  </a:cubicBezTo>
                  <a:lnTo>
                    <a:pt x="1095" y="17393"/>
                  </a:lnTo>
                  <a:cubicBezTo>
                    <a:pt x="1065" y="17576"/>
                    <a:pt x="1034" y="17728"/>
                    <a:pt x="1004" y="17880"/>
                  </a:cubicBezTo>
                  <a:cubicBezTo>
                    <a:pt x="974" y="18001"/>
                    <a:pt x="943" y="18335"/>
                    <a:pt x="1034" y="18396"/>
                  </a:cubicBezTo>
                  <a:cubicBezTo>
                    <a:pt x="1080" y="18411"/>
                    <a:pt x="1133" y="18419"/>
                    <a:pt x="1186" y="18419"/>
                  </a:cubicBezTo>
                  <a:cubicBezTo>
                    <a:pt x="1240" y="18419"/>
                    <a:pt x="1293" y="18411"/>
                    <a:pt x="1338" y="18396"/>
                  </a:cubicBezTo>
                  <a:lnTo>
                    <a:pt x="1490" y="18396"/>
                  </a:lnTo>
                  <a:cubicBezTo>
                    <a:pt x="1612" y="18396"/>
                    <a:pt x="1490" y="18700"/>
                    <a:pt x="1399" y="18761"/>
                  </a:cubicBezTo>
                  <a:lnTo>
                    <a:pt x="1126" y="19004"/>
                  </a:lnTo>
                  <a:lnTo>
                    <a:pt x="1186" y="19035"/>
                  </a:lnTo>
                  <a:cubicBezTo>
                    <a:pt x="1247" y="19095"/>
                    <a:pt x="1247" y="19126"/>
                    <a:pt x="1186" y="19156"/>
                  </a:cubicBezTo>
                  <a:cubicBezTo>
                    <a:pt x="1095" y="19217"/>
                    <a:pt x="1034" y="19217"/>
                    <a:pt x="943" y="19247"/>
                  </a:cubicBezTo>
                  <a:cubicBezTo>
                    <a:pt x="791" y="19247"/>
                    <a:pt x="913" y="19278"/>
                    <a:pt x="913" y="19339"/>
                  </a:cubicBezTo>
                  <a:cubicBezTo>
                    <a:pt x="913" y="19430"/>
                    <a:pt x="791" y="19490"/>
                    <a:pt x="1004" y="19490"/>
                  </a:cubicBezTo>
                  <a:cubicBezTo>
                    <a:pt x="1126" y="19490"/>
                    <a:pt x="1277" y="19460"/>
                    <a:pt x="1399" y="19430"/>
                  </a:cubicBezTo>
                  <a:cubicBezTo>
                    <a:pt x="1414" y="19415"/>
                    <a:pt x="1429" y="19407"/>
                    <a:pt x="1448" y="19407"/>
                  </a:cubicBezTo>
                  <a:cubicBezTo>
                    <a:pt x="1467" y="19407"/>
                    <a:pt x="1490" y="19415"/>
                    <a:pt x="1521" y="19430"/>
                  </a:cubicBezTo>
                  <a:lnTo>
                    <a:pt x="1551" y="19460"/>
                  </a:lnTo>
                  <a:cubicBezTo>
                    <a:pt x="1581" y="19490"/>
                    <a:pt x="1642" y="19521"/>
                    <a:pt x="1703" y="19521"/>
                  </a:cubicBezTo>
                  <a:cubicBezTo>
                    <a:pt x="1794" y="19551"/>
                    <a:pt x="1885" y="19551"/>
                    <a:pt x="1977" y="19582"/>
                  </a:cubicBezTo>
                  <a:cubicBezTo>
                    <a:pt x="2068" y="19642"/>
                    <a:pt x="2189" y="19673"/>
                    <a:pt x="2281" y="19734"/>
                  </a:cubicBezTo>
                  <a:cubicBezTo>
                    <a:pt x="2372" y="19794"/>
                    <a:pt x="2463" y="19855"/>
                    <a:pt x="2554" y="19886"/>
                  </a:cubicBezTo>
                  <a:lnTo>
                    <a:pt x="2676" y="19825"/>
                  </a:lnTo>
                  <a:cubicBezTo>
                    <a:pt x="2706" y="19825"/>
                    <a:pt x="2767" y="19855"/>
                    <a:pt x="2767" y="19886"/>
                  </a:cubicBezTo>
                  <a:lnTo>
                    <a:pt x="2828" y="20098"/>
                  </a:lnTo>
                  <a:cubicBezTo>
                    <a:pt x="3040" y="20068"/>
                    <a:pt x="3527" y="20068"/>
                    <a:pt x="3618" y="20068"/>
                  </a:cubicBezTo>
                  <a:cubicBezTo>
                    <a:pt x="3699" y="20068"/>
                    <a:pt x="3794" y="20055"/>
                    <a:pt x="3857" y="20055"/>
                  </a:cubicBezTo>
                  <a:cubicBezTo>
                    <a:pt x="3888" y="20055"/>
                    <a:pt x="3912" y="20058"/>
                    <a:pt x="3922" y="20068"/>
                  </a:cubicBezTo>
                  <a:cubicBezTo>
                    <a:pt x="3952" y="20068"/>
                    <a:pt x="4256" y="20098"/>
                    <a:pt x="4591" y="20129"/>
                  </a:cubicBezTo>
                  <a:lnTo>
                    <a:pt x="4773" y="20372"/>
                  </a:lnTo>
                  <a:cubicBezTo>
                    <a:pt x="4778" y="20367"/>
                    <a:pt x="4795" y="20364"/>
                    <a:pt x="4819" y="20364"/>
                  </a:cubicBezTo>
                  <a:cubicBezTo>
                    <a:pt x="4932" y="20364"/>
                    <a:pt x="5204" y="20419"/>
                    <a:pt x="5229" y="20494"/>
                  </a:cubicBezTo>
                  <a:cubicBezTo>
                    <a:pt x="5242" y="20533"/>
                    <a:pt x="5294" y="20544"/>
                    <a:pt x="5357" y="20544"/>
                  </a:cubicBezTo>
                  <a:cubicBezTo>
                    <a:pt x="5440" y="20544"/>
                    <a:pt x="5542" y="20524"/>
                    <a:pt x="5594" y="20524"/>
                  </a:cubicBezTo>
                  <a:cubicBezTo>
                    <a:pt x="5654" y="20524"/>
                    <a:pt x="5989" y="20646"/>
                    <a:pt x="6110" y="20646"/>
                  </a:cubicBezTo>
                  <a:cubicBezTo>
                    <a:pt x="6164" y="20637"/>
                    <a:pt x="6217" y="20633"/>
                    <a:pt x="6271" y="20633"/>
                  </a:cubicBezTo>
                  <a:cubicBezTo>
                    <a:pt x="6400" y="20633"/>
                    <a:pt x="6529" y="20654"/>
                    <a:pt x="6658" y="20676"/>
                  </a:cubicBezTo>
                  <a:lnTo>
                    <a:pt x="6901" y="20676"/>
                  </a:lnTo>
                  <a:lnTo>
                    <a:pt x="7053" y="20615"/>
                  </a:lnTo>
                  <a:cubicBezTo>
                    <a:pt x="7053" y="20706"/>
                    <a:pt x="7083" y="20737"/>
                    <a:pt x="7174" y="20737"/>
                  </a:cubicBezTo>
                  <a:lnTo>
                    <a:pt x="7265" y="20737"/>
                  </a:lnTo>
                  <a:cubicBezTo>
                    <a:pt x="7296" y="20767"/>
                    <a:pt x="7296" y="20798"/>
                    <a:pt x="7296" y="20798"/>
                  </a:cubicBezTo>
                  <a:lnTo>
                    <a:pt x="7296" y="20858"/>
                  </a:lnTo>
                  <a:cubicBezTo>
                    <a:pt x="7296" y="20897"/>
                    <a:pt x="7311" y="20911"/>
                    <a:pt x="7334" y="20911"/>
                  </a:cubicBezTo>
                  <a:cubicBezTo>
                    <a:pt x="7381" y="20911"/>
                    <a:pt x="7458" y="20849"/>
                    <a:pt x="7478" y="20828"/>
                  </a:cubicBezTo>
                  <a:cubicBezTo>
                    <a:pt x="7491" y="20802"/>
                    <a:pt x="7526" y="20793"/>
                    <a:pt x="7566" y="20793"/>
                  </a:cubicBezTo>
                  <a:cubicBezTo>
                    <a:pt x="7621" y="20793"/>
                    <a:pt x="7686" y="20810"/>
                    <a:pt x="7721" y="20828"/>
                  </a:cubicBezTo>
                  <a:cubicBezTo>
                    <a:pt x="7752" y="20828"/>
                    <a:pt x="7721" y="20889"/>
                    <a:pt x="7630" y="20949"/>
                  </a:cubicBezTo>
                  <a:cubicBezTo>
                    <a:pt x="7613" y="21034"/>
                    <a:pt x="7671" y="21053"/>
                    <a:pt x="7732" y="21053"/>
                  </a:cubicBezTo>
                  <a:cubicBezTo>
                    <a:pt x="7780" y="21053"/>
                    <a:pt x="7829" y="21041"/>
                    <a:pt x="7843" y="21041"/>
                  </a:cubicBezTo>
                  <a:cubicBezTo>
                    <a:pt x="7873" y="21041"/>
                    <a:pt x="7904" y="20980"/>
                    <a:pt x="7904" y="20980"/>
                  </a:cubicBezTo>
                  <a:lnTo>
                    <a:pt x="7934" y="20949"/>
                  </a:lnTo>
                  <a:cubicBezTo>
                    <a:pt x="7939" y="20945"/>
                    <a:pt x="7946" y="20943"/>
                    <a:pt x="7956" y="20943"/>
                  </a:cubicBezTo>
                  <a:cubicBezTo>
                    <a:pt x="8005" y="20943"/>
                    <a:pt x="8107" y="20986"/>
                    <a:pt x="8155" y="20986"/>
                  </a:cubicBezTo>
                  <a:cubicBezTo>
                    <a:pt x="8165" y="20986"/>
                    <a:pt x="8173" y="20984"/>
                    <a:pt x="8177" y="20980"/>
                  </a:cubicBezTo>
                  <a:cubicBezTo>
                    <a:pt x="8192" y="20965"/>
                    <a:pt x="8212" y="20959"/>
                    <a:pt x="8234" y="20959"/>
                  </a:cubicBezTo>
                  <a:cubicBezTo>
                    <a:pt x="8304" y="20959"/>
                    <a:pt x="8397" y="21018"/>
                    <a:pt x="8420" y="21041"/>
                  </a:cubicBezTo>
                  <a:cubicBezTo>
                    <a:pt x="8426" y="21051"/>
                    <a:pt x="8442" y="21055"/>
                    <a:pt x="8465" y="21055"/>
                  </a:cubicBezTo>
                  <a:cubicBezTo>
                    <a:pt x="8555" y="21055"/>
                    <a:pt x="8751" y="20996"/>
                    <a:pt x="8866" y="20996"/>
                  </a:cubicBezTo>
                  <a:cubicBezTo>
                    <a:pt x="8897" y="20996"/>
                    <a:pt x="8921" y="21000"/>
                    <a:pt x="8937" y="21010"/>
                  </a:cubicBezTo>
                  <a:cubicBezTo>
                    <a:pt x="8998" y="21071"/>
                    <a:pt x="9089" y="21101"/>
                    <a:pt x="9180" y="21132"/>
                  </a:cubicBezTo>
                  <a:lnTo>
                    <a:pt x="9241" y="21101"/>
                  </a:lnTo>
                  <a:lnTo>
                    <a:pt x="9302" y="21071"/>
                  </a:lnTo>
                  <a:cubicBezTo>
                    <a:pt x="9322" y="21051"/>
                    <a:pt x="9366" y="21044"/>
                    <a:pt x="9419" y="21044"/>
                  </a:cubicBezTo>
                  <a:cubicBezTo>
                    <a:pt x="9525" y="21044"/>
                    <a:pt x="9667" y="21071"/>
                    <a:pt x="9728" y="21071"/>
                  </a:cubicBezTo>
                  <a:cubicBezTo>
                    <a:pt x="9849" y="21071"/>
                    <a:pt x="10001" y="21041"/>
                    <a:pt x="10031" y="21041"/>
                  </a:cubicBezTo>
                  <a:lnTo>
                    <a:pt x="10366" y="21041"/>
                  </a:lnTo>
                  <a:lnTo>
                    <a:pt x="10457" y="21010"/>
                  </a:lnTo>
                  <a:cubicBezTo>
                    <a:pt x="10491" y="20996"/>
                    <a:pt x="10520" y="20990"/>
                    <a:pt x="10545" y="20990"/>
                  </a:cubicBezTo>
                  <a:cubicBezTo>
                    <a:pt x="10656" y="20990"/>
                    <a:pt x="10687" y="21111"/>
                    <a:pt x="10775" y="21111"/>
                  </a:cubicBezTo>
                  <a:cubicBezTo>
                    <a:pt x="10789" y="21111"/>
                    <a:pt x="10804" y="21108"/>
                    <a:pt x="10822" y="21101"/>
                  </a:cubicBezTo>
                  <a:cubicBezTo>
                    <a:pt x="10844" y="21101"/>
                    <a:pt x="10962" y="21037"/>
                    <a:pt x="11025" y="21037"/>
                  </a:cubicBezTo>
                  <a:cubicBezTo>
                    <a:pt x="11049" y="21037"/>
                    <a:pt x="11065" y="21046"/>
                    <a:pt x="11065" y="21071"/>
                  </a:cubicBezTo>
                  <a:cubicBezTo>
                    <a:pt x="11065" y="21107"/>
                    <a:pt x="11075" y="21121"/>
                    <a:pt x="11084" y="21121"/>
                  </a:cubicBezTo>
                  <a:cubicBezTo>
                    <a:pt x="11090" y="21121"/>
                    <a:pt x="11095" y="21114"/>
                    <a:pt x="11095" y="21101"/>
                  </a:cubicBezTo>
                  <a:cubicBezTo>
                    <a:pt x="11102" y="21095"/>
                    <a:pt x="11112" y="21093"/>
                    <a:pt x="11125" y="21093"/>
                  </a:cubicBezTo>
                  <a:cubicBezTo>
                    <a:pt x="11160" y="21093"/>
                    <a:pt x="11213" y="21110"/>
                    <a:pt x="11248" y="21110"/>
                  </a:cubicBezTo>
                  <a:cubicBezTo>
                    <a:pt x="11261" y="21110"/>
                    <a:pt x="11271" y="21108"/>
                    <a:pt x="11278" y="21101"/>
                  </a:cubicBezTo>
                  <a:cubicBezTo>
                    <a:pt x="11338" y="21041"/>
                    <a:pt x="11490" y="20919"/>
                    <a:pt x="11551" y="20919"/>
                  </a:cubicBezTo>
                  <a:cubicBezTo>
                    <a:pt x="11612" y="20980"/>
                    <a:pt x="11673" y="21010"/>
                    <a:pt x="11734" y="21071"/>
                  </a:cubicBezTo>
                  <a:cubicBezTo>
                    <a:pt x="11741" y="21086"/>
                    <a:pt x="11752" y="21092"/>
                    <a:pt x="11764" y="21092"/>
                  </a:cubicBezTo>
                  <a:cubicBezTo>
                    <a:pt x="11804" y="21092"/>
                    <a:pt x="11863" y="21033"/>
                    <a:pt x="11886" y="21010"/>
                  </a:cubicBezTo>
                  <a:cubicBezTo>
                    <a:pt x="11890" y="21006"/>
                    <a:pt x="11894" y="21004"/>
                    <a:pt x="11900" y="21004"/>
                  </a:cubicBezTo>
                  <a:cubicBezTo>
                    <a:pt x="11939" y="21004"/>
                    <a:pt x="12015" y="21091"/>
                    <a:pt x="12068" y="21223"/>
                  </a:cubicBezTo>
                  <a:lnTo>
                    <a:pt x="12159" y="21101"/>
                  </a:lnTo>
                  <a:cubicBezTo>
                    <a:pt x="12232" y="21000"/>
                    <a:pt x="12284" y="20961"/>
                    <a:pt x="12334" y="20961"/>
                  </a:cubicBezTo>
                  <a:cubicBezTo>
                    <a:pt x="12390" y="20961"/>
                    <a:pt x="12445" y="21008"/>
                    <a:pt x="12524" y="21071"/>
                  </a:cubicBezTo>
                  <a:cubicBezTo>
                    <a:pt x="12554" y="21101"/>
                    <a:pt x="12585" y="21101"/>
                    <a:pt x="12615" y="21101"/>
                  </a:cubicBezTo>
                  <a:cubicBezTo>
                    <a:pt x="12654" y="21062"/>
                    <a:pt x="12693" y="21048"/>
                    <a:pt x="12730" y="21048"/>
                  </a:cubicBezTo>
                  <a:cubicBezTo>
                    <a:pt x="12808" y="21048"/>
                    <a:pt x="12878" y="21111"/>
                    <a:pt x="12919" y="21132"/>
                  </a:cubicBezTo>
                  <a:cubicBezTo>
                    <a:pt x="12980" y="21162"/>
                    <a:pt x="13041" y="21193"/>
                    <a:pt x="13132" y="21223"/>
                  </a:cubicBezTo>
                  <a:lnTo>
                    <a:pt x="13284" y="21253"/>
                  </a:lnTo>
                  <a:cubicBezTo>
                    <a:pt x="13375" y="21223"/>
                    <a:pt x="13497" y="21223"/>
                    <a:pt x="13618" y="21193"/>
                  </a:cubicBezTo>
                  <a:cubicBezTo>
                    <a:pt x="13643" y="21168"/>
                    <a:pt x="13747" y="21124"/>
                    <a:pt x="13802" y="21124"/>
                  </a:cubicBezTo>
                  <a:cubicBezTo>
                    <a:pt x="13815" y="21124"/>
                    <a:pt x="13825" y="21126"/>
                    <a:pt x="13831" y="21132"/>
                  </a:cubicBezTo>
                  <a:cubicBezTo>
                    <a:pt x="13837" y="21138"/>
                    <a:pt x="13846" y="21140"/>
                    <a:pt x="13855" y="21140"/>
                  </a:cubicBezTo>
                  <a:cubicBezTo>
                    <a:pt x="13895" y="21140"/>
                    <a:pt x="13959" y="21101"/>
                    <a:pt x="13983" y="21101"/>
                  </a:cubicBezTo>
                  <a:cubicBezTo>
                    <a:pt x="14026" y="21080"/>
                    <a:pt x="14054" y="21058"/>
                    <a:pt x="14088" y="21058"/>
                  </a:cubicBezTo>
                  <a:cubicBezTo>
                    <a:pt x="14102" y="21058"/>
                    <a:pt x="14117" y="21062"/>
                    <a:pt x="14135" y="21071"/>
                  </a:cubicBezTo>
                  <a:lnTo>
                    <a:pt x="14165" y="21101"/>
                  </a:lnTo>
                  <a:lnTo>
                    <a:pt x="14226" y="21132"/>
                  </a:lnTo>
                  <a:cubicBezTo>
                    <a:pt x="14244" y="21141"/>
                    <a:pt x="14270" y="21144"/>
                    <a:pt x="14298" y="21144"/>
                  </a:cubicBezTo>
                  <a:cubicBezTo>
                    <a:pt x="14365" y="21144"/>
                    <a:pt x="14448" y="21123"/>
                    <a:pt x="14469" y="21101"/>
                  </a:cubicBezTo>
                  <a:cubicBezTo>
                    <a:pt x="14478" y="21093"/>
                    <a:pt x="14492" y="21089"/>
                    <a:pt x="14508" y="21089"/>
                  </a:cubicBezTo>
                  <a:cubicBezTo>
                    <a:pt x="14545" y="21089"/>
                    <a:pt x="14591" y="21110"/>
                    <a:pt x="14591" y="21132"/>
                  </a:cubicBezTo>
                  <a:lnTo>
                    <a:pt x="15412" y="21132"/>
                  </a:lnTo>
                  <a:lnTo>
                    <a:pt x="15928" y="21010"/>
                  </a:lnTo>
                  <a:lnTo>
                    <a:pt x="16080" y="21071"/>
                  </a:lnTo>
                  <a:lnTo>
                    <a:pt x="16263" y="21162"/>
                  </a:lnTo>
                  <a:cubicBezTo>
                    <a:pt x="16290" y="21158"/>
                    <a:pt x="16324" y="21156"/>
                    <a:pt x="16363" y="21156"/>
                  </a:cubicBezTo>
                  <a:cubicBezTo>
                    <a:pt x="16516" y="21156"/>
                    <a:pt x="16740" y="21184"/>
                    <a:pt x="16907" y="21184"/>
                  </a:cubicBezTo>
                  <a:cubicBezTo>
                    <a:pt x="16981" y="21184"/>
                    <a:pt x="17044" y="21178"/>
                    <a:pt x="17083" y="21162"/>
                  </a:cubicBezTo>
                  <a:cubicBezTo>
                    <a:pt x="17296" y="21132"/>
                    <a:pt x="17509" y="21071"/>
                    <a:pt x="17722" y="21071"/>
                  </a:cubicBezTo>
                  <a:cubicBezTo>
                    <a:pt x="17772" y="21061"/>
                    <a:pt x="17826" y="21058"/>
                    <a:pt x="17881" y="21058"/>
                  </a:cubicBezTo>
                  <a:cubicBezTo>
                    <a:pt x="17992" y="21058"/>
                    <a:pt x="18107" y="21071"/>
                    <a:pt x="18208" y="21071"/>
                  </a:cubicBezTo>
                  <a:lnTo>
                    <a:pt x="18329" y="21041"/>
                  </a:lnTo>
                  <a:lnTo>
                    <a:pt x="18512" y="21010"/>
                  </a:lnTo>
                  <a:cubicBezTo>
                    <a:pt x="18603" y="21056"/>
                    <a:pt x="18694" y="21079"/>
                    <a:pt x="18782" y="21079"/>
                  </a:cubicBezTo>
                  <a:cubicBezTo>
                    <a:pt x="18869" y="21079"/>
                    <a:pt x="18953" y="21056"/>
                    <a:pt x="19029" y="21010"/>
                  </a:cubicBezTo>
                  <a:cubicBezTo>
                    <a:pt x="19089" y="20949"/>
                    <a:pt x="19363" y="20949"/>
                    <a:pt x="19454" y="20949"/>
                  </a:cubicBezTo>
                  <a:lnTo>
                    <a:pt x="19758" y="20949"/>
                  </a:lnTo>
                  <a:cubicBezTo>
                    <a:pt x="19910" y="21010"/>
                    <a:pt x="20062" y="21041"/>
                    <a:pt x="20244" y="21041"/>
                  </a:cubicBezTo>
                  <a:cubicBezTo>
                    <a:pt x="20336" y="21010"/>
                    <a:pt x="20457" y="20980"/>
                    <a:pt x="20579" y="20949"/>
                  </a:cubicBezTo>
                  <a:lnTo>
                    <a:pt x="20700" y="21010"/>
                  </a:lnTo>
                  <a:lnTo>
                    <a:pt x="20792" y="21071"/>
                  </a:lnTo>
                  <a:cubicBezTo>
                    <a:pt x="20944" y="21010"/>
                    <a:pt x="21126" y="20980"/>
                    <a:pt x="21308" y="20980"/>
                  </a:cubicBezTo>
                  <a:lnTo>
                    <a:pt x="21399" y="20980"/>
                  </a:lnTo>
                  <a:cubicBezTo>
                    <a:pt x="21472" y="20980"/>
                    <a:pt x="21487" y="21058"/>
                    <a:pt x="21583" y="21058"/>
                  </a:cubicBezTo>
                  <a:cubicBezTo>
                    <a:pt x="21607" y="21058"/>
                    <a:pt x="21637" y="21053"/>
                    <a:pt x="21673" y="21041"/>
                  </a:cubicBezTo>
                  <a:cubicBezTo>
                    <a:pt x="21713" y="21027"/>
                    <a:pt x="21747" y="21021"/>
                    <a:pt x="21775" y="21021"/>
                  </a:cubicBezTo>
                  <a:cubicBezTo>
                    <a:pt x="21876" y="21021"/>
                    <a:pt x="21903" y="21098"/>
                    <a:pt x="21855" y="21193"/>
                  </a:cubicBezTo>
                  <a:lnTo>
                    <a:pt x="21855" y="21253"/>
                  </a:lnTo>
                  <a:cubicBezTo>
                    <a:pt x="21828" y="21281"/>
                    <a:pt x="22127" y="21409"/>
                    <a:pt x="22204" y="21409"/>
                  </a:cubicBezTo>
                  <a:cubicBezTo>
                    <a:pt x="22212" y="21409"/>
                    <a:pt x="22217" y="21408"/>
                    <a:pt x="22220" y="21405"/>
                  </a:cubicBezTo>
                  <a:cubicBezTo>
                    <a:pt x="22281" y="21345"/>
                    <a:pt x="22159" y="21253"/>
                    <a:pt x="22099" y="21223"/>
                  </a:cubicBezTo>
                  <a:cubicBezTo>
                    <a:pt x="22038" y="21193"/>
                    <a:pt x="22038" y="21132"/>
                    <a:pt x="22099" y="21132"/>
                  </a:cubicBezTo>
                  <a:cubicBezTo>
                    <a:pt x="22159" y="21101"/>
                    <a:pt x="22190" y="21010"/>
                    <a:pt x="22220" y="21010"/>
                  </a:cubicBezTo>
                  <a:cubicBezTo>
                    <a:pt x="22229" y="21006"/>
                    <a:pt x="22238" y="21004"/>
                    <a:pt x="22248" y="21004"/>
                  </a:cubicBezTo>
                  <a:cubicBezTo>
                    <a:pt x="22306" y="21004"/>
                    <a:pt x="22381" y="21071"/>
                    <a:pt x="22433" y="21071"/>
                  </a:cubicBezTo>
                  <a:cubicBezTo>
                    <a:pt x="22585" y="21071"/>
                    <a:pt x="22706" y="21071"/>
                    <a:pt x="22767" y="21223"/>
                  </a:cubicBezTo>
                  <a:lnTo>
                    <a:pt x="22798" y="21284"/>
                  </a:lnTo>
                  <a:cubicBezTo>
                    <a:pt x="22889" y="21345"/>
                    <a:pt x="23071" y="21436"/>
                    <a:pt x="23223" y="21466"/>
                  </a:cubicBezTo>
                  <a:lnTo>
                    <a:pt x="23223" y="21557"/>
                  </a:lnTo>
                  <a:lnTo>
                    <a:pt x="23223" y="21618"/>
                  </a:lnTo>
                  <a:cubicBezTo>
                    <a:pt x="23223" y="21635"/>
                    <a:pt x="23228" y="21643"/>
                    <a:pt x="23237" y="21643"/>
                  </a:cubicBezTo>
                  <a:cubicBezTo>
                    <a:pt x="23260" y="21643"/>
                    <a:pt x="23309" y="21593"/>
                    <a:pt x="23375" y="21527"/>
                  </a:cubicBezTo>
                  <a:lnTo>
                    <a:pt x="23466" y="21436"/>
                  </a:lnTo>
                  <a:cubicBezTo>
                    <a:pt x="23588" y="21345"/>
                    <a:pt x="23801" y="21345"/>
                    <a:pt x="23862" y="21162"/>
                  </a:cubicBezTo>
                  <a:cubicBezTo>
                    <a:pt x="23879" y="21110"/>
                    <a:pt x="23947" y="21037"/>
                    <a:pt x="24013" y="21037"/>
                  </a:cubicBezTo>
                  <a:cubicBezTo>
                    <a:pt x="24062" y="21037"/>
                    <a:pt x="24109" y="21077"/>
                    <a:pt x="24135" y="21193"/>
                  </a:cubicBezTo>
                  <a:lnTo>
                    <a:pt x="24135" y="21223"/>
                  </a:lnTo>
                  <a:cubicBezTo>
                    <a:pt x="24196" y="21223"/>
                    <a:pt x="24409" y="21314"/>
                    <a:pt x="24409" y="21345"/>
                  </a:cubicBezTo>
                  <a:cubicBezTo>
                    <a:pt x="24409" y="21436"/>
                    <a:pt x="24378" y="21497"/>
                    <a:pt x="24317" y="21527"/>
                  </a:cubicBezTo>
                  <a:cubicBezTo>
                    <a:pt x="24226" y="21557"/>
                    <a:pt x="24105" y="21588"/>
                    <a:pt x="24013" y="21588"/>
                  </a:cubicBezTo>
                  <a:lnTo>
                    <a:pt x="23953" y="21466"/>
                  </a:lnTo>
                  <a:lnTo>
                    <a:pt x="23953" y="21436"/>
                  </a:lnTo>
                  <a:cubicBezTo>
                    <a:pt x="23941" y="21430"/>
                    <a:pt x="23928" y="21428"/>
                    <a:pt x="23915" y="21428"/>
                  </a:cubicBezTo>
                  <a:cubicBezTo>
                    <a:pt x="23859" y="21428"/>
                    <a:pt x="23795" y="21472"/>
                    <a:pt x="23770" y="21497"/>
                  </a:cubicBezTo>
                  <a:cubicBezTo>
                    <a:pt x="23740" y="21527"/>
                    <a:pt x="23862" y="21588"/>
                    <a:pt x="23892" y="21618"/>
                  </a:cubicBezTo>
                  <a:cubicBezTo>
                    <a:pt x="23953" y="21649"/>
                    <a:pt x="24013" y="21679"/>
                    <a:pt x="24074" y="21709"/>
                  </a:cubicBezTo>
                  <a:cubicBezTo>
                    <a:pt x="24101" y="21709"/>
                    <a:pt x="24176" y="21805"/>
                    <a:pt x="24235" y="21805"/>
                  </a:cubicBezTo>
                  <a:cubicBezTo>
                    <a:pt x="24243" y="21805"/>
                    <a:pt x="24250" y="21804"/>
                    <a:pt x="24257" y="21801"/>
                  </a:cubicBezTo>
                  <a:cubicBezTo>
                    <a:pt x="24348" y="21740"/>
                    <a:pt x="24439" y="21649"/>
                    <a:pt x="24500" y="21557"/>
                  </a:cubicBezTo>
                  <a:lnTo>
                    <a:pt x="24682" y="21557"/>
                  </a:lnTo>
                  <a:cubicBezTo>
                    <a:pt x="24956" y="21557"/>
                    <a:pt x="25229" y="21497"/>
                    <a:pt x="25503" y="21405"/>
                  </a:cubicBezTo>
                  <a:cubicBezTo>
                    <a:pt x="25503" y="21405"/>
                    <a:pt x="25564" y="21436"/>
                    <a:pt x="25564" y="21466"/>
                  </a:cubicBezTo>
                  <a:lnTo>
                    <a:pt x="25564" y="21497"/>
                  </a:lnTo>
                  <a:cubicBezTo>
                    <a:pt x="25503" y="21527"/>
                    <a:pt x="25442" y="21557"/>
                    <a:pt x="25351" y="21588"/>
                  </a:cubicBezTo>
                  <a:cubicBezTo>
                    <a:pt x="25290" y="21588"/>
                    <a:pt x="25017" y="21679"/>
                    <a:pt x="25017" y="21740"/>
                  </a:cubicBezTo>
                  <a:cubicBezTo>
                    <a:pt x="25017" y="21831"/>
                    <a:pt x="24834" y="21892"/>
                    <a:pt x="24773" y="21892"/>
                  </a:cubicBezTo>
                  <a:cubicBezTo>
                    <a:pt x="24713" y="21892"/>
                    <a:pt x="24682" y="21922"/>
                    <a:pt x="24652" y="21953"/>
                  </a:cubicBezTo>
                  <a:lnTo>
                    <a:pt x="25017" y="21953"/>
                  </a:lnTo>
                  <a:cubicBezTo>
                    <a:pt x="25169" y="21892"/>
                    <a:pt x="25290" y="21831"/>
                    <a:pt x="25412" y="21709"/>
                  </a:cubicBezTo>
                  <a:cubicBezTo>
                    <a:pt x="25426" y="21695"/>
                    <a:pt x="25443" y="21689"/>
                    <a:pt x="25462" y="21689"/>
                  </a:cubicBezTo>
                  <a:cubicBezTo>
                    <a:pt x="25522" y="21689"/>
                    <a:pt x="25594" y="21754"/>
                    <a:pt x="25594" y="21801"/>
                  </a:cubicBezTo>
                  <a:cubicBezTo>
                    <a:pt x="25594" y="21831"/>
                    <a:pt x="25533" y="21892"/>
                    <a:pt x="25412" y="21892"/>
                  </a:cubicBezTo>
                  <a:lnTo>
                    <a:pt x="25472" y="22013"/>
                  </a:lnTo>
                  <a:cubicBezTo>
                    <a:pt x="25533" y="21998"/>
                    <a:pt x="25586" y="21991"/>
                    <a:pt x="25640" y="21991"/>
                  </a:cubicBezTo>
                  <a:cubicBezTo>
                    <a:pt x="25693" y="21991"/>
                    <a:pt x="25746" y="21998"/>
                    <a:pt x="25807" y="22013"/>
                  </a:cubicBezTo>
                  <a:cubicBezTo>
                    <a:pt x="25811" y="22017"/>
                    <a:pt x="25815" y="22019"/>
                    <a:pt x="25820" y="22019"/>
                  </a:cubicBezTo>
                  <a:cubicBezTo>
                    <a:pt x="25852" y="22019"/>
                    <a:pt x="25898" y="21937"/>
                    <a:pt x="25898" y="21831"/>
                  </a:cubicBezTo>
                  <a:lnTo>
                    <a:pt x="26020" y="21831"/>
                  </a:lnTo>
                  <a:cubicBezTo>
                    <a:pt x="26060" y="21839"/>
                    <a:pt x="26099" y="21843"/>
                    <a:pt x="26133" y="21843"/>
                  </a:cubicBezTo>
                  <a:cubicBezTo>
                    <a:pt x="26228" y="21843"/>
                    <a:pt x="26293" y="21815"/>
                    <a:pt x="26293" y="21770"/>
                  </a:cubicBezTo>
                  <a:lnTo>
                    <a:pt x="26293" y="21709"/>
                  </a:lnTo>
                  <a:lnTo>
                    <a:pt x="26293" y="21649"/>
                  </a:lnTo>
                  <a:cubicBezTo>
                    <a:pt x="26263" y="21618"/>
                    <a:pt x="26202" y="21436"/>
                    <a:pt x="26263" y="21436"/>
                  </a:cubicBezTo>
                  <a:cubicBezTo>
                    <a:pt x="26266" y="21433"/>
                    <a:pt x="26270" y="21432"/>
                    <a:pt x="26277" y="21432"/>
                  </a:cubicBezTo>
                  <a:cubicBezTo>
                    <a:pt x="26330" y="21432"/>
                    <a:pt x="26492" y="21511"/>
                    <a:pt x="26580" y="21511"/>
                  </a:cubicBezTo>
                  <a:cubicBezTo>
                    <a:pt x="26601" y="21511"/>
                    <a:pt x="26617" y="21507"/>
                    <a:pt x="26628" y="21497"/>
                  </a:cubicBezTo>
                  <a:cubicBezTo>
                    <a:pt x="26645" y="21491"/>
                    <a:pt x="26659" y="21488"/>
                    <a:pt x="26670" y="21488"/>
                  </a:cubicBezTo>
                  <a:cubicBezTo>
                    <a:pt x="26718" y="21488"/>
                    <a:pt x="26713" y="21533"/>
                    <a:pt x="26688" y="21557"/>
                  </a:cubicBezTo>
                  <a:cubicBezTo>
                    <a:pt x="26658" y="21588"/>
                    <a:pt x="26445" y="21709"/>
                    <a:pt x="26506" y="21770"/>
                  </a:cubicBezTo>
                  <a:cubicBezTo>
                    <a:pt x="26536" y="21801"/>
                    <a:pt x="26658" y="21922"/>
                    <a:pt x="26688" y="21953"/>
                  </a:cubicBezTo>
                  <a:cubicBezTo>
                    <a:pt x="26688" y="21974"/>
                    <a:pt x="26719" y="21996"/>
                    <a:pt x="26747" y="21996"/>
                  </a:cubicBezTo>
                  <a:cubicBezTo>
                    <a:pt x="26759" y="21996"/>
                    <a:pt x="26771" y="21992"/>
                    <a:pt x="26779" y="21983"/>
                  </a:cubicBezTo>
                  <a:cubicBezTo>
                    <a:pt x="26810" y="21953"/>
                    <a:pt x="26810" y="21679"/>
                    <a:pt x="26871" y="21588"/>
                  </a:cubicBezTo>
                  <a:cubicBezTo>
                    <a:pt x="26901" y="21497"/>
                    <a:pt x="26931" y="21405"/>
                    <a:pt x="26931" y="21314"/>
                  </a:cubicBezTo>
                  <a:lnTo>
                    <a:pt x="26931" y="21223"/>
                  </a:lnTo>
                  <a:cubicBezTo>
                    <a:pt x="26959" y="21169"/>
                    <a:pt x="27082" y="21066"/>
                    <a:pt x="27130" y="21066"/>
                  </a:cubicBezTo>
                  <a:cubicBezTo>
                    <a:pt x="27136" y="21066"/>
                    <a:pt x="27141" y="21068"/>
                    <a:pt x="27144" y="21071"/>
                  </a:cubicBezTo>
                  <a:lnTo>
                    <a:pt x="27296" y="21345"/>
                  </a:lnTo>
                  <a:lnTo>
                    <a:pt x="27418" y="21405"/>
                  </a:lnTo>
                  <a:lnTo>
                    <a:pt x="27448" y="21436"/>
                  </a:lnTo>
                  <a:cubicBezTo>
                    <a:pt x="27479" y="21527"/>
                    <a:pt x="27661" y="21618"/>
                    <a:pt x="27631" y="21649"/>
                  </a:cubicBezTo>
                  <a:cubicBezTo>
                    <a:pt x="27600" y="21709"/>
                    <a:pt x="27448" y="21892"/>
                    <a:pt x="27418" y="21953"/>
                  </a:cubicBezTo>
                  <a:cubicBezTo>
                    <a:pt x="27404" y="21966"/>
                    <a:pt x="27409" y="21972"/>
                    <a:pt x="27425" y="21972"/>
                  </a:cubicBezTo>
                  <a:cubicBezTo>
                    <a:pt x="27482" y="21972"/>
                    <a:pt x="27675" y="21902"/>
                    <a:pt x="27722" y="21831"/>
                  </a:cubicBezTo>
                  <a:cubicBezTo>
                    <a:pt x="27751" y="21791"/>
                    <a:pt x="27781" y="21755"/>
                    <a:pt x="27813" y="21722"/>
                  </a:cubicBezTo>
                  <a:lnTo>
                    <a:pt x="27813" y="21722"/>
                  </a:lnTo>
                  <a:lnTo>
                    <a:pt x="27813" y="21831"/>
                  </a:lnTo>
                  <a:cubicBezTo>
                    <a:pt x="27813" y="21861"/>
                    <a:pt x="27843" y="21861"/>
                    <a:pt x="27874" y="21861"/>
                  </a:cubicBezTo>
                  <a:lnTo>
                    <a:pt x="28573" y="21861"/>
                  </a:lnTo>
                  <a:cubicBezTo>
                    <a:pt x="28634" y="21861"/>
                    <a:pt x="28755" y="21709"/>
                    <a:pt x="28755" y="21649"/>
                  </a:cubicBezTo>
                  <a:cubicBezTo>
                    <a:pt x="28783" y="21594"/>
                    <a:pt x="28884" y="21366"/>
                    <a:pt x="28948" y="21366"/>
                  </a:cubicBezTo>
                  <a:cubicBezTo>
                    <a:pt x="28955" y="21366"/>
                    <a:pt x="28962" y="21369"/>
                    <a:pt x="28968" y="21375"/>
                  </a:cubicBezTo>
                  <a:cubicBezTo>
                    <a:pt x="28985" y="21386"/>
                    <a:pt x="29001" y="21391"/>
                    <a:pt x="29016" y="21391"/>
                  </a:cubicBezTo>
                  <a:cubicBezTo>
                    <a:pt x="29081" y="21391"/>
                    <a:pt x="29126" y="21297"/>
                    <a:pt x="29150" y="21223"/>
                  </a:cubicBezTo>
                  <a:cubicBezTo>
                    <a:pt x="29150" y="21155"/>
                    <a:pt x="29167" y="21120"/>
                    <a:pt x="29189" y="21120"/>
                  </a:cubicBezTo>
                  <a:cubicBezTo>
                    <a:pt x="29196" y="21120"/>
                    <a:pt x="29204" y="21124"/>
                    <a:pt x="29211" y="21132"/>
                  </a:cubicBezTo>
                  <a:cubicBezTo>
                    <a:pt x="29233" y="21199"/>
                    <a:pt x="29191" y="21363"/>
                    <a:pt x="29297" y="21363"/>
                  </a:cubicBezTo>
                  <a:cubicBezTo>
                    <a:pt x="29336" y="21363"/>
                    <a:pt x="29395" y="21341"/>
                    <a:pt x="29485" y="21284"/>
                  </a:cubicBezTo>
                  <a:cubicBezTo>
                    <a:pt x="29485" y="21284"/>
                    <a:pt x="29606" y="21345"/>
                    <a:pt x="29606" y="21405"/>
                  </a:cubicBezTo>
                  <a:lnTo>
                    <a:pt x="29637" y="21709"/>
                  </a:lnTo>
                  <a:cubicBezTo>
                    <a:pt x="29758" y="21801"/>
                    <a:pt x="29849" y="21861"/>
                    <a:pt x="29971" y="21922"/>
                  </a:cubicBezTo>
                  <a:lnTo>
                    <a:pt x="30062" y="21922"/>
                  </a:lnTo>
                  <a:cubicBezTo>
                    <a:pt x="30123" y="21892"/>
                    <a:pt x="30123" y="21861"/>
                    <a:pt x="30093" y="21801"/>
                  </a:cubicBezTo>
                  <a:cubicBezTo>
                    <a:pt x="30062" y="21801"/>
                    <a:pt x="29789" y="21740"/>
                    <a:pt x="29849" y="21649"/>
                  </a:cubicBezTo>
                  <a:cubicBezTo>
                    <a:pt x="29854" y="21634"/>
                    <a:pt x="29861" y="21628"/>
                    <a:pt x="29871" y="21628"/>
                  </a:cubicBezTo>
                  <a:cubicBezTo>
                    <a:pt x="29916" y="21628"/>
                    <a:pt x="30011" y="21773"/>
                    <a:pt x="30127" y="21773"/>
                  </a:cubicBezTo>
                  <a:cubicBezTo>
                    <a:pt x="30135" y="21773"/>
                    <a:pt x="30144" y="21772"/>
                    <a:pt x="30153" y="21770"/>
                  </a:cubicBezTo>
                  <a:cubicBezTo>
                    <a:pt x="30275" y="21770"/>
                    <a:pt x="30670" y="21770"/>
                    <a:pt x="30761" y="21679"/>
                  </a:cubicBezTo>
                  <a:cubicBezTo>
                    <a:pt x="30853" y="21588"/>
                    <a:pt x="30944" y="21527"/>
                    <a:pt x="30944" y="21527"/>
                  </a:cubicBezTo>
                  <a:lnTo>
                    <a:pt x="30944" y="21527"/>
                  </a:lnTo>
                  <a:cubicBezTo>
                    <a:pt x="31035" y="21588"/>
                    <a:pt x="30883" y="21770"/>
                    <a:pt x="31065" y="21770"/>
                  </a:cubicBezTo>
                  <a:cubicBezTo>
                    <a:pt x="31126" y="21740"/>
                    <a:pt x="31217" y="21649"/>
                    <a:pt x="31248" y="21557"/>
                  </a:cubicBezTo>
                  <a:lnTo>
                    <a:pt x="31308" y="21497"/>
                  </a:lnTo>
                  <a:cubicBezTo>
                    <a:pt x="31308" y="21436"/>
                    <a:pt x="31552" y="21436"/>
                    <a:pt x="31643" y="21436"/>
                  </a:cubicBezTo>
                  <a:cubicBezTo>
                    <a:pt x="31734" y="21466"/>
                    <a:pt x="31704" y="21679"/>
                    <a:pt x="31612" y="21679"/>
                  </a:cubicBezTo>
                  <a:lnTo>
                    <a:pt x="31248" y="21679"/>
                  </a:lnTo>
                  <a:lnTo>
                    <a:pt x="31278" y="21770"/>
                  </a:lnTo>
                  <a:lnTo>
                    <a:pt x="31278" y="21801"/>
                  </a:lnTo>
                  <a:cubicBezTo>
                    <a:pt x="31369" y="21831"/>
                    <a:pt x="31460" y="21831"/>
                    <a:pt x="31552" y="21831"/>
                  </a:cubicBezTo>
                  <a:cubicBezTo>
                    <a:pt x="31576" y="21831"/>
                    <a:pt x="31736" y="21753"/>
                    <a:pt x="31831" y="21753"/>
                  </a:cubicBezTo>
                  <a:cubicBezTo>
                    <a:pt x="31854" y="21753"/>
                    <a:pt x="31874" y="21758"/>
                    <a:pt x="31886" y="21770"/>
                  </a:cubicBezTo>
                  <a:cubicBezTo>
                    <a:pt x="31947" y="21831"/>
                    <a:pt x="32008" y="21892"/>
                    <a:pt x="32068" y="21922"/>
                  </a:cubicBezTo>
                  <a:cubicBezTo>
                    <a:pt x="32099" y="21922"/>
                    <a:pt x="32129" y="21892"/>
                    <a:pt x="32160" y="21861"/>
                  </a:cubicBezTo>
                  <a:lnTo>
                    <a:pt x="32160" y="21831"/>
                  </a:lnTo>
                  <a:cubicBezTo>
                    <a:pt x="32129" y="21801"/>
                    <a:pt x="32312" y="21679"/>
                    <a:pt x="32403" y="21649"/>
                  </a:cubicBezTo>
                  <a:cubicBezTo>
                    <a:pt x="32423" y="21635"/>
                    <a:pt x="32444" y="21629"/>
                    <a:pt x="32464" y="21629"/>
                  </a:cubicBezTo>
                  <a:cubicBezTo>
                    <a:pt x="32533" y="21629"/>
                    <a:pt x="32599" y="21700"/>
                    <a:pt x="32646" y="21770"/>
                  </a:cubicBezTo>
                  <a:lnTo>
                    <a:pt x="32737" y="21801"/>
                  </a:lnTo>
                  <a:lnTo>
                    <a:pt x="32828" y="21831"/>
                  </a:lnTo>
                  <a:cubicBezTo>
                    <a:pt x="32957" y="21809"/>
                    <a:pt x="33071" y="21788"/>
                    <a:pt x="33191" y="21788"/>
                  </a:cubicBezTo>
                  <a:cubicBezTo>
                    <a:pt x="33241" y="21788"/>
                    <a:pt x="33292" y="21792"/>
                    <a:pt x="33345" y="21801"/>
                  </a:cubicBezTo>
                  <a:lnTo>
                    <a:pt x="33558" y="21861"/>
                  </a:lnTo>
                  <a:lnTo>
                    <a:pt x="34074" y="21861"/>
                  </a:lnTo>
                  <a:cubicBezTo>
                    <a:pt x="34257" y="21892"/>
                    <a:pt x="34409" y="21922"/>
                    <a:pt x="34561" y="21922"/>
                  </a:cubicBezTo>
                  <a:lnTo>
                    <a:pt x="34561" y="21649"/>
                  </a:lnTo>
                  <a:cubicBezTo>
                    <a:pt x="34576" y="21625"/>
                    <a:pt x="34600" y="21616"/>
                    <a:pt x="34627" y="21616"/>
                  </a:cubicBezTo>
                  <a:cubicBezTo>
                    <a:pt x="34705" y="21616"/>
                    <a:pt x="34812" y="21695"/>
                    <a:pt x="34834" y="21740"/>
                  </a:cubicBezTo>
                  <a:cubicBezTo>
                    <a:pt x="34846" y="21763"/>
                    <a:pt x="34893" y="21773"/>
                    <a:pt x="34954" y="21773"/>
                  </a:cubicBezTo>
                  <a:cubicBezTo>
                    <a:pt x="35052" y="21773"/>
                    <a:pt x="35185" y="21747"/>
                    <a:pt x="35260" y="21709"/>
                  </a:cubicBezTo>
                  <a:cubicBezTo>
                    <a:pt x="35292" y="21688"/>
                    <a:pt x="35328" y="21678"/>
                    <a:pt x="35364" y="21678"/>
                  </a:cubicBezTo>
                  <a:cubicBezTo>
                    <a:pt x="35430" y="21678"/>
                    <a:pt x="35494" y="21711"/>
                    <a:pt x="35533" y="21770"/>
                  </a:cubicBezTo>
                  <a:lnTo>
                    <a:pt x="35594" y="21801"/>
                  </a:lnTo>
                  <a:lnTo>
                    <a:pt x="35655" y="21861"/>
                  </a:lnTo>
                  <a:cubicBezTo>
                    <a:pt x="35659" y="21863"/>
                    <a:pt x="35663" y="21864"/>
                    <a:pt x="35667" y="21864"/>
                  </a:cubicBezTo>
                  <a:cubicBezTo>
                    <a:pt x="35724" y="21864"/>
                    <a:pt x="35777" y="21673"/>
                    <a:pt x="35777" y="21588"/>
                  </a:cubicBezTo>
                  <a:cubicBezTo>
                    <a:pt x="35789" y="21552"/>
                    <a:pt x="35805" y="21540"/>
                    <a:pt x="35823" y="21540"/>
                  </a:cubicBezTo>
                  <a:cubicBezTo>
                    <a:pt x="35850" y="21540"/>
                    <a:pt x="35880" y="21569"/>
                    <a:pt x="35898" y="21588"/>
                  </a:cubicBezTo>
                  <a:cubicBezTo>
                    <a:pt x="35898" y="21618"/>
                    <a:pt x="36050" y="21740"/>
                    <a:pt x="35989" y="21770"/>
                  </a:cubicBezTo>
                  <a:cubicBezTo>
                    <a:pt x="35929" y="21801"/>
                    <a:pt x="36020" y="21831"/>
                    <a:pt x="36263" y="21861"/>
                  </a:cubicBezTo>
                  <a:lnTo>
                    <a:pt x="36415" y="21892"/>
                  </a:lnTo>
                  <a:lnTo>
                    <a:pt x="36445" y="21892"/>
                  </a:lnTo>
                  <a:lnTo>
                    <a:pt x="36749" y="21861"/>
                  </a:lnTo>
                  <a:lnTo>
                    <a:pt x="36871" y="21831"/>
                  </a:lnTo>
                  <a:cubicBezTo>
                    <a:pt x="36977" y="21831"/>
                    <a:pt x="37084" y="21846"/>
                    <a:pt x="37186" y="21846"/>
                  </a:cubicBezTo>
                  <a:cubicBezTo>
                    <a:pt x="37289" y="21846"/>
                    <a:pt x="37388" y="21831"/>
                    <a:pt x="37479" y="21770"/>
                  </a:cubicBezTo>
                  <a:cubicBezTo>
                    <a:pt x="37496" y="21753"/>
                    <a:pt x="37515" y="21746"/>
                    <a:pt x="37534" y="21746"/>
                  </a:cubicBezTo>
                  <a:cubicBezTo>
                    <a:pt x="37583" y="21746"/>
                    <a:pt x="37631" y="21796"/>
                    <a:pt x="37631" y="21861"/>
                  </a:cubicBezTo>
                  <a:cubicBezTo>
                    <a:pt x="37631" y="21900"/>
                    <a:pt x="37642" y="21912"/>
                    <a:pt x="37659" y="21912"/>
                  </a:cubicBezTo>
                  <a:cubicBezTo>
                    <a:pt x="37683" y="21912"/>
                    <a:pt x="37718" y="21892"/>
                    <a:pt x="37752" y="21892"/>
                  </a:cubicBezTo>
                  <a:lnTo>
                    <a:pt x="37844" y="21861"/>
                  </a:lnTo>
                  <a:cubicBezTo>
                    <a:pt x="37935" y="21861"/>
                    <a:pt x="38026" y="21801"/>
                    <a:pt x="38056" y="21709"/>
                  </a:cubicBezTo>
                  <a:cubicBezTo>
                    <a:pt x="38056" y="21679"/>
                    <a:pt x="38102" y="21664"/>
                    <a:pt x="38174" y="21664"/>
                  </a:cubicBezTo>
                  <a:cubicBezTo>
                    <a:pt x="38246" y="21664"/>
                    <a:pt x="38345" y="21679"/>
                    <a:pt x="38451" y="21709"/>
                  </a:cubicBezTo>
                  <a:lnTo>
                    <a:pt x="38451" y="21892"/>
                  </a:lnTo>
                  <a:cubicBezTo>
                    <a:pt x="38482" y="21907"/>
                    <a:pt x="38512" y="21915"/>
                    <a:pt x="38539" y="21915"/>
                  </a:cubicBezTo>
                  <a:cubicBezTo>
                    <a:pt x="38565" y="21915"/>
                    <a:pt x="38588" y="21907"/>
                    <a:pt x="38603" y="21892"/>
                  </a:cubicBezTo>
                  <a:lnTo>
                    <a:pt x="38695" y="21861"/>
                  </a:lnTo>
                  <a:cubicBezTo>
                    <a:pt x="38718" y="21838"/>
                    <a:pt x="38750" y="21828"/>
                    <a:pt x="38786" y="21828"/>
                  </a:cubicBezTo>
                  <a:cubicBezTo>
                    <a:pt x="38844" y="21828"/>
                    <a:pt x="38912" y="21854"/>
                    <a:pt x="38968" y="21892"/>
                  </a:cubicBezTo>
                  <a:cubicBezTo>
                    <a:pt x="38972" y="21896"/>
                    <a:pt x="38978" y="21898"/>
                    <a:pt x="38986" y="21898"/>
                  </a:cubicBezTo>
                  <a:cubicBezTo>
                    <a:pt x="39031" y="21898"/>
                    <a:pt x="39124" y="21827"/>
                    <a:pt x="39151" y="21801"/>
                  </a:cubicBezTo>
                  <a:cubicBezTo>
                    <a:pt x="39163" y="21788"/>
                    <a:pt x="39197" y="21781"/>
                    <a:pt x="39242" y="21781"/>
                  </a:cubicBezTo>
                  <a:cubicBezTo>
                    <a:pt x="39307" y="21781"/>
                    <a:pt x="39396" y="21795"/>
                    <a:pt x="39485" y="21831"/>
                  </a:cubicBezTo>
                  <a:lnTo>
                    <a:pt x="39576" y="21892"/>
                  </a:lnTo>
                  <a:lnTo>
                    <a:pt x="39758" y="22013"/>
                  </a:lnTo>
                  <a:cubicBezTo>
                    <a:pt x="39827" y="21945"/>
                    <a:pt x="39929" y="21911"/>
                    <a:pt x="40041" y="21911"/>
                  </a:cubicBezTo>
                  <a:cubicBezTo>
                    <a:pt x="40078" y="21911"/>
                    <a:pt x="40116" y="21915"/>
                    <a:pt x="40154" y="21922"/>
                  </a:cubicBezTo>
                  <a:lnTo>
                    <a:pt x="40245" y="21922"/>
                  </a:lnTo>
                  <a:cubicBezTo>
                    <a:pt x="40353" y="21895"/>
                    <a:pt x="40485" y="21796"/>
                    <a:pt x="40535" y="21796"/>
                  </a:cubicBezTo>
                  <a:cubicBezTo>
                    <a:pt x="40541" y="21796"/>
                    <a:pt x="40545" y="21797"/>
                    <a:pt x="40549" y="21801"/>
                  </a:cubicBezTo>
                  <a:lnTo>
                    <a:pt x="40762" y="21892"/>
                  </a:lnTo>
                  <a:cubicBezTo>
                    <a:pt x="40808" y="21799"/>
                    <a:pt x="40854" y="21759"/>
                    <a:pt x="40874" y="21759"/>
                  </a:cubicBezTo>
                  <a:cubicBezTo>
                    <a:pt x="40880" y="21759"/>
                    <a:pt x="40883" y="21763"/>
                    <a:pt x="40883" y="21770"/>
                  </a:cubicBezTo>
                  <a:cubicBezTo>
                    <a:pt x="41035" y="21801"/>
                    <a:pt x="41187" y="21861"/>
                    <a:pt x="41309" y="21861"/>
                  </a:cubicBezTo>
                  <a:lnTo>
                    <a:pt x="41977" y="21861"/>
                  </a:lnTo>
                  <a:cubicBezTo>
                    <a:pt x="42069" y="21861"/>
                    <a:pt x="42129" y="21892"/>
                    <a:pt x="42221" y="21892"/>
                  </a:cubicBezTo>
                  <a:cubicBezTo>
                    <a:pt x="42403" y="21953"/>
                    <a:pt x="42585" y="21983"/>
                    <a:pt x="42768" y="21983"/>
                  </a:cubicBezTo>
                  <a:cubicBezTo>
                    <a:pt x="42859" y="21983"/>
                    <a:pt x="42950" y="21953"/>
                    <a:pt x="43041" y="21892"/>
                  </a:cubicBezTo>
                  <a:lnTo>
                    <a:pt x="43072" y="21861"/>
                  </a:lnTo>
                  <a:lnTo>
                    <a:pt x="43102" y="21801"/>
                  </a:lnTo>
                  <a:cubicBezTo>
                    <a:pt x="43123" y="21780"/>
                    <a:pt x="43144" y="21771"/>
                    <a:pt x="43165" y="21771"/>
                  </a:cubicBezTo>
                  <a:cubicBezTo>
                    <a:pt x="43234" y="21771"/>
                    <a:pt x="43298" y="21861"/>
                    <a:pt x="43345" y="21861"/>
                  </a:cubicBezTo>
                  <a:lnTo>
                    <a:pt x="43862" y="21861"/>
                  </a:lnTo>
                  <a:lnTo>
                    <a:pt x="44014" y="21892"/>
                  </a:lnTo>
                  <a:cubicBezTo>
                    <a:pt x="44121" y="21927"/>
                    <a:pt x="44228" y="21942"/>
                    <a:pt x="44334" y="21942"/>
                  </a:cubicBezTo>
                  <a:cubicBezTo>
                    <a:pt x="44410" y="21942"/>
                    <a:pt x="44485" y="21935"/>
                    <a:pt x="44561" y="21922"/>
                  </a:cubicBezTo>
                  <a:lnTo>
                    <a:pt x="44591" y="21922"/>
                  </a:lnTo>
                  <a:cubicBezTo>
                    <a:pt x="44612" y="21922"/>
                    <a:pt x="44726" y="21936"/>
                    <a:pt x="44819" y="21936"/>
                  </a:cubicBezTo>
                  <a:cubicBezTo>
                    <a:pt x="44865" y="21936"/>
                    <a:pt x="44905" y="21932"/>
                    <a:pt x="44926" y="21922"/>
                  </a:cubicBezTo>
                  <a:cubicBezTo>
                    <a:pt x="44939" y="21916"/>
                    <a:pt x="44960" y="21913"/>
                    <a:pt x="44985" y="21913"/>
                  </a:cubicBezTo>
                  <a:cubicBezTo>
                    <a:pt x="45055" y="21913"/>
                    <a:pt x="45161" y="21931"/>
                    <a:pt x="45231" y="21931"/>
                  </a:cubicBezTo>
                  <a:cubicBezTo>
                    <a:pt x="45257" y="21931"/>
                    <a:pt x="45278" y="21929"/>
                    <a:pt x="45290" y="21922"/>
                  </a:cubicBezTo>
                  <a:cubicBezTo>
                    <a:pt x="45309" y="21916"/>
                    <a:pt x="45338" y="21914"/>
                    <a:pt x="45374" y="21914"/>
                  </a:cubicBezTo>
                  <a:cubicBezTo>
                    <a:pt x="45518" y="21914"/>
                    <a:pt x="45771" y="21953"/>
                    <a:pt x="45868" y="21953"/>
                  </a:cubicBezTo>
                  <a:cubicBezTo>
                    <a:pt x="45990" y="21953"/>
                    <a:pt x="46111" y="21922"/>
                    <a:pt x="46233" y="21892"/>
                  </a:cubicBezTo>
                  <a:lnTo>
                    <a:pt x="46415" y="21892"/>
                  </a:lnTo>
                  <a:cubicBezTo>
                    <a:pt x="46446" y="21899"/>
                    <a:pt x="46474" y="21903"/>
                    <a:pt x="46500" y="21903"/>
                  </a:cubicBezTo>
                  <a:cubicBezTo>
                    <a:pt x="46577" y="21903"/>
                    <a:pt x="46628" y="21869"/>
                    <a:pt x="46628" y="21801"/>
                  </a:cubicBezTo>
                  <a:lnTo>
                    <a:pt x="46628" y="21709"/>
                  </a:lnTo>
                  <a:cubicBezTo>
                    <a:pt x="46597" y="21649"/>
                    <a:pt x="46689" y="21618"/>
                    <a:pt x="46749" y="21618"/>
                  </a:cubicBezTo>
                  <a:cubicBezTo>
                    <a:pt x="46780" y="21618"/>
                    <a:pt x="46810" y="21740"/>
                    <a:pt x="46810" y="21801"/>
                  </a:cubicBezTo>
                  <a:cubicBezTo>
                    <a:pt x="46810" y="21831"/>
                    <a:pt x="46871" y="21922"/>
                    <a:pt x="46993" y="21953"/>
                  </a:cubicBezTo>
                  <a:lnTo>
                    <a:pt x="47114" y="21953"/>
                  </a:lnTo>
                  <a:cubicBezTo>
                    <a:pt x="47145" y="21922"/>
                    <a:pt x="47175" y="21892"/>
                    <a:pt x="47175" y="21892"/>
                  </a:cubicBezTo>
                  <a:cubicBezTo>
                    <a:pt x="47205" y="21892"/>
                    <a:pt x="47661" y="21770"/>
                    <a:pt x="47661" y="21770"/>
                  </a:cubicBezTo>
                  <a:lnTo>
                    <a:pt x="47874" y="21892"/>
                  </a:lnTo>
                  <a:cubicBezTo>
                    <a:pt x="48148" y="21861"/>
                    <a:pt x="48452" y="21831"/>
                    <a:pt x="48756" y="21831"/>
                  </a:cubicBezTo>
                  <a:cubicBezTo>
                    <a:pt x="48877" y="21861"/>
                    <a:pt x="48999" y="21861"/>
                    <a:pt x="49120" y="21861"/>
                  </a:cubicBezTo>
                  <a:cubicBezTo>
                    <a:pt x="49151" y="21861"/>
                    <a:pt x="49394" y="21801"/>
                    <a:pt x="49455" y="21801"/>
                  </a:cubicBezTo>
                  <a:cubicBezTo>
                    <a:pt x="49495" y="21801"/>
                    <a:pt x="49590" y="21787"/>
                    <a:pt x="49657" y="21787"/>
                  </a:cubicBezTo>
                  <a:cubicBezTo>
                    <a:pt x="49691" y="21787"/>
                    <a:pt x="49718" y="21790"/>
                    <a:pt x="49728" y="21801"/>
                  </a:cubicBezTo>
                  <a:cubicBezTo>
                    <a:pt x="49850" y="21831"/>
                    <a:pt x="49971" y="21861"/>
                    <a:pt x="50093" y="21892"/>
                  </a:cubicBezTo>
                  <a:lnTo>
                    <a:pt x="50154" y="21831"/>
                  </a:lnTo>
                  <a:lnTo>
                    <a:pt x="50367" y="21649"/>
                  </a:lnTo>
                  <a:cubicBezTo>
                    <a:pt x="50701" y="21770"/>
                    <a:pt x="51066" y="21831"/>
                    <a:pt x="51400" y="21892"/>
                  </a:cubicBezTo>
                  <a:cubicBezTo>
                    <a:pt x="51552" y="21861"/>
                    <a:pt x="51643" y="21709"/>
                    <a:pt x="51704" y="21679"/>
                  </a:cubicBezTo>
                  <a:cubicBezTo>
                    <a:pt x="51707" y="21672"/>
                    <a:pt x="51714" y="21669"/>
                    <a:pt x="51723" y="21669"/>
                  </a:cubicBezTo>
                  <a:cubicBezTo>
                    <a:pt x="51793" y="21669"/>
                    <a:pt x="52021" y="21861"/>
                    <a:pt x="52130" y="21861"/>
                  </a:cubicBezTo>
                  <a:lnTo>
                    <a:pt x="52829" y="21801"/>
                  </a:lnTo>
                  <a:cubicBezTo>
                    <a:pt x="52874" y="21785"/>
                    <a:pt x="52920" y="21778"/>
                    <a:pt x="52965" y="21778"/>
                  </a:cubicBezTo>
                  <a:cubicBezTo>
                    <a:pt x="53011" y="21778"/>
                    <a:pt x="53057" y="21785"/>
                    <a:pt x="53102" y="21801"/>
                  </a:cubicBezTo>
                  <a:cubicBezTo>
                    <a:pt x="53102" y="21801"/>
                    <a:pt x="53152" y="21926"/>
                    <a:pt x="53207" y="21926"/>
                  </a:cubicBezTo>
                  <a:cubicBezTo>
                    <a:pt x="53213" y="21926"/>
                    <a:pt x="53218" y="21925"/>
                    <a:pt x="53224" y="21922"/>
                  </a:cubicBezTo>
                  <a:cubicBezTo>
                    <a:pt x="53315" y="21892"/>
                    <a:pt x="53406" y="21831"/>
                    <a:pt x="53528" y="21831"/>
                  </a:cubicBezTo>
                  <a:cubicBezTo>
                    <a:pt x="53649" y="21831"/>
                    <a:pt x="53740" y="21861"/>
                    <a:pt x="53832" y="21892"/>
                  </a:cubicBezTo>
                  <a:lnTo>
                    <a:pt x="53984" y="21801"/>
                  </a:lnTo>
                  <a:cubicBezTo>
                    <a:pt x="53992" y="21796"/>
                    <a:pt x="54003" y="21794"/>
                    <a:pt x="54017" y="21794"/>
                  </a:cubicBezTo>
                  <a:cubicBezTo>
                    <a:pt x="54096" y="21794"/>
                    <a:pt x="54249" y="21861"/>
                    <a:pt x="54379" y="21861"/>
                  </a:cubicBezTo>
                  <a:lnTo>
                    <a:pt x="54440" y="21861"/>
                  </a:lnTo>
                  <a:cubicBezTo>
                    <a:pt x="54526" y="21840"/>
                    <a:pt x="54612" y="21818"/>
                    <a:pt x="54698" y="21818"/>
                  </a:cubicBezTo>
                  <a:cubicBezTo>
                    <a:pt x="54733" y="21818"/>
                    <a:pt x="54769" y="21822"/>
                    <a:pt x="54804" y="21831"/>
                  </a:cubicBezTo>
                  <a:lnTo>
                    <a:pt x="54956" y="21831"/>
                  </a:lnTo>
                  <a:cubicBezTo>
                    <a:pt x="54956" y="21801"/>
                    <a:pt x="54926" y="21770"/>
                    <a:pt x="54896" y="21770"/>
                  </a:cubicBezTo>
                  <a:lnTo>
                    <a:pt x="54896" y="21740"/>
                  </a:lnTo>
                  <a:cubicBezTo>
                    <a:pt x="54896" y="21715"/>
                    <a:pt x="54896" y="21671"/>
                    <a:pt x="54928" y="21671"/>
                  </a:cubicBezTo>
                  <a:cubicBezTo>
                    <a:pt x="54935" y="21671"/>
                    <a:pt x="54945" y="21673"/>
                    <a:pt x="54956" y="21679"/>
                  </a:cubicBezTo>
                  <a:cubicBezTo>
                    <a:pt x="55017" y="21709"/>
                    <a:pt x="55047" y="21740"/>
                    <a:pt x="55108" y="21740"/>
                  </a:cubicBezTo>
                  <a:cubicBezTo>
                    <a:pt x="55169" y="21740"/>
                    <a:pt x="55203" y="21699"/>
                    <a:pt x="55246" y="21699"/>
                  </a:cubicBezTo>
                  <a:cubicBezTo>
                    <a:pt x="55267" y="21699"/>
                    <a:pt x="55291" y="21709"/>
                    <a:pt x="55321" y="21740"/>
                  </a:cubicBezTo>
                  <a:cubicBezTo>
                    <a:pt x="55321" y="21746"/>
                    <a:pt x="55325" y="21748"/>
                    <a:pt x="55331" y="21748"/>
                  </a:cubicBezTo>
                  <a:cubicBezTo>
                    <a:pt x="55355" y="21748"/>
                    <a:pt x="55418" y="21709"/>
                    <a:pt x="55443" y="21709"/>
                  </a:cubicBezTo>
                  <a:lnTo>
                    <a:pt x="55564" y="21740"/>
                  </a:lnTo>
                  <a:cubicBezTo>
                    <a:pt x="55610" y="21755"/>
                    <a:pt x="55701" y="21755"/>
                    <a:pt x="55788" y="21755"/>
                  </a:cubicBezTo>
                  <a:cubicBezTo>
                    <a:pt x="55876" y="21755"/>
                    <a:pt x="55959" y="21755"/>
                    <a:pt x="55990" y="21770"/>
                  </a:cubicBezTo>
                  <a:cubicBezTo>
                    <a:pt x="56111" y="21831"/>
                    <a:pt x="56233" y="21831"/>
                    <a:pt x="56355" y="21831"/>
                  </a:cubicBezTo>
                  <a:cubicBezTo>
                    <a:pt x="56367" y="21825"/>
                    <a:pt x="56385" y="21822"/>
                    <a:pt x="56407" y="21822"/>
                  </a:cubicBezTo>
                  <a:cubicBezTo>
                    <a:pt x="56494" y="21822"/>
                    <a:pt x="56640" y="21861"/>
                    <a:pt x="56689" y="21861"/>
                  </a:cubicBezTo>
                  <a:lnTo>
                    <a:pt x="56932" y="21831"/>
                  </a:lnTo>
                  <a:lnTo>
                    <a:pt x="56993" y="21861"/>
                  </a:lnTo>
                  <a:lnTo>
                    <a:pt x="57175" y="21922"/>
                  </a:lnTo>
                  <a:cubicBezTo>
                    <a:pt x="57193" y="21851"/>
                    <a:pt x="57211" y="21821"/>
                    <a:pt x="57229" y="21821"/>
                  </a:cubicBezTo>
                  <a:cubicBezTo>
                    <a:pt x="57241" y="21821"/>
                    <a:pt x="57254" y="21836"/>
                    <a:pt x="57266" y="21861"/>
                  </a:cubicBezTo>
                  <a:cubicBezTo>
                    <a:pt x="57266" y="21887"/>
                    <a:pt x="57294" y="21896"/>
                    <a:pt x="57327" y="21896"/>
                  </a:cubicBezTo>
                  <a:cubicBezTo>
                    <a:pt x="57373" y="21896"/>
                    <a:pt x="57431" y="21879"/>
                    <a:pt x="57449" y="21861"/>
                  </a:cubicBezTo>
                  <a:cubicBezTo>
                    <a:pt x="57475" y="21852"/>
                    <a:pt x="57502" y="21849"/>
                    <a:pt x="57528" y="21849"/>
                  </a:cubicBezTo>
                  <a:cubicBezTo>
                    <a:pt x="57591" y="21849"/>
                    <a:pt x="57649" y="21870"/>
                    <a:pt x="57692" y="21892"/>
                  </a:cubicBezTo>
                  <a:lnTo>
                    <a:pt x="57783" y="21801"/>
                  </a:lnTo>
                  <a:lnTo>
                    <a:pt x="57874" y="21740"/>
                  </a:lnTo>
                  <a:cubicBezTo>
                    <a:pt x="57898" y="21717"/>
                    <a:pt x="57925" y="21707"/>
                    <a:pt x="57954" y="21707"/>
                  </a:cubicBezTo>
                  <a:cubicBezTo>
                    <a:pt x="58000" y="21707"/>
                    <a:pt x="58049" y="21733"/>
                    <a:pt x="58087" y="21770"/>
                  </a:cubicBezTo>
                  <a:cubicBezTo>
                    <a:pt x="58087" y="21831"/>
                    <a:pt x="58300" y="21892"/>
                    <a:pt x="58391" y="21892"/>
                  </a:cubicBezTo>
                  <a:cubicBezTo>
                    <a:pt x="58467" y="21866"/>
                    <a:pt x="58628" y="21756"/>
                    <a:pt x="58733" y="21756"/>
                  </a:cubicBezTo>
                  <a:cubicBezTo>
                    <a:pt x="58753" y="21756"/>
                    <a:pt x="58771" y="21760"/>
                    <a:pt x="58786" y="21770"/>
                  </a:cubicBezTo>
                  <a:cubicBezTo>
                    <a:pt x="58832" y="21785"/>
                    <a:pt x="58885" y="21793"/>
                    <a:pt x="58942" y="21793"/>
                  </a:cubicBezTo>
                  <a:cubicBezTo>
                    <a:pt x="58999" y="21793"/>
                    <a:pt x="59060" y="21785"/>
                    <a:pt x="59121" y="21770"/>
                  </a:cubicBezTo>
                  <a:lnTo>
                    <a:pt x="59242" y="21831"/>
                  </a:lnTo>
                  <a:lnTo>
                    <a:pt x="59424" y="21983"/>
                  </a:lnTo>
                  <a:cubicBezTo>
                    <a:pt x="59546" y="21892"/>
                    <a:pt x="59911" y="21892"/>
                    <a:pt x="60002" y="21861"/>
                  </a:cubicBezTo>
                  <a:cubicBezTo>
                    <a:pt x="60093" y="21801"/>
                    <a:pt x="60215" y="21770"/>
                    <a:pt x="60336" y="21740"/>
                  </a:cubicBezTo>
                  <a:cubicBezTo>
                    <a:pt x="60549" y="21801"/>
                    <a:pt x="60792" y="21831"/>
                    <a:pt x="61005" y="21831"/>
                  </a:cubicBezTo>
                  <a:cubicBezTo>
                    <a:pt x="61127" y="21831"/>
                    <a:pt x="61218" y="21831"/>
                    <a:pt x="61339" y="21801"/>
                  </a:cubicBezTo>
                  <a:cubicBezTo>
                    <a:pt x="61362" y="21801"/>
                    <a:pt x="61453" y="21749"/>
                    <a:pt x="61510" y="21749"/>
                  </a:cubicBezTo>
                  <a:cubicBezTo>
                    <a:pt x="61529" y="21749"/>
                    <a:pt x="61545" y="21755"/>
                    <a:pt x="61552" y="21770"/>
                  </a:cubicBezTo>
                  <a:cubicBezTo>
                    <a:pt x="61560" y="21778"/>
                    <a:pt x="61577" y="21782"/>
                    <a:pt x="61601" y="21782"/>
                  </a:cubicBezTo>
                  <a:cubicBezTo>
                    <a:pt x="61672" y="21782"/>
                    <a:pt x="61803" y="21747"/>
                    <a:pt x="61917" y="21679"/>
                  </a:cubicBezTo>
                  <a:lnTo>
                    <a:pt x="62039" y="21709"/>
                  </a:lnTo>
                  <a:lnTo>
                    <a:pt x="62373" y="21801"/>
                  </a:lnTo>
                  <a:cubicBezTo>
                    <a:pt x="62677" y="21770"/>
                    <a:pt x="63011" y="21770"/>
                    <a:pt x="63315" y="21770"/>
                  </a:cubicBezTo>
                  <a:cubicBezTo>
                    <a:pt x="63406" y="21770"/>
                    <a:pt x="63498" y="21679"/>
                    <a:pt x="63558" y="21588"/>
                  </a:cubicBezTo>
                  <a:cubicBezTo>
                    <a:pt x="63558" y="21584"/>
                    <a:pt x="63560" y="21583"/>
                    <a:pt x="63565" y="21583"/>
                  </a:cubicBezTo>
                  <a:cubicBezTo>
                    <a:pt x="63597" y="21583"/>
                    <a:pt x="63751" y="21682"/>
                    <a:pt x="63832" y="21709"/>
                  </a:cubicBezTo>
                  <a:cubicBezTo>
                    <a:pt x="63850" y="21727"/>
                    <a:pt x="63881" y="21735"/>
                    <a:pt x="63916" y="21735"/>
                  </a:cubicBezTo>
                  <a:cubicBezTo>
                    <a:pt x="64002" y="21735"/>
                    <a:pt x="64114" y="21692"/>
                    <a:pt x="64136" y="21649"/>
                  </a:cubicBezTo>
                  <a:cubicBezTo>
                    <a:pt x="64166" y="21633"/>
                    <a:pt x="64197" y="21626"/>
                    <a:pt x="64227" y="21626"/>
                  </a:cubicBezTo>
                  <a:cubicBezTo>
                    <a:pt x="64257" y="21626"/>
                    <a:pt x="64288" y="21633"/>
                    <a:pt x="64318" y="21649"/>
                  </a:cubicBezTo>
                  <a:lnTo>
                    <a:pt x="64379" y="21679"/>
                  </a:lnTo>
                  <a:cubicBezTo>
                    <a:pt x="64485" y="21755"/>
                    <a:pt x="64539" y="21793"/>
                    <a:pt x="64596" y="21793"/>
                  </a:cubicBezTo>
                  <a:cubicBezTo>
                    <a:pt x="64653" y="21793"/>
                    <a:pt x="64713" y="21755"/>
                    <a:pt x="64835" y="21679"/>
                  </a:cubicBezTo>
                  <a:cubicBezTo>
                    <a:pt x="64896" y="21649"/>
                    <a:pt x="65048" y="21618"/>
                    <a:pt x="65048" y="21557"/>
                  </a:cubicBezTo>
                  <a:lnTo>
                    <a:pt x="65108" y="21497"/>
                  </a:lnTo>
                  <a:cubicBezTo>
                    <a:pt x="65121" y="21491"/>
                    <a:pt x="65134" y="21488"/>
                    <a:pt x="65148" y="21488"/>
                  </a:cubicBezTo>
                  <a:cubicBezTo>
                    <a:pt x="65203" y="21488"/>
                    <a:pt x="65267" y="21527"/>
                    <a:pt x="65291" y="21527"/>
                  </a:cubicBezTo>
                  <a:cubicBezTo>
                    <a:pt x="65306" y="21542"/>
                    <a:pt x="65329" y="21550"/>
                    <a:pt x="65352" y="21550"/>
                  </a:cubicBezTo>
                  <a:cubicBezTo>
                    <a:pt x="65374" y="21550"/>
                    <a:pt x="65397" y="21542"/>
                    <a:pt x="65412" y="21527"/>
                  </a:cubicBezTo>
                  <a:cubicBezTo>
                    <a:pt x="65443" y="21527"/>
                    <a:pt x="65504" y="21649"/>
                    <a:pt x="65504" y="21679"/>
                  </a:cubicBezTo>
                  <a:cubicBezTo>
                    <a:pt x="65504" y="21740"/>
                    <a:pt x="65686" y="21770"/>
                    <a:pt x="65777" y="21770"/>
                  </a:cubicBezTo>
                  <a:lnTo>
                    <a:pt x="66142" y="21770"/>
                  </a:lnTo>
                  <a:cubicBezTo>
                    <a:pt x="66182" y="21770"/>
                    <a:pt x="66291" y="21784"/>
                    <a:pt x="66376" y="21784"/>
                  </a:cubicBezTo>
                  <a:cubicBezTo>
                    <a:pt x="66419" y="21784"/>
                    <a:pt x="66456" y="21780"/>
                    <a:pt x="66476" y="21770"/>
                  </a:cubicBezTo>
                  <a:cubicBezTo>
                    <a:pt x="66598" y="21709"/>
                    <a:pt x="66689" y="21679"/>
                    <a:pt x="66811" y="21679"/>
                  </a:cubicBezTo>
                  <a:cubicBezTo>
                    <a:pt x="66871" y="21709"/>
                    <a:pt x="67054" y="21770"/>
                    <a:pt x="67115" y="21770"/>
                  </a:cubicBezTo>
                  <a:cubicBezTo>
                    <a:pt x="67206" y="21770"/>
                    <a:pt x="67297" y="21770"/>
                    <a:pt x="67388" y="21709"/>
                  </a:cubicBezTo>
                  <a:lnTo>
                    <a:pt x="67510" y="21770"/>
                  </a:lnTo>
                  <a:cubicBezTo>
                    <a:pt x="67571" y="21801"/>
                    <a:pt x="67639" y="21816"/>
                    <a:pt x="67707" y="21816"/>
                  </a:cubicBezTo>
                  <a:cubicBezTo>
                    <a:pt x="67776" y="21816"/>
                    <a:pt x="67844" y="21801"/>
                    <a:pt x="67905" y="21770"/>
                  </a:cubicBezTo>
                  <a:lnTo>
                    <a:pt x="68026" y="21709"/>
                  </a:lnTo>
                  <a:cubicBezTo>
                    <a:pt x="68178" y="21709"/>
                    <a:pt x="68330" y="21740"/>
                    <a:pt x="68482" y="21801"/>
                  </a:cubicBezTo>
                  <a:cubicBezTo>
                    <a:pt x="68489" y="21815"/>
                    <a:pt x="68505" y="21821"/>
                    <a:pt x="68525" y="21821"/>
                  </a:cubicBezTo>
                  <a:cubicBezTo>
                    <a:pt x="68593" y="21821"/>
                    <a:pt x="68716" y="21756"/>
                    <a:pt x="68786" y="21709"/>
                  </a:cubicBezTo>
                  <a:cubicBezTo>
                    <a:pt x="68798" y="21704"/>
                    <a:pt x="68815" y="21701"/>
                    <a:pt x="68836" y="21701"/>
                  </a:cubicBezTo>
                  <a:cubicBezTo>
                    <a:pt x="68924" y="21701"/>
                    <a:pt x="69077" y="21746"/>
                    <a:pt x="69151" y="21770"/>
                  </a:cubicBezTo>
                  <a:cubicBezTo>
                    <a:pt x="69173" y="21776"/>
                    <a:pt x="69193" y="21778"/>
                    <a:pt x="69213" y="21778"/>
                  </a:cubicBezTo>
                  <a:cubicBezTo>
                    <a:pt x="69304" y="21778"/>
                    <a:pt x="69375" y="21724"/>
                    <a:pt x="69425" y="21649"/>
                  </a:cubicBezTo>
                  <a:lnTo>
                    <a:pt x="69516" y="21679"/>
                  </a:lnTo>
                  <a:lnTo>
                    <a:pt x="69729" y="21740"/>
                  </a:lnTo>
                  <a:cubicBezTo>
                    <a:pt x="69911" y="21709"/>
                    <a:pt x="70124" y="21679"/>
                    <a:pt x="70154" y="21679"/>
                  </a:cubicBezTo>
                  <a:cubicBezTo>
                    <a:pt x="70428" y="21740"/>
                    <a:pt x="70701" y="21801"/>
                    <a:pt x="70975" y="21801"/>
                  </a:cubicBezTo>
                  <a:cubicBezTo>
                    <a:pt x="71218" y="21740"/>
                    <a:pt x="71492" y="21709"/>
                    <a:pt x="71765" y="21709"/>
                  </a:cubicBezTo>
                  <a:cubicBezTo>
                    <a:pt x="71820" y="21737"/>
                    <a:pt x="71874" y="21752"/>
                    <a:pt x="71926" y="21752"/>
                  </a:cubicBezTo>
                  <a:cubicBezTo>
                    <a:pt x="71990" y="21752"/>
                    <a:pt x="72049" y="21729"/>
                    <a:pt x="72099" y="21679"/>
                  </a:cubicBezTo>
                  <a:lnTo>
                    <a:pt x="72130" y="21679"/>
                  </a:lnTo>
                  <a:lnTo>
                    <a:pt x="72312" y="21740"/>
                  </a:lnTo>
                  <a:cubicBezTo>
                    <a:pt x="72555" y="21709"/>
                    <a:pt x="72799" y="21679"/>
                    <a:pt x="73042" y="21679"/>
                  </a:cubicBezTo>
                  <a:lnTo>
                    <a:pt x="73163" y="21770"/>
                  </a:lnTo>
                  <a:lnTo>
                    <a:pt x="73346" y="21861"/>
                  </a:lnTo>
                  <a:cubicBezTo>
                    <a:pt x="73558" y="21801"/>
                    <a:pt x="73771" y="21770"/>
                    <a:pt x="73984" y="21770"/>
                  </a:cubicBezTo>
                  <a:cubicBezTo>
                    <a:pt x="74049" y="21749"/>
                    <a:pt x="74235" y="21727"/>
                    <a:pt x="74349" y="21727"/>
                  </a:cubicBezTo>
                  <a:cubicBezTo>
                    <a:pt x="74396" y="21727"/>
                    <a:pt x="74431" y="21731"/>
                    <a:pt x="74440" y="21740"/>
                  </a:cubicBezTo>
                  <a:cubicBezTo>
                    <a:pt x="74450" y="21750"/>
                    <a:pt x="74470" y="21753"/>
                    <a:pt x="74495" y="21753"/>
                  </a:cubicBezTo>
                  <a:cubicBezTo>
                    <a:pt x="74545" y="21753"/>
                    <a:pt x="74612" y="21740"/>
                    <a:pt x="74653" y="21740"/>
                  </a:cubicBezTo>
                  <a:lnTo>
                    <a:pt x="75200" y="21770"/>
                  </a:lnTo>
                  <a:cubicBezTo>
                    <a:pt x="75301" y="21770"/>
                    <a:pt x="75416" y="21784"/>
                    <a:pt x="75499" y="21784"/>
                  </a:cubicBezTo>
                  <a:cubicBezTo>
                    <a:pt x="75541" y="21784"/>
                    <a:pt x="75575" y="21780"/>
                    <a:pt x="75595" y="21770"/>
                  </a:cubicBezTo>
                  <a:cubicBezTo>
                    <a:pt x="75644" y="21770"/>
                    <a:pt x="75751" y="21809"/>
                    <a:pt x="75823" y="21809"/>
                  </a:cubicBezTo>
                  <a:cubicBezTo>
                    <a:pt x="75841" y="21809"/>
                    <a:pt x="75856" y="21807"/>
                    <a:pt x="75869" y="21801"/>
                  </a:cubicBezTo>
                  <a:cubicBezTo>
                    <a:pt x="75929" y="21801"/>
                    <a:pt x="76203" y="21679"/>
                    <a:pt x="76324" y="21679"/>
                  </a:cubicBezTo>
                  <a:lnTo>
                    <a:pt x="76932" y="21679"/>
                  </a:lnTo>
                  <a:cubicBezTo>
                    <a:pt x="77084" y="21709"/>
                    <a:pt x="77236" y="21740"/>
                    <a:pt x="77419" y="21740"/>
                  </a:cubicBezTo>
                  <a:cubicBezTo>
                    <a:pt x="77439" y="21730"/>
                    <a:pt x="77486" y="21726"/>
                    <a:pt x="77545" y="21726"/>
                  </a:cubicBezTo>
                  <a:cubicBezTo>
                    <a:pt x="77662" y="21726"/>
                    <a:pt x="77824" y="21740"/>
                    <a:pt x="77905" y="21740"/>
                  </a:cubicBezTo>
                  <a:cubicBezTo>
                    <a:pt x="78027" y="21709"/>
                    <a:pt x="78270" y="21709"/>
                    <a:pt x="78300" y="21709"/>
                  </a:cubicBezTo>
                  <a:cubicBezTo>
                    <a:pt x="78347" y="21709"/>
                    <a:pt x="78520" y="21799"/>
                    <a:pt x="78597" y="21799"/>
                  </a:cubicBezTo>
                  <a:cubicBezTo>
                    <a:pt x="78620" y="21799"/>
                    <a:pt x="78635" y="21791"/>
                    <a:pt x="78635" y="21770"/>
                  </a:cubicBezTo>
                  <a:cubicBezTo>
                    <a:pt x="78635" y="21735"/>
                    <a:pt x="78645" y="21720"/>
                    <a:pt x="78660" y="21720"/>
                  </a:cubicBezTo>
                  <a:cubicBezTo>
                    <a:pt x="78670" y="21720"/>
                    <a:pt x="78683" y="21727"/>
                    <a:pt x="78695" y="21740"/>
                  </a:cubicBezTo>
                  <a:cubicBezTo>
                    <a:pt x="78695" y="21740"/>
                    <a:pt x="79030" y="21679"/>
                    <a:pt x="79182" y="21679"/>
                  </a:cubicBezTo>
                  <a:cubicBezTo>
                    <a:pt x="79242" y="21694"/>
                    <a:pt x="79303" y="21702"/>
                    <a:pt x="79364" y="21702"/>
                  </a:cubicBezTo>
                  <a:cubicBezTo>
                    <a:pt x="79425" y="21702"/>
                    <a:pt x="79486" y="21694"/>
                    <a:pt x="79546" y="21679"/>
                  </a:cubicBezTo>
                  <a:cubicBezTo>
                    <a:pt x="79638" y="21709"/>
                    <a:pt x="79759" y="21709"/>
                    <a:pt x="79850" y="21709"/>
                  </a:cubicBezTo>
                  <a:cubicBezTo>
                    <a:pt x="79942" y="21709"/>
                    <a:pt x="80124" y="21649"/>
                    <a:pt x="80306" y="21618"/>
                  </a:cubicBezTo>
                  <a:lnTo>
                    <a:pt x="80458" y="21649"/>
                  </a:lnTo>
                  <a:lnTo>
                    <a:pt x="80671" y="21709"/>
                  </a:lnTo>
                  <a:cubicBezTo>
                    <a:pt x="80884" y="21679"/>
                    <a:pt x="81097" y="21649"/>
                    <a:pt x="81309" y="21649"/>
                  </a:cubicBezTo>
                  <a:lnTo>
                    <a:pt x="81431" y="21588"/>
                  </a:lnTo>
                  <a:lnTo>
                    <a:pt x="81583" y="21527"/>
                  </a:lnTo>
                  <a:cubicBezTo>
                    <a:pt x="81658" y="21565"/>
                    <a:pt x="81745" y="21591"/>
                    <a:pt x="81836" y="21591"/>
                  </a:cubicBezTo>
                  <a:cubicBezTo>
                    <a:pt x="81892" y="21591"/>
                    <a:pt x="81950" y="21581"/>
                    <a:pt x="82008" y="21557"/>
                  </a:cubicBezTo>
                  <a:lnTo>
                    <a:pt x="82282" y="21557"/>
                  </a:lnTo>
                  <a:cubicBezTo>
                    <a:pt x="82434" y="21557"/>
                    <a:pt x="82586" y="21588"/>
                    <a:pt x="82768" y="21618"/>
                  </a:cubicBezTo>
                  <a:lnTo>
                    <a:pt x="82890" y="21588"/>
                  </a:lnTo>
                  <a:lnTo>
                    <a:pt x="83012" y="21557"/>
                  </a:lnTo>
                  <a:cubicBezTo>
                    <a:pt x="83039" y="21563"/>
                    <a:pt x="83068" y="21565"/>
                    <a:pt x="83098" y="21565"/>
                  </a:cubicBezTo>
                  <a:cubicBezTo>
                    <a:pt x="83229" y="21565"/>
                    <a:pt x="83374" y="21516"/>
                    <a:pt x="83498" y="21466"/>
                  </a:cubicBezTo>
                  <a:lnTo>
                    <a:pt x="83650" y="21557"/>
                  </a:lnTo>
                  <a:lnTo>
                    <a:pt x="83680" y="21557"/>
                  </a:lnTo>
                  <a:cubicBezTo>
                    <a:pt x="83687" y="21554"/>
                    <a:pt x="83699" y="21552"/>
                    <a:pt x="83714" y="21552"/>
                  </a:cubicBezTo>
                  <a:cubicBezTo>
                    <a:pt x="83792" y="21552"/>
                    <a:pt x="83964" y="21592"/>
                    <a:pt x="84091" y="21592"/>
                  </a:cubicBezTo>
                  <a:cubicBezTo>
                    <a:pt x="84151" y="21592"/>
                    <a:pt x="84202" y="21583"/>
                    <a:pt x="84227" y="21557"/>
                  </a:cubicBezTo>
                  <a:cubicBezTo>
                    <a:pt x="84294" y="21513"/>
                    <a:pt x="84410" y="21485"/>
                    <a:pt x="84479" y="21485"/>
                  </a:cubicBezTo>
                  <a:cubicBezTo>
                    <a:pt x="84504" y="21485"/>
                    <a:pt x="84523" y="21488"/>
                    <a:pt x="84531" y="21497"/>
                  </a:cubicBezTo>
                  <a:cubicBezTo>
                    <a:pt x="84536" y="21501"/>
                    <a:pt x="84544" y="21503"/>
                    <a:pt x="84555" y="21503"/>
                  </a:cubicBezTo>
                  <a:cubicBezTo>
                    <a:pt x="84621" y="21503"/>
                    <a:pt x="84792" y="21436"/>
                    <a:pt x="84896" y="21436"/>
                  </a:cubicBezTo>
                  <a:cubicBezTo>
                    <a:pt x="84987" y="21436"/>
                    <a:pt x="85200" y="21405"/>
                    <a:pt x="85382" y="21375"/>
                  </a:cubicBezTo>
                  <a:lnTo>
                    <a:pt x="85534" y="21405"/>
                  </a:lnTo>
                  <a:lnTo>
                    <a:pt x="85656" y="21436"/>
                  </a:lnTo>
                  <a:cubicBezTo>
                    <a:pt x="85764" y="21409"/>
                    <a:pt x="85993" y="21309"/>
                    <a:pt x="86063" y="21309"/>
                  </a:cubicBezTo>
                  <a:cubicBezTo>
                    <a:pt x="86072" y="21309"/>
                    <a:pt x="86078" y="21311"/>
                    <a:pt x="86082" y="21314"/>
                  </a:cubicBezTo>
                  <a:cubicBezTo>
                    <a:pt x="86294" y="21314"/>
                    <a:pt x="86507" y="21284"/>
                    <a:pt x="86750" y="21253"/>
                  </a:cubicBezTo>
                  <a:cubicBezTo>
                    <a:pt x="86902" y="21253"/>
                    <a:pt x="87085" y="21223"/>
                    <a:pt x="87267" y="21193"/>
                  </a:cubicBezTo>
                  <a:cubicBezTo>
                    <a:pt x="87316" y="21193"/>
                    <a:pt x="87500" y="21232"/>
                    <a:pt x="87603" y="21232"/>
                  </a:cubicBezTo>
                  <a:cubicBezTo>
                    <a:pt x="87629" y="21232"/>
                    <a:pt x="87650" y="21229"/>
                    <a:pt x="87662" y="21223"/>
                  </a:cubicBezTo>
                  <a:cubicBezTo>
                    <a:pt x="87748" y="21202"/>
                    <a:pt x="87849" y="21180"/>
                    <a:pt x="87944" y="21180"/>
                  </a:cubicBezTo>
                  <a:cubicBezTo>
                    <a:pt x="87983" y="21180"/>
                    <a:pt x="88022" y="21184"/>
                    <a:pt x="88057" y="21193"/>
                  </a:cubicBezTo>
                  <a:lnTo>
                    <a:pt x="88209" y="21101"/>
                  </a:lnTo>
                  <a:cubicBezTo>
                    <a:pt x="88331" y="21101"/>
                    <a:pt x="88452" y="21071"/>
                    <a:pt x="88544" y="20980"/>
                  </a:cubicBezTo>
                  <a:lnTo>
                    <a:pt x="88574" y="21041"/>
                  </a:lnTo>
                  <a:cubicBezTo>
                    <a:pt x="88595" y="21076"/>
                    <a:pt x="88620" y="21088"/>
                    <a:pt x="88646" y="21088"/>
                  </a:cubicBezTo>
                  <a:cubicBezTo>
                    <a:pt x="88705" y="21088"/>
                    <a:pt x="88772" y="21023"/>
                    <a:pt x="88823" y="21023"/>
                  </a:cubicBezTo>
                  <a:cubicBezTo>
                    <a:pt x="88845" y="21023"/>
                    <a:pt x="88864" y="21036"/>
                    <a:pt x="88878" y="21071"/>
                  </a:cubicBezTo>
                  <a:cubicBezTo>
                    <a:pt x="88878" y="21071"/>
                    <a:pt x="89014" y="21032"/>
                    <a:pt x="89069" y="21032"/>
                  </a:cubicBezTo>
                  <a:cubicBezTo>
                    <a:pt x="89082" y="21032"/>
                    <a:pt x="89091" y="21035"/>
                    <a:pt x="89091" y="21041"/>
                  </a:cubicBezTo>
                  <a:lnTo>
                    <a:pt x="89212" y="21162"/>
                  </a:lnTo>
                  <a:cubicBezTo>
                    <a:pt x="89334" y="21071"/>
                    <a:pt x="89455" y="20980"/>
                    <a:pt x="89607" y="20919"/>
                  </a:cubicBezTo>
                  <a:lnTo>
                    <a:pt x="90003" y="20919"/>
                  </a:lnTo>
                  <a:cubicBezTo>
                    <a:pt x="90246" y="20919"/>
                    <a:pt x="90519" y="20889"/>
                    <a:pt x="90762" y="20858"/>
                  </a:cubicBezTo>
                  <a:lnTo>
                    <a:pt x="90884" y="20828"/>
                  </a:lnTo>
                  <a:lnTo>
                    <a:pt x="91006" y="20828"/>
                  </a:lnTo>
                  <a:cubicBezTo>
                    <a:pt x="91158" y="20798"/>
                    <a:pt x="91917" y="20767"/>
                    <a:pt x="92161" y="20706"/>
                  </a:cubicBezTo>
                  <a:cubicBezTo>
                    <a:pt x="92373" y="20646"/>
                    <a:pt x="92617" y="20615"/>
                    <a:pt x="92829" y="20615"/>
                  </a:cubicBezTo>
                  <a:lnTo>
                    <a:pt x="92921" y="20585"/>
                  </a:lnTo>
                  <a:lnTo>
                    <a:pt x="93012" y="20524"/>
                  </a:lnTo>
                  <a:cubicBezTo>
                    <a:pt x="93133" y="20494"/>
                    <a:pt x="93225" y="20463"/>
                    <a:pt x="93346" y="20463"/>
                  </a:cubicBezTo>
                  <a:cubicBezTo>
                    <a:pt x="93437" y="20433"/>
                    <a:pt x="93498" y="20402"/>
                    <a:pt x="93589" y="20342"/>
                  </a:cubicBezTo>
                  <a:cubicBezTo>
                    <a:pt x="93620" y="20342"/>
                    <a:pt x="93680" y="20311"/>
                    <a:pt x="93741" y="20311"/>
                  </a:cubicBezTo>
                  <a:lnTo>
                    <a:pt x="93893" y="20342"/>
                  </a:lnTo>
                  <a:lnTo>
                    <a:pt x="93863" y="20281"/>
                  </a:lnTo>
                  <a:lnTo>
                    <a:pt x="93711" y="20068"/>
                  </a:lnTo>
                  <a:cubicBezTo>
                    <a:pt x="93589" y="19916"/>
                    <a:pt x="93468" y="19764"/>
                    <a:pt x="93407" y="19612"/>
                  </a:cubicBezTo>
                  <a:lnTo>
                    <a:pt x="93711" y="19430"/>
                  </a:lnTo>
                  <a:lnTo>
                    <a:pt x="93528" y="19187"/>
                  </a:lnTo>
                  <a:lnTo>
                    <a:pt x="93437" y="19095"/>
                  </a:lnTo>
                  <a:cubicBezTo>
                    <a:pt x="93468" y="19004"/>
                    <a:pt x="93528" y="18913"/>
                    <a:pt x="93559" y="18791"/>
                  </a:cubicBezTo>
                  <a:lnTo>
                    <a:pt x="93468" y="18731"/>
                  </a:lnTo>
                  <a:lnTo>
                    <a:pt x="93407" y="18670"/>
                  </a:lnTo>
                  <a:cubicBezTo>
                    <a:pt x="93407" y="18609"/>
                    <a:pt x="93346" y="18457"/>
                    <a:pt x="93346" y="18366"/>
                  </a:cubicBezTo>
                  <a:lnTo>
                    <a:pt x="93346" y="18305"/>
                  </a:lnTo>
                  <a:lnTo>
                    <a:pt x="93376" y="18153"/>
                  </a:lnTo>
                  <a:cubicBezTo>
                    <a:pt x="93255" y="18153"/>
                    <a:pt x="93376" y="18062"/>
                    <a:pt x="93437" y="17971"/>
                  </a:cubicBezTo>
                  <a:cubicBezTo>
                    <a:pt x="93528" y="17849"/>
                    <a:pt x="93620" y="17758"/>
                    <a:pt x="93711" y="17636"/>
                  </a:cubicBezTo>
                  <a:lnTo>
                    <a:pt x="93559" y="17576"/>
                  </a:lnTo>
                  <a:cubicBezTo>
                    <a:pt x="93316" y="17454"/>
                    <a:pt x="93285" y="17363"/>
                    <a:pt x="93437" y="17211"/>
                  </a:cubicBezTo>
                  <a:lnTo>
                    <a:pt x="93498" y="17150"/>
                  </a:lnTo>
                  <a:cubicBezTo>
                    <a:pt x="93498" y="17028"/>
                    <a:pt x="93437" y="16907"/>
                    <a:pt x="93346" y="16785"/>
                  </a:cubicBezTo>
                  <a:cubicBezTo>
                    <a:pt x="93285" y="16755"/>
                    <a:pt x="93255" y="16694"/>
                    <a:pt x="93285" y="16694"/>
                  </a:cubicBezTo>
                  <a:cubicBezTo>
                    <a:pt x="93285" y="16694"/>
                    <a:pt x="93316" y="16633"/>
                    <a:pt x="93346" y="16603"/>
                  </a:cubicBezTo>
                  <a:cubicBezTo>
                    <a:pt x="93376" y="16603"/>
                    <a:pt x="93376" y="16512"/>
                    <a:pt x="93407" y="16481"/>
                  </a:cubicBezTo>
                  <a:cubicBezTo>
                    <a:pt x="93498" y="16421"/>
                    <a:pt x="93589" y="16329"/>
                    <a:pt x="93680" y="16269"/>
                  </a:cubicBezTo>
                  <a:cubicBezTo>
                    <a:pt x="93741" y="16208"/>
                    <a:pt x="93741" y="16117"/>
                    <a:pt x="93711" y="16086"/>
                  </a:cubicBezTo>
                  <a:lnTo>
                    <a:pt x="93680" y="16086"/>
                  </a:lnTo>
                  <a:cubicBezTo>
                    <a:pt x="93559" y="16086"/>
                    <a:pt x="93468" y="16025"/>
                    <a:pt x="93437" y="15904"/>
                  </a:cubicBezTo>
                  <a:lnTo>
                    <a:pt x="93407" y="15813"/>
                  </a:lnTo>
                  <a:cubicBezTo>
                    <a:pt x="93437" y="15721"/>
                    <a:pt x="93528" y="15661"/>
                    <a:pt x="93620" y="15630"/>
                  </a:cubicBezTo>
                  <a:cubicBezTo>
                    <a:pt x="93680" y="15630"/>
                    <a:pt x="93802" y="15448"/>
                    <a:pt x="93832" y="15448"/>
                  </a:cubicBezTo>
                  <a:cubicBezTo>
                    <a:pt x="93893" y="15448"/>
                    <a:pt x="93924" y="15478"/>
                    <a:pt x="93954" y="15509"/>
                  </a:cubicBezTo>
                  <a:cubicBezTo>
                    <a:pt x="93960" y="15514"/>
                    <a:pt x="93973" y="15517"/>
                    <a:pt x="93992" y="15517"/>
                  </a:cubicBezTo>
                  <a:cubicBezTo>
                    <a:pt x="94072" y="15517"/>
                    <a:pt x="94245" y="15472"/>
                    <a:pt x="94319" y="15448"/>
                  </a:cubicBezTo>
                  <a:cubicBezTo>
                    <a:pt x="94380" y="15417"/>
                    <a:pt x="94319" y="15357"/>
                    <a:pt x="94258" y="15357"/>
                  </a:cubicBezTo>
                  <a:cubicBezTo>
                    <a:pt x="94238" y="15357"/>
                    <a:pt x="94109" y="15384"/>
                    <a:pt x="94026" y="15384"/>
                  </a:cubicBezTo>
                  <a:cubicBezTo>
                    <a:pt x="93984" y="15384"/>
                    <a:pt x="93954" y="15377"/>
                    <a:pt x="93954" y="15357"/>
                  </a:cubicBezTo>
                  <a:cubicBezTo>
                    <a:pt x="93984" y="15296"/>
                    <a:pt x="93954" y="15266"/>
                    <a:pt x="93924" y="15266"/>
                  </a:cubicBezTo>
                  <a:cubicBezTo>
                    <a:pt x="93899" y="15266"/>
                    <a:pt x="93797" y="15304"/>
                    <a:pt x="93726" y="15304"/>
                  </a:cubicBezTo>
                  <a:cubicBezTo>
                    <a:pt x="93708" y="15304"/>
                    <a:pt x="93693" y="15302"/>
                    <a:pt x="93680" y="15296"/>
                  </a:cubicBezTo>
                  <a:lnTo>
                    <a:pt x="93498" y="15174"/>
                  </a:lnTo>
                  <a:cubicBezTo>
                    <a:pt x="93468" y="15144"/>
                    <a:pt x="93650" y="15114"/>
                    <a:pt x="93711" y="15114"/>
                  </a:cubicBezTo>
                  <a:cubicBezTo>
                    <a:pt x="93756" y="15129"/>
                    <a:pt x="93802" y="15136"/>
                    <a:pt x="93848" y="15136"/>
                  </a:cubicBezTo>
                  <a:cubicBezTo>
                    <a:pt x="93893" y="15136"/>
                    <a:pt x="93939" y="15129"/>
                    <a:pt x="93984" y="15114"/>
                  </a:cubicBezTo>
                  <a:cubicBezTo>
                    <a:pt x="94076" y="15114"/>
                    <a:pt x="94167" y="15114"/>
                    <a:pt x="94258" y="15174"/>
                  </a:cubicBezTo>
                  <a:cubicBezTo>
                    <a:pt x="94263" y="15180"/>
                    <a:pt x="94268" y="15182"/>
                    <a:pt x="94271" y="15182"/>
                  </a:cubicBezTo>
                  <a:cubicBezTo>
                    <a:pt x="94287" y="15182"/>
                    <a:pt x="94283" y="15128"/>
                    <a:pt x="94258" y="15053"/>
                  </a:cubicBezTo>
                  <a:lnTo>
                    <a:pt x="94197" y="14992"/>
                  </a:lnTo>
                  <a:lnTo>
                    <a:pt x="94197" y="14962"/>
                  </a:lnTo>
                  <a:cubicBezTo>
                    <a:pt x="94197" y="14901"/>
                    <a:pt x="94440" y="14810"/>
                    <a:pt x="94501" y="14749"/>
                  </a:cubicBezTo>
                  <a:cubicBezTo>
                    <a:pt x="94562" y="14688"/>
                    <a:pt x="94471" y="14536"/>
                    <a:pt x="94440" y="14506"/>
                  </a:cubicBezTo>
                  <a:cubicBezTo>
                    <a:pt x="94410" y="14414"/>
                    <a:pt x="94410" y="14354"/>
                    <a:pt x="94440" y="14262"/>
                  </a:cubicBezTo>
                  <a:lnTo>
                    <a:pt x="94471" y="14171"/>
                  </a:lnTo>
                  <a:lnTo>
                    <a:pt x="94562" y="14019"/>
                  </a:lnTo>
                  <a:cubicBezTo>
                    <a:pt x="94380" y="13959"/>
                    <a:pt x="94349" y="13898"/>
                    <a:pt x="94562" y="13898"/>
                  </a:cubicBezTo>
                  <a:lnTo>
                    <a:pt x="94562" y="13959"/>
                  </a:lnTo>
                  <a:lnTo>
                    <a:pt x="94592" y="14019"/>
                  </a:lnTo>
                  <a:cubicBezTo>
                    <a:pt x="94615" y="14027"/>
                    <a:pt x="94636" y="14031"/>
                    <a:pt x="94655" y="14031"/>
                  </a:cubicBezTo>
                  <a:cubicBezTo>
                    <a:pt x="94712" y="14031"/>
                    <a:pt x="94752" y="13996"/>
                    <a:pt x="94775" y="13928"/>
                  </a:cubicBezTo>
                  <a:lnTo>
                    <a:pt x="94714" y="13898"/>
                  </a:lnTo>
                  <a:cubicBezTo>
                    <a:pt x="94714" y="13867"/>
                    <a:pt x="94775" y="13837"/>
                    <a:pt x="94775" y="13807"/>
                  </a:cubicBezTo>
                  <a:cubicBezTo>
                    <a:pt x="94835" y="13685"/>
                    <a:pt x="94775" y="13655"/>
                    <a:pt x="94653" y="13655"/>
                  </a:cubicBezTo>
                  <a:lnTo>
                    <a:pt x="94501" y="13655"/>
                  </a:lnTo>
                  <a:cubicBezTo>
                    <a:pt x="94471" y="13624"/>
                    <a:pt x="94440" y="13563"/>
                    <a:pt x="94471" y="13533"/>
                  </a:cubicBezTo>
                  <a:cubicBezTo>
                    <a:pt x="94532" y="13472"/>
                    <a:pt x="94562" y="13411"/>
                    <a:pt x="94623" y="13351"/>
                  </a:cubicBezTo>
                  <a:lnTo>
                    <a:pt x="94562" y="13259"/>
                  </a:lnTo>
                  <a:cubicBezTo>
                    <a:pt x="94482" y="13100"/>
                    <a:pt x="94356" y="13010"/>
                    <a:pt x="94265" y="13010"/>
                  </a:cubicBezTo>
                  <a:cubicBezTo>
                    <a:pt x="94252" y="13010"/>
                    <a:pt x="94239" y="13012"/>
                    <a:pt x="94228" y="13016"/>
                  </a:cubicBezTo>
                  <a:lnTo>
                    <a:pt x="94197" y="13016"/>
                  </a:lnTo>
                  <a:cubicBezTo>
                    <a:pt x="94194" y="13020"/>
                    <a:pt x="94190" y="13021"/>
                    <a:pt x="94185" y="13021"/>
                  </a:cubicBezTo>
                  <a:cubicBezTo>
                    <a:pt x="94148" y="13021"/>
                    <a:pt x="94072" y="12918"/>
                    <a:pt x="94045" y="12864"/>
                  </a:cubicBezTo>
                  <a:cubicBezTo>
                    <a:pt x="94015" y="12834"/>
                    <a:pt x="94167" y="12682"/>
                    <a:pt x="94228" y="12651"/>
                  </a:cubicBezTo>
                  <a:cubicBezTo>
                    <a:pt x="94288" y="12621"/>
                    <a:pt x="94076" y="12560"/>
                    <a:pt x="94015" y="12560"/>
                  </a:cubicBezTo>
                  <a:cubicBezTo>
                    <a:pt x="93954" y="12560"/>
                    <a:pt x="93984" y="12408"/>
                    <a:pt x="94015" y="12378"/>
                  </a:cubicBezTo>
                  <a:cubicBezTo>
                    <a:pt x="94045" y="12348"/>
                    <a:pt x="94076" y="12317"/>
                    <a:pt x="94136" y="12317"/>
                  </a:cubicBezTo>
                  <a:lnTo>
                    <a:pt x="94228" y="12348"/>
                  </a:lnTo>
                  <a:cubicBezTo>
                    <a:pt x="94263" y="12383"/>
                    <a:pt x="94309" y="12398"/>
                    <a:pt x="94360" y="12398"/>
                  </a:cubicBezTo>
                  <a:cubicBezTo>
                    <a:pt x="94395" y="12398"/>
                    <a:pt x="94433" y="12391"/>
                    <a:pt x="94471" y="12378"/>
                  </a:cubicBezTo>
                  <a:cubicBezTo>
                    <a:pt x="94471" y="12378"/>
                    <a:pt x="94410" y="12226"/>
                    <a:pt x="94349" y="12104"/>
                  </a:cubicBezTo>
                  <a:cubicBezTo>
                    <a:pt x="94319" y="11983"/>
                    <a:pt x="94197" y="11922"/>
                    <a:pt x="94076" y="11922"/>
                  </a:cubicBezTo>
                  <a:lnTo>
                    <a:pt x="94045" y="11861"/>
                  </a:lnTo>
                  <a:lnTo>
                    <a:pt x="93954" y="11740"/>
                  </a:lnTo>
                  <a:cubicBezTo>
                    <a:pt x="94076" y="11648"/>
                    <a:pt x="94106" y="11527"/>
                    <a:pt x="94045" y="11527"/>
                  </a:cubicBezTo>
                  <a:cubicBezTo>
                    <a:pt x="93954" y="11527"/>
                    <a:pt x="93863" y="11557"/>
                    <a:pt x="93772" y="11618"/>
                  </a:cubicBezTo>
                  <a:lnTo>
                    <a:pt x="93650" y="11496"/>
                  </a:lnTo>
                  <a:cubicBezTo>
                    <a:pt x="93650" y="11496"/>
                    <a:pt x="93620" y="11527"/>
                    <a:pt x="93620" y="11588"/>
                  </a:cubicBezTo>
                  <a:lnTo>
                    <a:pt x="93589" y="11618"/>
                  </a:lnTo>
                  <a:lnTo>
                    <a:pt x="93528" y="11709"/>
                  </a:lnTo>
                  <a:cubicBezTo>
                    <a:pt x="93476" y="11727"/>
                    <a:pt x="93423" y="11744"/>
                    <a:pt x="93365" y="11744"/>
                  </a:cubicBezTo>
                  <a:cubicBezTo>
                    <a:pt x="93322" y="11744"/>
                    <a:pt x="93276" y="11735"/>
                    <a:pt x="93225" y="11709"/>
                  </a:cubicBezTo>
                  <a:cubicBezTo>
                    <a:pt x="93194" y="11679"/>
                    <a:pt x="93255" y="11557"/>
                    <a:pt x="93407" y="11405"/>
                  </a:cubicBezTo>
                  <a:lnTo>
                    <a:pt x="93437" y="11284"/>
                  </a:lnTo>
                  <a:cubicBezTo>
                    <a:pt x="93437" y="11193"/>
                    <a:pt x="93346" y="11071"/>
                    <a:pt x="93285" y="10949"/>
                  </a:cubicBezTo>
                  <a:cubicBezTo>
                    <a:pt x="93288" y="10947"/>
                    <a:pt x="93292" y="10945"/>
                    <a:pt x="93298" y="10945"/>
                  </a:cubicBezTo>
                  <a:cubicBezTo>
                    <a:pt x="93352" y="10945"/>
                    <a:pt x="93534" y="11076"/>
                    <a:pt x="93589" y="11132"/>
                  </a:cubicBezTo>
                  <a:cubicBezTo>
                    <a:pt x="93635" y="11162"/>
                    <a:pt x="93688" y="11177"/>
                    <a:pt x="93741" y="11177"/>
                  </a:cubicBezTo>
                  <a:cubicBezTo>
                    <a:pt x="93794" y="11177"/>
                    <a:pt x="93848" y="11162"/>
                    <a:pt x="93893" y="11132"/>
                  </a:cubicBezTo>
                  <a:cubicBezTo>
                    <a:pt x="93984" y="11132"/>
                    <a:pt x="94076" y="11132"/>
                    <a:pt x="94167" y="11162"/>
                  </a:cubicBezTo>
                  <a:cubicBezTo>
                    <a:pt x="94181" y="11169"/>
                    <a:pt x="94194" y="11173"/>
                    <a:pt x="94204" y="11173"/>
                  </a:cubicBezTo>
                  <a:cubicBezTo>
                    <a:pt x="94239" y="11173"/>
                    <a:pt x="94251" y="11133"/>
                    <a:pt x="94228" y="11041"/>
                  </a:cubicBezTo>
                  <a:lnTo>
                    <a:pt x="94228" y="10980"/>
                  </a:lnTo>
                  <a:lnTo>
                    <a:pt x="94197" y="10858"/>
                  </a:lnTo>
                  <a:cubicBezTo>
                    <a:pt x="94076" y="10858"/>
                    <a:pt x="93954" y="10858"/>
                    <a:pt x="93832" y="10797"/>
                  </a:cubicBezTo>
                  <a:lnTo>
                    <a:pt x="93832" y="10767"/>
                  </a:lnTo>
                  <a:lnTo>
                    <a:pt x="93802" y="10615"/>
                  </a:lnTo>
                  <a:cubicBezTo>
                    <a:pt x="93775" y="10642"/>
                    <a:pt x="93735" y="10657"/>
                    <a:pt x="93697" y="10657"/>
                  </a:cubicBezTo>
                  <a:cubicBezTo>
                    <a:pt x="93650" y="10657"/>
                    <a:pt x="93606" y="10635"/>
                    <a:pt x="93589" y="10585"/>
                  </a:cubicBezTo>
                  <a:lnTo>
                    <a:pt x="93559" y="10585"/>
                  </a:lnTo>
                  <a:cubicBezTo>
                    <a:pt x="93376" y="10585"/>
                    <a:pt x="93437" y="10463"/>
                    <a:pt x="93376" y="10433"/>
                  </a:cubicBezTo>
                  <a:lnTo>
                    <a:pt x="93346" y="10402"/>
                  </a:lnTo>
                  <a:cubicBezTo>
                    <a:pt x="93285" y="10402"/>
                    <a:pt x="93012" y="10372"/>
                    <a:pt x="93012" y="10311"/>
                  </a:cubicBezTo>
                  <a:cubicBezTo>
                    <a:pt x="93012" y="10220"/>
                    <a:pt x="93042" y="10129"/>
                    <a:pt x="93073" y="10037"/>
                  </a:cubicBezTo>
                  <a:cubicBezTo>
                    <a:pt x="93076" y="10034"/>
                    <a:pt x="93082" y="10033"/>
                    <a:pt x="93089" y="10033"/>
                  </a:cubicBezTo>
                  <a:cubicBezTo>
                    <a:pt x="93149" y="10033"/>
                    <a:pt x="93326" y="10129"/>
                    <a:pt x="93407" y="10129"/>
                  </a:cubicBezTo>
                  <a:cubicBezTo>
                    <a:pt x="93620" y="10129"/>
                    <a:pt x="93802" y="10129"/>
                    <a:pt x="94015" y="10159"/>
                  </a:cubicBezTo>
                  <a:cubicBezTo>
                    <a:pt x="94159" y="10221"/>
                    <a:pt x="94317" y="10255"/>
                    <a:pt x="94480" y="10270"/>
                  </a:cubicBezTo>
                  <a:lnTo>
                    <a:pt x="94480" y="10270"/>
                  </a:lnTo>
                  <a:cubicBezTo>
                    <a:pt x="94414" y="10234"/>
                    <a:pt x="94361" y="10194"/>
                    <a:pt x="94349" y="10159"/>
                  </a:cubicBezTo>
                  <a:cubicBezTo>
                    <a:pt x="94334" y="10098"/>
                    <a:pt x="94334" y="10068"/>
                    <a:pt x="94345" y="10068"/>
                  </a:cubicBezTo>
                  <a:cubicBezTo>
                    <a:pt x="94357" y="10068"/>
                    <a:pt x="94380" y="10098"/>
                    <a:pt x="94410" y="10159"/>
                  </a:cubicBezTo>
                  <a:lnTo>
                    <a:pt x="94501" y="10189"/>
                  </a:lnTo>
                  <a:lnTo>
                    <a:pt x="94562" y="10220"/>
                  </a:lnTo>
                  <a:cubicBezTo>
                    <a:pt x="94668" y="10174"/>
                    <a:pt x="94737" y="10151"/>
                    <a:pt x="94771" y="10151"/>
                  </a:cubicBezTo>
                  <a:cubicBezTo>
                    <a:pt x="94805" y="10151"/>
                    <a:pt x="94805" y="10174"/>
                    <a:pt x="94775" y="10220"/>
                  </a:cubicBezTo>
                  <a:lnTo>
                    <a:pt x="94775" y="10271"/>
                  </a:lnTo>
                  <a:lnTo>
                    <a:pt x="94775" y="10271"/>
                  </a:lnTo>
                  <a:cubicBezTo>
                    <a:pt x="94883" y="10253"/>
                    <a:pt x="94990" y="10238"/>
                    <a:pt x="95090" y="10238"/>
                  </a:cubicBezTo>
                  <a:cubicBezTo>
                    <a:pt x="95139" y="10238"/>
                    <a:pt x="95186" y="10241"/>
                    <a:pt x="95231" y="10250"/>
                  </a:cubicBezTo>
                  <a:cubicBezTo>
                    <a:pt x="95322" y="10281"/>
                    <a:pt x="95413" y="10311"/>
                    <a:pt x="95504" y="10311"/>
                  </a:cubicBezTo>
                  <a:cubicBezTo>
                    <a:pt x="95530" y="10285"/>
                    <a:pt x="95553" y="10276"/>
                    <a:pt x="95576" y="10276"/>
                  </a:cubicBezTo>
                  <a:cubicBezTo>
                    <a:pt x="95623" y="10276"/>
                    <a:pt x="95666" y="10316"/>
                    <a:pt x="95717" y="10316"/>
                  </a:cubicBezTo>
                  <a:cubicBezTo>
                    <a:pt x="95727" y="10316"/>
                    <a:pt x="95737" y="10315"/>
                    <a:pt x="95747" y="10311"/>
                  </a:cubicBezTo>
                  <a:lnTo>
                    <a:pt x="95808" y="10281"/>
                  </a:lnTo>
                  <a:cubicBezTo>
                    <a:pt x="95869" y="10250"/>
                    <a:pt x="95778" y="10129"/>
                    <a:pt x="95747" y="10098"/>
                  </a:cubicBezTo>
                  <a:cubicBezTo>
                    <a:pt x="95717" y="10037"/>
                    <a:pt x="95626" y="9825"/>
                    <a:pt x="95717" y="9794"/>
                  </a:cubicBezTo>
                  <a:cubicBezTo>
                    <a:pt x="95808" y="9764"/>
                    <a:pt x="95717" y="9338"/>
                    <a:pt x="95656" y="9217"/>
                  </a:cubicBezTo>
                  <a:cubicBezTo>
                    <a:pt x="95595" y="9065"/>
                    <a:pt x="95565" y="8822"/>
                    <a:pt x="95656" y="8822"/>
                  </a:cubicBezTo>
                  <a:cubicBezTo>
                    <a:pt x="95778" y="8822"/>
                    <a:pt x="95899" y="8791"/>
                    <a:pt x="96021" y="8761"/>
                  </a:cubicBezTo>
                  <a:lnTo>
                    <a:pt x="96051" y="8639"/>
                  </a:lnTo>
                  <a:lnTo>
                    <a:pt x="96051" y="8578"/>
                  </a:lnTo>
                  <a:cubicBezTo>
                    <a:pt x="96051" y="8497"/>
                    <a:pt x="96105" y="8457"/>
                    <a:pt x="96186" y="8457"/>
                  </a:cubicBezTo>
                  <a:cubicBezTo>
                    <a:pt x="96227" y="8457"/>
                    <a:pt x="96274" y="8467"/>
                    <a:pt x="96325" y="8487"/>
                  </a:cubicBezTo>
                  <a:lnTo>
                    <a:pt x="96538" y="8487"/>
                  </a:lnTo>
                  <a:cubicBezTo>
                    <a:pt x="96659" y="8427"/>
                    <a:pt x="96659" y="8335"/>
                    <a:pt x="96538" y="8305"/>
                  </a:cubicBezTo>
                  <a:lnTo>
                    <a:pt x="96416" y="8244"/>
                  </a:lnTo>
                  <a:cubicBezTo>
                    <a:pt x="96386" y="8244"/>
                    <a:pt x="96355" y="8214"/>
                    <a:pt x="96355" y="8153"/>
                  </a:cubicBezTo>
                  <a:cubicBezTo>
                    <a:pt x="96386" y="8123"/>
                    <a:pt x="96416" y="8092"/>
                    <a:pt x="96446" y="8092"/>
                  </a:cubicBezTo>
                  <a:cubicBezTo>
                    <a:pt x="96468" y="8098"/>
                    <a:pt x="96489" y="8100"/>
                    <a:pt x="96508" y="8100"/>
                  </a:cubicBezTo>
                  <a:cubicBezTo>
                    <a:pt x="96600" y="8100"/>
                    <a:pt x="96675" y="8046"/>
                    <a:pt x="96750" y="7971"/>
                  </a:cubicBezTo>
                  <a:cubicBezTo>
                    <a:pt x="96781" y="7940"/>
                    <a:pt x="96781" y="7910"/>
                    <a:pt x="96750" y="7879"/>
                  </a:cubicBezTo>
                  <a:cubicBezTo>
                    <a:pt x="96690" y="7849"/>
                    <a:pt x="96659" y="7849"/>
                    <a:pt x="96598" y="7849"/>
                  </a:cubicBezTo>
                  <a:lnTo>
                    <a:pt x="96568" y="7849"/>
                  </a:lnTo>
                  <a:cubicBezTo>
                    <a:pt x="96564" y="7853"/>
                    <a:pt x="96560" y="7855"/>
                    <a:pt x="96555" y="7855"/>
                  </a:cubicBezTo>
                  <a:cubicBezTo>
                    <a:pt x="96523" y="7855"/>
                    <a:pt x="96477" y="7772"/>
                    <a:pt x="96477" y="7667"/>
                  </a:cubicBezTo>
                  <a:lnTo>
                    <a:pt x="96325" y="7575"/>
                  </a:lnTo>
                  <a:cubicBezTo>
                    <a:pt x="96234" y="7545"/>
                    <a:pt x="96234" y="7484"/>
                    <a:pt x="96173" y="7393"/>
                  </a:cubicBezTo>
                  <a:cubicBezTo>
                    <a:pt x="96120" y="7287"/>
                    <a:pt x="96182" y="7205"/>
                    <a:pt x="96299" y="7205"/>
                  </a:cubicBezTo>
                  <a:cubicBezTo>
                    <a:pt x="96316" y="7205"/>
                    <a:pt x="96335" y="7207"/>
                    <a:pt x="96355" y="7211"/>
                  </a:cubicBezTo>
                  <a:lnTo>
                    <a:pt x="96416" y="7211"/>
                  </a:lnTo>
                  <a:cubicBezTo>
                    <a:pt x="96446" y="7180"/>
                    <a:pt x="96234" y="6846"/>
                    <a:pt x="96112" y="6846"/>
                  </a:cubicBezTo>
                  <a:lnTo>
                    <a:pt x="95231" y="6846"/>
                  </a:lnTo>
                  <a:cubicBezTo>
                    <a:pt x="95109" y="6846"/>
                    <a:pt x="95048" y="6694"/>
                    <a:pt x="95048" y="6633"/>
                  </a:cubicBezTo>
                  <a:cubicBezTo>
                    <a:pt x="95048" y="6572"/>
                    <a:pt x="95291" y="6542"/>
                    <a:pt x="95383" y="6512"/>
                  </a:cubicBezTo>
                  <a:cubicBezTo>
                    <a:pt x="95443" y="6512"/>
                    <a:pt x="95383" y="6481"/>
                    <a:pt x="95200" y="6451"/>
                  </a:cubicBezTo>
                  <a:lnTo>
                    <a:pt x="95018" y="6451"/>
                  </a:lnTo>
                  <a:cubicBezTo>
                    <a:pt x="94835" y="6420"/>
                    <a:pt x="94714" y="6238"/>
                    <a:pt x="94775" y="6025"/>
                  </a:cubicBezTo>
                  <a:lnTo>
                    <a:pt x="94835" y="5904"/>
                  </a:lnTo>
                  <a:cubicBezTo>
                    <a:pt x="94835" y="5752"/>
                    <a:pt x="94714" y="5417"/>
                    <a:pt x="94744" y="5357"/>
                  </a:cubicBezTo>
                  <a:cubicBezTo>
                    <a:pt x="94775" y="5296"/>
                    <a:pt x="94714" y="5205"/>
                    <a:pt x="94592" y="5174"/>
                  </a:cubicBezTo>
                  <a:lnTo>
                    <a:pt x="94532" y="5113"/>
                  </a:lnTo>
                  <a:cubicBezTo>
                    <a:pt x="94519" y="5101"/>
                    <a:pt x="94507" y="5096"/>
                    <a:pt x="94496" y="5096"/>
                  </a:cubicBezTo>
                  <a:cubicBezTo>
                    <a:pt x="94446" y="5096"/>
                    <a:pt x="94404" y="5191"/>
                    <a:pt x="94357" y="5191"/>
                  </a:cubicBezTo>
                  <a:cubicBezTo>
                    <a:pt x="94335" y="5191"/>
                    <a:pt x="94313" y="5171"/>
                    <a:pt x="94288" y="5113"/>
                  </a:cubicBezTo>
                  <a:lnTo>
                    <a:pt x="94258" y="5053"/>
                  </a:lnTo>
                  <a:cubicBezTo>
                    <a:pt x="94197" y="4992"/>
                    <a:pt x="94106" y="4961"/>
                    <a:pt x="94015" y="4901"/>
                  </a:cubicBezTo>
                  <a:cubicBezTo>
                    <a:pt x="94106" y="4870"/>
                    <a:pt x="94228" y="4809"/>
                    <a:pt x="94349" y="4779"/>
                  </a:cubicBezTo>
                  <a:cubicBezTo>
                    <a:pt x="94440" y="4779"/>
                    <a:pt x="94410" y="4171"/>
                    <a:pt x="94319" y="3989"/>
                  </a:cubicBezTo>
                  <a:cubicBezTo>
                    <a:pt x="94246" y="3820"/>
                    <a:pt x="94403" y="3766"/>
                    <a:pt x="94532" y="3766"/>
                  </a:cubicBezTo>
                  <a:cubicBezTo>
                    <a:pt x="94566" y="3766"/>
                    <a:pt x="94598" y="3770"/>
                    <a:pt x="94623" y="3776"/>
                  </a:cubicBezTo>
                  <a:cubicBezTo>
                    <a:pt x="94657" y="3793"/>
                    <a:pt x="94686" y="3800"/>
                    <a:pt x="94710" y="3800"/>
                  </a:cubicBezTo>
                  <a:cubicBezTo>
                    <a:pt x="94774" y="3800"/>
                    <a:pt x="94805" y="3751"/>
                    <a:pt x="94805" y="3685"/>
                  </a:cubicBezTo>
                  <a:lnTo>
                    <a:pt x="94775" y="3624"/>
                  </a:lnTo>
                  <a:lnTo>
                    <a:pt x="94714" y="3563"/>
                  </a:lnTo>
                  <a:cubicBezTo>
                    <a:pt x="94623" y="3502"/>
                    <a:pt x="94562" y="3411"/>
                    <a:pt x="94532" y="3320"/>
                  </a:cubicBezTo>
                  <a:cubicBezTo>
                    <a:pt x="94562" y="3290"/>
                    <a:pt x="94471" y="3290"/>
                    <a:pt x="94380" y="3290"/>
                  </a:cubicBezTo>
                  <a:lnTo>
                    <a:pt x="94319" y="3290"/>
                  </a:lnTo>
                  <a:cubicBezTo>
                    <a:pt x="94288" y="3290"/>
                    <a:pt x="94288" y="3320"/>
                    <a:pt x="94288" y="3320"/>
                  </a:cubicBezTo>
                  <a:cubicBezTo>
                    <a:pt x="94268" y="3320"/>
                    <a:pt x="94234" y="3334"/>
                    <a:pt x="94214" y="3334"/>
                  </a:cubicBezTo>
                  <a:cubicBezTo>
                    <a:pt x="94204" y="3334"/>
                    <a:pt x="94197" y="3330"/>
                    <a:pt x="94197" y="3320"/>
                  </a:cubicBezTo>
                  <a:lnTo>
                    <a:pt x="94197" y="3259"/>
                  </a:lnTo>
                  <a:lnTo>
                    <a:pt x="94258" y="3198"/>
                  </a:lnTo>
                  <a:cubicBezTo>
                    <a:pt x="94349" y="3168"/>
                    <a:pt x="94410" y="3138"/>
                    <a:pt x="94410" y="3107"/>
                  </a:cubicBezTo>
                  <a:cubicBezTo>
                    <a:pt x="94410" y="3077"/>
                    <a:pt x="94380" y="3077"/>
                    <a:pt x="94349" y="3077"/>
                  </a:cubicBezTo>
                  <a:lnTo>
                    <a:pt x="94258" y="3077"/>
                  </a:lnTo>
                  <a:cubicBezTo>
                    <a:pt x="94197" y="2955"/>
                    <a:pt x="94136" y="2834"/>
                    <a:pt x="94136" y="2712"/>
                  </a:cubicBezTo>
                  <a:lnTo>
                    <a:pt x="94106" y="2560"/>
                  </a:lnTo>
                  <a:lnTo>
                    <a:pt x="94106" y="2469"/>
                  </a:lnTo>
                  <a:cubicBezTo>
                    <a:pt x="94106" y="2347"/>
                    <a:pt x="94136" y="2256"/>
                    <a:pt x="94197" y="2135"/>
                  </a:cubicBezTo>
                  <a:lnTo>
                    <a:pt x="94045" y="2104"/>
                  </a:lnTo>
                  <a:cubicBezTo>
                    <a:pt x="94076" y="2043"/>
                    <a:pt x="94045" y="1983"/>
                    <a:pt x="93984" y="1952"/>
                  </a:cubicBezTo>
                  <a:lnTo>
                    <a:pt x="93650" y="1800"/>
                  </a:lnTo>
                  <a:lnTo>
                    <a:pt x="93620" y="1739"/>
                  </a:lnTo>
                  <a:cubicBezTo>
                    <a:pt x="93589" y="1557"/>
                    <a:pt x="93346" y="1557"/>
                    <a:pt x="93316" y="1466"/>
                  </a:cubicBezTo>
                  <a:lnTo>
                    <a:pt x="93255" y="1314"/>
                  </a:lnTo>
                  <a:cubicBezTo>
                    <a:pt x="93042" y="1223"/>
                    <a:pt x="92769" y="1162"/>
                    <a:pt x="92525" y="1132"/>
                  </a:cubicBezTo>
                  <a:cubicBezTo>
                    <a:pt x="92509" y="1137"/>
                    <a:pt x="92492" y="1139"/>
                    <a:pt x="92475" y="1139"/>
                  </a:cubicBezTo>
                  <a:cubicBezTo>
                    <a:pt x="92393" y="1139"/>
                    <a:pt x="92302" y="1085"/>
                    <a:pt x="92252" y="1010"/>
                  </a:cubicBezTo>
                  <a:cubicBezTo>
                    <a:pt x="92252" y="980"/>
                    <a:pt x="92130" y="980"/>
                    <a:pt x="92100" y="980"/>
                  </a:cubicBezTo>
                  <a:cubicBezTo>
                    <a:pt x="92097" y="982"/>
                    <a:pt x="92092" y="984"/>
                    <a:pt x="92084" y="984"/>
                  </a:cubicBezTo>
                  <a:cubicBezTo>
                    <a:pt x="92010" y="984"/>
                    <a:pt x="91721" y="858"/>
                    <a:pt x="91583" y="858"/>
                  </a:cubicBezTo>
                  <a:lnTo>
                    <a:pt x="91249" y="858"/>
                  </a:lnTo>
                  <a:cubicBezTo>
                    <a:pt x="91203" y="881"/>
                    <a:pt x="91051" y="939"/>
                    <a:pt x="90981" y="939"/>
                  </a:cubicBezTo>
                  <a:cubicBezTo>
                    <a:pt x="90959" y="939"/>
                    <a:pt x="90945" y="933"/>
                    <a:pt x="90945" y="919"/>
                  </a:cubicBezTo>
                  <a:cubicBezTo>
                    <a:pt x="90963" y="864"/>
                    <a:pt x="90927" y="853"/>
                    <a:pt x="90888" y="853"/>
                  </a:cubicBezTo>
                  <a:cubicBezTo>
                    <a:pt x="90862" y="853"/>
                    <a:pt x="90835" y="858"/>
                    <a:pt x="90823" y="858"/>
                  </a:cubicBezTo>
                  <a:cubicBezTo>
                    <a:pt x="90811" y="864"/>
                    <a:pt x="90793" y="867"/>
                    <a:pt x="90771" y="867"/>
                  </a:cubicBezTo>
                  <a:cubicBezTo>
                    <a:pt x="90683" y="867"/>
                    <a:pt x="90538" y="828"/>
                    <a:pt x="90489" y="828"/>
                  </a:cubicBezTo>
                  <a:cubicBezTo>
                    <a:pt x="90307" y="828"/>
                    <a:pt x="90124" y="797"/>
                    <a:pt x="89942" y="767"/>
                  </a:cubicBezTo>
                  <a:cubicBezTo>
                    <a:pt x="89820" y="706"/>
                    <a:pt x="89607" y="645"/>
                    <a:pt x="89425" y="615"/>
                  </a:cubicBezTo>
                  <a:lnTo>
                    <a:pt x="89334" y="463"/>
                  </a:lnTo>
                  <a:cubicBezTo>
                    <a:pt x="89334" y="402"/>
                    <a:pt x="89151" y="372"/>
                    <a:pt x="89121" y="372"/>
                  </a:cubicBezTo>
                  <a:cubicBezTo>
                    <a:pt x="89060" y="372"/>
                    <a:pt x="88969" y="432"/>
                    <a:pt x="88939" y="432"/>
                  </a:cubicBezTo>
                  <a:cubicBezTo>
                    <a:pt x="88787" y="402"/>
                    <a:pt x="89000" y="341"/>
                    <a:pt x="88939" y="311"/>
                  </a:cubicBezTo>
                  <a:cubicBezTo>
                    <a:pt x="88834" y="258"/>
                    <a:pt x="88683" y="183"/>
                    <a:pt x="88586" y="183"/>
                  </a:cubicBezTo>
                  <a:cubicBezTo>
                    <a:pt x="88570" y="183"/>
                    <a:pt x="88556" y="185"/>
                    <a:pt x="88544" y="189"/>
                  </a:cubicBezTo>
                  <a:cubicBezTo>
                    <a:pt x="88483" y="220"/>
                    <a:pt x="88422" y="235"/>
                    <a:pt x="88361" y="235"/>
                  </a:cubicBezTo>
                  <a:cubicBezTo>
                    <a:pt x="88300" y="235"/>
                    <a:pt x="88240" y="220"/>
                    <a:pt x="88179" y="189"/>
                  </a:cubicBezTo>
                  <a:cubicBezTo>
                    <a:pt x="88036" y="118"/>
                    <a:pt x="87894" y="89"/>
                    <a:pt x="87751" y="89"/>
                  </a:cubicBezTo>
                  <a:cubicBezTo>
                    <a:pt x="87651" y="89"/>
                    <a:pt x="87550" y="103"/>
                    <a:pt x="87449" y="129"/>
                  </a:cubicBezTo>
                  <a:lnTo>
                    <a:pt x="87237" y="189"/>
                  </a:lnTo>
                  <a:cubicBezTo>
                    <a:pt x="87202" y="155"/>
                    <a:pt x="87168" y="138"/>
                    <a:pt x="87137" y="138"/>
                  </a:cubicBezTo>
                  <a:cubicBezTo>
                    <a:pt x="87086" y="138"/>
                    <a:pt x="87043" y="186"/>
                    <a:pt x="87024" y="280"/>
                  </a:cubicBezTo>
                  <a:lnTo>
                    <a:pt x="86811" y="159"/>
                  </a:lnTo>
                  <a:lnTo>
                    <a:pt x="86689" y="68"/>
                  </a:lnTo>
                  <a:cubicBezTo>
                    <a:pt x="86641" y="60"/>
                    <a:pt x="86592" y="56"/>
                    <a:pt x="86543" y="56"/>
                  </a:cubicBezTo>
                  <a:cubicBezTo>
                    <a:pt x="86411" y="56"/>
                    <a:pt x="86284" y="84"/>
                    <a:pt x="86173" y="129"/>
                  </a:cubicBezTo>
                  <a:cubicBezTo>
                    <a:pt x="86173" y="144"/>
                    <a:pt x="86112" y="151"/>
                    <a:pt x="86044" y="151"/>
                  </a:cubicBezTo>
                  <a:cubicBezTo>
                    <a:pt x="85975" y="151"/>
                    <a:pt x="85899" y="144"/>
                    <a:pt x="85869" y="129"/>
                  </a:cubicBezTo>
                  <a:cubicBezTo>
                    <a:pt x="85778" y="68"/>
                    <a:pt x="85686" y="68"/>
                    <a:pt x="85595" y="68"/>
                  </a:cubicBezTo>
                  <a:cubicBezTo>
                    <a:pt x="85555" y="68"/>
                    <a:pt x="85433" y="41"/>
                    <a:pt x="85375" y="41"/>
                  </a:cubicBezTo>
                  <a:cubicBezTo>
                    <a:pt x="85345" y="41"/>
                    <a:pt x="85332" y="47"/>
                    <a:pt x="85352" y="68"/>
                  </a:cubicBezTo>
                  <a:cubicBezTo>
                    <a:pt x="85364" y="104"/>
                    <a:pt x="85343" y="116"/>
                    <a:pt x="85310" y="116"/>
                  </a:cubicBezTo>
                  <a:cubicBezTo>
                    <a:pt x="85258" y="116"/>
                    <a:pt x="85176" y="86"/>
                    <a:pt x="85139" y="68"/>
                  </a:cubicBezTo>
                  <a:cubicBezTo>
                    <a:pt x="85087" y="68"/>
                    <a:pt x="84923" y="1"/>
                    <a:pt x="84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 name="Google Shape;647;p9"/>
          <p:cNvSpPr txBox="1"/>
          <p:nvPr>
            <p:ph type="title"/>
          </p:nvPr>
        </p:nvSpPr>
        <p:spPr>
          <a:xfrm>
            <a:off x="749950" y="1617575"/>
            <a:ext cx="3593700" cy="866700"/>
          </a:xfrm>
          <a:prstGeom prst="rect">
            <a:avLst/>
          </a:prstGeom>
        </p:spPr>
        <p:txBody>
          <a:bodyPr anchorCtr="0" anchor="ctr" bIns="91425" lIns="91425" spcFirstLastPara="1" rIns="91425" wrap="square" tIns="91425">
            <a:noAutofit/>
          </a:bodyPr>
          <a:lstStyle>
            <a:lvl1pPr lvl="0" algn="ctr">
              <a:spcBef>
                <a:spcPts val="0"/>
              </a:spcBef>
              <a:spcAft>
                <a:spcPts val="0"/>
              </a:spcAft>
              <a:buSzPts val="4200"/>
              <a:buNone/>
              <a:defRPr sz="45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648" name="Google Shape;648;p9"/>
          <p:cNvSpPr txBox="1"/>
          <p:nvPr>
            <p:ph idx="1" type="subTitle"/>
          </p:nvPr>
        </p:nvSpPr>
        <p:spPr>
          <a:xfrm>
            <a:off x="1170100" y="2869750"/>
            <a:ext cx="2753400" cy="12351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2100"/>
              <a:buNone/>
              <a:defRPr sz="1600">
                <a:solidFill>
                  <a:srgbClr val="FFFFFF"/>
                </a:solidFill>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649" name="Google Shape;649;p9"/>
          <p:cNvSpPr txBox="1"/>
          <p:nvPr>
            <p:ph idx="2" type="body"/>
          </p:nvPr>
        </p:nvSpPr>
        <p:spPr>
          <a:xfrm>
            <a:off x="4785700" y="724200"/>
            <a:ext cx="3593700" cy="3695100"/>
          </a:xfrm>
          <a:prstGeom prst="rect">
            <a:avLst/>
          </a:prstGeom>
        </p:spPr>
        <p:txBody>
          <a:bodyPr anchorCtr="0" anchor="ctr" bIns="91425" lIns="91425" spcFirstLastPara="1" rIns="91425" wrap="square" tIns="91425">
            <a:noAutofit/>
          </a:bodyPr>
          <a:lstStyle>
            <a:lvl1pPr indent="-292100" lvl="0" marL="457200">
              <a:lnSpc>
                <a:spcPct val="100000"/>
              </a:lnSpc>
              <a:spcBef>
                <a:spcPts val="0"/>
              </a:spcBef>
              <a:spcAft>
                <a:spcPts val="0"/>
              </a:spcAft>
              <a:buClr>
                <a:schemeClr val="accent3"/>
              </a:buClr>
              <a:buSzPts val="1000"/>
              <a:buFont typeface="Encode Sans"/>
              <a:buChar char="●"/>
              <a:defRPr sz="1600"/>
            </a:lvl1pPr>
            <a:lvl2pPr indent="-317500" lvl="1" marL="914400">
              <a:spcBef>
                <a:spcPts val="0"/>
              </a:spcBef>
              <a:spcAft>
                <a:spcPts val="0"/>
              </a:spcAft>
              <a:buClr>
                <a:srgbClr val="FFE6CD"/>
              </a:buClr>
              <a:buSzPts val="1400"/>
              <a:buFont typeface="Encode Sans"/>
              <a:buChar char="○"/>
              <a:defRPr/>
            </a:lvl2pPr>
            <a:lvl3pPr indent="-317500" lvl="2" marL="1371600">
              <a:spcBef>
                <a:spcPts val="0"/>
              </a:spcBef>
              <a:spcAft>
                <a:spcPts val="0"/>
              </a:spcAft>
              <a:buClr>
                <a:srgbClr val="FFE6CD"/>
              </a:buClr>
              <a:buSzPts val="1400"/>
              <a:buFont typeface="Encode Sans"/>
              <a:buChar char="■"/>
              <a:defRPr/>
            </a:lvl3pPr>
            <a:lvl4pPr indent="-317500" lvl="3" marL="1828800">
              <a:spcBef>
                <a:spcPts val="0"/>
              </a:spcBef>
              <a:spcAft>
                <a:spcPts val="0"/>
              </a:spcAft>
              <a:buClr>
                <a:srgbClr val="FFE6CD"/>
              </a:buClr>
              <a:buSzPts val="1400"/>
              <a:buFont typeface="Encode Sans"/>
              <a:buChar char="●"/>
              <a:defRPr/>
            </a:lvl4pPr>
            <a:lvl5pPr indent="-317500" lvl="4" marL="2286000">
              <a:spcBef>
                <a:spcPts val="0"/>
              </a:spcBef>
              <a:spcAft>
                <a:spcPts val="0"/>
              </a:spcAft>
              <a:buClr>
                <a:srgbClr val="FFE6CD"/>
              </a:buClr>
              <a:buSzPts val="1400"/>
              <a:buFont typeface="Encode Sans"/>
              <a:buChar char="○"/>
              <a:defRPr/>
            </a:lvl5pPr>
            <a:lvl6pPr indent="-317500" lvl="5" marL="2743200">
              <a:spcBef>
                <a:spcPts val="0"/>
              </a:spcBef>
              <a:spcAft>
                <a:spcPts val="0"/>
              </a:spcAft>
              <a:buClr>
                <a:srgbClr val="FFE6CD"/>
              </a:buClr>
              <a:buSzPts val="1400"/>
              <a:buFont typeface="Encode Sans"/>
              <a:buChar char="■"/>
              <a:defRPr/>
            </a:lvl6pPr>
            <a:lvl7pPr indent="-317500" lvl="6" marL="3200400">
              <a:spcBef>
                <a:spcPts val="0"/>
              </a:spcBef>
              <a:spcAft>
                <a:spcPts val="0"/>
              </a:spcAft>
              <a:buClr>
                <a:srgbClr val="FFE6CD"/>
              </a:buClr>
              <a:buSzPts val="1400"/>
              <a:buFont typeface="Encode Sans"/>
              <a:buChar char="●"/>
              <a:defRPr/>
            </a:lvl7pPr>
            <a:lvl8pPr indent="-317500" lvl="7" marL="3657600">
              <a:spcBef>
                <a:spcPts val="0"/>
              </a:spcBef>
              <a:spcAft>
                <a:spcPts val="0"/>
              </a:spcAft>
              <a:buClr>
                <a:srgbClr val="FFE6CD"/>
              </a:buClr>
              <a:buSzPts val="1400"/>
              <a:buFont typeface="Encode Sans"/>
              <a:buChar char="○"/>
              <a:defRPr/>
            </a:lvl8pPr>
            <a:lvl9pPr indent="-317500" lvl="8" marL="4114800">
              <a:spcBef>
                <a:spcPts val="0"/>
              </a:spcBef>
              <a:spcAft>
                <a:spcPts val="0"/>
              </a:spcAft>
              <a:buClr>
                <a:srgbClr val="FFE6CD"/>
              </a:buClr>
              <a:buSzPts val="1400"/>
              <a:buFont typeface="Encode Sans"/>
              <a:buChar cha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50" name="Shape 650"/>
        <p:cNvGrpSpPr/>
        <p:nvPr/>
      </p:nvGrpSpPr>
      <p:grpSpPr>
        <a:xfrm>
          <a:off x="0" y="0"/>
          <a:ext cx="0" cy="0"/>
          <a:chOff x="0" y="0"/>
          <a:chExt cx="0" cy="0"/>
        </a:xfrm>
      </p:grpSpPr>
      <p:sp>
        <p:nvSpPr>
          <p:cNvPr id="651" name="Google Shape;651;p10"/>
          <p:cNvSpPr/>
          <p:nvPr/>
        </p:nvSpPr>
        <p:spPr>
          <a:xfrm>
            <a:off x="-1200625" y="-345651"/>
            <a:ext cx="6500446" cy="2363240"/>
          </a:xfrm>
          <a:custGeom>
            <a:rect b="b" l="l" r="r" t="t"/>
            <a:pathLst>
              <a:path extrusionOk="0" h="59595" w="163925">
                <a:moveTo>
                  <a:pt x="32557" y="6333"/>
                </a:moveTo>
                <a:cubicBezTo>
                  <a:pt x="32699" y="6333"/>
                  <a:pt x="32886" y="6348"/>
                  <a:pt x="33193" y="6371"/>
                </a:cubicBezTo>
                <a:cubicBezTo>
                  <a:pt x="32889" y="6348"/>
                  <a:pt x="32698" y="6334"/>
                  <a:pt x="32553" y="6333"/>
                </a:cubicBezTo>
                <a:lnTo>
                  <a:pt x="32553" y="6333"/>
                </a:lnTo>
                <a:cubicBezTo>
                  <a:pt x="32555" y="6333"/>
                  <a:pt x="32556" y="6333"/>
                  <a:pt x="32557" y="6333"/>
                </a:cubicBezTo>
                <a:close/>
                <a:moveTo>
                  <a:pt x="32139" y="6589"/>
                </a:moveTo>
                <a:cubicBezTo>
                  <a:pt x="32238" y="6637"/>
                  <a:pt x="32340" y="6681"/>
                  <a:pt x="32463" y="6706"/>
                </a:cubicBezTo>
                <a:cubicBezTo>
                  <a:pt x="32332" y="6680"/>
                  <a:pt x="32224" y="6653"/>
                  <a:pt x="32139" y="6589"/>
                </a:cubicBezTo>
                <a:close/>
                <a:moveTo>
                  <a:pt x="81917" y="10779"/>
                </a:moveTo>
                <a:cubicBezTo>
                  <a:pt x="81917" y="10870"/>
                  <a:pt x="81917" y="10931"/>
                  <a:pt x="81887" y="11022"/>
                </a:cubicBezTo>
                <a:cubicBezTo>
                  <a:pt x="81887" y="10931"/>
                  <a:pt x="81917" y="10870"/>
                  <a:pt x="81917" y="10779"/>
                </a:cubicBezTo>
                <a:close/>
                <a:moveTo>
                  <a:pt x="88148" y="11083"/>
                </a:moveTo>
                <a:cubicBezTo>
                  <a:pt x="88118" y="11204"/>
                  <a:pt x="88118" y="11326"/>
                  <a:pt x="88087" y="11447"/>
                </a:cubicBezTo>
                <a:lnTo>
                  <a:pt x="88057" y="11447"/>
                </a:lnTo>
                <a:cubicBezTo>
                  <a:pt x="88087" y="11326"/>
                  <a:pt x="88118" y="11174"/>
                  <a:pt x="88148" y="11083"/>
                </a:cubicBezTo>
                <a:close/>
                <a:moveTo>
                  <a:pt x="94410" y="11113"/>
                </a:moveTo>
                <a:cubicBezTo>
                  <a:pt x="94349" y="11508"/>
                  <a:pt x="94227" y="11903"/>
                  <a:pt x="94136" y="12299"/>
                </a:cubicBezTo>
                <a:lnTo>
                  <a:pt x="94106" y="12299"/>
                </a:lnTo>
                <a:cubicBezTo>
                  <a:pt x="94227" y="11903"/>
                  <a:pt x="94318" y="11508"/>
                  <a:pt x="94410" y="11113"/>
                </a:cubicBezTo>
                <a:close/>
                <a:moveTo>
                  <a:pt x="124592" y="14305"/>
                </a:moveTo>
                <a:cubicBezTo>
                  <a:pt x="124558" y="14373"/>
                  <a:pt x="124524" y="14441"/>
                  <a:pt x="124490" y="14507"/>
                </a:cubicBezTo>
                <a:lnTo>
                  <a:pt x="124490" y="14507"/>
                </a:lnTo>
                <a:cubicBezTo>
                  <a:pt x="124522" y="14436"/>
                  <a:pt x="124555" y="14368"/>
                  <a:pt x="124592" y="14305"/>
                </a:cubicBezTo>
                <a:close/>
                <a:moveTo>
                  <a:pt x="6718" y="16949"/>
                </a:moveTo>
                <a:cubicBezTo>
                  <a:pt x="7022" y="16979"/>
                  <a:pt x="7387" y="17010"/>
                  <a:pt x="7751" y="17071"/>
                </a:cubicBezTo>
                <a:cubicBezTo>
                  <a:pt x="7812" y="17071"/>
                  <a:pt x="7843" y="17162"/>
                  <a:pt x="7964" y="17314"/>
                </a:cubicBezTo>
                <a:lnTo>
                  <a:pt x="7387" y="17770"/>
                </a:lnTo>
                <a:cubicBezTo>
                  <a:pt x="7113" y="17587"/>
                  <a:pt x="6961" y="17435"/>
                  <a:pt x="6809" y="17314"/>
                </a:cubicBezTo>
                <a:cubicBezTo>
                  <a:pt x="6840" y="17283"/>
                  <a:pt x="6840" y="17223"/>
                  <a:pt x="6870" y="17162"/>
                </a:cubicBezTo>
                <a:cubicBezTo>
                  <a:pt x="6870" y="17071"/>
                  <a:pt x="6809" y="16979"/>
                  <a:pt x="6718" y="16949"/>
                </a:cubicBezTo>
                <a:close/>
                <a:moveTo>
                  <a:pt x="156538" y="29715"/>
                </a:moveTo>
                <a:lnTo>
                  <a:pt x="156538" y="29715"/>
                </a:lnTo>
                <a:cubicBezTo>
                  <a:pt x="156447" y="29837"/>
                  <a:pt x="156386" y="29989"/>
                  <a:pt x="156326" y="30110"/>
                </a:cubicBezTo>
                <a:lnTo>
                  <a:pt x="156295" y="30110"/>
                </a:lnTo>
                <a:cubicBezTo>
                  <a:pt x="156356" y="29989"/>
                  <a:pt x="156447" y="29837"/>
                  <a:pt x="156538" y="29715"/>
                </a:cubicBezTo>
                <a:close/>
                <a:moveTo>
                  <a:pt x="150976" y="33454"/>
                </a:moveTo>
                <a:cubicBezTo>
                  <a:pt x="151005" y="33454"/>
                  <a:pt x="151033" y="33481"/>
                  <a:pt x="151062" y="33484"/>
                </a:cubicBezTo>
                <a:lnTo>
                  <a:pt x="151062" y="33484"/>
                </a:lnTo>
                <a:cubicBezTo>
                  <a:pt x="151023" y="33483"/>
                  <a:pt x="151000" y="33478"/>
                  <a:pt x="150976" y="33454"/>
                </a:cubicBezTo>
                <a:close/>
                <a:moveTo>
                  <a:pt x="150338" y="35643"/>
                </a:moveTo>
                <a:lnTo>
                  <a:pt x="150338" y="35643"/>
                </a:lnTo>
                <a:cubicBezTo>
                  <a:pt x="150459" y="35764"/>
                  <a:pt x="150611" y="35855"/>
                  <a:pt x="150733" y="35946"/>
                </a:cubicBezTo>
                <a:cubicBezTo>
                  <a:pt x="150581" y="35855"/>
                  <a:pt x="150459" y="35764"/>
                  <a:pt x="150338" y="35643"/>
                </a:cubicBezTo>
                <a:close/>
                <a:moveTo>
                  <a:pt x="27873" y="35946"/>
                </a:moveTo>
                <a:cubicBezTo>
                  <a:pt x="27873" y="36159"/>
                  <a:pt x="27873" y="36402"/>
                  <a:pt x="27843" y="36706"/>
                </a:cubicBezTo>
                <a:lnTo>
                  <a:pt x="28572" y="36737"/>
                </a:lnTo>
                <a:cubicBezTo>
                  <a:pt x="28420" y="36342"/>
                  <a:pt x="28268" y="36038"/>
                  <a:pt x="27873" y="35946"/>
                </a:cubicBezTo>
                <a:close/>
                <a:moveTo>
                  <a:pt x="151857" y="40718"/>
                </a:moveTo>
                <a:lnTo>
                  <a:pt x="151857" y="40749"/>
                </a:lnTo>
                <a:lnTo>
                  <a:pt x="151523" y="40749"/>
                </a:lnTo>
                <a:lnTo>
                  <a:pt x="151857" y="40718"/>
                </a:lnTo>
                <a:close/>
                <a:moveTo>
                  <a:pt x="77345" y="1"/>
                </a:moveTo>
                <a:cubicBezTo>
                  <a:pt x="77237" y="1"/>
                  <a:pt x="77104" y="31"/>
                  <a:pt x="76993" y="49"/>
                </a:cubicBezTo>
                <a:cubicBezTo>
                  <a:pt x="76824" y="40"/>
                  <a:pt x="76654" y="37"/>
                  <a:pt x="76485" y="37"/>
                </a:cubicBezTo>
                <a:cubicBezTo>
                  <a:pt x="76077" y="37"/>
                  <a:pt x="75669" y="58"/>
                  <a:pt x="75260" y="79"/>
                </a:cubicBezTo>
                <a:cubicBezTo>
                  <a:pt x="75224" y="85"/>
                  <a:pt x="75187" y="87"/>
                  <a:pt x="75149" y="87"/>
                </a:cubicBezTo>
                <a:cubicBezTo>
                  <a:pt x="74978" y="87"/>
                  <a:pt x="74787" y="42"/>
                  <a:pt x="74607" y="42"/>
                </a:cubicBezTo>
                <a:cubicBezTo>
                  <a:pt x="74386" y="42"/>
                  <a:pt x="74181" y="110"/>
                  <a:pt x="74044" y="414"/>
                </a:cubicBezTo>
                <a:cubicBezTo>
                  <a:pt x="73940" y="684"/>
                  <a:pt x="73737" y="727"/>
                  <a:pt x="73521" y="727"/>
                </a:cubicBezTo>
                <a:cubicBezTo>
                  <a:pt x="73422" y="727"/>
                  <a:pt x="73320" y="718"/>
                  <a:pt x="73224" y="718"/>
                </a:cubicBezTo>
                <a:cubicBezTo>
                  <a:pt x="72981" y="718"/>
                  <a:pt x="72707" y="779"/>
                  <a:pt x="72464" y="809"/>
                </a:cubicBezTo>
                <a:lnTo>
                  <a:pt x="71613" y="900"/>
                </a:lnTo>
                <a:cubicBezTo>
                  <a:pt x="71096" y="991"/>
                  <a:pt x="70549" y="1083"/>
                  <a:pt x="70032" y="1143"/>
                </a:cubicBezTo>
                <a:cubicBezTo>
                  <a:pt x="69819" y="1179"/>
                  <a:pt x="69605" y="1194"/>
                  <a:pt x="69391" y="1194"/>
                </a:cubicBezTo>
                <a:cubicBezTo>
                  <a:pt x="69240" y="1194"/>
                  <a:pt x="69089" y="1186"/>
                  <a:pt x="68938" y="1174"/>
                </a:cubicBezTo>
                <a:cubicBezTo>
                  <a:pt x="68811" y="1174"/>
                  <a:pt x="68683" y="1156"/>
                  <a:pt x="68564" y="1156"/>
                </a:cubicBezTo>
                <a:cubicBezTo>
                  <a:pt x="68371" y="1156"/>
                  <a:pt x="68200" y="1203"/>
                  <a:pt x="68087" y="1447"/>
                </a:cubicBezTo>
                <a:cubicBezTo>
                  <a:pt x="68065" y="1469"/>
                  <a:pt x="68029" y="1490"/>
                  <a:pt x="67998" y="1490"/>
                </a:cubicBezTo>
                <a:cubicBezTo>
                  <a:pt x="67986" y="1490"/>
                  <a:pt x="67974" y="1487"/>
                  <a:pt x="67965" y="1478"/>
                </a:cubicBezTo>
                <a:cubicBezTo>
                  <a:pt x="67845" y="1439"/>
                  <a:pt x="67729" y="1423"/>
                  <a:pt x="67616" y="1423"/>
                </a:cubicBezTo>
                <a:cubicBezTo>
                  <a:pt x="67019" y="1423"/>
                  <a:pt x="66517" y="1882"/>
                  <a:pt x="65929" y="1934"/>
                </a:cubicBezTo>
                <a:cubicBezTo>
                  <a:pt x="65503" y="1994"/>
                  <a:pt x="65108" y="2146"/>
                  <a:pt x="64713" y="2359"/>
                </a:cubicBezTo>
                <a:cubicBezTo>
                  <a:pt x="64044" y="2633"/>
                  <a:pt x="63406" y="2937"/>
                  <a:pt x="62707" y="3210"/>
                </a:cubicBezTo>
                <a:cubicBezTo>
                  <a:pt x="62600" y="3225"/>
                  <a:pt x="62494" y="3233"/>
                  <a:pt x="62388" y="3233"/>
                </a:cubicBezTo>
                <a:cubicBezTo>
                  <a:pt x="62281" y="3233"/>
                  <a:pt x="62175" y="3225"/>
                  <a:pt x="62069" y="3210"/>
                </a:cubicBezTo>
                <a:cubicBezTo>
                  <a:pt x="61521" y="3453"/>
                  <a:pt x="60974" y="3697"/>
                  <a:pt x="60458" y="3970"/>
                </a:cubicBezTo>
                <a:cubicBezTo>
                  <a:pt x="60306" y="4061"/>
                  <a:pt x="60123" y="4183"/>
                  <a:pt x="60002" y="4335"/>
                </a:cubicBezTo>
                <a:lnTo>
                  <a:pt x="59698" y="4487"/>
                </a:lnTo>
                <a:lnTo>
                  <a:pt x="59515" y="4456"/>
                </a:lnTo>
                <a:cubicBezTo>
                  <a:pt x="58986" y="4763"/>
                  <a:pt x="58354" y="4916"/>
                  <a:pt x="57738" y="4916"/>
                </a:cubicBezTo>
                <a:cubicBezTo>
                  <a:pt x="57682" y="4916"/>
                  <a:pt x="57626" y="4915"/>
                  <a:pt x="57570" y="4912"/>
                </a:cubicBezTo>
                <a:cubicBezTo>
                  <a:pt x="57479" y="4912"/>
                  <a:pt x="57357" y="5034"/>
                  <a:pt x="57266" y="5125"/>
                </a:cubicBezTo>
                <a:cubicBezTo>
                  <a:pt x="57053" y="5368"/>
                  <a:pt x="56780" y="5551"/>
                  <a:pt x="56506" y="5733"/>
                </a:cubicBezTo>
                <a:cubicBezTo>
                  <a:pt x="55898" y="5946"/>
                  <a:pt x="55381" y="6402"/>
                  <a:pt x="54713" y="6402"/>
                </a:cubicBezTo>
                <a:cubicBezTo>
                  <a:pt x="54682" y="6402"/>
                  <a:pt x="54682" y="6402"/>
                  <a:pt x="54652" y="6432"/>
                </a:cubicBezTo>
                <a:cubicBezTo>
                  <a:pt x="54348" y="7070"/>
                  <a:pt x="53710" y="6919"/>
                  <a:pt x="53193" y="7101"/>
                </a:cubicBezTo>
                <a:lnTo>
                  <a:pt x="53041" y="7162"/>
                </a:lnTo>
                <a:cubicBezTo>
                  <a:pt x="52758" y="7020"/>
                  <a:pt x="52454" y="6940"/>
                  <a:pt x="52148" y="6940"/>
                </a:cubicBezTo>
                <a:cubicBezTo>
                  <a:pt x="51928" y="6940"/>
                  <a:pt x="51707" y="6982"/>
                  <a:pt x="51491" y="7070"/>
                </a:cubicBezTo>
                <a:cubicBezTo>
                  <a:pt x="51807" y="7265"/>
                  <a:pt x="52162" y="7362"/>
                  <a:pt x="52525" y="7362"/>
                </a:cubicBezTo>
                <a:cubicBezTo>
                  <a:pt x="52615" y="7362"/>
                  <a:pt x="52707" y="7356"/>
                  <a:pt x="52798" y="7344"/>
                </a:cubicBezTo>
                <a:lnTo>
                  <a:pt x="52798" y="7344"/>
                </a:lnTo>
                <a:cubicBezTo>
                  <a:pt x="52707" y="7435"/>
                  <a:pt x="52676" y="7557"/>
                  <a:pt x="52676" y="7678"/>
                </a:cubicBezTo>
                <a:lnTo>
                  <a:pt x="52342" y="8013"/>
                </a:lnTo>
                <a:lnTo>
                  <a:pt x="52099" y="7709"/>
                </a:lnTo>
                <a:lnTo>
                  <a:pt x="50944" y="7587"/>
                </a:lnTo>
                <a:lnTo>
                  <a:pt x="50488" y="7922"/>
                </a:lnTo>
                <a:lnTo>
                  <a:pt x="49333" y="7800"/>
                </a:lnTo>
                <a:lnTo>
                  <a:pt x="48968" y="8104"/>
                </a:lnTo>
                <a:lnTo>
                  <a:pt x="47448" y="7922"/>
                </a:lnTo>
                <a:cubicBezTo>
                  <a:pt x="47266" y="8074"/>
                  <a:pt x="47175" y="8165"/>
                  <a:pt x="47053" y="8226"/>
                </a:cubicBezTo>
                <a:cubicBezTo>
                  <a:pt x="46947" y="8260"/>
                  <a:pt x="46848" y="8275"/>
                  <a:pt x="46755" y="8275"/>
                </a:cubicBezTo>
                <a:cubicBezTo>
                  <a:pt x="46185" y="8275"/>
                  <a:pt x="45835" y="7709"/>
                  <a:pt x="45260" y="7526"/>
                </a:cubicBezTo>
                <a:lnTo>
                  <a:pt x="46080" y="7253"/>
                </a:lnTo>
                <a:cubicBezTo>
                  <a:pt x="45928" y="6979"/>
                  <a:pt x="45776" y="6767"/>
                  <a:pt x="45685" y="6645"/>
                </a:cubicBezTo>
                <a:cubicBezTo>
                  <a:pt x="45581" y="6589"/>
                  <a:pt x="45491" y="6567"/>
                  <a:pt x="45410" y="6567"/>
                </a:cubicBezTo>
                <a:cubicBezTo>
                  <a:pt x="45141" y="6567"/>
                  <a:pt x="44984" y="6818"/>
                  <a:pt x="44773" y="6888"/>
                </a:cubicBezTo>
                <a:cubicBezTo>
                  <a:pt x="44754" y="6889"/>
                  <a:pt x="44735" y="6890"/>
                  <a:pt x="44716" y="6890"/>
                </a:cubicBezTo>
                <a:cubicBezTo>
                  <a:pt x="44452" y="6890"/>
                  <a:pt x="44178" y="6769"/>
                  <a:pt x="43907" y="6769"/>
                </a:cubicBezTo>
                <a:cubicBezTo>
                  <a:pt x="43758" y="6769"/>
                  <a:pt x="43610" y="6805"/>
                  <a:pt x="43466" y="6919"/>
                </a:cubicBezTo>
                <a:lnTo>
                  <a:pt x="43801" y="7374"/>
                </a:lnTo>
                <a:cubicBezTo>
                  <a:pt x="43527" y="7496"/>
                  <a:pt x="43375" y="7861"/>
                  <a:pt x="42889" y="7861"/>
                </a:cubicBezTo>
                <a:lnTo>
                  <a:pt x="42402" y="7405"/>
                </a:lnTo>
                <a:lnTo>
                  <a:pt x="41582" y="7314"/>
                </a:lnTo>
                <a:lnTo>
                  <a:pt x="40913" y="7982"/>
                </a:lnTo>
                <a:lnTo>
                  <a:pt x="40123" y="7891"/>
                </a:lnTo>
                <a:lnTo>
                  <a:pt x="39545" y="7283"/>
                </a:lnTo>
                <a:lnTo>
                  <a:pt x="39940" y="6949"/>
                </a:lnTo>
                <a:lnTo>
                  <a:pt x="39150" y="5824"/>
                </a:lnTo>
                <a:lnTo>
                  <a:pt x="38542" y="5946"/>
                </a:lnTo>
                <a:cubicBezTo>
                  <a:pt x="38664" y="6128"/>
                  <a:pt x="38785" y="6280"/>
                  <a:pt x="38877" y="6402"/>
                </a:cubicBezTo>
                <a:cubicBezTo>
                  <a:pt x="38390" y="6645"/>
                  <a:pt x="38451" y="7283"/>
                  <a:pt x="37965" y="7526"/>
                </a:cubicBezTo>
                <a:cubicBezTo>
                  <a:pt x="37892" y="7555"/>
                  <a:pt x="37841" y="7591"/>
                  <a:pt x="37793" y="7591"/>
                </a:cubicBezTo>
                <a:cubicBezTo>
                  <a:pt x="37741" y="7591"/>
                  <a:pt x="37694" y="7548"/>
                  <a:pt x="37630" y="7405"/>
                </a:cubicBezTo>
                <a:lnTo>
                  <a:pt x="37752" y="6280"/>
                </a:lnTo>
                <a:cubicBezTo>
                  <a:pt x="37509" y="6189"/>
                  <a:pt x="37296" y="6067"/>
                  <a:pt x="37083" y="5885"/>
                </a:cubicBezTo>
                <a:cubicBezTo>
                  <a:pt x="36950" y="5699"/>
                  <a:pt x="36747" y="5606"/>
                  <a:pt x="36516" y="5606"/>
                </a:cubicBezTo>
                <a:cubicBezTo>
                  <a:pt x="36482" y="5606"/>
                  <a:pt x="36449" y="5608"/>
                  <a:pt x="36415" y="5612"/>
                </a:cubicBezTo>
                <a:lnTo>
                  <a:pt x="36019" y="6280"/>
                </a:lnTo>
                <a:lnTo>
                  <a:pt x="35624" y="5915"/>
                </a:lnTo>
                <a:cubicBezTo>
                  <a:pt x="35168" y="6128"/>
                  <a:pt x="35047" y="6615"/>
                  <a:pt x="34773" y="6919"/>
                </a:cubicBezTo>
                <a:lnTo>
                  <a:pt x="33892" y="6827"/>
                </a:lnTo>
                <a:cubicBezTo>
                  <a:pt x="33497" y="6736"/>
                  <a:pt x="33436" y="6463"/>
                  <a:pt x="33284" y="6371"/>
                </a:cubicBezTo>
                <a:lnTo>
                  <a:pt x="33193" y="6371"/>
                </a:lnTo>
                <a:cubicBezTo>
                  <a:pt x="33193" y="6189"/>
                  <a:pt x="33041" y="6007"/>
                  <a:pt x="32828" y="5976"/>
                </a:cubicBezTo>
                <a:cubicBezTo>
                  <a:pt x="32524" y="5915"/>
                  <a:pt x="32220" y="5915"/>
                  <a:pt x="31916" y="5855"/>
                </a:cubicBezTo>
                <a:cubicBezTo>
                  <a:pt x="31703" y="5824"/>
                  <a:pt x="31582" y="5642"/>
                  <a:pt x="31642" y="5429"/>
                </a:cubicBezTo>
                <a:cubicBezTo>
                  <a:pt x="31609" y="5419"/>
                  <a:pt x="31578" y="5415"/>
                  <a:pt x="31549" y="5415"/>
                </a:cubicBezTo>
                <a:cubicBezTo>
                  <a:pt x="31317" y="5415"/>
                  <a:pt x="31224" y="5706"/>
                  <a:pt x="31034" y="5733"/>
                </a:cubicBezTo>
                <a:lnTo>
                  <a:pt x="30670" y="5368"/>
                </a:lnTo>
                <a:lnTo>
                  <a:pt x="30214" y="5672"/>
                </a:lnTo>
                <a:lnTo>
                  <a:pt x="26202" y="5216"/>
                </a:lnTo>
                <a:cubicBezTo>
                  <a:pt x="26080" y="5216"/>
                  <a:pt x="26019" y="5064"/>
                  <a:pt x="25898" y="4943"/>
                </a:cubicBezTo>
                <a:lnTo>
                  <a:pt x="26080" y="4456"/>
                </a:lnTo>
                <a:lnTo>
                  <a:pt x="27387" y="4548"/>
                </a:lnTo>
                <a:cubicBezTo>
                  <a:pt x="27600" y="4153"/>
                  <a:pt x="27721" y="3818"/>
                  <a:pt x="27448" y="3423"/>
                </a:cubicBezTo>
                <a:lnTo>
                  <a:pt x="26688" y="3362"/>
                </a:lnTo>
                <a:lnTo>
                  <a:pt x="26262" y="3666"/>
                </a:lnTo>
                <a:lnTo>
                  <a:pt x="25867" y="3636"/>
                </a:lnTo>
                <a:lnTo>
                  <a:pt x="25290" y="4122"/>
                </a:lnTo>
                <a:cubicBezTo>
                  <a:pt x="25168" y="4396"/>
                  <a:pt x="25168" y="4730"/>
                  <a:pt x="25259" y="5034"/>
                </a:cubicBezTo>
                <a:cubicBezTo>
                  <a:pt x="25259" y="5156"/>
                  <a:pt x="25654" y="5216"/>
                  <a:pt x="25290" y="5490"/>
                </a:cubicBezTo>
                <a:cubicBezTo>
                  <a:pt x="24469" y="5399"/>
                  <a:pt x="23588" y="5308"/>
                  <a:pt x="22706" y="5216"/>
                </a:cubicBezTo>
                <a:cubicBezTo>
                  <a:pt x="22615" y="5216"/>
                  <a:pt x="22493" y="5338"/>
                  <a:pt x="22402" y="5368"/>
                </a:cubicBezTo>
                <a:lnTo>
                  <a:pt x="22372" y="5794"/>
                </a:lnTo>
                <a:cubicBezTo>
                  <a:pt x="22584" y="5885"/>
                  <a:pt x="22797" y="5976"/>
                  <a:pt x="22980" y="6128"/>
                </a:cubicBezTo>
                <a:cubicBezTo>
                  <a:pt x="23150" y="6270"/>
                  <a:pt x="23294" y="6466"/>
                  <a:pt x="23560" y="6466"/>
                </a:cubicBezTo>
                <a:cubicBezTo>
                  <a:pt x="23579" y="6466"/>
                  <a:pt x="23598" y="6465"/>
                  <a:pt x="23618" y="6463"/>
                </a:cubicBezTo>
                <a:lnTo>
                  <a:pt x="24074" y="6128"/>
                </a:lnTo>
                <a:cubicBezTo>
                  <a:pt x="24195" y="6128"/>
                  <a:pt x="24317" y="6159"/>
                  <a:pt x="24439" y="6189"/>
                </a:cubicBezTo>
                <a:cubicBezTo>
                  <a:pt x="24499" y="6189"/>
                  <a:pt x="24530" y="6280"/>
                  <a:pt x="24621" y="6371"/>
                </a:cubicBezTo>
                <a:cubicBezTo>
                  <a:pt x="24378" y="6554"/>
                  <a:pt x="24165" y="6767"/>
                  <a:pt x="23922" y="6919"/>
                </a:cubicBezTo>
                <a:cubicBezTo>
                  <a:pt x="23800" y="7040"/>
                  <a:pt x="23648" y="7101"/>
                  <a:pt x="23557" y="7192"/>
                </a:cubicBezTo>
                <a:lnTo>
                  <a:pt x="23253" y="6827"/>
                </a:lnTo>
                <a:lnTo>
                  <a:pt x="22767" y="7131"/>
                </a:lnTo>
                <a:cubicBezTo>
                  <a:pt x="22281" y="6979"/>
                  <a:pt x="21703" y="7131"/>
                  <a:pt x="21186" y="6888"/>
                </a:cubicBezTo>
                <a:cubicBezTo>
                  <a:pt x="21125" y="6615"/>
                  <a:pt x="21065" y="6371"/>
                  <a:pt x="21004" y="6037"/>
                </a:cubicBezTo>
                <a:lnTo>
                  <a:pt x="20153" y="6432"/>
                </a:lnTo>
                <a:lnTo>
                  <a:pt x="19849" y="6037"/>
                </a:lnTo>
                <a:lnTo>
                  <a:pt x="17873" y="5824"/>
                </a:lnTo>
                <a:lnTo>
                  <a:pt x="17478" y="5824"/>
                </a:lnTo>
                <a:cubicBezTo>
                  <a:pt x="17417" y="5824"/>
                  <a:pt x="17387" y="5885"/>
                  <a:pt x="17235" y="6007"/>
                </a:cubicBezTo>
                <a:lnTo>
                  <a:pt x="18542" y="6432"/>
                </a:lnTo>
                <a:cubicBezTo>
                  <a:pt x="18238" y="6919"/>
                  <a:pt x="17995" y="7314"/>
                  <a:pt x="17752" y="7709"/>
                </a:cubicBezTo>
                <a:lnTo>
                  <a:pt x="17326" y="7678"/>
                </a:lnTo>
                <a:lnTo>
                  <a:pt x="16961" y="7253"/>
                </a:lnTo>
                <a:lnTo>
                  <a:pt x="15776" y="7131"/>
                </a:lnTo>
                <a:cubicBezTo>
                  <a:pt x="15685" y="7344"/>
                  <a:pt x="15593" y="7557"/>
                  <a:pt x="15472" y="7739"/>
                </a:cubicBezTo>
                <a:cubicBezTo>
                  <a:pt x="15229" y="7982"/>
                  <a:pt x="14986" y="8165"/>
                  <a:pt x="14712" y="8347"/>
                </a:cubicBezTo>
                <a:cubicBezTo>
                  <a:pt x="14621" y="8773"/>
                  <a:pt x="14712" y="9229"/>
                  <a:pt x="14469" y="9624"/>
                </a:cubicBezTo>
                <a:lnTo>
                  <a:pt x="14074" y="9654"/>
                </a:lnTo>
                <a:cubicBezTo>
                  <a:pt x="13527" y="9411"/>
                  <a:pt x="13587" y="8833"/>
                  <a:pt x="13435" y="8560"/>
                </a:cubicBezTo>
                <a:lnTo>
                  <a:pt x="12615" y="8013"/>
                </a:lnTo>
                <a:lnTo>
                  <a:pt x="10821" y="8681"/>
                </a:lnTo>
                <a:lnTo>
                  <a:pt x="11125" y="9137"/>
                </a:lnTo>
                <a:cubicBezTo>
                  <a:pt x="11065" y="9168"/>
                  <a:pt x="11034" y="9259"/>
                  <a:pt x="10973" y="9259"/>
                </a:cubicBezTo>
                <a:lnTo>
                  <a:pt x="9119" y="9046"/>
                </a:lnTo>
                <a:lnTo>
                  <a:pt x="8602" y="9441"/>
                </a:lnTo>
                <a:lnTo>
                  <a:pt x="7843" y="9350"/>
                </a:lnTo>
                <a:lnTo>
                  <a:pt x="7478" y="8925"/>
                </a:lnTo>
                <a:lnTo>
                  <a:pt x="6870" y="9411"/>
                </a:lnTo>
                <a:cubicBezTo>
                  <a:pt x="7204" y="9654"/>
                  <a:pt x="7508" y="9928"/>
                  <a:pt x="7843" y="10110"/>
                </a:cubicBezTo>
                <a:cubicBezTo>
                  <a:pt x="7995" y="10201"/>
                  <a:pt x="8207" y="10140"/>
                  <a:pt x="8390" y="10201"/>
                </a:cubicBezTo>
                <a:cubicBezTo>
                  <a:pt x="8481" y="10232"/>
                  <a:pt x="8542" y="10292"/>
                  <a:pt x="8572" y="10353"/>
                </a:cubicBezTo>
                <a:cubicBezTo>
                  <a:pt x="8815" y="10870"/>
                  <a:pt x="8329" y="10900"/>
                  <a:pt x="8238" y="11174"/>
                </a:cubicBezTo>
                <a:cubicBezTo>
                  <a:pt x="8572" y="11478"/>
                  <a:pt x="9180" y="11478"/>
                  <a:pt x="9150" y="12207"/>
                </a:cubicBezTo>
                <a:lnTo>
                  <a:pt x="6049" y="11873"/>
                </a:lnTo>
                <a:lnTo>
                  <a:pt x="5593" y="12542"/>
                </a:lnTo>
                <a:cubicBezTo>
                  <a:pt x="5543" y="12547"/>
                  <a:pt x="5493" y="12549"/>
                  <a:pt x="5444" y="12549"/>
                </a:cubicBezTo>
                <a:cubicBezTo>
                  <a:pt x="5140" y="12549"/>
                  <a:pt x="4871" y="12460"/>
                  <a:pt x="4633" y="12460"/>
                </a:cubicBezTo>
                <a:cubicBezTo>
                  <a:pt x="4474" y="12460"/>
                  <a:pt x="4328" y="12500"/>
                  <a:pt x="4195" y="12633"/>
                </a:cubicBezTo>
                <a:lnTo>
                  <a:pt x="4499" y="13089"/>
                </a:lnTo>
                <a:cubicBezTo>
                  <a:pt x="4338" y="13185"/>
                  <a:pt x="4178" y="13217"/>
                  <a:pt x="4018" y="13217"/>
                </a:cubicBezTo>
                <a:cubicBezTo>
                  <a:pt x="3726" y="13217"/>
                  <a:pt x="3437" y="13109"/>
                  <a:pt x="3162" y="13089"/>
                </a:cubicBezTo>
                <a:cubicBezTo>
                  <a:pt x="2645" y="13058"/>
                  <a:pt x="2159" y="12937"/>
                  <a:pt x="1642" y="12906"/>
                </a:cubicBezTo>
                <a:cubicBezTo>
                  <a:pt x="1379" y="12885"/>
                  <a:pt x="1084" y="12799"/>
                  <a:pt x="780" y="12799"/>
                </a:cubicBezTo>
                <a:cubicBezTo>
                  <a:pt x="663" y="12799"/>
                  <a:pt x="544" y="12812"/>
                  <a:pt x="426" y="12846"/>
                </a:cubicBezTo>
                <a:cubicBezTo>
                  <a:pt x="396" y="12815"/>
                  <a:pt x="335" y="12815"/>
                  <a:pt x="274" y="12815"/>
                </a:cubicBezTo>
                <a:cubicBezTo>
                  <a:pt x="152" y="12815"/>
                  <a:pt x="31" y="12906"/>
                  <a:pt x="0" y="13028"/>
                </a:cubicBezTo>
                <a:cubicBezTo>
                  <a:pt x="0" y="13210"/>
                  <a:pt x="122" y="13362"/>
                  <a:pt x="274" y="13362"/>
                </a:cubicBezTo>
                <a:cubicBezTo>
                  <a:pt x="324" y="13375"/>
                  <a:pt x="370" y="13382"/>
                  <a:pt x="412" y="13382"/>
                </a:cubicBezTo>
                <a:cubicBezTo>
                  <a:pt x="471" y="13382"/>
                  <a:pt x="525" y="13368"/>
                  <a:pt x="578" y="13332"/>
                </a:cubicBezTo>
                <a:cubicBezTo>
                  <a:pt x="639" y="13423"/>
                  <a:pt x="730" y="13484"/>
                  <a:pt x="791" y="13545"/>
                </a:cubicBezTo>
                <a:cubicBezTo>
                  <a:pt x="979" y="13326"/>
                  <a:pt x="1183" y="13260"/>
                  <a:pt x="1390" y="13260"/>
                </a:cubicBezTo>
                <a:cubicBezTo>
                  <a:pt x="1586" y="13260"/>
                  <a:pt x="1785" y="13318"/>
                  <a:pt x="1976" y="13362"/>
                </a:cubicBezTo>
                <a:cubicBezTo>
                  <a:pt x="2128" y="13514"/>
                  <a:pt x="2250" y="13666"/>
                  <a:pt x="2311" y="13727"/>
                </a:cubicBezTo>
                <a:lnTo>
                  <a:pt x="4651" y="13970"/>
                </a:lnTo>
                <a:lnTo>
                  <a:pt x="4985" y="13302"/>
                </a:lnTo>
                <a:lnTo>
                  <a:pt x="6201" y="13423"/>
                </a:lnTo>
                <a:lnTo>
                  <a:pt x="6566" y="13818"/>
                </a:lnTo>
                <a:lnTo>
                  <a:pt x="7265" y="13910"/>
                </a:lnTo>
                <a:cubicBezTo>
                  <a:pt x="7447" y="14274"/>
                  <a:pt x="7873" y="14305"/>
                  <a:pt x="8116" y="14487"/>
                </a:cubicBezTo>
                <a:cubicBezTo>
                  <a:pt x="8207" y="14821"/>
                  <a:pt x="8329" y="15095"/>
                  <a:pt x="8420" y="15460"/>
                </a:cubicBezTo>
                <a:cubicBezTo>
                  <a:pt x="8238" y="15460"/>
                  <a:pt x="8055" y="15520"/>
                  <a:pt x="7843" y="15581"/>
                </a:cubicBezTo>
                <a:cubicBezTo>
                  <a:pt x="7666" y="15682"/>
                  <a:pt x="7531" y="15847"/>
                  <a:pt x="7316" y="15847"/>
                </a:cubicBezTo>
                <a:cubicBezTo>
                  <a:pt x="7272" y="15847"/>
                  <a:pt x="7225" y="15840"/>
                  <a:pt x="7174" y="15824"/>
                </a:cubicBezTo>
                <a:cubicBezTo>
                  <a:pt x="7112" y="15812"/>
                  <a:pt x="7050" y="15806"/>
                  <a:pt x="6988" y="15806"/>
                </a:cubicBezTo>
                <a:cubicBezTo>
                  <a:pt x="6748" y="15806"/>
                  <a:pt x="6516" y="15898"/>
                  <a:pt x="6323" y="16068"/>
                </a:cubicBezTo>
                <a:cubicBezTo>
                  <a:pt x="6271" y="16093"/>
                  <a:pt x="6210" y="16102"/>
                  <a:pt x="6143" y="16102"/>
                </a:cubicBezTo>
                <a:cubicBezTo>
                  <a:pt x="6001" y="16102"/>
                  <a:pt x="5833" y="16063"/>
                  <a:pt x="5680" y="16063"/>
                </a:cubicBezTo>
                <a:cubicBezTo>
                  <a:pt x="5651" y="16063"/>
                  <a:pt x="5622" y="16064"/>
                  <a:pt x="5593" y="16068"/>
                </a:cubicBezTo>
                <a:cubicBezTo>
                  <a:pt x="5502" y="16068"/>
                  <a:pt x="5411" y="16189"/>
                  <a:pt x="5350" y="16250"/>
                </a:cubicBezTo>
                <a:lnTo>
                  <a:pt x="6353" y="16919"/>
                </a:lnTo>
                <a:lnTo>
                  <a:pt x="6475" y="16919"/>
                </a:lnTo>
                <a:cubicBezTo>
                  <a:pt x="6384" y="16949"/>
                  <a:pt x="6292" y="17040"/>
                  <a:pt x="6262" y="17131"/>
                </a:cubicBezTo>
                <a:cubicBezTo>
                  <a:pt x="6201" y="17253"/>
                  <a:pt x="6292" y="17405"/>
                  <a:pt x="6414" y="17405"/>
                </a:cubicBezTo>
                <a:lnTo>
                  <a:pt x="6444" y="17405"/>
                </a:lnTo>
                <a:lnTo>
                  <a:pt x="6140" y="17587"/>
                </a:lnTo>
                <a:lnTo>
                  <a:pt x="3709" y="17466"/>
                </a:lnTo>
                <a:cubicBezTo>
                  <a:pt x="3709" y="17466"/>
                  <a:pt x="3678" y="17557"/>
                  <a:pt x="3618" y="17648"/>
                </a:cubicBezTo>
                <a:lnTo>
                  <a:pt x="4833" y="17983"/>
                </a:lnTo>
                <a:cubicBezTo>
                  <a:pt x="4499" y="18226"/>
                  <a:pt x="4317" y="18438"/>
                  <a:pt x="4074" y="18560"/>
                </a:cubicBezTo>
                <a:lnTo>
                  <a:pt x="3891" y="18560"/>
                </a:lnTo>
                <a:cubicBezTo>
                  <a:pt x="3861" y="18469"/>
                  <a:pt x="3800" y="18408"/>
                  <a:pt x="3739" y="18378"/>
                </a:cubicBezTo>
                <a:cubicBezTo>
                  <a:pt x="3712" y="18372"/>
                  <a:pt x="3687" y="18370"/>
                  <a:pt x="3664" y="18370"/>
                </a:cubicBezTo>
                <a:cubicBezTo>
                  <a:pt x="3559" y="18370"/>
                  <a:pt x="3501" y="18424"/>
                  <a:pt x="3526" y="18499"/>
                </a:cubicBezTo>
                <a:lnTo>
                  <a:pt x="2554" y="18408"/>
                </a:lnTo>
                <a:lnTo>
                  <a:pt x="2250" y="18043"/>
                </a:lnTo>
                <a:lnTo>
                  <a:pt x="639" y="17861"/>
                </a:lnTo>
                <a:cubicBezTo>
                  <a:pt x="578" y="17861"/>
                  <a:pt x="517" y="17952"/>
                  <a:pt x="487" y="17983"/>
                </a:cubicBezTo>
                <a:lnTo>
                  <a:pt x="1672" y="19502"/>
                </a:lnTo>
                <a:lnTo>
                  <a:pt x="3192" y="19654"/>
                </a:lnTo>
                <a:lnTo>
                  <a:pt x="3557" y="20110"/>
                </a:lnTo>
                <a:lnTo>
                  <a:pt x="5806" y="20353"/>
                </a:lnTo>
                <a:lnTo>
                  <a:pt x="6232" y="20809"/>
                </a:lnTo>
                <a:lnTo>
                  <a:pt x="7447" y="20931"/>
                </a:lnTo>
                <a:lnTo>
                  <a:pt x="8724" y="22542"/>
                </a:lnTo>
                <a:cubicBezTo>
                  <a:pt x="8542" y="22663"/>
                  <a:pt x="8238" y="22542"/>
                  <a:pt x="7934" y="22755"/>
                </a:cubicBezTo>
                <a:cubicBezTo>
                  <a:pt x="7797" y="22876"/>
                  <a:pt x="7645" y="22907"/>
                  <a:pt x="7485" y="22907"/>
                </a:cubicBezTo>
                <a:cubicBezTo>
                  <a:pt x="7326" y="22907"/>
                  <a:pt x="7159" y="22876"/>
                  <a:pt x="6991" y="22876"/>
                </a:cubicBezTo>
                <a:lnTo>
                  <a:pt x="7052" y="22846"/>
                </a:lnTo>
                <a:cubicBezTo>
                  <a:pt x="7109" y="22817"/>
                  <a:pt x="6901" y="22630"/>
                  <a:pt x="6725" y="22630"/>
                </a:cubicBezTo>
                <a:cubicBezTo>
                  <a:pt x="6712" y="22630"/>
                  <a:pt x="6700" y="22631"/>
                  <a:pt x="6688" y="22633"/>
                </a:cubicBezTo>
                <a:cubicBezTo>
                  <a:pt x="6262" y="22785"/>
                  <a:pt x="5867" y="22998"/>
                  <a:pt x="5472" y="23241"/>
                </a:cubicBezTo>
                <a:cubicBezTo>
                  <a:pt x="5198" y="23454"/>
                  <a:pt x="5107" y="23819"/>
                  <a:pt x="5198" y="24122"/>
                </a:cubicBezTo>
                <a:cubicBezTo>
                  <a:pt x="5259" y="24487"/>
                  <a:pt x="5563" y="24457"/>
                  <a:pt x="5806" y="24487"/>
                </a:cubicBezTo>
                <a:cubicBezTo>
                  <a:pt x="5988" y="24518"/>
                  <a:pt x="6140" y="24548"/>
                  <a:pt x="6292" y="24609"/>
                </a:cubicBezTo>
                <a:lnTo>
                  <a:pt x="6870" y="24700"/>
                </a:lnTo>
                <a:cubicBezTo>
                  <a:pt x="7326" y="24578"/>
                  <a:pt x="7295" y="24396"/>
                  <a:pt x="6961" y="24122"/>
                </a:cubicBezTo>
                <a:cubicBezTo>
                  <a:pt x="7113" y="23940"/>
                  <a:pt x="6080" y="23879"/>
                  <a:pt x="6931" y="23606"/>
                </a:cubicBezTo>
                <a:cubicBezTo>
                  <a:pt x="6779" y="23454"/>
                  <a:pt x="6748" y="23180"/>
                  <a:pt x="6900" y="22998"/>
                </a:cubicBezTo>
                <a:lnTo>
                  <a:pt x="6900" y="22998"/>
                </a:lnTo>
                <a:cubicBezTo>
                  <a:pt x="6870" y="23119"/>
                  <a:pt x="6840" y="23241"/>
                  <a:pt x="6809" y="23363"/>
                </a:cubicBezTo>
                <a:lnTo>
                  <a:pt x="7812" y="24457"/>
                </a:lnTo>
                <a:lnTo>
                  <a:pt x="9271" y="24639"/>
                </a:lnTo>
                <a:cubicBezTo>
                  <a:pt x="9423" y="25308"/>
                  <a:pt x="10244" y="24791"/>
                  <a:pt x="10426" y="25369"/>
                </a:cubicBezTo>
                <a:lnTo>
                  <a:pt x="9849" y="25794"/>
                </a:lnTo>
                <a:cubicBezTo>
                  <a:pt x="9636" y="25095"/>
                  <a:pt x="8724" y="25581"/>
                  <a:pt x="8481" y="24913"/>
                </a:cubicBezTo>
                <a:lnTo>
                  <a:pt x="6991" y="24700"/>
                </a:lnTo>
                <a:cubicBezTo>
                  <a:pt x="6931" y="24700"/>
                  <a:pt x="6870" y="24730"/>
                  <a:pt x="6809" y="24761"/>
                </a:cubicBezTo>
                <a:lnTo>
                  <a:pt x="6596" y="24913"/>
                </a:lnTo>
                <a:cubicBezTo>
                  <a:pt x="6502" y="24856"/>
                  <a:pt x="6397" y="24829"/>
                  <a:pt x="6291" y="24829"/>
                </a:cubicBezTo>
                <a:cubicBezTo>
                  <a:pt x="6055" y="24829"/>
                  <a:pt x="5820" y="24965"/>
                  <a:pt x="5715" y="25217"/>
                </a:cubicBezTo>
                <a:cubicBezTo>
                  <a:pt x="5533" y="25642"/>
                  <a:pt x="5928" y="25733"/>
                  <a:pt x="6232" y="25794"/>
                </a:cubicBezTo>
                <a:lnTo>
                  <a:pt x="6232" y="25825"/>
                </a:lnTo>
                <a:lnTo>
                  <a:pt x="6414" y="26129"/>
                </a:lnTo>
                <a:cubicBezTo>
                  <a:pt x="6353" y="26189"/>
                  <a:pt x="6353" y="26250"/>
                  <a:pt x="6444" y="26372"/>
                </a:cubicBezTo>
                <a:cubicBezTo>
                  <a:pt x="6505" y="26402"/>
                  <a:pt x="6566" y="26433"/>
                  <a:pt x="6627" y="26433"/>
                </a:cubicBezTo>
                <a:lnTo>
                  <a:pt x="6991" y="27010"/>
                </a:lnTo>
                <a:cubicBezTo>
                  <a:pt x="7185" y="26967"/>
                  <a:pt x="7302" y="26742"/>
                  <a:pt x="7440" y="26742"/>
                </a:cubicBezTo>
                <a:cubicBezTo>
                  <a:pt x="7497" y="26742"/>
                  <a:pt x="7558" y="26781"/>
                  <a:pt x="7630" y="26888"/>
                </a:cubicBezTo>
                <a:lnTo>
                  <a:pt x="7630" y="26980"/>
                </a:lnTo>
                <a:cubicBezTo>
                  <a:pt x="7599" y="27071"/>
                  <a:pt x="7599" y="27132"/>
                  <a:pt x="7599" y="27223"/>
                </a:cubicBezTo>
                <a:lnTo>
                  <a:pt x="7508" y="28074"/>
                </a:lnTo>
                <a:cubicBezTo>
                  <a:pt x="7803" y="28251"/>
                  <a:pt x="7869" y="28714"/>
                  <a:pt x="8316" y="28714"/>
                </a:cubicBezTo>
                <a:cubicBezTo>
                  <a:pt x="8330" y="28714"/>
                  <a:pt x="8345" y="28713"/>
                  <a:pt x="8359" y="28712"/>
                </a:cubicBezTo>
                <a:cubicBezTo>
                  <a:pt x="8420" y="28803"/>
                  <a:pt x="8481" y="28864"/>
                  <a:pt x="8542" y="28925"/>
                </a:cubicBezTo>
                <a:cubicBezTo>
                  <a:pt x="8633" y="29047"/>
                  <a:pt x="8754" y="29107"/>
                  <a:pt x="8876" y="29138"/>
                </a:cubicBezTo>
                <a:lnTo>
                  <a:pt x="8937" y="29138"/>
                </a:lnTo>
                <a:cubicBezTo>
                  <a:pt x="9150" y="29229"/>
                  <a:pt x="9362" y="29411"/>
                  <a:pt x="9484" y="29624"/>
                </a:cubicBezTo>
                <a:cubicBezTo>
                  <a:pt x="9514" y="29715"/>
                  <a:pt x="9514" y="29806"/>
                  <a:pt x="9545" y="29898"/>
                </a:cubicBezTo>
                <a:cubicBezTo>
                  <a:pt x="9444" y="29948"/>
                  <a:pt x="9326" y="29970"/>
                  <a:pt x="9203" y="29970"/>
                </a:cubicBezTo>
                <a:cubicBezTo>
                  <a:pt x="9104" y="29970"/>
                  <a:pt x="9002" y="29955"/>
                  <a:pt x="8906" y="29928"/>
                </a:cubicBezTo>
                <a:cubicBezTo>
                  <a:pt x="8998" y="29776"/>
                  <a:pt x="8906" y="29594"/>
                  <a:pt x="8724" y="29563"/>
                </a:cubicBezTo>
                <a:cubicBezTo>
                  <a:pt x="8633" y="29563"/>
                  <a:pt x="8542" y="29594"/>
                  <a:pt x="8481" y="29685"/>
                </a:cubicBezTo>
                <a:cubicBezTo>
                  <a:pt x="8444" y="29593"/>
                  <a:pt x="8396" y="29523"/>
                  <a:pt x="8316" y="29523"/>
                </a:cubicBezTo>
                <a:cubicBezTo>
                  <a:pt x="8265" y="29523"/>
                  <a:pt x="8200" y="29552"/>
                  <a:pt x="8116" y="29624"/>
                </a:cubicBezTo>
                <a:lnTo>
                  <a:pt x="7995" y="30597"/>
                </a:lnTo>
                <a:cubicBezTo>
                  <a:pt x="7978" y="30599"/>
                  <a:pt x="7961" y="30600"/>
                  <a:pt x="7944" y="30600"/>
                </a:cubicBezTo>
                <a:cubicBezTo>
                  <a:pt x="7809" y="30600"/>
                  <a:pt x="7673" y="30539"/>
                  <a:pt x="7538" y="30539"/>
                </a:cubicBezTo>
                <a:cubicBezTo>
                  <a:pt x="7447" y="30539"/>
                  <a:pt x="7356" y="30567"/>
                  <a:pt x="7265" y="30658"/>
                </a:cubicBezTo>
                <a:lnTo>
                  <a:pt x="7174" y="31509"/>
                </a:lnTo>
                <a:cubicBezTo>
                  <a:pt x="7903" y="31965"/>
                  <a:pt x="8602" y="32420"/>
                  <a:pt x="9271" y="32846"/>
                </a:cubicBezTo>
                <a:cubicBezTo>
                  <a:pt x="9393" y="33272"/>
                  <a:pt x="8998" y="33363"/>
                  <a:pt x="8876" y="33606"/>
                </a:cubicBezTo>
                <a:cubicBezTo>
                  <a:pt x="9180" y="33819"/>
                  <a:pt x="9454" y="34001"/>
                  <a:pt x="9849" y="34275"/>
                </a:cubicBezTo>
                <a:lnTo>
                  <a:pt x="10852" y="34396"/>
                </a:lnTo>
                <a:cubicBezTo>
                  <a:pt x="11034" y="34275"/>
                  <a:pt x="11156" y="34153"/>
                  <a:pt x="11308" y="34062"/>
                </a:cubicBezTo>
                <a:lnTo>
                  <a:pt x="12402" y="34183"/>
                </a:lnTo>
                <a:cubicBezTo>
                  <a:pt x="12554" y="34335"/>
                  <a:pt x="12675" y="34487"/>
                  <a:pt x="12858" y="34609"/>
                </a:cubicBezTo>
                <a:cubicBezTo>
                  <a:pt x="13010" y="34670"/>
                  <a:pt x="13223" y="34609"/>
                  <a:pt x="13405" y="34700"/>
                </a:cubicBezTo>
                <a:cubicBezTo>
                  <a:pt x="13587" y="34791"/>
                  <a:pt x="13679" y="34974"/>
                  <a:pt x="13831" y="35034"/>
                </a:cubicBezTo>
                <a:cubicBezTo>
                  <a:pt x="13983" y="35095"/>
                  <a:pt x="14165" y="35095"/>
                  <a:pt x="14347" y="35095"/>
                </a:cubicBezTo>
                <a:cubicBezTo>
                  <a:pt x="14378" y="35095"/>
                  <a:pt x="14408" y="35004"/>
                  <a:pt x="14499" y="34943"/>
                </a:cubicBezTo>
                <a:cubicBezTo>
                  <a:pt x="13800" y="34183"/>
                  <a:pt x="12827" y="33788"/>
                  <a:pt x="12007" y="33180"/>
                </a:cubicBezTo>
                <a:cubicBezTo>
                  <a:pt x="12007" y="33059"/>
                  <a:pt x="12007" y="32937"/>
                  <a:pt x="12007" y="32816"/>
                </a:cubicBezTo>
                <a:cubicBezTo>
                  <a:pt x="12007" y="32755"/>
                  <a:pt x="12098" y="32724"/>
                  <a:pt x="12159" y="32633"/>
                </a:cubicBezTo>
                <a:lnTo>
                  <a:pt x="14560" y="32907"/>
                </a:lnTo>
                <a:cubicBezTo>
                  <a:pt x="14651" y="33028"/>
                  <a:pt x="14712" y="33120"/>
                  <a:pt x="14864" y="33302"/>
                </a:cubicBezTo>
                <a:lnTo>
                  <a:pt x="16384" y="33454"/>
                </a:lnTo>
                <a:cubicBezTo>
                  <a:pt x="16718" y="33788"/>
                  <a:pt x="16840" y="34183"/>
                  <a:pt x="17265" y="34335"/>
                </a:cubicBezTo>
                <a:cubicBezTo>
                  <a:pt x="17721" y="34335"/>
                  <a:pt x="17934" y="33819"/>
                  <a:pt x="18390" y="33667"/>
                </a:cubicBezTo>
                <a:lnTo>
                  <a:pt x="18876" y="33849"/>
                </a:lnTo>
                <a:cubicBezTo>
                  <a:pt x="18694" y="34183"/>
                  <a:pt x="18056" y="34275"/>
                  <a:pt x="18572" y="34852"/>
                </a:cubicBezTo>
                <a:lnTo>
                  <a:pt x="20487" y="35065"/>
                </a:lnTo>
                <a:lnTo>
                  <a:pt x="20761" y="35460"/>
                </a:lnTo>
                <a:cubicBezTo>
                  <a:pt x="21095" y="35490"/>
                  <a:pt x="21369" y="35582"/>
                  <a:pt x="21673" y="35703"/>
                </a:cubicBezTo>
                <a:cubicBezTo>
                  <a:pt x="22129" y="36098"/>
                  <a:pt x="22736" y="36342"/>
                  <a:pt x="22888" y="36706"/>
                </a:cubicBezTo>
                <a:cubicBezTo>
                  <a:pt x="23133" y="36893"/>
                  <a:pt x="23333" y="36959"/>
                  <a:pt x="23506" y="36959"/>
                </a:cubicBezTo>
                <a:cubicBezTo>
                  <a:pt x="23783" y="36959"/>
                  <a:pt x="23989" y="36788"/>
                  <a:pt x="24195" y="36676"/>
                </a:cubicBezTo>
                <a:lnTo>
                  <a:pt x="25715" y="36858"/>
                </a:lnTo>
                <a:cubicBezTo>
                  <a:pt x="25776" y="37010"/>
                  <a:pt x="25806" y="37101"/>
                  <a:pt x="25837" y="37223"/>
                </a:cubicBezTo>
                <a:cubicBezTo>
                  <a:pt x="25817" y="37225"/>
                  <a:pt x="25797" y="37227"/>
                  <a:pt x="25777" y="37227"/>
                </a:cubicBezTo>
                <a:cubicBezTo>
                  <a:pt x="25655" y="37227"/>
                  <a:pt x="25532" y="37186"/>
                  <a:pt x="25404" y="37186"/>
                </a:cubicBezTo>
                <a:cubicBezTo>
                  <a:pt x="25299" y="37186"/>
                  <a:pt x="25190" y="37213"/>
                  <a:pt x="25077" y="37314"/>
                </a:cubicBezTo>
                <a:lnTo>
                  <a:pt x="24925" y="38591"/>
                </a:lnTo>
                <a:lnTo>
                  <a:pt x="26050" y="38895"/>
                </a:lnTo>
                <a:lnTo>
                  <a:pt x="25837" y="40718"/>
                </a:lnTo>
                <a:cubicBezTo>
                  <a:pt x="26718" y="40779"/>
                  <a:pt x="27509" y="40962"/>
                  <a:pt x="28329" y="40962"/>
                </a:cubicBezTo>
                <a:cubicBezTo>
                  <a:pt x="28390" y="40962"/>
                  <a:pt x="28451" y="40870"/>
                  <a:pt x="28481" y="40840"/>
                </a:cubicBezTo>
                <a:cubicBezTo>
                  <a:pt x="28512" y="40718"/>
                  <a:pt x="28542" y="40597"/>
                  <a:pt x="28572" y="40415"/>
                </a:cubicBezTo>
                <a:lnTo>
                  <a:pt x="27691" y="39411"/>
                </a:lnTo>
                <a:cubicBezTo>
                  <a:pt x="27501" y="39454"/>
                  <a:pt x="27326" y="39760"/>
                  <a:pt x="27104" y="39760"/>
                </a:cubicBezTo>
                <a:cubicBezTo>
                  <a:pt x="27006" y="39760"/>
                  <a:pt x="26900" y="39700"/>
                  <a:pt x="26779" y="39533"/>
                </a:cubicBezTo>
                <a:cubicBezTo>
                  <a:pt x="26627" y="39168"/>
                  <a:pt x="26901" y="38956"/>
                  <a:pt x="27174" y="38773"/>
                </a:cubicBezTo>
                <a:cubicBezTo>
                  <a:pt x="27022" y="38408"/>
                  <a:pt x="26536" y="38196"/>
                  <a:pt x="26536" y="37709"/>
                </a:cubicBezTo>
                <a:lnTo>
                  <a:pt x="26536" y="37709"/>
                </a:lnTo>
                <a:lnTo>
                  <a:pt x="27691" y="37831"/>
                </a:lnTo>
                <a:lnTo>
                  <a:pt x="27752" y="37284"/>
                </a:lnTo>
                <a:cubicBezTo>
                  <a:pt x="27235" y="36737"/>
                  <a:pt x="26293" y="36676"/>
                  <a:pt x="25958" y="35734"/>
                </a:cubicBezTo>
                <a:lnTo>
                  <a:pt x="25958" y="35734"/>
                </a:lnTo>
                <a:lnTo>
                  <a:pt x="27873" y="35946"/>
                </a:lnTo>
                <a:cubicBezTo>
                  <a:pt x="27965" y="35703"/>
                  <a:pt x="27813" y="35582"/>
                  <a:pt x="27630" y="35521"/>
                </a:cubicBezTo>
                <a:cubicBezTo>
                  <a:pt x="27357" y="35430"/>
                  <a:pt x="26992" y="35582"/>
                  <a:pt x="26779" y="35186"/>
                </a:cubicBezTo>
                <a:cubicBezTo>
                  <a:pt x="27022" y="35156"/>
                  <a:pt x="27265" y="35126"/>
                  <a:pt x="27478" y="35034"/>
                </a:cubicBezTo>
                <a:cubicBezTo>
                  <a:pt x="27646" y="34938"/>
                  <a:pt x="27776" y="34785"/>
                  <a:pt x="27989" y="34785"/>
                </a:cubicBezTo>
                <a:cubicBezTo>
                  <a:pt x="28045" y="34785"/>
                  <a:pt x="28107" y="34796"/>
                  <a:pt x="28177" y="34822"/>
                </a:cubicBezTo>
                <a:cubicBezTo>
                  <a:pt x="28603" y="35095"/>
                  <a:pt x="28664" y="35582"/>
                  <a:pt x="28816" y="36038"/>
                </a:cubicBezTo>
                <a:cubicBezTo>
                  <a:pt x="29193" y="36088"/>
                  <a:pt x="29415" y="36117"/>
                  <a:pt x="29581" y="36117"/>
                </a:cubicBezTo>
                <a:cubicBezTo>
                  <a:pt x="29816" y="36117"/>
                  <a:pt x="29942" y="36058"/>
                  <a:pt x="30244" y="35916"/>
                </a:cubicBezTo>
                <a:lnTo>
                  <a:pt x="29667" y="35734"/>
                </a:lnTo>
                <a:cubicBezTo>
                  <a:pt x="29484" y="35673"/>
                  <a:pt x="29150" y="35825"/>
                  <a:pt x="29150" y="35430"/>
                </a:cubicBezTo>
                <a:cubicBezTo>
                  <a:pt x="29272" y="35399"/>
                  <a:pt x="29393" y="35338"/>
                  <a:pt x="29484" y="35338"/>
                </a:cubicBezTo>
                <a:cubicBezTo>
                  <a:pt x="29849" y="35399"/>
                  <a:pt x="30244" y="35308"/>
                  <a:pt x="30579" y="35582"/>
                </a:cubicBezTo>
                <a:lnTo>
                  <a:pt x="30791" y="35855"/>
                </a:lnTo>
                <a:lnTo>
                  <a:pt x="32250" y="36038"/>
                </a:lnTo>
                <a:lnTo>
                  <a:pt x="32828" y="36463"/>
                </a:lnTo>
                <a:cubicBezTo>
                  <a:pt x="32850" y="36659"/>
                  <a:pt x="32840" y="36823"/>
                  <a:pt x="32955" y="36823"/>
                </a:cubicBezTo>
                <a:cubicBezTo>
                  <a:pt x="33001" y="36823"/>
                  <a:pt x="33067" y="36797"/>
                  <a:pt x="33162" y="36737"/>
                </a:cubicBezTo>
                <a:lnTo>
                  <a:pt x="32858" y="36433"/>
                </a:lnTo>
                <a:cubicBezTo>
                  <a:pt x="32949" y="35916"/>
                  <a:pt x="33527" y="36311"/>
                  <a:pt x="33709" y="35977"/>
                </a:cubicBezTo>
                <a:cubicBezTo>
                  <a:pt x="33798" y="35850"/>
                  <a:pt x="33892" y="35813"/>
                  <a:pt x="33989" y="35813"/>
                </a:cubicBezTo>
                <a:cubicBezTo>
                  <a:pt x="34125" y="35813"/>
                  <a:pt x="34267" y="35886"/>
                  <a:pt x="34408" y="35886"/>
                </a:cubicBezTo>
                <a:cubicBezTo>
                  <a:pt x="34560" y="35916"/>
                  <a:pt x="34682" y="35977"/>
                  <a:pt x="34804" y="36038"/>
                </a:cubicBezTo>
                <a:cubicBezTo>
                  <a:pt x="34804" y="36220"/>
                  <a:pt x="34773" y="36372"/>
                  <a:pt x="34743" y="36554"/>
                </a:cubicBezTo>
                <a:cubicBezTo>
                  <a:pt x="34652" y="36706"/>
                  <a:pt x="34469" y="36797"/>
                  <a:pt x="34348" y="36949"/>
                </a:cubicBezTo>
                <a:cubicBezTo>
                  <a:pt x="34256" y="37101"/>
                  <a:pt x="34196" y="37253"/>
                  <a:pt x="34135" y="37405"/>
                </a:cubicBezTo>
                <a:lnTo>
                  <a:pt x="32190" y="37193"/>
                </a:lnTo>
                <a:lnTo>
                  <a:pt x="31825" y="36767"/>
                </a:lnTo>
                <a:cubicBezTo>
                  <a:pt x="31804" y="36769"/>
                  <a:pt x="31784" y="36770"/>
                  <a:pt x="31764" y="36770"/>
                </a:cubicBezTo>
                <a:cubicBezTo>
                  <a:pt x="31575" y="36770"/>
                  <a:pt x="31396" y="36696"/>
                  <a:pt x="31220" y="36696"/>
                </a:cubicBezTo>
                <a:cubicBezTo>
                  <a:pt x="31107" y="36696"/>
                  <a:pt x="30995" y="36727"/>
                  <a:pt x="30883" y="36828"/>
                </a:cubicBezTo>
                <a:lnTo>
                  <a:pt x="31126" y="37162"/>
                </a:lnTo>
                <a:cubicBezTo>
                  <a:pt x="31308" y="37709"/>
                  <a:pt x="30943" y="38135"/>
                  <a:pt x="31247" y="38652"/>
                </a:cubicBezTo>
                <a:lnTo>
                  <a:pt x="33193" y="38864"/>
                </a:lnTo>
                <a:lnTo>
                  <a:pt x="33466" y="39229"/>
                </a:lnTo>
                <a:cubicBezTo>
                  <a:pt x="33732" y="39324"/>
                  <a:pt x="33998" y="39372"/>
                  <a:pt x="34264" y="39372"/>
                </a:cubicBezTo>
                <a:cubicBezTo>
                  <a:pt x="34424" y="39372"/>
                  <a:pt x="34583" y="39354"/>
                  <a:pt x="34743" y="39320"/>
                </a:cubicBezTo>
                <a:lnTo>
                  <a:pt x="35077" y="39077"/>
                </a:lnTo>
                <a:lnTo>
                  <a:pt x="35837" y="39138"/>
                </a:lnTo>
                <a:lnTo>
                  <a:pt x="36293" y="38804"/>
                </a:lnTo>
                <a:cubicBezTo>
                  <a:pt x="36718" y="38925"/>
                  <a:pt x="37205" y="38743"/>
                  <a:pt x="37539" y="39077"/>
                </a:cubicBezTo>
                <a:lnTo>
                  <a:pt x="37691" y="39807"/>
                </a:lnTo>
                <a:lnTo>
                  <a:pt x="38329" y="39655"/>
                </a:lnTo>
                <a:lnTo>
                  <a:pt x="37965" y="39168"/>
                </a:lnTo>
                <a:cubicBezTo>
                  <a:pt x="38082" y="39051"/>
                  <a:pt x="38213" y="39014"/>
                  <a:pt x="38351" y="39014"/>
                </a:cubicBezTo>
                <a:cubicBezTo>
                  <a:pt x="38588" y="39014"/>
                  <a:pt x="38846" y="39122"/>
                  <a:pt x="39092" y="39122"/>
                </a:cubicBezTo>
                <a:cubicBezTo>
                  <a:pt x="39263" y="39122"/>
                  <a:pt x="39428" y="39070"/>
                  <a:pt x="39576" y="38895"/>
                </a:cubicBezTo>
                <a:cubicBezTo>
                  <a:pt x="39545" y="38743"/>
                  <a:pt x="39515" y="38560"/>
                  <a:pt x="39485" y="38439"/>
                </a:cubicBezTo>
                <a:cubicBezTo>
                  <a:pt x="39383" y="38358"/>
                  <a:pt x="39258" y="38344"/>
                  <a:pt x="39132" y="38344"/>
                </a:cubicBezTo>
                <a:cubicBezTo>
                  <a:pt x="39069" y="38344"/>
                  <a:pt x="39006" y="38348"/>
                  <a:pt x="38945" y="38348"/>
                </a:cubicBezTo>
                <a:cubicBezTo>
                  <a:pt x="38763" y="38348"/>
                  <a:pt x="38603" y="38317"/>
                  <a:pt x="38542" y="38074"/>
                </a:cubicBezTo>
                <a:lnTo>
                  <a:pt x="39089" y="37527"/>
                </a:lnTo>
                <a:lnTo>
                  <a:pt x="39272" y="37740"/>
                </a:lnTo>
                <a:cubicBezTo>
                  <a:pt x="39272" y="37770"/>
                  <a:pt x="39272" y="37801"/>
                  <a:pt x="39272" y="37831"/>
                </a:cubicBezTo>
                <a:cubicBezTo>
                  <a:pt x="39393" y="38074"/>
                  <a:pt x="39545" y="38287"/>
                  <a:pt x="39758" y="38439"/>
                </a:cubicBezTo>
                <a:cubicBezTo>
                  <a:pt x="40001" y="38584"/>
                  <a:pt x="40108" y="39059"/>
                  <a:pt x="40420" y="39059"/>
                </a:cubicBezTo>
                <a:cubicBezTo>
                  <a:pt x="40498" y="39059"/>
                  <a:pt x="40590" y="39029"/>
                  <a:pt x="40700" y="38956"/>
                </a:cubicBezTo>
                <a:cubicBezTo>
                  <a:pt x="40731" y="38956"/>
                  <a:pt x="40822" y="38986"/>
                  <a:pt x="40852" y="39016"/>
                </a:cubicBezTo>
                <a:cubicBezTo>
                  <a:pt x="41065" y="39290"/>
                  <a:pt x="41278" y="39594"/>
                  <a:pt x="41521" y="39867"/>
                </a:cubicBezTo>
                <a:cubicBezTo>
                  <a:pt x="41643" y="39959"/>
                  <a:pt x="41764" y="40050"/>
                  <a:pt x="41916" y="40111"/>
                </a:cubicBezTo>
                <a:lnTo>
                  <a:pt x="42129" y="40202"/>
                </a:lnTo>
                <a:lnTo>
                  <a:pt x="42099" y="40627"/>
                </a:lnTo>
                <a:lnTo>
                  <a:pt x="42099" y="40627"/>
                </a:lnTo>
                <a:lnTo>
                  <a:pt x="42858" y="40567"/>
                </a:lnTo>
                <a:lnTo>
                  <a:pt x="42858" y="40384"/>
                </a:lnTo>
                <a:cubicBezTo>
                  <a:pt x="42919" y="40384"/>
                  <a:pt x="43010" y="40354"/>
                  <a:pt x="43071" y="40323"/>
                </a:cubicBezTo>
                <a:lnTo>
                  <a:pt x="43375" y="40536"/>
                </a:lnTo>
                <a:cubicBezTo>
                  <a:pt x="43497" y="40415"/>
                  <a:pt x="43588" y="40232"/>
                  <a:pt x="43710" y="40141"/>
                </a:cubicBezTo>
                <a:cubicBezTo>
                  <a:pt x="43953" y="40080"/>
                  <a:pt x="44135" y="39867"/>
                  <a:pt x="44165" y="39624"/>
                </a:cubicBezTo>
                <a:lnTo>
                  <a:pt x="44287" y="39624"/>
                </a:lnTo>
                <a:cubicBezTo>
                  <a:pt x="44348" y="39624"/>
                  <a:pt x="44378" y="39563"/>
                  <a:pt x="44500" y="39472"/>
                </a:cubicBezTo>
                <a:cubicBezTo>
                  <a:pt x="44409" y="39320"/>
                  <a:pt x="44287" y="39229"/>
                  <a:pt x="44105" y="39229"/>
                </a:cubicBezTo>
                <a:lnTo>
                  <a:pt x="44105" y="39168"/>
                </a:lnTo>
                <a:cubicBezTo>
                  <a:pt x="44074" y="39108"/>
                  <a:pt x="44074" y="38986"/>
                  <a:pt x="44105" y="38925"/>
                </a:cubicBezTo>
                <a:cubicBezTo>
                  <a:pt x="44165" y="38773"/>
                  <a:pt x="44257" y="38652"/>
                  <a:pt x="44348" y="38530"/>
                </a:cubicBezTo>
                <a:lnTo>
                  <a:pt x="44409" y="38530"/>
                </a:lnTo>
                <a:cubicBezTo>
                  <a:pt x="44530" y="38652"/>
                  <a:pt x="44621" y="38773"/>
                  <a:pt x="44682" y="38925"/>
                </a:cubicBezTo>
                <a:cubicBezTo>
                  <a:pt x="44713" y="39047"/>
                  <a:pt x="44682" y="39199"/>
                  <a:pt x="44652" y="39351"/>
                </a:cubicBezTo>
                <a:cubicBezTo>
                  <a:pt x="45229" y="39290"/>
                  <a:pt x="45381" y="39259"/>
                  <a:pt x="45381" y="38925"/>
                </a:cubicBezTo>
                <a:lnTo>
                  <a:pt x="46263" y="39047"/>
                </a:lnTo>
                <a:cubicBezTo>
                  <a:pt x="46263" y="39047"/>
                  <a:pt x="46293" y="39077"/>
                  <a:pt x="46293" y="39108"/>
                </a:cubicBezTo>
                <a:cubicBezTo>
                  <a:pt x="46810" y="39472"/>
                  <a:pt x="47266" y="39989"/>
                  <a:pt x="47935" y="40050"/>
                </a:cubicBezTo>
                <a:cubicBezTo>
                  <a:pt x="47995" y="40232"/>
                  <a:pt x="48056" y="40567"/>
                  <a:pt x="48178" y="40597"/>
                </a:cubicBezTo>
                <a:cubicBezTo>
                  <a:pt x="48603" y="40718"/>
                  <a:pt x="49029" y="40779"/>
                  <a:pt x="49454" y="40840"/>
                </a:cubicBezTo>
                <a:cubicBezTo>
                  <a:pt x="49606" y="41022"/>
                  <a:pt x="49789" y="41235"/>
                  <a:pt x="49941" y="41418"/>
                </a:cubicBezTo>
                <a:cubicBezTo>
                  <a:pt x="50457" y="42056"/>
                  <a:pt x="51035" y="42512"/>
                  <a:pt x="51856" y="42512"/>
                </a:cubicBezTo>
                <a:cubicBezTo>
                  <a:pt x="51916" y="42573"/>
                  <a:pt x="51947" y="42725"/>
                  <a:pt x="52038" y="42755"/>
                </a:cubicBezTo>
                <a:cubicBezTo>
                  <a:pt x="52524" y="42907"/>
                  <a:pt x="53041" y="43029"/>
                  <a:pt x="53527" y="43181"/>
                </a:cubicBezTo>
                <a:lnTo>
                  <a:pt x="54257" y="43515"/>
                </a:lnTo>
                <a:lnTo>
                  <a:pt x="54135" y="43576"/>
                </a:lnTo>
                <a:lnTo>
                  <a:pt x="54074" y="44153"/>
                </a:lnTo>
                <a:cubicBezTo>
                  <a:pt x="54439" y="44275"/>
                  <a:pt x="54713" y="44214"/>
                  <a:pt x="54956" y="44305"/>
                </a:cubicBezTo>
                <a:cubicBezTo>
                  <a:pt x="54986" y="44457"/>
                  <a:pt x="55077" y="44579"/>
                  <a:pt x="55138" y="44731"/>
                </a:cubicBezTo>
                <a:cubicBezTo>
                  <a:pt x="55108" y="45004"/>
                  <a:pt x="54956" y="45278"/>
                  <a:pt x="55290" y="45491"/>
                </a:cubicBezTo>
                <a:cubicBezTo>
                  <a:pt x="55349" y="45514"/>
                  <a:pt x="55413" y="45529"/>
                  <a:pt x="55475" y="45529"/>
                </a:cubicBezTo>
                <a:cubicBezTo>
                  <a:pt x="55574" y="45529"/>
                  <a:pt x="55672" y="45493"/>
                  <a:pt x="55746" y="45399"/>
                </a:cubicBezTo>
                <a:cubicBezTo>
                  <a:pt x="55898" y="45551"/>
                  <a:pt x="56050" y="45643"/>
                  <a:pt x="56172" y="45764"/>
                </a:cubicBezTo>
                <a:cubicBezTo>
                  <a:pt x="56688" y="46159"/>
                  <a:pt x="57266" y="46463"/>
                  <a:pt x="57783" y="46828"/>
                </a:cubicBezTo>
                <a:cubicBezTo>
                  <a:pt x="58178" y="47041"/>
                  <a:pt x="58573" y="47254"/>
                  <a:pt x="58968" y="47436"/>
                </a:cubicBezTo>
                <a:cubicBezTo>
                  <a:pt x="59272" y="47588"/>
                  <a:pt x="59667" y="47558"/>
                  <a:pt x="59789" y="48013"/>
                </a:cubicBezTo>
                <a:cubicBezTo>
                  <a:pt x="59910" y="48530"/>
                  <a:pt x="60306" y="48561"/>
                  <a:pt x="60670" y="48591"/>
                </a:cubicBezTo>
                <a:lnTo>
                  <a:pt x="61005" y="49108"/>
                </a:lnTo>
                <a:lnTo>
                  <a:pt x="61795" y="49199"/>
                </a:lnTo>
                <a:lnTo>
                  <a:pt x="62920" y="49564"/>
                </a:lnTo>
                <a:cubicBezTo>
                  <a:pt x="63041" y="49655"/>
                  <a:pt x="63163" y="49776"/>
                  <a:pt x="63315" y="49868"/>
                </a:cubicBezTo>
                <a:cubicBezTo>
                  <a:pt x="63467" y="49959"/>
                  <a:pt x="63619" y="50050"/>
                  <a:pt x="63801" y="50141"/>
                </a:cubicBezTo>
                <a:cubicBezTo>
                  <a:pt x="64166" y="50263"/>
                  <a:pt x="64561" y="50415"/>
                  <a:pt x="64926" y="50567"/>
                </a:cubicBezTo>
                <a:cubicBezTo>
                  <a:pt x="64926" y="50719"/>
                  <a:pt x="64865" y="50871"/>
                  <a:pt x="64804" y="50992"/>
                </a:cubicBezTo>
                <a:cubicBezTo>
                  <a:pt x="64804" y="50992"/>
                  <a:pt x="64835" y="51053"/>
                  <a:pt x="64926" y="51175"/>
                </a:cubicBezTo>
                <a:cubicBezTo>
                  <a:pt x="64986" y="50992"/>
                  <a:pt x="65078" y="50840"/>
                  <a:pt x="65138" y="50658"/>
                </a:cubicBezTo>
                <a:lnTo>
                  <a:pt x="65686" y="50931"/>
                </a:lnTo>
                <a:cubicBezTo>
                  <a:pt x="65959" y="51053"/>
                  <a:pt x="66202" y="51175"/>
                  <a:pt x="66476" y="51296"/>
                </a:cubicBezTo>
                <a:cubicBezTo>
                  <a:pt x="66719" y="51357"/>
                  <a:pt x="66932" y="51387"/>
                  <a:pt x="67175" y="51418"/>
                </a:cubicBezTo>
                <a:lnTo>
                  <a:pt x="67145" y="51570"/>
                </a:lnTo>
                <a:lnTo>
                  <a:pt x="67236" y="51570"/>
                </a:lnTo>
                <a:lnTo>
                  <a:pt x="67753" y="51661"/>
                </a:lnTo>
                <a:cubicBezTo>
                  <a:pt x="68056" y="51752"/>
                  <a:pt x="68421" y="51752"/>
                  <a:pt x="68634" y="51934"/>
                </a:cubicBezTo>
                <a:cubicBezTo>
                  <a:pt x="69029" y="52269"/>
                  <a:pt x="69515" y="52482"/>
                  <a:pt x="70032" y="52512"/>
                </a:cubicBezTo>
                <a:cubicBezTo>
                  <a:pt x="70336" y="52542"/>
                  <a:pt x="70640" y="52573"/>
                  <a:pt x="70944" y="52634"/>
                </a:cubicBezTo>
                <a:cubicBezTo>
                  <a:pt x="71066" y="52664"/>
                  <a:pt x="71248" y="52725"/>
                  <a:pt x="71278" y="52816"/>
                </a:cubicBezTo>
                <a:cubicBezTo>
                  <a:pt x="71354" y="53136"/>
                  <a:pt x="71487" y="53234"/>
                  <a:pt x="71657" y="53234"/>
                </a:cubicBezTo>
                <a:cubicBezTo>
                  <a:pt x="71762" y="53234"/>
                  <a:pt x="71880" y="53197"/>
                  <a:pt x="72008" y="53150"/>
                </a:cubicBezTo>
                <a:cubicBezTo>
                  <a:pt x="72160" y="53150"/>
                  <a:pt x="72281" y="53150"/>
                  <a:pt x="72403" y="53181"/>
                </a:cubicBezTo>
                <a:cubicBezTo>
                  <a:pt x="73133" y="53363"/>
                  <a:pt x="73832" y="53545"/>
                  <a:pt x="74561" y="53758"/>
                </a:cubicBezTo>
                <a:cubicBezTo>
                  <a:pt x="74804" y="53849"/>
                  <a:pt x="75017" y="53971"/>
                  <a:pt x="75230" y="54093"/>
                </a:cubicBezTo>
                <a:cubicBezTo>
                  <a:pt x="75254" y="54128"/>
                  <a:pt x="75282" y="54141"/>
                  <a:pt x="75314" y="54141"/>
                </a:cubicBezTo>
                <a:cubicBezTo>
                  <a:pt x="75362" y="54141"/>
                  <a:pt x="75418" y="54111"/>
                  <a:pt x="75473" y="54093"/>
                </a:cubicBezTo>
                <a:lnTo>
                  <a:pt x="75807" y="53971"/>
                </a:lnTo>
                <a:lnTo>
                  <a:pt x="76051" y="54001"/>
                </a:lnTo>
                <a:cubicBezTo>
                  <a:pt x="77145" y="54184"/>
                  <a:pt x="78269" y="54397"/>
                  <a:pt x="79364" y="54609"/>
                </a:cubicBezTo>
                <a:lnTo>
                  <a:pt x="79668" y="54670"/>
                </a:lnTo>
                <a:lnTo>
                  <a:pt x="82677" y="55278"/>
                </a:lnTo>
                <a:lnTo>
                  <a:pt x="83042" y="55582"/>
                </a:lnTo>
                <a:lnTo>
                  <a:pt x="83649" y="55400"/>
                </a:lnTo>
                <a:lnTo>
                  <a:pt x="83649" y="55400"/>
                </a:lnTo>
                <a:cubicBezTo>
                  <a:pt x="83589" y="55734"/>
                  <a:pt x="83558" y="55916"/>
                  <a:pt x="83497" y="56159"/>
                </a:cubicBezTo>
                <a:cubicBezTo>
                  <a:pt x="83801" y="55947"/>
                  <a:pt x="83984" y="55673"/>
                  <a:pt x="84197" y="55612"/>
                </a:cubicBezTo>
                <a:cubicBezTo>
                  <a:pt x="84226" y="55604"/>
                  <a:pt x="84255" y="55600"/>
                  <a:pt x="84283" y="55600"/>
                </a:cubicBezTo>
                <a:cubicBezTo>
                  <a:pt x="84461" y="55600"/>
                  <a:pt x="84630" y="55747"/>
                  <a:pt x="84865" y="55825"/>
                </a:cubicBezTo>
                <a:cubicBezTo>
                  <a:pt x="84966" y="55691"/>
                  <a:pt x="85121" y="55622"/>
                  <a:pt x="85276" y="55622"/>
                </a:cubicBezTo>
                <a:cubicBezTo>
                  <a:pt x="85403" y="55622"/>
                  <a:pt x="85529" y="55669"/>
                  <a:pt x="85625" y="55764"/>
                </a:cubicBezTo>
                <a:cubicBezTo>
                  <a:pt x="85645" y="55785"/>
                  <a:pt x="85672" y="55791"/>
                  <a:pt x="85703" y="55791"/>
                </a:cubicBezTo>
                <a:cubicBezTo>
                  <a:pt x="85764" y="55791"/>
                  <a:pt x="85838" y="55764"/>
                  <a:pt x="85899" y="55764"/>
                </a:cubicBezTo>
                <a:lnTo>
                  <a:pt x="86902" y="55643"/>
                </a:lnTo>
                <a:cubicBezTo>
                  <a:pt x="87239" y="55688"/>
                  <a:pt x="87543" y="55882"/>
                  <a:pt x="87887" y="55882"/>
                </a:cubicBezTo>
                <a:cubicBezTo>
                  <a:pt x="88009" y="55882"/>
                  <a:pt x="88135" y="55858"/>
                  <a:pt x="88270" y="55795"/>
                </a:cubicBezTo>
                <a:cubicBezTo>
                  <a:pt x="88290" y="55781"/>
                  <a:pt x="88317" y="55775"/>
                  <a:pt x="88347" y="55775"/>
                </a:cubicBezTo>
                <a:cubicBezTo>
                  <a:pt x="88452" y="55775"/>
                  <a:pt x="88601" y="55846"/>
                  <a:pt x="88695" y="55916"/>
                </a:cubicBezTo>
                <a:cubicBezTo>
                  <a:pt x="88938" y="56038"/>
                  <a:pt x="89151" y="56220"/>
                  <a:pt x="89394" y="56372"/>
                </a:cubicBezTo>
                <a:lnTo>
                  <a:pt x="89637" y="56129"/>
                </a:lnTo>
                <a:lnTo>
                  <a:pt x="89911" y="56524"/>
                </a:lnTo>
                <a:cubicBezTo>
                  <a:pt x="90002" y="56372"/>
                  <a:pt x="90093" y="56220"/>
                  <a:pt x="90185" y="56068"/>
                </a:cubicBezTo>
                <a:cubicBezTo>
                  <a:pt x="90215" y="56007"/>
                  <a:pt x="90215" y="55947"/>
                  <a:pt x="90215" y="55886"/>
                </a:cubicBezTo>
                <a:cubicBezTo>
                  <a:pt x="90397" y="56007"/>
                  <a:pt x="90580" y="56129"/>
                  <a:pt x="90732" y="56251"/>
                </a:cubicBezTo>
                <a:cubicBezTo>
                  <a:pt x="90823" y="56281"/>
                  <a:pt x="90884" y="56311"/>
                  <a:pt x="90975" y="56311"/>
                </a:cubicBezTo>
                <a:cubicBezTo>
                  <a:pt x="91070" y="56272"/>
                  <a:pt x="91169" y="56253"/>
                  <a:pt x="91267" y="56253"/>
                </a:cubicBezTo>
                <a:cubicBezTo>
                  <a:pt x="91547" y="56253"/>
                  <a:pt x="91820" y="56406"/>
                  <a:pt x="91978" y="56676"/>
                </a:cubicBezTo>
                <a:cubicBezTo>
                  <a:pt x="92327" y="56471"/>
                  <a:pt x="92703" y="56280"/>
                  <a:pt x="93088" y="56280"/>
                </a:cubicBezTo>
                <a:cubicBezTo>
                  <a:pt x="93274" y="56280"/>
                  <a:pt x="93462" y="56324"/>
                  <a:pt x="93650" y="56433"/>
                </a:cubicBezTo>
                <a:lnTo>
                  <a:pt x="94258" y="56585"/>
                </a:lnTo>
                <a:cubicBezTo>
                  <a:pt x="94476" y="56536"/>
                  <a:pt x="94700" y="56512"/>
                  <a:pt x="94923" y="56512"/>
                </a:cubicBezTo>
                <a:cubicBezTo>
                  <a:pt x="95257" y="56512"/>
                  <a:pt x="95589" y="56567"/>
                  <a:pt x="95899" y="56676"/>
                </a:cubicBezTo>
                <a:cubicBezTo>
                  <a:pt x="96264" y="56798"/>
                  <a:pt x="96628" y="56859"/>
                  <a:pt x="97024" y="56950"/>
                </a:cubicBezTo>
                <a:cubicBezTo>
                  <a:pt x="97449" y="57041"/>
                  <a:pt x="97875" y="57163"/>
                  <a:pt x="98331" y="57254"/>
                </a:cubicBezTo>
                <a:cubicBezTo>
                  <a:pt x="98483" y="57254"/>
                  <a:pt x="98635" y="57223"/>
                  <a:pt x="98787" y="57193"/>
                </a:cubicBezTo>
                <a:cubicBezTo>
                  <a:pt x="98969" y="57254"/>
                  <a:pt x="99151" y="57345"/>
                  <a:pt x="99334" y="57406"/>
                </a:cubicBezTo>
                <a:cubicBezTo>
                  <a:pt x="99911" y="57649"/>
                  <a:pt x="100398" y="58166"/>
                  <a:pt x="101066" y="58196"/>
                </a:cubicBezTo>
                <a:cubicBezTo>
                  <a:pt x="101233" y="58181"/>
                  <a:pt x="101401" y="58173"/>
                  <a:pt x="101568" y="58173"/>
                </a:cubicBezTo>
                <a:cubicBezTo>
                  <a:pt x="101735" y="58173"/>
                  <a:pt x="101902" y="58181"/>
                  <a:pt x="102069" y="58196"/>
                </a:cubicBezTo>
                <a:cubicBezTo>
                  <a:pt x="103072" y="58378"/>
                  <a:pt x="104106" y="58561"/>
                  <a:pt x="105139" y="58743"/>
                </a:cubicBezTo>
                <a:lnTo>
                  <a:pt x="105352" y="58743"/>
                </a:lnTo>
                <a:cubicBezTo>
                  <a:pt x="106081" y="58804"/>
                  <a:pt x="106811" y="58834"/>
                  <a:pt x="107540" y="58895"/>
                </a:cubicBezTo>
                <a:lnTo>
                  <a:pt x="107753" y="58956"/>
                </a:lnTo>
                <a:lnTo>
                  <a:pt x="108300" y="59108"/>
                </a:lnTo>
                <a:cubicBezTo>
                  <a:pt x="108483" y="59108"/>
                  <a:pt x="108665" y="59108"/>
                  <a:pt x="108817" y="59138"/>
                </a:cubicBezTo>
                <a:cubicBezTo>
                  <a:pt x="108925" y="59165"/>
                  <a:pt x="109034" y="59265"/>
                  <a:pt x="109120" y="59265"/>
                </a:cubicBezTo>
                <a:cubicBezTo>
                  <a:pt x="109131" y="59265"/>
                  <a:pt x="109141" y="59263"/>
                  <a:pt x="109151" y="59260"/>
                </a:cubicBezTo>
                <a:cubicBezTo>
                  <a:pt x="109338" y="59200"/>
                  <a:pt x="109519" y="59175"/>
                  <a:pt x="109694" y="59175"/>
                </a:cubicBezTo>
                <a:cubicBezTo>
                  <a:pt x="110234" y="59175"/>
                  <a:pt x="110722" y="59411"/>
                  <a:pt x="111158" y="59594"/>
                </a:cubicBezTo>
                <a:cubicBezTo>
                  <a:pt x="111370" y="59473"/>
                  <a:pt x="111583" y="59381"/>
                  <a:pt x="111796" y="59351"/>
                </a:cubicBezTo>
                <a:cubicBezTo>
                  <a:pt x="112191" y="59351"/>
                  <a:pt x="112586" y="59351"/>
                  <a:pt x="112981" y="59442"/>
                </a:cubicBezTo>
                <a:cubicBezTo>
                  <a:pt x="113043" y="59455"/>
                  <a:pt x="113107" y="59461"/>
                  <a:pt x="113170" y="59461"/>
                </a:cubicBezTo>
                <a:cubicBezTo>
                  <a:pt x="113417" y="59461"/>
                  <a:pt x="113663" y="59368"/>
                  <a:pt x="113832" y="59199"/>
                </a:cubicBezTo>
                <a:cubicBezTo>
                  <a:pt x="114008" y="59261"/>
                  <a:pt x="114194" y="59291"/>
                  <a:pt x="114380" y="59291"/>
                </a:cubicBezTo>
                <a:cubicBezTo>
                  <a:pt x="114741" y="59291"/>
                  <a:pt x="115102" y="59177"/>
                  <a:pt x="115383" y="58956"/>
                </a:cubicBezTo>
                <a:lnTo>
                  <a:pt x="116598" y="58652"/>
                </a:lnTo>
                <a:cubicBezTo>
                  <a:pt x="117267" y="58500"/>
                  <a:pt x="117905" y="58287"/>
                  <a:pt x="118483" y="57953"/>
                </a:cubicBezTo>
                <a:cubicBezTo>
                  <a:pt x="118605" y="57892"/>
                  <a:pt x="118696" y="57831"/>
                  <a:pt x="118817" y="57801"/>
                </a:cubicBezTo>
                <a:cubicBezTo>
                  <a:pt x="119212" y="57710"/>
                  <a:pt x="119577" y="57527"/>
                  <a:pt x="119851" y="57254"/>
                </a:cubicBezTo>
                <a:cubicBezTo>
                  <a:pt x="119940" y="57150"/>
                  <a:pt x="120044" y="57067"/>
                  <a:pt x="120137" y="57067"/>
                </a:cubicBezTo>
                <a:cubicBezTo>
                  <a:pt x="120235" y="57067"/>
                  <a:pt x="120321" y="57157"/>
                  <a:pt x="120367" y="57406"/>
                </a:cubicBezTo>
                <a:cubicBezTo>
                  <a:pt x="120403" y="57621"/>
                  <a:pt x="120555" y="57741"/>
                  <a:pt x="120724" y="57741"/>
                </a:cubicBezTo>
                <a:cubicBezTo>
                  <a:pt x="120841" y="57741"/>
                  <a:pt x="120967" y="57682"/>
                  <a:pt x="121067" y="57558"/>
                </a:cubicBezTo>
                <a:cubicBezTo>
                  <a:pt x="121181" y="57431"/>
                  <a:pt x="121269" y="57373"/>
                  <a:pt x="121335" y="57373"/>
                </a:cubicBezTo>
                <a:cubicBezTo>
                  <a:pt x="121426" y="57373"/>
                  <a:pt x="121474" y="57485"/>
                  <a:pt x="121492" y="57679"/>
                </a:cubicBezTo>
                <a:cubicBezTo>
                  <a:pt x="121492" y="57740"/>
                  <a:pt x="121583" y="57831"/>
                  <a:pt x="121644" y="57862"/>
                </a:cubicBezTo>
                <a:cubicBezTo>
                  <a:pt x="121918" y="57892"/>
                  <a:pt x="122222" y="57922"/>
                  <a:pt x="122526" y="57922"/>
                </a:cubicBezTo>
                <a:cubicBezTo>
                  <a:pt x="122890" y="57922"/>
                  <a:pt x="123285" y="57892"/>
                  <a:pt x="123650" y="57862"/>
                </a:cubicBezTo>
                <a:lnTo>
                  <a:pt x="124319" y="57588"/>
                </a:lnTo>
                <a:cubicBezTo>
                  <a:pt x="124744" y="57558"/>
                  <a:pt x="125079" y="57315"/>
                  <a:pt x="125200" y="56919"/>
                </a:cubicBezTo>
                <a:cubicBezTo>
                  <a:pt x="125292" y="56798"/>
                  <a:pt x="125352" y="56676"/>
                  <a:pt x="125444" y="56585"/>
                </a:cubicBezTo>
                <a:lnTo>
                  <a:pt x="125778" y="56129"/>
                </a:lnTo>
                <a:cubicBezTo>
                  <a:pt x="125853" y="56171"/>
                  <a:pt x="125919" y="56189"/>
                  <a:pt x="125980" y="56189"/>
                </a:cubicBezTo>
                <a:cubicBezTo>
                  <a:pt x="126301" y="56189"/>
                  <a:pt x="126458" y="55700"/>
                  <a:pt x="126740" y="55700"/>
                </a:cubicBezTo>
                <a:cubicBezTo>
                  <a:pt x="126753" y="55700"/>
                  <a:pt x="126767" y="55701"/>
                  <a:pt x="126781" y="55704"/>
                </a:cubicBezTo>
                <a:cubicBezTo>
                  <a:pt x="126811" y="55491"/>
                  <a:pt x="126872" y="55278"/>
                  <a:pt x="126963" y="55096"/>
                </a:cubicBezTo>
                <a:cubicBezTo>
                  <a:pt x="127055" y="54974"/>
                  <a:pt x="127237" y="54944"/>
                  <a:pt x="127389" y="54883"/>
                </a:cubicBezTo>
                <a:cubicBezTo>
                  <a:pt x="127419" y="55004"/>
                  <a:pt x="127450" y="55126"/>
                  <a:pt x="127480" y="55248"/>
                </a:cubicBezTo>
                <a:cubicBezTo>
                  <a:pt x="127480" y="55430"/>
                  <a:pt x="127480" y="55612"/>
                  <a:pt x="127480" y="55795"/>
                </a:cubicBezTo>
                <a:cubicBezTo>
                  <a:pt x="127850" y="55077"/>
                  <a:pt x="127986" y="54857"/>
                  <a:pt x="128257" y="54857"/>
                </a:cubicBezTo>
                <a:cubicBezTo>
                  <a:pt x="128364" y="54857"/>
                  <a:pt x="128493" y="54892"/>
                  <a:pt x="128666" y="54944"/>
                </a:cubicBezTo>
                <a:lnTo>
                  <a:pt x="128422" y="55704"/>
                </a:lnTo>
                <a:lnTo>
                  <a:pt x="128514" y="55734"/>
                </a:lnTo>
                <a:cubicBezTo>
                  <a:pt x="128605" y="55643"/>
                  <a:pt x="128696" y="55552"/>
                  <a:pt x="128848" y="55400"/>
                </a:cubicBezTo>
                <a:cubicBezTo>
                  <a:pt x="128910" y="55985"/>
                  <a:pt x="129143" y="56125"/>
                  <a:pt x="129421" y="56125"/>
                </a:cubicBezTo>
                <a:cubicBezTo>
                  <a:pt x="129678" y="56125"/>
                  <a:pt x="129973" y="56006"/>
                  <a:pt x="130207" y="56006"/>
                </a:cubicBezTo>
                <a:cubicBezTo>
                  <a:pt x="130220" y="56006"/>
                  <a:pt x="130233" y="56007"/>
                  <a:pt x="130246" y="56007"/>
                </a:cubicBezTo>
                <a:cubicBezTo>
                  <a:pt x="130276" y="56220"/>
                  <a:pt x="130307" y="56433"/>
                  <a:pt x="130368" y="56615"/>
                </a:cubicBezTo>
                <a:cubicBezTo>
                  <a:pt x="130520" y="56615"/>
                  <a:pt x="130641" y="56585"/>
                  <a:pt x="130763" y="56524"/>
                </a:cubicBezTo>
                <a:cubicBezTo>
                  <a:pt x="131097" y="56251"/>
                  <a:pt x="131401" y="55977"/>
                  <a:pt x="131705" y="55704"/>
                </a:cubicBezTo>
                <a:lnTo>
                  <a:pt x="132100" y="55825"/>
                </a:lnTo>
                <a:cubicBezTo>
                  <a:pt x="132404" y="55734"/>
                  <a:pt x="132708" y="55612"/>
                  <a:pt x="133012" y="55521"/>
                </a:cubicBezTo>
                <a:cubicBezTo>
                  <a:pt x="133377" y="55400"/>
                  <a:pt x="133772" y="55308"/>
                  <a:pt x="134137" y="55217"/>
                </a:cubicBezTo>
                <a:cubicBezTo>
                  <a:pt x="134228" y="55187"/>
                  <a:pt x="134319" y="55187"/>
                  <a:pt x="134441" y="55187"/>
                </a:cubicBezTo>
                <a:cubicBezTo>
                  <a:pt x="134831" y="55244"/>
                  <a:pt x="135230" y="55271"/>
                  <a:pt x="135631" y="55271"/>
                </a:cubicBezTo>
                <a:cubicBezTo>
                  <a:pt x="136292" y="55271"/>
                  <a:pt x="136959" y="55198"/>
                  <a:pt x="137602" y="55065"/>
                </a:cubicBezTo>
                <a:cubicBezTo>
                  <a:pt x="137693" y="55065"/>
                  <a:pt x="137784" y="54944"/>
                  <a:pt x="137875" y="54883"/>
                </a:cubicBezTo>
                <a:lnTo>
                  <a:pt x="138301" y="54822"/>
                </a:lnTo>
                <a:lnTo>
                  <a:pt x="138544" y="54913"/>
                </a:lnTo>
                <a:cubicBezTo>
                  <a:pt x="138712" y="54930"/>
                  <a:pt x="138890" y="55049"/>
                  <a:pt x="139051" y="55049"/>
                </a:cubicBezTo>
                <a:cubicBezTo>
                  <a:pt x="139181" y="55049"/>
                  <a:pt x="139300" y="54972"/>
                  <a:pt x="139395" y="54700"/>
                </a:cubicBezTo>
                <a:lnTo>
                  <a:pt x="139547" y="54761"/>
                </a:lnTo>
                <a:cubicBezTo>
                  <a:pt x="139912" y="54852"/>
                  <a:pt x="140307" y="54944"/>
                  <a:pt x="140672" y="55065"/>
                </a:cubicBezTo>
                <a:cubicBezTo>
                  <a:pt x="140815" y="54735"/>
                  <a:pt x="141006" y="54669"/>
                  <a:pt x="141209" y="54669"/>
                </a:cubicBezTo>
                <a:cubicBezTo>
                  <a:pt x="141344" y="54669"/>
                  <a:pt x="141485" y="54699"/>
                  <a:pt x="141621" y="54699"/>
                </a:cubicBezTo>
                <a:cubicBezTo>
                  <a:pt x="141713" y="54699"/>
                  <a:pt x="141803" y="54685"/>
                  <a:pt x="141888" y="54640"/>
                </a:cubicBezTo>
                <a:cubicBezTo>
                  <a:pt x="141918" y="54792"/>
                  <a:pt x="141918" y="54883"/>
                  <a:pt x="141948" y="55004"/>
                </a:cubicBezTo>
                <a:cubicBezTo>
                  <a:pt x="142313" y="54670"/>
                  <a:pt x="142556" y="54245"/>
                  <a:pt x="142921" y="54093"/>
                </a:cubicBezTo>
                <a:cubicBezTo>
                  <a:pt x="143164" y="54001"/>
                  <a:pt x="143377" y="53758"/>
                  <a:pt x="143438" y="53485"/>
                </a:cubicBezTo>
                <a:cubicBezTo>
                  <a:pt x="143809" y="53166"/>
                  <a:pt x="144297" y="52987"/>
                  <a:pt x="144799" y="52987"/>
                </a:cubicBezTo>
                <a:cubicBezTo>
                  <a:pt x="144872" y="52987"/>
                  <a:pt x="144945" y="52991"/>
                  <a:pt x="145018" y="52998"/>
                </a:cubicBezTo>
                <a:cubicBezTo>
                  <a:pt x="145061" y="53004"/>
                  <a:pt x="145103" y="53007"/>
                  <a:pt x="145144" y="53007"/>
                </a:cubicBezTo>
                <a:cubicBezTo>
                  <a:pt x="145550" y="53007"/>
                  <a:pt x="145908" y="52743"/>
                  <a:pt x="145991" y="52330"/>
                </a:cubicBezTo>
                <a:cubicBezTo>
                  <a:pt x="146113" y="52451"/>
                  <a:pt x="146234" y="52603"/>
                  <a:pt x="146325" y="52755"/>
                </a:cubicBezTo>
                <a:cubicBezTo>
                  <a:pt x="146491" y="53065"/>
                  <a:pt x="146810" y="53248"/>
                  <a:pt x="147141" y="53248"/>
                </a:cubicBezTo>
                <a:cubicBezTo>
                  <a:pt x="147297" y="53248"/>
                  <a:pt x="147456" y="53208"/>
                  <a:pt x="147602" y="53120"/>
                </a:cubicBezTo>
                <a:cubicBezTo>
                  <a:pt x="147967" y="52938"/>
                  <a:pt x="148362" y="52816"/>
                  <a:pt x="148787" y="52786"/>
                </a:cubicBezTo>
                <a:cubicBezTo>
                  <a:pt x="149426" y="52725"/>
                  <a:pt x="149912" y="52269"/>
                  <a:pt x="150520" y="52086"/>
                </a:cubicBezTo>
                <a:cubicBezTo>
                  <a:pt x="150550" y="52086"/>
                  <a:pt x="150581" y="51995"/>
                  <a:pt x="150611" y="51965"/>
                </a:cubicBezTo>
                <a:lnTo>
                  <a:pt x="150763" y="51752"/>
                </a:lnTo>
                <a:cubicBezTo>
                  <a:pt x="151158" y="51904"/>
                  <a:pt x="150946" y="52178"/>
                  <a:pt x="150885" y="52421"/>
                </a:cubicBezTo>
                <a:cubicBezTo>
                  <a:pt x="150885" y="52512"/>
                  <a:pt x="150946" y="52634"/>
                  <a:pt x="150976" y="52755"/>
                </a:cubicBezTo>
                <a:cubicBezTo>
                  <a:pt x="151037" y="52664"/>
                  <a:pt x="151098" y="52573"/>
                  <a:pt x="151158" y="52451"/>
                </a:cubicBezTo>
                <a:cubicBezTo>
                  <a:pt x="151189" y="52360"/>
                  <a:pt x="151280" y="52056"/>
                  <a:pt x="151341" y="52026"/>
                </a:cubicBezTo>
                <a:cubicBezTo>
                  <a:pt x="151645" y="51965"/>
                  <a:pt x="151705" y="51843"/>
                  <a:pt x="151645" y="51570"/>
                </a:cubicBezTo>
                <a:cubicBezTo>
                  <a:pt x="151645" y="51479"/>
                  <a:pt x="151736" y="51357"/>
                  <a:pt x="151827" y="51266"/>
                </a:cubicBezTo>
                <a:cubicBezTo>
                  <a:pt x="151918" y="51327"/>
                  <a:pt x="151979" y="51387"/>
                  <a:pt x="152070" y="51479"/>
                </a:cubicBezTo>
                <a:cubicBezTo>
                  <a:pt x="152101" y="51539"/>
                  <a:pt x="152070" y="51631"/>
                  <a:pt x="152070" y="51722"/>
                </a:cubicBezTo>
                <a:lnTo>
                  <a:pt x="152161" y="51783"/>
                </a:lnTo>
                <a:cubicBezTo>
                  <a:pt x="152222" y="51631"/>
                  <a:pt x="152283" y="51509"/>
                  <a:pt x="152344" y="51387"/>
                </a:cubicBezTo>
                <a:cubicBezTo>
                  <a:pt x="152405" y="51266"/>
                  <a:pt x="152405" y="51053"/>
                  <a:pt x="152496" y="50962"/>
                </a:cubicBezTo>
                <a:cubicBezTo>
                  <a:pt x="152769" y="50627"/>
                  <a:pt x="152830" y="50172"/>
                  <a:pt x="152648" y="49776"/>
                </a:cubicBezTo>
                <a:cubicBezTo>
                  <a:pt x="152617" y="49685"/>
                  <a:pt x="152617" y="49442"/>
                  <a:pt x="152678" y="49412"/>
                </a:cubicBezTo>
                <a:cubicBezTo>
                  <a:pt x="152754" y="49381"/>
                  <a:pt x="152822" y="49366"/>
                  <a:pt x="152891" y="49366"/>
                </a:cubicBezTo>
                <a:cubicBezTo>
                  <a:pt x="152959" y="49366"/>
                  <a:pt x="153028" y="49381"/>
                  <a:pt x="153104" y="49412"/>
                </a:cubicBezTo>
                <a:cubicBezTo>
                  <a:pt x="153195" y="49412"/>
                  <a:pt x="153256" y="49503"/>
                  <a:pt x="153377" y="49564"/>
                </a:cubicBezTo>
                <a:lnTo>
                  <a:pt x="153864" y="48743"/>
                </a:lnTo>
                <a:cubicBezTo>
                  <a:pt x="154289" y="49047"/>
                  <a:pt x="153864" y="49442"/>
                  <a:pt x="154016" y="49837"/>
                </a:cubicBezTo>
                <a:cubicBezTo>
                  <a:pt x="154259" y="49138"/>
                  <a:pt x="154745" y="48621"/>
                  <a:pt x="154532" y="47892"/>
                </a:cubicBezTo>
                <a:cubicBezTo>
                  <a:pt x="154502" y="47770"/>
                  <a:pt x="154593" y="47588"/>
                  <a:pt x="154654" y="47406"/>
                </a:cubicBezTo>
                <a:cubicBezTo>
                  <a:pt x="154775" y="47466"/>
                  <a:pt x="154988" y="47466"/>
                  <a:pt x="155079" y="47588"/>
                </a:cubicBezTo>
                <a:cubicBezTo>
                  <a:pt x="155231" y="47831"/>
                  <a:pt x="155323" y="48135"/>
                  <a:pt x="155475" y="48378"/>
                </a:cubicBezTo>
                <a:cubicBezTo>
                  <a:pt x="155566" y="48530"/>
                  <a:pt x="155718" y="48652"/>
                  <a:pt x="155839" y="48773"/>
                </a:cubicBezTo>
                <a:cubicBezTo>
                  <a:pt x="155961" y="48652"/>
                  <a:pt x="156082" y="48530"/>
                  <a:pt x="156174" y="48378"/>
                </a:cubicBezTo>
                <a:cubicBezTo>
                  <a:pt x="156316" y="48094"/>
                  <a:pt x="156485" y="47889"/>
                  <a:pt x="156755" y="47889"/>
                </a:cubicBezTo>
                <a:cubicBezTo>
                  <a:pt x="156774" y="47889"/>
                  <a:pt x="156793" y="47890"/>
                  <a:pt x="156812" y="47892"/>
                </a:cubicBezTo>
                <a:cubicBezTo>
                  <a:pt x="156842" y="48378"/>
                  <a:pt x="156873" y="48804"/>
                  <a:pt x="156903" y="49320"/>
                </a:cubicBezTo>
                <a:cubicBezTo>
                  <a:pt x="156812" y="49260"/>
                  <a:pt x="156721" y="49199"/>
                  <a:pt x="156599" y="49168"/>
                </a:cubicBezTo>
                <a:cubicBezTo>
                  <a:pt x="156559" y="49168"/>
                  <a:pt x="156491" y="49155"/>
                  <a:pt x="156442" y="49155"/>
                </a:cubicBezTo>
                <a:cubicBezTo>
                  <a:pt x="156417" y="49155"/>
                  <a:pt x="156397" y="49158"/>
                  <a:pt x="156386" y="49168"/>
                </a:cubicBezTo>
                <a:cubicBezTo>
                  <a:pt x="156326" y="49229"/>
                  <a:pt x="156326" y="49320"/>
                  <a:pt x="156356" y="49412"/>
                </a:cubicBezTo>
                <a:cubicBezTo>
                  <a:pt x="156447" y="49746"/>
                  <a:pt x="156538" y="50050"/>
                  <a:pt x="156690" y="50384"/>
                </a:cubicBezTo>
                <a:cubicBezTo>
                  <a:pt x="156721" y="50506"/>
                  <a:pt x="156873" y="50536"/>
                  <a:pt x="156964" y="50627"/>
                </a:cubicBezTo>
                <a:cubicBezTo>
                  <a:pt x="157025" y="50506"/>
                  <a:pt x="157085" y="50354"/>
                  <a:pt x="157085" y="50232"/>
                </a:cubicBezTo>
                <a:cubicBezTo>
                  <a:pt x="157055" y="49868"/>
                  <a:pt x="156934" y="49472"/>
                  <a:pt x="157389" y="49199"/>
                </a:cubicBezTo>
                <a:cubicBezTo>
                  <a:pt x="157481" y="49138"/>
                  <a:pt x="157450" y="48865"/>
                  <a:pt x="157481" y="48682"/>
                </a:cubicBezTo>
                <a:cubicBezTo>
                  <a:pt x="157481" y="48561"/>
                  <a:pt x="157541" y="48439"/>
                  <a:pt x="157633" y="48348"/>
                </a:cubicBezTo>
                <a:cubicBezTo>
                  <a:pt x="157845" y="48044"/>
                  <a:pt x="158210" y="47831"/>
                  <a:pt x="158362" y="47497"/>
                </a:cubicBezTo>
                <a:cubicBezTo>
                  <a:pt x="158575" y="46950"/>
                  <a:pt x="159213" y="46585"/>
                  <a:pt x="159122" y="45886"/>
                </a:cubicBezTo>
                <a:cubicBezTo>
                  <a:pt x="159122" y="45825"/>
                  <a:pt x="159244" y="45734"/>
                  <a:pt x="159304" y="45643"/>
                </a:cubicBezTo>
                <a:cubicBezTo>
                  <a:pt x="159456" y="45369"/>
                  <a:pt x="159730" y="45126"/>
                  <a:pt x="159760" y="44822"/>
                </a:cubicBezTo>
                <a:cubicBezTo>
                  <a:pt x="159821" y="44457"/>
                  <a:pt x="159943" y="44092"/>
                  <a:pt x="160186" y="43819"/>
                </a:cubicBezTo>
                <a:cubicBezTo>
                  <a:pt x="160277" y="43697"/>
                  <a:pt x="160307" y="43545"/>
                  <a:pt x="160277" y="43393"/>
                </a:cubicBezTo>
                <a:cubicBezTo>
                  <a:pt x="160186" y="43059"/>
                  <a:pt x="160368" y="42694"/>
                  <a:pt x="160703" y="42573"/>
                </a:cubicBezTo>
                <a:cubicBezTo>
                  <a:pt x="160855" y="42512"/>
                  <a:pt x="161007" y="42421"/>
                  <a:pt x="161098" y="42269"/>
                </a:cubicBezTo>
                <a:cubicBezTo>
                  <a:pt x="161219" y="41995"/>
                  <a:pt x="161341" y="41661"/>
                  <a:pt x="161462" y="41357"/>
                </a:cubicBezTo>
                <a:lnTo>
                  <a:pt x="161918" y="40111"/>
                </a:lnTo>
                <a:cubicBezTo>
                  <a:pt x="161949" y="40050"/>
                  <a:pt x="161979" y="39959"/>
                  <a:pt x="161979" y="39867"/>
                </a:cubicBezTo>
                <a:cubicBezTo>
                  <a:pt x="162070" y="39290"/>
                  <a:pt x="162162" y="38712"/>
                  <a:pt x="162222" y="38165"/>
                </a:cubicBezTo>
                <a:cubicBezTo>
                  <a:pt x="162283" y="37740"/>
                  <a:pt x="162283" y="37345"/>
                  <a:pt x="162314" y="36949"/>
                </a:cubicBezTo>
                <a:cubicBezTo>
                  <a:pt x="162344" y="36463"/>
                  <a:pt x="162374" y="36007"/>
                  <a:pt x="162435" y="35551"/>
                </a:cubicBezTo>
                <a:cubicBezTo>
                  <a:pt x="162435" y="35430"/>
                  <a:pt x="162678" y="35369"/>
                  <a:pt x="162830" y="35278"/>
                </a:cubicBezTo>
                <a:cubicBezTo>
                  <a:pt x="162952" y="35217"/>
                  <a:pt x="163256" y="35156"/>
                  <a:pt x="163317" y="35034"/>
                </a:cubicBezTo>
                <a:cubicBezTo>
                  <a:pt x="163560" y="34609"/>
                  <a:pt x="163742" y="34153"/>
                  <a:pt x="163925" y="33697"/>
                </a:cubicBezTo>
                <a:cubicBezTo>
                  <a:pt x="163925" y="33515"/>
                  <a:pt x="163864" y="33363"/>
                  <a:pt x="163742" y="33241"/>
                </a:cubicBezTo>
                <a:cubicBezTo>
                  <a:pt x="163225" y="32998"/>
                  <a:pt x="163347" y="32633"/>
                  <a:pt x="163529" y="32208"/>
                </a:cubicBezTo>
                <a:cubicBezTo>
                  <a:pt x="163560" y="32117"/>
                  <a:pt x="163560" y="32056"/>
                  <a:pt x="163560" y="31965"/>
                </a:cubicBezTo>
                <a:lnTo>
                  <a:pt x="163469" y="31904"/>
                </a:lnTo>
                <a:lnTo>
                  <a:pt x="162800" y="32724"/>
                </a:lnTo>
                <a:cubicBezTo>
                  <a:pt x="162526" y="32451"/>
                  <a:pt x="162557" y="31965"/>
                  <a:pt x="162891" y="31721"/>
                </a:cubicBezTo>
                <a:cubicBezTo>
                  <a:pt x="162982" y="31661"/>
                  <a:pt x="163073" y="31569"/>
                  <a:pt x="163165" y="31478"/>
                </a:cubicBezTo>
                <a:cubicBezTo>
                  <a:pt x="163195" y="31265"/>
                  <a:pt x="163195" y="31053"/>
                  <a:pt x="163165" y="30840"/>
                </a:cubicBezTo>
                <a:cubicBezTo>
                  <a:pt x="162830" y="30080"/>
                  <a:pt x="162435" y="29381"/>
                  <a:pt x="162070" y="28651"/>
                </a:cubicBezTo>
                <a:cubicBezTo>
                  <a:pt x="161868" y="28777"/>
                  <a:pt x="161678" y="28838"/>
                  <a:pt x="161500" y="28838"/>
                </a:cubicBezTo>
                <a:cubicBezTo>
                  <a:pt x="161114" y="28838"/>
                  <a:pt x="160781" y="28553"/>
                  <a:pt x="160490" y="28013"/>
                </a:cubicBezTo>
                <a:cubicBezTo>
                  <a:pt x="160307" y="27983"/>
                  <a:pt x="160155" y="27952"/>
                  <a:pt x="159973" y="27861"/>
                </a:cubicBezTo>
                <a:cubicBezTo>
                  <a:pt x="159639" y="27709"/>
                  <a:pt x="159335" y="27496"/>
                  <a:pt x="159000" y="27314"/>
                </a:cubicBezTo>
                <a:lnTo>
                  <a:pt x="158210" y="27010"/>
                </a:lnTo>
                <a:cubicBezTo>
                  <a:pt x="158241" y="26615"/>
                  <a:pt x="157997" y="26493"/>
                  <a:pt x="157724" y="26341"/>
                </a:cubicBezTo>
                <a:cubicBezTo>
                  <a:pt x="157055" y="25977"/>
                  <a:pt x="156417" y="25551"/>
                  <a:pt x="155748" y="25156"/>
                </a:cubicBezTo>
                <a:lnTo>
                  <a:pt x="155079" y="24761"/>
                </a:lnTo>
                <a:cubicBezTo>
                  <a:pt x="155079" y="24548"/>
                  <a:pt x="155140" y="24214"/>
                  <a:pt x="155049" y="24092"/>
                </a:cubicBezTo>
                <a:cubicBezTo>
                  <a:pt x="154502" y="23575"/>
                  <a:pt x="154016" y="22876"/>
                  <a:pt x="153225" y="22694"/>
                </a:cubicBezTo>
                <a:cubicBezTo>
                  <a:pt x="152795" y="22586"/>
                  <a:pt x="152507" y="22121"/>
                  <a:pt x="152046" y="22121"/>
                </a:cubicBezTo>
                <a:cubicBezTo>
                  <a:pt x="151987" y="22121"/>
                  <a:pt x="151924" y="22129"/>
                  <a:pt x="151857" y="22147"/>
                </a:cubicBezTo>
                <a:lnTo>
                  <a:pt x="151797" y="22147"/>
                </a:lnTo>
                <a:cubicBezTo>
                  <a:pt x="151401" y="21600"/>
                  <a:pt x="150429" y="21600"/>
                  <a:pt x="150459" y="20779"/>
                </a:cubicBezTo>
                <a:cubicBezTo>
                  <a:pt x="150186" y="20718"/>
                  <a:pt x="150003" y="20688"/>
                  <a:pt x="149851" y="20627"/>
                </a:cubicBezTo>
                <a:cubicBezTo>
                  <a:pt x="149669" y="20566"/>
                  <a:pt x="149456" y="20445"/>
                  <a:pt x="149274" y="20353"/>
                </a:cubicBezTo>
                <a:cubicBezTo>
                  <a:pt x="148787" y="20141"/>
                  <a:pt x="148332" y="19928"/>
                  <a:pt x="147845" y="19715"/>
                </a:cubicBezTo>
                <a:cubicBezTo>
                  <a:pt x="147693" y="19654"/>
                  <a:pt x="147541" y="19624"/>
                  <a:pt x="147389" y="19594"/>
                </a:cubicBezTo>
                <a:cubicBezTo>
                  <a:pt x="147116" y="19533"/>
                  <a:pt x="146842" y="19502"/>
                  <a:pt x="146569" y="19472"/>
                </a:cubicBezTo>
                <a:cubicBezTo>
                  <a:pt x="146508" y="19381"/>
                  <a:pt x="146417" y="19290"/>
                  <a:pt x="146325" y="19259"/>
                </a:cubicBezTo>
                <a:cubicBezTo>
                  <a:pt x="146021" y="19168"/>
                  <a:pt x="145687" y="19138"/>
                  <a:pt x="145353" y="19046"/>
                </a:cubicBezTo>
                <a:cubicBezTo>
                  <a:pt x="144927" y="18955"/>
                  <a:pt x="144471" y="18834"/>
                  <a:pt x="144046" y="18712"/>
                </a:cubicBezTo>
                <a:cubicBezTo>
                  <a:pt x="144015" y="18712"/>
                  <a:pt x="143985" y="18682"/>
                  <a:pt x="143955" y="18651"/>
                </a:cubicBezTo>
                <a:lnTo>
                  <a:pt x="143924" y="18438"/>
                </a:lnTo>
                <a:lnTo>
                  <a:pt x="143012" y="18773"/>
                </a:lnTo>
                <a:lnTo>
                  <a:pt x="141158" y="18195"/>
                </a:lnTo>
                <a:lnTo>
                  <a:pt x="141097" y="18347"/>
                </a:lnTo>
                <a:cubicBezTo>
                  <a:pt x="140398" y="18165"/>
                  <a:pt x="139699" y="17922"/>
                  <a:pt x="139000" y="17739"/>
                </a:cubicBezTo>
                <a:cubicBezTo>
                  <a:pt x="138787" y="17739"/>
                  <a:pt x="138605" y="17739"/>
                  <a:pt x="138423" y="17800"/>
                </a:cubicBezTo>
                <a:lnTo>
                  <a:pt x="137267" y="17283"/>
                </a:lnTo>
                <a:lnTo>
                  <a:pt x="137146" y="17131"/>
                </a:lnTo>
                <a:lnTo>
                  <a:pt x="135505" y="16432"/>
                </a:lnTo>
                <a:lnTo>
                  <a:pt x="134501" y="16128"/>
                </a:lnTo>
                <a:cubicBezTo>
                  <a:pt x="134532" y="15824"/>
                  <a:pt x="134319" y="15581"/>
                  <a:pt x="134015" y="15520"/>
                </a:cubicBezTo>
                <a:cubicBezTo>
                  <a:pt x="133529" y="15399"/>
                  <a:pt x="133134" y="15034"/>
                  <a:pt x="132921" y="14548"/>
                </a:cubicBezTo>
                <a:lnTo>
                  <a:pt x="132009" y="14061"/>
                </a:lnTo>
                <a:cubicBezTo>
                  <a:pt x="131948" y="14031"/>
                  <a:pt x="131887" y="14001"/>
                  <a:pt x="131827" y="14001"/>
                </a:cubicBezTo>
                <a:lnTo>
                  <a:pt x="129790" y="13606"/>
                </a:lnTo>
                <a:lnTo>
                  <a:pt x="129729" y="13788"/>
                </a:lnTo>
                <a:cubicBezTo>
                  <a:pt x="129425" y="13666"/>
                  <a:pt x="129061" y="13666"/>
                  <a:pt x="128969" y="13241"/>
                </a:cubicBezTo>
                <a:cubicBezTo>
                  <a:pt x="128933" y="13006"/>
                  <a:pt x="128865" y="12910"/>
                  <a:pt x="128745" y="12910"/>
                </a:cubicBezTo>
                <a:cubicBezTo>
                  <a:pt x="128663" y="12910"/>
                  <a:pt x="128558" y="12954"/>
                  <a:pt x="128422" y="13028"/>
                </a:cubicBezTo>
                <a:cubicBezTo>
                  <a:pt x="128308" y="13085"/>
                  <a:pt x="128179" y="13116"/>
                  <a:pt x="128053" y="13116"/>
                </a:cubicBezTo>
                <a:cubicBezTo>
                  <a:pt x="127912" y="13116"/>
                  <a:pt x="127775" y="13078"/>
                  <a:pt x="127662" y="12998"/>
                </a:cubicBezTo>
                <a:cubicBezTo>
                  <a:pt x="127450" y="12724"/>
                  <a:pt x="127328" y="12390"/>
                  <a:pt x="127207" y="12055"/>
                </a:cubicBezTo>
                <a:cubicBezTo>
                  <a:pt x="127085" y="12147"/>
                  <a:pt x="126933" y="12207"/>
                  <a:pt x="126811" y="12238"/>
                </a:cubicBezTo>
                <a:cubicBezTo>
                  <a:pt x="126711" y="12075"/>
                  <a:pt x="126591" y="12031"/>
                  <a:pt x="126464" y="12031"/>
                </a:cubicBezTo>
                <a:cubicBezTo>
                  <a:pt x="126313" y="12031"/>
                  <a:pt x="126154" y="12094"/>
                  <a:pt x="126012" y="12094"/>
                </a:cubicBezTo>
                <a:cubicBezTo>
                  <a:pt x="125984" y="12094"/>
                  <a:pt x="125956" y="12092"/>
                  <a:pt x="125930" y="12086"/>
                </a:cubicBezTo>
                <a:cubicBezTo>
                  <a:pt x="125656" y="11995"/>
                  <a:pt x="125444" y="11964"/>
                  <a:pt x="125200" y="11873"/>
                </a:cubicBezTo>
                <a:cubicBezTo>
                  <a:pt x="124942" y="11767"/>
                  <a:pt x="124691" y="11683"/>
                  <a:pt x="124444" y="11683"/>
                </a:cubicBezTo>
                <a:cubicBezTo>
                  <a:pt x="124197" y="11683"/>
                  <a:pt x="123954" y="11767"/>
                  <a:pt x="123711" y="11995"/>
                </a:cubicBezTo>
                <a:cubicBezTo>
                  <a:pt x="123589" y="12086"/>
                  <a:pt x="123468" y="12177"/>
                  <a:pt x="123316" y="12238"/>
                </a:cubicBezTo>
                <a:cubicBezTo>
                  <a:pt x="123164" y="12025"/>
                  <a:pt x="122982" y="11843"/>
                  <a:pt x="122860" y="11630"/>
                </a:cubicBezTo>
                <a:cubicBezTo>
                  <a:pt x="122770" y="11404"/>
                  <a:pt x="122563" y="11279"/>
                  <a:pt x="122338" y="11279"/>
                </a:cubicBezTo>
                <a:cubicBezTo>
                  <a:pt x="122259" y="11279"/>
                  <a:pt x="122179" y="11294"/>
                  <a:pt x="122100" y="11326"/>
                </a:cubicBezTo>
                <a:cubicBezTo>
                  <a:pt x="121887" y="11417"/>
                  <a:pt x="121644" y="11508"/>
                  <a:pt x="121431" y="11599"/>
                </a:cubicBezTo>
                <a:lnTo>
                  <a:pt x="121431" y="11083"/>
                </a:lnTo>
                <a:lnTo>
                  <a:pt x="120945" y="11113"/>
                </a:lnTo>
                <a:cubicBezTo>
                  <a:pt x="121006" y="10900"/>
                  <a:pt x="121097" y="10748"/>
                  <a:pt x="121158" y="10566"/>
                </a:cubicBezTo>
                <a:lnTo>
                  <a:pt x="121158" y="10566"/>
                </a:lnTo>
                <a:cubicBezTo>
                  <a:pt x="120925" y="10624"/>
                  <a:pt x="120763" y="10661"/>
                  <a:pt x="120642" y="10661"/>
                </a:cubicBezTo>
                <a:cubicBezTo>
                  <a:pt x="120384" y="10661"/>
                  <a:pt x="120311" y="10495"/>
                  <a:pt x="120124" y="10019"/>
                </a:cubicBezTo>
                <a:cubicBezTo>
                  <a:pt x="119881" y="9472"/>
                  <a:pt x="120124" y="9077"/>
                  <a:pt x="120459" y="8651"/>
                </a:cubicBezTo>
                <a:cubicBezTo>
                  <a:pt x="120519" y="8560"/>
                  <a:pt x="120519" y="8469"/>
                  <a:pt x="120519" y="8347"/>
                </a:cubicBezTo>
                <a:cubicBezTo>
                  <a:pt x="120459" y="8256"/>
                  <a:pt x="120367" y="8226"/>
                  <a:pt x="120246" y="8226"/>
                </a:cubicBezTo>
                <a:cubicBezTo>
                  <a:pt x="120155" y="8286"/>
                  <a:pt x="120064" y="8347"/>
                  <a:pt x="120003" y="8438"/>
                </a:cubicBezTo>
                <a:cubicBezTo>
                  <a:pt x="119900" y="8745"/>
                  <a:pt x="119846" y="8880"/>
                  <a:pt x="119743" y="8880"/>
                </a:cubicBezTo>
                <a:cubicBezTo>
                  <a:pt x="119662" y="8880"/>
                  <a:pt x="119551" y="8798"/>
                  <a:pt x="119364" y="8651"/>
                </a:cubicBezTo>
                <a:lnTo>
                  <a:pt x="119182" y="8499"/>
                </a:lnTo>
                <a:lnTo>
                  <a:pt x="118574" y="9137"/>
                </a:lnTo>
                <a:lnTo>
                  <a:pt x="118453" y="9016"/>
                </a:lnTo>
                <a:lnTo>
                  <a:pt x="118757" y="8499"/>
                </a:lnTo>
                <a:lnTo>
                  <a:pt x="118149" y="8651"/>
                </a:lnTo>
                <a:lnTo>
                  <a:pt x="118392" y="8104"/>
                </a:lnTo>
                <a:lnTo>
                  <a:pt x="118240" y="7891"/>
                </a:lnTo>
                <a:lnTo>
                  <a:pt x="117814" y="8286"/>
                </a:lnTo>
                <a:cubicBezTo>
                  <a:pt x="117753" y="8013"/>
                  <a:pt x="117693" y="7709"/>
                  <a:pt x="117632" y="7405"/>
                </a:cubicBezTo>
                <a:lnTo>
                  <a:pt x="117358" y="7587"/>
                </a:lnTo>
                <a:cubicBezTo>
                  <a:pt x="117298" y="7496"/>
                  <a:pt x="117267" y="7405"/>
                  <a:pt x="117206" y="7283"/>
                </a:cubicBezTo>
                <a:lnTo>
                  <a:pt x="116568" y="7526"/>
                </a:lnTo>
                <a:lnTo>
                  <a:pt x="116538" y="7678"/>
                </a:lnTo>
                <a:cubicBezTo>
                  <a:pt x="116222" y="7540"/>
                  <a:pt x="115907" y="7351"/>
                  <a:pt x="115617" y="7351"/>
                </a:cubicBezTo>
                <a:cubicBezTo>
                  <a:pt x="115459" y="7351"/>
                  <a:pt x="115309" y="7407"/>
                  <a:pt x="115170" y="7557"/>
                </a:cubicBezTo>
                <a:cubicBezTo>
                  <a:pt x="114948" y="7474"/>
                  <a:pt x="114777" y="7340"/>
                  <a:pt x="114656" y="7340"/>
                </a:cubicBezTo>
                <a:cubicBezTo>
                  <a:pt x="114645" y="7340"/>
                  <a:pt x="114633" y="7341"/>
                  <a:pt x="114623" y="7344"/>
                </a:cubicBezTo>
                <a:cubicBezTo>
                  <a:pt x="114544" y="7373"/>
                  <a:pt x="114483" y="7386"/>
                  <a:pt x="114433" y="7386"/>
                </a:cubicBezTo>
                <a:cubicBezTo>
                  <a:pt x="114272" y="7386"/>
                  <a:pt x="114244" y="7242"/>
                  <a:pt x="114197" y="7010"/>
                </a:cubicBezTo>
                <a:cubicBezTo>
                  <a:pt x="114167" y="6858"/>
                  <a:pt x="113984" y="6706"/>
                  <a:pt x="113893" y="6554"/>
                </a:cubicBezTo>
                <a:cubicBezTo>
                  <a:pt x="113787" y="6367"/>
                  <a:pt x="113656" y="6303"/>
                  <a:pt x="113523" y="6303"/>
                </a:cubicBezTo>
                <a:cubicBezTo>
                  <a:pt x="113353" y="6303"/>
                  <a:pt x="113179" y="6408"/>
                  <a:pt x="113042" y="6493"/>
                </a:cubicBezTo>
                <a:cubicBezTo>
                  <a:pt x="112698" y="6713"/>
                  <a:pt x="112354" y="6827"/>
                  <a:pt x="112025" y="6827"/>
                </a:cubicBezTo>
                <a:cubicBezTo>
                  <a:pt x="111626" y="6827"/>
                  <a:pt x="111247" y="6660"/>
                  <a:pt x="110914" y="6311"/>
                </a:cubicBezTo>
                <a:cubicBezTo>
                  <a:pt x="110685" y="6062"/>
                  <a:pt x="110370" y="5933"/>
                  <a:pt x="110055" y="5933"/>
                </a:cubicBezTo>
                <a:cubicBezTo>
                  <a:pt x="109870" y="5933"/>
                  <a:pt x="109685" y="5978"/>
                  <a:pt x="109516" y="6067"/>
                </a:cubicBezTo>
                <a:lnTo>
                  <a:pt x="108665" y="5763"/>
                </a:lnTo>
                <a:lnTo>
                  <a:pt x="107601" y="5703"/>
                </a:lnTo>
                <a:lnTo>
                  <a:pt x="106598" y="5399"/>
                </a:lnTo>
                <a:cubicBezTo>
                  <a:pt x="106294" y="5277"/>
                  <a:pt x="105960" y="5216"/>
                  <a:pt x="105686" y="5095"/>
                </a:cubicBezTo>
                <a:cubicBezTo>
                  <a:pt x="105139" y="4882"/>
                  <a:pt x="104623" y="4639"/>
                  <a:pt x="104106" y="4426"/>
                </a:cubicBezTo>
                <a:cubicBezTo>
                  <a:pt x="103923" y="4365"/>
                  <a:pt x="103741" y="4335"/>
                  <a:pt x="103559" y="4335"/>
                </a:cubicBezTo>
                <a:cubicBezTo>
                  <a:pt x="103526" y="4340"/>
                  <a:pt x="103495" y="4342"/>
                  <a:pt x="103467" y="4342"/>
                </a:cubicBezTo>
                <a:cubicBezTo>
                  <a:pt x="103311" y="4342"/>
                  <a:pt x="103224" y="4267"/>
                  <a:pt x="103224" y="4061"/>
                </a:cubicBezTo>
                <a:lnTo>
                  <a:pt x="102221" y="3697"/>
                </a:lnTo>
                <a:cubicBezTo>
                  <a:pt x="102100" y="3727"/>
                  <a:pt x="101917" y="3757"/>
                  <a:pt x="101765" y="3757"/>
                </a:cubicBezTo>
                <a:cubicBezTo>
                  <a:pt x="100513" y="3418"/>
                  <a:pt x="99215" y="3258"/>
                  <a:pt x="97892" y="3258"/>
                </a:cubicBezTo>
                <a:cubicBezTo>
                  <a:pt x="97674" y="3258"/>
                  <a:pt x="97456" y="3262"/>
                  <a:pt x="97236" y="3271"/>
                </a:cubicBezTo>
                <a:cubicBezTo>
                  <a:pt x="97208" y="3273"/>
                  <a:pt x="97179" y="3274"/>
                  <a:pt x="97150" y="3274"/>
                </a:cubicBezTo>
                <a:cubicBezTo>
                  <a:pt x="96784" y="3274"/>
                  <a:pt x="96424" y="3099"/>
                  <a:pt x="96142" y="2846"/>
                </a:cubicBezTo>
                <a:lnTo>
                  <a:pt x="95681" y="2846"/>
                </a:lnTo>
                <a:lnTo>
                  <a:pt x="95595" y="2785"/>
                </a:lnTo>
                <a:lnTo>
                  <a:pt x="95321" y="2815"/>
                </a:lnTo>
                <a:lnTo>
                  <a:pt x="92647" y="2754"/>
                </a:lnTo>
                <a:cubicBezTo>
                  <a:pt x="92345" y="2661"/>
                  <a:pt x="92043" y="2622"/>
                  <a:pt x="91741" y="2622"/>
                </a:cubicBezTo>
                <a:cubicBezTo>
                  <a:pt x="91648" y="2622"/>
                  <a:pt x="91554" y="2626"/>
                  <a:pt x="91461" y="2633"/>
                </a:cubicBezTo>
                <a:lnTo>
                  <a:pt x="89941" y="2694"/>
                </a:lnTo>
                <a:cubicBezTo>
                  <a:pt x="89789" y="2724"/>
                  <a:pt x="89668" y="2754"/>
                  <a:pt x="89516" y="2785"/>
                </a:cubicBezTo>
                <a:cubicBezTo>
                  <a:pt x="89090" y="2846"/>
                  <a:pt x="88695" y="2937"/>
                  <a:pt x="88270" y="3028"/>
                </a:cubicBezTo>
                <a:cubicBezTo>
                  <a:pt x="88087" y="3058"/>
                  <a:pt x="87905" y="3058"/>
                  <a:pt x="87722" y="3058"/>
                </a:cubicBezTo>
                <a:cubicBezTo>
                  <a:pt x="87449" y="3058"/>
                  <a:pt x="87175" y="2997"/>
                  <a:pt x="86902" y="2876"/>
                </a:cubicBezTo>
                <a:cubicBezTo>
                  <a:pt x="86715" y="2707"/>
                  <a:pt x="86470" y="2620"/>
                  <a:pt x="86224" y="2620"/>
                </a:cubicBezTo>
                <a:cubicBezTo>
                  <a:pt x="86071" y="2620"/>
                  <a:pt x="85917" y="2654"/>
                  <a:pt x="85777" y="2724"/>
                </a:cubicBezTo>
                <a:cubicBezTo>
                  <a:pt x="85412" y="2815"/>
                  <a:pt x="85078" y="2846"/>
                  <a:pt x="84713" y="2846"/>
                </a:cubicBezTo>
                <a:lnTo>
                  <a:pt x="84440" y="2785"/>
                </a:lnTo>
                <a:cubicBezTo>
                  <a:pt x="84312" y="2721"/>
                  <a:pt x="84183" y="2552"/>
                  <a:pt x="84034" y="2552"/>
                </a:cubicBezTo>
                <a:cubicBezTo>
                  <a:pt x="83971" y="2552"/>
                  <a:pt x="83904" y="2582"/>
                  <a:pt x="83832" y="2663"/>
                </a:cubicBezTo>
                <a:cubicBezTo>
                  <a:pt x="83741" y="2542"/>
                  <a:pt x="83649" y="2390"/>
                  <a:pt x="83558" y="2207"/>
                </a:cubicBezTo>
                <a:lnTo>
                  <a:pt x="83254" y="2390"/>
                </a:lnTo>
                <a:cubicBezTo>
                  <a:pt x="83133" y="2470"/>
                  <a:pt x="82994" y="2509"/>
                  <a:pt x="82856" y="2509"/>
                </a:cubicBezTo>
                <a:cubicBezTo>
                  <a:pt x="82682" y="2509"/>
                  <a:pt x="82508" y="2447"/>
                  <a:pt x="82373" y="2329"/>
                </a:cubicBezTo>
                <a:cubicBezTo>
                  <a:pt x="82221" y="2207"/>
                  <a:pt x="82008" y="2086"/>
                  <a:pt x="81856" y="1994"/>
                </a:cubicBezTo>
                <a:cubicBezTo>
                  <a:pt x="81562" y="1566"/>
                  <a:pt x="81126" y="1279"/>
                  <a:pt x="80860" y="1279"/>
                </a:cubicBezTo>
                <a:cubicBezTo>
                  <a:pt x="80824" y="1279"/>
                  <a:pt x="80791" y="1284"/>
                  <a:pt x="80762" y="1295"/>
                </a:cubicBezTo>
                <a:lnTo>
                  <a:pt x="79333" y="475"/>
                </a:lnTo>
                <a:cubicBezTo>
                  <a:pt x="79283" y="300"/>
                  <a:pt x="79091" y="147"/>
                  <a:pt x="78789" y="147"/>
                </a:cubicBezTo>
                <a:cubicBezTo>
                  <a:pt x="78723" y="147"/>
                  <a:pt x="78651" y="154"/>
                  <a:pt x="78573" y="171"/>
                </a:cubicBezTo>
                <a:cubicBezTo>
                  <a:pt x="78345" y="216"/>
                  <a:pt x="78163" y="269"/>
                  <a:pt x="77996" y="269"/>
                </a:cubicBezTo>
                <a:cubicBezTo>
                  <a:pt x="77829" y="269"/>
                  <a:pt x="77677" y="216"/>
                  <a:pt x="77510" y="49"/>
                </a:cubicBezTo>
                <a:cubicBezTo>
                  <a:pt x="77474" y="13"/>
                  <a:pt x="77415" y="1"/>
                  <a:pt x="77345" y="1"/>
                </a:cubicBezTo>
                <a:close/>
              </a:path>
            </a:pathLst>
          </a:custGeom>
          <a:solidFill>
            <a:srgbClr val="D19A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10"/>
          <p:cNvSpPr txBox="1"/>
          <p:nvPr>
            <p:ph idx="1" type="body"/>
          </p:nvPr>
        </p:nvSpPr>
        <p:spPr>
          <a:xfrm>
            <a:off x="845575" y="539625"/>
            <a:ext cx="4410000" cy="1064100"/>
          </a:xfrm>
          <a:prstGeom prst="rect">
            <a:avLst/>
          </a:prstGeom>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SzPts val="1800"/>
              <a:buNone/>
              <a:defRPr b="1" sz="3000">
                <a:latin typeface="Poiret One"/>
                <a:ea typeface="Poiret One"/>
                <a:cs typeface="Poiret One"/>
                <a:sym typeface="Poiret One"/>
              </a:defRPr>
            </a:lvl1pPr>
          </a:lstStyle>
          <a:p/>
        </p:txBody>
      </p:sp>
      <p:grpSp>
        <p:nvGrpSpPr>
          <p:cNvPr id="653" name="Google Shape;653;p10"/>
          <p:cNvGrpSpPr/>
          <p:nvPr/>
        </p:nvGrpSpPr>
        <p:grpSpPr>
          <a:xfrm>
            <a:off x="618809" y="4167508"/>
            <a:ext cx="4636471" cy="2054048"/>
            <a:chOff x="618809" y="4167508"/>
            <a:chExt cx="4636471" cy="2054048"/>
          </a:xfrm>
        </p:grpSpPr>
        <p:sp>
          <p:nvSpPr>
            <p:cNvPr id="654" name="Google Shape;654;p10"/>
            <p:cNvSpPr/>
            <p:nvPr/>
          </p:nvSpPr>
          <p:spPr>
            <a:xfrm flipH="1" rot="10269469">
              <a:off x="4584410" y="4427410"/>
              <a:ext cx="66216" cy="20085"/>
            </a:xfrm>
            <a:custGeom>
              <a:rect b="b" l="l" r="r" t="t"/>
              <a:pathLst>
                <a:path extrusionOk="0" h="373" w="1321">
                  <a:moveTo>
                    <a:pt x="1321" y="0"/>
                  </a:moveTo>
                  <a:cubicBezTo>
                    <a:pt x="1058" y="43"/>
                    <a:pt x="18" y="279"/>
                    <a:pt x="9" y="330"/>
                  </a:cubicBezTo>
                  <a:cubicBezTo>
                    <a:pt x="221" y="262"/>
                    <a:pt x="356" y="220"/>
                    <a:pt x="695" y="136"/>
                  </a:cubicBezTo>
                  <a:lnTo>
                    <a:pt x="695" y="136"/>
                  </a:lnTo>
                  <a:cubicBezTo>
                    <a:pt x="838" y="152"/>
                    <a:pt x="145" y="288"/>
                    <a:pt x="1" y="372"/>
                  </a:cubicBezTo>
                  <a:cubicBezTo>
                    <a:pt x="627" y="220"/>
                    <a:pt x="813" y="136"/>
                    <a:pt x="1321"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 name="Google Shape;655;p10"/>
            <p:cNvGrpSpPr/>
            <p:nvPr/>
          </p:nvGrpSpPr>
          <p:grpSpPr>
            <a:xfrm flipH="1" rot="10269469">
              <a:off x="669707" y="4511577"/>
              <a:ext cx="4534673" cy="1365910"/>
              <a:chOff x="543075" y="3278225"/>
              <a:chExt cx="2261650" cy="634175"/>
            </a:xfrm>
          </p:grpSpPr>
          <p:sp>
            <p:nvSpPr>
              <p:cNvPr id="656" name="Google Shape;656;p10"/>
              <p:cNvSpPr/>
              <p:nvPr/>
            </p:nvSpPr>
            <p:spPr>
              <a:xfrm>
                <a:off x="2599125" y="3784725"/>
                <a:ext cx="61350" cy="18425"/>
              </a:xfrm>
              <a:custGeom>
                <a:rect b="b" l="l" r="r" t="t"/>
                <a:pathLst>
                  <a:path extrusionOk="0" h="737" w="2454">
                    <a:moveTo>
                      <a:pt x="1109" y="364"/>
                    </a:moveTo>
                    <a:lnTo>
                      <a:pt x="1109" y="364"/>
                    </a:lnTo>
                    <a:cubicBezTo>
                      <a:pt x="1103" y="366"/>
                      <a:pt x="1097" y="368"/>
                      <a:pt x="1091" y="369"/>
                    </a:cubicBezTo>
                    <a:lnTo>
                      <a:pt x="1091" y="369"/>
                    </a:lnTo>
                    <a:cubicBezTo>
                      <a:pt x="1097" y="368"/>
                      <a:pt x="1103" y="366"/>
                      <a:pt x="1109" y="364"/>
                    </a:cubicBezTo>
                    <a:close/>
                    <a:moveTo>
                      <a:pt x="2454" y="1"/>
                    </a:moveTo>
                    <a:lnTo>
                      <a:pt x="1608" y="246"/>
                    </a:lnTo>
                    <a:lnTo>
                      <a:pt x="1650" y="221"/>
                    </a:lnTo>
                    <a:lnTo>
                      <a:pt x="1650" y="221"/>
                    </a:lnTo>
                    <a:cubicBezTo>
                      <a:pt x="1464" y="288"/>
                      <a:pt x="1084" y="390"/>
                      <a:pt x="957" y="424"/>
                    </a:cubicBezTo>
                    <a:cubicBezTo>
                      <a:pt x="973" y="415"/>
                      <a:pt x="958" y="407"/>
                      <a:pt x="1091" y="369"/>
                    </a:cubicBezTo>
                    <a:lnTo>
                      <a:pt x="1091" y="369"/>
                    </a:lnTo>
                    <a:cubicBezTo>
                      <a:pt x="94" y="650"/>
                      <a:pt x="842" y="501"/>
                      <a:pt x="1" y="737"/>
                    </a:cubicBezTo>
                    <a:cubicBezTo>
                      <a:pt x="51" y="728"/>
                      <a:pt x="119" y="711"/>
                      <a:pt x="212" y="686"/>
                    </a:cubicBezTo>
                    <a:cubicBezTo>
                      <a:pt x="366" y="643"/>
                      <a:pt x="502" y="613"/>
                      <a:pt x="535" y="613"/>
                    </a:cubicBezTo>
                    <a:cubicBezTo>
                      <a:pt x="548" y="613"/>
                      <a:pt x="546" y="617"/>
                      <a:pt x="525" y="627"/>
                    </a:cubicBezTo>
                    <a:cubicBezTo>
                      <a:pt x="948" y="483"/>
                      <a:pt x="957" y="500"/>
                      <a:pt x="1007" y="449"/>
                    </a:cubicBezTo>
                    <a:cubicBezTo>
                      <a:pt x="1173" y="390"/>
                      <a:pt x="1351" y="345"/>
                      <a:pt x="1385" y="345"/>
                    </a:cubicBezTo>
                    <a:cubicBezTo>
                      <a:pt x="1404" y="345"/>
                      <a:pt x="1374" y="361"/>
                      <a:pt x="1261" y="398"/>
                    </a:cubicBezTo>
                    <a:lnTo>
                      <a:pt x="2039" y="153"/>
                    </a:lnTo>
                    <a:lnTo>
                      <a:pt x="1566" y="280"/>
                    </a:lnTo>
                    <a:cubicBezTo>
                      <a:pt x="1684" y="212"/>
                      <a:pt x="2319" y="77"/>
                      <a:pt x="2454"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10"/>
              <p:cNvSpPr/>
              <p:nvPr/>
            </p:nvSpPr>
            <p:spPr>
              <a:xfrm>
                <a:off x="2542325" y="3800175"/>
                <a:ext cx="59800" cy="17800"/>
              </a:xfrm>
              <a:custGeom>
                <a:rect b="b" l="l" r="r" t="t"/>
                <a:pathLst>
                  <a:path extrusionOk="0" h="712" w="2392">
                    <a:moveTo>
                      <a:pt x="2256" y="127"/>
                    </a:moveTo>
                    <a:cubicBezTo>
                      <a:pt x="2241" y="132"/>
                      <a:pt x="2227" y="136"/>
                      <a:pt x="2215" y="140"/>
                    </a:cubicBezTo>
                    <a:lnTo>
                      <a:pt x="2215" y="140"/>
                    </a:lnTo>
                    <a:lnTo>
                      <a:pt x="2256" y="127"/>
                    </a:lnTo>
                    <a:close/>
                    <a:moveTo>
                      <a:pt x="2391" y="0"/>
                    </a:moveTo>
                    <a:cubicBezTo>
                      <a:pt x="2154" y="17"/>
                      <a:pt x="1469" y="229"/>
                      <a:pt x="1190" y="288"/>
                    </a:cubicBezTo>
                    <a:cubicBezTo>
                      <a:pt x="1255" y="277"/>
                      <a:pt x="1286" y="273"/>
                      <a:pt x="1298" y="273"/>
                    </a:cubicBezTo>
                    <a:cubicBezTo>
                      <a:pt x="1325" y="273"/>
                      <a:pt x="1242" y="295"/>
                      <a:pt x="1257" y="295"/>
                    </a:cubicBezTo>
                    <a:cubicBezTo>
                      <a:pt x="1269" y="295"/>
                      <a:pt x="1343" y="281"/>
                      <a:pt x="1588" y="229"/>
                    </a:cubicBezTo>
                    <a:lnTo>
                      <a:pt x="1588" y="229"/>
                    </a:lnTo>
                    <a:lnTo>
                      <a:pt x="1241" y="355"/>
                    </a:lnTo>
                    <a:lnTo>
                      <a:pt x="640" y="508"/>
                    </a:lnTo>
                    <a:cubicBezTo>
                      <a:pt x="640" y="521"/>
                      <a:pt x="357" y="600"/>
                      <a:pt x="398" y="600"/>
                    </a:cubicBezTo>
                    <a:cubicBezTo>
                      <a:pt x="408" y="600"/>
                      <a:pt x="438" y="596"/>
                      <a:pt x="496" y="584"/>
                    </a:cubicBezTo>
                    <a:cubicBezTo>
                      <a:pt x="555" y="567"/>
                      <a:pt x="665" y="533"/>
                      <a:pt x="758" y="508"/>
                    </a:cubicBezTo>
                    <a:lnTo>
                      <a:pt x="758" y="508"/>
                    </a:lnTo>
                    <a:cubicBezTo>
                      <a:pt x="709" y="557"/>
                      <a:pt x="1" y="711"/>
                      <a:pt x="137" y="711"/>
                    </a:cubicBezTo>
                    <a:cubicBezTo>
                      <a:pt x="141" y="711"/>
                      <a:pt x="145" y="711"/>
                      <a:pt x="149" y="711"/>
                    </a:cubicBezTo>
                    <a:cubicBezTo>
                      <a:pt x="429" y="643"/>
                      <a:pt x="708" y="567"/>
                      <a:pt x="987" y="474"/>
                    </a:cubicBezTo>
                    <a:cubicBezTo>
                      <a:pt x="1427" y="355"/>
                      <a:pt x="1740" y="279"/>
                      <a:pt x="1951" y="237"/>
                    </a:cubicBezTo>
                    <a:cubicBezTo>
                      <a:pt x="2067" y="198"/>
                      <a:pt x="2084" y="181"/>
                      <a:pt x="2215" y="140"/>
                    </a:cubicBezTo>
                    <a:lnTo>
                      <a:pt x="2215" y="140"/>
                    </a:lnTo>
                    <a:lnTo>
                      <a:pt x="2146" y="161"/>
                    </a:lnTo>
                    <a:lnTo>
                      <a:pt x="2120" y="119"/>
                    </a:lnTo>
                    <a:cubicBezTo>
                      <a:pt x="1985" y="169"/>
                      <a:pt x="1850" y="195"/>
                      <a:pt x="1697" y="237"/>
                    </a:cubicBezTo>
                    <a:lnTo>
                      <a:pt x="2391"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10"/>
              <p:cNvSpPr/>
              <p:nvPr/>
            </p:nvSpPr>
            <p:spPr>
              <a:xfrm>
                <a:off x="2598700" y="3803350"/>
                <a:ext cx="450" cy="25"/>
              </a:xfrm>
              <a:custGeom>
                <a:rect b="b" l="l" r="r" t="t"/>
                <a:pathLst>
                  <a:path extrusionOk="0" h="1" w="18">
                    <a:moveTo>
                      <a:pt x="1" y="0"/>
                    </a:moveTo>
                    <a:lnTo>
                      <a:pt x="18"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10"/>
              <p:cNvSpPr/>
              <p:nvPr/>
            </p:nvSpPr>
            <p:spPr>
              <a:xfrm>
                <a:off x="2504800" y="3810550"/>
                <a:ext cx="54400" cy="14800"/>
              </a:xfrm>
              <a:custGeom>
                <a:rect b="b" l="l" r="r" t="t"/>
                <a:pathLst>
                  <a:path extrusionOk="0" h="592" w="2176">
                    <a:moveTo>
                      <a:pt x="2138" y="1"/>
                    </a:moveTo>
                    <a:cubicBezTo>
                      <a:pt x="2126" y="1"/>
                      <a:pt x="2088" y="8"/>
                      <a:pt x="2006" y="25"/>
                    </a:cubicBezTo>
                    <a:cubicBezTo>
                      <a:pt x="1168" y="237"/>
                      <a:pt x="585" y="406"/>
                      <a:pt x="1" y="592"/>
                    </a:cubicBezTo>
                    <a:cubicBezTo>
                      <a:pt x="475" y="473"/>
                      <a:pt x="1007" y="330"/>
                      <a:pt x="1405" y="245"/>
                    </a:cubicBezTo>
                    <a:lnTo>
                      <a:pt x="1405" y="245"/>
                    </a:lnTo>
                    <a:lnTo>
                      <a:pt x="1244" y="313"/>
                    </a:lnTo>
                    <a:cubicBezTo>
                      <a:pt x="796" y="397"/>
                      <a:pt x="525" y="482"/>
                      <a:pt x="94" y="583"/>
                    </a:cubicBezTo>
                    <a:lnTo>
                      <a:pt x="1075" y="363"/>
                    </a:lnTo>
                    <a:cubicBezTo>
                      <a:pt x="1218" y="335"/>
                      <a:pt x="1288" y="323"/>
                      <a:pt x="1307" y="323"/>
                    </a:cubicBezTo>
                    <a:cubicBezTo>
                      <a:pt x="1348" y="323"/>
                      <a:pt x="1124" y="384"/>
                      <a:pt x="872" y="448"/>
                    </a:cubicBezTo>
                    <a:cubicBezTo>
                      <a:pt x="940" y="431"/>
                      <a:pt x="999" y="414"/>
                      <a:pt x="1067" y="406"/>
                    </a:cubicBezTo>
                    <a:cubicBezTo>
                      <a:pt x="1097" y="393"/>
                      <a:pt x="1648" y="242"/>
                      <a:pt x="1610" y="242"/>
                    </a:cubicBezTo>
                    <a:cubicBezTo>
                      <a:pt x="1595" y="242"/>
                      <a:pt x="1499" y="264"/>
                      <a:pt x="1261" y="321"/>
                    </a:cubicBezTo>
                    <a:cubicBezTo>
                      <a:pt x="1287" y="279"/>
                      <a:pt x="1820" y="169"/>
                      <a:pt x="2048" y="101"/>
                    </a:cubicBezTo>
                    <a:lnTo>
                      <a:pt x="2048" y="101"/>
                    </a:lnTo>
                    <a:cubicBezTo>
                      <a:pt x="2017" y="107"/>
                      <a:pt x="2000" y="110"/>
                      <a:pt x="1993" y="110"/>
                    </a:cubicBezTo>
                    <a:cubicBezTo>
                      <a:pt x="1958" y="110"/>
                      <a:pt x="2115" y="59"/>
                      <a:pt x="2073" y="59"/>
                    </a:cubicBezTo>
                    <a:cubicBezTo>
                      <a:pt x="1955" y="93"/>
                      <a:pt x="1828" y="135"/>
                      <a:pt x="1633" y="177"/>
                    </a:cubicBezTo>
                    <a:cubicBezTo>
                      <a:pt x="1629" y="178"/>
                      <a:pt x="1626" y="178"/>
                      <a:pt x="1623" y="178"/>
                    </a:cubicBezTo>
                    <a:cubicBezTo>
                      <a:pt x="1567" y="178"/>
                      <a:pt x="1839" y="99"/>
                      <a:pt x="2056" y="59"/>
                    </a:cubicBezTo>
                    <a:lnTo>
                      <a:pt x="2056" y="59"/>
                    </a:lnTo>
                    <a:cubicBezTo>
                      <a:pt x="2019" y="66"/>
                      <a:pt x="1998" y="69"/>
                      <a:pt x="1988" y="69"/>
                    </a:cubicBezTo>
                    <a:cubicBezTo>
                      <a:pt x="1942" y="69"/>
                      <a:pt x="2176" y="1"/>
                      <a:pt x="2138"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10"/>
              <p:cNvSpPr/>
              <p:nvPr/>
            </p:nvSpPr>
            <p:spPr>
              <a:xfrm>
                <a:off x="543075" y="3278225"/>
                <a:ext cx="1998550" cy="634175"/>
              </a:xfrm>
              <a:custGeom>
                <a:rect b="b" l="l" r="r" t="t"/>
                <a:pathLst>
                  <a:path extrusionOk="0" h="25367" w="79942">
                    <a:moveTo>
                      <a:pt x="178" y="584"/>
                    </a:moveTo>
                    <a:lnTo>
                      <a:pt x="178" y="584"/>
                    </a:lnTo>
                    <a:cubicBezTo>
                      <a:pt x="195" y="719"/>
                      <a:pt x="203" y="796"/>
                      <a:pt x="220" y="880"/>
                    </a:cubicBezTo>
                    <a:lnTo>
                      <a:pt x="178" y="584"/>
                    </a:lnTo>
                    <a:close/>
                    <a:moveTo>
                      <a:pt x="220" y="880"/>
                    </a:moveTo>
                    <a:lnTo>
                      <a:pt x="222" y="889"/>
                    </a:lnTo>
                    <a:lnTo>
                      <a:pt x="222" y="889"/>
                    </a:lnTo>
                    <a:cubicBezTo>
                      <a:pt x="222" y="886"/>
                      <a:pt x="221" y="883"/>
                      <a:pt x="220" y="880"/>
                    </a:cubicBezTo>
                    <a:close/>
                    <a:moveTo>
                      <a:pt x="2868" y="8121"/>
                    </a:moveTo>
                    <a:lnTo>
                      <a:pt x="2868" y="8121"/>
                    </a:lnTo>
                    <a:cubicBezTo>
                      <a:pt x="2892" y="8169"/>
                      <a:pt x="2920" y="8213"/>
                      <a:pt x="2955" y="8252"/>
                    </a:cubicBezTo>
                    <a:lnTo>
                      <a:pt x="2955" y="8252"/>
                    </a:lnTo>
                    <a:cubicBezTo>
                      <a:pt x="2927" y="8210"/>
                      <a:pt x="2898" y="8167"/>
                      <a:pt x="2868" y="8121"/>
                    </a:cubicBezTo>
                    <a:close/>
                    <a:moveTo>
                      <a:pt x="3233" y="8360"/>
                    </a:moveTo>
                    <a:cubicBezTo>
                      <a:pt x="3267" y="8408"/>
                      <a:pt x="3300" y="8456"/>
                      <a:pt x="3333" y="8502"/>
                    </a:cubicBezTo>
                    <a:lnTo>
                      <a:pt x="3249" y="8375"/>
                    </a:lnTo>
                    <a:cubicBezTo>
                      <a:pt x="3242" y="8369"/>
                      <a:pt x="3237" y="8364"/>
                      <a:pt x="3233" y="8360"/>
                    </a:cubicBezTo>
                    <a:close/>
                    <a:moveTo>
                      <a:pt x="5239" y="10862"/>
                    </a:moveTo>
                    <a:lnTo>
                      <a:pt x="5254" y="10879"/>
                    </a:lnTo>
                    <a:lnTo>
                      <a:pt x="5372" y="10998"/>
                    </a:lnTo>
                    <a:cubicBezTo>
                      <a:pt x="5323" y="10949"/>
                      <a:pt x="5279" y="10904"/>
                      <a:pt x="5239" y="10862"/>
                    </a:cubicBezTo>
                    <a:close/>
                    <a:moveTo>
                      <a:pt x="12520" y="16086"/>
                    </a:moveTo>
                    <a:cubicBezTo>
                      <a:pt x="12575" y="16113"/>
                      <a:pt x="12628" y="16136"/>
                      <a:pt x="12676" y="16158"/>
                    </a:cubicBezTo>
                    <a:lnTo>
                      <a:pt x="12676" y="16158"/>
                    </a:lnTo>
                    <a:cubicBezTo>
                      <a:pt x="12641" y="16142"/>
                      <a:pt x="12584" y="16116"/>
                      <a:pt x="12520" y="16086"/>
                    </a:cubicBezTo>
                    <a:close/>
                    <a:moveTo>
                      <a:pt x="12676" y="16158"/>
                    </a:moveTo>
                    <a:cubicBezTo>
                      <a:pt x="12701" y="16169"/>
                      <a:pt x="12716" y="16176"/>
                      <a:pt x="12717" y="16176"/>
                    </a:cubicBezTo>
                    <a:cubicBezTo>
                      <a:pt x="12717" y="16176"/>
                      <a:pt x="12716" y="16175"/>
                      <a:pt x="12715" y="16175"/>
                    </a:cubicBezTo>
                    <a:cubicBezTo>
                      <a:pt x="12702" y="16169"/>
                      <a:pt x="12690" y="16164"/>
                      <a:pt x="12676" y="16158"/>
                    </a:cubicBezTo>
                    <a:close/>
                    <a:moveTo>
                      <a:pt x="15059" y="17333"/>
                    </a:moveTo>
                    <a:cubicBezTo>
                      <a:pt x="15059" y="17333"/>
                      <a:pt x="15058" y="17334"/>
                      <a:pt x="15058" y="17334"/>
                    </a:cubicBezTo>
                    <a:lnTo>
                      <a:pt x="15058" y="17334"/>
                    </a:lnTo>
                    <a:lnTo>
                      <a:pt x="15127" y="17357"/>
                    </a:lnTo>
                    <a:lnTo>
                      <a:pt x="15127" y="17357"/>
                    </a:lnTo>
                    <a:cubicBezTo>
                      <a:pt x="15093" y="17344"/>
                      <a:pt x="15065" y="17333"/>
                      <a:pt x="15059" y="17333"/>
                    </a:cubicBezTo>
                    <a:close/>
                    <a:moveTo>
                      <a:pt x="15127" y="17357"/>
                    </a:moveTo>
                    <a:cubicBezTo>
                      <a:pt x="15194" y="17382"/>
                      <a:pt x="15286" y="17420"/>
                      <a:pt x="15291" y="17420"/>
                    </a:cubicBezTo>
                    <a:cubicBezTo>
                      <a:pt x="15293" y="17420"/>
                      <a:pt x="15278" y="17412"/>
                      <a:pt x="15236" y="17393"/>
                    </a:cubicBezTo>
                    <a:lnTo>
                      <a:pt x="15127" y="17357"/>
                    </a:lnTo>
                    <a:close/>
                    <a:moveTo>
                      <a:pt x="14787" y="17469"/>
                    </a:moveTo>
                    <a:cubicBezTo>
                      <a:pt x="14793" y="17471"/>
                      <a:pt x="14797" y="17473"/>
                      <a:pt x="14801" y="17475"/>
                    </a:cubicBezTo>
                    <a:lnTo>
                      <a:pt x="14801" y="17475"/>
                    </a:lnTo>
                    <a:cubicBezTo>
                      <a:pt x="14796" y="17473"/>
                      <a:pt x="14792" y="17471"/>
                      <a:pt x="14787" y="17469"/>
                    </a:cubicBezTo>
                    <a:close/>
                    <a:moveTo>
                      <a:pt x="19245" y="19357"/>
                    </a:moveTo>
                    <a:lnTo>
                      <a:pt x="19245" y="19357"/>
                    </a:lnTo>
                    <a:cubicBezTo>
                      <a:pt x="19251" y="19359"/>
                      <a:pt x="19257" y="19362"/>
                      <a:pt x="19263" y="19364"/>
                    </a:cubicBezTo>
                    <a:cubicBezTo>
                      <a:pt x="19257" y="19362"/>
                      <a:pt x="19251" y="19359"/>
                      <a:pt x="19245" y="19357"/>
                    </a:cubicBezTo>
                    <a:close/>
                    <a:moveTo>
                      <a:pt x="22902" y="20283"/>
                    </a:moveTo>
                    <a:cubicBezTo>
                      <a:pt x="22923" y="20290"/>
                      <a:pt x="22942" y="20297"/>
                      <a:pt x="22959" y="20303"/>
                    </a:cubicBezTo>
                    <a:cubicBezTo>
                      <a:pt x="22926" y="20291"/>
                      <a:pt x="22910" y="20285"/>
                      <a:pt x="22902" y="20283"/>
                    </a:cubicBezTo>
                    <a:close/>
                    <a:moveTo>
                      <a:pt x="22917" y="20581"/>
                    </a:moveTo>
                    <a:cubicBezTo>
                      <a:pt x="22913" y="20581"/>
                      <a:pt x="22910" y="20581"/>
                      <a:pt x="22909" y="20582"/>
                    </a:cubicBezTo>
                    <a:lnTo>
                      <a:pt x="22933" y="20582"/>
                    </a:lnTo>
                    <a:cubicBezTo>
                      <a:pt x="22927" y="20581"/>
                      <a:pt x="22922" y="20581"/>
                      <a:pt x="22917" y="20581"/>
                    </a:cubicBezTo>
                    <a:close/>
                    <a:moveTo>
                      <a:pt x="24843" y="20851"/>
                    </a:moveTo>
                    <a:lnTo>
                      <a:pt x="24843" y="20851"/>
                    </a:lnTo>
                    <a:cubicBezTo>
                      <a:pt x="24846" y="20852"/>
                      <a:pt x="24850" y="20852"/>
                      <a:pt x="24854" y="20853"/>
                    </a:cubicBezTo>
                    <a:cubicBezTo>
                      <a:pt x="24850" y="20852"/>
                      <a:pt x="24846" y="20851"/>
                      <a:pt x="24843" y="20851"/>
                    </a:cubicBezTo>
                    <a:close/>
                    <a:moveTo>
                      <a:pt x="24017" y="20574"/>
                    </a:moveTo>
                    <a:lnTo>
                      <a:pt x="24017" y="20574"/>
                    </a:lnTo>
                    <a:cubicBezTo>
                      <a:pt x="24537" y="20735"/>
                      <a:pt x="24600" y="20725"/>
                      <a:pt x="25107" y="20862"/>
                    </a:cubicBezTo>
                    <a:lnTo>
                      <a:pt x="25107" y="20862"/>
                    </a:lnTo>
                    <a:cubicBezTo>
                      <a:pt x="24647" y="20728"/>
                      <a:pt x="24208" y="20613"/>
                      <a:pt x="24017" y="20574"/>
                    </a:cubicBezTo>
                    <a:close/>
                    <a:moveTo>
                      <a:pt x="25107" y="20862"/>
                    </a:moveTo>
                    <a:lnTo>
                      <a:pt x="25107" y="20862"/>
                    </a:lnTo>
                    <a:cubicBezTo>
                      <a:pt x="25136" y="20870"/>
                      <a:pt x="25164" y="20878"/>
                      <a:pt x="25193" y="20887"/>
                    </a:cubicBezTo>
                    <a:lnTo>
                      <a:pt x="25170" y="20879"/>
                    </a:lnTo>
                    <a:lnTo>
                      <a:pt x="25170" y="20879"/>
                    </a:lnTo>
                    <a:cubicBezTo>
                      <a:pt x="25148" y="20873"/>
                      <a:pt x="25127" y="20867"/>
                      <a:pt x="25107" y="20862"/>
                    </a:cubicBezTo>
                    <a:close/>
                    <a:moveTo>
                      <a:pt x="78563" y="21978"/>
                    </a:moveTo>
                    <a:cubicBezTo>
                      <a:pt x="78419" y="22013"/>
                      <a:pt x="78314" y="22039"/>
                      <a:pt x="78224" y="22062"/>
                    </a:cubicBezTo>
                    <a:lnTo>
                      <a:pt x="78224" y="22062"/>
                    </a:lnTo>
                    <a:cubicBezTo>
                      <a:pt x="78265" y="22054"/>
                      <a:pt x="78307" y="22045"/>
                      <a:pt x="78351" y="22037"/>
                    </a:cubicBezTo>
                    <a:lnTo>
                      <a:pt x="78351" y="22037"/>
                    </a:lnTo>
                    <a:lnTo>
                      <a:pt x="78292" y="22071"/>
                    </a:lnTo>
                    <a:cubicBezTo>
                      <a:pt x="78334" y="22062"/>
                      <a:pt x="78631" y="21978"/>
                      <a:pt x="78563" y="21978"/>
                    </a:cubicBezTo>
                    <a:close/>
                    <a:moveTo>
                      <a:pt x="78224" y="22062"/>
                    </a:moveTo>
                    <a:lnTo>
                      <a:pt x="78224" y="22062"/>
                    </a:lnTo>
                    <a:cubicBezTo>
                      <a:pt x="78076" y="22093"/>
                      <a:pt x="77949" y="22125"/>
                      <a:pt x="77823" y="22159"/>
                    </a:cubicBezTo>
                    <a:lnTo>
                      <a:pt x="77823" y="22159"/>
                    </a:lnTo>
                    <a:cubicBezTo>
                      <a:pt x="77984" y="22122"/>
                      <a:pt x="78088" y="22096"/>
                      <a:pt x="78224" y="22062"/>
                    </a:cubicBezTo>
                    <a:close/>
                    <a:moveTo>
                      <a:pt x="77116" y="22444"/>
                    </a:moveTo>
                    <a:lnTo>
                      <a:pt x="77082" y="22452"/>
                    </a:lnTo>
                    <a:cubicBezTo>
                      <a:pt x="77093" y="22449"/>
                      <a:pt x="77104" y="22447"/>
                      <a:pt x="77116" y="22444"/>
                    </a:cubicBezTo>
                    <a:close/>
                    <a:moveTo>
                      <a:pt x="74460" y="22739"/>
                    </a:moveTo>
                    <a:lnTo>
                      <a:pt x="74375" y="22756"/>
                    </a:lnTo>
                    <a:cubicBezTo>
                      <a:pt x="74388" y="22754"/>
                      <a:pt x="74401" y="22753"/>
                      <a:pt x="74413" y="22751"/>
                    </a:cubicBezTo>
                    <a:lnTo>
                      <a:pt x="74413" y="22751"/>
                    </a:lnTo>
                    <a:cubicBezTo>
                      <a:pt x="74428" y="22747"/>
                      <a:pt x="74444" y="22743"/>
                      <a:pt x="74460" y="22739"/>
                    </a:cubicBezTo>
                    <a:close/>
                    <a:moveTo>
                      <a:pt x="32386" y="23010"/>
                    </a:moveTo>
                    <a:lnTo>
                      <a:pt x="32569" y="23052"/>
                    </a:lnTo>
                    <a:lnTo>
                      <a:pt x="32527" y="23044"/>
                    </a:lnTo>
                    <a:cubicBezTo>
                      <a:pt x="32468" y="23030"/>
                      <a:pt x="32422" y="23019"/>
                      <a:pt x="32386" y="23010"/>
                    </a:cubicBezTo>
                    <a:close/>
                    <a:moveTo>
                      <a:pt x="33170" y="23179"/>
                    </a:moveTo>
                    <a:lnTo>
                      <a:pt x="33440" y="23238"/>
                    </a:lnTo>
                    <a:lnTo>
                      <a:pt x="33339" y="23238"/>
                    </a:lnTo>
                    <a:cubicBezTo>
                      <a:pt x="33280" y="23230"/>
                      <a:pt x="33221" y="23205"/>
                      <a:pt x="33170" y="23179"/>
                    </a:cubicBezTo>
                    <a:close/>
                    <a:moveTo>
                      <a:pt x="35314" y="23678"/>
                    </a:moveTo>
                    <a:cubicBezTo>
                      <a:pt x="35317" y="23678"/>
                      <a:pt x="35322" y="23678"/>
                      <a:pt x="35327" y="23678"/>
                    </a:cubicBezTo>
                    <a:cubicBezTo>
                      <a:pt x="35784" y="23771"/>
                      <a:pt x="35750" y="23687"/>
                      <a:pt x="36173" y="23805"/>
                    </a:cubicBezTo>
                    <a:cubicBezTo>
                      <a:pt x="36238" y="23789"/>
                      <a:pt x="36139" y="23765"/>
                      <a:pt x="35988" y="23733"/>
                    </a:cubicBezTo>
                    <a:lnTo>
                      <a:pt x="35988" y="23733"/>
                    </a:lnTo>
                    <a:cubicBezTo>
                      <a:pt x="35998" y="23735"/>
                      <a:pt x="36007" y="23735"/>
                      <a:pt x="36016" y="23735"/>
                    </a:cubicBezTo>
                    <a:cubicBezTo>
                      <a:pt x="36031" y="23735"/>
                      <a:pt x="36046" y="23733"/>
                      <a:pt x="36063" y="23729"/>
                    </a:cubicBezTo>
                    <a:lnTo>
                      <a:pt x="36537" y="23814"/>
                    </a:lnTo>
                    <a:cubicBezTo>
                      <a:pt x="36672" y="23839"/>
                      <a:pt x="36790" y="23864"/>
                      <a:pt x="36748" y="23864"/>
                    </a:cubicBezTo>
                    <a:cubicBezTo>
                      <a:pt x="36743" y="23867"/>
                      <a:pt x="36730" y="23869"/>
                      <a:pt x="36712" y="23869"/>
                    </a:cubicBezTo>
                    <a:cubicBezTo>
                      <a:pt x="36577" y="23869"/>
                      <a:pt x="36127" y="23797"/>
                      <a:pt x="35978" y="23797"/>
                    </a:cubicBezTo>
                    <a:cubicBezTo>
                      <a:pt x="35839" y="23788"/>
                      <a:pt x="35219" y="23678"/>
                      <a:pt x="35314" y="23678"/>
                    </a:cubicBezTo>
                    <a:close/>
                    <a:moveTo>
                      <a:pt x="67901" y="24082"/>
                    </a:moveTo>
                    <a:cubicBezTo>
                      <a:pt x="67875" y="24085"/>
                      <a:pt x="67851" y="24089"/>
                      <a:pt x="67828" y="24093"/>
                    </a:cubicBezTo>
                    <a:cubicBezTo>
                      <a:pt x="67853" y="24089"/>
                      <a:pt x="67877" y="24085"/>
                      <a:pt x="67901" y="24082"/>
                    </a:cubicBezTo>
                    <a:close/>
                    <a:moveTo>
                      <a:pt x="37450" y="23847"/>
                    </a:moveTo>
                    <a:lnTo>
                      <a:pt x="38508" y="24008"/>
                    </a:lnTo>
                    <a:cubicBezTo>
                      <a:pt x="38685" y="24042"/>
                      <a:pt x="38863" y="24067"/>
                      <a:pt x="39041" y="24093"/>
                    </a:cubicBezTo>
                    <a:lnTo>
                      <a:pt x="39582" y="24169"/>
                    </a:lnTo>
                    <a:lnTo>
                      <a:pt x="39497" y="24135"/>
                    </a:lnTo>
                    <a:lnTo>
                      <a:pt x="39497" y="24135"/>
                    </a:lnTo>
                    <a:cubicBezTo>
                      <a:pt x="39717" y="24169"/>
                      <a:pt x="39912" y="24177"/>
                      <a:pt x="40039" y="24211"/>
                    </a:cubicBezTo>
                    <a:lnTo>
                      <a:pt x="39853" y="24211"/>
                    </a:lnTo>
                    <a:lnTo>
                      <a:pt x="39421" y="24186"/>
                    </a:lnTo>
                    <a:cubicBezTo>
                      <a:pt x="39252" y="24177"/>
                      <a:pt x="39074" y="24169"/>
                      <a:pt x="38914" y="24160"/>
                    </a:cubicBezTo>
                    <a:lnTo>
                      <a:pt x="38516" y="24127"/>
                    </a:lnTo>
                    <a:cubicBezTo>
                      <a:pt x="38076" y="24067"/>
                      <a:pt x="37602" y="24000"/>
                      <a:pt x="37332" y="23949"/>
                    </a:cubicBezTo>
                    <a:lnTo>
                      <a:pt x="37332" y="23949"/>
                    </a:lnTo>
                    <a:lnTo>
                      <a:pt x="37476" y="23966"/>
                    </a:lnTo>
                    <a:cubicBezTo>
                      <a:pt x="38261" y="24083"/>
                      <a:pt x="38627" y="24131"/>
                      <a:pt x="38712" y="24131"/>
                    </a:cubicBezTo>
                    <a:cubicBezTo>
                      <a:pt x="38854" y="24131"/>
                      <a:pt x="38221" y="24001"/>
                      <a:pt x="37450" y="23847"/>
                    </a:cubicBezTo>
                    <a:close/>
                    <a:moveTo>
                      <a:pt x="38430" y="24346"/>
                    </a:moveTo>
                    <a:cubicBezTo>
                      <a:pt x="38430" y="24346"/>
                      <a:pt x="38431" y="24346"/>
                      <a:pt x="38431" y="24347"/>
                    </a:cubicBezTo>
                    <a:cubicBezTo>
                      <a:pt x="38431" y="24346"/>
                      <a:pt x="38431" y="24346"/>
                      <a:pt x="38430" y="24346"/>
                    </a:cubicBezTo>
                    <a:close/>
                    <a:moveTo>
                      <a:pt x="40427" y="24352"/>
                    </a:moveTo>
                    <a:lnTo>
                      <a:pt x="40427" y="24352"/>
                    </a:lnTo>
                    <a:cubicBezTo>
                      <a:pt x="40432" y="24353"/>
                      <a:pt x="40438" y="24354"/>
                      <a:pt x="40445" y="24355"/>
                    </a:cubicBezTo>
                    <a:lnTo>
                      <a:pt x="40427" y="24352"/>
                    </a:lnTo>
                    <a:close/>
                    <a:moveTo>
                      <a:pt x="40039" y="24321"/>
                    </a:moveTo>
                    <a:lnTo>
                      <a:pt x="40470" y="24372"/>
                    </a:lnTo>
                    <a:cubicBezTo>
                      <a:pt x="40434" y="24372"/>
                      <a:pt x="40444" y="24382"/>
                      <a:pt x="40398" y="24382"/>
                    </a:cubicBezTo>
                    <a:cubicBezTo>
                      <a:pt x="40357" y="24382"/>
                      <a:pt x="40275" y="24374"/>
                      <a:pt x="40081" y="24347"/>
                    </a:cubicBezTo>
                    <a:cubicBezTo>
                      <a:pt x="40115" y="24338"/>
                      <a:pt x="40090" y="24330"/>
                      <a:pt x="40039" y="24321"/>
                    </a:cubicBezTo>
                    <a:close/>
                    <a:moveTo>
                      <a:pt x="46644" y="24583"/>
                    </a:moveTo>
                    <a:cubicBezTo>
                      <a:pt x="46650" y="24586"/>
                      <a:pt x="46667" y="24588"/>
                      <a:pt x="46696" y="24592"/>
                    </a:cubicBezTo>
                    <a:cubicBezTo>
                      <a:pt x="46679" y="24589"/>
                      <a:pt x="46661" y="24586"/>
                      <a:pt x="46644" y="24583"/>
                    </a:cubicBezTo>
                    <a:close/>
                    <a:moveTo>
                      <a:pt x="63350" y="24664"/>
                    </a:moveTo>
                    <a:lnTo>
                      <a:pt x="63285" y="24668"/>
                    </a:lnTo>
                    <a:cubicBezTo>
                      <a:pt x="63301" y="24667"/>
                      <a:pt x="63323" y="24666"/>
                      <a:pt x="63350" y="24664"/>
                    </a:cubicBezTo>
                    <a:close/>
                    <a:moveTo>
                      <a:pt x="50266" y="24668"/>
                    </a:moveTo>
                    <a:lnTo>
                      <a:pt x="50276" y="24674"/>
                    </a:lnTo>
                    <a:lnTo>
                      <a:pt x="50276" y="24674"/>
                    </a:lnTo>
                    <a:cubicBezTo>
                      <a:pt x="50332" y="24674"/>
                      <a:pt x="50388" y="24674"/>
                      <a:pt x="50443" y="24674"/>
                    </a:cubicBezTo>
                    <a:lnTo>
                      <a:pt x="50443" y="24674"/>
                    </a:lnTo>
                    <a:cubicBezTo>
                      <a:pt x="50642" y="24682"/>
                      <a:pt x="50815" y="24694"/>
                      <a:pt x="50961" y="24694"/>
                    </a:cubicBezTo>
                    <a:cubicBezTo>
                      <a:pt x="51028" y="24694"/>
                      <a:pt x="51090" y="24692"/>
                      <a:pt x="51146" y="24685"/>
                    </a:cubicBezTo>
                    <a:lnTo>
                      <a:pt x="50715" y="24685"/>
                    </a:lnTo>
                    <a:lnTo>
                      <a:pt x="50723" y="24676"/>
                    </a:lnTo>
                    <a:cubicBezTo>
                      <a:pt x="50647" y="24674"/>
                      <a:pt x="50565" y="24674"/>
                      <a:pt x="50482" y="24674"/>
                    </a:cubicBezTo>
                    <a:cubicBezTo>
                      <a:pt x="50469" y="24674"/>
                      <a:pt x="50456" y="24674"/>
                      <a:pt x="50443" y="24674"/>
                    </a:cubicBezTo>
                    <a:lnTo>
                      <a:pt x="50443" y="24674"/>
                    </a:lnTo>
                    <a:cubicBezTo>
                      <a:pt x="50386" y="24671"/>
                      <a:pt x="50327" y="24669"/>
                      <a:pt x="50266" y="24668"/>
                    </a:cubicBezTo>
                    <a:close/>
                    <a:moveTo>
                      <a:pt x="54067" y="24734"/>
                    </a:moveTo>
                    <a:lnTo>
                      <a:pt x="54067" y="24734"/>
                    </a:lnTo>
                    <a:cubicBezTo>
                      <a:pt x="54048" y="24735"/>
                      <a:pt x="54030" y="24735"/>
                      <a:pt x="54014" y="24736"/>
                    </a:cubicBezTo>
                    <a:cubicBezTo>
                      <a:pt x="54029" y="24736"/>
                      <a:pt x="54048" y="24735"/>
                      <a:pt x="54067" y="24734"/>
                    </a:cubicBezTo>
                    <a:close/>
                    <a:moveTo>
                      <a:pt x="44336" y="24820"/>
                    </a:moveTo>
                    <a:cubicBezTo>
                      <a:pt x="44322" y="24820"/>
                      <a:pt x="44322" y="24822"/>
                      <a:pt x="44331" y="24824"/>
                    </a:cubicBezTo>
                    <a:lnTo>
                      <a:pt x="44331" y="24824"/>
                    </a:lnTo>
                    <a:cubicBezTo>
                      <a:pt x="44334" y="24823"/>
                      <a:pt x="44336" y="24822"/>
                      <a:pt x="44336" y="24820"/>
                    </a:cubicBezTo>
                    <a:close/>
                    <a:moveTo>
                      <a:pt x="40597" y="24431"/>
                    </a:moveTo>
                    <a:lnTo>
                      <a:pt x="40597" y="24431"/>
                    </a:lnTo>
                    <a:cubicBezTo>
                      <a:pt x="40749" y="24448"/>
                      <a:pt x="41054" y="24465"/>
                      <a:pt x="41037" y="24490"/>
                    </a:cubicBezTo>
                    <a:cubicBezTo>
                      <a:pt x="41054" y="24473"/>
                      <a:pt x="41299" y="24482"/>
                      <a:pt x="40842" y="24440"/>
                    </a:cubicBezTo>
                    <a:lnTo>
                      <a:pt x="40842" y="24440"/>
                    </a:lnTo>
                    <a:cubicBezTo>
                      <a:pt x="40952" y="24448"/>
                      <a:pt x="41071" y="24456"/>
                      <a:pt x="41181" y="24456"/>
                    </a:cubicBezTo>
                    <a:cubicBezTo>
                      <a:pt x="41155" y="24448"/>
                      <a:pt x="41139" y="24448"/>
                      <a:pt x="41113" y="24440"/>
                    </a:cubicBezTo>
                    <a:lnTo>
                      <a:pt x="41113" y="24440"/>
                    </a:lnTo>
                    <a:lnTo>
                      <a:pt x="41418" y="24473"/>
                    </a:lnTo>
                    <a:cubicBezTo>
                      <a:pt x="41545" y="24490"/>
                      <a:pt x="41773" y="24516"/>
                      <a:pt x="41976" y="24558"/>
                    </a:cubicBezTo>
                    <a:cubicBezTo>
                      <a:pt x="41866" y="24558"/>
                      <a:pt x="41765" y="24550"/>
                      <a:pt x="41655" y="24541"/>
                    </a:cubicBezTo>
                    <a:lnTo>
                      <a:pt x="41655" y="24541"/>
                    </a:lnTo>
                    <a:cubicBezTo>
                      <a:pt x="41959" y="24583"/>
                      <a:pt x="42238" y="24609"/>
                      <a:pt x="42416" y="24626"/>
                    </a:cubicBezTo>
                    <a:cubicBezTo>
                      <a:pt x="41934" y="24566"/>
                      <a:pt x="42196" y="24575"/>
                      <a:pt x="42086" y="24541"/>
                    </a:cubicBezTo>
                    <a:lnTo>
                      <a:pt x="42086" y="24541"/>
                    </a:lnTo>
                    <a:cubicBezTo>
                      <a:pt x="42390" y="24566"/>
                      <a:pt x="42873" y="24626"/>
                      <a:pt x="43050" y="24634"/>
                    </a:cubicBezTo>
                    <a:cubicBezTo>
                      <a:pt x="43456" y="24685"/>
                      <a:pt x="43795" y="24736"/>
                      <a:pt x="43524" y="24736"/>
                    </a:cubicBezTo>
                    <a:cubicBezTo>
                      <a:pt x="43786" y="24744"/>
                      <a:pt x="44057" y="24778"/>
                      <a:pt x="44336" y="24778"/>
                    </a:cubicBezTo>
                    <a:cubicBezTo>
                      <a:pt x="43820" y="24761"/>
                      <a:pt x="44336" y="24719"/>
                      <a:pt x="43668" y="24702"/>
                    </a:cubicBezTo>
                    <a:cubicBezTo>
                      <a:pt x="43618" y="24687"/>
                      <a:pt x="43631" y="24680"/>
                      <a:pt x="43683" y="24680"/>
                    </a:cubicBezTo>
                    <a:cubicBezTo>
                      <a:pt x="43835" y="24680"/>
                      <a:pt x="44316" y="24732"/>
                      <a:pt x="44573" y="24769"/>
                    </a:cubicBezTo>
                    <a:cubicBezTo>
                      <a:pt x="44548" y="24768"/>
                      <a:pt x="44530" y="24768"/>
                      <a:pt x="44516" y="24768"/>
                    </a:cubicBezTo>
                    <a:cubicBezTo>
                      <a:pt x="44432" y="24768"/>
                      <a:pt x="44533" y="24788"/>
                      <a:pt x="44497" y="24795"/>
                    </a:cubicBezTo>
                    <a:cubicBezTo>
                      <a:pt x="44593" y="24800"/>
                      <a:pt x="44663" y="24802"/>
                      <a:pt x="44711" y="24802"/>
                    </a:cubicBezTo>
                    <a:cubicBezTo>
                      <a:pt x="44920" y="24802"/>
                      <a:pt x="44707" y="24762"/>
                      <a:pt x="44404" y="24727"/>
                    </a:cubicBezTo>
                    <a:lnTo>
                      <a:pt x="44404" y="24727"/>
                    </a:lnTo>
                    <a:lnTo>
                      <a:pt x="45004" y="24761"/>
                    </a:lnTo>
                    <a:lnTo>
                      <a:pt x="44945" y="24753"/>
                    </a:lnTo>
                    <a:lnTo>
                      <a:pt x="44945" y="24753"/>
                    </a:lnTo>
                    <a:cubicBezTo>
                      <a:pt x="45148" y="24769"/>
                      <a:pt x="45351" y="24778"/>
                      <a:pt x="45554" y="24795"/>
                    </a:cubicBezTo>
                    <a:lnTo>
                      <a:pt x="45546" y="24795"/>
                    </a:lnTo>
                    <a:cubicBezTo>
                      <a:pt x="45602" y="24820"/>
                      <a:pt x="45621" y="24835"/>
                      <a:pt x="45568" y="24835"/>
                    </a:cubicBezTo>
                    <a:cubicBezTo>
                      <a:pt x="45548" y="24835"/>
                      <a:pt x="45519" y="24833"/>
                      <a:pt x="45478" y="24829"/>
                    </a:cubicBezTo>
                    <a:lnTo>
                      <a:pt x="45478" y="24829"/>
                    </a:lnTo>
                    <a:lnTo>
                      <a:pt x="45791" y="24871"/>
                    </a:lnTo>
                    <a:lnTo>
                      <a:pt x="45301" y="24846"/>
                    </a:lnTo>
                    <a:lnTo>
                      <a:pt x="45301" y="24846"/>
                    </a:lnTo>
                    <a:cubicBezTo>
                      <a:pt x="45504" y="24879"/>
                      <a:pt x="45842" y="24888"/>
                      <a:pt x="46104" y="24905"/>
                    </a:cubicBezTo>
                    <a:cubicBezTo>
                      <a:pt x="46177" y="24914"/>
                      <a:pt x="46167" y="24917"/>
                      <a:pt x="46106" y="24917"/>
                    </a:cubicBezTo>
                    <a:cubicBezTo>
                      <a:pt x="45970" y="24917"/>
                      <a:pt x="45579" y="24901"/>
                      <a:pt x="45309" y="24901"/>
                    </a:cubicBezTo>
                    <a:cubicBezTo>
                      <a:pt x="45240" y="24901"/>
                      <a:pt x="45178" y="24902"/>
                      <a:pt x="45131" y="24905"/>
                    </a:cubicBezTo>
                    <a:cubicBezTo>
                      <a:pt x="44883" y="24898"/>
                      <a:pt x="44394" y="24840"/>
                      <a:pt x="44331" y="24824"/>
                    </a:cubicBezTo>
                    <a:lnTo>
                      <a:pt x="44331" y="24824"/>
                    </a:lnTo>
                    <a:cubicBezTo>
                      <a:pt x="44321" y="24829"/>
                      <a:pt x="44295" y="24831"/>
                      <a:pt x="44257" y="24831"/>
                    </a:cubicBezTo>
                    <a:cubicBezTo>
                      <a:pt x="44029" y="24831"/>
                      <a:pt x="43365" y="24760"/>
                      <a:pt x="43084" y="24753"/>
                    </a:cubicBezTo>
                    <a:cubicBezTo>
                      <a:pt x="42264" y="24668"/>
                      <a:pt x="42543" y="24643"/>
                      <a:pt x="41815" y="24583"/>
                    </a:cubicBezTo>
                    <a:lnTo>
                      <a:pt x="41815" y="24583"/>
                    </a:lnTo>
                    <a:lnTo>
                      <a:pt x="42077" y="24634"/>
                    </a:lnTo>
                    <a:cubicBezTo>
                      <a:pt x="41426" y="24566"/>
                      <a:pt x="41147" y="24558"/>
                      <a:pt x="40436" y="24448"/>
                    </a:cubicBezTo>
                    <a:cubicBezTo>
                      <a:pt x="40422" y="24440"/>
                      <a:pt x="40425" y="24437"/>
                      <a:pt x="40439" y="24437"/>
                    </a:cubicBezTo>
                    <a:cubicBezTo>
                      <a:pt x="40502" y="24437"/>
                      <a:pt x="40796" y="24499"/>
                      <a:pt x="40927" y="24499"/>
                    </a:cubicBezTo>
                    <a:lnTo>
                      <a:pt x="40597" y="24431"/>
                    </a:lnTo>
                    <a:close/>
                    <a:moveTo>
                      <a:pt x="56848" y="25066"/>
                    </a:moveTo>
                    <a:cubicBezTo>
                      <a:pt x="56754" y="25075"/>
                      <a:pt x="56653" y="25086"/>
                      <a:pt x="56550" y="25094"/>
                    </a:cubicBezTo>
                    <a:lnTo>
                      <a:pt x="56550" y="25094"/>
                    </a:lnTo>
                    <a:cubicBezTo>
                      <a:pt x="56656" y="25088"/>
                      <a:pt x="56774" y="25080"/>
                      <a:pt x="56848" y="25066"/>
                    </a:cubicBezTo>
                    <a:close/>
                    <a:moveTo>
                      <a:pt x="56550" y="25094"/>
                    </a:moveTo>
                    <a:cubicBezTo>
                      <a:pt x="56488" y="25098"/>
                      <a:pt x="56431" y="25102"/>
                      <a:pt x="56388" y="25105"/>
                    </a:cubicBezTo>
                    <a:lnTo>
                      <a:pt x="56388" y="25105"/>
                    </a:lnTo>
                    <a:cubicBezTo>
                      <a:pt x="56442" y="25103"/>
                      <a:pt x="56496" y="25099"/>
                      <a:pt x="56550" y="25094"/>
                    </a:cubicBezTo>
                    <a:close/>
                    <a:moveTo>
                      <a:pt x="56898" y="25116"/>
                    </a:moveTo>
                    <a:cubicBezTo>
                      <a:pt x="56894" y="25116"/>
                      <a:pt x="56889" y="25116"/>
                      <a:pt x="56885" y="25117"/>
                    </a:cubicBezTo>
                    <a:lnTo>
                      <a:pt x="56885" y="25117"/>
                    </a:lnTo>
                    <a:cubicBezTo>
                      <a:pt x="56889" y="25117"/>
                      <a:pt x="56894" y="25116"/>
                      <a:pt x="56898" y="25116"/>
                    </a:cubicBezTo>
                    <a:close/>
                    <a:moveTo>
                      <a:pt x="51251" y="25207"/>
                    </a:moveTo>
                    <a:lnTo>
                      <a:pt x="51251" y="25207"/>
                    </a:lnTo>
                    <a:cubicBezTo>
                      <a:pt x="51248" y="25207"/>
                      <a:pt x="51246" y="25208"/>
                      <a:pt x="51247" y="25209"/>
                    </a:cubicBezTo>
                    <a:cubicBezTo>
                      <a:pt x="51262" y="25209"/>
                      <a:pt x="51262" y="25208"/>
                      <a:pt x="51251" y="25207"/>
                    </a:cubicBezTo>
                    <a:close/>
                    <a:moveTo>
                      <a:pt x="61416" y="24727"/>
                    </a:moveTo>
                    <a:lnTo>
                      <a:pt x="61390" y="24736"/>
                    </a:lnTo>
                    <a:cubicBezTo>
                      <a:pt x="61043" y="24769"/>
                      <a:pt x="60967" y="24795"/>
                      <a:pt x="61137" y="24795"/>
                    </a:cubicBezTo>
                    <a:lnTo>
                      <a:pt x="60705" y="24837"/>
                    </a:lnTo>
                    <a:cubicBezTo>
                      <a:pt x="60548" y="24851"/>
                      <a:pt x="60160" y="24886"/>
                      <a:pt x="59994" y="24886"/>
                    </a:cubicBezTo>
                    <a:cubicBezTo>
                      <a:pt x="59954" y="24886"/>
                      <a:pt x="59927" y="24884"/>
                      <a:pt x="59918" y="24879"/>
                    </a:cubicBezTo>
                    <a:cubicBezTo>
                      <a:pt x="60324" y="24846"/>
                      <a:pt x="60282" y="24846"/>
                      <a:pt x="60096" y="24846"/>
                    </a:cubicBezTo>
                    <a:cubicBezTo>
                      <a:pt x="59698" y="24896"/>
                      <a:pt x="58937" y="24922"/>
                      <a:pt x="58988" y="24964"/>
                    </a:cubicBezTo>
                    <a:cubicBezTo>
                      <a:pt x="58850" y="24970"/>
                      <a:pt x="58713" y="24976"/>
                      <a:pt x="58575" y="24976"/>
                    </a:cubicBezTo>
                    <a:cubicBezTo>
                      <a:pt x="58518" y="24976"/>
                      <a:pt x="58461" y="24975"/>
                      <a:pt x="58404" y="24973"/>
                    </a:cubicBezTo>
                    <a:cubicBezTo>
                      <a:pt x="58353" y="24964"/>
                      <a:pt x="58497" y="24947"/>
                      <a:pt x="58633" y="24930"/>
                    </a:cubicBezTo>
                    <a:lnTo>
                      <a:pt x="58633" y="24930"/>
                    </a:lnTo>
                    <a:lnTo>
                      <a:pt x="57812" y="24981"/>
                    </a:lnTo>
                    <a:lnTo>
                      <a:pt x="56983" y="25015"/>
                    </a:lnTo>
                    <a:cubicBezTo>
                      <a:pt x="56915" y="25049"/>
                      <a:pt x="58049" y="25006"/>
                      <a:pt x="57482" y="25066"/>
                    </a:cubicBezTo>
                    <a:cubicBezTo>
                      <a:pt x="57290" y="25110"/>
                      <a:pt x="57092" y="25135"/>
                      <a:pt x="56892" y="25135"/>
                    </a:cubicBezTo>
                    <a:cubicBezTo>
                      <a:pt x="56863" y="25135"/>
                      <a:pt x="56834" y="25134"/>
                      <a:pt x="56805" y="25133"/>
                    </a:cubicBezTo>
                    <a:cubicBezTo>
                      <a:pt x="56827" y="25126"/>
                      <a:pt x="56856" y="25119"/>
                      <a:pt x="56885" y="25117"/>
                    </a:cubicBezTo>
                    <a:lnTo>
                      <a:pt x="56885" y="25117"/>
                    </a:lnTo>
                    <a:cubicBezTo>
                      <a:pt x="56635" y="25125"/>
                      <a:pt x="56597" y="25125"/>
                      <a:pt x="56323" y="25125"/>
                    </a:cubicBezTo>
                    <a:cubicBezTo>
                      <a:pt x="56294" y="25116"/>
                      <a:pt x="56326" y="25110"/>
                      <a:pt x="56388" y="25105"/>
                    </a:cubicBezTo>
                    <a:lnTo>
                      <a:pt x="56388" y="25105"/>
                    </a:lnTo>
                    <a:cubicBezTo>
                      <a:pt x="56349" y="25107"/>
                      <a:pt x="56311" y="25108"/>
                      <a:pt x="56272" y="25108"/>
                    </a:cubicBezTo>
                    <a:lnTo>
                      <a:pt x="56323" y="25091"/>
                    </a:lnTo>
                    <a:lnTo>
                      <a:pt x="55731" y="25116"/>
                    </a:lnTo>
                    <a:cubicBezTo>
                      <a:pt x="55659" y="25126"/>
                      <a:pt x="55668" y="25130"/>
                      <a:pt x="55718" y="25130"/>
                    </a:cubicBezTo>
                    <a:cubicBezTo>
                      <a:pt x="55821" y="25130"/>
                      <a:pt x="56099" y="25115"/>
                      <a:pt x="56187" y="25115"/>
                    </a:cubicBezTo>
                    <a:cubicBezTo>
                      <a:pt x="56201" y="25115"/>
                      <a:pt x="56210" y="25116"/>
                      <a:pt x="56213" y="25116"/>
                    </a:cubicBezTo>
                    <a:lnTo>
                      <a:pt x="55832" y="25150"/>
                    </a:lnTo>
                    <a:cubicBezTo>
                      <a:pt x="55556" y="25161"/>
                      <a:pt x="54982" y="25175"/>
                      <a:pt x="54500" y="25175"/>
                    </a:cubicBezTo>
                    <a:cubicBezTo>
                      <a:pt x="54229" y="25175"/>
                      <a:pt x="53988" y="25171"/>
                      <a:pt x="53845" y="25159"/>
                    </a:cubicBezTo>
                    <a:cubicBezTo>
                      <a:pt x="53777" y="25157"/>
                      <a:pt x="53722" y="25157"/>
                      <a:pt x="53678" y="25157"/>
                    </a:cubicBezTo>
                    <a:cubicBezTo>
                      <a:pt x="53392" y="25157"/>
                      <a:pt x="53548" y="25179"/>
                      <a:pt x="53438" y="25201"/>
                    </a:cubicBezTo>
                    <a:cubicBezTo>
                      <a:pt x="53359" y="25205"/>
                      <a:pt x="53280" y="25207"/>
                      <a:pt x="53203" y="25207"/>
                    </a:cubicBezTo>
                    <a:cubicBezTo>
                      <a:pt x="53028" y="25207"/>
                      <a:pt x="52856" y="25199"/>
                      <a:pt x="52683" y="25199"/>
                    </a:cubicBezTo>
                    <a:cubicBezTo>
                      <a:pt x="52639" y="25199"/>
                      <a:pt x="52595" y="25200"/>
                      <a:pt x="52550" y="25201"/>
                    </a:cubicBezTo>
                    <a:cubicBezTo>
                      <a:pt x="52559" y="25218"/>
                      <a:pt x="52212" y="25218"/>
                      <a:pt x="52195" y="25243"/>
                    </a:cubicBezTo>
                    <a:lnTo>
                      <a:pt x="51704" y="25235"/>
                    </a:lnTo>
                    <a:lnTo>
                      <a:pt x="51704" y="25235"/>
                    </a:lnTo>
                    <a:cubicBezTo>
                      <a:pt x="51434" y="25277"/>
                      <a:pt x="52296" y="25252"/>
                      <a:pt x="52423" y="25269"/>
                    </a:cubicBezTo>
                    <a:cubicBezTo>
                      <a:pt x="52677" y="25302"/>
                      <a:pt x="52060" y="25277"/>
                      <a:pt x="52229" y="25302"/>
                    </a:cubicBezTo>
                    <a:cubicBezTo>
                      <a:pt x="52601" y="25294"/>
                      <a:pt x="52635" y="25277"/>
                      <a:pt x="52812" y="25269"/>
                    </a:cubicBezTo>
                    <a:cubicBezTo>
                      <a:pt x="53024" y="25269"/>
                      <a:pt x="53134" y="25277"/>
                      <a:pt x="53134" y="25294"/>
                    </a:cubicBezTo>
                    <a:cubicBezTo>
                      <a:pt x="53032" y="25291"/>
                      <a:pt x="52956" y="25290"/>
                      <a:pt x="52896" y="25290"/>
                    </a:cubicBezTo>
                    <a:cubicBezTo>
                      <a:pt x="52597" y="25290"/>
                      <a:pt x="52722" y="25319"/>
                      <a:pt x="52313" y="25319"/>
                    </a:cubicBezTo>
                    <a:lnTo>
                      <a:pt x="52296" y="25311"/>
                    </a:lnTo>
                    <a:cubicBezTo>
                      <a:pt x="52291" y="25326"/>
                      <a:pt x="52037" y="25329"/>
                      <a:pt x="51777" y="25329"/>
                    </a:cubicBezTo>
                    <a:cubicBezTo>
                      <a:pt x="51604" y="25329"/>
                      <a:pt x="51429" y="25328"/>
                      <a:pt x="51324" y="25328"/>
                    </a:cubicBezTo>
                    <a:cubicBezTo>
                      <a:pt x="50791" y="25277"/>
                      <a:pt x="51764" y="25294"/>
                      <a:pt x="51747" y="25277"/>
                    </a:cubicBezTo>
                    <a:lnTo>
                      <a:pt x="51747" y="25277"/>
                    </a:lnTo>
                    <a:cubicBezTo>
                      <a:pt x="51673" y="25280"/>
                      <a:pt x="51600" y="25281"/>
                      <a:pt x="51527" y="25281"/>
                    </a:cubicBezTo>
                    <a:cubicBezTo>
                      <a:pt x="51381" y="25281"/>
                      <a:pt x="51236" y="25277"/>
                      <a:pt x="51095" y="25277"/>
                    </a:cubicBezTo>
                    <a:cubicBezTo>
                      <a:pt x="51374" y="25269"/>
                      <a:pt x="51087" y="25243"/>
                      <a:pt x="51467" y="25235"/>
                    </a:cubicBezTo>
                    <a:cubicBezTo>
                      <a:pt x="51127" y="25235"/>
                      <a:pt x="51047" y="25216"/>
                      <a:pt x="50791" y="25216"/>
                    </a:cubicBezTo>
                    <a:cubicBezTo>
                      <a:pt x="50749" y="25216"/>
                      <a:pt x="50701" y="25217"/>
                      <a:pt x="50647" y="25218"/>
                    </a:cubicBezTo>
                    <a:cubicBezTo>
                      <a:pt x="51078" y="25184"/>
                      <a:pt x="50114" y="25167"/>
                      <a:pt x="50063" y="25142"/>
                    </a:cubicBezTo>
                    <a:cubicBezTo>
                      <a:pt x="50465" y="25142"/>
                      <a:pt x="51167" y="25194"/>
                      <a:pt x="51251" y="25207"/>
                    </a:cubicBezTo>
                    <a:lnTo>
                      <a:pt x="51251" y="25207"/>
                    </a:lnTo>
                    <a:cubicBezTo>
                      <a:pt x="51260" y="25204"/>
                      <a:pt x="51288" y="25203"/>
                      <a:pt x="51327" y="25203"/>
                    </a:cubicBezTo>
                    <a:cubicBezTo>
                      <a:pt x="51379" y="25203"/>
                      <a:pt x="51451" y="25205"/>
                      <a:pt x="51527" y="25209"/>
                    </a:cubicBezTo>
                    <a:cubicBezTo>
                      <a:pt x="51687" y="25209"/>
                      <a:pt x="51882" y="25209"/>
                      <a:pt x="51983" y="25218"/>
                    </a:cubicBezTo>
                    <a:lnTo>
                      <a:pt x="52296" y="25184"/>
                    </a:lnTo>
                    <a:cubicBezTo>
                      <a:pt x="52178" y="25181"/>
                      <a:pt x="52046" y="25181"/>
                      <a:pt x="51929" y="25181"/>
                    </a:cubicBezTo>
                    <a:cubicBezTo>
                      <a:pt x="51693" y="25181"/>
                      <a:pt x="51513" y="25181"/>
                      <a:pt x="51603" y="25159"/>
                    </a:cubicBezTo>
                    <a:lnTo>
                      <a:pt x="51603" y="25159"/>
                    </a:lnTo>
                    <a:cubicBezTo>
                      <a:pt x="51442" y="25167"/>
                      <a:pt x="51281" y="25167"/>
                      <a:pt x="51121" y="25167"/>
                    </a:cubicBezTo>
                    <a:cubicBezTo>
                      <a:pt x="51611" y="25133"/>
                      <a:pt x="51594" y="25133"/>
                      <a:pt x="52034" y="25108"/>
                    </a:cubicBezTo>
                    <a:cubicBezTo>
                      <a:pt x="51577" y="25091"/>
                      <a:pt x="51171" y="25091"/>
                      <a:pt x="50782" y="25091"/>
                    </a:cubicBezTo>
                    <a:cubicBezTo>
                      <a:pt x="50640" y="25094"/>
                      <a:pt x="50500" y="25096"/>
                      <a:pt x="50361" y="25096"/>
                    </a:cubicBezTo>
                    <a:cubicBezTo>
                      <a:pt x="50121" y="25096"/>
                      <a:pt x="49885" y="25090"/>
                      <a:pt x="49649" y="25074"/>
                    </a:cubicBezTo>
                    <a:lnTo>
                      <a:pt x="49759" y="25074"/>
                    </a:lnTo>
                    <a:cubicBezTo>
                      <a:pt x="49386" y="25066"/>
                      <a:pt x="49082" y="25049"/>
                      <a:pt x="48837" y="25040"/>
                    </a:cubicBezTo>
                    <a:cubicBezTo>
                      <a:pt x="48591" y="25023"/>
                      <a:pt x="48397" y="25006"/>
                      <a:pt x="48236" y="24989"/>
                    </a:cubicBezTo>
                    <a:cubicBezTo>
                      <a:pt x="48016" y="24973"/>
                      <a:pt x="47805" y="24930"/>
                      <a:pt x="47593" y="24879"/>
                    </a:cubicBezTo>
                    <a:lnTo>
                      <a:pt x="47593" y="24879"/>
                    </a:lnTo>
                    <a:lnTo>
                      <a:pt x="48244" y="24905"/>
                    </a:lnTo>
                    <a:lnTo>
                      <a:pt x="48287" y="24930"/>
                    </a:lnTo>
                    <a:cubicBezTo>
                      <a:pt x="48811" y="24956"/>
                      <a:pt x="49251" y="24964"/>
                      <a:pt x="49699" y="24964"/>
                    </a:cubicBezTo>
                    <a:cubicBezTo>
                      <a:pt x="49885" y="24961"/>
                      <a:pt x="50071" y="24959"/>
                      <a:pt x="50263" y="24959"/>
                    </a:cubicBezTo>
                    <a:cubicBezTo>
                      <a:pt x="50534" y="24959"/>
                      <a:pt x="50817" y="24963"/>
                      <a:pt x="51129" y="24973"/>
                    </a:cubicBezTo>
                    <a:cubicBezTo>
                      <a:pt x="51075" y="24982"/>
                      <a:pt x="50990" y="24984"/>
                      <a:pt x="50905" y="24984"/>
                    </a:cubicBezTo>
                    <a:cubicBezTo>
                      <a:pt x="50788" y="24984"/>
                      <a:pt x="50671" y="24979"/>
                      <a:pt x="50636" y="24979"/>
                    </a:cubicBezTo>
                    <a:cubicBezTo>
                      <a:pt x="50625" y="24979"/>
                      <a:pt x="50622" y="24980"/>
                      <a:pt x="50630" y="24981"/>
                    </a:cubicBezTo>
                    <a:cubicBezTo>
                      <a:pt x="50750" y="24986"/>
                      <a:pt x="50844" y="24988"/>
                      <a:pt x="50922" y="24988"/>
                    </a:cubicBezTo>
                    <a:cubicBezTo>
                      <a:pt x="51165" y="24988"/>
                      <a:pt x="51253" y="24970"/>
                      <a:pt x="51469" y="24970"/>
                    </a:cubicBezTo>
                    <a:cubicBezTo>
                      <a:pt x="51557" y="24970"/>
                      <a:pt x="51666" y="24973"/>
                      <a:pt x="51814" y="24981"/>
                    </a:cubicBezTo>
                    <a:cubicBezTo>
                      <a:pt x="50909" y="24989"/>
                      <a:pt x="52381" y="24998"/>
                      <a:pt x="51569" y="25023"/>
                    </a:cubicBezTo>
                    <a:cubicBezTo>
                      <a:pt x="51852" y="25015"/>
                      <a:pt x="52140" y="25011"/>
                      <a:pt x="52424" y="25011"/>
                    </a:cubicBezTo>
                    <a:cubicBezTo>
                      <a:pt x="52709" y="25011"/>
                      <a:pt x="52990" y="25015"/>
                      <a:pt x="53261" y="25023"/>
                    </a:cubicBezTo>
                    <a:lnTo>
                      <a:pt x="54648" y="25023"/>
                    </a:lnTo>
                    <a:cubicBezTo>
                      <a:pt x="54462" y="25006"/>
                      <a:pt x="54953" y="24981"/>
                      <a:pt x="54978" y="24981"/>
                    </a:cubicBezTo>
                    <a:cubicBezTo>
                      <a:pt x="55173" y="24981"/>
                      <a:pt x="55105" y="25006"/>
                      <a:pt x="54953" y="25006"/>
                    </a:cubicBezTo>
                    <a:cubicBezTo>
                      <a:pt x="55342" y="25015"/>
                      <a:pt x="55401" y="25032"/>
                      <a:pt x="55342" y="25057"/>
                    </a:cubicBezTo>
                    <a:lnTo>
                      <a:pt x="54555" y="25074"/>
                    </a:lnTo>
                    <a:cubicBezTo>
                      <a:pt x="54809" y="25074"/>
                      <a:pt x="54944" y="25091"/>
                      <a:pt x="55156" y="25091"/>
                    </a:cubicBezTo>
                    <a:cubicBezTo>
                      <a:pt x="55249" y="25091"/>
                      <a:pt x="55350" y="25091"/>
                      <a:pt x="55477" y="25074"/>
                    </a:cubicBezTo>
                    <a:cubicBezTo>
                      <a:pt x="55613" y="25066"/>
                      <a:pt x="55587" y="25066"/>
                      <a:pt x="55587" y="25049"/>
                    </a:cubicBezTo>
                    <a:cubicBezTo>
                      <a:pt x="55841" y="25032"/>
                      <a:pt x="56154" y="24998"/>
                      <a:pt x="56552" y="24956"/>
                    </a:cubicBezTo>
                    <a:lnTo>
                      <a:pt x="56526" y="24956"/>
                    </a:lnTo>
                    <a:lnTo>
                      <a:pt x="57372" y="24922"/>
                    </a:lnTo>
                    <a:lnTo>
                      <a:pt x="57271" y="24939"/>
                    </a:lnTo>
                    <a:lnTo>
                      <a:pt x="57770" y="24896"/>
                    </a:lnTo>
                    <a:lnTo>
                      <a:pt x="57770" y="24896"/>
                    </a:lnTo>
                    <a:cubicBezTo>
                      <a:pt x="57753" y="24922"/>
                      <a:pt x="57922" y="24905"/>
                      <a:pt x="57888" y="24922"/>
                    </a:cubicBezTo>
                    <a:cubicBezTo>
                      <a:pt x="57929" y="24926"/>
                      <a:pt x="57979" y="24928"/>
                      <a:pt x="58036" y="24928"/>
                    </a:cubicBezTo>
                    <a:cubicBezTo>
                      <a:pt x="58409" y="24928"/>
                      <a:pt x="59085" y="24843"/>
                      <a:pt x="59665" y="24829"/>
                    </a:cubicBezTo>
                    <a:lnTo>
                      <a:pt x="59665" y="24829"/>
                    </a:lnTo>
                    <a:lnTo>
                      <a:pt x="59563" y="24846"/>
                    </a:lnTo>
                    <a:cubicBezTo>
                      <a:pt x="59656" y="24837"/>
                      <a:pt x="59775" y="24829"/>
                      <a:pt x="59927" y="24820"/>
                    </a:cubicBezTo>
                    <a:cubicBezTo>
                      <a:pt x="60071" y="24803"/>
                      <a:pt x="60231" y="24795"/>
                      <a:pt x="60409" y="24786"/>
                    </a:cubicBezTo>
                    <a:lnTo>
                      <a:pt x="61416" y="24727"/>
                    </a:lnTo>
                    <a:close/>
                    <a:moveTo>
                      <a:pt x="0" y="0"/>
                    </a:moveTo>
                    <a:lnTo>
                      <a:pt x="0" y="0"/>
                    </a:lnTo>
                    <a:cubicBezTo>
                      <a:pt x="17" y="305"/>
                      <a:pt x="43" y="567"/>
                      <a:pt x="68" y="804"/>
                    </a:cubicBezTo>
                    <a:cubicBezTo>
                      <a:pt x="102" y="1041"/>
                      <a:pt x="144" y="1244"/>
                      <a:pt x="187" y="1455"/>
                    </a:cubicBezTo>
                    <a:lnTo>
                      <a:pt x="237" y="1752"/>
                    </a:lnTo>
                    <a:lnTo>
                      <a:pt x="313" y="2056"/>
                    </a:lnTo>
                    <a:cubicBezTo>
                      <a:pt x="330" y="2158"/>
                      <a:pt x="356" y="2259"/>
                      <a:pt x="373" y="2369"/>
                    </a:cubicBezTo>
                    <a:cubicBezTo>
                      <a:pt x="398" y="2479"/>
                      <a:pt x="415" y="2597"/>
                      <a:pt x="449" y="2716"/>
                    </a:cubicBezTo>
                    <a:cubicBezTo>
                      <a:pt x="433" y="2670"/>
                      <a:pt x="425" y="2653"/>
                      <a:pt x="422" y="2653"/>
                    </a:cubicBezTo>
                    <a:cubicBezTo>
                      <a:pt x="416" y="2653"/>
                      <a:pt x="432" y="2729"/>
                      <a:pt x="432" y="2758"/>
                    </a:cubicBezTo>
                    <a:lnTo>
                      <a:pt x="576" y="3223"/>
                    </a:lnTo>
                    <a:lnTo>
                      <a:pt x="635" y="3435"/>
                    </a:lnTo>
                    <a:cubicBezTo>
                      <a:pt x="660" y="3494"/>
                      <a:pt x="677" y="3553"/>
                      <a:pt x="703" y="3596"/>
                    </a:cubicBezTo>
                    <a:lnTo>
                      <a:pt x="855" y="4078"/>
                    </a:lnTo>
                    <a:cubicBezTo>
                      <a:pt x="821" y="4027"/>
                      <a:pt x="787" y="3976"/>
                      <a:pt x="779" y="3926"/>
                    </a:cubicBezTo>
                    <a:cubicBezTo>
                      <a:pt x="703" y="3756"/>
                      <a:pt x="643" y="3587"/>
                      <a:pt x="593" y="3410"/>
                    </a:cubicBezTo>
                    <a:lnTo>
                      <a:pt x="593" y="3410"/>
                    </a:lnTo>
                    <a:cubicBezTo>
                      <a:pt x="652" y="3630"/>
                      <a:pt x="728" y="3833"/>
                      <a:pt x="796" y="4036"/>
                    </a:cubicBezTo>
                    <a:cubicBezTo>
                      <a:pt x="829" y="4137"/>
                      <a:pt x="863" y="4239"/>
                      <a:pt x="897" y="4332"/>
                    </a:cubicBezTo>
                    <a:lnTo>
                      <a:pt x="1016" y="4619"/>
                    </a:lnTo>
                    <a:cubicBezTo>
                      <a:pt x="1092" y="4805"/>
                      <a:pt x="1159" y="5000"/>
                      <a:pt x="1244" y="5178"/>
                    </a:cubicBezTo>
                    <a:cubicBezTo>
                      <a:pt x="1329" y="5355"/>
                      <a:pt x="1422" y="5533"/>
                      <a:pt x="1498" y="5711"/>
                    </a:cubicBezTo>
                    <a:cubicBezTo>
                      <a:pt x="1582" y="5897"/>
                      <a:pt x="1675" y="6074"/>
                      <a:pt x="1768" y="6243"/>
                    </a:cubicBezTo>
                    <a:cubicBezTo>
                      <a:pt x="1862" y="6413"/>
                      <a:pt x="1946" y="6599"/>
                      <a:pt x="2056" y="6768"/>
                    </a:cubicBezTo>
                    <a:lnTo>
                      <a:pt x="2369" y="7309"/>
                    </a:lnTo>
                    <a:lnTo>
                      <a:pt x="2445" y="7453"/>
                    </a:lnTo>
                    <a:lnTo>
                      <a:pt x="2538" y="7588"/>
                    </a:lnTo>
                    <a:lnTo>
                      <a:pt x="2707" y="7868"/>
                    </a:lnTo>
                    <a:cubicBezTo>
                      <a:pt x="2712" y="7876"/>
                      <a:pt x="2714" y="7879"/>
                      <a:pt x="2714" y="7879"/>
                    </a:cubicBezTo>
                    <a:cubicBezTo>
                      <a:pt x="2712" y="7879"/>
                      <a:pt x="2631" y="7760"/>
                      <a:pt x="2629" y="7760"/>
                    </a:cubicBezTo>
                    <a:cubicBezTo>
                      <a:pt x="2629" y="7760"/>
                      <a:pt x="2634" y="7769"/>
                      <a:pt x="2648" y="7792"/>
                    </a:cubicBezTo>
                    <a:cubicBezTo>
                      <a:pt x="2758" y="7969"/>
                      <a:pt x="2877" y="8130"/>
                      <a:pt x="3004" y="8299"/>
                    </a:cubicBezTo>
                    <a:cubicBezTo>
                      <a:pt x="2986" y="8284"/>
                      <a:pt x="2970" y="8268"/>
                      <a:pt x="2955" y="8252"/>
                    </a:cubicBezTo>
                    <a:lnTo>
                      <a:pt x="2955" y="8252"/>
                    </a:lnTo>
                    <a:cubicBezTo>
                      <a:pt x="3050" y="8390"/>
                      <a:pt x="3139" y="8512"/>
                      <a:pt x="3223" y="8629"/>
                    </a:cubicBezTo>
                    <a:cubicBezTo>
                      <a:pt x="3325" y="8790"/>
                      <a:pt x="3418" y="8934"/>
                      <a:pt x="3511" y="9052"/>
                    </a:cubicBezTo>
                    <a:cubicBezTo>
                      <a:pt x="3697" y="9306"/>
                      <a:pt x="3858" y="9534"/>
                      <a:pt x="4053" y="9754"/>
                    </a:cubicBezTo>
                    <a:cubicBezTo>
                      <a:pt x="4002" y="9712"/>
                      <a:pt x="3951" y="9661"/>
                      <a:pt x="3917" y="9602"/>
                    </a:cubicBezTo>
                    <a:cubicBezTo>
                      <a:pt x="3883" y="9551"/>
                      <a:pt x="3849" y="9509"/>
                      <a:pt x="3807" y="9466"/>
                    </a:cubicBezTo>
                    <a:lnTo>
                      <a:pt x="3807" y="9466"/>
                    </a:lnTo>
                    <a:cubicBezTo>
                      <a:pt x="3943" y="9653"/>
                      <a:pt x="4078" y="9805"/>
                      <a:pt x="4196" y="9949"/>
                    </a:cubicBezTo>
                    <a:cubicBezTo>
                      <a:pt x="4323" y="10092"/>
                      <a:pt x="4433" y="10219"/>
                      <a:pt x="4552" y="10346"/>
                    </a:cubicBezTo>
                    <a:lnTo>
                      <a:pt x="4932" y="10735"/>
                    </a:lnTo>
                    <a:cubicBezTo>
                      <a:pt x="4991" y="10803"/>
                      <a:pt x="5059" y="10871"/>
                      <a:pt x="5135" y="10947"/>
                    </a:cubicBezTo>
                    <a:lnTo>
                      <a:pt x="5364" y="11175"/>
                    </a:lnTo>
                    <a:cubicBezTo>
                      <a:pt x="5317" y="11136"/>
                      <a:pt x="5295" y="11119"/>
                      <a:pt x="5290" y="11119"/>
                    </a:cubicBezTo>
                    <a:cubicBezTo>
                      <a:pt x="5272" y="11119"/>
                      <a:pt x="5523" y="11376"/>
                      <a:pt x="5651" y="11531"/>
                    </a:cubicBezTo>
                    <a:cubicBezTo>
                      <a:pt x="5787" y="11657"/>
                      <a:pt x="5973" y="11818"/>
                      <a:pt x="6176" y="12004"/>
                    </a:cubicBezTo>
                    <a:cubicBezTo>
                      <a:pt x="6379" y="12190"/>
                      <a:pt x="6616" y="12385"/>
                      <a:pt x="6861" y="12596"/>
                    </a:cubicBezTo>
                    <a:cubicBezTo>
                      <a:pt x="7352" y="13011"/>
                      <a:pt x="7902" y="13425"/>
                      <a:pt x="8358" y="13755"/>
                    </a:cubicBezTo>
                    <a:cubicBezTo>
                      <a:pt x="8341" y="13748"/>
                      <a:pt x="8329" y="13744"/>
                      <a:pt x="8324" y="13744"/>
                    </a:cubicBezTo>
                    <a:cubicBezTo>
                      <a:pt x="8242" y="13744"/>
                      <a:pt x="9403" y="14513"/>
                      <a:pt x="9458" y="14584"/>
                    </a:cubicBezTo>
                    <a:cubicBezTo>
                      <a:pt x="9670" y="14720"/>
                      <a:pt x="9999" y="14931"/>
                      <a:pt x="10042" y="14931"/>
                    </a:cubicBezTo>
                    <a:cubicBezTo>
                      <a:pt x="9906" y="14864"/>
                      <a:pt x="9788" y="14779"/>
                      <a:pt x="9678" y="14677"/>
                    </a:cubicBezTo>
                    <a:lnTo>
                      <a:pt x="9678" y="14677"/>
                    </a:lnTo>
                    <a:lnTo>
                      <a:pt x="9932" y="14847"/>
                    </a:lnTo>
                    <a:lnTo>
                      <a:pt x="10202" y="15007"/>
                    </a:lnTo>
                    <a:cubicBezTo>
                      <a:pt x="10304" y="15075"/>
                      <a:pt x="10414" y="15134"/>
                      <a:pt x="10532" y="15185"/>
                    </a:cubicBezTo>
                    <a:cubicBezTo>
                      <a:pt x="10659" y="15278"/>
                      <a:pt x="10786" y="15363"/>
                      <a:pt x="10913" y="15447"/>
                    </a:cubicBezTo>
                    <a:cubicBezTo>
                      <a:pt x="11048" y="15481"/>
                      <a:pt x="11184" y="15540"/>
                      <a:pt x="11302" y="15625"/>
                    </a:cubicBezTo>
                    <a:cubicBezTo>
                      <a:pt x="11487" y="15752"/>
                      <a:pt x="11520" y="15769"/>
                      <a:pt x="11535" y="15769"/>
                    </a:cubicBezTo>
                    <a:cubicBezTo>
                      <a:pt x="11541" y="15769"/>
                      <a:pt x="11544" y="15767"/>
                      <a:pt x="11552" y="15767"/>
                    </a:cubicBezTo>
                    <a:cubicBezTo>
                      <a:pt x="11577" y="15767"/>
                      <a:pt x="11644" y="15790"/>
                      <a:pt x="11962" y="15980"/>
                    </a:cubicBezTo>
                    <a:cubicBezTo>
                      <a:pt x="11784" y="15913"/>
                      <a:pt x="11641" y="15845"/>
                      <a:pt x="11573" y="15828"/>
                    </a:cubicBezTo>
                    <a:lnTo>
                      <a:pt x="11573" y="15828"/>
                    </a:lnTo>
                    <a:cubicBezTo>
                      <a:pt x="11911" y="16022"/>
                      <a:pt x="11869" y="15980"/>
                      <a:pt x="12114" y="16116"/>
                    </a:cubicBezTo>
                    <a:cubicBezTo>
                      <a:pt x="12123" y="16122"/>
                      <a:pt x="12125" y="16126"/>
                      <a:pt x="12121" y="16126"/>
                    </a:cubicBezTo>
                    <a:cubicBezTo>
                      <a:pt x="12094" y="16126"/>
                      <a:pt x="11817" y="15996"/>
                      <a:pt x="11590" y="15879"/>
                    </a:cubicBezTo>
                    <a:lnTo>
                      <a:pt x="11590" y="15879"/>
                    </a:lnTo>
                    <a:lnTo>
                      <a:pt x="12021" y="16141"/>
                    </a:lnTo>
                    <a:cubicBezTo>
                      <a:pt x="12241" y="16242"/>
                      <a:pt x="12537" y="16378"/>
                      <a:pt x="12876" y="16539"/>
                    </a:cubicBezTo>
                    <a:cubicBezTo>
                      <a:pt x="13206" y="16691"/>
                      <a:pt x="13578" y="16868"/>
                      <a:pt x="13925" y="17038"/>
                    </a:cubicBezTo>
                    <a:cubicBezTo>
                      <a:pt x="13844" y="17015"/>
                      <a:pt x="13712" y="16952"/>
                      <a:pt x="13690" y="16952"/>
                    </a:cubicBezTo>
                    <a:cubicBezTo>
                      <a:pt x="13679" y="16952"/>
                      <a:pt x="13693" y="16966"/>
                      <a:pt x="13747" y="17004"/>
                    </a:cubicBezTo>
                    <a:cubicBezTo>
                      <a:pt x="14041" y="17135"/>
                      <a:pt x="14446" y="17297"/>
                      <a:pt x="14831" y="17483"/>
                    </a:cubicBezTo>
                    <a:lnTo>
                      <a:pt x="14831" y="17483"/>
                    </a:lnTo>
                    <a:cubicBezTo>
                      <a:pt x="14825" y="17482"/>
                      <a:pt x="14821" y="17482"/>
                      <a:pt x="14801" y="17475"/>
                    </a:cubicBezTo>
                    <a:lnTo>
                      <a:pt x="14801" y="17475"/>
                    </a:lnTo>
                    <a:cubicBezTo>
                      <a:pt x="15504" y="17765"/>
                      <a:pt x="15324" y="17725"/>
                      <a:pt x="15963" y="18002"/>
                    </a:cubicBezTo>
                    <a:lnTo>
                      <a:pt x="15929" y="18002"/>
                    </a:lnTo>
                    <a:cubicBezTo>
                      <a:pt x="16065" y="18053"/>
                      <a:pt x="16200" y="18104"/>
                      <a:pt x="16336" y="18154"/>
                    </a:cubicBezTo>
                    <a:cubicBezTo>
                      <a:pt x="17181" y="18459"/>
                      <a:pt x="17258" y="18560"/>
                      <a:pt x="17748" y="18780"/>
                    </a:cubicBezTo>
                    <a:lnTo>
                      <a:pt x="17638" y="18738"/>
                    </a:lnTo>
                    <a:lnTo>
                      <a:pt x="17638" y="18738"/>
                    </a:lnTo>
                    <a:cubicBezTo>
                      <a:pt x="17791" y="18814"/>
                      <a:pt x="18120" y="18941"/>
                      <a:pt x="18459" y="19068"/>
                    </a:cubicBezTo>
                    <a:cubicBezTo>
                      <a:pt x="18776" y="19190"/>
                      <a:pt x="19093" y="19296"/>
                      <a:pt x="19245" y="19357"/>
                    </a:cubicBezTo>
                    <a:lnTo>
                      <a:pt x="19245" y="19357"/>
                    </a:lnTo>
                    <a:cubicBezTo>
                      <a:pt x="18915" y="19223"/>
                      <a:pt x="19140" y="19303"/>
                      <a:pt x="18890" y="19178"/>
                    </a:cubicBezTo>
                    <a:cubicBezTo>
                      <a:pt x="18577" y="19068"/>
                      <a:pt x="18653" y="19136"/>
                      <a:pt x="18137" y="18924"/>
                    </a:cubicBezTo>
                    <a:cubicBezTo>
                      <a:pt x="18214" y="18924"/>
                      <a:pt x="18882" y="19169"/>
                      <a:pt x="19026" y="19195"/>
                    </a:cubicBezTo>
                    <a:cubicBezTo>
                      <a:pt x="19212" y="19246"/>
                      <a:pt x="19381" y="19339"/>
                      <a:pt x="19533" y="19449"/>
                    </a:cubicBezTo>
                    <a:cubicBezTo>
                      <a:pt x="19905" y="19575"/>
                      <a:pt x="20193" y="19685"/>
                      <a:pt x="20498" y="19804"/>
                    </a:cubicBezTo>
                    <a:cubicBezTo>
                      <a:pt x="20811" y="19914"/>
                      <a:pt x="21140" y="20024"/>
                      <a:pt x="21597" y="20176"/>
                    </a:cubicBezTo>
                    <a:cubicBezTo>
                      <a:pt x="21766" y="20218"/>
                      <a:pt x="21919" y="20252"/>
                      <a:pt x="22122" y="20303"/>
                    </a:cubicBezTo>
                    <a:cubicBezTo>
                      <a:pt x="22325" y="20354"/>
                      <a:pt x="22579" y="20438"/>
                      <a:pt x="22959" y="20582"/>
                    </a:cubicBezTo>
                    <a:lnTo>
                      <a:pt x="22933" y="20582"/>
                    </a:lnTo>
                    <a:cubicBezTo>
                      <a:pt x="23020" y="20596"/>
                      <a:pt x="23300" y="20705"/>
                      <a:pt x="23441" y="20734"/>
                    </a:cubicBezTo>
                    <a:cubicBezTo>
                      <a:pt x="23378" y="20708"/>
                      <a:pt x="23365" y="20699"/>
                      <a:pt x="23376" y="20699"/>
                    </a:cubicBezTo>
                    <a:cubicBezTo>
                      <a:pt x="23399" y="20699"/>
                      <a:pt x="23520" y="20734"/>
                      <a:pt x="23547" y="20734"/>
                    </a:cubicBezTo>
                    <a:cubicBezTo>
                      <a:pt x="23563" y="20734"/>
                      <a:pt x="23546" y="20722"/>
                      <a:pt x="23458" y="20684"/>
                    </a:cubicBezTo>
                    <a:lnTo>
                      <a:pt x="23458" y="20684"/>
                    </a:lnTo>
                    <a:cubicBezTo>
                      <a:pt x="23907" y="20819"/>
                      <a:pt x="23974" y="20887"/>
                      <a:pt x="24008" y="20929"/>
                    </a:cubicBezTo>
                    <a:cubicBezTo>
                      <a:pt x="24228" y="20980"/>
                      <a:pt x="24448" y="21039"/>
                      <a:pt x="24660" y="21124"/>
                    </a:cubicBezTo>
                    <a:cubicBezTo>
                      <a:pt x="24930" y="21208"/>
                      <a:pt x="25243" y="21310"/>
                      <a:pt x="25590" y="21394"/>
                    </a:cubicBezTo>
                    <a:cubicBezTo>
                      <a:pt x="25489" y="21381"/>
                      <a:pt x="24987" y="21244"/>
                      <a:pt x="24939" y="21244"/>
                    </a:cubicBezTo>
                    <a:cubicBezTo>
                      <a:pt x="24926" y="21244"/>
                      <a:pt x="24944" y="21253"/>
                      <a:pt x="25006" y="21276"/>
                    </a:cubicBezTo>
                    <a:lnTo>
                      <a:pt x="25912" y="21487"/>
                    </a:lnTo>
                    <a:lnTo>
                      <a:pt x="25912" y="21487"/>
                    </a:lnTo>
                    <a:lnTo>
                      <a:pt x="25514" y="21369"/>
                    </a:lnTo>
                    <a:lnTo>
                      <a:pt x="25514" y="21369"/>
                    </a:lnTo>
                    <a:cubicBezTo>
                      <a:pt x="25937" y="21479"/>
                      <a:pt x="26360" y="21597"/>
                      <a:pt x="26766" y="21749"/>
                    </a:cubicBezTo>
                    <a:cubicBezTo>
                      <a:pt x="26780" y="21756"/>
                      <a:pt x="26783" y="21759"/>
                      <a:pt x="26776" y="21759"/>
                    </a:cubicBezTo>
                    <a:cubicBezTo>
                      <a:pt x="26747" y="21759"/>
                      <a:pt x="26545" y="21706"/>
                      <a:pt x="26394" y="21665"/>
                    </a:cubicBezTo>
                    <a:lnTo>
                      <a:pt x="26394" y="21665"/>
                    </a:lnTo>
                    <a:cubicBezTo>
                      <a:pt x="26597" y="21733"/>
                      <a:pt x="26927" y="21809"/>
                      <a:pt x="27206" y="21876"/>
                    </a:cubicBezTo>
                    <a:cubicBezTo>
                      <a:pt x="27417" y="21910"/>
                      <a:pt x="28128" y="22088"/>
                      <a:pt x="28424" y="22139"/>
                    </a:cubicBezTo>
                    <a:lnTo>
                      <a:pt x="28534" y="22164"/>
                    </a:lnTo>
                    <a:lnTo>
                      <a:pt x="28483" y="22164"/>
                    </a:lnTo>
                    <a:lnTo>
                      <a:pt x="28636" y="22198"/>
                    </a:lnTo>
                    <a:lnTo>
                      <a:pt x="28991" y="22291"/>
                    </a:lnTo>
                    <a:lnTo>
                      <a:pt x="28915" y="22282"/>
                    </a:lnTo>
                    <a:lnTo>
                      <a:pt x="28915" y="22282"/>
                    </a:lnTo>
                    <a:lnTo>
                      <a:pt x="29058" y="22308"/>
                    </a:lnTo>
                    <a:lnTo>
                      <a:pt x="29431" y="22418"/>
                    </a:lnTo>
                    <a:lnTo>
                      <a:pt x="29625" y="22452"/>
                    </a:lnTo>
                    <a:lnTo>
                      <a:pt x="29532" y="22426"/>
                    </a:lnTo>
                    <a:cubicBezTo>
                      <a:pt x="29536" y="22425"/>
                      <a:pt x="29544" y="22424"/>
                      <a:pt x="29554" y="22424"/>
                    </a:cubicBezTo>
                    <a:cubicBezTo>
                      <a:pt x="29660" y="22424"/>
                      <a:pt x="30080" y="22498"/>
                      <a:pt x="30556" y="22621"/>
                    </a:cubicBezTo>
                    <a:lnTo>
                      <a:pt x="29845" y="22435"/>
                    </a:lnTo>
                    <a:lnTo>
                      <a:pt x="29981" y="22460"/>
                    </a:lnTo>
                    <a:cubicBezTo>
                      <a:pt x="30277" y="22528"/>
                      <a:pt x="30564" y="22604"/>
                      <a:pt x="30843" y="22672"/>
                    </a:cubicBezTo>
                    <a:lnTo>
                      <a:pt x="31656" y="22858"/>
                    </a:lnTo>
                    <a:cubicBezTo>
                      <a:pt x="31469" y="22824"/>
                      <a:pt x="31266" y="22782"/>
                      <a:pt x="31030" y="22731"/>
                    </a:cubicBezTo>
                    <a:lnTo>
                      <a:pt x="31030" y="22731"/>
                    </a:lnTo>
                    <a:cubicBezTo>
                      <a:pt x="31588" y="22883"/>
                      <a:pt x="32459" y="23018"/>
                      <a:pt x="32721" y="23120"/>
                    </a:cubicBezTo>
                    <a:cubicBezTo>
                      <a:pt x="31850" y="22968"/>
                      <a:pt x="31444" y="22866"/>
                      <a:pt x="30539" y="22680"/>
                    </a:cubicBezTo>
                    <a:cubicBezTo>
                      <a:pt x="30436" y="22646"/>
                      <a:pt x="30409" y="22632"/>
                      <a:pt x="30428" y="22632"/>
                    </a:cubicBezTo>
                    <a:cubicBezTo>
                      <a:pt x="30452" y="22632"/>
                      <a:pt x="30546" y="22652"/>
                      <a:pt x="30657" y="22680"/>
                    </a:cubicBezTo>
                    <a:cubicBezTo>
                      <a:pt x="30869" y="22722"/>
                      <a:pt x="31139" y="22773"/>
                      <a:pt x="31156" y="22773"/>
                    </a:cubicBezTo>
                    <a:cubicBezTo>
                      <a:pt x="30987" y="22731"/>
                      <a:pt x="30810" y="22688"/>
                      <a:pt x="30640" y="22646"/>
                    </a:cubicBezTo>
                    <a:lnTo>
                      <a:pt x="30640" y="22646"/>
                    </a:lnTo>
                    <a:cubicBezTo>
                      <a:pt x="30646" y="22649"/>
                      <a:pt x="30644" y="22651"/>
                      <a:pt x="30637" y="22651"/>
                    </a:cubicBezTo>
                    <a:cubicBezTo>
                      <a:pt x="30570" y="22651"/>
                      <a:pt x="29959" y="22504"/>
                      <a:pt x="29875" y="22504"/>
                    </a:cubicBezTo>
                    <a:cubicBezTo>
                      <a:pt x="29856" y="22504"/>
                      <a:pt x="29863" y="22511"/>
                      <a:pt x="29904" y="22528"/>
                    </a:cubicBezTo>
                    <a:lnTo>
                      <a:pt x="30742" y="22739"/>
                    </a:lnTo>
                    <a:lnTo>
                      <a:pt x="31562" y="22925"/>
                    </a:lnTo>
                    <a:lnTo>
                      <a:pt x="32358" y="23103"/>
                    </a:lnTo>
                    <a:lnTo>
                      <a:pt x="32747" y="23188"/>
                    </a:lnTo>
                    <a:lnTo>
                      <a:pt x="33119" y="23255"/>
                    </a:lnTo>
                    <a:cubicBezTo>
                      <a:pt x="32789" y="23281"/>
                      <a:pt x="32459" y="23281"/>
                      <a:pt x="32129" y="23289"/>
                    </a:cubicBezTo>
                    <a:lnTo>
                      <a:pt x="32062" y="23289"/>
                    </a:lnTo>
                    <a:cubicBezTo>
                      <a:pt x="32416" y="23367"/>
                      <a:pt x="32575" y="23390"/>
                      <a:pt x="32646" y="23390"/>
                    </a:cubicBezTo>
                    <a:cubicBezTo>
                      <a:pt x="32749" y="23390"/>
                      <a:pt x="32669" y="23342"/>
                      <a:pt x="32728" y="23342"/>
                    </a:cubicBezTo>
                    <a:cubicBezTo>
                      <a:pt x="32739" y="23342"/>
                      <a:pt x="32756" y="23344"/>
                      <a:pt x="32781" y="23348"/>
                    </a:cubicBezTo>
                    <a:cubicBezTo>
                      <a:pt x="32992" y="23382"/>
                      <a:pt x="33178" y="23399"/>
                      <a:pt x="33364" y="23450"/>
                    </a:cubicBezTo>
                    <a:lnTo>
                      <a:pt x="33254" y="23441"/>
                    </a:lnTo>
                    <a:lnTo>
                      <a:pt x="33254" y="23441"/>
                    </a:lnTo>
                    <a:cubicBezTo>
                      <a:pt x="33559" y="23496"/>
                      <a:pt x="33608" y="23496"/>
                      <a:pt x="33648" y="23496"/>
                    </a:cubicBezTo>
                    <a:cubicBezTo>
                      <a:pt x="33688" y="23496"/>
                      <a:pt x="33720" y="23496"/>
                      <a:pt x="33990" y="23551"/>
                    </a:cubicBezTo>
                    <a:cubicBezTo>
                      <a:pt x="34070" y="23562"/>
                      <a:pt x="34107" y="23567"/>
                      <a:pt x="34116" y="23567"/>
                    </a:cubicBezTo>
                    <a:cubicBezTo>
                      <a:pt x="34152" y="23567"/>
                      <a:pt x="33783" y="23504"/>
                      <a:pt x="33824" y="23504"/>
                    </a:cubicBezTo>
                    <a:cubicBezTo>
                      <a:pt x="33831" y="23504"/>
                      <a:pt x="33849" y="23505"/>
                      <a:pt x="33880" y="23509"/>
                    </a:cubicBezTo>
                    <a:cubicBezTo>
                      <a:pt x="34050" y="23543"/>
                      <a:pt x="34219" y="23568"/>
                      <a:pt x="34388" y="23577"/>
                    </a:cubicBezTo>
                    <a:cubicBezTo>
                      <a:pt x="34642" y="23611"/>
                      <a:pt x="34887" y="23653"/>
                      <a:pt x="35132" y="23704"/>
                    </a:cubicBezTo>
                    <a:cubicBezTo>
                      <a:pt x="35110" y="23708"/>
                      <a:pt x="35141" y="23725"/>
                      <a:pt x="35091" y="23725"/>
                    </a:cubicBezTo>
                    <a:cubicBezTo>
                      <a:pt x="35048" y="23725"/>
                      <a:pt x="34947" y="23713"/>
                      <a:pt x="34701" y="23670"/>
                    </a:cubicBezTo>
                    <a:lnTo>
                      <a:pt x="34701" y="23670"/>
                    </a:lnTo>
                    <a:cubicBezTo>
                      <a:pt x="34870" y="23712"/>
                      <a:pt x="35039" y="23746"/>
                      <a:pt x="35208" y="23788"/>
                    </a:cubicBezTo>
                    <a:cubicBezTo>
                      <a:pt x="34608" y="23695"/>
                      <a:pt x="34972" y="23754"/>
                      <a:pt x="34354" y="23644"/>
                    </a:cubicBezTo>
                    <a:cubicBezTo>
                      <a:pt x="34265" y="23637"/>
                      <a:pt x="34209" y="23634"/>
                      <a:pt x="34166" y="23634"/>
                    </a:cubicBezTo>
                    <a:cubicBezTo>
                      <a:pt x="34115" y="23634"/>
                      <a:pt x="34083" y="23638"/>
                      <a:pt x="34035" y="23638"/>
                    </a:cubicBezTo>
                    <a:cubicBezTo>
                      <a:pt x="33995" y="23638"/>
                      <a:pt x="33945" y="23635"/>
                      <a:pt x="33863" y="23627"/>
                    </a:cubicBezTo>
                    <a:lnTo>
                      <a:pt x="33863" y="23627"/>
                    </a:lnTo>
                    <a:cubicBezTo>
                      <a:pt x="34092" y="23670"/>
                      <a:pt x="34058" y="23636"/>
                      <a:pt x="34405" y="23704"/>
                    </a:cubicBezTo>
                    <a:cubicBezTo>
                      <a:pt x="34543" y="23732"/>
                      <a:pt x="34581" y="23741"/>
                      <a:pt x="34568" y="23741"/>
                    </a:cubicBezTo>
                    <a:cubicBezTo>
                      <a:pt x="34542" y="23741"/>
                      <a:pt x="34315" y="23704"/>
                      <a:pt x="34286" y="23704"/>
                    </a:cubicBezTo>
                    <a:cubicBezTo>
                      <a:pt x="34853" y="23780"/>
                      <a:pt x="34904" y="23856"/>
                      <a:pt x="35411" y="23907"/>
                    </a:cubicBezTo>
                    <a:cubicBezTo>
                      <a:pt x="35318" y="23847"/>
                      <a:pt x="35411" y="23873"/>
                      <a:pt x="35065" y="23788"/>
                    </a:cubicBezTo>
                    <a:lnTo>
                      <a:pt x="35065" y="23788"/>
                    </a:lnTo>
                    <a:cubicBezTo>
                      <a:pt x="35420" y="23831"/>
                      <a:pt x="35868" y="23932"/>
                      <a:pt x="35826" y="23957"/>
                    </a:cubicBezTo>
                    <a:lnTo>
                      <a:pt x="35902" y="23940"/>
                    </a:lnTo>
                    <a:cubicBezTo>
                      <a:pt x="35987" y="23966"/>
                      <a:pt x="36266" y="24017"/>
                      <a:pt x="36283" y="24025"/>
                    </a:cubicBezTo>
                    <a:lnTo>
                      <a:pt x="36410" y="24025"/>
                    </a:lnTo>
                    <a:cubicBezTo>
                      <a:pt x="36105" y="23949"/>
                      <a:pt x="35801" y="23890"/>
                      <a:pt x="35488" y="23847"/>
                    </a:cubicBezTo>
                    <a:lnTo>
                      <a:pt x="35488" y="23847"/>
                    </a:lnTo>
                    <a:cubicBezTo>
                      <a:pt x="35495" y="23848"/>
                      <a:pt x="35502" y="23848"/>
                      <a:pt x="35507" y="23848"/>
                    </a:cubicBezTo>
                    <a:cubicBezTo>
                      <a:pt x="35597" y="23848"/>
                      <a:pt x="35463" y="23808"/>
                      <a:pt x="35531" y="23808"/>
                    </a:cubicBezTo>
                    <a:cubicBezTo>
                      <a:pt x="35565" y="23808"/>
                      <a:pt x="35649" y="23818"/>
                      <a:pt x="35834" y="23847"/>
                    </a:cubicBezTo>
                    <a:cubicBezTo>
                      <a:pt x="36088" y="23890"/>
                      <a:pt x="35860" y="23864"/>
                      <a:pt x="35877" y="23881"/>
                    </a:cubicBezTo>
                    <a:cubicBezTo>
                      <a:pt x="37188" y="24084"/>
                      <a:pt x="37188" y="24143"/>
                      <a:pt x="38220" y="24279"/>
                    </a:cubicBezTo>
                    <a:cubicBezTo>
                      <a:pt x="37966" y="24253"/>
                      <a:pt x="37332" y="24143"/>
                      <a:pt x="36833" y="24093"/>
                    </a:cubicBezTo>
                    <a:lnTo>
                      <a:pt x="36833" y="24093"/>
                    </a:lnTo>
                    <a:cubicBezTo>
                      <a:pt x="37129" y="24160"/>
                      <a:pt x="37484" y="24177"/>
                      <a:pt x="37772" y="24228"/>
                    </a:cubicBezTo>
                    <a:cubicBezTo>
                      <a:pt x="37671" y="24218"/>
                      <a:pt x="37603" y="24212"/>
                      <a:pt x="37575" y="24212"/>
                    </a:cubicBezTo>
                    <a:cubicBezTo>
                      <a:pt x="37533" y="24212"/>
                      <a:pt x="37588" y="24226"/>
                      <a:pt x="37772" y="24262"/>
                    </a:cubicBezTo>
                    <a:lnTo>
                      <a:pt x="37899" y="24262"/>
                    </a:lnTo>
                    <a:cubicBezTo>
                      <a:pt x="38073" y="24287"/>
                      <a:pt x="38395" y="24336"/>
                      <a:pt x="38430" y="24346"/>
                    </a:cubicBezTo>
                    <a:lnTo>
                      <a:pt x="38430" y="24346"/>
                    </a:lnTo>
                    <a:cubicBezTo>
                      <a:pt x="38346" y="24321"/>
                      <a:pt x="38270" y="24304"/>
                      <a:pt x="38195" y="24296"/>
                    </a:cubicBezTo>
                    <a:lnTo>
                      <a:pt x="38195" y="24296"/>
                    </a:lnTo>
                    <a:cubicBezTo>
                      <a:pt x="38423" y="24313"/>
                      <a:pt x="38753" y="24355"/>
                      <a:pt x="39125" y="24397"/>
                    </a:cubicBezTo>
                    <a:cubicBezTo>
                      <a:pt x="39506" y="24440"/>
                      <a:pt x="39920" y="24499"/>
                      <a:pt x="40326" y="24558"/>
                    </a:cubicBezTo>
                    <a:cubicBezTo>
                      <a:pt x="40322" y="24560"/>
                      <a:pt x="40311" y="24561"/>
                      <a:pt x="40294" y="24561"/>
                    </a:cubicBezTo>
                    <a:cubicBezTo>
                      <a:pt x="40157" y="24561"/>
                      <a:pt x="39654" y="24497"/>
                      <a:pt x="39588" y="24497"/>
                    </a:cubicBezTo>
                    <a:cubicBezTo>
                      <a:pt x="39563" y="24497"/>
                      <a:pt x="39602" y="24507"/>
                      <a:pt x="39751" y="24533"/>
                    </a:cubicBezTo>
                    <a:cubicBezTo>
                      <a:pt x="40090" y="24566"/>
                      <a:pt x="40360" y="24558"/>
                      <a:pt x="40935" y="24660"/>
                    </a:cubicBezTo>
                    <a:cubicBezTo>
                      <a:pt x="40919" y="24659"/>
                      <a:pt x="40906" y="24659"/>
                      <a:pt x="40896" y="24659"/>
                    </a:cubicBezTo>
                    <a:cubicBezTo>
                      <a:pt x="40755" y="24659"/>
                      <a:pt x="41197" y="24711"/>
                      <a:pt x="41189" y="24719"/>
                    </a:cubicBezTo>
                    <a:lnTo>
                      <a:pt x="41993" y="24761"/>
                    </a:lnTo>
                    <a:cubicBezTo>
                      <a:pt x="42382" y="24803"/>
                      <a:pt x="42830" y="24854"/>
                      <a:pt x="43186" y="24879"/>
                    </a:cubicBezTo>
                    <a:cubicBezTo>
                      <a:pt x="43067" y="24871"/>
                      <a:pt x="42915" y="24854"/>
                      <a:pt x="42720" y="24837"/>
                    </a:cubicBezTo>
                    <a:cubicBezTo>
                      <a:pt x="42856" y="24837"/>
                      <a:pt x="42991" y="24846"/>
                      <a:pt x="43118" y="24854"/>
                    </a:cubicBezTo>
                    <a:cubicBezTo>
                      <a:pt x="43253" y="24871"/>
                      <a:pt x="43380" y="24879"/>
                      <a:pt x="43516" y="24896"/>
                    </a:cubicBezTo>
                    <a:cubicBezTo>
                      <a:pt x="43786" y="24930"/>
                      <a:pt x="44074" y="24964"/>
                      <a:pt x="44421" y="24981"/>
                    </a:cubicBezTo>
                    <a:lnTo>
                      <a:pt x="44108" y="24973"/>
                    </a:lnTo>
                    <a:lnTo>
                      <a:pt x="44108" y="24973"/>
                    </a:lnTo>
                    <a:cubicBezTo>
                      <a:pt x="44632" y="25023"/>
                      <a:pt x="45038" y="25049"/>
                      <a:pt x="45461" y="25057"/>
                    </a:cubicBezTo>
                    <a:lnTo>
                      <a:pt x="45453" y="25082"/>
                    </a:lnTo>
                    <a:cubicBezTo>
                      <a:pt x="45465" y="25074"/>
                      <a:pt x="45532" y="25071"/>
                      <a:pt x="45627" y="25071"/>
                    </a:cubicBezTo>
                    <a:cubicBezTo>
                      <a:pt x="45912" y="25071"/>
                      <a:pt x="46459" y="25099"/>
                      <a:pt x="46612" y="25099"/>
                    </a:cubicBezTo>
                    <a:cubicBezTo>
                      <a:pt x="45326" y="25040"/>
                      <a:pt x="45512" y="25006"/>
                      <a:pt x="44268" y="24930"/>
                    </a:cubicBezTo>
                    <a:cubicBezTo>
                      <a:pt x="44682" y="24930"/>
                      <a:pt x="44995" y="24957"/>
                      <a:pt x="45416" y="24957"/>
                    </a:cubicBezTo>
                    <a:cubicBezTo>
                      <a:pt x="45469" y="24957"/>
                      <a:pt x="45523" y="24957"/>
                      <a:pt x="45580" y="24956"/>
                    </a:cubicBezTo>
                    <a:cubicBezTo>
                      <a:pt x="45681" y="24956"/>
                      <a:pt x="45774" y="24964"/>
                      <a:pt x="45867" y="24989"/>
                    </a:cubicBezTo>
                    <a:cubicBezTo>
                      <a:pt x="45991" y="24977"/>
                      <a:pt x="46115" y="24969"/>
                      <a:pt x="46242" y="24969"/>
                    </a:cubicBezTo>
                    <a:cubicBezTo>
                      <a:pt x="46289" y="24969"/>
                      <a:pt x="46336" y="24970"/>
                      <a:pt x="46383" y="24973"/>
                    </a:cubicBezTo>
                    <a:lnTo>
                      <a:pt x="46468" y="24989"/>
                    </a:lnTo>
                    <a:cubicBezTo>
                      <a:pt x="46739" y="25015"/>
                      <a:pt x="47009" y="25023"/>
                      <a:pt x="47280" y="25023"/>
                    </a:cubicBezTo>
                    <a:cubicBezTo>
                      <a:pt x="47398" y="25016"/>
                      <a:pt x="47516" y="25011"/>
                      <a:pt x="47633" y="25011"/>
                    </a:cubicBezTo>
                    <a:cubicBezTo>
                      <a:pt x="47776" y="25011"/>
                      <a:pt x="47919" y="25018"/>
                      <a:pt x="48058" y="25032"/>
                    </a:cubicBezTo>
                    <a:cubicBezTo>
                      <a:pt x="48143" y="25057"/>
                      <a:pt x="47965" y="25057"/>
                      <a:pt x="47703" y="25057"/>
                    </a:cubicBezTo>
                    <a:lnTo>
                      <a:pt x="47272" y="25057"/>
                    </a:lnTo>
                    <a:lnTo>
                      <a:pt x="46849" y="25040"/>
                    </a:lnTo>
                    <a:lnTo>
                      <a:pt x="46849" y="25040"/>
                    </a:lnTo>
                    <a:cubicBezTo>
                      <a:pt x="46955" y="25056"/>
                      <a:pt x="46943" y="25061"/>
                      <a:pt x="46877" y="25061"/>
                    </a:cubicBezTo>
                    <a:cubicBezTo>
                      <a:pt x="46782" y="25061"/>
                      <a:pt x="46573" y="25051"/>
                      <a:pt x="46460" y="25051"/>
                    </a:cubicBezTo>
                    <a:cubicBezTo>
                      <a:pt x="46368" y="25051"/>
                      <a:pt x="46339" y="25058"/>
                      <a:pt x="46485" y="25082"/>
                    </a:cubicBezTo>
                    <a:lnTo>
                      <a:pt x="46730" y="25074"/>
                    </a:lnTo>
                    <a:cubicBezTo>
                      <a:pt x="46937" y="25088"/>
                      <a:pt x="46958" y="25102"/>
                      <a:pt x="46872" y="25102"/>
                    </a:cubicBezTo>
                    <a:cubicBezTo>
                      <a:pt x="46852" y="25102"/>
                      <a:pt x="46827" y="25101"/>
                      <a:pt x="46798" y="25099"/>
                    </a:cubicBezTo>
                    <a:lnTo>
                      <a:pt x="46798" y="25099"/>
                    </a:lnTo>
                    <a:cubicBezTo>
                      <a:pt x="46872" y="25109"/>
                      <a:pt x="46947" y="25113"/>
                      <a:pt x="47021" y="25113"/>
                    </a:cubicBezTo>
                    <a:cubicBezTo>
                      <a:pt x="47073" y="25113"/>
                      <a:pt x="47126" y="25111"/>
                      <a:pt x="47179" y="25108"/>
                    </a:cubicBezTo>
                    <a:lnTo>
                      <a:pt x="47179" y="25108"/>
                    </a:lnTo>
                    <a:cubicBezTo>
                      <a:pt x="48473" y="25167"/>
                      <a:pt x="47035" y="25150"/>
                      <a:pt x="48304" y="25218"/>
                    </a:cubicBezTo>
                    <a:cubicBezTo>
                      <a:pt x="48273" y="25220"/>
                      <a:pt x="48231" y="25220"/>
                      <a:pt x="48185" y="25220"/>
                    </a:cubicBezTo>
                    <a:cubicBezTo>
                      <a:pt x="48104" y="25220"/>
                      <a:pt x="48010" y="25218"/>
                      <a:pt x="47946" y="25218"/>
                    </a:cubicBezTo>
                    <a:cubicBezTo>
                      <a:pt x="47888" y="25218"/>
                      <a:pt x="47856" y="25220"/>
                      <a:pt x="47881" y="25226"/>
                    </a:cubicBezTo>
                    <a:cubicBezTo>
                      <a:pt x="47661" y="25218"/>
                      <a:pt x="47432" y="25209"/>
                      <a:pt x="47204" y="25192"/>
                    </a:cubicBezTo>
                    <a:lnTo>
                      <a:pt x="47187" y="25218"/>
                    </a:lnTo>
                    <a:cubicBezTo>
                      <a:pt x="47483" y="25235"/>
                      <a:pt x="47777" y="25243"/>
                      <a:pt x="48071" y="25243"/>
                    </a:cubicBezTo>
                    <a:cubicBezTo>
                      <a:pt x="48365" y="25243"/>
                      <a:pt x="48659" y="25235"/>
                      <a:pt x="48955" y="25218"/>
                    </a:cubicBezTo>
                    <a:cubicBezTo>
                      <a:pt x="48177" y="25209"/>
                      <a:pt x="48870" y="25184"/>
                      <a:pt x="48464" y="25150"/>
                    </a:cubicBezTo>
                    <a:cubicBezTo>
                      <a:pt x="48591" y="25150"/>
                      <a:pt x="48718" y="25150"/>
                      <a:pt x="48845" y="25167"/>
                    </a:cubicBezTo>
                    <a:cubicBezTo>
                      <a:pt x="48858" y="25165"/>
                      <a:pt x="48889" y="25165"/>
                      <a:pt x="48927" y="25165"/>
                    </a:cubicBezTo>
                    <a:cubicBezTo>
                      <a:pt x="48995" y="25165"/>
                      <a:pt x="49089" y="25167"/>
                      <a:pt x="49158" y="25167"/>
                    </a:cubicBezTo>
                    <a:cubicBezTo>
                      <a:pt x="49216" y="25167"/>
                      <a:pt x="49255" y="25165"/>
                      <a:pt x="49246" y="25160"/>
                    </a:cubicBezTo>
                    <a:lnTo>
                      <a:pt x="49246" y="25160"/>
                    </a:lnTo>
                    <a:cubicBezTo>
                      <a:pt x="49439" y="25235"/>
                      <a:pt x="51102" y="25277"/>
                      <a:pt x="50723" y="25336"/>
                    </a:cubicBezTo>
                    <a:cubicBezTo>
                      <a:pt x="50884" y="25348"/>
                      <a:pt x="51156" y="25351"/>
                      <a:pt x="51487" y="25351"/>
                    </a:cubicBezTo>
                    <a:cubicBezTo>
                      <a:pt x="52148" y="25351"/>
                      <a:pt x="53041" y="25336"/>
                      <a:pt x="53735" y="25336"/>
                    </a:cubicBezTo>
                    <a:cubicBezTo>
                      <a:pt x="53641" y="25345"/>
                      <a:pt x="53548" y="25353"/>
                      <a:pt x="53455" y="25353"/>
                    </a:cubicBezTo>
                    <a:cubicBezTo>
                      <a:pt x="53656" y="25363"/>
                      <a:pt x="53815" y="25366"/>
                      <a:pt x="53946" y="25366"/>
                    </a:cubicBezTo>
                    <a:cubicBezTo>
                      <a:pt x="54526" y="25366"/>
                      <a:pt x="54536" y="25289"/>
                      <a:pt x="55054" y="25269"/>
                    </a:cubicBezTo>
                    <a:lnTo>
                      <a:pt x="55054" y="25269"/>
                    </a:lnTo>
                    <a:cubicBezTo>
                      <a:pt x="54487" y="25302"/>
                      <a:pt x="55545" y="25286"/>
                      <a:pt x="55773" y="25302"/>
                    </a:cubicBezTo>
                    <a:cubicBezTo>
                      <a:pt x="56272" y="25260"/>
                      <a:pt x="56678" y="25209"/>
                      <a:pt x="57389" y="25192"/>
                    </a:cubicBezTo>
                    <a:cubicBezTo>
                      <a:pt x="57523" y="25228"/>
                      <a:pt x="57666" y="25246"/>
                      <a:pt x="57811" y="25246"/>
                    </a:cubicBezTo>
                    <a:cubicBezTo>
                      <a:pt x="57876" y="25246"/>
                      <a:pt x="57941" y="25243"/>
                      <a:pt x="58007" y="25235"/>
                    </a:cubicBezTo>
                    <a:lnTo>
                      <a:pt x="58311" y="25201"/>
                    </a:lnTo>
                    <a:cubicBezTo>
                      <a:pt x="58759" y="25176"/>
                      <a:pt x="59352" y="25125"/>
                      <a:pt x="59639" y="25125"/>
                    </a:cubicBezTo>
                    <a:lnTo>
                      <a:pt x="59580" y="25125"/>
                    </a:lnTo>
                    <a:cubicBezTo>
                      <a:pt x="60006" y="25111"/>
                      <a:pt x="60086" y="25079"/>
                      <a:pt x="59867" y="25079"/>
                    </a:cubicBezTo>
                    <a:cubicBezTo>
                      <a:pt x="59824" y="25079"/>
                      <a:pt x="59771" y="25080"/>
                      <a:pt x="59707" y="25082"/>
                    </a:cubicBezTo>
                    <a:cubicBezTo>
                      <a:pt x="59868" y="25074"/>
                      <a:pt x="60028" y="25057"/>
                      <a:pt x="60189" y="25040"/>
                    </a:cubicBezTo>
                    <a:lnTo>
                      <a:pt x="60206" y="25040"/>
                    </a:lnTo>
                    <a:cubicBezTo>
                      <a:pt x="60519" y="25015"/>
                      <a:pt x="60824" y="24981"/>
                      <a:pt x="61170" y="24939"/>
                    </a:cubicBezTo>
                    <a:cubicBezTo>
                      <a:pt x="61498" y="24900"/>
                      <a:pt x="61854" y="24868"/>
                      <a:pt x="62298" y="24817"/>
                    </a:cubicBezTo>
                    <a:lnTo>
                      <a:pt x="62298" y="24817"/>
                    </a:lnTo>
                    <a:cubicBezTo>
                      <a:pt x="62250" y="24820"/>
                      <a:pt x="62208" y="24821"/>
                      <a:pt x="62175" y="24821"/>
                    </a:cubicBezTo>
                    <a:cubicBezTo>
                      <a:pt x="62160" y="24821"/>
                      <a:pt x="62146" y="24821"/>
                      <a:pt x="62135" y="24820"/>
                    </a:cubicBezTo>
                    <a:lnTo>
                      <a:pt x="62592" y="24753"/>
                    </a:lnTo>
                    <a:lnTo>
                      <a:pt x="62761" y="24761"/>
                    </a:lnTo>
                    <a:lnTo>
                      <a:pt x="63023" y="24702"/>
                    </a:lnTo>
                    <a:lnTo>
                      <a:pt x="63023" y="24702"/>
                    </a:lnTo>
                    <a:cubicBezTo>
                      <a:pt x="62768" y="24716"/>
                      <a:pt x="62263" y="24756"/>
                      <a:pt x="62041" y="24756"/>
                    </a:cubicBezTo>
                    <a:cubicBezTo>
                      <a:pt x="62005" y="24756"/>
                      <a:pt x="61976" y="24755"/>
                      <a:pt x="61957" y="24753"/>
                    </a:cubicBezTo>
                    <a:cubicBezTo>
                      <a:pt x="62304" y="24719"/>
                      <a:pt x="62744" y="24676"/>
                      <a:pt x="63268" y="24617"/>
                    </a:cubicBezTo>
                    <a:lnTo>
                      <a:pt x="64097" y="24507"/>
                    </a:lnTo>
                    <a:cubicBezTo>
                      <a:pt x="64385" y="24473"/>
                      <a:pt x="64698" y="24423"/>
                      <a:pt x="65019" y="24372"/>
                    </a:cubicBezTo>
                    <a:lnTo>
                      <a:pt x="65019" y="24372"/>
                    </a:lnTo>
                    <a:cubicBezTo>
                      <a:pt x="64994" y="24380"/>
                      <a:pt x="64960" y="24380"/>
                      <a:pt x="64935" y="24389"/>
                    </a:cubicBezTo>
                    <a:cubicBezTo>
                      <a:pt x="65595" y="24313"/>
                      <a:pt x="65654" y="24304"/>
                      <a:pt x="66178" y="24237"/>
                    </a:cubicBezTo>
                    <a:lnTo>
                      <a:pt x="66178" y="24237"/>
                    </a:lnTo>
                    <a:lnTo>
                      <a:pt x="66018" y="24270"/>
                    </a:lnTo>
                    <a:cubicBezTo>
                      <a:pt x="66023" y="24271"/>
                      <a:pt x="66029" y="24271"/>
                      <a:pt x="66036" y="24271"/>
                    </a:cubicBezTo>
                    <a:cubicBezTo>
                      <a:pt x="66163" y="24271"/>
                      <a:pt x="66564" y="24200"/>
                      <a:pt x="66965" y="24143"/>
                    </a:cubicBezTo>
                    <a:cubicBezTo>
                      <a:pt x="67160" y="24101"/>
                      <a:pt x="67346" y="24076"/>
                      <a:pt x="67540" y="24059"/>
                    </a:cubicBezTo>
                    <a:lnTo>
                      <a:pt x="67540" y="24059"/>
                    </a:lnTo>
                    <a:lnTo>
                      <a:pt x="67473" y="24084"/>
                    </a:lnTo>
                    <a:cubicBezTo>
                      <a:pt x="67549" y="24084"/>
                      <a:pt x="67980" y="24034"/>
                      <a:pt x="68454" y="23966"/>
                    </a:cubicBezTo>
                    <a:lnTo>
                      <a:pt x="68454" y="23966"/>
                    </a:lnTo>
                    <a:lnTo>
                      <a:pt x="68259" y="24017"/>
                    </a:lnTo>
                    <a:cubicBezTo>
                      <a:pt x="68166" y="24038"/>
                      <a:pt x="68041" y="24060"/>
                      <a:pt x="67901" y="24082"/>
                    </a:cubicBezTo>
                    <a:lnTo>
                      <a:pt x="67901" y="24082"/>
                    </a:lnTo>
                    <a:cubicBezTo>
                      <a:pt x="67982" y="24071"/>
                      <a:pt x="68079" y="24063"/>
                      <a:pt x="68200" y="24050"/>
                    </a:cubicBezTo>
                    <a:lnTo>
                      <a:pt x="68200" y="24050"/>
                    </a:lnTo>
                    <a:lnTo>
                      <a:pt x="67363" y="24220"/>
                    </a:lnTo>
                    <a:cubicBezTo>
                      <a:pt x="67786" y="24169"/>
                      <a:pt x="67845" y="24110"/>
                      <a:pt x="68361" y="24050"/>
                    </a:cubicBezTo>
                    <a:lnTo>
                      <a:pt x="68361" y="24050"/>
                    </a:lnTo>
                    <a:cubicBezTo>
                      <a:pt x="68335" y="24093"/>
                      <a:pt x="68369" y="24101"/>
                      <a:pt x="67819" y="24203"/>
                    </a:cubicBezTo>
                    <a:cubicBezTo>
                      <a:pt x="67677" y="24220"/>
                      <a:pt x="67619" y="24226"/>
                      <a:pt x="67602" y="24226"/>
                    </a:cubicBezTo>
                    <a:cubicBezTo>
                      <a:pt x="67566" y="24226"/>
                      <a:pt x="67710" y="24200"/>
                      <a:pt x="67645" y="24200"/>
                    </a:cubicBezTo>
                    <a:cubicBezTo>
                      <a:pt x="67634" y="24200"/>
                      <a:pt x="67617" y="24201"/>
                      <a:pt x="67591" y="24203"/>
                    </a:cubicBezTo>
                    <a:cubicBezTo>
                      <a:pt x="67227" y="24287"/>
                      <a:pt x="67117" y="24228"/>
                      <a:pt x="66737" y="24321"/>
                    </a:cubicBezTo>
                    <a:cubicBezTo>
                      <a:pt x="66515" y="24353"/>
                      <a:pt x="66429" y="24360"/>
                      <a:pt x="66385" y="24360"/>
                    </a:cubicBezTo>
                    <a:cubicBezTo>
                      <a:pt x="66344" y="24360"/>
                      <a:pt x="66340" y="24354"/>
                      <a:pt x="66298" y="24354"/>
                    </a:cubicBezTo>
                    <a:cubicBezTo>
                      <a:pt x="66289" y="24354"/>
                      <a:pt x="66277" y="24354"/>
                      <a:pt x="66263" y="24355"/>
                    </a:cubicBezTo>
                    <a:cubicBezTo>
                      <a:pt x="66728" y="24287"/>
                      <a:pt x="66035" y="24347"/>
                      <a:pt x="66618" y="24262"/>
                    </a:cubicBezTo>
                    <a:lnTo>
                      <a:pt x="66618" y="24262"/>
                    </a:lnTo>
                    <a:cubicBezTo>
                      <a:pt x="66144" y="24304"/>
                      <a:pt x="66288" y="24347"/>
                      <a:pt x="65882" y="24380"/>
                    </a:cubicBezTo>
                    <a:lnTo>
                      <a:pt x="65815" y="24355"/>
                    </a:lnTo>
                    <a:cubicBezTo>
                      <a:pt x="65451" y="24380"/>
                      <a:pt x="64656" y="24456"/>
                      <a:pt x="64165" y="24533"/>
                    </a:cubicBezTo>
                    <a:cubicBezTo>
                      <a:pt x="64224" y="24529"/>
                      <a:pt x="64261" y="24527"/>
                      <a:pt x="64282" y="24527"/>
                    </a:cubicBezTo>
                    <a:cubicBezTo>
                      <a:pt x="64407" y="24527"/>
                      <a:pt x="63929" y="24585"/>
                      <a:pt x="63987" y="24592"/>
                    </a:cubicBezTo>
                    <a:cubicBezTo>
                      <a:pt x="64199" y="24550"/>
                      <a:pt x="64419" y="24524"/>
                      <a:pt x="64630" y="24524"/>
                    </a:cubicBezTo>
                    <a:cubicBezTo>
                      <a:pt x="64331" y="24570"/>
                      <a:pt x="63609" y="24644"/>
                      <a:pt x="63350" y="24664"/>
                    </a:cubicBezTo>
                    <a:lnTo>
                      <a:pt x="63350" y="24664"/>
                    </a:lnTo>
                    <a:lnTo>
                      <a:pt x="63920" y="24626"/>
                    </a:lnTo>
                    <a:lnTo>
                      <a:pt x="63920" y="24626"/>
                    </a:lnTo>
                    <a:cubicBezTo>
                      <a:pt x="63700" y="24668"/>
                      <a:pt x="62905" y="24769"/>
                      <a:pt x="62888" y="24778"/>
                    </a:cubicBezTo>
                    <a:cubicBezTo>
                      <a:pt x="62736" y="24783"/>
                      <a:pt x="62542" y="24800"/>
                      <a:pt x="62384" y="24811"/>
                    </a:cubicBezTo>
                    <a:lnTo>
                      <a:pt x="62384" y="24811"/>
                    </a:lnTo>
                    <a:cubicBezTo>
                      <a:pt x="62391" y="24809"/>
                      <a:pt x="62401" y="24806"/>
                      <a:pt x="62414" y="24803"/>
                    </a:cubicBezTo>
                    <a:lnTo>
                      <a:pt x="62414" y="24803"/>
                    </a:lnTo>
                    <a:cubicBezTo>
                      <a:pt x="62375" y="24808"/>
                      <a:pt x="62336" y="24813"/>
                      <a:pt x="62298" y="24817"/>
                    </a:cubicBezTo>
                    <a:lnTo>
                      <a:pt x="62298" y="24817"/>
                    </a:lnTo>
                    <a:cubicBezTo>
                      <a:pt x="62325" y="24815"/>
                      <a:pt x="62354" y="24813"/>
                      <a:pt x="62384" y="24811"/>
                    </a:cubicBezTo>
                    <a:lnTo>
                      <a:pt x="62384" y="24811"/>
                    </a:lnTo>
                    <a:cubicBezTo>
                      <a:pt x="62336" y="24827"/>
                      <a:pt x="62419" y="24829"/>
                      <a:pt x="62505" y="24829"/>
                    </a:cubicBezTo>
                    <a:cubicBezTo>
                      <a:pt x="62534" y="24829"/>
                      <a:pt x="62562" y="24829"/>
                      <a:pt x="62587" y="24829"/>
                    </a:cubicBezTo>
                    <a:lnTo>
                      <a:pt x="62587" y="24829"/>
                    </a:lnTo>
                    <a:cubicBezTo>
                      <a:pt x="62699" y="24829"/>
                      <a:pt x="62731" y="24833"/>
                      <a:pt x="62279" y="24879"/>
                    </a:cubicBezTo>
                    <a:cubicBezTo>
                      <a:pt x="62392" y="24865"/>
                      <a:pt x="62380" y="24861"/>
                      <a:pt x="62326" y="24861"/>
                    </a:cubicBezTo>
                    <a:cubicBezTo>
                      <a:pt x="62274" y="24861"/>
                      <a:pt x="62185" y="24864"/>
                      <a:pt x="62127" y="24864"/>
                    </a:cubicBezTo>
                    <a:cubicBezTo>
                      <a:pt x="62103" y="24864"/>
                      <a:pt x="62085" y="24864"/>
                      <a:pt x="62076" y="24863"/>
                    </a:cubicBezTo>
                    <a:cubicBezTo>
                      <a:pt x="61754" y="24879"/>
                      <a:pt x="61458" y="24930"/>
                      <a:pt x="61314" y="24947"/>
                    </a:cubicBezTo>
                    <a:cubicBezTo>
                      <a:pt x="61424" y="24956"/>
                      <a:pt x="61331" y="24998"/>
                      <a:pt x="61162" y="25032"/>
                    </a:cubicBezTo>
                    <a:cubicBezTo>
                      <a:pt x="61805" y="24947"/>
                      <a:pt x="63624" y="24812"/>
                      <a:pt x="63767" y="24727"/>
                    </a:cubicBezTo>
                    <a:cubicBezTo>
                      <a:pt x="64165" y="24693"/>
                      <a:pt x="64630" y="24634"/>
                      <a:pt x="65104" y="24583"/>
                    </a:cubicBezTo>
                    <a:lnTo>
                      <a:pt x="66508" y="24389"/>
                    </a:lnTo>
                    <a:cubicBezTo>
                      <a:pt x="66486" y="24389"/>
                      <a:pt x="66444" y="24393"/>
                      <a:pt x="66427" y="24393"/>
                    </a:cubicBezTo>
                    <a:cubicBezTo>
                      <a:pt x="66418" y="24393"/>
                      <a:pt x="66415" y="24392"/>
                      <a:pt x="66424" y="24389"/>
                    </a:cubicBezTo>
                    <a:lnTo>
                      <a:pt x="67210" y="24321"/>
                    </a:lnTo>
                    <a:lnTo>
                      <a:pt x="67210" y="24321"/>
                    </a:lnTo>
                    <a:lnTo>
                      <a:pt x="67024" y="24347"/>
                    </a:lnTo>
                    <a:lnTo>
                      <a:pt x="67549" y="24304"/>
                    </a:lnTo>
                    <a:cubicBezTo>
                      <a:pt x="67600" y="24304"/>
                      <a:pt x="67405" y="24347"/>
                      <a:pt x="67193" y="24380"/>
                    </a:cubicBezTo>
                    <a:cubicBezTo>
                      <a:pt x="67124" y="24390"/>
                      <a:pt x="67059" y="24396"/>
                      <a:pt x="67035" y="24396"/>
                    </a:cubicBezTo>
                    <a:cubicBezTo>
                      <a:pt x="67015" y="24396"/>
                      <a:pt x="67022" y="24392"/>
                      <a:pt x="67075" y="24380"/>
                    </a:cubicBezTo>
                    <a:lnTo>
                      <a:pt x="67075" y="24380"/>
                    </a:lnTo>
                    <a:cubicBezTo>
                      <a:pt x="66927" y="24408"/>
                      <a:pt x="66893" y="24417"/>
                      <a:pt x="66914" y="24417"/>
                    </a:cubicBezTo>
                    <a:cubicBezTo>
                      <a:pt x="66954" y="24417"/>
                      <a:pt x="67200" y="24384"/>
                      <a:pt x="67249" y="24384"/>
                    </a:cubicBezTo>
                    <a:cubicBezTo>
                      <a:pt x="67269" y="24384"/>
                      <a:pt x="67255" y="24389"/>
                      <a:pt x="67177" y="24406"/>
                    </a:cubicBezTo>
                    <a:cubicBezTo>
                      <a:pt x="67041" y="24423"/>
                      <a:pt x="66864" y="24448"/>
                      <a:pt x="66770" y="24465"/>
                    </a:cubicBezTo>
                    <a:cubicBezTo>
                      <a:pt x="67405" y="24397"/>
                      <a:pt x="67693" y="24313"/>
                      <a:pt x="68090" y="24304"/>
                    </a:cubicBezTo>
                    <a:cubicBezTo>
                      <a:pt x="68386" y="24237"/>
                      <a:pt x="68995" y="24118"/>
                      <a:pt x="69571" y="24050"/>
                    </a:cubicBezTo>
                    <a:lnTo>
                      <a:pt x="69571" y="24050"/>
                    </a:lnTo>
                    <a:cubicBezTo>
                      <a:pt x="69536" y="24058"/>
                      <a:pt x="69528" y="24062"/>
                      <a:pt x="69537" y="24062"/>
                    </a:cubicBezTo>
                    <a:cubicBezTo>
                      <a:pt x="69575" y="24062"/>
                      <a:pt x="69895" y="24011"/>
                      <a:pt x="69958" y="24011"/>
                    </a:cubicBezTo>
                    <a:cubicBezTo>
                      <a:pt x="69980" y="24011"/>
                      <a:pt x="69972" y="24017"/>
                      <a:pt x="69909" y="24034"/>
                    </a:cubicBezTo>
                    <a:cubicBezTo>
                      <a:pt x="70019" y="24008"/>
                      <a:pt x="70205" y="23983"/>
                      <a:pt x="70374" y="23957"/>
                    </a:cubicBezTo>
                    <a:cubicBezTo>
                      <a:pt x="70493" y="23940"/>
                      <a:pt x="70611" y="23915"/>
                      <a:pt x="70729" y="23890"/>
                    </a:cubicBezTo>
                    <a:lnTo>
                      <a:pt x="70729" y="23890"/>
                    </a:lnTo>
                    <a:cubicBezTo>
                      <a:pt x="70560" y="23924"/>
                      <a:pt x="70400" y="23949"/>
                      <a:pt x="70222" y="23966"/>
                    </a:cubicBezTo>
                    <a:cubicBezTo>
                      <a:pt x="70459" y="23924"/>
                      <a:pt x="70484" y="23898"/>
                      <a:pt x="70772" y="23856"/>
                    </a:cubicBezTo>
                    <a:cubicBezTo>
                      <a:pt x="70786" y="23853"/>
                      <a:pt x="70792" y="23852"/>
                      <a:pt x="70795" y="23852"/>
                    </a:cubicBezTo>
                    <a:cubicBezTo>
                      <a:pt x="70800" y="23852"/>
                      <a:pt x="70789" y="23856"/>
                      <a:pt x="70789" y="23856"/>
                    </a:cubicBezTo>
                    <a:cubicBezTo>
                      <a:pt x="71169" y="23771"/>
                      <a:pt x="70907" y="23763"/>
                      <a:pt x="71567" y="23653"/>
                    </a:cubicBezTo>
                    <a:cubicBezTo>
                      <a:pt x="72034" y="23570"/>
                      <a:pt x="72231" y="23541"/>
                      <a:pt x="72275" y="23541"/>
                    </a:cubicBezTo>
                    <a:cubicBezTo>
                      <a:pt x="72387" y="23541"/>
                      <a:pt x="71479" y="23739"/>
                      <a:pt x="71567" y="23739"/>
                    </a:cubicBezTo>
                    <a:cubicBezTo>
                      <a:pt x="71571" y="23739"/>
                      <a:pt x="71576" y="23738"/>
                      <a:pt x="71584" y="23737"/>
                    </a:cubicBezTo>
                    <a:cubicBezTo>
                      <a:pt x="71643" y="23712"/>
                      <a:pt x="72396" y="23577"/>
                      <a:pt x="72743" y="23526"/>
                    </a:cubicBezTo>
                    <a:lnTo>
                      <a:pt x="72743" y="23526"/>
                    </a:lnTo>
                    <a:lnTo>
                      <a:pt x="72667" y="23551"/>
                    </a:lnTo>
                    <a:cubicBezTo>
                      <a:pt x="72870" y="23501"/>
                      <a:pt x="73073" y="23458"/>
                      <a:pt x="73284" y="23433"/>
                    </a:cubicBezTo>
                    <a:cubicBezTo>
                      <a:pt x="73386" y="23382"/>
                      <a:pt x="73589" y="23323"/>
                      <a:pt x="73707" y="23281"/>
                    </a:cubicBezTo>
                    <a:lnTo>
                      <a:pt x="74477" y="23128"/>
                    </a:lnTo>
                    <a:lnTo>
                      <a:pt x="74477" y="23128"/>
                    </a:lnTo>
                    <a:lnTo>
                      <a:pt x="74325" y="23171"/>
                    </a:lnTo>
                    <a:lnTo>
                      <a:pt x="74325" y="23171"/>
                    </a:lnTo>
                    <a:lnTo>
                      <a:pt x="74807" y="23069"/>
                    </a:lnTo>
                    <a:lnTo>
                      <a:pt x="74807" y="23069"/>
                    </a:lnTo>
                    <a:cubicBezTo>
                      <a:pt x="74875" y="23078"/>
                      <a:pt x="74646" y="23120"/>
                      <a:pt x="74418" y="23171"/>
                    </a:cubicBezTo>
                    <a:lnTo>
                      <a:pt x="74418" y="23171"/>
                    </a:lnTo>
                    <a:cubicBezTo>
                      <a:pt x="74570" y="23162"/>
                      <a:pt x="74731" y="23128"/>
                      <a:pt x="74875" y="23078"/>
                    </a:cubicBezTo>
                    <a:lnTo>
                      <a:pt x="74875" y="23078"/>
                    </a:lnTo>
                    <a:lnTo>
                      <a:pt x="74782" y="23095"/>
                    </a:lnTo>
                    <a:cubicBezTo>
                      <a:pt x="74932" y="23055"/>
                      <a:pt x="75393" y="22941"/>
                      <a:pt x="75333" y="22941"/>
                    </a:cubicBezTo>
                    <a:cubicBezTo>
                      <a:pt x="75315" y="22941"/>
                      <a:pt x="75252" y="22951"/>
                      <a:pt x="75120" y="22976"/>
                    </a:cubicBezTo>
                    <a:cubicBezTo>
                      <a:pt x="75543" y="22866"/>
                      <a:pt x="75687" y="22883"/>
                      <a:pt x="75983" y="22807"/>
                    </a:cubicBezTo>
                    <a:lnTo>
                      <a:pt x="75983" y="22807"/>
                    </a:lnTo>
                    <a:cubicBezTo>
                      <a:pt x="76011" y="22814"/>
                      <a:pt x="75823" y="22863"/>
                      <a:pt x="75855" y="22863"/>
                    </a:cubicBezTo>
                    <a:cubicBezTo>
                      <a:pt x="75861" y="22863"/>
                      <a:pt x="75874" y="22862"/>
                      <a:pt x="75898" y="22858"/>
                    </a:cubicBezTo>
                    <a:cubicBezTo>
                      <a:pt x="76186" y="22807"/>
                      <a:pt x="76372" y="22773"/>
                      <a:pt x="76609" y="22714"/>
                    </a:cubicBezTo>
                    <a:lnTo>
                      <a:pt x="76609" y="22714"/>
                    </a:lnTo>
                    <a:cubicBezTo>
                      <a:pt x="76557" y="22722"/>
                      <a:pt x="76532" y="22724"/>
                      <a:pt x="76519" y="22724"/>
                    </a:cubicBezTo>
                    <a:cubicBezTo>
                      <a:pt x="76497" y="22724"/>
                      <a:pt x="76516" y="22716"/>
                      <a:pt x="76500" y="22716"/>
                    </a:cubicBezTo>
                    <a:cubicBezTo>
                      <a:pt x="76484" y="22716"/>
                      <a:pt x="76439" y="22723"/>
                      <a:pt x="76304" y="22748"/>
                    </a:cubicBezTo>
                    <a:cubicBezTo>
                      <a:pt x="76440" y="22714"/>
                      <a:pt x="76803" y="22629"/>
                      <a:pt x="76786" y="22621"/>
                    </a:cubicBezTo>
                    <a:lnTo>
                      <a:pt x="76786" y="22621"/>
                    </a:lnTo>
                    <a:cubicBezTo>
                      <a:pt x="76660" y="22663"/>
                      <a:pt x="76524" y="22688"/>
                      <a:pt x="76389" y="22705"/>
                    </a:cubicBezTo>
                    <a:cubicBezTo>
                      <a:pt x="76769" y="22621"/>
                      <a:pt x="77176" y="22519"/>
                      <a:pt x="77573" y="22452"/>
                    </a:cubicBezTo>
                    <a:lnTo>
                      <a:pt x="77573" y="22452"/>
                    </a:lnTo>
                    <a:cubicBezTo>
                      <a:pt x="77539" y="22460"/>
                      <a:pt x="77505" y="22469"/>
                      <a:pt x="77480" y="22485"/>
                    </a:cubicBezTo>
                    <a:cubicBezTo>
                      <a:pt x="77979" y="22333"/>
                      <a:pt x="78757" y="22172"/>
                      <a:pt x="79087" y="22046"/>
                    </a:cubicBezTo>
                    <a:lnTo>
                      <a:pt x="79087" y="22046"/>
                    </a:lnTo>
                    <a:lnTo>
                      <a:pt x="78935" y="22079"/>
                    </a:lnTo>
                    <a:cubicBezTo>
                      <a:pt x="78783" y="22130"/>
                      <a:pt x="78622" y="22164"/>
                      <a:pt x="78461" y="22189"/>
                    </a:cubicBezTo>
                    <a:cubicBezTo>
                      <a:pt x="78581" y="22161"/>
                      <a:pt x="78601" y="22153"/>
                      <a:pt x="78582" y="22153"/>
                    </a:cubicBezTo>
                    <a:cubicBezTo>
                      <a:pt x="78560" y="22153"/>
                      <a:pt x="78485" y="22164"/>
                      <a:pt x="78460" y="22164"/>
                    </a:cubicBezTo>
                    <a:cubicBezTo>
                      <a:pt x="78438" y="22164"/>
                      <a:pt x="78455" y="22155"/>
                      <a:pt x="78588" y="22122"/>
                    </a:cubicBezTo>
                    <a:cubicBezTo>
                      <a:pt x="79147" y="21969"/>
                      <a:pt x="79646" y="21876"/>
                      <a:pt x="79942" y="21766"/>
                    </a:cubicBezTo>
                    <a:lnTo>
                      <a:pt x="79942" y="21766"/>
                    </a:lnTo>
                    <a:cubicBezTo>
                      <a:pt x="79409" y="21893"/>
                      <a:pt x="78690" y="22054"/>
                      <a:pt x="78478" y="22122"/>
                    </a:cubicBezTo>
                    <a:cubicBezTo>
                      <a:pt x="78597" y="22096"/>
                      <a:pt x="78707" y="22071"/>
                      <a:pt x="78825" y="22037"/>
                    </a:cubicBezTo>
                    <a:lnTo>
                      <a:pt x="78825" y="22037"/>
                    </a:lnTo>
                    <a:cubicBezTo>
                      <a:pt x="78563" y="22122"/>
                      <a:pt x="78309" y="22189"/>
                      <a:pt x="78047" y="22266"/>
                    </a:cubicBezTo>
                    <a:cubicBezTo>
                      <a:pt x="78046" y="22265"/>
                      <a:pt x="78045" y="22265"/>
                      <a:pt x="78043" y="22265"/>
                    </a:cubicBezTo>
                    <a:cubicBezTo>
                      <a:pt x="77988" y="22265"/>
                      <a:pt x="77461" y="22405"/>
                      <a:pt x="77374" y="22405"/>
                    </a:cubicBezTo>
                    <a:cubicBezTo>
                      <a:pt x="77365" y="22405"/>
                      <a:pt x="77361" y="22404"/>
                      <a:pt x="77362" y="22401"/>
                    </a:cubicBezTo>
                    <a:lnTo>
                      <a:pt x="78089" y="22232"/>
                    </a:lnTo>
                    <a:cubicBezTo>
                      <a:pt x="78040" y="22232"/>
                      <a:pt x="77413" y="22380"/>
                      <a:pt x="77116" y="22444"/>
                    </a:cubicBezTo>
                    <a:lnTo>
                      <a:pt x="77116" y="22444"/>
                    </a:lnTo>
                    <a:lnTo>
                      <a:pt x="77438" y="22375"/>
                    </a:lnTo>
                    <a:lnTo>
                      <a:pt x="77438" y="22375"/>
                    </a:lnTo>
                    <a:cubicBezTo>
                      <a:pt x="77125" y="22460"/>
                      <a:pt x="76761" y="22553"/>
                      <a:pt x="76397" y="22629"/>
                    </a:cubicBezTo>
                    <a:cubicBezTo>
                      <a:pt x="76047" y="22703"/>
                      <a:pt x="75697" y="22776"/>
                      <a:pt x="75400" y="22849"/>
                    </a:cubicBezTo>
                    <a:lnTo>
                      <a:pt x="75400" y="22849"/>
                    </a:lnTo>
                    <a:cubicBezTo>
                      <a:pt x="75476" y="22830"/>
                      <a:pt x="75498" y="22823"/>
                      <a:pt x="75486" y="22823"/>
                    </a:cubicBezTo>
                    <a:cubicBezTo>
                      <a:pt x="75450" y="22823"/>
                      <a:pt x="75090" y="22893"/>
                      <a:pt x="75048" y="22893"/>
                    </a:cubicBezTo>
                    <a:cubicBezTo>
                      <a:pt x="75034" y="22893"/>
                      <a:pt x="75054" y="22886"/>
                      <a:pt x="75128" y="22866"/>
                    </a:cubicBezTo>
                    <a:cubicBezTo>
                      <a:pt x="75238" y="22832"/>
                      <a:pt x="75357" y="22815"/>
                      <a:pt x="75467" y="22798"/>
                    </a:cubicBezTo>
                    <a:cubicBezTo>
                      <a:pt x="75474" y="22794"/>
                      <a:pt x="75471" y="22792"/>
                      <a:pt x="75461" y="22792"/>
                    </a:cubicBezTo>
                    <a:cubicBezTo>
                      <a:pt x="75401" y="22792"/>
                      <a:pt x="75068" y="22867"/>
                      <a:pt x="74959" y="22875"/>
                    </a:cubicBezTo>
                    <a:cubicBezTo>
                      <a:pt x="74910" y="22896"/>
                      <a:pt x="74457" y="22999"/>
                      <a:pt x="74525" y="22999"/>
                    </a:cubicBezTo>
                    <a:cubicBezTo>
                      <a:pt x="74539" y="22999"/>
                      <a:pt x="74574" y="22995"/>
                      <a:pt x="74638" y="22985"/>
                    </a:cubicBezTo>
                    <a:lnTo>
                      <a:pt x="74638" y="22985"/>
                    </a:lnTo>
                    <a:cubicBezTo>
                      <a:pt x="74435" y="23018"/>
                      <a:pt x="73986" y="23120"/>
                      <a:pt x="73699" y="23162"/>
                    </a:cubicBezTo>
                    <a:cubicBezTo>
                      <a:pt x="73783" y="23171"/>
                      <a:pt x="73183" y="23281"/>
                      <a:pt x="73073" y="23314"/>
                    </a:cubicBezTo>
                    <a:cubicBezTo>
                      <a:pt x="72946" y="23331"/>
                      <a:pt x="72844" y="23348"/>
                      <a:pt x="72760" y="23357"/>
                    </a:cubicBezTo>
                    <a:lnTo>
                      <a:pt x="73665" y="23145"/>
                    </a:lnTo>
                    <a:cubicBezTo>
                      <a:pt x="73766" y="23137"/>
                      <a:pt x="73876" y="23111"/>
                      <a:pt x="73969" y="23086"/>
                    </a:cubicBezTo>
                    <a:lnTo>
                      <a:pt x="73969" y="23078"/>
                    </a:lnTo>
                    <a:cubicBezTo>
                      <a:pt x="74629" y="22925"/>
                      <a:pt x="75289" y="22756"/>
                      <a:pt x="75619" y="22672"/>
                    </a:cubicBezTo>
                    <a:lnTo>
                      <a:pt x="75619" y="22672"/>
                    </a:lnTo>
                    <a:lnTo>
                      <a:pt x="75467" y="22722"/>
                    </a:lnTo>
                    <a:cubicBezTo>
                      <a:pt x="75704" y="22655"/>
                      <a:pt x="75949" y="22604"/>
                      <a:pt x="76203" y="22553"/>
                    </a:cubicBezTo>
                    <a:lnTo>
                      <a:pt x="76583" y="22469"/>
                    </a:lnTo>
                    <a:cubicBezTo>
                      <a:pt x="76702" y="22445"/>
                      <a:pt x="76821" y="22414"/>
                      <a:pt x="76932" y="22382"/>
                    </a:cubicBezTo>
                    <a:lnTo>
                      <a:pt x="76932" y="22382"/>
                    </a:lnTo>
                    <a:cubicBezTo>
                      <a:pt x="76940" y="22381"/>
                      <a:pt x="76953" y="22379"/>
                      <a:pt x="76973" y="22375"/>
                    </a:cubicBezTo>
                    <a:cubicBezTo>
                      <a:pt x="77350" y="22295"/>
                      <a:pt x="77586" y="22224"/>
                      <a:pt x="77823" y="22159"/>
                    </a:cubicBezTo>
                    <a:lnTo>
                      <a:pt x="77823" y="22159"/>
                    </a:lnTo>
                    <a:cubicBezTo>
                      <a:pt x="77783" y="22169"/>
                      <a:pt x="77740" y="22178"/>
                      <a:pt x="77692" y="22189"/>
                    </a:cubicBezTo>
                    <a:cubicBezTo>
                      <a:pt x="77835" y="22139"/>
                      <a:pt x="78174" y="22046"/>
                      <a:pt x="78419" y="21995"/>
                    </a:cubicBezTo>
                    <a:lnTo>
                      <a:pt x="78444" y="21961"/>
                    </a:lnTo>
                    <a:cubicBezTo>
                      <a:pt x="78757" y="21859"/>
                      <a:pt x="79087" y="21817"/>
                      <a:pt x="79392" y="21707"/>
                    </a:cubicBezTo>
                    <a:lnTo>
                      <a:pt x="79392" y="21707"/>
                    </a:lnTo>
                    <a:lnTo>
                      <a:pt x="79020" y="21783"/>
                    </a:lnTo>
                    <a:lnTo>
                      <a:pt x="79079" y="21766"/>
                    </a:lnTo>
                    <a:lnTo>
                      <a:pt x="79079" y="21766"/>
                    </a:lnTo>
                    <a:cubicBezTo>
                      <a:pt x="78918" y="21809"/>
                      <a:pt x="78774" y="21851"/>
                      <a:pt x="78732" y="21868"/>
                    </a:cubicBezTo>
                    <a:cubicBezTo>
                      <a:pt x="78419" y="21953"/>
                      <a:pt x="78106" y="22012"/>
                      <a:pt x="77785" y="22046"/>
                    </a:cubicBezTo>
                    <a:cubicBezTo>
                      <a:pt x="77734" y="22055"/>
                      <a:pt x="77706" y="22059"/>
                      <a:pt x="77692" y="22059"/>
                    </a:cubicBezTo>
                    <a:cubicBezTo>
                      <a:pt x="77633" y="22059"/>
                      <a:pt x="77863" y="21985"/>
                      <a:pt x="77835" y="21978"/>
                    </a:cubicBezTo>
                    <a:lnTo>
                      <a:pt x="77835" y="21978"/>
                    </a:lnTo>
                    <a:cubicBezTo>
                      <a:pt x="77412" y="22079"/>
                      <a:pt x="77446" y="22096"/>
                      <a:pt x="77023" y="22206"/>
                    </a:cubicBezTo>
                    <a:cubicBezTo>
                      <a:pt x="76982" y="22214"/>
                      <a:pt x="76961" y="22217"/>
                      <a:pt x="76952" y="22217"/>
                    </a:cubicBezTo>
                    <a:cubicBezTo>
                      <a:pt x="76933" y="22217"/>
                      <a:pt x="76982" y="22201"/>
                      <a:pt x="77023" y="22189"/>
                    </a:cubicBezTo>
                    <a:lnTo>
                      <a:pt x="77023" y="22189"/>
                    </a:lnTo>
                    <a:lnTo>
                      <a:pt x="76719" y="22274"/>
                    </a:lnTo>
                    <a:cubicBezTo>
                      <a:pt x="76706" y="22274"/>
                      <a:pt x="76322" y="22349"/>
                      <a:pt x="76271" y="22349"/>
                    </a:cubicBezTo>
                    <a:cubicBezTo>
                      <a:pt x="76251" y="22349"/>
                      <a:pt x="76280" y="22338"/>
                      <a:pt x="76397" y="22308"/>
                    </a:cubicBezTo>
                    <a:lnTo>
                      <a:pt x="76668" y="22249"/>
                    </a:lnTo>
                    <a:lnTo>
                      <a:pt x="76668" y="22249"/>
                    </a:lnTo>
                    <a:cubicBezTo>
                      <a:pt x="76124" y="22350"/>
                      <a:pt x="75216" y="22515"/>
                      <a:pt x="75091" y="22515"/>
                    </a:cubicBezTo>
                    <a:cubicBezTo>
                      <a:pt x="75080" y="22515"/>
                      <a:pt x="75076" y="22514"/>
                      <a:pt x="75078" y="22511"/>
                    </a:cubicBezTo>
                    <a:lnTo>
                      <a:pt x="75078" y="22511"/>
                    </a:lnTo>
                    <a:cubicBezTo>
                      <a:pt x="74748" y="22570"/>
                      <a:pt x="74841" y="22570"/>
                      <a:pt x="74325" y="22663"/>
                    </a:cubicBezTo>
                    <a:cubicBezTo>
                      <a:pt x="74096" y="22731"/>
                      <a:pt x="74359" y="22705"/>
                      <a:pt x="73800" y="22824"/>
                    </a:cubicBezTo>
                    <a:lnTo>
                      <a:pt x="74249" y="22748"/>
                    </a:lnTo>
                    <a:lnTo>
                      <a:pt x="74511" y="22688"/>
                    </a:lnTo>
                    <a:lnTo>
                      <a:pt x="74046" y="22773"/>
                    </a:lnTo>
                    <a:cubicBezTo>
                      <a:pt x="74342" y="22714"/>
                      <a:pt x="74282" y="22705"/>
                      <a:pt x="74367" y="22672"/>
                    </a:cubicBezTo>
                    <a:cubicBezTo>
                      <a:pt x="75069" y="22528"/>
                      <a:pt x="75272" y="22528"/>
                      <a:pt x="75636" y="22460"/>
                    </a:cubicBezTo>
                    <a:lnTo>
                      <a:pt x="75636" y="22460"/>
                    </a:lnTo>
                    <a:cubicBezTo>
                      <a:pt x="75416" y="22519"/>
                      <a:pt x="75035" y="22595"/>
                      <a:pt x="75188" y="22595"/>
                    </a:cubicBezTo>
                    <a:cubicBezTo>
                      <a:pt x="74835" y="22645"/>
                      <a:pt x="74800" y="22694"/>
                      <a:pt x="74413" y="22751"/>
                    </a:cubicBezTo>
                    <a:lnTo>
                      <a:pt x="74413" y="22751"/>
                    </a:lnTo>
                    <a:cubicBezTo>
                      <a:pt x="74116" y="22822"/>
                      <a:pt x="74058" y="22810"/>
                      <a:pt x="73800" y="22875"/>
                    </a:cubicBezTo>
                    <a:cubicBezTo>
                      <a:pt x="73806" y="22872"/>
                      <a:pt x="73806" y="22871"/>
                      <a:pt x="73802" y="22871"/>
                    </a:cubicBezTo>
                    <a:cubicBezTo>
                      <a:pt x="73795" y="22871"/>
                      <a:pt x="73772" y="22875"/>
                      <a:pt x="73749" y="22875"/>
                    </a:cubicBezTo>
                    <a:cubicBezTo>
                      <a:pt x="73514" y="22921"/>
                      <a:pt x="73492" y="22928"/>
                      <a:pt x="73516" y="22928"/>
                    </a:cubicBezTo>
                    <a:cubicBezTo>
                      <a:pt x="73527" y="22928"/>
                      <a:pt x="73548" y="22927"/>
                      <a:pt x="73562" y="22927"/>
                    </a:cubicBezTo>
                    <a:cubicBezTo>
                      <a:pt x="73595" y="22927"/>
                      <a:pt x="73590" y="22936"/>
                      <a:pt x="73335" y="22993"/>
                    </a:cubicBezTo>
                    <a:cubicBezTo>
                      <a:pt x="73160" y="23026"/>
                      <a:pt x="73078" y="23037"/>
                      <a:pt x="73044" y="23037"/>
                    </a:cubicBezTo>
                    <a:cubicBezTo>
                      <a:pt x="72979" y="23037"/>
                      <a:pt x="73076" y="23000"/>
                      <a:pt x="73029" y="23000"/>
                    </a:cubicBezTo>
                    <a:cubicBezTo>
                      <a:pt x="73024" y="23000"/>
                      <a:pt x="73016" y="23000"/>
                      <a:pt x="73005" y="23001"/>
                    </a:cubicBezTo>
                    <a:cubicBezTo>
                      <a:pt x="73893" y="22798"/>
                      <a:pt x="72971" y="22959"/>
                      <a:pt x="73944" y="22748"/>
                    </a:cubicBezTo>
                    <a:cubicBezTo>
                      <a:pt x="73941" y="22741"/>
                      <a:pt x="73924" y="22738"/>
                      <a:pt x="73897" y="22738"/>
                    </a:cubicBezTo>
                    <a:cubicBezTo>
                      <a:pt x="73778" y="22738"/>
                      <a:pt x="73448" y="22794"/>
                      <a:pt x="73030" y="22883"/>
                    </a:cubicBezTo>
                    <a:cubicBezTo>
                      <a:pt x="73083" y="22875"/>
                      <a:pt x="73114" y="22872"/>
                      <a:pt x="73131" y="22872"/>
                    </a:cubicBezTo>
                    <a:cubicBezTo>
                      <a:pt x="73205" y="22872"/>
                      <a:pt x="73015" y="22931"/>
                      <a:pt x="73121" y="22931"/>
                    </a:cubicBezTo>
                    <a:cubicBezTo>
                      <a:pt x="73148" y="22931"/>
                      <a:pt x="73197" y="22927"/>
                      <a:pt x="73276" y="22917"/>
                    </a:cubicBezTo>
                    <a:lnTo>
                      <a:pt x="73276" y="22917"/>
                    </a:lnTo>
                    <a:cubicBezTo>
                      <a:pt x="72506" y="23078"/>
                      <a:pt x="72582" y="23145"/>
                      <a:pt x="71702" y="23255"/>
                    </a:cubicBezTo>
                    <a:lnTo>
                      <a:pt x="71728" y="23247"/>
                    </a:lnTo>
                    <a:lnTo>
                      <a:pt x="71728" y="23247"/>
                    </a:lnTo>
                    <a:lnTo>
                      <a:pt x="71372" y="23331"/>
                    </a:lnTo>
                    <a:lnTo>
                      <a:pt x="70873" y="23408"/>
                    </a:lnTo>
                    <a:cubicBezTo>
                      <a:pt x="71178" y="23314"/>
                      <a:pt x="71559" y="23272"/>
                      <a:pt x="71795" y="23205"/>
                    </a:cubicBezTo>
                    <a:lnTo>
                      <a:pt x="71795" y="23205"/>
                    </a:lnTo>
                    <a:cubicBezTo>
                      <a:pt x="71186" y="23272"/>
                      <a:pt x="70992" y="23382"/>
                      <a:pt x="70298" y="23492"/>
                    </a:cubicBezTo>
                    <a:cubicBezTo>
                      <a:pt x="70227" y="23498"/>
                      <a:pt x="70184" y="23501"/>
                      <a:pt x="70161" y="23501"/>
                    </a:cubicBezTo>
                    <a:cubicBezTo>
                      <a:pt x="70091" y="23501"/>
                      <a:pt x="70238" y="23474"/>
                      <a:pt x="70425" y="23441"/>
                    </a:cubicBezTo>
                    <a:cubicBezTo>
                      <a:pt x="70620" y="23408"/>
                      <a:pt x="70806" y="23365"/>
                      <a:pt x="70992" y="23314"/>
                    </a:cubicBezTo>
                    <a:lnTo>
                      <a:pt x="70992" y="23314"/>
                    </a:lnTo>
                    <a:cubicBezTo>
                      <a:pt x="70831" y="23348"/>
                      <a:pt x="70670" y="23374"/>
                      <a:pt x="70518" y="23374"/>
                    </a:cubicBezTo>
                    <a:cubicBezTo>
                      <a:pt x="71161" y="23281"/>
                      <a:pt x="70907" y="23289"/>
                      <a:pt x="71635" y="23179"/>
                    </a:cubicBezTo>
                    <a:lnTo>
                      <a:pt x="71635" y="23179"/>
                    </a:lnTo>
                    <a:cubicBezTo>
                      <a:pt x="71496" y="23209"/>
                      <a:pt x="71473" y="23217"/>
                      <a:pt x="71494" y="23217"/>
                    </a:cubicBezTo>
                    <a:cubicBezTo>
                      <a:pt x="71516" y="23217"/>
                      <a:pt x="71592" y="23207"/>
                      <a:pt x="71621" y="23207"/>
                    </a:cubicBezTo>
                    <a:cubicBezTo>
                      <a:pt x="71633" y="23207"/>
                      <a:pt x="71637" y="23209"/>
                      <a:pt x="71626" y="23213"/>
                    </a:cubicBezTo>
                    <a:cubicBezTo>
                      <a:pt x="71728" y="23179"/>
                      <a:pt x="72404" y="23069"/>
                      <a:pt x="72878" y="22976"/>
                    </a:cubicBezTo>
                    <a:cubicBezTo>
                      <a:pt x="72897" y="22967"/>
                      <a:pt x="72895" y="22963"/>
                      <a:pt x="72877" y="22963"/>
                    </a:cubicBezTo>
                    <a:cubicBezTo>
                      <a:pt x="72800" y="22963"/>
                      <a:pt x="72408" y="23043"/>
                      <a:pt x="72159" y="23078"/>
                    </a:cubicBezTo>
                    <a:cubicBezTo>
                      <a:pt x="71592" y="23205"/>
                      <a:pt x="70992" y="23255"/>
                      <a:pt x="70552" y="23357"/>
                    </a:cubicBezTo>
                    <a:cubicBezTo>
                      <a:pt x="70365" y="23390"/>
                      <a:pt x="70287" y="23402"/>
                      <a:pt x="70267" y="23402"/>
                    </a:cubicBezTo>
                    <a:cubicBezTo>
                      <a:pt x="70222" y="23402"/>
                      <a:pt x="70491" y="23340"/>
                      <a:pt x="70467" y="23340"/>
                    </a:cubicBezTo>
                    <a:cubicBezTo>
                      <a:pt x="69909" y="23416"/>
                      <a:pt x="70230" y="23399"/>
                      <a:pt x="70053" y="23433"/>
                    </a:cubicBezTo>
                    <a:cubicBezTo>
                      <a:pt x="69215" y="23585"/>
                      <a:pt x="69114" y="23543"/>
                      <a:pt x="68522" y="23636"/>
                    </a:cubicBezTo>
                    <a:cubicBezTo>
                      <a:pt x="68268" y="23695"/>
                      <a:pt x="67845" y="23754"/>
                      <a:pt x="67371" y="23814"/>
                    </a:cubicBezTo>
                    <a:cubicBezTo>
                      <a:pt x="66897" y="23881"/>
                      <a:pt x="66381" y="23949"/>
                      <a:pt x="65958" y="23991"/>
                    </a:cubicBezTo>
                    <a:cubicBezTo>
                      <a:pt x="66060" y="23966"/>
                      <a:pt x="65941" y="23966"/>
                      <a:pt x="65891" y="23966"/>
                    </a:cubicBezTo>
                    <a:cubicBezTo>
                      <a:pt x="65392" y="24076"/>
                      <a:pt x="65569" y="24034"/>
                      <a:pt x="64935" y="24135"/>
                    </a:cubicBezTo>
                    <a:lnTo>
                      <a:pt x="65476" y="24093"/>
                    </a:lnTo>
                    <a:lnTo>
                      <a:pt x="65476" y="24093"/>
                    </a:lnTo>
                    <a:cubicBezTo>
                      <a:pt x="65045" y="24152"/>
                      <a:pt x="64706" y="24220"/>
                      <a:pt x="64309" y="24237"/>
                    </a:cubicBezTo>
                    <a:cubicBezTo>
                      <a:pt x="64571" y="24237"/>
                      <a:pt x="64402" y="24262"/>
                      <a:pt x="64123" y="24296"/>
                    </a:cubicBezTo>
                    <a:cubicBezTo>
                      <a:pt x="63844" y="24330"/>
                      <a:pt x="63454" y="24363"/>
                      <a:pt x="63294" y="24389"/>
                    </a:cubicBezTo>
                    <a:cubicBezTo>
                      <a:pt x="62854" y="24414"/>
                      <a:pt x="62414" y="24482"/>
                      <a:pt x="62169" y="24482"/>
                    </a:cubicBezTo>
                    <a:lnTo>
                      <a:pt x="62236" y="24473"/>
                    </a:lnTo>
                    <a:lnTo>
                      <a:pt x="62236" y="24473"/>
                    </a:lnTo>
                    <a:cubicBezTo>
                      <a:pt x="62016" y="24490"/>
                      <a:pt x="61805" y="24507"/>
                      <a:pt x="61593" y="24524"/>
                    </a:cubicBezTo>
                    <a:lnTo>
                      <a:pt x="61661" y="24473"/>
                    </a:lnTo>
                    <a:lnTo>
                      <a:pt x="61661" y="24473"/>
                    </a:lnTo>
                    <a:cubicBezTo>
                      <a:pt x="61221" y="24490"/>
                      <a:pt x="60680" y="24566"/>
                      <a:pt x="60840" y="24566"/>
                    </a:cubicBezTo>
                    <a:cubicBezTo>
                      <a:pt x="60732" y="24570"/>
                      <a:pt x="60664" y="24572"/>
                      <a:pt x="60622" y="24572"/>
                    </a:cubicBezTo>
                    <a:cubicBezTo>
                      <a:pt x="60483" y="24572"/>
                      <a:pt x="60630" y="24554"/>
                      <a:pt x="60578" y="24541"/>
                    </a:cubicBezTo>
                    <a:cubicBezTo>
                      <a:pt x="60807" y="24519"/>
                      <a:pt x="61261" y="24452"/>
                      <a:pt x="61480" y="24452"/>
                    </a:cubicBezTo>
                    <a:cubicBezTo>
                      <a:pt x="61512" y="24452"/>
                      <a:pt x="61539" y="24453"/>
                      <a:pt x="61559" y="24456"/>
                    </a:cubicBezTo>
                    <a:cubicBezTo>
                      <a:pt x="61509" y="24456"/>
                      <a:pt x="61450" y="24456"/>
                      <a:pt x="61399" y="24465"/>
                    </a:cubicBezTo>
                    <a:cubicBezTo>
                      <a:pt x="62008" y="24440"/>
                      <a:pt x="62101" y="24414"/>
                      <a:pt x="62118" y="24389"/>
                    </a:cubicBezTo>
                    <a:cubicBezTo>
                      <a:pt x="62143" y="24372"/>
                      <a:pt x="62092" y="24355"/>
                      <a:pt x="62389" y="24321"/>
                    </a:cubicBezTo>
                    <a:lnTo>
                      <a:pt x="62389" y="24321"/>
                    </a:lnTo>
                    <a:cubicBezTo>
                      <a:pt x="62228" y="24338"/>
                      <a:pt x="62092" y="24347"/>
                      <a:pt x="61957" y="24347"/>
                    </a:cubicBezTo>
                    <a:cubicBezTo>
                      <a:pt x="61813" y="24355"/>
                      <a:pt x="61661" y="24372"/>
                      <a:pt x="61509" y="24380"/>
                    </a:cubicBezTo>
                    <a:cubicBezTo>
                      <a:pt x="61356" y="24397"/>
                      <a:pt x="60722" y="24456"/>
                      <a:pt x="60401" y="24499"/>
                    </a:cubicBezTo>
                    <a:cubicBezTo>
                      <a:pt x="60739" y="24465"/>
                      <a:pt x="61077" y="24440"/>
                      <a:pt x="61407" y="24440"/>
                    </a:cubicBezTo>
                    <a:cubicBezTo>
                      <a:pt x="61120" y="24456"/>
                      <a:pt x="61077" y="24490"/>
                      <a:pt x="60824" y="24490"/>
                    </a:cubicBezTo>
                    <a:lnTo>
                      <a:pt x="60908" y="24473"/>
                    </a:lnTo>
                    <a:lnTo>
                      <a:pt x="60908" y="24473"/>
                    </a:lnTo>
                    <a:lnTo>
                      <a:pt x="60587" y="24516"/>
                    </a:lnTo>
                    <a:cubicBezTo>
                      <a:pt x="60579" y="24512"/>
                      <a:pt x="60553" y="24510"/>
                      <a:pt x="60517" y="24510"/>
                    </a:cubicBezTo>
                    <a:cubicBezTo>
                      <a:pt x="60386" y="24510"/>
                      <a:pt x="60116" y="24530"/>
                      <a:pt x="60058" y="24530"/>
                    </a:cubicBezTo>
                    <a:cubicBezTo>
                      <a:pt x="60026" y="24530"/>
                      <a:pt x="60055" y="24525"/>
                      <a:pt x="60198" y="24507"/>
                    </a:cubicBezTo>
                    <a:lnTo>
                      <a:pt x="60198" y="24507"/>
                    </a:lnTo>
                    <a:cubicBezTo>
                      <a:pt x="59758" y="24541"/>
                      <a:pt x="60045" y="24541"/>
                      <a:pt x="59656" y="24575"/>
                    </a:cubicBezTo>
                    <a:cubicBezTo>
                      <a:pt x="59918" y="24566"/>
                      <a:pt x="60172" y="24541"/>
                      <a:pt x="60434" y="24524"/>
                    </a:cubicBezTo>
                    <a:lnTo>
                      <a:pt x="60434" y="24524"/>
                    </a:lnTo>
                    <a:lnTo>
                      <a:pt x="60417" y="24558"/>
                    </a:lnTo>
                    <a:cubicBezTo>
                      <a:pt x="60138" y="24592"/>
                      <a:pt x="60071" y="24583"/>
                      <a:pt x="59758" y="24600"/>
                    </a:cubicBezTo>
                    <a:lnTo>
                      <a:pt x="59783" y="24634"/>
                    </a:lnTo>
                    <a:lnTo>
                      <a:pt x="59233" y="24634"/>
                    </a:lnTo>
                    <a:cubicBezTo>
                      <a:pt x="59301" y="24651"/>
                      <a:pt x="58869" y="24668"/>
                      <a:pt x="58751" y="24676"/>
                    </a:cubicBezTo>
                    <a:cubicBezTo>
                      <a:pt x="58548" y="24676"/>
                      <a:pt x="58567" y="24650"/>
                      <a:pt x="58446" y="24650"/>
                    </a:cubicBezTo>
                    <a:cubicBezTo>
                      <a:pt x="58386" y="24650"/>
                      <a:pt x="58291" y="24657"/>
                      <a:pt x="58117" y="24676"/>
                    </a:cubicBezTo>
                    <a:lnTo>
                      <a:pt x="58159" y="24676"/>
                    </a:lnTo>
                    <a:cubicBezTo>
                      <a:pt x="57863" y="24702"/>
                      <a:pt x="57677" y="24719"/>
                      <a:pt x="57254" y="24727"/>
                    </a:cubicBezTo>
                    <a:cubicBezTo>
                      <a:pt x="57279" y="24719"/>
                      <a:pt x="57397" y="24710"/>
                      <a:pt x="57457" y="24710"/>
                    </a:cubicBezTo>
                    <a:cubicBezTo>
                      <a:pt x="56956" y="24710"/>
                      <a:pt x="56209" y="24769"/>
                      <a:pt x="55817" y="24769"/>
                    </a:cubicBezTo>
                    <a:cubicBezTo>
                      <a:pt x="55739" y="24769"/>
                      <a:pt x="55675" y="24767"/>
                      <a:pt x="55629" y="24761"/>
                    </a:cubicBezTo>
                    <a:cubicBezTo>
                      <a:pt x="55672" y="24736"/>
                      <a:pt x="55926" y="24736"/>
                      <a:pt x="55934" y="24710"/>
                    </a:cubicBezTo>
                    <a:cubicBezTo>
                      <a:pt x="56856" y="24710"/>
                      <a:pt x="56577" y="24643"/>
                      <a:pt x="57660" y="24626"/>
                    </a:cubicBezTo>
                    <a:cubicBezTo>
                      <a:pt x="57670" y="24636"/>
                      <a:pt x="57705" y="24640"/>
                      <a:pt x="57757" y="24640"/>
                    </a:cubicBezTo>
                    <a:cubicBezTo>
                      <a:pt x="57954" y="24640"/>
                      <a:pt x="58394" y="24581"/>
                      <a:pt x="58646" y="24581"/>
                    </a:cubicBezTo>
                    <a:cubicBezTo>
                      <a:pt x="58704" y="24581"/>
                      <a:pt x="58752" y="24584"/>
                      <a:pt x="58785" y="24592"/>
                    </a:cubicBezTo>
                    <a:cubicBezTo>
                      <a:pt x="58480" y="24600"/>
                      <a:pt x="58176" y="24626"/>
                      <a:pt x="57871" y="24676"/>
                    </a:cubicBezTo>
                    <a:cubicBezTo>
                      <a:pt x="58260" y="24651"/>
                      <a:pt x="58810" y="24617"/>
                      <a:pt x="59081" y="24609"/>
                    </a:cubicBezTo>
                    <a:cubicBezTo>
                      <a:pt x="58844" y="24600"/>
                      <a:pt x="58920" y="24566"/>
                      <a:pt x="59089" y="24533"/>
                    </a:cubicBezTo>
                    <a:lnTo>
                      <a:pt x="59089" y="24533"/>
                    </a:lnTo>
                    <a:cubicBezTo>
                      <a:pt x="58776" y="24558"/>
                      <a:pt x="58328" y="24583"/>
                      <a:pt x="57854" y="24592"/>
                    </a:cubicBezTo>
                    <a:cubicBezTo>
                      <a:pt x="57372" y="24609"/>
                      <a:pt x="56856" y="24609"/>
                      <a:pt x="56416" y="24626"/>
                    </a:cubicBezTo>
                    <a:lnTo>
                      <a:pt x="56518" y="24660"/>
                    </a:lnTo>
                    <a:cubicBezTo>
                      <a:pt x="56348" y="24671"/>
                      <a:pt x="56257" y="24675"/>
                      <a:pt x="56213" y="24675"/>
                    </a:cubicBezTo>
                    <a:cubicBezTo>
                      <a:pt x="56083" y="24675"/>
                      <a:pt x="56359" y="24638"/>
                      <a:pt x="56172" y="24638"/>
                    </a:cubicBezTo>
                    <a:cubicBezTo>
                      <a:pt x="56137" y="24638"/>
                      <a:pt x="56085" y="24639"/>
                      <a:pt x="56010" y="24643"/>
                    </a:cubicBezTo>
                    <a:lnTo>
                      <a:pt x="55739" y="24676"/>
                    </a:lnTo>
                    <a:lnTo>
                      <a:pt x="55706" y="24676"/>
                    </a:lnTo>
                    <a:lnTo>
                      <a:pt x="55257" y="24719"/>
                    </a:lnTo>
                    <a:cubicBezTo>
                      <a:pt x="55527" y="24711"/>
                      <a:pt x="55458" y="24692"/>
                      <a:pt x="55654" y="24692"/>
                    </a:cubicBezTo>
                    <a:cubicBezTo>
                      <a:pt x="55686" y="24692"/>
                      <a:pt x="55725" y="24692"/>
                      <a:pt x="55773" y="24693"/>
                    </a:cubicBezTo>
                    <a:cubicBezTo>
                      <a:pt x="56078" y="24693"/>
                      <a:pt x="55765" y="24727"/>
                      <a:pt x="55672" y="24744"/>
                    </a:cubicBezTo>
                    <a:cubicBezTo>
                      <a:pt x="55570" y="24744"/>
                      <a:pt x="55331" y="24748"/>
                      <a:pt x="55176" y="24748"/>
                    </a:cubicBezTo>
                    <a:cubicBezTo>
                      <a:pt x="55020" y="24748"/>
                      <a:pt x="54948" y="24744"/>
                      <a:pt x="55181" y="24727"/>
                    </a:cubicBezTo>
                    <a:lnTo>
                      <a:pt x="55181" y="24727"/>
                    </a:lnTo>
                    <a:lnTo>
                      <a:pt x="54361" y="24778"/>
                    </a:lnTo>
                    <a:cubicBezTo>
                      <a:pt x="54454" y="24761"/>
                      <a:pt x="54538" y="24753"/>
                      <a:pt x="54631" y="24744"/>
                    </a:cubicBezTo>
                    <a:lnTo>
                      <a:pt x="54631" y="24744"/>
                    </a:lnTo>
                    <a:lnTo>
                      <a:pt x="54039" y="24761"/>
                    </a:lnTo>
                    <a:lnTo>
                      <a:pt x="54064" y="24761"/>
                    </a:lnTo>
                    <a:cubicBezTo>
                      <a:pt x="53582" y="24795"/>
                      <a:pt x="52922" y="24786"/>
                      <a:pt x="52559" y="24812"/>
                    </a:cubicBezTo>
                    <a:cubicBezTo>
                      <a:pt x="53371" y="24837"/>
                      <a:pt x="52170" y="24837"/>
                      <a:pt x="52237" y="24863"/>
                    </a:cubicBezTo>
                    <a:cubicBezTo>
                      <a:pt x="51950" y="24854"/>
                      <a:pt x="51865" y="24786"/>
                      <a:pt x="52483" y="24769"/>
                    </a:cubicBezTo>
                    <a:cubicBezTo>
                      <a:pt x="52536" y="24778"/>
                      <a:pt x="52619" y="24781"/>
                      <a:pt x="52717" y="24781"/>
                    </a:cubicBezTo>
                    <a:cubicBezTo>
                      <a:pt x="52913" y="24781"/>
                      <a:pt x="53171" y="24769"/>
                      <a:pt x="53379" y="24769"/>
                    </a:cubicBezTo>
                    <a:cubicBezTo>
                      <a:pt x="53244" y="24761"/>
                      <a:pt x="53141" y="24758"/>
                      <a:pt x="53051" y="24758"/>
                    </a:cubicBezTo>
                    <a:cubicBezTo>
                      <a:pt x="52872" y="24758"/>
                      <a:pt x="52748" y="24769"/>
                      <a:pt x="52533" y="24769"/>
                    </a:cubicBezTo>
                    <a:cubicBezTo>
                      <a:pt x="52753" y="24753"/>
                      <a:pt x="52119" y="24744"/>
                      <a:pt x="52119" y="24727"/>
                    </a:cubicBezTo>
                    <a:cubicBezTo>
                      <a:pt x="52249" y="24705"/>
                      <a:pt x="52378" y="24693"/>
                      <a:pt x="52508" y="24693"/>
                    </a:cubicBezTo>
                    <a:cubicBezTo>
                      <a:pt x="52573" y="24693"/>
                      <a:pt x="52638" y="24696"/>
                      <a:pt x="52703" y="24702"/>
                    </a:cubicBezTo>
                    <a:cubicBezTo>
                      <a:pt x="53303" y="24702"/>
                      <a:pt x="52762" y="24727"/>
                      <a:pt x="52939" y="24727"/>
                    </a:cubicBezTo>
                    <a:cubicBezTo>
                      <a:pt x="53069" y="24740"/>
                      <a:pt x="53199" y="24747"/>
                      <a:pt x="53330" y="24747"/>
                    </a:cubicBezTo>
                    <a:cubicBezTo>
                      <a:pt x="53377" y="24747"/>
                      <a:pt x="53425" y="24746"/>
                      <a:pt x="53472" y="24744"/>
                    </a:cubicBezTo>
                    <a:cubicBezTo>
                      <a:pt x="53709" y="24736"/>
                      <a:pt x="53971" y="24727"/>
                      <a:pt x="54149" y="24727"/>
                    </a:cubicBezTo>
                    <a:cubicBezTo>
                      <a:pt x="54181" y="24727"/>
                      <a:pt x="54123" y="24732"/>
                      <a:pt x="54067" y="24734"/>
                    </a:cubicBezTo>
                    <a:lnTo>
                      <a:pt x="54067" y="24734"/>
                    </a:lnTo>
                    <a:cubicBezTo>
                      <a:pt x="54395" y="24726"/>
                      <a:pt x="54989" y="24717"/>
                      <a:pt x="55037" y="24693"/>
                    </a:cubicBezTo>
                    <a:lnTo>
                      <a:pt x="55037" y="24693"/>
                    </a:lnTo>
                    <a:lnTo>
                      <a:pt x="54251" y="24727"/>
                    </a:lnTo>
                    <a:cubicBezTo>
                      <a:pt x="54081" y="24719"/>
                      <a:pt x="54496" y="24702"/>
                      <a:pt x="54251" y="24693"/>
                    </a:cubicBezTo>
                    <a:lnTo>
                      <a:pt x="54251" y="24693"/>
                    </a:lnTo>
                    <a:cubicBezTo>
                      <a:pt x="54073" y="24702"/>
                      <a:pt x="53853" y="24702"/>
                      <a:pt x="53625" y="24702"/>
                    </a:cubicBezTo>
                    <a:lnTo>
                      <a:pt x="53667" y="24693"/>
                    </a:lnTo>
                    <a:cubicBezTo>
                      <a:pt x="53389" y="24683"/>
                      <a:pt x="53016" y="24679"/>
                      <a:pt x="52644" y="24679"/>
                    </a:cubicBezTo>
                    <a:cubicBezTo>
                      <a:pt x="52381" y="24679"/>
                      <a:pt x="52118" y="24681"/>
                      <a:pt x="51890" y="24685"/>
                    </a:cubicBezTo>
                    <a:cubicBezTo>
                      <a:pt x="51679" y="24744"/>
                      <a:pt x="51459" y="24795"/>
                      <a:pt x="51239" y="24820"/>
                    </a:cubicBezTo>
                    <a:lnTo>
                      <a:pt x="49987" y="24795"/>
                    </a:lnTo>
                    <a:lnTo>
                      <a:pt x="49336" y="24769"/>
                    </a:lnTo>
                    <a:lnTo>
                      <a:pt x="48684" y="24736"/>
                    </a:lnTo>
                    <a:cubicBezTo>
                      <a:pt x="48746" y="24731"/>
                      <a:pt x="48837" y="24729"/>
                      <a:pt x="48950" y="24729"/>
                    </a:cubicBezTo>
                    <a:cubicBezTo>
                      <a:pt x="49222" y="24729"/>
                      <a:pt x="49622" y="24741"/>
                      <a:pt x="50046" y="24753"/>
                    </a:cubicBezTo>
                    <a:lnTo>
                      <a:pt x="49792" y="24761"/>
                    </a:lnTo>
                    <a:cubicBezTo>
                      <a:pt x="49953" y="24767"/>
                      <a:pt x="50081" y="24769"/>
                      <a:pt x="50188" y="24769"/>
                    </a:cubicBezTo>
                    <a:cubicBezTo>
                      <a:pt x="50401" y="24769"/>
                      <a:pt x="50528" y="24761"/>
                      <a:pt x="50664" y="24761"/>
                    </a:cubicBezTo>
                    <a:cubicBezTo>
                      <a:pt x="50638" y="24761"/>
                      <a:pt x="50681" y="24769"/>
                      <a:pt x="50748" y="24778"/>
                    </a:cubicBezTo>
                    <a:cubicBezTo>
                      <a:pt x="51188" y="24778"/>
                      <a:pt x="51417" y="24753"/>
                      <a:pt x="51188" y="24727"/>
                    </a:cubicBezTo>
                    <a:lnTo>
                      <a:pt x="51188" y="24727"/>
                    </a:lnTo>
                    <a:lnTo>
                      <a:pt x="51044" y="24736"/>
                    </a:lnTo>
                    <a:lnTo>
                      <a:pt x="50748" y="24702"/>
                    </a:lnTo>
                    <a:cubicBezTo>
                      <a:pt x="50708" y="24719"/>
                      <a:pt x="50577" y="24725"/>
                      <a:pt x="50404" y="24725"/>
                    </a:cubicBezTo>
                    <a:cubicBezTo>
                      <a:pt x="50113" y="24725"/>
                      <a:pt x="49701" y="24709"/>
                      <a:pt x="49391" y="24709"/>
                    </a:cubicBezTo>
                    <a:cubicBezTo>
                      <a:pt x="49348" y="24709"/>
                      <a:pt x="49307" y="24710"/>
                      <a:pt x="49268" y="24710"/>
                    </a:cubicBezTo>
                    <a:cubicBezTo>
                      <a:pt x="49491" y="24705"/>
                      <a:pt x="49695" y="24683"/>
                      <a:pt x="49938" y="24683"/>
                    </a:cubicBezTo>
                    <a:cubicBezTo>
                      <a:pt x="50053" y="24683"/>
                      <a:pt x="50178" y="24688"/>
                      <a:pt x="50317" y="24702"/>
                    </a:cubicBezTo>
                    <a:lnTo>
                      <a:pt x="50276" y="24674"/>
                    </a:lnTo>
                    <a:lnTo>
                      <a:pt x="50276" y="24674"/>
                    </a:lnTo>
                    <a:cubicBezTo>
                      <a:pt x="50259" y="24674"/>
                      <a:pt x="50243" y="24674"/>
                      <a:pt x="50226" y="24674"/>
                    </a:cubicBezTo>
                    <a:cubicBezTo>
                      <a:pt x="50055" y="24674"/>
                      <a:pt x="49886" y="24672"/>
                      <a:pt x="49742" y="24660"/>
                    </a:cubicBezTo>
                    <a:cubicBezTo>
                      <a:pt x="49551" y="24672"/>
                      <a:pt x="49359" y="24679"/>
                      <a:pt x="49166" y="24679"/>
                    </a:cubicBezTo>
                    <a:cubicBezTo>
                      <a:pt x="48974" y="24679"/>
                      <a:pt x="48782" y="24672"/>
                      <a:pt x="48591" y="24660"/>
                    </a:cubicBezTo>
                    <a:lnTo>
                      <a:pt x="48617" y="24651"/>
                    </a:lnTo>
                    <a:lnTo>
                      <a:pt x="48617" y="24651"/>
                    </a:lnTo>
                    <a:cubicBezTo>
                      <a:pt x="48566" y="24654"/>
                      <a:pt x="48511" y="24655"/>
                      <a:pt x="48453" y="24655"/>
                    </a:cubicBezTo>
                    <a:cubicBezTo>
                      <a:pt x="47989" y="24655"/>
                      <a:pt x="47326" y="24575"/>
                      <a:pt x="47018" y="24575"/>
                    </a:cubicBezTo>
                    <a:cubicBezTo>
                      <a:pt x="46925" y="24592"/>
                      <a:pt x="47102" y="24609"/>
                      <a:pt x="47339" y="24626"/>
                    </a:cubicBezTo>
                    <a:cubicBezTo>
                      <a:pt x="47576" y="24634"/>
                      <a:pt x="47864" y="24643"/>
                      <a:pt x="47974" y="24660"/>
                    </a:cubicBezTo>
                    <a:cubicBezTo>
                      <a:pt x="47947" y="24660"/>
                      <a:pt x="47920" y="24661"/>
                      <a:pt x="47894" y="24661"/>
                    </a:cubicBezTo>
                    <a:cubicBezTo>
                      <a:pt x="47738" y="24661"/>
                      <a:pt x="47591" y="24649"/>
                      <a:pt x="47554" y="24649"/>
                    </a:cubicBezTo>
                    <a:cubicBezTo>
                      <a:pt x="47531" y="24649"/>
                      <a:pt x="47551" y="24653"/>
                      <a:pt x="47635" y="24668"/>
                    </a:cubicBezTo>
                    <a:cubicBezTo>
                      <a:pt x="47458" y="24668"/>
                      <a:pt x="47288" y="24660"/>
                      <a:pt x="47119" y="24634"/>
                    </a:cubicBezTo>
                    <a:cubicBezTo>
                      <a:pt x="46984" y="24609"/>
                      <a:pt x="46840" y="24600"/>
                      <a:pt x="46696" y="24600"/>
                    </a:cubicBezTo>
                    <a:lnTo>
                      <a:pt x="47009" y="24634"/>
                    </a:lnTo>
                    <a:cubicBezTo>
                      <a:pt x="46987" y="24635"/>
                      <a:pt x="46963" y="24635"/>
                      <a:pt x="46938" y="24635"/>
                    </a:cubicBezTo>
                    <a:cubicBezTo>
                      <a:pt x="46716" y="24635"/>
                      <a:pt x="46406" y="24608"/>
                      <a:pt x="46184" y="24608"/>
                    </a:cubicBezTo>
                    <a:cubicBezTo>
                      <a:pt x="46159" y="24608"/>
                      <a:pt x="46135" y="24608"/>
                      <a:pt x="46113" y="24609"/>
                    </a:cubicBezTo>
                    <a:cubicBezTo>
                      <a:pt x="46079" y="24643"/>
                      <a:pt x="46527" y="24634"/>
                      <a:pt x="46984" y="24676"/>
                    </a:cubicBezTo>
                    <a:lnTo>
                      <a:pt x="46772" y="24685"/>
                    </a:lnTo>
                    <a:cubicBezTo>
                      <a:pt x="47085" y="24702"/>
                      <a:pt x="47390" y="24710"/>
                      <a:pt x="47703" y="24710"/>
                    </a:cubicBezTo>
                    <a:cubicBezTo>
                      <a:pt x="47982" y="24685"/>
                      <a:pt x="47728" y="24668"/>
                      <a:pt x="48304" y="24668"/>
                    </a:cubicBezTo>
                    <a:cubicBezTo>
                      <a:pt x="48608" y="24702"/>
                      <a:pt x="48777" y="24761"/>
                      <a:pt x="48650" y="24786"/>
                    </a:cubicBezTo>
                    <a:cubicBezTo>
                      <a:pt x="48397" y="24761"/>
                      <a:pt x="47948" y="24753"/>
                      <a:pt x="47957" y="24719"/>
                    </a:cubicBezTo>
                    <a:lnTo>
                      <a:pt x="47957" y="24719"/>
                    </a:lnTo>
                    <a:cubicBezTo>
                      <a:pt x="47830" y="24736"/>
                      <a:pt x="47568" y="24736"/>
                      <a:pt x="47365" y="24736"/>
                    </a:cubicBezTo>
                    <a:cubicBezTo>
                      <a:pt x="47162" y="24736"/>
                      <a:pt x="47009" y="24736"/>
                      <a:pt x="47085" y="24753"/>
                    </a:cubicBezTo>
                    <a:lnTo>
                      <a:pt x="46984" y="24753"/>
                    </a:lnTo>
                    <a:cubicBezTo>
                      <a:pt x="46671" y="24702"/>
                      <a:pt x="46197" y="24651"/>
                      <a:pt x="45334" y="24592"/>
                    </a:cubicBezTo>
                    <a:cubicBezTo>
                      <a:pt x="45296" y="24590"/>
                      <a:pt x="45266" y="24589"/>
                      <a:pt x="45242" y="24589"/>
                    </a:cubicBezTo>
                    <a:cubicBezTo>
                      <a:pt x="45165" y="24589"/>
                      <a:pt x="45156" y="24600"/>
                      <a:pt x="45182" y="24626"/>
                    </a:cubicBezTo>
                    <a:cubicBezTo>
                      <a:pt x="45004" y="24600"/>
                      <a:pt x="44835" y="24583"/>
                      <a:pt x="44658" y="24566"/>
                    </a:cubicBezTo>
                    <a:cubicBezTo>
                      <a:pt x="44705" y="24564"/>
                      <a:pt x="44751" y="24563"/>
                      <a:pt x="44797" y="24563"/>
                    </a:cubicBezTo>
                    <a:cubicBezTo>
                      <a:pt x="44908" y="24563"/>
                      <a:pt x="45018" y="24569"/>
                      <a:pt x="45131" y="24575"/>
                    </a:cubicBezTo>
                    <a:lnTo>
                      <a:pt x="43803" y="24456"/>
                    </a:lnTo>
                    <a:lnTo>
                      <a:pt x="43913" y="24456"/>
                    </a:lnTo>
                    <a:lnTo>
                      <a:pt x="43380" y="24431"/>
                    </a:lnTo>
                    <a:lnTo>
                      <a:pt x="43380" y="24431"/>
                    </a:lnTo>
                    <a:cubicBezTo>
                      <a:pt x="43676" y="24448"/>
                      <a:pt x="44133" y="24490"/>
                      <a:pt x="44015" y="24507"/>
                    </a:cubicBezTo>
                    <a:cubicBezTo>
                      <a:pt x="43423" y="24482"/>
                      <a:pt x="43084" y="24423"/>
                      <a:pt x="42577" y="24406"/>
                    </a:cubicBezTo>
                    <a:cubicBezTo>
                      <a:pt x="42585" y="24355"/>
                      <a:pt x="42416" y="24330"/>
                      <a:pt x="42585" y="24321"/>
                    </a:cubicBezTo>
                    <a:cubicBezTo>
                      <a:pt x="42619" y="24330"/>
                      <a:pt x="42636" y="24330"/>
                      <a:pt x="42644" y="24330"/>
                    </a:cubicBezTo>
                    <a:cubicBezTo>
                      <a:pt x="42691" y="24325"/>
                      <a:pt x="42752" y="24323"/>
                      <a:pt x="42823" y="24323"/>
                    </a:cubicBezTo>
                    <a:cubicBezTo>
                      <a:pt x="42894" y="24323"/>
                      <a:pt x="42974" y="24325"/>
                      <a:pt x="43059" y="24330"/>
                    </a:cubicBezTo>
                    <a:cubicBezTo>
                      <a:pt x="43220" y="24330"/>
                      <a:pt x="43397" y="24338"/>
                      <a:pt x="43558" y="24347"/>
                    </a:cubicBezTo>
                    <a:cubicBezTo>
                      <a:pt x="43008" y="24296"/>
                      <a:pt x="42797" y="24270"/>
                      <a:pt x="42610" y="24245"/>
                    </a:cubicBezTo>
                    <a:cubicBezTo>
                      <a:pt x="42424" y="24228"/>
                      <a:pt x="42255" y="24211"/>
                      <a:pt x="41773" y="24160"/>
                    </a:cubicBezTo>
                    <a:cubicBezTo>
                      <a:pt x="41758" y="24153"/>
                      <a:pt x="41777" y="24150"/>
                      <a:pt x="41816" y="24150"/>
                    </a:cubicBezTo>
                    <a:cubicBezTo>
                      <a:pt x="41959" y="24150"/>
                      <a:pt x="42371" y="24188"/>
                      <a:pt x="42458" y="24188"/>
                    </a:cubicBezTo>
                    <a:cubicBezTo>
                      <a:pt x="42482" y="24188"/>
                      <a:pt x="42481" y="24185"/>
                      <a:pt x="42441" y="24177"/>
                    </a:cubicBezTo>
                    <a:lnTo>
                      <a:pt x="42441" y="24177"/>
                    </a:lnTo>
                    <a:cubicBezTo>
                      <a:pt x="42746" y="24211"/>
                      <a:pt x="43042" y="24253"/>
                      <a:pt x="43346" y="24279"/>
                    </a:cubicBezTo>
                    <a:cubicBezTo>
                      <a:pt x="43194" y="24270"/>
                      <a:pt x="43169" y="24270"/>
                      <a:pt x="43101" y="24270"/>
                    </a:cubicBezTo>
                    <a:cubicBezTo>
                      <a:pt x="43727" y="24304"/>
                      <a:pt x="43947" y="24355"/>
                      <a:pt x="44421" y="24355"/>
                    </a:cubicBezTo>
                    <a:cubicBezTo>
                      <a:pt x="44506" y="24367"/>
                      <a:pt x="44504" y="24371"/>
                      <a:pt x="44465" y="24371"/>
                    </a:cubicBezTo>
                    <a:cubicBezTo>
                      <a:pt x="44402" y="24371"/>
                      <a:pt x="44243" y="24361"/>
                      <a:pt x="44208" y="24361"/>
                    </a:cubicBezTo>
                    <a:cubicBezTo>
                      <a:pt x="44189" y="24361"/>
                      <a:pt x="44205" y="24364"/>
                      <a:pt x="44285" y="24372"/>
                    </a:cubicBezTo>
                    <a:cubicBezTo>
                      <a:pt x="44171" y="24363"/>
                      <a:pt x="44057" y="24359"/>
                      <a:pt x="43943" y="24359"/>
                    </a:cubicBezTo>
                    <a:cubicBezTo>
                      <a:pt x="43829" y="24359"/>
                      <a:pt x="43714" y="24363"/>
                      <a:pt x="43600" y="24372"/>
                    </a:cubicBezTo>
                    <a:cubicBezTo>
                      <a:pt x="43859" y="24400"/>
                      <a:pt x="43983" y="24407"/>
                      <a:pt x="44066" y="24407"/>
                    </a:cubicBezTo>
                    <a:cubicBezTo>
                      <a:pt x="44164" y="24407"/>
                      <a:pt x="44204" y="24397"/>
                      <a:pt x="44341" y="24397"/>
                    </a:cubicBezTo>
                    <a:cubicBezTo>
                      <a:pt x="44406" y="24397"/>
                      <a:pt x="44492" y="24399"/>
                      <a:pt x="44615" y="24406"/>
                    </a:cubicBezTo>
                    <a:lnTo>
                      <a:pt x="45072" y="24473"/>
                    </a:lnTo>
                    <a:cubicBezTo>
                      <a:pt x="45117" y="24476"/>
                      <a:pt x="45144" y="24477"/>
                      <a:pt x="45158" y="24477"/>
                    </a:cubicBezTo>
                    <a:cubicBezTo>
                      <a:pt x="45233" y="24477"/>
                      <a:pt x="44976" y="24447"/>
                      <a:pt x="44962" y="24440"/>
                    </a:cubicBezTo>
                    <a:lnTo>
                      <a:pt x="44962" y="24440"/>
                    </a:lnTo>
                    <a:cubicBezTo>
                      <a:pt x="45301" y="24465"/>
                      <a:pt x="45427" y="24482"/>
                      <a:pt x="45681" y="24499"/>
                    </a:cubicBezTo>
                    <a:cubicBezTo>
                      <a:pt x="45605" y="24490"/>
                      <a:pt x="45436" y="24473"/>
                      <a:pt x="45478" y="24465"/>
                    </a:cubicBezTo>
                    <a:lnTo>
                      <a:pt x="45478" y="24465"/>
                    </a:lnTo>
                    <a:cubicBezTo>
                      <a:pt x="45874" y="24513"/>
                      <a:pt x="46270" y="24523"/>
                      <a:pt x="46644" y="24583"/>
                    </a:cubicBezTo>
                    <a:lnTo>
                      <a:pt x="46644" y="24583"/>
                    </a:lnTo>
                    <a:cubicBezTo>
                      <a:pt x="46599" y="24566"/>
                      <a:pt x="46982" y="24566"/>
                      <a:pt x="47136" y="24566"/>
                    </a:cubicBezTo>
                    <a:lnTo>
                      <a:pt x="46341" y="24473"/>
                    </a:lnTo>
                    <a:cubicBezTo>
                      <a:pt x="45825" y="24440"/>
                      <a:pt x="45419" y="24414"/>
                      <a:pt x="44996" y="24389"/>
                    </a:cubicBezTo>
                    <a:cubicBezTo>
                      <a:pt x="44573" y="24355"/>
                      <a:pt x="44142" y="24313"/>
                      <a:pt x="43592" y="24279"/>
                    </a:cubicBezTo>
                    <a:lnTo>
                      <a:pt x="43659" y="24270"/>
                    </a:lnTo>
                    <a:lnTo>
                      <a:pt x="43093" y="24211"/>
                    </a:lnTo>
                    <a:cubicBezTo>
                      <a:pt x="42940" y="24194"/>
                      <a:pt x="42805" y="24177"/>
                      <a:pt x="42687" y="24169"/>
                    </a:cubicBezTo>
                    <a:cubicBezTo>
                      <a:pt x="42441" y="24152"/>
                      <a:pt x="42272" y="24135"/>
                      <a:pt x="42103" y="24135"/>
                    </a:cubicBezTo>
                    <a:cubicBezTo>
                      <a:pt x="41655" y="24135"/>
                      <a:pt x="41198" y="24101"/>
                      <a:pt x="40741" y="24042"/>
                    </a:cubicBezTo>
                    <a:cubicBezTo>
                      <a:pt x="40707" y="24000"/>
                      <a:pt x="40064" y="23966"/>
                      <a:pt x="40123" y="23932"/>
                    </a:cubicBezTo>
                    <a:lnTo>
                      <a:pt x="40123" y="23932"/>
                    </a:lnTo>
                    <a:cubicBezTo>
                      <a:pt x="40315" y="23958"/>
                      <a:pt x="40407" y="23968"/>
                      <a:pt x="40439" y="23968"/>
                    </a:cubicBezTo>
                    <a:cubicBezTo>
                      <a:pt x="40482" y="23968"/>
                      <a:pt x="40423" y="23951"/>
                      <a:pt x="40352" y="23932"/>
                    </a:cubicBezTo>
                    <a:cubicBezTo>
                      <a:pt x="40039" y="23924"/>
                      <a:pt x="39734" y="23890"/>
                      <a:pt x="39430" y="23847"/>
                    </a:cubicBezTo>
                    <a:cubicBezTo>
                      <a:pt x="39565" y="23847"/>
                      <a:pt x="39369" y="23812"/>
                      <a:pt x="39441" y="23812"/>
                    </a:cubicBezTo>
                    <a:cubicBezTo>
                      <a:pt x="39468" y="23812"/>
                      <a:pt x="39533" y="23817"/>
                      <a:pt x="39667" y="23831"/>
                    </a:cubicBezTo>
                    <a:cubicBezTo>
                      <a:pt x="38990" y="23737"/>
                      <a:pt x="38626" y="23687"/>
                      <a:pt x="38279" y="23670"/>
                    </a:cubicBezTo>
                    <a:cubicBezTo>
                      <a:pt x="37183" y="23544"/>
                      <a:pt x="37942" y="23576"/>
                      <a:pt x="36900" y="23437"/>
                    </a:cubicBezTo>
                    <a:lnTo>
                      <a:pt x="36900" y="23437"/>
                    </a:lnTo>
                    <a:cubicBezTo>
                      <a:pt x="36940" y="23441"/>
                      <a:pt x="36981" y="23441"/>
                      <a:pt x="37027" y="23441"/>
                    </a:cubicBezTo>
                    <a:cubicBezTo>
                      <a:pt x="36799" y="23416"/>
                      <a:pt x="36570" y="23374"/>
                      <a:pt x="36350" y="23340"/>
                    </a:cubicBezTo>
                    <a:lnTo>
                      <a:pt x="36350" y="23340"/>
                    </a:lnTo>
                    <a:lnTo>
                      <a:pt x="36570" y="23399"/>
                    </a:lnTo>
                    <a:lnTo>
                      <a:pt x="35767" y="23281"/>
                    </a:lnTo>
                    <a:cubicBezTo>
                      <a:pt x="35668" y="23269"/>
                      <a:pt x="35616" y="23264"/>
                      <a:pt x="35595" y="23264"/>
                    </a:cubicBezTo>
                    <a:cubicBezTo>
                      <a:pt x="35513" y="23264"/>
                      <a:pt x="35948" y="23342"/>
                      <a:pt x="35894" y="23348"/>
                    </a:cubicBezTo>
                    <a:lnTo>
                      <a:pt x="36063" y="23348"/>
                    </a:lnTo>
                    <a:cubicBezTo>
                      <a:pt x="36384" y="23408"/>
                      <a:pt x="36850" y="23458"/>
                      <a:pt x="36909" y="23492"/>
                    </a:cubicBezTo>
                    <a:cubicBezTo>
                      <a:pt x="36706" y="23458"/>
                      <a:pt x="36503" y="23433"/>
                      <a:pt x="36291" y="23424"/>
                    </a:cubicBezTo>
                    <a:lnTo>
                      <a:pt x="36291" y="23424"/>
                    </a:lnTo>
                    <a:lnTo>
                      <a:pt x="36799" y="23501"/>
                    </a:lnTo>
                    <a:cubicBezTo>
                      <a:pt x="36850" y="23518"/>
                      <a:pt x="36900" y="23534"/>
                      <a:pt x="36960" y="23551"/>
                    </a:cubicBezTo>
                    <a:cubicBezTo>
                      <a:pt x="37459" y="23627"/>
                      <a:pt x="37848" y="23687"/>
                      <a:pt x="38144" y="23704"/>
                    </a:cubicBezTo>
                    <a:cubicBezTo>
                      <a:pt x="37932" y="23670"/>
                      <a:pt x="37806" y="23678"/>
                      <a:pt x="37619" y="23636"/>
                    </a:cubicBezTo>
                    <a:cubicBezTo>
                      <a:pt x="37873" y="23636"/>
                      <a:pt x="38491" y="23729"/>
                      <a:pt x="39100" y="23797"/>
                    </a:cubicBezTo>
                    <a:cubicBezTo>
                      <a:pt x="39117" y="23805"/>
                      <a:pt x="39303" y="23831"/>
                      <a:pt x="39227" y="23831"/>
                    </a:cubicBezTo>
                    <a:cubicBezTo>
                      <a:pt x="39210" y="23831"/>
                      <a:pt x="39108" y="23822"/>
                      <a:pt x="39049" y="23814"/>
                    </a:cubicBezTo>
                    <a:lnTo>
                      <a:pt x="39049" y="23814"/>
                    </a:lnTo>
                    <a:cubicBezTo>
                      <a:pt x="39091" y="23831"/>
                      <a:pt x="38753" y="23805"/>
                      <a:pt x="39320" y="23881"/>
                    </a:cubicBezTo>
                    <a:lnTo>
                      <a:pt x="38922" y="23873"/>
                    </a:lnTo>
                    <a:lnTo>
                      <a:pt x="38694" y="23873"/>
                    </a:lnTo>
                    <a:cubicBezTo>
                      <a:pt x="38364" y="23831"/>
                      <a:pt x="37899" y="23771"/>
                      <a:pt x="37636" y="23721"/>
                    </a:cubicBezTo>
                    <a:lnTo>
                      <a:pt x="37653" y="23721"/>
                    </a:lnTo>
                    <a:cubicBezTo>
                      <a:pt x="37374" y="23678"/>
                      <a:pt x="36757" y="23611"/>
                      <a:pt x="36714" y="23568"/>
                    </a:cubicBezTo>
                    <a:cubicBezTo>
                      <a:pt x="36601" y="23558"/>
                      <a:pt x="36366" y="23523"/>
                      <a:pt x="36334" y="23523"/>
                    </a:cubicBezTo>
                    <a:cubicBezTo>
                      <a:pt x="36317" y="23523"/>
                      <a:pt x="36366" y="23534"/>
                      <a:pt x="36545" y="23568"/>
                    </a:cubicBezTo>
                    <a:lnTo>
                      <a:pt x="35724" y="23450"/>
                    </a:lnTo>
                    <a:cubicBezTo>
                      <a:pt x="35832" y="23431"/>
                      <a:pt x="35432" y="23346"/>
                      <a:pt x="35560" y="23346"/>
                    </a:cubicBezTo>
                    <a:cubicBezTo>
                      <a:pt x="35604" y="23346"/>
                      <a:pt x="35710" y="23356"/>
                      <a:pt x="35919" y="23382"/>
                    </a:cubicBezTo>
                    <a:lnTo>
                      <a:pt x="35115" y="23264"/>
                    </a:lnTo>
                    <a:lnTo>
                      <a:pt x="35200" y="23264"/>
                    </a:lnTo>
                    <a:cubicBezTo>
                      <a:pt x="35259" y="23272"/>
                      <a:pt x="35318" y="23281"/>
                      <a:pt x="35369" y="23298"/>
                    </a:cubicBezTo>
                    <a:cubicBezTo>
                      <a:pt x="35397" y="23299"/>
                      <a:pt x="35419" y="23300"/>
                      <a:pt x="35435" y="23300"/>
                    </a:cubicBezTo>
                    <a:cubicBezTo>
                      <a:pt x="35584" y="23300"/>
                      <a:pt x="35200" y="23231"/>
                      <a:pt x="34802" y="23162"/>
                    </a:cubicBezTo>
                    <a:lnTo>
                      <a:pt x="34692" y="23162"/>
                    </a:lnTo>
                    <a:cubicBezTo>
                      <a:pt x="34320" y="23078"/>
                      <a:pt x="34092" y="23010"/>
                      <a:pt x="33584" y="22925"/>
                    </a:cubicBezTo>
                    <a:cubicBezTo>
                      <a:pt x="33178" y="22875"/>
                      <a:pt x="32781" y="22841"/>
                      <a:pt x="32375" y="22782"/>
                    </a:cubicBezTo>
                    <a:lnTo>
                      <a:pt x="32028" y="22714"/>
                    </a:lnTo>
                    <a:cubicBezTo>
                      <a:pt x="31887" y="22667"/>
                      <a:pt x="31428" y="22577"/>
                      <a:pt x="31527" y="22577"/>
                    </a:cubicBezTo>
                    <a:cubicBezTo>
                      <a:pt x="31535" y="22577"/>
                      <a:pt x="31546" y="22577"/>
                      <a:pt x="31562" y="22579"/>
                    </a:cubicBezTo>
                    <a:cubicBezTo>
                      <a:pt x="31551" y="22573"/>
                      <a:pt x="31551" y="22570"/>
                      <a:pt x="31562" y="22570"/>
                    </a:cubicBezTo>
                    <a:cubicBezTo>
                      <a:pt x="31598" y="22570"/>
                      <a:pt x="31743" y="22599"/>
                      <a:pt x="31918" y="22638"/>
                    </a:cubicBezTo>
                    <a:cubicBezTo>
                      <a:pt x="31935" y="22646"/>
                      <a:pt x="31928" y="22646"/>
                      <a:pt x="31922" y="22646"/>
                    </a:cubicBezTo>
                    <a:cubicBezTo>
                      <a:pt x="31916" y="22646"/>
                      <a:pt x="31909" y="22646"/>
                      <a:pt x="31926" y="22655"/>
                    </a:cubicBezTo>
                    <a:cubicBezTo>
                      <a:pt x="32002" y="22646"/>
                      <a:pt x="32028" y="22638"/>
                      <a:pt x="31757" y="22562"/>
                    </a:cubicBezTo>
                    <a:lnTo>
                      <a:pt x="31757" y="22562"/>
                    </a:lnTo>
                    <a:cubicBezTo>
                      <a:pt x="32036" y="22621"/>
                      <a:pt x="32070" y="22629"/>
                      <a:pt x="32273" y="22663"/>
                    </a:cubicBezTo>
                    <a:lnTo>
                      <a:pt x="32012" y="22602"/>
                    </a:lnTo>
                    <a:lnTo>
                      <a:pt x="32012" y="22602"/>
                    </a:lnTo>
                    <a:cubicBezTo>
                      <a:pt x="32220" y="22650"/>
                      <a:pt x="32485" y="22690"/>
                      <a:pt x="32688" y="22722"/>
                    </a:cubicBezTo>
                    <a:cubicBezTo>
                      <a:pt x="32785" y="22743"/>
                      <a:pt x="32888" y="22758"/>
                      <a:pt x="32992" y="22758"/>
                    </a:cubicBezTo>
                    <a:cubicBezTo>
                      <a:pt x="33015" y="22758"/>
                      <a:pt x="33037" y="22758"/>
                      <a:pt x="33060" y="22756"/>
                    </a:cubicBezTo>
                    <a:lnTo>
                      <a:pt x="33060" y="22756"/>
                    </a:lnTo>
                    <a:cubicBezTo>
                      <a:pt x="33053" y="22757"/>
                      <a:pt x="33047" y="22757"/>
                      <a:pt x="33040" y="22757"/>
                    </a:cubicBezTo>
                    <a:cubicBezTo>
                      <a:pt x="32900" y="22757"/>
                      <a:pt x="32651" y="22677"/>
                      <a:pt x="32434" y="22621"/>
                    </a:cubicBezTo>
                    <a:lnTo>
                      <a:pt x="32434" y="22621"/>
                    </a:lnTo>
                    <a:cubicBezTo>
                      <a:pt x="32557" y="22644"/>
                      <a:pt x="32773" y="22680"/>
                      <a:pt x="32799" y="22680"/>
                    </a:cubicBezTo>
                    <a:cubicBezTo>
                      <a:pt x="32810" y="22680"/>
                      <a:pt x="32784" y="22673"/>
                      <a:pt x="32696" y="22655"/>
                    </a:cubicBezTo>
                    <a:cubicBezTo>
                      <a:pt x="32625" y="22649"/>
                      <a:pt x="32232" y="22573"/>
                      <a:pt x="32181" y="22573"/>
                    </a:cubicBezTo>
                    <a:cubicBezTo>
                      <a:pt x="32158" y="22573"/>
                      <a:pt x="32201" y="22588"/>
                      <a:pt x="32366" y="22629"/>
                    </a:cubicBezTo>
                    <a:cubicBezTo>
                      <a:pt x="32129" y="22587"/>
                      <a:pt x="31816" y="22528"/>
                      <a:pt x="31554" y="22469"/>
                    </a:cubicBezTo>
                    <a:lnTo>
                      <a:pt x="31554" y="22469"/>
                    </a:lnTo>
                    <a:cubicBezTo>
                      <a:pt x="31658" y="22485"/>
                      <a:pt x="31705" y="22491"/>
                      <a:pt x="31725" y="22491"/>
                    </a:cubicBezTo>
                    <a:cubicBezTo>
                      <a:pt x="31765" y="22491"/>
                      <a:pt x="31695" y="22469"/>
                      <a:pt x="31757" y="22469"/>
                    </a:cubicBezTo>
                    <a:cubicBezTo>
                      <a:pt x="31691" y="22452"/>
                      <a:pt x="31622" y="22443"/>
                      <a:pt x="31554" y="22443"/>
                    </a:cubicBezTo>
                    <a:cubicBezTo>
                      <a:pt x="31517" y="22443"/>
                      <a:pt x="31480" y="22446"/>
                      <a:pt x="31444" y="22452"/>
                    </a:cubicBezTo>
                    <a:cubicBezTo>
                      <a:pt x="30657" y="22257"/>
                      <a:pt x="30361" y="22122"/>
                      <a:pt x="29473" y="21927"/>
                    </a:cubicBezTo>
                    <a:cubicBezTo>
                      <a:pt x="29466" y="21926"/>
                      <a:pt x="29462" y="21926"/>
                      <a:pt x="29460" y="21926"/>
                    </a:cubicBezTo>
                    <a:cubicBezTo>
                      <a:pt x="29429" y="21926"/>
                      <a:pt x="30001" y="22046"/>
                      <a:pt x="29921" y="22046"/>
                    </a:cubicBezTo>
                    <a:cubicBezTo>
                      <a:pt x="29270" y="21927"/>
                      <a:pt x="29092" y="21817"/>
                      <a:pt x="28534" y="21690"/>
                    </a:cubicBezTo>
                    <a:lnTo>
                      <a:pt x="28534" y="21690"/>
                    </a:lnTo>
                    <a:lnTo>
                      <a:pt x="28678" y="21766"/>
                    </a:lnTo>
                    <a:cubicBezTo>
                      <a:pt x="28500" y="21724"/>
                      <a:pt x="28086" y="21623"/>
                      <a:pt x="27874" y="21572"/>
                    </a:cubicBezTo>
                    <a:cubicBezTo>
                      <a:pt x="27835" y="21552"/>
                      <a:pt x="27475" y="21436"/>
                      <a:pt x="27520" y="21436"/>
                    </a:cubicBezTo>
                    <a:cubicBezTo>
                      <a:pt x="27534" y="21436"/>
                      <a:pt x="27581" y="21446"/>
                      <a:pt x="27680" y="21470"/>
                    </a:cubicBezTo>
                    <a:cubicBezTo>
                      <a:pt x="27375" y="21377"/>
                      <a:pt x="27071" y="21310"/>
                      <a:pt x="26758" y="21259"/>
                    </a:cubicBezTo>
                    <a:cubicBezTo>
                      <a:pt x="26411" y="21191"/>
                      <a:pt x="26072" y="21107"/>
                      <a:pt x="25734" y="21005"/>
                    </a:cubicBezTo>
                    <a:lnTo>
                      <a:pt x="25734" y="21005"/>
                    </a:lnTo>
                    <a:cubicBezTo>
                      <a:pt x="26233" y="21157"/>
                      <a:pt x="26292" y="21166"/>
                      <a:pt x="26690" y="21284"/>
                    </a:cubicBezTo>
                    <a:cubicBezTo>
                      <a:pt x="26545" y="21249"/>
                      <a:pt x="26491" y="21238"/>
                      <a:pt x="26482" y="21238"/>
                    </a:cubicBezTo>
                    <a:cubicBezTo>
                      <a:pt x="26463" y="21238"/>
                      <a:pt x="26605" y="21282"/>
                      <a:pt x="26571" y="21293"/>
                    </a:cubicBezTo>
                    <a:cubicBezTo>
                      <a:pt x="26376" y="21215"/>
                      <a:pt x="25844" y="21071"/>
                      <a:pt x="25869" y="21071"/>
                    </a:cubicBezTo>
                    <a:cubicBezTo>
                      <a:pt x="25877" y="21071"/>
                      <a:pt x="25934" y="21084"/>
                      <a:pt x="26064" y="21115"/>
                    </a:cubicBezTo>
                    <a:cubicBezTo>
                      <a:pt x="25734" y="21014"/>
                      <a:pt x="25057" y="20819"/>
                      <a:pt x="24896" y="20785"/>
                    </a:cubicBezTo>
                    <a:lnTo>
                      <a:pt x="24896" y="20785"/>
                    </a:lnTo>
                    <a:lnTo>
                      <a:pt x="25170" y="20879"/>
                    </a:lnTo>
                    <a:lnTo>
                      <a:pt x="25170" y="20879"/>
                    </a:lnTo>
                    <a:cubicBezTo>
                      <a:pt x="25232" y="20896"/>
                      <a:pt x="25302" y="20915"/>
                      <a:pt x="25379" y="20937"/>
                    </a:cubicBezTo>
                    <a:cubicBezTo>
                      <a:pt x="25669" y="21029"/>
                      <a:pt x="25731" y="21053"/>
                      <a:pt x="25712" y="21053"/>
                    </a:cubicBezTo>
                    <a:cubicBezTo>
                      <a:pt x="25692" y="21053"/>
                      <a:pt x="25585" y="21027"/>
                      <a:pt x="25555" y="21027"/>
                    </a:cubicBezTo>
                    <a:cubicBezTo>
                      <a:pt x="25532" y="21027"/>
                      <a:pt x="25557" y="21043"/>
                      <a:pt x="25709" y="21098"/>
                    </a:cubicBezTo>
                    <a:lnTo>
                      <a:pt x="26309" y="21242"/>
                    </a:lnTo>
                    <a:lnTo>
                      <a:pt x="26309" y="21242"/>
                    </a:lnTo>
                    <a:lnTo>
                      <a:pt x="26030" y="21157"/>
                    </a:lnTo>
                    <a:cubicBezTo>
                      <a:pt x="26032" y="21157"/>
                      <a:pt x="26033" y="21157"/>
                      <a:pt x="26035" y="21157"/>
                    </a:cubicBezTo>
                    <a:cubicBezTo>
                      <a:pt x="26142" y="21157"/>
                      <a:pt x="26778" y="21371"/>
                      <a:pt x="26875" y="21371"/>
                    </a:cubicBezTo>
                    <a:cubicBezTo>
                      <a:pt x="26887" y="21371"/>
                      <a:pt x="26891" y="21368"/>
                      <a:pt x="26884" y="21360"/>
                    </a:cubicBezTo>
                    <a:lnTo>
                      <a:pt x="26884" y="21360"/>
                    </a:lnTo>
                    <a:cubicBezTo>
                      <a:pt x="27477" y="21546"/>
                      <a:pt x="27663" y="21580"/>
                      <a:pt x="28323" y="21783"/>
                    </a:cubicBezTo>
                    <a:cubicBezTo>
                      <a:pt x="28347" y="21787"/>
                      <a:pt x="28362" y="21789"/>
                      <a:pt x="28369" y="21789"/>
                    </a:cubicBezTo>
                    <a:cubicBezTo>
                      <a:pt x="28407" y="21789"/>
                      <a:pt x="28271" y="21749"/>
                      <a:pt x="28127" y="21710"/>
                    </a:cubicBezTo>
                    <a:lnTo>
                      <a:pt x="28127" y="21710"/>
                    </a:lnTo>
                    <a:cubicBezTo>
                      <a:pt x="28398" y="21779"/>
                      <a:pt x="28458" y="21760"/>
                      <a:pt x="28855" y="21885"/>
                    </a:cubicBezTo>
                    <a:cubicBezTo>
                      <a:pt x="28914" y="21900"/>
                      <a:pt x="28948" y="21907"/>
                      <a:pt x="28960" y="21907"/>
                    </a:cubicBezTo>
                    <a:cubicBezTo>
                      <a:pt x="28988" y="21907"/>
                      <a:pt x="28881" y="21866"/>
                      <a:pt x="28670" y="21808"/>
                    </a:cubicBezTo>
                    <a:lnTo>
                      <a:pt x="28670" y="21808"/>
                    </a:lnTo>
                    <a:cubicBezTo>
                      <a:pt x="28964" y="21883"/>
                      <a:pt x="29257" y="21940"/>
                      <a:pt x="29583" y="22029"/>
                    </a:cubicBezTo>
                    <a:lnTo>
                      <a:pt x="29202" y="21910"/>
                    </a:lnTo>
                    <a:lnTo>
                      <a:pt x="29202" y="21910"/>
                    </a:lnTo>
                    <a:lnTo>
                      <a:pt x="29600" y="22003"/>
                    </a:lnTo>
                    <a:lnTo>
                      <a:pt x="29270" y="21910"/>
                    </a:lnTo>
                    <a:lnTo>
                      <a:pt x="29270" y="21910"/>
                    </a:lnTo>
                    <a:cubicBezTo>
                      <a:pt x="30031" y="22088"/>
                      <a:pt x="30903" y="22308"/>
                      <a:pt x="31300" y="22418"/>
                    </a:cubicBezTo>
                    <a:cubicBezTo>
                      <a:pt x="31131" y="22392"/>
                      <a:pt x="30936" y="22359"/>
                      <a:pt x="30733" y="22316"/>
                    </a:cubicBezTo>
                    <a:lnTo>
                      <a:pt x="30124" y="22172"/>
                    </a:lnTo>
                    <a:cubicBezTo>
                      <a:pt x="29718" y="22088"/>
                      <a:pt x="29346" y="22003"/>
                      <a:pt x="29152" y="21978"/>
                    </a:cubicBezTo>
                    <a:lnTo>
                      <a:pt x="29152" y="21978"/>
                    </a:lnTo>
                    <a:cubicBezTo>
                      <a:pt x="29295" y="22029"/>
                      <a:pt x="29684" y="22079"/>
                      <a:pt x="29862" y="22156"/>
                    </a:cubicBezTo>
                    <a:lnTo>
                      <a:pt x="30074" y="22181"/>
                    </a:lnTo>
                    <a:cubicBezTo>
                      <a:pt x="30353" y="22232"/>
                      <a:pt x="30623" y="22299"/>
                      <a:pt x="30886" y="22384"/>
                    </a:cubicBezTo>
                    <a:cubicBezTo>
                      <a:pt x="30251" y="22257"/>
                      <a:pt x="30082" y="22232"/>
                      <a:pt x="29752" y="22181"/>
                    </a:cubicBezTo>
                    <a:cubicBezTo>
                      <a:pt x="29701" y="22172"/>
                      <a:pt x="29642" y="22164"/>
                      <a:pt x="29591" y="22147"/>
                    </a:cubicBezTo>
                    <a:cubicBezTo>
                      <a:pt x="29405" y="22105"/>
                      <a:pt x="29101" y="22029"/>
                      <a:pt x="28923" y="21995"/>
                    </a:cubicBezTo>
                    <a:cubicBezTo>
                      <a:pt x="28800" y="21963"/>
                      <a:pt x="28790" y="21956"/>
                      <a:pt x="28811" y="21956"/>
                    </a:cubicBezTo>
                    <a:cubicBezTo>
                      <a:pt x="28829" y="21956"/>
                      <a:pt x="28869" y="21961"/>
                      <a:pt x="28881" y="21961"/>
                    </a:cubicBezTo>
                    <a:cubicBezTo>
                      <a:pt x="28128" y="21733"/>
                      <a:pt x="27578" y="21673"/>
                      <a:pt x="26783" y="21436"/>
                    </a:cubicBezTo>
                    <a:cubicBezTo>
                      <a:pt x="26783" y="21421"/>
                      <a:pt x="26284" y="21270"/>
                      <a:pt x="26324" y="21270"/>
                    </a:cubicBezTo>
                    <a:cubicBezTo>
                      <a:pt x="26329" y="21270"/>
                      <a:pt x="26340" y="21271"/>
                      <a:pt x="26360" y="21276"/>
                    </a:cubicBezTo>
                    <a:cubicBezTo>
                      <a:pt x="25895" y="21140"/>
                      <a:pt x="25632" y="21090"/>
                      <a:pt x="25319" y="21022"/>
                    </a:cubicBezTo>
                    <a:cubicBezTo>
                      <a:pt x="25267" y="20984"/>
                      <a:pt x="24745" y="20846"/>
                      <a:pt x="24804" y="20846"/>
                    </a:cubicBezTo>
                    <a:cubicBezTo>
                      <a:pt x="24810" y="20846"/>
                      <a:pt x="24823" y="20848"/>
                      <a:pt x="24843" y="20851"/>
                    </a:cubicBezTo>
                    <a:lnTo>
                      <a:pt x="24843" y="20851"/>
                    </a:lnTo>
                    <a:cubicBezTo>
                      <a:pt x="24695" y="20826"/>
                      <a:pt x="24554" y="20793"/>
                      <a:pt x="24414" y="20760"/>
                    </a:cubicBezTo>
                    <a:cubicBezTo>
                      <a:pt x="24127" y="20658"/>
                      <a:pt x="23518" y="20481"/>
                      <a:pt x="23425" y="20430"/>
                    </a:cubicBezTo>
                    <a:cubicBezTo>
                      <a:pt x="23103" y="20337"/>
                      <a:pt x="23323" y="20438"/>
                      <a:pt x="22883" y="20286"/>
                    </a:cubicBezTo>
                    <a:cubicBezTo>
                      <a:pt x="22896" y="20286"/>
                      <a:pt x="22892" y="20282"/>
                      <a:pt x="22896" y="20282"/>
                    </a:cubicBezTo>
                    <a:cubicBezTo>
                      <a:pt x="22897" y="20282"/>
                      <a:pt x="22899" y="20282"/>
                      <a:pt x="22902" y="20283"/>
                    </a:cubicBezTo>
                    <a:lnTo>
                      <a:pt x="22902" y="20283"/>
                    </a:lnTo>
                    <a:cubicBezTo>
                      <a:pt x="22682" y="20207"/>
                      <a:pt x="22264" y="20062"/>
                      <a:pt x="22071" y="20015"/>
                    </a:cubicBezTo>
                    <a:lnTo>
                      <a:pt x="22071" y="20015"/>
                    </a:lnTo>
                    <a:cubicBezTo>
                      <a:pt x="22376" y="20125"/>
                      <a:pt x="22139" y="20041"/>
                      <a:pt x="22502" y="20176"/>
                    </a:cubicBezTo>
                    <a:cubicBezTo>
                      <a:pt x="22409" y="20159"/>
                      <a:pt x="22325" y="20134"/>
                      <a:pt x="22232" y="20100"/>
                    </a:cubicBezTo>
                    <a:cubicBezTo>
                      <a:pt x="22071" y="20049"/>
                      <a:pt x="21868" y="19981"/>
                      <a:pt x="21657" y="19905"/>
                    </a:cubicBezTo>
                    <a:lnTo>
                      <a:pt x="21657" y="19905"/>
                    </a:lnTo>
                    <a:cubicBezTo>
                      <a:pt x="21767" y="19936"/>
                      <a:pt x="21819" y="19948"/>
                      <a:pt x="21833" y="19948"/>
                    </a:cubicBezTo>
                    <a:cubicBezTo>
                      <a:pt x="21885" y="19948"/>
                      <a:pt x="21421" y="19784"/>
                      <a:pt x="21450" y="19784"/>
                    </a:cubicBezTo>
                    <a:cubicBezTo>
                      <a:pt x="21454" y="19784"/>
                      <a:pt x="21468" y="19788"/>
                      <a:pt x="21496" y="19795"/>
                    </a:cubicBezTo>
                    <a:cubicBezTo>
                      <a:pt x="20591" y="19491"/>
                      <a:pt x="20066" y="19330"/>
                      <a:pt x="19305" y="19093"/>
                    </a:cubicBezTo>
                    <a:cubicBezTo>
                      <a:pt x="18417" y="18780"/>
                      <a:pt x="17334" y="18340"/>
                      <a:pt x="16649" y="18078"/>
                    </a:cubicBezTo>
                    <a:lnTo>
                      <a:pt x="16649" y="18078"/>
                    </a:lnTo>
                    <a:lnTo>
                      <a:pt x="16733" y="18120"/>
                    </a:lnTo>
                    <a:lnTo>
                      <a:pt x="16319" y="17968"/>
                    </a:lnTo>
                    <a:cubicBezTo>
                      <a:pt x="16090" y="17875"/>
                      <a:pt x="16327" y="17934"/>
                      <a:pt x="15963" y="17791"/>
                    </a:cubicBezTo>
                    <a:lnTo>
                      <a:pt x="15963" y="17791"/>
                    </a:lnTo>
                    <a:cubicBezTo>
                      <a:pt x="16099" y="17816"/>
                      <a:pt x="16598" y="18053"/>
                      <a:pt x="16978" y="18180"/>
                    </a:cubicBezTo>
                    <a:cubicBezTo>
                      <a:pt x="16832" y="18112"/>
                      <a:pt x="16787" y="18088"/>
                      <a:pt x="16799" y="18088"/>
                    </a:cubicBezTo>
                    <a:cubicBezTo>
                      <a:pt x="16829" y="18088"/>
                      <a:pt x="17223" y="18243"/>
                      <a:pt x="17251" y="18243"/>
                    </a:cubicBezTo>
                    <a:cubicBezTo>
                      <a:pt x="17259" y="18243"/>
                      <a:pt x="17236" y="18230"/>
                      <a:pt x="17165" y="18197"/>
                    </a:cubicBezTo>
                    <a:cubicBezTo>
                      <a:pt x="16877" y="18112"/>
                      <a:pt x="16589" y="18010"/>
                      <a:pt x="16319" y="17884"/>
                    </a:cubicBezTo>
                    <a:cubicBezTo>
                      <a:pt x="15938" y="17714"/>
                      <a:pt x="15523" y="17537"/>
                      <a:pt x="15244" y="17427"/>
                    </a:cubicBezTo>
                    <a:cubicBezTo>
                      <a:pt x="15103" y="17361"/>
                      <a:pt x="15056" y="17336"/>
                      <a:pt x="15058" y="17334"/>
                    </a:cubicBezTo>
                    <a:lnTo>
                      <a:pt x="15058" y="17334"/>
                    </a:lnTo>
                    <a:lnTo>
                      <a:pt x="15058" y="17334"/>
                    </a:lnTo>
                    <a:cubicBezTo>
                      <a:pt x="14855" y="17232"/>
                      <a:pt x="14787" y="17198"/>
                      <a:pt x="14796" y="17181"/>
                    </a:cubicBezTo>
                    <a:cubicBezTo>
                      <a:pt x="14517" y="17055"/>
                      <a:pt x="14221" y="16911"/>
                      <a:pt x="13933" y="16775"/>
                    </a:cubicBezTo>
                    <a:cubicBezTo>
                      <a:pt x="13637" y="16640"/>
                      <a:pt x="13366" y="16513"/>
                      <a:pt x="13121" y="16412"/>
                    </a:cubicBezTo>
                    <a:lnTo>
                      <a:pt x="13121" y="16412"/>
                    </a:lnTo>
                    <a:cubicBezTo>
                      <a:pt x="13323" y="16504"/>
                      <a:pt x="13368" y="16527"/>
                      <a:pt x="13359" y="16527"/>
                    </a:cubicBezTo>
                    <a:cubicBezTo>
                      <a:pt x="13351" y="16527"/>
                      <a:pt x="13291" y="16505"/>
                      <a:pt x="13276" y="16505"/>
                    </a:cubicBezTo>
                    <a:cubicBezTo>
                      <a:pt x="13261" y="16505"/>
                      <a:pt x="13298" y="16530"/>
                      <a:pt x="13502" y="16632"/>
                    </a:cubicBezTo>
                    <a:cubicBezTo>
                      <a:pt x="13409" y="16589"/>
                      <a:pt x="13256" y="16530"/>
                      <a:pt x="13096" y="16445"/>
                    </a:cubicBezTo>
                    <a:cubicBezTo>
                      <a:pt x="12935" y="16361"/>
                      <a:pt x="12749" y="16268"/>
                      <a:pt x="12571" y="16175"/>
                    </a:cubicBezTo>
                    <a:lnTo>
                      <a:pt x="12571" y="16175"/>
                    </a:lnTo>
                    <a:cubicBezTo>
                      <a:pt x="12630" y="16203"/>
                      <a:pt x="12656" y="16214"/>
                      <a:pt x="12662" y="16214"/>
                    </a:cubicBezTo>
                    <a:cubicBezTo>
                      <a:pt x="12681" y="16214"/>
                      <a:pt x="12531" y="16122"/>
                      <a:pt x="12544" y="16122"/>
                    </a:cubicBezTo>
                    <a:cubicBezTo>
                      <a:pt x="12553" y="16122"/>
                      <a:pt x="12636" y="16163"/>
                      <a:pt x="12893" y="16302"/>
                    </a:cubicBezTo>
                    <a:cubicBezTo>
                      <a:pt x="12800" y="16217"/>
                      <a:pt x="12503" y="16107"/>
                      <a:pt x="12165" y="15921"/>
                    </a:cubicBezTo>
                    <a:lnTo>
                      <a:pt x="12165" y="15921"/>
                    </a:lnTo>
                    <a:cubicBezTo>
                      <a:pt x="12254" y="15963"/>
                      <a:pt x="12400" y="16031"/>
                      <a:pt x="12520" y="16086"/>
                    </a:cubicBezTo>
                    <a:lnTo>
                      <a:pt x="12520" y="16086"/>
                    </a:lnTo>
                    <a:cubicBezTo>
                      <a:pt x="12429" y="16043"/>
                      <a:pt x="12329" y="15991"/>
                      <a:pt x="12224" y="15929"/>
                    </a:cubicBezTo>
                    <a:cubicBezTo>
                      <a:pt x="12047" y="15828"/>
                      <a:pt x="11852" y="15718"/>
                      <a:pt x="11666" y="15616"/>
                    </a:cubicBezTo>
                    <a:cubicBezTo>
                      <a:pt x="11302" y="15397"/>
                      <a:pt x="10981" y="15193"/>
                      <a:pt x="10879" y="15151"/>
                    </a:cubicBezTo>
                    <a:cubicBezTo>
                      <a:pt x="10499" y="14957"/>
                      <a:pt x="9932" y="14627"/>
                      <a:pt x="9483" y="14364"/>
                    </a:cubicBezTo>
                    <a:lnTo>
                      <a:pt x="8832" y="13891"/>
                    </a:lnTo>
                    <a:cubicBezTo>
                      <a:pt x="8595" y="13730"/>
                      <a:pt x="8367" y="13561"/>
                      <a:pt x="8138" y="13383"/>
                    </a:cubicBezTo>
                    <a:lnTo>
                      <a:pt x="8138" y="13383"/>
                    </a:lnTo>
                    <a:lnTo>
                      <a:pt x="8231" y="13434"/>
                    </a:lnTo>
                    <a:cubicBezTo>
                      <a:pt x="7969" y="13239"/>
                      <a:pt x="7563" y="12926"/>
                      <a:pt x="7191" y="12613"/>
                    </a:cubicBezTo>
                    <a:lnTo>
                      <a:pt x="7123" y="12529"/>
                    </a:lnTo>
                    <a:lnTo>
                      <a:pt x="6616" y="12097"/>
                    </a:lnTo>
                    <a:cubicBezTo>
                      <a:pt x="6421" y="11928"/>
                      <a:pt x="6218" y="11734"/>
                      <a:pt x="6032" y="11556"/>
                    </a:cubicBezTo>
                    <a:lnTo>
                      <a:pt x="6032" y="11556"/>
                    </a:lnTo>
                    <a:cubicBezTo>
                      <a:pt x="6018" y="11563"/>
                      <a:pt x="6250" y="11776"/>
                      <a:pt x="6234" y="11776"/>
                    </a:cubicBezTo>
                    <a:cubicBezTo>
                      <a:pt x="6231" y="11776"/>
                      <a:pt x="6216" y="11766"/>
                      <a:pt x="6184" y="11742"/>
                    </a:cubicBezTo>
                    <a:lnTo>
                      <a:pt x="6184" y="11742"/>
                    </a:lnTo>
                    <a:cubicBezTo>
                      <a:pt x="6338" y="11882"/>
                      <a:pt x="6475" y="12004"/>
                      <a:pt x="6484" y="12004"/>
                    </a:cubicBezTo>
                    <a:cubicBezTo>
                      <a:pt x="6486" y="12004"/>
                      <a:pt x="6482" y="11999"/>
                      <a:pt x="6472" y="11987"/>
                    </a:cubicBezTo>
                    <a:lnTo>
                      <a:pt x="6472" y="11987"/>
                    </a:lnTo>
                    <a:cubicBezTo>
                      <a:pt x="6658" y="12157"/>
                      <a:pt x="6658" y="12173"/>
                      <a:pt x="6802" y="12326"/>
                    </a:cubicBezTo>
                    <a:cubicBezTo>
                      <a:pt x="6548" y="12114"/>
                      <a:pt x="6311" y="11894"/>
                      <a:pt x="6066" y="11674"/>
                    </a:cubicBezTo>
                    <a:cubicBezTo>
                      <a:pt x="6040" y="11649"/>
                      <a:pt x="6015" y="11624"/>
                      <a:pt x="5990" y="11598"/>
                    </a:cubicBezTo>
                    <a:lnTo>
                      <a:pt x="5914" y="11564"/>
                    </a:lnTo>
                    <a:cubicBezTo>
                      <a:pt x="5762" y="11413"/>
                      <a:pt x="5703" y="11347"/>
                      <a:pt x="5715" y="11347"/>
                    </a:cubicBezTo>
                    <a:cubicBezTo>
                      <a:pt x="5717" y="11347"/>
                      <a:pt x="5721" y="11349"/>
                      <a:pt x="5727" y="11353"/>
                    </a:cubicBezTo>
                    <a:cubicBezTo>
                      <a:pt x="5524" y="11158"/>
                      <a:pt x="5389" y="11040"/>
                      <a:pt x="5254" y="10913"/>
                    </a:cubicBezTo>
                    <a:cubicBezTo>
                      <a:pt x="5118" y="10778"/>
                      <a:pt x="4983" y="10634"/>
                      <a:pt x="4788" y="10422"/>
                    </a:cubicBezTo>
                    <a:lnTo>
                      <a:pt x="4788" y="10422"/>
                    </a:lnTo>
                    <a:cubicBezTo>
                      <a:pt x="4882" y="10507"/>
                      <a:pt x="4949" y="10575"/>
                      <a:pt x="5042" y="10659"/>
                    </a:cubicBezTo>
                    <a:cubicBezTo>
                      <a:pt x="5098" y="10715"/>
                      <a:pt x="5161" y="10782"/>
                      <a:pt x="5239" y="10862"/>
                    </a:cubicBezTo>
                    <a:lnTo>
                      <a:pt x="5239" y="10862"/>
                    </a:lnTo>
                    <a:lnTo>
                      <a:pt x="5144" y="10752"/>
                    </a:lnTo>
                    <a:lnTo>
                      <a:pt x="4915" y="10507"/>
                    </a:lnTo>
                    <a:lnTo>
                      <a:pt x="4915" y="10507"/>
                    </a:lnTo>
                    <a:cubicBezTo>
                      <a:pt x="5107" y="10706"/>
                      <a:pt x="5793" y="11393"/>
                      <a:pt x="5837" y="11393"/>
                    </a:cubicBezTo>
                    <a:cubicBezTo>
                      <a:pt x="5841" y="11393"/>
                      <a:pt x="5839" y="11386"/>
                      <a:pt x="5829" y="11370"/>
                    </a:cubicBezTo>
                    <a:cubicBezTo>
                      <a:pt x="5288" y="10879"/>
                      <a:pt x="4560" y="10109"/>
                      <a:pt x="4137" y="9627"/>
                    </a:cubicBezTo>
                    <a:cubicBezTo>
                      <a:pt x="4044" y="9492"/>
                      <a:pt x="3917" y="9323"/>
                      <a:pt x="3773" y="9137"/>
                    </a:cubicBezTo>
                    <a:lnTo>
                      <a:pt x="3536" y="8840"/>
                    </a:lnTo>
                    <a:cubicBezTo>
                      <a:pt x="3460" y="8739"/>
                      <a:pt x="3384" y="8621"/>
                      <a:pt x="3308" y="8511"/>
                    </a:cubicBezTo>
                    <a:cubicBezTo>
                      <a:pt x="3274" y="8456"/>
                      <a:pt x="3208" y="8354"/>
                      <a:pt x="3222" y="8354"/>
                    </a:cubicBezTo>
                    <a:cubicBezTo>
                      <a:pt x="3224" y="8354"/>
                      <a:pt x="3227" y="8356"/>
                      <a:pt x="3233" y="8360"/>
                    </a:cubicBezTo>
                    <a:lnTo>
                      <a:pt x="3233" y="8360"/>
                    </a:lnTo>
                    <a:cubicBezTo>
                      <a:pt x="2834" y="7791"/>
                      <a:pt x="2436" y="7139"/>
                      <a:pt x="2124" y="6624"/>
                    </a:cubicBezTo>
                    <a:lnTo>
                      <a:pt x="1997" y="6311"/>
                    </a:lnTo>
                    <a:cubicBezTo>
                      <a:pt x="1819" y="5956"/>
                      <a:pt x="1770" y="5878"/>
                      <a:pt x="1762" y="5878"/>
                    </a:cubicBezTo>
                    <a:cubicBezTo>
                      <a:pt x="1759" y="5878"/>
                      <a:pt x="1763" y="5892"/>
                      <a:pt x="1768" y="5905"/>
                    </a:cubicBezTo>
                    <a:cubicBezTo>
                      <a:pt x="1771" y="5921"/>
                      <a:pt x="1773" y="5937"/>
                      <a:pt x="1767" y="5937"/>
                    </a:cubicBezTo>
                    <a:cubicBezTo>
                      <a:pt x="1754" y="5937"/>
                      <a:pt x="1702" y="5852"/>
                      <a:pt x="1532" y="5482"/>
                    </a:cubicBezTo>
                    <a:cubicBezTo>
                      <a:pt x="1439" y="5220"/>
                      <a:pt x="1007" y="4162"/>
                      <a:pt x="1032" y="4112"/>
                    </a:cubicBezTo>
                    <a:cubicBezTo>
                      <a:pt x="956" y="3909"/>
                      <a:pt x="931" y="3816"/>
                      <a:pt x="906" y="3790"/>
                    </a:cubicBezTo>
                    <a:lnTo>
                      <a:pt x="906" y="3790"/>
                    </a:lnTo>
                    <a:cubicBezTo>
                      <a:pt x="953" y="3938"/>
                      <a:pt x="1054" y="4226"/>
                      <a:pt x="1041" y="4226"/>
                    </a:cubicBezTo>
                    <a:cubicBezTo>
                      <a:pt x="1038" y="4226"/>
                      <a:pt x="1028" y="4207"/>
                      <a:pt x="1007" y="4162"/>
                    </a:cubicBezTo>
                    <a:cubicBezTo>
                      <a:pt x="886" y="3809"/>
                      <a:pt x="835" y="3631"/>
                      <a:pt x="757" y="3360"/>
                    </a:cubicBezTo>
                    <a:lnTo>
                      <a:pt x="757" y="3360"/>
                    </a:lnTo>
                    <a:cubicBezTo>
                      <a:pt x="765" y="3379"/>
                      <a:pt x="775" y="3402"/>
                      <a:pt x="787" y="3418"/>
                    </a:cubicBezTo>
                    <a:cubicBezTo>
                      <a:pt x="797" y="3443"/>
                      <a:pt x="804" y="3461"/>
                      <a:pt x="805" y="3461"/>
                    </a:cubicBezTo>
                    <a:cubicBezTo>
                      <a:pt x="805" y="3461"/>
                      <a:pt x="803" y="3451"/>
                      <a:pt x="796" y="3426"/>
                    </a:cubicBezTo>
                    <a:cubicBezTo>
                      <a:pt x="736" y="3240"/>
                      <a:pt x="677" y="3020"/>
                      <a:pt x="610" y="2775"/>
                    </a:cubicBezTo>
                    <a:lnTo>
                      <a:pt x="559" y="2589"/>
                    </a:lnTo>
                    <a:lnTo>
                      <a:pt x="516" y="2394"/>
                    </a:lnTo>
                    <a:lnTo>
                      <a:pt x="432" y="2005"/>
                    </a:lnTo>
                    <a:cubicBezTo>
                      <a:pt x="364" y="1743"/>
                      <a:pt x="330" y="1472"/>
                      <a:pt x="288" y="1227"/>
                    </a:cubicBezTo>
                    <a:lnTo>
                      <a:pt x="222" y="889"/>
                    </a:lnTo>
                    <a:lnTo>
                      <a:pt x="222" y="889"/>
                    </a:lnTo>
                    <a:cubicBezTo>
                      <a:pt x="238" y="972"/>
                      <a:pt x="247" y="1073"/>
                      <a:pt x="271" y="1244"/>
                    </a:cubicBezTo>
                    <a:cubicBezTo>
                      <a:pt x="246" y="1159"/>
                      <a:pt x="229" y="1066"/>
                      <a:pt x="212" y="973"/>
                    </a:cubicBezTo>
                    <a:lnTo>
                      <a:pt x="212" y="973"/>
                    </a:lnTo>
                    <a:cubicBezTo>
                      <a:pt x="195" y="1016"/>
                      <a:pt x="280" y="1345"/>
                      <a:pt x="313" y="1726"/>
                    </a:cubicBezTo>
                    <a:lnTo>
                      <a:pt x="195" y="1092"/>
                    </a:lnTo>
                    <a:lnTo>
                      <a:pt x="220" y="1455"/>
                    </a:lnTo>
                    <a:lnTo>
                      <a:pt x="153" y="1092"/>
                    </a:lnTo>
                    <a:cubicBezTo>
                      <a:pt x="127" y="973"/>
                      <a:pt x="110" y="855"/>
                      <a:pt x="94" y="728"/>
                    </a:cubicBezTo>
                    <a:lnTo>
                      <a:pt x="0"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10"/>
              <p:cNvSpPr/>
              <p:nvPr/>
            </p:nvSpPr>
            <p:spPr>
              <a:xfrm>
                <a:off x="2719900" y="3791275"/>
                <a:ext cx="8150" cy="7025"/>
              </a:xfrm>
              <a:custGeom>
                <a:rect b="b" l="l" r="r" t="t"/>
                <a:pathLst>
                  <a:path extrusionOk="0" h="281" w="326">
                    <a:moveTo>
                      <a:pt x="321" y="1"/>
                    </a:moveTo>
                    <a:cubicBezTo>
                      <a:pt x="305" y="15"/>
                      <a:pt x="294" y="26"/>
                      <a:pt x="287" y="35"/>
                    </a:cubicBezTo>
                    <a:lnTo>
                      <a:pt x="287" y="35"/>
                    </a:lnTo>
                    <a:cubicBezTo>
                      <a:pt x="287" y="35"/>
                      <a:pt x="288" y="35"/>
                      <a:pt x="288" y="35"/>
                    </a:cubicBezTo>
                    <a:cubicBezTo>
                      <a:pt x="305" y="26"/>
                      <a:pt x="313" y="18"/>
                      <a:pt x="321" y="1"/>
                    </a:cubicBezTo>
                    <a:close/>
                    <a:moveTo>
                      <a:pt x="287" y="35"/>
                    </a:moveTo>
                    <a:cubicBezTo>
                      <a:pt x="272" y="45"/>
                      <a:pt x="253" y="52"/>
                      <a:pt x="243" y="52"/>
                    </a:cubicBezTo>
                    <a:cubicBezTo>
                      <a:pt x="237" y="52"/>
                      <a:pt x="234" y="50"/>
                      <a:pt x="237" y="43"/>
                    </a:cubicBezTo>
                    <a:lnTo>
                      <a:pt x="237" y="43"/>
                    </a:lnTo>
                    <a:cubicBezTo>
                      <a:pt x="186" y="102"/>
                      <a:pt x="178" y="85"/>
                      <a:pt x="186" y="119"/>
                    </a:cubicBezTo>
                    <a:cubicBezTo>
                      <a:pt x="173" y="141"/>
                      <a:pt x="150" y="154"/>
                      <a:pt x="137" y="154"/>
                    </a:cubicBezTo>
                    <a:cubicBezTo>
                      <a:pt x="124" y="154"/>
                      <a:pt x="119" y="144"/>
                      <a:pt x="135" y="119"/>
                    </a:cubicBezTo>
                    <a:lnTo>
                      <a:pt x="135" y="119"/>
                    </a:lnTo>
                    <a:lnTo>
                      <a:pt x="42" y="212"/>
                    </a:lnTo>
                    <a:lnTo>
                      <a:pt x="110" y="179"/>
                    </a:lnTo>
                    <a:lnTo>
                      <a:pt x="110" y="179"/>
                    </a:lnTo>
                    <a:cubicBezTo>
                      <a:pt x="110" y="212"/>
                      <a:pt x="0" y="238"/>
                      <a:pt x="0" y="280"/>
                    </a:cubicBezTo>
                    <a:lnTo>
                      <a:pt x="118" y="195"/>
                    </a:lnTo>
                    <a:lnTo>
                      <a:pt x="118" y="212"/>
                    </a:lnTo>
                    <a:cubicBezTo>
                      <a:pt x="144" y="179"/>
                      <a:pt x="178" y="162"/>
                      <a:pt x="212" y="145"/>
                    </a:cubicBezTo>
                    <a:lnTo>
                      <a:pt x="212" y="145"/>
                    </a:lnTo>
                    <a:cubicBezTo>
                      <a:pt x="212" y="153"/>
                      <a:pt x="220" y="153"/>
                      <a:pt x="203" y="170"/>
                    </a:cubicBezTo>
                    <a:cubicBezTo>
                      <a:pt x="326" y="83"/>
                      <a:pt x="245" y="89"/>
                      <a:pt x="287" y="35"/>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0"/>
              <p:cNvSpPr/>
              <p:nvPr/>
            </p:nvSpPr>
            <p:spPr>
              <a:xfrm>
                <a:off x="2727925" y="3785575"/>
                <a:ext cx="8050" cy="8275"/>
              </a:xfrm>
              <a:custGeom>
                <a:rect b="b" l="l" r="r" t="t"/>
                <a:pathLst>
                  <a:path extrusionOk="0" h="331" w="322">
                    <a:moveTo>
                      <a:pt x="280" y="0"/>
                    </a:moveTo>
                    <a:lnTo>
                      <a:pt x="280" y="0"/>
                    </a:lnTo>
                    <a:cubicBezTo>
                      <a:pt x="220" y="51"/>
                      <a:pt x="204" y="60"/>
                      <a:pt x="170" y="102"/>
                    </a:cubicBezTo>
                    <a:cubicBezTo>
                      <a:pt x="127" y="136"/>
                      <a:pt x="77" y="170"/>
                      <a:pt x="26" y="187"/>
                    </a:cubicBezTo>
                    <a:cubicBezTo>
                      <a:pt x="17" y="204"/>
                      <a:pt x="17" y="220"/>
                      <a:pt x="0" y="237"/>
                    </a:cubicBezTo>
                    <a:lnTo>
                      <a:pt x="17" y="229"/>
                    </a:lnTo>
                    <a:lnTo>
                      <a:pt x="43" y="263"/>
                    </a:lnTo>
                    <a:cubicBezTo>
                      <a:pt x="60" y="246"/>
                      <a:pt x="77" y="229"/>
                      <a:pt x="102" y="212"/>
                    </a:cubicBezTo>
                    <a:lnTo>
                      <a:pt x="102" y="212"/>
                    </a:lnTo>
                    <a:lnTo>
                      <a:pt x="34" y="330"/>
                    </a:lnTo>
                    <a:cubicBezTo>
                      <a:pt x="37" y="331"/>
                      <a:pt x="39" y="331"/>
                      <a:pt x="42" y="331"/>
                    </a:cubicBezTo>
                    <a:cubicBezTo>
                      <a:pt x="93" y="331"/>
                      <a:pt x="172" y="253"/>
                      <a:pt x="220" y="237"/>
                    </a:cubicBezTo>
                    <a:cubicBezTo>
                      <a:pt x="175" y="237"/>
                      <a:pt x="202" y="219"/>
                      <a:pt x="192" y="219"/>
                    </a:cubicBezTo>
                    <a:cubicBezTo>
                      <a:pt x="187" y="219"/>
                      <a:pt x="173" y="223"/>
                      <a:pt x="136" y="237"/>
                    </a:cubicBezTo>
                    <a:lnTo>
                      <a:pt x="161" y="170"/>
                    </a:lnTo>
                    <a:lnTo>
                      <a:pt x="254" y="119"/>
                    </a:lnTo>
                    <a:cubicBezTo>
                      <a:pt x="247" y="104"/>
                      <a:pt x="284" y="65"/>
                      <a:pt x="267" y="65"/>
                    </a:cubicBezTo>
                    <a:cubicBezTo>
                      <a:pt x="264" y="65"/>
                      <a:pt x="260" y="66"/>
                      <a:pt x="254" y="68"/>
                    </a:cubicBezTo>
                    <a:cubicBezTo>
                      <a:pt x="246" y="85"/>
                      <a:pt x="229" y="94"/>
                      <a:pt x="220" y="102"/>
                    </a:cubicBezTo>
                    <a:cubicBezTo>
                      <a:pt x="212" y="68"/>
                      <a:pt x="322" y="9"/>
                      <a:pt x="280"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0"/>
              <p:cNvSpPr/>
              <p:nvPr/>
            </p:nvSpPr>
            <p:spPr>
              <a:xfrm>
                <a:off x="2727925" y="3791500"/>
                <a:ext cx="25" cy="25"/>
              </a:xfrm>
              <a:custGeom>
                <a:rect b="b" l="l" r="r" t="t"/>
                <a:pathLst>
                  <a:path extrusionOk="0" h="1" w="1">
                    <a:moveTo>
                      <a:pt x="0" y="0"/>
                    </a:move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10"/>
              <p:cNvSpPr/>
              <p:nvPr/>
            </p:nvSpPr>
            <p:spPr>
              <a:xfrm>
                <a:off x="2656450" y="3718325"/>
                <a:ext cx="9325" cy="2350"/>
              </a:xfrm>
              <a:custGeom>
                <a:rect b="b" l="l" r="r" t="t"/>
                <a:pathLst>
                  <a:path extrusionOk="0" h="94" w="373">
                    <a:moveTo>
                      <a:pt x="186" y="0"/>
                    </a:moveTo>
                    <a:lnTo>
                      <a:pt x="0" y="77"/>
                    </a:lnTo>
                    <a:cubicBezTo>
                      <a:pt x="10" y="79"/>
                      <a:pt x="18" y="81"/>
                      <a:pt x="25" y="81"/>
                    </a:cubicBezTo>
                    <a:cubicBezTo>
                      <a:pt x="53" y="81"/>
                      <a:pt x="56" y="58"/>
                      <a:pt x="106" y="58"/>
                    </a:cubicBezTo>
                    <a:cubicBezTo>
                      <a:pt x="106" y="58"/>
                      <a:pt x="107" y="58"/>
                      <a:pt x="107" y="58"/>
                    </a:cubicBezTo>
                    <a:lnTo>
                      <a:pt x="107" y="58"/>
                    </a:lnTo>
                    <a:cubicBezTo>
                      <a:pt x="102" y="62"/>
                      <a:pt x="98" y="68"/>
                      <a:pt x="93" y="77"/>
                    </a:cubicBezTo>
                    <a:lnTo>
                      <a:pt x="372" y="93"/>
                    </a:lnTo>
                    <a:cubicBezTo>
                      <a:pt x="364" y="77"/>
                      <a:pt x="288" y="60"/>
                      <a:pt x="339" y="60"/>
                    </a:cubicBezTo>
                    <a:cubicBezTo>
                      <a:pt x="322" y="51"/>
                      <a:pt x="305" y="47"/>
                      <a:pt x="288" y="47"/>
                    </a:cubicBezTo>
                    <a:cubicBezTo>
                      <a:pt x="271" y="47"/>
                      <a:pt x="254" y="51"/>
                      <a:pt x="237" y="60"/>
                    </a:cubicBezTo>
                    <a:lnTo>
                      <a:pt x="254" y="43"/>
                    </a:lnTo>
                    <a:lnTo>
                      <a:pt x="254" y="43"/>
                    </a:lnTo>
                    <a:cubicBezTo>
                      <a:pt x="243" y="45"/>
                      <a:pt x="233" y="47"/>
                      <a:pt x="224" y="47"/>
                    </a:cubicBezTo>
                    <a:cubicBezTo>
                      <a:pt x="177" y="47"/>
                      <a:pt x="158" y="15"/>
                      <a:pt x="186"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10"/>
              <p:cNvSpPr/>
              <p:nvPr/>
            </p:nvSpPr>
            <p:spPr>
              <a:xfrm>
                <a:off x="2514325" y="3708175"/>
                <a:ext cx="1075" cy="225"/>
              </a:xfrm>
              <a:custGeom>
                <a:rect b="b" l="l" r="r" t="t"/>
                <a:pathLst>
                  <a:path extrusionOk="0" h="9" w="43">
                    <a:moveTo>
                      <a:pt x="34" y="0"/>
                    </a:moveTo>
                    <a:cubicBezTo>
                      <a:pt x="17" y="0"/>
                      <a:pt x="9" y="9"/>
                      <a:pt x="1" y="9"/>
                    </a:cubicBezTo>
                    <a:cubicBezTo>
                      <a:pt x="34" y="9"/>
                      <a:pt x="43" y="9"/>
                      <a:pt x="34"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10"/>
              <p:cNvSpPr/>
              <p:nvPr/>
            </p:nvSpPr>
            <p:spPr>
              <a:xfrm>
                <a:off x="2653700" y="3720850"/>
                <a:ext cx="1500" cy="675"/>
              </a:xfrm>
              <a:custGeom>
                <a:rect b="b" l="l" r="r" t="t"/>
                <a:pathLst>
                  <a:path extrusionOk="0" h="27" w="60">
                    <a:moveTo>
                      <a:pt x="59" y="1"/>
                    </a:moveTo>
                    <a:lnTo>
                      <a:pt x="30" y="14"/>
                    </a:lnTo>
                    <a:lnTo>
                      <a:pt x="30" y="14"/>
                    </a:lnTo>
                    <a:cubicBezTo>
                      <a:pt x="40" y="9"/>
                      <a:pt x="51" y="5"/>
                      <a:pt x="59" y="1"/>
                    </a:cubicBezTo>
                    <a:close/>
                    <a:moveTo>
                      <a:pt x="30" y="14"/>
                    </a:moveTo>
                    <a:lnTo>
                      <a:pt x="30" y="14"/>
                    </a:lnTo>
                    <a:cubicBezTo>
                      <a:pt x="19" y="18"/>
                      <a:pt x="9" y="22"/>
                      <a:pt x="0" y="26"/>
                    </a:cubicBezTo>
                    <a:lnTo>
                      <a:pt x="30" y="14"/>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10"/>
              <p:cNvSpPr/>
              <p:nvPr/>
            </p:nvSpPr>
            <p:spPr>
              <a:xfrm>
                <a:off x="2665125" y="3710925"/>
                <a:ext cx="650" cy="225"/>
              </a:xfrm>
              <a:custGeom>
                <a:rect b="b" l="l" r="r" t="t"/>
                <a:pathLst>
                  <a:path extrusionOk="0" h="9" w="26">
                    <a:moveTo>
                      <a:pt x="25" y="0"/>
                    </a:moveTo>
                    <a:lnTo>
                      <a:pt x="25" y="0"/>
                    </a:lnTo>
                    <a:lnTo>
                      <a:pt x="0" y="9"/>
                    </a:lnTo>
                    <a:lnTo>
                      <a:pt x="0" y="9"/>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10"/>
              <p:cNvSpPr/>
              <p:nvPr/>
            </p:nvSpPr>
            <p:spPr>
              <a:xfrm>
                <a:off x="2622825" y="3721075"/>
                <a:ext cx="25" cy="25"/>
              </a:xfrm>
              <a:custGeom>
                <a:rect b="b" l="l" r="r" t="t"/>
                <a:pathLst>
                  <a:path extrusionOk="0" h="1" w="1">
                    <a:moveTo>
                      <a:pt x="0" y="0"/>
                    </a:move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10"/>
              <p:cNvSpPr/>
              <p:nvPr/>
            </p:nvSpPr>
            <p:spPr>
              <a:xfrm>
                <a:off x="2677600" y="3708175"/>
                <a:ext cx="7625" cy="2400"/>
              </a:xfrm>
              <a:custGeom>
                <a:rect b="b" l="l" r="r" t="t"/>
                <a:pathLst>
                  <a:path extrusionOk="0" h="96" w="305">
                    <a:moveTo>
                      <a:pt x="161" y="0"/>
                    </a:moveTo>
                    <a:cubicBezTo>
                      <a:pt x="152" y="0"/>
                      <a:pt x="102" y="0"/>
                      <a:pt x="119" y="9"/>
                    </a:cubicBezTo>
                    <a:lnTo>
                      <a:pt x="144" y="9"/>
                    </a:lnTo>
                    <a:cubicBezTo>
                      <a:pt x="76" y="43"/>
                      <a:pt x="110" y="60"/>
                      <a:pt x="0" y="76"/>
                    </a:cubicBezTo>
                    <a:cubicBezTo>
                      <a:pt x="21" y="89"/>
                      <a:pt x="45" y="96"/>
                      <a:pt x="68" y="96"/>
                    </a:cubicBezTo>
                    <a:cubicBezTo>
                      <a:pt x="91" y="96"/>
                      <a:pt x="114" y="89"/>
                      <a:pt x="136" y="76"/>
                    </a:cubicBezTo>
                    <a:lnTo>
                      <a:pt x="169" y="76"/>
                    </a:lnTo>
                    <a:lnTo>
                      <a:pt x="271" y="34"/>
                    </a:lnTo>
                    <a:lnTo>
                      <a:pt x="305" y="0"/>
                    </a:lnTo>
                    <a:lnTo>
                      <a:pt x="178" y="26"/>
                    </a:lnTo>
                    <a:cubicBezTo>
                      <a:pt x="195" y="9"/>
                      <a:pt x="136" y="9"/>
                      <a:pt x="161"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10"/>
              <p:cNvSpPr/>
              <p:nvPr/>
            </p:nvSpPr>
            <p:spPr>
              <a:xfrm>
                <a:off x="2558525" y="3706275"/>
                <a:ext cx="25" cy="25"/>
              </a:xfrm>
              <a:custGeom>
                <a:rect b="b" l="l" r="r" t="t"/>
                <a:pathLst>
                  <a:path extrusionOk="0" h="1" w="1">
                    <a:moveTo>
                      <a:pt x="1" y="0"/>
                    </a:move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10"/>
              <p:cNvSpPr/>
              <p:nvPr/>
            </p:nvSpPr>
            <p:spPr>
              <a:xfrm>
                <a:off x="2558525" y="3705850"/>
                <a:ext cx="875" cy="450"/>
              </a:xfrm>
              <a:custGeom>
                <a:rect b="b" l="l" r="r" t="t"/>
                <a:pathLst>
                  <a:path extrusionOk="0" h="18" w="35">
                    <a:moveTo>
                      <a:pt x="9" y="0"/>
                    </a:moveTo>
                    <a:lnTo>
                      <a:pt x="1" y="17"/>
                    </a:lnTo>
                    <a:cubicBezTo>
                      <a:pt x="9" y="9"/>
                      <a:pt x="34" y="0"/>
                      <a:pt x="9"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10"/>
              <p:cNvSpPr/>
              <p:nvPr/>
            </p:nvSpPr>
            <p:spPr>
              <a:xfrm>
                <a:off x="2655175" y="3720225"/>
                <a:ext cx="1075" cy="650"/>
              </a:xfrm>
              <a:custGeom>
                <a:rect b="b" l="l" r="r" t="t"/>
                <a:pathLst>
                  <a:path extrusionOk="0" h="26" w="43">
                    <a:moveTo>
                      <a:pt x="26" y="1"/>
                    </a:moveTo>
                    <a:cubicBezTo>
                      <a:pt x="17" y="9"/>
                      <a:pt x="9" y="17"/>
                      <a:pt x="0" y="26"/>
                    </a:cubicBezTo>
                    <a:lnTo>
                      <a:pt x="43"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10"/>
              <p:cNvSpPr/>
              <p:nvPr/>
            </p:nvSpPr>
            <p:spPr>
              <a:xfrm>
                <a:off x="2658350" y="3717900"/>
                <a:ext cx="3625" cy="450"/>
              </a:xfrm>
              <a:custGeom>
                <a:rect b="b" l="l" r="r" t="t"/>
                <a:pathLst>
                  <a:path extrusionOk="0" h="18" w="145">
                    <a:moveTo>
                      <a:pt x="144" y="0"/>
                    </a:moveTo>
                    <a:lnTo>
                      <a:pt x="144" y="0"/>
                    </a:lnTo>
                    <a:cubicBezTo>
                      <a:pt x="102" y="17"/>
                      <a:pt x="51" y="17"/>
                      <a:pt x="0" y="17"/>
                    </a:cubicBezTo>
                    <a:lnTo>
                      <a:pt x="102" y="17"/>
                    </a:lnTo>
                    <a:lnTo>
                      <a:pt x="144"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10"/>
              <p:cNvSpPr/>
              <p:nvPr/>
            </p:nvSpPr>
            <p:spPr>
              <a:xfrm>
                <a:off x="2610825" y="3719175"/>
                <a:ext cx="42900" cy="6400"/>
              </a:xfrm>
              <a:custGeom>
                <a:rect b="b" l="l" r="r" t="t"/>
                <a:pathLst>
                  <a:path extrusionOk="0" h="256" w="1716">
                    <a:moveTo>
                      <a:pt x="806" y="66"/>
                    </a:moveTo>
                    <a:lnTo>
                      <a:pt x="827" y="68"/>
                    </a:lnTo>
                    <a:cubicBezTo>
                      <a:pt x="820" y="67"/>
                      <a:pt x="813" y="66"/>
                      <a:pt x="806" y="66"/>
                    </a:cubicBezTo>
                    <a:close/>
                    <a:moveTo>
                      <a:pt x="1715" y="76"/>
                    </a:moveTo>
                    <a:lnTo>
                      <a:pt x="1706" y="80"/>
                    </a:lnTo>
                    <a:lnTo>
                      <a:pt x="1706" y="80"/>
                    </a:lnTo>
                    <a:cubicBezTo>
                      <a:pt x="1709" y="79"/>
                      <a:pt x="1712" y="78"/>
                      <a:pt x="1715" y="76"/>
                    </a:cubicBezTo>
                    <a:close/>
                    <a:moveTo>
                      <a:pt x="585" y="167"/>
                    </a:moveTo>
                    <a:cubicBezTo>
                      <a:pt x="575" y="168"/>
                      <a:pt x="566" y="170"/>
                      <a:pt x="556" y="171"/>
                    </a:cubicBezTo>
                    <a:lnTo>
                      <a:pt x="556" y="171"/>
                    </a:lnTo>
                    <a:cubicBezTo>
                      <a:pt x="566" y="170"/>
                      <a:pt x="576" y="169"/>
                      <a:pt x="585" y="167"/>
                    </a:cubicBezTo>
                    <a:close/>
                    <a:moveTo>
                      <a:pt x="143" y="192"/>
                    </a:moveTo>
                    <a:cubicBezTo>
                      <a:pt x="145" y="198"/>
                      <a:pt x="152" y="203"/>
                      <a:pt x="159" y="203"/>
                    </a:cubicBezTo>
                    <a:cubicBezTo>
                      <a:pt x="155" y="199"/>
                      <a:pt x="150" y="195"/>
                      <a:pt x="143" y="192"/>
                    </a:cubicBezTo>
                    <a:close/>
                    <a:moveTo>
                      <a:pt x="133" y="110"/>
                    </a:moveTo>
                    <a:cubicBezTo>
                      <a:pt x="57" y="110"/>
                      <a:pt x="57" y="127"/>
                      <a:pt x="15" y="144"/>
                    </a:cubicBezTo>
                    <a:cubicBezTo>
                      <a:pt x="0" y="173"/>
                      <a:pt x="99" y="171"/>
                      <a:pt x="143" y="192"/>
                    </a:cubicBezTo>
                    <a:lnTo>
                      <a:pt x="143" y="192"/>
                    </a:lnTo>
                    <a:cubicBezTo>
                      <a:pt x="142" y="190"/>
                      <a:pt x="142" y="188"/>
                      <a:pt x="142" y="186"/>
                    </a:cubicBezTo>
                    <a:lnTo>
                      <a:pt x="142" y="186"/>
                    </a:lnTo>
                    <a:lnTo>
                      <a:pt x="209" y="203"/>
                    </a:lnTo>
                    <a:cubicBezTo>
                      <a:pt x="150" y="186"/>
                      <a:pt x="226" y="161"/>
                      <a:pt x="260" y="161"/>
                    </a:cubicBezTo>
                    <a:cubicBezTo>
                      <a:pt x="294" y="161"/>
                      <a:pt x="336" y="161"/>
                      <a:pt x="328" y="178"/>
                    </a:cubicBezTo>
                    <a:lnTo>
                      <a:pt x="286" y="178"/>
                    </a:lnTo>
                    <a:cubicBezTo>
                      <a:pt x="295" y="181"/>
                      <a:pt x="304" y="182"/>
                      <a:pt x="314" y="182"/>
                    </a:cubicBezTo>
                    <a:cubicBezTo>
                      <a:pt x="346" y="182"/>
                      <a:pt x="382" y="170"/>
                      <a:pt x="415" y="170"/>
                    </a:cubicBezTo>
                    <a:cubicBezTo>
                      <a:pt x="429" y="170"/>
                      <a:pt x="442" y="172"/>
                      <a:pt x="455" y="178"/>
                    </a:cubicBezTo>
                    <a:cubicBezTo>
                      <a:pt x="455" y="186"/>
                      <a:pt x="438" y="186"/>
                      <a:pt x="429" y="195"/>
                    </a:cubicBezTo>
                    <a:cubicBezTo>
                      <a:pt x="472" y="184"/>
                      <a:pt x="514" y="177"/>
                      <a:pt x="556" y="171"/>
                    </a:cubicBezTo>
                    <a:lnTo>
                      <a:pt x="556" y="171"/>
                    </a:lnTo>
                    <a:cubicBezTo>
                      <a:pt x="547" y="172"/>
                      <a:pt x="537" y="172"/>
                      <a:pt x="528" y="172"/>
                    </a:cubicBezTo>
                    <a:cubicBezTo>
                      <a:pt x="496" y="172"/>
                      <a:pt x="462" y="168"/>
                      <a:pt x="438" y="161"/>
                    </a:cubicBezTo>
                    <a:cubicBezTo>
                      <a:pt x="379" y="127"/>
                      <a:pt x="506" y="144"/>
                      <a:pt x="522" y="110"/>
                    </a:cubicBezTo>
                    <a:cubicBezTo>
                      <a:pt x="446" y="110"/>
                      <a:pt x="463" y="119"/>
                      <a:pt x="429" y="136"/>
                    </a:cubicBezTo>
                    <a:cubicBezTo>
                      <a:pt x="410" y="132"/>
                      <a:pt x="390" y="131"/>
                      <a:pt x="370" y="131"/>
                    </a:cubicBezTo>
                    <a:cubicBezTo>
                      <a:pt x="327" y="131"/>
                      <a:pt x="282" y="136"/>
                      <a:pt x="241" y="136"/>
                    </a:cubicBezTo>
                    <a:cubicBezTo>
                      <a:pt x="199" y="136"/>
                      <a:pt x="161" y="131"/>
                      <a:pt x="133" y="110"/>
                    </a:cubicBezTo>
                    <a:close/>
                    <a:moveTo>
                      <a:pt x="1504" y="0"/>
                    </a:moveTo>
                    <a:cubicBezTo>
                      <a:pt x="1284" y="17"/>
                      <a:pt x="1132" y="102"/>
                      <a:pt x="920" y="136"/>
                    </a:cubicBezTo>
                    <a:cubicBezTo>
                      <a:pt x="912" y="110"/>
                      <a:pt x="751" y="110"/>
                      <a:pt x="675" y="93"/>
                    </a:cubicBezTo>
                    <a:cubicBezTo>
                      <a:pt x="706" y="74"/>
                      <a:pt x="743" y="65"/>
                      <a:pt x="784" y="65"/>
                    </a:cubicBezTo>
                    <a:cubicBezTo>
                      <a:pt x="791" y="65"/>
                      <a:pt x="799" y="65"/>
                      <a:pt x="806" y="66"/>
                    </a:cubicBezTo>
                    <a:lnTo>
                      <a:pt x="806" y="66"/>
                    </a:lnTo>
                    <a:lnTo>
                      <a:pt x="675" y="51"/>
                    </a:lnTo>
                    <a:lnTo>
                      <a:pt x="649" y="110"/>
                    </a:lnTo>
                    <a:cubicBezTo>
                      <a:pt x="429" y="102"/>
                      <a:pt x="709" y="76"/>
                      <a:pt x="607" y="51"/>
                    </a:cubicBezTo>
                    <a:lnTo>
                      <a:pt x="607" y="51"/>
                    </a:lnTo>
                    <a:cubicBezTo>
                      <a:pt x="565" y="59"/>
                      <a:pt x="522" y="68"/>
                      <a:pt x="480" y="76"/>
                    </a:cubicBezTo>
                    <a:cubicBezTo>
                      <a:pt x="658" y="76"/>
                      <a:pt x="455" y="144"/>
                      <a:pt x="632" y="144"/>
                    </a:cubicBezTo>
                    <a:cubicBezTo>
                      <a:pt x="624" y="155"/>
                      <a:pt x="607" y="163"/>
                      <a:pt x="585" y="167"/>
                    </a:cubicBezTo>
                    <a:lnTo>
                      <a:pt x="585" y="167"/>
                    </a:lnTo>
                    <a:cubicBezTo>
                      <a:pt x="601" y="165"/>
                      <a:pt x="617" y="163"/>
                      <a:pt x="632" y="161"/>
                    </a:cubicBezTo>
                    <a:lnTo>
                      <a:pt x="632" y="161"/>
                    </a:lnTo>
                    <a:lnTo>
                      <a:pt x="582" y="195"/>
                    </a:lnTo>
                    <a:cubicBezTo>
                      <a:pt x="625" y="185"/>
                      <a:pt x="670" y="180"/>
                      <a:pt x="715" y="180"/>
                    </a:cubicBezTo>
                    <a:cubicBezTo>
                      <a:pt x="784" y="180"/>
                      <a:pt x="853" y="191"/>
                      <a:pt x="920" y="212"/>
                    </a:cubicBezTo>
                    <a:cubicBezTo>
                      <a:pt x="912" y="203"/>
                      <a:pt x="886" y="203"/>
                      <a:pt x="903" y="195"/>
                    </a:cubicBezTo>
                    <a:cubicBezTo>
                      <a:pt x="962" y="195"/>
                      <a:pt x="1013" y="220"/>
                      <a:pt x="979" y="237"/>
                    </a:cubicBezTo>
                    <a:cubicBezTo>
                      <a:pt x="990" y="233"/>
                      <a:pt x="1004" y="231"/>
                      <a:pt x="1020" y="231"/>
                    </a:cubicBezTo>
                    <a:cubicBezTo>
                      <a:pt x="1081" y="231"/>
                      <a:pt x="1169" y="255"/>
                      <a:pt x="1243" y="255"/>
                    </a:cubicBezTo>
                    <a:cubicBezTo>
                      <a:pt x="1267" y="255"/>
                      <a:pt x="1290" y="253"/>
                      <a:pt x="1309" y="246"/>
                    </a:cubicBezTo>
                    <a:lnTo>
                      <a:pt x="1706" y="80"/>
                    </a:lnTo>
                    <a:lnTo>
                      <a:pt x="1706" y="80"/>
                    </a:lnTo>
                    <a:cubicBezTo>
                      <a:pt x="1692" y="85"/>
                      <a:pt x="1678" y="85"/>
                      <a:pt x="1664" y="85"/>
                    </a:cubicBezTo>
                    <a:cubicBezTo>
                      <a:pt x="1631" y="51"/>
                      <a:pt x="1614" y="51"/>
                      <a:pt x="1681" y="26"/>
                    </a:cubicBezTo>
                    <a:lnTo>
                      <a:pt x="1681" y="26"/>
                    </a:lnTo>
                    <a:cubicBezTo>
                      <a:pt x="1623" y="40"/>
                      <a:pt x="1634" y="61"/>
                      <a:pt x="1578" y="61"/>
                    </a:cubicBezTo>
                    <a:cubicBezTo>
                      <a:pt x="1569" y="61"/>
                      <a:pt x="1559" y="61"/>
                      <a:pt x="1546" y="59"/>
                    </a:cubicBezTo>
                    <a:cubicBezTo>
                      <a:pt x="1580" y="51"/>
                      <a:pt x="1597" y="9"/>
                      <a:pt x="1504"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0"/>
              <p:cNvSpPr/>
              <p:nvPr/>
            </p:nvSpPr>
            <p:spPr>
              <a:xfrm>
                <a:off x="2639525" y="3720650"/>
                <a:ext cx="450" cy="25"/>
              </a:xfrm>
              <a:custGeom>
                <a:rect b="b" l="l" r="r" t="t"/>
                <a:pathLst>
                  <a:path extrusionOk="0" h="1" w="18">
                    <a:moveTo>
                      <a:pt x="17" y="0"/>
                    </a:moveTo>
                    <a:cubicBezTo>
                      <a:pt x="17" y="0"/>
                      <a:pt x="9" y="0"/>
                      <a:pt x="0"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10"/>
              <p:cNvSpPr/>
              <p:nvPr/>
            </p:nvSpPr>
            <p:spPr>
              <a:xfrm>
                <a:off x="2631500" y="3721075"/>
                <a:ext cx="425" cy="25"/>
              </a:xfrm>
              <a:custGeom>
                <a:rect b="b" l="l" r="r" t="t"/>
                <a:pathLst>
                  <a:path extrusionOk="0" h="1" w="17">
                    <a:moveTo>
                      <a:pt x="17" y="0"/>
                    </a:moveTo>
                    <a:lnTo>
                      <a:pt x="17" y="0"/>
                    </a:lnTo>
                    <a:lnTo>
                      <a:pt x="0"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10"/>
              <p:cNvSpPr/>
              <p:nvPr/>
            </p:nvSpPr>
            <p:spPr>
              <a:xfrm>
                <a:off x="2654325" y="3718325"/>
                <a:ext cx="1075" cy="450"/>
              </a:xfrm>
              <a:custGeom>
                <a:rect b="b" l="l" r="r" t="t"/>
                <a:pathLst>
                  <a:path extrusionOk="0" h="18" w="43">
                    <a:moveTo>
                      <a:pt x="18" y="0"/>
                    </a:moveTo>
                    <a:cubicBezTo>
                      <a:pt x="9" y="9"/>
                      <a:pt x="1" y="9"/>
                      <a:pt x="9" y="17"/>
                    </a:cubicBezTo>
                    <a:cubicBezTo>
                      <a:pt x="26" y="9"/>
                      <a:pt x="34" y="9"/>
                      <a:pt x="43"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10"/>
              <p:cNvSpPr/>
              <p:nvPr/>
            </p:nvSpPr>
            <p:spPr>
              <a:xfrm>
                <a:off x="2655375" y="3719800"/>
                <a:ext cx="450" cy="250"/>
              </a:xfrm>
              <a:custGeom>
                <a:rect b="b" l="l" r="r" t="t"/>
                <a:pathLst>
                  <a:path extrusionOk="0" h="10" w="18">
                    <a:moveTo>
                      <a:pt x="9" y="1"/>
                    </a:moveTo>
                    <a:lnTo>
                      <a:pt x="1" y="9"/>
                    </a:lnTo>
                    <a:lnTo>
                      <a:pt x="18" y="9"/>
                    </a:lnTo>
                    <a:cubicBezTo>
                      <a:pt x="18" y="9"/>
                      <a:pt x="9" y="1"/>
                      <a:pt x="9"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0"/>
              <p:cNvSpPr/>
              <p:nvPr/>
            </p:nvSpPr>
            <p:spPr>
              <a:xfrm>
                <a:off x="2605900" y="3714725"/>
                <a:ext cx="650" cy="25"/>
              </a:xfrm>
              <a:custGeom>
                <a:rect b="b" l="l" r="r" t="t"/>
                <a:pathLst>
                  <a:path extrusionOk="0" h="1" w="26">
                    <a:moveTo>
                      <a:pt x="26" y="1"/>
                    </a:moveTo>
                    <a:lnTo>
                      <a:pt x="0" y="1"/>
                    </a:lnTo>
                    <a:cubicBezTo>
                      <a:pt x="9" y="1"/>
                      <a:pt x="17" y="1"/>
                      <a:pt x="26"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10"/>
              <p:cNvSpPr/>
              <p:nvPr/>
            </p:nvSpPr>
            <p:spPr>
              <a:xfrm>
                <a:off x="2617525" y="3718725"/>
                <a:ext cx="23350" cy="2450"/>
              </a:xfrm>
              <a:custGeom>
                <a:rect b="b" l="l" r="r" t="t"/>
                <a:pathLst>
                  <a:path extrusionOk="0" h="98" w="934">
                    <a:moveTo>
                      <a:pt x="55" y="1"/>
                    </a:moveTo>
                    <a:cubicBezTo>
                      <a:pt x="22" y="1"/>
                      <a:pt x="1" y="7"/>
                      <a:pt x="1" y="27"/>
                    </a:cubicBezTo>
                    <a:cubicBezTo>
                      <a:pt x="13" y="29"/>
                      <a:pt x="26" y="30"/>
                      <a:pt x="40" y="30"/>
                    </a:cubicBezTo>
                    <a:cubicBezTo>
                      <a:pt x="73" y="30"/>
                      <a:pt x="109" y="24"/>
                      <a:pt x="144" y="18"/>
                    </a:cubicBezTo>
                    <a:lnTo>
                      <a:pt x="144" y="18"/>
                    </a:lnTo>
                    <a:lnTo>
                      <a:pt x="136" y="69"/>
                    </a:lnTo>
                    <a:cubicBezTo>
                      <a:pt x="211" y="69"/>
                      <a:pt x="154" y="36"/>
                      <a:pt x="259" y="35"/>
                    </a:cubicBezTo>
                    <a:lnTo>
                      <a:pt x="259" y="35"/>
                    </a:lnTo>
                    <a:cubicBezTo>
                      <a:pt x="350" y="35"/>
                      <a:pt x="442" y="37"/>
                      <a:pt x="534" y="52"/>
                    </a:cubicBezTo>
                    <a:cubicBezTo>
                      <a:pt x="525" y="69"/>
                      <a:pt x="584" y="69"/>
                      <a:pt x="576" y="94"/>
                    </a:cubicBezTo>
                    <a:cubicBezTo>
                      <a:pt x="589" y="96"/>
                      <a:pt x="602" y="98"/>
                      <a:pt x="615" y="98"/>
                    </a:cubicBezTo>
                    <a:cubicBezTo>
                      <a:pt x="656" y="98"/>
                      <a:pt x="699" y="88"/>
                      <a:pt x="737" y="69"/>
                    </a:cubicBezTo>
                    <a:cubicBezTo>
                      <a:pt x="754" y="73"/>
                      <a:pt x="779" y="73"/>
                      <a:pt x="805" y="73"/>
                    </a:cubicBezTo>
                    <a:cubicBezTo>
                      <a:pt x="832" y="73"/>
                      <a:pt x="859" y="73"/>
                      <a:pt x="880" y="77"/>
                    </a:cubicBezTo>
                    <a:cubicBezTo>
                      <a:pt x="866" y="63"/>
                      <a:pt x="933" y="42"/>
                      <a:pt x="876" y="42"/>
                    </a:cubicBezTo>
                    <a:cubicBezTo>
                      <a:pt x="867" y="42"/>
                      <a:pt x="856" y="42"/>
                      <a:pt x="842" y="43"/>
                    </a:cubicBezTo>
                    <a:lnTo>
                      <a:pt x="842" y="43"/>
                    </a:lnTo>
                    <a:cubicBezTo>
                      <a:pt x="843" y="43"/>
                      <a:pt x="841" y="41"/>
                      <a:pt x="847" y="35"/>
                    </a:cubicBezTo>
                    <a:cubicBezTo>
                      <a:pt x="825" y="28"/>
                      <a:pt x="808" y="26"/>
                      <a:pt x="792" y="26"/>
                    </a:cubicBezTo>
                    <a:cubicBezTo>
                      <a:pt x="759" y="26"/>
                      <a:pt x="733" y="37"/>
                      <a:pt x="694" y="37"/>
                    </a:cubicBezTo>
                    <a:cubicBezTo>
                      <a:pt x="686" y="37"/>
                      <a:pt x="678" y="36"/>
                      <a:pt x="669" y="35"/>
                    </a:cubicBezTo>
                    <a:cubicBezTo>
                      <a:pt x="635" y="18"/>
                      <a:pt x="737" y="18"/>
                      <a:pt x="703" y="10"/>
                    </a:cubicBezTo>
                    <a:lnTo>
                      <a:pt x="703" y="10"/>
                    </a:lnTo>
                    <a:cubicBezTo>
                      <a:pt x="695" y="11"/>
                      <a:pt x="686" y="11"/>
                      <a:pt x="676" y="11"/>
                    </a:cubicBezTo>
                    <a:cubicBezTo>
                      <a:pt x="625" y="11"/>
                      <a:pt x="556" y="1"/>
                      <a:pt x="506" y="1"/>
                    </a:cubicBezTo>
                    <a:cubicBezTo>
                      <a:pt x="468" y="1"/>
                      <a:pt x="441" y="7"/>
                      <a:pt x="441" y="27"/>
                    </a:cubicBezTo>
                    <a:cubicBezTo>
                      <a:pt x="381" y="27"/>
                      <a:pt x="373" y="18"/>
                      <a:pt x="356" y="1"/>
                    </a:cubicBezTo>
                    <a:cubicBezTo>
                      <a:pt x="332" y="13"/>
                      <a:pt x="300" y="17"/>
                      <a:pt x="265" y="17"/>
                    </a:cubicBezTo>
                    <a:cubicBezTo>
                      <a:pt x="193" y="17"/>
                      <a:pt x="109" y="1"/>
                      <a:pt x="55"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10"/>
              <p:cNvSpPr/>
              <p:nvPr/>
            </p:nvSpPr>
            <p:spPr>
              <a:xfrm>
                <a:off x="2651375" y="3718525"/>
                <a:ext cx="25" cy="25"/>
              </a:xfrm>
              <a:custGeom>
                <a:rect b="b" l="l" r="r" t="t"/>
                <a:pathLst>
                  <a:path extrusionOk="0" h="1" w="1">
                    <a:moveTo>
                      <a:pt x="0" y="1"/>
                    </a:move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0"/>
              <p:cNvSpPr/>
              <p:nvPr/>
            </p:nvSpPr>
            <p:spPr>
              <a:xfrm>
                <a:off x="2651575" y="3721925"/>
                <a:ext cx="23500" cy="4675"/>
              </a:xfrm>
              <a:custGeom>
                <a:rect b="b" l="l" r="r" t="t"/>
                <a:pathLst>
                  <a:path extrusionOk="0" h="187" w="940">
                    <a:moveTo>
                      <a:pt x="787" y="136"/>
                    </a:moveTo>
                    <a:lnTo>
                      <a:pt x="847" y="144"/>
                    </a:lnTo>
                    <a:cubicBezTo>
                      <a:pt x="821" y="144"/>
                      <a:pt x="804" y="144"/>
                      <a:pt x="787" y="136"/>
                    </a:cubicBezTo>
                    <a:close/>
                    <a:moveTo>
                      <a:pt x="644" y="0"/>
                    </a:moveTo>
                    <a:lnTo>
                      <a:pt x="644" y="0"/>
                    </a:lnTo>
                    <a:cubicBezTo>
                      <a:pt x="457" y="17"/>
                      <a:pt x="635" y="93"/>
                      <a:pt x="474" y="93"/>
                    </a:cubicBezTo>
                    <a:lnTo>
                      <a:pt x="364" y="76"/>
                    </a:lnTo>
                    <a:lnTo>
                      <a:pt x="322" y="119"/>
                    </a:lnTo>
                    <a:cubicBezTo>
                      <a:pt x="263" y="119"/>
                      <a:pt x="373" y="85"/>
                      <a:pt x="271" y="85"/>
                    </a:cubicBezTo>
                    <a:cubicBezTo>
                      <a:pt x="262" y="89"/>
                      <a:pt x="250" y="91"/>
                      <a:pt x="237" y="91"/>
                    </a:cubicBezTo>
                    <a:cubicBezTo>
                      <a:pt x="217" y="91"/>
                      <a:pt x="194" y="87"/>
                      <a:pt x="177" y="87"/>
                    </a:cubicBezTo>
                    <a:cubicBezTo>
                      <a:pt x="166" y="87"/>
                      <a:pt x="158" y="89"/>
                      <a:pt x="153" y="93"/>
                    </a:cubicBezTo>
                    <a:cubicBezTo>
                      <a:pt x="153" y="76"/>
                      <a:pt x="161" y="68"/>
                      <a:pt x="111" y="68"/>
                    </a:cubicBezTo>
                    <a:cubicBezTo>
                      <a:pt x="102" y="68"/>
                      <a:pt x="102" y="85"/>
                      <a:pt x="68" y="85"/>
                    </a:cubicBezTo>
                    <a:cubicBezTo>
                      <a:pt x="56" y="64"/>
                      <a:pt x="81" y="64"/>
                      <a:pt x="104" y="64"/>
                    </a:cubicBezTo>
                    <a:cubicBezTo>
                      <a:pt x="128" y="64"/>
                      <a:pt x="149" y="64"/>
                      <a:pt x="128" y="43"/>
                    </a:cubicBezTo>
                    <a:cubicBezTo>
                      <a:pt x="110" y="40"/>
                      <a:pt x="95" y="39"/>
                      <a:pt x="84" y="39"/>
                    </a:cubicBezTo>
                    <a:cubicBezTo>
                      <a:pt x="13" y="39"/>
                      <a:pt x="48" y="78"/>
                      <a:pt x="26" y="85"/>
                    </a:cubicBezTo>
                    <a:lnTo>
                      <a:pt x="51" y="85"/>
                    </a:lnTo>
                    <a:cubicBezTo>
                      <a:pt x="51" y="93"/>
                      <a:pt x="39" y="93"/>
                      <a:pt x="26" y="93"/>
                    </a:cubicBezTo>
                    <a:cubicBezTo>
                      <a:pt x="13" y="93"/>
                      <a:pt x="1" y="93"/>
                      <a:pt x="1" y="102"/>
                    </a:cubicBezTo>
                    <a:cubicBezTo>
                      <a:pt x="13" y="106"/>
                      <a:pt x="24" y="108"/>
                      <a:pt x="33" y="108"/>
                    </a:cubicBezTo>
                    <a:cubicBezTo>
                      <a:pt x="43" y="108"/>
                      <a:pt x="51" y="106"/>
                      <a:pt x="60" y="102"/>
                    </a:cubicBezTo>
                    <a:lnTo>
                      <a:pt x="60" y="102"/>
                    </a:lnTo>
                    <a:cubicBezTo>
                      <a:pt x="26" y="119"/>
                      <a:pt x="119" y="144"/>
                      <a:pt x="153" y="144"/>
                    </a:cubicBezTo>
                    <a:cubicBezTo>
                      <a:pt x="202" y="141"/>
                      <a:pt x="252" y="138"/>
                      <a:pt x="303" y="138"/>
                    </a:cubicBezTo>
                    <a:cubicBezTo>
                      <a:pt x="375" y="138"/>
                      <a:pt x="447" y="143"/>
                      <a:pt x="517" y="152"/>
                    </a:cubicBezTo>
                    <a:cubicBezTo>
                      <a:pt x="508" y="152"/>
                      <a:pt x="483" y="152"/>
                      <a:pt x="500" y="161"/>
                    </a:cubicBezTo>
                    <a:cubicBezTo>
                      <a:pt x="660" y="169"/>
                      <a:pt x="720" y="186"/>
                      <a:pt x="906" y="186"/>
                    </a:cubicBezTo>
                    <a:lnTo>
                      <a:pt x="940" y="144"/>
                    </a:lnTo>
                    <a:cubicBezTo>
                      <a:pt x="940" y="140"/>
                      <a:pt x="931" y="140"/>
                      <a:pt x="917" y="140"/>
                    </a:cubicBezTo>
                    <a:cubicBezTo>
                      <a:pt x="904" y="140"/>
                      <a:pt x="885" y="140"/>
                      <a:pt x="864" y="136"/>
                    </a:cubicBezTo>
                    <a:cubicBezTo>
                      <a:pt x="872" y="127"/>
                      <a:pt x="880" y="110"/>
                      <a:pt x="838" y="110"/>
                    </a:cubicBezTo>
                    <a:cubicBezTo>
                      <a:pt x="818" y="104"/>
                      <a:pt x="800" y="102"/>
                      <a:pt x="783" y="102"/>
                    </a:cubicBezTo>
                    <a:cubicBezTo>
                      <a:pt x="735" y="102"/>
                      <a:pt x="697" y="120"/>
                      <a:pt x="654" y="120"/>
                    </a:cubicBezTo>
                    <a:cubicBezTo>
                      <a:pt x="648" y="120"/>
                      <a:pt x="641" y="119"/>
                      <a:pt x="635" y="119"/>
                    </a:cubicBezTo>
                    <a:lnTo>
                      <a:pt x="660" y="119"/>
                    </a:lnTo>
                    <a:cubicBezTo>
                      <a:pt x="631" y="110"/>
                      <a:pt x="599" y="106"/>
                      <a:pt x="567" y="106"/>
                    </a:cubicBezTo>
                    <a:cubicBezTo>
                      <a:pt x="536" y="106"/>
                      <a:pt x="504" y="110"/>
                      <a:pt x="474" y="119"/>
                    </a:cubicBezTo>
                    <a:cubicBezTo>
                      <a:pt x="459" y="107"/>
                      <a:pt x="477" y="104"/>
                      <a:pt x="503" y="104"/>
                    </a:cubicBezTo>
                    <a:cubicBezTo>
                      <a:pt x="520" y="104"/>
                      <a:pt x="540" y="105"/>
                      <a:pt x="556" y="105"/>
                    </a:cubicBezTo>
                    <a:cubicBezTo>
                      <a:pt x="583" y="105"/>
                      <a:pt x="597" y="102"/>
                      <a:pt x="559" y="85"/>
                    </a:cubicBezTo>
                    <a:lnTo>
                      <a:pt x="559" y="85"/>
                    </a:lnTo>
                    <a:cubicBezTo>
                      <a:pt x="593" y="89"/>
                      <a:pt x="629" y="91"/>
                      <a:pt x="665" y="91"/>
                    </a:cubicBezTo>
                    <a:cubicBezTo>
                      <a:pt x="701" y="91"/>
                      <a:pt x="737" y="89"/>
                      <a:pt x="770" y="85"/>
                    </a:cubicBezTo>
                    <a:cubicBezTo>
                      <a:pt x="686" y="68"/>
                      <a:pt x="618" y="26"/>
                      <a:pt x="644"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0"/>
              <p:cNvSpPr/>
              <p:nvPr/>
            </p:nvSpPr>
            <p:spPr>
              <a:xfrm>
                <a:off x="2747175" y="3778600"/>
                <a:ext cx="450" cy="225"/>
              </a:xfrm>
              <a:custGeom>
                <a:rect b="b" l="l" r="r" t="t"/>
                <a:pathLst>
                  <a:path extrusionOk="0" h="9" w="18">
                    <a:moveTo>
                      <a:pt x="17" y="0"/>
                    </a:moveTo>
                    <a:lnTo>
                      <a:pt x="0" y="9"/>
                    </a:lnTo>
                    <a:cubicBezTo>
                      <a:pt x="9" y="9"/>
                      <a:pt x="17" y="9"/>
                      <a:pt x="17"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10"/>
              <p:cNvSpPr/>
              <p:nvPr/>
            </p:nvSpPr>
            <p:spPr>
              <a:xfrm>
                <a:off x="2728975" y="3715775"/>
                <a:ext cx="875" cy="25"/>
              </a:xfrm>
              <a:custGeom>
                <a:rect b="b" l="l" r="r" t="t"/>
                <a:pathLst>
                  <a:path extrusionOk="0" h="1" w="35">
                    <a:moveTo>
                      <a:pt x="1" y="1"/>
                    </a:moveTo>
                    <a:lnTo>
                      <a:pt x="35"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10"/>
              <p:cNvSpPr/>
              <p:nvPr/>
            </p:nvSpPr>
            <p:spPr>
              <a:xfrm>
                <a:off x="2748225" y="3713250"/>
                <a:ext cx="1300" cy="225"/>
              </a:xfrm>
              <a:custGeom>
                <a:rect b="b" l="l" r="r" t="t"/>
                <a:pathLst>
                  <a:path extrusionOk="0" h="9" w="52">
                    <a:moveTo>
                      <a:pt x="51" y="0"/>
                    </a:moveTo>
                    <a:cubicBezTo>
                      <a:pt x="43" y="0"/>
                      <a:pt x="34" y="2"/>
                      <a:pt x="26" y="5"/>
                    </a:cubicBezTo>
                    <a:lnTo>
                      <a:pt x="26" y="5"/>
                    </a:lnTo>
                    <a:lnTo>
                      <a:pt x="51" y="0"/>
                    </a:lnTo>
                    <a:close/>
                    <a:moveTo>
                      <a:pt x="26" y="5"/>
                    </a:moveTo>
                    <a:lnTo>
                      <a:pt x="1" y="9"/>
                    </a:lnTo>
                    <a:cubicBezTo>
                      <a:pt x="9" y="9"/>
                      <a:pt x="18" y="7"/>
                      <a:pt x="26" y="5"/>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10"/>
              <p:cNvSpPr/>
              <p:nvPr/>
            </p:nvSpPr>
            <p:spPr>
              <a:xfrm>
                <a:off x="2755425" y="3771825"/>
                <a:ext cx="225" cy="250"/>
              </a:xfrm>
              <a:custGeom>
                <a:rect b="b" l="l" r="r" t="t"/>
                <a:pathLst>
                  <a:path extrusionOk="0" h="10" w="9">
                    <a:moveTo>
                      <a:pt x="0" y="9"/>
                    </a:moveTo>
                    <a:lnTo>
                      <a:pt x="0" y="9"/>
                    </a:lnTo>
                    <a:lnTo>
                      <a:pt x="9"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10"/>
              <p:cNvSpPr/>
              <p:nvPr/>
            </p:nvSpPr>
            <p:spPr>
              <a:xfrm>
                <a:off x="2795175" y="3719600"/>
                <a:ext cx="875" cy="225"/>
              </a:xfrm>
              <a:custGeom>
                <a:rect b="b" l="l" r="r" t="t"/>
                <a:pathLst>
                  <a:path extrusionOk="0" h="9" w="35">
                    <a:moveTo>
                      <a:pt x="1" y="0"/>
                    </a:moveTo>
                    <a:lnTo>
                      <a:pt x="1" y="0"/>
                    </a:lnTo>
                    <a:cubicBezTo>
                      <a:pt x="9" y="9"/>
                      <a:pt x="18" y="9"/>
                      <a:pt x="26" y="9"/>
                    </a:cubicBezTo>
                    <a:cubicBezTo>
                      <a:pt x="34" y="9"/>
                      <a:pt x="18" y="9"/>
                      <a:pt x="1"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10"/>
              <p:cNvSpPr/>
              <p:nvPr/>
            </p:nvSpPr>
            <p:spPr>
              <a:xfrm>
                <a:off x="2748025" y="3713450"/>
                <a:ext cx="225" cy="25"/>
              </a:xfrm>
              <a:custGeom>
                <a:rect b="b" l="l" r="r" t="t"/>
                <a:pathLst>
                  <a:path extrusionOk="0" h="1" w="9">
                    <a:moveTo>
                      <a:pt x="0" y="1"/>
                    </a:moveTo>
                    <a:lnTo>
                      <a:pt x="0" y="1"/>
                    </a:lnTo>
                    <a:lnTo>
                      <a:pt x="9"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10"/>
              <p:cNvSpPr/>
              <p:nvPr/>
            </p:nvSpPr>
            <p:spPr>
              <a:xfrm>
                <a:off x="2720525" y="3711975"/>
                <a:ext cx="450" cy="25"/>
              </a:xfrm>
              <a:custGeom>
                <a:rect b="b" l="l" r="r" t="t"/>
                <a:pathLst>
                  <a:path extrusionOk="0" h="1" w="18">
                    <a:moveTo>
                      <a:pt x="17" y="1"/>
                    </a:moveTo>
                    <a:lnTo>
                      <a:pt x="0" y="1"/>
                    </a:lnTo>
                    <a:cubicBezTo>
                      <a:pt x="0" y="1"/>
                      <a:pt x="9" y="1"/>
                      <a:pt x="17"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10"/>
              <p:cNvSpPr/>
              <p:nvPr/>
            </p:nvSpPr>
            <p:spPr>
              <a:xfrm>
                <a:off x="2721375" y="3715350"/>
                <a:ext cx="650" cy="25"/>
              </a:xfrm>
              <a:custGeom>
                <a:rect b="b" l="l" r="r" t="t"/>
                <a:pathLst>
                  <a:path extrusionOk="0" h="1" w="26">
                    <a:moveTo>
                      <a:pt x="26" y="1"/>
                    </a:moveTo>
                    <a:cubicBezTo>
                      <a:pt x="17" y="1"/>
                      <a:pt x="9" y="1"/>
                      <a:pt x="0"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0"/>
              <p:cNvSpPr/>
              <p:nvPr/>
            </p:nvSpPr>
            <p:spPr>
              <a:xfrm>
                <a:off x="2691975" y="3711125"/>
                <a:ext cx="1075" cy="25"/>
              </a:xfrm>
              <a:custGeom>
                <a:rect b="b" l="l" r="r" t="t"/>
                <a:pathLst>
                  <a:path extrusionOk="0" h="1" w="43">
                    <a:moveTo>
                      <a:pt x="43" y="1"/>
                    </a:moveTo>
                    <a:lnTo>
                      <a:pt x="0" y="1"/>
                    </a:lnTo>
                    <a:cubicBezTo>
                      <a:pt x="9" y="1"/>
                      <a:pt x="26" y="1"/>
                      <a:pt x="43"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10"/>
              <p:cNvSpPr/>
              <p:nvPr/>
            </p:nvSpPr>
            <p:spPr>
              <a:xfrm>
                <a:off x="2718825" y="3714300"/>
                <a:ext cx="250" cy="250"/>
              </a:xfrm>
              <a:custGeom>
                <a:rect b="b" l="l" r="r" t="t"/>
                <a:pathLst>
                  <a:path extrusionOk="0" h="10" w="10">
                    <a:moveTo>
                      <a:pt x="9" y="1"/>
                    </a:moveTo>
                    <a:lnTo>
                      <a:pt x="1" y="9"/>
                    </a:lnTo>
                    <a:cubicBezTo>
                      <a:pt x="9" y="9"/>
                      <a:pt x="9" y="1"/>
                      <a:pt x="9"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10"/>
              <p:cNvSpPr/>
              <p:nvPr/>
            </p:nvSpPr>
            <p:spPr>
              <a:xfrm>
                <a:off x="2739775" y="3780700"/>
                <a:ext cx="25" cy="25"/>
              </a:xfrm>
              <a:custGeom>
                <a:rect b="b" l="l" r="r" t="t"/>
                <a:pathLst>
                  <a:path extrusionOk="0" h="1" w="1">
                    <a:moveTo>
                      <a:pt x="0" y="1"/>
                    </a:move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10"/>
              <p:cNvSpPr/>
              <p:nvPr/>
            </p:nvSpPr>
            <p:spPr>
              <a:xfrm>
                <a:off x="2737875" y="3783675"/>
                <a:ext cx="850" cy="650"/>
              </a:xfrm>
              <a:custGeom>
                <a:rect b="b" l="l" r="r" t="t"/>
                <a:pathLst>
                  <a:path extrusionOk="0" h="26" w="34">
                    <a:moveTo>
                      <a:pt x="34" y="0"/>
                    </a:moveTo>
                    <a:lnTo>
                      <a:pt x="0" y="26"/>
                    </a:lnTo>
                    <a:cubicBezTo>
                      <a:pt x="17" y="17"/>
                      <a:pt x="25" y="9"/>
                      <a:pt x="34"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10"/>
              <p:cNvSpPr/>
              <p:nvPr/>
            </p:nvSpPr>
            <p:spPr>
              <a:xfrm>
                <a:off x="2788350" y="3734825"/>
                <a:ext cx="1350" cy="1075"/>
              </a:xfrm>
              <a:custGeom>
                <a:rect b="b" l="l" r="r" t="t"/>
                <a:pathLst>
                  <a:path extrusionOk="0" h="43" w="54">
                    <a:moveTo>
                      <a:pt x="3" y="26"/>
                    </a:moveTo>
                    <a:cubicBezTo>
                      <a:pt x="2" y="28"/>
                      <a:pt x="1" y="29"/>
                      <a:pt x="2" y="30"/>
                    </a:cubicBezTo>
                    <a:lnTo>
                      <a:pt x="2" y="30"/>
                    </a:lnTo>
                    <a:cubicBezTo>
                      <a:pt x="2" y="29"/>
                      <a:pt x="2" y="27"/>
                      <a:pt x="3" y="26"/>
                    </a:cubicBezTo>
                    <a:close/>
                    <a:moveTo>
                      <a:pt x="54" y="0"/>
                    </a:moveTo>
                    <a:lnTo>
                      <a:pt x="54" y="0"/>
                    </a:lnTo>
                    <a:cubicBezTo>
                      <a:pt x="33" y="7"/>
                      <a:pt x="7" y="30"/>
                      <a:pt x="2" y="30"/>
                    </a:cubicBezTo>
                    <a:cubicBezTo>
                      <a:pt x="2" y="30"/>
                      <a:pt x="2" y="30"/>
                      <a:pt x="2" y="30"/>
                    </a:cubicBezTo>
                    <a:lnTo>
                      <a:pt x="2" y="30"/>
                    </a:lnTo>
                    <a:cubicBezTo>
                      <a:pt x="0" y="38"/>
                      <a:pt x="3" y="42"/>
                      <a:pt x="8" y="42"/>
                    </a:cubicBezTo>
                    <a:cubicBezTo>
                      <a:pt x="17" y="42"/>
                      <a:pt x="34" y="30"/>
                      <a:pt x="54"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10"/>
              <p:cNvSpPr/>
              <p:nvPr/>
            </p:nvSpPr>
            <p:spPr>
              <a:xfrm>
                <a:off x="2739550" y="3771775"/>
                <a:ext cx="375" cy="700"/>
              </a:xfrm>
              <a:custGeom>
                <a:rect b="b" l="l" r="r" t="t"/>
                <a:pathLst>
                  <a:path extrusionOk="0" h="28" w="15">
                    <a:moveTo>
                      <a:pt x="12" y="0"/>
                    </a:moveTo>
                    <a:cubicBezTo>
                      <a:pt x="12" y="0"/>
                      <a:pt x="11" y="1"/>
                      <a:pt x="9" y="3"/>
                    </a:cubicBezTo>
                    <a:cubicBezTo>
                      <a:pt x="9" y="11"/>
                      <a:pt x="1" y="20"/>
                      <a:pt x="1" y="28"/>
                    </a:cubicBezTo>
                    <a:cubicBezTo>
                      <a:pt x="8" y="14"/>
                      <a:pt x="15" y="0"/>
                      <a:pt x="12"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10"/>
              <p:cNvSpPr/>
              <p:nvPr/>
            </p:nvSpPr>
            <p:spPr>
              <a:xfrm>
                <a:off x="2739125" y="3772475"/>
                <a:ext cx="450" cy="650"/>
              </a:xfrm>
              <a:custGeom>
                <a:rect b="b" l="l" r="r" t="t"/>
                <a:pathLst>
                  <a:path extrusionOk="0" h="26" w="18">
                    <a:moveTo>
                      <a:pt x="18" y="0"/>
                    </a:moveTo>
                    <a:lnTo>
                      <a:pt x="18" y="0"/>
                    </a:lnTo>
                    <a:cubicBezTo>
                      <a:pt x="14" y="4"/>
                      <a:pt x="11" y="8"/>
                      <a:pt x="9" y="13"/>
                    </a:cubicBezTo>
                    <a:lnTo>
                      <a:pt x="9" y="13"/>
                    </a:lnTo>
                    <a:lnTo>
                      <a:pt x="18" y="0"/>
                    </a:lnTo>
                    <a:close/>
                    <a:moveTo>
                      <a:pt x="9" y="13"/>
                    </a:moveTo>
                    <a:lnTo>
                      <a:pt x="1" y="25"/>
                    </a:lnTo>
                    <a:cubicBezTo>
                      <a:pt x="5" y="21"/>
                      <a:pt x="7" y="17"/>
                      <a:pt x="9" y="13"/>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10"/>
              <p:cNvSpPr/>
              <p:nvPr/>
            </p:nvSpPr>
            <p:spPr>
              <a:xfrm>
                <a:off x="2780150" y="3731225"/>
                <a:ext cx="450" cy="225"/>
              </a:xfrm>
              <a:custGeom>
                <a:rect b="b" l="l" r="r" t="t"/>
                <a:pathLst>
                  <a:path extrusionOk="0" h="9" w="18">
                    <a:moveTo>
                      <a:pt x="18" y="0"/>
                    </a:moveTo>
                    <a:cubicBezTo>
                      <a:pt x="14" y="0"/>
                      <a:pt x="12" y="3"/>
                      <a:pt x="9" y="5"/>
                    </a:cubicBezTo>
                    <a:lnTo>
                      <a:pt x="18" y="0"/>
                    </a:lnTo>
                    <a:close/>
                    <a:moveTo>
                      <a:pt x="9" y="5"/>
                    </a:moveTo>
                    <a:lnTo>
                      <a:pt x="1" y="9"/>
                    </a:lnTo>
                    <a:cubicBezTo>
                      <a:pt x="5" y="9"/>
                      <a:pt x="7" y="7"/>
                      <a:pt x="9" y="5"/>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10"/>
              <p:cNvSpPr/>
              <p:nvPr/>
            </p:nvSpPr>
            <p:spPr>
              <a:xfrm>
                <a:off x="2734900" y="3783250"/>
                <a:ext cx="7000" cy="7000"/>
              </a:xfrm>
              <a:custGeom>
                <a:rect b="b" l="l" r="r" t="t"/>
                <a:pathLst>
                  <a:path extrusionOk="0" h="280" w="280">
                    <a:moveTo>
                      <a:pt x="119" y="43"/>
                    </a:moveTo>
                    <a:cubicBezTo>
                      <a:pt x="118" y="44"/>
                      <a:pt x="117" y="45"/>
                      <a:pt x="116" y="46"/>
                    </a:cubicBezTo>
                    <a:lnTo>
                      <a:pt x="116" y="46"/>
                    </a:lnTo>
                    <a:cubicBezTo>
                      <a:pt x="117" y="45"/>
                      <a:pt x="118" y="44"/>
                      <a:pt x="119" y="43"/>
                    </a:cubicBezTo>
                    <a:close/>
                    <a:moveTo>
                      <a:pt x="96" y="118"/>
                    </a:moveTo>
                    <a:cubicBezTo>
                      <a:pt x="95" y="118"/>
                      <a:pt x="94" y="118"/>
                      <a:pt x="94" y="119"/>
                    </a:cubicBezTo>
                    <a:lnTo>
                      <a:pt x="94" y="129"/>
                    </a:lnTo>
                    <a:lnTo>
                      <a:pt x="94" y="129"/>
                    </a:lnTo>
                    <a:cubicBezTo>
                      <a:pt x="95" y="125"/>
                      <a:pt x="96" y="121"/>
                      <a:pt x="96" y="118"/>
                    </a:cubicBezTo>
                    <a:close/>
                    <a:moveTo>
                      <a:pt x="254" y="0"/>
                    </a:moveTo>
                    <a:lnTo>
                      <a:pt x="111" y="93"/>
                    </a:lnTo>
                    <a:cubicBezTo>
                      <a:pt x="92" y="100"/>
                      <a:pt x="81" y="102"/>
                      <a:pt x="75" y="102"/>
                    </a:cubicBezTo>
                    <a:cubicBezTo>
                      <a:pt x="55" y="102"/>
                      <a:pt x="85" y="77"/>
                      <a:pt x="116" y="46"/>
                    </a:cubicBezTo>
                    <a:lnTo>
                      <a:pt x="116" y="46"/>
                    </a:lnTo>
                    <a:cubicBezTo>
                      <a:pt x="109" y="53"/>
                      <a:pt x="101" y="60"/>
                      <a:pt x="94" y="60"/>
                    </a:cubicBezTo>
                    <a:cubicBezTo>
                      <a:pt x="94" y="66"/>
                      <a:pt x="22" y="139"/>
                      <a:pt x="40" y="139"/>
                    </a:cubicBezTo>
                    <a:cubicBezTo>
                      <a:pt x="46" y="139"/>
                      <a:pt x="62" y="131"/>
                      <a:pt x="94" y="110"/>
                    </a:cubicBezTo>
                    <a:lnTo>
                      <a:pt x="94" y="110"/>
                    </a:lnTo>
                    <a:cubicBezTo>
                      <a:pt x="95" y="113"/>
                      <a:pt x="96" y="115"/>
                      <a:pt x="96" y="118"/>
                    </a:cubicBezTo>
                    <a:lnTo>
                      <a:pt x="96" y="118"/>
                    </a:lnTo>
                    <a:cubicBezTo>
                      <a:pt x="154" y="84"/>
                      <a:pt x="213" y="51"/>
                      <a:pt x="254" y="0"/>
                    </a:cubicBezTo>
                    <a:close/>
                    <a:moveTo>
                      <a:pt x="280" y="9"/>
                    </a:moveTo>
                    <a:lnTo>
                      <a:pt x="280" y="9"/>
                    </a:lnTo>
                    <a:cubicBezTo>
                      <a:pt x="229" y="68"/>
                      <a:pt x="161" y="119"/>
                      <a:pt x="94" y="153"/>
                    </a:cubicBezTo>
                    <a:lnTo>
                      <a:pt x="94" y="129"/>
                    </a:lnTo>
                    <a:lnTo>
                      <a:pt x="94" y="129"/>
                    </a:lnTo>
                    <a:cubicBezTo>
                      <a:pt x="81" y="157"/>
                      <a:pt x="21" y="184"/>
                      <a:pt x="1" y="212"/>
                    </a:cubicBezTo>
                    <a:cubicBezTo>
                      <a:pt x="3" y="211"/>
                      <a:pt x="6" y="211"/>
                      <a:pt x="7" y="211"/>
                    </a:cubicBezTo>
                    <a:cubicBezTo>
                      <a:pt x="21" y="211"/>
                      <a:pt x="3" y="237"/>
                      <a:pt x="18" y="237"/>
                    </a:cubicBezTo>
                    <a:cubicBezTo>
                      <a:pt x="26" y="220"/>
                      <a:pt x="43" y="203"/>
                      <a:pt x="68" y="187"/>
                    </a:cubicBezTo>
                    <a:cubicBezTo>
                      <a:pt x="85" y="187"/>
                      <a:pt x="60" y="229"/>
                      <a:pt x="18" y="246"/>
                    </a:cubicBezTo>
                    <a:cubicBezTo>
                      <a:pt x="23" y="244"/>
                      <a:pt x="27" y="243"/>
                      <a:pt x="29" y="243"/>
                    </a:cubicBezTo>
                    <a:cubicBezTo>
                      <a:pt x="49" y="243"/>
                      <a:pt x="18" y="280"/>
                      <a:pt x="31" y="280"/>
                    </a:cubicBezTo>
                    <a:cubicBezTo>
                      <a:pt x="34" y="280"/>
                      <a:pt x="40" y="277"/>
                      <a:pt x="51" y="271"/>
                    </a:cubicBezTo>
                    <a:cubicBezTo>
                      <a:pt x="144" y="203"/>
                      <a:pt x="221" y="110"/>
                      <a:pt x="280" y="9"/>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10"/>
              <p:cNvSpPr/>
              <p:nvPr/>
            </p:nvSpPr>
            <p:spPr>
              <a:xfrm>
                <a:off x="2735550" y="3777950"/>
                <a:ext cx="25" cy="250"/>
              </a:xfrm>
              <a:custGeom>
                <a:rect b="b" l="l" r="r" t="t"/>
                <a:pathLst>
                  <a:path extrusionOk="0" h="10" w="1">
                    <a:moveTo>
                      <a:pt x="0" y="1"/>
                    </a:moveTo>
                    <a:lnTo>
                      <a:pt x="0" y="1"/>
                    </a:lnTo>
                    <a:lnTo>
                      <a:pt x="0" y="9"/>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10"/>
              <p:cNvSpPr/>
              <p:nvPr/>
            </p:nvSpPr>
            <p:spPr>
              <a:xfrm>
                <a:off x="2691750" y="3725525"/>
                <a:ext cx="450" cy="225"/>
              </a:xfrm>
              <a:custGeom>
                <a:rect b="b" l="l" r="r" t="t"/>
                <a:pathLst>
                  <a:path extrusionOk="0" h="9" w="18">
                    <a:moveTo>
                      <a:pt x="18" y="0"/>
                    </a:moveTo>
                    <a:lnTo>
                      <a:pt x="1" y="8"/>
                    </a:lnTo>
                    <a:cubicBezTo>
                      <a:pt x="18" y="8"/>
                      <a:pt x="18" y="8"/>
                      <a:pt x="18"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10"/>
              <p:cNvSpPr/>
              <p:nvPr/>
            </p:nvSpPr>
            <p:spPr>
              <a:xfrm>
                <a:off x="2739550" y="3779225"/>
                <a:ext cx="25" cy="25"/>
              </a:xfrm>
              <a:custGeom>
                <a:rect b="b" l="l" r="r" t="t"/>
                <a:pathLst>
                  <a:path extrusionOk="0" h="1" w="1">
                    <a:moveTo>
                      <a:pt x="1" y="1"/>
                    </a:move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10"/>
              <p:cNvSpPr/>
              <p:nvPr/>
            </p:nvSpPr>
            <p:spPr>
              <a:xfrm>
                <a:off x="2701075" y="3726350"/>
                <a:ext cx="25" cy="25"/>
              </a:xfrm>
              <a:custGeom>
                <a:rect b="b" l="l" r="r" t="t"/>
                <a:pathLst>
                  <a:path extrusionOk="0" h="1" w="1">
                    <a:moveTo>
                      <a:pt x="0" y="1"/>
                    </a:move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10"/>
              <p:cNvSpPr/>
              <p:nvPr/>
            </p:nvSpPr>
            <p:spPr>
              <a:xfrm>
                <a:off x="2704250" y="3710925"/>
                <a:ext cx="225" cy="25"/>
              </a:xfrm>
              <a:custGeom>
                <a:rect b="b" l="l" r="r" t="t"/>
                <a:pathLst>
                  <a:path extrusionOk="0" h="1" w="9">
                    <a:moveTo>
                      <a:pt x="9" y="0"/>
                    </a:moveTo>
                    <a:lnTo>
                      <a:pt x="9" y="0"/>
                    </a:lnTo>
                    <a:cubicBezTo>
                      <a:pt x="0" y="0"/>
                      <a:pt x="0" y="0"/>
                      <a:pt x="9"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10"/>
              <p:cNvSpPr/>
              <p:nvPr/>
            </p:nvSpPr>
            <p:spPr>
              <a:xfrm>
                <a:off x="2701075" y="3726150"/>
                <a:ext cx="25" cy="25"/>
              </a:xfrm>
              <a:custGeom>
                <a:rect b="b" l="l" r="r" t="t"/>
                <a:pathLst>
                  <a:path extrusionOk="0" h="1" w="1">
                    <a:moveTo>
                      <a:pt x="0" y="0"/>
                    </a:moveTo>
                    <a:lnTo>
                      <a:pt x="0" y="0"/>
                    </a:lnTo>
                    <a:cubicBezTo>
                      <a:pt x="0" y="0"/>
                      <a:pt x="0" y="0"/>
                      <a:pt x="0"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10"/>
              <p:cNvSpPr/>
              <p:nvPr/>
            </p:nvSpPr>
            <p:spPr>
              <a:xfrm>
                <a:off x="2743375" y="3726350"/>
                <a:ext cx="425" cy="250"/>
              </a:xfrm>
              <a:custGeom>
                <a:rect b="b" l="l" r="r" t="t"/>
                <a:pathLst>
                  <a:path extrusionOk="0" h="10" w="17">
                    <a:moveTo>
                      <a:pt x="0" y="1"/>
                    </a:moveTo>
                    <a:cubicBezTo>
                      <a:pt x="0" y="1"/>
                      <a:pt x="0" y="1"/>
                      <a:pt x="17" y="9"/>
                    </a:cubicBezTo>
                    <a:cubicBezTo>
                      <a:pt x="17" y="9"/>
                      <a:pt x="8" y="1"/>
                      <a:pt x="0"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10"/>
              <p:cNvSpPr/>
              <p:nvPr/>
            </p:nvSpPr>
            <p:spPr>
              <a:xfrm>
                <a:off x="2735550" y="3724875"/>
                <a:ext cx="25" cy="25"/>
              </a:xfrm>
              <a:custGeom>
                <a:rect b="b" l="l" r="r" t="t"/>
                <a:pathLst>
                  <a:path extrusionOk="0" h="1" w="1">
                    <a:moveTo>
                      <a:pt x="0" y="1"/>
                    </a:move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10"/>
              <p:cNvSpPr/>
              <p:nvPr/>
            </p:nvSpPr>
            <p:spPr>
              <a:xfrm>
                <a:off x="2795800" y="3730800"/>
                <a:ext cx="875" cy="1300"/>
              </a:xfrm>
              <a:custGeom>
                <a:rect b="b" l="l" r="r" t="t"/>
                <a:pathLst>
                  <a:path extrusionOk="0" h="52" w="35">
                    <a:moveTo>
                      <a:pt x="35" y="1"/>
                    </a:moveTo>
                    <a:lnTo>
                      <a:pt x="35" y="1"/>
                    </a:lnTo>
                    <a:cubicBezTo>
                      <a:pt x="26" y="17"/>
                      <a:pt x="9" y="26"/>
                      <a:pt x="1" y="51"/>
                    </a:cubicBezTo>
                    <a:cubicBezTo>
                      <a:pt x="9" y="34"/>
                      <a:pt x="26" y="17"/>
                      <a:pt x="35"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10"/>
              <p:cNvSpPr/>
              <p:nvPr/>
            </p:nvSpPr>
            <p:spPr>
              <a:xfrm>
                <a:off x="2700425" y="3726350"/>
                <a:ext cx="450" cy="250"/>
              </a:xfrm>
              <a:custGeom>
                <a:rect b="b" l="l" r="r" t="t"/>
                <a:pathLst>
                  <a:path extrusionOk="0" h="10" w="18">
                    <a:moveTo>
                      <a:pt x="18" y="1"/>
                    </a:moveTo>
                    <a:lnTo>
                      <a:pt x="1" y="9"/>
                    </a:lnTo>
                    <a:cubicBezTo>
                      <a:pt x="9" y="9"/>
                      <a:pt x="18" y="1"/>
                      <a:pt x="18"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10"/>
              <p:cNvSpPr/>
              <p:nvPr/>
            </p:nvSpPr>
            <p:spPr>
              <a:xfrm>
                <a:off x="2756675" y="3723825"/>
                <a:ext cx="250" cy="225"/>
              </a:xfrm>
              <a:custGeom>
                <a:rect b="b" l="l" r="r" t="t"/>
                <a:pathLst>
                  <a:path extrusionOk="0" h="9" w="10">
                    <a:moveTo>
                      <a:pt x="1" y="0"/>
                    </a:moveTo>
                    <a:lnTo>
                      <a:pt x="1" y="9"/>
                    </a:lnTo>
                    <a:lnTo>
                      <a:pt x="9"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10"/>
              <p:cNvSpPr/>
              <p:nvPr/>
            </p:nvSpPr>
            <p:spPr>
              <a:xfrm>
                <a:off x="2755425" y="3722975"/>
                <a:ext cx="10375" cy="1950"/>
              </a:xfrm>
              <a:custGeom>
                <a:rect b="b" l="l" r="r" t="t"/>
                <a:pathLst>
                  <a:path extrusionOk="0" h="78" w="415">
                    <a:moveTo>
                      <a:pt x="0" y="1"/>
                    </a:moveTo>
                    <a:lnTo>
                      <a:pt x="85" y="9"/>
                    </a:lnTo>
                    <a:lnTo>
                      <a:pt x="59" y="43"/>
                    </a:lnTo>
                    <a:lnTo>
                      <a:pt x="68" y="43"/>
                    </a:lnTo>
                    <a:cubicBezTo>
                      <a:pt x="82" y="42"/>
                      <a:pt x="93" y="42"/>
                      <a:pt x="103" y="42"/>
                    </a:cubicBezTo>
                    <a:cubicBezTo>
                      <a:pt x="188" y="42"/>
                      <a:pt x="117" y="69"/>
                      <a:pt x="202" y="69"/>
                    </a:cubicBezTo>
                    <a:cubicBezTo>
                      <a:pt x="211" y="69"/>
                      <a:pt x="222" y="69"/>
                      <a:pt x="236" y="68"/>
                    </a:cubicBezTo>
                    <a:lnTo>
                      <a:pt x="236" y="68"/>
                    </a:lnTo>
                    <a:cubicBezTo>
                      <a:pt x="228" y="69"/>
                      <a:pt x="220" y="77"/>
                      <a:pt x="220" y="77"/>
                    </a:cubicBezTo>
                    <a:cubicBezTo>
                      <a:pt x="231" y="75"/>
                      <a:pt x="243" y="75"/>
                      <a:pt x="255" y="75"/>
                    </a:cubicBezTo>
                    <a:cubicBezTo>
                      <a:pt x="287" y="75"/>
                      <a:pt x="322" y="78"/>
                      <a:pt x="351" y="78"/>
                    </a:cubicBezTo>
                    <a:cubicBezTo>
                      <a:pt x="383" y="78"/>
                      <a:pt x="407" y="74"/>
                      <a:pt x="415" y="60"/>
                    </a:cubicBezTo>
                    <a:cubicBezTo>
                      <a:pt x="389" y="60"/>
                      <a:pt x="279" y="34"/>
                      <a:pt x="305" y="17"/>
                    </a:cubicBezTo>
                    <a:cubicBezTo>
                      <a:pt x="262" y="17"/>
                      <a:pt x="203" y="1"/>
                      <a:pt x="178" y="1"/>
                    </a:cubicBezTo>
                    <a:cubicBezTo>
                      <a:pt x="246" y="17"/>
                      <a:pt x="186" y="26"/>
                      <a:pt x="136" y="34"/>
                    </a:cubicBezTo>
                    <a:cubicBezTo>
                      <a:pt x="93" y="17"/>
                      <a:pt x="144" y="9"/>
                      <a:pt x="110"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10"/>
              <p:cNvSpPr/>
              <p:nvPr/>
            </p:nvSpPr>
            <p:spPr>
              <a:xfrm>
                <a:off x="2760275" y="3724875"/>
                <a:ext cx="675" cy="25"/>
              </a:xfrm>
              <a:custGeom>
                <a:rect b="b" l="l" r="r" t="t"/>
                <a:pathLst>
                  <a:path extrusionOk="0" h="1" w="27">
                    <a:moveTo>
                      <a:pt x="26" y="1"/>
                    </a:moveTo>
                    <a:cubicBezTo>
                      <a:pt x="18" y="1"/>
                      <a:pt x="9" y="1"/>
                      <a:pt x="1" y="1"/>
                    </a:cubicBezTo>
                    <a:cubicBezTo>
                      <a:pt x="9" y="1"/>
                      <a:pt x="18" y="1"/>
                      <a:pt x="26"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10"/>
              <p:cNvSpPr/>
              <p:nvPr/>
            </p:nvSpPr>
            <p:spPr>
              <a:xfrm>
                <a:off x="2774675" y="3727000"/>
                <a:ext cx="650" cy="25"/>
              </a:xfrm>
              <a:custGeom>
                <a:rect b="b" l="l" r="r" t="t"/>
                <a:pathLst>
                  <a:path extrusionOk="0" h="1" w="26">
                    <a:moveTo>
                      <a:pt x="0" y="0"/>
                    </a:moveTo>
                    <a:lnTo>
                      <a:pt x="25"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10"/>
              <p:cNvSpPr/>
              <p:nvPr/>
            </p:nvSpPr>
            <p:spPr>
              <a:xfrm>
                <a:off x="2663850" y="3718100"/>
                <a:ext cx="2125" cy="650"/>
              </a:xfrm>
              <a:custGeom>
                <a:rect b="b" l="l" r="r" t="t"/>
                <a:pathLst>
                  <a:path extrusionOk="0" h="26" w="85">
                    <a:moveTo>
                      <a:pt x="9" y="1"/>
                    </a:moveTo>
                    <a:lnTo>
                      <a:pt x="0" y="9"/>
                    </a:lnTo>
                    <a:cubicBezTo>
                      <a:pt x="0" y="15"/>
                      <a:pt x="41" y="25"/>
                      <a:pt x="66" y="25"/>
                    </a:cubicBezTo>
                    <a:cubicBezTo>
                      <a:pt x="77" y="25"/>
                      <a:pt x="85" y="23"/>
                      <a:pt x="85" y="18"/>
                    </a:cubicBezTo>
                    <a:lnTo>
                      <a:pt x="9"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10"/>
              <p:cNvSpPr/>
              <p:nvPr/>
            </p:nvSpPr>
            <p:spPr>
              <a:xfrm>
                <a:off x="2773400" y="3747075"/>
                <a:ext cx="650" cy="875"/>
              </a:xfrm>
              <a:custGeom>
                <a:rect b="b" l="l" r="r" t="t"/>
                <a:pathLst>
                  <a:path extrusionOk="0" h="35" w="26">
                    <a:moveTo>
                      <a:pt x="26" y="1"/>
                    </a:moveTo>
                    <a:cubicBezTo>
                      <a:pt x="17" y="9"/>
                      <a:pt x="9" y="18"/>
                      <a:pt x="0" y="35"/>
                    </a:cubicBezTo>
                    <a:lnTo>
                      <a:pt x="26" y="9"/>
                    </a:lnTo>
                    <a:lnTo>
                      <a:pt x="26"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10"/>
              <p:cNvSpPr/>
              <p:nvPr/>
            </p:nvSpPr>
            <p:spPr>
              <a:xfrm>
                <a:off x="2763025" y="3723175"/>
                <a:ext cx="675" cy="250"/>
              </a:xfrm>
              <a:custGeom>
                <a:rect b="b" l="l" r="r" t="t"/>
                <a:pathLst>
                  <a:path extrusionOk="0" h="10" w="27">
                    <a:moveTo>
                      <a:pt x="26" y="1"/>
                    </a:moveTo>
                    <a:cubicBezTo>
                      <a:pt x="18" y="1"/>
                      <a:pt x="9" y="9"/>
                      <a:pt x="1" y="9"/>
                    </a:cubicBezTo>
                    <a:cubicBezTo>
                      <a:pt x="9" y="9"/>
                      <a:pt x="18" y="9"/>
                      <a:pt x="26"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10"/>
              <p:cNvSpPr/>
              <p:nvPr/>
            </p:nvSpPr>
            <p:spPr>
              <a:xfrm>
                <a:off x="2770425" y="3747075"/>
                <a:ext cx="1925" cy="1725"/>
              </a:xfrm>
              <a:custGeom>
                <a:rect b="b" l="l" r="r" t="t"/>
                <a:pathLst>
                  <a:path extrusionOk="0" h="69" w="77">
                    <a:moveTo>
                      <a:pt x="77" y="1"/>
                    </a:moveTo>
                    <a:cubicBezTo>
                      <a:pt x="69" y="1"/>
                      <a:pt x="43" y="9"/>
                      <a:pt x="35" y="9"/>
                    </a:cubicBezTo>
                    <a:cubicBezTo>
                      <a:pt x="26" y="26"/>
                      <a:pt x="9" y="43"/>
                      <a:pt x="1" y="69"/>
                    </a:cubicBezTo>
                    <a:cubicBezTo>
                      <a:pt x="26" y="43"/>
                      <a:pt x="52" y="18"/>
                      <a:pt x="77"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10"/>
              <p:cNvSpPr/>
              <p:nvPr/>
            </p:nvSpPr>
            <p:spPr>
              <a:xfrm>
                <a:off x="2770425" y="3748775"/>
                <a:ext cx="25" cy="25"/>
              </a:xfrm>
              <a:custGeom>
                <a:rect b="b" l="l" r="r" t="t"/>
                <a:pathLst>
                  <a:path extrusionOk="0" h="1" w="1">
                    <a:moveTo>
                      <a:pt x="1" y="1"/>
                    </a:move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10"/>
              <p:cNvSpPr/>
              <p:nvPr/>
            </p:nvSpPr>
            <p:spPr>
              <a:xfrm>
                <a:off x="2503750" y="3703525"/>
                <a:ext cx="300975" cy="79950"/>
              </a:xfrm>
              <a:custGeom>
                <a:rect b="b" l="l" r="r" t="t"/>
                <a:pathLst>
                  <a:path extrusionOk="0" h="3198" w="12039">
                    <a:moveTo>
                      <a:pt x="3520" y="102"/>
                    </a:moveTo>
                    <a:lnTo>
                      <a:pt x="3520" y="102"/>
                    </a:lnTo>
                    <a:cubicBezTo>
                      <a:pt x="3513" y="103"/>
                      <a:pt x="3506" y="105"/>
                      <a:pt x="3500" y="107"/>
                    </a:cubicBezTo>
                    <a:lnTo>
                      <a:pt x="3500" y="107"/>
                    </a:lnTo>
                    <a:cubicBezTo>
                      <a:pt x="3507" y="105"/>
                      <a:pt x="3513" y="104"/>
                      <a:pt x="3520" y="102"/>
                    </a:cubicBezTo>
                    <a:close/>
                    <a:moveTo>
                      <a:pt x="3976" y="136"/>
                    </a:moveTo>
                    <a:lnTo>
                      <a:pt x="3951" y="148"/>
                    </a:lnTo>
                    <a:lnTo>
                      <a:pt x="3951" y="148"/>
                    </a:lnTo>
                    <a:cubicBezTo>
                      <a:pt x="3967" y="142"/>
                      <a:pt x="4007" y="136"/>
                      <a:pt x="3976" y="136"/>
                    </a:cubicBezTo>
                    <a:close/>
                    <a:moveTo>
                      <a:pt x="3951" y="148"/>
                    </a:moveTo>
                    <a:cubicBezTo>
                      <a:pt x="3949" y="149"/>
                      <a:pt x="3948" y="150"/>
                      <a:pt x="3946" y="151"/>
                    </a:cubicBezTo>
                    <a:lnTo>
                      <a:pt x="3946" y="151"/>
                    </a:lnTo>
                    <a:lnTo>
                      <a:pt x="3951" y="148"/>
                    </a:lnTo>
                    <a:close/>
                    <a:moveTo>
                      <a:pt x="3905" y="406"/>
                    </a:moveTo>
                    <a:cubicBezTo>
                      <a:pt x="3904" y="406"/>
                      <a:pt x="3902" y="406"/>
                      <a:pt x="3900" y="406"/>
                    </a:cubicBezTo>
                    <a:cubicBezTo>
                      <a:pt x="3904" y="406"/>
                      <a:pt x="3904" y="406"/>
                      <a:pt x="3905" y="406"/>
                    </a:cubicBezTo>
                    <a:close/>
                    <a:moveTo>
                      <a:pt x="9274" y="427"/>
                    </a:moveTo>
                    <a:lnTo>
                      <a:pt x="9274" y="427"/>
                    </a:lnTo>
                    <a:cubicBezTo>
                      <a:pt x="9276" y="429"/>
                      <a:pt x="9278" y="430"/>
                      <a:pt x="9280" y="432"/>
                    </a:cubicBezTo>
                    <a:cubicBezTo>
                      <a:pt x="9278" y="430"/>
                      <a:pt x="9276" y="429"/>
                      <a:pt x="9274" y="427"/>
                    </a:cubicBezTo>
                    <a:close/>
                    <a:moveTo>
                      <a:pt x="4108" y="439"/>
                    </a:moveTo>
                    <a:lnTo>
                      <a:pt x="4103" y="440"/>
                    </a:lnTo>
                    <a:cubicBezTo>
                      <a:pt x="4105" y="440"/>
                      <a:pt x="4106" y="440"/>
                      <a:pt x="4108" y="439"/>
                    </a:cubicBezTo>
                    <a:close/>
                    <a:moveTo>
                      <a:pt x="6592" y="507"/>
                    </a:moveTo>
                    <a:cubicBezTo>
                      <a:pt x="6595" y="508"/>
                      <a:pt x="6598" y="508"/>
                      <a:pt x="6599" y="508"/>
                    </a:cubicBezTo>
                    <a:cubicBezTo>
                      <a:pt x="6597" y="508"/>
                      <a:pt x="6594" y="507"/>
                      <a:pt x="6592" y="507"/>
                    </a:cubicBezTo>
                    <a:close/>
                    <a:moveTo>
                      <a:pt x="5317" y="513"/>
                    </a:moveTo>
                    <a:cubicBezTo>
                      <a:pt x="5315" y="513"/>
                      <a:pt x="5314" y="515"/>
                      <a:pt x="5313" y="516"/>
                    </a:cubicBezTo>
                    <a:lnTo>
                      <a:pt x="5317" y="513"/>
                    </a:lnTo>
                    <a:close/>
                    <a:moveTo>
                      <a:pt x="7081" y="592"/>
                    </a:moveTo>
                    <a:lnTo>
                      <a:pt x="7064" y="609"/>
                    </a:lnTo>
                    <a:cubicBezTo>
                      <a:pt x="7056" y="601"/>
                      <a:pt x="7039" y="601"/>
                      <a:pt x="7039" y="592"/>
                    </a:cubicBezTo>
                    <a:close/>
                    <a:moveTo>
                      <a:pt x="10913" y="457"/>
                    </a:moveTo>
                    <a:lnTo>
                      <a:pt x="10820" y="482"/>
                    </a:lnTo>
                    <a:lnTo>
                      <a:pt x="10812" y="482"/>
                    </a:lnTo>
                    <a:lnTo>
                      <a:pt x="10676" y="508"/>
                    </a:lnTo>
                    <a:cubicBezTo>
                      <a:pt x="10738" y="508"/>
                      <a:pt x="10748" y="497"/>
                      <a:pt x="10772" y="497"/>
                    </a:cubicBezTo>
                    <a:cubicBezTo>
                      <a:pt x="10784" y="497"/>
                      <a:pt x="10800" y="499"/>
                      <a:pt x="10829" y="508"/>
                    </a:cubicBezTo>
                    <a:cubicBezTo>
                      <a:pt x="10897" y="522"/>
                      <a:pt x="10843" y="530"/>
                      <a:pt x="10807" y="541"/>
                    </a:cubicBezTo>
                    <a:lnTo>
                      <a:pt x="10807" y="541"/>
                    </a:lnTo>
                    <a:cubicBezTo>
                      <a:pt x="10832" y="540"/>
                      <a:pt x="10860" y="541"/>
                      <a:pt x="10871" y="525"/>
                    </a:cubicBezTo>
                    <a:cubicBezTo>
                      <a:pt x="10913" y="535"/>
                      <a:pt x="10958" y="542"/>
                      <a:pt x="11004" y="542"/>
                    </a:cubicBezTo>
                    <a:cubicBezTo>
                      <a:pt x="11033" y="542"/>
                      <a:pt x="11062" y="540"/>
                      <a:pt x="11091" y="533"/>
                    </a:cubicBezTo>
                    <a:cubicBezTo>
                      <a:pt x="11137" y="525"/>
                      <a:pt x="11184" y="520"/>
                      <a:pt x="11230" y="520"/>
                    </a:cubicBezTo>
                    <a:cubicBezTo>
                      <a:pt x="11277" y="520"/>
                      <a:pt x="11323" y="525"/>
                      <a:pt x="11370" y="533"/>
                    </a:cubicBezTo>
                    <a:cubicBezTo>
                      <a:pt x="11345" y="559"/>
                      <a:pt x="11412" y="559"/>
                      <a:pt x="11488" y="559"/>
                    </a:cubicBezTo>
                    <a:cubicBezTo>
                      <a:pt x="11517" y="559"/>
                      <a:pt x="11545" y="558"/>
                      <a:pt x="11569" y="558"/>
                    </a:cubicBezTo>
                    <a:cubicBezTo>
                      <a:pt x="11618" y="558"/>
                      <a:pt x="11652" y="561"/>
                      <a:pt x="11641" y="584"/>
                    </a:cubicBezTo>
                    <a:cubicBezTo>
                      <a:pt x="11605" y="577"/>
                      <a:pt x="11570" y="575"/>
                      <a:pt x="11534" y="575"/>
                    </a:cubicBezTo>
                    <a:cubicBezTo>
                      <a:pt x="11477" y="575"/>
                      <a:pt x="11419" y="582"/>
                      <a:pt x="11362" y="592"/>
                    </a:cubicBezTo>
                    <a:cubicBezTo>
                      <a:pt x="11463" y="601"/>
                      <a:pt x="11565" y="609"/>
                      <a:pt x="11666" y="626"/>
                    </a:cubicBezTo>
                    <a:cubicBezTo>
                      <a:pt x="11632" y="601"/>
                      <a:pt x="11700" y="575"/>
                      <a:pt x="11784" y="559"/>
                    </a:cubicBezTo>
                    <a:cubicBezTo>
                      <a:pt x="11666" y="550"/>
                      <a:pt x="11556" y="542"/>
                      <a:pt x="11446" y="516"/>
                    </a:cubicBezTo>
                    <a:cubicBezTo>
                      <a:pt x="11311" y="499"/>
                      <a:pt x="11167" y="482"/>
                      <a:pt x="11032" y="466"/>
                    </a:cubicBezTo>
                    <a:lnTo>
                      <a:pt x="11032" y="466"/>
                    </a:lnTo>
                    <a:cubicBezTo>
                      <a:pt x="11040" y="482"/>
                      <a:pt x="11040" y="491"/>
                      <a:pt x="11040" y="508"/>
                    </a:cubicBezTo>
                    <a:cubicBezTo>
                      <a:pt x="11019" y="509"/>
                      <a:pt x="11002" y="509"/>
                      <a:pt x="10988" y="509"/>
                    </a:cubicBezTo>
                    <a:cubicBezTo>
                      <a:pt x="10851" y="509"/>
                      <a:pt x="11075" y="472"/>
                      <a:pt x="10913" y="457"/>
                    </a:cubicBezTo>
                    <a:close/>
                    <a:moveTo>
                      <a:pt x="7741" y="542"/>
                    </a:moveTo>
                    <a:lnTo>
                      <a:pt x="8096" y="592"/>
                    </a:lnTo>
                    <a:lnTo>
                      <a:pt x="8096" y="592"/>
                    </a:lnTo>
                    <a:lnTo>
                      <a:pt x="8079" y="567"/>
                    </a:lnTo>
                    <a:lnTo>
                      <a:pt x="8079" y="567"/>
                    </a:lnTo>
                    <a:cubicBezTo>
                      <a:pt x="8089" y="569"/>
                      <a:pt x="8098" y="570"/>
                      <a:pt x="8106" y="570"/>
                    </a:cubicBezTo>
                    <a:cubicBezTo>
                      <a:pt x="8120" y="570"/>
                      <a:pt x="8132" y="568"/>
                      <a:pt x="8143" y="568"/>
                    </a:cubicBezTo>
                    <a:cubicBezTo>
                      <a:pt x="8154" y="568"/>
                      <a:pt x="8163" y="569"/>
                      <a:pt x="8172" y="575"/>
                    </a:cubicBezTo>
                    <a:cubicBezTo>
                      <a:pt x="8088" y="618"/>
                      <a:pt x="8003" y="652"/>
                      <a:pt x="7919" y="677"/>
                    </a:cubicBezTo>
                    <a:cubicBezTo>
                      <a:pt x="7851" y="677"/>
                      <a:pt x="7783" y="669"/>
                      <a:pt x="7724" y="660"/>
                    </a:cubicBezTo>
                    <a:lnTo>
                      <a:pt x="7741" y="660"/>
                    </a:lnTo>
                    <a:cubicBezTo>
                      <a:pt x="7796" y="664"/>
                      <a:pt x="7839" y="666"/>
                      <a:pt x="7871" y="666"/>
                    </a:cubicBezTo>
                    <a:cubicBezTo>
                      <a:pt x="8041" y="666"/>
                      <a:pt x="7912" y="613"/>
                      <a:pt x="7741" y="542"/>
                    </a:cubicBezTo>
                    <a:close/>
                    <a:moveTo>
                      <a:pt x="8232" y="685"/>
                    </a:moveTo>
                    <a:cubicBezTo>
                      <a:pt x="8226" y="697"/>
                      <a:pt x="8232" y="709"/>
                      <a:pt x="8213" y="709"/>
                    </a:cubicBezTo>
                    <a:cubicBezTo>
                      <a:pt x="8205" y="709"/>
                      <a:pt x="8192" y="707"/>
                      <a:pt x="8172" y="702"/>
                    </a:cubicBezTo>
                    <a:cubicBezTo>
                      <a:pt x="8172" y="694"/>
                      <a:pt x="8172" y="694"/>
                      <a:pt x="8164" y="685"/>
                    </a:cubicBezTo>
                    <a:close/>
                    <a:moveTo>
                      <a:pt x="10040" y="718"/>
                    </a:moveTo>
                    <a:lnTo>
                      <a:pt x="10040" y="718"/>
                    </a:lnTo>
                    <a:cubicBezTo>
                      <a:pt x="10038" y="719"/>
                      <a:pt x="10035" y="719"/>
                      <a:pt x="10033" y="719"/>
                    </a:cubicBezTo>
                    <a:cubicBezTo>
                      <a:pt x="10036" y="719"/>
                      <a:pt x="10038" y="719"/>
                      <a:pt x="10040" y="718"/>
                    </a:cubicBezTo>
                    <a:close/>
                    <a:moveTo>
                      <a:pt x="7512" y="635"/>
                    </a:moveTo>
                    <a:lnTo>
                      <a:pt x="7589" y="643"/>
                    </a:lnTo>
                    <a:cubicBezTo>
                      <a:pt x="7614" y="652"/>
                      <a:pt x="7631" y="652"/>
                      <a:pt x="7622" y="660"/>
                    </a:cubicBezTo>
                    <a:cubicBezTo>
                      <a:pt x="7614" y="694"/>
                      <a:pt x="7521" y="694"/>
                      <a:pt x="7496" y="719"/>
                    </a:cubicBezTo>
                    <a:cubicBezTo>
                      <a:pt x="7489" y="721"/>
                      <a:pt x="7478" y="722"/>
                      <a:pt x="7464" y="722"/>
                    </a:cubicBezTo>
                    <a:cubicBezTo>
                      <a:pt x="7424" y="722"/>
                      <a:pt x="7367" y="713"/>
                      <a:pt x="7386" y="694"/>
                    </a:cubicBezTo>
                    <a:lnTo>
                      <a:pt x="7386" y="694"/>
                    </a:lnTo>
                    <a:cubicBezTo>
                      <a:pt x="7393" y="696"/>
                      <a:pt x="7401" y="696"/>
                      <a:pt x="7407" y="696"/>
                    </a:cubicBezTo>
                    <a:cubicBezTo>
                      <a:pt x="7447" y="696"/>
                      <a:pt x="7461" y="668"/>
                      <a:pt x="7488" y="668"/>
                    </a:cubicBezTo>
                    <a:cubicBezTo>
                      <a:pt x="7499" y="668"/>
                      <a:pt x="7512" y="672"/>
                      <a:pt x="7529" y="685"/>
                    </a:cubicBezTo>
                    <a:cubicBezTo>
                      <a:pt x="7538" y="669"/>
                      <a:pt x="7521" y="660"/>
                      <a:pt x="7496" y="652"/>
                    </a:cubicBezTo>
                    <a:cubicBezTo>
                      <a:pt x="7504" y="643"/>
                      <a:pt x="7512" y="635"/>
                      <a:pt x="7512" y="635"/>
                    </a:cubicBezTo>
                    <a:close/>
                    <a:moveTo>
                      <a:pt x="8866" y="779"/>
                    </a:moveTo>
                    <a:lnTo>
                      <a:pt x="8866" y="779"/>
                    </a:lnTo>
                    <a:cubicBezTo>
                      <a:pt x="8864" y="780"/>
                      <a:pt x="8864" y="782"/>
                      <a:pt x="8864" y="784"/>
                    </a:cubicBezTo>
                    <a:lnTo>
                      <a:pt x="8864" y="784"/>
                    </a:lnTo>
                    <a:cubicBezTo>
                      <a:pt x="8865" y="782"/>
                      <a:pt x="8866" y="780"/>
                      <a:pt x="8866" y="779"/>
                    </a:cubicBezTo>
                    <a:close/>
                    <a:moveTo>
                      <a:pt x="9069" y="677"/>
                    </a:moveTo>
                    <a:cubicBezTo>
                      <a:pt x="9076" y="705"/>
                      <a:pt x="9077" y="721"/>
                      <a:pt x="9063" y="721"/>
                    </a:cubicBezTo>
                    <a:cubicBezTo>
                      <a:pt x="9060" y="721"/>
                      <a:pt x="9056" y="721"/>
                      <a:pt x="9052" y="719"/>
                    </a:cubicBezTo>
                    <a:lnTo>
                      <a:pt x="9052" y="719"/>
                    </a:lnTo>
                    <a:lnTo>
                      <a:pt x="9103" y="745"/>
                    </a:lnTo>
                    <a:lnTo>
                      <a:pt x="9027" y="745"/>
                    </a:lnTo>
                    <a:cubicBezTo>
                      <a:pt x="9042" y="760"/>
                      <a:pt x="9069" y="763"/>
                      <a:pt x="9098" y="763"/>
                    </a:cubicBezTo>
                    <a:cubicBezTo>
                      <a:pt x="9117" y="763"/>
                      <a:pt x="9137" y="762"/>
                      <a:pt x="9154" y="762"/>
                    </a:cubicBezTo>
                    <a:cubicBezTo>
                      <a:pt x="9204" y="779"/>
                      <a:pt x="9044" y="770"/>
                      <a:pt x="8993" y="804"/>
                    </a:cubicBezTo>
                    <a:cubicBezTo>
                      <a:pt x="8981" y="808"/>
                      <a:pt x="8967" y="809"/>
                      <a:pt x="8953" y="809"/>
                    </a:cubicBezTo>
                    <a:cubicBezTo>
                      <a:pt x="8911" y="809"/>
                      <a:pt x="8866" y="796"/>
                      <a:pt x="8864" y="784"/>
                    </a:cubicBezTo>
                    <a:lnTo>
                      <a:pt x="8864" y="784"/>
                    </a:lnTo>
                    <a:cubicBezTo>
                      <a:pt x="8845" y="819"/>
                      <a:pt x="8711" y="796"/>
                      <a:pt x="8654" y="812"/>
                    </a:cubicBezTo>
                    <a:cubicBezTo>
                      <a:pt x="8519" y="804"/>
                      <a:pt x="8570" y="753"/>
                      <a:pt x="8451" y="753"/>
                    </a:cubicBezTo>
                    <a:lnTo>
                      <a:pt x="8494" y="779"/>
                    </a:lnTo>
                    <a:cubicBezTo>
                      <a:pt x="8467" y="781"/>
                      <a:pt x="8439" y="782"/>
                      <a:pt x="8412" y="782"/>
                    </a:cubicBezTo>
                    <a:cubicBezTo>
                      <a:pt x="8347" y="782"/>
                      <a:pt x="8283" y="776"/>
                      <a:pt x="8223" y="770"/>
                    </a:cubicBezTo>
                    <a:cubicBezTo>
                      <a:pt x="8221" y="760"/>
                      <a:pt x="8224" y="757"/>
                      <a:pt x="8231" y="757"/>
                    </a:cubicBezTo>
                    <a:cubicBezTo>
                      <a:pt x="8245" y="757"/>
                      <a:pt x="8274" y="771"/>
                      <a:pt x="8297" y="771"/>
                    </a:cubicBezTo>
                    <a:cubicBezTo>
                      <a:pt x="8301" y="771"/>
                      <a:pt x="8304" y="771"/>
                      <a:pt x="8308" y="770"/>
                    </a:cubicBezTo>
                    <a:lnTo>
                      <a:pt x="8248" y="736"/>
                    </a:lnTo>
                    <a:cubicBezTo>
                      <a:pt x="8264" y="736"/>
                      <a:pt x="8288" y="727"/>
                      <a:pt x="8305" y="727"/>
                    </a:cubicBezTo>
                    <a:cubicBezTo>
                      <a:pt x="8316" y="727"/>
                      <a:pt x="8325" y="731"/>
                      <a:pt x="8325" y="745"/>
                    </a:cubicBezTo>
                    <a:cubicBezTo>
                      <a:pt x="8325" y="728"/>
                      <a:pt x="8367" y="711"/>
                      <a:pt x="8291" y="711"/>
                    </a:cubicBezTo>
                    <a:lnTo>
                      <a:pt x="8350" y="694"/>
                    </a:lnTo>
                    <a:cubicBezTo>
                      <a:pt x="8350" y="694"/>
                      <a:pt x="8341" y="694"/>
                      <a:pt x="8341" y="685"/>
                    </a:cubicBezTo>
                    <a:lnTo>
                      <a:pt x="8384" y="685"/>
                    </a:lnTo>
                    <a:cubicBezTo>
                      <a:pt x="8418" y="694"/>
                      <a:pt x="8451" y="711"/>
                      <a:pt x="8477" y="728"/>
                    </a:cubicBezTo>
                    <a:cubicBezTo>
                      <a:pt x="8477" y="736"/>
                      <a:pt x="8443" y="736"/>
                      <a:pt x="8426" y="736"/>
                    </a:cubicBezTo>
                    <a:cubicBezTo>
                      <a:pt x="8450" y="742"/>
                      <a:pt x="8478" y="748"/>
                      <a:pt x="8508" y="748"/>
                    </a:cubicBezTo>
                    <a:cubicBezTo>
                      <a:pt x="8520" y="748"/>
                      <a:pt x="8532" y="747"/>
                      <a:pt x="8545" y="745"/>
                    </a:cubicBezTo>
                    <a:cubicBezTo>
                      <a:pt x="8468" y="736"/>
                      <a:pt x="8511" y="728"/>
                      <a:pt x="8494" y="702"/>
                    </a:cubicBezTo>
                    <a:cubicBezTo>
                      <a:pt x="8511" y="700"/>
                      <a:pt x="8530" y="699"/>
                      <a:pt x="8550" y="699"/>
                    </a:cubicBezTo>
                    <a:cubicBezTo>
                      <a:pt x="8591" y="699"/>
                      <a:pt x="8632" y="702"/>
                      <a:pt x="8654" y="702"/>
                    </a:cubicBezTo>
                    <a:cubicBezTo>
                      <a:pt x="8722" y="711"/>
                      <a:pt x="8773" y="745"/>
                      <a:pt x="8731" y="762"/>
                    </a:cubicBezTo>
                    <a:cubicBezTo>
                      <a:pt x="8741" y="759"/>
                      <a:pt x="8752" y="759"/>
                      <a:pt x="8762" y="759"/>
                    </a:cubicBezTo>
                    <a:cubicBezTo>
                      <a:pt x="8773" y="759"/>
                      <a:pt x="8784" y="759"/>
                      <a:pt x="8795" y="759"/>
                    </a:cubicBezTo>
                    <a:cubicBezTo>
                      <a:pt x="8817" y="759"/>
                      <a:pt x="8841" y="757"/>
                      <a:pt x="8866" y="745"/>
                    </a:cubicBezTo>
                    <a:lnTo>
                      <a:pt x="8866" y="745"/>
                    </a:lnTo>
                    <a:cubicBezTo>
                      <a:pt x="8855" y="748"/>
                      <a:pt x="8846" y="749"/>
                      <a:pt x="8840" y="749"/>
                    </a:cubicBezTo>
                    <a:cubicBezTo>
                      <a:pt x="8808" y="749"/>
                      <a:pt x="8835" y="711"/>
                      <a:pt x="8797" y="711"/>
                    </a:cubicBezTo>
                    <a:cubicBezTo>
                      <a:pt x="8788" y="711"/>
                      <a:pt x="8775" y="714"/>
                      <a:pt x="8756" y="719"/>
                    </a:cubicBezTo>
                    <a:cubicBezTo>
                      <a:pt x="8745" y="701"/>
                      <a:pt x="8762" y="694"/>
                      <a:pt x="8788" y="694"/>
                    </a:cubicBezTo>
                    <a:cubicBezTo>
                      <a:pt x="8822" y="694"/>
                      <a:pt x="8871" y="705"/>
                      <a:pt x="8900" y="719"/>
                    </a:cubicBezTo>
                    <a:cubicBezTo>
                      <a:pt x="8874" y="719"/>
                      <a:pt x="8900" y="736"/>
                      <a:pt x="8891" y="745"/>
                    </a:cubicBezTo>
                    <a:cubicBezTo>
                      <a:pt x="8976" y="736"/>
                      <a:pt x="8934" y="711"/>
                      <a:pt x="8874" y="694"/>
                    </a:cubicBezTo>
                    <a:lnTo>
                      <a:pt x="8976" y="677"/>
                    </a:lnTo>
                    <a:close/>
                    <a:moveTo>
                      <a:pt x="7667" y="836"/>
                    </a:moveTo>
                    <a:cubicBezTo>
                      <a:pt x="7654" y="836"/>
                      <a:pt x="7642" y="836"/>
                      <a:pt x="7631" y="838"/>
                    </a:cubicBezTo>
                    <a:cubicBezTo>
                      <a:pt x="7645" y="846"/>
                      <a:pt x="7661" y="849"/>
                      <a:pt x="7678" y="849"/>
                    </a:cubicBezTo>
                    <a:cubicBezTo>
                      <a:pt x="7701" y="849"/>
                      <a:pt x="7725" y="844"/>
                      <a:pt x="7749" y="841"/>
                    </a:cubicBezTo>
                    <a:lnTo>
                      <a:pt x="7749" y="841"/>
                    </a:lnTo>
                    <a:cubicBezTo>
                      <a:pt x="7757" y="841"/>
                      <a:pt x="7765" y="842"/>
                      <a:pt x="7772" y="842"/>
                    </a:cubicBezTo>
                    <a:lnTo>
                      <a:pt x="7772" y="842"/>
                    </a:lnTo>
                    <a:cubicBezTo>
                      <a:pt x="7776" y="841"/>
                      <a:pt x="7779" y="839"/>
                      <a:pt x="7783" y="838"/>
                    </a:cubicBezTo>
                    <a:cubicBezTo>
                      <a:pt x="7772" y="838"/>
                      <a:pt x="7761" y="839"/>
                      <a:pt x="7749" y="841"/>
                    </a:cubicBezTo>
                    <a:lnTo>
                      <a:pt x="7749" y="841"/>
                    </a:lnTo>
                    <a:cubicBezTo>
                      <a:pt x="7722" y="838"/>
                      <a:pt x="7694" y="836"/>
                      <a:pt x="7667" y="836"/>
                    </a:cubicBezTo>
                    <a:close/>
                    <a:moveTo>
                      <a:pt x="10862" y="888"/>
                    </a:moveTo>
                    <a:cubicBezTo>
                      <a:pt x="10855" y="891"/>
                      <a:pt x="10846" y="894"/>
                      <a:pt x="10838" y="896"/>
                    </a:cubicBezTo>
                    <a:lnTo>
                      <a:pt x="10838" y="896"/>
                    </a:lnTo>
                    <a:cubicBezTo>
                      <a:pt x="10846" y="894"/>
                      <a:pt x="10855" y="892"/>
                      <a:pt x="10862" y="888"/>
                    </a:cubicBezTo>
                    <a:close/>
                    <a:moveTo>
                      <a:pt x="10837" y="939"/>
                    </a:moveTo>
                    <a:cubicBezTo>
                      <a:pt x="10832" y="939"/>
                      <a:pt x="10826" y="939"/>
                      <a:pt x="10823" y="942"/>
                    </a:cubicBezTo>
                    <a:lnTo>
                      <a:pt x="10823" y="942"/>
                    </a:lnTo>
                    <a:cubicBezTo>
                      <a:pt x="10827" y="941"/>
                      <a:pt x="10832" y="941"/>
                      <a:pt x="10837" y="939"/>
                    </a:cubicBezTo>
                    <a:close/>
                    <a:moveTo>
                      <a:pt x="11268" y="1108"/>
                    </a:moveTo>
                    <a:lnTo>
                      <a:pt x="11268" y="1108"/>
                    </a:lnTo>
                    <a:cubicBezTo>
                      <a:pt x="11175" y="1235"/>
                      <a:pt x="11099" y="1371"/>
                      <a:pt x="11040" y="1514"/>
                    </a:cubicBezTo>
                    <a:cubicBezTo>
                      <a:pt x="11040" y="1506"/>
                      <a:pt x="11040" y="1498"/>
                      <a:pt x="11040" y="1498"/>
                    </a:cubicBezTo>
                    <a:cubicBezTo>
                      <a:pt x="10964" y="1591"/>
                      <a:pt x="10955" y="1591"/>
                      <a:pt x="10913" y="1650"/>
                    </a:cubicBezTo>
                    <a:lnTo>
                      <a:pt x="10913" y="1616"/>
                    </a:lnTo>
                    <a:cubicBezTo>
                      <a:pt x="10888" y="1616"/>
                      <a:pt x="10854" y="1684"/>
                      <a:pt x="10812" y="1734"/>
                    </a:cubicBezTo>
                    <a:cubicBezTo>
                      <a:pt x="10803" y="1768"/>
                      <a:pt x="10786" y="1802"/>
                      <a:pt x="10752" y="1811"/>
                    </a:cubicBezTo>
                    <a:lnTo>
                      <a:pt x="10752" y="1794"/>
                    </a:lnTo>
                    <a:cubicBezTo>
                      <a:pt x="10736" y="1794"/>
                      <a:pt x="10685" y="1844"/>
                      <a:pt x="10634" y="1904"/>
                    </a:cubicBezTo>
                    <a:lnTo>
                      <a:pt x="10642" y="1870"/>
                    </a:lnTo>
                    <a:cubicBezTo>
                      <a:pt x="10651" y="1844"/>
                      <a:pt x="10659" y="1819"/>
                      <a:pt x="10676" y="1794"/>
                    </a:cubicBezTo>
                    <a:lnTo>
                      <a:pt x="10676" y="1794"/>
                    </a:lnTo>
                    <a:cubicBezTo>
                      <a:pt x="10659" y="1819"/>
                      <a:pt x="10651" y="1827"/>
                      <a:pt x="10626" y="1836"/>
                    </a:cubicBezTo>
                    <a:lnTo>
                      <a:pt x="10676" y="1701"/>
                    </a:lnTo>
                    <a:lnTo>
                      <a:pt x="10676" y="1701"/>
                    </a:lnTo>
                    <a:cubicBezTo>
                      <a:pt x="10626" y="1743"/>
                      <a:pt x="10659" y="1785"/>
                      <a:pt x="10592" y="1844"/>
                    </a:cubicBezTo>
                    <a:cubicBezTo>
                      <a:pt x="10575" y="1811"/>
                      <a:pt x="10558" y="1811"/>
                      <a:pt x="10600" y="1726"/>
                    </a:cubicBezTo>
                    <a:cubicBezTo>
                      <a:pt x="10617" y="1712"/>
                      <a:pt x="10626" y="1707"/>
                      <a:pt x="10630" y="1707"/>
                    </a:cubicBezTo>
                    <a:cubicBezTo>
                      <a:pt x="10640" y="1707"/>
                      <a:pt x="10631" y="1729"/>
                      <a:pt x="10642" y="1729"/>
                    </a:cubicBezTo>
                    <a:cubicBezTo>
                      <a:pt x="10644" y="1729"/>
                      <a:pt x="10647" y="1728"/>
                      <a:pt x="10651" y="1726"/>
                    </a:cubicBezTo>
                    <a:cubicBezTo>
                      <a:pt x="10659" y="1658"/>
                      <a:pt x="10727" y="1692"/>
                      <a:pt x="10736" y="1616"/>
                    </a:cubicBezTo>
                    <a:cubicBezTo>
                      <a:pt x="10761" y="1586"/>
                      <a:pt x="10774" y="1580"/>
                      <a:pt x="10783" y="1580"/>
                    </a:cubicBezTo>
                    <a:cubicBezTo>
                      <a:pt x="10790" y="1580"/>
                      <a:pt x="10796" y="1584"/>
                      <a:pt x="10803" y="1584"/>
                    </a:cubicBezTo>
                    <a:cubicBezTo>
                      <a:pt x="10806" y="1584"/>
                      <a:pt x="10808" y="1583"/>
                      <a:pt x="10812" y="1582"/>
                    </a:cubicBezTo>
                    <a:lnTo>
                      <a:pt x="10812" y="1582"/>
                    </a:lnTo>
                    <a:cubicBezTo>
                      <a:pt x="10761" y="1641"/>
                      <a:pt x="10862" y="1582"/>
                      <a:pt x="10803" y="1658"/>
                    </a:cubicBezTo>
                    <a:cubicBezTo>
                      <a:pt x="10862" y="1608"/>
                      <a:pt x="10812" y="1591"/>
                      <a:pt x="10862" y="1548"/>
                    </a:cubicBezTo>
                    <a:lnTo>
                      <a:pt x="10896" y="1565"/>
                    </a:lnTo>
                    <a:cubicBezTo>
                      <a:pt x="10930" y="1540"/>
                      <a:pt x="10964" y="1514"/>
                      <a:pt x="10989" y="1481"/>
                    </a:cubicBezTo>
                    <a:cubicBezTo>
                      <a:pt x="11023" y="1447"/>
                      <a:pt x="11049" y="1413"/>
                      <a:pt x="11074" y="1379"/>
                    </a:cubicBezTo>
                    <a:lnTo>
                      <a:pt x="11074" y="1379"/>
                    </a:lnTo>
                    <a:cubicBezTo>
                      <a:pt x="11059" y="1388"/>
                      <a:pt x="11051" y="1392"/>
                      <a:pt x="11047" y="1392"/>
                    </a:cubicBezTo>
                    <a:cubicBezTo>
                      <a:pt x="11031" y="1392"/>
                      <a:pt x="11067" y="1345"/>
                      <a:pt x="11040" y="1345"/>
                    </a:cubicBezTo>
                    <a:cubicBezTo>
                      <a:pt x="11072" y="1361"/>
                      <a:pt x="11000" y="1414"/>
                      <a:pt x="10983" y="1414"/>
                    </a:cubicBezTo>
                    <a:cubicBezTo>
                      <a:pt x="10982" y="1414"/>
                      <a:pt x="10981" y="1414"/>
                      <a:pt x="10981" y="1413"/>
                    </a:cubicBezTo>
                    <a:cubicBezTo>
                      <a:pt x="11015" y="1362"/>
                      <a:pt x="11048" y="1311"/>
                      <a:pt x="11091" y="1269"/>
                    </a:cubicBezTo>
                    <a:lnTo>
                      <a:pt x="11091" y="1269"/>
                    </a:lnTo>
                    <a:cubicBezTo>
                      <a:pt x="11065" y="1295"/>
                      <a:pt x="11040" y="1311"/>
                      <a:pt x="11015" y="1328"/>
                    </a:cubicBezTo>
                    <a:cubicBezTo>
                      <a:pt x="11015" y="1303"/>
                      <a:pt x="11032" y="1235"/>
                      <a:pt x="11023" y="1235"/>
                    </a:cubicBezTo>
                    <a:cubicBezTo>
                      <a:pt x="11065" y="1210"/>
                      <a:pt x="11082" y="1176"/>
                      <a:pt x="11125" y="1159"/>
                    </a:cubicBezTo>
                    <a:lnTo>
                      <a:pt x="11125" y="1193"/>
                    </a:lnTo>
                    <a:lnTo>
                      <a:pt x="11074" y="1218"/>
                    </a:lnTo>
                    <a:cubicBezTo>
                      <a:pt x="11082" y="1227"/>
                      <a:pt x="11091" y="1235"/>
                      <a:pt x="11091" y="1244"/>
                    </a:cubicBezTo>
                    <a:cubicBezTo>
                      <a:pt x="11150" y="1193"/>
                      <a:pt x="11201" y="1151"/>
                      <a:pt x="11268" y="1108"/>
                    </a:cubicBezTo>
                    <a:close/>
                    <a:moveTo>
                      <a:pt x="10203" y="1916"/>
                    </a:moveTo>
                    <a:cubicBezTo>
                      <a:pt x="10200" y="1919"/>
                      <a:pt x="10197" y="1922"/>
                      <a:pt x="10194" y="1926"/>
                    </a:cubicBezTo>
                    <a:lnTo>
                      <a:pt x="10194" y="1926"/>
                    </a:lnTo>
                    <a:cubicBezTo>
                      <a:pt x="10197" y="1923"/>
                      <a:pt x="10200" y="1919"/>
                      <a:pt x="10203" y="1916"/>
                    </a:cubicBezTo>
                    <a:close/>
                    <a:moveTo>
                      <a:pt x="10194" y="1926"/>
                    </a:moveTo>
                    <a:cubicBezTo>
                      <a:pt x="10184" y="1937"/>
                      <a:pt x="10177" y="1946"/>
                      <a:pt x="10177" y="1954"/>
                    </a:cubicBezTo>
                    <a:cubicBezTo>
                      <a:pt x="10180" y="1945"/>
                      <a:pt x="10186" y="1935"/>
                      <a:pt x="10194" y="1926"/>
                    </a:cubicBezTo>
                    <a:close/>
                    <a:moveTo>
                      <a:pt x="9493" y="2996"/>
                    </a:moveTo>
                    <a:cubicBezTo>
                      <a:pt x="9492" y="2997"/>
                      <a:pt x="9491" y="2998"/>
                      <a:pt x="9489" y="3000"/>
                    </a:cubicBezTo>
                    <a:lnTo>
                      <a:pt x="9489" y="3000"/>
                    </a:lnTo>
                    <a:cubicBezTo>
                      <a:pt x="9491" y="2998"/>
                      <a:pt x="9492" y="2997"/>
                      <a:pt x="9493" y="2996"/>
                    </a:cubicBezTo>
                    <a:close/>
                    <a:moveTo>
                      <a:pt x="9711" y="3000"/>
                    </a:moveTo>
                    <a:lnTo>
                      <a:pt x="9703" y="3012"/>
                    </a:lnTo>
                    <a:cubicBezTo>
                      <a:pt x="9707" y="3008"/>
                      <a:pt x="9710" y="3004"/>
                      <a:pt x="9711" y="3000"/>
                    </a:cubicBezTo>
                    <a:close/>
                    <a:moveTo>
                      <a:pt x="9489" y="3000"/>
                    </a:moveTo>
                    <a:cubicBezTo>
                      <a:pt x="9477" y="3011"/>
                      <a:pt x="9461" y="3021"/>
                      <a:pt x="9441" y="3029"/>
                    </a:cubicBezTo>
                    <a:lnTo>
                      <a:pt x="9441" y="3012"/>
                    </a:lnTo>
                    <a:cubicBezTo>
                      <a:pt x="9441" y="3012"/>
                      <a:pt x="9407" y="3054"/>
                      <a:pt x="9424" y="3063"/>
                    </a:cubicBezTo>
                    <a:cubicBezTo>
                      <a:pt x="9445" y="3042"/>
                      <a:pt x="9466" y="3021"/>
                      <a:pt x="9489" y="3000"/>
                    </a:cubicBezTo>
                    <a:close/>
                    <a:moveTo>
                      <a:pt x="711" y="0"/>
                    </a:moveTo>
                    <a:cubicBezTo>
                      <a:pt x="677" y="0"/>
                      <a:pt x="652" y="0"/>
                      <a:pt x="652" y="17"/>
                    </a:cubicBezTo>
                    <a:cubicBezTo>
                      <a:pt x="686" y="26"/>
                      <a:pt x="753" y="26"/>
                      <a:pt x="711" y="43"/>
                    </a:cubicBezTo>
                    <a:cubicBezTo>
                      <a:pt x="669" y="43"/>
                      <a:pt x="618" y="34"/>
                      <a:pt x="567" y="26"/>
                    </a:cubicBezTo>
                    <a:cubicBezTo>
                      <a:pt x="576" y="26"/>
                      <a:pt x="610" y="9"/>
                      <a:pt x="593" y="9"/>
                    </a:cubicBezTo>
                    <a:cubicBezTo>
                      <a:pt x="466" y="17"/>
                      <a:pt x="237" y="0"/>
                      <a:pt x="111" y="43"/>
                    </a:cubicBezTo>
                    <a:cubicBezTo>
                      <a:pt x="140" y="37"/>
                      <a:pt x="153" y="31"/>
                      <a:pt x="179" y="31"/>
                    </a:cubicBezTo>
                    <a:cubicBezTo>
                      <a:pt x="190" y="31"/>
                      <a:pt x="203" y="32"/>
                      <a:pt x="220" y="34"/>
                    </a:cubicBezTo>
                    <a:cubicBezTo>
                      <a:pt x="212" y="51"/>
                      <a:pt x="187" y="43"/>
                      <a:pt x="170" y="51"/>
                    </a:cubicBezTo>
                    <a:cubicBezTo>
                      <a:pt x="172" y="58"/>
                      <a:pt x="179" y="61"/>
                      <a:pt x="189" y="61"/>
                    </a:cubicBezTo>
                    <a:cubicBezTo>
                      <a:pt x="206" y="61"/>
                      <a:pt x="231" y="54"/>
                      <a:pt x="258" y="54"/>
                    </a:cubicBezTo>
                    <a:cubicBezTo>
                      <a:pt x="271" y="54"/>
                      <a:pt x="284" y="56"/>
                      <a:pt x="297" y="59"/>
                    </a:cubicBezTo>
                    <a:lnTo>
                      <a:pt x="187" y="85"/>
                    </a:lnTo>
                    <a:lnTo>
                      <a:pt x="246" y="110"/>
                    </a:lnTo>
                    <a:lnTo>
                      <a:pt x="1" y="169"/>
                    </a:lnTo>
                    <a:cubicBezTo>
                      <a:pt x="27" y="173"/>
                      <a:pt x="51" y="174"/>
                      <a:pt x="75" y="174"/>
                    </a:cubicBezTo>
                    <a:cubicBezTo>
                      <a:pt x="188" y="174"/>
                      <a:pt x="269" y="140"/>
                      <a:pt x="360" y="140"/>
                    </a:cubicBezTo>
                    <a:cubicBezTo>
                      <a:pt x="388" y="140"/>
                      <a:pt x="417" y="144"/>
                      <a:pt x="449" y="153"/>
                    </a:cubicBezTo>
                    <a:cubicBezTo>
                      <a:pt x="424" y="161"/>
                      <a:pt x="449" y="169"/>
                      <a:pt x="449" y="178"/>
                    </a:cubicBezTo>
                    <a:cubicBezTo>
                      <a:pt x="500" y="169"/>
                      <a:pt x="550" y="169"/>
                      <a:pt x="601" y="153"/>
                    </a:cubicBezTo>
                    <a:lnTo>
                      <a:pt x="624" y="155"/>
                    </a:lnTo>
                    <a:lnTo>
                      <a:pt x="624" y="155"/>
                    </a:lnTo>
                    <a:cubicBezTo>
                      <a:pt x="616" y="161"/>
                      <a:pt x="610" y="162"/>
                      <a:pt x="610" y="169"/>
                    </a:cubicBezTo>
                    <a:cubicBezTo>
                      <a:pt x="622" y="169"/>
                      <a:pt x="625" y="160"/>
                      <a:pt x="626" y="155"/>
                    </a:cubicBezTo>
                    <a:lnTo>
                      <a:pt x="626" y="155"/>
                    </a:lnTo>
                    <a:lnTo>
                      <a:pt x="677" y="161"/>
                    </a:lnTo>
                    <a:cubicBezTo>
                      <a:pt x="677" y="178"/>
                      <a:pt x="643" y="203"/>
                      <a:pt x="559" y="203"/>
                    </a:cubicBezTo>
                    <a:cubicBezTo>
                      <a:pt x="603" y="206"/>
                      <a:pt x="645" y="207"/>
                      <a:pt x="687" y="207"/>
                    </a:cubicBezTo>
                    <a:cubicBezTo>
                      <a:pt x="833" y="207"/>
                      <a:pt x="967" y="194"/>
                      <a:pt x="1108" y="194"/>
                    </a:cubicBezTo>
                    <a:cubicBezTo>
                      <a:pt x="1190" y="194"/>
                      <a:pt x="1273" y="199"/>
                      <a:pt x="1362" y="212"/>
                    </a:cubicBezTo>
                    <a:cubicBezTo>
                      <a:pt x="1379" y="229"/>
                      <a:pt x="1320" y="220"/>
                      <a:pt x="1346" y="229"/>
                    </a:cubicBezTo>
                    <a:cubicBezTo>
                      <a:pt x="1388" y="220"/>
                      <a:pt x="1456" y="203"/>
                      <a:pt x="1456" y="203"/>
                    </a:cubicBezTo>
                    <a:lnTo>
                      <a:pt x="1456" y="203"/>
                    </a:lnTo>
                    <a:cubicBezTo>
                      <a:pt x="1447" y="212"/>
                      <a:pt x="1439" y="220"/>
                      <a:pt x="1413" y="220"/>
                    </a:cubicBezTo>
                    <a:cubicBezTo>
                      <a:pt x="1552" y="220"/>
                      <a:pt x="1627" y="255"/>
                      <a:pt x="1716" y="255"/>
                    </a:cubicBezTo>
                    <a:cubicBezTo>
                      <a:pt x="1725" y="255"/>
                      <a:pt x="1734" y="255"/>
                      <a:pt x="1743" y="254"/>
                    </a:cubicBezTo>
                    <a:lnTo>
                      <a:pt x="1743" y="254"/>
                    </a:lnTo>
                    <a:cubicBezTo>
                      <a:pt x="1743" y="258"/>
                      <a:pt x="1724" y="258"/>
                      <a:pt x="1706" y="258"/>
                    </a:cubicBezTo>
                    <a:cubicBezTo>
                      <a:pt x="1688" y="258"/>
                      <a:pt x="1671" y="258"/>
                      <a:pt x="1675" y="262"/>
                    </a:cubicBezTo>
                    <a:cubicBezTo>
                      <a:pt x="1711" y="268"/>
                      <a:pt x="1743" y="271"/>
                      <a:pt x="1773" y="271"/>
                    </a:cubicBezTo>
                    <a:cubicBezTo>
                      <a:pt x="1856" y="271"/>
                      <a:pt x="1922" y="253"/>
                      <a:pt x="2015" y="253"/>
                    </a:cubicBezTo>
                    <a:cubicBezTo>
                      <a:pt x="2028" y="253"/>
                      <a:pt x="2042" y="253"/>
                      <a:pt x="2056" y="254"/>
                    </a:cubicBezTo>
                    <a:cubicBezTo>
                      <a:pt x="2005" y="271"/>
                      <a:pt x="2090" y="279"/>
                      <a:pt x="2124" y="296"/>
                    </a:cubicBezTo>
                    <a:cubicBezTo>
                      <a:pt x="2166" y="294"/>
                      <a:pt x="2223" y="293"/>
                      <a:pt x="2288" y="293"/>
                    </a:cubicBezTo>
                    <a:cubicBezTo>
                      <a:pt x="2417" y="293"/>
                      <a:pt x="2575" y="296"/>
                      <a:pt x="2699" y="296"/>
                    </a:cubicBezTo>
                    <a:cubicBezTo>
                      <a:pt x="2648" y="356"/>
                      <a:pt x="2902" y="313"/>
                      <a:pt x="2919" y="364"/>
                    </a:cubicBezTo>
                    <a:cubicBezTo>
                      <a:pt x="2928" y="366"/>
                      <a:pt x="2940" y="367"/>
                      <a:pt x="2952" y="367"/>
                    </a:cubicBezTo>
                    <a:cubicBezTo>
                      <a:pt x="2985" y="367"/>
                      <a:pt x="3023" y="359"/>
                      <a:pt x="3029" y="347"/>
                    </a:cubicBezTo>
                    <a:lnTo>
                      <a:pt x="3029" y="347"/>
                    </a:lnTo>
                    <a:cubicBezTo>
                      <a:pt x="3025" y="348"/>
                      <a:pt x="3021" y="349"/>
                      <a:pt x="3017" y="349"/>
                    </a:cubicBezTo>
                    <a:cubicBezTo>
                      <a:pt x="2990" y="349"/>
                      <a:pt x="2953" y="329"/>
                      <a:pt x="2953" y="322"/>
                    </a:cubicBezTo>
                    <a:cubicBezTo>
                      <a:pt x="2977" y="322"/>
                      <a:pt x="3007" y="323"/>
                      <a:pt x="3036" y="323"/>
                    </a:cubicBezTo>
                    <a:cubicBezTo>
                      <a:pt x="3078" y="323"/>
                      <a:pt x="3117" y="320"/>
                      <a:pt x="3122" y="305"/>
                    </a:cubicBezTo>
                    <a:lnTo>
                      <a:pt x="3190" y="339"/>
                    </a:lnTo>
                    <a:cubicBezTo>
                      <a:pt x="3207" y="305"/>
                      <a:pt x="3232" y="296"/>
                      <a:pt x="3266" y="296"/>
                    </a:cubicBezTo>
                    <a:cubicBezTo>
                      <a:pt x="3287" y="311"/>
                      <a:pt x="3297" y="317"/>
                      <a:pt x="3302" y="317"/>
                    </a:cubicBezTo>
                    <a:cubicBezTo>
                      <a:pt x="3314" y="317"/>
                      <a:pt x="3300" y="289"/>
                      <a:pt x="3338" y="289"/>
                    </a:cubicBezTo>
                    <a:cubicBezTo>
                      <a:pt x="3349" y="289"/>
                      <a:pt x="3364" y="291"/>
                      <a:pt x="3384" y="296"/>
                    </a:cubicBezTo>
                    <a:cubicBezTo>
                      <a:pt x="3359" y="313"/>
                      <a:pt x="3334" y="322"/>
                      <a:pt x="3317" y="347"/>
                    </a:cubicBezTo>
                    <a:cubicBezTo>
                      <a:pt x="3336" y="350"/>
                      <a:pt x="3349" y="351"/>
                      <a:pt x="3358" y="351"/>
                    </a:cubicBezTo>
                    <a:cubicBezTo>
                      <a:pt x="3377" y="351"/>
                      <a:pt x="3384" y="347"/>
                      <a:pt x="3418" y="347"/>
                    </a:cubicBezTo>
                    <a:cubicBezTo>
                      <a:pt x="3427" y="364"/>
                      <a:pt x="3367" y="381"/>
                      <a:pt x="3317" y="389"/>
                    </a:cubicBezTo>
                    <a:lnTo>
                      <a:pt x="3401" y="406"/>
                    </a:lnTo>
                    <a:cubicBezTo>
                      <a:pt x="3482" y="382"/>
                      <a:pt x="3567" y="366"/>
                      <a:pt x="3653" y="366"/>
                    </a:cubicBezTo>
                    <a:cubicBezTo>
                      <a:pt x="3685" y="366"/>
                      <a:pt x="3716" y="368"/>
                      <a:pt x="3748" y="372"/>
                    </a:cubicBezTo>
                    <a:cubicBezTo>
                      <a:pt x="3723" y="389"/>
                      <a:pt x="3680" y="381"/>
                      <a:pt x="3714" y="406"/>
                    </a:cubicBezTo>
                    <a:cubicBezTo>
                      <a:pt x="3754" y="396"/>
                      <a:pt x="3793" y="392"/>
                      <a:pt x="3833" y="392"/>
                    </a:cubicBezTo>
                    <a:cubicBezTo>
                      <a:pt x="3861" y="392"/>
                      <a:pt x="3889" y="394"/>
                      <a:pt x="3917" y="398"/>
                    </a:cubicBezTo>
                    <a:cubicBezTo>
                      <a:pt x="3907" y="403"/>
                      <a:pt x="3906" y="405"/>
                      <a:pt x="3905" y="406"/>
                    </a:cubicBezTo>
                    <a:lnTo>
                      <a:pt x="3905" y="406"/>
                    </a:lnTo>
                    <a:cubicBezTo>
                      <a:pt x="3929" y="403"/>
                      <a:pt x="3948" y="402"/>
                      <a:pt x="3963" y="402"/>
                    </a:cubicBezTo>
                    <a:cubicBezTo>
                      <a:pt x="4028" y="402"/>
                      <a:pt x="4023" y="425"/>
                      <a:pt x="4112" y="432"/>
                    </a:cubicBezTo>
                    <a:cubicBezTo>
                      <a:pt x="4112" y="432"/>
                      <a:pt x="4112" y="437"/>
                      <a:pt x="4108" y="439"/>
                    </a:cubicBezTo>
                    <a:lnTo>
                      <a:pt x="4108" y="439"/>
                    </a:lnTo>
                    <a:lnTo>
                      <a:pt x="4179" y="423"/>
                    </a:lnTo>
                    <a:cubicBezTo>
                      <a:pt x="4205" y="417"/>
                      <a:pt x="4226" y="415"/>
                      <a:pt x="4245" y="415"/>
                    </a:cubicBezTo>
                    <a:cubicBezTo>
                      <a:pt x="4331" y="415"/>
                      <a:pt x="4355" y="470"/>
                      <a:pt x="4425" y="491"/>
                    </a:cubicBezTo>
                    <a:lnTo>
                      <a:pt x="4408" y="491"/>
                    </a:lnTo>
                    <a:cubicBezTo>
                      <a:pt x="4459" y="525"/>
                      <a:pt x="4636" y="508"/>
                      <a:pt x="4687" y="525"/>
                    </a:cubicBezTo>
                    <a:cubicBezTo>
                      <a:pt x="4619" y="499"/>
                      <a:pt x="4670" y="508"/>
                      <a:pt x="4619" y="474"/>
                    </a:cubicBezTo>
                    <a:cubicBezTo>
                      <a:pt x="4579" y="474"/>
                      <a:pt x="4581" y="496"/>
                      <a:pt x="4537" y="496"/>
                    </a:cubicBezTo>
                    <a:cubicBezTo>
                      <a:pt x="4525" y="496"/>
                      <a:pt x="4511" y="494"/>
                      <a:pt x="4492" y="491"/>
                    </a:cubicBezTo>
                    <a:cubicBezTo>
                      <a:pt x="4509" y="466"/>
                      <a:pt x="4619" y="457"/>
                      <a:pt x="4645" y="440"/>
                    </a:cubicBezTo>
                    <a:cubicBezTo>
                      <a:pt x="4687" y="440"/>
                      <a:pt x="4721" y="474"/>
                      <a:pt x="4729" y="508"/>
                    </a:cubicBezTo>
                    <a:cubicBezTo>
                      <a:pt x="4865" y="516"/>
                      <a:pt x="4932" y="533"/>
                      <a:pt x="5085" y="533"/>
                    </a:cubicBezTo>
                    <a:cubicBezTo>
                      <a:pt x="5127" y="521"/>
                      <a:pt x="5165" y="488"/>
                      <a:pt x="5229" y="488"/>
                    </a:cubicBezTo>
                    <a:cubicBezTo>
                      <a:pt x="5255" y="488"/>
                      <a:pt x="5285" y="493"/>
                      <a:pt x="5321" y="508"/>
                    </a:cubicBezTo>
                    <a:lnTo>
                      <a:pt x="5317" y="513"/>
                    </a:lnTo>
                    <a:lnTo>
                      <a:pt x="5317" y="513"/>
                    </a:lnTo>
                    <a:cubicBezTo>
                      <a:pt x="5318" y="512"/>
                      <a:pt x="5321" y="511"/>
                      <a:pt x="5324" y="511"/>
                    </a:cubicBezTo>
                    <a:cubicBezTo>
                      <a:pt x="5337" y="511"/>
                      <a:pt x="5361" y="521"/>
                      <a:pt x="5383" y="521"/>
                    </a:cubicBezTo>
                    <a:cubicBezTo>
                      <a:pt x="5391" y="521"/>
                      <a:pt x="5399" y="520"/>
                      <a:pt x="5406" y="516"/>
                    </a:cubicBezTo>
                    <a:cubicBezTo>
                      <a:pt x="5355" y="482"/>
                      <a:pt x="5457" y="499"/>
                      <a:pt x="5406" y="466"/>
                    </a:cubicBezTo>
                    <a:cubicBezTo>
                      <a:pt x="5448" y="466"/>
                      <a:pt x="5491" y="491"/>
                      <a:pt x="5499" y="542"/>
                    </a:cubicBezTo>
                    <a:cubicBezTo>
                      <a:pt x="5510" y="532"/>
                      <a:pt x="5524" y="529"/>
                      <a:pt x="5539" y="529"/>
                    </a:cubicBezTo>
                    <a:cubicBezTo>
                      <a:pt x="5586" y="529"/>
                      <a:pt x="5649" y="561"/>
                      <a:pt x="5726" y="561"/>
                    </a:cubicBezTo>
                    <a:cubicBezTo>
                      <a:pt x="5737" y="561"/>
                      <a:pt x="5749" y="560"/>
                      <a:pt x="5761" y="559"/>
                    </a:cubicBezTo>
                    <a:lnTo>
                      <a:pt x="5761" y="559"/>
                    </a:lnTo>
                    <a:cubicBezTo>
                      <a:pt x="5744" y="575"/>
                      <a:pt x="5609" y="567"/>
                      <a:pt x="5660" y="592"/>
                    </a:cubicBezTo>
                    <a:lnTo>
                      <a:pt x="5821" y="550"/>
                    </a:lnTo>
                    <a:lnTo>
                      <a:pt x="5753" y="550"/>
                    </a:lnTo>
                    <a:cubicBezTo>
                      <a:pt x="5769" y="548"/>
                      <a:pt x="5785" y="547"/>
                      <a:pt x="5802" y="547"/>
                    </a:cubicBezTo>
                    <a:cubicBezTo>
                      <a:pt x="5856" y="547"/>
                      <a:pt x="5913" y="558"/>
                      <a:pt x="5964" y="584"/>
                    </a:cubicBezTo>
                    <a:cubicBezTo>
                      <a:pt x="5973" y="601"/>
                      <a:pt x="5931" y="601"/>
                      <a:pt x="5897" y="601"/>
                    </a:cubicBezTo>
                    <a:lnTo>
                      <a:pt x="6032" y="601"/>
                    </a:lnTo>
                    <a:cubicBezTo>
                      <a:pt x="6074" y="592"/>
                      <a:pt x="6193" y="584"/>
                      <a:pt x="6244" y="559"/>
                    </a:cubicBezTo>
                    <a:lnTo>
                      <a:pt x="6277" y="559"/>
                    </a:lnTo>
                    <a:lnTo>
                      <a:pt x="6337" y="575"/>
                    </a:lnTo>
                    <a:lnTo>
                      <a:pt x="6354" y="575"/>
                    </a:lnTo>
                    <a:lnTo>
                      <a:pt x="6413" y="559"/>
                    </a:lnTo>
                    <a:lnTo>
                      <a:pt x="6447" y="550"/>
                    </a:lnTo>
                    <a:lnTo>
                      <a:pt x="6430" y="550"/>
                    </a:lnTo>
                    <a:cubicBezTo>
                      <a:pt x="6437" y="522"/>
                      <a:pt x="6490" y="506"/>
                      <a:pt x="6556" y="506"/>
                    </a:cubicBezTo>
                    <a:cubicBezTo>
                      <a:pt x="6568" y="506"/>
                      <a:pt x="6580" y="506"/>
                      <a:pt x="6592" y="507"/>
                    </a:cubicBezTo>
                    <a:lnTo>
                      <a:pt x="6592" y="507"/>
                    </a:lnTo>
                    <a:cubicBezTo>
                      <a:pt x="6576" y="505"/>
                      <a:pt x="6537" y="498"/>
                      <a:pt x="6480" y="491"/>
                    </a:cubicBezTo>
                    <a:lnTo>
                      <a:pt x="6506" y="482"/>
                    </a:lnTo>
                    <a:lnTo>
                      <a:pt x="6785" y="516"/>
                    </a:lnTo>
                    <a:cubicBezTo>
                      <a:pt x="6768" y="520"/>
                      <a:pt x="6751" y="523"/>
                      <a:pt x="6733" y="523"/>
                    </a:cubicBezTo>
                    <a:cubicBezTo>
                      <a:pt x="6715" y="523"/>
                      <a:pt x="6696" y="520"/>
                      <a:pt x="6675" y="516"/>
                    </a:cubicBezTo>
                    <a:lnTo>
                      <a:pt x="6675" y="516"/>
                    </a:lnTo>
                    <a:cubicBezTo>
                      <a:pt x="6722" y="542"/>
                      <a:pt x="6783" y="542"/>
                      <a:pt x="6837" y="542"/>
                    </a:cubicBezTo>
                    <a:cubicBezTo>
                      <a:pt x="6891" y="542"/>
                      <a:pt x="6937" y="542"/>
                      <a:pt x="6954" y="567"/>
                    </a:cubicBezTo>
                    <a:cubicBezTo>
                      <a:pt x="6885" y="577"/>
                      <a:pt x="6815" y="581"/>
                      <a:pt x="6744" y="581"/>
                    </a:cubicBezTo>
                    <a:cubicBezTo>
                      <a:pt x="6694" y="581"/>
                      <a:pt x="6643" y="579"/>
                      <a:pt x="6590" y="575"/>
                    </a:cubicBezTo>
                    <a:cubicBezTo>
                      <a:pt x="6523" y="533"/>
                      <a:pt x="6692" y="559"/>
                      <a:pt x="6700" y="542"/>
                    </a:cubicBezTo>
                    <a:lnTo>
                      <a:pt x="6616" y="525"/>
                    </a:lnTo>
                    <a:lnTo>
                      <a:pt x="6616" y="525"/>
                    </a:lnTo>
                    <a:cubicBezTo>
                      <a:pt x="6624" y="542"/>
                      <a:pt x="6447" y="525"/>
                      <a:pt x="6489" y="575"/>
                    </a:cubicBezTo>
                    <a:cubicBezTo>
                      <a:pt x="6667" y="601"/>
                      <a:pt x="6853" y="618"/>
                      <a:pt x="7013" y="635"/>
                    </a:cubicBezTo>
                    <a:lnTo>
                      <a:pt x="6844" y="855"/>
                    </a:lnTo>
                    <a:cubicBezTo>
                      <a:pt x="6844" y="855"/>
                      <a:pt x="6844" y="863"/>
                      <a:pt x="6836" y="872"/>
                    </a:cubicBezTo>
                    <a:cubicBezTo>
                      <a:pt x="6842" y="872"/>
                      <a:pt x="6848" y="872"/>
                      <a:pt x="6854" y="872"/>
                    </a:cubicBezTo>
                    <a:cubicBezTo>
                      <a:pt x="6991" y="872"/>
                      <a:pt x="6922" y="779"/>
                      <a:pt x="6954" y="779"/>
                    </a:cubicBezTo>
                    <a:cubicBezTo>
                      <a:pt x="6977" y="779"/>
                      <a:pt x="6999" y="771"/>
                      <a:pt x="7022" y="771"/>
                    </a:cubicBezTo>
                    <a:cubicBezTo>
                      <a:pt x="7033" y="771"/>
                      <a:pt x="7044" y="773"/>
                      <a:pt x="7056" y="779"/>
                    </a:cubicBezTo>
                    <a:lnTo>
                      <a:pt x="7039" y="787"/>
                    </a:lnTo>
                    <a:cubicBezTo>
                      <a:pt x="7119" y="787"/>
                      <a:pt x="7080" y="768"/>
                      <a:pt x="7126" y="768"/>
                    </a:cubicBezTo>
                    <a:cubicBezTo>
                      <a:pt x="7134" y="768"/>
                      <a:pt x="7144" y="769"/>
                      <a:pt x="7157" y="770"/>
                    </a:cubicBezTo>
                    <a:cubicBezTo>
                      <a:pt x="7233" y="753"/>
                      <a:pt x="7098" y="762"/>
                      <a:pt x="7140" y="745"/>
                    </a:cubicBezTo>
                    <a:lnTo>
                      <a:pt x="7140" y="745"/>
                    </a:lnTo>
                    <a:cubicBezTo>
                      <a:pt x="7151" y="746"/>
                      <a:pt x="7160" y="747"/>
                      <a:pt x="7168" y="747"/>
                    </a:cubicBezTo>
                    <a:cubicBezTo>
                      <a:pt x="7220" y="747"/>
                      <a:pt x="7225" y="715"/>
                      <a:pt x="7279" y="715"/>
                    </a:cubicBezTo>
                    <a:cubicBezTo>
                      <a:pt x="7296" y="715"/>
                      <a:pt x="7320" y="718"/>
                      <a:pt x="7352" y="728"/>
                    </a:cubicBezTo>
                    <a:cubicBezTo>
                      <a:pt x="7343" y="736"/>
                      <a:pt x="7369" y="762"/>
                      <a:pt x="7276" y="762"/>
                    </a:cubicBezTo>
                    <a:lnTo>
                      <a:pt x="7360" y="787"/>
                    </a:lnTo>
                    <a:cubicBezTo>
                      <a:pt x="7339" y="791"/>
                      <a:pt x="7316" y="793"/>
                      <a:pt x="7291" y="793"/>
                    </a:cubicBezTo>
                    <a:cubicBezTo>
                      <a:pt x="7267" y="793"/>
                      <a:pt x="7242" y="791"/>
                      <a:pt x="7216" y="787"/>
                    </a:cubicBezTo>
                    <a:cubicBezTo>
                      <a:pt x="7174" y="821"/>
                      <a:pt x="7183" y="838"/>
                      <a:pt x="7132" y="863"/>
                    </a:cubicBezTo>
                    <a:cubicBezTo>
                      <a:pt x="7169" y="863"/>
                      <a:pt x="7160" y="836"/>
                      <a:pt x="7205" y="836"/>
                    </a:cubicBezTo>
                    <a:cubicBezTo>
                      <a:pt x="7211" y="836"/>
                      <a:pt x="7217" y="837"/>
                      <a:pt x="7225" y="838"/>
                    </a:cubicBezTo>
                    <a:cubicBezTo>
                      <a:pt x="7293" y="855"/>
                      <a:pt x="7216" y="855"/>
                      <a:pt x="7208" y="863"/>
                    </a:cubicBezTo>
                    <a:cubicBezTo>
                      <a:pt x="7223" y="859"/>
                      <a:pt x="7236" y="857"/>
                      <a:pt x="7248" y="857"/>
                    </a:cubicBezTo>
                    <a:cubicBezTo>
                      <a:pt x="7291" y="857"/>
                      <a:pt x="7312" y="881"/>
                      <a:pt x="7350" y="881"/>
                    </a:cubicBezTo>
                    <a:cubicBezTo>
                      <a:pt x="7362" y="881"/>
                      <a:pt x="7376" y="879"/>
                      <a:pt x="7394" y="872"/>
                    </a:cubicBezTo>
                    <a:cubicBezTo>
                      <a:pt x="7377" y="838"/>
                      <a:pt x="7394" y="838"/>
                      <a:pt x="7335" y="812"/>
                    </a:cubicBezTo>
                    <a:cubicBezTo>
                      <a:pt x="7343" y="811"/>
                      <a:pt x="7351" y="811"/>
                      <a:pt x="7359" y="811"/>
                    </a:cubicBezTo>
                    <a:cubicBezTo>
                      <a:pt x="7413" y="811"/>
                      <a:pt x="7469" y="834"/>
                      <a:pt x="7462" y="863"/>
                    </a:cubicBezTo>
                    <a:lnTo>
                      <a:pt x="7470" y="838"/>
                    </a:lnTo>
                    <a:cubicBezTo>
                      <a:pt x="7487" y="846"/>
                      <a:pt x="7538" y="846"/>
                      <a:pt x="7538" y="855"/>
                    </a:cubicBezTo>
                    <a:lnTo>
                      <a:pt x="7555" y="846"/>
                    </a:lnTo>
                    <a:cubicBezTo>
                      <a:pt x="7522" y="820"/>
                      <a:pt x="7485" y="809"/>
                      <a:pt x="7447" y="809"/>
                    </a:cubicBezTo>
                    <a:cubicBezTo>
                      <a:pt x="7435" y="809"/>
                      <a:pt x="7423" y="810"/>
                      <a:pt x="7411" y="812"/>
                    </a:cubicBezTo>
                    <a:cubicBezTo>
                      <a:pt x="7436" y="795"/>
                      <a:pt x="7369" y="753"/>
                      <a:pt x="7470" y="753"/>
                    </a:cubicBezTo>
                    <a:cubicBezTo>
                      <a:pt x="7504" y="762"/>
                      <a:pt x="7470" y="770"/>
                      <a:pt x="7470" y="779"/>
                    </a:cubicBezTo>
                    <a:cubicBezTo>
                      <a:pt x="7677" y="779"/>
                      <a:pt x="7682" y="838"/>
                      <a:pt x="7823" y="838"/>
                    </a:cubicBezTo>
                    <a:cubicBezTo>
                      <a:pt x="7832" y="838"/>
                      <a:pt x="7841" y="838"/>
                      <a:pt x="7851" y="838"/>
                    </a:cubicBezTo>
                    <a:lnTo>
                      <a:pt x="7851" y="838"/>
                    </a:lnTo>
                    <a:cubicBezTo>
                      <a:pt x="7840" y="842"/>
                      <a:pt x="7825" y="844"/>
                      <a:pt x="7807" y="844"/>
                    </a:cubicBezTo>
                    <a:cubicBezTo>
                      <a:pt x="7796" y="844"/>
                      <a:pt x="7785" y="843"/>
                      <a:pt x="7772" y="842"/>
                    </a:cubicBezTo>
                    <a:lnTo>
                      <a:pt x="7772" y="842"/>
                    </a:lnTo>
                    <a:cubicBezTo>
                      <a:pt x="7740" y="856"/>
                      <a:pt x="7737" y="865"/>
                      <a:pt x="7783" y="880"/>
                    </a:cubicBezTo>
                    <a:lnTo>
                      <a:pt x="7800" y="863"/>
                    </a:lnTo>
                    <a:cubicBezTo>
                      <a:pt x="7827" y="863"/>
                      <a:pt x="7865" y="874"/>
                      <a:pt x="7879" y="874"/>
                    </a:cubicBezTo>
                    <a:cubicBezTo>
                      <a:pt x="7883" y="874"/>
                      <a:pt x="7885" y="873"/>
                      <a:pt x="7885" y="872"/>
                    </a:cubicBezTo>
                    <a:cubicBezTo>
                      <a:pt x="7893" y="872"/>
                      <a:pt x="7876" y="863"/>
                      <a:pt x="7851" y="855"/>
                    </a:cubicBezTo>
                    <a:cubicBezTo>
                      <a:pt x="7910" y="842"/>
                      <a:pt x="7969" y="836"/>
                      <a:pt x="8027" y="836"/>
                    </a:cubicBezTo>
                    <a:cubicBezTo>
                      <a:pt x="8086" y="836"/>
                      <a:pt x="8143" y="842"/>
                      <a:pt x="8198" y="855"/>
                    </a:cubicBezTo>
                    <a:cubicBezTo>
                      <a:pt x="8189" y="888"/>
                      <a:pt x="8012" y="863"/>
                      <a:pt x="8105" y="897"/>
                    </a:cubicBezTo>
                    <a:cubicBezTo>
                      <a:pt x="8141" y="897"/>
                      <a:pt x="8177" y="875"/>
                      <a:pt x="8229" y="875"/>
                    </a:cubicBezTo>
                    <a:cubicBezTo>
                      <a:pt x="8249" y="875"/>
                      <a:pt x="8273" y="879"/>
                      <a:pt x="8299" y="888"/>
                    </a:cubicBezTo>
                    <a:cubicBezTo>
                      <a:pt x="8257" y="905"/>
                      <a:pt x="8341" y="914"/>
                      <a:pt x="8341" y="922"/>
                    </a:cubicBezTo>
                    <a:lnTo>
                      <a:pt x="8468" y="888"/>
                    </a:lnTo>
                    <a:cubicBezTo>
                      <a:pt x="8516" y="894"/>
                      <a:pt x="8564" y="900"/>
                      <a:pt x="8609" y="900"/>
                    </a:cubicBezTo>
                    <a:cubicBezTo>
                      <a:pt x="8628" y="900"/>
                      <a:pt x="8646" y="899"/>
                      <a:pt x="8663" y="897"/>
                    </a:cubicBezTo>
                    <a:lnTo>
                      <a:pt x="8587" y="897"/>
                    </a:lnTo>
                    <a:cubicBezTo>
                      <a:pt x="8609" y="887"/>
                      <a:pt x="8631" y="883"/>
                      <a:pt x="8652" y="883"/>
                    </a:cubicBezTo>
                    <a:cubicBezTo>
                      <a:pt x="8713" y="883"/>
                      <a:pt x="8772" y="915"/>
                      <a:pt x="8847" y="915"/>
                    </a:cubicBezTo>
                    <a:cubicBezTo>
                      <a:pt x="8853" y="915"/>
                      <a:pt x="8859" y="914"/>
                      <a:pt x="8866" y="914"/>
                    </a:cubicBezTo>
                    <a:lnTo>
                      <a:pt x="8866" y="914"/>
                    </a:lnTo>
                    <a:lnTo>
                      <a:pt x="8815" y="922"/>
                    </a:lnTo>
                    <a:cubicBezTo>
                      <a:pt x="8853" y="931"/>
                      <a:pt x="8889" y="935"/>
                      <a:pt x="8925" y="935"/>
                    </a:cubicBezTo>
                    <a:cubicBezTo>
                      <a:pt x="8961" y="935"/>
                      <a:pt x="8997" y="931"/>
                      <a:pt x="9035" y="922"/>
                    </a:cubicBezTo>
                    <a:lnTo>
                      <a:pt x="9035" y="948"/>
                    </a:lnTo>
                    <a:cubicBezTo>
                      <a:pt x="9044" y="914"/>
                      <a:pt x="9196" y="914"/>
                      <a:pt x="9230" y="905"/>
                    </a:cubicBezTo>
                    <a:lnTo>
                      <a:pt x="9230" y="905"/>
                    </a:lnTo>
                    <a:cubicBezTo>
                      <a:pt x="9213" y="906"/>
                      <a:pt x="9198" y="906"/>
                      <a:pt x="9185" y="906"/>
                    </a:cubicBezTo>
                    <a:cubicBezTo>
                      <a:pt x="9048" y="906"/>
                      <a:pt x="9036" y="877"/>
                      <a:pt x="8924" y="877"/>
                    </a:cubicBezTo>
                    <a:cubicBezTo>
                      <a:pt x="8903" y="877"/>
                      <a:pt x="8878" y="878"/>
                      <a:pt x="8849" y="880"/>
                    </a:cubicBezTo>
                    <a:cubicBezTo>
                      <a:pt x="8925" y="846"/>
                      <a:pt x="8984" y="838"/>
                      <a:pt x="9069" y="812"/>
                    </a:cubicBezTo>
                    <a:cubicBezTo>
                      <a:pt x="9094" y="812"/>
                      <a:pt x="9111" y="821"/>
                      <a:pt x="9111" y="829"/>
                    </a:cubicBezTo>
                    <a:cubicBezTo>
                      <a:pt x="9137" y="821"/>
                      <a:pt x="9145" y="795"/>
                      <a:pt x="9196" y="787"/>
                    </a:cubicBezTo>
                    <a:lnTo>
                      <a:pt x="9213" y="804"/>
                    </a:lnTo>
                    <a:cubicBezTo>
                      <a:pt x="9232" y="808"/>
                      <a:pt x="9249" y="809"/>
                      <a:pt x="9264" y="809"/>
                    </a:cubicBezTo>
                    <a:cubicBezTo>
                      <a:pt x="9339" y="809"/>
                      <a:pt x="9356" y="768"/>
                      <a:pt x="9438" y="768"/>
                    </a:cubicBezTo>
                    <a:cubicBezTo>
                      <a:pt x="9449" y="768"/>
                      <a:pt x="9461" y="768"/>
                      <a:pt x="9475" y="770"/>
                    </a:cubicBezTo>
                    <a:cubicBezTo>
                      <a:pt x="9492" y="812"/>
                      <a:pt x="9357" y="812"/>
                      <a:pt x="9272" y="829"/>
                    </a:cubicBezTo>
                    <a:cubicBezTo>
                      <a:pt x="9331" y="863"/>
                      <a:pt x="9137" y="838"/>
                      <a:pt x="9213" y="888"/>
                    </a:cubicBezTo>
                    <a:lnTo>
                      <a:pt x="9247" y="863"/>
                    </a:lnTo>
                    <a:cubicBezTo>
                      <a:pt x="9289" y="872"/>
                      <a:pt x="9289" y="888"/>
                      <a:pt x="9264" y="888"/>
                    </a:cubicBezTo>
                    <a:cubicBezTo>
                      <a:pt x="9314" y="888"/>
                      <a:pt x="9297" y="888"/>
                      <a:pt x="9323" y="872"/>
                    </a:cubicBezTo>
                    <a:lnTo>
                      <a:pt x="9323" y="872"/>
                    </a:lnTo>
                    <a:cubicBezTo>
                      <a:pt x="9534" y="888"/>
                      <a:pt x="9297" y="922"/>
                      <a:pt x="9500" y="948"/>
                    </a:cubicBezTo>
                    <a:cubicBezTo>
                      <a:pt x="9475" y="956"/>
                      <a:pt x="9424" y="948"/>
                      <a:pt x="9433" y="973"/>
                    </a:cubicBezTo>
                    <a:lnTo>
                      <a:pt x="9323" y="956"/>
                    </a:lnTo>
                    <a:lnTo>
                      <a:pt x="9323" y="982"/>
                    </a:lnTo>
                    <a:cubicBezTo>
                      <a:pt x="9344" y="985"/>
                      <a:pt x="9365" y="987"/>
                      <a:pt x="9386" y="987"/>
                    </a:cubicBezTo>
                    <a:cubicBezTo>
                      <a:pt x="9466" y="987"/>
                      <a:pt x="9545" y="962"/>
                      <a:pt x="9619" y="922"/>
                    </a:cubicBezTo>
                    <a:lnTo>
                      <a:pt x="9619" y="922"/>
                    </a:lnTo>
                    <a:cubicBezTo>
                      <a:pt x="9598" y="925"/>
                      <a:pt x="9584" y="926"/>
                      <a:pt x="9574" y="926"/>
                    </a:cubicBezTo>
                    <a:cubicBezTo>
                      <a:pt x="9523" y="926"/>
                      <a:pt x="9592" y="894"/>
                      <a:pt x="9543" y="880"/>
                    </a:cubicBezTo>
                    <a:cubicBezTo>
                      <a:pt x="9551" y="876"/>
                      <a:pt x="9562" y="874"/>
                      <a:pt x="9572" y="874"/>
                    </a:cubicBezTo>
                    <a:cubicBezTo>
                      <a:pt x="9583" y="874"/>
                      <a:pt x="9593" y="876"/>
                      <a:pt x="9602" y="880"/>
                    </a:cubicBezTo>
                    <a:cubicBezTo>
                      <a:pt x="9610" y="880"/>
                      <a:pt x="9669" y="873"/>
                      <a:pt x="9670" y="865"/>
                    </a:cubicBezTo>
                    <a:lnTo>
                      <a:pt x="9670" y="865"/>
                    </a:lnTo>
                    <a:cubicBezTo>
                      <a:pt x="9700" y="931"/>
                      <a:pt x="9965" y="948"/>
                      <a:pt x="9898" y="1015"/>
                    </a:cubicBezTo>
                    <a:cubicBezTo>
                      <a:pt x="9923" y="1017"/>
                      <a:pt x="9947" y="1018"/>
                      <a:pt x="9972" y="1019"/>
                    </a:cubicBezTo>
                    <a:lnTo>
                      <a:pt x="9972" y="1019"/>
                    </a:lnTo>
                    <a:cubicBezTo>
                      <a:pt x="9913" y="990"/>
                      <a:pt x="10059" y="990"/>
                      <a:pt x="10059" y="982"/>
                    </a:cubicBezTo>
                    <a:lnTo>
                      <a:pt x="9949" y="982"/>
                    </a:lnTo>
                    <a:cubicBezTo>
                      <a:pt x="10000" y="965"/>
                      <a:pt x="9949" y="939"/>
                      <a:pt x="10016" y="931"/>
                    </a:cubicBezTo>
                    <a:cubicBezTo>
                      <a:pt x="9966" y="931"/>
                      <a:pt x="9948" y="917"/>
                      <a:pt x="9918" y="917"/>
                    </a:cubicBezTo>
                    <a:cubicBezTo>
                      <a:pt x="9908" y="917"/>
                      <a:pt x="9896" y="918"/>
                      <a:pt x="9881" y="922"/>
                    </a:cubicBezTo>
                    <a:cubicBezTo>
                      <a:pt x="9957" y="888"/>
                      <a:pt x="9797" y="880"/>
                      <a:pt x="9788" y="855"/>
                    </a:cubicBezTo>
                    <a:cubicBezTo>
                      <a:pt x="9856" y="855"/>
                      <a:pt x="9923" y="872"/>
                      <a:pt x="9983" y="905"/>
                    </a:cubicBezTo>
                    <a:cubicBezTo>
                      <a:pt x="10016" y="905"/>
                      <a:pt x="10059" y="905"/>
                      <a:pt x="10101" y="922"/>
                    </a:cubicBezTo>
                    <a:lnTo>
                      <a:pt x="10152" y="888"/>
                    </a:lnTo>
                    <a:cubicBezTo>
                      <a:pt x="10093" y="880"/>
                      <a:pt x="10016" y="897"/>
                      <a:pt x="10042" y="863"/>
                    </a:cubicBezTo>
                    <a:lnTo>
                      <a:pt x="10042" y="863"/>
                    </a:lnTo>
                    <a:lnTo>
                      <a:pt x="9957" y="872"/>
                    </a:lnTo>
                    <a:cubicBezTo>
                      <a:pt x="10008" y="846"/>
                      <a:pt x="10059" y="821"/>
                      <a:pt x="10118" y="812"/>
                    </a:cubicBezTo>
                    <a:cubicBezTo>
                      <a:pt x="10077" y="799"/>
                      <a:pt x="10038" y="794"/>
                      <a:pt x="10001" y="794"/>
                    </a:cubicBezTo>
                    <a:cubicBezTo>
                      <a:pt x="9934" y="794"/>
                      <a:pt x="9873" y="809"/>
                      <a:pt x="9813" y="809"/>
                    </a:cubicBezTo>
                    <a:cubicBezTo>
                      <a:pt x="9785" y="809"/>
                      <a:pt x="9757" y="805"/>
                      <a:pt x="9729" y="795"/>
                    </a:cubicBezTo>
                    <a:lnTo>
                      <a:pt x="9746" y="795"/>
                    </a:lnTo>
                    <a:cubicBezTo>
                      <a:pt x="9509" y="787"/>
                      <a:pt x="9450" y="728"/>
                      <a:pt x="9399" y="669"/>
                    </a:cubicBezTo>
                    <a:lnTo>
                      <a:pt x="9500" y="669"/>
                    </a:lnTo>
                    <a:lnTo>
                      <a:pt x="9500" y="694"/>
                    </a:lnTo>
                    <a:cubicBezTo>
                      <a:pt x="9532" y="699"/>
                      <a:pt x="9561" y="700"/>
                      <a:pt x="9590" y="700"/>
                    </a:cubicBezTo>
                    <a:cubicBezTo>
                      <a:pt x="9689" y="700"/>
                      <a:pt x="9777" y="679"/>
                      <a:pt x="9876" y="679"/>
                    </a:cubicBezTo>
                    <a:cubicBezTo>
                      <a:pt x="9905" y="679"/>
                      <a:pt x="9935" y="681"/>
                      <a:pt x="9966" y="685"/>
                    </a:cubicBezTo>
                    <a:cubicBezTo>
                      <a:pt x="9953" y="694"/>
                      <a:pt x="9930" y="694"/>
                      <a:pt x="9911" y="694"/>
                    </a:cubicBezTo>
                    <a:cubicBezTo>
                      <a:pt x="9892" y="694"/>
                      <a:pt x="9877" y="694"/>
                      <a:pt x="9881" y="702"/>
                    </a:cubicBezTo>
                    <a:cubicBezTo>
                      <a:pt x="9888" y="703"/>
                      <a:pt x="9894" y="703"/>
                      <a:pt x="9900" y="703"/>
                    </a:cubicBezTo>
                    <a:cubicBezTo>
                      <a:pt x="9967" y="703"/>
                      <a:pt x="9983" y="671"/>
                      <a:pt x="10023" y="671"/>
                    </a:cubicBezTo>
                    <a:cubicBezTo>
                      <a:pt x="10037" y="671"/>
                      <a:pt x="10053" y="675"/>
                      <a:pt x="10076" y="685"/>
                    </a:cubicBezTo>
                    <a:cubicBezTo>
                      <a:pt x="9934" y="685"/>
                      <a:pt x="10161" y="702"/>
                      <a:pt x="10040" y="718"/>
                    </a:cubicBezTo>
                    <a:lnTo>
                      <a:pt x="10040" y="718"/>
                    </a:lnTo>
                    <a:cubicBezTo>
                      <a:pt x="10067" y="715"/>
                      <a:pt x="10094" y="714"/>
                      <a:pt x="10122" y="714"/>
                    </a:cubicBezTo>
                    <a:cubicBezTo>
                      <a:pt x="10279" y="714"/>
                      <a:pt x="10433" y="762"/>
                      <a:pt x="10532" y="762"/>
                    </a:cubicBezTo>
                    <a:cubicBezTo>
                      <a:pt x="10507" y="745"/>
                      <a:pt x="10592" y="745"/>
                      <a:pt x="10592" y="736"/>
                    </a:cubicBezTo>
                    <a:cubicBezTo>
                      <a:pt x="10626" y="745"/>
                      <a:pt x="10617" y="753"/>
                      <a:pt x="10592" y="753"/>
                    </a:cubicBezTo>
                    <a:cubicBezTo>
                      <a:pt x="10651" y="779"/>
                      <a:pt x="10659" y="795"/>
                      <a:pt x="10651" y="821"/>
                    </a:cubicBezTo>
                    <a:lnTo>
                      <a:pt x="10524" y="812"/>
                    </a:lnTo>
                    <a:lnTo>
                      <a:pt x="10524" y="812"/>
                    </a:lnTo>
                    <a:cubicBezTo>
                      <a:pt x="10566" y="821"/>
                      <a:pt x="10583" y="838"/>
                      <a:pt x="10617" y="846"/>
                    </a:cubicBezTo>
                    <a:lnTo>
                      <a:pt x="10668" y="846"/>
                    </a:lnTo>
                    <a:cubicBezTo>
                      <a:pt x="10693" y="838"/>
                      <a:pt x="10693" y="838"/>
                      <a:pt x="10693" y="821"/>
                    </a:cubicBezTo>
                    <a:cubicBezTo>
                      <a:pt x="10736" y="812"/>
                      <a:pt x="10803" y="795"/>
                      <a:pt x="10888" y="770"/>
                    </a:cubicBezTo>
                    <a:lnTo>
                      <a:pt x="11049" y="770"/>
                    </a:lnTo>
                    <a:lnTo>
                      <a:pt x="11023" y="779"/>
                    </a:lnTo>
                    <a:lnTo>
                      <a:pt x="11133" y="770"/>
                    </a:lnTo>
                    <a:lnTo>
                      <a:pt x="11133" y="770"/>
                    </a:lnTo>
                    <a:cubicBezTo>
                      <a:pt x="11108" y="795"/>
                      <a:pt x="11150" y="779"/>
                      <a:pt x="11125" y="804"/>
                    </a:cubicBezTo>
                    <a:cubicBezTo>
                      <a:pt x="11125" y="821"/>
                      <a:pt x="11184" y="821"/>
                      <a:pt x="11252" y="821"/>
                    </a:cubicBezTo>
                    <a:cubicBezTo>
                      <a:pt x="11276" y="817"/>
                      <a:pt x="11302" y="815"/>
                      <a:pt x="11329" y="815"/>
                    </a:cubicBezTo>
                    <a:cubicBezTo>
                      <a:pt x="11367" y="815"/>
                      <a:pt x="11406" y="819"/>
                      <a:pt x="11446" y="829"/>
                    </a:cubicBezTo>
                    <a:lnTo>
                      <a:pt x="11404" y="838"/>
                    </a:lnTo>
                    <a:lnTo>
                      <a:pt x="11556" y="838"/>
                    </a:lnTo>
                    <a:cubicBezTo>
                      <a:pt x="11556" y="838"/>
                      <a:pt x="11573" y="838"/>
                      <a:pt x="11556" y="846"/>
                    </a:cubicBezTo>
                    <a:lnTo>
                      <a:pt x="11421" y="998"/>
                    </a:lnTo>
                    <a:lnTo>
                      <a:pt x="11412" y="998"/>
                    </a:lnTo>
                    <a:cubicBezTo>
                      <a:pt x="11421" y="976"/>
                      <a:pt x="11421" y="966"/>
                      <a:pt x="11412" y="966"/>
                    </a:cubicBezTo>
                    <a:cubicBezTo>
                      <a:pt x="11404" y="966"/>
                      <a:pt x="11390" y="974"/>
                      <a:pt x="11370" y="990"/>
                    </a:cubicBezTo>
                    <a:cubicBezTo>
                      <a:pt x="11370" y="973"/>
                      <a:pt x="11387" y="956"/>
                      <a:pt x="11387" y="948"/>
                    </a:cubicBezTo>
                    <a:lnTo>
                      <a:pt x="11404" y="922"/>
                    </a:lnTo>
                    <a:lnTo>
                      <a:pt x="11412" y="905"/>
                    </a:lnTo>
                    <a:lnTo>
                      <a:pt x="11395" y="905"/>
                    </a:lnTo>
                    <a:cubicBezTo>
                      <a:pt x="11378" y="905"/>
                      <a:pt x="11362" y="897"/>
                      <a:pt x="11378" y="888"/>
                    </a:cubicBezTo>
                    <a:cubicBezTo>
                      <a:pt x="11446" y="888"/>
                      <a:pt x="11446" y="888"/>
                      <a:pt x="11446" y="872"/>
                    </a:cubicBezTo>
                    <a:lnTo>
                      <a:pt x="11446" y="872"/>
                    </a:lnTo>
                    <a:cubicBezTo>
                      <a:pt x="11409" y="877"/>
                      <a:pt x="11375" y="878"/>
                      <a:pt x="11343" y="878"/>
                    </a:cubicBezTo>
                    <a:cubicBezTo>
                      <a:pt x="11327" y="878"/>
                      <a:pt x="11311" y="878"/>
                      <a:pt x="11297" y="878"/>
                    </a:cubicBezTo>
                    <a:cubicBezTo>
                      <a:pt x="11254" y="878"/>
                      <a:pt x="11218" y="880"/>
                      <a:pt x="11192" y="897"/>
                    </a:cubicBezTo>
                    <a:cubicBezTo>
                      <a:pt x="11099" y="897"/>
                      <a:pt x="11175" y="888"/>
                      <a:pt x="11133" y="872"/>
                    </a:cubicBezTo>
                    <a:cubicBezTo>
                      <a:pt x="11133" y="863"/>
                      <a:pt x="11167" y="855"/>
                      <a:pt x="11209" y="846"/>
                    </a:cubicBezTo>
                    <a:lnTo>
                      <a:pt x="10913" y="846"/>
                    </a:lnTo>
                    <a:cubicBezTo>
                      <a:pt x="10888" y="880"/>
                      <a:pt x="11057" y="888"/>
                      <a:pt x="10939" y="914"/>
                    </a:cubicBezTo>
                    <a:cubicBezTo>
                      <a:pt x="10917" y="921"/>
                      <a:pt x="10890" y="952"/>
                      <a:pt x="10847" y="952"/>
                    </a:cubicBezTo>
                    <a:cubicBezTo>
                      <a:pt x="10839" y="952"/>
                      <a:pt x="10830" y="950"/>
                      <a:pt x="10820" y="948"/>
                    </a:cubicBezTo>
                    <a:cubicBezTo>
                      <a:pt x="10820" y="945"/>
                      <a:pt x="10821" y="943"/>
                      <a:pt x="10823" y="942"/>
                    </a:cubicBezTo>
                    <a:lnTo>
                      <a:pt x="10823" y="942"/>
                    </a:lnTo>
                    <a:cubicBezTo>
                      <a:pt x="10822" y="942"/>
                      <a:pt x="10821" y="942"/>
                      <a:pt x="10820" y="942"/>
                    </a:cubicBezTo>
                    <a:cubicBezTo>
                      <a:pt x="10802" y="942"/>
                      <a:pt x="10796" y="931"/>
                      <a:pt x="10769" y="931"/>
                    </a:cubicBezTo>
                    <a:cubicBezTo>
                      <a:pt x="10769" y="910"/>
                      <a:pt x="10783" y="904"/>
                      <a:pt x="10801" y="900"/>
                    </a:cubicBezTo>
                    <a:lnTo>
                      <a:pt x="10801" y="900"/>
                    </a:lnTo>
                    <a:cubicBezTo>
                      <a:pt x="10801" y="900"/>
                      <a:pt x="10802" y="900"/>
                      <a:pt x="10802" y="900"/>
                    </a:cubicBezTo>
                    <a:cubicBezTo>
                      <a:pt x="10814" y="900"/>
                      <a:pt x="10826" y="898"/>
                      <a:pt x="10838" y="896"/>
                    </a:cubicBezTo>
                    <a:lnTo>
                      <a:pt x="10838" y="896"/>
                    </a:lnTo>
                    <a:cubicBezTo>
                      <a:pt x="10825" y="898"/>
                      <a:pt x="10812" y="898"/>
                      <a:pt x="10801" y="900"/>
                    </a:cubicBezTo>
                    <a:lnTo>
                      <a:pt x="10801" y="900"/>
                    </a:lnTo>
                    <a:cubicBezTo>
                      <a:pt x="10793" y="900"/>
                      <a:pt x="10785" y="899"/>
                      <a:pt x="10778" y="897"/>
                    </a:cubicBezTo>
                    <a:lnTo>
                      <a:pt x="10786" y="888"/>
                    </a:lnTo>
                    <a:lnTo>
                      <a:pt x="10702" y="888"/>
                    </a:lnTo>
                    <a:cubicBezTo>
                      <a:pt x="10659" y="914"/>
                      <a:pt x="10761" y="897"/>
                      <a:pt x="10761" y="914"/>
                    </a:cubicBezTo>
                    <a:lnTo>
                      <a:pt x="10702" y="931"/>
                    </a:lnTo>
                    <a:cubicBezTo>
                      <a:pt x="10685" y="932"/>
                      <a:pt x="10668" y="933"/>
                      <a:pt x="10651" y="933"/>
                    </a:cubicBezTo>
                    <a:cubicBezTo>
                      <a:pt x="10567" y="933"/>
                      <a:pt x="10483" y="915"/>
                      <a:pt x="10406" y="880"/>
                    </a:cubicBezTo>
                    <a:cubicBezTo>
                      <a:pt x="10389" y="877"/>
                      <a:pt x="10378" y="875"/>
                      <a:pt x="10369" y="875"/>
                    </a:cubicBezTo>
                    <a:cubicBezTo>
                      <a:pt x="10332" y="875"/>
                      <a:pt x="10350" y="900"/>
                      <a:pt x="10329" y="914"/>
                    </a:cubicBezTo>
                    <a:cubicBezTo>
                      <a:pt x="10319" y="917"/>
                      <a:pt x="10309" y="919"/>
                      <a:pt x="10299" y="919"/>
                    </a:cubicBezTo>
                    <a:cubicBezTo>
                      <a:pt x="10266" y="919"/>
                      <a:pt x="10236" y="904"/>
                      <a:pt x="10203" y="904"/>
                    </a:cubicBezTo>
                    <a:cubicBezTo>
                      <a:pt x="10197" y="904"/>
                      <a:pt x="10191" y="904"/>
                      <a:pt x="10186" y="905"/>
                    </a:cubicBezTo>
                    <a:cubicBezTo>
                      <a:pt x="10186" y="931"/>
                      <a:pt x="10126" y="922"/>
                      <a:pt x="10126" y="948"/>
                    </a:cubicBezTo>
                    <a:lnTo>
                      <a:pt x="10050" y="939"/>
                    </a:lnTo>
                    <a:lnTo>
                      <a:pt x="10050" y="939"/>
                    </a:lnTo>
                    <a:cubicBezTo>
                      <a:pt x="10000" y="973"/>
                      <a:pt x="10143" y="956"/>
                      <a:pt x="10160" y="973"/>
                    </a:cubicBezTo>
                    <a:cubicBezTo>
                      <a:pt x="10181" y="994"/>
                      <a:pt x="10167" y="996"/>
                      <a:pt x="10150" y="996"/>
                    </a:cubicBezTo>
                    <a:cubicBezTo>
                      <a:pt x="10145" y="996"/>
                      <a:pt x="10141" y="996"/>
                      <a:pt x="10137" y="996"/>
                    </a:cubicBezTo>
                    <a:cubicBezTo>
                      <a:pt x="10125" y="996"/>
                      <a:pt x="10117" y="997"/>
                      <a:pt x="10126" y="1007"/>
                    </a:cubicBezTo>
                    <a:cubicBezTo>
                      <a:pt x="10194" y="1007"/>
                      <a:pt x="10194" y="982"/>
                      <a:pt x="10228" y="982"/>
                    </a:cubicBezTo>
                    <a:cubicBezTo>
                      <a:pt x="10262" y="982"/>
                      <a:pt x="10279" y="990"/>
                      <a:pt x="10279" y="1007"/>
                    </a:cubicBezTo>
                    <a:cubicBezTo>
                      <a:pt x="10260" y="1002"/>
                      <a:pt x="10246" y="1000"/>
                      <a:pt x="10236" y="1000"/>
                    </a:cubicBezTo>
                    <a:cubicBezTo>
                      <a:pt x="10199" y="1000"/>
                      <a:pt x="10203" y="1025"/>
                      <a:pt x="10159" y="1025"/>
                    </a:cubicBezTo>
                    <a:cubicBezTo>
                      <a:pt x="10155" y="1025"/>
                      <a:pt x="10149" y="1024"/>
                      <a:pt x="10143" y="1024"/>
                    </a:cubicBezTo>
                    <a:lnTo>
                      <a:pt x="10143" y="1015"/>
                    </a:lnTo>
                    <a:cubicBezTo>
                      <a:pt x="10143" y="1021"/>
                      <a:pt x="10138" y="1024"/>
                      <a:pt x="10129" y="1026"/>
                    </a:cubicBezTo>
                    <a:lnTo>
                      <a:pt x="10129" y="1026"/>
                    </a:lnTo>
                    <a:cubicBezTo>
                      <a:pt x="10076" y="1024"/>
                      <a:pt x="10024" y="1022"/>
                      <a:pt x="9972" y="1019"/>
                    </a:cubicBezTo>
                    <a:lnTo>
                      <a:pt x="9972" y="1019"/>
                    </a:lnTo>
                    <a:cubicBezTo>
                      <a:pt x="9975" y="1021"/>
                      <a:pt x="9979" y="1022"/>
                      <a:pt x="9983" y="1024"/>
                    </a:cubicBezTo>
                    <a:cubicBezTo>
                      <a:pt x="9989" y="1023"/>
                      <a:pt x="9998" y="1022"/>
                      <a:pt x="10007" y="1022"/>
                    </a:cubicBezTo>
                    <a:cubicBezTo>
                      <a:pt x="10037" y="1022"/>
                      <a:pt x="10078" y="1027"/>
                      <a:pt x="10107" y="1027"/>
                    </a:cubicBezTo>
                    <a:cubicBezTo>
                      <a:pt x="10116" y="1027"/>
                      <a:pt x="10123" y="1027"/>
                      <a:pt x="10129" y="1026"/>
                    </a:cubicBezTo>
                    <a:lnTo>
                      <a:pt x="10129" y="1026"/>
                    </a:lnTo>
                    <a:cubicBezTo>
                      <a:pt x="10168" y="1027"/>
                      <a:pt x="10207" y="1027"/>
                      <a:pt x="10246" y="1027"/>
                    </a:cubicBezTo>
                    <a:cubicBezTo>
                      <a:pt x="10294" y="1027"/>
                      <a:pt x="10342" y="1026"/>
                      <a:pt x="10389" y="1024"/>
                    </a:cubicBezTo>
                    <a:lnTo>
                      <a:pt x="10389" y="1024"/>
                    </a:lnTo>
                    <a:lnTo>
                      <a:pt x="10338" y="1041"/>
                    </a:lnTo>
                    <a:cubicBezTo>
                      <a:pt x="10382" y="1057"/>
                      <a:pt x="10414" y="1064"/>
                      <a:pt x="10439" y="1064"/>
                    </a:cubicBezTo>
                    <a:cubicBezTo>
                      <a:pt x="10514" y="1064"/>
                      <a:pt x="10524" y="1005"/>
                      <a:pt x="10600" y="998"/>
                    </a:cubicBezTo>
                    <a:lnTo>
                      <a:pt x="10600" y="998"/>
                    </a:lnTo>
                    <a:cubicBezTo>
                      <a:pt x="10558" y="1007"/>
                      <a:pt x="10575" y="1015"/>
                      <a:pt x="10609" y="1024"/>
                    </a:cubicBezTo>
                    <a:lnTo>
                      <a:pt x="10642" y="1024"/>
                    </a:lnTo>
                    <a:lnTo>
                      <a:pt x="10651" y="1032"/>
                    </a:lnTo>
                    <a:cubicBezTo>
                      <a:pt x="10659" y="1032"/>
                      <a:pt x="10668" y="1041"/>
                      <a:pt x="10676" y="1049"/>
                    </a:cubicBezTo>
                    <a:cubicBezTo>
                      <a:pt x="10711" y="1021"/>
                      <a:pt x="10758" y="1005"/>
                      <a:pt x="10807" y="1005"/>
                    </a:cubicBezTo>
                    <a:cubicBezTo>
                      <a:pt x="10817" y="1005"/>
                      <a:pt x="10827" y="1005"/>
                      <a:pt x="10837" y="1007"/>
                    </a:cubicBezTo>
                    <a:cubicBezTo>
                      <a:pt x="10829" y="1032"/>
                      <a:pt x="10786" y="1075"/>
                      <a:pt x="10812" y="1075"/>
                    </a:cubicBezTo>
                    <a:lnTo>
                      <a:pt x="10862" y="1058"/>
                    </a:lnTo>
                    <a:cubicBezTo>
                      <a:pt x="10868" y="1060"/>
                      <a:pt x="10877" y="1060"/>
                      <a:pt x="10886" y="1060"/>
                    </a:cubicBezTo>
                    <a:cubicBezTo>
                      <a:pt x="10903" y="1060"/>
                      <a:pt x="10923" y="1058"/>
                      <a:pt x="10937" y="1058"/>
                    </a:cubicBezTo>
                    <a:cubicBezTo>
                      <a:pt x="10950" y="1058"/>
                      <a:pt x="10959" y="1060"/>
                      <a:pt x="10955" y="1066"/>
                    </a:cubicBezTo>
                    <a:lnTo>
                      <a:pt x="10947" y="1066"/>
                    </a:lnTo>
                    <a:cubicBezTo>
                      <a:pt x="10949" y="1067"/>
                      <a:pt x="10951" y="1067"/>
                      <a:pt x="10954" y="1067"/>
                    </a:cubicBezTo>
                    <a:cubicBezTo>
                      <a:pt x="10979" y="1067"/>
                      <a:pt x="11037" y="1040"/>
                      <a:pt x="11015" y="1032"/>
                    </a:cubicBezTo>
                    <a:lnTo>
                      <a:pt x="11091" y="1024"/>
                    </a:lnTo>
                    <a:lnTo>
                      <a:pt x="11074" y="1032"/>
                    </a:lnTo>
                    <a:cubicBezTo>
                      <a:pt x="11081" y="1030"/>
                      <a:pt x="11087" y="1029"/>
                      <a:pt x="11090" y="1029"/>
                    </a:cubicBezTo>
                    <a:cubicBezTo>
                      <a:pt x="11099" y="1029"/>
                      <a:pt x="11099" y="1035"/>
                      <a:pt x="11099" y="1041"/>
                    </a:cubicBezTo>
                    <a:cubicBezTo>
                      <a:pt x="11108" y="1049"/>
                      <a:pt x="11108" y="1058"/>
                      <a:pt x="11108" y="1066"/>
                    </a:cubicBezTo>
                    <a:cubicBezTo>
                      <a:pt x="11116" y="1100"/>
                      <a:pt x="11099" y="1134"/>
                      <a:pt x="11082" y="1159"/>
                    </a:cubicBezTo>
                    <a:cubicBezTo>
                      <a:pt x="11080" y="1158"/>
                      <a:pt x="11077" y="1157"/>
                      <a:pt x="11073" y="1157"/>
                    </a:cubicBezTo>
                    <a:cubicBezTo>
                      <a:pt x="11050" y="1157"/>
                      <a:pt x="11006" y="1186"/>
                      <a:pt x="10992" y="1186"/>
                    </a:cubicBezTo>
                    <a:cubicBezTo>
                      <a:pt x="10985" y="1186"/>
                      <a:pt x="10985" y="1179"/>
                      <a:pt x="10998" y="1159"/>
                    </a:cubicBezTo>
                    <a:cubicBezTo>
                      <a:pt x="10999" y="1162"/>
                      <a:pt x="11002" y="1164"/>
                      <a:pt x="11006" y="1164"/>
                    </a:cubicBezTo>
                    <a:cubicBezTo>
                      <a:pt x="11022" y="1164"/>
                      <a:pt x="11053" y="1141"/>
                      <a:pt x="11074" y="1134"/>
                    </a:cubicBezTo>
                    <a:cubicBezTo>
                      <a:pt x="11099" y="1100"/>
                      <a:pt x="11074" y="1092"/>
                      <a:pt x="11074" y="1083"/>
                    </a:cubicBezTo>
                    <a:cubicBezTo>
                      <a:pt x="11032" y="1100"/>
                      <a:pt x="10989" y="1108"/>
                      <a:pt x="10947" y="1117"/>
                    </a:cubicBezTo>
                    <a:cubicBezTo>
                      <a:pt x="10972" y="1117"/>
                      <a:pt x="10947" y="1159"/>
                      <a:pt x="10922" y="1193"/>
                    </a:cubicBezTo>
                    <a:cubicBezTo>
                      <a:pt x="10905" y="1227"/>
                      <a:pt x="10888" y="1261"/>
                      <a:pt x="10922" y="1269"/>
                    </a:cubicBezTo>
                    <a:cubicBezTo>
                      <a:pt x="10896" y="1303"/>
                      <a:pt x="10871" y="1337"/>
                      <a:pt x="10845" y="1371"/>
                    </a:cubicBezTo>
                    <a:lnTo>
                      <a:pt x="10820" y="1405"/>
                    </a:lnTo>
                    <a:lnTo>
                      <a:pt x="10786" y="1447"/>
                    </a:lnTo>
                    <a:cubicBezTo>
                      <a:pt x="10761" y="1472"/>
                      <a:pt x="10736" y="1498"/>
                      <a:pt x="10710" y="1523"/>
                    </a:cubicBezTo>
                    <a:cubicBezTo>
                      <a:pt x="10716" y="1523"/>
                      <a:pt x="10725" y="1519"/>
                      <a:pt x="10731" y="1519"/>
                    </a:cubicBezTo>
                    <a:cubicBezTo>
                      <a:pt x="10734" y="1519"/>
                      <a:pt x="10736" y="1520"/>
                      <a:pt x="10736" y="1523"/>
                    </a:cubicBezTo>
                    <a:lnTo>
                      <a:pt x="10626" y="1599"/>
                    </a:lnTo>
                    <a:lnTo>
                      <a:pt x="10642" y="1574"/>
                    </a:lnTo>
                    <a:lnTo>
                      <a:pt x="10566" y="1616"/>
                    </a:lnTo>
                    <a:cubicBezTo>
                      <a:pt x="10549" y="1616"/>
                      <a:pt x="10575" y="1574"/>
                      <a:pt x="10583" y="1557"/>
                    </a:cubicBezTo>
                    <a:cubicBezTo>
                      <a:pt x="10594" y="1546"/>
                      <a:pt x="10604" y="1539"/>
                      <a:pt x="10609" y="1539"/>
                    </a:cubicBezTo>
                    <a:cubicBezTo>
                      <a:pt x="10611" y="1539"/>
                      <a:pt x="10612" y="1542"/>
                      <a:pt x="10609" y="1548"/>
                    </a:cubicBezTo>
                    <a:cubicBezTo>
                      <a:pt x="10619" y="1527"/>
                      <a:pt x="10621" y="1520"/>
                      <a:pt x="10617" y="1520"/>
                    </a:cubicBezTo>
                    <a:cubicBezTo>
                      <a:pt x="10610" y="1520"/>
                      <a:pt x="10578" y="1555"/>
                      <a:pt x="10568" y="1555"/>
                    </a:cubicBezTo>
                    <a:cubicBezTo>
                      <a:pt x="10564" y="1555"/>
                      <a:pt x="10563" y="1551"/>
                      <a:pt x="10566" y="1540"/>
                    </a:cubicBezTo>
                    <a:cubicBezTo>
                      <a:pt x="10583" y="1523"/>
                      <a:pt x="10600" y="1506"/>
                      <a:pt x="10609" y="1489"/>
                    </a:cubicBezTo>
                    <a:lnTo>
                      <a:pt x="10609" y="1489"/>
                    </a:lnTo>
                    <a:cubicBezTo>
                      <a:pt x="10532" y="1548"/>
                      <a:pt x="10532" y="1616"/>
                      <a:pt x="10456" y="1633"/>
                    </a:cubicBezTo>
                    <a:cubicBezTo>
                      <a:pt x="10431" y="1709"/>
                      <a:pt x="10380" y="1777"/>
                      <a:pt x="10313" y="1827"/>
                    </a:cubicBezTo>
                    <a:cubicBezTo>
                      <a:pt x="10315" y="1823"/>
                      <a:pt x="10315" y="1821"/>
                      <a:pt x="10315" y="1821"/>
                    </a:cubicBezTo>
                    <a:lnTo>
                      <a:pt x="10315" y="1821"/>
                    </a:lnTo>
                    <a:cubicBezTo>
                      <a:pt x="10311" y="1821"/>
                      <a:pt x="10279" y="1862"/>
                      <a:pt x="10267" y="1862"/>
                    </a:cubicBezTo>
                    <a:cubicBezTo>
                      <a:pt x="10262" y="1862"/>
                      <a:pt x="10260" y="1857"/>
                      <a:pt x="10262" y="1844"/>
                    </a:cubicBezTo>
                    <a:lnTo>
                      <a:pt x="10262" y="1844"/>
                    </a:lnTo>
                    <a:cubicBezTo>
                      <a:pt x="10252" y="1869"/>
                      <a:pt x="10224" y="1894"/>
                      <a:pt x="10203" y="1916"/>
                    </a:cubicBezTo>
                    <a:lnTo>
                      <a:pt x="10203" y="1916"/>
                    </a:lnTo>
                    <a:cubicBezTo>
                      <a:pt x="10213" y="1907"/>
                      <a:pt x="10225" y="1899"/>
                      <a:pt x="10236" y="1895"/>
                    </a:cubicBezTo>
                    <a:lnTo>
                      <a:pt x="10236" y="1895"/>
                    </a:lnTo>
                    <a:cubicBezTo>
                      <a:pt x="10211" y="1929"/>
                      <a:pt x="10219" y="1946"/>
                      <a:pt x="10186" y="1971"/>
                    </a:cubicBezTo>
                    <a:lnTo>
                      <a:pt x="10177" y="1971"/>
                    </a:lnTo>
                    <a:cubicBezTo>
                      <a:pt x="10152" y="2030"/>
                      <a:pt x="10211" y="2039"/>
                      <a:pt x="10135" y="2115"/>
                    </a:cubicBezTo>
                    <a:cubicBezTo>
                      <a:pt x="10086" y="2168"/>
                      <a:pt x="10062" y="2188"/>
                      <a:pt x="10051" y="2188"/>
                    </a:cubicBezTo>
                    <a:cubicBezTo>
                      <a:pt x="10024" y="2188"/>
                      <a:pt x="10100" y="2047"/>
                      <a:pt x="10079" y="2047"/>
                    </a:cubicBezTo>
                    <a:cubicBezTo>
                      <a:pt x="10078" y="2047"/>
                      <a:pt x="10077" y="2047"/>
                      <a:pt x="10076" y="2047"/>
                    </a:cubicBezTo>
                    <a:cubicBezTo>
                      <a:pt x="10084" y="2064"/>
                      <a:pt x="10000" y="2166"/>
                      <a:pt x="9949" y="2191"/>
                    </a:cubicBezTo>
                    <a:lnTo>
                      <a:pt x="9949" y="2174"/>
                    </a:lnTo>
                    <a:cubicBezTo>
                      <a:pt x="9932" y="2200"/>
                      <a:pt x="9915" y="2234"/>
                      <a:pt x="9881" y="2242"/>
                    </a:cubicBezTo>
                    <a:cubicBezTo>
                      <a:pt x="9890" y="2276"/>
                      <a:pt x="9890" y="2310"/>
                      <a:pt x="9881" y="2343"/>
                    </a:cubicBezTo>
                    <a:lnTo>
                      <a:pt x="9788" y="2428"/>
                    </a:lnTo>
                    <a:lnTo>
                      <a:pt x="9788" y="2428"/>
                    </a:lnTo>
                    <a:lnTo>
                      <a:pt x="9797" y="2403"/>
                    </a:lnTo>
                    <a:lnTo>
                      <a:pt x="9797" y="2403"/>
                    </a:lnTo>
                    <a:cubicBezTo>
                      <a:pt x="9788" y="2428"/>
                      <a:pt x="9763" y="2445"/>
                      <a:pt x="9746" y="2462"/>
                    </a:cubicBezTo>
                    <a:cubicBezTo>
                      <a:pt x="9729" y="2453"/>
                      <a:pt x="9754" y="2437"/>
                      <a:pt x="9780" y="2403"/>
                    </a:cubicBezTo>
                    <a:cubicBezTo>
                      <a:pt x="9754" y="2403"/>
                      <a:pt x="9737" y="2420"/>
                      <a:pt x="9729" y="2453"/>
                    </a:cubicBezTo>
                    <a:lnTo>
                      <a:pt x="9737" y="2445"/>
                    </a:lnTo>
                    <a:lnTo>
                      <a:pt x="9737" y="2445"/>
                    </a:lnTo>
                    <a:cubicBezTo>
                      <a:pt x="9724" y="2465"/>
                      <a:pt x="9677" y="2535"/>
                      <a:pt x="9699" y="2535"/>
                    </a:cubicBezTo>
                    <a:cubicBezTo>
                      <a:pt x="9705" y="2535"/>
                      <a:pt x="9714" y="2531"/>
                      <a:pt x="9729" y="2521"/>
                    </a:cubicBezTo>
                    <a:lnTo>
                      <a:pt x="9729" y="2521"/>
                    </a:lnTo>
                    <a:cubicBezTo>
                      <a:pt x="9687" y="2580"/>
                      <a:pt x="9644" y="2563"/>
                      <a:pt x="9610" y="2606"/>
                    </a:cubicBezTo>
                    <a:cubicBezTo>
                      <a:pt x="9602" y="2589"/>
                      <a:pt x="9627" y="2563"/>
                      <a:pt x="9602" y="2563"/>
                    </a:cubicBezTo>
                    <a:cubicBezTo>
                      <a:pt x="9568" y="2589"/>
                      <a:pt x="9543" y="2614"/>
                      <a:pt x="9517" y="2640"/>
                    </a:cubicBezTo>
                    <a:cubicBezTo>
                      <a:pt x="9523" y="2637"/>
                      <a:pt x="9527" y="2635"/>
                      <a:pt x="9530" y="2635"/>
                    </a:cubicBezTo>
                    <a:cubicBezTo>
                      <a:pt x="9537" y="2635"/>
                      <a:pt x="9534" y="2645"/>
                      <a:pt x="9541" y="2645"/>
                    </a:cubicBezTo>
                    <a:cubicBezTo>
                      <a:pt x="9545" y="2645"/>
                      <a:pt x="9553" y="2641"/>
                      <a:pt x="9568" y="2631"/>
                    </a:cubicBezTo>
                    <a:lnTo>
                      <a:pt x="9568" y="2631"/>
                    </a:lnTo>
                    <a:cubicBezTo>
                      <a:pt x="9560" y="2656"/>
                      <a:pt x="9517" y="2690"/>
                      <a:pt x="9526" y="2699"/>
                    </a:cubicBezTo>
                    <a:cubicBezTo>
                      <a:pt x="9534" y="2682"/>
                      <a:pt x="9551" y="2665"/>
                      <a:pt x="9577" y="2656"/>
                    </a:cubicBezTo>
                    <a:lnTo>
                      <a:pt x="9577" y="2656"/>
                    </a:lnTo>
                    <a:cubicBezTo>
                      <a:pt x="9534" y="2707"/>
                      <a:pt x="9475" y="2750"/>
                      <a:pt x="9424" y="2775"/>
                    </a:cubicBezTo>
                    <a:cubicBezTo>
                      <a:pt x="9424" y="2766"/>
                      <a:pt x="9424" y="2766"/>
                      <a:pt x="9424" y="2758"/>
                    </a:cubicBezTo>
                    <a:cubicBezTo>
                      <a:pt x="9382" y="2834"/>
                      <a:pt x="9280" y="2910"/>
                      <a:pt x="9255" y="2969"/>
                    </a:cubicBezTo>
                    <a:lnTo>
                      <a:pt x="9280" y="2961"/>
                    </a:lnTo>
                    <a:cubicBezTo>
                      <a:pt x="9289" y="2936"/>
                      <a:pt x="9314" y="2919"/>
                      <a:pt x="9340" y="2910"/>
                    </a:cubicBezTo>
                    <a:lnTo>
                      <a:pt x="9340" y="2910"/>
                    </a:lnTo>
                    <a:cubicBezTo>
                      <a:pt x="9319" y="2936"/>
                      <a:pt x="9331" y="2936"/>
                      <a:pt x="9344" y="2936"/>
                    </a:cubicBezTo>
                    <a:cubicBezTo>
                      <a:pt x="9357" y="2936"/>
                      <a:pt x="9369" y="2936"/>
                      <a:pt x="9348" y="2961"/>
                    </a:cubicBezTo>
                    <a:cubicBezTo>
                      <a:pt x="9289" y="3029"/>
                      <a:pt x="9196" y="3054"/>
                      <a:pt x="9179" y="3113"/>
                    </a:cubicBezTo>
                    <a:cubicBezTo>
                      <a:pt x="9255" y="3063"/>
                      <a:pt x="9357" y="3003"/>
                      <a:pt x="9374" y="2969"/>
                    </a:cubicBezTo>
                    <a:lnTo>
                      <a:pt x="9374" y="2969"/>
                    </a:lnTo>
                    <a:lnTo>
                      <a:pt x="9331" y="3003"/>
                    </a:lnTo>
                    <a:lnTo>
                      <a:pt x="9407" y="2885"/>
                    </a:lnTo>
                    <a:cubicBezTo>
                      <a:pt x="9408" y="2885"/>
                      <a:pt x="9408" y="2885"/>
                      <a:pt x="9409" y="2885"/>
                    </a:cubicBezTo>
                    <a:cubicBezTo>
                      <a:pt x="9421" y="2885"/>
                      <a:pt x="9473" y="2823"/>
                      <a:pt x="9495" y="2823"/>
                    </a:cubicBezTo>
                    <a:cubicBezTo>
                      <a:pt x="9497" y="2823"/>
                      <a:pt x="9499" y="2824"/>
                      <a:pt x="9500" y="2826"/>
                    </a:cubicBezTo>
                    <a:cubicBezTo>
                      <a:pt x="9467" y="2860"/>
                      <a:pt x="9441" y="2885"/>
                      <a:pt x="9416" y="2910"/>
                    </a:cubicBezTo>
                    <a:cubicBezTo>
                      <a:pt x="9416" y="2911"/>
                      <a:pt x="9417" y="2911"/>
                      <a:pt x="9418" y="2911"/>
                    </a:cubicBezTo>
                    <a:cubicBezTo>
                      <a:pt x="9433" y="2911"/>
                      <a:pt x="9511" y="2841"/>
                      <a:pt x="9551" y="2809"/>
                    </a:cubicBezTo>
                    <a:lnTo>
                      <a:pt x="9551" y="2809"/>
                    </a:lnTo>
                    <a:lnTo>
                      <a:pt x="9500" y="2843"/>
                    </a:lnTo>
                    <a:cubicBezTo>
                      <a:pt x="9560" y="2758"/>
                      <a:pt x="9670" y="2673"/>
                      <a:pt x="9737" y="2597"/>
                    </a:cubicBezTo>
                    <a:lnTo>
                      <a:pt x="9737" y="2597"/>
                    </a:lnTo>
                    <a:cubicBezTo>
                      <a:pt x="9726" y="2612"/>
                      <a:pt x="9724" y="2618"/>
                      <a:pt x="9728" y="2618"/>
                    </a:cubicBezTo>
                    <a:cubicBezTo>
                      <a:pt x="9738" y="2618"/>
                      <a:pt x="9786" y="2581"/>
                      <a:pt x="9798" y="2581"/>
                    </a:cubicBezTo>
                    <a:cubicBezTo>
                      <a:pt x="9803" y="2581"/>
                      <a:pt x="9803" y="2585"/>
                      <a:pt x="9797" y="2597"/>
                    </a:cubicBezTo>
                    <a:cubicBezTo>
                      <a:pt x="9780" y="2631"/>
                      <a:pt x="9737" y="2640"/>
                      <a:pt x="9754" y="2640"/>
                    </a:cubicBezTo>
                    <a:cubicBezTo>
                      <a:pt x="9756" y="2644"/>
                      <a:pt x="9758" y="2645"/>
                      <a:pt x="9760" y="2645"/>
                    </a:cubicBezTo>
                    <a:cubicBezTo>
                      <a:pt x="9773" y="2645"/>
                      <a:pt x="9802" y="2597"/>
                      <a:pt x="9830" y="2597"/>
                    </a:cubicBezTo>
                    <a:cubicBezTo>
                      <a:pt x="9823" y="2583"/>
                      <a:pt x="9878" y="2524"/>
                      <a:pt x="9856" y="2524"/>
                    </a:cubicBezTo>
                    <a:cubicBezTo>
                      <a:pt x="9853" y="2524"/>
                      <a:pt x="9847" y="2526"/>
                      <a:pt x="9839" y="2530"/>
                    </a:cubicBezTo>
                    <a:cubicBezTo>
                      <a:pt x="9873" y="2513"/>
                      <a:pt x="9915" y="2445"/>
                      <a:pt x="9957" y="2428"/>
                    </a:cubicBezTo>
                    <a:cubicBezTo>
                      <a:pt x="9923" y="2411"/>
                      <a:pt x="10008" y="2352"/>
                      <a:pt x="10008" y="2335"/>
                    </a:cubicBezTo>
                    <a:cubicBezTo>
                      <a:pt x="10025" y="2318"/>
                      <a:pt x="10042" y="2310"/>
                      <a:pt x="10059" y="2310"/>
                    </a:cubicBezTo>
                    <a:cubicBezTo>
                      <a:pt x="10033" y="2343"/>
                      <a:pt x="10008" y="2386"/>
                      <a:pt x="9974" y="2437"/>
                    </a:cubicBezTo>
                    <a:cubicBezTo>
                      <a:pt x="9957" y="2445"/>
                      <a:pt x="9923" y="2470"/>
                      <a:pt x="9940" y="2470"/>
                    </a:cubicBezTo>
                    <a:lnTo>
                      <a:pt x="9940" y="2479"/>
                    </a:lnTo>
                    <a:cubicBezTo>
                      <a:pt x="9881" y="2572"/>
                      <a:pt x="9813" y="2665"/>
                      <a:pt x="9780" y="2707"/>
                    </a:cubicBezTo>
                    <a:lnTo>
                      <a:pt x="9788" y="2682"/>
                    </a:lnTo>
                    <a:lnTo>
                      <a:pt x="9788" y="2682"/>
                    </a:lnTo>
                    <a:cubicBezTo>
                      <a:pt x="9754" y="2758"/>
                      <a:pt x="9661" y="2792"/>
                      <a:pt x="9619" y="2868"/>
                    </a:cubicBezTo>
                    <a:cubicBezTo>
                      <a:pt x="9619" y="2868"/>
                      <a:pt x="9619" y="2860"/>
                      <a:pt x="9616" y="2860"/>
                    </a:cubicBezTo>
                    <a:cubicBezTo>
                      <a:pt x="9615" y="2860"/>
                      <a:pt x="9613" y="2862"/>
                      <a:pt x="9610" y="2868"/>
                    </a:cubicBezTo>
                    <a:cubicBezTo>
                      <a:pt x="9548" y="2912"/>
                      <a:pt x="9532" y="2960"/>
                      <a:pt x="9493" y="2996"/>
                    </a:cubicBezTo>
                    <a:lnTo>
                      <a:pt x="9493" y="2996"/>
                    </a:lnTo>
                    <a:cubicBezTo>
                      <a:pt x="9506" y="2984"/>
                      <a:pt x="9520" y="2973"/>
                      <a:pt x="9534" y="2961"/>
                    </a:cubicBezTo>
                    <a:lnTo>
                      <a:pt x="9534" y="2961"/>
                    </a:lnTo>
                    <a:cubicBezTo>
                      <a:pt x="9517" y="3003"/>
                      <a:pt x="9484" y="3037"/>
                      <a:pt x="9450" y="3063"/>
                    </a:cubicBezTo>
                    <a:lnTo>
                      <a:pt x="9467" y="3088"/>
                    </a:lnTo>
                    <a:cubicBezTo>
                      <a:pt x="9441" y="3147"/>
                      <a:pt x="9374" y="3147"/>
                      <a:pt x="9348" y="3198"/>
                    </a:cubicBezTo>
                    <a:lnTo>
                      <a:pt x="9407" y="3173"/>
                    </a:lnTo>
                    <a:lnTo>
                      <a:pt x="9407" y="3181"/>
                    </a:lnTo>
                    <a:cubicBezTo>
                      <a:pt x="9424" y="3173"/>
                      <a:pt x="9433" y="3156"/>
                      <a:pt x="9441" y="3139"/>
                    </a:cubicBezTo>
                    <a:cubicBezTo>
                      <a:pt x="9478" y="3094"/>
                      <a:pt x="9522" y="3069"/>
                      <a:pt x="9571" y="3069"/>
                    </a:cubicBezTo>
                    <a:cubicBezTo>
                      <a:pt x="9579" y="3069"/>
                      <a:pt x="9586" y="3070"/>
                      <a:pt x="9593" y="3071"/>
                    </a:cubicBezTo>
                    <a:cubicBezTo>
                      <a:pt x="9601" y="3067"/>
                      <a:pt x="9606" y="3065"/>
                      <a:pt x="9609" y="3065"/>
                    </a:cubicBezTo>
                    <a:cubicBezTo>
                      <a:pt x="9626" y="3065"/>
                      <a:pt x="9605" y="3106"/>
                      <a:pt x="9619" y="3113"/>
                    </a:cubicBezTo>
                    <a:cubicBezTo>
                      <a:pt x="9670" y="3071"/>
                      <a:pt x="9644" y="3046"/>
                      <a:pt x="9695" y="2995"/>
                    </a:cubicBezTo>
                    <a:cubicBezTo>
                      <a:pt x="9700" y="2993"/>
                      <a:pt x="9703" y="2993"/>
                      <a:pt x="9706" y="2993"/>
                    </a:cubicBezTo>
                    <a:cubicBezTo>
                      <a:pt x="9712" y="2993"/>
                      <a:pt x="9713" y="2996"/>
                      <a:pt x="9711" y="3000"/>
                    </a:cubicBezTo>
                    <a:lnTo>
                      <a:pt x="9711" y="3000"/>
                    </a:lnTo>
                    <a:lnTo>
                      <a:pt x="9737" y="2961"/>
                    </a:lnTo>
                    <a:cubicBezTo>
                      <a:pt x="9738" y="2961"/>
                      <a:pt x="9738" y="2962"/>
                      <a:pt x="9739" y="2962"/>
                    </a:cubicBezTo>
                    <a:cubicBezTo>
                      <a:pt x="9751" y="2962"/>
                      <a:pt x="9794" y="2930"/>
                      <a:pt x="9805" y="2930"/>
                    </a:cubicBezTo>
                    <a:cubicBezTo>
                      <a:pt x="9810" y="2930"/>
                      <a:pt x="9809" y="2936"/>
                      <a:pt x="9797" y="2953"/>
                    </a:cubicBezTo>
                    <a:lnTo>
                      <a:pt x="9763" y="2986"/>
                    </a:lnTo>
                    <a:cubicBezTo>
                      <a:pt x="9843" y="2943"/>
                      <a:pt x="9961" y="2861"/>
                      <a:pt x="10003" y="2861"/>
                    </a:cubicBezTo>
                    <a:cubicBezTo>
                      <a:pt x="10009" y="2861"/>
                      <a:pt x="10014" y="2863"/>
                      <a:pt x="10016" y="2868"/>
                    </a:cubicBezTo>
                    <a:cubicBezTo>
                      <a:pt x="10059" y="2834"/>
                      <a:pt x="10042" y="2834"/>
                      <a:pt x="10110" y="2783"/>
                    </a:cubicBezTo>
                    <a:cubicBezTo>
                      <a:pt x="10126" y="2741"/>
                      <a:pt x="10076" y="2750"/>
                      <a:pt x="10135" y="2673"/>
                    </a:cubicBezTo>
                    <a:lnTo>
                      <a:pt x="10135" y="2673"/>
                    </a:lnTo>
                    <a:lnTo>
                      <a:pt x="10076" y="2716"/>
                    </a:lnTo>
                    <a:cubicBezTo>
                      <a:pt x="10067" y="2733"/>
                      <a:pt x="10059" y="2741"/>
                      <a:pt x="10050" y="2758"/>
                    </a:cubicBezTo>
                    <a:lnTo>
                      <a:pt x="10110" y="2707"/>
                    </a:lnTo>
                    <a:lnTo>
                      <a:pt x="10110" y="2707"/>
                    </a:lnTo>
                    <a:cubicBezTo>
                      <a:pt x="10076" y="2741"/>
                      <a:pt x="10093" y="2750"/>
                      <a:pt x="10093" y="2775"/>
                    </a:cubicBezTo>
                    <a:cubicBezTo>
                      <a:pt x="10042" y="2817"/>
                      <a:pt x="9974" y="2851"/>
                      <a:pt x="9906" y="2876"/>
                    </a:cubicBezTo>
                    <a:cubicBezTo>
                      <a:pt x="9923" y="2843"/>
                      <a:pt x="9974" y="2800"/>
                      <a:pt x="9932" y="2800"/>
                    </a:cubicBezTo>
                    <a:cubicBezTo>
                      <a:pt x="10000" y="2775"/>
                      <a:pt x="9974" y="2733"/>
                      <a:pt x="10042" y="2707"/>
                    </a:cubicBezTo>
                    <a:lnTo>
                      <a:pt x="10042" y="2724"/>
                    </a:lnTo>
                    <a:cubicBezTo>
                      <a:pt x="10067" y="2665"/>
                      <a:pt x="10093" y="2682"/>
                      <a:pt x="10118" y="2640"/>
                    </a:cubicBezTo>
                    <a:lnTo>
                      <a:pt x="10126" y="2640"/>
                    </a:lnTo>
                    <a:cubicBezTo>
                      <a:pt x="10154" y="2605"/>
                      <a:pt x="10153" y="2600"/>
                      <a:pt x="10147" y="2600"/>
                    </a:cubicBezTo>
                    <a:cubicBezTo>
                      <a:pt x="10145" y="2600"/>
                      <a:pt x="10141" y="2601"/>
                      <a:pt x="10139" y="2601"/>
                    </a:cubicBezTo>
                    <a:cubicBezTo>
                      <a:pt x="10131" y="2601"/>
                      <a:pt x="10126" y="2595"/>
                      <a:pt x="10152" y="2555"/>
                    </a:cubicBezTo>
                    <a:cubicBezTo>
                      <a:pt x="10171" y="2538"/>
                      <a:pt x="10183" y="2532"/>
                      <a:pt x="10192" y="2532"/>
                    </a:cubicBezTo>
                    <a:cubicBezTo>
                      <a:pt x="10212" y="2532"/>
                      <a:pt x="10210" y="2564"/>
                      <a:pt x="10224" y="2564"/>
                    </a:cubicBezTo>
                    <a:cubicBezTo>
                      <a:pt x="10225" y="2564"/>
                      <a:pt x="10227" y="2564"/>
                      <a:pt x="10228" y="2563"/>
                    </a:cubicBezTo>
                    <a:lnTo>
                      <a:pt x="10228" y="2563"/>
                    </a:lnTo>
                    <a:cubicBezTo>
                      <a:pt x="10143" y="2690"/>
                      <a:pt x="10270" y="2597"/>
                      <a:pt x="10160" y="2724"/>
                    </a:cubicBezTo>
                    <a:cubicBezTo>
                      <a:pt x="10166" y="2732"/>
                      <a:pt x="10174" y="2736"/>
                      <a:pt x="10183" y="2736"/>
                    </a:cubicBezTo>
                    <a:cubicBezTo>
                      <a:pt x="10211" y="2736"/>
                      <a:pt x="10253" y="2699"/>
                      <a:pt x="10304" y="2648"/>
                    </a:cubicBezTo>
                    <a:lnTo>
                      <a:pt x="10304" y="2648"/>
                    </a:lnTo>
                    <a:cubicBezTo>
                      <a:pt x="10295" y="2653"/>
                      <a:pt x="10288" y="2656"/>
                      <a:pt x="10283" y="2656"/>
                    </a:cubicBezTo>
                    <a:cubicBezTo>
                      <a:pt x="10261" y="2656"/>
                      <a:pt x="10270" y="2615"/>
                      <a:pt x="10244" y="2615"/>
                    </a:cubicBezTo>
                    <a:cubicBezTo>
                      <a:pt x="10238" y="2615"/>
                      <a:pt x="10230" y="2617"/>
                      <a:pt x="10219" y="2623"/>
                    </a:cubicBezTo>
                    <a:cubicBezTo>
                      <a:pt x="10304" y="2521"/>
                      <a:pt x="10245" y="2470"/>
                      <a:pt x="10372" y="2394"/>
                    </a:cubicBezTo>
                    <a:lnTo>
                      <a:pt x="10372" y="2403"/>
                    </a:lnTo>
                    <a:lnTo>
                      <a:pt x="10397" y="2343"/>
                    </a:lnTo>
                    <a:lnTo>
                      <a:pt x="10465" y="2293"/>
                    </a:lnTo>
                    <a:lnTo>
                      <a:pt x="10465" y="2293"/>
                    </a:lnTo>
                    <a:cubicBezTo>
                      <a:pt x="10456" y="2360"/>
                      <a:pt x="10397" y="2386"/>
                      <a:pt x="10389" y="2428"/>
                    </a:cubicBezTo>
                    <a:lnTo>
                      <a:pt x="10389" y="2428"/>
                    </a:lnTo>
                    <a:cubicBezTo>
                      <a:pt x="10482" y="2386"/>
                      <a:pt x="10456" y="2310"/>
                      <a:pt x="10541" y="2234"/>
                    </a:cubicBezTo>
                    <a:cubicBezTo>
                      <a:pt x="10554" y="2228"/>
                      <a:pt x="10562" y="2226"/>
                      <a:pt x="10567" y="2226"/>
                    </a:cubicBezTo>
                    <a:cubicBezTo>
                      <a:pt x="10603" y="2226"/>
                      <a:pt x="10476" y="2338"/>
                      <a:pt x="10499" y="2360"/>
                    </a:cubicBezTo>
                    <a:cubicBezTo>
                      <a:pt x="10506" y="2340"/>
                      <a:pt x="10552" y="2314"/>
                      <a:pt x="10569" y="2314"/>
                    </a:cubicBezTo>
                    <a:cubicBezTo>
                      <a:pt x="10572" y="2314"/>
                      <a:pt x="10575" y="2315"/>
                      <a:pt x="10575" y="2318"/>
                    </a:cubicBezTo>
                    <a:cubicBezTo>
                      <a:pt x="10482" y="2386"/>
                      <a:pt x="10541" y="2377"/>
                      <a:pt x="10439" y="2453"/>
                    </a:cubicBezTo>
                    <a:cubicBezTo>
                      <a:pt x="10453" y="2433"/>
                      <a:pt x="10453" y="2427"/>
                      <a:pt x="10448" y="2427"/>
                    </a:cubicBezTo>
                    <a:cubicBezTo>
                      <a:pt x="10443" y="2427"/>
                      <a:pt x="10433" y="2432"/>
                      <a:pt x="10427" y="2432"/>
                    </a:cubicBezTo>
                    <a:cubicBezTo>
                      <a:pt x="10424" y="2432"/>
                      <a:pt x="10423" y="2431"/>
                      <a:pt x="10423" y="2428"/>
                    </a:cubicBezTo>
                    <a:cubicBezTo>
                      <a:pt x="10380" y="2487"/>
                      <a:pt x="10329" y="2538"/>
                      <a:pt x="10279" y="2580"/>
                    </a:cubicBezTo>
                    <a:cubicBezTo>
                      <a:pt x="10279" y="2588"/>
                      <a:pt x="10281" y="2591"/>
                      <a:pt x="10286" y="2591"/>
                    </a:cubicBezTo>
                    <a:cubicBezTo>
                      <a:pt x="10303" y="2591"/>
                      <a:pt x="10347" y="2550"/>
                      <a:pt x="10380" y="2530"/>
                    </a:cubicBezTo>
                    <a:cubicBezTo>
                      <a:pt x="10431" y="2437"/>
                      <a:pt x="10541" y="2403"/>
                      <a:pt x="10566" y="2327"/>
                    </a:cubicBezTo>
                    <a:cubicBezTo>
                      <a:pt x="10590" y="2303"/>
                      <a:pt x="10601" y="2295"/>
                      <a:pt x="10606" y="2295"/>
                    </a:cubicBezTo>
                    <a:cubicBezTo>
                      <a:pt x="10617" y="2295"/>
                      <a:pt x="10594" y="2335"/>
                      <a:pt x="10600" y="2335"/>
                    </a:cubicBezTo>
                    <a:cubicBezTo>
                      <a:pt x="10676" y="2284"/>
                      <a:pt x="10609" y="2293"/>
                      <a:pt x="10626" y="2267"/>
                    </a:cubicBezTo>
                    <a:cubicBezTo>
                      <a:pt x="10710" y="2157"/>
                      <a:pt x="10761" y="2174"/>
                      <a:pt x="10829" y="2107"/>
                    </a:cubicBezTo>
                    <a:cubicBezTo>
                      <a:pt x="10913" y="1980"/>
                      <a:pt x="11006" y="1870"/>
                      <a:pt x="11108" y="1768"/>
                    </a:cubicBezTo>
                    <a:cubicBezTo>
                      <a:pt x="11108" y="1783"/>
                      <a:pt x="11114" y="1787"/>
                      <a:pt x="11122" y="1787"/>
                    </a:cubicBezTo>
                    <a:cubicBezTo>
                      <a:pt x="11128" y="1787"/>
                      <a:pt x="11135" y="1785"/>
                      <a:pt x="11142" y="1785"/>
                    </a:cubicBezTo>
                    <a:cubicBezTo>
                      <a:pt x="11142" y="1760"/>
                      <a:pt x="11150" y="1734"/>
                      <a:pt x="11158" y="1709"/>
                    </a:cubicBezTo>
                    <a:cubicBezTo>
                      <a:pt x="11167" y="1684"/>
                      <a:pt x="11192" y="1658"/>
                      <a:pt x="11226" y="1591"/>
                    </a:cubicBezTo>
                    <a:lnTo>
                      <a:pt x="11226" y="1591"/>
                    </a:lnTo>
                    <a:lnTo>
                      <a:pt x="11125" y="1684"/>
                    </a:lnTo>
                    <a:cubicBezTo>
                      <a:pt x="11192" y="1599"/>
                      <a:pt x="11209" y="1514"/>
                      <a:pt x="11294" y="1455"/>
                    </a:cubicBezTo>
                    <a:lnTo>
                      <a:pt x="11294" y="1455"/>
                    </a:lnTo>
                    <a:cubicBezTo>
                      <a:pt x="11275" y="1466"/>
                      <a:pt x="11264" y="1471"/>
                      <a:pt x="11257" y="1471"/>
                    </a:cubicBezTo>
                    <a:cubicBezTo>
                      <a:pt x="11220" y="1471"/>
                      <a:pt x="11365" y="1304"/>
                      <a:pt x="11387" y="1261"/>
                    </a:cubicBezTo>
                    <a:cubicBezTo>
                      <a:pt x="11471" y="1176"/>
                      <a:pt x="11488" y="1108"/>
                      <a:pt x="11556" y="1058"/>
                    </a:cubicBezTo>
                    <a:lnTo>
                      <a:pt x="11556" y="1066"/>
                    </a:lnTo>
                    <a:lnTo>
                      <a:pt x="11658" y="948"/>
                    </a:lnTo>
                    <a:lnTo>
                      <a:pt x="11717" y="948"/>
                    </a:lnTo>
                    <a:cubicBezTo>
                      <a:pt x="11793" y="865"/>
                      <a:pt x="11824" y="793"/>
                      <a:pt x="11805" y="793"/>
                    </a:cubicBezTo>
                    <a:cubicBezTo>
                      <a:pt x="11800" y="793"/>
                      <a:pt x="11794" y="796"/>
                      <a:pt x="11784" y="804"/>
                    </a:cubicBezTo>
                    <a:cubicBezTo>
                      <a:pt x="11878" y="711"/>
                      <a:pt x="11844" y="753"/>
                      <a:pt x="11894" y="728"/>
                    </a:cubicBezTo>
                    <a:lnTo>
                      <a:pt x="11894" y="728"/>
                    </a:lnTo>
                    <a:cubicBezTo>
                      <a:pt x="11878" y="802"/>
                      <a:pt x="11838" y="868"/>
                      <a:pt x="11773" y="910"/>
                    </a:cubicBezTo>
                    <a:lnTo>
                      <a:pt x="11773" y="910"/>
                    </a:lnTo>
                    <a:cubicBezTo>
                      <a:pt x="11786" y="900"/>
                      <a:pt x="11793" y="880"/>
                      <a:pt x="11793" y="880"/>
                    </a:cubicBezTo>
                    <a:lnTo>
                      <a:pt x="11793" y="880"/>
                    </a:lnTo>
                    <a:cubicBezTo>
                      <a:pt x="11690" y="1003"/>
                      <a:pt x="11693" y="1021"/>
                      <a:pt x="11714" y="1021"/>
                    </a:cubicBezTo>
                    <a:cubicBezTo>
                      <a:pt x="11722" y="1021"/>
                      <a:pt x="11733" y="1018"/>
                      <a:pt x="11741" y="1018"/>
                    </a:cubicBezTo>
                    <a:cubicBezTo>
                      <a:pt x="11755" y="1018"/>
                      <a:pt x="11761" y="1026"/>
                      <a:pt x="11734" y="1066"/>
                    </a:cubicBezTo>
                    <a:cubicBezTo>
                      <a:pt x="11793" y="1007"/>
                      <a:pt x="11852" y="939"/>
                      <a:pt x="11903" y="872"/>
                    </a:cubicBezTo>
                    <a:cubicBezTo>
                      <a:pt x="11945" y="795"/>
                      <a:pt x="11987" y="728"/>
                      <a:pt x="12030" y="643"/>
                    </a:cubicBezTo>
                    <a:lnTo>
                      <a:pt x="12030" y="643"/>
                    </a:lnTo>
                    <a:cubicBezTo>
                      <a:pt x="11979" y="728"/>
                      <a:pt x="11911" y="804"/>
                      <a:pt x="11835" y="872"/>
                    </a:cubicBezTo>
                    <a:cubicBezTo>
                      <a:pt x="11894" y="804"/>
                      <a:pt x="11852" y="812"/>
                      <a:pt x="11920" y="753"/>
                    </a:cubicBezTo>
                    <a:lnTo>
                      <a:pt x="11920" y="762"/>
                    </a:lnTo>
                    <a:lnTo>
                      <a:pt x="11945" y="711"/>
                    </a:lnTo>
                    <a:cubicBezTo>
                      <a:pt x="11962" y="694"/>
                      <a:pt x="11979" y="685"/>
                      <a:pt x="11987" y="669"/>
                    </a:cubicBezTo>
                    <a:lnTo>
                      <a:pt x="12013" y="635"/>
                    </a:lnTo>
                    <a:lnTo>
                      <a:pt x="11996" y="635"/>
                    </a:lnTo>
                    <a:cubicBezTo>
                      <a:pt x="11962" y="626"/>
                      <a:pt x="11945" y="618"/>
                      <a:pt x="12038" y="618"/>
                    </a:cubicBezTo>
                    <a:cubicBezTo>
                      <a:pt x="12013" y="616"/>
                      <a:pt x="11994" y="615"/>
                      <a:pt x="11980" y="615"/>
                    </a:cubicBezTo>
                    <a:cubicBezTo>
                      <a:pt x="11922" y="615"/>
                      <a:pt x="11930" y="626"/>
                      <a:pt x="11835" y="626"/>
                    </a:cubicBezTo>
                    <a:lnTo>
                      <a:pt x="11928" y="643"/>
                    </a:lnTo>
                    <a:cubicBezTo>
                      <a:pt x="11954" y="652"/>
                      <a:pt x="12013" y="635"/>
                      <a:pt x="11962" y="677"/>
                    </a:cubicBezTo>
                    <a:lnTo>
                      <a:pt x="11920" y="694"/>
                    </a:lnTo>
                    <a:cubicBezTo>
                      <a:pt x="11920" y="694"/>
                      <a:pt x="11920" y="685"/>
                      <a:pt x="11920" y="685"/>
                    </a:cubicBezTo>
                    <a:lnTo>
                      <a:pt x="11869" y="685"/>
                    </a:lnTo>
                    <a:cubicBezTo>
                      <a:pt x="11844" y="677"/>
                      <a:pt x="11818" y="669"/>
                      <a:pt x="11793" y="669"/>
                    </a:cubicBezTo>
                    <a:lnTo>
                      <a:pt x="11751" y="694"/>
                    </a:lnTo>
                    <a:lnTo>
                      <a:pt x="11658" y="660"/>
                    </a:lnTo>
                    <a:cubicBezTo>
                      <a:pt x="11652" y="666"/>
                      <a:pt x="11639" y="668"/>
                      <a:pt x="11622" y="668"/>
                    </a:cubicBezTo>
                    <a:cubicBezTo>
                      <a:pt x="11590" y="668"/>
                      <a:pt x="11545" y="660"/>
                      <a:pt x="11522" y="660"/>
                    </a:cubicBezTo>
                    <a:cubicBezTo>
                      <a:pt x="11473" y="646"/>
                      <a:pt x="11542" y="614"/>
                      <a:pt x="11466" y="614"/>
                    </a:cubicBezTo>
                    <a:cubicBezTo>
                      <a:pt x="11451" y="614"/>
                      <a:pt x="11431" y="615"/>
                      <a:pt x="11404" y="618"/>
                    </a:cubicBezTo>
                    <a:lnTo>
                      <a:pt x="11412" y="618"/>
                    </a:lnTo>
                    <a:cubicBezTo>
                      <a:pt x="11390" y="620"/>
                      <a:pt x="11368" y="621"/>
                      <a:pt x="11345" y="621"/>
                    </a:cubicBezTo>
                    <a:cubicBezTo>
                      <a:pt x="11291" y="621"/>
                      <a:pt x="11235" y="615"/>
                      <a:pt x="11175" y="609"/>
                    </a:cubicBezTo>
                    <a:cubicBezTo>
                      <a:pt x="11201" y="601"/>
                      <a:pt x="11218" y="601"/>
                      <a:pt x="11243" y="601"/>
                    </a:cubicBezTo>
                    <a:cubicBezTo>
                      <a:pt x="11150" y="592"/>
                      <a:pt x="11065" y="584"/>
                      <a:pt x="10972" y="584"/>
                    </a:cubicBezTo>
                    <a:cubicBezTo>
                      <a:pt x="10956" y="586"/>
                      <a:pt x="10940" y="587"/>
                      <a:pt x="10924" y="587"/>
                    </a:cubicBezTo>
                    <a:cubicBezTo>
                      <a:pt x="10873" y="587"/>
                      <a:pt x="10821" y="576"/>
                      <a:pt x="10769" y="550"/>
                    </a:cubicBezTo>
                    <a:cubicBezTo>
                      <a:pt x="10770" y="549"/>
                      <a:pt x="10772" y="549"/>
                      <a:pt x="10773" y="548"/>
                    </a:cubicBezTo>
                    <a:lnTo>
                      <a:pt x="10773" y="548"/>
                    </a:lnTo>
                    <a:lnTo>
                      <a:pt x="10786" y="550"/>
                    </a:lnTo>
                    <a:cubicBezTo>
                      <a:pt x="10791" y="547"/>
                      <a:pt x="10798" y="544"/>
                      <a:pt x="10807" y="541"/>
                    </a:cubicBezTo>
                    <a:lnTo>
                      <a:pt x="10807" y="541"/>
                    </a:lnTo>
                    <a:cubicBezTo>
                      <a:pt x="10794" y="542"/>
                      <a:pt x="10782" y="544"/>
                      <a:pt x="10773" y="548"/>
                    </a:cubicBezTo>
                    <a:lnTo>
                      <a:pt x="10773" y="548"/>
                    </a:lnTo>
                    <a:lnTo>
                      <a:pt x="10727" y="542"/>
                    </a:lnTo>
                    <a:cubicBezTo>
                      <a:pt x="10702" y="542"/>
                      <a:pt x="10668" y="533"/>
                      <a:pt x="10659" y="533"/>
                    </a:cubicBezTo>
                    <a:cubicBezTo>
                      <a:pt x="10634" y="525"/>
                      <a:pt x="10626" y="525"/>
                      <a:pt x="10659" y="516"/>
                    </a:cubicBezTo>
                    <a:lnTo>
                      <a:pt x="10659" y="516"/>
                    </a:lnTo>
                    <a:lnTo>
                      <a:pt x="10524" y="542"/>
                    </a:lnTo>
                    <a:cubicBezTo>
                      <a:pt x="10524" y="525"/>
                      <a:pt x="10558" y="525"/>
                      <a:pt x="10575" y="516"/>
                    </a:cubicBezTo>
                    <a:lnTo>
                      <a:pt x="10473" y="516"/>
                    </a:lnTo>
                    <a:cubicBezTo>
                      <a:pt x="10389" y="516"/>
                      <a:pt x="10313" y="525"/>
                      <a:pt x="10228" y="542"/>
                    </a:cubicBezTo>
                    <a:cubicBezTo>
                      <a:pt x="10355" y="575"/>
                      <a:pt x="10160" y="567"/>
                      <a:pt x="10169" y="592"/>
                    </a:cubicBezTo>
                    <a:lnTo>
                      <a:pt x="10169" y="592"/>
                    </a:lnTo>
                    <a:cubicBezTo>
                      <a:pt x="10126" y="584"/>
                      <a:pt x="10110" y="516"/>
                      <a:pt x="10219" y="499"/>
                    </a:cubicBezTo>
                    <a:cubicBezTo>
                      <a:pt x="10228" y="505"/>
                      <a:pt x="10241" y="507"/>
                      <a:pt x="10257" y="507"/>
                    </a:cubicBezTo>
                    <a:cubicBezTo>
                      <a:pt x="10288" y="507"/>
                      <a:pt x="10329" y="499"/>
                      <a:pt x="10363" y="499"/>
                    </a:cubicBezTo>
                    <a:cubicBezTo>
                      <a:pt x="10342" y="495"/>
                      <a:pt x="10319" y="493"/>
                      <a:pt x="10296" y="493"/>
                    </a:cubicBezTo>
                    <a:cubicBezTo>
                      <a:pt x="10272" y="493"/>
                      <a:pt x="10249" y="495"/>
                      <a:pt x="10228" y="499"/>
                    </a:cubicBezTo>
                    <a:cubicBezTo>
                      <a:pt x="10270" y="482"/>
                      <a:pt x="10152" y="466"/>
                      <a:pt x="10160" y="457"/>
                    </a:cubicBezTo>
                    <a:cubicBezTo>
                      <a:pt x="10167" y="450"/>
                      <a:pt x="10185" y="427"/>
                      <a:pt x="10227" y="427"/>
                    </a:cubicBezTo>
                    <a:cubicBezTo>
                      <a:pt x="10237" y="427"/>
                      <a:pt x="10249" y="428"/>
                      <a:pt x="10262" y="432"/>
                    </a:cubicBezTo>
                    <a:cubicBezTo>
                      <a:pt x="10355" y="440"/>
                      <a:pt x="10270" y="466"/>
                      <a:pt x="10296" y="466"/>
                    </a:cubicBezTo>
                    <a:cubicBezTo>
                      <a:pt x="10305" y="478"/>
                      <a:pt x="10326" y="481"/>
                      <a:pt x="10352" y="481"/>
                    </a:cubicBezTo>
                    <a:cubicBezTo>
                      <a:pt x="10380" y="481"/>
                      <a:pt x="10413" y="477"/>
                      <a:pt x="10444" y="477"/>
                    </a:cubicBezTo>
                    <a:cubicBezTo>
                      <a:pt x="10461" y="477"/>
                      <a:pt x="10477" y="479"/>
                      <a:pt x="10490" y="482"/>
                    </a:cubicBezTo>
                    <a:cubicBezTo>
                      <a:pt x="10499" y="491"/>
                      <a:pt x="10482" y="491"/>
                      <a:pt x="10465" y="491"/>
                    </a:cubicBezTo>
                    <a:cubicBezTo>
                      <a:pt x="10488" y="491"/>
                      <a:pt x="10519" y="492"/>
                      <a:pt x="10548" y="492"/>
                    </a:cubicBezTo>
                    <a:cubicBezTo>
                      <a:pt x="10590" y="492"/>
                      <a:pt x="10629" y="489"/>
                      <a:pt x="10634" y="474"/>
                    </a:cubicBezTo>
                    <a:lnTo>
                      <a:pt x="10634" y="474"/>
                    </a:lnTo>
                    <a:lnTo>
                      <a:pt x="10507" y="482"/>
                    </a:lnTo>
                    <a:cubicBezTo>
                      <a:pt x="10482" y="474"/>
                      <a:pt x="10549" y="466"/>
                      <a:pt x="10507" y="449"/>
                    </a:cubicBezTo>
                    <a:lnTo>
                      <a:pt x="10507" y="449"/>
                    </a:lnTo>
                    <a:cubicBezTo>
                      <a:pt x="10490" y="453"/>
                      <a:pt x="10473" y="455"/>
                      <a:pt x="10456" y="455"/>
                    </a:cubicBezTo>
                    <a:cubicBezTo>
                      <a:pt x="10439" y="455"/>
                      <a:pt x="10423" y="453"/>
                      <a:pt x="10406" y="449"/>
                    </a:cubicBezTo>
                    <a:lnTo>
                      <a:pt x="10414" y="440"/>
                    </a:lnTo>
                    <a:cubicBezTo>
                      <a:pt x="10338" y="421"/>
                      <a:pt x="10267" y="412"/>
                      <a:pt x="10193" y="412"/>
                    </a:cubicBezTo>
                    <a:cubicBezTo>
                      <a:pt x="10168" y="412"/>
                      <a:pt x="10143" y="413"/>
                      <a:pt x="10118" y="415"/>
                    </a:cubicBezTo>
                    <a:cubicBezTo>
                      <a:pt x="10101" y="466"/>
                      <a:pt x="10050" y="499"/>
                      <a:pt x="10008" y="550"/>
                    </a:cubicBezTo>
                    <a:cubicBezTo>
                      <a:pt x="9873" y="542"/>
                      <a:pt x="9729" y="533"/>
                      <a:pt x="9593" y="516"/>
                    </a:cubicBezTo>
                    <a:cubicBezTo>
                      <a:pt x="9644" y="497"/>
                      <a:pt x="9700" y="488"/>
                      <a:pt x="9756" y="488"/>
                    </a:cubicBezTo>
                    <a:cubicBezTo>
                      <a:pt x="9775" y="488"/>
                      <a:pt x="9794" y="489"/>
                      <a:pt x="9813" y="491"/>
                    </a:cubicBezTo>
                    <a:lnTo>
                      <a:pt x="9771" y="508"/>
                    </a:lnTo>
                    <a:cubicBezTo>
                      <a:pt x="9785" y="510"/>
                      <a:pt x="9798" y="511"/>
                      <a:pt x="9812" y="511"/>
                    </a:cubicBezTo>
                    <a:cubicBezTo>
                      <a:pt x="9848" y="511"/>
                      <a:pt x="9884" y="503"/>
                      <a:pt x="9915" y="491"/>
                    </a:cubicBezTo>
                    <a:cubicBezTo>
                      <a:pt x="9915" y="491"/>
                      <a:pt x="9915" y="499"/>
                      <a:pt x="9932" y="508"/>
                    </a:cubicBezTo>
                    <a:cubicBezTo>
                      <a:pt x="10008" y="508"/>
                      <a:pt x="10042" y="474"/>
                      <a:pt x="10008" y="457"/>
                    </a:cubicBezTo>
                    <a:lnTo>
                      <a:pt x="10008" y="457"/>
                    </a:lnTo>
                    <a:lnTo>
                      <a:pt x="9983" y="466"/>
                    </a:lnTo>
                    <a:lnTo>
                      <a:pt x="9932" y="432"/>
                    </a:lnTo>
                    <a:cubicBezTo>
                      <a:pt x="9925" y="453"/>
                      <a:pt x="9897" y="458"/>
                      <a:pt x="9860" y="458"/>
                    </a:cubicBezTo>
                    <a:cubicBezTo>
                      <a:pt x="9824" y="458"/>
                      <a:pt x="9780" y="453"/>
                      <a:pt x="9739" y="453"/>
                    </a:cubicBezTo>
                    <a:cubicBezTo>
                      <a:pt x="9721" y="453"/>
                      <a:pt x="9702" y="454"/>
                      <a:pt x="9687" y="457"/>
                    </a:cubicBezTo>
                    <a:cubicBezTo>
                      <a:pt x="9730" y="445"/>
                      <a:pt x="9768" y="419"/>
                      <a:pt x="9812" y="419"/>
                    </a:cubicBezTo>
                    <a:cubicBezTo>
                      <a:pt x="9829" y="419"/>
                      <a:pt x="9846" y="422"/>
                      <a:pt x="9864" y="432"/>
                    </a:cubicBezTo>
                    <a:lnTo>
                      <a:pt x="9856" y="406"/>
                    </a:lnTo>
                    <a:cubicBezTo>
                      <a:pt x="9899" y="406"/>
                      <a:pt x="9937" y="424"/>
                      <a:pt x="9968" y="424"/>
                    </a:cubicBezTo>
                    <a:cubicBezTo>
                      <a:pt x="9980" y="424"/>
                      <a:pt x="9990" y="422"/>
                      <a:pt x="10000" y="415"/>
                    </a:cubicBezTo>
                    <a:lnTo>
                      <a:pt x="9932" y="415"/>
                    </a:lnTo>
                    <a:lnTo>
                      <a:pt x="9932" y="398"/>
                    </a:lnTo>
                    <a:cubicBezTo>
                      <a:pt x="9906" y="402"/>
                      <a:pt x="9879" y="404"/>
                      <a:pt x="9852" y="404"/>
                    </a:cubicBezTo>
                    <a:cubicBezTo>
                      <a:pt x="9824" y="404"/>
                      <a:pt x="9797" y="402"/>
                      <a:pt x="9771" y="398"/>
                    </a:cubicBezTo>
                    <a:cubicBezTo>
                      <a:pt x="9732" y="420"/>
                      <a:pt x="9688" y="432"/>
                      <a:pt x="9644" y="432"/>
                    </a:cubicBezTo>
                    <a:cubicBezTo>
                      <a:pt x="9622" y="432"/>
                      <a:pt x="9599" y="429"/>
                      <a:pt x="9577" y="423"/>
                    </a:cubicBezTo>
                    <a:cubicBezTo>
                      <a:pt x="9561" y="432"/>
                      <a:pt x="9543" y="435"/>
                      <a:pt x="9525" y="435"/>
                    </a:cubicBezTo>
                    <a:cubicBezTo>
                      <a:pt x="9460" y="435"/>
                      <a:pt x="9384" y="396"/>
                      <a:pt x="9339" y="396"/>
                    </a:cubicBezTo>
                    <a:cubicBezTo>
                      <a:pt x="9333" y="396"/>
                      <a:pt x="9328" y="396"/>
                      <a:pt x="9323" y="398"/>
                    </a:cubicBezTo>
                    <a:cubicBezTo>
                      <a:pt x="9280" y="440"/>
                      <a:pt x="9441" y="423"/>
                      <a:pt x="9475" y="449"/>
                    </a:cubicBezTo>
                    <a:cubicBezTo>
                      <a:pt x="9460" y="454"/>
                      <a:pt x="9446" y="455"/>
                      <a:pt x="9434" y="455"/>
                    </a:cubicBezTo>
                    <a:cubicBezTo>
                      <a:pt x="9421" y="455"/>
                      <a:pt x="9412" y="453"/>
                      <a:pt x="9407" y="453"/>
                    </a:cubicBezTo>
                    <a:cubicBezTo>
                      <a:pt x="9401" y="453"/>
                      <a:pt x="9403" y="456"/>
                      <a:pt x="9416" y="466"/>
                    </a:cubicBezTo>
                    <a:cubicBezTo>
                      <a:pt x="9402" y="468"/>
                      <a:pt x="9390" y="469"/>
                      <a:pt x="9381" y="469"/>
                    </a:cubicBezTo>
                    <a:cubicBezTo>
                      <a:pt x="9330" y="469"/>
                      <a:pt x="9337" y="442"/>
                      <a:pt x="9302" y="442"/>
                    </a:cubicBezTo>
                    <a:cubicBezTo>
                      <a:pt x="9293" y="442"/>
                      <a:pt x="9280" y="444"/>
                      <a:pt x="9264" y="449"/>
                    </a:cubicBezTo>
                    <a:lnTo>
                      <a:pt x="9314" y="466"/>
                    </a:lnTo>
                    <a:cubicBezTo>
                      <a:pt x="9293" y="474"/>
                      <a:pt x="9266" y="474"/>
                      <a:pt x="9239" y="474"/>
                    </a:cubicBezTo>
                    <a:cubicBezTo>
                      <a:pt x="9213" y="474"/>
                      <a:pt x="9187" y="474"/>
                      <a:pt x="9171" y="482"/>
                    </a:cubicBezTo>
                    <a:cubicBezTo>
                      <a:pt x="9166" y="499"/>
                      <a:pt x="9181" y="501"/>
                      <a:pt x="9206" y="501"/>
                    </a:cubicBezTo>
                    <a:cubicBezTo>
                      <a:pt x="9215" y="501"/>
                      <a:pt x="9225" y="501"/>
                      <a:pt x="9235" y="501"/>
                    </a:cubicBezTo>
                    <a:cubicBezTo>
                      <a:pt x="9256" y="501"/>
                      <a:pt x="9280" y="502"/>
                      <a:pt x="9306" y="508"/>
                    </a:cubicBezTo>
                    <a:lnTo>
                      <a:pt x="9272" y="525"/>
                    </a:lnTo>
                    <a:lnTo>
                      <a:pt x="9424" y="508"/>
                    </a:lnTo>
                    <a:cubicBezTo>
                      <a:pt x="9475" y="474"/>
                      <a:pt x="9433" y="466"/>
                      <a:pt x="9534" y="449"/>
                    </a:cubicBezTo>
                    <a:cubicBezTo>
                      <a:pt x="9577" y="474"/>
                      <a:pt x="9602" y="525"/>
                      <a:pt x="9577" y="550"/>
                    </a:cubicBezTo>
                    <a:cubicBezTo>
                      <a:pt x="9543" y="533"/>
                      <a:pt x="9475" y="542"/>
                      <a:pt x="9475" y="516"/>
                    </a:cubicBezTo>
                    <a:cubicBezTo>
                      <a:pt x="9433" y="542"/>
                      <a:pt x="9306" y="550"/>
                      <a:pt x="9331" y="584"/>
                    </a:cubicBezTo>
                    <a:lnTo>
                      <a:pt x="9314" y="584"/>
                    </a:lnTo>
                    <a:cubicBezTo>
                      <a:pt x="9230" y="533"/>
                      <a:pt x="9137" y="508"/>
                      <a:pt x="9044" y="499"/>
                    </a:cubicBezTo>
                    <a:cubicBezTo>
                      <a:pt x="9018" y="499"/>
                      <a:pt x="9018" y="516"/>
                      <a:pt x="9018" y="542"/>
                    </a:cubicBezTo>
                    <a:cubicBezTo>
                      <a:pt x="8993" y="533"/>
                      <a:pt x="8967" y="525"/>
                      <a:pt x="8934" y="525"/>
                    </a:cubicBezTo>
                    <a:cubicBezTo>
                      <a:pt x="8959" y="508"/>
                      <a:pt x="8984" y="499"/>
                      <a:pt x="9010" y="499"/>
                    </a:cubicBezTo>
                    <a:lnTo>
                      <a:pt x="8798" y="474"/>
                    </a:lnTo>
                    <a:lnTo>
                      <a:pt x="8815" y="457"/>
                    </a:lnTo>
                    <a:lnTo>
                      <a:pt x="8731" y="474"/>
                    </a:lnTo>
                    <a:cubicBezTo>
                      <a:pt x="8781" y="474"/>
                      <a:pt x="8858" y="482"/>
                      <a:pt x="8841" y="508"/>
                    </a:cubicBezTo>
                    <a:cubicBezTo>
                      <a:pt x="8825" y="509"/>
                      <a:pt x="8810" y="510"/>
                      <a:pt x="8797" y="510"/>
                    </a:cubicBezTo>
                    <a:cubicBezTo>
                      <a:pt x="8754" y="510"/>
                      <a:pt x="8720" y="505"/>
                      <a:pt x="8685" y="505"/>
                    </a:cubicBezTo>
                    <a:cubicBezTo>
                      <a:pt x="8660" y="505"/>
                      <a:pt x="8634" y="507"/>
                      <a:pt x="8604" y="516"/>
                    </a:cubicBezTo>
                    <a:cubicBezTo>
                      <a:pt x="8604" y="466"/>
                      <a:pt x="8570" y="457"/>
                      <a:pt x="8604" y="432"/>
                    </a:cubicBezTo>
                    <a:lnTo>
                      <a:pt x="8612" y="432"/>
                    </a:lnTo>
                    <a:cubicBezTo>
                      <a:pt x="8654" y="398"/>
                      <a:pt x="8714" y="381"/>
                      <a:pt x="8764" y="381"/>
                    </a:cubicBezTo>
                    <a:cubicBezTo>
                      <a:pt x="8587" y="347"/>
                      <a:pt x="8629" y="372"/>
                      <a:pt x="8477" y="347"/>
                    </a:cubicBezTo>
                    <a:cubicBezTo>
                      <a:pt x="8460" y="322"/>
                      <a:pt x="8621" y="330"/>
                      <a:pt x="8587" y="305"/>
                    </a:cubicBezTo>
                    <a:lnTo>
                      <a:pt x="8587" y="305"/>
                    </a:lnTo>
                    <a:lnTo>
                      <a:pt x="8731" y="330"/>
                    </a:lnTo>
                    <a:cubicBezTo>
                      <a:pt x="8722" y="330"/>
                      <a:pt x="8705" y="330"/>
                      <a:pt x="8688" y="339"/>
                    </a:cubicBezTo>
                    <a:cubicBezTo>
                      <a:pt x="8705" y="337"/>
                      <a:pt x="8721" y="337"/>
                      <a:pt x="8734" y="337"/>
                    </a:cubicBezTo>
                    <a:cubicBezTo>
                      <a:pt x="8778" y="337"/>
                      <a:pt x="8808" y="342"/>
                      <a:pt x="8838" y="342"/>
                    </a:cubicBezTo>
                    <a:cubicBezTo>
                      <a:pt x="8860" y="342"/>
                      <a:pt x="8881" y="339"/>
                      <a:pt x="8908" y="330"/>
                    </a:cubicBezTo>
                    <a:lnTo>
                      <a:pt x="8908" y="330"/>
                    </a:lnTo>
                    <a:cubicBezTo>
                      <a:pt x="8959" y="347"/>
                      <a:pt x="8832" y="347"/>
                      <a:pt x="8883" y="356"/>
                    </a:cubicBezTo>
                    <a:cubicBezTo>
                      <a:pt x="8841" y="356"/>
                      <a:pt x="8798" y="372"/>
                      <a:pt x="8773" y="406"/>
                    </a:cubicBezTo>
                    <a:cubicBezTo>
                      <a:pt x="8789" y="409"/>
                      <a:pt x="8801" y="410"/>
                      <a:pt x="8812" y="410"/>
                    </a:cubicBezTo>
                    <a:cubicBezTo>
                      <a:pt x="8874" y="410"/>
                      <a:pt x="8855" y="372"/>
                      <a:pt x="8942" y="372"/>
                    </a:cubicBezTo>
                    <a:lnTo>
                      <a:pt x="9010" y="398"/>
                    </a:lnTo>
                    <a:cubicBezTo>
                      <a:pt x="9061" y="398"/>
                      <a:pt x="8993" y="381"/>
                      <a:pt x="8993" y="372"/>
                    </a:cubicBezTo>
                    <a:cubicBezTo>
                      <a:pt x="9035" y="372"/>
                      <a:pt x="9077" y="381"/>
                      <a:pt x="9111" y="398"/>
                    </a:cubicBezTo>
                    <a:cubicBezTo>
                      <a:pt x="9103" y="389"/>
                      <a:pt x="9069" y="381"/>
                      <a:pt x="9077" y="364"/>
                    </a:cubicBezTo>
                    <a:lnTo>
                      <a:pt x="9077" y="364"/>
                    </a:lnTo>
                    <a:cubicBezTo>
                      <a:pt x="9143" y="397"/>
                      <a:pt x="9209" y="382"/>
                      <a:pt x="9274" y="427"/>
                    </a:cubicBezTo>
                    <a:lnTo>
                      <a:pt x="9274" y="427"/>
                    </a:lnTo>
                    <a:cubicBezTo>
                      <a:pt x="9248" y="403"/>
                      <a:pt x="9325" y="381"/>
                      <a:pt x="9357" y="381"/>
                    </a:cubicBezTo>
                    <a:lnTo>
                      <a:pt x="9221" y="330"/>
                    </a:lnTo>
                    <a:cubicBezTo>
                      <a:pt x="9084" y="330"/>
                      <a:pt x="8989" y="312"/>
                      <a:pt x="8848" y="312"/>
                    </a:cubicBezTo>
                    <a:cubicBezTo>
                      <a:pt x="8824" y="312"/>
                      <a:pt x="8800" y="312"/>
                      <a:pt x="8773" y="313"/>
                    </a:cubicBezTo>
                    <a:lnTo>
                      <a:pt x="8790" y="296"/>
                    </a:lnTo>
                    <a:cubicBezTo>
                      <a:pt x="8730" y="282"/>
                      <a:pt x="8685" y="276"/>
                      <a:pt x="8648" y="276"/>
                    </a:cubicBezTo>
                    <a:cubicBezTo>
                      <a:pt x="8524" y="276"/>
                      <a:pt x="8498" y="340"/>
                      <a:pt x="8350" y="340"/>
                    </a:cubicBezTo>
                    <a:cubicBezTo>
                      <a:pt x="8337" y="340"/>
                      <a:pt x="8323" y="340"/>
                      <a:pt x="8308" y="339"/>
                    </a:cubicBezTo>
                    <a:cubicBezTo>
                      <a:pt x="8303" y="317"/>
                      <a:pt x="8274" y="317"/>
                      <a:pt x="8247" y="317"/>
                    </a:cubicBezTo>
                    <a:cubicBezTo>
                      <a:pt x="8221" y="317"/>
                      <a:pt x="8198" y="317"/>
                      <a:pt x="8206" y="296"/>
                    </a:cubicBezTo>
                    <a:lnTo>
                      <a:pt x="8206" y="296"/>
                    </a:lnTo>
                    <a:cubicBezTo>
                      <a:pt x="8219" y="298"/>
                      <a:pt x="8228" y="299"/>
                      <a:pt x="8236" y="299"/>
                    </a:cubicBezTo>
                    <a:cubicBezTo>
                      <a:pt x="8270" y="299"/>
                      <a:pt x="8262" y="285"/>
                      <a:pt x="8248" y="271"/>
                    </a:cubicBezTo>
                    <a:lnTo>
                      <a:pt x="8248" y="271"/>
                    </a:lnTo>
                    <a:cubicBezTo>
                      <a:pt x="8216" y="287"/>
                      <a:pt x="8179" y="297"/>
                      <a:pt x="8144" y="297"/>
                    </a:cubicBezTo>
                    <a:cubicBezTo>
                      <a:pt x="8125" y="297"/>
                      <a:pt x="8106" y="294"/>
                      <a:pt x="8088" y="288"/>
                    </a:cubicBezTo>
                    <a:cubicBezTo>
                      <a:pt x="8113" y="271"/>
                      <a:pt x="8045" y="246"/>
                      <a:pt x="8130" y="246"/>
                    </a:cubicBezTo>
                    <a:cubicBezTo>
                      <a:pt x="8098" y="239"/>
                      <a:pt x="8065" y="234"/>
                      <a:pt x="8032" y="234"/>
                    </a:cubicBezTo>
                    <a:cubicBezTo>
                      <a:pt x="7985" y="234"/>
                      <a:pt x="7938" y="243"/>
                      <a:pt x="7893" y="262"/>
                    </a:cubicBezTo>
                    <a:cubicBezTo>
                      <a:pt x="7873" y="264"/>
                      <a:pt x="7857" y="265"/>
                      <a:pt x="7844" y="265"/>
                    </a:cubicBezTo>
                    <a:cubicBezTo>
                      <a:pt x="7747" y="265"/>
                      <a:pt x="7812" y="219"/>
                      <a:pt x="7693" y="219"/>
                    </a:cubicBezTo>
                    <a:cubicBezTo>
                      <a:pt x="7685" y="219"/>
                      <a:pt x="7675" y="220"/>
                      <a:pt x="7665" y="220"/>
                    </a:cubicBezTo>
                    <a:lnTo>
                      <a:pt x="7690" y="212"/>
                    </a:lnTo>
                    <a:lnTo>
                      <a:pt x="7580" y="212"/>
                    </a:lnTo>
                    <a:lnTo>
                      <a:pt x="7614" y="229"/>
                    </a:lnTo>
                    <a:lnTo>
                      <a:pt x="7487" y="246"/>
                    </a:lnTo>
                    <a:cubicBezTo>
                      <a:pt x="7394" y="262"/>
                      <a:pt x="7512" y="271"/>
                      <a:pt x="7504" y="288"/>
                    </a:cubicBezTo>
                    <a:lnTo>
                      <a:pt x="7529" y="262"/>
                    </a:lnTo>
                    <a:cubicBezTo>
                      <a:pt x="7541" y="264"/>
                      <a:pt x="7554" y="265"/>
                      <a:pt x="7568" y="265"/>
                    </a:cubicBezTo>
                    <a:cubicBezTo>
                      <a:pt x="7592" y="265"/>
                      <a:pt x="7618" y="263"/>
                      <a:pt x="7638" y="263"/>
                    </a:cubicBezTo>
                    <a:cubicBezTo>
                      <a:pt x="7657" y="263"/>
                      <a:pt x="7670" y="265"/>
                      <a:pt x="7673" y="271"/>
                    </a:cubicBezTo>
                    <a:cubicBezTo>
                      <a:pt x="7580" y="271"/>
                      <a:pt x="7606" y="296"/>
                      <a:pt x="7563" y="305"/>
                    </a:cubicBezTo>
                    <a:lnTo>
                      <a:pt x="7648" y="296"/>
                    </a:lnTo>
                    <a:lnTo>
                      <a:pt x="7673" y="322"/>
                    </a:lnTo>
                    <a:cubicBezTo>
                      <a:pt x="7707" y="330"/>
                      <a:pt x="7741" y="334"/>
                      <a:pt x="7774" y="334"/>
                    </a:cubicBezTo>
                    <a:cubicBezTo>
                      <a:pt x="7806" y="334"/>
                      <a:pt x="7838" y="330"/>
                      <a:pt x="7868" y="322"/>
                    </a:cubicBezTo>
                    <a:cubicBezTo>
                      <a:pt x="7864" y="320"/>
                      <a:pt x="7860" y="320"/>
                      <a:pt x="7856" y="320"/>
                    </a:cubicBezTo>
                    <a:cubicBezTo>
                      <a:pt x="7841" y="320"/>
                      <a:pt x="7826" y="328"/>
                      <a:pt x="7808" y="328"/>
                    </a:cubicBezTo>
                    <a:cubicBezTo>
                      <a:pt x="7800" y="328"/>
                      <a:pt x="7792" y="326"/>
                      <a:pt x="7783" y="322"/>
                    </a:cubicBezTo>
                    <a:cubicBezTo>
                      <a:pt x="7846" y="301"/>
                      <a:pt x="7914" y="286"/>
                      <a:pt x="7984" y="286"/>
                    </a:cubicBezTo>
                    <a:cubicBezTo>
                      <a:pt x="7999" y="286"/>
                      <a:pt x="8014" y="286"/>
                      <a:pt x="8029" y="288"/>
                    </a:cubicBezTo>
                    <a:cubicBezTo>
                      <a:pt x="8037" y="296"/>
                      <a:pt x="8054" y="305"/>
                      <a:pt x="8054" y="305"/>
                    </a:cubicBezTo>
                    <a:lnTo>
                      <a:pt x="8020" y="305"/>
                    </a:lnTo>
                    <a:cubicBezTo>
                      <a:pt x="8029" y="322"/>
                      <a:pt x="7969" y="330"/>
                      <a:pt x="8062" y="347"/>
                    </a:cubicBezTo>
                    <a:cubicBezTo>
                      <a:pt x="8029" y="372"/>
                      <a:pt x="7961" y="406"/>
                      <a:pt x="7961" y="415"/>
                    </a:cubicBezTo>
                    <a:cubicBezTo>
                      <a:pt x="7943" y="417"/>
                      <a:pt x="7926" y="418"/>
                      <a:pt x="7909" y="418"/>
                    </a:cubicBezTo>
                    <a:cubicBezTo>
                      <a:pt x="7867" y="418"/>
                      <a:pt x="7825" y="412"/>
                      <a:pt x="7783" y="406"/>
                    </a:cubicBezTo>
                    <a:lnTo>
                      <a:pt x="7783" y="398"/>
                    </a:lnTo>
                    <a:cubicBezTo>
                      <a:pt x="7770" y="396"/>
                      <a:pt x="7755" y="395"/>
                      <a:pt x="7738" y="395"/>
                    </a:cubicBezTo>
                    <a:cubicBezTo>
                      <a:pt x="7721" y="395"/>
                      <a:pt x="7704" y="396"/>
                      <a:pt x="7688" y="396"/>
                    </a:cubicBezTo>
                    <a:cubicBezTo>
                      <a:pt x="7656" y="396"/>
                      <a:pt x="7631" y="394"/>
                      <a:pt x="7631" y="381"/>
                    </a:cubicBezTo>
                    <a:cubicBezTo>
                      <a:pt x="7597" y="389"/>
                      <a:pt x="7521" y="389"/>
                      <a:pt x="7597" y="406"/>
                    </a:cubicBezTo>
                    <a:lnTo>
                      <a:pt x="7462" y="406"/>
                    </a:lnTo>
                    <a:cubicBezTo>
                      <a:pt x="7487" y="364"/>
                      <a:pt x="7360" y="347"/>
                      <a:pt x="7496" y="322"/>
                    </a:cubicBezTo>
                    <a:lnTo>
                      <a:pt x="7413" y="322"/>
                    </a:lnTo>
                    <a:cubicBezTo>
                      <a:pt x="7441" y="295"/>
                      <a:pt x="7379" y="287"/>
                      <a:pt x="7309" y="279"/>
                    </a:cubicBezTo>
                    <a:lnTo>
                      <a:pt x="7293" y="305"/>
                    </a:lnTo>
                    <a:cubicBezTo>
                      <a:pt x="7233" y="279"/>
                      <a:pt x="7174" y="262"/>
                      <a:pt x="7106" y="262"/>
                    </a:cubicBezTo>
                    <a:lnTo>
                      <a:pt x="6903" y="347"/>
                    </a:lnTo>
                    <a:lnTo>
                      <a:pt x="6844" y="347"/>
                    </a:lnTo>
                    <a:cubicBezTo>
                      <a:pt x="6827" y="330"/>
                      <a:pt x="6734" y="330"/>
                      <a:pt x="6768" y="305"/>
                    </a:cubicBezTo>
                    <a:cubicBezTo>
                      <a:pt x="6768" y="299"/>
                      <a:pt x="6781" y="293"/>
                      <a:pt x="6800" y="293"/>
                    </a:cubicBezTo>
                    <a:cubicBezTo>
                      <a:pt x="6808" y="293"/>
                      <a:pt x="6817" y="294"/>
                      <a:pt x="6827" y="296"/>
                    </a:cubicBezTo>
                    <a:cubicBezTo>
                      <a:pt x="6827" y="305"/>
                      <a:pt x="6827" y="305"/>
                      <a:pt x="6827" y="305"/>
                    </a:cubicBezTo>
                    <a:cubicBezTo>
                      <a:pt x="6844" y="288"/>
                      <a:pt x="6853" y="271"/>
                      <a:pt x="6802" y="254"/>
                    </a:cubicBezTo>
                    <a:lnTo>
                      <a:pt x="6802" y="254"/>
                    </a:lnTo>
                    <a:cubicBezTo>
                      <a:pt x="6815" y="258"/>
                      <a:pt x="6829" y="260"/>
                      <a:pt x="6844" y="260"/>
                    </a:cubicBezTo>
                    <a:cubicBezTo>
                      <a:pt x="6859" y="260"/>
                      <a:pt x="6874" y="258"/>
                      <a:pt x="6886" y="254"/>
                    </a:cubicBezTo>
                    <a:lnTo>
                      <a:pt x="6844" y="246"/>
                    </a:lnTo>
                    <a:cubicBezTo>
                      <a:pt x="6920" y="246"/>
                      <a:pt x="7022" y="212"/>
                      <a:pt x="7022" y="195"/>
                    </a:cubicBezTo>
                    <a:lnTo>
                      <a:pt x="7022" y="195"/>
                    </a:lnTo>
                    <a:cubicBezTo>
                      <a:pt x="7015" y="202"/>
                      <a:pt x="7007" y="204"/>
                      <a:pt x="6999" y="204"/>
                    </a:cubicBezTo>
                    <a:cubicBezTo>
                      <a:pt x="6975" y="204"/>
                      <a:pt x="6945" y="184"/>
                      <a:pt x="6920" y="178"/>
                    </a:cubicBezTo>
                    <a:cubicBezTo>
                      <a:pt x="6946" y="178"/>
                      <a:pt x="7013" y="161"/>
                      <a:pt x="6963" y="153"/>
                    </a:cubicBezTo>
                    <a:lnTo>
                      <a:pt x="6963" y="153"/>
                    </a:lnTo>
                    <a:cubicBezTo>
                      <a:pt x="6946" y="169"/>
                      <a:pt x="6819" y="178"/>
                      <a:pt x="6903" y="195"/>
                    </a:cubicBezTo>
                    <a:cubicBezTo>
                      <a:pt x="6882" y="199"/>
                      <a:pt x="6861" y="201"/>
                      <a:pt x="6839" y="201"/>
                    </a:cubicBezTo>
                    <a:cubicBezTo>
                      <a:pt x="6817" y="201"/>
                      <a:pt x="6793" y="199"/>
                      <a:pt x="6768" y="195"/>
                    </a:cubicBezTo>
                    <a:cubicBezTo>
                      <a:pt x="6819" y="186"/>
                      <a:pt x="6793" y="169"/>
                      <a:pt x="6802" y="153"/>
                    </a:cubicBezTo>
                    <a:cubicBezTo>
                      <a:pt x="6777" y="153"/>
                      <a:pt x="6760" y="178"/>
                      <a:pt x="6751" y="195"/>
                    </a:cubicBezTo>
                    <a:cubicBezTo>
                      <a:pt x="6633" y="163"/>
                      <a:pt x="6580" y="109"/>
                      <a:pt x="6450" y="109"/>
                    </a:cubicBezTo>
                    <a:cubicBezTo>
                      <a:pt x="6441" y="109"/>
                      <a:pt x="6431" y="110"/>
                      <a:pt x="6421" y="110"/>
                    </a:cubicBezTo>
                    <a:cubicBezTo>
                      <a:pt x="6404" y="119"/>
                      <a:pt x="6514" y="110"/>
                      <a:pt x="6497" y="127"/>
                    </a:cubicBezTo>
                    <a:cubicBezTo>
                      <a:pt x="6477" y="133"/>
                      <a:pt x="6460" y="136"/>
                      <a:pt x="6444" y="136"/>
                    </a:cubicBezTo>
                    <a:cubicBezTo>
                      <a:pt x="6380" y="136"/>
                      <a:pt x="6349" y="93"/>
                      <a:pt x="6283" y="93"/>
                    </a:cubicBezTo>
                    <a:cubicBezTo>
                      <a:pt x="6279" y="93"/>
                      <a:pt x="6274" y="93"/>
                      <a:pt x="6269" y="93"/>
                    </a:cubicBezTo>
                    <a:lnTo>
                      <a:pt x="6286" y="127"/>
                    </a:lnTo>
                    <a:lnTo>
                      <a:pt x="6151" y="127"/>
                    </a:lnTo>
                    <a:cubicBezTo>
                      <a:pt x="6142" y="119"/>
                      <a:pt x="6049" y="76"/>
                      <a:pt x="6125" y="76"/>
                    </a:cubicBezTo>
                    <a:cubicBezTo>
                      <a:pt x="6102" y="71"/>
                      <a:pt x="6082" y="69"/>
                      <a:pt x="6065" y="69"/>
                    </a:cubicBezTo>
                    <a:cubicBezTo>
                      <a:pt x="5976" y="69"/>
                      <a:pt x="5953" y="123"/>
                      <a:pt x="5849" y="123"/>
                    </a:cubicBezTo>
                    <a:cubicBezTo>
                      <a:pt x="5833" y="123"/>
                      <a:pt x="5815" y="122"/>
                      <a:pt x="5795" y="119"/>
                    </a:cubicBezTo>
                    <a:lnTo>
                      <a:pt x="5795" y="119"/>
                    </a:lnTo>
                    <a:cubicBezTo>
                      <a:pt x="5846" y="127"/>
                      <a:pt x="5897" y="136"/>
                      <a:pt x="5956" y="136"/>
                    </a:cubicBezTo>
                    <a:cubicBezTo>
                      <a:pt x="5880" y="153"/>
                      <a:pt x="5939" y="153"/>
                      <a:pt x="5931" y="178"/>
                    </a:cubicBezTo>
                    <a:cubicBezTo>
                      <a:pt x="5888" y="153"/>
                      <a:pt x="5753" y="161"/>
                      <a:pt x="5846" y="136"/>
                    </a:cubicBezTo>
                    <a:cubicBezTo>
                      <a:pt x="5812" y="131"/>
                      <a:pt x="5778" y="129"/>
                      <a:pt x="5746" y="129"/>
                    </a:cubicBezTo>
                    <a:cubicBezTo>
                      <a:pt x="5713" y="129"/>
                      <a:pt x="5681" y="131"/>
                      <a:pt x="5651" y="136"/>
                    </a:cubicBezTo>
                    <a:lnTo>
                      <a:pt x="5694" y="153"/>
                    </a:lnTo>
                    <a:cubicBezTo>
                      <a:pt x="5682" y="151"/>
                      <a:pt x="5670" y="150"/>
                      <a:pt x="5658" y="150"/>
                    </a:cubicBezTo>
                    <a:cubicBezTo>
                      <a:pt x="5602" y="150"/>
                      <a:pt x="5548" y="165"/>
                      <a:pt x="5499" y="186"/>
                    </a:cubicBezTo>
                    <a:cubicBezTo>
                      <a:pt x="5584" y="186"/>
                      <a:pt x="5598" y="157"/>
                      <a:pt x="5674" y="157"/>
                    </a:cubicBezTo>
                    <a:cubicBezTo>
                      <a:pt x="5689" y="157"/>
                      <a:pt x="5706" y="158"/>
                      <a:pt x="5728" y="161"/>
                    </a:cubicBezTo>
                    <a:cubicBezTo>
                      <a:pt x="5871" y="195"/>
                      <a:pt x="5694" y="178"/>
                      <a:pt x="5787" y="220"/>
                    </a:cubicBezTo>
                    <a:lnTo>
                      <a:pt x="5888" y="203"/>
                    </a:lnTo>
                    <a:lnTo>
                      <a:pt x="5846" y="195"/>
                    </a:lnTo>
                    <a:cubicBezTo>
                      <a:pt x="5851" y="188"/>
                      <a:pt x="5864" y="186"/>
                      <a:pt x="5880" y="186"/>
                    </a:cubicBezTo>
                    <a:cubicBezTo>
                      <a:pt x="5902" y="186"/>
                      <a:pt x="5929" y="189"/>
                      <a:pt x="5952" y="189"/>
                    </a:cubicBezTo>
                    <a:cubicBezTo>
                      <a:pt x="5975" y="189"/>
                      <a:pt x="5993" y="186"/>
                      <a:pt x="5990" y="169"/>
                    </a:cubicBezTo>
                    <a:lnTo>
                      <a:pt x="5990" y="169"/>
                    </a:lnTo>
                    <a:cubicBezTo>
                      <a:pt x="6091" y="212"/>
                      <a:pt x="6125" y="186"/>
                      <a:pt x="6227" y="229"/>
                    </a:cubicBezTo>
                    <a:cubicBezTo>
                      <a:pt x="6254" y="222"/>
                      <a:pt x="6232" y="215"/>
                      <a:pt x="6205" y="213"/>
                    </a:cubicBezTo>
                    <a:lnTo>
                      <a:pt x="6205" y="213"/>
                    </a:lnTo>
                    <a:cubicBezTo>
                      <a:pt x="6233" y="211"/>
                      <a:pt x="6248" y="198"/>
                      <a:pt x="6273" y="198"/>
                    </a:cubicBezTo>
                    <a:cubicBezTo>
                      <a:pt x="6285" y="198"/>
                      <a:pt x="6300" y="202"/>
                      <a:pt x="6320" y="212"/>
                    </a:cubicBezTo>
                    <a:cubicBezTo>
                      <a:pt x="6324" y="212"/>
                      <a:pt x="6327" y="213"/>
                      <a:pt x="6330" y="213"/>
                    </a:cubicBezTo>
                    <a:cubicBezTo>
                      <a:pt x="6352" y="213"/>
                      <a:pt x="6338" y="189"/>
                      <a:pt x="6299" y="181"/>
                    </a:cubicBezTo>
                    <a:lnTo>
                      <a:pt x="6299" y="181"/>
                    </a:lnTo>
                    <a:cubicBezTo>
                      <a:pt x="6318" y="182"/>
                      <a:pt x="6336" y="182"/>
                      <a:pt x="6354" y="182"/>
                    </a:cubicBezTo>
                    <a:cubicBezTo>
                      <a:pt x="6381" y="182"/>
                      <a:pt x="6409" y="182"/>
                      <a:pt x="6438" y="186"/>
                    </a:cubicBezTo>
                    <a:lnTo>
                      <a:pt x="6379" y="153"/>
                    </a:lnTo>
                    <a:lnTo>
                      <a:pt x="6447" y="153"/>
                    </a:lnTo>
                    <a:lnTo>
                      <a:pt x="6387" y="136"/>
                    </a:lnTo>
                    <a:cubicBezTo>
                      <a:pt x="6506" y="136"/>
                      <a:pt x="6624" y="153"/>
                      <a:pt x="6726" y="195"/>
                    </a:cubicBezTo>
                    <a:cubicBezTo>
                      <a:pt x="6616" y="220"/>
                      <a:pt x="6438" y="195"/>
                      <a:pt x="6370" y="237"/>
                    </a:cubicBezTo>
                    <a:cubicBezTo>
                      <a:pt x="6372" y="238"/>
                      <a:pt x="6374" y="238"/>
                      <a:pt x="6377" y="238"/>
                    </a:cubicBezTo>
                    <a:cubicBezTo>
                      <a:pt x="6391" y="238"/>
                      <a:pt x="6419" y="226"/>
                      <a:pt x="6445" y="226"/>
                    </a:cubicBezTo>
                    <a:cubicBezTo>
                      <a:pt x="6461" y="226"/>
                      <a:pt x="6477" y="231"/>
                      <a:pt x="6489" y="246"/>
                    </a:cubicBezTo>
                    <a:lnTo>
                      <a:pt x="6523" y="229"/>
                    </a:lnTo>
                    <a:cubicBezTo>
                      <a:pt x="6542" y="225"/>
                      <a:pt x="6569" y="221"/>
                      <a:pt x="6594" y="221"/>
                    </a:cubicBezTo>
                    <a:cubicBezTo>
                      <a:pt x="6625" y="221"/>
                      <a:pt x="6653" y="227"/>
                      <a:pt x="6658" y="246"/>
                    </a:cubicBezTo>
                    <a:cubicBezTo>
                      <a:pt x="6590" y="246"/>
                      <a:pt x="6523" y="262"/>
                      <a:pt x="6464" y="288"/>
                    </a:cubicBezTo>
                    <a:cubicBezTo>
                      <a:pt x="6464" y="296"/>
                      <a:pt x="6455" y="296"/>
                      <a:pt x="6438" y="296"/>
                    </a:cubicBezTo>
                    <a:lnTo>
                      <a:pt x="6328" y="296"/>
                    </a:lnTo>
                    <a:cubicBezTo>
                      <a:pt x="6286" y="288"/>
                      <a:pt x="6320" y="271"/>
                      <a:pt x="6320" y="271"/>
                    </a:cubicBezTo>
                    <a:cubicBezTo>
                      <a:pt x="6291" y="261"/>
                      <a:pt x="6263" y="258"/>
                      <a:pt x="6237" y="258"/>
                    </a:cubicBezTo>
                    <a:cubicBezTo>
                      <a:pt x="6170" y="258"/>
                      <a:pt x="6109" y="280"/>
                      <a:pt x="6038" y="280"/>
                    </a:cubicBezTo>
                    <a:cubicBezTo>
                      <a:pt x="6015" y="280"/>
                      <a:pt x="5990" y="277"/>
                      <a:pt x="5964" y="271"/>
                    </a:cubicBezTo>
                    <a:cubicBezTo>
                      <a:pt x="5964" y="254"/>
                      <a:pt x="5863" y="237"/>
                      <a:pt x="5897" y="229"/>
                    </a:cubicBezTo>
                    <a:cubicBezTo>
                      <a:pt x="5886" y="227"/>
                      <a:pt x="5875" y="226"/>
                      <a:pt x="5864" y="226"/>
                    </a:cubicBezTo>
                    <a:cubicBezTo>
                      <a:pt x="5816" y="226"/>
                      <a:pt x="5767" y="240"/>
                      <a:pt x="5719" y="254"/>
                    </a:cubicBezTo>
                    <a:cubicBezTo>
                      <a:pt x="5711" y="237"/>
                      <a:pt x="5601" y="237"/>
                      <a:pt x="5643" y="220"/>
                    </a:cubicBezTo>
                    <a:lnTo>
                      <a:pt x="5643" y="220"/>
                    </a:lnTo>
                    <a:lnTo>
                      <a:pt x="5567" y="246"/>
                    </a:lnTo>
                    <a:cubicBezTo>
                      <a:pt x="5516" y="237"/>
                      <a:pt x="5415" y="246"/>
                      <a:pt x="5398" y="220"/>
                    </a:cubicBezTo>
                    <a:cubicBezTo>
                      <a:pt x="5350" y="220"/>
                      <a:pt x="5368" y="242"/>
                      <a:pt x="5338" y="242"/>
                    </a:cubicBezTo>
                    <a:cubicBezTo>
                      <a:pt x="5330" y="242"/>
                      <a:pt x="5320" y="240"/>
                      <a:pt x="5305" y="237"/>
                    </a:cubicBezTo>
                    <a:cubicBezTo>
                      <a:pt x="5305" y="229"/>
                      <a:pt x="5305" y="229"/>
                      <a:pt x="5321" y="229"/>
                    </a:cubicBezTo>
                    <a:cubicBezTo>
                      <a:pt x="5292" y="219"/>
                      <a:pt x="5259" y="215"/>
                      <a:pt x="5229" y="215"/>
                    </a:cubicBezTo>
                    <a:cubicBezTo>
                      <a:pt x="5207" y="215"/>
                      <a:pt x="5187" y="217"/>
                      <a:pt x="5169" y="220"/>
                    </a:cubicBezTo>
                    <a:cubicBezTo>
                      <a:pt x="5186" y="229"/>
                      <a:pt x="5212" y="237"/>
                      <a:pt x="5237" y="237"/>
                    </a:cubicBezTo>
                    <a:cubicBezTo>
                      <a:pt x="5237" y="248"/>
                      <a:pt x="5210" y="259"/>
                      <a:pt x="5171" y="259"/>
                    </a:cubicBezTo>
                    <a:cubicBezTo>
                      <a:pt x="5148" y="259"/>
                      <a:pt x="5121" y="255"/>
                      <a:pt x="5093" y="246"/>
                    </a:cubicBezTo>
                    <a:cubicBezTo>
                      <a:pt x="5195" y="220"/>
                      <a:pt x="5017" y="212"/>
                      <a:pt x="5068" y="195"/>
                    </a:cubicBezTo>
                    <a:cubicBezTo>
                      <a:pt x="5046" y="193"/>
                      <a:pt x="5024" y="193"/>
                      <a:pt x="5002" y="193"/>
                    </a:cubicBezTo>
                    <a:cubicBezTo>
                      <a:pt x="4897" y="193"/>
                      <a:pt x="4792" y="209"/>
                      <a:pt x="4687" y="237"/>
                    </a:cubicBezTo>
                    <a:cubicBezTo>
                      <a:pt x="4579" y="231"/>
                      <a:pt x="4472" y="225"/>
                      <a:pt x="4361" y="225"/>
                    </a:cubicBezTo>
                    <a:cubicBezTo>
                      <a:pt x="4315" y="225"/>
                      <a:pt x="4269" y="226"/>
                      <a:pt x="4222" y="229"/>
                    </a:cubicBezTo>
                    <a:lnTo>
                      <a:pt x="4239" y="229"/>
                    </a:lnTo>
                    <a:lnTo>
                      <a:pt x="4171" y="246"/>
                    </a:lnTo>
                    <a:cubicBezTo>
                      <a:pt x="4129" y="246"/>
                      <a:pt x="4171" y="212"/>
                      <a:pt x="4103" y="212"/>
                    </a:cubicBezTo>
                    <a:cubicBezTo>
                      <a:pt x="4113" y="199"/>
                      <a:pt x="4130" y="196"/>
                      <a:pt x="4152" y="196"/>
                    </a:cubicBezTo>
                    <a:cubicBezTo>
                      <a:pt x="4176" y="196"/>
                      <a:pt x="4204" y="200"/>
                      <a:pt x="4233" y="200"/>
                    </a:cubicBezTo>
                    <a:cubicBezTo>
                      <a:pt x="4249" y="200"/>
                      <a:pt x="4266" y="199"/>
                      <a:pt x="4281" y="195"/>
                    </a:cubicBezTo>
                    <a:cubicBezTo>
                      <a:pt x="4171" y="161"/>
                      <a:pt x="4391" y="169"/>
                      <a:pt x="4315" y="144"/>
                    </a:cubicBezTo>
                    <a:lnTo>
                      <a:pt x="4315" y="144"/>
                    </a:lnTo>
                    <a:cubicBezTo>
                      <a:pt x="4301" y="163"/>
                      <a:pt x="4272" y="169"/>
                      <a:pt x="4236" y="169"/>
                    </a:cubicBezTo>
                    <a:cubicBezTo>
                      <a:pt x="4179" y="169"/>
                      <a:pt x="4104" y="155"/>
                      <a:pt x="4038" y="155"/>
                    </a:cubicBezTo>
                    <a:cubicBezTo>
                      <a:pt x="4016" y="155"/>
                      <a:pt x="3995" y="157"/>
                      <a:pt x="3976" y="161"/>
                    </a:cubicBezTo>
                    <a:cubicBezTo>
                      <a:pt x="3945" y="158"/>
                      <a:pt x="3941" y="154"/>
                      <a:pt x="3946" y="151"/>
                    </a:cubicBezTo>
                    <a:lnTo>
                      <a:pt x="3946" y="151"/>
                    </a:lnTo>
                    <a:lnTo>
                      <a:pt x="3943" y="153"/>
                    </a:lnTo>
                    <a:cubicBezTo>
                      <a:pt x="3909" y="144"/>
                      <a:pt x="3900" y="136"/>
                      <a:pt x="3900" y="119"/>
                    </a:cubicBezTo>
                    <a:cubicBezTo>
                      <a:pt x="3855" y="111"/>
                      <a:pt x="3809" y="107"/>
                      <a:pt x="3763" y="107"/>
                    </a:cubicBezTo>
                    <a:cubicBezTo>
                      <a:pt x="3708" y="107"/>
                      <a:pt x="3652" y="113"/>
                      <a:pt x="3596" y="127"/>
                    </a:cubicBezTo>
                    <a:cubicBezTo>
                      <a:pt x="3608" y="126"/>
                      <a:pt x="3617" y="126"/>
                      <a:pt x="3623" y="126"/>
                    </a:cubicBezTo>
                    <a:cubicBezTo>
                      <a:pt x="3677" y="126"/>
                      <a:pt x="3573" y="153"/>
                      <a:pt x="3663" y="161"/>
                    </a:cubicBezTo>
                    <a:cubicBezTo>
                      <a:pt x="3622" y="167"/>
                      <a:pt x="3584" y="173"/>
                      <a:pt x="3545" y="173"/>
                    </a:cubicBezTo>
                    <a:cubicBezTo>
                      <a:pt x="3528" y="173"/>
                      <a:pt x="3512" y="172"/>
                      <a:pt x="3494" y="169"/>
                    </a:cubicBezTo>
                    <a:cubicBezTo>
                      <a:pt x="3551" y="162"/>
                      <a:pt x="3454" y="132"/>
                      <a:pt x="3504" y="132"/>
                    </a:cubicBezTo>
                    <a:cubicBezTo>
                      <a:pt x="3514" y="132"/>
                      <a:pt x="3530" y="133"/>
                      <a:pt x="3553" y="136"/>
                    </a:cubicBezTo>
                    <a:cubicBezTo>
                      <a:pt x="3548" y="124"/>
                      <a:pt x="3537" y="120"/>
                      <a:pt x="3522" y="120"/>
                    </a:cubicBezTo>
                    <a:cubicBezTo>
                      <a:pt x="3500" y="120"/>
                      <a:pt x="3470" y="129"/>
                      <a:pt x="3439" y="129"/>
                    </a:cubicBezTo>
                    <a:cubicBezTo>
                      <a:pt x="3432" y="129"/>
                      <a:pt x="3425" y="128"/>
                      <a:pt x="3418" y="127"/>
                    </a:cubicBezTo>
                    <a:cubicBezTo>
                      <a:pt x="3445" y="120"/>
                      <a:pt x="3473" y="114"/>
                      <a:pt x="3500" y="107"/>
                    </a:cubicBezTo>
                    <a:lnTo>
                      <a:pt x="3500" y="107"/>
                    </a:lnTo>
                    <a:cubicBezTo>
                      <a:pt x="3487" y="109"/>
                      <a:pt x="3474" y="110"/>
                      <a:pt x="3459" y="110"/>
                    </a:cubicBezTo>
                    <a:cubicBezTo>
                      <a:pt x="3375" y="110"/>
                      <a:pt x="3267" y="77"/>
                      <a:pt x="3208" y="77"/>
                    </a:cubicBezTo>
                    <a:cubicBezTo>
                      <a:pt x="3192" y="77"/>
                      <a:pt x="3180" y="79"/>
                      <a:pt x="3173" y="85"/>
                    </a:cubicBezTo>
                    <a:cubicBezTo>
                      <a:pt x="3105" y="102"/>
                      <a:pt x="2995" y="119"/>
                      <a:pt x="2911" y="144"/>
                    </a:cubicBezTo>
                    <a:cubicBezTo>
                      <a:pt x="2818" y="119"/>
                      <a:pt x="2733" y="110"/>
                      <a:pt x="2640" y="110"/>
                    </a:cubicBezTo>
                    <a:lnTo>
                      <a:pt x="2657" y="93"/>
                    </a:lnTo>
                    <a:cubicBezTo>
                      <a:pt x="2631" y="89"/>
                      <a:pt x="2598" y="89"/>
                      <a:pt x="2561" y="89"/>
                    </a:cubicBezTo>
                    <a:cubicBezTo>
                      <a:pt x="2524" y="89"/>
                      <a:pt x="2483" y="89"/>
                      <a:pt x="2445" y="85"/>
                    </a:cubicBezTo>
                    <a:lnTo>
                      <a:pt x="2428" y="59"/>
                    </a:lnTo>
                    <a:cubicBezTo>
                      <a:pt x="2352" y="59"/>
                      <a:pt x="2268" y="59"/>
                      <a:pt x="2192" y="51"/>
                    </a:cubicBezTo>
                    <a:lnTo>
                      <a:pt x="2192" y="51"/>
                    </a:lnTo>
                    <a:cubicBezTo>
                      <a:pt x="2183" y="59"/>
                      <a:pt x="2268" y="68"/>
                      <a:pt x="2225" y="76"/>
                    </a:cubicBezTo>
                    <a:cubicBezTo>
                      <a:pt x="2243" y="80"/>
                      <a:pt x="2259" y="82"/>
                      <a:pt x="2271" y="82"/>
                    </a:cubicBezTo>
                    <a:cubicBezTo>
                      <a:pt x="2288" y="82"/>
                      <a:pt x="2298" y="78"/>
                      <a:pt x="2293" y="68"/>
                    </a:cubicBezTo>
                    <a:cubicBezTo>
                      <a:pt x="2327" y="68"/>
                      <a:pt x="2327" y="93"/>
                      <a:pt x="2361" y="110"/>
                    </a:cubicBezTo>
                    <a:lnTo>
                      <a:pt x="2200" y="110"/>
                    </a:lnTo>
                    <a:lnTo>
                      <a:pt x="2183" y="102"/>
                    </a:lnTo>
                    <a:lnTo>
                      <a:pt x="2175" y="127"/>
                    </a:lnTo>
                    <a:cubicBezTo>
                      <a:pt x="2124" y="119"/>
                      <a:pt x="2115" y="110"/>
                      <a:pt x="2124" y="102"/>
                    </a:cubicBezTo>
                    <a:lnTo>
                      <a:pt x="2124" y="102"/>
                    </a:lnTo>
                    <a:cubicBezTo>
                      <a:pt x="2051" y="109"/>
                      <a:pt x="2016" y="129"/>
                      <a:pt x="1943" y="129"/>
                    </a:cubicBezTo>
                    <a:cubicBezTo>
                      <a:pt x="1931" y="129"/>
                      <a:pt x="1918" y="128"/>
                      <a:pt x="1904" y="127"/>
                    </a:cubicBezTo>
                    <a:cubicBezTo>
                      <a:pt x="1946" y="102"/>
                      <a:pt x="1997" y="93"/>
                      <a:pt x="2048" y="93"/>
                    </a:cubicBezTo>
                    <a:lnTo>
                      <a:pt x="1938" y="93"/>
                    </a:lnTo>
                    <a:cubicBezTo>
                      <a:pt x="1988" y="68"/>
                      <a:pt x="2175" y="85"/>
                      <a:pt x="2149" y="51"/>
                    </a:cubicBezTo>
                    <a:cubicBezTo>
                      <a:pt x="2014" y="51"/>
                      <a:pt x="1879" y="68"/>
                      <a:pt x="1752" y="93"/>
                    </a:cubicBezTo>
                    <a:cubicBezTo>
                      <a:pt x="1722" y="76"/>
                      <a:pt x="1686" y="74"/>
                      <a:pt x="1647" y="74"/>
                    </a:cubicBezTo>
                    <a:cubicBezTo>
                      <a:pt x="1634" y="74"/>
                      <a:pt x="1621" y="74"/>
                      <a:pt x="1607" y="74"/>
                    </a:cubicBezTo>
                    <a:cubicBezTo>
                      <a:pt x="1580" y="74"/>
                      <a:pt x="1551" y="74"/>
                      <a:pt x="1523" y="68"/>
                    </a:cubicBezTo>
                    <a:cubicBezTo>
                      <a:pt x="1506" y="59"/>
                      <a:pt x="1481" y="51"/>
                      <a:pt x="1498" y="43"/>
                    </a:cubicBezTo>
                    <a:lnTo>
                      <a:pt x="1523" y="43"/>
                    </a:lnTo>
                    <a:cubicBezTo>
                      <a:pt x="1478" y="36"/>
                      <a:pt x="1432" y="33"/>
                      <a:pt x="1385" y="33"/>
                    </a:cubicBezTo>
                    <a:cubicBezTo>
                      <a:pt x="1309" y="33"/>
                      <a:pt x="1233" y="41"/>
                      <a:pt x="1159" y="51"/>
                    </a:cubicBezTo>
                    <a:lnTo>
                      <a:pt x="1100" y="17"/>
                    </a:lnTo>
                    <a:cubicBezTo>
                      <a:pt x="1075" y="14"/>
                      <a:pt x="1057" y="12"/>
                      <a:pt x="1045" y="12"/>
                    </a:cubicBezTo>
                    <a:cubicBezTo>
                      <a:pt x="980" y="12"/>
                      <a:pt x="1092" y="60"/>
                      <a:pt x="974" y="60"/>
                    </a:cubicBezTo>
                    <a:cubicBezTo>
                      <a:pt x="967" y="60"/>
                      <a:pt x="958" y="60"/>
                      <a:pt x="948" y="59"/>
                    </a:cubicBezTo>
                    <a:cubicBezTo>
                      <a:pt x="906" y="26"/>
                      <a:pt x="720" y="34"/>
                      <a:pt x="711"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10"/>
              <p:cNvSpPr/>
              <p:nvPr/>
            </p:nvSpPr>
            <p:spPr>
              <a:xfrm>
                <a:off x="2737450" y="3781350"/>
                <a:ext cx="2550" cy="1500"/>
              </a:xfrm>
              <a:custGeom>
                <a:rect b="b" l="l" r="r" t="t"/>
                <a:pathLst>
                  <a:path extrusionOk="0" h="60" w="102">
                    <a:moveTo>
                      <a:pt x="59" y="0"/>
                    </a:moveTo>
                    <a:cubicBezTo>
                      <a:pt x="51" y="17"/>
                      <a:pt x="0" y="51"/>
                      <a:pt x="26" y="60"/>
                    </a:cubicBezTo>
                    <a:cubicBezTo>
                      <a:pt x="9" y="51"/>
                      <a:pt x="102" y="0"/>
                      <a:pt x="59"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10"/>
              <p:cNvSpPr/>
              <p:nvPr/>
            </p:nvSpPr>
            <p:spPr>
              <a:xfrm>
                <a:off x="2736800" y="3781350"/>
                <a:ext cx="1500" cy="1300"/>
              </a:xfrm>
              <a:custGeom>
                <a:rect b="b" l="l" r="r" t="t"/>
                <a:pathLst>
                  <a:path extrusionOk="0" h="52" w="60">
                    <a:moveTo>
                      <a:pt x="60" y="0"/>
                    </a:moveTo>
                    <a:lnTo>
                      <a:pt x="18" y="26"/>
                    </a:lnTo>
                    <a:cubicBezTo>
                      <a:pt x="18" y="30"/>
                      <a:pt x="20" y="32"/>
                      <a:pt x="18" y="36"/>
                    </a:cubicBezTo>
                    <a:lnTo>
                      <a:pt x="18" y="36"/>
                    </a:lnTo>
                    <a:lnTo>
                      <a:pt x="60" y="0"/>
                    </a:lnTo>
                    <a:close/>
                    <a:moveTo>
                      <a:pt x="18" y="36"/>
                    </a:moveTo>
                    <a:lnTo>
                      <a:pt x="1" y="51"/>
                    </a:lnTo>
                    <a:cubicBezTo>
                      <a:pt x="13" y="43"/>
                      <a:pt x="17" y="39"/>
                      <a:pt x="18" y="36"/>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10"/>
              <p:cNvSpPr/>
              <p:nvPr/>
            </p:nvSpPr>
            <p:spPr>
              <a:xfrm>
                <a:off x="2729200" y="3779025"/>
                <a:ext cx="4875" cy="4250"/>
              </a:xfrm>
              <a:custGeom>
                <a:rect b="b" l="l" r="r" t="t"/>
                <a:pathLst>
                  <a:path extrusionOk="0" h="170" w="195">
                    <a:moveTo>
                      <a:pt x="144" y="0"/>
                    </a:moveTo>
                    <a:lnTo>
                      <a:pt x="144" y="0"/>
                    </a:lnTo>
                    <a:cubicBezTo>
                      <a:pt x="59" y="59"/>
                      <a:pt x="68" y="119"/>
                      <a:pt x="0" y="169"/>
                    </a:cubicBezTo>
                    <a:cubicBezTo>
                      <a:pt x="43" y="169"/>
                      <a:pt x="195" y="76"/>
                      <a:pt x="169" y="43"/>
                    </a:cubicBezTo>
                    <a:lnTo>
                      <a:pt x="169" y="43"/>
                    </a:lnTo>
                    <a:cubicBezTo>
                      <a:pt x="153" y="76"/>
                      <a:pt x="127" y="110"/>
                      <a:pt x="93" y="127"/>
                    </a:cubicBezTo>
                    <a:cubicBezTo>
                      <a:pt x="43" y="93"/>
                      <a:pt x="161" y="59"/>
                      <a:pt x="144"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10"/>
              <p:cNvSpPr/>
              <p:nvPr/>
            </p:nvSpPr>
            <p:spPr>
              <a:xfrm>
                <a:off x="2732375" y="3777950"/>
                <a:ext cx="1075" cy="1100"/>
              </a:xfrm>
              <a:custGeom>
                <a:rect b="b" l="l" r="r" t="t"/>
                <a:pathLst>
                  <a:path extrusionOk="0" h="44" w="43">
                    <a:moveTo>
                      <a:pt x="34" y="1"/>
                    </a:moveTo>
                    <a:lnTo>
                      <a:pt x="0" y="43"/>
                    </a:lnTo>
                    <a:lnTo>
                      <a:pt x="9" y="43"/>
                    </a:lnTo>
                    <a:lnTo>
                      <a:pt x="42"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10"/>
              <p:cNvSpPr/>
              <p:nvPr/>
            </p:nvSpPr>
            <p:spPr>
              <a:xfrm>
                <a:off x="2764925" y="3765050"/>
                <a:ext cx="1100" cy="1125"/>
              </a:xfrm>
              <a:custGeom>
                <a:rect b="b" l="l" r="r" t="t"/>
                <a:pathLst>
                  <a:path extrusionOk="0" h="45" w="44">
                    <a:moveTo>
                      <a:pt x="43" y="1"/>
                    </a:moveTo>
                    <a:lnTo>
                      <a:pt x="43" y="1"/>
                    </a:lnTo>
                    <a:cubicBezTo>
                      <a:pt x="26" y="9"/>
                      <a:pt x="9" y="26"/>
                      <a:pt x="1" y="43"/>
                    </a:cubicBezTo>
                    <a:cubicBezTo>
                      <a:pt x="3" y="44"/>
                      <a:pt x="5" y="45"/>
                      <a:pt x="6" y="45"/>
                    </a:cubicBezTo>
                    <a:cubicBezTo>
                      <a:pt x="21" y="45"/>
                      <a:pt x="36" y="16"/>
                      <a:pt x="43"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10"/>
              <p:cNvSpPr/>
              <p:nvPr/>
            </p:nvSpPr>
            <p:spPr>
              <a:xfrm>
                <a:off x="2541175" y="3700775"/>
                <a:ext cx="11025" cy="225"/>
              </a:xfrm>
              <a:custGeom>
                <a:rect b="b" l="l" r="r" t="t"/>
                <a:pathLst>
                  <a:path extrusionOk="0" h="9" w="441">
                    <a:moveTo>
                      <a:pt x="1" y="0"/>
                    </a:moveTo>
                    <a:lnTo>
                      <a:pt x="152" y="3"/>
                    </a:lnTo>
                    <a:lnTo>
                      <a:pt x="152" y="3"/>
                    </a:lnTo>
                    <a:cubicBezTo>
                      <a:pt x="100" y="2"/>
                      <a:pt x="51" y="0"/>
                      <a:pt x="1" y="0"/>
                    </a:cubicBezTo>
                    <a:close/>
                    <a:moveTo>
                      <a:pt x="152" y="3"/>
                    </a:moveTo>
                    <a:cubicBezTo>
                      <a:pt x="233" y="6"/>
                      <a:pt x="323" y="9"/>
                      <a:pt x="441" y="9"/>
                    </a:cubicBezTo>
                    <a:lnTo>
                      <a:pt x="152" y="3"/>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10"/>
              <p:cNvSpPr/>
              <p:nvPr/>
            </p:nvSpPr>
            <p:spPr>
              <a:xfrm>
                <a:off x="2785650" y="3731225"/>
                <a:ext cx="7650" cy="10175"/>
              </a:xfrm>
              <a:custGeom>
                <a:rect b="b" l="l" r="r" t="t"/>
                <a:pathLst>
                  <a:path extrusionOk="0" h="407" w="306">
                    <a:moveTo>
                      <a:pt x="305" y="0"/>
                    </a:moveTo>
                    <a:lnTo>
                      <a:pt x="212" y="68"/>
                    </a:lnTo>
                    <a:cubicBezTo>
                      <a:pt x="153" y="187"/>
                      <a:pt x="77" y="297"/>
                      <a:pt x="1" y="406"/>
                    </a:cubicBezTo>
                    <a:cubicBezTo>
                      <a:pt x="69" y="347"/>
                      <a:pt x="128" y="271"/>
                      <a:pt x="170" y="187"/>
                    </a:cubicBezTo>
                    <a:cubicBezTo>
                      <a:pt x="195" y="119"/>
                      <a:pt x="246" y="51"/>
                      <a:pt x="305"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10"/>
              <p:cNvSpPr/>
              <p:nvPr/>
            </p:nvSpPr>
            <p:spPr>
              <a:xfrm>
                <a:off x="2792425" y="3731525"/>
                <a:ext cx="2450" cy="3525"/>
              </a:xfrm>
              <a:custGeom>
                <a:rect b="b" l="l" r="r" t="t"/>
                <a:pathLst>
                  <a:path extrusionOk="0" h="141" w="98">
                    <a:moveTo>
                      <a:pt x="80" y="0"/>
                    </a:moveTo>
                    <a:cubicBezTo>
                      <a:pt x="77" y="0"/>
                      <a:pt x="74" y="2"/>
                      <a:pt x="68" y="5"/>
                    </a:cubicBezTo>
                    <a:cubicBezTo>
                      <a:pt x="9" y="98"/>
                      <a:pt x="77" y="48"/>
                      <a:pt x="1" y="141"/>
                    </a:cubicBezTo>
                    <a:lnTo>
                      <a:pt x="85" y="90"/>
                    </a:lnTo>
                    <a:lnTo>
                      <a:pt x="85" y="90"/>
                    </a:lnTo>
                    <a:cubicBezTo>
                      <a:pt x="80" y="92"/>
                      <a:pt x="75" y="93"/>
                      <a:pt x="72" y="93"/>
                    </a:cubicBezTo>
                    <a:cubicBezTo>
                      <a:pt x="38" y="93"/>
                      <a:pt x="98" y="0"/>
                      <a:pt x="80"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10"/>
              <p:cNvSpPr/>
              <p:nvPr/>
            </p:nvSpPr>
            <p:spPr>
              <a:xfrm>
                <a:off x="2771075" y="3740325"/>
                <a:ext cx="450" cy="850"/>
              </a:xfrm>
              <a:custGeom>
                <a:rect b="b" l="l" r="r" t="t"/>
                <a:pathLst>
                  <a:path extrusionOk="0" h="34" w="18">
                    <a:moveTo>
                      <a:pt x="17" y="0"/>
                    </a:moveTo>
                    <a:lnTo>
                      <a:pt x="0" y="26"/>
                    </a:lnTo>
                    <a:lnTo>
                      <a:pt x="9" y="34"/>
                    </a:lnTo>
                    <a:lnTo>
                      <a:pt x="17"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10"/>
              <p:cNvSpPr/>
              <p:nvPr/>
            </p:nvSpPr>
            <p:spPr>
              <a:xfrm>
                <a:off x="2798550" y="3718750"/>
                <a:ext cx="2150" cy="450"/>
              </a:xfrm>
              <a:custGeom>
                <a:rect b="b" l="l" r="r" t="t"/>
                <a:pathLst>
                  <a:path extrusionOk="0" h="18" w="86">
                    <a:moveTo>
                      <a:pt x="1" y="0"/>
                    </a:moveTo>
                    <a:lnTo>
                      <a:pt x="52" y="17"/>
                    </a:lnTo>
                    <a:lnTo>
                      <a:pt x="86" y="17"/>
                    </a:lnTo>
                    <a:lnTo>
                      <a:pt x="1"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10"/>
              <p:cNvSpPr/>
              <p:nvPr/>
            </p:nvSpPr>
            <p:spPr>
              <a:xfrm>
                <a:off x="2800675" y="3718950"/>
                <a:ext cx="875" cy="25"/>
              </a:xfrm>
              <a:custGeom>
                <a:rect b="b" l="l" r="r" t="t"/>
                <a:pathLst>
                  <a:path extrusionOk="0" h="1" w="35">
                    <a:moveTo>
                      <a:pt x="34" y="1"/>
                    </a:moveTo>
                    <a:lnTo>
                      <a:pt x="1"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10"/>
              <p:cNvSpPr/>
              <p:nvPr/>
            </p:nvSpPr>
            <p:spPr>
              <a:xfrm>
                <a:off x="2769575" y="3739250"/>
                <a:ext cx="1100" cy="1525"/>
              </a:xfrm>
              <a:custGeom>
                <a:rect b="b" l="l" r="r" t="t"/>
                <a:pathLst>
                  <a:path extrusionOk="0" h="61" w="44">
                    <a:moveTo>
                      <a:pt x="43" y="1"/>
                    </a:moveTo>
                    <a:lnTo>
                      <a:pt x="1" y="35"/>
                    </a:lnTo>
                    <a:lnTo>
                      <a:pt x="1" y="60"/>
                    </a:lnTo>
                    <a:lnTo>
                      <a:pt x="43"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10"/>
              <p:cNvSpPr/>
              <p:nvPr/>
            </p:nvSpPr>
            <p:spPr>
              <a:xfrm>
                <a:off x="2779750" y="3734725"/>
                <a:ext cx="900" cy="750"/>
              </a:xfrm>
              <a:custGeom>
                <a:rect b="b" l="l" r="r" t="t"/>
                <a:pathLst>
                  <a:path extrusionOk="0" h="30" w="36">
                    <a:moveTo>
                      <a:pt x="23" y="0"/>
                    </a:moveTo>
                    <a:cubicBezTo>
                      <a:pt x="20" y="0"/>
                      <a:pt x="16" y="1"/>
                      <a:pt x="9" y="4"/>
                    </a:cubicBezTo>
                    <a:lnTo>
                      <a:pt x="0" y="30"/>
                    </a:lnTo>
                    <a:cubicBezTo>
                      <a:pt x="0" y="30"/>
                      <a:pt x="35" y="0"/>
                      <a:pt x="23"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0"/>
              <p:cNvSpPr/>
              <p:nvPr/>
            </p:nvSpPr>
            <p:spPr>
              <a:xfrm>
                <a:off x="2782500" y="3717700"/>
                <a:ext cx="2975" cy="225"/>
              </a:xfrm>
              <a:custGeom>
                <a:rect b="b" l="l" r="r" t="t"/>
                <a:pathLst>
                  <a:path extrusionOk="0" h="9" w="119">
                    <a:moveTo>
                      <a:pt x="0" y="0"/>
                    </a:moveTo>
                    <a:lnTo>
                      <a:pt x="8" y="8"/>
                    </a:lnTo>
                    <a:lnTo>
                      <a:pt x="118"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10"/>
              <p:cNvSpPr/>
              <p:nvPr/>
            </p:nvSpPr>
            <p:spPr>
              <a:xfrm>
                <a:off x="2778950" y="3730650"/>
                <a:ext cx="1225" cy="700"/>
              </a:xfrm>
              <a:custGeom>
                <a:rect b="b" l="l" r="r" t="t"/>
                <a:pathLst>
                  <a:path extrusionOk="0" h="28" w="49">
                    <a:moveTo>
                      <a:pt x="30" y="1"/>
                    </a:moveTo>
                    <a:cubicBezTo>
                      <a:pt x="28" y="1"/>
                      <a:pt x="22" y="4"/>
                      <a:pt x="7" y="15"/>
                    </a:cubicBezTo>
                    <a:cubicBezTo>
                      <a:pt x="0" y="24"/>
                      <a:pt x="1" y="28"/>
                      <a:pt x="6" y="28"/>
                    </a:cubicBezTo>
                    <a:cubicBezTo>
                      <a:pt x="13" y="28"/>
                      <a:pt x="33" y="17"/>
                      <a:pt x="49" y="7"/>
                    </a:cubicBezTo>
                    <a:lnTo>
                      <a:pt x="49" y="7"/>
                    </a:lnTo>
                    <a:cubicBezTo>
                      <a:pt x="36" y="14"/>
                      <a:pt x="30" y="16"/>
                      <a:pt x="27" y="16"/>
                    </a:cubicBezTo>
                    <a:cubicBezTo>
                      <a:pt x="20" y="16"/>
                      <a:pt x="34" y="1"/>
                      <a:pt x="30"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10"/>
              <p:cNvSpPr/>
              <p:nvPr/>
            </p:nvSpPr>
            <p:spPr>
              <a:xfrm>
                <a:off x="2773825" y="3725300"/>
                <a:ext cx="650" cy="25"/>
              </a:xfrm>
              <a:custGeom>
                <a:rect b="b" l="l" r="r" t="t"/>
                <a:pathLst>
                  <a:path extrusionOk="0" h="1" w="26">
                    <a:moveTo>
                      <a:pt x="26" y="1"/>
                    </a:moveTo>
                    <a:cubicBezTo>
                      <a:pt x="17" y="1"/>
                      <a:pt x="9" y="1"/>
                      <a:pt x="0"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10"/>
              <p:cNvSpPr/>
              <p:nvPr/>
            </p:nvSpPr>
            <p:spPr>
              <a:xfrm>
                <a:off x="2774450" y="3725225"/>
                <a:ext cx="1500" cy="325"/>
              </a:xfrm>
              <a:custGeom>
                <a:rect b="b" l="l" r="r" t="t"/>
                <a:pathLst>
                  <a:path extrusionOk="0" h="13" w="60">
                    <a:moveTo>
                      <a:pt x="17" y="0"/>
                    </a:moveTo>
                    <a:cubicBezTo>
                      <a:pt x="11" y="0"/>
                      <a:pt x="6" y="1"/>
                      <a:pt x="1" y="4"/>
                    </a:cubicBezTo>
                    <a:cubicBezTo>
                      <a:pt x="17" y="4"/>
                      <a:pt x="34" y="12"/>
                      <a:pt x="60" y="12"/>
                    </a:cubicBezTo>
                    <a:cubicBezTo>
                      <a:pt x="48" y="6"/>
                      <a:pt x="32" y="0"/>
                      <a:pt x="17"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10"/>
              <p:cNvSpPr/>
              <p:nvPr/>
            </p:nvSpPr>
            <p:spPr>
              <a:xfrm>
                <a:off x="2767250" y="3724675"/>
                <a:ext cx="1525" cy="475"/>
              </a:xfrm>
              <a:custGeom>
                <a:rect b="b" l="l" r="r" t="t"/>
                <a:pathLst>
                  <a:path extrusionOk="0" h="19" w="61">
                    <a:moveTo>
                      <a:pt x="60" y="0"/>
                    </a:moveTo>
                    <a:cubicBezTo>
                      <a:pt x="18" y="0"/>
                      <a:pt x="1" y="0"/>
                      <a:pt x="9" y="9"/>
                    </a:cubicBezTo>
                    <a:lnTo>
                      <a:pt x="26" y="9"/>
                    </a:lnTo>
                    <a:cubicBezTo>
                      <a:pt x="16" y="16"/>
                      <a:pt x="12" y="18"/>
                      <a:pt x="14" y="18"/>
                    </a:cubicBezTo>
                    <a:cubicBezTo>
                      <a:pt x="15" y="18"/>
                      <a:pt x="25" y="14"/>
                      <a:pt x="35" y="9"/>
                    </a:cubicBezTo>
                    <a:cubicBezTo>
                      <a:pt x="47" y="4"/>
                      <a:pt x="54" y="4"/>
                      <a:pt x="57" y="4"/>
                    </a:cubicBezTo>
                    <a:cubicBezTo>
                      <a:pt x="60" y="4"/>
                      <a:pt x="60" y="4"/>
                      <a:pt x="60"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10"/>
              <p:cNvSpPr/>
              <p:nvPr/>
            </p:nvSpPr>
            <p:spPr>
              <a:xfrm>
                <a:off x="2741025" y="3712600"/>
                <a:ext cx="5750" cy="1125"/>
              </a:xfrm>
              <a:custGeom>
                <a:rect b="b" l="l" r="r" t="t"/>
                <a:pathLst>
                  <a:path extrusionOk="0" h="45" w="230">
                    <a:moveTo>
                      <a:pt x="1" y="1"/>
                    </a:moveTo>
                    <a:cubicBezTo>
                      <a:pt x="86" y="18"/>
                      <a:pt x="111" y="26"/>
                      <a:pt x="111" y="43"/>
                    </a:cubicBezTo>
                    <a:cubicBezTo>
                      <a:pt x="119" y="44"/>
                      <a:pt x="127" y="45"/>
                      <a:pt x="133" y="45"/>
                    </a:cubicBezTo>
                    <a:cubicBezTo>
                      <a:pt x="186" y="45"/>
                      <a:pt x="184" y="18"/>
                      <a:pt x="229" y="18"/>
                    </a:cubicBezTo>
                    <a:cubicBezTo>
                      <a:pt x="128" y="18"/>
                      <a:pt x="111" y="1"/>
                      <a:pt x="1"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10"/>
              <p:cNvSpPr/>
              <p:nvPr/>
            </p:nvSpPr>
            <p:spPr>
              <a:xfrm>
                <a:off x="2746525" y="3713025"/>
                <a:ext cx="25" cy="25"/>
              </a:xfrm>
              <a:custGeom>
                <a:rect b="b" l="l" r="r" t="t"/>
                <a:pathLst>
                  <a:path extrusionOk="0" h="1" w="1">
                    <a:moveTo>
                      <a:pt x="1" y="1"/>
                    </a:move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10"/>
              <p:cNvSpPr/>
              <p:nvPr/>
            </p:nvSpPr>
            <p:spPr>
              <a:xfrm>
                <a:off x="2771075" y="3730600"/>
                <a:ext cx="1075" cy="650"/>
              </a:xfrm>
              <a:custGeom>
                <a:rect b="b" l="l" r="r" t="t"/>
                <a:pathLst>
                  <a:path extrusionOk="0" h="26" w="43">
                    <a:moveTo>
                      <a:pt x="43" y="0"/>
                    </a:moveTo>
                    <a:cubicBezTo>
                      <a:pt x="26" y="9"/>
                      <a:pt x="17" y="17"/>
                      <a:pt x="0" y="25"/>
                    </a:cubicBezTo>
                    <a:lnTo>
                      <a:pt x="9" y="25"/>
                    </a:lnTo>
                    <a:lnTo>
                      <a:pt x="43"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10"/>
              <p:cNvSpPr/>
              <p:nvPr/>
            </p:nvSpPr>
            <p:spPr>
              <a:xfrm>
                <a:off x="2737650" y="3712125"/>
                <a:ext cx="1725" cy="300"/>
              </a:xfrm>
              <a:custGeom>
                <a:rect b="b" l="l" r="r" t="t"/>
                <a:pathLst>
                  <a:path extrusionOk="0" h="12" w="69">
                    <a:moveTo>
                      <a:pt x="32" y="1"/>
                    </a:moveTo>
                    <a:cubicBezTo>
                      <a:pt x="15" y="1"/>
                      <a:pt x="1" y="3"/>
                      <a:pt x="9" y="3"/>
                    </a:cubicBezTo>
                    <a:cubicBezTo>
                      <a:pt x="26" y="3"/>
                      <a:pt x="51" y="3"/>
                      <a:pt x="68" y="12"/>
                    </a:cubicBezTo>
                    <a:cubicBezTo>
                      <a:pt x="68" y="3"/>
                      <a:pt x="49" y="1"/>
                      <a:pt x="32"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10"/>
              <p:cNvSpPr/>
              <p:nvPr/>
            </p:nvSpPr>
            <p:spPr>
              <a:xfrm>
                <a:off x="2745475" y="3721900"/>
                <a:ext cx="2150" cy="675"/>
              </a:xfrm>
              <a:custGeom>
                <a:rect b="b" l="l" r="r" t="t"/>
                <a:pathLst>
                  <a:path extrusionOk="0" h="27" w="86">
                    <a:moveTo>
                      <a:pt x="22" y="0"/>
                    </a:moveTo>
                    <a:cubicBezTo>
                      <a:pt x="15" y="0"/>
                      <a:pt x="7" y="3"/>
                      <a:pt x="1" y="10"/>
                    </a:cubicBezTo>
                    <a:cubicBezTo>
                      <a:pt x="9" y="18"/>
                      <a:pt x="60" y="18"/>
                      <a:pt x="85" y="27"/>
                    </a:cubicBezTo>
                    <a:cubicBezTo>
                      <a:pt x="67" y="20"/>
                      <a:pt x="43" y="0"/>
                      <a:pt x="22"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10"/>
              <p:cNvSpPr/>
              <p:nvPr/>
            </p:nvSpPr>
            <p:spPr>
              <a:xfrm>
                <a:off x="2731725" y="3713625"/>
                <a:ext cx="1975" cy="925"/>
              </a:xfrm>
              <a:custGeom>
                <a:rect b="b" l="l" r="r" t="t"/>
                <a:pathLst>
                  <a:path extrusionOk="0" h="37" w="79">
                    <a:moveTo>
                      <a:pt x="24" y="1"/>
                    </a:moveTo>
                    <a:cubicBezTo>
                      <a:pt x="18" y="1"/>
                      <a:pt x="10" y="1"/>
                      <a:pt x="1" y="2"/>
                    </a:cubicBezTo>
                    <a:cubicBezTo>
                      <a:pt x="18" y="2"/>
                      <a:pt x="35" y="19"/>
                      <a:pt x="26" y="36"/>
                    </a:cubicBezTo>
                    <a:cubicBezTo>
                      <a:pt x="49" y="29"/>
                      <a:pt x="78" y="1"/>
                      <a:pt x="24"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10"/>
              <p:cNvSpPr/>
              <p:nvPr/>
            </p:nvSpPr>
            <p:spPr>
              <a:xfrm>
                <a:off x="2741675" y="3721700"/>
                <a:ext cx="1725" cy="250"/>
              </a:xfrm>
              <a:custGeom>
                <a:rect b="b" l="l" r="r" t="t"/>
                <a:pathLst>
                  <a:path extrusionOk="0" h="10" w="69">
                    <a:moveTo>
                      <a:pt x="0" y="1"/>
                    </a:moveTo>
                    <a:lnTo>
                      <a:pt x="9" y="9"/>
                    </a:lnTo>
                    <a:lnTo>
                      <a:pt x="68"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10"/>
              <p:cNvSpPr/>
              <p:nvPr/>
            </p:nvSpPr>
            <p:spPr>
              <a:xfrm>
                <a:off x="2743775" y="3727175"/>
                <a:ext cx="4275" cy="2175"/>
              </a:xfrm>
              <a:custGeom>
                <a:rect b="b" l="l" r="r" t="t"/>
                <a:pathLst>
                  <a:path extrusionOk="0" h="87" w="171">
                    <a:moveTo>
                      <a:pt x="64" y="1"/>
                    </a:moveTo>
                    <a:cubicBezTo>
                      <a:pt x="29" y="1"/>
                      <a:pt x="94" y="36"/>
                      <a:pt x="35" y="36"/>
                    </a:cubicBezTo>
                    <a:cubicBezTo>
                      <a:pt x="30" y="36"/>
                      <a:pt x="24" y="36"/>
                      <a:pt x="18" y="36"/>
                    </a:cubicBezTo>
                    <a:lnTo>
                      <a:pt x="18" y="36"/>
                    </a:lnTo>
                    <a:cubicBezTo>
                      <a:pt x="77" y="44"/>
                      <a:pt x="111" y="78"/>
                      <a:pt x="102" y="86"/>
                    </a:cubicBezTo>
                    <a:cubicBezTo>
                      <a:pt x="170" y="69"/>
                      <a:pt x="1" y="19"/>
                      <a:pt x="119" y="10"/>
                    </a:cubicBezTo>
                    <a:cubicBezTo>
                      <a:pt x="90" y="3"/>
                      <a:pt x="73" y="1"/>
                      <a:pt x="64"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10"/>
              <p:cNvSpPr/>
              <p:nvPr/>
            </p:nvSpPr>
            <p:spPr>
              <a:xfrm>
                <a:off x="2743575" y="3727900"/>
                <a:ext cx="650" cy="175"/>
              </a:xfrm>
              <a:custGeom>
                <a:rect b="b" l="l" r="r" t="t"/>
                <a:pathLst>
                  <a:path extrusionOk="0" h="7" w="26">
                    <a:moveTo>
                      <a:pt x="13" y="0"/>
                    </a:moveTo>
                    <a:cubicBezTo>
                      <a:pt x="9" y="0"/>
                      <a:pt x="5" y="2"/>
                      <a:pt x="0" y="7"/>
                    </a:cubicBezTo>
                    <a:lnTo>
                      <a:pt x="26" y="7"/>
                    </a:lnTo>
                    <a:cubicBezTo>
                      <a:pt x="22" y="2"/>
                      <a:pt x="17" y="0"/>
                      <a:pt x="13"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10"/>
              <p:cNvSpPr/>
              <p:nvPr/>
            </p:nvSpPr>
            <p:spPr>
              <a:xfrm>
                <a:off x="2721375" y="3722550"/>
                <a:ext cx="650" cy="250"/>
              </a:xfrm>
              <a:custGeom>
                <a:rect b="b" l="l" r="r" t="t"/>
                <a:pathLst>
                  <a:path extrusionOk="0" h="10" w="26">
                    <a:moveTo>
                      <a:pt x="0" y="9"/>
                    </a:moveTo>
                    <a:lnTo>
                      <a:pt x="26"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10"/>
              <p:cNvSpPr/>
              <p:nvPr/>
            </p:nvSpPr>
            <p:spPr>
              <a:xfrm>
                <a:off x="2732375" y="3727200"/>
                <a:ext cx="5725" cy="1175"/>
              </a:xfrm>
              <a:custGeom>
                <a:rect b="b" l="l" r="r" t="t"/>
                <a:pathLst>
                  <a:path extrusionOk="0" h="47" w="229">
                    <a:moveTo>
                      <a:pt x="229" y="1"/>
                    </a:moveTo>
                    <a:cubicBezTo>
                      <a:pt x="161" y="18"/>
                      <a:pt x="0" y="1"/>
                      <a:pt x="9" y="43"/>
                    </a:cubicBezTo>
                    <a:cubicBezTo>
                      <a:pt x="21" y="45"/>
                      <a:pt x="34" y="46"/>
                      <a:pt x="48" y="46"/>
                    </a:cubicBezTo>
                    <a:cubicBezTo>
                      <a:pt x="81" y="46"/>
                      <a:pt x="117" y="41"/>
                      <a:pt x="152" y="35"/>
                    </a:cubicBezTo>
                    <a:lnTo>
                      <a:pt x="127" y="26"/>
                    </a:lnTo>
                    <a:lnTo>
                      <a:pt x="229"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10"/>
              <p:cNvSpPr/>
              <p:nvPr/>
            </p:nvSpPr>
            <p:spPr>
              <a:xfrm>
                <a:off x="2708100" y="3709875"/>
                <a:ext cx="1450" cy="500"/>
              </a:xfrm>
              <a:custGeom>
                <a:rect b="b" l="l" r="r" t="t"/>
                <a:pathLst>
                  <a:path extrusionOk="0" h="20" w="58">
                    <a:moveTo>
                      <a:pt x="7" y="0"/>
                    </a:moveTo>
                    <a:lnTo>
                      <a:pt x="7" y="0"/>
                    </a:lnTo>
                    <a:cubicBezTo>
                      <a:pt x="20" y="7"/>
                      <a:pt x="1" y="19"/>
                      <a:pt x="6" y="19"/>
                    </a:cubicBezTo>
                    <a:cubicBezTo>
                      <a:pt x="8" y="19"/>
                      <a:pt x="10" y="19"/>
                      <a:pt x="15" y="17"/>
                    </a:cubicBezTo>
                    <a:lnTo>
                      <a:pt x="58" y="8"/>
                    </a:lnTo>
                    <a:lnTo>
                      <a:pt x="7"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10"/>
              <p:cNvSpPr/>
              <p:nvPr/>
            </p:nvSpPr>
            <p:spPr>
              <a:xfrm>
                <a:off x="2708050" y="3709875"/>
                <a:ext cx="25" cy="25"/>
              </a:xfrm>
              <a:custGeom>
                <a:rect b="b" l="l" r="r" t="t"/>
                <a:pathLst>
                  <a:path extrusionOk="0" h="1" w="1">
                    <a:moveTo>
                      <a:pt x="0" y="0"/>
                    </a:move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10"/>
              <p:cNvSpPr/>
              <p:nvPr/>
            </p:nvSpPr>
            <p:spPr>
              <a:xfrm>
                <a:off x="2726025" y="3722375"/>
                <a:ext cx="2125" cy="350"/>
              </a:xfrm>
              <a:custGeom>
                <a:rect b="b" l="l" r="r" t="t"/>
                <a:pathLst>
                  <a:path extrusionOk="0" h="14" w="85">
                    <a:moveTo>
                      <a:pt x="20" y="0"/>
                    </a:moveTo>
                    <a:cubicBezTo>
                      <a:pt x="9" y="0"/>
                      <a:pt x="0" y="2"/>
                      <a:pt x="0" y="8"/>
                    </a:cubicBezTo>
                    <a:cubicBezTo>
                      <a:pt x="17" y="12"/>
                      <a:pt x="32" y="14"/>
                      <a:pt x="46" y="14"/>
                    </a:cubicBezTo>
                    <a:cubicBezTo>
                      <a:pt x="60" y="14"/>
                      <a:pt x="72" y="12"/>
                      <a:pt x="85" y="8"/>
                    </a:cubicBezTo>
                    <a:cubicBezTo>
                      <a:pt x="79" y="8"/>
                      <a:pt x="44" y="0"/>
                      <a:pt x="20"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10"/>
              <p:cNvSpPr/>
              <p:nvPr/>
            </p:nvSpPr>
            <p:spPr>
              <a:xfrm>
                <a:off x="2700850" y="3710925"/>
                <a:ext cx="1925" cy="25"/>
              </a:xfrm>
              <a:custGeom>
                <a:rect b="b" l="l" r="r" t="t"/>
                <a:pathLst>
                  <a:path extrusionOk="0" h="1" w="77">
                    <a:moveTo>
                      <a:pt x="9" y="0"/>
                    </a:moveTo>
                    <a:lnTo>
                      <a:pt x="77" y="0"/>
                    </a:lnTo>
                    <a:lnTo>
                      <a:pt x="1"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10"/>
              <p:cNvSpPr/>
              <p:nvPr/>
            </p:nvSpPr>
            <p:spPr>
              <a:xfrm>
                <a:off x="2691125" y="3708800"/>
                <a:ext cx="1725" cy="450"/>
              </a:xfrm>
              <a:custGeom>
                <a:rect b="b" l="l" r="r" t="t"/>
                <a:pathLst>
                  <a:path extrusionOk="0" h="18" w="69">
                    <a:moveTo>
                      <a:pt x="60" y="1"/>
                    </a:moveTo>
                    <a:lnTo>
                      <a:pt x="1" y="9"/>
                    </a:lnTo>
                    <a:lnTo>
                      <a:pt x="9" y="18"/>
                    </a:lnTo>
                    <a:lnTo>
                      <a:pt x="68" y="9"/>
                    </a:lnTo>
                    <a:lnTo>
                      <a:pt x="60"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10"/>
              <p:cNvSpPr/>
              <p:nvPr/>
            </p:nvSpPr>
            <p:spPr>
              <a:xfrm>
                <a:off x="2701900" y="3725725"/>
                <a:ext cx="2725" cy="925"/>
              </a:xfrm>
              <a:custGeom>
                <a:rect b="b" l="l" r="r" t="t"/>
                <a:pathLst>
                  <a:path extrusionOk="0" h="37" w="109">
                    <a:moveTo>
                      <a:pt x="1" y="0"/>
                    </a:moveTo>
                    <a:lnTo>
                      <a:pt x="1" y="0"/>
                    </a:lnTo>
                    <a:cubicBezTo>
                      <a:pt x="10" y="13"/>
                      <a:pt x="16" y="16"/>
                      <a:pt x="23" y="16"/>
                    </a:cubicBezTo>
                    <a:cubicBezTo>
                      <a:pt x="29" y="16"/>
                      <a:pt x="37" y="12"/>
                      <a:pt x="50" y="12"/>
                    </a:cubicBezTo>
                    <a:cubicBezTo>
                      <a:pt x="57" y="12"/>
                      <a:pt x="66" y="14"/>
                      <a:pt x="77" y="17"/>
                    </a:cubicBezTo>
                    <a:lnTo>
                      <a:pt x="18" y="34"/>
                    </a:lnTo>
                    <a:cubicBezTo>
                      <a:pt x="25" y="35"/>
                      <a:pt x="32" y="36"/>
                      <a:pt x="39" y="36"/>
                    </a:cubicBezTo>
                    <a:cubicBezTo>
                      <a:pt x="79" y="36"/>
                      <a:pt x="109" y="16"/>
                      <a:pt x="94" y="9"/>
                    </a:cubicBezTo>
                    <a:lnTo>
                      <a:pt x="1"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10"/>
              <p:cNvSpPr/>
              <p:nvPr/>
            </p:nvSpPr>
            <p:spPr>
              <a:xfrm>
                <a:off x="2600400" y="3703100"/>
                <a:ext cx="42750" cy="4725"/>
              </a:xfrm>
              <a:custGeom>
                <a:rect b="b" l="l" r="r" t="t"/>
                <a:pathLst>
                  <a:path extrusionOk="0" h="189" w="1710">
                    <a:moveTo>
                      <a:pt x="0" y="0"/>
                    </a:moveTo>
                    <a:lnTo>
                      <a:pt x="29" y="2"/>
                    </a:lnTo>
                    <a:lnTo>
                      <a:pt x="29" y="2"/>
                    </a:lnTo>
                    <a:cubicBezTo>
                      <a:pt x="20" y="1"/>
                      <a:pt x="10" y="0"/>
                      <a:pt x="0" y="0"/>
                    </a:cubicBezTo>
                    <a:close/>
                    <a:moveTo>
                      <a:pt x="1312" y="60"/>
                    </a:moveTo>
                    <a:cubicBezTo>
                      <a:pt x="1310" y="60"/>
                      <a:pt x="1308" y="60"/>
                      <a:pt x="1306" y="61"/>
                    </a:cubicBezTo>
                    <a:lnTo>
                      <a:pt x="1306" y="61"/>
                    </a:lnTo>
                    <a:cubicBezTo>
                      <a:pt x="1308" y="60"/>
                      <a:pt x="1310" y="60"/>
                      <a:pt x="1312" y="60"/>
                    </a:cubicBezTo>
                    <a:close/>
                    <a:moveTo>
                      <a:pt x="384" y="119"/>
                    </a:moveTo>
                    <a:cubicBezTo>
                      <a:pt x="383" y="119"/>
                      <a:pt x="382" y="119"/>
                      <a:pt x="381" y="119"/>
                    </a:cubicBezTo>
                    <a:lnTo>
                      <a:pt x="398" y="119"/>
                    </a:lnTo>
                    <a:cubicBezTo>
                      <a:pt x="393" y="119"/>
                      <a:pt x="388" y="119"/>
                      <a:pt x="384" y="119"/>
                    </a:cubicBezTo>
                    <a:close/>
                    <a:moveTo>
                      <a:pt x="1078" y="185"/>
                    </a:moveTo>
                    <a:lnTo>
                      <a:pt x="1066" y="186"/>
                    </a:lnTo>
                    <a:cubicBezTo>
                      <a:pt x="1071" y="186"/>
                      <a:pt x="1075" y="186"/>
                      <a:pt x="1078" y="185"/>
                    </a:cubicBezTo>
                    <a:close/>
                    <a:moveTo>
                      <a:pt x="29" y="2"/>
                    </a:moveTo>
                    <a:cubicBezTo>
                      <a:pt x="65" y="7"/>
                      <a:pt x="95" y="19"/>
                      <a:pt x="136" y="26"/>
                    </a:cubicBezTo>
                    <a:cubicBezTo>
                      <a:pt x="60" y="60"/>
                      <a:pt x="212" y="43"/>
                      <a:pt x="187" y="68"/>
                    </a:cubicBezTo>
                    <a:cubicBezTo>
                      <a:pt x="173" y="72"/>
                      <a:pt x="159" y="74"/>
                      <a:pt x="145" y="74"/>
                    </a:cubicBezTo>
                    <a:cubicBezTo>
                      <a:pt x="125" y="74"/>
                      <a:pt x="105" y="69"/>
                      <a:pt x="85" y="60"/>
                    </a:cubicBezTo>
                    <a:lnTo>
                      <a:pt x="85" y="60"/>
                    </a:lnTo>
                    <a:cubicBezTo>
                      <a:pt x="77" y="76"/>
                      <a:pt x="110" y="93"/>
                      <a:pt x="110" y="110"/>
                    </a:cubicBezTo>
                    <a:cubicBezTo>
                      <a:pt x="131" y="117"/>
                      <a:pt x="148" y="119"/>
                      <a:pt x="164" y="119"/>
                    </a:cubicBezTo>
                    <a:cubicBezTo>
                      <a:pt x="224" y="119"/>
                      <a:pt x="259" y="82"/>
                      <a:pt x="331" y="82"/>
                    </a:cubicBezTo>
                    <a:cubicBezTo>
                      <a:pt x="341" y="82"/>
                      <a:pt x="352" y="83"/>
                      <a:pt x="364" y="85"/>
                    </a:cubicBezTo>
                    <a:cubicBezTo>
                      <a:pt x="356" y="101"/>
                      <a:pt x="326" y="117"/>
                      <a:pt x="384" y="119"/>
                    </a:cubicBezTo>
                    <a:lnTo>
                      <a:pt x="384" y="119"/>
                    </a:lnTo>
                    <a:cubicBezTo>
                      <a:pt x="391" y="118"/>
                      <a:pt x="398" y="118"/>
                      <a:pt x="403" y="118"/>
                    </a:cubicBezTo>
                    <a:cubicBezTo>
                      <a:pt x="465" y="118"/>
                      <a:pt x="475" y="140"/>
                      <a:pt x="498" y="140"/>
                    </a:cubicBezTo>
                    <a:cubicBezTo>
                      <a:pt x="510" y="140"/>
                      <a:pt x="524" y="134"/>
                      <a:pt x="550" y="119"/>
                    </a:cubicBezTo>
                    <a:lnTo>
                      <a:pt x="550" y="153"/>
                    </a:lnTo>
                    <a:cubicBezTo>
                      <a:pt x="626" y="136"/>
                      <a:pt x="703" y="136"/>
                      <a:pt x="779" y="136"/>
                    </a:cubicBezTo>
                    <a:cubicBezTo>
                      <a:pt x="825" y="131"/>
                      <a:pt x="874" y="129"/>
                      <a:pt x="923" y="129"/>
                    </a:cubicBezTo>
                    <a:cubicBezTo>
                      <a:pt x="971" y="129"/>
                      <a:pt x="1020" y="131"/>
                      <a:pt x="1066" y="136"/>
                    </a:cubicBezTo>
                    <a:lnTo>
                      <a:pt x="973" y="170"/>
                    </a:lnTo>
                    <a:cubicBezTo>
                      <a:pt x="987" y="173"/>
                      <a:pt x="998" y="174"/>
                      <a:pt x="1008" y="174"/>
                    </a:cubicBezTo>
                    <a:cubicBezTo>
                      <a:pt x="1049" y="174"/>
                      <a:pt x="1066" y="153"/>
                      <a:pt x="1100" y="153"/>
                    </a:cubicBezTo>
                    <a:cubicBezTo>
                      <a:pt x="1100" y="153"/>
                      <a:pt x="1100" y="178"/>
                      <a:pt x="1078" y="185"/>
                    </a:cubicBezTo>
                    <a:lnTo>
                      <a:pt x="1078" y="185"/>
                    </a:lnTo>
                    <a:lnTo>
                      <a:pt x="1303" y="153"/>
                    </a:lnTo>
                    <a:cubicBezTo>
                      <a:pt x="1346" y="136"/>
                      <a:pt x="1278" y="127"/>
                      <a:pt x="1269" y="119"/>
                    </a:cubicBezTo>
                    <a:cubicBezTo>
                      <a:pt x="1277" y="114"/>
                      <a:pt x="1291" y="112"/>
                      <a:pt x="1307" y="112"/>
                    </a:cubicBezTo>
                    <a:cubicBezTo>
                      <a:pt x="1346" y="112"/>
                      <a:pt x="1396" y="124"/>
                      <a:pt x="1396" y="136"/>
                    </a:cubicBezTo>
                    <a:cubicBezTo>
                      <a:pt x="1388" y="136"/>
                      <a:pt x="1329" y="144"/>
                      <a:pt x="1362" y="161"/>
                    </a:cubicBezTo>
                    <a:lnTo>
                      <a:pt x="1447" y="119"/>
                    </a:lnTo>
                    <a:lnTo>
                      <a:pt x="1447" y="119"/>
                    </a:lnTo>
                    <a:cubicBezTo>
                      <a:pt x="1549" y="153"/>
                      <a:pt x="1362" y="170"/>
                      <a:pt x="1312" y="186"/>
                    </a:cubicBezTo>
                    <a:cubicBezTo>
                      <a:pt x="1327" y="188"/>
                      <a:pt x="1341" y="188"/>
                      <a:pt x="1353" y="188"/>
                    </a:cubicBezTo>
                    <a:cubicBezTo>
                      <a:pt x="1403" y="188"/>
                      <a:pt x="1437" y="180"/>
                      <a:pt x="1487" y="180"/>
                    </a:cubicBezTo>
                    <a:cubicBezTo>
                      <a:pt x="1509" y="180"/>
                      <a:pt x="1534" y="182"/>
                      <a:pt x="1565" y="186"/>
                    </a:cubicBezTo>
                    <a:cubicBezTo>
                      <a:pt x="1540" y="178"/>
                      <a:pt x="1515" y="170"/>
                      <a:pt x="1489" y="153"/>
                    </a:cubicBezTo>
                    <a:cubicBezTo>
                      <a:pt x="1489" y="139"/>
                      <a:pt x="1507" y="135"/>
                      <a:pt x="1533" y="135"/>
                    </a:cubicBezTo>
                    <a:cubicBezTo>
                      <a:pt x="1572" y="135"/>
                      <a:pt x="1630" y="144"/>
                      <a:pt x="1675" y="144"/>
                    </a:cubicBezTo>
                    <a:cubicBezTo>
                      <a:pt x="1625" y="127"/>
                      <a:pt x="1659" y="119"/>
                      <a:pt x="1692" y="110"/>
                    </a:cubicBezTo>
                    <a:lnTo>
                      <a:pt x="1709" y="110"/>
                    </a:lnTo>
                    <a:cubicBezTo>
                      <a:pt x="1709" y="110"/>
                      <a:pt x="1709" y="102"/>
                      <a:pt x="1701" y="93"/>
                    </a:cubicBezTo>
                    <a:cubicBezTo>
                      <a:pt x="1650" y="93"/>
                      <a:pt x="1599" y="85"/>
                      <a:pt x="1549" y="68"/>
                    </a:cubicBezTo>
                    <a:lnTo>
                      <a:pt x="1549" y="68"/>
                    </a:lnTo>
                    <a:cubicBezTo>
                      <a:pt x="1561" y="86"/>
                      <a:pt x="1546" y="91"/>
                      <a:pt x="1520" y="91"/>
                    </a:cubicBezTo>
                    <a:cubicBezTo>
                      <a:pt x="1484" y="91"/>
                      <a:pt x="1426" y="81"/>
                      <a:pt x="1385" y="81"/>
                    </a:cubicBezTo>
                    <a:cubicBezTo>
                      <a:pt x="1373" y="81"/>
                      <a:pt x="1362" y="82"/>
                      <a:pt x="1354" y="85"/>
                    </a:cubicBezTo>
                    <a:lnTo>
                      <a:pt x="1269" y="85"/>
                    </a:lnTo>
                    <a:cubicBezTo>
                      <a:pt x="1269" y="77"/>
                      <a:pt x="1269" y="69"/>
                      <a:pt x="1306" y="61"/>
                    </a:cubicBezTo>
                    <a:lnTo>
                      <a:pt x="1306" y="61"/>
                    </a:lnTo>
                    <a:cubicBezTo>
                      <a:pt x="1269" y="67"/>
                      <a:pt x="1185" y="60"/>
                      <a:pt x="1193" y="76"/>
                    </a:cubicBezTo>
                    <a:lnTo>
                      <a:pt x="973" y="60"/>
                    </a:lnTo>
                    <a:cubicBezTo>
                      <a:pt x="965" y="60"/>
                      <a:pt x="965" y="51"/>
                      <a:pt x="956" y="51"/>
                    </a:cubicBezTo>
                    <a:cubicBezTo>
                      <a:pt x="948" y="51"/>
                      <a:pt x="948" y="51"/>
                      <a:pt x="948" y="60"/>
                    </a:cubicBezTo>
                    <a:lnTo>
                      <a:pt x="29" y="2"/>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10"/>
              <p:cNvSpPr/>
              <p:nvPr/>
            </p:nvSpPr>
            <p:spPr>
              <a:xfrm>
                <a:off x="2639525" y="3707750"/>
                <a:ext cx="1075" cy="25"/>
              </a:xfrm>
              <a:custGeom>
                <a:rect b="b" l="l" r="r" t="t"/>
                <a:pathLst>
                  <a:path extrusionOk="0" h="1" w="43">
                    <a:moveTo>
                      <a:pt x="0" y="0"/>
                    </a:moveTo>
                    <a:cubicBezTo>
                      <a:pt x="9" y="0"/>
                      <a:pt x="26" y="0"/>
                      <a:pt x="43"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10"/>
              <p:cNvSpPr/>
              <p:nvPr/>
            </p:nvSpPr>
            <p:spPr>
              <a:xfrm>
                <a:off x="2598925" y="3702450"/>
                <a:ext cx="1500" cy="25"/>
              </a:xfrm>
              <a:custGeom>
                <a:rect b="b" l="l" r="r" t="t"/>
                <a:pathLst>
                  <a:path extrusionOk="0" h="1" w="60">
                    <a:moveTo>
                      <a:pt x="0" y="1"/>
                    </a:moveTo>
                    <a:lnTo>
                      <a:pt x="59" y="1"/>
                    </a:lnTo>
                    <a:cubicBezTo>
                      <a:pt x="43" y="1"/>
                      <a:pt x="17" y="1"/>
                      <a:pt x="0"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10"/>
              <p:cNvSpPr/>
              <p:nvPr/>
            </p:nvSpPr>
            <p:spPr>
              <a:xfrm>
                <a:off x="2645025" y="3705625"/>
                <a:ext cx="3825" cy="875"/>
              </a:xfrm>
              <a:custGeom>
                <a:rect b="b" l="l" r="r" t="t"/>
                <a:pathLst>
                  <a:path extrusionOk="0" h="35" w="153">
                    <a:moveTo>
                      <a:pt x="9" y="1"/>
                    </a:moveTo>
                    <a:cubicBezTo>
                      <a:pt x="9" y="9"/>
                      <a:pt x="0" y="26"/>
                      <a:pt x="0" y="35"/>
                    </a:cubicBezTo>
                    <a:lnTo>
                      <a:pt x="119" y="35"/>
                    </a:lnTo>
                    <a:cubicBezTo>
                      <a:pt x="77" y="18"/>
                      <a:pt x="144" y="18"/>
                      <a:pt x="153" y="9"/>
                    </a:cubicBezTo>
                    <a:lnTo>
                      <a:pt x="9"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10"/>
              <p:cNvSpPr/>
              <p:nvPr/>
            </p:nvSpPr>
            <p:spPr>
              <a:xfrm>
                <a:off x="2643325" y="3705000"/>
                <a:ext cx="1925" cy="450"/>
              </a:xfrm>
              <a:custGeom>
                <a:rect b="b" l="l" r="r" t="t"/>
                <a:pathLst>
                  <a:path extrusionOk="0" h="18" w="77">
                    <a:moveTo>
                      <a:pt x="43" y="0"/>
                    </a:moveTo>
                    <a:cubicBezTo>
                      <a:pt x="26" y="9"/>
                      <a:pt x="18" y="17"/>
                      <a:pt x="1" y="17"/>
                    </a:cubicBezTo>
                    <a:lnTo>
                      <a:pt x="77" y="17"/>
                    </a:lnTo>
                    <a:cubicBezTo>
                      <a:pt x="77" y="17"/>
                      <a:pt x="68" y="9"/>
                      <a:pt x="43"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10"/>
              <p:cNvSpPr/>
              <p:nvPr/>
            </p:nvSpPr>
            <p:spPr>
              <a:xfrm>
                <a:off x="2642050" y="3719375"/>
                <a:ext cx="1725" cy="250"/>
              </a:xfrm>
              <a:custGeom>
                <a:rect b="b" l="l" r="r" t="t"/>
                <a:pathLst>
                  <a:path extrusionOk="0" h="10" w="69">
                    <a:moveTo>
                      <a:pt x="43" y="1"/>
                    </a:moveTo>
                    <a:lnTo>
                      <a:pt x="1" y="9"/>
                    </a:lnTo>
                    <a:lnTo>
                      <a:pt x="69"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10"/>
              <p:cNvSpPr/>
              <p:nvPr/>
            </p:nvSpPr>
            <p:spPr>
              <a:xfrm>
                <a:off x="2633825" y="3717475"/>
                <a:ext cx="2550" cy="375"/>
              </a:xfrm>
              <a:custGeom>
                <a:rect b="b" l="l" r="r" t="t"/>
                <a:pathLst>
                  <a:path extrusionOk="0" h="15" w="102">
                    <a:moveTo>
                      <a:pt x="0" y="1"/>
                    </a:moveTo>
                    <a:cubicBezTo>
                      <a:pt x="20" y="10"/>
                      <a:pt x="40" y="15"/>
                      <a:pt x="60" y="15"/>
                    </a:cubicBezTo>
                    <a:cubicBezTo>
                      <a:pt x="74" y="15"/>
                      <a:pt x="88" y="13"/>
                      <a:pt x="102" y="9"/>
                    </a:cubicBezTo>
                    <a:cubicBezTo>
                      <a:pt x="68" y="1"/>
                      <a:pt x="34" y="1"/>
                      <a:pt x="0"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10"/>
              <p:cNvSpPr/>
              <p:nvPr/>
            </p:nvSpPr>
            <p:spPr>
              <a:xfrm>
                <a:off x="2633825" y="3721925"/>
                <a:ext cx="1700" cy="225"/>
              </a:xfrm>
              <a:custGeom>
                <a:rect b="b" l="l" r="r" t="t"/>
                <a:pathLst>
                  <a:path extrusionOk="0" h="9" w="68">
                    <a:moveTo>
                      <a:pt x="68" y="0"/>
                    </a:moveTo>
                    <a:lnTo>
                      <a:pt x="0" y="9"/>
                    </a:lnTo>
                    <a:lnTo>
                      <a:pt x="9" y="9"/>
                    </a:lnTo>
                    <a:lnTo>
                      <a:pt x="68"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10"/>
              <p:cNvSpPr/>
              <p:nvPr/>
            </p:nvSpPr>
            <p:spPr>
              <a:xfrm>
                <a:off x="2586225" y="3704375"/>
                <a:ext cx="25" cy="25"/>
              </a:xfrm>
              <a:custGeom>
                <a:rect b="b" l="l" r="r" t="t"/>
                <a:pathLst>
                  <a:path extrusionOk="0" h="1" w="1">
                    <a:moveTo>
                      <a:pt x="1" y="0"/>
                    </a:move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10"/>
              <p:cNvSpPr/>
              <p:nvPr/>
            </p:nvSpPr>
            <p:spPr>
              <a:xfrm>
                <a:off x="2575025" y="3701825"/>
                <a:ext cx="27725" cy="2975"/>
              </a:xfrm>
              <a:custGeom>
                <a:rect b="b" l="l" r="r" t="t"/>
                <a:pathLst>
                  <a:path extrusionOk="0" h="119" w="1109">
                    <a:moveTo>
                      <a:pt x="93" y="1"/>
                    </a:moveTo>
                    <a:lnTo>
                      <a:pt x="93" y="1"/>
                    </a:lnTo>
                    <a:cubicBezTo>
                      <a:pt x="0" y="9"/>
                      <a:pt x="144" y="43"/>
                      <a:pt x="76" y="68"/>
                    </a:cubicBezTo>
                    <a:cubicBezTo>
                      <a:pt x="140" y="74"/>
                      <a:pt x="226" y="85"/>
                      <a:pt x="284" y="85"/>
                    </a:cubicBezTo>
                    <a:cubicBezTo>
                      <a:pt x="316" y="85"/>
                      <a:pt x="340" y="82"/>
                      <a:pt x="346" y="71"/>
                    </a:cubicBezTo>
                    <a:lnTo>
                      <a:pt x="346" y="71"/>
                    </a:lnTo>
                    <a:cubicBezTo>
                      <a:pt x="346" y="75"/>
                      <a:pt x="348" y="80"/>
                      <a:pt x="364" y="85"/>
                    </a:cubicBezTo>
                    <a:lnTo>
                      <a:pt x="423" y="60"/>
                    </a:lnTo>
                    <a:lnTo>
                      <a:pt x="364" y="43"/>
                    </a:lnTo>
                    <a:cubicBezTo>
                      <a:pt x="406" y="36"/>
                      <a:pt x="450" y="32"/>
                      <a:pt x="493" y="32"/>
                    </a:cubicBezTo>
                    <a:cubicBezTo>
                      <a:pt x="554" y="32"/>
                      <a:pt x="614" y="40"/>
                      <a:pt x="669" y="60"/>
                    </a:cubicBezTo>
                    <a:cubicBezTo>
                      <a:pt x="578" y="60"/>
                      <a:pt x="592" y="85"/>
                      <a:pt x="530" y="85"/>
                    </a:cubicBezTo>
                    <a:cubicBezTo>
                      <a:pt x="511" y="85"/>
                      <a:pt x="486" y="83"/>
                      <a:pt x="449" y="77"/>
                    </a:cubicBezTo>
                    <a:lnTo>
                      <a:pt x="449" y="77"/>
                    </a:lnTo>
                    <a:cubicBezTo>
                      <a:pt x="457" y="85"/>
                      <a:pt x="483" y="102"/>
                      <a:pt x="449" y="111"/>
                    </a:cubicBezTo>
                    <a:cubicBezTo>
                      <a:pt x="635" y="119"/>
                      <a:pt x="821" y="119"/>
                      <a:pt x="1007" y="119"/>
                    </a:cubicBezTo>
                    <a:cubicBezTo>
                      <a:pt x="855" y="77"/>
                      <a:pt x="1109" y="94"/>
                      <a:pt x="1066" y="51"/>
                    </a:cubicBezTo>
                    <a:lnTo>
                      <a:pt x="1066" y="51"/>
                    </a:lnTo>
                    <a:lnTo>
                      <a:pt x="982" y="60"/>
                    </a:lnTo>
                    <a:lnTo>
                      <a:pt x="990" y="51"/>
                    </a:lnTo>
                    <a:lnTo>
                      <a:pt x="880" y="51"/>
                    </a:lnTo>
                    <a:cubicBezTo>
                      <a:pt x="897" y="68"/>
                      <a:pt x="914" y="77"/>
                      <a:pt x="914" y="94"/>
                    </a:cubicBezTo>
                    <a:cubicBezTo>
                      <a:pt x="779" y="77"/>
                      <a:pt x="872" y="68"/>
                      <a:pt x="770" y="34"/>
                    </a:cubicBezTo>
                    <a:lnTo>
                      <a:pt x="618" y="26"/>
                    </a:lnTo>
                    <a:lnTo>
                      <a:pt x="609" y="26"/>
                    </a:lnTo>
                    <a:lnTo>
                      <a:pt x="93"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10"/>
              <p:cNvSpPr/>
              <p:nvPr/>
            </p:nvSpPr>
            <p:spPr>
              <a:xfrm>
                <a:off x="2552825" y="3701825"/>
                <a:ext cx="25" cy="25"/>
              </a:xfrm>
              <a:custGeom>
                <a:rect b="b" l="l" r="r" t="t"/>
                <a:pathLst>
                  <a:path extrusionOk="0" h="1" w="1">
                    <a:moveTo>
                      <a:pt x="0" y="1"/>
                    </a:moveTo>
                    <a:lnTo>
                      <a:pt x="0" y="1"/>
                    </a:lnTo>
                    <a:cubicBezTo>
                      <a:pt x="0" y="1"/>
                      <a:pt x="0" y="1"/>
                      <a:pt x="0"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10"/>
              <p:cNvSpPr/>
              <p:nvPr/>
            </p:nvSpPr>
            <p:spPr>
              <a:xfrm>
                <a:off x="2553025" y="3701200"/>
                <a:ext cx="3825" cy="875"/>
              </a:xfrm>
              <a:custGeom>
                <a:rect b="b" l="l" r="r" t="t"/>
                <a:pathLst>
                  <a:path extrusionOk="0" h="35" w="153">
                    <a:moveTo>
                      <a:pt x="9" y="0"/>
                    </a:moveTo>
                    <a:lnTo>
                      <a:pt x="1" y="26"/>
                    </a:lnTo>
                    <a:cubicBezTo>
                      <a:pt x="13" y="21"/>
                      <a:pt x="26" y="19"/>
                      <a:pt x="39" y="19"/>
                    </a:cubicBezTo>
                    <a:cubicBezTo>
                      <a:pt x="51" y="19"/>
                      <a:pt x="64" y="21"/>
                      <a:pt x="77" y="26"/>
                    </a:cubicBezTo>
                    <a:lnTo>
                      <a:pt x="60" y="34"/>
                    </a:lnTo>
                    <a:lnTo>
                      <a:pt x="60" y="34"/>
                    </a:lnTo>
                    <a:lnTo>
                      <a:pt x="153" y="9"/>
                    </a:lnTo>
                    <a:lnTo>
                      <a:pt x="9"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10"/>
              <p:cNvSpPr/>
              <p:nvPr/>
            </p:nvSpPr>
            <p:spPr>
              <a:xfrm>
                <a:off x="2556625" y="3700975"/>
                <a:ext cx="2975" cy="1550"/>
              </a:xfrm>
              <a:custGeom>
                <a:rect b="b" l="l" r="r" t="t"/>
                <a:pathLst>
                  <a:path extrusionOk="0" h="62" w="119">
                    <a:moveTo>
                      <a:pt x="119" y="1"/>
                    </a:moveTo>
                    <a:lnTo>
                      <a:pt x="119" y="1"/>
                    </a:lnTo>
                    <a:cubicBezTo>
                      <a:pt x="43" y="9"/>
                      <a:pt x="43" y="35"/>
                      <a:pt x="85" y="51"/>
                    </a:cubicBezTo>
                    <a:cubicBezTo>
                      <a:pt x="79" y="52"/>
                      <a:pt x="73" y="53"/>
                      <a:pt x="68" y="53"/>
                    </a:cubicBezTo>
                    <a:cubicBezTo>
                      <a:pt x="35" y="53"/>
                      <a:pt x="39" y="35"/>
                      <a:pt x="25" y="35"/>
                    </a:cubicBezTo>
                    <a:cubicBezTo>
                      <a:pt x="20" y="35"/>
                      <a:pt x="12" y="37"/>
                      <a:pt x="0" y="43"/>
                    </a:cubicBezTo>
                    <a:cubicBezTo>
                      <a:pt x="0" y="58"/>
                      <a:pt x="31" y="61"/>
                      <a:pt x="61" y="61"/>
                    </a:cubicBezTo>
                    <a:cubicBezTo>
                      <a:pt x="81" y="61"/>
                      <a:pt x="100" y="60"/>
                      <a:pt x="110" y="60"/>
                    </a:cubicBezTo>
                    <a:lnTo>
                      <a:pt x="119"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10"/>
              <p:cNvSpPr/>
              <p:nvPr/>
            </p:nvSpPr>
            <p:spPr>
              <a:xfrm>
                <a:off x="2572700" y="3702250"/>
                <a:ext cx="1300" cy="450"/>
              </a:xfrm>
              <a:custGeom>
                <a:rect b="b" l="l" r="r" t="t"/>
                <a:pathLst>
                  <a:path extrusionOk="0" h="18" w="52">
                    <a:moveTo>
                      <a:pt x="17" y="0"/>
                    </a:moveTo>
                    <a:lnTo>
                      <a:pt x="0" y="17"/>
                    </a:lnTo>
                    <a:lnTo>
                      <a:pt x="51" y="17"/>
                    </a:lnTo>
                    <a:lnTo>
                      <a:pt x="17"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10"/>
              <p:cNvSpPr/>
              <p:nvPr/>
            </p:nvSpPr>
            <p:spPr>
              <a:xfrm>
                <a:off x="2571425" y="3702450"/>
                <a:ext cx="1300" cy="675"/>
              </a:xfrm>
              <a:custGeom>
                <a:rect b="b" l="l" r="r" t="t"/>
                <a:pathLst>
                  <a:path extrusionOk="0" h="27" w="52">
                    <a:moveTo>
                      <a:pt x="1" y="1"/>
                    </a:moveTo>
                    <a:cubicBezTo>
                      <a:pt x="1" y="9"/>
                      <a:pt x="1" y="18"/>
                      <a:pt x="9" y="26"/>
                    </a:cubicBezTo>
                    <a:lnTo>
                      <a:pt x="51" y="9"/>
                    </a:lnTo>
                    <a:lnTo>
                      <a:pt x="1"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10"/>
              <p:cNvSpPr/>
              <p:nvPr/>
            </p:nvSpPr>
            <p:spPr>
              <a:xfrm>
                <a:off x="2566150" y="3701625"/>
                <a:ext cx="1925" cy="225"/>
              </a:xfrm>
              <a:custGeom>
                <a:rect b="b" l="l" r="r" t="t"/>
                <a:pathLst>
                  <a:path extrusionOk="0" h="9" w="77">
                    <a:moveTo>
                      <a:pt x="76" y="9"/>
                    </a:moveTo>
                    <a:lnTo>
                      <a:pt x="0"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10"/>
              <p:cNvSpPr/>
              <p:nvPr/>
            </p:nvSpPr>
            <p:spPr>
              <a:xfrm>
                <a:off x="2568050" y="3702250"/>
                <a:ext cx="1500" cy="225"/>
              </a:xfrm>
              <a:custGeom>
                <a:rect b="b" l="l" r="r" t="t"/>
                <a:pathLst>
                  <a:path extrusionOk="0" h="9" w="60">
                    <a:moveTo>
                      <a:pt x="59" y="9"/>
                    </a:moveTo>
                    <a:lnTo>
                      <a:pt x="59" y="9"/>
                    </a:lnTo>
                    <a:lnTo>
                      <a:pt x="0"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10"/>
              <p:cNvSpPr/>
              <p:nvPr/>
            </p:nvSpPr>
            <p:spPr>
              <a:xfrm>
                <a:off x="2569100" y="3701200"/>
                <a:ext cx="2350" cy="1275"/>
              </a:xfrm>
              <a:custGeom>
                <a:rect b="b" l="l" r="r" t="t"/>
                <a:pathLst>
                  <a:path extrusionOk="0" h="51" w="94">
                    <a:moveTo>
                      <a:pt x="0" y="0"/>
                    </a:moveTo>
                    <a:lnTo>
                      <a:pt x="17" y="34"/>
                    </a:lnTo>
                    <a:lnTo>
                      <a:pt x="94" y="51"/>
                    </a:lnTo>
                    <a:cubicBezTo>
                      <a:pt x="85" y="26"/>
                      <a:pt x="77" y="0"/>
                      <a:pt x="0"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10"/>
              <p:cNvSpPr/>
              <p:nvPr/>
            </p:nvSpPr>
            <p:spPr>
              <a:xfrm>
                <a:off x="2622400" y="3720425"/>
                <a:ext cx="1700" cy="250"/>
              </a:xfrm>
              <a:custGeom>
                <a:rect b="b" l="l" r="r" t="t"/>
                <a:pathLst>
                  <a:path extrusionOk="0" h="10" w="68">
                    <a:moveTo>
                      <a:pt x="59" y="1"/>
                    </a:moveTo>
                    <a:lnTo>
                      <a:pt x="0" y="9"/>
                    </a:lnTo>
                    <a:lnTo>
                      <a:pt x="9" y="9"/>
                    </a:lnTo>
                    <a:lnTo>
                      <a:pt x="68"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10"/>
              <p:cNvSpPr/>
              <p:nvPr/>
            </p:nvSpPr>
            <p:spPr>
              <a:xfrm>
                <a:off x="2614575" y="3719375"/>
                <a:ext cx="1075" cy="250"/>
              </a:xfrm>
              <a:custGeom>
                <a:rect b="b" l="l" r="r" t="t"/>
                <a:pathLst>
                  <a:path extrusionOk="0" h="10" w="43">
                    <a:moveTo>
                      <a:pt x="43" y="1"/>
                    </a:moveTo>
                    <a:cubicBezTo>
                      <a:pt x="34" y="1"/>
                      <a:pt x="28" y="3"/>
                      <a:pt x="21" y="5"/>
                    </a:cubicBezTo>
                    <a:lnTo>
                      <a:pt x="21" y="5"/>
                    </a:lnTo>
                    <a:lnTo>
                      <a:pt x="43" y="1"/>
                    </a:lnTo>
                    <a:close/>
                    <a:moveTo>
                      <a:pt x="21" y="5"/>
                    </a:moveTo>
                    <a:lnTo>
                      <a:pt x="0" y="9"/>
                    </a:lnTo>
                    <a:cubicBezTo>
                      <a:pt x="9" y="9"/>
                      <a:pt x="15" y="7"/>
                      <a:pt x="21" y="5"/>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10"/>
              <p:cNvSpPr/>
              <p:nvPr/>
            </p:nvSpPr>
            <p:spPr>
              <a:xfrm>
                <a:off x="2604200" y="3719250"/>
                <a:ext cx="10400" cy="3925"/>
              </a:xfrm>
              <a:custGeom>
                <a:rect b="b" l="l" r="r" t="t"/>
                <a:pathLst>
                  <a:path extrusionOk="0" h="157" w="416">
                    <a:moveTo>
                      <a:pt x="163" y="1"/>
                    </a:moveTo>
                    <a:cubicBezTo>
                      <a:pt x="126" y="1"/>
                      <a:pt x="90" y="4"/>
                      <a:pt x="60" y="14"/>
                    </a:cubicBezTo>
                    <a:cubicBezTo>
                      <a:pt x="1" y="40"/>
                      <a:pt x="35" y="90"/>
                      <a:pt x="26" y="141"/>
                    </a:cubicBezTo>
                    <a:cubicBezTo>
                      <a:pt x="36" y="146"/>
                      <a:pt x="87" y="156"/>
                      <a:pt x="131" y="156"/>
                    </a:cubicBezTo>
                    <a:cubicBezTo>
                      <a:pt x="164" y="156"/>
                      <a:pt x="192" y="151"/>
                      <a:pt x="195" y="133"/>
                    </a:cubicBezTo>
                    <a:cubicBezTo>
                      <a:pt x="128" y="107"/>
                      <a:pt x="288" y="107"/>
                      <a:pt x="161" y="90"/>
                    </a:cubicBezTo>
                    <a:cubicBezTo>
                      <a:pt x="155" y="77"/>
                      <a:pt x="188" y="59"/>
                      <a:pt x="231" y="59"/>
                    </a:cubicBezTo>
                    <a:cubicBezTo>
                      <a:pt x="244" y="59"/>
                      <a:pt x="258" y="61"/>
                      <a:pt x="271" y="65"/>
                    </a:cubicBezTo>
                    <a:cubicBezTo>
                      <a:pt x="263" y="82"/>
                      <a:pt x="212" y="73"/>
                      <a:pt x="246" y="90"/>
                    </a:cubicBezTo>
                    <a:cubicBezTo>
                      <a:pt x="288" y="73"/>
                      <a:pt x="305" y="90"/>
                      <a:pt x="288" y="56"/>
                    </a:cubicBezTo>
                    <a:cubicBezTo>
                      <a:pt x="331" y="48"/>
                      <a:pt x="373" y="31"/>
                      <a:pt x="415" y="14"/>
                    </a:cubicBezTo>
                    <a:lnTo>
                      <a:pt x="415" y="14"/>
                    </a:lnTo>
                    <a:cubicBezTo>
                      <a:pt x="407" y="15"/>
                      <a:pt x="399" y="15"/>
                      <a:pt x="389" y="15"/>
                    </a:cubicBezTo>
                    <a:cubicBezTo>
                      <a:pt x="329" y="15"/>
                      <a:pt x="242" y="1"/>
                      <a:pt x="163"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10"/>
              <p:cNvSpPr/>
              <p:nvPr/>
            </p:nvSpPr>
            <p:spPr>
              <a:xfrm>
                <a:off x="2611600" y="3723850"/>
                <a:ext cx="1525" cy="200"/>
              </a:xfrm>
              <a:custGeom>
                <a:rect b="b" l="l" r="r" t="t"/>
                <a:pathLst>
                  <a:path extrusionOk="0" h="8" w="61">
                    <a:moveTo>
                      <a:pt x="50" y="0"/>
                    </a:moveTo>
                    <a:cubicBezTo>
                      <a:pt x="38" y="0"/>
                      <a:pt x="18" y="8"/>
                      <a:pt x="1" y="8"/>
                    </a:cubicBezTo>
                    <a:lnTo>
                      <a:pt x="60" y="8"/>
                    </a:lnTo>
                    <a:cubicBezTo>
                      <a:pt x="60" y="2"/>
                      <a:pt x="56" y="0"/>
                      <a:pt x="50"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10"/>
              <p:cNvSpPr/>
              <p:nvPr/>
            </p:nvSpPr>
            <p:spPr>
              <a:xfrm>
                <a:off x="2592575" y="3713250"/>
                <a:ext cx="2350" cy="650"/>
              </a:xfrm>
              <a:custGeom>
                <a:rect b="b" l="l" r="r" t="t"/>
                <a:pathLst>
                  <a:path extrusionOk="0" h="26" w="94">
                    <a:moveTo>
                      <a:pt x="60" y="0"/>
                    </a:moveTo>
                    <a:cubicBezTo>
                      <a:pt x="60" y="9"/>
                      <a:pt x="0" y="9"/>
                      <a:pt x="9" y="26"/>
                    </a:cubicBezTo>
                    <a:lnTo>
                      <a:pt x="94" y="26"/>
                    </a:lnTo>
                    <a:cubicBezTo>
                      <a:pt x="85" y="26"/>
                      <a:pt x="68" y="17"/>
                      <a:pt x="60"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10"/>
              <p:cNvSpPr/>
              <p:nvPr/>
            </p:nvSpPr>
            <p:spPr>
              <a:xfrm>
                <a:off x="2594900" y="3713875"/>
                <a:ext cx="1075" cy="25"/>
              </a:xfrm>
              <a:custGeom>
                <a:rect b="b" l="l" r="r" t="t"/>
                <a:pathLst>
                  <a:path extrusionOk="0" h="1" w="43">
                    <a:moveTo>
                      <a:pt x="43" y="1"/>
                    </a:moveTo>
                    <a:lnTo>
                      <a:pt x="1" y="1"/>
                    </a:lnTo>
                    <a:cubicBezTo>
                      <a:pt x="17" y="1"/>
                      <a:pt x="26" y="1"/>
                      <a:pt x="43"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10"/>
              <p:cNvSpPr/>
              <p:nvPr/>
            </p:nvSpPr>
            <p:spPr>
              <a:xfrm>
                <a:off x="2594050" y="3713250"/>
                <a:ext cx="250" cy="25"/>
              </a:xfrm>
              <a:custGeom>
                <a:rect b="b" l="l" r="r" t="t"/>
                <a:pathLst>
                  <a:path extrusionOk="0" h="1" w="10">
                    <a:moveTo>
                      <a:pt x="1" y="0"/>
                    </a:moveTo>
                    <a:lnTo>
                      <a:pt x="1" y="0"/>
                    </a:lnTo>
                    <a:cubicBezTo>
                      <a:pt x="1" y="0"/>
                      <a:pt x="9" y="0"/>
                      <a:pt x="1"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10"/>
              <p:cNvSpPr/>
              <p:nvPr/>
            </p:nvSpPr>
            <p:spPr>
              <a:xfrm>
                <a:off x="2561275" y="3701025"/>
                <a:ext cx="1500" cy="200"/>
              </a:xfrm>
              <a:custGeom>
                <a:rect b="b" l="l" r="r" t="t"/>
                <a:pathLst>
                  <a:path extrusionOk="0" h="8" w="60">
                    <a:moveTo>
                      <a:pt x="40" y="1"/>
                    </a:moveTo>
                    <a:cubicBezTo>
                      <a:pt x="28" y="1"/>
                      <a:pt x="13" y="3"/>
                      <a:pt x="0" y="7"/>
                    </a:cubicBezTo>
                    <a:lnTo>
                      <a:pt x="60" y="7"/>
                    </a:lnTo>
                    <a:cubicBezTo>
                      <a:pt x="60" y="3"/>
                      <a:pt x="51" y="1"/>
                      <a:pt x="40"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10"/>
              <p:cNvSpPr/>
              <p:nvPr/>
            </p:nvSpPr>
            <p:spPr>
              <a:xfrm>
                <a:off x="2525525" y="3699700"/>
                <a:ext cx="875" cy="450"/>
              </a:xfrm>
              <a:custGeom>
                <a:rect b="b" l="l" r="r" t="t"/>
                <a:pathLst>
                  <a:path extrusionOk="0" h="18" w="35">
                    <a:moveTo>
                      <a:pt x="1" y="1"/>
                    </a:moveTo>
                    <a:lnTo>
                      <a:pt x="1" y="1"/>
                    </a:lnTo>
                    <a:cubicBezTo>
                      <a:pt x="9" y="9"/>
                      <a:pt x="18" y="18"/>
                      <a:pt x="35" y="18"/>
                    </a:cubicBezTo>
                    <a:lnTo>
                      <a:pt x="1"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10"/>
              <p:cNvSpPr/>
              <p:nvPr/>
            </p:nvSpPr>
            <p:spPr>
              <a:xfrm>
                <a:off x="2512200" y="3708600"/>
                <a:ext cx="250" cy="225"/>
              </a:xfrm>
              <a:custGeom>
                <a:rect b="b" l="l" r="r" t="t"/>
                <a:pathLst>
                  <a:path extrusionOk="0" h="9" w="10">
                    <a:moveTo>
                      <a:pt x="9" y="0"/>
                    </a:moveTo>
                    <a:cubicBezTo>
                      <a:pt x="9" y="0"/>
                      <a:pt x="9" y="0"/>
                      <a:pt x="1" y="9"/>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10"/>
              <p:cNvSpPr/>
              <p:nvPr/>
            </p:nvSpPr>
            <p:spPr>
              <a:xfrm>
                <a:off x="2507975" y="3708650"/>
                <a:ext cx="4250" cy="400"/>
              </a:xfrm>
              <a:custGeom>
                <a:rect b="b" l="l" r="r" t="t"/>
                <a:pathLst>
                  <a:path extrusionOk="0" h="16" w="170">
                    <a:moveTo>
                      <a:pt x="80" y="1"/>
                    </a:moveTo>
                    <a:cubicBezTo>
                      <a:pt x="68" y="1"/>
                      <a:pt x="58" y="2"/>
                      <a:pt x="51" y="7"/>
                    </a:cubicBezTo>
                    <a:lnTo>
                      <a:pt x="1" y="15"/>
                    </a:lnTo>
                    <a:cubicBezTo>
                      <a:pt x="55" y="15"/>
                      <a:pt x="110" y="15"/>
                      <a:pt x="158" y="9"/>
                    </a:cubicBezTo>
                    <a:lnTo>
                      <a:pt x="158" y="9"/>
                    </a:lnTo>
                    <a:cubicBezTo>
                      <a:pt x="158" y="9"/>
                      <a:pt x="158" y="9"/>
                      <a:pt x="159" y="9"/>
                    </a:cubicBezTo>
                    <a:cubicBezTo>
                      <a:pt x="163" y="9"/>
                      <a:pt x="167" y="8"/>
                      <a:pt x="170" y="7"/>
                    </a:cubicBezTo>
                    <a:lnTo>
                      <a:pt x="170" y="7"/>
                    </a:lnTo>
                    <a:cubicBezTo>
                      <a:pt x="166" y="7"/>
                      <a:pt x="162" y="8"/>
                      <a:pt x="158" y="9"/>
                    </a:cubicBezTo>
                    <a:lnTo>
                      <a:pt x="158" y="9"/>
                    </a:lnTo>
                    <a:cubicBezTo>
                      <a:pt x="139" y="8"/>
                      <a:pt x="106" y="1"/>
                      <a:pt x="80"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84" name="Shape 784"/>
        <p:cNvGrpSpPr/>
        <p:nvPr/>
      </p:nvGrpSpPr>
      <p:grpSpPr>
        <a:xfrm>
          <a:off x="0" y="0"/>
          <a:ext cx="0" cy="0"/>
          <a:chOff x="0" y="0"/>
          <a:chExt cx="0" cy="0"/>
        </a:xfrm>
      </p:grpSpPr>
      <p:sp>
        <p:nvSpPr>
          <p:cNvPr id="785" name="Google Shape;785;p11"/>
          <p:cNvSpPr/>
          <p:nvPr/>
        </p:nvSpPr>
        <p:spPr>
          <a:xfrm>
            <a:off x="474924" y="1364950"/>
            <a:ext cx="8315907" cy="1892068"/>
          </a:xfrm>
          <a:custGeom>
            <a:rect b="b" l="l" r="r" t="t"/>
            <a:pathLst>
              <a:path extrusionOk="0" h="22020" w="96781">
                <a:moveTo>
                  <a:pt x="92586" y="9703"/>
                </a:moveTo>
                <a:cubicBezTo>
                  <a:pt x="92677" y="9825"/>
                  <a:pt x="92860" y="10098"/>
                  <a:pt x="92890" y="10189"/>
                </a:cubicBezTo>
                <a:cubicBezTo>
                  <a:pt x="92935" y="10234"/>
                  <a:pt x="92914" y="10262"/>
                  <a:pt x="92864" y="10262"/>
                </a:cubicBezTo>
                <a:cubicBezTo>
                  <a:pt x="92846" y="10262"/>
                  <a:pt x="92823" y="10258"/>
                  <a:pt x="92799" y="10250"/>
                </a:cubicBezTo>
                <a:cubicBezTo>
                  <a:pt x="92723" y="10225"/>
                  <a:pt x="92454" y="10071"/>
                  <a:pt x="92315" y="10004"/>
                </a:cubicBezTo>
                <a:lnTo>
                  <a:pt x="92315" y="10004"/>
                </a:lnTo>
                <a:lnTo>
                  <a:pt x="92434" y="9885"/>
                </a:lnTo>
                <a:lnTo>
                  <a:pt x="92586" y="9703"/>
                </a:lnTo>
                <a:close/>
                <a:moveTo>
                  <a:pt x="94480" y="10270"/>
                </a:moveTo>
                <a:cubicBezTo>
                  <a:pt x="94584" y="10326"/>
                  <a:pt x="94719" y="10372"/>
                  <a:pt x="94775" y="10372"/>
                </a:cubicBezTo>
                <a:lnTo>
                  <a:pt x="94775" y="10281"/>
                </a:lnTo>
                <a:lnTo>
                  <a:pt x="94775" y="10271"/>
                </a:lnTo>
                <a:lnTo>
                  <a:pt x="94775" y="10271"/>
                </a:lnTo>
                <a:cubicBezTo>
                  <a:pt x="94754" y="10274"/>
                  <a:pt x="94734" y="10277"/>
                  <a:pt x="94714" y="10281"/>
                </a:cubicBezTo>
                <a:cubicBezTo>
                  <a:pt x="94636" y="10281"/>
                  <a:pt x="94557" y="10277"/>
                  <a:pt x="94480" y="10270"/>
                </a:cubicBezTo>
                <a:close/>
                <a:moveTo>
                  <a:pt x="2716" y="13949"/>
                </a:moveTo>
                <a:cubicBezTo>
                  <a:pt x="2736" y="13949"/>
                  <a:pt x="2754" y="13964"/>
                  <a:pt x="2767" y="13989"/>
                </a:cubicBezTo>
                <a:lnTo>
                  <a:pt x="2767" y="14050"/>
                </a:lnTo>
                <a:cubicBezTo>
                  <a:pt x="2736" y="14141"/>
                  <a:pt x="2797" y="14232"/>
                  <a:pt x="2949" y="14232"/>
                </a:cubicBezTo>
                <a:cubicBezTo>
                  <a:pt x="2949" y="14293"/>
                  <a:pt x="2919" y="14323"/>
                  <a:pt x="2828" y="14323"/>
                </a:cubicBezTo>
                <a:cubicBezTo>
                  <a:pt x="2767" y="14323"/>
                  <a:pt x="2554" y="14141"/>
                  <a:pt x="2615" y="14050"/>
                </a:cubicBezTo>
                <a:cubicBezTo>
                  <a:pt x="2651" y="13978"/>
                  <a:pt x="2686" y="13949"/>
                  <a:pt x="2716" y="13949"/>
                </a:cubicBezTo>
                <a:close/>
                <a:moveTo>
                  <a:pt x="1259" y="15985"/>
                </a:moveTo>
                <a:cubicBezTo>
                  <a:pt x="1298" y="15985"/>
                  <a:pt x="1318" y="16025"/>
                  <a:pt x="1338" y="16025"/>
                </a:cubicBezTo>
                <a:lnTo>
                  <a:pt x="1399" y="16056"/>
                </a:lnTo>
                <a:cubicBezTo>
                  <a:pt x="1460" y="16086"/>
                  <a:pt x="1521" y="16117"/>
                  <a:pt x="1521" y="16147"/>
                </a:cubicBezTo>
                <a:lnTo>
                  <a:pt x="1521" y="16177"/>
                </a:lnTo>
                <a:cubicBezTo>
                  <a:pt x="1460" y="16238"/>
                  <a:pt x="1399" y="16390"/>
                  <a:pt x="1308" y="16390"/>
                </a:cubicBezTo>
                <a:cubicBezTo>
                  <a:pt x="1126" y="16390"/>
                  <a:pt x="1308" y="16238"/>
                  <a:pt x="1186" y="16177"/>
                </a:cubicBezTo>
                <a:cubicBezTo>
                  <a:pt x="1095" y="16086"/>
                  <a:pt x="1126" y="16086"/>
                  <a:pt x="1186" y="16025"/>
                </a:cubicBezTo>
                <a:cubicBezTo>
                  <a:pt x="1217" y="15995"/>
                  <a:pt x="1240" y="15985"/>
                  <a:pt x="1259" y="15985"/>
                </a:cubicBezTo>
                <a:close/>
                <a:moveTo>
                  <a:pt x="29837" y="20641"/>
                </a:moveTo>
                <a:cubicBezTo>
                  <a:pt x="29855" y="20641"/>
                  <a:pt x="29870" y="20642"/>
                  <a:pt x="29880" y="20646"/>
                </a:cubicBezTo>
                <a:cubicBezTo>
                  <a:pt x="29971" y="20646"/>
                  <a:pt x="30001" y="20737"/>
                  <a:pt x="29941" y="20798"/>
                </a:cubicBezTo>
                <a:lnTo>
                  <a:pt x="29880" y="20858"/>
                </a:lnTo>
                <a:cubicBezTo>
                  <a:pt x="29849" y="20889"/>
                  <a:pt x="29789" y="20889"/>
                  <a:pt x="29789" y="20889"/>
                </a:cubicBezTo>
                <a:lnTo>
                  <a:pt x="29667" y="20767"/>
                </a:lnTo>
                <a:cubicBezTo>
                  <a:pt x="29576" y="20798"/>
                  <a:pt x="29492" y="20813"/>
                  <a:pt x="29409" y="20813"/>
                </a:cubicBezTo>
                <a:cubicBezTo>
                  <a:pt x="29325" y="20813"/>
                  <a:pt x="29242" y="20798"/>
                  <a:pt x="29150" y="20767"/>
                </a:cubicBezTo>
                <a:cubicBezTo>
                  <a:pt x="29120" y="20737"/>
                  <a:pt x="29090" y="20676"/>
                  <a:pt x="29090" y="20676"/>
                </a:cubicBezTo>
                <a:cubicBezTo>
                  <a:pt x="29107" y="20667"/>
                  <a:pt x="29125" y="20663"/>
                  <a:pt x="29143" y="20663"/>
                </a:cubicBezTo>
                <a:cubicBezTo>
                  <a:pt x="29186" y="20663"/>
                  <a:pt x="29229" y="20685"/>
                  <a:pt x="29272" y="20706"/>
                </a:cubicBezTo>
                <a:lnTo>
                  <a:pt x="29302" y="20706"/>
                </a:lnTo>
                <a:cubicBezTo>
                  <a:pt x="29309" y="20710"/>
                  <a:pt x="29321" y="20711"/>
                  <a:pt x="29336" y="20711"/>
                </a:cubicBezTo>
                <a:cubicBezTo>
                  <a:pt x="29440" y="20711"/>
                  <a:pt x="29715" y="20641"/>
                  <a:pt x="29837" y="20641"/>
                </a:cubicBezTo>
                <a:close/>
                <a:moveTo>
                  <a:pt x="25655" y="20767"/>
                </a:moveTo>
                <a:lnTo>
                  <a:pt x="25837" y="20919"/>
                </a:lnTo>
                <a:lnTo>
                  <a:pt x="25868" y="20919"/>
                </a:lnTo>
                <a:cubicBezTo>
                  <a:pt x="25891" y="20907"/>
                  <a:pt x="25912" y="20903"/>
                  <a:pt x="25931" y="20903"/>
                </a:cubicBezTo>
                <a:cubicBezTo>
                  <a:pt x="26010" y="20903"/>
                  <a:pt x="26050" y="20991"/>
                  <a:pt x="26050" y="21041"/>
                </a:cubicBezTo>
                <a:cubicBezTo>
                  <a:pt x="26050" y="21060"/>
                  <a:pt x="26032" y="21067"/>
                  <a:pt x="26006" y="21067"/>
                </a:cubicBezTo>
                <a:cubicBezTo>
                  <a:pt x="25949" y="21067"/>
                  <a:pt x="25849" y="21031"/>
                  <a:pt x="25807" y="21010"/>
                </a:cubicBezTo>
                <a:cubicBezTo>
                  <a:pt x="25685" y="20949"/>
                  <a:pt x="25564" y="20889"/>
                  <a:pt x="25442" y="20858"/>
                </a:cubicBezTo>
                <a:cubicBezTo>
                  <a:pt x="25351" y="20858"/>
                  <a:pt x="25442" y="20798"/>
                  <a:pt x="25655" y="20767"/>
                </a:cubicBezTo>
                <a:close/>
                <a:moveTo>
                  <a:pt x="26719" y="20767"/>
                </a:moveTo>
                <a:cubicBezTo>
                  <a:pt x="26840" y="20798"/>
                  <a:pt x="26962" y="20798"/>
                  <a:pt x="27114" y="20798"/>
                </a:cubicBezTo>
                <a:cubicBezTo>
                  <a:pt x="27154" y="20798"/>
                  <a:pt x="27289" y="20770"/>
                  <a:pt x="27384" y="20770"/>
                </a:cubicBezTo>
                <a:cubicBezTo>
                  <a:pt x="27431" y="20770"/>
                  <a:pt x="27468" y="20777"/>
                  <a:pt x="27479" y="20798"/>
                </a:cubicBezTo>
                <a:cubicBezTo>
                  <a:pt x="27539" y="20858"/>
                  <a:pt x="27235" y="20889"/>
                  <a:pt x="27144" y="20889"/>
                </a:cubicBezTo>
                <a:cubicBezTo>
                  <a:pt x="26992" y="20889"/>
                  <a:pt x="26840" y="20919"/>
                  <a:pt x="26719" y="20949"/>
                </a:cubicBezTo>
                <a:cubicBezTo>
                  <a:pt x="26672" y="20973"/>
                  <a:pt x="26515" y="21069"/>
                  <a:pt x="26433" y="21069"/>
                </a:cubicBezTo>
                <a:cubicBezTo>
                  <a:pt x="26409" y="21069"/>
                  <a:pt x="26391" y="21061"/>
                  <a:pt x="26384" y="21041"/>
                </a:cubicBezTo>
                <a:cubicBezTo>
                  <a:pt x="26324" y="20980"/>
                  <a:pt x="26384" y="20919"/>
                  <a:pt x="26506" y="20858"/>
                </a:cubicBezTo>
                <a:lnTo>
                  <a:pt x="26628" y="20798"/>
                </a:lnTo>
                <a:lnTo>
                  <a:pt x="26719" y="20767"/>
                </a:lnTo>
                <a:close/>
                <a:moveTo>
                  <a:pt x="65615" y="20786"/>
                </a:moveTo>
                <a:cubicBezTo>
                  <a:pt x="65633" y="20786"/>
                  <a:pt x="65648" y="20790"/>
                  <a:pt x="65656" y="20798"/>
                </a:cubicBezTo>
                <a:cubicBezTo>
                  <a:pt x="65716" y="20858"/>
                  <a:pt x="65777" y="20949"/>
                  <a:pt x="65868" y="21010"/>
                </a:cubicBezTo>
                <a:cubicBezTo>
                  <a:pt x="65899" y="21041"/>
                  <a:pt x="65899" y="21101"/>
                  <a:pt x="65838" y="21101"/>
                </a:cubicBezTo>
                <a:lnTo>
                  <a:pt x="65838" y="21132"/>
                </a:lnTo>
                <a:cubicBezTo>
                  <a:pt x="65833" y="21135"/>
                  <a:pt x="65826" y="21136"/>
                  <a:pt x="65818" y="21136"/>
                </a:cubicBezTo>
                <a:cubicBezTo>
                  <a:pt x="65736" y="21136"/>
                  <a:pt x="65531" y="21000"/>
                  <a:pt x="65504" y="20889"/>
                </a:cubicBezTo>
                <a:cubicBezTo>
                  <a:pt x="65481" y="20820"/>
                  <a:pt x="65561" y="20786"/>
                  <a:pt x="65615" y="20786"/>
                </a:cubicBezTo>
                <a:close/>
                <a:moveTo>
                  <a:pt x="48591" y="20907"/>
                </a:moveTo>
                <a:cubicBezTo>
                  <a:pt x="48616" y="20907"/>
                  <a:pt x="48640" y="20911"/>
                  <a:pt x="48664" y="20919"/>
                </a:cubicBezTo>
                <a:cubicBezTo>
                  <a:pt x="48816" y="20919"/>
                  <a:pt x="48847" y="21101"/>
                  <a:pt x="48756" y="21132"/>
                </a:cubicBezTo>
                <a:cubicBezTo>
                  <a:pt x="48677" y="21158"/>
                  <a:pt x="48531" y="21229"/>
                  <a:pt x="48453" y="21229"/>
                </a:cubicBezTo>
                <a:cubicBezTo>
                  <a:pt x="48441" y="21229"/>
                  <a:pt x="48430" y="21227"/>
                  <a:pt x="48421" y="21223"/>
                </a:cubicBezTo>
                <a:cubicBezTo>
                  <a:pt x="48391" y="21162"/>
                  <a:pt x="48391" y="21101"/>
                  <a:pt x="48421" y="21041"/>
                </a:cubicBezTo>
                <a:lnTo>
                  <a:pt x="48391" y="20980"/>
                </a:lnTo>
                <a:cubicBezTo>
                  <a:pt x="48458" y="20935"/>
                  <a:pt x="48524" y="20907"/>
                  <a:pt x="48591" y="20907"/>
                </a:cubicBezTo>
                <a:close/>
                <a:moveTo>
                  <a:pt x="35017" y="21132"/>
                </a:moveTo>
                <a:lnTo>
                  <a:pt x="35017" y="21162"/>
                </a:lnTo>
                <a:cubicBezTo>
                  <a:pt x="35108" y="21193"/>
                  <a:pt x="35169" y="21253"/>
                  <a:pt x="35230" y="21345"/>
                </a:cubicBezTo>
                <a:lnTo>
                  <a:pt x="35321" y="21375"/>
                </a:lnTo>
                <a:lnTo>
                  <a:pt x="35412" y="21405"/>
                </a:lnTo>
                <a:cubicBezTo>
                  <a:pt x="35533" y="21405"/>
                  <a:pt x="35655" y="21436"/>
                  <a:pt x="35655" y="21527"/>
                </a:cubicBezTo>
                <a:lnTo>
                  <a:pt x="35655" y="21557"/>
                </a:lnTo>
                <a:lnTo>
                  <a:pt x="35625" y="21588"/>
                </a:lnTo>
                <a:cubicBezTo>
                  <a:pt x="35602" y="21593"/>
                  <a:pt x="35580" y="21596"/>
                  <a:pt x="35558" y="21596"/>
                </a:cubicBezTo>
                <a:cubicBezTo>
                  <a:pt x="35459" y="21596"/>
                  <a:pt x="35365" y="21546"/>
                  <a:pt x="35290" y="21497"/>
                </a:cubicBezTo>
                <a:lnTo>
                  <a:pt x="35169" y="21436"/>
                </a:lnTo>
                <a:lnTo>
                  <a:pt x="35047" y="21405"/>
                </a:lnTo>
                <a:cubicBezTo>
                  <a:pt x="34986" y="21253"/>
                  <a:pt x="34956" y="21132"/>
                  <a:pt x="35017" y="21132"/>
                </a:cubicBezTo>
                <a:close/>
                <a:moveTo>
                  <a:pt x="28938" y="20737"/>
                </a:moveTo>
                <a:cubicBezTo>
                  <a:pt x="29029" y="20798"/>
                  <a:pt x="29120" y="20858"/>
                  <a:pt x="29181" y="20919"/>
                </a:cubicBezTo>
                <a:lnTo>
                  <a:pt x="29029" y="21041"/>
                </a:lnTo>
                <a:cubicBezTo>
                  <a:pt x="28968" y="21071"/>
                  <a:pt x="28968" y="21193"/>
                  <a:pt x="28907" y="21284"/>
                </a:cubicBezTo>
                <a:lnTo>
                  <a:pt x="28877" y="21314"/>
                </a:lnTo>
                <a:cubicBezTo>
                  <a:pt x="28786" y="21314"/>
                  <a:pt x="28694" y="21405"/>
                  <a:pt x="28664" y="21497"/>
                </a:cubicBezTo>
                <a:lnTo>
                  <a:pt x="28603" y="21588"/>
                </a:lnTo>
                <a:cubicBezTo>
                  <a:pt x="28603" y="21649"/>
                  <a:pt x="28512" y="21649"/>
                  <a:pt x="28482" y="21649"/>
                </a:cubicBezTo>
                <a:lnTo>
                  <a:pt x="28390" y="21649"/>
                </a:lnTo>
                <a:cubicBezTo>
                  <a:pt x="28299" y="21618"/>
                  <a:pt x="28208" y="21588"/>
                  <a:pt x="28147" y="21527"/>
                </a:cubicBezTo>
                <a:lnTo>
                  <a:pt x="28080" y="21527"/>
                </a:lnTo>
                <a:lnTo>
                  <a:pt x="28178" y="21405"/>
                </a:lnTo>
                <a:cubicBezTo>
                  <a:pt x="28238" y="21451"/>
                  <a:pt x="28284" y="21474"/>
                  <a:pt x="28326" y="21474"/>
                </a:cubicBezTo>
                <a:cubicBezTo>
                  <a:pt x="28368" y="21474"/>
                  <a:pt x="28406" y="21451"/>
                  <a:pt x="28451" y="21405"/>
                </a:cubicBezTo>
                <a:lnTo>
                  <a:pt x="28512" y="21314"/>
                </a:lnTo>
                <a:cubicBezTo>
                  <a:pt x="28634" y="21314"/>
                  <a:pt x="28725" y="21010"/>
                  <a:pt x="28725" y="20919"/>
                </a:cubicBezTo>
                <a:cubicBezTo>
                  <a:pt x="28725" y="20798"/>
                  <a:pt x="28877" y="20737"/>
                  <a:pt x="28938" y="20737"/>
                </a:cubicBezTo>
                <a:close/>
                <a:moveTo>
                  <a:pt x="31919" y="21249"/>
                </a:moveTo>
                <a:cubicBezTo>
                  <a:pt x="31923" y="21249"/>
                  <a:pt x="31930" y="21279"/>
                  <a:pt x="31947" y="21345"/>
                </a:cubicBezTo>
                <a:cubicBezTo>
                  <a:pt x="31977" y="21436"/>
                  <a:pt x="32068" y="21618"/>
                  <a:pt x="31977" y="21649"/>
                </a:cubicBezTo>
                <a:cubicBezTo>
                  <a:pt x="31886" y="21649"/>
                  <a:pt x="31916" y="21405"/>
                  <a:pt x="31916" y="21314"/>
                </a:cubicBezTo>
                <a:cubicBezTo>
                  <a:pt x="31916" y="21272"/>
                  <a:pt x="31916" y="21249"/>
                  <a:pt x="31919" y="21249"/>
                </a:cubicBezTo>
                <a:close/>
                <a:moveTo>
                  <a:pt x="84859" y="1"/>
                </a:moveTo>
                <a:cubicBezTo>
                  <a:pt x="84848" y="1"/>
                  <a:pt x="84840" y="3"/>
                  <a:pt x="84835" y="7"/>
                </a:cubicBezTo>
                <a:cubicBezTo>
                  <a:pt x="84805" y="37"/>
                  <a:pt x="84744" y="37"/>
                  <a:pt x="84714" y="37"/>
                </a:cubicBezTo>
                <a:cubicBezTo>
                  <a:pt x="84623" y="98"/>
                  <a:pt x="84562" y="129"/>
                  <a:pt x="84501" y="189"/>
                </a:cubicBezTo>
                <a:lnTo>
                  <a:pt x="84319" y="129"/>
                </a:lnTo>
                <a:lnTo>
                  <a:pt x="84167" y="98"/>
                </a:lnTo>
                <a:cubicBezTo>
                  <a:pt x="84026" y="182"/>
                  <a:pt x="83808" y="345"/>
                  <a:pt x="83727" y="345"/>
                </a:cubicBezTo>
                <a:cubicBezTo>
                  <a:pt x="83721" y="345"/>
                  <a:pt x="83715" y="344"/>
                  <a:pt x="83711" y="341"/>
                </a:cubicBezTo>
                <a:cubicBezTo>
                  <a:pt x="83589" y="280"/>
                  <a:pt x="83467" y="280"/>
                  <a:pt x="83346" y="280"/>
                </a:cubicBezTo>
                <a:lnTo>
                  <a:pt x="83224" y="220"/>
                </a:lnTo>
                <a:lnTo>
                  <a:pt x="83194" y="220"/>
                </a:lnTo>
                <a:cubicBezTo>
                  <a:pt x="83185" y="224"/>
                  <a:pt x="83171" y="226"/>
                  <a:pt x="83153" y="226"/>
                </a:cubicBezTo>
                <a:cubicBezTo>
                  <a:pt x="83042" y="226"/>
                  <a:pt x="82781" y="159"/>
                  <a:pt x="82677" y="159"/>
                </a:cubicBezTo>
                <a:cubicBezTo>
                  <a:pt x="82586" y="189"/>
                  <a:pt x="82495" y="189"/>
                  <a:pt x="82404" y="220"/>
                </a:cubicBezTo>
                <a:cubicBezTo>
                  <a:pt x="82404" y="250"/>
                  <a:pt x="82434" y="341"/>
                  <a:pt x="82464" y="402"/>
                </a:cubicBezTo>
                <a:cubicBezTo>
                  <a:pt x="82464" y="415"/>
                  <a:pt x="82444" y="422"/>
                  <a:pt x="82406" y="422"/>
                </a:cubicBezTo>
                <a:cubicBezTo>
                  <a:pt x="82353" y="422"/>
                  <a:pt x="82267" y="407"/>
                  <a:pt x="82160" y="372"/>
                </a:cubicBezTo>
                <a:lnTo>
                  <a:pt x="82130" y="372"/>
                </a:lnTo>
                <a:lnTo>
                  <a:pt x="82008" y="524"/>
                </a:lnTo>
                <a:cubicBezTo>
                  <a:pt x="81826" y="493"/>
                  <a:pt x="81644" y="493"/>
                  <a:pt x="81613" y="493"/>
                </a:cubicBezTo>
                <a:cubicBezTo>
                  <a:pt x="81553" y="463"/>
                  <a:pt x="81492" y="432"/>
                  <a:pt x="81431" y="372"/>
                </a:cubicBezTo>
                <a:lnTo>
                  <a:pt x="81340" y="372"/>
                </a:lnTo>
                <a:cubicBezTo>
                  <a:pt x="81238" y="372"/>
                  <a:pt x="81124" y="345"/>
                  <a:pt x="81040" y="345"/>
                </a:cubicBezTo>
                <a:cubicBezTo>
                  <a:pt x="80999" y="345"/>
                  <a:pt x="80965" y="351"/>
                  <a:pt x="80945" y="372"/>
                </a:cubicBezTo>
                <a:lnTo>
                  <a:pt x="80793" y="524"/>
                </a:lnTo>
                <a:cubicBezTo>
                  <a:pt x="80746" y="500"/>
                  <a:pt x="80713" y="491"/>
                  <a:pt x="80693" y="491"/>
                </a:cubicBezTo>
                <a:cubicBezTo>
                  <a:pt x="80661" y="491"/>
                  <a:pt x="80664" y="516"/>
                  <a:pt x="80701" y="554"/>
                </a:cubicBezTo>
                <a:cubicBezTo>
                  <a:pt x="80707" y="560"/>
                  <a:pt x="80702" y="562"/>
                  <a:pt x="80689" y="562"/>
                </a:cubicBezTo>
                <a:cubicBezTo>
                  <a:pt x="80635" y="562"/>
                  <a:pt x="80447" y="518"/>
                  <a:pt x="80398" y="493"/>
                </a:cubicBezTo>
                <a:lnTo>
                  <a:pt x="80276" y="402"/>
                </a:lnTo>
                <a:cubicBezTo>
                  <a:pt x="80276" y="402"/>
                  <a:pt x="80142" y="469"/>
                  <a:pt x="80046" y="469"/>
                </a:cubicBezTo>
                <a:cubicBezTo>
                  <a:pt x="80030" y="469"/>
                  <a:pt x="80015" y="467"/>
                  <a:pt x="80002" y="463"/>
                </a:cubicBezTo>
                <a:cubicBezTo>
                  <a:pt x="79942" y="463"/>
                  <a:pt x="79698" y="432"/>
                  <a:pt x="79638" y="432"/>
                </a:cubicBezTo>
                <a:cubicBezTo>
                  <a:pt x="79620" y="415"/>
                  <a:pt x="79532" y="397"/>
                  <a:pt x="79460" y="397"/>
                </a:cubicBezTo>
                <a:cubicBezTo>
                  <a:pt x="79407" y="397"/>
                  <a:pt x="79364" y="407"/>
                  <a:pt x="79364" y="432"/>
                </a:cubicBezTo>
                <a:cubicBezTo>
                  <a:pt x="79334" y="493"/>
                  <a:pt x="79182" y="554"/>
                  <a:pt x="78999" y="554"/>
                </a:cubicBezTo>
                <a:lnTo>
                  <a:pt x="78908" y="493"/>
                </a:lnTo>
                <a:lnTo>
                  <a:pt x="78726" y="372"/>
                </a:lnTo>
                <a:cubicBezTo>
                  <a:pt x="78574" y="402"/>
                  <a:pt x="78422" y="432"/>
                  <a:pt x="78270" y="432"/>
                </a:cubicBezTo>
                <a:lnTo>
                  <a:pt x="78239" y="463"/>
                </a:lnTo>
                <a:lnTo>
                  <a:pt x="78148" y="493"/>
                </a:lnTo>
                <a:cubicBezTo>
                  <a:pt x="78027" y="524"/>
                  <a:pt x="77935" y="524"/>
                  <a:pt x="77814" y="584"/>
                </a:cubicBezTo>
                <a:lnTo>
                  <a:pt x="77692" y="554"/>
                </a:lnTo>
                <a:lnTo>
                  <a:pt x="77571" y="524"/>
                </a:lnTo>
                <a:cubicBezTo>
                  <a:pt x="77419" y="524"/>
                  <a:pt x="77297" y="493"/>
                  <a:pt x="77176" y="432"/>
                </a:cubicBezTo>
                <a:cubicBezTo>
                  <a:pt x="77161" y="418"/>
                  <a:pt x="77139" y="412"/>
                  <a:pt x="77114" y="412"/>
                </a:cubicBezTo>
                <a:cubicBezTo>
                  <a:pt x="77034" y="412"/>
                  <a:pt x="76918" y="470"/>
                  <a:pt x="76872" y="493"/>
                </a:cubicBezTo>
                <a:cubicBezTo>
                  <a:pt x="76854" y="511"/>
                  <a:pt x="76833" y="518"/>
                  <a:pt x="76813" y="518"/>
                </a:cubicBezTo>
                <a:cubicBezTo>
                  <a:pt x="76763" y="518"/>
                  <a:pt x="76711" y="475"/>
                  <a:pt x="76689" y="432"/>
                </a:cubicBezTo>
                <a:cubicBezTo>
                  <a:pt x="76673" y="424"/>
                  <a:pt x="76654" y="421"/>
                  <a:pt x="76634" y="421"/>
                </a:cubicBezTo>
                <a:cubicBezTo>
                  <a:pt x="76577" y="421"/>
                  <a:pt x="76505" y="449"/>
                  <a:pt x="76416" y="493"/>
                </a:cubicBezTo>
                <a:lnTo>
                  <a:pt x="76264" y="493"/>
                </a:lnTo>
                <a:cubicBezTo>
                  <a:pt x="76112" y="493"/>
                  <a:pt x="75960" y="493"/>
                  <a:pt x="75808" y="524"/>
                </a:cubicBezTo>
                <a:lnTo>
                  <a:pt x="75686" y="554"/>
                </a:lnTo>
                <a:lnTo>
                  <a:pt x="75656" y="554"/>
                </a:lnTo>
                <a:cubicBezTo>
                  <a:pt x="75565" y="524"/>
                  <a:pt x="75473" y="524"/>
                  <a:pt x="75382" y="493"/>
                </a:cubicBezTo>
                <a:cubicBezTo>
                  <a:pt x="75356" y="502"/>
                  <a:pt x="75326" y="506"/>
                  <a:pt x="75296" y="506"/>
                </a:cubicBezTo>
                <a:cubicBezTo>
                  <a:pt x="75222" y="506"/>
                  <a:pt x="75143" y="484"/>
                  <a:pt x="75078" y="463"/>
                </a:cubicBezTo>
                <a:lnTo>
                  <a:pt x="75017" y="524"/>
                </a:lnTo>
                <a:cubicBezTo>
                  <a:pt x="74957" y="550"/>
                  <a:pt x="74907" y="561"/>
                  <a:pt x="74862" y="561"/>
                </a:cubicBezTo>
                <a:cubicBezTo>
                  <a:pt x="74751" y="561"/>
                  <a:pt x="74679" y="489"/>
                  <a:pt x="74592" y="402"/>
                </a:cubicBezTo>
                <a:cubicBezTo>
                  <a:pt x="74562" y="402"/>
                  <a:pt x="74501" y="524"/>
                  <a:pt x="74501" y="584"/>
                </a:cubicBezTo>
                <a:cubicBezTo>
                  <a:pt x="74501" y="600"/>
                  <a:pt x="74488" y="606"/>
                  <a:pt x="74468" y="606"/>
                </a:cubicBezTo>
                <a:cubicBezTo>
                  <a:pt x="74423" y="606"/>
                  <a:pt x="74340" y="578"/>
                  <a:pt x="74274" y="578"/>
                </a:cubicBezTo>
                <a:cubicBezTo>
                  <a:pt x="74257" y="578"/>
                  <a:pt x="74241" y="580"/>
                  <a:pt x="74227" y="584"/>
                </a:cubicBezTo>
                <a:cubicBezTo>
                  <a:pt x="74166" y="584"/>
                  <a:pt x="73893" y="676"/>
                  <a:pt x="73802" y="676"/>
                </a:cubicBezTo>
                <a:cubicBezTo>
                  <a:pt x="73761" y="684"/>
                  <a:pt x="73722" y="688"/>
                  <a:pt x="73685" y="688"/>
                </a:cubicBezTo>
                <a:cubicBezTo>
                  <a:pt x="73582" y="688"/>
                  <a:pt x="73487" y="659"/>
                  <a:pt x="73376" y="615"/>
                </a:cubicBezTo>
                <a:lnTo>
                  <a:pt x="73163" y="615"/>
                </a:lnTo>
                <a:cubicBezTo>
                  <a:pt x="73072" y="645"/>
                  <a:pt x="72981" y="706"/>
                  <a:pt x="72951" y="797"/>
                </a:cubicBezTo>
                <a:cubicBezTo>
                  <a:pt x="72951" y="800"/>
                  <a:pt x="72949" y="801"/>
                  <a:pt x="72947" y="801"/>
                </a:cubicBezTo>
                <a:cubicBezTo>
                  <a:pt x="72924" y="801"/>
                  <a:pt x="72796" y="676"/>
                  <a:pt x="72768" y="676"/>
                </a:cubicBezTo>
                <a:cubicBezTo>
                  <a:pt x="72586" y="736"/>
                  <a:pt x="72434" y="736"/>
                  <a:pt x="72251" y="736"/>
                </a:cubicBezTo>
                <a:cubicBezTo>
                  <a:pt x="72130" y="706"/>
                  <a:pt x="72008" y="706"/>
                  <a:pt x="71887" y="676"/>
                </a:cubicBezTo>
                <a:cubicBezTo>
                  <a:pt x="71826" y="706"/>
                  <a:pt x="71765" y="736"/>
                  <a:pt x="71704" y="736"/>
                </a:cubicBezTo>
                <a:cubicBezTo>
                  <a:pt x="71613" y="736"/>
                  <a:pt x="71522" y="706"/>
                  <a:pt x="71461" y="676"/>
                </a:cubicBezTo>
                <a:lnTo>
                  <a:pt x="71340" y="736"/>
                </a:lnTo>
                <a:lnTo>
                  <a:pt x="71248" y="797"/>
                </a:lnTo>
                <a:cubicBezTo>
                  <a:pt x="71096" y="828"/>
                  <a:pt x="70884" y="828"/>
                  <a:pt x="70792" y="828"/>
                </a:cubicBezTo>
                <a:lnTo>
                  <a:pt x="70701" y="828"/>
                </a:lnTo>
                <a:cubicBezTo>
                  <a:pt x="70689" y="792"/>
                  <a:pt x="70673" y="779"/>
                  <a:pt x="70655" y="779"/>
                </a:cubicBezTo>
                <a:cubicBezTo>
                  <a:pt x="70628" y="779"/>
                  <a:pt x="70598" y="809"/>
                  <a:pt x="70580" y="828"/>
                </a:cubicBezTo>
                <a:cubicBezTo>
                  <a:pt x="70580" y="831"/>
                  <a:pt x="70578" y="832"/>
                  <a:pt x="70575" y="832"/>
                </a:cubicBezTo>
                <a:cubicBezTo>
                  <a:pt x="70553" y="832"/>
                  <a:pt x="70451" y="736"/>
                  <a:pt x="70397" y="736"/>
                </a:cubicBezTo>
                <a:lnTo>
                  <a:pt x="69789" y="736"/>
                </a:lnTo>
                <a:cubicBezTo>
                  <a:pt x="69765" y="730"/>
                  <a:pt x="69736" y="728"/>
                  <a:pt x="69704" y="728"/>
                </a:cubicBezTo>
                <a:cubicBezTo>
                  <a:pt x="69578" y="728"/>
                  <a:pt x="69413" y="767"/>
                  <a:pt x="69364" y="767"/>
                </a:cubicBezTo>
                <a:cubicBezTo>
                  <a:pt x="69242" y="797"/>
                  <a:pt x="69090" y="797"/>
                  <a:pt x="68969" y="828"/>
                </a:cubicBezTo>
                <a:cubicBezTo>
                  <a:pt x="68908" y="843"/>
                  <a:pt x="68847" y="850"/>
                  <a:pt x="68783" y="850"/>
                </a:cubicBezTo>
                <a:cubicBezTo>
                  <a:pt x="68718" y="850"/>
                  <a:pt x="68650" y="843"/>
                  <a:pt x="68574" y="828"/>
                </a:cubicBezTo>
                <a:cubicBezTo>
                  <a:pt x="68532" y="807"/>
                  <a:pt x="68374" y="771"/>
                  <a:pt x="68280" y="771"/>
                </a:cubicBezTo>
                <a:cubicBezTo>
                  <a:pt x="68238" y="771"/>
                  <a:pt x="68209" y="778"/>
                  <a:pt x="68209" y="797"/>
                </a:cubicBezTo>
                <a:cubicBezTo>
                  <a:pt x="68178" y="888"/>
                  <a:pt x="68178" y="919"/>
                  <a:pt x="68148" y="919"/>
                </a:cubicBezTo>
                <a:lnTo>
                  <a:pt x="68118" y="919"/>
                </a:lnTo>
                <a:lnTo>
                  <a:pt x="67874" y="736"/>
                </a:lnTo>
                <a:cubicBezTo>
                  <a:pt x="67753" y="828"/>
                  <a:pt x="67601" y="888"/>
                  <a:pt x="67419" y="919"/>
                </a:cubicBezTo>
                <a:cubicBezTo>
                  <a:pt x="67419" y="838"/>
                  <a:pt x="67392" y="797"/>
                  <a:pt x="67328" y="797"/>
                </a:cubicBezTo>
                <a:cubicBezTo>
                  <a:pt x="67297" y="797"/>
                  <a:pt x="67256" y="807"/>
                  <a:pt x="67206" y="828"/>
                </a:cubicBezTo>
                <a:lnTo>
                  <a:pt x="67145" y="858"/>
                </a:lnTo>
                <a:cubicBezTo>
                  <a:pt x="67095" y="845"/>
                  <a:pt x="67044" y="838"/>
                  <a:pt x="66996" y="838"/>
                </a:cubicBezTo>
                <a:cubicBezTo>
                  <a:pt x="66928" y="838"/>
                  <a:pt x="66864" y="853"/>
                  <a:pt x="66811" y="888"/>
                </a:cubicBezTo>
                <a:lnTo>
                  <a:pt x="66689" y="888"/>
                </a:lnTo>
                <a:cubicBezTo>
                  <a:pt x="66537" y="888"/>
                  <a:pt x="66385" y="919"/>
                  <a:pt x="66203" y="919"/>
                </a:cubicBezTo>
                <a:lnTo>
                  <a:pt x="66051" y="919"/>
                </a:lnTo>
                <a:cubicBezTo>
                  <a:pt x="65868" y="919"/>
                  <a:pt x="65473" y="1071"/>
                  <a:pt x="65382" y="1071"/>
                </a:cubicBezTo>
                <a:cubicBezTo>
                  <a:pt x="65200" y="1040"/>
                  <a:pt x="65017" y="1010"/>
                  <a:pt x="64835" y="949"/>
                </a:cubicBezTo>
                <a:cubicBezTo>
                  <a:pt x="64819" y="944"/>
                  <a:pt x="64803" y="941"/>
                  <a:pt x="64787" y="941"/>
                </a:cubicBezTo>
                <a:cubicBezTo>
                  <a:pt x="64713" y="941"/>
                  <a:pt x="64647" y="996"/>
                  <a:pt x="64622" y="1071"/>
                </a:cubicBezTo>
                <a:cubicBezTo>
                  <a:pt x="64622" y="1076"/>
                  <a:pt x="64620" y="1079"/>
                  <a:pt x="64617" y="1079"/>
                </a:cubicBezTo>
                <a:cubicBezTo>
                  <a:pt x="64600" y="1079"/>
                  <a:pt x="64545" y="1024"/>
                  <a:pt x="64470" y="949"/>
                </a:cubicBezTo>
                <a:lnTo>
                  <a:pt x="64318" y="1040"/>
                </a:lnTo>
                <a:lnTo>
                  <a:pt x="64227" y="1071"/>
                </a:lnTo>
                <a:cubicBezTo>
                  <a:pt x="64105" y="1101"/>
                  <a:pt x="63984" y="1132"/>
                  <a:pt x="63862" y="1192"/>
                </a:cubicBezTo>
                <a:cubicBezTo>
                  <a:pt x="63741" y="1223"/>
                  <a:pt x="63589" y="1284"/>
                  <a:pt x="63467" y="1284"/>
                </a:cubicBezTo>
                <a:cubicBezTo>
                  <a:pt x="63389" y="1284"/>
                  <a:pt x="63177" y="1217"/>
                  <a:pt x="63079" y="1217"/>
                </a:cubicBezTo>
                <a:cubicBezTo>
                  <a:pt x="63063" y="1217"/>
                  <a:pt x="63050" y="1218"/>
                  <a:pt x="63042" y="1223"/>
                </a:cubicBezTo>
                <a:cubicBezTo>
                  <a:pt x="62890" y="1284"/>
                  <a:pt x="62738" y="1314"/>
                  <a:pt x="62586" y="1314"/>
                </a:cubicBezTo>
                <a:lnTo>
                  <a:pt x="62251" y="1405"/>
                </a:lnTo>
                <a:lnTo>
                  <a:pt x="62160" y="1314"/>
                </a:lnTo>
                <a:lnTo>
                  <a:pt x="62099" y="1253"/>
                </a:lnTo>
                <a:cubicBezTo>
                  <a:pt x="62008" y="1314"/>
                  <a:pt x="61978" y="1405"/>
                  <a:pt x="61947" y="1496"/>
                </a:cubicBezTo>
                <a:lnTo>
                  <a:pt x="61887" y="1405"/>
                </a:lnTo>
                <a:lnTo>
                  <a:pt x="61765" y="1284"/>
                </a:lnTo>
                <a:cubicBezTo>
                  <a:pt x="61641" y="1333"/>
                  <a:pt x="61517" y="1383"/>
                  <a:pt x="61393" y="1383"/>
                </a:cubicBezTo>
                <a:cubicBezTo>
                  <a:pt x="61365" y="1383"/>
                  <a:pt x="61337" y="1380"/>
                  <a:pt x="61309" y="1375"/>
                </a:cubicBezTo>
                <a:lnTo>
                  <a:pt x="59424" y="1375"/>
                </a:lnTo>
                <a:cubicBezTo>
                  <a:pt x="59303" y="1405"/>
                  <a:pt x="59607" y="1496"/>
                  <a:pt x="59394" y="1527"/>
                </a:cubicBezTo>
                <a:lnTo>
                  <a:pt x="59242" y="1588"/>
                </a:lnTo>
                <a:cubicBezTo>
                  <a:pt x="59203" y="1529"/>
                  <a:pt x="59138" y="1495"/>
                  <a:pt x="59073" y="1495"/>
                </a:cubicBezTo>
                <a:cubicBezTo>
                  <a:pt x="59037" y="1495"/>
                  <a:pt x="59001" y="1505"/>
                  <a:pt x="58969" y="1527"/>
                </a:cubicBezTo>
                <a:cubicBezTo>
                  <a:pt x="58944" y="1551"/>
                  <a:pt x="58780" y="1596"/>
                  <a:pt x="58702" y="1596"/>
                </a:cubicBezTo>
                <a:cubicBezTo>
                  <a:pt x="58684" y="1596"/>
                  <a:pt x="58670" y="1593"/>
                  <a:pt x="58665" y="1588"/>
                </a:cubicBezTo>
                <a:cubicBezTo>
                  <a:pt x="58543" y="1496"/>
                  <a:pt x="58452" y="1466"/>
                  <a:pt x="58300" y="1436"/>
                </a:cubicBezTo>
                <a:cubicBezTo>
                  <a:pt x="58231" y="1436"/>
                  <a:pt x="58026" y="1487"/>
                  <a:pt x="57902" y="1487"/>
                </a:cubicBezTo>
                <a:cubicBezTo>
                  <a:pt x="57861" y="1487"/>
                  <a:pt x="57829" y="1481"/>
                  <a:pt x="57814" y="1466"/>
                </a:cubicBezTo>
                <a:cubicBezTo>
                  <a:pt x="57789" y="1458"/>
                  <a:pt x="57767" y="1454"/>
                  <a:pt x="57747" y="1454"/>
                </a:cubicBezTo>
                <a:cubicBezTo>
                  <a:pt x="57692" y="1454"/>
                  <a:pt x="57653" y="1482"/>
                  <a:pt x="57631" y="1527"/>
                </a:cubicBezTo>
                <a:cubicBezTo>
                  <a:pt x="57622" y="1546"/>
                  <a:pt x="57606" y="1553"/>
                  <a:pt x="57589" y="1553"/>
                </a:cubicBezTo>
                <a:cubicBezTo>
                  <a:pt x="57550" y="1553"/>
                  <a:pt x="57500" y="1517"/>
                  <a:pt x="57479" y="1496"/>
                </a:cubicBezTo>
                <a:cubicBezTo>
                  <a:pt x="57388" y="1466"/>
                  <a:pt x="57297" y="1436"/>
                  <a:pt x="57206" y="1405"/>
                </a:cubicBezTo>
                <a:lnTo>
                  <a:pt x="57206" y="1557"/>
                </a:lnTo>
                <a:cubicBezTo>
                  <a:pt x="57203" y="1560"/>
                  <a:pt x="57198" y="1561"/>
                  <a:pt x="57191" y="1561"/>
                </a:cubicBezTo>
                <a:cubicBezTo>
                  <a:pt x="57128" y="1561"/>
                  <a:pt x="56911" y="1462"/>
                  <a:pt x="56787" y="1462"/>
                </a:cubicBezTo>
                <a:cubicBezTo>
                  <a:pt x="56774" y="1462"/>
                  <a:pt x="56761" y="1463"/>
                  <a:pt x="56750" y="1466"/>
                </a:cubicBezTo>
                <a:cubicBezTo>
                  <a:pt x="56727" y="1471"/>
                  <a:pt x="56706" y="1474"/>
                  <a:pt x="56686" y="1474"/>
                </a:cubicBezTo>
                <a:cubicBezTo>
                  <a:pt x="56599" y="1474"/>
                  <a:pt x="56542" y="1424"/>
                  <a:pt x="56567" y="1375"/>
                </a:cubicBezTo>
                <a:lnTo>
                  <a:pt x="56385" y="1314"/>
                </a:lnTo>
                <a:cubicBezTo>
                  <a:pt x="56362" y="1407"/>
                  <a:pt x="56303" y="1446"/>
                  <a:pt x="56249" y="1446"/>
                </a:cubicBezTo>
                <a:cubicBezTo>
                  <a:pt x="56233" y="1446"/>
                  <a:pt x="56217" y="1443"/>
                  <a:pt x="56203" y="1436"/>
                </a:cubicBezTo>
                <a:cubicBezTo>
                  <a:pt x="56194" y="1427"/>
                  <a:pt x="56177" y="1423"/>
                  <a:pt x="56157" y="1423"/>
                </a:cubicBezTo>
                <a:cubicBezTo>
                  <a:pt x="56109" y="1423"/>
                  <a:pt x="56042" y="1444"/>
                  <a:pt x="56020" y="1466"/>
                </a:cubicBezTo>
                <a:cubicBezTo>
                  <a:pt x="55977" y="1487"/>
                  <a:pt x="55934" y="1509"/>
                  <a:pt x="55902" y="1509"/>
                </a:cubicBezTo>
                <a:cubicBezTo>
                  <a:pt x="55889" y="1509"/>
                  <a:pt x="55877" y="1505"/>
                  <a:pt x="55868" y="1496"/>
                </a:cubicBezTo>
                <a:cubicBezTo>
                  <a:pt x="55807" y="1466"/>
                  <a:pt x="55747" y="1405"/>
                  <a:pt x="55747" y="1344"/>
                </a:cubicBezTo>
                <a:lnTo>
                  <a:pt x="55625" y="1375"/>
                </a:lnTo>
                <a:cubicBezTo>
                  <a:pt x="55595" y="1405"/>
                  <a:pt x="55686" y="1496"/>
                  <a:pt x="55686" y="1557"/>
                </a:cubicBezTo>
                <a:cubicBezTo>
                  <a:pt x="55655" y="1557"/>
                  <a:pt x="55534" y="1527"/>
                  <a:pt x="55473" y="1496"/>
                </a:cubicBezTo>
                <a:cubicBezTo>
                  <a:pt x="55468" y="1492"/>
                  <a:pt x="55459" y="1490"/>
                  <a:pt x="55446" y="1490"/>
                </a:cubicBezTo>
                <a:cubicBezTo>
                  <a:pt x="55396" y="1490"/>
                  <a:pt x="55293" y="1518"/>
                  <a:pt x="55217" y="1518"/>
                </a:cubicBezTo>
                <a:cubicBezTo>
                  <a:pt x="55183" y="1518"/>
                  <a:pt x="55155" y="1512"/>
                  <a:pt x="55139" y="1496"/>
                </a:cubicBezTo>
                <a:cubicBezTo>
                  <a:pt x="55108" y="1436"/>
                  <a:pt x="55017" y="1375"/>
                  <a:pt x="54956" y="1375"/>
                </a:cubicBezTo>
                <a:lnTo>
                  <a:pt x="54500" y="1405"/>
                </a:lnTo>
                <a:lnTo>
                  <a:pt x="54288" y="1436"/>
                </a:lnTo>
                <a:lnTo>
                  <a:pt x="54196" y="1436"/>
                </a:lnTo>
                <a:cubicBezTo>
                  <a:pt x="54075" y="1436"/>
                  <a:pt x="53862" y="1405"/>
                  <a:pt x="53710" y="1375"/>
                </a:cubicBezTo>
                <a:lnTo>
                  <a:pt x="53589" y="1405"/>
                </a:lnTo>
                <a:cubicBezTo>
                  <a:pt x="53570" y="1411"/>
                  <a:pt x="53552" y="1414"/>
                  <a:pt x="53534" y="1414"/>
                </a:cubicBezTo>
                <a:cubicBezTo>
                  <a:pt x="53461" y="1414"/>
                  <a:pt x="53388" y="1375"/>
                  <a:pt x="53315" y="1375"/>
                </a:cubicBezTo>
                <a:lnTo>
                  <a:pt x="53163" y="1405"/>
                </a:lnTo>
                <a:cubicBezTo>
                  <a:pt x="53141" y="1401"/>
                  <a:pt x="53115" y="1399"/>
                  <a:pt x="53088" y="1399"/>
                </a:cubicBezTo>
                <a:cubicBezTo>
                  <a:pt x="52954" y="1399"/>
                  <a:pt x="52771" y="1442"/>
                  <a:pt x="52668" y="1442"/>
                </a:cubicBezTo>
                <a:cubicBezTo>
                  <a:pt x="52647" y="1442"/>
                  <a:pt x="52629" y="1440"/>
                  <a:pt x="52616" y="1436"/>
                </a:cubicBezTo>
                <a:cubicBezTo>
                  <a:pt x="52555" y="1405"/>
                  <a:pt x="52464" y="1405"/>
                  <a:pt x="52373" y="1375"/>
                </a:cubicBezTo>
                <a:cubicBezTo>
                  <a:pt x="52312" y="1375"/>
                  <a:pt x="52221" y="1405"/>
                  <a:pt x="52130" y="1436"/>
                </a:cubicBezTo>
                <a:lnTo>
                  <a:pt x="52069" y="1436"/>
                </a:lnTo>
                <a:cubicBezTo>
                  <a:pt x="51993" y="1436"/>
                  <a:pt x="51893" y="1376"/>
                  <a:pt x="51807" y="1376"/>
                </a:cubicBezTo>
                <a:cubicBezTo>
                  <a:pt x="51755" y="1376"/>
                  <a:pt x="51708" y="1398"/>
                  <a:pt x="51674" y="1466"/>
                </a:cubicBezTo>
                <a:cubicBezTo>
                  <a:pt x="51582" y="1436"/>
                  <a:pt x="51552" y="1375"/>
                  <a:pt x="51491" y="1314"/>
                </a:cubicBezTo>
                <a:cubicBezTo>
                  <a:pt x="51482" y="1305"/>
                  <a:pt x="51463" y="1301"/>
                  <a:pt x="51439" y="1301"/>
                </a:cubicBezTo>
                <a:cubicBezTo>
                  <a:pt x="51382" y="1301"/>
                  <a:pt x="51300" y="1323"/>
                  <a:pt x="51278" y="1344"/>
                </a:cubicBezTo>
                <a:cubicBezTo>
                  <a:pt x="51248" y="1375"/>
                  <a:pt x="51180" y="1390"/>
                  <a:pt x="51119" y="1390"/>
                </a:cubicBezTo>
                <a:cubicBezTo>
                  <a:pt x="51058" y="1390"/>
                  <a:pt x="51005" y="1375"/>
                  <a:pt x="51005" y="1344"/>
                </a:cubicBezTo>
                <a:cubicBezTo>
                  <a:pt x="51005" y="1335"/>
                  <a:pt x="50997" y="1332"/>
                  <a:pt x="50985" y="1332"/>
                </a:cubicBezTo>
                <a:cubicBezTo>
                  <a:pt x="50957" y="1332"/>
                  <a:pt x="50905" y="1353"/>
                  <a:pt x="50883" y="1375"/>
                </a:cubicBezTo>
                <a:cubicBezTo>
                  <a:pt x="50867" y="1383"/>
                  <a:pt x="50851" y="1387"/>
                  <a:pt x="50834" y="1387"/>
                </a:cubicBezTo>
                <a:cubicBezTo>
                  <a:pt x="50790" y="1387"/>
                  <a:pt x="50745" y="1358"/>
                  <a:pt x="50701" y="1314"/>
                </a:cubicBezTo>
                <a:lnTo>
                  <a:pt x="50640" y="1284"/>
                </a:lnTo>
                <a:lnTo>
                  <a:pt x="50579" y="1253"/>
                </a:lnTo>
                <a:cubicBezTo>
                  <a:pt x="50488" y="1284"/>
                  <a:pt x="50427" y="1314"/>
                  <a:pt x="50367" y="1375"/>
                </a:cubicBezTo>
                <a:lnTo>
                  <a:pt x="50215" y="1344"/>
                </a:lnTo>
                <a:cubicBezTo>
                  <a:pt x="50154" y="1344"/>
                  <a:pt x="50032" y="1405"/>
                  <a:pt x="49971" y="1405"/>
                </a:cubicBezTo>
                <a:lnTo>
                  <a:pt x="49880" y="1405"/>
                </a:lnTo>
                <a:cubicBezTo>
                  <a:pt x="49864" y="1380"/>
                  <a:pt x="49838" y="1371"/>
                  <a:pt x="49810" y="1371"/>
                </a:cubicBezTo>
                <a:cubicBezTo>
                  <a:pt x="49734" y="1371"/>
                  <a:pt x="49637" y="1436"/>
                  <a:pt x="49637" y="1436"/>
                </a:cubicBezTo>
                <a:cubicBezTo>
                  <a:pt x="49637" y="1436"/>
                  <a:pt x="49428" y="1273"/>
                  <a:pt x="49294" y="1273"/>
                </a:cubicBezTo>
                <a:cubicBezTo>
                  <a:pt x="49275" y="1273"/>
                  <a:pt x="49257" y="1276"/>
                  <a:pt x="49242" y="1284"/>
                </a:cubicBezTo>
                <a:cubicBezTo>
                  <a:pt x="49060" y="1344"/>
                  <a:pt x="48908" y="1344"/>
                  <a:pt x="48725" y="1375"/>
                </a:cubicBezTo>
                <a:cubicBezTo>
                  <a:pt x="48719" y="1373"/>
                  <a:pt x="48712" y="1372"/>
                  <a:pt x="48703" y="1372"/>
                </a:cubicBezTo>
                <a:cubicBezTo>
                  <a:pt x="48598" y="1372"/>
                  <a:pt x="48321" y="1507"/>
                  <a:pt x="48175" y="1507"/>
                </a:cubicBezTo>
                <a:cubicBezTo>
                  <a:pt x="48152" y="1507"/>
                  <a:pt x="48133" y="1504"/>
                  <a:pt x="48117" y="1496"/>
                </a:cubicBezTo>
                <a:cubicBezTo>
                  <a:pt x="47945" y="1475"/>
                  <a:pt x="47773" y="1453"/>
                  <a:pt x="47612" y="1453"/>
                </a:cubicBezTo>
                <a:cubicBezTo>
                  <a:pt x="47545" y="1453"/>
                  <a:pt x="47480" y="1457"/>
                  <a:pt x="47418" y="1466"/>
                </a:cubicBezTo>
                <a:cubicBezTo>
                  <a:pt x="47327" y="1466"/>
                  <a:pt x="47236" y="1496"/>
                  <a:pt x="47145" y="1496"/>
                </a:cubicBezTo>
                <a:cubicBezTo>
                  <a:pt x="47053" y="1466"/>
                  <a:pt x="46962" y="1436"/>
                  <a:pt x="46871" y="1405"/>
                </a:cubicBezTo>
                <a:lnTo>
                  <a:pt x="46719" y="1436"/>
                </a:lnTo>
                <a:cubicBezTo>
                  <a:pt x="46537" y="1436"/>
                  <a:pt x="46324" y="1436"/>
                  <a:pt x="46142" y="1405"/>
                </a:cubicBezTo>
                <a:cubicBezTo>
                  <a:pt x="46126" y="1390"/>
                  <a:pt x="46111" y="1382"/>
                  <a:pt x="46096" y="1382"/>
                </a:cubicBezTo>
                <a:cubicBezTo>
                  <a:pt x="46081" y="1382"/>
                  <a:pt x="46066" y="1390"/>
                  <a:pt x="46050" y="1405"/>
                </a:cubicBezTo>
                <a:cubicBezTo>
                  <a:pt x="46050" y="1470"/>
                  <a:pt x="46034" y="1490"/>
                  <a:pt x="46008" y="1490"/>
                </a:cubicBezTo>
                <a:cubicBezTo>
                  <a:pt x="45973" y="1490"/>
                  <a:pt x="45920" y="1453"/>
                  <a:pt x="45868" y="1436"/>
                </a:cubicBezTo>
                <a:lnTo>
                  <a:pt x="45807" y="1405"/>
                </a:lnTo>
                <a:cubicBezTo>
                  <a:pt x="45772" y="1396"/>
                  <a:pt x="45739" y="1393"/>
                  <a:pt x="45707" y="1393"/>
                </a:cubicBezTo>
                <a:cubicBezTo>
                  <a:pt x="45632" y="1393"/>
                  <a:pt x="45568" y="1414"/>
                  <a:pt x="45503" y="1436"/>
                </a:cubicBezTo>
                <a:cubicBezTo>
                  <a:pt x="45458" y="1451"/>
                  <a:pt x="45412" y="1458"/>
                  <a:pt x="45366" y="1458"/>
                </a:cubicBezTo>
                <a:cubicBezTo>
                  <a:pt x="45321" y="1458"/>
                  <a:pt x="45275" y="1451"/>
                  <a:pt x="45230" y="1436"/>
                </a:cubicBezTo>
                <a:lnTo>
                  <a:pt x="44926" y="1436"/>
                </a:lnTo>
                <a:cubicBezTo>
                  <a:pt x="44743" y="1405"/>
                  <a:pt x="44561" y="1375"/>
                  <a:pt x="44379" y="1375"/>
                </a:cubicBezTo>
                <a:cubicBezTo>
                  <a:pt x="44348" y="1405"/>
                  <a:pt x="44166" y="1405"/>
                  <a:pt x="44135" y="1436"/>
                </a:cubicBezTo>
                <a:cubicBezTo>
                  <a:pt x="44075" y="1496"/>
                  <a:pt x="44014" y="1496"/>
                  <a:pt x="43953" y="1496"/>
                </a:cubicBezTo>
                <a:lnTo>
                  <a:pt x="43892" y="1496"/>
                </a:lnTo>
                <a:lnTo>
                  <a:pt x="43771" y="1466"/>
                </a:lnTo>
                <a:cubicBezTo>
                  <a:pt x="43680" y="1436"/>
                  <a:pt x="43596" y="1420"/>
                  <a:pt x="43516" y="1420"/>
                </a:cubicBezTo>
                <a:cubicBezTo>
                  <a:pt x="43436" y="1420"/>
                  <a:pt x="43360" y="1436"/>
                  <a:pt x="43284" y="1466"/>
                </a:cubicBezTo>
                <a:lnTo>
                  <a:pt x="43163" y="1375"/>
                </a:lnTo>
                <a:cubicBezTo>
                  <a:pt x="43163" y="1375"/>
                  <a:pt x="43072" y="1436"/>
                  <a:pt x="43041" y="1436"/>
                </a:cubicBezTo>
                <a:lnTo>
                  <a:pt x="42980" y="1436"/>
                </a:lnTo>
                <a:cubicBezTo>
                  <a:pt x="42945" y="1427"/>
                  <a:pt x="42912" y="1423"/>
                  <a:pt x="42881" y="1423"/>
                </a:cubicBezTo>
                <a:cubicBezTo>
                  <a:pt x="42805" y="1423"/>
                  <a:pt x="42741" y="1444"/>
                  <a:pt x="42676" y="1466"/>
                </a:cubicBezTo>
                <a:cubicBezTo>
                  <a:pt x="42646" y="1496"/>
                  <a:pt x="42616" y="1527"/>
                  <a:pt x="42585" y="1527"/>
                </a:cubicBezTo>
                <a:cubicBezTo>
                  <a:pt x="42585" y="1527"/>
                  <a:pt x="42494" y="1466"/>
                  <a:pt x="42464" y="1436"/>
                </a:cubicBezTo>
                <a:cubicBezTo>
                  <a:pt x="42459" y="1431"/>
                  <a:pt x="42451" y="1429"/>
                  <a:pt x="42439" y="1429"/>
                </a:cubicBezTo>
                <a:cubicBezTo>
                  <a:pt x="42367" y="1429"/>
                  <a:pt x="42177" y="1496"/>
                  <a:pt x="42099" y="1496"/>
                </a:cubicBezTo>
                <a:cubicBezTo>
                  <a:pt x="41917" y="1436"/>
                  <a:pt x="41765" y="1405"/>
                  <a:pt x="41582" y="1405"/>
                </a:cubicBezTo>
                <a:lnTo>
                  <a:pt x="41369" y="1436"/>
                </a:lnTo>
                <a:cubicBezTo>
                  <a:pt x="41347" y="1436"/>
                  <a:pt x="41213" y="1371"/>
                  <a:pt x="41141" y="1371"/>
                </a:cubicBezTo>
                <a:cubicBezTo>
                  <a:pt x="41114" y="1371"/>
                  <a:pt x="41096" y="1380"/>
                  <a:pt x="41096" y="1405"/>
                </a:cubicBezTo>
                <a:lnTo>
                  <a:pt x="41096" y="1344"/>
                </a:lnTo>
                <a:lnTo>
                  <a:pt x="40913" y="1405"/>
                </a:lnTo>
                <a:lnTo>
                  <a:pt x="40701" y="1527"/>
                </a:lnTo>
                <a:cubicBezTo>
                  <a:pt x="40731" y="1436"/>
                  <a:pt x="40670" y="1314"/>
                  <a:pt x="40579" y="1253"/>
                </a:cubicBezTo>
                <a:lnTo>
                  <a:pt x="40518" y="1314"/>
                </a:lnTo>
                <a:cubicBezTo>
                  <a:pt x="40385" y="1358"/>
                  <a:pt x="40251" y="1387"/>
                  <a:pt x="40118" y="1387"/>
                </a:cubicBezTo>
                <a:cubicBezTo>
                  <a:pt x="40069" y="1387"/>
                  <a:pt x="40020" y="1383"/>
                  <a:pt x="39971" y="1375"/>
                </a:cubicBezTo>
                <a:cubicBezTo>
                  <a:pt x="39941" y="1344"/>
                  <a:pt x="39880" y="1314"/>
                  <a:pt x="39819" y="1314"/>
                </a:cubicBezTo>
                <a:lnTo>
                  <a:pt x="39637" y="1466"/>
                </a:lnTo>
                <a:cubicBezTo>
                  <a:pt x="39546" y="1405"/>
                  <a:pt x="39485" y="1375"/>
                  <a:pt x="39394" y="1314"/>
                </a:cubicBezTo>
                <a:cubicBezTo>
                  <a:pt x="39394" y="1306"/>
                  <a:pt x="39387" y="1302"/>
                  <a:pt x="39376" y="1302"/>
                </a:cubicBezTo>
                <a:cubicBezTo>
                  <a:pt x="39345" y="1302"/>
                  <a:pt x="39278" y="1330"/>
                  <a:pt x="39211" y="1375"/>
                </a:cubicBezTo>
                <a:lnTo>
                  <a:pt x="39120" y="1405"/>
                </a:lnTo>
                <a:lnTo>
                  <a:pt x="38786" y="1314"/>
                </a:lnTo>
                <a:lnTo>
                  <a:pt x="38695" y="1253"/>
                </a:lnTo>
                <a:cubicBezTo>
                  <a:pt x="38573" y="1284"/>
                  <a:pt x="38451" y="1314"/>
                  <a:pt x="38360" y="1375"/>
                </a:cubicBezTo>
                <a:cubicBezTo>
                  <a:pt x="38354" y="1381"/>
                  <a:pt x="38348" y="1383"/>
                  <a:pt x="38340" y="1383"/>
                </a:cubicBezTo>
                <a:cubicBezTo>
                  <a:pt x="38308" y="1383"/>
                  <a:pt x="38263" y="1339"/>
                  <a:pt x="38239" y="1314"/>
                </a:cubicBezTo>
                <a:cubicBezTo>
                  <a:pt x="38239" y="1304"/>
                  <a:pt x="38222" y="1300"/>
                  <a:pt x="38197" y="1300"/>
                </a:cubicBezTo>
                <a:cubicBezTo>
                  <a:pt x="38147" y="1300"/>
                  <a:pt x="38066" y="1314"/>
                  <a:pt x="38026" y="1314"/>
                </a:cubicBezTo>
                <a:cubicBezTo>
                  <a:pt x="37980" y="1299"/>
                  <a:pt x="37927" y="1291"/>
                  <a:pt x="37874" y="1291"/>
                </a:cubicBezTo>
                <a:cubicBezTo>
                  <a:pt x="37821" y="1291"/>
                  <a:pt x="37768" y="1299"/>
                  <a:pt x="37722" y="1314"/>
                </a:cubicBezTo>
                <a:cubicBezTo>
                  <a:pt x="37651" y="1337"/>
                  <a:pt x="37471" y="1434"/>
                  <a:pt x="37394" y="1434"/>
                </a:cubicBezTo>
                <a:cubicBezTo>
                  <a:pt x="37371" y="1434"/>
                  <a:pt x="37357" y="1426"/>
                  <a:pt x="37357" y="1405"/>
                </a:cubicBezTo>
                <a:cubicBezTo>
                  <a:pt x="37357" y="1375"/>
                  <a:pt x="37319" y="1367"/>
                  <a:pt x="37274" y="1367"/>
                </a:cubicBezTo>
                <a:cubicBezTo>
                  <a:pt x="37228" y="1367"/>
                  <a:pt x="37175" y="1375"/>
                  <a:pt x="37144" y="1375"/>
                </a:cubicBezTo>
                <a:cubicBezTo>
                  <a:pt x="36901" y="1314"/>
                  <a:pt x="36658" y="1253"/>
                  <a:pt x="36445" y="1162"/>
                </a:cubicBezTo>
                <a:lnTo>
                  <a:pt x="36202" y="1436"/>
                </a:lnTo>
                <a:cubicBezTo>
                  <a:pt x="36183" y="1423"/>
                  <a:pt x="36158" y="1418"/>
                  <a:pt x="36129" y="1418"/>
                </a:cubicBezTo>
                <a:cubicBezTo>
                  <a:pt x="36034" y="1418"/>
                  <a:pt x="35896" y="1471"/>
                  <a:pt x="35813" y="1471"/>
                </a:cubicBezTo>
                <a:cubicBezTo>
                  <a:pt x="35799" y="1471"/>
                  <a:pt x="35787" y="1469"/>
                  <a:pt x="35777" y="1466"/>
                </a:cubicBezTo>
                <a:lnTo>
                  <a:pt x="35230" y="1466"/>
                </a:lnTo>
                <a:cubicBezTo>
                  <a:pt x="35017" y="1466"/>
                  <a:pt x="34804" y="1466"/>
                  <a:pt x="34622" y="1496"/>
                </a:cubicBezTo>
                <a:lnTo>
                  <a:pt x="34409" y="1588"/>
                </a:lnTo>
                <a:cubicBezTo>
                  <a:pt x="34348" y="1527"/>
                  <a:pt x="34318" y="1496"/>
                  <a:pt x="34257" y="1436"/>
                </a:cubicBezTo>
                <a:cubicBezTo>
                  <a:pt x="34247" y="1417"/>
                  <a:pt x="34229" y="1410"/>
                  <a:pt x="34208" y="1410"/>
                </a:cubicBezTo>
                <a:cubicBezTo>
                  <a:pt x="34160" y="1410"/>
                  <a:pt x="34095" y="1445"/>
                  <a:pt x="34074" y="1466"/>
                </a:cubicBezTo>
                <a:cubicBezTo>
                  <a:pt x="33922" y="1466"/>
                  <a:pt x="33801" y="1466"/>
                  <a:pt x="33679" y="1405"/>
                </a:cubicBezTo>
                <a:lnTo>
                  <a:pt x="33527" y="1527"/>
                </a:lnTo>
                <a:lnTo>
                  <a:pt x="33497" y="1557"/>
                </a:lnTo>
                <a:cubicBezTo>
                  <a:pt x="33345" y="1527"/>
                  <a:pt x="33223" y="1496"/>
                  <a:pt x="33071" y="1496"/>
                </a:cubicBezTo>
                <a:lnTo>
                  <a:pt x="32950" y="1436"/>
                </a:lnTo>
                <a:cubicBezTo>
                  <a:pt x="32936" y="1429"/>
                  <a:pt x="32923" y="1426"/>
                  <a:pt x="32911" y="1426"/>
                </a:cubicBezTo>
                <a:cubicBezTo>
                  <a:pt x="32845" y="1426"/>
                  <a:pt x="32806" y="1517"/>
                  <a:pt x="32739" y="1517"/>
                </a:cubicBezTo>
                <a:cubicBezTo>
                  <a:pt x="32713" y="1517"/>
                  <a:pt x="32683" y="1503"/>
                  <a:pt x="32646" y="1466"/>
                </a:cubicBezTo>
                <a:cubicBezTo>
                  <a:pt x="32637" y="1457"/>
                  <a:pt x="32618" y="1453"/>
                  <a:pt x="32593" y="1453"/>
                </a:cubicBezTo>
                <a:cubicBezTo>
                  <a:pt x="32534" y="1453"/>
                  <a:pt x="32446" y="1475"/>
                  <a:pt x="32403" y="1496"/>
                </a:cubicBezTo>
                <a:lnTo>
                  <a:pt x="32220" y="1527"/>
                </a:lnTo>
                <a:cubicBezTo>
                  <a:pt x="32190" y="1436"/>
                  <a:pt x="32068" y="1375"/>
                  <a:pt x="32008" y="1375"/>
                </a:cubicBezTo>
                <a:lnTo>
                  <a:pt x="31704" y="1527"/>
                </a:lnTo>
                <a:lnTo>
                  <a:pt x="31400" y="1527"/>
                </a:lnTo>
                <a:cubicBezTo>
                  <a:pt x="31248" y="1466"/>
                  <a:pt x="31096" y="1436"/>
                  <a:pt x="30944" y="1405"/>
                </a:cubicBezTo>
                <a:lnTo>
                  <a:pt x="30944" y="1588"/>
                </a:lnTo>
                <a:cubicBezTo>
                  <a:pt x="30853" y="1527"/>
                  <a:pt x="30731" y="1466"/>
                  <a:pt x="30609" y="1466"/>
                </a:cubicBezTo>
                <a:cubicBezTo>
                  <a:pt x="30579" y="1481"/>
                  <a:pt x="30549" y="1489"/>
                  <a:pt x="30518" y="1489"/>
                </a:cubicBezTo>
                <a:cubicBezTo>
                  <a:pt x="30488" y="1489"/>
                  <a:pt x="30457" y="1481"/>
                  <a:pt x="30427" y="1466"/>
                </a:cubicBezTo>
                <a:lnTo>
                  <a:pt x="30397" y="1466"/>
                </a:lnTo>
                <a:cubicBezTo>
                  <a:pt x="30366" y="1496"/>
                  <a:pt x="30305" y="1527"/>
                  <a:pt x="30245" y="1527"/>
                </a:cubicBezTo>
                <a:lnTo>
                  <a:pt x="30032" y="1527"/>
                </a:lnTo>
                <a:cubicBezTo>
                  <a:pt x="29971" y="1527"/>
                  <a:pt x="29758" y="1496"/>
                  <a:pt x="29697" y="1496"/>
                </a:cubicBezTo>
                <a:lnTo>
                  <a:pt x="29363" y="1436"/>
                </a:lnTo>
                <a:lnTo>
                  <a:pt x="29333" y="1466"/>
                </a:lnTo>
                <a:lnTo>
                  <a:pt x="29181" y="1588"/>
                </a:lnTo>
                <a:cubicBezTo>
                  <a:pt x="29123" y="1530"/>
                  <a:pt x="29004" y="1509"/>
                  <a:pt x="28925" y="1509"/>
                </a:cubicBezTo>
                <a:cubicBezTo>
                  <a:pt x="28879" y="1509"/>
                  <a:pt x="28846" y="1516"/>
                  <a:pt x="28846" y="1527"/>
                </a:cubicBezTo>
                <a:cubicBezTo>
                  <a:pt x="28846" y="1537"/>
                  <a:pt x="28823" y="1540"/>
                  <a:pt x="28789" y="1540"/>
                </a:cubicBezTo>
                <a:cubicBezTo>
                  <a:pt x="28721" y="1540"/>
                  <a:pt x="28613" y="1527"/>
                  <a:pt x="28573" y="1527"/>
                </a:cubicBezTo>
                <a:cubicBezTo>
                  <a:pt x="28451" y="1527"/>
                  <a:pt x="28360" y="1527"/>
                  <a:pt x="28269" y="1557"/>
                </a:cubicBezTo>
                <a:lnTo>
                  <a:pt x="28238" y="1527"/>
                </a:lnTo>
                <a:lnTo>
                  <a:pt x="28087" y="1375"/>
                </a:lnTo>
                <a:cubicBezTo>
                  <a:pt x="27904" y="1405"/>
                  <a:pt x="27539" y="1466"/>
                  <a:pt x="27266" y="1466"/>
                </a:cubicBezTo>
                <a:lnTo>
                  <a:pt x="27023" y="1466"/>
                </a:lnTo>
                <a:cubicBezTo>
                  <a:pt x="26974" y="1466"/>
                  <a:pt x="26867" y="1427"/>
                  <a:pt x="26826" y="1427"/>
                </a:cubicBezTo>
                <a:cubicBezTo>
                  <a:pt x="26816" y="1427"/>
                  <a:pt x="26810" y="1429"/>
                  <a:pt x="26810" y="1436"/>
                </a:cubicBezTo>
                <a:lnTo>
                  <a:pt x="26688" y="1557"/>
                </a:lnTo>
                <a:cubicBezTo>
                  <a:pt x="26643" y="1527"/>
                  <a:pt x="26521" y="1519"/>
                  <a:pt x="26396" y="1519"/>
                </a:cubicBezTo>
                <a:cubicBezTo>
                  <a:pt x="26270" y="1519"/>
                  <a:pt x="26141" y="1527"/>
                  <a:pt x="26080" y="1527"/>
                </a:cubicBezTo>
                <a:cubicBezTo>
                  <a:pt x="25868" y="1527"/>
                  <a:pt x="25685" y="1557"/>
                  <a:pt x="25503" y="1557"/>
                </a:cubicBezTo>
                <a:lnTo>
                  <a:pt x="25351" y="1436"/>
                </a:lnTo>
                <a:cubicBezTo>
                  <a:pt x="25290" y="1466"/>
                  <a:pt x="25229" y="1496"/>
                  <a:pt x="25199" y="1557"/>
                </a:cubicBezTo>
                <a:cubicBezTo>
                  <a:pt x="25193" y="1563"/>
                  <a:pt x="25185" y="1565"/>
                  <a:pt x="25176" y="1565"/>
                </a:cubicBezTo>
                <a:cubicBezTo>
                  <a:pt x="25137" y="1565"/>
                  <a:pt x="25077" y="1521"/>
                  <a:pt x="25077" y="1496"/>
                </a:cubicBezTo>
                <a:cubicBezTo>
                  <a:pt x="24925" y="1496"/>
                  <a:pt x="24743" y="1527"/>
                  <a:pt x="24621" y="1618"/>
                </a:cubicBezTo>
                <a:lnTo>
                  <a:pt x="24409" y="1588"/>
                </a:lnTo>
                <a:lnTo>
                  <a:pt x="24257" y="1557"/>
                </a:lnTo>
                <a:cubicBezTo>
                  <a:pt x="24234" y="1562"/>
                  <a:pt x="24207" y="1564"/>
                  <a:pt x="24179" y="1564"/>
                </a:cubicBezTo>
                <a:cubicBezTo>
                  <a:pt x="24069" y="1564"/>
                  <a:pt x="23928" y="1536"/>
                  <a:pt x="23843" y="1536"/>
                </a:cubicBezTo>
                <a:cubicBezTo>
                  <a:pt x="23805" y="1536"/>
                  <a:pt x="23778" y="1541"/>
                  <a:pt x="23770" y="1557"/>
                </a:cubicBezTo>
                <a:cubicBezTo>
                  <a:pt x="23753" y="1575"/>
                  <a:pt x="23735" y="1582"/>
                  <a:pt x="23718" y="1582"/>
                </a:cubicBezTo>
                <a:cubicBezTo>
                  <a:pt x="23679" y="1582"/>
                  <a:pt x="23649" y="1539"/>
                  <a:pt x="23649" y="1496"/>
                </a:cubicBezTo>
                <a:cubicBezTo>
                  <a:pt x="23649" y="1491"/>
                  <a:pt x="23645" y="1488"/>
                  <a:pt x="23640" y="1488"/>
                </a:cubicBezTo>
                <a:cubicBezTo>
                  <a:pt x="23616" y="1488"/>
                  <a:pt x="23552" y="1533"/>
                  <a:pt x="23527" y="1557"/>
                </a:cubicBezTo>
                <a:cubicBezTo>
                  <a:pt x="23527" y="1561"/>
                  <a:pt x="23524" y="1562"/>
                  <a:pt x="23517" y="1562"/>
                </a:cubicBezTo>
                <a:cubicBezTo>
                  <a:pt x="23479" y="1562"/>
                  <a:pt x="23340" y="1509"/>
                  <a:pt x="23253" y="1509"/>
                </a:cubicBezTo>
                <a:cubicBezTo>
                  <a:pt x="23227" y="1509"/>
                  <a:pt x="23205" y="1514"/>
                  <a:pt x="23193" y="1527"/>
                </a:cubicBezTo>
                <a:cubicBezTo>
                  <a:pt x="23171" y="1571"/>
                  <a:pt x="23116" y="1599"/>
                  <a:pt x="23064" y="1599"/>
                </a:cubicBezTo>
                <a:cubicBezTo>
                  <a:pt x="23045" y="1599"/>
                  <a:pt x="23027" y="1596"/>
                  <a:pt x="23010" y="1588"/>
                </a:cubicBezTo>
                <a:cubicBezTo>
                  <a:pt x="22889" y="1527"/>
                  <a:pt x="22737" y="1496"/>
                  <a:pt x="22615" y="1496"/>
                </a:cubicBezTo>
                <a:lnTo>
                  <a:pt x="22524" y="1557"/>
                </a:lnTo>
                <a:cubicBezTo>
                  <a:pt x="22400" y="1610"/>
                  <a:pt x="22277" y="1643"/>
                  <a:pt x="22153" y="1643"/>
                </a:cubicBezTo>
                <a:cubicBezTo>
                  <a:pt x="22064" y="1643"/>
                  <a:pt x="21975" y="1626"/>
                  <a:pt x="21886" y="1588"/>
                </a:cubicBezTo>
                <a:lnTo>
                  <a:pt x="21673" y="1527"/>
                </a:lnTo>
                <a:cubicBezTo>
                  <a:pt x="21491" y="1557"/>
                  <a:pt x="21278" y="1588"/>
                  <a:pt x="21095" y="1618"/>
                </a:cubicBezTo>
                <a:cubicBezTo>
                  <a:pt x="21074" y="1639"/>
                  <a:pt x="21053" y="1661"/>
                  <a:pt x="21020" y="1661"/>
                </a:cubicBezTo>
                <a:cubicBezTo>
                  <a:pt x="21007" y="1661"/>
                  <a:pt x="20992" y="1657"/>
                  <a:pt x="20974" y="1648"/>
                </a:cubicBezTo>
                <a:cubicBezTo>
                  <a:pt x="20944" y="1648"/>
                  <a:pt x="20883" y="1709"/>
                  <a:pt x="20883" y="1739"/>
                </a:cubicBezTo>
                <a:cubicBezTo>
                  <a:pt x="20883" y="1745"/>
                  <a:pt x="20878" y="1748"/>
                  <a:pt x="20871" y="1748"/>
                </a:cubicBezTo>
                <a:cubicBezTo>
                  <a:pt x="20839" y="1748"/>
                  <a:pt x="20750" y="1703"/>
                  <a:pt x="20700" y="1679"/>
                </a:cubicBezTo>
                <a:cubicBezTo>
                  <a:pt x="20668" y="1671"/>
                  <a:pt x="20635" y="1667"/>
                  <a:pt x="20603" y="1667"/>
                </a:cubicBezTo>
                <a:cubicBezTo>
                  <a:pt x="20516" y="1667"/>
                  <a:pt x="20433" y="1695"/>
                  <a:pt x="20366" y="1739"/>
                </a:cubicBezTo>
                <a:lnTo>
                  <a:pt x="20336" y="1679"/>
                </a:lnTo>
                <a:cubicBezTo>
                  <a:pt x="20314" y="1650"/>
                  <a:pt x="20292" y="1640"/>
                  <a:pt x="20270" y="1640"/>
                </a:cubicBezTo>
                <a:cubicBezTo>
                  <a:pt x="20223" y="1640"/>
                  <a:pt x="20175" y="1687"/>
                  <a:pt x="20127" y="1687"/>
                </a:cubicBezTo>
                <a:cubicBezTo>
                  <a:pt x="20106" y="1687"/>
                  <a:pt x="20084" y="1677"/>
                  <a:pt x="20062" y="1648"/>
                </a:cubicBezTo>
                <a:lnTo>
                  <a:pt x="20032" y="1588"/>
                </a:lnTo>
                <a:cubicBezTo>
                  <a:pt x="19880" y="1618"/>
                  <a:pt x="19728" y="1648"/>
                  <a:pt x="19606" y="1709"/>
                </a:cubicBezTo>
                <a:cubicBezTo>
                  <a:pt x="19582" y="1717"/>
                  <a:pt x="19557" y="1721"/>
                  <a:pt x="19533" y="1721"/>
                </a:cubicBezTo>
                <a:cubicBezTo>
                  <a:pt x="19468" y="1721"/>
                  <a:pt x="19407" y="1693"/>
                  <a:pt x="19363" y="1648"/>
                </a:cubicBezTo>
                <a:cubicBezTo>
                  <a:pt x="19354" y="1644"/>
                  <a:pt x="19345" y="1642"/>
                  <a:pt x="19335" y="1642"/>
                </a:cubicBezTo>
                <a:cubicBezTo>
                  <a:pt x="19277" y="1642"/>
                  <a:pt x="19207" y="1709"/>
                  <a:pt x="19181" y="1709"/>
                </a:cubicBezTo>
                <a:cubicBezTo>
                  <a:pt x="19160" y="1709"/>
                  <a:pt x="19072" y="1723"/>
                  <a:pt x="19016" y="1723"/>
                </a:cubicBezTo>
                <a:cubicBezTo>
                  <a:pt x="18988" y="1723"/>
                  <a:pt x="18968" y="1719"/>
                  <a:pt x="18968" y="1709"/>
                </a:cubicBezTo>
                <a:cubicBezTo>
                  <a:pt x="18946" y="1688"/>
                  <a:pt x="18925" y="1666"/>
                  <a:pt x="18893" y="1666"/>
                </a:cubicBezTo>
                <a:cubicBezTo>
                  <a:pt x="18879" y="1666"/>
                  <a:pt x="18864" y="1670"/>
                  <a:pt x="18846" y="1679"/>
                </a:cubicBezTo>
                <a:lnTo>
                  <a:pt x="18664" y="1679"/>
                </a:lnTo>
                <a:cubicBezTo>
                  <a:pt x="18481" y="1679"/>
                  <a:pt x="18269" y="1709"/>
                  <a:pt x="18117" y="1709"/>
                </a:cubicBezTo>
                <a:cubicBezTo>
                  <a:pt x="17995" y="1770"/>
                  <a:pt x="17874" y="1800"/>
                  <a:pt x="17752" y="1831"/>
                </a:cubicBezTo>
                <a:lnTo>
                  <a:pt x="17570" y="1831"/>
                </a:lnTo>
                <a:cubicBezTo>
                  <a:pt x="17478" y="1831"/>
                  <a:pt x="17357" y="1800"/>
                  <a:pt x="17266" y="1739"/>
                </a:cubicBezTo>
                <a:lnTo>
                  <a:pt x="17144" y="1831"/>
                </a:lnTo>
                <a:lnTo>
                  <a:pt x="17114" y="1861"/>
                </a:lnTo>
                <a:lnTo>
                  <a:pt x="16293" y="1861"/>
                </a:lnTo>
                <a:cubicBezTo>
                  <a:pt x="16171" y="1891"/>
                  <a:pt x="16050" y="1922"/>
                  <a:pt x="15898" y="1922"/>
                </a:cubicBezTo>
                <a:cubicBezTo>
                  <a:pt x="15871" y="1922"/>
                  <a:pt x="15519" y="1759"/>
                  <a:pt x="15329" y="1759"/>
                </a:cubicBezTo>
                <a:cubicBezTo>
                  <a:pt x="15302" y="1759"/>
                  <a:pt x="15279" y="1762"/>
                  <a:pt x="15260" y="1770"/>
                </a:cubicBezTo>
                <a:cubicBezTo>
                  <a:pt x="15108" y="1800"/>
                  <a:pt x="14986" y="1831"/>
                  <a:pt x="14864" y="1891"/>
                </a:cubicBezTo>
                <a:lnTo>
                  <a:pt x="14834" y="1922"/>
                </a:lnTo>
                <a:cubicBezTo>
                  <a:pt x="14743" y="1952"/>
                  <a:pt x="14621" y="2013"/>
                  <a:pt x="14591" y="2013"/>
                </a:cubicBezTo>
                <a:lnTo>
                  <a:pt x="14348" y="1800"/>
                </a:lnTo>
                <a:cubicBezTo>
                  <a:pt x="14348" y="1927"/>
                  <a:pt x="14305" y="1990"/>
                  <a:pt x="14274" y="1990"/>
                </a:cubicBezTo>
                <a:cubicBezTo>
                  <a:pt x="14267" y="1990"/>
                  <a:pt x="14262" y="1988"/>
                  <a:pt x="14256" y="1983"/>
                </a:cubicBezTo>
                <a:cubicBezTo>
                  <a:pt x="14248" y="1974"/>
                  <a:pt x="14220" y="1970"/>
                  <a:pt x="14186" y="1970"/>
                </a:cubicBezTo>
                <a:cubicBezTo>
                  <a:pt x="14104" y="1970"/>
                  <a:pt x="13983" y="1992"/>
                  <a:pt x="13983" y="2013"/>
                </a:cubicBezTo>
                <a:cubicBezTo>
                  <a:pt x="13983" y="2023"/>
                  <a:pt x="13966" y="2027"/>
                  <a:pt x="13940" y="2027"/>
                </a:cubicBezTo>
                <a:cubicBezTo>
                  <a:pt x="13888" y="2027"/>
                  <a:pt x="13801" y="2013"/>
                  <a:pt x="13740" y="2013"/>
                </a:cubicBezTo>
                <a:cubicBezTo>
                  <a:pt x="13649" y="2013"/>
                  <a:pt x="13527" y="2013"/>
                  <a:pt x="13436" y="2043"/>
                </a:cubicBezTo>
                <a:lnTo>
                  <a:pt x="13375" y="2013"/>
                </a:lnTo>
                <a:lnTo>
                  <a:pt x="13162" y="1800"/>
                </a:lnTo>
                <a:cubicBezTo>
                  <a:pt x="13162" y="1933"/>
                  <a:pt x="13116" y="2019"/>
                  <a:pt x="13084" y="2019"/>
                </a:cubicBezTo>
                <a:cubicBezTo>
                  <a:pt x="13079" y="2019"/>
                  <a:pt x="13075" y="2017"/>
                  <a:pt x="13071" y="2013"/>
                </a:cubicBezTo>
                <a:cubicBezTo>
                  <a:pt x="13067" y="2009"/>
                  <a:pt x="13061" y="2007"/>
                  <a:pt x="13055" y="2007"/>
                </a:cubicBezTo>
                <a:cubicBezTo>
                  <a:pt x="13016" y="2007"/>
                  <a:pt x="12945" y="2078"/>
                  <a:pt x="12919" y="2104"/>
                </a:cubicBezTo>
                <a:cubicBezTo>
                  <a:pt x="12912" y="2118"/>
                  <a:pt x="12901" y="2124"/>
                  <a:pt x="12887" y="2124"/>
                </a:cubicBezTo>
                <a:cubicBezTo>
                  <a:pt x="12835" y="2124"/>
                  <a:pt x="12740" y="2047"/>
                  <a:pt x="12645" y="1952"/>
                </a:cubicBezTo>
                <a:lnTo>
                  <a:pt x="12494" y="2104"/>
                </a:lnTo>
                <a:lnTo>
                  <a:pt x="12463" y="2104"/>
                </a:lnTo>
                <a:cubicBezTo>
                  <a:pt x="12342" y="2165"/>
                  <a:pt x="12220" y="2165"/>
                  <a:pt x="12068" y="2195"/>
                </a:cubicBezTo>
                <a:lnTo>
                  <a:pt x="11916" y="2226"/>
                </a:lnTo>
                <a:cubicBezTo>
                  <a:pt x="11886" y="2195"/>
                  <a:pt x="11886" y="2165"/>
                  <a:pt x="11855" y="2135"/>
                </a:cubicBezTo>
                <a:cubicBezTo>
                  <a:pt x="11855" y="2119"/>
                  <a:pt x="11848" y="2112"/>
                  <a:pt x="11836" y="2112"/>
                </a:cubicBezTo>
                <a:cubicBezTo>
                  <a:pt x="11825" y="2112"/>
                  <a:pt x="11810" y="2119"/>
                  <a:pt x="11794" y="2135"/>
                </a:cubicBezTo>
                <a:lnTo>
                  <a:pt x="11764" y="2165"/>
                </a:lnTo>
                <a:cubicBezTo>
                  <a:pt x="11764" y="2174"/>
                  <a:pt x="11756" y="2178"/>
                  <a:pt x="11744" y="2178"/>
                </a:cubicBezTo>
                <a:cubicBezTo>
                  <a:pt x="11716" y="2178"/>
                  <a:pt x="11664" y="2156"/>
                  <a:pt x="11642" y="2135"/>
                </a:cubicBezTo>
                <a:cubicBezTo>
                  <a:pt x="11636" y="2129"/>
                  <a:pt x="11623" y="2126"/>
                  <a:pt x="11605" y="2126"/>
                </a:cubicBezTo>
                <a:cubicBezTo>
                  <a:pt x="11533" y="2126"/>
                  <a:pt x="11387" y="2165"/>
                  <a:pt x="11338" y="2165"/>
                </a:cubicBezTo>
                <a:lnTo>
                  <a:pt x="10579" y="2165"/>
                </a:lnTo>
                <a:lnTo>
                  <a:pt x="10214" y="2317"/>
                </a:lnTo>
                <a:lnTo>
                  <a:pt x="10153" y="2256"/>
                </a:lnTo>
                <a:lnTo>
                  <a:pt x="10031" y="2104"/>
                </a:lnTo>
                <a:cubicBezTo>
                  <a:pt x="9919" y="2142"/>
                  <a:pt x="9806" y="2168"/>
                  <a:pt x="9693" y="2168"/>
                </a:cubicBezTo>
                <a:cubicBezTo>
                  <a:pt x="9624" y="2168"/>
                  <a:pt x="9554" y="2158"/>
                  <a:pt x="9484" y="2135"/>
                </a:cubicBezTo>
                <a:lnTo>
                  <a:pt x="9484" y="2347"/>
                </a:lnTo>
                <a:cubicBezTo>
                  <a:pt x="9460" y="2347"/>
                  <a:pt x="9241" y="2270"/>
                  <a:pt x="9108" y="2270"/>
                </a:cubicBezTo>
                <a:cubicBezTo>
                  <a:pt x="9075" y="2270"/>
                  <a:pt x="9047" y="2274"/>
                  <a:pt x="9028" y="2287"/>
                </a:cubicBezTo>
                <a:cubicBezTo>
                  <a:pt x="8937" y="2378"/>
                  <a:pt x="8846" y="2408"/>
                  <a:pt x="8755" y="2439"/>
                </a:cubicBezTo>
                <a:lnTo>
                  <a:pt x="8390" y="2347"/>
                </a:lnTo>
                <a:lnTo>
                  <a:pt x="8329" y="2378"/>
                </a:lnTo>
                <a:cubicBezTo>
                  <a:pt x="8296" y="2411"/>
                  <a:pt x="8262" y="2422"/>
                  <a:pt x="8228" y="2422"/>
                </a:cubicBezTo>
                <a:cubicBezTo>
                  <a:pt x="8174" y="2422"/>
                  <a:pt x="8120" y="2395"/>
                  <a:pt x="8065" y="2395"/>
                </a:cubicBezTo>
                <a:cubicBezTo>
                  <a:pt x="8032" y="2395"/>
                  <a:pt x="7998" y="2405"/>
                  <a:pt x="7965" y="2439"/>
                </a:cubicBezTo>
                <a:cubicBezTo>
                  <a:pt x="7945" y="2458"/>
                  <a:pt x="7878" y="2513"/>
                  <a:pt x="7800" y="2513"/>
                </a:cubicBezTo>
                <a:cubicBezTo>
                  <a:pt x="7754" y="2513"/>
                  <a:pt x="7705" y="2495"/>
                  <a:pt x="7661" y="2439"/>
                </a:cubicBezTo>
                <a:cubicBezTo>
                  <a:pt x="7661" y="2439"/>
                  <a:pt x="7539" y="2499"/>
                  <a:pt x="7539" y="2499"/>
                </a:cubicBezTo>
                <a:cubicBezTo>
                  <a:pt x="7539" y="2564"/>
                  <a:pt x="7528" y="2585"/>
                  <a:pt x="7508" y="2585"/>
                </a:cubicBezTo>
                <a:cubicBezTo>
                  <a:pt x="7482" y="2585"/>
                  <a:pt x="7439" y="2547"/>
                  <a:pt x="7387" y="2530"/>
                </a:cubicBezTo>
                <a:lnTo>
                  <a:pt x="7296" y="2499"/>
                </a:lnTo>
                <a:cubicBezTo>
                  <a:pt x="7053" y="2499"/>
                  <a:pt x="6779" y="2469"/>
                  <a:pt x="6536" y="2469"/>
                </a:cubicBezTo>
                <a:cubicBezTo>
                  <a:pt x="6414" y="2499"/>
                  <a:pt x="6323" y="2530"/>
                  <a:pt x="6202" y="2560"/>
                </a:cubicBezTo>
                <a:lnTo>
                  <a:pt x="6202" y="2773"/>
                </a:lnTo>
                <a:cubicBezTo>
                  <a:pt x="6080" y="2712"/>
                  <a:pt x="5958" y="2651"/>
                  <a:pt x="5837" y="2621"/>
                </a:cubicBezTo>
                <a:lnTo>
                  <a:pt x="5837" y="2712"/>
                </a:lnTo>
                <a:cubicBezTo>
                  <a:pt x="5831" y="2718"/>
                  <a:pt x="5820" y="2721"/>
                  <a:pt x="5806" y="2721"/>
                </a:cubicBezTo>
                <a:cubicBezTo>
                  <a:pt x="5749" y="2721"/>
                  <a:pt x="5642" y="2682"/>
                  <a:pt x="5594" y="2682"/>
                </a:cubicBezTo>
                <a:cubicBezTo>
                  <a:pt x="5529" y="2703"/>
                  <a:pt x="5450" y="2725"/>
                  <a:pt x="5376" y="2725"/>
                </a:cubicBezTo>
                <a:cubicBezTo>
                  <a:pt x="5346" y="2725"/>
                  <a:pt x="5316" y="2721"/>
                  <a:pt x="5290" y="2712"/>
                </a:cubicBezTo>
                <a:cubicBezTo>
                  <a:pt x="5229" y="2712"/>
                  <a:pt x="5077" y="2864"/>
                  <a:pt x="5047" y="2925"/>
                </a:cubicBezTo>
                <a:cubicBezTo>
                  <a:pt x="5036" y="2935"/>
                  <a:pt x="5016" y="2938"/>
                  <a:pt x="4993" y="2938"/>
                </a:cubicBezTo>
                <a:cubicBezTo>
                  <a:pt x="4945" y="2938"/>
                  <a:pt x="4884" y="2925"/>
                  <a:pt x="4864" y="2925"/>
                </a:cubicBezTo>
                <a:cubicBezTo>
                  <a:pt x="4773" y="2895"/>
                  <a:pt x="4651" y="2864"/>
                  <a:pt x="4560" y="2864"/>
                </a:cubicBezTo>
                <a:cubicBezTo>
                  <a:pt x="4477" y="2864"/>
                  <a:pt x="4369" y="2990"/>
                  <a:pt x="4305" y="2990"/>
                </a:cubicBezTo>
                <a:cubicBezTo>
                  <a:pt x="4298" y="2990"/>
                  <a:pt x="4292" y="2988"/>
                  <a:pt x="4287" y="2986"/>
                </a:cubicBezTo>
                <a:cubicBezTo>
                  <a:pt x="4195" y="2925"/>
                  <a:pt x="4104" y="2925"/>
                  <a:pt x="3983" y="2925"/>
                </a:cubicBezTo>
                <a:lnTo>
                  <a:pt x="3922" y="3016"/>
                </a:lnTo>
                <a:lnTo>
                  <a:pt x="3861" y="3077"/>
                </a:lnTo>
                <a:cubicBezTo>
                  <a:pt x="3835" y="3128"/>
                  <a:pt x="3788" y="3147"/>
                  <a:pt x="3737" y="3147"/>
                </a:cubicBezTo>
                <a:cubicBezTo>
                  <a:pt x="3668" y="3147"/>
                  <a:pt x="3592" y="3112"/>
                  <a:pt x="3557" y="3077"/>
                </a:cubicBezTo>
                <a:cubicBezTo>
                  <a:pt x="3541" y="3061"/>
                  <a:pt x="3507" y="3055"/>
                  <a:pt x="3463" y="3055"/>
                </a:cubicBezTo>
                <a:cubicBezTo>
                  <a:pt x="3363" y="3055"/>
                  <a:pt x="3217" y="3083"/>
                  <a:pt x="3127" y="3083"/>
                </a:cubicBezTo>
                <a:cubicBezTo>
                  <a:pt x="3104" y="3083"/>
                  <a:pt x="3085" y="3081"/>
                  <a:pt x="3071" y="3077"/>
                </a:cubicBezTo>
                <a:cubicBezTo>
                  <a:pt x="2980" y="3046"/>
                  <a:pt x="2858" y="3016"/>
                  <a:pt x="2767" y="3016"/>
                </a:cubicBezTo>
                <a:lnTo>
                  <a:pt x="2736" y="3046"/>
                </a:lnTo>
                <a:lnTo>
                  <a:pt x="2676" y="3107"/>
                </a:lnTo>
                <a:cubicBezTo>
                  <a:pt x="2642" y="3157"/>
                  <a:pt x="2590" y="3180"/>
                  <a:pt x="2535" y="3180"/>
                </a:cubicBezTo>
                <a:cubicBezTo>
                  <a:pt x="2490" y="3180"/>
                  <a:pt x="2443" y="3165"/>
                  <a:pt x="2402" y="3138"/>
                </a:cubicBezTo>
                <a:cubicBezTo>
                  <a:pt x="2402" y="3120"/>
                  <a:pt x="2394" y="3112"/>
                  <a:pt x="2383" y="3112"/>
                </a:cubicBezTo>
                <a:cubicBezTo>
                  <a:pt x="2357" y="3112"/>
                  <a:pt x="2311" y="3155"/>
                  <a:pt x="2311" y="3198"/>
                </a:cubicBezTo>
                <a:cubicBezTo>
                  <a:pt x="2296" y="3214"/>
                  <a:pt x="2250" y="3214"/>
                  <a:pt x="2208" y="3214"/>
                </a:cubicBezTo>
                <a:cubicBezTo>
                  <a:pt x="2167" y="3214"/>
                  <a:pt x="2129" y="3214"/>
                  <a:pt x="2129" y="3229"/>
                </a:cubicBezTo>
                <a:cubicBezTo>
                  <a:pt x="2098" y="3259"/>
                  <a:pt x="2068" y="3290"/>
                  <a:pt x="2007" y="3290"/>
                </a:cubicBezTo>
                <a:lnTo>
                  <a:pt x="1733" y="3290"/>
                </a:lnTo>
                <a:cubicBezTo>
                  <a:pt x="1733" y="3320"/>
                  <a:pt x="1825" y="3350"/>
                  <a:pt x="1855" y="3381"/>
                </a:cubicBezTo>
                <a:cubicBezTo>
                  <a:pt x="1885" y="3381"/>
                  <a:pt x="1764" y="3472"/>
                  <a:pt x="1612" y="3594"/>
                </a:cubicBezTo>
                <a:lnTo>
                  <a:pt x="1551" y="3502"/>
                </a:lnTo>
                <a:lnTo>
                  <a:pt x="1429" y="3290"/>
                </a:lnTo>
                <a:cubicBezTo>
                  <a:pt x="1277" y="3320"/>
                  <a:pt x="1156" y="3411"/>
                  <a:pt x="1065" y="3533"/>
                </a:cubicBezTo>
                <a:cubicBezTo>
                  <a:pt x="1065" y="3554"/>
                  <a:pt x="1053" y="3564"/>
                  <a:pt x="1033" y="3564"/>
                </a:cubicBezTo>
                <a:cubicBezTo>
                  <a:pt x="996" y="3564"/>
                  <a:pt x="930" y="3531"/>
                  <a:pt x="852" y="3472"/>
                </a:cubicBezTo>
                <a:lnTo>
                  <a:pt x="761" y="3594"/>
                </a:lnTo>
                <a:cubicBezTo>
                  <a:pt x="685" y="3654"/>
                  <a:pt x="624" y="3685"/>
                  <a:pt x="563" y="3685"/>
                </a:cubicBezTo>
                <a:cubicBezTo>
                  <a:pt x="502" y="3685"/>
                  <a:pt x="442" y="3654"/>
                  <a:pt x="366" y="3594"/>
                </a:cubicBezTo>
                <a:lnTo>
                  <a:pt x="366" y="3594"/>
                </a:lnTo>
                <a:cubicBezTo>
                  <a:pt x="335" y="3624"/>
                  <a:pt x="457" y="3837"/>
                  <a:pt x="366" y="3898"/>
                </a:cubicBezTo>
                <a:cubicBezTo>
                  <a:pt x="299" y="3942"/>
                  <a:pt x="232" y="3970"/>
                  <a:pt x="165" y="3970"/>
                </a:cubicBezTo>
                <a:cubicBezTo>
                  <a:pt x="141" y="3970"/>
                  <a:pt x="116" y="3967"/>
                  <a:pt x="92" y="3958"/>
                </a:cubicBezTo>
                <a:cubicBezTo>
                  <a:pt x="62" y="3958"/>
                  <a:pt x="62" y="3989"/>
                  <a:pt x="92" y="4050"/>
                </a:cubicBezTo>
                <a:lnTo>
                  <a:pt x="92" y="4080"/>
                </a:lnTo>
                <a:cubicBezTo>
                  <a:pt x="92" y="4110"/>
                  <a:pt x="62" y="4141"/>
                  <a:pt x="62" y="4202"/>
                </a:cubicBezTo>
                <a:lnTo>
                  <a:pt x="31" y="4353"/>
                </a:lnTo>
                <a:cubicBezTo>
                  <a:pt x="92" y="4414"/>
                  <a:pt x="122" y="4505"/>
                  <a:pt x="153" y="4597"/>
                </a:cubicBezTo>
                <a:lnTo>
                  <a:pt x="1" y="4688"/>
                </a:lnTo>
                <a:lnTo>
                  <a:pt x="1" y="4718"/>
                </a:lnTo>
                <a:cubicBezTo>
                  <a:pt x="9" y="4760"/>
                  <a:pt x="20" y="4774"/>
                  <a:pt x="31" y="4774"/>
                </a:cubicBezTo>
                <a:cubicBezTo>
                  <a:pt x="57" y="4774"/>
                  <a:pt x="87" y="4707"/>
                  <a:pt x="109" y="4707"/>
                </a:cubicBezTo>
                <a:cubicBezTo>
                  <a:pt x="114" y="4707"/>
                  <a:pt x="118" y="4710"/>
                  <a:pt x="122" y="4718"/>
                </a:cubicBezTo>
                <a:cubicBezTo>
                  <a:pt x="183" y="4749"/>
                  <a:pt x="335" y="4749"/>
                  <a:pt x="244" y="4870"/>
                </a:cubicBezTo>
                <a:lnTo>
                  <a:pt x="153" y="5022"/>
                </a:lnTo>
                <a:cubicBezTo>
                  <a:pt x="204" y="5002"/>
                  <a:pt x="247" y="4992"/>
                  <a:pt x="283" y="4992"/>
                </a:cubicBezTo>
                <a:cubicBezTo>
                  <a:pt x="355" y="4992"/>
                  <a:pt x="396" y="5032"/>
                  <a:pt x="396" y="5113"/>
                </a:cubicBezTo>
                <a:lnTo>
                  <a:pt x="396" y="5144"/>
                </a:lnTo>
                <a:cubicBezTo>
                  <a:pt x="396" y="5296"/>
                  <a:pt x="396" y="5448"/>
                  <a:pt x="609" y="5509"/>
                </a:cubicBezTo>
                <a:lnTo>
                  <a:pt x="700" y="5539"/>
                </a:lnTo>
                <a:cubicBezTo>
                  <a:pt x="761" y="5661"/>
                  <a:pt x="791" y="5782"/>
                  <a:pt x="791" y="5904"/>
                </a:cubicBezTo>
                <a:lnTo>
                  <a:pt x="822" y="5995"/>
                </a:lnTo>
                <a:cubicBezTo>
                  <a:pt x="974" y="6116"/>
                  <a:pt x="1126" y="6208"/>
                  <a:pt x="1247" y="6329"/>
                </a:cubicBezTo>
                <a:lnTo>
                  <a:pt x="1217" y="6724"/>
                </a:lnTo>
                <a:lnTo>
                  <a:pt x="1217" y="6785"/>
                </a:lnTo>
                <a:cubicBezTo>
                  <a:pt x="1217" y="6816"/>
                  <a:pt x="1369" y="6876"/>
                  <a:pt x="1551" y="6876"/>
                </a:cubicBezTo>
                <a:lnTo>
                  <a:pt x="1612" y="6846"/>
                </a:lnTo>
                <a:lnTo>
                  <a:pt x="1673" y="6846"/>
                </a:lnTo>
                <a:cubicBezTo>
                  <a:pt x="1712" y="6830"/>
                  <a:pt x="1741" y="6823"/>
                  <a:pt x="1761" y="6823"/>
                </a:cubicBezTo>
                <a:cubicBezTo>
                  <a:pt x="1817" y="6823"/>
                  <a:pt x="1793" y="6885"/>
                  <a:pt x="1703" y="6998"/>
                </a:cubicBezTo>
                <a:lnTo>
                  <a:pt x="1642" y="7059"/>
                </a:lnTo>
                <a:cubicBezTo>
                  <a:pt x="1642" y="7119"/>
                  <a:pt x="1703" y="7119"/>
                  <a:pt x="1733" y="7119"/>
                </a:cubicBezTo>
                <a:lnTo>
                  <a:pt x="1825" y="7119"/>
                </a:lnTo>
                <a:cubicBezTo>
                  <a:pt x="1836" y="7114"/>
                  <a:pt x="1847" y="7111"/>
                  <a:pt x="1856" y="7111"/>
                </a:cubicBezTo>
                <a:cubicBezTo>
                  <a:pt x="1897" y="7111"/>
                  <a:pt x="1922" y="7156"/>
                  <a:pt x="1946" y="7180"/>
                </a:cubicBezTo>
                <a:lnTo>
                  <a:pt x="1946" y="7241"/>
                </a:lnTo>
                <a:lnTo>
                  <a:pt x="1946" y="7302"/>
                </a:lnTo>
                <a:cubicBezTo>
                  <a:pt x="1916" y="7332"/>
                  <a:pt x="1794" y="7545"/>
                  <a:pt x="1825" y="7606"/>
                </a:cubicBezTo>
                <a:cubicBezTo>
                  <a:pt x="1855" y="7667"/>
                  <a:pt x="1885" y="7697"/>
                  <a:pt x="1916" y="7758"/>
                </a:cubicBezTo>
                <a:lnTo>
                  <a:pt x="2007" y="7819"/>
                </a:lnTo>
                <a:cubicBezTo>
                  <a:pt x="2007" y="7821"/>
                  <a:pt x="2008" y="7823"/>
                  <a:pt x="2011" y="7823"/>
                </a:cubicBezTo>
                <a:cubicBezTo>
                  <a:pt x="2034" y="7823"/>
                  <a:pt x="2165" y="7697"/>
                  <a:pt x="2220" y="7697"/>
                </a:cubicBezTo>
                <a:cubicBezTo>
                  <a:pt x="2281" y="7727"/>
                  <a:pt x="2281" y="7971"/>
                  <a:pt x="2220" y="8275"/>
                </a:cubicBezTo>
                <a:lnTo>
                  <a:pt x="2767" y="8305"/>
                </a:lnTo>
                <a:cubicBezTo>
                  <a:pt x="2797" y="8305"/>
                  <a:pt x="2828" y="8457"/>
                  <a:pt x="2828" y="8518"/>
                </a:cubicBezTo>
                <a:lnTo>
                  <a:pt x="2828" y="8578"/>
                </a:lnTo>
                <a:cubicBezTo>
                  <a:pt x="2730" y="8578"/>
                  <a:pt x="2516" y="8501"/>
                  <a:pt x="2419" y="8501"/>
                </a:cubicBezTo>
                <a:cubicBezTo>
                  <a:pt x="2395" y="8501"/>
                  <a:pt x="2378" y="8506"/>
                  <a:pt x="2372" y="8518"/>
                </a:cubicBezTo>
                <a:cubicBezTo>
                  <a:pt x="2341" y="8578"/>
                  <a:pt x="2402" y="8730"/>
                  <a:pt x="2463" y="8761"/>
                </a:cubicBezTo>
                <a:cubicBezTo>
                  <a:pt x="2499" y="8770"/>
                  <a:pt x="2534" y="8773"/>
                  <a:pt x="2570" y="8773"/>
                </a:cubicBezTo>
                <a:cubicBezTo>
                  <a:pt x="2656" y="8773"/>
                  <a:pt x="2742" y="8752"/>
                  <a:pt x="2828" y="8730"/>
                </a:cubicBezTo>
                <a:cubicBezTo>
                  <a:pt x="2919" y="8700"/>
                  <a:pt x="3040" y="8670"/>
                  <a:pt x="3071" y="8639"/>
                </a:cubicBezTo>
                <a:lnTo>
                  <a:pt x="3132" y="8609"/>
                </a:lnTo>
                <a:lnTo>
                  <a:pt x="3162" y="8578"/>
                </a:lnTo>
                <a:cubicBezTo>
                  <a:pt x="3162" y="8570"/>
                  <a:pt x="3170" y="8566"/>
                  <a:pt x="3182" y="8566"/>
                </a:cubicBezTo>
                <a:cubicBezTo>
                  <a:pt x="3210" y="8566"/>
                  <a:pt x="3262" y="8587"/>
                  <a:pt x="3284" y="8609"/>
                </a:cubicBezTo>
                <a:cubicBezTo>
                  <a:pt x="3344" y="8670"/>
                  <a:pt x="3375" y="8730"/>
                  <a:pt x="3405" y="8822"/>
                </a:cubicBezTo>
                <a:lnTo>
                  <a:pt x="3344" y="8913"/>
                </a:lnTo>
                <a:cubicBezTo>
                  <a:pt x="3496" y="9004"/>
                  <a:pt x="3648" y="9065"/>
                  <a:pt x="3800" y="9126"/>
                </a:cubicBezTo>
                <a:cubicBezTo>
                  <a:pt x="3922" y="9126"/>
                  <a:pt x="4013" y="9095"/>
                  <a:pt x="4104" y="9034"/>
                </a:cubicBezTo>
                <a:lnTo>
                  <a:pt x="4165" y="9156"/>
                </a:lnTo>
                <a:cubicBezTo>
                  <a:pt x="4195" y="9217"/>
                  <a:pt x="4195" y="9247"/>
                  <a:pt x="4317" y="9247"/>
                </a:cubicBezTo>
                <a:lnTo>
                  <a:pt x="4530" y="9217"/>
                </a:lnTo>
                <a:cubicBezTo>
                  <a:pt x="4773" y="9308"/>
                  <a:pt x="5077" y="9399"/>
                  <a:pt x="5107" y="9399"/>
                </a:cubicBezTo>
                <a:lnTo>
                  <a:pt x="5472" y="9399"/>
                </a:lnTo>
                <a:cubicBezTo>
                  <a:pt x="5533" y="9430"/>
                  <a:pt x="5381" y="9551"/>
                  <a:pt x="5138" y="9642"/>
                </a:cubicBezTo>
                <a:lnTo>
                  <a:pt x="5168" y="9916"/>
                </a:lnTo>
                <a:lnTo>
                  <a:pt x="5077" y="9916"/>
                </a:lnTo>
                <a:lnTo>
                  <a:pt x="4925" y="9946"/>
                </a:lnTo>
                <a:cubicBezTo>
                  <a:pt x="4864" y="10068"/>
                  <a:pt x="4773" y="10311"/>
                  <a:pt x="4834" y="10311"/>
                </a:cubicBezTo>
                <a:cubicBezTo>
                  <a:pt x="4864" y="10326"/>
                  <a:pt x="4895" y="10334"/>
                  <a:pt x="4925" y="10334"/>
                </a:cubicBezTo>
                <a:cubicBezTo>
                  <a:pt x="4955" y="10334"/>
                  <a:pt x="4986" y="10326"/>
                  <a:pt x="5016" y="10311"/>
                </a:cubicBezTo>
                <a:lnTo>
                  <a:pt x="5016" y="10402"/>
                </a:lnTo>
                <a:lnTo>
                  <a:pt x="5016" y="10433"/>
                </a:lnTo>
                <a:lnTo>
                  <a:pt x="5016" y="10493"/>
                </a:lnTo>
                <a:cubicBezTo>
                  <a:pt x="5016" y="10509"/>
                  <a:pt x="5031" y="10516"/>
                  <a:pt x="5058" y="10516"/>
                </a:cubicBezTo>
                <a:cubicBezTo>
                  <a:pt x="5085" y="10516"/>
                  <a:pt x="5123" y="10509"/>
                  <a:pt x="5168" y="10493"/>
                </a:cubicBezTo>
                <a:lnTo>
                  <a:pt x="5229" y="10463"/>
                </a:lnTo>
                <a:lnTo>
                  <a:pt x="5290" y="10463"/>
                </a:lnTo>
                <a:cubicBezTo>
                  <a:pt x="5351" y="10463"/>
                  <a:pt x="5381" y="10554"/>
                  <a:pt x="5381" y="10585"/>
                </a:cubicBezTo>
                <a:cubicBezTo>
                  <a:pt x="5270" y="10629"/>
                  <a:pt x="5158" y="10657"/>
                  <a:pt x="5047" y="10657"/>
                </a:cubicBezTo>
                <a:cubicBezTo>
                  <a:pt x="5006" y="10657"/>
                  <a:pt x="4966" y="10654"/>
                  <a:pt x="4925" y="10645"/>
                </a:cubicBezTo>
                <a:cubicBezTo>
                  <a:pt x="4854" y="10610"/>
                  <a:pt x="4783" y="10595"/>
                  <a:pt x="4736" y="10595"/>
                </a:cubicBezTo>
                <a:cubicBezTo>
                  <a:pt x="4703" y="10595"/>
                  <a:pt x="4682" y="10602"/>
                  <a:pt x="4682" y="10615"/>
                </a:cubicBezTo>
                <a:lnTo>
                  <a:pt x="4682" y="10645"/>
                </a:lnTo>
                <a:lnTo>
                  <a:pt x="4712" y="10767"/>
                </a:lnTo>
                <a:cubicBezTo>
                  <a:pt x="4743" y="10919"/>
                  <a:pt x="4743" y="11071"/>
                  <a:pt x="4712" y="11193"/>
                </a:cubicBezTo>
                <a:lnTo>
                  <a:pt x="4803" y="11314"/>
                </a:lnTo>
                <a:lnTo>
                  <a:pt x="4834" y="11344"/>
                </a:lnTo>
                <a:cubicBezTo>
                  <a:pt x="4895" y="11405"/>
                  <a:pt x="5016" y="11436"/>
                  <a:pt x="5107" y="11436"/>
                </a:cubicBezTo>
                <a:lnTo>
                  <a:pt x="5107" y="11648"/>
                </a:lnTo>
                <a:cubicBezTo>
                  <a:pt x="5229" y="11709"/>
                  <a:pt x="5199" y="11831"/>
                  <a:pt x="5138" y="11831"/>
                </a:cubicBezTo>
                <a:cubicBezTo>
                  <a:pt x="5107" y="11831"/>
                  <a:pt x="5533" y="12135"/>
                  <a:pt x="5472" y="12226"/>
                </a:cubicBezTo>
                <a:cubicBezTo>
                  <a:pt x="5442" y="12348"/>
                  <a:pt x="5594" y="12500"/>
                  <a:pt x="5685" y="12530"/>
                </a:cubicBezTo>
                <a:cubicBezTo>
                  <a:pt x="5746" y="12560"/>
                  <a:pt x="5563" y="12743"/>
                  <a:pt x="5472" y="12743"/>
                </a:cubicBezTo>
                <a:lnTo>
                  <a:pt x="5107" y="12743"/>
                </a:lnTo>
                <a:cubicBezTo>
                  <a:pt x="4955" y="12773"/>
                  <a:pt x="4834" y="12803"/>
                  <a:pt x="4712" y="12803"/>
                </a:cubicBezTo>
                <a:cubicBezTo>
                  <a:pt x="4651" y="12773"/>
                  <a:pt x="4591" y="12773"/>
                  <a:pt x="4499" y="12773"/>
                </a:cubicBezTo>
                <a:cubicBezTo>
                  <a:pt x="4486" y="12877"/>
                  <a:pt x="4457" y="12909"/>
                  <a:pt x="4418" y="12909"/>
                </a:cubicBezTo>
                <a:cubicBezTo>
                  <a:pt x="4365" y="12909"/>
                  <a:pt x="4296" y="12851"/>
                  <a:pt x="4226" y="12834"/>
                </a:cubicBezTo>
                <a:lnTo>
                  <a:pt x="4195" y="12834"/>
                </a:lnTo>
                <a:cubicBezTo>
                  <a:pt x="4135" y="12834"/>
                  <a:pt x="4135" y="12895"/>
                  <a:pt x="4165" y="12925"/>
                </a:cubicBezTo>
                <a:cubicBezTo>
                  <a:pt x="4098" y="12970"/>
                  <a:pt x="4015" y="12998"/>
                  <a:pt x="3940" y="12998"/>
                </a:cubicBezTo>
                <a:cubicBezTo>
                  <a:pt x="3912" y="12998"/>
                  <a:pt x="3886" y="12994"/>
                  <a:pt x="3861" y="12986"/>
                </a:cubicBezTo>
                <a:cubicBezTo>
                  <a:pt x="3851" y="12983"/>
                  <a:pt x="3842" y="12981"/>
                  <a:pt x="3832" y="12981"/>
                </a:cubicBezTo>
                <a:cubicBezTo>
                  <a:pt x="3751" y="12981"/>
                  <a:pt x="3676" y="13087"/>
                  <a:pt x="3648" y="13168"/>
                </a:cubicBezTo>
                <a:cubicBezTo>
                  <a:pt x="3648" y="13204"/>
                  <a:pt x="3607" y="13219"/>
                  <a:pt x="3566" y="13219"/>
                </a:cubicBezTo>
                <a:cubicBezTo>
                  <a:pt x="3537" y="13219"/>
                  <a:pt x="3509" y="13211"/>
                  <a:pt x="3496" y="13199"/>
                </a:cubicBezTo>
                <a:cubicBezTo>
                  <a:pt x="3496" y="13199"/>
                  <a:pt x="3376" y="13103"/>
                  <a:pt x="3328" y="13103"/>
                </a:cubicBezTo>
                <a:cubicBezTo>
                  <a:pt x="3322" y="13103"/>
                  <a:pt x="3317" y="13104"/>
                  <a:pt x="3314" y="13107"/>
                </a:cubicBezTo>
                <a:cubicBezTo>
                  <a:pt x="3284" y="13138"/>
                  <a:pt x="3223" y="13199"/>
                  <a:pt x="3192" y="13229"/>
                </a:cubicBezTo>
                <a:cubicBezTo>
                  <a:pt x="3071" y="13229"/>
                  <a:pt x="2980" y="13259"/>
                  <a:pt x="2888" y="13259"/>
                </a:cubicBezTo>
                <a:cubicBezTo>
                  <a:pt x="2797" y="13259"/>
                  <a:pt x="2706" y="13381"/>
                  <a:pt x="2676" y="13381"/>
                </a:cubicBezTo>
                <a:cubicBezTo>
                  <a:pt x="2615" y="13411"/>
                  <a:pt x="2524" y="13442"/>
                  <a:pt x="2463" y="13472"/>
                </a:cubicBezTo>
                <a:lnTo>
                  <a:pt x="2463" y="13533"/>
                </a:lnTo>
                <a:cubicBezTo>
                  <a:pt x="2433" y="13715"/>
                  <a:pt x="2372" y="13928"/>
                  <a:pt x="2341" y="14110"/>
                </a:cubicBezTo>
                <a:lnTo>
                  <a:pt x="2341" y="14171"/>
                </a:lnTo>
                <a:cubicBezTo>
                  <a:pt x="2402" y="14262"/>
                  <a:pt x="2341" y="14354"/>
                  <a:pt x="2189" y="14414"/>
                </a:cubicBezTo>
                <a:lnTo>
                  <a:pt x="2159" y="14232"/>
                </a:lnTo>
                <a:cubicBezTo>
                  <a:pt x="2129" y="14171"/>
                  <a:pt x="2007" y="14080"/>
                  <a:pt x="1946" y="14080"/>
                </a:cubicBezTo>
                <a:lnTo>
                  <a:pt x="1673" y="14141"/>
                </a:lnTo>
                <a:cubicBezTo>
                  <a:pt x="1627" y="14115"/>
                  <a:pt x="1568" y="14104"/>
                  <a:pt x="1503" y="14104"/>
                </a:cubicBezTo>
                <a:cubicBezTo>
                  <a:pt x="1264" y="14104"/>
                  <a:pt x="934" y="14245"/>
                  <a:pt x="791" y="14293"/>
                </a:cubicBezTo>
                <a:cubicBezTo>
                  <a:pt x="639" y="14354"/>
                  <a:pt x="609" y="14414"/>
                  <a:pt x="761" y="14414"/>
                </a:cubicBezTo>
                <a:lnTo>
                  <a:pt x="791" y="14445"/>
                </a:lnTo>
                <a:cubicBezTo>
                  <a:pt x="822" y="14536"/>
                  <a:pt x="882" y="14597"/>
                  <a:pt x="974" y="14597"/>
                </a:cubicBezTo>
                <a:cubicBezTo>
                  <a:pt x="1065" y="14627"/>
                  <a:pt x="974" y="14810"/>
                  <a:pt x="943" y="14840"/>
                </a:cubicBezTo>
                <a:cubicBezTo>
                  <a:pt x="913" y="14840"/>
                  <a:pt x="852" y="14840"/>
                  <a:pt x="822" y="14870"/>
                </a:cubicBezTo>
                <a:cubicBezTo>
                  <a:pt x="761" y="14931"/>
                  <a:pt x="730" y="14992"/>
                  <a:pt x="730" y="15053"/>
                </a:cubicBezTo>
                <a:lnTo>
                  <a:pt x="730" y="15083"/>
                </a:lnTo>
                <a:cubicBezTo>
                  <a:pt x="852" y="15114"/>
                  <a:pt x="852" y="15174"/>
                  <a:pt x="761" y="15174"/>
                </a:cubicBezTo>
                <a:lnTo>
                  <a:pt x="730" y="15205"/>
                </a:lnTo>
                <a:cubicBezTo>
                  <a:pt x="709" y="15233"/>
                  <a:pt x="689" y="15243"/>
                  <a:pt x="671" y="15243"/>
                </a:cubicBezTo>
                <a:cubicBezTo>
                  <a:pt x="625" y="15243"/>
                  <a:pt x="588" y="15181"/>
                  <a:pt x="552" y="15181"/>
                </a:cubicBezTo>
                <a:cubicBezTo>
                  <a:pt x="540" y="15181"/>
                  <a:pt x="529" y="15188"/>
                  <a:pt x="518" y="15205"/>
                </a:cubicBezTo>
                <a:cubicBezTo>
                  <a:pt x="457" y="15266"/>
                  <a:pt x="396" y="15357"/>
                  <a:pt x="335" y="15417"/>
                </a:cubicBezTo>
                <a:cubicBezTo>
                  <a:pt x="305" y="15478"/>
                  <a:pt x="305" y="15509"/>
                  <a:pt x="274" y="15539"/>
                </a:cubicBezTo>
                <a:lnTo>
                  <a:pt x="244" y="15661"/>
                </a:lnTo>
                <a:cubicBezTo>
                  <a:pt x="320" y="15761"/>
                  <a:pt x="437" y="15820"/>
                  <a:pt x="527" y="15820"/>
                </a:cubicBezTo>
                <a:cubicBezTo>
                  <a:pt x="545" y="15820"/>
                  <a:pt x="563" y="15818"/>
                  <a:pt x="578" y="15813"/>
                </a:cubicBezTo>
                <a:lnTo>
                  <a:pt x="639" y="15752"/>
                </a:lnTo>
                <a:lnTo>
                  <a:pt x="700" y="15721"/>
                </a:lnTo>
                <a:cubicBezTo>
                  <a:pt x="705" y="15720"/>
                  <a:pt x="710" y="15719"/>
                  <a:pt x="715" y="15719"/>
                </a:cubicBezTo>
                <a:cubicBezTo>
                  <a:pt x="821" y="15719"/>
                  <a:pt x="815" y="16028"/>
                  <a:pt x="670" y="16086"/>
                </a:cubicBezTo>
                <a:cubicBezTo>
                  <a:pt x="518" y="16177"/>
                  <a:pt x="426" y="16299"/>
                  <a:pt x="426" y="16451"/>
                </a:cubicBezTo>
                <a:cubicBezTo>
                  <a:pt x="457" y="16573"/>
                  <a:pt x="518" y="16694"/>
                  <a:pt x="578" y="16816"/>
                </a:cubicBezTo>
                <a:lnTo>
                  <a:pt x="578" y="16968"/>
                </a:lnTo>
                <a:lnTo>
                  <a:pt x="578" y="17028"/>
                </a:lnTo>
                <a:cubicBezTo>
                  <a:pt x="560" y="17066"/>
                  <a:pt x="576" y="17092"/>
                  <a:pt x="619" y="17092"/>
                </a:cubicBezTo>
                <a:cubicBezTo>
                  <a:pt x="646" y="17092"/>
                  <a:pt x="684" y="17082"/>
                  <a:pt x="730" y="17059"/>
                </a:cubicBezTo>
                <a:lnTo>
                  <a:pt x="791" y="17059"/>
                </a:lnTo>
                <a:lnTo>
                  <a:pt x="882" y="17089"/>
                </a:lnTo>
                <a:cubicBezTo>
                  <a:pt x="822" y="17180"/>
                  <a:pt x="761" y="17241"/>
                  <a:pt x="730" y="17332"/>
                </a:cubicBezTo>
                <a:lnTo>
                  <a:pt x="791" y="17393"/>
                </a:lnTo>
                <a:lnTo>
                  <a:pt x="882" y="17515"/>
                </a:lnTo>
                <a:cubicBezTo>
                  <a:pt x="943" y="17484"/>
                  <a:pt x="1004" y="17424"/>
                  <a:pt x="1095" y="17393"/>
                </a:cubicBezTo>
                <a:lnTo>
                  <a:pt x="1095" y="17393"/>
                </a:lnTo>
                <a:cubicBezTo>
                  <a:pt x="1065" y="17576"/>
                  <a:pt x="1034" y="17728"/>
                  <a:pt x="1004" y="17880"/>
                </a:cubicBezTo>
                <a:cubicBezTo>
                  <a:pt x="974" y="18001"/>
                  <a:pt x="943" y="18335"/>
                  <a:pt x="1034" y="18396"/>
                </a:cubicBezTo>
                <a:cubicBezTo>
                  <a:pt x="1080" y="18411"/>
                  <a:pt x="1133" y="18419"/>
                  <a:pt x="1186" y="18419"/>
                </a:cubicBezTo>
                <a:cubicBezTo>
                  <a:pt x="1240" y="18419"/>
                  <a:pt x="1293" y="18411"/>
                  <a:pt x="1338" y="18396"/>
                </a:cubicBezTo>
                <a:lnTo>
                  <a:pt x="1490" y="18396"/>
                </a:lnTo>
                <a:cubicBezTo>
                  <a:pt x="1612" y="18396"/>
                  <a:pt x="1490" y="18700"/>
                  <a:pt x="1399" y="18761"/>
                </a:cubicBezTo>
                <a:lnTo>
                  <a:pt x="1126" y="19004"/>
                </a:lnTo>
                <a:lnTo>
                  <a:pt x="1186" y="19035"/>
                </a:lnTo>
                <a:cubicBezTo>
                  <a:pt x="1247" y="19095"/>
                  <a:pt x="1247" y="19126"/>
                  <a:pt x="1186" y="19156"/>
                </a:cubicBezTo>
                <a:cubicBezTo>
                  <a:pt x="1095" y="19217"/>
                  <a:pt x="1034" y="19217"/>
                  <a:pt x="943" y="19247"/>
                </a:cubicBezTo>
                <a:cubicBezTo>
                  <a:pt x="791" y="19247"/>
                  <a:pt x="913" y="19278"/>
                  <a:pt x="913" y="19339"/>
                </a:cubicBezTo>
                <a:cubicBezTo>
                  <a:pt x="913" y="19430"/>
                  <a:pt x="791" y="19490"/>
                  <a:pt x="1004" y="19490"/>
                </a:cubicBezTo>
                <a:cubicBezTo>
                  <a:pt x="1126" y="19490"/>
                  <a:pt x="1277" y="19460"/>
                  <a:pt x="1399" y="19430"/>
                </a:cubicBezTo>
                <a:cubicBezTo>
                  <a:pt x="1414" y="19415"/>
                  <a:pt x="1429" y="19407"/>
                  <a:pt x="1448" y="19407"/>
                </a:cubicBezTo>
                <a:cubicBezTo>
                  <a:pt x="1467" y="19407"/>
                  <a:pt x="1490" y="19415"/>
                  <a:pt x="1521" y="19430"/>
                </a:cubicBezTo>
                <a:lnTo>
                  <a:pt x="1551" y="19460"/>
                </a:lnTo>
                <a:cubicBezTo>
                  <a:pt x="1581" y="19490"/>
                  <a:pt x="1642" y="19521"/>
                  <a:pt x="1703" y="19521"/>
                </a:cubicBezTo>
                <a:cubicBezTo>
                  <a:pt x="1794" y="19551"/>
                  <a:pt x="1885" y="19551"/>
                  <a:pt x="1977" y="19582"/>
                </a:cubicBezTo>
                <a:cubicBezTo>
                  <a:pt x="2068" y="19642"/>
                  <a:pt x="2189" y="19673"/>
                  <a:pt x="2281" y="19734"/>
                </a:cubicBezTo>
                <a:cubicBezTo>
                  <a:pt x="2372" y="19794"/>
                  <a:pt x="2463" y="19855"/>
                  <a:pt x="2554" y="19886"/>
                </a:cubicBezTo>
                <a:lnTo>
                  <a:pt x="2676" y="19825"/>
                </a:lnTo>
                <a:cubicBezTo>
                  <a:pt x="2706" y="19825"/>
                  <a:pt x="2767" y="19855"/>
                  <a:pt x="2767" y="19886"/>
                </a:cubicBezTo>
                <a:lnTo>
                  <a:pt x="2828" y="20098"/>
                </a:lnTo>
                <a:cubicBezTo>
                  <a:pt x="3040" y="20068"/>
                  <a:pt x="3527" y="20068"/>
                  <a:pt x="3618" y="20068"/>
                </a:cubicBezTo>
                <a:cubicBezTo>
                  <a:pt x="3699" y="20068"/>
                  <a:pt x="3794" y="20055"/>
                  <a:pt x="3857" y="20055"/>
                </a:cubicBezTo>
                <a:cubicBezTo>
                  <a:pt x="3888" y="20055"/>
                  <a:pt x="3912" y="20058"/>
                  <a:pt x="3922" y="20068"/>
                </a:cubicBezTo>
                <a:cubicBezTo>
                  <a:pt x="3952" y="20068"/>
                  <a:pt x="4256" y="20098"/>
                  <a:pt x="4591" y="20129"/>
                </a:cubicBezTo>
                <a:lnTo>
                  <a:pt x="4773" y="20372"/>
                </a:lnTo>
                <a:cubicBezTo>
                  <a:pt x="4778" y="20367"/>
                  <a:pt x="4795" y="20364"/>
                  <a:pt x="4819" y="20364"/>
                </a:cubicBezTo>
                <a:cubicBezTo>
                  <a:pt x="4932" y="20364"/>
                  <a:pt x="5204" y="20419"/>
                  <a:pt x="5229" y="20494"/>
                </a:cubicBezTo>
                <a:cubicBezTo>
                  <a:pt x="5242" y="20533"/>
                  <a:pt x="5294" y="20544"/>
                  <a:pt x="5357" y="20544"/>
                </a:cubicBezTo>
                <a:cubicBezTo>
                  <a:pt x="5440" y="20544"/>
                  <a:pt x="5542" y="20524"/>
                  <a:pt x="5594" y="20524"/>
                </a:cubicBezTo>
                <a:cubicBezTo>
                  <a:pt x="5654" y="20524"/>
                  <a:pt x="5989" y="20646"/>
                  <a:pt x="6110" y="20646"/>
                </a:cubicBezTo>
                <a:cubicBezTo>
                  <a:pt x="6164" y="20637"/>
                  <a:pt x="6217" y="20633"/>
                  <a:pt x="6271" y="20633"/>
                </a:cubicBezTo>
                <a:cubicBezTo>
                  <a:pt x="6400" y="20633"/>
                  <a:pt x="6529" y="20654"/>
                  <a:pt x="6658" y="20676"/>
                </a:cubicBezTo>
                <a:lnTo>
                  <a:pt x="6901" y="20676"/>
                </a:lnTo>
                <a:lnTo>
                  <a:pt x="7053" y="20615"/>
                </a:lnTo>
                <a:cubicBezTo>
                  <a:pt x="7053" y="20706"/>
                  <a:pt x="7083" y="20737"/>
                  <a:pt x="7174" y="20737"/>
                </a:cubicBezTo>
                <a:lnTo>
                  <a:pt x="7265" y="20737"/>
                </a:lnTo>
                <a:cubicBezTo>
                  <a:pt x="7296" y="20767"/>
                  <a:pt x="7296" y="20798"/>
                  <a:pt x="7296" y="20798"/>
                </a:cubicBezTo>
                <a:lnTo>
                  <a:pt x="7296" y="20858"/>
                </a:lnTo>
                <a:cubicBezTo>
                  <a:pt x="7296" y="20897"/>
                  <a:pt x="7311" y="20911"/>
                  <a:pt x="7334" y="20911"/>
                </a:cubicBezTo>
                <a:cubicBezTo>
                  <a:pt x="7381" y="20911"/>
                  <a:pt x="7458" y="20849"/>
                  <a:pt x="7478" y="20828"/>
                </a:cubicBezTo>
                <a:cubicBezTo>
                  <a:pt x="7491" y="20802"/>
                  <a:pt x="7526" y="20793"/>
                  <a:pt x="7566" y="20793"/>
                </a:cubicBezTo>
                <a:cubicBezTo>
                  <a:pt x="7621" y="20793"/>
                  <a:pt x="7686" y="20810"/>
                  <a:pt x="7721" y="20828"/>
                </a:cubicBezTo>
                <a:cubicBezTo>
                  <a:pt x="7752" y="20828"/>
                  <a:pt x="7721" y="20889"/>
                  <a:pt x="7630" y="20949"/>
                </a:cubicBezTo>
                <a:cubicBezTo>
                  <a:pt x="7613" y="21034"/>
                  <a:pt x="7671" y="21053"/>
                  <a:pt x="7732" y="21053"/>
                </a:cubicBezTo>
                <a:cubicBezTo>
                  <a:pt x="7780" y="21053"/>
                  <a:pt x="7829" y="21041"/>
                  <a:pt x="7843" y="21041"/>
                </a:cubicBezTo>
                <a:cubicBezTo>
                  <a:pt x="7873" y="21041"/>
                  <a:pt x="7904" y="20980"/>
                  <a:pt x="7904" y="20980"/>
                </a:cubicBezTo>
                <a:lnTo>
                  <a:pt x="7934" y="20949"/>
                </a:lnTo>
                <a:cubicBezTo>
                  <a:pt x="7939" y="20945"/>
                  <a:pt x="7946" y="20943"/>
                  <a:pt x="7956" y="20943"/>
                </a:cubicBezTo>
                <a:cubicBezTo>
                  <a:pt x="8005" y="20943"/>
                  <a:pt x="8107" y="20986"/>
                  <a:pt x="8155" y="20986"/>
                </a:cubicBezTo>
                <a:cubicBezTo>
                  <a:pt x="8165" y="20986"/>
                  <a:pt x="8173" y="20984"/>
                  <a:pt x="8177" y="20980"/>
                </a:cubicBezTo>
                <a:cubicBezTo>
                  <a:pt x="8192" y="20965"/>
                  <a:pt x="8212" y="20959"/>
                  <a:pt x="8234" y="20959"/>
                </a:cubicBezTo>
                <a:cubicBezTo>
                  <a:pt x="8304" y="20959"/>
                  <a:pt x="8397" y="21018"/>
                  <a:pt x="8420" y="21041"/>
                </a:cubicBezTo>
                <a:cubicBezTo>
                  <a:pt x="8426" y="21051"/>
                  <a:pt x="8442" y="21055"/>
                  <a:pt x="8465" y="21055"/>
                </a:cubicBezTo>
                <a:cubicBezTo>
                  <a:pt x="8555" y="21055"/>
                  <a:pt x="8751" y="20996"/>
                  <a:pt x="8866" y="20996"/>
                </a:cubicBezTo>
                <a:cubicBezTo>
                  <a:pt x="8897" y="20996"/>
                  <a:pt x="8921" y="21000"/>
                  <a:pt x="8937" y="21010"/>
                </a:cubicBezTo>
                <a:cubicBezTo>
                  <a:pt x="8998" y="21071"/>
                  <a:pt x="9089" y="21101"/>
                  <a:pt x="9180" y="21132"/>
                </a:cubicBezTo>
                <a:lnTo>
                  <a:pt x="9241" y="21101"/>
                </a:lnTo>
                <a:lnTo>
                  <a:pt x="9302" y="21071"/>
                </a:lnTo>
                <a:cubicBezTo>
                  <a:pt x="9322" y="21051"/>
                  <a:pt x="9366" y="21044"/>
                  <a:pt x="9419" y="21044"/>
                </a:cubicBezTo>
                <a:cubicBezTo>
                  <a:pt x="9525" y="21044"/>
                  <a:pt x="9667" y="21071"/>
                  <a:pt x="9728" y="21071"/>
                </a:cubicBezTo>
                <a:cubicBezTo>
                  <a:pt x="9849" y="21071"/>
                  <a:pt x="10001" y="21041"/>
                  <a:pt x="10031" y="21041"/>
                </a:cubicBezTo>
                <a:lnTo>
                  <a:pt x="10366" y="21041"/>
                </a:lnTo>
                <a:lnTo>
                  <a:pt x="10457" y="21010"/>
                </a:lnTo>
                <a:cubicBezTo>
                  <a:pt x="10491" y="20996"/>
                  <a:pt x="10520" y="20990"/>
                  <a:pt x="10545" y="20990"/>
                </a:cubicBezTo>
                <a:cubicBezTo>
                  <a:pt x="10656" y="20990"/>
                  <a:pt x="10687" y="21111"/>
                  <a:pt x="10775" y="21111"/>
                </a:cubicBezTo>
                <a:cubicBezTo>
                  <a:pt x="10789" y="21111"/>
                  <a:pt x="10804" y="21108"/>
                  <a:pt x="10822" y="21101"/>
                </a:cubicBezTo>
                <a:cubicBezTo>
                  <a:pt x="10844" y="21101"/>
                  <a:pt x="10962" y="21037"/>
                  <a:pt x="11025" y="21037"/>
                </a:cubicBezTo>
                <a:cubicBezTo>
                  <a:pt x="11049" y="21037"/>
                  <a:pt x="11065" y="21046"/>
                  <a:pt x="11065" y="21071"/>
                </a:cubicBezTo>
                <a:cubicBezTo>
                  <a:pt x="11065" y="21107"/>
                  <a:pt x="11075" y="21121"/>
                  <a:pt x="11084" y="21121"/>
                </a:cubicBezTo>
                <a:cubicBezTo>
                  <a:pt x="11090" y="21121"/>
                  <a:pt x="11095" y="21114"/>
                  <a:pt x="11095" y="21101"/>
                </a:cubicBezTo>
                <a:cubicBezTo>
                  <a:pt x="11102" y="21095"/>
                  <a:pt x="11112" y="21093"/>
                  <a:pt x="11125" y="21093"/>
                </a:cubicBezTo>
                <a:cubicBezTo>
                  <a:pt x="11160" y="21093"/>
                  <a:pt x="11213" y="21110"/>
                  <a:pt x="11248" y="21110"/>
                </a:cubicBezTo>
                <a:cubicBezTo>
                  <a:pt x="11261" y="21110"/>
                  <a:pt x="11271" y="21108"/>
                  <a:pt x="11278" y="21101"/>
                </a:cubicBezTo>
                <a:cubicBezTo>
                  <a:pt x="11338" y="21041"/>
                  <a:pt x="11490" y="20919"/>
                  <a:pt x="11551" y="20919"/>
                </a:cubicBezTo>
                <a:cubicBezTo>
                  <a:pt x="11612" y="20980"/>
                  <a:pt x="11673" y="21010"/>
                  <a:pt x="11734" y="21071"/>
                </a:cubicBezTo>
                <a:cubicBezTo>
                  <a:pt x="11741" y="21086"/>
                  <a:pt x="11752" y="21092"/>
                  <a:pt x="11764" y="21092"/>
                </a:cubicBezTo>
                <a:cubicBezTo>
                  <a:pt x="11804" y="21092"/>
                  <a:pt x="11863" y="21033"/>
                  <a:pt x="11886" y="21010"/>
                </a:cubicBezTo>
                <a:cubicBezTo>
                  <a:pt x="11890" y="21006"/>
                  <a:pt x="11894" y="21004"/>
                  <a:pt x="11900" y="21004"/>
                </a:cubicBezTo>
                <a:cubicBezTo>
                  <a:pt x="11939" y="21004"/>
                  <a:pt x="12015" y="21091"/>
                  <a:pt x="12068" y="21223"/>
                </a:cubicBezTo>
                <a:lnTo>
                  <a:pt x="12159" y="21101"/>
                </a:lnTo>
                <a:cubicBezTo>
                  <a:pt x="12232" y="21000"/>
                  <a:pt x="12284" y="20961"/>
                  <a:pt x="12334" y="20961"/>
                </a:cubicBezTo>
                <a:cubicBezTo>
                  <a:pt x="12390" y="20961"/>
                  <a:pt x="12445" y="21008"/>
                  <a:pt x="12524" y="21071"/>
                </a:cubicBezTo>
                <a:cubicBezTo>
                  <a:pt x="12554" y="21101"/>
                  <a:pt x="12585" y="21101"/>
                  <a:pt x="12615" y="21101"/>
                </a:cubicBezTo>
                <a:cubicBezTo>
                  <a:pt x="12654" y="21062"/>
                  <a:pt x="12693" y="21048"/>
                  <a:pt x="12730" y="21048"/>
                </a:cubicBezTo>
                <a:cubicBezTo>
                  <a:pt x="12808" y="21048"/>
                  <a:pt x="12878" y="21111"/>
                  <a:pt x="12919" y="21132"/>
                </a:cubicBezTo>
                <a:cubicBezTo>
                  <a:pt x="12980" y="21162"/>
                  <a:pt x="13041" y="21193"/>
                  <a:pt x="13132" y="21223"/>
                </a:cubicBezTo>
                <a:lnTo>
                  <a:pt x="13284" y="21253"/>
                </a:lnTo>
                <a:cubicBezTo>
                  <a:pt x="13375" y="21223"/>
                  <a:pt x="13497" y="21223"/>
                  <a:pt x="13618" y="21193"/>
                </a:cubicBezTo>
                <a:cubicBezTo>
                  <a:pt x="13643" y="21168"/>
                  <a:pt x="13747" y="21124"/>
                  <a:pt x="13802" y="21124"/>
                </a:cubicBezTo>
                <a:cubicBezTo>
                  <a:pt x="13815" y="21124"/>
                  <a:pt x="13825" y="21126"/>
                  <a:pt x="13831" y="21132"/>
                </a:cubicBezTo>
                <a:cubicBezTo>
                  <a:pt x="13837" y="21138"/>
                  <a:pt x="13846" y="21140"/>
                  <a:pt x="13855" y="21140"/>
                </a:cubicBezTo>
                <a:cubicBezTo>
                  <a:pt x="13895" y="21140"/>
                  <a:pt x="13959" y="21101"/>
                  <a:pt x="13983" y="21101"/>
                </a:cubicBezTo>
                <a:cubicBezTo>
                  <a:pt x="14026" y="21080"/>
                  <a:pt x="14054" y="21058"/>
                  <a:pt x="14088" y="21058"/>
                </a:cubicBezTo>
                <a:cubicBezTo>
                  <a:pt x="14102" y="21058"/>
                  <a:pt x="14117" y="21062"/>
                  <a:pt x="14135" y="21071"/>
                </a:cubicBezTo>
                <a:lnTo>
                  <a:pt x="14165" y="21101"/>
                </a:lnTo>
                <a:lnTo>
                  <a:pt x="14226" y="21132"/>
                </a:lnTo>
                <a:cubicBezTo>
                  <a:pt x="14244" y="21141"/>
                  <a:pt x="14270" y="21144"/>
                  <a:pt x="14298" y="21144"/>
                </a:cubicBezTo>
                <a:cubicBezTo>
                  <a:pt x="14365" y="21144"/>
                  <a:pt x="14448" y="21123"/>
                  <a:pt x="14469" y="21101"/>
                </a:cubicBezTo>
                <a:cubicBezTo>
                  <a:pt x="14478" y="21093"/>
                  <a:pt x="14492" y="21089"/>
                  <a:pt x="14508" y="21089"/>
                </a:cubicBezTo>
                <a:cubicBezTo>
                  <a:pt x="14545" y="21089"/>
                  <a:pt x="14591" y="21110"/>
                  <a:pt x="14591" y="21132"/>
                </a:cubicBezTo>
                <a:lnTo>
                  <a:pt x="15412" y="21132"/>
                </a:lnTo>
                <a:lnTo>
                  <a:pt x="15928" y="21010"/>
                </a:lnTo>
                <a:lnTo>
                  <a:pt x="16080" y="21071"/>
                </a:lnTo>
                <a:lnTo>
                  <a:pt x="16263" y="21162"/>
                </a:lnTo>
                <a:cubicBezTo>
                  <a:pt x="16290" y="21158"/>
                  <a:pt x="16324" y="21156"/>
                  <a:pt x="16363" y="21156"/>
                </a:cubicBezTo>
                <a:cubicBezTo>
                  <a:pt x="16516" y="21156"/>
                  <a:pt x="16740" y="21184"/>
                  <a:pt x="16907" y="21184"/>
                </a:cubicBezTo>
                <a:cubicBezTo>
                  <a:pt x="16981" y="21184"/>
                  <a:pt x="17044" y="21178"/>
                  <a:pt x="17083" y="21162"/>
                </a:cubicBezTo>
                <a:cubicBezTo>
                  <a:pt x="17296" y="21132"/>
                  <a:pt x="17509" y="21071"/>
                  <a:pt x="17722" y="21071"/>
                </a:cubicBezTo>
                <a:cubicBezTo>
                  <a:pt x="17772" y="21061"/>
                  <a:pt x="17826" y="21058"/>
                  <a:pt x="17881" y="21058"/>
                </a:cubicBezTo>
                <a:cubicBezTo>
                  <a:pt x="17992" y="21058"/>
                  <a:pt x="18107" y="21071"/>
                  <a:pt x="18208" y="21071"/>
                </a:cubicBezTo>
                <a:lnTo>
                  <a:pt x="18329" y="21041"/>
                </a:lnTo>
                <a:lnTo>
                  <a:pt x="18512" y="21010"/>
                </a:lnTo>
                <a:cubicBezTo>
                  <a:pt x="18603" y="21056"/>
                  <a:pt x="18694" y="21079"/>
                  <a:pt x="18782" y="21079"/>
                </a:cubicBezTo>
                <a:cubicBezTo>
                  <a:pt x="18869" y="21079"/>
                  <a:pt x="18953" y="21056"/>
                  <a:pt x="19029" y="21010"/>
                </a:cubicBezTo>
                <a:cubicBezTo>
                  <a:pt x="19089" y="20949"/>
                  <a:pt x="19363" y="20949"/>
                  <a:pt x="19454" y="20949"/>
                </a:cubicBezTo>
                <a:lnTo>
                  <a:pt x="19758" y="20949"/>
                </a:lnTo>
                <a:cubicBezTo>
                  <a:pt x="19910" y="21010"/>
                  <a:pt x="20062" y="21041"/>
                  <a:pt x="20244" y="21041"/>
                </a:cubicBezTo>
                <a:cubicBezTo>
                  <a:pt x="20336" y="21010"/>
                  <a:pt x="20457" y="20980"/>
                  <a:pt x="20579" y="20949"/>
                </a:cubicBezTo>
                <a:lnTo>
                  <a:pt x="20700" y="21010"/>
                </a:lnTo>
                <a:lnTo>
                  <a:pt x="20792" y="21071"/>
                </a:lnTo>
                <a:cubicBezTo>
                  <a:pt x="20944" y="21010"/>
                  <a:pt x="21126" y="20980"/>
                  <a:pt x="21308" y="20980"/>
                </a:cubicBezTo>
                <a:lnTo>
                  <a:pt x="21399" y="20980"/>
                </a:lnTo>
                <a:cubicBezTo>
                  <a:pt x="21472" y="20980"/>
                  <a:pt x="21487" y="21058"/>
                  <a:pt x="21583" y="21058"/>
                </a:cubicBezTo>
                <a:cubicBezTo>
                  <a:pt x="21607" y="21058"/>
                  <a:pt x="21637" y="21053"/>
                  <a:pt x="21673" y="21041"/>
                </a:cubicBezTo>
                <a:cubicBezTo>
                  <a:pt x="21713" y="21027"/>
                  <a:pt x="21747" y="21021"/>
                  <a:pt x="21775" y="21021"/>
                </a:cubicBezTo>
                <a:cubicBezTo>
                  <a:pt x="21876" y="21021"/>
                  <a:pt x="21903" y="21098"/>
                  <a:pt x="21855" y="21193"/>
                </a:cubicBezTo>
                <a:lnTo>
                  <a:pt x="21855" y="21253"/>
                </a:lnTo>
                <a:cubicBezTo>
                  <a:pt x="21828" y="21281"/>
                  <a:pt x="22127" y="21409"/>
                  <a:pt x="22204" y="21409"/>
                </a:cubicBezTo>
                <a:cubicBezTo>
                  <a:pt x="22212" y="21409"/>
                  <a:pt x="22217" y="21408"/>
                  <a:pt x="22220" y="21405"/>
                </a:cubicBezTo>
                <a:cubicBezTo>
                  <a:pt x="22281" y="21345"/>
                  <a:pt x="22159" y="21253"/>
                  <a:pt x="22099" y="21223"/>
                </a:cubicBezTo>
                <a:cubicBezTo>
                  <a:pt x="22038" y="21193"/>
                  <a:pt x="22038" y="21132"/>
                  <a:pt x="22099" y="21132"/>
                </a:cubicBezTo>
                <a:cubicBezTo>
                  <a:pt x="22159" y="21101"/>
                  <a:pt x="22190" y="21010"/>
                  <a:pt x="22220" y="21010"/>
                </a:cubicBezTo>
                <a:cubicBezTo>
                  <a:pt x="22229" y="21006"/>
                  <a:pt x="22238" y="21004"/>
                  <a:pt x="22248" y="21004"/>
                </a:cubicBezTo>
                <a:cubicBezTo>
                  <a:pt x="22306" y="21004"/>
                  <a:pt x="22381" y="21071"/>
                  <a:pt x="22433" y="21071"/>
                </a:cubicBezTo>
                <a:cubicBezTo>
                  <a:pt x="22585" y="21071"/>
                  <a:pt x="22706" y="21071"/>
                  <a:pt x="22767" y="21223"/>
                </a:cubicBezTo>
                <a:lnTo>
                  <a:pt x="22798" y="21284"/>
                </a:lnTo>
                <a:cubicBezTo>
                  <a:pt x="22889" y="21345"/>
                  <a:pt x="23071" y="21436"/>
                  <a:pt x="23223" y="21466"/>
                </a:cubicBezTo>
                <a:lnTo>
                  <a:pt x="23223" y="21557"/>
                </a:lnTo>
                <a:lnTo>
                  <a:pt x="23223" y="21618"/>
                </a:lnTo>
                <a:cubicBezTo>
                  <a:pt x="23223" y="21635"/>
                  <a:pt x="23228" y="21643"/>
                  <a:pt x="23237" y="21643"/>
                </a:cubicBezTo>
                <a:cubicBezTo>
                  <a:pt x="23260" y="21643"/>
                  <a:pt x="23309" y="21593"/>
                  <a:pt x="23375" y="21527"/>
                </a:cubicBezTo>
                <a:lnTo>
                  <a:pt x="23466" y="21436"/>
                </a:lnTo>
                <a:cubicBezTo>
                  <a:pt x="23588" y="21345"/>
                  <a:pt x="23801" y="21345"/>
                  <a:pt x="23862" y="21162"/>
                </a:cubicBezTo>
                <a:cubicBezTo>
                  <a:pt x="23879" y="21110"/>
                  <a:pt x="23947" y="21037"/>
                  <a:pt x="24013" y="21037"/>
                </a:cubicBezTo>
                <a:cubicBezTo>
                  <a:pt x="24062" y="21037"/>
                  <a:pt x="24109" y="21077"/>
                  <a:pt x="24135" y="21193"/>
                </a:cubicBezTo>
                <a:lnTo>
                  <a:pt x="24135" y="21223"/>
                </a:lnTo>
                <a:cubicBezTo>
                  <a:pt x="24196" y="21223"/>
                  <a:pt x="24409" y="21314"/>
                  <a:pt x="24409" y="21345"/>
                </a:cubicBezTo>
                <a:cubicBezTo>
                  <a:pt x="24409" y="21436"/>
                  <a:pt x="24378" y="21497"/>
                  <a:pt x="24317" y="21527"/>
                </a:cubicBezTo>
                <a:cubicBezTo>
                  <a:pt x="24226" y="21557"/>
                  <a:pt x="24105" y="21588"/>
                  <a:pt x="24013" y="21588"/>
                </a:cubicBezTo>
                <a:lnTo>
                  <a:pt x="23953" y="21466"/>
                </a:lnTo>
                <a:lnTo>
                  <a:pt x="23953" y="21436"/>
                </a:lnTo>
                <a:cubicBezTo>
                  <a:pt x="23941" y="21430"/>
                  <a:pt x="23928" y="21428"/>
                  <a:pt x="23915" y="21428"/>
                </a:cubicBezTo>
                <a:cubicBezTo>
                  <a:pt x="23859" y="21428"/>
                  <a:pt x="23795" y="21472"/>
                  <a:pt x="23770" y="21497"/>
                </a:cubicBezTo>
                <a:cubicBezTo>
                  <a:pt x="23740" y="21527"/>
                  <a:pt x="23862" y="21588"/>
                  <a:pt x="23892" y="21618"/>
                </a:cubicBezTo>
                <a:cubicBezTo>
                  <a:pt x="23953" y="21649"/>
                  <a:pt x="24013" y="21679"/>
                  <a:pt x="24074" y="21709"/>
                </a:cubicBezTo>
                <a:cubicBezTo>
                  <a:pt x="24101" y="21709"/>
                  <a:pt x="24176" y="21805"/>
                  <a:pt x="24235" y="21805"/>
                </a:cubicBezTo>
                <a:cubicBezTo>
                  <a:pt x="24243" y="21805"/>
                  <a:pt x="24250" y="21804"/>
                  <a:pt x="24257" y="21801"/>
                </a:cubicBezTo>
                <a:cubicBezTo>
                  <a:pt x="24348" y="21740"/>
                  <a:pt x="24439" y="21649"/>
                  <a:pt x="24500" y="21557"/>
                </a:cubicBezTo>
                <a:lnTo>
                  <a:pt x="24682" y="21557"/>
                </a:lnTo>
                <a:cubicBezTo>
                  <a:pt x="24956" y="21557"/>
                  <a:pt x="25229" y="21497"/>
                  <a:pt x="25503" y="21405"/>
                </a:cubicBezTo>
                <a:cubicBezTo>
                  <a:pt x="25503" y="21405"/>
                  <a:pt x="25564" y="21436"/>
                  <a:pt x="25564" y="21466"/>
                </a:cubicBezTo>
                <a:lnTo>
                  <a:pt x="25564" y="21497"/>
                </a:lnTo>
                <a:cubicBezTo>
                  <a:pt x="25503" y="21527"/>
                  <a:pt x="25442" y="21557"/>
                  <a:pt x="25351" y="21588"/>
                </a:cubicBezTo>
                <a:cubicBezTo>
                  <a:pt x="25290" y="21588"/>
                  <a:pt x="25017" y="21679"/>
                  <a:pt x="25017" y="21740"/>
                </a:cubicBezTo>
                <a:cubicBezTo>
                  <a:pt x="25017" y="21831"/>
                  <a:pt x="24834" y="21892"/>
                  <a:pt x="24773" y="21892"/>
                </a:cubicBezTo>
                <a:cubicBezTo>
                  <a:pt x="24713" y="21892"/>
                  <a:pt x="24682" y="21922"/>
                  <a:pt x="24652" y="21953"/>
                </a:cubicBezTo>
                <a:lnTo>
                  <a:pt x="25017" y="21953"/>
                </a:lnTo>
                <a:cubicBezTo>
                  <a:pt x="25169" y="21892"/>
                  <a:pt x="25290" y="21831"/>
                  <a:pt x="25412" y="21709"/>
                </a:cubicBezTo>
                <a:cubicBezTo>
                  <a:pt x="25426" y="21695"/>
                  <a:pt x="25443" y="21689"/>
                  <a:pt x="25462" y="21689"/>
                </a:cubicBezTo>
                <a:cubicBezTo>
                  <a:pt x="25522" y="21689"/>
                  <a:pt x="25594" y="21754"/>
                  <a:pt x="25594" y="21801"/>
                </a:cubicBezTo>
                <a:cubicBezTo>
                  <a:pt x="25594" y="21831"/>
                  <a:pt x="25533" y="21892"/>
                  <a:pt x="25412" y="21892"/>
                </a:cubicBezTo>
                <a:lnTo>
                  <a:pt x="25472" y="22013"/>
                </a:lnTo>
                <a:cubicBezTo>
                  <a:pt x="25533" y="21998"/>
                  <a:pt x="25586" y="21991"/>
                  <a:pt x="25640" y="21991"/>
                </a:cubicBezTo>
                <a:cubicBezTo>
                  <a:pt x="25693" y="21991"/>
                  <a:pt x="25746" y="21998"/>
                  <a:pt x="25807" y="22013"/>
                </a:cubicBezTo>
                <a:cubicBezTo>
                  <a:pt x="25811" y="22017"/>
                  <a:pt x="25815" y="22019"/>
                  <a:pt x="25820" y="22019"/>
                </a:cubicBezTo>
                <a:cubicBezTo>
                  <a:pt x="25852" y="22019"/>
                  <a:pt x="25898" y="21937"/>
                  <a:pt x="25898" y="21831"/>
                </a:cubicBezTo>
                <a:lnTo>
                  <a:pt x="26020" y="21831"/>
                </a:lnTo>
                <a:cubicBezTo>
                  <a:pt x="26060" y="21839"/>
                  <a:pt x="26099" y="21843"/>
                  <a:pt x="26133" y="21843"/>
                </a:cubicBezTo>
                <a:cubicBezTo>
                  <a:pt x="26228" y="21843"/>
                  <a:pt x="26293" y="21815"/>
                  <a:pt x="26293" y="21770"/>
                </a:cubicBezTo>
                <a:lnTo>
                  <a:pt x="26293" y="21709"/>
                </a:lnTo>
                <a:lnTo>
                  <a:pt x="26293" y="21649"/>
                </a:lnTo>
                <a:cubicBezTo>
                  <a:pt x="26263" y="21618"/>
                  <a:pt x="26202" y="21436"/>
                  <a:pt x="26263" y="21436"/>
                </a:cubicBezTo>
                <a:cubicBezTo>
                  <a:pt x="26266" y="21433"/>
                  <a:pt x="26270" y="21432"/>
                  <a:pt x="26277" y="21432"/>
                </a:cubicBezTo>
                <a:cubicBezTo>
                  <a:pt x="26330" y="21432"/>
                  <a:pt x="26492" y="21511"/>
                  <a:pt x="26580" y="21511"/>
                </a:cubicBezTo>
                <a:cubicBezTo>
                  <a:pt x="26601" y="21511"/>
                  <a:pt x="26617" y="21507"/>
                  <a:pt x="26628" y="21497"/>
                </a:cubicBezTo>
                <a:cubicBezTo>
                  <a:pt x="26645" y="21491"/>
                  <a:pt x="26659" y="21488"/>
                  <a:pt x="26670" y="21488"/>
                </a:cubicBezTo>
                <a:cubicBezTo>
                  <a:pt x="26718" y="21488"/>
                  <a:pt x="26713" y="21533"/>
                  <a:pt x="26688" y="21557"/>
                </a:cubicBezTo>
                <a:cubicBezTo>
                  <a:pt x="26658" y="21588"/>
                  <a:pt x="26445" y="21709"/>
                  <a:pt x="26506" y="21770"/>
                </a:cubicBezTo>
                <a:cubicBezTo>
                  <a:pt x="26536" y="21801"/>
                  <a:pt x="26658" y="21922"/>
                  <a:pt x="26688" y="21953"/>
                </a:cubicBezTo>
                <a:cubicBezTo>
                  <a:pt x="26688" y="21974"/>
                  <a:pt x="26719" y="21996"/>
                  <a:pt x="26747" y="21996"/>
                </a:cubicBezTo>
                <a:cubicBezTo>
                  <a:pt x="26759" y="21996"/>
                  <a:pt x="26771" y="21992"/>
                  <a:pt x="26779" y="21983"/>
                </a:cubicBezTo>
                <a:cubicBezTo>
                  <a:pt x="26810" y="21953"/>
                  <a:pt x="26810" y="21679"/>
                  <a:pt x="26871" y="21588"/>
                </a:cubicBezTo>
                <a:cubicBezTo>
                  <a:pt x="26901" y="21497"/>
                  <a:pt x="26931" y="21405"/>
                  <a:pt x="26931" y="21314"/>
                </a:cubicBezTo>
                <a:lnTo>
                  <a:pt x="26931" y="21223"/>
                </a:lnTo>
                <a:cubicBezTo>
                  <a:pt x="26959" y="21169"/>
                  <a:pt x="27082" y="21066"/>
                  <a:pt x="27130" y="21066"/>
                </a:cubicBezTo>
                <a:cubicBezTo>
                  <a:pt x="27136" y="21066"/>
                  <a:pt x="27141" y="21068"/>
                  <a:pt x="27144" y="21071"/>
                </a:cubicBezTo>
                <a:lnTo>
                  <a:pt x="27296" y="21345"/>
                </a:lnTo>
                <a:lnTo>
                  <a:pt x="27418" y="21405"/>
                </a:lnTo>
                <a:lnTo>
                  <a:pt x="27448" y="21436"/>
                </a:lnTo>
                <a:cubicBezTo>
                  <a:pt x="27479" y="21527"/>
                  <a:pt x="27661" y="21618"/>
                  <a:pt x="27631" y="21649"/>
                </a:cubicBezTo>
                <a:cubicBezTo>
                  <a:pt x="27600" y="21709"/>
                  <a:pt x="27448" y="21892"/>
                  <a:pt x="27418" y="21953"/>
                </a:cubicBezTo>
                <a:cubicBezTo>
                  <a:pt x="27404" y="21966"/>
                  <a:pt x="27409" y="21972"/>
                  <a:pt x="27425" y="21972"/>
                </a:cubicBezTo>
                <a:cubicBezTo>
                  <a:pt x="27482" y="21972"/>
                  <a:pt x="27675" y="21902"/>
                  <a:pt x="27722" y="21831"/>
                </a:cubicBezTo>
                <a:cubicBezTo>
                  <a:pt x="27751" y="21791"/>
                  <a:pt x="27781" y="21755"/>
                  <a:pt x="27813" y="21722"/>
                </a:cubicBezTo>
                <a:lnTo>
                  <a:pt x="27813" y="21722"/>
                </a:lnTo>
                <a:lnTo>
                  <a:pt x="27813" y="21831"/>
                </a:lnTo>
                <a:cubicBezTo>
                  <a:pt x="27813" y="21861"/>
                  <a:pt x="27843" y="21861"/>
                  <a:pt x="27874" y="21861"/>
                </a:cubicBezTo>
                <a:lnTo>
                  <a:pt x="28573" y="21861"/>
                </a:lnTo>
                <a:cubicBezTo>
                  <a:pt x="28634" y="21861"/>
                  <a:pt x="28755" y="21709"/>
                  <a:pt x="28755" y="21649"/>
                </a:cubicBezTo>
                <a:cubicBezTo>
                  <a:pt x="28783" y="21594"/>
                  <a:pt x="28884" y="21366"/>
                  <a:pt x="28948" y="21366"/>
                </a:cubicBezTo>
                <a:cubicBezTo>
                  <a:pt x="28955" y="21366"/>
                  <a:pt x="28962" y="21369"/>
                  <a:pt x="28968" y="21375"/>
                </a:cubicBezTo>
                <a:cubicBezTo>
                  <a:pt x="28985" y="21386"/>
                  <a:pt x="29001" y="21391"/>
                  <a:pt x="29016" y="21391"/>
                </a:cubicBezTo>
                <a:cubicBezTo>
                  <a:pt x="29081" y="21391"/>
                  <a:pt x="29126" y="21297"/>
                  <a:pt x="29150" y="21223"/>
                </a:cubicBezTo>
                <a:cubicBezTo>
                  <a:pt x="29150" y="21155"/>
                  <a:pt x="29167" y="21120"/>
                  <a:pt x="29189" y="21120"/>
                </a:cubicBezTo>
                <a:cubicBezTo>
                  <a:pt x="29196" y="21120"/>
                  <a:pt x="29204" y="21124"/>
                  <a:pt x="29211" y="21132"/>
                </a:cubicBezTo>
                <a:cubicBezTo>
                  <a:pt x="29233" y="21199"/>
                  <a:pt x="29191" y="21363"/>
                  <a:pt x="29297" y="21363"/>
                </a:cubicBezTo>
                <a:cubicBezTo>
                  <a:pt x="29336" y="21363"/>
                  <a:pt x="29395" y="21341"/>
                  <a:pt x="29485" y="21284"/>
                </a:cubicBezTo>
                <a:cubicBezTo>
                  <a:pt x="29485" y="21284"/>
                  <a:pt x="29606" y="21345"/>
                  <a:pt x="29606" y="21405"/>
                </a:cubicBezTo>
                <a:lnTo>
                  <a:pt x="29637" y="21709"/>
                </a:lnTo>
                <a:cubicBezTo>
                  <a:pt x="29758" y="21801"/>
                  <a:pt x="29849" y="21861"/>
                  <a:pt x="29971" y="21922"/>
                </a:cubicBezTo>
                <a:lnTo>
                  <a:pt x="30062" y="21922"/>
                </a:lnTo>
                <a:cubicBezTo>
                  <a:pt x="30123" y="21892"/>
                  <a:pt x="30123" y="21861"/>
                  <a:pt x="30093" y="21801"/>
                </a:cubicBezTo>
                <a:cubicBezTo>
                  <a:pt x="30062" y="21801"/>
                  <a:pt x="29789" y="21740"/>
                  <a:pt x="29849" y="21649"/>
                </a:cubicBezTo>
                <a:cubicBezTo>
                  <a:pt x="29854" y="21634"/>
                  <a:pt x="29861" y="21628"/>
                  <a:pt x="29871" y="21628"/>
                </a:cubicBezTo>
                <a:cubicBezTo>
                  <a:pt x="29916" y="21628"/>
                  <a:pt x="30011" y="21773"/>
                  <a:pt x="30127" y="21773"/>
                </a:cubicBezTo>
                <a:cubicBezTo>
                  <a:pt x="30135" y="21773"/>
                  <a:pt x="30144" y="21772"/>
                  <a:pt x="30153" y="21770"/>
                </a:cubicBezTo>
                <a:cubicBezTo>
                  <a:pt x="30275" y="21770"/>
                  <a:pt x="30670" y="21770"/>
                  <a:pt x="30761" y="21679"/>
                </a:cubicBezTo>
                <a:cubicBezTo>
                  <a:pt x="30853" y="21588"/>
                  <a:pt x="30944" y="21527"/>
                  <a:pt x="30944" y="21527"/>
                </a:cubicBezTo>
                <a:lnTo>
                  <a:pt x="30944" y="21527"/>
                </a:lnTo>
                <a:cubicBezTo>
                  <a:pt x="31035" y="21588"/>
                  <a:pt x="30883" y="21770"/>
                  <a:pt x="31065" y="21770"/>
                </a:cubicBezTo>
                <a:cubicBezTo>
                  <a:pt x="31126" y="21740"/>
                  <a:pt x="31217" y="21649"/>
                  <a:pt x="31248" y="21557"/>
                </a:cubicBezTo>
                <a:lnTo>
                  <a:pt x="31308" y="21497"/>
                </a:lnTo>
                <a:cubicBezTo>
                  <a:pt x="31308" y="21436"/>
                  <a:pt x="31552" y="21436"/>
                  <a:pt x="31643" y="21436"/>
                </a:cubicBezTo>
                <a:cubicBezTo>
                  <a:pt x="31734" y="21466"/>
                  <a:pt x="31704" y="21679"/>
                  <a:pt x="31612" y="21679"/>
                </a:cubicBezTo>
                <a:lnTo>
                  <a:pt x="31248" y="21679"/>
                </a:lnTo>
                <a:lnTo>
                  <a:pt x="31278" y="21770"/>
                </a:lnTo>
                <a:lnTo>
                  <a:pt x="31278" y="21801"/>
                </a:lnTo>
                <a:cubicBezTo>
                  <a:pt x="31369" y="21831"/>
                  <a:pt x="31460" y="21831"/>
                  <a:pt x="31552" y="21831"/>
                </a:cubicBezTo>
                <a:cubicBezTo>
                  <a:pt x="31576" y="21831"/>
                  <a:pt x="31736" y="21753"/>
                  <a:pt x="31831" y="21753"/>
                </a:cubicBezTo>
                <a:cubicBezTo>
                  <a:pt x="31854" y="21753"/>
                  <a:pt x="31874" y="21758"/>
                  <a:pt x="31886" y="21770"/>
                </a:cubicBezTo>
                <a:cubicBezTo>
                  <a:pt x="31947" y="21831"/>
                  <a:pt x="32008" y="21892"/>
                  <a:pt x="32068" y="21922"/>
                </a:cubicBezTo>
                <a:cubicBezTo>
                  <a:pt x="32099" y="21922"/>
                  <a:pt x="32129" y="21892"/>
                  <a:pt x="32160" y="21861"/>
                </a:cubicBezTo>
                <a:lnTo>
                  <a:pt x="32160" y="21831"/>
                </a:lnTo>
                <a:cubicBezTo>
                  <a:pt x="32129" y="21801"/>
                  <a:pt x="32312" y="21679"/>
                  <a:pt x="32403" y="21649"/>
                </a:cubicBezTo>
                <a:cubicBezTo>
                  <a:pt x="32423" y="21635"/>
                  <a:pt x="32444" y="21629"/>
                  <a:pt x="32464" y="21629"/>
                </a:cubicBezTo>
                <a:cubicBezTo>
                  <a:pt x="32533" y="21629"/>
                  <a:pt x="32599" y="21700"/>
                  <a:pt x="32646" y="21770"/>
                </a:cubicBezTo>
                <a:lnTo>
                  <a:pt x="32737" y="21801"/>
                </a:lnTo>
                <a:lnTo>
                  <a:pt x="32828" y="21831"/>
                </a:lnTo>
                <a:cubicBezTo>
                  <a:pt x="32957" y="21809"/>
                  <a:pt x="33071" y="21788"/>
                  <a:pt x="33191" y="21788"/>
                </a:cubicBezTo>
                <a:cubicBezTo>
                  <a:pt x="33241" y="21788"/>
                  <a:pt x="33292" y="21792"/>
                  <a:pt x="33345" y="21801"/>
                </a:cubicBezTo>
                <a:lnTo>
                  <a:pt x="33558" y="21861"/>
                </a:lnTo>
                <a:lnTo>
                  <a:pt x="34074" y="21861"/>
                </a:lnTo>
                <a:cubicBezTo>
                  <a:pt x="34257" y="21892"/>
                  <a:pt x="34409" y="21922"/>
                  <a:pt x="34561" y="21922"/>
                </a:cubicBezTo>
                <a:lnTo>
                  <a:pt x="34561" y="21649"/>
                </a:lnTo>
                <a:cubicBezTo>
                  <a:pt x="34576" y="21625"/>
                  <a:pt x="34600" y="21616"/>
                  <a:pt x="34627" y="21616"/>
                </a:cubicBezTo>
                <a:cubicBezTo>
                  <a:pt x="34705" y="21616"/>
                  <a:pt x="34812" y="21695"/>
                  <a:pt x="34834" y="21740"/>
                </a:cubicBezTo>
                <a:cubicBezTo>
                  <a:pt x="34846" y="21763"/>
                  <a:pt x="34893" y="21773"/>
                  <a:pt x="34954" y="21773"/>
                </a:cubicBezTo>
                <a:cubicBezTo>
                  <a:pt x="35052" y="21773"/>
                  <a:pt x="35185" y="21747"/>
                  <a:pt x="35260" y="21709"/>
                </a:cubicBezTo>
                <a:cubicBezTo>
                  <a:pt x="35292" y="21688"/>
                  <a:pt x="35328" y="21678"/>
                  <a:pt x="35364" y="21678"/>
                </a:cubicBezTo>
                <a:cubicBezTo>
                  <a:pt x="35430" y="21678"/>
                  <a:pt x="35494" y="21711"/>
                  <a:pt x="35533" y="21770"/>
                </a:cubicBezTo>
                <a:lnTo>
                  <a:pt x="35594" y="21801"/>
                </a:lnTo>
                <a:lnTo>
                  <a:pt x="35655" y="21861"/>
                </a:lnTo>
                <a:cubicBezTo>
                  <a:pt x="35659" y="21863"/>
                  <a:pt x="35663" y="21864"/>
                  <a:pt x="35667" y="21864"/>
                </a:cubicBezTo>
                <a:cubicBezTo>
                  <a:pt x="35724" y="21864"/>
                  <a:pt x="35777" y="21673"/>
                  <a:pt x="35777" y="21588"/>
                </a:cubicBezTo>
                <a:cubicBezTo>
                  <a:pt x="35789" y="21552"/>
                  <a:pt x="35805" y="21540"/>
                  <a:pt x="35823" y="21540"/>
                </a:cubicBezTo>
                <a:cubicBezTo>
                  <a:pt x="35850" y="21540"/>
                  <a:pt x="35880" y="21569"/>
                  <a:pt x="35898" y="21588"/>
                </a:cubicBezTo>
                <a:cubicBezTo>
                  <a:pt x="35898" y="21618"/>
                  <a:pt x="36050" y="21740"/>
                  <a:pt x="35989" y="21770"/>
                </a:cubicBezTo>
                <a:cubicBezTo>
                  <a:pt x="35929" y="21801"/>
                  <a:pt x="36020" y="21831"/>
                  <a:pt x="36263" y="21861"/>
                </a:cubicBezTo>
                <a:lnTo>
                  <a:pt x="36415" y="21892"/>
                </a:lnTo>
                <a:lnTo>
                  <a:pt x="36445" y="21892"/>
                </a:lnTo>
                <a:lnTo>
                  <a:pt x="36749" y="21861"/>
                </a:lnTo>
                <a:lnTo>
                  <a:pt x="36871" y="21831"/>
                </a:lnTo>
                <a:cubicBezTo>
                  <a:pt x="36977" y="21831"/>
                  <a:pt x="37084" y="21846"/>
                  <a:pt x="37186" y="21846"/>
                </a:cubicBezTo>
                <a:cubicBezTo>
                  <a:pt x="37289" y="21846"/>
                  <a:pt x="37388" y="21831"/>
                  <a:pt x="37479" y="21770"/>
                </a:cubicBezTo>
                <a:cubicBezTo>
                  <a:pt x="37496" y="21753"/>
                  <a:pt x="37515" y="21746"/>
                  <a:pt x="37534" y="21746"/>
                </a:cubicBezTo>
                <a:cubicBezTo>
                  <a:pt x="37583" y="21746"/>
                  <a:pt x="37631" y="21796"/>
                  <a:pt x="37631" y="21861"/>
                </a:cubicBezTo>
                <a:cubicBezTo>
                  <a:pt x="37631" y="21900"/>
                  <a:pt x="37642" y="21912"/>
                  <a:pt x="37659" y="21912"/>
                </a:cubicBezTo>
                <a:cubicBezTo>
                  <a:pt x="37683" y="21912"/>
                  <a:pt x="37718" y="21892"/>
                  <a:pt x="37752" y="21892"/>
                </a:cubicBezTo>
                <a:lnTo>
                  <a:pt x="37844" y="21861"/>
                </a:lnTo>
                <a:cubicBezTo>
                  <a:pt x="37935" y="21861"/>
                  <a:pt x="38026" y="21801"/>
                  <a:pt x="38056" y="21709"/>
                </a:cubicBezTo>
                <a:cubicBezTo>
                  <a:pt x="38056" y="21679"/>
                  <a:pt x="38102" y="21664"/>
                  <a:pt x="38174" y="21664"/>
                </a:cubicBezTo>
                <a:cubicBezTo>
                  <a:pt x="38246" y="21664"/>
                  <a:pt x="38345" y="21679"/>
                  <a:pt x="38451" y="21709"/>
                </a:cubicBezTo>
                <a:lnTo>
                  <a:pt x="38451" y="21892"/>
                </a:lnTo>
                <a:cubicBezTo>
                  <a:pt x="38482" y="21907"/>
                  <a:pt x="38512" y="21915"/>
                  <a:pt x="38539" y="21915"/>
                </a:cubicBezTo>
                <a:cubicBezTo>
                  <a:pt x="38565" y="21915"/>
                  <a:pt x="38588" y="21907"/>
                  <a:pt x="38603" y="21892"/>
                </a:cubicBezTo>
                <a:lnTo>
                  <a:pt x="38695" y="21861"/>
                </a:lnTo>
                <a:cubicBezTo>
                  <a:pt x="38718" y="21838"/>
                  <a:pt x="38750" y="21828"/>
                  <a:pt x="38786" y="21828"/>
                </a:cubicBezTo>
                <a:cubicBezTo>
                  <a:pt x="38844" y="21828"/>
                  <a:pt x="38912" y="21854"/>
                  <a:pt x="38968" y="21892"/>
                </a:cubicBezTo>
                <a:cubicBezTo>
                  <a:pt x="38972" y="21896"/>
                  <a:pt x="38978" y="21898"/>
                  <a:pt x="38986" y="21898"/>
                </a:cubicBezTo>
                <a:cubicBezTo>
                  <a:pt x="39031" y="21898"/>
                  <a:pt x="39124" y="21827"/>
                  <a:pt x="39151" y="21801"/>
                </a:cubicBezTo>
                <a:cubicBezTo>
                  <a:pt x="39163" y="21788"/>
                  <a:pt x="39197" y="21781"/>
                  <a:pt x="39242" y="21781"/>
                </a:cubicBezTo>
                <a:cubicBezTo>
                  <a:pt x="39307" y="21781"/>
                  <a:pt x="39396" y="21795"/>
                  <a:pt x="39485" y="21831"/>
                </a:cubicBezTo>
                <a:lnTo>
                  <a:pt x="39576" y="21892"/>
                </a:lnTo>
                <a:lnTo>
                  <a:pt x="39758" y="22013"/>
                </a:lnTo>
                <a:cubicBezTo>
                  <a:pt x="39827" y="21945"/>
                  <a:pt x="39929" y="21911"/>
                  <a:pt x="40041" y="21911"/>
                </a:cubicBezTo>
                <a:cubicBezTo>
                  <a:pt x="40078" y="21911"/>
                  <a:pt x="40116" y="21915"/>
                  <a:pt x="40154" y="21922"/>
                </a:cubicBezTo>
                <a:lnTo>
                  <a:pt x="40245" y="21922"/>
                </a:lnTo>
                <a:cubicBezTo>
                  <a:pt x="40353" y="21895"/>
                  <a:pt x="40485" y="21796"/>
                  <a:pt x="40535" y="21796"/>
                </a:cubicBezTo>
                <a:cubicBezTo>
                  <a:pt x="40541" y="21796"/>
                  <a:pt x="40545" y="21797"/>
                  <a:pt x="40549" y="21801"/>
                </a:cubicBezTo>
                <a:lnTo>
                  <a:pt x="40762" y="21892"/>
                </a:lnTo>
                <a:cubicBezTo>
                  <a:pt x="40808" y="21799"/>
                  <a:pt x="40854" y="21759"/>
                  <a:pt x="40874" y="21759"/>
                </a:cubicBezTo>
                <a:cubicBezTo>
                  <a:pt x="40880" y="21759"/>
                  <a:pt x="40883" y="21763"/>
                  <a:pt x="40883" y="21770"/>
                </a:cubicBezTo>
                <a:cubicBezTo>
                  <a:pt x="41035" y="21801"/>
                  <a:pt x="41187" y="21861"/>
                  <a:pt x="41309" y="21861"/>
                </a:cubicBezTo>
                <a:lnTo>
                  <a:pt x="41977" y="21861"/>
                </a:lnTo>
                <a:cubicBezTo>
                  <a:pt x="42069" y="21861"/>
                  <a:pt x="42129" y="21892"/>
                  <a:pt x="42221" y="21892"/>
                </a:cubicBezTo>
                <a:cubicBezTo>
                  <a:pt x="42403" y="21953"/>
                  <a:pt x="42585" y="21983"/>
                  <a:pt x="42768" y="21983"/>
                </a:cubicBezTo>
                <a:cubicBezTo>
                  <a:pt x="42859" y="21983"/>
                  <a:pt x="42950" y="21953"/>
                  <a:pt x="43041" y="21892"/>
                </a:cubicBezTo>
                <a:lnTo>
                  <a:pt x="43072" y="21861"/>
                </a:lnTo>
                <a:lnTo>
                  <a:pt x="43102" y="21801"/>
                </a:lnTo>
                <a:cubicBezTo>
                  <a:pt x="43123" y="21780"/>
                  <a:pt x="43144" y="21771"/>
                  <a:pt x="43165" y="21771"/>
                </a:cubicBezTo>
                <a:cubicBezTo>
                  <a:pt x="43234" y="21771"/>
                  <a:pt x="43298" y="21861"/>
                  <a:pt x="43345" y="21861"/>
                </a:cubicBezTo>
                <a:lnTo>
                  <a:pt x="43862" y="21861"/>
                </a:lnTo>
                <a:lnTo>
                  <a:pt x="44014" y="21892"/>
                </a:lnTo>
                <a:cubicBezTo>
                  <a:pt x="44121" y="21927"/>
                  <a:pt x="44228" y="21942"/>
                  <a:pt x="44334" y="21942"/>
                </a:cubicBezTo>
                <a:cubicBezTo>
                  <a:pt x="44410" y="21942"/>
                  <a:pt x="44485" y="21935"/>
                  <a:pt x="44561" y="21922"/>
                </a:cubicBezTo>
                <a:lnTo>
                  <a:pt x="44591" y="21922"/>
                </a:lnTo>
                <a:cubicBezTo>
                  <a:pt x="44612" y="21922"/>
                  <a:pt x="44726" y="21936"/>
                  <a:pt x="44819" y="21936"/>
                </a:cubicBezTo>
                <a:cubicBezTo>
                  <a:pt x="44865" y="21936"/>
                  <a:pt x="44905" y="21932"/>
                  <a:pt x="44926" y="21922"/>
                </a:cubicBezTo>
                <a:cubicBezTo>
                  <a:pt x="44939" y="21916"/>
                  <a:pt x="44960" y="21913"/>
                  <a:pt x="44985" y="21913"/>
                </a:cubicBezTo>
                <a:cubicBezTo>
                  <a:pt x="45055" y="21913"/>
                  <a:pt x="45161" y="21931"/>
                  <a:pt x="45231" y="21931"/>
                </a:cubicBezTo>
                <a:cubicBezTo>
                  <a:pt x="45257" y="21931"/>
                  <a:pt x="45278" y="21929"/>
                  <a:pt x="45290" y="21922"/>
                </a:cubicBezTo>
                <a:cubicBezTo>
                  <a:pt x="45309" y="21916"/>
                  <a:pt x="45338" y="21914"/>
                  <a:pt x="45374" y="21914"/>
                </a:cubicBezTo>
                <a:cubicBezTo>
                  <a:pt x="45518" y="21914"/>
                  <a:pt x="45771" y="21953"/>
                  <a:pt x="45868" y="21953"/>
                </a:cubicBezTo>
                <a:cubicBezTo>
                  <a:pt x="45990" y="21953"/>
                  <a:pt x="46111" y="21922"/>
                  <a:pt x="46233" y="21892"/>
                </a:cubicBezTo>
                <a:lnTo>
                  <a:pt x="46415" y="21892"/>
                </a:lnTo>
                <a:cubicBezTo>
                  <a:pt x="46446" y="21899"/>
                  <a:pt x="46474" y="21903"/>
                  <a:pt x="46500" y="21903"/>
                </a:cubicBezTo>
                <a:cubicBezTo>
                  <a:pt x="46577" y="21903"/>
                  <a:pt x="46628" y="21869"/>
                  <a:pt x="46628" y="21801"/>
                </a:cubicBezTo>
                <a:lnTo>
                  <a:pt x="46628" y="21709"/>
                </a:lnTo>
                <a:cubicBezTo>
                  <a:pt x="46597" y="21649"/>
                  <a:pt x="46689" y="21618"/>
                  <a:pt x="46749" y="21618"/>
                </a:cubicBezTo>
                <a:cubicBezTo>
                  <a:pt x="46780" y="21618"/>
                  <a:pt x="46810" y="21740"/>
                  <a:pt x="46810" y="21801"/>
                </a:cubicBezTo>
                <a:cubicBezTo>
                  <a:pt x="46810" y="21831"/>
                  <a:pt x="46871" y="21922"/>
                  <a:pt x="46993" y="21953"/>
                </a:cubicBezTo>
                <a:lnTo>
                  <a:pt x="47114" y="21953"/>
                </a:lnTo>
                <a:cubicBezTo>
                  <a:pt x="47145" y="21922"/>
                  <a:pt x="47175" y="21892"/>
                  <a:pt x="47175" y="21892"/>
                </a:cubicBezTo>
                <a:cubicBezTo>
                  <a:pt x="47205" y="21892"/>
                  <a:pt x="47661" y="21770"/>
                  <a:pt x="47661" y="21770"/>
                </a:cubicBezTo>
                <a:lnTo>
                  <a:pt x="47874" y="21892"/>
                </a:lnTo>
                <a:cubicBezTo>
                  <a:pt x="48148" y="21861"/>
                  <a:pt x="48452" y="21831"/>
                  <a:pt x="48756" y="21831"/>
                </a:cubicBezTo>
                <a:cubicBezTo>
                  <a:pt x="48877" y="21861"/>
                  <a:pt x="48999" y="21861"/>
                  <a:pt x="49120" y="21861"/>
                </a:cubicBezTo>
                <a:cubicBezTo>
                  <a:pt x="49151" y="21861"/>
                  <a:pt x="49394" y="21801"/>
                  <a:pt x="49455" y="21801"/>
                </a:cubicBezTo>
                <a:cubicBezTo>
                  <a:pt x="49495" y="21801"/>
                  <a:pt x="49590" y="21787"/>
                  <a:pt x="49657" y="21787"/>
                </a:cubicBezTo>
                <a:cubicBezTo>
                  <a:pt x="49691" y="21787"/>
                  <a:pt x="49718" y="21790"/>
                  <a:pt x="49728" y="21801"/>
                </a:cubicBezTo>
                <a:cubicBezTo>
                  <a:pt x="49850" y="21831"/>
                  <a:pt x="49971" y="21861"/>
                  <a:pt x="50093" y="21892"/>
                </a:cubicBezTo>
                <a:lnTo>
                  <a:pt x="50154" y="21831"/>
                </a:lnTo>
                <a:lnTo>
                  <a:pt x="50367" y="21649"/>
                </a:lnTo>
                <a:cubicBezTo>
                  <a:pt x="50701" y="21770"/>
                  <a:pt x="51066" y="21831"/>
                  <a:pt x="51400" y="21892"/>
                </a:cubicBezTo>
                <a:cubicBezTo>
                  <a:pt x="51552" y="21861"/>
                  <a:pt x="51643" y="21709"/>
                  <a:pt x="51704" y="21679"/>
                </a:cubicBezTo>
                <a:cubicBezTo>
                  <a:pt x="51707" y="21672"/>
                  <a:pt x="51714" y="21669"/>
                  <a:pt x="51723" y="21669"/>
                </a:cubicBezTo>
                <a:cubicBezTo>
                  <a:pt x="51793" y="21669"/>
                  <a:pt x="52021" y="21861"/>
                  <a:pt x="52130" y="21861"/>
                </a:cubicBezTo>
                <a:lnTo>
                  <a:pt x="52829" y="21801"/>
                </a:lnTo>
                <a:cubicBezTo>
                  <a:pt x="52874" y="21785"/>
                  <a:pt x="52920" y="21778"/>
                  <a:pt x="52965" y="21778"/>
                </a:cubicBezTo>
                <a:cubicBezTo>
                  <a:pt x="53011" y="21778"/>
                  <a:pt x="53057" y="21785"/>
                  <a:pt x="53102" y="21801"/>
                </a:cubicBezTo>
                <a:cubicBezTo>
                  <a:pt x="53102" y="21801"/>
                  <a:pt x="53152" y="21926"/>
                  <a:pt x="53207" y="21926"/>
                </a:cubicBezTo>
                <a:cubicBezTo>
                  <a:pt x="53213" y="21926"/>
                  <a:pt x="53218" y="21925"/>
                  <a:pt x="53224" y="21922"/>
                </a:cubicBezTo>
                <a:cubicBezTo>
                  <a:pt x="53315" y="21892"/>
                  <a:pt x="53406" y="21831"/>
                  <a:pt x="53528" y="21831"/>
                </a:cubicBezTo>
                <a:cubicBezTo>
                  <a:pt x="53649" y="21831"/>
                  <a:pt x="53740" y="21861"/>
                  <a:pt x="53832" y="21892"/>
                </a:cubicBezTo>
                <a:lnTo>
                  <a:pt x="53984" y="21801"/>
                </a:lnTo>
                <a:cubicBezTo>
                  <a:pt x="53992" y="21796"/>
                  <a:pt x="54003" y="21794"/>
                  <a:pt x="54017" y="21794"/>
                </a:cubicBezTo>
                <a:cubicBezTo>
                  <a:pt x="54096" y="21794"/>
                  <a:pt x="54249" y="21861"/>
                  <a:pt x="54379" y="21861"/>
                </a:cubicBezTo>
                <a:lnTo>
                  <a:pt x="54440" y="21861"/>
                </a:lnTo>
                <a:cubicBezTo>
                  <a:pt x="54526" y="21840"/>
                  <a:pt x="54612" y="21818"/>
                  <a:pt x="54698" y="21818"/>
                </a:cubicBezTo>
                <a:cubicBezTo>
                  <a:pt x="54733" y="21818"/>
                  <a:pt x="54769" y="21822"/>
                  <a:pt x="54804" y="21831"/>
                </a:cubicBezTo>
                <a:lnTo>
                  <a:pt x="54956" y="21831"/>
                </a:lnTo>
                <a:cubicBezTo>
                  <a:pt x="54956" y="21801"/>
                  <a:pt x="54926" y="21770"/>
                  <a:pt x="54896" y="21770"/>
                </a:cubicBezTo>
                <a:lnTo>
                  <a:pt x="54896" y="21740"/>
                </a:lnTo>
                <a:cubicBezTo>
                  <a:pt x="54896" y="21715"/>
                  <a:pt x="54896" y="21671"/>
                  <a:pt x="54928" y="21671"/>
                </a:cubicBezTo>
                <a:cubicBezTo>
                  <a:pt x="54935" y="21671"/>
                  <a:pt x="54945" y="21673"/>
                  <a:pt x="54956" y="21679"/>
                </a:cubicBezTo>
                <a:cubicBezTo>
                  <a:pt x="55017" y="21709"/>
                  <a:pt x="55047" y="21740"/>
                  <a:pt x="55108" y="21740"/>
                </a:cubicBezTo>
                <a:cubicBezTo>
                  <a:pt x="55169" y="21740"/>
                  <a:pt x="55203" y="21699"/>
                  <a:pt x="55246" y="21699"/>
                </a:cubicBezTo>
                <a:cubicBezTo>
                  <a:pt x="55267" y="21699"/>
                  <a:pt x="55291" y="21709"/>
                  <a:pt x="55321" y="21740"/>
                </a:cubicBezTo>
                <a:cubicBezTo>
                  <a:pt x="55321" y="21746"/>
                  <a:pt x="55325" y="21748"/>
                  <a:pt x="55331" y="21748"/>
                </a:cubicBezTo>
                <a:cubicBezTo>
                  <a:pt x="55355" y="21748"/>
                  <a:pt x="55418" y="21709"/>
                  <a:pt x="55443" y="21709"/>
                </a:cubicBezTo>
                <a:lnTo>
                  <a:pt x="55564" y="21740"/>
                </a:lnTo>
                <a:cubicBezTo>
                  <a:pt x="55610" y="21755"/>
                  <a:pt x="55701" y="21755"/>
                  <a:pt x="55788" y="21755"/>
                </a:cubicBezTo>
                <a:cubicBezTo>
                  <a:pt x="55876" y="21755"/>
                  <a:pt x="55959" y="21755"/>
                  <a:pt x="55990" y="21770"/>
                </a:cubicBezTo>
                <a:cubicBezTo>
                  <a:pt x="56111" y="21831"/>
                  <a:pt x="56233" y="21831"/>
                  <a:pt x="56355" y="21831"/>
                </a:cubicBezTo>
                <a:cubicBezTo>
                  <a:pt x="56367" y="21825"/>
                  <a:pt x="56385" y="21822"/>
                  <a:pt x="56407" y="21822"/>
                </a:cubicBezTo>
                <a:cubicBezTo>
                  <a:pt x="56494" y="21822"/>
                  <a:pt x="56640" y="21861"/>
                  <a:pt x="56689" y="21861"/>
                </a:cubicBezTo>
                <a:lnTo>
                  <a:pt x="56932" y="21831"/>
                </a:lnTo>
                <a:lnTo>
                  <a:pt x="56993" y="21861"/>
                </a:lnTo>
                <a:lnTo>
                  <a:pt x="57175" y="21922"/>
                </a:lnTo>
                <a:cubicBezTo>
                  <a:pt x="57193" y="21851"/>
                  <a:pt x="57211" y="21821"/>
                  <a:pt x="57229" y="21821"/>
                </a:cubicBezTo>
                <a:cubicBezTo>
                  <a:pt x="57241" y="21821"/>
                  <a:pt x="57254" y="21836"/>
                  <a:pt x="57266" y="21861"/>
                </a:cubicBezTo>
                <a:cubicBezTo>
                  <a:pt x="57266" y="21887"/>
                  <a:pt x="57294" y="21896"/>
                  <a:pt x="57327" y="21896"/>
                </a:cubicBezTo>
                <a:cubicBezTo>
                  <a:pt x="57373" y="21896"/>
                  <a:pt x="57431" y="21879"/>
                  <a:pt x="57449" y="21861"/>
                </a:cubicBezTo>
                <a:cubicBezTo>
                  <a:pt x="57475" y="21852"/>
                  <a:pt x="57502" y="21849"/>
                  <a:pt x="57528" y="21849"/>
                </a:cubicBezTo>
                <a:cubicBezTo>
                  <a:pt x="57591" y="21849"/>
                  <a:pt x="57649" y="21870"/>
                  <a:pt x="57692" y="21892"/>
                </a:cubicBezTo>
                <a:lnTo>
                  <a:pt x="57783" y="21801"/>
                </a:lnTo>
                <a:lnTo>
                  <a:pt x="57874" y="21740"/>
                </a:lnTo>
                <a:cubicBezTo>
                  <a:pt x="57898" y="21717"/>
                  <a:pt x="57925" y="21707"/>
                  <a:pt x="57954" y="21707"/>
                </a:cubicBezTo>
                <a:cubicBezTo>
                  <a:pt x="58000" y="21707"/>
                  <a:pt x="58049" y="21733"/>
                  <a:pt x="58087" y="21770"/>
                </a:cubicBezTo>
                <a:cubicBezTo>
                  <a:pt x="58087" y="21831"/>
                  <a:pt x="58300" y="21892"/>
                  <a:pt x="58391" y="21892"/>
                </a:cubicBezTo>
                <a:cubicBezTo>
                  <a:pt x="58467" y="21866"/>
                  <a:pt x="58628" y="21756"/>
                  <a:pt x="58733" y="21756"/>
                </a:cubicBezTo>
                <a:cubicBezTo>
                  <a:pt x="58753" y="21756"/>
                  <a:pt x="58771" y="21760"/>
                  <a:pt x="58786" y="21770"/>
                </a:cubicBezTo>
                <a:cubicBezTo>
                  <a:pt x="58832" y="21785"/>
                  <a:pt x="58885" y="21793"/>
                  <a:pt x="58942" y="21793"/>
                </a:cubicBezTo>
                <a:cubicBezTo>
                  <a:pt x="58999" y="21793"/>
                  <a:pt x="59060" y="21785"/>
                  <a:pt x="59121" y="21770"/>
                </a:cubicBezTo>
                <a:lnTo>
                  <a:pt x="59242" y="21831"/>
                </a:lnTo>
                <a:lnTo>
                  <a:pt x="59424" y="21983"/>
                </a:lnTo>
                <a:cubicBezTo>
                  <a:pt x="59546" y="21892"/>
                  <a:pt x="59911" y="21892"/>
                  <a:pt x="60002" y="21861"/>
                </a:cubicBezTo>
                <a:cubicBezTo>
                  <a:pt x="60093" y="21801"/>
                  <a:pt x="60215" y="21770"/>
                  <a:pt x="60336" y="21740"/>
                </a:cubicBezTo>
                <a:cubicBezTo>
                  <a:pt x="60549" y="21801"/>
                  <a:pt x="60792" y="21831"/>
                  <a:pt x="61005" y="21831"/>
                </a:cubicBezTo>
                <a:cubicBezTo>
                  <a:pt x="61127" y="21831"/>
                  <a:pt x="61218" y="21831"/>
                  <a:pt x="61339" y="21801"/>
                </a:cubicBezTo>
                <a:cubicBezTo>
                  <a:pt x="61362" y="21801"/>
                  <a:pt x="61453" y="21749"/>
                  <a:pt x="61510" y="21749"/>
                </a:cubicBezTo>
                <a:cubicBezTo>
                  <a:pt x="61529" y="21749"/>
                  <a:pt x="61545" y="21755"/>
                  <a:pt x="61552" y="21770"/>
                </a:cubicBezTo>
                <a:cubicBezTo>
                  <a:pt x="61560" y="21778"/>
                  <a:pt x="61577" y="21782"/>
                  <a:pt x="61601" y="21782"/>
                </a:cubicBezTo>
                <a:cubicBezTo>
                  <a:pt x="61672" y="21782"/>
                  <a:pt x="61803" y="21747"/>
                  <a:pt x="61917" y="21679"/>
                </a:cubicBezTo>
                <a:lnTo>
                  <a:pt x="62039" y="21709"/>
                </a:lnTo>
                <a:lnTo>
                  <a:pt x="62373" y="21801"/>
                </a:lnTo>
                <a:cubicBezTo>
                  <a:pt x="62677" y="21770"/>
                  <a:pt x="63011" y="21770"/>
                  <a:pt x="63315" y="21770"/>
                </a:cubicBezTo>
                <a:cubicBezTo>
                  <a:pt x="63406" y="21770"/>
                  <a:pt x="63498" y="21679"/>
                  <a:pt x="63558" y="21588"/>
                </a:cubicBezTo>
                <a:cubicBezTo>
                  <a:pt x="63558" y="21584"/>
                  <a:pt x="63560" y="21583"/>
                  <a:pt x="63565" y="21583"/>
                </a:cubicBezTo>
                <a:cubicBezTo>
                  <a:pt x="63597" y="21583"/>
                  <a:pt x="63751" y="21682"/>
                  <a:pt x="63832" y="21709"/>
                </a:cubicBezTo>
                <a:cubicBezTo>
                  <a:pt x="63850" y="21727"/>
                  <a:pt x="63881" y="21735"/>
                  <a:pt x="63916" y="21735"/>
                </a:cubicBezTo>
                <a:cubicBezTo>
                  <a:pt x="64002" y="21735"/>
                  <a:pt x="64114" y="21692"/>
                  <a:pt x="64136" y="21649"/>
                </a:cubicBezTo>
                <a:cubicBezTo>
                  <a:pt x="64166" y="21633"/>
                  <a:pt x="64197" y="21626"/>
                  <a:pt x="64227" y="21626"/>
                </a:cubicBezTo>
                <a:cubicBezTo>
                  <a:pt x="64257" y="21626"/>
                  <a:pt x="64288" y="21633"/>
                  <a:pt x="64318" y="21649"/>
                </a:cubicBezTo>
                <a:lnTo>
                  <a:pt x="64379" y="21679"/>
                </a:lnTo>
                <a:cubicBezTo>
                  <a:pt x="64485" y="21755"/>
                  <a:pt x="64539" y="21793"/>
                  <a:pt x="64596" y="21793"/>
                </a:cubicBezTo>
                <a:cubicBezTo>
                  <a:pt x="64653" y="21793"/>
                  <a:pt x="64713" y="21755"/>
                  <a:pt x="64835" y="21679"/>
                </a:cubicBezTo>
                <a:cubicBezTo>
                  <a:pt x="64896" y="21649"/>
                  <a:pt x="65048" y="21618"/>
                  <a:pt x="65048" y="21557"/>
                </a:cubicBezTo>
                <a:lnTo>
                  <a:pt x="65108" y="21497"/>
                </a:lnTo>
                <a:cubicBezTo>
                  <a:pt x="65121" y="21491"/>
                  <a:pt x="65134" y="21488"/>
                  <a:pt x="65148" y="21488"/>
                </a:cubicBezTo>
                <a:cubicBezTo>
                  <a:pt x="65203" y="21488"/>
                  <a:pt x="65267" y="21527"/>
                  <a:pt x="65291" y="21527"/>
                </a:cubicBezTo>
                <a:cubicBezTo>
                  <a:pt x="65306" y="21542"/>
                  <a:pt x="65329" y="21550"/>
                  <a:pt x="65352" y="21550"/>
                </a:cubicBezTo>
                <a:cubicBezTo>
                  <a:pt x="65374" y="21550"/>
                  <a:pt x="65397" y="21542"/>
                  <a:pt x="65412" y="21527"/>
                </a:cubicBezTo>
                <a:cubicBezTo>
                  <a:pt x="65443" y="21527"/>
                  <a:pt x="65504" y="21649"/>
                  <a:pt x="65504" y="21679"/>
                </a:cubicBezTo>
                <a:cubicBezTo>
                  <a:pt x="65504" y="21740"/>
                  <a:pt x="65686" y="21770"/>
                  <a:pt x="65777" y="21770"/>
                </a:cubicBezTo>
                <a:lnTo>
                  <a:pt x="66142" y="21770"/>
                </a:lnTo>
                <a:cubicBezTo>
                  <a:pt x="66182" y="21770"/>
                  <a:pt x="66291" y="21784"/>
                  <a:pt x="66376" y="21784"/>
                </a:cubicBezTo>
                <a:cubicBezTo>
                  <a:pt x="66419" y="21784"/>
                  <a:pt x="66456" y="21780"/>
                  <a:pt x="66476" y="21770"/>
                </a:cubicBezTo>
                <a:cubicBezTo>
                  <a:pt x="66598" y="21709"/>
                  <a:pt x="66689" y="21679"/>
                  <a:pt x="66811" y="21679"/>
                </a:cubicBezTo>
                <a:cubicBezTo>
                  <a:pt x="66871" y="21709"/>
                  <a:pt x="67054" y="21770"/>
                  <a:pt x="67115" y="21770"/>
                </a:cubicBezTo>
                <a:cubicBezTo>
                  <a:pt x="67206" y="21770"/>
                  <a:pt x="67297" y="21770"/>
                  <a:pt x="67388" y="21709"/>
                </a:cubicBezTo>
                <a:lnTo>
                  <a:pt x="67510" y="21770"/>
                </a:lnTo>
                <a:cubicBezTo>
                  <a:pt x="67571" y="21801"/>
                  <a:pt x="67639" y="21816"/>
                  <a:pt x="67707" y="21816"/>
                </a:cubicBezTo>
                <a:cubicBezTo>
                  <a:pt x="67776" y="21816"/>
                  <a:pt x="67844" y="21801"/>
                  <a:pt x="67905" y="21770"/>
                </a:cubicBezTo>
                <a:lnTo>
                  <a:pt x="68026" y="21709"/>
                </a:lnTo>
                <a:cubicBezTo>
                  <a:pt x="68178" y="21709"/>
                  <a:pt x="68330" y="21740"/>
                  <a:pt x="68482" y="21801"/>
                </a:cubicBezTo>
                <a:cubicBezTo>
                  <a:pt x="68489" y="21815"/>
                  <a:pt x="68505" y="21821"/>
                  <a:pt x="68525" y="21821"/>
                </a:cubicBezTo>
                <a:cubicBezTo>
                  <a:pt x="68593" y="21821"/>
                  <a:pt x="68716" y="21756"/>
                  <a:pt x="68786" y="21709"/>
                </a:cubicBezTo>
                <a:cubicBezTo>
                  <a:pt x="68798" y="21704"/>
                  <a:pt x="68815" y="21701"/>
                  <a:pt x="68836" y="21701"/>
                </a:cubicBezTo>
                <a:cubicBezTo>
                  <a:pt x="68924" y="21701"/>
                  <a:pt x="69077" y="21746"/>
                  <a:pt x="69151" y="21770"/>
                </a:cubicBezTo>
                <a:cubicBezTo>
                  <a:pt x="69173" y="21776"/>
                  <a:pt x="69193" y="21778"/>
                  <a:pt x="69213" y="21778"/>
                </a:cubicBezTo>
                <a:cubicBezTo>
                  <a:pt x="69304" y="21778"/>
                  <a:pt x="69375" y="21724"/>
                  <a:pt x="69425" y="21649"/>
                </a:cubicBezTo>
                <a:lnTo>
                  <a:pt x="69516" y="21679"/>
                </a:lnTo>
                <a:lnTo>
                  <a:pt x="69729" y="21740"/>
                </a:lnTo>
                <a:cubicBezTo>
                  <a:pt x="69911" y="21709"/>
                  <a:pt x="70124" y="21679"/>
                  <a:pt x="70154" y="21679"/>
                </a:cubicBezTo>
                <a:cubicBezTo>
                  <a:pt x="70428" y="21740"/>
                  <a:pt x="70701" y="21801"/>
                  <a:pt x="70975" y="21801"/>
                </a:cubicBezTo>
                <a:cubicBezTo>
                  <a:pt x="71218" y="21740"/>
                  <a:pt x="71492" y="21709"/>
                  <a:pt x="71765" y="21709"/>
                </a:cubicBezTo>
                <a:cubicBezTo>
                  <a:pt x="71820" y="21737"/>
                  <a:pt x="71874" y="21752"/>
                  <a:pt x="71926" y="21752"/>
                </a:cubicBezTo>
                <a:cubicBezTo>
                  <a:pt x="71990" y="21752"/>
                  <a:pt x="72049" y="21729"/>
                  <a:pt x="72099" y="21679"/>
                </a:cubicBezTo>
                <a:lnTo>
                  <a:pt x="72130" y="21679"/>
                </a:lnTo>
                <a:lnTo>
                  <a:pt x="72312" y="21740"/>
                </a:lnTo>
                <a:cubicBezTo>
                  <a:pt x="72555" y="21709"/>
                  <a:pt x="72799" y="21679"/>
                  <a:pt x="73042" y="21679"/>
                </a:cubicBezTo>
                <a:lnTo>
                  <a:pt x="73163" y="21770"/>
                </a:lnTo>
                <a:lnTo>
                  <a:pt x="73346" y="21861"/>
                </a:lnTo>
                <a:cubicBezTo>
                  <a:pt x="73558" y="21801"/>
                  <a:pt x="73771" y="21770"/>
                  <a:pt x="73984" y="21770"/>
                </a:cubicBezTo>
                <a:cubicBezTo>
                  <a:pt x="74049" y="21749"/>
                  <a:pt x="74235" y="21727"/>
                  <a:pt x="74349" y="21727"/>
                </a:cubicBezTo>
                <a:cubicBezTo>
                  <a:pt x="74396" y="21727"/>
                  <a:pt x="74431" y="21731"/>
                  <a:pt x="74440" y="21740"/>
                </a:cubicBezTo>
                <a:cubicBezTo>
                  <a:pt x="74450" y="21750"/>
                  <a:pt x="74470" y="21753"/>
                  <a:pt x="74495" y="21753"/>
                </a:cubicBezTo>
                <a:cubicBezTo>
                  <a:pt x="74545" y="21753"/>
                  <a:pt x="74612" y="21740"/>
                  <a:pt x="74653" y="21740"/>
                </a:cubicBezTo>
                <a:lnTo>
                  <a:pt x="75200" y="21770"/>
                </a:lnTo>
                <a:cubicBezTo>
                  <a:pt x="75301" y="21770"/>
                  <a:pt x="75416" y="21784"/>
                  <a:pt x="75499" y="21784"/>
                </a:cubicBezTo>
                <a:cubicBezTo>
                  <a:pt x="75541" y="21784"/>
                  <a:pt x="75575" y="21780"/>
                  <a:pt x="75595" y="21770"/>
                </a:cubicBezTo>
                <a:cubicBezTo>
                  <a:pt x="75644" y="21770"/>
                  <a:pt x="75751" y="21809"/>
                  <a:pt x="75823" y="21809"/>
                </a:cubicBezTo>
                <a:cubicBezTo>
                  <a:pt x="75841" y="21809"/>
                  <a:pt x="75856" y="21807"/>
                  <a:pt x="75869" y="21801"/>
                </a:cubicBezTo>
                <a:cubicBezTo>
                  <a:pt x="75929" y="21801"/>
                  <a:pt x="76203" y="21679"/>
                  <a:pt x="76324" y="21679"/>
                </a:cubicBezTo>
                <a:lnTo>
                  <a:pt x="76932" y="21679"/>
                </a:lnTo>
                <a:cubicBezTo>
                  <a:pt x="77084" y="21709"/>
                  <a:pt x="77236" y="21740"/>
                  <a:pt x="77419" y="21740"/>
                </a:cubicBezTo>
                <a:cubicBezTo>
                  <a:pt x="77439" y="21730"/>
                  <a:pt x="77486" y="21726"/>
                  <a:pt x="77545" y="21726"/>
                </a:cubicBezTo>
                <a:cubicBezTo>
                  <a:pt x="77662" y="21726"/>
                  <a:pt x="77824" y="21740"/>
                  <a:pt x="77905" y="21740"/>
                </a:cubicBezTo>
                <a:cubicBezTo>
                  <a:pt x="78027" y="21709"/>
                  <a:pt x="78270" y="21709"/>
                  <a:pt x="78300" y="21709"/>
                </a:cubicBezTo>
                <a:cubicBezTo>
                  <a:pt x="78347" y="21709"/>
                  <a:pt x="78520" y="21799"/>
                  <a:pt x="78597" y="21799"/>
                </a:cubicBezTo>
                <a:cubicBezTo>
                  <a:pt x="78620" y="21799"/>
                  <a:pt x="78635" y="21791"/>
                  <a:pt x="78635" y="21770"/>
                </a:cubicBezTo>
                <a:cubicBezTo>
                  <a:pt x="78635" y="21735"/>
                  <a:pt x="78645" y="21720"/>
                  <a:pt x="78660" y="21720"/>
                </a:cubicBezTo>
                <a:cubicBezTo>
                  <a:pt x="78670" y="21720"/>
                  <a:pt x="78683" y="21727"/>
                  <a:pt x="78695" y="21740"/>
                </a:cubicBezTo>
                <a:cubicBezTo>
                  <a:pt x="78695" y="21740"/>
                  <a:pt x="79030" y="21679"/>
                  <a:pt x="79182" y="21679"/>
                </a:cubicBezTo>
                <a:cubicBezTo>
                  <a:pt x="79242" y="21694"/>
                  <a:pt x="79303" y="21702"/>
                  <a:pt x="79364" y="21702"/>
                </a:cubicBezTo>
                <a:cubicBezTo>
                  <a:pt x="79425" y="21702"/>
                  <a:pt x="79486" y="21694"/>
                  <a:pt x="79546" y="21679"/>
                </a:cubicBezTo>
                <a:cubicBezTo>
                  <a:pt x="79638" y="21709"/>
                  <a:pt x="79759" y="21709"/>
                  <a:pt x="79850" y="21709"/>
                </a:cubicBezTo>
                <a:cubicBezTo>
                  <a:pt x="79942" y="21709"/>
                  <a:pt x="80124" y="21649"/>
                  <a:pt x="80306" y="21618"/>
                </a:cubicBezTo>
                <a:lnTo>
                  <a:pt x="80458" y="21649"/>
                </a:lnTo>
                <a:lnTo>
                  <a:pt x="80671" y="21709"/>
                </a:lnTo>
                <a:cubicBezTo>
                  <a:pt x="80884" y="21679"/>
                  <a:pt x="81097" y="21649"/>
                  <a:pt x="81309" y="21649"/>
                </a:cubicBezTo>
                <a:lnTo>
                  <a:pt x="81431" y="21588"/>
                </a:lnTo>
                <a:lnTo>
                  <a:pt x="81583" y="21527"/>
                </a:lnTo>
                <a:cubicBezTo>
                  <a:pt x="81658" y="21565"/>
                  <a:pt x="81745" y="21591"/>
                  <a:pt x="81836" y="21591"/>
                </a:cubicBezTo>
                <a:cubicBezTo>
                  <a:pt x="81892" y="21591"/>
                  <a:pt x="81950" y="21581"/>
                  <a:pt x="82008" y="21557"/>
                </a:cubicBezTo>
                <a:lnTo>
                  <a:pt x="82282" y="21557"/>
                </a:lnTo>
                <a:cubicBezTo>
                  <a:pt x="82434" y="21557"/>
                  <a:pt x="82586" y="21588"/>
                  <a:pt x="82768" y="21618"/>
                </a:cubicBezTo>
                <a:lnTo>
                  <a:pt x="82890" y="21588"/>
                </a:lnTo>
                <a:lnTo>
                  <a:pt x="83012" y="21557"/>
                </a:lnTo>
                <a:cubicBezTo>
                  <a:pt x="83039" y="21563"/>
                  <a:pt x="83068" y="21565"/>
                  <a:pt x="83098" y="21565"/>
                </a:cubicBezTo>
                <a:cubicBezTo>
                  <a:pt x="83229" y="21565"/>
                  <a:pt x="83374" y="21516"/>
                  <a:pt x="83498" y="21466"/>
                </a:cubicBezTo>
                <a:lnTo>
                  <a:pt x="83650" y="21557"/>
                </a:lnTo>
                <a:lnTo>
                  <a:pt x="83680" y="21557"/>
                </a:lnTo>
                <a:cubicBezTo>
                  <a:pt x="83687" y="21554"/>
                  <a:pt x="83699" y="21552"/>
                  <a:pt x="83714" y="21552"/>
                </a:cubicBezTo>
                <a:cubicBezTo>
                  <a:pt x="83792" y="21552"/>
                  <a:pt x="83964" y="21592"/>
                  <a:pt x="84091" y="21592"/>
                </a:cubicBezTo>
                <a:cubicBezTo>
                  <a:pt x="84151" y="21592"/>
                  <a:pt x="84202" y="21583"/>
                  <a:pt x="84227" y="21557"/>
                </a:cubicBezTo>
                <a:cubicBezTo>
                  <a:pt x="84294" y="21513"/>
                  <a:pt x="84410" y="21485"/>
                  <a:pt x="84479" y="21485"/>
                </a:cubicBezTo>
                <a:cubicBezTo>
                  <a:pt x="84504" y="21485"/>
                  <a:pt x="84523" y="21488"/>
                  <a:pt x="84531" y="21497"/>
                </a:cubicBezTo>
                <a:cubicBezTo>
                  <a:pt x="84536" y="21501"/>
                  <a:pt x="84544" y="21503"/>
                  <a:pt x="84555" y="21503"/>
                </a:cubicBezTo>
                <a:cubicBezTo>
                  <a:pt x="84621" y="21503"/>
                  <a:pt x="84792" y="21436"/>
                  <a:pt x="84896" y="21436"/>
                </a:cubicBezTo>
                <a:cubicBezTo>
                  <a:pt x="84987" y="21436"/>
                  <a:pt x="85200" y="21405"/>
                  <a:pt x="85382" y="21375"/>
                </a:cubicBezTo>
                <a:lnTo>
                  <a:pt x="85534" y="21405"/>
                </a:lnTo>
                <a:lnTo>
                  <a:pt x="85656" y="21436"/>
                </a:lnTo>
                <a:cubicBezTo>
                  <a:pt x="85764" y="21409"/>
                  <a:pt x="85993" y="21309"/>
                  <a:pt x="86063" y="21309"/>
                </a:cubicBezTo>
                <a:cubicBezTo>
                  <a:pt x="86072" y="21309"/>
                  <a:pt x="86078" y="21311"/>
                  <a:pt x="86082" y="21314"/>
                </a:cubicBezTo>
                <a:cubicBezTo>
                  <a:pt x="86294" y="21314"/>
                  <a:pt x="86507" y="21284"/>
                  <a:pt x="86750" y="21253"/>
                </a:cubicBezTo>
                <a:cubicBezTo>
                  <a:pt x="86902" y="21253"/>
                  <a:pt x="87085" y="21223"/>
                  <a:pt x="87267" y="21193"/>
                </a:cubicBezTo>
                <a:cubicBezTo>
                  <a:pt x="87316" y="21193"/>
                  <a:pt x="87500" y="21232"/>
                  <a:pt x="87603" y="21232"/>
                </a:cubicBezTo>
                <a:cubicBezTo>
                  <a:pt x="87629" y="21232"/>
                  <a:pt x="87650" y="21229"/>
                  <a:pt x="87662" y="21223"/>
                </a:cubicBezTo>
                <a:cubicBezTo>
                  <a:pt x="87748" y="21202"/>
                  <a:pt x="87849" y="21180"/>
                  <a:pt x="87944" y="21180"/>
                </a:cubicBezTo>
                <a:cubicBezTo>
                  <a:pt x="87983" y="21180"/>
                  <a:pt x="88022" y="21184"/>
                  <a:pt x="88057" y="21193"/>
                </a:cubicBezTo>
                <a:lnTo>
                  <a:pt x="88209" y="21101"/>
                </a:lnTo>
                <a:cubicBezTo>
                  <a:pt x="88331" y="21101"/>
                  <a:pt x="88452" y="21071"/>
                  <a:pt x="88544" y="20980"/>
                </a:cubicBezTo>
                <a:lnTo>
                  <a:pt x="88574" y="21041"/>
                </a:lnTo>
                <a:cubicBezTo>
                  <a:pt x="88595" y="21076"/>
                  <a:pt x="88620" y="21088"/>
                  <a:pt x="88646" y="21088"/>
                </a:cubicBezTo>
                <a:cubicBezTo>
                  <a:pt x="88705" y="21088"/>
                  <a:pt x="88772" y="21023"/>
                  <a:pt x="88823" y="21023"/>
                </a:cubicBezTo>
                <a:cubicBezTo>
                  <a:pt x="88845" y="21023"/>
                  <a:pt x="88864" y="21036"/>
                  <a:pt x="88878" y="21071"/>
                </a:cubicBezTo>
                <a:cubicBezTo>
                  <a:pt x="88878" y="21071"/>
                  <a:pt x="89014" y="21032"/>
                  <a:pt x="89069" y="21032"/>
                </a:cubicBezTo>
                <a:cubicBezTo>
                  <a:pt x="89082" y="21032"/>
                  <a:pt x="89091" y="21035"/>
                  <a:pt x="89091" y="21041"/>
                </a:cubicBezTo>
                <a:lnTo>
                  <a:pt x="89212" y="21162"/>
                </a:lnTo>
                <a:cubicBezTo>
                  <a:pt x="89334" y="21071"/>
                  <a:pt x="89455" y="20980"/>
                  <a:pt x="89607" y="20919"/>
                </a:cubicBezTo>
                <a:lnTo>
                  <a:pt x="90003" y="20919"/>
                </a:lnTo>
                <a:cubicBezTo>
                  <a:pt x="90246" y="20919"/>
                  <a:pt x="90519" y="20889"/>
                  <a:pt x="90762" y="20858"/>
                </a:cubicBezTo>
                <a:lnTo>
                  <a:pt x="90884" y="20828"/>
                </a:lnTo>
                <a:lnTo>
                  <a:pt x="91006" y="20828"/>
                </a:lnTo>
                <a:cubicBezTo>
                  <a:pt x="91158" y="20798"/>
                  <a:pt x="91917" y="20767"/>
                  <a:pt x="92161" y="20706"/>
                </a:cubicBezTo>
                <a:cubicBezTo>
                  <a:pt x="92373" y="20646"/>
                  <a:pt x="92617" y="20615"/>
                  <a:pt x="92829" y="20615"/>
                </a:cubicBezTo>
                <a:lnTo>
                  <a:pt x="92921" y="20585"/>
                </a:lnTo>
                <a:lnTo>
                  <a:pt x="93012" y="20524"/>
                </a:lnTo>
                <a:cubicBezTo>
                  <a:pt x="93133" y="20494"/>
                  <a:pt x="93225" y="20463"/>
                  <a:pt x="93346" y="20463"/>
                </a:cubicBezTo>
                <a:cubicBezTo>
                  <a:pt x="93437" y="20433"/>
                  <a:pt x="93498" y="20402"/>
                  <a:pt x="93589" y="20342"/>
                </a:cubicBezTo>
                <a:cubicBezTo>
                  <a:pt x="93620" y="20342"/>
                  <a:pt x="93680" y="20311"/>
                  <a:pt x="93741" y="20311"/>
                </a:cubicBezTo>
                <a:lnTo>
                  <a:pt x="93893" y="20342"/>
                </a:lnTo>
                <a:lnTo>
                  <a:pt x="93863" y="20281"/>
                </a:lnTo>
                <a:lnTo>
                  <a:pt x="93711" y="20068"/>
                </a:lnTo>
                <a:cubicBezTo>
                  <a:pt x="93589" y="19916"/>
                  <a:pt x="93468" y="19764"/>
                  <a:pt x="93407" y="19612"/>
                </a:cubicBezTo>
                <a:lnTo>
                  <a:pt x="93711" y="19430"/>
                </a:lnTo>
                <a:lnTo>
                  <a:pt x="93528" y="19187"/>
                </a:lnTo>
                <a:lnTo>
                  <a:pt x="93437" y="19095"/>
                </a:lnTo>
                <a:cubicBezTo>
                  <a:pt x="93468" y="19004"/>
                  <a:pt x="93528" y="18913"/>
                  <a:pt x="93559" y="18791"/>
                </a:cubicBezTo>
                <a:lnTo>
                  <a:pt x="93468" y="18731"/>
                </a:lnTo>
                <a:lnTo>
                  <a:pt x="93407" y="18670"/>
                </a:lnTo>
                <a:cubicBezTo>
                  <a:pt x="93407" y="18609"/>
                  <a:pt x="93346" y="18457"/>
                  <a:pt x="93346" y="18366"/>
                </a:cubicBezTo>
                <a:lnTo>
                  <a:pt x="93346" y="18305"/>
                </a:lnTo>
                <a:lnTo>
                  <a:pt x="93376" y="18153"/>
                </a:lnTo>
                <a:cubicBezTo>
                  <a:pt x="93255" y="18153"/>
                  <a:pt x="93376" y="18062"/>
                  <a:pt x="93437" y="17971"/>
                </a:cubicBezTo>
                <a:cubicBezTo>
                  <a:pt x="93528" y="17849"/>
                  <a:pt x="93620" y="17758"/>
                  <a:pt x="93711" y="17636"/>
                </a:cubicBezTo>
                <a:lnTo>
                  <a:pt x="93559" y="17576"/>
                </a:lnTo>
                <a:cubicBezTo>
                  <a:pt x="93316" y="17454"/>
                  <a:pt x="93285" y="17363"/>
                  <a:pt x="93437" y="17211"/>
                </a:cubicBezTo>
                <a:lnTo>
                  <a:pt x="93498" y="17150"/>
                </a:lnTo>
                <a:cubicBezTo>
                  <a:pt x="93498" y="17028"/>
                  <a:pt x="93437" y="16907"/>
                  <a:pt x="93346" y="16785"/>
                </a:cubicBezTo>
                <a:cubicBezTo>
                  <a:pt x="93285" y="16755"/>
                  <a:pt x="93255" y="16694"/>
                  <a:pt x="93285" y="16694"/>
                </a:cubicBezTo>
                <a:cubicBezTo>
                  <a:pt x="93285" y="16694"/>
                  <a:pt x="93316" y="16633"/>
                  <a:pt x="93346" y="16603"/>
                </a:cubicBezTo>
                <a:cubicBezTo>
                  <a:pt x="93376" y="16603"/>
                  <a:pt x="93376" y="16512"/>
                  <a:pt x="93407" y="16481"/>
                </a:cubicBezTo>
                <a:cubicBezTo>
                  <a:pt x="93498" y="16421"/>
                  <a:pt x="93589" y="16329"/>
                  <a:pt x="93680" y="16269"/>
                </a:cubicBezTo>
                <a:cubicBezTo>
                  <a:pt x="93741" y="16208"/>
                  <a:pt x="93741" y="16117"/>
                  <a:pt x="93711" y="16086"/>
                </a:cubicBezTo>
                <a:lnTo>
                  <a:pt x="93680" y="16086"/>
                </a:lnTo>
                <a:cubicBezTo>
                  <a:pt x="93559" y="16086"/>
                  <a:pt x="93468" y="16025"/>
                  <a:pt x="93437" y="15904"/>
                </a:cubicBezTo>
                <a:lnTo>
                  <a:pt x="93407" y="15813"/>
                </a:lnTo>
                <a:cubicBezTo>
                  <a:pt x="93437" y="15721"/>
                  <a:pt x="93528" y="15661"/>
                  <a:pt x="93620" y="15630"/>
                </a:cubicBezTo>
                <a:cubicBezTo>
                  <a:pt x="93680" y="15630"/>
                  <a:pt x="93802" y="15448"/>
                  <a:pt x="93832" y="15448"/>
                </a:cubicBezTo>
                <a:cubicBezTo>
                  <a:pt x="93893" y="15448"/>
                  <a:pt x="93924" y="15478"/>
                  <a:pt x="93954" y="15509"/>
                </a:cubicBezTo>
                <a:cubicBezTo>
                  <a:pt x="93960" y="15514"/>
                  <a:pt x="93973" y="15517"/>
                  <a:pt x="93992" y="15517"/>
                </a:cubicBezTo>
                <a:cubicBezTo>
                  <a:pt x="94072" y="15517"/>
                  <a:pt x="94245" y="15472"/>
                  <a:pt x="94319" y="15448"/>
                </a:cubicBezTo>
                <a:cubicBezTo>
                  <a:pt x="94380" y="15417"/>
                  <a:pt x="94319" y="15357"/>
                  <a:pt x="94258" y="15357"/>
                </a:cubicBezTo>
                <a:cubicBezTo>
                  <a:pt x="94238" y="15357"/>
                  <a:pt x="94109" y="15384"/>
                  <a:pt x="94026" y="15384"/>
                </a:cubicBezTo>
                <a:cubicBezTo>
                  <a:pt x="93984" y="15384"/>
                  <a:pt x="93954" y="15377"/>
                  <a:pt x="93954" y="15357"/>
                </a:cubicBezTo>
                <a:cubicBezTo>
                  <a:pt x="93984" y="15296"/>
                  <a:pt x="93954" y="15266"/>
                  <a:pt x="93924" y="15266"/>
                </a:cubicBezTo>
                <a:cubicBezTo>
                  <a:pt x="93899" y="15266"/>
                  <a:pt x="93797" y="15304"/>
                  <a:pt x="93726" y="15304"/>
                </a:cubicBezTo>
                <a:cubicBezTo>
                  <a:pt x="93708" y="15304"/>
                  <a:pt x="93693" y="15302"/>
                  <a:pt x="93680" y="15296"/>
                </a:cubicBezTo>
                <a:lnTo>
                  <a:pt x="93498" y="15174"/>
                </a:lnTo>
                <a:cubicBezTo>
                  <a:pt x="93468" y="15144"/>
                  <a:pt x="93650" y="15114"/>
                  <a:pt x="93711" y="15114"/>
                </a:cubicBezTo>
                <a:cubicBezTo>
                  <a:pt x="93756" y="15129"/>
                  <a:pt x="93802" y="15136"/>
                  <a:pt x="93848" y="15136"/>
                </a:cubicBezTo>
                <a:cubicBezTo>
                  <a:pt x="93893" y="15136"/>
                  <a:pt x="93939" y="15129"/>
                  <a:pt x="93984" y="15114"/>
                </a:cubicBezTo>
                <a:cubicBezTo>
                  <a:pt x="94076" y="15114"/>
                  <a:pt x="94167" y="15114"/>
                  <a:pt x="94258" y="15174"/>
                </a:cubicBezTo>
                <a:cubicBezTo>
                  <a:pt x="94263" y="15180"/>
                  <a:pt x="94268" y="15182"/>
                  <a:pt x="94271" y="15182"/>
                </a:cubicBezTo>
                <a:cubicBezTo>
                  <a:pt x="94287" y="15182"/>
                  <a:pt x="94283" y="15128"/>
                  <a:pt x="94258" y="15053"/>
                </a:cubicBezTo>
                <a:lnTo>
                  <a:pt x="94197" y="14992"/>
                </a:lnTo>
                <a:lnTo>
                  <a:pt x="94197" y="14962"/>
                </a:lnTo>
                <a:cubicBezTo>
                  <a:pt x="94197" y="14901"/>
                  <a:pt x="94440" y="14810"/>
                  <a:pt x="94501" y="14749"/>
                </a:cubicBezTo>
                <a:cubicBezTo>
                  <a:pt x="94562" y="14688"/>
                  <a:pt x="94471" y="14536"/>
                  <a:pt x="94440" y="14506"/>
                </a:cubicBezTo>
                <a:cubicBezTo>
                  <a:pt x="94410" y="14414"/>
                  <a:pt x="94410" y="14354"/>
                  <a:pt x="94440" y="14262"/>
                </a:cubicBezTo>
                <a:lnTo>
                  <a:pt x="94471" y="14171"/>
                </a:lnTo>
                <a:lnTo>
                  <a:pt x="94562" y="14019"/>
                </a:lnTo>
                <a:cubicBezTo>
                  <a:pt x="94380" y="13959"/>
                  <a:pt x="94349" y="13898"/>
                  <a:pt x="94562" y="13898"/>
                </a:cubicBezTo>
                <a:lnTo>
                  <a:pt x="94562" y="13959"/>
                </a:lnTo>
                <a:lnTo>
                  <a:pt x="94592" y="14019"/>
                </a:lnTo>
                <a:cubicBezTo>
                  <a:pt x="94615" y="14027"/>
                  <a:pt x="94636" y="14031"/>
                  <a:pt x="94655" y="14031"/>
                </a:cubicBezTo>
                <a:cubicBezTo>
                  <a:pt x="94712" y="14031"/>
                  <a:pt x="94752" y="13996"/>
                  <a:pt x="94775" y="13928"/>
                </a:cubicBezTo>
                <a:lnTo>
                  <a:pt x="94714" y="13898"/>
                </a:lnTo>
                <a:cubicBezTo>
                  <a:pt x="94714" y="13867"/>
                  <a:pt x="94775" y="13837"/>
                  <a:pt x="94775" y="13807"/>
                </a:cubicBezTo>
                <a:cubicBezTo>
                  <a:pt x="94835" y="13685"/>
                  <a:pt x="94775" y="13655"/>
                  <a:pt x="94653" y="13655"/>
                </a:cubicBezTo>
                <a:lnTo>
                  <a:pt x="94501" y="13655"/>
                </a:lnTo>
                <a:cubicBezTo>
                  <a:pt x="94471" y="13624"/>
                  <a:pt x="94440" y="13563"/>
                  <a:pt x="94471" y="13533"/>
                </a:cubicBezTo>
                <a:cubicBezTo>
                  <a:pt x="94532" y="13472"/>
                  <a:pt x="94562" y="13411"/>
                  <a:pt x="94623" y="13351"/>
                </a:cubicBezTo>
                <a:lnTo>
                  <a:pt x="94562" y="13259"/>
                </a:lnTo>
                <a:cubicBezTo>
                  <a:pt x="94482" y="13100"/>
                  <a:pt x="94356" y="13010"/>
                  <a:pt x="94265" y="13010"/>
                </a:cubicBezTo>
                <a:cubicBezTo>
                  <a:pt x="94252" y="13010"/>
                  <a:pt x="94239" y="13012"/>
                  <a:pt x="94228" y="13016"/>
                </a:cubicBezTo>
                <a:lnTo>
                  <a:pt x="94197" y="13016"/>
                </a:lnTo>
                <a:cubicBezTo>
                  <a:pt x="94194" y="13020"/>
                  <a:pt x="94190" y="13021"/>
                  <a:pt x="94185" y="13021"/>
                </a:cubicBezTo>
                <a:cubicBezTo>
                  <a:pt x="94148" y="13021"/>
                  <a:pt x="94072" y="12918"/>
                  <a:pt x="94045" y="12864"/>
                </a:cubicBezTo>
                <a:cubicBezTo>
                  <a:pt x="94015" y="12834"/>
                  <a:pt x="94167" y="12682"/>
                  <a:pt x="94228" y="12651"/>
                </a:cubicBezTo>
                <a:cubicBezTo>
                  <a:pt x="94288" y="12621"/>
                  <a:pt x="94076" y="12560"/>
                  <a:pt x="94015" y="12560"/>
                </a:cubicBezTo>
                <a:cubicBezTo>
                  <a:pt x="93954" y="12560"/>
                  <a:pt x="93984" y="12408"/>
                  <a:pt x="94015" y="12378"/>
                </a:cubicBezTo>
                <a:cubicBezTo>
                  <a:pt x="94045" y="12348"/>
                  <a:pt x="94076" y="12317"/>
                  <a:pt x="94136" y="12317"/>
                </a:cubicBezTo>
                <a:lnTo>
                  <a:pt x="94228" y="12348"/>
                </a:lnTo>
                <a:cubicBezTo>
                  <a:pt x="94263" y="12383"/>
                  <a:pt x="94309" y="12398"/>
                  <a:pt x="94360" y="12398"/>
                </a:cubicBezTo>
                <a:cubicBezTo>
                  <a:pt x="94395" y="12398"/>
                  <a:pt x="94433" y="12391"/>
                  <a:pt x="94471" y="12378"/>
                </a:cubicBezTo>
                <a:cubicBezTo>
                  <a:pt x="94471" y="12378"/>
                  <a:pt x="94410" y="12226"/>
                  <a:pt x="94349" y="12104"/>
                </a:cubicBezTo>
                <a:cubicBezTo>
                  <a:pt x="94319" y="11983"/>
                  <a:pt x="94197" y="11922"/>
                  <a:pt x="94076" y="11922"/>
                </a:cubicBezTo>
                <a:lnTo>
                  <a:pt x="94045" y="11861"/>
                </a:lnTo>
                <a:lnTo>
                  <a:pt x="93954" y="11740"/>
                </a:lnTo>
                <a:cubicBezTo>
                  <a:pt x="94076" y="11648"/>
                  <a:pt x="94106" y="11527"/>
                  <a:pt x="94045" y="11527"/>
                </a:cubicBezTo>
                <a:cubicBezTo>
                  <a:pt x="93954" y="11527"/>
                  <a:pt x="93863" y="11557"/>
                  <a:pt x="93772" y="11618"/>
                </a:cubicBezTo>
                <a:lnTo>
                  <a:pt x="93650" y="11496"/>
                </a:lnTo>
                <a:cubicBezTo>
                  <a:pt x="93650" y="11496"/>
                  <a:pt x="93620" y="11527"/>
                  <a:pt x="93620" y="11588"/>
                </a:cubicBezTo>
                <a:lnTo>
                  <a:pt x="93589" y="11618"/>
                </a:lnTo>
                <a:lnTo>
                  <a:pt x="93528" y="11709"/>
                </a:lnTo>
                <a:cubicBezTo>
                  <a:pt x="93476" y="11727"/>
                  <a:pt x="93423" y="11744"/>
                  <a:pt x="93365" y="11744"/>
                </a:cubicBezTo>
                <a:cubicBezTo>
                  <a:pt x="93322" y="11744"/>
                  <a:pt x="93276" y="11735"/>
                  <a:pt x="93225" y="11709"/>
                </a:cubicBezTo>
                <a:cubicBezTo>
                  <a:pt x="93194" y="11679"/>
                  <a:pt x="93255" y="11557"/>
                  <a:pt x="93407" y="11405"/>
                </a:cubicBezTo>
                <a:lnTo>
                  <a:pt x="93437" y="11284"/>
                </a:lnTo>
                <a:cubicBezTo>
                  <a:pt x="93437" y="11193"/>
                  <a:pt x="93346" y="11071"/>
                  <a:pt x="93285" y="10949"/>
                </a:cubicBezTo>
                <a:cubicBezTo>
                  <a:pt x="93288" y="10947"/>
                  <a:pt x="93292" y="10945"/>
                  <a:pt x="93298" y="10945"/>
                </a:cubicBezTo>
                <a:cubicBezTo>
                  <a:pt x="93352" y="10945"/>
                  <a:pt x="93534" y="11076"/>
                  <a:pt x="93589" y="11132"/>
                </a:cubicBezTo>
                <a:cubicBezTo>
                  <a:pt x="93635" y="11162"/>
                  <a:pt x="93688" y="11177"/>
                  <a:pt x="93741" y="11177"/>
                </a:cubicBezTo>
                <a:cubicBezTo>
                  <a:pt x="93794" y="11177"/>
                  <a:pt x="93848" y="11162"/>
                  <a:pt x="93893" y="11132"/>
                </a:cubicBezTo>
                <a:cubicBezTo>
                  <a:pt x="93984" y="11132"/>
                  <a:pt x="94076" y="11132"/>
                  <a:pt x="94167" y="11162"/>
                </a:cubicBezTo>
                <a:cubicBezTo>
                  <a:pt x="94181" y="11169"/>
                  <a:pt x="94194" y="11173"/>
                  <a:pt x="94204" y="11173"/>
                </a:cubicBezTo>
                <a:cubicBezTo>
                  <a:pt x="94239" y="11173"/>
                  <a:pt x="94251" y="11133"/>
                  <a:pt x="94228" y="11041"/>
                </a:cubicBezTo>
                <a:lnTo>
                  <a:pt x="94228" y="10980"/>
                </a:lnTo>
                <a:lnTo>
                  <a:pt x="94197" y="10858"/>
                </a:lnTo>
                <a:cubicBezTo>
                  <a:pt x="94076" y="10858"/>
                  <a:pt x="93954" y="10858"/>
                  <a:pt x="93832" y="10797"/>
                </a:cubicBezTo>
                <a:lnTo>
                  <a:pt x="93832" y="10767"/>
                </a:lnTo>
                <a:lnTo>
                  <a:pt x="93802" y="10615"/>
                </a:lnTo>
                <a:cubicBezTo>
                  <a:pt x="93775" y="10642"/>
                  <a:pt x="93735" y="10657"/>
                  <a:pt x="93697" y="10657"/>
                </a:cubicBezTo>
                <a:cubicBezTo>
                  <a:pt x="93650" y="10657"/>
                  <a:pt x="93606" y="10635"/>
                  <a:pt x="93589" y="10585"/>
                </a:cubicBezTo>
                <a:lnTo>
                  <a:pt x="93559" y="10585"/>
                </a:lnTo>
                <a:cubicBezTo>
                  <a:pt x="93376" y="10585"/>
                  <a:pt x="93437" y="10463"/>
                  <a:pt x="93376" y="10433"/>
                </a:cubicBezTo>
                <a:lnTo>
                  <a:pt x="93346" y="10402"/>
                </a:lnTo>
                <a:cubicBezTo>
                  <a:pt x="93285" y="10402"/>
                  <a:pt x="93012" y="10372"/>
                  <a:pt x="93012" y="10311"/>
                </a:cubicBezTo>
                <a:cubicBezTo>
                  <a:pt x="93012" y="10220"/>
                  <a:pt x="93042" y="10129"/>
                  <a:pt x="93073" y="10037"/>
                </a:cubicBezTo>
                <a:cubicBezTo>
                  <a:pt x="93076" y="10034"/>
                  <a:pt x="93082" y="10033"/>
                  <a:pt x="93089" y="10033"/>
                </a:cubicBezTo>
                <a:cubicBezTo>
                  <a:pt x="93149" y="10033"/>
                  <a:pt x="93326" y="10129"/>
                  <a:pt x="93407" y="10129"/>
                </a:cubicBezTo>
                <a:cubicBezTo>
                  <a:pt x="93620" y="10129"/>
                  <a:pt x="93802" y="10129"/>
                  <a:pt x="94015" y="10159"/>
                </a:cubicBezTo>
                <a:cubicBezTo>
                  <a:pt x="94159" y="10221"/>
                  <a:pt x="94317" y="10255"/>
                  <a:pt x="94480" y="10270"/>
                </a:cubicBezTo>
                <a:lnTo>
                  <a:pt x="94480" y="10270"/>
                </a:lnTo>
                <a:cubicBezTo>
                  <a:pt x="94414" y="10234"/>
                  <a:pt x="94361" y="10194"/>
                  <a:pt x="94349" y="10159"/>
                </a:cubicBezTo>
                <a:cubicBezTo>
                  <a:pt x="94334" y="10098"/>
                  <a:pt x="94334" y="10068"/>
                  <a:pt x="94345" y="10068"/>
                </a:cubicBezTo>
                <a:cubicBezTo>
                  <a:pt x="94357" y="10068"/>
                  <a:pt x="94380" y="10098"/>
                  <a:pt x="94410" y="10159"/>
                </a:cubicBezTo>
                <a:lnTo>
                  <a:pt x="94501" y="10189"/>
                </a:lnTo>
                <a:lnTo>
                  <a:pt x="94562" y="10220"/>
                </a:lnTo>
                <a:cubicBezTo>
                  <a:pt x="94668" y="10174"/>
                  <a:pt x="94737" y="10151"/>
                  <a:pt x="94771" y="10151"/>
                </a:cubicBezTo>
                <a:cubicBezTo>
                  <a:pt x="94805" y="10151"/>
                  <a:pt x="94805" y="10174"/>
                  <a:pt x="94775" y="10220"/>
                </a:cubicBezTo>
                <a:lnTo>
                  <a:pt x="94775" y="10271"/>
                </a:lnTo>
                <a:lnTo>
                  <a:pt x="94775" y="10271"/>
                </a:lnTo>
                <a:cubicBezTo>
                  <a:pt x="94883" y="10253"/>
                  <a:pt x="94990" y="10238"/>
                  <a:pt x="95090" y="10238"/>
                </a:cubicBezTo>
                <a:cubicBezTo>
                  <a:pt x="95139" y="10238"/>
                  <a:pt x="95186" y="10241"/>
                  <a:pt x="95231" y="10250"/>
                </a:cubicBezTo>
                <a:cubicBezTo>
                  <a:pt x="95322" y="10281"/>
                  <a:pt x="95413" y="10311"/>
                  <a:pt x="95504" y="10311"/>
                </a:cubicBezTo>
                <a:cubicBezTo>
                  <a:pt x="95530" y="10285"/>
                  <a:pt x="95553" y="10276"/>
                  <a:pt x="95576" y="10276"/>
                </a:cubicBezTo>
                <a:cubicBezTo>
                  <a:pt x="95623" y="10276"/>
                  <a:pt x="95666" y="10316"/>
                  <a:pt x="95717" y="10316"/>
                </a:cubicBezTo>
                <a:cubicBezTo>
                  <a:pt x="95727" y="10316"/>
                  <a:pt x="95737" y="10315"/>
                  <a:pt x="95747" y="10311"/>
                </a:cubicBezTo>
                <a:lnTo>
                  <a:pt x="95808" y="10281"/>
                </a:lnTo>
                <a:cubicBezTo>
                  <a:pt x="95869" y="10250"/>
                  <a:pt x="95778" y="10129"/>
                  <a:pt x="95747" y="10098"/>
                </a:cubicBezTo>
                <a:cubicBezTo>
                  <a:pt x="95717" y="10037"/>
                  <a:pt x="95626" y="9825"/>
                  <a:pt x="95717" y="9794"/>
                </a:cubicBezTo>
                <a:cubicBezTo>
                  <a:pt x="95808" y="9764"/>
                  <a:pt x="95717" y="9338"/>
                  <a:pt x="95656" y="9217"/>
                </a:cubicBezTo>
                <a:cubicBezTo>
                  <a:pt x="95595" y="9065"/>
                  <a:pt x="95565" y="8822"/>
                  <a:pt x="95656" y="8822"/>
                </a:cubicBezTo>
                <a:cubicBezTo>
                  <a:pt x="95778" y="8822"/>
                  <a:pt x="95899" y="8791"/>
                  <a:pt x="96021" y="8761"/>
                </a:cubicBezTo>
                <a:lnTo>
                  <a:pt x="96051" y="8639"/>
                </a:lnTo>
                <a:lnTo>
                  <a:pt x="96051" y="8578"/>
                </a:lnTo>
                <a:cubicBezTo>
                  <a:pt x="96051" y="8497"/>
                  <a:pt x="96105" y="8457"/>
                  <a:pt x="96186" y="8457"/>
                </a:cubicBezTo>
                <a:cubicBezTo>
                  <a:pt x="96227" y="8457"/>
                  <a:pt x="96274" y="8467"/>
                  <a:pt x="96325" y="8487"/>
                </a:cubicBezTo>
                <a:lnTo>
                  <a:pt x="96538" y="8487"/>
                </a:lnTo>
                <a:cubicBezTo>
                  <a:pt x="96659" y="8427"/>
                  <a:pt x="96659" y="8335"/>
                  <a:pt x="96538" y="8305"/>
                </a:cubicBezTo>
                <a:lnTo>
                  <a:pt x="96416" y="8244"/>
                </a:lnTo>
                <a:cubicBezTo>
                  <a:pt x="96386" y="8244"/>
                  <a:pt x="96355" y="8214"/>
                  <a:pt x="96355" y="8153"/>
                </a:cubicBezTo>
                <a:cubicBezTo>
                  <a:pt x="96386" y="8123"/>
                  <a:pt x="96416" y="8092"/>
                  <a:pt x="96446" y="8092"/>
                </a:cubicBezTo>
                <a:cubicBezTo>
                  <a:pt x="96468" y="8098"/>
                  <a:pt x="96489" y="8100"/>
                  <a:pt x="96508" y="8100"/>
                </a:cubicBezTo>
                <a:cubicBezTo>
                  <a:pt x="96600" y="8100"/>
                  <a:pt x="96675" y="8046"/>
                  <a:pt x="96750" y="7971"/>
                </a:cubicBezTo>
                <a:cubicBezTo>
                  <a:pt x="96781" y="7940"/>
                  <a:pt x="96781" y="7910"/>
                  <a:pt x="96750" y="7879"/>
                </a:cubicBezTo>
                <a:cubicBezTo>
                  <a:pt x="96690" y="7849"/>
                  <a:pt x="96659" y="7849"/>
                  <a:pt x="96598" y="7849"/>
                </a:cubicBezTo>
                <a:lnTo>
                  <a:pt x="96568" y="7849"/>
                </a:lnTo>
                <a:cubicBezTo>
                  <a:pt x="96564" y="7853"/>
                  <a:pt x="96560" y="7855"/>
                  <a:pt x="96555" y="7855"/>
                </a:cubicBezTo>
                <a:cubicBezTo>
                  <a:pt x="96523" y="7855"/>
                  <a:pt x="96477" y="7772"/>
                  <a:pt x="96477" y="7667"/>
                </a:cubicBezTo>
                <a:lnTo>
                  <a:pt x="96325" y="7575"/>
                </a:lnTo>
                <a:cubicBezTo>
                  <a:pt x="96234" y="7545"/>
                  <a:pt x="96234" y="7484"/>
                  <a:pt x="96173" y="7393"/>
                </a:cubicBezTo>
                <a:cubicBezTo>
                  <a:pt x="96120" y="7287"/>
                  <a:pt x="96182" y="7205"/>
                  <a:pt x="96299" y="7205"/>
                </a:cubicBezTo>
                <a:cubicBezTo>
                  <a:pt x="96316" y="7205"/>
                  <a:pt x="96335" y="7207"/>
                  <a:pt x="96355" y="7211"/>
                </a:cubicBezTo>
                <a:lnTo>
                  <a:pt x="96416" y="7211"/>
                </a:lnTo>
                <a:cubicBezTo>
                  <a:pt x="96446" y="7180"/>
                  <a:pt x="96234" y="6846"/>
                  <a:pt x="96112" y="6846"/>
                </a:cubicBezTo>
                <a:lnTo>
                  <a:pt x="95231" y="6846"/>
                </a:lnTo>
                <a:cubicBezTo>
                  <a:pt x="95109" y="6846"/>
                  <a:pt x="95048" y="6694"/>
                  <a:pt x="95048" y="6633"/>
                </a:cubicBezTo>
                <a:cubicBezTo>
                  <a:pt x="95048" y="6572"/>
                  <a:pt x="95291" y="6542"/>
                  <a:pt x="95383" y="6512"/>
                </a:cubicBezTo>
                <a:cubicBezTo>
                  <a:pt x="95443" y="6512"/>
                  <a:pt x="95383" y="6481"/>
                  <a:pt x="95200" y="6451"/>
                </a:cubicBezTo>
                <a:lnTo>
                  <a:pt x="95018" y="6451"/>
                </a:lnTo>
                <a:cubicBezTo>
                  <a:pt x="94835" y="6420"/>
                  <a:pt x="94714" y="6238"/>
                  <a:pt x="94775" y="6025"/>
                </a:cubicBezTo>
                <a:lnTo>
                  <a:pt x="94835" y="5904"/>
                </a:lnTo>
                <a:cubicBezTo>
                  <a:pt x="94835" y="5752"/>
                  <a:pt x="94714" y="5417"/>
                  <a:pt x="94744" y="5357"/>
                </a:cubicBezTo>
                <a:cubicBezTo>
                  <a:pt x="94775" y="5296"/>
                  <a:pt x="94714" y="5205"/>
                  <a:pt x="94592" y="5174"/>
                </a:cubicBezTo>
                <a:lnTo>
                  <a:pt x="94532" y="5113"/>
                </a:lnTo>
                <a:cubicBezTo>
                  <a:pt x="94519" y="5101"/>
                  <a:pt x="94507" y="5096"/>
                  <a:pt x="94496" y="5096"/>
                </a:cubicBezTo>
                <a:cubicBezTo>
                  <a:pt x="94446" y="5096"/>
                  <a:pt x="94404" y="5191"/>
                  <a:pt x="94357" y="5191"/>
                </a:cubicBezTo>
                <a:cubicBezTo>
                  <a:pt x="94335" y="5191"/>
                  <a:pt x="94313" y="5171"/>
                  <a:pt x="94288" y="5113"/>
                </a:cubicBezTo>
                <a:lnTo>
                  <a:pt x="94258" y="5053"/>
                </a:lnTo>
                <a:cubicBezTo>
                  <a:pt x="94197" y="4992"/>
                  <a:pt x="94106" y="4961"/>
                  <a:pt x="94015" y="4901"/>
                </a:cubicBezTo>
                <a:cubicBezTo>
                  <a:pt x="94106" y="4870"/>
                  <a:pt x="94228" y="4809"/>
                  <a:pt x="94349" y="4779"/>
                </a:cubicBezTo>
                <a:cubicBezTo>
                  <a:pt x="94440" y="4779"/>
                  <a:pt x="94410" y="4171"/>
                  <a:pt x="94319" y="3989"/>
                </a:cubicBezTo>
                <a:cubicBezTo>
                  <a:pt x="94246" y="3820"/>
                  <a:pt x="94403" y="3766"/>
                  <a:pt x="94532" y="3766"/>
                </a:cubicBezTo>
                <a:cubicBezTo>
                  <a:pt x="94566" y="3766"/>
                  <a:pt x="94598" y="3770"/>
                  <a:pt x="94623" y="3776"/>
                </a:cubicBezTo>
                <a:cubicBezTo>
                  <a:pt x="94657" y="3793"/>
                  <a:pt x="94686" y="3800"/>
                  <a:pt x="94710" y="3800"/>
                </a:cubicBezTo>
                <a:cubicBezTo>
                  <a:pt x="94774" y="3800"/>
                  <a:pt x="94805" y="3751"/>
                  <a:pt x="94805" y="3685"/>
                </a:cubicBezTo>
                <a:lnTo>
                  <a:pt x="94775" y="3624"/>
                </a:lnTo>
                <a:lnTo>
                  <a:pt x="94714" y="3563"/>
                </a:lnTo>
                <a:cubicBezTo>
                  <a:pt x="94623" y="3502"/>
                  <a:pt x="94562" y="3411"/>
                  <a:pt x="94532" y="3320"/>
                </a:cubicBezTo>
                <a:cubicBezTo>
                  <a:pt x="94562" y="3290"/>
                  <a:pt x="94471" y="3290"/>
                  <a:pt x="94380" y="3290"/>
                </a:cubicBezTo>
                <a:lnTo>
                  <a:pt x="94319" y="3290"/>
                </a:lnTo>
                <a:cubicBezTo>
                  <a:pt x="94288" y="3290"/>
                  <a:pt x="94288" y="3320"/>
                  <a:pt x="94288" y="3320"/>
                </a:cubicBezTo>
                <a:cubicBezTo>
                  <a:pt x="94268" y="3320"/>
                  <a:pt x="94234" y="3334"/>
                  <a:pt x="94214" y="3334"/>
                </a:cubicBezTo>
                <a:cubicBezTo>
                  <a:pt x="94204" y="3334"/>
                  <a:pt x="94197" y="3330"/>
                  <a:pt x="94197" y="3320"/>
                </a:cubicBezTo>
                <a:lnTo>
                  <a:pt x="94197" y="3259"/>
                </a:lnTo>
                <a:lnTo>
                  <a:pt x="94258" y="3198"/>
                </a:lnTo>
                <a:cubicBezTo>
                  <a:pt x="94349" y="3168"/>
                  <a:pt x="94410" y="3138"/>
                  <a:pt x="94410" y="3107"/>
                </a:cubicBezTo>
                <a:cubicBezTo>
                  <a:pt x="94410" y="3077"/>
                  <a:pt x="94380" y="3077"/>
                  <a:pt x="94349" y="3077"/>
                </a:cubicBezTo>
                <a:lnTo>
                  <a:pt x="94258" y="3077"/>
                </a:lnTo>
                <a:cubicBezTo>
                  <a:pt x="94197" y="2955"/>
                  <a:pt x="94136" y="2834"/>
                  <a:pt x="94136" y="2712"/>
                </a:cubicBezTo>
                <a:lnTo>
                  <a:pt x="94106" y="2560"/>
                </a:lnTo>
                <a:lnTo>
                  <a:pt x="94106" y="2469"/>
                </a:lnTo>
                <a:cubicBezTo>
                  <a:pt x="94106" y="2347"/>
                  <a:pt x="94136" y="2256"/>
                  <a:pt x="94197" y="2135"/>
                </a:cubicBezTo>
                <a:lnTo>
                  <a:pt x="94045" y="2104"/>
                </a:lnTo>
                <a:cubicBezTo>
                  <a:pt x="94076" y="2043"/>
                  <a:pt x="94045" y="1983"/>
                  <a:pt x="93984" y="1952"/>
                </a:cubicBezTo>
                <a:lnTo>
                  <a:pt x="93650" y="1800"/>
                </a:lnTo>
                <a:lnTo>
                  <a:pt x="93620" y="1739"/>
                </a:lnTo>
                <a:cubicBezTo>
                  <a:pt x="93589" y="1557"/>
                  <a:pt x="93346" y="1557"/>
                  <a:pt x="93316" y="1466"/>
                </a:cubicBezTo>
                <a:lnTo>
                  <a:pt x="93255" y="1314"/>
                </a:lnTo>
                <a:cubicBezTo>
                  <a:pt x="93042" y="1223"/>
                  <a:pt x="92769" y="1162"/>
                  <a:pt x="92525" y="1132"/>
                </a:cubicBezTo>
                <a:cubicBezTo>
                  <a:pt x="92509" y="1137"/>
                  <a:pt x="92492" y="1139"/>
                  <a:pt x="92475" y="1139"/>
                </a:cubicBezTo>
                <a:cubicBezTo>
                  <a:pt x="92393" y="1139"/>
                  <a:pt x="92302" y="1085"/>
                  <a:pt x="92252" y="1010"/>
                </a:cubicBezTo>
                <a:cubicBezTo>
                  <a:pt x="92252" y="980"/>
                  <a:pt x="92130" y="980"/>
                  <a:pt x="92100" y="980"/>
                </a:cubicBezTo>
                <a:cubicBezTo>
                  <a:pt x="92097" y="982"/>
                  <a:pt x="92092" y="984"/>
                  <a:pt x="92084" y="984"/>
                </a:cubicBezTo>
                <a:cubicBezTo>
                  <a:pt x="92010" y="984"/>
                  <a:pt x="91721" y="858"/>
                  <a:pt x="91583" y="858"/>
                </a:cubicBezTo>
                <a:lnTo>
                  <a:pt x="91249" y="858"/>
                </a:lnTo>
                <a:cubicBezTo>
                  <a:pt x="91203" y="881"/>
                  <a:pt x="91051" y="939"/>
                  <a:pt x="90981" y="939"/>
                </a:cubicBezTo>
                <a:cubicBezTo>
                  <a:pt x="90959" y="939"/>
                  <a:pt x="90945" y="933"/>
                  <a:pt x="90945" y="919"/>
                </a:cubicBezTo>
                <a:cubicBezTo>
                  <a:pt x="90963" y="864"/>
                  <a:pt x="90927" y="853"/>
                  <a:pt x="90888" y="853"/>
                </a:cubicBezTo>
                <a:cubicBezTo>
                  <a:pt x="90862" y="853"/>
                  <a:pt x="90835" y="858"/>
                  <a:pt x="90823" y="858"/>
                </a:cubicBezTo>
                <a:cubicBezTo>
                  <a:pt x="90811" y="864"/>
                  <a:pt x="90793" y="867"/>
                  <a:pt x="90771" y="867"/>
                </a:cubicBezTo>
                <a:cubicBezTo>
                  <a:pt x="90683" y="867"/>
                  <a:pt x="90538" y="828"/>
                  <a:pt x="90489" y="828"/>
                </a:cubicBezTo>
                <a:cubicBezTo>
                  <a:pt x="90307" y="828"/>
                  <a:pt x="90124" y="797"/>
                  <a:pt x="89942" y="767"/>
                </a:cubicBezTo>
                <a:cubicBezTo>
                  <a:pt x="89820" y="706"/>
                  <a:pt x="89607" y="645"/>
                  <a:pt x="89425" y="615"/>
                </a:cubicBezTo>
                <a:lnTo>
                  <a:pt x="89334" y="463"/>
                </a:lnTo>
                <a:cubicBezTo>
                  <a:pt x="89334" y="402"/>
                  <a:pt x="89151" y="372"/>
                  <a:pt x="89121" y="372"/>
                </a:cubicBezTo>
                <a:cubicBezTo>
                  <a:pt x="89060" y="372"/>
                  <a:pt x="88969" y="432"/>
                  <a:pt x="88939" y="432"/>
                </a:cubicBezTo>
                <a:cubicBezTo>
                  <a:pt x="88787" y="402"/>
                  <a:pt x="89000" y="341"/>
                  <a:pt x="88939" y="311"/>
                </a:cubicBezTo>
                <a:cubicBezTo>
                  <a:pt x="88834" y="258"/>
                  <a:pt x="88683" y="183"/>
                  <a:pt x="88586" y="183"/>
                </a:cubicBezTo>
                <a:cubicBezTo>
                  <a:pt x="88570" y="183"/>
                  <a:pt x="88556" y="185"/>
                  <a:pt x="88544" y="189"/>
                </a:cubicBezTo>
                <a:cubicBezTo>
                  <a:pt x="88483" y="220"/>
                  <a:pt x="88422" y="235"/>
                  <a:pt x="88361" y="235"/>
                </a:cubicBezTo>
                <a:cubicBezTo>
                  <a:pt x="88300" y="235"/>
                  <a:pt x="88240" y="220"/>
                  <a:pt x="88179" y="189"/>
                </a:cubicBezTo>
                <a:cubicBezTo>
                  <a:pt x="88036" y="118"/>
                  <a:pt x="87894" y="89"/>
                  <a:pt x="87751" y="89"/>
                </a:cubicBezTo>
                <a:cubicBezTo>
                  <a:pt x="87651" y="89"/>
                  <a:pt x="87550" y="103"/>
                  <a:pt x="87449" y="129"/>
                </a:cubicBezTo>
                <a:lnTo>
                  <a:pt x="87237" y="189"/>
                </a:lnTo>
                <a:cubicBezTo>
                  <a:pt x="87202" y="155"/>
                  <a:pt x="87168" y="138"/>
                  <a:pt x="87137" y="138"/>
                </a:cubicBezTo>
                <a:cubicBezTo>
                  <a:pt x="87086" y="138"/>
                  <a:pt x="87043" y="186"/>
                  <a:pt x="87024" y="280"/>
                </a:cubicBezTo>
                <a:lnTo>
                  <a:pt x="86811" y="159"/>
                </a:lnTo>
                <a:lnTo>
                  <a:pt x="86689" y="68"/>
                </a:lnTo>
                <a:cubicBezTo>
                  <a:pt x="86641" y="60"/>
                  <a:pt x="86592" y="56"/>
                  <a:pt x="86543" y="56"/>
                </a:cubicBezTo>
                <a:cubicBezTo>
                  <a:pt x="86411" y="56"/>
                  <a:pt x="86284" y="84"/>
                  <a:pt x="86173" y="129"/>
                </a:cubicBezTo>
                <a:cubicBezTo>
                  <a:pt x="86173" y="144"/>
                  <a:pt x="86112" y="151"/>
                  <a:pt x="86044" y="151"/>
                </a:cubicBezTo>
                <a:cubicBezTo>
                  <a:pt x="85975" y="151"/>
                  <a:pt x="85899" y="144"/>
                  <a:pt x="85869" y="129"/>
                </a:cubicBezTo>
                <a:cubicBezTo>
                  <a:pt x="85778" y="68"/>
                  <a:pt x="85686" y="68"/>
                  <a:pt x="85595" y="68"/>
                </a:cubicBezTo>
                <a:cubicBezTo>
                  <a:pt x="85555" y="68"/>
                  <a:pt x="85433" y="41"/>
                  <a:pt x="85375" y="41"/>
                </a:cubicBezTo>
                <a:cubicBezTo>
                  <a:pt x="85345" y="41"/>
                  <a:pt x="85332" y="47"/>
                  <a:pt x="85352" y="68"/>
                </a:cubicBezTo>
                <a:cubicBezTo>
                  <a:pt x="85364" y="104"/>
                  <a:pt x="85343" y="116"/>
                  <a:pt x="85310" y="116"/>
                </a:cubicBezTo>
                <a:cubicBezTo>
                  <a:pt x="85258" y="116"/>
                  <a:pt x="85176" y="86"/>
                  <a:pt x="85139" y="68"/>
                </a:cubicBezTo>
                <a:cubicBezTo>
                  <a:pt x="85087" y="68"/>
                  <a:pt x="84923" y="1"/>
                  <a:pt x="84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11"/>
          <p:cNvSpPr txBox="1"/>
          <p:nvPr>
            <p:ph hasCustomPrompt="1" type="title"/>
          </p:nvPr>
        </p:nvSpPr>
        <p:spPr>
          <a:xfrm>
            <a:off x="717050" y="1670050"/>
            <a:ext cx="7710000" cy="1399800"/>
          </a:xfrm>
          <a:prstGeom prst="rect">
            <a:avLst/>
          </a:prstGeom>
        </p:spPr>
        <p:txBody>
          <a:bodyPr anchorCtr="0" anchor="ctr" bIns="91425" lIns="91425" spcFirstLastPara="1" rIns="91425" wrap="square" tIns="91425">
            <a:noAutofit/>
          </a:bodyPr>
          <a:lstStyle>
            <a:lvl1pPr lvl="0" algn="ctr">
              <a:spcBef>
                <a:spcPts val="0"/>
              </a:spcBef>
              <a:spcAft>
                <a:spcPts val="0"/>
              </a:spcAft>
              <a:buSzPts val="12000"/>
              <a:buNone/>
              <a:defRPr sz="9500">
                <a:solidFill>
                  <a:schemeClr val="accent3"/>
                </a:solidFill>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787" name="Google Shape;787;p11"/>
          <p:cNvSpPr txBox="1"/>
          <p:nvPr>
            <p:ph idx="1" type="body"/>
          </p:nvPr>
        </p:nvSpPr>
        <p:spPr>
          <a:xfrm>
            <a:off x="717050" y="3232150"/>
            <a:ext cx="7710000" cy="4221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sz="1600"/>
            </a:lvl1pPr>
            <a:lvl2pPr indent="-317500" lvl="1" marL="914400" algn="ctr">
              <a:spcBef>
                <a:spcPts val="0"/>
              </a:spcBef>
              <a:spcAft>
                <a:spcPts val="0"/>
              </a:spcAft>
              <a:buSzPts val="1400"/>
              <a:buChar char="○"/>
              <a:defRPr/>
            </a:lvl2pPr>
            <a:lvl3pPr indent="-317500" lvl="2" marL="1371600" algn="ctr">
              <a:spcBef>
                <a:spcPts val="0"/>
              </a:spcBef>
              <a:spcAft>
                <a:spcPts val="0"/>
              </a:spcAft>
              <a:buSzPts val="1400"/>
              <a:buChar char="■"/>
              <a:defRPr/>
            </a:lvl3pPr>
            <a:lvl4pPr indent="-317500" lvl="3" marL="1828800" algn="ctr">
              <a:spcBef>
                <a:spcPts val="0"/>
              </a:spcBef>
              <a:spcAft>
                <a:spcPts val="0"/>
              </a:spcAft>
              <a:buSzPts val="1400"/>
              <a:buChar char="●"/>
              <a:defRPr/>
            </a:lvl4pPr>
            <a:lvl5pPr indent="-317500" lvl="4" marL="2286000" algn="ctr">
              <a:spcBef>
                <a:spcPts val="0"/>
              </a:spcBef>
              <a:spcAft>
                <a:spcPts val="0"/>
              </a:spcAft>
              <a:buSzPts val="1400"/>
              <a:buChar char="○"/>
              <a:defRPr/>
            </a:lvl5pPr>
            <a:lvl6pPr indent="-317500" lvl="5" marL="2743200" algn="ctr">
              <a:spcBef>
                <a:spcPts val="0"/>
              </a:spcBef>
              <a:spcAft>
                <a:spcPts val="0"/>
              </a:spcAft>
              <a:buSzPts val="1400"/>
              <a:buChar char="■"/>
              <a:defRPr/>
            </a:lvl6pPr>
            <a:lvl7pPr indent="-317500" lvl="6" marL="3200400" algn="ctr">
              <a:spcBef>
                <a:spcPts val="0"/>
              </a:spcBef>
              <a:spcAft>
                <a:spcPts val="0"/>
              </a:spcAft>
              <a:buSzPts val="1400"/>
              <a:buChar char="●"/>
              <a:defRPr/>
            </a:lvl7pPr>
            <a:lvl8pPr indent="-317500" lvl="7" marL="3657600" algn="ctr">
              <a:spcBef>
                <a:spcPts val="0"/>
              </a:spcBef>
              <a:spcAft>
                <a:spcPts val="0"/>
              </a:spcAft>
              <a:buSzPts val="1400"/>
              <a:buChar char="○"/>
              <a:defRPr/>
            </a:lvl8pPr>
            <a:lvl9pPr indent="-317500" lvl="8" marL="4114800" algn="ctr">
              <a:spcBef>
                <a:spcPts val="0"/>
              </a:spcBef>
              <a:spcAft>
                <a:spcPts val="0"/>
              </a:spcAft>
              <a:buSzPts val="1400"/>
              <a:buChar char="■"/>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788" name="Shape 78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789" name="Shape 789"/>
        <p:cNvGrpSpPr/>
        <p:nvPr/>
      </p:nvGrpSpPr>
      <p:grpSpPr>
        <a:xfrm>
          <a:off x="0" y="0"/>
          <a:ext cx="0" cy="0"/>
          <a:chOff x="0" y="0"/>
          <a:chExt cx="0" cy="0"/>
        </a:xfrm>
      </p:grpSpPr>
      <p:sp>
        <p:nvSpPr>
          <p:cNvPr id="790" name="Google Shape;790;p13"/>
          <p:cNvSpPr/>
          <p:nvPr/>
        </p:nvSpPr>
        <p:spPr>
          <a:xfrm rot="10800000">
            <a:off x="4098553" y="-739806"/>
            <a:ext cx="5434722" cy="1825981"/>
          </a:xfrm>
          <a:custGeom>
            <a:rect b="b" l="l" r="r" t="t"/>
            <a:pathLst>
              <a:path extrusionOk="0" h="25644" w="76325">
                <a:moveTo>
                  <a:pt x="69642" y="8267"/>
                </a:moveTo>
                <a:lnTo>
                  <a:pt x="69642" y="8267"/>
                </a:lnTo>
                <a:cubicBezTo>
                  <a:pt x="69634" y="8285"/>
                  <a:pt x="69630" y="8297"/>
                  <a:pt x="69632" y="8297"/>
                </a:cubicBezTo>
                <a:cubicBezTo>
                  <a:pt x="69632" y="8297"/>
                  <a:pt x="69634" y="8294"/>
                  <a:pt x="69637" y="8287"/>
                </a:cubicBezTo>
                <a:cubicBezTo>
                  <a:pt x="69639" y="8281"/>
                  <a:pt x="69641" y="8274"/>
                  <a:pt x="69642" y="8267"/>
                </a:cubicBezTo>
                <a:close/>
                <a:moveTo>
                  <a:pt x="56233" y="14701"/>
                </a:moveTo>
                <a:cubicBezTo>
                  <a:pt x="56240" y="14701"/>
                  <a:pt x="56235" y="14702"/>
                  <a:pt x="56223" y="14704"/>
                </a:cubicBezTo>
                <a:lnTo>
                  <a:pt x="56223" y="14704"/>
                </a:lnTo>
                <a:cubicBezTo>
                  <a:pt x="56226" y="14703"/>
                  <a:pt x="56230" y="14702"/>
                  <a:pt x="56233" y="14701"/>
                </a:cubicBezTo>
                <a:close/>
                <a:moveTo>
                  <a:pt x="57564" y="14653"/>
                </a:moveTo>
                <a:cubicBezTo>
                  <a:pt x="57551" y="14722"/>
                  <a:pt x="57540" y="14783"/>
                  <a:pt x="57540" y="14822"/>
                </a:cubicBezTo>
                <a:cubicBezTo>
                  <a:pt x="57537" y="14831"/>
                  <a:pt x="57535" y="14840"/>
                  <a:pt x="57533" y="14849"/>
                </a:cubicBezTo>
                <a:lnTo>
                  <a:pt x="57533" y="14849"/>
                </a:lnTo>
                <a:cubicBezTo>
                  <a:pt x="57472" y="14816"/>
                  <a:pt x="57469" y="14795"/>
                  <a:pt x="57540" y="14701"/>
                </a:cubicBezTo>
                <a:lnTo>
                  <a:pt x="57564" y="14653"/>
                </a:lnTo>
                <a:close/>
                <a:moveTo>
                  <a:pt x="55982" y="14731"/>
                </a:moveTo>
                <a:cubicBezTo>
                  <a:pt x="55940" y="14823"/>
                  <a:pt x="55885" y="14943"/>
                  <a:pt x="55838" y="14974"/>
                </a:cubicBezTo>
                <a:cubicBezTo>
                  <a:pt x="55814" y="14997"/>
                  <a:pt x="55787" y="15007"/>
                  <a:pt x="55758" y="15007"/>
                </a:cubicBezTo>
                <a:cubicBezTo>
                  <a:pt x="55712" y="15007"/>
                  <a:pt x="55662" y="14981"/>
                  <a:pt x="55625" y="14944"/>
                </a:cubicBezTo>
                <a:cubicBezTo>
                  <a:pt x="55595" y="14913"/>
                  <a:pt x="55625" y="14822"/>
                  <a:pt x="55686" y="14731"/>
                </a:cubicBezTo>
                <a:lnTo>
                  <a:pt x="55929" y="14731"/>
                </a:lnTo>
                <a:cubicBezTo>
                  <a:pt x="55946" y="14731"/>
                  <a:pt x="55963" y="14731"/>
                  <a:pt x="55982" y="14731"/>
                </a:cubicBezTo>
                <a:close/>
                <a:moveTo>
                  <a:pt x="22372" y="15369"/>
                </a:moveTo>
                <a:cubicBezTo>
                  <a:pt x="22372" y="15552"/>
                  <a:pt x="22342" y="15704"/>
                  <a:pt x="22342" y="15825"/>
                </a:cubicBezTo>
                <a:cubicBezTo>
                  <a:pt x="21946" y="15673"/>
                  <a:pt x="21946" y="15612"/>
                  <a:pt x="22372" y="15369"/>
                </a:cubicBezTo>
                <a:close/>
                <a:moveTo>
                  <a:pt x="52878" y="1"/>
                </a:moveTo>
                <a:cubicBezTo>
                  <a:pt x="52844" y="1"/>
                  <a:pt x="52817" y="7"/>
                  <a:pt x="52798" y="20"/>
                </a:cubicBezTo>
                <a:lnTo>
                  <a:pt x="52555" y="20"/>
                </a:lnTo>
                <a:cubicBezTo>
                  <a:pt x="52403" y="20"/>
                  <a:pt x="52251" y="50"/>
                  <a:pt x="52099" y="111"/>
                </a:cubicBezTo>
                <a:cubicBezTo>
                  <a:pt x="52069" y="141"/>
                  <a:pt x="52038" y="202"/>
                  <a:pt x="52069" y="263"/>
                </a:cubicBezTo>
                <a:lnTo>
                  <a:pt x="52069" y="293"/>
                </a:lnTo>
                <a:cubicBezTo>
                  <a:pt x="52060" y="302"/>
                  <a:pt x="52043" y="306"/>
                  <a:pt x="52023" y="306"/>
                </a:cubicBezTo>
                <a:cubicBezTo>
                  <a:pt x="51975" y="306"/>
                  <a:pt x="51908" y="284"/>
                  <a:pt x="51886" y="263"/>
                </a:cubicBezTo>
                <a:cubicBezTo>
                  <a:pt x="51881" y="257"/>
                  <a:pt x="51871" y="255"/>
                  <a:pt x="51857" y="255"/>
                </a:cubicBezTo>
                <a:cubicBezTo>
                  <a:pt x="51793" y="255"/>
                  <a:pt x="51652" y="309"/>
                  <a:pt x="51552" y="384"/>
                </a:cubicBezTo>
                <a:cubicBezTo>
                  <a:pt x="51339" y="445"/>
                  <a:pt x="51096" y="506"/>
                  <a:pt x="50883" y="567"/>
                </a:cubicBezTo>
                <a:cubicBezTo>
                  <a:pt x="50762" y="597"/>
                  <a:pt x="50518" y="962"/>
                  <a:pt x="50336" y="992"/>
                </a:cubicBezTo>
                <a:cubicBezTo>
                  <a:pt x="50214" y="992"/>
                  <a:pt x="50062" y="1023"/>
                  <a:pt x="49911" y="1023"/>
                </a:cubicBezTo>
                <a:lnTo>
                  <a:pt x="49850" y="1023"/>
                </a:lnTo>
                <a:cubicBezTo>
                  <a:pt x="49728" y="1023"/>
                  <a:pt x="49728" y="1144"/>
                  <a:pt x="49698" y="1144"/>
                </a:cubicBezTo>
                <a:lnTo>
                  <a:pt x="49546" y="1175"/>
                </a:lnTo>
                <a:cubicBezTo>
                  <a:pt x="49424" y="1205"/>
                  <a:pt x="49333" y="1266"/>
                  <a:pt x="49242" y="1327"/>
                </a:cubicBezTo>
                <a:lnTo>
                  <a:pt x="49242" y="1387"/>
                </a:lnTo>
                <a:cubicBezTo>
                  <a:pt x="49288" y="1480"/>
                  <a:pt x="49281" y="1520"/>
                  <a:pt x="49249" y="1520"/>
                </a:cubicBezTo>
                <a:cubicBezTo>
                  <a:pt x="49238" y="1520"/>
                  <a:pt x="49226" y="1516"/>
                  <a:pt x="49211" y="1509"/>
                </a:cubicBezTo>
                <a:lnTo>
                  <a:pt x="49090" y="1418"/>
                </a:lnTo>
                <a:cubicBezTo>
                  <a:pt x="48938" y="1448"/>
                  <a:pt x="48816" y="1479"/>
                  <a:pt x="48664" y="1509"/>
                </a:cubicBezTo>
                <a:lnTo>
                  <a:pt x="48634" y="1509"/>
                </a:lnTo>
                <a:cubicBezTo>
                  <a:pt x="48572" y="1488"/>
                  <a:pt x="48524" y="1439"/>
                  <a:pt x="48461" y="1439"/>
                </a:cubicBezTo>
                <a:cubicBezTo>
                  <a:pt x="48431" y="1439"/>
                  <a:pt x="48399" y="1450"/>
                  <a:pt x="48360" y="1479"/>
                </a:cubicBezTo>
                <a:lnTo>
                  <a:pt x="48269" y="1539"/>
                </a:lnTo>
                <a:cubicBezTo>
                  <a:pt x="48330" y="1600"/>
                  <a:pt x="48239" y="1631"/>
                  <a:pt x="48178" y="1631"/>
                </a:cubicBezTo>
                <a:cubicBezTo>
                  <a:pt x="48087" y="1631"/>
                  <a:pt x="47996" y="1691"/>
                  <a:pt x="47935" y="1752"/>
                </a:cubicBezTo>
                <a:lnTo>
                  <a:pt x="47844" y="1813"/>
                </a:lnTo>
                <a:lnTo>
                  <a:pt x="47783" y="1874"/>
                </a:lnTo>
                <a:cubicBezTo>
                  <a:pt x="47661" y="1965"/>
                  <a:pt x="47570" y="1995"/>
                  <a:pt x="47418" y="1995"/>
                </a:cubicBezTo>
                <a:lnTo>
                  <a:pt x="47357" y="2056"/>
                </a:lnTo>
                <a:cubicBezTo>
                  <a:pt x="47266" y="2117"/>
                  <a:pt x="47145" y="2147"/>
                  <a:pt x="47053" y="2178"/>
                </a:cubicBezTo>
                <a:cubicBezTo>
                  <a:pt x="47023" y="2208"/>
                  <a:pt x="46962" y="2238"/>
                  <a:pt x="46932" y="2269"/>
                </a:cubicBezTo>
                <a:cubicBezTo>
                  <a:pt x="46871" y="2330"/>
                  <a:pt x="46749" y="2390"/>
                  <a:pt x="46749" y="2390"/>
                </a:cubicBezTo>
                <a:cubicBezTo>
                  <a:pt x="46707" y="2366"/>
                  <a:pt x="46679" y="2356"/>
                  <a:pt x="46661" y="2356"/>
                </a:cubicBezTo>
                <a:cubicBezTo>
                  <a:pt x="46588" y="2356"/>
                  <a:pt x="46670" y="2512"/>
                  <a:pt x="46597" y="2512"/>
                </a:cubicBezTo>
                <a:cubicBezTo>
                  <a:pt x="46557" y="2502"/>
                  <a:pt x="46516" y="2498"/>
                  <a:pt x="46477" y="2498"/>
                </a:cubicBezTo>
                <a:cubicBezTo>
                  <a:pt x="46398" y="2498"/>
                  <a:pt x="46324" y="2512"/>
                  <a:pt x="46263" y="2512"/>
                </a:cubicBezTo>
                <a:lnTo>
                  <a:pt x="46172" y="2542"/>
                </a:lnTo>
                <a:cubicBezTo>
                  <a:pt x="46081" y="2603"/>
                  <a:pt x="46081" y="2725"/>
                  <a:pt x="46020" y="2755"/>
                </a:cubicBezTo>
                <a:cubicBezTo>
                  <a:pt x="45989" y="2755"/>
                  <a:pt x="45868" y="2816"/>
                  <a:pt x="45777" y="2846"/>
                </a:cubicBezTo>
                <a:lnTo>
                  <a:pt x="45564" y="2846"/>
                </a:lnTo>
                <a:cubicBezTo>
                  <a:pt x="45473" y="2907"/>
                  <a:pt x="45321" y="3029"/>
                  <a:pt x="45169" y="3120"/>
                </a:cubicBezTo>
                <a:lnTo>
                  <a:pt x="44986" y="3120"/>
                </a:lnTo>
                <a:cubicBezTo>
                  <a:pt x="44956" y="3120"/>
                  <a:pt x="44895" y="3120"/>
                  <a:pt x="44865" y="3150"/>
                </a:cubicBezTo>
                <a:lnTo>
                  <a:pt x="44774" y="3272"/>
                </a:lnTo>
                <a:cubicBezTo>
                  <a:pt x="44694" y="3404"/>
                  <a:pt x="44615" y="3490"/>
                  <a:pt x="44596" y="3490"/>
                </a:cubicBezTo>
                <a:cubicBezTo>
                  <a:pt x="44593" y="3490"/>
                  <a:pt x="44591" y="3489"/>
                  <a:pt x="44591" y="3485"/>
                </a:cubicBezTo>
                <a:lnTo>
                  <a:pt x="44561" y="3485"/>
                </a:lnTo>
                <a:lnTo>
                  <a:pt x="44530" y="3424"/>
                </a:lnTo>
                <a:lnTo>
                  <a:pt x="44378" y="3424"/>
                </a:lnTo>
                <a:cubicBezTo>
                  <a:pt x="44378" y="3454"/>
                  <a:pt x="44318" y="3637"/>
                  <a:pt x="44257" y="3667"/>
                </a:cubicBezTo>
                <a:cubicBezTo>
                  <a:pt x="44166" y="3697"/>
                  <a:pt x="43771" y="3849"/>
                  <a:pt x="43649" y="3910"/>
                </a:cubicBezTo>
                <a:cubicBezTo>
                  <a:pt x="43527" y="3971"/>
                  <a:pt x="43436" y="4032"/>
                  <a:pt x="43467" y="4062"/>
                </a:cubicBezTo>
                <a:cubicBezTo>
                  <a:pt x="43497" y="4093"/>
                  <a:pt x="43467" y="4123"/>
                  <a:pt x="43406" y="4123"/>
                </a:cubicBezTo>
                <a:lnTo>
                  <a:pt x="43284" y="4123"/>
                </a:lnTo>
                <a:cubicBezTo>
                  <a:pt x="43193" y="4123"/>
                  <a:pt x="43071" y="4245"/>
                  <a:pt x="43011" y="4245"/>
                </a:cubicBezTo>
                <a:cubicBezTo>
                  <a:pt x="42859" y="4275"/>
                  <a:pt x="42707" y="4336"/>
                  <a:pt x="42555" y="4427"/>
                </a:cubicBezTo>
                <a:cubicBezTo>
                  <a:pt x="42524" y="4457"/>
                  <a:pt x="42479" y="4473"/>
                  <a:pt x="42429" y="4473"/>
                </a:cubicBezTo>
                <a:cubicBezTo>
                  <a:pt x="42380" y="4473"/>
                  <a:pt x="42327" y="4457"/>
                  <a:pt x="42281" y="4427"/>
                </a:cubicBezTo>
                <a:cubicBezTo>
                  <a:pt x="42279" y="4425"/>
                  <a:pt x="42277" y="4424"/>
                  <a:pt x="42275" y="4424"/>
                </a:cubicBezTo>
                <a:cubicBezTo>
                  <a:pt x="42240" y="4424"/>
                  <a:pt x="42154" y="4641"/>
                  <a:pt x="42068" y="4670"/>
                </a:cubicBezTo>
                <a:cubicBezTo>
                  <a:pt x="41886" y="4700"/>
                  <a:pt x="41734" y="4700"/>
                  <a:pt x="41552" y="4700"/>
                </a:cubicBezTo>
                <a:cubicBezTo>
                  <a:pt x="41461" y="4700"/>
                  <a:pt x="41582" y="4518"/>
                  <a:pt x="41612" y="4427"/>
                </a:cubicBezTo>
                <a:cubicBezTo>
                  <a:pt x="41612" y="4383"/>
                  <a:pt x="41597" y="4367"/>
                  <a:pt x="41575" y="4367"/>
                </a:cubicBezTo>
                <a:cubicBezTo>
                  <a:pt x="41537" y="4367"/>
                  <a:pt x="41480" y="4418"/>
                  <a:pt x="41461" y="4457"/>
                </a:cubicBezTo>
                <a:cubicBezTo>
                  <a:pt x="41445" y="4473"/>
                  <a:pt x="41429" y="4481"/>
                  <a:pt x="41414" y="4481"/>
                </a:cubicBezTo>
                <a:cubicBezTo>
                  <a:pt x="41372" y="4481"/>
                  <a:pt x="41339" y="4418"/>
                  <a:pt x="41339" y="4305"/>
                </a:cubicBezTo>
                <a:lnTo>
                  <a:pt x="41369" y="4275"/>
                </a:lnTo>
                <a:lnTo>
                  <a:pt x="41582" y="4153"/>
                </a:lnTo>
                <a:cubicBezTo>
                  <a:pt x="41430" y="4062"/>
                  <a:pt x="41278" y="4001"/>
                  <a:pt x="41096" y="3941"/>
                </a:cubicBezTo>
                <a:lnTo>
                  <a:pt x="41005" y="3880"/>
                </a:lnTo>
                <a:lnTo>
                  <a:pt x="40913" y="3819"/>
                </a:lnTo>
                <a:cubicBezTo>
                  <a:pt x="40835" y="3760"/>
                  <a:pt x="40756" y="3727"/>
                  <a:pt x="40670" y="3727"/>
                </a:cubicBezTo>
                <a:cubicBezTo>
                  <a:pt x="40622" y="3727"/>
                  <a:pt x="40572" y="3737"/>
                  <a:pt x="40518" y="3758"/>
                </a:cubicBezTo>
                <a:cubicBezTo>
                  <a:pt x="40513" y="3764"/>
                  <a:pt x="40508" y="3766"/>
                  <a:pt x="40505" y="3766"/>
                </a:cubicBezTo>
                <a:cubicBezTo>
                  <a:pt x="40469" y="3766"/>
                  <a:pt x="40529" y="3512"/>
                  <a:pt x="40640" y="3485"/>
                </a:cubicBezTo>
                <a:cubicBezTo>
                  <a:pt x="40761" y="3454"/>
                  <a:pt x="40731" y="3241"/>
                  <a:pt x="40670" y="3241"/>
                </a:cubicBezTo>
                <a:cubicBezTo>
                  <a:pt x="40457" y="3241"/>
                  <a:pt x="40245" y="3241"/>
                  <a:pt x="40032" y="3272"/>
                </a:cubicBezTo>
                <a:cubicBezTo>
                  <a:pt x="39880" y="3272"/>
                  <a:pt x="39363" y="3424"/>
                  <a:pt x="39181" y="3454"/>
                </a:cubicBezTo>
                <a:cubicBezTo>
                  <a:pt x="38998" y="3515"/>
                  <a:pt x="38786" y="3576"/>
                  <a:pt x="38725" y="3576"/>
                </a:cubicBezTo>
                <a:lnTo>
                  <a:pt x="38664" y="3606"/>
                </a:lnTo>
                <a:lnTo>
                  <a:pt x="38360" y="3789"/>
                </a:lnTo>
                <a:lnTo>
                  <a:pt x="38239" y="3880"/>
                </a:lnTo>
                <a:cubicBezTo>
                  <a:pt x="38170" y="3948"/>
                  <a:pt x="38068" y="3982"/>
                  <a:pt x="37969" y="3982"/>
                </a:cubicBezTo>
                <a:cubicBezTo>
                  <a:pt x="37937" y="3982"/>
                  <a:pt x="37904" y="3979"/>
                  <a:pt x="37874" y="3971"/>
                </a:cubicBezTo>
                <a:lnTo>
                  <a:pt x="37783" y="3971"/>
                </a:lnTo>
                <a:cubicBezTo>
                  <a:pt x="37631" y="3971"/>
                  <a:pt x="37509" y="4001"/>
                  <a:pt x="37357" y="4032"/>
                </a:cubicBezTo>
                <a:lnTo>
                  <a:pt x="37236" y="4093"/>
                </a:lnTo>
                <a:lnTo>
                  <a:pt x="37175" y="4123"/>
                </a:lnTo>
                <a:cubicBezTo>
                  <a:pt x="37151" y="4146"/>
                  <a:pt x="37118" y="4156"/>
                  <a:pt x="37080" y="4156"/>
                </a:cubicBezTo>
                <a:cubicBezTo>
                  <a:pt x="36971" y="4156"/>
                  <a:pt x="36825" y="4077"/>
                  <a:pt x="36780" y="4032"/>
                </a:cubicBezTo>
                <a:cubicBezTo>
                  <a:pt x="36773" y="4025"/>
                  <a:pt x="36765" y="4022"/>
                  <a:pt x="36757" y="4022"/>
                </a:cubicBezTo>
                <a:cubicBezTo>
                  <a:pt x="36687" y="4022"/>
                  <a:pt x="36563" y="4224"/>
                  <a:pt x="36536" y="4305"/>
                </a:cubicBezTo>
                <a:cubicBezTo>
                  <a:pt x="36476" y="4397"/>
                  <a:pt x="36384" y="4457"/>
                  <a:pt x="36293" y="4457"/>
                </a:cubicBezTo>
                <a:cubicBezTo>
                  <a:pt x="36263" y="4457"/>
                  <a:pt x="36202" y="4397"/>
                  <a:pt x="36202" y="4336"/>
                </a:cubicBezTo>
                <a:lnTo>
                  <a:pt x="36202" y="4275"/>
                </a:lnTo>
                <a:lnTo>
                  <a:pt x="36202" y="4245"/>
                </a:lnTo>
                <a:cubicBezTo>
                  <a:pt x="36202" y="4209"/>
                  <a:pt x="36178" y="4192"/>
                  <a:pt x="36140" y="4192"/>
                </a:cubicBezTo>
                <a:cubicBezTo>
                  <a:pt x="36082" y="4192"/>
                  <a:pt x="35990" y="4232"/>
                  <a:pt x="35898" y="4305"/>
                </a:cubicBezTo>
                <a:lnTo>
                  <a:pt x="35837" y="4305"/>
                </a:lnTo>
                <a:cubicBezTo>
                  <a:pt x="35788" y="4272"/>
                  <a:pt x="35756" y="4260"/>
                  <a:pt x="35736" y="4260"/>
                </a:cubicBezTo>
                <a:cubicBezTo>
                  <a:pt x="35683" y="4260"/>
                  <a:pt x="35716" y="4352"/>
                  <a:pt x="35716" y="4397"/>
                </a:cubicBezTo>
                <a:lnTo>
                  <a:pt x="35716" y="4427"/>
                </a:lnTo>
                <a:cubicBezTo>
                  <a:pt x="35716" y="4442"/>
                  <a:pt x="35777" y="4457"/>
                  <a:pt x="35845" y="4457"/>
                </a:cubicBezTo>
                <a:cubicBezTo>
                  <a:pt x="35913" y="4457"/>
                  <a:pt x="35989" y="4442"/>
                  <a:pt x="36020" y="4397"/>
                </a:cubicBezTo>
                <a:cubicBezTo>
                  <a:pt x="36025" y="4387"/>
                  <a:pt x="36029" y="4382"/>
                  <a:pt x="36034" y="4382"/>
                </a:cubicBezTo>
                <a:cubicBezTo>
                  <a:pt x="36059" y="4382"/>
                  <a:pt x="36080" y="4498"/>
                  <a:pt x="36080" y="4549"/>
                </a:cubicBezTo>
                <a:cubicBezTo>
                  <a:pt x="36080" y="4579"/>
                  <a:pt x="35625" y="4640"/>
                  <a:pt x="35503" y="4731"/>
                </a:cubicBezTo>
                <a:cubicBezTo>
                  <a:pt x="35477" y="4736"/>
                  <a:pt x="35450" y="4739"/>
                  <a:pt x="35423" y="4739"/>
                </a:cubicBezTo>
                <a:cubicBezTo>
                  <a:pt x="35291" y="4739"/>
                  <a:pt x="35153" y="4680"/>
                  <a:pt x="35077" y="4579"/>
                </a:cubicBezTo>
                <a:cubicBezTo>
                  <a:pt x="35056" y="4536"/>
                  <a:pt x="35019" y="4493"/>
                  <a:pt x="34978" y="4493"/>
                </a:cubicBezTo>
                <a:cubicBezTo>
                  <a:pt x="34961" y="4493"/>
                  <a:pt x="34943" y="4500"/>
                  <a:pt x="34925" y="4518"/>
                </a:cubicBezTo>
                <a:lnTo>
                  <a:pt x="34895" y="4549"/>
                </a:lnTo>
                <a:lnTo>
                  <a:pt x="34591" y="4761"/>
                </a:lnTo>
                <a:cubicBezTo>
                  <a:pt x="34591" y="4913"/>
                  <a:pt x="34561" y="5035"/>
                  <a:pt x="34561" y="5156"/>
                </a:cubicBezTo>
                <a:cubicBezTo>
                  <a:pt x="34555" y="5168"/>
                  <a:pt x="34545" y="5173"/>
                  <a:pt x="34534" y="5173"/>
                </a:cubicBezTo>
                <a:cubicBezTo>
                  <a:pt x="34486" y="5173"/>
                  <a:pt x="34403" y="5090"/>
                  <a:pt x="34378" y="5065"/>
                </a:cubicBezTo>
                <a:cubicBezTo>
                  <a:pt x="34370" y="5049"/>
                  <a:pt x="34362" y="5041"/>
                  <a:pt x="34353" y="5041"/>
                </a:cubicBezTo>
                <a:cubicBezTo>
                  <a:pt x="34329" y="5041"/>
                  <a:pt x="34301" y="5098"/>
                  <a:pt x="34257" y="5187"/>
                </a:cubicBezTo>
                <a:lnTo>
                  <a:pt x="34105" y="5187"/>
                </a:lnTo>
                <a:cubicBezTo>
                  <a:pt x="34069" y="5178"/>
                  <a:pt x="34034" y="5174"/>
                  <a:pt x="33999" y="5174"/>
                </a:cubicBezTo>
                <a:cubicBezTo>
                  <a:pt x="33915" y="5174"/>
                  <a:pt x="33835" y="5196"/>
                  <a:pt x="33770" y="5217"/>
                </a:cubicBezTo>
                <a:lnTo>
                  <a:pt x="33649" y="5248"/>
                </a:lnTo>
                <a:cubicBezTo>
                  <a:pt x="33527" y="5278"/>
                  <a:pt x="33406" y="5278"/>
                  <a:pt x="33254" y="5278"/>
                </a:cubicBezTo>
                <a:cubicBezTo>
                  <a:pt x="33497" y="5156"/>
                  <a:pt x="33497" y="5096"/>
                  <a:pt x="33345" y="4974"/>
                </a:cubicBezTo>
                <a:lnTo>
                  <a:pt x="33254" y="4974"/>
                </a:lnTo>
                <a:cubicBezTo>
                  <a:pt x="33162" y="5187"/>
                  <a:pt x="32859" y="5126"/>
                  <a:pt x="32646" y="5248"/>
                </a:cubicBezTo>
                <a:lnTo>
                  <a:pt x="32433" y="5369"/>
                </a:lnTo>
                <a:cubicBezTo>
                  <a:pt x="32463" y="5460"/>
                  <a:pt x="32463" y="5552"/>
                  <a:pt x="32494" y="5643"/>
                </a:cubicBezTo>
                <a:cubicBezTo>
                  <a:pt x="32524" y="5673"/>
                  <a:pt x="32494" y="5734"/>
                  <a:pt x="32463" y="5734"/>
                </a:cubicBezTo>
                <a:cubicBezTo>
                  <a:pt x="32403" y="5673"/>
                  <a:pt x="32372" y="5552"/>
                  <a:pt x="32311" y="5460"/>
                </a:cubicBezTo>
                <a:cubicBezTo>
                  <a:pt x="32289" y="5416"/>
                  <a:pt x="32169" y="5388"/>
                  <a:pt x="32023" y="5388"/>
                </a:cubicBezTo>
                <a:cubicBezTo>
                  <a:pt x="31969" y="5388"/>
                  <a:pt x="31912" y="5391"/>
                  <a:pt x="31855" y="5400"/>
                </a:cubicBezTo>
                <a:lnTo>
                  <a:pt x="31734" y="5521"/>
                </a:lnTo>
                <a:lnTo>
                  <a:pt x="31612" y="5612"/>
                </a:lnTo>
                <a:cubicBezTo>
                  <a:pt x="31308" y="5673"/>
                  <a:pt x="30974" y="5764"/>
                  <a:pt x="30670" y="5856"/>
                </a:cubicBezTo>
                <a:cubicBezTo>
                  <a:pt x="30488" y="5916"/>
                  <a:pt x="30305" y="6007"/>
                  <a:pt x="30123" y="6129"/>
                </a:cubicBezTo>
                <a:lnTo>
                  <a:pt x="30001" y="6159"/>
                </a:lnTo>
                <a:lnTo>
                  <a:pt x="29849" y="6190"/>
                </a:lnTo>
                <a:cubicBezTo>
                  <a:pt x="29789" y="6251"/>
                  <a:pt x="29697" y="6311"/>
                  <a:pt x="29576" y="6342"/>
                </a:cubicBezTo>
                <a:lnTo>
                  <a:pt x="29545" y="6311"/>
                </a:lnTo>
                <a:cubicBezTo>
                  <a:pt x="29525" y="6291"/>
                  <a:pt x="29508" y="6284"/>
                  <a:pt x="29492" y="6284"/>
                </a:cubicBezTo>
                <a:cubicBezTo>
                  <a:pt x="29461" y="6284"/>
                  <a:pt x="29434" y="6311"/>
                  <a:pt x="29393" y="6311"/>
                </a:cubicBezTo>
                <a:lnTo>
                  <a:pt x="29272" y="6342"/>
                </a:lnTo>
                <a:cubicBezTo>
                  <a:pt x="29211" y="6433"/>
                  <a:pt x="29089" y="6524"/>
                  <a:pt x="28968" y="6585"/>
                </a:cubicBezTo>
                <a:lnTo>
                  <a:pt x="28725" y="6585"/>
                </a:lnTo>
                <a:cubicBezTo>
                  <a:pt x="28725" y="6676"/>
                  <a:pt x="28573" y="6737"/>
                  <a:pt x="28512" y="6798"/>
                </a:cubicBezTo>
                <a:cubicBezTo>
                  <a:pt x="28496" y="6806"/>
                  <a:pt x="28477" y="6810"/>
                  <a:pt x="28458" y="6810"/>
                </a:cubicBezTo>
                <a:cubicBezTo>
                  <a:pt x="28404" y="6810"/>
                  <a:pt x="28344" y="6781"/>
                  <a:pt x="28299" y="6737"/>
                </a:cubicBezTo>
                <a:cubicBezTo>
                  <a:pt x="28294" y="6727"/>
                  <a:pt x="28288" y="6723"/>
                  <a:pt x="28282" y="6723"/>
                </a:cubicBezTo>
                <a:cubicBezTo>
                  <a:pt x="28250" y="6723"/>
                  <a:pt x="28203" y="6833"/>
                  <a:pt x="28178" y="6859"/>
                </a:cubicBezTo>
                <a:cubicBezTo>
                  <a:pt x="28178" y="6880"/>
                  <a:pt x="28147" y="6902"/>
                  <a:pt x="28097" y="6902"/>
                </a:cubicBezTo>
                <a:cubicBezTo>
                  <a:pt x="28076" y="6902"/>
                  <a:pt x="28052" y="6898"/>
                  <a:pt x="28026" y="6889"/>
                </a:cubicBezTo>
                <a:lnTo>
                  <a:pt x="27934" y="6950"/>
                </a:lnTo>
                <a:cubicBezTo>
                  <a:pt x="27813" y="7071"/>
                  <a:pt x="27630" y="7193"/>
                  <a:pt x="27448" y="7254"/>
                </a:cubicBezTo>
                <a:cubicBezTo>
                  <a:pt x="27357" y="7254"/>
                  <a:pt x="27235" y="7284"/>
                  <a:pt x="27114" y="7315"/>
                </a:cubicBezTo>
                <a:lnTo>
                  <a:pt x="27083" y="7345"/>
                </a:lnTo>
                <a:lnTo>
                  <a:pt x="27053" y="7375"/>
                </a:lnTo>
                <a:cubicBezTo>
                  <a:pt x="27053" y="7425"/>
                  <a:pt x="27035" y="7448"/>
                  <a:pt x="27008" y="7448"/>
                </a:cubicBezTo>
                <a:cubicBezTo>
                  <a:pt x="26986" y="7448"/>
                  <a:pt x="26959" y="7433"/>
                  <a:pt x="26931" y="7406"/>
                </a:cubicBezTo>
                <a:lnTo>
                  <a:pt x="26840" y="7497"/>
                </a:lnTo>
                <a:cubicBezTo>
                  <a:pt x="26837" y="7500"/>
                  <a:pt x="26834" y="7501"/>
                  <a:pt x="26829" y="7501"/>
                </a:cubicBezTo>
                <a:cubicBezTo>
                  <a:pt x="26804" y="7501"/>
                  <a:pt x="26756" y="7459"/>
                  <a:pt x="26723" y="7459"/>
                </a:cubicBezTo>
                <a:cubicBezTo>
                  <a:pt x="26703" y="7459"/>
                  <a:pt x="26688" y="7475"/>
                  <a:pt x="26688" y="7527"/>
                </a:cubicBezTo>
                <a:cubicBezTo>
                  <a:pt x="26681" y="7565"/>
                  <a:pt x="26667" y="7579"/>
                  <a:pt x="26651" y="7579"/>
                </a:cubicBezTo>
                <a:cubicBezTo>
                  <a:pt x="26612" y="7579"/>
                  <a:pt x="26555" y="7506"/>
                  <a:pt x="26510" y="7506"/>
                </a:cubicBezTo>
                <a:cubicBezTo>
                  <a:pt x="26497" y="7506"/>
                  <a:pt x="26486" y="7512"/>
                  <a:pt x="26475" y="7527"/>
                </a:cubicBezTo>
                <a:lnTo>
                  <a:pt x="26415" y="7618"/>
                </a:lnTo>
                <a:cubicBezTo>
                  <a:pt x="26293" y="7710"/>
                  <a:pt x="26141" y="7801"/>
                  <a:pt x="25989" y="7862"/>
                </a:cubicBezTo>
                <a:cubicBezTo>
                  <a:pt x="25898" y="7892"/>
                  <a:pt x="25807" y="7892"/>
                  <a:pt x="25776" y="7892"/>
                </a:cubicBezTo>
                <a:cubicBezTo>
                  <a:pt x="25716" y="7922"/>
                  <a:pt x="25655" y="7953"/>
                  <a:pt x="25594" y="7983"/>
                </a:cubicBezTo>
                <a:lnTo>
                  <a:pt x="25533" y="8044"/>
                </a:lnTo>
                <a:cubicBezTo>
                  <a:pt x="25452" y="8125"/>
                  <a:pt x="25322" y="8231"/>
                  <a:pt x="25252" y="8231"/>
                </a:cubicBezTo>
                <a:cubicBezTo>
                  <a:pt x="25243" y="8231"/>
                  <a:pt x="25236" y="8230"/>
                  <a:pt x="25229" y="8226"/>
                </a:cubicBezTo>
                <a:lnTo>
                  <a:pt x="25077" y="8196"/>
                </a:lnTo>
                <a:cubicBezTo>
                  <a:pt x="25016" y="8318"/>
                  <a:pt x="24925" y="8409"/>
                  <a:pt x="24864" y="8500"/>
                </a:cubicBezTo>
                <a:cubicBezTo>
                  <a:pt x="24773" y="8530"/>
                  <a:pt x="24682" y="8530"/>
                  <a:pt x="24621" y="8530"/>
                </a:cubicBezTo>
                <a:cubicBezTo>
                  <a:pt x="24560" y="8530"/>
                  <a:pt x="24560" y="8591"/>
                  <a:pt x="24621" y="8652"/>
                </a:cubicBezTo>
                <a:cubicBezTo>
                  <a:pt x="24560" y="8682"/>
                  <a:pt x="24469" y="8713"/>
                  <a:pt x="24409" y="8743"/>
                </a:cubicBezTo>
                <a:lnTo>
                  <a:pt x="24226" y="8773"/>
                </a:lnTo>
                <a:cubicBezTo>
                  <a:pt x="24105" y="8834"/>
                  <a:pt x="23709" y="8895"/>
                  <a:pt x="23649" y="8956"/>
                </a:cubicBezTo>
                <a:cubicBezTo>
                  <a:pt x="23618" y="9017"/>
                  <a:pt x="23466" y="9199"/>
                  <a:pt x="23345" y="9351"/>
                </a:cubicBezTo>
                <a:lnTo>
                  <a:pt x="23071" y="9321"/>
                </a:lnTo>
                <a:cubicBezTo>
                  <a:pt x="23071" y="9321"/>
                  <a:pt x="23041" y="9381"/>
                  <a:pt x="23010" y="9412"/>
                </a:cubicBezTo>
                <a:lnTo>
                  <a:pt x="22950" y="9473"/>
                </a:lnTo>
                <a:cubicBezTo>
                  <a:pt x="22922" y="9514"/>
                  <a:pt x="22888" y="9530"/>
                  <a:pt x="22857" y="9530"/>
                </a:cubicBezTo>
                <a:cubicBezTo>
                  <a:pt x="22819" y="9530"/>
                  <a:pt x="22784" y="9506"/>
                  <a:pt x="22767" y="9473"/>
                </a:cubicBezTo>
                <a:lnTo>
                  <a:pt x="22737" y="9442"/>
                </a:lnTo>
                <a:lnTo>
                  <a:pt x="22646" y="9442"/>
                </a:lnTo>
                <a:cubicBezTo>
                  <a:pt x="22646" y="9533"/>
                  <a:pt x="22646" y="9625"/>
                  <a:pt x="22646" y="9716"/>
                </a:cubicBezTo>
                <a:lnTo>
                  <a:pt x="22463" y="9746"/>
                </a:lnTo>
                <a:lnTo>
                  <a:pt x="22159" y="9837"/>
                </a:lnTo>
                <a:cubicBezTo>
                  <a:pt x="21916" y="9959"/>
                  <a:pt x="21643" y="10080"/>
                  <a:pt x="21369" y="10172"/>
                </a:cubicBezTo>
                <a:cubicBezTo>
                  <a:pt x="21278" y="10172"/>
                  <a:pt x="21339" y="10080"/>
                  <a:pt x="21521" y="9929"/>
                </a:cubicBezTo>
                <a:lnTo>
                  <a:pt x="21612" y="9837"/>
                </a:lnTo>
                <a:lnTo>
                  <a:pt x="21734" y="9746"/>
                </a:lnTo>
                <a:cubicBezTo>
                  <a:pt x="21855" y="9655"/>
                  <a:pt x="22190" y="9533"/>
                  <a:pt x="22159" y="9473"/>
                </a:cubicBezTo>
                <a:cubicBezTo>
                  <a:pt x="22159" y="9412"/>
                  <a:pt x="22372" y="9229"/>
                  <a:pt x="22433" y="9169"/>
                </a:cubicBezTo>
                <a:cubicBezTo>
                  <a:pt x="22554" y="9047"/>
                  <a:pt x="22706" y="8925"/>
                  <a:pt x="22858" y="8834"/>
                </a:cubicBezTo>
                <a:lnTo>
                  <a:pt x="23010" y="8713"/>
                </a:lnTo>
                <a:cubicBezTo>
                  <a:pt x="23071" y="8652"/>
                  <a:pt x="23162" y="8591"/>
                  <a:pt x="23193" y="8561"/>
                </a:cubicBezTo>
                <a:cubicBezTo>
                  <a:pt x="23223" y="8530"/>
                  <a:pt x="23010" y="8470"/>
                  <a:pt x="23223" y="8409"/>
                </a:cubicBezTo>
                <a:lnTo>
                  <a:pt x="23345" y="8378"/>
                </a:lnTo>
                <a:cubicBezTo>
                  <a:pt x="23466" y="8226"/>
                  <a:pt x="23740" y="8014"/>
                  <a:pt x="23770" y="7953"/>
                </a:cubicBezTo>
                <a:cubicBezTo>
                  <a:pt x="23861" y="7831"/>
                  <a:pt x="23922" y="7679"/>
                  <a:pt x="23953" y="7527"/>
                </a:cubicBezTo>
                <a:lnTo>
                  <a:pt x="24074" y="7436"/>
                </a:lnTo>
                <a:lnTo>
                  <a:pt x="24348" y="7254"/>
                </a:lnTo>
                <a:cubicBezTo>
                  <a:pt x="24439" y="7102"/>
                  <a:pt x="24500" y="6919"/>
                  <a:pt x="24560" y="6737"/>
                </a:cubicBezTo>
                <a:cubicBezTo>
                  <a:pt x="24530" y="6707"/>
                  <a:pt x="24500" y="6615"/>
                  <a:pt x="24469" y="6555"/>
                </a:cubicBezTo>
                <a:lnTo>
                  <a:pt x="24469" y="6494"/>
                </a:lnTo>
                <a:lnTo>
                  <a:pt x="24439" y="6433"/>
                </a:lnTo>
                <a:cubicBezTo>
                  <a:pt x="24409" y="6372"/>
                  <a:pt x="24439" y="6281"/>
                  <a:pt x="24500" y="6251"/>
                </a:cubicBezTo>
                <a:cubicBezTo>
                  <a:pt x="24560" y="6220"/>
                  <a:pt x="24560" y="6159"/>
                  <a:pt x="24500" y="6129"/>
                </a:cubicBezTo>
                <a:lnTo>
                  <a:pt x="24439" y="6099"/>
                </a:lnTo>
                <a:cubicBezTo>
                  <a:pt x="24439" y="6068"/>
                  <a:pt x="24378" y="6068"/>
                  <a:pt x="24378" y="6068"/>
                </a:cubicBezTo>
                <a:cubicBezTo>
                  <a:pt x="24325" y="6108"/>
                  <a:pt x="24278" y="6131"/>
                  <a:pt x="24239" y="6131"/>
                </a:cubicBezTo>
                <a:cubicBezTo>
                  <a:pt x="24189" y="6131"/>
                  <a:pt x="24152" y="6093"/>
                  <a:pt x="24135" y="6007"/>
                </a:cubicBezTo>
                <a:lnTo>
                  <a:pt x="24135" y="5977"/>
                </a:lnTo>
                <a:cubicBezTo>
                  <a:pt x="24013" y="5947"/>
                  <a:pt x="23740" y="5856"/>
                  <a:pt x="23709" y="5795"/>
                </a:cubicBezTo>
                <a:lnTo>
                  <a:pt x="23588" y="5552"/>
                </a:lnTo>
                <a:lnTo>
                  <a:pt x="23527" y="5521"/>
                </a:lnTo>
                <a:cubicBezTo>
                  <a:pt x="23375" y="5460"/>
                  <a:pt x="23314" y="5278"/>
                  <a:pt x="23375" y="5126"/>
                </a:cubicBezTo>
                <a:lnTo>
                  <a:pt x="23405" y="4822"/>
                </a:lnTo>
                <a:cubicBezTo>
                  <a:pt x="23223" y="4579"/>
                  <a:pt x="23010" y="4305"/>
                  <a:pt x="22980" y="4275"/>
                </a:cubicBezTo>
                <a:cubicBezTo>
                  <a:pt x="22980" y="4245"/>
                  <a:pt x="22950" y="4001"/>
                  <a:pt x="22858" y="3941"/>
                </a:cubicBezTo>
                <a:cubicBezTo>
                  <a:pt x="22798" y="3880"/>
                  <a:pt x="22767" y="3758"/>
                  <a:pt x="22798" y="3667"/>
                </a:cubicBezTo>
                <a:lnTo>
                  <a:pt x="22858" y="3606"/>
                </a:lnTo>
                <a:cubicBezTo>
                  <a:pt x="22919" y="3545"/>
                  <a:pt x="22980" y="3515"/>
                  <a:pt x="22919" y="3393"/>
                </a:cubicBezTo>
                <a:cubicBezTo>
                  <a:pt x="22767" y="3241"/>
                  <a:pt x="23041" y="3333"/>
                  <a:pt x="23041" y="3272"/>
                </a:cubicBezTo>
                <a:cubicBezTo>
                  <a:pt x="23041" y="3241"/>
                  <a:pt x="23071" y="3211"/>
                  <a:pt x="23041" y="3181"/>
                </a:cubicBezTo>
                <a:lnTo>
                  <a:pt x="22980" y="3090"/>
                </a:lnTo>
                <a:cubicBezTo>
                  <a:pt x="22945" y="3066"/>
                  <a:pt x="22906" y="3056"/>
                  <a:pt x="22867" y="3056"/>
                </a:cubicBezTo>
                <a:cubicBezTo>
                  <a:pt x="22805" y="3056"/>
                  <a:pt x="22744" y="3082"/>
                  <a:pt x="22706" y="3120"/>
                </a:cubicBezTo>
                <a:lnTo>
                  <a:pt x="22615" y="3090"/>
                </a:lnTo>
                <a:cubicBezTo>
                  <a:pt x="22524" y="3059"/>
                  <a:pt x="22646" y="2877"/>
                  <a:pt x="22676" y="2846"/>
                </a:cubicBezTo>
                <a:cubicBezTo>
                  <a:pt x="22706" y="2816"/>
                  <a:pt x="22554" y="2664"/>
                  <a:pt x="22281" y="2482"/>
                </a:cubicBezTo>
                <a:lnTo>
                  <a:pt x="22159" y="2269"/>
                </a:lnTo>
                <a:lnTo>
                  <a:pt x="22098" y="2147"/>
                </a:lnTo>
                <a:cubicBezTo>
                  <a:pt x="22007" y="2056"/>
                  <a:pt x="22007" y="1904"/>
                  <a:pt x="22007" y="1904"/>
                </a:cubicBezTo>
                <a:cubicBezTo>
                  <a:pt x="22038" y="1874"/>
                  <a:pt x="21794" y="1752"/>
                  <a:pt x="21703" y="1691"/>
                </a:cubicBezTo>
                <a:cubicBezTo>
                  <a:pt x="21643" y="1631"/>
                  <a:pt x="21430" y="1479"/>
                  <a:pt x="21278" y="1357"/>
                </a:cubicBezTo>
                <a:lnTo>
                  <a:pt x="21126" y="1296"/>
                </a:lnTo>
                <a:lnTo>
                  <a:pt x="21095" y="1296"/>
                </a:lnTo>
                <a:cubicBezTo>
                  <a:pt x="21053" y="1317"/>
                  <a:pt x="20910" y="1353"/>
                  <a:pt x="20825" y="1353"/>
                </a:cubicBezTo>
                <a:cubicBezTo>
                  <a:pt x="20787" y="1353"/>
                  <a:pt x="20761" y="1345"/>
                  <a:pt x="20761" y="1327"/>
                </a:cubicBezTo>
                <a:cubicBezTo>
                  <a:pt x="20761" y="1281"/>
                  <a:pt x="20723" y="1266"/>
                  <a:pt x="20677" y="1266"/>
                </a:cubicBezTo>
                <a:cubicBezTo>
                  <a:pt x="20632" y="1266"/>
                  <a:pt x="20579" y="1281"/>
                  <a:pt x="20548" y="1296"/>
                </a:cubicBezTo>
                <a:cubicBezTo>
                  <a:pt x="20487" y="1296"/>
                  <a:pt x="20275" y="1235"/>
                  <a:pt x="20214" y="1235"/>
                </a:cubicBezTo>
                <a:lnTo>
                  <a:pt x="19667" y="1357"/>
                </a:lnTo>
                <a:lnTo>
                  <a:pt x="19484" y="1296"/>
                </a:lnTo>
                <a:lnTo>
                  <a:pt x="19241" y="1235"/>
                </a:lnTo>
                <a:cubicBezTo>
                  <a:pt x="19080" y="1282"/>
                  <a:pt x="18620" y="1398"/>
                  <a:pt x="18328" y="1398"/>
                </a:cubicBezTo>
                <a:cubicBezTo>
                  <a:pt x="18236" y="1398"/>
                  <a:pt x="18160" y="1386"/>
                  <a:pt x="18117" y="1357"/>
                </a:cubicBezTo>
                <a:cubicBezTo>
                  <a:pt x="17965" y="1266"/>
                  <a:pt x="17813" y="1205"/>
                  <a:pt x="17661" y="1144"/>
                </a:cubicBezTo>
                <a:cubicBezTo>
                  <a:pt x="17634" y="1144"/>
                  <a:pt x="17415" y="1048"/>
                  <a:pt x="17302" y="1048"/>
                </a:cubicBezTo>
                <a:cubicBezTo>
                  <a:pt x="17288" y="1048"/>
                  <a:pt x="17276" y="1050"/>
                  <a:pt x="17266" y="1053"/>
                </a:cubicBezTo>
                <a:cubicBezTo>
                  <a:pt x="17053" y="1114"/>
                  <a:pt x="16870" y="1144"/>
                  <a:pt x="16658" y="1205"/>
                </a:cubicBezTo>
                <a:cubicBezTo>
                  <a:pt x="16506" y="1205"/>
                  <a:pt x="16384" y="1235"/>
                  <a:pt x="16384" y="1266"/>
                </a:cubicBezTo>
                <a:cubicBezTo>
                  <a:pt x="16384" y="1280"/>
                  <a:pt x="16375" y="1286"/>
                  <a:pt x="16361" y="1286"/>
                </a:cubicBezTo>
                <a:cubicBezTo>
                  <a:pt x="16316" y="1286"/>
                  <a:pt x="16217" y="1228"/>
                  <a:pt x="16171" y="1205"/>
                </a:cubicBezTo>
                <a:cubicBezTo>
                  <a:pt x="16169" y="1202"/>
                  <a:pt x="16163" y="1201"/>
                  <a:pt x="16156" y="1201"/>
                </a:cubicBezTo>
                <a:cubicBezTo>
                  <a:pt x="16082" y="1201"/>
                  <a:pt x="15796" y="1329"/>
                  <a:pt x="15685" y="1357"/>
                </a:cubicBezTo>
                <a:cubicBezTo>
                  <a:pt x="15533" y="1387"/>
                  <a:pt x="15411" y="1448"/>
                  <a:pt x="15259" y="1509"/>
                </a:cubicBezTo>
                <a:cubicBezTo>
                  <a:pt x="15214" y="1524"/>
                  <a:pt x="15161" y="1532"/>
                  <a:pt x="15104" y="1532"/>
                </a:cubicBezTo>
                <a:cubicBezTo>
                  <a:pt x="15047" y="1532"/>
                  <a:pt x="14986" y="1524"/>
                  <a:pt x="14925" y="1509"/>
                </a:cubicBezTo>
                <a:lnTo>
                  <a:pt x="14712" y="1509"/>
                </a:lnTo>
                <a:cubicBezTo>
                  <a:pt x="14500" y="1691"/>
                  <a:pt x="14226" y="1783"/>
                  <a:pt x="13952" y="1813"/>
                </a:cubicBezTo>
                <a:lnTo>
                  <a:pt x="13770" y="1843"/>
                </a:lnTo>
                <a:cubicBezTo>
                  <a:pt x="13770" y="1934"/>
                  <a:pt x="13709" y="2026"/>
                  <a:pt x="13648" y="2086"/>
                </a:cubicBezTo>
                <a:lnTo>
                  <a:pt x="13588" y="2086"/>
                </a:lnTo>
                <a:cubicBezTo>
                  <a:pt x="13588" y="2093"/>
                  <a:pt x="13585" y="2095"/>
                  <a:pt x="13581" y="2095"/>
                </a:cubicBezTo>
                <a:cubicBezTo>
                  <a:pt x="13566" y="2095"/>
                  <a:pt x="13527" y="2056"/>
                  <a:pt x="13527" y="2056"/>
                </a:cubicBezTo>
                <a:lnTo>
                  <a:pt x="13557" y="2026"/>
                </a:lnTo>
                <a:cubicBezTo>
                  <a:pt x="13588" y="1995"/>
                  <a:pt x="13557" y="1934"/>
                  <a:pt x="13466" y="1934"/>
                </a:cubicBezTo>
                <a:lnTo>
                  <a:pt x="13436" y="1965"/>
                </a:lnTo>
                <a:lnTo>
                  <a:pt x="13314" y="2026"/>
                </a:lnTo>
                <a:cubicBezTo>
                  <a:pt x="13223" y="2094"/>
                  <a:pt x="13132" y="2128"/>
                  <a:pt x="13028" y="2128"/>
                </a:cubicBezTo>
                <a:cubicBezTo>
                  <a:pt x="12993" y="2128"/>
                  <a:pt x="12957" y="2124"/>
                  <a:pt x="12919" y="2117"/>
                </a:cubicBezTo>
                <a:lnTo>
                  <a:pt x="12858" y="2178"/>
                </a:lnTo>
                <a:lnTo>
                  <a:pt x="12797" y="2208"/>
                </a:lnTo>
                <a:cubicBezTo>
                  <a:pt x="12645" y="2208"/>
                  <a:pt x="12615" y="2330"/>
                  <a:pt x="12645" y="2360"/>
                </a:cubicBezTo>
                <a:cubicBezTo>
                  <a:pt x="12676" y="2421"/>
                  <a:pt x="12554" y="2421"/>
                  <a:pt x="12402" y="2421"/>
                </a:cubicBezTo>
                <a:lnTo>
                  <a:pt x="12281" y="2451"/>
                </a:lnTo>
                <a:lnTo>
                  <a:pt x="12159" y="2482"/>
                </a:lnTo>
                <a:cubicBezTo>
                  <a:pt x="12123" y="2517"/>
                  <a:pt x="12073" y="2530"/>
                  <a:pt x="12022" y="2530"/>
                </a:cubicBezTo>
                <a:cubicBezTo>
                  <a:pt x="11943" y="2530"/>
                  <a:pt x="11862" y="2500"/>
                  <a:pt x="11825" y="2482"/>
                </a:cubicBezTo>
                <a:cubicBezTo>
                  <a:pt x="11820" y="2479"/>
                  <a:pt x="11814" y="2478"/>
                  <a:pt x="11807" y="2478"/>
                </a:cubicBezTo>
                <a:cubicBezTo>
                  <a:pt x="11719" y="2478"/>
                  <a:pt x="11453" y="2638"/>
                  <a:pt x="11369" y="2694"/>
                </a:cubicBezTo>
                <a:cubicBezTo>
                  <a:pt x="11247" y="2725"/>
                  <a:pt x="11004" y="2786"/>
                  <a:pt x="10974" y="2816"/>
                </a:cubicBezTo>
                <a:cubicBezTo>
                  <a:pt x="10943" y="2846"/>
                  <a:pt x="10609" y="2968"/>
                  <a:pt x="10214" y="3120"/>
                </a:cubicBezTo>
                <a:lnTo>
                  <a:pt x="10001" y="3424"/>
                </a:lnTo>
                <a:lnTo>
                  <a:pt x="9910" y="3424"/>
                </a:lnTo>
                <a:lnTo>
                  <a:pt x="9849" y="3485"/>
                </a:lnTo>
                <a:cubicBezTo>
                  <a:pt x="9842" y="3481"/>
                  <a:pt x="9835" y="3480"/>
                  <a:pt x="9827" y="3480"/>
                </a:cubicBezTo>
                <a:cubicBezTo>
                  <a:pt x="9762" y="3480"/>
                  <a:pt x="9656" y="3576"/>
                  <a:pt x="9575" y="3576"/>
                </a:cubicBezTo>
                <a:cubicBezTo>
                  <a:pt x="9567" y="3573"/>
                  <a:pt x="9558" y="3572"/>
                  <a:pt x="9548" y="3572"/>
                </a:cubicBezTo>
                <a:cubicBezTo>
                  <a:pt x="9447" y="3572"/>
                  <a:pt x="9266" y="3697"/>
                  <a:pt x="9211" y="3697"/>
                </a:cubicBezTo>
                <a:cubicBezTo>
                  <a:pt x="9119" y="3697"/>
                  <a:pt x="9028" y="3758"/>
                  <a:pt x="8998" y="3819"/>
                </a:cubicBezTo>
                <a:lnTo>
                  <a:pt x="8998" y="3849"/>
                </a:lnTo>
                <a:lnTo>
                  <a:pt x="8907" y="3941"/>
                </a:lnTo>
                <a:lnTo>
                  <a:pt x="8846" y="4062"/>
                </a:lnTo>
                <a:cubicBezTo>
                  <a:pt x="8785" y="4017"/>
                  <a:pt x="8717" y="3994"/>
                  <a:pt x="8648" y="3994"/>
                </a:cubicBezTo>
                <a:cubicBezTo>
                  <a:pt x="8580" y="3994"/>
                  <a:pt x="8512" y="4017"/>
                  <a:pt x="8451" y="4062"/>
                </a:cubicBezTo>
                <a:lnTo>
                  <a:pt x="8390" y="4123"/>
                </a:lnTo>
                <a:cubicBezTo>
                  <a:pt x="8349" y="4163"/>
                  <a:pt x="8319" y="4177"/>
                  <a:pt x="8295" y="4177"/>
                </a:cubicBezTo>
                <a:cubicBezTo>
                  <a:pt x="8248" y="4177"/>
                  <a:pt x="8228" y="4123"/>
                  <a:pt x="8208" y="4123"/>
                </a:cubicBezTo>
                <a:cubicBezTo>
                  <a:pt x="8116" y="4153"/>
                  <a:pt x="8025" y="4214"/>
                  <a:pt x="7995" y="4305"/>
                </a:cubicBezTo>
                <a:cubicBezTo>
                  <a:pt x="7904" y="4488"/>
                  <a:pt x="7721" y="4518"/>
                  <a:pt x="7539" y="4518"/>
                </a:cubicBezTo>
                <a:cubicBezTo>
                  <a:pt x="7478" y="4518"/>
                  <a:pt x="7417" y="4549"/>
                  <a:pt x="7357" y="4549"/>
                </a:cubicBezTo>
                <a:cubicBezTo>
                  <a:pt x="7265" y="4609"/>
                  <a:pt x="7205" y="4640"/>
                  <a:pt x="7113" y="4700"/>
                </a:cubicBezTo>
                <a:cubicBezTo>
                  <a:pt x="7022" y="4731"/>
                  <a:pt x="6901" y="4792"/>
                  <a:pt x="6809" y="4822"/>
                </a:cubicBezTo>
                <a:lnTo>
                  <a:pt x="6718" y="4852"/>
                </a:lnTo>
                <a:cubicBezTo>
                  <a:pt x="6627" y="4913"/>
                  <a:pt x="6505" y="4944"/>
                  <a:pt x="6384" y="4944"/>
                </a:cubicBezTo>
                <a:lnTo>
                  <a:pt x="6323" y="4974"/>
                </a:lnTo>
                <a:lnTo>
                  <a:pt x="6201" y="5035"/>
                </a:lnTo>
                <a:cubicBezTo>
                  <a:pt x="6019" y="5156"/>
                  <a:pt x="5837" y="5217"/>
                  <a:pt x="5654" y="5248"/>
                </a:cubicBezTo>
                <a:lnTo>
                  <a:pt x="5654" y="5430"/>
                </a:lnTo>
                <a:cubicBezTo>
                  <a:pt x="5533" y="5430"/>
                  <a:pt x="5381" y="5460"/>
                  <a:pt x="5259" y="5521"/>
                </a:cubicBezTo>
                <a:lnTo>
                  <a:pt x="5259" y="5582"/>
                </a:lnTo>
                <a:cubicBezTo>
                  <a:pt x="5290" y="5673"/>
                  <a:pt x="5138" y="5673"/>
                  <a:pt x="5046" y="5673"/>
                </a:cubicBezTo>
                <a:cubicBezTo>
                  <a:pt x="4986" y="5704"/>
                  <a:pt x="4773" y="5886"/>
                  <a:pt x="4682" y="5916"/>
                </a:cubicBezTo>
                <a:cubicBezTo>
                  <a:pt x="4499" y="5947"/>
                  <a:pt x="4317" y="6007"/>
                  <a:pt x="4135" y="6068"/>
                </a:cubicBezTo>
                <a:cubicBezTo>
                  <a:pt x="4043" y="6099"/>
                  <a:pt x="3891" y="6220"/>
                  <a:pt x="3891" y="6251"/>
                </a:cubicBezTo>
                <a:cubicBezTo>
                  <a:pt x="3891" y="6311"/>
                  <a:pt x="3770" y="6342"/>
                  <a:pt x="3618" y="6342"/>
                </a:cubicBezTo>
                <a:lnTo>
                  <a:pt x="3587" y="6463"/>
                </a:lnTo>
                <a:lnTo>
                  <a:pt x="3557" y="6494"/>
                </a:lnTo>
                <a:cubicBezTo>
                  <a:pt x="3557" y="6555"/>
                  <a:pt x="3375" y="6615"/>
                  <a:pt x="3314" y="6615"/>
                </a:cubicBezTo>
                <a:cubicBezTo>
                  <a:pt x="3253" y="6615"/>
                  <a:pt x="3253" y="6676"/>
                  <a:pt x="3314" y="6737"/>
                </a:cubicBezTo>
                <a:lnTo>
                  <a:pt x="3223" y="6859"/>
                </a:lnTo>
                <a:cubicBezTo>
                  <a:pt x="3207" y="6843"/>
                  <a:pt x="3189" y="6836"/>
                  <a:pt x="3170" y="6836"/>
                </a:cubicBezTo>
                <a:cubicBezTo>
                  <a:pt x="3080" y="6836"/>
                  <a:pt x="2964" y="6985"/>
                  <a:pt x="2888" y="7011"/>
                </a:cubicBezTo>
                <a:cubicBezTo>
                  <a:pt x="2797" y="7071"/>
                  <a:pt x="2493" y="7071"/>
                  <a:pt x="2463" y="7132"/>
                </a:cubicBezTo>
                <a:cubicBezTo>
                  <a:pt x="2432" y="7193"/>
                  <a:pt x="2250" y="7284"/>
                  <a:pt x="2189" y="7345"/>
                </a:cubicBezTo>
                <a:lnTo>
                  <a:pt x="2037" y="7527"/>
                </a:lnTo>
                <a:lnTo>
                  <a:pt x="2007" y="7527"/>
                </a:lnTo>
                <a:lnTo>
                  <a:pt x="1703" y="7497"/>
                </a:lnTo>
                <a:cubicBezTo>
                  <a:pt x="1551" y="7649"/>
                  <a:pt x="1399" y="7801"/>
                  <a:pt x="1277" y="7983"/>
                </a:cubicBezTo>
                <a:lnTo>
                  <a:pt x="1186" y="8044"/>
                </a:lnTo>
                <a:cubicBezTo>
                  <a:pt x="1034" y="8135"/>
                  <a:pt x="882" y="8226"/>
                  <a:pt x="761" y="8348"/>
                </a:cubicBezTo>
                <a:cubicBezTo>
                  <a:pt x="700" y="8439"/>
                  <a:pt x="639" y="8500"/>
                  <a:pt x="639" y="8591"/>
                </a:cubicBezTo>
                <a:cubicBezTo>
                  <a:pt x="609" y="8682"/>
                  <a:pt x="366" y="8561"/>
                  <a:pt x="517" y="8743"/>
                </a:cubicBezTo>
                <a:cubicBezTo>
                  <a:pt x="517" y="8743"/>
                  <a:pt x="396" y="8834"/>
                  <a:pt x="335" y="8895"/>
                </a:cubicBezTo>
                <a:cubicBezTo>
                  <a:pt x="305" y="8925"/>
                  <a:pt x="214" y="8925"/>
                  <a:pt x="183" y="8986"/>
                </a:cubicBezTo>
                <a:cubicBezTo>
                  <a:pt x="31" y="9199"/>
                  <a:pt x="1" y="9442"/>
                  <a:pt x="62" y="9685"/>
                </a:cubicBezTo>
                <a:cubicBezTo>
                  <a:pt x="62" y="9716"/>
                  <a:pt x="92" y="9716"/>
                  <a:pt x="92" y="9716"/>
                </a:cubicBezTo>
                <a:cubicBezTo>
                  <a:pt x="426" y="9777"/>
                  <a:pt x="183" y="9777"/>
                  <a:pt x="92" y="9807"/>
                </a:cubicBezTo>
                <a:lnTo>
                  <a:pt x="62" y="9807"/>
                </a:lnTo>
                <a:cubicBezTo>
                  <a:pt x="92" y="9868"/>
                  <a:pt x="122" y="9898"/>
                  <a:pt x="183" y="9898"/>
                </a:cubicBezTo>
                <a:cubicBezTo>
                  <a:pt x="244" y="9898"/>
                  <a:pt x="244" y="10020"/>
                  <a:pt x="244" y="10202"/>
                </a:cubicBezTo>
                <a:lnTo>
                  <a:pt x="274" y="10384"/>
                </a:lnTo>
                <a:lnTo>
                  <a:pt x="274" y="10506"/>
                </a:lnTo>
                <a:cubicBezTo>
                  <a:pt x="457" y="10658"/>
                  <a:pt x="669" y="10780"/>
                  <a:pt x="882" y="10901"/>
                </a:cubicBezTo>
                <a:lnTo>
                  <a:pt x="700" y="11114"/>
                </a:lnTo>
                <a:cubicBezTo>
                  <a:pt x="700" y="11144"/>
                  <a:pt x="973" y="11479"/>
                  <a:pt x="973" y="11631"/>
                </a:cubicBezTo>
                <a:cubicBezTo>
                  <a:pt x="973" y="11752"/>
                  <a:pt x="1034" y="11874"/>
                  <a:pt x="1125" y="11965"/>
                </a:cubicBezTo>
                <a:lnTo>
                  <a:pt x="1217" y="11995"/>
                </a:lnTo>
                <a:cubicBezTo>
                  <a:pt x="1308" y="12026"/>
                  <a:pt x="1399" y="12026"/>
                  <a:pt x="1460" y="12056"/>
                </a:cubicBezTo>
                <a:lnTo>
                  <a:pt x="1521" y="12087"/>
                </a:lnTo>
                <a:cubicBezTo>
                  <a:pt x="1521" y="12178"/>
                  <a:pt x="1703" y="12299"/>
                  <a:pt x="1703" y="12360"/>
                </a:cubicBezTo>
                <a:lnTo>
                  <a:pt x="1703" y="12664"/>
                </a:lnTo>
                <a:cubicBezTo>
                  <a:pt x="1703" y="12725"/>
                  <a:pt x="1703" y="12755"/>
                  <a:pt x="1733" y="12816"/>
                </a:cubicBezTo>
                <a:cubicBezTo>
                  <a:pt x="1794" y="12846"/>
                  <a:pt x="1855" y="12846"/>
                  <a:pt x="1916" y="12846"/>
                </a:cubicBezTo>
                <a:cubicBezTo>
                  <a:pt x="1976" y="12877"/>
                  <a:pt x="2007" y="12938"/>
                  <a:pt x="1976" y="13059"/>
                </a:cubicBezTo>
                <a:lnTo>
                  <a:pt x="2007" y="13120"/>
                </a:lnTo>
                <a:lnTo>
                  <a:pt x="2250" y="13363"/>
                </a:lnTo>
                <a:cubicBezTo>
                  <a:pt x="2078" y="13564"/>
                  <a:pt x="2257" y="13791"/>
                  <a:pt x="2355" y="13791"/>
                </a:cubicBezTo>
                <a:cubicBezTo>
                  <a:pt x="2361" y="13791"/>
                  <a:pt x="2366" y="13791"/>
                  <a:pt x="2372" y="13789"/>
                </a:cubicBezTo>
                <a:cubicBezTo>
                  <a:pt x="2615" y="13728"/>
                  <a:pt x="2858" y="13698"/>
                  <a:pt x="3101" y="13667"/>
                </a:cubicBezTo>
                <a:cubicBezTo>
                  <a:pt x="3253" y="13667"/>
                  <a:pt x="3587" y="13789"/>
                  <a:pt x="3709" y="13789"/>
                </a:cubicBezTo>
                <a:lnTo>
                  <a:pt x="4043" y="13758"/>
                </a:lnTo>
                <a:lnTo>
                  <a:pt x="4104" y="13789"/>
                </a:lnTo>
                <a:lnTo>
                  <a:pt x="4165" y="13789"/>
                </a:lnTo>
                <a:cubicBezTo>
                  <a:pt x="4184" y="13847"/>
                  <a:pt x="4228" y="13868"/>
                  <a:pt x="4273" y="13868"/>
                </a:cubicBezTo>
                <a:cubicBezTo>
                  <a:pt x="4299" y="13868"/>
                  <a:pt x="4325" y="13861"/>
                  <a:pt x="4347" y="13850"/>
                </a:cubicBezTo>
                <a:cubicBezTo>
                  <a:pt x="4353" y="13844"/>
                  <a:pt x="4363" y="13841"/>
                  <a:pt x="4377" y="13841"/>
                </a:cubicBezTo>
                <a:cubicBezTo>
                  <a:pt x="4432" y="13841"/>
                  <a:pt x="4541" y="13886"/>
                  <a:pt x="4591" y="13910"/>
                </a:cubicBezTo>
                <a:cubicBezTo>
                  <a:pt x="4651" y="13941"/>
                  <a:pt x="4439" y="14184"/>
                  <a:pt x="4347" y="14275"/>
                </a:cubicBezTo>
                <a:cubicBezTo>
                  <a:pt x="4287" y="14336"/>
                  <a:pt x="4165" y="14366"/>
                  <a:pt x="4074" y="14366"/>
                </a:cubicBezTo>
                <a:cubicBezTo>
                  <a:pt x="4072" y="14365"/>
                  <a:pt x="4071" y="14364"/>
                  <a:pt x="4069" y="14364"/>
                </a:cubicBezTo>
                <a:cubicBezTo>
                  <a:pt x="4029" y="14364"/>
                  <a:pt x="3887" y="14644"/>
                  <a:pt x="3800" y="14731"/>
                </a:cubicBezTo>
                <a:cubicBezTo>
                  <a:pt x="3709" y="14883"/>
                  <a:pt x="3648" y="15035"/>
                  <a:pt x="3618" y="15187"/>
                </a:cubicBezTo>
                <a:lnTo>
                  <a:pt x="3375" y="15187"/>
                </a:lnTo>
                <a:cubicBezTo>
                  <a:pt x="3375" y="15187"/>
                  <a:pt x="3375" y="15278"/>
                  <a:pt x="3375" y="15278"/>
                </a:cubicBezTo>
                <a:lnTo>
                  <a:pt x="3466" y="15369"/>
                </a:lnTo>
                <a:cubicBezTo>
                  <a:pt x="3314" y="15430"/>
                  <a:pt x="3192" y="15521"/>
                  <a:pt x="3071" y="15643"/>
                </a:cubicBezTo>
                <a:cubicBezTo>
                  <a:pt x="3040" y="15704"/>
                  <a:pt x="2919" y="16008"/>
                  <a:pt x="2828" y="16038"/>
                </a:cubicBezTo>
                <a:cubicBezTo>
                  <a:pt x="2736" y="16099"/>
                  <a:pt x="2676" y="16190"/>
                  <a:pt x="2736" y="16281"/>
                </a:cubicBezTo>
                <a:lnTo>
                  <a:pt x="2615" y="16342"/>
                </a:lnTo>
                <a:lnTo>
                  <a:pt x="2584" y="16342"/>
                </a:lnTo>
                <a:cubicBezTo>
                  <a:pt x="2554" y="16372"/>
                  <a:pt x="2524" y="16433"/>
                  <a:pt x="2524" y="16494"/>
                </a:cubicBezTo>
                <a:lnTo>
                  <a:pt x="2463" y="16524"/>
                </a:lnTo>
                <a:lnTo>
                  <a:pt x="2372" y="16555"/>
                </a:lnTo>
                <a:cubicBezTo>
                  <a:pt x="2402" y="16646"/>
                  <a:pt x="2341" y="16798"/>
                  <a:pt x="2311" y="16889"/>
                </a:cubicBezTo>
                <a:cubicBezTo>
                  <a:pt x="2250" y="16950"/>
                  <a:pt x="2189" y="17193"/>
                  <a:pt x="2128" y="17193"/>
                </a:cubicBezTo>
                <a:cubicBezTo>
                  <a:pt x="2068" y="17193"/>
                  <a:pt x="2037" y="17254"/>
                  <a:pt x="2068" y="17284"/>
                </a:cubicBezTo>
                <a:cubicBezTo>
                  <a:pt x="2098" y="17284"/>
                  <a:pt x="2007" y="17345"/>
                  <a:pt x="1916" y="17375"/>
                </a:cubicBezTo>
                <a:lnTo>
                  <a:pt x="1855" y="17436"/>
                </a:lnTo>
                <a:cubicBezTo>
                  <a:pt x="1825" y="17467"/>
                  <a:pt x="1885" y="17558"/>
                  <a:pt x="1825" y="17588"/>
                </a:cubicBezTo>
                <a:lnTo>
                  <a:pt x="1642" y="17771"/>
                </a:lnTo>
                <a:cubicBezTo>
                  <a:pt x="1551" y="17953"/>
                  <a:pt x="1490" y="18166"/>
                  <a:pt x="1429" y="18378"/>
                </a:cubicBezTo>
                <a:cubicBezTo>
                  <a:pt x="1429" y="18500"/>
                  <a:pt x="1429" y="18622"/>
                  <a:pt x="1429" y="18743"/>
                </a:cubicBezTo>
                <a:lnTo>
                  <a:pt x="1399" y="18834"/>
                </a:lnTo>
                <a:lnTo>
                  <a:pt x="1399" y="18865"/>
                </a:lnTo>
                <a:lnTo>
                  <a:pt x="1551" y="19078"/>
                </a:lnTo>
                <a:lnTo>
                  <a:pt x="1551" y="19169"/>
                </a:lnTo>
                <a:cubicBezTo>
                  <a:pt x="1551" y="19290"/>
                  <a:pt x="1642" y="19351"/>
                  <a:pt x="1673" y="19442"/>
                </a:cubicBezTo>
                <a:lnTo>
                  <a:pt x="1703" y="19534"/>
                </a:lnTo>
                <a:cubicBezTo>
                  <a:pt x="1764" y="19716"/>
                  <a:pt x="1855" y="19868"/>
                  <a:pt x="1946" y="20020"/>
                </a:cubicBezTo>
                <a:cubicBezTo>
                  <a:pt x="2037" y="20141"/>
                  <a:pt x="2128" y="20233"/>
                  <a:pt x="2220" y="20354"/>
                </a:cubicBezTo>
                <a:lnTo>
                  <a:pt x="2280" y="20445"/>
                </a:lnTo>
                <a:lnTo>
                  <a:pt x="2402" y="20719"/>
                </a:lnTo>
                <a:cubicBezTo>
                  <a:pt x="2554" y="21023"/>
                  <a:pt x="2676" y="21388"/>
                  <a:pt x="2736" y="21540"/>
                </a:cubicBezTo>
                <a:lnTo>
                  <a:pt x="2858" y="21600"/>
                </a:lnTo>
                <a:lnTo>
                  <a:pt x="2949" y="21692"/>
                </a:lnTo>
                <a:cubicBezTo>
                  <a:pt x="2926" y="21760"/>
                  <a:pt x="2955" y="21794"/>
                  <a:pt x="3022" y="21794"/>
                </a:cubicBezTo>
                <a:cubicBezTo>
                  <a:pt x="3044" y="21794"/>
                  <a:pt x="3071" y="21790"/>
                  <a:pt x="3101" y="21783"/>
                </a:cubicBezTo>
                <a:lnTo>
                  <a:pt x="3192" y="21752"/>
                </a:lnTo>
                <a:cubicBezTo>
                  <a:pt x="3223" y="21844"/>
                  <a:pt x="3253" y="21935"/>
                  <a:pt x="3253" y="22056"/>
                </a:cubicBezTo>
                <a:cubicBezTo>
                  <a:pt x="3253" y="22117"/>
                  <a:pt x="3284" y="22330"/>
                  <a:pt x="3344" y="22360"/>
                </a:cubicBezTo>
                <a:lnTo>
                  <a:pt x="3557" y="22482"/>
                </a:lnTo>
                <a:cubicBezTo>
                  <a:pt x="3587" y="22482"/>
                  <a:pt x="3891" y="22603"/>
                  <a:pt x="3891" y="22695"/>
                </a:cubicBezTo>
                <a:cubicBezTo>
                  <a:pt x="3831" y="22847"/>
                  <a:pt x="3800" y="22999"/>
                  <a:pt x="3739" y="23151"/>
                </a:cubicBezTo>
                <a:lnTo>
                  <a:pt x="3679" y="23333"/>
                </a:lnTo>
                <a:lnTo>
                  <a:pt x="3679" y="23424"/>
                </a:lnTo>
                <a:cubicBezTo>
                  <a:pt x="3800" y="23607"/>
                  <a:pt x="3983" y="23728"/>
                  <a:pt x="4195" y="23789"/>
                </a:cubicBezTo>
                <a:lnTo>
                  <a:pt x="4651" y="23789"/>
                </a:lnTo>
                <a:cubicBezTo>
                  <a:pt x="4909" y="23732"/>
                  <a:pt x="5328" y="23513"/>
                  <a:pt x="5452" y="23513"/>
                </a:cubicBezTo>
                <a:cubicBezTo>
                  <a:pt x="5460" y="23513"/>
                  <a:pt x="5467" y="23514"/>
                  <a:pt x="5472" y="23515"/>
                </a:cubicBezTo>
                <a:cubicBezTo>
                  <a:pt x="5594" y="23576"/>
                  <a:pt x="5898" y="23698"/>
                  <a:pt x="5989" y="23728"/>
                </a:cubicBezTo>
                <a:cubicBezTo>
                  <a:pt x="6080" y="23728"/>
                  <a:pt x="6201" y="23728"/>
                  <a:pt x="6293" y="23667"/>
                </a:cubicBezTo>
                <a:cubicBezTo>
                  <a:pt x="6536" y="23667"/>
                  <a:pt x="6809" y="23667"/>
                  <a:pt x="7083" y="23637"/>
                </a:cubicBezTo>
                <a:cubicBezTo>
                  <a:pt x="7265" y="23576"/>
                  <a:pt x="7539" y="23455"/>
                  <a:pt x="7721" y="23394"/>
                </a:cubicBezTo>
                <a:lnTo>
                  <a:pt x="7904" y="23333"/>
                </a:lnTo>
                <a:cubicBezTo>
                  <a:pt x="8056" y="23272"/>
                  <a:pt x="8208" y="23181"/>
                  <a:pt x="8360" y="23059"/>
                </a:cubicBezTo>
                <a:cubicBezTo>
                  <a:pt x="8420" y="23029"/>
                  <a:pt x="8481" y="23029"/>
                  <a:pt x="8542" y="22999"/>
                </a:cubicBezTo>
                <a:lnTo>
                  <a:pt x="8633" y="22968"/>
                </a:lnTo>
                <a:cubicBezTo>
                  <a:pt x="8846" y="22847"/>
                  <a:pt x="9059" y="22725"/>
                  <a:pt x="9271" y="22603"/>
                </a:cubicBezTo>
                <a:lnTo>
                  <a:pt x="9910" y="22391"/>
                </a:lnTo>
                <a:lnTo>
                  <a:pt x="10031" y="22208"/>
                </a:lnTo>
                <a:lnTo>
                  <a:pt x="10062" y="22178"/>
                </a:lnTo>
                <a:cubicBezTo>
                  <a:pt x="10275" y="22117"/>
                  <a:pt x="10487" y="22056"/>
                  <a:pt x="10700" y="21965"/>
                </a:cubicBezTo>
                <a:cubicBezTo>
                  <a:pt x="10822" y="21904"/>
                  <a:pt x="11126" y="21540"/>
                  <a:pt x="11278" y="21540"/>
                </a:cubicBezTo>
                <a:cubicBezTo>
                  <a:pt x="11399" y="21509"/>
                  <a:pt x="11855" y="21175"/>
                  <a:pt x="12037" y="21114"/>
                </a:cubicBezTo>
                <a:cubicBezTo>
                  <a:pt x="12281" y="21023"/>
                  <a:pt x="12524" y="20871"/>
                  <a:pt x="12737" y="20719"/>
                </a:cubicBezTo>
                <a:lnTo>
                  <a:pt x="13162" y="20719"/>
                </a:lnTo>
                <a:cubicBezTo>
                  <a:pt x="13284" y="20567"/>
                  <a:pt x="13466" y="20476"/>
                  <a:pt x="13648" y="20415"/>
                </a:cubicBezTo>
                <a:lnTo>
                  <a:pt x="13770" y="20324"/>
                </a:lnTo>
                <a:lnTo>
                  <a:pt x="14074" y="20172"/>
                </a:lnTo>
                <a:cubicBezTo>
                  <a:pt x="14378" y="19989"/>
                  <a:pt x="14986" y="19625"/>
                  <a:pt x="15138" y="19534"/>
                </a:cubicBezTo>
                <a:cubicBezTo>
                  <a:pt x="15290" y="19473"/>
                  <a:pt x="15685" y="19230"/>
                  <a:pt x="15807" y="19169"/>
                </a:cubicBezTo>
                <a:cubicBezTo>
                  <a:pt x="15928" y="19108"/>
                  <a:pt x="16202" y="18956"/>
                  <a:pt x="16414" y="18834"/>
                </a:cubicBezTo>
                <a:lnTo>
                  <a:pt x="16566" y="18682"/>
                </a:lnTo>
                <a:lnTo>
                  <a:pt x="16718" y="18530"/>
                </a:lnTo>
                <a:cubicBezTo>
                  <a:pt x="16962" y="18439"/>
                  <a:pt x="17326" y="18196"/>
                  <a:pt x="17569" y="18044"/>
                </a:cubicBezTo>
                <a:lnTo>
                  <a:pt x="17813" y="17923"/>
                </a:lnTo>
                <a:lnTo>
                  <a:pt x="18117" y="17771"/>
                </a:lnTo>
                <a:cubicBezTo>
                  <a:pt x="18390" y="17588"/>
                  <a:pt x="19363" y="17041"/>
                  <a:pt x="19667" y="16889"/>
                </a:cubicBezTo>
                <a:cubicBezTo>
                  <a:pt x="19940" y="16737"/>
                  <a:pt x="20214" y="16585"/>
                  <a:pt x="20244" y="16585"/>
                </a:cubicBezTo>
                <a:cubicBezTo>
                  <a:pt x="20275" y="16585"/>
                  <a:pt x="20244" y="16707"/>
                  <a:pt x="20214" y="16737"/>
                </a:cubicBezTo>
                <a:cubicBezTo>
                  <a:pt x="20214" y="16750"/>
                  <a:pt x="20233" y="16756"/>
                  <a:pt x="20262" y="16756"/>
                </a:cubicBezTo>
                <a:cubicBezTo>
                  <a:pt x="20365" y="16756"/>
                  <a:pt x="20596" y="16680"/>
                  <a:pt x="20548" y="16585"/>
                </a:cubicBezTo>
                <a:cubicBezTo>
                  <a:pt x="20487" y="16494"/>
                  <a:pt x="20487" y="16433"/>
                  <a:pt x="20487" y="16433"/>
                </a:cubicBezTo>
                <a:lnTo>
                  <a:pt x="20487" y="16433"/>
                </a:lnTo>
                <a:cubicBezTo>
                  <a:pt x="20491" y="16437"/>
                  <a:pt x="20495" y="16438"/>
                  <a:pt x="20501" y="16438"/>
                </a:cubicBezTo>
                <a:cubicBezTo>
                  <a:pt x="20543" y="16438"/>
                  <a:pt x="20643" y="16339"/>
                  <a:pt x="20670" y="16312"/>
                </a:cubicBezTo>
                <a:cubicBezTo>
                  <a:pt x="20679" y="16293"/>
                  <a:pt x="20695" y="16286"/>
                  <a:pt x="20711" y="16286"/>
                </a:cubicBezTo>
                <a:cubicBezTo>
                  <a:pt x="20748" y="16286"/>
                  <a:pt x="20791" y="16321"/>
                  <a:pt x="20791" y="16342"/>
                </a:cubicBezTo>
                <a:cubicBezTo>
                  <a:pt x="20796" y="16346"/>
                  <a:pt x="20804" y="16348"/>
                  <a:pt x="20815" y="16348"/>
                </a:cubicBezTo>
                <a:cubicBezTo>
                  <a:pt x="20884" y="16348"/>
                  <a:pt x="21069" y="16273"/>
                  <a:pt x="21095" y="16220"/>
                </a:cubicBezTo>
                <a:cubicBezTo>
                  <a:pt x="21247" y="16099"/>
                  <a:pt x="21369" y="15977"/>
                  <a:pt x="21521" y="15886"/>
                </a:cubicBezTo>
                <a:lnTo>
                  <a:pt x="21703" y="15825"/>
                </a:lnTo>
                <a:cubicBezTo>
                  <a:pt x="21794" y="15825"/>
                  <a:pt x="21703" y="15947"/>
                  <a:pt x="21643" y="15977"/>
                </a:cubicBezTo>
                <a:cubicBezTo>
                  <a:pt x="21582" y="16008"/>
                  <a:pt x="21643" y="16068"/>
                  <a:pt x="21734" y="16129"/>
                </a:cubicBezTo>
                <a:lnTo>
                  <a:pt x="21734" y="16190"/>
                </a:lnTo>
                <a:lnTo>
                  <a:pt x="21673" y="16312"/>
                </a:lnTo>
                <a:cubicBezTo>
                  <a:pt x="21521" y="16403"/>
                  <a:pt x="21339" y="16464"/>
                  <a:pt x="21156" y="16464"/>
                </a:cubicBezTo>
                <a:lnTo>
                  <a:pt x="21217" y="16524"/>
                </a:lnTo>
                <a:lnTo>
                  <a:pt x="21369" y="16676"/>
                </a:lnTo>
                <a:cubicBezTo>
                  <a:pt x="21335" y="16744"/>
                  <a:pt x="21292" y="16764"/>
                  <a:pt x="21261" y="16764"/>
                </a:cubicBezTo>
                <a:cubicBezTo>
                  <a:pt x="21235" y="16764"/>
                  <a:pt x="21217" y="16751"/>
                  <a:pt x="21217" y="16737"/>
                </a:cubicBezTo>
                <a:cubicBezTo>
                  <a:pt x="21195" y="16716"/>
                  <a:pt x="21128" y="16694"/>
                  <a:pt x="21037" y="16694"/>
                </a:cubicBezTo>
                <a:cubicBezTo>
                  <a:pt x="20999" y="16694"/>
                  <a:pt x="20958" y="16698"/>
                  <a:pt x="20913" y="16707"/>
                </a:cubicBezTo>
                <a:lnTo>
                  <a:pt x="20791" y="16737"/>
                </a:lnTo>
                <a:cubicBezTo>
                  <a:pt x="20761" y="16768"/>
                  <a:pt x="20731" y="16828"/>
                  <a:pt x="20700" y="16859"/>
                </a:cubicBezTo>
                <a:cubicBezTo>
                  <a:pt x="20822" y="16920"/>
                  <a:pt x="20822" y="16980"/>
                  <a:pt x="20700" y="17041"/>
                </a:cubicBezTo>
                <a:lnTo>
                  <a:pt x="20609" y="17102"/>
                </a:lnTo>
                <a:cubicBezTo>
                  <a:pt x="20579" y="17163"/>
                  <a:pt x="20275" y="17284"/>
                  <a:pt x="20244" y="17345"/>
                </a:cubicBezTo>
                <a:cubicBezTo>
                  <a:pt x="20214" y="17436"/>
                  <a:pt x="19849" y="17406"/>
                  <a:pt x="19788" y="17467"/>
                </a:cubicBezTo>
                <a:cubicBezTo>
                  <a:pt x="19697" y="17527"/>
                  <a:pt x="19819" y="17679"/>
                  <a:pt x="19849" y="17710"/>
                </a:cubicBezTo>
                <a:cubicBezTo>
                  <a:pt x="19880" y="17710"/>
                  <a:pt x="19880" y="17831"/>
                  <a:pt x="19849" y="17831"/>
                </a:cubicBezTo>
                <a:cubicBezTo>
                  <a:pt x="19758" y="17831"/>
                  <a:pt x="19667" y="17862"/>
                  <a:pt x="19606" y="17862"/>
                </a:cubicBezTo>
                <a:lnTo>
                  <a:pt x="19302" y="18014"/>
                </a:lnTo>
                <a:lnTo>
                  <a:pt x="19302" y="18166"/>
                </a:lnTo>
                <a:cubicBezTo>
                  <a:pt x="19241" y="18257"/>
                  <a:pt x="19180" y="18318"/>
                  <a:pt x="19089" y="18409"/>
                </a:cubicBezTo>
                <a:lnTo>
                  <a:pt x="19089" y="18530"/>
                </a:lnTo>
                <a:cubicBezTo>
                  <a:pt x="19089" y="18561"/>
                  <a:pt x="18998" y="18591"/>
                  <a:pt x="18968" y="18591"/>
                </a:cubicBezTo>
                <a:cubicBezTo>
                  <a:pt x="18937" y="18561"/>
                  <a:pt x="18907" y="18561"/>
                  <a:pt x="18877" y="18500"/>
                </a:cubicBezTo>
                <a:lnTo>
                  <a:pt x="18877" y="18470"/>
                </a:lnTo>
                <a:cubicBezTo>
                  <a:pt x="18864" y="18444"/>
                  <a:pt x="18840" y="18435"/>
                  <a:pt x="18815" y="18435"/>
                </a:cubicBezTo>
                <a:cubicBezTo>
                  <a:pt x="18780" y="18435"/>
                  <a:pt x="18742" y="18452"/>
                  <a:pt x="18725" y="18470"/>
                </a:cubicBezTo>
                <a:cubicBezTo>
                  <a:pt x="18664" y="18500"/>
                  <a:pt x="18633" y="18530"/>
                  <a:pt x="18633" y="18591"/>
                </a:cubicBezTo>
                <a:lnTo>
                  <a:pt x="18633" y="18622"/>
                </a:lnTo>
                <a:lnTo>
                  <a:pt x="18633" y="18804"/>
                </a:lnTo>
                <a:cubicBezTo>
                  <a:pt x="18481" y="18895"/>
                  <a:pt x="18299" y="18956"/>
                  <a:pt x="18117" y="19017"/>
                </a:cubicBezTo>
                <a:lnTo>
                  <a:pt x="18056" y="18956"/>
                </a:lnTo>
                <a:cubicBezTo>
                  <a:pt x="18029" y="18947"/>
                  <a:pt x="18005" y="18943"/>
                  <a:pt x="17984" y="18943"/>
                </a:cubicBezTo>
                <a:cubicBezTo>
                  <a:pt x="17934" y="18943"/>
                  <a:pt x="17904" y="18965"/>
                  <a:pt x="17904" y="18986"/>
                </a:cubicBezTo>
                <a:lnTo>
                  <a:pt x="17873" y="19078"/>
                </a:lnTo>
                <a:cubicBezTo>
                  <a:pt x="17850" y="19170"/>
                  <a:pt x="17898" y="19210"/>
                  <a:pt x="17935" y="19210"/>
                </a:cubicBezTo>
                <a:cubicBezTo>
                  <a:pt x="17947" y="19210"/>
                  <a:pt x="17957" y="19206"/>
                  <a:pt x="17965" y="19199"/>
                </a:cubicBezTo>
                <a:cubicBezTo>
                  <a:pt x="17965" y="19199"/>
                  <a:pt x="18025" y="19199"/>
                  <a:pt x="18056" y="19260"/>
                </a:cubicBezTo>
                <a:lnTo>
                  <a:pt x="18056" y="19290"/>
                </a:lnTo>
                <a:cubicBezTo>
                  <a:pt x="18025" y="19321"/>
                  <a:pt x="17965" y="19382"/>
                  <a:pt x="17934" y="19382"/>
                </a:cubicBezTo>
                <a:lnTo>
                  <a:pt x="17691" y="19382"/>
                </a:lnTo>
                <a:cubicBezTo>
                  <a:pt x="17718" y="19514"/>
                  <a:pt x="17583" y="19600"/>
                  <a:pt x="17507" y="19600"/>
                </a:cubicBezTo>
                <a:cubicBezTo>
                  <a:pt x="17496" y="19600"/>
                  <a:pt x="17486" y="19598"/>
                  <a:pt x="17478" y="19594"/>
                </a:cubicBezTo>
                <a:cubicBezTo>
                  <a:pt x="17462" y="19586"/>
                  <a:pt x="17446" y="19582"/>
                  <a:pt x="17431" y="19582"/>
                </a:cubicBezTo>
                <a:cubicBezTo>
                  <a:pt x="17389" y="19582"/>
                  <a:pt x="17357" y="19611"/>
                  <a:pt x="17357" y="19655"/>
                </a:cubicBezTo>
                <a:lnTo>
                  <a:pt x="17357" y="19716"/>
                </a:lnTo>
                <a:lnTo>
                  <a:pt x="17357" y="19989"/>
                </a:lnTo>
                <a:cubicBezTo>
                  <a:pt x="17205" y="19989"/>
                  <a:pt x="17022" y="20050"/>
                  <a:pt x="16870" y="20081"/>
                </a:cubicBezTo>
                <a:lnTo>
                  <a:pt x="16810" y="20141"/>
                </a:lnTo>
                <a:cubicBezTo>
                  <a:pt x="16718" y="20202"/>
                  <a:pt x="16627" y="20263"/>
                  <a:pt x="16536" y="20324"/>
                </a:cubicBezTo>
                <a:lnTo>
                  <a:pt x="16475" y="20354"/>
                </a:lnTo>
                <a:cubicBezTo>
                  <a:pt x="16354" y="20354"/>
                  <a:pt x="16232" y="20415"/>
                  <a:pt x="16141" y="20506"/>
                </a:cubicBezTo>
                <a:cubicBezTo>
                  <a:pt x="16050" y="20597"/>
                  <a:pt x="15898" y="20689"/>
                  <a:pt x="15776" y="20719"/>
                </a:cubicBezTo>
                <a:cubicBezTo>
                  <a:pt x="15685" y="20749"/>
                  <a:pt x="15655" y="20841"/>
                  <a:pt x="15776" y="20932"/>
                </a:cubicBezTo>
                <a:lnTo>
                  <a:pt x="15837" y="20993"/>
                </a:lnTo>
                <a:cubicBezTo>
                  <a:pt x="15928" y="21023"/>
                  <a:pt x="15989" y="21114"/>
                  <a:pt x="15959" y="21236"/>
                </a:cubicBezTo>
                <a:lnTo>
                  <a:pt x="15959" y="21388"/>
                </a:lnTo>
                <a:cubicBezTo>
                  <a:pt x="16050" y="21448"/>
                  <a:pt x="16141" y="21509"/>
                  <a:pt x="16232" y="21570"/>
                </a:cubicBezTo>
                <a:cubicBezTo>
                  <a:pt x="16232" y="21600"/>
                  <a:pt x="16141" y="21722"/>
                  <a:pt x="16202" y="21752"/>
                </a:cubicBezTo>
                <a:cubicBezTo>
                  <a:pt x="16262" y="21783"/>
                  <a:pt x="16293" y="21874"/>
                  <a:pt x="16262" y="21965"/>
                </a:cubicBezTo>
                <a:lnTo>
                  <a:pt x="16293" y="22026"/>
                </a:lnTo>
                <a:lnTo>
                  <a:pt x="16414" y="22148"/>
                </a:lnTo>
                <a:cubicBezTo>
                  <a:pt x="16566" y="22300"/>
                  <a:pt x="16718" y="22391"/>
                  <a:pt x="16901" y="22482"/>
                </a:cubicBezTo>
                <a:lnTo>
                  <a:pt x="16992" y="22421"/>
                </a:lnTo>
                <a:cubicBezTo>
                  <a:pt x="17083" y="22421"/>
                  <a:pt x="17083" y="22543"/>
                  <a:pt x="17083" y="22573"/>
                </a:cubicBezTo>
                <a:cubicBezTo>
                  <a:pt x="17068" y="22603"/>
                  <a:pt x="17022" y="22611"/>
                  <a:pt x="16977" y="22611"/>
                </a:cubicBezTo>
                <a:cubicBezTo>
                  <a:pt x="16931" y="22611"/>
                  <a:pt x="16886" y="22603"/>
                  <a:pt x="16870" y="22603"/>
                </a:cubicBezTo>
                <a:cubicBezTo>
                  <a:pt x="16864" y="22600"/>
                  <a:pt x="16859" y="22599"/>
                  <a:pt x="16854" y="22599"/>
                </a:cubicBezTo>
                <a:cubicBezTo>
                  <a:pt x="16817" y="22599"/>
                  <a:pt x="16850" y="22711"/>
                  <a:pt x="16931" y="22847"/>
                </a:cubicBezTo>
                <a:lnTo>
                  <a:pt x="17053" y="22907"/>
                </a:lnTo>
                <a:lnTo>
                  <a:pt x="17266" y="23029"/>
                </a:lnTo>
                <a:cubicBezTo>
                  <a:pt x="17235" y="23181"/>
                  <a:pt x="17691" y="23303"/>
                  <a:pt x="17813" y="23363"/>
                </a:cubicBezTo>
                <a:cubicBezTo>
                  <a:pt x="17965" y="23394"/>
                  <a:pt x="18177" y="23455"/>
                  <a:pt x="18208" y="23455"/>
                </a:cubicBezTo>
                <a:cubicBezTo>
                  <a:pt x="18360" y="23455"/>
                  <a:pt x="18512" y="23424"/>
                  <a:pt x="18664" y="23424"/>
                </a:cubicBezTo>
                <a:lnTo>
                  <a:pt x="18846" y="23394"/>
                </a:lnTo>
                <a:lnTo>
                  <a:pt x="18877" y="23394"/>
                </a:lnTo>
                <a:cubicBezTo>
                  <a:pt x="18937" y="23333"/>
                  <a:pt x="18846" y="23242"/>
                  <a:pt x="18785" y="23242"/>
                </a:cubicBezTo>
                <a:cubicBezTo>
                  <a:pt x="18755" y="23211"/>
                  <a:pt x="18846" y="23181"/>
                  <a:pt x="18877" y="23181"/>
                </a:cubicBezTo>
                <a:cubicBezTo>
                  <a:pt x="19059" y="23242"/>
                  <a:pt x="19241" y="23272"/>
                  <a:pt x="19454" y="23272"/>
                </a:cubicBezTo>
                <a:lnTo>
                  <a:pt x="20153" y="22999"/>
                </a:lnTo>
                <a:cubicBezTo>
                  <a:pt x="20305" y="22938"/>
                  <a:pt x="20822" y="22786"/>
                  <a:pt x="20943" y="22695"/>
                </a:cubicBezTo>
                <a:cubicBezTo>
                  <a:pt x="21095" y="22634"/>
                  <a:pt x="21369" y="22512"/>
                  <a:pt x="21430" y="22452"/>
                </a:cubicBezTo>
                <a:cubicBezTo>
                  <a:pt x="21491" y="22421"/>
                  <a:pt x="21916" y="22269"/>
                  <a:pt x="22038" y="22208"/>
                </a:cubicBezTo>
                <a:cubicBezTo>
                  <a:pt x="22159" y="22148"/>
                  <a:pt x="22554" y="21874"/>
                  <a:pt x="22676" y="21813"/>
                </a:cubicBezTo>
                <a:cubicBezTo>
                  <a:pt x="22828" y="21752"/>
                  <a:pt x="23466" y="21357"/>
                  <a:pt x="23679" y="21236"/>
                </a:cubicBezTo>
                <a:cubicBezTo>
                  <a:pt x="23922" y="21144"/>
                  <a:pt x="24317" y="20962"/>
                  <a:pt x="24378" y="20932"/>
                </a:cubicBezTo>
                <a:cubicBezTo>
                  <a:pt x="24469" y="20901"/>
                  <a:pt x="25320" y="20354"/>
                  <a:pt x="25655" y="20172"/>
                </a:cubicBezTo>
                <a:lnTo>
                  <a:pt x="26779" y="19564"/>
                </a:lnTo>
                <a:cubicBezTo>
                  <a:pt x="26894" y="19478"/>
                  <a:pt x="27089" y="19257"/>
                  <a:pt x="27188" y="19257"/>
                </a:cubicBezTo>
                <a:cubicBezTo>
                  <a:pt x="27194" y="19257"/>
                  <a:pt x="27200" y="19258"/>
                  <a:pt x="27205" y="19260"/>
                </a:cubicBezTo>
                <a:cubicBezTo>
                  <a:pt x="27296" y="19290"/>
                  <a:pt x="27266" y="19473"/>
                  <a:pt x="27235" y="19534"/>
                </a:cubicBezTo>
                <a:cubicBezTo>
                  <a:pt x="27205" y="19564"/>
                  <a:pt x="27205" y="19625"/>
                  <a:pt x="27175" y="19655"/>
                </a:cubicBezTo>
                <a:cubicBezTo>
                  <a:pt x="27235" y="19837"/>
                  <a:pt x="27266" y="19989"/>
                  <a:pt x="27266" y="20172"/>
                </a:cubicBezTo>
                <a:cubicBezTo>
                  <a:pt x="27266" y="20293"/>
                  <a:pt x="27235" y="20385"/>
                  <a:pt x="27175" y="20506"/>
                </a:cubicBezTo>
                <a:lnTo>
                  <a:pt x="27175" y="20537"/>
                </a:lnTo>
                <a:lnTo>
                  <a:pt x="27357" y="20841"/>
                </a:lnTo>
                <a:cubicBezTo>
                  <a:pt x="27478" y="21205"/>
                  <a:pt x="27813" y="21904"/>
                  <a:pt x="27874" y="22056"/>
                </a:cubicBezTo>
                <a:cubicBezTo>
                  <a:pt x="27904" y="22208"/>
                  <a:pt x="27965" y="22482"/>
                  <a:pt x="27995" y="22603"/>
                </a:cubicBezTo>
                <a:lnTo>
                  <a:pt x="27934" y="22695"/>
                </a:lnTo>
                <a:lnTo>
                  <a:pt x="27843" y="22907"/>
                </a:lnTo>
                <a:cubicBezTo>
                  <a:pt x="28026" y="22907"/>
                  <a:pt x="28238" y="23242"/>
                  <a:pt x="28360" y="23272"/>
                </a:cubicBezTo>
                <a:cubicBezTo>
                  <a:pt x="28482" y="23333"/>
                  <a:pt x="28603" y="23637"/>
                  <a:pt x="28603" y="23759"/>
                </a:cubicBezTo>
                <a:cubicBezTo>
                  <a:pt x="28603" y="23880"/>
                  <a:pt x="28816" y="23850"/>
                  <a:pt x="28877" y="23910"/>
                </a:cubicBezTo>
                <a:cubicBezTo>
                  <a:pt x="28907" y="23941"/>
                  <a:pt x="28907" y="24214"/>
                  <a:pt x="28907" y="24275"/>
                </a:cubicBezTo>
                <a:cubicBezTo>
                  <a:pt x="28877" y="24366"/>
                  <a:pt x="28877" y="24427"/>
                  <a:pt x="28846" y="24518"/>
                </a:cubicBezTo>
                <a:lnTo>
                  <a:pt x="28816" y="24549"/>
                </a:lnTo>
                <a:cubicBezTo>
                  <a:pt x="28755" y="24701"/>
                  <a:pt x="28694" y="24853"/>
                  <a:pt x="28664" y="25005"/>
                </a:cubicBezTo>
                <a:lnTo>
                  <a:pt x="28694" y="25187"/>
                </a:lnTo>
                <a:cubicBezTo>
                  <a:pt x="28907" y="25278"/>
                  <a:pt x="29150" y="25339"/>
                  <a:pt x="29393" y="25400"/>
                </a:cubicBezTo>
                <a:cubicBezTo>
                  <a:pt x="29454" y="25461"/>
                  <a:pt x="29515" y="25521"/>
                  <a:pt x="29545" y="25521"/>
                </a:cubicBezTo>
                <a:cubicBezTo>
                  <a:pt x="29545" y="25521"/>
                  <a:pt x="29819" y="25491"/>
                  <a:pt x="30153" y="25491"/>
                </a:cubicBezTo>
                <a:lnTo>
                  <a:pt x="30457" y="25461"/>
                </a:lnTo>
                <a:lnTo>
                  <a:pt x="30488" y="25461"/>
                </a:lnTo>
                <a:cubicBezTo>
                  <a:pt x="30512" y="25425"/>
                  <a:pt x="30568" y="25413"/>
                  <a:pt x="30634" y="25413"/>
                </a:cubicBezTo>
                <a:cubicBezTo>
                  <a:pt x="30735" y="25413"/>
                  <a:pt x="30858" y="25442"/>
                  <a:pt x="30913" y="25461"/>
                </a:cubicBezTo>
                <a:cubicBezTo>
                  <a:pt x="30931" y="25465"/>
                  <a:pt x="30953" y="25467"/>
                  <a:pt x="30977" y="25467"/>
                </a:cubicBezTo>
                <a:cubicBezTo>
                  <a:pt x="31070" y="25467"/>
                  <a:pt x="31193" y="25439"/>
                  <a:pt x="31260" y="25439"/>
                </a:cubicBezTo>
                <a:cubicBezTo>
                  <a:pt x="31290" y="25439"/>
                  <a:pt x="31308" y="25445"/>
                  <a:pt x="31308" y="25461"/>
                </a:cubicBezTo>
                <a:cubicBezTo>
                  <a:pt x="31295" y="25486"/>
                  <a:pt x="31326" y="25496"/>
                  <a:pt x="31373" y="25496"/>
                </a:cubicBezTo>
                <a:cubicBezTo>
                  <a:pt x="31436" y="25496"/>
                  <a:pt x="31529" y="25478"/>
                  <a:pt x="31582" y="25461"/>
                </a:cubicBezTo>
                <a:cubicBezTo>
                  <a:pt x="31590" y="25457"/>
                  <a:pt x="31600" y="25455"/>
                  <a:pt x="31610" y="25455"/>
                </a:cubicBezTo>
                <a:cubicBezTo>
                  <a:pt x="31674" y="25455"/>
                  <a:pt x="31764" y="25530"/>
                  <a:pt x="31764" y="25582"/>
                </a:cubicBezTo>
                <a:cubicBezTo>
                  <a:pt x="31764" y="25613"/>
                  <a:pt x="31977" y="25613"/>
                  <a:pt x="32038" y="25613"/>
                </a:cubicBezTo>
                <a:cubicBezTo>
                  <a:pt x="32099" y="25613"/>
                  <a:pt x="32159" y="25613"/>
                  <a:pt x="32190" y="25643"/>
                </a:cubicBezTo>
                <a:cubicBezTo>
                  <a:pt x="32433" y="25582"/>
                  <a:pt x="32646" y="25521"/>
                  <a:pt x="32859" y="25461"/>
                </a:cubicBezTo>
                <a:cubicBezTo>
                  <a:pt x="33041" y="25430"/>
                  <a:pt x="33588" y="25248"/>
                  <a:pt x="34074" y="25066"/>
                </a:cubicBezTo>
                <a:lnTo>
                  <a:pt x="34530" y="24914"/>
                </a:lnTo>
                <a:lnTo>
                  <a:pt x="34652" y="24883"/>
                </a:lnTo>
                <a:cubicBezTo>
                  <a:pt x="34956" y="24731"/>
                  <a:pt x="35260" y="24579"/>
                  <a:pt x="35564" y="24427"/>
                </a:cubicBezTo>
                <a:lnTo>
                  <a:pt x="36141" y="24275"/>
                </a:lnTo>
                <a:cubicBezTo>
                  <a:pt x="36232" y="24245"/>
                  <a:pt x="36354" y="24184"/>
                  <a:pt x="36445" y="24123"/>
                </a:cubicBezTo>
                <a:lnTo>
                  <a:pt x="36445" y="24062"/>
                </a:lnTo>
                <a:lnTo>
                  <a:pt x="36506" y="23910"/>
                </a:lnTo>
                <a:cubicBezTo>
                  <a:pt x="36567" y="23931"/>
                  <a:pt x="36628" y="23941"/>
                  <a:pt x="36686" y="23941"/>
                </a:cubicBezTo>
                <a:cubicBezTo>
                  <a:pt x="36803" y="23941"/>
                  <a:pt x="36911" y="23900"/>
                  <a:pt x="36992" y="23819"/>
                </a:cubicBezTo>
                <a:lnTo>
                  <a:pt x="37114" y="23698"/>
                </a:lnTo>
                <a:cubicBezTo>
                  <a:pt x="37144" y="23683"/>
                  <a:pt x="37182" y="23683"/>
                  <a:pt x="37224" y="23683"/>
                </a:cubicBezTo>
                <a:cubicBezTo>
                  <a:pt x="37266" y="23683"/>
                  <a:pt x="37311" y="23683"/>
                  <a:pt x="37357" y="23667"/>
                </a:cubicBezTo>
                <a:lnTo>
                  <a:pt x="37600" y="23607"/>
                </a:lnTo>
                <a:cubicBezTo>
                  <a:pt x="37813" y="23485"/>
                  <a:pt x="37995" y="23363"/>
                  <a:pt x="38178" y="23211"/>
                </a:cubicBezTo>
                <a:cubicBezTo>
                  <a:pt x="38208" y="23181"/>
                  <a:pt x="38512" y="23120"/>
                  <a:pt x="38603" y="23059"/>
                </a:cubicBezTo>
                <a:cubicBezTo>
                  <a:pt x="38786" y="22938"/>
                  <a:pt x="38968" y="22847"/>
                  <a:pt x="39150" y="22786"/>
                </a:cubicBezTo>
                <a:lnTo>
                  <a:pt x="39302" y="22664"/>
                </a:lnTo>
                <a:lnTo>
                  <a:pt x="39454" y="22543"/>
                </a:lnTo>
                <a:cubicBezTo>
                  <a:pt x="39637" y="22482"/>
                  <a:pt x="39819" y="22360"/>
                  <a:pt x="40002" y="22239"/>
                </a:cubicBezTo>
                <a:cubicBezTo>
                  <a:pt x="40029" y="22211"/>
                  <a:pt x="40157" y="22083"/>
                  <a:pt x="40203" y="22083"/>
                </a:cubicBezTo>
                <a:cubicBezTo>
                  <a:pt x="40208" y="22083"/>
                  <a:pt x="40212" y="22084"/>
                  <a:pt x="40214" y="22087"/>
                </a:cubicBezTo>
                <a:lnTo>
                  <a:pt x="40336" y="22117"/>
                </a:lnTo>
                <a:cubicBezTo>
                  <a:pt x="40457" y="22087"/>
                  <a:pt x="40549" y="22056"/>
                  <a:pt x="40640" y="21996"/>
                </a:cubicBezTo>
                <a:lnTo>
                  <a:pt x="40670" y="21874"/>
                </a:lnTo>
                <a:lnTo>
                  <a:pt x="40731" y="21752"/>
                </a:lnTo>
                <a:cubicBezTo>
                  <a:pt x="40853" y="21722"/>
                  <a:pt x="40974" y="21692"/>
                  <a:pt x="41065" y="21661"/>
                </a:cubicBezTo>
                <a:cubicBezTo>
                  <a:pt x="41157" y="21570"/>
                  <a:pt x="41278" y="21540"/>
                  <a:pt x="41400" y="21509"/>
                </a:cubicBezTo>
                <a:lnTo>
                  <a:pt x="41430" y="21357"/>
                </a:lnTo>
                <a:lnTo>
                  <a:pt x="41430" y="21327"/>
                </a:lnTo>
                <a:cubicBezTo>
                  <a:pt x="41451" y="21320"/>
                  <a:pt x="41479" y="21318"/>
                  <a:pt x="41512" y="21318"/>
                </a:cubicBezTo>
                <a:cubicBezTo>
                  <a:pt x="41569" y="21318"/>
                  <a:pt x="41640" y="21325"/>
                  <a:pt x="41700" y="21325"/>
                </a:cubicBezTo>
                <a:cubicBezTo>
                  <a:pt x="41755" y="21325"/>
                  <a:pt x="41803" y="21319"/>
                  <a:pt x="41825" y="21296"/>
                </a:cubicBezTo>
                <a:cubicBezTo>
                  <a:pt x="41886" y="21205"/>
                  <a:pt x="41947" y="21144"/>
                  <a:pt x="42008" y="21084"/>
                </a:cubicBezTo>
                <a:lnTo>
                  <a:pt x="42160" y="21084"/>
                </a:lnTo>
                <a:cubicBezTo>
                  <a:pt x="42220" y="21023"/>
                  <a:pt x="42281" y="20962"/>
                  <a:pt x="42342" y="20932"/>
                </a:cubicBezTo>
                <a:lnTo>
                  <a:pt x="42403" y="20901"/>
                </a:lnTo>
                <a:cubicBezTo>
                  <a:pt x="42433" y="20871"/>
                  <a:pt x="42403" y="20780"/>
                  <a:pt x="42464" y="20749"/>
                </a:cubicBezTo>
                <a:lnTo>
                  <a:pt x="42707" y="20749"/>
                </a:lnTo>
                <a:cubicBezTo>
                  <a:pt x="42768" y="20719"/>
                  <a:pt x="42828" y="20689"/>
                  <a:pt x="42889" y="20658"/>
                </a:cubicBezTo>
                <a:lnTo>
                  <a:pt x="43132" y="20506"/>
                </a:lnTo>
                <a:cubicBezTo>
                  <a:pt x="43375" y="20354"/>
                  <a:pt x="43923" y="20050"/>
                  <a:pt x="44075" y="19959"/>
                </a:cubicBezTo>
                <a:cubicBezTo>
                  <a:pt x="44196" y="19898"/>
                  <a:pt x="44378" y="19807"/>
                  <a:pt x="44470" y="19746"/>
                </a:cubicBezTo>
                <a:lnTo>
                  <a:pt x="44591" y="19716"/>
                </a:lnTo>
                <a:cubicBezTo>
                  <a:pt x="44682" y="19716"/>
                  <a:pt x="44743" y="19594"/>
                  <a:pt x="44804" y="19534"/>
                </a:cubicBezTo>
                <a:cubicBezTo>
                  <a:pt x="44819" y="19518"/>
                  <a:pt x="44834" y="19511"/>
                  <a:pt x="44846" y="19511"/>
                </a:cubicBezTo>
                <a:cubicBezTo>
                  <a:pt x="44857" y="19511"/>
                  <a:pt x="44865" y="19518"/>
                  <a:pt x="44865" y="19534"/>
                </a:cubicBezTo>
                <a:lnTo>
                  <a:pt x="44926" y="19534"/>
                </a:lnTo>
                <a:cubicBezTo>
                  <a:pt x="44986" y="19534"/>
                  <a:pt x="45017" y="19534"/>
                  <a:pt x="45017" y="19473"/>
                </a:cubicBezTo>
                <a:cubicBezTo>
                  <a:pt x="45017" y="19442"/>
                  <a:pt x="45290" y="19382"/>
                  <a:pt x="45321" y="19321"/>
                </a:cubicBezTo>
                <a:cubicBezTo>
                  <a:pt x="45336" y="19275"/>
                  <a:pt x="45359" y="19260"/>
                  <a:pt x="45382" y="19260"/>
                </a:cubicBezTo>
                <a:cubicBezTo>
                  <a:pt x="45404" y="19260"/>
                  <a:pt x="45427" y="19275"/>
                  <a:pt x="45442" y="19290"/>
                </a:cubicBezTo>
                <a:cubicBezTo>
                  <a:pt x="45442" y="19292"/>
                  <a:pt x="45443" y="19293"/>
                  <a:pt x="45444" y="19293"/>
                </a:cubicBezTo>
                <a:cubicBezTo>
                  <a:pt x="45467" y="19293"/>
                  <a:pt x="45662" y="19074"/>
                  <a:pt x="45777" y="19017"/>
                </a:cubicBezTo>
                <a:cubicBezTo>
                  <a:pt x="46020" y="18926"/>
                  <a:pt x="46293" y="18804"/>
                  <a:pt x="46537" y="18652"/>
                </a:cubicBezTo>
                <a:cubicBezTo>
                  <a:pt x="46597" y="18561"/>
                  <a:pt x="46719" y="18470"/>
                  <a:pt x="46841" y="18439"/>
                </a:cubicBezTo>
                <a:lnTo>
                  <a:pt x="46871" y="18439"/>
                </a:lnTo>
                <a:cubicBezTo>
                  <a:pt x="46962" y="18439"/>
                  <a:pt x="47145" y="18378"/>
                  <a:pt x="47145" y="18348"/>
                </a:cubicBezTo>
                <a:lnTo>
                  <a:pt x="47145" y="18166"/>
                </a:lnTo>
                <a:cubicBezTo>
                  <a:pt x="47327" y="18135"/>
                  <a:pt x="47509" y="18105"/>
                  <a:pt x="47692" y="18075"/>
                </a:cubicBezTo>
                <a:cubicBezTo>
                  <a:pt x="47813" y="18044"/>
                  <a:pt x="47904" y="17983"/>
                  <a:pt x="48026" y="17892"/>
                </a:cubicBezTo>
                <a:cubicBezTo>
                  <a:pt x="48056" y="17862"/>
                  <a:pt x="48239" y="17710"/>
                  <a:pt x="48269" y="17710"/>
                </a:cubicBezTo>
                <a:cubicBezTo>
                  <a:pt x="48482" y="17679"/>
                  <a:pt x="48664" y="17588"/>
                  <a:pt x="48786" y="17467"/>
                </a:cubicBezTo>
                <a:lnTo>
                  <a:pt x="49029" y="17375"/>
                </a:lnTo>
                <a:cubicBezTo>
                  <a:pt x="49151" y="17345"/>
                  <a:pt x="49242" y="17284"/>
                  <a:pt x="49363" y="17223"/>
                </a:cubicBezTo>
                <a:lnTo>
                  <a:pt x="49576" y="17102"/>
                </a:lnTo>
                <a:cubicBezTo>
                  <a:pt x="49850" y="16950"/>
                  <a:pt x="50184" y="16768"/>
                  <a:pt x="50336" y="16646"/>
                </a:cubicBezTo>
                <a:lnTo>
                  <a:pt x="50518" y="16585"/>
                </a:lnTo>
                <a:lnTo>
                  <a:pt x="50579" y="16585"/>
                </a:lnTo>
                <a:cubicBezTo>
                  <a:pt x="50822" y="16464"/>
                  <a:pt x="51035" y="16372"/>
                  <a:pt x="51278" y="16281"/>
                </a:cubicBezTo>
                <a:cubicBezTo>
                  <a:pt x="51491" y="16160"/>
                  <a:pt x="51704" y="16038"/>
                  <a:pt x="51886" y="15916"/>
                </a:cubicBezTo>
                <a:cubicBezTo>
                  <a:pt x="51977" y="15856"/>
                  <a:pt x="52221" y="15764"/>
                  <a:pt x="52281" y="15734"/>
                </a:cubicBezTo>
                <a:cubicBezTo>
                  <a:pt x="52373" y="15673"/>
                  <a:pt x="52494" y="15612"/>
                  <a:pt x="52585" y="15521"/>
                </a:cubicBezTo>
                <a:cubicBezTo>
                  <a:pt x="52677" y="15461"/>
                  <a:pt x="52768" y="15400"/>
                  <a:pt x="52859" y="15369"/>
                </a:cubicBezTo>
                <a:cubicBezTo>
                  <a:pt x="52920" y="15369"/>
                  <a:pt x="53406" y="15065"/>
                  <a:pt x="53619" y="15005"/>
                </a:cubicBezTo>
                <a:cubicBezTo>
                  <a:pt x="53832" y="14944"/>
                  <a:pt x="54075" y="14761"/>
                  <a:pt x="54136" y="14761"/>
                </a:cubicBezTo>
                <a:cubicBezTo>
                  <a:pt x="54196" y="14731"/>
                  <a:pt x="54470" y="14549"/>
                  <a:pt x="54622" y="14488"/>
                </a:cubicBezTo>
                <a:cubicBezTo>
                  <a:pt x="54743" y="14427"/>
                  <a:pt x="55078" y="14305"/>
                  <a:pt x="55199" y="14245"/>
                </a:cubicBezTo>
                <a:cubicBezTo>
                  <a:pt x="55351" y="14154"/>
                  <a:pt x="55503" y="14093"/>
                  <a:pt x="55625" y="14002"/>
                </a:cubicBezTo>
                <a:lnTo>
                  <a:pt x="55746" y="13971"/>
                </a:lnTo>
                <a:cubicBezTo>
                  <a:pt x="56050" y="13880"/>
                  <a:pt x="56324" y="13728"/>
                  <a:pt x="56628" y="13606"/>
                </a:cubicBezTo>
                <a:lnTo>
                  <a:pt x="56658" y="13576"/>
                </a:lnTo>
                <a:cubicBezTo>
                  <a:pt x="56750" y="13576"/>
                  <a:pt x="56841" y="13454"/>
                  <a:pt x="56871" y="13302"/>
                </a:cubicBezTo>
                <a:lnTo>
                  <a:pt x="57084" y="13485"/>
                </a:lnTo>
                <a:cubicBezTo>
                  <a:pt x="57175" y="13454"/>
                  <a:pt x="57266" y="13272"/>
                  <a:pt x="57327" y="13242"/>
                </a:cubicBezTo>
                <a:lnTo>
                  <a:pt x="57570" y="13242"/>
                </a:lnTo>
                <a:cubicBezTo>
                  <a:pt x="57570" y="13233"/>
                  <a:pt x="57573" y="13229"/>
                  <a:pt x="57576" y="13229"/>
                </a:cubicBezTo>
                <a:cubicBezTo>
                  <a:pt x="57583" y="13229"/>
                  <a:pt x="57592" y="13251"/>
                  <a:pt x="57570" y="13272"/>
                </a:cubicBezTo>
                <a:cubicBezTo>
                  <a:pt x="57479" y="13363"/>
                  <a:pt x="57418" y="13454"/>
                  <a:pt x="57327" y="13576"/>
                </a:cubicBezTo>
                <a:lnTo>
                  <a:pt x="57327" y="13910"/>
                </a:lnTo>
                <a:cubicBezTo>
                  <a:pt x="57236" y="13910"/>
                  <a:pt x="57114" y="13910"/>
                  <a:pt x="57023" y="13941"/>
                </a:cubicBezTo>
                <a:cubicBezTo>
                  <a:pt x="56962" y="13971"/>
                  <a:pt x="56871" y="14002"/>
                  <a:pt x="56810" y="14032"/>
                </a:cubicBezTo>
                <a:cubicBezTo>
                  <a:pt x="56810" y="14040"/>
                  <a:pt x="56808" y="14043"/>
                  <a:pt x="56806" y="14043"/>
                </a:cubicBezTo>
                <a:cubicBezTo>
                  <a:pt x="56799" y="14043"/>
                  <a:pt x="56788" y="14009"/>
                  <a:pt x="56810" y="13941"/>
                </a:cubicBezTo>
                <a:lnTo>
                  <a:pt x="56810" y="13850"/>
                </a:lnTo>
                <a:cubicBezTo>
                  <a:pt x="56658" y="13910"/>
                  <a:pt x="56476" y="14002"/>
                  <a:pt x="56324" y="14093"/>
                </a:cubicBezTo>
                <a:cubicBezTo>
                  <a:pt x="56172" y="14184"/>
                  <a:pt x="55777" y="14397"/>
                  <a:pt x="55686" y="14488"/>
                </a:cubicBezTo>
                <a:cubicBezTo>
                  <a:pt x="55625" y="14549"/>
                  <a:pt x="55564" y="14579"/>
                  <a:pt x="55503" y="14670"/>
                </a:cubicBezTo>
                <a:cubicBezTo>
                  <a:pt x="55503" y="14701"/>
                  <a:pt x="55473" y="14761"/>
                  <a:pt x="55443" y="14792"/>
                </a:cubicBezTo>
                <a:lnTo>
                  <a:pt x="55473" y="14883"/>
                </a:lnTo>
                <a:lnTo>
                  <a:pt x="55503" y="14944"/>
                </a:lnTo>
                <a:cubicBezTo>
                  <a:pt x="55503" y="15065"/>
                  <a:pt x="55443" y="15157"/>
                  <a:pt x="55382" y="15217"/>
                </a:cubicBezTo>
                <a:cubicBezTo>
                  <a:pt x="55321" y="15248"/>
                  <a:pt x="55351" y="15309"/>
                  <a:pt x="55412" y="15369"/>
                </a:cubicBezTo>
                <a:lnTo>
                  <a:pt x="55473" y="15400"/>
                </a:lnTo>
                <a:lnTo>
                  <a:pt x="55534" y="15430"/>
                </a:lnTo>
                <a:cubicBezTo>
                  <a:pt x="55595" y="15430"/>
                  <a:pt x="55625" y="15400"/>
                  <a:pt x="55595" y="15369"/>
                </a:cubicBezTo>
                <a:lnTo>
                  <a:pt x="55595" y="15339"/>
                </a:lnTo>
                <a:cubicBezTo>
                  <a:pt x="55595" y="15278"/>
                  <a:pt x="55625" y="15217"/>
                  <a:pt x="55655" y="15217"/>
                </a:cubicBezTo>
                <a:lnTo>
                  <a:pt x="55777" y="15217"/>
                </a:lnTo>
                <a:cubicBezTo>
                  <a:pt x="55898" y="15217"/>
                  <a:pt x="56020" y="15187"/>
                  <a:pt x="56050" y="15065"/>
                </a:cubicBezTo>
                <a:lnTo>
                  <a:pt x="56111" y="14974"/>
                </a:lnTo>
                <a:cubicBezTo>
                  <a:pt x="56172" y="14944"/>
                  <a:pt x="56202" y="14944"/>
                  <a:pt x="56263" y="14944"/>
                </a:cubicBezTo>
                <a:lnTo>
                  <a:pt x="56294" y="14944"/>
                </a:lnTo>
                <a:cubicBezTo>
                  <a:pt x="56294" y="15035"/>
                  <a:pt x="56263" y="15096"/>
                  <a:pt x="56233" y="15187"/>
                </a:cubicBezTo>
                <a:cubicBezTo>
                  <a:pt x="56223" y="15197"/>
                  <a:pt x="56243" y="15200"/>
                  <a:pt x="56278" y="15200"/>
                </a:cubicBezTo>
                <a:cubicBezTo>
                  <a:pt x="56348" y="15200"/>
                  <a:pt x="56476" y="15187"/>
                  <a:pt x="56537" y="15187"/>
                </a:cubicBezTo>
                <a:cubicBezTo>
                  <a:pt x="56628" y="15157"/>
                  <a:pt x="56780" y="14822"/>
                  <a:pt x="56841" y="14731"/>
                </a:cubicBezTo>
                <a:cubicBezTo>
                  <a:pt x="56902" y="14701"/>
                  <a:pt x="56993" y="14670"/>
                  <a:pt x="57084" y="14670"/>
                </a:cubicBezTo>
                <a:cubicBezTo>
                  <a:pt x="57114" y="14701"/>
                  <a:pt x="57023" y="14822"/>
                  <a:pt x="56962" y="14853"/>
                </a:cubicBezTo>
                <a:cubicBezTo>
                  <a:pt x="56932" y="14883"/>
                  <a:pt x="56962" y="14913"/>
                  <a:pt x="57023" y="14913"/>
                </a:cubicBezTo>
                <a:lnTo>
                  <a:pt x="57054" y="14913"/>
                </a:lnTo>
                <a:cubicBezTo>
                  <a:pt x="57084" y="14944"/>
                  <a:pt x="57145" y="14974"/>
                  <a:pt x="57175" y="15005"/>
                </a:cubicBezTo>
                <a:lnTo>
                  <a:pt x="57266" y="15096"/>
                </a:lnTo>
                <a:cubicBezTo>
                  <a:pt x="57175" y="15126"/>
                  <a:pt x="57054" y="15157"/>
                  <a:pt x="56962" y="15217"/>
                </a:cubicBezTo>
                <a:cubicBezTo>
                  <a:pt x="56934" y="15246"/>
                  <a:pt x="56768" y="15493"/>
                  <a:pt x="56673" y="15493"/>
                </a:cubicBezTo>
                <a:cubicBezTo>
                  <a:pt x="56668" y="15493"/>
                  <a:pt x="56663" y="15493"/>
                  <a:pt x="56658" y="15491"/>
                </a:cubicBezTo>
                <a:cubicBezTo>
                  <a:pt x="56537" y="15461"/>
                  <a:pt x="56415" y="15461"/>
                  <a:pt x="56324" y="15461"/>
                </a:cubicBezTo>
                <a:lnTo>
                  <a:pt x="56263" y="15521"/>
                </a:lnTo>
                <a:cubicBezTo>
                  <a:pt x="56172" y="15612"/>
                  <a:pt x="56202" y="15643"/>
                  <a:pt x="56294" y="15704"/>
                </a:cubicBezTo>
                <a:lnTo>
                  <a:pt x="56354" y="15734"/>
                </a:lnTo>
                <a:cubicBezTo>
                  <a:pt x="56415" y="15764"/>
                  <a:pt x="56324" y="15886"/>
                  <a:pt x="56294" y="15886"/>
                </a:cubicBezTo>
                <a:cubicBezTo>
                  <a:pt x="56263" y="15916"/>
                  <a:pt x="56354" y="16068"/>
                  <a:pt x="56415" y="16068"/>
                </a:cubicBezTo>
                <a:cubicBezTo>
                  <a:pt x="56567" y="16068"/>
                  <a:pt x="56689" y="16038"/>
                  <a:pt x="56810" y="15977"/>
                </a:cubicBezTo>
                <a:cubicBezTo>
                  <a:pt x="56871" y="15916"/>
                  <a:pt x="56932" y="15825"/>
                  <a:pt x="56962" y="15764"/>
                </a:cubicBezTo>
                <a:lnTo>
                  <a:pt x="57205" y="15764"/>
                </a:lnTo>
                <a:cubicBezTo>
                  <a:pt x="57297" y="15673"/>
                  <a:pt x="57418" y="15643"/>
                  <a:pt x="57509" y="15643"/>
                </a:cubicBezTo>
                <a:cubicBezTo>
                  <a:pt x="57570" y="15643"/>
                  <a:pt x="57631" y="15552"/>
                  <a:pt x="57661" y="15491"/>
                </a:cubicBezTo>
                <a:cubicBezTo>
                  <a:pt x="57661" y="15430"/>
                  <a:pt x="57692" y="15369"/>
                  <a:pt x="57692" y="15339"/>
                </a:cubicBezTo>
                <a:lnTo>
                  <a:pt x="57722" y="15339"/>
                </a:lnTo>
                <a:cubicBezTo>
                  <a:pt x="57874" y="15248"/>
                  <a:pt x="57905" y="15248"/>
                  <a:pt x="57753" y="15187"/>
                </a:cubicBezTo>
                <a:lnTo>
                  <a:pt x="57661" y="15157"/>
                </a:lnTo>
                <a:cubicBezTo>
                  <a:pt x="57551" y="15101"/>
                  <a:pt x="57516" y="14946"/>
                  <a:pt x="57533" y="14849"/>
                </a:cubicBezTo>
                <a:lnTo>
                  <a:pt x="57533" y="14849"/>
                </a:lnTo>
                <a:cubicBezTo>
                  <a:pt x="57551" y="14859"/>
                  <a:pt x="57573" y="14869"/>
                  <a:pt x="57601" y="14883"/>
                </a:cubicBezTo>
                <a:cubicBezTo>
                  <a:pt x="57605" y="14883"/>
                  <a:pt x="57608" y="14883"/>
                  <a:pt x="57612" y="14884"/>
                </a:cubicBezTo>
                <a:lnTo>
                  <a:pt x="57612" y="14884"/>
                </a:lnTo>
                <a:cubicBezTo>
                  <a:pt x="57599" y="14803"/>
                  <a:pt x="57593" y="14730"/>
                  <a:pt x="57570" y="14640"/>
                </a:cubicBezTo>
                <a:lnTo>
                  <a:pt x="57564" y="14653"/>
                </a:lnTo>
                <a:lnTo>
                  <a:pt x="57564" y="14653"/>
                </a:lnTo>
                <a:cubicBezTo>
                  <a:pt x="57581" y="14560"/>
                  <a:pt x="57601" y="14453"/>
                  <a:pt x="57601" y="14366"/>
                </a:cubicBezTo>
                <a:lnTo>
                  <a:pt x="57722" y="14366"/>
                </a:lnTo>
                <a:cubicBezTo>
                  <a:pt x="57726" y="14364"/>
                  <a:pt x="57730" y="14363"/>
                  <a:pt x="57733" y="14363"/>
                </a:cubicBezTo>
                <a:cubicBezTo>
                  <a:pt x="57779" y="14363"/>
                  <a:pt x="57755" y="14555"/>
                  <a:pt x="57783" y="14640"/>
                </a:cubicBezTo>
                <a:cubicBezTo>
                  <a:pt x="57813" y="14731"/>
                  <a:pt x="57844" y="14822"/>
                  <a:pt x="57844" y="14913"/>
                </a:cubicBezTo>
                <a:lnTo>
                  <a:pt x="57783" y="14913"/>
                </a:lnTo>
                <a:cubicBezTo>
                  <a:pt x="57768" y="14929"/>
                  <a:pt x="57753" y="14934"/>
                  <a:pt x="57737" y="14934"/>
                </a:cubicBezTo>
                <a:cubicBezTo>
                  <a:pt x="57696" y="14934"/>
                  <a:pt x="57654" y="14891"/>
                  <a:pt x="57612" y="14884"/>
                </a:cubicBezTo>
                <a:lnTo>
                  <a:pt x="57612" y="14884"/>
                </a:lnTo>
                <a:cubicBezTo>
                  <a:pt x="57617" y="14913"/>
                  <a:pt x="57623" y="14942"/>
                  <a:pt x="57631" y="14974"/>
                </a:cubicBezTo>
                <a:lnTo>
                  <a:pt x="57783" y="15035"/>
                </a:lnTo>
                <a:cubicBezTo>
                  <a:pt x="57803" y="15038"/>
                  <a:pt x="57822" y="15040"/>
                  <a:pt x="57842" y="15040"/>
                </a:cubicBezTo>
                <a:cubicBezTo>
                  <a:pt x="58002" y="15040"/>
                  <a:pt x="58141" y="14937"/>
                  <a:pt x="58087" y="14883"/>
                </a:cubicBezTo>
                <a:cubicBezTo>
                  <a:pt x="58026" y="14792"/>
                  <a:pt x="57965" y="14701"/>
                  <a:pt x="57935" y="14609"/>
                </a:cubicBezTo>
                <a:lnTo>
                  <a:pt x="57965" y="14518"/>
                </a:lnTo>
                <a:lnTo>
                  <a:pt x="57996" y="14427"/>
                </a:lnTo>
                <a:cubicBezTo>
                  <a:pt x="58178" y="14305"/>
                  <a:pt x="58391" y="14245"/>
                  <a:pt x="58604" y="14214"/>
                </a:cubicBezTo>
                <a:cubicBezTo>
                  <a:pt x="58756" y="14214"/>
                  <a:pt x="58816" y="14336"/>
                  <a:pt x="58756" y="14457"/>
                </a:cubicBezTo>
                <a:lnTo>
                  <a:pt x="58664" y="14427"/>
                </a:lnTo>
                <a:cubicBezTo>
                  <a:pt x="58615" y="14394"/>
                  <a:pt x="58570" y="14381"/>
                  <a:pt x="58530" y="14381"/>
                </a:cubicBezTo>
                <a:cubicBezTo>
                  <a:pt x="58423" y="14381"/>
                  <a:pt x="58352" y="14474"/>
                  <a:pt x="58330" y="14518"/>
                </a:cubicBezTo>
                <a:cubicBezTo>
                  <a:pt x="58269" y="14549"/>
                  <a:pt x="58300" y="14579"/>
                  <a:pt x="58391" y="14609"/>
                </a:cubicBezTo>
                <a:cubicBezTo>
                  <a:pt x="58474" y="14637"/>
                  <a:pt x="58431" y="14765"/>
                  <a:pt x="58560" y="14765"/>
                </a:cubicBezTo>
                <a:cubicBezTo>
                  <a:pt x="58573" y="14765"/>
                  <a:pt x="58587" y="14764"/>
                  <a:pt x="58604" y="14761"/>
                </a:cubicBezTo>
                <a:lnTo>
                  <a:pt x="58695" y="14761"/>
                </a:lnTo>
                <a:cubicBezTo>
                  <a:pt x="58763" y="14789"/>
                  <a:pt x="58825" y="14804"/>
                  <a:pt x="58884" y="14804"/>
                </a:cubicBezTo>
                <a:cubicBezTo>
                  <a:pt x="58956" y="14804"/>
                  <a:pt x="59023" y="14781"/>
                  <a:pt x="59090" y="14731"/>
                </a:cubicBezTo>
                <a:cubicBezTo>
                  <a:pt x="59120" y="14670"/>
                  <a:pt x="59120" y="14609"/>
                  <a:pt x="59090" y="14609"/>
                </a:cubicBezTo>
                <a:lnTo>
                  <a:pt x="59120" y="14518"/>
                </a:lnTo>
                <a:lnTo>
                  <a:pt x="59151" y="14427"/>
                </a:lnTo>
                <a:cubicBezTo>
                  <a:pt x="59151" y="14305"/>
                  <a:pt x="59242" y="14184"/>
                  <a:pt x="59272" y="14184"/>
                </a:cubicBezTo>
                <a:cubicBezTo>
                  <a:pt x="59333" y="14184"/>
                  <a:pt x="59303" y="14305"/>
                  <a:pt x="59303" y="14336"/>
                </a:cubicBezTo>
                <a:cubicBezTo>
                  <a:pt x="59272" y="14366"/>
                  <a:pt x="59303" y="14427"/>
                  <a:pt x="59333" y="14427"/>
                </a:cubicBezTo>
                <a:lnTo>
                  <a:pt x="59455" y="14366"/>
                </a:lnTo>
                <a:cubicBezTo>
                  <a:pt x="59576" y="14305"/>
                  <a:pt x="59759" y="14123"/>
                  <a:pt x="59850" y="14123"/>
                </a:cubicBezTo>
                <a:cubicBezTo>
                  <a:pt x="59856" y="14125"/>
                  <a:pt x="59861" y="14126"/>
                  <a:pt x="59864" y="14126"/>
                </a:cubicBezTo>
                <a:cubicBezTo>
                  <a:pt x="59918" y="14126"/>
                  <a:pt x="59753" y="13935"/>
                  <a:pt x="59668" y="13850"/>
                </a:cubicBezTo>
                <a:cubicBezTo>
                  <a:pt x="59637" y="13819"/>
                  <a:pt x="59599" y="13804"/>
                  <a:pt x="59561" y="13804"/>
                </a:cubicBezTo>
                <a:cubicBezTo>
                  <a:pt x="59523" y="13804"/>
                  <a:pt x="59485" y="13819"/>
                  <a:pt x="59455" y="13850"/>
                </a:cubicBezTo>
                <a:cubicBezTo>
                  <a:pt x="59424" y="13910"/>
                  <a:pt x="59272" y="13880"/>
                  <a:pt x="59212" y="13910"/>
                </a:cubicBezTo>
                <a:cubicBezTo>
                  <a:pt x="59181" y="13941"/>
                  <a:pt x="59120" y="13971"/>
                  <a:pt x="59090" y="14002"/>
                </a:cubicBezTo>
                <a:lnTo>
                  <a:pt x="59090" y="14032"/>
                </a:lnTo>
                <a:cubicBezTo>
                  <a:pt x="59073" y="14082"/>
                  <a:pt x="59038" y="14105"/>
                  <a:pt x="59000" y="14105"/>
                </a:cubicBezTo>
                <a:cubicBezTo>
                  <a:pt x="58968" y="14105"/>
                  <a:pt x="58935" y="14090"/>
                  <a:pt x="58908" y="14062"/>
                </a:cubicBezTo>
                <a:lnTo>
                  <a:pt x="58664" y="13941"/>
                </a:lnTo>
                <a:cubicBezTo>
                  <a:pt x="58546" y="13728"/>
                  <a:pt x="58428" y="13607"/>
                  <a:pt x="58381" y="13607"/>
                </a:cubicBezTo>
                <a:cubicBezTo>
                  <a:pt x="58368" y="13607"/>
                  <a:pt x="58361" y="13617"/>
                  <a:pt x="58361" y="13637"/>
                </a:cubicBezTo>
                <a:lnTo>
                  <a:pt x="58361" y="13698"/>
                </a:lnTo>
                <a:cubicBezTo>
                  <a:pt x="58330" y="13728"/>
                  <a:pt x="58300" y="13758"/>
                  <a:pt x="58269" y="13758"/>
                </a:cubicBezTo>
                <a:lnTo>
                  <a:pt x="58239" y="13758"/>
                </a:lnTo>
                <a:cubicBezTo>
                  <a:pt x="58148" y="13667"/>
                  <a:pt x="58057" y="13546"/>
                  <a:pt x="58026" y="13424"/>
                </a:cubicBezTo>
                <a:lnTo>
                  <a:pt x="57783" y="13272"/>
                </a:lnTo>
                <a:cubicBezTo>
                  <a:pt x="57753" y="13242"/>
                  <a:pt x="57753" y="13181"/>
                  <a:pt x="57753" y="13150"/>
                </a:cubicBezTo>
                <a:lnTo>
                  <a:pt x="57753" y="13120"/>
                </a:lnTo>
                <a:cubicBezTo>
                  <a:pt x="57874" y="13120"/>
                  <a:pt x="58026" y="13150"/>
                  <a:pt x="58178" y="13181"/>
                </a:cubicBezTo>
                <a:lnTo>
                  <a:pt x="58239" y="13363"/>
                </a:lnTo>
                <a:lnTo>
                  <a:pt x="58239" y="13394"/>
                </a:lnTo>
                <a:lnTo>
                  <a:pt x="58330" y="13394"/>
                </a:lnTo>
                <a:cubicBezTo>
                  <a:pt x="58421" y="13394"/>
                  <a:pt x="58604" y="13333"/>
                  <a:pt x="58573" y="13272"/>
                </a:cubicBezTo>
                <a:cubicBezTo>
                  <a:pt x="58543" y="13211"/>
                  <a:pt x="58634" y="13150"/>
                  <a:pt x="58756" y="13150"/>
                </a:cubicBezTo>
                <a:lnTo>
                  <a:pt x="58847" y="13150"/>
                </a:lnTo>
                <a:cubicBezTo>
                  <a:pt x="58908" y="13181"/>
                  <a:pt x="58968" y="13211"/>
                  <a:pt x="58968" y="13242"/>
                </a:cubicBezTo>
                <a:cubicBezTo>
                  <a:pt x="58938" y="13272"/>
                  <a:pt x="58938" y="13302"/>
                  <a:pt x="58908" y="13333"/>
                </a:cubicBezTo>
                <a:lnTo>
                  <a:pt x="58816" y="13333"/>
                </a:lnTo>
                <a:lnTo>
                  <a:pt x="58756" y="13363"/>
                </a:lnTo>
                <a:cubicBezTo>
                  <a:pt x="58695" y="13454"/>
                  <a:pt x="58664" y="13546"/>
                  <a:pt x="58634" y="13637"/>
                </a:cubicBezTo>
                <a:cubicBezTo>
                  <a:pt x="58664" y="13698"/>
                  <a:pt x="58725" y="13728"/>
                  <a:pt x="58786" y="13758"/>
                </a:cubicBezTo>
                <a:cubicBezTo>
                  <a:pt x="58816" y="13698"/>
                  <a:pt x="58847" y="13667"/>
                  <a:pt x="58847" y="13606"/>
                </a:cubicBezTo>
                <a:lnTo>
                  <a:pt x="58847" y="13485"/>
                </a:lnTo>
                <a:cubicBezTo>
                  <a:pt x="58968" y="13515"/>
                  <a:pt x="59060" y="13546"/>
                  <a:pt x="59151" y="13606"/>
                </a:cubicBezTo>
                <a:lnTo>
                  <a:pt x="59151" y="13515"/>
                </a:lnTo>
                <a:lnTo>
                  <a:pt x="59120" y="13363"/>
                </a:lnTo>
                <a:lnTo>
                  <a:pt x="59424" y="13302"/>
                </a:lnTo>
                <a:cubicBezTo>
                  <a:pt x="59516" y="13302"/>
                  <a:pt x="59576" y="13333"/>
                  <a:pt x="59668" y="13363"/>
                </a:cubicBezTo>
                <a:lnTo>
                  <a:pt x="59698" y="13394"/>
                </a:lnTo>
                <a:lnTo>
                  <a:pt x="59850" y="13576"/>
                </a:lnTo>
                <a:cubicBezTo>
                  <a:pt x="59971" y="13485"/>
                  <a:pt x="59941" y="13333"/>
                  <a:pt x="59880" y="13302"/>
                </a:cubicBezTo>
                <a:cubicBezTo>
                  <a:pt x="59820" y="13272"/>
                  <a:pt x="59576" y="13211"/>
                  <a:pt x="59576" y="13150"/>
                </a:cubicBezTo>
                <a:cubicBezTo>
                  <a:pt x="59576" y="13090"/>
                  <a:pt x="59546" y="13059"/>
                  <a:pt x="59516" y="12998"/>
                </a:cubicBezTo>
                <a:cubicBezTo>
                  <a:pt x="59485" y="12998"/>
                  <a:pt x="59455" y="12816"/>
                  <a:pt x="59516" y="12816"/>
                </a:cubicBezTo>
                <a:cubicBezTo>
                  <a:pt x="59637" y="12786"/>
                  <a:pt x="59759" y="12725"/>
                  <a:pt x="59820" y="12664"/>
                </a:cubicBezTo>
                <a:cubicBezTo>
                  <a:pt x="59843" y="12641"/>
                  <a:pt x="59870" y="12631"/>
                  <a:pt x="59896" y="12631"/>
                </a:cubicBezTo>
                <a:cubicBezTo>
                  <a:pt x="59937" y="12631"/>
                  <a:pt x="59971" y="12657"/>
                  <a:pt x="59971" y="12695"/>
                </a:cubicBezTo>
                <a:cubicBezTo>
                  <a:pt x="59984" y="12720"/>
                  <a:pt x="60003" y="12730"/>
                  <a:pt x="60026" y="12730"/>
                </a:cubicBezTo>
                <a:cubicBezTo>
                  <a:pt x="60059" y="12730"/>
                  <a:pt x="60101" y="12712"/>
                  <a:pt x="60154" y="12695"/>
                </a:cubicBezTo>
                <a:lnTo>
                  <a:pt x="60154" y="12634"/>
                </a:lnTo>
                <a:cubicBezTo>
                  <a:pt x="60215" y="12543"/>
                  <a:pt x="60123" y="12421"/>
                  <a:pt x="60336" y="12421"/>
                </a:cubicBezTo>
                <a:cubicBezTo>
                  <a:pt x="60367" y="12330"/>
                  <a:pt x="60397" y="12117"/>
                  <a:pt x="60427" y="12117"/>
                </a:cubicBezTo>
                <a:cubicBezTo>
                  <a:pt x="60473" y="12102"/>
                  <a:pt x="60519" y="12094"/>
                  <a:pt x="60564" y="12094"/>
                </a:cubicBezTo>
                <a:cubicBezTo>
                  <a:pt x="60610" y="12094"/>
                  <a:pt x="60655" y="12102"/>
                  <a:pt x="60701" y="12117"/>
                </a:cubicBezTo>
                <a:lnTo>
                  <a:pt x="60762" y="12147"/>
                </a:lnTo>
                <a:lnTo>
                  <a:pt x="60823" y="12147"/>
                </a:lnTo>
                <a:cubicBezTo>
                  <a:pt x="60828" y="12149"/>
                  <a:pt x="60834" y="12150"/>
                  <a:pt x="60842" y="12150"/>
                </a:cubicBezTo>
                <a:cubicBezTo>
                  <a:pt x="60952" y="12150"/>
                  <a:pt x="61269" y="11962"/>
                  <a:pt x="61356" y="11962"/>
                </a:cubicBezTo>
                <a:cubicBezTo>
                  <a:pt x="61361" y="11962"/>
                  <a:pt x="61366" y="11963"/>
                  <a:pt x="61370" y="11965"/>
                </a:cubicBezTo>
                <a:cubicBezTo>
                  <a:pt x="61375" y="11968"/>
                  <a:pt x="61380" y="11969"/>
                  <a:pt x="61385" y="11969"/>
                </a:cubicBezTo>
                <a:cubicBezTo>
                  <a:pt x="61435" y="11969"/>
                  <a:pt x="61458" y="11838"/>
                  <a:pt x="61430" y="11783"/>
                </a:cubicBezTo>
                <a:cubicBezTo>
                  <a:pt x="61430" y="11722"/>
                  <a:pt x="61582" y="11570"/>
                  <a:pt x="61643" y="11509"/>
                </a:cubicBezTo>
                <a:cubicBezTo>
                  <a:pt x="61646" y="11508"/>
                  <a:pt x="61649" y="11507"/>
                  <a:pt x="61652" y="11507"/>
                </a:cubicBezTo>
                <a:cubicBezTo>
                  <a:pt x="61709" y="11507"/>
                  <a:pt x="61761" y="11787"/>
                  <a:pt x="61674" y="11874"/>
                </a:cubicBezTo>
                <a:cubicBezTo>
                  <a:pt x="61613" y="11935"/>
                  <a:pt x="61552" y="12056"/>
                  <a:pt x="61552" y="12178"/>
                </a:cubicBezTo>
                <a:cubicBezTo>
                  <a:pt x="61582" y="12239"/>
                  <a:pt x="61582" y="12330"/>
                  <a:pt x="61582" y="12391"/>
                </a:cubicBezTo>
                <a:lnTo>
                  <a:pt x="61674" y="12451"/>
                </a:lnTo>
                <a:lnTo>
                  <a:pt x="61704" y="12482"/>
                </a:lnTo>
                <a:cubicBezTo>
                  <a:pt x="61826" y="12451"/>
                  <a:pt x="61795" y="12299"/>
                  <a:pt x="61734" y="12239"/>
                </a:cubicBezTo>
                <a:cubicBezTo>
                  <a:pt x="61704" y="12178"/>
                  <a:pt x="61856" y="12117"/>
                  <a:pt x="61886" y="12117"/>
                </a:cubicBezTo>
                <a:cubicBezTo>
                  <a:pt x="61917" y="12087"/>
                  <a:pt x="61947" y="11965"/>
                  <a:pt x="61917" y="11935"/>
                </a:cubicBezTo>
                <a:cubicBezTo>
                  <a:pt x="61917" y="11911"/>
                  <a:pt x="61930" y="11901"/>
                  <a:pt x="61953" y="11901"/>
                </a:cubicBezTo>
                <a:cubicBezTo>
                  <a:pt x="61991" y="11901"/>
                  <a:pt x="62054" y="11927"/>
                  <a:pt x="62130" y="11965"/>
                </a:cubicBezTo>
                <a:lnTo>
                  <a:pt x="62251" y="11995"/>
                </a:lnTo>
                <a:lnTo>
                  <a:pt x="62282" y="11995"/>
                </a:lnTo>
                <a:cubicBezTo>
                  <a:pt x="62373" y="11935"/>
                  <a:pt x="62251" y="11691"/>
                  <a:pt x="62342" y="11631"/>
                </a:cubicBezTo>
                <a:cubicBezTo>
                  <a:pt x="62434" y="11570"/>
                  <a:pt x="62403" y="11509"/>
                  <a:pt x="62373" y="11509"/>
                </a:cubicBezTo>
                <a:cubicBezTo>
                  <a:pt x="62342" y="11479"/>
                  <a:pt x="62373" y="11448"/>
                  <a:pt x="62464" y="11418"/>
                </a:cubicBezTo>
                <a:lnTo>
                  <a:pt x="62525" y="11388"/>
                </a:lnTo>
                <a:lnTo>
                  <a:pt x="62707" y="11205"/>
                </a:lnTo>
                <a:cubicBezTo>
                  <a:pt x="62859" y="11327"/>
                  <a:pt x="63041" y="11600"/>
                  <a:pt x="63102" y="11600"/>
                </a:cubicBezTo>
                <a:cubicBezTo>
                  <a:pt x="63163" y="11570"/>
                  <a:pt x="63163" y="11388"/>
                  <a:pt x="63163" y="11327"/>
                </a:cubicBezTo>
                <a:cubicBezTo>
                  <a:pt x="63133" y="11266"/>
                  <a:pt x="62859" y="11236"/>
                  <a:pt x="62829" y="11144"/>
                </a:cubicBezTo>
                <a:cubicBezTo>
                  <a:pt x="62768" y="11084"/>
                  <a:pt x="62920" y="10992"/>
                  <a:pt x="63163" y="10992"/>
                </a:cubicBezTo>
                <a:lnTo>
                  <a:pt x="63163" y="10780"/>
                </a:lnTo>
                <a:cubicBezTo>
                  <a:pt x="63224" y="10780"/>
                  <a:pt x="63285" y="10810"/>
                  <a:pt x="63285" y="10810"/>
                </a:cubicBezTo>
                <a:cubicBezTo>
                  <a:pt x="63285" y="10840"/>
                  <a:pt x="63285" y="10901"/>
                  <a:pt x="63315" y="10932"/>
                </a:cubicBezTo>
                <a:lnTo>
                  <a:pt x="63467" y="10932"/>
                </a:lnTo>
                <a:cubicBezTo>
                  <a:pt x="63528" y="10992"/>
                  <a:pt x="63589" y="11144"/>
                  <a:pt x="63649" y="11205"/>
                </a:cubicBezTo>
                <a:cubicBezTo>
                  <a:pt x="63658" y="11209"/>
                  <a:pt x="63667" y="11211"/>
                  <a:pt x="63676" y="11211"/>
                </a:cubicBezTo>
                <a:cubicBezTo>
                  <a:pt x="63734" y="11211"/>
                  <a:pt x="63806" y="11140"/>
                  <a:pt x="63832" y="11114"/>
                </a:cubicBezTo>
                <a:cubicBezTo>
                  <a:pt x="63832" y="11053"/>
                  <a:pt x="63832" y="10962"/>
                  <a:pt x="63832" y="10932"/>
                </a:cubicBezTo>
                <a:lnTo>
                  <a:pt x="63710" y="10932"/>
                </a:lnTo>
                <a:cubicBezTo>
                  <a:pt x="63680" y="10810"/>
                  <a:pt x="63710" y="10719"/>
                  <a:pt x="63741" y="10628"/>
                </a:cubicBezTo>
                <a:lnTo>
                  <a:pt x="63801" y="10536"/>
                </a:lnTo>
                <a:cubicBezTo>
                  <a:pt x="63862" y="10476"/>
                  <a:pt x="63923" y="10445"/>
                  <a:pt x="64014" y="10445"/>
                </a:cubicBezTo>
                <a:lnTo>
                  <a:pt x="64045" y="10445"/>
                </a:lnTo>
                <a:cubicBezTo>
                  <a:pt x="64061" y="10470"/>
                  <a:pt x="64084" y="10481"/>
                  <a:pt x="64111" y="10481"/>
                </a:cubicBezTo>
                <a:cubicBezTo>
                  <a:pt x="64187" y="10481"/>
                  <a:pt x="64298" y="10396"/>
                  <a:pt x="64409" y="10263"/>
                </a:cubicBezTo>
                <a:lnTo>
                  <a:pt x="64622" y="10202"/>
                </a:lnTo>
                <a:lnTo>
                  <a:pt x="64744" y="10172"/>
                </a:lnTo>
                <a:cubicBezTo>
                  <a:pt x="64865" y="10202"/>
                  <a:pt x="64987" y="10415"/>
                  <a:pt x="65078" y="10415"/>
                </a:cubicBezTo>
                <a:lnTo>
                  <a:pt x="65291" y="10445"/>
                </a:lnTo>
                <a:lnTo>
                  <a:pt x="65321" y="10445"/>
                </a:lnTo>
                <a:cubicBezTo>
                  <a:pt x="65337" y="10437"/>
                  <a:pt x="65356" y="10433"/>
                  <a:pt x="65375" y="10433"/>
                </a:cubicBezTo>
                <a:cubicBezTo>
                  <a:pt x="65429" y="10433"/>
                  <a:pt x="65489" y="10462"/>
                  <a:pt x="65534" y="10506"/>
                </a:cubicBezTo>
                <a:lnTo>
                  <a:pt x="65595" y="10506"/>
                </a:lnTo>
                <a:cubicBezTo>
                  <a:pt x="65625" y="10476"/>
                  <a:pt x="65655" y="10445"/>
                  <a:pt x="65655" y="10415"/>
                </a:cubicBezTo>
                <a:lnTo>
                  <a:pt x="65655" y="10384"/>
                </a:lnTo>
                <a:cubicBezTo>
                  <a:pt x="65625" y="10354"/>
                  <a:pt x="65625" y="10324"/>
                  <a:pt x="65625" y="10293"/>
                </a:cubicBezTo>
                <a:lnTo>
                  <a:pt x="65716" y="10172"/>
                </a:lnTo>
                <a:cubicBezTo>
                  <a:pt x="65774" y="10114"/>
                  <a:pt x="65844" y="10093"/>
                  <a:pt x="65895" y="10093"/>
                </a:cubicBezTo>
                <a:cubicBezTo>
                  <a:pt x="65925" y="10093"/>
                  <a:pt x="65948" y="10100"/>
                  <a:pt x="65959" y="10111"/>
                </a:cubicBezTo>
                <a:cubicBezTo>
                  <a:pt x="65959" y="10126"/>
                  <a:pt x="65975" y="10134"/>
                  <a:pt x="65997" y="10134"/>
                </a:cubicBezTo>
                <a:cubicBezTo>
                  <a:pt x="66020" y="10134"/>
                  <a:pt x="66051" y="10126"/>
                  <a:pt x="66081" y="10111"/>
                </a:cubicBezTo>
                <a:lnTo>
                  <a:pt x="66111" y="10080"/>
                </a:lnTo>
                <a:lnTo>
                  <a:pt x="66172" y="10050"/>
                </a:lnTo>
                <a:cubicBezTo>
                  <a:pt x="66233" y="10050"/>
                  <a:pt x="66203" y="9868"/>
                  <a:pt x="66172" y="9837"/>
                </a:cubicBezTo>
                <a:cubicBezTo>
                  <a:pt x="66111" y="9807"/>
                  <a:pt x="65868" y="9777"/>
                  <a:pt x="65777" y="9777"/>
                </a:cubicBezTo>
                <a:cubicBezTo>
                  <a:pt x="65686" y="9777"/>
                  <a:pt x="65686" y="9716"/>
                  <a:pt x="65747" y="9685"/>
                </a:cubicBezTo>
                <a:cubicBezTo>
                  <a:pt x="65777" y="9670"/>
                  <a:pt x="65807" y="9663"/>
                  <a:pt x="65842" y="9663"/>
                </a:cubicBezTo>
                <a:cubicBezTo>
                  <a:pt x="65876" y="9663"/>
                  <a:pt x="65914" y="9670"/>
                  <a:pt x="65959" y="9685"/>
                </a:cubicBezTo>
                <a:lnTo>
                  <a:pt x="66020" y="9655"/>
                </a:lnTo>
                <a:lnTo>
                  <a:pt x="66233" y="9503"/>
                </a:lnTo>
                <a:cubicBezTo>
                  <a:pt x="66507" y="9381"/>
                  <a:pt x="66780" y="9229"/>
                  <a:pt x="66841" y="9199"/>
                </a:cubicBezTo>
                <a:cubicBezTo>
                  <a:pt x="66847" y="9193"/>
                  <a:pt x="66859" y="9190"/>
                  <a:pt x="66874" y="9190"/>
                </a:cubicBezTo>
                <a:cubicBezTo>
                  <a:pt x="66915" y="9190"/>
                  <a:pt x="66979" y="9208"/>
                  <a:pt x="67020" y="9208"/>
                </a:cubicBezTo>
                <a:cubicBezTo>
                  <a:pt x="67035" y="9208"/>
                  <a:pt x="67047" y="9205"/>
                  <a:pt x="67054" y="9199"/>
                </a:cubicBezTo>
                <a:cubicBezTo>
                  <a:pt x="67145" y="9138"/>
                  <a:pt x="67236" y="9077"/>
                  <a:pt x="67327" y="9047"/>
                </a:cubicBezTo>
                <a:cubicBezTo>
                  <a:pt x="67338" y="9042"/>
                  <a:pt x="67349" y="9039"/>
                  <a:pt x="67359" y="9039"/>
                </a:cubicBezTo>
                <a:cubicBezTo>
                  <a:pt x="67409" y="9039"/>
                  <a:pt x="67454" y="9094"/>
                  <a:pt x="67479" y="9169"/>
                </a:cubicBezTo>
                <a:lnTo>
                  <a:pt x="67327" y="9169"/>
                </a:lnTo>
                <a:cubicBezTo>
                  <a:pt x="67297" y="9229"/>
                  <a:pt x="67327" y="9290"/>
                  <a:pt x="67418" y="9290"/>
                </a:cubicBezTo>
                <a:lnTo>
                  <a:pt x="67449" y="9290"/>
                </a:lnTo>
                <a:cubicBezTo>
                  <a:pt x="67510" y="9290"/>
                  <a:pt x="67540" y="9229"/>
                  <a:pt x="67570" y="9199"/>
                </a:cubicBezTo>
                <a:cubicBezTo>
                  <a:pt x="67662" y="9138"/>
                  <a:pt x="67692" y="9108"/>
                  <a:pt x="67570" y="9017"/>
                </a:cubicBezTo>
                <a:lnTo>
                  <a:pt x="67570" y="8956"/>
                </a:lnTo>
                <a:lnTo>
                  <a:pt x="67783" y="8925"/>
                </a:lnTo>
                <a:cubicBezTo>
                  <a:pt x="68057" y="8773"/>
                  <a:pt x="68330" y="8622"/>
                  <a:pt x="68543" y="8409"/>
                </a:cubicBezTo>
                <a:lnTo>
                  <a:pt x="68877" y="8409"/>
                </a:lnTo>
                <a:cubicBezTo>
                  <a:pt x="68908" y="8409"/>
                  <a:pt x="68999" y="8378"/>
                  <a:pt x="68999" y="8348"/>
                </a:cubicBezTo>
                <a:cubicBezTo>
                  <a:pt x="69022" y="8280"/>
                  <a:pt x="69062" y="8245"/>
                  <a:pt x="69119" y="8245"/>
                </a:cubicBezTo>
                <a:cubicBezTo>
                  <a:pt x="69138" y="8245"/>
                  <a:pt x="69159" y="8249"/>
                  <a:pt x="69181" y="8257"/>
                </a:cubicBezTo>
                <a:lnTo>
                  <a:pt x="69212" y="8287"/>
                </a:lnTo>
                <a:cubicBezTo>
                  <a:pt x="69215" y="8294"/>
                  <a:pt x="69220" y="8297"/>
                  <a:pt x="69226" y="8297"/>
                </a:cubicBezTo>
                <a:cubicBezTo>
                  <a:pt x="69275" y="8297"/>
                  <a:pt x="69404" y="8101"/>
                  <a:pt x="69485" y="8074"/>
                </a:cubicBezTo>
                <a:cubicBezTo>
                  <a:pt x="69491" y="8072"/>
                  <a:pt x="69497" y="8070"/>
                  <a:pt x="69503" y="8070"/>
                </a:cubicBezTo>
                <a:cubicBezTo>
                  <a:pt x="69562" y="8070"/>
                  <a:pt x="69650" y="8184"/>
                  <a:pt x="69642" y="8267"/>
                </a:cubicBezTo>
                <a:lnTo>
                  <a:pt x="69642" y="8267"/>
                </a:lnTo>
                <a:cubicBezTo>
                  <a:pt x="69665" y="8208"/>
                  <a:pt x="69727" y="8076"/>
                  <a:pt x="69789" y="8014"/>
                </a:cubicBezTo>
                <a:lnTo>
                  <a:pt x="70002" y="7740"/>
                </a:lnTo>
                <a:lnTo>
                  <a:pt x="70032" y="7740"/>
                </a:lnTo>
                <a:lnTo>
                  <a:pt x="70215" y="7710"/>
                </a:lnTo>
                <a:cubicBezTo>
                  <a:pt x="70291" y="7679"/>
                  <a:pt x="70374" y="7664"/>
                  <a:pt x="70454" y="7664"/>
                </a:cubicBezTo>
                <a:cubicBezTo>
                  <a:pt x="70534" y="7664"/>
                  <a:pt x="70610" y="7679"/>
                  <a:pt x="70671" y="7710"/>
                </a:cubicBezTo>
                <a:cubicBezTo>
                  <a:pt x="70679" y="7718"/>
                  <a:pt x="70694" y="7722"/>
                  <a:pt x="70713" y="7722"/>
                </a:cubicBezTo>
                <a:cubicBezTo>
                  <a:pt x="70766" y="7722"/>
                  <a:pt x="70855" y="7693"/>
                  <a:pt x="70944" y="7649"/>
                </a:cubicBezTo>
                <a:lnTo>
                  <a:pt x="71005" y="7527"/>
                </a:lnTo>
                <a:cubicBezTo>
                  <a:pt x="71127" y="7333"/>
                  <a:pt x="71326" y="7235"/>
                  <a:pt x="71541" y="7235"/>
                </a:cubicBezTo>
                <a:cubicBezTo>
                  <a:pt x="71595" y="7235"/>
                  <a:pt x="71650" y="7242"/>
                  <a:pt x="71704" y="7254"/>
                </a:cubicBezTo>
                <a:cubicBezTo>
                  <a:pt x="71765" y="7193"/>
                  <a:pt x="71826" y="7132"/>
                  <a:pt x="71856" y="7071"/>
                </a:cubicBezTo>
                <a:cubicBezTo>
                  <a:pt x="71887" y="7041"/>
                  <a:pt x="72008" y="7041"/>
                  <a:pt x="72130" y="7041"/>
                </a:cubicBezTo>
                <a:lnTo>
                  <a:pt x="72221" y="6919"/>
                </a:lnTo>
                <a:lnTo>
                  <a:pt x="72282" y="6767"/>
                </a:lnTo>
                <a:cubicBezTo>
                  <a:pt x="72403" y="6798"/>
                  <a:pt x="72525" y="6798"/>
                  <a:pt x="72647" y="6828"/>
                </a:cubicBezTo>
                <a:cubicBezTo>
                  <a:pt x="72677" y="6798"/>
                  <a:pt x="72950" y="6524"/>
                  <a:pt x="73102" y="6494"/>
                </a:cubicBezTo>
                <a:cubicBezTo>
                  <a:pt x="73224" y="6463"/>
                  <a:pt x="73315" y="6403"/>
                  <a:pt x="73437" y="6372"/>
                </a:cubicBezTo>
                <a:cubicBezTo>
                  <a:pt x="73254" y="6251"/>
                  <a:pt x="73437" y="6190"/>
                  <a:pt x="73498" y="6159"/>
                </a:cubicBezTo>
                <a:lnTo>
                  <a:pt x="73650" y="6068"/>
                </a:lnTo>
                <a:cubicBezTo>
                  <a:pt x="73802" y="6007"/>
                  <a:pt x="73954" y="5947"/>
                  <a:pt x="74105" y="5947"/>
                </a:cubicBezTo>
                <a:lnTo>
                  <a:pt x="74349" y="5947"/>
                </a:lnTo>
                <a:cubicBezTo>
                  <a:pt x="74470" y="5916"/>
                  <a:pt x="74561" y="5856"/>
                  <a:pt x="74653" y="5764"/>
                </a:cubicBezTo>
                <a:cubicBezTo>
                  <a:pt x="74698" y="5719"/>
                  <a:pt x="74709" y="5640"/>
                  <a:pt x="74762" y="5640"/>
                </a:cubicBezTo>
                <a:cubicBezTo>
                  <a:pt x="74781" y="5640"/>
                  <a:pt x="74804" y="5650"/>
                  <a:pt x="74835" y="5673"/>
                </a:cubicBezTo>
                <a:cubicBezTo>
                  <a:pt x="74865" y="5673"/>
                  <a:pt x="74835" y="5795"/>
                  <a:pt x="74835" y="5886"/>
                </a:cubicBezTo>
                <a:lnTo>
                  <a:pt x="74835" y="5916"/>
                </a:lnTo>
                <a:cubicBezTo>
                  <a:pt x="74828" y="5920"/>
                  <a:pt x="74826" y="5921"/>
                  <a:pt x="74828" y="5921"/>
                </a:cubicBezTo>
                <a:cubicBezTo>
                  <a:pt x="74842" y="5921"/>
                  <a:pt x="75105" y="5819"/>
                  <a:pt x="75078" y="5764"/>
                </a:cubicBezTo>
                <a:lnTo>
                  <a:pt x="75017" y="5582"/>
                </a:lnTo>
                <a:lnTo>
                  <a:pt x="75230" y="5582"/>
                </a:lnTo>
                <a:cubicBezTo>
                  <a:pt x="75291" y="5582"/>
                  <a:pt x="75321" y="5673"/>
                  <a:pt x="75321" y="5825"/>
                </a:cubicBezTo>
                <a:lnTo>
                  <a:pt x="75291" y="5947"/>
                </a:lnTo>
                <a:cubicBezTo>
                  <a:pt x="75352" y="5947"/>
                  <a:pt x="75382" y="5795"/>
                  <a:pt x="75382" y="5734"/>
                </a:cubicBezTo>
                <a:cubicBezTo>
                  <a:pt x="75382" y="5673"/>
                  <a:pt x="75686" y="5643"/>
                  <a:pt x="75808" y="5643"/>
                </a:cubicBezTo>
                <a:cubicBezTo>
                  <a:pt x="75960" y="5643"/>
                  <a:pt x="76112" y="5582"/>
                  <a:pt x="76264" y="5521"/>
                </a:cubicBezTo>
                <a:cubicBezTo>
                  <a:pt x="76324" y="5430"/>
                  <a:pt x="76294" y="5278"/>
                  <a:pt x="76233" y="5217"/>
                </a:cubicBezTo>
                <a:cubicBezTo>
                  <a:pt x="76218" y="5202"/>
                  <a:pt x="76188" y="5194"/>
                  <a:pt x="76153" y="5194"/>
                </a:cubicBezTo>
                <a:cubicBezTo>
                  <a:pt x="76119" y="5194"/>
                  <a:pt x="76081" y="5202"/>
                  <a:pt x="76051" y="5217"/>
                </a:cubicBezTo>
                <a:lnTo>
                  <a:pt x="76020" y="5248"/>
                </a:lnTo>
                <a:lnTo>
                  <a:pt x="75990" y="5248"/>
                </a:lnTo>
                <a:cubicBezTo>
                  <a:pt x="75990" y="5251"/>
                  <a:pt x="75990" y="5252"/>
                  <a:pt x="75989" y="5252"/>
                </a:cubicBezTo>
                <a:cubicBezTo>
                  <a:pt x="75984" y="5252"/>
                  <a:pt x="75963" y="5153"/>
                  <a:pt x="75990" y="5126"/>
                </a:cubicBezTo>
                <a:cubicBezTo>
                  <a:pt x="76020" y="5096"/>
                  <a:pt x="76172" y="4944"/>
                  <a:pt x="76112" y="4913"/>
                </a:cubicBezTo>
                <a:cubicBezTo>
                  <a:pt x="76051" y="4852"/>
                  <a:pt x="76020" y="4700"/>
                  <a:pt x="75960" y="4670"/>
                </a:cubicBezTo>
                <a:cubicBezTo>
                  <a:pt x="75868" y="4579"/>
                  <a:pt x="75777" y="4488"/>
                  <a:pt x="75686" y="4366"/>
                </a:cubicBezTo>
                <a:lnTo>
                  <a:pt x="75747" y="4336"/>
                </a:lnTo>
                <a:lnTo>
                  <a:pt x="75899" y="4184"/>
                </a:lnTo>
                <a:cubicBezTo>
                  <a:pt x="75747" y="4093"/>
                  <a:pt x="75413" y="4001"/>
                  <a:pt x="75413" y="3910"/>
                </a:cubicBezTo>
                <a:cubicBezTo>
                  <a:pt x="75413" y="3880"/>
                  <a:pt x="75413" y="3819"/>
                  <a:pt x="75413" y="3758"/>
                </a:cubicBezTo>
                <a:cubicBezTo>
                  <a:pt x="75413" y="3758"/>
                  <a:pt x="75504" y="3819"/>
                  <a:pt x="75564" y="3849"/>
                </a:cubicBezTo>
                <a:cubicBezTo>
                  <a:pt x="75567" y="3852"/>
                  <a:pt x="75570" y="3853"/>
                  <a:pt x="75574" y="3853"/>
                </a:cubicBezTo>
                <a:cubicBezTo>
                  <a:pt x="75621" y="3853"/>
                  <a:pt x="75773" y="3695"/>
                  <a:pt x="75716" y="3667"/>
                </a:cubicBezTo>
                <a:cubicBezTo>
                  <a:pt x="75625" y="3576"/>
                  <a:pt x="75504" y="3515"/>
                  <a:pt x="75413" y="3424"/>
                </a:cubicBezTo>
                <a:lnTo>
                  <a:pt x="75504" y="3333"/>
                </a:lnTo>
                <a:lnTo>
                  <a:pt x="75656" y="3181"/>
                </a:lnTo>
                <a:cubicBezTo>
                  <a:pt x="75628" y="3175"/>
                  <a:pt x="75601" y="3173"/>
                  <a:pt x="75576" y="3173"/>
                </a:cubicBezTo>
                <a:cubicBezTo>
                  <a:pt x="75463" y="3173"/>
                  <a:pt x="75382" y="3222"/>
                  <a:pt x="75382" y="3272"/>
                </a:cubicBezTo>
                <a:cubicBezTo>
                  <a:pt x="75382" y="3302"/>
                  <a:pt x="75169" y="3393"/>
                  <a:pt x="75109" y="3424"/>
                </a:cubicBezTo>
                <a:cubicBezTo>
                  <a:pt x="75017" y="3424"/>
                  <a:pt x="74774" y="3272"/>
                  <a:pt x="74713" y="3211"/>
                </a:cubicBezTo>
                <a:cubicBezTo>
                  <a:pt x="74653" y="3150"/>
                  <a:pt x="74713" y="2968"/>
                  <a:pt x="74774" y="2938"/>
                </a:cubicBezTo>
                <a:cubicBezTo>
                  <a:pt x="74835" y="2907"/>
                  <a:pt x="74501" y="2573"/>
                  <a:pt x="74288" y="2542"/>
                </a:cubicBezTo>
                <a:cubicBezTo>
                  <a:pt x="74197" y="2512"/>
                  <a:pt x="74113" y="2497"/>
                  <a:pt x="74052" y="2497"/>
                </a:cubicBezTo>
                <a:cubicBezTo>
                  <a:pt x="73992" y="2497"/>
                  <a:pt x="73954" y="2512"/>
                  <a:pt x="73954" y="2542"/>
                </a:cubicBezTo>
                <a:cubicBezTo>
                  <a:pt x="73931" y="2576"/>
                  <a:pt x="73917" y="2589"/>
                  <a:pt x="73907" y="2589"/>
                </a:cubicBezTo>
                <a:cubicBezTo>
                  <a:pt x="73889" y="2589"/>
                  <a:pt x="73882" y="2550"/>
                  <a:pt x="73862" y="2512"/>
                </a:cubicBezTo>
                <a:cubicBezTo>
                  <a:pt x="73832" y="2482"/>
                  <a:pt x="73802" y="2451"/>
                  <a:pt x="73741" y="2451"/>
                </a:cubicBezTo>
                <a:lnTo>
                  <a:pt x="73619" y="2482"/>
                </a:lnTo>
                <a:cubicBezTo>
                  <a:pt x="73680" y="2512"/>
                  <a:pt x="73710" y="2573"/>
                  <a:pt x="73650" y="2603"/>
                </a:cubicBezTo>
                <a:lnTo>
                  <a:pt x="73619" y="2603"/>
                </a:lnTo>
                <a:cubicBezTo>
                  <a:pt x="73577" y="2582"/>
                  <a:pt x="73550" y="2547"/>
                  <a:pt x="73507" y="2547"/>
                </a:cubicBezTo>
                <a:cubicBezTo>
                  <a:pt x="73487" y="2547"/>
                  <a:pt x="73465" y="2554"/>
                  <a:pt x="73437" y="2573"/>
                </a:cubicBezTo>
                <a:cubicBezTo>
                  <a:pt x="73382" y="2600"/>
                  <a:pt x="73327" y="2615"/>
                  <a:pt x="73276" y="2615"/>
                </a:cubicBezTo>
                <a:cubicBezTo>
                  <a:pt x="73212" y="2615"/>
                  <a:pt x="73153" y="2593"/>
                  <a:pt x="73102" y="2542"/>
                </a:cubicBezTo>
                <a:cubicBezTo>
                  <a:pt x="73072" y="2542"/>
                  <a:pt x="72950" y="2664"/>
                  <a:pt x="72859" y="2694"/>
                </a:cubicBezTo>
                <a:lnTo>
                  <a:pt x="72798" y="2694"/>
                </a:lnTo>
                <a:cubicBezTo>
                  <a:pt x="72707" y="2634"/>
                  <a:pt x="72738" y="2573"/>
                  <a:pt x="72859" y="2573"/>
                </a:cubicBezTo>
                <a:lnTo>
                  <a:pt x="72768" y="2390"/>
                </a:lnTo>
                <a:cubicBezTo>
                  <a:pt x="72688" y="2251"/>
                  <a:pt x="72700" y="2190"/>
                  <a:pt x="72658" y="2190"/>
                </a:cubicBezTo>
                <a:cubicBezTo>
                  <a:pt x="72636" y="2190"/>
                  <a:pt x="72598" y="2207"/>
                  <a:pt x="72525" y="2238"/>
                </a:cubicBezTo>
                <a:lnTo>
                  <a:pt x="72312" y="2330"/>
                </a:lnTo>
                <a:cubicBezTo>
                  <a:pt x="72191" y="2390"/>
                  <a:pt x="72069" y="2451"/>
                  <a:pt x="71917" y="2451"/>
                </a:cubicBezTo>
                <a:lnTo>
                  <a:pt x="71917" y="2421"/>
                </a:lnTo>
                <a:cubicBezTo>
                  <a:pt x="71917" y="2360"/>
                  <a:pt x="71978" y="2269"/>
                  <a:pt x="71826" y="2269"/>
                </a:cubicBezTo>
                <a:lnTo>
                  <a:pt x="71795" y="2269"/>
                </a:lnTo>
                <a:cubicBezTo>
                  <a:pt x="71768" y="2324"/>
                  <a:pt x="71639" y="2455"/>
                  <a:pt x="71594" y="2455"/>
                </a:cubicBezTo>
                <a:cubicBezTo>
                  <a:pt x="71589" y="2455"/>
                  <a:pt x="71585" y="2454"/>
                  <a:pt x="71583" y="2451"/>
                </a:cubicBezTo>
                <a:cubicBezTo>
                  <a:pt x="71461" y="2421"/>
                  <a:pt x="71370" y="2390"/>
                  <a:pt x="71248" y="2330"/>
                </a:cubicBezTo>
                <a:lnTo>
                  <a:pt x="71127" y="2451"/>
                </a:lnTo>
                <a:cubicBezTo>
                  <a:pt x="71089" y="2476"/>
                  <a:pt x="71067" y="2491"/>
                  <a:pt x="71037" y="2491"/>
                </a:cubicBezTo>
                <a:cubicBezTo>
                  <a:pt x="70994" y="2491"/>
                  <a:pt x="70935" y="2462"/>
                  <a:pt x="70792" y="2390"/>
                </a:cubicBezTo>
                <a:cubicBezTo>
                  <a:pt x="70762" y="2360"/>
                  <a:pt x="70732" y="2360"/>
                  <a:pt x="70732" y="2360"/>
                </a:cubicBezTo>
                <a:lnTo>
                  <a:pt x="70610" y="2421"/>
                </a:lnTo>
                <a:cubicBezTo>
                  <a:pt x="70458" y="2482"/>
                  <a:pt x="70306" y="2542"/>
                  <a:pt x="70154" y="2664"/>
                </a:cubicBezTo>
                <a:lnTo>
                  <a:pt x="70002" y="2542"/>
                </a:lnTo>
                <a:lnTo>
                  <a:pt x="69972" y="2512"/>
                </a:lnTo>
                <a:cubicBezTo>
                  <a:pt x="69820" y="2542"/>
                  <a:pt x="69455" y="2573"/>
                  <a:pt x="69364" y="2603"/>
                </a:cubicBezTo>
                <a:cubicBezTo>
                  <a:pt x="69273" y="2634"/>
                  <a:pt x="69181" y="2664"/>
                  <a:pt x="69090" y="2694"/>
                </a:cubicBezTo>
                <a:lnTo>
                  <a:pt x="69060" y="2664"/>
                </a:lnTo>
                <a:cubicBezTo>
                  <a:pt x="69029" y="2634"/>
                  <a:pt x="69007" y="2618"/>
                  <a:pt x="68984" y="2618"/>
                </a:cubicBezTo>
                <a:cubicBezTo>
                  <a:pt x="68961" y="2618"/>
                  <a:pt x="68938" y="2634"/>
                  <a:pt x="68908" y="2664"/>
                </a:cubicBezTo>
                <a:lnTo>
                  <a:pt x="68786" y="2786"/>
                </a:lnTo>
                <a:cubicBezTo>
                  <a:pt x="68665" y="2770"/>
                  <a:pt x="68543" y="2763"/>
                  <a:pt x="68425" y="2763"/>
                </a:cubicBezTo>
                <a:cubicBezTo>
                  <a:pt x="68308" y="2763"/>
                  <a:pt x="68194" y="2770"/>
                  <a:pt x="68087" y="2786"/>
                </a:cubicBezTo>
                <a:cubicBezTo>
                  <a:pt x="67996" y="2846"/>
                  <a:pt x="67905" y="2846"/>
                  <a:pt x="67814" y="2877"/>
                </a:cubicBezTo>
                <a:lnTo>
                  <a:pt x="67783" y="2877"/>
                </a:lnTo>
                <a:cubicBezTo>
                  <a:pt x="67738" y="2862"/>
                  <a:pt x="67700" y="2854"/>
                  <a:pt x="67662" y="2854"/>
                </a:cubicBezTo>
                <a:cubicBezTo>
                  <a:pt x="67624" y="2854"/>
                  <a:pt x="67586" y="2862"/>
                  <a:pt x="67540" y="2877"/>
                </a:cubicBezTo>
                <a:lnTo>
                  <a:pt x="67479" y="3029"/>
                </a:lnTo>
                <a:cubicBezTo>
                  <a:pt x="67433" y="3006"/>
                  <a:pt x="67382" y="2996"/>
                  <a:pt x="67330" y="2996"/>
                </a:cubicBezTo>
                <a:cubicBezTo>
                  <a:pt x="67246" y="2996"/>
                  <a:pt x="67159" y="3022"/>
                  <a:pt x="67084" y="3059"/>
                </a:cubicBezTo>
                <a:lnTo>
                  <a:pt x="66993" y="3150"/>
                </a:lnTo>
                <a:cubicBezTo>
                  <a:pt x="66932" y="3150"/>
                  <a:pt x="66841" y="3059"/>
                  <a:pt x="66811" y="2998"/>
                </a:cubicBezTo>
                <a:cubicBezTo>
                  <a:pt x="66802" y="2990"/>
                  <a:pt x="66788" y="2986"/>
                  <a:pt x="66769" y="2986"/>
                </a:cubicBezTo>
                <a:cubicBezTo>
                  <a:pt x="66719" y="2986"/>
                  <a:pt x="66642" y="3015"/>
                  <a:pt x="66598" y="3059"/>
                </a:cubicBezTo>
                <a:lnTo>
                  <a:pt x="66476" y="3059"/>
                </a:lnTo>
                <a:cubicBezTo>
                  <a:pt x="66355" y="3090"/>
                  <a:pt x="66233" y="3120"/>
                  <a:pt x="66111" y="3181"/>
                </a:cubicBezTo>
                <a:lnTo>
                  <a:pt x="65929" y="3241"/>
                </a:lnTo>
                <a:cubicBezTo>
                  <a:pt x="65716" y="3302"/>
                  <a:pt x="65321" y="3363"/>
                  <a:pt x="65321" y="3454"/>
                </a:cubicBezTo>
                <a:cubicBezTo>
                  <a:pt x="65321" y="3545"/>
                  <a:pt x="65108" y="3637"/>
                  <a:pt x="64835" y="3667"/>
                </a:cubicBezTo>
                <a:lnTo>
                  <a:pt x="64592" y="3576"/>
                </a:lnTo>
                <a:cubicBezTo>
                  <a:pt x="64571" y="3566"/>
                  <a:pt x="64544" y="3559"/>
                  <a:pt x="64517" y="3559"/>
                </a:cubicBezTo>
                <a:cubicBezTo>
                  <a:pt x="64463" y="3559"/>
                  <a:pt x="64409" y="3586"/>
                  <a:pt x="64409" y="3667"/>
                </a:cubicBezTo>
                <a:cubicBezTo>
                  <a:pt x="64409" y="3725"/>
                  <a:pt x="64373" y="3746"/>
                  <a:pt x="64323" y="3746"/>
                </a:cubicBezTo>
                <a:cubicBezTo>
                  <a:pt x="64294" y="3746"/>
                  <a:pt x="64260" y="3739"/>
                  <a:pt x="64227" y="3728"/>
                </a:cubicBezTo>
                <a:lnTo>
                  <a:pt x="64166" y="3697"/>
                </a:lnTo>
                <a:cubicBezTo>
                  <a:pt x="63923" y="3758"/>
                  <a:pt x="63680" y="3849"/>
                  <a:pt x="63467" y="3971"/>
                </a:cubicBezTo>
                <a:cubicBezTo>
                  <a:pt x="63315" y="4062"/>
                  <a:pt x="63254" y="4214"/>
                  <a:pt x="63285" y="4275"/>
                </a:cubicBezTo>
                <a:cubicBezTo>
                  <a:pt x="63315" y="4305"/>
                  <a:pt x="63163" y="4366"/>
                  <a:pt x="62920" y="4366"/>
                </a:cubicBezTo>
                <a:lnTo>
                  <a:pt x="62738" y="4275"/>
                </a:lnTo>
                <a:cubicBezTo>
                  <a:pt x="62669" y="4246"/>
                  <a:pt x="62617" y="4232"/>
                  <a:pt x="62561" y="4232"/>
                </a:cubicBezTo>
                <a:cubicBezTo>
                  <a:pt x="62442" y="4232"/>
                  <a:pt x="62308" y="4293"/>
                  <a:pt x="61978" y="4397"/>
                </a:cubicBezTo>
                <a:lnTo>
                  <a:pt x="61826" y="4457"/>
                </a:lnTo>
                <a:cubicBezTo>
                  <a:pt x="61734" y="4549"/>
                  <a:pt x="61613" y="4609"/>
                  <a:pt x="61491" y="4670"/>
                </a:cubicBezTo>
                <a:cubicBezTo>
                  <a:pt x="61438" y="4604"/>
                  <a:pt x="61373" y="4590"/>
                  <a:pt x="61307" y="4590"/>
                </a:cubicBezTo>
                <a:cubicBezTo>
                  <a:pt x="61258" y="4590"/>
                  <a:pt x="61208" y="4597"/>
                  <a:pt x="61161" y="4597"/>
                </a:cubicBezTo>
                <a:cubicBezTo>
                  <a:pt x="61127" y="4597"/>
                  <a:pt x="61095" y="4593"/>
                  <a:pt x="61066" y="4579"/>
                </a:cubicBezTo>
                <a:lnTo>
                  <a:pt x="60883" y="4457"/>
                </a:lnTo>
                <a:cubicBezTo>
                  <a:pt x="60731" y="4640"/>
                  <a:pt x="60579" y="4822"/>
                  <a:pt x="60367" y="4974"/>
                </a:cubicBezTo>
                <a:cubicBezTo>
                  <a:pt x="60275" y="5035"/>
                  <a:pt x="60123" y="5156"/>
                  <a:pt x="60032" y="5217"/>
                </a:cubicBezTo>
                <a:lnTo>
                  <a:pt x="59941" y="5096"/>
                </a:lnTo>
                <a:lnTo>
                  <a:pt x="59516" y="5187"/>
                </a:lnTo>
                <a:lnTo>
                  <a:pt x="59424" y="5278"/>
                </a:lnTo>
                <a:cubicBezTo>
                  <a:pt x="59303" y="5369"/>
                  <a:pt x="58968" y="5369"/>
                  <a:pt x="58938" y="5400"/>
                </a:cubicBezTo>
                <a:cubicBezTo>
                  <a:pt x="58816" y="5491"/>
                  <a:pt x="58725" y="5552"/>
                  <a:pt x="58604" y="5582"/>
                </a:cubicBezTo>
                <a:cubicBezTo>
                  <a:pt x="58512" y="5612"/>
                  <a:pt x="58421" y="5643"/>
                  <a:pt x="58361" y="5673"/>
                </a:cubicBezTo>
                <a:lnTo>
                  <a:pt x="58361" y="5704"/>
                </a:lnTo>
                <a:lnTo>
                  <a:pt x="57874" y="5977"/>
                </a:lnTo>
                <a:cubicBezTo>
                  <a:pt x="57808" y="5926"/>
                  <a:pt x="57749" y="5906"/>
                  <a:pt x="57695" y="5906"/>
                </a:cubicBezTo>
                <a:cubicBezTo>
                  <a:pt x="57524" y="5906"/>
                  <a:pt x="57397" y="6099"/>
                  <a:pt x="57236" y="6099"/>
                </a:cubicBezTo>
                <a:cubicBezTo>
                  <a:pt x="57205" y="6099"/>
                  <a:pt x="57145" y="6159"/>
                  <a:pt x="57145" y="6190"/>
                </a:cubicBezTo>
                <a:cubicBezTo>
                  <a:pt x="57099" y="6258"/>
                  <a:pt x="57088" y="6292"/>
                  <a:pt x="57072" y="6292"/>
                </a:cubicBezTo>
                <a:cubicBezTo>
                  <a:pt x="57067" y="6292"/>
                  <a:pt x="57061" y="6289"/>
                  <a:pt x="57054" y="6281"/>
                </a:cubicBezTo>
                <a:lnTo>
                  <a:pt x="56962" y="6251"/>
                </a:lnTo>
                <a:cubicBezTo>
                  <a:pt x="56841" y="6220"/>
                  <a:pt x="56810" y="6068"/>
                  <a:pt x="56902" y="5977"/>
                </a:cubicBezTo>
                <a:lnTo>
                  <a:pt x="57205" y="5977"/>
                </a:lnTo>
                <a:cubicBezTo>
                  <a:pt x="57297" y="5795"/>
                  <a:pt x="57388" y="5612"/>
                  <a:pt x="57449" y="5430"/>
                </a:cubicBezTo>
                <a:cubicBezTo>
                  <a:pt x="57418" y="5339"/>
                  <a:pt x="57449" y="5278"/>
                  <a:pt x="57509" y="5217"/>
                </a:cubicBezTo>
                <a:cubicBezTo>
                  <a:pt x="57570" y="5187"/>
                  <a:pt x="57540" y="5096"/>
                  <a:pt x="57418" y="5004"/>
                </a:cubicBezTo>
                <a:lnTo>
                  <a:pt x="57388" y="5004"/>
                </a:lnTo>
                <a:lnTo>
                  <a:pt x="57266" y="4944"/>
                </a:lnTo>
                <a:cubicBezTo>
                  <a:pt x="57114" y="4883"/>
                  <a:pt x="57023" y="4761"/>
                  <a:pt x="57054" y="4609"/>
                </a:cubicBezTo>
                <a:lnTo>
                  <a:pt x="56993" y="4518"/>
                </a:lnTo>
                <a:lnTo>
                  <a:pt x="56871" y="4397"/>
                </a:lnTo>
                <a:cubicBezTo>
                  <a:pt x="56841" y="4214"/>
                  <a:pt x="56780" y="3880"/>
                  <a:pt x="56750" y="3819"/>
                </a:cubicBezTo>
                <a:cubicBezTo>
                  <a:pt x="56719" y="3758"/>
                  <a:pt x="56719" y="3697"/>
                  <a:pt x="56750" y="3637"/>
                </a:cubicBezTo>
                <a:cubicBezTo>
                  <a:pt x="56780" y="3576"/>
                  <a:pt x="56780" y="3515"/>
                  <a:pt x="56810" y="3454"/>
                </a:cubicBezTo>
                <a:cubicBezTo>
                  <a:pt x="56810" y="3444"/>
                  <a:pt x="56800" y="3441"/>
                  <a:pt x="56786" y="3441"/>
                </a:cubicBezTo>
                <a:cubicBezTo>
                  <a:pt x="56756" y="3441"/>
                  <a:pt x="56709" y="3454"/>
                  <a:pt x="56689" y="3454"/>
                </a:cubicBezTo>
                <a:cubicBezTo>
                  <a:pt x="56689" y="3458"/>
                  <a:pt x="56687" y="3460"/>
                  <a:pt x="56683" y="3460"/>
                </a:cubicBezTo>
                <a:cubicBezTo>
                  <a:pt x="56657" y="3460"/>
                  <a:pt x="56555" y="3381"/>
                  <a:pt x="56476" y="3302"/>
                </a:cubicBezTo>
                <a:lnTo>
                  <a:pt x="56415" y="3211"/>
                </a:lnTo>
                <a:lnTo>
                  <a:pt x="56415" y="3181"/>
                </a:lnTo>
                <a:cubicBezTo>
                  <a:pt x="56446" y="3120"/>
                  <a:pt x="56567" y="3090"/>
                  <a:pt x="56567" y="3090"/>
                </a:cubicBezTo>
                <a:cubicBezTo>
                  <a:pt x="56598" y="3029"/>
                  <a:pt x="56628" y="2968"/>
                  <a:pt x="56658" y="2907"/>
                </a:cubicBezTo>
                <a:cubicBezTo>
                  <a:pt x="56689" y="2877"/>
                  <a:pt x="56628" y="2786"/>
                  <a:pt x="56598" y="2755"/>
                </a:cubicBezTo>
                <a:cubicBezTo>
                  <a:pt x="56567" y="2725"/>
                  <a:pt x="56628" y="2542"/>
                  <a:pt x="56658" y="2482"/>
                </a:cubicBezTo>
                <a:cubicBezTo>
                  <a:pt x="56719" y="2421"/>
                  <a:pt x="56415" y="2238"/>
                  <a:pt x="56354" y="2147"/>
                </a:cubicBezTo>
                <a:cubicBezTo>
                  <a:pt x="56354" y="2026"/>
                  <a:pt x="56385" y="1934"/>
                  <a:pt x="56446" y="1843"/>
                </a:cubicBezTo>
                <a:cubicBezTo>
                  <a:pt x="56506" y="1813"/>
                  <a:pt x="56233" y="1600"/>
                  <a:pt x="56263" y="1509"/>
                </a:cubicBezTo>
                <a:cubicBezTo>
                  <a:pt x="56294" y="1448"/>
                  <a:pt x="56324" y="1357"/>
                  <a:pt x="56415" y="1296"/>
                </a:cubicBezTo>
                <a:lnTo>
                  <a:pt x="56415" y="1266"/>
                </a:lnTo>
                <a:cubicBezTo>
                  <a:pt x="56415" y="1175"/>
                  <a:pt x="56476" y="1083"/>
                  <a:pt x="56294" y="1053"/>
                </a:cubicBezTo>
                <a:cubicBezTo>
                  <a:pt x="56233" y="1053"/>
                  <a:pt x="56172" y="962"/>
                  <a:pt x="56111" y="962"/>
                </a:cubicBezTo>
                <a:cubicBezTo>
                  <a:pt x="56081" y="947"/>
                  <a:pt x="56043" y="947"/>
                  <a:pt x="56005" y="947"/>
                </a:cubicBezTo>
                <a:cubicBezTo>
                  <a:pt x="55967" y="947"/>
                  <a:pt x="55929" y="947"/>
                  <a:pt x="55898" y="931"/>
                </a:cubicBezTo>
                <a:cubicBezTo>
                  <a:pt x="55716" y="810"/>
                  <a:pt x="55503" y="719"/>
                  <a:pt x="55321" y="658"/>
                </a:cubicBezTo>
                <a:cubicBezTo>
                  <a:pt x="55139" y="658"/>
                  <a:pt x="54926" y="627"/>
                  <a:pt x="54774" y="536"/>
                </a:cubicBezTo>
                <a:lnTo>
                  <a:pt x="54622" y="445"/>
                </a:lnTo>
                <a:cubicBezTo>
                  <a:pt x="54409" y="536"/>
                  <a:pt x="54227" y="567"/>
                  <a:pt x="54014" y="567"/>
                </a:cubicBezTo>
                <a:cubicBezTo>
                  <a:pt x="53923" y="536"/>
                  <a:pt x="53832" y="475"/>
                  <a:pt x="53771" y="415"/>
                </a:cubicBezTo>
                <a:lnTo>
                  <a:pt x="53710" y="415"/>
                </a:lnTo>
                <a:lnTo>
                  <a:pt x="53467" y="232"/>
                </a:lnTo>
                <a:cubicBezTo>
                  <a:pt x="53226" y="88"/>
                  <a:pt x="53005" y="1"/>
                  <a:pt x="528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13"/>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lvl1pPr indent="0" lvl="0" marL="0" marR="0" rtl="0" algn="l">
              <a:lnSpc>
                <a:spcPct val="100000"/>
              </a:lnSpc>
              <a:spcBef>
                <a:spcPts val="0"/>
              </a:spcBef>
              <a:spcAft>
                <a:spcPts val="0"/>
              </a:spcAft>
              <a:buSzPts val="2800"/>
              <a:buNone/>
              <a:defRPr b="1">
                <a:latin typeface="Poiret One"/>
                <a:ea typeface="Poiret One"/>
                <a:cs typeface="Poiret One"/>
                <a:sym typeface="Poiret 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92" name="Google Shape;792;p13"/>
          <p:cNvSpPr txBox="1"/>
          <p:nvPr>
            <p:ph idx="2" type="title"/>
          </p:nvPr>
        </p:nvSpPr>
        <p:spPr>
          <a:xfrm>
            <a:off x="1340077" y="1607863"/>
            <a:ext cx="1952700" cy="266700"/>
          </a:xfrm>
          <a:prstGeom prst="rect">
            <a:avLst/>
          </a:prstGeom>
        </p:spPr>
        <p:txBody>
          <a:bodyPr anchorCtr="0" anchor="ctr" bIns="91425" lIns="91425" spcFirstLastPara="1" rIns="91425" wrap="square" tIns="91425">
            <a:noAutofit/>
          </a:bodyPr>
          <a:lstStyle>
            <a:lvl1pPr lvl="0">
              <a:spcBef>
                <a:spcPts val="0"/>
              </a:spcBef>
              <a:spcAft>
                <a:spcPts val="0"/>
              </a:spcAft>
              <a:buSzPts val="1500"/>
              <a:buNone/>
              <a:defRPr b="1" sz="2200">
                <a:latin typeface="Poiret One"/>
                <a:ea typeface="Poiret One"/>
                <a:cs typeface="Poiret One"/>
                <a:sym typeface="Poiret One"/>
              </a:defRPr>
            </a:lvl1pPr>
            <a:lvl2pPr lvl="1">
              <a:spcBef>
                <a:spcPts val="0"/>
              </a:spcBef>
              <a:spcAft>
                <a:spcPts val="0"/>
              </a:spcAft>
              <a:buSzPts val="2800"/>
              <a:buNone/>
              <a:defRPr>
                <a:latin typeface="Be Vietnam"/>
                <a:ea typeface="Be Vietnam"/>
                <a:cs typeface="Be Vietnam"/>
                <a:sym typeface="Be Vietnam"/>
              </a:defRPr>
            </a:lvl2pPr>
            <a:lvl3pPr lvl="2">
              <a:spcBef>
                <a:spcPts val="0"/>
              </a:spcBef>
              <a:spcAft>
                <a:spcPts val="0"/>
              </a:spcAft>
              <a:buSzPts val="2800"/>
              <a:buNone/>
              <a:defRPr>
                <a:latin typeface="Be Vietnam"/>
                <a:ea typeface="Be Vietnam"/>
                <a:cs typeface="Be Vietnam"/>
                <a:sym typeface="Be Vietnam"/>
              </a:defRPr>
            </a:lvl3pPr>
            <a:lvl4pPr lvl="3">
              <a:spcBef>
                <a:spcPts val="0"/>
              </a:spcBef>
              <a:spcAft>
                <a:spcPts val="0"/>
              </a:spcAft>
              <a:buSzPts val="2800"/>
              <a:buNone/>
              <a:defRPr>
                <a:latin typeface="Be Vietnam"/>
                <a:ea typeface="Be Vietnam"/>
                <a:cs typeface="Be Vietnam"/>
                <a:sym typeface="Be Vietnam"/>
              </a:defRPr>
            </a:lvl4pPr>
            <a:lvl5pPr lvl="4">
              <a:spcBef>
                <a:spcPts val="0"/>
              </a:spcBef>
              <a:spcAft>
                <a:spcPts val="0"/>
              </a:spcAft>
              <a:buSzPts val="2800"/>
              <a:buNone/>
              <a:defRPr>
                <a:latin typeface="Be Vietnam"/>
                <a:ea typeface="Be Vietnam"/>
                <a:cs typeface="Be Vietnam"/>
                <a:sym typeface="Be Vietnam"/>
              </a:defRPr>
            </a:lvl5pPr>
            <a:lvl6pPr lvl="5">
              <a:spcBef>
                <a:spcPts val="0"/>
              </a:spcBef>
              <a:spcAft>
                <a:spcPts val="0"/>
              </a:spcAft>
              <a:buSzPts val="2800"/>
              <a:buNone/>
              <a:defRPr>
                <a:latin typeface="Be Vietnam"/>
                <a:ea typeface="Be Vietnam"/>
                <a:cs typeface="Be Vietnam"/>
                <a:sym typeface="Be Vietnam"/>
              </a:defRPr>
            </a:lvl6pPr>
            <a:lvl7pPr lvl="6">
              <a:spcBef>
                <a:spcPts val="0"/>
              </a:spcBef>
              <a:spcAft>
                <a:spcPts val="0"/>
              </a:spcAft>
              <a:buSzPts val="2800"/>
              <a:buNone/>
              <a:defRPr>
                <a:latin typeface="Be Vietnam"/>
                <a:ea typeface="Be Vietnam"/>
                <a:cs typeface="Be Vietnam"/>
                <a:sym typeface="Be Vietnam"/>
              </a:defRPr>
            </a:lvl7pPr>
            <a:lvl8pPr lvl="7">
              <a:spcBef>
                <a:spcPts val="0"/>
              </a:spcBef>
              <a:spcAft>
                <a:spcPts val="0"/>
              </a:spcAft>
              <a:buSzPts val="2800"/>
              <a:buNone/>
              <a:defRPr>
                <a:latin typeface="Be Vietnam"/>
                <a:ea typeface="Be Vietnam"/>
                <a:cs typeface="Be Vietnam"/>
                <a:sym typeface="Be Vietnam"/>
              </a:defRPr>
            </a:lvl8pPr>
            <a:lvl9pPr lvl="8">
              <a:spcBef>
                <a:spcPts val="0"/>
              </a:spcBef>
              <a:spcAft>
                <a:spcPts val="0"/>
              </a:spcAft>
              <a:buSzPts val="2800"/>
              <a:buNone/>
              <a:defRPr>
                <a:latin typeface="Be Vietnam"/>
                <a:ea typeface="Be Vietnam"/>
                <a:cs typeface="Be Vietnam"/>
                <a:sym typeface="Be Vietnam"/>
              </a:defRPr>
            </a:lvl9pPr>
          </a:lstStyle>
          <a:p/>
        </p:txBody>
      </p:sp>
      <p:sp>
        <p:nvSpPr>
          <p:cNvPr id="793" name="Google Shape;793;p13"/>
          <p:cNvSpPr txBox="1"/>
          <p:nvPr>
            <p:ph idx="3" type="title"/>
          </p:nvPr>
        </p:nvSpPr>
        <p:spPr>
          <a:xfrm>
            <a:off x="3968958" y="1607863"/>
            <a:ext cx="1952700" cy="266700"/>
          </a:xfrm>
          <a:prstGeom prst="rect">
            <a:avLst/>
          </a:prstGeom>
        </p:spPr>
        <p:txBody>
          <a:bodyPr anchorCtr="0" anchor="ctr" bIns="91425" lIns="91425" spcFirstLastPara="1" rIns="91425" wrap="square" tIns="91425">
            <a:noAutofit/>
          </a:bodyPr>
          <a:lstStyle>
            <a:lvl1pPr lvl="0" rtl="0">
              <a:spcBef>
                <a:spcPts val="0"/>
              </a:spcBef>
              <a:spcAft>
                <a:spcPts val="0"/>
              </a:spcAft>
              <a:buSzPts val="1500"/>
              <a:buNone/>
              <a:defRPr b="1" sz="2200">
                <a:latin typeface="Poiret One"/>
                <a:ea typeface="Poiret One"/>
                <a:cs typeface="Poiret One"/>
                <a:sym typeface="Poiret One"/>
              </a:defRPr>
            </a:lvl1pPr>
            <a:lvl2pPr lvl="1" rtl="0">
              <a:spcBef>
                <a:spcPts val="0"/>
              </a:spcBef>
              <a:spcAft>
                <a:spcPts val="0"/>
              </a:spcAft>
              <a:buSzPts val="2800"/>
              <a:buNone/>
              <a:defRPr>
                <a:latin typeface="Be Vietnam"/>
                <a:ea typeface="Be Vietnam"/>
                <a:cs typeface="Be Vietnam"/>
                <a:sym typeface="Be Vietnam"/>
              </a:defRPr>
            </a:lvl2pPr>
            <a:lvl3pPr lvl="2" rtl="0">
              <a:spcBef>
                <a:spcPts val="0"/>
              </a:spcBef>
              <a:spcAft>
                <a:spcPts val="0"/>
              </a:spcAft>
              <a:buSzPts val="2800"/>
              <a:buNone/>
              <a:defRPr>
                <a:latin typeface="Be Vietnam"/>
                <a:ea typeface="Be Vietnam"/>
                <a:cs typeface="Be Vietnam"/>
                <a:sym typeface="Be Vietnam"/>
              </a:defRPr>
            </a:lvl3pPr>
            <a:lvl4pPr lvl="3" rtl="0">
              <a:spcBef>
                <a:spcPts val="0"/>
              </a:spcBef>
              <a:spcAft>
                <a:spcPts val="0"/>
              </a:spcAft>
              <a:buSzPts val="2800"/>
              <a:buNone/>
              <a:defRPr>
                <a:latin typeface="Be Vietnam"/>
                <a:ea typeface="Be Vietnam"/>
                <a:cs typeface="Be Vietnam"/>
                <a:sym typeface="Be Vietnam"/>
              </a:defRPr>
            </a:lvl4pPr>
            <a:lvl5pPr lvl="4" rtl="0">
              <a:spcBef>
                <a:spcPts val="0"/>
              </a:spcBef>
              <a:spcAft>
                <a:spcPts val="0"/>
              </a:spcAft>
              <a:buSzPts val="2800"/>
              <a:buNone/>
              <a:defRPr>
                <a:latin typeface="Be Vietnam"/>
                <a:ea typeface="Be Vietnam"/>
                <a:cs typeface="Be Vietnam"/>
                <a:sym typeface="Be Vietnam"/>
              </a:defRPr>
            </a:lvl5pPr>
            <a:lvl6pPr lvl="5" rtl="0">
              <a:spcBef>
                <a:spcPts val="0"/>
              </a:spcBef>
              <a:spcAft>
                <a:spcPts val="0"/>
              </a:spcAft>
              <a:buSzPts val="2800"/>
              <a:buNone/>
              <a:defRPr>
                <a:latin typeface="Be Vietnam"/>
                <a:ea typeface="Be Vietnam"/>
                <a:cs typeface="Be Vietnam"/>
                <a:sym typeface="Be Vietnam"/>
              </a:defRPr>
            </a:lvl6pPr>
            <a:lvl7pPr lvl="6" rtl="0">
              <a:spcBef>
                <a:spcPts val="0"/>
              </a:spcBef>
              <a:spcAft>
                <a:spcPts val="0"/>
              </a:spcAft>
              <a:buSzPts val="2800"/>
              <a:buNone/>
              <a:defRPr>
                <a:latin typeface="Be Vietnam"/>
                <a:ea typeface="Be Vietnam"/>
                <a:cs typeface="Be Vietnam"/>
                <a:sym typeface="Be Vietnam"/>
              </a:defRPr>
            </a:lvl7pPr>
            <a:lvl8pPr lvl="7" rtl="0">
              <a:spcBef>
                <a:spcPts val="0"/>
              </a:spcBef>
              <a:spcAft>
                <a:spcPts val="0"/>
              </a:spcAft>
              <a:buSzPts val="2800"/>
              <a:buNone/>
              <a:defRPr>
                <a:latin typeface="Be Vietnam"/>
                <a:ea typeface="Be Vietnam"/>
                <a:cs typeface="Be Vietnam"/>
                <a:sym typeface="Be Vietnam"/>
              </a:defRPr>
            </a:lvl8pPr>
            <a:lvl9pPr lvl="8" rtl="0">
              <a:spcBef>
                <a:spcPts val="0"/>
              </a:spcBef>
              <a:spcAft>
                <a:spcPts val="0"/>
              </a:spcAft>
              <a:buSzPts val="2800"/>
              <a:buNone/>
              <a:defRPr>
                <a:latin typeface="Be Vietnam"/>
                <a:ea typeface="Be Vietnam"/>
                <a:cs typeface="Be Vietnam"/>
                <a:sym typeface="Be Vietnam"/>
              </a:defRPr>
            </a:lvl9pPr>
          </a:lstStyle>
          <a:p/>
        </p:txBody>
      </p:sp>
      <p:sp>
        <p:nvSpPr>
          <p:cNvPr id="794" name="Google Shape;794;p13"/>
          <p:cNvSpPr txBox="1"/>
          <p:nvPr>
            <p:ph idx="4" type="title"/>
          </p:nvPr>
        </p:nvSpPr>
        <p:spPr>
          <a:xfrm>
            <a:off x="6597839" y="1607863"/>
            <a:ext cx="1952700" cy="266700"/>
          </a:xfrm>
          <a:prstGeom prst="rect">
            <a:avLst/>
          </a:prstGeom>
        </p:spPr>
        <p:txBody>
          <a:bodyPr anchorCtr="0" anchor="ctr" bIns="91425" lIns="91425" spcFirstLastPara="1" rIns="91425" wrap="square" tIns="91425">
            <a:noAutofit/>
          </a:bodyPr>
          <a:lstStyle>
            <a:lvl1pPr lvl="0" rtl="0">
              <a:spcBef>
                <a:spcPts val="0"/>
              </a:spcBef>
              <a:spcAft>
                <a:spcPts val="0"/>
              </a:spcAft>
              <a:buSzPts val="1500"/>
              <a:buNone/>
              <a:defRPr b="1" sz="2200">
                <a:latin typeface="Poiret One"/>
                <a:ea typeface="Poiret One"/>
                <a:cs typeface="Poiret One"/>
                <a:sym typeface="Poiret One"/>
              </a:defRPr>
            </a:lvl1pPr>
            <a:lvl2pPr lvl="1" rtl="0">
              <a:spcBef>
                <a:spcPts val="0"/>
              </a:spcBef>
              <a:spcAft>
                <a:spcPts val="0"/>
              </a:spcAft>
              <a:buSzPts val="2800"/>
              <a:buNone/>
              <a:defRPr>
                <a:latin typeface="Be Vietnam"/>
                <a:ea typeface="Be Vietnam"/>
                <a:cs typeface="Be Vietnam"/>
                <a:sym typeface="Be Vietnam"/>
              </a:defRPr>
            </a:lvl2pPr>
            <a:lvl3pPr lvl="2" rtl="0">
              <a:spcBef>
                <a:spcPts val="0"/>
              </a:spcBef>
              <a:spcAft>
                <a:spcPts val="0"/>
              </a:spcAft>
              <a:buSzPts val="2800"/>
              <a:buNone/>
              <a:defRPr>
                <a:latin typeface="Be Vietnam"/>
                <a:ea typeface="Be Vietnam"/>
                <a:cs typeface="Be Vietnam"/>
                <a:sym typeface="Be Vietnam"/>
              </a:defRPr>
            </a:lvl3pPr>
            <a:lvl4pPr lvl="3" rtl="0">
              <a:spcBef>
                <a:spcPts val="0"/>
              </a:spcBef>
              <a:spcAft>
                <a:spcPts val="0"/>
              </a:spcAft>
              <a:buSzPts val="2800"/>
              <a:buNone/>
              <a:defRPr>
                <a:latin typeface="Be Vietnam"/>
                <a:ea typeface="Be Vietnam"/>
                <a:cs typeface="Be Vietnam"/>
                <a:sym typeface="Be Vietnam"/>
              </a:defRPr>
            </a:lvl4pPr>
            <a:lvl5pPr lvl="4" rtl="0">
              <a:spcBef>
                <a:spcPts val="0"/>
              </a:spcBef>
              <a:spcAft>
                <a:spcPts val="0"/>
              </a:spcAft>
              <a:buSzPts val="2800"/>
              <a:buNone/>
              <a:defRPr>
                <a:latin typeface="Be Vietnam"/>
                <a:ea typeface="Be Vietnam"/>
                <a:cs typeface="Be Vietnam"/>
                <a:sym typeface="Be Vietnam"/>
              </a:defRPr>
            </a:lvl5pPr>
            <a:lvl6pPr lvl="5" rtl="0">
              <a:spcBef>
                <a:spcPts val="0"/>
              </a:spcBef>
              <a:spcAft>
                <a:spcPts val="0"/>
              </a:spcAft>
              <a:buSzPts val="2800"/>
              <a:buNone/>
              <a:defRPr>
                <a:latin typeface="Be Vietnam"/>
                <a:ea typeface="Be Vietnam"/>
                <a:cs typeface="Be Vietnam"/>
                <a:sym typeface="Be Vietnam"/>
              </a:defRPr>
            </a:lvl6pPr>
            <a:lvl7pPr lvl="6" rtl="0">
              <a:spcBef>
                <a:spcPts val="0"/>
              </a:spcBef>
              <a:spcAft>
                <a:spcPts val="0"/>
              </a:spcAft>
              <a:buSzPts val="2800"/>
              <a:buNone/>
              <a:defRPr>
                <a:latin typeface="Be Vietnam"/>
                <a:ea typeface="Be Vietnam"/>
                <a:cs typeface="Be Vietnam"/>
                <a:sym typeface="Be Vietnam"/>
              </a:defRPr>
            </a:lvl7pPr>
            <a:lvl8pPr lvl="7" rtl="0">
              <a:spcBef>
                <a:spcPts val="0"/>
              </a:spcBef>
              <a:spcAft>
                <a:spcPts val="0"/>
              </a:spcAft>
              <a:buSzPts val="2800"/>
              <a:buNone/>
              <a:defRPr>
                <a:latin typeface="Be Vietnam"/>
                <a:ea typeface="Be Vietnam"/>
                <a:cs typeface="Be Vietnam"/>
                <a:sym typeface="Be Vietnam"/>
              </a:defRPr>
            </a:lvl8pPr>
            <a:lvl9pPr lvl="8" rtl="0">
              <a:spcBef>
                <a:spcPts val="0"/>
              </a:spcBef>
              <a:spcAft>
                <a:spcPts val="0"/>
              </a:spcAft>
              <a:buSzPts val="2800"/>
              <a:buNone/>
              <a:defRPr>
                <a:latin typeface="Be Vietnam"/>
                <a:ea typeface="Be Vietnam"/>
                <a:cs typeface="Be Vietnam"/>
                <a:sym typeface="Be Vietnam"/>
              </a:defRPr>
            </a:lvl9pPr>
          </a:lstStyle>
          <a:p/>
        </p:txBody>
      </p:sp>
      <p:sp>
        <p:nvSpPr>
          <p:cNvPr id="795" name="Google Shape;795;p13"/>
          <p:cNvSpPr txBox="1"/>
          <p:nvPr>
            <p:ph idx="5" type="title"/>
          </p:nvPr>
        </p:nvSpPr>
        <p:spPr>
          <a:xfrm>
            <a:off x="1340077" y="3236638"/>
            <a:ext cx="1952700" cy="266700"/>
          </a:xfrm>
          <a:prstGeom prst="rect">
            <a:avLst/>
          </a:prstGeom>
        </p:spPr>
        <p:txBody>
          <a:bodyPr anchorCtr="0" anchor="ctr" bIns="91425" lIns="91425" spcFirstLastPara="1" rIns="91425" wrap="square" tIns="91425">
            <a:noAutofit/>
          </a:bodyPr>
          <a:lstStyle>
            <a:lvl1pPr lvl="0" rtl="0">
              <a:spcBef>
                <a:spcPts val="0"/>
              </a:spcBef>
              <a:spcAft>
                <a:spcPts val="0"/>
              </a:spcAft>
              <a:buSzPts val="1500"/>
              <a:buNone/>
              <a:defRPr b="1" sz="2200">
                <a:latin typeface="Poiret One"/>
                <a:ea typeface="Poiret One"/>
                <a:cs typeface="Poiret One"/>
                <a:sym typeface="Poiret One"/>
              </a:defRPr>
            </a:lvl1pPr>
            <a:lvl2pPr lvl="1" rtl="0">
              <a:spcBef>
                <a:spcPts val="0"/>
              </a:spcBef>
              <a:spcAft>
                <a:spcPts val="0"/>
              </a:spcAft>
              <a:buSzPts val="2800"/>
              <a:buNone/>
              <a:defRPr>
                <a:latin typeface="Be Vietnam"/>
                <a:ea typeface="Be Vietnam"/>
                <a:cs typeface="Be Vietnam"/>
                <a:sym typeface="Be Vietnam"/>
              </a:defRPr>
            </a:lvl2pPr>
            <a:lvl3pPr lvl="2" rtl="0">
              <a:spcBef>
                <a:spcPts val="0"/>
              </a:spcBef>
              <a:spcAft>
                <a:spcPts val="0"/>
              </a:spcAft>
              <a:buSzPts val="2800"/>
              <a:buNone/>
              <a:defRPr>
                <a:latin typeface="Be Vietnam"/>
                <a:ea typeface="Be Vietnam"/>
                <a:cs typeface="Be Vietnam"/>
                <a:sym typeface="Be Vietnam"/>
              </a:defRPr>
            </a:lvl3pPr>
            <a:lvl4pPr lvl="3" rtl="0">
              <a:spcBef>
                <a:spcPts val="0"/>
              </a:spcBef>
              <a:spcAft>
                <a:spcPts val="0"/>
              </a:spcAft>
              <a:buSzPts val="2800"/>
              <a:buNone/>
              <a:defRPr>
                <a:latin typeface="Be Vietnam"/>
                <a:ea typeface="Be Vietnam"/>
                <a:cs typeface="Be Vietnam"/>
                <a:sym typeface="Be Vietnam"/>
              </a:defRPr>
            </a:lvl4pPr>
            <a:lvl5pPr lvl="4" rtl="0">
              <a:spcBef>
                <a:spcPts val="0"/>
              </a:spcBef>
              <a:spcAft>
                <a:spcPts val="0"/>
              </a:spcAft>
              <a:buSzPts val="2800"/>
              <a:buNone/>
              <a:defRPr>
                <a:latin typeface="Be Vietnam"/>
                <a:ea typeface="Be Vietnam"/>
                <a:cs typeface="Be Vietnam"/>
                <a:sym typeface="Be Vietnam"/>
              </a:defRPr>
            </a:lvl5pPr>
            <a:lvl6pPr lvl="5" rtl="0">
              <a:spcBef>
                <a:spcPts val="0"/>
              </a:spcBef>
              <a:spcAft>
                <a:spcPts val="0"/>
              </a:spcAft>
              <a:buSzPts val="2800"/>
              <a:buNone/>
              <a:defRPr>
                <a:latin typeface="Be Vietnam"/>
                <a:ea typeface="Be Vietnam"/>
                <a:cs typeface="Be Vietnam"/>
                <a:sym typeface="Be Vietnam"/>
              </a:defRPr>
            </a:lvl6pPr>
            <a:lvl7pPr lvl="6" rtl="0">
              <a:spcBef>
                <a:spcPts val="0"/>
              </a:spcBef>
              <a:spcAft>
                <a:spcPts val="0"/>
              </a:spcAft>
              <a:buSzPts val="2800"/>
              <a:buNone/>
              <a:defRPr>
                <a:latin typeface="Be Vietnam"/>
                <a:ea typeface="Be Vietnam"/>
                <a:cs typeface="Be Vietnam"/>
                <a:sym typeface="Be Vietnam"/>
              </a:defRPr>
            </a:lvl7pPr>
            <a:lvl8pPr lvl="7" rtl="0">
              <a:spcBef>
                <a:spcPts val="0"/>
              </a:spcBef>
              <a:spcAft>
                <a:spcPts val="0"/>
              </a:spcAft>
              <a:buSzPts val="2800"/>
              <a:buNone/>
              <a:defRPr>
                <a:latin typeface="Be Vietnam"/>
                <a:ea typeface="Be Vietnam"/>
                <a:cs typeface="Be Vietnam"/>
                <a:sym typeface="Be Vietnam"/>
              </a:defRPr>
            </a:lvl8pPr>
            <a:lvl9pPr lvl="8" rtl="0">
              <a:spcBef>
                <a:spcPts val="0"/>
              </a:spcBef>
              <a:spcAft>
                <a:spcPts val="0"/>
              </a:spcAft>
              <a:buSzPts val="2800"/>
              <a:buNone/>
              <a:defRPr>
                <a:latin typeface="Be Vietnam"/>
                <a:ea typeface="Be Vietnam"/>
                <a:cs typeface="Be Vietnam"/>
                <a:sym typeface="Be Vietnam"/>
              </a:defRPr>
            </a:lvl9pPr>
          </a:lstStyle>
          <a:p/>
        </p:txBody>
      </p:sp>
      <p:sp>
        <p:nvSpPr>
          <p:cNvPr id="796" name="Google Shape;796;p13"/>
          <p:cNvSpPr txBox="1"/>
          <p:nvPr>
            <p:ph idx="6" type="title"/>
          </p:nvPr>
        </p:nvSpPr>
        <p:spPr>
          <a:xfrm>
            <a:off x="3985608" y="3236638"/>
            <a:ext cx="1919400" cy="266700"/>
          </a:xfrm>
          <a:prstGeom prst="rect">
            <a:avLst/>
          </a:prstGeom>
        </p:spPr>
        <p:txBody>
          <a:bodyPr anchorCtr="0" anchor="ctr" bIns="91425" lIns="91425" spcFirstLastPara="1" rIns="91425" wrap="square" tIns="91425">
            <a:noAutofit/>
          </a:bodyPr>
          <a:lstStyle>
            <a:lvl1pPr lvl="0" rtl="0">
              <a:spcBef>
                <a:spcPts val="0"/>
              </a:spcBef>
              <a:spcAft>
                <a:spcPts val="0"/>
              </a:spcAft>
              <a:buSzPts val="1500"/>
              <a:buNone/>
              <a:defRPr b="1" sz="2200">
                <a:latin typeface="Poiret One"/>
                <a:ea typeface="Poiret One"/>
                <a:cs typeface="Poiret One"/>
                <a:sym typeface="Poiret One"/>
              </a:defRPr>
            </a:lvl1pPr>
            <a:lvl2pPr lvl="1" rtl="0">
              <a:spcBef>
                <a:spcPts val="0"/>
              </a:spcBef>
              <a:spcAft>
                <a:spcPts val="0"/>
              </a:spcAft>
              <a:buSzPts val="2800"/>
              <a:buNone/>
              <a:defRPr>
                <a:latin typeface="Be Vietnam"/>
                <a:ea typeface="Be Vietnam"/>
                <a:cs typeface="Be Vietnam"/>
                <a:sym typeface="Be Vietnam"/>
              </a:defRPr>
            </a:lvl2pPr>
            <a:lvl3pPr lvl="2" rtl="0">
              <a:spcBef>
                <a:spcPts val="0"/>
              </a:spcBef>
              <a:spcAft>
                <a:spcPts val="0"/>
              </a:spcAft>
              <a:buSzPts val="2800"/>
              <a:buNone/>
              <a:defRPr>
                <a:latin typeface="Be Vietnam"/>
                <a:ea typeface="Be Vietnam"/>
                <a:cs typeface="Be Vietnam"/>
                <a:sym typeface="Be Vietnam"/>
              </a:defRPr>
            </a:lvl3pPr>
            <a:lvl4pPr lvl="3" rtl="0">
              <a:spcBef>
                <a:spcPts val="0"/>
              </a:spcBef>
              <a:spcAft>
                <a:spcPts val="0"/>
              </a:spcAft>
              <a:buSzPts val="2800"/>
              <a:buNone/>
              <a:defRPr>
                <a:latin typeface="Be Vietnam"/>
                <a:ea typeface="Be Vietnam"/>
                <a:cs typeface="Be Vietnam"/>
                <a:sym typeface="Be Vietnam"/>
              </a:defRPr>
            </a:lvl4pPr>
            <a:lvl5pPr lvl="4" rtl="0">
              <a:spcBef>
                <a:spcPts val="0"/>
              </a:spcBef>
              <a:spcAft>
                <a:spcPts val="0"/>
              </a:spcAft>
              <a:buSzPts val="2800"/>
              <a:buNone/>
              <a:defRPr>
                <a:latin typeface="Be Vietnam"/>
                <a:ea typeface="Be Vietnam"/>
                <a:cs typeface="Be Vietnam"/>
                <a:sym typeface="Be Vietnam"/>
              </a:defRPr>
            </a:lvl5pPr>
            <a:lvl6pPr lvl="5" rtl="0">
              <a:spcBef>
                <a:spcPts val="0"/>
              </a:spcBef>
              <a:spcAft>
                <a:spcPts val="0"/>
              </a:spcAft>
              <a:buSzPts val="2800"/>
              <a:buNone/>
              <a:defRPr>
                <a:latin typeface="Be Vietnam"/>
                <a:ea typeface="Be Vietnam"/>
                <a:cs typeface="Be Vietnam"/>
                <a:sym typeface="Be Vietnam"/>
              </a:defRPr>
            </a:lvl6pPr>
            <a:lvl7pPr lvl="6" rtl="0">
              <a:spcBef>
                <a:spcPts val="0"/>
              </a:spcBef>
              <a:spcAft>
                <a:spcPts val="0"/>
              </a:spcAft>
              <a:buSzPts val="2800"/>
              <a:buNone/>
              <a:defRPr>
                <a:latin typeface="Be Vietnam"/>
                <a:ea typeface="Be Vietnam"/>
                <a:cs typeface="Be Vietnam"/>
                <a:sym typeface="Be Vietnam"/>
              </a:defRPr>
            </a:lvl7pPr>
            <a:lvl8pPr lvl="7" rtl="0">
              <a:spcBef>
                <a:spcPts val="0"/>
              </a:spcBef>
              <a:spcAft>
                <a:spcPts val="0"/>
              </a:spcAft>
              <a:buSzPts val="2800"/>
              <a:buNone/>
              <a:defRPr>
                <a:latin typeface="Be Vietnam"/>
                <a:ea typeface="Be Vietnam"/>
                <a:cs typeface="Be Vietnam"/>
                <a:sym typeface="Be Vietnam"/>
              </a:defRPr>
            </a:lvl8pPr>
            <a:lvl9pPr lvl="8" rtl="0">
              <a:spcBef>
                <a:spcPts val="0"/>
              </a:spcBef>
              <a:spcAft>
                <a:spcPts val="0"/>
              </a:spcAft>
              <a:buSzPts val="2800"/>
              <a:buNone/>
              <a:defRPr>
                <a:latin typeface="Be Vietnam"/>
                <a:ea typeface="Be Vietnam"/>
                <a:cs typeface="Be Vietnam"/>
                <a:sym typeface="Be Vietnam"/>
              </a:defRPr>
            </a:lvl9pPr>
          </a:lstStyle>
          <a:p/>
        </p:txBody>
      </p:sp>
      <p:sp>
        <p:nvSpPr>
          <p:cNvPr id="797" name="Google Shape;797;p13"/>
          <p:cNvSpPr txBox="1"/>
          <p:nvPr>
            <p:ph idx="7" type="title"/>
          </p:nvPr>
        </p:nvSpPr>
        <p:spPr>
          <a:xfrm>
            <a:off x="6597839" y="3236638"/>
            <a:ext cx="1952700" cy="266700"/>
          </a:xfrm>
          <a:prstGeom prst="rect">
            <a:avLst/>
          </a:prstGeom>
        </p:spPr>
        <p:txBody>
          <a:bodyPr anchorCtr="0" anchor="ctr" bIns="91425" lIns="91425" spcFirstLastPara="1" rIns="91425" wrap="square" tIns="91425">
            <a:noAutofit/>
          </a:bodyPr>
          <a:lstStyle>
            <a:lvl1pPr lvl="0" rtl="0">
              <a:spcBef>
                <a:spcPts val="0"/>
              </a:spcBef>
              <a:spcAft>
                <a:spcPts val="0"/>
              </a:spcAft>
              <a:buSzPts val="1500"/>
              <a:buNone/>
              <a:defRPr b="1" sz="2200">
                <a:latin typeface="Poiret One"/>
                <a:ea typeface="Poiret One"/>
                <a:cs typeface="Poiret One"/>
                <a:sym typeface="Poiret One"/>
              </a:defRPr>
            </a:lvl1pPr>
            <a:lvl2pPr lvl="1" rtl="0">
              <a:spcBef>
                <a:spcPts val="0"/>
              </a:spcBef>
              <a:spcAft>
                <a:spcPts val="0"/>
              </a:spcAft>
              <a:buSzPts val="2800"/>
              <a:buNone/>
              <a:defRPr>
                <a:latin typeface="Be Vietnam"/>
                <a:ea typeface="Be Vietnam"/>
                <a:cs typeface="Be Vietnam"/>
                <a:sym typeface="Be Vietnam"/>
              </a:defRPr>
            </a:lvl2pPr>
            <a:lvl3pPr lvl="2" rtl="0">
              <a:spcBef>
                <a:spcPts val="0"/>
              </a:spcBef>
              <a:spcAft>
                <a:spcPts val="0"/>
              </a:spcAft>
              <a:buSzPts val="2800"/>
              <a:buNone/>
              <a:defRPr>
                <a:latin typeface="Be Vietnam"/>
                <a:ea typeface="Be Vietnam"/>
                <a:cs typeface="Be Vietnam"/>
                <a:sym typeface="Be Vietnam"/>
              </a:defRPr>
            </a:lvl3pPr>
            <a:lvl4pPr lvl="3" rtl="0">
              <a:spcBef>
                <a:spcPts val="0"/>
              </a:spcBef>
              <a:spcAft>
                <a:spcPts val="0"/>
              </a:spcAft>
              <a:buSzPts val="2800"/>
              <a:buNone/>
              <a:defRPr>
                <a:latin typeface="Be Vietnam"/>
                <a:ea typeface="Be Vietnam"/>
                <a:cs typeface="Be Vietnam"/>
                <a:sym typeface="Be Vietnam"/>
              </a:defRPr>
            </a:lvl4pPr>
            <a:lvl5pPr lvl="4" rtl="0">
              <a:spcBef>
                <a:spcPts val="0"/>
              </a:spcBef>
              <a:spcAft>
                <a:spcPts val="0"/>
              </a:spcAft>
              <a:buSzPts val="2800"/>
              <a:buNone/>
              <a:defRPr>
                <a:latin typeface="Be Vietnam"/>
                <a:ea typeface="Be Vietnam"/>
                <a:cs typeface="Be Vietnam"/>
                <a:sym typeface="Be Vietnam"/>
              </a:defRPr>
            </a:lvl5pPr>
            <a:lvl6pPr lvl="5" rtl="0">
              <a:spcBef>
                <a:spcPts val="0"/>
              </a:spcBef>
              <a:spcAft>
                <a:spcPts val="0"/>
              </a:spcAft>
              <a:buSzPts val="2800"/>
              <a:buNone/>
              <a:defRPr>
                <a:latin typeface="Be Vietnam"/>
                <a:ea typeface="Be Vietnam"/>
                <a:cs typeface="Be Vietnam"/>
                <a:sym typeface="Be Vietnam"/>
              </a:defRPr>
            </a:lvl6pPr>
            <a:lvl7pPr lvl="6" rtl="0">
              <a:spcBef>
                <a:spcPts val="0"/>
              </a:spcBef>
              <a:spcAft>
                <a:spcPts val="0"/>
              </a:spcAft>
              <a:buSzPts val="2800"/>
              <a:buNone/>
              <a:defRPr>
                <a:latin typeface="Be Vietnam"/>
                <a:ea typeface="Be Vietnam"/>
                <a:cs typeface="Be Vietnam"/>
                <a:sym typeface="Be Vietnam"/>
              </a:defRPr>
            </a:lvl7pPr>
            <a:lvl8pPr lvl="7" rtl="0">
              <a:spcBef>
                <a:spcPts val="0"/>
              </a:spcBef>
              <a:spcAft>
                <a:spcPts val="0"/>
              </a:spcAft>
              <a:buSzPts val="2800"/>
              <a:buNone/>
              <a:defRPr>
                <a:latin typeface="Be Vietnam"/>
                <a:ea typeface="Be Vietnam"/>
                <a:cs typeface="Be Vietnam"/>
                <a:sym typeface="Be Vietnam"/>
              </a:defRPr>
            </a:lvl8pPr>
            <a:lvl9pPr lvl="8" rtl="0">
              <a:spcBef>
                <a:spcPts val="0"/>
              </a:spcBef>
              <a:spcAft>
                <a:spcPts val="0"/>
              </a:spcAft>
              <a:buSzPts val="2800"/>
              <a:buNone/>
              <a:defRPr>
                <a:latin typeface="Be Vietnam"/>
                <a:ea typeface="Be Vietnam"/>
                <a:cs typeface="Be Vietnam"/>
                <a:sym typeface="Be Vietnam"/>
              </a:defRPr>
            </a:lvl9pPr>
          </a:lstStyle>
          <a:p/>
        </p:txBody>
      </p:sp>
      <p:sp>
        <p:nvSpPr>
          <p:cNvPr id="798" name="Google Shape;798;p13"/>
          <p:cNvSpPr txBox="1"/>
          <p:nvPr>
            <p:ph idx="1" type="subTitle"/>
          </p:nvPr>
        </p:nvSpPr>
        <p:spPr>
          <a:xfrm>
            <a:off x="1340077" y="2005463"/>
            <a:ext cx="2019300" cy="945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600"/>
              <a:buNone/>
              <a:defRPr sz="16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9" name="Google Shape;799;p13"/>
          <p:cNvSpPr txBox="1"/>
          <p:nvPr>
            <p:ph idx="8" type="subTitle"/>
          </p:nvPr>
        </p:nvSpPr>
        <p:spPr>
          <a:xfrm>
            <a:off x="3968958" y="2005463"/>
            <a:ext cx="2019300" cy="945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800" name="Google Shape;800;p13"/>
          <p:cNvSpPr txBox="1"/>
          <p:nvPr>
            <p:ph idx="9" type="subTitle"/>
          </p:nvPr>
        </p:nvSpPr>
        <p:spPr>
          <a:xfrm>
            <a:off x="6597839" y="2005463"/>
            <a:ext cx="2019300" cy="945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801" name="Google Shape;801;p13"/>
          <p:cNvSpPr txBox="1"/>
          <p:nvPr>
            <p:ph idx="13" type="subTitle"/>
          </p:nvPr>
        </p:nvSpPr>
        <p:spPr>
          <a:xfrm>
            <a:off x="1340077" y="3629997"/>
            <a:ext cx="2019300" cy="930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802" name="Google Shape;802;p13"/>
          <p:cNvSpPr txBox="1"/>
          <p:nvPr>
            <p:ph idx="14" type="subTitle"/>
          </p:nvPr>
        </p:nvSpPr>
        <p:spPr>
          <a:xfrm>
            <a:off x="3968958" y="3629997"/>
            <a:ext cx="2019300" cy="930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803" name="Google Shape;803;p13"/>
          <p:cNvSpPr txBox="1"/>
          <p:nvPr>
            <p:ph idx="15" type="subTitle"/>
          </p:nvPr>
        </p:nvSpPr>
        <p:spPr>
          <a:xfrm>
            <a:off x="6597839" y="3629997"/>
            <a:ext cx="2019300" cy="930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1">
    <p:spTree>
      <p:nvGrpSpPr>
        <p:cNvPr id="804" name="Shape 804"/>
        <p:cNvGrpSpPr/>
        <p:nvPr/>
      </p:nvGrpSpPr>
      <p:grpSpPr>
        <a:xfrm>
          <a:off x="0" y="0"/>
          <a:ext cx="0" cy="0"/>
          <a:chOff x="0" y="0"/>
          <a:chExt cx="0" cy="0"/>
        </a:xfrm>
      </p:grpSpPr>
      <p:sp>
        <p:nvSpPr>
          <p:cNvPr id="805" name="Google Shape;805;p14"/>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lvl1pPr indent="0" lvl="0" marL="0" marR="0" rtl="0" algn="l">
              <a:lnSpc>
                <a:spcPct val="100000"/>
              </a:lnSpc>
              <a:spcBef>
                <a:spcPts val="0"/>
              </a:spcBef>
              <a:spcAft>
                <a:spcPts val="0"/>
              </a:spcAft>
              <a:buSzPts val="2800"/>
              <a:buNone/>
              <a:defRPr b="1">
                <a:latin typeface="Poiret One"/>
                <a:ea typeface="Poiret One"/>
                <a:cs typeface="Poiret One"/>
                <a:sym typeface="Poiret 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06" name="Google Shape;806;p14"/>
          <p:cNvSpPr txBox="1"/>
          <p:nvPr>
            <p:ph idx="2" type="title"/>
          </p:nvPr>
        </p:nvSpPr>
        <p:spPr>
          <a:xfrm>
            <a:off x="1525825" y="3308150"/>
            <a:ext cx="2430600" cy="465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500"/>
              <a:buNone/>
              <a:defRPr b="1" sz="2200">
                <a:latin typeface="Poiret One"/>
                <a:ea typeface="Poiret One"/>
                <a:cs typeface="Poiret One"/>
                <a:sym typeface="Poiret One"/>
              </a:defRPr>
            </a:lvl1pPr>
            <a:lvl2pPr lvl="1" rtl="0">
              <a:spcBef>
                <a:spcPts val="0"/>
              </a:spcBef>
              <a:spcAft>
                <a:spcPts val="0"/>
              </a:spcAft>
              <a:buSzPts val="2800"/>
              <a:buNone/>
              <a:defRPr>
                <a:latin typeface="Be Vietnam"/>
                <a:ea typeface="Be Vietnam"/>
                <a:cs typeface="Be Vietnam"/>
                <a:sym typeface="Be Vietnam"/>
              </a:defRPr>
            </a:lvl2pPr>
            <a:lvl3pPr lvl="2" rtl="0">
              <a:spcBef>
                <a:spcPts val="0"/>
              </a:spcBef>
              <a:spcAft>
                <a:spcPts val="0"/>
              </a:spcAft>
              <a:buSzPts val="2800"/>
              <a:buNone/>
              <a:defRPr>
                <a:latin typeface="Be Vietnam"/>
                <a:ea typeface="Be Vietnam"/>
                <a:cs typeface="Be Vietnam"/>
                <a:sym typeface="Be Vietnam"/>
              </a:defRPr>
            </a:lvl3pPr>
            <a:lvl4pPr lvl="3" rtl="0">
              <a:spcBef>
                <a:spcPts val="0"/>
              </a:spcBef>
              <a:spcAft>
                <a:spcPts val="0"/>
              </a:spcAft>
              <a:buSzPts val="2800"/>
              <a:buNone/>
              <a:defRPr>
                <a:latin typeface="Be Vietnam"/>
                <a:ea typeface="Be Vietnam"/>
                <a:cs typeface="Be Vietnam"/>
                <a:sym typeface="Be Vietnam"/>
              </a:defRPr>
            </a:lvl4pPr>
            <a:lvl5pPr lvl="4" rtl="0">
              <a:spcBef>
                <a:spcPts val="0"/>
              </a:spcBef>
              <a:spcAft>
                <a:spcPts val="0"/>
              </a:spcAft>
              <a:buSzPts val="2800"/>
              <a:buNone/>
              <a:defRPr>
                <a:latin typeface="Be Vietnam"/>
                <a:ea typeface="Be Vietnam"/>
                <a:cs typeface="Be Vietnam"/>
                <a:sym typeface="Be Vietnam"/>
              </a:defRPr>
            </a:lvl5pPr>
            <a:lvl6pPr lvl="5" rtl="0">
              <a:spcBef>
                <a:spcPts val="0"/>
              </a:spcBef>
              <a:spcAft>
                <a:spcPts val="0"/>
              </a:spcAft>
              <a:buSzPts val="2800"/>
              <a:buNone/>
              <a:defRPr>
                <a:latin typeface="Be Vietnam"/>
                <a:ea typeface="Be Vietnam"/>
                <a:cs typeface="Be Vietnam"/>
                <a:sym typeface="Be Vietnam"/>
              </a:defRPr>
            </a:lvl6pPr>
            <a:lvl7pPr lvl="6" rtl="0">
              <a:spcBef>
                <a:spcPts val="0"/>
              </a:spcBef>
              <a:spcAft>
                <a:spcPts val="0"/>
              </a:spcAft>
              <a:buSzPts val="2800"/>
              <a:buNone/>
              <a:defRPr>
                <a:latin typeface="Be Vietnam"/>
                <a:ea typeface="Be Vietnam"/>
                <a:cs typeface="Be Vietnam"/>
                <a:sym typeface="Be Vietnam"/>
              </a:defRPr>
            </a:lvl7pPr>
            <a:lvl8pPr lvl="7" rtl="0">
              <a:spcBef>
                <a:spcPts val="0"/>
              </a:spcBef>
              <a:spcAft>
                <a:spcPts val="0"/>
              </a:spcAft>
              <a:buSzPts val="2800"/>
              <a:buNone/>
              <a:defRPr>
                <a:latin typeface="Be Vietnam"/>
                <a:ea typeface="Be Vietnam"/>
                <a:cs typeface="Be Vietnam"/>
                <a:sym typeface="Be Vietnam"/>
              </a:defRPr>
            </a:lvl8pPr>
            <a:lvl9pPr lvl="8" rtl="0">
              <a:spcBef>
                <a:spcPts val="0"/>
              </a:spcBef>
              <a:spcAft>
                <a:spcPts val="0"/>
              </a:spcAft>
              <a:buSzPts val="2800"/>
              <a:buNone/>
              <a:defRPr>
                <a:latin typeface="Be Vietnam"/>
                <a:ea typeface="Be Vietnam"/>
                <a:cs typeface="Be Vietnam"/>
                <a:sym typeface="Be Vietnam"/>
              </a:defRPr>
            </a:lvl9pPr>
          </a:lstStyle>
          <a:p/>
        </p:txBody>
      </p:sp>
      <p:sp>
        <p:nvSpPr>
          <p:cNvPr id="807" name="Google Shape;807;p14"/>
          <p:cNvSpPr txBox="1"/>
          <p:nvPr>
            <p:ph idx="3" type="title"/>
          </p:nvPr>
        </p:nvSpPr>
        <p:spPr>
          <a:xfrm>
            <a:off x="5277381" y="3308150"/>
            <a:ext cx="2430600" cy="465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500"/>
              <a:buNone/>
              <a:defRPr b="1" sz="2200">
                <a:latin typeface="Poiret One"/>
                <a:ea typeface="Poiret One"/>
                <a:cs typeface="Poiret One"/>
                <a:sym typeface="Poiret One"/>
              </a:defRPr>
            </a:lvl1pPr>
            <a:lvl2pPr lvl="1" rtl="0">
              <a:spcBef>
                <a:spcPts val="0"/>
              </a:spcBef>
              <a:spcAft>
                <a:spcPts val="0"/>
              </a:spcAft>
              <a:buSzPts val="2800"/>
              <a:buNone/>
              <a:defRPr>
                <a:latin typeface="Be Vietnam"/>
                <a:ea typeface="Be Vietnam"/>
                <a:cs typeface="Be Vietnam"/>
                <a:sym typeface="Be Vietnam"/>
              </a:defRPr>
            </a:lvl2pPr>
            <a:lvl3pPr lvl="2" rtl="0">
              <a:spcBef>
                <a:spcPts val="0"/>
              </a:spcBef>
              <a:spcAft>
                <a:spcPts val="0"/>
              </a:spcAft>
              <a:buSzPts val="2800"/>
              <a:buNone/>
              <a:defRPr>
                <a:latin typeface="Be Vietnam"/>
                <a:ea typeface="Be Vietnam"/>
                <a:cs typeface="Be Vietnam"/>
                <a:sym typeface="Be Vietnam"/>
              </a:defRPr>
            </a:lvl3pPr>
            <a:lvl4pPr lvl="3" rtl="0">
              <a:spcBef>
                <a:spcPts val="0"/>
              </a:spcBef>
              <a:spcAft>
                <a:spcPts val="0"/>
              </a:spcAft>
              <a:buSzPts val="2800"/>
              <a:buNone/>
              <a:defRPr>
                <a:latin typeface="Be Vietnam"/>
                <a:ea typeface="Be Vietnam"/>
                <a:cs typeface="Be Vietnam"/>
                <a:sym typeface="Be Vietnam"/>
              </a:defRPr>
            </a:lvl4pPr>
            <a:lvl5pPr lvl="4" rtl="0">
              <a:spcBef>
                <a:spcPts val="0"/>
              </a:spcBef>
              <a:spcAft>
                <a:spcPts val="0"/>
              </a:spcAft>
              <a:buSzPts val="2800"/>
              <a:buNone/>
              <a:defRPr>
                <a:latin typeface="Be Vietnam"/>
                <a:ea typeface="Be Vietnam"/>
                <a:cs typeface="Be Vietnam"/>
                <a:sym typeface="Be Vietnam"/>
              </a:defRPr>
            </a:lvl5pPr>
            <a:lvl6pPr lvl="5" rtl="0">
              <a:spcBef>
                <a:spcPts val="0"/>
              </a:spcBef>
              <a:spcAft>
                <a:spcPts val="0"/>
              </a:spcAft>
              <a:buSzPts val="2800"/>
              <a:buNone/>
              <a:defRPr>
                <a:latin typeface="Be Vietnam"/>
                <a:ea typeface="Be Vietnam"/>
                <a:cs typeface="Be Vietnam"/>
                <a:sym typeface="Be Vietnam"/>
              </a:defRPr>
            </a:lvl6pPr>
            <a:lvl7pPr lvl="6" rtl="0">
              <a:spcBef>
                <a:spcPts val="0"/>
              </a:spcBef>
              <a:spcAft>
                <a:spcPts val="0"/>
              </a:spcAft>
              <a:buSzPts val="2800"/>
              <a:buNone/>
              <a:defRPr>
                <a:latin typeface="Be Vietnam"/>
                <a:ea typeface="Be Vietnam"/>
                <a:cs typeface="Be Vietnam"/>
                <a:sym typeface="Be Vietnam"/>
              </a:defRPr>
            </a:lvl7pPr>
            <a:lvl8pPr lvl="7" rtl="0">
              <a:spcBef>
                <a:spcPts val="0"/>
              </a:spcBef>
              <a:spcAft>
                <a:spcPts val="0"/>
              </a:spcAft>
              <a:buSzPts val="2800"/>
              <a:buNone/>
              <a:defRPr>
                <a:latin typeface="Be Vietnam"/>
                <a:ea typeface="Be Vietnam"/>
                <a:cs typeface="Be Vietnam"/>
                <a:sym typeface="Be Vietnam"/>
              </a:defRPr>
            </a:lvl8pPr>
            <a:lvl9pPr lvl="8" rtl="0">
              <a:spcBef>
                <a:spcPts val="0"/>
              </a:spcBef>
              <a:spcAft>
                <a:spcPts val="0"/>
              </a:spcAft>
              <a:buSzPts val="2800"/>
              <a:buNone/>
              <a:defRPr>
                <a:latin typeface="Be Vietnam"/>
                <a:ea typeface="Be Vietnam"/>
                <a:cs typeface="Be Vietnam"/>
                <a:sym typeface="Be Vietnam"/>
              </a:defRPr>
            </a:lvl9pPr>
          </a:lstStyle>
          <a:p/>
        </p:txBody>
      </p:sp>
      <p:sp>
        <p:nvSpPr>
          <p:cNvPr id="808" name="Google Shape;808;p14"/>
          <p:cNvSpPr txBox="1"/>
          <p:nvPr>
            <p:ph idx="1" type="subTitle"/>
          </p:nvPr>
        </p:nvSpPr>
        <p:spPr>
          <a:xfrm>
            <a:off x="1501825" y="3773425"/>
            <a:ext cx="2478600" cy="838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solidFill>
                  <a:srgbClr val="FFFFFF"/>
                </a:solidFill>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809" name="Google Shape;809;p14"/>
          <p:cNvSpPr txBox="1"/>
          <p:nvPr>
            <p:ph idx="4" type="subTitle"/>
          </p:nvPr>
        </p:nvSpPr>
        <p:spPr>
          <a:xfrm>
            <a:off x="5253381" y="3773425"/>
            <a:ext cx="2478600" cy="838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solidFill>
                  <a:srgbClr val="FFFFFF"/>
                </a:solidFill>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9">
    <p:spTree>
      <p:nvGrpSpPr>
        <p:cNvPr id="810" name="Shape 810"/>
        <p:cNvGrpSpPr/>
        <p:nvPr/>
      </p:nvGrpSpPr>
      <p:grpSpPr>
        <a:xfrm>
          <a:off x="0" y="0"/>
          <a:ext cx="0" cy="0"/>
          <a:chOff x="0" y="0"/>
          <a:chExt cx="0" cy="0"/>
        </a:xfrm>
      </p:grpSpPr>
      <p:sp>
        <p:nvSpPr>
          <p:cNvPr id="811" name="Google Shape;811;p15"/>
          <p:cNvSpPr/>
          <p:nvPr/>
        </p:nvSpPr>
        <p:spPr>
          <a:xfrm>
            <a:off x="1480637" y="1199450"/>
            <a:ext cx="3000522" cy="924034"/>
          </a:xfrm>
          <a:custGeom>
            <a:rect b="b" l="l" r="r" t="t"/>
            <a:pathLst>
              <a:path extrusionOk="0" h="36081" w="127845">
                <a:moveTo>
                  <a:pt x="38967" y="1064"/>
                </a:moveTo>
                <a:cubicBezTo>
                  <a:pt x="39119" y="1125"/>
                  <a:pt x="39241" y="1216"/>
                  <a:pt x="39393" y="1308"/>
                </a:cubicBezTo>
                <a:cubicBezTo>
                  <a:pt x="39271" y="1247"/>
                  <a:pt x="39119" y="1156"/>
                  <a:pt x="38967" y="1064"/>
                </a:cubicBezTo>
                <a:close/>
                <a:moveTo>
                  <a:pt x="45502" y="3527"/>
                </a:moveTo>
                <a:cubicBezTo>
                  <a:pt x="45502" y="3587"/>
                  <a:pt x="45502" y="3648"/>
                  <a:pt x="45533" y="3739"/>
                </a:cubicBezTo>
                <a:lnTo>
                  <a:pt x="45502" y="3739"/>
                </a:lnTo>
                <a:cubicBezTo>
                  <a:pt x="45502" y="3679"/>
                  <a:pt x="45502" y="3587"/>
                  <a:pt x="45502" y="3527"/>
                </a:cubicBezTo>
                <a:close/>
                <a:moveTo>
                  <a:pt x="87783" y="6232"/>
                </a:moveTo>
                <a:cubicBezTo>
                  <a:pt x="87874" y="6262"/>
                  <a:pt x="87965" y="6293"/>
                  <a:pt x="88056" y="6353"/>
                </a:cubicBezTo>
                <a:lnTo>
                  <a:pt x="87509" y="6353"/>
                </a:lnTo>
                <a:lnTo>
                  <a:pt x="87783" y="6232"/>
                </a:lnTo>
                <a:close/>
                <a:moveTo>
                  <a:pt x="98359" y="6598"/>
                </a:moveTo>
                <a:lnTo>
                  <a:pt x="98359" y="6598"/>
                </a:lnTo>
                <a:cubicBezTo>
                  <a:pt x="98299" y="6658"/>
                  <a:pt x="98269" y="6719"/>
                  <a:pt x="98239" y="6779"/>
                </a:cubicBezTo>
                <a:lnTo>
                  <a:pt x="98209" y="6779"/>
                </a:lnTo>
                <a:cubicBezTo>
                  <a:pt x="98269" y="6719"/>
                  <a:pt x="98299" y="6658"/>
                  <a:pt x="98359" y="6598"/>
                </a:cubicBezTo>
                <a:close/>
                <a:moveTo>
                  <a:pt x="115625" y="6718"/>
                </a:moveTo>
                <a:lnTo>
                  <a:pt x="115625" y="6900"/>
                </a:lnTo>
                <a:cubicBezTo>
                  <a:pt x="115595" y="6840"/>
                  <a:pt x="115625" y="6779"/>
                  <a:pt x="115625" y="6718"/>
                </a:cubicBezTo>
                <a:close/>
                <a:moveTo>
                  <a:pt x="106081" y="9879"/>
                </a:moveTo>
                <a:lnTo>
                  <a:pt x="106081" y="9879"/>
                </a:lnTo>
                <a:cubicBezTo>
                  <a:pt x="106172" y="9910"/>
                  <a:pt x="106263" y="9940"/>
                  <a:pt x="106385" y="9940"/>
                </a:cubicBezTo>
                <a:cubicBezTo>
                  <a:pt x="106263" y="9940"/>
                  <a:pt x="106172" y="9940"/>
                  <a:pt x="106081" y="9879"/>
                </a:cubicBezTo>
                <a:close/>
                <a:moveTo>
                  <a:pt x="31703" y="28542"/>
                </a:moveTo>
                <a:cubicBezTo>
                  <a:pt x="31703" y="28633"/>
                  <a:pt x="31672" y="28725"/>
                  <a:pt x="31672" y="28785"/>
                </a:cubicBezTo>
                <a:cubicBezTo>
                  <a:pt x="31672" y="28725"/>
                  <a:pt x="31672" y="28633"/>
                  <a:pt x="31703" y="28542"/>
                </a:cubicBezTo>
                <a:close/>
                <a:moveTo>
                  <a:pt x="70610" y="32829"/>
                </a:moveTo>
                <a:lnTo>
                  <a:pt x="70610" y="32829"/>
                </a:lnTo>
                <a:cubicBezTo>
                  <a:pt x="70640" y="32859"/>
                  <a:pt x="70671" y="32889"/>
                  <a:pt x="70731" y="32889"/>
                </a:cubicBezTo>
                <a:lnTo>
                  <a:pt x="70731" y="32919"/>
                </a:lnTo>
                <a:cubicBezTo>
                  <a:pt x="70671" y="32889"/>
                  <a:pt x="70640" y="32859"/>
                  <a:pt x="70610" y="32829"/>
                </a:cubicBezTo>
                <a:close/>
                <a:moveTo>
                  <a:pt x="64986" y="32858"/>
                </a:moveTo>
                <a:lnTo>
                  <a:pt x="64986" y="32858"/>
                </a:lnTo>
                <a:cubicBezTo>
                  <a:pt x="64864" y="32889"/>
                  <a:pt x="64712" y="32919"/>
                  <a:pt x="64591" y="32950"/>
                </a:cubicBezTo>
                <a:cubicBezTo>
                  <a:pt x="64712" y="32919"/>
                  <a:pt x="64834" y="32889"/>
                  <a:pt x="64986" y="32858"/>
                </a:cubicBezTo>
                <a:close/>
                <a:moveTo>
                  <a:pt x="47868" y="33130"/>
                </a:moveTo>
                <a:cubicBezTo>
                  <a:pt x="47879" y="33131"/>
                  <a:pt x="47891" y="33132"/>
                  <a:pt x="47904" y="33132"/>
                </a:cubicBezTo>
                <a:lnTo>
                  <a:pt x="47873" y="33132"/>
                </a:lnTo>
                <a:cubicBezTo>
                  <a:pt x="47871" y="33131"/>
                  <a:pt x="47870" y="33131"/>
                  <a:pt x="47868" y="33130"/>
                </a:cubicBezTo>
                <a:close/>
                <a:moveTo>
                  <a:pt x="22536" y="0"/>
                </a:moveTo>
                <a:cubicBezTo>
                  <a:pt x="22398" y="0"/>
                  <a:pt x="22256" y="99"/>
                  <a:pt x="22098" y="305"/>
                </a:cubicBezTo>
                <a:cubicBezTo>
                  <a:pt x="22007" y="396"/>
                  <a:pt x="21915" y="487"/>
                  <a:pt x="21794" y="548"/>
                </a:cubicBezTo>
                <a:lnTo>
                  <a:pt x="20791" y="700"/>
                </a:lnTo>
                <a:lnTo>
                  <a:pt x="20487" y="700"/>
                </a:lnTo>
                <a:cubicBezTo>
                  <a:pt x="20275" y="676"/>
                  <a:pt x="20063" y="580"/>
                  <a:pt x="19865" y="580"/>
                </a:cubicBezTo>
                <a:cubicBezTo>
                  <a:pt x="19808" y="580"/>
                  <a:pt x="19751" y="588"/>
                  <a:pt x="19696" y="609"/>
                </a:cubicBezTo>
                <a:cubicBezTo>
                  <a:pt x="19598" y="665"/>
                  <a:pt x="19492" y="689"/>
                  <a:pt x="19386" y="689"/>
                </a:cubicBezTo>
                <a:cubicBezTo>
                  <a:pt x="19264" y="689"/>
                  <a:pt x="19142" y="657"/>
                  <a:pt x="19028" y="609"/>
                </a:cubicBezTo>
                <a:cubicBezTo>
                  <a:pt x="18845" y="517"/>
                  <a:pt x="18663" y="457"/>
                  <a:pt x="18450" y="365"/>
                </a:cubicBezTo>
                <a:cubicBezTo>
                  <a:pt x="18380" y="326"/>
                  <a:pt x="18318" y="307"/>
                  <a:pt x="18263" y="307"/>
                </a:cubicBezTo>
                <a:cubicBezTo>
                  <a:pt x="18105" y="307"/>
                  <a:pt x="18009" y="467"/>
                  <a:pt x="17964" y="761"/>
                </a:cubicBezTo>
                <a:lnTo>
                  <a:pt x="17143" y="882"/>
                </a:lnTo>
                <a:cubicBezTo>
                  <a:pt x="16809" y="913"/>
                  <a:pt x="16474" y="1004"/>
                  <a:pt x="16140" y="1034"/>
                </a:cubicBezTo>
                <a:cubicBezTo>
                  <a:pt x="14803" y="1095"/>
                  <a:pt x="13526" y="1399"/>
                  <a:pt x="12341" y="1916"/>
                </a:cubicBezTo>
                <a:lnTo>
                  <a:pt x="12067" y="1520"/>
                </a:lnTo>
                <a:cubicBezTo>
                  <a:pt x="12037" y="1551"/>
                  <a:pt x="12006" y="1551"/>
                  <a:pt x="11976" y="1581"/>
                </a:cubicBezTo>
                <a:lnTo>
                  <a:pt x="11702" y="1733"/>
                </a:lnTo>
                <a:cubicBezTo>
                  <a:pt x="11672" y="1612"/>
                  <a:pt x="11672" y="1460"/>
                  <a:pt x="11642" y="1338"/>
                </a:cubicBezTo>
                <a:cubicBezTo>
                  <a:pt x="11672" y="1186"/>
                  <a:pt x="11672" y="1064"/>
                  <a:pt x="11702" y="913"/>
                </a:cubicBezTo>
                <a:lnTo>
                  <a:pt x="11642" y="882"/>
                </a:lnTo>
                <a:lnTo>
                  <a:pt x="11429" y="1277"/>
                </a:lnTo>
                <a:cubicBezTo>
                  <a:pt x="11338" y="1460"/>
                  <a:pt x="11186" y="1794"/>
                  <a:pt x="11155" y="1794"/>
                </a:cubicBezTo>
                <a:cubicBezTo>
                  <a:pt x="11085" y="1752"/>
                  <a:pt x="11017" y="1734"/>
                  <a:pt x="10952" y="1734"/>
                </a:cubicBezTo>
                <a:cubicBezTo>
                  <a:pt x="10738" y="1734"/>
                  <a:pt x="10552" y="1928"/>
                  <a:pt x="10365" y="2068"/>
                </a:cubicBezTo>
                <a:cubicBezTo>
                  <a:pt x="10346" y="2067"/>
                  <a:pt x="10326" y="2067"/>
                  <a:pt x="10307" y="2067"/>
                </a:cubicBezTo>
                <a:cubicBezTo>
                  <a:pt x="8998" y="2067"/>
                  <a:pt x="7977" y="3081"/>
                  <a:pt x="6839" y="3800"/>
                </a:cubicBezTo>
                <a:lnTo>
                  <a:pt x="6778" y="3800"/>
                </a:lnTo>
                <a:cubicBezTo>
                  <a:pt x="6687" y="3648"/>
                  <a:pt x="6596" y="3527"/>
                  <a:pt x="6505" y="3375"/>
                </a:cubicBezTo>
                <a:cubicBezTo>
                  <a:pt x="6444" y="3223"/>
                  <a:pt x="6383" y="3131"/>
                  <a:pt x="6322" y="3010"/>
                </a:cubicBezTo>
                <a:cubicBezTo>
                  <a:pt x="6231" y="3101"/>
                  <a:pt x="6140" y="3223"/>
                  <a:pt x="6049" y="3344"/>
                </a:cubicBezTo>
                <a:cubicBezTo>
                  <a:pt x="5988" y="3496"/>
                  <a:pt x="5897" y="3618"/>
                  <a:pt x="5806" y="3739"/>
                </a:cubicBezTo>
                <a:cubicBezTo>
                  <a:pt x="5768" y="3777"/>
                  <a:pt x="5719" y="3803"/>
                  <a:pt x="5665" y="3803"/>
                </a:cubicBezTo>
                <a:cubicBezTo>
                  <a:pt x="5632" y="3803"/>
                  <a:pt x="5597" y="3793"/>
                  <a:pt x="5562" y="3770"/>
                </a:cubicBezTo>
                <a:cubicBezTo>
                  <a:pt x="5532" y="3770"/>
                  <a:pt x="5532" y="3618"/>
                  <a:pt x="5562" y="3496"/>
                </a:cubicBezTo>
                <a:cubicBezTo>
                  <a:pt x="5593" y="3405"/>
                  <a:pt x="5623" y="3344"/>
                  <a:pt x="5654" y="3253"/>
                </a:cubicBezTo>
                <a:cubicBezTo>
                  <a:pt x="5684" y="3040"/>
                  <a:pt x="5988" y="2736"/>
                  <a:pt x="5684" y="2615"/>
                </a:cubicBezTo>
                <a:cubicBezTo>
                  <a:pt x="5645" y="2599"/>
                  <a:pt x="5611" y="2592"/>
                  <a:pt x="5581" y="2592"/>
                </a:cubicBezTo>
                <a:cubicBezTo>
                  <a:pt x="5379" y="2592"/>
                  <a:pt x="5368" y="2916"/>
                  <a:pt x="5289" y="3101"/>
                </a:cubicBezTo>
                <a:cubicBezTo>
                  <a:pt x="5188" y="3429"/>
                  <a:pt x="5045" y="3610"/>
                  <a:pt x="4791" y="3610"/>
                </a:cubicBezTo>
                <a:cubicBezTo>
                  <a:pt x="4739" y="3610"/>
                  <a:pt x="4682" y="3603"/>
                  <a:pt x="4620" y="3587"/>
                </a:cubicBezTo>
                <a:cubicBezTo>
                  <a:pt x="4597" y="3576"/>
                  <a:pt x="4573" y="3571"/>
                  <a:pt x="4547" y="3571"/>
                </a:cubicBezTo>
                <a:cubicBezTo>
                  <a:pt x="4441" y="3571"/>
                  <a:pt x="4318" y="3660"/>
                  <a:pt x="4195" y="3709"/>
                </a:cubicBezTo>
                <a:cubicBezTo>
                  <a:pt x="4103" y="3709"/>
                  <a:pt x="4012" y="3770"/>
                  <a:pt x="3921" y="3800"/>
                </a:cubicBezTo>
                <a:lnTo>
                  <a:pt x="2644" y="4043"/>
                </a:lnTo>
                <a:lnTo>
                  <a:pt x="2097" y="4256"/>
                </a:lnTo>
                <a:cubicBezTo>
                  <a:pt x="2037" y="4286"/>
                  <a:pt x="1945" y="4317"/>
                  <a:pt x="1885" y="4378"/>
                </a:cubicBezTo>
                <a:lnTo>
                  <a:pt x="1793" y="4438"/>
                </a:lnTo>
                <a:lnTo>
                  <a:pt x="365" y="6171"/>
                </a:lnTo>
                <a:cubicBezTo>
                  <a:pt x="122" y="6445"/>
                  <a:pt x="0" y="6809"/>
                  <a:pt x="61" y="7174"/>
                </a:cubicBezTo>
                <a:cubicBezTo>
                  <a:pt x="122" y="7812"/>
                  <a:pt x="61" y="8481"/>
                  <a:pt x="61" y="9119"/>
                </a:cubicBezTo>
                <a:cubicBezTo>
                  <a:pt x="61" y="9271"/>
                  <a:pt x="91" y="9423"/>
                  <a:pt x="152" y="9575"/>
                </a:cubicBezTo>
                <a:cubicBezTo>
                  <a:pt x="426" y="10031"/>
                  <a:pt x="730" y="10396"/>
                  <a:pt x="730" y="11004"/>
                </a:cubicBezTo>
                <a:cubicBezTo>
                  <a:pt x="760" y="11095"/>
                  <a:pt x="790" y="11186"/>
                  <a:pt x="851" y="11247"/>
                </a:cubicBezTo>
                <a:cubicBezTo>
                  <a:pt x="1064" y="11642"/>
                  <a:pt x="1277" y="12068"/>
                  <a:pt x="1520" y="12463"/>
                </a:cubicBezTo>
                <a:cubicBezTo>
                  <a:pt x="1611" y="12706"/>
                  <a:pt x="1793" y="12888"/>
                  <a:pt x="1976" y="13040"/>
                </a:cubicBezTo>
                <a:cubicBezTo>
                  <a:pt x="2462" y="13314"/>
                  <a:pt x="2766" y="13831"/>
                  <a:pt x="2766" y="14378"/>
                </a:cubicBezTo>
                <a:cubicBezTo>
                  <a:pt x="2857" y="14499"/>
                  <a:pt x="2948" y="14651"/>
                  <a:pt x="3040" y="14773"/>
                </a:cubicBezTo>
                <a:cubicBezTo>
                  <a:pt x="3617" y="15411"/>
                  <a:pt x="3617" y="15411"/>
                  <a:pt x="3344" y="16293"/>
                </a:cubicBezTo>
                <a:cubicBezTo>
                  <a:pt x="3344" y="16293"/>
                  <a:pt x="3344" y="16323"/>
                  <a:pt x="3374" y="16414"/>
                </a:cubicBezTo>
                <a:lnTo>
                  <a:pt x="3739" y="16353"/>
                </a:lnTo>
                <a:lnTo>
                  <a:pt x="3860" y="16202"/>
                </a:lnTo>
                <a:cubicBezTo>
                  <a:pt x="3982" y="16232"/>
                  <a:pt x="4134" y="16232"/>
                  <a:pt x="4225" y="16323"/>
                </a:cubicBezTo>
                <a:cubicBezTo>
                  <a:pt x="4438" y="16597"/>
                  <a:pt x="4651" y="16870"/>
                  <a:pt x="4863" y="17144"/>
                </a:cubicBezTo>
                <a:cubicBezTo>
                  <a:pt x="4772" y="18360"/>
                  <a:pt x="4681" y="19606"/>
                  <a:pt x="4590" y="20822"/>
                </a:cubicBezTo>
                <a:cubicBezTo>
                  <a:pt x="4529" y="21582"/>
                  <a:pt x="4499" y="22493"/>
                  <a:pt x="5076" y="23010"/>
                </a:cubicBezTo>
                <a:cubicBezTo>
                  <a:pt x="5532" y="23436"/>
                  <a:pt x="6201" y="23466"/>
                  <a:pt x="6839" y="23466"/>
                </a:cubicBezTo>
                <a:lnTo>
                  <a:pt x="26019" y="23648"/>
                </a:lnTo>
                <a:cubicBezTo>
                  <a:pt x="26414" y="23831"/>
                  <a:pt x="26839" y="23922"/>
                  <a:pt x="27265" y="23922"/>
                </a:cubicBezTo>
                <a:lnTo>
                  <a:pt x="27812" y="23800"/>
                </a:lnTo>
                <a:cubicBezTo>
                  <a:pt x="27812" y="23831"/>
                  <a:pt x="27842" y="23892"/>
                  <a:pt x="27842" y="23922"/>
                </a:cubicBezTo>
                <a:cubicBezTo>
                  <a:pt x="27903" y="24287"/>
                  <a:pt x="27934" y="24682"/>
                  <a:pt x="27934" y="25047"/>
                </a:cubicBezTo>
                <a:cubicBezTo>
                  <a:pt x="27934" y="25503"/>
                  <a:pt x="27934" y="25959"/>
                  <a:pt x="27903" y="26414"/>
                </a:cubicBezTo>
                <a:cubicBezTo>
                  <a:pt x="27842" y="26779"/>
                  <a:pt x="27751" y="27114"/>
                  <a:pt x="27660" y="27418"/>
                </a:cubicBezTo>
                <a:cubicBezTo>
                  <a:pt x="27812" y="27387"/>
                  <a:pt x="27934" y="27326"/>
                  <a:pt x="28055" y="27235"/>
                </a:cubicBezTo>
                <a:cubicBezTo>
                  <a:pt x="28177" y="27144"/>
                  <a:pt x="28268" y="27022"/>
                  <a:pt x="28359" y="26901"/>
                </a:cubicBezTo>
                <a:lnTo>
                  <a:pt x="28359" y="26992"/>
                </a:lnTo>
                <a:cubicBezTo>
                  <a:pt x="28359" y="27114"/>
                  <a:pt x="28359" y="27266"/>
                  <a:pt x="28329" y="27387"/>
                </a:cubicBezTo>
                <a:cubicBezTo>
                  <a:pt x="28177" y="27752"/>
                  <a:pt x="28268" y="28177"/>
                  <a:pt x="28511" y="28512"/>
                </a:cubicBezTo>
                <a:cubicBezTo>
                  <a:pt x="28690" y="28461"/>
                  <a:pt x="28825" y="28346"/>
                  <a:pt x="28954" y="28346"/>
                </a:cubicBezTo>
                <a:cubicBezTo>
                  <a:pt x="28979" y="28346"/>
                  <a:pt x="29003" y="28350"/>
                  <a:pt x="29028" y="28360"/>
                </a:cubicBezTo>
                <a:cubicBezTo>
                  <a:pt x="29362" y="28481"/>
                  <a:pt x="29666" y="28664"/>
                  <a:pt x="29970" y="28846"/>
                </a:cubicBezTo>
                <a:cubicBezTo>
                  <a:pt x="30086" y="28482"/>
                  <a:pt x="30184" y="28307"/>
                  <a:pt x="30308" y="28307"/>
                </a:cubicBezTo>
                <a:cubicBezTo>
                  <a:pt x="30412" y="28307"/>
                  <a:pt x="30534" y="28429"/>
                  <a:pt x="30700" y="28664"/>
                </a:cubicBezTo>
                <a:cubicBezTo>
                  <a:pt x="30852" y="28877"/>
                  <a:pt x="31064" y="29059"/>
                  <a:pt x="31247" y="29241"/>
                </a:cubicBezTo>
                <a:lnTo>
                  <a:pt x="31338" y="29180"/>
                </a:lnTo>
                <a:cubicBezTo>
                  <a:pt x="31338" y="29484"/>
                  <a:pt x="31338" y="29758"/>
                  <a:pt x="31368" y="30092"/>
                </a:cubicBezTo>
                <a:lnTo>
                  <a:pt x="31703" y="30457"/>
                </a:lnTo>
                <a:lnTo>
                  <a:pt x="32159" y="30974"/>
                </a:lnTo>
                <a:cubicBezTo>
                  <a:pt x="32159" y="30791"/>
                  <a:pt x="32159" y="30670"/>
                  <a:pt x="32128" y="30427"/>
                </a:cubicBezTo>
                <a:lnTo>
                  <a:pt x="32128" y="30427"/>
                </a:lnTo>
                <a:cubicBezTo>
                  <a:pt x="32250" y="30518"/>
                  <a:pt x="32371" y="30639"/>
                  <a:pt x="32463" y="30761"/>
                </a:cubicBezTo>
                <a:cubicBezTo>
                  <a:pt x="32645" y="31126"/>
                  <a:pt x="32827" y="31491"/>
                  <a:pt x="33010" y="31855"/>
                </a:cubicBezTo>
                <a:lnTo>
                  <a:pt x="33405" y="32007"/>
                </a:lnTo>
                <a:cubicBezTo>
                  <a:pt x="33405" y="32098"/>
                  <a:pt x="33375" y="32220"/>
                  <a:pt x="33375" y="32311"/>
                </a:cubicBezTo>
                <a:cubicBezTo>
                  <a:pt x="33255" y="32788"/>
                  <a:pt x="33604" y="33528"/>
                  <a:pt x="33990" y="33528"/>
                </a:cubicBezTo>
                <a:cubicBezTo>
                  <a:pt x="33997" y="33528"/>
                  <a:pt x="34005" y="33528"/>
                  <a:pt x="34013" y="33527"/>
                </a:cubicBezTo>
                <a:cubicBezTo>
                  <a:pt x="34039" y="33524"/>
                  <a:pt x="34065" y="33523"/>
                  <a:pt x="34091" y="33523"/>
                </a:cubicBezTo>
                <a:cubicBezTo>
                  <a:pt x="34368" y="33523"/>
                  <a:pt x="34639" y="33667"/>
                  <a:pt x="34834" y="33861"/>
                </a:cubicBezTo>
                <a:cubicBezTo>
                  <a:pt x="35046" y="33983"/>
                  <a:pt x="35168" y="34226"/>
                  <a:pt x="35137" y="34469"/>
                </a:cubicBezTo>
                <a:lnTo>
                  <a:pt x="35472" y="34469"/>
                </a:lnTo>
                <a:cubicBezTo>
                  <a:pt x="35624" y="34409"/>
                  <a:pt x="35806" y="34378"/>
                  <a:pt x="35958" y="34378"/>
                </a:cubicBezTo>
                <a:cubicBezTo>
                  <a:pt x="36171" y="34378"/>
                  <a:pt x="36384" y="34409"/>
                  <a:pt x="36596" y="34439"/>
                </a:cubicBezTo>
                <a:cubicBezTo>
                  <a:pt x="36627" y="34956"/>
                  <a:pt x="36688" y="35472"/>
                  <a:pt x="36779" y="36080"/>
                </a:cubicBezTo>
                <a:lnTo>
                  <a:pt x="38359" y="35898"/>
                </a:lnTo>
                <a:lnTo>
                  <a:pt x="38542" y="35776"/>
                </a:lnTo>
                <a:cubicBezTo>
                  <a:pt x="38709" y="35792"/>
                  <a:pt x="38869" y="35799"/>
                  <a:pt x="39024" y="35799"/>
                </a:cubicBezTo>
                <a:cubicBezTo>
                  <a:pt x="39180" y="35799"/>
                  <a:pt x="39332" y="35792"/>
                  <a:pt x="39484" y="35776"/>
                </a:cubicBezTo>
                <a:cubicBezTo>
                  <a:pt x="39818" y="35685"/>
                  <a:pt x="40122" y="35594"/>
                  <a:pt x="40426" y="35503"/>
                </a:cubicBezTo>
                <a:cubicBezTo>
                  <a:pt x="40483" y="35495"/>
                  <a:pt x="40540" y="35491"/>
                  <a:pt x="40597" y="35491"/>
                </a:cubicBezTo>
                <a:cubicBezTo>
                  <a:pt x="40753" y="35491"/>
                  <a:pt x="40909" y="35519"/>
                  <a:pt x="41065" y="35564"/>
                </a:cubicBezTo>
                <a:cubicBezTo>
                  <a:pt x="41131" y="35593"/>
                  <a:pt x="41188" y="35606"/>
                  <a:pt x="41238" y="35606"/>
                </a:cubicBezTo>
                <a:cubicBezTo>
                  <a:pt x="41395" y="35606"/>
                  <a:pt x="41482" y="35474"/>
                  <a:pt x="41551" y="35290"/>
                </a:cubicBezTo>
                <a:lnTo>
                  <a:pt x="42797" y="35138"/>
                </a:lnTo>
                <a:lnTo>
                  <a:pt x="42919" y="35047"/>
                </a:lnTo>
                <a:lnTo>
                  <a:pt x="43010" y="35108"/>
                </a:lnTo>
                <a:cubicBezTo>
                  <a:pt x="43106" y="35162"/>
                  <a:pt x="43191" y="35185"/>
                  <a:pt x="43266" y="35185"/>
                </a:cubicBezTo>
                <a:cubicBezTo>
                  <a:pt x="43572" y="35185"/>
                  <a:pt x="43733" y="34804"/>
                  <a:pt x="43952" y="34560"/>
                </a:cubicBezTo>
                <a:lnTo>
                  <a:pt x="44347" y="34165"/>
                </a:lnTo>
                <a:cubicBezTo>
                  <a:pt x="44773" y="33983"/>
                  <a:pt x="45198" y="33861"/>
                  <a:pt x="45594" y="33709"/>
                </a:cubicBezTo>
                <a:cubicBezTo>
                  <a:pt x="46100" y="33533"/>
                  <a:pt x="46575" y="33341"/>
                  <a:pt x="47075" y="33341"/>
                </a:cubicBezTo>
                <a:cubicBezTo>
                  <a:pt x="47266" y="33341"/>
                  <a:pt x="47460" y="33369"/>
                  <a:pt x="47660" y="33436"/>
                </a:cubicBezTo>
                <a:cubicBezTo>
                  <a:pt x="47677" y="33444"/>
                  <a:pt x="47697" y="33448"/>
                  <a:pt x="47720" y="33448"/>
                </a:cubicBezTo>
                <a:cubicBezTo>
                  <a:pt x="47782" y="33448"/>
                  <a:pt x="47859" y="33420"/>
                  <a:pt x="47904" y="33375"/>
                </a:cubicBezTo>
                <a:cubicBezTo>
                  <a:pt x="47996" y="33282"/>
                  <a:pt x="48083" y="33247"/>
                  <a:pt x="48169" y="33247"/>
                </a:cubicBezTo>
                <a:cubicBezTo>
                  <a:pt x="48281" y="33247"/>
                  <a:pt x="48391" y="33306"/>
                  <a:pt x="48512" y="33375"/>
                </a:cubicBezTo>
                <a:cubicBezTo>
                  <a:pt x="48724" y="33497"/>
                  <a:pt x="48937" y="33588"/>
                  <a:pt x="49180" y="33649"/>
                </a:cubicBezTo>
                <a:lnTo>
                  <a:pt x="49332" y="33831"/>
                </a:lnTo>
                <a:cubicBezTo>
                  <a:pt x="49575" y="34074"/>
                  <a:pt x="49849" y="34348"/>
                  <a:pt x="50092" y="34591"/>
                </a:cubicBezTo>
                <a:cubicBezTo>
                  <a:pt x="50107" y="34606"/>
                  <a:pt x="50128" y="34612"/>
                  <a:pt x="50153" y="34612"/>
                </a:cubicBezTo>
                <a:cubicBezTo>
                  <a:pt x="50227" y="34612"/>
                  <a:pt x="50335" y="34560"/>
                  <a:pt x="50426" y="34560"/>
                </a:cubicBezTo>
                <a:cubicBezTo>
                  <a:pt x="50700" y="34469"/>
                  <a:pt x="51004" y="34348"/>
                  <a:pt x="51278" y="34226"/>
                </a:cubicBezTo>
                <a:cubicBezTo>
                  <a:pt x="51825" y="33922"/>
                  <a:pt x="52402" y="33740"/>
                  <a:pt x="53041" y="33740"/>
                </a:cubicBezTo>
                <a:cubicBezTo>
                  <a:pt x="53284" y="33861"/>
                  <a:pt x="53557" y="33953"/>
                  <a:pt x="53831" y="34044"/>
                </a:cubicBezTo>
                <a:cubicBezTo>
                  <a:pt x="53892" y="34058"/>
                  <a:pt x="53953" y="34064"/>
                  <a:pt x="54014" y="34064"/>
                </a:cubicBezTo>
                <a:cubicBezTo>
                  <a:pt x="54302" y="34064"/>
                  <a:pt x="54597" y="33936"/>
                  <a:pt x="54896" y="33936"/>
                </a:cubicBezTo>
                <a:cubicBezTo>
                  <a:pt x="55077" y="33936"/>
                  <a:pt x="55259" y="33983"/>
                  <a:pt x="55442" y="34135"/>
                </a:cubicBezTo>
                <a:cubicBezTo>
                  <a:pt x="55457" y="34150"/>
                  <a:pt x="55465" y="34158"/>
                  <a:pt x="55472" y="34158"/>
                </a:cubicBezTo>
                <a:cubicBezTo>
                  <a:pt x="55480" y="34158"/>
                  <a:pt x="55487" y="34150"/>
                  <a:pt x="55503" y="34135"/>
                </a:cubicBezTo>
                <a:cubicBezTo>
                  <a:pt x="55837" y="33953"/>
                  <a:pt x="56141" y="33770"/>
                  <a:pt x="56445" y="33527"/>
                </a:cubicBezTo>
                <a:cubicBezTo>
                  <a:pt x="56815" y="33263"/>
                  <a:pt x="57116" y="32860"/>
                  <a:pt x="57549" y="32860"/>
                </a:cubicBezTo>
                <a:cubicBezTo>
                  <a:pt x="57613" y="32860"/>
                  <a:pt x="57681" y="32869"/>
                  <a:pt x="57752" y="32889"/>
                </a:cubicBezTo>
                <a:lnTo>
                  <a:pt x="57965" y="32980"/>
                </a:lnTo>
                <a:cubicBezTo>
                  <a:pt x="58128" y="33143"/>
                  <a:pt x="58297" y="33191"/>
                  <a:pt x="58467" y="33191"/>
                </a:cubicBezTo>
                <a:cubicBezTo>
                  <a:pt x="58677" y="33191"/>
                  <a:pt x="58888" y="33118"/>
                  <a:pt x="59089" y="33102"/>
                </a:cubicBezTo>
                <a:cubicBezTo>
                  <a:pt x="59241" y="33102"/>
                  <a:pt x="59393" y="33132"/>
                  <a:pt x="59545" y="33223"/>
                </a:cubicBezTo>
                <a:cubicBezTo>
                  <a:pt x="59656" y="33310"/>
                  <a:pt x="59743" y="33356"/>
                  <a:pt x="59810" y="33356"/>
                </a:cubicBezTo>
                <a:cubicBezTo>
                  <a:pt x="59908" y="33356"/>
                  <a:pt x="59965" y="33257"/>
                  <a:pt x="60001" y="33041"/>
                </a:cubicBezTo>
                <a:cubicBezTo>
                  <a:pt x="60047" y="32811"/>
                  <a:pt x="60145" y="32703"/>
                  <a:pt x="60295" y="32703"/>
                </a:cubicBezTo>
                <a:cubicBezTo>
                  <a:pt x="60343" y="32703"/>
                  <a:pt x="60398" y="32714"/>
                  <a:pt x="60457" y="32737"/>
                </a:cubicBezTo>
                <a:lnTo>
                  <a:pt x="61339" y="33010"/>
                </a:lnTo>
                <a:cubicBezTo>
                  <a:pt x="61430" y="33162"/>
                  <a:pt x="61521" y="33314"/>
                  <a:pt x="61582" y="33375"/>
                </a:cubicBezTo>
                <a:cubicBezTo>
                  <a:pt x="61791" y="33296"/>
                  <a:pt x="61956" y="33150"/>
                  <a:pt x="62094" y="33150"/>
                </a:cubicBezTo>
                <a:cubicBezTo>
                  <a:pt x="62117" y="33150"/>
                  <a:pt x="62138" y="33154"/>
                  <a:pt x="62159" y="33162"/>
                </a:cubicBezTo>
                <a:cubicBezTo>
                  <a:pt x="62342" y="33193"/>
                  <a:pt x="62372" y="33497"/>
                  <a:pt x="62494" y="33709"/>
                </a:cubicBezTo>
                <a:cubicBezTo>
                  <a:pt x="62551" y="33308"/>
                  <a:pt x="62693" y="33111"/>
                  <a:pt x="62903" y="33111"/>
                </a:cubicBezTo>
                <a:cubicBezTo>
                  <a:pt x="63028" y="33111"/>
                  <a:pt x="63176" y="33179"/>
                  <a:pt x="63345" y="33314"/>
                </a:cubicBezTo>
                <a:cubicBezTo>
                  <a:pt x="63355" y="33324"/>
                  <a:pt x="63368" y="33328"/>
                  <a:pt x="63383" y="33328"/>
                </a:cubicBezTo>
                <a:cubicBezTo>
                  <a:pt x="63412" y="33328"/>
                  <a:pt x="63446" y="33314"/>
                  <a:pt x="63466" y="33314"/>
                </a:cubicBezTo>
                <a:cubicBezTo>
                  <a:pt x="63740" y="33375"/>
                  <a:pt x="64044" y="33405"/>
                  <a:pt x="64317" y="33466"/>
                </a:cubicBezTo>
                <a:cubicBezTo>
                  <a:pt x="64348" y="33466"/>
                  <a:pt x="64409" y="33649"/>
                  <a:pt x="64439" y="33740"/>
                </a:cubicBezTo>
                <a:cubicBezTo>
                  <a:pt x="64483" y="34030"/>
                  <a:pt x="64740" y="34270"/>
                  <a:pt x="64970" y="34270"/>
                </a:cubicBezTo>
                <a:cubicBezTo>
                  <a:pt x="65054" y="34270"/>
                  <a:pt x="65134" y="34238"/>
                  <a:pt x="65199" y="34165"/>
                </a:cubicBezTo>
                <a:cubicBezTo>
                  <a:pt x="65558" y="33696"/>
                  <a:pt x="66117" y="33427"/>
                  <a:pt x="66694" y="33427"/>
                </a:cubicBezTo>
                <a:cubicBezTo>
                  <a:pt x="66753" y="33427"/>
                  <a:pt x="66812" y="33430"/>
                  <a:pt x="66871" y="33436"/>
                </a:cubicBezTo>
                <a:cubicBezTo>
                  <a:pt x="67053" y="33436"/>
                  <a:pt x="67266" y="33405"/>
                  <a:pt x="67448" y="33345"/>
                </a:cubicBezTo>
                <a:cubicBezTo>
                  <a:pt x="67630" y="33436"/>
                  <a:pt x="67782" y="33527"/>
                  <a:pt x="67965" y="33618"/>
                </a:cubicBezTo>
                <a:cubicBezTo>
                  <a:pt x="68117" y="33649"/>
                  <a:pt x="68330" y="33618"/>
                  <a:pt x="68390" y="33679"/>
                </a:cubicBezTo>
                <a:cubicBezTo>
                  <a:pt x="68498" y="33840"/>
                  <a:pt x="68587" y="33895"/>
                  <a:pt x="68664" y="33895"/>
                </a:cubicBezTo>
                <a:cubicBezTo>
                  <a:pt x="68762" y="33895"/>
                  <a:pt x="68839" y="33808"/>
                  <a:pt x="68907" y="33740"/>
                </a:cubicBezTo>
                <a:cubicBezTo>
                  <a:pt x="69089" y="33861"/>
                  <a:pt x="69241" y="33953"/>
                  <a:pt x="69424" y="34074"/>
                </a:cubicBezTo>
                <a:cubicBezTo>
                  <a:pt x="69494" y="34109"/>
                  <a:pt x="69555" y="34125"/>
                  <a:pt x="69609" y="34125"/>
                </a:cubicBezTo>
                <a:cubicBezTo>
                  <a:pt x="69884" y="34125"/>
                  <a:pt x="69981" y="33735"/>
                  <a:pt x="70184" y="33557"/>
                </a:cubicBezTo>
                <a:lnTo>
                  <a:pt x="70488" y="33527"/>
                </a:lnTo>
                <a:lnTo>
                  <a:pt x="71582" y="33588"/>
                </a:lnTo>
                <a:cubicBezTo>
                  <a:pt x="71582" y="33557"/>
                  <a:pt x="71582" y="33527"/>
                  <a:pt x="71582" y="33527"/>
                </a:cubicBezTo>
                <a:cubicBezTo>
                  <a:pt x="71612" y="33375"/>
                  <a:pt x="71673" y="33132"/>
                  <a:pt x="71734" y="33132"/>
                </a:cubicBezTo>
                <a:cubicBezTo>
                  <a:pt x="71761" y="33127"/>
                  <a:pt x="71789" y="33124"/>
                  <a:pt x="71817" y="33124"/>
                </a:cubicBezTo>
                <a:cubicBezTo>
                  <a:pt x="71949" y="33124"/>
                  <a:pt x="72090" y="33178"/>
                  <a:pt x="72190" y="33253"/>
                </a:cubicBezTo>
                <a:cubicBezTo>
                  <a:pt x="72281" y="33314"/>
                  <a:pt x="72281" y="33557"/>
                  <a:pt x="72281" y="33679"/>
                </a:cubicBezTo>
                <a:cubicBezTo>
                  <a:pt x="72281" y="33831"/>
                  <a:pt x="72220" y="33892"/>
                  <a:pt x="72220" y="33983"/>
                </a:cubicBezTo>
                <a:cubicBezTo>
                  <a:pt x="72251" y="34135"/>
                  <a:pt x="72311" y="34257"/>
                  <a:pt x="72342" y="34378"/>
                </a:cubicBezTo>
                <a:cubicBezTo>
                  <a:pt x="72433" y="34317"/>
                  <a:pt x="72524" y="34226"/>
                  <a:pt x="72585" y="34135"/>
                </a:cubicBezTo>
                <a:cubicBezTo>
                  <a:pt x="72676" y="33983"/>
                  <a:pt x="72767" y="33801"/>
                  <a:pt x="72859" y="33649"/>
                </a:cubicBezTo>
                <a:lnTo>
                  <a:pt x="73132" y="34135"/>
                </a:lnTo>
                <a:cubicBezTo>
                  <a:pt x="73132" y="34165"/>
                  <a:pt x="73162" y="34165"/>
                  <a:pt x="73223" y="34196"/>
                </a:cubicBezTo>
                <a:cubicBezTo>
                  <a:pt x="73254" y="34105"/>
                  <a:pt x="73284" y="34013"/>
                  <a:pt x="73314" y="33922"/>
                </a:cubicBezTo>
                <a:cubicBezTo>
                  <a:pt x="73345" y="33405"/>
                  <a:pt x="73588" y="33253"/>
                  <a:pt x="73953" y="33223"/>
                </a:cubicBezTo>
                <a:cubicBezTo>
                  <a:pt x="74044" y="33193"/>
                  <a:pt x="74135" y="33162"/>
                  <a:pt x="74226" y="33102"/>
                </a:cubicBezTo>
                <a:cubicBezTo>
                  <a:pt x="74500" y="32919"/>
                  <a:pt x="74773" y="32737"/>
                  <a:pt x="75077" y="32554"/>
                </a:cubicBezTo>
                <a:cubicBezTo>
                  <a:pt x="75241" y="32472"/>
                  <a:pt x="75397" y="32355"/>
                  <a:pt x="75552" y="32355"/>
                </a:cubicBezTo>
                <a:cubicBezTo>
                  <a:pt x="75685" y="32355"/>
                  <a:pt x="75819" y="32440"/>
                  <a:pt x="75959" y="32706"/>
                </a:cubicBezTo>
                <a:lnTo>
                  <a:pt x="76293" y="32159"/>
                </a:lnTo>
                <a:cubicBezTo>
                  <a:pt x="76459" y="32180"/>
                  <a:pt x="76625" y="32229"/>
                  <a:pt x="76733" y="32229"/>
                </a:cubicBezTo>
                <a:cubicBezTo>
                  <a:pt x="76784" y="32229"/>
                  <a:pt x="76821" y="32219"/>
                  <a:pt x="76840" y="32190"/>
                </a:cubicBezTo>
                <a:cubicBezTo>
                  <a:pt x="76871" y="32159"/>
                  <a:pt x="76932" y="32129"/>
                  <a:pt x="76962" y="32098"/>
                </a:cubicBezTo>
                <a:lnTo>
                  <a:pt x="77144" y="32220"/>
                </a:lnTo>
                <a:lnTo>
                  <a:pt x="77418" y="32007"/>
                </a:lnTo>
                <a:cubicBezTo>
                  <a:pt x="77479" y="32038"/>
                  <a:pt x="77570" y="32038"/>
                  <a:pt x="77631" y="32068"/>
                </a:cubicBezTo>
                <a:cubicBezTo>
                  <a:pt x="77691" y="32098"/>
                  <a:pt x="77752" y="32159"/>
                  <a:pt x="77813" y="32220"/>
                </a:cubicBezTo>
                <a:lnTo>
                  <a:pt x="77813" y="32250"/>
                </a:lnTo>
                <a:cubicBezTo>
                  <a:pt x="77722" y="32372"/>
                  <a:pt x="77631" y="32524"/>
                  <a:pt x="77570" y="32676"/>
                </a:cubicBezTo>
                <a:cubicBezTo>
                  <a:pt x="77539" y="32798"/>
                  <a:pt x="77570" y="32950"/>
                  <a:pt x="77631" y="33041"/>
                </a:cubicBezTo>
                <a:cubicBezTo>
                  <a:pt x="77640" y="33059"/>
                  <a:pt x="77662" y="33066"/>
                  <a:pt x="77690" y="33066"/>
                </a:cubicBezTo>
                <a:cubicBezTo>
                  <a:pt x="77757" y="33066"/>
                  <a:pt x="77861" y="33023"/>
                  <a:pt x="77904" y="32980"/>
                </a:cubicBezTo>
                <a:cubicBezTo>
                  <a:pt x="77965" y="32889"/>
                  <a:pt x="77965" y="32889"/>
                  <a:pt x="77995" y="32858"/>
                </a:cubicBezTo>
                <a:cubicBezTo>
                  <a:pt x="78056" y="33041"/>
                  <a:pt x="78147" y="33223"/>
                  <a:pt x="78269" y="33497"/>
                </a:cubicBezTo>
                <a:lnTo>
                  <a:pt x="78451" y="33071"/>
                </a:lnTo>
                <a:lnTo>
                  <a:pt x="78451" y="33284"/>
                </a:lnTo>
                <a:lnTo>
                  <a:pt x="78603" y="33193"/>
                </a:lnTo>
                <a:lnTo>
                  <a:pt x="78755" y="33314"/>
                </a:lnTo>
                <a:lnTo>
                  <a:pt x="78846" y="33010"/>
                </a:lnTo>
                <a:lnTo>
                  <a:pt x="79242" y="32706"/>
                </a:lnTo>
                <a:cubicBezTo>
                  <a:pt x="79272" y="32676"/>
                  <a:pt x="79302" y="32646"/>
                  <a:pt x="79333" y="32615"/>
                </a:cubicBezTo>
                <a:cubicBezTo>
                  <a:pt x="79333" y="32554"/>
                  <a:pt x="79333" y="32494"/>
                  <a:pt x="79363" y="32463"/>
                </a:cubicBezTo>
                <a:cubicBezTo>
                  <a:pt x="79606" y="32463"/>
                  <a:pt x="79546" y="32159"/>
                  <a:pt x="79606" y="31946"/>
                </a:cubicBezTo>
                <a:lnTo>
                  <a:pt x="79789" y="31825"/>
                </a:lnTo>
                <a:cubicBezTo>
                  <a:pt x="79850" y="31673"/>
                  <a:pt x="79941" y="31551"/>
                  <a:pt x="80062" y="31460"/>
                </a:cubicBezTo>
                <a:cubicBezTo>
                  <a:pt x="80093" y="31430"/>
                  <a:pt x="80154" y="31399"/>
                  <a:pt x="80184" y="31369"/>
                </a:cubicBezTo>
                <a:cubicBezTo>
                  <a:pt x="80245" y="31339"/>
                  <a:pt x="80214" y="31339"/>
                  <a:pt x="80245" y="31308"/>
                </a:cubicBezTo>
                <a:cubicBezTo>
                  <a:pt x="80518" y="31126"/>
                  <a:pt x="80822" y="31004"/>
                  <a:pt x="81126" y="30943"/>
                </a:cubicBezTo>
                <a:lnTo>
                  <a:pt x="81521" y="31217"/>
                </a:lnTo>
                <a:lnTo>
                  <a:pt x="82008" y="30700"/>
                </a:lnTo>
                <a:cubicBezTo>
                  <a:pt x="82190" y="30761"/>
                  <a:pt x="82372" y="30883"/>
                  <a:pt x="82524" y="31004"/>
                </a:cubicBezTo>
                <a:cubicBezTo>
                  <a:pt x="82616" y="31065"/>
                  <a:pt x="82676" y="31065"/>
                  <a:pt x="82768" y="31065"/>
                </a:cubicBezTo>
                <a:lnTo>
                  <a:pt x="82859" y="31065"/>
                </a:lnTo>
                <a:lnTo>
                  <a:pt x="82859" y="31187"/>
                </a:lnTo>
                <a:lnTo>
                  <a:pt x="83132" y="31065"/>
                </a:lnTo>
                <a:lnTo>
                  <a:pt x="83771" y="31065"/>
                </a:lnTo>
                <a:cubicBezTo>
                  <a:pt x="84287" y="31065"/>
                  <a:pt x="84774" y="31035"/>
                  <a:pt x="85290" y="30974"/>
                </a:cubicBezTo>
                <a:cubicBezTo>
                  <a:pt x="85686" y="30943"/>
                  <a:pt x="86111" y="30852"/>
                  <a:pt x="86506" y="30791"/>
                </a:cubicBezTo>
                <a:lnTo>
                  <a:pt x="86506" y="30883"/>
                </a:lnTo>
                <a:lnTo>
                  <a:pt x="86506" y="30974"/>
                </a:lnTo>
                <a:lnTo>
                  <a:pt x="86597" y="31065"/>
                </a:lnTo>
                <a:cubicBezTo>
                  <a:pt x="86719" y="31126"/>
                  <a:pt x="86871" y="31187"/>
                  <a:pt x="86993" y="31247"/>
                </a:cubicBezTo>
                <a:cubicBezTo>
                  <a:pt x="87175" y="31278"/>
                  <a:pt x="87327" y="31247"/>
                  <a:pt x="87479" y="31308"/>
                </a:cubicBezTo>
                <a:cubicBezTo>
                  <a:pt x="87540" y="31343"/>
                  <a:pt x="87593" y="31358"/>
                  <a:pt x="87641" y="31358"/>
                </a:cubicBezTo>
                <a:cubicBezTo>
                  <a:pt x="87761" y="31358"/>
                  <a:pt x="87848" y="31265"/>
                  <a:pt x="87935" y="31156"/>
                </a:cubicBezTo>
                <a:cubicBezTo>
                  <a:pt x="88117" y="31004"/>
                  <a:pt x="88300" y="30913"/>
                  <a:pt x="88482" y="30822"/>
                </a:cubicBezTo>
                <a:lnTo>
                  <a:pt x="88634" y="30731"/>
                </a:lnTo>
                <a:cubicBezTo>
                  <a:pt x="88816" y="31004"/>
                  <a:pt x="88907" y="31308"/>
                  <a:pt x="88907" y="31643"/>
                </a:cubicBezTo>
                <a:cubicBezTo>
                  <a:pt x="88999" y="31582"/>
                  <a:pt x="89059" y="31551"/>
                  <a:pt x="89120" y="31521"/>
                </a:cubicBezTo>
                <a:cubicBezTo>
                  <a:pt x="89274" y="31393"/>
                  <a:pt x="89374" y="31324"/>
                  <a:pt x="89445" y="31324"/>
                </a:cubicBezTo>
                <a:cubicBezTo>
                  <a:pt x="89542" y="31324"/>
                  <a:pt x="89584" y="31453"/>
                  <a:pt x="89637" y="31734"/>
                </a:cubicBezTo>
                <a:cubicBezTo>
                  <a:pt x="89698" y="31946"/>
                  <a:pt x="89728" y="32190"/>
                  <a:pt x="89759" y="32311"/>
                </a:cubicBezTo>
                <a:cubicBezTo>
                  <a:pt x="90002" y="32098"/>
                  <a:pt x="90245" y="31916"/>
                  <a:pt x="90488" y="31703"/>
                </a:cubicBezTo>
                <a:lnTo>
                  <a:pt x="90731" y="32676"/>
                </a:lnTo>
                <a:cubicBezTo>
                  <a:pt x="90974" y="32250"/>
                  <a:pt x="90883" y="31703"/>
                  <a:pt x="91339" y="31582"/>
                </a:cubicBezTo>
                <a:cubicBezTo>
                  <a:pt x="91365" y="31371"/>
                  <a:pt x="91312" y="31320"/>
                  <a:pt x="91235" y="31320"/>
                </a:cubicBezTo>
                <a:cubicBezTo>
                  <a:pt x="91164" y="31320"/>
                  <a:pt x="91071" y="31365"/>
                  <a:pt x="91006" y="31365"/>
                </a:cubicBezTo>
                <a:cubicBezTo>
                  <a:pt x="90980" y="31365"/>
                  <a:pt x="90959" y="31358"/>
                  <a:pt x="90944" y="31339"/>
                </a:cubicBezTo>
                <a:lnTo>
                  <a:pt x="90944" y="30609"/>
                </a:lnTo>
                <a:cubicBezTo>
                  <a:pt x="91035" y="30639"/>
                  <a:pt x="91126" y="30731"/>
                  <a:pt x="91187" y="30822"/>
                </a:cubicBezTo>
                <a:cubicBezTo>
                  <a:pt x="91256" y="30959"/>
                  <a:pt x="91330" y="31022"/>
                  <a:pt x="91405" y="31022"/>
                </a:cubicBezTo>
                <a:cubicBezTo>
                  <a:pt x="91497" y="31022"/>
                  <a:pt x="91590" y="30928"/>
                  <a:pt x="91673" y="30761"/>
                </a:cubicBezTo>
                <a:cubicBezTo>
                  <a:pt x="91734" y="30670"/>
                  <a:pt x="91765" y="30518"/>
                  <a:pt x="91825" y="30518"/>
                </a:cubicBezTo>
                <a:cubicBezTo>
                  <a:pt x="91947" y="30457"/>
                  <a:pt x="92069" y="30457"/>
                  <a:pt x="92221" y="30427"/>
                </a:cubicBezTo>
                <a:lnTo>
                  <a:pt x="92221" y="30427"/>
                </a:lnTo>
                <a:cubicBezTo>
                  <a:pt x="92221" y="30579"/>
                  <a:pt x="92190" y="30731"/>
                  <a:pt x="92129" y="30852"/>
                </a:cubicBezTo>
                <a:cubicBezTo>
                  <a:pt x="91977" y="31126"/>
                  <a:pt x="91825" y="31339"/>
                  <a:pt x="92160" y="31521"/>
                </a:cubicBezTo>
                <a:cubicBezTo>
                  <a:pt x="92251" y="31551"/>
                  <a:pt x="92221" y="31794"/>
                  <a:pt x="92281" y="31855"/>
                </a:cubicBezTo>
                <a:cubicBezTo>
                  <a:pt x="92403" y="31977"/>
                  <a:pt x="92585" y="32098"/>
                  <a:pt x="92768" y="32129"/>
                </a:cubicBezTo>
                <a:cubicBezTo>
                  <a:pt x="92798" y="32129"/>
                  <a:pt x="92889" y="31946"/>
                  <a:pt x="92980" y="31855"/>
                </a:cubicBezTo>
                <a:cubicBezTo>
                  <a:pt x="93127" y="31620"/>
                  <a:pt x="93302" y="31215"/>
                  <a:pt x="93424" y="31215"/>
                </a:cubicBezTo>
                <a:cubicBezTo>
                  <a:pt x="93428" y="31215"/>
                  <a:pt x="93432" y="31216"/>
                  <a:pt x="93436" y="31217"/>
                </a:cubicBezTo>
                <a:cubicBezTo>
                  <a:pt x="93486" y="31228"/>
                  <a:pt x="93532" y="31234"/>
                  <a:pt x="93576" y="31234"/>
                </a:cubicBezTo>
                <a:cubicBezTo>
                  <a:pt x="93885" y="31234"/>
                  <a:pt x="94078" y="30974"/>
                  <a:pt x="94318" y="30761"/>
                </a:cubicBezTo>
                <a:cubicBezTo>
                  <a:pt x="94399" y="30707"/>
                  <a:pt x="94529" y="30604"/>
                  <a:pt x="94621" y="30604"/>
                </a:cubicBezTo>
                <a:cubicBezTo>
                  <a:pt x="94632" y="30604"/>
                  <a:pt x="94642" y="30606"/>
                  <a:pt x="94652" y="30609"/>
                </a:cubicBezTo>
                <a:cubicBezTo>
                  <a:pt x="94684" y="30615"/>
                  <a:pt x="94714" y="30618"/>
                  <a:pt x="94742" y="30618"/>
                </a:cubicBezTo>
                <a:cubicBezTo>
                  <a:pt x="95009" y="30618"/>
                  <a:pt x="95117" y="30367"/>
                  <a:pt x="95199" y="30092"/>
                </a:cubicBezTo>
                <a:cubicBezTo>
                  <a:pt x="95230" y="30032"/>
                  <a:pt x="95260" y="29940"/>
                  <a:pt x="95321" y="29849"/>
                </a:cubicBezTo>
                <a:lnTo>
                  <a:pt x="95443" y="29849"/>
                </a:lnTo>
                <a:lnTo>
                  <a:pt x="95534" y="31308"/>
                </a:lnTo>
                <a:lnTo>
                  <a:pt x="95625" y="31308"/>
                </a:lnTo>
                <a:cubicBezTo>
                  <a:pt x="95686" y="31095"/>
                  <a:pt x="95746" y="30913"/>
                  <a:pt x="95868" y="30731"/>
                </a:cubicBezTo>
                <a:cubicBezTo>
                  <a:pt x="95990" y="30518"/>
                  <a:pt x="96111" y="30335"/>
                  <a:pt x="95929" y="30123"/>
                </a:cubicBezTo>
                <a:cubicBezTo>
                  <a:pt x="95898" y="30062"/>
                  <a:pt x="95898" y="30001"/>
                  <a:pt x="95929" y="29940"/>
                </a:cubicBezTo>
                <a:cubicBezTo>
                  <a:pt x="95947" y="29905"/>
                  <a:pt x="95985" y="29890"/>
                  <a:pt x="96027" y="29890"/>
                </a:cubicBezTo>
                <a:cubicBezTo>
                  <a:pt x="96056" y="29890"/>
                  <a:pt x="96086" y="29897"/>
                  <a:pt x="96111" y="29910"/>
                </a:cubicBezTo>
                <a:cubicBezTo>
                  <a:pt x="96172" y="29940"/>
                  <a:pt x="96202" y="30001"/>
                  <a:pt x="96263" y="30062"/>
                </a:cubicBezTo>
                <a:cubicBezTo>
                  <a:pt x="96398" y="30197"/>
                  <a:pt x="96504" y="30268"/>
                  <a:pt x="96591" y="30268"/>
                </a:cubicBezTo>
                <a:cubicBezTo>
                  <a:pt x="96720" y="30268"/>
                  <a:pt x="96811" y="30114"/>
                  <a:pt x="96902" y="29788"/>
                </a:cubicBezTo>
                <a:lnTo>
                  <a:pt x="97449" y="29241"/>
                </a:lnTo>
                <a:cubicBezTo>
                  <a:pt x="97570" y="29059"/>
                  <a:pt x="97692" y="28907"/>
                  <a:pt x="97813" y="28755"/>
                </a:cubicBezTo>
                <a:cubicBezTo>
                  <a:pt x="97996" y="28633"/>
                  <a:pt x="98209" y="28512"/>
                  <a:pt x="98421" y="28390"/>
                </a:cubicBezTo>
                <a:lnTo>
                  <a:pt x="98786" y="28360"/>
                </a:lnTo>
                <a:lnTo>
                  <a:pt x="99060" y="28269"/>
                </a:lnTo>
                <a:lnTo>
                  <a:pt x="98391" y="27752"/>
                </a:lnTo>
                <a:lnTo>
                  <a:pt x="98391" y="27752"/>
                </a:lnTo>
                <a:cubicBezTo>
                  <a:pt x="98523" y="27796"/>
                  <a:pt x="98662" y="27847"/>
                  <a:pt x="98788" y="27847"/>
                </a:cubicBezTo>
                <a:cubicBezTo>
                  <a:pt x="98923" y="27847"/>
                  <a:pt x="99042" y="27788"/>
                  <a:pt x="99120" y="27600"/>
                </a:cubicBezTo>
                <a:cubicBezTo>
                  <a:pt x="99275" y="27271"/>
                  <a:pt x="99405" y="27115"/>
                  <a:pt x="99597" y="27115"/>
                </a:cubicBezTo>
                <a:cubicBezTo>
                  <a:pt x="99706" y="27115"/>
                  <a:pt x="99836" y="27166"/>
                  <a:pt x="100002" y="27266"/>
                </a:cubicBezTo>
                <a:cubicBezTo>
                  <a:pt x="99938" y="27734"/>
                  <a:pt x="99919" y="27874"/>
                  <a:pt x="100039" y="27874"/>
                </a:cubicBezTo>
                <a:cubicBezTo>
                  <a:pt x="100090" y="27874"/>
                  <a:pt x="100166" y="27849"/>
                  <a:pt x="100275" y="27813"/>
                </a:cubicBezTo>
                <a:lnTo>
                  <a:pt x="100883" y="27418"/>
                </a:lnTo>
                <a:lnTo>
                  <a:pt x="100944" y="27539"/>
                </a:lnTo>
                <a:lnTo>
                  <a:pt x="101035" y="26992"/>
                </a:lnTo>
                <a:lnTo>
                  <a:pt x="101309" y="26901"/>
                </a:lnTo>
                <a:lnTo>
                  <a:pt x="101886" y="26992"/>
                </a:lnTo>
                <a:lnTo>
                  <a:pt x="103011" y="27296"/>
                </a:lnTo>
                <a:cubicBezTo>
                  <a:pt x="103186" y="27377"/>
                  <a:pt x="103379" y="27416"/>
                  <a:pt x="103571" y="27416"/>
                </a:cubicBezTo>
                <a:cubicBezTo>
                  <a:pt x="103813" y="27416"/>
                  <a:pt x="104054" y="27354"/>
                  <a:pt x="104257" y="27235"/>
                </a:cubicBezTo>
                <a:lnTo>
                  <a:pt x="105564" y="26566"/>
                </a:lnTo>
                <a:lnTo>
                  <a:pt x="106841" y="26414"/>
                </a:lnTo>
                <a:lnTo>
                  <a:pt x="107662" y="26354"/>
                </a:lnTo>
                <a:cubicBezTo>
                  <a:pt x="107782" y="26430"/>
                  <a:pt x="107891" y="26471"/>
                  <a:pt x="107989" y="26471"/>
                </a:cubicBezTo>
                <a:cubicBezTo>
                  <a:pt x="108163" y="26471"/>
                  <a:pt x="108305" y="26341"/>
                  <a:pt x="108422" y="26050"/>
                </a:cubicBezTo>
                <a:cubicBezTo>
                  <a:pt x="108482" y="25928"/>
                  <a:pt x="108573" y="25837"/>
                  <a:pt x="108665" y="25715"/>
                </a:cubicBezTo>
                <a:lnTo>
                  <a:pt x="109577" y="25290"/>
                </a:lnTo>
                <a:cubicBezTo>
                  <a:pt x="109668" y="25259"/>
                  <a:pt x="109759" y="25229"/>
                  <a:pt x="109880" y="25229"/>
                </a:cubicBezTo>
                <a:cubicBezTo>
                  <a:pt x="110154" y="25168"/>
                  <a:pt x="110458" y="25229"/>
                  <a:pt x="110671" y="25077"/>
                </a:cubicBezTo>
                <a:cubicBezTo>
                  <a:pt x="110797" y="24950"/>
                  <a:pt x="110987" y="24887"/>
                  <a:pt x="111170" y="24887"/>
                </a:cubicBezTo>
                <a:cubicBezTo>
                  <a:pt x="111207" y="24887"/>
                  <a:pt x="111243" y="24890"/>
                  <a:pt x="111279" y="24895"/>
                </a:cubicBezTo>
                <a:cubicBezTo>
                  <a:pt x="111491" y="24925"/>
                  <a:pt x="111704" y="24925"/>
                  <a:pt x="111917" y="24955"/>
                </a:cubicBezTo>
                <a:cubicBezTo>
                  <a:pt x="111956" y="24963"/>
                  <a:pt x="111991" y="24967"/>
                  <a:pt x="112023" y="24967"/>
                </a:cubicBezTo>
                <a:cubicBezTo>
                  <a:pt x="112242" y="24967"/>
                  <a:pt x="112308" y="24788"/>
                  <a:pt x="112282" y="24469"/>
                </a:cubicBezTo>
                <a:lnTo>
                  <a:pt x="113042" y="24135"/>
                </a:lnTo>
                <a:cubicBezTo>
                  <a:pt x="113346" y="23983"/>
                  <a:pt x="113650" y="23831"/>
                  <a:pt x="113984" y="23709"/>
                </a:cubicBezTo>
                <a:cubicBezTo>
                  <a:pt x="115200" y="23253"/>
                  <a:pt x="116355" y="22615"/>
                  <a:pt x="117358" y="21764"/>
                </a:cubicBezTo>
                <a:lnTo>
                  <a:pt x="117753" y="22098"/>
                </a:lnTo>
                <a:cubicBezTo>
                  <a:pt x="117753" y="22068"/>
                  <a:pt x="117783" y="22037"/>
                  <a:pt x="117814" y="22007"/>
                </a:cubicBezTo>
                <a:lnTo>
                  <a:pt x="118027" y="21764"/>
                </a:lnTo>
                <a:cubicBezTo>
                  <a:pt x="118087" y="21916"/>
                  <a:pt x="118148" y="22037"/>
                  <a:pt x="118179" y="22159"/>
                </a:cubicBezTo>
                <a:cubicBezTo>
                  <a:pt x="118209" y="22311"/>
                  <a:pt x="118239" y="22433"/>
                  <a:pt x="118239" y="22585"/>
                </a:cubicBezTo>
                <a:lnTo>
                  <a:pt x="118361" y="22585"/>
                </a:lnTo>
                <a:lnTo>
                  <a:pt x="118452" y="22159"/>
                </a:lnTo>
                <a:cubicBezTo>
                  <a:pt x="118511" y="21983"/>
                  <a:pt x="118569" y="21610"/>
                  <a:pt x="118573" y="21610"/>
                </a:cubicBezTo>
                <a:cubicBezTo>
                  <a:pt x="118574" y="21610"/>
                  <a:pt x="118574" y="21611"/>
                  <a:pt x="118574" y="21612"/>
                </a:cubicBezTo>
                <a:cubicBezTo>
                  <a:pt x="118603" y="21617"/>
                  <a:pt x="118631" y="21619"/>
                  <a:pt x="118658" y="21619"/>
                </a:cubicBezTo>
                <a:cubicBezTo>
                  <a:pt x="118959" y="21619"/>
                  <a:pt x="119077" y="21321"/>
                  <a:pt x="119273" y="21126"/>
                </a:cubicBezTo>
                <a:cubicBezTo>
                  <a:pt x="120549" y="20761"/>
                  <a:pt x="121279" y="19484"/>
                  <a:pt x="122160" y="18451"/>
                </a:cubicBezTo>
                <a:lnTo>
                  <a:pt x="122221" y="18451"/>
                </a:lnTo>
                <a:cubicBezTo>
                  <a:pt x="122343" y="18572"/>
                  <a:pt x="122464" y="18664"/>
                  <a:pt x="122616" y="18785"/>
                </a:cubicBezTo>
                <a:cubicBezTo>
                  <a:pt x="122738" y="18876"/>
                  <a:pt x="122799" y="18968"/>
                  <a:pt x="122920" y="19059"/>
                </a:cubicBezTo>
                <a:cubicBezTo>
                  <a:pt x="122951" y="18937"/>
                  <a:pt x="123011" y="18785"/>
                  <a:pt x="123072" y="18664"/>
                </a:cubicBezTo>
                <a:cubicBezTo>
                  <a:pt x="123103" y="18512"/>
                  <a:pt x="123133" y="18360"/>
                  <a:pt x="123163" y="18208"/>
                </a:cubicBezTo>
                <a:cubicBezTo>
                  <a:pt x="123224" y="18116"/>
                  <a:pt x="123315" y="18086"/>
                  <a:pt x="123407" y="18086"/>
                </a:cubicBezTo>
                <a:cubicBezTo>
                  <a:pt x="123467" y="18086"/>
                  <a:pt x="123498" y="18268"/>
                  <a:pt x="123528" y="18360"/>
                </a:cubicBezTo>
                <a:cubicBezTo>
                  <a:pt x="123528" y="18451"/>
                  <a:pt x="123498" y="18542"/>
                  <a:pt x="123528" y="18633"/>
                </a:cubicBezTo>
                <a:cubicBezTo>
                  <a:pt x="123559" y="18846"/>
                  <a:pt x="123346" y="19211"/>
                  <a:pt x="123650" y="19271"/>
                </a:cubicBezTo>
                <a:cubicBezTo>
                  <a:pt x="123662" y="19273"/>
                  <a:pt x="123674" y="19273"/>
                  <a:pt x="123685" y="19273"/>
                </a:cubicBezTo>
                <a:cubicBezTo>
                  <a:pt x="123975" y="19273"/>
                  <a:pt x="123864" y="18898"/>
                  <a:pt x="123893" y="18664"/>
                </a:cubicBezTo>
                <a:cubicBezTo>
                  <a:pt x="123923" y="18268"/>
                  <a:pt x="124045" y="18025"/>
                  <a:pt x="124410" y="18025"/>
                </a:cubicBezTo>
                <a:cubicBezTo>
                  <a:pt x="124531" y="18025"/>
                  <a:pt x="124653" y="17873"/>
                  <a:pt x="124774" y="17782"/>
                </a:cubicBezTo>
                <a:cubicBezTo>
                  <a:pt x="124896" y="17721"/>
                  <a:pt x="124926" y="17691"/>
                  <a:pt x="125018" y="17630"/>
                </a:cubicBezTo>
                <a:lnTo>
                  <a:pt x="126173" y="17022"/>
                </a:lnTo>
                <a:lnTo>
                  <a:pt x="126568" y="16627"/>
                </a:lnTo>
                <a:cubicBezTo>
                  <a:pt x="126629" y="16566"/>
                  <a:pt x="126689" y="16505"/>
                  <a:pt x="126720" y="16445"/>
                </a:cubicBezTo>
                <a:lnTo>
                  <a:pt x="126781" y="16353"/>
                </a:lnTo>
                <a:lnTo>
                  <a:pt x="127692" y="14287"/>
                </a:lnTo>
                <a:cubicBezTo>
                  <a:pt x="127844" y="13952"/>
                  <a:pt x="127844" y="13587"/>
                  <a:pt x="127692" y="13253"/>
                </a:cubicBezTo>
                <a:cubicBezTo>
                  <a:pt x="127480" y="12645"/>
                  <a:pt x="127328" y="12007"/>
                  <a:pt x="127145" y="11369"/>
                </a:cubicBezTo>
                <a:cubicBezTo>
                  <a:pt x="127115" y="11217"/>
                  <a:pt x="127024" y="11095"/>
                  <a:pt x="126932" y="10973"/>
                </a:cubicBezTo>
                <a:cubicBezTo>
                  <a:pt x="126537" y="10609"/>
                  <a:pt x="126142" y="10366"/>
                  <a:pt x="125960" y="9758"/>
                </a:cubicBezTo>
                <a:cubicBezTo>
                  <a:pt x="125960" y="9666"/>
                  <a:pt x="125869" y="9636"/>
                  <a:pt x="125808" y="9575"/>
                </a:cubicBezTo>
                <a:cubicBezTo>
                  <a:pt x="125473" y="9241"/>
                  <a:pt x="125139" y="8876"/>
                  <a:pt x="124805" y="8572"/>
                </a:cubicBezTo>
                <a:cubicBezTo>
                  <a:pt x="124653" y="8390"/>
                  <a:pt x="124440" y="8238"/>
                  <a:pt x="124197" y="8147"/>
                </a:cubicBezTo>
                <a:cubicBezTo>
                  <a:pt x="123680" y="8025"/>
                  <a:pt x="123224" y="7630"/>
                  <a:pt x="123072" y="7113"/>
                </a:cubicBezTo>
                <a:cubicBezTo>
                  <a:pt x="122951" y="6992"/>
                  <a:pt x="122799" y="6870"/>
                  <a:pt x="122677" y="6779"/>
                </a:cubicBezTo>
                <a:cubicBezTo>
                  <a:pt x="121948" y="6353"/>
                  <a:pt x="121948" y="6353"/>
                  <a:pt x="121978" y="5441"/>
                </a:cubicBezTo>
                <a:cubicBezTo>
                  <a:pt x="121978" y="5411"/>
                  <a:pt x="121948" y="5381"/>
                  <a:pt x="121917" y="5320"/>
                </a:cubicBezTo>
                <a:lnTo>
                  <a:pt x="121583" y="5472"/>
                </a:lnTo>
                <a:lnTo>
                  <a:pt x="121492" y="5654"/>
                </a:lnTo>
                <a:cubicBezTo>
                  <a:pt x="121431" y="5654"/>
                  <a:pt x="121362" y="5662"/>
                  <a:pt x="121298" y="5662"/>
                </a:cubicBezTo>
                <a:cubicBezTo>
                  <a:pt x="121233" y="5662"/>
                  <a:pt x="121173" y="5654"/>
                  <a:pt x="121127" y="5624"/>
                </a:cubicBezTo>
                <a:cubicBezTo>
                  <a:pt x="120762" y="5381"/>
                  <a:pt x="120428" y="5107"/>
                  <a:pt x="120063" y="4864"/>
                </a:cubicBezTo>
                <a:cubicBezTo>
                  <a:pt x="119972" y="4803"/>
                  <a:pt x="119881" y="4742"/>
                  <a:pt x="119789" y="4742"/>
                </a:cubicBezTo>
                <a:cubicBezTo>
                  <a:pt x="119668" y="4771"/>
                  <a:pt x="119546" y="4784"/>
                  <a:pt x="119423" y="4784"/>
                </a:cubicBezTo>
                <a:cubicBezTo>
                  <a:pt x="119025" y="4784"/>
                  <a:pt x="118633" y="4641"/>
                  <a:pt x="118331" y="4408"/>
                </a:cubicBezTo>
                <a:cubicBezTo>
                  <a:pt x="118196" y="4312"/>
                  <a:pt x="118037" y="4252"/>
                  <a:pt x="117877" y="4252"/>
                </a:cubicBezTo>
                <a:cubicBezTo>
                  <a:pt x="117784" y="4252"/>
                  <a:pt x="117690" y="4272"/>
                  <a:pt x="117601" y="4317"/>
                </a:cubicBezTo>
                <a:cubicBezTo>
                  <a:pt x="117175" y="4621"/>
                  <a:pt x="116689" y="4803"/>
                  <a:pt x="116172" y="4894"/>
                </a:cubicBezTo>
                <a:cubicBezTo>
                  <a:pt x="115871" y="5171"/>
                  <a:pt x="115486" y="5343"/>
                  <a:pt x="115087" y="5343"/>
                </a:cubicBezTo>
                <a:cubicBezTo>
                  <a:pt x="115004" y="5343"/>
                  <a:pt x="114919" y="5336"/>
                  <a:pt x="114835" y="5320"/>
                </a:cubicBezTo>
                <a:cubicBezTo>
                  <a:pt x="114653" y="5274"/>
                  <a:pt x="114463" y="5251"/>
                  <a:pt x="114273" y="5251"/>
                </a:cubicBezTo>
                <a:cubicBezTo>
                  <a:pt x="114083" y="5251"/>
                  <a:pt x="113893" y="5274"/>
                  <a:pt x="113710" y="5320"/>
                </a:cubicBezTo>
                <a:lnTo>
                  <a:pt x="113406" y="5259"/>
                </a:lnTo>
                <a:cubicBezTo>
                  <a:pt x="113208" y="5100"/>
                  <a:pt x="113015" y="5051"/>
                  <a:pt x="112823" y="5051"/>
                </a:cubicBezTo>
                <a:cubicBezTo>
                  <a:pt x="112574" y="5051"/>
                  <a:pt x="112326" y="5134"/>
                  <a:pt x="112069" y="5168"/>
                </a:cubicBezTo>
                <a:lnTo>
                  <a:pt x="111978" y="5077"/>
                </a:lnTo>
                <a:cubicBezTo>
                  <a:pt x="111947" y="4894"/>
                  <a:pt x="111917" y="4682"/>
                  <a:pt x="111887" y="4499"/>
                </a:cubicBezTo>
                <a:cubicBezTo>
                  <a:pt x="111765" y="4134"/>
                  <a:pt x="111735" y="3770"/>
                  <a:pt x="112130" y="3648"/>
                </a:cubicBezTo>
                <a:cubicBezTo>
                  <a:pt x="112130" y="3587"/>
                  <a:pt x="112130" y="3527"/>
                  <a:pt x="112130" y="3496"/>
                </a:cubicBezTo>
                <a:cubicBezTo>
                  <a:pt x="112069" y="3496"/>
                  <a:pt x="111995" y="3483"/>
                  <a:pt x="111943" y="3483"/>
                </a:cubicBezTo>
                <a:cubicBezTo>
                  <a:pt x="111917" y="3483"/>
                  <a:pt x="111897" y="3486"/>
                  <a:pt x="111887" y="3496"/>
                </a:cubicBezTo>
                <a:cubicBezTo>
                  <a:pt x="111674" y="3739"/>
                  <a:pt x="111491" y="3982"/>
                  <a:pt x="111339" y="4256"/>
                </a:cubicBezTo>
                <a:cubicBezTo>
                  <a:pt x="111256" y="4402"/>
                  <a:pt x="111201" y="4533"/>
                  <a:pt x="111117" y="4533"/>
                </a:cubicBezTo>
                <a:cubicBezTo>
                  <a:pt x="111078" y="4533"/>
                  <a:pt x="111032" y="4505"/>
                  <a:pt x="110975" y="4438"/>
                </a:cubicBezTo>
                <a:cubicBezTo>
                  <a:pt x="110848" y="4286"/>
                  <a:pt x="110753" y="4213"/>
                  <a:pt x="110681" y="4213"/>
                </a:cubicBezTo>
                <a:cubicBezTo>
                  <a:pt x="110580" y="4213"/>
                  <a:pt x="110524" y="4355"/>
                  <a:pt x="110488" y="4621"/>
                </a:cubicBezTo>
                <a:cubicBezTo>
                  <a:pt x="110458" y="4682"/>
                  <a:pt x="110397" y="4773"/>
                  <a:pt x="110336" y="4834"/>
                </a:cubicBezTo>
                <a:lnTo>
                  <a:pt x="110154" y="5016"/>
                </a:lnTo>
                <a:lnTo>
                  <a:pt x="110063" y="5016"/>
                </a:lnTo>
                <a:lnTo>
                  <a:pt x="109729" y="4408"/>
                </a:lnTo>
                <a:lnTo>
                  <a:pt x="109455" y="4864"/>
                </a:lnTo>
                <a:cubicBezTo>
                  <a:pt x="109179" y="4538"/>
                  <a:pt x="108883" y="4316"/>
                  <a:pt x="108532" y="4316"/>
                </a:cubicBezTo>
                <a:cubicBezTo>
                  <a:pt x="108457" y="4316"/>
                  <a:pt x="108380" y="4326"/>
                  <a:pt x="108300" y="4347"/>
                </a:cubicBezTo>
                <a:cubicBezTo>
                  <a:pt x="107996" y="4438"/>
                  <a:pt x="107662" y="4530"/>
                  <a:pt x="107358" y="4621"/>
                </a:cubicBezTo>
                <a:cubicBezTo>
                  <a:pt x="107029" y="4659"/>
                  <a:pt x="106714" y="4784"/>
                  <a:pt x="106394" y="4784"/>
                </a:cubicBezTo>
                <a:cubicBezTo>
                  <a:pt x="106211" y="4784"/>
                  <a:pt x="106026" y="4743"/>
                  <a:pt x="105838" y="4621"/>
                </a:cubicBezTo>
                <a:cubicBezTo>
                  <a:pt x="105711" y="4548"/>
                  <a:pt x="105563" y="4454"/>
                  <a:pt x="105412" y="4454"/>
                </a:cubicBezTo>
                <a:cubicBezTo>
                  <a:pt x="105310" y="4454"/>
                  <a:pt x="105207" y="4498"/>
                  <a:pt x="105108" y="4621"/>
                </a:cubicBezTo>
                <a:lnTo>
                  <a:pt x="104956" y="4469"/>
                </a:lnTo>
                <a:cubicBezTo>
                  <a:pt x="104843" y="4786"/>
                  <a:pt x="104662" y="4901"/>
                  <a:pt x="104426" y="4901"/>
                </a:cubicBezTo>
                <a:cubicBezTo>
                  <a:pt x="104346" y="4901"/>
                  <a:pt x="104259" y="4887"/>
                  <a:pt x="104166" y="4864"/>
                </a:cubicBezTo>
                <a:cubicBezTo>
                  <a:pt x="103619" y="4773"/>
                  <a:pt x="103072" y="4712"/>
                  <a:pt x="102494" y="4682"/>
                </a:cubicBezTo>
                <a:cubicBezTo>
                  <a:pt x="102403" y="4682"/>
                  <a:pt x="102282" y="4742"/>
                  <a:pt x="102190" y="4773"/>
                </a:cubicBezTo>
                <a:cubicBezTo>
                  <a:pt x="101978" y="4834"/>
                  <a:pt x="101765" y="4864"/>
                  <a:pt x="101552" y="4894"/>
                </a:cubicBezTo>
                <a:cubicBezTo>
                  <a:pt x="101441" y="4904"/>
                  <a:pt x="101329" y="4908"/>
                  <a:pt x="101218" y="4908"/>
                </a:cubicBezTo>
                <a:cubicBezTo>
                  <a:pt x="100995" y="4908"/>
                  <a:pt x="100772" y="4894"/>
                  <a:pt x="100549" y="4894"/>
                </a:cubicBezTo>
                <a:lnTo>
                  <a:pt x="100610" y="5502"/>
                </a:lnTo>
                <a:cubicBezTo>
                  <a:pt x="100483" y="5601"/>
                  <a:pt x="100336" y="5647"/>
                  <a:pt x="100191" y="5647"/>
                </a:cubicBezTo>
                <a:cubicBezTo>
                  <a:pt x="100024" y="5647"/>
                  <a:pt x="99859" y="5586"/>
                  <a:pt x="99728" y="5472"/>
                </a:cubicBezTo>
                <a:cubicBezTo>
                  <a:pt x="99728" y="5198"/>
                  <a:pt x="99546" y="4955"/>
                  <a:pt x="99303" y="4864"/>
                </a:cubicBezTo>
                <a:cubicBezTo>
                  <a:pt x="98739" y="4801"/>
                  <a:pt x="98189" y="4681"/>
                  <a:pt x="97635" y="4681"/>
                </a:cubicBezTo>
                <a:cubicBezTo>
                  <a:pt x="97382" y="4681"/>
                  <a:pt x="97128" y="4706"/>
                  <a:pt x="96871" y="4773"/>
                </a:cubicBezTo>
                <a:lnTo>
                  <a:pt x="96294" y="5107"/>
                </a:lnTo>
                <a:cubicBezTo>
                  <a:pt x="96229" y="5078"/>
                  <a:pt x="96163" y="5065"/>
                  <a:pt x="96101" y="5065"/>
                </a:cubicBezTo>
                <a:cubicBezTo>
                  <a:pt x="95900" y="5065"/>
                  <a:pt x="95725" y="5203"/>
                  <a:pt x="95655" y="5411"/>
                </a:cubicBezTo>
                <a:lnTo>
                  <a:pt x="95746" y="5776"/>
                </a:lnTo>
                <a:cubicBezTo>
                  <a:pt x="95351" y="5867"/>
                  <a:pt x="95047" y="6171"/>
                  <a:pt x="94895" y="6536"/>
                </a:cubicBezTo>
                <a:lnTo>
                  <a:pt x="93254" y="6475"/>
                </a:lnTo>
                <a:cubicBezTo>
                  <a:pt x="93190" y="6453"/>
                  <a:pt x="93110" y="6432"/>
                  <a:pt x="93037" y="6432"/>
                </a:cubicBezTo>
                <a:cubicBezTo>
                  <a:pt x="93006" y="6432"/>
                  <a:pt x="92977" y="6436"/>
                  <a:pt x="92950" y="6445"/>
                </a:cubicBezTo>
                <a:cubicBezTo>
                  <a:pt x="92950" y="6445"/>
                  <a:pt x="92920" y="6445"/>
                  <a:pt x="92889" y="6475"/>
                </a:cubicBezTo>
                <a:lnTo>
                  <a:pt x="90123" y="6414"/>
                </a:lnTo>
                <a:cubicBezTo>
                  <a:pt x="89880" y="6019"/>
                  <a:pt x="89911" y="5928"/>
                  <a:pt x="90184" y="5441"/>
                </a:cubicBezTo>
                <a:lnTo>
                  <a:pt x="89911" y="5320"/>
                </a:lnTo>
                <a:lnTo>
                  <a:pt x="89181" y="5563"/>
                </a:lnTo>
                <a:cubicBezTo>
                  <a:pt x="88976" y="5631"/>
                  <a:pt x="88754" y="5666"/>
                  <a:pt x="88540" y="5666"/>
                </a:cubicBezTo>
                <a:cubicBezTo>
                  <a:pt x="88469" y="5666"/>
                  <a:pt x="88398" y="5662"/>
                  <a:pt x="88330" y="5654"/>
                </a:cubicBezTo>
                <a:cubicBezTo>
                  <a:pt x="88271" y="5639"/>
                  <a:pt x="88210" y="5632"/>
                  <a:pt x="88150" y="5632"/>
                </a:cubicBezTo>
                <a:cubicBezTo>
                  <a:pt x="87961" y="5632"/>
                  <a:pt x="87776" y="5706"/>
                  <a:pt x="87661" y="5867"/>
                </a:cubicBezTo>
                <a:cubicBezTo>
                  <a:pt x="87570" y="5928"/>
                  <a:pt x="87479" y="5989"/>
                  <a:pt x="87357" y="6019"/>
                </a:cubicBezTo>
                <a:cubicBezTo>
                  <a:pt x="87236" y="6080"/>
                  <a:pt x="87114" y="6049"/>
                  <a:pt x="86993" y="6110"/>
                </a:cubicBezTo>
                <a:cubicBezTo>
                  <a:pt x="86841" y="6171"/>
                  <a:pt x="86658" y="6262"/>
                  <a:pt x="86506" y="6353"/>
                </a:cubicBezTo>
                <a:lnTo>
                  <a:pt x="84895" y="6323"/>
                </a:lnTo>
                <a:cubicBezTo>
                  <a:pt x="84758" y="6080"/>
                  <a:pt x="84644" y="5958"/>
                  <a:pt x="84538" y="5958"/>
                </a:cubicBezTo>
                <a:cubicBezTo>
                  <a:pt x="84432" y="5958"/>
                  <a:pt x="84333" y="6080"/>
                  <a:pt x="84227" y="6323"/>
                </a:cubicBezTo>
                <a:lnTo>
                  <a:pt x="83558" y="6323"/>
                </a:lnTo>
                <a:cubicBezTo>
                  <a:pt x="83588" y="6262"/>
                  <a:pt x="83619" y="6201"/>
                  <a:pt x="83649" y="6141"/>
                </a:cubicBezTo>
                <a:lnTo>
                  <a:pt x="83649" y="6141"/>
                </a:lnTo>
                <a:lnTo>
                  <a:pt x="82798" y="6323"/>
                </a:lnTo>
                <a:lnTo>
                  <a:pt x="82433" y="6323"/>
                </a:lnTo>
                <a:lnTo>
                  <a:pt x="82464" y="6232"/>
                </a:lnTo>
                <a:cubicBezTo>
                  <a:pt x="82312" y="6232"/>
                  <a:pt x="82129" y="6262"/>
                  <a:pt x="81977" y="6323"/>
                </a:cubicBezTo>
                <a:cubicBezTo>
                  <a:pt x="79713" y="6308"/>
                  <a:pt x="77456" y="6300"/>
                  <a:pt x="75199" y="6300"/>
                </a:cubicBezTo>
                <a:cubicBezTo>
                  <a:pt x="72942" y="6300"/>
                  <a:pt x="70685" y="6308"/>
                  <a:pt x="68421" y="6323"/>
                </a:cubicBezTo>
                <a:cubicBezTo>
                  <a:pt x="68390" y="6201"/>
                  <a:pt x="68360" y="5989"/>
                  <a:pt x="68330" y="5806"/>
                </a:cubicBezTo>
                <a:cubicBezTo>
                  <a:pt x="68181" y="6121"/>
                  <a:pt x="68014" y="6273"/>
                  <a:pt x="67839" y="6273"/>
                </a:cubicBezTo>
                <a:cubicBezTo>
                  <a:pt x="67692" y="6273"/>
                  <a:pt x="67540" y="6166"/>
                  <a:pt x="67387" y="5958"/>
                </a:cubicBezTo>
                <a:cubicBezTo>
                  <a:pt x="67387" y="5943"/>
                  <a:pt x="67372" y="5943"/>
                  <a:pt x="67353" y="5943"/>
                </a:cubicBezTo>
                <a:cubicBezTo>
                  <a:pt x="67334" y="5943"/>
                  <a:pt x="67311" y="5943"/>
                  <a:pt x="67296" y="5928"/>
                </a:cubicBezTo>
                <a:cubicBezTo>
                  <a:pt x="67023" y="5806"/>
                  <a:pt x="66779" y="5685"/>
                  <a:pt x="66536" y="5563"/>
                </a:cubicBezTo>
                <a:cubicBezTo>
                  <a:pt x="66506" y="5533"/>
                  <a:pt x="66475" y="5381"/>
                  <a:pt x="66506" y="5289"/>
                </a:cubicBezTo>
                <a:cubicBezTo>
                  <a:pt x="66531" y="4942"/>
                  <a:pt x="66292" y="4595"/>
                  <a:pt x="66038" y="4595"/>
                </a:cubicBezTo>
                <a:cubicBezTo>
                  <a:pt x="65981" y="4595"/>
                  <a:pt x="65923" y="4612"/>
                  <a:pt x="65868" y="4651"/>
                </a:cubicBezTo>
                <a:cubicBezTo>
                  <a:pt x="65545" y="4879"/>
                  <a:pt x="65152" y="5000"/>
                  <a:pt x="64755" y="5000"/>
                </a:cubicBezTo>
                <a:cubicBezTo>
                  <a:pt x="64514" y="5000"/>
                  <a:pt x="64273" y="4955"/>
                  <a:pt x="64044" y="4864"/>
                </a:cubicBezTo>
                <a:cubicBezTo>
                  <a:pt x="63861" y="4803"/>
                  <a:pt x="63649" y="4803"/>
                  <a:pt x="63466" y="4803"/>
                </a:cubicBezTo>
                <a:cubicBezTo>
                  <a:pt x="63314" y="4651"/>
                  <a:pt x="63193" y="4530"/>
                  <a:pt x="63041" y="4408"/>
                </a:cubicBezTo>
                <a:cubicBezTo>
                  <a:pt x="62919" y="4317"/>
                  <a:pt x="62706" y="4317"/>
                  <a:pt x="62646" y="4226"/>
                </a:cubicBezTo>
                <a:cubicBezTo>
                  <a:pt x="62579" y="4010"/>
                  <a:pt x="62486" y="3939"/>
                  <a:pt x="62390" y="3939"/>
                </a:cubicBezTo>
                <a:cubicBezTo>
                  <a:pt x="62310" y="3939"/>
                  <a:pt x="62228" y="3988"/>
                  <a:pt x="62159" y="4043"/>
                </a:cubicBezTo>
                <a:cubicBezTo>
                  <a:pt x="62038" y="3861"/>
                  <a:pt x="61916" y="3709"/>
                  <a:pt x="61794" y="3557"/>
                </a:cubicBezTo>
                <a:cubicBezTo>
                  <a:pt x="61706" y="3483"/>
                  <a:pt x="61627" y="3454"/>
                  <a:pt x="61553" y="3454"/>
                </a:cubicBezTo>
                <a:cubicBezTo>
                  <a:pt x="61321" y="3454"/>
                  <a:pt x="61143" y="3738"/>
                  <a:pt x="60913" y="3830"/>
                </a:cubicBezTo>
                <a:lnTo>
                  <a:pt x="60639" y="3770"/>
                </a:lnTo>
                <a:lnTo>
                  <a:pt x="59606" y="3405"/>
                </a:lnTo>
                <a:cubicBezTo>
                  <a:pt x="59606" y="3405"/>
                  <a:pt x="59576" y="3435"/>
                  <a:pt x="59576" y="3466"/>
                </a:cubicBezTo>
                <a:cubicBezTo>
                  <a:pt x="59515" y="3587"/>
                  <a:pt x="59393" y="3800"/>
                  <a:pt x="59332" y="3800"/>
                </a:cubicBezTo>
                <a:cubicBezTo>
                  <a:pt x="59150" y="3770"/>
                  <a:pt x="59028" y="3679"/>
                  <a:pt x="58907" y="3557"/>
                </a:cubicBezTo>
                <a:cubicBezTo>
                  <a:pt x="58877" y="3466"/>
                  <a:pt x="58907" y="3253"/>
                  <a:pt x="58937" y="3101"/>
                </a:cubicBezTo>
                <a:cubicBezTo>
                  <a:pt x="58968" y="2949"/>
                  <a:pt x="59059" y="2919"/>
                  <a:pt x="59089" y="2827"/>
                </a:cubicBezTo>
                <a:cubicBezTo>
                  <a:pt x="59089" y="2706"/>
                  <a:pt x="59089" y="2554"/>
                  <a:pt x="59089" y="2432"/>
                </a:cubicBezTo>
                <a:cubicBezTo>
                  <a:pt x="58968" y="2463"/>
                  <a:pt x="58877" y="2523"/>
                  <a:pt x="58785" y="2584"/>
                </a:cubicBezTo>
                <a:cubicBezTo>
                  <a:pt x="58664" y="2706"/>
                  <a:pt x="58542" y="2858"/>
                  <a:pt x="58390" y="3010"/>
                </a:cubicBezTo>
                <a:lnTo>
                  <a:pt x="58299" y="2432"/>
                </a:lnTo>
                <a:cubicBezTo>
                  <a:pt x="58299" y="2402"/>
                  <a:pt x="58238" y="2402"/>
                  <a:pt x="58208" y="2371"/>
                </a:cubicBezTo>
                <a:cubicBezTo>
                  <a:pt x="58147" y="2432"/>
                  <a:pt x="58086" y="2523"/>
                  <a:pt x="58025" y="2584"/>
                </a:cubicBezTo>
                <a:cubicBezTo>
                  <a:pt x="57974" y="2918"/>
                  <a:pt x="57706" y="3122"/>
                  <a:pt x="57403" y="3122"/>
                </a:cubicBezTo>
                <a:cubicBezTo>
                  <a:pt x="57348" y="3122"/>
                  <a:pt x="57292" y="3115"/>
                  <a:pt x="57235" y="3101"/>
                </a:cubicBezTo>
                <a:cubicBezTo>
                  <a:pt x="57114" y="3101"/>
                  <a:pt x="57022" y="3101"/>
                  <a:pt x="56931" y="3131"/>
                </a:cubicBezTo>
                <a:cubicBezTo>
                  <a:pt x="56597" y="3223"/>
                  <a:pt x="56293" y="3314"/>
                  <a:pt x="55959" y="3405"/>
                </a:cubicBezTo>
                <a:cubicBezTo>
                  <a:pt x="55833" y="3430"/>
                  <a:pt x="55696" y="3476"/>
                  <a:pt x="55571" y="3476"/>
                </a:cubicBezTo>
                <a:cubicBezTo>
                  <a:pt x="55394" y="3476"/>
                  <a:pt x="55239" y="3384"/>
                  <a:pt x="55168" y="3010"/>
                </a:cubicBezTo>
                <a:lnTo>
                  <a:pt x="54682" y="3466"/>
                </a:lnTo>
                <a:cubicBezTo>
                  <a:pt x="54499" y="3387"/>
                  <a:pt x="54315" y="3241"/>
                  <a:pt x="54210" y="3241"/>
                </a:cubicBezTo>
                <a:cubicBezTo>
                  <a:pt x="54193" y="3241"/>
                  <a:pt x="54178" y="3245"/>
                  <a:pt x="54165" y="3253"/>
                </a:cubicBezTo>
                <a:cubicBezTo>
                  <a:pt x="54064" y="3316"/>
                  <a:pt x="53947" y="3348"/>
                  <a:pt x="53831" y="3348"/>
                </a:cubicBezTo>
                <a:cubicBezTo>
                  <a:pt x="53670" y="3348"/>
                  <a:pt x="53512" y="3286"/>
                  <a:pt x="53405" y="3162"/>
                </a:cubicBezTo>
                <a:cubicBezTo>
                  <a:pt x="53223" y="3010"/>
                  <a:pt x="53162" y="2767"/>
                  <a:pt x="53253" y="2554"/>
                </a:cubicBezTo>
                <a:cubicBezTo>
                  <a:pt x="53284" y="2250"/>
                  <a:pt x="53253" y="1916"/>
                  <a:pt x="53193" y="1612"/>
                </a:cubicBezTo>
                <a:lnTo>
                  <a:pt x="52889" y="2007"/>
                </a:lnTo>
                <a:lnTo>
                  <a:pt x="52645" y="1672"/>
                </a:lnTo>
                <a:lnTo>
                  <a:pt x="52463" y="1976"/>
                </a:lnTo>
                <a:lnTo>
                  <a:pt x="52311" y="2037"/>
                </a:lnTo>
                <a:cubicBezTo>
                  <a:pt x="52159" y="2098"/>
                  <a:pt x="51946" y="2098"/>
                  <a:pt x="51916" y="2189"/>
                </a:cubicBezTo>
                <a:cubicBezTo>
                  <a:pt x="51703" y="2675"/>
                  <a:pt x="51278" y="3040"/>
                  <a:pt x="50730" y="3131"/>
                </a:cubicBezTo>
                <a:cubicBezTo>
                  <a:pt x="50730" y="3162"/>
                  <a:pt x="50700" y="3162"/>
                  <a:pt x="50670" y="3192"/>
                </a:cubicBezTo>
                <a:cubicBezTo>
                  <a:pt x="50548" y="3253"/>
                  <a:pt x="50396" y="3283"/>
                  <a:pt x="50244" y="3344"/>
                </a:cubicBezTo>
                <a:cubicBezTo>
                  <a:pt x="49968" y="3477"/>
                  <a:pt x="49726" y="3541"/>
                  <a:pt x="49508" y="3541"/>
                </a:cubicBezTo>
                <a:cubicBezTo>
                  <a:pt x="49076" y="3541"/>
                  <a:pt x="48733" y="3291"/>
                  <a:pt x="48390" y="2827"/>
                </a:cubicBezTo>
                <a:cubicBezTo>
                  <a:pt x="48329" y="2767"/>
                  <a:pt x="48238" y="2706"/>
                  <a:pt x="48177" y="2706"/>
                </a:cubicBezTo>
                <a:cubicBezTo>
                  <a:pt x="47843" y="2584"/>
                  <a:pt x="47539" y="2493"/>
                  <a:pt x="47205" y="2432"/>
                </a:cubicBezTo>
                <a:cubicBezTo>
                  <a:pt x="46718" y="2311"/>
                  <a:pt x="46232" y="2189"/>
                  <a:pt x="45715" y="2098"/>
                </a:cubicBezTo>
                <a:cubicBezTo>
                  <a:pt x="45320" y="2007"/>
                  <a:pt x="44925" y="1976"/>
                  <a:pt x="44499" y="1916"/>
                </a:cubicBezTo>
                <a:lnTo>
                  <a:pt x="44499" y="1824"/>
                </a:lnTo>
                <a:lnTo>
                  <a:pt x="44530" y="1733"/>
                </a:lnTo>
                <a:lnTo>
                  <a:pt x="44469" y="1642"/>
                </a:lnTo>
                <a:cubicBezTo>
                  <a:pt x="44347" y="1551"/>
                  <a:pt x="44226" y="1429"/>
                  <a:pt x="44104" y="1368"/>
                </a:cubicBezTo>
                <a:cubicBezTo>
                  <a:pt x="43983" y="1277"/>
                  <a:pt x="43800" y="1247"/>
                  <a:pt x="43679" y="1156"/>
                </a:cubicBezTo>
                <a:cubicBezTo>
                  <a:pt x="43618" y="1095"/>
                  <a:pt x="43542" y="1064"/>
                  <a:pt x="43458" y="1064"/>
                </a:cubicBezTo>
                <a:cubicBezTo>
                  <a:pt x="43375" y="1064"/>
                  <a:pt x="43284" y="1095"/>
                  <a:pt x="43192" y="1156"/>
                </a:cubicBezTo>
                <a:cubicBezTo>
                  <a:pt x="43010" y="1247"/>
                  <a:pt x="42797" y="1308"/>
                  <a:pt x="42584" y="1338"/>
                </a:cubicBezTo>
                <a:cubicBezTo>
                  <a:pt x="42463" y="1368"/>
                  <a:pt x="42341" y="1429"/>
                  <a:pt x="42189" y="1460"/>
                </a:cubicBezTo>
                <a:cubicBezTo>
                  <a:pt x="42068" y="1490"/>
                  <a:pt x="41916" y="1490"/>
                  <a:pt x="41764" y="1490"/>
                </a:cubicBezTo>
                <a:cubicBezTo>
                  <a:pt x="40730" y="1460"/>
                  <a:pt x="39697" y="1490"/>
                  <a:pt x="38785" y="882"/>
                </a:cubicBezTo>
                <a:cubicBezTo>
                  <a:pt x="38679" y="837"/>
                  <a:pt x="38572" y="814"/>
                  <a:pt x="38466" y="814"/>
                </a:cubicBezTo>
                <a:cubicBezTo>
                  <a:pt x="38359" y="814"/>
                  <a:pt x="38253" y="837"/>
                  <a:pt x="38147" y="882"/>
                </a:cubicBezTo>
                <a:cubicBezTo>
                  <a:pt x="37721" y="1034"/>
                  <a:pt x="37326" y="1216"/>
                  <a:pt x="36931" y="1429"/>
                </a:cubicBezTo>
                <a:cubicBezTo>
                  <a:pt x="36835" y="1501"/>
                  <a:pt x="36725" y="1535"/>
                  <a:pt x="36617" y="1535"/>
                </a:cubicBezTo>
                <a:cubicBezTo>
                  <a:pt x="36452" y="1535"/>
                  <a:pt x="36293" y="1455"/>
                  <a:pt x="36201" y="1308"/>
                </a:cubicBezTo>
                <a:cubicBezTo>
                  <a:pt x="36065" y="1130"/>
                  <a:pt x="35989" y="1038"/>
                  <a:pt x="35929" y="1038"/>
                </a:cubicBezTo>
                <a:cubicBezTo>
                  <a:pt x="35854" y="1038"/>
                  <a:pt x="35802" y="1175"/>
                  <a:pt x="35685" y="1460"/>
                </a:cubicBezTo>
                <a:cubicBezTo>
                  <a:pt x="35590" y="1685"/>
                  <a:pt x="35485" y="1795"/>
                  <a:pt x="35353" y="1795"/>
                </a:cubicBezTo>
                <a:cubicBezTo>
                  <a:pt x="35272" y="1795"/>
                  <a:pt x="35181" y="1753"/>
                  <a:pt x="35077" y="1672"/>
                </a:cubicBezTo>
                <a:cubicBezTo>
                  <a:pt x="34955" y="1612"/>
                  <a:pt x="34834" y="1581"/>
                  <a:pt x="34712" y="1551"/>
                </a:cubicBezTo>
                <a:lnTo>
                  <a:pt x="34195" y="1368"/>
                </a:lnTo>
                <a:lnTo>
                  <a:pt x="34256" y="1186"/>
                </a:lnTo>
                <a:lnTo>
                  <a:pt x="34682" y="1186"/>
                </a:lnTo>
                <a:cubicBezTo>
                  <a:pt x="34864" y="1156"/>
                  <a:pt x="35077" y="1125"/>
                  <a:pt x="35289" y="1064"/>
                </a:cubicBezTo>
                <a:cubicBezTo>
                  <a:pt x="35350" y="1034"/>
                  <a:pt x="35411" y="913"/>
                  <a:pt x="35472" y="852"/>
                </a:cubicBezTo>
                <a:cubicBezTo>
                  <a:pt x="35411" y="761"/>
                  <a:pt x="35320" y="700"/>
                  <a:pt x="35229" y="669"/>
                </a:cubicBezTo>
                <a:cubicBezTo>
                  <a:pt x="35088" y="630"/>
                  <a:pt x="34944" y="611"/>
                  <a:pt x="34799" y="611"/>
                </a:cubicBezTo>
                <a:cubicBezTo>
                  <a:pt x="34380" y="611"/>
                  <a:pt x="33957" y="771"/>
                  <a:pt x="33618" y="1064"/>
                </a:cubicBezTo>
                <a:cubicBezTo>
                  <a:pt x="33221" y="1197"/>
                  <a:pt x="32824" y="1513"/>
                  <a:pt x="32388" y="1513"/>
                </a:cubicBezTo>
                <a:cubicBezTo>
                  <a:pt x="32322" y="1513"/>
                  <a:pt x="32256" y="1506"/>
                  <a:pt x="32189" y="1490"/>
                </a:cubicBezTo>
                <a:cubicBezTo>
                  <a:pt x="32037" y="1395"/>
                  <a:pt x="31885" y="1288"/>
                  <a:pt x="31726" y="1288"/>
                </a:cubicBezTo>
                <a:cubicBezTo>
                  <a:pt x="31630" y="1288"/>
                  <a:pt x="31532" y="1327"/>
                  <a:pt x="31429" y="1429"/>
                </a:cubicBezTo>
                <a:cubicBezTo>
                  <a:pt x="31230" y="1662"/>
                  <a:pt x="31076" y="1785"/>
                  <a:pt x="30923" y="1785"/>
                </a:cubicBezTo>
                <a:cubicBezTo>
                  <a:pt x="30796" y="1785"/>
                  <a:pt x="30669" y="1700"/>
                  <a:pt x="30517" y="1520"/>
                </a:cubicBezTo>
                <a:cubicBezTo>
                  <a:pt x="30749" y="1005"/>
                  <a:pt x="30785" y="905"/>
                  <a:pt x="30549" y="905"/>
                </a:cubicBezTo>
                <a:cubicBezTo>
                  <a:pt x="30507" y="905"/>
                  <a:pt x="30456" y="908"/>
                  <a:pt x="30396" y="913"/>
                </a:cubicBezTo>
                <a:lnTo>
                  <a:pt x="29697" y="1095"/>
                </a:lnTo>
                <a:lnTo>
                  <a:pt x="29666" y="973"/>
                </a:lnTo>
                <a:lnTo>
                  <a:pt x="29453" y="1460"/>
                </a:lnTo>
                <a:lnTo>
                  <a:pt x="29150" y="1490"/>
                </a:lnTo>
                <a:lnTo>
                  <a:pt x="28633" y="1247"/>
                </a:lnTo>
                <a:lnTo>
                  <a:pt x="27660" y="609"/>
                </a:lnTo>
                <a:cubicBezTo>
                  <a:pt x="27376" y="396"/>
                  <a:pt x="27037" y="275"/>
                  <a:pt x="26700" y="275"/>
                </a:cubicBezTo>
                <a:cubicBezTo>
                  <a:pt x="26604" y="275"/>
                  <a:pt x="26508" y="284"/>
                  <a:pt x="26414" y="305"/>
                </a:cubicBezTo>
                <a:lnTo>
                  <a:pt x="24985" y="578"/>
                </a:lnTo>
                <a:lnTo>
                  <a:pt x="23709" y="365"/>
                </a:lnTo>
                <a:lnTo>
                  <a:pt x="22918" y="244"/>
                </a:lnTo>
                <a:cubicBezTo>
                  <a:pt x="22787" y="84"/>
                  <a:pt x="22663" y="0"/>
                  <a:pt x="22536"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15"/>
          <p:cNvSpPr/>
          <p:nvPr/>
        </p:nvSpPr>
        <p:spPr>
          <a:xfrm flipH="1" rot="10800000">
            <a:off x="1316600" y="2833390"/>
            <a:ext cx="3074033" cy="946585"/>
          </a:xfrm>
          <a:custGeom>
            <a:rect b="b" l="l" r="r" t="t"/>
            <a:pathLst>
              <a:path extrusionOk="0" h="36081" w="127845">
                <a:moveTo>
                  <a:pt x="38967" y="1064"/>
                </a:moveTo>
                <a:cubicBezTo>
                  <a:pt x="39119" y="1125"/>
                  <a:pt x="39241" y="1216"/>
                  <a:pt x="39393" y="1308"/>
                </a:cubicBezTo>
                <a:cubicBezTo>
                  <a:pt x="39271" y="1247"/>
                  <a:pt x="39119" y="1156"/>
                  <a:pt x="38967" y="1064"/>
                </a:cubicBezTo>
                <a:close/>
                <a:moveTo>
                  <a:pt x="45502" y="3527"/>
                </a:moveTo>
                <a:cubicBezTo>
                  <a:pt x="45502" y="3587"/>
                  <a:pt x="45502" y="3648"/>
                  <a:pt x="45533" y="3739"/>
                </a:cubicBezTo>
                <a:lnTo>
                  <a:pt x="45502" y="3739"/>
                </a:lnTo>
                <a:cubicBezTo>
                  <a:pt x="45502" y="3679"/>
                  <a:pt x="45502" y="3587"/>
                  <a:pt x="45502" y="3527"/>
                </a:cubicBezTo>
                <a:close/>
                <a:moveTo>
                  <a:pt x="87783" y="6232"/>
                </a:moveTo>
                <a:cubicBezTo>
                  <a:pt x="87874" y="6262"/>
                  <a:pt x="87965" y="6293"/>
                  <a:pt x="88056" y="6353"/>
                </a:cubicBezTo>
                <a:lnTo>
                  <a:pt x="87509" y="6353"/>
                </a:lnTo>
                <a:lnTo>
                  <a:pt x="87783" y="6232"/>
                </a:lnTo>
                <a:close/>
                <a:moveTo>
                  <a:pt x="98359" y="6598"/>
                </a:moveTo>
                <a:lnTo>
                  <a:pt x="98359" y="6598"/>
                </a:lnTo>
                <a:cubicBezTo>
                  <a:pt x="98299" y="6658"/>
                  <a:pt x="98269" y="6719"/>
                  <a:pt x="98239" y="6779"/>
                </a:cubicBezTo>
                <a:lnTo>
                  <a:pt x="98209" y="6779"/>
                </a:lnTo>
                <a:cubicBezTo>
                  <a:pt x="98269" y="6719"/>
                  <a:pt x="98299" y="6658"/>
                  <a:pt x="98359" y="6598"/>
                </a:cubicBezTo>
                <a:close/>
                <a:moveTo>
                  <a:pt x="115625" y="6718"/>
                </a:moveTo>
                <a:lnTo>
                  <a:pt x="115625" y="6900"/>
                </a:lnTo>
                <a:cubicBezTo>
                  <a:pt x="115595" y="6840"/>
                  <a:pt x="115625" y="6779"/>
                  <a:pt x="115625" y="6718"/>
                </a:cubicBezTo>
                <a:close/>
                <a:moveTo>
                  <a:pt x="106081" y="9879"/>
                </a:moveTo>
                <a:lnTo>
                  <a:pt x="106081" y="9879"/>
                </a:lnTo>
                <a:cubicBezTo>
                  <a:pt x="106172" y="9910"/>
                  <a:pt x="106263" y="9940"/>
                  <a:pt x="106385" y="9940"/>
                </a:cubicBezTo>
                <a:cubicBezTo>
                  <a:pt x="106263" y="9940"/>
                  <a:pt x="106172" y="9940"/>
                  <a:pt x="106081" y="9879"/>
                </a:cubicBezTo>
                <a:close/>
                <a:moveTo>
                  <a:pt x="31703" y="28542"/>
                </a:moveTo>
                <a:cubicBezTo>
                  <a:pt x="31703" y="28633"/>
                  <a:pt x="31672" y="28725"/>
                  <a:pt x="31672" y="28785"/>
                </a:cubicBezTo>
                <a:cubicBezTo>
                  <a:pt x="31672" y="28725"/>
                  <a:pt x="31672" y="28633"/>
                  <a:pt x="31703" y="28542"/>
                </a:cubicBezTo>
                <a:close/>
                <a:moveTo>
                  <a:pt x="70610" y="32829"/>
                </a:moveTo>
                <a:lnTo>
                  <a:pt x="70610" y="32829"/>
                </a:lnTo>
                <a:cubicBezTo>
                  <a:pt x="70640" y="32859"/>
                  <a:pt x="70671" y="32889"/>
                  <a:pt x="70731" y="32889"/>
                </a:cubicBezTo>
                <a:lnTo>
                  <a:pt x="70731" y="32919"/>
                </a:lnTo>
                <a:cubicBezTo>
                  <a:pt x="70671" y="32889"/>
                  <a:pt x="70640" y="32859"/>
                  <a:pt x="70610" y="32829"/>
                </a:cubicBezTo>
                <a:close/>
                <a:moveTo>
                  <a:pt x="64986" y="32858"/>
                </a:moveTo>
                <a:lnTo>
                  <a:pt x="64986" y="32858"/>
                </a:lnTo>
                <a:cubicBezTo>
                  <a:pt x="64864" y="32889"/>
                  <a:pt x="64712" y="32919"/>
                  <a:pt x="64591" y="32950"/>
                </a:cubicBezTo>
                <a:cubicBezTo>
                  <a:pt x="64712" y="32919"/>
                  <a:pt x="64834" y="32889"/>
                  <a:pt x="64986" y="32858"/>
                </a:cubicBezTo>
                <a:close/>
                <a:moveTo>
                  <a:pt x="47868" y="33130"/>
                </a:moveTo>
                <a:cubicBezTo>
                  <a:pt x="47879" y="33131"/>
                  <a:pt x="47891" y="33132"/>
                  <a:pt x="47904" y="33132"/>
                </a:cubicBezTo>
                <a:lnTo>
                  <a:pt x="47873" y="33132"/>
                </a:lnTo>
                <a:cubicBezTo>
                  <a:pt x="47871" y="33131"/>
                  <a:pt x="47870" y="33131"/>
                  <a:pt x="47868" y="33130"/>
                </a:cubicBezTo>
                <a:close/>
                <a:moveTo>
                  <a:pt x="22536" y="0"/>
                </a:moveTo>
                <a:cubicBezTo>
                  <a:pt x="22398" y="0"/>
                  <a:pt x="22256" y="99"/>
                  <a:pt x="22098" y="305"/>
                </a:cubicBezTo>
                <a:cubicBezTo>
                  <a:pt x="22007" y="396"/>
                  <a:pt x="21915" y="487"/>
                  <a:pt x="21794" y="548"/>
                </a:cubicBezTo>
                <a:lnTo>
                  <a:pt x="20791" y="700"/>
                </a:lnTo>
                <a:lnTo>
                  <a:pt x="20487" y="700"/>
                </a:lnTo>
                <a:cubicBezTo>
                  <a:pt x="20275" y="676"/>
                  <a:pt x="20063" y="580"/>
                  <a:pt x="19865" y="580"/>
                </a:cubicBezTo>
                <a:cubicBezTo>
                  <a:pt x="19808" y="580"/>
                  <a:pt x="19751" y="588"/>
                  <a:pt x="19696" y="609"/>
                </a:cubicBezTo>
                <a:cubicBezTo>
                  <a:pt x="19598" y="665"/>
                  <a:pt x="19492" y="689"/>
                  <a:pt x="19386" y="689"/>
                </a:cubicBezTo>
                <a:cubicBezTo>
                  <a:pt x="19264" y="689"/>
                  <a:pt x="19142" y="657"/>
                  <a:pt x="19028" y="609"/>
                </a:cubicBezTo>
                <a:cubicBezTo>
                  <a:pt x="18845" y="517"/>
                  <a:pt x="18663" y="457"/>
                  <a:pt x="18450" y="365"/>
                </a:cubicBezTo>
                <a:cubicBezTo>
                  <a:pt x="18380" y="326"/>
                  <a:pt x="18318" y="307"/>
                  <a:pt x="18263" y="307"/>
                </a:cubicBezTo>
                <a:cubicBezTo>
                  <a:pt x="18105" y="307"/>
                  <a:pt x="18009" y="467"/>
                  <a:pt x="17964" y="761"/>
                </a:cubicBezTo>
                <a:lnTo>
                  <a:pt x="17143" y="882"/>
                </a:lnTo>
                <a:cubicBezTo>
                  <a:pt x="16809" y="913"/>
                  <a:pt x="16474" y="1004"/>
                  <a:pt x="16140" y="1034"/>
                </a:cubicBezTo>
                <a:cubicBezTo>
                  <a:pt x="14803" y="1095"/>
                  <a:pt x="13526" y="1399"/>
                  <a:pt x="12341" y="1916"/>
                </a:cubicBezTo>
                <a:lnTo>
                  <a:pt x="12067" y="1520"/>
                </a:lnTo>
                <a:cubicBezTo>
                  <a:pt x="12037" y="1551"/>
                  <a:pt x="12006" y="1551"/>
                  <a:pt x="11976" y="1581"/>
                </a:cubicBezTo>
                <a:lnTo>
                  <a:pt x="11702" y="1733"/>
                </a:lnTo>
                <a:cubicBezTo>
                  <a:pt x="11672" y="1612"/>
                  <a:pt x="11672" y="1460"/>
                  <a:pt x="11642" y="1338"/>
                </a:cubicBezTo>
                <a:cubicBezTo>
                  <a:pt x="11672" y="1186"/>
                  <a:pt x="11672" y="1064"/>
                  <a:pt x="11702" y="913"/>
                </a:cubicBezTo>
                <a:lnTo>
                  <a:pt x="11642" y="882"/>
                </a:lnTo>
                <a:lnTo>
                  <a:pt x="11429" y="1277"/>
                </a:lnTo>
                <a:cubicBezTo>
                  <a:pt x="11338" y="1460"/>
                  <a:pt x="11186" y="1794"/>
                  <a:pt x="11155" y="1794"/>
                </a:cubicBezTo>
                <a:cubicBezTo>
                  <a:pt x="11085" y="1752"/>
                  <a:pt x="11017" y="1734"/>
                  <a:pt x="10952" y="1734"/>
                </a:cubicBezTo>
                <a:cubicBezTo>
                  <a:pt x="10738" y="1734"/>
                  <a:pt x="10552" y="1928"/>
                  <a:pt x="10365" y="2068"/>
                </a:cubicBezTo>
                <a:cubicBezTo>
                  <a:pt x="10346" y="2067"/>
                  <a:pt x="10326" y="2067"/>
                  <a:pt x="10307" y="2067"/>
                </a:cubicBezTo>
                <a:cubicBezTo>
                  <a:pt x="8998" y="2067"/>
                  <a:pt x="7977" y="3081"/>
                  <a:pt x="6839" y="3800"/>
                </a:cubicBezTo>
                <a:lnTo>
                  <a:pt x="6778" y="3800"/>
                </a:lnTo>
                <a:cubicBezTo>
                  <a:pt x="6687" y="3648"/>
                  <a:pt x="6596" y="3527"/>
                  <a:pt x="6505" y="3375"/>
                </a:cubicBezTo>
                <a:cubicBezTo>
                  <a:pt x="6444" y="3223"/>
                  <a:pt x="6383" y="3131"/>
                  <a:pt x="6322" y="3010"/>
                </a:cubicBezTo>
                <a:cubicBezTo>
                  <a:pt x="6231" y="3101"/>
                  <a:pt x="6140" y="3223"/>
                  <a:pt x="6049" y="3344"/>
                </a:cubicBezTo>
                <a:cubicBezTo>
                  <a:pt x="5988" y="3496"/>
                  <a:pt x="5897" y="3618"/>
                  <a:pt x="5806" y="3739"/>
                </a:cubicBezTo>
                <a:cubicBezTo>
                  <a:pt x="5768" y="3777"/>
                  <a:pt x="5719" y="3803"/>
                  <a:pt x="5665" y="3803"/>
                </a:cubicBezTo>
                <a:cubicBezTo>
                  <a:pt x="5632" y="3803"/>
                  <a:pt x="5597" y="3793"/>
                  <a:pt x="5562" y="3770"/>
                </a:cubicBezTo>
                <a:cubicBezTo>
                  <a:pt x="5532" y="3770"/>
                  <a:pt x="5532" y="3618"/>
                  <a:pt x="5562" y="3496"/>
                </a:cubicBezTo>
                <a:cubicBezTo>
                  <a:pt x="5593" y="3405"/>
                  <a:pt x="5623" y="3344"/>
                  <a:pt x="5654" y="3253"/>
                </a:cubicBezTo>
                <a:cubicBezTo>
                  <a:pt x="5684" y="3040"/>
                  <a:pt x="5988" y="2736"/>
                  <a:pt x="5684" y="2615"/>
                </a:cubicBezTo>
                <a:cubicBezTo>
                  <a:pt x="5645" y="2599"/>
                  <a:pt x="5611" y="2592"/>
                  <a:pt x="5581" y="2592"/>
                </a:cubicBezTo>
                <a:cubicBezTo>
                  <a:pt x="5379" y="2592"/>
                  <a:pt x="5368" y="2916"/>
                  <a:pt x="5289" y="3101"/>
                </a:cubicBezTo>
                <a:cubicBezTo>
                  <a:pt x="5188" y="3429"/>
                  <a:pt x="5045" y="3610"/>
                  <a:pt x="4791" y="3610"/>
                </a:cubicBezTo>
                <a:cubicBezTo>
                  <a:pt x="4739" y="3610"/>
                  <a:pt x="4682" y="3603"/>
                  <a:pt x="4620" y="3587"/>
                </a:cubicBezTo>
                <a:cubicBezTo>
                  <a:pt x="4597" y="3576"/>
                  <a:pt x="4573" y="3571"/>
                  <a:pt x="4547" y="3571"/>
                </a:cubicBezTo>
                <a:cubicBezTo>
                  <a:pt x="4441" y="3571"/>
                  <a:pt x="4318" y="3660"/>
                  <a:pt x="4195" y="3709"/>
                </a:cubicBezTo>
                <a:cubicBezTo>
                  <a:pt x="4103" y="3709"/>
                  <a:pt x="4012" y="3770"/>
                  <a:pt x="3921" y="3800"/>
                </a:cubicBezTo>
                <a:lnTo>
                  <a:pt x="2644" y="4043"/>
                </a:lnTo>
                <a:lnTo>
                  <a:pt x="2097" y="4256"/>
                </a:lnTo>
                <a:cubicBezTo>
                  <a:pt x="2037" y="4286"/>
                  <a:pt x="1945" y="4317"/>
                  <a:pt x="1885" y="4378"/>
                </a:cubicBezTo>
                <a:lnTo>
                  <a:pt x="1793" y="4438"/>
                </a:lnTo>
                <a:lnTo>
                  <a:pt x="365" y="6171"/>
                </a:lnTo>
                <a:cubicBezTo>
                  <a:pt x="122" y="6445"/>
                  <a:pt x="0" y="6809"/>
                  <a:pt x="61" y="7174"/>
                </a:cubicBezTo>
                <a:cubicBezTo>
                  <a:pt x="122" y="7812"/>
                  <a:pt x="61" y="8481"/>
                  <a:pt x="61" y="9119"/>
                </a:cubicBezTo>
                <a:cubicBezTo>
                  <a:pt x="61" y="9271"/>
                  <a:pt x="91" y="9423"/>
                  <a:pt x="152" y="9575"/>
                </a:cubicBezTo>
                <a:cubicBezTo>
                  <a:pt x="426" y="10031"/>
                  <a:pt x="730" y="10396"/>
                  <a:pt x="730" y="11004"/>
                </a:cubicBezTo>
                <a:cubicBezTo>
                  <a:pt x="760" y="11095"/>
                  <a:pt x="790" y="11186"/>
                  <a:pt x="851" y="11247"/>
                </a:cubicBezTo>
                <a:cubicBezTo>
                  <a:pt x="1064" y="11642"/>
                  <a:pt x="1277" y="12068"/>
                  <a:pt x="1520" y="12463"/>
                </a:cubicBezTo>
                <a:cubicBezTo>
                  <a:pt x="1611" y="12706"/>
                  <a:pt x="1793" y="12888"/>
                  <a:pt x="1976" y="13040"/>
                </a:cubicBezTo>
                <a:cubicBezTo>
                  <a:pt x="2462" y="13314"/>
                  <a:pt x="2766" y="13831"/>
                  <a:pt x="2766" y="14378"/>
                </a:cubicBezTo>
                <a:cubicBezTo>
                  <a:pt x="2857" y="14499"/>
                  <a:pt x="2948" y="14651"/>
                  <a:pt x="3040" y="14773"/>
                </a:cubicBezTo>
                <a:cubicBezTo>
                  <a:pt x="3617" y="15411"/>
                  <a:pt x="3617" y="15411"/>
                  <a:pt x="3344" y="16293"/>
                </a:cubicBezTo>
                <a:cubicBezTo>
                  <a:pt x="3344" y="16293"/>
                  <a:pt x="3344" y="16323"/>
                  <a:pt x="3374" y="16414"/>
                </a:cubicBezTo>
                <a:lnTo>
                  <a:pt x="3739" y="16353"/>
                </a:lnTo>
                <a:lnTo>
                  <a:pt x="3860" y="16202"/>
                </a:lnTo>
                <a:cubicBezTo>
                  <a:pt x="3982" y="16232"/>
                  <a:pt x="4134" y="16232"/>
                  <a:pt x="4225" y="16323"/>
                </a:cubicBezTo>
                <a:cubicBezTo>
                  <a:pt x="4438" y="16597"/>
                  <a:pt x="4651" y="16870"/>
                  <a:pt x="4863" y="17144"/>
                </a:cubicBezTo>
                <a:cubicBezTo>
                  <a:pt x="4772" y="18360"/>
                  <a:pt x="4681" y="19606"/>
                  <a:pt x="4590" y="20822"/>
                </a:cubicBezTo>
                <a:cubicBezTo>
                  <a:pt x="4529" y="21582"/>
                  <a:pt x="4499" y="22493"/>
                  <a:pt x="5076" y="23010"/>
                </a:cubicBezTo>
                <a:cubicBezTo>
                  <a:pt x="5532" y="23436"/>
                  <a:pt x="6201" y="23466"/>
                  <a:pt x="6839" y="23466"/>
                </a:cubicBezTo>
                <a:lnTo>
                  <a:pt x="26019" y="23648"/>
                </a:lnTo>
                <a:cubicBezTo>
                  <a:pt x="26414" y="23831"/>
                  <a:pt x="26839" y="23922"/>
                  <a:pt x="27265" y="23922"/>
                </a:cubicBezTo>
                <a:lnTo>
                  <a:pt x="27812" y="23800"/>
                </a:lnTo>
                <a:cubicBezTo>
                  <a:pt x="27812" y="23831"/>
                  <a:pt x="27842" y="23892"/>
                  <a:pt x="27842" y="23922"/>
                </a:cubicBezTo>
                <a:cubicBezTo>
                  <a:pt x="27903" y="24287"/>
                  <a:pt x="27934" y="24682"/>
                  <a:pt x="27934" y="25047"/>
                </a:cubicBezTo>
                <a:cubicBezTo>
                  <a:pt x="27934" y="25503"/>
                  <a:pt x="27934" y="25959"/>
                  <a:pt x="27903" y="26414"/>
                </a:cubicBezTo>
                <a:cubicBezTo>
                  <a:pt x="27842" y="26779"/>
                  <a:pt x="27751" y="27114"/>
                  <a:pt x="27660" y="27418"/>
                </a:cubicBezTo>
                <a:cubicBezTo>
                  <a:pt x="27812" y="27387"/>
                  <a:pt x="27934" y="27326"/>
                  <a:pt x="28055" y="27235"/>
                </a:cubicBezTo>
                <a:cubicBezTo>
                  <a:pt x="28177" y="27144"/>
                  <a:pt x="28268" y="27022"/>
                  <a:pt x="28359" y="26901"/>
                </a:cubicBezTo>
                <a:lnTo>
                  <a:pt x="28359" y="26992"/>
                </a:lnTo>
                <a:cubicBezTo>
                  <a:pt x="28359" y="27114"/>
                  <a:pt x="28359" y="27266"/>
                  <a:pt x="28329" y="27387"/>
                </a:cubicBezTo>
                <a:cubicBezTo>
                  <a:pt x="28177" y="27752"/>
                  <a:pt x="28268" y="28177"/>
                  <a:pt x="28511" y="28512"/>
                </a:cubicBezTo>
                <a:cubicBezTo>
                  <a:pt x="28690" y="28461"/>
                  <a:pt x="28825" y="28346"/>
                  <a:pt x="28954" y="28346"/>
                </a:cubicBezTo>
                <a:cubicBezTo>
                  <a:pt x="28979" y="28346"/>
                  <a:pt x="29003" y="28350"/>
                  <a:pt x="29028" y="28360"/>
                </a:cubicBezTo>
                <a:cubicBezTo>
                  <a:pt x="29362" y="28481"/>
                  <a:pt x="29666" y="28664"/>
                  <a:pt x="29970" y="28846"/>
                </a:cubicBezTo>
                <a:cubicBezTo>
                  <a:pt x="30086" y="28482"/>
                  <a:pt x="30184" y="28307"/>
                  <a:pt x="30308" y="28307"/>
                </a:cubicBezTo>
                <a:cubicBezTo>
                  <a:pt x="30412" y="28307"/>
                  <a:pt x="30534" y="28429"/>
                  <a:pt x="30700" y="28664"/>
                </a:cubicBezTo>
                <a:cubicBezTo>
                  <a:pt x="30852" y="28877"/>
                  <a:pt x="31064" y="29059"/>
                  <a:pt x="31247" y="29241"/>
                </a:cubicBezTo>
                <a:lnTo>
                  <a:pt x="31338" y="29180"/>
                </a:lnTo>
                <a:cubicBezTo>
                  <a:pt x="31338" y="29484"/>
                  <a:pt x="31338" y="29758"/>
                  <a:pt x="31368" y="30092"/>
                </a:cubicBezTo>
                <a:lnTo>
                  <a:pt x="31703" y="30457"/>
                </a:lnTo>
                <a:lnTo>
                  <a:pt x="32159" y="30974"/>
                </a:lnTo>
                <a:cubicBezTo>
                  <a:pt x="32159" y="30791"/>
                  <a:pt x="32159" y="30670"/>
                  <a:pt x="32128" y="30427"/>
                </a:cubicBezTo>
                <a:lnTo>
                  <a:pt x="32128" y="30427"/>
                </a:lnTo>
                <a:cubicBezTo>
                  <a:pt x="32250" y="30518"/>
                  <a:pt x="32371" y="30639"/>
                  <a:pt x="32463" y="30761"/>
                </a:cubicBezTo>
                <a:cubicBezTo>
                  <a:pt x="32645" y="31126"/>
                  <a:pt x="32827" y="31491"/>
                  <a:pt x="33010" y="31855"/>
                </a:cubicBezTo>
                <a:lnTo>
                  <a:pt x="33405" y="32007"/>
                </a:lnTo>
                <a:cubicBezTo>
                  <a:pt x="33405" y="32098"/>
                  <a:pt x="33375" y="32220"/>
                  <a:pt x="33375" y="32311"/>
                </a:cubicBezTo>
                <a:cubicBezTo>
                  <a:pt x="33255" y="32788"/>
                  <a:pt x="33604" y="33528"/>
                  <a:pt x="33990" y="33528"/>
                </a:cubicBezTo>
                <a:cubicBezTo>
                  <a:pt x="33997" y="33528"/>
                  <a:pt x="34005" y="33528"/>
                  <a:pt x="34013" y="33527"/>
                </a:cubicBezTo>
                <a:cubicBezTo>
                  <a:pt x="34039" y="33524"/>
                  <a:pt x="34065" y="33523"/>
                  <a:pt x="34091" y="33523"/>
                </a:cubicBezTo>
                <a:cubicBezTo>
                  <a:pt x="34368" y="33523"/>
                  <a:pt x="34639" y="33667"/>
                  <a:pt x="34834" y="33861"/>
                </a:cubicBezTo>
                <a:cubicBezTo>
                  <a:pt x="35046" y="33983"/>
                  <a:pt x="35168" y="34226"/>
                  <a:pt x="35137" y="34469"/>
                </a:cubicBezTo>
                <a:lnTo>
                  <a:pt x="35472" y="34469"/>
                </a:lnTo>
                <a:cubicBezTo>
                  <a:pt x="35624" y="34409"/>
                  <a:pt x="35806" y="34378"/>
                  <a:pt x="35958" y="34378"/>
                </a:cubicBezTo>
                <a:cubicBezTo>
                  <a:pt x="36171" y="34378"/>
                  <a:pt x="36384" y="34409"/>
                  <a:pt x="36596" y="34439"/>
                </a:cubicBezTo>
                <a:cubicBezTo>
                  <a:pt x="36627" y="34956"/>
                  <a:pt x="36688" y="35472"/>
                  <a:pt x="36779" y="36080"/>
                </a:cubicBezTo>
                <a:lnTo>
                  <a:pt x="38359" y="35898"/>
                </a:lnTo>
                <a:lnTo>
                  <a:pt x="38542" y="35776"/>
                </a:lnTo>
                <a:cubicBezTo>
                  <a:pt x="38709" y="35792"/>
                  <a:pt x="38869" y="35799"/>
                  <a:pt x="39024" y="35799"/>
                </a:cubicBezTo>
                <a:cubicBezTo>
                  <a:pt x="39180" y="35799"/>
                  <a:pt x="39332" y="35792"/>
                  <a:pt x="39484" y="35776"/>
                </a:cubicBezTo>
                <a:cubicBezTo>
                  <a:pt x="39818" y="35685"/>
                  <a:pt x="40122" y="35594"/>
                  <a:pt x="40426" y="35503"/>
                </a:cubicBezTo>
                <a:cubicBezTo>
                  <a:pt x="40483" y="35495"/>
                  <a:pt x="40540" y="35491"/>
                  <a:pt x="40597" y="35491"/>
                </a:cubicBezTo>
                <a:cubicBezTo>
                  <a:pt x="40753" y="35491"/>
                  <a:pt x="40909" y="35519"/>
                  <a:pt x="41065" y="35564"/>
                </a:cubicBezTo>
                <a:cubicBezTo>
                  <a:pt x="41131" y="35593"/>
                  <a:pt x="41188" y="35606"/>
                  <a:pt x="41238" y="35606"/>
                </a:cubicBezTo>
                <a:cubicBezTo>
                  <a:pt x="41395" y="35606"/>
                  <a:pt x="41482" y="35474"/>
                  <a:pt x="41551" y="35290"/>
                </a:cubicBezTo>
                <a:lnTo>
                  <a:pt x="42797" y="35138"/>
                </a:lnTo>
                <a:lnTo>
                  <a:pt x="42919" y="35047"/>
                </a:lnTo>
                <a:lnTo>
                  <a:pt x="43010" y="35108"/>
                </a:lnTo>
                <a:cubicBezTo>
                  <a:pt x="43106" y="35162"/>
                  <a:pt x="43191" y="35185"/>
                  <a:pt x="43266" y="35185"/>
                </a:cubicBezTo>
                <a:cubicBezTo>
                  <a:pt x="43572" y="35185"/>
                  <a:pt x="43733" y="34804"/>
                  <a:pt x="43952" y="34560"/>
                </a:cubicBezTo>
                <a:lnTo>
                  <a:pt x="44347" y="34165"/>
                </a:lnTo>
                <a:cubicBezTo>
                  <a:pt x="44773" y="33983"/>
                  <a:pt x="45198" y="33861"/>
                  <a:pt x="45594" y="33709"/>
                </a:cubicBezTo>
                <a:cubicBezTo>
                  <a:pt x="46100" y="33533"/>
                  <a:pt x="46575" y="33341"/>
                  <a:pt x="47075" y="33341"/>
                </a:cubicBezTo>
                <a:cubicBezTo>
                  <a:pt x="47266" y="33341"/>
                  <a:pt x="47460" y="33369"/>
                  <a:pt x="47660" y="33436"/>
                </a:cubicBezTo>
                <a:cubicBezTo>
                  <a:pt x="47677" y="33444"/>
                  <a:pt x="47697" y="33448"/>
                  <a:pt x="47720" y="33448"/>
                </a:cubicBezTo>
                <a:cubicBezTo>
                  <a:pt x="47782" y="33448"/>
                  <a:pt x="47859" y="33420"/>
                  <a:pt x="47904" y="33375"/>
                </a:cubicBezTo>
                <a:cubicBezTo>
                  <a:pt x="47996" y="33282"/>
                  <a:pt x="48083" y="33247"/>
                  <a:pt x="48169" y="33247"/>
                </a:cubicBezTo>
                <a:cubicBezTo>
                  <a:pt x="48281" y="33247"/>
                  <a:pt x="48391" y="33306"/>
                  <a:pt x="48512" y="33375"/>
                </a:cubicBezTo>
                <a:cubicBezTo>
                  <a:pt x="48724" y="33497"/>
                  <a:pt x="48937" y="33588"/>
                  <a:pt x="49180" y="33649"/>
                </a:cubicBezTo>
                <a:lnTo>
                  <a:pt x="49332" y="33831"/>
                </a:lnTo>
                <a:cubicBezTo>
                  <a:pt x="49575" y="34074"/>
                  <a:pt x="49849" y="34348"/>
                  <a:pt x="50092" y="34591"/>
                </a:cubicBezTo>
                <a:cubicBezTo>
                  <a:pt x="50107" y="34606"/>
                  <a:pt x="50128" y="34612"/>
                  <a:pt x="50153" y="34612"/>
                </a:cubicBezTo>
                <a:cubicBezTo>
                  <a:pt x="50227" y="34612"/>
                  <a:pt x="50335" y="34560"/>
                  <a:pt x="50426" y="34560"/>
                </a:cubicBezTo>
                <a:cubicBezTo>
                  <a:pt x="50700" y="34469"/>
                  <a:pt x="51004" y="34348"/>
                  <a:pt x="51278" y="34226"/>
                </a:cubicBezTo>
                <a:cubicBezTo>
                  <a:pt x="51825" y="33922"/>
                  <a:pt x="52402" y="33740"/>
                  <a:pt x="53041" y="33740"/>
                </a:cubicBezTo>
                <a:cubicBezTo>
                  <a:pt x="53284" y="33861"/>
                  <a:pt x="53557" y="33953"/>
                  <a:pt x="53831" y="34044"/>
                </a:cubicBezTo>
                <a:cubicBezTo>
                  <a:pt x="53892" y="34058"/>
                  <a:pt x="53953" y="34064"/>
                  <a:pt x="54014" y="34064"/>
                </a:cubicBezTo>
                <a:cubicBezTo>
                  <a:pt x="54302" y="34064"/>
                  <a:pt x="54597" y="33936"/>
                  <a:pt x="54896" y="33936"/>
                </a:cubicBezTo>
                <a:cubicBezTo>
                  <a:pt x="55077" y="33936"/>
                  <a:pt x="55259" y="33983"/>
                  <a:pt x="55442" y="34135"/>
                </a:cubicBezTo>
                <a:cubicBezTo>
                  <a:pt x="55457" y="34150"/>
                  <a:pt x="55465" y="34158"/>
                  <a:pt x="55472" y="34158"/>
                </a:cubicBezTo>
                <a:cubicBezTo>
                  <a:pt x="55480" y="34158"/>
                  <a:pt x="55487" y="34150"/>
                  <a:pt x="55503" y="34135"/>
                </a:cubicBezTo>
                <a:cubicBezTo>
                  <a:pt x="55837" y="33953"/>
                  <a:pt x="56141" y="33770"/>
                  <a:pt x="56445" y="33527"/>
                </a:cubicBezTo>
                <a:cubicBezTo>
                  <a:pt x="56815" y="33263"/>
                  <a:pt x="57116" y="32860"/>
                  <a:pt x="57549" y="32860"/>
                </a:cubicBezTo>
                <a:cubicBezTo>
                  <a:pt x="57613" y="32860"/>
                  <a:pt x="57681" y="32869"/>
                  <a:pt x="57752" y="32889"/>
                </a:cubicBezTo>
                <a:lnTo>
                  <a:pt x="57965" y="32980"/>
                </a:lnTo>
                <a:cubicBezTo>
                  <a:pt x="58128" y="33143"/>
                  <a:pt x="58297" y="33191"/>
                  <a:pt x="58467" y="33191"/>
                </a:cubicBezTo>
                <a:cubicBezTo>
                  <a:pt x="58677" y="33191"/>
                  <a:pt x="58888" y="33118"/>
                  <a:pt x="59089" y="33102"/>
                </a:cubicBezTo>
                <a:cubicBezTo>
                  <a:pt x="59241" y="33102"/>
                  <a:pt x="59393" y="33132"/>
                  <a:pt x="59545" y="33223"/>
                </a:cubicBezTo>
                <a:cubicBezTo>
                  <a:pt x="59656" y="33310"/>
                  <a:pt x="59743" y="33356"/>
                  <a:pt x="59810" y="33356"/>
                </a:cubicBezTo>
                <a:cubicBezTo>
                  <a:pt x="59908" y="33356"/>
                  <a:pt x="59965" y="33257"/>
                  <a:pt x="60001" y="33041"/>
                </a:cubicBezTo>
                <a:cubicBezTo>
                  <a:pt x="60047" y="32811"/>
                  <a:pt x="60145" y="32703"/>
                  <a:pt x="60295" y="32703"/>
                </a:cubicBezTo>
                <a:cubicBezTo>
                  <a:pt x="60343" y="32703"/>
                  <a:pt x="60398" y="32714"/>
                  <a:pt x="60457" y="32737"/>
                </a:cubicBezTo>
                <a:lnTo>
                  <a:pt x="61339" y="33010"/>
                </a:lnTo>
                <a:cubicBezTo>
                  <a:pt x="61430" y="33162"/>
                  <a:pt x="61521" y="33314"/>
                  <a:pt x="61582" y="33375"/>
                </a:cubicBezTo>
                <a:cubicBezTo>
                  <a:pt x="61791" y="33296"/>
                  <a:pt x="61956" y="33150"/>
                  <a:pt x="62094" y="33150"/>
                </a:cubicBezTo>
                <a:cubicBezTo>
                  <a:pt x="62117" y="33150"/>
                  <a:pt x="62138" y="33154"/>
                  <a:pt x="62159" y="33162"/>
                </a:cubicBezTo>
                <a:cubicBezTo>
                  <a:pt x="62342" y="33193"/>
                  <a:pt x="62372" y="33497"/>
                  <a:pt x="62494" y="33709"/>
                </a:cubicBezTo>
                <a:cubicBezTo>
                  <a:pt x="62551" y="33308"/>
                  <a:pt x="62693" y="33111"/>
                  <a:pt x="62903" y="33111"/>
                </a:cubicBezTo>
                <a:cubicBezTo>
                  <a:pt x="63028" y="33111"/>
                  <a:pt x="63176" y="33179"/>
                  <a:pt x="63345" y="33314"/>
                </a:cubicBezTo>
                <a:cubicBezTo>
                  <a:pt x="63355" y="33324"/>
                  <a:pt x="63368" y="33328"/>
                  <a:pt x="63383" y="33328"/>
                </a:cubicBezTo>
                <a:cubicBezTo>
                  <a:pt x="63412" y="33328"/>
                  <a:pt x="63446" y="33314"/>
                  <a:pt x="63466" y="33314"/>
                </a:cubicBezTo>
                <a:cubicBezTo>
                  <a:pt x="63740" y="33375"/>
                  <a:pt x="64044" y="33405"/>
                  <a:pt x="64317" y="33466"/>
                </a:cubicBezTo>
                <a:cubicBezTo>
                  <a:pt x="64348" y="33466"/>
                  <a:pt x="64409" y="33649"/>
                  <a:pt x="64439" y="33740"/>
                </a:cubicBezTo>
                <a:cubicBezTo>
                  <a:pt x="64483" y="34030"/>
                  <a:pt x="64740" y="34270"/>
                  <a:pt x="64970" y="34270"/>
                </a:cubicBezTo>
                <a:cubicBezTo>
                  <a:pt x="65054" y="34270"/>
                  <a:pt x="65134" y="34238"/>
                  <a:pt x="65199" y="34165"/>
                </a:cubicBezTo>
                <a:cubicBezTo>
                  <a:pt x="65558" y="33696"/>
                  <a:pt x="66117" y="33427"/>
                  <a:pt x="66694" y="33427"/>
                </a:cubicBezTo>
                <a:cubicBezTo>
                  <a:pt x="66753" y="33427"/>
                  <a:pt x="66812" y="33430"/>
                  <a:pt x="66871" y="33436"/>
                </a:cubicBezTo>
                <a:cubicBezTo>
                  <a:pt x="67053" y="33436"/>
                  <a:pt x="67266" y="33405"/>
                  <a:pt x="67448" y="33345"/>
                </a:cubicBezTo>
                <a:cubicBezTo>
                  <a:pt x="67630" y="33436"/>
                  <a:pt x="67782" y="33527"/>
                  <a:pt x="67965" y="33618"/>
                </a:cubicBezTo>
                <a:cubicBezTo>
                  <a:pt x="68117" y="33649"/>
                  <a:pt x="68330" y="33618"/>
                  <a:pt x="68390" y="33679"/>
                </a:cubicBezTo>
                <a:cubicBezTo>
                  <a:pt x="68498" y="33840"/>
                  <a:pt x="68587" y="33895"/>
                  <a:pt x="68664" y="33895"/>
                </a:cubicBezTo>
                <a:cubicBezTo>
                  <a:pt x="68762" y="33895"/>
                  <a:pt x="68839" y="33808"/>
                  <a:pt x="68907" y="33740"/>
                </a:cubicBezTo>
                <a:cubicBezTo>
                  <a:pt x="69089" y="33861"/>
                  <a:pt x="69241" y="33953"/>
                  <a:pt x="69424" y="34074"/>
                </a:cubicBezTo>
                <a:cubicBezTo>
                  <a:pt x="69494" y="34109"/>
                  <a:pt x="69555" y="34125"/>
                  <a:pt x="69609" y="34125"/>
                </a:cubicBezTo>
                <a:cubicBezTo>
                  <a:pt x="69884" y="34125"/>
                  <a:pt x="69981" y="33735"/>
                  <a:pt x="70184" y="33557"/>
                </a:cubicBezTo>
                <a:lnTo>
                  <a:pt x="70488" y="33527"/>
                </a:lnTo>
                <a:lnTo>
                  <a:pt x="71582" y="33588"/>
                </a:lnTo>
                <a:cubicBezTo>
                  <a:pt x="71582" y="33557"/>
                  <a:pt x="71582" y="33527"/>
                  <a:pt x="71582" y="33527"/>
                </a:cubicBezTo>
                <a:cubicBezTo>
                  <a:pt x="71612" y="33375"/>
                  <a:pt x="71673" y="33132"/>
                  <a:pt x="71734" y="33132"/>
                </a:cubicBezTo>
                <a:cubicBezTo>
                  <a:pt x="71761" y="33127"/>
                  <a:pt x="71789" y="33124"/>
                  <a:pt x="71817" y="33124"/>
                </a:cubicBezTo>
                <a:cubicBezTo>
                  <a:pt x="71949" y="33124"/>
                  <a:pt x="72090" y="33178"/>
                  <a:pt x="72190" y="33253"/>
                </a:cubicBezTo>
                <a:cubicBezTo>
                  <a:pt x="72281" y="33314"/>
                  <a:pt x="72281" y="33557"/>
                  <a:pt x="72281" y="33679"/>
                </a:cubicBezTo>
                <a:cubicBezTo>
                  <a:pt x="72281" y="33831"/>
                  <a:pt x="72220" y="33892"/>
                  <a:pt x="72220" y="33983"/>
                </a:cubicBezTo>
                <a:cubicBezTo>
                  <a:pt x="72251" y="34135"/>
                  <a:pt x="72311" y="34257"/>
                  <a:pt x="72342" y="34378"/>
                </a:cubicBezTo>
                <a:cubicBezTo>
                  <a:pt x="72433" y="34317"/>
                  <a:pt x="72524" y="34226"/>
                  <a:pt x="72585" y="34135"/>
                </a:cubicBezTo>
                <a:cubicBezTo>
                  <a:pt x="72676" y="33983"/>
                  <a:pt x="72767" y="33801"/>
                  <a:pt x="72859" y="33649"/>
                </a:cubicBezTo>
                <a:lnTo>
                  <a:pt x="73132" y="34135"/>
                </a:lnTo>
                <a:cubicBezTo>
                  <a:pt x="73132" y="34165"/>
                  <a:pt x="73162" y="34165"/>
                  <a:pt x="73223" y="34196"/>
                </a:cubicBezTo>
                <a:cubicBezTo>
                  <a:pt x="73254" y="34105"/>
                  <a:pt x="73284" y="34013"/>
                  <a:pt x="73314" y="33922"/>
                </a:cubicBezTo>
                <a:cubicBezTo>
                  <a:pt x="73345" y="33405"/>
                  <a:pt x="73588" y="33253"/>
                  <a:pt x="73953" y="33223"/>
                </a:cubicBezTo>
                <a:cubicBezTo>
                  <a:pt x="74044" y="33193"/>
                  <a:pt x="74135" y="33162"/>
                  <a:pt x="74226" y="33102"/>
                </a:cubicBezTo>
                <a:cubicBezTo>
                  <a:pt x="74500" y="32919"/>
                  <a:pt x="74773" y="32737"/>
                  <a:pt x="75077" y="32554"/>
                </a:cubicBezTo>
                <a:cubicBezTo>
                  <a:pt x="75241" y="32472"/>
                  <a:pt x="75397" y="32355"/>
                  <a:pt x="75552" y="32355"/>
                </a:cubicBezTo>
                <a:cubicBezTo>
                  <a:pt x="75685" y="32355"/>
                  <a:pt x="75819" y="32440"/>
                  <a:pt x="75959" y="32706"/>
                </a:cubicBezTo>
                <a:lnTo>
                  <a:pt x="76293" y="32159"/>
                </a:lnTo>
                <a:cubicBezTo>
                  <a:pt x="76459" y="32180"/>
                  <a:pt x="76625" y="32229"/>
                  <a:pt x="76733" y="32229"/>
                </a:cubicBezTo>
                <a:cubicBezTo>
                  <a:pt x="76784" y="32229"/>
                  <a:pt x="76821" y="32219"/>
                  <a:pt x="76840" y="32190"/>
                </a:cubicBezTo>
                <a:cubicBezTo>
                  <a:pt x="76871" y="32159"/>
                  <a:pt x="76932" y="32129"/>
                  <a:pt x="76962" y="32098"/>
                </a:cubicBezTo>
                <a:lnTo>
                  <a:pt x="77144" y="32220"/>
                </a:lnTo>
                <a:lnTo>
                  <a:pt x="77418" y="32007"/>
                </a:lnTo>
                <a:cubicBezTo>
                  <a:pt x="77479" y="32038"/>
                  <a:pt x="77570" y="32038"/>
                  <a:pt x="77631" y="32068"/>
                </a:cubicBezTo>
                <a:cubicBezTo>
                  <a:pt x="77691" y="32098"/>
                  <a:pt x="77752" y="32159"/>
                  <a:pt x="77813" y="32220"/>
                </a:cubicBezTo>
                <a:lnTo>
                  <a:pt x="77813" y="32250"/>
                </a:lnTo>
                <a:cubicBezTo>
                  <a:pt x="77722" y="32372"/>
                  <a:pt x="77631" y="32524"/>
                  <a:pt x="77570" y="32676"/>
                </a:cubicBezTo>
                <a:cubicBezTo>
                  <a:pt x="77539" y="32798"/>
                  <a:pt x="77570" y="32950"/>
                  <a:pt x="77631" y="33041"/>
                </a:cubicBezTo>
                <a:cubicBezTo>
                  <a:pt x="77640" y="33059"/>
                  <a:pt x="77662" y="33066"/>
                  <a:pt x="77690" y="33066"/>
                </a:cubicBezTo>
                <a:cubicBezTo>
                  <a:pt x="77757" y="33066"/>
                  <a:pt x="77861" y="33023"/>
                  <a:pt x="77904" y="32980"/>
                </a:cubicBezTo>
                <a:cubicBezTo>
                  <a:pt x="77965" y="32889"/>
                  <a:pt x="77965" y="32889"/>
                  <a:pt x="77995" y="32858"/>
                </a:cubicBezTo>
                <a:cubicBezTo>
                  <a:pt x="78056" y="33041"/>
                  <a:pt x="78147" y="33223"/>
                  <a:pt x="78269" y="33497"/>
                </a:cubicBezTo>
                <a:lnTo>
                  <a:pt x="78451" y="33071"/>
                </a:lnTo>
                <a:lnTo>
                  <a:pt x="78451" y="33284"/>
                </a:lnTo>
                <a:lnTo>
                  <a:pt x="78603" y="33193"/>
                </a:lnTo>
                <a:lnTo>
                  <a:pt x="78755" y="33314"/>
                </a:lnTo>
                <a:lnTo>
                  <a:pt x="78846" y="33010"/>
                </a:lnTo>
                <a:lnTo>
                  <a:pt x="79242" y="32706"/>
                </a:lnTo>
                <a:cubicBezTo>
                  <a:pt x="79272" y="32676"/>
                  <a:pt x="79302" y="32646"/>
                  <a:pt x="79333" y="32615"/>
                </a:cubicBezTo>
                <a:cubicBezTo>
                  <a:pt x="79333" y="32554"/>
                  <a:pt x="79333" y="32494"/>
                  <a:pt x="79363" y="32463"/>
                </a:cubicBezTo>
                <a:cubicBezTo>
                  <a:pt x="79606" y="32463"/>
                  <a:pt x="79546" y="32159"/>
                  <a:pt x="79606" y="31946"/>
                </a:cubicBezTo>
                <a:lnTo>
                  <a:pt x="79789" y="31825"/>
                </a:lnTo>
                <a:cubicBezTo>
                  <a:pt x="79850" y="31673"/>
                  <a:pt x="79941" y="31551"/>
                  <a:pt x="80062" y="31460"/>
                </a:cubicBezTo>
                <a:cubicBezTo>
                  <a:pt x="80093" y="31430"/>
                  <a:pt x="80154" y="31399"/>
                  <a:pt x="80184" y="31369"/>
                </a:cubicBezTo>
                <a:cubicBezTo>
                  <a:pt x="80245" y="31339"/>
                  <a:pt x="80214" y="31339"/>
                  <a:pt x="80245" y="31308"/>
                </a:cubicBezTo>
                <a:cubicBezTo>
                  <a:pt x="80518" y="31126"/>
                  <a:pt x="80822" y="31004"/>
                  <a:pt x="81126" y="30943"/>
                </a:cubicBezTo>
                <a:lnTo>
                  <a:pt x="81521" y="31217"/>
                </a:lnTo>
                <a:lnTo>
                  <a:pt x="82008" y="30700"/>
                </a:lnTo>
                <a:cubicBezTo>
                  <a:pt x="82190" y="30761"/>
                  <a:pt x="82372" y="30883"/>
                  <a:pt x="82524" y="31004"/>
                </a:cubicBezTo>
                <a:cubicBezTo>
                  <a:pt x="82616" y="31065"/>
                  <a:pt x="82676" y="31065"/>
                  <a:pt x="82768" y="31065"/>
                </a:cubicBezTo>
                <a:lnTo>
                  <a:pt x="82859" y="31065"/>
                </a:lnTo>
                <a:lnTo>
                  <a:pt x="82859" y="31187"/>
                </a:lnTo>
                <a:lnTo>
                  <a:pt x="83132" y="31065"/>
                </a:lnTo>
                <a:lnTo>
                  <a:pt x="83771" y="31065"/>
                </a:lnTo>
                <a:cubicBezTo>
                  <a:pt x="84287" y="31065"/>
                  <a:pt x="84774" y="31035"/>
                  <a:pt x="85290" y="30974"/>
                </a:cubicBezTo>
                <a:cubicBezTo>
                  <a:pt x="85686" y="30943"/>
                  <a:pt x="86111" y="30852"/>
                  <a:pt x="86506" y="30791"/>
                </a:cubicBezTo>
                <a:lnTo>
                  <a:pt x="86506" y="30883"/>
                </a:lnTo>
                <a:lnTo>
                  <a:pt x="86506" y="30974"/>
                </a:lnTo>
                <a:lnTo>
                  <a:pt x="86597" y="31065"/>
                </a:lnTo>
                <a:cubicBezTo>
                  <a:pt x="86719" y="31126"/>
                  <a:pt x="86871" y="31187"/>
                  <a:pt x="86993" y="31247"/>
                </a:cubicBezTo>
                <a:cubicBezTo>
                  <a:pt x="87175" y="31278"/>
                  <a:pt x="87327" y="31247"/>
                  <a:pt x="87479" y="31308"/>
                </a:cubicBezTo>
                <a:cubicBezTo>
                  <a:pt x="87540" y="31343"/>
                  <a:pt x="87593" y="31358"/>
                  <a:pt x="87641" y="31358"/>
                </a:cubicBezTo>
                <a:cubicBezTo>
                  <a:pt x="87761" y="31358"/>
                  <a:pt x="87848" y="31265"/>
                  <a:pt x="87935" y="31156"/>
                </a:cubicBezTo>
                <a:cubicBezTo>
                  <a:pt x="88117" y="31004"/>
                  <a:pt x="88300" y="30913"/>
                  <a:pt x="88482" y="30822"/>
                </a:cubicBezTo>
                <a:lnTo>
                  <a:pt x="88634" y="30731"/>
                </a:lnTo>
                <a:cubicBezTo>
                  <a:pt x="88816" y="31004"/>
                  <a:pt x="88907" y="31308"/>
                  <a:pt x="88907" y="31643"/>
                </a:cubicBezTo>
                <a:cubicBezTo>
                  <a:pt x="88999" y="31582"/>
                  <a:pt x="89059" y="31551"/>
                  <a:pt x="89120" y="31521"/>
                </a:cubicBezTo>
                <a:cubicBezTo>
                  <a:pt x="89274" y="31393"/>
                  <a:pt x="89374" y="31324"/>
                  <a:pt x="89445" y="31324"/>
                </a:cubicBezTo>
                <a:cubicBezTo>
                  <a:pt x="89542" y="31324"/>
                  <a:pt x="89584" y="31453"/>
                  <a:pt x="89637" y="31734"/>
                </a:cubicBezTo>
                <a:cubicBezTo>
                  <a:pt x="89698" y="31946"/>
                  <a:pt x="89728" y="32190"/>
                  <a:pt x="89759" y="32311"/>
                </a:cubicBezTo>
                <a:cubicBezTo>
                  <a:pt x="90002" y="32098"/>
                  <a:pt x="90245" y="31916"/>
                  <a:pt x="90488" y="31703"/>
                </a:cubicBezTo>
                <a:lnTo>
                  <a:pt x="90731" y="32676"/>
                </a:lnTo>
                <a:cubicBezTo>
                  <a:pt x="90974" y="32250"/>
                  <a:pt x="90883" y="31703"/>
                  <a:pt x="91339" y="31582"/>
                </a:cubicBezTo>
                <a:cubicBezTo>
                  <a:pt x="91365" y="31371"/>
                  <a:pt x="91312" y="31320"/>
                  <a:pt x="91235" y="31320"/>
                </a:cubicBezTo>
                <a:cubicBezTo>
                  <a:pt x="91164" y="31320"/>
                  <a:pt x="91071" y="31365"/>
                  <a:pt x="91006" y="31365"/>
                </a:cubicBezTo>
                <a:cubicBezTo>
                  <a:pt x="90980" y="31365"/>
                  <a:pt x="90959" y="31358"/>
                  <a:pt x="90944" y="31339"/>
                </a:cubicBezTo>
                <a:lnTo>
                  <a:pt x="90944" y="30609"/>
                </a:lnTo>
                <a:cubicBezTo>
                  <a:pt x="91035" y="30639"/>
                  <a:pt x="91126" y="30731"/>
                  <a:pt x="91187" y="30822"/>
                </a:cubicBezTo>
                <a:cubicBezTo>
                  <a:pt x="91256" y="30959"/>
                  <a:pt x="91330" y="31022"/>
                  <a:pt x="91405" y="31022"/>
                </a:cubicBezTo>
                <a:cubicBezTo>
                  <a:pt x="91497" y="31022"/>
                  <a:pt x="91590" y="30928"/>
                  <a:pt x="91673" y="30761"/>
                </a:cubicBezTo>
                <a:cubicBezTo>
                  <a:pt x="91734" y="30670"/>
                  <a:pt x="91765" y="30518"/>
                  <a:pt x="91825" y="30518"/>
                </a:cubicBezTo>
                <a:cubicBezTo>
                  <a:pt x="91947" y="30457"/>
                  <a:pt x="92069" y="30457"/>
                  <a:pt x="92221" y="30427"/>
                </a:cubicBezTo>
                <a:lnTo>
                  <a:pt x="92221" y="30427"/>
                </a:lnTo>
                <a:cubicBezTo>
                  <a:pt x="92221" y="30579"/>
                  <a:pt x="92190" y="30731"/>
                  <a:pt x="92129" y="30852"/>
                </a:cubicBezTo>
                <a:cubicBezTo>
                  <a:pt x="91977" y="31126"/>
                  <a:pt x="91825" y="31339"/>
                  <a:pt x="92160" y="31521"/>
                </a:cubicBezTo>
                <a:cubicBezTo>
                  <a:pt x="92251" y="31551"/>
                  <a:pt x="92221" y="31794"/>
                  <a:pt x="92281" y="31855"/>
                </a:cubicBezTo>
                <a:cubicBezTo>
                  <a:pt x="92403" y="31977"/>
                  <a:pt x="92585" y="32098"/>
                  <a:pt x="92768" y="32129"/>
                </a:cubicBezTo>
                <a:cubicBezTo>
                  <a:pt x="92798" y="32129"/>
                  <a:pt x="92889" y="31946"/>
                  <a:pt x="92980" y="31855"/>
                </a:cubicBezTo>
                <a:cubicBezTo>
                  <a:pt x="93127" y="31620"/>
                  <a:pt x="93302" y="31215"/>
                  <a:pt x="93424" y="31215"/>
                </a:cubicBezTo>
                <a:cubicBezTo>
                  <a:pt x="93428" y="31215"/>
                  <a:pt x="93432" y="31216"/>
                  <a:pt x="93436" y="31217"/>
                </a:cubicBezTo>
                <a:cubicBezTo>
                  <a:pt x="93486" y="31228"/>
                  <a:pt x="93532" y="31234"/>
                  <a:pt x="93576" y="31234"/>
                </a:cubicBezTo>
                <a:cubicBezTo>
                  <a:pt x="93885" y="31234"/>
                  <a:pt x="94078" y="30974"/>
                  <a:pt x="94318" y="30761"/>
                </a:cubicBezTo>
                <a:cubicBezTo>
                  <a:pt x="94399" y="30707"/>
                  <a:pt x="94529" y="30604"/>
                  <a:pt x="94621" y="30604"/>
                </a:cubicBezTo>
                <a:cubicBezTo>
                  <a:pt x="94632" y="30604"/>
                  <a:pt x="94642" y="30606"/>
                  <a:pt x="94652" y="30609"/>
                </a:cubicBezTo>
                <a:cubicBezTo>
                  <a:pt x="94684" y="30615"/>
                  <a:pt x="94714" y="30618"/>
                  <a:pt x="94742" y="30618"/>
                </a:cubicBezTo>
                <a:cubicBezTo>
                  <a:pt x="95009" y="30618"/>
                  <a:pt x="95117" y="30367"/>
                  <a:pt x="95199" y="30092"/>
                </a:cubicBezTo>
                <a:cubicBezTo>
                  <a:pt x="95230" y="30032"/>
                  <a:pt x="95260" y="29940"/>
                  <a:pt x="95321" y="29849"/>
                </a:cubicBezTo>
                <a:lnTo>
                  <a:pt x="95443" y="29849"/>
                </a:lnTo>
                <a:lnTo>
                  <a:pt x="95534" y="31308"/>
                </a:lnTo>
                <a:lnTo>
                  <a:pt x="95625" y="31308"/>
                </a:lnTo>
                <a:cubicBezTo>
                  <a:pt x="95686" y="31095"/>
                  <a:pt x="95746" y="30913"/>
                  <a:pt x="95868" y="30731"/>
                </a:cubicBezTo>
                <a:cubicBezTo>
                  <a:pt x="95990" y="30518"/>
                  <a:pt x="96111" y="30335"/>
                  <a:pt x="95929" y="30123"/>
                </a:cubicBezTo>
                <a:cubicBezTo>
                  <a:pt x="95898" y="30062"/>
                  <a:pt x="95898" y="30001"/>
                  <a:pt x="95929" y="29940"/>
                </a:cubicBezTo>
                <a:cubicBezTo>
                  <a:pt x="95947" y="29905"/>
                  <a:pt x="95985" y="29890"/>
                  <a:pt x="96027" y="29890"/>
                </a:cubicBezTo>
                <a:cubicBezTo>
                  <a:pt x="96056" y="29890"/>
                  <a:pt x="96086" y="29897"/>
                  <a:pt x="96111" y="29910"/>
                </a:cubicBezTo>
                <a:cubicBezTo>
                  <a:pt x="96172" y="29940"/>
                  <a:pt x="96202" y="30001"/>
                  <a:pt x="96263" y="30062"/>
                </a:cubicBezTo>
                <a:cubicBezTo>
                  <a:pt x="96398" y="30197"/>
                  <a:pt x="96504" y="30268"/>
                  <a:pt x="96591" y="30268"/>
                </a:cubicBezTo>
                <a:cubicBezTo>
                  <a:pt x="96720" y="30268"/>
                  <a:pt x="96811" y="30114"/>
                  <a:pt x="96902" y="29788"/>
                </a:cubicBezTo>
                <a:lnTo>
                  <a:pt x="97449" y="29241"/>
                </a:lnTo>
                <a:cubicBezTo>
                  <a:pt x="97570" y="29059"/>
                  <a:pt x="97692" y="28907"/>
                  <a:pt x="97813" y="28755"/>
                </a:cubicBezTo>
                <a:cubicBezTo>
                  <a:pt x="97996" y="28633"/>
                  <a:pt x="98209" y="28512"/>
                  <a:pt x="98421" y="28390"/>
                </a:cubicBezTo>
                <a:lnTo>
                  <a:pt x="98786" y="28360"/>
                </a:lnTo>
                <a:lnTo>
                  <a:pt x="99060" y="28269"/>
                </a:lnTo>
                <a:lnTo>
                  <a:pt x="98391" y="27752"/>
                </a:lnTo>
                <a:lnTo>
                  <a:pt x="98391" y="27752"/>
                </a:lnTo>
                <a:cubicBezTo>
                  <a:pt x="98523" y="27796"/>
                  <a:pt x="98662" y="27847"/>
                  <a:pt x="98788" y="27847"/>
                </a:cubicBezTo>
                <a:cubicBezTo>
                  <a:pt x="98923" y="27847"/>
                  <a:pt x="99042" y="27788"/>
                  <a:pt x="99120" y="27600"/>
                </a:cubicBezTo>
                <a:cubicBezTo>
                  <a:pt x="99275" y="27271"/>
                  <a:pt x="99405" y="27115"/>
                  <a:pt x="99597" y="27115"/>
                </a:cubicBezTo>
                <a:cubicBezTo>
                  <a:pt x="99706" y="27115"/>
                  <a:pt x="99836" y="27166"/>
                  <a:pt x="100002" y="27266"/>
                </a:cubicBezTo>
                <a:cubicBezTo>
                  <a:pt x="99938" y="27734"/>
                  <a:pt x="99919" y="27874"/>
                  <a:pt x="100039" y="27874"/>
                </a:cubicBezTo>
                <a:cubicBezTo>
                  <a:pt x="100090" y="27874"/>
                  <a:pt x="100166" y="27849"/>
                  <a:pt x="100275" y="27813"/>
                </a:cubicBezTo>
                <a:lnTo>
                  <a:pt x="100883" y="27418"/>
                </a:lnTo>
                <a:lnTo>
                  <a:pt x="100944" y="27539"/>
                </a:lnTo>
                <a:lnTo>
                  <a:pt x="101035" y="26992"/>
                </a:lnTo>
                <a:lnTo>
                  <a:pt x="101309" y="26901"/>
                </a:lnTo>
                <a:lnTo>
                  <a:pt x="101886" y="26992"/>
                </a:lnTo>
                <a:lnTo>
                  <a:pt x="103011" y="27296"/>
                </a:lnTo>
                <a:cubicBezTo>
                  <a:pt x="103186" y="27377"/>
                  <a:pt x="103379" y="27416"/>
                  <a:pt x="103571" y="27416"/>
                </a:cubicBezTo>
                <a:cubicBezTo>
                  <a:pt x="103813" y="27416"/>
                  <a:pt x="104054" y="27354"/>
                  <a:pt x="104257" y="27235"/>
                </a:cubicBezTo>
                <a:lnTo>
                  <a:pt x="105564" y="26566"/>
                </a:lnTo>
                <a:lnTo>
                  <a:pt x="106841" y="26414"/>
                </a:lnTo>
                <a:lnTo>
                  <a:pt x="107662" y="26354"/>
                </a:lnTo>
                <a:cubicBezTo>
                  <a:pt x="107782" y="26430"/>
                  <a:pt x="107891" y="26471"/>
                  <a:pt x="107989" y="26471"/>
                </a:cubicBezTo>
                <a:cubicBezTo>
                  <a:pt x="108163" y="26471"/>
                  <a:pt x="108305" y="26341"/>
                  <a:pt x="108422" y="26050"/>
                </a:cubicBezTo>
                <a:cubicBezTo>
                  <a:pt x="108482" y="25928"/>
                  <a:pt x="108573" y="25837"/>
                  <a:pt x="108665" y="25715"/>
                </a:cubicBezTo>
                <a:lnTo>
                  <a:pt x="109577" y="25290"/>
                </a:lnTo>
                <a:cubicBezTo>
                  <a:pt x="109668" y="25259"/>
                  <a:pt x="109759" y="25229"/>
                  <a:pt x="109880" y="25229"/>
                </a:cubicBezTo>
                <a:cubicBezTo>
                  <a:pt x="110154" y="25168"/>
                  <a:pt x="110458" y="25229"/>
                  <a:pt x="110671" y="25077"/>
                </a:cubicBezTo>
                <a:cubicBezTo>
                  <a:pt x="110797" y="24950"/>
                  <a:pt x="110987" y="24887"/>
                  <a:pt x="111170" y="24887"/>
                </a:cubicBezTo>
                <a:cubicBezTo>
                  <a:pt x="111207" y="24887"/>
                  <a:pt x="111243" y="24890"/>
                  <a:pt x="111279" y="24895"/>
                </a:cubicBezTo>
                <a:cubicBezTo>
                  <a:pt x="111491" y="24925"/>
                  <a:pt x="111704" y="24925"/>
                  <a:pt x="111917" y="24955"/>
                </a:cubicBezTo>
                <a:cubicBezTo>
                  <a:pt x="111956" y="24963"/>
                  <a:pt x="111991" y="24967"/>
                  <a:pt x="112023" y="24967"/>
                </a:cubicBezTo>
                <a:cubicBezTo>
                  <a:pt x="112242" y="24967"/>
                  <a:pt x="112308" y="24788"/>
                  <a:pt x="112282" y="24469"/>
                </a:cubicBezTo>
                <a:lnTo>
                  <a:pt x="113042" y="24135"/>
                </a:lnTo>
                <a:cubicBezTo>
                  <a:pt x="113346" y="23983"/>
                  <a:pt x="113650" y="23831"/>
                  <a:pt x="113984" y="23709"/>
                </a:cubicBezTo>
                <a:cubicBezTo>
                  <a:pt x="115200" y="23253"/>
                  <a:pt x="116355" y="22615"/>
                  <a:pt x="117358" y="21764"/>
                </a:cubicBezTo>
                <a:lnTo>
                  <a:pt x="117753" y="22098"/>
                </a:lnTo>
                <a:cubicBezTo>
                  <a:pt x="117753" y="22068"/>
                  <a:pt x="117783" y="22037"/>
                  <a:pt x="117814" y="22007"/>
                </a:cubicBezTo>
                <a:lnTo>
                  <a:pt x="118027" y="21764"/>
                </a:lnTo>
                <a:cubicBezTo>
                  <a:pt x="118087" y="21916"/>
                  <a:pt x="118148" y="22037"/>
                  <a:pt x="118179" y="22159"/>
                </a:cubicBezTo>
                <a:cubicBezTo>
                  <a:pt x="118209" y="22311"/>
                  <a:pt x="118239" y="22433"/>
                  <a:pt x="118239" y="22585"/>
                </a:cubicBezTo>
                <a:lnTo>
                  <a:pt x="118361" y="22585"/>
                </a:lnTo>
                <a:lnTo>
                  <a:pt x="118452" y="22159"/>
                </a:lnTo>
                <a:cubicBezTo>
                  <a:pt x="118511" y="21983"/>
                  <a:pt x="118569" y="21610"/>
                  <a:pt x="118573" y="21610"/>
                </a:cubicBezTo>
                <a:cubicBezTo>
                  <a:pt x="118574" y="21610"/>
                  <a:pt x="118574" y="21611"/>
                  <a:pt x="118574" y="21612"/>
                </a:cubicBezTo>
                <a:cubicBezTo>
                  <a:pt x="118603" y="21617"/>
                  <a:pt x="118631" y="21619"/>
                  <a:pt x="118658" y="21619"/>
                </a:cubicBezTo>
                <a:cubicBezTo>
                  <a:pt x="118959" y="21619"/>
                  <a:pt x="119077" y="21321"/>
                  <a:pt x="119273" y="21126"/>
                </a:cubicBezTo>
                <a:cubicBezTo>
                  <a:pt x="120549" y="20761"/>
                  <a:pt x="121279" y="19484"/>
                  <a:pt x="122160" y="18451"/>
                </a:cubicBezTo>
                <a:lnTo>
                  <a:pt x="122221" y="18451"/>
                </a:lnTo>
                <a:cubicBezTo>
                  <a:pt x="122343" y="18572"/>
                  <a:pt x="122464" y="18664"/>
                  <a:pt x="122616" y="18785"/>
                </a:cubicBezTo>
                <a:cubicBezTo>
                  <a:pt x="122738" y="18876"/>
                  <a:pt x="122799" y="18968"/>
                  <a:pt x="122920" y="19059"/>
                </a:cubicBezTo>
                <a:cubicBezTo>
                  <a:pt x="122951" y="18937"/>
                  <a:pt x="123011" y="18785"/>
                  <a:pt x="123072" y="18664"/>
                </a:cubicBezTo>
                <a:cubicBezTo>
                  <a:pt x="123103" y="18512"/>
                  <a:pt x="123133" y="18360"/>
                  <a:pt x="123163" y="18208"/>
                </a:cubicBezTo>
                <a:cubicBezTo>
                  <a:pt x="123224" y="18116"/>
                  <a:pt x="123315" y="18086"/>
                  <a:pt x="123407" y="18086"/>
                </a:cubicBezTo>
                <a:cubicBezTo>
                  <a:pt x="123467" y="18086"/>
                  <a:pt x="123498" y="18268"/>
                  <a:pt x="123528" y="18360"/>
                </a:cubicBezTo>
                <a:cubicBezTo>
                  <a:pt x="123528" y="18451"/>
                  <a:pt x="123498" y="18542"/>
                  <a:pt x="123528" y="18633"/>
                </a:cubicBezTo>
                <a:cubicBezTo>
                  <a:pt x="123559" y="18846"/>
                  <a:pt x="123346" y="19211"/>
                  <a:pt x="123650" y="19271"/>
                </a:cubicBezTo>
                <a:cubicBezTo>
                  <a:pt x="123662" y="19273"/>
                  <a:pt x="123674" y="19273"/>
                  <a:pt x="123685" y="19273"/>
                </a:cubicBezTo>
                <a:cubicBezTo>
                  <a:pt x="123975" y="19273"/>
                  <a:pt x="123864" y="18898"/>
                  <a:pt x="123893" y="18664"/>
                </a:cubicBezTo>
                <a:cubicBezTo>
                  <a:pt x="123923" y="18268"/>
                  <a:pt x="124045" y="18025"/>
                  <a:pt x="124410" y="18025"/>
                </a:cubicBezTo>
                <a:cubicBezTo>
                  <a:pt x="124531" y="18025"/>
                  <a:pt x="124653" y="17873"/>
                  <a:pt x="124774" y="17782"/>
                </a:cubicBezTo>
                <a:cubicBezTo>
                  <a:pt x="124896" y="17721"/>
                  <a:pt x="124926" y="17691"/>
                  <a:pt x="125018" y="17630"/>
                </a:cubicBezTo>
                <a:lnTo>
                  <a:pt x="126173" y="17022"/>
                </a:lnTo>
                <a:lnTo>
                  <a:pt x="126568" y="16627"/>
                </a:lnTo>
                <a:cubicBezTo>
                  <a:pt x="126629" y="16566"/>
                  <a:pt x="126689" y="16505"/>
                  <a:pt x="126720" y="16445"/>
                </a:cubicBezTo>
                <a:lnTo>
                  <a:pt x="126781" y="16353"/>
                </a:lnTo>
                <a:lnTo>
                  <a:pt x="127692" y="14287"/>
                </a:lnTo>
                <a:cubicBezTo>
                  <a:pt x="127844" y="13952"/>
                  <a:pt x="127844" y="13587"/>
                  <a:pt x="127692" y="13253"/>
                </a:cubicBezTo>
                <a:cubicBezTo>
                  <a:pt x="127480" y="12645"/>
                  <a:pt x="127328" y="12007"/>
                  <a:pt x="127145" y="11369"/>
                </a:cubicBezTo>
                <a:cubicBezTo>
                  <a:pt x="127115" y="11217"/>
                  <a:pt x="127024" y="11095"/>
                  <a:pt x="126932" y="10973"/>
                </a:cubicBezTo>
                <a:cubicBezTo>
                  <a:pt x="126537" y="10609"/>
                  <a:pt x="126142" y="10366"/>
                  <a:pt x="125960" y="9758"/>
                </a:cubicBezTo>
                <a:cubicBezTo>
                  <a:pt x="125960" y="9666"/>
                  <a:pt x="125869" y="9636"/>
                  <a:pt x="125808" y="9575"/>
                </a:cubicBezTo>
                <a:cubicBezTo>
                  <a:pt x="125473" y="9241"/>
                  <a:pt x="125139" y="8876"/>
                  <a:pt x="124805" y="8572"/>
                </a:cubicBezTo>
                <a:cubicBezTo>
                  <a:pt x="124653" y="8390"/>
                  <a:pt x="124440" y="8238"/>
                  <a:pt x="124197" y="8147"/>
                </a:cubicBezTo>
                <a:cubicBezTo>
                  <a:pt x="123680" y="8025"/>
                  <a:pt x="123224" y="7630"/>
                  <a:pt x="123072" y="7113"/>
                </a:cubicBezTo>
                <a:cubicBezTo>
                  <a:pt x="122951" y="6992"/>
                  <a:pt x="122799" y="6870"/>
                  <a:pt x="122677" y="6779"/>
                </a:cubicBezTo>
                <a:cubicBezTo>
                  <a:pt x="121948" y="6353"/>
                  <a:pt x="121948" y="6353"/>
                  <a:pt x="121978" y="5441"/>
                </a:cubicBezTo>
                <a:cubicBezTo>
                  <a:pt x="121978" y="5411"/>
                  <a:pt x="121948" y="5381"/>
                  <a:pt x="121917" y="5320"/>
                </a:cubicBezTo>
                <a:lnTo>
                  <a:pt x="121583" y="5472"/>
                </a:lnTo>
                <a:lnTo>
                  <a:pt x="121492" y="5654"/>
                </a:lnTo>
                <a:cubicBezTo>
                  <a:pt x="121431" y="5654"/>
                  <a:pt x="121362" y="5662"/>
                  <a:pt x="121298" y="5662"/>
                </a:cubicBezTo>
                <a:cubicBezTo>
                  <a:pt x="121233" y="5662"/>
                  <a:pt x="121173" y="5654"/>
                  <a:pt x="121127" y="5624"/>
                </a:cubicBezTo>
                <a:cubicBezTo>
                  <a:pt x="120762" y="5381"/>
                  <a:pt x="120428" y="5107"/>
                  <a:pt x="120063" y="4864"/>
                </a:cubicBezTo>
                <a:cubicBezTo>
                  <a:pt x="119972" y="4803"/>
                  <a:pt x="119881" y="4742"/>
                  <a:pt x="119789" y="4742"/>
                </a:cubicBezTo>
                <a:cubicBezTo>
                  <a:pt x="119668" y="4771"/>
                  <a:pt x="119546" y="4784"/>
                  <a:pt x="119423" y="4784"/>
                </a:cubicBezTo>
                <a:cubicBezTo>
                  <a:pt x="119025" y="4784"/>
                  <a:pt x="118633" y="4641"/>
                  <a:pt x="118331" y="4408"/>
                </a:cubicBezTo>
                <a:cubicBezTo>
                  <a:pt x="118196" y="4312"/>
                  <a:pt x="118037" y="4252"/>
                  <a:pt x="117877" y="4252"/>
                </a:cubicBezTo>
                <a:cubicBezTo>
                  <a:pt x="117784" y="4252"/>
                  <a:pt x="117690" y="4272"/>
                  <a:pt x="117601" y="4317"/>
                </a:cubicBezTo>
                <a:cubicBezTo>
                  <a:pt x="117175" y="4621"/>
                  <a:pt x="116689" y="4803"/>
                  <a:pt x="116172" y="4894"/>
                </a:cubicBezTo>
                <a:cubicBezTo>
                  <a:pt x="115871" y="5171"/>
                  <a:pt x="115486" y="5343"/>
                  <a:pt x="115087" y="5343"/>
                </a:cubicBezTo>
                <a:cubicBezTo>
                  <a:pt x="115004" y="5343"/>
                  <a:pt x="114919" y="5336"/>
                  <a:pt x="114835" y="5320"/>
                </a:cubicBezTo>
                <a:cubicBezTo>
                  <a:pt x="114653" y="5274"/>
                  <a:pt x="114463" y="5251"/>
                  <a:pt x="114273" y="5251"/>
                </a:cubicBezTo>
                <a:cubicBezTo>
                  <a:pt x="114083" y="5251"/>
                  <a:pt x="113893" y="5274"/>
                  <a:pt x="113710" y="5320"/>
                </a:cubicBezTo>
                <a:lnTo>
                  <a:pt x="113406" y="5259"/>
                </a:lnTo>
                <a:cubicBezTo>
                  <a:pt x="113208" y="5100"/>
                  <a:pt x="113015" y="5051"/>
                  <a:pt x="112823" y="5051"/>
                </a:cubicBezTo>
                <a:cubicBezTo>
                  <a:pt x="112574" y="5051"/>
                  <a:pt x="112326" y="5134"/>
                  <a:pt x="112069" y="5168"/>
                </a:cubicBezTo>
                <a:lnTo>
                  <a:pt x="111978" y="5077"/>
                </a:lnTo>
                <a:cubicBezTo>
                  <a:pt x="111947" y="4894"/>
                  <a:pt x="111917" y="4682"/>
                  <a:pt x="111887" y="4499"/>
                </a:cubicBezTo>
                <a:cubicBezTo>
                  <a:pt x="111765" y="4134"/>
                  <a:pt x="111735" y="3770"/>
                  <a:pt x="112130" y="3648"/>
                </a:cubicBezTo>
                <a:cubicBezTo>
                  <a:pt x="112130" y="3587"/>
                  <a:pt x="112130" y="3527"/>
                  <a:pt x="112130" y="3496"/>
                </a:cubicBezTo>
                <a:cubicBezTo>
                  <a:pt x="112069" y="3496"/>
                  <a:pt x="111995" y="3483"/>
                  <a:pt x="111943" y="3483"/>
                </a:cubicBezTo>
                <a:cubicBezTo>
                  <a:pt x="111917" y="3483"/>
                  <a:pt x="111897" y="3486"/>
                  <a:pt x="111887" y="3496"/>
                </a:cubicBezTo>
                <a:cubicBezTo>
                  <a:pt x="111674" y="3739"/>
                  <a:pt x="111491" y="3982"/>
                  <a:pt x="111339" y="4256"/>
                </a:cubicBezTo>
                <a:cubicBezTo>
                  <a:pt x="111256" y="4402"/>
                  <a:pt x="111201" y="4533"/>
                  <a:pt x="111117" y="4533"/>
                </a:cubicBezTo>
                <a:cubicBezTo>
                  <a:pt x="111078" y="4533"/>
                  <a:pt x="111032" y="4505"/>
                  <a:pt x="110975" y="4438"/>
                </a:cubicBezTo>
                <a:cubicBezTo>
                  <a:pt x="110848" y="4286"/>
                  <a:pt x="110753" y="4213"/>
                  <a:pt x="110681" y="4213"/>
                </a:cubicBezTo>
                <a:cubicBezTo>
                  <a:pt x="110580" y="4213"/>
                  <a:pt x="110524" y="4355"/>
                  <a:pt x="110488" y="4621"/>
                </a:cubicBezTo>
                <a:cubicBezTo>
                  <a:pt x="110458" y="4682"/>
                  <a:pt x="110397" y="4773"/>
                  <a:pt x="110336" y="4834"/>
                </a:cubicBezTo>
                <a:lnTo>
                  <a:pt x="110154" y="5016"/>
                </a:lnTo>
                <a:lnTo>
                  <a:pt x="110063" y="5016"/>
                </a:lnTo>
                <a:lnTo>
                  <a:pt x="109729" y="4408"/>
                </a:lnTo>
                <a:lnTo>
                  <a:pt x="109455" y="4864"/>
                </a:lnTo>
                <a:cubicBezTo>
                  <a:pt x="109179" y="4538"/>
                  <a:pt x="108883" y="4316"/>
                  <a:pt x="108532" y="4316"/>
                </a:cubicBezTo>
                <a:cubicBezTo>
                  <a:pt x="108457" y="4316"/>
                  <a:pt x="108380" y="4326"/>
                  <a:pt x="108300" y="4347"/>
                </a:cubicBezTo>
                <a:cubicBezTo>
                  <a:pt x="107996" y="4438"/>
                  <a:pt x="107662" y="4530"/>
                  <a:pt x="107358" y="4621"/>
                </a:cubicBezTo>
                <a:cubicBezTo>
                  <a:pt x="107029" y="4659"/>
                  <a:pt x="106714" y="4784"/>
                  <a:pt x="106394" y="4784"/>
                </a:cubicBezTo>
                <a:cubicBezTo>
                  <a:pt x="106211" y="4784"/>
                  <a:pt x="106026" y="4743"/>
                  <a:pt x="105838" y="4621"/>
                </a:cubicBezTo>
                <a:cubicBezTo>
                  <a:pt x="105711" y="4548"/>
                  <a:pt x="105563" y="4454"/>
                  <a:pt x="105412" y="4454"/>
                </a:cubicBezTo>
                <a:cubicBezTo>
                  <a:pt x="105310" y="4454"/>
                  <a:pt x="105207" y="4498"/>
                  <a:pt x="105108" y="4621"/>
                </a:cubicBezTo>
                <a:lnTo>
                  <a:pt x="104956" y="4469"/>
                </a:lnTo>
                <a:cubicBezTo>
                  <a:pt x="104843" y="4786"/>
                  <a:pt x="104662" y="4901"/>
                  <a:pt x="104426" y="4901"/>
                </a:cubicBezTo>
                <a:cubicBezTo>
                  <a:pt x="104346" y="4901"/>
                  <a:pt x="104259" y="4887"/>
                  <a:pt x="104166" y="4864"/>
                </a:cubicBezTo>
                <a:cubicBezTo>
                  <a:pt x="103619" y="4773"/>
                  <a:pt x="103072" y="4712"/>
                  <a:pt x="102494" y="4682"/>
                </a:cubicBezTo>
                <a:cubicBezTo>
                  <a:pt x="102403" y="4682"/>
                  <a:pt x="102282" y="4742"/>
                  <a:pt x="102190" y="4773"/>
                </a:cubicBezTo>
                <a:cubicBezTo>
                  <a:pt x="101978" y="4834"/>
                  <a:pt x="101765" y="4864"/>
                  <a:pt x="101552" y="4894"/>
                </a:cubicBezTo>
                <a:cubicBezTo>
                  <a:pt x="101441" y="4904"/>
                  <a:pt x="101329" y="4908"/>
                  <a:pt x="101218" y="4908"/>
                </a:cubicBezTo>
                <a:cubicBezTo>
                  <a:pt x="100995" y="4908"/>
                  <a:pt x="100772" y="4894"/>
                  <a:pt x="100549" y="4894"/>
                </a:cubicBezTo>
                <a:lnTo>
                  <a:pt x="100610" y="5502"/>
                </a:lnTo>
                <a:cubicBezTo>
                  <a:pt x="100483" y="5601"/>
                  <a:pt x="100336" y="5647"/>
                  <a:pt x="100191" y="5647"/>
                </a:cubicBezTo>
                <a:cubicBezTo>
                  <a:pt x="100024" y="5647"/>
                  <a:pt x="99859" y="5586"/>
                  <a:pt x="99728" y="5472"/>
                </a:cubicBezTo>
                <a:cubicBezTo>
                  <a:pt x="99728" y="5198"/>
                  <a:pt x="99546" y="4955"/>
                  <a:pt x="99303" y="4864"/>
                </a:cubicBezTo>
                <a:cubicBezTo>
                  <a:pt x="98739" y="4801"/>
                  <a:pt x="98189" y="4681"/>
                  <a:pt x="97635" y="4681"/>
                </a:cubicBezTo>
                <a:cubicBezTo>
                  <a:pt x="97382" y="4681"/>
                  <a:pt x="97128" y="4706"/>
                  <a:pt x="96871" y="4773"/>
                </a:cubicBezTo>
                <a:lnTo>
                  <a:pt x="96294" y="5107"/>
                </a:lnTo>
                <a:cubicBezTo>
                  <a:pt x="96229" y="5078"/>
                  <a:pt x="96163" y="5065"/>
                  <a:pt x="96101" y="5065"/>
                </a:cubicBezTo>
                <a:cubicBezTo>
                  <a:pt x="95900" y="5065"/>
                  <a:pt x="95725" y="5203"/>
                  <a:pt x="95655" y="5411"/>
                </a:cubicBezTo>
                <a:lnTo>
                  <a:pt x="95746" y="5776"/>
                </a:lnTo>
                <a:cubicBezTo>
                  <a:pt x="95351" y="5867"/>
                  <a:pt x="95047" y="6171"/>
                  <a:pt x="94895" y="6536"/>
                </a:cubicBezTo>
                <a:lnTo>
                  <a:pt x="93254" y="6475"/>
                </a:lnTo>
                <a:cubicBezTo>
                  <a:pt x="93190" y="6453"/>
                  <a:pt x="93110" y="6432"/>
                  <a:pt x="93037" y="6432"/>
                </a:cubicBezTo>
                <a:cubicBezTo>
                  <a:pt x="93006" y="6432"/>
                  <a:pt x="92977" y="6436"/>
                  <a:pt x="92950" y="6445"/>
                </a:cubicBezTo>
                <a:cubicBezTo>
                  <a:pt x="92950" y="6445"/>
                  <a:pt x="92920" y="6445"/>
                  <a:pt x="92889" y="6475"/>
                </a:cubicBezTo>
                <a:lnTo>
                  <a:pt x="90123" y="6414"/>
                </a:lnTo>
                <a:cubicBezTo>
                  <a:pt x="89880" y="6019"/>
                  <a:pt x="89911" y="5928"/>
                  <a:pt x="90184" y="5441"/>
                </a:cubicBezTo>
                <a:lnTo>
                  <a:pt x="89911" y="5320"/>
                </a:lnTo>
                <a:lnTo>
                  <a:pt x="89181" y="5563"/>
                </a:lnTo>
                <a:cubicBezTo>
                  <a:pt x="88976" y="5631"/>
                  <a:pt x="88754" y="5666"/>
                  <a:pt x="88540" y="5666"/>
                </a:cubicBezTo>
                <a:cubicBezTo>
                  <a:pt x="88469" y="5666"/>
                  <a:pt x="88398" y="5662"/>
                  <a:pt x="88330" y="5654"/>
                </a:cubicBezTo>
                <a:cubicBezTo>
                  <a:pt x="88271" y="5639"/>
                  <a:pt x="88210" y="5632"/>
                  <a:pt x="88150" y="5632"/>
                </a:cubicBezTo>
                <a:cubicBezTo>
                  <a:pt x="87961" y="5632"/>
                  <a:pt x="87776" y="5706"/>
                  <a:pt x="87661" y="5867"/>
                </a:cubicBezTo>
                <a:cubicBezTo>
                  <a:pt x="87570" y="5928"/>
                  <a:pt x="87479" y="5989"/>
                  <a:pt x="87357" y="6019"/>
                </a:cubicBezTo>
                <a:cubicBezTo>
                  <a:pt x="87236" y="6080"/>
                  <a:pt x="87114" y="6049"/>
                  <a:pt x="86993" y="6110"/>
                </a:cubicBezTo>
                <a:cubicBezTo>
                  <a:pt x="86841" y="6171"/>
                  <a:pt x="86658" y="6262"/>
                  <a:pt x="86506" y="6353"/>
                </a:cubicBezTo>
                <a:lnTo>
                  <a:pt x="84895" y="6323"/>
                </a:lnTo>
                <a:cubicBezTo>
                  <a:pt x="84758" y="6080"/>
                  <a:pt x="84644" y="5958"/>
                  <a:pt x="84538" y="5958"/>
                </a:cubicBezTo>
                <a:cubicBezTo>
                  <a:pt x="84432" y="5958"/>
                  <a:pt x="84333" y="6080"/>
                  <a:pt x="84227" y="6323"/>
                </a:cubicBezTo>
                <a:lnTo>
                  <a:pt x="83558" y="6323"/>
                </a:lnTo>
                <a:cubicBezTo>
                  <a:pt x="83588" y="6262"/>
                  <a:pt x="83619" y="6201"/>
                  <a:pt x="83649" y="6141"/>
                </a:cubicBezTo>
                <a:lnTo>
                  <a:pt x="83649" y="6141"/>
                </a:lnTo>
                <a:lnTo>
                  <a:pt x="82798" y="6323"/>
                </a:lnTo>
                <a:lnTo>
                  <a:pt x="82433" y="6323"/>
                </a:lnTo>
                <a:lnTo>
                  <a:pt x="82464" y="6232"/>
                </a:lnTo>
                <a:cubicBezTo>
                  <a:pt x="82312" y="6232"/>
                  <a:pt x="82129" y="6262"/>
                  <a:pt x="81977" y="6323"/>
                </a:cubicBezTo>
                <a:cubicBezTo>
                  <a:pt x="79713" y="6308"/>
                  <a:pt x="77456" y="6300"/>
                  <a:pt x="75199" y="6300"/>
                </a:cubicBezTo>
                <a:cubicBezTo>
                  <a:pt x="72942" y="6300"/>
                  <a:pt x="70685" y="6308"/>
                  <a:pt x="68421" y="6323"/>
                </a:cubicBezTo>
                <a:cubicBezTo>
                  <a:pt x="68390" y="6201"/>
                  <a:pt x="68360" y="5989"/>
                  <a:pt x="68330" y="5806"/>
                </a:cubicBezTo>
                <a:cubicBezTo>
                  <a:pt x="68181" y="6121"/>
                  <a:pt x="68014" y="6273"/>
                  <a:pt x="67839" y="6273"/>
                </a:cubicBezTo>
                <a:cubicBezTo>
                  <a:pt x="67692" y="6273"/>
                  <a:pt x="67540" y="6166"/>
                  <a:pt x="67387" y="5958"/>
                </a:cubicBezTo>
                <a:cubicBezTo>
                  <a:pt x="67387" y="5943"/>
                  <a:pt x="67372" y="5943"/>
                  <a:pt x="67353" y="5943"/>
                </a:cubicBezTo>
                <a:cubicBezTo>
                  <a:pt x="67334" y="5943"/>
                  <a:pt x="67311" y="5943"/>
                  <a:pt x="67296" y="5928"/>
                </a:cubicBezTo>
                <a:cubicBezTo>
                  <a:pt x="67023" y="5806"/>
                  <a:pt x="66779" y="5685"/>
                  <a:pt x="66536" y="5563"/>
                </a:cubicBezTo>
                <a:cubicBezTo>
                  <a:pt x="66506" y="5533"/>
                  <a:pt x="66475" y="5381"/>
                  <a:pt x="66506" y="5289"/>
                </a:cubicBezTo>
                <a:cubicBezTo>
                  <a:pt x="66531" y="4942"/>
                  <a:pt x="66292" y="4595"/>
                  <a:pt x="66038" y="4595"/>
                </a:cubicBezTo>
                <a:cubicBezTo>
                  <a:pt x="65981" y="4595"/>
                  <a:pt x="65923" y="4612"/>
                  <a:pt x="65868" y="4651"/>
                </a:cubicBezTo>
                <a:cubicBezTo>
                  <a:pt x="65545" y="4879"/>
                  <a:pt x="65152" y="5000"/>
                  <a:pt x="64755" y="5000"/>
                </a:cubicBezTo>
                <a:cubicBezTo>
                  <a:pt x="64514" y="5000"/>
                  <a:pt x="64273" y="4955"/>
                  <a:pt x="64044" y="4864"/>
                </a:cubicBezTo>
                <a:cubicBezTo>
                  <a:pt x="63861" y="4803"/>
                  <a:pt x="63649" y="4803"/>
                  <a:pt x="63466" y="4803"/>
                </a:cubicBezTo>
                <a:cubicBezTo>
                  <a:pt x="63314" y="4651"/>
                  <a:pt x="63193" y="4530"/>
                  <a:pt x="63041" y="4408"/>
                </a:cubicBezTo>
                <a:cubicBezTo>
                  <a:pt x="62919" y="4317"/>
                  <a:pt x="62706" y="4317"/>
                  <a:pt x="62646" y="4226"/>
                </a:cubicBezTo>
                <a:cubicBezTo>
                  <a:pt x="62579" y="4010"/>
                  <a:pt x="62486" y="3939"/>
                  <a:pt x="62390" y="3939"/>
                </a:cubicBezTo>
                <a:cubicBezTo>
                  <a:pt x="62310" y="3939"/>
                  <a:pt x="62228" y="3988"/>
                  <a:pt x="62159" y="4043"/>
                </a:cubicBezTo>
                <a:cubicBezTo>
                  <a:pt x="62038" y="3861"/>
                  <a:pt x="61916" y="3709"/>
                  <a:pt x="61794" y="3557"/>
                </a:cubicBezTo>
                <a:cubicBezTo>
                  <a:pt x="61706" y="3483"/>
                  <a:pt x="61627" y="3454"/>
                  <a:pt x="61553" y="3454"/>
                </a:cubicBezTo>
                <a:cubicBezTo>
                  <a:pt x="61321" y="3454"/>
                  <a:pt x="61143" y="3738"/>
                  <a:pt x="60913" y="3830"/>
                </a:cubicBezTo>
                <a:lnTo>
                  <a:pt x="60639" y="3770"/>
                </a:lnTo>
                <a:lnTo>
                  <a:pt x="59606" y="3405"/>
                </a:lnTo>
                <a:cubicBezTo>
                  <a:pt x="59606" y="3405"/>
                  <a:pt x="59576" y="3435"/>
                  <a:pt x="59576" y="3466"/>
                </a:cubicBezTo>
                <a:cubicBezTo>
                  <a:pt x="59515" y="3587"/>
                  <a:pt x="59393" y="3800"/>
                  <a:pt x="59332" y="3800"/>
                </a:cubicBezTo>
                <a:cubicBezTo>
                  <a:pt x="59150" y="3770"/>
                  <a:pt x="59028" y="3679"/>
                  <a:pt x="58907" y="3557"/>
                </a:cubicBezTo>
                <a:cubicBezTo>
                  <a:pt x="58877" y="3466"/>
                  <a:pt x="58907" y="3253"/>
                  <a:pt x="58937" y="3101"/>
                </a:cubicBezTo>
                <a:cubicBezTo>
                  <a:pt x="58968" y="2949"/>
                  <a:pt x="59059" y="2919"/>
                  <a:pt x="59089" y="2827"/>
                </a:cubicBezTo>
                <a:cubicBezTo>
                  <a:pt x="59089" y="2706"/>
                  <a:pt x="59089" y="2554"/>
                  <a:pt x="59089" y="2432"/>
                </a:cubicBezTo>
                <a:cubicBezTo>
                  <a:pt x="58968" y="2463"/>
                  <a:pt x="58877" y="2523"/>
                  <a:pt x="58785" y="2584"/>
                </a:cubicBezTo>
                <a:cubicBezTo>
                  <a:pt x="58664" y="2706"/>
                  <a:pt x="58542" y="2858"/>
                  <a:pt x="58390" y="3010"/>
                </a:cubicBezTo>
                <a:lnTo>
                  <a:pt x="58299" y="2432"/>
                </a:lnTo>
                <a:cubicBezTo>
                  <a:pt x="58299" y="2402"/>
                  <a:pt x="58238" y="2402"/>
                  <a:pt x="58208" y="2371"/>
                </a:cubicBezTo>
                <a:cubicBezTo>
                  <a:pt x="58147" y="2432"/>
                  <a:pt x="58086" y="2523"/>
                  <a:pt x="58025" y="2584"/>
                </a:cubicBezTo>
                <a:cubicBezTo>
                  <a:pt x="57974" y="2918"/>
                  <a:pt x="57706" y="3122"/>
                  <a:pt x="57403" y="3122"/>
                </a:cubicBezTo>
                <a:cubicBezTo>
                  <a:pt x="57348" y="3122"/>
                  <a:pt x="57292" y="3115"/>
                  <a:pt x="57235" y="3101"/>
                </a:cubicBezTo>
                <a:cubicBezTo>
                  <a:pt x="57114" y="3101"/>
                  <a:pt x="57022" y="3101"/>
                  <a:pt x="56931" y="3131"/>
                </a:cubicBezTo>
                <a:cubicBezTo>
                  <a:pt x="56597" y="3223"/>
                  <a:pt x="56293" y="3314"/>
                  <a:pt x="55959" y="3405"/>
                </a:cubicBezTo>
                <a:cubicBezTo>
                  <a:pt x="55833" y="3430"/>
                  <a:pt x="55696" y="3476"/>
                  <a:pt x="55571" y="3476"/>
                </a:cubicBezTo>
                <a:cubicBezTo>
                  <a:pt x="55394" y="3476"/>
                  <a:pt x="55239" y="3384"/>
                  <a:pt x="55168" y="3010"/>
                </a:cubicBezTo>
                <a:lnTo>
                  <a:pt x="54682" y="3466"/>
                </a:lnTo>
                <a:cubicBezTo>
                  <a:pt x="54499" y="3387"/>
                  <a:pt x="54315" y="3241"/>
                  <a:pt x="54210" y="3241"/>
                </a:cubicBezTo>
                <a:cubicBezTo>
                  <a:pt x="54193" y="3241"/>
                  <a:pt x="54178" y="3245"/>
                  <a:pt x="54165" y="3253"/>
                </a:cubicBezTo>
                <a:cubicBezTo>
                  <a:pt x="54064" y="3316"/>
                  <a:pt x="53947" y="3348"/>
                  <a:pt x="53831" y="3348"/>
                </a:cubicBezTo>
                <a:cubicBezTo>
                  <a:pt x="53670" y="3348"/>
                  <a:pt x="53512" y="3286"/>
                  <a:pt x="53405" y="3162"/>
                </a:cubicBezTo>
                <a:cubicBezTo>
                  <a:pt x="53223" y="3010"/>
                  <a:pt x="53162" y="2767"/>
                  <a:pt x="53253" y="2554"/>
                </a:cubicBezTo>
                <a:cubicBezTo>
                  <a:pt x="53284" y="2250"/>
                  <a:pt x="53253" y="1916"/>
                  <a:pt x="53193" y="1612"/>
                </a:cubicBezTo>
                <a:lnTo>
                  <a:pt x="52889" y="2007"/>
                </a:lnTo>
                <a:lnTo>
                  <a:pt x="52645" y="1672"/>
                </a:lnTo>
                <a:lnTo>
                  <a:pt x="52463" y="1976"/>
                </a:lnTo>
                <a:lnTo>
                  <a:pt x="52311" y="2037"/>
                </a:lnTo>
                <a:cubicBezTo>
                  <a:pt x="52159" y="2098"/>
                  <a:pt x="51946" y="2098"/>
                  <a:pt x="51916" y="2189"/>
                </a:cubicBezTo>
                <a:cubicBezTo>
                  <a:pt x="51703" y="2675"/>
                  <a:pt x="51278" y="3040"/>
                  <a:pt x="50730" y="3131"/>
                </a:cubicBezTo>
                <a:cubicBezTo>
                  <a:pt x="50730" y="3162"/>
                  <a:pt x="50700" y="3162"/>
                  <a:pt x="50670" y="3192"/>
                </a:cubicBezTo>
                <a:cubicBezTo>
                  <a:pt x="50548" y="3253"/>
                  <a:pt x="50396" y="3283"/>
                  <a:pt x="50244" y="3344"/>
                </a:cubicBezTo>
                <a:cubicBezTo>
                  <a:pt x="49968" y="3477"/>
                  <a:pt x="49726" y="3541"/>
                  <a:pt x="49508" y="3541"/>
                </a:cubicBezTo>
                <a:cubicBezTo>
                  <a:pt x="49076" y="3541"/>
                  <a:pt x="48733" y="3291"/>
                  <a:pt x="48390" y="2827"/>
                </a:cubicBezTo>
                <a:cubicBezTo>
                  <a:pt x="48329" y="2767"/>
                  <a:pt x="48238" y="2706"/>
                  <a:pt x="48177" y="2706"/>
                </a:cubicBezTo>
                <a:cubicBezTo>
                  <a:pt x="47843" y="2584"/>
                  <a:pt x="47539" y="2493"/>
                  <a:pt x="47205" y="2432"/>
                </a:cubicBezTo>
                <a:cubicBezTo>
                  <a:pt x="46718" y="2311"/>
                  <a:pt x="46232" y="2189"/>
                  <a:pt x="45715" y="2098"/>
                </a:cubicBezTo>
                <a:cubicBezTo>
                  <a:pt x="45320" y="2007"/>
                  <a:pt x="44925" y="1976"/>
                  <a:pt x="44499" y="1916"/>
                </a:cubicBezTo>
                <a:lnTo>
                  <a:pt x="44499" y="1824"/>
                </a:lnTo>
                <a:lnTo>
                  <a:pt x="44530" y="1733"/>
                </a:lnTo>
                <a:lnTo>
                  <a:pt x="44469" y="1642"/>
                </a:lnTo>
                <a:cubicBezTo>
                  <a:pt x="44347" y="1551"/>
                  <a:pt x="44226" y="1429"/>
                  <a:pt x="44104" y="1368"/>
                </a:cubicBezTo>
                <a:cubicBezTo>
                  <a:pt x="43983" y="1277"/>
                  <a:pt x="43800" y="1247"/>
                  <a:pt x="43679" y="1156"/>
                </a:cubicBezTo>
                <a:cubicBezTo>
                  <a:pt x="43618" y="1095"/>
                  <a:pt x="43542" y="1064"/>
                  <a:pt x="43458" y="1064"/>
                </a:cubicBezTo>
                <a:cubicBezTo>
                  <a:pt x="43375" y="1064"/>
                  <a:pt x="43284" y="1095"/>
                  <a:pt x="43192" y="1156"/>
                </a:cubicBezTo>
                <a:cubicBezTo>
                  <a:pt x="43010" y="1247"/>
                  <a:pt x="42797" y="1308"/>
                  <a:pt x="42584" y="1338"/>
                </a:cubicBezTo>
                <a:cubicBezTo>
                  <a:pt x="42463" y="1368"/>
                  <a:pt x="42341" y="1429"/>
                  <a:pt x="42189" y="1460"/>
                </a:cubicBezTo>
                <a:cubicBezTo>
                  <a:pt x="42068" y="1490"/>
                  <a:pt x="41916" y="1490"/>
                  <a:pt x="41764" y="1490"/>
                </a:cubicBezTo>
                <a:cubicBezTo>
                  <a:pt x="40730" y="1460"/>
                  <a:pt x="39697" y="1490"/>
                  <a:pt x="38785" y="882"/>
                </a:cubicBezTo>
                <a:cubicBezTo>
                  <a:pt x="38679" y="837"/>
                  <a:pt x="38572" y="814"/>
                  <a:pt x="38466" y="814"/>
                </a:cubicBezTo>
                <a:cubicBezTo>
                  <a:pt x="38359" y="814"/>
                  <a:pt x="38253" y="837"/>
                  <a:pt x="38147" y="882"/>
                </a:cubicBezTo>
                <a:cubicBezTo>
                  <a:pt x="37721" y="1034"/>
                  <a:pt x="37326" y="1216"/>
                  <a:pt x="36931" y="1429"/>
                </a:cubicBezTo>
                <a:cubicBezTo>
                  <a:pt x="36835" y="1501"/>
                  <a:pt x="36725" y="1535"/>
                  <a:pt x="36617" y="1535"/>
                </a:cubicBezTo>
                <a:cubicBezTo>
                  <a:pt x="36452" y="1535"/>
                  <a:pt x="36293" y="1455"/>
                  <a:pt x="36201" y="1308"/>
                </a:cubicBezTo>
                <a:cubicBezTo>
                  <a:pt x="36065" y="1130"/>
                  <a:pt x="35989" y="1038"/>
                  <a:pt x="35929" y="1038"/>
                </a:cubicBezTo>
                <a:cubicBezTo>
                  <a:pt x="35854" y="1038"/>
                  <a:pt x="35802" y="1175"/>
                  <a:pt x="35685" y="1460"/>
                </a:cubicBezTo>
                <a:cubicBezTo>
                  <a:pt x="35590" y="1685"/>
                  <a:pt x="35485" y="1795"/>
                  <a:pt x="35353" y="1795"/>
                </a:cubicBezTo>
                <a:cubicBezTo>
                  <a:pt x="35272" y="1795"/>
                  <a:pt x="35181" y="1753"/>
                  <a:pt x="35077" y="1672"/>
                </a:cubicBezTo>
                <a:cubicBezTo>
                  <a:pt x="34955" y="1612"/>
                  <a:pt x="34834" y="1581"/>
                  <a:pt x="34712" y="1551"/>
                </a:cubicBezTo>
                <a:lnTo>
                  <a:pt x="34195" y="1368"/>
                </a:lnTo>
                <a:lnTo>
                  <a:pt x="34256" y="1186"/>
                </a:lnTo>
                <a:lnTo>
                  <a:pt x="34682" y="1186"/>
                </a:lnTo>
                <a:cubicBezTo>
                  <a:pt x="34864" y="1156"/>
                  <a:pt x="35077" y="1125"/>
                  <a:pt x="35289" y="1064"/>
                </a:cubicBezTo>
                <a:cubicBezTo>
                  <a:pt x="35350" y="1034"/>
                  <a:pt x="35411" y="913"/>
                  <a:pt x="35472" y="852"/>
                </a:cubicBezTo>
                <a:cubicBezTo>
                  <a:pt x="35411" y="761"/>
                  <a:pt x="35320" y="700"/>
                  <a:pt x="35229" y="669"/>
                </a:cubicBezTo>
                <a:cubicBezTo>
                  <a:pt x="35088" y="630"/>
                  <a:pt x="34944" y="611"/>
                  <a:pt x="34799" y="611"/>
                </a:cubicBezTo>
                <a:cubicBezTo>
                  <a:pt x="34380" y="611"/>
                  <a:pt x="33957" y="771"/>
                  <a:pt x="33618" y="1064"/>
                </a:cubicBezTo>
                <a:cubicBezTo>
                  <a:pt x="33221" y="1197"/>
                  <a:pt x="32824" y="1513"/>
                  <a:pt x="32388" y="1513"/>
                </a:cubicBezTo>
                <a:cubicBezTo>
                  <a:pt x="32322" y="1513"/>
                  <a:pt x="32256" y="1506"/>
                  <a:pt x="32189" y="1490"/>
                </a:cubicBezTo>
                <a:cubicBezTo>
                  <a:pt x="32037" y="1395"/>
                  <a:pt x="31885" y="1288"/>
                  <a:pt x="31726" y="1288"/>
                </a:cubicBezTo>
                <a:cubicBezTo>
                  <a:pt x="31630" y="1288"/>
                  <a:pt x="31532" y="1327"/>
                  <a:pt x="31429" y="1429"/>
                </a:cubicBezTo>
                <a:cubicBezTo>
                  <a:pt x="31230" y="1662"/>
                  <a:pt x="31076" y="1785"/>
                  <a:pt x="30923" y="1785"/>
                </a:cubicBezTo>
                <a:cubicBezTo>
                  <a:pt x="30796" y="1785"/>
                  <a:pt x="30669" y="1700"/>
                  <a:pt x="30517" y="1520"/>
                </a:cubicBezTo>
                <a:cubicBezTo>
                  <a:pt x="30749" y="1005"/>
                  <a:pt x="30785" y="905"/>
                  <a:pt x="30549" y="905"/>
                </a:cubicBezTo>
                <a:cubicBezTo>
                  <a:pt x="30507" y="905"/>
                  <a:pt x="30456" y="908"/>
                  <a:pt x="30396" y="913"/>
                </a:cubicBezTo>
                <a:lnTo>
                  <a:pt x="29697" y="1095"/>
                </a:lnTo>
                <a:lnTo>
                  <a:pt x="29666" y="973"/>
                </a:lnTo>
                <a:lnTo>
                  <a:pt x="29453" y="1460"/>
                </a:lnTo>
                <a:lnTo>
                  <a:pt x="29150" y="1490"/>
                </a:lnTo>
                <a:lnTo>
                  <a:pt x="28633" y="1247"/>
                </a:lnTo>
                <a:lnTo>
                  <a:pt x="27660" y="609"/>
                </a:lnTo>
                <a:cubicBezTo>
                  <a:pt x="27376" y="396"/>
                  <a:pt x="27037" y="275"/>
                  <a:pt x="26700" y="275"/>
                </a:cubicBezTo>
                <a:cubicBezTo>
                  <a:pt x="26604" y="275"/>
                  <a:pt x="26508" y="284"/>
                  <a:pt x="26414" y="305"/>
                </a:cubicBezTo>
                <a:lnTo>
                  <a:pt x="24985" y="578"/>
                </a:lnTo>
                <a:lnTo>
                  <a:pt x="23709" y="365"/>
                </a:lnTo>
                <a:lnTo>
                  <a:pt x="22918" y="244"/>
                </a:lnTo>
                <a:cubicBezTo>
                  <a:pt x="22787" y="84"/>
                  <a:pt x="22663" y="0"/>
                  <a:pt x="22536"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15"/>
          <p:cNvSpPr txBox="1"/>
          <p:nvPr>
            <p:ph idx="1" type="body"/>
          </p:nvPr>
        </p:nvSpPr>
        <p:spPr>
          <a:xfrm>
            <a:off x="1453600" y="2008400"/>
            <a:ext cx="6373800" cy="825000"/>
          </a:xfrm>
          <a:prstGeom prst="rect">
            <a:avLst/>
          </a:prstGeom>
        </p:spPr>
        <p:txBody>
          <a:bodyPr anchorCtr="0" anchor="t" bIns="91425" lIns="91425" spcFirstLastPara="1" rIns="91425" wrap="square" tIns="91425">
            <a:noAutofit/>
          </a:bodyPr>
          <a:lstStyle>
            <a:lvl1pPr indent="-298450" lvl="0" marL="457200" rtl="0">
              <a:lnSpc>
                <a:spcPct val="100000"/>
              </a:lnSpc>
              <a:spcBef>
                <a:spcPts val="0"/>
              </a:spcBef>
              <a:spcAft>
                <a:spcPts val="0"/>
              </a:spcAft>
              <a:buClr>
                <a:schemeClr val="accent3"/>
              </a:buClr>
              <a:buSzPts val="1100"/>
              <a:buChar char="●"/>
              <a:defRPr sz="1600">
                <a:solidFill>
                  <a:srgbClr val="FFFFFF"/>
                </a:solidFill>
              </a:defRPr>
            </a:lvl1pPr>
            <a:lvl2pPr indent="-317500" lvl="1" marL="914400" rtl="0">
              <a:spcBef>
                <a:spcPts val="0"/>
              </a:spcBef>
              <a:spcAft>
                <a:spcPts val="0"/>
              </a:spcAft>
              <a:buClr>
                <a:srgbClr val="FFE6CD"/>
              </a:buClr>
              <a:buSzPts val="1400"/>
              <a:buFont typeface="Encode Sans"/>
              <a:buChar char="○"/>
              <a:defRPr sz="1200"/>
            </a:lvl2pPr>
            <a:lvl3pPr indent="-317500" lvl="2" marL="1371600" rtl="0">
              <a:spcBef>
                <a:spcPts val="0"/>
              </a:spcBef>
              <a:spcAft>
                <a:spcPts val="0"/>
              </a:spcAft>
              <a:buClr>
                <a:srgbClr val="FFE6CD"/>
              </a:buClr>
              <a:buSzPts val="1400"/>
              <a:buFont typeface="Encode Sans"/>
              <a:buChar char="■"/>
              <a:defRPr sz="1200"/>
            </a:lvl3pPr>
            <a:lvl4pPr indent="-317500" lvl="3" marL="1828800" rtl="0">
              <a:spcBef>
                <a:spcPts val="0"/>
              </a:spcBef>
              <a:spcAft>
                <a:spcPts val="0"/>
              </a:spcAft>
              <a:buClr>
                <a:srgbClr val="FFE6CD"/>
              </a:buClr>
              <a:buSzPts val="1400"/>
              <a:buFont typeface="Encode Sans"/>
              <a:buChar char="●"/>
              <a:defRPr sz="1200"/>
            </a:lvl4pPr>
            <a:lvl5pPr indent="-317500" lvl="4" marL="2286000" rtl="0">
              <a:spcBef>
                <a:spcPts val="0"/>
              </a:spcBef>
              <a:spcAft>
                <a:spcPts val="0"/>
              </a:spcAft>
              <a:buClr>
                <a:srgbClr val="FFE6CD"/>
              </a:buClr>
              <a:buSzPts val="1400"/>
              <a:buFont typeface="Encode Sans"/>
              <a:buChar char="○"/>
              <a:defRPr sz="1200"/>
            </a:lvl5pPr>
            <a:lvl6pPr indent="-317500" lvl="5" marL="2743200" rtl="0">
              <a:spcBef>
                <a:spcPts val="0"/>
              </a:spcBef>
              <a:spcAft>
                <a:spcPts val="0"/>
              </a:spcAft>
              <a:buClr>
                <a:srgbClr val="FFE6CD"/>
              </a:buClr>
              <a:buSzPts val="1400"/>
              <a:buFont typeface="Encode Sans"/>
              <a:buChar char="■"/>
              <a:defRPr sz="1200"/>
            </a:lvl6pPr>
            <a:lvl7pPr indent="-317500" lvl="6" marL="3200400" rtl="0">
              <a:spcBef>
                <a:spcPts val="0"/>
              </a:spcBef>
              <a:spcAft>
                <a:spcPts val="0"/>
              </a:spcAft>
              <a:buClr>
                <a:srgbClr val="FFE6CD"/>
              </a:buClr>
              <a:buSzPts val="1400"/>
              <a:buFont typeface="Encode Sans"/>
              <a:buChar char="●"/>
              <a:defRPr sz="1200"/>
            </a:lvl7pPr>
            <a:lvl8pPr indent="-317500" lvl="7" marL="3657600" rtl="0">
              <a:spcBef>
                <a:spcPts val="0"/>
              </a:spcBef>
              <a:spcAft>
                <a:spcPts val="0"/>
              </a:spcAft>
              <a:buClr>
                <a:srgbClr val="FFE6CD"/>
              </a:buClr>
              <a:buSzPts val="1400"/>
              <a:buFont typeface="Encode Sans"/>
              <a:buChar char="○"/>
              <a:defRPr sz="1200"/>
            </a:lvl8pPr>
            <a:lvl9pPr indent="-317500" lvl="8" marL="4114800" rtl="0">
              <a:spcBef>
                <a:spcPts val="0"/>
              </a:spcBef>
              <a:spcAft>
                <a:spcPts val="0"/>
              </a:spcAft>
              <a:buClr>
                <a:srgbClr val="FFE6CD"/>
              </a:buClr>
              <a:buSzPts val="1400"/>
              <a:buFont typeface="Encode Sans"/>
              <a:buChar char="■"/>
              <a:defRPr sz="1200"/>
            </a:lvl9pPr>
          </a:lstStyle>
          <a:p/>
        </p:txBody>
      </p:sp>
      <p:sp>
        <p:nvSpPr>
          <p:cNvPr id="814" name="Google Shape;814;p15"/>
          <p:cNvSpPr txBox="1"/>
          <p:nvPr>
            <p:ph idx="2" type="body"/>
          </p:nvPr>
        </p:nvSpPr>
        <p:spPr>
          <a:xfrm>
            <a:off x="1453600" y="3780025"/>
            <a:ext cx="6373800" cy="831600"/>
          </a:xfrm>
          <a:prstGeom prst="rect">
            <a:avLst/>
          </a:prstGeom>
        </p:spPr>
        <p:txBody>
          <a:bodyPr anchorCtr="0" anchor="t" bIns="91425" lIns="91425" spcFirstLastPara="1" rIns="91425" wrap="square" tIns="91425">
            <a:noAutofit/>
          </a:bodyPr>
          <a:lstStyle>
            <a:lvl1pPr indent="-298450" lvl="0" marL="457200" rtl="0">
              <a:lnSpc>
                <a:spcPct val="100000"/>
              </a:lnSpc>
              <a:spcBef>
                <a:spcPts val="0"/>
              </a:spcBef>
              <a:spcAft>
                <a:spcPts val="0"/>
              </a:spcAft>
              <a:buClr>
                <a:schemeClr val="accent3"/>
              </a:buClr>
              <a:buSzPts val="1100"/>
              <a:buChar char="●"/>
              <a:defRPr sz="1600">
                <a:solidFill>
                  <a:srgbClr val="FFFFFF"/>
                </a:solidFill>
              </a:defRPr>
            </a:lvl1pPr>
            <a:lvl2pPr indent="-317500" lvl="1" marL="914400" rtl="0">
              <a:spcBef>
                <a:spcPts val="0"/>
              </a:spcBef>
              <a:spcAft>
                <a:spcPts val="0"/>
              </a:spcAft>
              <a:buClr>
                <a:srgbClr val="FFE6CD"/>
              </a:buClr>
              <a:buSzPts val="1400"/>
              <a:buFont typeface="Encode Sans"/>
              <a:buChar char="○"/>
              <a:defRPr sz="1200"/>
            </a:lvl2pPr>
            <a:lvl3pPr indent="-317500" lvl="2" marL="1371600" rtl="0">
              <a:spcBef>
                <a:spcPts val="0"/>
              </a:spcBef>
              <a:spcAft>
                <a:spcPts val="0"/>
              </a:spcAft>
              <a:buClr>
                <a:srgbClr val="FFE6CD"/>
              </a:buClr>
              <a:buSzPts val="1400"/>
              <a:buFont typeface="Encode Sans"/>
              <a:buChar char="■"/>
              <a:defRPr sz="1200"/>
            </a:lvl3pPr>
            <a:lvl4pPr indent="-317500" lvl="3" marL="1828800" rtl="0">
              <a:spcBef>
                <a:spcPts val="0"/>
              </a:spcBef>
              <a:spcAft>
                <a:spcPts val="0"/>
              </a:spcAft>
              <a:buClr>
                <a:srgbClr val="FFE6CD"/>
              </a:buClr>
              <a:buSzPts val="1400"/>
              <a:buFont typeface="Encode Sans"/>
              <a:buChar char="●"/>
              <a:defRPr sz="1200"/>
            </a:lvl4pPr>
            <a:lvl5pPr indent="-317500" lvl="4" marL="2286000" rtl="0">
              <a:spcBef>
                <a:spcPts val="0"/>
              </a:spcBef>
              <a:spcAft>
                <a:spcPts val="0"/>
              </a:spcAft>
              <a:buClr>
                <a:srgbClr val="FFE6CD"/>
              </a:buClr>
              <a:buSzPts val="1400"/>
              <a:buFont typeface="Encode Sans"/>
              <a:buChar char="○"/>
              <a:defRPr sz="1200"/>
            </a:lvl5pPr>
            <a:lvl6pPr indent="-317500" lvl="5" marL="2743200" rtl="0">
              <a:spcBef>
                <a:spcPts val="0"/>
              </a:spcBef>
              <a:spcAft>
                <a:spcPts val="0"/>
              </a:spcAft>
              <a:buClr>
                <a:srgbClr val="FFE6CD"/>
              </a:buClr>
              <a:buSzPts val="1400"/>
              <a:buFont typeface="Encode Sans"/>
              <a:buChar char="■"/>
              <a:defRPr sz="1200"/>
            </a:lvl6pPr>
            <a:lvl7pPr indent="-317500" lvl="6" marL="3200400" rtl="0">
              <a:spcBef>
                <a:spcPts val="0"/>
              </a:spcBef>
              <a:spcAft>
                <a:spcPts val="0"/>
              </a:spcAft>
              <a:buClr>
                <a:srgbClr val="FFE6CD"/>
              </a:buClr>
              <a:buSzPts val="1400"/>
              <a:buFont typeface="Encode Sans"/>
              <a:buChar char="●"/>
              <a:defRPr sz="1200"/>
            </a:lvl7pPr>
            <a:lvl8pPr indent="-317500" lvl="7" marL="3657600" rtl="0">
              <a:spcBef>
                <a:spcPts val="0"/>
              </a:spcBef>
              <a:spcAft>
                <a:spcPts val="0"/>
              </a:spcAft>
              <a:buClr>
                <a:srgbClr val="FFE6CD"/>
              </a:buClr>
              <a:buSzPts val="1400"/>
              <a:buFont typeface="Encode Sans"/>
              <a:buChar char="○"/>
              <a:defRPr sz="1200"/>
            </a:lvl8pPr>
            <a:lvl9pPr indent="-317500" lvl="8" marL="4114800" rtl="0">
              <a:spcBef>
                <a:spcPts val="0"/>
              </a:spcBef>
              <a:spcAft>
                <a:spcPts val="0"/>
              </a:spcAft>
              <a:buClr>
                <a:srgbClr val="FFE6CD"/>
              </a:buClr>
              <a:buSzPts val="1400"/>
              <a:buFont typeface="Encode Sans"/>
              <a:buChar char="■"/>
              <a:defRPr sz="1200"/>
            </a:lvl9pPr>
          </a:lstStyle>
          <a:p/>
        </p:txBody>
      </p:sp>
      <p:sp>
        <p:nvSpPr>
          <p:cNvPr id="815" name="Google Shape;815;p15"/>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lvl1pPr indent="0" lvl="0" marL="0" marR="0" rtl="0" algn="l">
              <a:lnSpc>
                <a:spcPct val="100000"/>
              </a:lnSpc>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16" name="Google Shape;816;p15"/>
          <p:cNvSpPr txBox="1"/>
          <p:nvPr>
            <p:ph idx="3" type="subTitle"/>
          </p:nvPr>
        </p:nvSpPr>
        <p:spPr>
          <a:xfrm>
            <a:off x="1677625" y="1329375"/>
            <a:ext cx="2987400" cy="6789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b="1" sz="2200">
                <a:solidFill>
                  <a:srgbClr val="D19A78"/>
                </a:solidFill>
                <a:latin typeface="Poiret One"/>
                <a:ea typeface="Poiret One"/>
                <a:cs typeface="Poiret One"/>
                <a:sym typeface="Poiret 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817" name="Google Shape;817;p15"/>
          <p:cNvSpPr txBox="1"/>
          <p:nvPr>
            <p:ph idx="4" type="subTitle"/>
          </p:nvPr>
        </p:nvSpPr>
        <p:spPr>
          <a:xfrm>
            <a:off x="1677625" y="3101025"/>
            <a:ext cx="2953800" cy="6789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b="1" sz="2200">
                <a:solidFill>
                  <a:srgbClr val="D19A78"/>
                </a:solidFill>
                <a:latin typeface="Poiret One"/>
                <a:ea typeface="Poiret One"/>
                <a:cs typeface="Poiret One"/>
                <a:sym typeface="Poiret 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9_1">
    <p:spTree>
      <p:nvGrpSpPr>
        <p:cNvPr id="818" name="Shape 818"/>
        <p:cNvGrpSpPr/>
        <p:nvPr/>
      </p:nvGrpSpPr>
      <p:grpSpPr>
        <a:xfrm>
          <a:off x="0" y="0"/>
          <a:ext cx="0" cy="0"/>
          <a:chOff x="0" y="0"/>
          <a:chExt cx="0" cy="0"/>
        </a:xfrm>
      </p:grpSpPr>
      <p:sp>
        <p:nvSpPr>
          <p:cNvPr id="819" name="Google Shape;819;p16"/>
          <p:cNvSpPr/>
          <p:nvPr/>
        </p:nvSpPr>
        <p:spPr>
          <a:xfrm>
            <a:off x="3397600" y="2959300"/>
            <a:ext cx="2864286" cy="962355"/>
          </a:xfrm>
          <a:custGeom>
            <a:rect b="b" l="l" r="r" t="t"/>
            <a:pathLst>
              <a:path extrusionOk="0" h="25644" w="76325">
                <a:moveTo>
                  <a:pt x="69642" y="8267"/>
                </a:moveTo>
                <a:lnTo>
                  <a:pt x="69642" y="8267"/>
                </a:lnTo>
                <a:cubicBezTo>
                  <a:pt x="69634" y="8285"/>
                  <a:pt x="69630" y="8297"/>
                  <a:pt x="69632" y="8297"/>
                </a:cubicBezTo>
                <a:cubicBezTo>
                  <a:pt x="69632" y="8297"/>
                  <a:pt x="69634" y="8294"/>
                  <a:pt x="69637" y="8287"/>
                </a:cubicBezTo>
                <a:cubicBezTo>
                  <a:pt x="69639" y="8281"/>
                  <a:pt x="69641" y="8274"/>
                  <a:pt x="69642" y="8267"/>
                </a:cubicBezTo>
                <a:close/>
                <a:moveTo>
                  <a:pt x="56233" y="14701"/>
                </a:moveTo>
                <a:cubicBezTo>
                  <a:pt x="56240" y="14701"/>
                  <a:pt x="56235" y="14702"/>
                  <a:pt x="56223" y="14704"/>
                </a:cubicBezTo>
                <a:lnTo>
                  <a:pt x="56223" y="14704"/>
                </a:lnTo>
                <a:cubicBezTo>
                  <a:pt x="56226" y="14703"/>
                  <a:pt x="56230" y="14702"/>
                  <a:pt x="56233" y="14701"/>
                </a:cubicBezTo>
                <a:close/>
                <a:moveTo>
                  <a:pt x="57564" y="14653"/>
                </a:moveTo>
                <a:cubicBezTo>
                  <a:pt x="57551" y="14722"/>
                  <a:pt x="57540" y="14783"/>
                  <a:pt x="57540" y="14822"/>
                </a:cubicBezTo>
                <a:cubicBezTo>
                  <a:pt x="57537" y="14831"/>
                  <a:pt x="57535" y="14840"/>
                  <a:pt x="57533" y="14849"/>
                </a:cubicBezTo>
                <a:lnTo>
                  <a:pt x="57533" y="14849"/>
                </a:lnTo>
                <a:cubicBezTo>
                  <a:pt x="57472" y="14816"/>
                  <a:pt x="57469" y="14795"/>
                  <a:pt x="57540" y="14701"/>
                </a:cubicBezTo>
                <a:lnTo>
                  <a:pt x="57564" y="14653"/>
                </a:lnTo>
                <a:close/>
                <a:moveTo>
                  <a:pt x="55982" y="14731"/>
                </a:moveTo>
                <a:cubicBezTo>
                  <a:pt x="55940" y="14823"/>
                  <a:pt x="55885" y="14943"/>
                  <a:pt x="55838" y="14974"/>
                </a:cubicBezTo>
                <a:cubicBezTo>
                  <a:pt x="55814" y="14997"/>
                  <a:pt x="55787" y="15007"/>
                  <a:pt x="55758" y="15007"/>
                </a:cubicBezTo>
                <a:cubicBezTo>
                  <a:pt x="55712" y="15007"/>
                  <a:pt x="55662" y="14981"/>
                  <a:pt x="55625" y="14944"/>
                </a:cubicBezTo>
                <a:cubicBezTo>
                  <a:pt x="55595" y="14913"/>
                  <a:pt x="55625" y="14822"/>
                  <a:pt x="55686" y="14731"/>
                </a:cubicBezTo>
                <a:lnTo>
                  <a:pt x="55929" y="14731"/>
                </a:lnTo>
                <a:cubicBezTo>
                  <a:pt x="55946" y="14731"/>
                  <a:pt x="55963" y="14731"/>
                  <a:pt x="55982" y="14731"/>
                </a:cubicBezTo>
                <a:close/>
                <a:moveTo>
                  <a:pt x="22372" y="15369"/>
                </a:moveTo>
                <a:cubicBezTo>
                  <a:pt x="22372" y="15552"/>
                  <a:pt x="22342" y="15704"/>
                  <a:pt x="22342" y="15825"/>
                </a:cubicBezTo>
                <a:cubicBezTo>
                  <a:pt x="21946" y="15673"/>
                  <a:pt x="21946" y="15612"/>
                  <a:pt x="22372" y="15369"/>
                </a:cubicBezTo>
                <a:close/>
                <a:moveTo>
                  <a:pt x="52878" y="1"/>
                </a:moveTo>
                <a:cubicBezTo>
                  <a:pt x="52844" y="1"/>
                  <a:pt x="52817" y="7"/>
                  <a:pt x="52798" y="20"/>
                </a:cubicBezTo>
                <a:lnTo>
                  <a:pt x="52555" y="20"/>
                </a:lnTo>
                <a:cubicBezTo>
                  <a:pt x="52403" y="20"/>
                  <a:pt x="52251" y="50"/>
                  <a:pt x="52099" y="111"/>
                </a:cubicBezTo>
                <a:cubicBezTo>
                  <a:pt x="52069" y="141"/>
                  <a:pt x="52038" y="202"/>
                  <a:pt x="52069" y="263"/>
                </a:cubicBezTo>
                <a:lnTo>
                  <a:pt x="52069" y="293"/>
                </a:lnTo>
                <a:cubicBezTo>
                  <a:pt x="52060" y="302"/>
                  <a:pt x="52043" y="306"/>
                  <a:pt x="52023" y="306"/>
                </a:cubicBezTo>
                <a:cubicBezTo>
                  <a:pt x="51975" y="306"/>
                  <a:pt x="51908" y="284"/>
                  <a:pt x="51886" y="263"/>
                </a:cubicBezTo>
                <a:cubicBezTo>
                  <a:pt x="51881" y="257"/>
                  <a:pt x="51871" y="255"/>
                  <a:pt x="51857" y="255"/>
                </a:cubicBezTo>
                <a:cubicBezTo>
                  <a:pt x="51793" y="255"/>
                  <a:pt x="51652" y="309"/>
                  <a:pt x="51552" y="384"/>
                </a:cubicBezTo>
                <a:cubicBezTo>
                  <a:pt x="51339" y="445"/>
                  <a:pt x="51096" y="506"/>
                  <a:pt x="50883" y="567"/>
                </a:cubicBezTo>
                <a:cubicBezTo>
                  <a:pt x="50762" y="597"/>
                  <a:pt x="50518" y="962"/>
                  <a:pt x="50336" y="992"/>
                </a:cubicBezTo>
                <a:cubicBezTo>
                  <a:pt x="50214" y="992"/>
                  <a:pt x="50062" y="1023"/>
                  <a:pt x="49911" y="1023"/>
                </a:cubicBezTo>
                <a:lnTo>
                  <a:pt x="49850" y="1023"/>
                </a:lnTo>
                <a:cubicBezTo>
                  <a:pt x="49728" y="1023"/>
                  <a:pt x="49728" y="1144"/>
                  <a:pt x="49698" y="1144"/>
                </a:cubicBezTo>
                <a:lnTo>
                  <a:pt x="49546" y="1175"/>
                </a:lnTo>
                <a:cubicBezTo>
                  <a:pt x="49424" y="1205"/>
                  <a:pt x="49333" y="1266"/>
                  <a:pt x="49242" y="1327"/>
                </a:cubicBezTo>
                <a:lnTo>
                  <a:pt x="49242" y="1387"/>
                </a:lnTo>
                <a:cubicBezTo>
                  <a:pt x="49288" y="1480"/>
                  <a:pt x="49281" y="1520"/>
                  <a:pt x="49249" y="1520"/>
                </a:cubicBezTo>
                <a:cubicBezTo>
                  <a:pt x="49238" y="1520"/>
                  <a:pt x="49226" y="1516"/>
                  <a:pt x="49211" y="1509"/>
                </a:cubicBezTo>
                <a:lnTo>
                  <a:pt x="49090" y="1418"/>
                </a:lnTo>
                <a:cubicBezTo>
                  <a:pt x="48938" y="1448"/>
                  <a:pt x="48816" y="1479"/>
                  <a:pt x="48664" y="1509"/>
                </a:cubicBezTo>
                <a:lnTo>
                  <a:pt x="48634" y="1509"/>
                </a:lnTo>
                <a:cubicBezTo>
                  <a:pt x="48572" y="1488"/>
                  <a:pt x="48524" y="1439"/>
                  <a:pt x="48461" y="1439"/>
                </a:cubicBezTo>
                <a:cubicBezTo>
                  <a:pt x="48431" y="1439"/>
                  <a:pt x="48399" y="1450"/>
                  <a:pt x="48360" y="1479"/>
                </a:cubicBezTo>
                <a:lnTo>
                  <a:pt x="48269" y="1539"/>
                </a:lnTo>
                <a:cubicBezTo>
                  <a:pt x="48330" y="1600"/>
                  <a:pt x="48239" y="1631"/>
                  <a:pt x="48178" y="1631"/>
                </a:cubicBezTo>
                <a:cubicBezTo>
                  <a:pt x="48087" y="1631"/>
                  <a:pt x="47996" y="1691"/>
                  <a:pt x="47935" y="1752"/>
                </a:cubicBezTo>
                <a:lnTo>
                  <a:pt x="47844" y="1813"/>
                </a:lnTo>
                <a:lnTo>
                  <a:pt x="47783" y="1874"/>
                </a:lnTo>
                <a:cubicBezTo>
                  <a:pt x="47661" y="1965"/>
                  <a:pt x="47570" y="1995"/>
                  <a:pt x="47418" y="1995"/>
                </a:cubicBezTo>
                <a:lnTo>
                  <a:pt x="47357" y="2056"/>
                </a:lnTo>
                <a:cubicBezTo>
                  <a:pt x="47266" y="2117"/>
                  <a:pt x="47145" y="2147"/>
                  <a:pt x="47053" y="2178"/>
                </a:cubicBezTo>
                <a:cubicBezTo>
                  <a:pt x="47023" y="2208"/>
                  <a:pt x="46962" y="2238"/>
                  <a:pt x="46932" y="2269"/>
                </a:cubicBezTo>
                <a:cubicBezTo>
                  <a:pt x="46871" y="2330"/>
                  <a:pt x="46749" y="2390"/>
                  <a:pt x="46749" y="2390"/>
                </a:cubicBezTo>
                <a:cubicBezTo>
                  <a:pt x="46707" y="2366"/>
                  <a:pt x="46679" y="2356"/>
                  <a:pt x="46661" y="2356"/>
                </a:cubicBezTo>
                <a:cubicBezTo>
                  <a:pt x="46588" y="2356"/>
                  <a:pt x="46670" y="2512"/>
                  <a:pt x="46597" y="2512"/>
                </a:cubicBezTo>
                <a:cubicBezTo>
                  <a:pt x="46557" y="2502"/>
                  <a:pt x="46516" y="2498"/>
                  <a:pt x="46477" y="2498"/>
                </a:cubicBezTo>
                <a:cubicBezTo>
                  <a:pt x="46398" y="2498"/>
                  <a:pt x="46324" y="2512"/>
                  <a:pt x="46263" y="2512"/>
                </a:cubicBezTo>
                <a:lnTo>
                  <a:pt x="46172" y="2542"/>
                </a:lnTo>
                <a:cubicBezTo>
                  <a:pt x="46081" y="2603"/>
                  <a:pt x="46081" y="2725"/>
                  <a:pt x="46020" y="2755"/>
                </a:cubicBezTo>
                <a:cubicBezTo>
                  <a:pt x="45989" y="2755"/>
                  <a:pt x="45868" y="2816"/>
                  <a:pt x="45777" y="2846"/>
                </a:cubicBezTo>
                <a:lnTo>
                  <a:pt x="45564" y="2846"/>
                </a:lnTo>
                <a:cubicBezTo>
                  <a:pt x="45473" y="2907"/>
                  <a:pt x="45321" y="3029"/>
                  <a:pt x="45169" y="3120"/>
                </a:cubicBezTo>
                <a:lnTo>
                  <a:pt x="44986" y="3120"/>
                </a:lnTo>
                <a:cubicBezTo>
                  <a:pt x="44956" y="3120"/>
                  <a:pt x="44895" y="3120"/>
                  <a:pt x="44865" y="3150"/>
                </a:cubicBezTo>
                <a:lnTo>
                  <a:pt x="44774" y="3272"/>
                </a:lnTo>
                <a:cubicBezTo>
                  <a:pt x="44694" y="3404"/>
                  <a:pt x="44615" y="3490"/>
                  <a:pt x="44596" y="3490"/>
                </a:cubicBezTo>
                <a:cubicBezTo>
                  <a:pt x="44593" y="3490"/>
                  <a:pt x="44591" y="3489"/>
                  <a:pt x="44591" y="3485"/>
                </a:cubicBezTo>
                <a:lnTo>
                  <a:pt x="44561" y="3485"/>
                </a:lnTo>
                <a:lnTo>
                  <a:pt x="44530" y="3424"/>
                </a:lnTo>
                <a:lnTo>
                  <a:pt x="44378" y="3424"/>
                </a:lnTo>
                <a:cubicBezTo>
                  <a:pt x="44378" y="3454"/>
                  <a:pt x="44318" y="3637"/>
                  <a:pt x="44257" y="3667"/>
                </a:cubicBezTo>
                <a:cubicBezTo>
                  <a:pt x="44166" y="3697"/>
                  <a:pt x="43771" y="3849"/>
                  <a:pt x="43649" y="3910"/>
                </a:cubicBezTo>
                <a:cubicBezTo>
                  <a:pt x="43527" y="3971"/>
                  <a:pt x="43436" y="4032"/>
                  <a:pt x="43467" y="4062"/>
                </a:cubicBezTo>
                <a:cubicBezTo>
                  <a:pt x="43497" y="4093"/>
                  <a:pt x="43467" y="4123"/>
                  <a:pt x="43406" y="4123"/>
                </a:cubicBezTo>
                <a:lnTo>
                  <a:pt x="43284" y="4123"/>
                </a:lnTo>
                <a:cubicBezTo>
                  <a:pt x="43193" y="4123"/>
                  <a:pt x="43071" y="4245"/>
                  <a:pt x="43011" y="4245"/>
                </a:cubicBezTo>
                <a:cubicBezTo>
                  <a:pt x="42859" y="4275"/>
                  <a:pt x="42707" y="4336"/>
                  <a:pt x="42555" y="4427"/>
                </a:cubicBezTo>
                <a:cubicBezTo>
                  <a:pt x="42524" y="4457"/>
                  <a:pt x="42479" y="4473"/>
                  <a:pt x="42429" y="4473"/>
                </a:cubicBezTo>
                <a:cubicBezTo>
                  <a:pt x="42380" y="4473"/>
                  <a:pt x="42327" y="4457"/>
                  <a:pt x="42281" y="4427"/>
                </a:cubicBezTo>
                <a:cubicBezTo>
                  <a:pt x="42279" y="4425"/>
                  <a:pt x="42277" y="4424"/>
                  <a:pt x="42275" y="4424"/>
                </a:cubicBezTo>
                <a:cubicBezTo>
                  <a:pt x="42240" y="4424"/>
                  <a:pt x="42154" y="4641"/>
                  <a:pt x="42068" y="4670"/>
                </a:cubicBezTo>
                <a:cubicBezTo>
                  <a:pt x="41886" y="4700"/>
                  <a:pt x="41734" y="4700"/>
                  <a:pt x="41552" y="4700"/>
                </a:cubicBezTo>
                <a:cubicBezTo>
                  <a:pt x="41461" y="4700"/>
                  <a:pt x="41582" y="4518"/>
                  <a:pt x="41612" y="4427"/>
                </a:cubicBezTo>
                <a:cubicBezTo>
                  <a:pt x="41612" y="4383"/>
                  <a:pt x="41597" y="4367"/>
                  <a:pt x="41575" y="4367"/>
                </a:cubicBezTo>
                <a:cubicBezTo>
                  <a:pt x="41537" y="4367"/>
                  <a:pt x="41480" y="4418"/>
                  <a:pt x="41461" y="4457"/>
                </a:cubicBezTo>
                <a:cubicBezTo>
                  <a:pt x="41445" y="4473"/>
                  <a:pt x="41429" y="4481"/>
                  <a:pt x="41414" y="4481"/>
                </a:cubicBezTo>
                <a:cubicBezTo>
                  <a:pt x="41372" y="4481"/>
                  <a:pt x="41339" y="4418"/>
                  <a:pt x="41339" y="4305"/>
                </a:cubicBezTo>
                <a:lnTo>
                  <a:pt x="41369" y="4275"/>
                </a:lnTo>
                <a:lnTo>
                  <a:pt x="41582" y="4153"/>
                </a:lnTo>
                <a:cubicBezTo>
                  <a:pt x="41430" y="4062"/>
                  <a:pt x="41278" y="4001"/>
                  <a:pt x="41096" y="3941"/>
                </a:cubicBezTo>
                <a:lnTo>
                  <a:pt x="41005" y="3880"/>
                </a:lnTo>
                <a:lnTo>
                  <a:pt x="40913" y="3819"/>
                </a:lnTo>
                <a:cubicBezTo>
                  <a:pt x="40835" y="3760"/>
                  <a:pt x="40756" y="3727"/>
                  <a:pt x="40670" y="3727"/>
                </a:cubicBezTo>
                <a:cubicBezTo>
                  <a:pt x="40622" y="3727"/>
                  <a:pt x="40572" y="3737"/>
                  <a:pt x="40518" y="3758"/>
                </a:cubicBezTo>
                <a:cubicBezTo>
                  <a:pt x="40513" y="3764"/>
                  <a:pt x="40508" y="3766"/>
                  <a:pt x="40505" y="3766"/>
                </a:cubicBezTo>
                <a:cubicBezTo>
                  <a:pt x="40469" y="3766"/>
                  <a:pt x="40529" y="3512"/>
                  <a:pt x="40640" y="3485"/>
                </a:cubicBezTo>
                <a:cubicBezTo>
                  <a:pt x="40761" y="3454"/>
                  <a:pt x="40731" y="3241"/>
                  <a:pt x="40670" y="3241"/>
                </a:cubicBezTo>
                <a:cubicBezTo>
                  <a:pt x="40457" y="3241"/>
                  <a:pt x="40245" y="3241"/>
                  <a:pt x="40032" y="3272"/>
                </a:cubicBezTo>
                <a:cubicBezTo>
                  <a:pt x="39880" y="3272"/>
                  <a:pt x="39363" y="3424"/>
                  <a:pt x="39181" y="3454"/>
                </a:cubicBezTo>
                <a:cubicBezTo>
                  <a:pt x="38998" y="3515"/>
                  <a:pt x="38786" y="3576"/>
                  <a:pt x="38725" y="3576"/>
                </a:cubicBezTo>
                <a:lnTo>
                  <a:pt x="38664" y="3606"/>
                </a:lnTo>
                <a:lnTo>
                  <a:pt x="38360" y="3789"/>
                </a:lnTo>
                <a:lnTo>
                  <a:pt x="38239" y="3880"/>
                </a:lnTo>
                <a:cubicBezTo>
                  <a:pt x="38170" y="3948"/>
                  <a:pt x="38068" y="3982"/>
                  <a:pt x="37969" y="3982"/>
                </a:cubicBezTo>
                <a:cubicBezTo>
                  <a:pt x="37937" y="3982"/>
                  <a:pt x="37904" y="3979"/>
                  <a:pt x="37874" y="3971"/>
                </a:cubicBezTo>
                <a:lnTo>
                  <a:pt x="37783" y="3971"/>
                </a:lnTo>
                <a:cubicBezTo>
                  <a:pt x="37631" y="3971"/>
                  <a:pt x="37509" y="4001"/>
                  <a:pt x="37357" y="4032"/>
                </a:cubicBezTo>
                <a:lnTo>
                  <a:pt x="37236" y="4093"/>
                </a:lnTo>
                <a:lnTo>
                  <a:pt x="37175" y="4123"/>
                </a:lnTo>
                <a:cubicBezTo>
                  <a:pt x="37151" y="4146"/>
                  <a:pt x="37118" y="4156"/>
                  <a:pt x="37080" y="4156"/>
                </a:cubicBezTo>
                <a:cubicBezTo>
                  <a:pt x="36971" y="4156"/>
                  <a:pt x="36825" y="4077"/>
                  <a:pt x="36780" y="4032"/>
                </a:cubicBezTo>
                <a:cubicBezTo>
                  <a:pt x="36773" y="4025"/>
                  <a:pt x="36765" y="4022"/>
                  <a:pt x="36757" y="4022"/>
                </a:cubicBezTo>
                <a:cubicBezTo>
                  <a:pt x="36687" y="4022"/>
                  <a:pt x="36563" y="4224"/>
                  <a:pt x="36536" y="4305"/>
                </a:cubicBezTo>
                <a:cubicBezTo>
                  <a:pt x="36476" y="4397"/>
                  <a:pt x="36384" y="4457"/>
                  <a:pt x="36293" y="4457"/>
                </a:cubicBezTo>
                <a:cubicBezTo>
                  <a:pt x="36263" y="4457"/>
                  <a:pt x="36202" y="4397"/>
                  <a:pt x="36202" y="4336"/>
                </a:cubicBezTo>
                <a:lnTo>
                  <a:pt x="36202" y="4275"/>
                </a:lnTo>
                <a:lnTo>
                  <a:pt x="36202" y="4245"/>
                </a:lnTo>
                <a:cubicBezTo>
                  <a:pt x="36202" y="4209"/>
                  <a:pt x="36178" y="4192"/>
                  <a:pt x="36140" y="4192"/>
                </a:cubicBezTo>
                <a:cubicBezTo>
                  <a:pt x="36082" y="4192"/>
                  <a:pt x="35990" y="4232"/>
                  <a:pt x="35898" y="4305"/>
                </a:cubicBezTo>
                <a:lnTo>
                  <a:pt x="35837" y="4305"/>
                </a:lnTo>
                <a:cubicBezTo>
                  <a:pt x="35788" y="4272"/>
                  <a:pt x="35756" y="4260"/>
                  <a:pt x="35736" y="4260"/>
                </a:cubicBezTo>
                <a:cubicBezTo>
                  <a:pt x="35683" y="4260"/>
                  <a:pt x="35716" y="4352"/>
                  <a:pt x="35716" y="4397"/>
                </a:cubicBezTo>
                <a:lnTo>
                  <a:pt x="35716" y="4427"/>
                </a:lnTo>
                <a:cubicBezTo>
                  <a:pt x="35716" y="4442"/>
                  <a:pt x="35777" y="4457"/>
                  <a:pt x="35845" y="4457"/>
                </a:cubicBezTo>
                <a:cubicBezTo>
                  <a:pt x="35913" y="4457"/>
                  <a:pt x="35989" y="4442"/>
                  <a:pt x="36020" y="4397"/>
                </a:cubicBezTo>
                <a:cubicBezTo>
                  <a:pt x="36025" y="4387"/>
                  <a:pt x="36029" y="4382"/>
                  <a:pt x="36034" y="4382"/>
                </a:cubicBezTo>
                <a:cubicBezTo>
                  <a:pt x="36059" y="4382"/>
                  <a:pt x="36080" y="4498"/>
                  <a:pt x="36080" y="4549"/>
                </a:cubicBezTo>
                <a:cubicBezTo>
                  <a:pt x="36080" y="4579"/>
                  <a:pt x="35625" y="4640"/>
                  <a:pt x="35503" y="4731"/>
                </a:cubicBezTo>
                <a:cubicBezTo>
                  <a:pt x="35477" y="4736"/>
                  <a:pt x="35450" y="4739"/>
                  <a:pt x="35423" y="4739"/>
                </a:cubicBezTo>
                <a:cubicBezTo>
                  <a:pt x="35291" y="4739"/>
                  <a:pt x="35153" y="4680"/>
                  <a:pt x="35077" y="4579"/>
                </a:cubicBezTo>
                <a:cubicBezTo>
                  <a:pt x="35056" y="4536"/>
                  <a:pt x="35019" y="4493"/>
                  <a:pt x="34978" y="4493"/>
                </a:cubicBezTo>
                <a:cubicBezTo>
                  <a:pt x="34961" y="4493"/>
                  <a:pt x="34943" y="4500"/>
                  <a:pt x="34925" y="4518"/>
                </a:cubicBezTo>
                <a:lnTo>
                  <a:pt x="34895" y="4549"/>
                </a:lnTo>
                <a:lnTo>
                  <a:pt x="34591" y="4761"/>
                </a:lnTo>
                <a:cubicBezTo>
                  <a:pt x="34591" y="4913"/>
                  <a:pt x="34561" y="5035"/>
                  <a:pt x="34561" y="5156"/>
                </a:cubicBezTo>
                <a:cubicBezTo>
                  <a:pt x="34555" y="5168"/>
                  <a:pt x="34545" y="5173"/>
                  <a:pt x="34534" y="5173"/>
                </a:cubicBezTo>
                <a:cubicBezTo>
                  <a:pt x="34486" y="5173"/>
                  <a:pt x="34403" y="5090"/>
                  <a:pt x="34378" y="5065"/>
                </a:cubicBezTo>
                <a:cubicBezTo>
                  <a:pt x="34370" y="5049"/>
                  <a:pt x="34362" y="5041"/>
                  <a:pt x="34353" y="5041"/>
                </a:cubicBezTo>
                <a:cubicBezTo>
                  <a:pt x="34329" y="5041"/>
                  <a:pt x="34301" y="5098"/>
                  <a:pt x="34257" y="5187"/>
                </a:cubicBezTo>
                <a:lnTo>
                  <a:pt x="34105" y="5187"/>
                </a:lnTo>
                <a:cubicBezTo>
                  <a:pt x="34069" y="5178"/>
                  <a:pt x="34034" y="5174"/>
                  <a:pt x="33999" y="5174"/>
                </a:cubicBezTo>
                <a:cubicBezTo>
                  <a:pt x="33915" y="5174"/>
                  <a:pt x="33835" y="5196"/>
                  <a:pt x="33770" y="5217"/>
                </a:cubicBezTo>
                <a:lnTo>
                  <a:pt x="33649" y="5248"/>
                </a:lnTo>
                <a:cubicBezTo>
                  <a:pt x="33527" y="5278"/>
                  <a:pt x="33406" y="5278"/>
                  <a:pt x="33254" y="5278"/>
                </a:cubicBezTo>
                <a:cubicBezTo>
                  <a:pt x="33497" y="5156"/>
                  <a:pt x="33497" y="5096"/>
                  <a:pt x="33345" y="4974"/>
                </a:cubicBezTo>
                <a:lnTo>
                  <a:pt x="33254" y="4974"/>
                </a:lnTo>
                <a:cubicBezTo>
                  <a:pt x="33162" y="5187"/>
                  <a:pt x="32859" y="5126"/>
                  <a:pt x="32646" y="5248"/>
                </a:cubicBezTo>
                <a:lnTo>
                  <a:pt x="32433" y="5369"/>
                </a:lnTo>
                <a:cubicBezTo>
                  <a:pt x="32463" y="5460"/>
                  <a:pt x="32463" y="5552"/>
                  <a:pt x="32494" y="5643"/>
                </a:cubicBezTo>
                <a:cubicBezTo>
                  <a:pt x="32524" y="5673"/>
                  <a:pt x="32494" y="5734"/>
                  <a:pt x="32463" y="5734"/>
                </a:cubicBezTo>
                <a:cubicBezTo>
                  <a:pt x="32403" y="5673"/>
                  <a:pt x="32372" y="5552"/>
                  <a:pt x="32311" y="5460"/>
                </a:cubicBezTo>
                <a:cubicBezTo>
                  <a:pt x="32289" y="5416"/>
                  <a:pt x="32169" y="5388"/>
                  <a:pt x="32023" y="5388"/>
                </a:cubicBezTo>
                <a:cubicBezTo>
                  <a:pt x="31969" y="5388"/>
                  <a:pt x="31912" y="5391"/>
                  <a:pt x="31855" y="5400"/>
                </a:cubicBezTo>
                <a:lnTo>
                  <a:pt x="31734" y="5521"/>
                </a:lnTo>
                <a:lnTo>
                  <a:pt x="31612" y="5612"/>
                </a:lnTo>
                <a:cubicBezTo>
                  <a:pt x="31308" y="5673"/>
                  <a:pt x="30974" y="5764"/>
                  <a:pt x="30670" y="5856"/>
                </a:cubicBezTo>
                <a:cubicBezTo>
                  <a:pt x="30488" y="5916"/>
                  <a:pt x="30305" y="6007"/>
                  <a:pt x="30123" y="6129"/>
                </a:cubicBezTo>
                <a:lnTo>
                  <a:pt x="30001" y="6159"/>
                </a:lnTo>
                <a:lnTo>
                  <a:pt x="29849" y="6190"/>
                </a:lnTo>
                <a:cubicBezTo>
                  <a:pt x="29789" y="6251"/>
                  <a:pt x="29697" y="6311"/>
                  <a:pt x="29576" y="6342"/>
                </a:cubicBezTo>
                <a:lnTo>
                  <a:pt x="29545" y="6311"/>
                </a:lnTo>
                <a:cubicBezTo>
                  <a:pt x="29525" y="6291"/>
                  <a:pt x="29508" y="6284"/>
                  <a:pt x="29492" y="6284"/>
                </a:cubicBezTo>
                <a:cubicBezTo>
                  <a:pt x="29461" y="6284"/>
                  <a:pt x="29434" y="6311"/>
                  <a:pt x="29393" y="6311"/>
                </a:cubicBezTo>
                <a:lnTo>
                  <a:pt x="29272" y="6342"/>
                </a:lnTo>
                <a:cubicBezTo>
                  <a:pt x="29211" y="6433"/>
                  <a:pt x="29089" y="6524"/>
                  <a:pt x="28968" y="6585"/>
                </a:cubicBezTo>
                <a:lnTo>
                  <a:pt x="28725" y="6585"/>
                </a:lnTo>
                <a:cubicBezTo>
                  <a:pt x="28725" y="6676"/>
                  <a:pt x="28573" y="6737"/>
                  <a:pt x="28512" y="6798"/>
                </a:cubicBezTo>
                <a:cubicBezTo>
                  <a:pt x="28496" y="6806"/>
                  <a:pt x="28477" y="6810"/>
                  <a:pt x="28458" y="6810"/>
                </a:cubicBezTo>
                <a:cubicBezTo>
                  <a:pt x="28404" y="6810"/>
                  <a:pt x="28344" y="6781"/>
                  <a:pt x="28299" y="6737"/>
                </a:cubicBezTo>
                <a:cubicBezTo>
                  <a:pt x="28294" y="6727"/>
                  <a:pt x="28288" y="6723"/>
                  <a:pt x="28282" y="6723"/>
                </a:cubicBezTo>
                <a:cubicBezTo>
                  <a:pt x="28250" y="6723"/>
                  <a:pt x="28203" y="6833"/>
                  <a:pt x="28178" y="6859"/>
                </a:cubicBezTo>
                <a:cubicBezTo>
                  <a:pt x="28178" y="6880"/>
                  <a:pt x="28147" y="6902"/>
                  <a:pt x="28097" y="6902"/>
                </a:cubicBezTo>
                <a:cubicBezTo>
                  <a:pt x="28076" y="6902"/>
                  <a:pt x="28052" y="6898"/>
                  <a:pt x="28026" y="6889"/>
                </a:cubicBezTo>
                <a:lnTo>
                  <a:pt x="27934" y="6950"/>
                </a:lnTo>
                <a:cubicBezTo>
                  <a:pt x="27813" y="7071"/>
                  <a:pt x="27630" y="7193"/>
                  <a:pt x="27448" y="7254"/>
                </a:cubicBezTo>
                <a:cubicBezTo>
                  <a:pt x="27357" y="7254"/>
                  <a:pt x="27235" y="7284"/>
                  <a:pt x="27114" y="7315"/>
                </a:cubicBezTo>
                <a:lnTo>
                  <a:pt x="27083" y="7345"/>
                </a:lnTo>
                <a:lnTo>
                  <a:pt x="27053" y="7375"/>
                </a:lnTo>
                <a:cubicBezTo>
                  <a:pt x="27053" y="7425"/>
                  <a:pt x="27035" y="7448"/>
                  <a:pt x="27008" y="7448"/>
                </a:cubicBezTo>
                <a:cubicBezTo>
                  <a:pt x="26986" y="7448"/>
                  <a:pt x="26959" y="7433"/>
                  <a:pt x="26931" y="7406"/>
                </a:cubicBezTo>
                <a:lnTo>
                  <a:pt x="26840" y="7497"/>
                </a:lnTo>
                <a:cubicBezTo>
                  <a:pt x="26837" y="7500"/>
                  <a:pt x="26834" y="7501"/>
                  <a:pt x="26829" y="7501"/>
                </a:cubicBezTo>
                <a:cubicBezTo>
                  <a:pt x="26804" y="7501"/>
                  <a:pt x="26756" y="7459"/>
                  <a:pt x="26723" y="7459"/>
                </a:cubicBezTo>
                <a:cubicBezTo>
                  <a:pt x="26703" y="7459"/>
                  <a:pt x="26688" y="7475"/>
                  <a:pt x="26688" y="7527"/>
                </a:cubicBezTo>
                <a:cubicBezTo>
                  <a:pt x="26681" y="7565"/>
                  <a:pt x="26667" y="7579"/>
                  <a:pt x="26651" y="7579"/>
                </a:cubicBezTo>
                <a:cubicBezTo>
                  <a:pt x="26612" y="7579"/>
                  <a:pt x="26555" y="7506"/>
                  <a:pt x="26510" y="7506"/>
                </a:cubicBezTo>
                <a:cubicBezTo>
                  <a:pt x="26497" y="7506"/>
                  <a:pt x="26486" y="7512"/>
                  <a:pt x="26475" y="7527"/>
                </a:cubicBezTo>
                <a:lnTo>
                  <a:pt x="26415" y="7618"/>
                </a:lnTo>
                <a:cubicBezTo>
                  <a:pt x="26293" y="7710"/>
                  <a:pt x="26141" y="7801"/>
                  <a:pt x="25989" y="7862"/>
                </a:cubicBezTo>
                <a:cubicBezTo>
                  <a:pt x="25898" y="7892"/>
                  <a:pt x="25807" y="7892"/>
                  <a:pt x="25776" y="7892"/>
                </a:cubicBezTo>
                <a:cubicBezTo>
                  <a:pt x="25716" y="7922"/>
                  <a:pt x="25655" y="7953"/>
                  <a:pt x="25594" y="7983"/>
                </a:cubicBezTo>
                <a:lnTo>
                  <a:pt x="25533" y="8044"/>
                </a:lnTo>
                <a:cubicBezTo>
                  <a:pt x="25452" y="8125"/>
                  <a:pt x="25322" y="8231"/>
                  <a:pt x="25252" y="8231"/>
                </a:cubicBezTo>
                <a:cubicBezTo>
                  <a:pt x="25243" y="8231"/>
                  <a:pt x="25236" y="8230"/>
                  <a:pt x="25229" y="8226"/>
                </a:cubicBezTo>
                <a:lnTo>
                  <a:pt x="25077" y="8196"/>
                </a:lnTo>
                <a:cubicBezTo>
                  <a:pt x="25016" y="8318"/>
                  <a:pt x="24925" y="8409"/>
                  <a:pt x="24864" y="8500"/>
                </a:cubicBezTo>
                <a:cubicBezTo>
                  <a:pt x="24773" y="8530"/>
                  <a:pt x="24682" y="8530"/>
                  <a:pt x="24621" y="8530"/>
                </a:cubicBezTo>
                <a:cubicBezTo>
                  <a:pt x="24560" y="8530"/>
                  <a:pt x="24560" y="8591"/>
                  <a:pt x="24621" y="8652"/>
                </a:cubicBezTo>
                <a:cubicBezTo>
                  <a:pt x="24560" y="8682"/>
                  <a:pt x="24469" y="8713"/>
                  <a:pt x="24409" y="8743"/>
                </a:cubicBezTo>
                <a:lnTo>
                  <a:pt x="24226" y="8773"/>
                </a:lnTo>
                <a:cubicBezTo>
                  <a:pt x="24105" y="8834"/>
                  <a:pt x="23709" y="8895"/>
                  <a:pt x="23649" y="8956"/>
                </a:cubicBezTo>
                <a:cubicBezTo>
                  <a:pt x="23618" y="9017"/>
                  <a:pt x="23466" y="9199"/>
                  <a:pt x="23345" y="9351"/>
                </a:cubicBezTo>
                <a:lnTo>
                  <a:pt x="23071" y="9321"/>
                </a:lnTo>
                <a:cubicBezTo>
                  <a:pt x="23071" y="9321"/>
                  <a:pt x="23041" y="9381"/>
                  <a:pt x="23010" y="9412"/>
                </a:cubicBezTo>
                <a:lnTo>
                  <a:pt x="22950" y="9473"/>
                </a:lnTo>
                <a:cubicBezTo>
                  <a:pt x="22922" y="9514"/>
                  <a:pt x="22888" y="9530"/>
                  <a:pt x="22857" y="9530"/>
                </a:cubicBezTo>
                <a:cubicBezTo>
                  <a:pt x="22819" y="9530"/>
                  <a:pt x="22784" y="9506"/>
                  <a:pt x="22767" y="9473"/>
                </a:cubicBezTo>
                <a:lnTo>
                  <a:pt x="22737" y="9442"/>
                </a:lnTo>
                <a:lnTo>
                  <a:pt x="22646" y="9442"/>
                </a:lnTo>
                <a:cubicBezTo>
                  <a:pt x="22646" y="9533"/>
                  <a:pt x="22646" y="9625"/>
                  <a:pt x="22646" y="9716"/>
                </a:cubicBezTo>
                <a:lnTo>
                  <a:pt x="22463" y="9746"/>
                </a:lnTo>
                <a:lnTo>
                  <a:pt x="22159" y="9837"/>
                </a:lnTo>
                <a:cubicBezTo>
                  <a:pt x="21916" y="9959"/>
                  <a:pt x="21643" y="10080"/>
                  <a:pt x="21369" y="10172"/>
                </a:cubicBezTo>
                <a:cubicBezTo>
                  <a:pt x="21278" y="10172"/>
                  <a:pt x="21339" y="10080"/>
                  <a:pt x="21521" y="9929"/>
                </a:cubicBezTo>
                <a:lnTo>
                  <a:pt x="21612" y="9837"/>
                </a:lnTo>
                <a:lnTo>
                  <a:pt x="21734" y="9746"/>
                </a:lnTo>
                <a:cubicBezTo>
                  <a:pt x="21855" y="9655"/>
                  <a:pt x="22190" y="9533"/>
                  <a:pt x="22159" y="9473"/>
                </a:cubicBezTo>
                <a:cubicBezTo>
                  <a:pt x="22159" y="9412"/>
                  <a:pt x="22372" y="9229"/>
                  <a:pt x="22433" y="9169"/>
                </a:cubicBezTo>
                <a:cubicBezTo>
                  <a:pt x="22554" y="9047"/>
                  <a:pt x="22706" y="8925"/>
                  <a:pt x="22858" y="8834"/>
                </a:cubicBezTo>
                <a:lnTo>
                  <a:pt x="23010" y="8713"/>
                </a:lnTo>
                <a:cubicBezTo>
                  <a:pt x="23071" y="8652"/>
                  <a:pt x="23162" y="8591"/>
                  <a:pt x="23193" y="8561"/>
                </a:cubicBezTo>
                <a:cubicBezTo>
                  <a:pt x="23223" y="8530"/>
                  <a:pt x="23010" y="8470"/>
                  <a:pt x="23223" y="8409"/>
                </a:cubicBezTo>
                <a:lnTo>
                  <a:pt x="23345" y="8378"/>
                </a:lnTo>
                <a:cubicBezTo>
                  <a:pt x="23466" y="8226"/>
                  <a:pt x="23740" y="8014"/>
                  <a:pt x="23770" y="7953"/>
                </a:cubicBezTo>
                <a:cubicBezTo>
                  <a:pt x="23861" y="7831"/>
                  <a:pt x="23922" y="7679"/>
                  <a:pt x="23953" y="7527"/>
                </a:cubicBezTo>
                <a:lnTo>
                  <a:pt x="24074" y="7436"/>
                </a:lnTo>
                <a:lnTo>
                  <a:pt x="24348" y="7254"/>
                </a:lnTo>
                <a:cubicBezTo>
                  <a:pt x="24439" y="7102"/>
                  <a:pt x="24500" y="6919"/>
                  <a:pt x="24560" y="6737"/>
                </a:cubicBezTo>
                <a:cubicBezTo>
                  <a:pt x="24530" y="6707"/>
                  <a:pt x="24500" y="6615"/>
                  <a:pt x="24469" y="6555"/>
                </a:cubicBezTo>
                <a:lnTo>
                  <a:pt x="24469" y="6494"/>
                </a:lnTo>
                <a:lnTo>
                  <a:pt x="24439" y="6433"/>
                </a:lnTo>
                <a:cubicBezTo>
                  <a:pt x="24409" y="6372"/>
                  <a:pt x="24439" y="6281"/>
                  <a:pt x="24500" y="6251"/>
                </a:cubicBezTo>
                <a:cubicBezTo>
                  <a:pt x="24560" y="6220"/>
                  <a:pt x="24560" y="6159"/>
                  <a:pt x="24500" y="6129"/>
                </a:cubicBezTo>
                <a:lnTo>
                  <a:pt x="24439" y="6099"/>
                </a:lnTo>
                <a:cubicBezTo>
                  <a:pt x="24439" y="6068"/>
                  <a:pt x="24378" y="6068"/>
                  <a:pt x="24378" y="6068"/>
                </a:cubicBezTo>
                <a:cubicBezTo>
                  <a:pt x="24325" y="6108"/>
                  <a:pt x="24278" y="6131"/>
                  <a:pt x="24239" y="6131"/>
                </a:cubicBezTo>
                <a:cubicBezTo>
                  <a:pt x="24189" y="6131"/>
                  <a:pt x="24152" y="6093"/>
                  <a:pt x="24135" y="6007"/>
                </a:cubicBezTo>
                <a:lnTo>
                  <a:pt x="24135" y="5977"/>
                </a:lnTo>
                <a:cubicBezTo>
                  <a:pt x="24013" y="5947"/>
                  <a:pt x="23740" y="5856"/>
                  <a:pt x="23709" y="5795"/>
                </a:cubicBezTo>
                <a:lnTo>
                  <a:pt x="23588" y="5552"/>
                </a:lnTo>
                <a:lnTo>
                  <a:pt x="23527" y="5521"/>
                </a:lnTo>
                <a:cubicBezTo>
                  <a:pt x="23375" y="5460"/>
                  <a:pt x="23314" y="5278"/>
                  <a:pt x="23375" y="5126"/>
                </a:cubicBezTo>
                <a:lnTo>
                  <a:pt x="23405" y="4822"/>
                </a:lnTo>
                <a:cubicBezTo>
                  <a:pt x="23223" y="4579"/>
                  <a:pt x="23010" y="4305"/>
                  <a:pt x="22980" y="4275"/>
                </a:cubicBezTo>
                <a:cubicBezTo>
                  <a:pt x="22980" y="4245"/>
                  <a:pt x="22950" y="4001"/>
                  <a:pt x="22858" y="3941"/>
                </a:cubicBezTo>
                <a:cubicBezTo>
                  <a:pt x="22798" y="3880"/>
                  <a:pt x="22767" y="3758"/>
                  <a:pt x="22798" y="3667"/>
                </a:cubicBezTo>
                <a:lnTo>
                  <a:pt x="22858" y="3606"/>
                </a:lnTo>
                <a:cubicBezTo>
                  <a:pt x="22919" y="3545"/>
                  <a:pt x="22980" y="3515"/>
                  <a:pt x="22919" y="3393"/>
                </a:cubicBezTo>
                <a:cubicBezTo>
                  <a:pt x="22767" y="3241"/>
                  <a:pt x="23041" y="3333"/>
                  <a:pt x="23041" y="3272"/>
                </a:cubicBezTo>
                <a:cubicBezTo>
                  <a:pt x="23041" y="3241"/>
                  <a:pt x="23071" y="3211"/>
                  <a:pt x="23041" y="3181"/>
                </a:cubicBezTo>
                <a:lnTo>
                  <a:pt x="22980" y="3090"/>
                </a:lnTo>
                <a:cubicBezTo>
                  <a:pt x="22945" y="3066"/>
                  <a:pt x="22906" y="3056"/>
                  <a:pt x="22867" y="3056"/>
                </a:cubicBezTo>
                <a:cubicBezTo>
                  <a:pt x="22805" y="3056"/>
                  <a:pt x="22744" y="3082"/>
                  <a:pt x="22706" y="3120"/>
                </a:cubicBezTo>
                <a:lnTo>
                  <a:pt x="22615" y="3090"/>
                </a:lnTo>
                <a:cubicBezTo>
                  <a:pt x="22524" y="3059"/>
                  <a:pt x="22646" y="2877"/>
                  <a:pt x="22676" y="2846"/>
                </a:cubicBezTo>
                <a:cubicBezTo>
                  <a:pt x="22706" y="2816"/>
                  <a:pt x="22554" y="2664"/>
                  <a:pt x="22281" y="2482"/>
                </a:cubicBezTo>
                <a:lnTo>
                  <a:pt x="22159" y="2269"/>
                </a:lnTo>
                <a:lnTo>
                  <a:pt x="22098" y="2147"/>
                </a:lnTo>
                <a:cubicBezTo>
                  <a:pt x="22007" y="2056"/>
                  <a:pt x="22007" y="1904"/>
                  <a:pt x="22007" y="1904"/>
                </a:cubicBezTo>
                <a:cubicBezTo>
                  <a:pt x="22038" y="1874"/>
                  <a:pt x="21794" y="1752"/>
                  <a:pt x="21703" y="1691"/>
                </a:cubicBezTo>
                <a:cubicBezTo>
                  <a:pt x="21643" y="1631"/>
                  <a:pt x="21430" y="1479"/>
                  <a:pt x="21278" y="1357"/>
                </a:cubicBezTo>
                <a:lnTo>
                  <a:pt x="21126" y="1296"/>
                </a:lnTo>
                <a:lnTo>
                  <a:pt x="21095" y="1296"/>
                </a:lnTo>
                <a:cubicBezTo>
                  <a:pt x="21053" y="1317"/>
                  <a:pt x="20910" y="1353"/>
                  <a:pt x="20825" y="1353"/>
                </a:cubicBezTo>
                <a:cubicBezTo>
                  <a:pt x="20787" y="1353"/>
                  <a:pt x="20761" y="1345"/>
                  <a:pt x="20761" y="1327"/>
                </a:cubicBezTo>
                <a:cubicBezTo>
                  <a:pt x="20761" y="1281"/>
                  <a:pt x="20723" y="1266"/>
                  <a:pt x="20677" y="1266"/>
                </a:cubicBezTo>
                <a:cubicBezTo>
                  <a:pt x="20632" y="1266"/>
                  <a:pt x="20579" y="1281"/>
                  <a:pt x="20548" y="1296"/>
                </a:cubicBezTo>
                <a:cubicBezTo>
                  <a:pt x="20487" y="1296"/>
                  <a:pt x="20275" y="1235"/>
                  <a:pt x="20214" y="1235"/>
                </a:cubicBezTo>
                <a:lnTo>
                  <a:pt x="19667" y="1357"/>
                </a:lnTo>
                <a:lnTo>
                  <a:pt x="19484" y="1296"/>
                </a:lnTo>
                <a:lnTo>
                  <a:pt x="19241" y="1235"/>
                </a:lnTo>
                <a:cubicBezTo>
                  <a:pt x="19080" y="1282"/>
                  <a:pt x="18620" y="1398"/>
                  <a:pt x="18328" y="1398"/>
                </a:cubicBezTo>
                <a:cubicBezTo>
                  <a:pt x="18236" y="1398"/>
                  <a:pt x="18160" y="1386"/>
                  <a:pt x="18117" y="1357"/>
                </a:cubicBezTo>
                <a:cubicBezTo>
                  <a:pt x="17965" y="1266"/>
                  <a:pt x="17813" y="1205"/>
                  <a:pt x="17661" y="1144"/>
                </a:cubicBezTo>
                <a:cubicBezTo>
                  <a:pt x="17634" y="1144"/>
                  <a:pt x="17415" y="1048"/>
                  <a:pt x="17302" y="1048"/>
                </a:cubicBezTo>
                <a:cubicBezTo>
                  <a:pt x="17288" y="1048"/>
                  <a:pt x="17276" y="1050"/>
                  <a:pt x="17266" y="1053"/>
                </a:cubicBezTo>
                <a:cubicBezTo>
                  <a:pt x="17053" y="1114"/>
                  <a:pt x="16870" y="1144"/>
                  <a:pt x="16658" y="1205"/>
                </a:cubicBezTo>
                <a:cubicBezTo>
                  <a:pt x="16506" y="1205"/>
                  <a:pt x="16384" y="1235"/>
                  <a:pt x="16384" y="1266"/>
                </a:cubicBezTo>
                <a:cubicBezTo>
                  <a:pt x="16384" y="1280"/>
                  <a:pt x="16375" y="1286"/>
                  <a:pt x="16361" y="1286"/>
                </a:cubicBezTo>
                <a:cubicBezTo>
                  <a:pt x="16316" y="1286"/>
                  <a:pt x="16217" y="1228"/>
                  <a:pt x="16171" y="1205"/>
                </a:cubicBezTo>
                <a:cubicBezTo>
                  <a:pt x="16169" y="1202"/>
                  <a:pt x="16163" y="1201"/>
                  <a:pt x="16156" y="1201"/>
                </a:cubicBezTo>
                <a:cubicBezTo>
                  <a:pt x="16082" y="1201"/>
                  <a:pt x="15796" y="1329"/>
                  <a:pt x="15685" y="1357"/>
                </a:cubicBezTo>
                <a:cubicBezTo>
                  <a:pt x="15533" y="1387"/>
                  <a:pt x="15411" y="1448"/>
                  <a:pt x="15259" y="1509"/>
                </a:cubicBezTo>
                <a:cubicBezTo>
                  <a:pt x="15214" y="1524"/>
                  <a:pt x="15161" y="1532"/>
                  <a:pt x="15104" y="1532"/>
                </a:cubicBezTo>
                <a:cubicBezTo>
                  <a:pt x="15047" y="1532"/>
                  <a:pt x="14986" y="1524"/>
                  <a:pt x="14925" y="1509"/>
                </a:cubicBezTo>
                <a:lnTo>
                  <a:pt x="14712" y="1509"/>
                </a:lnTo>
                <a:cubicBezTo>
                  <a:pt x="14500" y="1691"/>
                  <a:pt x="14226" y="1783"/>
                  <a:pt x="13952" y="1813"/>
                </a:cubicBezTo>
                <a:lnTo>
                  <a:pt x="13770" y="1843"/>
                </a:lnTo>
                <a:cubicBezTo>
                  <a:pt x="13770" y="1934"/>
                  <a:pt x="13709" y="2026"/>
                  <a:pt x="13648" y="2086"/>
                </a:cubicBezTo>
                <a:lnTo>
                  <a:pt x="13588" y="2086"/>
                </a:lnTo>
                <a:cubicBezTo>
                  <a:pt x="13588" y="2093"/>
                  <a:pt x="13585" y="2095"/>
                  <a:pt x="13581" y="2095"/>
                </a:cubicBezTo>
                <a:cubicBezTo>
                  <a:pt x="13566" y="2095"/>
                  <a:pt x="13527" y="2056"/>
                  <a:pt x="13527" y="2056"/>
                </a:cubicBezTo>
                <a:lnTo>
                  <a:pt x="13557" y="2026"/>
                </a:lnTo>
                <a:cubicBezTo>
                  <a:pt x="13588" y="1995"/>
                  <a:pt x="13557" y="1934"/>
                  <a:pt x="13466" y="1934"/>
                </a:cubicBezTo>
                <a:lnTo>
                  <a:pt x="13436" y="1965"/>
                </a:lnTo>
                <a:lnTo>
                  <a:pt x="13314" y="2026"/>
                </a:lnTo>
                <a:cubicBezTo>
                  <a:pt x="13223" y="2094"/>
                  <a:pt x="13132" y="2128"/>
                  <a:pt x="13028" y="2128"/>
                </a:cubicBezTo>
                <a:cubicBezTo>
                  <a:pt x="12993" y="2128"/>
                  <a:pt x="12957" y="2124"/>
                  <a:pt x="12919" y="2117"/>
                </a:cubicBezTo>
                <a:lnTo>
                  <a:pt x="12858" y="2178"/>
                </a:lnTo>
                <a:lnTo>
                  <a:pt x="12797" y="2208"/>
                </a:lnTo>
                <a:cubicBezTo>
                  <a:pt x="12645" y="2208"/>
                  <a:pt x="12615" y="2330"/>
                  <a:pt x="12645" y="2360"/>
                </a:cubicBezTo>
                <a:cubicBezTo>
                  <a:pt x="12676" y="2421"/>
                  <a:pt x="12554" y="2421"/>
                  <a:pt x="12402" y="2421"/>
                </a:cubicBezTo>
                <a:lnTo>
                  <a:pt x="12281" y="2451"/>
                </a:lnTo>
                <a:lnTo>
                  <a:pt x="12159" y="2482"/>
                </a:lnTo>
                <a:cubicBezTo>
                  <a:pt x="12123" y="2517"/>
                  <a:pt x="12073" y="2530"/>
                  <a:pt x="12022" y="2530"/>
                </a:cubicBezTo>
                <a:cubicBezTo>
                  <a:pt x="11943" y="2530"/>
                  <a:pt x="11862" y="2500"/>
                  <a:pt x="11825" y="2482"/>
                </a:cubicBezTo>
                <a:cubicBezTo>
                  <a:pt x="11820" y="2479"/>
                  <a:pt x="11814" y="2478"/>
                  <a:pt x="11807" y="2478"/>
                </a:cubicBezTo>
                <a:cubicBezTo>
                  <a:pt x="11719" y="2478"/>
                  <a:pt x="11453" y="2638"/>
                  <a:pt x="11369" y="2694"/>
                </a:cubicBezTo>
                <a:cubicBezTo>
                  <a:pt x="11247" y="2725"/>
                  <a:pt x="11004" y="2786"/>
                  <a:pt x="10974" y="2816"/>
                </a:cubicBezTo>
                <a:cubicBezTo>
                  <a:pt x="10943" y="2846"/>
                  <a:pt x="10609" y="2968"/>
                  <a:pt x="10214" y="3120"/>
                </a:cubicBezTo>
                <a:lnTo>
                  <a:pt x="10001" y="3424"/>
                </a:lnTo>
                <a:lnTo>
                  <a:pt x="9910" y="3424"/>
                </a:lnTo>
                <a:lnTo>
                  <a:pt x="9849" y="3485"/>
                </a:lnTo>
                <a:cubicBezTo>
                  <a:pt x="9842" y="3481"/>
                  <a:pt x="9835" y="3480"/>
                  <a:pt x="9827" y="3480"/>
                </a:cubicBezTo>
                <a:cubicBezTo>
                  <a:pt x="9762" y="3480"/>
                  <a:pt x="9656" y="3576"/>
                  <a:pt x="9575" y="3576"/>
                </a:cubicBezTo>
                <a:cubicBezTo>
                  <a:pt x="9567" y="3573"/>
                  <a:pt x="9558" y="3572"/>
                  <a:pt x="9548" y="3572"/>
                </a:cubicBezTo>
                <a:cubicBezTo>
                  <a:pt x="9447" y="3572"/>
                  <a:pt x="9266" y="3697"/>
                  <a:pt x="9211" y="3697"/>
                </a:cubicBezTo>
                <a:cubicBezTo>
                  <a:pt x="9119" y="3697"/>
                  <a:pt x="9028" y="3758"/>
                  <a:pt x="8998" y="3819"/>
                </a:cubicBezTo>
                <a:lnTo>
                  <a:pt x="8998" y="3849"/>
                </a:lnTo>
                <a:lnTo>
                  <a:pt x="8907" y="3941"/>
                </a:lnTo>
                <a:lnTo>
                  <a:pt x="8846" y="4062"/>
                </a:lnTo>
                <a:cubicBezTo>
                  <a:pt x="8785" y="4017"/>
                  <a:pt x="8717" y="3994"/>
                  <a:pt x="8648" y="3994"/>
                </a:cubicBezTo>
                <a:cubicBezTo>
                  <a:pt x="8580" y="3994"/>
                  <a:pt x="8512" y="4017"/>
                  <a:pt x="8451" y="4062"/>
                </a:cubicBezTo>
                <a:lnTo>
                  <a:pt x="8390" y="4123"/>
                </a:lnTo>
                <a:cubicBezTo>
                  <a:pt x="8349" y="4163"/>
                  <a:pt x="8319" y="4177"/>
                  <a:pt x="8295" y="4177"/>
                </a:cubicBezTo>
                <a:cubicBezTo>
                  <a:pt x="8248" y="4177"/>
                  <a:pt x="8228" y="4123"/>
                  <a:pt x="8208" y="4123"/>
                </a:cubicBezTo>
                <a:cubicBezTo>
                  <a:pt x="8116" y="4153"/>
                  <a:pt x="8025" y="4214"/>
                  <a:pt x="7995" y="4305"/>
                </a:cubicBezTo>
                <a:cubicBezTo>
                  <a:pt x="7904" y="4488"/>
                  <a:pt x="7721" y="4518"/>
                  <a:pt x="7539" y="4518"/>
                </a:cubicBezTo>
                <a:cubicBezTo>
                  <a:pt x="7478" y="4518"/>
                  <a:pt x="7417" y="4549"/>
                  <a:pt x="7357" y="4549"/>
                </a:cubicBezTo>
                <a:cubicBezTo>
                  <a:pt x="7265" y="4609"/>
                  <a:pt x="7205" y="4640"/>
                  <a:pt x="7113" y="4700"/>
                </a:cubicBezTo>
                <a:cubicBezTo>
                  <a:pt x="7022" y="4731"/>
                  <a:pt x="6901" y="4792"/>
                  <a:pt x="6809" y="4822"/>
                </a:cubicBezTo>
                <a:lnTo>
                  <a:pt x="6718" y="4852"/>
                </a:lnTo>
                <a:cubicBezTo>
                  <a:pt x="6627" y="4913"/>
                  <a:pt x="6505" y="4944"/>
                  <a:pt x="6384" y="4944"/>
                </a:cubicBezTo>
                <a:lnTo>
                  <a:pt x="6323" y="4974"/>
                </a:lnTo>
                <a:lnTo>
                  <a:pt x="6201" y="5035"/>
                </a:lnTo>
                <a:cubicBezTo>
                  <a:pt x="6019" y="5156"/>
                  <a:pt x="5837" y="5217"/>
                  <a:pt x="5654" y="5248"/>
                </a:cubicBezTo>
                <a:lnTo>
                  <a:pt x="5654" y="5430"/>
                </a:lnTo>
                <a:cubicBezTo>
                  <a:pt x="5533" y="5430"/>
                  <a:pt x="5381" y="5460"/>
                  <a:pt x="5259" y="5521"/>
                </a:cubicBezTo>
                <a:lnTo>
                  <a:pt x="5259" y="5582"/>
                </a:lnTo>
                <a:cubicBezTo>
                  <a:pt x="5290" y="5673"/>
                  <a:pt x="5138" y="5673"/>
                  <a:pt x="5046" y="5673"/>
                </a:cubicBezTo>
                <a:cubicBezTo>
                  <a:pt x="4986" y="5704"/>
                  <a:pt x="4773" y="5886"/>
                  <a:pt x="4682" y="5916"/>
                </a:cubicBezTo>
                <a:cubicBezTo>
                  <a:pt x="4499" y="5947"/>
                  <a:pt x="4317" y="6007"/>
                  <a:pt x="4135" y="6068"/>
                </a:cubicBezTo>
                <a:cubicBezTo>
                  <a:pt x="4043" y="6099"/>
                  <a:pt x="3891" y="6220"/>
                  <a:pt x="3891" y="6251"/>
                </a:cubicBezTo>
                <a:cubicBezTo>
                  <a:pt x="3891" y="6311"/>
                  <a:pt x="3770" y="6342"/>
                  <a:pt x="3618" y="6342"/>
                </a:cubicBezTo>
                <a:lnTo>
                  <a:pt x="3587" y="6463"/>
                </a:lnTo>
                <a:lnTo>
                  <a:pt x="3557" y="6494"/>
                </a:lnTo>
                <a:cubicBezTo>
                  <a:pt x="3557" y="6555"/>
                  <a:pt x="3375" y="6615"/>
                  <a:pt x="3314" y="6615"/>
                </a:cubicBezTo>
                <a:cubicBezTo>
                  <a:pt x="3253" y="6615"/>
                  <a:pt x="3253" y="6676"/>
                  <a:pt x="3314" y="6737"/>
                </a:cubicBezTo>
                <a:lnTo>
                  <a:pt x="3223" y="6859"/>
                </a:lnTo>
                <a:cubicBezTo>
                  <a:pt x="3207" y="6843"/>
                  <a:pt x="3189" y="6836"/>
                  <a:pt x="3170" y="6836"/>
                </a:cubicBezTo>
                <a:cubicBezTo>
                  <a:pt x="3080" y="6836"/>
                  <a:pt x="2964" y="6985"/>
                  <a:pt x="2888" y="7011"/>
                </a:cubicBezTo>
                <a:cubicBezTo>
                  <a:pt x="2797" y="7071"/>
                  <a:pt x="2493" y="7071"/>
                  <a:pt x="2463" y="7132"/>
                </a:cubicBezTo>
                <a:cubicBezTo>
                  <a:pt x="2432" y="7193"/>
                  <a:pt x="2250" y="7284"/>
                  <a:pt x="2189" y="7345"/>
                </a:cubicBezTo>
                <a:lnTo>
                  <a:pt x="2037" y="7527"/>
                </a:lnTo>
                <a:lnTo>
                  <a:pt x="2007" y="7527"/>
                </a:lnTo>
                <a:lnTo>
                  <a:pt x="1703" y="7497"/>
                </a:lnTo>
                <a:cubicBezTo>
                  <a:pt x="1551" y="7649"/>
                  <a:pt x="1399" y="7801"/>
                  <a:pt x="1277" y="7983"/>
                </a:cubicBezTo>
                <a:lnTo>
                  <a:pt x="1186" y="8044"/>
                </a:lnTo>
                <a:cubicBezTo>
                  <a:pt x="1034" y="8135"/>
                  <a:pt x="882" y="8226"/>
                  <a:pt x="761" y="8348"/>
                </a:cubicBezTo>
                <a:cubicBezTo>
                  <a:pt x="700" y="8439"/>
                  <a:pt x="639" y="8500"/>
                  <a:pt x="639" y="8591"/>
                </a:cubicBezTo>
                <a:cubicBezTo>
                  <a:pt x="609" y="8682"/>
                  <a:pt x="366" y="8561"/>
                  <a:pt x="517" y="8743"/>
                </a:cubicBezTo>
                <a:cubicBezTo>
                  <a:pt x="517" y="8743"/>
                  <a:pt x="396" y="8834"/>
                  <a:pt x="335" y="8895"/>
                </a:cubicBezTo>
                <a:cubicBezTo>
                  <a:pt x="305" y="8925"/>
                  <a:pt x="214" y="8925"/>
                  <a:pt x="183" y="8986"/>
                </a:cubicBezTo>
                <a:cubicBezTo>
                  <a:pt x="31" y="9199"/>
                  <a:pt x="1" y="9442"/>
                  <a:pt x="62" y="9685"/>
                </a:cubicBezTo>
                <a:cubicBezTo>
                  <a:pt x="62" y="9716"/>
                  <a:pt x="92" y="9716"/>
                  <a:pt x="92" y="9716"/>
                </a:cubicBezTo>
                <a:cubicBezTo>
                  <a:pt x="426" y="9777"/>
                  <a:pt x="183" y="9777"/>
                  <a:pt x="92" y="9807"/>
                </a:cubicBezTo>
                <a:lnTo>
                  <a:pt x="62" y="9807"/>
                </a:lnTo>
                <a:cubicBezTo>
                  <a:pt x="92" y="9868"/>
                  <a:pt x="122" y="9898"/>
                  <a:pt x="183" y="9898"/>
                </a:cubicBezTo>
                <a:cubicBezTo>
                  <a:pt x="244" y="9898"/>
                  <a:pt x="244" y="10020"/>
                  <a:pt x="244" y="10202"/>
                </a:cubicBezTo>
                <a:lnTo>
                  <a:pt x="274" y="10384"/>
                </a:lnTo>
                <a:lnTo>
                  <a:pt x="274" y="10506"/>
                </a:lnTo>
                <a:cubicBezTo>
                  <a:pt x="457" y="10658"/>
                  <a:pt x="669" y="10780"/>
                  <a:pt x="882" y="10901"/>
                </a:cubicBezTo>
                <a:lnTo>
                  <a:pt x="700" y="11114"/>
                </a:lnTo>
                <a:cubicBezTo>
                  <a:pt x="700" y="11144"/>
                  <a:pt x="973" y="11479"/>
                  <a:pt x="973" y="11631"/>
                </a:cubicBezTo>
                <a:cubicBezTo>
                  <a:pt x="973" y="11752"/>
                  <a:pt x="1034" y="11874"/>
                  <a:pt x="1125" y="11965"/>
                </a:cubicBezTo>
                <a:lnTo>
                  <a:pt x="1217" y="11995"/>
                </a:lnTo>
                <a:cubicBezTo>
                  <a:pt x="1308" y="12026"/>
                  <a:pt x="1399" y="12026"/>
                  <a:pt x="1460" y="12056"/>
                </a:cubicBezTo>
                <a:lnTo>
                  <a:pt x="1521" y="12087"/>
                </a:lnTo>
                <a:cubicBezTo>
                  <a:pt x="1521" y="12178"/>
                  <a:pt x="1703" y="12299"/>
                  <a:pt x="1703" y="12360"/>
                </a:cubicBezTo>
                <a:lnTo>
                  <a:pt x="1703" y="12664"/>
                </a:lnTo>
                <a:cubicBezTo>
                  <a:pt x="1703" y="12725"/>
                  <a:pt x="1703" y="12755"/>
                  <a:pt x="1733" y="12816"/>
                </a:cubicBezTo>
                <a:cubicBezTo>
                  <a:pt x="1794" y="12846"/>
                  <a:pt x="1855" y="12846"/>
                  <a:pt x="1916" y="12846"/>
                </a:cubicBezTo>
                <a:cubicBezTo>
                  <a:pt x="1976" y="12877"/>
                  <a:pt x="2007" y="12938"/>
                  <a:pt x="1976" y="13059"/>
                </a:cubicBezTo>
                <a:lnTo>
                  <a:pt x="2007" y="13120"/>
                </a:lnTo>
                <a:lnTo>
                  <a:pt x="2250" y="13363"/>
                </a:lnTo>
                <a:cubicBezTo>
                  <a:pt x="2078" y="13564"/>
                  <a:pt x="2257" y="13791"/>
                  <a:pt x="2355" y="13791"/>
                </a:cubicBezTo>
                <a:cubicBezTo>
                  <a:pt x="2361" y="13791"/>
                  <a:pt x="2366" y="13791"/>
                  <a:pt x="2372" y="13789"/>
                </a:cubicBezTo>
                <a:cubicBezTo>
                  <a:pt x="2615" y="13728"/>
                  <a:pt x="2858" y="13698"/>
                  <a:pt x="3101" y="13667"/>
                </a:cubicBezTo>
                <a:cubicBezTo>
                  <a:pt x="3253" y="13667"/>
                  <a:pt x="3587" y="13789"/>
                  <a:pt x="3709" y="13789"/>
                </a:cubicBezTo>
                <a:lnTo>
                  <a:pt x="4043" y="13758"/>
                </a:lnTo>
                <a:lnTo>
                  <a:pt x="4104" y="13789"/>
                </a:lnTo>
                <a:lnTo>
                  <a:pt x="4165" y="13789"/>
                </a:lnTo>
                <a:cubicBezTo>
                  <a:pt x="4184" y="13847"/>
                  <a:pt x="4228" y="13868"/>
                  <a:pt x="4273" y="13868"/>
                </a:cubicBezTo>
                <a:cubicBezTo>
                  <a:pt x="4299" y="13868"/>
                  <a:pt x="4325" y="13861"/>
                  <a:pt x="4347" y="13850"/>
                </a:cubicBezTo>
                <a:cubicBezTo>
                  <a:pt x="4353" y="13844"/>
                  <a:pt x="4363" y="13841"/>
                  <a:pt x="4377" y="13841"/>
                </a:cubicBezTo>
                <a:cubicBezTo>
                  <a:pt x="4432" y="13841"/>
                  <a:pt x="4541" y="13886"/>
                  <a:pt x="4591" y="13910"/>
                </a:cubicBezTo>
                <a:cubicBezTo>
                  <a:pt x="4651" y="13941"/>
                  <a:pt x="4439" y="14184"/>
                  <a:pt x="4347" y="14275"/>
                </a:cubicBezTo>
                <a:cubicBezTo>
                  <a:pt x="4287" y="14336"/>
                  <a:pt x="4165" y="14366"/>
                  <a:pt x="4074" y="14366"/>
                </a:cubicBezTo>
                <a:cubicBezTo>
                  <a:pt x="4072" y="14365"/>
                  <a:pt x="4071" y="14364"/>
                  <a:pt x="4069" y="14364"/>
                </a:cubicBezTo>
                <a:cubicBezTo>
                  <a:pt x="4029" y="14364"/>
                  <a:pt x="3887" y="14644"/>
                  <a:pt x="3800" y="14731"/>
                </a:cubicBezTo>
                <a:cubicBezTo>
                  <a:pt x="3709" y="14883"/>
                  <a:pt x="3648" y="15035"/>
                  <a:pt x="3618" y="15187"/>
                </a:cubicBezTo>
                <a:lnTo>
                  <a:pt x="3375" y="15187"/>
                </a:lnTo>
                <a:cubicBezTo>
                  <a:pt x="3375" y="15187"/>
                  <a:pt x="3375" y="15278"/>
                  <a:pt x="3375" y="15278"/>
                </a:cubicBezTo>
                <a:lnTo>
                  <a:pt x="3466" y="15369"/>
                </a:lnTo>
                <a:cubicBezTo>
                  <a:pt x="3314" y="15430"/>
                  <a:pt x="3192" y="15521"/>
                  <a:pt x="3071" y="15643"/>
                </a:cubicBezTo>
                <a:cubicBezTo>
                  <a:pt x="3040" y="15704"/>
                  <a:pt x="2919" y="16008"/>
                  <a:pt x="2828" y="16038"/>
                </a:cubicBezTo>
                <a:cubicBezTo>
                  <a:pt x="2736" y="16099"/>
                  <a:pt x="2676" y="16190"/>
                  <a:pt x="2736" y="16281"/>
                </a:cubicBezTo>
                <a:lnTo>
                  <a:pt x="2615" y="16342"/>
                </a:lnTo>
                <a:lnTo>
                  <a:pt x="2584" y="16342"/>
                </a:lnTo>
                <a:cubicBezTo>
                  <a:pt x="2554" y="16372"/>
                  <a:pt x="2524" y="16433"/>
                  <a:pt x="2524" y="16494"/>
                </a:cubicBezTo>
                <a:lnTo>
                  <a:pt x="2463" y="16524"/>
                </a:lnTo>
                <a:lnTo>
                  <a:pt x="2372" y="16555"/>
                </a:lnTo>
                <a:cubicBezTo>
                  <a:pt x="2402" y="16646"/>
                  <a:pt x="2341" y="16798"/>
                  <a:pt x="2311" y="16889"/>
                </a:cubicBezTo>
                <a:cubicBezTo>
                  <a:pt x="2250" y="16950"/>
                  <a:pt x="2189" y="17193"/>
                  <a:pt x="2128" y="17193"/>
                </a:cubicBezTo>
                <a:cubicBezTo>
                  <a:pt x="2068" y="17193"/>
                  <a:pt x="2037" y="17254"/>
                  <a:pt x="2068" y="17284"/>
                </a:cubicBezTo>
                <a:cubicBezTo>
                  <a:pt x="2098" y="17284"/>
                  <a:pt x="2007" y="17345"/>
                  <a:pt x="1916" y="17375"/>
                </a:cubicBezTo>
                <a:lnTo>
                  <a:pt x="1855" y="17436"/>
                </a:lnTo>
                <a:cubicBezTo>
                  <a:pt x="1825" y="17467"/>
                  <a:pt x="1885" y="17558"/>
                  <a:pt x="1825" y="17588"/>
                </a:cubicBezTo>
                <a:lnTo>
                  <a:pt x="1642" y="17771"/>
                </a:lnTo>
                <a:cubicBezTo>
                  <a:pt x="1551" y="17953"/>
                  <a:pt x="1490" y="18166"/>
                  <a:pt x="1429" y="18378"/>
                </a:cubicBezTo>
                <a:cubicBezTo>
                  <a:pt x="1429" y="18500"/>
                  <a:pt x="1429" y="18622"/>
                  <a:pt x="1429" y="18743"/>
                </a:cubicBezTo>
                <a:lnTo>
                  <a:pt x="1399" y="18834"/>
                </a:lnTo>
                <a:lnTo>
                  <a:pt x="1399" y="18865"/>
                </a:lnTo>
                <a:lnTo>
                  <a:pt x="1551" y="19078"/>
                </a:lnTo>
                <a:lnTo>
                  <a:pt x="1551" y="19169"/>
                </a:lnTo>
                <a:cubicBezTo>
                  <a:pt x="1551" y="19290"/>
                  <a:pt x="1642" y="19351"/>
                  <a:pt x="1673" y="19442"/>
                </a:cubicBezTo>
                <a:lnTo>
                  <a:pt x="1703" y="19534"/>
                </a:lnTo>
                <a:cubicBezTo>
                  <a:pt x="1764" y="19716"/>
                  <a:pt x="1855" y="19868"/>
                  <a:pt x="1946" y="20020"/>
                </a:cubicBezTo>
                <a:cubicBezTo>
                  <a:pt x="2037" y="20141"/>
                  <a:pt x="2128" y="20233"/>
                  <a:pt x="2220" y="20354"/>
                </a:cubicBezTo>
                <a:lnTo>
                  <a:pt x="2280" y="20445"/>
                </a:lnTo>
                <a:lnTo>
                  <a:pt x="2402" y="20719"/>
                </a:lnTo>
                <a:cubicBezTo>
                  <a:pt x="2554" y="21023"/>
                  <a:pt x="2676" y="21388"/>
                  <a:pt x="2736" y="21540"/>
                </a:cubicBezTo>
                <a:lnTo>
                  <a:pt x="2858" y="21600"/>
                </a:lnTo>
                <a:lnTo>
                  <a:pt x="2949" y="21692"/>
                </a:lnTo>
                <a:cubicBezTo>
                  <a:pt x="2926" y="21760"/>
                  <a:pt x="2955" y="21794"/>
                  <a:pt x="3022" y="21794"/>
                </a:cubicBezTo>
                <a:cubicBezTo>
                  <a:pt x="3044" y="21794"/>
                  <a:pt x="3071" y="21790"/>
                  <a:pt x="3101" y="21783"/>
                </a:cubicBezTo>
                <a:lnTo>
                  <a:pt x="3192" y="21752"/>
                </a:lnTo>
                <a:cubicBezTo>
                  <a:pt x="3223" y="21844"/>
                  <a:pt x="3253" y="21935"/>
                  <a:pt x="3253" y="22056"/>
                </a:cubicBezTo>
                <a:cubicBezTo>
                  <a:pt x="3253" y="22117"/>
                  <a:pt x="3284" y="22330"/>
                  <a:pt x="3344" y="22360"/>
                </a:cubicBezTo>
                <a:lnTo>
                  <a:pt x="3557" y="22482"/>
                </a:lnTo>
                <a:cubicBezTo>
                  <a:pt x="3587" y="22482"/>
                  <a:pt x="3891" y="22603"/>
                  <a:pt x="3891" y="22695"/>
                </a:cubicBezTo>
                <a:cubicBezTo>
                  <a:pt x="3831" y="22847"/>
                  <a:pt x="3800" y="22999"/>
                  <a:pt x="3739" y="23151"/>
                </a:cubicBezTo>
                <a:lnTo>
                  <a:pt x="3679" y="23333"/>
                </a:lnTo>
                <a:lnTo>
                  <a:pt x="3679" y="23424"/>
                </a:lnTo>
                <a:cubicBezTo>
                  <a:pt x="3800" y="23607"/>
                  <a:pt x="3983" y="23728"/>
                  <a:pt x="4195" y="23789"/>
                </a:cubicBezTo>
                <a:lnTo>
                  <a:pt x="4651" y="23789"/>
                </a:lnTo>
                <a:cubicBezTo>
                  <a:pt x="4909" y="23732"/>
                  <a:pt x="5328" y="23513"/>
                  <a:pt x="5452" y="23513"/>
                </a:cubicBezTo>
                <a:cubicBezTo>
                  <a:pt x="5460" y="23513"/>
                  <a:pt x="5467" y="23514"/>
                  <a:pt x="5472" y="23515"/>
                </a:cubicBezTo>
                <a:cubicBezTo>
                  <a:pt x="5594" y="23576"/>
                  <a:pt x="5898" y="23698"/>
                  <a:pt x="5989" y="23728"/>
                </a:cubicBezTo>
                <a:cubicBezTo>
                  <a:pt x="6080" y="23728"/>
                  <a:pt x="6201" y="23728"/>
                  <a:pt x="6293" y="23667"/>
                </a:cubicBezTo>
                <a:cubicBezTo>
                  <a:pt x="6536" y="23667"/>
                  <a:pt x="6809" y="23667"/>
                  <a:pt x="7083" y="23637"/>
                </a:cubicBezTo>
                <a:cubicBezTo>
                  <a:pt x="7265" y="23576"/>
                  <a:pt x="7539" y="23455"/>
                  <a:pt x="7721" y="23394"/>
                </a:cubicBezTo>
                <a:lnTo>
                  <a:pt x="7904" y="23333"/>
                </a:lnTo>
                <a:cubicBezTo>
                  <a:pt x="8056" y="23272"/>
                  <a:pt x="8208" y="23181"/>
                  <a:pt x="8360" y="23059"/>
                </a:cubicBezTo>
                <a:cubicBezTo>
                  <a:pt x="8420" y="23029"/>
                  <a:pt x="8481" y="23029"/>
                  <a:pt x="8542" y="22999"/>
                </a:cubicBezTo>
                <a:lnTo>
                  <a:pt x="8633" y="22968"/>
                </a:lnTo>
                <a:cubicBezTo>
                  <a:pt x="8846" y="22847"/>
                  <a:pt x="9059" y="22725"/>
                  <a:pt x="9271" y="22603"/>
                </a:cubicBezTo>
                <a:lnTo>
                  <a:pt x="9910" y="22391"/>
                </a:lnTo>
                <a:lnTo>
                  <a:pt x="10031" y="22208"/>
                </a:lnTo>
                <a:lnTo>
                  <a:pt x="10062" y="22178"/>
                </a:lnTo>
                <a:cubicBezTo>
                  <a:pt x="10275" y="22117"/>
                  <a:pt x="10487" y="22056"/>
                  <a:pt x="10700" y="21965"/>
                </a:cubicBezTo>
                <a:cubicBezTo>
                  <a:pt x="10822" y="21904"/>
                  <a:pt x="11126" y="21540"/>
                  <a:pt x="11278" y="21540"/>
                </a:cubicBezTo>
                <a:cubicBezTo>
                  <a:pt x="11399" y="21509"/>
                  <a:pt x="11855" y="21175"/>
                  <a:pt x="12037" y="21114"/>
                </a:cubicBezTo>
                <a:cubicBezTo>
                  <a:pt x="12281" y="21023"/>
                  <a:pt x="12524" y="20871"/>
                  <a:pt x="12737" y="20719"/>
                </a:cubicBezTo>
                <a:lnTo>
                  <a:pt x="13162" y="20719"/>
                </a:lnTo>
                <a:cubicBezTo>
                  <a:pt x="13284" y="20567"/>
                  <a:pt x="13466" y="20476"/>
                  <a:pt x="13648" y="20415"/>
                </a:cubicBezTo>
                <a:lnTo>
                  <a:pt x="13770" y="20324"/>
                </a:lnTo>
                <a:lnTo>
                  <a:pt x="14074" y="20172"/>
                </a:lnTo>
                <a:cubicBezTo>
                  <a:pt x="14378" y="19989"/>
                  <a:pt x="14986" y="19625"/>
                  <a:pt x="15138" y="19534"/>
                </a:cubicBezTo>
                <a:cubicBezTo>
                  <a:pt x="15290" y="19473"/>
                  <a:pt x="15685" y="19230"/>
                  <a:pt x="15807" y="19169"/>
                </a:cubicBezTo>
                <a:cubicBezTo>
                  <a:pt x="15928" y="19108"/>
                  <a:pt x="16202" y="18956"/>
                  <a:pt x="16414" y="18834"/>
                </a:cubicBezTo>
                <a:lnTo>
                  <a:pt x="16566" y="18682"/>
                </a:lnTo>
                <a:lnTo>
                  <a:pt x="16718" y="18530"/>
                </a:lnTo>
                <a:cubicBezTo>
                  <a:pt x="16962" y="18439"/>
                  <a:pt x="17326" y="18196"/>
                  <a:pt x="17569" y="18044"/>
                </a:cubicBezTo>
                <a:lnTo>
                  <a:pt x="17813" y="17923"/>
                </a:lnTo>
                <a:lnTo>
                  <a:pt x="18117" y="17771"/>
                </a:lnTo>
                <a:cubicBezTo>
                  <a:pt x="18390" y="17588"/>
                  <a:pt x="19363" y="17041"/>
                  <a:pt x="19667" y="16889"/>
                </a:cubicBezTo>
                <a:cubicBezTo>
                  <a:pt x="19940" y="16737"/>
                  <a:pt x="20214" y="16585"/>
                  <a:pt x="20244" y="16585"/>
                </a:cubicBezTo>
                <a:cubicBezTo>
                  <a:pt x="20275" y="16585"/>
                  <a:pt x="20244" y="16707"/>
                  <a:pt x="20214" y="16737"/>
                </a:cubicBezTo>
                <a:cubicBezTo>
                  <a:pt x="20214" y="16750"/>
                  <a:pt x="20233" y="16756"/>
                  <a:pt x="20262" y="16756"/>
                </a:cubicBezTo>
                <a:cubicBezTo>
                  <a:pt x="20365" y="16756"/>
                  <a:pt x="20596" y="16680"/>
                  <a:pt x="20548" y="16585"/>
                </a:cubicBezTo>
                <a:cubicBezTo>
                  <a:pt x="20487" y="16494"/>
                  <a:pt x="20487" y="16433"/>
                  <a:pt x="20487" y="16433"/>
                </a:cubicBezTo>
                <a:lnTo>
                  <a:pt x="20487" y="16433"/>
                </a:lnTo>
                <a:cubicBezTo>
                  <a:pt x="20491" y="16437"/>
                  <a:pt x="20495" y="16438"/>
                  <a:pt x="20501" y="16438"/>
                </a:cubicBezTo>
                <a:cubicBezTo>
                  <a:pt x="20543" y="16438"/>
                  <a:pt x="20643" y="16339"/>
                  <a:pt x="20670" y="16312"/>
                </a:cubicBezTo>
                <a:cubicBezTo>
                  <a:pt x="20679" y="16293"/>
                  <a:pt x="20695" y="16286"/>
                  <a:pt x="20711" y="16286"/>
                </a:cubicBezTo>
                <a:cubicBezTo>
                  <a:pt x="20748" y="16286"/>
                  <a:pt x="20791" y="16321"/>
                  <a:pt x="20791" y="16342"/>
                </a:cubicBezTo>
                <a:cubicBezTo>
                  <a:pt x="20796" y="16346"/>
                  <a:pt x="20804" y="16348"/>
                  <a:pt x="20815" y="16348"/>
                </a:cubicBezTo>
                <a:cubicBezTo>
                  <a:pt x="20884" y="16348"/>
                  <a:pt x="21069" y="16273"/>
                  <a:pt x="21095" y="16220"/>
                </a:cubicBezTo>
                <a:cubicBezTo>
                  <a:pt x="21247" y="16099"/>
                  <a:pt x="21369" y="15977"/>
                  <a:pt x="21521" y="15886"/>
                </a:cubicBezTo>
                <a:lnTo>
                  <a:pt x="21703" y="15825"/>
                </a:lnTo>
                <a:cubicBezTo>
                  <a:pt x="21794" y="15825"/>
                  <a:pt x="21703" y="15947"/>
                  <a:pt x="21643" y="15977"/>
                </a:cubicBezTo>
                <a:cubicBezTo>
                  <a:pt x="21582" y="16008"/>
                  <a:pt x="21643" y="16068"/>
                  <a:pt x="21734" y="16129"/>
                </a:cubicBezTo>
                <a:lnTo>
                  <a:pt x="21734" y="16190"/>
                </a:lnTo>
                <a:lnTo>
                  <a:pt x="21673" y="16312"/>
                </a:lnTo>
                <a:cubicBezTo>
                  <a:pt x="21521" y="16403"/>
                  <a:pt x="21339" y="16464"/>
                  <a:pt x="21156" y="16464"/>
                </a:cubicBezTo>
                <a:lnTo>
                  <a:pt x="21217" y="16524"/>
                </a:lnTo>
                <a:lnTo>
                  <a:pt x="21369" y="16676"/>
                </a:lnTo>
                <a:cubicBezTo>
                  <a:pt x="21335" y="16744"/>
                  <a:pt x="21292" y="16764"/>
                  <a:pt x="21261" y="16764"/>
                </a:cubicBezTo>
                <a:cubicBezTo>
                  <a:pt x="21235" y="16764"/>
                  <a:pt x="21217" y="16751"/>
                  <a:pt x="21217" y="16737"/>
                </a:cubicBezTo>
                <a:cubicBezTo>
                  <a:pt x="21195" y="16716"/>
                  <a:pt x="21128" y="16694"/>
                  <a:pt x="21037" y="16694"/>
                </a:cubicBezTo>
                <a:cubicBezTo>
                  <a:pt x="20999" y="16694"/>
                  <a:pt x="20958" y="16698"/>
                  <a:pt x="20913" y="16707"/>
                </a:cubicBezTo>
                <a:lnTo>
                  <a:pt x="20791" y="16737"/>
                </a:lnTo>
                <a:cubicBezTo>
                  <a:pt x="20761" y="16768"/>
                  <a:pt x="20731" y="16828"/>
                  <a:pt x="20700" y="16859"/>
                </a:cubicBezTo>
                <a:cubicBezTo>
                  <a:pt x="20822" y="16920"/>
                  <a:pt x="20822" y="16980"/>
                  <a:pt x="20700" y="17041"/>
                </a:cubicBezTo>
                <a:lnTo>
                  <a:pt x="20609" y="17102"/>
                </a:lnTo>
                <a:cubicBezTo>
                  <a:pt x="20579" y="17163"/>
                  <a:pt x="20275" y="17284"/>
                  <a:pt x="20244" y="17345"/>
                </a:cubicBezTo>
                <a:cubicBezTo>
                  <a:pt x="20214" y="17436"/>
                  <a:pt x="19849" y="17406"/>
                  <a:pt x="19788" y="17467"/>
                </a:cubicBezTo>
                <a:cubicBezTo>
                  <a:pt x="19697" y="17527"/>
                  <a:pt x="19819" y="17679"/>
                  <a:pt x="19849" y="17710"/>
                </a:cubicBezTo>
                <a:cubicBezTo>
                  <a:pt x="19880" y="17710"/>
                  <a:pt x="19880" y="17831"/>
                  <a:pt x="19849" y="17831"/>
                </a:cubicBezTo>
                <a:cubicBezTo>
                  <a:pt x="19758" y="17831"/>
                  <a:pt x="19667" y="17862"/>
                  <a:pt x="19606" y="17862"/>
                </a:cubicBezTo>
                <a:lnTo>
                  <a:pt x="19302" y="18014"/>
                </a:lnTo>
                <a:lnTo>
                  <a:pt x="19302" y="18166"/>
                </a:lnTo>
                <a:cubicBezTo>
                  <a:pt x="19241" y="18257"/>
                  <a:pt x="19180" y="18318"/>
                  <a:pt x="19089" y="18409"/>
                </a:cubicBezTo>
                <a:lnTo>
                  <a:pt x="19089" y="18530"/>
                </a:lnTo>
                <a:cubicBezTo>
                  <a:pt x="19089" y="18561"/>
                  <a:pt x="18998" y="18591"/>
                  <a:pt x="18968" y="18591"/>
                </a:cubicBezTo>
                <a:cubicBezTo>
                  <a:pt x="18937" y="18561"/>
                  <a:pt x="18907" y="18561"/>
                  <a:pt x="18877" y="18500"/>
                </a:cubicBezTo>
                <a:lnTo>
                  <a:pt x="18877" y="18470"/>
                </a:lnTo>
                <a:cubicBezTo>
                  <a:pt x="18864" y="18444"/>
                  <a:pt x="18840" y="18435"/>
                  <a:pt x="18815" y="18435"/>
                </a:cubicBezTo>
                <a:cubicBezTo>
                  <a:pt x="18780" y="18435"/>
                  <a:pt x="18742" y="18452"/>
                  <a:pt x="18725" y="18470"/>
                </a:cubicBezTo>
                <a:cubicBezTo>
                  <a:pt x="18664" y="18500"/>
                  <a:pt x="18633" y="18530"/>
                  <a:pt x="18633" y="18591"/>
                </a:cubicBezTo>
                <a:lnTo>
                  <a:pt x="18633" y="18622"/>
                </a:lnTo>
                <a:lnTo>
                  <a:pt x="18633" y="18804"/>
                </a:lnTo>
                <a:cubicBezTo>
                  <a:pt x="18481" y="18895"/>
                  <a:pt x="18299" y="18956"/>
                  <a:pt x="18117" y="19017"/>
                </a:cubicBezTo>
                <a:lnTo>
                  <a:pt x="18056" y="18956"/>
                </a:lnTo>
                <a:cubicBezTo>
                  <a:pt x="18029" y="18947"/>
                  <a:pt x="18005" y="18943"/>
                  <a:pt x="17984" y="18943"/>
                </a:cubicBezTo>
                <a:cubicBezTo>
                  <a:pt x="17934" y="18943"/>
                  <a:pt x="17904" y="18965"/>
                  <a:pt x="17904" y="18986"/>
                </a:cubicBezTo>
                <a:lnTo>
                  <a:pt x="17873" y="19078"/>
                </a:lnTo>
                <a:cubicBezTo>
                  <a:pt x="17850" y="19170"/>
                  <a:pt x="17898" y="19210"/>
                  <a:pt x="17935" y="19210"/>
                </a:cubicBezTo>
                <a:cubicBezTo>
                  <a:pt x="17947" y="19210"/>
                  <a:pt x="17957" y="19206"/>
                  <a:pt x="17965" y="19199"/>
                </a:cubicBezTo>
                <a:cubicBezTo>
                  <a:pt x="17965" y="19199"/>
                  <a:pt x="18025" y="19199"/>
                  <a:pt x="18056" y="19260"/>
                </a:cubicBezTo>
                <a:lnTo>
                  <a:pt x="18056" y="19290"/>
                </a:lnTo>
                <a:cubicBezTo>
                  <a:pt x="18025" y="19321"/>
                  <a:pt x="17965" y="19382"/>
                  <a:pt x="17934" y="19382"/>
                </a:cubicBezTo>
                <a:lnTo>
                  <a:pt x="17691" y="19382"/>
                </a:lnTo>
                <a:cubicBezTo>
                  <a:pt x="17718" y="19514"/>
                  <a:pt x="17583" y="19600"/>
                  <a:pt x="17507" y="19600"/>
                </a:cubicBezTo>
                <a:cubicBezTo>
                  <a:pt x="17496" y="19600"/>
                  <a:pt x="17486" y="19598"/>
                  <a:pt x="17478" y="19594"/>
                </a:cubicBezTo>
                <a:cubicBezTo>
                  <a:pt x="17462" y="19586"/>
                  <a:pt x="17446" y="19582"/>
                  <a:pt x="17431" y="19582"/>
                </a:cubicBezTo>
                <a:cubicBezTo>
                  <a:pt x="17389" y="19582"/>
                  <a:pt x="17357" y="19611"/>
                  <a:pt x="17357" y="19655"/>
                </a:cubicBezTo>
                <a:lnTo>
                  <a:pt x="17357" y="19716"/>
                </a:lnTo>
                <a:lnTo>
                  <a:pt x="17357" y="19989"/>
                </a:lnTo>
                <a:cubicBezTo>
                  <a:pt x="17205" y="19989"/>
                  <a:pt x="17022" y="20050"/>
                  <a:pt x="16870" y="20081"/>
                </a:cubicBezTo>
                <a:lnTo>
                  <a:pt x="16810" y="20141"/>
                </a:lnTo>
                <a:cubicBezTo>
                  <a:pt x="16718" y="20202"/>
                  <a:pt x="16627" y="20263"/>
                  <a:pt x="16536" y="20324"/>
                </a:cubicBezTo>
                <a:lnTo>
                  <a:pt x="16475" y="20354"/>
                </a:lnTo>
                <a:cubicBezTo>
                  <a:pt x="16354" y="20354"/>
                  <a:pt x="16232" y="20415"/>
                  <a:pt x="16141" y="20506"/>
                </a:cubicBezTo>
                <a:cubicBezTo>
                  <a:pt x="16050" y="20597"/>
                  <a:pt x="15898" y="20689"/>
                  <a:pt x="15776" y="20719"/>
                </a:cubicBezTo>
                <a:cubicBezTo>
                  <a:pt x="15685" y="20749"/>
                  <a:pt x="15655" y="20841"/>
                  <a:pt x="15776" y="20932"/>
                </a:cubicBezTo>
                <a:lnTo>
                  <a:pt x="15837" y="20993"/>
                </a:lnTo>
                <a:cubicBezTo>
                  <a:pt x="15928" y="21023"/>
                  <a:pt x="15989" y="21114"/>
                  <a:pt x="15959" y="21236"/>
                </a:cubicBezTo>
                <a:lnTo>
                  <a:pt x="15959" y="21388"/>
                </a:lnTo>
                <a:cubicBezTo>
                  <a:pt x="16050" y="21448"/>
                  <a:pt x="16141" y="21509"/>
                  <a:pt x="16232" y="21570"/>
                </a:cubicBezTo>
                <a:cubicBezTo>
                  <a:pt x="16232" y="21600"/>
                  <a:pt x="16141" y="21722"/>
                  <a:pt x="16202" y="21752"/>
                </a:cubicBezTo>
                <a:cubicBezTo>
                  <a:pt x="16262" y="21783"/>
                  <a:pt x="16293" y="21874"/>
                  <a:pt x="16262" y="21965"/>
                </a:cubicBezTo>
                <a:lnTo>
                  <a:pt x="16293" y="22026"/>
                </a:lnTo>
                <a:lnTo>
                  <a:pt x="16414" y="22148"/>
                </a:lnTo>
                <a:cubicBezTo>
                  <a:pt x="16566" y="22300"/>
                  <a:pt x="16718" y="22391"/>
                  <a:pt x="16901" y="22482"/>
                </a:cubicBezTo>
                <a:lnTo>
                  <a:pt x="16992" y="22421"/>
                </a:lnTo>
                <a:cubicBezTo>
                  <a:pt x="17083" y="22421"/>
                  <a:pt x="17083" y="22543"/>
                  <a:pt x="17083" y="22573"/>
                </a:cubicBezTo>
                <a:cubicBezTo>
                  <a:pt x="17068" y="22603"/>
                  <a:pt x="17022" y="22611"/>
                  <a:pt x="16977" y="22611"/>
                </a:cubicBezTo>
                <a:cubicBezTo>
                  <a:pt x="16931" y="22611"/>
                  <a:pt x="16886" y="22603"/>
                  <a:pt x="16870" y="22603"/>
                </a:cubicBezTo>
                <a:cubicBezTo>
                  <a:pt x="16864" y="22600"/>
                  <a:pt x="16859" y="22599"/>
                  <a:pt x="16854" y="22599"/>
                </a:cubicBezTo>
                <a:cubicBezTo>
                  <a:pt x="16817" y="22599"/>
                  <a:pt x="16850" y="22711"/>
                  <a:pt x="16931" y="22847"/>
                </a:cubicBezTo>
                <a:lnTo>
                  <a:pt x="17053" y="22907"/>
                </a:lnTo>
                <a:lnTo>
                  <a:pt x="17266" y="23029"/>
                </a:lnTo>
                <a:cubicBezTo>
                  <a:pt x="17235" y="23181"/>
                  <a:pt x="17691" y="23303"/>
                  <a:pt x="17813" y="23363"/>
                </a:cubicBezTo>
                <a:cubicBezTo>
                  <a:pt x="17965" y="23394"/>
                  <a:pt x="18177" y="23455"/>
                  <a:pt x="18208" y="23455"/>
                </a:cubicBezTo>
                <a:cubicBezTo>
                  <a:pt x="18360" y="23455"/>
                  <a:pt x="18512" y="23424"/>
                  <a:pt x="18664" y="23424"/>
                </a:cubicBezTo>
                <a:lnTo>
                  <a:pt x="18846" y="23394"/>
                </a:lnTo>
                <a:lnTo>
                  <a:pt x="18877" y="23394"/>
                </a:lnTo>
                <a:cubicBezTo>
                  <a:pt x="18937" y="23333"/>
                  <a:pt x="18846" y="23242"/>
                  <a:pt x="18785" y="23242"/>
                </a:cubicBezTo>
                <a:cubicBezTo>
                  <a:pt x="18755" y="23211"/>
                  <a:pt x="18846" y="23181"/>
                  <a:pt x="18877" y="23181"/>
                </a:cubicBezTo>
                <a:cubicBezTo>
                  <a:pt x="19059" y="23242"/>
                  <a:pt x="19241" y="23272"/>
                  <a:pt x="19454" y="23272"/>
                </a:cubicBezTo>
                <a:lnTo>
                  <a:pt x="20153" y="22999"/>
                </a:lnTo>
                <a:cubicBezTo>
                  <a:pt x="20305" y="22938"/>
                  <a:pt x="20822" y="22786"/>
                  <a:pt x="20943" y="22695"/>
                </a:cubicBezTo>
                <a:cubicBezTo>
                  <a:pt x="21095" y="22634"/>
                  <a:pt x="21369" y="22512"/>
                  <a:pt x="21430" y="22452"/>
                </a:cubicBezTo>
                <a:cubicBezTo>
                  <a:pt x="21491" y="22421"/>
                  <a:pt x="21916" y="22269"/>
                  <a:pt x="22038" y="22208"/>
                </a:cubicBezTo>
                <a:cubicBezTo>
                  <a:pt x="22159" y="22148"/>
                  <a:pt x="22554" y="21874"/>
                  <a:pt x="22676" y="21813"/>
                </a:cubicBezTo>
                <a:cubicBezTo>
                  <a:pt x="22828" y="21752"/>
                  <a:pt x="23466" y="21357"/>
                  <a:pt x="23679" y="21236"/>
                </a:cubicBezTo>
                <a:cubicBezTo>
                  <a:pt x="23922" y="21144"/>
                  <a:pt x="24317" y="20962"/>
                  <a:pt x="24378" y="20932"/>
                </a:cubicBezTo>
                <a:cubicBezTo>
                  <a:pt x="24469" y="20901"/>
                  <a:pt x="25320" y="20354"/>
                  <a:pt x="25655" y="20172"/>
                </a:cubicBezTo>
                <a:lnTo>
                  <a:pt x="26779" y="19564"/>
                </a:lnTo>
                <a:cubicBezTo>
                  <a:pt x="26894" y="19478"/>
                  <a:pt x="27089" y="19257"/>
                  <a:pt x="27188" y="19257"/>
                </a:cubicBezTo>
                <a:cubicBezTo>
                  <a:pt x="27194" y="19257"/>
                  <a:pt x="27200" y="19258"/>
                  <a:pt x="27205" y="19260"/>
                </a:cubicBezTo>
                <a:cubicBezTo>
                  <a:pt x="27296" y="19290"/>
                  <a:pt x="27266" y="19473"/>
                  <a:pt x="27235" y="19534"/>
                </a:cubicBezTo>
                <a:cubicBezTo>
                  <a:pt x="27205" y="19564"/>
                  <a:pt x="27205" y="19625"/>
                  <a:pt x="27175" y="19655"/>
                </a:cubicBezTo>
                <a:cubicBezTo>
                  <a:pt x="27235" y="19837"/>
                  <a:pt x="27266" y="19989"/>
                  <a:pt x="27266" y="20172"/>
                </a:cubicBezTo>
                <a:cubicBezTo>
                  <a:pt x="27266" y="20293"/>
                  <a:pt x="27235" y="20385"/>
                  <a:pt x="27175" y="20506"/>
                </a:cubicBezTo>
                <a:lnTo>
                  <a:pt x="27175" y="20537"/>
                </a:lnTo>
                <a:lnTo>
                  <a:pt x="27357" y="20841"/>
                </a:lnTo>
                <a:cubicBezTo>
                  <a:pt x="27478" y="21205"/>
                  <a:pt x="27813" y="21904"/>
                  <a:pt x="27874" y="22056"/>
                </a:cubicBezTo>
                <a:cubicBezTo>
                  <a:pt x="27904" y="22208"/>
                  <a:pt x="27965" y="22482"/>
                  <a:pt x="27995" y="22603"/>
                </a:cubicBezTo>
                <a:lnTo>
                  <a:pt x="27934" y="22695"/>
                </a:lnTo>
                <a:lnTo>
                  <a:pt x="27843" y="22907"/>
                </a:lnTo>
                <a:cubicBezTo>
                  <a:pt x="28026" y="22907"/>
                  <a:pt x="28238" y="23242"/>
                  <a:pt x="28360" y="23272"/>
                </a:cubicBezTo>
                <a:cubicBezTo>
                  <a:pt x="28482" y="23333"/>
                  <a:pt x="28603" y="23637"/>
                  <a:pt x="28603" y="23759"/>
                </a:cubicBezTo>
                <a:cubicBezTo>
                  <a:pt x="28603" y="23880"/>
                  <a:pt x="28816" y="23850"/>
                  <a:pt x="28877" y="23910"/>
                </a:cubicBezTo>
                <a:cubicBezTo>
                  <a:pt x="28907" y="23941"/>
                  <a:pt x="28907" y="24214"/>
                  <a:pt x="28907" y="24275"/>
                </a:cubicBezTo>
                <a:cubicBezTo>
                  <a:pt x="28877" y="24366"/>
                  <a:pt x="28877" y="24427"/>
                  <a:pt x="28846" y="24518"/>
                </a:cubicBezTo>
                <a:lnTo>
                  <a:pt x="28816" y="24549"/>
                </a:lnTo>
                <a:cubicBezTo>
                  <a:pt x="28755" y="24701"/>
                  <a:pt x="28694" y="24853"/>
                  <a:pt x="28664" y="25005"/>
                </a:cubicBezTo>
                <a:lnTo>
                  <a:pt x="28694" y="25187"/>
                </a:lnTo>
                <a:cubicBezTo>
                  <a:pt x="28907" y="25278"/>
                  <a:pt x="29150" y="25339"/>
                  <a:pt x="29393" y="25400"/>
                </a:cubicBezTo>
                <a:cubicBezTo>
                  <a:pt x="29454" y="25461"/>
                  <a:pt x="29515" y="25521"/>
                  <a:pt x="29545" y="25521"/>
                </a:cubicBezTo>
                <a:cubicBezTo>
                  <a:pt x="29545" y="25521"/>
                  <a:pt x="29819" y="25491"/>
                  <a:pt x="30153" y="25491"/>
                </a:cubicBezTo>
                <a:lnTo>
                  <a:pt x="30457" y="25461"/>
                </a:lnTo>
                <a:lnTo>
                  <a:pt x="30488" y="25461"/>
                </a:lnTo>
                <a:cubicBezTo>
                  <a:pt x="30512" y="25425"/>
                  <a:pt x="30568" y="25413"/>
                  <a:pt x="30634" y="25413"/>
                </a:cubicBezTo>
                <a:cubicBezTo>
                  <a:pt x="30735" y="25413"/>
                  <a:pt x="30858" y="25442"/>
                  <a:pt x="30913" y="25461"/>
                </a:cubicBezTo>
                <a:cubicBezTo>
                  <a:pt x="30931" y="25465"/>
                  <a:pt x="30953" y="25467"/>
                  <a:pt x="30977" y="25467"/>
                </a:cubicBezTo>
                <a:cubicBezTo>
                  <a:pt x="31070" y="25467"/>
                  <a:pt x="31193" y="25439"/>
                  <a:pt x="31260" y="25439"/>
                </a:cubicBezTo>
                <a:cubicBezTo>
                  <a:pt x="31290" y="25439"/>
                  <a:pt x="31308" y="25445"/>
                  <a:pt x="31308" y="25461"/>
                </a:cubicBezTo>
                <a:cubicBezTo>
                  <a:pt x="31295" y="25486"/>
                  <a:pt x="31326" y="25496"/>
                  <a:pt x="31373" y="25496"/>
                </a:cubicBezTo>
                <a:cubicBezTo>
                  <a:pt x="31436" y="25496"/>
                  <a:pt x="31529" y="25478"/>
                  <a:pt x="31582" y="25461"/>
                </a:cubicBezTo>
                <a:cubicBezTo>
                  <a:pt x="31590" y="25457"/>
                  <a:pt x="31600" y="25455"/>
                  <a:pt x="31610" y="25455"/>
                </a:cubicBezTo>
                <a:cubicBezTo>
                  <a:pt x="31674" y="25455"/>
                  <a:pt x="31764" y="25530"/>
                  <a:pt x="31764" y="25582"/>
                </a:cubicBezTo>
                <a:cubicBezTo>
                  <a:pt x="31764" y="25613"/>
                  <a:pt x="31977" y="25613"/>
                  <a:pt x="32038" y="25613"/>
                </a:cubicBezTo>
                <a:cubicBezTo>
                  <a:pt x="32099" y="25613"/>
                  <a:pt x="32159" y="25613"/>
                  <a:pt x="32190" y="25643"/>
                </a:cubicBezTo>
                <a:cubicBezTo>
                  <a:pt x="32433" y="25582"/>
                  <a:pt x="32646" y="25521"/>
                  <a:pt x="32859" y="25461"/>
                </a:cubicBezTo>
                <a:cubicBezTo>
                  <a:pt x="33041" y="25430"/>
                  <a:pt x="33588" y="25248"/>
                  <a:pt x="34074" y="25066"/>
                </a:cubicBezTo>
                <a:lnTo>
                  <a:pt x="34530" y="24914"/>
                </a:lnTo>
                <a:lnTo>
                  <a:pt x="34652" y="24883"/>
                </a:lnTo>
                <a:cubicBezTo>
                  <a:pt x="34956" y="24731"/>
                  <a:pt x="35260" y="24579"/>
                  <a:pt x="35564" y="24427"/>
                </a:cubicBezTo>
                <a:lnTo>
                  <a:pt x="36141" y="24275"/>
                </a:lnTo>
                <a:cubicBezTo>
                  <a:pt x="36232" y="24245"/>
                  <a:pt x="36354" y="24184"/>
                  <a:pt x="36445" y="24123"/>
                </a:cubicBezTo>
                <a:lnTo>
                  <a:pt x="36445" y="24062"/>
                </a:lnTo>
                <a:lnTo>
                  <a:pt x="36506" y="23910"/>
                </a:lnTo>
                <a:cubicBezTo>
                  <a:pt x="36567" y="23931"/>
                  <a:pt x="36628" y="23941"/>
                  <a:pt x="36686" y="23941"/>
                </a:cubicBezTo>
                <a:cubicBezTo>
                  <a:pt x="36803" y="23941"/>
                  <a:pt x="36911" y="23900"/>
                  <a:pt x="36992" y="23819"/>
                </a:cubicBezTo>
                <a:lnTo>
                  <a:pt x="37114" y="23698"/>
                </a:lnTo>
                <a:cubicBezTo>
                  <a:pt x="37144" y="23683"/>
                  <a:pt x="37182" y="23683"/>
                  <a:pt x="37224" y="23683"/>
                </a:cubicBezTo>
                <a:cubicBezTo>
                  <a:pt x="37266" y="23683"/>
                  <a:pt x="37311" y="23683"/>
                  <a:pt x="37357" y="23667"/>
                </a:cubicBezTo>
                <a:lnTo>
                  <a:pt x="37600" y="23607"/>
                </a:lnTo>
                <a:cubicBezTo>
                  <a:pt x="37813" y="23485"/>
                  <a:pt x="37995" y="23363"/>
                  <a:pt x="38178" y="23211"/>
                </a:cubicBezTo>
                <a:cubicBezTo>
                  <a:pt x="38208" y="23181"/>
                  <a:pt x="38512" y="23120"/>
                  <a:pt x="38603" y="23059"/>
                </a:cubicBezTo>
                <a:cubicBezTo>
                  <a:pt x="38786" y="22938"/>
                  <a:pt x="38968" y="22847"/>
                  <a:pt x="39150" y="22786"/>
                </a:cubicBezTo>
                <a:lnTo>
                  <a:pt x="39302" y="22664"/>
                </a:lnTo>
                <a:lnTo>
                  <a:pt x="39454" y="22543"/>
                </a:lnTo>
                <a:cubicBezTo>
                  <a:pt x="39637" y="22482"/>
                  <a:pt x="39819" y="22360"/>
                  <a:pt x="40002" y="22239"/>
                </a:cubicBezTo>
                <a:cubicBezTo>
                  <a:pt x="40029" y="22211"/>
                  <a:pt x="40157" y="22083"/>
                  <a:pt x="40203" y="22083"/>
                </a:cubicBezTo>
                <a:cubicBezTo>
                  <a:pt x="40208" y="22083"/>
                  <a:pt x="40212" y="22084"/>
                  <a:pt x="40214" y="22087"/>
                </a:cubicBezTo>
                <a:lnTo>
                  <a:pt x="40336" y="22117"/>
                </a:lnTo>
                <a:cubicBezTo>
                  <a:pt x="40457" y="22087"/>
                  <a:pt x="40549" y="22056"/>
                  <a:pt x="40640" y="21996"/>
                </a:cubicBezTo>
                <a:lnTo>
                  <a:pt x="40670" y="21874"/>
                </a:lnTo>
                <a:lnTo>
                  <a:pt x="40731" y="21752"/>
                </a:lnTo>
                <a:cubicBezTo>
                  <a:pt x="40853" y="21722"/>
                  <a:pt x="40974" y="21692"/>
                  <a:pt x="41065" y="21661"/>
                </a:cubicBezTo>
                <a:cubicBezTo>
                  <a:pt x="41157" y="21570"/>
                  <a:pt x="41278" y="21540"/>
                  <a:pt x="41400" y="21509"/>
                </a:cubicBezTo>
                <a:lnTo>
                  <a:pt x="41430" y="21357"/>
                </a:lnTo>
                <a:lnTo>
                  <a:pt x="41430" y="21327"/>
                </a:lnTo>
                <a:cubicBezTo>
                  <a:pt x="41451" y="21320"/>
                  <a:pt x="41479" y="21318"/>
                  <a:pt x="41512" y="21318"/>
                </a:cubicBezTo>
                <a:cubicBezTo>
                  <a:pt x="41569" y="21318"/>
                  <a:pt x="41640" y="21325"/>
                  <a:pt x="41700" y="21325"/>
                </a:cubicBezTo>
                <a:cubicBezTo>
                  <a:pt x="41755" y="21325"/>
                  <a:pt x="41803" y="21319"/>
                  <a:pt x="41825" y="21296"/>
                </a:cubicBezTo>
                <a:cubicBezTo>
                  <a:pt x="41886" y="21205"/>
                  <a:pt x="41947" y="21144"/>
                  <a:pt x="42008" y="21084"/>
                </a:cubicBezTo>
                <a:lnTo>
                  <a:pt x="42160" y="21084"/>
                </a:lnTo>
                <a:cubicBezTo>
                  <a:pt x="42220" y="21023"/>
                  <a:pt x="42281" y="20962"/>
                  <a:pt x="42342" y="20932"/>
                </a:cubicBezTo>
                <a:lnTo>
                  <a:pt x="42403" y="20901"/>
                </a:lnTo>
                <a:cubicBezTo>
                  <a:pt x="42433" y="20871"/>
                  <a:pt x="42403" y="20780"/>
                  <a:pt x="42464" y="20749"/>
                </a:cubicBezTo>
                <a:lnTo>
                  <a:pt x="42707" y="20749"/>
                </a:lnTo>
                <a:cubicBezTo>
                  <a:pt x="42768" y="20719"/>
                  <a:pt x="42828" y="20689"/>
                  <a:pt x="42889" y="20658"/>
                </a:cubicBezTo>
                <a:lnTo>
                  <a:pt x="43132" y="20506"/>
                </a:lnTo>
                <a:cubicBezTo>
                  <a:pt x="43375" y="20354"/>
                  <a:pt x="43923" y="20050"/>
                  <a:pt x="44075" y="19959"/>
                </a:cubicBezTo>
                <a:cubicBezTo>
                  <a:pt x="44196" y="19898"/>
                  <a:pt x="44378" y="19807"/>
                  <a:pt x="44470" y="19746"/>
                </a:cubicBezTo>
                <a:lnTo>
                  <a:pt x="44591" y="19716"/>
                </a:lnTo>
                <a:cubicBezTo>
                  <a:pt x="44682" y="19716"/>
                  <a:pt x="44743" y="19594"/>
                  <a:pt x="44804" y="19534"/>
                </a:cubicBezTo>
                <a:cubicBezTo>
                  <a:pt x="44819" y="19518"/>
                  <a:pt x="44834" y="19511"/>
                  <a:pt x="44846" y="19511"/>
                </a:cubicBezTo>
                <a:cubicBezTo>
                  <a:pt x="44857" y="19511"/>
                  <a:pt x="44865" y="19518"/>
                  <a:pt x="44865" y="19534"/>
                </a:cubicBezTo>
                <a:lnTo>
                  <a:pt x="44926" y="19534"/>
                </a:lnTo>
                <a:cubicBezTo>
                  <a:pt x="44986" y="19534"/>
                  <a:pt x="45017" y="19534"/>
                  <a:pt x="45017" y="19473"/>
                </a:cubicBezTo>
                <a:cubicBezTo>
                  <a:pt x="45017" y="19442"/>
                  <a:pt x="45290" y="19382"/>
                  <a:pt x="45321" y="19321"/>
                </a:cubicBezTo>
                <a:cubicBezTo>
                  <a:pt x="45336" y="19275"/>
                  <a:pt x="45359" y="19260"/>
                  <a:pt x="45382" y="19260"/>
                </a:cubicBezTo>
                <a:cubicBezTo>
                  <a:pt x="45404" y="19260"/>
                  <a:pt x="45427" y="19275"/>
                  <a:pt x="45442" y="19290"/>
                </a:cubicBezTo>
                <a:cubicBezTo>
                  <a:pt x="45442" y="19292"/>
                  <a:pt x="45443" y="19293"/>
                  <a:pt x="45444" y="19293"/>
                </a:cubicBezTo>
                <a:cubicBezTo>
                  <a:pt x="45467" y="19293"/>
                  <a:pt x="45662" y="19074"/>
                  <a:pt x="45777" y="19017"/>
                </a:cubicBezTo>
                <a:cubicBezTo>
                  <a:pt x="46020" y="18926"/>
                  <a:pt x="46293" y="18804"/>
                  <a:pt x="46537" y="18652"/>
                </a:cubicBezTo>
                <a:cubicBezTo>
                  <a:pt x="46597" y="18561"/>
                  <a:pt x="46719" y="18470"/>
                  <a:pt x="46841" y="18439"/>
                </a:cubicBezTo>
                <a:lnTo>
                  <a:pt x="46871" y="18439"/>
                </a:lnTo>
                <a:cubicBezTo>
                  <a:pt x="46962" y="18439"/>
                  <a:pt x="47145" y="18378"/>
                  <a:pt x="47145" y="18348"/>
                </a:cubicBezTo>
                <a:lnTo>
                  <a:pt x="47145" y="18166"/>
                </a:lnTo>
                <a:cubicBezTo>
                  <a:pt x="47327" y="18135"/>
                  <a:pt x="47509" y="18105"/>
                  <a:pt x="47692" y="18075"/>
                </a:cubicBezTo>
                <a:cubicBezTo>
                  <a:pt x="47813" y="18044"/>
                  <a:pt x="47904" y="17983"/>
                  <a:pt x="48026" y="17892"/>
                </a:cubicBezTo>
                <a:cubicBezTo>
                  <a:pt x="48056" y="17862"/>
                  <a:pt x="48239" y="17710"/>
                  <a:pt x="48269" y="17710"/>
                </a:cubicBezTo>
                <a:cubicBezTo>
                  <a:pt x="48482" y="17679"/>
                  <a:pt x="48664" y="17588"/>
                  <a:pt x="48786" y="17467"/>
                </a:cubicBezTo>
                <a:lnTo>
                  <a:pt x="49029" y="17375"/>
                </a:lnTo>
                <a:cubicBezTo>
                  <a:pt x="49151" y="17345"/>
                  <a:pt x="49242" y="17284"/>
                  <a:pt x="49363" y="17223"/>
                </a:cubicBezTo>
                <a:lnTo>
                  <a:pt x="49576" y="17102"/>
                </a:lnTo>
                <a:cubicBezTo>
                  <a:pt x="49850" y="16950"/>
                  <a:pt x="50184" y="16768"/>
                  <a:pt x="50336" y="16646"/>
                </a:cubicBezTo>
                <a:lnTo>
                  <a:pt x="50518" y="16585"/>
                </a:lnTo>
                <a:lnTo>
                  <a:pt x="50579" y="16585"/>
                </a:lnTo>
                <a:cubicBezTo>
                  <a:pt x="50822" y="16464"/>
                  <a:pt x="51035" y="16372"/>
                  <a:pt x="51278" y="16281"/>
                </a:cubicBezTo>
                <a:cubicBezTo>
                  <a:pt x="51491" y="16160"/>
                  <a:pt x="51704" y="16038"/>
                  <a:pt x="51886" y="15916"/>
                </a:cubicBezTo>
                <a:cubicBezTo>
                  <a:pt x="51977" y="15856"/>
                  <a:pt x="52221" y="15764"/>
                  <a:pt x="52281" y="15734"/>
                </a:cubicBezTo>
                <a:cubicBezTo>
                  <a:pt x="52373" y="15673"/>
                  <a:pt x="52494" y="15612"/>
                  <a:pt x="52585" y="15521"/>
                </a:cubicBezTo>
                <a:cubicBezTo>
                  <a:pt x="52677" y="15461"/>
                  <a:pt x="52768" y="15400"/>
                  <a:pt x="52859" y="15369"/>
                </a:cubicBezTo>
                <a:cubicBezTo>
                  <a:pt x="52920" y="15369"/>
                  <a:pt x="53406" y="15065"/>
                  <a:pt x="53619" y="15005"/>
                </a:cubicBezTo>
                <a:cubicBezTo>
                  <a:pt x="53832" y="14944"/>
                  <a:pt x="54075" y="14761"/>
                  <a:pt x="54136" y="14761"/>
                </a:cubicBezTo>
                <a:cubicBezTo>
                  <a:pt x="54196" y="14731"/>
                  <a:pt x="54470" y="14549"/>
                  <a:pt x="54622" y="14488"/>
                </a:cubicBezTo>
                <a:cubicBezTo>
                  <a:pt x="54743" y="14427"/>
                  <a:pt x="55078" y="14305"/>
                  <a:pt x="55199" y="14245"/>
                </a:cubicBezTo>
                <a:cubicBezTo>
                  <a:pt x="55351" y="14154"/>
                  <a:pt x="55503" y="14093"/>
                  <a:pt x="55625" y="14002"/>
                </a:cubicBezTo>
                <a:lnTo>
                  <a:pt x="55746" y="13971"/>
                </a:lnTo>
                <a:cubicBezTo>
                  <a:pt x="56050" y="13880"/>
                  <a:pt x="56324" y="13728"/>
                  <a:pt x="56628" y="13606"/>
                </a:cubicBezTo>
                <a:lnTo>
                  <a:pt x="56658" y="13576"/>
                </a:lnTo>
                <a:cubicBezTo>
                  <a:pt x="56750" y="13576"/>
                  <a:pt x="56841" y="13454"/>
                  <a:pt x="56871" y="13302"/>
                </a:cubicBezTo>
                <a:lnTo>
                  <a:pt x="57084" y="13485"/>
                </a:lnTo>
                <a:cubicBezTo>
                  <a:pt x="57175" y="13454"/>
                  <a:pt x="57266" y="13272"/>
                  <a:pt x="57327" y="13242"/>
                </a:cubicBezTo>
                <a:lnTo>
                  <a:pt x="57570" y="13242"/>
                </a:lnTo>
                <a:cubicBezTo>
                  <a:pt x="57570" y="13233"/>
                  <a:pt x="57573" y="13229"/>
                  <a:pt x="57576" y="13229"/>
                </a:cubicBezTo>
                <a:cubicBezTo>
                  <a:pt x="57583" y="13229"/>
                  <a:pt x="57592" y="13251"/>
                  <a:pt x="57570" y="13272"/>
                </a:cubicBezTo>
                <a:cubicBezTo>
                  <a:pt x="57479" y="13363"/>
                  <a:pt x="57418" y="13454"/>
                  <a:pt x="57327" y="13576"/>
                </a:cubicBezTo>
                <a:lnTo>
                  <a:pt x="57327" y="13910"/>
                </a:lnTo>
                <a:cubicBezTo>
                  <a:pt x="57236" y="13910"/>
                  <a:pt x="57114" y="13910"/>
                  <a:pt x="57023" y="13941"/>
                </a:cubicBezTo>
                <a:cubicBezTo>
                  <a:pt x="56962" y="13971"/>
                  <a:pt x="56871" y="14002"/>
                  <a:pt x="56810" y="14032"/>
                </a:cubicBezTo>
                <a:cubicBezTo>
                  <a:pt x="56810" y="14040"/>
                  <a:pt x="56808" y="14043"/>
                  <a:pt x="56806" y="14043"/>
                </a:cubicBezTo>
                <a:cubicBezTo>
                  <a:pt x="56799" y="14043"/>
                  <a:pt x="56788" y="14009"/>
                  <a:pt x="56810" y="13941"/>
                </a:cubicBezTo>
                <a:lnTo>
                  <a:pt x="56810" y="13850"/>
                </a:lnTo>
                <a:cubicBezTo>
                  <a:pt x="56658" y="13910"/>
                  <a:pt x="56476" y="14002"/>
                  <a:pt x="56324" y="14093"/>
                </a:cubicBezTo>
                <a:cubicBezTo>
                  <a:pt x="56172" y="14184"/>
                  <a:pt x="55777" y="14397"/>
                  <a:pt x="55686" y="14488"/>
                </a:cubicBezTo>
                <a:cubicBezTo>
                  <a:pt x="55625" y="14549"/>
                  <a:pt x="55564" y="14579"/>
                  <a:pt x="55503" y="14670"/>
                </a:cubicBezTo>
                <a:cubicBezTo>
                  <a:pt x="55503" y="14701"/>
                  <a:pt x="55473" y="14761"/>
                  <a:pt x="55443" y="14792"/>
                </a:cubicBezTo>
                <a:lnTo>
                  <a:pt x="55473" y="14883"/>
                </a:lnTo>
                <a:lnTo>
                  <a:pt x="55503" y="14944"/>
                </a:lnTo>
                <a:cubicBezTo>
                  <a:pt x="55503" y="15065"/>
                  <a:pt x="55443" y="15157"/>
                  <a:pt x="55382" y="15217"/>
                </a:cubicBezTo>
                <a:cubicBezTo>
                  <a:pt x="55321" y="15248"/>
                  <a:pt x="55351" y="15309"/>
                  <a:pt x="55412" y="15369"/>
                </a:cubicBezTo>
                <a:lnTo>
                  <a:pt x="55473" y="15400"/>
                </a:lnTo>
                <a:lnTo>
                  <a:pt x="55534" y="15430"/>
                </a:lnTo>
                <a:cubicBezTo>
                  <a:pt x="55595" y="15430"/>
                  <a:pt x="55625" y="15400"/>
                  <a:pt x="55595" y="15369"/>
                </a:cubicBezTo>
                <a:lnTo>
                  <a:pt x="55595" y="15339"/>
                </a:lnTo>
                <a:cubicBezTo>
                  <a:pt x="55595" y="15278"/>
                  <a:pt x="55625" y="15217"/>
                  <a:pt x="55655" y="15217"/>
                </a:cubicBezTo>
                <a:lnTo>
                  <a:pt x="55777" y="15217"/>
                </a:lnTo>
                <a:cubicBezTo>
                  <a:pt x="55898" y="15217"/>
                  <a:pt x="56020" y="15187"/>
                  <a:pt x="56050" y="15065"/>
                </a:cubicBezTo>
                <a:lnTo>
                  <a:pt x="56111" y="14974"/>
                </a:lnTo>
                <a:cubicBezTo>
                  <a:pt x="56172" y="14944"/>
                  <a:pt x="56202" y="14944"/>
                  <a:pt x="56263" y="14944"/>
                </a:cubicBezTo>
                <a:lnTo>
                  <a:pt x="56294" y="14944"/>
                </a:lnTo>
                <a:cubicBezTo>
                  <a:pt x="56294" y="15035"/>
                  <a:pt x="56263" y="15096"/>
                  <a:pt x="56233" y="15187"/>
                </a:cubicBezTo>
                <a:cubicBezTo>
                  <a:pt x="56223" y="15197"/>
                  <a:pt x="56243" y="15200"/>
                  <a:pt x="56278" y="15200"/>
                </a:cubicBezTo>
                <a:cubicBezTo>
                  <a:pt x="56348" y="15200"/>
                  <a:pt x="56476" y="15187"/>
                  <a:pt x="56537" y="15187"/>
                </a:cubicBezTo>
                <a:cubicBezTo>
                  <a:pt x="56628" y="15157"/>
                  <a:pt x="56780" y="14822"/>
                  <a:pt x="56841" y="14731"/>
                </a:cubicBezTo>
                <a:cubicBezTo>
                  <a:pt x="56902" y="14701"/>
                  <a:pt x="56993" y="14670"/>
                  <a:pt x="57084" y="14670"/>
                </a:cubicBezTo>
                <a:cubicBezTo>
                  <a:pt x="57114" y="14701"/>
                  <a:pt x="57023" y="14822"/>
                  <a:pt x="56962" y="14853"/>
                </a:cubicBezTo>
                <a:cubicBezTo>
                  <a:pt x="56932" y="14883"/>
                  <a:pt x="56962" y="14913"/>
                  <a:pt x="57023" y="14913"/>
                </a:cubicBezTo>
                <a:lnTo>
                  <a:pt x="57054" y="14913"/>
                </a:lnTo>
                <a:cubicBezTo>
                  <a:pt x="57084" y="14944"/>
                  <a:pt x="57145" y="14974"/>
                  <a:pt x="57175" y="15005"/>
                </a:cubicBezTo>
                <a:lnTo>
                  <a:pt x="57266" y="15096"/>
                </a:lnTo>
                <a:cubicBezTo>
                  <a:pt x="57175" y="15126"/>
                  <a:pt x="57054" y="15157"/>
                  <a:pt x="56962" y="15217"/>
                </a:cubicBezTo>
                <a:cubicBezTo>
                  <a:pt x="56934" y="15246"/>
                  <a:pt x="56768" y="15493"/>
                  <a:pt x="56673" y="15493"/>
                </a:cubicBezTo>
                <a:cubicBezTo>
                  <a:pt x="56668" y="15493"/>
                  <a:pt x="56663" y="15493"/>
                  <a:pt x="56658" y="15491"/>
                </a:cubicBezTo>
                <a:cubicBezTo>
                  <a:pt x="56537" y="15461"/>
                  <a:pt x="56415" y="15461"/>
                  <a:pt x="56324" y="15461"/>
                </a:cubicBezTo>
                <a:lnTo>
                  <a:pt x="56263" y="15521"/>
                </a:lnTo>
                <a:cubicBezTo>
                  <a:pt x="56172" y="15612"/>
                  <a:pt x="56202" y="15643"/>
                  <a:pt x="56294" y="15704"/>
                </a:cubicBezTo>
                <a:lnTo>
                  <a:pt x="56354" y="15734"/>
                </a:lnTo>
                <a:cubicBezTo>
                  <a:pt x="56415" y="15764"/>
                  <a:pt x="56324" y="15886"/>
                  <a:pt x="56294" y="15886"/>
                </a:cubicBezTo>
                <a:cubicBezTo>
                  <a:pt x="56263" y="15916"/>
                  <a:pt x="56354" y="16068"/>
                  <a:pt x="56415" y="16068"/>
                </a:cubicBezTo>
                <a:cubicBezTo>
                  <a:pt x="56567" y="16068"/>
                  <a:pt x="56689" y="16038"/>
                  <a:pt x="56810" y="15977"/>
                </a:cubicBezTo>
                <a:cubicBezTo>
                  <a:pt x="56871" y="15916"/>
                  <a:pt x="56932" y="15825"/>
                  <a:pt x="56962" y="15764"/>
                </a:cubicBezTo>
                <a:lnTo>
                  <a:pt x="57205" y="15764"/>
                </a:lnTo>
                <a:cubicBezTo>
                  <a:pt x="57297" y="15673"/>
                  <a:pt x="57418" y="15643"/>
                  <a:pt x="57509" y="15643"/>
                </a:cubicBezTo>
                <a:cubicBezTo>
                  <a:pt x="57570" y="15643"/>
                  <a:pt x="57631" y="15552"/>
                  <a:pt x="57661" y="15491"/>
                </a:cubicBezTo>
                <a:cubicBezTo>
                  <a:pt x="57661" y="15430"/>
                  <a:pt x="57692" y="15369"/>
                  <a:pt x="57692" y="15339"/>
                </a:cubicBezTo>
                <a:lnTo>
                  <a:pt x="57722" y="15339"/>
                </a:lnTo>
                <a:cubicBezTo>
                  <a:pt x="57874" y="15248"/>
                  <a:pt x="57905" y="15248"/>
                  <a:pt x="57753" y="15187"/>
                </a:cubicBezTo>
                <a:lnTo>
                  <a:pt x="57661" y="15157"/>
                </a:lnTo>
                <a:cubicBezTo>
                  <a:pt x="57551" y="15101"/>
                  <a:pt x="57516" y="14946"/>
                  <a:pt x="57533" y="14849"/>
                </a:cubicBezTo>
                <a:lnTo>
                  <a:pt x="57533" y="14849"/>
                </a:lnTo>
                <a:cubicBezTo>
                  <a:pt x="57551" y="14859"/>
                  <a:pt x="57573" y="14869"/>
                  <a:pt x="57601" y="14883"/>
                </a:cubicBezTo>
                <a:cubicBezTo>
                  <a:pt x="57605" y="14883"/>
                  <a:pt x="57608" y="14883"/>
                  <a:pt x="57612" y="14884"/>
                </a:cubicBezTo>
                <a:lnTo>
                  <a:pt x="57612" y="14884"/>
                </a:lnTo>
                <a:cubicBezTo>
                  <a:pt x="57599" y="14803"/>
                  <a:pt x="57593" y="14730"/>
                  <a:pt x="57570" y="14640"/>
                </a:cubicBezTo>
                <a:lnTo>
                  <a:pt x="57564" y="14653"/>
                </a:lnTo>
                <a:lnTo>
                  <a:pt x="57564" y="14653"/>
                </a:lnTo>
                <a:cubicBezTo>
                  <a:pt x="57581" y="14560"/>
                  <a:pt x="57601" y="14453"/>
                  <a:pt x="57601" y="14366"/>
                </a:cubicBezTo>
                <a:lnTo>
                  <a:pt x="57722" y="14366"/>
                </a:lnTo>
                <a:cubicBezTo>
                  <a:pt x="57726" y="14364"/>
                  <a:pt x="57730" y="14363"/>
                  <a:pt x="57733" y="14363"/>
                </a:cubicBezTo>
                <a:cubicBezTo>
                  <a:pt x="57779" y="14363"/>
                  <a:pt x="57755" y="14555"/>
                  <a:pt x="57783" y="14640"/>
                </a:cubicBezTo>
                <a:cubicBezTo>
                  <a:pt x="57813" y="14731"/>
                  <a:pt x="57844" y="14822"/>
                  <a:pt x="57844" y="14913"/>
                </a:cubicBezTo>
                <a:lnTo>
                  <a:pt x="57783" y="14913"/>
                </a:lnTo>
                <a:cubicBezTo>
                  <a:pt x="57768" y="14929"/>
                  <a:pt x="57753" y="14934"/>
                  <a:pt x="57737" y="14934"/>
                </a:cubicBezTo>
                <a:cubicBezTo>
                  <a:pt x="57696" y="14934"/>
                  <a:pt x="57654" y="14891"/>
                  <a:pt x="57612" y="14884"/>
                </a:cubicBezTo>
                <a:lnTo>
                  <a:pt x="57612" y="14884"/>
                </a:lnTo>
                <a:cubicBezTo>
                  <a:pt x="57617" y="14913"/>
                  <a:pt x="57623" y="14942"/>
                  <a:pt x="57631" y="14974"/>
                </a:cubicBezTo>
                <a:lnTo>
                  <a:pt x="57783" y="15035"/>
                </a:lnTo>
                <a:cubicBezTo>
                  <a:pt x="57803" y="15038"/>
                  <a:pt x="57822" y="15040"/>
                  <a:pt x="57842" y="15040"/>
                </a:cubicBezTo>
                <a:cubicBezTo>
                  <a:pt x="58002" y="15040"/>
                  <a:pt x="58141" y="14937"/>
                  <a:pt x="58087" y="14883"/>
                </a:cubicBezTo>
                <a:cubicBezTo>
                  <a:pt x="58026" y="14792"/>
                  <a:pt x="57965" y="14701"/>
                  <a:pt x="57935" y="14609"/>
                </a:cubicBezTo>
                <a:lnTo>
                  <a:pt x="57965" y="14518"/>
                </a:lnTo>
                <a:lnTo>
                  <a:pt x="57996" y="14427"/>
                </a:lnTo>
                <a:cubicBezTo>
                  <a:pt x="58178" y="14305"/>
                  <a:pt x="58391" y="14245"/>
                  <a:pt x="58604" y="14214"/>
                </a:cubicBezTo>
                <a:cubicBezTo>
                  <a:pt x="58756" y="14214"/>
                  <a:pt x="58816" y="14336"/>
                  <a:pt x="58756" y="14457"/>
                </a:cubicBezTo>
                <a:lnTo>
                  <a:pt x="58664" y="14427"/>
                </a:lnTo>
                <a:cubicBezTo>
                  <a:pt x="58615" y="14394"/>
                  <a:pt x="58570" y="14381"/>
                  <a:pt x="58530" y="14381"/>
                </a:cubicBezTo>
                <a:cubicBezTo>
                  <a:pt x="58423" y="14381"/>
                  <a:pt x="58352" y="14474"/>
                  <a:pt x="58330" y="14518"/>
                </a:cubicBezTo>
                <a:cubicBezTo>
                  <a:pt x="58269" y="14549"/>
                  <a:pt x="58300" y="14579"/>
                  <a:pt x="58391" y="14609"/>
                </a:cubicBezTo>
                <a:cubicBezTo>
                  <a:pt x="58474" y="14637"/>
                  <a:pt x="58431" y="14765"/>
                  <a:pt x="58560" y="14765"/>
                </a:cubicBezTo>
                <a:cubicBezTo>
                  <a:pt x="58573" y="14765"/>
                  <a:pt x="58587" y="14764"/>
                  <a:pt x="58604" y="14761"/>
                </a:cubicBezTo>
                <a:lnTo>
                  <a:pt x="58695" y="14761"/>
                </a:lnTo>
                <a:cubicBezTo>
                  <a:pt x="58763" y="14789"/>
                  <a:pt x="58825" y="14804"/>
                  <a:pt x="58884" y="14804"/>
                </a:cubicBezTo>
                <a:cubicBezTo>
                  <a:pt x="58956" y="14804"/>
                  <a:pt x="59023" y="14781"/>
                  <a:pt x="59090" y="14731"/>
                </a:cubicBezTo>
                <a:cubicBezTo>
                  <a:pt x="59120" y="14670"/>
                  <a:pt x="59120" y="14609"/>
                  <a:pt x="59090" y="14609"/>
                </a:cubicBezTo>
                <a:lnTo>
                  <a:pt x="59120" y="14518"/>
                </a:lnTo>
                <a:lnTo>
                  <a:pt x="59151" y="14427"/>
                </a:lnTo>
                <a:cubicBezTo>
                  <a:pt x="59151" y="14305"/>
                  <a:pt x="59242" y="14184"/>
                  <a:pt x="59272" y="14184"/>
                </a:cubicBezTo>
                <a:cubicBezTo>
                  <a:pt x="59333" y="14184"/>
                  <a:pt x="59303" y="14305"/>
                  <a:pt x="59303" y="14336"/>
                </a:cubicBezTo>
                <a:cubicBezTo>
                  <a:pt x="59272" y="14366"/>
                  <a:pt x="59303" y="14427"/>
                  <a:pt x="59333" y="14427"/>
                </a:cubicBezTo>
                <a:lnTo>
                  <a:pt x="59455" y="14366"/>
                </a:lnTo>
                <a:cubicBezTo>
                  <a:pt x="59576" y="14305"/>
                  <a:pt x="59759" y="14123"/>
                  <a:pt x="59850" y="14123"/>
                </a:cubicBezTo>
                <a:cubicBezTo>
                  <a:pt x="59856" y="14125"/>
                  <a:pt x="59861" y="14126"/>
                  <a:pt x="59864" y="14126"/>
                </a:cubicBezTo>
                <a:cubicBezTo>
                  <a:pt x="59918" y="14126"/>
                  <a:pt x="59753" y="13935"/>
                  <a:pt x="59668" y="13850"/>
                </a:cubicBezTo>
                <a:cubicBezTo>
                  <a:pt x="59637" y="13819"/>
                  <a:pt x="59599" y="13804"/>
                  <a:pt x="59561" y="13804"/>
                </a:cubicBezTo>
                <a:cubicBezTo>
                  <a:pt x="59523" y="13804"/>
                  <a:pt x="59485" y="13819"/>
                  <a:pt x="59455" y="13850"/>
                </a:cubicBezTo>
                <a:cubicBezTo>
                  <a:pt x="59424" y="13910"/>
                  <a:pt x="59272" y="13880"/>
                  <a:pt x="59212" y="13910"/>
                </a:cubicBezTo>
                <a:cubicBezTo>
                  <a:pt x="59181" y="13941"/>
                  <a:pt x="59120" y="13971"/>
                  <a:pt x="59090" y="14002"/>
                </a:cubicBezTo>
                <a:lnTo>
                  <a:pt x="59090" y="14032"/>
                </a:lnTo>
                <a:cubicBezTo>
                  <a:pt x="59073" y="14082"/>
                  <a:pt x="59038" y="14105"/>
                  <a:pt x="59000" y="14105"/>
                </a:cubicBezTo>
                <a:cubicBezTo>
                  <a:pt x="58968" y="14105"/>
                  <a:pt x="58935" y="14090"/>
                  <a:pt x="58908" y="14062"/>
                </a:cubicBezTo>
                <a:lnTo>
                  <a:pt x="58664" y="13941"/>
                </a:lnTo>
                <a:cubicBezTo>
                  <a:pt x="58546" y="13728"/>
                  <a:pt x="58428" y="13607"/>
                  <a:pt x="58381" y="13607"/>
                </a:cubicBezTo>
                <a:cubicBezTo>
                  <a:pt x="58368" y="13607"/>
                  <a:pt x="58361" y="13617"/>
                  <a:pt x="58361" y="13637"/>
                </a:cubicBezTo>
                <a:lnTo>
                  <a:pt x="58361" y="13698"/>
                </a:lnTo>
                <a:cubicBezTo>
                  <a:pt x="58330" y="13728"/>
                  <a:pt x="58300" y="13758"/>
                  <a:pt x="58269" y="13758"/>
                </a:cubicBezTo>
                <a:lnTo>
                  <a:pt x="58239" y="13758"/>
                </a:lnTo>
                <a:cubicBezTo>
                  <a:pt x="58148" y="13667"/>
                  <a:pt x="58057" y="13546"/>
                  <a:pt x="58026" y="13424"/>
                </a:cubicBezTo>
                <a:lnTo>
                  <a:pt x="57783" y="13272"/>
                </a:lnTo>
                <a:cubicBezTo>
                  <a:pt x="57753" y="13242"/>
                  <a:pt x="57753" y="13181"/>
                  <a:pt x="57753" y="13150"/>
                </a:cubicBezTo>
                <a:lnTo>
                  <a:pt x="57753" y="13120"/>
                </a:lnTo>
                <a:cubicBezTo>
                  <a:pt x="57874" y="13120"/>
                  <a:pt x="58026" y="13150"/>
                  <a:pt x="58178" y="13181"/>
                </a:cubicBezTo>
                <a:lnTo>
                  <a:pt x="58239" y="13363"/>
                </a:lnTo>
                <a:lnTo>
                  <a:pt x="58239" y="13394"/>
                </a:lnTo>
                <a:lnTo>
                  <a:pt x="58330" y="13394"/>
                </a:lnTo>
                <a:cubicBezTo>
                  <a:pt x="58421" y="13394"/>
                  <a:pt x="58604" y="13333"/>
                  <a:pt x="58573" y="13272"/>
                </a:cubicBezTo>
                <a:cubicBezTo>
                  <a:pt x="58543" y="13211"/>
                  <a:pt x="58634" y="13150"/>
                  <a:pt x="58756" y="13150"/>
                </a:cubicBezTo>
                <a:lnTo>
                  <a:pt x="58847" y="13150"/>
                </a:lnTo>
                <a:cubicBezTo>
                  <a:pt x="58908" y="13181"/>
                  <a:pt x="58968" y="13211"/>
                  <a:pt x="58968" y="13242"/>
                </a:cubicBezTo>
                <a:cubicBezTo>
                  <a:pt x="58938" y="13272"/>
                  <a:pt x="58938" y="13302"/>
                  <a:pt x="58908" y="13333"/>
                </a:cubicBezTo>
                <a:lnTo>
                  <a:pt x="58816" y="13333"/>
                </a:lnTo>
                <a:lnTo>
                  <a:pt x="58756" y="13363"/>
                </a:lnTo>
                <a:cubicBezTo>
                  <a:pt x="58695" y="13454"/>
                  <a:pt x="58664" y="13546"/>
                  <a:pt x="58634" y="13637"/>
                </a:cubicBezTo>
                <a:cubicBezTo>
                  <a:pt x="58664" y="13698"/>
                  <a:pt x="58725" y="13728"/>
                  <a:pt x="58786" y="13758"/>
                </a:cubicBezTo>
                <a:cubicBezTo>
                  <a:pt x="58816" y="13698"/>
                  <a:pt x="58847" y="13667"/>
                  <a:pt x="58847" y="13606"/>
                </a:cubicBezTo>
                <a:lnTo>
                  <a:pt x="58847" y="13485"/>
                </a:lnTo>
                <a:cubicBezTo>
                  <a:pt x="58968" y="13515"/>
                  <a:pt x="59060" y="13546"/>
                  <a:pt x="59151" y="13606"/>
                </a:cubicBezTo>
                <a:lnTo>
                  <a:pt x="59151" y="13515"/>
                </a:lnTo>
                <a:lnTo>
                  <a:pt x="59120" y="13363"/>
                </a:lnTo>
                <a:lnTo>
                  <a:pt x="59424" y="13302"/>
                </a:lnTo>
                <a:cubicBezTo>
                  <a:pt x="59516" y="13302"/>
                  <a:pt x="59576" y="13333"/>
                  <a:pt x="59668" y="13363"/>
                </a:cubicBezTo>
                <a:lnTo>
                  <a:pt x="59698" y="13394"/>
                </a:lnTo>
                <a:lnTo>
                  <a:pt x="59850" y="13576"/>
                </a:lnTo>
                <a:cubicBezTo>
                  <a:pt x="59971" y="13485"/>
                  <a:pt x="59941" y="13333"/>
                  <a:pt x="59880" y="13302"/>
                </a:cubicBezTo>
                <a:cubicBezTo>
                  <a:pt x="59820" y="13272"/>
                  <a:pt x="59576" y="13211"/>
                  <a:pt x="59576" y="13150"/>
                </a:cubicBezTo>
                <a:cubicBezTo>
                  <a:pt x="59576" y="13090"/>
                  <a:pt x="59546" y="13059"/>
                  <a:pt x="59516" y="12998"/>
                </a:cubicBezTo>
                <a:cubicBezTo>
                  <a:pt x="59485" y="12998"/>
                  <a:pt x="59455" y="12816"/>
                  <a:pt x="59516" y="12816"/>
                </a:cubicBezTo>
                <a:cubicBezTo>
                  <a:pt x="59637" y="12786"/>
                  <a:pt x="59759" y="12725"/>
                  <a:pt x="59820" y="12664"/>
                </a:cubicBezTo>
                <a:cubicBezTo>
                  <a:pt x="59843" y="12641"/>
                  <a:pt x="59870" y="12631"/>
                  <a:pt x="59896" y="12631"/>
                </a:cubicBezTo>
                <a:cubicBezTo>
                  <a:pt x="59937" y="12631"/>
                  <a:pt x="59971" y="12657"/>
                  <a:pt x="59971" y="12695"/>
                </a:cubicBezTo>
                <a:cubicBezTo>
                  <a:pt x="59984" y="12720"/>
                  <a:pt x="60003" y="12730"/>
                  <a:pt x="60026" y="12730"/>
                </a:cubicBezTo>
                <a:cubicBezTo>
                  <a:pt x="60059" y="12730"/>
                  <a:pt x="60101" y="12712"/>
                  <a:pt x="60154" y="12695"/>
                </a:cubicBezTo>
                <a:lnTo>
                  <a:pt x="60154" y="12634"/>
                </a:lnTo>
                <a:cubicBezTo>
                  <a:pt x="60215" y="12543"/>
                  <a:pt x="60123" y="12421"/>
                  <a:pt x="60336" y="12421"/>
                </a:cubicBezTo>
                <a:cubicBezTo>
                  <a:pt x="60367" y="12330"/>
                  <a:pt x="60397" y="12117"/>
                  <a:pt x="60427" y="12117"/>
                </a:cubicBezTo>
                <a:cubicBezTo>
                  <a:pt x="60473" y="12102"/>
                  <a:pt x="60519" y="12094"/>
                  <a:pt x="60564" y="12094"/>
                </a:cubicBezTo>
                <a:cubicBezTo>
                  <a:pt x="60610" y="12094"/>
                  <a:pt x="60655" y="12102"/>
                  <a:pt x="60701" y="12117"/>
                </a:cubicBezTo>
                <a:lnTo>
                  <a:pt x="60762" y="12147"/>
                </a:lnTo>
                <a:lnTo>
                  <a:pt x="60823" y="12147"/>
                </a:lnTo>
                <a:cubicBezTo>
                  <a:pt x="60828" y="12149"/>
                  <a:pt x="60834" y="12150"/>
                  <a:pt x="60842" y="12150"/>
                </a:cubicBezTo>
                <a:cubicBezTo>
                  <a:pt x="60952" y="12150"/>
                  <a:pt x="61269" y="11962"/>
                  <a:pt x="61356" y="11962"/>
                </a:cubicBezTo>
                <a:cubicBezTo>
                  <a:pt x="61361" y="11962"/>
                  <a:pt x="61366" y="11963"/>
                  <a:pt x="61370" y="11965"/>
                </a:cubicBezTo>
                <a:cubicBezTo>
                  <a:pt x="61375" y="11968"/>
                  <a:pt x="61380" y="11969"/>
                  <a:pt x="61385" y="11969"/>
                </a:cubicBezTo>
                <a:cubicBezTo>
                  <a:pt x="61435" y="11969"/>
                  <a:pt x="61458" y="11838"/>
                  <a:pt x="61430" y="11783"/>
                </a:cubicBezTo>
                <a:cubicBezTo>
                  <a:pt x="61430" y="11722"/>
                  <a:pt x="61582" y="11570"/>
                  <a:pt x="61643" y="11509"/>
                </a:cubicBezTo>
                <a:cubicBezTo>
                  <a:pt x="61646" y="11508"/>
                  <a:pt x="61649" y="11507"/>
                  <a:pt x="61652" y="11507"/>
                </a:cubicBezTo>
                <a:cubicBezTo>
                  <a:pt x="61709" y="11507"/>
                  <a:pt x="61761" y="11787"/>
                  <a:pt x="61674" y="11874"/>
                </a:cubicBezTo>
                <a:cubicBezTo>
                  <a:pt x="61613" y="11935"/>
                  <a:pt x="61552" y="12056"/>
                  <a:pt x="61552" y="12178"/>
                </a:cubicBezTo>
                <a:cubicBezTo>
                  <a:pt x="61582" y="12239"/>
                  <a:pt x="61582" y="12330"/>
                  <a:pt x="61582" y="12391"/>
                </a:cubicBezTo>
                <a:lnTo>
                  <a:pt x="61674" y="12451"/>
                </a:lnTo>
                <a:lnTo>
                  <a:pt x="61704" y="12482"/>
                </a:lnTo>
                <a:cubicBezTo>
                  <a:pt x="61826" y="12451"/>
                  <a:pt x="61795" y="12299"/>
                  <a:pt x="61734" y="12239"/>
                </a:cubicBezTo>
                <a:cubicBezTo>
                  <a:pt x="61704" y="12178"/>
                  <a:pt x="61856" y="12117"/>
                  <a:pt x="61886" y="12117"/>
                </a:cubicBezTo>
                <a:cubicBezTo>
                  <a:pt x="61917" y="12087"/>
                  <a:pt x="61947" y="11965"/>
                  <a:pt x="61917" y="11935"/>
                </a:cubicBezTo>
                <a:cubicBezTo>
                  <a:pt x="61917" y="11911"/>
                  <a:pt x="61930" y="11901"/>
                  <a:pt x="61953" y="11901"/>
                </a:cubicBezTo>
                <a:cubicBezTo>
                  <a:pt x="61991" y="11901"/>
                  <a:pt x="62054" y="11927"/>
                  <a:pt x="62130" y="11965"/>
                </a:cubicBezTo>
                <a:lnTo>
                  <a:pt x="62251" y="11995"/>
                </a:lnTo>
                <a:lnTo>
                  <a:pt x="62282" y="11995"/>
                </a:lnTo>
                <a:cubicBezTo>
                  <a:pt x="62373" y="11935"/>
                  <a:pt x="62251" y="11691"/>
                  <a:pt x="62342" y="11631"/>
                </a:cubicBezTo>
                <a:cubicBezTo>
                  <a:pt x="62434" y="11570"/>
                  <a:pt x="62403" y="11509"/>
                  <a:pt x="62373" y="11509"/>
                </a:cubicBezTo>
                <a:cubicBezTo>
                  <a:pt x="62342" y="11479"/>
                  <a:pt x="62373" y="11448"/>
                  <a:pt x="62464" y="11418"/>
                </a:cubicBezTo>
                <a:lnTo>
                  <a:pt x="62525" y="11388"/>
                </a:lnTo>
                <a:lnTo>
                  <a:pt x="62707" y="11205"/>
                </a:lnTo>
                <a:cubicBezTo>
                  <a:pt x="62859" y="11327"/>
                  <a:pt x="63041" y="11600"/>
                  <a:pt x="63102" y="11600"/>
                </a:cubicBezTo>
                <a:cubicBezTo>
                  <a:pt x="63163" y="11570"/>
                  <a:pt x="63163" y="11388"/>
                  <a:pt x="63163" y="11327"/>
                </a:cubicBezTo>
                <a:cubicBezTo>
                  <a:pt x="63133" y="11266"/>
                  <a:pt x="62859" y="11236"/>
                  <a:pt x="62829" y="11144"/>
                </a:cubicBezTo>
                <a:cubicBezTo>
                  <a:pt x="62768" y="11084"/>
                  <a:pt x="62920" y="10992"/>
                  <a:pt x="63163" y="10992"/>
                </a:cubicBezTo>
                <a:lnTo>
                  <a:pt x="63163" y="10780"/>
                </a:lnTo>
                <a:cubicBezTo>
                  <a:pt x="63224" y="10780"/>
                  <a:pt x="63285" y="10810"/>
                  <a:pt x="63285" y="10810"/>
                </a:cubicBezTo>
                <a:cubicBezTo>
                  <a:pt x="63285" y="10840"/>
                  <a:pt x="63285" y="10901"/>
                  <a:pt x="63315" y="10932"/>
                </a:cubicBezTo>
                <a:lnTo>
                  <a:pt x="63467" y="10932"/>
                </a:lnTo>
                <a:cubicBezTo>
                  <a:pt x="63528" y="10992"/>
                  <a:pt x="63589" y="11144"/>
                  <a:pt x="63649" y="11205"/>
                </a:cubicBezTo>
                <a:cubicBezTo>
                  <a:pt x="63658" y="11209"/>
                  <a:pt x="63667" y="11211"/>
                  <a:pt x="63676" y="11211"/>
                </a:cubicBezTo>
                <a:cubicBezTo>
                  <a:pt x="63734" y="11211"/>
                  <a:pt x="63806" y="11140"/>
                  <a:pt x="63832" y="11114"/>
                </a:cubicBezTo>
                <a:cubicBezTo>
                  <a:pt x="63832" y="11053"/>
                  <a:pt x="63832" y="10962"/>
                  <a:pt x="63832" y="10932"/>
                </a:cubicBezTo>
                <a:lnTo>
                  <a:pt x="63710" y="10932"/>
                </a:lnTo>
                <a:cubicBezTo>
                  <a:pt x="63680" y="10810"/>
                  <a:pt x="63710" y="10719"/>
                  <a:pt x="63741" y="10628"/>
                </a:cubicBezTo>
                <a:lnTo>
                  <a:pt x="63801" y="10536"/>
                </a:lnTo>
                <a:cubicBezTo>
                  <a:pt x="63862" y="10476"/>
                  <a:pt x="63923" y="10445"/>
                  <a:pt x="64014" y="10445"/>
                </a:cubicBezTo>
                <a:lnTo>
                  <a:pt x="64045" y="10445"/>
                </a:lnTo>
                <a:cubicBezTo>
                  <a:pt x="64061" y="10470"/>
                  <a:pt x="64084" y="10481"/>
                  <a:pt x="64111" y="10481"/>
                </a:cubicBezTo>
                <a:cubicBezTo>
                  <a:pt x="64187" y="10481"/>
                  <a:pt x="64298" y="10396"/>
                  <a:pt x="64409" y="10263"/>
                </a:cubicBezTo>
                <a:lnTo>
                  <a:pt x="64622" y="10202"/>
                </a:lnTo>
                <a:lnTo>
                  <a:pt x="64744" y="10172"/>
                </a:lnTo>
                <a:cubicBezTo>
                  <a:pt x="64865" y="10202"/>
                  <a:pt x="64987" y="10415"/>
                  <a:pt x="65078" y="10415"/>
                </a:cubicBezTo>
                <a:lnTo>
                  <a:pt x="65291" y="10445"/>
                </a:lnTo>
                <a:lnTo>
                  <a:pt x="65321" y="10445"/>
                </a:lnTo>
                <a:cubicBezTo>
                  <a:pt x="65337" y="10437"/>
                  <a:pt x="65356" y="10433"/>
                  <a:pt x="65375" y="10433"/>
                </a:cubicBezTo>
                <a:cubicBezTo>
                  <a:pt x="65429" y="10433"/>
                  <a:pt x="65489" y="10462"/>
                  <a:pt x="65534" y="10506"/>
                </a:cubicBezTo>
                <a:lnTo>
                  <a:pt x="65595" y="10506"/>
                </a:lnTo>
                <a:cubicBezTo>
                  <a:pt x="65625" y="10476"/>
                  <a:pt x="65655" y="10445"/>
                  <a:pt x="65655" y="10415"/>
                </a:cubicBezTo>
                <a:lnTo>
                  <a:pt x="65655" y="10384"/>
                </a:lnTo>
                <a:cubicBezTo>
                  <a:pt x="65625" y="10354"/>
                  <a:pt x="65625" y="10324"/>
                  <a:pt x="65625" y="10293"/>
                </a:cubicBezTo>
                <a:lnTo>
                  <a:pt x="65716" y="10172"/>
                </a:lnTo>
                <a:cubicBezTo>
                  <a:pt x="65774" y="10114"/>
                  <a:pt x="65844" y="10093"/>
                  <a:pt x="65895" y="10093"/>
                </a:cubicBezTo>
                <a:cubicBezTo>
                  <a:pt x="65925" y="10093"/>
                  <a:pt x="65948" y="10100"/>
                  <a:pt x="65959" y="10111"/>
                </a:cubicBezTo>
                <a:cubicBezTo>
                  <a:pt x="65959" y="10126"/>
                  <a:pt x="65975" y="10134"/>
                  <a:pt x="65997" y="10134"/>
                </a:cubicBezTo>
                <a:cubicBezTo>
                  <a:pt x="66020" y="10134"/>
                  <a:pt x="66051" y="10126"/>
                  <a:pt x="66081" y="10111"/>
                </a:cubicBezTo>
                <a:lnTo>
                  <a:pt x="66111" y="10080"/>
                </a:lnTo>
                <a:lnTo>
                  <a:pt x="66172" y="10050"/>
                </a:lnTo>
                <a:cubicBezTo>
                  <a:pt x="66233" y="10050"/>
                  <a:pt x="66203" y="9868"/>
                  <a:pt x="66172" y="9837"/>
                </a:cubicBezTo>
                <a:cubicBezTo>
                  <a:pt x="66111" y="9807"/>
                  <a:pt x="65868" y="9777"/>
                  <a:pt x="65777" y="9777"/>
                </a:cubicBezTo>
                <a:cubicBezTo>
                  <a:pt x="65686" y="9777"/>
                  <a:pt x="65686" y="9716"/>
                  <a:pt x="65747" y="9685"/>
                </a:cubicBezTo>
                <a:cubicBezTo>
                  <a:pt x="65777" y="9670"/>
                  <a:pt x="65807" y="9663"/>
                  <a:pt x="65842" y="9663"/>
                </a:cubicBezTo>
                <a:cubicBezTo>
                  <a:pt x="65876" y="9663"/>
                  <a:pt x="65914" y="9670"/>
                  <a:pt x="65959" y="9685"/>
                </a:cubicBezTo>
                <a:lnTo>
                  <a:pt x="66020" y="9655"/>
                </a:lnTo>
                <a:lnTo>
                  <a:pt x="66233" y="9503"/>
                </a:lnTo>
                <a:cubicBezTo>
                  <a:pt x="66507" y="9381"/>
                  <a:pt x="66780" y="9229"/>
                  <a:pt x="66841" y="9199"/>
                </a:cubicBezTo>
                <a:cubicBezTo>
                  <a:pt x="66847" y="9193"/>
                  <a:pt x="66859" y="9190"/>
                  <a:pt x="66874" y="9190"/>
                </a:cubicBezTo>
                <a:cubicBezTo>
                  <a:pt x="66915" y="9190"/>
                  <a:pt x="66979" y="9208"/>
                  <a:pt x="67020" y="9208"/>
                </a:cubicBezTo>
                <a:cubicBezTo>
                  <a:pt x="67035" y="9208"/>
                  <a:pt x="67047" y="9205"/>
                  <a:pt x="67054" y="9199"/>
                </a:cubicBezTo>
                <a:cubicBezTo>
                  <a:pt x="67145" y="9138"/>
                  <a:pt x="67236" y="9077"/>
                  <a:pt x="67327" y="9047"/>
                </a:cubicBezTo>
                <a:cubicBezTo>
                  <a:pt x="67338" y="9042"/>
                  <a:pt x="67349" y="9039"/>
                  <a:pt x="67359" y="9039"/>
                </a:cubicBezTo>
                <a:cubicBezTo>
                  <a:pt x="67409" y="9039"/>
                  <a:pt x="67454" y="9094"/>
                  <a:pt x="67479" y="9169"/>
                </a:cubicBezTo>
                <a:lnTo>
                  <a:pt x="67327" y="9169"/>
                </a:lnTo>
                <a:cubicBezTo>
                  <a:pt x="67297" y="9229"/>
                  <a:pt x="67327" y="9290"/>
                  <a:pt x="67418" y="9290"/>
                </a:cubicBezTo>
                <a:lnTo>
                  <a:pt x="67449" y="9290"/>
                </a:lnTo>
                <a:cubicBezTo>
                  <a:pt x="67510" y="9290"/>
                  <a:pt x="67540" y="9229"/>
                  <a:pt x="67570" y="9199"/>
                </a:cubicBezTo>
                <a:cubicBezTo>
                  <a:pt x="67662" y="9138"/>
                  <a:pt x="67692" y="9108"/>
                  <a:pt x="67570" y="9017"/>
                </a:cubicBezTo>
                <a:lnTo>
                  <a:pt x="67570" y="8956"/>
                </a:lnTo>
                <a:lnTo>
                  <a:pt x="67783" y="8925"/>
                </a:lnTo>
                <a:cubicBezTo>
                  <a:pt x="68057" y="8773"/>
                  <a:pt x="68330" y="8622"/>
                  <a:pt x="68543" y="8409"/>
                </a:cubicBezTo>
                <a:lnTo>
                  <a:pt x="68877" y="8409"/>
                </a:lnTo>
                <a:cubicBezTo>
                  <a:pt x="68908" y="8409"/>
                  <a:pt x="68999" y="8378"/>
                  <a:pt x="68999" y="8348"/>
                </a:cubicBezTo>
                <a:cubicBezTo>
                  <a:pt x="69022" y="8280"/>
                  <a:pt x="69062" y="8245"/>
                  <a:pt x="69119" y="8245"/>
                </a:cubicBezTo>
                <a:cubicBezTo>
                  <a:pt x="69138" y="8245"/>
                  <a:pt x="69159" y="8249"/>
                  <a:pt x="69181" y="8257"/>
                </a:cubicBezTo>
                <a:lnTo>
                  <a:pt x="69212" y="8287"/>
                </a:lnTo>
                <a:cubicBezTo>
                  <a:pt x="69215" y="8294"/>
                  <a:pt x="69220" y="8297"/>
                  <a:pt x="69226" y="8297"/>
                </a:cubicBezTo>
                <a:cubicBezTo>
                  <a:pt x="69275" y="8297"/>
                  <a:pt x="69404" y="8101"/>
                  <a:pt x="69485" y="8074"/>
                </a:cubicBezTo>
                <a:cubicBezTo>
                  <a:pt x="69491" y="8072"/>
                  <a:pt x="69497" y="8070"/>
                  <a:pt x="69503" y="8070"/>
                </a:cubicBezTo>
                <a:cubicBezTo>
                  <a:pt x="69562" y="8070"/>
                  <a:pt x="69650" y="8184"/>
                  <a:pt x="69642" y="8267"/>
                </a:cubicBezTo>
                <a:lnTo>
                  <a:pt x="69642" y="8267"/>
                </a:lnTo>
                <a:cubicBezTo>
                  <a:pt x="69665" y="8208"/>
                  <a:pt x="69727" y="8076"/>
                  <a:pt x="69789" y="8014"/>
                </a:cubicBezTo>
                <a:lnTo>
                  <a:pt x="70002" y="7740"/>
                </a:lnTo>
                <a:lnTo>
                  <a:pt x="70032" y="7740"/>
                </a:lnTo>
                <a:lnTo>
                  <a:pt x="70215" y="7710"/>
                </a:lnTo>
                <a:cubicBezTo>
                  <a:pt x="70291" y="7679"/>
                  <a:pt x="70374" y="7664"/>
                  <a:pt x="70454" y="7664"/>
                </a:cubicBezTo>
                <a:cubicBezTo>
                  <a:pt x="70534" y="7664"/>
                  <a:pt x="70610" y="7679"/>
                  <a:pt x="70671" y="7710"/>
                </a:cubicBezTo>
                <a:cubicBezTo>
                  <a:pt x="70679" y="7718"/>
                  <a:pt x="70694" y="7722"/>
                  <a:pt x="70713" y="7722"/>
                </a:cubicBezTo>
                <a:cubicBezTo>
                  <a:pt x="70766" y="7722"/>
                  <a:pt x="70855" y="7693"/>
                  <a:pt x="70944" y="7649"/>
                </a:cubicBezTo>
                <a:lnTo>
                  <a:pt x="71005" y="7527"/>
                </a:lnTo>
                <a:cubicBezTo>
                  <a:pt x="71127" y="7333"/>
                  <a:pt x="71326" y="7235"/>
                  <a:pt x="71541" y="7235"/>
                </a:cubicBezTo>
                <a:cubicBezTo>
                  <a:pt x="71595" y="7235"/>
                  <a:pt x="71650" y="7242"/>
                  <a:pt x="71704" y="7254"/>
                </a:cubicBezTo>
                <a:cubicBezTo>
                  <a:pt x="71765" y="7193"/>
                  <a:pt x="71826" y="7132"/>
                  <a:pt x="71856" y="7071"/>
                </a:cubicBezTo>
                <a:cubicBezTo>
                  <a:pt x="71887" y="7041"/>
                  <a:pt x="72008" y="7041"/>
                  <a:pt x="72130" y="7041"/>
                </a:cubicBezTo>
                <a:lnTo>
                  <a:pt x="72221" y="6919"/>
                </a:lnTo>
                <a:lnTo>
                  <a:pt x="72282" y="6767"/>
                </a:lnTo>
                <a:cubicBezTo>
                  <a:pt x="72403" y="6798"/>
                  <a:pt x="72525" y="6798"/>
                  <a:pt x="72647" y="6828"/>
                </a:cubicBezTo>
                <a:cubicBezTo>
                  <a:pt x="72677" y="6798"/>
                  <a:pt x="72950" y="6524"/>
                  <a:pt x="73102" y="6494"/>
                </a:cubicBezTo>
                <a:cubicBezTo>
                  <a:pt x="73224" y="6463"/>
                  <a:pt x="73315" y="6403"/>
                  <a:pt x="73437" y="6372"/>
                </a:cubicBezTo>
                <a:cubicBezTo>
                  <a:pt x="73254" y="6251"/>
                  <a:pt x="73437" y="6190"/>
                  <a:pt x="73498" y="6159"/>
                </a:cubicBezTo>
                <a:lnTo>
                  <a:pt x="73650" y="6068"/>
                </a:lnTo>
                <a:cubicBezTo>
                  <a:pt x="73802" y="6007"/>
                  <a:pt x="73954" y="5947"/>
                  <a:pt x="74105" y="5947"/>
                </a:cubicBezTo>
                <a:lnTo>
                  <a:pt x="74349" y="5947"/>
                </a:lnTo>
                <a:cubicBezTo>
                  <a:pt x="74470" y="5916"/>
                  <a:pt x="74561" y="5856"/>
                  <a:pt x="74653" y="5764"/>
                </a:cubicBezTo>
                <a:cubicBezTo>
                  <a:pt x="74698" y="5719"/>
                  <a:pt x="74709" y="5640"/>
                  <a:pt x="74762" y="5640"/>
                </a:cubicBezTo>
                <a:cubicBezTo>
                  <a:pt x="74781" y="5640"/>
                  <a:pt x="74804" y="5650"/>
                  <a:pt x="74835" y="5673"/>
                </a:cubicBezTo>
                <a:cubicBezTo>
                  <a:pt x="74865" y="5673"/>
                  <a:pt x="74835" y="5795"/>
                  <a:pt x="74835" y="5886"/>
                </a:cubicBezTo>
                <a:lnTo>
                  <a:pt x="74835" y="5916"/>
                </a:lnTo>
                <a:cubicBezTo>
                  <a:pt x="74828" y="5920"/>
                  <a:pt x="74826" y="5921"/>
                  <a:pt x="74828" y="5921"/>
                </a:cubicBezTo>
                <a:cubicBezTo>
                  <a:pt x="74842" y="5921"/>
                  <a:pt x="75105" y="5819"/>
                  <a:pt x="75078" y="5764"/>
                </a:cubicBezTo>
                <a:lnTo>
                  <a:pt x="75017" y="5582"/>
                </a:lnTo>
                <a:lnTo>
                  <a:pt x="75230" y="5582"/>
                </a:lnTo>
                <a:cubicBezTo>
                  <a:pt x="75291" y="5582"/>
                  <a:pt x="75321" y="5673"/>
                  <a:pt x="75321" y="5825"/>
                </a:cubicBezTo>
                <a:lnTo>
                  <a:pt x="75291" y="5947"/>
                </a:lnTo>
                <a:cubicBezTo>
                  <a:pt x="75352" y="5947"/>
                  <a:pt x="75382" y="5795"/>
                  <a:pt x="75382" y="5734"/>
                </a:cubicBezTo>
                <a:cubicBezTo>
                  <a:pt x="75382" y="5673"/>
                  <a:pt x="75686" y="5643"/>
                  <a:pt x="75808" y="5643"/>
                </a:cubicBezTo>
                <a:cubicBezTo>
                  <a:pt x="75960" y="5643"/>
                  <a:pt x="76112" y="5582"/>
                  <a:pt x="76264" y="5521"/>
                </a:cubicBezTo>
                <a:cubicBezTo>
                  <a:pt x="76324" y="5430"/>
                  <a:pt x="76294" y="5278"/>
                  <a:pt x="76233" y="5217"/>
                </a:cubicBezTo>
                <a:cubicBezTo>
                  <a:pt x="76218" y="5202"/>
                  <a:pt x="76188" y="5194"/>
                  <a:pt x="76153" y="5194"/>
                </a:cubicBezTo>
                <a:cubicBezTo>
                  <a:pt x="76119" y="5194"/>
                  <a:pt x="76081" y="5202"/>
                  <a:pt x="76051" y="5217"/>
                </a:cubicBezTo>
                <a:lnTo>
                  <a:pt x="76020" y="5248"/>
                </a:lnTo>
                <a:lnTo>
                  <a:pt x="75990" y="5248"/>
                </a:lnTo>
                <a:cubicBezTo>
                  <a:pt x="75990" y="5251"/>
                  <a:pt x="75990" y="5252"/>
                  <a:pt x="75989" y="5252"/>
                </a:cubicBezTo>
                <a:cubicBezTo>
                  <a:pt x="75984" y="5252"/>
                  <a:pt x="75963" y="5153"/>
                  <a:pt x="75990" y="5126"/>
                </a:cubicBezTo>
                <a:cubicBezTo>
                  <a:pt x="76020" y="5096"/>
                  <a:pt x="76172" y="4944"/>
                  <a:pt x="76112" y="4913"/>
                </a:cubicBezTo>
                <a:cubicBezTo>
                  <a:pt x="76051" y="4852"/>
                  <a:pt x="76020" y="4700"/>
                  <a:pt x="75960" y="4670"/>
                </a:cubicBezTo>
                <a:cubicBezTo>
                  <a:pt x="75868" y="4579"/>
                  <a:pt x="75777" y="4488"/>
                  <a:pt x="75686" y="4366"/>
                </a:cubicBezTo>
                <a:lnTo>
                  <a:pt x="75747" y="4336"/>
                </a:lnTo>
                <a:lnTo>
                  <a:pt x="75899" y="4184"/>
                </a:lnTo>
                <a:cubicBezTo>
                  <a:pt x="75747" y="4093"/>
                  <a:pt x="75413" y="4001"/>
                  <a:pt x="75413" y="3910"/>
                </a:cubicBezTo>
                <a:cubicBezTo>
                  <a:pt x="75413" y="3880"/>
                  <a:pt x="75413" y="3819"/>
                  <a:pt x="75413" y="3758"/>
                </a:cubicBezTo>
                <a:cubicBezTo>
                  <a:pt x="75413" y="3758"/>
                  <a:pt x="75504" y="3819"/>
                  <a:pt x="75564" y="3849"/>
                </a:cubicBezTo>
                <a:cubicBezTo>
                  <a:pt x="75567" y="3852"/>
                  <a:pt x="75570" y="3853"/>
                  <a:pt x="75574" y="3853"/>
                </a:cubicBezTo>
                <a:cubicBezTo>
                  <a:pt x="75621" y="3853"/>
                  <a:pt x="75773" y="3695"/>
                  <a:pt x="75716" y="3667"/>
                </a:cubicBezTo>
                <a:cubicBezTo>
                  <a:pt x="75625" y="3576"/>
                  <a:pt x="75504" y="3515"/>
                  <a:pt x="75413" y="3424"/>
                </a:cubicBezTo>
                <a:lnTo>
                  <a:pt x="75504" y="3333"/>
                </a:lnTo>
                <a:lnTo>
                  <a:pt x="75656" y="3181"/>
                </a:lnTo>
                <a:cubicBezTo>
                  <a:pt x="75628" y="3175"/>
                  <a:pt x="75601" y="3173"/>
                  <a:pt x="75576" y="3173"/>
                </a:cubicBezTo>
                <a:cubicBezTo>
                  <a:pt x="75463" y="3173"/>
                  <a:pt x="75382" y="3222"/>
                  <a:pt x="75382" y="3272"/>
                </a:cubicBezTo>
                <a:cubicBezTo>
                  <a:pt x="75382" y="3302"/>
                  <a:pt x="75169" y="3393"/>
                  <a:pt x="75109" y="3424"/>
                </a:cubicBezTo>
                <a:cubicBezTo>
                  <a:pt x="75017" y="3424"/>
                  <a:pt x="74774" y="3272"/>
                  <a:pt x="74713" y="3211"/>
                </a:cubicBezTo>
                <a:cubicBezTo>
                  <a:pt x="74653" y="3150"/>
                  <a:pt x="74713" y="2968"/>
                  <a:pt x="74774" y="2938"/>
                </a:cubicBezTo>
                <a:cubicBezTo>
                  <a:pt x="74835" y="2907"/>
                  <a:pt x="74501" y="2573"/>
                  <a:pt x="74288" y="2542"/>
                </a:cubicBezTo>
                <a:cubicBezTo>
                  <a:pt x="74197" y="2512"/>
                  <a:pt x="74113" y="2497"/>
                  <a:pt x="74052" y="2497"/>
                </a:cubicBezTo>
                <a:cubicBezTo>
                  <a:pt x="73992" y="2497"/>
                  <a:pt x="73954" y="2512"/>
                  <a:pt x="73954" y="2542"/>
                </a:cubicBezTo>
                <a:cubicBezTo>
                  <a:pt x="73931" y="2576"/>
                  <a:pt x="73917" y="2589"/>
                  <a:pt x="73907" y="2589"/>
                </a:cubicBezTo>
                <a:cubicBezTo>
                  <a:pt x="73889" y="2589"/>
                  <a:pt x="73882" y="2550"/>
                  <a:pt x="73862" y="2512"/>
                </a:cubicBezTo>
                <a:cubicBezTo>
                  <a:pt x="73832" y="2482"/>
                  <a:pt x="73802" y="2451"/>
                  <a:pt x="73741" y="2451"/>
                </a:cubicBezTo>
                <a:lnTo>
                  <a:pt x="73619" y="2482"/>
                </a:lnTo>
                <a:cubicBezTo>
                  <a:pt x="73680" y="2512"/>
                  <a:pt x="73710" y="2573"/>
                  <a:pt x="73650" y="2603"/>
                </a:cubicBezTo>
                <a:lnTo>
                  <a:pt x="73619" y="2603"/>
                </a:lnTo>
                <a:cubicBezTo>
                  <a:pt x="73577" y="2582"/>
                  <a:pt x="73550" y="2547"/>
                  <a:pt x="73507" y="2547"/>
                </a:cubicBezTo>
                <a:cubicBezTo>
                  <a:pt x="73487" y="2547"/>
                  <a:pt x="73465" y="2554"/>
                  <a:pt x="73437" y="2573"/>
                </a:cubicBezTo>
                <a:cubicBezTo>
                  <a:pt x="73382" y="2600"/>
                  <a:pt x="73327" y="2615"/>
                  <a:pt x="73276" y="2615"/>
                </a:cubicBezTo>
                <a:cubicBezTo>
                  <a:pt x="73212" y="2615"/>
                  <a:pt x="73153" y="2593"/>
                  <a:pt x="73102" y="2542"/>
                </a:cubicBezTo>
                <a:cubicBezTo>
                  <a:pt x="73072" y="2542"/>
                  <a:pt x="72950" y="2664"/>
                  <a:pt x="72859" y="2694"/>
                </a:cubicBezTo>
                <a:lnTo>
                  <a:pt x="72798" y="2694"/>
                </a:lnTo>
                <a:cubicBezTo>
                  <a:pt x="72707" y="2634"/>
                  <a:pt x="72738" y="2573"/>
                  <a:pt x="72859" y="2573"/>
                </a:cubicBezTo>
                <a:lnTo>
                  <a:pt x="72768" y="2390"/>
                </a:lnTo>
                <a:cubicBezTo>
                  <a:pt x="72688" y="2251"/>
                  <a:pt x="72700" y="2190"/>
                  <a:pt x="72658" y="2190"/>
                </a:cubicBezTo>
                <a:cubicBezTo>
                  <a:pt x="72636" y="2190"/>
                  <a:pt x="72598" y="2207"/>
                  <a:pt x="72525" y="2238"/>
                </a:cubicBezTo>
                <a:lnTo>
                  <a:pt x="72312" y="2330"/>
                </a:lnTo>
                <a:cubicBezTo>
                  <a:pt x="72191" y="2390"/>
                  <a:pt x="72069" y="2451"/>
                  <a:pt x="71917" y="2451"/>
                </a:cubicBezTo>
                <a:lnTo>
                  <a:pt x="71917" y="2421"/>
                </a:lnTo>
                <a:cubicBezTo>
                  <a:pt x="71917" y="2360"/>
                  <a:pt x="71978" y="2269"/>
                  <a:pt x="71826" y="2269"/>
                </a:cubicBezTo>
                <a:lnTo>
                  <a:pt x="71795" y="2269"/>
                </a:lnTo>
                <a:cubicBezTo>
                  <a:pt x="71768" y="2324"/>
                  <a:pt x="71639" y="2455"/>
                  <a:pt x="71594" y="2455"/>
                </a:cubicBezTo>
                <a:cubicBezTo>
                  <a:pt x="71589" y="2455"/>
                  <a:pt x="71585" y="2454"/>
                  <a:pt x="71583" y="2451"/>
                </a:cubicBezTo>
                <a:cubicBezTo>
                  <a:pt x="71461" y="2421"/>
                  <a:pt x="71370" y="2390"/>
                  <a:pt x="71248" y="2330"/>
                </a:cubicBezTo>
                <a:lnTo>
                  <a:pt x="71127" y="2451"/>
                </a:lnTo>
                <a:cubicBezTo>
                  <a:pt x="71089" y="2476"/>
                  <a:pt x="71067" y="2491"/>
                  <a:pt x="71037" y="2491"/>
                </a:cubicBezTo>
                <a:cubicBezTo>
                  <a:pt x="70994" y="2491"/>
                  <a:pt x="70935" y="2462"/>
                  <a:pt x="70792" y="2390"/>
                </a:cubicBezTo>
                <a:cubicBezTo>
                  <a:pt x="70762" y="2360"/>
                  <a:pt x="70732" y="2360"/>
                  <a:pt x="70732" y="2360"/>
                </a:cubicBezTo>
                <a:lnTo>
                  <a:pt x="70610" y="2421"/>
                </a:lnTo>
                <a:cubicBezTo>
                  <a:pt x="70458" y="2482"/>
                  <a:pt x="70306" y="2542"/>
                  <a:pt x="70154" y="2664"/>
                </a:cubicBezTo>
                <a:lnTo>
                  <a:pt x="70002" y="2542"/>
                </a:lnTo>
                <a:lnTo>
                  <a:pt x="69972" y="2512"/>
                </a:lnTo>
                <a:cubicBezTo>
                  <a:pt x="69820" y="2542"/>
                  <a:pt x="69455" y="2573"/>
                  <a:pt x="69364" y="2603"/>
                </a:cubicBezTo>
                <a:cubicBezTo>
                  <a:pt x="69273" y="2634"/>
                  <a:pt x="69181" y="2664"/>
                  <a:pt x="69090" y="2694"/>
                </a:cubicBezTo>
                <a:lnTo>
                  <a:pt x="69060" y="2664"/>
                </a:lnTo>
                <a:cubicBezTo>
                  <a:pt x="69029" y="2634"/>
                  <a:pt x="69007" y="2618"/>
                  <a:pt x="68984" y="2618"/>
                </a:cubicBezTo>
                <a:cubicBezTo>
                  <a:pt x="68961" y="2618"/>
                  <a:pt x="68938" y="2634"/>
                  <a:pt x="68908" y="2664"/>
                </a:cubicBezTo>
                <a:lnTo>
                  <a:pt x="68786" y="2786"/>
                </a:lnTo>
                <a:cubicBezTo>
                  <a:pt x="68665" y="2770"/>
                  <a:pt x="68543" y="2763"/>
                  <a:pt x="68425" y="2763"/>
                </a:cubicBezTo>
                <a:cubicBezTo>
                  <a:pt x="68308" y="2763"/>
                  <a:pt x="68194" y="2770"/>
                  <a:pt x="68087" y="2786"/>
                </a:cubicBezTo>
                <a:cubicBezTo>
                  <a:pt x="67996" y="2846"/>
                  <a:pt x="67905" y="2846"/>
                  <a:pt x="67814" y="2877"/>
                </a:cubicBezTo>
                <a:lnTo>
                  <a:pt x="67783" y="2877"/>
                </a:lnTo>
                <a:cubicBezTo>
                  <a:pt x="67738" y="2862"/>
                  <a:pt x="67700" y="2854"/>
                  <a:pt x="67662" y="2854"/>
                </a:cubicBezTo>
                <a:cubicBezTo>
                  <a:pt x="67624" y="2854"/>
                  <a:pt x="67586" y="2862"/>
                  <a:pt x="67540" y="2877"/>
                </a:cubicBezTo>
                <a:lnTo>
                  <a:pt x="67479" y="3029"/>
                </a:lnTo>
                <a:cubicBezTo>
                  <a:pt x="67433" y="3006"/>
                  <a:pt x="67382" y="2996"/>
                  <a:pt x="67330" y="2996"/>
                </a:cubicBezTo>
                <a:cubicBezTo>
                  <a:pt x="67246" y="2996"/>
                  <a:pt x="67159" y="3022"/>
                  <a:pt x="67084" y="3059"/>
                </a:cubicBezTo>
                <a:lnTo>
                  <a:pt x="66993" y="3150"/>
                </a:lnTo>
                <a:cubicBezTo>
                  <a:pt x="66932" y="3150"/>
                  <a:pt x="66841" y="3059"/>
                  <a:pt x="66811" y="2998"/>
                </a:cubicBezTo>
                <a:cubicBezTo>
                  <a:pt x="66802" y="2990"/>
                  <a:pt x="66788" y="2986"/>
                  <a:pt x="66769" y="2986"/>
                </a:cubicBezTo>
                <a:cubicBezTo>
                  <a:pt x="66719" y="2986"/>
                  <a:pt x="66642" y="3015"/>
                  <a:pt x="66598" y="3059"/>
                </a:cubicBezTo>
                <a:lnTo>
                  <a:pt x="66476" y="3059"/>
                </a:lnTo>
                <a:cubicBezTo>
                  <a:pt x="66355" y="3090"/>
                  <a:pt x="66233" y="3120"/>
                  <a:pt x="66111" y="3181"/>
                </a:cubicBezTo>
                <a:lnTo>
                  <a:pt x="65929" y="3241"/>
                </a:lnTo>
                <a:cubicBezTo>
                  <a:pt x="65716" y="3302"/>
                  <a:pt x="65321" y="3363"/>
                  <a:pt x="65321" y="3454"/>
                </a:cubicBezTo>
                <a:cubicBezTo>
                  <a:pt x="65321" y="3545"/>
                  <a:pt x="65108" y="3637"/>
                  <a:pt x="64835" y="3667"/>
                </a:cubicBezTo>
                <a:lnTo>
                  <a:pt x="64592" y="3576"/>
                </a:lnTo>
                <a:cubicBezTo>
                  <a:pt x="64571" y="3566"/>
                  <a:pt x="64544" y="3559"/>
                  <a:pt x="64517" y="3559"/>
                </a:cubicBezTo>
                <a:cubicBezTo>
                  <a:pt x="64463" y="3559"/>
                  <a:pt x="64409" y="3586"/>
                  <a:pt x="64409" y="3667"/>
                </a:cubicBezTo>
                <a:cubicBezTo>
                  <a:pt x="64409" y="3725"/>
                  <a:pt x="64373" y="3746"/>
                  <a:pt x="64323" y="3746"/>
                </a:cubicBezTo>
                <a:cubicBezTo>
                  <a:pt x="64294" y="3746"/>
                  <a:pt x="64260" y="3739"/>
                  <a:pt x="64227" y="3728"/>
                </a:cubicBezTo>
                <a:lnTo>
                  <a:pt x="64166" y="3697"/>
                </a:lnTo>
                <a:cubicBezTo>
                  <a:pt x="63923" y="3758"/>
                  <a:pt x="63680" y="3849"/>
                  <a:pt x="63467" y="3971"/>
                </a:cubicBezTo>
                <a:cubicBezTo>
                  <a:pt x="63315" y="4062"/>
                  <a:pt x="63254" y="4214"/>
                  <a:pt x="63285" y="4275"/>
                </a:cubicBezTo>
                <a:cubicBezTo>
                  <a:pt x="63315" y="4305"/>
                  <a:pt x="63163" y="4366"/>
                  <a:pt x="62920" y="4366"/>
                </a:cubicBezTo>
                <a:lnTo>
                  <a:pt x="62738" y="4275"/>
                </a:lnTo>
                <a:cubicBezTo>
                  <a:pt x="62669" y="4246"/>
                  <a:pt x="62617" y="4232"/>
                  <a:pt x="62561" y="4232"/>
                </a:cubicBezTo>
                <a:cubicBezTo>
                  <a:pt x="62442" y="4232"/>
                  <a:pt x="62308" y="4293"/>
                  <a:pt x="61978" y="4397"/>
                </a:cubicBezTo>
                <a:lnTo>
                  <a:pt x="61826" y="4457"/>
                </a:lnTo>
                <a:cubicBezTo>
                  <a:pt x="61734" y="4549"/>
                  <a:pt x="61613" y="4609"/>
                  <a:pt x="61491" y="4670"/>
                </a:cubicBezTo>
                <a:cubicBezTo>
                  <a:pt x="61438" y="4604"/>
                  <a:pt x="61373" y="4590"/>
                  <a:pt x="61307" y="4590"/>
                </a:cubicBezTo>
                <a:cubicBezTo>
                  <a:pt x="61258" y="4590"/>
                  <a:pt x="61208" y="4597"/>
                  <a:pt x="61161" y="4597"/>
                </a:cubicBezTo>
                <a:cubicBezTo>
                  <a:pt x="61127" y="4597"/>
                  <a:pt x="61095" y="4593"/>
                  <a:pt x="61066" y="4579"/>
                </a:cubicBezTo>
                <a:lnTo>
                  <a:pt x="60883" y="4457"/>
                </a:lnTo>
                <a:cubicBezTo>
                  <a:pt x="60731" y="4640"/>
                  <a:pt x="60579" y="4822"/>
                  <a:pt x="60367" y="4974"/>
                </a:cubicBezTo>
                <a:cubicBezTo>
                  <a:pt x="60275" y="5035"/>
                  <a:pt x="60123" y="5156"/>
                  <a:pt x="60032" y="5217"/>
                </a:cubicBezTo>
                <a:lnTo>
                  <a:pt x="59941" y="5096"/>
                </a:lnTo>
                <a:lnTo>
                  <a:pt x="59516" y="5187"/>
                </a:lnTo>
                <a:lnTo>
                  <a:pt x="59424" y="5278"/>
                </a:lnTo>
                <a:cubicBezTo>
                  <a:pt x="59303" y="5369"/>
                  <a:pt x="58968" y="5369"/>
                  <a:pt x="58938" y="5400"/>
                </a:cubicBezTo>
                <a:cubicBezTo>
                  <a:pt x="58816" y="5491"/>
                  <a:pt x="58725" y="5552"/>
                  <a:pt x="58604" y="5582"/>
                </a:cubicBezTo>
                <a:cubicBezTo>
                  <a:pt x="58512" y="5612"/>
                  <a:pt x="58421" y="5643"/>
                  <a:pt x="58361" y="5673"/>
                </a:cubicBezTo>
                <a:lnTo>
                  <a:pt x="58361" y="5704"/>
                </a:lnTo>
                <a:lnTo>
                  <a:pt x="57874" y="5977"/>
                </a:lnTo>
                <a:cubicBezTo>
                  <a:pt x="57808" y="5926"/>
                  <a:pt x="57749" y="5906"/>
                  <a:pt x="57695" y="5906"/>
                </a:cubicBezTo>
                <a:cubicBezTo>
                  <a:pt x="57524" y="5906"/>
                  <a:pt x="57397" y="6099"/>
                  <a:pt x="57236" y="6099"/>
                </a:cubicBezTo>
                <a:cubicBezTo>
                  <a:pt x="57205" y="6099"/>
                  <a:pt x="57145" y="6159"/>
                  <a:pt x="57145" y="6190"/>
                </a:cubicBezTo>
                <a:cubicBezTo>
                  <a:pt x="57099" y="6258"/>
                  <a:pt x="57088" y="6292"/>
                  <a:pt x="57072" y="6292"/>
                </a:cubicBezTo>
                <a:cubicBezTo>
                  <a:pt x="57067" y="6292"/>
                  <a:pt x="57061" y="6289"/>
                  <a:pt x="57054" y="6281"/>
                </a:cubicBezTo>
                <a:lnTo>
                  <a:pt x="56962" y="6251"/>
                </a:lnTo>
                <a:cubicBezTo>
                  <a:pt x="56841" y="6220"/>
                  <a:pt x="56810" y="6068"/>
                  <a:pt x="56902" y="5977"/>
                </a:cubicBezTo>
                <a:lnTo>
                  <a:pt x="57205" y="5977"/>
                </a:lnTo>
                <a:cubicBezTo>
                  <a:pt x="57297" y="5795"/>
                  <a:pt x="57388" y="5612"/>
                  <a:pt x="57449" y="5430"/>
                </a:cubicBezTo>
                <a:cubicBezTo>
                  <a:pt x="57418" y="5339"/>
                  <a:pt x="57449" y="5278"/>
                  <a:pt x="57509" y="5217"/>
                </a:cubicBezTo>
                <a:cubicBezTo>
                  <a:pt x="57570" y="5187"/>
                  <a:pt x="57540" y="5096"/>
                  <a:pt x="57418" y="5004"/>
                </a:cubicBezTo>
                <a:lnTo>
                  <a:pt x="57388" y="5004"/>
                </a:lnTo>
                <a:lnTo>
                  <a:pt x="57266" y="4944"/>
                </a:lnTo>
                <a:cubicBezTo>
                  <a:pt x="57114" y="4883"/>
                  <a:pt x="57023" y="4761"/>
                  <a:pt x="57054" y="4609"/>
                </a:cubicBezTo>
                <a:lnTo>
                  <a:pt x="56993" y="4518"/>
                </a:lnTo>
                <a:lnTo>
                  <a:pt x="56871" y="4397"/>
                </a:lnTo>
                <a:cubicBezTo>
                  <a:pt x="56841" y="4214"/>
                  <a:pt x="56780" y="3880"/>
                  <a:pt x="56750" y="3819"/>
                </a:cubicBezTo>
                <a:cubicBezTo>
                  <a:pt x="56719" y="3758"/>
                  <a:pt x="56719" y="3697"/>
                  <a:pt x="56750" y="3637"/>
                </a:cubicBezTo>
                <a:cubicBezTo>
                  <a:pt x="56780" y="3576"/>
                  <a:pt x="56780" y="3515"/>
                  <a:pt x="56810" y="3454"/>
                </a:cubicBezTo>
                <a:cubicBezTo>
                  <a:pt x="56810" y="3444"/>
                  <a:pt x="56800" y="3441"/>
                  <a:pt x="56786" y="3441"/>
                </a:cubicBezTo>
                <a:cubicBezTo>
                  <a:pt x="56756" y="3441"/>
                  <a:pt x="56709" y="3454"/>
                  <a:pt x="56689" y="3454"/>
                </a:cubicBezTo>
                <a:cubicBezTo>
                  <a:pt x="56689" y="3458"/>
                  <a:pt x="56687" y="3460"/>
                  <a:pt x="56683" y="3460"/>
                </a:cubicBezTo>
                <a:cubicBezTo>
                  <a:pt x="56657" y="3460"/>
                  <a:pt x="56555" y="3381"/>
                  <a:pt x="56476" y="3302"/>
                </a:cubicBezTo>
                <a:lnTo>
                  <a:pt x="56415" y="3211"/>
                </a:lnTo>
                <a:lnTo>
                  <a:pt x="56415" y="3181"/>
                </a:lnTo>
                <a:cubicBezTo>
                  <a:pt x="56446" y="3120"/>
                  <a:pt x="56567" y="3090"/>
                  <a:pt x="56567" y="3090"/>
                </a:cubicBezTo>
                <a:cubicBezTo>
                  <a:pt x="56598" y="3029"/>
                  <a:pt x="56628" y="2968"/>
                  <a:pt x="56658" y="2907"/>
                </a:cubicBezTo>
                <a:cubicBezTo>
                  <a:pt x="56689" y="2877"/>
                  <a:pt x="56628" y="2786"/>
                  <a:pt x="56598" y="2755"/>
                </a:cubicBezTo>
                <a:cubicBezTo>
                  <a:pt x="56567" y="2725"/>
                  <a:pt x="56628" y="2542"/>
                  <a:pt x="56658" y="2482"/>
                </a:cubicBezTo>
                <a:cubicBezTo>
                  <a:pt x="56719" y="2421"/>
                  <a:pt x="56415" y="2238"/>
                  <a:pt x="56354" y="2147"/>
                </a:cubicBezTo>
                <a:cubicBezTo>
                  <a:pt x="56354" y="2026"/>
                  <a:pt x="56385" y="1934"/>
                  <a:pt x="56446" y="1843"/>
                </a:cubicBezTo>
                <a:cubicBezTo>
                  <a:pt x="56506" y="1813"/>
                  <a:pt x="56233" y="1600"/>
                  <a:pt x="56263" y="1509"/>
                </a:cubicBezTo>
                <a:cubicBezTo>
                  <a:pt x="56294" y="1448"/>
                  <a:pt x="56324" y="1357"/>
                  <a:pt x="56415" y="1296"/>
                </a:cubicBezTo>
                <a:lnTo>
                  <a:pt x="56415" y="1266"/>
                </a:lnTo>
                <a:cubicBezTo>
                  <a:pt x="56415" y="1175"/>
                  <a:pt x="56476" y="1083"/>
                  <a:pt x="56294" y="1053"/>
                </a:cubicBezTo>
                <a:cubicBezTo>
                  <a:pt x="56233" y="1053"/>
                  <a:pt x="56172" y="962"/>
                  <a:pt x="56111" y="962"/>
                </a:cubicBezTo>
                <a:cubicBezTo>
                  <a:pt x="56081" y="947"/>
                  <a:pt x="56043" y="947"/>
                  <a:pt x="56005" y="947"/>
                </a:cubicBezTo>
                <a:cubicBezTo>
                  <a:pt x="55967" y="947"/>
                  <a:pt x="55929" y="947"/>
                  <a:pt x="55898" y="931"/>
                </a:cubicBezTo>
                <a:cubicBezTo>
                  <a:pt x="55716" y="810"/>
                  <a:pt x="55503" y="719"/>
                  <a:pt x="55321" y="658"/>
                </a:cubicBezTo>
                <a:cubicBezTo>
                  <a:pt x="55139" y="658"/>
                  <a:pt x="54926" y="627"/>
                  <a:pt x="54774" y="536"/>
                </a:cubicBezTo>
                <a:lnTo>
                  <a:pt x="54622" y="445"/>
                </a:lnTo>
                <a:cubicBezTo>
                  <a:pt x="54409" y="536"/>
                  <a:pt x="54227" y="567"/>
                  <a:pt x="54014" y="567"/>
                </a:cubicBezTo>
                <a:cubicBezTo>
                  <a:pt x="53923" y="536"/>
                  <a:pt x="53832" y="475"/>
                  <a:pt x="53771" y="415"/>
                </a:cubicBezTo>
                <a:lnTo>
                  <a:pt x="53710" y="415"/>
                </a:lnTo>
                <a:lnTo>
                  <a:pt x="53467" y="232"/>
                </a:lnTo>
                <a:cubicBezTo>
                  <a:pt x="53226" y="88"/>
                  <a:pt x="53005" y="1"/>
                  <a:pt x="528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16"/>
          <p:cNvSpPr/>
          <p:nvPr/>
        </p:nvSpPr>
        <p:spPr>
          <a:xfrm>
            <a:off x="3244625" y="1085649"/>
            <a:ext cx="3102812" cy="1033074"/>
          </a:xfrm>
          <a:custGeom>
            <a:rect b="b" l="l" r="r" t="t"/>
            <a:pathLst>
              <a:path extrusionOk="0" h="29023" w="87176">
                <a:moveTo>
                  <a:pt x="19879" y="1440"/>
                </a:moveTo>
                <a:cubicBezTo>
                  <a:pt x="19879" y="1440"/>
                  <a:pt x="19879" y="1442"/>
                  <a:pt x="19879" y="1445"/>
                </a:cubicBezTo>
                <a:lnTo>
                  <a:pt x="19879" y="1475"/>
                </a:lnTo>
                <a:cubicBezTo>
                  <a:pt x="19880" y="1478"/>
                  <a:pt x="19881" y="1480"/>
                  <a:pt x="19882" y="1483"/>
                </a:cubicBezTo>
                <a:lnTo>
                  <a:pt x="19882" y="1483"/>
                </a:lnTo>
                <a:cubicBezTo>
                  <a:pt x="19880" y="1457"/>
                  <a:pt x="19880" y="1440"/>
                  <a:pt x="19879" y="1440"/>
                </a:cubicBezTo>
                <a:close/>
                <a:moveTo>
                  <a:pt x="25705" y="2387"/>
                </a:moveTo>
                <a:cubicBezTo>
                  <a:pt x="25697" y="2403"/>
                  <a:pt x="25690" y="2423"/>
                  <a:pt x="25685" y="2448"/>
                </a:cubicBezTo>
                <a:lnTo>
                  <a:pt x="25685" y="2478"/>
                </a:lnTo>
                <a:cubicBezTo>
                  <a:pt x="25674" y="2484"/>
                  <a:pt x="25662" y="2487"/>
                  <a:pt x="25649" y="2487"/>
                </a:cubicBezTo>
                <a:cubicBezTo>
                  <a:pt x="25593" y="2487"/>
                  <a:pt x="25527" y="2437"/>
                  <a:pt x="25503" y="2387"/>
                </a:cubicBezTo>
                <a:close/>
                <a:moveTo>
                  <a:pt x="74956" y="3896"/>
                </a:moveTo>
                <a:cubicBezTo>
                  <a:pt x="74969" y="3896"/>
                  <a:pt x="74980" y="3900"/>
                  <a:pt x="74987" y="3907"/>
                </a:cubicBezTo>
                <a:cubicBezTo>
                  <a:pt x="75017" y="3937"/>
                  <a:pt x="74926" y="4089"/>
                  <a:pt x="74896" y="4181"/>
                </a:cubicBezTo>
                <a:cubicBezTo>
                  <a:pt x="74835" y="4241"/>
                  <a:pt x="74774" y="4272"/>
                  <a:pt x="74744" y="4272"/>
                </a:cubicBezTo>
                <a:lnTo>
                  <a:pt x="74713" y="4272"/>
                </a:lnTo>
                <a:cubicBezTo>
                  <a:pt x="74683" y="4241"/>
                  <a:pt x="74500" y="4211"/>
                  <a:pt x="74470" y="4120"/>
                </a:cubicBezTo>
                <a:lnTo>
                  <a:pt x="74683" y="4059"/>
                </a:lnTo>
                <a:lnTo>
                  <a:pt x="74774" y="4029"/>
                </a:lnTo>
                <a:cubicBezTo>
                  <a:pt x="74844" y="3936"/>
                  <a:pt x="74913" y="3896"/>
                  <a:pt x="74956" y="3896"/>
                </a:cubicBezTo>
                <a:close/>
                <a:moveTo>
                  <a:pt x="42737" y="6582"/>
                </a:moveTo>
                <a:lnTo>
                  <a:pt x="42828" y="6612"/>
                </a:lnTo>
                <a:cubicBezTo>
                  <a:pt x="42980" y="6643"/>
                  <a:pt x="42950" y="6764"/>
                  <a:pt x="42798" y="6825"/>
                </a:cubicBezTo>
                <a:lnTo>
                  <a:pt x="42676" y="6916"/>
                </a:lnTo>
                <a:cubicBezTo>
                  <a:pt x="42653" y="6924"/>
                  <a:pt x="42627" y="6928"/>
                  <a:pt x="42598" y="6928"/>
                </a:cubicBezTo>
                <a:cubicBezTo>
                  <a:pt x="42513" y="6928"/>
                  <a:pt x="42410" y="6893"/>
                  <a:pt x="42342" y="6825"/>
                </a:cubicBezTo>
                <a:cubicBezTo>
                  <a:pt x="42342" y="6795"/>
                  <a:pt x="42342" y="6764"/>
                  <a:pt x="42372" y="6734"/>
                </a:cubicBezTo>
                <a:cubicBezTo>
                  <a:pt x="42494" y="6703"/>
                  <a:pt x="42676" y="6764"/>
                  <a:pt x="42676" y="6582"/>
                </a:cubicBezTo>
                <a:close/>
                <a:moveTo>
                  <a:pt x="39244" y="7458"/>
                </a:moveTo>
                <a:cubicBezTo>
                  <a:pt x="39268" y="7458"/>
                  <a:pt x="39290" y="7463"/>
                  <a:pt x="39302" y="7463"/>
                </a:cubicBezTo>
                <a:cubicBezTo>
                  <a:pt x="39363" y="7494"/>
                  <a:pt x="39333" y="7585"/>
                  <a:pt x="39302" y="7615"/>
                </a:cubicBezTo>
                <a:lnTo>
                  <a:pt x="39211" y="7706"/>
                </a:lnTo>
                <a:cubicBezTo>
                  <a:pt x="39134" y="7732"/>
                  <a:pt x="39057" y="7742"/>
                  <a:pt x="38994" y="7742"/>
                </a:cubicBezTo>
                <a:cubicBezTo>
                  <a:pt x="38907" y="7742"/>
                  <a:pt x="38846" y="7724"/>
                  <a:pt x="38846" y="7706"/>
                </a:cubicBezTo>
                <a:cubicBezTo>
                  <a:pt x="38846" y="7676"/>
                  <a:pt x="38877" y="7585"/>
                  <a:pt x="38907" y="7585"/>
                </a:cubicBezTo>
                <a:lnTo>
                  <a:pt x="38937" y="7585"/>
                </a:lnTo>
                <a:cubicBezTo>
                  <a:pt x="38975" y="7610"/>
                  <a:pt x="39013" y="7625"/>
                  <a:pt x="39046" y="7625"/>
                </a:cubicBezTo>
                <a:cubicBezTo>
                  <a:pt x="39094" y="7625"/>
                  <a:pt x="39132" y="7595"/>
                  <a:pt x="39150" y="7524"/>
                </a:cubicBezTo>
                <a:cubicBezTo>
                  <a:pt x="39168" y="7469"/>
                  <a:pt x="39209" y="7458"/>
                  <a:pt x="39244" y="7458"/>
                </a:cubicBezTo>
                <a:close/>
                <a:moveTo>
                  <a:pt x="76659" y="7585"/>
                </a:moveTo>
                <a:cubicBezTo>
                  <a:pt x="76780" y="7615"/>
                  <a:pt x="76811" y="7646"/>
                  <a:pt x="76750" y="7706"/>
                </a:cubicBezTo>
                <a:cubicBezTo>
                  <a:pt x="76683" y="7751"/>
                  <a:pt x="76600" y="7779"/>
                  <a:pt x="76513" y="7779"/>
                </a:cubicBezTo>
                <a:cubicBezTo>
                  <a:pt x="76481" y="7779"/>
                  <a:pt x="76448" y="7775"/>
                  <a:pt x="76415" y="7767"/>
                </a:cubicBezTo>
                <a:cubicBezTo>
                  <a:pt x="76385" y="7706"/>
                  <a:pt x="76537" y="7585"/>
                  <a:pt x="76659" y="7585"/>
                </a:cubicBezTo>
                <a:close/>
                <a:moveTo>
                  <a:pt x="39758" y="7524"/>
                </a:moveTo>
                <a:cubicBezTo>
                  <a:pt x="39971" y="7524"/>
                  <a:pt x="40153" y="7524"/>
                  <a:pt x="40153" y="7585"/>
                </a:cubicBezTo>
                <a:lnTo>
                  <a:pt x="40153" y="7615"/>
                </a:lnTo>
                <a:cubicBezTo>
                  <a:pt x="40123" y="7676"/>
                  <a:pt x="40214" y="7828"/>
                  <a:pt x="40062" y="7828"/>
                </a:cubicBezTo>
                <a:lnTo>
                  <a:pt x="39849" y="7828"/>
                </a:lnTo>
                <a:cubicBezTo>
                  <a:pt x="39872" y="7715"/>
                  <a:pt x="39861" y="7653"/>
                  <a:pt x="39817" y="7653"/>
                </a:cubicBezTo>
                <a:cubicBezTo>
                  <a:pt x="39801" y="7653"/>
                  <a:pt x="39782" y="7660"/>
                  <a:pt x="39758" y="7676"/>
                </a:cubicBezTo>
                <a:lnTo>
                  <a:pt x="39667" y="7737"/>
                </a:lnTo>
                <a:cubicBezTo>
                  <a:pt x="39637" y="7737"/>
                  <a:pt x="39576" y="7706"/>
                  <a:pt x="39545" y="7676"/>
                </a:cubicBezTo>
                <a:cubicBezTo>
                  <a:pt x="39545" y="7676"/>
                  <a:pt x="39545" y="7585"/>
                  <a:pt x="39576" y="7585"/>
                </a:cubicBezTo>
                <a:lnTo>
                  <a:pt x="39758" y="7524"/>
                </a:lnTo>
                <a:close/>
                <a:moveTo>
                  <a:pt x="41380" y="7338"/>
                </a:moveTo>
                <a:cubicBezTo>
                  <a:pt x="41397" y="7338"/>
                  <a:pt x="41413" y="7347"/>
                  <a:pt x="41430" y="7372"/>
                </a:cubicBezTo>
                <a:cubicBezTo>
                  <a:pt x="41455" y="7423"/>
                  <a:pt x="41353" y="7538"/>
                  <a:pt x="41283" y="7538"/>
                </a:cubicBezTo>
                <a:cubicBezTo>
                  <a:pt x="41270" y="7538"/>
                  <a:pt x="41257" y="7534"/>
                  <a:pt x="41248" y="7524"/>
                </a:cubicBezTo>
                <a:cubicBezTo>
                  <a:pt x="41193" y="7485"/>
                  <a:pt x="41146" y="7470"/>
                  <a:pt x="41104" y="7470"/>
                </a:cubicBezTo>
                <a:cubicBezTo>
                  <a:pt x="40984" y="7470"/>
                  <a:pt x="40904" y="7593"/>
                  <a:pt x="40792" y="7615"/>
                </a:cubicBezTo>
                <a:cubicBezTo>
                  <a:pt x="40670" y="7615"/>
                  <a:pt x="40700" y="7767"/>
                  <a:pt x="40700" y="7858"/>
                </a:cubicBezTo>
                <a:cubicBezTo>
                  <a:pt x="40685" y="7874"/>
                  <a:pt x="40662" y="7881"/>
                  <a:pt x="40640" y="7881"/>
                </a:cubicBezTo>
                <a:cubicBezTo>
                  <a:pt x="40617" y="7881"/>
                  <a:pt x="40594" y="7874"/>
                  <a:pt x="40579" y="7858"/>
                </a:cubicBezTo>
                <a:cubicBezTo>
                  <a:pt x="40548" y="7737"/>
                  <a:pt x="40548" y="7615"/>
                  <a:pt x="40609" y="7524"/>
                </a:cubicBezTo>
                <a:lnTo>
                  <a:pt x="40700" y="7463"/>
                </a:lnTo>
                <a:cubicBezTo>
                  <a:pt x="40822" y="7403"/>
                  <a:pt x="40974" y="7372"/>
                  <a:pt x="41126" y="7372"/>
                </a:cubicBezTo>
                <a:cubicBezTo>
                  <a:pt x="41135" y="7363"/>
                  <a:pt x="41144" y="7360"/>
                  <a:pt x="41153" y="7360"/>
                </a:cubicBezTo>
                <a:cubicBezTo>
                  <a:pt x="41177" y="7360"/>
                  <a:pt x="41205" y="7381"/>
                  <a:pt x="41248" y="7403"/>
                </a:cubicBezTo>
                <a:cubicBezTo>
                  <a:pt x="41292" y="7403"/>
                  <a:pt x="41336" y="7338"/>
                  <a:pt x="41380" y="7338"/>
                </a:cubicBezTo>
                <a:close/>
                <a:moveTo>
                  <a:pt x="38268" y="7899"/>
                </a:moveTo>
                <a:cubicBezTo>
                  <a:pt x="38303" y="7899"/>
                  <a:pt x="38342" y="7914"/>
                  <a:pt x="38360" y="7950"/>
                </a:cubicBezTo>
                <a:cubicBezTo>
                  <a:pt x="38421" y="8010"/>
                  <a:pt x="38360" y="8041"/>
                  <a:pt x="38269" y="8071"/>
                </a:cubicBezTo>
                <a:lnTo>
                  <a:pt x="38147" y="8102"/>
                </a:lnTo>
                <a:cubicBezTo>
                  <a:pt x="38079" y="8170"/>
                  <a:pt x="37993" y="8204"/>
                  <a:pt x="37929" y="8204"/>
                </a:cubicBezTo>
                <a:cubicBezTo>
                  <a:pt x="37908" y="8204"/>
                  <a:pt x="37889" y="8200"/>
                  <a:pt x="37874" y="8193"/>
                </a:cubicBezTo>
                <a:cubicBezTo>
                  <a:pt x="37874" y="8132"/>
                  <a:pt x="37874" y="8041"/>
                  <a:pt x="37904" y="8010"/>
                </a:cubicBezTo>
                <a:cubicBezTo>
                  <a:pt x="37995" y="7950"/>
                  <a:pt x="38086" y="7919"/>
                  <a:pt x="38208" y="7919"/>
                </a:cubicBezTo>
                <a:cubicBezTo>
                  <a:pt x="38221" y="7907"/>
                  <a:pt x="38244" y="7899"/>
                  <a:pt x="38268" y="7899"/>
                </a:cubicBezTo>
                <a:close/>
                <a:moveTo>
                  <a:pt x="85473" y="7919"/>
                </a:moveTo>
                <a:cubicBezTo>
                  <a:pt x="85504" y="7950"/>
                  <a:pt x="85473" y="8071"/>
                  <a:pt x="85382" y="8193"/>
                </a:cubicBezTo>
                <a:lnTo>
                  <a:pt x="85261" y="8254"/>
                </a:lnTo>
                <a:lnTo>
                  <a:pt x="85230" y="8254"/>
                </a:lnTo>
                <a:cubicBezTo>
                  <a:pt x="85048" y="8132"/>
                  <a:pt x="85078" y="7980"/>
                  <a:pt x="85291" y="7919"/>
                </a:cubicBezTo>
                <a:close/>
                <a:moveTo>
                  <a:pt x="80440" y="8322"/>
                </a:moveTo>
                <a:cubicBezTo>
                  <a:pt x="80402" y="8352"/>
                  <a:pt x="80365" y="8379"/>
                  <a:pt x="80331" y="8401"/>
                </a:cubicBezTo>
                <a:lnTo>
                  <a:pt x="80331" y="8401"/>
                </a:lnTo>
                <a:cubicBezTo>
                  <a:pt x="80402" y="8386"/>
                  <a:pt x="80431" y="8355"/>
                  <a:pt x="80440" y="8322"/>
                </a:cubicBezTo>
                <a:close/>
                <a:moveTo>
                  <a:pt x="80331" y="8401"/>
                </a:moveTo>
                <a:cubicBezTo>
                  <a:pt x="80323" y="8403"/>
                  <a:pt x="80315" y="8404"/>
                  <a:pt x="80306" y="8406"/>
                </a:cubicBezTo>
                <a:lnTo>
                  <a:pt x="80215" y="8436"/>
                </a:lnTo>
                <a:cubicBezTo>
                  <a:pt x="80215" y="8445"/>
                  <a:pt x="80220" y="8450"/>
                  <a:pt x="80229" y="8450"/>
                </a:cubicBezTo>
                <a:cubicBezTo>
                  <a:pt x="80249" y="8450"/>
                  <a:pt x="80286" y="8431"/>
                  <a:pt x="80331" y="8401"/>
                </a:cubicBezTo>
                <a:close/>
                <a:moveTo>
                  <a:pt x="37478" y="8102"/>
                </a:moveTo>
                <a:lnTo>
                  <a:pt x="37478" y="8102"/>
                </a:lnTo>
                <a:cubicBezTo>
                  <a:pt x="37600" y="8223"/>
                  <a:pt x="37509" y="8406"/>
                  <a:pt x="37418" y="8436"/>
                </a:cubicBezTo>
                <a:cubicBezTo>
                  <a:pt x="37387" y="8451"/>
                  <a:pt x="37349" y="8459"/>
                  <a:pt x="37311" y="8459"/>
                </a:cubicBezTo>
                <a:cubicBezTo>
                  <a:pt x="37273" y="8459"/>
                  <a:pt x="37235" y="8451"/>
                  <a:pt x="37205" y="8436"/>
                </a:cubicBezTo>
                <a:cubicBezTo>
                  <a:pt x="37175" y="8406"/>
                  <a:pt x="37144" y="8254"/>
                  <a:pt x="37235" y="8223"/>
                </a:cubicBezTo>
                <a:lnTo>
                  <a:pt x="37327" y="8193"/>
                </a:lnTo>
                <a:lnTo>
                  <a:pt x="37478" y="8102"/>
                </a:lnTo>
                <a:close/>
                <a:moveTo>
                  <a:pt x="77936" y="8068"/>
                </a:moveTo>
                <a:cubicBezTo>
                  <a:pt x="78044" y="8068"/>
                  <a:pt x="77973" y="8223"/>
                  <a:pt x="78057" y="8223"/>
                </a:cubicBezTo>
                <a:lnTo>
                  <a:pt x="78422" y="8254"/>
                </a:lnTo>
                <a:cubicBezTo>
                  <a:pt x="78178" y="8375"/>
                  <a:pt x="77905" y="8436"/>
                  <a:pt x="77601" y="8436"/>
                </a:cubicBezTo>
                <a:lnTo>
                  <a:pt x="77388" y="8497"/>
                </a:lnTo>
                <a:lnTo>
                  <a:pt x="77206" y="8588"/>
                </a:lnTo>
                <a:cubicBezTo>
                  <a:pt x="77174" y="8596"/>
                  <a:pt x="77148" y="8600"/>
                  <a:pt x="77128" y="8600"/>
                </a:cubicBezTo>
                <a:cubicBezTo>
                  <a:pt x="76990" y="8600"/>
                  <a:pt x="77093" y="8427"/>
                  <a:pt x="77358" y="8162"/>
                </a:cubicBezTo>
                <a:lnTo>
                  <a:pt x="77449" y="8102"/>
                </a:lnTo>
                <a:lnTo>
                  <a:pt x="77479" y="8102"/>
                </a:lnTo>
                <a:cubicBezTo>
                  <a:pt x="77540" y="8132"/>
                  <a:pt x="77540" y="8162"/>
                  <a:pt x="77540" y="8193"/>
                </a:cubicBezTo>
                <a:lnTo>
                  <a:pt x="77540" y="8254"/>
                </a:lnTo>
                <a:lnTo>
                  <a:pt x="77692" y="8254"/>
                </a:lnTo>
                <a:cubicBezTo>
                  <a:pt x="77753" y="8193"/>
                  <a:pt x="77783" y="8132"/>
                  <a:pt x="77814" y="8071"/>
                </a:cubicBezTo>
                <a:lnTo>
                  <a:pt x="77905" y="8071"/>
                </a:lnTo>
                <a:cubicBezTo>
                  <a:pt x="77916" y="8069"/>
                  <a:pt x="77927" y="8068"/>
                  <a:pt x="77936" y="8068"/>
                </a:cubicBezTo>
                <a:close/>
                <a:moveTo>
                  <a:pt x="38421" y="8162"/>
                </a:moveTo>
                <a:cubicBezTo>
                  <a:pt x="38451" y="8162"/>
                  <a:pt x="38542" y="8193"/>
                  <a:pt x="38542" y="8193"/>
                </a:cubicBezTo>
                <a:cubicBezTo>
                  <a:pt x="38542" y="8254"/>
                  <a:pt x="38542" y="8314"/>
                  <a:pt x="38512" y="8375"/>
                </a:cubicBezTo>
                <a:cubicBezTo>
                  <a:pt x="38451" y="8436"/>
                  <a:pt x="38360" y="8497"/>
                  <a:pt x="38299" y="8558"/>
                </a:cubicBezTo>
                <a:lnTo>
                  <a:pt x="38117" y="8710"/>
                </a:lnTo>
                <a:cubicBezTo>
                  <a:pt x="37934" y="8558"/>
                  <a:pt x="37995" y="8466"/>
                  <a:pt x="38269" y="8466"/>
                </a:cubicBezTo>
                <a:lnTo>
                  <a:pt x="38390" y="8314"/>
                </a:lnTo>
                <a:cubicBezTo>
                  <a:pt x="38421" y="8284"/>
                  <a:pt x="38390" y="8254"/>
                  <a:pt x="38390" y="8223"/>
                </a:cubicBezTo>
                <a:cubicBezTo>
                  <a:pt x="38390" y="8193"/>
                  <a:pt x="38390" y="8162"/>
                  <a:pt x="38421" y="8162"/>
                </a:cubicBezTo>
                <a:close/>
                <a:moveTo>
                  <a:pt x="78514" y="8589"/>
                </a:moveTo>
                <a:lnTo>
                  <a:pt x="78514" y="8589"/>
                </a:lnTo>
                <a:cubicBezTo>
                  <a:pt x="78574" y="8621"/>
                  <a:pt x="78603" y="8862"/>
                  <a:pt x="78513" y="8862"/>
                </a:cubicBezTo>
                <a:cubicBezTo>
                  <a:pt x="78422" y="8892"/>
                  <a:pt x="78330" y="9044"/>
                  <a:pt x="78330" y="9105"/>
                </a:cubicBezTo>
                <a:cubicBezTo>
                  <a:pt x="78300" y="9135"/>
                  <a:pt x="78270" y="9196"/>
                  <a:pt x="78239" y="9196"/>
                </a:cubicBezTo>
                <a:cubicBezTo>
                  <a:pt x="78178" y="9165"/>
                  <a:pt x="78118" y="9105"/>
                  <a:pt x="78057" y="9044"/>
                </a:cubicBezTo>
                <a:cubicBezTo>
                  <a:pt x="77996" y="8983"/>
                  <a:pt x="77935" y="8922"/>
                  <a:pt x="78148" y="8892"/>
                </a:cubicBezTo>
                <a:cubicBezTo>
                  <a:pt x="78361" y="8862"/>
                  <a:pt x="78118" y="8801"/>
                  <a:pt x="78148" y="8770"/>
                </a:cubicBezTo>
                <a:lnTo>
                  <a:pt x="78239" y="8679"/>
                </a:lnTo>
                <a:cubicBezTo>
                  <a:pt x="78295" y="8623"/>
                  <a:pt x="78402" y="8593"/>
                  <a:pt x="78514" y="8589"/>
                </a:cubicBezTo>
                <a:close/>
                <a:moveTo>
                  <a:pt x="77470" y="8940"/>
                </a:moveTo>
                <a:cubicBezTo>
                  <a:pt x="77525" y="8940"/>
                  <a:pt x="77601" y="8962"/>
                  <a:pt x="77601" y="8983"/>
                </a:cubicBezTo>
                <a:lnTo>
                  <a:pt x="77631" y="9044"/>
                </a:lnTo>
                <a:cubicBezTo>
                  <a:pt x="77631" y="9165"/>
                  <a:pt x="77601" y="9257"/>
                  <a:pt x="77510" y="9257"/>
                </a:cubicBezTo>
                <a:lnTo>
                  <a:pt x="77327" y="9257"/>
                </a:lnTo>
                <a:cubicBezTo>
                  <a:pt x="77312" y="9261"/>
                  <a:pt x="77298" y="9262"/>
                  <a:pt x="77286" y="9262"/>
                </a:cubicBezTo>
                <a:cubicBezTo>
                  <a:pt x="77208" y="9262"/>
                  <a:pt x="77221" y="9176"/>
                  <a:pt x="77327" y="9044"/>
                </a:cubicBezTo>
                <a:lnTo>
                  <a:pt x="77418" y="8953"/>
                </a:lnTo>
                <a:cubicBezTo>
                  <a:pt x="77427" y="8944"/>
                  <a:pt x="77447" y="8940"/>
                  <a:pt x="77470" y="8940"/>
                </a:cubicBezTo>
                <a:close/>
                <a:moveTo>
                  <a:pt x="36327" y="8554"/>
                </a:moveTo>
                <a:cubicBezTo>
                  <a:pt x="36376" y="8572"/>
                  <a:pt x="36427" y="8594"/>
                  <a:pt x="36475" y="8618"/>
                </a:cubicBezTo>
                <a:lnTo>
                  <a:pt x="36540" y="8610"/>
                </a:lnTo>
                <a:lnTo>
                  <a:pt x="36540" y="8610"/>
                </a:lnTo>
                <a:cubicBezTo>
                  <a:pt x="36613" y="8648"/>
                  <a:pt x="36681" y="8689"/>
                  <a:pt x="36749" y="8740"/>
                </a:cubicBezTo>
                <a:cubicBezTo>
                  <a:pt x="36779" y="8770"/>
                  <a:pt x="36749" y="8831"/>
                  <a:pt x="36719" y="8831"/>
                </a:cubicBezTo>
                <a:lnTo>
                  <a:pt x="36567" y="8740"/>
                </a:lnTo>
                <a:lnTo>
                  <a:pt x="36567" y="8740"/>
                </a:lnTo>
                <a:cubicBezTo>
                  <a:pt x="36506" y="8831"/>
                  <a:pt x="36536" y="8953"/>
                  <a:pt x="36627" y="8953"/>
                </a:cubicBezTo>
                <a:lnTo>
                  <a:pt x="36688" y="8983"/>
                </a:lnTo>
                <a:cubicBezTo>
                  <a:pt x="36688" y="9013"/>
                  <a:pt x="36688" y="9074"/>
                  <a:pt x="36688" y="9105"/>
                </a:cubicBezTo>
                <a:cubicBezTo>
                  <a:pt x="36627" y="9135"/>
                  <a:pt x="36597" y="9135"/>
                  <a:pt x="36536" y="9135"/>
                </a:cubicBezTo>
                <a:lnTo>
                  <a:pt x="36445" y="9074"/>
                </a:lnTo>
                <a:cubicBezTo>
                  <a:pt x="36384" y="9044"/>
                  <a:pt x="36331" y="9029"/>
                  <a:pt x="36297" y="9029"/>
                </a:cubicBezTo>
                <a:cubicBezTo>
                  <a:pt x="36263" y="9029"/>
                  <a:pt x="36247" y="9044"/>
                  <a:pt x="36263" y="9074"/>
                </a:cubicBezTo>
                <a:lnTo>
                  <a:pt x="36263" y="9135"/>
                </a:lnTo>
                <a:lnTo>
                  <a:pt x="36293" y="9257"/>
                </a:lnTo>
                <a:lnTo>
                  <a:pt x="35989" y="9378"/>
                </a:lnTo>
                <a:cubicBezTo>
                  <a:pt x="35955" y="9327"/>
                  <a:pt x="35920" y="9309"/>
                  <a:pt x="35886" y="9309"/>
                </a:cubicBezTo>
                <a:cubicBezTo>
                  <a:pt x="35813" y="9309"/>
                  <a:pt x="35740" y="9388"/>
                  <a:pt x="35667" y="9388"/>
                </a:cubicBezTo>
                <a:cubicBezTo>
                  <a:pt x="35653" y="9388"/>
                  <a:pt x="35638" y="9385"/>
                  <a:pt x="35624" y="9378"/>
                </a:cubicBezTo>
                <a:cubicBezTo>
                  <a:pt x="35594" y="9378"/>
                  <a:pt x="35564" y="9348"/>
                  <a:pt x="35564" y="9317"/>
                </a:cubicBezTo>
                <a:cubicBezTo>
                  <a:pt x="35564" y="9264"/>
                  <a:pt x="35553" y="9232"/>
                  <a:pt x="35521" y="9232"/>
                </a:cubicBezTo>
                <a:cubicBezTo>
                  <a:pt x="35497" y="9232"/>
                  <a:pt x="35463" y="9249"/>
                  <a:pt x="35412" y="9287"/>
                </a:cubicBezTo>
                <a:cubicBezTo>
                  <a:pt x="35320" y="9257"/>
                  <a:pt x="35290" y="9196"/>
                  <a:pt x="35290" y="9135"/>
                </a:cubicBezTo>
                <a:lnTo>
                  <a:pt x="35320" y="9105"/>
                </a:lnTo>
                <a:lnTo>
                  <a:pt x="35442" y="8983"/>
                </a:lnTo>
                <a:cubicBezTo>
                  <a:pt x="35511" y="9024"/>
                  <a:pt x="35604" y="9041"/>
                  <a:pt x="35686" y="9041"/>
                </a:cubicBezTo>
                <a:cubicBezTo>
                  <a:pt x="35785" y="9041"/>
                  <a:pt x="35868" y="9016"/>
                  <a:pt x="35868" y="8983"/>
                </a:cubicBezTo>
                <a:cubicBezTo>
                  <a:pt x="35868" y="8953"/>
                  <a:pt x="35928" y="8922"/>
                  <a:pt x="35989" y="8922"/>
                </a:cubicBezTo>
                <a:cubicBezTo>
                  <a:pt x="35989" y="8937"/>
                  <a:pt x="35997" y="8945"/>
                  <a:pt x="36008" y="8945"/>
                </a:cubicBezTo>
                <a:cubicBezTo>
                  <a:pt x="36019" y="8945"/>
                  <a:pt x="36035" y="8937"/>
                  <a:pt x="36050" y="8922"/>
                </a:cubicBezTo>
                <a:lnTo>
                  <a:pt x="36080" y="8892"/>
                </a:lnTo>
                <a:cubicBezTo>
                  <a:pt x="36111" y="8770"/>
                  <a:pt x="36171" y="8710"/>
                  <a:pt x="36263" y="8618"/>
                </a:cubicBezTo>
                <a:lnTo>
                  <a:pt x="36327" y="8554"/>
                </a:lnTo>
                <a:close/>
                <a:moveTo>
                  <a:pt x="27387" y="9500"/>
                </a:moveTo>
                <a:cubicBezTo>
                  <a:pt x="27509" y="9561"/>
                  <a:pt x="27539" y="9713"/>
                  <a:pt x="27418" y="9804"/>
                </a:cubicBezTo>
                <a:lnTo>
                  <a:pt x="27205" y="9804"/>
                </a:lnTo>
                <a:cubicBezTo>
                  <a:pt x="27053" y="9743"/>
                  <a:pt x="27053" y="9621"/>
                  <a:pt x="27174" y="9530"/>
                </a:cubicBezTo>
                <a:lnTo>
                  <a:pt x="27296" y="9500"/>
                </a:lnTo>
                <a:close/>
                <a:moveTo>
                  <a:pt x="76152" y="9248"/>
                </a:moveTo>
                <a:cubicBezTo>
                  <a:pt x="76216" y="9248"/>
                  <a:pt x="76305" y="9293"/>
                  <a:pt x="76355" y="9317"/>
                </a:cubicBezTo>
                <a:lnTo>
                  <a:pt x="76385" y="9317"/>
                </a:lnTo>
                <a:cubicBezTo>
                  <a:pt x="76446" y="9317"/>
                  <a:pt x="76385" y="9378"/>
                  <a:pt x="76263" y="9439"/>
                </a:cubicBezTo>
                <a:cubicBezTo>
                  <a:pt x="76172" y="9500"/>
                  <a:pt x="75959" y="9773"/>
                  <a:pt x="75899" y="9834"/>
                </a:cubicBezTo>
                <a:lnTo>
                  <a:pt x="75807" y="9743"/>
                </a:lnTo>
                <a:cubicBezTo>
                  <a:pt x="75777" y="9713"/>
                  <a:pt x="75716" y="9621"/>
                  <a:pt x="75807" y="9591"/>
                </a:cubicBezTo>
                <a:cubicBezTo>
                  <a:pt x="75899" y="9561"/>
                  <a:pt x="75959" y="9561"/>
                  <a:pt x="75959" y="9439"/>
                </a:cubicBezTo>
                <a:cubicBezTo>
                  <a:pt x="75990" y="9348"/>
                  <a:pt x="76051" y="9287"/>
                  <a:pt x="76111" y="9257"/>
                </a:cubicBezTo>
                <a:cubicBezTo>
                  <a:pt x="76123" y="9251"/>
                  <a:pt x="76137" y="9248"/>
                  <a:pt x="76152" y="9248"/>
                </a:cubicBezTo>
                <a:close/>
                <a:moveTo>
                  <a:pt x="86385" y="9409"/>
                </a:moveTo>
                <a:cubicBezTo>
                  <a:pt x="86446" y="9500"/>
                  <a:pt x="86446" y="9591"/>
                  <a:pt x="86385" y="9652"/>
                </a:cubicBezTo>
                <a:cubicBezTo>
                  <a:pt x="86331" y="9706"/>
                  <a:pt x="86180" y="9809"/>
                  <a:pt x="86126" y="9809"/>
                </a:cubicBezTo>
                <a:cubicBezTo>
                  <a:pt x="86120" y="9809"/>
                  <a:pt x="86115" y="9807"/>
                  <a:pt x="86112" y="9804"/>
                </a:cubicBezTo>
                <a:cubicBezTo>
                  <a:pt x="86105" y="9790"/>
                  <a:pt x="86089" y="9784"/>
                  <a:pt x="86069" y="9784"/>
                </a:cubicBezTo>
                <a:cubicBezTo>
                  <a:pt x="86003" y="9784"/>
                  <a:pt x="85885" y="9848"/>
                  <a:pt x="85838" y="9895"/>
                </a:cubicBezTo>
                <a:cubicBezTo>
                  <a:pt x="85824" y="9902"/>
                  <a:pt x="85811" y="9906"/>
                  <a:pt x="85800" y="9906"/>
                </a:cubicBezTo>
                <a:cubicBezTo>
                  <a:pt x="85766" y="9906"/>
                  <a:pt x="85754" y="9866"/>
                  <a:pt x="85777" y="9773"/>
                </a:cubicBezTo>
                <a:lnTo>
                  <a:pt x="85838" y="9743"/>
                </a:lnTo>
                <a:cubicBezTo>
                  <a:pt x="85929" y="9652"/>
                  <a:pt x="86020" y="9561"/>
                  <a:pt x="86112" y="9500"/>
                </a:cubicBezTo>
                <a:cubicBezTo>
                  <a:pt x="86172" y="9439"/>
                  <a:pt x="86233" y="9409"/>
                  <a:pt x="86324" y="9409"/>
                </a:cubicBezTo>
                <a:close/>
                <a:moveTo>
                  <a:pt x="79911" y="9561"/>
                </a:moveTo>
                <a:cubicBezTo>
                  <a:pt x="80124" y="9561"/>
                  <a:pt x="80276" y="9621"/>
                  <a:pt x="80215" y="9652"/>
                </a:cubicBezTo>
                <a:lnTo>
                  <a:pt x="80184" y="9652"/>
                </a:lnTo>
                <a:lnTo>
                  <a:pt x="80154" y="9743"/>
                </a:lnTo>
                <a:cubicBezTo>
                  <a:pt x="80124" y="9834"/>
                  <a:pt x="80032" y="9925"/>
                  <a:pt x="79941" y="9956"/>
                </a:cubicBezTo>
                <a:lnTo>
                  <a:pt x="79911" y="9956"/>
                </a:lnTo>
                <a:cubicBezTo>
                  <a:pt x="79850" y="9925"/>
                  <a:pt x="79880" y="9804"/>
                  <a:pt x="79729" y="9804"/>
                </a:cubicBezTo>
                <a:lnTo>
                  <a:pt x="79668" y="9804"/>
                </a:lnTo>
                <a:cubicBezTo>
                  <a:pt x="79607" y="9773"/>
                  <a:pt x="79607" y="9682"/>
                  <a:pt x="79668" y="9591"/>
                </a:cubicBezTo>
                <a:lnTo>
                  <a:pt x="79729" y="9591"/>
                </a:lnTo>
                <a:lnTo>
                  <a:pt x="79911" y="9561"/>
                </a:lnTo>
                <a:close/>
                <a:moveTo>
                  <a:pt x="76659" y="9500"/>
                </a:moveTo>
                <a:lnTo>
                  <a:pt x="76659" y="9530"/>
                </a:lnTo>
                <a:lnTo>
                  <a:pt x="76659" y="9591"/>
                </a:lnTo>
                <a:cubicBezTo>
                  <a:pt x="76598" y="9652"/>
                  <a:pt x="76567" y="9682"/>
                  <a:pt x="76507" y="9743"/>
                </a:cubicBezTo>
                <a:cubicBezTo>
                  <a:pt x="76476" y="9773"/>
                  <a:pt x="76476" y="9865"/>
                  <a:pt x="76507" y="9895"/>
                </a:cubicBezTo>
                <a:cubicBezTo>
                  <a:pt x="76628" y="9986"/>
                  <a:pt x="76476" y="9986"/>
                  <a:pt x="76446" y="9986"/>
                </a:cubicBezTo>
                <a:cubicBezTo>
                  <a:pt x="76385" y="9986"/>
                  <a:pt x="76294" y="9925"/>
                  <a:pt x="76294" y="9925"/>
                </a:cubicBezTo>
                <a:cubicBezTo>
                  <a:pt x="76241" y="9960"/>
                  <a:pt x="76189" y="9996"/>
                  <a:pt x="76142" y="9996"/>
                </a:cubicBezTo>
                <a:cubicBezTo>
                  <a:pt x="76111" y="9996"/>
                  <a:pt x="76082" y="9980"/>
                  <a:pt x="76058" y="9939"/>
                </a:cubicBezTo>
                <a:lnTo>
                  <a:pt x="76058" y="9939"/>
                </a:lnTo>
                <a:cubicBezTo>
                  <a:pt x="76005" y="9966"/>
                  <a:pt x="75953" y="9981"/>
                  <a:pt x="75910" y="9981"/>
                </a:cubicBezTo>
                <a:cubicBezTo>
                  <a:pt x="75864" y="9981"/>
                  <a:pt x="75827" y="9964"/>
                  <a:pt x="75807" y="9925"/>
                </a:cubicBezTo>
                <a:lnTo>
                  <a:pt x="75625" y="10077"/>
                </a:lnTo>
                <a:cubicBezTo>
                  <a:pt x="75595" y="10077"/>
                  <a:pt x="75504" y="10047"/>
                  <a:pt x="75504" y="10047"/>
                </a:cubicBezTo>
                <a:lnTo>
                  <a:pt x="75473" y="9925"/>
                </a:lnTo>
                <a:cubicBezTo>
                  <a:pt x="75462" y="9869"/>
                  <a:pt x="75488" y="9851"/>
                  <a:pt x="75533" y="9851"/>
                </a:cubicBezTo>
                <a:cubicBezTo>
                  <a:pt x="75609" y="9851"/>
                  <a:pt x="75742" y="9906"/>
                  <a:pt x="75838" y="9925"/>
                </a:cubicBezTo>
                <a:cubicBezTo>
                  <a:pt x="75849" y="9928"/>
                  <a:pt x="75861" y="9929"/>
                  <a:pt x="75874" y="9929"/>
                </a:cubicBezTo>
                <a:cubicBezTo>
                  <a:pt x="75924" y="9929"/>
                  <a:pt x="75989" y="9913"/>
                  <a:pt x="76063" y="9885"/>
                </a:cubicBezTo>
                <a:lnTo>
                  <a:pt x="76063" y="9885"/>
                </a:lnTo>
                <a:cubicBezTo>
                  <a:pt x="76055" y="9902"/>
                  <a:pt x="76051" y="9917"/>
                  <a:pt x="76051" y="9925"/>
                </a:cubicBezTo>
                <a:cubicBezTo>
                  <a:pt x="76053" y="9930"/>
                  <a:pt x="76056" y="9935"/>
                  <a:pt x="76058" y="9939"/>
                </a:cubicBezTo>
                <a:lnTo>
                  <a:pt x="76058" y="9939"/>
                </a:lnTo>
                <a:cubicBezTo>
                  <a:pt x="76120" y="9908"/>
                  <a:pt x="76184" y="9860"/>
                  <a:pt x="76239" y="9801"/>
                </a:cubicBezTo>
                <a:lnTo>
                  <a:pt x="76239" y="9801"/>
                </a:lnTo>
                <a:cubicBezTo>
                  <a:pt x="76177" y="9835"/>
                  <a:pt x="76117" y="9864"/>
                  <a:pt x="76063" y="9885"/>
                </a:cubicBezTo>
                <a:lnTo>
                  <a:pt x="76063" y="9885"/>
                </a:lnTo>
                <a:cubicBezTo>
                  <a:pt x="76084" y="9838"/>
                  <a:pt x="76128" y="9773"/>
                  <a:pt x="76172" y="9773"/>
                </a:cubicBezTo>
                <a:cubicBezTo>
                  <a:pt x="76263" y="9743"/>
                  <a:pt x="76355" y="9682"/>
                  <a:pt x="76415" y="9561"/>
                </a:cubicBezTo>
                <a:lnTo>
                  <a:pt x="76446" y="9530"/>
                </a:lnTo>
                <a:cubicBezTo>
                  <a:pt x="76449" y="9527"/>
                  <a:pt x="76451" y="9526"/>
                  <a:pt x="76452" y="9526"/>
                </a:cubicBezTo>
                <a:lnTo>
                  <a:pt x="76452" y="9526"/>
                </a:lnTo>
                <a:cubicBezTo>
                  <a:pt x="76462" y="9526"/>
                  <a:pt x="76396" y="9637"/>
                  <a:pt x="76233" y="9773"/>
                </a:cubicBezTo>
                <a:lnTo>
                  <a:pt x="76263" y="9773"/>
                </a:lnTo>
                <a:cubicBezTo>
                  <a:pt x="76255" y="9783"/>
                  <a:pt x="76247" y="9792"/>
                  <a:pt x="76239" y="9801"/>
                </a:cubicBezTo>
                <a:lnTo>
                  <a:pt x="76239" y="9801"/>
                </a:lnTo>
                <a:cubicBezTo>
                  <a:pt x="76375" y="9726"/>
                  <a:pt x="76523" y="9622"/>
                  <a:pt x="76659" y="9500"/>
                </a:cubicBezTo>
                <a:close/>
                <a:moveTo>
                  <a:pt x="79242" y="9652"/>
                </a:moveTo>
                <a:lnTo>
                  <a:pt x="79242" y="9652"/>
                </a:lnTo>
                <a:cubicBezTo>
                  <a:pt x="79333" y="9682"/>
                  <a:pt x="79212" y="9773"/>
                  <a:pt x="78999" y="9925"/>
                </a:cubicBezTo>
                <a:lnTo>
                  <a:pt x="79029" y="10138"/>
                </a:lnTo>
                <a:lnTo>
                  <a:pt x="78969" y="10138"/>
                </a:lnTo>
                <a:cubicBezTo>
                  <a:pt x="78949" y="10112"/>
                  <a:pt x="78929" y="10103"/>
                  <a:pt x="78907" y="10103"/>
                </a:cubicBezTo>
                <a:cubicBezTo>
                  <a:pt x="78849" y="10103"/>
                  <a:pt x="78784" y="10173"/>
                  <a:pt x="78726" y="10173"/>
                </a:cubicBezTo>
                <a:cubicBezTo>
                  <a:pt x="78705" y="10173"/>
                  <a:pt x="78684" y="10164"/>
                  <a:pt x="78665" y="10138"/>
                </a:cubicBezTo>
                <a:lnTo>
                  <a:pt x="78665" y="10047"/>
                </a:lnTo>
                <a:cubicBezTo>
                  <a:pt x="78969" y="10017"/>
                  <a:pt x="79029" y="9743"/>
                  <a:pt x="79242" y="9652"/>
                </a:cubicBezTo>
                <a:close/>
                <a:moveTo>
                  <a:pt x="37671" y="10133"/>
                </a:moveTo>
                <a:cubicBezTo>
                  <a:pt x="37753" y="10133"/>
                  <a:pt x="37835" y="10143"/>
                  <a:pt x="37874" y="10169"/>
                </a:cubicBezTo>
                <a:cubicBezTo>
                  <a:pt x="37965" y="10260"/>
                  <a:pt x="37965" y="10320"/>
                  <a:pt x="37843" y="10320"/>
                </a:cubicBezTo>
                <a:lnTo>
                  <a:pt x="37813" y="10320"/>
                </a:lnTo>
                <a:cubicBezTo>
                  <a:pt x="37691" y="10320"/>
                  <a:pt x="37448" y="10229"/>
                  <a:pt x="37448" y="10169"/>
                </a:cubicBezTo>
                <a:cubicBezTo>
                  <a:pt x="37448" y="10151"/>
                  <a:pt x="37560" y="10133"/>
                  <a:pt x="37671" y="10133"/>
                </a:cubicBezTo>
                <a:close/>
                <a:moveTo>
                  <a:pt x="26688" y="9652"/>
                </a:moveTo>
                <a:cubicBezTo>
                  <a:pt x="26810" y="9652"/>
                  <a:pt x="26779" y="9682"/>
                  <a:pt x="26658" y="9743"/>
                </a:cubicBezTo>
                <a:lnTo>
                  <a:pt x="26627" y="9804"/>
                </a:lnTo>
                <a:cubicBezTo>
                  <a:pt x="26597" y="9865"/>
                  <a:pt x="26718" y="9895"/>
                  <a:pt x="26779" y="9895"/>
                </a:cubicBezTo>
                <a:cubicBezTo>
                  <a:pt x="26810" y="9895"/>
                  <a:pt x="26840" y="9895"/>
                  <a:pt x="26688" y="9986"/>
                </a:cubicBezTo>
                <a:cubicBezTo>
                  <a:pt x="26506" y="10077"/>
                  <a:pt x="26354" y="10169"/>
                  <a:pt x="26202" y="10290"/>
                </a:cubicBezTo>
                <a:lnTo>
                  <a:pt x="26171" y="10320"/>
                </a:lnTo>
                <a:cubicBezTo>
                  <a:pt x="26148" y="10336"/>
                  <a:pt x="26122" y="10344"/>
                  <a:pt x="26097" y="10344"/>
                </a:cubicBezTo>
                <a:cubicBezTo>
                  <a:pt x="26023" y="10344"/>
                  <a:pt x="25951" y="10281"/>
                  <a:pt x="25928" y="10169"/>
                </a:cubicBezTo>
                <a:lnTo>
                  <a:pt x="26171" y="10138"/>
                </a:lnTo>
                <a:cubicBezTo>
                  <a:pt x="26262" y="10138"/>
                  <a:pt x="26323" y="10077"/>
                  <a:pt x="26414" y="10017"/>
                </a:cubicBezTo>
                <a:cubicBezTo>
                  <a:pt x="26445" y="10017"/>
                  <a:pt x="26323" y="9986"/>
                  <a:pt x="26384" y="9895"/>
                </a:cubicBezTo>
                <a:cubicBezTo>
                  <a:pt x="26445" y="9682"/>
                  <a:pt x="26445" y="9652"/>
                  <a:pt x="26627" y="9652"/>
                </a:cubicBezTo>
                <a:close/>
                <a:moveTo>
                  <a:pt x="78376" y="10214"/>
                </a:moveTo>
                <a:cubicBezTo>
                  <a:pt x="78422" y="10214"/>
                  <a:pt x="78467" y="10229"/>
                  <a:pt x="78513" y="10260"/>
                </a:cubicBezTo>
                <a:lnTo>
                  <a:pt x="78452" y="10260"/>
                </a:lnTo>
                <a:cubicBezTo>
                  <a:pt x="78482" y="10290"/>
                  <a:pt x="78756" y="10472"/>
                  <a:pt x="78756" y="10533"/>
                </a:cubicBezTo>
                <a:cubicBezTo>
                  <a:pt x="78756" y="10594"/>
                  <a:pt x="78725" y="10624"/>
                  <a:pt x="78695" y="10624"/>
                </a:cubicBezTo>
                <a:cubicBezTo>
                  <a:pt x="78695" y="10564"/>
                  <a:pt x="78665" y="10503"/>
                  <a:pt x="78573" y="10503"/>
                </a:cubicBezTo>
                <a:cubicBezTo>
                  <a:pt x="78452" y="10503"/>
                  <a:pt x="78422" y="10472"/>
                  <a:pt x="78361" y="10381"/>
                </a:cubicBezTo>
                <a:lnTo>
                  <a:pt x="78239" y="10260"/>
                </a:lnTo>
                <a:cubicBezTo>
                  <a:pt x="78285" y="10229"/>
                  <a:pt x="78330" y="10214"/>
                  <a:pt x="78376" y="10214"/>
                </a:cubicBezTo>
                <a:close/>
                <a:moveTo>
                  <a:pt x="30700" y="10472"/>
                </a:moveTo>
                <a:lnTo>
                  <a:pt x="30518" y="10564"/>
                </a:lnTo>
                <a:lnTo>
                  <a:pt x="30336" y="10624"/>
                </a:lnTo>
                <a:cubicBezTo>
                  <a:pt x="30304" y="10650"/>
                  <a:pt x="30281" y="10661"/>
                  <a:pt x="30267" y="10661"/>
                </a:cubicBezTo>
                <a:cubicBezTo>
                  <a:pt x="30250" y="10661"/>
                  <a:pt x="30247" y="10644"/>
                  <a:pt x="30256" y="10619"/>
                </a:cubicBezTo>
                <a:lnTo>
                  <a:pt x="30256" y="10619"/>
                </a:lnTo>
                <a:cubicBezTo>
                  <a:pt x="30389" y="10573"/>
                  <a:pt x="30539" y="10524"/>
                  <a:pt x="30700" y="10472"/>
                </a:cubicBezTo>
                <a:close/>
                <a:moveTo>
                  <a:pt x="29940" y="10229"/>
                </a:moveTo>
                <a:cubicBezTo>
                  <a:pt x="30059" y="10277"/>
                  <a:pt x="30141" y="10343"/>
                  <a:pt x="30214" y="10428"/>
                </a:cubicBezTo>
                <a:lnTo>
                  <a:pt x="30214" y="10428"/>
                </a:lnTo>
                <a:cubicBezTo>
                  <a:pt x="30152" y="10449"/>
                  <a:pt x="30082" y="10474"/>
                  <a:pt x="30003" y="10503"/>
                </a:cubicBezTo>
                <a:lnTo>
                  <a:pt x="29971" y="10503"/>
                </a:lnTo>
                <a:cubicBezTo>
                  <a:pt x="29964" y="10500"/>
                  <a:pt x="29957" y="10498"/>
                  <a:pt x="29950" y="10498"/>
                </a:cubicBezTo>
                <a:cubicBezTo>
                  <a:pt x="29916" y="10498"/>
                  <a:pt x="29878" y="10530"/>
                  <a:pt x="29846" y="10562"/>
                </a:cubicBezTo>
                <a:lnTo>
                  <a:pt x="29846" y="10562"/>
                </a:lnTo>
                <a:cubicBezTo>
                  <a:pt x="29727" y="10607"/>
                  <a:pt x="29596" y="10659"/>
                  <a:pt x="29454" y="10716"/>
                </a:cubicBezTo>
                <a:lnTo>
                  <a:pt x="29484" y="10594"/>
                </a:lnTo>
                <a:lnTo>
                  <a:pt x="29515" y="10503"/>
                </a:lnTo>
                <a:cubicBezTo>
                  <a:pt x="29515" y="10421"/>
                  <a:pt x="29550" y="10392"/>
                  <a:pt x="29587" y="10392"/>
                </a:cubicBezTo>
                <a:cubicBezTo>
                  <a:pt x="29619" y="10392"/>
                  <a:pt x="29653" y="10414"/>
                  <a:pt x="29667" y="10442"/>
                </a:cubicBezTo>
                <a:cubicBezTo>
                  <a:pt x="29678" y="10447"/>
                  <a:pt x="29688" y="10450"/>
                  <a:pt x="29699" y="10450"/>
                </a:cubicBezTo>
                <a:cubicBezTo>
                  <a:pt x="29750" y="10450"/>
                  <a:pt x="29805" y="10396"/>
                  <a:pt x="29880" y="10320"/>
                </a:cubicBezTo>
                <a:lnTo>
                  <a:pt x="29940" y="10229"/>
                </a:lnTo>
                <a:close/>
                <a:moveTo>
                  <a:pt x="80762" y="9621"/>
                </a:moveTo>
                <a:lnTo>
                  <a:pt x="80853" y="9743"/>
                </a:lnTo>
                <a:cubicBezTo>
                  <a:pt x="80914" y="9804"/>
                  <a:pt x="80944" y="9895"/>
                  <a:pt x="80792" y="9895"/>
                </a:cubicBezTo>
                <a:cubicBezTo>
                  <a:pt x="80772" y="9895"/>
                  <a:pt x="80765" y="9881"/>
                  <a:pt x="80754" y="9881"/>
                </a:cubicBezTo>
                <a:cubicBezTo>
                  <a:pt x="80748" y="9881"/>
                  <a:pt x="80742" y="9885"/>
                  <a:pt x="80732" y="9895"/>
                </a:cubicBezTo>
                <a:cubicBezTo>
                  <a:pt x="80732" y="9925"/>
                  <a:pt x="80701" y="9986"/>
                  <a:pt x="80701" y="10017"/>
                </a:cubicBezTo>
                <a:cubicBezTo>
                  <a:pt x="80721" y="10047"/>
                  <a:pt x="80738" y="10057"/>
                  <a:pt x="80753" y="10057"/>
                </a:cubicBezTo>
                <a:cubicBezTo>
                  <a:pt x="80782" y="10057"/>
                  <a:pt x="80802" y="10017"/>
                  <a:pt x="80823" y="10017"/>
                </a:cubicBezTo>
                <a:lnTo>
                  <a:pt x="80884" y="10017"/>
                </a:lnTo>
                <a:cubicBezTo>
                  <a:pt x="80900" y="10011"/>
                  <a:pt x="80914" y="10009"/>
                  <a:pt x="80926" y="10009"/>
                </a:cubicBezTo>
                <a:cubicBezTo>
                  <a:pt x="80982" y="10009"/>
                  <a:pt x="80989" y="10063"/>
                  <a:pt x="80914" y="10138"/>
                </a:cubicBezTo>
                <a:lnTo>
                  <a:pt x="80671" y="10138"/>
                </a:lnTo>
                <a:cubicBezTo>
                  <a:pt x="80580" y="10169"/>
                  <a:pt x="80488" y="10229"/>
                  <a:pt x="80458" y="10229"/>
                </a:cubicBezTo>
                <a:lnTo>
                  <a:pt x="80306" y="10169"/>
                </a:lnTo>
                <a:cubicBezTo>
                  <a:pt x="80306" y="10143"/>
                  <a:pt x="80301" y="10132"/>
                  <a:pt x="80292" y="10132"/>
                </a:cubicBezTo>
                <a:cubicBezTo>
                  <a:pt x="80247" y="10132"/>
                  <a:pt x="80108" y="10397"/>
                  <a:pt x="80032" y="10472"/>
                </a:cubicBezTo>
                <a:cubicBezTo>
                  <a:pt x="79972" y="10564"/>
                  <a:pt x="79850" y="10746"/>
                  <a:pt x="79789" y="10746"/>
                </a:cubicBezTo>
                <a:cubicBezTo>
                  <a:pt x="79698" y="10746"/>
                  <a:pt x="79577" y="10776"/>
                  <a:pt x="79516" y="10837"/>
                </a:cubicBezTo>
                <a:lnTo>
                  <a:pt x="79455" y="10837"/>
                </a:lnTo>
                <a:cubicBezTo>
                  <a:pt x="79364" y="10807"/>
                  <a:pt x="79364" y="10716"/>
                  <a:pt x="79273" y="10685"/>
                </a:cubicBezTo>
                <a:cubicBezTo>
                  <a:pt x="79212" y="10624"/>
                  <a:pt x="79090" y="10624"/>
                  <a:pt x="78999" y="10594"/>
                </a:cubicBezTo>
                <a:lnTo>
                  <a:pt x="78969" y="10564"/>
                </a:lnTo>
                <a:cubicBezTo>
                  <a:pt x="78944" y="10514"/>
                  <a:pt x="79138" y="10426"/>
                  <a:pt x="79262" y="10426"/>
                </a:cubicBezTo>
                <a:cubicBezTo>
                  <a:pt x="79291" y="10426"/>
                  <a:pt x="79316" y="10430"/>
                  <a:pt x="79333" y="10442"/>
                </a:cubicBezTo>
                <a:cubicBezTo>
                  <a:pt x="79372" y="10480"/>
                  <a:pt x="79399" y="10497"/>
                  <a:pt x="79416" y="10497"/>
                </a:cubicBezTo>
                <a:cubicBezTo>
                  <a:pt x="79439" y="10497"/>
                  <a:pt x="79442" y="10465"/>
                  <a:pt x="79425" y="10412"/>
                </a:cubicBezTo>
                <a:lnTo>
                  <a:pt x="79880" y="10412"/>
                </a:lnTo>
                <a:cubicBezTo>
                  <a:pt x="79941" y="10199"/>
                  <a:pt x="80154" y="10108"/>
                  <a:pt x="80215" y="10108"/>
                </a:cubicBezTo>
                <a:cubicBezTo>
                  <a:pt x="80217" y="10110"/>
                  <a:pt x="80220" y="10111"/>
                  <a:pt x="80224" y="10111"/>
                </a:cubicBezTo>
                <a:cubicBezTo>
                  <a:pt x="80273" y="10111"/>
                  <a:pt x="80461" y="9953"/>
                  <a:pt x="80510" y="9953"/>
                </a:cubicBezTo>
                <a:cubicBezTo>
                  <a:pt x="80514" y="9953"/>
                  <a:pt x="80517" y="9954"/>
                  <a:pt x="80519" y="9956"/>
                </a:cubicBezTo>
                <a:cubicBezTo>
                  <a:pt x="80580" y="9956"/>
                  <a:pt x="80549" y="9804"/>
                  <a:pt x="80519" y="9773"/>
                </a:cubicBezTo>
                <a:cubicBezTo>
                  <a:pt x="80488" y="9713"/>
                  <a:pt x="80610" y="9652"/>
                  <a:pt x="80762" y="9621"/>
                </a:cubicBezTo>
                <a:close/>
                <a:moveTo>
                  <a:pt x="29710" y="10823"/>
                </a:moveTo>
                <a:lnTo>
                  <a:pt x="29710" y="10823"/>
                </a:lnTo>
                <a:cubicBezTo>
                  <a:pt x="29727" y="10827"/>
                  <a:pt x="29744" y="10830"/>
                  <a:pt x="29758" y="10837"/>
                </a:cubicBezTo>
                <a:lnTo>
                  <a:pt x="29788" y="10837"/>
                </a:lnTo>
                <a:cubicBezTo>
                  <a:pt x="29788" y="10898"/>
                  <a:pt x="29758" y="10928"/>
                  <a:pt x="29728" y="10928"/>
                </a:cubicBezTo>
                <a:lnTo>
                  <a:pt x="29606" y="10928"/>
                </a:lnTo>
                <a:cubicBezTo>
                  <a:pt x="29545" y="10916"/>
                  <a:pt x="29587" y="10879"/>
                  <a:pt x="29710" y="10823"/>
                </a:cubicBezTo>
                <a:close/>
                <a:moveTo>
                  <a:pt x="78695" y="10746"/>
                </a:moveTo>
                <a:cubicBezTo>
                  <a:pt x="78786" y="10746"/>
                  <a:pt x="78847" y="10807"/>
                  <a:pt x="78847" y="10868"/>
                </a:cubicBezTo>
                <a:lnTo>
                  <a:pt x="78817" y="10868"/>
                </a:lnTo>
                <a:cubicBezTo>
                  <a:pt x="78817" y="10906"/>
                  <a:pt x="78719" y="10945"/>
                  <a:pt x="78633" y="10945"/>
                </a:cubicBezTo>
                <a:cubicBezTo>
                  <a:pt x="78582" y="10945"/>
                  <a:pt x="78535" y="10932"/>
                  <a:pt x="78513" y="10898"/>
                </a:cubicBezTo>
                <a:cubicBezTo>
                  <a:pt x="78452" y="10837"/>
                  <a:pt x="78482" y="10746"/>
                  <a:pt x="78573" y="10746"/>
                </a:cubicBezTo>
                <a:close/>
                <a:moveTo>
                  <a:pt x="76816" y="10750"/>
                </a:moveTo>
                <a:cubicBezTo>
                  <a:pt x="76952" y="10750"/>
                  <a:pt x="77054" y="10787"/>
                  <a:pt x="77054" y="10868"/>
                </a:cubicBezTo>
                <a:cubicBezTo>
                  <a:pt x="77030" y="11011"/>
                  <a:pt x="76987" y="11060"/>
                  <a:pt x="76941" y="11060"/>
                </a:cubicBezTo>
                <a:cubicBezTo>
                  <a:pt x="76928" y="11060"/>
                  <a:pt x="76915" y="11057"/>
                  <a:pt x="76902" y="11050"/>
                </a:cubicBezTo>
                <a:lnTo>
                  <a:pt x="76871" y="11050"/>
                </a:lnTo>
                <a:cubicBezTo>
                  <a:pt x="76858" y="11037"/>
                  <a:pt x="76846" y="11032"/>
                  <a:pt x="76833" y="11032"/>
                </a:cubicBezTo>
                <a:cubicBezTo>
                  <a:pt x="76799" y="11032"/>
                  <a:pt x="76767" y="11068"/>
                  <a:pt x="76742" y="11068"/>
                </a:cubicBezTo>
                <a:cubicBezTo>
                  <a:pt x="76734" y="11068"/>
                  <a:pt x="76726" y="11063"/>
                  <a:pt x="76719" y="11050"/>
                </a:cubicBezTo>
                <a:cubicBezTo>
                  <a:pt x="76689" y="10959"/>
                  <a:pt x="76750" y="10928"/>
                  <a:pt x="76871" y="10928"/>
                </a:cubicBezTo>
                <a:cubicBezTo>
                  <a:pt x="76871" y="10903"/>
                  <a:pt x="76789" y="10796"/>
                  <a:pt x="76692" y="10759"/>
                </a:cubicBezTo>
                <a:lnTo>
                  <a:pt x="76692" y="10759"/>
                </a:lnTo>
                <a:cubicBezTo>
                  <a:pt x="76735" y="10753"/>
                  <a:pt x="76777" y="10750"/>
                  <a:pt x="76816" y="10750"/>
                </a:cubicBezTo>
                <a:close/>
                <a:moveTo>
                  <a:pt x="76294" y="10716"/>
                </a:moveTo>
                <a:lnTo>
                  <a:pt x="76294" y="10746"/>
                </a:lnTo>
                <a:lnTo>
                  <a:pt x="76324" y="10807"/>
                </a:lnTo>
                <a:cubicBezTo>
                  <a:pt x="76356" y="10817"/>
                  <a:pt x="76377" y="10832"/>
                  <a:pt x="76386" y="10847"/>
                </a:cubicBezTo>
                <a:lnTo>
                  <a:pt x="76386" y="10847"/>
                </a:lnTo>
                <a:cubicBezTo>
                  <a:pt x="76396" y="10844"/>
                  <a:pt x="76406" y="10841"/>
                  <a:pt x="76415" y="10837"/>
                </a:cubicBezTo>
                <a:cubicBezTo>
                  <a:pt x="76445" y="10824"/>
                  <a:pt x="76475" y="10812"/>
                  <a:pt x="76507" y="10802"/>
                </a:cubicBezTo>
                <a:lnTo>
                  <a:pt x="76507" y="10802"/>
                </a:lnTo>
                <a:cubicBezTo>
                  <a:pt x="76470" y="10825"/>
                  <a:pt x="76430" y="10853"/>
                  <a:pt x="76389" y="10882"/>
                </a:cubicBezTo>
                <a:lnTo>
                  <a:pt x="76389" y="10882"/>
                </a:lnTo>
                <a:cubicBezTo>
                  <a:pt x="76382" y="10899"/>
                  <a:pt x="76363" y="10914"/>
                  <a:pt x="76331" y="10926"/>
                </a:cubicBezTo>
                <a:lnTo>
                  <a:pt x="76331" y="10926"/>
                </a:lnTo>
                <a:cubicBezTo>
                  <a:pt x="76350" y="10911"/>
                  <a:pt x="76370" y="10896"/>
                  <a:pt x="76389" y="10882"/>
                </a:cubicBezTo>
                <a:lnTo>
                  <a:pt x="76389" y="10882"/>
                </a:lnTo>
                <a:cubicBezTo>
                  <a:pt x="76395" y="10870"/>
                  <a:pt x="76393" y="10858"/>
                  <a:pt x="76386" y="10847"/>
                </a:cubicBezTo>
                <a:lnTo>
                  <a:pt x="76386" y="10847"/>
                </a:lnTo>
                <a:cubicBezTo>
                  <a:pt x="76227" y="10900"/>
                  <a:pt x="76113" y="10942"/>
                  <a:pt x="76056" y="10959"/>
                </a:cubicBezTo>
                <a:lnTo>
                  <a:pt x="76081" y="10959"/>
                </a:lnTo>
                <a:cubicBezTo>
                  <a:pt x="76111" y="10959"/>
                  <a:pt x="76172" y="10928"/>
                  <a:pt x="76263" y="10928"/>
                </a:cubicBezTo>
                <a:lnTo>
                  <a:pt x="76324" y="10928"/>
                </a:lnTo>
                <a:cubicBezTo>
                  <a:pt x="76327" y="10928"/>
                  <a:pt x="76329" y="10927"/>
                  <a:pt x="76331" y="10926"/>
                </a:cubicBezTo>
                <a:lnTo>
                  <a:pt x="76331" y="10926"/>
                </a:lnTo>
                <a:cubicBezTo>
                  <a:pt x="76212" y="11018"/>
                  <a:pt x="76111" y="11111"/>
                  <a:pt x="76142" y="11111"/>
                </a:cubicBezTo>
                <a:cubicBezTo>
                  <a:pt x="76203" y="11141"/>
                  <a:pt x="76111" y="11202"/>
                  <a:pt x="76051" y="11202"/>
                </a:cubicBezTo>
                <a:lnTo>
                  <a:pt x="75929" y="11202"/>
                </a:lnTo>
                <a:lnTo>
                  <a:pt x="75868" y="11172"/>
                </a:lnTo>
                <a:cubicBezTo>
                  <a:pt x="75827" y="11172"/>
                  <a:pt x="75927" y="11058"/>
                  <a:pt x="76024" y="10967"/>
                </a:cubicBezTo>
                <a:lnTo>
                  <a:pt x="76024" y="10967"/>
                </a:lnTo>
                <a:cubicBezTo>
                  <a:pt x="76031" y="10966"/>
                  <a:pt x="76042" y="10963"/>
                  <a:pt x="76056" y="10959"/>
                </a:cubicBezTo>
                <a:lnTo>
                  <a:pt x="76032" y="10959"/>
                </a:lnTo>
                <a:cubicBezTo>
                  <a:pt x="76074" y="10920"/>
                  <a:pt x="76115" y="10886"/>
                  <a:pt x="76142" y="10868"/>
                </a:cubicBezTo>
                <a:cubicBezTo>
                  <a:pt x="76233" y="10807"/>
                  <a:pt x="76294" y="10716"/>
                  <a:pt x="76294" y="10716"/>
                </a:cubicBezTo>
                <a:close/>
                <a:moveTo>
                  <a:pt x="84309" y="10499"/>
                </a:moveTo>
                <a:cubicBezTo>
                  <a:pt x="84338" y="10499"/>
                  <a:pt x="84361" y="10529"/>
                  <a:pt x="84409" y="10594"/>
                </a:cubicBezTo>
                <a:lnTo>
                  <a:pt x="84440" y="10655"/>
                </a:lnTo>
                <a:cubicBezTo>
                  <a:pt x="84501" y="10716"/>
                  <a:pt x="84440" y="10807"/>
                  <a:pt x="84318" y="10807"/>
                </a:cubicBezTo>
                <a:cubicBezTo>
                  <a:pt x="84197" y="10807"/>
                  <a:pt x="83923" y="11141"/>
                  <a:pt x="83741" y="11202"/>
                </a:cubicBezTo>
                <a:lnTo>
                  <a:pt x="83558" y="11232"/>
                </a:lnTo>
                <a:lnTo>
                  <a:pt x="83498" y="11232"/>
                </a:lnTo>
                <a:cubicBezTo>
                  <a:pt x="83376" y="11141"/>
                  <a:pt x="83315" y="11020"/>
                  <a:pt x="83346" y="10898"/>
                </a:cubicBezTo>
                <a:cubicBezTo>
                  <a:pt x="83376" y="10807"/>
                  <a:pt x="83437" y="10746"/>
                  <a:pt x="83528" y="10746"/>
                </a:cubicBezTo>
                <a:lnTo>
                  <a:pt x="83558" y="10776"/>
                </a:lnTo>
                <a:lnTo>
                  <a:pt x="83619" y="10837"/>
                </a:lnTo>
                <a:cubicBezTo>
                  <a:pt x="83662" y="10895"/>
                  <a:pt x="83712" y="10925"/>
                  <a:pt x="83759" y="10925"/>
                </a:cubicBezTo>
                <a:cubicBezTo>
                  <a:pt x="83812" y="10925"/>
                  <a:pt x="83861" y="10887"/>
                  <a:pt x="83893" y="10807"/>
                </a:cubicBezTo>
                <a:lnTo>
                  <a:pt x="83954" y="10746"/>
                </a:lnTo>
                <a:cubicBezTo>
                  <a:pt x="84014" y="10685"/>
                  <a:pt x="84075" y="10685"/>
                  <a:pt x="84197" y="10564"/>
                </a:cubicBezTo>
                <a:cubicBezTo>
                  <a:pt x="84253" y="10521"/>
                  <a:pt x="84283" y="10499"/>
                  <a:pt x="84309" y="10499"/>
                </a:cubicBezTo>
                <a:close/>
                <a:moveTo>
                  <a:pt x="77722" y="11020"/>
                </a:moveTo>
                <a:lnTo>
                  <a:pt x="77722" y="11050"/>
                </a:lnTo>
                <a:cubicBezTo>
                  <a:pt x="77731" y="11042"/>
                  <a:pt x="77741" y="11038"/>
                  <a:pt x="77752" y="11038"/>
                </a:cubicBezTo>
                <a:cubicBezTo>
                  <a:pt x="77822" y="11038"/>
                  <a:pt x="77935" y="11184"/>
                  <a:pt x="77935" y="11263"/>
                </a:cubicBezTo>
                <a:cubicBezTo>
                  <a:pt x="77926" y="11281"/>
                  <a:pt x="77907" y="11288"/>
                  <a:pt x="77883" y="11288"/>
                </a:cubicBezTo>
                <a:cubicBezTo>
                  <a:pt x="77826" y="11288"/>
                  <a:pt x="77744" y="11245"/>
                  <a:pt x="77722" y="11202"/>
                </a:cubicBezTo>
                <a:cubicBezTo>
                  <a:pt x="77662" y="11141"/>
                  <a:pt x="77662" y="11080"/>
                  <a:pt x="77722" y="11020"/>
                </a:cubicBezTo>
                <a:close/>
                <a:moveTo>
                  <a:pt x="25594" y="10776"/>
                </a:moveTo>
                <a:cubicBezTo>
                  <a:pt x="25776" y="10928"/>
                  <a:pt x="25837" y="11050"/>
                  <a:pt x="25746" y="11050"/>
                </a:cubicBezTo>
                <a:cubicBezTo>
                  <a:pt x="25655" y="11050"/>
                  <a:pt x="25381" y="11141"/>
                  <a:pt x="25442" y="11202"/>
                </a:cubicBezTo>
                <a:lnTo>
                  <a:pt x="25472" y="11293"/>
                </a:lnTo>
                <a:cubicBezTo>
                  <a:pt x="25472" y="11324"/>
                  <a:pt x="25472" y="11354"/>
                  <a:pt x="25411" y="11384"/>
                </a:cubicBezTo>
                <a:cubicBezTo>
                  <a:pt x="25381" y="11384"/>
                  <a:pt x="25320" y="11384"/>
                  <a:pt x="25290" y="11354"/>
                </a:cubicBezTo>
                <a:cubicBezTo>
                  <a:pt x="25229" y="11293"/>
                  <a:pt x="25168" y="11172"/>
                  <a:pt x="25168" y="11111"/>
                </a:cubicBezTo>
                <a:cubicBezTo>
                  <a:pt x="25229" y="10989"/>
                  <a:pt x="25320" y="10898"/>
                  <a:pt x="25411" y="10807"/>
                </a:cubicBezTo>
                <a:lnTo>
                  <a:pt x="25472" y="10807"/>
                </a:lnTo>
                <a:lnTo>
                  <a:pt x="25594" y="10776"/>
                </a:lnTo>
                <a:close/>
                <a:moveTo>
                  <a:pt x="75482" y="11067"/>
                </a:moveTo>
                <a:cubicBezTo>
                  <a:pt x="75534" y="11067"/>
                  <a:pt x="75554" y="11121"/>
                  <a:pt x="75534" y="11202"/>
                </a:cubicBezTo>
                <a:lnTo>
                  <a:pt x="75473" y="11263"/>
                </a:lnTo>
                <a:cubicBezTo>
                  <a:pt x="75412" y="11324"/>
                  <a:pt x="75382" y="11415"/>
                  <a:pt x="75443" y="11476"/>
                </a:cubicBezTo>
                <a:cubicBezTo>
                  <a:pt x="75504" y="11536"/>
                  <a:pt x="75412" y="11567"/>
                  <a:pt x="75321" y="11567"/>
                </a:cubicBezTo>
                <a:lnTo>
                  <a:pt x="75200" y="11567"/>
                </a:lnTo>
                <a:cubicBezTo>
                  <a:pt x="75200" y="11415"/>
                  <a:pt x="75260" y="11232"/>
                  <a:pt x="75382" y="11111"/>
                </a:cubicBezTo>
                <a:cubicBezTo>
                  <a:pt x="75422" y="11080"/>
                  <a:pt x="75456" y="11067"/>
                  <a:pt x="75482" y="11067"/>
                </a:cubicBezTo>
                <a:close/>
                <a:moveTo>
                  <a:pt x="77001" y="11217"/>
                </a:moveTo>
                <a:cubicBezTo>
                  <a:pt x="77046" y="11217"/>
                  <a:pt x="77099" y="11232"/>
                  <a:pt x="77145" y="11263"/>
                </a:cubicBezTo>
                <a:lnTo>
                  <a:pt x="77206" y="11324"/>
                </a:lnTo>
                <a:cubicBezTo>
                  <a:pt x="77236" y="11384"/>
                  <a:pt x="77206" y="11445"/>
                  <a:pt x="77084" y="11445"/>
                </a:cubicBezTo>
                <a:lnTo>
                  <a:pt x="76963" y="11445"/>
                </a:lnTo>
                <a:cubicBezTo>
                  <a:pt x="76871" y="11536"/>
                  <a:pt x="76750" y="11567"/>
                  <a:pt x="76689" y="11567"/>
                </a:cubicBezTo>
                <a:lnTo>
                  <a:pt x="76689" y="11536"/>
                </a:lnTo>
                <a:cubicBezTo>
                  <a:pt x="76719" y="11506"/>
                  <a:pt x="76750" y="11415"/>
                  <a:pt x="76780" y="11415"/>
                </a:cubicBezTo>
                <a:cubicBezTo>
                  <a:pt x="76871" y="11415"/>
                  <a:pt x="76902" y="11384"/>
                  <a:pt x="76902" y="11293"/>
                </a:cubicBezTo>
                <a:lnTo>
                  <a:pt x="76902" y="11263"/>
                </a:lnTo>
                <a:cubicBezTo>
                  <a:pt x="76917" y="11232"/>
                  <a:pt x="76955" y="11217"/>
                  <a:pt x="77001" y="11217"/>
                </a:cubicBezTo>
                <a:close/>
                <a:moveTo>
                  <a:pt x="84064" y="11186"/>
                </a:moveTo>
                <a:cubicBezTo>
                  <a:pt x="84095" y="11186"/>
                  <a:pt x="84136" y="11290"/>
                  <a:pt x="84136" y="11415"/>
                </a:cubicBezTo>
                <a:lnTo>
                  <a:pt x="84409" y="11415"/>
                </a:lnTo>
                <a:cubicBezTo>
                  <a:pt x="84409" y="11415"/>
                  <a:pt x="84409" y="11536"/>
                  <a:pt x="84409" y="11536"/>
                </a:cubicBezTo>
                <a:lnTo>
                  <a:pt x="84318" y="11597"/>
                </a:lnTo>
                <a:cubicBezTo>
                  <a:pt x="84299" y="11610"/>
                  <a:pt x="84279" y="11616"/>
                  <a:pt x="84258" y="11616"/>
                </a:cubicBezTo>
                <a:cubicBezTo>
                  <a:pt x="84179" y="11616"/>
                  <a:pt x="84093" y="11529"/>
                  <a:pt x="84045" y="11384"/>
                </a:cubicBezTo>
                <a:lnTo>
                  <a:pt x="84045" y="11263"/>
                </a:lnTo>
                <a:lnTo>
                  <a:pt x="84045" y="11202"/>
                </a:lnTo>
                <a:cubicBezTo>
                  <a:pt x="84050" y="11191"/>
                  <a:pt x="84057" y="11186"/>
                  <a:pt x="84064" y="11186"/>
                </a:cubicBezTo>
                <a:close/>
                <a:moveTo>
                  <a:pt x="29089" y="10898"/>
                </a:moveTo>
                <a:cubicBezTo>
                  <a:pt x="29211" y="10898"/>
                  <a:pt x="29180" y="11172"/>
                  <a:pt x="29089" y="11172"/>
                </a:cubicBezTo>
                <a:cubicBezTo>
                  <a:pt x="28998" y="11172"/>
                  <a:pt x="28968" y="11293"/>
                  <a:pt x="29028" y="11415"/>
                </a:cubicBezTo>
                <a:lnTo>
                  <a:pt x="29089" y="11536"/>
                </a:lnTo>
                <a:cubicBezTo>
                  <a:pt x="29089" y="11567"/>
                  <a:pt x="28998" y="11628"/>
                  <a:pt x="28998" y="11658"/>
                </a:cubicBezTo>
                <a:cubicBezTo>
                  <a:pt x="28998" y="11658"/>
                  <a:pt x="28877" y="11628"/>
                  <a:pt x="28877" y="11597"/>
                </a:cubicBezTo>
                <a:lnTo>
                  <a:pt x="28816" y="11536"/>
                </a:lnTo>
                <a:cubicBezTo>
                  <a:pt x="28790" y="11461"/>
                  <a:pt x="28493" y="11301"/>
                  <a:pt x="28341" y="11301"/>
                </a:cubicBezTo>
                <a:cubicBezTo>
                  <a:pt x="28309" y="11301"/>
                  <a:pt x="28284" y="11308"/>
                  <a:pt x="28269" y="11324"/>
                </a:cubicBezTo>
                <a:cubicBezTo>
                  <a:pt x="28056" y="11445"/>
                  <a:pt x="27873" y="11536"/>
                  <a:pt x="27661" y="11628"/>
                </a:cubicBezTo>
                <a:lnTo>
                  <a:pt x="27448" y="11658"/>
                </a:lnTo>
                <a:lnTo>
                  <a:pt x="27418" y="11658"/>
                </a:lnTo>
                <a:cubicBezTo>
                  <a:pt x="27387" y="11628"/>
                  <a:pt x="27357" y="11567"/>
                  <a:pt x="27387" y="11506"/>
                </a:cubicBezTo>
                <a:lnTo>
                  <a:pt x="27418" y="11506"/>
                </a:lnTo>
                <a:cubicBezTo>
                  <a:pt x="27569" y="11476"/>
                  <a:pt x="27691" y="11536"/>
                  <a:pt x="27813" y="11415"/>
                </a:cubicBezTo>
                <a:lnTo>
                  <a:pt x="27843" y="11415"/>
                </a:lnTo>
                <a:cubicBezTo>
                  <a:pt x="27870" y="11419"/>
                  <a:pt x="27896" y="11420"/>
                  <a:pt x="27923" y="11420"/>
                </a:cubicBezTo>
                <a:cubicBezTo>
                  <a:pt x="28107" y="11420"/>
                  <a:pt x="28280" y="11327"/>
                  <a:pt x="28360" y="11141"/>
                </a:cubicBezTo>
                <a:lnTo>
                  <a:pt x="28542" y="11020"/>
                </a:lnTo>
                <a:lnTo>
                  <a:pt x="28573" y="10989"/>
                </a:lnTo>
                <a:cubicBezTo>
                  <a:pt x="28595" y="10997"/>
                  <a:pt x="28620" y="11001"/>
                  <a:pt x="28645" y="11001"/>
                </a:cubicBezTo>
                <a:cubicBezTo>
                  <a:pt x="28721" y="11001"/>
                  <a:pt x="28801" y="10966"/>
                  <a:pt x="28846" y="10898"/>
                </a:cubicBezTo>
                <a:close/>
                <a:moveTo>
                  <a:pt x="82960" y="11197"/>
                </a:moveTo>
                <a:cubicBezTo>
                  <a:pt x="82985" y="11197"/>
                  <a:pt x="83019" y="11211"/>
                  <a:pt x="83072" y="11232"/>
                </a:cubicBezTo>
                <a:cubicBezTo>
                  <a:pt x="83087" y="11237"/>
                  <a:pt x="83105" y="11239"/>
                  <a:pt x="83124" y="11239"/>
                </a:cubicBezTo>
                <a:cubicBezTo>
                  <a:pt x="83162" y="11239"/>
                  <a:pt x="83206" y="11232"/>
                  <a:pt x="83247" y="11232"/>
                </a:cubicBezTo>
                <a:cubicBezTo>
                  <a:pt x="83308" y="11232"/>
                  <a:pt x="83361" y="11248"/>
                  <a:pt x="83376" y="11324"/>
                </a:cubicBezTo>
                <a:cubicBezTo>
                  <a:pt x="83376" y="11384"/>
                  <a:pt x="83498" y="11476"/>
                  <a:pt x="83376" y="11536"/>
                </a:cubicBezTo>
                <a:cubicBezTo>
                  <a:pt x="83346" y="11567"/>
                  <a:pt x="83376" y="11688"/>
                  <a:pt x="83376" y="11688"/>
                </a:cubicBezTo>
                <a:cubicBezTo>
                  <a:pt x="83346" y="11719"/>
                  <a:pt x="83315" y="11749"/>
                  <a:pt x="83285" y="11749"/>
                </a:cubicBezTo>
                <a:cubicBezTo>
                  <a:pt x="83254" y="11719"/>
                  <a:pt x="83163" y="11719"/>
                  <a:pt x="83163" y="11688"/>
                </a:cubicBezTo>
                <a:lnTo>
                  <a:pt x="83163" y="11597"/>
                </a:lnTo>
                <a:cubicBezTo>
                  <a:pt x="83163" y="11530"/>
                  <a:pt x="83108" y="11509"/>
                  <a:pt x="83053" y="11509"/>
                </a:cubicBezTo>
                <a:cubicBezTo>
                  <a:pt x="83008" y="11509"/>
                  <a:pt x="82964" y="11523"/>
                  <a:pt x="82950" y="11536"/>
                </a:cubicBezTo>
                <a:cubicBezTo>
                  <a:pt x="82890" y="11567"/>
                  <a:pt x="82859" y="11567"/>
                  <a:pt x="82798" y="11567"/>
                </a:cubicBezTo>
                <a:cubicBezTo>
                  <a:pt x="82798" y="11506"/>
                  <a:pt x="82829" y="11476"/>
                  <a:pt x="82859" y="11445"/>
                </a:cubicBezTo>
                <a:lnTo>
                  <a:pt x="82859" y="11384"/>
                </a:lnTo>
                <a:cubicBezTo>
                  <a:pt x="82899" y="11246"/>
                  <a:pt x="82913" y="11197"/>
                  <a:pt x="82960" y="11197"/>
                </a:cubicBezTo>
                <a:close/>
                <a:moveTo>
                  <a:pt x="83741" y="11726"/>
                </a:moveTo>
                <a:cubicBezTo>
                  <a:pt x="83802" y="11726"/>
                  <a:pt x="83862" y="11734"/>
                  <a:pt x="83923" y="11749"/>
                </a:cubicBezTo>
                <a:cubicBezTo>
                  <a:pt x="84014" y="11749"/>
                  <a:pt x="84014" y="11871"/>
                  <a:pt x="83923" y="11992"/>
                </a:cubicBezTo>
                <a:lnTo>
                  <a:pt x="83771" y="11871"/>
                </a:lnTo>
                <a:cubicBezTo>
                  <a:pt x="83736" y="11847"/>
                  <a:pt x="83706" y="11838"/>
                  <a:pt x="83678" y="11838"/>
                </a:cubicBezTo>
                <a:cubicBezTo>
                  <a:pt x="83634" y="11838"/>
                  <a:pt x="83596" y="11863"/>
                  <a:pt x="83558" y="11901"/>
                </a:cubicBezTo>
                <a:lnTo>
                  <a:pt x="83528" y="11931"/>
                </a:lnTo>
                <a:cubicBezTo>
                  <a:pt x="83406" y="11931"/>
                  <a:pt x="83498" y="11779"/>
                  <a:pt x="83558" y="11749"/>
                </a:cubicBezTo>
                <a:cubicBezTo>
                  <a:pt x="83619" y="11734"/>
                  <a:pt x="83680" y="11726"/>
                  <a:pt x="83741" y="11726"/>
                </a:cubicBezTo>
                <a:close/>
                <a:moveTo>
                  <a:pt x="30133" y="11032"/>
                </a:moveTo>
                <a:cubicBezTo>
                  <a:pt x="30241" y="11032"/>
                  <a:pt x="30487" y="11241"/>
                  <a:pt x="30487" y="11293"/>
                </a:cubicBezTo>
                <a:cubicBezTo>
                  <a:pt x="30487" y="11354"/>
                  <a:pt x="30457" y="11354"/>
                  <a:pt x="30427" y="11354"/>
                </a:cubicBezTo>
                <a:lnTo>
                  <a:pt x="30366" y="11354"/>
                </a:lnTo>
                <a:cubicBezTo>
                  <a:pt x="30336" y="11354"/>
                  <a:pt x="30305" y="11567"/>
                  <a:pt x="30305" y="11628"/>
                </a:cubicBezTo>
                <a:cubicBezTo>
                  <a:pt x="30305" y="11672"/>
                  <a:pt x="30256" y="11700"/>
                  <a:pt x="30218" y="11700"/>
                </a:cubicBezTo>
                <a:cubicBezTo>
                  <a:pt x="30204" y="11700"/>
                  <a:pt x="30192" y="11696"/>
                  <a:pt x="30184" y="11688"/>
                </a:cubicBezTo>
                <a:cubicBezTo>
                  <a:pt x="30153" y="11688"/>
                  <a:pt x="30092" y="11749"/>
                  <a:pt x="30062" y="11810"/>
                </a:cubicBezTo>
                <a:cubicBezTo>
                  <a:pt x="30062" y="11814"/>
                  <a:pt x="30060" y="11816"/>
                  <a:pt x="30055" y="11816"/>
                </a:cubicBezTo>
                <a:cubicBezTo>
                  <a:pt x="30029" y="11816"/>
                  <a:pt x="29932" y="11745"/>
                  <a:pt x="29880" y="11719"/>
                </a:cubicBezTo>
                <a:cubicBezTo>
                  <a:pt x="29868" y="11695"/>
                  <a:pt x="29856" y="11686"/>
                  <a:pt x="29845" y="11686"/>
                </a:cubicBezTo>
                <a:cubicBezTo>
                  <a:pt x="29826" y="11686"/>
                  <a:pt x="29807" y="11712"/>
                  <a:pt x="29788" y="11749"/>
                </a:cubicBezTo>
                <a:lnTo>
                  <a:pt x="29788" y="11871"/>
                </a:lnTo>
                <a:cubicBezTo>
                  <a:pt x="29667" y="11901"/>
                  <a:pt x="29576" y="11931"/>
                  <a:pt x="29484" y="11992"/>
                </a:cubicBezTo>
                <a:cubicBezTo>
                  <a:pt x="29479" y="12003"/>
                  <a:pt x="29474" y="12008"/>
                  <a:pt x="29469" y="12008"/>
                </a:cubicBezTo>
                <a:cubicBezTo>
                  <a:pt x="29445" y="12008"/>
                  <a:pt x="29429" y="11894"/>
                  <a:pt x="29454" y="11719"/>
                </a:cubicBezTo>
                <a:lnTo>
                  <a:pt x="29272" y="11597"/>
                </a:lnTo>
                <a:cubicBezTo>
                  <a:pt x="29272" y="11597"/>
                  <a:pt x="29302" y="11506"/>
                  <a:pt x="29332" y="11506"/>
                </a:cubicBezTo>
                <a:cubicBezTo>
                  <a:pt x="29350" y="11497"/>
                  <a:pt x="29365" y="11493"/>
                  <a:pt x="29380" y="11493"/>
                </a:cubicBezTo>
                <a:cubicBezTo>
                  <a:pt x="29414" y="11493"/>
                  <a:pt x="29441" y="11515"/>
                  <a:pt x="29484" y="11536"/>
                </a:cubicBezTo>
                <a:lnTo>
                  <a:pt x="29545" y="11597"/>
                </a:lnTo>
                <a:cubicBezTo>
                  <a:pt x="29562" y="11608"/>
                  <a:pt x="29578" y="11613"/>
                  <a:pt x="29593" y="11613"/>
                </a:cubicBezTo>
                <a:cubicBezTo>
                  <a:pt x="29657" y="11613"/>
                  <a:pt x="29697" y="11519"/>
                  <a:pt x="29697" y="11445"/>
                </a:cubicBezTo>
                <a:cubicBezTo>
                  <a:pt x="29697" y="11354"/>
                  <a:pt x="29728" y="11324"/>
                  <a:pt x="29788" y="11324"/>
                </a:cubicBezTo>
                <a:cubicBezTo>
                  <a:pt x="29792" y="11326"/>
                  <a:pt x="29797" y="11326"/>
                  <a:pt x="29802" y="11326"/>
                </a:cubicBezTo>
                <a:cubicBezTo>
                  <a:pt x="29876" y="11326"/>
                  <a:pt x="30064" y="11135"/>
                  <a:pt x="30092" y="11050"/>
                </a:cubicBezTo>
                <a:cubicBezTo>
                  <a:pt x="30101" y="11037"/>
                  <a:pt x="30115" y="11032"/>
                  <a:pt x="30133" y="11032"/>
                </a:cubicBezTo>
                <a:close/>
                <a:moveTo>
                  <a:pt x="27168" y="11597"/>
                </a:moveTo>
                <a:cubicBezTo>
                  <a:pt x="27186" y="11597"/>
                  <a:pt x="27208" y="11612"/>
                  <a:pt x="27235" y="11658"/>
                </a:cubicBezTo>
                <a:cubicBezTo>
                  <a:pt x="27235" y="11658"/>
                  <a:pt x="27174" y="11719"/>
                  <a:pt x="27144" y="11749"/>
                </a:cubicBezTo>
                <a:cubicBezTo>
                  <a:pt x="26962" y="11779"/>
                  <a:pt x="26840" y="11871"/>
                  <a:pt x="26749" y="11992"/>
                </a:cubicBezTo>
                <a:lnTo>
                  <a:pt x="26718" y="12053"/>
                </a:lnTo>
                <a:cubicBezTo>
                  <a:pt x="26673" y="12068"/>
                  <a:pt x="26627" y="12076"/>
                  <a:pt x="26582" y="12076"/>
                </a:cubicBezTo>
                <a:cubicBezTo>
                  <a:pt x="26536" y="12076"/>
                  <a:pt x="26490" y="12068"/>
                  <a:pt x="26445" y="12053"/>
                </a:cubicBezTo>
                <a:cubicBezTo>
                  <a:pt x="26414" y="12053"/>
                  <a:pt x="26414" y="12023"/>
                  <a:pt x="26445" y="12023"/>
                </a:cubicBezTo>
                <a:lnTo>
                  <a:pt x="26445" y="11992"/>
                </a:lnTo>
                <a:lnTo>
                  <a:pt x="26506" y="11901"/>
                </a:lnTo>
                <a:cubicBezTo>
                  <a:pt x="26627" y="11749"/>
                  <a:pt x="26749" y="11628"/>
                  <a:pt x="26931" y="11597"/>
                </a:cubicBezTo>
                <a:lnTo>
                  <a:pt x="27083" y="11658"/>
                </a:lnTo>
                <a:cubicBezTo>
                  <a:pt x="27086" y="11660"/>
                  <a:pt x="27088" y="11661"/>
                  <a:pt x="27090" y="11661"/>
                </a:cubicBezTo>
                <a:cubicBezTo>
                  <a:pt x="27109" y="11661"/>
                  <a:pt x="27130" y="11597"/>
                  <a:pt x="27168" y="11597"/>
                </a:cubicBezTo>
                <a:close/>
                <a:moveTo>
                  <a:pt x="73539" y="11680"/>
                </a:moveTo>
                <a:cubicBezTo>
                  <a:pt x="73572" y="11680"/>
                  <a:pt x="73676" y="11735"/>
                  <a:pt x="73801" y="11810"/>
                </a:cubicBezTo>
                <a:lnTo>
                  <a:pt x="73619" y="11962"/>
                </a:lnTo>
                <a:lnTo>
                  <a:pt x="73497" y="12053"/>
                </a:lnTo>
                <a:cubicBezTo>
                  <a:pt x="73430" y="12166"/>
                  <a:pt x="73379" y="12228"/>
                  <a:pt x="73357" y="12228"/>
                </a:cubicBezTo>
                <a:cubicBezTo>
                  <a:pt x="73349" y="12228"/>
                  <a:pt x="73345" y="12221"/>
                  <a:pt x="73345" y="12205"/>
                </a:cubicBezTo>
                <a:lnTo>
                  <a:pt x="73345" y="12175"/>
                </a:lnTo>
                <a:cubicBezTo>
                  <a:pt x="73376" y="12114"/>
                  <a:pt x="73102" y="12023"/>
                  <a:pt x="73102" y="11962"/>
                </a:cubicBezTo>
                <a:lnTo>
                  <a:pt x="73133" y="11931"/>
                </a:lnTo>
                <a:cubicBezTo>
                  <a:pt x="73182" y="11882"/>
                  <a:pt x="73252" y="11832"/>
                  <a:pt x="73293" y="11832"/>
                </a:cubicBezTo>
                <a:cubicBezTo>
                  <a:pt x="73302" y="11832"/>
                  <a:pt x="73309" y="11835"/>
                  <a:pt x="73315" y="11840"/>
                </a:cubicBezTo>
                <a:lnTo>
                  <a:pt x="73467" y="11931"/>
                </a:lnTo>
                <a:cubicBezTo>
                  <a:pt x="73467" y="11840"/>
                  <a:pt x="73497" y="11779"/>
                  <a:pt x="73528" y="11688"/>
                </a:cubicBezTo>
                <a:cubicBezTo>
                  <a:pt x="73528" y="11683"/>
                  <a:pt x="73532" y="11680"/>
                  <a:pt x="73539" y="11680"/>
                </a:cubicBezTo>
                <a:close/>
                <a:moveTo>
                  <a:pt x="85266" y="12097"/>
                </a:moveTo>
                <a:cubicBezTo>
                  <a:pt x="85145" y="12129"/>
                  <a:pt x="85005" y="12167"/>
                  <a:pt x="84867" y="12205"/>
                </a:cubicBezTo>
                <a:lnTo>
                  <a:pt x="84867" y="12205"/>
                </a:lnTo>
                <a:cubicBezTo>
                  <a:pt x="84887" y="12205"/>
                  <a:pt x="84906" y="12205"/>
                  <a:pt x="84926" y="12205"/>
                </a:cubicBezTo>
                <a:cubicBezTo>
                  <a:pt x="85063" y="12205"/>
                  <a:pt x="85200" y="12205"/>
                  <a:pt x="85230" y="12235"/>
                </a:cubicBezTo>
                <a:lnTo>
                  <a:pt x="85230" y="12175"/>
                </a:lnTo>
                <a:cubicBezTo>
                  <a:pt x="85242" y="12148"/>
                  <a:pt x="85254" y="12122"/>
                  <a:pt x="85266" y="12097"/>
                </a:cubicBezTo>
                <a:close/>
                <a:moveTo>
                  <a:pt x="33709" y="11871"/>
                </a:moveTo>
                <a:lnTo>
                  <a:pt x="33801" y="11962"/>
                </a:lnTo>
                <a:cubicBezTo>
                  <a:pt x="33861" y="12023"/>
                  <a:pt x="33892" y="12083"/>
                  <a:pt x="33892" y="12175"/>
                </a:cubicBezTo>
                <a:lnTo>
                  <a:pt x="33892" y="12235"/>
                </a:lnTo>
                <a:cubicBezTo>
                  <a:pt x="33876" y="12251"/>
                  <a:pt x="33860" y="12259"/>
                  <a:pt x="33846" y="12259"/>
                </a:cubicBezTo>
                <a:cubicBezTo>
                  <a:pt x="33806" y="12259"/>
                  <a:pt x="33778" y="12196"/>
                  <a:pt x="33801" y="12083"/>
                </a:cubicBezTo>
                <a:lnTo>
                  <a:pt x="33557" y="12083"/>
                </a:lnTo>
                <a:cubicBezTo>
                  <a:pt x="33513" y="12128"/>
                  <a:pt x="33452" y="12156"/>
                  <a:pt x="33399" y="12156"/>
                </a:cubicBezTo>
                <a:cubicBezTo>
                  <a:pt x="33379" y="12156"/>
                  <a:pt x="33361" y="12152"/>
                  <a:pt x="33345" y="12144"/>
                </a:cubicBezTo>
                <a:cubicBezTo>
                  <a:pt x="33284" y="12114"/>
                  <a:pt x="33466" y="11992"/>
                  <a:pt x="33709" y="11871"/>
                </a:cubicBezTo>
                <a:close/>
                <a:moveTo>
                  <a:pt x="81693" y="11848"/>
                </a:moveTo>
                <a:cubicBezTo>
                  <a:pt x="81765" y="11848"/>
                  <a:pt x="81856" y="11855"/>
                  <a:pt x="81947" y="11871"/>
                </a:cubicBezTo>
                <a:lnTo>
                  <a:pt x="82069" y="11931"/>
                </a:lnTo>
                <a:cubicBezTo>
                  <a:pt x="82160" y="11992"/>
                  <a:pt x="82251" y="12053"/>
                  <a:pt x="82251" y="12175"/>
                </a:cubicBezTo>
                <a:lnTo>
                  <a:pt x="82221" y="12296"/>
                </a:lnTo>
                <a:cubicBezTo>
                  <a:pt x="82200" y="12301"/>
                  <a:pt x="82179" y="12304"/>
                  <a:pt x="82159" y="12304"/>
                </a:cubicBezTo>
                <a:cubicBezTo>
                  <a:pt x="82059" y="12304"/>
                  <a:pt x="81967" y="12245"/>
                  <a:pt x="81917" y="12144"/>
                </a:cubicBezTo>
                <a:cubicBezTo>
                  <a:pt x="81917" y="12123"/>
                  <a:pt x="81888" y="12088"/>
                  <a:pt x="81850" y="12088"/>
                </a:cubicBezTo>
                <a:cubicBezTo>
                  <a:pt x="81833" y="12088"/>
                  <a:pt x="81814" y="12095"/>
                  <a:pt x="81795" y="12114"/>
                </a:cubicBezTo>
                <a:lnTo>
                  <a:pt x="81643" y="12114"/>
                </a:lnTo>
                <a:cubicBezTo>
                  <a:pt x="81640" y="12113"/>
                  <a:pt x="81636" y="12112"/>
                  <a:pt x="81632" y="12111"/>
                </a:cubicBezTo>
                <a:lnTo>
                  <a:pt x="81632" y="12111"/>
                </a:lnTo>
                <a:cubicBezTo>
                  <a:pt x="81579" y="11993"/>
                  <a:pt x="81542" y="11892"/>
                  <a:pt x="81552" y="11871"/>
                </a:cubicBezTo>
                <a:cubicBezTo>
                  <a:pt x="81567" y="11855"/>
                  <a:pt x="81621" y="11848"/>
                  <a:pt x="81693" y="11848"/>
                </a:cubicBezTo>
                <a:close/>
                <a:moveTo>
                  <a:pt x="76172" y="11384"/>
                </a:moveTo>
                <a:cubicBezTo>
                  <a:pt x="76385" y="11536"/>
                  <a:pt x="76537" y="11688"/>
                  <a:pt x="76537" y="11779"/>
                </a:cubicBezTo>
                <a:lnTo>
                  <a:pt x="76537" y="11840"/>
                </a:lnTo>
                <a:lnTo>
                  <a:pt x="76415" y="11840"/>
                </a:lnTo>
                <a:cubicBezTo>
                  <a:pt x="76415" y="11779"/>
                  <a:pt x="76385" y="11749"/>
                  <a:pt x="76385" y="11688"/>
                </a:cubicBezTo>
                <a:lnTo>
                  <a:pt x="76385" y="11658"/>
                </a:lnTo>
                <a:cubicBezTo>
                  <a:pt x="76355" y="11628"/>
                  <a:pt x="76203" y="11597"/>
                  <a:pt x="76111" y="11597"/>
                </a:cubicBezTo>
                <a:cubicBezTo>
                  <a:pt x="76051" y="11597"/>
                  <a:pt x="76020" y="11719"/>
                  <a:pt x="76081" y="11840"/>
                </a:cubicBezTo>
                <a:lnTo>
                  <a:pt x="75807" y="11840"/>
                </a:lnTo>
                <a:cubicBezTo>
                  <a:pt x="75716" y="11840"/>
                  <a:pt x="75686" y="12023"/>
                  <a:pt x="75564" y="12083"/>
                </a:cubicBezTo>
                <a:lnTo>
                  <a:pt x="75473" y="12114"/>
                </a:lnTo>
                <a:cubicBezTo>
                  <a:pt x="75451" y="12158"/>
                  <a:pt x="75412" y="12187"/>
                  <a:pt x="75369" y="12187"/>
                </a:cubicBezTo>
                <a:cubicBezTo>
                  <a:pt x="75354" y="12187"/>
                  <a:pt x="75337" y="12183"/>
                  <a:pt x="75321" y="12175"/>
                </a:cubicBezTo>
                <a:lnTo>
                  <a:pt x="75260" y="12175"/>
                </a:lnTo>
                <a:cubicBezTo>
                  <a:pt x="75200" y="12175"/>
                  <a:pt x="75139" y="12205"/>
                  <a:pt x="75108" y="12235"/>
                </a:cubicBezTo>
                <a:lnTo>
                  <a:pt x="75017" y="12357"/>
                </a:lnTo>
                <a:cubicBezTo>
                  <a:pt x="74935" y="12341"/>
                  <a:pt x="74772" y="12315"/>
                  <a:pt x="74588" y="12286"/>
                </a:cubicBezTo>
                <a:lnTo>
                  <a:pt x="74588" y="12286"/>
                </a:lnTo>
                <a:cubicBezTo>
                  <a:pt x="74658" y="12238"/>
                  <a:pt x="74713" y="12194"/>
                  <a:pt x="74713" y="12175"/>
                </a:cubicBezTo>
                <a:cubicBezTo>
                  <a:pt x="74713" y="12114"/>
                  <a:pt x="75048" y="12023"/>
                  <a:pt x="75200" y="11992"/>
                </a:cubicBezTo>
                <a:cubicBezTo>
                  <a:pt x="75321" y="11962"/>
                  <a:pt x="75382" y="11901"/>
                  <a:pt x="75352" y="11871"/>
                </a:cubicBezTo>
                <a:lnTo>
                  <a:pt x="75352" y="11810"/>
                </a:lnTo>
                <a:lnTo>
                  <a:pt x="75352" y="11749"/>
                </a:lnTo>
                <a:cubicBezTo>
                  <a:pt x="75382" y="11688"/>
                  <a:pt x="75504" y="11688"/>
                  <a:pt x="75534" y="11688"/>
                </a:cubicBezTo>
                <a:cubicBezTo>
                  <a:pt x="75542" y="11692"/>
                  <a:pt x="75550" y="11694"/>
                  <a:pt x="75559" y="11694"/>
                </a:cubicBezTo>
                <a:cubicBezTo>
                  <a:pt x="75619" y="11694"/>
                  <a:pt x="75698" y="11612"/>
                  <a:pt x="75777" y="11506"/>
                </a:cubicBezTo>
                <a:lnTo>
                  <a:pt x="75959" y="11445"/>
                </a:lnTo>
                <a:lnTo>
                  <a:pt x="76172" y="11384"/>
                </a:lnTo>
                <a:close/>
                <a:moveTo>
                  <a:pt x="81431" y="12114"/>
                </a:moveTo>
                <a:cubicBezTo>
                  <a:pt x="81454" y="12114"/>
                  <a:pt x="81494" y="12149"/>
                  <a:pt x="81513" y="12205"/>
                </a:cubicBezTo>
                <a:lnTo>
                  <a:pt x="81513" y="12205"/>
                </a:lnTo>
                <a:cubicBezTo>
                  <a:pt x="81499" y="12242"/>
                  <a:pt x="81491" y="12284"/>
                  <a:pt x="81491" y="12327"/>
                </a:cubicBezTo>
                <a:lnTo>
                  <a:pt x="81491" y="12296"/>
                </a:lnTo>
                <a:cubicBezTo>
                  <a:pt x="81491" y="12345"/>
                  <a:pt x="81469" y="12363"/>
                  <a:pt x="81439" y="12363"/>
                </a:cubicBezTo>
                <a:cubicBezTo>
                  <a:pt x="81376" y="12363"/>
                  <a:pt x="81279" y="12286"/>
                  <a:pt x="81279" y="12266"/>
                </a:cubicBezTo>
                <a:cubicBezTo>
                  <a:pt x="81309" y="12205"/>
                  <a:pt x="81339" y="12144"/>
                  <a:pt x="81370" y="12114"/>
                </a:cubicBezTo>
                <a:close/>
                <a:moveTo>
                  <a:pt x="74531" y="12323"/>
                </a:moveTo>
                <a:cubicBezTo>
                  <a:pt x="74562" y="12327"/>
                  <a:pt x="74592" y="12327"/>
                  <a:pt x="74622" y="12327"/>
                </a:cubicBezTo>
                <a:cubicBezTo>
                  <a:pt x="74713" y="12327"/>
                  <a:pt x="74744" y="12387"/>
                  <a:pt x="74713" y="12418"/>
                </a:cubicBezTo>
                <a:cubicBezTo>
                  <a:pt x="74713" y="12448"/>
                  <a:pt x="74622" y="12479"/>
                  <a:pt x="74592" y="12479"/>
                </a:cubicBezTo>
                <a:lnTo>
                  <a:pt x="74322" y="12449"/>
                </a:lnTo>
                <a:lnTo>
                  <a:pt x="74322" y="12449"/>
                </a:lnTo>
                <a:cubicBezTo>
                  <a:pt x="74367" y="12424"/>
                  <a:pt x="74452" y="12374"/>
                  <a:pt x="74531" y="12323"/>
                </a:cubicBezTo>
                <a:close/>
                <a:moveTo>
                  <a:pt x="28466" y="12061"/>
                </a:moveTo>
                <a:cubicBezTo>
                  <a:pt x="28481" y="12061"/>
                  <a:pt x="28497" y="12068"/>
                  <a:pt x="28512" y="12083"/>
                </a:cubicBezTo>
                <a:cubicBezTo>
                  <a:pt x="28542" y="12083"/>
                  <a:pt x="28573" y="12114"/>
                  <a:pt x="28573" y="12114"/>
                </a:cubicBezTo>
                <a:lnTo>
                  <a:pt x="28603" y="12205"/>
                </a:lnTo>
                <a:cubicBezTo>
                  <a:pt x="28664" y="12296"/>
                  <a:pt x="28633" y="12418"/>
                  <a:pt x="28573" y="12418"/>
                </a:cubicBezTo>
                <a:lnTo>
                  <a:pt x="28542" y="12387"/>
                </a:lnTo>
                <a:lnTo>
                  <a:pt x="28238" y="12357"/>
                </a:lnTo>
                <a:cubicBezTo>
                  <a:pt x="28185" y="12446"/>
                  <a:pt x="28142" y="12493"/>
                  <a:pt x="28116" y="12493"/>
                </a:cubicBezTo>
                <a:cubicBezTo>
                  <a:pt x="28097" y="12493"/>
                  <a:pt x="28086" y="12469"/>
                  <a:pt x="28086" y="12418"/>
                </a:cubicBezTo>
                <a:lnTo>
                  <a:pt x="28086" y="12357"/>
                </a:lnTo>
                <a:cubicBezTo>
                  <a:pt x="28056" y="12327"/>
                  <a:pt x="28025" y="12235"/>
                  <a:pt x="28025" y="12235"/>
                </a:cubicBezTo>
                <a:cubicBezTo>
                  <a:pt x="27904" y="12235"/>
                  <a:pt x="27843" y="12175"/>
                  <a:pt x="27873" y="12114"/>
                </a:cubicBezTo>
                <a:cubicBezTo>
                  <a:pt x="27938" y="12092"/>
                  <a:pt x="28002" y="12071"/>
                  <a:pt x="28067" y="12071"/>
                </a:cubicBezTo>
                <a:cubicBezTo>
                  <a:pt x="28094" y="12071"/>
                  <a:pt x="28120" y="12075"/>
                  <a:pt x="28147" y="12083"/>
                </a:cubicBezTo>
                <a:cubicBezTo>
                  <a:pt x="28238" y="12114"/>
                  <a:pt x="28269" y="12205"/>
                  <a:pt x="28360" y="12235"/>
                </a:cubicBezTo>
                <a:cubicBezTo>
                  <a:pt x="28481" y="12235"/>
                  <a:pt x="28542" y="12205"/>
                  <a:pt x="28421" y="12114"/>
                </a:cubicBezTo>
                <a:cubicBezTo>
                  <a:pt x="28390" y="12114"/>
                  <a:pt x="28421" y="12083"/>
                  <a:pt x="28421" y="12083"/>
                </a:cubicBezTo>
                <a:cubicBezTo>
                  <a:pt x="28436" y="12068"/>
                  <a:pt x="28451" y="12061"/>
                  <a:pt x="28466" y="12061"/>
                </a:cubicBezTo>
                <a:close/>
                <a:moveTo>
                  <a:pt x="81852" y="12507"/>
                </a:moveTo>
                <a:lnTo>
                  <a:pt x="81917" y="12539"/>
                </a:lnTo>
                <a:cubicBezTo>
                  <a:pt x="81915" y="12549"/>
                  <a:pt x="81910" y="12553"/>
                  <a:pt x="81904" y="12553"/>
                </a:cubicBezTo>
                <a:cubicBezTo>
                  <a:pt x="81893" y="12553"/>
                  <a:pt x="81874" y="12536"/>
                  <a:pt x="81852" y="12507"/>
                </a:cubicBezTo>
                <a:close/>
                <a:moveTo>
                  <a:pt x="72118" y="12193"/>
                </a:moveTo>
                <a:cubicBezTo>
                  <a:pt x="72195" y="12193"/>
                  <a:pt x="72284" y="12221"/>
                  <a:pt x="72373" y="12266"/>
                </a:cubicBezTo>
                <a:lnTo>
                  <a:pt x="72373" y="12296"/>
                </a:lnTo>
                <a:cubicBezTo>
                  <a:pt x="72342" y="12327"/>
                  <a:pt x="72312" y="12357"/>
                  <a:pt x="72251" y="12357"/>
                </a:cubicBezTo>
                <a:cubicBezTo>
                  <a:pt x="72224" y="12350"/>
                  <a:pt x="72198" y="12346"/>
                  <a:pt x="72175" y="12346"/>
                </a:cubicBezTo>
                <a:cubicBezTo>
                  <a:pt x="72095" y="12346"/>
                  <a:pt x="72045" y="12391"/>
                  <a:pt x="72069" y="12509"/>
                </a:cubicBezTo>
                <a:cubicBezTo>
                  <a:pt x="72069" y="12539"/>
                  <a:pt x="72038" y="12600"/>
                  <a:pt x="72008" y="12600"/>
                </a:cubicBezTo>
                <a:cubicBezTo>
                  <a:pt x="72002" y="12600"/>
                  <a:pt x="71995" y="12598"/>
                  <a:pt x="71989" y="12596"/>
                </a:cubicBezTo>
                <a:lnTo>
                  <a:pt x="71989" y="12596"/>
                </a:lnTo>
                <a:cubicBezTo>
                  <a:pt x="71956" y="12393"/>
                  <a:pt x="71944" y="12205"/>
                  <a:pt x="72038" y="12205"/>
                </a:cubicBezTo>
                <a:cubicBezTo>
                  <a:pt x="72063" y="12197"/>
                  <a:pt x="72089" y="12193"/>
                  <a:pt x="72118" y="12193"/>
                </a:cubicBezTo>
                <a:close/>
                <a:moveTo>
                  <a:pt x="79760" y="12215"/>
                </a:moveTo>
                <a:cubicBezTo>
                  <a:pt x="79830" y="12215"/>
                  <a:pt x="79901" y="12237"/>
                  <a:pt x="79972" y="12296"/>
                </a:cubicBezTo>
                <a:lnTo>
                  <a:pt x="80032" y="12327"/>
                </a:lnTo>
                <a:cubicBezTo>
                  <a:pt x="80032" y="12387"/>
                  <a:pt x="80002" y="12448"/>
                  <a:pt x="79941" y="12448"/>
                </a:cubicBezTo>
                <a:lnTo>
                  <a:pt x="79880" y="12448"/>
                </a:lnTo>
                <a:cubicBezTo>
                  <a:pt x="79820" y="12448"/>
                  <a:pt x="79759" y="12418"/>
                  <a:pt x="79698" y="12418"/>
                </a:cubicBezTo>
                <a:cubicBezTo>
                  <a:pt x="79669" y="12411"/>
                  <a:pt x="79641" y="12407"/>
                  <a:pt x="79613" y="12407"/>
                </a:cubicBezTo>
                <a:cubicBezTo>
                  <a:pt x="79524" y="12407"/>
                  <a:pt x="79448" y="12446"/>
                  <a:pt x="79425" y="12539"/>
                </a:cubicBezTo>
                <a:lnTo>
                  <a:pt x="79425" y="12600"/>
                </a:lnTo>
                <a:cubicBezTo>
                  <a:pt x="79412" y="12613"/>
                  <a:pt x="79399" y="12619"/>
                  <a:pt x="79387" y="12619"/>
                </a:cubicBezTo>
                <a:cubicBezTo>
                  <a:pt x="79340" y="12619"/>
                  <a:pt x="79297" y="12532"/>
                  <a:pt x="79273" y="12387"/>
                </a:cubicBezTo>
                <a:lnTo>
                  <a:pt x="79425" y="12327"/>
                </a:lnTo>
                <a:cubicBezTo>
                  <a:pt x="79536" y="12271"/>
                  <a:pt x="79648" y="12215"/>
                  <a:pt x="79760" y="12215"/>
                </a:cubicBezTo>
                <a:close/>
                <a:moveTo>
                  <a:pt x="1738" y="12272"/>
                </a:moveTo>
                <a:cubicBezTo>
                  <a:pt x="1772" y="12272"/>
                  <a:pt x="1812" y="12279"/>
                  <a:pt x="1855" y="12296"/>
                </a:cubicBezTo>
                <a:cubicBezTo>
                  <a:pt x="2007" y="12327"/>
                  <a:pt x="1946" y="12631"/>
                  <a:pt x="1885" y="12631"/>
                </a:cubicBezTo>
                <a:cubicBezTo>
                  <a:pt x="1824" y="12631"/>
                  <a:pt x="1672" y="12448"/>
                  <a:pt x="1642" y="12387"/>
                </a:cubicBezTo>
                <a:cubicBezTo>
                  <a:pt x="1598" y="12322"/>
                  <a:pt x="1649" y="12272"/>
                  <a:pt x="1738" y="12272"/>
                </a:cubicBezTo>
                <a:close/>
                <a:moveTo>
                  <a:pt x="72006" y="12691"/>
                </a:moveTo>
                <a:cubicBezTo>
                  <a:pt x="72011" y="12720"/>
                  <a:pt x="72017" y="12749"/>
                  <a:pt x="72022" y="12777"/>
                </a:cubicBezTo>
                <a:lnTo>
                  <a:pt x="72022" y="12777"/>
                </a:lnTo>
                <a:cubicBezTo>
                  <a:pt x="72034" y="12755"/>
                  <a:pt x="72027" y="12729"/>
                  <a:pt x="72008" y="12691"/>
                </a:cubicBezTo>
                <a:close/>
                <a:moveTo>
                  <a:pt x="26019" y="12615"/>
                </a:moveTo>
                <a:cubicBezTo>
                  <a:pt x="26073" y="12615"/>
                  <a:pt x="26126" y="12631"/>
                  <a:pt x="26171" y="12661"/>
                </a:cubicBezTo>
                <a:cubicBezTo>
                  <a:pt x="26202" y="12691"/>
                  <a:pt x="26202" y="12752"/>
                  <a:pt x="26141" y="12783"/>
                </a:cubicBezTo>
                <a:cubicBezTo>
                  <a:pt x="26129" y="12794"/>
                  <a:pt x="26109" y="12799"/>
                  <a:pt x="26084" y="12799"/>
                </a:cubicBezTo>
                <a:cubicBezTo>
                  <a:pt x="25978" y="12799"/>
                  <a:pt x="25794" y="12710"/>
                  <a:pt x="25867" y="12661"/>
                </a:cubicBezTo>
                <a:cubicBezTo>
                  <a:pt x="25913" y="12631"/>
                  <a:pt x="25966" y="12615"/>
                  <a:pt x="26019" y="12615"/>
                </a:cubicBezTo>
                <a:close/>
                <a:moveTo>
                  <a:pt x="26840" y="12266"/>
                </a:moveTo>
                <a:cubicBezTo>
                  <a:pt x="26931" y="12357"/>
                  <a:pt x="27083" y="12418"/>
                  <a:pt x="27053" y="12570"/>
                </a:cubicBezTo>
                <a:cubicBezTo>
                  <a:pt x="27053" y="12600"/>
                  <a:pt x="27083" y="12661"/>
                  <a:pt x="27114" y="12661"/>
                </a:cubicBezTo>
                <a:cubicBezTo>
                  <a:pt x="27387" y="12722"/>
                  <a:pt x="27205" y="12813"/>
                  <a:pt x="27114" y="12874"/>
                </a:cubicBezTo>
                <a:lnTo>
                  <a:pt x="27083" y="12904"/>
                </a:lnTo>
                <a:cubicBezTo>
                  <a:pt x="27022" y="12904"/>
                  <a:pt x="26901" y="12661"/>
                  <a:pt x="26840" y="12570"/>
                </a:cubicBezTo>
                <a:cubicBezTo>
                  <a:pt x="26815" y="12520"/>
                  <a:pt x="26770" y="12470"/>
                  <a:pt x="26705" y="12470"/>
                </a:cubicBezTo>
                <a:cubicBezTo>
                  <a:pt x="26690" y="12470"/>
                  <a:pt x="26674" y="12473"/>
                  <a:pt x="26658" y="12479"/>
                </a:cubicBezTo>
                <a:cubicBezTo>
                  <a:pt x="26645" y="12491"/>
                  <a:pt x="26632" y="12499"/>
                  <a:pt x="26624" y="12499"/>
                </a:cubicBezTo>
                <a:cubicBezTo>
                  <a:pt x="26612" y="12499"/>
                  <a:pt x="26609" y="12484"/>
                  <a:pt x="26627" y="12448"/>
                </a:cubicBezTo>
                <a:cubicBezTo>
                  <a:pt x="26688" y="12387"/>
                  <a:pt x="26749" y="12266"/>
                  <a:pt x="26840" y="12266"/>
                </a:cubicBezTo>
                <a:close/>
                <a:moveTo>
                  <a:pt x="70731" y="12722"/>
                </a:moveTo>
                <a:cubicBezTo>
                  <a:pt x="70762" y="12722"/>
                  <a:pt x="70823" y="12752"/>
                  <a:pt x="70823" y="12813"/>
                </a:cubicBezTo>
                <a:cubicBezTo>
                  <a:pt x="70823" y="12843"/>
                  <a:pt x="70519" y="12995"/>
                  <a:pt x="70458" y="12995"/>
                </a:cubicBezTo>
                <a:lnTo>
                  <a:pt x="70367" y="12995"/>
                </a:lnTo>
                <a:cubicBezTo>
                  <a:pt x="70245" y="12965"/>
                  <a:pt x="70154" y="12935"/>
                  <a:pt x="70154" y="12874"/>
                </a:cubicBezTo>
                <a:cubicBezTo>
                  <a:pt x="70164" y="12853"/>
                  <a:pt x="70194" y="12847"/>
                  <a:pt x="70234" y="12847"/>
                </a:cubicBezTo>
                <a:cubicBezTo>
                  <a:pt x="70313" y="12847"/>
                  <a:pt x="70427" y="12874"/>
                  <a:pt x="70488" y="12874"/>
                </a:cubicBezTo>
                <a:lnTo>
                  <a:pt x="70549" y="12843"/>
                </a:lnTo>
                <a:cubicBezTo>
                  <a:pt x="70610" y="12783"/>
                  <a:pt x="70671" y="12752"/>
                  <a:pt x="70731" y="12722"/>
                </a:cubicBezTo>
                <a:close/>
                <a:moveTo>
                  <a:pt x="80403" y="12687"/>
                </a:moveTo>
                <a:cubicBezTo>
                  <a:pt x="80540" y="12687"/>
                  <a:pt x="80790" y="12818"/>
                  <a:pt x="80762" y="12874"/>
                </a:cubicBezTo>
                <a:cubicBezTo>
                  <a:pt x="80701" y="12904"/>
                  <a:pt x="80640" y="12965"/>
                  <a:pt x="80549" y="12995"/>
                </a:cubicBezTo>
                <a:lnTo>
                  <a:pt x="80519" y="12995"/>
                </a:lnTo>
                <a:lnTo>
                  <a:pt x="80397" y="12935"/>
                </a:lnTo>
                <a:cubicBezTo>
                  <a:pt x="80306" y="12843"/>
                  <a:pt x="80276" y="12752"/>
                  <a:pt x="80367" y="12691"/>
                </a:cubicBezTo>
                <a:cubicBezTo>
                  <a:pt x="80378" y="12689"/>
                  <a:pt x="80390" y="12687"/>
                  <a:pt x="80403" y="12687"/>
                </a:cubicBezTo>
                <a:close/>
                <a:moveTo>
                  <a:pt x="73663" y="12593"/>
                </a:moveTo>
                <a:cubicBezTo>
                  <a:pt x="73750" y="12593"/>
                  <a:pt x="73806" y="12607"/>
                  <a:pt x="73771" y="12631"/>
                </a:cubicBezTo>
                <a:lnTo>
                  <a:pt x="73710" y="12661"/>
                </a:lnTo>
                <a:cubicBezTo>
                  <a:pt x="73619" y="12752"/>
                  <a:pt x="73437" y="12813"/>
                  <a:pt x="73406" y="12904"/>
                </a:cubicBezTo>
                <a:lnTo>
                  <a:pt x="73315" y="13086"/>
                </a:lnTo>
                <a:cubicBezTo>
                  <a:pt x="73163" y="13026"/>
                  <a:pt x="73133" y="12843"/>
                  <a:pt x="73254" y="12722"/>
                </a:cubicBezTo>
                <a:cubicBezTo>
                  <a:pt x="73310" y="12629"/>
                  <a:pt x="73526" y="12593"/>
                  <a:pt x="73663" y="12593"/>
                </a:cubicBezTo>
                <a:close/>
                <a:moveTo>
                  <a:pt x="78458" y="12862"/>
                </a:moveTo>
                <a:cubicBezTo>
                  <a:pt x="78478" y="12862"/>
                  <a:pt x="78496" y="12866"/>
                  <a:pt x="78513" y="12874"/>
                </a:cubicBezTo>
                <a:cubicBezTo>
                  <a:pt x="78604" y="12904"/>
                  <a:pt x="78543" y="13056"/>
                  <a:pt x="78422" y="13117"/>
                </a:cubicBezTo>
                <a:cubicBezTo>
                  <a:pt x="78411" y="13120"/>
                  <a:pt x="78401" y="13121"/>
                  <a:pt x="78391" y="13121"/>
                </a:cubicBezTo>
                <a:cubicBezTo>
                  <a:pt x="78295" y="13121"/>
                  <a:pt x="78272" y="12990"/>
                  <a:pt x="78300" y="12935"/>
                </a:cubicBezTo>
                <a:cubicBezTo>
                  <a:pt x="78344" y="12890"/>
                  <a:pt x="78405" y="12862"/>
                  <a:pt x="78458" y="12862"/>
                </a:cubicBezTo>
                <a:close/>
                <a:moveTo>
                  <a:pt x="71819" y="12584"/>
                </a:moveTo>
                <a:cubicBezTo>
                  <a:pt x="71831" y="12584"/>
                  <a:pt x="71844" y="12585"/>
                  <a:pt x="71859" y="12588"/>
                </a:cubicBezTo>
                <a:lnTo>
                  <a:pt x="71859" y="12588"/>
                </a:lnTo>
                <a:cubicBezTo>
                  <a:pt x="71858" y="12592"/>
                  <a:pt x="71857" y="12596"/>
                  <a:pt x="71856" y="12600"/>
                </a:cubicBezTo>
                <a:cubicBezTo>
                  <a:pt x="71856" y="12600"/>
                  <a:pt x="71947" y="12661"/>
                  <a:pt x="71978" y="12691"/>
                </a:cubicBezTo>
                <a:lnTo>
                  <a:pt x="72006" y="12691"/>
                </a:lnTo>
                <a:cubicBezTo>
                  <a:pt x="72002" y="12674"/>
                  <a:pt x="71999" y="12656"/>
                  <a:pt x="71996" y="12638"/>
                </a:cubicBezTo>
                <a:lnTo>
                  <a:pt x="71996" y="12638"/>
                </a:lnTo>
                <a:cubicBezTo>
                  <a:pt x="72010" y="12645"/>
                  <a:pt x="72024" y="12653"/>
                  <a:pt x="72038" y="12661"/>
                </a:cubicBezTo>
                <a:cubicBezTo>
                  <a:pt x="72190" y="12752"/>
                  <a:pt x="72342" y="12874"/>
                  <a:pt x="72434" y="13056"/>
                </a:cubicBezTo>
                <a:cubicBezTo>
                  <a:pt x="72418" y="13086"/>
                  <a:pt x="72358" y="13086"/>
                  <a:pt x="72297" y="13086"/>
                </a:cubicBezTo>
                <a:cubicBezTo>
                  <a:pt x="72236" y="13086"/>
                  <a:pt x="72175" y="13086"/>
                  <a:pt x="72160" y="13117"/>
                </a:cubicBezTo>
                <a:cubicBezTo>
                  <a:pt x="72130" y="13178"/>
                  <a:pt x="71917" y="13178"/>
                  <a:pt x="71886" y="13238"/>
                </a:cubicBezTo>
                <a:cubicBezTo>
                  <a:pt x="71866" y="13259"/>
                  <a:pt x="71839" y="13269"/>
                  <a:pt x="71810" y="13269"/>
                </a:cubicBezTo>
                <a:cubicBezTo>
                  <a:pt x="71751" y="13269"/>
                  <a:pt x="71684" y="13228"/>
                  <a:pt x="71643" y="13147"/>
                </a:cubicBezTo>
                <a:lnTo>
                  <a:pt x="71856" y="13117"/>
                </a:lnTo>
                <a:lnTo>
                  <a:pt x="72069" y="13056"/>
                </a:lnTo>
                <a:cubicBezTo>
                  <a:pt x="72069" y="13007"/>
                  <a:pt x="72046" y="12899"/>
                  <a:pt x="72022" y="12777"/>
                </a:cubicBezTo>
                <a:lnTo>
                  <a:pt x="72022" y="12777"/>
                </a:lnTo>
                <a:cubicBezTo>
                  <a:pt x="72015" y="12790"/>
                  <a:pt x="72001" y="12801"/>
                  <a:pt x="71978" y="12813"/>
                </a:cubicBezTo>
                <a:lnTo>
                  <a:pt x="71947" y="12813"/>
                </a:lnTo>
                <a:cubicBezTo>
                  <a:pt x="71886" y="12813"/>
                  <a:pt x="71856" y="12813"/>
                  <a:pt x="71826" y="12783"/>
                </a:cubicBezTo>
                <a:lnTo>
                  <a:pt x="71765" y="12691"/>
                </a:lnTo>
                <a:cubicBezTo>
                  <a:pt x="71731" y="12623"/>
                  <a:pt x="71754" y="12584"/>
                  <a:pt x="71819" y="12584"/>
                </a:cubicBezTo>
                <a:close/>
                <a:moveTo>
                  <a:pt x="29051" y="13140"/>
                </a:moveTo>
                <a:cubicBezTo>
                  <a:pt x="29089" y="13140"/>
                  <a:pt x="29104" y="13162"/>
                  <a:pt x="29089" y="13208"/>
                </a:cubicBezTo>
                <a:lnTo>
                  <a:pt x="29059" y="13178"/>
                </a:lnTo>
                <a:cubicBezTo>
                  <a:pt x="28907" y="13299"/>
                  <a:pt x="28755" y="13360"/>
                  <a:pt x="28573" y="13360"/>
                </a:cubicBezTo>
                <a:cubicBezTo>
                  <a:pt x="28512" y="13360"/>
                  <a:pt x="28451" y="13330"/>
                  <a:pt x="28390" y="13299"/>
                </a:cubicBezTo>
                <a:cubicBezTo>
                  <a:pt x="28481" y="13269"/>
                  <a:pt x="28542" y="13269"/>
                  <a:pt x="28633" y="13269"/>
                </a:cubicBezTo>
                <a:lnTo>
                  <a:pt x="28785" y="13238"/>
                </a:lnTo>
                <a:lnTo>
                  <a:pt x="28877" y="13208"/>
                </a:lnTo>
                <a:cubicBezTo>
                  <a:pt x="28952" y="13162"/>
                  <a:pt x="29013" y="13140"/>
                  <a:pt x="29051" y="13140"/>
                </a:cubicBezTo>
                <a:close/>
                <a:moveTo>
                  <a:pt x="30537" y="13214"/>
                </a:moveTo>
                <a:cubicBezTo>
                  <a:pt x="30566" y="13214"/>
                  <a:pt x="30592" y="13221"/>
                  <a:pt x="30609" y="13238"/>
                </a:cubicBezTo>
                <a:cubicBezTo>
                  <a:pt x="30670" y="13330"/>
                  <a:pt x="30487" y="13451"/>
                  <a:pt x="30396" y="13482"/>
                </a:cubicBezTo>
                <a:cubicBezTo>
                  <a:pt x="30372" y="13490"/>
                  <a:pt x="30347" y="13494"/>
                  <a:pt x="30325" y="13494"/>
                </a:cubicBezTo>
                <a:cubicBezTo>
                  <a:pt x="30263" y="13494"/>
                  <a:pt x="30214" y="13465"/>
                  <a:pt x="30214" y="13421"/>
                </a:cubicBezTo>
                <a:cubicBezTo>
                  <a:pt x="30214" y="13347"/>
                  <a:pt x="30413" y="13214"/>
                  <a:pt x="30537" y="13214"/>
                </a:cubicBezTo>
                <a:close/>
                <a:moveTo>
                  <a:pt x="70942" y="13048"/>
                </a:moveTo>
                <a:cubicBezTo>
                  <a:pt x="70953" y="13048"/>
                  <a:pt x="70964" y="13051"/>
                  <a:pt x="70975" y="13056"/>
                </a:cubicBezTo>
                <a:lnTo>
                  <a:pt x="70944" y="13056"/>
                </a:lnTo>
                <a:cubicBezTo>
                  <a:pt x="71005" y="13117"/>
                  <a:pt x="71430" y="13451"/>
                  <a:pt x="71430" y="13512"/>
                </a:cubicBezTo>
                <a:cubicBezTo>
                  <a:pt x="71430" y="13603"/>
                  <a:pt x="71248" y="13634"/>
                  <a:pt x="71187" y="13634"/>
                </a:cubicBezTo>
                <a:cubicBezTo>
                  <a:pt x="71035" y="13573"/>
                  <a:pt x="70914" y="13512"/>
                  <a:pt x="70823" y="13421"/>
                </a:cubicBezTo>
                <a:lnTo>
                  <a:pt x="70792" y="13330"/>
                </a:lnTo>
                <a:lnTo>
                  <a:pt x="70762" y="13238"/>
                </a:lnTo>
                <a:cubicBezTo>
                  <a:pt x="70812" y="13112"/>
                  <a:pt x="70884" y="13048"/>
                  <a:pt x="70942" y="13048"/>
                </a:cubicBezTo>
                <a:close/>
                <a:moveTo>
                  <a:pt x="25590" y="13149"/>
                </a:moveTo>
                <a:cubicBezTo>
                  <a:pt x="25616" y="13149"/>
                  <a:pt x="25639" y="13168"/>
                  <a:pt x="25655" y="13208"/>
                </a:cubicBezTo>
                <a:lnTo>
                  <a:pt x="25715" y="13360"/>
                </a:lnTo>
                <a:cubicBezTo>
                  <a:pt x="25715" y="13451"/>
                  <a:pt x="25746" y="13482"/>
                  <a:pt x="25837" y="13482"/>
                </a:cubicBezTo>
                <a:cubicBezTo>
                  <a:pt x="25867" y="13542"/>
                  <a:pt x="25837" y="13634"/>
                  <a:pt x="25776" y="13664"/>
                </a:cubicBezTo>
                <a:lnTo>
                  <a:pt x="25746" y="13664"/>
                </a:lnTo>
                <a:lnTo>
                  <a:pt x="25320" y="13542"/>
                </a:lnTo>
                <a:cubicBezTo>
                  <a:pt x="25410" y="13296"/>
                  <a:pt x="25516" y="13149"/>
                  <a:pt x="25590" y="13149"/>
                </a:cubicBezTo>
                <a:close/>
                <a:moveTo>
                  <a:pt x="77510" y="13421"/>
                </a:moveTo>
                <a:cubicBezTo>
                  <a:pt x="77570" y="13542"/>
                  <a:pt x="77510" y="13664"/>
                  <a:pt x="77388" y="13664"/>
                </a:cubicBezTo>
                <a:cubicBezTo>
                  <a:pt x="77266" y="13664"/>
                  <a:pt x="77023" y="13542"/>
                  <a:pt x="77114" y="13421"/>
                </a:cubicBezTo>
                <a:close/>
                <a:moveTo>
                  <a:pt x="26566" y="13755"/>
                </a:moveTo>
                <a:cubicBezTo>
                  <a:pt x="26597" y="13755"/>
                  <a:pt x="26627" y="13786"/>
                  <a:pt x="26627" y="13816"/>
                </a:cubicBezTo>
                <a:lnTo>
                  <a:pt x="26627" y="13846"/>
                </a:lnTo>
                <a:lnTo>
                  <a:pt x="26597" y="14029"/>
                </a:lnTo>
                <a:cubicBezTo>
                  <a:pt x="26521" y="14050"/>
                  <a:pt x="26446" y="14060"/>
                  <a:pt x="26377" y="14060"/>
                </a:cubicBezTo>
                <a:cubicBezTo>
                  <a:pt x="26252" y="14060"/>
                  <a:pt x="26150" y="14027"/>
                  <a:pt x="26110" y="13968"/>
                </a:cubicBezTo>
                <a:lnTo>
                  <a:pt x="26293" y="13877"/>
                </a:lnTo>
                <a:cubicBezTo>
                  <a:pt x="26384" y="13877"/>
                  <a:pt x="26445" y="13786"/>
                  <a:pt x="26506" y="13755"/>
                </a:cubicBezTo>
                <a:close/>
                <a:moveTo>
                  <a:pt x="78700" y="13511"/>
                </a:moveTo>
                <a:cubicBezTo>
                  <a:pt x="78737" y="13511"/>
                  <a:pt x="78777" y="13533"/>
                  <a:pt x="78817" y="13573"/>
                </a:cubicBezTo>
                <a:lnTo>
                  <a:pt x="78756" y="13573"/>
                </a:lnTo>
                <a:cubicBezTo>
                  <a:pt x="78594" y="13573"/>
                  <a:pt x="78672" y="13765"/>
                  <a:pt x="78542" y="13765"/>
                </a:cubicBezTo>
                <a:cubicBezTo>
                  <a:pt x="78525" y="13765"/>
                  <a:pt x="78506" y="13762"/>
                  <a:pt x="78482" y="13755"/>
                </a:cubicBezTo>
                <a:cubicBezTo>
                  <a:pt x="78452" y="13743"/>
                  <a:pt x="78425" y="13738"/>
                  <a:pt x="78401" y="13738"/>
                </a:cubicBezTo>
                <a:cubicBezTo>
                  <a:pt x="78302" y="13738"/>
                  <a:pt x="78239" y="13816"/>
                  <a:pt x="78118" y="13816"/>
                </a:cubicBezTo>
                <a:cubicBezTo>
                  <a:pt x="77966" y="13846"/>
                  <a:pt x="77844" y="13877"/>
                  <a:pt x="77814" y="13998"/>
                </a:cubicBezTo>
                <a:cubicBezTo>
                  <a:pt x="77783" y="14090"/>
                  <a:pt x="77722" y="14059"/>
                  <a:pt x="77631" y="14090"/>
                </a:cubicBezTo>
                <a:cubicBezTo>
                  <a:pt x="77555" y="14122"/>
                  <a:pt x="77494" y="14139"/>
                  <a:pt x="77446" y="14139"/>
                </a:cubicBezTo>
                <a:cubicBezTo>
                  <a:pt x="77361" y="14139"/>
                  <a:pt x="77316" y="14085"/>
                  <a:pt x="77297" y="13968"/>
                </a:cubicBezTo>
                <a:lnTo>
                  <a:pt x="77297" y="13877"/>
                </a:lnTo>
                <a:cubicBezTo>
                  <a:pt x="77297" y="13831"/>
                  <a:pt x="77350" y="13816"/>
                  <a:pt x="77411" y="13816"/>
                </a:cubicBezTo>
                <a:cubicBezTo>
                  <a:pt x="77472" y="13816"/>
                  <a:pt x="77540" y="13831"/>
                  <a:pt x="77570" y="13846"/>
                </a:cubicBezTo>
                <a:cubicBezTo>
                  <a:pt x="77631" y="13877"/>
                  <a:pt x="77692" y="13877"/>
                  <a:pt x="77692" y="13877"/>
                </a:cubicBezTo>
                <a:lnTo>
                  <a:pt x="77692" y="13846"/>
                </a:lnTo>
                <a:cubicBezTo>
                  <a:pt x="77722" y="13816"/>
                  <a:pt x="77692" y="13694"/>
                  <a:pt x="77722" y="13694"/>
                </a:cubicBezTo>
                <a:cubicBezTo>
                  <a:pt x="77844" y="13664"/>
                  <a:pt x="77966" y="13634"/>
                  <a:pt x="78118" y="13634"/>
                </a:cubicBezTo>
                <a:cubicBezTo>
                  <a:pt x="78143" y="13627"/>
                  <a:pt x="78170" y="13625"/>
                  <a:pt x="78198" y="13625"/>
                </a:cubicBezTo>
                <a:cubicBezTo>
                  <a:pt x="78273" y="13625"/>
                  <a:pt x="78352" y="13642"/>
                  <a:pt x="78417" y="13642"/>
                </a:cubicBezTo>
                <a:cubicBezTo>
                  <a:pt x="78441" y="13642"/>
                  <a:pt x="78463" y="13640"/>
                  <a:pt x="78482" y="13634"/>
                </a:cubicBezTo>
                <a:lnTo>
                  <a:pt x="78573" y="13634"/>
                </a:lnTo>
                <a:cubicBezTo>
                  <a:pt x="78608" y="13548"/>
                  <a:pt x="78652" y="13511"/>
                  <a:pt x="78700" y="13511"/>
                </a:cubicBezTo>
                <a:close/>
                <a:moveTo>
                  <a:pt x="76263" y="14120"/>
                </a:moveTo>
                <a:cubicBezTo>
                  <a:pt x="76324" y="14120"/>
                  <a:pt x="76415" y="14150"/>
                  <a:pt x="76446" y="14211"/>
                </a:cubicBezTo>
                <a:lnTo>
                  <a:pt x="76237" y="14391"/>
                </a:lnTo>
                <a:lnTo>
                  <a:pt x="76237" y="14391"/>
                </a:lnTo>
                <a:cubicBezTo>
                  <a:pt x="76251" y="14307"/>
                  <a:pt x="76242" y="14206"/>
                  <a:pt x="76263" y="14120"/>
                </a:cubicBezTo>
                <a:close/>
                <a:moveTo>
                  <a:pt x="69090" y="13694"/>
                </a:moveTo>
                <a:cubicBezTo>
                  <a:pt x="69120" y="13694"/>
                  <a:pt x="69120" y="13725"/>
                  <a:pt x="69120" y="13816"/>
                </a:cubicBezTo>
                <a:cubicBezTo>
                  <a:pt x="69120" y="13838"/>
                  <a:pt x="69158" y="13844"/>
                  <a:pt x="69208" y="13844"/>
                </a:cubicBezTo>
                <a:cubicBezTo>
                  <a:pt x="69263" y="13844"/>
                  <a:pt x="69333" y="13837"/>
                  <a:pt x="69386" y="13837"/>
                </a:cubicBezTo>
                <a:cubicBezTo>
                  <a:pt x="69416" y="13837"/>
                  <a:pt x="69441" y="13839"/>
                  <a:pt x="69455" y="13846"/>
                </a:cubicBezTo>
                <a:lnTo>
                  <a:pt x="69455" y="13877"/>
                </a:lnTo>
                <a:cubicBezTo>
                  <a:pt x="69424" y="13938"/>
                  <a:pt x="69364" y="13968"/>
                  <a:pt x="69485" y="13968"/>
                </a:cubicBezTo>
                <a:cubicBezTo>
                  <a:pt x="69491" y="13974"/>
                  <a:pt x="69497" y="13976"/>
                  <a:pt x="69504" y="13976"/>
                </a:cubicBezTo>
                <a:cubicBezTo>
                  <a:pt x="69529" y="13976"/>
                  <a:pt x="69558" y="13938"/>
                  <a:pt x="69607" y="13938"/>
                </a:cubicBezTo>
                <a:lnTo>
                  <a:pt x="69668" y="13938"/>
                </a:lnTo>
                <a:cubicBezTo>
                  <a:pt x="69728" y="13938"/>
                  <a:pt x="69759" y="13968"/>
                  <a:pt x="69789" y="14029"/>
                </a:cubicBezTo>
                <a:lnTo>
                  <a:pt x="69728" y="14090"/>
                </a:lnTo>
                <a:cubicBezTo>
                  <a:pt x="69668" y="14150"/>
                  <a:pt x="69607" y="14211"/>
                  <a:pt x="69516" y="14242"/>
                </a:cubicBezTo>
                <a:lnTo>
                  <a:pt x="69333" y="14394"/>
                </a:lnTo>
                <a:cubicBezTo>
                  <a:pt x="69212" y="14242"/>
                  <a:pt x="69090" y="14090"/>
                  <a:pt x="68999" y="13907"/>
                </a:cubicBezTo>
                <a:cubicBezTo>
                  <a:pt x="68999" y="13846"/>
                  <a:pt x="69029" y="13755"/>
                  <a:pt x="69090" y="13694"/>
                </a:cubicBezTo>
                <a:close/>
                <a:moveTo>
                  <a:pt x="76236" y="14394"/>
                </a:moveTo>
                <a:cubicBezTo>
                  <a:pt x="76353" y="14394"/>
                  <a:pt x="76340" y="14394"/>
                  <a:pt x="76232" y="14411"/>
                </a:cubicBezTo>
                <a:lnTo>
                  <a:pt x="76232" y="14411"/>
                </a:lnTo>
                <a:cubicBezTo>
                  <a:pt x="76234" y="14405"/>
                  <a:pt x="76235" y="14399"/>
                  <a:pt x="76236" y="14394"/>
                </a:cubicBezTo>
                <a:close/>
                <a:moveTo>
                  <a:pt x="76750" y="14090"/>
                </a:moveTo>
                <a:lnTo>
                  <a:pt x="76932" y="14150"/>
                </a:lnTo>
                <a:cubicBezTo>
                  <a:pt x="77114" y="14211"/>
                  <a:pt x="77236" y="14272"/>
                  <a:pt x="77114" y="14272"/>
                </a:cubicBezTo>
                <a:lnTo>
                  <a:pt x="77145" y="14272"/>
                </a:lnTo>
                <a:cubicBezTo>
                  <a:pt x="77054" y="14272"/>
                  <a:pt x="76932" y="14485"/>
                  <a:pt x="76871" y="14515"/>
                </a:cubicBezTo>
                <a:lnTo>
                  <a:pt x="76841" y="14515"/>
                </a:lnTo>
                <a:cubicBezTo>
                  <a:pt x="76780" y="14485"/>
                  <a:pt x="76780" y="14424"/>
                  <a:pt x="76780" y="14394"/>
                </a:cubicBezTo>
                <a:cubicBezTo>
                  <a:pt x="76841" y="14333"/>
                  <a:pt x="76932" y="14242"/>
                  <a:pt x="76719" y="14242"/>
                </a:cubicBezTo>
                <a:cubicBezTo>
                  <a:pt x="76689" y="14242"/>
                  <a:pt x="76659" y="14150"/>
                  <a:pt x="76659" y="14120"/>
                </a:cubicBezTo>
                <a:cubicBezTo>
                  <a:pt x="76659" y="14120"/>
                  <a:pt x="76750" y="14090"/>
                  <a:pt x="76750" y="14090"/>
                </a:cubicBezTo>
                <a:close/>
                <a:moveTo>
                  <a:pt x="75899" y="14333"/>
                </a:moveTo>
                <a:cubicBezTo>
                  <a:pt x="75929" y="14333"/>
                  <a:pt x="76020" y="14363"/>
                  <a:pt x="76020" y="14363"/>
                </a:cubicBezTo>
                <a:lnTo>
                  <a:pt x="76020" y="14424"/>
                </a:lnTo>
                <a:cubicBezTo>
                  <a:pt x="76020" y="14431"/>
                  <a:pt x="76006" y="14442"/>
                  <a:pt x="75983" y="14456"/>
                </a:cubicBezTo>
                <a:lnTo>
                  <a:pt x="75983" y="14456"/>
                </a:lnTo>
                <a:cubicBezTo>
                  <a:pt x="75701" y="14513"/>
                  <a:pt x="75245" y="14670"/>
                  <a:pt x="75130" y="14670"/>
                </a:cubicBezTo>
                <a:cubicBezTo>
                  <a:pt x="75120" y="14670"/>
                  <a:pt x="75113" y="14669"/>
                  <a:pt x="75108" y="14667"/>
                </a:cubicBezTo>
                <a:cubicBezTo>
                  <a:pt x="75169" y="14606"/>
                  <a:pt x="75230" y="14515"/>
                  <a:pt x="75260" y="14515"/>
                </a:cubicBezTo>
                <a:cubicBezTo>
                  <a:pt x="75504" y="14515"/>
                  <a:pt x="75716" y="14454"/>
                  <a:pt x="75899" y="14333"/>
                </a:cubicBezTo>
                <a:close/>
                <a:moveTo>
                  <a:pt x="78284" y="14715"/>
                </a:moveTo>
                <a:cubicBezTo>
                  <a:pt x="78257" y="14732"/>
                  <a:pt x="78240" y="14745"/>
                  <a:pt x="78242" y="14745"/>
                </a:cubicBezTo>
                <a:cubicBezTo>
                  <a:pt x="78243" y="14745"/>
                  <a:pt x="78252" y="14740"/>
                  <a:pt x="78270" y="14728"/>
                </a:cubicBezTo>
                <a:cubicBezTo>
                  <a:pt x="78275" y="14724"/>
                  <a:pt x="78280" y="14720"/>
                  <a:pt x="78284" y="14715"/>
                </a:cubicBezTo>
                <a:close/>
                <a:moveTo>
                  <a:pt x="76223" y="14444"/>
                </a:moveTo>
                <a:lnTo>
                  <a:pt x="76385" y="14606"/>
                </a:lnTo>
                <a:cubicBezTo>
                  <a:pt x="76415" y="14606"/>
                  <a:pt x="76355" y="14728"/>
                  <a:pt x="76324" y="14728"/>
                </a:cubicBezTo>
                <a:lnTo>
                  <a:pt x="76203" y="14758"/>
                </a:lnTo>
                <a:cubicBezTo>
                  <a:pt x="76111" y="14758"/>
                  <a:pt x="76020" y="14728"/>
                  <a:pt x="75929" y="14697"/>
                </a:cubicBezTo>
                <a:cubicBezTo>
                  <a:pt x="75990" y="14637"/>
                  <a:pt x="76081" y="14576"/>
                  <a:pt x="76142" y="14545"/>
                </a:cubicBezTo>
                <a:lnTo>
                  <a:pt x="76203" y="14485"/>
                </a:lnTo>
                <a:cubicBezTo>
                  <a:pt x="76211" y="14472"/>
                  <a:pt x="76218" y="14459"/>
                  <a:pt x="76223" y="14444"/>
                </a:cubicBezTo>
                <a:close/>
                <a:moveTo>
                  <a:pt x="26536" y="14515"/>
                </a:moveTo>
                <a:cubicBezTo>
                  <a:pt x="26566" y="14515"/>
                  <a:pt x="26688" y="14758"/>
                  <a:pt x="26688" y="14849"/>
                </a:cubicBezTo>
                <a:cubicBezTo>
                  <a:pt x="26688" y="14869"/>
                  <a:pt x="26677" y="14878"/>
                  <a:pt x="26659" y="14878"/>
                </a:cubicBezTo>
                <a:cubicBezTo>
                  <a:pt x="26594" y="14878"/>
                  <a:pt x="26445" y="14769"/>
                  <a:pt x="26445" y="14697"/>
                </a:cubicBezTo>
                <a:cubicBezTo>
                  <a:pt x="26445" y="14606"/>
                  <a:pt x="26475" y="14515"/>
                  <a:pt x="26506" y="14515"/>
                </a:cubicBezTo>
                <a:close/>
                <a:moveTo>
                  <a:pt x="68535" y="13945"/>
                </a:moveTo>
                <a:cubicBezTo>
                  <a:pt x="68596" y="13945"/>
                  <a:pt x="68695" y="13953"/>
                  <a:pt x="68816" y="13968"/>
                </a:cubicBezTo>
                <a:lnTo>
                  <a:pt x="68938" y="14090"/>
                </a:lnTo>
                <a:cubicBezTo>
                  <a:pt x="68968" y="14181"/>
                  <a:pt x="68968" y="14242"/>
                  <a:pt x="68938" y="14333"/>
                </a:cubicBezTo>
                <a:cubicBezTo>
                  <a:pt x="68905" y="14366"/>
                  <a:pt x="68871" y="14390"/>
                  <a:pt x="68828" y="14390"/>
                </a:cubicBezTo>
                <a:cubicBezTo>
                  <a:pt x="68792" y="14390"/>
                  <a:pt x="68750" y="14374"/>
                  <a:pt x="68695" y="14333"/>
                </a:cubicBezTo>
                <a:cubicBezTo>
                  <a:pt x="68604" y="14333"/>
                  <a:pt x="68513" y="14363"/>
                  <a:pt x="68452" y="14394"/>
                </a:cubicBezTo>
                <a:cubicBezTo>
                  <a:pt x="68361" y="14485"/>
                  <a:pt x="68300" y="14576"/>
                  <a:pt x="68209" y="14667"/>
                </a:cubicBezTo>
                <a:cubicBezTo>
                  <a:pt x="68178" y="14697"/>
                  <a:pt x="68117" y="14728"/>
                  <a:pt x="68087" y="14728"/>
                </a:cubicBezTo>
                <a:lnTo>
                  <a:pt x="67753" y="14576"/>
                </a:lnTo>
                <a:cubicBezTo>
                  <a:pt x="67449" y="14728"/>
                  <a:pt x="67236" y="14880"/>
                  <a:pt x="67236" y="14941"/>
                </a:cubicBezTo>
                <a:cubicBezTo>
                  <a:pt x="67236" y="14996"/>
                  <a:pt x="67185" y="15127"/>
                  <a:pt x="67131" y="15127"/>
                </a:cubicBezTo>
                <a:cubicBezTo>
                  <a:pt x="67125" y="15127"/>
                  <a:pt x="67120" y="15126"/>
                  <a:pt x="67114" y="15123"/>
                </a:cubicBezTo>
                <a:lnTo>
                  <a:pt x="67114" y="15093"/>
                </a:lnTo>
                <a:cubicBezTo>
                  <a:pt x="67175" y="14941"/>
                  <a:pt x="66810" y="15032"/>
                  <a:pt x="66932" y="14880"/>
                </a:cubicBezTo>
                <a:cubicBezTo>
                  <a:pt x="66962" y="14819"/>
                  <a:pt x="67145" y="14758"/>
                  <a:pt x="67175" y="14728"/>
                </a:cubicBezTo>
                <a:cubicBezTo>
                  <a:pt x="67236" y="14667"/>
                  <a:pt x="67114" y="14576"/>
                  <a:pt x="67236" y="14515"/>
                </a:cubicBezTo>
                <a:lnTo>
                  <a:pt x="67418" y="14485"/>
                </a:lnTo>
                <a:cubicBezTo>
                  <a:pt x="67509" y="14515"/>
                  <a:pt x="67631" y="14545"/>
                  <a:pt x="67722" y="14545"/>
                </a:cubicBezTo>
                <a:lnTo>
                  <a:pt x="67722" y="14515"/>
                </a:lnTo>
                <a:cubicBezTo>
                  <a:pt x="67753" y="14424"/>
                  <a:pt x="67661" y="14302"/>
                  <a:pt x="67813" y="14242"/>
                </a:cubicBezTo>
                <a:lnTo>
                  <a:pt x="67935" y="14211"/>
                </a:lnTo>
                <a:cubicBezTo>
                  <a:pt x="68057" y="14211"/>
                  <a:pt x="68246" y="14238"/>
                  <a:pt x="68376" y="14238"/>
                </a:cubicBezTo>
                <a:cubicBezTo>
                  <a:pt x="68442" y="14238"/>
                  <a:pt x="68492" y="14231"/>
                  <a:pt x="68513" y="14211"/>
                </a:cubicBezTo>
                <a:cubicBezTo>
                  <a:pt x="68604" y="14150"/>
                  <a:pt x="68543" y="14029"/>
                  <a:pt x="68482" y="13968"/>
                </a:cubicBezTo>
                <a:cubicBezTo>
                  <a:pt x="68452" y="13953"/>
                  <a:pt x="68475" y="13945"/>
                  <a:pt x="68535" y="13945"/>
                </a:cubicBezTo>
                <a:close/>
                <a:moveTo>
                  <a:pt x="75017" y="15032"/>
                </a:moveTo>
                <a:lnTo>
                  <a:pt x="75017" y="15032"/>
                </a:lnTo>
                <a:cubicBezTo>
                  <a:pt x="75024" y="15088"/>
                  <a:pt x="75028" y="15144"/>
                  <a:pt x="75029" y="15199"/>
                </a:cubicBezTo>
                <a:lnTo>
                  <a:pt x="75029" y="15199"/>
                </a:lnTo>
                <a:cubicBezTo>
                  <a:pt x="75022" y="15173"/>
                  <a:pt x="75017" y="15148"/>
                  <a:pt x="75017" y="15123"/>
                </a:cubicBezTo>
                <a:lnTo>
                  <a:pt x="75017" y="15032"/>
                </a:lnTo>
                <a:close/>
                <a:moveTo>
                  <a:pt x="75230" y="14971"/>
                </a:moveTo>
                <a:cubicBezTo>
                  <a:pt x="75230" y="15062"/>
                  <a:pt x="75230" y="15153"/>
                  <a:pt x="75200" y="15245"/>
                </a:cubicBezTo>
                <a:lnTo>
                  <a:pt x="75321" y="15366"/>
                </a:lnTo>
                <a:lnTo>
                  <a:pt x="75382" y="15427"/>
                </a:lnTo>
                <a:cubicBezTo>
                  <a:pt x="75382" y="15528"/>
                  <a:pt x="75278" y="15587"/>
                  <a:pt x="75155" y="15587"/>
                </a:cubicBezTo>
                <a:cubicBezTo>
                  <a:pt x="75130" y="15587"/>
                  <a:pt x="75104" y="15584"/>
                  <a:pt x="75078" y="15579"/>
                </a:cubicBezTo>
                <a:lnTo>
                  <a:pt x="75078" y="15427"/>
                </a:lnTo>
                <a:cubicBezTo>
                  <a:pt x="75078" y="15368"/>
                  <a:pt x="75064" y="15316"/>
                  <a:pt x="75049" y="15268"/>
                </a:cubicBezTo>
                <a:lnTo>
                  <a:pt x="75049" y="15268"/>
                </a:lnTo>
                <a:cubicBezTo>
                  <a:pt x="75107" y="15164"/>
                  <a:pt x="75168" y="15064"/>
                  <a:pt x="75230" y="14971"/>
                </a:cubicBezTo>
                <a:close/>
                <a:moveTo>
                  <a:pt x="66142" y="14880"/>
                </a:moveTo>
                <a:cubicBezTo>
                  <a:pt x="66202" y="14910"/>
                  <a:pt x="65868" y="15245"/>
                  <a:pt x="65746" y="15245"/>
                </a:cubicBezTo>
                <a:cubicBezTo>
                  <a:pt x="65655" y="15245"/>
                  <a:pt x="65686" y="15366"/>
                  <a:pt x="65807" y="15488"/>
                </a:cubicBezTo>
                <a:lnTo>
                  <a:pt x="65503" y="15549"/>
                </a:lnTo>
                <a:lnTo>
                  <a:pt x="65412" y="15549"/>
                </a:lnTo>
                <a:cubicBezTo>
                  <a:pt x="65392" y="15579"/>
                  <a:pt x="65368" y="15592"/>
                  <a:pt x="65345" y="15592"/>
                </a:cubicBezTo>
                <a:cubicBezTo>
                  <a:pt x="65297" y="15592"/>
                  <a:pt x="65250" y="15538"/>
                  <a:pt x="65230" y="15457"/>
                </a:cubicBezTo>
                <a:lnTo>
                  <a:pt x="65291" y="15366"/>
                </a:lnTo>
                <a:lnTo>
                  <a:pt x="65321" y="15305"/>
                </a:lnTo>
                <a:cubicBezTo>
                  <a:pt x="65473" y="15275"/>
                  <a:pt x="65564" y="15153"/>
                  <a:pt x="65595" y="15032"/>
                </a:cubicBezTo>
                <a:lnTo>
                  <a:pt x="65807" y="15062"/>
                </a:lnTo>
                <a:lnTo>
                  <a:pt x="65898" y="15093"/>
                </a:lnTo>
                <a:cubicBezTo>
                  <a:pt x="65929" y="15032"/>
                  <a:pt x="66081" y="14880"/>
                  <a:pt x="66142" y="14880"/>
                </a:cubicBezTo>
                <a:close/>
                <a:moveTo>
                  <a:pt x="74654" y="15629"/>
                </a:moveTo>
                <a:cubicBezTo>
                  <a:pt x="74653" y="15629"/>
                  <a:pt x="74652" y="15632"/>
                  <a:pt x="74652" y="15640"/>
                </a:cubicBezTo>
                <a:cubicBezTo>
                  <a:pt x="74652" y="15645"/>
                  <a:pt x="74654" y="15649"/>
                  <a:pt x="74657" y="15654"/>
                </a:cubicBezTo>
                <a:lnTo>
                  <a:pt x="74657" y="15654"/>
                </a:lnTo>
                <a:cubicBezTo>
                  <a:pt x="74656" y="15639"/>
                  <a:pt x="74655" y="15629"/>
                  <a:pt x="74654" y="15629"/>
                </a:cubicBezTo>
                <a:close/>
                <a:moveTo>
                  <a:pt x="72000" y="16000"/>
                </a:moveTo>
                <a:cubicBezTo>
                  <a:pt x="71998" y="16000"/>
                  <a:pt x="71996" y="16000"/>
                  <a:pt x="71994" y="16000"/>
                </a:cubicBezTo>
                <a:lnTo>
                  <a:pt x="71994" y="16000"/>
                </a:lnTo>
                <a:cubicBezTo>
                  <a:pt x="71999" y="16013"/>
                  <a:pt x="72003" y="16020"/>
                  <a:pt x="72005" y="16020"/>
                </a:cubicBezTo>
                <a:cubicBezTo>
                  <a:pt x="72007" y="16020"/>
                  <a:pt x="72008" y="16015"/>
                  <a:pt x="72008" y="16004"/>
                </a:cubicBezTo>
                <a:cubicBezTo>
                  <a:pt x="72008" y="16001"/>
                  <a:pt x="72005" y="16000"/>
                  <a:pt x="72000" y="16000"/>
                </a:cubicBezTo>
                <a:close/>
                <a:moveTo>
                  <a:pt x="22965" y="15617"/>
                </a:moveTo>
                <a:cubicBezTo>
                  <a:pt x="22987" y="15617"/>
                  <a:pt x="23010" y="15625"/>
                  <a:pt x="23041" y="15640"/>
                </a:cubicBezTo>
                <a:lnTo>
                  <a:pt x="23132" y="15701"/>
                </a:lnTo>
                <a:cubicBezTo>
                  <a:pt x="23193" y="15701"/>
                  <a:pt x="23253" y="15701"/>
                  <a:pt x="23314" y="15761"/>
                </a:cubicBezTo>
                <a:lnTo>
                  <a:pt x="23193" y="15761"/>
                </a:lnTo>
                <a:lnTo>
                  <a:pt x="23132" y="15731"/>
                </a:lnTo>
                <a:cubicBezTo>
                  <a:pt x="23071" y="15761"/>
                  <a:pt x="23041" y="15792"/>
                  <a:pt x="23041" y="15822"/>
                </a:cubicBezTo>
                <a:cubicBezTo>
                  <a:pt x="23041" y="15852"/>
                  <a:pt x="23041" y="15883"/>
                  <a:pt x="23101" y="15913"/>
                </a:cubicBezTo>
                <a:cubicBezTo>
                  <a:pt x="23206" y="15948"/>
                  <a:pt x="23311" y="16003"/>
                  <a:pt x="23416" y="16003"/>
                </a:cubicBezTo>
                <a:cubicBezTo>
                  <a:pt x="23493" y="16003"/>
                  <a:pt x="23571" y="15973"/>
                  <a:pt x="23648" y="15883"/>
                </a:cubicBezTo>
                <a:lnTo>
                  <a:pt x="23648" y="15883"/>
                </a:lnTo>
                <a:cubicBezTo>
                  <a:pt x="23770" y="15913"/>
                  <a:pt x="23527" y="16126"/>
                  <a:pt x="23405" y="16187"/>
                </a:cubicBezTo>
                <a:cubicBezTo>
                  <a:pt x="23380" y="16200"/>
                  <a:pt x="23349" y="16206"/>
                  <a:pt x="23315" y="16206"/>
                </a:cubicBezTo>
                <a:cubicBezTo>
                  <a:pt x="23186" y="16206"/>
                  <a:pt x="23009" y="16118"/>
                  <a:pt x="22889" y="15974"/>
                </a:cubicBezTo>
                <a:lnTo>
                  <a:pt x="22889" y="15761"/>
                </a:lnTo>
                <a:cubicBezTo>
                  <a:pt x="22889" y="15731"/>
                  <a:pt x="22858" y="15670"/>
                  <a:pt x="22889" y="15640"/>
                </a:cubicBezTo>
                <a:cubicBezTo>
                  <a:pt x="22919" y="15625"/>
                  <a:pt x="22942" y="15617"/>
                  <a:pt x="22965" y="15617"/>
                </a:cubicBezTo>
                <a:close/>
                <a:moveTo>
                  <a:pt x="22281" y="16369"/>
                </a:moveTo>
                <a:cubicBezTo>
                  <a:pt x="22372" y="16369"/>
                  <a:pt x="22493" y="16491"/>
                  <a:pt x="22524" y="16673"/>
                </a:cubicBezTo>
                <a:lnTo>
                  <a:pt x="22311" y="16795"/>
                </a:lnTo>
                <a:lnTo>
                  <a:pt x="22098" y="16916"/>
                </a:lnTo>
                <a:lnTo>
                  <a:pt x="22037" y="16947"/>
                </a:lnTo>
                <a:cubicBezTo>
                  <a:pt x="22031" y="16950"/>
                  <a:pt x="22025" y="16952"/>
                  <a:pt x="22020" y="16952"/>
                </a:cubicBezTo>
                <a:cubicBezTo>
                  <a:pt x="21977" y="16952"/>
                  <a:pt x="21980" y="16849"/>
                  <a:pt x="22007" y="16795"/>
                </a:cubicBezTo>
                <a:cubicBezTo>
                  <a:pt x="22037" y="16764"/>
                  <a:pt x="22037" y="16704"/>
                  <a:pt x="22007" y="16643"/>
                </a:cubicBezTo>
                <a:cubicBezTo>
                  <a:pt x="21977" y="16582"/>
                  <a:pt x="22159" y="16400"/>
                  <a:pt x="22281" y="16369"/>
                </a:cubicBezTo>
                <a:close/>
                <a:moveTo>
                  <a:pt x="21014" y="16923"/>
                </a:moveTo>
                <a:cubicBezTo>
                  <a:pt x="21031" y="16923"/>
                  <a:pt x="21049" y="16931"/>
                  <a:pt x="21065" y="16947"/>
                </a:cubicBezTo>
                <a:lnTo>
                  <a:pt x="21034" y="16947"/>
                </a:lnTo>
                <a:cubicBezTo>
                  <a:pt x="21054" y="16960"/>
                  <a:pt x="21080" y="16964"/>
                  <a:pt x="21109" y="16964"/>
                </a:cubicBezTo>
                <a:cubicBezTo>
                  <a:pt x="21189" y="16964"/>
                  <a:pt x="21295" y="16929"/>
                  <a:pt x="21355" y="16929"/>
                </a:cubicBezTo>
                <a:cubicBezTo>
                  <a:pt x="21377" y="16929"/>
                  <a:pt x="21393" y="16934"/>
                  <a:pt x="21399" y="16947"/>
                </a:cubicBezTo>
                <a:lnTo>
                  <a:pt x="21308" y="17008"/>
                </a:lnTo>
                <a:cubicBezTo>
                  <a:pt x="21247" y="17099"/>
                  <a:pt x="21156" y="17160"/>
                  <a:pt x="21034" y="17160"/>
                </a:cubicBezTo>
                <a:lnTo>
                  <a:pt x="21004" y="17129"/>
                </a:lnTo>
                <a:lnTo>
                  <a:pt x="20913" y="17099"/>
                </a:lnTo>
                <a:cubicBezTo>
                  <a:pt x="20913" y="16986"/>
                  <a:pt x="20963" y="16923"/>
                  <a:pt x="21014" y="16923"/>
                </a:cubicBezTo>
                <a:close/>
                <a:moveTo>
                  <a:pt x="70215" y="17068"/>
                </a:moveTo>
                <a:cubicBezTo>
                  <a:pt x="70245" y="17068"/>
                  <a:pt x="70282" y="17143"/>
                  <a:pt x="70298" y="17225"/>
                </a:cubicBezTo>
                <a:lnTo>
                  <a:pt x="70298" y="17225"/>
                </a:lnTo>
                <a:cubicBezTo>
                  <a:pt x="70185" y="17143"/>
                  <a:pt x="70187" y="17068"/>
                  <a:pt x="70215" y="17068"/>
                </a:cubicBezTo>
                <a:close/>
                <a:moveTo>
                  <a:pt x="3800" y="19774"/>
                </a:moveTo>
                <a:cubicBezTo>
                  <a:pt x="3648" y="19804"/>
                  <a:pt x="3618" y="19834"/>
                  <a:pt x="3739" y="19834"/>
                </a:cubicBezTo>
                <a:cubicBezTo>
                  <a:pt x="3742" y="19835"/>
                  <a:pt x="3745" y="19836"/>
                  <a:pt x="3748" y="19836"/>
                </a:cubicBezTo>
                <a:lnTo>
                  <a:pt x="3748" y="19836"/>
                </a:lnTo>
                <a:lnTo>
                  <a:pt x="3800" y="19774"/>
                </a:lnTo>
                <a:close/>
                <a:moveTo>
                  <a:pt x="59242" y="20138"/>
                </a:moveTo>
                <a:lnTo>
                  <a:pt x="59394" y="20260"/>
                </a:lnTo>
                <a:lnTo>
                  <a:pt x="59455" y="20321"/>
                </a:lnTo>
                <a:cubicBezTo>
                  <a:pt x="59546" y="20351"/>
                  <a:pt x="59607" y="20412"/>
                  <a:pt x="59546" y="20442"/>
                </a:cubicBezTo>
                <a:cubicBezTo>
                  <a:pt x="59537" y="20446"/>
                  <a:pt x="59525" y="20448"/>
                  <a:pt x="59511" y="20448"/>
                </a:cubicBezTo>
                <a:cubicBezTo>
                  <a:pt x="59420" y="20448"/>
                  <a:pt x="59229" y="20377"/>
                  <a:pt x="59151" y="20351"/>
                </a:cubicBezTo>
                <a:lnTo>
                  <a:pt x="59090" y="20381"/>
                </a:lnTo>
                <a:cubicBezTo>
                  <a:pt x="59059" y="20442"/>
                  <a:pt x="59059" y="20533"/>
                  <a:pt x="59059" y="20594"/>
                </a:cubicBezTo>
                <a:lnTo>
                  <a:pt x="58999" y="20594"/>
                </a:lnTo>
                <a:cubicBezTo>
                  <a:pt x="58938" y="20594"/>
                  <a:pt x="58877" y="20564"/>
                  <a:pt x="58877" y="20533"/>
                </a:cubicBezTo>
                <a:lnTo>
                  <a:pt x="58847" y="20442"/>
                </a:lnTo>
                <a:cubicBezTo>
                  <a:pt x="58968" y="20351"/>
                  <a:pt x="59120" y="20229"/>
                  <a:pt x="59242" y="20138"/>
                </a:cubicBezTo>
                <a:close/>
                <a:moveTo>
                  <a:pt x="60575" y="20389"/>
                </a:moveTo>
                <a:cubicBezTo>
                  <a:pt x="60610" y="20389"/>
                  <a:pt x="60640" y="20397"/>
                  <a:pt x="60670" y="20412"/>
                </a:cubicBezTo>
                <a:cubicBezTo>
                  <a:pt x="60731" y="20473"/>
                  <a:pt x="60579" y="20594"/>
                  <a:pt x="60488" y="20655"/>
                </a:cubicBezTo>
                <a:cubicBezTo>
                  <a:pt x="60460" y="20674"/>
                  <a:pt x="60443" y="20681"/>
                  <a:pt x="60435" y="20681"/>
                </a:cubicBezTo>
                <a:cubicBezTo>
                  <a:pt x="60416" y="20681"/>
                  <a:pt x="60437" y="20646"/>
                  <a:pt x="60458" y="20625"/>
                </a:cubicBezTo>
                <a:cubicBezTo>
                  <a:pt x="60518" y="20594"/>
                  <a:pt x="60397" y="20412"/>
                  <a:pt x="60458" y="20412"/>
                </a:cubicBezTo>
                <a:cubicBezTo>
                  <a:pt x="60503" y="20397"/>
                  <a:pt x="60541" y="20389"/>
                  <a:pt x="60575" y="20389"/>
                </a:cubicBezTo>
                <a:close/>
                <a:moveTo>
                  <a:pt x="58816" y="20442"/>
                </a:moveTo>
                <a:cubicBezTo>
                  <a:pt x="58847" y="20473"/>
                  <a:pt x="58847" y="20564"/>
                  <a:pt x="58847" y="20564"/>
                </a:cubicBezTo>
                <a:lnTo>
                  <a:pt x="58725" y="20655"/>
                </a:lnTo>
                <a:cubicBezTo>
                  <a:pt x="58604" y="20746"/>
                  <a:pt x="58482" y="20807"/>
                  <a:pt x="58330" y="20837"/>
                </a:cubicBezTo>
                <a:lnTo>
                  <a:pt x="58360" y="20807"/>
                </a:lnTo>
                <a:cubicBezTo>
                  <a:pt x="58330" y="20777"/>
                  <a:pt x="58360" y="20716"/>
                  <a:pt x="58391" y="20716"/>
                </a:cubicBezTo>
                <a:cubicBezTo>
                  <a:pt x="58543" y="20716"/>
                  <a:pt x="58664" y="20625"/>
                  <a:pt x="58664" y="20473"/>
                </a:cubicBezTo>
                <a:cubicBezTo>
                  <a:pt x="58725" y="20442"/>
                  <a:pt x="58755" y="20442"/>
                  <a:pt x="58816" y="20442"/>
                </a:cubicBezTo>
                <a:close/>
                <a:moveTo>
                  <a:pt x="60154" y="20473"/>
                </a:moveTo>
                <a:lnTo>
                  <a:pt x="60154" y="20594"/>
                </a:lnTo>
                <a:cubicBezTo>
                  <a:pt x="60154" y="20675"/>
                  <a:pt x="60100" y="20689"/>
                  <a:pt x="60037" y="20689"/>
                </a:cubicBezTo>
                <a:cubicBezTo>
                  <a:pt x="60005" y="20689"/>
                  <a:pt x="59971" y="20685"/>
                  <a:pt x="59941" y="20685"/>
                </a:cubicBezTo>
                <a:cubicBezTo>
                  <a:pt x="59759" y="20716"/>
                  <a:pt x="59880" y="20837"/>
                  <a:pt x="59880" y="20868"/>
                </a:cubicBezTo>
                <a:cubicBezTo>
                  <a:pt x="59880" y="20898"/>
                  <a:pt x="59911" y="20989"/>
                  <a:pt x="59880" y="20989"/>
                </a:cubicBezTo>
                <a:lnTo>
                  <a:pt x="59819" y="21050"/>
                </a:lnTo>
                <a:cubicBezTo>
                  <a:pt x="59759" y="20989"/>
                  <a:pt x="59728" y="20929"/>
                  <a:pt x="59667" y="20868"/>
                </a:cubicBezTo>
                <a:lnTo>
                  <a:pt x="59637" y="20868"/>
                </a:lnTo>
                <a:cubicBezTo>
                  <a:pt x="59630" y="20861"/>
                  <a:pt x="59623" y="20859"/>
                  <a:pt x="59616" y="20859"/>
                </a:cubicBezTo>
                <a:cubicBezTo>
                  <a:pt x="59604" y="20859"/>
                  <a:pt x="59592" y="20866"/>
                  <a:pt x="59579" y="20866"/>
                </a:cubicBezTo>
                <a:cubicBezTo>
                  <a:pt x="59568" y="20866"/>
                  <a:pt x="59557" y="20860"/>
                  <a:pt x="59546" y="20837"/>
                </a:cubicBezTo>
                <a:cubicBezTo>
                  <a:pt x="59515" y="20777"/>
                  <a:pt x="59485" y="20685"/>
                  <a:pt x="59515" y="20655"/>
                </a:cubicBezTo>
                <a:lnTo>
                  <a:pt x="59607" y="20564"/>
                </a:lnTo>
                <a:cubicBezTo>
                  <a:pt x="59667" y="20533"/>
                  <a:pt x="59759" y="20503"/>
                  <a:pt x="59819" y="20503"/>
                </a:cubicBezTo>
                <a:cubicBezTo>
                  <a:pt x="59941" y="20503"/>
                  <a:pt x="60032" y="20503"/>
                  <a:pt x="60154" y="20473"/>
                </a:cubicBezTo>
                <a:close/>
                <a:moveTo>
                  <a:pt x="57950" y="20826"/>
                </a:moveTo>
                <a:cubicBezTo>
                  <a:pt x="57994" y="20826"/>
                  <a:pt x="58034" y="20860"/>
                  <a:pt x="58056" y="20929"/>
                </a:cubicBezTo>
                <a:cubicBezTo>
                  <a:pt x="58056" y="20989"/>
                  <a:pt x="57904" y="20989"/>
                  <a:pt x="57874" y="20989"/>
                </a:cubicBezTo>
                <a:cubicBezTo>
                  <a:pt x="57868" y="20984"/>
                  <a:pt x="57862" y="20981"/>
                  <a:pt x="57857" y="20981"/>
                </a:cubicBezTo>
                <a:cubicBezTo>
                  <a:pt x="57834" y="20981"/>
                  <a:pt x="57819" y="21026"/>
                  <a:pt x="57844" y="21050"/>
                </a:cubicBezTo>
                <a:cubicBezTo>
                  <a:pt x="57874" y="21081"/>
                  <a:pt x="57844" y="21111"/>
                  <a:pt x="57783" y="21111"/>
                </a:cubicBezTo>
                <a:cubicBezTo>
                  <a:pt x="57722" y="21111"/>
                  <a:pt x="57570" y="20989"/>
                  <a:pt x="57570" y="20959"/>
                </a:cubicBezTo>
                <a:cubicBezTo>
                  <a:pt x="57570" y="20929"/>
                  <a:pt x="57813" y="20837"/>
                  <a:pt x="57904" y="20837"/>
                </a:cubicBezTo>
                <a:cubicBezTo>
                  <a:pt x="57920" y="20830"/>
                  <a:pt x="57935" y="20826"/>
                  <a:pt x="57950" y="20826"/>
                </a:cubicBezTo>
                <a:close/>
                <a:moveTo>
                  <a:pt x="59333" y="20944"/>
                </a:moveTo>
                <a:cubicBezTo>
                  <a:pt x="59371" y="20944"/>
                  <a:pt x="59394" y="20959"/>
                  <a:pt x="59394" y="20989"/>
                </a:cubicBezTo>
                <a:lnTo>
                  <a:pt x="59394" y="21020"/>
                </a:lnTo>
                <a:cubicBezTo>
                  <a:pt x="59394" y="21050"/>
                  <a:pt x="59303" y="21141"/>
                  <a:pt x="59272" y="21141"/>
                </a:cubicBezTo>
                <a:cubicBezTo>
                  <a:pt x="59270" y="21139"/>
                  <a:pt x="59268" y="21138"/>
                  <a:pt x="59265" y="21138"/>
                </a:cubicBezTo>
                <a:cubicBezTo>
                  <a:pt x="59225" y="21138"/>
                  <a:pt x="59103" y="21296"/>
                  <a:pt x="59018" y="21296"/>
                </a:cubicBezTo>
                <a:cubicBezTo>
                  <a:pt x="59011" y="21296"/>
                  <a:pt x="59005" y="21295"/>
                  <a:pt x="58999" y="21293"/>
                </a:cubicBezTo>
                <a:cubicBezTo>
                  <a:pt x="58907" y="21263"/>
                  <a:pt x="59059" y="21050"/>
                  <a:pt x="59181" y="20989"/>
                </a:cubicBezTo>
                <a:cubicBezTo>
                  <a:pt x="59242" y="20959"/>
                  <a:pt x="59295" y="20944"/>
                  <a:pt x="59333" y="20944"/>
                </a:cubicBezTo>
                <a:close/>
                <a:moveTo>
                  <a:pt x="56293" y="21293"/>
                </a:moveTo>
                <a:cubicBezTo>
                  <a:pt x="56476" y="21354"/>
                  <a:pt x="56506" y="21476"/>
                  <a:pt x="56415" y="21567"/>
                </a:cubicBezTo>
                <a:lnTo>
                  <a:pt x="56354" y="21567"/>
                </a:lnTo>
                <a:cubicBezTo>
                  <a:pt x="56322" y="21599"/>
                  <a:pt x="56276" y="21612"/>
                  <a:pt x="56236" y="21617"/>
                </a:cubicBezTo>
                <a:lnTo>
                  <a:pt x="56236" y="21617"/>
                </a:lnTo>
                <a:lnTo>
                  <a:pt x="56293" y="21445"/>
                </a:lnTo>
                <a:lnTo>
                  <a:pt x="56293" y="21293"/>
                </a:lnTo>
                <a:close/>
                <a:moveTo>
                  <a:pt x="56162" y="21618"/>
                </a:moveTo>
                <a:cubicBezTo>
                  <a:pt x="56164" y="21618"/>
                  <a:pt x="56170" y="21619"/>
                  <a:pt x="56180" y="21620"/>
                </a:cubicBezTo>
                <a:lnTo>
                  <a:pt x="56180" y="21620"/>
                </a:lnTo>
                <a:cubicBezTo>
                  <a:pt x="56166" y="21619"/>
                  <a:pt x="56158" y="21618"/>
                  <a:pt x="56162" y="21618"/>
                </a:cubicBezTo>
                <a:close/>
                <a:moveTo>
                  <a:pt x="55021" y="21876"/>
                </a:moveTo>
                <a:cubicBezTo>
                  <a:pt x="55120" y="21876"/>
                  <a:pt x="55248" y="21998"/>
                  <a:pt x="55199" y="22023"/>
                </a:cubicBezTo>
                <a:cubicBezTo>
                  <a:pt x="55128" y="22058"/>
                  <a:pt x="55057" y="22073"/>
                  <a:pt x="54992" y="22073"/>
                </a:cubicBezTo>
                <a:cubicBezTo>
                  <a:pt x="54946" y="22073"/>
                  <a:pt x="54903" y="22066"/>
                  <a:pt x="54865" y="22053"/>
                </a:cubicBezTo>
                <a:cubicBezTo>
                  <a:pt x="54854" y="22048"/>
                  <a:pt x="54844" y="22045"/>
                  <a:pt x="54835" y="22045"/>
                </a:cubicBezTo>
                <a:cubicBezTo>
                  <a:pt x="54795" y="22045"/>
                  <a:pt x="54779" y="22095"/>
                  <a:pt x="54804" y="22144"/>
                </a:cubicBezTo>
                <a:cubicBezTo>
                  <a:pt x="54682" y="22236"/>
                  <a:pt x="54561" y="22327"/>
                  <a:pt x="54409" y="22357"/>
                </a:cubicBezTo>
                <a:cubicBezTo>
                  <a:pt x="54402" y="22361"/>
                  <a:pt x="54394" y="22362"/>
                  <a:pt x="54386" y="22362"/>
                </a:cubicBezTo>
                <a:cubicBezTo>
                  <a:pt x="54316" y="22362"/>
                  <a:pt x="54193" y="22266"/>
                  <a:pt x="54166" y="22266"/>
                </a:cubicBezTo>
                <a:cubicBezTo>
                  <a:pt x="54166" y="22236"/>
                  <a:pt x="54227" y="22175"/>
                  <a:pt x="54227" y="22114"/>
                </a:cubicBezTo>
                <a:lnTo>
                  <a:pt x="54379" y="21992"/>
                </a:lnTo>
                <a:cubicBezTo>
                  <a:pt x="54409" y="21992"/>
                  <a:pt x="54470" y="21962"/>
                  <a:pt x="54500" y="21962"/>
                </a:cubicBezTo>
                <a:lnTo>
                  <a:pt x="54591" y="21962"/>
                </a:lnTo>
                <a:cubicBezTo>
                  <a:pt x="54624" y="21970"/>
                  <a:pt x="54656" y="21974"/>
                  <a:pt x="54689" y="21974"/>
                </a:cubicBezTo>
                <a:cubicBezTo>
                  <a:pt x="54778" y="21974"/>
                  <a:pt x="54867" y="21946"/>
                  <a:pt x="54956" y="21901"/>
                </a:cubicBezTo>
                <a:cubicBezTo>
                  <a:pt x="54974" y="21883"/>
                  <a:pt x="54997" y="21876"/>
                  <a:pt x="55021" y="21876"/>
                </a:cubicBezTo>
                <a:close/>
                <a:moveTo>
                  <a:pt x="25209" y="22059"/>
                </a:moveTo>
                <a:cubicBezTo>
                  <a:pt x="25233" y="22059"/>
                  <a:pt x="25251" y="22067"/>
                  <a:pt x="25259" y="22084"/>
                </a:cubicBezTo>
                <a:cubicBezTo>
                  <a:pt x="25290" y="22114"/>
                  <a:pt x="25107" y="22388"/>
                  <a:pt x="25016" y="22418"/>
                </a:cubicBezTo>
                <a:cubicBezTo>
                  <a:pt x="24970" y="22441"/>
                  <a:pt x="24923" y="22451"/>
                  <a:pt x="24877" y="22451"/>
                </a:cubicBezTo>
                <a:cubicBezTo>
                  <a:pt x="24802" y="22451"/>
                  <a:pt x="24727" y="22425"/>
                  <a:pt x="24652" y="22388"/>
                </a:cubicBezTo>
                <a:lnTo>
                  <a:pt x="24834" y="22266"/>
                </a:lnTo>
                <a:lnTo>
                  <a:pt x="24955" y="22175"/>
                </a:lnTo>
                <a:cubicBezTo>
                  <a:pt x="25043" y="22109"/>
                  <a:pt x="25147" y="22059"/>
                  <a:pt x="25209" y="22059"/>
                </a:cubicBezTo>
                <a:close/>
                <a:moveTo>
                  <a:pt x="55516" y="22320"/>
                </a:moveTo>
                <a:cubicBezTo>
                  <a:pt x="55527" y="22320"/>
                  <a:pt x="55534" y="22322"/>
                  <a:pt x="55534" y="22327"/>
                </a:cubicBezTo>
                <a:cubicBezTo>
                  <a:pt x="55564" y="22357"/>
                  <a:pt x="55382" y="22540"/>
                  <a:pt x="55321" y="22600"/>
                </a:cubicBezTo>
                <a:cubicBezTo>
                  <a:pt x="55309" y="22612"/>
                  <a:pt x="55292" y="22617"/>
                  <a:pt x="55271" y="22617"/>
                </a:cubicBezTo>
                <a:cubicBezTo>
                  <a:pt x="55184" y="22617"/>
                  <a:pt x="55036" y="22528"/>
                  <a:pt x="54986" y="22479"/>
                </a:cubicBezTo>
                <a:cubicBezTo>
                  <a:pt x="54926" y="22418"/>
                  <a:pt x="54956" y="22357"/>
                  <a:pt x="55108" y="22357"/>
                </a:cubicBezTo>
                <a:cubicBezTo>
                  <a:pt x="55126" y="22362"/>
                  <a:pt x="55148" y="22363"/>
                  <a:pt x="55172" y="22363"/>
                </a:cubicBezTo>
                <a:cubicBezTo>
                  <a:pt x="55288" y="22363"/>
                  <a:pt x="55460" y="22320"/>
                  <a:pt x="55516" y="22320"/>
                </a:cubicBezTo>
                <a:close/>
                <a:moveTo>
                  <a:pt x="51764" y="22965"/>
                </a:moveTo>
                <a:lnTo>
                  <a:pt x="51886" y="23026"/>
                </a:lnTo>
                <a:cubicBezTo>
                  <a:pt x="52008" y="23117"/>
                  <a:pt x="52008" y="23269"/>
                  <a:pt x="51886" y="23360"/>
                </a:cubicBezTo>
                <a:lnTo>
                  <a:pt x="51877" y="23369"/>
                </a:lnTo>
                <a:lnTo>
                  <a:pt x="51877" y="23369"/>
                </a:lnTo>
                <a:cubicBezTo>
                  <a:pt x="51837" y="23356"/>
                  <a:pt x="51797" y="23341"/>
                  <a:pt x="51756" y="23326"/>
                </a:cubicBezTo>
                <a:lnTo>
                  <a:pt x="51756" y="23326"/>
                </a:lnTo>
                <a:cubicBezTo>
                  <a:pt x="51755" y="23369"/>
                  <a:pt x="51750" y="23413"/>
                  <a:pt x="51744" y="23457"/>
                </a:cubicBezTo>
                <a:lnTo>
                  <a:pt x="51744" y="23457"/>
                </a:lnTo>
                <a:cubicBezTo>
                  <a:pt x="51702" y="23441"/>
                  <a:pt x="51667" y="23382"/>
                  <a:pt x="51634" y="23382"/>
                </a:cubicBezTo>
                <a:cubicBezTo>
                  <a:pt x="51616" y="23382"/>
                  <a:pt x="51599" y="23400"/>
                  <a:pt x="51582" y="23451"/>
                </a:cubicBezTo>
                <a:cubicBezTo>
                  <a:pt x="51552" y="23543"/>
                  <a:pt x="51491" y="23543"/>
                  <a:pt x="51400" y="23543"/>
                </a:cubicBezTo>
                <a:cubicBezTo>
                  <a:pt x="51369" y="23512"/>
                  <a:pt x="51309" y="23512"/>
                  <a:pt x="51278" y="23451"/>
                </a:cubicBezTo>
                <a:cubicBezTo>
                  <a:pt x="51278" y="23451"/>
                  <a:pt x="51278" y="23421"/>
                  <a:pt x="51339" y="23391"/>
                </a:cubicBezTo>
                <a:cubicBezTo>
                  <a:pt x="51400" y="23330"/>
                  <a:pt x="51491" y="23330"/>
                  <a:pt x="51552" y="23299"/>
                </a:cubicBezTo>
                <a:lnTo>
                  <a:pt x="51612" y="23269"/>
                </a:lnTo>
                <a:cubicBezTo>
                  <a:pt x="51660" y="23288"/>
                  <a:pt x="51708" y="23307"/>
                  <a:pt x="51756" y="23326"/>
                </a:cubicBezTo>
                <a:lnTo>
                  <a:pt x="51756" y="23326"/>
                </a:lnTo>
                <a:cubicBezTo>
                  <a:pt x="51759" y="23236"/>
                  <a:pt x="51752" y="23146"/>
                  <a:pt x="51734" y="23056"/>
                </a:cubicBezTo>
                <a:cubicBezTo>
                  <a:pt x="51704" y="23026"/>
                  <a:pt x="51734" y="22965"/>
                  <a:pt x="51764" y="22965"/>
                </a:cubicBezTo>
                <a:close/>
                <a:moveTo>
                  <a:pt x="29211" y="23391"/>
                </a:moveTo>
                <a:lnTo>
                  <a:pt x="29211" y="23421"/>
                </a:lnTo>
                <a:cubicBezTo>
                  <a:pt x="29262" y="23489"/>
                  <a:pt x="29342" y="23529"/>
                  <a:pt x="29424" y="23529"/>
                </a:cubicBezTo>
                <a:cubicBezTo>
                  <a:pt x="29488" y="23529"/>
                  <a:pt x="29553" y="23505"/>
                  <a:pt x="29606" y="23451"/>
                </a:cubicBezTo>
                <a:lnTo>
                  <a:pt x="29606" y="23451"/>
                </a:lnTo>
                <a:cubicBezTo>
                  <a:pt x="29636" y="23482"/>
                  <a:pt x="29545" y="23664"/>
                  <a:pt x="29454" y="23695"/>
                </a:cubicBezTo>
                <a:cubicBezTo>
                  <a:pt x="29419" y="23718"/>
                  <a:pt x="29384" y="23728"/>
                  <a:pt x="29351" y="23728"/>
                </a:cubicBezTo>
                <a:cubicBezTo>
                  <a:pt x="29298" y="23728"/>
                  <a:pt x="29248" y="23702"/>
                  <a:pt x="29211" y="23664"/>
                </a:cubicBezTo>
                <a:cubicBezTo>
                  <a:pt x="29180" y="23573"/>
                  <a:pt x="29089" y="23391"/>
                  <a:pt x="29211" y="23391"/>
                </a:cubicBezTo>
                <a:close/>
                <a:moveTo>
                  <a:pt x="50811" y="23413"/>
                </a:moveTo>
                <a:cubicBezTo>
                  <a:pt x="50883" y="23413"/>
                  <a:pt x="50944" y="23463"/>
                  <a:pt x="50944" y="23512"/>
                </a:cubicBezTo>
                <a:lnTo>
                  <a:pt x="50883" y="23573"/>
                </a:lnTo>
                <a:lnTo>
                  <a:pt x="50822" y="23634"/>
                </a:lnTo>
                <a:cubicBezTo>
                  <a:pt x="50741" y="23715"/>
                  <a:pt x="50562" y="23821"/>
                  <a:pt x="50482" y="23821"/>
                </a:cubicBezTo>
                <a:cubicBezTo>
                  <a:pt x="50472" y="23821"/>
                  <a:pt x="50464" y="23819"/>
                  <a:pt x="50457" y="23816"/>
                </a:cubicBezTo>
                <a:cubicBezTo>
                  <a:pt x="50366" y="23786"/>
                  <a:pt x="50305" y="23695"/>
                  <a:pt x="50245" y="23603"/>
                </a:cubicBezTo>
                <a:cubicBezTo>
                  <a:pt x="50245" y="23543"/>
                  <a:pt x="50275" y="23543"/>
                  <a:pt x="50366" y="23543"/>
                </a:cubicBezTo>
                <a:lnTo>
                  <a:pt x="50366" y="23512"/>
                </a:lnTo>
                <a:cubicBezTo>
                  <a:pt x="50419" y="23530"/>
                  <a:pt x="50502" y="23547"/>
                  <a:pt x="50569" y="23547"/>
                </a:cubicBezTo>
                <a:cubicBezTo>
                  <a:pt x="50617" y="23547"/>
                  <a:pt x="50657" y="23538"/>
                  <a:pt x="50670" y="23512"/>
                </a:cubicBezTo>
                <a:lnTo>
                  <a:pt x="50701" y="23482"/>
                </a:lnTo>
                <a:lnTo>
                  <a:pt x="50761" y="23421"/>
                </a:lnTo>
                <a:cubicBezTo>
                  <a:pt x="50778" y="23415"/>
                  <a:pt x="50795" y="23413"/>
                  <a:pt x="50811" y="23413"/>
                </a:cubicBezTo>
                <a:close/>
                <a:moveTo>
                  <a:pt x="27144" y="24211"/>
                </a:moveTo>
                <a:cubicBezTo>
                  <a:pt x="27509" y="24211"/>
                  <a:pt x="27509" y="24211"/>
                  <a:pt x="27509" y="24576"/>
                </a:cubicBezTo>
                <a:cubicBezTo>
                  <a:pt x="27326" y="24485"/>
                  <a:pt x="27053" y="24485"/>
                  <a:pt x="27144" y="24211"/>
                </a:cubicBezTo>
                <a:close/>
                <a:moveTo>
                  <a:pt x="13010" y="24302"/>
                </a:moveTo>
                <a:lnTo>
                  <a:pt x="13010" y="24302"/>
                </a:lnTo>
                <a:cubicBezTo>
                  <a:pt x="13040" y="24454"/>
                  <a:pt x="12980" y="24606"/>
                  <a:pt x="12888" y="24698"/>
                </a:cubicBezTo>
                <a:lnTo>
                  <a:pt x="12828" y="24728"/>
                </a:lnTo>
                <a:lnTo>
                  <a:pt x="12767" y="24789"/>
                </a:lnTo>
                <a:cubicBezTo>
                  <a:pt x="12714" y="24842"/>
                  <a:pt x="12640" y="24874"/>
                  <a:pt x="12570" y="24874"/>
                </a:cubicBezTo>
                <a:cubicBezTo>
                  <a:pt x="12519" y="24874"/>
                  <a:pt x="12471" y="24857"/>
                  <a:pt x="12432" y="24819"/>
                </a:cubicBezTo>
                <a:lnTo>
                  <a:pt x="12372" y="24758"/>
                </a:lnTo>
                <a:lnTo>
                  <a:pt x="12372" y="24606"/>
                </a:lnTo>
                <a:lnTo>
                  <a:pt x="12432" y="24606"/>
                </a:lnTo>
                <a:cubicBezTo>
                  <a:pt x="12463" y="24667"/>
                  <a:pt x="12493" y="24698"/>
                  <a:pt x="12524" y="24728"/>
                </a:cubicBezTo>
                <a:cubicBezTo>
                  <a:pt x="12532" y="24736"/>
                  <a:pt x="12542" y="24740"/>
                  <a:pt x="12553" y="24740"/>
                </a:cubicBezTo>
                <a:cubicBezTo>
                  <a:pt x="12582" y="24740"/>
                  <a:pt x="12615" y="24712"/>
                  <a:pt x="12615" y="24667"/>
                </a:cubicBezTo>
                <a:lnTo>
                  <a:pt x="12645" y="24606"/>
                </a:lnTo>
                <a:cubicBezTo>
                  <a:pt x="12676" y="24515"/>
                  <a:pt x="12736" y="24394"/>
                  <a:pt x="12828" y="24363"/>
                </a:cubicBezTo>
                <a:lnTo>
                  <a:pt x="13010" y="24302"/>
                </a:lnTo>
                <a:close/>
                <a:moveTo>
                  <a:pt x="11516" y="24390"/>
                </a:moveTo>
                <a:cubicBezTo>
                  <a:pt x="11548" y="24390"/>
                  <a:pt x="11581" y="24394"/>
                  <a:pt x="11612" y="24394"/>
                </a:cubicBezTo>
                <a:cubicBezTo>
                  <a:pt x="11703" y="24394"/>
                  <a:pt x="11764" y="24454"/>
                  <a:pt x="11703" y="24515"/>
                </a:cubicBezTo>
                <a:cubicBezTo>
                  <a:pt x="11612" y="24576"/>
                  <a:pt x="11460" y="24606"/>
                  <a:pt x="11429" y="24667"/>
                </a:cubicBezTo>
                <a:lnTo>
                  <a:pt x="11369" y="24789"/>
                </a:lnTo>
                <a:cubicBezTo>
                  <a:pt x="11343" y="24776"/>
                  <a:pt x="11318" y="24769"/>
                  <a:pt x="11295" y="24769"/>
                </a:cubicBezTo>
                <a:cubicBezTo>
                  <a:pt x="11263" y="24769"/>
                  <a:pt x="11234" y="24784"/>
                  <a:pt x="11217" y="24819"/>
                </a:cubicBezTo>
                <a:lnTo>
                  <a:pt x="11156" y="24880"/>
                </a:lnTo>
                <a:cubicBezTo>
                  <a:pt x="11095" y="24880"/>
                  <a:pt x="11065" y="24850"/>
                  <a:pt x="11034" y="24819"/>
                </a:cubicBezTo>
                <a:cubicBezTo>
                  <a:pt x="11034" y="24789"/>
                  <a:pt x="11034" y="24789"/>
                  <a:pt x="11065" y="24758"/>
                </a:cubicBezTo>
                <a:lnTo>
                  <a:pt x="11065" y="24728"/>
                </a:lnTo>
                <a:cubicBezTo>
                  <a:pt x="11017" y="24585"/>
                  <a:pt x="11007" y="24535"/>
                  <a:pt x="11122" y="24535"/>
                </a:cubicBezTo>
                <a:cubicBezTo>
                  <a:pt x="11154" y="24535"/>
                  <a:pt x="11195" y="24539"/>
                  <a:pt x="11247" y="24546"/>
                </a:cubicBezTo>
                <a:cubicBezTo>
                  <a:pt x="11308" y="24546"/>
                  <a:pt x="11399" y="24515"/>
                  <a:pt x="11399" y="24485"/>
                </a:cubicBezTo>
                <a:cubicBezTo>
                  <a:pt x="11399" y="24404"/>
                  <a:pt x="11453" y="24390"/>
                  <a:pt x="11516" y="24390"/>
                </a:cubicBezTo>
                <a:close/>
                <a:moveTo>
                  <a:pt x="45229" y="25598"/>
                </a:moveTo>
                <a:cubicBezTo>
                  <a:pt x="45319" y="25598"/>
                  <a:pt x="45404" y="25632"/>
                  <a:pt x="45473" y="25701"/>
                </a:cubicBezTo>
                <a:cubicBezTo>
                  <a:pt x="45527" y="25755"/>
                  <a:pt x="45509" y="25953"/>
                  <a:pt x="45354" y="25953"/>
                </a:cubicBezTo>
                <a:cubicBezTo>
                  <a:pt x="45335" y="25953"/>
                  <a:pt x="45314" y="25950"/>
                  <a:pt x="45290" y="25944"/>
                </a:cubicBezTo>
                <a:lnTo>
                  <a:pt x="45260" y="25822"/>
                </a:lnTo>
                <a:cubicBezTo>
                  <a:pt x="45224" y="25751"/>
                  <a:pt x="45189" y="25722"/>
                  <a:pt x="45141" y="25722"/>
                </a:cubicBezTo>
                <a:cubicBezTo>
                  <a:pt x="45107" y="25722"/>
                  <a:pt x="45067" y="25736"/>
                  <a:pt x="45017" y="25761"/>
                </a:cubicBezTo>
                <a:cubicBezTo>
                  <a:pt x="44956" y="25731"/>
                  <a:pt x="44956" y="25670"/>
                  <a:pt x="44986" y="25609"/>
                </a:cubicBezTo>
                <a:lnTo>
                  <a:pt x="45138" y="25609"/>
                </a:lnTo>
                <a:cubicBezTo>
                  <a:pt x="45169" y="25602"/>
                  <a:pt x="45199" y="25598"/>
                  <a:pt x="45229" y="25598"/>
                </a:cubicBezTo>
                <a:close/>
                <a:moveTo>
                  <a:pt x="45505" y="26172"/>
                </a:moveTo>
                <a:cubicBezTo>
                  <a:pt x="45527" y="26172"/>
                  <a:pt x="45547" y="26177"/>
                  <a:pt x="45564" y="26187"/>
                </a:cubicBezTo>
                <a:cubicBezTo>
                  <a:pt x="45685" y="26248"/>
                  <a:pt x="45655" y="26309"/>
                  <a:pt x="45473" y="26309"/>
                </a:cubicBezTo>
                <a:lnTo>
                  <a:pt x="45351" y="26309"/>
                </a:lnTo>
                <a:cubicBezTo>
                  <a:pt x="45322" y="26301"/>
                  <a:pt x="45297" y="26298"/>
                  <a:pt x="45275" y="26298"/>
                </a:cubicBezTo>
                <a:cubicBezTo>
                  <a:pt x="45261" y="26298"/>
                  <a:pt x="45248" y="26299"/>
                  <a:pt x="45237" y="26302"/>
                </a:cubicBezTo>
                <a:lnTo>
                  <a:pt x="45237" y="26302"/>
                </a:lnTo>
                <a:cubicBezTo>
                  <a:pt x="45315" y="26235"/>
                  <a:pt x="45424" y="26172"/>
                  <a:pt x="45505" y="26172"/>
                </a:cubicBezTo>
                <a:close/>
                <a:moveTo>
                  <a:pt x="45179" y="26359"/>
                </a:moveTo>
                <a:lnTo>
                  <a:pt x="45179" y="26359"/>
                </a:lnTo>
                <a:cubicBezTo>
                  <a:pt x="45172" y="26378"/>
                  <a:pt x="45169" y="26401"/>
                  <a:pt x="45169" y="26430"/>
                </a:cubicBezTo>
                <a:lnTo>
                  <a:pt x="45169" y="26461"/>
                </a:lnTo>
                <a:cubicBezTo>
                  <a:pt x="45114" y="26461"/>
                  <a:pt x="45130" y="26414"/>
                  <a:pt x="45179" y="26359"/>
                </a:cubicBezTo>
                <a:close/>
                <a:moveTo>
                  <a:pt x="67911" y="0"/>
                </a:moveTo>
                <a:cubicBezTo>
                  <a:pt x="67849" y="0"/>
                  <a:pt x="67795" y="42"/>
                  <a:pt x="67753" y="168"/>
                </a:cubicBezTo>
                <a:cubicBezTo>
                  <a:pt x="67753" y="199"/>
                  <a:pt x="67661" y="199"/>
                  <a:pt x="67601" y="199"/>
                </a:cubicBezTo>
                <a:lnTo>
                  <a:pt x="67540" y="229"/>
                </a:lnTo>
                <a:cubicBezTo>
                  <a:pt x="67418" y="260"/>
                  <a:pt x="67449" y="381"/>
                  <a:pt x="67601" y="503"/>
                </a:cubicBezTo>
                <a:lnTo>
                  <a:pt x="67570" y="655"/>
                </a:lnTo>
                <a:cubicBezTo>
                  <a:pt x="67570" y="685"/>
                  <a:pt x="67570" y="746"/>
                  <a:pt x="67601" y="776"/>
                </a:cubicBezTo>
                <a:lnTo>
                  <a:pt x="67631" y="776"/>
                </a:lnTo>
                <a:cubicBezTo>
                  <a:pt x="67722" y="807"/>
                  <a:pt x="67692" y="837"/>
                  <a:pt x="67631" y="837"/>
                </a:cubicBezTo>
                <a:lnTo>
                  <a:pt x="67631" y="867"/>
                </a:lnTo>
                <a:lnTo>
                  <a:pt x="67540" y="1080"/>
                </a:lnTo>
                <a:cubicBezTo>
                  <a:pt x="67464" y="1095"/>
                  <a:pt x="67388" y="1103"/>
                  <a:pt x="67308" y="1103"/>
                </a:cubicBezTo>
                <a:cubicBezTo>
                  <a:pt x="67228" y="1103"/>
                  <a:pt x="67145" y="1095"/>
                  <a:pt x="67054" y="1080"/>
                </a:cubicBezTo>
                <a:cubicBezTo>
                  <a:pt x="67008" y="1065"/>
                  <a:pt x="66962" y="1057"/>
                  <a:pt x="66917" y="1057"/>
                </a:cubicBezTo>
                <a:cubicBezTo>
                  <a:pt x="66871" y="1057"/>
                  <a:pt x="66826" y="1065"/>
                  <a:pt x="66780" y="1080"/>
                </a:cubicBezTo>
                <a:lnTo>
                  <a:pt x="66689" y="1141"/>
                </a:lnTo>
                <a:cubicBezTo>
                  <a:pt x="66622" y="1191"/>
                  <a:pt x="66592" y="1214"/>
                  <a:pt x="66573" y="1214"/>
                </a:cubicBezTo>
                <a:cubicBezTo>
                  <a:pt x="66558" y="1214"/>
                  <a:pt x="66550" y="1199"/>
                  <a:pt x="66537" y="1171"/>
                </a:cubicBezTo>
                <a:cubicBezTo>
                  <a:pt x="66506" y="1141"/>
                  <a:pt x="66476" y="1080"/>
                  <a:pt x="66446" y="1050"/>
                </a:cubicBezTo>
                <a:cubicBezTo>
                  <a:pt x="66415" y="1019"/>
                  <a:pt x="66385" y="989"/>
                  <a:pt x="66324" y="989"/>
                </a:cubicBezTo>
                <a:cubicBezTo>
                  <a:pt x="66294" y="1019"/>
                  <a:pt x="66263" y="1050"/>
                  <a:pt x="66263" y="1080"/>
                </a:cubicBezTo>
                <a:cubicBezTo>
                  <a:pt x="66233" y="1141"/>
                  <a:pt x="66294" y="1232"/>
                  <a:pt x="66111" y="1263"/>
                </a:cubicBezTo>
                <a:cubicBezTo>
                  <a:pt x="65990" y="1323"/>
                  <a:pt x="65838" y="1384"/>
                  <a:pt x="65716" y="1475"/>
                </a:cubicBezTo>
                <a:cubicBezTo>
                  <a:pt x="65611" y="1502"/>
                  <a:pt x="65462" y="1573"/>
                  <a:pt x="65403" y="1573"/>
                </a:cubicBezTo>
                <a:cubicBezTo>
                  <a:pt x="65393" y="1573"/>
                  <a:pt x="65386" y="1571"/>
                  <a:pt x="65382" y="1567"/>
                </a:cubicBezTo>
                <a:lnTo>
                  <a:pt x="65199" y="1445"/>
                </a:lnTo>
                <a:cubicBezTo>
                  <a:pt x="65108" y="1536"/>
                  <a:pt x="65017" y="1627"/>
                  <a:pt x="64987" y="1749"/>
                </a:cubicBezTo>
                <a:lnTo>
                  <a:pt x="64865" y="1749"/>
                </a:lnTo>
                <a:cubicBezTo>
                  <a:pt x="64835" y="1749"/>
                  <a:pt x="64743" y="1536"/>
                  <a:pt x="64743" y="1506"/>
                </a:cubicBezTo>
                <a:lnTo>
                  <a:pt x="64743" y="1384"/>
                </a:lnTo>
                <a:cubicBezTo>
                  <a:pt x="64895" y="1323"/>
                  <a:pt x="64743" y="1323"/>
                  <a:pt x="64652" y="1323"/>
                </a:cubicBezTo>
                <a:cubicBezTo>
                  <a:pt x="64591" y="1354"/>
                  <a:pt x="64591" y="1567"/>
                  <a:pt x="64591" y="1627"/>
                </a:cubicBezTo>
                <a:cubicBezTo>
                  <a:pt x="64569" y="1696"/>
                  <a:pt x="64512" y="1730"/>
                  <a:pt x="64433" y="1730"/>
                </a:cubicBezTo>
                <a:cubicBezTo>
                  <a:pt x="64407" y="1730"/>
                  <a:pt x="64379" y="1726"/>
                  <a:pt x="64348" y="1719"/>
                </a:cubicBezTo>
                <a:lnTo>
                  <a:pt x="64257" y="1688"/>
                </a:lnTo>
                <a:cubicBezTo>
                  <a:pt x="64136" y="1627"/>
                  <a:pt x="64257" y="1567"/>
                  <a:pt x="64257" y="1567"/>
                </a:cubicBezTo>
                <a:lnTo>
                  <a:pt x="64196" y="1536"/>
                </a:lnTo>
                <a:cubicBezTo>
                  <a:pt x="64161" y="1513"/>
                  <a:pt x="64122" y="1503"/>
                  <a:pt x="64080" y="1503"/>
                </a:cubicBezTo>
                <a:cubicBezTo>
                  <a:pt x="64012" y="1503"/>
                  <a:pt x="63937" y="1529"/>
                  <a:pt x="63862" y="1567"/>
                </a:cubicBezTo>
                <a:lnTo>
                  <a:pt x="63862" y="1597"/>
                </a:lnTo>
                <a:lnTo>
                  <a:pt x="63953" y="1749"/>
                </a:lnTo>
                <a:cubicBezTo>
                  <a:pt x="63862" y="1810"/>
                  <a:pt x="63771" y="1871"/>
                  <a:pt x="63649" y="1901"/>
                </a:cubicBezTo>
                <a:cubicBezTo>
                  <a:pt x="63588" y="1931"/>
                  <a:pt x="63406" y="2114"/>
                  <a:pt x="63315" y="2114"/>
                </a:cubicBezTo>
                <a:lnTo>
                  <a:pt x="62798" y="2114"/>
                </a:lnTo>
                <a:cubicBezTo>
                  <a:pt x="62707" y="2144"/>
                  <a:pt x="62616" y="2144"/>
                  <a:pt x="62525" y="2174"/>
                </a:cubicBezTo>
                <a:cubicBezTo>
                  <a:pt x="62452" y="2174"/>
                  <a:pt x="62359" y="2136"/>
                  <a:pt x="62278" y="2136"/>
                </a:cubicBezTo>
                <a:cubicBezTo>
                  <a:pt x="62258" y="2136"/>
                  <a:pt x="62239" y="2138"/>
                  <a:pt x="62221" y="2144"/>
                </a:cubicBezTo>
                <a:cubicBezTo>
                  <a:pt x="62160" y="2174"/>
                  <a:pt x="62129" y="2296"/>
                  <a:pt x="62069" y="2326"/>
                </a:cubicBezTo>
                <a:cubicBezTo>
                  <a:pt x="61977" y="2326"/>
                  <a:pt x="61886" y="2326"/>
                  <a:pt x="61795" y="2296"/>
                </a:cubicBezTo>
                <a:lnTo>
                  <a:pt x="61643" y="2266"/>
                </a:lnTo>
                <a:cubicBezTo>
                  <a:pt x="61430" y="2357"/>
                  <a:pt x="61248" y="2478"/>
                  <a:pt x="61066" y="2630"/>
                </a:cubicBezTo>
                <a:cubicBezTo>
                  <a:pt x="60988" y="2688"/>
                  <a:pt x="60899" y="2709"/>
                  <a:pt x="60813" y="2709"/>
                </a:cubicBezTo>
                <a:cubicBezTo>
                  <a:pt x="60763" y="2709"/>
                  <a:pt x="60715" y="2702"/>
                  <a:pt x="60670" y="2691"/>
                </a:cubicBezTo>
                <a:lnTo>
                  <a:pt x="60579" y="2661"/>
                </a:lnTo>
                <a:lnTo>
                  <a:pt x="60458" y="2661"/>
                </a:lnTo>
                <a:cubicBezTo>
                  <a:pt x="60441" y="2655"/>
                  <a:pt x="60425" y="2653"/>
                  <a:pt x="60410" y="2653"/>
                </a:cubicBezTo>
                <a:cubicBezTo>
                  <a:pt x="60336" y="2653"/>
                  <a:pt x="60270" y="2707"/>
                  <a:pt x="60245" y="2782"/>
                </a:cubicBezTo>
                <a:cubicBezTo>
                  <a:pt x="60230" y="2798"/>
                  <a:pt x="60184" y="2798"/>
                  <a:pt x="60138" y="2798"/>
                </a:cubicBezTo>
                <a:cubicBezTo>
                  <a:pt x="60093" y="2798"/>
                  <a:pt x="60047" y="2798"/>
                  <a:pt x="60032" y="2813"/>
                </a:cubicBezTo>
                <a:cubicBezTo>
                  <a:pt x="59971" y="2813"/>
                  <a:pt x="59941" y="2843"/>
                  <a:pt x="59911" y="2904"/>
                </a:cubicBezTo>
                <a:cubicBezTo>
                  <a:pt x="59728" y="2934"/>
                  <a:pt x="59515" y="2995"/>
                  <a:pt x="59333" y="3086"/>
                </a:cubicBezTo>
                <a:lnTo>
                  <a:pt x="59272" y="3117"/>
                </a:lnTo>
                <a:cubicBezTo>
                  <a:pt x="59239" y="3103"/>
                  <a:pt x="59206" y="3097"/>
                  <a:pt x="59173" y="3097"/>
                </a:cubicBezTo>
                <a:cubicBezTo>
                  <a:pt x="59057" y="3097"/>
                  <a:pt x="58948" y="3174"/>
                  <a:pt x="58877" y="3269"/>
                </a:cubicBezTo>
                <a:lnTo>
                  <a:pt x="58330" y="3269"/>
                </a:lnTo>
                <a:cubicBezTo>
                  <a:pt x="58178" y="3360"/>
                  <a:pt x="57904" y="3542"/>
                  <a:pt x="57844" y="3573"/>
                </a:cubicBezTo>
                <a:cubicBezTo>
                  <a:pt x="57841" y="3575"/>
                  <a:pt x="57836" y="3577"/>
                  <a:pt x="57831" y="3577"/>
                </a:cubicBezTo>
                <a:cubicBezTo>
                  <a:pt x="57771" y="3577"/>
                  <a:pt x="57565" y="3446"/>
                  <a:pt x="57509" y="3390"/>
                </a:cubicBezTo>
                <a:cubicBezTo>
                  <a:pt x="57477" y="3369"/>
                  <a:pt x="57452" y="3359"/>
                  <a:pt x="57435" y="3359"/>
                </a:cubicBezTo>
                <a:cubicBezTo>
                  <a:pt x="57404" y="3359"/>
                  <a:pt x="57398" y="3392"/>
                  <a:pt x="57418" y="3451"/>
                </a:cubicBezTo>
                <a:lnTo>
                  <a:pt x="57448" y="3542"/>
                </a:lnTo>
                <a:lnTo>
                  <a:pt x="57448" y="3603"/>
                </a:lnTo>
                <a:cubicBezTo>
                  <a:pt x="57540" y="3633"/>
                  <a:pt x="57448" y="3725"/>
                  <a:pt x="57236" y="3846"/>
                </a:cubicBezTo>
                <a:lnTo>
                  <a:pt x="57053" y="3877"/>
                </a:lnTo>
                <a:lnTo>
                  <a:pt x="56932" y="3907"/>
                </a:lnTo>
                <a:cubicBezTo>
                  <a:pt x="56719" y="3968"/>
                  <a:pt x="56537" y="3998"/>
                  <a:pt x="56354" y="4029"/>
                </a:cubicBezTo>
                <a:lnTo>
                  <a:pt x="56233" y="4181"/>
                </a:lnTo>
                <a:cubicBezTo>
                  <a:pt x="56188" y="4225"/>
                  <a:pt x="56147" y="4245"/>
                  <a:pt x="56114" y="4245"/>
                </a:cubicBezTo>
                <a:cubicBezTo>
                  <a:pt x="56056" y="4245"/>
                  <a:pt x="56020" y="4186"/>
                  <a:pt x="56020" y="4089"/>
                </a:cubicBezTo>
                <a:cubicBezTo>
                  <a:pt x="55929" y="4089"/>
                  <a:pt x="55868" y="4150"/>
                  <a:pt x="55898" y="4181"/>
                </a:cubicBezTo>
                <a:cubicBezTo>
                  <a:pt x="55898" y="4181"/>
                  <a:pt x="55807" y="4241"/>
                  <a:pt x="55746" y="4241"/>
                </a:cubicBezTo>
                <a:cubicBezTo>
                  <a:pt x="55686" y="4241"/>
                  <a:pt x="55686" y="4363"/>
                  <a:pt x="55686" y="4393"/>
                </a:cubicBezTo>
                <a:cubicBezTo>
                  <a:pt x="55686" y="4424"/>
                  <a:pt x="55564" y="4454"/>
                  <a:pt x="55503" y="4454"/>
                </a:cubicBezTo>
                <a:cubicBezTo>
                  <a:pt x="55473" y="4454"/>
                  <a:pt x="55412" y="4272"/>
                  <a:pt x="55412" y="4211"/>
                </a:cubicBezTo>
                <a:cubicBezTo>
                  <a:pt x="55412" y="4150"/>
                  <a:pt x="55382" y="4089"/>
                  <a:pt x="55321" y="4089"/>
                </a:cubicBezTo>
                <a:cubicBezTo>
                  <a:pt x="55321" y="4150"/>
                  <a:pt x="55290" y="4241"/>
                  <a:pt x="55290" y="4333"/>
                </a:cubicBezTo>
                <a:cubicBezTo>
                  <a:pt x="55290" y="4424"/>
                  <a:pt x="55138" y="4454"/>
                  <a:pt x="54956" y="4454"/>
                </a:cubicBezTo>
                <a:lnTo>
                  <a:pt x="54926" y="4637"/>
                </a:lnTo>
                <a:cubicBezTo>
                  <a:pt x="54926" y="4661"/>
                  <a:pt x="54985" y="4744"/>
                  <a:pt x="54944" y="4744"/>
                </a:cubicBezTo>
                <a:cubicBezTo>
                  <a:pt x="54935" y="4744"/>
                  <a:pt x="54919" y="4740"/>
                  <a:pt x="54895" y="4728"/>
                </a:cubicBezTo>
                <a:lnTo>
                  <a:pt x="54591" y="4576"/>
                </a:lnTo>
                <a:cubicBezTo>
                  <a:pt x="54409" y="4758"/>
                  <a:pt x="54348" y="4880"/>
                  <a:pt x="54500" y="4880"/>
                </a:cubicBezTo>
                <a:lnTo>
                  <a:pt x="54591" y="4880"/>
                </a:lnTo>
                <a:cubicBezTo>
                  <a:pt x="54606" y="4864"/>
                  <a:pt x="54622" y="4857"/>
                  <a:pt x="54637" y="4857"/>
                </a:cubicBezTo>
                <a:cubicBezTo>
                  <a:pt x="54652" y="4857"/>
                  <a:pt x="54667" y="4864"/>
                  <a:pt x="54682" y="4880"/>
                </a:cubicBezTo>
                <a:lnTo>
                  <a:pt x="54682" y="4910"/>
                </a:lnTo>
                <a:cubicBezTo>
                  <a:pt x="54682" y="4940"/>
                  <a:pt x="54287" y="5001"/>
                  <a:pt x="54135" y="5001"/>
                </a:cubicBezTo>
                <a:cubicBezTo>
                  <a:pt x="53983" y="5001"/>
                  <a:pt x="53831" y="5092"/>
                  <a:pt x="53801" y="5244"/>
                </a:cubicBezTo>
                <a:lnTo>
                  <a:pt x="53588" y="5244"/>
                </a:lnTo>
                <a:cubicBezTo>
                  <a:pt x="53497" y="5275"/>
                  <a:pt x="53436" y="5305"/>
                  <a:pt x="53375" y="5336"/>
                </a:cubicBezTo>
                <a:cubicBezTo>
                  <a:pt x="53291" y="5399"/>
                  <a:pt x="53221" y="5491"/>
                  <a:pt x="53126" y="5491"/>
                </a:cubicBezTo>
                <a:cubicBezTo>
                  <a:pt x="53083" y="5491"/>
                  <a:pt x="53036" y="5473"/>
                  <a:pt x="52980" y="5427"/>
                </a:cubicBezTo>
                <a:cubicBezTo>
                  <a:pt x="52971" y="5418"/>
                  <a:pt x="52960" y="5414"/>
                  <a:pt x="52947" y="5414"/>
                </a:cubicBezTo>
                <a:cubicBezTo>
                  <a:pt x="52914" y="5414"/>
                  <a:pt x="52871" y="5436"/>
                  <a:pt x="52828" y="5457"/>
                </a:cubicBezTo>
                <a:cubicBezTo>
                  <a:pt x="52676" y="5548"/>
                  <a:pt x="52494" y="5640"/>
                  <a:pt x="52281" y="5670"/>
                </a:cubicBezTo>
                <a:cubicBezTo>
                  <a:pt x="52220" y="5670"/>
                  <a:pt x="52160" y="5670"/>
                  <a:pt x="52099" y="5761"/>
                </a:cubicBezTo>
                <a:cubicBezTo>
                  <a:pt x="52008" y="5913"/>
                  <a:pt x="51764" y="5883"/>
                  <a:pt x="51582" y="5974"/>
                </a:cubicBezTo>
                <a:lnTo>
                  <a:pt x="51521" y="5974"/>
                </a:lnTo>
                <a:cubicBezTo>
                  <a:pt x="51448" y="5919"/>
                  <a:pt x="51375" y="5908"/>
                  <a:pt x="51329" y="5908"/>
                </a:cubicBezTo>
                <a:cubicBezTo>
                  <a:pt x="51298" y="5908"/>
                  <a:pt x="51278" y="5913"/>
                  <a:pt x="51278" y="5913"/>
                </a:cubicBezTo>
                <a:cubicBezTo>
                  <a:pt x="51278" y="5944"/>
                  <a:pt x="51278" y="6126"/>
                  <a:pt x="51217" y="6126"/>
                </a:cubicBezTo>
                <a:cubicBezTo>
                  <a:pt x="51065" y="6156"/>
                  <a:pt x="50913" y="6217"/>
                  <a:pt x="50761" y="6278"/>
                </a:cubicBezTo>
                <a:lnTo>
                  <a:pt x="50579" y="6308"/>
                </a:lnTo>
                <a:lnTo>
                  <a:pt x="50488" y="6339"/>
                </a:lnTo>
                <a:cubicBezTo>
                  <a:pt x="50427" y="6369"/>
                  <a:pt x="50366" y="6430"/>
                  <a:pt x="50305" y="6460"/>
                </a:cubicBezTo>
                <a:cubicBezTo>
                  <a:pt x="50249" y="6423"/>
                  <a:pt x="50207" y="6408"/>
                  <a:pt x="50174" y="6408"/>
                </a:cubicBezTo>
                <a:cubicBezTo>
                  <a:pt x="50101" y="6408"/>
                  <a:pt x="50074" y="6479"/>
                  <a:pt x="50032" y="6521"/>
                </a:cubicBezTo>
                <a:cubicBezTo>
                  <a:pt x="49971" y="6612"/>
                  <a:pt x="49789" y="6673"/>
                  <a:pt x="49728" y="6764"/>
                </a:cubicBezTo>
                <a:cubicBezTo>
                  <a:pt x="49715" y="6783"/>
                  <a:pt x="49698" y="6790"/>
                  <a:pt x="49676" y="6790"/>
                </a:cubicBezTo>
                <a:cubicBezTo>
                  <a:pt x="49610" y="6790"/>
                  <a:pt x="49508" y="6721"/>
                  <a:pt x="49421" y="6721"/>
                </a:cubicBezTo>
                <a:cubicBezTo>
                  <a:pt x="49401" y="6721"/>
                  <a:pt x="49381" y="6725"/>
                  <a:pt x="49363" y="6734"/>
                </a:cubicBezTo>
                <a:lnTo>
                  <a:pt x="49302" y="6734"/>
                </a:lnTo>
                <a:lnTo>
                  <a:pt x="49120" y="6916"/>
                </a:lnTo>
                <a:cubicBezTo>
                  <a:pt x="49027" y="6823"/>
                  <a:pt x="48934" y="6787"/>
                  <a:pt x="48869" y="6787"/>
                </a:cubicBezTo>
                <a:cubicBezTo>
                  <a:pt x="48827" y="6787"/>
                  <a:pt x="48797" y="6801"/>
                  <a:pt x="48786" y="6825"/>
                </a:cubicBezTo>
                <a:cubicBezTo>
                  <a:pt x="48786" y="6911"/>
                  <a:pt x="48622" y="7162"/>
                  <a:pt x="48527" y="7162"/>
                </a:cubicBezTo>
                <a:cubicBezTo>
                  <a:pt x="48522" y="7162"/>
                  <a:pt x="48517" y="7161"/>
                  <a:pt x="48512" y="7159"/>
                </a:cubicBezTo>
                <a:cubicBezTo>
                  <a:pt x="48495" y="7148"/>
                  <a:pt x="48474" y="7143"/>
                  <a:pt x="48452" y="7143"/>
                </a:cubicBezTo>
                <a:cubicBezTo>
                  <a:pt x="48357" y="7143"/>
                  <a:pt x="48233" y="7232"/>
                  <a:pt x="48208" y="7281"/>
                </a:cubicBezTo>
                <a:cubicBezTo>
                  <a:pt x="48199" y="7290"/>
                  <a:pt x="48180" y="7294"/>
                  <a:pt x="48156" y="7294"/>
                </a:cubicBezTo>
                <a:cubicBezTo>
                  <a:pt x="48097" y="7294"/>
                  <a:pt x="48008" y="7272"/>
                  <a:pt x="47965" y="7251"/>
                </a:cubicBezTo>
                <a:cubicBezTo>
                  <a:pt x="47935" y="7220"/>
                  <a:pt x="48056" y="7068"/>
                  <a:pt x="48087" y="7038"/>
                </a:cubicBezTo>
                <a:cubicBezTo>
                  <a:pt x="48117" y="7007"/>
                  <a:pt x="48117" y="6855"/>
                  <a:pt x="48117" y="6795"/>
                </a:cubicBezTo>
                <a:cubicBezTo>
                  <a:pt x="48026" y="6703"/>
                  <a:pt x="47935" y="6643"/>
                  <a:pt x="47843" y="6582"/>
                </a:cubicBezTo>
                <a:cubicBezTo>
                  <a:pt x="47813" y="6567"/>
                  <a:pt x="47775" y="6559"/>
                  <a:pt x="47737" y="6559"/>
                </a:cubicBezTo>
                <a:cubicBezTo>
                  <a:pt x="47699" y="6559"/>
                  <a:pt x="47661" y="6567"/>
                  <a:pt x="47631" y="6582"/>
                </a:cubicBezTo>
                <a:lnTo>
                  <a:pt x="47600" y="6582"/>
                </a:lnTo>
                <a:cubicBezTo>
                  <a:pt x="47418" y="6612"/>
                  <a:pt x="47327" y="6673"/>
                  <a:pt x="47479" y="6825"/>
                </a:cubicBezTo>
                <a:cubicBezTo>
                  <a:pt x="47509" y="6825"/>
                  <a:pt x="47479" y="6825"/>
                  <a:pt x="47479" y="6886"/>
                </a:cubicBezTo>
                <a:cubicBezTo>
                  <a:pt x="47479" y="6911"/>
                  <a:pt x="47457" y="6918"/>
                  <a:pt x="47429" y="6918"/>
                </a:cubicBezTo>
                <a:cubicBezTo>
                  <a:pt x="47402" y="6918"/>
                  <a:pt x="47368" y="6912"/>
                  <a:pt x="47344" y="6912"/>
                </a:cubicBezTo>
                <a:cubicBezTo>
                  <a:pt x="47306" y="6912"/>
                  <a:pt x="47290" y="6927"/>
                  <a:pt x="47357" y="7007"/>
                </a:cubicBezTo>
                <a:lnTo>
                  <a:pt x="47387" y="7068"/>
                </a:lnTo>
                <a:cubicBezTo>
                  <a:pt x="47387" y="7159"/>
                  <a:pt x="47266" y="7281"/>
                  <a:pt x="47296" y="7342"/>
                </a:cubicBezTo>
                <a:cubicBezTo>
                  <a:pt x="47327" y="7372"/>
                  <a:pt x="47296" y="7403"/>
                  <a:pt x="47175" y="7403"/>
                </a:cubicBezTo>
                <a:lnTo>
                  <a:pt x="47084" y="7403"/>
                </a:lnTo>
                <a:cubicBezTo>
                  <a:pt x="46992" y="7372"/>
                  <a:pt x="46901" y="7342"/>
                  <a:pt x="46810" y="7342"/>
                </a:cubicBezTo>
                <a:cubicBezTo>
                  <a:pt x="46810" y="7311"/>
                  <a:pt x="46992" y="7251"/>
                  <a:pt x="47084" y="7251"/>
                </a:cubicBezTo>
                <a:cubicBezTo>
                  <a:pt x="47144" y="7251"/>
                  <a:pt x="47175" y="7220"/>
                  <a:pt x="47114" y="7190"/>
                </a:cubicBezTo>
                <a:lnTo>
                  <a:pt x="47114" y="7159"/>
                </a:lnTo>
                <a:cubicBezTo>
                  <a:pt x="47114" y="7099"/>
                  <a:pt x="47266" y="7038"/>
                  <a:pt x="47084" y="6947"/>
                </a:cubicBezTo>
                <a:cubicBezTo>
                  <a:pt x="47051" y="6930"/>
                  <a:pt x="47025" y="6924"/>
                  <a:pt x="47003" y="6924"/>
                </a:cubicBezTo>
                <a:cubicBezTo>
                  <a:pt x="46900" y="6924"/>
                  <a:pt x="46896" y="7068"/>
                  <a:pt x="46871" y="7068"/>
                </a:cubicBezTo>
                <a:lnTo>
                  <a:pt x="46628" y="7068"/>
                </a:lnTo>
                <a:cubicBezTo>
                  <a:pt x="46628" y="7068"/>
                  <a:pt x="46597" y="6947"/>
                  <a:pt x="46628" y="6947"/>
                </a:cubicBezTo>
                <a:cubicBezTo>
                  <a:pt x="46749" y="6825"/>
                  <a:pt x="46658" y="6825"/>
                  <a:pt x="46567" y="6825"/>
                </a:cubicBezTo>
                <a:cubicBezTo>
                  <a:pt x="46506" y="6825"/>
                  <a:pt x="46472" y="6866"/>
                  <a:pt x="46420" y="6866"/>
                </a:cubicBezTo>
                <a:cubicBezTo>
                  <a:pt x="46395" y="6866"/>
                  <a:pt x="46364" y="6855"/>
                  <a:pt x="46324" y="6825"/>
                </a:cubicBezTo>
                <a:lnTo>
                  <a:pt x="46232" y="6764"/>
                </a:lnTo>
                <a:cubicBezTo>
                  <a:pt x="46043" y="6764"/>
                  <a:pt x="45662" y="6956"/>
                  <a:pt x="45516" y="6956"/>
                </a:cubicBezTo>
                <a:cubicBezTo>
                  <a:pt x="45497" y="6956"/>
                  <a:pt x="45483" y="6953"/>
                  <a:pt x="45473" y="6947"/>
                </a:cubicBezTo>
                <a:cubicBezTo>
                  <a:pt x="45351" y="6916"/>
                  <a:pt x="45533" y="6764"/>
                  <a:pt x="45655" y="6764"/>
                </a:cubicBezTo>
                <a:cubicBezTo>
                  <a:pt x="45777" y="6764"/>
                  <a:pt x="45716" y="6551"/>
                  <a:pt x="45625" y="6551"/>
                </a:cubicBezTo>
                <a:cubicBezTo>
                  <a:pt x="45533" y="6551"/>
                  <a:pt x="45564" y="6491"/>
                  <a:pt x="45685" y="6460"/>
                </a:cubicBezTo>
                <a:lnTo>
                  <a:pt x="45807" y="6399"/>
                </a:lnTo>
                <a:cubicBezTo>
                  <a:pt x="45837" y="6369"/>
                  <a:pt x="45837" y="6278"/>
                  <a:pt x="45837" y="6278"/>
                </a:cubicBezTo>
                <a:cubicBezTo>
                  <a:pt x="45607" y="6220"/>
                  <a:pt x="45513" y="5972"/>
                  <a:pt x="45245" y="5972"/>
                </a:cubicBezTo>
                <a:cubicBezTo>
                  <a:pt x="45230" y="5972"/>
                  <a:pt x="45215" y="5972"/>
                  <a:pt x="45199" y="5974"/>
                </a:cubicBezTo>
                <a:lnTo>
                  <a:pt x="45169" y="5974"/>
                </a:lnTo>
                <a:cubicBezTo>
                  <a:pt x="45169" y="6004"/>
                  <a:pt x="45199" y="6065"/>
                  <a:pt x="45199" y="6096"/>
                </a:cubicBezTo>
                <a:cubicBezTo>
                  <a:pt x="45214" y="6111"/>
                  <a:pt x="45191" y="6118"/>
                  <a:pt x="45138" y="6118"/>
                </a:cubicBezTo>
                <a:cubicBezTo>
                  <a:pt x="45085" y="6118"/>
                  <a:pt x="45001" y="6111"/>
                  <a:pt x="44895" y="6096"/>
                </a:cubicBezTo>
                <a:lnTo>
                  <a:pt x="44895" y="6278"/>
                </a:lnTo>
                <a:cubicBezTo>
                  <a:pt x="44865" y="6308"/>
                  <a:pt x="44834" y="6308"/>
                  <a:pt x="44773" y="6308"/>
                </a:cubicBezTo>
                <a:cubicBezTo>
                  <a:pt x="44728" y="6262"/>
                  <a:pt x="44686" y="6247"/>
                  <a:pt x="44646" y="6247"/>
                </a:cubicBezTo>
                <a:cubicBezTo>
                  <a:pt x="44579" y="6247"/>
                  <a:pt x="44515" y="6289"/>
                  <a:pt x="44439" y="6308"/>
                </a:cubicBezTo>
                <a:lnTo>
                  <a:pt x="44348" y="6339"/>
                </a:lnTo>
                <a:cubicBezTo>
                  <a:pt x="44166" y="6278"/>
                  <a:pt x="44318" y="6126"/>
                  <a:pt x="44378" y="6065"/>
                </a:cubicBezTo>
                <a:cubicBezTo>
                  <a:pt x="44470" y="6035"/>
                  <a:pt x="44348" y="5974"/>
                  <a:pt x="44287" y="5974"/>
                </a:cubicBezTo>
                <a:cubicBezTo>
                  <a:pt x="44226" y="5974"/>
                  <a:pt x="44257" y="5913"/>
                  <a:pt x="44318" y="5822"/>
                </a:cubicBezTo>
                <a:lnTo>
                  <a:pt x="44409" y="5792"/>
                </a:lnTo>
                <a:cubicBezTo>
                  <a:pt x="44561" y="5700"/>
                  <a:pt x="44500" y="5609"/>
                  <a:pt x="44500" y="5488"/>
                </a:cubicBezTo>
                <a:lnTo>
                  <a:pt x="44500" y="5457"/>
                </a:lnTo>
                <a:cubicBezTo>
                  <a:pt x="44484" y="5449"/>
                  <a:pt x="44465" y="5445"/>
                  <a:pt x="44446" y="5445"/>
                </a:cubicBezTo>
                <a:cubicBezTo>
                  <a:pt x="44395" y="5445"/>
                  <a:pt x="44340" y="5473"/>
                  <a:pt x="44318" y="5518"/>
                </a:cubicBezTo>
                <a:cubicBezTo>
                  <a:pt x="44500" y="5640"/>
                  <a:pt x="44318" y="5731"/>
                  <a:pt x="44257" y="5731"/>
                </a:cubicBezTo>
                <a:lnTo>
                  <a:pt x="44135" y="5761"/>
                </a:lnTo>
                <a:cubicBezTo>
                  <a:pt x="43983" y="5731"/>
                  <a:pt x="43922" y="5609"/>
                  <a:pt x="43953" y="5579"/>
                </a:cubicBezTo>
                <a:cubicBezTo>
                  <a:pt x="43953" y="5518"/>
                  <a:pt x="43862" y="5457"/>
                  <a:pt x="43740" y="5427"/>
                </a:cubicBezTo>
                <a:lnTo>
                  <a:pt x="43679" y="5548"/>
                </a:lnTo>
                <a:cubicBezTo>
                  <a:pt x="43679" y="5579"/>
                  <a:pt x="43618" y="5640"/>
                  <a:pt x="43618" y="5640"/>
                </a:cubicBezTo>
                <a:lnTo>
                  <a:pt x="43345" y="5579"/>
                </a:lnTo>
                <a:cubicBezTo>
                  <a:pt x="43324" y="5706"/>
                  <a:pt x="43273" y="5759"/>
                  <a:pt x="43224" y="5759"/>
                </a:cubicBezTo>
                <a:cubicBezTo>
                  <a:pt x="43202" y="5759"/>
                  <a:pt x="43181" y="5749"/>
                  <a:pt x="43162" y="5731"/>
                </a:cubicBezTo>
                <a:cubicBezTo>
                  <a:pt x="43147" y="5700"/>
                  <a:pt x="43124" y="5685"/>
                  <a:pt x="43098" y="5685"/>
                </a:cubicBezTo>
                <a:cubicBezTo>
                  <a:pt x="43071" y="5685"/>
                  <a:pt x="43041" y="5700"/>
                  <a:pt x="43011" y="5731"/>
                </a:cubicBezTo>
                <a:lnTo>
                  <a:pt x="42980" y="5761"/>
                </a:lnTo>
                <a:lnTo>
                  <a:pt x="42919" y="5852"/>
                </a:lnTo>
                <a:cubicBezTo>
                  <a:pt x="42884" y="5876"/>
                  <a:pt x="42841" y="5885"/>
                  <a:pt x="42795" y="5885"/>
                </a:cubicBezTo>
                <a:cubicBezTo>
                  <a:pt x="42721" y="5885"/>
                  <a:pt x="42641" y="5860"/>
                  <a:pt x="42585" y="5822"/>
                </a:cubicBezTo>
                <a:lnTo>
                  <a:pt x="42433" y="5822"/>
                </a:lnTo>
                <a:cubicBezTo>
                  <a:pt x="42372" y="5822"/>
                  <a:pt x="42403" y="5883"/>
                  <a:pt x="42494" y="5944"/>
                </a:cubicBezTo>
                <a:lnTo>
                  <a:pt x="42524" y="6004"/>
                </a:lnTo>
                <a:cubicBezTo>
                  <a:pt x="42555" y="6035"/>
                  <a:pt x="42555" y="6096"/>
                  <a:pt x="42524" y="6126"/>
                </a:cubicBezTo>
                <a:lnTo>
                  <a:pt x="42403" y="6126"/>
                </a:lnTo>
                <a:lnTo>
                  <a:pt x="42311" y="6065"/>
                </a:lnTo>
                <a:cubicBezTo>
                  <a:pt x="42300" y="6057"/>
                  <a:pt x="42284" y="6054"/>
                  <a:pt x="42265" y="6054"/>
                </a:cubicBezTo>
                <a:cubicBezTo>
                  <a:pt x="42143" y="6054"/>
                  <a:pt x="41888" y="6190"/>
                  <a:pt x="41786" y="6190"/>
                </a:cubicBezTo>
                <a:cubicBezTo>
                  <a:pt x="41778" y="6190"/>
                  <a:pt x="41770" y="6189"/>
                  <a:pt x="41764" y="6187"/>
                </a:cubicBezTo>
                <a:cubicBezTo>
                  <a:pt x="41748" y="6181"/>
                  <a:pt x="41733" y="6179"/>
                  <a:pt x="41720" y="6179"/>
                </a:cubicBezTo>
                <a:cubicBezTo>
                  <a:pt x="41664" y="6179"/>
                  <a:pt x="41648" y="6228"/>
                  <a:pt x="41673" y="6278"/>
                </a:cubicBezTo>
                <a:lnTo>
                  <a:pt x="41491" y="6278"/>
                </a:lnTo>
                <a:cubicBezTo>
                  <a:pt x="41369" y="6308"/>
                  <a:pt x="41248" y="6460"/>
                  <a:pt x="41278" y="6521"/>
                </a:cubicBezTo>
                <a:cubicBezTo>
                  <a:pt x="41339" y="6612"/>
                  <a:pt x="41339" y="6673"/>
                  <a:pt x="41278" y="6703"/>
                </a:cubicBezTo>
                <a:cubicBezTo>
                  <a:pt x="41217" y="6703"/>
                  <a:pt x="41156" y="6643"/>
                  <a:pt x="41065" y="6612"/>
                </a:cubicBezTo>
                <a:lnTo>
                  <a:pt x="41035" y="6612"/>
                </a:lnTo>
                <a:cubicBezTo>
                  <a:pt x="41033" y="6610"/>
                  <a:pt x="41031" y="6610"/>
                  <a:pt x="41029" y="6610"/>
                </a:cubicBezTo>
                <a:cubicBezTo>
                  <a:pt x="40993" y="6610"/>
                  <a:pt x="40894" y="6812"/>
                  <a:pt x="40910" y="6930"/>
                </a:cubicBezTo>
                <a:lnTo>
                  <a:pt x="40910" y="6930"/>
                </a:lnTo>
                <a:lnTo>
                  <a:pt x="40883" y="6916"/>
                </a:lnTo>
                <a:lnTo>
                  <a:pt x="40792" y="6855"/>
                </a:lnTo>
                <a:cubicBezTo>
                  <a:pt x="40772" y="6852"/>
                  <a:pt x="40754" y="6851"/>
                  <a:pt x="40738" y="6851"/>
                </a:cubicBezTo>
                <a:cubicBezTo>
                  <a:pt x="40610" y="6851"/>
                  <a:pt x="40613" y="6950"/>
                  <a:pt x="40640" y="6977"/>
                </a:cubicBezTo>
                <a:cubicBezTo>
                  <a:pt x="40670" y="6977"/>
                  <a:pt x="40700" y="7007"/>
                  <a:pt x="40700" y="7068"/>
                </a:cubicBezTo>
                <a:cubicBezTo>
                  <a:pt x="40579" y="7038"/>
                  <a:pt x="40457" y="6977"/>
                  <a:pt x="40336" y="6947"/>
                </a:cubicBezTo>
                <a:cubicBezTo>
                  <a:pt x="40311" y="6938"/>
                  <a:pt x="40287" y="6935"/>
                  <a:pt x="40263" y="6935"/>
                </a:cubicBezTo>
                <a:cubicBezTo>
                  <a:pt x="40198" y="6935"/>
                  <a:pt x="40137" y="6963"/>
                  <a:pt x="40093" y="7007"/>
                </a:cubicBezTo>
                <a:cubicBezTo>
                  <a:pt x="40093" y="7018"/>
                  <a:pt x="40076" y="7021"/>
                  <a:pt x="40050" y="7021"/>
                </a:cubicBezTo>
                <a:cubicBezTo>
                  <a:pt x="39998" y="7021"/>
                  <a:pt x="39910" y="7007"/>
                  <a:pt x="39849" y="7007"/>
                </a:cubicBezTo>
                <a:cubicBezTo>
                  <a:pt x="39841" y="7003"/>
                  <a:pt x="39834" y="7001"/>
                  <a:pt x="39830" y="7001"/>
                </a:cubicBezTo>
                <a:cubicBezTo>
                  <a:pt x="39805" y="7001"/>
                  <a:pt x="39849" y="7068"/>
                  <a:pt x="39849" y="7068"/>
                </a:cubicBezTo>
                <a:cubicBezTo>
                  <a:pt x="39880" y="7099"/>
                  <a:pt x="39819" y="7159"/>
                  <a:pt x="39697" y="7220"/>
                </a:cubicBezTo>
                <a:lnTo>
                  <a:pt x="39606" y="7251"/>
                </a:lnTo>
                <a:cubicBezTo>
                  <a:pt x="39532" y="7275"/>
                  <a:pt x="39439" y="7320"/>
                  <a:pt x="39373" y="7320"/>
                </a:cubicBezTo>
                <a:cubicBezTo>
                  <a:pt x="39358" y="7320"/>
                  <a:pt x="39344" y="7317"/>
                  <a:pt x="39333" y="7311"/>
                </a:cubicBezTo>
                <a:lnTo>
                  <a:pt x="39181" y="7190"/>
                </a:lnTo>
                <a:cubicBezTo>
                  <a:pt x="39120" y="7311"/>
                  <a:pt x="38725" y="7403"/>
                  <a:pt x="38634" y="7494"/>
                </a:cubicBezTo>
                <a:cubicBezTo>
                  <a:pt x="38542" y="7554"/>
                  <a:pt x="38603" y="7646"/>
                  <a:pt x="38755" y="7706"/>
                </a:cubicBezTo>
                <a:lnTo>
                  <a:pt x="38786" y="7858"/>
                </a:lnTo>
                <a:cubicBezTo>
                  <a:pt x="38816" y="7950"/>
                  <a:pt x="38846" y="7980"/>
                  <a:pt x="38755" y="8010"/>
                </a:cubicBezTo>
                <a:cubicBezTo>
                  <a:pt x="38740" y="8041"/>
                  <a:pt x="38702" y="8056"/>
                  <a:pt x="38660" y="8056"/>
                </a:cubicBezTo>
                <a:cubicBezTo>
                  <a:pt x="38618" y="8056"/>
                  <a:pt x="38573" y="8041"/>
                  <a:pt x="38542" y="8010"/>
                </a:cubicBezTo>
                <a:cubicBezTo>
                  <a:pt x="38512" y="7980"/>
                  <a:pt x="38451" y="7980"/>
                  <a:pt x="38451" y="7919"/>
                </a:cubicBezTo>
                <a:lnTo>
                  <a:pt x="38360" y="7767"/>
                </a:lnTo>
                <a:cubicBezTo>
                  <a:pt x="38254" y="7752"/>
                  <a:pt x="38147" y="7744"/>
                  <a:pt x="38041" y="7744"/>
                </a:cubicBezTo>
                <a:cubicBezTo>
                  <a:pt x="37934" y="7744"/>
                  <a:pt x="37828" y="7752"/>
                  <a:pt x="37722" y="7767"/>
                </a:cubicBezTo>
                <a:lnTo>
                  <a:pt x="37691" y="7889"/>
                </a:lnTo>
                <a:cubicBezTo>
                  <a:pt x="37673" y="7924"/>
                  <a:pt x="37645" y="7939"/>
                  <a:pt x="37607" y="7939"/>
                </a:cubicBezTo>
                <a:cubicBezTo>
                  <a:pt x="37579" y="7939"/>
                  <a:pt x="37547" y="7932"/>
                  <a:pt x="37509" y="7919"/>
                </a:cubicBezTo>
                <a:cubicBezTo>
                  <a:pt x="37433" y="7889"/>
                  <a:pt x="37357" y="7874"/>
                  <a:pt x="37281" y="7874"/>
                </a:cubicBezTo>
                <a:cubicBezTo>
                  <a:pt x="37205" y="7874"/>
                  <a:pt x="37129" y="7889"/>
                  <a:pt x="37053" y="7919"/>
                </a:cubicBezTo>
                <a:cubicBezTo>
                  <a:pt x="36992" y="7919"/>
                  <a:pt x="36992" y="8071"/>
                  <a:pt x="36840" y="8071"/>
                </a:cubicBezTo>
                <a:cubicBezTo>
                  <a:pt x="36810" y="8102"/>
                  <a:pt x="36992" y="8193"/>
                  <a:pt x="36840" y="8254"/>
                </a:cubicBezTo>
                <a:lnTo>
                  <a:pt x="36779" y="8284"/>
                </a:lnTo>
                <a:cubicBezTo>
                  <a:pt x="36658" y="8314"/>
                  <a:pt x="36719" y="8436"/>
                  <a:pt x="36779" y="8436"/>
                </a:cubicBezTo>
                <a:cubicBezTo>
                  <a:pt x="36901" y="8466"/>
                  <a:pt x="37023" y="8466"/>
                  <a:pt x="37144" y="8466"/>
                </a:cubicBezTo>
                <a:lnTo>
                  <a:pt x="37114" y="8649"/>
                </a:lnTo>
                <a:cubicBezTo>
                  <a:pt x="37114" y="8679"/>
                  <a:pt x="37083" y="8710"/>
                  <a:pt x="37083" y="8710"/>
                </a:cubicBezTo>
                <a:cubicBezTo>
                  <a:pt x="37053" y="8725"/>
                  <a:pt x="37030" y="8732"/>
                  <a:pt x="37007" y="8732"/>
                </a:cubicBezTo>
                <a:cubicBezTo>
                  <a:pt x="36985" y="8732"/>
                  <a:pt x="36962" y="8725"/>
                  <a:pt x="36931" y="8710"/>
                </a:cubicBezTo>
                <a:cubicBezTo>
                  <a:pt x="36931" y="8588"/>
                  <a:pt x="36840" y="8588"/>
                  <a:pt x="36719" y="8588"/>
                </a:cubicBezTo>
                <a:lnTo>
                  <a:pt x="36540" y="8610"/>
                </a:lnTo>
                <a:lnTo>
                  <a:pt x="36540" y="8610"/>
                </a:lnTo>
                <a:cubicBezTo>
                  <a:pt x="36482" y="8581"/>
                  <a:pt x="36421" y="8554"/>
                  <a:pt x="36354" y="8527"/>
                </a:cubicBezTo>
                <a:lnTo>
                  <a:pt x="36327" y="8554"/>
                </a:lnTo>
                <a:lnTo>
                  <a:pt x="36327" y="8554"/>
                </a:lnTo>
                <a:cubicBezTo>
                  <a:pt x="36243" y="8523"/>
                  <a:pt x="36162" y="8503"/>
                  <a:pt x="36102" y="8503"/>
                </a:cubicBezTo>
                <a:cubicBezTo>
                  <a:pt x="36065" y="8503"/>
                  <a:pt x="36036" y="8510"/>
                  <a:pt x="36019" y="8527"/>
                </a:cubicBezTo>
                <a:lnTo>
                  <a:pt x="35959" y="8558"/>
                </a:lnTo>
                <a:cubicBezTo>
                  <a:pt x="35861" y="8627"/>
                  <a:pt x="35777" y="8665"/>
                  <a:pt x="35705" y="8665"/>
                </a:cubicBezTo>
                <a:cubicBezTo>
                  <a:pt x="35619" y="8665"/>
                  <a:pt x="35552" y="8612"/>
                  <a:pt x="35503" y="8497"/>
                </a:cubicBezTo>
                <a:lnTo>
                  <a:pt x="35412" y="8345"/>
                </a:lnTo>
                <a:cubicBezTo>
                  <a:pt x="35323" y="8309"/>
                  <a:pt x="35234" y="8294"/>
                  <a:pt x="35151" y="8294"/>
                </a:cubicBezTo>
                <a:cubicBezTo>
                  <a:pt x="35092" y="8294"/>
                  <a:pt x="35036" y="8302"/>
                  <a:pt x="34986" y="8314"/>
                </a:cubicBezTo>
                <a:lnTo>
                  <a:pt x="34956" y="8193"/>
                </a:lnTo>
                <a:cubicBezTo>
                  <a:pt x="34942" y="8165"/>
                  <a:pt x="34910" y="8150"/>
                  <a:pt x="34873" y="8150"/>
                </a:cubicBezTo>
                <a:cubicBezTo>
                  <a:pt x="34828" y="8150"/>
                  <a:pt x="34776" y="8173"/>
                  <a:pt x="34743" y="8223"/>
                </a:cubicBezTo>
                <a:cubicBezTo>
                  <a:pt x="34682" y="8314"/>
                  <a:pt x="34591" y="8406"/>
                  <a:pt x="34469" y="8497"/>
                </a:cubicBezTo>
                <a:lnTo>
                  <a:pt x="34409" y="8527"/>
                </a:lnTo>
                <a:cubicBezTo>
                  <a:pt x="34372" y="8513"/>
                  <a:pt x="34337" y="8507"/>
                  <a:pt x="34305" y="8507"/>
                </a:cubicBezTo>
                <a:cubicBezTo>
                  <a:pt x="34205" y="8507"/>
                  <a:pt x="34135" y="8565"/>
                  <a:pt x="34135" y="8588"/>
                </a:cubicBezTo>
                <a:cubicBezTo>
                  <a:pt x="34135" y="8618"/>
                  <a:pt x="34317" y="8649"/>
                  <a:pt x="34561" y="8649"/>
                </a:cubicBezTo>
                <a:cubicBezTo>
                  <a:pt x="34609" y="8698"/>
                  <a:pt x="34658" y="8729"/>
                  <a:pt x="34707" y="8729"/>
                </a:cubicBezTo>
                <a:cubicBezTo>
                  <a:pt x="34749" y="8729"/>
                  <a:pt x="34792" y="8705"/>
                  <a:pt x="34834" y="8649"/>
                </a:cubicBezTo>
                <a:cubicBezTo>
                  <a:pt x="34834" y="8618"/>
                  <a:pt x="34895" y="8588"/>
                  <a:pt x="34956" y="8588"/>
                </a:cubicBezTo>
                <a:lnTo>
                  <a:pt x="35260" y="8436"/>
                </a:lnTo>
                <a:lnTo>
                  <a:pt x="35260" y="8436"/>
                </a:lnTo>
                <a:cubicBezTo>
                  <a:pt x="35320" y="8649"/>
                  <a:pt x="35290" y="8831"/>
                  <a:pt x="35229" y="8831"/>
                </a:cubicBezTo>
                <a:lnTo>
                  <a:pt x="35138" y="8831"/>
                </a:lnTo>
                <a:cubicBezTo>
                  <a:pt x="34956" y="8831"/>
                  <a:pt x="34773" y="8922"/>
                  <a:pt x="34682" y="9105"/>
                </a:cubicBezTo>
                <a:cubicBezTo>
                  <a:pt x="34633" y="9154"/>
                  <a:pt x="34643" y="9243"/>
                  <a:pt x="34569" y="9243"/>
                </a:cubicBezTo>
                <a:cubicBezTo>
                  <a:pt x="34551" y="9243"/>
                  <a:pt x="34529" y="9238"/>
                  <a:pt x="34500" y="9226"/>
                </a:cubicBezTo>
                <a:lnTo>
                  <a:pt x="34439" y="9226"/>
                </a:lnTo>
                <a:cubicBezTo>
                  <a:pt x="34421" y="9191"/>
                  <a:pt x="34362" y="9176"/>
                  <a:pt x="34309" y="9176"/>
                </a:cubicBezTo>
                <a:cubicBezTo>
                  <a:pt x="34272" y="9176"/>
                  <a:pt x="34239" y="9183"/>
                  <a:pt x="34226" y="9196"/>
                </a:cubicBezTo>
                <a:cubicBezTo>
                  <a:pt x="34115" y="9240"/>
                  <a:pt x="34004" y="9269"/>
                  <a:pt x="33880" y="9269"/>
                </a:cubicBezTo>
                <a:cubicBezTo>
                  <a:pt x="33835" y="9269"/>
                  <a:pt x="33789" y="9265"/>
                  <a:pt x="33740" y="9257"/>
                </a:cubicBezTo>
                <a:lnTo>
                  <a:pt x="33679" y="9500"/>
                </a:lnTo>
                <a:lnTo>
                  <a:pt x="33314" y="9500"/>
                </a:lnTo>
                <a:cubicBezTo>
                  <a:pt x="33253" y="9530"/>
                  <a:pt x="33497" y="9591"/>
                  <a:pt x="33588" y="9682"/>
                </a:cubicBezTo>
                <a:cubicBezTo>
                  <a:pt x="33607" y="9711"/>
                  <a:pt x="33630" y="9725"/>
                  <a:pt x="33652" y="9725"/>
                </a:cubicBezTo>
                <a:cubicBezTo>
                  <a:pt x="33698" y="9725"/>
                  <a:pt x="33740" y="9664"/>
                  <a:pt x="33740" y="9561"/>
                </a:cubicBezTo>
                <a:lnTo>
                  <a:pt x="33892" y="9469"/>
                </a:lnTo>
                <a:cubicBezTo>
                  <a:pt x="33953" y="9439"/>
                  <a:pt x="34013" y="9409"/>
                  <a:pt x="34074" y="9409"/>
                </a:cubicBezTo>
                <a:cubicBezTo>
                  <a:pt x="34126" y="9409"/>
                  <a:pt x="34178" y="9476"/>
                  <a:pt x="34250" y="9476"/>
                </a:cubicBezTo>
                <a:cubicBezTo>
                  <a:pt x="34262" y="9476"/>
                  <a:pt x="34274" y="9474"/>
                  <a:pt x="34287" y="9469"/>
                </a:cubicBezTo>
                <a:cubicBezTo>
                  <a:pt x="34348" y="9469"/>
                  <a:pt x="34409" y="9348"/>
                  <a:pt x="34469" y="9348"/>
                </a:cubicBezTo>
                <a:cubicBezTo>
                  <a:pt x="34530" y="9348"/>
                  <a:pt x="34621" y="9348"/>
                  <a:pt x="34682" y="9378"/>
                </a:cubicBezTo>
                <a:cubicBezTo>
                  <a:pt x="34721" y="9417"/>
                  <a:pt x="34747" y="9455"/>
                  <a:pt x="34792" y="9455"/>
                </a:cubicBezTo>
                <a:cubicBezTo>
                  <a:pt x="34818" y="9455"/>
                  <a:pt x="34850" y="9442"/>
                  <a:pt x="34895" y="9409"/>
                </a:cubicBezTo>
                <a:lnTo>
                  <a:pt x="35016" y="9348"/>
                </a:lnTo>
                <a:cubicBezTo>
                  <a:pt x="35138" y="9500"/>
                  <a:pt x="35138" y="9713"/>
                  <a:pt x="35016" y="9834"/>
                </a:cubicBezTo>
                <a:lnTo>
                  <a:pt x="34773" y="9834"/>
                </a:lnTo>
                <a:cubicBezTo>
                  <a:pt x="34621" y="9834"/>
                  <a:pt x="34500" y="9865"/>
                  <a:pt x="34409" y="9925"/>
                </a:cubicBezTo>
                <a:lnTo>
                  <a:pt x="34317" y="9986"/>
                </a:lnTo>
                <a:cubicBezTo>
                  <a:pt x="34300" y="10039"/>
                  <a:pt x="34272" y="10072"/>
                  <a:pt x="34234" y="10072"/>
                </a:cubicBezTo>
                <a:cubicBezTo>
                  <a:pt x="34206" y="10072"/>
                  <a:pt x="34173" y="10055"/>
                  <a:pt x="34135" y="10017"/>
                </a:cubicBezTo>
                <a:lnTo>
                  <a:pt x="34044" y="9956"/>
                </a:lnTo>
                <a:lnTo>
                  <a:pt x="33953" y="9925"/>
                </a:lnTo>
                <a:cubicBezTo>
                  <a:pt x="33944" y="9901"/>
                  <a:pt x="33925" y="9890"/>
                  <a:pt x="33899" y="9890"/>
                </a:cubicBezTo>
                <a:cubicBezTo>
                  <a:pt x="33827" y="9890"/>
                  <a:pt x="33699" y="9974"/>
                  <a:pt x="33588" y="10108"/>
                </a:cubicBezTo>
                <a:lnTo>
                  <a:pt x="33618" y="10351"/>
                </a:lnTo>
                <a:cubicBezTo>
                  <a:pt x="33618" y="10351"/>
                  <a:pt x="33557" y="10412"/>
                  <a:pt x="33527" y="10412"/>
                </a:cubicBezTo>
                <a:cubicBezTo>
                  <a:pt x="33497" y="10412"/>
                  <a:pt x="33436" y="10381"/>
                  <a:pt x="33405" y="10381"/>
                </a:cubicBezTo>
                <a:lnTo>
                  <a:pt x="33405" y="10290"/>
                </a:lnTo>
                <a:cubicBezTo>
                  <a:pt x="33375" y="10260"/>
                  <a:pt x="33314" y="10260"/>
                  <a:pt x="33284" y="10260"/>
                </a:cubicBezTo>
                <a:cubicBezTo>
                  <a:pt x="33253" y="10260"/>
                  <a:pt x="33223" y="10320"/>
                  <a:pt x="33223" y="10320"/>
                </a:cubicBezTo>
                <a:cubicBezTo>
                  <a:pt x="33223" y="10320"/>
                  <a:pt x="33223" y="10351"/>
                  <a:pt x="33223" y="10351"/>
                </a:cubicBezTo>
                <a:lnTo>
                  <a:pt x="33284" y="10624"/>
                </a:lnTo>
                <a:cubicBezTo>
                  <a:pt x="33093" y="10768"/>
                  <a:pt x="32902" y="10817"/>
                  <a:pt x="32829" y="10817"/>
                </a:cubicBezTo>
                <a:cubicBezTo>
                  <a:pt x="32809" y="10817"/>
                  <a:pt x="32798" y="10813"/>
                  <a:pt x="32798" y="10807"/>
                </a:cubicBezTo>
                <a:cubicBezTo>
                  <a:pt x="32767" y="10746"/>
                  <a:pt x="32706" y="10685"/>
                  <a:pt x="32646" y="10624"/>
                </a:cubicBezTo>
                <a:cubicBezTo>
                  <a:pt x="32615" y="10624"/>
                  <a:pt x="32585" y="10746"/>
                  <a:pt x="32524" y="10746"/>
                </a:cubicBezTo>
                <a:cubicBezTo>
                  <a:pt x="32433" y="10746"/>
                  <a:pt x="32402" y="10837"/>
                  <a:pt x="32433" y="10928"/>
                </a:cubicBezTo>
                <a:lnTo>
                  <a:pt x="32311" y="10928"/>
                </a:lnTo>
                <a:cubicBezTo>
                  <a:pt x="32280" y="10923"/>
                  <a:pt x="32249" y="10921"/>
                  <a:pt x="32218" y="10921"/>
                </a:cubicBezTo>
                <a:cubicBezTo>
                  <a:pt x="32068" y="10921"/>
                  <a:pt x="31926" y="10980"/>
                  <a:pt x="31825" y="11080"/>
                </a:cubicBezTo>
                <a:cubicBezTo>
                  <a:pt x="31794" y="11096"/>
                  <a:pt x="31764" y="11103"/>
                  <a:pt x="31734" y="11103"/>
                </a:cubicBezTo>
                <a:cubicBezTo>
                  <a:pt x="31703" y="11103"/>
                  <a:pt x="31673" y="11096"/>
                  <a:pt x="31643" y="11080"/>
                </a:cubicBezTo>
                <a:lnTo>
                  <a:pt x="31612" y="11080"/>
                </a:lnTo>
                <a:cubicBezTo>
                  <a:pt x="31582" y="11020"/>
                  <a:pt x="31673" y="10928"/>
                  <a:pt x="31764" y="10868"/>
                </a:cubicBezTo>
                <a:lnTo>
                  <a:pt x="31825" y="10776"/>
                </a:lnTo>
                <a:cubicBezTo>
                  <a:pt x="31837" y="10753"/>
                  <a:pt x="31852" y="10744"/>
                  <a:pt x="31869" y="10744"/>
                </a:cubicBezTo>
                <a:cubicBezTo>
                  <a:pt x="31919" y="10744"/>
                  <a:pt x="31987" y="10824"/>
                  <a:pt x="32031" y="10824"/>
                </a:cubicBezTo>
                <a:cubicBezTo>
                  <a:pt x="32048" y="10824"/>
                  <a:pt x="32061" y="10811"/>
                  <a:pt x="32068" y="10776"/>
                </a:cubicBezTo>
                <a:lnTo>
                  <a:pt x="32129" y="10655"/>
                </a:lnTo>
                <a:cubicBezTo>
                  <a:pt x="32220" y="10655"/>
                  <a:pt x="32250" y="10503"/>
                  <a:pt x="32250" y="10442"/>
                </a:cubicBezTo>
                <a:cubicBezTo>
                  <a:pt x="32234" y="10409"/>
                  <a:pt x="32318" y="10385"/>
                  <a:pt x="32402" y="10385"/>
                </a:cubicBezTo>
                <a:cubicBezTo>
                  <a:pt x="32471" y="10385"/>
                  <a:pt x="32541" y="10401"/>
                  <a:pt x="32554" y="10442"/>
                </a:cubicBezTo>
                <a:cubicBezTo>
                  <a:pt x="32570" y="10488"/>
                  <a:pt x="32615" y="10495"/>
                  <a:pt x="32668" y="10495"/>
                </a:cubicBezTo>
                <a:cubicBezTo>
                  <a:pt x="32695" y="10495"/>
                  <a:pt x="32723" y="10493"/>
                  <a:pt x="32751" y="10493"/>
                </a:cubicBezTo>
                <a:cubicBezTo>
                  <a:pt x="32779" y="10493"/>
                  <a:pt x="32805" y="10495"/>
                  <a:pt x="32828" y="10503"/>
                </a:cubicBezTo>
                <a:cubicBezTo>
                  <a:pt x="32919" y="10503"/>
                  <a:pt x="33041" y="10351"/>
                  <a:pt x="33041" y="10290"/>
                </a:cubicBezTo>
                <a:cubicBezTo>
                  <a:pt x="33071" y="10199"/>
                  <a:pt x="33132" y="10108"/>
                  <a:pt x="33223" y="10047"/>
                </a:cubicBezTo>
                <a:lnTo>
                  <a:pt x="33223" y="9834"/>
                </a:lnTo>
                <a:cubicBezTo>
                  <a:pt x="33223" y="9743"/>
                  <a:pt x="33162" y="9652"/>
                  <a:pt x="33071" y="9652"/>
                </a:cubicBezTo>
                <a:cubicBezTo>
                  <a:pt x="32889" y="9682"/>
                  <a:pt x="32706" y="9773"/>
                  <a:pt x="32554" y="9895"/>
                </a:cubicBezTo>
                <a:lnTo>
                  <a:pt x="32281" y="9986"/>
                </a:lnTo>
                <a:lnTo>
                  <a:pt x="32159" y="10047"/>
                </a:lnTo>
                <a:cubicBezTo>
                  <a:pt x="32112" y="10028"/>
                  <a:pt x="32065" y="10021"/>
                  <a:pt x="32022" y="10021"/>
                </a:cubicBezTo>
                <a:cubicBezTo>
                  <a:pt x="31928" y="10021"/>
                  <a:pt x="31855" y="10056"/>
                  <a:pt x="31855" y="10077"/>
                </a:cubicBezTo>
                <a:cubicBezTo>
                  <a:pt x="31855" y="10093"/>
                  <a:pt x="31832" y="10100"/>
                  <a:pt x="31794" y="10100"/>
                </a:cubicBezTo>
                <a:cubicBezTo>
                  <a:pt x="31756" y="10100"/>
                  <a:pt x="31703" y="10093"/>
                  <a:pt x="31643" y="10077"/>
                </a:cubicBezTo>
                <a:lnTo>
                  <a:pt x="31612" y="10108"/>
                </a:lnTo>
                <a:lnTo>
                  <a:pt x="31430" y="10199"/>
                </a:lnTo>
                <a:cubicBezTo>
                  <a:pt x="31358" y="10235"/>
                  <a:pt x="31287" y="10247"/>
                  <a:pt x="31226" y="10247"/>
                </a:cubicBezTo>
                <a:cubicBezTo>
                  <a:pt x="31132" y="10247"/>
                  <a:pt x="31065" y="10217"/>
                  <a:pt x="31065" y="10199"/>
                </a:cubicBezTo>
                <a:cubicBezTo>
                  <a:pt x="31217" y="10047"/>
                  <a:pt x="31399" y="9956"/>
                  <a:pt x="31582" y="9925"/>
                </a:cubicBezTo>
                <a:cubicBezTo>
                  <a:pt x="31734" y="9925"/>
                  <a:pt x="31886" y="9865"/>
                  <a:pt x="31886" y="9834"/>
                </a:cubicBezTo>
                <a:cubicBezTo>
                  <a:pt x="32159" y="9804"/>
                  <a:pt x="32402" y="9713"/>
                  <a:pt x="32585" y="9500"/>
                </a:cubicBezTo>
                <a:lnTo>
                  <a:pt x="32737" y="9378"/>
                </a:lnTo>
                <a:cubicBezTo>
                  <a:pt x="32876" y="9285"/>
                  <a:pt x="33033" y="9246"/>
                  <a:pt x="33113" y="9246"/>
                </a:cubicBezTo>
                <a:cubicBezTo>
                  <a:pt x="33138" y="9246"/>
                  <a:pt x="33155" y="9249"/>
                  <a:pt x="33162" y="9257"/>
                </a:cubicBezTo>
                <a:cubicBezTo>
                  <a:pt x="33168" y="9263"/>
                  <a:pt x="33181" y="9265"/>
                  <a:pt x="33197" y="9265"/>
                </a:cubicBezTo>
                <a:cubicBezTo>
                  <a:pt x="33261" y="9265"/>
                  <a:pt x="33387" y="9226"/>
                  <a:pt x="33436" y="9226"/>
                </a:cubicBezTo>
                <a:cubicBezTo>
                  <a:pt x="33527" y="9226"/>
                  <a:pt x="33618" y="9196"/>
                  <a:pt x="33709" y="9196"/>
                </a:cubicBezTo>
                <a:lnTo>
                  <a:pt x="33770" y="9135"/>
                </a:lnTo>
                <a:lnTo>
                  <a:pt x="33953" y="9044"/>
                </a:lnTo>
                <a:cubicBezTo>
                  <a:pt x="33861" y="8922"/>
                  <a:pt x="33709" y="8831"/>
                  <a:pt x="33557" y="8801"/>
                </a:cubicBezTo>
                <a:lnTo>
                  <a:pt x="33527" y="8862"/>
                </a:lnTo>
                <a:cubicBezTo>
                  <a:pt x="33405" y="8922"/>
                  <a:pt x="33253" y="8953"/>
                  <a:pt x="33132" y="8953"/>
                </a:cubicBezTo>
                <a:lnTo>
                  <a:pt x="32889" y="8922"/>
                </a:lnTo>
                <a:cubicBezTo>
                  <a:pt x="32676" y="8983"/>
                  <a:pt x="32494" y="9135"/>
                  <a:pt x="32402" y="9317"/>
                </a:cubicBezTo>
                <a:cubicBezTo>
                  <a:pt x="32402" y="9329"/>
                  <a:pt x="32395" y="9334"/>
                  <a:pt x="32384" y="9334"/>
                </a:cubicBezTo>
                <a:cubicBezTo>
                  <a:pt x="32336" y="9334"/>
                  <a:pt x="32208" y="9251"/>
                  <a:pt x="32159" y="9226"/>
                </a:cubicBezTo>
                <a:cubicBezTo>
                  <a:pt x="32141" y="9208"/>
                  <a:pt x="32113" y="9201"/>
                  <a:pt x="32083" y="9201"/>
                </a:cubicBezTo>
                <a:cubicBezTo>
                  <a:pt x="32010" y="9201"/>
                  <a:pt x="31925" y="9244"/>
                  <a:pt x="31946" y="9287"/>
                </a:cubicBezTo>
                <a:cubicBezTo>
                  <a:pt x="31946" y="9348"/>
                  <a:pt x="31825" y="9378"/>
                  <a:pt x="31764" y="9378"/>
                </a:cubicBezTo>
                <a:lnTo>
                  <a:pt x="31095" y="9378"/>
                </a:lnTo>
                <a:lnTo>
                  <a:pt x="30883" y="9561"/>
                </a:lnTo>
                <a:cubicBezTo>
                  <a:pt x="30822" y="9621"/>
                  <a:pt x="30670" y="9621"/>
                  <a:pt x="30548" y="9621"/>
                </a:cubicBezTo>
                <a:lnTo>
                  <a:pt x="30518" y="9621"/>
                </a:lnTo>
                <a:cubicBezTo>
                  <a:pt x="30548" y="9682"/>
                  <a:pt x="30548" y="9773"/>
                  <a:pt x="30548" y="9834"/>
                </a:cubicBezTo>
                <a:cubicBezTo>
                  <a:pt x="30563" y="9865"/>
                  <a:pt x="30541" y="9880"/>
                  <a:pt x="30491" y="9880"/>
                </a:cubicBezTo>
                <a:cubicBezTo>
                  <a:pt x="30442" y="9880"/>
                  <a:pt x="30366" y="9865"/>
                  <a:pt x="30275" y="9834"/>
                </a:cubicBezTo>
                <a:lnTo>
                  <a:pt x="30184" y="9865"/>
                </a:lnTo>
                <a:cubicBezTo>
                  <a:pt x="30062" y="9925"/>
                  <a:pt x="29940" y="9986"/>
                  <a:pt x="29819" y="10047"/>
                </a:cubicBezTo>
                <a:cubicBezTo>
                  <a:pt x="29728" y="10077"/>
                  <a:pt x="29636" y="10077"/>
                  <a:pt x="29576" y="10077"/>
                </a:cubicBezTo>
                <a:cubicBezTo>
                  <a:pt x="29272" y="10199"/>
                  <a:pt x="28907" y="10199"/>
                  <a:pt x="28725" y="10472"/>
                </a:cubicBezTo>
                <a:lnTo>
                  <a:pt x="28664" y="10564"/>
                </a:lnTo>
                <a:cubicBezTo>
                  <a:pt x="28542" y="10685"/>
                  <a:pt x="28390" y="10746"/>
                  <a:pt x="28238" y="10746"/>
                </a:cubicBezTo>
                <a:cubicBezTo>
                  <a:pt x="28147" y="10746"/>
                  <a:pt x="28025" y="10564"/>
                  <a:pt x="27965" y="10564"/>
                </a:cubicBezTo>
                <a:cubicBezTo>
                  <a:pt x="27843" y="10594"/>
                  <a:pt x="27691" y="10594"/>
                  <a:pt x="27569" y="10594"/>
                </a:cubicBezTo>
                <a:cubicBezTo>
                  <a:pt x="27509" y="10624"/>
                  <a:pt x="27539" y="10685"/>
                  <a:pt x="27630" y="10776"/>
                </a:cubicBezTo>
                <a:lnTo>
                  <a:pt x="27661" y="10868"/>
                </a:lnTo>
                <a:lnTo>
                  <a:pt x="27661" y="10898"/>
                </a:lnTo>
                <a:cubicBezTo>
                  <a:pt x="27600" y="10928"/>
                  <a:pt x="27539" y="10944"/>
                  <a:pt x="27478" y="10944"/>
                </a:cubicBezTo>
                <a:cubicBezTo>
                  <a:pt x="27418" y="10944"/>
                  <a:pt x="27357" y="10928"/>
                  <a:pt x="27296" y="10898"/>
                </a:cubicBezTo>
                <a:lnTo>
                  <a:pt x="27205" y="10868"/>
                </a:lnTo>
                <a:cubicBezTo>
                  <a:pt x="27174" y="10837"/>
                  <a:pt x="27144" y="10716"/>
                  <a:pt x="27144" y="10716"/>
                </a:cubicBezTo>
                <a:lnTo>
                  <a:pt x="27387" y="10564"/>
                </a:lnTo>
                <a:cubicBezTo>
                  <a:pt x="27235" y="10412"/>
                  <a:pt x="27266" y="10229"/>
                  <a:pt x="27387" y="10229"/>
                </a:cubicBezTo>
                <a:lnTo>
                  <a:pt x="27478" y="10260"/>
                </a:lnTo>
                <a:lnTo>
                  <a:pt x="27600" y="10320"/>
                </a:lnTo>
                <a:cubicBezTo>
                  <a:pt x="27721" y="10320"/>
                  <a:pt x="27843" y="10290"/>
                  <a:pt x="27843" y="10290"/>
                </a:cubicBezTo>
                <a:cubicBezTo>
                  <a:pt x="27752" y="10199"/>
                  <a:pt x="27600" y="10169"/>
                  <a:pt x="27661" y="10047"/>
                </a:cubicBezTo>
                <a:cubicBezTo>
                  <a:pt x="27693" y="9982"/>
                  <a:pt x="27743" y="9952"/>
                  <a:pt x="27801" y="9952"/>
                </a:cubicBezTo>
                <a:cubicBezTo>
                  <a:pt x="27852" y="9952"/>
                  <a:pt x="27908" y="9974"/>
                  <a:pt x="27965" y="10017"/>
                </a:cubicBezTo>
                <a:cubicBezTo>
                  <a:pt x="27965" y="10017"/>
                  <a:pt x="28056" y="9956"/>
                  <a:pt x="28056" y="9956"/>
                </a:cubicBezTo>
                <a:cubicBezTo>
                  <a:pt x="28056" y="9834"/>
                  <a:pt x="28117" y="9834"/>
                  <a:pt x="28238" y="9834"/>
                </a:cubicBezTo>
                <a:lnTo>
                  <a:pt x="28299" y="9834"/>
                </a:lnTo>
                <a:cubicBezTo>
                  <a:pt x="28421" y="9834"/>
                  <a:pt x="28360" y="9713"/>
                  <a:pt x="28299" y="9682"/>
                </a:cubicBezTo>
                <a:cubicBezTo>
                  <a:pt x="28269" y="9682"/>
                  <a:pt x="28360" y="9591"/>
                  <a:pt x="28390" y="9561"/>
                </a:cubicBezTo>
                <a:cubicBezTo>
                  <a:pt x="28421" y="9561"/>
                  <a:pt x="28390" y="9500"/>
                  <a:pt x="28329" y="9439"/>
                </a:cubicBezTo>
                <a:lnTo>
                  <a:pt x="28512" y="9439"/>
                </a:lnTo>
                <a:cubicBezTo>
                  <a:pt x="28603" y="9409"/>
                  <a:pt x="28573" y="9317"/>
                  <a:pt x="28512" y="9287"/>
                </a:cubicBezTo>
                <a:cubicBezTo>
                  <a:pt x="28451" y="9226"/>
                  <a:pt x="28360" y="9226"/>
                  <a:pt x="28299" y="9196"/>
                </a:cubicBezTo>
                <a:cubicBezTo>
                  <a:pt x="28299" y="9181"/>
                  <a:pt x="28337" y="9173"/>
                  <a:pt x="28383" y="9173"/>
                </a:cubicBezTo>
                <a:cubicBezTo>
                  <a:pt x="28428" y="9173"/>
                  <a:pt x="28481" y="9181"/>
                  <a:pt x="28512" y="9196"/>
                </a:cubicBezTo>
                <a:cubicBezTo>
                  <a:pt x="28573" y="9196"/>
                  <a:pt x="28390" y="8892"/>
                  <a:pt x="28269" y="8862"/>
                </a:cubicBezTo>
                <a:cubicBezTo>
                  <a:pt x="28238" y="8854"/>
                  <a:pt x="28206" y="8850"/>
                  <a:pt x="28173" y="8850"/>
                </a:cubicBezTo>
                <a:cubicBezTo>
                  <a:pt x="28075" y="8850"/>
                  <a:pt x="27972" y="8884"/>
                  <a:pt x="27904" y="8953"/>
                </a:cubicBezTo>
                <a:cubicBezTo>
                  <a:pt x="27904" y="8983"/>
                  <a:pt x="27934" y="9105"/>
                  <a:pt x="27965" y="9135"/>
                </a:cubicBezTo>
                <a:cubicBezTo>
                  <a:pt x="27976" y="9158"/>
                  <a:pt x="27975" y="9168"/>
                  <a:pt x="27960" y="9168"/>
                </a:cubicBezTo>
                <a:cubicBezTo>
                  <a:pt x="27935" y="9168"/>
                  <a:pt x="27876" y="9142"/>
                  <a:pt x="27782" y="9105"/>
                </a:cubicBezTo>
                <a:lnTo>
                  <a:pt x="27691" y="9044"/>
                </a:lnTo>
                <a:cubicBezTo>
                  <a:pt x="27509" y="8953"/>
                  <a:pt x="27478" y="8862"/>
                  <a:pt x="27661" y="8770"/>
                </a:cubicBezTo>
                <a:lnTo>
                  <a:pt x="27752" y="8710"/>
                </a:lnTo>
                <a:cubicBezTo>
                  <a:pt x="27873" y="8710"/>
                  <a:pt x="27934" y="8527"/>
                  <a:pt x="27873" y="8375"/>
                </a:cubicBezTo>
                <a:lnTo>
                  <a:pt x="28117" y="8132"/>
                </a:lnTo>
                <a:cubicBezTo>
                  <a:pt x="28177" y="8071"/>
                  <a:pt x="28147" y="7950"/>
                  <a:pt x="28208" y="7919"/>
                </a:cubicBezTo>
                <a:cubicBezTo>
                  <a:pt x="28228" y="7899"/>
                  <a:pt x="28255" y="7892"/>
                  <a:pt x="28285" y="7892"/>
                </a:cubicBezTo>
                <a:cubicBezTo>
                  <a:pt x="28346" y="7892"/>
                  <a:pt x="28421" y="7919"/>
                  <a:pt x="28481" y="7919"/>
                </a:cubicBezTo>
                <a:cubicBezTo>
                  <a:pt x="28512" y="7919"/>
                  <a:pt x="28512" y="7889"/>
                  <a:pt x="28573" y="7828"/>
                </a:cubicBezTo>
                <a:cubicBezTo>
                  <a:pt x="28618" y="7798"/>
                  <a:pt x="28656" y="7782"/>
                  <a:pt x="28690" y="7782"/>
                </a:cubicBezTo>
                <a:cubicBezTo>
                  <a:pt x="28725" y="7782"/>
                  <a:pt x="28755" y="7798"/>
                  <a:pt x="28785" y="7828"/>
                </a:cubicBezTo>
                <a:lnTo>
                  <a:pt x="28846" y="7858"/>
                </a:lnTo>
                <a:cubicBezTo>
                  <a:pt x="28937" y="7858"/>
                  <a:pt x="28968" y="7828"/>
                  <a:pt x="28968" y="7798"/>
                </a:cubicBezTo>
                <a:lnTo>
                  <a:pt x="28937" y="7798"/>
                </a:lnTo>
                <a:lnTo>
                  <a:pt x="28725" y="7737"/>
                </a:lnTo>
                <a:cubicBezTo>
                  <a:pt x="28755" y="7585"/>
                  <a:pt x="28816" y="7372"/>
                  <a:pt x="28877" y="7220"/>
                </a:cubicBezTo>
                <a:lnTo>
                  <a:pt x="29089" y="7281"/>
                </a:lnTo>
                <a:cubicBezTo>
                  <a:pt x="29120" y="7281"/>
                  <a:pt x="29211" y="7220"/>
                  <a:pt x="29211" y="7190"/>
                </a:cubicBezTo>
                <a:cubicBezTo>
                  <a:pt x="29241" y="6947"/>
                  <a:pt x="28907" y="6855"/>
                  <a:pt x="28816" y="6673"/>
                </a:cubicBezTo>
                <a:cubicBezTo>
                  <a:pt x="28785" y="6612"/>
                  <a:pt x="28709" y="6597"/>
                  <a:pt x="28633" y="6597"/>
                </a:cubicBezTo>
                <a:cubicBezTo>
                  <a:pt x="28557" y="6597"/>
                  <a:pt x="28481" y="6612"/>
                  <a:pt x="28451" y="6612"/>
                </a:cubicBezTo>
                <a:cubicBezTo>
                  <a:pt x="28360" y="6612"/>
                  <a:pt x="28299" y="6673"/>
                  <a:pt x="28238" y="6673"/>
                </a:cubicBezTo>
                <a:cubicBezTo>
                  <a:pt x="28147" y="6673"/>
                  <a:pt x="28086" y="6612"/>
                  <a:pt x="28025" y="6612"/>
                </a:cubicBezTo>
                <a:lnTo>
                  <a:pt x="27965" y="6612"/>
                </a:lnTo>
                <a:cubicBezTo>
                  <a:pt x="27939" y="6625"/>
                  <a:pt x="27919" y="6632"/>
                  <a:pt x="27905" y="6632"/>
                </a:cubicBezTo>
                <a:cubicBezTo>
                  <a:pt x="27884" y="6632"/>
                  <a:pt x="27873" y="6617"/>
                  <a:pt x="27873" y="6582"/>
                </a:cubicBezTo>
                <a:lnTo>
                  <a:pt x="27965" y="6521"/>
                </a:lnTo>
                <a:lnTo>
                  <a:pt x="28117" y="6430"/>
                </a:lnTo>
                <a:cubicBezTo>
                  <a:pt x="28238" y="6308"/>
                  <a:pt x="28208" y="6096"/>
                  <a:pt x="28056" y="5974"/>
                </a:cubicBezTo>
                <a:lnTo>
                  <a:pt x="28086" y="5944"/>
                </a:lnTo>
                <a:lnTo>
                  <a:pt x="28147" y="5822"/>
                </a:lnTo>
                <a:cubicBezTo>
                  <a:pt x="28056" y="5761"/>
                  <a:pt x="27539" y="5427"/>
                  <a:pt x="27569" y="5305"/>
                </a:cubicBezTo>
                <a:cubicBezTo>
                  <a:pt x="27569" y="5254"/>
                  <a:pt x="27586" y="5235"/>
                  <a:pt x="27605" y="5235"/>
                </a:cubicBezTo>
                <a:cubicBezTo>
                  <a:pt x="27630" y="5235"/>
                  <a:pt x="27661" y="5270"/>
                  <a:pt x="27661" y="5305"/>
                </a:cubicBezTo>
                <a:cubicBezTo>
                  <a:pt x="27661" y="5328"/>
                  <a:pt x="27674" y="5338"/>
                  <a:pt x="27694" y="5338"/>
                </a:cubicBezTo>
                <a:cubicBezTo>
                  <a:pt x="27726" y="5338"/>
                  <a:pt x="27775" y="5312"/>
                  <a:pt x="27813" y="5275"/>
                </a:cubicBezTo>
                <a:lnTo>
                  <a:pt x="27843" y="5214"/>
                </a:lnTo>
                <a:lnTo>
                  <a:pt x="27873" y="5153"/>
                </a:lnTo>
                <a:cubicBezTo>
                  <a:pt x="27904" y="5092"/>
                  <a:pt x="27904" y="5032"/>
                  <a:pt x="27813" y="5032"/>
                </a:cubicBezTo>
                <a:lnTo>
                  <a:pt x="27721" y="5032"/>
                </a:lnTo>
                <a:cubicBezTo>
                  <a:pt x="27691" y="5032"/>
                  <a:pt x="27661" y="4971"/>
                  <a:pt x="27691" y="4910"/>
                </a:cubicBezTo>
                <a:lnTo>
                  <a:pt x="27721" y="4880"/>
                </a:lnTo>
                <a:cubicBezTo>
                  <a:pt x="27782" y="4849"/>
                  <a:pt x="27843" y="4819"/>
                  <a:pt x="27843" y="4788"/>
                </a:cubicBezTo>
                <a:cubicBezTo>
                  <a:pt x="27843" y="4697"/>
                  <a:pt x="27904" y="4637"/>
                  <a:pt x="27965" y="4576"/>
                </a:cubicBezTo>
                <a:lnTo>
                  <a:pt x="28056" y="4485"/>
                </a:lnTo>
                <a:cubicBezTo>
                  <a:pt x="27934" y="4424"/>
                  <a:pt x="27813" y="4333"/>
                  <a:pt x="27691" y="4241"/>
                </a:cubicBezTo>
                <a:cubicBezTo>
                  <a:pt x="27661" y="4181"/>
                  <a:pt x="27813" y="4059"/>
                  <a:pt x="27873" y="4029"/>
                </a:cubicBezTo>
                <a:cubicBezTo>
                  <a:pt x="27904" y="3998"/>
                  <a:pt x="27691" y="3968"/>
                  <a:pt x="27600" y="3968"/>
                </a:cubicBezTo>
                <a:cubicBezTo>
                  <a:pt x="27539" y="3968"/>
                  <a:pt x="27448" y="4029"/>
                  <a:pt x="27448" y="4120"/>
                </a:cubicBezTo>
                <a:cubicBezTo>
                  <a:pt x="27357" y="4211"/>
                  <a:pt x="27235" y="4272"/>
                  <a:pt x="27114" y="4272"/>
                </a:cubicBezTo>
                <a:cubicBezTo>
                  <a:pt x="27108" y="4274"/>
                  <a:pt x="27103" y="4274"/>
                  <a:pt x="27098" y="4274"/>
                </a:cubicBezTo>
                <a:cubicBezTo>
                  <a:pt x="27012" y="4274"/>
                  <a:pt x="26931" y="4055"/>
                  <a:pt x="26931" y="3998"/>
                </a:cubicBezTo>
                <a:cubicBezTo>
                  <a:pt x="26931" y="3937"/>
                  <a:pt x="27144" y="3877"/>
                  <a:pt x="27205" y="3877"/>
                </a:cubicBezTo>
                <a:cubicBezTo>
                  <a:pt x="27266" y="3877"/>
                  <a:pt x="27357" y="3785"/>
                  <a:pt x="27387" y="3725"/>
                </a:cubicBezTo>
                <a:cubicBezTo>
                  <a:pt x="27387" y="3694"/>
                  <a:pt x="27144" y="3573"/>
                  <a:pt x="27144" y="3542"/>
                </a:cubicBezTo>
                <a:cubicBezTo>
                  <a:pt x="27137" y="3528"/>
                  <a:pt x="27126" y="3522"/>
                  <a:pt x="27113" y="3522"/>
                </a:cubicBezTo>
                <a:cubicBezTo>
                  <a:pt x="27073" y="3522"/>
                  <a:pt x="27015" y="3580"/>
                  <a:pt x="26992" y="3603"/>
                </a:cubicBezTo>
                <a:cubicBezTo>
                  <a:pt x="26992" y="3611"/>
                  <a:pt x="26988" y="3615"/>
                  <a:pt x="26981" y="3615"/>
                </a:cubicBezTo>
                <a:cubicBezTo>
                  <a:pt x="26964" y="3615"/>
                  <a:pt x="26931" y="3587"/>
                  <a:pt x="26931" y="3542"/>
                </a:cubicBezTo>
                <a:lnTo>
                  <a:pt x="26931" y="3421"/>
                </a:lnTo>
                <a:cubicBezTo>
                  <a:pt x="26931" y="3269"/>
                  <a:pt x="26901" y="3117"/>
                  <a:pt x="26840" y="2995"/>
                </a:cubicBezTo>
                <a:lnTo>
                  <a:pt x="26779" y="2904"/>
                </a:lnTo>
                <a:cubicBezTo>
                  <a:pt x="26597" y="2965"/>
                  <a:pt x="26414" y="2965"/>
                  <a:pt x="26232" y="2965"/>
                </a:cubicBezTo>
                <a:lnTo>
                  <a:pt x="26110" y="2722"/>
                </a:lnTo>
                <a:cubicBezTo>
                  <a:pt x="26171" y="2661"/>
                  <a:pt x="26141" y="2570"/>
                  <a:pt x="26019" y="2478"/>
                </a:cubicBezTo>
                <a:lnTo>
                  <a:pt x="25928" y="2418"/>
                </a:lnTo>
                <a:cubicBezTo>
                  <a:pt x="25867" y="2372"/>
                  <a:pt x="25814" y="2342"/>
                  <a:pt x="25772" y="2342"/>
                </a:cubicBezTo>
                <a:cubicBezTo>
                  <a:pt x="25763" y="2342"/>
                  <a:pt x="25754" y="2343"/>
                  <a:pt x="25745" y="2347"/>
                </a:cubicBezTo>
                <a:lnTo>
                  <a:pt x="25745" y="2347"/>
                </a:lnTo>
                <a:cubicBezTo>
                  <a:pt x="25740" y="2090"/>
                  <a:pt x="25682" y="1871"/>
                  <a:pt x="25624" y="1871"/>
                </a:cubicBezTo>
                <a:lnTo>
                  <a:pt x="25563" y="1871"/>
                </a:lnTo>
                <a:cubicBezTo>
                  <a:pt x="25533" y="1871"/>
                  <a:pt x="25442" y="1840"/>
                  <a:pt x="25442" y="1810"/>
                </a:cubicBezTo>
                <a:cubicBezTo>
                  <a:pt x="25422" y="1729"/>
                  <a:pt x="25482" y="1715"/>
                  <a:pt x="25534" y="1715"/>
                </a:cubicBezTo>
                <a:cubicBezTo>
                  <a:pt x="25560" y="1715"/>
                  <a:pt x="25584" y="1719"/>
                  <a:pt x="25594" y="1719"/>
                </a:cubicBezTo>
                <a:lnTo>
                  <a:pt x="25715" y="1719"/>
                </a:lnTo>
                <a:cubicBezTo>
                  <a:pt x="25749" y="1752"/>
                  <a:pt x="25783" y="1765"/>
                  <a:pt x="25815" y="1765"/>
                </a:cubicBezTo>
                <a:cubicBezTo>
                  <a:pt x="25900" y="1765"/>
                  <a:pt x="25975" y="1680"/>
                  <a:pt x="26019" y="1658"/>
                </a:cubicBezTo>
                <a:cubicBezTo>
                  <a:pt x="26080" y="1658"/>
                  <a:pt x="26019" y="1384"/>
                  <a:pt x="25959" y="1354"/>
                </a:cubicBezTo>
                <a:cubicBezTo>
                  <a:pt x="25898" y="1293"/>
                  <a:pt x="25807" y="1263"/>
                  <a:pt x="25746" y="1202"/>
                </a:cubicBezTo>
                <a:cubicBezTo>
                  <a:pt x="25667" y="1143"/>
                  <a:pt x="25525" y="1109"/>
                  <a:pt x="25435" y="1109"/>
                </a:cubicBezTo>
                <a:cubicBezTo>
                  <a:pt x="25385" y="1109"/>
                  <a:pt x="25351" y="1119"/>
                  <a:pt x="25351" y="1141"/>
                </a:cubicBezTo>
                <a:cubicBezTo>
                  <a:pt x="25351" y="1323"/>
                  <a:pt x="25168" y="1323"/>
                  <a:pt x="25077" y="1323"/>
                </a:cubicBezTo>
                <a:lnTo>
                  <a:pt x="24986" y="1354"/>
                </a:lnTo>
                <a:cubicBezTo>
                  <a:pt x="24864" y="1293"/>
                  <a:pt x="24803" y="1202"/>
                  <a:pt x="24773" y="1050"/>
                </a:cubicBezTo>
                <a:cubicBezTo>
                  <a:pt x="24803" y="1019"/>
                  <a:pt x="24652" y="898"/>
                  <a:pt x="24591" y="867"/>
                </a:cubicBezTo>
                <a:cubicBezTo>
                  <a:pt x="24589" y="866"/>
                  <a:pt x="24587" y="865"/>
                  <a:pt x="24585" y="865"/>
                </a:cubicBezTo>
                <a:cubicBezTo>
                  <a:pt x="24545" y="865"/>
                  <a:pt x="24404" y="1119"/>
                  <a:pt x="24317" y="1263"/>
                </a:cubicBezTo>
                <a:cubicBezTo>
                  <a:pt x="24250" y="1352"/>
                  <a:pt x="24184" y="1408"/>
                  <a:pt x="24141" y="1408"/>
                </a:cubicBezTo>
                <a:cubicBezTo>
                  <a:pt x="24125" y="1408"/>
                  <a:pt x="24113" y="1400"/>
                  <a:pt x="24104" y="1384"/>
                </a:cubicBezTo>
                <a:lnTo>
                  <a:pt x="24104" y="1354"/>
                </a:lnTo>
                <a:lnTo>
                  <a:pt x="24165" y="1263"/>
                </a:lnTo>
                <a:cubicBezTo>
                  <a:pt x="24104" y="1141"/>
                  <a:pt x="24013" y="1019"/>
                  <a:pt x="23922" y="898"/>
                </a:cubicBezTo>
                <a:lnTo>
                  <a:pt x="23861" y="807"/>
                </a:lnTo>
                <a:cubicBezTo>
                  <a:pt x="23823" y="755"/>
                  <a:pt x="23784" y="736"/>
                  <a:pt x="23746" y="736"/>
                </a:cubicBezTo>
                <a:cubicBezTo>
                  <a:pt x="23693" y="736"/>
                  <a:pt x="23640" y="772"/>
                  <a:pt x="23588" y="807"/>
                </a:cubicBezTo>
                <a:cubicBezTo>
                  <a:pt x="23496" y="837"/>
                  <a:pt x="23436" y="959"/>
                  <a:pt x="23375" y="959"/>
                </a:cubicBezTo>
                <a:lnTo>
                  <a:pt x="23010" y="959"/>
                </a:lnTo>
                <a:cubicBezTo>
                  <a:pt x="22776" y="842"/>
                  <a:pt x="22567" y="787"/>
                  <a:pt x="22432" y="787"/>
                </a:cubicBezTo>
                <a:cubicBezTo>
                  <a:pt x="22356" y="787"/>
                  <a:pt x="22302" y="804"/>
                  <a:pt x="22281" y="837"/>
                </a:cubicBezTo>
                <a:lnTo>
                  <a:pt x="22220" y="898"/>
                </a:lnTo>
                <a:lnTo>
                  <a:pt x="22189" y="959"/>
                </a:lnTo>
                <a:cubicBezTo>
                  <a:pt x="22098" y="989"/>
                  <a:pt x="21977" y="1019"/>
                  <a:pt x="21885" y="1019"/>
                </a:cubicBezTo>
                <a:lnTo>
                  <a:pt x="21825" y="1111"/>
                </a:lnTo>
                <a:lnTo>
                  <a:pt x="21794" y="1171"/>
                </a:lnTo>
                <a:cubicBezTo>
                  <a:pt x="21794" y="1202"/>
                  <a:pt x="21741" y="1217"/>
                  <a:pt x="21658" y="1217"/>
                </a:cubicBezTo>
                <a:cubicBezTo>
                  <a:pt x="21574" y="1217"/>
                  <a:pt x="21460" y="1202"/>
                  <a:pt x="21338" y="1171"/>
                </a:cubicBezTo>
                <a:lnTo>
                  <a:pt x="21095" y="1445"/>
                </a:lnTo>
                <a:cubicBezTo>
                  <a:pt x="21065" y="1475"/>
                  <a:pt x="21034" y="1506"/>
                  <a:pt x="21004" y="1536"/>
                </a:cubicBezTo>
                <a:lnTo>
                  <a:pt x="20427" y="1415"/>
                </a:lnTo>
                <a:cubicBezTo>
                  <a:pt x="20345" y="1374"/>
                  <a:pt x="20275" y="1345"/>
                  <a:pt x="20218" y="1345"/>
                </a:cubicBezTo>
                <a:cubicBezTo>
                  <a:pt x="20147" y="1345"/>
                  <a:pt x="20095" y="1388"/>
                  <a:pt x="20062" y="1506"/>
                </a:cubicBezTo>
                <a:cubicBezTo>
                  <a:pt x="20048" y="1533"/>
                  <a:pt x="20016" y="1548"/>
                  <a:pt x="19982" y="1548"/>
                </a:cubicBezTo>
                <a:cubicBezTo>
                  <a:pt x="19943" y="1548"/>
                  <a:pt x="19901" y="1528"/>
                  <a:pt x="19882" y="1483"/>
                </a:cubicBezTo>
                <a:lnTo>
                  <a:pt x="19882" y="1483"/>
                </a:lnTo>
                <a:cubicBezTo>
                  <a:pt x="19886" y="1525"/>
                  <a:pt x="19893" y="1591"/>
                  <a:pt x="19910" y="1658"/>
                </a:cubicBezTo>
                <a:lnTo>
                  <a:pt x="19636" y="1475"/>
                </a:lnTo>
                <a:cubicBezTo>
                  <a:pt x="19605" y="1444"/>
                  <a:pt x="19559" y="1427"/>
                  <a:pt x="19513" y="1427"/>
                </a:cubicBezTo>
                <a:cubicBezTo>
                  <a:pt x="19427" y="1427"/>
                  <a:pt x="19343" y="1488"/>
                  <a:pt x="19363" y="1627"/>
                </a:cubicBezTo>
                <a:cubicBezTo>
                  <a:pt x="19363" y="1627"/>
                  <a:pt x="19332" y="1688"/>
                  <a:pt x="19332" y="1688"/>
                </a:cubicBezTo>
                <a:cubicBezTo>
                  <a:pt x="19150" y="1688"/>
                  <a:pt x="19028" y="1810"/>
                  <a:pt x="18907" y="1840"/>
                </a:cubicBezTo>
                <a:cubicBezTo>
                  <a:pt x="18755" y="1901"/>
                  <a:pt x="18603" y="1901"/>
                  <a:pt x="18451" y="1931"/>
                </a:cubicBezTo>
                <a:lnTo>
                  <a:pt x="18390" y="1931"/>
                </a:lnTo>
                <a:cubicBezTo>
                  <a:pt x="18323" y="1887"/>
                  <a:pt x="18264" y="1867"/>
                  <a:pt x="18217" y="1867"/>
                </a:cubicBezTo>
                <a:cubicBezTo>
                  <a:pt x="18135" y="1867"/>
                  <a:pt x="18086" y="1926"/>
                  <a:pt x="18086" y="2023"/>
                </a:cubicBezTo>
                <a:lnTo>
                  <a:pt x="17934" y="2053"/>
                </a:lnTo>
                <a:cubicBezTo>
                  <a:pt x="17914" y="2063"/>
                  <a:pt x="17890" y="2066"/>
                  <a:pt x="17867" y="2066"/>
                </a:cubicBezTo>
                <a:cubicBezTo>
                  <a:pt x="17819" y="2066"/>
                  <a:pt x="17772" y="2053"/>
                  <a:pt x="17752" y="2053"/>
                </a:cubicBezTo>
                <a:cubicBezTo>
                  <a:pt x="17691" y="2114"/>
                  <a:pt x="17630" y="2144"/>
                  <a:pt x="17569" y="2205"/>
                </a:cubicBezTo>
                <a:cubicBezTo>
                  <a:pt x="17478" y="2266"/>
                  <a:pt x="17387" y="2326"/>
                  <a:pt x="17265" y="2357"/>
                </a:cubicBezTo>
                <a:lnTo>
                  <a:pt x="17205" y="2357"/>
                </a:lnTo>
                <a:cubicBezTo>
                  <a:pt x="17188" y="2351"/>
                  <a:pt x="17172" y="2349"/>
                  <a:pt x="17157" y="2349"/>
                </a:cubicBezTo>
                <a:cubicBezTo>
                  <a:pt x="17091" y="2349"/>
                  <a:pt x="17041" y="2398"/>
                  <a:pt x="16992" y="2448"/>
                </a:cubicBezTo>
                <a:cubicBezTo>
                  <a:pt x="16992" y="2463"/>
                  <a:pt x="16961" y="2471"/>
                  <a:pt x="16916" y="2471"/>
                </a:cubicBezTo>
                <a:cubicBezTo>
                  <a:pt x="16870" y="2471"/>
                  <a:pt x="16809" y="2463"/>
                  <a:pt x="16749" y="2448"/>
                </a:cubicBezTo>
                <a:lnTo>
                  <a:pt x="16627" y="2418"/>
                </a:lnTo>
                <a:cubicBezTo>
                  <a:pt x="16611" y="2416"/>
                  <a:pt x="16597" y="2415"/>
                  <a:pt x="16585" y="2415"/>
                </a:cubicBezTo>
                <a:cubicBezTo>
                  <a:pt x="16422" y="2415"/>
                  <a:pt x="16678" y="2600"/>
                  <a:pt x="16536" y="2600"/>
                </a:cubicBezTo>
                <a:lnTo>
                  <a:pt x="16505" y="2600"/>
                </a:lnTo>
                <a:cubicBezTo>
                  <a:pt x="16384" y="2661"/>
                  <a:pt x="16232" y="2722"/>
                  <a:pt x="16080" y="2722"/>
                </a:cubicBezTo>
                <a:lnTo>
                  <a:pt x="15867" y="2691"/>
                </a:lnTo>
                <a:cubicBezTo>
                  <a:pt x="15824" y="2670"/>
                  <a:pt x="15777" y="2660"/>
                  <a:pt x="15731" y="2660"/>
                </a:cubicBezTo>
                <a:cubicBezTo>
                  <a:pt x="15646" y="2660"/>
                  <a:pt x="15561" y="2693"/>
                  <a:pt x="15502" y="2752"/>
                </a:cubicBezTo>
                <a:lnTo>
                  <a:pt x="15472" y="2782"/>
                </a:lnTo>
                <a:cubicBezTo>
                  <a:pt x="15443" y="2771"/>
                  <a:pt x="15418" y="2766"/>
                  <a:pt x="15398" y="2766"/>
                </a:cubicBezTo>
                <a:cubicBezTo>
                  <a:pt x="15310" y="2766"/>
                  <a:pt x="15290" y="2855"/>
                  <a:pt x="15290" y="2904"/>
                </a:cubicBezTo>
                <a:cubicBezTo>
                  <a:pt x="15320" y="2934"/>
                  <a:pt x="15229" y="3026"/>
                  <a:pt x="15138" y="3086"/>
                </a:cubicBezTo>
                <a:cubicBezTo>
                  <a:pt x="15069" y="3035"/>
                  <a:pt x="15010" y="3015"/>
                  <a:pt x="14959" y="3015"/>
                </a:cubicBezTo>
                <a:cubicBezTo>
                  <a:pt x="14830" y="3015"/>
                  <a:pt x="14756" y="3143"/>
                  <a:pt x="14712" y="3208"/>
                </a:cubicBezTo>
                <a:cubicBezTo>
                  <a:pt x="14591" y="3390"/>
                  <a:pt x="14378" y="3421"/>
                  <a:pt x="14195" y="3542"/>
                </a:cubicBezTo>
                <a:cubicBezTo>
                  <a:pt x="14013" y="3664"/>
                  <a:pt x="13800" y="3755"/>
                  <a:pt x="13557" y="3785"/>
                </a:cubicBezTo>
                <a:cubicBezTo>
                  <a:pt x="13405" y="3785"/>
                  <a:pt x="13253" y="3846"/>
                  <a:pt x="13132" y="3968"/>
                </a:cubicBezTo>
                <a:lnTo>
                  <a:pt x="13101" y="3968"/>
                </a:lnTo>
                <a:cubicBezTo>
                  <a:pt x="13010" y="3968"/>
                  <a:pt x="12919" y="3937"/>
                  <a:pt x="12828" y="3907"/>
                </a:cubicBezTo>
                <a:lnTo>
                  <a:pt x="12736" y="4029"/>
                </a:lnTo>
                <a:cubicBezTo>
                  <a:pt x="12684" y="4108"/>
                  <a:pt x="12608" y="4187"/>
                  <a:pt x="12510" y="4187"/>
                </a:cubicBezTo>
                <a:cubicBezTo>
                  <a:pt x="12495" y="4187"/>
                  <a:pt x="12479" y="4185"/>
                  <a:pt x="12463" y="4181"/>
                </a:cubicBezTo>
                <a:lnTo>
                  <a:pt x="12311" y="4181"/>
                </a:lnTo>
                <a:cubicBezTo>
                  <a:pt x="12402" y="4241"/>
                  <a:pt x="12463" y="4333"/>
                  <a:pt x="12463" y="4333"/>
                </a:cubicBezTo>
                <a:lnTo>
                  <a:pt x="12311" y="4333"/>
                </a:lnTo>
                <a:cubicBezTo>
                  <a:pt x="11946" y="4333"/>
                  <a:pt x="11885" y="4393"/>
                  <a:pt x="11794" y="4667"/>
                </a:cubicBezTo>
                <a:cubicBezTo>
                  <a:pt x="11746" y="4786"/>
                  <a:pt x="11623" y="4868"/>
                  <a:pt x="11484" y="4868"/>
                </a:cubicBezTo>
                <a:cubicBezTo>
                  <a:pt x="11447" y="4868"/>
                  <a:pt x="11408" y="4862"/>
                  <a:pt x="11369" y="4849"/>
                </a:cubicBezTo>
                <a:cubicBezTo>
                  <a:pt x="11308" y="4849"/>
                  <a:pt x="11277" y="5032"/>
                  <a:pt x="11247" y="5062"/>
                </a:cubicBezTo>
                <a:cubicBezTo>
                  <a:pt x="11247" y="5123"/>
                  <a:pt x="11125" y="5123"/>
                  <a:pt x="11095" y="5123"/>
                </a:cubicBezTo>
                <a:cubicBezTo>
                  <a:pt x="11034" y="5123"/>
                  <a:pt x="10882" y="5336"/>
                  <a:pt x="10761" y="5336"/>
                </a:cubicBezTo>
                <a:cubicBezTo>
                  <a:pt x="10748" y="5332"/>
                  <a:pt x="10736" y="5330"/>
                  <a:pt x="10724" y="5330"/>
                </a:cubicBezTo>
                <a:cubicBezTo>
                  <a:pt x="10646" y="5330"/>
                  <a:pt x="10574" y="5409"/>
                  <a:pt x="10548" y="5488"/>
                </a:cubicBezTo>
                <a:cubicBezTo>
                  <a:pt x="10396" y="5518"/>
                  <a:pt x="10244" y="5533"/>
                  <a:pt x="10092" y="5533"/>
                </a:cubicBezTo>
                <a:cubicBezTo>
                  <a:pt x="9940" y="5533"/>
                  <a:pt x="9788" y="5518"/>
                  <a:pt x="9636" y="5488"/>
                </a:cubicBezTo>
                <a:lnTo>
                  <a:pt x="9362" y="5883"/>
                </a:lnTo>
                <a:lnTo>
                  <a:pt x="9241" y="6065"/>
                </a:lnTo>
                <a:cubicBezTo>
                  <a:pt x="8998" y="6156"/>
                  <a:pt x="8785" y="6278"/>
                  <a:pt x="8572" y="6430"/>
                </a:cubicBezTo>
                <a:cubicBezTo>
                  <a:pt x="8481" y="6491"/>
                  <a:pt x="8542" y="6612"/>
                  <a:pt x="8724" y="6734"/>
                </a:cubicBezTo>
                <a:lnTo>
                  <a:pt x="8907" y="6643"/>
                </a:lnTo>
                <a:lnTo>
                  <a:pt x="9089" y="6551"/>
                </a:lnTo>
                <a:lnTo>
                  <a:pt x="9089" y="6551"/>
                </a:lnTo>
                <a:cubicBezTo>
                  <a:pt x="9180" y="6673"/>
                  <a:pt x="9089" y="6795"/>
                  <a:pt x="8876" y="6825"/>
                </a:cubicBezTo>
                <a:lnTo>
                  <a:pt x="8846" y="6886"/>
                </a:lnTo>
                <a:cubicBezTo>
                  <a:pt x="8786" y="6945"/>
                  <a:pt x="8766" y="6992"/>
                  <a:pt x="8725" y="6992"/>
                </a:cubicBezTo>
                <a:cubicBezTo>
                  <a:pt x="8703" y="6992"/>
                  <a:pt x="8675" y="6978"/>
                  <a:pt x="8633" y="6947"/>
                </a:cubicBezTo>
                <a:cubicBezTo>
                  <a:pt x="8624" y="6938"/>
                  <a:pt x="8613" y="6934"/>
                  <a:pt x="8600" y="6934"/>
                </a:cubicBezTo>
                <a:cubicBezTo>
                  <a:pt x="8570" y="6934"/>
                  <a:pt x="8533" y="6955"/>
                  <a:pt x="8511" y="6977"/>
                </a:cubicBezTo>
                <a:lnTo>
                  <a:pt x="8329" y="7099"/>
                </a:lnTo>
                <a:cubicBezTo>
                  <a:pt x="8268" y="7007"/>
                  <a:pt x="8299" y="6886"/>
                  <a:pt x="8420" y="6825"/>
                </a:cubicBezTo>
                <a:lnTo>
                  <a:pt x="7569" y="6825"/>
                </a:lnTo>
                <a:cubicBezTo>
                  <a:pt x="7508" y="6825"/>
                  <a:pt x="7387" y="6916"/>
                  <a:pt x="7387" y="6947"/>
                </a:cubicBezTo>
                <a:cubicBezTo>
                  <a:pt x="7356" y="7068"/>
                  <a:pt x="7296" y="7099"/>
                  <a:pt x="7204" y="7099"/>
                </a:cubicBezTo>
                <a:cubicBezTo>
                  <a:pt x="6992" y="7129"/>
                  <a:pt x="6840" y="7281"/>
                  <a:pt x="6900" y="7403"/>
                </a:cubicBezTo>
                <a:cubicBezTo>
                  <a:pt x="7022" y="7585"/>
                  <a:pt x="6870" y="7615"/>
                  <a:pt x="6718" y="7676"/>
                </a:cubicBezTo>
                <a:lnTo>
                  <a:pt x="6657" y="7676"/>
                </a:lnTo>
                <a:cubicBezTo>
                  <a:pt x="6538" y="7676"/>
                  <a:pt x="6536" y="7792"/>
                  <a:pt x="6564" y="7882"/>
                </a:cubicBezTo>
                <a:lnTo>
                  <a:pt x="6564" y="7882"/>
                </a:lnTo>
                <a:cubicBezTo>
                  <a:pt x="6568" y="7864"/>
                  <a:pt x="6578" y="7846"/>
                  <a:pt x="6596" y="7828"/>
                </a:cubicBezTo>
                <a:cubicBezTo>
                  <a:pt x="6659" y="7807"/>
                  <a:pt x="6722" y="7772"/>
                  <a:pt x="6775" y="7772"/>
                </a:cubicBezTo>
                <a:cubicBezTo>
                  <a:pt x="6799" y="7772"/>
                  <a:pt x="6821" y="7779"/>
                  <a:pt x="6840" y="7798"/>
                </a:cubicBezTo>
                <a:cubicBezTo>
                  <a:pt x="6931" y="7828"/>
                  <a:pt x="7022" y="7889"/>
                  <a:pt x="6961" y="7980"/>
                </a:cubicBezTo>
                <a:lnTo>
                  <a:pt x="6900" y="8041"/>
                </a:lnTo>
                <a:cubicBezTo>
                  <a:pt x="6837" y="8025"/>
                  <a:pt x="6723" y="7984"/>
                  <a:pt x="6624" y="7948"/>
                </a:cubicBezTo>
                <a:lnTo>
                  <a:pt x="6624" y="7948"/>
                </a:lnTo>
                <a:cubicBezTo>
                  <a:pt x="6646" y="7987"/>
                  <a:pt x="6657" y="8035"/>
                  <a:pt x="6657" y="8071"/>
                </a:cubicBezTo>
                <a:lnTo>
                  <a:pt x="6596" y="8010"/>
                </a:lnTo>
                <a:cubicBezTo>
                  <a:pt x="6582" y="7982"/>
                  <a:pt x="6568" y="7955"/>
                  <a:pt x="6563" y="7927"/>
                </a:cubicBezTo>
                <a:lnTo>
                  <a:pt x="6563" y="7927"/>
                </a:lnTo>
                <a:cubicBezTo>
                  <a:pt x="6583" y="7933"/>
                  <a:pt x="6603" y="7941"/>
                  <a:pt x="6624" y="7948"/>
                </a:cubicBezTo>
                <a:lnTo>
                  <a:pt x="6624" y="7948"/>
                </a:lnTo>
                <a:cubicBezTo>
                  <a:pt x="6610" y="7923"/>
                  <a:pt x="6590" y="7901"/>
                  <a:pt x="6566" y="7889"/>
                </a:cubicBezTo>
                <a:cubicBezTo>
                  <a:pt x="6565" y="7887"/>
                  <a:pt x="6565" y="7885"/>
                  <a:pt x="6564" y="7882"/>
                </a:cubicBezTo>
                <a:lnTo>
                  <a:pt x="6564" y="7882"/>
                </a:lnTo>
                <a:cubicBezTo>
                  <a:pt x="6560" y="7897"/>
                  <a:pt x="6561" y="7912"/>
                  <a:pt x="6563" y="7927"/>
                </a:cubicBezTo>
                <a:lnTo>
                  <a:pt x="6563" y="7927"/>
                </a:lnTo>
                <a:cubicBezTo>
                  <a:pt x="6502" y="7905"/>
                  <a:pt x="6455" y="7889"/>
                  <a:pt x="6444" y="7889"/>
                </a:cubicBezTo>
                <a:cubicBezTo>
                  <a:pt x="6441" y="7892"/>
                  <a:pt x="6438" y="7894"/>
                  <a:pt x="6434" y="7894"/>
                </a:cubicBezTo>
                <a:cubicBezTo>
                  <a:pt x="6402" y="7894"/>
                  <a:pt x="6353" y="7791"/>
                  <a:pt x="6353" y="7737"/>
                </a:cubicBezTo>
                <a:cubicBezTo>
                  <a:pt x="6351" y="7735"/>
                  <a:pt x="6348" y="7733"/>
                  <a:pt x="6343" y="7733"/>
                </a:cubicBezTo>
                <a:cubicBezTo>
                  <a:pt x="6292" y="7733"/>
                  <a:pt x="6106" y="7896"/>
                  <a:pt x="6049" y="7980"/>
                </a:cubicBezTo>
                <a:cubicBezTo>
                  <a:pt x="6030" y="8038"/>
                  <a:pt x="5986" y="8059"/>
                  <a:pt x="5957" y="8059"/>
                </a:cubicBezTo>
                <a:cubicBezTo>
                  <a:pt x="5940" y="8059"/>
                  <a:pt x="5928" y="8052"/>
                  <a:pt x="5928" y="8041"/>
                </a:cubicBezTo>
                <a:cubicBezTo>
                  <a:pt x="5867" y="8010"/>
                  <a:pt x="5776" y="7980"/>
                  <a:pt x="5715" y="7980"/>
                </a:cubicBezTo>
                <a:lnTo>
                  <a:pt x="5624" y="8041"/>
                </a:lnTo>
                <a:lnTo>
                  <a:pt x="5198" y="8406"/>
                </a:lnTo>
                <a:cubicBezTo>
                  <a:pt x="5168" y="8436"/>
                  <a:pt x="5107" y="8466"/>
                  <a:pt x="5046" y="8497"/>
                </a:cubicBezTo>
                <a:lnTo>
                  <a:pt x="5016" y="8497"/>
                </a:lnTo>
                <a:cubicBezTo>
                  <a:pt x="5003" y="8484"/>
                  <a:pt x="4991" y="8477"/>
                  <a:pt x="4980" y="8477"/>
                </a:cubicBezTo>
                <a:cubicBezTo>
                  <a:pt x="4966" y="8477"/>
                  <a:pt x="4955" y="8492"/>
                  <a:pt x="4955" y="8527"/>
                </a:cubicBezTo>
                <a:lnTo>
                  <a:pt x="4955" y="8588"/>
                </a:lnTo>
                <a:lnTo>
                  <a:pt x="4955" y="8618"/>
                </a:lnTo>
                <a:cubicBezTo>
                  <a:pt x="4977" y="8640"/>
                  <a:pt x="4952" y="8661"/>
                  <a:pt x="4915" y="8661"/>
                </a:cubicBezTo>
                <a:cubicBezTo>
                  <a:pt x="4900" y="8661"/>
                  <a:pt x="4882" y="8658"/>
                  <a:pt x="4864" y="8649"/>
                </a:cubicBezTo>
                <a:lnTo>
                  <a:pt x="4834" y="8649"/>
                </a:lnTo>
                <a:cubicBezTo>
                  <a:pt x="4682" y="8740"/>
                  <a:pt x="4530" y="8831"/>
                  <a:pt x="4378" y="8953"/>
                </a:cubicBezTo>
                <a:lnTo>
                  <a:pt x="4347" y="8983"/>
                </a:lnTo>
                <a:cubicBezTo>
                  <a:pt x="4367" y="9042"/>
                  <a:pt x="4310" y="9076"/>
                  <a:pt x="4219" y="9076"/>
                </a:cubicBezTo>
                <a:cubicBezTo>
                  <a:pt x="4169" y="9076"/>
                  <a:pt x="4108" y="9065"/>
                  <a:pt x="4043" y="9044"/>
                </a:cubicBezTo>
                <a:lnTo>
                  <a:pt x="3982" y="9257"/>
                </a:lnTo>
                <a:cubicBezTo>
                  <a:pt x="3952" y="9317"/>
                  <a:pt x="4013" y="9378"/>
                  <a:pt x="3861" y="9409"/>
                </a:cubicBezTo>
                <a:cubicBezTo>
                  <a:pt x="3723" y="9436"/>
                  <a:pt x="3559" y="9565"/>
                  <a:pt x="3416" y="9565"/>
                </a:cubicBezTo>
                <a:cubicBezTo>
                  <a:pt x="3402" y="9565"/>
                  <a:pt x="3388" y="9563"/>
                  <a:pt x="3375" y="9561"/>
                </a:cubicBezTo>
                <a:cubicBezTo>
                  <a:pt x="3342" y="9552"/>
                  <a:pt x="3314" y="9549"/>
                  <a:pt x="3292" y="9549"/>
                </a:cubicBezTo>
                <a:cubicBezTo>
                  <a:pt x="3231" y="9549"/>
                  <a:pt x="3217" y="9577"/>
                  <a:pt x="3283" y="9621"/>
                </a:cubicBezTo>
                <a:lnTo>
                  <a:pt x="3405" y="9743"/>
                </a:lnTo>
                <a:cubicBezTo>
                  <a:pt x="3359" y="9773"/>
                  <a:pt x="3306" y="9789"/>
                  <a:pt x="3249" y="9789"/>
                </a:cubicBezTo>
                <a:cubicBezTo>
                  <a:pt x="3192" y="9789"/>
                  <a:pt x="3131" y="9773"/>
                  <a:pt x="3071" y="9743"/>
                </a:cubicBezTo>
                <a:lnTo>
                  <a:pt x="3010" y="9834"/>
                </a:lnTo>
                <a:cubicBezTo>
                  <a:pt x="2949" y="9895"/>
                  <a:pt x="2858" y="9986"/>
                  <a:pt x="2797" y="10077"/>
                </a:cubicBezTo>
                <a:cubicBezTo>
                  <a:pt x="2736" y="10108"/>
                  <a:pt x="2706" y="10138"/>
                  <a:pt x="2645" y="10138"/>
                </a:cubicBezTo>
                <a:lnTo>
                  <a:pt x="2463" y="9956"/>
                </a:lnTo>
                <a:cubicBezTo>
                  <a:pt x="2341" y="10047"/>
                  <a:pt x="2219" y="10169"/>
                  <a:pt x="2128" y="10260"/>
                </a:cubicBezTo>
                <a:lnTo>
                  <a:pt x="2128" y="10290"/>
                </a:lnTo>
                <a:cubicBezTo>
                  <a:pt x="2159" y="10381"/>
                  <a:pt x="2189" y="10503"/>
                  <a:pt x="2250" y="10503"/>
                </a:cubicBezTo>
                <a:lnTo>
                  <a:pt x="2493" y="10533"/>
                </a:lnTo>
                <a:cubicBezTo>
                  <a:pt x="2523" y="10685"/>
                  <a:pt x="2311" y="10807"/>
                  <a:pt x="2250" y="10807"/>
                </a:cubicBezTo>
                <a:cubicBezTo>
                  <a:pt x="2159" y="10807"/>
                  <a:pt x="2067" y="11020"/>
                  <a:pt x="1976" y="11050"/>
                </a:cubicBezTo>
                <a:cubicBezTo>
                  <a:pt x="1855" y="11080"/>
                  <a:pt x="1824" y="11141"/>
                  <a:pt x="1855" y="11172"/>
                </a:cubicBezTo>
                <a:lnTo>
                  <a:pt x="1885" y="11172"/>
                </a:lnTo>
                <a:cubicBezTo>
                  <a:pt x="2128" y="11263"/>
                  <a:pt x="2189" y="11415"/>
                  <a:pt x="2067" y="11567"/>
                </a:cubicBezTo>
                <a:lnTo>
                  <a:pt x="1926" y="11765"/>
                </a:lnTo>
                <a:lnTo>
                  <a:pt x="1926" y="11765"/>
                </a:lnTo>
                <a:cubicBezTo>
                  <a:pt x="1884" y="11773"/>
                  <a:pt x="1813" y="11786"/>
                  <a:pt x="1745" y="11786"/>
                </a:cubicBezTo>
                <a:cubicBezTo>
                  <a:pt x="1720" y="11786"/>
                  <a:pt x="1695" y="11784"/>
                  <a:pt x="1672" y="11779"/>
                </a:cubicBezTo>
                <a:cubicBezTo>
                  <a:pt x="1596" y="11764"/>
                  <a:pt x="1528" y="11757"/>
                  <a:pt x="1479" y="11757"/>
                </a:cubicBezTo>
                <a:cubicBezTo>
                  <a:pt x="1429" y="11757"/>
                  <a:pt x="1399" y="11764"/>
                  <a:pt x="1399" y="11779"/>
                </a:cubicBezTo>
                <a:lnTo>
                  <a:pt x="1429" y="11810"/>
                </a:lnTo>
                <a:cubicBezTo>
                  <a:pt x="1439" y="11820"/>
                  <a:pt x="1466" y="11820"/>
                  <a:pt x="1494" y="11820"/>
                </a:cubicBezTo>
                <a:cubicBezTo>
                  <a:pt x="1551" y="11820"/>
                  <a:pt x="1612" y="11820"/>
                  <a:pt x="1551" y="11901"/>
                </a:cubicBezTo>
                <a:lnTo>
                  <a:pt x="1490" y="11992"/>
                </a:lnTo>
                <a:cubicBezTo>
                  <a:pt x="1476" y="12033"/>
                  <a:pt x="1382" y="12050"/>
                  <a:pt x="1272" y="12050"/>
                </a:cubicBezTo>
                <a:cubicBezTo>
                  <a:pt x="1137" y="12050"/>
                  <a:pt x="979" y="12026"/>
                  <a:pt x="912" y="11992"/>
                </a:cubicBezTo>
                <a:cubicBezTo>
                  <a:pt x="874" y="11963"/>
                  <a:pt x="841" y="11953"/>
                  <a:pt x="817" y="11953"/>
                </a:cubicBezTo>
                <a:cubicBezTo>
                  <a:pt x="765" y="11953"/>
                  <a:pt x="749" y="12002"/>
                  <a:pt x="791" y="12023"/>
                </a:cubicBezTo>
                <a:cubicBezTo>
                  <a:pt x="882" y="12114"/>
                  <a:pt x="973" y="12175"/>
                  <a:pt x="1095" y="12205"/>
                </a:cubicBezTo>
                <a:cubicBezTo>
                  <a:pt x="1156" y="12235"/>
                  <a:pt x="1156" y="12327"/>
                  <a:pt x="1095" y="12387"/>
                </a:cubicBezTo>
                <a:lnTo>
                  <a:pt x="1034" y="12387"/>
                </a:lnTo>
                <a:cubicBezTo>
                  <a:pt x="943" y="12418"/>
                  <a:pt x="821" y="12448"/>
                  <a:pt x="760" y="12479"/>
                </a:cubicBezTo>
                <a:cubicBezTo>
                  <a:pt x="669" y="12479"/>
                  <a:pt x="548" y="12479"/>
                  <a:pt x="578" y="12600"/>
                </a:cubicBezTo>
                <a:lnTo>
                  <a:pt x="578" y="12661"/>
                </a:lnTo>
                <a:cubicBezTo>
                  <a:pt x="540" y="12719"/>
                  <a:pt x="611" y="12740"/>
                  <a:pt x="692" y="12740"/>
                </a:cubicBezTo>
                <a:cubicBezTo>
                  <a:pt x="738" y="12740"/>
                  <a:pt x="788" y="12733"/>
                  <a:pt x="821" y="12722"/>
                </a:cubicBezTo>
                <a:cubicBezTo>
                  <a:pt x="906" y="12693"/>
                  <a:pt x="1045" y="12506"/>
                  <a:pt x="1112" y="12506"/>
                </a:cubicBezTo>
                <a:cubicBezTo>
                  <a:pt x="1117" y="12506"/>
                  <a:pt x="1121" y="12507"/>
                  <a:pt x="1125" y="12509"/>
                </a:cubicBezTo>
                <a:cubicBezTo>
                  <a:pt x="1186" y="12539"/>
                  <a:pt x="1308" y="12783"/>
                  <a:pt x="1308" y="12843"/>
                </a:cubicBezTo>
                <a:cubicBezTo>
                  <a:pt x="1338" y="12904"/>
                  <a:pt x="1186" y="13056"/>
                  <a:pt x="1125" y="13086"/>
                </a:cubicBezTo>
                <a:cubicBezTo>
                  <a:pt x="1064" y="13086"/>
                  <a:pt x="1004" y="13086"/>
                  <a:pt x="943" y="13026"/>
                </a:cubicBezTo>
                <a:cubicBezTo>
                  <a:pt x="943" y="13022"/>
                  <a:pt x="942" y="13020"/>
                  <a:pt x="941" y="13020"/>
                </a:cubicBezTo>
                <a:cubicBezTo>
                  <a:pt x="935" y="13020"/>
                  <a:pt x="908" y="13102"/>
                  <a:pt x="882" y="13208"/>
                </a:cubicBezTo>
                <a:lnTo>
                  <a:pt x="1004" y="13299"/>
                </a:lnTo>
                <a:cubicBezTo>
                  <a:pt x="1064" y="13330"/>
                  <a:pt x="1095" y="13421"/>
                  <a:pt x="1064" y="13482"/>
                </a:cubicBezTo>
                <a:cubicBezTo>
                  <a:pt x="973" y="13634"/>
                  <a:pt x="852" y="13786"/>
                  <a:pt x="730" y="13907"/>
                </a:cubicBezTo>
                <a:lnTo>
                  <a:pt x="669" y="13907"/>
                </a:lnTo>
                <a:cubicBezTo>
                  <a:pt x="661" y="13890"/>
                  <a:pt x="643" y="13883"/>
                  <a:pt x="619" y="13883"/>
                </a:cubicBezTo>
                <a:cubicBezTo>
                  <a:pt x="556" y="13883"/>
                  <a:pt x="453" y="13933"/>
                  <a:pt x="365" y="13998"/>
                </a:cubicBezTo>
                <a:lnTo>
                  <a:pt x="487" y="14120"/>
                </a:lnTo>
                <a:cubicBezTo>
                  <a:pt x="578" y="14211"/>
                  <a:pt x="578" y="14302"/>
                  <a:pt x="517" y="14394"/>
                </a:cubicBezTo>
                <a:cubicBezTo>
                  <a:pt x="497" y="14434"/>
                  <a:pt x="473" y="14448"/>
                  <a:pt x="446" y="14448"/>
                </a:cubicBezTo>
                <a:cubicBezTo>
                  <a:pt x="392" y="14448"/>
                  <a:pt x="325" y="14394"/>
                  <a:pt x="244" y="14394"/>
                </a:cubicBezTo>
                <a:cubicBezTo>
                  <a:pt x="153" y="14394"/>
                  <a:pt x="1" y="14515"/>
                  <a:pt x="61" y="14576"/>
                </a:cubicBezTo>
                <a:cubicBezTo>
                  <a:pt x="84" y="14620"/>
                  <a:pt x="106" y="14713"/>
                  <a:pt x="187" y="14713"/>
                </a:cubicBezTo>
                <a:cubicBezTo>
                  <a:pt x="217" y="14713"/>
                  <a:pt x="255" y="14700"/>
                  <a:pt x="305" y="14667"/>
                </a:cubicBezTo>
                <a:cubicBezTo>
                  <a:pt x="365" y="14606"/>
                  <a:pt x="487" y="14637"/>
                  <a:pt x="548" y="14576"/>
                </a:cubicBezTo>
                <a:lnTo>
                  <a:pt x="639" y="14545"/>
                </a:lnTo>
                <a:cubicBezTo>
                  <a:pt x="669" y="14454"/>
                  <a:pt x="791" y="14454"/>
                  <a:pt x="821" y="14454"/>
                </a:cubicBezTo>
                <a:cubicBezTo>
                  <a:pt x="821" y="14457"/>
                  <a:pt x="822" y="14458"/>
                  <a:pt x="822" y="14458"/>
                </a:cubicBezTo>
                <a:cubicBezTo>
                  <a:pt x="831" y="14458"/>
                  <a:pt x="889" y="14300"/>
                  <a:pt x="973" y="14272"/>
                </a:cubicBezTo>
                <a:cubicBezTo>
                  <a:pt x="1031" y="14214"/>
                  <a:pt x="1225" y="13966"/>
                  <a:pt x="1323" y="13966"/>
                </a:cubicBezTo>
                <a:cubicBezTo>
                  <a:pt x="1328" y="13966"/>
                  <a:pt x="1333" y="13966"/>
                  <a:pt x="1338" y="13968"/>
                </a:cubicBezTo>
                <a:cubicBezTo>
                  <a:pt x="1460" y="13998"/>
                  <a:pt x="1460" y="14150"/>
                  <a:pt x="1368" y="14272"/>
                </a:cubicBezTo>
                <a:lnTo>
                  <a:pt x="1551" y="14394"/>
                </a:lnTo>
                <a:cubicBezTo>
                  <a:pt x="1672" y="14454"/>
                  <a:pt x="1764" y="14545"/>
                  <a:pt x="1855" y="14637"/>
                </a:cubicBezTo>
                <a:cubicBezTo>
                  <a:pt x="1885" y="14728"/>
                  <a:pt x="1885" y="14789"/>
                  <a:pt x="1855" y="14849"/>
                </a:cubicBezTo>
                <a:lnTo>
                  <a:pt x="1642" y="14910"/>
                </a:lnTo>
                <a:cubicBezTo>
                  <a:pt x="1556" y="15053"/>
                  <a:pt x="1740" y="15278"/>
                  <a:pt x="1863" y="15278"/>
                </a:cubicBezTo>
                <a:cubicBezTo>
                  <a:pt x="1871" y="15278"/>
                  <a:pt x="1878" y="15277"/>
                  <a:pt x="1885" y="15275"/>
                </a:cubicBezTo>
                <a:cubicBezTo>
                  <a:pt x="1892" y="15271"/>
                  <a:pt x="1897" y="15266"/>
                  <a:pt x="1903" y="15262"/>
                </a:cubicBezTo>
                <a:lnTo>
                  <a:pt x="1903" y="15262"/>
                </a:lnTo>
                <a:lnTo>
                  <a:pt x="1976" y="15336"/>
                </a:lnTo>
                <a:lnTo>
                  <a:pt x="2007" y="15366"/>
                </a:lnTo>
                <a:cubicBezTo>
                  <a:pt x="2067" y="15457"/>
                  <a:pt x="1946" y="15579"/>
                  <a:pt x="1794" y="15640"/>
                </a:cubicBezTo>
                <a:lnTo>
                  <a:pt x="1794" y="15822"/>
                </a:lnTo>
                <a:lnTo>
                  <a:pt x="1794" y="15883"/>
                </a:lnTo>
                <a:cubicBezTo>
                  <a:pt x="1824" y="15944"/>
                  <a:pt x="1976" y="16004"/>
                  <a:pt x="2037" y="16004"/>
                </a:cubicBezTo>
                <a:cubicBezTo>
                  <a:pt x="2098" y="16004"/>
                  <a:pt x="2098" y="16156"/>
                  <a:pt x="2098" y="16217"/>
                </a:cubicBezTo>
                <a:cubicBezTo>
                  <a:pt x="2098" y="16248"/>
                  <a:pt x="2060" y="16255"/>
                  <a:pt x="2014" y="16255"/>
                </a:cubicBezTo>
                <a:cubicBezTo>
                  <a:pt x="1969" y="16255"/>
                  <a:pt x="1916" y="16248"/>
                  <a:pt x="1885" y="16248"/>
                </a:cubicBezTo>
                <a:cubicBezTo>
                  <a:pt x="1855" y="16278"/>
                  <a:pt x="1794" y="16339"/>
                  <a:pt x="1733" y="16460"/>
                </a:cubicBezTo>
                <a:lnTo>
                  <a:pt x="1885" y="16521"/>
                </a:lnTo>
                <a:cubicBezTo>
                  <a:pt x="1946" y="16521"/>
                  <a:pt x="1976" y="16582"/>
                  <a:pt x="1976" y="16612"/>
                </a:cubicBezTo>
                <a:lnTo>
                  <a:pt x="1976" y="16825"/>
                </a:lnTo>
                <a:cubicBezTo>
                  <a:pt x="2067" y="17068"/>
                  <a:pt x="2159" y="17220"/>
                  <a:pt x="2219" y="17220"/>
                </a:cubicBezTo>
                <a:lnTo>
                  <a:pt x="2219" y="17190"/>
                </a:lnTo>
                <a:lnTo>
                  <a:pt x="2341" y="17008"/>
                </a:lnTo>
                <a:cubicBezTo>
                  <a:pt x="2493" y="16947"/>
                  <a:pt x="2645" y="16856"/>
                  <a:pt x="2797" y="16764"/>
                </a:cubicBezTo>
                <a:lnTo>
                  <a:pt x="2827" y="16734"/>
                </a:lnTo>
                <a:cubicBezTo>
                  <a:pt x="2949" y="16643"/>
                  <a:pt x="3071" y="16552"/>
                  <a:pt x="3223" y="16491"/>
                </a:cubicBezTo>
                <a:cubicBezTo>
                  <a:pt x="3227" y="16487"/>
                  <a:pt x="3232" y="16485"/>
                  <a:pt x="3239" y="16485"/>
                </a:cubicBezTo>
                <a:cubicBezTo>
                  <a:pt x="3278" y="16485"/>
                  <a:pt x="3353" y="16556"/>
                  <a:pt x="3405" y="16582"/>
                </a:cubicBezTo>
                <a:lnTo>
                  <a:pt x="3435" y="16582"/>
                </a:lnTo>
                <a:cubicBezTo>
                  <a:pt x="3435" y="16612"/>
                  <a:pt x="3283" y="16643"/>
                  <a:pt x="3223" y="16643"/>
                </a:cubicBezTo>
                <a:cubicBezTo>
                  <a:pt x="3162" y="16643"/>
                  <a:pt x="3283" y="16916"/>
                  <a:pt x="3283" y="17038"/>
                </a:cubicBezTo>
                <a:cubicBezTo>
                  <a:pt x="3253" y="17129"/>
                  <a:pt x="3101" y="17220"/>
                  <a:pt x="3040" y="17251"/>
                </a:cubicBezTo>
                <a:cubicBezTo>
                  <a:pt x="2979" y="17251"/>
                  <a:pt x="3071" y="17615"/>
                  <a:pt x="2979" y="17676"/>
                </a:cubicBezTo>
                <a:cubicBezTo>
                  <a:pt x="2919" y="17767"/>
                  <a:pt x="2827" y="17798"/>
                  <a:pt x="2736" y="17859"/>
                </a:cubicBezTo>
                <a:lnTo>
                  <a:pt x="2797" y="17919"/>
                </a:lnTo>
                <a:cubicBezTo>
                  <a:pt x="2797" y="17950"/>
                  <a:pt x="2827" y="18011"/>
                  <a:pt x="2797" y="18041"/>
                </a:cubicBezTo>
                <a:cubicBezTo>
                  <a:pt x="2706" y="18163"/>
                  <a:pt x="2463" y="18193"/>
                  <a:pt x="2493" y="18406"/>
                </a:cubicBezTo>
                <a:cubicBezTo>
                  <a:pt x="2402" y="18406"/>
                  <a:pt x="2371" y="18497"/>
                  <a:pt x="2371" y="18497"/>
                </a:cubicBezTo>
                <a:cubicBezTo>
                  <a:pt x="2402" y="18527"/>
                  <a:pt x="2311" y="18558"/>
                  <a:pt x="2280" y="18558"/>
                </a:cubicBezTo>
                <a:cubicBezTo>
                  <a:pt x="2280" y="18588"/>
                  <a:pt x="2250" y="18618"/>
                  <a:pt x="2280" y="18618"/>
                </a:cubicBezTo>
                <a:lnTo>
                  <a:pt x="2280" y="18710"/>
                </a:lnTo>
                <a:cubicBezTo>
                  <a:pt x="2280" y="18770"/>
                  <a:pt x="2493" y="18801"/>
                  <a:pt x="2554" y="18801"/>
                </a:cubicBezTo>
                <a:cubicBezTo>
                  <a:pt x="2645" y="18801"/>
                  <a:pt x="2767" y="19014"/>
                  <a:pt x="2706" y="19044"/>
                </a:cubicBezTo>
                <a:cubicBezTo>
                  <a:pt x="2688" y="19056"/>
                  <a:pt x="2662" y="19061"/>
                  <a:pt x="2632" y="19061"/>
                </a:cubicBezTo>
                <a:cubicBezTo>
                  <a:pt x="2512" y="19061"/>
                  <a:pt x="2323" y="18983"/>
                  <a:pt x="2250" y="18983"/>
                </a:cubicBezTo>
                <a:cubicBezTo>
                  <a:pt x="2128" y="19014"/>
                  <a:pt x="2098" y="19074"/>
                  <a:pt x="2159" y="19166"/>
                </a:cubicBezTo>
                <a:lnTo>
                  <a:pt x="2037" y="19226"/>
                </a:lnTo>
                <a:lnTo>
                  <a:pt x="1946" y="19287"/>
                </a:lnTo>
                <a:cubicBezTo>
                  <a:pt x="1794" y="19378"/>
                  <a:pt x="1733" y="19439"/>
                  <a:pt x="1794" y="19470"/>
                </a:cubicBezTo>
                <a:lnTo>
                  <a:pt x="1824" y="19470"/>
                </a:lnTo>
                <a:cubicBezTo>
                  <a:pt x="1905" y="19486"/>
                  <a:pt x="1995" y="19519"/>
                  <a:pt x="2080" y="19519"/>
                </a:cubicBezTo>
                <a:cubicBezTo>
                  <a:pt x="2154" y="19519"/>
                  <a:pt x="2224" y="19494"/>
                  <a:pt x="2280" y="19409"/>
                </a:cubicBezTo>
                <a:lnTo>
                  <a:pt x="2371" y="19257"/>
                </a:lnTo>
                <a:cubicBezTo>
                  <a:pt x="2615" y="19287"/>
                  <a:pt x="2706" y="19378"/>
                  <a:pt x="2615" y="19439"/>
                </a:cubicBezTo>
                <a:lnTo>
                  <a:pt x="2554" y="19500"/>
                </a:lnTo>
                <a:lnTo>
                  <a:pt x="2554" y="19530"/>
                </a:lnTo>
                <a:cubicBezTo>
                  <a:pt x="2569" y="19546"/>
                  <a:pt x="2630" y="19546"/>
                  <a:pt x="2694" y="19546"/>
                </a:cubicBezTo>
                <a:cubicBezTo>
                  <a:pt x="2759" y="19546"/>
                  <a:pt x="2827" y="19546"/>
                  <a:pt x="2858" y="19561"/>
                </a:cubicBezTo>
                <a:cubicBezTo>
                  <a:pt x="2979" y="19622"/>
                  <a:pt x="3101" y="19652"/>
                  <a:pt x="3223" y="19682"/>
                </a:cubicBezTo>
                <a:cubicBezTo>
                  <a:pt x="3226" y="19684"/>
                  <a:pt x="3230" y="19684"/>
                  <a:pt x="3234" y="19684"/>
                </a:cubicBezTo>
                <a:cubicBezTo>
                  <a:pt x="3311" y="19684"/>
                  <a:pt x="3282" y="19373"/>
                  <a:pt x="3253" y="19257"/>
                </a:cubicBezTo>
                <a:cubicBezTo>
                  <a:pt x="3236" y="19190"/>
                  <a:pt x="3321" y="19169"/>
                  <a:pt x="3417" y="19169"/>
                </a:cubicBezTo>
                <a:cubicBezTo>
                  <a:pt x="3494" y="19169"/>
                  <a:pt x="3577" y="19182"/>
                  <a:pt x="3618" y="19196"/>
                </a:cubicBezTo>
                <a:cubicBezTo>
                  <a:pt x="3709" y="19257"/>
                  <a:pt x="3709" y="19378"/>
                  <a:pt x="3618" y="19470"/>
                </a:cubicBezTo>
                <a:lnTo>
                  <a:pt x="3466" y="19318"/>
                </a:lnTo>
                <a:lnTo>
                  <a:pt x="3375" y="19318"/>
                </a:lnTo>
                <a:cubicBezTo>
                  <a:pt x="3375" y="19348"/>
                  <a:pt x="3375" y="19378"/>
                  <a:pt x="3375" y="19409"/>
                </a:cubicBezTo>
                <a:cubicBezTo>
                  <a:pt x="3496" y="19470"/>
                  <a:pt x="3587" y="19500"/>
                  <a:pt x="3709" y="19500"/>
                </a:cubicBezTo>
                <a:lnTo>
                  <a:pt x="3830" y="19409"/>
                </a:lnTo>
                <a:cubicBezTo>
                  <a:pt x="3982" y="19500"/>
                  <a:pt x="4104" y="19591"/>
                  <a:pt x="4226" y="19682"/>
                </a:cubicBezTo>
                <a:lnTo>
                  <a:pt x="4347" y="19561"/>
                </a:lnTo>
                <a:cubicBezTo>
                  <a:pt x="4369" y="19539"/>
                  <a:pt x="4398" y="19529"/>
                  <a:pt x="4427" y="19529"/>
                </a:cubicBezTo>
                <a:cubicBezTo>
                  <a:pt x="4479" y="19529"/>
                  <a:pt x="4530" y="19563"/>
                  <a:pt x="4530" y="19622"/>
                </a:cubicBezTo>
                <a:cubicBezTo>
                  <a:pt x="4530" y="19682"/>
                  <a:pt x="4560" y="19804"/>
                  <a:pt x="4408" y="19804"/>
                </a:cubicBezTo>
                <a:lnTo>
                  <a:pt x="4226" y="19774"/>
                </a:lnTo>
                <a:cubicBezTo>
                  <a:pt x="4206" y="19831"/>
                  <a:pt x="4065" y="19852"/>
                  <a:pt x="3933" y="19852"/>
                </a:cubicBezTo>
                <a:cubicBezTo>
                  <a:pt x="3861" y="19852"/>
                  <a:pt x="3793" y="19846"/>
                  <a:pt x="3748" y="19836"/>
                </a:cubicBezTo>
                <a:lnTo>
                  <a:pt x="3748" y="19836"/>
                </a:lnTo>
                <a:lnTo>
                  <a:pt x="3648" y="19956"/>
                </a:lnTo>
                <a:cubicBezTo>
                  <a:pt x="3557" y="20047"/>
                  <a:pt x="3526" y="20199"/>
                  <a:pt x="3678" y="20199"/>
                </a:cubicBezTo>
                <a:lnTo>
                  <a:pt x="3922" y="20199"/>
                </a:lnTo>
                <a:cubicBezTo>
                  <a:pt x="3891" y="20351"/>
                  <a:pt x="4134" y="20533"/>
                  <a:pt x="4104" y="20625"/>
                </a:cubicBezTo>
                <a:cubicBezTo>
                  <a:pt x="4074" y="20716"/>
                  <a:pt x="4226" y="20807"/>
                  <a:pt x="4438" y="20807"/>
                </a:cubicBezTo>
                <a:lnTo>
                  <a:pt x="4408" y="21141"/>
                </a:lnTo>
                <a:lnTo>
                  <a:pt x="4408" y="21263"/>
                </a:lnTo>
                <a:cubicBezTo>
                  <a:pt x="4499" y="21354"/>
                  <a:pt x="4682" y="21597"/>
                  <a:pt x="4621" y="21658"/>
                </a:cubicBezTo>
                <a:cubicBezTo>
                  <a:pt x="4590" y="21688"/>
                  <a:pt x="4773" y="21840"/>
                  <a:pt x="4864" y="21840"/>
                </a:cubicBezTo>
                <a:cubicBezTo>
                  <a:pt x="4955" y="21840"/>
                  <a:pt x="5016" y="21810"/>
                  <a:pt x="5046" y="21719"/>
                </a:cubicBezTo>
                <a:cubicBezTo>
                  <a:pt x="5046" y="21688"/>
                  <a:pt x="4894" y="21628"/>
                  <a:pt x="4834" y="21597"/>
                </a:cubicBezTo>
                <a:cubicBezTo>
                  <a:pt x="4773" y="21597"/>
                  <a:pt x="4742" y="21567"/>
                  <a:pt x="4803" y="21536"/>
                </a:cubicBezTo>
                <a:lnTo>
                  <a:pt x="4834" y="21536"/>
                </a:lnTo>
                <a:cubicBezTo>
                  <a:pt x="4985" y="21536"/>
                  <a:pt x="4985" y="21445"/>
                  <a:pt x="4894" y="21384"/>
                </a:cubicBezTo>
                <a:lnTo>
                  <a:pt x="4834" y="21324"/>
                </a:lnTo>
                <a:cubicBezTo>
                  <a:pt x="4682" y="21263"/>
                  <a:pt x="4773" y="21263"/>
                  <a:pt x="5016" y="21263"/>
                </a:cubicBezTo>
                <a:lnTo>
                  <a:pt x="5168" y="21354"/>
                </a:lnTo>
                <a:cubicBezTo>
                  <a:pt x="5229" y="21415"/>
                  <a:pt x="5289" y="21536"/>
                  <a:pt x="5229" y="21567"/>
                </a:cubicBezTo>
                <a:cubicBezTo>
                  <a:pt x="5077" y="21719"/>
                  <a:pt x="5229" y="21780"/>
                  <a:pt x="5350" y="21780"/>
                </a:cubicBezTo>
                <a:lnTo>
                  <a:pt x="5502" y="21810"/>
                </a:lnTo>
                <a:cubicBezTo>
                  <a:pt x="5715" y="21810"/>
                  <a:pt x="5897" y="21901"/>
                  <a:pt x="5897" y="22023"/>
                </a:cubicBezTo>
                <a:lnTo>
                  <a:pt x="6019" y="22114"/>
                </a:lnTo>
                <a:cubicBezTo>
                  <a:pt x="6110" y="22175"/>
                  <a:pt x="6171" y="22266"/>
                  <a:pt x="5958" y="22296"/>
                </a:cubicBezTo>
                <a:lnTo>
                  <a:pt x="5928" y="22296"/>
                </a:lnTo>
                <a:cubicBezTo>
                  <a:pt x="5806" y="22388"/>
                  <a:pt x="5685" y="22448"/>
                  <a:pt x="5533" y="22448"/>
                </a:cubicBezTo>
                <a:cubicBezTo>
                  <a:pt x="5441" y="22418"/>
                  <a:pt x="5350" y="22357"/>
                  <a:pt x="5350" y="22236"/>
                </a:cubicBezTo>
                <a:lnTo>
                  <a:pt x="5381" y="22144"/>
                </a:lnTo>
                <a:lnTo>
                  <a:pt x="5441" y="21901"/>
                </a:lnTo>
                <a:cubicBezTo>
                  <a:pt x="5289" y="21871"/>
                  <a:pt x="5107" y="21871"/>
                  <a:pt x="5107" y="21871"/>
                </a:cubicBezTo>
                <a:cubicBezTo>
                  <a:pt x="5077" y="21871"/>
                  <a:pt x="5137" y="21992"/>
                  <a:pt x="5198" y="22053"/>
                </a:cubicBezTo>
                <a:cubicBezTo>
                  <a:pt x="5229" y="22114"/>
                  <a:pt x="4955" y="22266"/>
                  <a:pt x="4894" y="22327"/>
                </a:cubicBezTo>
                <a:cubicBezTo>
                  <a:pt x="4834" y="22357"/>
                  <a:pt x="4925" y="22448"/>
                  <a:pt x="5107" y="22479"/>
                </a:cubicBezTo>
                <a:lnTo>
                  <a:pt x="5229" y="22540"/>
                </a:lnTo>
                <a:cubicBezTo>
                  <a:pt x="5289" y="22540"/>
                  <a:pt x="5350" y="22570"/>
                  <a:pt x="5350" y="22631"/>
                </a:cubicBezTo>
                <a:lnTo>
                  <a:pt x="5411" y="22752"/>
                </a:lnTo>
                <a:cubicBezTo>
                  <a:pt x="5472" y="22904"/>
                  <a:pt x="5533" y="23026"/>
                  <a:pt x="5593" y="23026"/>
                </a:cubicBezTo>
                <a:lnTo>
                  <a:pt x="5624" y="23026"/>
                </a:lnTo>
                <a:cubicBezTo>
                  <a:pt x="5638" y="23031"/>
                  <a:pt x="5654" y="23032"/>
                  <a:pt x="5670" y="23032"/>
                </a:cubicBezTo>
                <a:cubicBezTo>
                  <a:pt x="5709" y="23032"/>
                  <a:pt x="5751" y="23021"/>
                  <a:pt x="5786" y="23021"/>
                </a:cubicBezTo>
                <a:cubicBezTo>
                  <a:pt x="5824" y="23021"/>
                  <a:pt x="5854" y="23034"/>
                  <a:pt x="5867" y="23087"/>
                </a:cubicBezTo>
                <a:lnTo>
                  <a:pt x="5897" y="23178"/>
                </a:lnTo>
                <a:cubicBezTo>
                  <a:pt x="5806" y="23208"/>
                  <a:pt x="5715" y="23239"/>
                  <a:pt x="5715" y="23269"/>
                </a:cubicBezTo>
                <a:cubicBezTo>
                  <a:pt x="5776" y="23299"/>
                  <a:pt x="5837" y="23299"/>
                  <a:pt x="5837" y="23299"/>
                </a:cubicBezTo>
                <a:cubicBezTo>
                  <a:pt x="5849" y="23390"/>
                  <a:pt x="5873" y="23420"/>
                  <a:pt x="5904" y="23420"/>
                </a:cubicBezTo>
                <a:cubicBezTo>
                  <a:pt x="5944" y="23420"/>
                  <a:pt x="5997" y="23365"/>
                  <a:pt x="6049" y="23330"/>
                </a:cubicBezTo>
                <a:lnTo>
                  <a:pt x="6080" y="23299"/>
                </a:lnTo>
                <a:cubicBezTo>
                  <a:pt x="6095" y="23292"/>
                  <a:pt x="6108" y="23288"/>
                  <a:pt x="6119" y="23288"/>
                </a:cubicBezTo>
                <a:cubicBezTo>
                  <a:pt x="6152" y="23288"/>
                  <a:pt x="6163" y="23322"/>
                  <a:pt x="6141" y="23391"/>
                </a:cubicBezTo>
                <a:lnTo>
                  <a:pt x="6110" y="23421"/>
                </a:lnTo>
                <a:cubicBezTo>
                  <a:pt x="5897" y="23664"/>
                  <a:pt x="5867" y="23755"/>
                  <a:pt x="6110" y="23938"/>
                </a:cubicBezTo>
                <a:lnTo>
                  <a:pt x="6292" y="24090"/>
                </a:lnTo>
                <a:cubicBezTo>
                  <a:pt x="6232" y="24242"/>
                  <a:pt x="6080" y="24394"/>
                  <a:pt x="5897" y="24424"/>
                </a:cubicBezTo>
                <a:lnTo>
                  <a:pt x="5897" y="24211"/>
                </a:lnTo>
                <a:cubicBezTo>
                  <a:pt x="5897" y="24181"/>
                  <a:pt x="5897" y="24150"/>
                  <a:pt x="5867" y="24120"/>
                </a:cubicBezTo>
                <a:lnTo>
                  <a:pt x="5837" y="24120"/>
                </a:lnTo>
                <a:cubicBezTo>
                  <a:pt x="5776" y="24120"/>
                  <a:pt x="5806" y="24333"/>
                  <a:pt x="5837" y="24394"/>
                </a:cubicBezTo>
                <a:cubicBezTo>
                  <a:pt x="5928" y="24546"/>
                  <a:pt x="6080" y="24698"/>
                  <a:pt x="6232" y="24789"/>
                </a:cubicBezTo>
                <a:lnTo>
                  <a:pt x="6475" y="24637"/>
                </a:lnTo>
                <a:cubicBezTo>
                  <a:pt x="6475" y="24637"/>
                  <a:pt x="6556" y="24677"/>
                  <a:pt x="6619" y="24677"/>
                </a:cubicBezTo>
                <a:cubicBezTo>
                  <a:pt x="6650" y="24677"/>
                  <a:pt x="6678" y="24667"/>
                  <a:pt x="6688" y="24637"/>
                </a:cubicBezTo>
                <a:lnTo>
                  <a:pt x="6718" y="24454"/>
                </a:lnTo>
                <a:cubicBezTo>
                  <a:pt x="6931" y="24424"/>
                  <a:pt x="7144" y="24363"/>
                  <a:pt x="7326" y="24333"/>
                </a:cubicBezTo>
                <a:lnTo>
                  <a:pt x="7448" y="24485"/>
                </a:lnTo>
                <a:lnTo>
                  <a:pt x="7508" y="24546"/>
                </a:lnTo>
                <a:cubicBezTo>
                  <a:pt x="7569" y="24667"/>
                  <a:pt x="7569" y="24819"/>
                  <a:pt x="7508" y="24971"/>
                </a:cubicBezTo>
                <a:cubicBezTo>
                  <a:pt x="7508" y="25062"/>
                  <a:pt x="7721" y="25214"/>
                  <a:pt x="7812" y="25214"/>
                </a:cubicBezTo>
                <a:cubicBezTo>
                  <a:pt x="7934" y="25214"/>
                  <a:pt x="8025" y="25184"/>
                  <a:pt x="8086" y="25093"/>
                </a:cubicBezTo>
                <a:lnTo>
                  <a:pt x="8147" y="25032"/>
                </a:lnTo>
                <a:cubicBezTo>
                  <a:pt x="8167" y="25019"/>
                  <a:pt x="8188" y="25014"/>
                  <a:pt x="8209" y="25014"/>
                </a:cubicBezTo>
                <a:cubicBezTo>
                  <a:pt x="8300" y="25014"/>
                  <a:pt x="8391" y="25109"/>
                  <a:pt x="8491" y="25109"/>
                </a:cubicBezTo>
                <a:cubicBezTo>
                  <a:pt x="8537" y="25109"/>
                  <a:pt x="8584" y="25089"/>
                  <a:pt x="8633" y="25032"/>
                </a:cubicBezTo>
                <a:cubicBezTo>
                  <a:pt x="8633" y="25062"/>
                  <a:pt x="8663" y="25062"/>
                  <a:pt x="8694" y="25093"/>
                </a:cubicBezTo>
                <a:lnTo>
                  <a:pt x="8755" y="25123"/>
                </a:lnTo>
                <a:cubicBezTo>
                  <a:pt x="8846" y="25184"/>
                  <a:pt x="8633" y="25366"/>
                  <a:pt x="8603" y="25488"/>
                </a:cubicBezTo>
                <a:cubicBezTo>
                  <a:pt x="8584" y="25543"/>
                  <a:pt x="8665" y="25554"/>
                  <a:pt x="8745" y="25554"/>
                </a:cubicBezTo>
                <a:cubicBezTo>
                  <a:pt x="8798" y="25554"/>
                  <a:pt x="8852" y="25549"/>
                  <a:pt x="8876" y="25549"/>
                </a:cubicBezTo>
                <a:cubicBezTo>
                  <a:pt x="9028" y="25488"/>
                  <a:pt x="9180" y="25457"/>
                  <a:pt x="9332" y="25427"/>
                </a:cubicBezTo>
                <a:lnTo>
                  <a:pt x="9454" y="25609"/>
                </a:lnTo>
                <a:lnTo>
                  <a:pt x="9606" y="25488"/>
                </a:lnTo>
                <a:cubicBezTo>
                  <a:pt x="9632" y="25504"/>
                  <a:pt x="9655" y="25511"/>
                  <a:pt x="9673" y="25511"/>
                </a:cubicBezTo>
                <a:cubicBezTo>
                  <a:pt x="9761" y="25511"/>
                  <a:pt x="9779" y="25366"/>
                  <a:pt x="9879" y="25366"/>
                </a:cubicBezTo>
                <a:cubicBezTo>
                  <a:pt x="10031" y="25366"/>
                  <a:pt x="10153" y="25427"/>
                  <a:pt x="10305" y="25427"/>
                </a:cubicBezTo>
                <a:cubicBezTo>
                  <a:pt x="10335" y="25427"/>
                  <a:pt x="10366" y="25366"/>
                  <a:pt x="10426" y="25336"/>
                </a:cubicBezTo>
                <a:cubicBezTo>
                  <a:pt x="10457" y="25336"/>
                  <a:pt x="10487" y="25306"/>
                  <a:pt x="10518" y="25306"/>
                </a:cubicBezTo>
                <a:cubicBezTo>
                  <a:pt x="10639" y="25336"/>
                  <a:pt x="10730" y="25366"/>
                  <a:pt x="10821" y="25397"/>
                </a:cubicBezTo>
                <a:lnTo>
                  <a:pt x="10882" y="25427"/>
                </a:lnTo>
                <a:cubicBezTo>
                  <a:pt x="10862" y="25508"/>
                  <a:pt x="11071" y="25549"/>
                  <a:pt x="11258" y="25549"/>
                </a:cubicBezTo>
                <a:cubicBezTo>
                  <a:pt x="11352" y="25549"/>
                  <a:pt x="11440" y="25539"/>
                  <a:pt x="11490" y="25518"/>
                </a:cubicBezTo>
                <a:cubicBezTo>
                  <a:pt x="11642" y="25457"/>
                  <a:pt x="11703" y="25336"/>
                  <a:pt x="11642" y="25275"/>
                </a:cubicBezTo>
                <a:lnTo>
                  <a:pt x="11551" y="25214"/>
                </a:lnTo>
                <a:lnTo>
                  <a:pt x="11490" y="25123"/>
                </a:lnTo>
                <a:cubicBezTo>
                  <a:pt x="11369" y="25062"/>
                  <a:pt x="11642" y="24971"/>
                  <a:pt x="11764" y="24971"/>
                </a:cubicBezTo>
                <a:cubicBezTo>
                  <a:pt x="11885" y="25002"/>
                  <a:pt x="11885" y="25032"/>
                  <a:pt x="11855" y="25032"/>
                </a:cubicBezTo>
                <a:cubicBezTo>
                  <a:pt x="11825" y="25062"/>
                  <a:pt x="11916" y="25245"/>
                  <a:pt x="11946" y="25336"/>
                </a:cubicBezTo>
                <a:cubicBezTo>
                  <a:pt x="11968" y="25357"/>
                  <a:pt x="11993" y="25368"/>
                  <a:pt x="12021" y="25368"/>
                </a:cubicBezTo>
                <a:cubicBezTo>
                  <a:pt x="12071" y="25368"/>
                  <a:pt x="12130" y="25334"/>
                  <a:pt x="12189" y="25275"/>
                </a:cubicBezTo>
                <a:lnTo>
                  <a:pt x="12280" y="25184"/>
                </a:lnTo>
                <a:lnTo>
                  <a:pt x="12311" y="25154"/>
                </a:lnTo>
                <a:cubicBezTo>
                  <a:pt x="12402" y="25123"/>
                  <a:pt x="12524" y="25123"/>
                  <a:pt x="12615" y="25093"/>
                </a:cubicBezTo>
                <a:lnTo>
                  <a:pt x="12706" y="25123"/>
                </a:lnTo>
                <a:cubicBezTo>
                  <a:pt x="12722" y="25126"/>
                  <a:pt x="12737" y="25128"/>
                  <a:pt x="12751" y="25128"/>
                </a:cubicBezTo>
                <a:cubicBezTo>
                  <a:pt x="12865" y="25128"/>
                  <a:pt x="12892" y="25025"/>
                  <a:pt x="12919" y="24971"/>
                </a:cubicBezTo>
                <a:cubicBezTo>
                  <a:pt x="12980" y="24910"/>
                  <a:pt x="13040" y="24880"/>
                  <a:pt x="13132" y="24880"/>
                </a:cubicBezTo>
                <a:cubicBezTo>
                  <a:pt x="13178" y="24903"/>
                  <a:pt x="13216" y="24913"/>
                  <a:pt x="13249" y="24913"/>
                </a:cubicBezTo>
                <a:cubicBezTo>
                  <a:pt x="13304" y="24913"/>
                  <a:pt x="13349" y="24887"/>
                  <a:pt x="13405" y="24850"/>
                </a:cubicBezTo>
                <a:cubicBezTo>
                  <a:pt x="13587" y="24667"/>
                  <a:pt x="13922" y="24667"/>
                  <a:pt x="14074" y="24454"/>
                </a:cubicBezTo>
                <a:cubicBezTo>
                  <a:pt x="14165" y="24363"/>
                  <a:pt x="14347" y="24424"/>
                  <a:pt x="14530" y="24363"/>
                </a:cubicBezTo>
                <a:cubicBezTo>
                  <a:pt x="14712" y="24333"/>
                  <a:pt x="14955" y="24363"/>
                  <a:pt x="14986" y="24120"/>
                </a:cubicBezTo>
                <a:lnTo>
                  <a:pt x="15046" y="24120"/>
                </a:lnTo>
                <a:lnTo>
                  <a:pt x="15350" y="24090"/>
                </a:lnTo>
                <a:cubicBezTo>
                  <a:pt x="15350" y="23968"/>
                  <a:pt x="15107" y="23847"/>
                  <a:pt x="15016" y="23847"/>
                </a:cubicBezTo>
                <a:cubicBezTo>
                  <a:pt x="14925" y="23847"/>
                  <a:pt x="14955" y="23786"/>
                  <a:pt x="15077" y="23695"/>
                </a:cubicBezTo>
                <a:lnTo>
                  <a:pt x="15198" y="23634"/>
                </a:lnTo>
                <a:cubicBezTo>
                  <a:pt x="15290" y="23573"/>
                  <a:pt x="15381" y="23512"/>
                  <a:pt x="15472" y="23451"/>
                </a:cubicBezTo>
                <a:cubicBezTo>
                  <a:pt x="15533" y="23391"/>
                  <a:pt x="15563" y="23360"/>
                  <a:pt x="15590" y="23360"/>
                </a:cubicBezTo>
                <a:cubicBezTo>
                  <a:pt x="15616" y="23360"/>
                  <a:pt x="15639" y="23391"/>
                  <a:pt x="15685" y="23451"/>
                </a:cubicBezTo>
                <a:lnTo>
                  <a:pt x="15715" y="23512"/>
                </a:lnTo>
                <a:cubicBezTo>
                  <a:pt x="15746" y="23543"/>
                  <a:pt x="15563" y="23695"/>
                  <a:pt x="15502" y="23725"/>
                </a:cubicBezTo>
                <a:cubicBezTo>
                  <a:pt x="15442" y="23786"/>
                  <a:pt x="15533" y="23968"/>
                  <a:pt x="15715" y="24090"/>
                </a:cubicBezTo>
                <a:lnTo>
                  <a:pt x="15806" y="23786"/>
                </a:lnTo>
                <a:lnTo>
                  <a:pt x="15806" y="23755"/>
                </a:lnTo>
                <a:cubicBezTo>
                  <a:pt x="15958" y="23755"/>
                  <a:pt x="16050" y="23664"/>
                  <a:pt x="16080" y="23543"/>
                </a:cubicBezTo>
                <a:cubicBezTo>
                  <a:pt x="16080" y="23521"/>
                  <a:pt x="16095" y="23511"/>
                  <a:pt x="16120" y="23511"/>
                </a:cubicBezTo>
                <a:cubicBezTo>
                  <a:pt x="16166" y="23511"/>
                  <a:pt x="16245" y="23544"/>
                  <a:pt x="16323" y="23603"/>
                </a:cubicBezTo>
                <a:lnTo>
                  <a:pt x="16536" y="23603"/>
                </a:lnTo>
                <a:cubicBezTo>
                  <a:pt x="16607" y="23568"/>
                  <a:pt x="16689" y="23553"/>
                  <a:pt x="16769" y="23553"/>
                </a:cubicBezTo>
                <a:cubicBezTo>
                  <a:pt x="16825" y="23553"/>
                  <a:pt x="16881" y="23560"/>
                  <a:pt x="16931" y="23573"/>
                </a:cubicBezTo>
                <a:cubicBezTo>
                  <a:pt x="16992" y="23573"/>
                  <a:pt x="17053" y="23603"/>
                  <a:pt x="17113" y="23603"/>
                </a:cubicBezTo>
                <a:cubicBezTo>
                  <a:pt x="17144" y="23573"/>
                  <a:pt x="17144" y="23543"/>
                  <a:pt x="17113" y="23512"/>
                </a:cubicBezTo>
                <a:lnTo>
                  <a:pt x="17113" y="23451"/>
                </a:lnTo>
                <a:cubicBezTo>
                  <a:pt x="17136" y="23407"/>
                  <a:pt x="17174" y="23379"/>
                  <a:pt x="17217" y="23379"/>
                </a:cubicBezTo>
                <a:cubicBezTo>
                  <a:pt x="17233" y="23379"/>
                  <a:pt x="17249" y="23382"/>
                  <a:pt x="17265" y="23391"/>
                </a:cubicBezTo>
                <a:lnTo>
                  <a:pt x="17296" y="23421"/>
                </a:lnTo>
                <a:lnTo>
                  <a:pt x="17357" y="23451"/>
                </a:lnTo>
                <a:cubicBezTo>
                  <a:pt x="17372" y="23467"/>
                  <a:pt x="17395" y="23474"/>
                  <a:pt x="17417" y="23474"/>
                </a:cubicBezTo>
                <a:cubicBezTo>
                  <a:pt x="17440" y="23474"/>
                  <a:pt x="17463" y="23467"/>
                  <a:pt x="17478" y="23451"/>
                </a:cubicBezTo>
                <a:lnTo>
                  <a:pt x="17509" y="23421"/>
                </a:lnTo>
                <a:cubicBezTo>
                  <a:pt x="17539" y="23391"/>
                  <a:pt x="17569" y="23391"/>
                  <a:pt x="17600" y="23391"/>
                </a:cubicBezTo>
                <a:lnTo>
                  <a:pt x="17995" y="23360"/>
                </a:lnTo>
                <a:cubicBezTo>
                  <a:pt x="18046" y="23391"/>
                  <a:pt x="18103" y="23404"/>
                  <a:pt x="18161" y="23404"/>
                </a:cubicBezTo>
                <a:cubicBezTo>
                  <a:pt x="18279" y="23404"/>
                  <a:pt x="18400" y="23350"/>
                  <a:pt x="18481" y="23269"/>
                </a:cubicBezTo>
                <a:cubicBezTo>
                  <a:pt x="18542" y="23178"/>
                  <a:pt x="18633" y="23117"/>
                  <a:pt x="18755" y="23117"/>
                </a:cubicBezTo>
                <a:lnTo>
                  <a:pt x="18907" y="23117"/>
                </a:lnTo>
                <a:cubicBezTo>
                  <a:pt x="18923" y="23112"/>
                  <a:pt x="18935" y="23109"/>
                  <a:pt x="18944" y="23109"/>
                </a:cubicBezTo>
                <a:cubicBezTo>
                  <a:pt x="18985" y="23109"/>
                  <a:pt x="18951" y="23164"/>
                  <a:pt x="18876" y="23239"/>
                </a:cubicBezTo>
                <a:lnTo>
                  <a:pt x="18785" y="23330"/>
                </a:lnTo>
                <a:cubicBezTo>
                  <a:pt x="18664" y="23421"/>
                  <a:pt x="18664" y="23573"/>
                  <a:pt x="18542" y="23664"/>
                </a:cubicBezTo>
                <a:lnTo>
                  <a:pt x="18481" y="23695"/>
                </a:lnTo>
                <a:cubicBezTo>
                  <a:pt x="18390" y="23755"/>
                  <a:pt x="18299" y="23786"/>
                  <a:pt x="18208" y="23786"/>
                </a:cubicBezTo>
                <a:lnTo>
                  <a:pt x="18177" y="23786"/>
                </a:lnTo>
                <a:cubicBezTo>
                  <a:pt x="18116" y="23786"/>
                  <a:pt x="18086" y="23725"/>
                  <a:pt x="18056" y="23725"/>
                </a:cubicBezTo>
                <a:cubicBezTo>
                  <a:pt x="17979" y="23744"/>
                  <a:pt x="17902" y="23800"/>
                  <a:pt x="17817" y="23800"/>
                </a:cubicBezTo>
                <a:cubicBezTo>
                  <a:pt x="17768" y="23800"/>
                  <a:pt x="17716" y="23781"/>
                  <a:pt x="17660" y="23725"/>
                </a:cubicBezTo>
                <a:cubicBezTo>
                  <a:pt x="17658" y="23723"/>
                  <a:pt x="17655" y="23722"/>
                  <a:pt x="17650" y="23722"/>
                </a:cubicBezTo>
                <a:cubicBezTo>
                  <a:pt x="17590" y="23722"/>
                  <a:pt x="17354" y="23884"/>
                  <a:pt x="17326" y="23968"/>
                </a:cubicBezTo>
                <a:cubicBezTo>
                  <a:pt x="17326" y="23999"/>
                  <a:pt x="17357" y="24029"/>
                  <a:pt x="17357" y="24059"/>
                </a:cubicBezTo>
                <a:cubicBezTo>
                  <a:pt x="17373" y="24063"/>
                  <a:pt x="17388" y="24064"/>
                  <a:pt x="17403" y="24064"/>
                </a:cubicBezTo>
                <a:cubicBezTo>
                  <a:pt x="17522" y="24064"/>
                  <a:pt x="17579" y="23962"/>
                  <a:pt x="17660" y="23907"/>
                </a:cubicBezTo>
                <a:cubicBezTo>
                  <a:pt x="17691" y="23907"/>
                  <a:pt x="17691" y="23999"/>
                  <a:pt x="17691" y="24090"/>
                </a:cubicBezTo>
                <a:lnTo>
                  <a:pt x="17752" y="24120"/>
                </a:lnTo>
                <a:lnTo>
                  <a:pt x="17812" y="24150"/>
                </a:lnTo>
                <a:cubicBezTo>
                  <a:pt x="17934" y="24150"/>
                  <a:pt x="18056" y="24363"/>
                  <a:pt x="18056" y="24394"/>
                </a:cubicBezTo>
                <a:cubicBezTo>
                  <a:pt x="18056" y="24454"/>
                  <a:pt x="18208" y="24454"/>
                  <a:pt x="18238" y="24454"/>
                </a:cubicBezTo>
                <a:cubicBezTo>
                  <a:pt x="18246" y="24450"/>
                  <a:pt x="18254" y="24448"/>
                  <a:pt x="18261" y="24448"/>
                </a:cubicBezTo>
                <a:cubicBezTo>
                  <a:pt x="18307" y="24448"/>
                  <a:pt x="18333" y="24524"/>
                  <a:pt x="18360" y="24576"/>
                </a:cubicBezTo>
                <a:cubicBezTo>
                  <a:pt x="18360" y="24582"/>
                  <a:pt x="18365" y="24584"/>
                  <a:pt x="18374" y="24584"/>
                </a:cubicBezTo>
                <a:cubicBezTo>
                  <a:pt x="18413" y="24584"/>
                  <a:pt x="18517" y="24540"/>
                  <a:pt x="18542" y="24515"/>
                </a:cubicBezTo>
                <a:cubicBezTo>
                  <a:pt x="18545" y="24514"/>
                  <a:pt x="18548" y="24513"/>
                  <a:pt x="18551" y="24513"/>
                </a:cubicBezTo>
                <a:cubicBezTo>
                  <a:pt x="18596" y="24513"/>
                  <a:pt x="18536" y="24762"/>
                  <a:pt x="18420" y="24819"/>
                </a:cubicBezTo>
                <a:cubicBezTo>
                  <a:pt x="18329" y="24880"/>
                  <a:pt x="18390" y="25002"/>
                  <a:pt x="18572" y="25093"/>
                </a:cubicBezTo>
                <a:lnTo>
                  <a:pt x="18785" y="25062"/>
                </a:lnTo>
                <a:lnTo>
                  <a:pt x="18816" y="25062"/>
                </a:lnTo>
                <a:cubicBezTo>
                  <a:pt x="18846" y="25032"/>
                  <a:pt x="18664" y="24971"/>
                  <a:pt x="18603" y="24971"/>
                </a:cubicBezTo>
                <a:cubicBezTo>
                  <a:pt x="18512" y="24971"/>
                  <a:pt x="18664" y="24880"/>
                  <a:pt x="18724" y="24850"/>
                </a:cubicBezTo>
                <a:cubicBezTo>
                  <a:pt x="18785" y="24850"/>
                  <a:pt x="18876" y="24941"/>
                  <a:pt x="18937" y="25062"/>
                </a:cubicBezTo>
                <a:lnTo>
                  <a:pt x="19028" y="25184"/>
                </a:lnTo>
                <a:cubicBezTo>
                  <a:pt x="19059" y="25245"/>
                  <a:pt x="18937" y="25336"/>
                  <a:pt x="18816" y="25336"/>
                </a:cubicBezTo>
                <a:cubicBezTo>
                  <a:pt x="18755" y="25397"/>
                  <a:pt x="18755" y="25457"/>
                  <a:pt x="18816" y="25518"/>
                </a:cubicBezTo>
                <a:lnTo>
                  <a:pt x="18846" y="25518"/>
                </a:lnTo>
                <a:cubicBezTo>
                  <a:pt x="19059" y="25579"/>
                  <a:pt x="19150" y="25670"/>
                  <a:pt x="18998" y="25853"/>
                </a:cubicBezTo>
                <a:cubicBezTo>
                  <a:pt x="18998" y="25853"/>
                  <a:pt x="19028" y="25913"/>
                  <a:pt x="19028" y="25913"/>
                </a:cubicBezTo>
                <a:lnTo>
                  <a:pt x="19211" y="26035"/>
                </a:lnTo>
                <a:cubicBezTo>
                  <a:pt x="19268" y="26043"/>
                  <a:pt x="19318" y="26047"/>
                  <a:pt x="19361" y="26047"/>
                </a:cubicBezTo>
                <a:cubicBezTo>
                  <a:pt x="19478" y="26047"/>
                  <a:pt x="19537" y="26019"/>
                  <a:pt x="19515" y="25974"/>
                </a:cubicBezTo>
                <a:lnTo>
                  <a:pt x="19484" y="25974"/>
                </a:lnTo>
                <a:cubicBezTo>
                  <a:pt x="19211" y="25913"/>
                  <a:pt x="19211" y="25731"/>
                  <a:pt x="19302" y="25640"/>
                </a:cubicBezTo>
                <a:lnTo>
                  <a:pt x="19393" y="25488"/>
                </a:lnTo>
                <a:cubicBezTo>
                  <a:pt x="19393" y="25366"/>
                  <a:pt x="19211" y="25123"/>
                  <a:pt x="19211" y="25032"/>
                </a:cubicBezTo>
                <a:cubicBezTo>
                  <a:pt x="19211" y="24971"/>
                  <a:pt x="19332" y="24910"/>
                  <a:pt x="19363" y="24910"/>
                </a:cubicBezTo>
                <a:cubicBezTo>
                  <a:pt x="19423" y="24910"/>
                  <a:pt x="19484" y="24819"/>
                  <a:pt x="19484" y="24758"/>
                </a:cubicBezTo>
                <a:lnTo>
                  <a:pt x="19484" y="24667"/>
                </a:lnTo>
                <a:cubicBezTo>
                  <a:pt x="19484" y="24637"/>
                  <a:pt x="19515" y="24606"/>
                  <a:pt x="19545" y="24576"/>
                </a:cubicBezTo>
                <a:cubicBezTo>
                  <a:pt x="19575" y="24576"/>
                  <a:pt x="19667" y="24637"/>
                  <a:pt x="19667" y="24637"/>
                </a:cubicBezTo>
                <a:lnTo>
                  <a:pt x="19667" y="24758"/>
                </a:lnTo>
                <a:cubicBezTo>
                  <a:pt x="19712" y="24743"/>
                  <a:pt x="19758" y="24736"/>
                  <a:pt x="19796" y="24736"/>
                </a:cubicBezTo>
                <a:cubicBezTo>
                  <a:pt x="19834" y="24736"/>
                  <a:pt x="19864" y="24743"/>
                  <a:pt x="19879" y="24758"/>
                </a:cubicBezTo>
                <a:cubicBezTo>
                  <a:pt x="19788" y="24850"/>
                  <a:pt x="19667" y="24941"/>
                  <a:pt x="19575" y="25002"/>
                </a:cubicBezTo>
                <a:lnTo>
                  <a:pt x="19423" y="25062"/>
                </a:lnTo>
                <a:cubicBezTo>
                  <a:pt x="19393" y="25214"/>
                  <a:pt x="19393" y="25366"/>
                  <a:pt x="19393" y="25488"/>
                </a:cubicBezTo>
                <a:lnTo>
                  <a:pt x="19606" y="25579"/>
                </a:lnTo>
                <a:cubicBezTo>
                  <a:pt x="19727" y="25609"/>
                  <a:pt x="19819" y="25731"/>
                  <a:pt x="19788" y="25883"/>
                </a:cubicBezTo>
                <a:cubicBezTo>
                  <a:pt x="19788" y="25883"/>
                  <a:pt x="19819" y="25913"/>
                  <a:pt x="19849" y="25913"/>
                </a:cubicBezTo>
                <a:cubicBezTo>
                  <a:pt x="20001" y="25944"/>
                  <a:pt x="20001" y="25944"/>
                  <a:pt x="19940" y="26005"/>
                </a:cubicBezTo>
                <a:lnTo>
                  <a:pt x="19849" y="26126"/>
                </a:lnTo>
                <a:cubicBezTo>
                  <a:pt x="19827" y="26121"/>
                  <a:pt x="19807" y="26118"/>
                  <a:pt x="19787" y="26118"/>
                </a:cubicBezTo>
                <a:cubicBezTo>
                  <a:pt x="19696" y="26118"/>
                  <a:pt x="19625" y="26173"/>
                  <a:pt x="19575" y="26248"/>
                </a:cubicBezTo>
                <a:cubicBezTo>
                  <a:pt x="19575" y="26278"/>
                  <a:pt x="19515" y="26339"/>
                  <a:pt x="19423" y="26339"/>
                </a:cubicBezTo>
                <a:lnTo>
                  <a:pt x="19393" y="26369"/>
                </a:lnTo>
                <a:lnTo>
                  <a:pt x="19363" y="26369"/>
                </a:lnTo>
                <a:cubicBezTo>
                  <a:pt x="19363" y="26400"/>
                  <a:pt x="19393" y="26430"/>
                  <a:pt x="19423" y="26461"/>
                </a:cubicBezTo>
                <a:lnTo>
                  <a:pt x="19819" y="26369"/>
                </a:lnTo>
                <a:lnTo>
                  <a:pt x="19819" y="26613"/>
                </a:lnTo>
                <a:cubicBezTo>
                  <a:pt x="19819" y="26673"/>
                  <a:pt x="19910" y="26734"/>
                  <a:pt x="19971" y="26825"/>
                </a:cubicBezTo>
                <a:lnTo>
                  <a:pt x="19971" y="26856"/>
                </a:lnTo>
                <a:cubicBezTo>
                  <a:pt x="19940" y="26886"/>
                  <a:pt x="20001" y="26916"/>
                  <a:pt x="20062" y="26916"/>
                </a:cubicBezTo>
                <a:lnTo>
                  <a:pt x="20062" y="26886"/>
                </a:lnTo>
                <a:lnTo>
                  <a:pt x="20123" y="26795"/>
                </a:lnTo>
                <a:cubicBezTo>
                  <a:pt x="20183" y="26673"/>
                  <a:pt x="20518" y="26643"/>
                  <a:pt x="20548" y="26582"/>
                </a:cubicBezTo>
                <a:cubicBezTo>
                  <a:pt x="20578" y="26521"/>
                  <a:pt x="20487" y="26369"/>
                  <a:pt x="20427" y="26339"/>
                </a:cubicBezTo>
                <a:cubicBezTo>
                  <a:pt x="20366" y="26309"/>
                  <a:pt x="20275" y="26278"/>
                  <a:pt x="20183" y="26278"/>
                </a:cubicBezTo>
                <a:cubicBezTo>
                  <a:pt x="20123" y="26278"/>
                  <a:pt x="20123" y="26157"/>
                  <a:pt x="20183" y="26005"/>
                </a:cubicBezTo>
                <a:lnTo>
                  <a:pt x="20396" y="26126"/>
                </a:lnTo>
                <a:cubicBezTo>
                  <a:pt x="20427" y="26126"/>
                  <a:pt x="20457" y="26187"/>
                  <a:pt x="20487" y="26187"/>
                </a:cubicBezTo>
                <a:lnTo>
                  <a:pt x="20548" y="26187"/>
                </a:lnTo>
                <a:cubicBezTo>
                  <a:pt x="20559" y="26193"/>
                  <a:pt x="20570" y="26195"/>
                  <a:pt x="20581" y="26195"/>
                </a:cubicBezTo>
                <a:cubicBezTo>
                  <a:pt x="20629" y="26195"/>
                  <a:pt x="20670" y="26145"/>
                  <a:pt x="20670" y="26096"/>
                </a:cubicBezTo>
                <a:lnTo>
                  <a:pt x="20670" y="26065"/>
                </a:lnTo>
                <a:lnTo>
                  <a:pt x="20670" y="26005"/>
                </a:lnTo>
                <a:cubicBezTo>
                  <a:pt x="20647" y="25960"/>
                  <a:pt x="20674" y="25932"/>
                  <a:pt x="20726" y="25932"/>
                </a:cubicBezTo>
                <a:cubicBezTo>
                  <a:pt x="20745" y="25932"/>
                  <a:pt x="20767" y="25936"/>
                  <a:pt x="20791" y="25944"/>
                </a:cubicBezTo>
                <a:lnTo>
                  <a:pt x="20822" y="25974"/>
                </a:lnTo>
                <a:cubicBezTo>
                  <a:pt x="20974" y="26035"/>
                  <a:pt x="21186" y="26065"/>
                  <a:pt x="21126" y="26248"/>
                </a:cubicBezTo>
                <a:cubicBezTo>
                  <a:pt x="21126" y="26278"/>
                  <a:pt x="21156" y="26309"/>
                  <a:pt x="21217" y="26309"/>
                </a:cubicBezTo>
                <a:cubicBezTo>
                  <a:pt x="21247" y="26309"/>
                  <a:pt x="21338" y="26278"/>
                  <a:pt x="21338" y="26248"/>
                </a:cubicBezTo>
                <a:lnTo>
                  <a:pt x="21399" y="26157"/>
                </a:lnTo>
                <a:cubicBezTo>
                  <a:pt x="21419" y="26098"/>
                  <a:pt x="21476" y="26064"/>
                  <a:pt x="21539" y="26064"/>
                </a:cubicBezTo>
                <a:cubicBezTo>
                  <a:pt x="21574" y="26064"/>
                  <a:pt x="21610" y="26074"/>
                  <a:pt x="21642" y="26096"/>
                </a:cubicBezTo>
                <a:cubicBezTo>
                  <a:pt x="21658" y="26111"/>
                  <a:pt x="21680" y="26119"/>
                  <a:pt x="21707" y="26119"/>
                </a:cubicBezTo>
                <a:cubicBezTo>
                  <a:pt x="21734" y="26119"/>
                  <a:pt x="21764" y="26111"/>
                  <a:pt x="21794" y="26096"/>
                </a:cubicBezTo>
                <a:lnTo>
                  <a:pt x="21825" y="26035"/>
                </a:lnTo>
                <a:lnTo>
                  <a:pt x="21885" y="25944"/>
                </a:lnTo>
                <a:cubicBezTo>
                  <a:pt x="21977" y="25822"/>
                  <a:pt x="22098" y="25731"/>
                  <a:pt x="22281" y="25701"/>
                </a:cubicBezTo>
                <a:lnTo>
                  <a:pt x="22402" y="25792"/>
                </a:lnTo>
                <a:cubicBezTo>
                  <a:pt x="22428" y="25805"/>
                  <a:pt x="22453" y="25811"/>
                  <a:pt x="22475" y="25811"/>
                </a:cubicBezTo>
                <a:cubicBezTo>
                  <a:pt x="22557" y="25811"/>
                  <a:pt x="22608" y="25729"/>
                  <a:pt x="22585" y="25609"/>
                </a:cubicBezTo>
                <a:lnTo>
                  <a:pt x="22585" y="25579"/>
                </a:lnTo>
                <a:cubicBezTo>
                  <a:pt x="22607" y="25535"/>
                  <a:pt x="22662" y="25506"/>
                  <a:pt x="22713" y="25506"/>
                </a:cubicBezTo>
                <a:cubicBezTo>
                  <a:pt x="22732" y="25506"/>
                  <a:pt x="22751" y="25510"/>
                  <a:pt x="22767" y="25518"/>
                </a:cubicBezTo>
                <a:lnTo>
                  <a:pt x="22767" y="25549"/>
                </a:lnTo>
                <a:lnTo>
                  <a:pt x="22828" y="25701"/>
                </a:lnTo>
                <a:cubicBezTo>
                  <a:pt x="22949" y="25670"/>
                  <a:pt x="23071" y="25397"/>
                  <a:pt x="23010" y="25336"/>
                </a:cubicBezTo>
                <a:cubicBezTo>
                  <a:pt x="22949" y="25275"/>
                  <a:pt x="22889" y="25214"/>
                  <a:pt x="22797" y="25154"/>
                </a:cubicBezTo>
                <a:lnTo>
                  <a:pt x="22797" y="25123"/>
                </a:lnTo>
                <a:lnTo>
                  <a:pt x="22797" y="25062"/>
                </a:lnTo>
                <a:cubicBezTo>
                  <a:pt x="22828" y="25032"/>
                  <a:pt x="23101" y="24941"/>
                  <a:pt x="23101" y="24880"/>
                </a:cubicBezTo>
                <a:cubicBezTo>
                  <a:pt x="23089" y="24842"/>
                  <a:pt x="23097" y="24825"/>
                  <a:pt x="23120" y="24825"/>
                </a:cubicBezTo>
                <a:cubicBezTo>
                  <a:pt x="23153" y="24825"/>
                  <a:pt x="23213" y="24857"/>
                  <a:pt x="23284" y="24910"/>
                </a:cubicBezTo>
                <a:lnTo>
                  <a:pt x="23193" y="25002"/>
                </a:lnTo>
                <a:cubicBezTo>
                  <a:pt x="23101" y="25093"/>
                  <a:pt x="23132" y="25123"/>
                  <a:pt x="23223" y="25184"/>
                </a:cubicBezTo>
                <a:lnTo>
                  <a:pt x="23253" y="25245"/>
                </a:lnTo>
                <a:cubicBezTo>
                  <a:pt x="23263" y="25255"/>
                  <a:pt x="23287" y="25258"/>
                  <a:pt x="23315" y="25258"/>
                </a:cubicBezTo>
                <a:cubicBezTo>
                  <a:pt x="23372" y="25258"/>
                  <a:pt x="23446" y="25245"/>
                  <a:pt x="23466" y="25245"/>
                </a:cubicBezTo>
                <a:cubicBezTo>
                  <a:pt x="23557" y="25245"/>
                  <a:pt x="23618" y="25214"/>
                  <a:pt x="23709" y="25214"/>
                </a:cubicBezTo>
                <a:lnTo>
                  <a:pt x="23709" y="25457"/>
                </a:lnTo>
                <a:cubicBezTo>
                  <a:pt x="23740" y="25488"/>
                  <a:pt x="23770" y="25549"/>
                  <a:pt x="23800" y="25579"/>
                </a:cubicBezTo>
                <a:lnTo>
                  <a:pt x="23861" y="25670"/>
                </a:lnTo>
                <a:cubicBezTo>
                  <a:pt x="23892" y="25701"/>
                  <a:pt x="23930" y="25716"/>
                  <a:pt x="23968" y="25716"/>
                </a:cubicBezTo>
                <a:cubicBezTo>
                  <a:pt x="24006" y="25716"/>
                  <a:pt x="24044" y="25701"/>
                  <a:pt x="24074" y="25670"/>
                </a:cubicBezTo>
                <a:cubicBezTo>
                  <a:pt x="24104" y="25609"/>
                  <a:pt x="24013" y="25579"/>
                  <a:pt x="23892" y="25579"/>
                </a:cubicBezTo>
                <a:lnTo>
                  <a:pt x="23892" y="25427"/>
                </a:lnTo>
                <a:lnTo>
                  <a:pt x="23892" y="25214"/>
                </a:lnTo>
                <a:cubicBezTo>
                  <a:pt x="24029" y="25097"/>
                  <a:pt x="24166" y="25029"/>
                  <a:pt x="24263" y="25029"/>
                </a:cubicBezTo>
                <a:cubicBezTo>
                  <a:pt x="24316" y="25029"/>
                  <a:pt x="24356" y="25050"/>
                  <a:pt x="24378" y="25093"/>
                </a:cubicBezTo>
                <a:lnTo>
                  <a:pt x="24226" y="25184"/>
                </a:lnTo>
                <a:lnTo>
                  <a:pt x="24196" y="25184"/>
                </a:lnTo>
                <a:cubicBezTo>
                  <a:pt x="24196" y="25245"/>
                  <a:pt x="24378" y="25275"/>
                  <a:pt x="24408" y="25275"/>
                </a:cubicBezTo>
                <a:cubicBezTo>
                  <a:pt x="24469" y="25275"/>
                  <a:pt x="24439" y="25184"/>
                  <a:pt x="24348" y="25032"/>
                </a:cubicBezTo>
                <a:lnTo>
                  <a:pt x="24530" y="24910"/>
                </a:lnTo>
                <a:lnTo>
                  <a:pt x="24682" y="24789"/>
                </a:lnTo>
                <a:cubicBezTo>
                  <a:pt x="24773" y="24606"/>
                  <a:pt x="25320" y="24576"/>
                  <a:pt x="25472" y="24485"/>
                </a:cubicBezTo>
                <a:cubicBezTo>
                  <a:pt x="25505" y="24465"/>
                  <a:pt x="25541" y="24457"/>
                  <a:pt x="25577" y="24457"/>
                </a:cubicBezTo>
                <a:cubicBezTo>
                  <a:pt x="25708" y="24457"/>
                  <a:pt x="25844" y="24565"/>
                  <a:pt x="25867" y="24637"/>
                </a:cubicBezTo>
                <a:cubicBezTo>
                  <a:pt x="25891" y="24673"/>
                  <a:pt x="25911" y="24690"/>
                  <a:pt x="25927" y="24690"/>
                </a:cubicBezTo>
                <a:cubicBezTo>
                  <a:pt x="25952" y="24690"/>
                  <a:pt x="25971" y="24650"/>
                  <a:pt x="25989" y="24576"/>
                </a:cubicBezTo>
                <a:lnTo>
                  <a:pt x="25928" y="24515"/>
                </a:lnTo>
                <a:lnTo>
                  <a:pt x="25685" y="24333"/>
                </a:lnTo>
                <a:cubicBezTo>
                  <a:pt x="25898" y="24302"/>
                  <a:pt x="25959" y="24211"/>
                  <a:pt x="25928" y="24150"/>
                </a:cubicBezTo>
                <a:cubicBezTo>
                  <a:pt x="25898" y="24120"/>
                  <a:pt x="25928" y="24029"/>
                  <a:pt x="25959" y="23999"/>
                </a:cubicBezTo>
                <a:cubicBezTo>
                  <a:pt x="25964" y="23993"/>
                  <a:pt x="25971" y="23990"/>
                  <a:pt x="25979" y="23990"/>
                </a:cubicBezTo>
                <a:cubicBezTo>
                  <a:pt x="26010" y="23990"/>
                  <a:pt x="26050" y="24035"/>
                  <a:pt x="26050" y="24059"/>
                </a:cubicBezTo>
                <a:cubicBezTo>
                  <a:pt x="26056" y="24065"/>
                  <a:pt x="26066" y="24068"/>
                  <a:pt x="26079" y="24068"/>
                </a:cubicBezTo>
                <a:cubicBezTo>
                  <a:pt x="26135" y="24068"/>
                  <a:pt x="26244" y="24023"/>
                  <a:pt x="26293" y="23999"/>
                </a:cubicBezTo>
                <a:cubicBezTo>
                  <a:pt x="26304" y="23993"/>
                  <a:pt x="26315" y="23991"/>
                  <a:pt x="26328" y="23991"/>
                </a:cubicBezTo>
                <a:cubicBezTo>
                  <a:pt x="26384" y="23991"/>
                  <a:pt x="26450" y="24045"/>
                  <a:pt x="26475" y="24120"/>
                </a:cubicBezTo>
                <a:lnTo>
                  <a:pt x="26506" y="24211"/>
                </a:lnTo>
                <a:lnTo>
                  <a:pt x="26566" y="24272"/>
                </a:lnTo>
                <a:cubicBezTo>
                  <a:pt x="26597" y="24333"/>
                  <a:pt x="26627" y="24394"/>
                  <a:pt x="26658" y="24454"/>
                </a:cubicBezTo>
                <a:cubicBezTo>
                  <a:pt x="26536" y="24394"/>
                  <a:pt x="26414" y="24363"/>
                  <a:pt x="26323" y="24302"/>
                </a:cubicBezTo>
                <a:cubicBezTo>
                  <a:pt x="26303" y="24289"/>
                  <a:pt x="26285" y="24283"/>
                  <a:pt x="26269" y="24283"/>
                </a:cubicBezTo>
                <a:cubicBezTo>
                  <a:pt x="26211" y="24283"/>
                  <a:pt x="26185" y="24360"/>
                  <a:pt x="26232" y="24454"/>
                </a:cubicBezTo>
                <a:lnTo>
                  <a:pt x="26202" y="24546"/>
                </a:lnTo>
                <a:cubicBezTo>
                  <a:pt x="26171" y="24606"/>
                  <a:pt x="26141" y="24698"/>
                  <a:pt x="26202" y="24698"/>
                </a:cubicBezTo>
                <a:cubicBezTo>
                  <a:pt x="26234" y="24714"/>
                  <a:pt x="26284" y="24747"/>
                  <a:pt x="26333" y="24747"/>
                </a:cubicBezTo>
                <a:cubicBezTo>
                  <a:pt x="26375" y="24747"/>
                  <a:pt x="26417" y="24722"/>
                  <a:pt x="26445" y="24637"/>
                </a:cubicBezTo>
                <a:cubicBezTo>
                  <a:pt x="26506" y="24485"/>
                  <a:pt x="26749" y="24546"/>
                  <a:pt x="26901" y="24485"/>
                </a:cubicBezTo>
                <a:cubicBezTo>
                  <a:pt x="26901" y="24480"/>
                  <a:pt x="26907" y="24477"/>
                  <a:pt x="26917" y="24477"/>
                </a:cubicBezTo>
                <a:cubicBezTo>
                  <a:pt x="26965" y="24477"/>
                  <a:pt x="27098" y="24536"/>
                  <a:pt x="27022" y="24637"/>
                </a:cubicBezTo>
                <a:lnTo>
                  <a:pt x="26870" y="24758"/>
                </a:lnTo>
                <a:cubicBezTo>
                  <a:pt x="26913" y="24780"/>
                  <a:pt x="26957" y="24790"/>
                  <a:pt x="26997" y="24790"/>
                </a:cubicBezTo>
                <a:cubicBezTo>
                  <a:pt x="27070" y="24790"/>
                  <a:pt x="27135" y="24756"/>
                  <a:pt x="27174" y="24698"/>
                </a:cubicBezTo>
                <a:cubicBezTo>
                  <a:pt x="27192" y="24680"/>
                  <a:pt x="27220" y="24663"/>
                  <a:pt x="27257" y="24663"/>
                </a:cubicBezTo>
                <a:cubicBezTo>
                  <a:pt x="27285" y="24663"/>
                  <a:pt x="27318" y="24672"/>
                  <a:pt x="27357" y="24698"/>
                </a:cubicBezTo>
                <a:lnTo>
                  <a:pt x="27418" y="24728"/>
                </a:lnTo>
                <a:cubicBezTo>
                  <a:pt x="27446" y="24735"/>
                  <a:pt x="27483" y="24739"/>
                  <a:pt x="27524" y="24739"/>
                </a:cubicBezTo>
                <a:cubicBezTo>
                  <a:pt x="27656" y="24739"/>
                  <a:pt x="27827" y="24699"/>
                  <a:pt x="27873" y="24606"/>
                </a:cubicBezTo>
                <a:cubicBezTo>
                  <a:pt x="27934" y="24454"/>
                  <a:pt x="27721" y="24485"/>
                  <a:pt x="27691" y="24454"/>
                </a:cubicBezTo>
                <a:cubicBezTo>
                  <a:pt x="27691" y="24454"/>
                  <a:pt x="27691" y="24394"/>
                  <a:pt x="27691" y="24394"/>
                </a:cubicBezTo>
                <a:cubicBezTo>
                  <a:pt x="27843" y="24272"/>
                  <a:pt x="27691" y="24211"/>
                  <a:pt x="27630" y="24120"/>
                </a:cubicBezTo>
                <a:cubicBezTo>
                  <a:pt x="27569" y="24059"/>
                  <a:pt x="27569" y="23999"/>
                  <a:pt x="27630" y="23907"/>
                </a:cubicBezTo>
                <a:lnTo>
                  <a:pt x="27721" y="23816"/>
                </a:lnTo>
                <a:cubicBezTo>
                  <a:pt x="27478" y="23816"/>
                  <a:pt x="27266" y="23755"/>
                  <a:pt x="27053" y="23695"/>
                </a:cubicBezTo>
                <a:lnTo>
                  <a:pt x="27205" y="23573"/>
                </a:lnTo>
                <a:lnTo>
                  <a:pt x="27326" y="23482"/>
                </a:lnTo>
                <a:cubicBezTo>
                  <a:pt x="27448" y="23482"/>
                  <a:pt x="27569" y="23482"/>
                  <a:pt x="27661" y="23543"/>
                </a:cubicBezTo>
                <a:lnTo>
                  <a:pt x="27661" y="23573"/>
                </a:lnTo>
                <a:cubicBezTo>
                  <a:pt x="27661" y="23603"/>
                  <a:pt x="27357" y="23664"/>
                  <a:pt x="27357" y="23725"/>
                </a:cubicBezTo>
                <a:cubicBezTo>
                  <a:pt x="27357" y="23733"/>
                  <a:pt x="27368" y="23736"/>
                  <a:pt x="27388" y="23736"/>
                </a:cubicBezTo>
                <a:cubicBezTo>
                  <a:pt x="27448" y="23736"/>
                  <a:pt x="27585" y="23702"/>
                  <a:pt x="27721" y="23634"/>
                </a:cubicBezTo>
                <a:lnTo>
                  <a:pt x="27752" y="23634"/>
                </a:lnTo>
                <a:lnTo>
                  <a:pt x="27813" y="23603"/>
                </a:lnTo>
                <a:cubicBezTo>
                  <a:pt x="27829" y="23595"/>
                  <a:pt x="27845" y="23591"/>
                  <a:pt x="27861" y="23591"/>
                </a:cubicBezTo>
                <a:cubicBezTo>
                  <a:pt x="27904" y="23591"/>
                  <a:pt x="27942" y="23620"/>
                  <a:pt x="27965" y="23664"/>
                </a:cubicBezTo>
                <a:lnTo>
                  <a:pt x="27965" y="23725"/>
                </a:lnTo>
                <a:lnTo>
                  <a:pt x="27934" y="23786"/>
                </a:lnTo>
                <a:cubicBezTo>
                  <a:pt x="27843" y="23877"/>
                  <a:pt x="27843" y="23999"/>
                  <a:pt x="27934" y="24059"/>
                </a:cubicBezTo>
                <a:lnTo>
                  <a:pt x="27995" y="24059"/>
                </a:lnTo>
                <a:cubicBezTo>
                  <a:pt x="28025" y="24059"/>
                  <a:pt x="28056" y="24029"/>
                  <a:pt x="28086" y="23999"/>
                </a:cubicBezTo>
                <a:cubicBezTo>
                  <a:pt x="28147" y="23938"/>
                  <a:pt x="28208" y="23877"/>
                  <a:pt x="28299" y="23877"/>
                </a:cubicBezTo>
                <a:lnTo>
                  <a:pt x="28360" y="23877"/>
                </a:lnTo>
                <a:cubicBezTo>
                  <a:pt x="28451" y="23877"/>
                  <a:pt x="28512" y="23786"/>
                  <a:pt x="28512" y="23664"/>
                </a:cubicBezTo>
                <a:lnTo>
                  <a:pt x="28542" y="23573"/>
                </a:lnTo>
                <a:cubicBezTo>
                  <a:pt x="28573" y="23512"/>
                  <a:pt x="28664" y="23482"/>
                  <a:pt x="28725" y="23482"/>
                </a:cubicBezTo>
                <a:cubicBezTo>
                  <a:pt x="28738" y="23478"/>
                  <a:pt x="28749" y="23477"/>
                  <a:pt x="28759" y="23477"/>
                </a:cubicBezTo>
                <a:cubicBezTo>
                  <a:pt x="28840" y="23477"/>
                  <a:pt x="28816" y="23580"/>
                  <a:pt x="28816" y="23634"/>
                </a:cubicBezTo>
                <a:lnTo>
                  <a:pt x="28846" y="23847"/>
                </a:lnTo>
                <a:cubicBezTo>
                  <a:pt x="28896" y="23796"/>
                  <a:pt x="28947" y="23774"/>
                  <a:pt x="28981" y="23774"/>
                </a:cubicBezTo>
                <a:cubicBezTo>
                  <a:pt x="29010" y="23774"/>
                  <a:pt x="29028" y="23789"/>
                  <a:pt x="29028" y="23816"/>
                </a:cubicBezTo>
                <a:cubicBezTo>
                  <a:pt x="29028" y="23847"/>
                  <a:pt x="29089" y="23847"/>
                  <a:pt x="29180" y="23847"/>
                </a:cubicBezTo>
                <a:lnTo>
                  <a:pt x="29211" y="23877"/>
                </a:lnTo>
                <a:cubicBezTo>
                  <a:pt x="29272" y="23907"/>
                  <a:pt x="29326" y="23917"/>
                  <a:pt x="29376" y="23917"/>
                </a:cubicBezTo>
                <a:cubicBezTo>
                  <a:pt x="29478" y="23917"/>
                  <a:pt x="29565" y="23877"/>
                  <a:pt x="29667" y="23877"/>
                </a:cubicBezTo>
                <a:cubicBezTo>
                  <a:pt x="29880" y="23877"/>
                  <a:pt x="29910" y="23755"/>
                  <a:pt x="30001" y="23634"/>
                </a:cubicBezTo>
                <a:lnTo>
                  <a:pt x="30032" y="23603"/>
                </a:lnTo>
                <a:cubicBezTo>
                  <a:pt x="30049" y="23586"/>
                  <a:pt x="30075" y="23578"/>
                  <a:pt x="30105" y="23578"/>
                </a:cubicBezTo>
                <a:cubicBezTo>
                  <a:pt x="30179" y="23578"/>
                  <a:pt x="30280" y="23621"/>
                  <a:pt x="30366" y="23664"/>
                </a:cubicBezTo>
                <a:lnTo>
                  <a:pt x="30457" y="23695"/>
                </a:lnTo>
                <a:lnTo>
                  <a:pt x="30670" y="23725"/>
                </a:lnTo>
                <a:cubicBezTo>
                  <a:pt x="30670" y="23786"/>
                  <a:pt x="30677" y="23816"/>
                  <a:pt x="30685" y="23816"/>
                </a:cubicBezTo>
                <a:cubicBezTo>
                  <a:pt x="30693" y="23816"/>
                  <a:pt x="30700" y="23786"/>
                  <a:pt x="30700" y="23725"/>
                </a:cubicBezTo>
                <a:lnTo>
                  <a:pt x="30670" y="23664"/>
                </a:lnTo>
                <a:lnTo>
                  <a:pt x="30639" y="23573"/>
                </a:lnTo>
                <a:cubicBezTo>
                  <a:pt x="30587" y="23538"/>
                  <a:pt x="30676" y="23503"/>
                  <a:pt x="30761" y="23503"/>
                </a:cubicBezTo>
                <a:cubicBezTo>
                  <a:pt x="30823" y="23503"/>
                  <a:pt x="30883" y="23522"/>
                  <a:pt x="30883" y="23573"/>
                </a:cubicBezTo>
                <a:cubicBezTo>
                  <a:pt x="30905" y="23662"/>
                  <a:pt x="30943" y="23718"/>
                  <a:pt x="30974" y="23718"/>
                </a:cubicBezTo>
                <a:cubicBezTo>
                  <a:pt x="30986" y="23718"/>
                  <a:pt x="30996" y="23711"/>
                  <a:pt x="31004" y="23695"/>
                </a:cubicBezTo>
                <a:lnTo>
                  <a:pt x="31035" y="23695"/>
                </a:lnTo>
                <a:cubicBezTo>
                  <a:pt x="31217" y="23695"/>
                  <a:pt x="31278" y="23695"/>
                  <a:pt x="31369" y="23603"/>
                </a:cubicBezTo>
                <a:cubicBezTo>
                  <a:pt x="31460" y="23482"/>
                  <a:pt x="31582" y="23451"/>
                  <a:pt x="31734" y="23451"/>
                </a:cubicBezTo>
                <a:cubicBezTo>
                  <a:pt x="31825" y="23451"/>
                  <a:pt x="31916" y="23451"/>
                  <a:pt x="32007" y="23391"/>
                </a:cubicBezTo>
                <a:cubicBezTo>
                  <a:pt x="32032" y="23378"/>
                  <a:pt x="32068" y="23371"/>
                  <a:pt x="32103" y="23371"/>
                </a:cubicBezTo>
                <a:cubicBezTo>
                  <a:pt x="32153" y="23371"/>
                  <a:pt x="32202" y="23385"/>
                  <a:pt x="32220" y="23421"/>
                </a:cubicBezTo>
                <a:lnTo>
                  <a:pt x="32281" y="23482"/>
                </a:lnTo>
                <a:cubicBezTo>
                  <a:pt x="32340" y="23541"/>
                  <a:pt x="32399" y="23574"/>
                  <a:pt x="32466" y="23574"/>
                </a:cubicBezTo>
                <a:cubicBezTo>
                  <a:pt x="32502" y="23574"/>
                  <a:pt x="32542" y="23564"/>
                  <a:pt x="32585" y="23543"/>
                </a:cubicBezTo>
                <a:lnTo>
                  <a:pt x="32433" y="23421"/>
                </a:lnTo>
                <a:cubicBezTo>
                  <a:pt x="32372" y="23391"/>
                  <a:pt x="32372" y="23299"/>
                  <a:pt x="32494" y="23299"/>
                </a:cubicBezTo>
                <a:lnTo>
                  <a:pt x="32585" y="23299"/>
                </a:lnTo>
                <a:cubicBezTo>
                  <a:pt x="32600" y="23292"/>
                  <a:pt x="32615" y="23288"/>
                  <a:pt x="32630" y="23288"/>
                </a:cubicBezTo>
                <a:cubicBezTo>
                  <a:pt x="32674" y="23288"/>
                  <a:pt x="32714" y="23322"/>
                  <a:pt x="32737" y="23391"/>
                </a:cubicBezTo>
                <a:lnTo>
                  <a:pt x="32767" y="23482"/>
                </a:lnTo>
                <a:cubicBezTo>
                  <a:pt x="32798" y="23543"/>
                  <a:pt x="33102" y="24059"/>
                  <a:pt x="33102" y="24059"/>
                </a:cubicBezTo>
                <a:lnTo>
                  <a:pt x="33102" y="24120"/>
                </a:lnTo>
                <a:cubicBezTo>
                  <a:pt x="32767" y="24211"/>
                  <a:pt x="32950" y="24363"/>
                  <a:pt x="33010" y="24515"/>
                </a:cubicBezTo>
                <a:cubicBezTo>
                  <a:pt x="33071" y="24606"/>
                  <a:pt x="33102" y="24728"/>
                  <a:pt x="33162" y="24850"/>
                </a:cubicBezTo>
                <a:lnTo>
                  <a:pt x="33193" y="24971"/>
                </a:lnTo>
                <a:cubicBezTo>
                  <a:pt x="33255" y="24980"/>
                  <a:pt x="33307" y="24984"/>
                  <a:pt x="33348" y="24984"/>
                </a:cubicBezTo>
                <a:cubicBezTo>
                  <a:pt x="33448" y="24984"/>
                  <a:pt x="33488" y="24962"/>
                  <a:pt x="33466" y="24941"/>
                </a:cubicBezTo>
                <a:cubicBezTo>
                  <a:pt x="33436" y="24941"/>
                  <a:pt x="33618" y="24910"/>
                  <a:pt x="33679" y="24910"/>
                </a:cubicBezTo>
                <a:cubicBezTo>
                  <a:pt x="33709" y="24910"/>
                  <a:pt x="33679" y="25123"/>
                  <a:pt x="33740" y="25214"/>
                </a:cubicBezTo>
                <a:cubicBezTo>
                  <a:pt x="33752" y="25226"/>
                  <a:pt x="33764" y="25231"/>
                  <a:pt x="33775" y="25231"/>
                </a:cubicBezTo>
                <a:cubicBezTo>
                  <a:pt x="33822" y="25231"/>
                  <a:pt x="33861" y="25148"/>
                  <a:pt x="33861" y="25123"/>
                </a:cubicBezTo>
                <a:cubicBezTo>
                  <a:pt x="33861" y="25071"/>
                  <a:pt x="34088" y="24996"/>
                  <a:pt x="34189" y="24996"/>
                </a:cubicBezTo>
                <a:cubicBezTo>
                  <a:pt x="34205" y="24996"/>
                  <a:pt x="34218" y="24997"/>
                  <a:pt x="34226" y="25002"/>
                </a:cubicBezTo>
                <a:cubicBezTo>
                  <a:pt x="34317" y="25062"/>
                  <a:pt x="34348" y="25123"/>
                  <a:pt x="34348" y="25123"/>
                </a:cubicBezTo>
                <a:cubicBezTo>
                  <a:pt x="34257" y="25154"/>
                  <a:pt x="34105" y="25123"/>
                  <a:pt x="34044" y="25214"/>
                </a:cubicBezTo>
                <a:cubicBezTo>
                  <a:pt x="33983" y="25306"/>
                  <a:pt x="33953" y="25427"/>
                  <a:pt x="33892" y="25518"/>
                </a:cubicBezTo>
                <a:cubicBezTo>
                  <a:pt x="33892" y="25518"/>
                  <a:pt x="33953" y="25549"/>
                  <a:pt x="33983" y="25579"/>
                </a:cubicBezTo>
                <a:lnTo>
                  <a:pt x="34013" y="25579"/>
                </a:lnTo>
                <a:cubicBezTo>
                  <a:pt x="34044" y="25609"/>
                  <a:pt x="34135" y="25761"/>
                  <a:pt x="34257" y="25913"/>
                </a:cubicBezTo>
                <a:lnTo>
                  <a:pt x="33922" y="25913"/>
                </a:lnTo>
                <a:cubicBezTo>
                  <a:pt x="33922" y="25913"/>
                  <a:pt x="33892" y="26035"/>
                  <a:pt x="33922" y="26035"/>
                </a:cubicBezTo>
                <a:cubicBezTo>
                  <a:pt x="34013" y="26096"/>
                  <a:pt x="34044" y="26217"/>
                  <a:pt x="33983" y="26278"/>
                </a:cubicBezTo>
                <a:lnTo>
                  <a:pt x="33922" y="26369"/>
                </a:lnTo>
                <a:cubicBezTo>
                  <a:pt x="33801" y="26400"/>
                  <a:pt x="33953" y="26521"/>
                  <a:pt x="34044" y="26552"/>
                </a:cubicBezTo>
                <a:cubicBezTo>
                  <a:pt x="34135" y="26582"/>
                  <a:pt x="34165" y="26643"/>
                  <a:pt x="34074" y="26704"/>
                </a:cubicBezTo>
                <a:lnTo>
                  <a:pt x="33953" y="26704"/>
                </a:lnTo>
                <a:cubicBezTo>
                  <a:pt x="33947" y="26701"/>
                  <a:pt x="33941" y="26700"/>
                  <a:pt x="33936" y="26700"/>
                </a:cubicBezTo>
                <a:cubicBezTo>
                  <a:pt x="33877" y="26700"/>
                  <a:pt x="33806" y="26831"/>
                  <a:pt x="33861" y="26886"/>
                </a:cubicBezTo>
                <a:cubicBezTo>
                  <a:pt x="33870" y="26890"/>
                  <a:pt x="33881" y="26892"/>
                  <a:pt x="33894" y="26892"/>
                </a:cubicBezTo>
                <a:cubicBezTo>
                  <a:pt x="33972" y="26892"/>
                  <a:pt x="34118" y="26825"/>
                  <a:pt x="34196" y="26825"/>
                </a:cubicBezTo>
                <a:cubicBezTo>
                  <a:pt x="34257" y="26825"/>
                  <a:pt x="34196" y="26886"/>
                  <a:pt x="34074" y="26977"/>
                </a:cubicBezTo>
                <a:lnTo>
                  <a:pt x="34287" y="27038"/>
                </a:lnTo>
                <a:lnTo>
                  <a:pt x="34378" y="27068"/>
                </a:lnTo>
                <a:cubicBezTo>
                  <a:pt x="34439" y="27129"/>
                  <a:pt x="34439" y="27190"/>
                  <a:pt x="34409" y="27251"/>
                </a:cubicBezTo>
                <a:cubicBezTo>
                  <a:pt x="34393" y="27266"/>
                  <a:pt x="34378" y="27274"/>
                  <a:pt x="34363" y="27274"/>
                </a:cubicBezTo>
                <a:cubicBezTo>
                  <a:pt x="34348" y="27274"/>
                  <a:pt x="34333" y="27266"/>
                  <a:pt x="34317" y="27251"/>
                </a:cubicBezTo>
                <a:cubicBezTo>
                  <a:pt x="34317" y="27129"/>
                  <a:pt x="34196" y="27129"/>
                  <a:pt x="34105" y="27129"/>
                </a:cubicBezTo>
                <a:cubicBezTo>
                  <a:pt x="34044" y="27129"/>
                  <a:pt x="34013" y="27190"/>
                  <a:pt x="34013" y="27251"/>
                </a:cubicBezTo>
                <a:cubicBezTo>
                  <a:pt x="33983" y="27372"/>
                  <a:pt x="34044" y="27372"/>
                  <a:pt x="34165" y="27372"/>
                </a:cubicBezTo>
                <a:lnTo>
                  <a:pt x="34226" y="27372"/>
                </a:lnTo>
                <a:cubicBezTo>
                  <a:pt x="34317" y="27464"/>
                  <a:pt x="34439" y="27524"/>
                  <a:pt x="34561" y="27555"/>
                </a:cubicBezTo>
                <a:lnTo>
                  <a:pt x="34652" y="27676"/>
                </a:lnTo>
                <a:lnTo>
                  <a:pt x="34773" y="27828"/>
                </a:lnTo>
                <a:cubicBezTo>
                  <a:pt x="34682" y="27920"/>
                  <a:pt x="34743" y="28132"/>
                  <a:pt x="34804" y="28132"/>
                </a:cubicBezTo>
                <a:cubicBezTo>
                  <a:pt x="34895" y="28132"/>
                  <a:pt x="34986" y="28163"/>
                  <a:pt x="35047" y="28223"/>
                </a:cubicBezTo>
                <a:lnTo>
                  <a:pt x="35229" y="28223"/>
                </a:lnTo>
                <a:cubicBezTo>
                  <a:pt x="35290" y="28315"/>
                  <a:pt x="35442" y="28375"/>
                  <a:pt x="35412" y="28527"/>
                </a:cubicBezTo>
                <a:cubicBezTo>
                  <a:pt x="35412" y="28619"/>
                  <a:pt x="35442" y="28740"/>
                  <a:pt x="35472" y="28831"/>
                </a:cubicBezTo>
                <a:cubicBezTo>
                  <a:pt x="35442" y="28831"/>
                  <a:pt x="35503" y="28892"/>
                  <a:pt x="35594" y="28892"/>
                </a:cubicBezTo>
                <a:lnTo>
                  <a:pt x="35685" y="28923"/>
                </a:lnTo>
                <a:cubicBezTo>
                  <a:pt x="35716" y="28923"/>
                  <a:pt x="35716" y="28953"/>
                  <a:pt x="35716" y="28953"/>
                </a:cubicBezTo>
                <a:lnTo>
                  <a:pt x="35807" y="29014"/>
                </a:lnTo>
                <a:cubicBezTo>
                  <a:pt x="35989" y="28983"/>
                  <a:pt x="36171" y="28953"/>
                  <a:pt x="36323" y="28923"/>
                </a:cubicBezTo>
                <a:cubicBezTo>
                  <a:pt x="36445" y="28953"/>
                  <a:pt x="36567" y="28983"/>
                  <a:pt x="36688" y="29014"/>
                </a:cubicBezTo>
                <a:cubicBezTo>
                  <a:pt x="36707" y="29020"/>
                  <a:pt x="36739" y="29023"/>
                  <a:pt x="36777" y="29023"/>
                </a:cubicBezTo>
                <a:cubicBezTo>
                  <a:pt x="36883" y="29023"/>
                  <a:pt x="37041" y="29005"/>
                  <a:pt x="37146" y="29005"/>
                </a:cubicBezTo>
                <a:cubicBezTo>
                  <a:pt x="37185" y="29005"/>
                  <a:pt x="37216" y="29007"/>
                  <a:pt x="37235" y="29014"/>
                </a:cubicBezTo>
                <a:cubicBezTo>
                  <a:pt x="37387" y="29014"/>
                  <a:pt x="37509" y="28983"/>
                  <a:pt x="37600" y="28892"/>
                </a:cubicBezTo>
                <a:cubicBezTo>
                  <a:pt x="37630" y="28801"/>
                  <a:pt x="37691" y="28740"/>
                  <a:pt x="37752" y="28679"/>
                </a:cubicBezTo>
                <a:lnTo>
                  <a:pt x="37782" y="28588"/>
                </a:lnTo>
                <a:cubicBezTo>
                  <a:pt x="37782" y="28558"/>
                  <a:pt x="37782" y="28527"/>
                  <a:pt x="37782" y="28467"/>
                </a:cubicBezTo>
                <a:cubicBezTo>
                  <a:pt x="37813" y="28436"/>
                  <a:pt x="37843" y="28406"/>
                  <a:pt x="37874" y="28406"/>
                </a:cubicBezTo>
                <a:cubicBezTo>
                  <a:pt x="37904" y="28406"/>
                  <a:pt x="37995" y="28406"/>
                  <a:pt x="37995" y="28467"/>
                </a:cubicBezTo>
                <a:cubicBezTo>
                  <a:pt x="37995" y="28527"/>
                  <a:pt x="37965" y="28588"/>
                  <a:pt x="37995" y="28679"/>
                </a:cubicBezTo>
                <a:lnTo>
                  <a:pt x="38056" y="28892"/>
                </a:lnTo>
                <a:cubicBezTo>
                  <a:pt x="38105" y="28900"/>
                  <a:pt x="38154" y="28904"/>
                  <a:pt x="38202" y="28904"/>
                </a:cubicBezTo>
                <a:cubicBezTo>
                  <a:pt x="38334" y="28904"/>
                  <a:pt x="38461" y="28876"/>
                  <a:pt x="38573" y="28831"/>
                </a:cubicBezTo>
                <a:cubicBezTo>
                  <a:pt x="38573" y="28771"/>
                  <a:pt x="38421" y="28740"/>
                  <a:pt x="38390" y="28710"/>
                </a:cubicBezTo>
                <a:cubicBezTo>
                  <a:pt x="38330" y="28710"/>
                  <a:pt x="38269" y="28558"/>
                  <a:pt x="38269" y="28497"/>
                </a:cubicBezTo>
                <a:cubicBezTo>
                  <a:pt x="38238" y="28436"/>
                  <a:pt x="38178" y="28375"/>
                  <a:pt x="38086" y="28315"/>
                </a:cubicBezTo>
                <a:lnTo>
                  <a:pt x="38026" y="28315"/>
                </a:lnTo>
                <a:cubicBezTo>
                  <a:pt x="37934" y="28315"/>
                  <a:pt x="37843" y="28315"/>
                  <a:pt x="37874" y="28223"/>
                </a:cubicBezTo>
                <a:cubicBezTo>
                  <a:pt x="37891" y="28170"/>
                  <a:pt x="37919" y="28138"/>
                  <a:pt x="37963" y="28138"/>
                </a:cubicBezTo>
                <a:cubicBezTo>
                  <a:pt x="37995" y="28138"/>
                  <a:pt x="38035" y="28155"/>
                  <a:pt x="38086" y="28193"/>
                </a:cubicBezTo>
                <a:cubicBezTo>
                  <a:pt x="38128" y="28234"/>
                  <a:pt x="38163" y="28251"/>
                  <a:pt x="38197" y="28251"/>
                </a:cubicBezTo>
                <a:cubicBezTo>
                  <a:pt x="38239" y="28251"/>
                  <a:pt x="38280" y="28226"/>
                  <a:pt x="38330" y="28193"/>
                </a:cubicBezTo>
                <a:lnTo>
                  <a:pt x="38360" y="28193"/>
                </a:lnTo>
                <a:cubicBezTo>
                  <a:pt x="38421" y="28223"/>
                  <a:pt x="38451" y="28284"/>
                  <a:pt x="38451" y="28315"/>
                </a:cubicBezTo>
                <a:lnTo>
                  <a:pt x="38421" y="28345"/>
                </a:lnTo>
                <a:lnTo>
                  <a:pt x="38360" y="28375"/>
                </a:lnTo>
                <a:cubicBezTo>
                  <a:pt x="38299" y="28406"/>
                  <a:pt x="38421" y="28527"/>
                  <a:pt x="38634" y="28649"/>
                </a:cubicBezTo>
                <a:lnTo>
                  <a:pt x="38846" y="28679"/>
                </a:lnTo>
                <a:cubicBezTo>
                  <a:pt x="38877" y="28649"/>
                  <a:pt x="38846" y="28527"/>
                  <a:pt x="38846" y="28497"/>
                </a:cubicBezTo>
                <a:cubicBezTo>
                  <a:pt x="38816" y="28467"/>
                  <a:pt x="38968" y="28436"/>
                  <a:pt x="38998" y="28436"/>
                </a:cubicBezTo>
                <a:cubicBezTo>
                  <a:pt x="39029" y="28436"/>
                  <a:pt x="39059" y="28679"/>
                  <a:pt x="38998" y="28740"/>
                </a:cubicBezTo>
                <a:cubicBezTo>
                  <a:pt x="38937" y="28801"/>
                  <a:pt x="38725" y="28953"/>
                  <a:pt x="38786" y="28983"/>
                </a:cubicBezTo>
                <a:cubicBezTo>
                  <a:pt x="38790" y="28986"/>
                  <a:pt x="38796" y="28987"/>
                  <a:pt x="38804" y="28987"/>
                </a:cubicBezTo>
                <a:cubicBezTo>
                  <a:pt x="38896" y="28987"/>
                  <a:pt x="39190" y="28827"/>
                  <a:pt x="39302" y="28771"/>
                </a:cubicBezTo>
                <a:cubicBezTo>
                  <a:pt x="39424" y="28740"/>
                  <a:pt x="39576" y="28740"/>
                  <a:pt x="39697" y="28740"/>
                </a:cubicBezTo>
                <a:lnTo>
                  <a:pt x="39789" y="28740"/>
                </a:lnTo>
                <a:cubicBezTo>
                  <a:pt x="40032" y="28710"/>
                  <a:pt x="40275" y="28588"/>
                  <a:pt x="40457" y="28436"/>
                </a:cubicBezTo>
                <a:lnTo>
                  <a:pt x="40670" y="28315"/>
                </a:lnTo>
                <a:cubicBezTo>
                  <a:pt x="40731" y="28102"/>
                  <a:pt x="40822" y="27920"/>
                  <a:pt x="40883" y="27768"/>
                </a:cubicBezTo>
                <a:cubicBezTo>
                  <a:pt x="40894" y="27762"/>
                  <a:pt x="40909" y="27759"/>
                  <a:pt x="40926" y="27759"/>
                </a:cubicBezTo>
                <a:cubicBezTo>
                  <a:pt x="40998" y="27759"/>
                  <a:pt x="41107" y="27804"/>
                  <a:pt x="41156" y="27828"/>
                </a:cubicBezTo>
                <a:cubicBezTo>
                  <a:pt x="41164" y="27832"/>
                  <a:pt x="41171" y="27834"/>
                  <a:pt x="41177" y="27834"/>
                </a:cubicBezTo>
                <a:cubicBezTo>
                  <a:pt x="41217" y="27834"/>
                  <a:pt x="41217" y="27748"/>
                  <a:pt x="41217" y="27616"/>
                </a:cubicBezTo>
                <a:lnTo>
                  <a:pt x="41521" y="27616"/>
                </a:lnTo>
                <a:cubicBezTo>
                  <a:pt x="41567" y="27684"/>
                  <a:pt x="41612" y="27718"/>
                  <a:pt x="41632" y="27718"/>
                </a:cubicBezTo>
                <a:cubicBezTo>
                  <a:pt x="41639" y="27718"/>
                  <a:pt x="41643" y="27714"/>
                  <a:pt x="41643" y="27707"/>
                </a:cubicBezTo>
                <a:lnTo>
                  <a:pt x="41643" y="27676"/>
                </a:lnTo>
                <a:lnTo>
                  <a:pt x="41643" y="27646"/>
                </a:lnTo>
                <a:cubicBezTo>
                  <a:pt x="41643" y="27646"/>
                  <a:pt x="41855" y="27798"/>
                  <a:pt x="41916" y="27859"/>
                </a:cubicBezTo>
                <a:cubicBezTo>
                  <a:pt x="41962" y="27904"/>
                  <a:pt x="42015" y="27927"/>
                  <a:pt x="42068" y="27927"/>
                </a:cubicBezTo>
                <a:cubicBezTo>
                  <a:pt x="42121" y="27927"/>
                  <a:pt x="42175" y="27904"/>
                  <a:pt x="42220" y="27859"/>
                </a:cubicBezTo>
                <a:lnTo>
                  <a:pt x="42281" y="27859"/>
                </a:lnTo>
                <a:cubicBezTo>
                  <a:pt x="42305" y="27863"/>
                  <a:pt x="42327" y="27865"/>
                  <a:pt x="42345" y="27865"/>
                </a:cubicBezTo>
                <a:cubicBezTo>
                  <a:pt x="42463" y="27865"/>
                  <a:pt x="42463" y="27786"/>
                  <a:pt x="42463" y="27707"/>
                </a:cubicBezTo>
                <a:cubicBezTo>
                  <a:pt x="42463" y="27636"/>
                  <a:pt x="42495" y="27606"/>
                  <a:pt x="42533" y="27606"/>
                </a:cubicBezTo>
                <a:cubicBezTo>
                  <a:pt x="42560" y="27606"/>
                  <a:pt x="42590" y="27621"/>
                  <a:pt x="42615" y="27646"/>
                </a:cubicBezTo>
                <a:cubicBezTo>
                  <a:pt x="42651" y="27682"/>
                  <a:pt x="42701" y="27699"/>
                  <a:pt x="42753" y="27699"/>
                </a:cubicBezTo>
                <a:cubicBezTo>
                  <a:pt x="42832" y="27699"/>
                  <a:pt x="42913" y="27659"/>
                  <a:pt x="42950" y="27585"/>
                </a:cubicBezTo>
                <a:lnTo>
                  <a:pt x="42980" y="27464"/>
                </a:lnTo>
                <a:cubicBezTo>
                  <a:pt x="43162" y="27464"/>
                  <a:pt x="43345" y="27403"/>
                  <a:pt x="43497" y="27372"/>
                </a:cubicBezTo>
                <a:cubicBezTo>
                  <a:pt x="43588" y="27312"/>
                  <a:pt x="43649" y="27251"/>
                  <a:pt x="43710" y="27190"/>
                </a:cubicBezTo>
                <a:lnTo>
                  <a:pt x="43801" y="27251"/>
                </a:lnTo>
                <a:lnTo>
                  <a:pt x="43892" y="27312"/>
                </a:lnTo>
                <a:cubicBezTo>
                  <a:pt x="44014" y="27190"/>
                  <a:pt x="44166" y="27099"/>
                  <a:pt x="44318" y="27008"/>
                </a:cubicBezTo>
                <a:lnTo>
                  <a:pt x="44470" y="27008"/>
                </a:lnTo>
                <a:cubicBezTo>
                  <a:pt x="44491" y="27013"/>
                  <a:pt x="44510" y="27016"/>
                  <a:pt x="44526" y="27016"/>
                </a:cubicBezTo>
                <a:cubicBezTo>
                  <a:pt x="44601" y="27016"/>
                  <a:pt x="44621" y="26961"/>
                  <a:pt x="44621" y="26886"/>
                </a:cubicBezTo>
                <a:lnTo>
                  <a:pt x="44621" y="26856"/>
                </a:lnTo>
                <a:cubicBezTo>
                  <a:pt x="44713" y="26795"/>
                  <a:pt x="44804" y="26734"/>
                  <a:pt x="44925" y="26704"/>
                </a:cubicBezTo>
                <a:lnTo>
                  <a:pt x="45077" y="26765"/>
                </a:lnTo>
                <a:lnTo>
                  <a:pt x="45169" y="26795"/>
                </a:lnTo>
                <a:cubicBezTo>
                  <a:pt x="45351" y="26673"/>
                  <a:pt x="45837" y="26552"/>
                  <a:pt x="45898" y="26491"/>
                </a:cubicBezTo>
                <a:cubicBezTo>
                  <a:pt x="46020" y="26369"/>
                  <a:pt x="46172" y="26278"/>
                  <a:pt x="46293" y="26187"/>
                </a:cubicBezTo>
                <a:lnTo>
                  <a:pt x="46597" y="26187"/>
                </a:lnTo>
                <a:cubicBezTo>
                  <a:pt x="46536" y="26096"/>
                  <a:pt x="46476" y="26005"/>
                  <a:pt x="46415" y="25913"/>
                </a:cubicBezTo>
                <a:cubicBezTo>
                  <a:pt x="46384" y="25883"/>
                  <a:pt x="46476" y="25883"/>
                  <a:pt x="46597" y="25883"/>
                </a:cubicBezTo>
                <a:lnTo>
                  <a:pt x="46567" y="25761"/>
                </a:lnTo>
                <a:lnTo>
                  <a:pt x="46536" y="25579"/>
                </a:lnTo>
                <a:lnTo>
                  <a:pt x="46536" y="25579"/>
                </a:lnTo>
                <a:cubicBezTo>
                  <a:pt x="46546" y="25585"/>
                  <a:pt x="46556" y="25588"/>
                  <a:pt x="46569" y="25588"/>
                </a:cubicBezTo>
                <a:cubicBezTo>
                  <a:pt x="46681" y="25588"/>
                  <a:pt x="46916" y="25366"/>
                  <a:pt x="47053" y="25366"/>
                </a:cubicBezTo>
                <a:lnTo>
                  <a:pt x="47448" y="25366"/>
                </a:lnTo>
                <a:cubicBezTo>
                  <a:pt x="47479" y="25397"/>
                  <a:pt x="47509" y="25518"/>
                  <a:pt x="47479" y="25549"/>
                </a:cubicBezTo>
                <a:cubicBezTo>
                  <a:pt x="47479" y="25579"/>
                  <a:pt x="47357" y="25609"/>
                  <a:pt x="47357" y="25609"/>
                </a:cubicBezTo>
                <a:cubicBezTo>
                  <a:pt x="47327" y="25609"/>
                  <a:pt x="47266" y="25640"/>
                  <a:pt x="47266" y="25701"/>
                </a:cubicBezTo>
                <a:lnTo>
                  <a:pt x="47114" y="25731"/>
                </a:lnTo>
                <a:lnTo>
                  <a:pt x="46962" y="25761"/>
                </a:lnTo>
                <a:cubicBezTo>
                  <a:pt x="46871" y="25792"/>
                  <a:pt x="46780" y="25853"/>
                  <a:pt x="46719" y="25974"/>
                </a:cubicBezTo>
                <a:cubicBezTo>
                  <a:pt x="46790" y="26010"/>
                  <a:pt x="46872" y="26025"/>
                  <a:pt x="46952" y="26025"/>
                </a:cubicBezTo>
                <a:cubicBezTo>
                  <a:pt x="47008" y="26025"/>
                  <a:pt x="47064" y="26017"/>
                  <a:pt x="47114" y="26005"/>
                </a:cubicBezTo>
                <a:cubicBezTo>
                  <a:pt x="47327" y="25944"/>
                  <a:pt x="47539" y="25822"/>
                  <a:pt x="47752" y="25731"/>
                </a:cubicBezTo>
                <a:lnTo>
                  <a:pt x="47995" y="25670"/>
                </a:lnTo>
                <a:lnTo>
                  <a:pt x="48208" y="25640"/>
                </a:lnTo>
                <a:cubicBezTo>
                  <a:pt x="48421" y="25549"/>
                  <a:pt x="48725" y="25397"/>
                  <a:pt x="48755" y="25366"/>
                </a:cubicBezTo>
                <a:cubicBezTo>
                  <a:pt x="48816" y="25306"/>
                  <a:pt x="48907" y="25245"/>
                  <a:pt x="48938" y="25154"/>
                </a:cubicBezTo>
                <a:lnTo>
                  <a:pt x="48816" y="25062"/>
                </a:lnTo>
                <a:cubicBezTo>
                  <a:pt x="48755" y="25032"/>
                  <a:pt x="48725" y="25002"/>
                  <a:pt x="48786" y="24941"/>
                </a:cubicBezTo>
                <a:cubicBezTo>
                  <a:pt x="48938" y="24880"/>
                  <a:pt x="49090" y="24819"/>
                  <a:pt x="49242" y="24789"/>
                </a:cubicBezTo>
                <a:cubicBezTo>
                  <a:pt x="49272" y="24758"/>
                  <a:pt x="49272" y="24758"/>
                  <a:pt x="49363" y="24698"/>
                </a:cubicBezTo>
                <a:cubicBezTo>
                  <a:pt x="49394" y="24652"/>
                  <a:pt x="49424" y="24629"/>
                  <a:pt x="49454" y="24629"/>
                </a:cubicBezTo>
                <a:cubicBezTo>
                  <a:pt x="49485" y="24629"/>
                  <a:pt x="49515" y="24652"/>
                  <a:pt x="49546" y="24698"/>
                </a:cubicBezTo>
                <a:lnTo>
                  <a:pt x="49637" y="24789"/>
                </a:lnTo>
                <a:cubicBezTo>
                  <a:pt x="49673" y="24825"/>
                  <a:pt x="49709" y="24842"/>
                  <a:pt x="49741" y="24842"/>
                </a:cubicBezTo>
                <a:cubicBezTo>
                  <a:pt x="49790" y="24842"/>
                  <a:pt x="49831" y="24802"/>
                  <a:pt x="49850" y="24728"/>
                </a:cubicBezTo>
                <a:lnTo>
                  <a:pt x="49606" y="24728"/>
                </a:lnTo>
                <a:cubicBezTo>
                  <a:pt x="49606" y="24606"/>
                  <a:pt x="49667" y="24485"/>
                  <a:pt x="49789" y="24424"/>
                </a:cubicBezTo>
                <a:cubicBezTo>
                  <a:pt x="49806" y="24406"/>
                  <a:pt x="49895" y="24389"/>
                  <a:pt x="49972" y="24389"/>
                </a:cubicBezTo>
                <a:cubicBezTo>
                  <a:pt x="50029" y="24389"/>
                  <a:pt x="50080" y="24398"/>
                  <a:pt x="50093" y="24424"/>
                </a:cubicBezTo>
                <a:cubicBezTo>
                  <a:pt x="50106" y="24450"/>
                  <a:pt x="50135" y="24459"/>
                  <a:pt x="50166" y="24459"/>
                </a:cubicBezTo>
                <a:cubicBezTo>
                  <a:pt x="50210" y="24459"/>
                  <a:pt x="50258" y="24442"/>
                  <a:pt x="50275" y="24424"/>
                </a:cubicBezTo>
                <a:cubicBezTo>
                  <a:pt x="50275" y="24420"/>
                  <a:pt x="50279" y="24418"/>
                  <a:pt x="50286" y="24418"/>
                </a:cubicBezTo>
                <a:cubicBezTo>
                  <a:pt x="50331" y="24418"/>
                  <a:pt x="50512" y="24501"/>
                  <a:pt x="50670" y="24606"/>
                </a:cubicBezTo>
                <a:lnTo>
                  <a:pt x="50853" y="24485"/>
                </a:lnTo>
                <a:lnTo>
                  <a:pt x="50974" y="24424"/>
                </a:lnTo>
                <a:cubicBezTo>
                  <a:pt x="50944" y="24242"/>
                  <a:pt x="51187" y="24059"/>
                  <a:pt x="51248" y="24029"/>
                </a:cubicBezTo>
                <a:cubicBezTo>
                  <a:pt x="51309" y="23968"/>
                  <a:pt x="51400" y="23877"/>
                  <a:pt x="51430" y="23816"/>
                </a:cubicBezTo>
                <a:lnTo>
                  <a:pt x="51339" y="23786"/>
                </a:lnTo>
                <a:lnTo>
                  <a:pt x="51309" y="23786"/>
                </a:lnTo>
                <a:cubicBezTo>
                  <a:pt x="51217" y="23755"/>
                  <a:pt x="51278" y="23695"/>
                  <a:pt x="51309" y="23664"/>
                </a:cubicBezTo>
                <a:cubicBezTo>
                  <a:pt x="51309" y="23658"/>
                  <a:pt x="51314" y="23656"/>
                  <a:pt x="51323" y="23656"/>
                </a:cubicBezTo>
                <a:cubicBezTo>
                  <a:pt x="51362" y="23656"/>
                  <a:pt x="51466" y="23700"/>
                  <a:pt x="51491" y="23725"/>
                </a:cubicBezTo>
                <a:cubicBezTo>
                  <a:pt x="51494" y="23728"/>
                  <a:pt x="51497" y="23729"/>
                  <a:pt x="51502" y="23729"/>
                </a:cubicBezTo>
                <a:cubicBezTo>
                  <a:pt x="51548" y="23729"/>
                  <a:pt x="51679" y="23595"/>
                  <a:pt x="51734" y="23512"/>
                </a:cubicBezTo>
                <a:cubicBezTo>
                  <a:pt x="51738" y="23494"/>
                  <a:pt x="51741" y="23476"/>
                  <a:pt x="51744" y="23457"/>
                </a:cubicBezTo>
                <a:lnTo>
                  <a:pt x="51744" y="23457"/>
                </a:lnTo>
                <a:cubicBezTo>
                  <a:pt x="51750" y="23460"/>
                  <a:pt x="51757" y="23461"/>
                  <a:pt x="51764" y="23461"/>
                </a:cubicBezTo>
                <a:cubicBezTo>
                  <a:pt x="51774" y="23461"/>
                  <a:pt x="51784" y="23458"/>
                  <a:pt x="51795" y="23451"/>
                </a:cubicBezTo>
                <a:lnTo>
                  <a:pt x="51877" y="23369"/>
                </a:lnTo>
                <a:lnTo>
                  <a:pt x="51877" y="23369"/>
                </a:lnTo>
                <a:cubicBezTo>
                  <a:pt x="51941" y="23390"/>
                  <a:pt x="52005" y="23408"/>
                  <a:pt x="52068" y="23421"/>
                </a:cubicBezTo>
                <a:cubicBezTo>
                  <a:pt x="52220" y="23421"/>
                  <a:pt x="52372" y="23391"/>
                  <a:pt x="52494" y="23391"/>
                </a:cubicBezTo>
                <a:cubicBezTo>
                  <a:pt x="52555" y="23330"/>
                  <a:pt x="52494" y="23026"/>
                  <a:pt x="52433" y="22935"/>
                </a:cubicBezTo>
                <a:cubicBezTo>
                  <a:pt x="52403" y="22843"/>
                  <a:pt x="52433" y="22722"/>
                  <a:pt x="52555" y="22691"/>
                </a:cubicBezTo>
                <a:lnTo>
                  <a:pt x="52616" y="22874"/>
                </a:lnTo>
                <a:lnTo>
                  <a:pt x="52616" y="22904"/>
                </a:lnTo>
                <a:cubicBezTo>
                  <a:pt x="52616" y="22949"/>
                  <a:pt x="52648" y="22977"/>
                  <a:pt x="52689" y="22977"/>
                </a:cubicBezTo>
                <a:cubicBezTo>
                  <a:pt x="52705" y="22977"/>
                  <a:pt x="52721" y="22973"/>
                  <a:pt x="52737" y="22965"/>
                </a:cubicBezTo>
                <a:lnTo>
                  <a:pt x="52828" y="23026"/>
                </a:lnTo>
                <a:cubicBezTo>
                  <a:pt x="52887" y="23085"/>
                  <a:pt x="52971" y="23118"/>
                  <a:pt x="53048" y="23118"/>
                </a:cubicBezTo>
                <a:cubicBezTo>
                  <a:pt x="53090" y="23118"/>
                  <a:pt x="53130" y="23108"/>
                  <a:pt x="53163" y="23087"/>
                </a:cubicBezTo>
                <a:cubicBezTo>
                  <a:pt x="53193" y="23056"/>
                  <a:pt x="53223" y="23026"/>
                  <a:pt x="53284" y="23026"/>
                </a:cubicBezTo>
                <a:cubicBezTo>
                  <a:pt x="53254" y="23117"/>
                  <a:pt x="53254" y="23178"/>
                  <a:pt x="53223" y="23239"/>
                </a:cubicBezTo>
                <a:cubicBezTo>
                  <a:pt x="53214" y="23257"/>
                  <a:pt x="53231" y="23265"/>
                  <a:pt x="53261" y="23265"/>
                </a:cubicBezTo>
                <a:cubicBezTo>
                  <a:pt x="53329" y="23265"/>
                  <a:pt x="53465" y="23229"/>
                  <a:pt x="53527" y="23208"/>
                </a:cubicBezTo>
                <a:cubicBezTo>
                  <a:pt x="53619" y="23178"/>
                  <a:pt x="53619" y="22995"/>
                  <a:pt x="53679" y="22965"/>
                </a:cubicBezTo>
                <a:cubicBezTo>
                  <a:pt x="53740" y="22965"/>
                  <a:pt x="53801" y="23147"/>
                  <a:pt x="53801" y="23239"/>
                </a:cubicBezTo>
                <a:cubicBezTo>
                  <a:pt x="53801" y="23253"/>
                  <a:pt x="53819" y="23259"/>
                  <a:pt x="53848" y="23259"/>
                </a:cubicBezTo>
                <a:cubicBezTo>
                  <a:pt x="53945" y="23259"/>
                  <a:pt x="54164" y="23194"/>
                  <a:pt x="54257" y="23147"/>
                </a:cubicBezTo>
                <a:cubicBezTo>
                  <a:pt x="54379" y="23056"/>
                  <a:pt x="54348" y="22965"/>
                  <a:pt x="54135" y="22904"/>
                </a:cubicBezTo>
                <a:lnTo>
                  <a:pt x="53983" y="22874"/>
                </a:lnTo>
                <a:lnTo>
                  <a:pt x="53862" y="22813"/>
                </a:lnTo>
                <a:cubicBezTo>
                  <a:pt x="53892" y="22752"/>
                  <a:pt x="53831" y="22691"/>
                  <a:pt x="53710" y="22631"/>
                </a:cubicBezTo>
                <a:lnTo>
                  <a:pt x="53740" y="22479"/>
                </a:lnTo>
                <a:cubicBezTo>
                  <a:pt x="53619" y="22448"/>
                  <a:pt x="53375" y="22327"/>
                  <a:pt x="53375" y="22205"/>
                </a:cubicBezTo>
                <a:cubicBezTo>
                  <a:pt x="53375" y="22164"/>
                  <a:pt x="53394" y="22148"/>
                  <a:pt x="53426" y="22148"/>
                </a:cubicBezTo>
                <a:cubicBezTo>
                  <a:pt x="53464" y="22148"/>
                  <a:pt x="53522" y="22172"/>
                  <a:pt x="53588" y="22205"/>
                </a:cubicBezTo>
                <a:lnTo>
                  <a:pt x="53649" y="22296"/>
                </a:lnTo>
                <a:cubicBezTo>
                  <a:pt x="53705" y="22334"/>
                  <a:pt x="53773" y="22360"/>
                  <a:pt x="53839" y="22360"/>
                </a:cubicBezTo>
                <a:cubicBezTo>
                  <a:pt x="53879" y="22360"/>
                  <a:pt x="53918" y="22350"/>
                  <a:pt x="53953" y="22327"/>
                </a:cubicBezTo>
                <a:cubicBezTo>
                  <a:pt x="53988" y="22309"/>
                  <a:pt x="54023" y="22292"/>
                  <a:pt x="54052" y="22292"/>
                </a:cubicBezTo>
                <a:cubicBezTo>
                  <a:pt x="54074" y="22292"/>
                  <a:pt x="54092" y="22301"/>
                  <a:pt x="54105" y="22327"/>
                </a:cubicBezTo>
                <a:lnTo>
                  <a:pt x="54135" y="22357"/>
                </a:lnTo>
                <a:cubicBezTo>
                  <a:pt x="54166" y="22418"/>
                  <a:pt x="54135" y="22479"/>
                  <a:pt x="54075" y="22509"/>
                </a:cubicBezTo>
                <a:lnTo>
                  <a:pt x="53953" y="22509"/>
                </a:lnTo>
                <a:cubicBezTo>
                  <a:pt x="53943" y="22506"/>
                  <a:pt x="53934" y="22504"/>
                  <a:pt x="53925" y="22504"/>
                </a:cubicBezTo>
                <a:cubicBezTo>
                  <a:pt x="53856" y="22504"/>
                  <a:pt x="53835" y="22604"/>
                  <a:pt x="53862" y="22631"/>
                </a:cubicBezTo>
                <a:cubicBezTo>
                  <a:pt x="53983" y="22722"/>
                  <a:pt x="54135" y="22783"/>
                  <a:pt x="54287" y="22783"/>
                </a:cubicBezTo>
                <a:cubicBezTo>
                  <a:pt x="54439" y="22752"/>
                  <a:pt x="54561" y="22631"/>
                  <a:pt x="54622" y="22479"/>
                </a:cubicBezTo>
                <a:lnTo>
                  <a:pt x="54774" y="22540"/>
                </a:lnTo>
                <a:lnTo>
                  <a:pt x="54865" y="22570"/>
                </a:lnTo>
                <a:cubicBezTo>
                  <a:pt x="54986" y="22631"/>
                  <a:pt x="54804" y="22874"/>
                  <a:pt x="54743" y="22965"/>
                </a:cubicBezTo>
                <a:cubicBezTo>
                  <a:pt x="54702" y="22992"/>
                  <a:pt x="54698" y="23007"/>
                  <a:pt x="54720" y="23007"/>
                </a:cubicBezTo>
                <a:cubicBezTo>
                  <a:pt x="54746" y="23007"/>
                  <a:pt x="54812" y="22985"/>
                  <a:pt x="54895" y="22935"/>
                </a:cubicBezTo>
                <a:lnTo>
                  <a:pt x="54926" y="22935"/>
                </a:lnTo>
                <a:lnTo>
                  <a:pt x="55108" y="23026"/>
                </a:lnTo>
                <a:cubicBezTo>
                  <a:pt x="55230" y="22935"/>
                  <a:pt x="55412" y="22843"/>
                  <a:pt x="55564" y="22783"/>
                </a:cubicBezTo>
                <a:cubicBezTo>
                  <a:pt x="55625" y="22783"/>
                  <a:pt x="55686" y="22752"/>
                  <a:pt x="55746" y="22722"/>
                </a:cubicBezTo>
                <a:cubicBezTo>
                  <a:pt x="55777" y="22479"/>
                  <a:pt x="56172" y="22540"/>
                  <a:pt x="56263" y="22357"/>
                </a:cubicBezTo>
                <a:cubicBezTo>
                  <a:pt x="56293" y="22357"/>
                  <a:pt x="56354" y="22388"/>
                  <a:pt x="56385" y="22388"/>
                </a:cubicBezTo>
                <a:cubicBezTo>
                  <a:pt x="56415" y="22403"/>
                  <a:pt x="56461" y="22418"/>
                  <a:pt x="56499" y="22418"/>
                </a:cubicBezTo>
                <a:cubicBezTo>
                  <a:pt x="56537" y="22418"/>
                  <a:pt x="56567" y="22403"/>
                  <a:pt x="56567" y="22357"/>
                </a:cubicBezTo>
                <a:cubicBezTo>
                  <a:pt x="56567" y="22327"/>
                  <a:pt x="56476" y="22266"/>
                  <a:pt x="56445" y="22266"/>
                </a:cubicBezTo>
                <a:cubicBezTo>
                  <a:pt x="56382" y="22228"/>
                  <a:pt x="56307" y="22211"/>
                  <a:pt x="56231" y="22211"/>
                </a:cubicBezTo>
                <a:cubicBezTo>
                  <a:pt x="56126" y="22211"/>
                  <a:pt x="56017" y="22243"/>
                  <a:pt x="55929" y="22296"/>
                </a:cubicBezTo>
                <a:lnTo>
                  <a:pt x="55898" y="22327"/>
                </a:lnTo>
                <a:cubicBezTo>
                  <a:pt x="55807" y="22327"/>
                  <a:pt x="55898" y="22114"/>
                  <a:pt x="56020" y="22084"/>
                </a:cubicBezTo>
                <a:cubicBezTo>
                  <a:pt x="56141" y="22053"/>
                  <a:pt x="56172" y="21962"/>
                  <a:pt x="56141" y="21932"/>
                </a:cubicBezTo>
                <a:cubicBezTo>
                  <a:pt x="56141" y="21901"/>
                  <a:pt x="56658" y="21932"/>
                  <a:pt x="56810" y="21840"/>
                </a:cubicBezTo>
                <a:cubicBezTo>
                  <a:pt x="56838" y="21826"/>
                  <a:pt x="56860" y="21820"/>
                  <a:pt x="56878" y="21820"/>
                </a:cubicBezTo>
                <a:cubicBezTo>
                  <a:pt x="56975" y="21820"/>
                  <a:pt x="56927" y="22006"/>
                  <a:pt x="56901" y="22084"/>
                </a:cubicBezTo>
                <a:cubicBezTo>
                  <a:pt x="56876" y="22135"/>
                  <a:pt x="56877" y="22154"/>
                  <a:pt x="56890" y="22154"/>
                </a:cubicBezTo>
                <a:cubicBezTo>
                  <a:pt x="56907" y="22154"/>
                  <a:pt x="56945" y="22119"/>
                  <a:pt x="56962" y="22084"/>
                </a:cubicBezTo>
                <a:cubicBezTo>
                  <a:pt x="57023" y="22053"/>
                  <a:pt x="57084" y="22023"/>
                  <a:pt x="57145" y="22023"/>
                </a:cubicBezTo>
                <a:lnTo>
                  <a:pt x="57145" y="22053"/>
                </a:lnTo>
                <a:lnTo>
                  <a:pt x="57296" y="22144"/>
                </a:lnTo>
                <a:cubicBezTo>
                  <a:pt x="57448" y="22114"/>
                  <a:pt x="57631" y="21840"/>
                  <a:pt x="57722" y="21810"/>
                </a:cubicBezTo>
                <a:cubicBezTo>
                  <a:pt x="57813" y="21780"/>
                  <a:pt x="57752" y="21749"/>
                  <a:pt x="57570" y="21749"/>
                </a:cubicBezTo>
                <a:lnTo>
                  <a:pt x="57540" y="21597"/>
                </a:lnTo>
                <a:cubicBezTo>
                  <a:pt x="57540" y="21567"/>
                  <a:pt x="57540" y="21536"/>
                  <a:pt x="57540" y="21506"/>
                </a:cubicBezTo>
                <a:cubicBezTo>
                  <a:pt x="57556" y="21482"/>
                  <a:pt x="57583" y="21475"/>
                  <a:pt x="57615" y="21475"/>
                </a:cubicBezTo>
                <a:cubicBezTo>
                  <a:pt x="57657" y="21475"/>
                  <a:pt x="57706" y="21486"/>
                  <a:pt x="57748" y="21486"/>
                </a:cubicBezTo>
                <a:cubicBezTo>
                  <a:pt x="57794" y="21486"/>
                  <a:pt x="57832" y="21473"/>
                  <a:pt x="57844" y="21415"/>
                </a:cubicBezTo>
                <a:cubicBezTo>
                  <a:pt x="57874" y="21263"/>
                  <a:pt x="57996" y="21263"/>
                  <a:pt x="58148" y="21263"/>
                </a:cubicBezTo>
                <a:lnTo>
                  <a:pt x="58239" y="21263"/>
                </a:lnTo>
                <a:cubicBezTo>
                  <a:pt x="58264" y="21246"/>
                  <a:pt x="58292" y="21238"/>
                  <a:pt x="58320" y="21238"/>
                </a:cubicBezTo>
                <a:cubicBezTo>
                  <a:pt x="58391" y="21238"/>
                  <a:pt x="58460" y="21288"/>
                  <a:pt x="58482" y="21354"/>
                </a:cubicBezTo>
                <a:cubicBezTo>
                  <a:pt x="58512" y="21415"/>
                  <a:pt x="58300" y="21415"/>
                  <a:pt x="58208" y="21415"/>
                </a:cubicBezTo>
                <a:cubicBezTo>
                  <a:pt x="58117" y="21415"/>
                  <a:pt x="58026" y="21415"/>
                  <a:pt x="57904" y="21476"/>
                </a:cubicBezTo>
                <a:lnTo>
                  <a:pt x="57874" y="21567"/>
                </a:lnTo>
                <a:lnTo>
                  <a:pt x="57874" y="21628"/>
                </a:lnTo>
                <a:cubicBezTo>
                  <a:pt x="57874" y="21663"/>
                  <a:pt x="57895" y="21678"/>
                  <a:pt x="57918" y="21678"/>
                </a:cubicBezTo>
                <a:cubicBezTo>
                  <a:pt x="57935" y="21678"/>
                  <a:pt x="57953" y="21671"/>
                  <a:pt x="57965" y="21658"/>
                </a:cubicBezTo>
                <a:cubicBezTo>
                  <a:pt x="57971" y="21653"/>
                  <a:pt x="57978" y="21650"/>
                  <a:pt x="57987" y="21650"/>
                </a:cubicBezTo>
                <a:cubicBezTo>
                  <a:pt x="58028" y="21650"/>
                  <a:pt x="58103" y="21705"/>
                  <a:pt x="58178" y="21780"/>
                </a:cubicBezTo>
                <a:lnTo>
                  <a:pt x="58452" y="21780"/>
                </a:lnTo>
                <a:cubicBezTo>
                  <a:pt x="58664" y="21688"/>
                  <a:pt x="59029" y="21476"/>
                  <a:pt x="59120" y="21476"/>
                </a:cubicBezTo>
                <a:cubicBezTo>
                  <a:pt x="59156" y="21467"/>
                  <a:pt x="59191" y="21463"/>
                  <a:pt x="59227" y="21463"/>
                </a:cubicBezTo>
                <a:cubicBezTo>
                  <a:pt x="59313" y="21463"/>
                  <a:pt x="59399" y="21485"/>
                  <a:pt x="59485" y="21506"/>
                </a:cubicBezTo>
                <a:lnTo>
                  <a:pt x="59607" y="21476"/>
                </a:lnTo>
                <a:cubicBezTo>
                  <a:pt x="59789" y="21445"/>
                  <a:pt x="59607" y="21293"/>
                  <a:pt x="59728" y="21263"/>
                </a:cubicBezTo>
                <a:lnTo>
                  <a:pt x="59880" y="21263"/>
                </a:lnTo>
                <a:lnTo>
                  <a:pt x="60214" y="21111"/>
                </a:lnTo>
                <a:cubicBezTo>
                  <a:pt x="60458" y="20989"/>
                  <a:pt x="60731" y="20929"/>
                  <a:pt x="61035" y="20929"/>
                </a:cubicBezTo>
                <a:cubicBezTo>
                  <a:pt x="61035" y="20935"/>
                  <a:pt x="61036" y="20937"/>
                  <a:pt x="61038" y="20937"/>
                </a:cubicBezTo>
                <a:cubicBezTo>
                  <a:pt x="61053" y="20937"/>
                  <a:pt x="61135" y="20713"/>
                  <a:pt x="61218" y="20685"/>
                </a:cubicBezTo>
                <a:cubicBezTo>
                  <a:pt x="61312" y="20662"/>
                  <a:pt x="61533" y="20565"/>
                  <a:pt x="61643" y="20565"/>
                </a:cubicBezTo>
                <a:cubicBezTo>
                  <a:pt x="61675" y="20565"/>
                  <a:pt x="61697" y="20574"/>
                  <a:pt x="61704" y="20594"/>
                </a:cubicBezTo>
                <a:cubicBezTo>
                  <a:pt x="61704" y="20623"/>
                  <a:pt x="61713" y="20634"/>
                  <a:pt x="61727" y="20634"/>
                </a:cubicBezTo>
                <a:cubicBezTo>
                  <a:pt x="61759" y="20634"/>
                  <a:pt x="61814" y="20585"/>
                  <a:pt x="61856" y="20564"/>
                </a:cubicBezTo>
                <a:cubicBezTo>
                  <a:pt x="61977" y="20503"/>
                  <a:pt x="62099" y="20473"/>
                  <a:pt x="62251" y="20442"/>
                </a:cubicBezTo>
                <a:lnTo>
                  <a:pt x="62342" y="20381"/>
                </a:lnTo>
                <a:cubicBezTo>
                  <a:pt x="62399" y="20344"/>
                  <a:pt x="62478" y="20318"/>
                  <a:pt x="62559" y="20318"/>
                </a:cubicBezTo>
                <a:cubicBezTo>
                  <a:pt x="62610" y="20318"/>
                  <a:pt x="62660" y="20328"/>
                  <a:pt x="62707" y="20351"/>
                </a:cubicBezTo>
                <a:cubicBezTo>
                  <a:pt x="62754" y="20389"/>
                  <a:pt x="62792" y="20403"/>
                  <a:pt x="62825" y="20403"/>
                </a:cubicBezTo>
                <a:cubicBezTo>
                  <a:pt x="62897" y="20403"/>
                  <a:pt x="62939" y="20332"/>
                  <a:pt x="62980" y="20290"/>
                </a:cubicBezTo>
                <a:cubicBezTo>
                  <a:pt x="63011" y="20229"/>
                  <a:pt x="62980" y="20169"/>
                  <a:pt x="63102" y="20169"/>
                </a:cubicBezTo>
                <a:cubicBezTo>
                  <a:pt x="63224" y="20138"/>
                  <a:pt x="63315" y="20108"/>
                  <a:pt x="63406" y="20017"/>
                </a:cubicBezTo>
                <a:cubicBezTo>
                  <a:pt x="63431" y="19998"/>
                  <a:pt x="63454" y="19991"/>
                  <a:pt x="63475" y="19991"/>
                </a:cubicBezTo>
                <a:cubicBezTo>
                  <a:pt x="63539" y="19991"/>
                  <a:pt x="63586" y="20060"/>
                  <a:pt x="63641" y="20060"/>
                </a:cubicBezTo>
                <a:cubicBezTo>
                  <a:pt x="63653" y="20060"/>
                  <a:pt x="63666" y="20056"/>
                  <a:pt x="63680" y="20047"/>
                </a:cubicBezTo>
                <a:cubicBezTo>
                  <a:pt x="63984" y="19925"/>
                  <a:pt x="64318" y="19804"/>
                  <a:pt x="64591" y="19622"/>
                </a:cubicBezTo>
                <a:cubicBezTo>
                  <a:pt x="64653" y="19601"/>
                  <a:pt x="64659" y="19538"/>
                  <a:pt x="64704" y="19538"/>
                </a:cubicBezTo>
                <a:cubicBezTo>
                  <a:pt x="64726" y="19538"/>
                  <a:pt x="64755" y="19552"/>
                  <a:pt x="64804" y="19591"/>
                </a:cubicBezTo>
                <a:cubicBezTo>
                  <a:pt x="64835" y="19561"/>
                  <a:pt x="64895" y="19530"/>
                  <a:pt x="64926" y="19500"/>
                </a:cubicBezTo>
                <a:cubicBezTo>
                  <a:pt x="65092" y="19389"/>
                  <a:pt x="65208" y="19253"/>
                  <a:pt x="65412" y="19253"/>
                </a:cubicBezTo>
                <a:cubicBezTo>
                  <a:pt x="65431" y="19253"/>
                  <a:pt x="65452" y="19254"/>
                  <a:pt x="65473" y="19257"/>
                </a:cubicBezTo>
                <a:cubicBezTo>
                  <a:pt x="65625" y="19257"/>
                  <a:pt x="65686" y="19166"/>
                  <a:pt x="65777" y="19105"/>
                </a:cubicBezTo>
                <a:lnTo>
                  <a:pt x="65868" y="19074"/>
                </a:lnTo>
                <a:cubicBezTo>
                  <a:pt x="65990" y="19044"/>
                  <a:pt x="66202" y="19014"/>
                  <a:pt x="66263" y="18983"/>
                </a:cubicBezTo>
                <a:cubicBezTo>
                  <a:pt x="66294" y="18983"/>
                  <a:pt x="66537" y="18831"/>
                  <a:pt x="66628" y="18801"/>
                </a:cubicBezTo>
                <a:cubicBezTo>
                  <a:pt x="66719" y="18770"/>
                  <a:pt x="67023" y="18679"/>
                  <a:pt x="67297" y="18649"/>
                </a:cubicBezTo>
                <a:lnTo>
                  <a:pt x="67540" y="18588"/>
                </a:lnTo>
                <a:cubicBezTo>
                  <a:pt x="67692" y="18527"/>
                  <a:pt x="67874" y="18497"/>
                  <a:pt x="67935" y="18345"/>
                </a:cubicBezTo>
                <a:cubicBezTo>
                  <a:pt x="67935" y="18315"/>
                  <a:pt x="68057" y="18345"/>
                  <a:pt x="68087" y="18284"/>
                </a:cubicBezTo>
                <a:cubicBezTo>
                  <a:pt x="68117" y="18193"/>
                  <a:pt x="68026" y="18163"/>
                  <a:pt x="67935" y="18163"/>
                </a:cubicBezTo>
                <a:cubicBezTo>
                  <a:pt x="67905" y="18132"/>
                  <a:pt x="67874" y="18102"/>
                  <a:pt x="67874" y="18041"/>
                </a:cubicBezTo>
                <a:cubicBezTo>
                  <a:pt x="67905" y="18011"/>
                  <a:pt x="67935" y="18011"/>
                  <a:pt x="67996" y="17980"/>
                </a:cubicBezTo>
                <a:lnTo>
                  <a:pt x="68087" y="17980"/>
                </a:lnTo>
                <a:cubicBezTo>
                  <a:pt x="68095" y="17983"/>
                  <a:pt x="68103" y="17984"/>
                  <a:pt x="68112" y="17984"/>
                </a:cubicBezTo>
                <a:cubicBezTo>
                  <a:pt x="68199" y="17984"/>
                  <a:pt x="68300" y="17853"/>
                  <a:pt x="68300" y="17798"/>
                </a:cubicBezTo>
                <a:cubicBezTo>
                  <a:pt x="68300" y="17776"/>
                  <a:pt x="68311" y="17766"/>
                  <a:pt x="68330" y="17766"/>
                </a:cubicBezTo>
                <a:cubicBezTo>
                  <a:pt x="68364" y="17766"/>
                  <a:pt x="68423" y="17800"/>
                  <a:pt x="68482" y="17859"/>
                </a:cubicBezTo>
                <a:lnTo>
                  <a:pt x="68482" y="17919"/>
                </a:lnTo>
                <a:lnTo>
                  <a:pt x="68482" y="17950"/>
                </a:lnTo>
                <a:cubicBezTo>
                  <a:pt x="68421" y="18041"/>
                  <a:pt x="68482" y="18071"/>
                  <a:pt x="68573" y="18071"/>
                </a:cubicBezTo>
                <a:lnTo>
                  <a:pt x="68664" y="18071"/>
                </a:lnTo>
                <a:cubicBezTo>
                  <a:pt x="68968" y="18071"/>
                  <a:pt x="69090" y="18011"/>
                  <a:pt x="69181" y="17798"/>
                </a:cubicBezTo>
                <a:cubicBezTo>
                  <a:pt x="69212" y="17767"/>
                  <a:pt x="68968" y="17707"/>
                  <a:pt x="69212" y="17646"/>
                </a:cubicBezTo>
                <a:cubicBezTo>
                  <a:pt x="69303" y="17646"/>
                  <a:pt x="69364" y="17433"/>
                  <a:pt x="69424" y="17433"/>
                </a:cubicBezTo>
                <a:lnTo>
                  <a:pt x="69607" y="17433"/>
                </a:lnTo>
                <a:cubicBezTo>
                  <a:pt x="69652" y="17372"/>
                  <a:pt x="69683" y="17342"/>
                  <a:pt x="69698" y="17342"/>
                </a:cubicBezTo>
                <a:cubicBezTo>
                  <a:pt x="69713" y="17342"/>
                  <a:pt x="69713" y="17372"/>
                  <a:pt x="69698" y="17433"/>
                </a:cubicBezTo>
                <a:lnTo>
                  <a:pt x="69637" y="17494"/>
                </a:lnTo>
                <a:lnTo>
                  <a:pt x="69607" y="17585"/>
                </a:lnTo>
                <a:cubicBezTo>
                  <a:pt x="69516" y="17615"/>
                  <a:pt x="69455" y="17707"/>
                  <a:pt x="69394" y="17798"/>
                </a:cubicBezTo>
                <a:lnTo>
                  <a:pt x="69424" y="17798"/>
                </a:lnTo>
                <a:cubicBezTo>
                  <a:pt x="69458" y="17809"/>
                  <a:pt x="69491" y="17816"/>
                  <a:pt x="69520" y="17816"/>
                </a:cubicBezTo>
                <a:cubicBezTo>
                  <a:pt x="69570" y="17816"/>
                  <a:pt x="69607" y="17795"/>
                  <a:pt x="69607" y="17737"/>
                </a:cubicBezTo>
                <a:cubicBezTo>
                  <a:pt x="69607" y="17687"/>
                  <a:pt x="69616" y="17664"/>
                  <a:pt x="69639" y="17664"/>
                </a:cubicBezTo>
                <a:cubicBezTo>
                  <a:pt x="69659" y="17664"/>
                  <a:pt x="69687" y="17679"/>
                  <a:pt x="69728" y="17707"/>
                </a:cubicBezTo>
                <a:lnTo>
                  <a:pt x="69759" y="17737"/>
                </a:lnTo>
                <a:cubicBezTo>
                  <a:pt x="69850" y="17737"/>
                  <a:pt x="69850" y="17585"/>
                  <a:pt x="69759" y="17372"/>
                </a:cubicBezTo>
                <a:lnTo>
                  <a:pt x="70002" y="17342"/>
                </a:lnTo>
                <a:lnTo>
                  <a:pt x="70303" y="17260"/>
                </a:lnTo>
                <a:lnTo>
                  <a:pt x="70303" y="17260"/>
                </a:lnTo>
                <a:cubicBezTo>
                  <a:pt x="70311" y="17334"/>
                  <a:pt x="70298" y="17407"/>
                  <a:pt x="70245" y="17433"/>
                </a:cubicBezTo>
                <a:cubicBezTo>
                  <a:pt x="70134" y="17488"/>
                  <a:pt x="70225" y="17619"/>
                  <a:pt x="70311" y="17619"/>
                </a:cubicBezTo>
                <a:cubicBezTo>
                  <a:pt x="70320" y="17619"/>
                  <a:pt x="70328" y="17618"/>
                  <a:pt x="70336" y="17615"/>
                </a:cubicBezTo>
                <a:cubicBezTo>
                  <a:pt x="70397" y="17615"/>
                  <a:pt x="70792" y="17403"/>
                  <a:pt x="70883" y="17403"/>
                </a:cubicBezTo>
                <a:cubicBezTo>
                  <a:pt x="70944" y="17372"/>
                  <a:pt x="70883" y="17251"/>
                  <a:pt x="70792" y="17251"/>
                </a:cubicBezTo>
                <a:cubicBezTo>
                  <a:pt x="70731" y="17220"/>
                  <a:pt x="70671" y="17220"/>
                  <a:pt x="70579" y="17190"/>
                </a:cubicBezTo>
                <a:cubicBezTo>
                  <a:pt x="70549" y="17160"/>
                  <a:pt x="70640" y="17068"/>
                  <a:pt x="70731" y="16977"/>
                </a:cubicBezTo>
                <a:lnTo>
                  <a:pt x="70853" y="16916"/>
                </a:lnTo>
                <a:lnTo>
                  <a:pt x="70975" y="16825"/>
                </a:lnTo>
                <a:cubicBezTo>
                  <a:pt x="71035" y="16795"/>
                  <a:pt x="71104" y="16780"/>
                  <a:pt x="71172" y="16780"/>
                </a:cubicBezTo>
                <a:cubicBezTo>
                  <a:pt x="71241" y="16780"/>
                  <a:pt x="71309" y="16795"/>
                  <a:pt x="71370" y="16825"/>
                </a:cubicBezTo>
                <a:cubicBezTo>
                  <a:pt x="71430" y="16856"/>
                  <a:pt x="71339" y="16856"/>
                  <a:pt x="71157" y="16856"/>
                </a:cubicBezTo>
                <a:lnTo>
                  <a:pt x="71096" y="17008"/>
                </a:lnTo>
                <a:cubicBezTo>
                  <a:pt x="71157" y="17068"/>
                  <a:pt x="71248" y="17099"/>
                  <a:pt x="71309" y="17160"/>
                </a:cubicBezTo>
                <a:cubicBezTo>
                  <a:pt x="71320" y="17165"/>
                  <a:pt x="71330" y="17167"/>
                  <a:pt x="71341" y="17167"/>
                </a:cubicBezTo>
                <a:cubicBezTo>
                  <a:pt x="71389" y="17167"/>
                  <a:pt x="71430" y="17113"/>
                  <a:pt x="71430" y="17038"/>
                </a:cubicBezTo>
                <a:lnTo>
                  <a:pt x="71613" y="17038"/>
                </a:lnTo>
                <a:cubicBezTo>
                  <a:pt x="71674" y="17038"/>
                  <a:pt x="71765" y="16977"/>
                  <a:pt x="71826" y="16977"/>
                </a:cubicBezTo>
                <a:lnTo>
                  <a:pt x="71886" y="16977"/>
                </a:lnTo>
                <a:cubicBezTo>
                  <a:pt x="71910" y="16989"/>
                  <a:pt x="71929" y="16994"/>
                  <a:pt x="71945" y="16994"/>
                </a:cubicBezTo>
                <a:cubicBezTo>
                  <a:pt x="72008" y="16994"/>
                  <a:pt x="72008" y="16910"/>
                  <a:pt x="72008" y="16886"/>
                </a:cubicBezTo>
                <a:cubicBezTo>
                  <a:pt x="71978" y="16825"/>
                  <a:pt x="72069" y="16795"/>
                  <a:pt x="72190" y="16795"/>
                </a:cubicBezTo>
                <a:lnTo>
                  <a:pt x="72251" y="16795"/>
                </a:lnTo>
                <a:cubicBezTo>
                  <a:pt x="72336" y="16795"/>
                  <a:pt x="72421" y="16804"/>
                  <a:pt x="72501" y="16804"/>
                </a:cubicBezTo>
                <a:cubicBezTo>
                  <a:pt x="72620" y="16804"/>
                  <a:pt x="72725" y="16783"/>
                  <a:pt x="72798" y="16673"/>
                </a:cubicBezTo>
                <a:lnTo>
                  <a:pt x="72920" y="16673"/>
                </a:lnTo>
                <a:cubicBezTo>
                  <a:pt x="72981" y="16673"/>
                  <a:pt x="73041" y="16704"/>
                  <a:pt x="73102" y="16734"/>
                </a:cubicBezTo>
                <a:lnTo>
                  <a:pt x="73133" y="16764"/>
                </a:lnTo>
                <a:cubicBezTo>
                  <a:pt x="73133" y="16781"/>
                  <a:pt x="73135" y="16788"/>
                  <a:pt x="73139" y="16788"/>
                </a:cubicBezTo>
                <a:cubicBezTo>
                  <a:pt x="73149" y="16788"/>
                  <a:pt x="73171" y="16732"/>
                  <a:pt x="73193" y="16643"/>
                </a:cubicBezTo>
                <a:lnTo>
                  <a:pt x="73224" y="16552"/>
                </a:lnTo>
                <a:lnTo>
                  <a:pt x="73224" y="16460"/>
                </a:lnTo>
                <a:cubicBezTo>
                  <a:pt x="73274" y="16385"/>
                  <a:pt x="72995" y="16331"/>
                  <a:pt x="72809" y="16331"/>
                </a:cubicBezTo>
                <a:cubicBezTo>
                  <a:pt x="72770" y="16331"/>
                  <a:pt x="72734" y="16333"/>
                  <a:pt x="72707" y="16339"/>
                </a:cubicBezTo>
                <a:cubicBezTo>
                  <a:pt x="72555" y="16339"/>
                  <a:pt x="72525" y="16248"/>
                  <a:pt x="72646" y="16096"/>
                </a:cubicBezTo>
                <a:lnTo>
                  <a:pt x="72859" y="16096"/>
                </a:lnTo>
                <a:cubicBezTo>
                  <a:pt x="72871" y="16100"/>
                  <a:pt x="72884" y="16102"/>
                  <a:pt x="72897" y="16102"/>
                </a:cubicBezTo>
                <a:cubicBezTo>
                  <a:pt x="72981" y="16102"/>
                  <a:pt x="73076" y="16023"/>
                  <a:pt x="73102" y="15944"/>
                </a:cubicBezTo>
                <a:cubicBezTo>
                  <a:pt x="73133" y="15913"/>
                  <a:pt x="73224" y="15852"/>
                  <a:pt x="73224" y="15852"/>
                </a:cubicBezTo>
                <a:lnTo>
                  <a:pt x="73285" y="15883"/>
                </a:lnTo>
                <a:cubicBezTo>
                  <a:pt x="73345" y="15944"/>
                  <a:pt x="73254" y="16156"/>
                  <a:pt x="73345" y="16187"/>
                </a:cubicBezTo>
                <a:cubicBezTo>
                  <a:pt x="73437" y="16187"/>
                  <a:pt x="73467" y="16278"/>
                  <a:pt x="73437" y="16308"/>
                </a:cubicBezTo>
                <a:lnTo>
                  <a:pt x="73619" y="16308"/>
                </a:lnTo>
                <a:cubicBezTo>
                  <a:pt x="73680" y="16339"/>
                  <a:pt x="73771" y="16339"/>
                  <a:pt x="73862" y="16339"/>
                </a:cubicBezTo>
                <a:cubicBezTo>
                  <a:pt x="73953" y="16339"/>
                  <a:pt x="74014" y="16278"/>
                  <a:pt x="74105" y="16278"/>
                </a:cubicBezTo>
                <a:lnTo>
                  <a:pt x="74166" y="16278"/>
                </a:lnTo>
                <a:cubicBezTo>
                  <a:pt x="74171" y="16280"/>
                  <a:pt x="74177" y="16281"/>
                  <a:pt x="74182" y="16281"/>
                </a:cubicBezTo>
                <a:cubicBezTo>
                  <a:pt x="74267" y="16281"/>
                  <a:pt x="74343" y="16060"/>
                  <a:pt x="74257" y="15974"/>
                </a:cubicBezTo>
                <a:cubicBezTo>
                  <a:pt x="74216" y="15947"/>
                  <a:pt x="74169" y="15932"/>
                  <a:pt x="74121" y="15932"/>
                </a:cubicBezTo>
                <a:cubicBezTo>
                  <a:pt x="74063" y="15932"/>
                  <a:pt x="74004" y="15954"/>
                  <a:pt x="73953" y="16004"/>
                </a:cubicBezTo>
                <a:lnTo>
                  <a:pt x="73923" y="16096"/>
                </a:lnTo>
                <a:lnTo>
                  <a:pt x="73893" y="16126"/>
                </a:lnTo>
                <a:cubicBezTo>
                  <a:pt x="73877" y="16141"/>
                  <a:pt x="73855" y="16149"/>
                  <a:pt x="73828" y="16149"/>
                </a:cubicBezTo>
                <a:cubicBezTo>
                  <a:pt x="73801" y="16149"/>
                  <a:pt x="73771" y="16141"/>
                  <a:pt x="73741" y="16126"/>
                </a:cubicBezTo>
                <a:lnTo>
                  <a:pt x="73710" y="16096"/>
                </a:lnTo>
                <a:lnTo>
                  <a:pt x="73649" y="15974"/>
                </a:lnTo>
                <a:cubicBezTo>
                  <a:pt x="73649" y="15883"/>
                  <a:pt x="73710" y="15822"/>
                  <a:pt x="73801" y="15822"/>
                </a:cubicBezTo>
                <a:cubicBezTo>
                  <a:pt x="73832" y="15822"/>
                  <a:pt x="74075" y="15609"/>
                  <a:pt x="74196" y="15579"/>
                </a:cubicBezTo>
                <a:cubicBezTo>
                  <a:pt x="74318" y="15579"/>
                  <a:pt x="74196" y="15427"/>
                  <a:pt x="74196" y="15366"/>
                </a:cubicBezTo>
                <a:cubicBezTo>
                  <a:pt x="74190" y="15353"/>
                  <a:pt x="74179" y="15347"/>
                  <a:pt x="74165" y="15347"/>
                </a:cubicBezTo>
                <a:cubicBezTo>
                  <a:pt x="74113" y="15347"/>
                  <a:pt x="74012" y="15429"/>
                  <a:pt x="73893" y="15549"/>
                </a:cubicBezTo>
                <a:lnTo>
                  <a:pt x="73497" y="15609"/>
                </a:lnTo>
                <a:lnTo>
                  <a:pt x="73467" y="15609"/>
                </a:lnTo>
                <a:cubicBezTo>
                  <a:pt x="73406" y="15640"/>
                  <a:pt x="73345" y="15701"/>
                  <a:pt x="73285" y="15761"/>
                </a:cubicBezTo>
                <a:lnTo>
                  <a:pt x="73163" y="15640"/>
                </a:lnTo>
                <a:cubicBezTo>
                  <a:pt x="73133" y="15609"/>
                  <a:pt x="73102" y="15609"/>
                  <a:pt x="73072" y="15609"/>
                </a:cubicBezTo>
                <a:cubicBezTo>
                  <a:pt x="73041" y="15609"/>
                  <a:pt x="72981" y="15640"/>
                  <a:pt x="72981" y="15670"/>
                </a:cubicBezTo>
                <a:cubicBezTo>
                  <a:pt x="72950" y="15731"/>
                  <a:pt x="72950" y="15822"/>
                  <a:pt x="72889" y="15852"/>
                </a:cubicBezTo>
                <a:cubicBezTo>
                  <a:pt x="72707" y="15944"/>
                  <a:pt x="72525" y="16035"/>
                  <a:pt x="72312" y="16065"/>
                </a:cubicBezTo>
                <a:lnTo>
                  <a:pt x="72190" y="16096"/>
                </a:lnTo>
                <a:cubicBezTo>
                  <a:pt x="72038" y="16096"/>
                  <a:pt x="71856" y="16126"/>
                  <a:pt x="71674" y="16156"/>
                </a:cubicBezTo>
                <a:lnTo>
                  <a:pt x="71643" y="16339"/>
                </a:lnTo>
                <a:lnTo>
                  <a:pt x="71643" y="16369"/>
                </a:lnTo>
                <a:cubicBezTo>
                  <a:pt x="71679" y="16405"/>
                  <a:pt x="71729" y="16422"/>
                  <a:pt x="71784" y="16422"/>
                </a:cubicBezTo>
                <a:cubicBezTo>
                  <a:pt x="71869" y="16422"/>
                  <a:pt x="71965" y="16382"/>
                  <a:pt x="72038" y="16308"/>
                </a:cubicBezTo>
                <a:lnTo>
                  <a:pt x="72160" y="16217"/>
                </a:lnTo>
                <a:cubicBezTo>
                  <a:pt x="72182" y="16206"/>
                  <a:pt x="72196" y="16199"/>
                  <a:pt x="72208" y="16199"/>
                </a:cubicBezTo>
                <a:cubicBezTo>
                  <a:pt x="72229" y="16199"/>
                  <a:pt x="72243" y="16220"/>
                  <a:pt x="72282" y="16278"/>
                </a:cubicBezTo>
                <a:cubicBezTo>
                  <a:pt x="72342" y="16339"/>
                  <a:pt x="72373" y="16400"/>
                  <a:pt x="72434" y="16430"/>
                </a:cubicBezTo>
                <a:lnTo>
                  <a:pt x="72494" y="16491"/>
                </a:lnTo>
                <a:cubicBezTo>
                  <a:pt x="72528" y="16541"/>
                  <a:pt x="72478" y="16564"/>
                  <a:pt x="72417" y="16564"/>
                </a:cubicBezTo>
                <a:cubicBezTo>
                  <a:pt x="72367" y="16564"/>
                  <a:pt x="72309" y="16549"/>
                  <a:pt x="72282" y="16521"/>
                </a:cubicBezTo>
                <a:cubicBezTo>
                  <a:pt x="72231" y="16509"/>
                  <a:pt x="72176" y="16501"/>
                  <a:pt x="72119" y="16501"/>
                </a:cubicBezTo>
                <a:cubicBezTo>
                  <a:pt x="72039" y="16501"/>
                  <a:pt x="71958" y="16516"/>
                  <a:pt x="71886" y="16552"/>
                </a:cubicBezTo>
                <a:cubicBezTo>
                  <a:pt x="71851" y="16569"/>
                  <a:pt x="71715" y="16587"/>
                  <a:pt x="71606" y="16587"/>
                </a:cubicBezTo>
                <a:cubicBezTo>
                  <a:pt x="71526" y="16587"/>
                  <a:pt x="71461" y="16577"/>
                  <a:pt x="71461" y="16552"/>
                </a:cubicBezTo>
                <a:cubicBezTo>
                  <a:pt x="71461" y="16491"/>
                  <a:pt x="71430" y="16400"/>
                  <a:pt x="71430" y="16339"/>
                </a:cubicBezTo>
                <a:lnTo>
                  <a:pt x="71430" y="16308"/>
                </a:lnTo>
                <a:cubicBezTo>
                  <a:pt x="71426" y="16304"/>
                  <a:pt x="71420" y="16302"/>
                  <a:pt x="71413" y="16302"/>
                </a:cubicBezTo>
                <a:cubicBezTo>
                  <a:pt x="71368" y="16302"/>
                  <a:pt x="71270" y="16378"/>
                  <a:pt x="71218" y="16430"/>
                </a:cubicBezTo>
                <a:cubicBezTo>
                  <a:pt x="71211" y="16433"/>
                  <a:pt x="71205" y="16435"/>
                  <a:pt x="71201" y="16435"/>
                </a:cubicBezTo>
                <a:cubicBezTo>
                  <a:pt x="71163" y="16435"/>
                  <a:pt x="71187" y="16335"/>
                  <a:pt x="71187" y="16308"/>
                </a:cubicBezTo>
                <a:cubicBezTo>
                  <a:pt x="71218" y="16248"/>
                  <a:pt x="71279" y="16156"/>
                  <a:pt x="71339" y="16126"/>
                </a:cubicBezTo>
                <a:cubicBezTo>
                  <a:pt x="71430" y="16065"/>
                  <a:pt x="71491" y="16035"/>
                  <a:pt x="71582" y="16035"/>
                </a:cubicBezTo>
                <a:lnTo>
                  <a:pt x="71613" y="16065"/>
                </a:lnTo>
                <a:lnTo>
                  <a:pt x="71704" y="16096"/>
                </a:lnTo>
                <a:cubicBezTo>
                  <a:pt x="71756" y="16096"/>
                  <a:pt x="71940" y="16007"/>
                  <a:pt x="71994" y="16000"/>
                </a:cubicBezTo>
                <a:lnTo>
                  <a:pt x="71994" y="16000"/>
                </a:lnTo>
                <a:cubicBezTo>
                  <a:pt x="71979" y="15964"/>
                  <a:pt x="71953" y="15883"/>
                  <a:pt x="71917" y="15792"/>
                </a:cubicBezTo>
                <a:lnTo>
                  <a:pt x="72038" y="15792"/>
                </a:lnTo>
                <a:cubicBezTo>
                  <a:pt x="72130" y="15792"/>
                  <a:pt x="72221" y="15792"/>
                  <a:pt x="72282" y="15822"/>
                </a:cubicBezTo>
                <a:lnTo>
                  <a:pt x="72373" y="15883"/>
                </a:lnTo>
                <a:cubicBezTo>
                  <a:pt x="72494" y="15852"/>
                  <a:pt x="72555" y="15792"/>
                  <a:pt x="72525" y="15792"/>
                </a:cubicBezTo>
                <a:lnTo>
                  <a:pt x="72494" y="15761"/>
                </a:lnTo>
                <a:cubicBezTo>
                  <a:pt x="72434" y="15731"/>
                  <a:pt x="72434" y="15640"/>
                  <a:pt x="72494" y="15609"/>
                </a:cubicBezTo>
                <a:lnTo>
                  <a:pt x="72646" y="15609"/>
                </a:lnTo>
                <a:cubicBezTo>
                  <a:pt x="72677" y="15617"/>
                  <a:pt x="72707" y="15621"/>
                  <a:pt x="72737" y="15621"/>
                </a:cubicBezTo>
                <a:cubicBezTo>
                  <a:pt x="72825" y="15621"/>
                  <a:pt x="72905" y="15587"/>
                  <a:pt x="72950" y="15518"/>
                </a:cubicBezTo>
                <a:lnTo>
                  <a:pt x="73011" y="15457"/>
                </a:lnTo>
                <a:lnTo>
                  <a:pt x="73072" y="15397"/>
                </a:lnTo>
                <a:cubicBezTo>
                  <a:pt x="73092" y="15376"/>
                  <a:pt x="73126" y="15370"/>
                  <a:pt x="73164" y="15370"/>
                </a:cubicBezTo>
                <a:cubicBezTo>
                  <a:pt x="73241" y="15370"/>
                  <a:pt x="73335" y="15397"/>
                  <a:pt x="73376" y="15397"/>
                </a:cubicBezTo>
                <a:cubicBezTo>
                  <a:pt x="73467" y="15397"/>
                  <a:pt x="73558" y="15427"/>
                  <a:pt x="73649" y="15427"/>
                </a:cubicBezTo>
                <a:cubicBezTo>
                  <a:pt x="73652" y="15428"/>
                  <a:pt x="73654" y="15429"/>
                  <a:pt x="73655" y="15429"/>
                </a:cubicBezTo>
                <a:cubicBezTo>
                  <a:pt x="73699" y="15429"/>
                  <a:pt x="73560" y="15061"/>
                  <a:pt x="73619" y="15032"/>
                </a:cubicBezTo>
                <a:cubicBezTo>
                  <a:pt x="73629" y="15022"/>
                  <a:pt x="73640" y="15018"/>
                  <a:pt x="73653" y="15018"/>
                </a:cubicBezTo>
                <a:cubicBezTo>
                  <a:pt x="73717" y="15018"/>
                  <a:pt x="73811" y="15133"/>
                  <a:pt x="73862" y="15184"/>
                </a:cubicBezTo>
                <a:cubicBezTo>
                  <a:pt x="73877" y="15198"/>
                  <a:pt x="73900" y="15204"/>
                  <a:pt x="73928" y="15204"/>
                </a:cubicBezTo>
                <a:cubicBezTo>
                  <a:pt x="74016" y="15204"/>
                  <a:pt x="74150" y="15146"/>
                  <a:pt x="74196" y="15123"/>
                </a:cubicBezTo>
                <a:cubicBezTo>
                  <a:pt x="74204" y="15115"/>
                  <a:pt x="74213" y="15112"/>
                  <a:pt x="74223" y="15112"/>
                </a:cubicBezTo>
                <a:cubicBezTo>
                  <a:pt x="74294" y="15112"/>
                  <a:pt x="74417" y="15279"/>
                  <a:pt x="74470" y="15305"/>
                </a:cubicBezTo>
                <a:cubicBezTo>
                  <a:pt x="74481" y="15311"/>
                  <a:pt x="74491" y="15313"/>
                  <a:pt x="74500" y="15313"/>
                </a:cubicBezTo>
                <a:cubicBezTo>
                  <a:pt x="74541" y="15313"/>
                  <a:pt x="74561" y="15259"/>
                  <a:pt x="74561" y="15184"/>
                </a:cubicBezTo>
                <a:lnTo>
                  <a:pt x="74561" y="15093"/>
                </a:lnTo>
                <a:cubicBezTo>
                  <a:pt x="74561" y="14971"/>
                  <a:pt x="74500" y="14849"/>
                  <a:pt x="74713" y="14849"/>
                </a:cubicBezTo>
                <a:cubicBezTo>
                  <a:pt x="74744" y="14849"/>
                  <a:pt x="74744" y="14728"/>
                  <a:pt x="74774" y="14697"/>
                </a:cubicBezTo>
                <a:cubicBezTo>
                  <a:pt x="74774" y="14667"/>
                  <a:pt x="74835" y="14606"/>
                  <a:pt x="74835" y="14606"/>
                </a:cubicBezTo>
                <a:cubicBezTo>
                  <a:pt x="74896" y="14637"/>
                  <a:pt x="74956" y="14667"/>
                  <a:pt x="74987" y="14697"/>
                </a:cubicBezTo>
                <a:cubicBezTo>
                  <a:pt x="75078" y="14728"/>
                  <a:pt x="75048" y="14758"/>
                  <a:pt x="74987" y="14789"/>
                </a:cubicBezTo>
                <a:cubicBezTo>
                  <a:pt x="74956" y="14849"/>
                  <a:pt x="74926" y="14941"/>
                  <a:pt x="74896" y="14941"/>
                </a:cubicBezTo>
                <a:cubicBezTo>
                  <a:pt x="74713" y="14941"/>
                  <a:pt x="74774" y="15062"/>
                  <a:pt x="74713" y="15123"/>
                </a:cubicBezTo>
                <a:cubicBezTo>
                  <a:pt x="74592" y="15214"/>
                  <a:pt x="74804" y="15214"/>
                  <a:pt x="74804" y="15275"/>
                </a:cubicBezTo>
                <a:cubicBezTo>
                  <a:pt x="74835" y="15336"/>
                  <a:pt x="74835" y="15397"/>
                  <a:pt x="74865" y="15457"/>
                </a:cubicBezTo>
                <a:lnTo>
                  <a:pt x="74896" y="15579"/>
                </a:lnTo>
                <a:cubicBezTo>
                  <a:pt x="74934" y="15489"/>
                  <a:pt x="74978" y="15399"/>
                  <a:pt x="75025" y="15311"/>
                </a:cubicBezTo>
                <a:lnTo>
                  <a:pt x="75025" y="15311"/>
                </a:lnTo>
                <a:cubicBezTo>
                  <a:pt x="75015" y="15458"/>
                  <a:pt x="74982" y="15600"/>
                  <a:pt x="74926" y="15731"/>
                </a:cubicBezTo>
                <a:cubicBezTo>
                  <a:pt x="74920" y="15736"/>
                  <a:pt x="74908" y="15739"/>
                  <a:pt x="74891" y="15739"/>
                </a:cubicBezTo>
                <a:cubicBezTo>
                  <a:pt x="74822" y="15739"/>
                  <a:pt x="74683" y="15699"/>
                  <a:pt x="74657" y="15654"/>
                </a:cubicBezTo>
                <a:lnTo>
                  <a:pt x="74657" y="15654"/>
                </a:lnTo>
                <a:cubicBezTo>
                  <a:pt x="74659" y="15705"/>
                  <a:pt x="74653" y="15822"/>
                  <a:pt x="74592" y="15883"/>
                </a:cubicBezTo>
                <a:cubicBezTo>
                  <a:pt x="74500" y="15974"/>
                  <a:pt x="74531" y="16035"/>
                  <a:pt x="74683" y="16035"/>
                </a:cubicBezTo>
                <a:lnTo>
                  <a:pt x="74744" y="16004"/>
                </a:lnTo>
                <a:cubicBezTo>
                  <a:pt x="74827" y="15963"/>
                  <a:pt x="74896" y="15878"/>
                  <a:pt x="74990" y="15878"/>
                </a:cubicBezTo>
                <a:cubicBezTo>
                  <a:pt x="75033" y="15878"/>
                  <a:pt x="75081" y="15896"/>
                  <a:pt x="75139" y="15944"/>
                </a:cubicBezTo>
                <a:cubicBezTo>
                  <a:pt x="75139" y="15950"/>
                  <a:pt x="75144" y="15952"/>
                  <a:pt x="75151" y="15952"/>
                </a:cubicBezTo>
                <a:cubicBezTo>
                  <a:pt x="75183" y="15952"/>
                  <a:pt x="75260" y="15913"/>
                  <a:pt x="75260" y="15913"/>
                </a:cubicBezTo>
                <a:cubicBezTo>
                  <a:pt x="75260" y="15792"/>
                  <a:pt x="75382" y="15731"/>
                  <a:pt x="75504" y="15701"/>
                </a:cubicBezTo>
                <a:cubicBezTo>
                  <a:pt x="75564" y="15701"/>
                  <a:pt x="75625" y="15488"/>
                  <a:pt x="75625" y="15457"/>
                </a:cubicBezTo>
                <a:cubicBezTo>
                  <a:pt x="75625" y="15427"/>
                  <a:pt x="75625" y="15366"/>
                  <a:pt x="75625" y="15366"/>
                </a:cubicBezTo>
                <a:lnTo>
                  <a:pt x="75716" y="15366"/>
                </a:lnTo>
                <a:lnTo>
                  <a:pt x="75899" y="15427"/>
                </a:lnTo>
                <a:cubicBezTo>
                  <a:pt x="75899" y="15488"/>
                  <a:pt x="75943" y="15510"/>
                  <a:pt x="76001" y="15510"/>
                </a:cubicBezTo>
                <a:cubicBezTo>
                  <a:pt x="76085" y="15510"/>
                  <a:pt x="76197" y="15463"/>
                  <a:pt x="76233" y="15427"/>
                </a:cubicBezTo>
                <a:cubicBezTo>
                  <a:pt x="76324" y="15366"/>
                  <a:pt x="76415" y="15305"/>
                  <a:pt x="76507" y="15245"/>
                </a:cubicBezTo>
                <a:lnTo>
                  <a:pt x="76598" y="15305"/>
                </a:lnTo>
                <a:lnTo>
                  <a:pt x="76628" y="15305"/>
                </a:lnTo>
                <a:cubicBezTo>
                  <a:pt x="76689" y="15275"/>
                  <a:pt x="76780" y="15245"/>
                  <a:pt x="76841" y="15184"/>
                </a:cubicBezTo>
                <a:lnTo>
                  <a:pt x="76932" y="15123"/>
                </a:lnTo>
                <a:cubicBezTo>
                  <a:pt x="76993" y="15093"/>
                  <a:pt x="77145" y="15062"/>
                  <a:pt x="77175" y="15062"/>
                </a:cubicBezTo>
                <a:cubicBezTo>
                  <a:pt x="77206" y="15032"/>
                  <a:pt x="77145" y="14941"/>
                  <a:pt x="77145" y="14849"/>
                </a:cubicBezTo>
                <a:lnTo>
                  <a:pt x="77145" y="14819"/>
                </a:lnTo>
                <a:cubicBezTo>
                  <a:pt x="77157" y="14807"/>
                  <a:pt x="77170" y="14802"/>
                  <a:pt x="77185" y="14802"/>
                </a:cubicBezTo>
                <a:cubicBezTo>
                  <a:pt x="77278" y="14802"/>
                  <a:pt x="77421" y="15004"/>
                  <a:pt x="77548" y="15004"/>
                </a:cubicBezTo>
                <a:cubicBezTo>
                  <a:pt x="77556" y="15004"/>
                  <a:pt x="77563" y="15003"/>
                  <a:pt x="77570" y="15001"/>
                </a:cubicBezTo>
                <a:cubicBezTo>
                  <a:pt x="77692" y="14971"/>
                  <a:pt x="77570" y="14728"/>
                  <a:pt x="77601" y="14667"/>
                </a:cubicBezTo>
                <a:cubicBezTo>
                  <a:pt x="77753" y="14545"/>
                  <a:pt x="77935" y="14454"/>
                  <a:pt x="78118" y="14424"/>
                </a:cubicBezTo>
                <a:cubicBezTo>
                  <a:pt x="78124" y="14422"/>
                  <a:pt x="78130" y="14422"/>
                  <a:pt x="78137" y="14422"/>
                </a:cubicBezTo>
                <a:cubicBezTo>
                  <a:pt x="78244" y="14422"/>
                  <a:pt x="78343" y="14640"/>
                  <a:pt x="78284" y="14715"/>
                </a:cubicBezTo>
                <a:lnTo>
                  <a:pt x="78284" y="14715"/>
                </a:lnTo>
                <a:cubicBezTo>
                  <a:pt x="78326" y="14688"/>
                  <a:pt x="78392" y="14652"/>
                  <a:pt x="78452" y="14637"/>
                </a:cubicBezTo>
                <a:cubicBezTo>
                  <a:pt x="78634" y="14515"/>
                  <a:pt x="78817" y="14424"/>
                  <a:pt x="79029" y="14333"/>
                </a:cubicBezTo>
                <a:cubicBezTo>
                  <a:pt x="79151" y="14302"/>
                  <a:pt x="79090" y="14150"/>
                  <a:pt x="79029" y="14090"/>
                </a:cubicBezTo>
                <a:cubicBezTo>
                  <a:pt x="79007" y="14045"/>
                  <a:pt x="79050" y="14017"/>
                  <a:pt x="79134" y="14017"/>
                </a:cubicBezTo>
                <a:cubicBezTo>
                  <a:pt x="79165" y="14017"/>
                  <a:pt x="79201" y="14021"/>
                  <a:pt x="79242" y="14029"/>
                </a:cubicBezTo>
                <a:lnTo>
                  <a:pt x="79303" y="14090"/>
                </a:lnTo>
                <a:cubicBezTo>
                  <a:pt x="79381" y="14148"/>
                  <a:pt x="79485" y="14182"/>
                  <a:pt x="79582" y="14182"/>
                </a:cubicBezTo>
                <a:cubicBezTo>
                  <a:pt x="79635" y="14182"/>
                  <a:pt x="79685" y="14172"/>
                  <a:pt x="79729" y="14150"/>
                </a:cubicBezTo>
                <a:cubicBezTo>
                  <a:pt x="79880" y="14120"/>
                  <a:pt x="80032" y="14059"/>
                  <a:pt x="80154" y="13968"/>
                </a:cubicBezTo>
                <a:cubicBezTo>
                  <a:pt x="80184" y="13968"/>
                  <a:pt x="80184" y="13907"/>
                  <a:pt x="80184" y="13877"/>
                </a:cubicBezTo>
                <a:cubicBezTo>
                  <a:pt x="80163" y="13855"/>
                  <a:pt x="80126" y="13834"/>
                  <a:pt x="80096" y="13834"/>
                </a:cubicBezTo>
                <a:cubicBezTo>
                  <a:pt x="80083" y="13834"/>
                  <a:pt x="80072" y="13837"/>
                  <a:pt x="80063" y="13846"/>
                </a:cubicBezTo>
                <a:lnTo>
                  <a:pt x="79972" y="13846"/>
                </a:lnTo>
                <a:cubicBezTo>
                  <a:pt x="79964" y="13849"/>
                  <a:pt x="79957" y="13850"/>
                  <a:pt x="79952" y="13850"/>
                </a:cubicBezTo>
                <a:cubicBezTo>
                  <a:pt x="79896" y="13850"/>
                  <a:pt x="79972" y="13717"/>
                  <a:pt x="79972" y="13634"/>
                </a:cubicBezTo>
                <a:cubicBezTo>
                  <a:pt x="79972" y="13451"/>
                  <a:pt x="80032" y="13269"/>
                  <a:pt x="80124" y="13117"/>
                </a:cubicBezTo>
                <a:cubicBezTo>
                  <a:pt x="80138" y="13103"/>
                  <a:pt x="80150" y="13097"/>
                  <a:pt x="80161" y="13097"/>
                </a:cubicBezTo>
                <a:cubicBezTo>
                  <a:pt x="80223" y="13097"/>
                  <a:pt x="80241" y="13283"/>
                  <a:pt x="80215" y="13360"/>
                </a:cubicBezTo>
                <a:cubicBezTo>
                  <a:pt x="80215" y="13482"/>
                  <a:pt x="80245" y="13634"/>
                  <a:pt x="80336" y="13786"/>
                </a:cubicBezTo>
                <a:cubicBezTo>
                  <a:pt x="80403" y="13830"/>
                  <a:pt x="80454" y="13858"/>
                  <a:pt x="80476" y="13858"/>
                </a:cubicBezTo>
                <a:cubicBezTo>
                  <a:pt x="80480" y="13858"/>
                  <a:pt x="80483" y="13857"/>
                  <a:pt x="80485" y="13856"/>
                </a:cubicBezTo>
                <a:lnTo>
                  <a:pt x="80485" y="13856"/>
                </a:lnTo>
                <a:lnTo>
                  <a:pt x="80488" y="13877"/>
                </a:lnTo>
                <a:lnTo>
                  <a:pt x="80488" y="13846"/>
                </a:lnTo>
                <a:cubicBezTo>
                  <a:pt x="80488" y="13851"/>
                  <a:pt x="80487" y="13854"/>
                  <a:pt x="80485" y="13856"/>
                </a:cubicBezTo>
                <a:lnTo>
                  <a:pt x="80485" y="13856"/>
                </a:lnTo>
                <a:lnTo>
                  <a:pt x="80458" y="13694"/>
                </a:lnTo>
                <a:cubicBezTo>
                  <a:pt x="80481" y="13533"/>
                  <a:pt x="80626" y="13459"/>
                  <a:pt x="80695" y="13459"/>
                </a:cubicBezTo>
                <a:cubicBezTo>
                  <a:pt x="80717" y="13459"/>
                  <a:pt x="80732" y="13467"/>
                  <a:pt x="80732" y="13482"/>
                </a:cubicBezTo>
                <a:cubicBezTo>
                  <a:pt x="80701" y="13573"/>
                  <a:pt x="80701" y="13664"/>
                  <a:pt x="80732" y="13786"/>
                </a:cubicBezTo>
                <a:cubicBezTo>
                  <a:pt x="80737" y="13791"/>
                  <a:pt x="80742" y="13793"/>
                  <a:pt x="80748" y="13793"/>
                </a:cubicBezTo>
                <a:cubicBezTo>
                  <a:pt x="80772" y="13793"/>
                  <a:pt x="80792" y="13739"/>
                  <a:pt x="80792" y="13664"/>
                </a:cubicBezTo>
                <a:lnTo>
                  <a:pt x="80944" y="13603"/>
                </a:lnTo>
                <a:lnTo>
                  <a:pt x="81339" y="13542"/>
                </a:lnTo>
                <a:cubicBezTo>
                  <a:pt x="81370" y="13512"/>
                  <a:pt x="81400" y="13512"/>
                  <a:pt x="81431" y="13482"/>
                </a:cubicBezTo>
                <a:cubicBezTo>
                  <a:pt x="81461" y="13451"/>
                  <a:pt x="81370" y="13299"/>
                  <a:pt x="81370" y="13299"/>
                </a:cubicBezTo>
                <a:cubicBezTo>
                  <a:pt x="81324" y="13330"/>
                  <a:pt x="81294" y="13345"/>
                  <a:pt x="81267" y="13345"/>
                </a:cubicBezTo>
                <a:cubicBezTo>
                  <a:pt x="81241" y="13345"/>
                  <a:pt x="81218" y="13330"/>
                  <a:pt x="81188" y="13299"/>
                </a:cubicBezTo>
                <a:lnTo>
                  <a:pt x="81127" y="13238"/>
                </a:lnTo>
                <a:cubicBezTo>
                  <a:pt x="81036" y="13208"/>
                  <a:pt x="81036" y="13147"/>
                  <a:pt x="81157" y="13086"/>
                </a:cubicBezTo>
                <a:lnTo>
                  <a:pt x="81248" y="13086"/>
                </a:lnTo>
                <a:cubicBezTo>
                  <a:pt x="81279" y="13071"/>
                  <a:pt x="81309" y="13064"/>
                  <a:pt x="81336" y="13064"/>
                </a:cubicBezTo>
                <a:cubicBezTo>
                  <a:pt x="81362" y="13064"/>
                  <a:pt x="81385" y="13071"/>
                  <a:pt x="81400" y="13086"/>
                </a:cubicBezTo>
                <a:cubicBezTo>
                  <a:pt x="81491" y="13299"/>
                  <a:pt x="81735" y="13208"/>
                  <a:pt x="81917" y="13299"/>
                </a:cubicBezTo>
                <a:lnTo>
                  <a:pt x="81947" y="13299"/>
                </a:lnTo>
                <a:cubicBezTo>
                  <a:pt x="82069" y="13238"/>
                  <a:pt x="81917" y="13086"/>
                  <a:pt x="81856" y="13056"/>
                </a:cubicBezTo>
                <a:cubicBezTo>
                  <a:pt x="81765" y="12995"/>
                  <a:pt x="81917" y="12843"/>
                  <a:pt x="81978" y="12783"/>
                </a:cubicBezTo>
                <a:cubicBezTo>
                  <a:pt x="82069" y="12722"/>
                  <a:pt x="82130" y="12661"/>
                  <a:pt x="82221" y="12631"/>
                </a:cubicBezTo>
                <a:lnTo>
                  <a:pt x="82282" y="12691"/>
                </a:lnTo>
                <a:lnTo>
                  <a:pt x="82495" y="12691"/>
                </a:lnTo>
                <a:lnTo>
                  <a:pt x="82647" y="12631"/>
                </a:lnTo>
                <a:cubicBezTo>
                  <a:pt x="82555" y="12570"/>
                  <a:pt x="82616" y="12509"/>
                  <a:pt x="82677" y="12509"/>
                </a:cubicBezTo>
                <a:cubicBezTo>
                  <a:pt x="82707" y="12509"/>
                  <a:pt x="82738" y="12448"/>
                  <a:pt x="82738" y="12418"/>
                </a:cubicBezTo>
                <a:cubicBezTo>
                  <a:pt x="82738" y="12403"/>
                  <a:pt x="82730" y="12395"/>
                  <a:pt x="82719" y="12395"/>
                </a:cubicBezTo>
                <a:cubicBezTo>
                  <a:pt x="82707" y="12395"/>
                  <a:pt x="82692" y="12403"/>
                  <a:pt x="82677" y="12418"/>
                </a:cubicBezTo>
                <a:lnTo>
                  <a:pt x="82555" y="12418"/>
                </a:lnTo>
                <a:cubicBezTo>
                  <a:pt x="82464" y="12418"/>
                  <a:pt x="82373" y="12296"/>
                  <a:pt x="82373" y="12266"/>
                </a:cubicBezTo>
                <a:cubicBezTo>
                  <a:pt x="82373" y="12205"/>
                  <a:pt x="82495" y="12175"/>
                  <a:pt x="82555" y="12175"/>
                </a:cubicBezTo>
                <a:cubicBezTo>
                  <a:pt x="82616" y="12175"/>
                  <a:pt x="82647" y="12114"/>
                  <a:pt x="82616" y="12023"/>
                </a:cubicBezTo>
                <a:lnTo>
                  <a:pt x="82738" y="11992"/>
                </a:lnTo>
                <a:lnTo>
                  <a:pt x="82829" y="11992"/>
                </a:lnTo>
                <a:cubicBezTo>
                  <a:pt x="82890" y="11931"/>
                  <a:pt x="82890" y="11840"/>
                  <a:pt x="82829" y="11810"/>
                </a:cubicBezTo>
                <a:cubicBezTo>
                  <a:pt x="82786" y="11788"/>
                  <a:pt x="82864" y="11767"/>
                  <a:pt x="82936" y="11767"/>
                </a:cubicBezTo>
                <a:cubicBezTo>
                  <a:pt x="82965" y="11767"/>
                  <a:pt x="82993" y="11771"/>
                  <a:pt x="83011" y="11779"/>
                </a:cubicBezTo>
                <a:cubicBezTo>
                  <a:pt x="83102" y="11840"/>
                  <a:pt x="83133" y="11931"/>
                  <a:pt x="83133" y="12053"/>
                </a:cubicBezTo>
                <a:lnTo>
                  <a:pt x="83133" y="12175"/>
                </a:lnTo>
                <a:cubicBezTo>
                  <a:pt x="83285" y="12205"/>
                  <a:pt x="83437" y="12327"/>
                  <a:pt x="83558" y="12327"/>
                </a:cubicBezTo>
                <a:lnTo>
                  <a:pt x="83741" y="12327"/>
                </a:lnTo>
                <a:cubicBezTo>
                  <a:pt x="83862" y="12327"/>
                  <a:pt x="84014" y="12357"/>
                  <a:pt x="84106" y="12448"/>
                </a:cubicBezTo>
                <a:lnTo>
                  <a:pt x="84075" y="12479"/>
                </a:lnTo>
                <a:cubicBezTo>
                  <a:pt x="83984" y="12509"/>
                  <a:pt x="84257" y="12631"/>
                  <a:pt x="84379" y="12631"/>
                </a:cubicBezTo>
                <a:cubicBezTo>
                  <a:pt x="84393" y="12628"/>
                  <a:pt x="84406" y="12627"/>
                  <a:pt x="84418" y="12627"/>
                </a:cubicBezTo>
                <a:cubicBezTo>
                  <a:pt x="84536" y="12627"/>
                  <a:pt x="84561" y="12752"/>
                  <a:pt x="84561" y="12752"/>
                </a:cubicBezTo>
                <a:cubicBezTo>
                  <a:pt x="84541" y="12752"/>
                  <a:pt x="84778" y="12806"/>
                  <a:pt x="84982" y="12806"/>
                </a:cubicBezTo>
                <a:cubicBezTo>
                  <a:pt x="85085" y="12806"/>
                  <a:pt x="85179" y="12793"/>
                  <a:pt x="85230" y="12752"/>
                </a:cubicBezTo>
                <a:cubicBezTo>
                  <a:pt x="85321" y="12570"/>
                  <a:pt x="85321" y="12387"/>
                  <a:pt x="85230" y="12235"/>
                </a:cubicBezTo>
                <a:lnTo>
                  <a:pt x="85230" y="12418"/>
                </a:lnTo>
                <a:cubicBezTo>
                  <a:pt x="85230" y="12509"/>
                  <a:pt x="85048" y="12600"/>
                  <a:pt x="84926" y="12661"/>
                </a:cubicBezTo>
                <a:cubicBezTo>
                  <a:pt x="84899" y="12675"/>
                  <a:pt x="84860" y="12688"/>
                  <a:pt x="84824" y="12688"/>
                </a:cubicBezTo>
                <a:cubicBezTo>
                  <a:pt x="84781" y="12688"/>
                  <a:pt x="84744" y="12667"/>
                  <a:pt x="84744" y="12600"/>
                </a:cubicBezTo>
                <a:cubicBezTo>
                  <a:pt x="84744" y="12570"/>
                  <a:pt x="84683" y="12509"/>
                  <a:pt x="84653" y="12509"/>
                </a:cubicBezTo>
                <a:cubicBezTo>
                  <a:pt x="84637" y="12511"/>
                  <a:pt x="84622" y="12511"/>
                  <a:pt x="84608" y="12511"/>
                </a:cubicBezTo>
                <a:cubicBezTo>
                  <a:pt x="84354" y="12511"/>
                  <a:pt x="84400" y="12263"/>
                  <a:pt x="84227" y="12205"/>
                </a:cubicBezTo>
                <a:cubicBezTo>
                  <a:pt x="84227" y="12205"/>
                  <a:pt x="84257" y="12083"/>
                  <a:pt x="84288" y="12083"/>
                </a:cubicBezTo>
                <a:cubicBezTo>
                  <a:pt x="84318" y="12083"/>
                  <a:pt x="84379" y="12083"/>
                  <a:pt x="84409" y="12114"/>
                </a:cubicBezTo>
                <a:lnTo>
                  <a:pt x="84409" y="12327"/>
                </a:lnTo>
                <a:cubicBezTo>
                  <a:pt x="84533" y="12296"/>
                  <a:pt x="84699" y="12251"/>
                  <a:pt x="84867" y="12205"/>
                </a:cubicBezTo>
                <a:lnTo>
                  <a:pt x="84867" y="12205"/>
                </a:lnTo>
                <a:cubicBezTo>
                  <a:pt x="84752" y="12204"/>
                  <a:pt x="84648" y="12201"/>
                  <a:pt x="84622" y="12175"/>
                </a:cubicBezTo>
                <a:cubicBezTo>
                  <a:pt x="84531" y="12114"/>
                  <a:pt x="84561" y="12023"/>
                  <a:pt x="84653" y="11931"/>
                </a:cubicBezTo>
                <a:lnTo>
                  <a:pt x="84713" y="11871"/>
                </a:lnTo>
                <a:lnTo>
                  <a:pt x="84835" y="11749"/>
                </a:lnTo>
                <a:cubicBezTo>
                  <a:pt x="84911" y="11779"/>
                  <a:pt x="84987" y="11795"/>
                  <a:pt x="85063" y="11795"/>
                </a:cubicBezTo>
                <a:cubicBezTo>
                  <a:pt x="85139" y="11795"/>
                  <a:pt x="85215" y="11779"/>
                  <a:pt x="85291" y="11749"/>
                </a:cubicBezTo>
                <a:lnTo>
                  <a:pt x="85352" y="11597"/>
                </a:lnTo>
                <a:cubicBezTo>
                  <a:pt x="85382" y="11536"/>
                  <a:pt x="85413" y="11476"/>
                  <a:pt x="85473" y="11445"/>
                </a:cubicBezTo>
                <a:cubicBezTo>
                  <a:pt x="85519" y="11415"/>
                  <a:pt x="85572" y="11392"/>
                  <a:pt x="85625" y="11392"/>
                </a:cubicBezTo>
                <a:cubicBezTo>
                  <a:pt x="85678" y="11392"/>
                  <a:pt x="85732" y="11415"/>
                  <a:pt x="85777" y="11476"/>
                </a:cubicBezTo>
                <a:lnTo>
                  <a:pt x="85838" y="11567"/>
                </a:lnTo>
                <a:cubicBezTo>
                  <a:pt x="85915" y="11643"/>
                  <a:pt x="85841" y="11763"/>
                  <a:pt x="85797" y="11763"/>
                </a:cubicBezTo>
                <a:cubicBezTo>
                  <a:pt x="85789" y="11763"/>
                  <a:pt x="85782" y="11759"/>
                  <a:pt x="85777" y="11749"/>
                </a:cubicBezTo>
                <a:cubicBezTo>
                  <a:pt x="85773" y="11745"/>
                  <a:pt x="85765" y="11743"/>
                  <a:pt x="85754" y="11743"/>
                </a:cubicBezTo>
                <a:cubicBezTo>
                  <a:pt x="85689" y="11743"/>
                  <a:pt x="85525" y="11810"/>
                  <a:pt x="85473" y="11810"/>
                </a:cubicBezTo>
                <a:cubicBezTo>
                  <a:pt x="85447" y="11810"/>
                  <a:pt x="85350" y="11926"/>
                  <a:pt x="85266" y="12097"/>
                </a:cubicBezTo>
                <a:lnTo>
                  <a:pt x="85266" y="12097"/>
                </a:lnTo>
                <a:cubicBezTo>
                  <a:pt x="85431" y="12054"/>
                  <a:pt x="85560" y="12023"/>
                  <a:pt x="85595" y="12023"/>
                </a:cubicBezTo>
                <a:cubicBezTo>
                  <a:pt x="85716" y="12023"/>
                  <a:pt x="85838" y="12053"/>
                  <a:pt x="85960" y="12114"/>
                </a:cubicBezTo>
                <a:lnTo>
                  <a:pt x="86020" y="11992"/>
                </a:lnTo>
                <a:lnTo>
                  <a:pt x="86081" y="11901"/>
                </a:lnTo>
                <a:cubicBezTo>
                  <a:pt x="86203" y="11810"/>
                  <a:pt x="86324" y="11688"/>
                  <a:pt x="86385" y="11536"/>
                </a:cubicBezTo>
                <a:lnTo>
                  <a:pt x="86142" y="11445"/>
                </a:lnTo>
                <a:lnTo>
                  <a:pt x="86081" y="11415"/>
                </a:lnTo>
                <a:cubicBezTo>
                  <a:pt x="86059" y="11302"/>
                  <a:pt x="85969" y="11239"/>
                  <a:pt x="85875" y="11239"/>
                </a:cubicBezTo>
                <a:cubicBezTo>
                  <a:pt x="85842" y="11239"/>
                  <a:pt x="85809" y="11247"/>
                  <a:pt x="85777" y="11263"/>
                </a:cubicBezTo>
                <a:lnTo>
                  <a:pt x="85473" y="11263"/>
                </a:lnTo>
                <a:cubicBezTo>
                  <a:pt x="85291" y="11354"/>
                  <a:pt x="85139" y="11445"/>
                  <a:pt x="85139" y="11476"/>
                </a:cubicBezTo>
                <a:cubicBezTo>
                  <a:pt x="85048" y="11567"/>
                  <a:pt x="84926" y="11628"/>
                  <a:pt x="84805" y="11628"/>
                </a:cubicBezTo>
                <a:cubicBezTo>
                  <a:pt x="84713" y="11597"/>
                  <a:pt x="84622" y="11506"/>
                  <a:pt x="84622" y="11415"/>
                </a:cubicBezTo>
                <a:cubicBezTo>
                  <a:pt x="84622" y="11365"/>
                  <a:pt x="84642" y="11315"/>
                  <a:pt x="84716" y="11315"/>
                </a:cubicBezTo>
                <a:cubicBezTo>
                  <a:pt x="84733" y="11315"/>
                  <a:pt x="84752" y="11318"/>
                  <a:pt x="84774" y="11324"/>
                </a:cubicBezTo>
                <a:lnTo>
                  <a:pt x="84835" y="11324"/>
                </a:lnTo>
                <a:cubicBezTo>
                  <a:pt x="84926" y="11324"/>
                  <a:pt x="85017" y="11354"/>
                  <a:pt x="85078" y="11384"/>
                </a:cubicBezTo>
                <a:cubicBezTo>
                  <a:pt x="85109" y="11384"/>
                  <a:pt x="85139" y="11232"/>
                  <a:pt x="85139" y="11172"/>
                </a:cubicBezTo>
                <a:cubicBezTo>
                  <a:pt x="85139" y="11080"/>
                  <a:pt x="85109" y="11080"/>
                  <a:pt x="85048" y="11080"/>
                </a:cubicBezTo>
                <a:lnTo>
                  <a:pt x="85017" y="11141"/>
                </a:lnTo>
                <a:cubicBezTo>
                  <a:pt x="85002" y="11156"/>
                  <a:pt x="84979" y="11164"/>
                  <a:pt x="84953" y="11164"/>
                </a:cubicBezTo>
                <a:cubicBezTo>
                  <a:pt x="84926" y="11164"/>
                  <a:pt x="84896" y="11156"/>
                  <a:pt x="84865" y="11141"/>
                </a:cubicBezTo>
                <a:lnTo>
                  <a:pt x="84865" y="11111"/>
                </a:lnTo>
                <a:lnTo>
                  <a:pt x="84805" y="10959"/>
                </a:lnTo>
                <a:cubicBezTo>
                  <a:pt x="84744" y="10776"/>
                  <a:pt x="84713" y="10624"/>
                  <a:pt x="84744" y="10624"/>
                </a:cubicBezTo>
                <a:lnTo>
                  <a:pt x="84926" y="10655"/>
                </a:lnTo>
                <a:cubicBezTo>
                  <a:pt x="84955" y="10768"/>
                  <a:pt x="85116" y="10962"/>
                  <a:pt x="85186" y="10962"/>
                </a:cubicBezTo>
                <a:cubicBezTo>
                  <a:pt x="85191" y="10962"/>
                  <a:pt x="85196" y="10961"/>
                  <a:pt x="85200" y="10959"/>
                </a:cubicBezTo>
                <a:cubicBezTo>
                  <a:pt x="85216" y="10953"/>
                  <a:pt x="85231" y="10951"/>
                  <a:pt x="85245" y="10951"/>
                </a:cubicBezTo>
                <a:cubicBezTo>
                  <a:pt x="85311" y="10951"/>
                  <a:pt x="85352" y="11005"/>
                  <a:pt x="85352" y="11080"/>
                </a:cubicBezTo>
                <a:lnTo>
                  <a:pt x="85504" y="11050"/>
                </a:lnTo>
                <a:lnTo>
                  <a:pt x="85595" y="11020"/>
                </a:lnTo>
                <a:cubicBezTo>
                  <a:pt x="85747" y="10959"/>
                  <a:pt x="85564" y="10807"/>
                  <a:pt x="85504" y="10807"/>
                </a:cubicBezTo>
                <a:cubicBezTo>
                  <a:pt x="85413" y="10776"/>
                  <a:pt x="85413" y="10655"/>
                  <a:pt x="85443" y="10594"/>
                </a:cubicBezTo>
                <a:lnTo>
                  <a:pt x="85686" y="10594"/>
                </a:lnTo>
                <a:cubicBezTo>
                  <a:pt x="85899" y="10533"/>
                  <a:pt x="86081" y="10442"/>
                  <a:pt x="86233" y="10320"/>
                </a:cubicBezTo>
                <a:lnTo>
                  <a:pt x="86294" y="10138"/>
                </a:lnTo>
                <a:cubicBezTo>
                  <a:pt x="86313" y="10045"/>
                  <a:pt x="86331" y="10009"/>
                  <a:pt x="86378" y="10009"/>
                </a:cubicBezTo>
                <a:cubicBezTo>
                  <a:pt x="86407" y="10009"/>
                  <a:pt x="86448" y="10023"/>
                  <a:pt x="86507" y="10047"/>
                </a:cubicBezTo>
                <a:cubicBezTo>
                  <a:pt x="86534" y="10063"/>
                  <a:pt x="86552" y="10070"/>
                  <a:pt x="86565" y="10070"/>
                </a:cubicBezTo>
                <a:cubicBezTo>
                  <a:pt x="86624" y="10070"/>
                  <a:pt x="86564" y="9925"/>
                  <a:pt x="86689" y="9925"/>
                </a:cubicBezTo>
                <a:cubicBezTo>
                  <a:pt x="86902" y="9895"/>
                  <a:pt x="87054" y="9804"/>
                  <a:pt x="87175" y="9652"/>
                </a:cubicBezTo>
                <a:cubicBezTo>
                  <a:pt x="87175" y="9642"/>
                  <a:pt x="87155" y="9638"/>
                  <a:pt x="87126" y="9638"/>
                </a:cubicBezTo>
                <a:cubicBezTo>
                  <a:pt x="87067" y="9638"/>
                  <a:pt x="86973" y="9652"/>
                  <a:pt x="86932" y="9652"/>
                </a:cubicBezTo>
                <a:cubicBezTo>
                  <a:pt x="86925" y="9654"/>
                  <a:pt x="86919" y="9655"/>
                  <a:pt x="86912" y="9655"/>
                </a:cubicBezTo>
                <a:cubicBezTo>
                  <a:pt x="86832" y="9655"/>
                  <a:pt x="86780" y="9495"/>
                  <a:pt x="86780" y="9439"/>
                </a:cubicBezTo>
                <a:cubicBezTo>
                  <a:pt x="86780" y="9378"/>
                  <a:pt x="86628" y="9226"/>
                  <a:pt x="86568" y="9196"/>
                </a:cubicBezTo>
                <a:cubicBezTo>
                  <a:pt x="86507" y="9165"/>
                  <a:pt x="86568" y="9074"/>
                  <a:pt x="86689" y="9013"/>
                </a:cubicBezTo>
                <a:lnTo>
                  <a:pt x="86780" y="8953"/>
                </a:lnTo>
                <a:cubicBezTo>
                  <a:pt x="86811" y="8953"/>
                  <a:pt x="86780" y="8892"/>
                  <a:pt x="86780" y="8892"/>
                </a:cubicBezTo>
                <a:cubicBezTo>
                  <a:pt x="86780" y="8892"/>
                  <a:pt x="86780" y="8878"/>
                  <a:pt x="86762" y="8878"/>
                </a:cubicBezTo>
                <a:cubicBezTo>
                  <a:pt x="86753" y="8878"/>
                  <a:pt x="86740" y="8882"/>
                  <a:pt x="86720" y="8892"/>
                </a:cubicBezTo>
                <a:cubicBezTo>
                  <a:pt x="86659" y="8892"/>
                  <a:pt x="86598" y="8953"/>
                  <a:pt x="86537" y="8953"/>
                </a:cubicBezTo>
                <a:cubicBezTo>
                  <a:pt x="86385" y="8892"/>
                  <a:pt x="86598" y="8831"/>
                  <a:pt x="86537" y="8801"/>
                </a:cubicBezTo>
                <a:cubicBezTo>
                  <a:pt x="86514" y="8778"/>
                  <a:pt x="86491" y="8719"/>
                  <a:pt x="86428" y="8719"/>
                </a:cubicBezTo>
                <a:cubicBezTo>
                  <a:pt x="86408" y="8719"/>
                  <a:pt x="86384" y="8725"/>
                  <a:pt x="86355" y="8740"/>
                </a:cubicBezTo>
                <a:cubicBezTo>
                  <a:pt x="86294" y="8770"/>
                  <a:pt x="86226" y="8786"/>
                  <a:pt x="86157" y="8786"/>
                </a:cubicBezTo>
                <a:cubicBezTo>
                  <a:pt x="86089" y="8786"/>
                  <a:pt x="86020" y="8770"/>
                  <a:pt x="85960" y="8740"/>
                </a:cubicBezTo>
                <a:cubicBezTo>
                  <a:pt x="85938" y="8735"/>
                  <a:pt x="85918" y="8732"/>
                  <a:pt x="85899" y="8732"/>
                </a:cubicBezTo>
                <a:cubicBezTo>
                  <a:pt x="85811" y="8732"/>
                  <a:pt x="85758" y="8786"/>
                  <a:pt x="85808" y="8862"/>
                </a:cubicBezTo>
                <a:lnTo>
                  <a:pt x="85868" y="8983"/>
                </a:lnTo>
                <a:cubicBezTo>
                  <a:pt x="85853" y="9044"/>
                  <a:pt x="85808" y="9067"/>
                  <a:pt x="85762" y="9067"/>
                </a:cubicBezTo>
                <a:cubicBezTo>
                  <a:pt x="85716" y="9067"/>
                  <a:pt x="85671" y="9044"/>
                  <a:pt x="85656" y="9013"/>
                </a:cubicBezTo>
                <a:cubicBezTo>
                  <a:pt x="85595" y="8953"/>
                  <a:pt x="85504" y="8892"/>
                  <a:pt x="85413" y="8862"/>
                </a:cubicBezTo>
                <a:lnTo>
                  <a:pt x="85321" y="8892"/>
                </a:lnTo>
                <a:cubicBezTo>
                  <a:pt x="85291" y="8907"/>
                  <a:pt x="85261" y="8915"/>
                  <a:pt x="85234" y="8915"/>
                </a:cubicBezTo>
                <a:cubicBezTo>
                  <a:pt x="85207" y="8915"/>
                  <a:pt x="85185" y="8907"/>
                  <a:pt x="85169" y="8892"/>
                </a:cubicBezTo>
                <a:cubicBezTo>
                  <a:pt x="85078" y="8892"/>
                  <a:pt x="85017" y="8862"/>
                  <a:pt x="84957" y="8831"/>
                </a:cubicBezTo>
                <a:lnTo>
                  <a:pt x="84805" y="8710"/>
                </a:lnTo>
                <a:lnTo>
                  <a:pt x="84805" y="8710"/>
                </a:lnTo>
                <a:cubicBezTo>
                  <a:pt x="84774" y="8831"/>
                  <a:pt x="84774" y="8953"/>
                  <a:pt x="84835" y="9044"/>
                </a:cubicBezTo>
                <a:lnTo>
                  <a:pt x="84653" y="8983"/>
                </a:lnTo>
                <a:cubicBezTo>
                  <a:pt x="84516" y="8952"/>
                  <a:pt x="84405" y="8935"/>
                  <a:pt x="84312" y="8935"/>
                </a:cubicBezTo>
                <a:cubicBezTo>
                  <a:pt x="84135" y="8935"/>
                  <a:pt x="84023" y="8996"/>
                  <a:pt x="83923" y="9135"/>
                </a:cubicBezTo>
                <a:cubicBezTo>
                  <a:pt x="83862" y="9165"/>
                  <a:pt x="84014" y="9226"/>
                  <a:pt x="83923" y="9257"/>
                </a:cubicBezTo>
                <a:cubicBezTo>
                  <a:pt x="83902" y="9262"/>
                  <a:pt x="83883" y="9265"/>
                  <a:pt x="83867" y="9265"/>
                </a:cubicBezTo>
                <a:cubicBezTo>
                  <a:pt x="83792" y="9265"/>
                  <a:pt x="83771" y="9210"/>
                  <a:pt x="83771" y="9135"/>
                </a:cubicBezTo>
                <a:lnTo>
                  <a:pt x="83771" y="9074"/>
                </a:lnTo>
                <a:cubicBezTo>
                  <a:pt x="83710" y="9013"/>
                  <a:pt x="83771" y="8953"/>
                  <a:pt x="83954" y="8953"/>
                </a:cubicBezTo>
                <a:lnTo>
                  <a:pt x="83954" y="8892"/>
                </a:lnTo>
                <a:lnTo>
                  <a:pt x="84106" y="8679"/>
                </a:lnTo>
                <a:cubicBezTo>
                  <a:pt x="84133" y="8691"/>
                  <a:pt x="84165" y="8696"/>
                  <a:pt x="84198" y="8696"/>
                </a:cubicBezTo>
                <a:cubicBezTo>
                  <a:pt x="84218" y="8696"/>
                  <a:pt x="84238" y="8694"/>
                  <a:pt x="84260" y="8691"/>
                </a:cubicBezTo>
                <a:lnTo>
                  <a:pt x="84260" y="8691"/>
                </a:lnTo>
                <a:cubicBezTo>
                  <a:pt x="84261" y="8691"/>
                  <a:pt x="84263" y="8691"/>
                  <a:pt x="84264" y="8691"/>
                </a:cubicBezTo>
                <a:cubicBezTo>
                  <a:pt x="84274" y="8691"/>
                  <a:pt x="84281" y="8690"/>
                  <a:pt x="84284" y="8686"/>
                </a:cubicBezTo>
                <a:lnTo>
                  <a:pt x="84284" y="8686"/>
                </a:lnTo>
                <a:cubicBezTo>
                  <a:pt x="84276" y="8688"/>
                  <a:pt x="84268" y="8690"/>
                  <a:pt x="84260" y="8691"/>
                </a:cubicBezTo>
                <a:lnTo>
                  <a:pt x="84260" y="8691"/>
                </a:lnTo>
                <a:cubicBezTo>
                  <a:pt x="84217" y="8689"/>
                  <a:pt x="84131" y="8661"/>
                  <a:pt x="84045" y="8618"/>
                </a:cubicBezTo>
                <a:lnTo>
                  <a:pt x="83923" y="8558"/>
                </a:lnTo>
                <a:lnTo>
                  <a:pt x="83802" y="8527"/>
                </a:lnTo>
                <a:cubicBezTo>
                  <a:pt x="83741" y="8512"/>
                  <a:pt x="83680" y="8504"/>
                  <a:pt x="83634" y="8504"/>
                </a:cubicBezTo>
                <a:cubicBezTo>
                  <a:pt x="83589" y="8504"/>
                  <a:pt x="83558" y="8512"/>
                  <a:pt x="83558" y="8527"/>
                </a:cubicBezTo>
                <a:lnTo>
                  <a:pt x="83589" y="8527"/>
                </a:lnTo>
                <a:cubicBezTo>
                  <a:pt x="83558" y="8649"/>
                  <a:pt x="83589" y="8862"/>
                  <a:pt x="83528" y="8862"/>
                </a:cubicBezTo>
                <a:cubicBezTo>
                  <a:pt x="83505" y="8868"/>
                  <a:pt x="83484" y="8871"/>
                  <a:pt x="83467" y="8871"/>
                </a:cubicBezTo>
                <a:cubicBezTo>
                  <a:pt x="83326" y="8871"/>
                  <a:pt x="83363" y="8676"/>
                  <a:pt x="83254" y="8649"/>
                </a:cubicBezTo>
                <a:lnTo>
                  <a:pt x="83224" y="8649"/>
                </a:lnTo>
                <a:cubicBezTo>
                  <a:pt x="83221" y="8646"/>
                  <a:pt x="83219" y="8645"/>
                  <a:pt x="83216" y="8645"/>
                </a:cubicBezTo>
                <a:cubicBezTo>
                  <a:pt x="83188" y="8645"/>
                  <a:pt x="83163" y="8773"/>
                  <a:pt x="83163" y="8801"/>
                </a:cubicBezTo>
                <a:cubicBezTo>
                  <a:pt x="83163" y="8862"/>
                  <a:pt x="83315" y="8953"/>
                  <a:pt x="83467" y="8983"/>
                </a:cubicBezTo>
                <a:lnTo>
                  <a:pt x="83528" y="9074"/>
                </a:lnTo>
                <a:lnTo>
                  <a:pt x="83619" y="9165"/>
                </a:lnTo>
                <a:cubicBezTo>
                  <a:pt x="83558" y="9257"/>
                  <a:pt x="83528" y="9409"/>
                  <a:pt x="83498" y="9530"/>
                </a:cubicBezTo>
                <a:cubicBezTo>
                  <a:pt x="83508" y="9552"/>
                  <a:pt x="83504" y="9562"/>
                  <a:pt x="83487" y="9562"/>
                </a:cubicBezTo>
                <a:cubicBezTo>
                  <a:pt x="83456" y="9562"/>
                  <a:pt x="83383" y="9528"/>
                  <a:pt x="83285" y="9469"/>
                </a:cubicBezTo>
                <a:lnTo>
                  <a:pt x="82950" y="9469"/>
                </a:lnTo>
                <a:cubicBezTo>
                  <a:pt x="82864" y="9448"/>
                  <a:pt x="82778" y="9438"/>
                  <a:pt x="82693" y="9438"/>
                </a:cubicBezTo>
                <a:cubicBezTo>
                  <a:pt x="82539" y="9438"/>
                  <a:pt x="82389" y="9471"/>
                  <a:pt x="82251" y="9530"/>
                </a:cubicBezTo>
                <a:cubicBezTo>
                  <a:pt x="82099" y="9621"/>
                  <a:pt x="82130" y="9743"/>
                  <a:pt x="82160" y="9773"/>
                </a:cubicBezTo>
                <a:cubicBezTo>
                  <a:pt x="82191" y="9804"/>
                  <a:pt x="82099" y="9865"/>
                  <a:pt x="81978" y="9956"/>
                </a:cubicBezTo>
                <a:lnTo>
                  <a:pt x="81856" y="10017"/>
                </a:lnTo>
                <a:cubicBezTo>
                  <a:pt x="81796" y="10053"/>
                  <a:pt x="81732" y="10070"/>
                  <a:pt x="81670" y="10070"/>
                </a:cubicBezTo>
                <a:cubicBezTo>
                  <a:pt x="81575" y="10070"/>
                  <a:pt x="81486" y="10029"/>
                  <a:pt x="81431" y="9956"/>
                </a:cubicBezTo>
                <a:cubicBezTo>
                  <a:pt x="81415" y="9941"/>
                  <a:pt x="81393" y="9933"/>
                  <a:pt x="81370" y="9933"/>
                </a:cubicBezTo>
                <a:cubicBezTo>
                  <a:pt x="81347" y="9933"/>
                  <a:pt x="81324" y="9941"/>
                  <a:pt x="81309" y="9956"/>
                </a:cubicBezTo>
                <a:cubicBezTo>
                  <a:pt x="81283" y="9981"/>
                  <a:pt x="81247" y="9991"/>
                  <a:pt x="81213" y="9991"/>
                </a:cubicBezTo>
                <a:cubicBezTo>
                  <a:pt x="81167" y="9991"/>
                  <a:pt x="81127" y="9973"/>
                  <a:pt x="81127" y="9956"/>
                </a:cubicBezTo>
                <a:cubicBezTo>
                  <a:pt x="81096" y="9925"/>
                  <a:pt x="81157" y="9834"/>
                  <a:pt x="81188" y="9804"/>
                </a:cubicBezTo>
                <a:cubicBezTo>
                  <a:pt x="81309" y="9713"/>
                  <a:pt x="81431" y="9652"/>
                  <a:pt x="81522" y="9561"/>
                </a:cubicBezTo>
                <a:cubicBezTo>
                  <a:pt x="81613" y="9500"/>
                  <a:pt x="81674" y="9409"/>
                  <a:pt x="81735" y="9317"/>
                </a:cubicBezTo>
                <a:cubicBezTo>
                  <a:pt x="81735" y="9317"/>
                  <a:pt x="81735" y="9287"/>
                  <a:pt x="81704" y="9257"/>
                </a:cubicBezTo>
                <a:cubicBezTo>
                  <a:pt x="81699" y="9254"/>
                  <a:pt x="81694" y="9253"/>
                  <a:pt x="81689" y="9253"/>
                </a:cubicBezTo>
                <a:cubicBezTo>
                  <a:pt x="81649" y="9253"/>
                  <a:pt x="81593" y="9308"/>
                  <a:pt x="81557" y="9308"/>
                </a:cubicBezTo>
                <a:cubicBezTo>
                  <a:pt x="81536" y="9308"/>
                  <a:pt x="81522" y="9289"/>
                  <a:pt x="81522" y="9226"/>
                </a:cubicBezTo>
                <a:cubicBezTo>
                  <a:pt x="81522" y="9165"/>
                  <a:pt x="81643" y="9135"/>
                  <a:pt x="81674" y="9074"/>
                </a:cubicBezTo>
                <a:cubicBezTo>
                  <a:pt x="81704" y="9013"/>
                  <a:pt x="81704" y="8922"/>
                  <a:pt x="81765" y="8862"/>
                </a:cubicBezTo>
                <a:cubicBezTo>
                  <a:pt x="81826" y="8801"/>
                  <a:pt x="81917" y="8740"/>
                  <a:pt x="82008" y="8740"/>
                </a:cubicBezTo>
                <a:cubicBezTo>
                  <a:pt x="82024" y="8735"/>
                  <a:pt x="82038" y="8732"/>
                  <a:pt x="82049" y="8732"/>
                </a:cubicBezTo>
                <a:cubicBezTo>
                  <a:pt x="82101" y="8732"/>
                  <a:pt x="82110" y="8786"/>
                  <a:pt x="82160" y="8862"/>
                </a:cubicBezTo>
                <a:lnTo>
                  <a:pt x="82251" y="9013"/>
                </a:lnTo>
                <a:cubicBezTo>
                  <a:pt x="82302" y="9140"/>
                  <a:pt x="82416" y="9203"/>
                  <a:pt x="82541" y="9203"/>
                </a:cubicBezTo>
                <a:cubicBezTo>
                  <a:pt x="82565" y="9203"/>
                  <a:pt x="82591" y="9201"/>
                  <a:pt x="82616" y="9196"/>
                </a:cubicBezTo>
                <a:cubicBezTo>
                  <a:pt x="82707" y="9135"/>
                  <a:pt x="82586" y="8983"/>
                  <a:pt x="82525" y="8922"/>
                </a:cubicBezTo>
                <a:cubicBezTo>
                  <a:pt x="82464" y="8862"/>
                  <a:pt x="82555" y="8740"/>
                  <a:pt x="82707" y="8618"/>
                </a:cubicBezTo>
                <a:lnTo>
                  <a:pt x="82920" y="8649"/>
                </a:lnTo>
                <a:lnTo>
                  <a:pt x="83163" y="8649"/>
                </a:lnTo>
                <a:lnTo>
                  <a:pt x="83194" y="8466"/>
                </a:lnTo>
                <a:cubicBezTo>
                  <a:pt x="83210" y="8469"/>
                  <a:pt x="83227" y="8470"/>
                  <a:pt x="83243" y="8470"/>
                </a:cubicBezTo>
                <a:cubicBezTo>
                  <a:pt x="83443" y="8470"/>
                  <a:pt x="83654" y="8314"/>
                  <a:pt x="83710" y="8314"/>
                </a:cubicBezTo>
                <a:cubicBezTo>
                  <a:pt x="83802" y="8314"/>
                  <a:pt x="83862" y="8223"/>
                  <a:pt x="83832" y="8102"/>
                </a:cubicBezTo>
                <a:lnTo>
                  <a:pt x="83984" y="8041"/>
                </a:lnTo>
                <a:lnTo>
                  <a:pt x="84045" y="7980"/>
                </a:lnTo>
                <a:cubicBezTo>
                  <a:pt x="84136" y="8041"/>
                  <a:pt x="84227" y="8102"/>
                  <a:pt x="84318" y="8162"/>
                </a:cubicBezTo>
                <a:lnTo>
                  <a:pt x="84440" y="8102"/>
                </a:lnTo>
                <a:lnTo>
                  <a:pt x="84470" y="8041"/>
                </a:lnTo>
                <a:cubicBezTo>
                  <a:pt x="84485" y="8031"/>
                  <a:pt x="84501" y="8027"/>
                  <a:pt x="84518" y="8027"/>
                </a:cubicBezTo>
                <a:cubicBezTo>
                  <a:pt x="84607" y="8027"/>
                  <a:pt x="84718" y="8142"/>
                  <a:pt x="84744" y="8193"/>
                </a:cubicBezTo>
                <a:cubicBezTo>
                  <a:pt x="84744" y="8284"/>
                  <a:pt x="84349" y="8254"/>
                  <a:pt x="84166" y="8284"/>
                </a:cubicBezTo>
                <a:cubicBezTo>
                  <a:pt x="84014" y="8314"/>
                  <a:pt x="83893" y="8375"/>
                  <a:pt x="83923" y="8466"/>
                </a:cubicBezTo>
                <a:lnTo>
                  <a:pt x="83954" y="8466"/>
                </a:lnTo>
                <a:lnTo>
                  <a:pt x="84257" y="8497"/>
                </a:lnTo>
                <a:cubicBezTo>
                  <a:pt x="84318" y="8558"/>
                  <a:pt x="84318" y="8649"/>
                  <a:pt x="84288" y="8679"/>
                </a:cubicBezTo>
                <a:cubicBezTo>
                  <a:pt x="84288" y="8682"/>
                  <a:pt x="84287" y="8685"/>
                  <a:pt x="84284" y="8686"/>
                </a:cubicBezTo>
                <a:lnTo>
                  <a:pt x="84284" y="8686"/>
                </a:lnTo>
                <a:cubicBezTo>
                  <a:pt x="84478" y="8646"/>
                  <a:pt x="84705" y="8495"/>
                  <a:pt x="84789" y="8495"/>
                </a:cubicBezTo>
                <a:cubicBezTo>
                  <a:pt x="84795" y="8495"/>
                  <a:pt x="84800" y="8495"/>
                  <a:pt x="84805" y="8497"/>
                </a:cubicBezTo>
                <a:cubicBezTo>
                  <a:pt x="84820" y="8504"/>
                  <a:pt x="84837" y="8508"/>
                  <a:pt x="84856" y="8508"/>
                </a:cubicBezTo>
                <a:cubicBezTo>
                  <a:pt x="84975" y="8508"/>
                  <a:pt x="85151" y="8372"/>
                  <a:pt x="85240" y="8372"/>
                </a:cubicBezTo>
                <a:cubicBezTo>
                  <a:pt x="85248" y="8372"/>
                  <a:pt x="85254" y="8373"/>
                  <a:pt x="85261" y="8375"/>
                </a:cubicBezTo>
                <a:cubicBezTo>
                  <a:pt x="85413" y="8375"/>
                  <a:pt x="85534" y="8345"/>
                  <a:pt x="85595" y="8254"/>
                </a:cubicBezTo>
                <a:cubicBezTo>
                  <a:pt x="85747" y="8132"/>
                  <a:pt x="85899" y="8041"/>
                  <a:pt x="86081" y="8010"/>
                </a:cubicBezTo>
                <a:lnTo>
                  <a:pt x="85899" y="8010"/>
                </a:lnTo>
                <a:cubicBezTo>
                  <a:pt x="85808" y="8010"/>
                  <a:pt x="85777" y="7828"/>
                  <a:pt x="85808" y="7798"/>
                </a:cubicBezTo>
                <a:cubicBezTo>
                  <a:pt x="85899" y="7676"/>
                  <a:pt x="85990" y="7585"/>
                  <a:pt x="86112" y="7524"/>
                </a:cubicBezTo>
                <a:lnTo>
                  <a:pt x="85960" y="7311"/>
                </a:lnTo>
                <a:cubicBezTo>
                  <a:pt x="85868" y="7220"/>
                  <a:pt x="86020" y="7129"/>
                  <a:pt x="86142" y="7068"/>
                </a:cubicBezTo>
                <a:lnTo>
                  <a:pt x="86203" y="7068"/>
                </a:lnTo>
                <a:cubicBezTo>
                  <a:pt x="86233" y="7038"/>
                  <a:pt x="86203" y="6947"/>
                  <a:pt x="86172" y="6916"/>
                </a:cubicBezTo>
                <a:lnTo>
                  <a:pt x="86112" y="6916"/>
                </a:lnTo>
                <a:cubicBezTo>
                  <a:pt x="85990" y="6916"/>
                  <a:pt x="85899" y="6886"/>
                  <a:pt x="85990" y="6795"/>
                </a:cubicBezTo>
                <a:lnTo>
                  <a:pt x="86112" y="6643"/>
                </a:lnTo>
                <a:cubicBezTo>
                  <a:pt x="86102" y="6638"/>
                  <a:pt x="86091" y="6635"/>
                  <a:pt x="86080" y="6635"/>
                </a:cubicBezTo>
                <a:cubicBezTo>
                  <a:pt x="85955" y="6635"/>
                  <a:pt x="85765" y="6921"/>
                  <a:pt x="85625" y="6977"/>
                </a:cubicBezTo>
                <a:cubicBezTo>
                  <a:pt x="85593" y="6985"/>
                  <a:pt x="85558" y="6989"/>
                  <a:pt x="85523" y="6989"/>
                </a:cubicBezTo>
                <a:cubicBezTo>
                  <a:pt x="85427" y="6989"/>
                  <a:pt x="85327" y="6961"/>
                  <a:pt x="85261" y="6916"/>
                </a:cubicBezTo>
                <a:cubicBezTo>
                  <a:pt x="85252" y="6899"/>
                  <a:pt x="85236" y="6892"/>
                  <a:pt x="85217" y="6892"/>
                </a:cubicBezTo>
                <a:cubicBezTo>
                  <a:pt x="85167" y="6892"/>
                  <a:pt x="85092" y="6942"/>
                  <a:pt x="85048" y="7007"/>
                </a:cubicBezTo>
                <a:lnTo>
                  <a:pt x="84835" y="7007"/>
                </a:lnTo>
                <a:cubicBezTo>
                  <a:pt x="84713" y="7007"/>
                  <a:pt x="84835" y="7190"/>
                  <a:pt x="84896" y="7220"/>
                </a:cubicBezTo>
                <a:cubicBezTo>
                  <a:pt x="84957" y="7281"/>
                  <a:pt x="84926" y="7403"/>
                  <a:pt x="84835" y="7524"/>
                </a:cubicBezTo>
                <a:lnTo>
                  <a:pt x="84683" y="7554"/>
                </a:lnTo>
                <a:cubicBezTo>
                  <a:pt x="84683" y="7570"/>
                  <a:pt x="84675" y="7577"/>
                  <a:pt x="84664" y="7577"/>
                </a:cubicBezTo>
                <a:cubicBezTo>
                  <a:pt x="84653" y="7577"/>
                  <a:pt x="84637" y="7570"/>
                  <a:pt x="84622" y="7554"/>
                </a:cubicBezTo>
                <a:lnTo>
                  <a:pt x="84622" y="7494"/>
                </a:lnTo>
                <a:lnTo>
                  <a:pt x="84683" y="7463"/>
                </a:lnTo>
                <a:cubicBezTo>
                  <a:pt x="84774" y="7433"/>
                  <a:pt x="84713" y="7342"/>
                  <a:pt x="84561" y="7251"/>
                </a:cubicBezTo>
                <a:lnTo>
                  <a:pt x="84288" y="7403"/>
                </a:lnTo>
                <a:cubicBezTo>
                  <a:pt x="84257" y="7418"/>
                  <a:pt x="84227" y="7425"/>
                  <a:pt x="84200" y="7425"/>
                </a:cubicBezTo>
                <a:cubicBezTo>
                  <a:pt x="84174" y="7425"/>
                  <a:pt x="84151" y="7418"/>
                  <a:pt x="84136" y="7403"/>
                </a:cubicBezTo>
                <a:cubicBezTo>
                  <a:pt x="84075" y="7372"/>
                  <a:pt x="84014" y="7357"/>
                  <a:pt x="83957" y="7357"/>
                </a:cubicBezTo>
                <a:cubicBezTo>
                  <a:pt x="83900" y="7357"/>
                  <a:pt x="83847" y="7372"/>
                  <a:pt x="83802" y="7403"/>
                </a:cubicBezTo>
                <a:lnTo>
                  <a:pt x="83710" y="7463"/>
                </a:lnTo>
                <a:cubicBezTo>
                  <a:pt x="83558" y="7494"/>
                  <a:pt x="83498" y="7554"/>
                  <a:pt x="83528" y="7585"/>
                </a:cubicBezTo>
                <a:lnTo>
                  <a:pt x="83528" y="7646"/>
                </a:lnTo>
                <a:lnTo>
                  <a:pt x="83528" y="7676"/>
                </a:lnTo>
                <a:cubicBezTo>
                  <a:pt x="83528" y="7737"/>
                  <a:pt x="83467" y="7798"/>
                  <a:pt x="83406" y="7798"/>
                </a:cubicBezTo>
                <a:lnTo>
                  <a:pt x="83376" y="7767"/>
                </a:lnTo>
                <a:lnTo>
                  <a:pt x="83285" y="7706"/>
                </a:lnTo>
                <a:cubicBezTo>
                  <a:pt x="83230" y="7679"/>
                  <a:pt x="83169" y="7664"/>
                  <a:pt x="83108" y="7664"/>
                </a:cubicBezTo>
                <a:cubicBezTo>
                  <a:pt x="83033" y="7664"/>
                  <a:pt x="82957" y="7687"/>
                  <a:pt x="82890" y="7737"/>
                </a:cubicBezTo>
                <a:lnTo>
                  <a:pt x="82738" y="7706"/>
                </a:lnTo>
                <a:lnTo>
                  <a:pt x="82525" y="7646"/>
                </a:lnTo>
                <a:cubicBezTo>
                  <a:pt x="82555" y="7524"/>
                  <a:pt x="82525" y="7433"/>
                  <a:pt x="82495" y="7311"/>
                </a:cubicBezTo>
                <a:cubicBezTo>
                  <a:pt x="82434" y="7311"/>
                  <a:pt x="82373" y="7311"/>
                  <a:pt x="82312" y="7342"/>
                </a:cubicBezTo>
                <a:cubicBezTo>
                  <a:pt x="82282" y="7403"/>
                  <a:pt x="82251" y="7463"/>
                  <a:pt x="82282" y="7524"/>
                </a:cubicBezTo>
                <a:lnTo>
                  <a:pt x="82160" y="7524"/>
                </a:lnTo>
                <a:cubicBezTo>
                  <a:pt x="82008" y="7524"/>
                  <a:pt x="82069" y="7433"/>
                  <a:pt x="82008" y="7403"/>
                </a:cubicBezTo>
                <a:cubicBezTo>
                  <a:pt x="82006" y="7401"/>
                  <a:pt x="82004" y="7400"/>
                  <a:pt x="82002" y="7400"/>
                </a:cubicBezTo>
                <a:cubicBezTo>
                  <a:pt x="81974" y="7400"/>
                  <a:pt x="81947" y="7589"/>
                  <a:pt x="81947" y="7646"/>
                </a:cubicBezTo>
                <a:cubicBezTo>
                  <a:pt x="81947" y="7737"/>
                  <a:pt x="81795" y="7767"/>
                  <a:pt x="81735" y="7767"/>
                </a:cubicBezTo>
                <a:cubicBezTo>
                  <a:pt x="81613" y="7798"/>
                  <a:pt x="81491" y="7858"/>
                  <a:pt x="81400" y="7950"/>
                </a:cubicBezTo>
                <a:lnTo>
                  <a:pt x="81279" y="8071"/>
                </a:lnTo>
                <a:lnTo>
                  <a:pt x="81218" y="8132"/>
                </a:lnTo>
                <a:cubicBezTo>
                  <a:pt x="81172" y="8200"/>
                  <a:pt x="81195" y="8235"/>
                  <a:pt x="81261" y="8235"/>
                </a:cubicBezTo>
                <a:cubicBezTo>
                  <a:pt x="81282" y="8235"/>
                  <a:pt x="81309" y="8231"/>
                  <a:pt x="81339" y="8223"/>
                </a:cubicBezTo>
                <a:lnTo>
                  <a:pt x="81461" y="8223"/>
                </a:lnTo>
                <a:cubicBezTo>
                  <a:pt x="81488" y="8223"/>
                  <a:pt x="81235" y="8386"/>
                  <a:pt x="81110" y="8386"/>
                </a:cubicBezTo>
                <a:cubicBezTo>
                  <a:pt x="81093" y="8386"/>
                  <a:pt x="81077" y="8383"/>
                  <a:pt x="81066" y="8375"/>
                </a:cubicBezTo>
                <a:cubicBezTo>
                  <a:pt x="81005" y="8314"/>
                  <a:pt x="80975" y="8193"/>
                  <a:pt x="81005" y="8102"/>
                </a:cubicBezTo>
                <a:cubicBezTo>
                  <a:pt x="81020" y="8071"/>
                  <a:pt x="81013" y="8056"/>
                  <a:pt x="80990" y="8056"/>
                </a:cubicBezTo>
                <a:cubicBezTo>
                  <a:pt x="80967" y="8056"/>
                  <a:pt x="80929" y="8071"/>
                  <a:pt x="80884" y="8102"/>
                </a:cubicBezTo>
                <a:lnTo>
                  <a:pt x="80884" y="8132"/>
                </a:lnTo>
                <a:cubicBezTo>
                  <a:pt x="80853" y="8193"/>
                  <a:pt x="80853" y="8254"/>
                  <a:pt x="80853" y="8345"/>
                </a:cubicBezTo>
                <a:cubicBezTo>
                  <a:pt x="80853" y="8436"/>
                  <a:pt x="80792" y="8527"/>
                  <a:pt x="80671" y="8558"/>
                </a:cubicBezTo>
                <a:lnTo>
                  <a:pt x="80549" y="8588"/>
                </a:lnTo>
                <a:cubicBezTo>
                  <a:pt x="80336" y="8527"/>
                  <a:pt x="80093" y="8466"/>
                  <a:pt x="79880" y="8406"/>
                </a:cubicBezTo>
                <a:cubicBezTo>
                  <a:pt x="79872" y="8403"/>
                  <a:pt x="79863" y="8402"/>
                  <a:pt x="79852" y="8402"/>
                </a:cubicBezTo>
                <a:cubicBezTo>
                  <a:pt x="79747" y="8402"/>
                  <a:pt x="79543" y="8530"/>
                  <a:pt x="79516" y="8558"/>
                </a:cubicBezTo>
                <a:cubicBezTo>
                  <a:pt x="79506" y="8576"/>
                  <a:pt x="79482" y="8584"/>
                  <a:pt x="79452" y="8584"/>
                </a:cubicBezTo>
                <a:cubicBezTo>
                  <a:pt x="79384" y="8584"/>
                  <a:pt x="79284" y="8548"/>
                  <a:pt x="79242" y="8527"/>
                </a:cubicBezTo>
                <a:cubicBezTo>
                  <a:pt x="79181" y="8466"/>
                  <a:pt x="79151" y="8375"/>
                  <a:pt x="79181" y="8254"/>
                </a:cubicBezTo>
                <a:cubicBezTo>
                  <a:pt x="79242" y="8193"/>
                  <a:pt x="79364" y="8132"/>
                  <a:pt x="79455" y="8132"/>
                </a:cubicBezTo>
                <a:lnTo>
                  <a:pt x="79607" y="8132"/>
                </a:lnTo>
                <a:cubicBezTo>
                  <a:pt x="79637" y="8132"/>
                  <a:pt x="79668" y="8193"/>
                  <a:pt x="79729" y="8223"/>
                </a:cubicBezTo>
                <a:lnTo>
                  <a:pt x="79759" y="8254"/>
                </a:lnTo>
                <a:cubicBezTo>
                  <a:pt x="79789" y="8269"/>
                  <a:pt x="79820" y="8276"/>
                  <a:pt x="79846" y="8276"/>
                </a:cubicBezTo>
                <a:cubicBezTo>
                  <a:pt x="79873" y="8276"/>
                  <a:pt x="79896" y="8269"/>
                  <a:pt x="79911" y="8254"/>
                </a:cubicBezTo>
                <a:lnTo>
                  <a:pt x="79911" y="8223"/>
                </a:lnTo>
                <a:lnTo>
                  <a:pt x="79911" y="8162"/>
                </a:lnTo>
                <a:cubicBezTo>
                  <a:pt x="79911" y="8137"/>
                  <a:pt x="79933" y="8127"/>
                  <a:pt x="79960" y="8127"/>
                </a:cubicBezTo>
                <a:cubicBezTo>
                  <a:pt x="79997" y="8127"/>
                  <a:pt x="80045" y="8145"/>
                  <a:pt x="80063" y="8162"/>
                </a:cubicBezTo>
                <a:cubicBezTo>
                  <a:pt x="80070" y="8170"/>
                  <a:pt x="80084" y="8174"/>
                  <a:pt x="80101" y="8174"/>
                </a:cubicBezTo>
                <a:cubicBezTo>
                  <a:pt x="80154" y="8174"/>
                  <a:pt x="80245" y="8140"/>
                  <a:pt x="80336" y="8071"/>
                </a:cubicBezTo>
                <a:lnTo>
                  <a:pt x="80397" y="8193"/>
                </a:lnTo>
                <a:cubicBezTo>
                  <a:pt x="80415" y="8211"/>
                  <a:pt x="80453" y="8270"/>
                  <a:pt x="80440" y="8322"/>
                </a:cubicBezTo>
                <a:lnTo>
                  <a:pt x="80440" y="8322"/>
                </a:lnTo>
                <a:cubicBezTo>
                  <a:pt x="80563" y="8225"/>
                  <a:pt x="80687" y="8103"/>
                  <a:pt x="80671" y="8071"/>
                </a:cubicBezTo>
                <a:cubicBezTo>
                  <a:pt x="80671" y="8044"/>
                  <a:pt x="80655" y="8036"/>
                  <a:pt x="80631" y="8036"/>
                </a:cubicBezTo>
                <a:cubicBezTo>
                  <a:pt x="80591" y="8036"/>
                  <a:pt x="80530" y="8059"/>
                  <a:pt x="80482" y="8059"/>
                </a:cubicBezTo>
                <a:cubicBezTo>
                  <a:pt x="80460" y="8059"/>
                  <a:pt x="80441" y="8054"/>
                  <a:pt x="80428" y="8041"/>
                </a:cubicBezTo>
                <a:cubicBezTo>
                  <a:pt x="80367" y="7980"/>
                  <a:pt x="80519" y="7737"/>
                  <a:pt x="80610" y="7646"/>
                </a:cubicBezTo>
                <a:cubicBezTo>
                  <a:pt x="80671" y="7585"/>
                  <a:pt x="80580" y="7463"/>
                  <a:pt x="80549" y="7433"/>
                </a:cubicBezTo>
                <a:cubicBezTo>
                  <a:pt x="80488" y="7433"/>
                  <a:pt x="80428" y="7524"/>
                  <a:pt x="80397" y="7554"/>
                </a:cubicBezTo>
                <a:cubicBezTo>
                  <a:pt x="80397" y="7580"/>
                  <a:pt x="80376" y="7590"/>
                  <a:pt x="80346" y="7590"/>
                </a:cubicBezTo>
                <a:cubicBezTo>
                  <a:pt x="80305" y="7590"/>
                  <a:pt x="80250" y="7572"/>
                  <a:pt x="80215" y="7554"/>
                </a:cubicBezTo>
                <a:cubicBezTo>
                  <a:pt x="80154" y="7554"/>
                  <a:pt x="80184" y="7433"/>
                  <a:pt x="80154" y="7372"/>
                </a:cubicBezTo>
                <a:cubicBezTo>
                  <a:pt x="80124" y="7342"/>
                  <a:pt x="80184" y="7281"/>
                  <a:pt x="80306" y="7251"/>
                </a:cubicBezTo>
                <a:lnTo>
                  <a:pt x="80367" y="7220"/>
                </a:lnTo>
                <a:cubicBezTo>
                  <a:pt x="80397" y="7190"/>
                  <a:pt x="80397" y="7099"/>
                  <a:pt x="80397" y="7099"/>
                </a:cubicBezTo>
                <a:lnTo>
                  <a:pt x="80306" y="7038"/>
                </a:lnTo>
                <a:cubicBezTo>
                  <a:pt x="80267" y="7012"/>
                  <a:pt x="80231" y="7001"/>
                  <a:pt x="80199" y="7001"/>
                </a:cubicBezTo>
                <a:cubicBezTo>
                  <a:pt x="80077" y="7001"/>
                  <a:pt x="80002" y="7148"/>
                  <a:pt x="80002" y="7220"/>
                </a:cubicBezTo>
                <a:lnTo>
                  <a:pt x="80002" y="7554"/>
                </a:lnTo>
                <a:lnTo>
                  <a:pt x="79637" y="7554"/>
                </a:lnTo>
                <a:cubicBezTo>
                  <a:pt x="79577" y="7585"/>
                  <a:pt x="79516" y="7676"/>
                  <a:pt x="79546" y="7767"/>
                </a:cubicBezTo>
                <a:lnTo>
                  <a:pt x="79425" y="7798"/>
                </a:lnTo>
                <a:cubicBezTo>
                  <a:pt x="79303" y="7858"/>
                  <a:pt x="79121" y="7828"/>
                  <a:pt x="79090" y="8010"/>
                </a:cubicBezTo>
                <a:cubicBezTo>
                  <a:pt x="79060" y="8041"/>
                  <a:pt x="78999" y="8041"/>
                  <a:pt x="78969" y="8041"/>
                </a:cubicBezTo>
                <a:lnTo>
                  <a:pt x="78756" y="7858"/>
                </a:lnTo>
                <a:cubicBezTo>
                  <a:pt x="78646" y="7969"/>
                  <a:pt x="78520" y="8047"/>
                  <a:pt x="78424" y="8047"/>
                </a:cubicBezTo>
                <a:cubicBezTo>
                  <a:pt x="78387" y="8047"/>
                  <a:pt x="78355" y="8036"/>
                  <a:pt x="78330" y="8010"/>
                </a:cubicBezTo>
                <a:lnTo>
                  <a:pt x="78300" y="7950"/>
                </a:lnTo>
                <a:lnTo>
                  <a:pt x="78270" y="7858"/>
                </a:lnTo>
                <a:cubicBezTo>
                  <a:pt x="78330" y="7798"/>
                  <a:pt x="78330" y="7463"/>
                  <a:pt x="78209" y="7433"/>
                </a:cubicBezTo>
                <a:cubicBezTo>
                  <a:pt x="78199" y="7431"/>
                  <a:pt x="78189" y="7430"/>
                  <a:pt x="78179" y="7430"/>
                </a:cubicBezTo>
                <a:cubicBezTo>
                  <a:pt x="78047" y="7430"/>
                  <a:pt x="77807" y="7590"/>
                  <a:pt x="77722" y="7646"/>
                </a:cubicBezTo>
                <a:cubicBezTo>
                  <a:pt x="77695" y="7687"/>
                  <a:pt x="77630" y="7703"/>
                  <a:pt x="77562" y="7703"/>
                </a:cubicBezTo>
                <a:cubicBezTo>
                  <a:pt x="77479" y="7703"/>
                  <a:pt x="77391" y="7679"/>
                  <a:pt x="77358" y="7646"/>
                </a:cubicBezTo>
                <a:cubicBezTo>
                  <a:pt x="77342" y="7630"/>
                  <a:pt x="77320" y="7623"/>
                  <a:pt x="77293" y="7623"/>
                </a:cubicBezTo>
                <a:cubicBezTo>
                  <a:pt x="77266" y="7623"/>
                  <a:pt x="77236" y="7630"/>
                  <a:pt x="77206" y="7646"/>
                </a:cubicBezTo>
                <a:cubicBezTo>
                  <a:pt x="77114" y="7585"/>
                  <a:pt x="77054" y="7494"/>
                  <a:pt x="76993" y="7403"/>
                </a:cubicBezTo>
                <a:lnTo>
                  <a:pt x="76750" y="7372"/>
                </a:lnTo>
                <a:cubicBezTo>
                  <a:pt x="76719" y="7342"/>
                  <a:pt x="76719" y="7281"/>
                  <a:pt x="76750" y="7220"/>
                </a:cubicBezTo>
                <a:cubicBezTo>
                  <a:pt x="76780" y="7190"/>
                  <a:pt x="76871" y="7099"/>
                  <a:pt x="76871" y="7099"/>
                </a:cubicBezTo>
                <a:cubicBezTo>
                  <a:pt x="76719" y="6947"/>
                  <a:pt x="76902" y="6947"/>
                  <a:pt x="76993" y="6886"/>
                </a:cubicBezTo>
                <a:lnTo>
                  <a:pt x="77023" y="6855"/>
                </a:lnTo>
                <a:cubicBezTo>
                  <a:pt x="77145" y="6855"/>
                  <a:pt x="77054" y="6825"/>
                  <a:pt x="76871" y="6764"/>
                </a:cubicBezTo>
                <a:lnTo>
                  <a:pt x="76689" y="6886"/>
                </a:lnTo>
                <a:cubicBezTo>
                  <a:pt x="76628" y="6855"/>
                  <a:pt x="76628" y="6734"/>
                  <a:pt x="76628" y="6673"/>
                </a:cubicBezTo>
                <a:cubicBezTo>
                  <a:pt x="76659" y="6643"/>
                  <a:pt x="76476" y="6430"/>
                  <a:pt x="76415" y="6399"/>
                </a:cubicBezTo>
                <a:cubicBezTo>
                  <a:pt x="76390" y="6374"/>
                  <a:pt x="76342" y="6364"/>
                  <a:pt x="76292" y="6364"/>
                </a:cubicBezTo>
                <a:cubicBezTo>
                  <a:pt x="76222" y="6364"/>
                  <a:pt x="76147" y="6382"/>
                  <a:pt x="76111" y="6399"/>
                </a:cubicBezTo>
                <a:cubicBezTo>
                  <a:pt x="76051" y="6430"/>
                  <a:pt x="76020" y="6521"/>
                  <a:pt x="76051" y="6582"/>
                </a:cubicBezTo>
                <a:lnTo>
                  <a:pt x="75929" y="6582"/>
                </a:lnTo>
                <a:cubicBezTo>
                  <a:pt x="75868" y="6551"/>
                  <a:pt x="75807" y="6491"/>
                  <a:pt x="75716" y="6491"/>
                </a:cubicBezTo>
                <a:cubicBezTo>
                  <a:pt x="75655" y="6521"/>
                  <a:pt x="75595" y="6612"/>
                  <a:pt x="75534" y="6643"/>
                </a:cubicBezTo>
                <a:cubicBezTo>
                  <a:pt x="75504" y="6658"/>
                  <a:pt x="75443" y="6665"/>
                  <a:pt x="75390" y="6665"/>
                </a:cubicBezTo>
                <a:cubicBezTo>
                  <a:pt x="75336" y="6665"/>
                  <a:pt x="75291" y="6658"/>
                  <a:pt x="75291" y="6643"/>
                </a:cubicBezTo>
                <a:lnTo>
                  <a:pt x="75260" y="6551"/>
                </a:lnTo>
                <a:cubicBezTo>
                  <a:pt x="75169" y="6491"/>
                  <a:pt x="75108" y="6460"/>
                  <a:pt x="75139" y="6430"/>
                </a:cubicBezTo>
                <a:lnTo>
                  <a:pt x="75169" y="6430"/>
                </a:lnTo>
                <a:cubicBezTo>
                  <a:pt x="75230" y="6369"/>
                  <a:pt x="75291" y="6339"/>
                  <a:pt x="75352" y="6278"/>
                </a:cubicBezTo>
                <a:cubicBezTo>
                  <a:pt x="75412" y="6217"/>
                  <a:pt x="75412" y="6126"/>
                  <a:pt x="75473" y="6065"/>
                </a:cubicBezTo>
                <a:lnTo>
                  <a:pt x="75534" y="6004"/>
                </a:lnTo>
                <a:cubicBezTo>
                  <a:pt x="75625" y="6004"/>
                  <a:pt x="75747" y="5944"/>
                  <a:pt x="75807" y="5883"/>
                </a:cubicBezTo>
                <a:lnTo>
                  <a:pt x="75868" y="5852"/>
                </a:lnTo>
                <a:lnTo>
                  <a:pt x="75959" y="5822"/>
                </a:lnTo>
                <a:cubicBezTo>
                  <a:pt x="75929" y="5792"/>
                  <a:pt x="75838" y="5609"/>
                  <a:pt x="75868" y="5609"/>
                </a:cubicBezTo>
                <a:cubicBezTo>
                  <a:pt x="75878" y="5599"/>
                  <a:pt x="75858" y="5596"/>
                  <a:pt x="75822" y="5596"/>
                </a:cubicBezTo>
                <a:cubicBezTo>
                  <a:pt x="75750" y="5596"/>
                  <a:pt x="75615" y="5609"/>
                  <a:pt x="75534" y="5609"/>
                </a:cubicBezTo>
                <a:cubicBezTo>
                  <a:pt x="75412" y="5609"/>
                  <a:pt x="75291" y="5518"/>
                  <a:pt x="75260" y="5427"/>
                </a:cubicBezTo>
                <a:lnTo>
                  <a:pt x="75352" y="5244"/>
                </a:lnTo>
                <a:cubicBezTo>
                  <a:pt x="75382" y="5214"/>
                  <a:pt x="75382" y="5153"/>
                  <a:pt x="75352" y="5123"/>
                </a:cubicBezTo>
                <a:cubicBezTo>
                  <a:pt x="75291" y="5062"/>
                  <a:pt x="75230" y="5032"/>
                  <a:pt x="75169" y="4971"/>
                </a:cubicBezTo>
                <a:cubicBezTo>
                  <a:pt x="75230" y="4910"/>
                  <a:pt x="75473" y="4940"/>
                  <a:pt x="75564" y="4910"/>
                </a:cubicBezTo>
                <a:cubicBezTo>
                  <a:pt x="75655" y="4880"/>
                  <a:pt x="75686" y="4697"/>
                  <a:pt x="75655" y="4515"/>
                </a:cubicBezTo>
                <a:lnTo>
                  <a:pt x="75716" y="4424"/>
                </a:lnTo>
                <a:cubicBezTo>
                  <a:pt x="75807" y="4302"/>
                  <a:pt x="75716" y="4181"/>
                  <a:pt x="75655" y="4120"/>
                </a:cubicBezTo>
                <a:cubicBezTo>
                  <a:pt x="75534" y="3998"/>
                  <a:pt x="75443" y="3755"/>
                  <a:pt x="75200" y="3755"/>
                </a:cubicBezTo>
                <a:cubicBezTo>
                  <a:pt x="75040" y="3755"/>
                  <a:pt x="75113" y="3592"/>
                  <a:pt x="74991" y="3592"/>
                </a:cubicBezTo>
                <a:cubicBezTo>
                  <a:pt x="74974" y="3592"/>
                  <a:pt x="74953" y="3595"/>
                  <a:pt x="74926" y="3603"/>
                </a:cubicBezTo>
                <a:cubicBezTo>
                  <a:pt x="74926" y="3603"/>
                  <a:pt x="74865" y="3573"/>
                  <a:pt x="74896" y="3542"/>
                </a:cubicBezTo>
                <a:cubicBezTo>
                  <a:pt x="74896" y="3481"/>
                  <a:pt x="74956" y="3451"/>
                  <a:pt x="74956" y="3390"/>
                </a:cubicBezTo>
                <a:cubicBezTo>
                  <a:pt x="74956" y="3330"/>
                  <a:pt x="74956" y="3299"/>
                  <a:pt x="74926" y="3238"/>
                </a:cubicBezTo>
                <a:cubicBezTo>
                  <a:pt x="74896" y="3208"/>
                  <a:pt x="74804" y="3147"/>
                  <a:pt x="74774" y="3117"/>
                </a:cubicBezTo>
                <a:cubicBezTo>
                  <a:pt x="74774" y="3117"/>
                  <a:pt x="74804" y="3026"/>
                  <a:pt x="74804" y="3026"/>
                </a:cubicBezTo>
                <a:lnTo>
                  <a:pt x="74835" y="3026"/>
                </a:lnTo>
                <a:cubicBezTo>
                  <a:pt x="74926" y="3056"/>
                  <a:pt x="75017" y="3117"/>
                  <a:pt x="75078" y="3208"/>
                </a:cubicBezTo>
                <a:lnTo>
                  <a:pt x="75139" y="3269"/>
                </a:lnTo>
                <a:cubicBezTo>
                  <a:pt x="75200" y="3269"/>
                  <a:pt x="75139" y="3178"/>
                  <a:pt x="75108" y="3117"/>
                </a:cubicBezTo>
                <a:cubicBezTo>
                  <a:pt x="75048" y="3086"/>
                  <a:pt x="75230" y="2965"/>
                  <a:pt x="75291" y="2934"/>
                </a:cubicBezTo>
                <a:cubicBezTo>
                  <a:pt x="75321" y="2904"/>
                  <a:pt x="75291" y="2813"/>
                  <a:pt x="75139" y="2752"/>
                </a:cubicBezTo>
                <a:lnTo>
                  <a:pt x="75108" y="2782"/>
                </a:lnTo>
                <a:cubicBezTo>
                  <a:pt x="75044" y="2819"/>
                  <a:pt x="74997" y="2834"/>
                  <a:pt x="74962" y="2834"/>
                </a:cubicBezTo>
                <a:cubicBezTo>
                  <a:pt x="74880" y="2834"/>
                  <a:pt x="74865" y="2755"/>
                  <a:pt x="74865" y="2691"/>
                </a:cubicBezTo>
                <a:cubicBezTo>
                  <a:pt x="74865" y="2600"/>
                  <a:pt x="74774" y="2600"/>
                  <a:pt x="74713" y="2600"/>
                </a:cubicBezTo>
                <a:lnTo>
                  <a:pt x="74652" y="2600"/>
                </a:lnTo>
                <a:cubicBezTo>
                  <a:pt x="74531" y="2509"/>
                  <a:pt x="74409" y="2418"/>
                  <a:pt x="74318" y="2296"/>
                </a:cubicBezTo>
                <a:lnTo>
                  <a:pt x="74227" y="2144"/>
                </a:lnTo>
                <a:cubicBezTo>
                  <a:pt x="74166" y="2023"/>
                  <a:pt x="74045" y="1962"/>
                  <a:pt x="74288" y="1931"/>
                </a:cubicBezTo>
                <a:cubicBezTo>
                  <a:pt x="74257" y="1749"/>
                  <a:pt x="74166" y="1536"/>
                  <a:pt x="74105" y="1354"/>
                </a:cubicBezTo>
                <a:lnTo>
                  <a:pt x="74409" y="1263"/>
                </a:lnTo>
                <a:cubicBezTo>
                  <a:pt x="74561" y="1232"/>
                  <a:pt x="74561" y="1232"/>
                  <a:pt x="74500" y="1171"/>
                </a:cubicBezTo>
                <a:cubicBezTo>
                  <a:pt x="74440" y="1111"/>
                  <a:pt x="74348" y="1080"/>
                  <a:pt x="74227" y="1080"/>
                </a:cubicBezTo>
                <a:lnTo>
                  <a:pt x="74166" y="1080"/>
                </a:lnTo>
                <a:cubicBezTo>
                  <a:pt x="74105" y="1050"/>
                  <a:pt x="74105" y="959"/>
                  <a:pt x="74166" y="928"/>
                </a:cubicBezTo>
                <a:cubicBezTo>
                  <a:pt x="74196" y="898"/>
                  <a:pt x="74045" y="685"/>
                  <a:pt x="73984" y="624"/>
                </a:cubicBezTo>
                <a:cubicBezTo>
                  <a:pt x="73893" y="564"/>
                  <a:pt x="73741" y="260"/>
                  <a:pt x="73649" y="229"/>
                </a:cubicBezTo>
                <a:cubicBezTo>
                  <a:pt x="73528" y="260"/>
                  <a:pt x="73406" y="290"/>
                  <a:pt x="73285" y="381"/>
                </a:cubicBezTo>
                <a:cubicBezTo>
                  <a:pt x="73278" y="384"/>
                  <a:pt x="73268" y="386"/>
                  <a:pt x="73254" y="386"/>
                </a:cubicBezTo>
                <a:cubicBezTo>
                  <a:pt x="73146" y="386"/>
                  <a:pt x="72842" y="287"/>
                  <a:pt x="72707" y="260"/>
                </a:cubicBezTo>
                <a:cubicBezTo>
                  <a:pt x="72586" y="260"/>
                  <a:pt x="72525" y="442"/>
                  <a:pt x="72525" y="533"/>
                </a:cubicBezTo>
                <a:cubicBezTo>
                  <a:pt x="72532" y="555"/>
                  <a:pt x="72520" y="565"/>
                  <a:pt x="72497" y="565"/>
                </a:cubicBezTo>
                <a:cubicBezTo>
                  <a:pt x="72427" y="565"/>
                  <a:pt x="72259" y="473"/>
                  <a:pt x="72282" y="381"/>
                </a:cubicBezTo>
                <a:cubicBezTo>
                  <a:pt x="72299" y="310"/>
                  <a:pt x="72275" y="280"/>
                  <a:pt x="72222" y="280"/>
                </a:cubicBezTo>
                <a:cubicBezTo>
                  <a:pt x="72184" y="280"/>
                  <a:pt x="72132" y="295"/>
                  <a:pt x="72069" y="320"/>
                </a:cubicBezTo>
                <a:lnTo>
                  <a:pt x="71886" y="199"/>
                </a:lnTo>
                <a:lnTo>
                  <a:pt x="71765" y="138"/>
                </a:lnTo>
                <a:cubicBezTo>
                  <a:pt x="71522" y="168"/>
                  <a:pt x="71400" y="260"/>
                  <a:pt x="71400" y="290"/>
                </a:cubicBezTo>
                <a:cubicBezTo>
                  <a:pt x="71430" y="290"/>
                  <a:pt x="71339" y="351"/>
                  <a:pt x="71218" y="412"/>
                </a:cubicBezTo>
                <a:lnTo>
                  <a:pt x="70944" y="412"/>
                </a:lnTo>
                <a:cubicBezTo>
                  <a:pt x="70933" y="409"/>
                  <a:pt x="70920" y="408"/>
                  <a:pt x="70908" y="408"/>
                </a:cubicBezTo>
                <a:cubicBezTo>
                  <a:pt x="70756" y="408"/>
                  <a:pt x="70540" y="566"/>
                  <a:pt x="70427" y="594"/>
                </a:cubicBezTo>
                <a:cubicBezTo>
                  <a:pt x="70367" y="624"/>
                  <a:pt x="70306" y="655"/>
                  <a:pt x="70215" y="655"/>
                </a:cubicBezTo>
                <a:cubicBezTo>
                  <a:pt x="70184" y="564"/>
                  <a:pt x="70306" y="442"/>
                  <a:pt x="70123" y="442"/>
                </a:cubicBezTo>
                <a:cubicBezTo>
                  <a:pt x="70083" y="442"/>
                  <a:pt x="70036" y="430"/>
                  <a:pt x="69997" y="430"/>
                </a:cubicBezTo>
                <a:cubicBezTo>
                  <a:pt x="69948" y="430"/>
                  <a:pt x="69911" y="449"/>
                  <a:pt x="69911" y="533"/>
                </a:cubicBezTo>
                <a:cubicBezTo>
                  <a:pt x="69911" y="564"/>
                  <a:pt x="69850" y="594"/>
                  <a:pt x="69820" y="594"/>
                </a:cubicBezTo>
                <a:lnTo>
                  <a:pt x="69698" y="594"/>
                </a:lnTo>
                <a:cubicBezTo>
                  <a:pt x="69666" y="610"/>
                  <a:pt x="69628" y="615"/>
                  <a:pt x="69588" y="615"/>
                </a:cubicBezTo>
                <a:cubicBezTo>
                  <a:pt x="69498" y="615"/>
                  <a:pt x="69399" y="588"/>
                  <a:pt x="69340" y="588"/>
                </a:cubicBezTo>
                <a:cubicBezTo>
                  <a:pt x="69325" y="588"/>
                  <a:pt x="69312" y="589"/>
                  <a:pt x="69303" y="594"/>
                </a:cubicBezTo>
                <a:cubicBezTo>
                  <a:pt x="69258" y="603"/>
                  <a:pt x="69214" y="607"/>
                  <a:pt x="69169" y="607"/>
                </a:cubicBezTo>
                <a:cubicBezTo>
                  <a:pt x="69062" y="607"/>
                  <a:pt x="68954" y="585"/>
                  <a:pt x="68847" y="564"/>
                </a:cubicBezTo>
                <a:lnTo>
                  <a:pt x="68664" y="472"/>
                </a:lnTo>
                <a:cubicBezTo>
                  <a:pt x="68648" y="464"/>
                  <a:pt x="68629" y="460"/>
                  <a:pt x="68609" y="460"/>
                </a:cubicBezTo>
                <a:cubicBezTo>
                  <a:pt x="68481" y="460"/>
                  <a:pt x="68300" y="611"/>
                  <a:pt x="68300" y="715"/>
                </a:cubicBezTo>
                <a:lnTo>
                  <a:pt x="68300" y="746"/>
                </a:lnTo>
                <a:cubicBezTo>
                  <a:pt x="68330" y="807"/>
                  <a:pt x="68300" y="807"/>
                  <a:pt x="68239" y="807"/>
                </a:cubicBezTo>
                <a:lnTo>
                  <a:pt x="68087" y="807"/>
                </a:lnTo>
                <a:cubicBezTo>
                  <a:pt x="68070" y="812"/>
                  <a:pt x="68053" y="815"/>
                  <a:pt x="68037" y="815"/>
                </a:cubicBezTo>
                <a:cubicBezTo>
                  <a:pt x="67965" y="815"/>
                  <a:pt x="67905" y="765"/>
                  <a:pt x="67905" y="715"/>
                </a:cubicBezTo>
                <a:lnTo>
                  <a:pt x="67874" y="655"/>
                </a:lnTo>
                <a:cubicBezTo>
                  <a:pt x="67753" y="351"/>
                  <a:pt x="67753" y="351"/>
                  <a:pt x="68087" y="199"/>
                </a:cubicBezTo>
                <a:lnTo>
                  <a:pt x="68148" y="168"/>
                </a:lnTo>
                <a:cubicBezTo>
                  <a:pt x="68239" y="138"/>
                  <a:pt x="68269" y="108"/>
                  <a:pt x="68178" y="108"/>
                </a:cubicBezTo>
                <a:lnTo>
                  <a:pt x="68148" y="108"/>
                </a:lnTo>
                <a:cubicBezTo>
                  <a:pt x="68066" y="58"/>
                  <a:pt x="67984" y="0"/>
                  <a:pt x="679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16"/>
          <p:cNvSpPr txBox="1"/>
          <p:nvPr>
            <p:ph idx="1" type="body"/>
          </p:nvPr>
        </p:nvSpPr>
        <p:spPr>
          <a:xfrm>
            <a:off x="1453600" y="2008400"/>
            <a:ext cx="6373800" cy="825000"/>
          </a:xfrm>
          <a:prstGeom prst="rect">
            <a:avLst/>
          </a:prstGeom>
        </p:spPr>
        <p:txBody>
          <a:bodyPr anchorCtr="0" anchor="ctr" bIns="91425" lIns="91425" spcFirstLastPara="1" rIns="91425" wrap="square" tIns="91425">
            <a:noAutofit/>
          </a:bodyPr>
          <a:lstStyle>
            <a:lvl1pPr indent="-292100" lvl="0" marL="457200" rtl="0" algn="ctr">
              <a:lnSpc>
                <a:spcPct val="100000"/>
              </a:lnSpc>
              <a:spcBef>
                <a:spcPts val="0"/>
              </a:spcBef>
              <a:spcAft>
                <a:spcPts val="0"/>
              </a:spcAft>
              <a:buClr>
                <a:schemeClr val="accent3"/>
              </a:buClr>
              <a:buSzPts val="1000"/>
              <a:buFont typeface="Encode Sans"/>
              <a:buChar char="●"/>
              <a:defRPr sz="1600">
                <a:solidFill>
                  <a:srgbClr val="FFFFFF"/>
                </a:solidFill>
              </a:defRPr>
            </a:lvl1pPr>
            <a:lvl2pPr indent="-317500" lvl="1" marL="914400" rtl="0">
              <a:spcBef>
                <a:spcPts val="0"/>
              </a:spcBef>
              <a:spcAft>
                <a:spcPts val="0"/>
              </a:spcAft>
              <a:buClr>
                <a:srgbClr val="FFE6CD"/>
              </a:buClr>
              <a:buSzPts val="1400"/>
              <a:buFont typeface="Encode Sans"/>
              <a:buChar char="○"/>
              <a:defRPr sz="1200"/>
            </a:lvl2pPr>
            <a:lvl3pPr indent="-317500" lvl="2" marL="1371600" rtl="0">
              <a:spcBef>
                <a:spcPts val="0"/>
              </a:spcBef>
              <a:spcAft>
                <a:spcPts val="0"/>
              </a:spcAft>
              <a:buClr>
                <a:srgbClr val="FFE6CD"/>
              </a:buClr>
              <a:buSzPts val="1400"/>
              <a:buFont typeface="Encode Sans"/>
              <a:buChar char="■"/>
              <a:defRPr sz="1200"/>
            </a:lvl3pPr>
            <a:lvl4pPr indent="-317500" lvl="3" marL="1828800" rtl="0">
              <a:spcBef>
                <a:spcPts val="0"/>
              </a:spcBef>
              <a:spcAft>
                <a:spcPts val="0"/>
              </a:spcAft>
              <a:buClr>
                <a:srgbClr val="FFE6CD"/>
              </a:buClr>
              <a:buSzPts val="1400"/>
              <a:buFont typeface="Encode Sans"/>
              <a:buChar char="●"/>
              <a:defRPr sz="1200"/>
            </a:lvl4pPr>
            <a:lvl5pPr indent="-317500" lvl="4" marL="2286000" rtl="0">
              <a:spcBef>
                <a:spcPts val="0"/>
              </a:spcBef>
              <a:spcAft>
                <a:spcPts val="0"/>
              </a:spcAft>
              <a:buClr>
                <a:srgbClr val="FFE6CD"/>
              </a:buClr>
              <a:buSzPts val="1400"/>
              <a:buFont typeface="Encode Sans"/>
              <a:buChar char="○"/>
              <a:defRPr sz="1200"/>
            </a:lvl5pPr>
            <a:lvl6pPr indent="-317500" lvl="5" marL="2743200" rtl="0">
              <a:spcBef>
                <a:spcPts val="0"/>
              </a:spcBef>
              <a:spcAft>
                <a:spcPts val="0"/>
              </a:spcAft>
              <a:buClr>
                <a:srgbClr val="FFE6CD"/>
              </a:buClr>
              <a:buSzPts val="1400"/>
              <a:buFont typeface="Encode Sans"/>
              <a:buChar char="■"/>
              <a:defRPr sz="1200"/>
            </a:lvl6pPr>
            <a:lvl7pPr indent="-317500" lvl="6" marL="3200400" rtl="0">
              <a:spcBef>
                <a:spcPts val="0"/>
              </a:spcBef>
              <a:spcAft>
                <a:spcPts val="0"/>
              </a:spcAft>
              <a:buClr>
                <a:srgbClr val="FFE6CD"/>
              </a:buClr>
              <a:buSzPts val="1400"/>
              <a:buFont typeface="Encode Sans"/>
              <a:buChar char="●"/>
              <a:defRPr sz="1200"/>
            </a:lvl7pPr>
            <a:lvl8pPr indent="-317500" lvl="7" marL="3657600" rtl="0">
              <a:spcBef>
                <a:spcPts val="0"/>
              </a:spcBef>
              <a:spcAft>
                <a:spcPts val="0"/>
              </a:spcAft>
              <a:buClr>
                <a:srgbClr val="FFE6CD"/>
              </a:buClr>
              <a:buSzPts val="1400"/>
              <a:buFont typeface="Encode Sans"/>
              <a:buChar char="○"/>
              <a:defRPr sz="1200"/>
            </a:lvl8pPr>
            <a:lvl9pPr indent="-317500" lvl="8" marL="4114800" rtl="0">
              <a:spcBef>
                <a:spcPts val="0"/>
              </a:spcBef>
              <a:spcAft>
                <a:spcPts val="0"/>
              </a:spcAft>
              <a:buClr>
                <a:srgbClr val="FFE6CD"/>
              </a:buClr>
              <a:buSzPts val="1400"/>
              <a:buFont typeface="Encode Sans"/>
              <a:buChar char="■"/>
              <a:defRPr sz="1200"/>
            </a:lvl9pPr>
          </a:lstStyle>
          <a:p/>
        </p:txBody>
      </p:sp>
      <p:sp>
        <p:nvSpPr>
          <p:cNvPr id="822" name="Google Shape;822;p16"/>
          <p:cNvSpPr txBox="1"/>
          <p:nvPr>
            <p:ph idx="2" type="body"/>
          </p:nvPr>
        </p:nvSpPr>
        <p:spPr>
          <a:xfrm>
            <a:off x="1453600" y="3780025"/>
            <a:ext cx="6373800" cy="831600"/>
          </a:xfrm>
          <a:prstGeom prst="rect">
            <a:avLst/>
          </a:prstGeom>
        </p:spPr>
        <p:txBody>
          <a:bodyPr anchorCtr="0" anchor="ctr" bIns="91425" lIns="91425" spcFirstLastPara="1" rIns="91425" wrap="square" tIns="91425">
            <a:noAutofit/>
          </a:bodyPr>
          <a:lstStyle>
            <a:lvl1pPr indent="-292100" lvl="0" marL="457200" rtl="0" algn="ctr">
              <a:lnSpc>
                <a:spcPct val="100000"/>
              </a:lnSpc>
              <a:spcBef>
                <a:spcPts val="0"/>
              </a:spcBef>
              <a:spcAft>
                <a:spcPts val="0"/>
              </a:spcAft>
              <a:buClr>
                <a:schemeClr val="accent3"/>
              </a:buClr>
              <a:buSzPts val="1000"/>
              <a:buFont typeface="Encode Sans"/>
              <a:buChar char="●"/>
              <a:defRPr sz="1600">
                <a:solidFill>
                  <a:srgbClr val="FFFFFF"/>
                </a:solidFill>
              </a:defRPr>
            </a:lvl1pPr>
            <a:lvl2pPr indent="-317500" lvl="1" marL="914400" rtl="0">
              <a:spcBef>
                <a:spcPts val="0"/>
              </a:spcBef>
              <a:spcAft>
                <a:spcPts val="0"/>
              </a:spcAft>
              <a:buClr>
                <a:srgbClr val="FFE6CD"/>
              </a:buClr>
              <a:buSzPts val="1400"/>
              <a:buFont typeface="Encode Sans"/>
              <a:buChar char="○"/>
              <a:defRPr sz="1200"/>
            </a:lvl2pPr>
            <a:lvl3pPr indent="-317500" lvl="2" marL="1371600" rtl="0">
              <a:spcBef>
                <a:spcPts val="0"/>
              </a:spcBef>
              <a:spcAft>
                <a:spcPts val="0"/>
              </a:spcAft>
              <a:buClr>
                <a:srgbClr val="FFE6CD"/>
              </a:buClr>
              <a:buSzPts val="1400"/>
              <a:buFont typeface="Encode Sans"/>
              <a:buChar char="■"/>
              <a:defRPr sz="1200"/>
            </a:lvl3pPr>
            <a:lvl4pPr indent="-317500" lvl="3" marL="1828800" rtl="0">
              <a:spcBef>
                <a:spcPts val="0"/>
              </a:spcBef>
              <a:spcAft>
                <a:spcPts val="0"/>
              </a:spcAft>
              <a:buClr>
                <a:srgbClr val="FFE6CD"/>
              </a:buClr>
              <a:buSzPts val="1400"/>
              <a:buFont typeface="Encode Sans"/>
              <a:buChar char="●"/>
              <a:defRPr sz="1200"/>
            </a:lvl4pPr>
            <a:lvl5pPr indent="-317500" lvl="4" marL="2286000" rtl="0">
              <a:spcBef>
                <a:spcPts val="0"/>
              </a:spcBef>
              <a:spcAft>
                <a:spcPts val="0"/>
              </a:spcAft>
              <a:buClr>
                <a:srgbClr val="FFE6CD"/>
              </a:buClr>
              <a:buSzPts val="1400"/>
              <a:buFont typeface="Encode Sans"/>
              <a:buChar char="○"/>
              <a:defRPr sz="1200"/>
            </a:lvl5pPr>
            <a:lvl6pPr indent="-317500" lvl="5" marL="2743200" rtl="0">
              <a:spcBef>
                <a:spcPts val="0"/>
              </a:spcBef>
              <a:spcAft>
                <a:spcPts val="0"/>
              </a:spcAft>
              <a:buClr>
                <a:srgbClr val="FFE6CD"/>
              </a:buClr>
              <a:buSzPts val="1400"/>
              <a:buFont typeface="Encode Sans"/>
              <a:buChar char="■"/>
              <a:defRPr sz="1200"/>
            </a:lvl6pPr>
            <a:lvl7pPr indent="-317500" lvl="6" marL="3200400" rtl="0">
              <a:spcBef>
                <a:spcPts val="0"/>
              </a:spcBef>
              <a:spcAft>
                <a:spcPts val="0"/>
              </a:spcAft>
              <a:buClr>
                <a:srgbClr val="FFE6CD"/>
              </a:buClr>
              <a:buSzPts val="1400"/>
              <a:buFont typeface="Encode Sans"/>
              <a:buChar char="●"/>
              <a:defRPr sz="1200"/>
            </a:lvl7pPr>
            <a:lvl8pPr indent="-317500" lvl="7" marL="3657600" rtl="0">
              <a:spcBef>
                <a:spcPts val="0"/>
              </a:spcBef>
              <a:spcAft>
                <a:spcPts val="0"/>
              </a:spcAft>
              <a:buClr>
                <a:srgbClr val="FFE6CD"/>
              </a:buClr>
              <a:buSzPts val="1400"/>
              <a:buFont typeface="Encode Sans"/>
              <a:buChar char="○"/>
              <a:defRPr sz="1200"/>
            </a:lvl8pPr>
            <a:lvl9pPr indent="-317500" lvl="8" marL="4114800" rtl="0">
              <a:spcBef>
                <a:spcPts val="0"/>
              </a:spcBef>
              <a:spcAft>
                <a:spcPts val="0"/>
              </a:spcAft>
              <a:buClr>
                <a:srgbClr val="FFE6CD"/>
              </a:buClr>
              <a:buSzPts val="1400"/>
              <a:buFont typeface="Encode Sans"/>
              <a:buChar char="■"/>
              <a:defRPr sz="1200"/>
            </a:lvl9pPr>
          </a:lstStyle>
          <a:p/>
        </p:txBody>
      </p:sp>
      <p:sp>
        <p:nvSpPr>
          <p:cNvPr id="823" name="Google Shape;823;p16"/>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lvl1pPr indent="0" lvl="0" marL="0" marR="0" rtl="0" algn="l">
              <a:lnSpc>
                <a:spcPct val="100000"/>
              </a:lnSpc>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24" name="Google Shape;824;p16"/>
          <p:cNvSpPr txBox="1"/>
          <p:nvPr>
            <p:ph idx="3" type="subTitle"/>
          </p:nvPr>
        </p:nvSpPr>
        <p:spPr>
          <a:xfrm>
            <a:off x="3397600" y="1329375"/>
            <a:ext cx="2485800" cy="678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1" sz="2200">
                <a:solidFill>
                  <a:srgbClr val="D19A78"/>
                </a:solidFill>
                <a:latin typeface="Poiret One"/>
                <a:ea typeface="Poiret One"/>
                <a:cs typeface="Poiret One"/>
                <a:sym typeface="Poiret 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825" name="Google Shape;825;p16"/>
          <p:cNvSpPr txBox="1"/>
          <p:nvPr>
            <p:ph idx="4" type="subTitle"/>
          </p:nvPr>
        </p:nvSpPr>
        <p:spPr>
          <a:xfrm>
            <a:off x="3397600" y="3101025"/>
            <a:ext cx="2485800" cy="678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1" sz="2200">
                <a:solidFill>
                  <a:srgbClr val="D19A78"/>
                </a:solidFill>
                <a:latin typeface="Poiret One"/>
                <a:ea typeface="Poiret One"/>
                <a:cs typeface="Poiret One"/>
                <a:sym typeface="Poiret 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CUSTOM_7">
    <p:spTree>
      <p:nvGrpSpPr>
        <p:cNvPr id="826" name="Shape 826"/>
        <p:cNvGrpSpPr/>
        <p:nvPr/>
      </p:nvGrpSpPr>
      <p:grpSpPr>
        <a:xfrm>
          <a:off x="0" y="0"/>
          <a:ext cx="0" cy="0"/>
          <a:chOff x="0" y="0"/>
          <a:chExt cx="0" cy="0"/>
        </a:xfrm>
      </p:grpSpPr>
      <p:grpSp>
        <p:nvGrpSpPr>
          <p:cNvPr id="827" name="Google Shape;827;p17"/>
          <p:cNvGrpSpPr/>
          <p:nvPr/>
        </p:nvGrpSpPr>
        <p:grpSpPr>
          <a:xfrm>
            <a:off x="2020385" y="1354319"/>
            <a:ext cx="5103206" cy="2503296"/>
            <a:chOff x="2020385" y="1354319"/>
            <a:chExt cx="5103206" cy="2503296"/>
          </a:xfrm>
        </p:grpSpPr>
        <p:grpSp>
          <p:nvGrpSpPr>
            <p:cNvPr id="828" name="Google Shape;828;p17"/>
            <p:cNvGrpSpPr/>
            <p:nvPr/>
          </p:nvGrpSpPr>
          <p:grpSpPr>
            <a:xfrm>
              <a:off x="2020385" y="1354319"/>
              <a:ext cx="5042960" cy="2503296"/>
              <a:chOff x="3972975" y="1661063"/>
              <a:chExt cx="2523625" cy="1012538"/>
            </a:xfrm>
          </p:grpSpPr>
          <p:sp>
            <p:nvSpPr>
              <p:cNvPr id="829" name="Google Shape;829;p17"/>
              <p:cNvSpPr/>
              <p:nvPr/>
            </p:nvSpPr>
            <p:spPr>
              <a:xfrm>
                <a:off x="3972975" y="2273125"/>
                <a:ext cx="2523625" cy="400475"/>
              </a:xfrm>
              <a:custGeom>
                <a:rect b="b" l="l" r="r" t="t"/>
                <a:pathLst>
                  <a:path extrusionOk="0" h="16019" w="100945">
                    <a:moveTo>
                      <a:pt x="83846" y="323"/>
                    </a:moveTo>
                    <a:cubicBezTo>
                      <a:pt x="83893" y="323"/>
                      <a:pt x="83937" y="345"/>
                      <a:pt x="83954" y="395"/>
                    </a:cubicBezTo>
                    <a:cubicBezTo>
                      <a:pt x="83984" y="426"/>
                      <a:pt x="84015" y="487"/>
                      <a:pt x="84015" y="547"/>
                    </a:cubicBezTo>
                    <a:lnTo>
                      <a:pt x="83984" y="608"/>
                    </a:lnTo>
                    <a:cubicBezTo>
                      <a:pt x="83945" y="667"/>
                      <a:pt x="83893" y="701"/>
                      <a:pt x="83837" y="701"/>
                    </a:cubicBezTo>
                    <a:cubicBezTo>
                      <a:pt x="83806" y="701"/>
                      <a:pt x="83773" y="691"/>
                      <a:pt x="83741" y="669"/>
                    </a:cubicBezTo>
                    <a:lnTo>
                      <a:pt x="83711" y="669"/>
                    </a:lnTo>
                    <a:cubicBezTo>
                      <a:pt x="83650" y="639"/>
                      <a:pt x="83559" y="426"/>
                      <a:pt x="83680" y="395"/>
                    </a:cubicBezTo>
                    <a:lnTo>
                      <a:pt x="83741" y="365"/>
                    </a:lnTo>
                    <a:cubicBezTo>
                      <a:pt x="83768" y="338"/>
                      <a:pt x="83808" y="323"/>
                      <a:pt x="83846" y="323"/>
                    </a:cubicBezTo>
                    <a:close/>
                    <a:moveTo>
                      <a:pt x="81492" y="395"/>
                    </a:moveTo>
                    <a:cubicBezTo>
                      <a:pt x="81613" y="395"/>
                      <a:pt x="81735" y="456"/>
                      <a:pt x="81826" y="517"/>
                    </a:cubicBezTo>
                    <a:cubicBezTo>
                      <a:pt x="81826" y="578"/>
                      <a:pt x="81735" y="639"/>
                      <a:pt x="81613" y="669"/>
                    </a:cubicBezTo>
                    <a:lnTo>
                      <a:pt x="81583" y="699"/>
                    </a:lnTo>
                    <a:cubicBezTo>
                      <a:pt x="81577" y="701"/>
                      <a:pt x="81570" y="702"/>
                      <a:pt x="81565" y="702"/>
                    </a:cubicBezTo>
                    <a:cubicBezTo>
                      <a:pt x="81458" y="702"/>
                      <a:pt x="81434" y="453"/>
                      <a:pt x="81492" y="395"/>
                    </a:cubicBezTo>
                    <a:close/>
                    <a:moveTo>
                      <a:pt x="73467" y="566"/>
                    </a:moveTo>
                    <a:cubicBezTo>
                      <a:pt x="73510" y="566"/>
                      <a:pt x="73520" y="594"/>
                      <a:pt x="73498" y="639"/>
                    </a:cubicBezTo>
                    <a:lnTo>
                      <a:pt x="73498" y="669"/>
                    </a:lnTo>
                    <a:cubicBezTo>
                      <a:pt x="73447" y="720"/>
                      <a:pt x="73310" y="835"/>
                      <a:pt x="73214" y="835"/>
                    </a:cubicBezTo>
                    <a:cubicBezTo>
                      <a:pt x="73195" y="835"/>
                      <a:pt x="73178" y="831"/>
                      <a:pt x="73163" y="821"/>
                    </a:cubicBezTo>
                    <a:lnTo>
                      <a:pt x="73103" y="821"/>
                    </a:lnTo>
                    <a:cubicBezTo>
                      <a:pt x="72981" y="791"/>
                      <a:pt x="73042" y="699"/>
                      <a:pt x="73042" y="639"/>
                    </a:cubicBezTo>
                    <a:lnTo>
                      <a:pt x="73042" y="608"/>
                    </a:lnTo>
                    <a:cubicBezTo>
                      <a:pt x="73057" y="593"/>
                      <a:pt x="73133" y="593"/>
                      <a:pt x="73213" y="593"/>
                    </a:cubicBezTo>
                    <a:cubicBezTo>
                      <a:pt x="73293" y="593"/>
                      <a:pt x="73376" y="593"/>
                      <a:pt x="73407" y="578"/>
                    </a:cubicBezTo>
                    <a:cubicBezTo>
                      <a:pt x="73431" y="570"/>
                      <a:pt x="73451" y="566"/>
                      <a:pt x="73467" y="566"/>
                    </a:cubicBezTo>
                    <a:close/>
                    <a:moveTo>
                      <a:pt x="75990" y="547"/>
                    </a:moveTo>
                    <a:cubicBezTo>
                      <a:pt x="76112" y="547"/>
                      <a:pt x="76142" y="639"/>
                      <a:pt x="76142" y="669"/>
                    </a:cubicBezTo>
                    <a:cubicBezTo>
                      <a:pt x="76112" y="730"/>
                      <a:pt x="76112" y="791"/>
                      <a:pt x="76112" y="851"/>
                    </a:cubicBezTo>
                    <a:cubicBezTo>
                      <a:pt x="76112" y="860"/>
                      <a:pt x="76104" y="864"/>
                      <a:pt x="76091" y="864"/>
                    </a:cubicBezTo>
                    <a:cubicBezTo>
                      <a:pt x="76058" y="864"/>
                      <a:pt x="75994" y="842"/>
                      <a:pt x="75929" y="821"/>
                    </a:cubicBezTo>
                    <a:cubicBezTo>
                      <a:pt x="75838" y="760"/>
                      <a:pt x="75869" y="547"/>
                      <a:pt x="75990" y="547"/>
                    </a:cubicBezTo>
                    <a:close/>
                    <a:moveTo>
                      <a:pt x="57631" y="760"/>
                    </a:moveTo>
                    <a:lnTo>
                      <a:pt x="57844" y="851"/>
                    </a:lnTo>
                    <a:cubicBezTo>
                      <a:pt x="57824" y="969"/>
                      <a:pt x="57754" y="1036"/>
                      <a:pt x="57666" y="1036"/>
                    </a:cubicBezTo>
                    <a:cubicBezTo>
                      <a:pt x="57617" y="1036"/>
                      <a:pt x="57563" y="1016"/>
                      <a:pt x="57510" y="973"/>
                    </a:cubicBezTo>
                    <a:lnTo>
                      <a:pt x="57418" y="912"/>
                    </a:lnTo>
                    <a:cubicBezTo>
                      <a:pt x="57388" y="882"/>
                      <a:pt x="57449" y="821"/>
                      <a:pt x="57570" y="760"/>
                    </a:cubicBezTo>
                    <a:close/>
                    <a:moveTo>
                      <a:pt x="59994" y="748"/>
                    </a:moveTo>
                    <a:cubicBezTo>
                      <a:pt x="60059" y="748"/>
                      <a:pt x="60228" y="890"/>
                      <a:pt x="60306" y="943"/>
                    </a:cubicBezTo>
                    <a:lnTo>
                      <a:pt x="60154" y="1034"/>
                    </a:lnTo>
                    <a:lnTo>
                      <a:pt x="60124" y="1064"/>
                    </a:lnTo>
                    <a:cubicBezTo>
                      <a:pt x="60002" y="1003"/>
                      <a:pt x="59941" y="882"/>
                      <a:pt x="59972" y="760"/>
                    </a:cubicBezTo>
                    <a:cubicBezTo>
                      <a:pt x="59976" y="752"/>
                      <a:pt x="59984" y="748"/>
                      <a:pt x="59994" y="748"/>
                    </a:cubicBezTo>
                    <a:close/>
                    <a:moveTo>
                      <a:pt x="61674" y="821"/>
                    </a:moveTo>
                    <a:lnTo>
                      <a:pt x="61674" y="851"/>
                    </a:lnTo>
                    <a:cubicBezTo>
                      <a:pt x="61765" y="851"/>
                      <a:pt x="62008" y="943"/>
                      <a:pt x="61887" y="1064"/>
                    </a:cubicBezTo>
                    <a:lnTo>
                      <a:pt x="61856" y="1064"/>
                    </a:lnTo>
                    <a:lnTo>
                      <a:pt x="61735" y="1003"/>
                    </a:lnTo>
                    <a:cubicBezTo>
                      <a:pt x="61613" y="912"/>
                      <a:pt x="61583" y="821"/>
                      <a:pt x="61674" y="821"/>
                    </a:cubicBezTo>
                    <a:close/>
                    <a:moveTo>
                      <a:pt x="45139" y="1003"/>
                    </a:moveTo>
                    <a:cubicBezTo>
                      <a:pt x="45169" y="1003"/>
                      <a:pt x="45199" y="1003"/>
                      <a:pt x="45230" y="1034"/>
                    </a:cubicBezTo>
                    <a:lnTo>
                      <a:pt x="45230" y="1155"/>
                    </a:lnTo>
                    <a:cubicBezTo>
                      <a:pt x="45108" y="1186"/>
                      <a:pt x="44987" y="1216"/>
                      <a:pt x="44865" y="1247"/>
                    </a:cubicBezTo>
                    <a:lnTo>
                      <a:pt x="44713" y="1277"/>
                    </a:lnTo>
                    <a:cubicBezTo>
                      <a:pt x="44622" y="1186"/>
                      <a:pt x="44743" y="1125"/>
                      <a:pt x="44987" y="1125"/>
                    </a:cubicBezTo>
                    <a:lnTo>
                      <a:pt x="45139" y="1003"/>
                    </a:lnTo>
                    <a:close/>
                    <a:moveTo>
                      <a:pt x="31659" y="1304"/>
                    </a:moveTo>
                    <a:cubicBezTo>
                      <a:pt x="31730" y="1304"/>
                      <a:pt x="31700" y="1496"/>
                      <a:pt x="31643" y="1581"/>
                    </a:cubicBezTo>
                    <a:cubicBezTo>
                      <a:pt x="31586" y="1618"/>
                      <a:pt x="31542" y="1644"/>
                      <a:pt x="31516" y="1644"/>
                    </a:cubicBezTo>
                    <a:cubicBezTo>
                      <a:pt x="31500" y="1644"/>
                      <a:pt x="31491" y="1634"/>
                      <a:pt x="31491" y="1611"/>
                    </a:cubicBezTo>
                    <a:cubicBezTo>
                      <a:pt x="31491" y="1550"/>
                      <a:pt x="31400" y="1459"/>
                      <a:pt x="31339" y="1459"/>
                    </a:cubicBezTo>
                    <a:cubicBezTo>
                      <a:pt x="31308" y="1459"/>
                      <a:pt x="31308" y="1399"/>
                      <a:pt x="31308" y="1399"/>
                    </a:cubicBezTo>
                    <a:cubicBezTo>
                      <a:pt x="31400" y="1338"/>
                      <a:pt x="31521" y="1307"/>
                      <a:pt x="31643" y="1307"/>
                    </a:cubicBezTo>
                    <a:cubicBezTo>
                      <a:pt x="31649" y="1305"/>
                      <a:pt x="31654" y="1304"/>
                      <a:pt x="31659" y="1304"/>
                    </a:cubicBezTo>
                    <a:close/>
                    <a:moveTo>
                      <a:pt x="25077" y="1459"/>
                    </a:moveTo>
                    <a:cubicBezTo>
                      <a:pt x="25229" y="1459"/>
                      <a:pt x="25381" y="1490"/>
                      <a:pt x="25503" y="1520"/>
                    </a:cubicBezTo>
                    <a:cubicBezTo>
                      <a:pt x="25533" y="1550"/>
                      <a:pt x="25564" y="1581"/>
                      <a:pt x="25503" y="1642"/>
                    </a:cubicBezTo>
                    <a:cubicBezTo>
                      <a:pt x="25453" y="1691"/>
                      <a:pt x="25404" y="1741"/>
                      <a:pt x="25321" y="1741"/>
                    </a:cubicBezTo>
                    <a:cubicBezTo>
                      <a:pt x="25302" y="1741"/>
                      <a:pt x="25282" y="1738"/>
                      <a:pt x="25260" y="1733"/>
                    </a:cubicBezTo>
                    <a:lnTo>
                      <a:pt x="25138" y="1702"/>
                    </a:lnTo>
                    <a:cubicBezTo>
                      <a:pt x="24925" y="1642"/>
                      <a:pt x="24895" y="1581"/>
                      <a:pt x="25017" y="1520"/>
                    </a:cubicBezTo>
                    <a:lnTo>
                      <a:pt x="25077" y="1459"/>
                    </a:lnTo>
                    <a:close/>
                    <a:moveTo>
                      <a:pt x="24429" y="1423"/>
                    </a:moveTo>
                    <a:cubicBezTo>
                      <a:pt x="24516" y="1423"/>
                      <a:pt x="24478" y="1498"/>
                      <a:pt x="24530" y="1550"/>
                    </a:cubicBezTo>
                    <a:lnTo>
                      <a:pt x="24591" y="1611"/>
                    </a:lnTo>
                    <a:cubicBezTo>
                      <a:pt x="24469" y="1672"/>
                      <a:pt x="24348" y="1763"/>
                      <a:pt x="24226" y="1794"/>
                    </a:cubicBezTo>
                    <a:cubicBezTo>
                      <a:pt x="24203" y="1817"/>
                      <a:pt x="24180" y="1827"/>
                      <a:pt x="24160" y="1827"/>
                    </a:cubicBezTo>
                    <a:cubicBezTo>
                      <a:pt x="24128" y="1827"/>
                      <a:pt x="24105" y="1801"/>
                      <a:pt x="24105" y="1763"/>
                    </a:cubicBezTo>
                    <a:lnTo>
                      <a:pt x="24074" y="1763"/>
                    </a:lnTo>
                    <a:cubicBezTo>
                      <a:pt x="24135" y="1642"/>
                      <a:pt x="24196" y="1520"/>
                      <a:pt x="24257" y="1429"/>
                    </a:cubicBezTo>
                    <a:lnTo>
                      <a:pt x="24378" y="1429"/>
                    </a:lnTo>
                    <a:cubicBezTo>
                      <a:pt x="24399" y="1425"/>
                      <a:pt x="24416" y="1423"/>
                      <a:pt x="24429" y="1423"/>
                    </a:cubicBezTo>
                    <a:close/>
                    <a:moveTo>
                      <a:pt x="17478" y="1763"/>
                    </a:moveTo>
                    <a:lnTo>
                      <a:pt x="17600" y="1885"/>
                    </a:lnTo>
                    <a:cubicBezTo>
                      <a:pt x="17782" y="1885"/>
                      <a:pt x="17874" y="1976"/>
                      <a:pt x="17813" y="2098"/>
                    </a:cubicBezTo>
                    <a:lnTo>
                      <a:pt x="17752" y="2158"/>
                    </a:lnTo>
                    <a:cubicBezTo>
                      <a:pt x="17714" y="2209"/>
                      <a:pt x="17681" y="2233"/>
                      <a:pt x="17656" y="2233"/>
                    </a:cubicBezTo>
                    <a:cubicBezTo>
                      <a:pt x="17621" y="2233"/>
                      <a:pt x="17600" y="2186"/>
                      <a:pt x="17600" y="2098"/>
                    </a:cubicBezTo>
                    <a:cubicBezTo>
                      <a:pt x="17539" y="2098"/>
                      <a:pt x="17326" y="2006"/>
                      <a:pt x="17326" y="1946"/>
                    </a:cubicBezTo>
                    <a:cubicBezTo>
                      <a:pt x="17357" y="1885"/>
                      <a:pt x="17418" y="1824"/>
                      <a:pt x="17478" y="1763"/>
                    </a:cubicBezTo>
                    <a:close/>
                    <a:moveTo>
                      <a:pt x="15599" y="1931"/>
                    </a:moveTo>
                    <a:cubicBezTo>
                      <a:pt x="15616" y="1931"/>
                      <a:pt x="15635" y="1936"/>
                      <a:pt x="15655" y="1946"/>
                    </a:cubicBezTo>
                    <a:lnTo>
                      <a:pt x="15776" y="2006"/>
                    </a:lnTo>
                    <a:cubicBezTo>
                      <a:pt x="15801" y="1998"/>
                      <a:pt x="15823" y="1994"/>
                      <a:pt x="15842" y="1994"/>
                    </a:cubicBezTo>
                    <a:cubicBezTo>
                      <a:pt x="15893" y="1994"/>
                      <a:pt x="15920" y="2023"/>
                      <a:pt x="15898" y="2067"/>
                    </a:cubicBezTo>
                    <a:cubicBezTo>
                      <a:pt x="15898" y="2128"/>
                      <a:pt x="15867" y="2189"/>
                      <a:pt x="15867" y="2250"/>
                    </a:cubicBezTo>
                    <a:cubicBezTo>
                      <a:pt x="15867" y="2265"/>
                      <a:pt x="15837" y="2272"/>
                      <a:pt x="15791" y="2272"/>
                    </a:cubicBezTo>
                    <a:cubicBezTo>
                      <a:pt x="15746" y="2272"/>
                      <a:pt x="15685" y="2265"/>
                      <a:pt x="15624" y="2250"/>
                    </a:cubicBezTo>
                    <a:lnTo>
                      <a:pt x="15594" y="2250"/>
                    </a:lnTo>
                    <a:cubicBezTo>
                      <a:pt x="15558" y="2285"/>
                      <a:pt x="15532" y="2298"/>
                      <a:pt x="15509" y="2298"/>
                    </a:cubicBezTo>
                    <a:cubicBezTo>
                      <a:pt x="15474" y="2298"/>
                      <a:pt x="15448" y="2268"/>
                      <a:pt x="15412" y="2250"/>
                    </a:cubicBezTo>
                    <a:cubicBezTo>
                      <a:pt x="15320" y="2189"/>
                      <a:pt x="15320" y="2128"/>
                      <a:pt x="15412" y="2067"/>
                    </a:cubicBezTo>
                    <a:cubicBezTo>
                      <a:pt x="15462" y="2042"/>
                      <a:pt x="15513" y="1931"/>
                      <a:pt x="15599" y="1931"/>
                    </a:cubicBezTo>
                    <a:close/>
                    <a:moveTo>
                      <a:pt x="88878" y="2250"/>
                    </a:moveTo>
                    <a:cubicBezTo>
                      <a:pt x="89060" y="2310"/>
                      <a:pt x="89091" y="2432"/>
                      <a:pt x="89060" y="2432"/>
                    </a:cubicBezTo>
                    <a:cubicBezTo>
                      <a:pt x="88923" y="2432"/>
                      <a:pt x="88761" y="2382"/>
                      <a:pt x="88619" y="2328"/>
                    </a:cubicBezTo>
                    <a:lnTo>
                      <a:pt x="88619" y="2328"/>
                    </a:lnTo>
                    <a:lnTo>
                      <a:pt x="88787" y="2280"/>
                    </a:lnTo>
                    <a:lnTo>
                      <a:pt x="88878" y="2250"/>
                    </a:lnTo>
                    <a:close/>
                    <a:moveTo>
                      <a:pt x="90560" y="2156"/>
                    </a:moveTo>
                    <a:cubicBezTo>
                      <a:pt x="90568" y="2156"/>
                      <a:pt x="90580" y="2182"/>
                      <a:pt x="90580" y="2219"/>
                    </a:cubicBezTo>
                    <a:cubicBezTo>
                      <a:pt x="90580" y="2371"/>
                      <a:pt x="90458" y="2462"/>
                      <a:pt x="90337" y="2462"/>
                    </a:cubicBezTo>
                    <a:lnTo>
                      <a:pt x="90215" y="2432"/>
                    </a:lnTo>
                    <a:lnTo>
                      <a:pt x="90124" y="2402"/>
                    </a:lnTo>
                    <a:cubicBezTo>
                      <a:pt x="90089" y="2407"/>
                      <a:pt x="90061" y="2410"/>
                      <a:pt x="90039" y="2410"/>
                    </a:cubicBezTo>
                    <a:cubicBezTo>
                      <a:pt x="89944" y="2410"/>
                      <a:pt x="89953" y="2365"/>
                      <a:pt x="90003" y="2341"/>
                    </a:cubicBezTo>
                    <a:cubicBezTo>
                      <a:pt x="90063" y="2310"/>
                      <a:pt x="90033" y="2250"/>
                      <a:pt x="90003" y="2219"/>
                    </a:cubicBezTo>
                    <a:cubicBezTo>
                      <a:pt x="89994" y="2210"/>
                      <a:pt x="90011" y="2207"/>
                      <a:pt x="90041" y="2207"/>
                    </a:cubicBezTo>
                    <a:cubicBezTo>
                      <a:pt x="90114" y="2207"/>
                      <a:pt x="90264" y="2228"/>
                      <a:pt x="90307" y="2250"/>
                    </a:cubicBezTo>
                    <a:cubicBezTo>
                      <a:pt x="90331" y="2258"/>
                      <a:pt x="90355" y="2262"/>
                      <a:pt x="90379" y="2262"/>
                    </a:cubicBezTo>
                    <a:cubicBezTo>
                      <a:pt x="90444" y="2262"/>
                      <a:pt x="90505" y="2233"/>
                      <a:pt x="90550" y="2189"/>
                    </a:cubicBezTo>
                    <a:cubicBezTo>
                      <a:pt x="90550" y="2166"/>
                      <a:pt x="90554" y="2156"/>
                      <a:pt x="90560" y="2156"/>
                    </a:cubicBezTo>
                    <a:close/>
                    <a:moveTo>
                      <a:pt x="94501" y="2979"/>
                    </a:moveTo>
                    <a:lnTo>
                      <a:pt x="94683" y="3009"/>
                    </a:lnTo>
                    <a:lnTo>
                      <a:pt x="94775" y="3009"/>
                    </a:lnTo>
                    <a:cubicBezTo>
                      <a:pt x="94927" y="3070"/>
                      <a:pt x="94987" y="3222"/>
                      <a:pt x="94927" y="3313"/>
                    </a:cubicBezTo>
                    <a:cubicBezTo>
                      <a:pt x="94913" y="3332"/>
                      <a:pt x="94889" y="3340"/>
                      <a:pt x="94859" y="3340"/>
                    </a:cubicBezTo>
                    <a:cubicBezTo>
                      <a:pt x="94689" y="3340"/>
                      <a:pt x="94310" y="3091"/>
                      <a:pt x="94258" y="3040"/>
                    </a:cubicBezTo>
                    <a:cubicBezTo>
                      <a:pt x="94197" y="3009"/>
                      <a:pt x="94288" y="2979"/>
                      <a:pt x="94501" y="2979"/>
                    </a:cubicBezTo>
                    <a:close/>
                    <a:moveTo>
                      <a:pt x="11430" y="3344"/>
                    </a:moveTo>
                    <a:cubicBezTo>
                      <a:pt x="11490" y="3344"/>
                      <a:pt x="11551" y="3374"/>
                      <a:pt x="11551" y="3435"/>
                    </a:cubicBezTo>
                    <a:lnTo>
                      <a:pt x="11399" y="3526"/>
                    </a:lnTo>
                    <a:cubicBezTo>
                      <a:pt x="11247" y="3617"/>
                      <a:pt x="11126" y="3678"/>
                      <a:pt x="10974" y="3739"/>
                    </a:cubicBezTo>
                    <a:lnTo>
                      <a:pt x="10974" y="3709"/>
                    </a:lnTo>
                    <a:lnTo>
                      <a:pt x="10943" y="3709"/>
                    </a:lnTo>
                    <a:cubicBezTo>
                      <a:pt x="10974" y="3587"/>
                      <a:pt x="11065" y="3496"/>
                      <a:pt x="11156" y="3405"/>
                    </a:cubicBezTo>
                    <a:cubicBezTo>
                      <a:pt x="11217" y="3374"/>
                      <a:pt x="11338" y="3344"/>
                      <a:pt x="11430" y="3344"/>
                    </a:cubicBezTo>
                    <a:close/>
                    <a:moveTo>
                      <a:pt x="20559" y="3545"/>
                    </a:moveTo>
                    <a:cubicBezTo>
                      <a:pt x="20642" y="3545"/>
                      <a:pt x="20763" y="3573"/>
                      <a:pt x="20852" y="3617"/>
                    </a:cubicBezTo>
                    <a:lnTo>
                      <a:pt x="20974" y="3709"/>
                    </a:lnTo>
                    <a:lnTo>
                      <a:pt x="20974" y="3769"/>
                    </a:lnTo>
                    <a:cubicBezTo>
                      <a:pt x="20974" y="3800"/>
                      <a:pt x="20944" y="3830"/>
                      <a:pt x="20913" y="3830"/>
                    </a:cubicBezTo>
                    <a:lnTo>
                      <a:pt x="20822" y="3830"/>
                    </a:lnTo>
                    <a:cubicBezTo>
                      <a:pt x="20700" y="3800"/>
                      <a:pt x="20579" y="3739"/>
                      <a:pt x="20488" y="3678"/>
                    </a:cubicBezTo>
                    <a:cubicBezTo>
                      <a:pt x="20427" y="3648"/>
                      <a:pt x="20427" y="3587"/>
                      <a:pt x="20488" y="3557"/>
                    </a:cubicBezTo>
                    <a:cubicBezTo>
                      <a:pt x="20504" y="3548"/>
                      <a:pt x="20529" y="3545"/>
                      <a:pt x="20559" y="3545"/>
                    </a:cubicBezTo>
                    <a:close/>
                    <a:moveTo>
                      <a:pt x="14256" y="3769"/>
                    </a:moveTo>
                    <a:cubicBezTo>
                      <a:pt x="14287" y="3800"/>
                      <a:pt x="14317" y="3861"/>
                      <a:pt x="14317" y="3921"/>
                    </a:cubicBezTo>
                    <a:cubicBezTo>
                      <a:pt x="14317" y="3946"/>
                      <a:pt x="14496" y="3990"/>
                      <a:pt x="14597" y="3990"/>
                    </a:cubicBezTo>
                    <a:cubicBezTo>
                      <a:pt x="14621" y="3990"/>
                      <a:pt x="14640" y="3988"/>
                      <a:pt x="14652" y="3982"/>
                    </a:cubicBezTo>
                    <a:cubicBezTo>
                      <a:pt x="14661" y="3979"/>
                      <a:pt x="14670" y="3977"/>
                      <a:pt x="14677" y="3977"/>
                    </a:cubicBezTo>
                    <a:cubicBezTo>
                      <a:pt x="14742" y="3977"/>
                      <a:pt x="14733" y="4086"/>
                      <a:pt x="14652" y="4195"/>
                    </a:cubicBezTo>
                    <a:lnTo>
                      <a:pt x="14378" y="4165"/>
                    </a:lnTo>
                    <a:lnTo>
                      <a:pt x="14226" y="4165"/>
                    </a:lnTo>
                    <a:cubicBezTo>
                      <a:pt x="14060" y="4165"/>
                      <a:pt x="14020" y="4039"/>
                      <a:pt x="14060" y="4039"/>
                    </a:cubicBezTo>
                    <a:cubicBezTo>
                      <a:pt x="14064" y="4039"/>
                      <a:pt x="14069" y="4040"/>
                      <a:pt x="14074" y="4043"/>
                    </a:cubicBezTo>
                    <a:cubicBezTo>
                      <a:pt x="14090" y="4051"/>
                      <a:pt x="14107" y="4055"/>
                      <a:pt x="14122" y="4055"/>
                    </a:cubicBezTo>
                    <a:cubicBezTo>
                      <a:pt x="14163" y="4055"/>
                      <a:pt x="14196" y="4027"/>
                      <a:pt x="14196" y="3982"/>
                    </a:cubicBezTo>
                    <a:cubicBezTo>
                      <a:pt x="14226" y="3921"/>
                      <a:pt x="14226" y="3830"/>
                      <a:pt x="14256" y="3769"/>
                    </a:cubicBezTo>
                    <a:close/>
                    <a:moveTo>
                      <a:pt x="13161" y="3992"/>
                    </a:moveTo>
                    <a:cubicBezTo>
                      <a:pt x="13279" y="3992"/>
                      <a:pt x="13390" y="4039"/>
                      <a:pt x="13466" y="4134"/>
                    </a:cubicBezTo>
                    <a:lnTo>
                      <a:pt x="13497" y="4134"/>
                    </a:lnTo>
                    <a:cubicBezTo>
                      <a:pt x="13360" y="4216"/>
                      <a:pt x="13285" y="4261"/>
                      <a:pt x="13221" y="4261"/>
                    </a:cubicBezTo>
                    <a:cubicBezTo>
                      <a:pt x="13143" y="4261"/>
                      <a:pt x="13083" y="4194"/>
                      <a:pt x="12949" y="4043"/>
                    </a:cubicBezTo>
                    <a:cubicBezTo>
                      <a:pt x="13018" y="4009"/>
                      <a:pt x="13091" y="3992"/>
                      <a:pt x="13161" y="3992"/>
                    </a:cubicBezTo>
                    <a:close/>
                    <a:moveTo>
                      <a:pt x="96659" y="4073"/>
                    </a:moveTo>
                    <a:cubicBezTo>
                      <a:pt x="96720" y="4256"/>
                      <a:pt x="96750" y="4377"/>
                      <a:pt x="96720" y="4408"/>
                    </a:cubicBezTo>
                    <a:cubicBezTo>
                      <a:pt x="96690" y="4423"/>
                      <a:pt x="96652" y="4430"/>
                      <a:pt x="96614" y="4430"/>
                    </a:cubicBezTo>
                    <a:cubicBezTo>
                      <a:pt x="96576" y="4430"/>
                      <a:pt x="96538" y="4423"/>
                      <a:pt x="96507" y="4408"/>
                    </a:cubicBezTo>
                    <a:cubicBezTo>
                      <a:pt x="96477" y="4408"/>
                      <a:pt x="96355" y="4438"/>
                      <a:pt x="96234" y="4499"/>
                    </a:cubicBezTo>
                    <a:lnTo>
                      <a:pt x="96112" y="4529"/>
                    </a:lnTo>
                    <a:lnTo>
                      <a:pt x="96082" y="4529"/>
                    </a:lnTo>
                    <a:cubicBezTo>
                      <a:pt x="95991" y="4438"/>
                      <a:pt x="96021" y="4225"/>
                      <a:pt x="96142" y="4073"/>
                    </a:cubicBezTo>
                    <a:close/>
                    <a:moveTo>
                      <a:pt x="87766" y="10065"/>
                    </a:moveTo>
                    <a:cubicBezTo>
                      <a:pt x="87824" y="10065"/>
                      <a:pt x="87875" y="10071"/>
                      <a:pt x="87905" y="10092"/>
                    </a:cubicBezTo>
                    <a:cubicBezTo>
                      <a:pt x="87996" y="10122"/>
                      <a:pt x="87936" y="10183"/>
                      <a:pt x="87814" y="10183"/>
                    </a:cubicBezTo>
                    <a:cubicBezTo>
                      <a:pt x="87692" y="10183"/>
                      <a:pt x="87328" y="10092"/>
                      <a:pt x="87419" y="10092"/>
                    </a:cubicBezTo>
                    <a:cubicBezTo>
                      <a:pt x="87500" y="10092"/>
                      <a:pt x="87649" y="10065"/>
                      <a:pt x="87766" y="10065"/>
                    </a:cubicBezTo>
                    <a:close/>
                    <a:moveTo>
                      <a:pt x="88865" y="10153"/>
                    </a:moveTo>
                    <a:lnTo>
                      <a:pt x="88865" y="10153"/>
                    </a:lnTo>
                    <a:cubicBezTo>
                      <a:pt x="88827" y="10153"/>
                      <a:pt x="88789" y="10154"/>
                      <a:pt x="88750" y="10156"/>
                    </a:cubicBezTo>
                    <a:lnTo>
                      <a:pt x="88750" y="10156"/>
                    </a:lnTo>
                    <a:cubicBezTo>
                      <a:pt x="88781" y="10173"/>
                      <a:pt x="88813" y="10190"/>
                      <a:pt x="88845" y="10206"/>
                    </a:cubicBezTo>
                    <a:lnTo>
                      <a:pt x="88845" y="10206"/>
                    </a:lnTo>
                    <a:cubicBezTo>
                      <a:pt x="88854" y="10191"/>
                      <a:pt x="88860" y="10172"/>
                      <a:pt x="88865" y="10153"/>
                    </a:cubicBezTo>
                    <a:close/>
                    <a:moveTo>
                      <a:pt x="86568" y="9909"/>
                    </a:moveTo>
                    <a:cubicBezTo>
                      <a:pt x="86689" y="9909"/>
                      <a:pt x="86781" y="9970"/>
                      <a:pt x="86750" y="10031"/>
                    </a:cubicBezTo>
                    <a:cubicBezTo>
                      <a:pt x="86689" y="10122"/>
                      <a:pt x="86598" y="10183"/>
                      <a:pt x="86477" y="10244"/>
                    </a:cubicBezTo>
                    <a:lnTo>
                      <a:pt x="86385" y="10244"/>
                    </a:lnTo>
                    <a:cubicBezTo>
                      <a:pt x="86325" y="10152"/>
                      <a:pt x="86355" y="10061"/>
                      <a:pt x="86416" y="9970"/>
                    </a:cubicBezTo>
                    <a:lnTo>
                      <a:pt x="86507" y="9940"/>
                    </a:lnTo>
                    <a:lnTo>
                      <a:pt x="86568" y="9909"/>
                    </a:lnTo>
                    <a:close/>
                    <a:moveTo>
                      <a:pt x="88753" y="10535"/>
                    </a:moveTo>
                    <a:cubicBezTo>
                      <a:pt x="88814" y="10535"/>
                      <a:pt x="88876" y="10539"/>
                      <a:pt x="88939" y="10548"/>
                    </a:cubicBezTo>
                    <a:cubicBezTo>
                      <a:pt x="89060" y="10548"/>
                      <a:pt x="89000" y="10791"/>
                      <a:pt x="88908" y="10791"/>
                    </a:cubicBezTo>
                    <a:cubicBezTo>
                      <a:pt x="88824" y="10791"/>
                      <a:pt x="88585" y="10635"/>
                      <a:pt x="88453" y="10635"/>
                    </a:cubicBezTo>
                    <a:cubicBezTo>
                      <a:pt x="88442" y="10635"/>
                      <a:pt x="88431" y="10636"/>
                      <a:pt x="88422" y="10639"/>
                    </a:cubicBezTo>
                    <a:cubicBezTo>
                      <a:pt x="88395" y="10648"/>
                      <a:pt x="88374" y="10651"/>
                      <a:pt x="88358" y="10651"/>
                    </a:cubicBezTo>
                    <a:cubicBezTo>
                      <a:pt x="88318" y="10651"/>
                      <a:pt x="88309" y="10630"/>
                      <a:pt x="88331" y="10608"/>
                    </a:cubicBezTo>
                    <a:lnTo>
                      <a:pt x="88331" y="10578"/>
                    </a:lnTo>
                    <a:cubicBezTo>
                      <a:pt x="88460" y="10556"/>
                      <a:pt x="88604" y="10535"/>
                      <a:pt x="88753" y="10535"/>
                    </a:cubicBezTo>
                    <a:close/>
                    <a:moveTo>
                      <a:pt x="89395" y="11368"/>
                    </a:moveTo>
                    <a:cubicBezTo>
                      <a:pt x="89425" y="11368"/>
                      <a:pt x="89425" y="11399"/>
                      <a:pt x="89455" y="11429"/>
                    </a:cubicBezTo>
                    <a:lnTo>
                      <a:pt x="89516" y="11459"/>
                    </a:lnTo>
                    <a:cubicBezTo>
                      <a:pt x="89607" y="11520"/>
                      <a:pt x="89547" y="11611"/>
                      <a:pt x="89425" y="11642"/>
                    </a:cubicBezTo>
                    <a:lnTo>
                      <a:pt x="89334" y="11672"/>
                    </a:lnTo>
                    <a:lnTo>
                      <a:pt x="89243" y="11703"/>
                    </a:lnTo>
                    <a:cubicBezTo>
                      <a:pt x="89236" y="11706"/>
                      <a:pt x="89230" y="11707"/>
                      <a:pt x="89225" y="11707"/>
                    </a:cubicBezTo>
                    <a:cubicBezTo>
                      <a:pt x="89183" y="11707"/>
                      <a:pt x="89189" y="11608"/>
                      <a:pt x="89243" y="11581"/>
                    </a:cubicBezTo>
                    <a:cubicBezTo>
                      <a:pt x="89303" y="11520"/>
                      <a:pt x="89334" y="11490"/>
                      <a:pt x="89334" y="11459"/>
                    </a:cubicBezTo>
                    <a:cubicBezTo>
                      <a:pt x="89303" y="11429"/>
                      <a:pt x="89303" y="11368"/>
                      <a:pt x="89334" y="11368"/>
                    </a:cubicBezTo>
                    <a:close/>
                    <a:moveTo>
                      <a:pt x="98088" y="11581"/>
                    </a:moveTo>
                    <a:cubicBezTo>
                      <a:pt x="98118" y="11642"/>
                      <a:pt x="98240" y="11824"/>
                      <a:pt x="98240" y="11885"/>
                    </a:cubicBezTo>
                    <a:cubicBezTo>
                      <a:pt x="98218" y="11929"/>
                      <a:pt x="98179" y="11958"/>
                      <a:pt x="98136" y="11958"/>
                    </a:cubicBezTo>
                    <a:cubicBezTo>
                      <a:pt x="98120" y="11958"/>
                      <a:pt x="98104" y="11954"/>
                      <a:pt x="98088" y="11946"/>
                    </a:cubicBezTo>
                    <a:cubicBezTo>
                      <a:pt x="98075" y="11933"/>
                      <a:pt x="98057" y="11928"/>
                      <a:pt x="98036" y="11928"/>
                    </a:cubicBezTo>
                    <a:cubicBezTo>
                      <a:pt x="97978" y="11928"/>
                      <a:pt x="97899" y="11963"/>
                      <a:pt x="97851" y="11963"/>
                    </a:cubicBezTo>
                    <a:cubicBezTo>
                      <a:pt x="97834" y="11963"/>
                      <a:pt x="97821" y="11959"/>
                      <a:pt x="97814" y="11946"/>
                    </a:cubicBezTo>
                    <a:lnTo>
                      <a:pt x="97784" y="11946"/>
                    </a:lnTo>
                    <a:cubicBezTo>
                      <a:pt x="97693" y="11915"/>
                      <a:pt x="97601" y="11855"/>
                      <a:pt x="97510" y="11824"/>
                    </a:cubicBezTo>
                    <a:cubicBezTo>
                      <a:pt x="97510" y="11794"/>
                      <a:pt x="97510" y="11763"/>
                      <a:pt x="97510" y="11733"/>
                    </a:cubicBezTo>
                    <a:cubicBezTo>
                      <a:pt x="97632" y="11733"/>
                      <a:pt x="97723" y="11763"/>
                      <a:pt x="97845" y="11794"/>
                    </a:cubicBezTo>
                    <a:lnTo>
                      <a:pt x="97997" y="11672"/>
                    </a:lnTo>
                    <a:lnTo>
                      <a:pt x="98088" y="11581"/>
                    </a:lnTo>
                    <a:close/>
                    <a:moveTo>
                      <a:pt x="99162" y="12390"/>
                    </a:moveTo>
                    <a:cubicBezTo>
                      <a:pt x="99250" y="12390"/>
                      <a:pt x="99296" y="12424"/>
                      <a:pt x="99273" y="12493"/>
                    </a:cubicBezTo>
                    <a:lnTo>
                      <a:pt x="99243" y="12523"/>
                    </a:lnTo>
                    <a:cubicBezTo>
                      <a:pt x="99221" y="12609"/>
                      <a:pt x="99093" y="12695"/>
                      <a:pt x="99020" y="12695"/>
                    </a:cubicBezTo>
                    <a:cubicBezTo>
                      <a:pt x="98990" y="12695"/>
                      <a:pt x="98969" y="12680"/>
                      <a:pt x="98969" y="12645"/>
                    </a:cubicBezTo>
                    <a:lnTo>
                      <a:pt x="98939" y="12645"/>
                    </a:lnTo>
                    <a:cubicBezTo>
                      <a:pt x="98817" y="12554"/>
                      <a:pt x="98878" y="12523"/>
                      <a:pt x="98969" y="12462"/>
                    </a:cubicBezTo>
                    <a:lnTo>
                      <a:pt x="99060" y="12402"/>
                    </a:lnTo>
                    <a:cubicBezTo>
                      <a:pt x="99098" y="12394"/>
                      <a:pt x="99133" y="12390"/>
                      <a:pt x="99162" y="12390"/>
                    </a:cubicBezTo>
                    <a:close/>
                    <a:moveTo>
                      <a:pt x="97932" y="12926"/>
                    </a:moveTo>
                    <a:cubicBezTo>
                      <a:pt x="97974" y="12926"/>
                      <a:pt x="98027" y="12934"/>
                      <a:pt x="98088" y="12949"/>
                    </a:cubicBezTo>
                    <a:lnTo>
                      <a:pt x="98088" y="13040"/>
                    </a:lnTo>
                    <a:cubicBezTo>
                      <a:pt x="98057" y="13040"/>
                      <a:pt x="98301" y="13314"/>
                      <a:pt x="98209" y="13435"/>
                    </a:cubicBezTo>
                    <a:cubicBezTo>
                      <a:pt x="98149" y="13557"/>
                      <a:pt x="98027" y="13618"/>
                      <a:pt x="97997" y="13618"/>
                    </a:cubicBezTo>
                    <a:cubicBezTo>
                      <a:pt x="97966" y="13618"/>
                      <a:pt x="97997" y="13466"/>
                      <a:pt x="97966" y="13405"/>
                    </a:cubicBezTo>
                    <a:cubicBezTo>
                      <a:pt x="97936" y="13344"/>
                      <a:pt x="97966" y="13192"/>
                      <a:pt x="97936" y="13162"/>
                    </a:cubicBezTo>
                    <a:cubicBezTo>
                      <a:pt x="97905" y="13101"/>
                      <a:pt x="97814" y="12979"/>
                      <a:pt x="97845" y="12949"/>
                    </a:cubicBezTo>
                    <a:cubicBezTo>
                      <a:pt x="97860" y="12934"/>
                      <a:pt x="97890" y="12926"/>
                      <a:pt x="97932" y="12926"/>
                    </a:cubicBezTo>
                    <a:close/>
                    <a:moveTo>
                      <a:pt x="9810" y="13775"/>
                    </a:moveTo>
                    <a:cubicBezTo>
                      <a:pt x="9866" y="13775"/>
                      <a:pt x="9888" y="13825"/>
                      <a:pt x="9910" y="13891"/>
                    </a:cubicBezTo>
                    <a:cubicBezTo>
                      <a:pt x="9920" y="13921"/>
                      <a:pt x="9930" y="13932"/>
                      <a:pt x="9941" y="13932"/>
                    </a:cubicBezTo>
                    <a:cubicBezTo>
                      <a:pt x="9964" y="13932"/>
                      <a:pt x="9991" y="13891"/>
                      <a:pt x="10031" y="13891"/>
                    </a:cubicBezTo>
                    <a:lnTo>
                      <a:pt x="10183" y="13830"/>
                    </a:lnTo>
                    <a:lnTo>
                      <a:pt x="10183" y="13830"/>
                    </a:lnTo>
                    <a:cubicBezTo>
                      <a:pt x="10183" y="13952"/>
                      <a:pt x="10153" y="14043"/>
                      <a:pt x="10123" y="14165"/>
                    </a:cubicBezTo>
                    <a:lnTo>
                      <a:pt x="10031" y="14104"/>
                    </a:lnTo>
                    <a:lnTo>
                      <a:pt x="9940" y="14073"/>
                    </a:lnTo>
                    <a:cubicBezTo>
                      <a:pt x="9849" y="13982"/>
                      <a:pt x="9788" y="13891"/>
                      <a:pt x="9728" y="13800"/>
                    </a:cubicBezTo>
                    <a:cubicBezTo>
                      <a:pt x="9761" y="13783"/>
                      <a:pt x="9788" y="13775"/>
                      <a:pt x="9810" y="13775"/>
                    </a:cubicBezTo>
                    <a:close/>
                    <a:moveTo>
                      <a:pt x="24530" y="14317"/>
                    </a:moveTo>
                    <a:cubicBezTo>
                      <a:pt x="24652" y="14317"/>
                      <a:pt x="24804" y="14529"/>
                      <a:pt x="24713" y="14560"/>
                    </a:cubicBezTo>
                    <a:cubicBezTo>
                      <a:pt x="24690" y="14571"/>
                      <a:pt x="24666" y="14576"/>
                      <a:pt x="24642" y="14576"/>
                    </a:cubicBezTo>
                    <a:cubicBezTo>
                      <a:pt x="24538" y="14576"/>
                      <a:pt x="24433" y="14482"/>
                      <a:pt x="24409" y="14408"/>
                    </a:cubicBezTo>
                    <a:cubicBezTo>
                      <a:pt x="24378" y="14347"/>
                      <a:pt x="24439" y="14317"/>
                      <a:pt x="24530" y="14317"/>
                    </a:cubicBezTo>
                    <a:close/>
                    <a:moveTo>
                      <a:pt x="100026" y="14889"/>
                    </a:moveTo>
                    <a:cubicBezTo>
                      <a:pt x="99989" y="14889"/>
                      <a:pt x="99948" y="14894"/>
                      <a:pt x="99912" y="14894"/>
                    </a:cubicBezTo>
                    <a:cubicBezTo>
                      <a:pt x="99820" y="14925"/>
                      <a:pt x="99729" y="14955"/>
                      <a:pt x="99668" y="14955"/>
                    </a:cubicBezTo>
                    <a:lnTo>
                      <a:pt x="99608" y="14955"/>
                    </a:lnTo>
                    <a:cubicBezTo>
                      <a:pt x="99606" y="14954"/>
                      <a:pt x="99605" y="14953"/>
                      <a:pt x="99604" y="14951"/>
                    </a:cubicBezTo>
                    <a:lnTo>
                      <a:pt x="99604" y="14951"/>
                    </a:lnTo>
                    <a:cubicBezTo>
                      <a:pt x="99594" y="15101"/>
                      <a:pt x="99707" y="15203"/>
                      <a:pt x="99834" y="15203"/>
                    </a:cubicBezTo>
                    <a:cubicBezTo>
                      <a:pt x="99850" y="15203"/>
                      <a:pt x="99865" y="15201"/>
                      <a:pt x="99881" y="15198"/>
                    </a:cubicBezTo>
                    <a:lnTo>
                      <a:pt x="100033" y="15137"/>
                    </a:lnTo>
                    <a:cubicBezTo>
                      <a:pt x="100094" y="15107"/>
                      <a:pt x="100124" y="15077"/>
                      <a:pt x="100124" y="14955"/>
                    </a:cubicBezTo>
                    <a:cubicBezTo>
                      <a:pt x="100124" y="14900"/>
                      <a:pt x="100081" y="14889"/>
                      <a:pt x="100026" y="14889"/>
                    </a:cubicBezTo>
                    <a:close/>
                    <a:moveTo>
                      <a:pt x="63330" y="15337"/>
                    </a:moveTo>
                    <a:cubicBezTo>
                      <a:pt x="63343" y="15337"/>
                      <a:pt x="63358" y="15341"/>
                      <a:pt x="63376" y="15350"/>
                    </a:cubicBezTo>
                    <a:cubicBezTo>
                      <a:pt x="63406" y="15380"/>
                      <a:pt x="63558" y="15472"/>
                      <a:pt x="63589" y="15532"/>
                    </a:cubicBezTo>
                    <a:lnTo>
                      <a:pt x="63589" y="15593"/>
                    </a:lnTo>
                    <a:lnTo>
                      <a:pt x="63589" y="15715"/>
                    </a:lnTo>
                    <a:cubicBezTo>
                      <a:pt x="63437" y="15745"/>
                      <a:pt x="63254" y="15745"/>
                      <a:pt x="63102" y="15776"/>
                    </a:cubicBezTo>
                    <a:cubicBezTo>
                      <a:pt x="63072" y="15715"/>
                      <a:pt x="63072" y="15684"/>
                      <a:pt x="63072" y="15624"/>
                    </a:cubicBezTo>
                    <a:cubicBezTo>
                      <a:pt x="63072" y="15593"/>
                      <a:pt x="63163" y="15593"/>
                      <a:pt x="63224" y="15593"/>
                    </a:cubicBezTo>
                    <a:cubicBezTo>
                      <a:pt x="63254" y="15593"/>
                      <a:pt x="63285" y="15441"/>
                      <a:pt x="63285" y="15380"/>
                    </a:cubicBezTo>
                    <a:cubicBezTo>
                      <a:pt x="63285" y="15359"/>
                      <a:pt x="63300" y="15337"/>
                      <a:pt x="63330" y="15337"/>
                    </a:cubicBezTo>
                    <a:close/>
                    <a:moveTo>
                      <a:pt x="81401" y="0"/>
                    </a:moveTo>
                    <a:cubicBezTo>
                      <a:pt x="81309" y="31"/>
                      <a:pt x="81157" y="61"/>
                      <a:pt x="81097" y="91"/>
                    </a:cubicBezTo>
                    <a:cubicBezTo>
                      <a:pt x="80884" y="152"/>
                      <a:pt x="80701" y="183"/>
                      <a:pt x="80489" y="183"/>
                    </a:cubicBezTo>
                    <a:cubicBezTo>
                      <a:pt x="80306" y="152"/>
                      <a:pt x="80154" y="122"/>
                      <a:pt x="79972" y="91"/>
                    </a:cubicBezTo>
                    <a:lnTo>
                      <a:pt x="79820" y="61"/>
                    </a:lnTo>
                    <a:cubicBezTo>
                      <a:pt x="79803" y="56"/>
                      <a:pt x="79790" y="53"/>
                      <a:pt x="79779" y="53"/>
                    </a:cubicBezTo>
                    <a:cubicBezTo>
                      <a:pt x="79731" y="53"/>
                      <a:pt x="79740" y="103"/>
                      <a:pt x="79790" y="152"/>
                    </a:cubicBezTo>
                    <a:cubicBezTo>
                      <a:pt x="79759" y="213"/>
                      <a:pt x="79820" y="274"/>
                      <a:pt x="79942" y="304"/>
                    </a:cubicBezTo>
                    <a:lnTo>
                      <a:pt x="80063" y="365"/>
                    </a:lnTo>
                    <a:lnTo>
                      <a:pt x="80094" y="365"/>
                    </a:lnTo>
                    <a:cubicBezTo>
                      <a:pt x="80094" y="395"/>
                      <a:pt x="80033" y="517"/>
                      <a:pt x="80033" y="517"/>
                    </a:cubicBezTo>
                    <a:cubicBezTo>
                      <a:pt x="80033" y="487"/>
                      <a:pt x="79729" y="335"/>
                      <a:pt x="79668" y="274"/>
                    </a:cubicBezTo>
                    <a:cubicBezTo>
                      <a:pt x="79607" y="213"/>
                      <a:pt x="79516" y="152"/>
                      <a:pt x="79455" y="61"/>
                    </a:cubicBezTo>
                    <a:cubicBezTo>
                      <a:pt x="79435" y="61"/>
                      <a:pt x="79347" y="48"/>
                      <a:pt x="79291" y="48"/>
                    </a:cubicBezTo>
                    <a:cubicBezTo>
                      <a:pt x="79263" y="48"/>
                      <a:pt x="79242" y="51"/>
                      <a:pt x="79242" y="61"/>
                    </a:cubicBezTo>
                    <a:cubicBezTo>
                      <a:pt x="79121" y="152"/>
                      <a:pt x="78999" y="213"/>
                      <a:pt x="78878" y="274"/>
                    </a:cubicBezTo>
                    <a:cubicBezTo>
                      <a:pt x="78787" y="304"/>
                      <a:pt x="78878" y="335"/>
                      <a:pt x="78939" y="335"/>
                    </a:cubicBezTo>
                    <a:cubicBezTo>
                      <a:pt x="79030" y="365"/>
                      <a:pt x="79091" y="426"/>
                      <a:pt x="79151" y="487"/>
                    </a:cubicBezTo>
                    <a:cubicBezTo>
                      <a:pt x="79182" y="517"/>
                      <a:pt x="79182" y="669"/>
                      <a:pt x="79091" y="699"/>
                    </a:cubicBezTo>
                    <a:cubicBezTo>
                      <a:pt x="79078" y="706"/>
                      <a:pt x="79053" y="708"/>
                      <a:pt x="79020" y="708"/>
                    </a:cubicBezTo>
                    <a:cubicBezTo>
                      <a:pt x="78932" y="708"/>
                      <a:pt x="78788" y="691"/>
                      <a:pt x="78690" y="691"/>
                    </a:cubicBezTo>
                    <a:cubicBezTo>
                      <a:pt x="78654" y="691"/>
                      <a:pt x="78623" y="693"/>
                      <a:pt x="78604" y="699"/>
                    </a:cubicBezTo>
                    <a:cubicBezTo>
                      <a:pt x="78555" y="708"/>
                      <a:pt x="78506" y="711"/>
                      <a:pt x="78458" y="711"/>
                    </a:cubicBezTo>
                    <a:cubicBezTo>
                      <a:pt x="78363" y="711"/>
                      <a:pt x="78268" y="697"/>
                      <a:pt x="78173" y="673"/>
                    </a:cubicBezTo>
                    <a:lnTo>
                      <a:pt x="78173" y="673"/>
                    </a:lnTo>
                    <a:cubicBezTo>
                      <a:pt x="78164" y="712"/>
                      <a:pt x="78142" y="765"/>
                      <a:pt x="78106" y="765"/>
                    </a:cubicBezTo>
                    <a:cubicBezTo>
                      <a:pt x="78100" y="765"/>
                      <a:pt x="78094" y="764"/>
                      <a:pt x="78087" y="760"/>
                    </a:cubicBezTo>
                    <a:cubicBezTo>
                      <a:pt x="78067" y="760"/>
                      <a:pt x="77992" y="638"/>
                      <a:pt x="77918" y="575"/>
                    </a:cubicBezTo>
                    <a:lnTo>
                      <a:pt x="77918" y="575"/>
                    </a:lnTo>
                    <a:cubicBezTo>
                      <a:pt x="77967" y="591"/>
                      <a:pt x="78013" y="612"/>
                      <a:pt x="78057" y="639"/>
                    </a:cubicBezTo>
                    <a:cubicBezTo>
                      <a:pt x="78096" y="652"/>
                      <a:pt x="78135" y="663"/>
                      <a:pt x="78173" y="673"/>
                    </a:cubicBezTo>
                    <a:lnTo>
                      <a:pt x="78173" y="673"/>
                    </a:lnTo>
                    <a:cubicBezTo>
                      <a:pt x="78177" y="659"/>
                      <a:pt x="78179" y="646"/>
                      <a:pt x="78179" y="639"/>
                    </a:cubicBezTo>
                    <a:lnTo>
                      <a:pt x="78179" y="608"/>
                    </a:lnTo>
                    <a:cubicBezTo>
                      <a:pt x="78199" y="558"/>
                      <a:pt x="78212" y="527"/>
                      <a:pt x="78217" y="508"/>
                    </a:cubicBezTo>
                    <a:lnTo>
                      <a:pt x="78217" y="508"/>
                    </a:lnTo>
                    <a:cubicBezTo>
                      <a:pt x="77946" y="523"/>
                      <a:pt x="77614" y="530"/>
                      <a:pt x="77510" y="547"/>
                    </a:cubicBezTo>
                    <a:cubicBezTo>
                      <a:pt x="77563" y="540"/>
                      <a:pt x="77614" y="536"/>
                      <a:pt x="77664" y="536"/>
                    </a:cubicBezTo>
                    <a:cubicBezTo>
                      <a:pt x="77715" y="536"/>
                      <a:pt x="77764" y="540"/>
                      <a:pt x="77811" y="548"/>
                    </a:cubicBezTo>
                    <a:lnTo>
                      <a:pt x="77811" y="548"/>
                    </a:lnTo>
                    <a:cubicBezTo>
                      <a:pt x="77812" y="548"/>
                      <a:pt x="77813" y="548"/>
                      <a:pt x="77814" y="547"/>
                    </a:cubicBezTo>
                    <a:cubicBezTo>
                      <a:pt x="77823" y="541"/>
                      <a:pt x="77833" y="539"/>
                      <a:pt x="77843" y="539"/>
                    </a:cubicBezTo>
                    <a:cubicBezTo>
                      <a:pt x="77866" y="539"/>
                      <a:pt x="77892" y="553"/>
                      <a:pt x="77918" y="575"/>
                    </a:cubicBezTo>
                    <a:lnTo>
                      <a:pt x="77918" y="575"/>
                    </a:lnTo>
                    <a:cubicBezTo>
                      <a:pt x="77883" y="563"/>
                      <a:pt x="77848" y="555"/>
                      <a:pt x="77811" y="548"/>
                    </a:cubicBezTo>
                    <a:lnTo>
                      <a:pt x="77811" y="548"/>
                    </a:lnTo>
                    <a:cubicBezTo>
                      <a:pt x="77721" y="579"/>
                      <a:pt x="77631" y="639"/>
                      <a:pt x="77571" y="699"/>
                    </a:cubicBezTo>
                    <a:lnTo>
                      <a:pt x="77449" y="639"/>
                    </a:lnTo>
                    <a:cubicBezTo>
                      <a:pt x="77425" y="650"/>
                      <a:pt x="77406" y="655"/>
                      <a:pt x="77392" y="655"/>
                    </a:cubicBezTo>
                    <a:cubicBezTo>
                      <a:pt x="77335" y="655"/>
                      <a:pt x="77363" y="572"/>
                      <a:pt x="77510" y="547"/>
                    </a:cubicBezTo>
                    <a:lnTo>
                      <a:pt x="77662" y="487"/>
                    </a:lnTo>
                    <a:lnTo>
                      <a:pt x="77692" y="487"/>
                    </a:lnTo>
                    <a:cubicBezTo>
                      <a:pt x="77783" y="456"/>
                      <a:pt x="77875" y="426"/>
                      <a:pt x="77966" y="395"/>
                    </a:cubicBezTo>
                    <a:lnTo>
                      <a:pt x="78118" y="456"/>
                    </a:lnTo>
                    <a:cubicBezTo>
                      <a:pt x="78199" y="477"/>
                      <a:pt x="78226" y="470"/>
                      <a:pt x="78217" y="508"/>
                    </a:cubicBezTo>
                    <a:lnTo>
                      <a:pt x="78217" y="508"/>
                    </a:lnTo>
                    <a:cubicBezTo>
                      <a:pt x="78421" y="497"/>
                      <a:pt x="78591" y="482"/>
                      <a:pt x="78604" y="456"/>
                    </a:cubicBezTo>
                    <a:cubicBezTo>
                      <a:pt x="78665" y="426"/>
                      <a:pt x="78391" y="304"/>
                      <a:pt x="78270" y="304"/>
                    </a:cubicBezTo>
                    <a:cubicBezTo>
                      <a:pt x="78179" y="304"/>
                      <a:pt x="78087" y="274"/>
                      <a:pt x="78027" y="213"/>
                    </a:cubicBezTo>
                    <a:lnTo>
                      <a:pt x="78027" y="183"/>
                    </a:lnTo>
                    <a:cubicBezTo>
                      <a:pt x="78021" y="171"/>
                      <a:pt x="78014" y="166"/>
                      <a:pt x="78007" y="166"/>
                    </a:cubicBezTo>
                    <a:cubicBezTo>
                      <a:pt x="77975" y="166"/>
                      <a:pt x="77935" y="255"/>
                      <a:pt x="77935" y="304"/>
                    </a:cubicBezTo>
                    <a:cubicBezTo>
                      <a:pt x="77929" y="317"/>
                      <a:pt x="77908" y="322"/>
                      <a:pt x="77876" y="322"/>
                    </a:cubicBezTo>
                    <a:cubicBezTo>
                      <a:pt x="77770" y="322"/>
                      <a:pt x="77550" y="269"/>
                      <a:pt x="77398" y="269"/>
                    </a:cubicBezTo>
                    <a:cubicBezTo>
                      <a:pt x="77372" y="269"/>
                      <a:pt x="77348" y="270"/>
                      <a:pt x="77328" y="274"/>
                    </a:cubicBezTo>
                    <a:cubicBezTo>
                      <a:pt x="77211" y="274"/>
                      <a:pt x="76968" y="364"/>
                      <a:pt x="76848" y="364"/>
                    </a:cubicBezTo>
                    <a:cubicBezTo>
                      <a:pt x="76812" y="364"/>
                      <a:pt x="76787" y="356"/>
                      <a:pt x="76780" y="335"/>
                    </a:cubicBezTo>
                    <a:cubicBezTo>
                      <a:pt x="76780" y="311"/>
                      <a:pt x="76736" y="302"/>
                      <a:pt x="76676" y="302"/>
                    </a:cubicBezTo>
                    <a:cubicBezTo>
                      <a:pt x="76579" y="302"/>
                      <a:pt x="76442" y="327"/>
                      <a:pt x="76385" y="365"/>
                    </a:cubicBezTo>
                    <a:cubicBezTo>
                      <a:pt x="76370" y="375"/>
                      <a:pt x="76350" y="379"/>
                      <a:pt x="76326" y="379"/>
                    </a:cubicBezTo>
                    <a:cubicBezTo>
                      <a:pt x="76208" y="379"/>
                      <a:pt x="76005" y="274"/>
                      <a:pt x="75929" y="274"/>
                    </a:cubicBezTo>
                    <a:lnTo>
                      <a:pt x="75717" y="335"/>
                    </a:lnTo>
                    <a:cubicBezTo>
                      <a:pt x="75686" y="335"/>
                      <a:pt x="75504" y="304"/>
                      <a:pt x="75321" y="304"/>
                    </a:cubicBezTo>
                    <a:lnTo>
                      <a:pt x="75139" y="304"/>
                    </a:lnTo>
                    <a:lnTo>
                      <a:pt x="74957" y="487"/>
                    </a:lnTo>
                    <a:lnTo>
                      <a:pt x="74835" y="365"/>
                    </a:lnTo>
                    <a:cubicBezTo>
                      <a:pt x="74835" y="335"/>
                      <a:pt x="74805" y="335"/>
                      <a:pt x="74774" y="335"/>
                    </a:cubicBezTo>
                    <a:cubicBezTo>
                      <a:pt x="74724" y="360"/>
                      <a:pt x="74663" y="375"/>
                      <a:pt x="74603" y="375"/>
                    </a:cubicBezTo>
                    <a:cubicBezTo>
                      <a:pt x="74517" y="375"/>
                      <a:pt x="74433" y="345"/>
                      <a:pt x="74379" y="274"/>
                    </a:cubicBezTo>
                    <a:lnTo>
                      <a:pt x="74288" y="183"/>
                    </a:lnTo>
                    <a:lnTo>
                      <a:pt x="73832" y="304"/>
                    </a:lnTo>
                    <a:lnTo>
                      <a:pt x="73710" y="243"/>
                    </a:lnTo>
                    <a:cubicBezTo>
                      <a:pt x="73648" y="206"/>
                      <a:pt x="73590" y="184"/>
                      <a:pt x="73539" y="184"/>
                    </a:cubicBezTo>
                    <a:cubicBezTo>
                      <a:pt x="73468" y="184"/>
                      <a:pt x="73412" y="228"/>
                      <a:pt x="73376" y="335"/>
                    </a:cubicBezTo>
                    <a:cubicBezTo>
                      <a:pt x="73376" y="362"/>
                      <a:pt x="73352" y="377"/>
                      <a:pt x="73322" y="377"/>
                    </a:cubicBezTo>
                    <a:cubicBezTo>
                      <a:pt x="73285" y="377"/>
                      <a:pt x="73241" y="354"/>
                      <a:pt x="73224" y="304"/>
                    </a:cubicBezTo>
                    <a:lnTo>
                      <a:pt x="73224" y="274"/>
                    </a:lnTo>
                    <a:cubicBezTo>
                      <a:pt x="73218" y="268"/>
                      <a:pt x="73206" y="265"/>
                      <a:pt x="73190" y="265"/>
                    </a:cubicBezTo>
                    <a:cubicBezTo>
                      <a:pt x="73126" y="265"/>
                      <a:pt x="72999" y="304"/>
                      <a:pt x="72951" y="304"/>
                    </a:cubicBezTo>
                    <a:cubicBezTo>
                      <a:pt x="72934" y="312"/>
                      <a:pt x="72918" y="316"/>
                      <a:pt x="72902" y="316"/>
                    </a:cubicBezTo>
                    <a:cubicBezTo>
                      <a:pt x="72859" y="316"/>
                      <a:pt x="72821" y="288"/>
                      <a:pt x="72799" y="243"/>
                    </a:cubicBezTo>
                    <a:cubicBezTo>
                      <a:pt x="72796" y="241"/>
                      <a:pt x="72792" y="239"/>
                      <a:pt x="72788" y="239"/>
                    </a:cubicBezTo>
                    <a:cubicBezTo>
                      <a:pt x="72742" y="239"/>
                      <a:pt x="72611" y="370"/>
                      <a:pt x="72555" y="426"/>
                    </a:cubicBezTo>
                    <a:cubicBezTo>
                      <a:pt x="72534" y="447"/>
                      <a:pt x="72512" y="457"/>
                      <a:pt x="72491" y="457"/>
                    </a:cubicBezTo>
                    <a:cubicBezTo>
                      <a:pt x="72452" y="457"/>
                      <a:pt x="72412" y="424"/>
                      <a:pt x="72373" y="365"/>
                    </a:cubicBezTo>
                    <a:lnTo>
                      <a:pt x="72160" y="365"/>
                    </a:lnTo>
                    <a:cubicBezTo>
                      <a:pt x="72137" y="342"/>
                      <a:pt x="72109" y="332"/>
                      <a:pt x="72082" y="332"/>
                    </a:cubicBezTo>
                    <a:cubicBezTo>
                      <a:pt x="72039" y="332"/>
                      <a:pt x="71997" y="358"/>
                      <a:pt x="71978" y="395"/>
                    </a:cubicBezTo>
                    <a:cubicBezTo>
                      <a:pt x="71978" y="414"/>
                      <a:pt x="71966" y="421"/>
                      <a:pt x="71948" y="421"/>
                    </a:cubicBezTo>
                    <a:cubicBezTo>
                      <a:pt x="71908" y="421"/>
                      <a:pt x="71837" y="386"/>
                      <a:pt x="71796" y="365"/>
                    </a:cubicBezTo>
                    <a:cubicBezTo>
                      <a:pt x="71790" y="359"/>
                      <a:pt x="71779" y="357"/>
                      <a:pt x="71766" y="357"/>
                    </a:cubicBezTo>
                    <a:cubicBezTo>
                      <a:pt x="71710" y="357"/>
                      <a:pt x="71602" y="401"/>
                      <a:pt x="71552" y="426"/>
                    </a:cubicBezTo>
                    <a:cubicBezTo>
                      <a:pt x="71544" y="430"/>
                      <a:pt x="71533" y="432"/>
                      <a:pt x="71520" y="432"/>
                    </a:cubicBezTo>
                    <a:cubicBezTo>
                      <a:pt x="71436" y="432"/>
                      <a:pt x="71270" y="357"/>
                      <a:pt x="71218" y="304"/>
                    </a:cubicBezTo>
                    <a:cubicBezTo>
                      <a:pt x="71188" y="289"/>
                      <a:pt x="71150" y="281"/>
                      <a:pt x="71112" y="281"/>
                    </a:cubicBezTo>
                    <a:cubicBezTo>
                      <a:pt x="71074" y="281"/>
                      <a:pt x="71036" y="289"/>
                      <a:pt x="71005" y="304"/>
                    </a:cubicBezTo>
                    <a:cubicBezTo>
                      <a:pt x="70999" y="310"/>
                      <a:pt x="70983" y="313"/>
                      <a:pt x="70961" y="313"/>
                    </a:cubicBezTo>
                    <a:cubicBezTo>
                      <a:pt x="70873" y="313"/>
                      <a:pt x="70683" y="274"/>
                      <a:pt x="70610" y="274"/>
                    </a:cubicBezTo>
                    <a:cubicBezTo>
                      <a:pt x="70519" y="274"/>
                      <a:pt x="70428" y="335"/>
                      <a:pt x="70367" y="365"/>
                    </a:cubicBezTo>
                    <a:cubicBezTo>
                      <a:pt x="70337" y="426"/>
                      <a:pt x="70276" y="456"/>
                      <a:pt x="70245" y="517"/>
                    </a:cubicBezTo>
                    <a:lnTo>
                      <a:pt x="69941" y="517"/>
                    </a:lnTo>
                    <a:lnTo>
                      <a:pt x="69729" y="456"/>
                    </a:lnTo>
                    <a:cubicBezTo>
                      <a:pt x="69715" y="360"/>
                      <a:pt x="69682" y="326"/>
                      <a:pt x="69643" y="326"/>
                    </a:cubicBezTo>
                    <a:cubicBezTo>
                      <a:pt x="69594" y="326"/>
                      <a:pt x="69535" y="376"/>
                      <a:pt x="69485" y="426"/>
                    </a:cubicBezTo>
                    <a:cubicBezTo>
                      <a:pt x="69378" y="447"/>
                      <a:pt x="69271" y="469"/>
                      <a:pt x="69152" y="469"/>
                    </a:cubicBezTo>
                    <a:cubicBezTo>
                      <a:pt x="69103" y="469"/>
                      <a:pt x="69053" y="465"/>
                      <a:pt x="68999" y="456"/>
                    </a:cubicBezTo>
                    <a:lnTo>
                      <a:pt x="68847" y="395"/>
                    </a:lnTo>
                    <a:cubicBezTo>
                      <a:pt x="68786" y="375"/>
                      <a:pt x="68726" y="365"/>
                      <a:pt x="68672" y="365"/>
                    </a:cubicBezTo>
                    <a:cubicBezTo>
                      <a:pt x="68563" y="365"/>
                      <a:pt x="68482" y="406"/>
                      <a:pt x="68482" y="487"/>
                    </a:cubicBezTo>
                    <a:lnTo>
                      <a:pt x="68422" y="487"/>
                    </a:lnTo>
                    <a:cubicBezTo>
                      <a:pt x="68398" y="498"/>
                      <a:pt x="68381" y="503"/>
                      <a:pt x="68367" y="503"/>
                    </a:cubicBezTo>
                    <a:cubicBezTo>
                      <a:pt x="68308" y="503"/>
                      <a:pt x="68319" y="414"/>
                      <a:pt x="68270" y="365"/>
                    </a:cubicBezTo>
                    <a:cubicBezTo>
                      <a:pt x="68239" y="350"/>
                      <a:pt x="68209" y="342"/>
                      <a:pt x="68178" y="342"/>
                    </a:cubicBezTo>
                    <a:cubicBezTo>
                      <a:pt x="68148" y="342"/>
                      <a:pt x="68118" y="350"/>
                      <a:pt x="68087" y="365"/>
                    </a:cubicBezTo>
                    <a:lnTo>
                      <a:pt x="68057" y="426"/>
                    </a:lnTo>
                    <a:cubicBezTo>
                      <a:pt x="67996" y="426"/>
                      <a:pt x="67540" y="456"/>
                      <a:pt x="67388" y="456"/>
                    </a:cubicBezTo>
                    <a:cubicBezTo>
                      <a:pt x="67296" y="475"/>
                      <a:pt x="67147" y="504"/>
                      <a:pt x="67031" y="504"/>
                    </a:cubicBezTo>
                    <a:cubicBezTo>
                      <a:pt x="66957" y="504"/>
                      <a:pt x="66895" y="492"/>
                      <a:pt x="66871" y="456"/>
                    </a:cubicBezTo>
                    <a:cubicBezTo>
                      <a:pt x="66854" y="421"/>
                      <a:pt x="66805" y="406"/>
                      <a:pt x="66755" y="406"/>
                    </a:cubicBezTo>
                    <a:cubicBezTo>
                      <a:pt x="66719" y="406"/>
                      <a:pt x="66684" y="413"/>
                      <a:pt x="66659" y="426"/>
                    </a:cubicBezTo>
                    <a:lnTo>
                      <a:pt x="66659" y="456"/>
                    </a:lnTo>
                    <a:cubicBezTo>
                      <a:pt x="66641" y="563"/>
                      <a:pt x="66613" y="607"/>
                      <a:pt x="66568" y="607"/>
                    </a:cubicBezTo>
                    <a:cubicBezTo>
                      <a:pt x="66536" y="607"/>
                      <a:pt x="66496" y="585"/>
                      <a:pt x="66446" y="547"/>
                    </a:cubicBezTo>
                    <a:lnTo>
                      <a:pt x="66355" y="487"/>
                    </a:lnTo>
                    <a:cubicBezTo>
                      <a:pt x="66294" y="517"/>
                      <a:pt x="66233" y="547"/>
                      <a:pt x="66172" y="578"/>
                    </a:cubicBezTo>
                    <a:cubicBezTo>
                      <a:pt x="66172" y="578"/>
                      <a:pt x="66040" y="392"/>
                      <a:pt x="65973" y="392"/>
                    </a:cubicBezTo>
                    <a:cubicBezTo>
                      <a:pt x="65968" y="392"/>
                      <a:pt x="65964" y="393"/>
                      <a:pt x="65960" y="395"/>
                    </a:cubicBezTo>
                    <a:cubicBezTo>
                      <a:pt x="65777" y="487"/>
                      <a:pt x="65625" y="547"/>
                      <a:pt x="65473" y="608"/>
                    </a:cubicBezTo>
                    <a:lnTo>
                      <a:pt x="65291" y="517"/>
                    </a:lnTo>
                    <a:cubicBezTo>
                      <a:pt x="65139" y="487"/>
                      <a:pt x="65017" y="456"/>
                      <a:pt x="64896" y="456"/>
                    </a:cubicBezTo>
                    <a:lnTo>
                      <a:pt x="64744" y="456"/>
                    </a:lnTo>
                    <a:cubicBezTo>
                      <a:pt x="64730" y="460"/>
                      <a:pt x="64713" y="461"/>
                      <a:pt x="64693" y="461"/>
                    </a:cubicBezTo>
                    <a:cubicBezTo>
                      <a:pt x="64557" y="461"/>
                      <a:pt x="64295" y="391"/>
                      <a:pt x="64177" y="391"/>
                    </a:cubicBezTo>
                    <a:cubicBezTo>
                      <a:pt x="64160" y="391"/>
                      <a:pt x="64146" y="392"/>
                      <a:pt x="64136" y="395"/>
                    </a:cubicBezTo>
                    <a:cubicBezTo>
                      <a:pt x="64014" y="395"/>
                      <a:pt x="63923" y="639"/>
                      <a:pt x="63923" y="699"/>
                    </a:cubicBezTo>
                    <a:cubicBezTo>
                      <a:pt x="63923" y="757"/>
                      <a:pt x="63862" y="778"/>
                      <a:pt x="63802" y="778"/>
                    </a:cubicBezTo>
                    <a:cubicBezTo>
                      <a:pt x="63767" y="778"/>
                      <a:pt x="63733" y="771"/>
                      <a:pt x="63710" y="760"/>
                    </a:cubicBezTo>
                    <a:cubicBezTo>
                      <a:pt x="63619" y="730"/>
                      <a:pt x="63649" y="699"/>
                      <a:pt x="63710" y="699"/>
                    </a:cubicBezTo>
                    <a:lnTo>
                      <a:pt x="63741" y="669"/>
                    </a:lnTo>
                    <a:cubicBezTo>
                      <a:pt x="63832" y="639"/>
                      <a:pt x="63832" y="517"/>
                      <a:pt x="63771" y="517"/>
                    </a:cubicBezTo>
                    <a:lnTo>
                      <a:pt x="63498" y="517"/>
                    </a:lnTo>
                    <a:cubicBezTo>
                      <a:pt x="63390" y="539"/>
                      <a:pt x="63286" y="549"/>
                      <a:pt x="63195" y="549"/>
                    </a:cubicBezTo>
                    <a:cubicBezTo>
                      <a:pt x="63030" y="549"/>
                      <a:pt x="62909" y="515"/>
                      <a:pt x="62890" y="456"/>
                    </a:cubicBezTo>
                    <a:lnTo>
                      <a:pt x="62586" y="456"/>
                    </a:lnTo>
                    <a:cubicBezTo>
                      <a:pt x="62342" y="487"/>
                      <a:pt x="62069" y="517"/>
                      <a:pt x="61826" y="578"/>
                    </a:cubicBezTo>
                    <a:lnTo>
                      <a:pt x="61552" y="456"/>
                    </a:lnTo>
                    <a:lnTo>
                      <a:pt x="61370" y="456"/>
                    </a:lnTo>
                    <a:lnTo>
                      <a:pt x="61370" y="791"/>
                    </a:lnTo>
                    <a:cubicBezTo>
                      <a:pt x="61157" y="669"/>
                      <a:pt x="60883" y="517"/>
                      <a:pt x="60853" y="487"/>
                    </a:cubicBezTo>
                    <a:cubicBezTo>
                      <a:pt x="60847" y="481"/>
                      <a:pt x="60837" y="478"/>
                      <a:pt x="60825" y="478"/>
                    </a:cubicBezTo>
                    <a:cubicBezTo>
                      <a:pt x="60776" y="478"/>
                      <a:pt x="60689" y="517"/>
                      <a:pt x="60640" y="517"/>
                    </a:cubicBezTo>
                    <a:cubicBezTo>
                      <a:pt x="60580" y="517"/>
                      <a:pt x="60276" y="547"/>
                      <a:pt x="60154" y="578"/>
                    </a:cubicBezTo>
                    <a:cubicBezTo>
                      <a:pt x="60046" y="578"/>
                      <a:pt x="59890" y="482"/>
                      <a:pt x="59792" y="482"/>
                    </a:cubicBezTo>
                    <a:cubicBezTo>
                      <a:pt x="59780" y="482"/>
                      <a:pt x="59769" y="483"/>
                      <a:pt x="59759" y="487"/>
                    </a:cubicBezTo>
                    <a:lnTo>
                      <a:pt x="59424" y="578"/>
                    </a:lnTo>
                    <a:lnTo>
                      <a:pt x="59303" y="578"/>
                    </a:lnTo>
                    <a:cubicBezTo>
                      <a:pt x="59151" y="608"/>
                      <a:pt x="59029" y="578"/>
                      <a:pt x="58908" y="669"/>
                    </a:cubicBezTo>
                    <a:cubicBezTo>
                      <a:pt x="58862" y="684"/>
                      <a:pt x="58817" y="692"/>
                      <a:pt x="58775" y="692"/>
                    </a:cubicBezTo>
                    <a:cubicBezTo>
                      <a:pt x="58733" y="692"/>
                      <a:pt x="58695" y="684"/>
                      <a:pt x="58665" y="669"/>
                    </a:cubicBezTo>
                    <a:lnTo>
                      <a:pt x="58513" y="578"/>
                    </a:lnTo>
                    <a:cubicBezTo>
                      <a:pt x="58391" y="639"/>
                      <a:pt x="58178" y="669"/>
                      <a:pt x="58026" y="699"/>
                    </a:cubicBezTo>
                    <a:lnTo>
                      <a:pt x="58026" y="547"/>
                    </a:lnTo>
                    <a:lnTo>
                      <a:pt x="58026" y="517"/>
                    </a:lnTo>
                    <a:cubicBezTo>
                      <a:pt x="57950" y="502"/>
                      <a:pt x="57867" y="494"/>
                      <a:pt x="57783" y="494"/>
                    </a:cubicBezTo>
                    <a:cubicBezTo>
                      <a:pt x="57700" y="494"/>
                      <a:pt x="57616" y="502"/>
                      <a:pt x="57540" y="517"/>
                    </a:cubicBezTo>
                    <a:cubicBezTo>
                      <a:pt x="57449" y="517"/>
                      <a:pt x="57358" y="578"/>
                      <a:pt x="57297" y="639"/>
                    </a:cubicBezTo>
                    <a:cubicBezTo>
                      <a:pt x="57297" y="644"/>
                      <a:pt x="57292" y="647"/>
                      <a:pt x="57285" y="647"/>
                    </a:cubicBezTo>
                    <a:cubicBezTo>
                      <a:pt x="57254" y="647"/>
                      <a:pt x="57169" y="602"/>
                      <a:pt x="57145" y="578"/>
                    </a:cubicBezTo>
                    <a:cubicBezTo>
                      <a:pt x="56993" y="517"/>
                      <a:pt x="56871" y="487"/>
                      <a:pt x="56719" y="487"/>
                    </a:cubicBezTo>
                    <a:lnTo>
                      <a:pt x="56415" y="487"/>
                    </a:lnTo>
                    <a:cubicBezTo>
                      <a:pt x="56233" y="517"/>
                      <a:pt x="56051" y="578"/>
                      <a:pt x="55899" y="639"/>
                    </a:cubicBezTo>
                    <a:lnTo>
                      <a:pt x="55807" y="578"/>
                    </a:lnTo>
                    <a:cubicBezTo>
                      <a:pt x="55767" y="558"/>
                      <a:pt x="55723" y="547"/>
                      <a:pt x="55679" y="547"/>
                    </a:cubicBezTo>
                    <a:cubicBezTo>
                      <a:pt x="55591" y="547"/>
                      <a:pt x="55503" y="588"/>
                      <a:pt x="55443" y="669"/>
                    </a:cubicBezTo>
                    <a:cubicBezTo>
                      <a:pt x="55199" y="669"/>
                      <a:pt x="54987" y="669"/>
                      <a:pt x="54744" y="699"/>
                    </a:cubicBezTo>
                    <a:lnTo>
                      <a:pt x="54470" y="517"/>
                    </a:lnTo>
                    <a:cubicBezTo>
                      <a:pt x="54257" y="578"/>
                      <a:pt x="54014" y="608"/>
                      <a:pt x="53801" y="608"/>
                    </a:cubicBezTo>
                    <a:cubicBezTo>
                      <a:pt x="53680" y="608"/>
                      <a:pt x="53423" y="662"/>
                      <a:pt x="53247" y="662"/>
                    </a:cubicBezTo>
                    <a:cubicBezTo>
                      <a:pt x="53160" y="662"/>
                      <a:pt x="53092" y="649"/>
                      <a:pt x="53072" y="608"/>
                    </a:cubicBezTo>
                    <a:cubicBezTo>
                      <a:pt x="53044" y="567"/>
                      <a:pt x="53011" y="551"/>
                      <a:pt x="52982" y="551"/>
                    </a:cubicBezTo>
                    <a:cubicBezTo>
                      <a:pt x="52947" y="551"/>
                      <a:pt x="52920" y="575"/>
                      <a:pt x="52920" y="608"/>
                    </a:cubicBezTo>
                    <a:cubicBezTo>
                      <a:pt x="52912" y="623"/>
                      <a:pt x="52895" y="629"/>
                      <a:pt x="52873" y="629"/>
                    </a:cubicBezTo>
                    <a:cubicBezTo>
                      <a:pt x="52806" y="629"/>
                      <a:pt x="52692" y="578"/>
                      <a:pt x="52646" y="578"/>
                    </a:cubicBezTo>
                    <a:lnTo>
                      <a:pt x="51886" y="578"/>
                    </a:lnTo>
                    <a:lnTo>
                      <a:pt x="51187" y="639"/>
                    </a:lnTo>
                    <a:cubicBezTo>
                      <a:pt x="51131" y="681"/>
                      <a:pt x="51068" y="704"/>
                      <a:pt x="51007" y="704"/>
                    </a:cubicBezTo>
                    <a:cubicBezTo>
                      <a:pt x="50938" y="704"/>
                      <a:pt x="50871" y="673"/>
                      <a:pt x="50823" y="608"/>
                    </a:cubicBezTo>
                    <a:lnTo>
                      <a:pt x="50731" y="487"/>
                    </a:lnTo>
                    <a:lnTo>
                      <a:pt x="50245" y="608"/>
                    </a:lnTo>
                    <a:lnTo>
                      <a:pt x="50063" y="608"/>
                    </a:lnTo>
                    <a:cubicBezTo>
                      <a:pt x="49971" y="639"/>
                      <a:pt x="49911" y="699"/>
                      <a:pt x="49850" y="760"/>
                    </a:cubicBezTo>
                    <a:lnTo>
                      <a:pt x="49728" y="760"/>
                    </a:lnTo>
                    <a:cubicBezTo>
                      <a:pt x="49576" y="760"/>
                      <a:pt x="49515" y="699"/>
                      <a:pt x="49424" y="639"/>
                    </a:cubicBezTo>
                    <a:lnTo>
                      <a:pt x="49394" y="608"/>
                    </a:lnTo>
                    <a:cubicBezTo>
                      <a:pt x="49212" y="639"/>
                      <a:pt x="49029" y="669"/>
                      <a:pt x="48847" y="730"/>
                    </a:cubicBezTo>
                    <a:cubicBezTo>
                      <a:pt x="48756" y="745"/>
                      <a:pt x="48664" y="753"/>
                      <a:pt x="48573" y="753"/>
                    </a:cubicBezTo>
                    <a:cubicBezTo>
                      <a:pt x="48482" y="753"/>
                      <a:pt x="48391" y="745"/>
                      <a:pt x="48300" y="730"/>
                    </a:cubicBezTo>
                    <a:cubicBezTo>
                      <a:pt x="48269" y="740"/>
                      <a:pt x="48239" y="743"/>
                      <a:pt x="48208" y="743"/>
                    </a:cubicBezTo>
                    <a:cubicBezTo>
                      <a:pt x="48148" y="743"/>
                      <a:pt x="48087" y="730"/>
                      <a:pt x="48026" y="730"/>
                    </a:cubicBezTo>
                    <a:lnTo>
                      <a:pt x="47965" y="699"/>
                    </a:lnTo>
                    <a:lnTo>
                      <a:pt x="47753" y="578"/>
                    </a:lnTo>
                    <a:cubicBezTo>
                      <a:pt x="47753" y="699"/>
                      <a:pt x="47479" y="669"/>
                      <a:pt x="47388" y="699"/>
                    </a:cubicBezTo>
                    <a:cubicBezTo>
                      <a:pt x="47266" y="699"/>
                      <a:pt x="47084" y="760"/>
                      <a:pt x="47023" y="760"/>
                    </a:cubicBezTo>
                    <a:cubicBezTo>
                      <a:pt x="46962" y="760"/>
                      <a:pt x="46810" y="730"/>
                      <a:pt x="46658" y="730"/>
                    </a:cubicBezTo>
                    <a:lnTo>
                      <a:pt x="46537" y="821"/>
                    </a:lnTo>
                    <a:cubicBezTo>
                      <a:pt x="46415" y="791"/>
                      <a:pt x="46324" y="760"/>
                      <a:pt x="46202" y="730"/>
                    </a:cubicBezTo>
                    <a:cubicBezTo>
                      <a:pt x="46196" y="724"/>
                      <a:pt x="46182" y="721"/>
                      <a:pt x="46162" y="721"/>
                    </a:cubicBezTo>
                    <a:cubicBezTo>
                      <a:pt x="46081" y="721"/>
                      <a:pt x="45911" y="760"/>
                      <a:pt x="45838" y="760"/>
                    </a:cubicBezTo>
                    <a:cubicBezTo>
                      <a:pt x="45731" y="745"/>
                      <a:pt x="45625" y="737"/>
                      <a:pt x="45518" y="737"/>
                    </a:cubicBezTo>
                    <a:cubicBezTo>
                      <a:pt x="45412" y="737"/>
                      <a:pt x="45306" y="745"/>
                      <a:pt x="45199" y="760"/>
                    </a:cubicBezTo>
                    <a:cubicBezTo>
                      <a:pt x="45088" y="805"/>
                      <a:pt x="44960" y="833"/>
                      <a:pt x="44829" y="833"/>
                    </a:cubicBezTo>
                    <a:cubicBezTo>
                      <a:pt x="44780" y="833"/>
                      <a:pt x="44731" y="829"/>
                      <a:pt x="44683" y="821"/>
                    </a:cubicBezTo>
                    <a:cubicBezTo>
                      <a:pt x="44591" y="791"/>
                      <a:pt x="44500" y="730"/>
                      <a:pt x="44439" y="669"/>
                    </a:cubicBezTo>
                    <a:cubicBezTo>
                      <a:pt x="44428" y="657"/>
                      <a:pt x="44410" y="652"/>
                      <a:pt x="44389" y="652"/>
                    </a:cubicBezTo>
                    <a:cubicBezTo>
                      <a:pt x="44301" y="652"/>
                      <a:pt x="44154" y="736"/>
                      <a:pt x="44105" y="760"/>
                    </a:cubicBezTo>
                    <a:cubicBezTo>
                      <a:pt x="44090" y="775"/>
                      <a:pt x="44067" y="783"/>
                      <a:pt x="44040" y="783"/>
                    </a:cubicBezTo>
                    <a:cubicBezTo>
                      <a:pt x="44014" y="783"/>
                      <a:pt x="43983" y="775"/>
                      <a:pt x="43953" y="760"/>
                    </a:cubicBezTo>
                    <a:cubicBezTo>
                      <a:pt x="43892" y="745"/>
                      <a:pt x="43831" y="737"/>
                      <a:pt x="43771" y="737"/>
                    </a:cubicBezTo>
                    <a:cubicBezTo>
                      <a:pt x="43710" y="737"/>
                      <a:pt x="43649" y="745"/>
                      <a:pt x="43588" y="760"/>
                    </a:cubicBezTo>
                    <a:lnTo>
                      <a:pt x="43406" y="730"/>
                    </a:lnTo>
                    <a:lnTo>
                      <a:pt x="43284" y="699"/>
                    </a:lnTo>
                    <a:cubicBezTo>
                      <a:pt x="43163" y="760"/>
                      <a:pt x="43072" y="791"/>
                      <a:pt x="42950" y="821"/>
                    </a:cubicBezTo>
                    <a:cubicBezTo>
                      <a:pt x="42930" y="821"/>
                      <a:pt x="42788" y="794"/>
                      <a:pt x="42669" y="794"/>
                    </a:cubicBezTo>
                    <a:cubicBezTo>
                      <a:pt x="42609" y="794"/>
                      <a:pt x="42555" y="801"/>
                      <a:pt x="42524" y="821"/>
                    </a:cubicBezTo>
                    <a:cubicBezTo>
                      <a:pt x="42507" y="838"/>
                      <a:pt x="42488" y="845"/>
                      <a:pt x="42468" y="845"/>
                    </a:cubicBezTo>
                    <a:cubicBezTo>
                      <a:pt x="42417" y="845"/>
                      <a:pt x="42364" y="796"/>
                      <a:pt x="42342" y="730"/>
                    </a:cubicBezTo>
                    <a:lnTo>
                      <a:pt x="42160" y="760"/>
                    </a:lnTo>
                    <a:lnTo>
                      <a:pt x="41917" y="791"/>
                    </a:lnTo>
                    <a:cubicBezTo>
                      <a:pt x="41795" y="760"/>
                      <a:pt x="41613" y="699"/>
                      <a:pt x="41582" y="699"/>
                    </a:cubicBezTo>
                    <a:lnTo>
                      <a:pt x="41552" y="699"/>
                    </a:lnTo>
                    <a:lnTo>
                      <a:pt x="41400" y="760"/>
                    </a:lnTo>
                    <a:cubicBezTo>
                      <a:pt x="41265" y="760"/>
                      <a:pt x="40962" y="856"/>
                      <a:pt x="40853" y="856"/>
                    </a:cubicBezTo>
                    <a:cubicBezTo>
                      <a:pt x="40840" y="856"/>
                      <a:pt x="40829" y="855"/>
                      <a:pt x="40822" y="851"/>
                    </a:cubicBezTo>
                    <a:cubicBezTo>
                      <a:pt x="40795" y="833"/>
                      <a:pt x="40739" y="829"/>
                      <a:pt x="40669" y="829"/>
                    </a:cubicBezTo>
                    <a:cubicBezTo>
                      <a:pt x="40596" y="829"/>
                      <a:pt x="40508" y="834"/>
                      <a:pt x="40426" y="834"/>
                    </a:cubicBezTo>
                    <a:cubicBezTo>
                      <a:pt x="40324" y="834"/>
                      <a:pt x="40231" y="826"/>
                      <a:pt x="40184" y="791"/>
                    </a:cubicBezTo>
                    <a:cubicBezTo>
                      <a:pt x="40161" y="775"/>
                      <a:pt x="40131" y="768"/>
                      <a:pt x="40096" y="768"/>
                    </a:cubicBezTo>
                    <a:cubicBezTo>
                      <a:pt x="39992" y="768"/>
                      <a:pt x="39850" y="836"/>
                      <a:pt x="39758" y="973"/>
                    </a:cubicBezTo>
                    <a:lnTo>
                      <a:pt x="39515" y="760"/>
                    </a:lnTo>
                    <a:cubicBezTo>
                      <a:pt x="39485" y="760"/>
                      <a:pt x="39424" y="760"/>
                      <a:pt x="39394" y="791"/>
                    </a:cubicBezTo>
                    <a:lnTo>
                      <a:pt x="39303" y="851"/>
                    </a:lnTo>
                    <a:cubicBezTo>
                      <a:pt x="39242" y="836"/>
                      <a:pt x="39181" y="829"/>
                      <a:pt x="39124" y="829"/>
                    </a:cubicBezTo>
                    <a:cubicBezTo>
                      <a:pt x="39067" y="829"/>
                      <a:pt x="39014" y="836"/>
                      <a:pt x="38968" y="851"/>
                    </a:cubicBezTo>
                    <a:lnTo>
                      <a:pt x="38907" y="851"/>
                    </a:lnTo>
                    <a:cubicBezTo>
                      <a:pt x="38813" y="851"/>
                      <a:pt x="38884" y="980"/>
                      <a:pt x="38834" y="980"/>
                    </a:cubicBezTo>
                    <a:cubicBezTo>
                      <a:pt x="38820" y="980"/>
                      <a:pt x="38796" y="970"/>
                      <a:pt x="38755" y="943"/>
                    </a:cubicBezTo>
                    <a:cubicBezTo>
                      <a:pt x="38710" y="927"/>
                      <a:pt x="38672" y="912"/>
                      <a:pt x="38638" y="912"/>
                    </a:cubicBezTo>
                    <a:cubicBezTo>
                      <a:pt x="38603" y="912"/>
                      <a:pt x="38573" y="927"/>
                      <a:pt x="38543" y="973"/>
                    </a:cubicBezTo>
                    <a:lnTo>
                      <a:pt x="38543" y="1064"/>
                    </a:lnTo>
                    <a:lnTo>
                      <a:pt x="38543" y="1095"/>
                    </a:lnTo>
                    <a:cubicBezTo>
                      <a:pt x="38543" y="1106"/>
                      <a:pt x="38539" y="1111"/>
                      <a:pt x="38534" y="1111"/>
                    </a:cubicBezTo>
                    <a:cubicBezTo>
                      <a:pt x="38511" y="1111"/>
                      <a:pt x="38451" y="1028"/>
                      <a:pt x="38451" y="1003"/>
                    </a:cubicBezTo>
                    <a:cubicBezTo>
                      <a:pt x="38421" y="943"/>
                      <a:pt x="38360" y="912"/>
                      <a:pt x="38299" y="882"/>
                    </a:cubicBezTo>
                    <a:lnTo>
                      <a:pt x="38239" y="882"/>
                    </a:lnTo>
                    <a:lnTo>
                      <a:pt x="38117" y="973"/>
                    </a:lnTo>
                    <a:cubicBezTo>
                      <a:pt x="38087" y="912"/>
                      <a:pt x="38026" y="851"/>
                      <a:pt x="37965" y="791"/>
                    </a:cubicBezTo>
                    <a:lnTo>
                      <a:pt x="37935" y="760"/>
                    </a:lnTo>
                    <a:lnTo>
                      <a:pt x="37844" y="699"/>
                    </a:lnTo>
                    <a:cubicBezTo>
                      <a:pt x="37752" y="791"/>
                      <a:pt x="37388" y="821"/>
                      <a:pt x="37296" y="821"/>
                    </a:cubicBezTo>
                    <a:cubicBezTo>
                      <a:pt x="37144" y="851"/>
                      <a:pt x="37023" y="912"/>
                      <a:pt x="36932" y="1034"/>
                    </a:cubicBezTo>
                    <a:cubicBezTo>
                      <a:pt x="36922" y="1054"/>
                      <a:pt x="36908" y="1064"/>
                      <a:pt x="36893" y="1064"/>
                    </a:cubicBezTo>
                    <a:cubicBezTo>
                      <a:pt x="36864" y="1064"/>
                      <a:pt x="36830" y="1024"/>
                      <a:pt x="36810" y="943"/>
                    </a:cubicBezTo>
                    <a:lnTo>
                      <a:pt x="36719" y="912"/>
                    </a:lnTo>
                    <a:cubicBezTo>
                      <a:pt x="36658" y="851"/>
                      <a:pt x="36537" y="821"/>
                      <a:pt x="36445" y="821"/>
                    </a:cubicBezTo>
                    <a:cubicBezTo>
                      <a:pt x="36272" y="879"/>
                      <a:pt x="36098" y="900"/>
                      <a:pt x="35933" y="900"/>
                    </a:cubicBezTo>
                    <a:cubicBezTo>
                      <a:pt x="35837" y="900"/>
                      <a:pt x="35744" y="893"/>
                      <a:pt x="35655" y="882"/>
                    </a:cubicBezTo>
                    <a:lnTo>
                      <a:pt x="35503" y="882"/>
                    </a:lnTo>
                    <a:cubicBezTo>
                      <a:pt x="35381" y="943"/>
                      <a:pt x="35230" y="1247"/>
                      <a:pt x="35351" y="1277"/>
                    </a:cubicBezTo>
                    <a:cubicBezTo>
                      <a:pt x="35473" y="1338"/>
                      <a:pt x="35473" y="1368"/>
                      <a:pt x="35351" y="1399"/>
                    </a:cubicBezTo>
                    <a:lnTo>
                      <a:pt x="35260" y="1459"/>
                    </a:lnTo>
                    <a:lnTo>
                      <a:pt x="35017" y="1550"/>
                    </a:lnTo>
                    <a:cubicBezTo>
                      <a:pt x="34895" y="1490"/>
                      <a:pt x="34743" y="1399"/>
                      <a:pt x="34652" y="1307"/>
                    </a:cubicBezTo>
                    <a:lnTo>
                      <a:pt x="34652" y="1277"/>
                    </a:lnTo>
                    <a:lnTo>
                      <a:pt x="34652" y="1247"/>
                    </a:lnTo>
                    <a:cubicBezTo>
                      <a:pt x="34662" y="1247"/>
                      <a:pt x="34713" y="1250"/>
                      <a:pt x="34777" y="1250"/>
                    </a:cubicBezTo>
                    <a:cubicBezTo>
                      <a:pt x="34905" y="1250"/>
                      <a:pt x="35088" y="1236"/>
                      <a:pt x="35108" y="1155"/>
                    </a:cubicBezTo>
                    <a:cubicBezTo>
                      <a:pt x="35138" y="1095"/>
                      <a:pt x="35169" y="1034"/>
                      <a:pt x="35230" y="973"/>
                    </a:cubicBezTo>
                    <a:cubicBezTo>
                      <a:pt x="35230" y="973"/>
                      <a:pt x="35230" y="943"/>
                      <a:pt x="35199" y="882"/>
                    </a:cubicBezTo>
                    <a:lnTo>
                      <a:pt x="35169" y="882"/>
                    </a:lnTo>
                    <a:lnTo>
                      <a:pt x="35017" y="851"/>
                    </a:lnTo>
                    <a:cubicBezTo>
                      <a:pt x="34865" y="851"/>
                      <a:pt x="34713" y="882"/>
                      <a:pt x="34591" y="943"/>
                    </a:cubicBezTo>
                    <a:cubicBezTo>
                      <a:pt x="34561" y="1034"/>
                      <a:pt x="34530" y="1095"/>
                      <a:pt x="34530" y="1155"/>
                    </a:cubicBezTo>
                    <a:lnTo>
                      <a:pt x="34439" y="1095"/>
                    </a:lnTo>
                    <a:cubicBezTo>
                      <a:pt x="34378" y="1064"/>
                      <a:pt x="34318" y="1034"/>
                      <a:pt x="34318" y="1003"/>
                    </a:cubicBezTo>
                    <a:lnTo>
                      <a:pt x="34318" y="973"/>
                    </a:lnTo>
                    <a:cubicBezTo>
                      <a:pt x="34348" y="912"/>
                      <a:pt x="34318" y="912"/>
                      <a:pt x="34257" y="912"/>
                    </a:cubicBezTo>
                    <a:lnTo>
                      <a:pt x="34226" y="943"/>
                    </a:lnTo>
                    <a:lnTo>
                      <a:pt x="34166" y="973"/>
                    </a:lnTo>
                    <a:cubicBezTo>
                      <a:pt x="34155" y="983"/>
                      <a:pt x="34135" y="987"/>
                      <a:pt x="34109" y="987"/>
                    </a:cubicBezTo>
                    <a:cubicBezTo>
                      <a:pt x="33993" y="987"/>
                      <a:pt x="33752" y="908"/>
                      <a:pt x="33628" y="908"/>
                    </a:cubicBezTo>
                    <a:cubicBezTo>
                      <a:pt x="33613" y="908"/>
                      <a:pt x="33599" y="909"/>
                      <a:pt x="33588" y="912"/>
                    </a:cubicBezTo>
                    <a:lnTo>
                      <a:pt x="33284" y="973"/>
                    </a:lnTo>
                    <a:lnTo>
                      <a:pt x="32950" y="973"/>
                    </a:lnTo>
                    <a:lnTo>
                      <a:pt x="32798" y="1034"/>
                    </a:lnTo>
                    <a:lnTo>
                      <a:pt x="32707" y="1034"/>
                    </a:lnTo>
                    <a:cubicBezTo>
                      <a:pt x="32692" y="1044"/>
                      <a:pt x="32676" y="1048"/>
                      <a:pt x="32658" y="1048"/>
                    </a:cubicBezTo>
                    <a:cubicBezTo>
                      <a:pt x="32569" y="1048"/>
                      <a:pt x="32454" y="933"/>
                      <a:pt x="32403" y="882"/>
                    </a:cubicBezTo>
                    <a:cubicBezTo>
                      <a:pt x="32395" y="867"/>
                      <a:pt x="32381" y="861"/>
                      <a:pt x="32363" y="861"/>
                    </a:cubicBezTo>
                    <a:cubicBezTo>
                      <a:pt x="32306" y="861"/>
                      <a:pt x="32213" y="919"/>
                      <a:pt x="32190" y="943"/>
                    </a:cubicBezTo>
                    <a:cubicBezTo>
                      <a:pt x="32068" y="1034"/>
                      <a:pt x="31977" y="1095"/>
                      <a:pt x="31856" y="1155"/>
                    </a:cubicBezTo>
                    <a:lnTo>
                      <a:pt x="31734" y="1003"/>
                    </a:lnTo>
                    <a:cubicBezTo>
                      <a:pt x="31704" y="988"/>
                      <a:pt x="31681" y="981"/>
                      <a:pt x="31658" y="981"/>
                    </a:cubicBezTo>
                    <a:cubicBezTo>
                      <a:pt x="31635" y="981"/>
                      <a:pt x="31612" y="988"/>
                      <a:pt x="31582" y="1003"/>
                    </a:cubicBezTo>
                    <a:lnTo>
                      <a:pt x="31308" y="1125"/>
                    </a:lnTo>
                    <a:cubicBezTo>
                      <a:pt x="31187" y="1034"/>
                      <a:pt x="31005" y="973"/>
                      <a:pt x="30822" y="973"/>
                    </a:cubicBezTo>
                    <a:cubicBezTo>
                      <a:pt x="30731" y="973"/>
                      <a:pt x="30640" y="973"/>
                      <a:pt x="30579" y="943"/>
                    </a:cubicBezTo>
                    <a:lnTo>
                      <a:pt x="30518" y="1003"/>
                    </a:lnTo>
                    <a:cubicBezTo>
                      <a:pt x="30457" y="1064"/>
                      <a:pt x="30457" y="1125"/>
                      <a:pt x="30397" y="1186"/>
                    </a:cubicBezTo>
                    <a:lnTo>
                      <a:pt x="30366" y="1216"/>
                    </a:lnTo>
                    <a:cubicBezTo>
                      <a:pt x="30305" y="1216"/>
                      <a:pt x="30275" y="1186"/>
                      <a:pt x="30275" y="1155"/>
                    </a:cubicBezTo>
                    <a:lnTo>
                      <a:pt x="30275" y="1064"/>
                    </a:lnTo>
                    <a:cubicBezTo>
                      <a:pt x="30275" y="1034"/>
                      <a:pt x="30214" y="973"/>
                      <a:pt x="30153" y="973"/>
                    </a:cubicBezTo>
                    <a:lnTo>
                      <a:pt x="30123" y="1003"/>
                    </a:lnTo>
                    <a:lnTo>
                      <a:pt x="30032" y="1034"/>
                    </a:lnTo>
                    <a:cubicBezTo>
                      <a:pt x="29971" y="1064"/>
                      <a:pt x="29903" y="1079"/>
                      <a:pt x="29834" y="1079"/>
                    </a:cubicBezTo>
                    <a:cubicBezTo>
                      <a:pt x="29766" y="1079"/>
                      <a:pt x="29697" y="1064"/>
                      <a:pt x="29637" y="1034"/>
                    </a:cubicBezTo>
                    <a:lnTo>
                      <a:pt x="29606" y="1034"/>
                    </a:lnTo>
                    <a:lnTo>
                      <a:pt x="29485" y="943"/>
                    </a:lnTo>
                    <a:cubicBezTo>
                      <a:pt x="29363" y="973"/>
                      <a:pt x="29181" y="1064"/>
                      <a:pt x="29181" y="1095"/>
                    </a:cubicBezTo>
                    <a:cubicBezTo>
                      <a:pt x="29181" y="1155"/>
                      <a:pt x="29120" y="1216"/>
                      <a:pt x="29059" y="1247"/>
                    </a:cubicBezTo>
                    <a:cubicBezTo>
                      <a:pt x="28998" y="1186"/>
                      <a:pt x="28968" y="1095"/>
                      <a:pt x="28907" y="1064"/>
                    </a:cubicBezTo>
                    <a:lnTo>
                      <a:pt x="28846" y="1003"/>
                    </a:lnTo>
                    <a:cubicBezTo>
                      <a:pt x="28755" y="1003"/>
                      <a:pt x="28664" y="973"/>
                      <a:pt x="28573" y="973"/>
                    </a:cubicBezTo>
                    <a:lnTo>
                      <a:pt x="28482" y="1034"/>
                    </a:lnTo>
                    <a:lnTo>
                      <a:pt x="28390" y="1095"/>
                    </a:lnTo>
                    <a:cubicBezTo>
                      <a:pt x="28238" y="1095"/>
                      <a:pt x="28056" y="1095"/>
                      <a:pt x="27904" y="1064"/>
                    </a:cubicBezTo>
                    <a:cubicBezTo>
                      <a:pt x="27894" y="1059"/>
                      <a:pt x="27881" y="1056"/>
                      <a:pt x="27868" y="1056"/>
                    </a:cubicBezTo>
                    <a:cubicBezTo>
                      <a:pt x="27802" y="1056"/>
                      <a:pt x="27701" y="1115"/>
                      <a:pt x="27600" y="1216"/>
                    </a:cubicBezTo>
                    <a:lnTo>
                      <a:pt x="27570" y="1095"/>
                    </a:lnTo>
                    <a:cubicBezTo>
                      <a:pt x="27550" y="1035"/>
                      <a:pt x="27530" y="989"/>
                      <a:pt x="27477" y="989"/>
                    </a:cubicBezTo>
                    <a:cubicBezTo>
                      <a:pt x="27448" y="989"/>
                      <a:pt x="27410" y="1002"/>
                      <a:pt x="27357" y="1034"/>
                    </a:cubicBezTo>
                    <a:lnTo>
                      <a:pt x="27296" y="1064"/>
                    </a:lnTo>
                    <a:cubicBezTo>
                      <a:pt x="27226" y="1064"/>
                      <a:pt x="27030" y="974"/>
                      <a:pt x="26943" y="974"/>
                    </a:cubicBezTo>
                    <a:cubicBezTo>
                      <a:pt x="26917" y="974"/>
                      <a:pt x="26901" y="982"/>
                      <a:pt x="26901" y="1003"/>
                    </a:cubicBezTo>
                    <a:cubicBezTo>
                      <a:pt x="26901" y="1095"/>
                      <a:pt x="26779" y="1095"/>
                      <a:pt x="26719" y="1095"/>
                    </a:cubicBezTo>
                    <a:cubicBezTo>
                      <a:pt x="26597" y="1155"/>
                      <a:pt x="26506" y="1186"/>
                      <a:pt x="26384" y="1216"/>
                    </a:cubicBezTo>
                    <a:cubicBezTo>
                      <a:pt x="26293" y="1216"/>
                      <a:pt x="26050" y="1095"/>
                      <a:pt x="25959" y="1095"/>
                    </a:cubicBezTo>
                    <a:cubicBezTo>
                      <a:pt x="25868" y="1095"/>
                      <a:pt x="25412" y="1247"/>
                      <a:pt x="25229" y="1247"/>
                    </a:cubicBezTo>
                    <a:cubicBezTo>
                      <a:pt x="24956" y="1186"/>
                      <a:pt x="24713" y="1186"/>
                      <a:pt x="24439" y="1186"/>
                    </a:cubicBezTo>
                    <a:cubicBezTo>
                      <a:pt x="24384" y="1213"/>
                      <a:pt x="24324" y="1228"/>
                      <a:pt x="24273" y="1228"/>
                    </a:cubicBezTo>
                    <a:cubicBezTo>
                      <a:pt x="24212" y="1228"/>
                      <a:pt x="24165" y="1206"/>
                      <a:pt x="24165" y="1155"/>
                    </a:cubicBezTo>
                    <a:lnTo>
                      <a:pt x="24165" y="1095"/>
                    </a:lnTo>
                    <a:cubicBezTo>
                      <a:pt x="24013" y="1155"/>
                      <a:pt x="23862" y="1216"/>
                      <a:pt x="23679" y="1277"/>
                    </a:cubicBezTo>
                    <a:cubicBezTo>
                      <a:pt x="23588" y="1277"/>
                      <a:pt x="23466" y="1247"/>
                      <a:pt x="23375" y="1216"/>
                    </a:cubicBezTo>
                    <a:lnTo>
                      <a:pt x="23284" y="1277"/>
                    </a:lnTo>
                    <a:lnTo>
                      <a:pt x="23102" y="1429"/>
                    </a:lnTo>
                    <a:cubicBezTo>
                      <a:pt x="23010" y="1368"/>
                      <a:pt x="22889" y="1368"/>
                      <a:pt x="22798" y="1368"/>
                    </a:cubicBezTo>
                    <a:cubicBezTo>
                      <a:pt x="22767" y="1399"/>
                      <a:pt x="22737" y="1459"/>
                      <a:pt x="22737" y="1490"/>
                    </a:cubicBezTo>
                    <a:cubicBezTo>
                      <a:pt x="22706" y="1550"/>
                      <a:pt x="22737" y="1733"/>
                      <a:pt x="22706" y="1794"/>
                    </a:cubicBezTo>
                    <a:cubicBezTo>
                      <a:pt x="22706" y="1815"/>
                      <a:pt x="22615" y="1837"/>
                      <a:pt x="22497" y="1837"/>
                    </a:cubicBezTo>
                    <a:cubicBezTo>
                      <a:pt x="22449" y="1837"/>
                      <a:pt x="22395" y="1833"/>
                      <a:pt x="22342" y="1824"/>
                    </a:cubicBezTo>
                    <a:lnTo>
                      <a:pt x="22159" y="1824"/>
                    </a:lnTo>
                    <a:lnTo>
                      <a:pt x="22007" y="1794"/>
                    </a:lnTo>
                    <a:cubicBezTo>
                      <a:pt x="21855" y="1794"/>
                      <a:pt x="21703" y="1794"/>
                      <a:pt x="21551" y="1824"/>
                    </a:cubicBezTo>
                    <a:cubicBezTo>
                      <a:pt x="21527" y="1824"/>
                      <a:pt x="21474" y="1819"/>
                      <a:pt x="21416" y="1819"/>
                    </a:cubicBezTo>
                    <a:cubicBezTo>
                      <a:pt x="21330" y="1819"/>
                      <a:pt x="21235" y="1830"/>
                      <a:pt x="21217" y="1885"/>
                    </a:cubicBezTo>
                    <a:cubicBezTo>
                      <a:pt x="21217" y="1929"/>
                      <a:pt x="21136" y="1958"/>
                      <a:pt x="21080" y="1958"/>
                    </a:cubicBezTo>
                    <a:cubicBezTo>
                      <a:pt x="21060" y="1958"/>
                      <a:pt x="21043" y="1954"/>
                      <a:pt x="21035" y="1946"/>
                    </a:cubicBezTo>
                    <a:cubicBezTo>
                      <a:pt x="21035" y="1915"/>
                      <a:pt x="20913" y="1915"/>
                      <a:pt x="20883" y="1885"/>
                    </a:cubicBezTo>
                    <a:cubicBezTo>
                      <a:pt x="20883" y="1854"/>
                      <a:pt x="20883" y="1642"/>
                      <a:pt x="20822" y="1642"/>
                    </a:cubicBezTo>
                    <a:cubicBezTo>
                      <a:pt x="20700" y="1611"/>
                      <a:pt x="20609" y="1581"/>
                      <a:pt x="20518" y="1520"/>
                    </a:cubicBezTo>
                    <a:lnTo>
                      <a:pt x="20366" y="1490"/>
                    </a:lnTo>
                    <a:lnTo>
                      <a:pt x="20305" y="1490"/>
                    </a:lnTo>
                    <a:cubicBezTo>
                      <a:pt x="20298" y="1482"/>
                      <a:pt x="20288" y="1479"/>
                      <a:pt x="20277" y="1479"/>
                    </a:cubicBezTo>
                    <a:cubicBezTo>
                      <a:pt x="20195" y="1479"/>
                      <a:pt x="20024" y="1653"/>
                      <a:pt x="19971" y="1733"/>
                    </a:cubicBezTo>
                    <a:cubicBezTo>
                      <a:pt x="19921" y="1808"/>
                      <a:pt x="19850" y="1862"/>
                      <a:pt x="19810" y="1862"/>
                    </a:cubicBezTo>
                    <a:cubicBezTo>
                      <a:pt x="19801" y="1862"/>
                      <a:pt x="19794" y="1860"/>
                      <a:pt x="19788" y="1854"/>
                    </a:cubicBezTo>
                    <a:lnTo>
                      <a:pt x="19728" y="1824"/>
                    </a:lnTo>
                    <a:lnTo>
                      <a:pt x="19545" y="1763"/>
                    </a:lnTo>
                    <a:cubicBezTo>
                      <a:pt x="19424" y="1854"/>
                      <a:pt x="19333" y="1915"/>
                      <a:pt x="19211" y="1976"/>
                    </a:cubicBezTo>
                    <a:cubicBezTo>
                      <a:pt x="19205" y="1982"/>
                      <a:pt x="19198" y="1984"/>
                      <a:pt x="19191" y="1984"/>
                    </a:cubicBezTo>
                    <a:cubicBezTo>
                      <a:pt x="19158" y="1984"/>
                      <a:pt x="19114" y="1940"/>
                      <a:pt x="19089" y="1915"/>
                    </a:cubicBezTo>
                    <a:lnTo>
                      <a:pt x="19120" y="1854"/>
                    </a:lnTo>
                    <a:lnTo>
                      <a:pt x="19150" y="1824"/>
                    </a:lnTo>
                    <a:cubicBezTo>
                      <a:pt x="19211" y="1763"/>
                      <a:pt x="19272" y="1672"/>
                      <a:pt x="19302" y="1581"/>
                    </a:cubicBezTo>
                    <a:lnTo>
                      <a:pt x="19120" y="1490"/>
                    </a:lnTo>
                    <a:lnTo>
                      <a:pt x="19089" y="1490"/>
                    </a:lnTo>
                    <a:cubicBezTo>
                      <a:pt x="19087" y="1487"/>
                      <a:pt x="19084" y="1486"/>
                      <a:pt x="19080" y="1486"/>
                    </a:cubicBezTo>
                    <a:cubicBezTo>
                      <a:pt x="19028" y="1486"/>
                      <a:pt x="18842" y="1649"/>
                      <a:pt x="18785" y="1733"/>
                    </a:cubicBezTo>
                    <a:cubicBezTo>
                      <a:pt x="18694" y="1854"/>
                      <a:pt x="18603" y="1946"/>
                      <a:pt x="18512" y="2037"/>
                    </a:cubicBezTo>
                    <a:lnTo>
                      <a:pt x="18269" y="2037"/>
                    </a:lnTo>
                    <a:cubicBezTo>
                      <a:pt x="18178" y="2037"/>
                      <a:pt x="18117" y="1915"/>
                      <a:pt x="18147" y="1854"/>
                    </a:cubicBezTo>
                    <a:cubicBezTo>
                      <a:pt x="18147" y="1824"/>
                      <a:pt x="18026" y="1672"/>
                      <a:pt x="17934" y="1611"/>
                    </a:cubicBezTo>
                    <a:cubicBezTo>
                      <a:pt x="17924" y="1601"/>
                      <a:pt x="17908" y="1597"/>
                      <a:pt x="17888" y="1597"/>
                    </a:cubicBezTo>
                    <a:cubicBezTo>
                      <a:pt x="17787" y="1597"/>
                      <a:pt x="17580" y="1702"/>
                      <a:pt x="17478" y="1702"/>
                    </a:cubicBezTo>
                    <a:cubicBezTo>
                      <a:pt x="17296" y="1702"/>
                      <a:pt x="17114" y="1733"/>
                      <a:pt x="16931" y="1733"/>
                    </a:cubicBezTo>
                    <a:cubicBezTo>
                      <a:pt x="16779" y="1794"/>
                      <a:pt x="16658" y="1824"/>
                      <a:pt x="16506" y="1854"/>
                    </a:cubicBezTo>
                    <a:lnTo>
                      <a:pt x="16232" y="1854"/>
                    </a:lnTo>
                    <a:lnTo>
                      <a:pt x="16171" y="1794"/>
                    </a:lnTo>
                    <a:cubicBezTo>
                      <a:pt x="16149" y="1783"/>
                      <a:pt x="16119" y="1775"/>
                      <a:pt x="16083" y="1775"/>
                    </a:cubicBezTo>
                    <a:cubicBezTo>
                      <a:pt x="16022" y="1775"/>
                      <a:pt x="15945" y="1797"/>
                      <a:pt x="15867" y="1854"/>
                    </a:cubicBezTo>
                    <a:cubicBezTo>
                      <a:pt x="15784" y="1799"/>
                      <a:pt x="15715" y="1777"/>
                      <a:pt x="15655" y="1777"/>
                    </a:cubicBezTo>
                    <a:cubicBezTo>
                      <a:pt x="15517" y="1777"/>
                      <a:pt x="15426" y="1891"/>
                      <a:pt x="15320" y="1976"/>
                    </a:cubicBezTo>
                    <a:lnTo>
                      <a:pt x="15077" y="2158"/>
                    </a:lnTo>
                    <a:cubicBezTo>
                      <a:pt x="15002" y="2137"/>
                      <a:pt x="14926" y="2127"/>
                      <a:pt x="14858" y="2127"/>
                    </a:cubicBezTo>
                    <a:cubicBezTo>
                      <a:pt x="14733" y="2127"/>
                      <a:pt x="14630" y="2160"/>
                      <a:pt x="14591" y="2219"/>
                    </a:cubicBezTo>
                    <a:lnTo>
                      <a:pt x="14591" y="2310"/>
                    </a:lnTo>
                    <a:lnTo>
                      <a:pt x="14591" y="2371"/>
                    </a:lnTo>
                    <a:cubicBezTo>
                      <a:pt x="14591" y="2446"/>
                      <a:pt x="14529" y="2501"/>
                      <a:pt x="14456" y="2501"/>
                    </a:cubicBezTo>
                    <a:cubicBezTo>
                      <a:pt x="14441" y="2501"/>
                      <a:pt x="14425" y="2498"/>
                      <a:pt x="14408" y="2493"/>
                    </a:cubicBezTo>
                    <a:cubicBezTo>
                      <a:pt x="14317" y="2462"/>
                      <a:pt x="14226" y="2462"/>
                      <a:pt x="14135" y="2462"/>
                    </a:cubicBezTo>
                    <a:lnTo>
                      <a:pt x="14044" y="2462"/>
                    </a:lnTo>
                    <a:cubicBezTo>
                      <a:pt x="13983" y="2462"/>
                      <a:pt x="13922" y="2614"/>
                      <a:pt x="13892" y="2614"/>
                    </a:cubicBezTo>
                    <a:cubicBezTo>
                      <a:pt x="13770" y="2584"/>
                      <a:pt x="13679" y="2554"/>
                      <a:pt x="13588" y="2523"/>
                    </a:cubicBezTo>
                    <a:lnTo>
                      <a:pt x="13527" y="2523"/>
                    </a:lnTo>
                    <a:cubicBezTo>
                      <a:pt x="13523" y="2519"/>
                      <a:pt x="13519" y="2517"/>
                      <a:pt x="13515" y="2517"/>
                    </a:cubicBezTo>
                    <a:cubicBezTo>
                      <a:pt x="13489" y="2517"/>
                      <a:pt x="13466" y="2592"/>
                      <a:pt x="13466" y="2645"/>
                    </a:cubicBezTo>
                    <a:cubicBezTo>
                      <a:pt x="13466" y="2689"/>
                      <a:pt x="13401" y="2717"/>
                      <a:pt x="13318" y="2717"/>
                    </a:cubicBezTo>
                    <a:cubicBezTo>
                      <a:pt x="13288" y="2717"/>
                      <a:pt x="13256" y="2714"/>
                      <a:pt x="13223" y="2706"/>
                    </a:cubicBezTo>
                    <a:lnTo>
                      <a:pt x="13162" y="2675"/>
                    </a:lnTo>
                    <a:lnTo>
                      <a:pt x="13071" y="2645"/>
                    </a:lnTo>
                    <a:cubicBezTo>
                      <a:pt x="12980" y="2614"/>
                      <a:pt x="12889" y="2584"/>
                      <a:pt x="12797" y="2523"/>
                    </a:cubicBezTo>
                    <a:cubicBezTo>
                      <a:pt x="12797" y="2518"/>
                      <a:pt x="12795" y="2515"/>
                      <a:pt x="12790" y="2515"/>
                    </a:cubicBezTo>
                    <a:cubicBezTo>
                      <a:pt x="12768" y="2515"/>
                      <a:pt x="12701" y="2574"/>
                      <a:pt x="12676" y="2675"/>
                    </a:cubicBezTo>
                    <a:lnTo>
                      <a:pt x="12554" y="2766"/>
                    </a:lnTo>
                    <a:lnTo>
                      <a:pt x="12463" y="2827"/>
                    </a:lnTo>
                    <a:cubicBezTo>
                      <a:pt x="12428" y="2916"/>
                      <a:pt x="12382" y="2963"/>
                      <a:pt x="12344" y="2963"/>
                    </a:cubicBezTo>
                    <a:cubicBezTo>
                      <a:pt x="12317" y="2963"/>
                      <a:pt x="12293" y="2939"/>
                      <a:pt x="12281" y="2888"/>
                    </a:cubicBezTo>
                    <a:lnTo>
                      <a:pt x="12220" y="2797"/>
                    </a:lnTo>
                    <a:lnTo>
                      <a:pt x="12220" y="2766"/>
                    </a:lnTo>
                    <a:cubicBezTo>
                      <a:pt x="12190" y="2751"/>
                      <a:pt x="12159" y="2744"/>
                      <a:pt x="12129" y="2744"/>
                    </a:cubicBezTo>
                    <a:cubicBezTo>
                      <a:pt x="12098" y="2744"/>
                      <a:pt x="12068" y="2751"/>
                      <a:pt x="12038" y="2766"/>
                    </a:cubicBezTo>
                    <a:lnTo>
                      <a:pt x="12038" y="2797"/>
                    </a:lnTo>
                    <a:lnTo>
                      <a:pt x="12038" y="2918"/>
                    </a:lnTo>
                    <a:cubicBezTo>
                      <a:pt x="12068" y="3009"/>
                      <a:pt x="12068" y="3131"/>
                      <a:pt x="12068" y="3222"/>
                    </a:cubicBezTo>
                    <a:cubicBezTo>
                      <a:pt x="11977" y="3131"/>
                      <a:pt x="11916" y="3040"/>
                      <a:pt x="11855" y="2949"/>
                    </a:cubicBezTo>
                    <a:cubicBezTo>
                      <a:pt x="11817" y="2891"/>
                      <a:pt x="11766" y="2870"/>
                      <a:pt x="11711" y="2870"/>
                    </a:cubicBezTo>
                    <a:cubicBezTo>
                      <a:pt x="11679" y="2870"/>
                      <a:pt x="11645" y="2877"/>
                      <a:pt x="11612" y="2888"/>
                    </a:cubicBezTo>
                    <a:cubicBezTo>
                      <a:pt x="11603" y="2897"/>
                      <a:pt x="11586" y="2900"/>
                      <a:pt x="11566" y="2900"/>
                    </a:cubicBezTo>
                    <a:cubicBezTo>
                      <a:pt x="11518" y="2900"/>
                      <a:pt x="11451" y="2879"/>
                      <a:pt x="11430" y="2857"/>
                    </a:cubicBezTo>
                    <a:cubicBezTo>
                      <a:pt x="11421" y="2849"/>
                      <a:pt x="11399" y="2845"/>
                      <a:pt x="11371" y="2845"/>
                    </a:cubicBezTo>
                    <a:cubicBezTo>
                      <a:pt x="11305" y="2845"/>
                      <a:pt x="11208" y="2866"/>
                      <a:pt x="11187" y="2888"/>
                    </a:cubicBezTo>
                    <a:cubicBezTo>
                      <a:pt x="11156" y="2888"/>
                      <a:pt x="11126" y="2949"/>
                      <a:pt x="11156" y="2949"/>
                    </a:cubicBezTo>
                    <a:lnTo>
                      <a:pt x="11156" y="2979"/>
                    </a:lnTo>
                    <a:cubicBezTo>
                      <a:pt x="11156" y="2979"/>
                      <a:pt x="11156" y="3009"/>
                      <a:pt x="11156" y="3040"/>
                    </a:cubicBezTo>
                    <a:cubicBezTo>
                      <a:pt x="11095" y="3070"/>
                      <a:pt x="11065" y="3070"/>
                      <a:pt x="11004" y="3101"/>
                    </a:cubicBezTo>
                    <a:lnTo>
                      <a:pt x="10974" y="3101"/>
                    </a:lnTo>
                    <a:cubicBezTo>
                      <a:pt x="10967" y="3097"/>
                      <a:pt x="10955" y="3096"/>
                      <a:pt x="10939" y="3096"/>
                    </a:cubicBezTo>
                    <a:cubicBezTo>
                      <a:pt x="10830" y="3096"/>
                      <a:pt x="10528" y="3166"/>
                      <a:pt x="10346" y="3166"/>
                    </a:cubicBezTo>
                    <a:cubicBezTo>
                      <a:pt x="10319" y="3166"/>
                      <a:pt x="10295" y="3165"/>
                      <a:pt x="10275" y="3161"/>
                    </a:cubicBezTo>
                    <a:lnTo>
                      <a:pt x="9940" y="3101"/>
                    </a:lnTo>
                    <a:cubicBezTo>
                      <a:pt x="9910" y="3131"/>
                      <a:pt x="9849" y="3192"/>
                      <a:pt x="9849" y="3192"/>
                    </a:cubicBezTo>
                    <a:cubicBezTo>
                      <a:pt x="9910" y="3222"/>
                      <a:pt x="9940" y="3253"/>
                      <a:pt x="10001" y="3283"/>
                    </a:cubicBezTo>
                    <a:cubicBezTo>
                      <a:pt x="10050" y="3283"/>
                      <a:pt x="10079" y="3205"/>
                      <a:pt x="10120" y="3205"/>
                    </a:cubicBezTo>
                    <a:cubicBezTo>
                      <a:pt x="10130" y="3205"/>
                      <a:pt x="10141" y="3210"/>
                      <a:pt x="10153" y="3222"/>
                    </a:cubicBezTo>
                    <a:cubicBezTo>
                      <a:pt x="10183" y="3283"/>
                      <a:pt x="10244" y="3344"/>
                      <a:pt x="10244" y="3374"/>
                    </a:cubicBezTo>
                    <a:lnTo>
                      <a:pt x="10244" y="3435"/>
                    </a:lnTo>
                    <a:cubicBezTo>
                      <a:pt x="10153" y="3465"/>
                      <a:pt x="10305" y="3557"/>
                      <a:pt x="10396" y="3587"/>
                    </a:cubicBezTo>
                    <a:cubicBezTo>
                      <a:pt x="10487" y="3587"/>
                      <a:pt x="10579" y="3587"/>
                      <a:pt x="10579" y="3526"/>
                    </a:cubicBezTo>
                    <a:lnTo>
                      <a:pt x="10579" y="3496"/>
                    </a:lnTo>
                    <a:lnTo>
                      <a:pt x="10579" y="3435"/>
                    </a:lnTo>
                    <a:cubicBezTo>
                      <a:pt x="10548" y="3405"/>
                      <a:pt x="10670" y="3374"/>
                      <a:pt x="10731" y="3374"/>
                    </a:cubicBezTo>
                    <a:cubicBezTo>
                      <a:pt x="10791" y="3374"/>
                      <a:pt x="10822" y="3587"/>
                      <a:pt x="10791" y="3648"/>
                    </a:cubicBezTo>
                    <a:cubicBezTo>
                      <a:pt x="10791" y="3709"/>
                      <a:pt x="10670" y="3800"/>
                      <a:pt x="10518" y="3800"/>
                    </a:cubicBezTo>
                    <a:lnTo>
                      <a:pt x="10366" y="3709"/>
                    </a:lnTo>
                    <a:lnTo>
                      <a:pt x="10183" y="3617"/>
                    </a:lnTo>
                    <a:cubicBezTo>
                      <a:pt x="10031" y="3800"/>
                      <a:pt x="10062" y="3952"/>
                      <a:pt x="10092" y="3952"/>
                    </a:cubicBezTo>
                    <a:lnTo>
                      <a:pt x="10487" y="3952"/>
                    </a:lnTo>
                    <a:lnTo>
                      <a:pt x="10579" y="4073"/>
                    </a:lnTo>
                    <a:cubicBezTo>
                      <a:pt x="10639" y="4073"/>
                      <a:pt x="10639" y="4134"/>
                      <a:pt x="10639" y="4165"/>
                    </a:cubicBezTo>
                    <a:cubicBezTo>
                      <a:pt x="10670" y="4165"/>
                      <a:pt x="10731" y="4073"/>
                      <a:pt x="10731" y="4013"/>
                    </a:cubicBezTo>
                    <a:cubicBezTo>
                      <a:pt x="10731" y="3982"/>
                      <a:pt x="10883" y="3952"/>
                      <a:pt x="10943" y="3952"/>
                    </a:cubicBezTo>
                    <a:cubicBezTo>
                      <a:pt x="10974" y="3952"/>
                      <a:pt x="10974" y="4013"/>
                      <a:pt x="10974" y="4043"/>
                    </a:cubicBezTo>
                    <a:cubicBezTo>
                      <a:pt x="10974" y="4064"/>
                      <a:pt x="11075" y="4099"/>
                      <a:pt x="11148" y="4099"/>
                    </a:cubicBezTo>
                    <a:cubicBezTo>
                      <a:pt x="11181" y="4099"/>
                      <a:pt x="11207" y="4092"/>
                      <a:pt x="11217" y="4073"/>
                    </a:cubicBezTo>
                    <a:cubicBezTo>
                      <a:pt x="11232" y="4043"/>
                      <a:pt x="11270" y="4028"/>
                      <a:pt x="11312" y="4028"/>
                    </a:cubicBezTo>
                    <a:cubicBezTo>
                      <a:pt x="11354" y="4028"/>
                      <a:pt x="11399" y="4043"/>
                      <a:pt x="11430" y="4073"/>
                    </a:cubicBezTo>
                    <a:lnTo>
                      <a:pt x="11521" y="4104"/>
                    </a:lnTo>
                    <a:cubicBezTo>
                      <a:pt x="11538" y="4107"/>
                      <a:pt x="11552" y="4109"/>
                      <a:pt x="11564" y="4109"/>
                    </a:cubicBezTo>
                    <a:cubicBezTo>
                      <a:pt x="11661" y="4109"/>
                      <a:pt x="11619" y="4009"/>
                      <a:pt x="11673" y="3982"/>
                    </a:cubicBezTo>
                    <a:lnTo>
                      <a:pt x="11734" y="3952"/>
                    </a:lnTo>
                    <a:cubicBezTo>
                      <a:pt x="11825" y="3952"/>
                      <a:pt x="11946" y="3982"/>
                      <a:pt x="12038" y="4043"/>
                    </a:cubicBezTo>
                    <a:lnTo>
                      <a:pt x="12038" y="4134"/>
                    </a:lnTo>
                    <a:cubicBezTo>
                      <a:pt x="11946" y="4225"/>
                      <a:pt x="11825" y="4256"/>
                      <a:pt x="11703" y="4286"/>
                    </a:cubicBezTo>
                    <a:lnTo>
                      <a:pt x="11673" y="4286"/>
                    </a:lnTo>
                    <a:cubicBezTo>
                      <a:pt x="11642" y="4316"/>
                      <a:pt x="11582" y="4316"/>
                      <a:pt x="11551" y="4316"/>
                    </a:cubicBezTo>
                    <a:cubicBezTo>
                      <a:pt x="11460" y="4286"/>
                      <a:pt x="11399" y="4256"/>
                      <a:pt x="11308" y="4225"/>
                    </a:cubicBezTo>
                    <a:lnTo>
                      <a:pt x="11247" y="4225"/>
                    </a:lnTo>
                    <a:cubicBezTo>
                      <a:pt x="11231" y="4217"/>
                      <a:pt x="11215" y="4214"/>
                      <a:pt x="11199" y="4214"/>
                    </a:cubicBezTo>
                    <a:cubicBezTo>
                      <a:pt x="11094" y="4214"/>
                      <a:pt x="10992" y="4379"/>
                      <a:pt x="10913" y="4590"/>
                    </a:cubicBezTo>
                    <a:lnTo>
                      <a:pt x="11278" y="4712"/>
                    </a:lnTo>
                    <a:lnTo>
                      <a:pt x="11308" y="4712"/>
                    </a:lnTo>
                    <a:cubicBezTo>
                      <a:pt x="11308" y="4803"/>
                      <a:pt x="11399" y="4894"/>
                      <a:pt x="11490" y="4924"/>
                    </a:cubicBezTo>
                    <a:cubicBezTo>
                      <a:pt x="11521" y="4924"/>
                      <a:pt x="11551" y="4955"/>
                      <a:pt x="11521" y="5016"/>
                    </a:cubicBezTo>
                    <a:lnTo>
                      <a:pt x="11490" y="5076"/>
                    </a:lnTo>
                    <a:lnTo>
                      <a:pt x="11490" y="5107"/>
                    </a:lnTo>
                    <a:cubicBezTo>
                      <a:pt x="11582" y="5137"/>
                      <a:pt x="11665" y="5152"/>
                      <a:pt x="11745" y="5152"/>
                    </a:cubicBezTo>
                    <a:cubicBezTo>
                      <a:pt x="11825" y="5152"/>
                      <a:pt x="11901" y="5137"/>
                      <a:pt x="11977" y="5107"/>
                    </a:cubicBezTo>
                    <a:cubicBezTo>
                      <a:pt x="12098" y="5076"/>
                      <a:pt x="12159" y="4955"/>
                      <a:pt x="12068" y="4833"/>
                    </a:cubicBezTo>
                    <a:lnTo>
                      <a:pt x="12250" y="4803"/>
                    </a:lnTo>
                    <a:lnTo>
                      <a:pt x="12402" y="4772"/>
                    </a:lnTo>
                    <a:lnTo>
                      <a:pt x="12433" y="4772"/>
                    </a:lnTo>
                    <a:cubicBezTo>
                      <a:pt x="12463" y="4772"/>
                      <a:pt x="12494" y="4833"/>
                      <a:pt x="12463" y="4864"/>
                    </a:cubicBezTo>
                    <a:cubicBezTo>
                      <a:pt x="12463" y="4864"/>
                      <a:pt x="12433" y="4985"/>
                      <a:pt x="12402" y="5076"/>
                    </a:cubicBezTo>
                    <a:lnTo>
                      <a:pt x="12402" y="5137"/>
                    </a:lnTo>
                    <a:cubicBezTo>
                      <a:pt x="12418" y="5228"/>
                      <a:pt x="12463" y="5251"/>
                      <a:pt x="12516" y="5251"/>
                    </a:cubicBezTo>
                    <a:cubicBezTo>
                      <a:pt x="12570" y="5251"/>
                      <a:pt x="12630" y="5228"/>
                      <a:pt x="12676" y="5228"/>
                    </a:cubicBezTo>
                    <a:cubicBezTo>
                      <a:pt x="12706" y="5198"/>
                      <a:pt x="12706" y="5137"/>
                      <a:pt x="12706" y="5107"/>
                    </a:cubicBezTo>
                    <a:lnTo>
                      <a:pt x="12645" y="5107"/>
                    </a:lnTo>
                    <a:cubicBezTo>
                      <a:pt x="12494" y="5107"/>
                      <a:pt x="12494" y="5107"/>
                      <a:pt x="12524" y="5016"/>
                    </a:cubicBezTo>
                    <a:lnTo>
                      <a:pt x="12554" y="4985"/>
                    </a:lnTo>
                    <a:cubicBezTo>
                      <a:pt x="12562" y="4971"/>
                      <a:pt x="12581" y="4965"/>
                      <a:pt x="12608" y="4965"/>
                    </a:cubicBezTo>
                    <a:cubicBezTo>
                      <a:pt x="12691" y="4965"/>
                      <a:pt x="12842" y="5023"/>
                      <a:pt x="12889" y="5046"/>
                    </a:cubicBezTo>
                    <a:cubicBezTo>
                      <a:pt x="12980" y="5107"/>
                      <a:pt x="13071" y="5168"/>
                      <a:pt x="13193" y="5168"/>
                    </a:cubicBezTo>
                    <a:cubicBezTo>
                      <a:pt x="13284" y="5168"/>
                      <a:pt x="13345" y="5168"/>
                      <a:pt x="13436" y="5137"/>
                    </a:cubicBezTo>
                    <a:cubicBezTo>
                      <a:pt x="13557" y="5107"/>
                      <a:pt x="13679" y="5107"/>
                      <a:pt x="13801" y="5107"/>
                    </a:cubicBezTo>
                    <a:lnTo>
                      <a:pt x="13953" y="5198"/>
                    </a:lnTo>
                    <a:cubicBezTo>
                      <a:pt x="14036" y="5281"/>
                      <a:pt x="14119" y="5415"/>
                      <a:pt x="14294" y="5415"/>
                    </a:cubicBezTo>
                    <a:cubicBezTo>
                      <a:pt x="14311" y="5415"/>
                      <a:pt x="14329" y="5413"/>
                      <a:pt x="14348" y="5411"/>
                    </a:cubicBezTo>
                    <a:lnTo>
                      <a:pt x="15260" y="5411"/>
                    </a:lnTo>
                    <a:cubicBezTo>
                      <a:pt x="15412" y="5411"/>
                      <a:pt x="15563" y="5411"/>
                      <a:pt x="15715" y="5472"/>
                    </a:cubicBezTo>
                    <a:cubicBezTo>
                      <a:pt x="15733" y="5477"/>
                      <a:pt x="15754" y="5480"/>
                      <a:pt x="15777" y="5480"/>
                    </a:cubicBezTo>
                    <a:cubicBezTo>
                      <a:pt x="15874" y="5480"/>
                      <a:pt x="16012" y="5435"/>
                      <a:pt x="16111" y="5411"/>
                    </a:cubicBezTo>
                    <a:cubicBezTo>
                      <a:pt x="16141" y="5411"/>
                      <a:pt x="16179" y="5418"/>
                      <a:pt x="16213" y="5418"/>
                    </a:cubicBezTo>
                    <a:cubicBezTo>
                      <a:pt x="16247" y="5418"/>
                      <a:pt x="16278" y="5411"/>
                      <a:pt x="16293" y="5380"/>
                    </a:cubicBezTo>
                    <a:cubicBezTo>
                      <a:pt x="16319" y="5328"/>
                      <a:pt x="16323" y="5253"/>
                      <a:pt x="16402" y="5253"/>
                    </a:cubicBezTo>
                    <a:cubicBezTo>
                      <a:pt x="16414" y="5253"/>
                      <a:pt x="16428" y="5255"/>
                      <a:pt x="16445" y="5259"/>
                    </a:cubicBezTo>
                    <a:lnTo>
                      <a:pt x="16506" y="5259"/>
                    </a:lnTo>
                    <a:cubicBezTo>
                      <a:pt x="16567" y="5320"/>
                      <a:pt x="16567" y="5411"/>
                      <a:pt x="16506" y="5472"/>
                    </a:cubicBezTo>
                    <a:lnTo>
                      <a:pt x="16323" y="5472"/>
                    </a:lnTo>
                    <a:cubicBezTo>
                      <a:pt x="16232" y="5563"/>
                      <a:pt x="16141" y="5593"/>
                      <a:pt x="16050" y="5623"/>
                    </a:cubicBezTo>
                    <a:lnTo>
                      <a:pt x="15928" y="5623"/>
                    </a:lnTo>
                    <a:cubicBezTo>
                      <a:pt x="15920" y="5619"/>
                      <a:pt x="15911" y="5617"/>
                      <a:pt x="15902" y="5617"/>
                    </a:cubicBezTo>
                    <a:cubicBezTo>
                      <a:pt x="15844" y="5617"/>
                      <a:pt x="15776" y="5693"/>
                      <a:pt x="15776" y="5745"/>
                    </a:cubicBezTo>
                    <a:cubicBezTo>
                      <a:pt x="15776" y="5752"/>
                      <a:pt x="15768" y="5756"/>
                      <a:pt x="15752" y="5756"/>
                    </a:cubicBezTo>
                    <a:cubicBezTo>
                      <a:pt x="15703" y="5756"/>
                      <a:pt x="15581" y="5716"/>
                      <a:pt x="15442" y="5623"/>
                    </a:cubicBezTo>
                    <a:lnTo>
                      <a:pt x="15168" y="5775"/>
                    </a:lnTo>
                    <a:lnTo>
                      <a:pt x="14925" y="5775"/>
                    </a:lnTo>
                    <a:cubicBezTo>
                      <a:pt x="14773" y="5745"/>
                      <a:pt x="14621" y="5745"/>
                      <a:pt x="14469" y="5745"/>
                    </a:cubicBezTo>
                    <a:lnTo>
                      <a:pt x="14256" y="5745"/>
                    </a:lnTo>
                    <a:cubicBezTo>
                      <a:pt x="14211" y="5745"/>
                      <a:pt x="14135" y="5737"/>
                      <a:pt x="14063" y="5737"/>
                    </a:cubicBezTo>
                    <a:cubicBezTo>
                      <a:pt x="13991" y="5737"/>
                      <a:pt x="13922" y="5745"/>
                      <a:pt x="13892" y="5775"/>
                    </a:cubicBezTo>
                    <a:cubicBezTo>
                      <a:pt x="13831" y="5836"/>
                      <a:pt x="13770" y="5927"/>
                      <a:pt x="13709" y="5988"/>
                    </a:cubicBezTo>
                    <a:cubicBezTo>
                      <a:pt x="13649" y="5988"/>
                      <a:pt x="13466" y="5897"/>
                      <a:pt x="13436" y="5867"/>
                    </a:cubicBezTo>
                    <a:cubicBezTo>
                      <a:pt x="13284" y="5867"/>
                      <a:pt x="13162" y="5867"/>
                      <a:pt x="13041" y="5927"/>
                    </a:cubicBezTo>
                    <a:cubicBezTo>
                      <a:pt x="12980" y="5927"/>
                      <a:pt x="12889" y="5927"/>
                      <a:pt x="12858" y="5867"/>
                    </a:cubicBezTo>
                    <a:cubicBezTo>
                      <a:pt x="12858" y="5861"/>
                      <a:pt x="12854" y="5858"/>
                      <a:pt x="12846" y="5858"/>
                    </a:cubicBezTo>
                    <a:cubicBezTo>
                      <a:pt x="12815" y="5858"/>
                      <a:pt x="12731" y="5903"/>
                      <a:pt x="12706" y="5927"/>
                    </a:cubicBezTo>
                    <a:lnTo>
                      <a:pt x="12402" y="5927"/>
                    </a:lnTo>
                    <a:cubicBezTo>
                      <a:pt x="12281" y="5927"/>
                      <a:pt x="12129" y="5927"/>
                      <a:pt x="12007" y="5958"/>
                    </a:cubicBezTo>
                    <a:cubicBezTo>
                      <a:pt x="11931" y="5973"/>
                      <a:pt x="11855" y="5981"/>
                      <a:pt x="11779" y="5981"/>
                    </a:cubicBezTo>
                    <a:cubicBezTo>
                      <a:pt x="11703" y="5981"/>
                      <a:pt x="11627" y="5973"/>
                      <a:pt x="11551" y="5958"/>
                    </a:cubicBezTo>
                    <a:lnTo>
                      <a:pt x="11399" y="5958"/>
                    </a:lnTo>
                    <a:cubicBezTo>
                      <a:pt x="11247" y="5988"/>
                      <a:pt x="11095" y="6019"/>
                      <a:pt x="10974" y="6079"/>
                    </a:cubicBezTo>
                    <a:cubicBezTo>
                      <a:pt x="10913" y="6079"/>
                      <a:pt x="10913" y="6201"/>
                      <a:pt x="10852" y="6201"/>
                    </a:cubicBezTo>
                    <a:cubicBezTo>
                      <a:pt x="10831" y="6206"/>
                      <a:pt x="10813" y="6209"/>
                      <a:pt x="10798" y="6209"/>
                    </a:cubicBezTo>
                    <a:cubicBezTo>
                      <a:pt x="10731" y="6209"/>
                      <a:pt x="10731" y="6154"/>
                      <a:pt x="10731" y="6079"/>
                    </a:cubicBezTo>
                    <a:lnTo>
                      <a:pt x="10639" y="6079"/>
                    </a:lnTo>
                    <a:cubicBezTo>
                      <a:pt x="10582" y="6137"/>
                      <a:pt x="10499" y="6158"/>
                      <a:pt x="10416" y="6158"/>
                    </a:cubicBezTo>
                    <a:cubicBezTo>
                      <a:pt x="10368" y="6158"/>
                      <a:pt x="10319" y="6151"/>
                      <a:pt x="10275" y="6140"/>
                    </a:cubicBezTo>
                    <a:lnTo>
                      <a:pt x="10062" y="6110"/>
                    </a:lnTo>
                    <a:lnTo>
                      <a:pt x="10062" y="6110"/>
                    </a:lnTo>
                    <a:cubicBezTo>
                      <a:pt x="10080" y="6181"/>
                      <a:pt x="10066" y="6211"/>
                      <a:pt x="10040" y="6211"/>
                    </a:cubicBezTo>
                    <a:cubicBezTo>
                      <a:pt x="10021" y="6211"/>
                      <a:pt x="9996" y="6196"/>
                      <a:pt x="9971" y="6171"/>
                    </a:cubicBezTo>
                    <a:lnTo>
                      <a:pt x="9819" y="6171"/>
                    </a:lnTo>
                    <a:cubicBezTo>
                      <a:pt x="9697" y="6201"/>
                      <a:pt x="9606" y="6231"/>
                      <a:pt x="9484" y="6262"/>
                    </a:cubicBezTo>
                    <a:lnTo>
                      <a:pt x="9393" y="6262"/>
                    </a:lnTo>
                    <a:cubicBezTo>
                      <a:pt x="9363" y="6292"/>
                      <a:pt x="9332" y="6292"/>
                      <a:pt x="9272" y="6323"/>
                    </a:cubicBezTo>
                    <a:cubicBezTo>
                      <a:pt x="9164" y="6344"/>
                      <a:pt x="9057" y="6366"/>
                      <a:pt x="8949" y="6366"/>
                    </a:cubicBezTo>
                    <a:cubicBezTo>
                      <a:pt x="8905" y="6366"/>
                      <a:pt x="8860" y="6362"/>
                      <a:pt x="8816" y="6353"/>
                    </a:cubicBezTo>
                    <a:lnTo>
                      <a:pt x="8724" y="6353"/>
                    </a:lnTo>
                    <a:cubicBezTo>
                      <a:pt x="8603" y="6353"/>
                      <a:pt x="8177" y="6535"/>
                      <a:pt x="8056" y="6535"/>
                    </a:cubicBezTo>
                    <a:cubicBezTo>
                      <a:pt x="7954" y="6535"/>
                      <a:pt x="7718" y="6495"/>
                      <a:pt x="7554" y="6495"/>
                    </a:cubicBezTo>
                    <a:cubicBezTo>
                      <a:pt x="7471" y="6495"/>
                      <a:pt x="7407" y="6505"/>
                      <a:pt x="7387" y="6535"/>
                    </a:cubicBezTo>
                    <a:cubicBezTo>
                      <a:pt x="7348" y="6594"/>
                      <a:pt x="7296" y="6628"/>
                      <a:pt x="7248" y="6628"/>
                    </a:cubicBezTo>
                    <a:cubicBezTo>
                      <a:pt x="7221" y="6628"/>
                      <a:pt x="7196" y="6618"/>
                      <a:pt x="7174" y="6596"/>
                    </a:cubicBezTo>
                    <a:lnTo>
                      <a:pt x="7144" y="6535"/>
                    </a:lnTo>
                    <a:lnTo>
                      <a:pt x="7113" y="6505"/>
                    </a:lnTo>
                    <a:cubicBezTo>
                      <a:pt x="7024" y="6469"/>
                      <a:pt x="6946" y="6455"/>
                      <a:pt x="6865" y="6455"/>
                    </a:cubicBezTo>
                    <a:cubicBezTo>
                      <a:pt x="6809" y="6455"/>
                      <a:pt x="6751" y="6462"/>
                      <a:pt x="6688" y="6475"/>
                    </a:cubicBezTo>
                    <a:lnTo>
                      <a:pt x="6536" y="6535"/>
                    </a:lnTo>
                    <a:cubicBezTo>
                      <a:pt x="6436" y="6586"/>
                      <a:pt x="6335" y="6608"/>
                      <a:pt x="6235" y="6608"/>
                    </a:cubicBezTo>
                    <a:cubicBezTo>
                      <a:pt x="6153" y="6608"/>
                      <a:pt x="6071" y="6593"/>
                      <a:pt x="5989" y="6566"/>
                    </a:cubicBezTo>
                    <a:cubicBezTo>
                      <a:pt x="5928" y="6551"/>
                      <a:pt x="5867" y="6543"/>
                      <a:pt x="5803" y="6543"/>
                    </a:cubicBezTo>
                    <a:cubicBezTo>
                      <a:pt x="5738" y="6543"/>
                      <a:pt x="5670" y="6551"/>
                      <a:pt x="5594" y="6566"/>
                    </a:cubicBezTo>
                    <a:lnTo>
                      <a:pt x="5503" y="6596"/>
                    </a:lnTo>
                    <a:cubicBezTo>
                      <a:pt x="5381" y="6657"/>
                      <a:pt x="5168" y="6748"/>
                      <a:pt x="5077" y="6839"/>
                    </a:cubicBezTo>
                    <a:lnTo>
                      <a:pt x="4925" y="6687"/>
                    </a:lnTo>
                    <a:cubicBezTo>
                      <a:pt x="4918" y="6684"/>
                      <a:pt x="4910" y="6682"/>
                      <a:pt x="4900" y="6682"/>
                    </a:cubicBezTo>
                    <a:cubicBezTo>
                      <a:pt x="4834" y="6682"/>
                      <a:pt x="4709" y="6753"/>
                      <a:pt x="4625" y="6753"/>
                    </a:cubicBezTo>
                    <a:cubicBezTo>
                      <a:pt x="4612" y="6753"/>
                      <a:pt x="4601" y="6752"/>
                      <a:pt x="4591" y="6748"/>
                    </a:cubicBezTo>
                    <a:lnTo>
                      <a:pt x="4317" y="6627"/>
                    </a:lnTo>
                    <a:cubicBezTo>
                      <a:pt x="4195" y="6718"/>
                      <a:pt x="4013" y="6748"/>
                      <a:pt x="3861" y="6748"/>
                    </a:cubicBezTo>
                    <a:cubicBezTo>
                      <a:pt x="3834" y="6739"/>
                      <a:pt x="3810" y="6736"/>
                      <a:pt x="3788" y="6736"/>
                    </a:cubicBezTo>
                    <a:cubicBezTo>
                      <a:pt x="3734" y="6736"/>
                      <a:pt x="3691" y="6757"/>
                      <a:pt x="3648" y="6779"/>
                    </a:cubicBezTo>
                    <a:lnTo>
                      <a:pt x="3588" y="6779"/>
                    </a:lnTo>
                    <a:lnTo>
                      <a:pt x="3284" y="6718"/>
                    </a:lnTo>
                    <a:cubicBezTo>
                      <a:pt x="3149" y="6814"/>
                      <a:pt x="3039" y="6874"/>
                      <a:pt x="2976" y="6874"/>
                    </a:cubicBezTo>
                    <a:cubicBezTo>
                      <a:pt x="2939" y="6874"/>
                      <a:pt x="2919" y="6854"/>
                      <a:pt x="2919" y="6809"/>
                    </a:cubicBezTo>
                    <a:lnTo>
                      <a:pt x="2706" y="6900"/>
                    </a:lnTo>
                    <a:cubicBezTo>
                      <a:pt x="2661" y="6915"/>
                      <a:pt x="2615" y="6923"/>
                      <a:pt x="2569" y="6923"/>
                    </a:cubicBezTo>
                    <a:cubicBezTo>
                      <a:pt x="2524" y="6923"/>
                      <a:pt x="2478" y="6915"/>
                      <a:pt x="2433" y="6900"/>
                    </a:cubicBezTo>
                    <a:cubicBezTo>
                      <a:pt x="2402" y="6870"/>
                      <a:pt x="2357" y="6855"/>
                      <a:pt x="2311" y="6855"/>
                    </a:cubicBezTo>
                    <a:cubicBezTo>
                      <a:pt x="2265" y="6855"/>
                      <a:pt x="2220" y="6870"/>
                      <a:pt x="2189" y="6900"/>
                    </a:cubicBezTo>
                    <a:cubicBezTo>
                      <a:pt x="2176" y="6905"/>
                      <a:pt x="2162" y="6906"/>
                      <a:pt x="2148" y="6906"/>
                    </a:cubicBezTo>
                    <a:cubicBezTo>
                      <a:pt x="2078" y="6906"/>
                      <a:pt x="1997" y="6863"/>
                      <a:pt x="1927" y="6863"/>
                    </a:cubicBezTo>
                    <a:cubicBezTo>
                      <a:pt x="1913" y="6863"/>
                      <a:pt x="1899" y="6865"/>
                      <a:pt x="1885" y="6870"/>
                    </a:cubicBezTo>
                    <a:lnTo>
                      <a:pt x="1794" y="6900"/>
                    </a:lnTo>
                    <a:cubicBezTo>
                      <a:pt x="1673" y="6900"/>
                      <a:pt x="1399" y="6991"/>
                      <a:pt x="1308" y="6991"/>
                    </a:cubicBezTo>
                    <a:cubicBezTo>
                      <a:pt x="1304" y="6990"/>
                      <a:pt x="1300" y="6989"/>
                      <a:pt x="1295" y="6989"/>
                    </a:cubicBezTo>
                    <a:cubicBezTo>
                      <a:pt x="1219" y="6989"/>
                      <a:pt x="1000" y="7204"/>
                      <a:pt x="943" y="7204"/>
                    </a:cubicBezTo>
                    <a:cubicBezTo>
                      <a:pt x="882" y="7174"/>
                      <a:pt x="761" y="7174"/>
                      <a:pt x="670" y="7174"/>
                    </a:cubicBezTo>
                    <a:lnTo>
                      <a:pt x="609" y="7265"/>
                    </a:lnTo>
                    <a:cubicBezTo>
                      <a:pt x="578" y="7295"/>
                      <a:pt x="396" y="7295"/>
                      <a:pt x="335" y="7326"/>
                    </a:cubicBezTo>
                    <a:cubicBezTo>
                      <a:pt x="244" y="7386"/>
                      <a:pt x="183" y="7478"/>
                      <a:pt x="153" y="7599"/>
                    </a:cubicBezTo>
                    <a:cubicBezTo>
                      <a:pt x="122" y="7690"/>
                      <a:pt x="183" y="7782"/>
                      <a:pt x="244" y="7903"/>
                    </a:cubicBezTo>
                    <a:lnTo>
                      <a:pt x="274" y="7994"/>
                    </a:lnTo>
                    <a:cubicBezTo>
                      <a:pt x="305" y="8086"/>
                      <a:pt x="183" y="8207"/>
                      <a:pt x="122" y="8207"/>
                    </a:cubicBezTo>
                    <a:cubicBezTo>
                      <a:pt x="62" y="8238"/>
                      <a:pt x="122" y="8450"/>
                      <a:pt x="62" y="8481"/>
                    </a:cubicBezTo>
                    <a:cubicBezTo>
                      <a:pt x="1" y="8541"/>
                      <a:pt x="92" y="8602"/>
                      <a:pt x="122" y="8633"/>
                    </a:cubicBezTo>
                    <a:cubicBezTo>
                      <a:pt x="183" y="8633"/>
                      <a:pt x="183" y="8754"/>
                      <a:pt x="92" y="8876"/>
                    </a:cubicBezTo>
                    <a:lnTo>
                      <a:pt x="153" y="8937"/>
                    </a:lnTo>
                    <a:lnTo>
                      <a:pt x="335" y="9149"/>
                    </a:lnTo>
                    <a:cubicBezTo>
                      <a:pt x="396" y="9362"/>
                      <a:pt x="487" y="9545"/>
                      <a:pt x="639" y="9727"/>
                    </a:cubicBezTo>
                    <a:lnTo>
                      <a:pt x="548" y="9818"/>
                    </a:lnTo>
                    <a:cubicBezTo>
                      <a:pt x="518" y="9879"/>
                      <a:pt x="548" y="9940"/>
                      <a:pt x="670" y="9970"/>
                    </a:cubicBezTo>
                    <a:lnTo>
                      <a:pt x="791" y="10000"/>
                    </a:lnTo>
                    <a:cubicBezTo>
                      <a:pt x="700" y="10061"/>
                      <a:pt x="609" y="10152"/>
                      <a:pt x="518" y="10213"/>
                    </a:cubicBezTo>
                    <a:cubicBezTo>
                      <a:pt x="457" y="10213"/>
                      <a:pt x="548" y="10335"/>
                      <a:pt x="578" y="10365"/>
                    </a:cubicBezTo>
                    <a:cubicBezTo>
                      <a:pt x="609" y="10426"/>
                      <a:pt x="639" y="10487"/>
                      <a:pt x="609" y="10548"/>
                    </a:cubicBezTo>
                    <a:lnTo>
                      <a:pt x="578" y="10608"/>
                    </a:lnTo>
                    <a:cubicBezTo>
                      <a:pt x="578" y="10730"/>
                      <a:pt x="639" y="10760"/>
                      <a:pt x="730" y="10760"/>
                    </a:cubicBezTo>
                    <a:lnTo>
                      <a:pt x="974" y="10730"/>
                    </a:lnTo>
                    <a:lnTo>
                      <a:pt x="974" y="10730"/>
                    </a:lnTo>
                    <a:cubicBezTo>
                      <a:pt x="943" y="10791"/>
                      <a:pt x="882" y="11004"/>
                      <a:pt x="822" y="11186"/>
                    </a:cubicBezTo>
                    <a:lnTo>
                      <a:pt x="1126" y="11338"/>
                    </a:lnTo>
                    <a:lnTo>
                      <a:pt x="1217" y="11368"/>
                    </a:lnTo>
                    <a:cubicBezTo>
                      <a:pt x="1338" y="11399"/>
                      <a:pt x="1490" y="11429"/>
                      <a:pt x="1612" y="11429"/>
                    </a:cubicBezTo>
                    <a:lnTo>
                      <a:pt x="1733" y="11459"/>
                    </a:lnTo>
                    <a:lnTo>
                      <a:pt x="1946" y="11490"/>
                    </a:lnTo>
                    <a:cubicBezTo>
                      <a:pt x="2129" y="11551"/>
                      <a:pt x="2706" y="11794"/>
                      <a:pt x="2858" y="11824"/>
                    </a:cubicBezTo>
                    <a:cubicBezTo>
                      <a:pt x="3040" y="11855"/>
                      <a:pt x="3223" y="11855"/>
                      <a:pt x="3405" y="11855"/>
                    </a:cubicBezTo>
                    <a:lnTo>
                      <a:pt x="3527" y="11915"/>
                    </a:lnTo>
                    <a:cubicBezTo>
                      <a:pt x="3618" y="11976"/>
                      <a:pt x="3709" y="12007"/>
                      <a:pt x="3800" y="12007"/>
                    </a:cubicBezTo>
                    <a:cubicBezTo>
                      <a:pt x="3827" y="12002"/>
                      <a:pt x="3852" y="12000"/>
                      <a:pt x="3877" y="12000"/>
                    </a:cubicBezTo>
                    <a:cubicBezTo>
                      <a:pt x="3995" y="12000"/>
                      <a:pt x="4089" y="12043"/>
                      <a:pt x="4191" y="12043"/>
                    </a:cubicBezTo>
                    <a:cubicBezTo>
                      <a:pt x="4212" y="12043"/>
                      <a:pt x="4234" y="12041"/>
                      <a:pt x="4256" y="12037"/>
                    </a:cubicBezTo>
                    <a:lnTo>
                      <a:pt x="5168" y="12037"/>
                    </a:lnTo>
                    <a:cubicBezTo>
                      <a:pt x="5259" y="12098"/>
                      <a:pt x="5381" y="12098"/>
                      <a:pt x="5503" y="12098"/>
                    </a:cubicBezTo>
                    <a:lnTo>
                      <a:pt x="5563" y="12128"/>
                    </a:lnTo>
                    <a:lnTo>
                      <a:pt x="5624" y="12189"/>
                    </a:lnTo>
                    <a:lnTo>
                      <a:pt x="5867" y="12371"/>
                    </a:lnTo>
                    <a:cubicBezTo>
                      <a:pt x="5867" y="12402"/>
                      <a:pt x="5776" y="12462"/>
                      <a:pt x="5715" y="12462"/>
                    </a:cubicBezTo>
                    <a:cubicBezTo>
                      <a:pt x="5654" y="12493"/>
                      <a:pt x="5776" y="12554"/>
                      <a:pt x="5958" y="12614"/>
                    </a:cubicBezTo>
                    <a:lnTo>
                      <a:pt x="6019" y="12402"/>
                    </a:lnTo>
                    <a:lnTo>
                      <a:pt x="6050" y="12280"/>
                    </a:lnTo>
                    <a:cubicBezTo>
                      <a:pt x="6202" y="12311"/>
                      <a:pt x="6354" y="12341"/>
                      <a:pt x="6506" y="12432"/>
                    </a:cubicBezTo>
                    <a:cubicBezTo>
                      <a:pt x="6536" y="12462"/>
                      <a:pt x="6566" y="12493"/>
                      <a:pt x="6597" y="12554"/>
                    </a:cubicBezTo>
                    <a:lnTo>
                      <a:pt x="6566" y="12584"/>
                    </a:lnTo>
                    <a:lnTo>
                      <a:pt x="6536" y="12645"/>
                    </a:lnTo>
                    <a:cubicBezTo>
                      <a:pt x="6445" y="12675"/>
                      <a:pt x="6445" y="12797"/>
                      <a:pt x="6536" y="12918"/>
                    </a:cubicBezTo>
                    <a:lnTo>
                      <a:pt x="6627" y="12949"/>
                    </a:lnTo>
                    <a:cubicBezTo>
                      <a:pt x="6718" y="12979"/>
                      <a:pt x="6749" y="13040"/>
                      <a:pt x="6688" y="13101"/>
                    </a:cubicBezTo>
                    <a:lnTo>
                      <a:pt x="6536" y="13101"/>
                    </a:lnTo>
                    <a:lnTo>
                      <a:pt x="6384" y="13010"/>
                    </a:lnTo>
                    <a:cubicBezTo>
                      <a:pt x="6354" y="13070"/>
                      <a:pt x="6323" y="13162"/>
                      <a:pt x="6293" y="13222"/>
                    </a:cubicBezTo>
                    <a:cubicBezTo>
                      <a:pt x="6289" y="13226"/>
                      <a:pt x="6284" y="13227"/>
                      <a:pt x="6276" y="13227"/>
                    </a:cubicBezTo>
                    <a:cubicBezTo>
                      <a:pt x="6211" y="13227"/>
                      <a:pt x="6013" y="13128"/>
                      <a:pt x="5958" y="13101"/>
                    </a:cubicBezTo>
                    <a:cubicBezTo>
                      <a:pt x="5944" y="13091"/>
                      <a:pt x="5927" y="13087"/>
                      <a:pt x="5911" y="13087"/>
                    </a:cubicBezTo>
                    <a:cubicBezTo>
                      <a:pt x="5824" y="13087"/>
                      <a:pt x="5725" y="13202"/>
                      <a:pt x="5776" y="13253"/>
                    </a:cubicBezTo>
                    <a:cubicBezTo>
                      <a:pt x="5837" y="13283"/>
                      <a:pt x="6202" y="13405"/>
                      <a:pt x="6293" y="13496"/>
                    </a:cubicBezTo>
                    <a:cubicBezTo>
                      <a:pt x="6304" y="13503"/>
                      <a:pt x="6315" y="13507"/>
                      <a:pt x="6325" y="13507"/>
                    </a:cubicBezTo>
                    <a:cubicBezTo>
                      <a:pt x="6399" y="13507"/>
                      <a:pt x="6449" y="13340"/>
                      <a:pt x="6475" y="13314"/>
                    </a:cubicBezTo>
                    <a:cubicBezTo>
                      <a:pt x="6486" y="13292"/>
                      <a:pt x="6504" y="13282"/>
                      <a:pt x="6526" y="13282"/>
                    </a:cubicBezTo>
                    <a:cubicBezTo>
                      <a:pt x="6566" y="13282"/>
                      <a:pt x="6618" y="13315"/>
                      <a:pt x="6658" y="13374"/>
                    </a:cubicBezTo>
                    <a:lnTo>
                      <a:pt x="6688" y="13496"/>
                    </a:lnTo>
                    <a:lnTo>
                      <a:pt x="6688" y="13526"/>
                    </a:lnTo>
                    <a:cubicBezTo>
                      <a:pt x="6709" y="13533"/>
                      <a:pt x="6740" y="13535"/>
                      <a:pt x="6777" y="13535"/>
                    </a:cubicBezTo>
                    <a:cubicBezTo>
                      <a:pt x="6843" y="13535"/>
                      <a:pt x="6925" y="13528"/>
                      <a:pt x="6992" y="13528"/>
                    </a:cubicBezTo>
                    <a:cubicBezTo>
                      <a:pt x="7054" y="13528"/>
                      <a:pt x="7102" y="13534"/>
                      <a:pt x="7113" y="13557"/>
                    </a:cubicBezTo>
                    <a:cubicBezTo>
                      <a:pt x="7144" y="13618"/>
                      <a:pt x="7022" y="13861"/>
                      <a:pt x="6962" y="13952"/>
                    </a:cubicBezTo>
                    <a:cubicBezTo>
                      <a:pt x="6901" y="14013"/>
                      <a:pt x="6840" y="14043"/>
                      <a:pt x="6779" y="14104"/>
                    </a:cubicBezTo>
                    <a:lnTo>
                      <a:pt x="6749" y="14104"/>
                    </a:lnTo>
                    <a:cubicBezTo>
                      <a:pt x="6718" y="14104"/>
                      <a:pt x="6688" y="14073"/>
                      <a:pt x="6658" y="14043"/>
                    </a:cubicBezTo>
                    <a:cubicBezTo>
                      <a:pt x="6658" y="14013"/>
                      <a:pt x="6688" y="13952"/>
                      <a:pt x="6658" y="13921"/>
                    </a:cubicBezTo>
                    <a:lnTo>
                      <a:pt x="6627" y="13861"/>
                    </a:lnTo>
                    <a:cubicBezTo>
                      <a:pt x="6621" y="13854"/>
                      <a:pt x="6606" y="13852"/>
                      <a:pt x="6587" y="13852"/>
                    </a:cubicBezTo>
                    <a:cubicBezTo>
                      <a:pt x="6533" y="13852"/>
                      <a:pt x="6443" y="13869"/>
                      <a:pt x="6379" y="13869"/>
                    </a:cubicBezTo>
                    <a:cubicBezTo>
                      <a:pt x="6356" y="13869"/>
                      <a:pt x="6336" y="13867"/>
                      <a:pt x="6323" y="13861"/>
                    </a:cubicBezTo>
                    <a:cubicBezTo>
                      <a:pt x="6309" y="13846"/>
                      <a:pt x="6290" y="13840"/>
                      <a:pt x="6271" y="13840"/>
                    </a:cubicBezTo>
                    <a:cubicBezTo>
                      <a:pt x="6211" y="13840"/>
                      <a:pt x="6141" y="13898"/>
                      <a:pt x="6141" y="13921"/>
                    </a:cubicBezTo>
                    <a:cubicBezTo>
                      <a:pt x="6171" y="13982"/>
                      <a:pt x="6171" y="14043"/>
                      <a:pt x="6141" y="14073"/>
                    </a:cubicBezTo>
                    <a:lnTo>
                      <a:pt x="6110" y="14104"/>
                    </a:lnTo>
                    <a:cubicBezTo>
                      <a:pt x="6019" y="14165"/>
                      <a:pt x="6019" y="14256"/>
                      <a:pt x="6110" y="14256"/>
                    </a:cubicBezTo>
                    <a:cubicBezTo>
                      <a:pt x="6323" y="14286"/>
                      <a:pt x="6171" y="14377"/>
                      <a:pt x="6171" y="14408"/>
                    </a:cubicBezTo>
                    <a:cubicBezTo>
                      <a:pt x="6141" y="14408"/>
                      <a:pt x="6202" y="14499"/>
                      <a:pt x="6232" y="14499"/>
                    </a:cubicBezTo>
                    <a:cubicBezTo>
                      <a:pt x="6270" y="14494"/>
                      <a:pt x="6306" y="14491"/>
                      <a:pt x="6342" y="14491"/>
                    </a:cubicBezTo>
                    <a:cubicBezTo>
                      <a:pt x="6509" y="14491"/>
                      <a:pt x="6659" y="14546"/>
                      <a:pt x="6810" y="14621"/>
                    </a:cubicBezTo>
                    <a:lnTo>
                      <a:pt x="6901" y="14651"/>
                    </a:lnTo>
                    <a:cubicBezTo>
                      <a:pt x="7053" y="14621"/>
                      <a:pt x="7205" y="14621"/>
                      <a:pt x="7357" y="14621"/>
                    </a:cubicBezTo>
                    <a:cubicBezTo>
                      <a:pt x="7448" y="14651"/>
                      <a:pt x="7509" y="14712"/>
                      <a:pt x="7569" y="14803"/>
                    </a:cubicBezTo>
                    <a:lnTo>
                      <a:pt x="7600" y="14803"/>
                    </a:lnTo>
                    <a:cubicBezTo>
                      <a:pt x="7612" y="14809"/>
                      <a:pt x="7624" y="14811"/>
                      <a:pt x="7636" y="14811"/>
                    </a:cubicBezTo>
                    <a:cubicBezTo>
                      <a:pt x="7685" y="14811"/>
                      <a:pt x="7734" y="14773"/>
                      <a:pt x="7782" y="14773"/>
                    </a:cubicBezTo>
                    <a:cubicBezTo>
                      <a:pt x="7843" y="14773"/>
                      <a:pt x="7873" y="14803"/>
                      <a:pt x="7904" y="14833"/>
                    </a:cubicBezTo>
                    <a:cubicBezTo>
                      <a:pt x="7934" y="14894"/>
                      <a:pt x="7965" y="14985"/>
                      <a:pt x="8025" y="14985"/>
                    </a:cubicBezTo>
                    <a:cubicBezTo>
                      <a:pt x="8299" y="15077"/>
                      <a:pt x="8572" y="15137"/>
                      <a:pt x="8846" y="15168"/>
                    </a:cubicBezTo>
                    <a:lnTo>
                      <a:pt x="8998" y="15198"/>
                    </a:lnTo>
                    <a:cubicBezTo>
                      <a:pt x="9089" y="15183"/>
                      <a:pt x="9180" y="15175"/>
                      <a:pt x="9275" y="15175"/>
                    </a:cubicBezTo>
                    <a:cubicBezTo>
                      <a:pt x="9370" y="15175"/>
                      <a:pt x="9469" y="15183"/>
                      <a:pt x="9576" y="15198"/>
                    </a:cubicBezTo>
                    <a:cubicBezTo>
                      <a:pt x="9636" y="15228"/>
                      <a:pt x="9697" y="15259"/>
                      <a:pt x="9788" y="15259"/>
                    </a:cubicBezTo>
                    <a:cubicBezTo>
                      <a:pt x="9857" y="15190"/>
                      <a:pt x="9939" y="15171"/>
                      <a:pt x="10022" y="15171"/>
                    </a:cubicBezTo>
                    <a:cubicBezTo>
                      <a:pt x="10121" y="15171"/>
                      <a:pt x="10222" y="15198"/>
                      <a:pt x="10305" y="15198"/>
                    </a:cubicBezTo>
                    <a:cubicBezTo>
                      <a:pt x="10361" y="15187"/>
                      <a:pt x="10416" y="15180"/>
                      <a:pt x="10470" y="15180"/>
                    </a:cubicBezTo>
                    <a:cubicBezTo>
                      <a:pt x="10564" y="15180"/>
                      <a:pt x="10653" y="15201"/>
                      <a:pt x="10731" y="15259"/>
                    </a:cubicBezTo>
                    <a:cubicBezTo>
                      <a:pt x="10739" y="15263"/>
                      <a:pt x="10749" y="15265"/>
                      <a:pt x="10760" y="15265"/>
                    </a:cubicBezTo>
                    <a:cubicBezTo>
                      <a:pt x="10825" y="15265"/>
                      <a:pt x="10926" y="15198"/>
                      <a:pt x="11004" y="15198"/>
                    </a:cubicBezTo>
                    <a:cubicBezTo>
                      <a:pt x="11069" y="15198"/>
                      <a:pt x="11119" y="15276"/>
                      <a:pt x="11175" y="15276"/>
                    </a:cubicBezTo>
                    <a:cubicBezTo>
                      <a:pt x="11198" y="15276"/>
                      <a:pt x="11221" y="15263"/>
                      <a:pt x="11247" y="15228"/>
                    </a:cubicBezTo>
                    <a:lnTo>
                      <a:pt x="11338" y="15137"/>
                    </a:lnTo>
                    <a:cubicBezTo>
                      <a:pt x="11460" y="15198"/>
                      <a:pt x="11582" y="15259"/>
                      <a:pt x="11703" y="15320"/>
                    </a:cubicBezTo>
                    <a:lnTo>
                      <a:pt x="11825" y="15259"/>
                    </a:lnTo>
                    <a:lnTo>
                      <a:pt x="11916" y="15198"/>
                    </a:lnTo>
                    <a:cubicBezTo>
                      <a:pt x="12098" y="15198"/>
                      <a:pt x="12281" y="15168"/>
                      <a:pt x="12463" y="15107"/>
                    </a:cubicBezTo>
                    <a:lnTo>
                      <a:pt x="12554" y="15198"/>
                    </a:lnTo>
                    <a:lnTo>
                      <a:pt x="12676" y="15289"/>
                    </a:lnTo>
                    <a:cubicBezTo>
                      <a:pt x="12716" y="15269"/>
                      <a:pt x="12770" y="15262"/>
                      <a:pt x="12828" y="15262"/>
                    </a:cubicBezTo>
                    <a:cubicBezTo>
                      <a:pt x="12943" y="15262"/>
                      <a:pt x="13071" y="15289"/>
                      <a:pt x="13132" y="15289"/>
                    </a:cubicBezTo>
                    <a:cubicBezTo>
                      <a:pt x="13284" y="15228"/>
                      <a:pt x="13466" y="15198"/>
                      <a:pt x="13618" y="15198"/>
                    </a:cubicBezTo>
                    <a:lnTo>
                      <a:pt x="14013" y="15198"/>
                    </a:lnTo>
                    <a:cubicBezTo>
                      <a:pt x="14030" y="15204"/>
                      <a:pt x="14047" y="15206"/>
                      <a:pt x="14063" y="15206"/>
                    </a:cubicBezTo>
                    <a:cubicBezTo>
                      <a:pt x="14137" y="15206"/>
                      <a:pt x="14207" y="15157"/>
                      <a:pt x="14256" y="15107"/>
                    </a:cubicBezTo>
                    <a:lnTo>
                      <a:pt x="14378" y="15228"/>
                    </a:lnTo>
                    <a:lnTo>
                      <a:pt x="14408" y="15228"/>
                    </a:lnTo>
                    <a:cubicBezTo>
                      <a:pt x="14484" y="15191"/>
                      <a:pt x="14570" y="15165"/>
                      <a:pt x="14640" y="15165"/>
                    </a:cubicBezTo>
                    <a:cubicBezTo>
                      <a:pt x="14683" y="15165"/>
                      <a:pt x="14720" y="15175"/>
                      <a:pt x="14743" y="15198"/>
                    </a:cubicBezTo>
                    <a:lnTo>
                      <a:pt x="14773" y="15259"/>
                    </a:lnTo>
                    <a:cubicBezTo>
                      <a:pt x="14773" y="15274"/>
                      <a:pt x="14781" y="15282"/>
                      <a:pt x="14792" y="15282"/>
                    </a:cubicBezTo>
                    <a:cubicBezTo>
                      <a:pt x="14804" y="15282"/>
                      <a:pt x="14819" y="15274"/>
                      <a:pt x="14834" y="15259"/>
                    </a:cubicBezTo>
                    <a:lnTo>
                      <a:pt x="14864" y="15259"/>
                    </a:lnTo>
                    <a:lnTo>
                      <a:pt x="14864" y="15228"/>
                    </a:lnTo>
                    <a:cubicBezTo>
                      <a:pt x="14956" y="15213"/>
                      <a:pt x="15039" y="15206"/>
                      <a:pt x="15123" y="15206"/>
                    </a:cubicBezTo>
                    <a:cubicBezTo>
                      <a:pt x="15206" y="15206"/>
                      <a:pt x="15290" y="15213"/>
                      <a:pt x="15381" y="15228"/>
                    </a:cubicBezTo>
                    <a:cubicBezTo>
                      <a:pt x="15503" y="15198"/>
                      <a:pt x="15624" y="15107"/>
                      <a:pt x="15685" y="14985"/>
                    </a:cubicBezTo>
                    <a:cubicBezTo>
                      <a:pt x="15707" y="14964"/>
                      <a:pt x="15743" y="14942"/>
                      <a:pt x="15784" y="14942"/>
                    </a:cubicBezTo>
                    <a:cubicBezTo>
                      <a:pt x="15801" y="14942"/>
                      <a:pt x="15819" y="14946"/>
                      <a:pt x="15837" y="14955"/>
                    </a:cubicBezTo>
                    <a:lnTo>
                      <a:pt x="15867" y="14955"/>
                    </a:lnTo>
                    <a:lnTo>
                      <a:pt x="15989" y="15046"/>
                    </a:lnTo>
                    <a:cubicBezTo>
                      <a:pt x="16080" y="15016"/>
                      <a:pt x="16202" y="15016"/>
                      <a:pt x="16293" y="15016"/>
                    </a:cubicBezTo>
                    <a:lnTo>
                      <a:pt x="16658" y="15137"/>
                    </a:lnTo>
                    <a:lnTo>
                      <a:pt x="16810" y="15046"/>
                    </a:lnTo>
                    <a:cubicBezTo>
                      <a:pt x="16830" y="15036"/>
                      <a:pt x="16850" y="15033"/>
                      <a:pt x="16871" y="15033"/>
                    </a:cubicBezTo>
                    <a:cubicBezTo>
                      <a:pt x="16911" y="15033"/>
                      <a:pt x="16952" y="15046"/>
                      <a:pt x="16992" y="15046"/>
                    </a:cubicBezTo>
                    <a:lnTo>
                      <a:pt x="17053" y="15046"/>
                    </a:lnTo>
                    <a:cubicBezTo>
                      <a:pt x="17056" y="15049"/>
                      <a:pt x="17063" y="15051"/>
                      <a:pt x="17074" y="15051"/>
                    </a:cubicBezTo>
                    <a:cubicBezTo>
                      <a:pt x="17155" y="15051"/>
                      <a:pt x="17435" y="14955"/>
                      <a:pt x="17570" y="14955"/>
                    </a:cubicBezTo>
                    <a:cubicBezTo>
                      <a:pt x="17592" y="14963"/>
                      <a:pt x="17617" y="14966"/>
                      <a:pt x="17643" y="14966"/>
                    </a:cubicBezTo>
                    <a:cubicBezTo>
                      <a:pt x="17720" y="14966"/>
                      <a:pt x="17805" y="14932"/>
                      <a:pt x="17874" y="14864"/>
                    </a:cubicBezTo>
                    <a:lnTo>
                      <a:pt x="17934" y="14955"/>
                    </a:lnTo>
                    <a:cubicBezTo>
                      <a:pt x="17934" y="14985"/>
                      <a:pt x="17874" y="15077"/>
                      <a:pt x="17843" y="15077"/>
                    </a:cubicBezTo>
                    <a:cubicBezTo>
                      <a:pt x="17722" y="15107"/>
                      <a:pt x="17691" y="15168"/>
                      <a:pt x="17752" y="15228"/>
                    </a:cubicBezTo>
                    <a:cubicBezTo>
                      <a:pt x="17764" y="15252"/>
                      <a:pt x="17806" y="15262"/>
                      <a:pt x="17855" y="15262"/>
                    </a:cubicBezTo>
                    <a:cubicBezTo>
                      <a:pt x="17933" y="15262"/>
                      <a:pt x="18026" y="15236"/>
                      <a:pt x="18026" y="15198"/>
                    </a:cubicBezTo>
                    <a:lnTo>
                      <a:pt x="18026" y="14955"/>
                    </a:lnTo>
                    <a:cubicBezTo>
                      <a:pt x="18050" y="14951"/>
                      <a:pt x="18073" y="14949"/>
                      <a:pt x="18097" y="14949"/>
                    </a:cubicBezTo>
                    <a:cubicBezTo>
                      <a:pt x="18255" y="14949"/>
                      <a:pt x="18410" y="15032"/>
                      <a:pt x="18542" y="15137"/>
                    </a:cubicBezTo>
                    <a:cubicBezTo>
                      <a:pt x="18573" y="15198"/>
                      <a:pt x="18664" y="15228"/>
                      <a:pt x="18694" y="15228"/>
                    </a:cubicBezTo>
                    <a:cubicBezTo>
                      <a:pt x="18725" y="15198"/>
                      <a:pt x="18725" y="15168"/>
                      <a:pt x="18694" y="15107"/>
                    </a:cubicBezTo>
                    <a:cubicBezTo>
                      <a:pt x="18755" y="15046"/>
                      <a:pt x="18846" y="15046"/>
                      <a:pt x="18907" y="15016"/>
                    </a:cubicBezTo>
                    <a:lnTo>
                      <a:pt x="18937" y="14985"/>
                    </a:lnTo>
                    <a:cubicBezTo>
                      <a:pt x="18919" y="14931"/>
                      <a:pt x="18978" y="14920"/>
                      <a:pt x="19040" y="14920"/>
                    </a:cubicBezTo>
                    <a:cubicBezTo>
                      <a:pt x="19082" y="14920"/>
                      <a:pt x="19126" y="14925"/>
                      <a:pt x="19150" y="14925"/>
                    </a:cubicBezTo>
                    <a:cubicBezTo>
                      <a:pt x="19211" y="14955"/>
                      <a:pt x="19424" y="15107"/>
                      <a:pt x="19545" y="15137"/>
                    </a:cubicBezTo>
                    <a:cubicBezTo>
                      <a:pt x="19574" y="15144"/>
                      <a:pt x="19603" y="15148"/>
                      <a:pt x="19631" y="15148"/>
                    </a:cubicBezTo>
                    <a:cubicBezTo>
                      <a:pt x="19721" y="15148"/>
                      <a:pt x="19803" y="15109"/>
                      <a:pt x="19849" y="15016"/>
                    </a:cubicBezTo>
                    <a:lnTo>
                      <a:pt x="19910" y="14955"/>
                    </a:lnTo>
                    <a:lnTo>
                      <a:pt x="19940" y="14925"/>
                    </a:lnTo>
                    <a:lnTo>
                      <a:pt x="20244" y="14742"/>
                    </a:lnTo>
                    <a:lnTo>
                      <a:pt x="20336" y="14833"/>
                    </a:lnTo>
                    <a:lnTo>
                      <a:pt x="20396" y="14925"/>
                    </a:lnTo>
                    <a:cubicBezTo>
                      <a:pt x="20518" y="14985"/>
                      <a:pt x="20609" y="15046"/>
                      <a:pt x="20731" y="15107"/>
                    </a:cubicBezTo>
                    <a:lnTo>
                      <a:pt x="20792" y="15046"/>
                    </a:lnTo>
                    <a:lnTo>
                      <a:pt x="20883" y="15016"/>
                    </a:lnTo>
                    <a:cubicBezTo>
                      <a:pt x="20903" y="14996"/>
                      <a:pt x="20928" y="14987"/>
                      <a:pt x="20954" y="14987"/>
                    </a:cubicBezTo>
                    <a:cubicBezTo>
                      <a:pt x="21049" y="14987"/>
                      <a:pt x="21170" y="15090"/>
                      <a:pt x="21217" y="15137"/>
                    </a:cubicBezTo>
                    <a:cubicBezTo>
                      <a:pt x="21232" y="15168"/>
                      <a:pt x="21270" y="15183"/>
                      <a:pt x="21308" y="15183"/>
                    </a:cubicBezTo>
                    <a:cubicBezTo>
                      <a:pt x="21346" y="15183"/>
                      <a:pt x="21384" y="15168"/>
                      <a:pt x="21399" y="15137"/>
                    </a:cubicBezTo>
                    <a:cubicBezTo>
                      <a:pt x="21420" y="15127"/>
                      <a:pt x="21443" y="15124"/>
                      <a:pt x="21467" y="15124"/>
                    </a:cubicBezTo>
                    <a:cubicBezTo>
                      <a:pt x="21514" y="15124"/>
                      <a:pt x="21562" y="15137"/>
                      <a:pt x="21582" y="15137"/>
                    </a:cubicBezTo>
                    <a:cubicBezTo>
                      <a:pt x="21643" y="15107"/>
                      <a:pt x="21703" y="15107"/>
                      <a:pt x="21734" y="15077"/>
                    </a:cubicBezTo>
                    <a:lnTo>
                      <a:pt x="21886" y="15077"/>
                    </a:lnTo>
                    <a:cubicBezTo>
                      <a:pt x="21947" y="15077"/>
                      <a:pt x="22007" y="15046"/>
                      <a:pt x="22038" y="14985"/>
                    </a:cubicBezTo>
                    <a:cubicBezTo>
                      <a:pt x="21977" y="14894"/>
                      <a:pt x="21947" y="14833"/>
                      <a:pt x="21886" y="14742"/>
                    </a:cubicBezTo>
                    <a:lnTo>
                      <a:pt x="21582" y="14742"/>
                    </a:lnTo>
                    <a:cubicBezTo>
                      <a:pt x="21673" y="14681"/>
                      <a:pt x="21764" y="14621"/>
                      <a:pt x="21825" y="14560"/>
                    </a:cubicBezTo>
                    <a:cubicBezTo>
                      <a:pt x="21828" y="14556"/>
                      <a:pt x="21833" y="14555"/>
                      <a:pt x="21838" y="14555"/>
                    </a:cubicBezTo>
                    <a:cubicBezTo>
                      <a:pt x="21881" y="14555"/>
                      <a:pt x="21980" y="14654"/>
                      <a:pt x="22007" y="14681"/>
                    </a:cubicBezTo>
                    <a:cubicBezTo>
                      <a:pt x="22068" y="14742"/>
                      <a:pt x="22129" y="14833"/>
                      <a:pt x="22159" y="14894"/>
                    </a:cubicBezTo>
                    <a:cubicBezTo>
                      <a:pt x="22159" y="14955"/>
                      <a:pt x="22190" y="14985"/>
                      <a:pt x="22251" y="15016"/>
                    </a:cubicBezTo>
                    <a:cubicBezTo>
                      <a:pt x="22281" y="15016"/>
                      <a:pt x="22342" y="14955"/>
                      <a:pt x="22403" y="14864"/>
                    </a:cubicBezTo>
                    <a:lnTo>
                      <a:pt x="22494" y="14773"/>
                    </a:lnTo>
                    <a:lnTo>
                      <a:pt x="22646" y="14773"/>
                    </a:lnTo>
                    <a:cubicBezTo>
                      <a:pt x="22646" y="14833"/>
                      <a:pt x="22646" y="14894"/>
                      <a:pt x="22615" y="14955"/>
                    </a:cubicBezTo>
                    <a:cubicBezTo>
                      <a:pt x="22494" y="15016"/>
                      <a:pt x="22372" y="15077"/>
                      <a:pt x="22251" y="15107"/>
                    </a:cubicBezTo>
                    <a:cubicBezTo>
                      <a:pt x="22159" y="15168"/>
                      <a:pt x="21825" y="15259"/>
                      <a:pt x="21855" y="15320"/>
                    </a:cubicBezTo>
                    <a:cubicBezTo>
                      <a:pt x="21883" y="15361"/>
                      <a:pt x="21947" y="15377"/>
                      <a:pt x="22013" y="15377"/>
                    </a:cubicBezTo>
                    <a:cubicBezTo>
                      <a:pt x="22092" y="15377"/>
                      <a:pt x="22173" y="15353"/>
                      <a:pt x="22190" y="15320"/>
                    </a:cubicBezTo>
                    <a:cubicBezTo>
                      <a:pt x="22220" y="15289"/>
                      <a:pt x="22372" y="15168"/>
                      <a:pt x="22433" y="15168"/>
                    </a:cubicBezTo>
                    <a:cubicBezTo>
                      <a:pt x="22436" y="15169"/>
                      <a:pt x="22441" y="15170"/>
                      <a:pt x="22446" y="15170"/>
                    </a:cubicBezTo>
                    <a:cubicBezTo>
                      <a:pt x="22532" y="15170"/>
                      <a:pt x="22833" y="14948"/>
                      <a:pt x="22919" y="14833"/>
                    </a:cubicBezTo>
                    <a:cubicBezTo>
                      <a:pt x="22937" y="14810"/>
                      <a:pt x="22950" y="14800"/>
                      <a:pt x="22959" y="14800"/>
                    </a:cubicBezTo>
                    <a:cubicBezTo>
                      <a:pt x="22998" y="14800"/>
                      <a:pt x="22968" y="14978"/>
                      <a:pt x="22919" y="15077"/>
                    </a:cubicBezTo>
                    <a:cubicBezTo>
                      <a:pt x="22889" y="15168"/>
                      <a:pt x="22889" y="15259"/>
                      <a:pt x="22919" y="15350"/>
                    </a:cubicBezTo>
                    <a:cubicBezTo>
                      <a:pt x="22934" y="15350"/>
                      <a:pt x="23003" y="15358"/>
                      <a:pt x="23067" y="15358"/>
                    </a:cubicBezTo>
                    <a:cubicBezTo>
                      <a:pt x="23132" y="15358"/>
                      <a:pt x="23193" y="15350"/>
                      <a:pt x="23193" y="15320"/>
                    </a:cubicBezTo>
                    <a:cubicBezTo>
                      <a:pt x="23223" y="15259"/>
                      <a:pt x="23284" y="15077"/>
                      <a:pt x="23345" y="15046"/>
                    </a:cubicBezTo>
                    <a:cubicBezTo>
                      <a:pt x="23406" y="15046"/>
                      <a:pt x="23466" y="15168"/>
                      <a:pt x="23466" y="15228"/>
                    </a:cubicBezTo>
                    <a:cubicBezTo>
                      <a:pt x="23466" y="15259"/>
                      <a:pt x="23558" y="15350"/>
                      <a:pt x="23710" y="15411"/>
                    </a:cubicBezTo>
                    <a:lnTo>
                      <a:pt x="23801" y="15411"/>
                    </a:lnTo>
                    <a:cubicBezTo>
                      <a:pt x="23831" y="15411"/>
                      <a:pt x="23862" y="15411"/>
                      <a:pt x="23862" y="15380"/>
                    </a:cubicBezTo>
                    <a:cubicBezTo>
                      <a:pt x="23801" y="15289"/>
                      <a:pt x="23740" y="15259"/>
                      <a:pt x="23649" y="15198"/>
                    </a:cubicBezTo>
                    <a:cubicBezTo>
                      <a:pt x="23588" y="15168"/>
                      <a:pt x="23710" y="15168"/>
                      <a:pt x="23740" y="15168"/>
                    </a:cubicBezTo>
                    <a:cubicBezTo>
                      <a:pt x="23862" y="15168"/>
                      <a:pt x="23953" y="15198"/>
                      <a:pt x="24044" y="15198"/>
                    </a:cubicBezTo>
                    <a:cubicBezTo>
                      <a:pt x="24105" y="15198"/>
                      <a:pt x="24196" y="15350"/>
                      <a:pt x="24196" y="15411"/>
                    </a:cubicBezTo>
                    <a:cubicBezTo>
                      <a:pt x="24199" y="15416"/>
                      <a:pt x="24202" y="15419"/>
                      <a:pt x="24206" y="15419"/>
                    </a:cubicBezTo>
                    <a:cubicBezTo>
                      <a:pt x="24248" y="15419"/>
                      <a:pt x="24356" y="15160"/>
                      <a:pt x="24439" y="15077"/>
                    </a:cubicBezTo>
                    <a:cubicBezTo>
                      <a:pt x="24530" y="15016"/>
                      <a:pt x="24591" y="14955"/>
                      <a:pt x="24652" y="14894"/>
                    </a:cubicBezTo>
                    <a:cubicBezTo>
                      <a:pt x="24682" y="14864"/>
                      <a:pt x="24804" y="14773"/>
                      <a:pt x="24865" y="14773"/>
                    </a:cubicBezTo>
                    <a:cubicBezTo>
                      <a:pt x="24925" y="14773"/>
                      <a:pt x="24956" y="14833"/>
                      <a:pt x="24986" y="14894"/>
                    </a:cubicBezTo>
                    <a:cubicBezTo>
                      <a:pt x="24986" y="14898"/>
                      <a:pt x="24987" y="14900"/>
                      <a:pt x="24989" y="14900"/>
                    </a:cubicBezTo>
                    <a:cubicBezTo>
                      <a:pt x="25002" y="14900"/>
                      <a:pt x="25055" y="14814"/>
                      <a:pt x="25108" y="14681"/>
                    </a:cubicBezTo>
                    <a:lnTo>
                      <a:pt x="25351" y="14833"/>
                    </a:lnTo>
                    <a:lnTo>
                      <a:pt x="25442" y="14894"/>
                    </a:lnTo>
                    <a:cubicBezTo>
                      <a:pt x="25459" y="14891"/>
                      <a:pt x="25474" y="14890"/>
                      <a:pt x="25487" y="14890"/>
                    </a:cubicBezTo>
                    <a:cubicBezTo>
                      <a:pt x="25624" y="14890"/>
                      <a:pt x="25622" y="15016"/>
                      <a:pt x="25594" y="15016"/>
                    </a:cubicBezTo>
                    <a:lnTo>
                      <a:pt x="25199" y="14925"/>
                    </a:lnTo>
                    <a:lnTo>
                      <a:pt x="25138" y="15107"/>
                    </a:lnTo>
                    <a:cubicBezTo>
                      <a:pt x="25047" y="15107"/>
                      <a:pt x="25229" y="15168"/>
                      <a:pt x="25503" y="15228"/>
                    </a:cubicBezTo>
                    <a:lnTo>
                      <a:pt x="25685" y="15137"/>
                    </a:lnTo>
                    <a:lnTo>
                      <a:pt x="25959" y="15016"/>
                    </a:lnTo>
                    <a:cubicBezTo>
                      <a:pt x="26111" y="15077"/>
                      <a:pt x="26232" y="15228"/>
                      <a:pt x="26263" y="15380"/>
                    </a:cubicBezTo>
                    <a:cubicBezTo>
                      <a:pt x="26248" y="15396"/>
                      <a:pt x="26278" y="15403"/>
                      <a:pt x="26331" y="15403"/>
                    </a:cubicBezTo>
                    <a:cubicBezTo>
                      <a:pt x="26384" y="15403"/>
                      <a:pt x="26460" y="15396"/>
                      <a:pt x="26536" y="15380"/>
                    </a:cubicBezTo>
                    <a:lnTo>
                      <a:pt x="26749" y="15472"/>
                    </a:lnTo>
                    <a:lnTo>
                      <a:pt x="26840" y="15532"/>
                    </a:lnTo>
                    <a:cubicBezTo>
                      <a:pt x="27083" y="15502"/>
                      <a:pt x="27205" y="15380"/>
                      <a:pt x="27205" y="15380"/>
                    </a:cubicBezTo>
                    <a:cubicBezTo>
                      <a:pt x="27175" y="15350"/>
                      <a:pt x="27205" y="15320"/>
                      <a:pt x="27235" y="15320"/>
                    </a:cubicBezTo>
                    <a:lnTo>
                      <a:pt x="27296" y="15320"/>
                    </a:lnTo>
                    <a:cubicBezTo>
                      <a:pt x="27324" y="15320"/>
                      <a:pt x="27628" y="15445"/>
                      <a:pt x="27729" y="15445"/>
                    </a:cubicBezTo>
                    <a:cubicBezTo>
                      <a:pt x="27739" y="15445"/>
                      <a:pt x="27747" y="15444"/>
                      <a:pt x="27752" y="15441"/>
                    </a:cubicBezTo>
                    <a:cubicBezTo>
                      <a:pt x="27843" y="15380"/>
                      <a:pt x="27935" y="15350"/>
                      <a:pt x="27995" y="15289"/>
                    </a:cubicBezTo>
                    <a:lnTo>
                      <a:pt x="28087" y="15380"/>
                    </a:lnTo>
                    <a:lnTo>
                      <a:pt x="28269" y="15532"/>
                    </a:lnTo>
                    <a:cubicBezTo>
                      <a:pt x="28482" y="15411"/>
                      <a:pt x="28542" y="15228"/>
                      <a:pt x="28482" y="15228"/>
                    </a:cubicBezTo>
                    <a:cubicBezTo>
                      <a:pt x="28474" y="15220"/>
                      <a:pt x="28481" y="15217"/>
                      <a:pt x="28496" y="15217"/>
                    </a:cubicBezTo>
                    <a:cubicBezTo>
                      <a:pt x="28538" y="15217"/>
                      <a:pt x="28642" y="15245"/>
                      <a:pt x="28664" y="15289"/>
                    </a:cubicBezTo>
                    <a:cubicBezTo>
                      <a:pt x="28694" y="15350"/>
                      <a:pt x="28725" y="15411"/>
                      <a:pt x="28755" y="15472"/>
                    </a:cubicBezTo>
                    <a:lnTo>
                      <a:pt x="28786" y="15472"/>
                    </a:lnTo>
                    <a:cubicBezTo>
                      <a:pt x="28846" y="15472"/>
                      <a:pt x="28877" y="15441"/>
                      <a:pt x="28907" y="15411"/>
                    </a:cubicBezTo>
                    <a:lnTo>
                      <a:pt x="28968" y="15350"/>
                    </a:lnTo>
                    <a:cubicBezTo>
                      <a:pt x="28998" y="15320"/>
                      <a:pt x="29044" y="15304"/>
                      <a:pt x="29090" y="15304"/>
                    </a:cubicBezTo>
                    <a:cubicBezTo>
                      <a:pt x="29135" y="15304"/>
                      <a:pt x="29181" y="15320"/>
                      <a:pt x="29211" y="15350"/>
                    </a:cubicBezTo>
                    <a:cubicBezTo>
                      <a:pt x="29226" y="15380"/>
                      <a:pt x="29242" y="15396"/>
                      <a:pt x="29257" y="15396"/>
                    </a:cubicBezTo>
                    <a:cubicBezTo>
                      <a:pt x="29272" y="15396"/>
                      <a:pt x="29287" y="15380"/>
                      <a:pt x="29302" y="15350"/>
                    </a:cubicBezTo>
                    <a:lnTo>
                      <a:pt x="29302" y="15320"/>
                    </a:lnTo>
                    <a:cubicBezTo>
                      <a:pt x="29333" y="15289"/>
                      <a:pt x="29272" y="15168"/>
                      <a:pt x="29394" y="15168"/>
                    </a:cubicBezTo>
                    <a:cubicBezTo>
                      <a:pt x="29515" y="15168"/>
                      <a:pt x="29515" y="15228"/>
                      <a:pt x="29515" y="15320"/>
                    </a:cubicBezTo>
                    <a:lnTo>
                      <a:pt x="29515" y="15380"/>
                    </a:lnTo>
                    <a:cubicBezTo>
                      <a:pt x="29515" y="15441"/>
                      <a:pt x="29606" y="15502"/>
                      <a:pt x="29697" y="15502"/>
                    </a:cubicBezTo>
                    <a:lnTo>
                      <a:pt x="29758" y="15502"/>
                    </a:lnTo>
                    <a:cubicBezTo>
                      <a:pt x="29880" y="15502"/>
                      <a:pt x="30001" y="15441"/>
                      <a:pt x="30123" y="15411"/>
                    </a:cubicBezTo>
                    <a:lnTo>
                      <a:pt x="30336" y="15259"/>
                    </a:lnTo>
                    <a:cubicBezTo>
                      <a:pt x="30336" y="15350"/>
                      <a:pt x="30366" y="15441"/>
                      <a:pt x="30397" y="15502"/>
                    </a:cubicBezTo>
                    <a:cubicBezTo>
                      <a:pt x="30397" y="15502"/>
                      <a:pt x="30609" y="15502"/>
                      <a:pt x="30609" y="15472"/>
                    </a:cubicBezTo>
                    <a:cubicBezTo>
                      <a:pt x="30609" y="15441"/>
                      <a:pt x="30647" y="15426"/>
                      <a:pt x="30689" y="15426"/>
                    </a:cubicBezTo>
                    <a:cubicBezTo>
                      <a:pt x="30731" y="15426"/>
                      <a:pt x="30777" y="15441"/>
                      <a:pt x="30792" y="15472"/>
                    </a:cubicBezTo>
                    <a:cubicBezTo>
                      <a:pt x="31005" y="15532"/>
                      <a:pt x="31187" y="15563"/>
                      <a:pt x="31400" y="15593"/>
                    </a:cubicBezTo>
                    <a:cubicBezTo>
                      <a:pt x="31521" y="15593"/>
                      <a:pt x="31643" y="15593"/>
                      <a:pt x="31734" y="15563"/>
                    </a:cubicBezTo>
                    <a:lnTo>
                      <a:pt x="31764" y="15502"/>
                    </a:lnTo>
                    <a:lnTo>
                      <a:pt x="31795" y="15502"/>
                    </a:lnTo>
                    <a:cubicBezTo>
                      <a:pt x="31798" y="15499"/>
                      <a:pt x="31803" y="15498"/>
                      <a:pt x="31810" y="15498"/>
                    </a:cubicBezTo>
                    <a:cubicBezTo>
                      <a:pt x="31879" y="15498"/>
                      <a:pt x="32140" y="15624"/>
                      <a:pt x="32251" y="15624"/>
                    </a:cubicBezTo>
                    <a:cubicBezTo>
                      <a:pt x="32261" y="15626"/>
                      <a:pt x="32271" y="15627"/>
                      <a:pt x="32280" y="15627"/>
                    </a:cubicBezTo>
                    <a:cubicBezTo>
                      <a:pt x="32418" y="15627"/>
                      <a:pt x="32524" y="15437"/>
                      <a:pt x="32524" y="15380"/>
                    </a:cubicBezTo>
                    <a:cubicBezTo>
                      <a:pt x="32524" y="15375"/>
                      <a:pt x="32527" y="15373"/>
                      <a:pt x="32532" y="15373"/>
                    </a:cubicBezTo>
                    <a:cubicBezTo>
                      <a:pt x="32557" y="15373"/>
                      <a:pt x="32642" y="15432"/>
                      <a:pt x="32767" y="15532"/>
                    </a:cubicBezTo>
                    <a:lnTo>
                      <a:pt x="33011" y="15532"/>
                    </a:lnTo>
                    <a:cubicBezTo>
                      <a:pt x="33071" y="15563"/>
                      <a:pt x="33163" y="15563"/>
                      <a:pt x="33223" y="15593"/>
                    </a:cubicBezTo>
                    <a:lnTo>
                      <a:pt x="33345" y="15624"/>
                    </a:lnTo>
                    <a:cubicBezTo>
                      <a:pt x="33497" y="15593"/>
                      <a:pt x="33527" y="15532"/>
                      <a:pt x="33497" y="15532"/>
                    </a:cubicBezTo>
                    <a:cubicBezTo>
                      <a:pt x="33467" y="15532"/>
                      <a:pt x="33527" y="15441"/>
                      <a:pt x="33649" y="15350"/>
                    </a:cubicBezTo>
                    <a:lnTo>
                      <a:pt x="33771" y="15320"/>
                    </a:lnTo>
                    <a:cubicBezTo>
                      <a:pt x="33816" y="15289"/>
                      <a:pt x="33854" y="15274"/>
                      <a:pt x="33892" y="15274"/>
                    </a:cubicBezTo>
                    <a:cubicBezTo>
                      <a:pt x="33930" y="15274"/>
                      <a:pt x="33968" y="15289"/>
                      <a:pt x="34014" y="15320"/>
                    </a:cubicBezTo>
                    <a:cubicBezTo>
                      <a:pt x="34074" y="15380"/>
                      <a:pt x="34014" y="15502"/>
                      <a:pt x="34135" y="15593"/>
                    </a:cubicBezTo>
                    <a:cubicBezTo>
                      <a:pt x="34161" y="15608"/>
                      <a:pt x="34184" y="15614"/>
                      <a:pt x="34206" y="15614"/>
                    </a:cubicBezTo>
                    <a:cubicBezTo>
                      <a:pt x="34284" y="15614"/>
                      <a:pt x="34345" y="15542"/>
                      <a:pt x="34400" y="15542"/>
                    </a:cubicBezTo>
                    <a:cubicBezTo>
                      <a:pt x="34424" y="15542"/>
                      <a:pt x="34447" y="15555"/>
                      <a:pt x="34470" y="15593"/>
                    </a:cubicBezTo>
                    <a:lnTo>
                      <a:pt x="34561" y="15684"/>
                    </a:lnTo>
                    <a:cubicBezTo>
                      <a:pt x="34682" y="15654"/>
                      <a:pt x="34804" y="15654"/>
                      <a:pt x="34926" y="15654"/>
                    </a:cubicBezTo>
                    <a:lnTo>
                      <a:pt x="34986" y="15654"/>
                    </a:lnTo>
                    <a:cubicBezTo>
                      <a:pt x="35017" y="15654"/>
                      <a:pt x="35017" y="15624"/>
                      <a:pt x="35078" y="15624"/>
                    </a:cubicBezTo>
                    <a:lnTo>
                      <a:pt x="35260" y="15624"/>
                    </a:lnTo>
                    <a:cubicBezTo>
                      <a:pt x="35301" y="15664"/>
                      <a:pt x="35335" y="15679"/>
                      <a:pt x="35365" y="15679"/>
                    </a:cubicBezTo>
                    <a:cubicBezTo>
                      <a:pt x="35441" y="15679"/>
                      <a:pt x="35495" y="15590"/>
                      <a:pt x="35570" y="15590"/>
                    </a:cubicBezTo>
                    <a:cubicBezTo>
                      <a:pt x="35578" y="15590"/>
                      <a:pt x="35586" y="15591"/>
                      <a:pt x="35594" y="15593"/>
                    </a:cubicBezTo>
                    <a:lnTo>
                      <a:pt x="35716" y="15654"/>
                    </a:lnTo>
                    <a:cubicBezTo>
                      <a:pt x="35868" y="15654"/>
                      <a:pt x="35989" y="15624"/>
                      <a:pt x="36111" y="15593"/>
                    </a:cubicBezTo>
                    <a:lnTo>
                      <a:pt x="36141" y="15593"/>
                    </a:lnTo>
                    <a:lnTo>
                      <a:pt x="36324" y="15745"/>
                    </a:lnTo>
                    <a:cubicBezTo>
                      <a:pt x="36567" y="15745"/>
                      <a:pt x="36810" y="15684"/>
                      <a:pt x="37053" y="15624"/>
                    </a:cubicBezTo>
                    <a:cubicBezTo>
                      <a:pt x="37053" y="15602"/>
                      <a:pt x="37061" y="15592"/>
                      <a:pt x="37073" y="15592"/>
                    </a:cubicBezTo>
                    <a:cubicBezTo>
                      <a:pt x="37096" y="15592"/>
                      <a:pt x="37136" y="15626"/>
                      <a:pt x="37175" y="15684"/>
                    </a:cubicBezTo>
                    <a:lnTo>
                      <a:pt x="37296" y="15684"/>
                    </a:lnTo>
                    <a:lnTo>
                      <a:pt x="37540" y="15624"/>
                    </a:lnTo>
                    <a:lnTo>
                      <a:pt x="38178" y="15624"/>
                    </a:lnTo>
                    <a:cubicBezTo>
                      <a:pt x="38208" y="15624"/>
                      <a:pt x="38421" y="15654"/>
                      <a:pt x="38664" y="15715"/>
                    </a:cubicBezTo>
                    <a:lnTo>
                      <a:pt x="39090" y="15654"/>
                    </a:lnTo>
                    <a:cubicBezTo>
                      <a:pt x="39090" y="15624"/>
                      <a:pt x="39151" y="15624"/>
                      <a:pt x="39151" y="15624"/>
                    </a:cubicBezTo>
                    <a:lnTo>
                      <a:pt x="39272" y="15745"/>
                    </a:lnTo>
                    <a:cubicBezTo>
                      <a:pt x="39515" y="15715"/>
                      <a:pt x="39728" y="15715"/>
                      <a:pt x="39941" y="15715"/>
                    </a:cubicBezTo>
                    <a:cubicBezTo>
                      <a:pt x="40070" y="15736"/>
                      <a:pt x="40184" y="15758"/>
                      <a:pt x="40293" y="15758"/>
                    </a:cubicBezTo>
                    <a:cubicBezTo>
                      <a:pt x="40338" y="15758"/>
                      <a:pt x="40383" y="15754"/>
                      <a:pt x="40427" y="15745"/>
                    </a:cubicBezTo>
                    <a:cubicBezTo>
                      <a:pt x="40518" y="15715"/>
                      <a:pt x="40610" y="15715"/>
                      <a:pt x="40670" y="15715"/>
                    </a:cubicBezTo>
                    <a:lnTo>
                      <a:pt x="40731" y="15715"/>
                    </a:lnTo>
                    <a:cubicBezTo>
                      <a:pt x="40796" y="15736"/>
                      <a:pt x="40875" y="15758"/>
                      <a:pt x="40927" y="15758"/>
                    </a:cubicBezTo>
                    <a:cubicBezTo>
                      <a:pt x="40949" y="15758"/>
                      <a:pt x="40965" y="15754"/>
                      <a:pt x="40974" y="15745"/>
                    </a:cubicBezTo>
                    <a:cubicBezTo>
                      <a:pt x="41058" y="15695"/>
                      <a:pt x="41151" y="15672"/>
                      <a:pt x="41248" y="15672"/>
                    </a:cubicBezTo>
                    <a:cubicBezTo>
                      <a:pt x="41327" y="15672"/>
                      <a:pt x="41409" y="15687"/>
                      <a:pt x="41491" y="15715"/>
                    </a:cubicBezTo>
                    <a:lnTo>
                      <a:pt x="41643" y="15745"/>
                    </a:lnTo>
                    <a:cubicBezTo>
                      <a:pt x="41765" y="15715"/>
                      <a:pt x="41886" y="15684"/>
                      <a:pt x="42008" y="15684"/>
                    </a:cubicBezTo>
                    <a:cubicBezTo>
                      <a:pt x="42069" y="15733"/>
                      <a:pt x="42120" y="15757"/>
                      <a:pt x="42161" y="15757"/>
                    </a:cubicBezTo>
                    <a:cubicBezTo>
                      <a:pt x="42223" y="15757"/>
                      <a:pt x="42263" y="15703"/>
                      <a:pt x="42281" y="15593"/>
                    </a:cubicBezTo>
                    <a:lnTo>
                      <a:pt x="42433" y="15593"/>
                    </a:lnTo>
                    <a:cubicBezTo>
                      <a:pt x="42494" y="15654"/>
                      <a:pt x="42798" y="15715"/>
                      <a:pt x="42889" y="15745"/>
                    </a:cubicBezTo>
                    <a:lnTo>
                      <a:pt x="43072" y="15806"/>
                    </a:lnTo>
                    <a:cubicBezTo>
                      <a:pt x="43315" y="15745"/>
                      <a:pt x="43588" y="15745"/>
                      <a:pt x="43831" y="15745"/>
                    </a:cubicBezTo>
                    <a:lnTo>
                      <a:pt x="44318" y="15745"/>
                    </a:lnTo>
                    <a:cubicBezTo>
                      <a:pt x="44455" y="15760"/>
                      <a:pt x="44591" y="15768"/>
                      <a:pt x="44728" y="15768"/>
                    </a:cubicBezTo>
                    <a:cubicBezTo>
                      <a:pt x="44865" y="15768"/>
                      <a:pt x="45002" y="15760"/>
                      <a:pt x="45139" y="15745"/>
                    </a:cubicBezTo>
                    <a:cubicBezTo>
                      <a:pt x="45149" y="15724"/>
                      <a:pt x="45179" y="15714"/>
                      <a:pt x="45223" y="15714"/>
                    </a:cubicBezTo>
                    <a:cubicBezTo>
                      <a:pt x="45302" y="15714"/>
                      <a:pt x="45427" y="15747"/>
                      <a:pt x="45564" y="15806"/>
                    </a:cubicBezTo>
                    <a:lnTo>
                      <a:pt x="45777" y="15745"/>
                    </a:lnTo>
                    <a:cubicBezTo>
                      <a:pt x="45830" y="15736"/>
                      <a:pt x="45884" y="15733"/>
                      <a:pt x="45936" y="15733"/>
                    </a:cubicBezTo>
                    <a:cubicBezTo>
                      <a:pt x="46063" y="15733"/>
                      <a:pt x="46186" y="15754"/>
                      <a:pt x="46294" y="15776"/>
                    </a:cubicBezTo>
                    <a:lnTo>
                      <a:pt x="46354" y="15776"/>
                    </a:lnTo>
                    <a:cubicBezTo>
                      <a:pt x="46567" y="15776"/>
                      <a:pt x="46780" y="15715"/>
                      <a:pt x="46993" y="15684"/>
                    </a:cubicBezTo>
                    <a:lnTo>
                      <a:pt x="47236" y="15776"/>
                    </a:lnTo>
                    <a:cubicBezTo>
                      <a:pt x="47266" y="15791"/>
                      <a:pt x="47304" y="15798"/>
                      <a:pt x="47346" y="15798"/>
                    </a:cubicBezTo>
                    <a:cubicBezTo>
                      <a:pt x="47388" y="15798"/>
                      <a:pt x="47433" y="15791"/>
                      <a:pt x="47479" y="15776"/>
                    </a:cubicBezTo>
                    <a:cubicBezTo>
                      <a:pt x="47540" y="15776"/>
                      <a:pt x="47601" y="15715"/>
                      <a:pt x="47692" y="15715"/>
                    </a:cubicBezTo>
                    <a:cubicBezTo>
                      <a:pt x="47753" y="15715"/>
                      <a:pt x="47813" y="15776"/>
                      <a:pt x="47905" y="15776"/>
                    </a:cubicBezTo>
                    <a:lnTo>
                      <a:pt x="47935" y="15776"/>
                    </a:lnTo>
                    <a:cubicBezTo>
                      <a:pt x="48056" y="15654"/>
                      <a:pt x="48178" y="15593"/>
                      <a:pt x="48330" y="15532"/>
                    </a:cubicBezTo>
                    <a:cubicBezTo>
                      <a:pt x="48340" y="15529"/>
                      <a:pt x="48348" y="15528"/>
                      <a:pt x="48354" y="15528"/>
                    </a:cubicBezTo>
                    <a:cubicBezTo>
                      <a:pt x="48402" y="15528"/>
                      <a:pt x="48323" y="15630"/>
                      <a:pt x="48269" y="15684"/>
                    </a:cubicBezTo>
                    <a:cubicBezTo>
                      <a:pt x="48217" y="15711"/>
                      <a:pt x="48300" y="15782"/>
                      <a:pt x="48362" y="15782"/>
                    </a:cubicBezTo>
                    <a:cubicBezTo>
                      <a:pt x="48373" y="15782"/>
                      <a:pt x="48382" y="15780"/>
                      <a:pt x="48391" y="15776"/>
                    </a:cubicBezTo>
                    <a:cubicBezTo>
                      <a:pt x="48396" y="15773"/>
                      <a:pt x="48406" y="15772"/>
                      <a:pt x="48418" y="15772"/>
                    </a:cubicBezTo>
                    <a:cubicBezTo>
                      <a:pt x="48526" y="15772"/>
                      <a:pt x="48876" y="15871"/>
                      <a:pt x="49086" y="15871"/>
                    </a:cubicBezTo>
                    <a:cubicBezTo>
                      <a:pt x="49109" y="15871"/>
                      <a:pt x="49131" y="15870"/>
                      <a:pt x="49151" y="15867"/>
                    </a:cubicBezTo>
                    <a:cubicBezTo>
                      <a:pt x="49272" y="15867"/>
                      <a:pt x="49394" y="15836"/>
                      <a:pt x="49515" y="15836"/>
                    </a:cubicBezTo>
                    <a:lnTo>
                      <a:pt x="49546" y="15836"/>
                    </a:lnTo>
                    <a:cubicBezTo>
                      <a:pt x="49637" y="15776"/>
                      <a:pt x="49683" y="15745"/>
                      <a:pt x="49724" y="15745"/>
                    </a:cubicBezTo>
                    <a:cubicBezTo>
                      <a:pt x="49766" y="15745"/>
                      <a:pt x="49804" y="15776"/>
                      <a:pt x="49880" y="15836"/>
                    </a:cubicBezTo>
                    <a:lnTo>
                      <a:pt x="49911" y="15867"/>
                    </a:lnTo>
                    <a:cubicBezTo>
                      <a:pt x="49916" y="15870"/>
                      <a:pt x="49922" y="15871"/>
                      <a:pt x="49928" y="15871"/>
                    </a:cubicBezTo>
                    <a:cubicBezTo>
                      <a:pt x="49987" y="15871"/>
                      <a:pt x="50063" y="15742"/>
                      <a:pt x="50063" y="15715"/>
                    </a:cubicBezTo>
                    <a:cubicBezTo>
                      <a:pt x="50063" y="15684"/>
                      <a:pt x="50093" y="15654"/>
                      <a:pt x="50123" y="15624"/>
                    </a:cubicBezTo>
                    <a:cubicBezTo>
                      <a:pt x="50154" y="15684"/>
                      <a:pt x="50154" y="15745"/>
                      <a:pt x="50184" y="15806"/>
                    </a:cubicBezTo>
                    <a:cubicBezTo>
                      <a:pt x="50184" y="15836"/>
                      <a:pt x="50336" y="15867"/>
                      <a:pt x="50488" y="15867"/>
                    </a:cubicBezTo>
                    <a:lnTo>
                      <a:pt x="50640" y="15867"/>
                    </a:lnTo>
                    <a:lnTo>
                      <a:pt x="50792" y="15897"/>
                    </a:lnTo>
                    <a:cubicBezTo>
                      <a:pt x="50944" y="15897"/>
                      <a:pt x="51187" y="15867"/>
                      <a:pt x="51309" y="15867"/>
                    </a:cubicBezTo>
                    <a:lnTo>
                      <a:pt x="51552" y="15867"/>
                    </a:lnTo>
                    <a:cubicBezTo>
                      <a:pt x="51579" y="15813"/>
                      <a:pt x="51655" y="15710"/>
                      <a:pt x="51714" y="15710"/>
                    </a:cubicBezTo>
                    <a:cubicBezTo>
                      <a:pt x="51721" y="15710"/>
                      <a:pt x="51728" y="15712"/>
                      <a:pt x="51734" y="15715"/>
                    </a:cubicBezTo>
                    <a:cubicBezTo>
                      <a:pt x="51795" y="15745"/>
                      <a:pt x="51826" y="15806"/>
                      <a:pt x="51856" y="15867"/>
                    </a:cubicBezTo>
                    <a:cubicBezTo>
                      <a:pt x="51947" y="15836"/>
                      <a:pt x="52038" y="15806"/>
                      <a:pt x="52130" y="15776"/>
                    </a:cubicBezTo>
                    <a:lnTo>
                      <a:pt x="52525" y="15776"/>
                    </a:lnTo>
                    <a:cubicBezTo>
                      <a:pt x="52616" y="15776"/>
                      <a:pt x="52707" y="15745"/>
                      <a:pt x="52768" y="15684"/>
                    </a:cubicBezTo>
                    <a:lnTo>
                      <a:pt x="52859" y="15836"/>
                    </a:lnTo>
                    <a:cubicBezTo>
                      <a:pt x="52889" y="15867"/>
                      <a:pt x="53102" y="15867"/>
                      <a:pt x="53254" y="15867"/>
                    </a:cubicBezTo>
                    <a:lnTo>
                      <a:pt x="53467" y="15867"/>
                    </a:lnTo>
                    <a:cubicBezTo>
                      <a:pt x="53560" y="15844"/>
                      <a:pt x="53653" y="15834"/>
                      <a:pt x="53746" y="15834"/>
                    </a:cubicBezTo>
                    <a:cubicBezTo>
                      <a:pt x="53896" y="15834"/>
                      <a:pt x="54046" y="15860"/>
                      <a:pt x="54196" y="15897"/>
                    </a:cubicBezTo>
                    <a:lnTo>
                      <a:pt x="54288" y="15867"/>
                    </a:lnTo>
                    <a:cubicBezTo>
                      <a:pt x="54303" y="15859"/>
                      <a:pt x="54318" y="15856"/>
                      <a:pt x="54331" y="15856"/>
                    </a:cubicBezTo>
                    <a:cubicBezTo>
                      <a:pt x="54396" y="15856"/>
                      <a:pt x="54435" y="15935"/>
                      <a:pt x="54503" y="15935"/>
                    </a:cubicBezTo>
                    <a:cubicBezTo>
                      <a:pt x="54528" y="15935"/>
                      <a:pt x="54557" y="15925"/>
                      <a:pt x="54592" y="15897"/>
                    </a:cubicBezTo>
                    <a:cubicBezTo>
                      <a:pt x="54642" y="15872"/>
                      <a:pt x="54692" y="15857"/>
                      <a:pt x="54740" y="15857"/>
                    </a:cubicBezTo>
                    <a:cubicBezTo>
                      <a:pt x="54809" y="15857"/>
                      <a:pt x="54873" y="15887"/>
                      <a:pt x="54926" y="15958"/>
                    </a:cubicBezTo>
                    <a:cubicBezTo>
                      <a:pt x="55291" y="15897"/>
                      <a:pt x="55625" y="15867"/>
                      <a:pt x="55959" y="15867"/>
                    </a:cubicBezTo>
                    <a:cubicBezTo>
                      <a:pt x="56081" y="15897"/>
                      <a:pt x="56172" y="15897"/>
                      <a:pt x="56294" y="15897"/>
                    </a:cubicBezTo>
                    <a:lnTo>
                      <a:pt x="56324" y="15897"/>
                    </a:lnTo>
                    <a:cubicBezTo>
                      <a:pt x="56335" y="15886"/>
                      <a:pt x="56346" y="15882"/>
                      <a:pt x="56356" y="15882"/>
                    </a:cubicBezTo>
                    <a:cubicBezTo>
                      <a:pt x="56392" y="15882"/>
                      <a:pt x="56430" y="15927"/>
                      <a:pt x="56475" y="15927"/>
                    </a:cubicBezTo>
                    <a:cubicBezTo>
                      <a:pt x="56494" y="15927"/>
                      <a:pt x="56515" y="15919"/>
                      <a:pt x="56537" y="15897"/>
                    </a:cubicBezTo>
                    <a:lnTo>
                      <a:pt x="56567" y="15836"/>
                    </a:lnTo>
                    <a:cubicBezTo>
                      <a:pt x="56593" y="15831"/>
                      <a:pt x="56619" y="15829"/>
                      <a:pt x="56645" y="15829"/>
                    </a:cubicBezTo>
                    <a:cubicBezTo>
                      <a:pt x="56770" y="15829"/>
                      <a:pt x="56887" y="15888"/>
                      <a:pt x="56962" y="15988"/>
                    </a:cubicBezTo>
                    <a:lnTo>
                      <a:pt x="57084" y="15928"/>
                    </a:lnTo>
                    <a:lnTo>
                      <a:pt x="57236" y="15806"/>
                    </a:lnTo>
                    <a:cubicBezTo>
                      <a:pt x="57418" y="15867"/>
                      <a:pt x="57601" y="15897"/>
                      <a:pt x="57783" y="15988"/>
                    </a:cubicBezTo>
                    <a:lnTo>
                      <a:pt x="57905" y="15897"/>
                    </a:lnTo>
                    <a:cubicBezTo>
                      <a:pt x="57921" y="15889"/>
                      <a:pt x="57937" y="15886"/>
                      <a:pt x="57955" y="15886"/>
                    </a:cubicBezTo>
                    <a:cubicBezTo>
                      <a:pt x="58026" y="15886"/>
                      <a:pt x="58104" y="15942"/>
                      <a:pt x="58178" y="15942"/>
                    </a:cubicBezTo>
                    <a:cubicBezTo>
                      <a:pt x="58220" y="15942"/>
                      <a:pt x="58262" y="15924"/>
                      <a:pt x="58300" y="15867"/>
                    </a:cubicBezTo>
                    <a:cubicBezTo>
                      <a:pt x="58482" y="15867"/>
                      <a:pt x="58665" y="15928"/>
                      <a:pt x="58817" y="15988"/>
                    </a:cubicBezTo>
                    <a:lnTo>
                      <a:pt x="58999" y="15867"/>
                    </a:lnTo>
                    <a:cubicBezTo>
                      <a:pt x="59045" y="15852"/>
                      <a:pt x="59090" y="15844"/>
                      <a:pt x="59132" y="15844"/>
                    </a:cubicBezTo>
                    <a:cubicBezTo>
                      <a:pt x="59174" y="15844"/>
                      <a:pt x="59212" y="15852"/>
                      <a:pt x="59242" y="15867"/>
                    </a:cubicBezTo>
                    <a:lnTo>
                      <a:pt x="59455" y="16019"/>
                    </a:lnTo>
                    <a:cubicBezTo>
                      <a:pt x="59698" y="15958"/>
                      <a:pt x="60093" y="15928"/>
                      <a:pt x="60184" y="15928"/>
                    </a:cubicBezTo>
                    <a:cubicBezTo>
                      <a:pt x="60205" y="15917"/>
                      <a:pt x="60245" y="15914"/>
                      <a:pt x="60292" y="15914"/>
                    </a:cubicBezTo>
                    <a:cubicBezTo>
                      <a:pt x="60387" y="15914"/>
                      <a:pt x="60509" y="15928"/>
                      <a:pt x="60549" y="15928"/>
                    </a:cubicBezTo>
                    <a:cubicBezTo>
                      <a:pt x="60671" y="15867"/>
                      <a:pt x="60823" y="15867"/>
                      <a:pt x="60944" y="15867"/>
                    </a:cubicBezTo>
                    <a:lnTo>
                      <a:pt x="61218" y="15928"/>
                    </a:lnTo>
                    <a:lnTo>
                      <a:pt x="61279" y="15928"/>
                    </a:lnTo>
                    <a:cubicBezTo>
                      <a:pt x="61370" y="15928"/>
                      <a:pt x="61461" y="15867"/>
                      <a:pt x="61552" y="15867"/>
                    </a:cubicBezTo>
                    <a:cubicBezTo>
                      <a:pt x="61613" y="15867"/>
                      <a:pt x="61704" y="15867"/>
                      <a:pt x="61795" y="15836"/>
                    </a:cubicBezTo>
                    <a:cubicBezTo>
                      <a:pt x="61856" y="15806"/>
                      <a:pt x="61795" y="15684"/>
                      <a:pt x="61947" y="15684"/>
                    </a:cubicBezTo>
                    <a:lnTo>
                      <a:pt x="62039" y="15684"/>
                    </a:lnTo>
                    <a:cubicBezTo>
                      <a:pt x="62048" y="15681"/>
                      <a:pt x="62059" y="15680"/>
                      <a:pt x="62069" y="15680"/>
                    </a:cubicBezTo>
                    <a:cubicBezTo>
                      <a:pt x="62155" y="15680"/>
                      <a:pt x="62251" y="15782"/>
                      <a:pt x="62251" y="15836"/>
                    </a:cubicBezTo>
                    <a:cubicBezTo>
                      <a:pt x="62356" y="15860"/>
                      <a:pt x="62460" y="15870"/>
                      <a:pt x="62565" y="15870"/>
                    </a:cubicBezTo>
                    <a:cubicBezTo>
                      <a:pt x="62734" y="15870"/>
                      <a:pt x="62903" y="15844"/>
                      <a:pt x="63072" y="15806"/>
                    </a:cubicBezTo>
                    <a:lnTo>
                      <a:pt x="63467" y="15867"/>
                    </a:lnTo>
                    <a:cubicBezTo>
                      <a:pt x="63498" y="15867"/>
                      <a:pt x="63528" y="15776"/>
                      <a:pt x="63558" y="15745"/>
                    </a:cubicBezTo>
                    <a:cubicBezTo>
                      <a:pt x="63649" y="15776"/>
                      <a:pt x="63710" y="15806"/>
                      <a:pt x="63741" y="15836"/>
                    </a:cubicBezTo>
                    <a:lnTo>
                      <a:pt x="63832" y="15897"/>
                    </a:lnTo>
                    <a:lnTo>
                      <a:pt x="63984" y="15958"/>
                    </a:lnTo>
                    <a:cubicBezTo>
                      <a:pt x="64166" y="15897"/>
                      <a:pt x="64349" y="15867"/>
                      <a:pt x="64531" y="15867"/>
                    </a:cubicBezTo>
                    <a:cubicBezTo>
                      <a:pt x="64592" y="15867"/>
                      <a:pt x="64622" y="15806"/>
                      <a:pt x="64622" y="15745"/>
                    </a:cubicBezTo>
                    <a:cubicBezTo>
                      <a:pt x="64592" y="15745"/>
                      <a:pt x="64683" y="15715"/>
                      <a:pt x="64835" y="15715"/>
                    </a:cubicBezTo>
                    <a:lnTo>
                      <a:pt x="64896" y="15928"/>
                    </a:lnTo>
                    <a:cubicBezTo>
                      <a:pt x="65108" y="15897"/>
                      <a:pt x="65990" y="15867"/>
                      <a:pt x="66264" y="15867"/>
                    </a:cubicBezTo>
                    <a:cubicBezTo>
                      <a:pt x="66567" y="15867"/>
                      <a:pt x="66841" y="15836"/>
                      <a:pt x="67145" y="15776"/>
                    </a:cubicBezTo>
                    <a:lnTo>
                      <a:pt x="67267" y="15806"/>
                    </a:lnTo>
                    <a:lnTo>
                      <a:pt x="67449" y="15867"/>
                    </a:lnTo>
                    <a:cubicBezTo>
                      <a:pt x="67550" y="15867"/>
                      <a:pt x="67760" y="15853"/>
                      <a:pt x="67915" y="15853"/>
                    </a:cubicBezTo>
                    <a:cubicBezTo>
                      <a:pt x="67993" y="15853"/>
                      <a:pt x="68057" y="15857"/>
                      <a:pt x="68087" y="15867"/>
                    </a:cubicBezTo>
                    <a:lnTo>
                      <a:pt x="68543" y="15867"/>
                    </a:lnTo>
                    <a:cubicBezTo>
                      <a:pt x="68556" y="15862"/>
                      <a:pt x="68574" y="15861"/>
                      <a:pt x="68596" y="15861"/>
                    </a:cubicBezTo>
                    <a:cubicBezTo>
                      <a:pt x="68726" y="15861"/>
                      <a:pt x="68986" y="15928"/>
                      <a:pt x="69090" y="15928"/>
                    </a:cubicBezTo>
                    <a:cubicBezTo>
                      <a:pt x="69212" y="15897"/>
                      <a:pt x="69516" y="15897"/>
                      <a:pt x="69637" y="15867"/>
                    </a:cubicBezTo>
                    <a:cubicBezTo>
                      <a:pt x="69710" y="15867"/>
                      <a:pt x="69920" y="15789"/>
                      <a:pt x="70031" y="15789"/>
                    </a:cubicBezTo>
                    <a:cubicBezTo>
                      <a:pt x="70059" y="15789"/>
                      <a:pt x="70081" y="15794"/>
                      <a:pt x="70093" y="15806"/>
                    </a:cubicBezTo>
                    <a:cubicBezTo>
                      <a:pt x="70124" y="15826"/>
                      <a:pt x="70174" y="15833"/>
                      <a:pt x="70232" y="15833"/>
                    </a:cubicBezTo>
                    <a:cubicBezTo>
                      <a:pt x="70347" y="15833"/>
                      <a:pt x="70489" y="15806"/>
                      <a:pt x="70549" y="15806"/>
                    </a:cubicBezTo>
                    <a:cubicBezTo>
                      <a:pt x="70640" y="15806"/>
                      <a:pt x="71400" y="15897"/>
                      <a:pt x="71644" y="15897"/>
                    </a:cubicBezTo>
                    <a:cubicBezTo>
                      <a:pt x="71878" y="15897"/>
                      <a:pt x="72180" y="15830"/>
                      <a:pt x="72299" y="15830"/>
                    </a:cubicBezTo>
                    <a:cubicBezTo>
                      <a:pt x="72319" y="15830"/>
                      <a:pt x="72334" y="15832"/>
                      <a:pt x="72343" y="15836"/>
                    </a:cubicBezTo>
                    <a:cubicBezTo>
                      <a:pt x="72354" y="15842"/>
                      <a:pt x="72369" y="15845"/>
                      <a:pt x="72386" y="15845"/>
                    </a:cubicBezTo>
                    <a:cubicBezTo>
                      <a:pt x="72458" y="15845"/>
                      <a:pt x="72567" y="15800"/>
                      <a:pt x="72616" y="15776"/>
                    </a:cubicBezTo>
                    <a:cubicBezTo>
                      <a:pt x="72647" y="15745"/>
                      <a:pt x="72707" y="15715"/>
                      <a:pt x="72768" y="15715"/>
                    </a:cubicBezTo>
                    <a:cubicBezTo>
                      <a:pt x="72799" y="15715"/>
                      <a:pt x="72829" y="15776"/>
                      <a:pt x="72890" y="15836"/>
                    </a:cubicBezTo>
                    <a:lnTo>
                      <a:pt x="73619" y="15836"/>
                    </a:lnTo>
                    <a:cubicBezTo>
                      <a:pt x="73832" y="15867"/>
                      <a:pt x="74045" y="15897"/>
                      <a:pt x="74258" y="15897"/>
                    </a:cubicBezTo>
                    <a:cubicBezTo>
                      <a:pt x="74413" y="15853"/>
                      <a:pt x="74585" y="15824"/>
                      <a:pt x="74762" y="15824"/>
                    </a:cubicBezTo>
                    <a:cubicBezTo>
                      <a:pt x="74826" y="15824"/>
                      <a:pt x="74892" y="15828"/>
                      <a:pt x="74957" y="15836"/>
                    </a:cubicBezTo>
                    <a:lnTo>
                      <a:pt x="75352" y="15836"/>
                    </a:lnTo>
                    <a:cubicBezTo>
                      <a:pt x="75397" y="15821"/>
                      <a:pt x="75641" y="15821"/>
                      <a:pt x="75907" y="15821"/>
                    </a:cubicBezTo>
                    <a:cubicBezTo>
                      <a:pt x="76173" y="15821"/>
                      <a:pt x="76461" y="15821"/>
                      <a:pt x="76598" y="15806"/>
                    </a:cubicBezTo>
                    <a:lnTo>
                      <a:pt x="77358" y="15715"/>
                    </a:lnTo>
                    <a:lnTo>
                      <a:pt x="77480" y="15776"/>
                    </a:lnTo>
                    <a:cubicBezTo>
                      <a:pt x="77515" y="15793"/>
                      <a:pt x="77540" y="15811"/>
                      <a:pt x="77566" y="15811"/>
                    </a:cubicBezTo>
                    <a:cubicBezTo>
                      <a:pt x="77586" y="15811"/>
                      <a:pt x="77606" y="15801"/>
                      <a:pt x="77632" y="15776"/>
                    </a:cubicBezTo>
                    <a:cubicBezTo>
                      <a:pt x="77641" y="15766"/>
                      <a:pt x="77650" y="15763"/>
                      <a:pt x="77661" y="15763"/>
                    </a:cubicBezTo>
                    <a:cubicBezTo>
                      <a:pt x="77701" y="15763"/>
                      <a:pt x="77749" y="15818"/>
                      <a:pt x="77791" y="15818"/>
                    </a:cubicBezTo>
                    <a:cubicBezTo>
                      <a:pt x="77810" y="15818"/>
                      <a:pt x="77828" y="15807"/>
                      <a:pt x="77844" y="15776"/>
                    </a:cubicBezTo>
                    <a:cubicBezTo>
                      <a:pt x="77844" y="15776"/>
                      <a:pt x="77942" y="15815"/>
                      <a:pt x="78012" y="15815"/>
                    </a:cubicBezTo>
                    <a:cubicBezTo>
                      <a:pt x="78029" y="15815"/>
                      <a:pt x="78045" y="15812"/>
                      <a:pt x="78057" y="15806"/>
                    </a:cubicBezTo>
                    <a:cubicBezTo>
                      <a:pt x="78087" y="15791"/>
                      <a:pt x="78125" y="15783"/>
                      <a:pt x="78163" y="15783"/>
                    </a:cubicBezTo>
                    <a:cubicBezTo>
                      <a:pt x="78201" y="15783"/>
                      <a:pt x="78239" y="15791"/>
                      <a:pt x="78270" y="15806"/>
                    </a:cubicBezTo>
                    <a:cubicBezTo>
                      <a:pt x="78324" y="15828"/>
                      <a:pt x="78377" y="15838"/>
                      <a:pt x="78430" y="15838"/>
                    </a:cubicBezTo>
                    <a:cubicBezTo>
                      <a:pt x="78526" y="15838"/>
                      <a:pt x="78617" y="15804"/>
                      <a:pt x="78695" y="15745"/>
                    </a:cubicBezTo>
                    <a:cubicBezTo>
                      <a:pt x="78707" y="15737"/>
                      <a:pt x="78720" y="15734"/>
                      <a:pt x="78735" y="15734"/>
                    </a:cubicBezTo>
                    <a:cubicBezTo>
                      <a:pt x="78812" y="15734"/>
                      <a:pt x="78924" y="15829"/>
                      <a:pt x="79019" y="15829"/>
                    </a:cubicBezTo>
                    <a:cubicBezTo>
                      <a:pt x="79044" y="15829"/>
                      <a:pt x="79068" y="15823"/>
                      <a:pt x="79091" y="15806"/>
                    </a:cubicBezTo>
                    <a:cubicBezTo>
                      <a:pt x="79166" y="15760"/>
                      <a:pt x="79258" y="15738"/>
                      <a:pt x="79349" y="15738"/>
                    </a:cubicBezTo>
                    <a:cubicBezTo>
                      <a:pt x="79440" y="15738"/>
                      <a:pt x="79531" y="15760"/>
                      <a:pt x="79607" y="15806"/>
                    </a:cubicBezTo>
                    <a:lnTo>
                      <a:pt x="79638" y="15836"/>
                    </a:lnTo>
                    <a:cubicBezTo>
                      <a:pt x="79719" y="15836"/>
                      <a:pt x="79992" y="15740"/>
                      <a:pt x="80116" y="15740"/>
                    </a:cubicBezTo>
                    <a:cubicBezTo>
                      <a:pt x="80131" y="15740"/>
                      <a:pt x="80144" y="15742"/>
                      <a:pt x="80154" y="15745"/>
                    </a:cubicBezTo>
                    <a:cubicBezTo>
                      <a:pt x="80192" y="15758"/>
                      <a:pt x="80230" y="15765"/>
                      <a:pt x="80266" y="15765"/>
                    </a:cubicBezTo>
                    <a:cubicBezTo>
                      <a:pt x="80316" y="15765"/>
                      <a:pt x="80362" y="15750"/>
                      <a:pt x="80398" y="15715"/>
                    </a:cubicBezTo>
                    <a:cubicBezTo>
                      <a:pt x="80403" y="15709"/>
                      <a:pt x="80410" y="15707"/>
                      <a:pt x="80418" y="15707"/>
                    </a:cubicBezTo>
                    <a:cubicBezTo>
                      <a:pt x="80450" y="15707"/>
                      <a:pt x="80495" y="15751"/>
                      <a:pt x="80519" y="15776"/>
                    </a:cubicBezTo>
                    <a:cubicBezTo>
                      <a:pt x="80519" y="15782"/>
                      <a:pt x="80526" y="15784"/>
                      <a:pt x="80537" y="15784"/>
                    </a:cubicBezTo>
                    <a:cubicBezTo>
                      <a:pt x="80567" y="15784"/>
                      <a:pt x="80628" y="15767"/>
                      <a:pt x="80668" y="15767"/>
                    </a:cubicBezTo>
                    <a:cubicBezTo>
                      <a:pt x="80683" y="15767"/>
                      <a:pt x="80695" y="15769"/>
                      <a:pt x="80701" y="15776"/>
                    </a:cubicBezTo>
                    <a:cubicBezTo>
                      <a:pt x="80754" y="15776"/>
                      <a:pt x="80895" y="15843"/>
                      <a:pt x="80973" y="15843"/>
                    </a:cubicBezTo>
                    <a:cubicBezTo>
                      <a:pt x="80986" y="15843"/>
                      <a:pt x="80997" y="15841"/>
                      <a:pt x="81005" y="15836"/>
                    </a:cubicBezTo>
                    <a:cubicBezTo>
                      <a:pt x="81009" y="15833"/>
                      <a:pt x="81020" y="15831"/>
                      <a:pt x="81037" y="15831"/>
                    </a:cubicBezTo>
                    <a:cubicBezTo>
                      <a:pt x="81139" y="15831"/>
                      <a:pt x="81457" y="15884"/>
                      <a:pt x="81684" y="15884"/>
                    </a:cubicBezTo>
                    <a:cubicBezTo>
                      <a:pt x="81752" y="15884"/>
                      <a:pt x="81813" y="15879"/>
                      <a:pt x="81857" y="15867"/>
                    </a:cubicBezTo>
                    <a:cubicBezTo>
                      <a:pt x="82039" y="15806"/>
                      <a:pt x="82252" y="15776"/>
                      <a:pt x="82464" y="15745"/>
                    </a:cubicBezTo>
                    <a:cubicBezTo>
                      <a:pt x="82586" y="15776"/>
                      <a:pt x="82708" y="15806"/>
                      <a:pt x="82829" y="15806"/>
                    </a:cubicBezTo>
                    <a:cubicBezTo>
                      <a:pt x="82981" y="15776"/>
                      <a:pt x="83133" y="15715"/>
                      <a:pt x="83255" y="15654"/>
                    </a:cubicBezTo>
                    <a:cubicBezTo>
                      <a:pt x="83271" y="15648"/>
                      <a:pt x="83290" y="15646"/>
                      <a:pt x="83310" y="15646"/>
                    </a:cubicBezTo>
                    <a:cubicBezTo>
                      <a:pt x="83398" y="15646"/>
                      <a:pt x="83503" y="15696"/>
                      <a:pt x="83528" y="15745"/>
                    </a:cubicBezTo>
                    <a:cubicBezTo>
                      <a:pt x="83541" y="15752"/>
                      <a:pt x="83558" y="15754"/>
                      <a:pt x="83577" y="15754"/>
                    </a:cubicBezTo>
                    <a:cubicBezTo>
                      <a:pt x="83630" y="15754"/>
                      <a:pt x="83700" y="15736"/>
                      <a:pt x="83753" y="15736"/>
                    </a:cubicBezTo>
                    <a:cubicBezTo>
                      <a:pt x="83772" y="15736"/>
                      <a:pt x="83789" y="15739"/>
                      <a:pt x="83802" y="15745"/>
                    </a:cubicBezTo>
                    <a:cubicBezTo>
                      <a:pt x="83923" y="15745"/>
                      <a:pt x="84075" y="15745"/>
                      <a:pt x="84227" y="15715"/>
                    </a:cubicBezTo>
                    <a:lnTo>
                      <a:pt x="84349" y="15776"/>
                    </a:lnTo>
                    <a:lnTo>
                      <a:pt x="84531" y="15867"/>
                    </a:lnTo>
                    <a:cubicBezTo>
                      <a:pt x="84744" y="15806"/>
                      <a:pt x="84926" y="15745"/>
                      <a:pt x="85139" y="15715"/>
                    </a:cubicBezTo>
                    <a:cubicBezTo>
                      <a:pt x="85215" y="15730"/>
                      <a:pt x="85291" y="15738"/>
                      <a:pt x="85367" y="15738"/>
                    </a:cubicBezTo>
                    <a:cubicBezTo>
                      <a:pt x="85443" y="15738"/>
                      <a:pt x="85519" y="15730"/>
                      <a:pt x="85595" y="15715"/>
                    </a:cubicBezTo>
                    <a:lnTo>
                      <a:pt x="85747" y="15776"/>
                    </a:lnTo>
                    <a:cubicBezTo>
                      <a:pt x="85758" y="15779"/>
                      <a:pt x="85770" y="15781"/>
                      <a:pt x="85782" y="15781"/>
                    </a:cubicBezTo>
                    <a:cubicBezTo>
                      <a:pt x="85838" y="15781"/>
                      <a:pt x="85909" y="15751"/>
                      <a:pt x="85986" y="15751"/>
                    </a:cubicBezTo>
                    <a:cubicBezTo>
                      <a:pt x="86036" y="15751"/>
                      <a:pt x="86089" y="15764"/>
                      <a:pt x="86142" y="15806"/>
                    </a:cubicBezTo>
                    <a:lnTo>
                      <a:pt x="86173" y="15867"/>
                    </a:lnTo>
                    <a:cubicBezTo>
                      <a:pt x="86294" y="15836"/>
                      <a:pt x="86385" y="15836"/>
                      <a:pt x="86507" y="15806"/>
                    </a:cubicBezTo>
                    <a:cubicBezTo>
                      <a:pt x="86720" y="15745"/>
                      <a:pt x="86933" y="15715"/>
                      <a:pt x="87145" y="15684"/>
                    </a:cubicBezTo>
                    <a:cubicBezTo>
                      <a:pt x="87328" y="15684"/>
                      <a:pt x="87814" y="15684"/>
                      <a:pt x="88270" y="15715"/>
                    </a:cubicBezTo>
                    <a:lnTo>
                      <a:pt x="88696" y="15745"/>
                    </a:lnTo>
                    <a:lnTo>
                      <a:pt x="88787" y="15745"/>
                    </a:lnTo>
                    <a:cubicBezTo>
                      <a:pt x="88814" y="15738"/>
                      <a:pt x="88851" y="15736"/>
                      <a:pt x="88892" y="15736"/>
                    </a:cubicBezTo>
                    <a:cubicBezTo>
                      <a:pt x="88964" y="15736"/>
                      <a:pt x="89048" y="15743"/>
                      <a:pt x="89112" y="15743"/>
                    </a:cubicBezTo>
                    <a:cubicBezTo>
                      <a:pt x="89171" y="15743"/>
                      <a:pt x="89212" y="15737"/>
                      <a:pt x="89212" y="15715"/>
                    </a:cubicBezTo>
                    <a:lnTo>
                      <a:pt x="89212" y="15776"/>
                    </a:lnTo>
                    <a:lnTo>
                      <a:pt x="89395" y="15745"/>
                    </a:lnTo>
                    <a:cubicBezTo>
                      <a:pt x="89486" y="15715"/>
                      <a:pt x="89577" y="15684"/>
                      <a:pt x="89638" y="15684"/>
                    </a:cubicBezTo>
                    <a:cubicBezTo>
                      <a:pt x="89759" y="15684"/>
                      <a:pt x="89851" y="15745"/>
                      <a:pt x="89972" y="15745"/>
                    </a:cubicBezTo>
                    <a:cubicBezTo>
                      <a:pt x="90086" y="15745"/>
                      <a:pt x="90217" y="15694"/>
                      <a:pt x="90301" y="15694"/>
                    </a:cubicBezTo>
                    <a:cubicBezTo>
                      <a:pt x="90329" y="15694"/>
                      <a:pt x="90352" y="15700"/>
                      <a:pt x="90367" y="15715"/>
                    </a:cubicBezTo>
                    <a:lnTo>
                      <a:pt x="90550" y="15806"/>
                    </a:lnTo>
                    <a:cubicBezTo>
                      <a:pt x="90604" y="15751"/>
                      <a:pt x="90714" y="15740"/>
                      <a:pt x="90806" y="15740"/>
                    </a:cubicBezTo>
                    <a:cubicBezTo>
                      <a:pt x="90867" y="15740"/>
                      <a:pt x="90921" y="15745"/>
                      <a:pt x="90945" y="15745"/>
                    </a:cubicBezTo>
                    <a:cubicBezTo>
                      <a:pt x="91127" y="15654"/>
                      <a:pt x="91310" y="15593"/>
                      <a:pt x="91522" y="15563"/>
                    </a:cubicBezTo>
                    <a:cubicBezTo>
                      <a:pt x="91653" y="15563"/>
                      <a:pt x="92029" y="15697"/>
                      <a:pt x="92210" y="15697"/>
                    </a:cubicBezTo>
                    <a:cubicBezTo>
                      <a:pt x="92240" y="15697"/>
                      <a:pt x="92265" y="15693"/>
                      <a:pt x="92282" y="15684"/>
                    </a:cubicBezTo>
                    <a:cubicBezTo>
                      <a:pt x="92404" y="15624"/>
                      <a:pt x="92525" y="15593"/>
                      <a:pt x="92677" y="15593"/>
                    </a:cubicBezTo>
                    <a:cubicBezTo>
                      <a:pt x="92699" y="15615"/>
                      <a:pt x="92781" y="15636"/>
                      <a:pt x="92849" y="15636"/>
                    </a:cubicBezTo>
                    <a:cubicBezTo>
                      <a:pt x="92877" y="15636"/>
                      <a:pt x="92903" y="15633"/>
                      <a:pt x="92921" y="15624"/>
                    </a:cubicBezTo>
                    <a:cubicBezTo>
                      <a:pt x="92951" y="15624"/>
                      <a:pt x="93103" y="15532"/>
                      <a:pt x="93133" y="15532"/>
                    </a:cubicBezTo>
                    <a:cubicBezTo>
                      <a:pt x="93255" y="15563"/>
                      <a:pt x="93376" y="15563"/>
                      <a:pt x="93528" y="15593"/>
                    </a:cubicBezTo>
                    <a:cubicBezTo>
                      <a:pt x="93570" y="15572"/>
                      <a:pt x="93728" y="15537"/>
                      <a:pt x="93842" y="15537"/>
                    </a:cubicBezTo>
                    <a:cubicBezTo>
                      <a:pt x="93893" y="15537"/>
                      <a:pt x="93935" y="15544"/>
                      <a:pt x="93954" y="15563"/>
                    </a:cubicBezTo>
                    <a:cubicBezTo>
                      <a:pt x="93960" y="15569"/>
                      <a:pt x="93969" y="15571"/>
                      <a:pt x="93980" y="15571"/>
                    </a:cubicBezTo>
                    <a:cubicBezTo>
                      <a:pt x="94029" y="15571"/>
                      <a:pt x="94118" y="15527"/>
                      <a:pt x="94167" y="15502"/>
                    </a:cubicBezTo>
                    <a:lnTo>
                      <a:pt x="94471" y="15380"/>
                    </a:lnTo>
                    <a:lnTo>
                      <a:pt x="94471" y="15441"/>
                    </a:lnTo>
                    <a:lnTo>
                      <a:pt x="94471" y="15654"/>
                    </a:lnTo>
                    <a:cubicBezTo>
                      <a:pt x="94611" y="15598"/>
                      <a:pt x="94881" y="15438"/>
                      <a:pt x="94970" y="15438"/>
                    </a:cubicBezTo>
                    <a:cubicBezTo>
                      <a:pt x="94977" y="15438"/>
                      <a:pt x="94983" y="15439"/>
                      <a:pt x="94987" y="15441"/>
                    </a:cubicBezTo>
                    <a:cubicBezTo>
                      <a:pt x="95109" y="15472"/>
                      <a:pt x="95261" y="15472"/>
                      <a:pt x="95383" y="15472"/>
                    </a:cubicBezTo>
                    <a:cubicBezTo>
                      <a:pt x="95474" y="15472"/>
                      <a:pt x="95595" y="15502"/>
                      <a:pt x="95687" y="15532"/>
                    </a:cubicBezTo>
                    <a:cubicBezTo>
                      <a:pt x="95713" y="15532"/>
                      <a:pt x="96051" y="15465"/>
                      <a:pt x="96243" y="15465"/>
                    </a:cubicBezTo>
                    <a:cubicBezTo>
                      <a:pt x="96275" y="15465"/>
                      <a:pt x="96303" y="15467"/>
                      <a:pt x="96325" y="15472"/>
                    </a:cubicBezTo>
                    <a:cubicBezTo>
                      <a:pt x="96446" y="15502"/>
                      <a:pt x="96598" y="15502"/>
                      <a:pt x="96720" y="15502"/>
                    </a:cubicBezTo>
                    <a:lnTo>
                      <a:pt x="96902" y="15502"/>
                    </a:lnTo>
                    <a:cubicBezTo>
                      <a:pt x="96994" y="15487"/>
                      <a:pt x="97085" y="15479"/>
                      <a:pt x="97176" y="15479"/>
                    </a:cubicBezTo>
                    <a:cubicBezTo>
                      <a:pt x="97267" y="15479"/>
                      <a:pt x="97358" y="15487"/>
                      <a:pt x="97450" y="15502"/>
                    </a:cubicBezTo>
                    <a:lnTo>
                      <a:pt x="97601" y="15411"/>
                    </a:lnTo>
                    <a:lnTo>
                      <a:pt x="97723" y="15350"/>
                    </a:lnTo>
                    <a:cubicBezTo>
                      <a:pt x="97905" y="15350"/>
                      <a:pt x="98088" y="15289"/>
                      <a:pt x="98270" y="15198"/>
                    </a:cubicBezTo>
                    <a:cubicBezTo>
                      <a:pt x="98273" y="15195"/>
                      <a:pt x="98277" y="15193"/>
                      <a:pt x="98281" y="15193"/>
                    </a:cubicBezTo>
                    <a:cubicBezTo>
                      <a:pt x="98313" y="15193"/>
                      <a:pt x="98365" y="15296"/>
                      <a:pt x="98392" y="15350"/>
                    </a:cubicBezTo>
                    <a:cubicBezTo>
                      <a:pt x="98392" y="15353"/>
                      <a:pt x="98393" y="15354"/>
                      <a:pt x="98396" y="15354"/>
                    </a:cubicBezTo>
                    <a:cubicBezTo>
                      <a:pt x="98423" y="15354"/>
                      <a:pt x="98580" y="15223"/>
                      <a:pt x="98635" y="15168"/>
                    </a:cubicBezTo>
                    <a:cubicBezTo>
                      <a:pt x="98653" y="15150"/>
                      <a:pt x="98673" y="15143"/>
                      <a:pt x="98693" y="15143"/>
                    </a:cubicBezTo>
                    <a:cubicBezTo>
                      <a:pt x="98741" y="15143"/>
                      <a:pt x="98787" y="15186"/>
                      <a:pt x="98787" y="15228"/>
                    </a:cubicBezTo>
                    <a:cubicBezTo>
                      <a:pt x="98787" y="15289"/>
                      <a:pt x="99060" y="15289"/>
                      <a:pt x="99152" y="15289"/>
                    </a:cubicBezTo>
                    <a:cubicBezTo>
                      <a:pt x="99243" y="15289"/>
                      <a:pt x="99243" y="15168"/>
                      <a:pt x="99152" y="15016"/>
                    </a:cubicBezTo>
                    <a:lnTo>
                      <a:pt x="99364" y="14985"/>
                    </a:lnTo>
                    <a:lnTo>
                      <a:pt x="99592" y="14928"/>
                    </a:lnTo>
                    <a:lnTo>
                      <a:pt x="99592" y="14928"/>
                    </a:lnTo>
                    <a:cubicBezTo>
                      <a:pt x="99594" y="14936"/>
                      <a:pt x="99598" y="14944"/>
                      <a:pt x="99604" y="14951"/>
                    </a:cubicBezTo>
                    <a:lnTo>
                      <a:pt x="99604" y="14951"/>
                    </a:lnTo>
                    <a:cubicBezTo>
                      <a:pt x="99605" y="14943"/>
                      <a:pt x="99606" y="14934"/>
                      <a:pt x="99608" y="14925"/>
                    </a:cubicBezTo>
                    <a:lnTo>
                      <a:pt x="99608" y="14925"/>
                    </a:lnTo>
                    <a:lnTo>
                      <a:pt x="99592" y="14928"/>
                    </a:lnTo>
                    <a:lnTo>
                      <a:pt x="99592" y="14928"/>
                    </a:lnTo>
                    <a:cubicBezTo>
                      <a:pt x="99579" y="14871"/>
                      <a:pt x="99677" y="14803"/>
                      <a:pt x="99729" y="14803"/>
                    </a:cubicBezTo>
                    <a:cubicBezTo>
                      <a:pt x="99760" y="14803"/>
                      <a:pt x="99729" y="14590"/>
                      <a:pt x="99790" y="14560"/>
                    </a:cubicBezTo>
                    <a:cubicBezTo>
                      <a:pt x="99798" y="14556"/>
                      <a:pt x="99807" y="14554"/>
                      <a:pt x="99815" y="14554"/>
                    </a:cubicBezTo>
                    <a:cubicBezTo>
                      <a:pt x="99867" y="14554"/>
                      <a:pt x="99912" y="14625"/>
                      <a:pt x="99912" y="14651"/>
                    </a:cubicBezTo>
                    <a:cubicBezTo>
                      <a:pt x="99917" y="14656"/>
                      <a:pt x="99926" y="14659"/>
                      <a:pt x="99940" y="14659"/>
                    </a:cubicBezTo>
                    <a:cubicBezTo>
                      <a:pt x="100005" y="14659"/>
                      <a:pt x="100161" y="14600"/>
                      <a:pt x="100337" y="14499"/>
                    </a:cubicBezTo>
                    <a:lnTo>
                      <a:pt x="100337" y="14256"/>
                    </a:lnTo>
                    <a:lnTo>
                      <a:pt x="100337" y="14043"/>
                    </a:lnTo>
                    <a:cubicBezTo>
                      <a:pt x="100307" y="13861"/>
                      <a:pt x="100246" y="13709"/>
                      <a:pt x="100094" y="13557"/>
                    </a:cubicBezTo>
                    <a:cubicBezTo>
                      <a:pt x="100064" y="13526"/>
                      <a:pt x="100094" y="13466"/>
                      <a:pt x="100185" y="13374"/>
                    </a:cubicBezTo>
                    <a:lnTo>
                      <a:pt x="100307" y="13374"/>
                    </a:lnTo>
                    <a:cubicBezTo>
                      <a:pt x="100367" y="13466"/>
                      <a:pt x="100428" y="13466"/>
                      <a:pt x="100428" y="13466"/>
                    </a:cubicBezTo>
                    <a:cubicBezTo>
                      <a:pt x="100519" y="13344"/>
                      <a:pt x="100611" y="13283"/>
                      <a:pt x="100702" y="13192"/>
                    </a:cubicBezTo>
                    <a:lnTo>
                      <a:pt x="100945" y="13040"/>
                    </a:lnTo>
                    <a:lnTo>
                      <a:pt x="100945" y="13010"/>
                    </a:lnTo>
                    <a:cubicBezTo>
                      <a:pt x="100945" y="12933"/>
                      <a:pt x="100687" y="12813"/>
                      <a:pt x="100533" y="12813"/>
                    </a:cubicBezTo>
                    <a:cubicBezTo>
                      <a:pt x="100504" y="12813"/>
                      <a:pt x="100478" y="12818"/>
                      <a:pt x="100459" y="12827"/>
                    </a:cubicBezTo>
                    <a:lnTo>
                      <a:pt x="100398" y="12827"/>
                    </a:lnTo>
                    <a:cubicBezTo>
                      <a:pt x="100367" y="12888"/>
                      <a:pt x="100337" y="12979"/>
                      <a:pt x="100337" y="13070"/>
                    </a:cubicBezTo>
                    <a:lnTo>
                      <a:pt x="100246" y="13101"/>
                    </a:lnTo>
                    <a:cubicBezTo>
                      <a:pt x="100185" y="13101"/>
                      <a:pt x="100094" y="13101"/>
                      <a:pt x="100064" y="13070"/>
                    </a:cubicBezTo>
                    <a:cubicBezTo>
                      <a:pt x="100033" y="13010"/>
                      <a:pt x="100033" y="12949"/>
                      <a:pt x="100064" y="12918"/>
                    </a:cubicBezTo>
                    <a:cubicBezTo>
                      <a:pt x="100094" y="12858"/>
                      <a:pt x="100124" y="12827"/>
                      <a:pt x="100185" y="12797"/>
                    </a:cubicBezTo>
                    <a:lnTo>
                      <a:pt x="100337" y="12706"/>
                    </a:lnTo>
                    <a:cubicBezTo>
                      <a:pt x="100550" y="12614"/>
                      <a:pt x="100459" y="12523"/>
                      <a:pt x="100398" y="12493"/>
                    </a:cubicBezTo>
                    <a:cubicBezTo>
                      <a:pt x="100307" y="12493"/>
                      <a:pt x="100307" y="12341"/>
                      <a:pt x="100337" y="12280"/>
                    </a:cubicBezTo>
                    <a:cubicBezTo>
                      <a:pt x="100367" y="12250"/>
                      <a:pt x="100185" y="12189"/>
                      <a:pt x="100155" y="12189"/>
                    </a:cubicBezTo>
                    <a:cubicBezTo>
                      <a:pt x="100094" y="12159"/>
                      <a:pt x="100155" y="12067"/>
                      <a:pt x="100185" y="12037"/>
                    </a:cubicBezTo>
                    <a:cubicBezTo>
                      <a:pt x="100216" y="12007"/>
                      <a:pt x="100185" y="11915"/>
                      <a:pt x="100124" y="11855"/>
                    </a:cubicBezTo>
                    <a:lnTo>
                      <a:pt x="100003" y="11915"/>
                    </a:lnTo>
                    <a:cubicBezTo>
                      <a:pt x="99957" y="11961"/>
                      <a:pt x="99896" y="11984"/>
                      <a:pt x="99832" y="11984"/>
                    </a:cubicBezTo>
                    <a:cubicBezTo>
                      <a:pt x="99767" y="11984"/>
                      <a:pt x="99699" y="11961"/>
                      <a:pt x="99638" y="11915"/>
                    </a:cubicBezTo>
                    <a:cubicBezTo>
                      <a:pt x="99632" y="11909"/>
                      <a:pt x="99625" y="11907"/>
                      <a:pt x="99617" y="11907"/>
                    </a:cubicBezTo>
                    <a:cubicBezTo>
                      <a:pt x="99586" y="11907"/>
                      <a:pt x="99547" y="11946"/>
                      <a:pt x="99547" y="11946"/>
                    </a:cubicBezTo>
                    <a:cubicBezTo>
                      <a:pt x="99542" y="11950"/>
                      <a:pt x="99536" y="11952"/>
                      <a:pt x="99529" y="11952"/>
                    </a:cubicBezTo>
                    <a:cubicBezTo>
                      <a:pt x="99484" y="11952"/>
                      <a:pt x="99390" y="11885"/>
                      <a:pt x="99364" y="11885"/>
                    </a:cubicBezTo>
                    <a:lnTo>
                      <a:pt x="99121" y="11885"/>
                    </a:lnTo>
                    <a:cubicBezTo>
                      <a:pt x="99060" y="11855"/>
                      <a:pt x="99000" y="11763"/>
                      <a:pt x="98969" y="11703"/>
                    </a:cubicBezTo>
                    <a:cubicBezTo>
                      <a:pt x="98951" y="11667"/>
                      <a:pt x="98934" y="11652"/>
                      <a:pt x="98910" y="11652"/>
                    </a:cubicBezTo>
                    <a:cubicBezTo>
                      <a:pt x="98893" y="11652"/>
                      <a:pt x="98873" y="11660"/>
                      <a:pt x="98848" y="11672"/>
                    </a:cubicBezTo>
                    <a:lnTo>
                      <a:pt x="98817" y="11703"/>
                    </a:lnTo>
                    <a:cubicBezTo>
                      <a:pt x="98787" y="11794"/>
                      <a:pt x="98726" y="11855"/>
                      <a:pt x="98696" y="11915"/>
                    </a:cubicBezTo>
                    <a:cubicBezTo>
                      <a:pt x="98681" y="11931"/>
                      <a:pt x="98658" y="11938"/>
                      <a:pt x="98635" y="11938"/>
                    </a:cubicBezTo>
                    <a:cubicBezTo>
                      <a:pt x="98612" y="11938"/>
                      <a:pt x="98589" y="11931"/>
                      <a:pt x="98574" y="11915"/>
                    </a:cubicBezTo>
                    <a:cubicBezTo>
                      <a:pt x="98513" y="11915"/>
                      <a:pt x="98513" y="11824"/>
                      <a:pt x="98513" y="11824"/>
                    </a:cubicBezTo>
                    <a:cubicBezTo>
                      <a:pt x="98696" y="11703"/>
                      <a:pt x="98605" y="11520"/>
                      <a:pt x="98605" y="11399"/>
                    </a:cubicBezTo>
                    <a:cubicBezTo>
                      <a:pt x="98516" y="11386"/>
                      <a:pt x="98433" y="11379"/>
                      <a:pt x="98351" y="11379"/>
                    </a:cubicBezTo>
                    <a:cubicBezTo>
                      <a:pt x="98235" y="11379"/>
                      <a:pt x="98121" y="11393"/>
                      <a:pt x="97997" y="11429"/>
                    </a:cubicBezTo>
                    <a:lnTo>
                      <a:pt x="97814" y="11459"/>
                    </a:lnTo>
                    <a:lnTo>
                      <a:pt x="97784" y="11459"/>
                    </a:lnTo>
                    <a:cubicBezTo>
                      <a:pt x="97781" y="11462"/>
                      <a:pt x="97778" y="11463"/>
                      <a:pt x="97774" y="11463"/>
                    </a:cubicBezTo>
                    <a:cubicBezTo>
                      <a:pt x="97738" y="11463"/>
                      <a:pt x="97660" y="11332"/>
                      <a:pt x="97632" y="11277"/>
                    </a:cubicBezTo>
                    <a:cubicBezTo>
                      <a:pt x="97622" y="11258"/>
                      <a:pt x="97595" y="11251"/>
                      <a:pt x="97561" y="11251"/>
                    </a:cubicBezTo>
                    <a:cubicBezTo>
                      <a:pt x="97484" y="11251"/>
                      <a:pt x="97370" y="11286"/>
                      <a:pt x="97328" y="11307"/>
                    </a:cubicBezTo>
                    <a:lnTo>
                      <a:pt x="97054" y="11429"/>
                    </a:lnTo>
                    <a:lnTo>
                      <a:pt x="97024" y="11429"/>
                    </a:lnTo>
                    <a:lnTo>
                      <a:pt x="96994" y="11399"/>
                    </a:lnTo>
                    <a:cubicBezTo>
                      <a:pt x="96983" y="11377"/>
                      <a:pt x="96957" y="11367"/>
                      <a:pt x="96921" y="11367"/>
                    </a:cubicBezTo>
                    <a:cubicBezTo>
                      <a:pt x="96856" y="11367"/>
                      <a:pt x="96757" y="11401"/>
                      <a:pt x="96659" y="11459"/>
                    </a:cubicBezTo>
                    <a:cubicBezTo>
                      <a:pt x="96623" y="11414"/>
                      <a:pt x="96586" y="11398"/>
                      <a:pt x="96549" y="11398"/>
                    </a:cubicBezTo>
                    <a:cubicBezTo>
                      <a:pt x="96474" y="11398"/>
                      <a:pt x="96399" y="11463"/>
                      <a:pt x="96323" y="11463"/>
                    </a:cubicBezTo>
                    <a:cubicBezTo>
                      <a:pt x="96314" y="11463"/>
                      <a:pt x="96304" y="11462"/>
                      <a:pt x="96294" y="11459"/>
                    </a:cubicBezTo>
                    <a:cubicBezTo>
                      <a:pt x="96234" y="11459"/>
                      <a:pt x="96203" y="11459"/>
                      <a:pt x="96173" y="11520"/>
                    </a:cubicBezTo>
                    <a:lnTo>
                      <a:pt x="96173" y="11551"/>
                    </a:lnTo>
                    <a:cubicBezTo>
                      <a:pt x="96203" y="11581"/>
                      <a:pt x="96446" y="11611"/>
                      <a:pt x="96446" y="11672"/>
                    </a:cubicBezTo>
                    <a:cubicBezTo>
                      <a:pt x="96446" y="11717"/>
                      <a:pt x="96463" y="11745"/>
                      <a:pt x="96483" y="11745"/>
                    </a:cubicBezTo>
                    <a:cubicBezTo>
                      <a:pt x="96491" y="11745"/>
                      <a:pt x="96499" y="11741"/>
                      <a:pt x="96507" y="11733"/>
                    </a:cubicBezTo>
                    <a:lnTo>
                      <a:pt x="96507" y="11703"/>
                    </a:lnTo>
                    <a:cubicBezTo>
                      <a:pt x="96507" y="11617"/>
                      <a:pt x="96492" y="11531"/>
                      <a:pt x="96558" y="11531"/>
                    </a:cubicBezTo>
                    <a:cubicBezTo>
                      <a:pt x="96586" y="11531"/>
                      <a:pt x="96627" y="11545"/>
                      <a:pt x="96690" y="11581"/>
                    </a:cubicBezTo>
                    <a:lnTo>
                      <a:pt x="96872" y="11581"/>
                    </a:lnTo>
                    <a:cubicBezTo>
                      <a:pt x="96994" y="11581"/>
                      <a:pt x="97085" y="11611"/>
                      <a:pt x="97206" y="11672"/>
                    </a:cubicBezTo>
                    <a:lnTo>
                      <a:pt x="97298" y="11733"/>
                    </a:lnTo>
                    <a:cubicBezTo>
                      <a:pt x="97298" y="11763"/>
                      <a:pt x="97237" y="11824"/>
                      <a:pt x="97206" y="11824"/>
                    </a:cubicBezTo>
                    <a:cubicBezTo>
                      <a:pt x="97201" y="11830"/>
                      <a:pt x="97194" y="11832"/>
                      <a:pt x="97185" y="11832"/>
                    </a:cubicBezTo>
                    <a:cubicBezTo>
                      <a:pt x="97144" y="11832"/>
                      <a:pt x="97069" y="11778"/>
                      <a:pt x="96994" y="11703"/>
                    </a:cubicBezTo>
                    <a:lnTo>
                      <a:pt x="96963" y="11703"/>
                    </a:lnTo>
                    <a:lnTo>
                      <a:pt x="96720" y="11794"/>
                    </a:lnTo>
                    <a:cubicBezTo>
                      <a:pt x="96586" y="11844"/>
                      <a:pt x="96452" y="11867"/>
                      <a:pt x="96318" y="11867"/>
                    </a:cubicBezTo>
                    <a:cubicBezTo>
                      <a:pt x="96209" y="11867"/>
                      <a:pt x="96100" y="11852"/>
                      <a:pt x="95991" y="11824"/>
                    </a:cubicBezTo>
                    <a:cubicBezTo>
                      <a:pt x="95930" y="11794"/>
                      <a:pt x="96051" y="11490"/>
                      <a:pt x="95930" y="11459"/>
                    </a:cubicBezTo>
                    <a:cubicBezTo>
                      <a:pt x="95901" y="11452"/>
                      <a:pt x="95874" y="11448"/>
                      <a:pt x="95849" y="11448"/>
                    </a:cubicBezTo>
                    <a:cubicBezTo>
                      <a:pt x="95767" y="11448"/>
                      <a:pt x="95703" y="11488"/>
                      <a:pt x="95656" y="11581"/>
                    </a:cubicBezTo>
                    <a:cubicBezTo>
                      <a:pt x="95656" y="11590"/>
                      <a:pt x="95643" y="11594"/>
                      <a:pt x="95623" y="11594"/>
                    </a:cubicBezTo>
                    <a:cubicBezTo>
                      <a:pt x="95575" y="11594"/>
                      <a:pt x="95486" y="11572"/>
                      <a:pt x="95443" y="11551"/>
                    </a:cubicBezTo>
                    <a:cubicBezTo>
                      <a:pt x="95413" y="11490"/>
                      <a:pt x="95383" y="11399"/>
                      <a:pt x="95413" y="11338"/>
                    </a:cubicBezTo>
                    <a:lnTo>
                      <a:pt x="95413" y="11338"/>
                    </a:lnTo>
                    <a:lnTo>
                      <a:pt x="95322" y="11368"/>
                    </a:lnTo>
                    <a:lnTo>
                      <a:pt x="95018" y="11520"/>
                    </a:lnTo>
                    <a:cubicBezTo>
                      <a:pt x="94744" y="11459"/>
                      <a:pt x="94501" y="11429"/>
                      <a:pt x="94228" y="11429"/>
                    </a:cubicBezTo>
                    <a:cubicBezTo>
                      <a:pt x="94167" y="11490"/>
                      <a:pt x="94136" y="11581"/>
                      <a:pt x="94136" y="11672"/>
                    </a:cubicBezTo>
                    <a:lnTo>
                      <a:pt x="93984" y="11611"/>
                    </a:lnTo>
                    <a:cubicBezTo>
                      <a:pt x="93924" y="11581"/>
                      <a:pt x="93924" y="11490"/>
                      <a:pt x="93893" y="11399"/>
                    </a:cubicBezTo>
                    <a:cubicBezTo>
                      <a:pt x="93832" y="11459"/>
                      <a:pt x="93772" y="11520"/>
                      <a:pt x="93711" y="11581"/>
                    </a:cubicBezTo>
                    <a:cubicBezTo>
                      <a:pt x="93649" y="11643"/>
                      <a:pt x="93671" y="11732"/>
                      <a:pt x="93729" y="11793"/>
                    </a:cubicBezTo>
                    <a:lnTo>
                      <a:pt x="93729" y="11793"/>
                    </a:lnTo>
                    <a:cubicBezTo>
                      <a:pt x="93750" y="11772"/>
                      <a:pt x="93773" y="11753"/>
                      <a:pt x="93802" y="11733"/>
                    </a:cubicBezTo>
                    <a:cubicBezTo>
                      <a:pt x="93832" y="11733"/>
                      <a:pt x="93863" y="11794"/>
                      <a:pt x="93863" y="11855"/>
                    </a:cubicBezTo>
                    <a:lnTo>
                      <a:pt x="94015" y="11855"/>
                    </a:lnTo>
                    <a:lnTo>
                      <a:pt x="94197" y="11794"/>
                    </a:lnTo>
                    <a:cubicBezTo>
                      <a:pt x="94254" y="11786"/>
                      <a:pt x="94311" y="11782"/>
                      <a:pt x="94361" y="11782"/>
                    </a:cubicBezTo>
                    <a:cubicBezTo>
                      <a:pt x="94498" y="11782"/>
                      <a:pt x="94582" y="11810"/>
                      <a:pt x="94471" y="11855"/>
                    </a:cubicBezTo>
                    <a:cubicBezTo>
                      <a:pt x="94427" y="11872"/>
                      <a:pt x="94313" y="11894"/>
                      <a:pt x="94168" y="11918"/>
                    </a:cubicBezTo>
                    <a:lnTo>
                      <a:pt x="94168" y="11918"/>
                    </a:lnTo>
                    <a:cubicBezTo>
                      <a:pt x="94059" y="11901"/>
                      <a:pt x="93948" y="11880"/>
                      <a:pt x="93832" y="11855"/>
                    </a:cubicBezTo>
                    <a:cubicBezTo>
                      <a:pt x="93793" y="11845"/>
                      <a:pt x="93757" y="11822"/>
                      <a:pt x="93729" y="11793"/>
                    </a:cubicBezTo>
                    <a:lnTo>
                      <a:pt x="93729" y="11793"/>
                    </a:lnTo>
                    <a:cubicBezTo>
                      <a:pt x="93685" y="11836"/>
                      <a:pt x="93651" y="11884"/>
                      <a:pt x="93589" y="11946"/>
                    </a:cubicBezTo>
                    <a:lnTo>
                      <a:pt x="93559" y="12007"/>
                    </a:lnTo>
                    <a:cubicBezTo>
                      <a:pt x="93559" y="12007"/>
                      <a:pt x="93560" y="12008"/>
                      <a:pt x="93560" y="12008"/>
                    </a:cubicBezTo>
                    <a:lnTo>
                      <a:pt x="93560" y="12008"/>
                    </a:lnTo>
                    <a:cubicBezTo>
                      <a:pt x="93753" y="11981"/>
                      <a:pt x="93984" y="11948"/>
                      <a:pt x="94168" y="11918"/>
                    </a:cubicBezTo>
                    <a:lnTo>
                      <a:pt x="94168" y="11918"/>
                    </a:lnTo>
                    <a:cubicBezTo>
                      <a:pt x="94318" y="11941"/>
                      <a:pt x="94465" y="11959"/>
                      <a:pt x="94623" y="11976"/>
                    </a:cubicBezTo>
                    <a:lnTo>
                      <a:pt x="94532" y="12037"/>
                    </a:lnTo>
                    <a:lnTo>
                      <a:pt x="94319" y="12128"/>
                    </a:lnTo>
                    <a:cubicBezTo>
                      <a:pt x="94319" y="12010"/>
                      <a:pt x="94246" y="11966"/>
                      <a:pt x="94199" y="11966"/>
                    </a:cubicBezTo>
                    <a:cubicBezTo>
                      <a:pt x="94185" y="11966"/>
                      <a:pt x="94174" y="11969"/>
                      <a:pt x="94167" y="11976"/>
                    </a:cubicBezTo>
                    <a:cubicBezTo>
                      <a:pt x="94167" y="12005"/>
                      <a:pt x="93981" y="12192"/>
                      <a:pt x="93858" y="12192"/>
                    </a:cubicBezTo>
                    <a:cubicBezTo>
                      <a:pt x="93849" y="12192"/>
                      <a:pt x="93840" y="12191"/>
                      <a:pt x="93832" y="12189"/>
                    </a:cubicBezTo>
                    <a:cubicBezTo>
                      <a:pt x="93742" y="12159"/>
                      <a:pt x="93622" y="12069"/>
                      <a:pt x="93560" y="12008"/>
                    </a:cubicBezTo>
                    <a:lnTo>
                      <a:pt x="93560" y="12008"/>
                    </a:lnTo>
                    <a:cubicBezTo>
                      <a:pt x="93375" y="12035"/>
                      <a:pt x="93226" y="12057"/>
                      <a:pt x="93194" y="12067"/>
                    </a:cubicBezTo>
                    <a:cubicBezTo>
                      <a:pt x="93183" y="12070"/>
                      <a:pt x="93175" y="12071"/>
                      <a:pt x="93169" y="12071"/>
                    </a:cubicBezTo>
                    <a:cubicBezTo>
                      <a:pt x="93104" y="12071"/>
                      <a:pt x="93260" y="11940"/>
                      <a:pt x="93316" y="11885"/>
                    </a:cubicBezTo>
                    <a:cubicBezTo>
                      <a:pt x="93373" y="11856"/>
                      <a:pt x="93185" y="11609"/>
                      <a:pt x="93062" y="11609"/>
                    </a:cubicBezTo>
                    <a:cubicBezTo>
                      <a:pt x="93055" y="11609"/>
                      <a:pt x="93049" y="11610"/>
                      <a:pt x="93042" y="11611"/>
                    </a:cubicBezTo>
                    <a:cubicBezTo>
                      <a:pt x="92921" y="11611"/>
                      <a:pt x="92860" y="11490"/>
                      <a:pt x="92890" y="11277"/>
                    </a:cubicBezTo>
                    <a:lnTo>
                      <a:pt x="92921" y="11247"/>
                    </a:lnTo>
                    <a:cubicBezTo>
                      <a:pt x="92981" y="11216"/>
                      <a:pt x="92981" y="11125"/>
                      <a:pt x="92981" y="11095"/>
                    </a:cubicBezTo>
                    <a:lnTo>
                      <a:pt x="92921" y="11034"/>
                    </a:lnTo>
                    <a:cubicBezTo>
                      <a:pt x="92884" y="10997"/>
                      <a:pt x="92839" y="10983"/>
                      <a:pt x="92793" y="10983"/>
                    </a:cubicBezTo>
                    <a:cubicBezTo>
                      <a:pt x="92685" y="10983"/>
                      <a:pt x="92568" y="11061"/>
                      <a:pt x="92525" y="11125"/>
                    </a:cubicBezTo>
                    <a:cubicBezTo>
                      <a:pt x="92519" y="11149"/>
                      <a:pt x="92516" y="11173"/>
                      <a:pt x="92515" y="11196"/>
                    </a:cubicBezTo>
                    <a:lnTo>
                      <a:pt x="92515" y="11196"/>
                    </a:lnTo>
                    <a:cubicBezTo>
                      <a:pt x="92529" y="11194"/>
                      <a:pt x="92542" y="11193"/>
                      <a:pt x="92556" y="11193"/>
                    </a:cubicBezTo>
                    <a:cubicBezTo>
                      <a:pt x="92594" y="11193"/>
                      <a:pt x="92632" y="11201"/>
                      <a:pt x="92677" y="11216"/>
                    </a:cubicBezTo>
                    <a:lnTo>
                      <a:pt x="92677" y="11247"/>
                    </a:lnTo>
                    <a:cubicBezTo>
                      <a:pt x="92677" y="11277"/>
                      <a:pt x="92647" y="11338"/>
                      <a:pt x="92617" y="11338"/>
                    </a:cubicBezTo>
                    <a:lnTo>
                      <a:pt x="92556" y="11338"/>
                    </a:lnTo>
                    <a:cubicBezTo>
                      <a:pt x="92543" y="11321"/>
                      <a:pt x="92532" y="11306"/>
                      <a:pt x="92522" y="11290"/>
                    </a:cubicBezTo>
                    <a:lnTo>
                      <a:pt x="92522" y="11290"/>
                    </a:lnTo>
                    <a:cubicBezTo>
                      <a:pt x="92536" y="11352"/>
                      <a:pt x="92567" y="11410"/>
                      <a:pt x="92617" y="11459"/>
                    </a:cubicBezTo>
                    <a:lnTo>
                      <a:pt x="92434" y="11642"/>
                    </a:lnTo>
                    <a:lnTo>
                      <a:pt x="92039" y="11429"/>
                    </a:lnTo>
                    <a:lnTo>
                      <a:pt x="91796" y="11338"/>
                    </a:lnTo>
                    <a:cubicBezTo>
                      <a:pt x="91674" y="11459"/>
                      <a:pt x="91553" y="11520"/>
                      <a:pt x="91370" y="11551"/>
                    </a:cubicBezTo>
                    <a:lnTo>
                      <a:pt x="91340" y="11520"/>
                    </a:lnTo>
                    <a:lnTo>
                      <a:pt x="91249" y="11429"/>
                    </a:lnTo>
                    <a:cubicBezTo>
                      <a:pt x="91401" y="11277"/>
                      <a:pt x="91614" y="11186"/>
                      <a:pt x="91857" y="11155"/>
                    </a:cubicBezTo>
                    <a:lnTo>
                      <a:pt x="92039" y="11216"/>
                    </a:lnTo>
                    <a:cubicBezTo>
                      <a:pt x="92061" y="11221"/>
                      <a:pt x="92082" y="11223"/>
                      <a:pt x="92100" y="11223"/>
                    </a:cubicBezTo>
                    <a:cubicBezTo>
                      <a:pt x="92191" y="11223"/>
                      <a:pt x="92245" y="11180"/>
                      <a:pt x="92305" y="11180"/>
                    </a:cubicBezTo>
                    <a:cubicBezTo>
                      <a:pt x="92317" y="11180"/>
                      <a:pt x="92330" y="11181"/>
                      <a:pt x="92343" y="11186"/>
                    </a:cubicBezTo>
                    <a:lnTo>
                      <a:pt x="92434" y="11216"/>
                    </a:lnTo>
                    <a:cubicBezTo>
                      <a:pt x="92448" y="11212"/>
                      <a:pt x="92462" y="11208"/>
                      <a:pt x="92474" y="11204"/>
                    </a:cubicBezTo>
                    <a:lnTo>
                      <a:pt x="92474" y="11204"/>
                    </a:lnTo>
                    <a:cubicBezTo>
                      <a:pt x="92487" y="11232"/>
                      <a:pt x="92503" y="11260"/>
                      <a:pt x="92522" y="11290"/>
                    </a:cubicBezTo>
                    <a:lnTo>
                      <a:pt x="92522" y="11290"/>
                    </a:lnTo>
                    <a:cubicBezTo>
                      <a:pt x="92515" y="11260"/>
                      <a:pt x="92513" y="11228"/>
                      <a:pt x="92515" y="11196"/>
                    </a:cubicBezTo>
                    <a:lnTo>
                      <a:pt x="92515" y="11196"/>
                    </a:lnTo>
                    <a:cubicBezTo>
                      <a:pt x="92502" y="11198"/>
                      <a:pt x="92488" y="11201"/>
                      <a:pt x="92474" y="11204"/>
                    </a:cubicBezTo>
                    <a:lnTo>
                      <a:pt x="92474" y="11204"/>
                    </a:lnTo>
                    <a:cubicBezTo>
                      <a:pt x="92445" y="11140"/>
                      <a:pt x="92434" y="11077"/>
                      <a:pt x="92434" y="11004"/>
                    </a:cubicBezTo>
                    <a:lnTo>
                      <a:pt x="92343" y="10943"/>
                    </a:lnTo>
                    <a:lnTo>
                      <a:pt x="92313" y="10912"/>
                    </a:lnTo>
                    <a:cubicBezTo>
                      <a:pt x="92221" y="10943"/>
                      <a:pt x="92130" y="10973"/>
                      <a:pt x="92069" y="11064"/>
                    </a:cubicBezTo>
                    <a:lnTo>
                      <a:pt x="91948" y="11064"/>
                    </a:lnTo>
                    <a:lnTo>
                      <a:pt x="91674" y="11095"/>
                    </a:lnTo>
                    <a:cubicBezTo>
                      <a:pt x="91401" y="10943"/>
                      <a:pt x="91370" y="10791"/>
                      <a:pt x="91614" y="10791"/>
                    </a:cubicBezTo>
                    <a:lnTo>
                      <a:pt x="91917" y="10791"/>
                    </a:lnTo>
                    <a:cubicBezTo>
                      <a:pt x="92009" y="10730"/>
                      <a:pt x="92039" y="10608"/>
                      <a:pt x="92069" y="10517"/>
                    </a:cubicBezTo>
                    <a:lnTo>
                      <a:pt x="92069" y="10426"/>
                    </a:lnTo>
                    <a:cubicBezTo>
                      <a:pt x="92069" y="10365"/>
                      <a:pt x="92039" y="10335"/>
                      <a:pt x="91978" y="10335"/>
                    </a:cubicBezTo>
                    <a:lnTo>
                      <a:pt x="91796" y="10335"/>
                    </a:lnTo>
                    <a:lnTo>
                      <a:pt x="91705" y="10274"/>
                    </a:lnTo>
                    <a:cubicBezTo>
                      <a:pt x="91669" y="10283"/>
                      <a:pt x="91633" y="10287"/>
                      <a:pt x="91599" y="10287"/>
                    </a:cubicBezTo>
                    <a:cubicBezTo>
                      <a:pt x="91515" y="10287"/>
                      <a:pt x="91435" y="10265"/>
                      <a:pt x="91370" y="10244"/>
                    </a:cubicBezTo>
                    <a:lnTo>
                      <a:pt x="91279" y="10213"/>
                    </a:lnTo>
                    <a:lnTo>
                      <a:pt x="91249" y="10213"/>
                    </a:lnTo>
                    <a:cubicBezTo>
                      <a:pt x="91218" y="10213"/>
                      <a:pt x="91006" y="10335"/>
                      <a:pt x="90914" y="10335"/>
                    </a:cubicBezTo>
                    <a:cubicBezTo>
                      <a:pt x="90762" y="10274"/>
                      <a:pt x="90610" y="10274"/>
                      <a:pt x="90458" y="10274"/>
                    </a:cubicBezTo>
                    <a:lnTo>
                      <a:pt x="90307" y="10365"/>
                    </a:lnTo>
                    <a:lnTo>
                      <a:pt x="90276" y="10396"/>
                    </a:lnTo>
                    <a:cubicBezTo>
                      <a:pt x="90185" y="10365"/>
                      <a:pt x="90215" y="10274"/>
                      <a:pt x="90337" y="10183"/>
                    </a:cubicBezTo>
                    <a:lnTo>
                      <a:pt x="90458" y="10183"/>
                    </a:lnTo>
                    <a:cubicBezTo>
                      <a:pt x="90489" y="10152"/>
                      <a:pt x="90337" y="10122"/>
                      <a:pt x="90307" y="10122"/>
                    </a:cubicBezTo>
                    <a:cubicBezTo>
                      <a:pt x="90246" y="10092"/>
                      <a:pt x="90246" y="10031"/>
                      <a:pt x="90246" y="10000"/>
                    </a:cubicBezTo>
                    <a:cubicBezTo>
                      <a:pt x="90276" y="9970"/>
                      <a:pt x="90215" y="9970"/>
                      <a:pt x="90124" y="9970"/>
                    </a:cubicBezTo>
                    <a:lnTo>
                      <a:pt x="90124" y="10000"/>
                    </a:lnTo>
                    <a:lnTo>
                      <a:pt x="90094" y="10061"/>
                    </a:lnTo>
                    <a:cubicBezTo>
                      <a:pt x="90094" y="10082"/>
                      <a:pt x="90078" y="10090"/>
                      <a:pt x="90053" y="10090"/>
                    </a:cubicBezTo>
                    <a:cubicBezTo>
                      <a:pt x="89966" y="10090"/>
                      <a:pt x="89762" y="9994"/>
                      <a:pt x="89668" y="9970"/>
                    </a:cubicBezTo>
                    <a:cubicBezTo>
                      <a:pt x="89648" y="9966"/>
                      <a:pt x="89628" y="9964"/>
                      <a:pt x="89608" y="9964"/>
                    </a:cubicBezTo>
                    <a:cubicBezTo>
                      <a:pt x="89478" y="9964"/>
                      <a:pt x="89356" y="10047"/>
                      <a:pt x="89303" y="10152"/>
                    </a:cubicBezTo>
                    <a:lnTo>
                      <a:pt x="89182" y="10244"/>
                    </a:lnTo>
                    <a:lnTo>
                      <a:pt x="89091" y="10304"/>
                    </a:lnTo>
                    <a:cubicBezTo>
                      <a:pt x="89013" y="10281"/>
                      <a:pt x="88928" y="10246"/>
                      <a:pt x="88845" y="10206"/>
                    </a:cubicBezTo>
                    <a:lnTo>
                      <a:pt x="88845" y="10206"/>
                    </a:lnTo>
                    <a:cubicBezTo>
                      <a:pt x="88832" y="10229"/>
                      <a:pt x="88813" y="10244"/>
                      <a:pt x="88787" y="10244"/>
                    </a:cubicBezTo>
                    <a:cubicBezTo>
                      <a:pt x="88780" y="10247"/>
                      <a:pt x="88774" y="10248"/>
                      <a:pt x="88769" y="10248"/>
                    </a:cubicBezTo>
                    <a:cubicBezTo>
                      <a:pt x="88741" y="10248"/>
                      <a:pt x="88722" y="10213"/>
                      <a:pt x="88710" y="10159"/>
                    </a:cubicBezTo>
                    <a:lnTo>
                      <a:pt x="88710" y="10159"/>
                    </a:lnTo>
                    <a:cubicBezTo>
                      <a:pt x="88723" y="10158"/>
                      <a:pt x="88737" y="10157"/>
                      <a:pt x="88750" y="10156"/>
                    </a:cubicBezTo>
                    <a:lnTo>
                      <a:pt x="88750" y="10156"/>
                    </a:lnTo>
                    <a:cubicBezTo>
                      <a:pt x="88735" y="10148"/>
                      <a:pt x="88719" y="10139"/>
                      <a:pt x="88704" y="10130"/>
                    </a:cubicBezTo>
                    <a:lnTo>
                      <a:pt x="88704" y="10130"/>
                    </a:lnTo>
                    <a:cubicBezTo>
                      <a:pt x="88699" y="10093"/>
                      <a:pt x="88696" y="10048"/>
                      <a:pt x="88696" y="10000"/>
                    </a:cubicBezTo>
                    <a:lnTo>
                      <a:pt x="88600" y="10064"/>
                    </a:lnTo>
                    <a:lnTo>
                      <a:pt x="88600" y="10064"/>
                    </a:lnTo>
                    <a:cubicBezTo>
                      <a:pt x="88481" y="9983"/>
                      <a:pt x="88410" y="9907"/>
                      <a:pt x="88452" y="9879"/>
                    </a:cubicBezTo>
                    <a:cubicBezTo>
                      <a:pt x="88507" y="9825"/>
                      <a:pt x="88658" y="9722"/>
                      <a:pt x="88711" y="9722"/>
                    </a:cubicBezTo>
                    <a:cubicBezTo>
                      <a:pt x="88718" y="9722"/>
                      <a:pt x="88723" y="9724"/>
                      <a:pt x="88726" y="9727"/>
                    </a:cubicBezTo>
                    <a:cubicBezTo>
                      <a:pt x="88787" y="9788"/>
                      <a:pt x="88848" y="9879"/>
                      <a:pt x="88878" y="10000"/>
                    </a:cubicBezTo>
                    <a:cubicBezTo>
                      <a:pt x="88878" y="10032"/>
                      <a:pt x="88878" y="10098"/>
                      <a:pt x="88865" y="10153"/>
                    </a:cubicBezTo>
                    <a:lnTo>
                      <a:pt x="88865" y="10153"/>
                    </a:lnTo>
                    <a:cubicBezTo>
                      <a:pt x="88900" y="10152"/>
                      <a:pt x="88934" y="10152"/>
                      <a:pt x="88969" y="10152"/>
                    </a:cubicBezTo>
                    <a:lnTo>
                      <a:pt x="88969" y="10122"/>
                    </a:lnTo>
                    <a:lnTo>
                      <a:pt x="88969" y="10000"/>
                    </a:lnTo>
                    <a:cubicBezTo>
                      <a:pt x="89000" y="9848"/>
                      <a:pt x="89060" y="9727"/>
                      <a:pt x="89151" y="9666"/>
                    </a:cubicBezTo>
                    <a:cubicBezTo>
                      <a:pt x="89163" y="9661"/>
                      <a:pt x="89174" y="9658"/>
                      <a:pt x="89185" y="9658"/>
                    </a:cubicBezTo>
                    <a:cubicBezTo>
                      <a:pt x="89234" y="9658"/>
                      <a:pt x="89279" y="9708"/>
                      <a:pt x="89303" y="9757"/>
                    </a:cubicBezTo>
                    <a:lnTo>
                      <a:pt x="89395" y="9696"/>
                    </a:lnTo>
                    <a:cubicBezTo>
                      <a:pt x="89425" y="9666"/>
                      <a:pt x="89425" y="9605"/>
                      <a:pt x="89486" y="9605"/>
                    </a:cubicBezTo>
                    <a:lnTo>
                      <a:pt x="89607" y="9575"/>
                    </a:lnTo>
                    <a:cubicBezTo>
                      <a:pt x="89759" y="9545"/>
                      <a:pt x="89942" y="9453"/>
                      <a:pt x="90033" y="9423"/>
                    </a:cubicBezTo>
                    <a:lnTo>
                      <a:pt x="90124" y="9514"/>
                    </a:lnTo>
                    <a:cubicBezTo>
                      <a:pt x="90165" y="9514"/>
                      <a:pt x="90219" y="9528"/>
                      <a:pt x="90268" y="9528"/>
                    </a:cubicBezTo>
                    <a:cubicBezTo>
                      <a:pt x="90293" y="9528"/>
                      <a:pt x="90317" y="9524"/>
                      <a:pt x="90337" y="9514"/>
                    </a:cubicBezTo>
                    <a:lnTo>
                      <a:pt x="90458" y="9514"/>
                    </a:lnTo>
                    <a:cubicBezTo>
                      <a:pt x="90550" y="9529"/>
                      <a:pt x="90641" y="9537"/>
                      <a:pt x="90732" y="9537"/>
                    </a:cubicBezTo>
                    <a:cubicBezTo>
                      <a:pt x="90823" y="9537"/>
                      <a:pt x="90914" y="9529"/>
                      <a:pt x="91006" y="9514"/>
                    </a:cubicBezTo>
                    <a:cubicBezTo>
                      <a:pt x="91092" y="9493"/>
                      <a:pt x="91162" y="9471"/>
                      <a:pt x="91239" y="9471"/>
                    </a:cubicBezTo>
                    <a:cubicBezTo>
                      <a:pt x="91271" y="9471"/>
                      <a:pt x="91304" y="9475"/>
                      <a:pt x="91340" y="9484"/>
                    </a:cubicBezTo>
                    <a:cubicBezTo>
                      <a:pt x="91462" y="9514"/>
                      <a:pt x="91583" y="9545"/>
                      <a:pt x="91735" y="9575"/>
                    </a:cubicBezTo>
                    <a:cubicBezTo>
                      <a:pt x="91766" y="9560"/>
                      <a:pt x="91804" y="9552"/>
                      <a:pt x="91845" y="9552"/>
                    </a:cubicBezTo>
                    <a:cubicBezTo>
                      <a:pt x="91887" y="9552"/>
                      <a:pt x="91933" y="9560"/>
                      <a:pt x="91978" y="9575"/>
                    </a:cubicBezTo>
                    <a:lnTo>
                      <a:pt x="92009" y="9575"/>
                    </a:lnTo>
                    <a:lnTo>
                      <a:pt x="92221" y="9423"/>
                    </a:lnTo>
                    <a:cubicBezTo>
                      <a:pt x="92434" y="9514"/>
                      <a:pt x="92647" y="9575"/>
                      <a:pt x="92708" y="9575"/>
                    </a:cubicBezTo>
                    <a:lnTo>
                      <a:pt x="92738" y="9575"/>
                    </a:lnTo>
                    <a:lnTo>
                      <a:pt x="92890" y="9453"/>
                    </a:lnTo>
                    <a:cubicBezTo>
                      <a:pt x="92966" y="9484"/>
                      <a:pt x="93042" y="9499"/>
                      <a:pt x="93122" y="9499"/>
                    </a:cubicBezTo>
                    <a:cubicBezTo>
                      <a:pt x="93202" y="9499"/>
                      <a:pt x="93285" y="9484"/>
                      <a:pt x="93376" y="9453"/>
                    </a:cubicBezTo>
                    <a:lnTo>
                      <a:pt x="93528" y="9545"/>
                    </a:lnTo>
                    <a:cubicBezTo>
                      <a:pt x="93533" y="9549"/>
                      <a:pt x="93540" y="9551"/>
                      <a:pt x="93549" y="9551"/>
                    </a:cubicBezTo>
                    <a:cubicBezTo>
                      <a:pt x="93576" y="9551"/>
                      <a:pt x="93621" y="9533"/>
                      <a:pt x="93668" y="9533"/>
                    </a:cubicBezTo>
                    <a:cubicBezTo>
                      <a:pt x="93703" y="9533"/>
                      <a:pt x="93739" y="9543"/>
                      <a:pt x="93772" y="9575"/>
                    </a:cubicBezTo>
                    <a:cubicBezTo>
                      <a:pt x="93772" y="9575"/>
                      <a:pt x="93962" y="9469"/>
                      <a:pt x="94095" y="9469"/>
                    </a:cubicBezTo>
                    <a:cubicBezTo>
                      <a:pt x="94122" y="9469"/>
                      <a:pt x="94147" y="9474"/>
                      <a:pt x="94167" y="9484"/>
                    </a:cubicBezTo>
                    <a:cubicBezTo>
                      <a:pt x="94192" y="9501"/>
                      <a:pt x="94220" y="9508"/>
                      <a:pt x="94248" y="9508"/>
                    </a:cubicBezTo>
                    <a:cubicBezTo>
                      <a:pt x="94319" y="9508"/>
                      <a:pt x="94388" y="9458"/>
                      <a:pt x="94410" y="9393"/>
                    </a:cubicBezTo>
                    <a:cubicBezTo>
                      <a:pt x="94562" y="9423"/>
                      <a:pt x="94653" y="9453"/>
                      <a:pt x="94775" y="9514"/>
                    </a:cubicBezTo>
                    <a:cubicBezTo>
                      <a:pt x="94791" y="9522"/>
                      <a:pt x="94806" y="9525"/>
                      <a:pt x="94821" y="9525"/>
                    </a:cubicBezTo>
                    <a:cubicBezTo>
                      <a:pt x="94889" y="9525"/>
                      <a:pt x="94950" y="9458"/>
                      <a:pt x="95015" y="9458"/>
                    </a:cubicBezTo>
                    <a:cubicBezTo>
                      <a:pt x="95045" y="9458"/>
                      <a:pt x="95076" y="9472"/>
                      <a:pt x="95109" y="9514"/>
                    </a:cubicBezTo>
                    <a:cubicBezTo>
                      <a:pt x="95231" y="9453"/>
                      <a:pt x="95322" y="9393"/>
                      <a:pt x="95443" y="9301"/>
                    </a:cubicBezTo>
                    <a:lnTo>
                      <a:pt x="95717" y="9301"/>
                    </a:lnTo>
                    <a:cubicBezTo>
                      <a:pt x="95899" y="9271"/>
                      <a:pt x="96051" y="9210"/>
                      <a:pt x="96203" y="9119"/>
                    </a:cubicBezTo>
                    <a:cubicBezTo>
                      <a:pt x="96264" y="9058"/>
                      <a:pt x="96203" y="8997"/>
                      <a:pt x="96082" y="8997"/>
                    </a:cubicBezTo>
                    <a:lnTo>
                      <a:pt x="96112" y="8845"/>
                    </a:lnTo>
                    <a:lnTo>
                      <a:pt x="96142" y="8724"/>
                    </a:lnTo>
                    <a:cubicBezTo>
                      <a:pt x="96142" y="8572"/>
                      <a:pt x="96082" y="8420"/>
                      <a:pt x="96021" y="8298"/>
                    </a:cubicBezTo>
                    <a:lnTo>
                      <a:pt x="96112" y="8207"/>
                    </a:lnTo>
                    <a:lnTo>
                      <a:pt x="96173" y="8146"/>
                    </a:lnTo>
                    <a:cubicBezTo>
                      <a:pt x="96203" y="8086"/>
                      <a:pt x="96325" y="7903"/>
                      <a:pt x="96325" y="7873"/>
                    </a:cubicBezTo>
                    <a:cubicBezTo>
                      <a:pt x="96325" y="7812"/>
                      <a:pt x="96416" y="7721"/>
                      <a:pt x="96538" y="7660"/>
                    </a:cubicBezTo>
                    <a:lnTo>
                      <a:pt x="96629" y="7599"/>
                    </a:lnTo>
                    <a:cubicBezTo>
                      <a:pt x="96720" y="7417"/>
                      <a:pt x="96781" y="7265"/>
                      <a:pt x="96811" y="7082"/>
                    </a:cubicBezTo>
                    <a:lnTo>
                      <a:pt x="96720" y="6991"/>
                    </a:lnTo>
                    <a:cubicBezTo>
                      <a:pt x="96750" y="6900"/>
                      <a:pt x="96842" y="6809"/>
                      <a:pt x="96933" y="6779"/>
                    </a:cubicBezTo>
                    <a:lnTo>
                      <a:pt x="97054" y="6779"/>
                    </a:lnTo>
                    <a:cubicBezTo>
                      <a:pt x="97115" y="6718"/>
                      <a:pt x="97024" y="6657"/>
                      <a:pt x="96994" y="6627"/>
                    </a:cubicBezTo>
                    <a:cubicBezTo>
                      <a:pt x="96963" y="6596"/>
                      <a:pt x="97237" y="6323"/>
                      <a:pt x="97358" y="6231"/>
                    </a:cubicBezTo>
                    <a:cubicBezTo>
                      <a:pt x="97480" y="6110"/>
                      <a:pt x="97450" y="5988"/>
                      <a:pt x="97419" y="5958"/>
                    </a:cubicBezTo>
                    <a:cubicBezTo>
                      <a:pt x="97358" y="5958"/>
                      <a:pt x="97358" y="5836"/>
                      <a:pt x="97419" y="5715"/>
                    </a:cubicBezTo>
                    <a:lnTo>
                      <a:pt x="97510" y="5654"/>
                    </a:lnTo>
                    <a:lnTo>
                      <a:pt x="97571" y="5593"/>
                    </a:lnTo>
                    <a:cubicBezTo>
                      <a:pt x="97693" y="5563"/>
                      <a:pt x="97753" y="5350"/>
                      <a:pt x="97693" y="5350"/>
                    </a:cubicBezTo>
                    <a:cubicBezTo>
                      <a:pt x="97632" y="5320"/>
                      <a:pt x="97571" y="5289"/>
                      <a:pt x="97510" y="5259"/>
                    </a:cubicBezTo>
                    <a:cubicBezTo>
                      <a:pt x="97510" y="5255"/>
                      <a:pt x="97509" y="5253"/>
                      <a:pt x="97506" y="5253"/>
                    </a:cubicBezTo>
                    <a:cubicBezTo>
                      <a:pt x="97486" y="5253"/>
                      <a:pt x="97407" y="5336"/>
                      <a:pt x="97328" y="5441"/>
                    </a:cubicBezTo>
                    <a:lnTo>
                      <a:pt x="97146" y="5350"/>
                    </a:lnTo>
                    <a:lnTo>
                      <a:pt x="97054" y="5289"/>
                    </a:lnTo>
                    <a:cubicBezTo>
                      <a:pt x="97115" y="5228"/>
                      <a:pt x="96872" y="5107"/>
                      <a:pt x="96750" y="5046"/>
                    </a:cubicBezTo>
                    <a:cubicBezTo>
                      <a:pt x="96629" y="5016"/>
                      <a:pt x="96902" y="4924"/>
                      <a:pt x="96994" y="4924"/>
                    </a:cubicBezTo>
                    <a:cubicBezTo>
                      <a:pt x="97010" y="4916"/>
                      <a:pt x="97048" y="4912"/>
                      <a:pt x="97096" y="4912"/>
                    </a:cubicBezTo>
                    <a:cubicBezTo>
                      <a:pt x="97226" y="4912"/>
                      <a:pt x="97427" y="4941"/>
                      <a:pt x="97450" y="4985"/>
                    </a:cubicBezTo>
                    <a:cubicBezTo>
                      <a:pt x="97461" y="5021"/>
                      <a:pt x="97483" y="5038"/>
                      <a:pt x="97508" y="5038"/>
                    </a:cubicBezTo>
                    <a:cubicBezTo>
                      <a:pt x="97547" y="5038"/>
                      <a:pt x="97595" y="4998"/>
                      <a:pt x="97632" y="4924"/>
                    </a:cubicBezTo>
                    <a:lnTo>
                      <a:pt x="97784" y="5016"/>
                    </a:lnTo>
                    <a:cubicBezTo>
                      <a:pt x="97784" y="5016"/>
                      <a:pt x="97784" y="5046"/>
                      <a:pt x="97814" y="5046"/>
                    </a:cubicBezTo>
                    <a:cubicBezTo>
                      <a:pt x="97852" y="5071"/>
                      <a:pt x="97869" y="5086"/>
                      <a:pt x="97884" y="5086"/>
                    </a:cubicBezTo>
                    <a:cubicBezTo>
                      <a:pt x="97906" y="5086"/>
                      <a:pt x="97925" y="5056"/>
                      <a:pt x="97997" y="4985"/>
                    </a:cubicBezTo>
                    <a:lnTo>
                      <a:pt x="98088" y="4924"/>
                    </a:lnTo>
                    <a:cubicBezTo>
                      <a:pt x="98179" y="4894"/>
                      <a:pt x="98240" y="4803"/>
                      <a:pt x="98209" y="4712"/>
                    </a:cubicBezTo>
                    <a:lnTo>
                      <a:pt x="98179" y="4681"/>
                    </a:lnTo>
                    <a:lnTo>
                      <a:pt x="98057" y="4529"/>
                    </a:lnTo>
                    <a:cubicBezTo>
                      <a:pt x="98057" y="4408"/>
                      <a:pt x="98057" y="4286"/>
                      <a:pt x="98057" y="4165"/>
                    </a:cubicBezTo>
                    <a:cubicBezTo>
                      <a:pt x="98027" y="4165"/>
                      <a:pt x="97723" y="4104"/>
                      <a:pt x="97662" y="4013"/>
                    </a:cubicBezTo>
                    <a:cubicBezTo>
                      <a:pt x="97480" y="3891"/>
                      <a:pt x="97298" y="3769"/>
                      <a:pt x="97085" y="3709"/>
                    </a:cubicBezTo>
                    <a:cubicBezTo>
                      <a:pt x="96902" y="3709"/>
                      <a:pt x="96720" y="3678"/>
                      <a:pt x="96538" y="3648"/>
                    </a:cubicBezTo>
                    <a:cubicBezTo>
                      <a:pt x="96416" y="3587"/>
                      <a:pt x="96294" y="3496"/>
                      <a:pt x="96203" y="3405"/>
                    </a:cubicBezTo>
                    <a:lnTo>
                      <a:pt x="96264" y="3313"/>
                    </a:lnTo>
                    <a:cubicBezTo>
                      <a:pt x="96355" y="3222"/>
                      <a:pt x="96416" y="3131"/>
                      <a:pt x="96477" y="3040"/>
                    </a:cubicBezTo>
                    <a:cubicBezTo>
                      <a:pt x="96507" y="2979"/>
                      <a:pt x="96477" y="2918"/>
                      <a:pt x="96446" y="2857"/>
                    </a:cubicBezTo>
                    <a:cubicBezTo>
                      <a:pt x="96416" y="2812"/>
                      <a:pt x="96386" y="2789"/>
                      <a:pt x="96351" y="2789"/>
                    </a:cubicBezTo>
                    <a:cubicBezTo>
                      <a:pt x="96317" y="2789"/>
                      <a:pt x="96279" y="2812"/>
                      <a:pt x="96234" y="2857"/>
                    </a:cubicBezTo>
                    <a:cubicBezTo>
                      <a:pt x="96207" y="2875"/>
                      <a:pt x="96188" y="2883"/>
                      <a:pt x="96174" y="2883"/>
                    </a:cubicBezTo>
                    <a:cubicBezTo>
                      <a:pt x="96140" y="2883"/>
                      <a:pt x="96134" y="2840"/>
                      <a:pt x="96112" y="2797"/>
                    </a:cubicBezTo>
                    <a:cubicBezTo>
                      <a:pt x="96082" y="2766"/>
                      <a:pt x="96051" y="2736"/>
                      <a:pt x="95991" y="2736"/>
                    </a:cubicBezTo>
                    <a:cubicBezTo>
                      <a:pt x="95899" y="2736"/>
                      <a:pt x="95778" y="2766"/>
                      <a:pt x="95747" y="2827"/>
                    </a:cubicBezTo>
                    <a:lnTo>
                      <a:pt x="95626" y="3070"/>
                    </a:lnTo>
                    <a:cubicBezTo>
                      <a:pt x="95474" y="3009"/>
                      <a:pt x="95413" y="2857"/>
                      <a:pt x="95443" y="2736"/>
                    </a:cubicBezTo>
                    <a:cubicBezTo>
                      <a:pt x="95474" y="2645"/>
                      <a:pt x="95535" y="2554"/>
                      <a:pt x="95565" y="2493"/>
                    </a:cubicBezTo>
                    <a:lnTo>
                      <a:pt x="95443" y="2493"/>
                    </a:lnTo>
                    <a:cubicBezTo>
                      <a:pt x="95383" y="2493"/>
                      <a:pt x="95352" y="2554"/>
                      <a:pt x="95322" y="2584"/>
                    </a:cubicBezTo>
                    <a:cubicBezTo>
                      <a:pt x="95261" y="2584"/>
                      <a:pt x="95261" y="2645"/>
                      <a:pt x="95261" y="2645"/>
                    </a:cubicBezTo>
                    <a:lnTo>
                      <a:pt x="95079" y="2584"/>
                    </a:lnTo>
                    <a:cubicBezTo>
                      <a:pt x="95062" y="2581"/>
                      <a:pt x="95045" y="2580"/>
                      <a:pt x="95027" y="2580"/>
                    </a:cubicBezTo>
                    <a:cubicBezTo>
                      <a:pt x="94848" y="2580"/>
                      <a:pt x="94614" y="2708"/>
                      <a:pt x="94532" y="2736"/>
                    </a:cubicBezTo>
                    <a:cubicBezTo>
                      <a:pt x="94349" y="2706"/>
                      <a:pt x="94197" y="2645"/>
                      <a:pt x="94045" y="2554"/>
                    </a:cubicBezTo>
                    <a:cubicBezTo>
                      <a:pt x="94012" y="2542"/>
                      <a:pt x="93974" y="2535"/>
                      <a:pt x="93937" y="2535"/>
                    </a:cubicBezTo>
                    <a:cubicBezTo>
                      <a:pt x="93873" y="2535"/>
                      <a:pt x="93810" y="2557"/>
                      <a:pt x="93772" y="2614"/>
                    </a:cubicBezTo>
                    <a:cubicBezTo>
                      <a:pt x="93765" y="2618"/>
                      <a:pt x="93758" y="2619"/>
                      <a:pt x="93752" y="2619"/>
                    </a:cubicBezTo>
                    <a:cubicBezTo>
                      <a:pt x="93698" y="2619"/>
                      <a:pt x="93650" y="2517"/>
                      <a:pt x="93650" y="2462"/>
                    </a:cubicBezTo>
                    <a:cubicBezTo>
                      <a:pt x="93650" y="2455"/>
                      <a:pt x="93647" y="2451"/>
                      <a:pt x="93641" y="2451"/>
                    </a:cubicBezTo>
                    <a:cubicBezTo>
                      <a:pt x="93621" y="2451"/>
                      <a:pt x="93575" y="2491"/>
                      <a:pt x="93528" y="2584"/>
                    </a:cubicBezTo>
                    <a:lnTo>
                      <a:pt x="93255" y="2584"/>
                    </a:lnTo>
                    <a:cubicBezTo>
                      <a:pt x="93133" y="2706"/>
                      <a:pt x="92860" y="3009"/>
                      <a:pt x="92921" y="3101"/>
                    </a:cubicBezTo>
                    <a:cubicBezTo>
                      <a:pt x="92956" y="3136"/>
                      <a:pt x="92898" y="3151"/>
                      <a:pt x="92831" y="3151"/>
                    </a:cubicBezTo>
                    <a:cubicBezTo>
                      <a:pt x="92784" y="3151"/>
                      <a:pt x="92733" y="3144"/>
                      <a:pt x="92708" y="3131"/>
                    </a:cubicBezTo>
                    <a:cubicBezTo>
                      <a:pt x="92681" y="3122"/>
                      <a:pt x="92654" y="3118"/>
                      <a:pt x="92628" y="3118"/>
                    </a:cubicBezTo>
                    <a:cubicBezTo>
                      <a:pt x="92566" y="3118"/>
                      <a:pt x="92508" y="3140"/>
                      <a:pt x="92465" y="3161"/>
                    </a:cubicBezTo>
                    <a:cubicBezTo>
                      <a:pt x="92313" y="3161"/>
                      <a:pt x="92191" y="3131"/>
                      <a:pt x="92069" y="3070"/>
                    </a:cubicBezTo>
                    <a:cubicBezTo>
                      <a:pt x="92009" y="3009"/>
                      <a:pt x="91917" y="2888"/>
                      <a:pt x="91917" y="2827"/>
                    </a:cubicBezTo>
                    <a:cubicBezTo>
                      <a:pt x="91917" y="2797"/>
                      <a:pt x="92161" y="2706"/>
                      <a:pt x="92252" y="2706"/>
                    </a:cubicBezTo>
                    <a:cubicBezTo>
                      <a:pt x="92313" y="2706"/>
                      <a:pt x="92221" y="2614"/>
                      <a:pt x="92039" y="2523"/>
                    </a:cubicBezTo>
                    <a:lnTo>
                      <a:pt x="91978" y="2523"/>
                    </a:lnTo>
                    <a:cubicBezTo>
                      <a:pt x="91961" y="2517"/>
                      <a:pt x="91947" y="2515"/>
                      <a:pt x="91935" y="2515"/>
                    </a:cubicBezTo>
                    <a:cubicBezTo>
                      <a:pt x="91887" y="2515"/>
                      <a:pt x="91887" y="2559"/>
                      <a:pt x="91887" y="2584"/>
                    </a:cubicBezTo>
                    <a:cubicBezTo>
                      <a:pt x="91917" y="2584"/>
                      <a:pt x="91826" y="2614"/>
                      <a:pt x="91796" y="2614"/>
                    </a:cubicBezTo>
                    <a:cubicBezTo>
                      <a:pt x="91766" y="2614"/>
                      <a:pt x="91674" y="2432"/>
                      <a:pt x="91583" y="2432"/>
                    </a:cubicBezTo>
                    <a:cubicBezTo>
                      <a:pt x="91492" y="2432"/>
                      <a:pt x="91522" y="2402"/>
                      <a:pt x="91583" y="2371"/>
                    </a:cubicBezTo>
                    <a:cubicBezTo>
                      <a:pt x="91644" y="2371"/>
                      <a:pt x="90945" y="2280"/>
                      <a:pt x="90914" y="2250"/>
                    </a:cubicBezTo>
                    <a:cubicBezTo>
                      <a:pt x="90884" y="2219"/>
                      <a:pt x="90914" y="2128"/>
                      <a:pt x="90945" y="2098"/>
                    </a:cubicBezTo>
                    <a:cubicBezTo>
                      <a:pt x="90975" y="2067"/>
                      <a:pt x="90975" y="2037"/>
                      <a:pt x="90914" y="2006"/>
                    </a:cubicBezTo>
                    <a:lnTo>
                      <a:pt x="90884" y="1976"/>
                    </a:lnTo>
                    <a:lnTo>
                      <a:pt x="90854" y="1946"/>
                    </a:lnTo>
                    <a:cubicBezTo>
                      <a:pt x="90793" y="1915"/>
                      <a:pt x="90975" y="1763"/>
                      <a:pt x="91036" y="1733"/>
                    </a:cubicBezTo>
                    <a:cubicBezTo>
                      <a:pt x="91043" y="1726"/>
                      <a:pt x="91051" y="1723"/>
                      <a:pt x="91060" y="1723"/>
                    </a:cubicBezTo>
                    <a:cubicBezTo>
                      <a:pt x="91134" y="1723"/>
                      <a:pt x="91276" y="1922"/>
                      <a:pt x="91249" y="1976"/>
                    </a:cubicBezTo>
                    <a:cubicBezTo>
                      <a:pt x="91249" y="2067"/>
                      <a:pt x="91279" y="2128"/>
                      <a:pt x="91279" y="2128"/>
                    </a:cubicBezTo>
                    <a:cubicBezTo>
                      <a:pt x="91370" y="2067"/>
                      <a:pt x="91462" y="2006"/>
                      <a:pt x="91522" y="1915"/>
                    </a:cubicBezTo>
                    <a:lnTo>
                      <a:pt x="91614" y="1885"/>
                    </a:lnTo>
                    <a:cubicBezTo>
                      <a:pt x="91674" y="1794"/>
                      <a:pt x="91705" y="1702"/>
                      <a:pt x="91735" y="1581"/>
                    </a:cubicBezTo>
                    <a:cubicBezTo>
                      <a:pt x="91705" y="1520"/>
                      <a:pt x="91674" y="1429"/>
                      <a:pt x="91644" y="1368"/>
                    </a:cubicBezTo>
                    <a:cubicBezTo>
                      <a:pt x="91614" y="1277"/>
                      <a:pt x="91279" y="1247"/>
                      <a:pt x="91279" y="1186"/>
                    </a:cubicBezTo>
                    <a:cubicBezTo>
                      <a:pt x="91257" y="1141"/>
                      <a:pt x="91349" y="1113"/>
                      <a:pt x="91495" y="1113"/>
                    </a:cubicBezTo>
                    <a:cubicBezTo>
                      <a:pt x="91548" y="1113"/>
                      <a:pt x="91609" y="1117"/>
                      <a:pt x="91674" y="1125"/>
                    </a:cubicBezTo>
                    <a:lnTo>
                      <a:pt x="91887" y="1125"/>
                    </a:lnTo>
                    <a:cubicBezTo>
                      <a:pt x="91891" y="1129"/>
                      <a:pt x="91897" y="1131"/>
                      <a:pt x="91903" y="1131"/>
                    </a:cubicBezTo>
                    <a:cubicBezTo>
                      <a:pt x="91941" y="1131"/>
                      <a:pt x="92009" y="1060"/>
                      <a:pt x="92009" y="1034"/>
                    </a:cubicBezTo>
                    <a:lnTo>
                      <a:pt x="92009" y="943"/>
                    </a:lnTo>
                    <a:cubicBezTo>
                      <a:pt x="92009" y="821"/>
                      <a:pt x="91857" y="639"/>
                      <a:pt x="91766" y="639"/>
                    </a:cubicBezTo>
                    <a:cubicBezTo>
                      <a:pt x="91705" y="669"/>
                      <a:pt x="91614" y="791"/>
                      <a:pt x="91674" y="821"/>
                    </a:cubicBezTo>
                    <a:cubicBezTo>
                      <a:pt x="91705" y="821"/>
                      <a:pt x="91705" y="912"/>
                      <a:pt x="91705" y="943"/>
                    </a:cubicBezTo>
                    <a:cubicBezTo>
                      <a:pt x="91705" y="1003"/>
                      <a:pt x="91644" y="1034"/>
                      <a:pt x="91553" y="1034"/>
                    </a:cubicBezTo>
                    <a:cubicBezTo>
                      <a:pt x="91535" y="945"/>
                      <a:pt x="91497" y="898"/>
                      <a:pt x="91438" y="898"/>
                    </a:cubicBezTo>
                    <a:cubicBezTo>
                      <a:pt x="91395" y="898"/>
                      <a:pt x="91343" y="922"/>
                      <a:pt x="91279" y="973"/>
                    </a:cubicBezTo>
                    <a:lnTo>
                      <a:pt x="91249" y="973"/>
                    </a:lnTo>
                    <a:cubicBezTo>
                      <a:pt x="91188" y="973"/>
                      <a:pt x="91158" y="943"/>
                      <a:pt x="91127" y="882"/>
                    </a:cubicBezTo>
                    <a:lnTo>
                      <a:pt x="91127" y="821"/>
                    </a:lnTo>
                    <a:cubicBezTo>
                      <a:pt x="91158" y="791"/>
                      <a:pt x="91188" y="730"/>
                      <a:pt x="91188" y="699"/>
                    </a:cubicBezTo>
                    <a:cubicBezTo>
                      <a:pt x="91127" y="608"/>
                      <a:pt x="91036" y="547"/>
                      <a:pt x="90945" y="487"/>
                    </a:cubicBezTo>
                    <a:cubicBezTo>
                      <a:pt x="90914" y="517"/>
                      <a:pt x="90884" y="578"/>
                      <a:pt x="90884" y="639"/>
                    </a:cubicBezTo>
                    <a:cubicBezTo>
                      <a:pt x="90882" y="640"/>
                      <a:pt x="90881" y="641"/>
                      <a:pt x="90878" y="641"/>
                    </a:cubicBezTo>
                    <a:cubicBezTo>
                      <a:pt x="90838" y="641"/>
                      <a:pt x="90695" y="394"/>
                      <a:pt x="90580" y="365"/>
                    </a:cubicBezTo>
                    <a:cubicBezTo>
                      <a:pt x="90568" y="362"/>
                      <a:pt x="90555" y="360"/>
                      <a:pt x="90543" y="360"/>
                    </a:cubicBezTo>
                    <a:cubicBezTo>
                      <a:pt x="90434" y="360"/>
                      <a:pt x="90334" y="475"/>
                      <a:pt x="90307" y="639"/>
                    </a:cubicBezTo>
                    <a:lnTo>
                      <a:pt x="90063" y="426"/>
                    </a:lnTo>
                    <a:cubicBezTo>
                      <a:pt x="90033" y="456"/>
                      <a:pt x="90003" y="456"/>
                      <a:pt x="89972" y="487"/>
                    </a:cubicBezTo>
                    <a:lnTo>
                      <a:pt x="89820" y="487"/>
                    </a:lnTo>
                    <a:cubicBezTo>
                      <a:pt x="89820" y="517"/>
                      <a:pt x="89486" y="547"/>
                      <a:pt x="89425" y="608"/>
                    </a:cubicBezTo>
                    <a:cubicBezTo>
                      <a:pt x="89379" y="631"/>
                      <a:pt x="89245" y="689"/>
                      <a:pt x="89183" y="689"/>
                    </a:cubicBezTo>
                    <a:cubicBezTo>
                      <a:pt x="89164" y="689"/>
                      <a:pt x="89151" y="684"/>
                      <a:pt x="89151" y="669"/>
                    </a:cubicBezTo>
                    <a:cubicBezTo>
                      <a:pt x="89151" y="639"/>
                      <a:pt x="88969" y="639"/>
                      <a:pt x="88939" y="639"/>
                    </a:cubicBezTo>
                    <a:cubicBezTo>
                      <a:pt x="88898" y="639"/>
                      <a:pt x="88777" y="612"/>
                      <a:pt x="88700" y="612"/>
                    </a:cubicBezTo>
                    <a:cubicBezTo>
                      <a:pt x="88662" y="612"/>
                      <a:pt x="88635" y="618"/>
                      <a:pt x="88635" y="639"/>
                    </a:cubicBezTo>
                    <a:cubicBezTo>
                      <a:pt x="88635" y="669"/>
                      <a:pt x="88604" y="730"/>
                      <a:pt x="88574" y="791"/>
                    </a:cubicBezTo>
                    <a:cubicBezTo>
                      <a:pt x="88574" y="791"/>
                      <a:pt x="88452" y="760"/>
                      <a:pt x="88422" y="730"/>
                    </a:cubicBezTo>
                    <a:cubicBezTo>
                      <a:pt x="88392" y="730"/>
                      <a:pt x="88179" y="608"/>
                      <a:pt x="87936" y="517"/>
                    </a:cubicBezTo>
                    <a:lnTo>
                      <a:pt x="87692" y="608"/>
                    </a:lnTo>
                    <a:lnTo>
                      <a:pt x="87662" y="608"/>
                    </a:lnTo>
                    <a:cubicBezTo>
                      <a:pt x="87657" y="611"/>
                      <a:pt x="87651" y="612"/>
                      <a:pt x="87645" y="612"/>
                    </a:cubicBezTo>
                    <a:cubicBezTo>
                      <a:pt x="87585" y="612"/>
                      <a:pt x="87507" y="484"/>
                      <a:pt x="87480" y="456"/>
                    </a:cubicBezTo>
                    <a:cubicBezTo>
                      <a:pt x="87480" y="441"/>
                      <a:pt x="87472" y="435"/>
                      <a:pt x="87460" y="435"/>
                    </a:cubicBezTo>
                    <a:cubicBezTo>
                      <a:pt x="87423" y="435"/>
                      <a:pt x="87343" y="487"/>
                      <a:pt x="87297" y="487"/>
                    </a:cubicBezTo>
                    <a:cubicBezTo>
                      <a:pt x="87262" y="496"/>
                      <a:pt x="87229" y="499"/>
                      <a:pt x="87197" y="499"/>
                    </a:cubicBezTo>
                    <a:cubicBezTo>
                      <a:pt x="87120" y="499"/>
                      <a:pt x="87049" y="478"/>
                      <a:pt x="86963" y="456"/>
                    </a:cubicBezTo>
                    <a:cubicBezTo>
                      <a:pt x="86952" y="451"/>
                      <a:pt x="86938" y="448"/>
                      <a:pt x="86922" y="448"/>
                    </a:cubicBezTo>
                    <a:cubicBezTo>
                      <a:pt x="86851" y="448"/>
                      <a:pt x="86745" y="498"/>
                      <a:pt x="86720" y="547"/>
                    </a:cubicBezTo>
                    <a:cubicBezTo>
                      <a:pt x="86710" y="558"/>
                      <a:pt x="86696" y="562"/>
                      <a:pt x="86680" y="562"/>
                    </a:cubicBezTo>
                    <a:cubicBezTo>
                      <a:pt x="86609" y="562"/>
                      <a:pt x="86496" y="483"/>
                      <a:pt x="86436" y="483"/>
                    </a:cubicBezTo>
                    <a:cubicBezTo>
                      <a:pt x="86428" y="483"/>
                      <a:pt x="86421" y="484"/>
                      <a:pt x="86416" y="487"/>
                    </a:cubicBezTo>
                    <a:cubicBezTo>
                      <a:pt x="86385" y="517"/>
                      <a:pt x="86325" y="547"/>
                      <a:pt x="86294" y="578"/>
                    </a:cubicBezTo>
                    <a:lnTo>
                      <a:pt x="86264" y="578"/>
                    </a:lnTo>
                    <a:cubicBezTo>
                      <a:pt x="86233" y="578"/>
                      <a:pt x="86112" y="517"/>
                      <a:pt x="86082" y="487"/>
                    </a:cubicBezTo>
                    <a:cubicBezTo>
                      <a:pt x="86078" y="483"/>
                      <a:pt x="86073" y="482"/>
                      <a:pt x="86066" y="482"/>
                    </a:cubicBezTo>
                    <a:cubicBezTo>
                      <a:pt x="86012" y="482"/>
                      <a:pt x="85862" y="578"/>
                      <a:pt x="85808" y="578"/>
                    </a:cubicBezTo>
                    <a:cubicBezTo>
                      <a:pt x="85747" y="578"/>
                      <a:pt x="85717" y="365"/>
                      <a:pt x="85808" y="335"/>
                    </a:cubicBezTo>
                    <a:cubicBezTo>
                      <a:pt x="85899" y="335"/>
                      <a:pt x="85899" y="243"/>
                      <a:pt x="85808" y="152"/>
                    </a:cubicBezTo>
                    <a:lnTo>
                      <a:pt x="85717" y="91"/>
                    </a:lnTo>
                    <a:cubicBezTo>
                      <a:pt x="85656" y="91"/>
                      <a:pt x="85595" y="335"/>
                      <a:pt x="85595" y="395"/>
                    </a:cubicBezTo>
                    <a:cubicBezTo>
                      <a:pt x="85595" y="464"/>
                      <a:pt x="85527" y="498"/>
                      <a:pt x="85428" y="498"/>
                    </a:cubicBezTo>
                    <a:cubicBezTo>
                      <a:pt x="85396" y="498"/>
                      <a:pt x="85360" y="494"/>
                      <a:pt x="85322" y="487"/>
                    </a:cubicBezTo>
                    <a:lnTo>
                      <a:pt x="85200" y="487"/>
                    </a:lnTo>
                    <a:cubicBezTo>
                      <a:pt x="84987" y="456"/>
                      <a:pt x="84987" y="456"/>
                      <a:pt x="84957" y="274"/>
                    </a:cubicBezTo>
                    <a:cubicBezTo>
                      <a:pt x="84957" y="243"/>
                      <a:pt x="84957" y="243"/>
                      <a:pt x="84957" y="243"/>
                    </a:cubicBezTo>
                    <a:cubicBezTo>
                      <a:pt x="84805" y="213"/>
                      <a:pt x="84775" y="122"/>
                      <a:pt x="84683" y="31"/>
                    </a:cubicBezTo>
                    <a:lnTo>
                      <a:pt x="84653" y="0"/>
                    </a:lnTo>
                    <a:cubicBezTo>
                      <a:pt x="84501" y="31"/>
                      <a:pt x="84501" y="183"/>
                      <a:pt x="84623" y="365"/>
                    </a:cubicBezTo>
                    <a:lnTo>
                      <a:pt x="84562" y="487"/>
                    </a:lnTo>
                    <a:lnTo>
                      <a:pt x="84471" y="669"/>
                    </a:lnTo>
                    <a:cubicBezTo>
                      <a:pt x="84258" y="639"/>
                      <a:pt x="84136" y="365"/>
                      <a:pt x="84167" y="335"/>
                    </a:cubicBezTo>
                    <a:cubicBezTo>
                      <a:pt x="84227" y="304"/>
                      <a:pt x="84288" y="274"/>
                      <a:pt x="84349" y="213"/>
                    </a:cubicBezTo>
                    <a:cubicBezTo>
                      <a:pt x="84349" y="183"/>
                      <a:pt x="84288" y="152"/>
                      <a:pt x="84258" y="152"/>
                    </a:cubicBezTo>
                    <a:cubicBezTo>
                      <a:pt x="84045" y="183"/>
                      <a:pt x="83863" y="213"/>
                      <a:pt x="83680" y="213"/>
                    </a:cubicBezTo>
                    <a:cubicBezTo>
                      <a:pt x="83467" y="122"/>
                      <a:pt x="83285" y="91"/>
                      <a:pt x="83103" y="61"/>
                    </a:cubicBezTo>
                    <a:cubicBezTo>
                      <a:pt x="83012" y="61"/>
                      <a:pt x="82981" y="122"/>
                      <a:pt x="82981" y="152"/>
                    </a:cubicBezTo>
                    <a:cubicBezTo>
                      <a:pt x="82981" y="152"/>
                      <a:pt x="82738" y="243"/>
                      <a:pt x="82708" y="304"/>
                    </a:cubicBezTo>
                    <a:cubicBezTo>
                      <a:pt x="82685" y="349"/>
                      <a:pt x="82647" y="377"/>
                      <a:pt x="82628" y="377"/>
                    </a:cubicBezTo>
                    <a:cubicBezTo>
                      <a:pt x="82621" y="377"/>
                      <a:pt x="82616" y="373"/>
                      <a:pt x="82616" y="365"/>
                    </a:cubicBezTo>
                    <a:lnTo>
                      <a:pt x="82616" y="335"/>
                    </a:lnTo>
                    <a:cubicBezTo>
                      <a:pt x="82616" y="274"/>
                      <a:pt x="82647" y="213"/>
                      <a:pt x="82647" y="213"/>
                    </a:cubicBezTo>
                    <a:lnTo>
                      <a:pt x="82556" y="152"/>
                    </a:lnTo>
                    <a:cubicBezTo>
                      <a:pt x="82511" y="130"/>
                      <a:pt x="82441" y="124"/>
                      <a:pt x="82368" y="124"/>
                    </a:cubicBezTo>
                    <a:cubicBezTo>
                      <a:pt x="82288" y="124"/>
                      <a:pt x="82203" y="131"/>
                      <a:pt x="82143" y="131"/>
                    </a:cubicBezTo>
                    <a:cubicBezTo>
                      <a:pt x="82109" y="131"/>
                      <a:pt x="82083" y="129"/>
                      <a:pt x="82069" y="122"/>
                    </a:cubicBezTo>
                    <a:cubicBezTo>
                      <a:pt x="82024" y="107"/>
                      <a:pt x="81970" y="99"/>
                      <a:pt x="81917" y="99"/>
                    </a:cubicBezTo>
                    <a:cubicBezTo>
                      <a:pt x="81864" y="99"/>
                      <a:pt x="81811" y="107"/>
                      <a:pt x="81765" y="122"/>
                    </a:cubicBezTo>
                    <a:cubicBezTo>
                      <a:pt x="81742" y="145"/>
                      <a:pt x="81714" y="155"/>
                      <a:pt x="81687" y="155"/>
                    </a:cubicBezTo>
                    <a:cubicBezTo>
                      <a:pt x="81644" y="155"/>
                      <a:pt x="81602" y="129"/>
                      <a:pt x="81583" y="91"/>
                    </a:cubicBezTo>
                    <a:lnTo>
                      <a:pt x="81522" y="31"/>
                    </a:lnTo>
                    <a:lnTo>
                      <a:pt x="81461" y="31"/>
                    </a:lnTo>
                    <a:lnTo>
                      <a:pt x="814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17"/>
              <p:cNvSpPr/>
              <p:nvPr/>
            </p:nvSpPr>
            <p:spPr>
              <a:xfrm>
                <a:off x="6445675" y="2555050"/>
                <a:ext cx="34975" cy="15975"/>
              </a:xfrm>
              <a:custGeom>
                <a:rect b="b" l="l" r="r" t="t"/>
                <a:pathLst>
                  <a:path extrusionOk="0" h="639" w="1399">
                    <a:moveTo>
                      <a:pt x="639" y="0"/>
                    </a:moveTo>
                    <a:cubicBezTo>
                      <a:pt x="456" y="91"/>
                      <a:pt x="274" y="182"/>
                      <a:pt x="92" y="243"/>
                    </a:cubicBezTo>
                    <a:cubicBezTo>
                      <a:pt x="1" y="274"/>
                      <a:pt x="1" y="304"/>
                      <a:pt x="92" y="365"/>
                    </a:cubicBezTo>
                    <a:cubicBezTo>
                      <a:pt x="274" y="486"/>
                      <a:pt x="487" y="578"/>
                      <a:pt x="669" y="638"/>
                    </a:cubicBezTo>
                    <a:lnTo>
                      <a:pt x="791" y="547"/>
                    </a:lnTo>
                    <a:lnTo>
                      <a:pt x="882" y="456"/>
                    </a:lnTo>
                    <a:cubicBezTo>
                      <a:pt x="973" y="365"/>
                      <a:pt x="1064" y="304"/>
                      <a:pt x="1186" y="274"/>
                    </a:cubicBezTo>
                    <a:lnTo>
                      <a:pt x="1216" y="274"/>
                    </a:lnTo>
                    <a:cubicBezTo>
                      <a:pt x="1308" y="304"/>
                      <a:pt x="1186" y="365"/>
                      <a:pt x="1186" y="365"/>
                    </a:cubicBezTo>
                    <a:cubicBezTo>
                      <a:pt x="1186" y="395"/>
                      <a:pt x="1186" y="426"/>
                      <a:pt x="1216" y="426"/>
                    </a:cubicBezTo>
                    <a:cubicBezTo>
                      <a:pt x="1277" y="426"/>
                      <a:pt x="1368" y="395"/>
                      <a:pt x="1368" y="395"/>
                    </a:cubicBezTo>
                    <a:lnTo>
                      <a:pt x="1399" y="274"/>
                    </a:lnTo>
                    <a:cubicBezTo>
                      <a:pt x="1322" y="216"/>
                      <a:pt x="1232" y="195"/>
                      <a:pt x="1139" y="195"/>
                    </a:cubicBezTo>
                    <a:cubicBezTo>
                      <a:pt x="1084" y="195"/>
                      <a:pt x="1029" y="202"/>
                      <a:pt x="973" y="213"/>
                    </a:cubicBezTo>
                    <a:cubicBezTo>
                      <a:pt x="928" y="228"/>
                      <a:pt x="874" y="236"/>
                      <a:pt x="821" y="236"/>
                    </a:cubicBezTo>
                    <a:cubicBezTo>
                      <a:pt x="768" y="236"/>
                      <a:pt x="715" y="228"/>
                      <a:pt x="669" y="213"/>
                    </a:cubicBezTo>
                    <a:lnTo>
                      <a:pt x="669" y="182"/>
                    </a:lnTo>
                    <a:lnTo>
                      <a:pt x="63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17"/>
              <p:cNvSpPr/>
              <p:nvPr/>
            </p:nvSpPr>
            <p:spPr>
              <a:xfrm>
                <a:off x="4513275" y="2306550"/>
                <a:ext cx="28125" cy="11425"/>
              </a:xfrm>
              <a:custGeom>
                <a:rect b="b" l="l" r="r" t="t"/>
                <a:pathLst>
                  <a:path extrusionOk="0" h="457" w="1125">
                    <a:moveTo>
                      <a:pt x="608" y="1"/>
                    </a:moveTo>
                    <a:lnTo>
                      <a:pt x="365" y="31"/>
                    </a:lnTo>
                    <a:lnTo>
                      <a:pt x="304" y="31"/>
                    </a:lnTo>
                    <a:lnTo>
                      <a:pt x="91" y="122"/>
                    </a:lnTo>
                    <a:cubicBezTo>
                      <a:pt x="0" y="335"/>
                      <a:pt x="0" y="457"/>
                      <a:pt x="31" y="457"/>
                    </a:cubicBezTo>
                    <a:cubicBezTo>
                      <a:pt x="91" y="426"/>
                      <a:pt x="243" y="305"/>
                      <a:pt x="335" y="305"/>
                    </a:cubicBezTo>
                    <a:cubicBezTo>
                      <a:pt x="395" y="305"/>
                      <a:pt x="699" y="335"/>
                      <a:pt x="821" y="335"/>
                    </a:cubicBezTo>
                    <a:cubicBezTo>
                      <a:pt x="942" y="335"/>
                      <a:pt x="1034" y="244"/>
                      <a:pt x="1094" y="153"/>
                    </a:cubicBezTo>
                    <a:cubicBezTo>
                      <a:pt x="1125" y="92"/>
                      <a:pt x="1094" y="62"/>
                      <a:pt x="1034" y="31"/>
                    </a:cubicBezTo>
                    <a:cubicBezTo>
                      <a:pt x="882" y="1"/>
                      <a:pt x="730" y="1"/>
                      <a:pt x="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17"/>
              <p:cNvSpPr/>
              <p:nvPr/>
            </p:nvSpPr>
            <p:spPr>
              <a:xfrm>
                <a:off x="6273950" y="2532250"/>
                <a:ext cx="19775" cy="12175"/>
              </a:xfrm>
              <a:custGeom>
                <a:rect b="b" l="l" r="r" t="t"/>
                <a:pathLst>
                  <a:path extrusionOk="0" h="487" w="791">
                    <a:moveTo>
                      <a:pt x="274" y="0"/>
                    </a:moveTo>
                    <a:cubicBezTo>
                      <a:pt x="243" y="31"/>
                      <a:pt x="122" y="122"/>
                      <a:pt x="61" y="122"/>
                    </a:cubicBezTo>
                    <a:cubicBezTo>
                      <a:pt x="30" y="152"/>
                      <a:pt x="0" y="243"/>
                      <a:pt x="0" y="274"/>
                    </a:cubicBezTo>
                    <a:cubicBezTo>
                      <a:pt x="0" y="304"/>
                      <a:pt x="122" y="395"/>
                      <a:pt x="243" y="456"/>
                    </a:cubicBezTo>
                    <a:lnTo>
                      <a:pt x="365" y="487"/>
                    </a:lnTo>
                    <a:cubicBezTo>
                      <a:pt x="395" y="487"/>
                      <a:pt x="456" y="487"/>
                      <a:pt x="486" y="456"/>
                    </a:cubicBezTo>
                    <a:cubicBezTo>
                      <a:pt x="517" y="426"/>
                      <a:pt x="517" y="395"/>
                      <a:pt x="486" y="365"/>
                    </a:cubicBezTo>
                    <a:cubicBezTo>
                      <a:pt x="456" y="335"/>
                      <a:pt x="304" y="304"/>
                      <a:pt x="304" y="304"/>
                    </a:cubicBezTo>
                    <a:cubicBezTo>
                      <a:pt x="304" y="274"/>
                      <a:pt x="304" y="243"/>
                      <a:pt x="304" y="213"/>
                    </a:cubicBezTo>
                    <a:cubicBezTo>
                      <a:pt x="334" y="183"/>
                      <a:pt x="334" y="152"/>
                      <a:pt x="395" y="152"/>
                    </a:cubicBezTo>
                    <a:cubicBezTo>
                      <a:pt x="456" y="183"/>
                      <a:pt x="486" y="243"/>
                      <a:pt x="547" y="243"/>
                    </a:cubicBezTo>
                    <a:lnTo>
                      <a:pt x="760" y="274"/>
                    </a:lnTo>
                    <a:cubicBezTo>
                      <a:pt x="790" y="122"/>
                      <a:pt x="608" y="91"/>
                      <a:pt x="547" y="61"/>
                    </a:cubicBezTo>
                    <a:cubicBezTo>
                      <a:pt x="456" y="31"/>
                      <a:pt x="365" y="0"/>
                      <a:pt x="2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17"/>
              <p:cNvSpPr/>
              <p:nvPr/>
            </p:nvSpPr>
            <p:spPr>
              <a:xfrm>
                <a:off x="4298225" y="2324025"/>
                <a:ext cx="28900" cy="10950"/>
              </a:xfrm>
              <a:custGeom>
                <a:rect b="b" l="l" r="r" t="t"/>
                <a:pathLst>
                  <a:path extrusionOk="0" h="438" w="1156">
                    <a:moveTo>
                      <a:pt x="395" y="1"/>
                    </a:moveTo>
                    <a:cubicBezTo>
                      <a:pt x="304" y="1"/>
                      <a:pt x="122" y="122"/>
                      <a:pt x="61" y="122"/>
                    </a:cubicBezTo>
                    <a:cubicBezTo>
                      <a:pt x="0" y="153"/>
                      <a:pt x="61" y="244"/>
                      <a:pt x="91" y="244"/>
                    </a:cubicBezTo>
                    <a:cubicBezTo>
                      <a:pt x="118" y="271"/>
                      <a:pt x="191" y="437"/>
                      <a:pt x="250" y="437"/>
                    </a:cubicBezTo>
                    <a:cubicBezTo>
                      <a:pt x="258" y="437"/>
                      <a:pt x="266" y="434"/>
                      <a:pt x="274" y="426"/>
                    </a:cubicBezTo>
                    <a:cubicBezTo>
                      <a:pt x="335" y="366"/>
                      <a:pt x="547" y="153"/>
                      <a:pt x="639" y="153"/>
                    </a:cubicBezTo>
                    <a:cubicBezTo>
                      <a:pt x="730" y="183"/>
                      <a:pt x="821" y="183"/>
                      <a:pt x="912" y="214"/>
                    </a:cubicBezTo>
                    <a:lnTo>
                      <a:pt x="1155" y="214"/>
                    </a:lnTo>
                    <a:cubicBezTo>
                      <a:pt x="1125" y="122"/>
                      <a:pt x="912" y="62"/>
                      <a:pt x="699" y="62"/>
                    </a:cubicBezTo>
                    <a:lnTo>
                      <a:pt x="487" y="31"/>
                    </a:lnTo>
                    <a:lnTo>
                      <a:pt x="3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17"/>
              <p:cNvSpPr/>
              <p:nvPr/>
            </p:nvSpPr>
            <p:spPr>
              <a:xfrm>
                <a:off x="6131075" y="2275300"/>
                <a:ext cx="25100" cy="7300"/>
              </a:xfrm>
              <a:custGeom>
                <a:rect b="b" l="l" r="r" t="t"/>
                <a:pathLst>
                  <a:path extrusionOk="0" h="292" w="1004">
                    <a:moveTo>
                      <a:pt x="538" y="1"/>
                    </a:moveTo>
                    <a:cubicBezTo>
                      <a:pt x="516" y="1"/>
                      <a:pt x="490" y="10"/>
                      <a:pt x="457" y="35"/>
                    </a:cubicBezTo>
                    <a:lnTo>
                      <a:pt x="426" y="65"/>
                    </a:lnTo>
                    <a:cubicBezTo>
                      <a:pt x="372" y="38"/>
                      <a:pt x="311" y="23"/>
                      <a:pt x="252" y="23"/>
                    </a:cubicBezTo>
                    <a:cubicBezTo>
                      <a:pt x="180" y="23"/>
                      <a:pt x="112" y="45"/>
                      <a:pt x="61" y="96"/>
                    </a:cubicBezTo>
                    <a:lnTo>
                      <a:pt x="31" y="156"/>
                    </a:lnTo>
                    <a:cubicBezTo>
                      <a:pt x="1" y="187"/>
                      <a:pt x="61" y="248"/>
                      <a:pt x="92" y="278"/>
                    </a:cubicBezTo>
                    <a:cubicBezTo>
                      <a:pt x="92" y="288"/>
                      <a:pt x="99" y="292"/>
                      <a:pt x="109" y="292"/>
                    </a:cubicBezTo>
                    <a:cubicBezTo>
                      <a:pt x="129" y="292"/>
                      <a:pt x="163" y="278"/>
                      <a:pt x="183" y="278"/>
                    </a:cubicBezTo>
                    <a:cubicBezTo>
                      <a:pt x="258" y="222"/>
                      <a:pt x="332" y="166"/>
                      <a:pt x="413" y="166"/>
                    </a:cubicBezTo>
                    <a:cubicBezTo>
                      <a:pt x="465" y="166"/>
                      <a:pt x="519" y="189"/>
                      <a:pt x="578" y="248"/>
                    </a:cubicBezTo>
                    <a:cubicBezTo>
                      <a:pt x="631" y="222"/>
                      <a:pt x="773" y="150"/>
                      <a:pt x="831" y="150"/>
                    </a:cubicBezTo>
                    <a:cubicBezTo>
                      <a:pt x="840" y="150"/>
                      <a:pt x="848" y="152"/>
                      <a:pt x="852" y="156"/>
                    </a:cubicBezTo>
                    <a:cubicBezTo>
                      <a:pt x="882" y="172"/>
                      <a:pt x="905" y="179"/>
                      <a:pt x="928" y="179"/>
                    </a:cubicBezTo>
                    <a:cubicBezTo>
                      <a:pt x="951" y="179"/>
                      <a:pt x="973" y="172"/>
                      <a:pt x="1004" y="156"/>
                    </a:cubicBezTo>
                    <a:lnTo>
                      <a:pt x="1004" y="126"/>
                    </a:lnTo>
                    <a:cubicBezTo>
                      <a:pt x="1004" y="126"/>
                      <a:pt x="973" y="65"/>
                      <a:pt x="973" y="65"/>
                    </a:cubicBezTo>
                    <a:lnTo>
                      <a:pt x="669" y="65"/>
                    </a:lnTo>
                    <a:cubicBezTo>
                      <a:pt x="625" y="65"/>
                      <a:pt x="597" y="1"/>
                      <a:pt x="5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17"/>
              <p:cNvSpPr/>
              <p:nvPr/>
            </p:nvSpPr>
            <p:spPr>
              <a:xfrm>
                <a:off x="6301300" y="2533750"/>
                <a:ext cx="9900" cy="10975"/>
              </a:xfrm>
              <a:custGeom>
                <a:rect b="b" l="l" r="r" t="t"/>
                <a:pathLst>
                  <a:path extrusionOk="0" h="439" w="396">
                    <a:moveTo>
                      <a:pt x="92" y="1"/>
                    </a:moveTo>
                    <a:cubicBezTo>
                      <a:pt x="0" y="123"/>
                      <a:pt x="0" y="275"/>
                      <a:pt x="31" y="427"/>
                    </a:cubicBezTo>
                    <a:cubicBezTo>
                      <a:pt x="39" y="435"/>
                      <a:pt x="49" y="439"/>
                      <a:pt x="59" y="439"/>
                    </a:cubicBezTo>
                    <a:cubicBezTo>
                      <a:pt x="125" y="439"/>
                      <a:pt x="226" y="296"/>
                      <a:pt x="304" y="244"/>
                    </a:cubicBezTo>
                    <a:cubicBezTo>
                      <a:pt x="395" y="183"/>
                      <a:pt x="395" y="123"/>
                      <a:pt x="304" y="62"/>
                    </a:cubicBezTo>
                    <a:lnTo>
                      <a:pt x="213" y="31"/>
                    </a:lnTo>
                    <a:lnTo>
                      <a:pt x="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17"/>
              <p:cNvSpPr/>
              <p:nvPr/>
            </p:nvSpPr>
            <p:spPr>
              <a:xfrm>
                <a:off x="4230225" y="2386350"/>
                <a:ext cx="14075" cy="10650"/>
              </a:xfrm>
              <a:custGeom>
                <a:rect b="b" l="l" r="r" t="t"/>
                <a:pathLst>
                  <a:path extrusionOk="0" h="426" w="563">
                    <a:moveTo>
                      <a:pt x="380" y="0"/>
                    </a:moveTo>
                    <a:cubicBezTo>
                      <a:pt x="319" y="0"/>
                      <a:pt x="258" y="31"/>
                      <a:pt x="228" y="122"/>
                    </a:cubicBezTo>
                    <a:lnTo>
                      <a:pt x="258" y="152"/>
                    </a:lnTo>
                    <a:cubicBezTo>
                      <a:pt x="349" y="183"/>
                      <a:pt x="289" y="213"/>
                      <a:pt x="258" y="274"/>
                    </a:cubicBezTo>
                    <a:cubicBezTo>
                      <a:pt x="228" y="289"/>
                      <a:pt x="205" y="297"/>
                      <a:pt x="182" y="297"/>
                    </a:cubicBezTo>
                    <a:cubicBezTo>
                      <a:pt x="159" y="297"/>
                      <a:pt x="137" y="289"/>
                      <a:pt x="106" y="274"/>
                    </a:cubicBezTo>
                    <a:lnTo>
                      <a:pt x="76" y="243"/>
                    </a:lnTo>
                    <a:cubicBezTo>
                      <a:pt x="70" y="241"/>
                      <a:pt x="65" y="240"/>
                      <a:pt x="60" y="240"/>
                    </a:cubicBezTo>
                    <a:cubicBezTo>
                      <a:pt x="1" y="240"/>
                      <a:pt x="114" y="426"/>
                      <a:pt x="228" y="426"/>
                    </a:cubicBezTo>
                    <a:cubicBezTo>
                      <a:pt x="319" y="395"/>
                      <a:pt x="410" y="304"/>
                      <a:pt x="410" y="213"/>
                    </a:cubicBezTo>
                    <a:lnTo>
                      <a:pt x="471" y="183"/>
                    </a:lnTo>
                    <a:cubicBezTo>
                      <a:pt x="562" y="91"/>
                      <a:pt x="471" y="61"/>
                      <a:pt x="410" y="31"/>
                    </a:cubicBezTo>
                    <a:lnTo>
                      <a:pt x="3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17"/>
              <p:cNvSpPr/>
              <p:nvPr/>
            </p:nvSpPr>
            <p:spPr>
              <a:xfrm>
                <a:off x="4327100" y="2319725"/>
                <a:ext cx="13700" cy="6600"/>
              </a:xfrm>
              <a:custGeom>
                <a:rect b="b" l="l" r="r" t="t"/>
                <a:pathLst>
                  <a:path extrusionOk="0" h="264" w="548">
                    <a:moveTo>
                      <a:pt x="489" y="0"/>
                    </a:moveTo>
                    <a:cubicBezTo>
                      <a:pt x="377" y="0"/>
                      <a:pt x="138" y="59"/>
                      <a:pt x="91" y="82"/>
                    </a:cubicBezTo>
                    <a:cubicBezTo>
                      <a:pt x="0" y="142"/>
                      <a:pt x="31" y="234"/>
                      <a:pt x="152" y="264"/>
                    </a:cubicBezTo>
                    <a:lnTo>
                      <a:pt x="274" y="264"/>
                    </a:lnTo>
                    <a:cubicBezTo>
                      <a:pt x="335" y="234"/>
                      <a:pt x="395" y="173"/>
                      <a:pt x="456" y="112"/>
                    </a:cubicBezTo>
                    <a:lnTo>
                      <a:pt x="487" y="112"/>
                    </a:lnTo>
                    <a:cubicBezTo>
                      <a:pt x="492" y="118"/>
                      <a:pt x="498" y="120"/>
                      <a:pt x="503" y="120"/>
                    </a:cubicBezTo>
                    <a:cubicBezTo>
                      <a:pt x="527" y="120"/>
                      <a:pt x="547" y="70"/>
                      <a:pt x="547" y="21"/>
                    </a:cubicBezTo>
                    <a:cubicBezTo>
                      <a:pt x="547" y="6"/>
                      <a:pt x="525" y="0"/>
                      <a:pt x="4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17"/>
              <p:cNvSpPr/>
              <p:nvPr/>
            </p:nvSpPr>
            <p:spPr>
              <a:xfrm>
                <a:off x="4428925" y="2308825"/>
                <a:ext cx="10525" cy="8450"/>
              </a:xfrm>
              <a:custGeom>
                <a:rect b="b" l="l" r="r" t="t"/>
                <a:pathLst>
                  <a:path extrusionOk="0" h="338" w="421">
                    <a:moveTo>
                      <a:pt x="91" y="1"/>
                    </a:moveTo>
                    <a:cubicBezTo>
                      <a:pt x="31" y="1"/>
                      <a:pt x="0" y="153"/>
                      <a:pt x="0" y="214"/>
                    </a:cubicBezTo>
                    <a:cubicBezTo>
                      <a:pt x="0" y="274"/>
                      <a:pt x="61" y="305"/>
                      <a:pt x="122" y="305"/>
                    </a:cubicBezTo>
                    <a:lnTo>
                      <a:pt x="183" y="335"/>
                    </a:lnTo>
                    <a:lnTo>
                      <a:pt x="243" y="335"/>
                    </a:lnTo>
                    <a:cubicBezTo>
                      <a:pt x="249" y="337"/>
                      <a:pt x="254" y="338"/>
                      <a:pt x="259" y="338"/>
                    </a:cubicBezTo>
                    <a:cubicBezTo>
                      <a:pt x="345" y="338"/>
                      <a:pt x="421" y="121"/>
                      <a:pt x="335" y="92"/>
                    </a:cubicBezTo>
                    <a:cubicBezTo>
                      <a:pt x="243" y="31"/>
                      <a:pt x="152" y="1"/>
                      <a:pt x="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17"/>
              <p:cNvSpPr/>
              <p:nvPr/>
            </p:nvSpPr>
            <p:spPr>
              <a:xfrm>
                <a:off x="4601425" y="2656100"/>
                <a:ext cx="12175" cy="6875"/>
              </a:xfrm>
              <a:custGeom>
                <a:rect b="b" l="l" r="r" t="t"/>
                <a:pathLst>
                  <a:path extrusionOk="0" h="275" w="487">
                    <a:moveTo>
                      <a:pt x="213" y="1"/>
                    </a:moveTo>
                    <a:cubicBezTo>
                      <a:pt x="91" y="61"/>
                      <a:pt x="0" y="153"/>
                      <a:pt x="0" y="213"/>
                    </a:cubicBezTo>
                    <a:lnTo>
                      <a:pt x="31" y="213"/>
                    </a:lnTo>
                    <a:lnTo>
                      <a:pt x="243" y="274"/>
                    </a:lnTo>
                    <a:cubicBezTo>
                      <a:pt x="426" y="183"/>
                      <a:pt x="486" y="92"/>
                      <a:pt x="334" y="92"/>
                    </a:cubicBezTo>
                    <a:lnTo>
                      <a:pt x="243" y="31"/>
                    </a:lnTo>
                    <a:lnTo>
                      <a:pt x="2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17"/>
              <p:cNvSpPr/>
              <p:nvPr/>
            </p:nvSpPr>
            <p:spPr>
              <a:xfrm>
                <a:off x="4147800" y="1901725"/>
                <a:ext cx="2142175" cy="538125"/>
              </a:xfrm>
              <a:custGeom>
                <a:rect b="b" l="l" r="r" t="t"/>
                <a:pathLst>
                  <a:path extrusionOk="0" h="21525" w="85687">
                    <a:moveTo>
                      <a:pt x="17404" y="5187"/>
                    </a:moveTo>
                    <a:cubicBezTo>
                      <a:pt x="17507" y="5187"/>
                      <a:pt x="17592" y="5221"/>
                      <a:pt x="17661" y="5290"/>
                    </a:cubicBezTo>
                    <a:cubicBezTo>
                      <a:pt x="17691" y="5350"/>
                      <a:pt x="17691" y="5442"/>
                      <a:pt x="17630" y="5502"/>
                    </a:cubicBezTo>
                    <a:cubicBezTo>
                      <a:pt x="17625" y="5507"/>
                      <a:pt x="17618" y="5510"/>
                      <a:pt x="17609" y="5510"/>
                    </a:cubicBezTo>
                    <a:cubicBezTo>
                      <a:pt x="17508" y="5510"/>
                      <a:pt x="17185" y="5226"/>
                      <a:pt x="17296" y="5198"/>
                    </a:cubicBezTo>
                    <a:cubicBezTo>
                      <a:pt x="17334" y="5191"/>
                      <a:pt x="17370" y="5187"/>
                      <a:pt x="17404" y="5187"/>
                    </a:cubicBezTo>
                    <a:close/>
                    <a:moveTo>
                      <a:pt x="71370" y="6050"/>
                    </a:moveTo>
                    <a:cubicBezTo>
                      <a:pt x="71492" y="6110"/>
                      <a:pt x="71552" y="6201"/>
                      <a:pt x="71522" y="6262"/>
                    </a:cubicBezTo>
                    <a:cubicBezTo>
                      <a:pt x="71501" y="6284"/>
                      <a:pt x="71373" y="6305"/>
                      <a:pt x="71300" y="6305"/>
                    </a:cubicBezTo>
                    <a:cubicBezTo>
                      <a:pt x="71269" y="6305"/>
                      <a:pt x="71248" y="6302"/>
                      <a:pt x="71248" y="6293"/>
                    </a:cubicBezTo>
                    <a:cubicBezTo>
                      <a:pt x="71248" y="6262"/>
                      <a:pt x="71188" y="6262"/>
                      <a:pt x="71097" y="6262"/>
                    </a:cubicBezTo>
                    <a:lnTo>
                      <a:pt x="71066" y="6262"/>
                    </a:lnTo>
                    <a:cubicBezTo>
                      <a:pt x="71036" y="6262"/>
                      <a:pt x="71036" y="6171"/>
                      <a:pt x="71036" y="6171"/>
                    </a:cubicBezTo>
                    <a:cubicBezTo>
                      <a:pt x="71097" y="6110"/>
                      <a:pt x="71188" y="6050"/>
                      <a:pt x="71279" y="6050"/>
                    </a:cubicBezTo>
                    <a:close/>
                    <a:moveTo>
                      <a:pt x="71948" y="5837"/>
                    </a:moveTo>
                    <a:cubicBezTo>
                      <a:pt x="72100" y="5898"/>
                      <a:pt x="72221" y="5989"/>
                      <a:pt x="72343" y="6080"/>
                    </a:cubicBezTo>
                    <a:cubicBezTo>
                      <a:pt x="72373" y="6080"/>
                      <a:pt x="72282" y="6201"/>
                      <a:pt x="72160" y="6323"/>
                    </a:cubicBezTo>
                    <a:lnTo>
                      <a:pt x="72008" y="6384"/>
                    </a:lnTo>
                    <a:lnTo>
                      <a:pt x="71917" y="6384"/>
                    </a:lnTo>
                    <a:cubicBezTo>
                      <a:pt x="71796" y="6323"/>
                      <a:pt x="71704" y="6201"/>
                      <a:pt x="71735" y="6171"/>
                    </a:cubicBezTo>
                    <a:cubicBezTo>
                      <a:pt x="71735" y="6171"/>
                      <a:pt x="71674" y="6050"/>
                      <a:pt x="71583" y="5958"/>
                    </a:cubicBezTo>
                    <a:lnTo>
                      <a:pt x="71796" y="5898"/>
                    </a:lnTo>
                    <a:lnTo>
                      <a:pt x="71948" y="5837"/>
                    </a:lnTo>
                    <a:close/>
                    <a:moveTo>
                      <a:pt x="1414" y="9826"/>
                    </a:moveTo>
                    <a:cubicBezTo>
                      <a:pt x="1452" y="9826"/>
                      <a:pt x="1490" y="9834"/>
                      <a:pt x="1521" y="9849"/>
                    </a:cubicBezTo>
                    <a:cubicBezTo>
                      <a:pt x="1551" y="9879"/>
                      <a:pt x="1521" y="10062"/>
                      <a:pt x="1369" y="10123"/>
                    </a:cubicBezTo>
                    <a:lnTo>
                      <a:pt x="1186" y="10123"/>
                    </a:lnTo>
                    <a:cubicBezTo>
                      <a:pt x="1095" y="10062"/>
                      <a:pt x="1217" y="9879"/>
                      <a:pt x="1308" y="9849"/>
                    </a:cubicBezTo>
                    <a:cubicBezTo>
                      <a:pt x="1338" y="9834"/>
                      <a:pt x="1376" y="9826"/>
                      <a:pt x="1414" y="9826"/>
                    </a:cubicBezTo>
                    <a:close/>
                    <a:moveTo>
                      <a:pt x="59103" y="12071"/>
                    </a:moveTo>
                    <a:cubicBezTo>
                      <a:pt x="59156" y="12071"/>
                      <a:pt x="59197" y="12105"/>
                      <a:pt x="59212" y="12220"/>
                    </a:cubicBezTo>
                    <a:cubicBezTo>
                      <a:pt x="59224" y="12220"/>
                      <a:pt x="59294" y="12215"/>
                      <a:pt x="59377" y="12215"/>
                    </a:cubicBezTo>
                    <a:cubicBezTo>
                      <a:pt x="59500" y="12215"/>
                      <a:pt x="59649" y="12226"/>
                      <a:pt x="59668" y="12281"/>
                    </a:cubicBezTo>
                    <a:cubicBezTo>
                      <a:pt x="59698" y="12372"/>
                      <a:pt x="59546" y="12524"/>
                      <a:pt x="59364" y="12645"/>
                    </a:cubicBezTo>
                    <a:lnTo>
                      <a:pt x="59121" y="12524"/>
                    </a:lnTo>
                    <a:lnTo>
                      <a:pt x="59060" y="12463"/>
                    </a:lnTo>
                    <a:cubicBezTo>
                      <a:pt x="59032" y="12474"/>
                      <a:pt x="59005" y="12479"/>
                      <a:pt x="58978" y="12479"/>
                    </a:cubicBezTo>
                    <a:cubicBezTo>
                      <a:pt x="58856" y="12479"/>
                      <a:pt x="58745" y="12375"/>
                      <a:pt x="58695" y="12250"/>
                    </a:cubicBezTo>
                    <a:cubicBezTo>
                      <a:pt x="58695" y="12189"/>
                      <a:pt x="58756" y="12129"/>
                      <a:pt x="58847" y="12129"/>
                    </a:cubicBezTo>
                    <a:lnTo>
                      <a:pt x="58908" y="12129"/>
                    </a:lnTo>
                    <a:cubicBezTo>
                      <a:pt x="58972" y="12113"/>
                      <a:pt x="59044" y="12071"/>
                      <a:pt x="59103" y="12071"/>
                    </a:cubicBezTo>
                    <a:close/>
                    <a:moveTo>
                      <a:pt x="56902" y="11977"/>
                    </a:moveTo>
                    <a:cubicBezTo>
                      <a:pt x="56962" y="12007"/>
                      <a:pt x="56993" y="12037"/>
                      <a:pt x="57023" y="12068"/>
                    </a:cubicBezTo>
                    <a:lnTo>
                      <a:pt x="57054" y="12129"/>
                    </a:lnTo>
                    <a:cubicBezTo>
                      <a:pt x="57054" y="12189"/>
                      <a:pt x="57084" y="12220"/>
                      <a:pt x="57114" y="12281"/>
                    </a:cubicBezTo>
                    <a:lnTo>
                      <a:pt x="57247" y="12360"/>
                    </a:lnTo>
                    <a:lnTo>
                      <a:pt x="57247" y="12360"/>
                    </a:lnTo>
                    <a:cubicBezTo>
                      <a:pt x="57275" y="12329"/>
                      <a:pt x="57308" y="12290"/>
                      <a:pt x="57327" y="12250"/>
                    </a:cubicBezTo>
                    <a:lnTo>
                      <a:pt x="57327" y="12189"/>
                    </a:lnTo>
                    <a:cubicBezTo>
                      <a:pt x="57327" y="12159"/>
                      <a:pt x="57206" y="12129"/>
                      <a:pt x="57327" y="12098"/>
                    </a:cubicBezTo>
                    <a:cubicBezTo>
                      <a:pt x="57388" y="12098"/>
                      <a:pt x="57418" y="12098"/>
                      <a:pt x="57449" y="12159"/>
                    </a:cubicBezTo>
                    <a:lnTo>
                      <a:pt x="57510" y="12372"/>
                    </a:lnTo>
                    <a:cubicBezTo>
                      <a:pt x="57703" y="12344"/>
                      <a:pt x="58023" y="12216"/>
                      <a:pt x="58147" y="12216"/>
                    </a:cubicBezTo>
                    <a:cubicBezTo>
                      <a:pt x="58160" y="12216"/>
                      <a:pt x="58170" y="12217"/>
                      <a:pt x="58178" y="12220"/>
                    </a:cubicBezTo>
                    <a:cubicBezTo>
                      <a:pt x="58270" y="12250"/>
                      <a:pt x="58482" y="12250"/>
                      <a:pt x="58513" y="12281"/>
                    </a:cubicBezTo>
                    <a:cubicBezTo>
                      <a:pt x="58543" y="12372"/>
                      <a:pt x="58543" y="12463"/>
                      <a:pt x="58513" y="12554"/>
                    </a:cubicBezTo>
                    <a:lnTo>
                      <a:pt x="58452" y="12554"/>
                    </a:lnTo>
                    <a:lnTo>
                      <a:pt x="58300" y="12585"/>
                    </a:lnTo>
                    <a:cubicBezTo>
                      <a:pt x="58188" y="12585"/>
                      <a:pt x="57611" y="12452"/>
                      <a:pt x="57305" y="12395"/>
                    </a:cubicBezTo>
                    <a:lnTo>
                      <a:pt x="57305" y="12395"/>
                    </a:lnTo>
                    <a:lnTo>
                      <a:pt x="57418" y="12463"/>
                    </a:lnTo>
                    <a:cubicBezTo>
                      <a:pt x="57540" y="12554"/>
                      <a:pt x="57510" y="12524"/>
                      <a:pt x="57449" y="12554"/>
                    </a:cubicBezTo>
                    <a:lnTo>
                      <a:pt x="57449" y="12585"/>
                    </a:lnTo>
                    <a:lnTo>
                      <a:pt x="57388" y="12737"/>
                    </a:lnTo>
                    <a:cubicBezTo>
                      <a:pt x="57297" y="12676"/>
                      <a:pt x="57145" y="12463"/>
                      <a:pt x="57206" y="12402"/>
                    </a:cubicBezTo>
                    <a:cubicBezTo>
                      <a:pt x="57212" y="12396"/>
                      <a:pt x="57219" y="12389"/>
                      <a:pt x="57227" y="12381"/>
                    </a:cubicBezTo>
                    <a:lnTo>
                      <a:pt x="57227" y="12381"/>
                    </a:lnTo>
                    <a:cubicBezTo>
                      <a:pt x="57250" y="12385"/>
                      <a:pt x="57276" y="12389"/>
                      <a:pt x="57305" y="12395"/>
                    </a:cubicBezTo>
                    <a:lnTo>
                      <a:pt x="57305" y="12395"/>
                    </a:lnTo>
                    <a:lnTo>
                      <a:pt x="57247" y="12360"/>
                    </a:lnTo>
                    <a:lnTo>
                      <a:pt x="57247" y="12360"/>
                    </a:lnTo>
                    <a:cubicBezTo>
                      <a:pt x="57240" y="12367"/>
                      <a:pt x="57233" y="12374"/>
                      <a:pt x="57227" y="12381"/>
                    </a:cubicBezTo>
                    <a:lnTo>
                      <a:pt x="57227" y="12381"/>
                    </a:lnTo>
                    <a:cubicBezTo>
                      <a:pt x="57182" y="12373"/>
                      <a:pt x="57148" y="12369"/>
                      <a:pt x="57130" y="12369"/>
                    </a:cubicBezTo>
                    <a:cubicBezTo>
                      <a:pt x="57121" y="12369"/>
                      <a:pt x="57116" y="12370"/>
                      <a:pt x="57114" y="12372"/>
                    </a:cubicBezTo>
                    <a:cubicBezTo>
                      <a:pt x="57054" y="12402"/>
                      <a:pt x="57084" y="12463"/>
                      <a:pt x="57114" y="12554"/>
                    </a:cubicBezTo>
                    <a:lnTo>
                      <a:pt x="56871" y="12554"/>
                    </a:lnTo>
                    <a:cubicBezTo>
                      <a:pt x="56798" y="12579"/>
                      <a:pt x="56704" y="12623"/>
                      <a:pt x="56623" y="12623"/>
                    </a:cubicBezTo>
                    <a:cubicBezTo>
                      <a:pt x="56603" y="12623"/>
                      <a:pt x="56585" y="12621"/>
                      <a:pt x="56567" y="12615"/>
                    </a:cubicBezTo>
                    <a:lnTo>
                      <a:pt x="56476" y="12585"/>
                    </a:lnTo>
                    <a:cubicBezTo>
                      <a:pt x="56461" y="12539"/>
                      <a:pt x="56408" y="12516"/>
                      <a:pt x="56336" y="12516"/>
                    </a:cubicBezTo>
                    <a:cubicBezTo>
                      <a:pt x="56263" y="12516"/>
                      <a:pt x="56172" y="12539"/>
                      <a:pt x="56081" y="12585"/>
                    </a:cubicBezTo>
                    <a:lnTo>
                      <a:pt x="55899" y="12615"/>
                    </a:lnTo>
                    <a:lnTo>
                      <a:pt x="55777" y="12645"/>
                    </a:lnTo>
                    <a:cubicBezTo>
                      <a:pt x="55655" y="12585"/>
                      <a:pt x="55534" y="12493"/>
                      <a:pt x="55443" y="12402"/>
                    </a:cubicBezTo>
                    <a:lnTo>
                      <a:pt x="55412" y="12341"/>
                    </a:lnTo>
                    <a:lnTo>
                      <a:pt x="55412" y="12311"/>
                    </a:lnTo>
                    <a:cubicBezTo>
                      <a:pt x="55458" y="12296"/>
                      <a:pt x="55504" y="12288"/>
                      <a:pt x="55545" y="12288"/>
                    </a:cubicBezTo>
                    <a:cubicBezTo>
                      <a:pt x="55587" y="12288"/>
                      <a:pt x="55625" y="12296"/>
                      <a:pt x="55655" y="12311"/>
                    </a:cubicBezTo>
                    <a:lnTo>
                      <a:pt x="55716" y="12341"/>
                    </a:lnTo>
                    <a:cubicBezTo>
                      <a:pt x="55762" y="12387"/>
                      <a:pt x="55807" y="12417"/>
                      <a:pt x="55845" y="12417"/>
                    </a:cubicBezTo>
                    <a:cubicBezTo>
                      <a:pt x="55883" y="12417"/>
                      <a:pt x="55914" y="12387"/>
                      <a:pt x="55929" y="12311"/>
                    </a:cubicBezTo>
                    <a:cubicBezTo>
                      <a:pt x="55929" y="12281"/>
                      <a:pt x="55929" y="12250"/>
                      <a:pt x="55959" y="12250"/>
                    </a:cubicBezTo>
                    <a:cubicBezTo>
                      <a:pt x="56051" y="12189"/>
                      <a:pt x="56263" y="12281"/>
                      <a:pt x="56263" y="12098"/>
                    </a:cubicBezTo>
                    <a:cubicBezTo>
                      <a:pt x="56263" y="12068"/>
                      <a:pt x="56476" y="12037"/>
                      <a:pt x="56567" y="12007"/>
                    </a:cubicBezTo>
                    <a:cubicBezTo>
                      <a:pt x="56575" y="12003"/>
                      <a:pt x="56583" y="12002"/>
                      <a:pt x="56591" y="12002"/>
                    </a:cubicBezTo>
                    <a:cubicBezTo>
                      <a:pt x="56630" y="12002"/>
                      <a:pt x="56683" y="12032"/>
                      <a:pt x="56730" y="12032"/>
                    </a:cubicBezTo>
                    <a:cubicBezTo>
                      <a:pt x="56761" y="12032"/>
                      <a:pt x="56789" y="12019"/>
                      <a:pt x="56811" y="11977"/>
                    </a:cubicBezTo>
                    <a:close/>
                    <a:moveTo>
                      <a:pt x="54926" y="12129"/>
                    </a:moveTo>
                    <a:cubicBezTo>
                      <a:pt x="54954" y="12185"/>
                      <a:pt x="55062" y="12375"/>
                      <a:pt x="55126" y="12375"/>
                    </a:cubicBezTo>
                    <a:cubicBezTo>
                      <a:pt x="55130" y="12375"/>
                      <a:pt x="55135" y="12374"/>
                      <a:pt x="55139" y="12372"/>
                    </a:cubicBezTo>
                    <a:cubicBezTo>
                      <a:pt x="55147" y="12368"/>
                      <a:pt x="55157" y="12366"/>
                      <a:pt x="55167" y="12366"/>
                    </a:cubicBezTo>
                    <a:cubicBezTo>
                      <a:pt x="55232" y="12366"/>
                      <a:pt x="55325" y="12437"/>
                      <a:pt x="55352" y="12463"/>
                    </a:cubicBezTo>
                    <a:cubicBezTo>
                      <a:pt x="55382" y="12524"/>
                      <a:pt x="55352" y="12554"/>
                      <a:pt x="55260" y="12554"/>
                    </a:cubicBezTo>
                    <a:lnTo>
                      <a:pt x="55230" y="12585"/>
                    </a:lnTo>
                    <a:lnTo>
                      <a:pt x="55078" y="12585"/>
                    </a:lnTo>
                    <a:cubicBezTo>
                      <a:pt x="54956" y="12645"/>
                      <a:pt x="54804" y="12676"/>
                      <a:pt x="54683" y="12676"/>
                    </a:cubicBezTo>
                    <a:cubicBezTo>
                      <a:pt x="54561" y="12676"/>
                      <a:pt x="54440" y="12645"/>
                      <a:pt x="54348" y="12585"/>
                    </a:cubicBezTo>
                    <a:lnTo>
                      <a:pt x="54318" y="12585"/>
                    </a:lnTo>
                    <a:lnTo>
                      <a:pt x="54105" y="12767"/>
                    </a:lnTo>
                    <a:cubicBezTo>
                      <a:pt x="54105" y="12664"/>
                      <a:pt x="54021" y="12603"/>
                      <a:pt x="53900" y="12603"/>
                    </a:cubicBezTo>
                    <a:cubicBezTo>
                      <a:pt x="53843" y="12603"/>
                      <a:pt x="53778" y="12616"/>
                      <a:pt x="53710" y="12645"/>
                    </a:cubicBezTo>
                    <a:lnTo>
                      <a:pt x="53467" y="12645"/>
                    </a:lnTo>
                    <a:cubicBezTo>
                      <a:pt x="53224" y="12645"/>
                      <a:pt x="52981" y="12645"/>
                      <a:pt x="52737" y="12676"/>
                    </a:cubicBezTo>
                    <a:cubicBezTo>
                      <a:pt x="52646" y="12706"/>
                      <a:pt x="52555" y="12737"/>
                      <a:pt x="52464" y="12737"/>
                    </a:cubicBezTo>
                    <a:lnTo>
                      <a:pt x="51826" y="12737"/>
                    </a:lnTo>
                    <a:lnTo>
                      <a:pt x="51522" y="12706"/>
                    </a:lnTo>
                    <a:cubicBezTo>
                      <a:pt x="51218" y="12615"/>
                      <a:pt x="51035" y="12433"/>
                      <a:pt x="51066" y="12372"/>
                    </a:cubicBezTo>
                    <a:cubicBezTo>
                      <a:pt x="51071" y="12366"/>
                      <a:pt x="51078" y="12364"/>
                      <a:pt x="51087" y="12364"/>
                    </a:cubicBezTo>
                    <a:cubicBezTo>
                      <a:pt x="51127" y="12364"/>
                      <a:pt x="51193" y="12418"/>
                      <a:pt x="51218" y="12493"/>
                    </a:cubicBezTo>
                    <a:cubicBezTo>
                      <a:pt x="51339" y="12493"/>
                      <a:pt x="51461" y="12524"/>
                      <a:pt x="51582" y="12585"/>
                    </a:cubicBezTo>
                    <a:lnTo>
                      <a:pt x="51643" y="12585"/>
                    </a:lnTo>
                    <a:cubicBezTo>
                      <a:pt x="51674" y="12493"/>
                      <a:pt x="51734" y="12402"/>
                      <a:pt x="51795" y="12341"/>
                    </a:cubicBezTo>
                    <a:lnTo>
                      <a:pt x="51856" y="12341"/>
                    </a:lnTo>
                    <a:cubicBezTo>
                      <a:pt x="51932" y="12326"/>
                      <a:pt x="52000" y="12319"/>
                      <a:pt x="52065" y="12319"/>
                    </a:cubicBezTo>
                    <a:cubicBezTo>
                      <a:pt x="52130" y="12319"/>
                      <a:pt x="52190" y="12326"/>
                      <a:pt x="52251" y="12341"/>
                    </a:cubicBezTo>
                    <a:lnTo>
                      <a:pt x="52494" y="12493"/>
                    </a:lnTo>
                    <a:cubicBezTo>
                      <a:pt x="52494" y="12447"/>
                      <a:pt x="52494" y="12418"/>
                      <a:pt x="52494" y="12402"/>
                    </a:cubicBezTo>
                    <a:cubicBezTo>
                      <a:pt x="52516" y="12424"/>
                      <a:pt x="52553" y="12445"/>
                      <a:pt x="52583" y="12445"/>
                    </a:cubicBezTo>
                    <a:cubicBezTo>
                      <a:pt x="52596" y="12445"/>
                      <a:pt x="52607" y="12441"/>
                      <a:pt x="52616" y="12433"/>
                    </a:cubicBezTo>
                    <a:cubicBezTo>
                      <a:pt x="52646" y="12433"/>
                      <a:pt x="52707" y="12493"/>
                      <a:pt x="52707" y="12524"/>
                    </a:cubicBezTo>
                    <a:cubicBezTo>
                      <a:pt x="52737" y="12524"/>
                      <a:pt x="52950" y="12433"/>
                      <a:pt x="53041" y="12402"/>
                    </a:cubicBezTo>
                    <a:cubicBezTo>
                      <a:pt x="53067" y="12390"/>
                      <a:pt x="53092" y="12382"/>
                      <a:pt x="53117" y="12382"/>
                    </a:cubicBezTo>
                    <a:cubicBezTo>
                      <a:pt x="53153" y="12382"/>
                      <a:pt x="53188" y="12397"/>
                      <a:pt x="53224" y="12433"/>
                    </a:cubicBezTo>
                    <a:cubicBezTo>
                      <a:pt x="53228" y="12437"/>
                      <a:pt x="53234" y="12439"/>
                      <a:pt x="53243" y="12439"/>
                    </a:cubicBezTo>
                    <a:cubicBezTo>
                      <a:pt x="53294" y="12439"/>
                      <a:pt x="53415" y="12363"/>
                      <a:pt x="53467" y="12311"/>
                    </a:cubicBezTo>
                    <a:cubicBezTo>
                      <a:pt x="53482" y="12303"/>
                      <a:pt x="53499" y="12300"/>
                      <a:pt x="53517" y="12300"/>
                    </a:cubicBezTo>
                    <a:cubicBezTo>
                      <a:pt x="53571" y="12300"/>
                      <a:pt x="53634" y="12334"/>
                      <a:pt x="53680" y="12402"/>
                    </a:cubicBezTo>
                    <a:lnTo>
                      <a:pt x="53923" y="12402"/>
                    </a:lnTo>
                    <a:cubicBezTo>
                      <a:pt x="53901" y="12313"/>
                      <a:pt x="53927" y="12257"/>
                      <a:pt x="53979" y="12257"/>
                    </a:cubicBezTo>
                    <a:cubicBezTo>
                      <a:pt x="53998" y="12257"/>
                      <a:pt x="54020" y="12264"/>
                      <a:pt x="54045" y="12281"/>
                    </a:cubicBezTo>
                    <a:lnTo>
                      <a:pt x="54166" y="12311"/>
                    </a:lnTo>
                    <a:lnTo>
                      <a:pt x="54288" y="12341"/>
                    </a:lnTo>
                    <a:cubicBezTo>
                      <a:pt x="54348" y="12357"/>
                      <a:pt x="54409" y="12364"/>
                      <a:pt x="54470" y="12364"/>
                    </a:cubicBezTo>
                    <a:cubicBezTo>
                      <a:pt x="54531" y="12364"/>
                      <a:pt x="54592" y="12357"/>
                      <a:pt x="54652" y="12341"/>
                    </a:cubicBezTo>
                    <a:cubicBezTo>
                      <a:pt x="54713" y="12281"/>
                      <a:pt x="54713" y="12220"/>
                      <a:pt x="54652" y="12129"/>
                    </a:cubicBezTo>
                    <a:close/>
                    <a:moveTo>
                      <a:pt x="50492" y="12379"/>
                    </a:moveTo>
                    <a:cubicBezTo>
                      <a:pt x="50526" y="12379"/>
                      <a:pt x="50564" y="12387"/>
                      <a:pt x="50610" y="12402"/>
                    </a:cubicBezTo>
                    <a:cubicBezTo>
                      <a:pt x="50630" y="12402"/>
                      <a:pt x="50657" y="12399"/>
                      <a:pt x="50683" y="12399"/>
                    </a:cubicBezTo>
                    <a:cubicBezTo>
                      <a:pt x="50735" y="12399"/>
                      <a:pt x="50782" y="12412"/>
                      <a:pt x="50762" y="12493"/>
                    </a:cubicBezTo>
                    <a:lnTo>
                      <a:pt x="50762" y="12524"/>
                    </a:lnTo>
                    <a:cubicBezTo>
                      <a:pt x="50701" y="12585"/>
                      <a:pt x="50671" y="12676"/>
                      <a:pt x="50731" y="12737"/>
                    </a:cubicBezTo>
                    <a:cubicBezTo>
                      <a:pt x="50762" y="12767"/>
                      <a:pt x="50579" y="12828"/>
                      <a:pt x="50367" y="12889"/>
                    </a:cubicBezTo>
                    <a:lnTo>
                      <a:pt x="50154" y="12980"/>
                    </a:lnTo>
                    <a:cubicBezTo>
                      <a:pt x="50123" y="12980"/>
                      <a:pt x="50063" y="12645"/>
                      <a:pt x="49941" y="12554"/>
                    </a:cubicBezTo>
                    <a:cubicBezTo>
                      <a:pt x="49883" y="12496"/>
                      <a:pt x="49923" y="12475"/>
                      <a:pt x="49976" y="12475"/>
                    </a:cubicBezTo>
                    <a:cubicBezTo>
                      <a:pt x="50006" y="12475"/>
                      <a:pt x="50040" y="12482"/>
                      <a:pt x="50063" y="12493"/>
                    </a:cubicBezTo>
                    <a:cubicBezTo>
                      <a:pt x="50154" y="12493"/>
                      <a:pt x="50245" y="12493"/>
                      <a:pt x="50306" y="12433"/>
                    </a:cubicBezTo>
                    <a:lnTo>
                      <a:pt x="50397" y="12402"/>
                    </a:lnTo>
                    <a:cubicBezTo>
                      <a:pt x="50427" y="12387"/>
                      <a:pt x="50458" y="12379"/>
                      <a:pt x="50492" y="12379"/>
                    </a:cubicBezTo>
                    <a:close/>
                    <a:moveTo>
                      <a:pt x="48486" y="12425"/>
                    </a:moveTo>
                    <a:cubicBezTo>
                      <a:pt x="48498" y="12425"/>
                      <a:pt x="48507" y="12427"/>
                      <a:pt x="48512" y="12433"/>
                    </a:cubicBezTo>
                    <a:cubicBezTo>
                      <a:pt x="48543" y="12463"/>
                      <a:pt x="48543" y="12493"/>
                      <a:pt x="48573" y="12524"/>
                    </a:cubicBezTo>
                    <a:cubicBezTo>
                      <a:pt x="48600" y="12524"/>
                      <a:pt x="48771" y="12620"/>
                      <a:pt x="48830" y="12620"/>
                    </a:cubicBezTo>
                    <a:cubicBezTo>
                      <a:pt x="48838" y="12620"/>
                      <a:pt x="48843" y="12618"/>
                      <a:pt x="48847" y="12615"/>
                    </a:cubicBezTo>
                    <a:cubicBezTo>
                      <a:pt x="48938" y="12554"/>
                      <a:pt x="49029" y="12493"/>
                      <a:pt x="49120" y="12463"/>
                    </a:cubicBezTo>
                    <a:lnTo>
                      <a:pt x="49242" y="12554"/>
                    </a:lnTo>
                    <a:lnTo>
                      <a:pt x="49364" y="12676"/>
                    </a:lnTo>
                    <a:cubicBezTo>
                      <a:pt x="49440" y="12645"/>
                      <a:pt x="49508" y="12630"/>
                      <a:pt x="49557" y="12630"/>
                    </a:cubicBezTo>
                    <a:cubicBezTo>
                      <a:pt x="49607" y="12630"/>
                      <a:pt x="49637" y="12645"/>
                      <a:pt x="49637" y="12676"/>
                    </a:cubicBezTo>
                    <a:cubicBezTo>
                      <a:pt x="49607" y="12797"/>
                      <a:pt x="49485" y="12858"/>
                      <a:pt x="49364" y="12889"/>
                    </a:cubicBezTo>
                    <a:lnTo>
                      <a:pt x="49212" y="12889"/>
                    </a:lnTo>
                    <a:cubicBezTo>
                      <a:pt x="49151" y="12889"/>
                      <a:pt x="49090" y="12949"/>
                      <a:pt x="49060" y="13010"/>
                    </a:cubicBezTo>
                    <a:lnTo>
                      <a:pt x="48938" y="13010"/>
                    </a:lnTo>
                    <a:cubicBezTo>
                      <a:pt x="48816" y="13010"/>
                      <a:pt x="48816" y="12889"/>
                      <a:pt x="48816" y="12858"/>
                    </a:cubicBezTo>
                    <a:cubicBezTo>
                      <a:pt x="48816" y="12858"/>
                      <a:pt x="48756" y="12828"/>
                      <a:pt x="48725" y="12828"/>
                    </a:cubicBezTo>
                    <a:lnTo>
                      <a:pt x="48573" y="12767"/>
                    </a:lnTo>
                    <a:cubicBezTo>
                      <a:pt x="48482" y="12737"/>
                      <a:pt x="48361" y="12706"/>
                      <a:pt x="48239" y="12676"/>
                    </a:cubicBezTo>
                    <a:lnTo>
                      <a:pt x="48239" y="12676"/>
                    </a:lnTo>
                    <a:cubicBezTo>
                      <a:pt x="48269" y="12737"/>
                      <a:pt x="48330" y="12797"/>
                      <a:pt x="48391" y="12858"/>
                    </a:cubicBezTo>
                    <a:lnTo>
                      <a:pt x="48209" y="12949"/>
                    </a:lnTo>
                    <a:cubicBezTo>
                      <a:pt x="48133" y="12995"/>
                      <a:pt x="48049" y="13018"/>
                      <a:pt x="47965" y="13018"/>
                    </a:cubicBezTo>
                    <a:cubicBezTo>
                      <a:pt x="47882" y="13018"/>
                      <a:pt x="47798" y="12995"/>
                      <a:pt x="47722" y="12949"/>
                    </a:cubicBezTo>
                    <a:lnTo>
                      <a:pt x="47661" y="12919"/>
                    </a:lnTo>
                    <a:cubicBezTo>
                      <a:pt x="47653" y="12915"/>
                      <a:pt x="47644" y="12913"/>
                      <a:pt x="47633" y="12913"/>
                    </a:cubicBezTo>
                    <a:cubicBezTo>
                      <a:pt x="47569" y="12913"/>
                      <a:pt x="47475" y="12988"/>
                      <a:pt x="47449" y="13041"/>
                    </a:cubicBezTo>
                    <a:cubicBezTo>
                      <a:pt x="47449" y="13056"/>
                      <a:pt x="47395" y="13063"/>
                      <a:pt x="47316" y="13063"/>
                    </a:cubicBezTo>
                    <a:cubicBezTo>
                      <a:pt x="47236" y="13063"/>
                      <a:pt x="47129" y="13056"/>
                      <a:pt x="47023" y="13041"/>
                    </a:cubicBezTo>
                    <a:lnTo>
                      <a:pt x="47053" y="12767"/>
                    </a:lnTo>
                    <a:lnTo>
                      <a:pt x="47053" y="12737"/>
                    </a:lnTo>
                    <a:cubicBezTo>
                      <a:pt x="46975" y="12678"/>
                      <a:pt x="46973" y="12644"/>
                      <a:pt x="47022" y="12644"/>
                    </a:cubicBezTo>
                    <a:cubicBezTo>
                      <a:pt x="47048" y="12644"/>
                      <a:pt x="47091" y="12654"/>
                      <a:pt x="47145" y="12676"/>
                    </a:cubicBezTo>
                    <a:lnTo>
                      <a:pt x="47297" y="12706"/>
                    </a:lnTo>
                    <a:lnTo>
                      <a:pt x="47418" y="12737"/>
                    </a:lnTo>
                    <a:cubicBezTo>
                      <a:pt x="47509" y="12676"/>
                      <a:pt x="47722" y="12493"/>
                      <a:pt x="47813" y="12493"/>
                    </a:cubicBezTo>
                    <a:cubicBezTo>
                      <a:pt x="47905" y="12524"/>
                      <a:pt x="47935" y="12585"/>
                      <a:pt x="47905" y="12585"/>
                    </a:cubicBezTo>
                    <a:cubicBezTo>
                      <a:pt x="47955" y="12597"/>
                      <a:pt x="48005" y="12605"/>
                      <a:pt x="48056" y="12605"/>
                    </a:cubicBezTo>
                    <a:cubicBezTo>
                      <a:pt x="48127" y="12605"/>
                      <a:pt x="48198" y="12590"/>
                      <a:pt x="48269" y="12554"/>
                    </a:cubicBezTo>
                    <a:cubicBezTo>
                      <a:pt x="48319" y="12479"/>
                      <a:pt x="48431" y="12425"/>
                      <a:pt x="48486" y="12425"/>
                    </a:cubicBezTo>
                    <a:close/>
                    <a:moveTo>
                      <a:pt x="46810" y="12767"/>
                    </a:moveTo>
                    <a:cubicBezTo>
                      <a:pt x="46841" y="12767"/>
                      <a:pt x="46810" y="12828"/>
                      <a:pt x="46780" y="12858"/>
                    </a:cubicBezTo>
                    <a:lnTo>
                      <a:pt x="46719" y="12889"/>
                    </a:lnTo>
                    <a:cubicBezTo>
                      <a:pt x="46699" y="12899"/>
                      <a:pt x="46672" y="12899"/>
                      <a:pt x="46645" y="12899"/>
                    </a:cubicBezTo>
                    <a:lnTo>
                      <a:pt x="46645" y="12899"/>
                    </a:lnTo>
                    <a:cubicBezTo>
                      <a:pt x="46591" y="12899"/>
                      <a:pt x="46537" y="12899"/>
                      <a:pt x="46537" y="12980"/>
                    </a:cubicBezTo>
                    <a:lnTo>
                      <a:pt x="46537" y="13041"/>
                    </a:lnTo>
                    <a:cubicBezTo>
                      <a:pt x="46506" y="13071"/>
                      <a:pt x="46468" y="13086"/>
                      <a:pt x="46434" y="13086"/>
                    </a:cubicBezTo>
                    <a:cubicBezTo>
                      <a:pt x="46400" y="13086"/>
                      <a:pt x="46370" y="13071"/>
                      <a:pt x="46354" y="13041"/>
                    </a:cubicBezTo>
                    <a:lnTo>
                      <a:pt x="46324" y="12980"/>
                    </a:lnTo>
                    <a:lnTo>
                      <a:pt x="46263" y="12889"/>
                    </a:lnTo>
                    <a:cubicBezTo>
                      <a:pt x="46242" y="12846"/>
                      <a:pt x="46281" y="12803"/>
                      <a:pt x="46338" y="12803"/>
                    </a:cubicBezTo>
                    <a:cubicBezTo>
                      <a:pt x="46362" y="12803"/>
                      <a:pt x="46388" y="12810"/>
                      <a:pt x="46415" y="12828"/>
                    </a:cubicBezTo>
                    <a:cubicBezTo>
                      <a:pt x="46433" y="12840"/>
                      <a:pt x="46459" y="12845"/>
                      <a:pt x="46488" y="12845"/>
                    </a:cubicBezTo>
                    <a:cubicBezTo>
                      <a:pt x="46606" y="12845"/>
                      <a:pt x="46786" y="12767"/>
                      <a:pt x="46810" y="12767"/>
                    </a:cubicBezTo>
                    <a:close/>
                    <a:moveTo>
                      <a:pt x="43862" y="12714"/>
                    </a:moveTo>
                    <a:cubicBezTo>
                      <a:pt x="43946" y="12714"/>
                      <a:pt x="44029" y="12721"/>
                      <a:pt x="44105" y="12737"/>
                    </a:cubicBezTo>
                    <a:cubicBezTo>
                      <a:pt x="44155" y="12770"/>
                      <a:pt x="44196" y="12794"/>
                      <a:pt x="44238" y="12794"/>
                    </a:cubicBezTo>
                    <a:cubicBezTo>
                      <a:pt x="44272" y="12794"/>
                      <a:pt x="44307" y="12778"/>
                      <a:pt x="44348" y="12737"/>
                    </a:cubicBezTo>
                    <a:lnTo>
                      <a:pt x="44439" y="12737"/>
                    </a:lnTo>
                    <a:cubicBezTo>
                      <a:pt x="44561" y="12737"/>
                      <a:pt x="44713" y="12767"/>
                      <a:pt x="44865" y="12797"/>
                    </a:cubicBezTo>
                    <a:lnTo>
                      <a:pt x="44987" y="12858"/>
                    </a:lnTo>
                    <a:cubicBezTo>
                      <a:pt x="45078" y="12828"/>
                      <a:pt x="45199" y="12797"/>
                      <a:pt x="45291" y="12797"/>
                    </a:cubicBezTo>
                    <a:lnTo>
                      <a:pt x="45412" y="12737"/>
                    </a:lnTo>
                    <a:lnTo>
                      <a:pt x="45929" y="12737"/>
                    </a:lnTo>
                    <a:cubicBezTo>
                      <a:pt x="45990" y="12767"/>
                      <a:pt x="46020" y="12858"/>
                      <a:pt x="45929" y="13010"/>
                    </a:cubicBezTo>
                    <a:lnTo>
                      <a:pt x="45868" y="13041"/>
                    </a:lnTo>
                    <a:lnTo>
                      <a:pt x="45807" y="13071"/>
                    </a:lnTo>
                    <a:cubicBezTo>
                      <a:pt x="45655" y="13071"/>
                      <a:pt x="45503" y="13071"/>
                      <a:pt x="45351" y="13041"/>
                    </a:cubicBezTo>
                    <a:lnTo>
                      <a:pt x="45230" y="13041"/>
                    </a:lnTo>
                    <a:lnTo>
                      <a:pt x="45017" y="13010"/>
                    </a:lnTo>
                    <a:cubicBezTo>
                      <a:pt x="44962" y="13065"/>
                      <a:pt x="44901" y="13083"/>
                      <a:pt x="44850" y="13083"/>
                    </a:cubicBezTo>
                    <a:cubicBezTo>
                      <a:pt x="44789" y="13083"/>
                      <a:pt x="44743" y="13057"/>
                      <a:pt x="44743" y="13041"/>
                    </a:cubicBezTo>
                    <a:cubicBezTo>
                      <a:pt x="44737" y="13028"/>
                      <a:pt x="44722" y="13023"/>
                      <a:pt x="44701" y="13023"/>
                    </a:cubicBezTo>
                    <a:cubicBezTo>
                      <a:pt x="44631" y="13023"/>
                      <a:pt x="44498" y="13076"/>
                      <a:pt x="44415" y="13076"/>
                    </a:cubicBezTo>
                    <a:cubicBezTo>
                      <a:pt x="44402" y="13076"/>
                      <a:pt x="44389" y="13074"/>
                      <a:pt x="44379" y="13071"/>
                    </a:cubicBezTo>
                    <a:cubicBezTo>
                      <a:pt x="44227" y="13041"/>
                      <a:pt x="44075" y="13010"/>
                      <a:pt x="43923" y="13010"/>
                    </a:cubicBezTo>
                    <a:lnTo>
                      <a:pt x="43832" y="13071"/>
                    </a:lnTo>
                    <a:cubicBezTo>
                      <a:pt x="43767" y="13092"/>
                      <a:pt x="43672" y="13114"/>
                      <a:pt x="43579" y="13114"/>
                    </a:cubicBezTo>
                    <a:cubicBezTo>
                      <a:pt x="43541" y="13114"/>
                      <a:pt x="43502" y="13110"/>
                      <a:pt x="43467" y="13101"/>
                    </a:cubicBezTo>
                    <a:cubicBezTo>
                      <a:pt x="43376" y="13101"/>
                      <a:pt x="43284" y="12980"/>
                      <a:pt x="43193" y="12980"/>
                    </a:cubicBezTo>
                    <a:lnTo>
                      <a:pt x="43132" y="12980"/>
                    </a:lnTo>
                    <a:cubicBezTo>
                      <a:pt x="43110" y="12987"/>
                      <a:pt x="43087" y="12991"/>
                      <a:pt x="43065" y="12991"/>
                    </a:cubicBezTo>
                    <a:cubicBezTo>
                      <a:pt x="42999" y="12991"/>
                      <a:pt x="42942" y="12957"/>
                      <a:pt x="42920" y="12889"/>
                    </a:cubicBezTo>
                    <a:cubicBezTo>
                      <a:pt x="42920" y="12858"/>
                      <a:pt x="42920" y="12828"/>
                      <a:pt x="42950" y="12797"/>
                    </a:cubicBezTo>
                    <a:lnTo>
                      <a:pt x="42980" y="12797"/>
                    </a:lnTo>
                    <a:cubicBezTo>
                      <a:pt x="43008" y="12790"/>
                      <a:pt x="43040" y="12788"/>
                      <a:pt x="43074" y="12788"/>
                    </a:cubicBezTo>
                    <a:cubicBezTo>
                      <a:pt x="43134" y="12788"/>
                      <a:pt x="43199" y="12795"/>
                      <a:pt x="43251" y="12795"/>
                    </a:cubicBezTo>
                    <a:cubicBezTo>
                      <a:pt x="43298" y="12795"/>
                      <a:pt x="43334" y="12789"/>
                      <a:pt x="43345" y="12767"/>
                    </a:cubicBezTo>
                    <a:cubicBezTo>
                      <a:pt x="43373" y="12730"/>
                      <a:pt x="43401" y="12718"/>
                      <a:pt x="43429" y="12718"/>
                    </a:cubicBezTo>
                    <a:cubicBezTo>
                      <a:pt x="43476" y="12718"/>
                      <a:pt x="43523" y="12752"/>
                      <a:pt x="43570" y="12752"/>
                    </a:cubicBezTo>
                    <a:cubicBezTo>
                      <a:pt x="43586" y="12752"/>
                      <a:pt x="43602" y="12747"/>
                      <a:pt x="43619" y="12737"/>
                    </a:cubicBezTo>
                    <a:cubicBezTo>
                      <a:pt x="43695" y="12721"/>
                      <a:pt x="43778" y="12714"/>
                      <a:pt x="43862" y="12714"/>
                    </a:cubicBezTo>
                    <a:close/>
                    <a:moveTo>
                      <a:pt x="41886" y="12797"/>
                    </a:moveTo>
                    <a:cubicBezTo>
                      <a:pt x="41988" y="12797"/>
                      <a:pt x="42279" y="12903"/>
                      <a:pt x="42426" y="12903"/>
                    </a:cubicBezTo>
                    <a:cubicBezTo>
                      <a:pt x="42455" y="12903"/>
                      <a:pt x="42479" y="12899"/>
                      <a:pt x="42494" y="12889"/>
                    </a:cubicBezTo>
                    <a:cubicBezTo>
                      <a:pt x="42527" y="12872"/>
                      <a:pt x="42559" y="12865"/>
                      <a:pt x="42590" y="12865"/>
                    </a:cubicBezTo>
                    <a:cubicBezTo>
                      <a:pt x="42674" y="12865"/>
                      <a:pt x="42745" y="12921"/>
                      <a:pt x="42768" y="13010"/>
                    </a:cubicBezTo>
                    <a:lnTo>
                      <a:pt x="42646" y="13101"/>
                    </a:lnTo>
                    <a:lnTo>
                      <a:pt x="42525" y="13162"/>
                    </a:lnTo>
                    <a:cubicBezTo>
                      <a:pt x="42403" y="13132"/>
                      <a:pt x="42221" y="13010"/>
                      <a:pt x="42160" y="13010"/>
                    </a:cubicBezTo>
                    <a:cubicBezTo>
                      <a:pt x="42099" y="13010"/>
                      <a:pt x="42038" y="13010"/>
                      <a:pt x="42008" y="13041"/>
                    </a:cubicBezTo>
                    <a:lnTo>
                      <a:pt x="41947" y="13071"/>
                    </a:lnTo>
                    <a:cubicBezTo>
                      <a:pt x="41904" y="13092"/>
                      <a:pt x="41861" y="13114"/>
                      <a:pt x="41818" y="13114"/>
                    </a:cubicBezTo>
                    <a:cubicBezTo>
                      <a:pt x="41800" y="13114"/>
                      <a:pt x="41782" y="13110"/>
                      <a:pt x="41765" y="13101"/>
                    </a:cubicBezTo>
                    <a:lnTo>
                      <a:pt x="41704" y="13101"/>
                    </a:lnTo>
                    <a:cubicBezTo>
                      <a:pt x="41673" y="13041"/>
                      <a:pt x="41704" y="12919"/>
                      <a:pt x="41734" y="12858"/>
                    </a:cubicBezTo>
                    <a:lnTo>
                      <a:pt x="41825" y="12828"/>
                    </a:lnTo>
                    <a:lnTo>
                      <a:pt x="41886" y="12797"/>
                    </a:lnTo>
                    <a:close/>
                    <a:moveTo>
                      <a:pt x="40321" y="12764"/>
                    </a:moveTo>
                    <a:cubicBezTo>
                      <a:pt x="40422" y="12764"/>
                      <a:pt x="40516" y="12790"/>
                      <a:pt x="40610" y="12828"/>
                    </a:cubicBezTo>
                    <a:cubicBezTo>
                      <a:pt x="40640" y="12843"/>
                      <a:pt x="40670" y="12851"/>
                      <a:pt x="40701" y="12851"/>
                    </a:cubicBezTo>
                    <a:cubicBezTo>
                      <a:pt x="40731" y="12851"/>
                      <a:pt x="40762" y="12843"/>
                      <a:pt x="40792" y="12828"/>
                    </a:cubicBezTo>
                    <a:lnTo>
                      <a:pt x="41035" y="12767"/>
                    </a:lnTo>
                    <a:cubicBezTo>
                      <a:pt x="41309" y="12858"/>
                      <a:pt x="41370" y="13010"/>
                      <a:pt x="41309" y="13041"/>
                    </a:cubicBezTo>
                    <a:cubicBezTo>
                      <a:pt x="41248" y="13071"/>
                      <a:pt x="41370" y="13223"/>
                      <a:pt x="41278" y="13253"/>
                    </a:cubicBezTo>
                    <a:cubicBezTo>
                      <a:pt x="41187" y="13253"/>
                      <a:pt x="41005" y="13071"/>
                      <a:pt x="40914" y="13010"/>
                    </a:cubicBezTo>
                    <a:cubicBezTo>
                      <a:pt x="40900" y="13007"/>
                      <a:pt x="40886" y="13005"/>
                      <a:pt x="40872" y="13005"/>
                    </a:cubicBezTo>
                    <a:cubicBezTo>
                      <a:pt x="40759" y="13005"/>
                      <a:pt x="40630" y="13101"/>
                      <a:pt x="40549" y="13101"/>
                    </a:cubicBezTo>
                    <a:cubicBezTo>
                      <a:pt x="40458" y="13101"/>
                      <a:pt x="40336" y="13071"/>
                      <a:pt x="40245" y="13010"/>
                    </a:cubicBezTo>
                    <a:lnTo>
                      <a:pt x="40093" y="13101"/>
                    </a:lnTo>
                    <a:cubicBezTo>
                      <a:pt x="40054" y="13127"/>
                      <a:pt x="40010" y="13136"/>
                      <a:pt x="39966" y="13136"/>
                    </a:cubicBezTo>
                    <a:cubicBezTo>
                      <a:pt x="39904" y="13136"/>
                      <a:pt x="39842" y="13119"/>
                      <a:pt x="39789" y="13101"/>
                    </a:cubicBezTo>
                    <a:lnTo>
                      <a:pt x="39759" y="13042"/>
                    </a:lnTo>
                    <a:lnTo>
                      <a:pt x="39759" y="13042"/>
                    </a:lnTo>
                    <a:cubicBezTo>
                      <a:pt x="39786" y="12990"/>
                      <a:pt x="39828" y="12898"/>
                      <a:pt x="39880" y="12767"/>
                    </a:cubicBezTo>
                    <a:lnTo>
                      <a:pt x="39911" y="12767"/>
                    </a:lnTo>
                    <a:cubicBezTo>
                      <a:pt x="39944" y="12817"/>
                      <a:pt x="39977" y="12840"/>
                      <a:pt x="40016" y="12840"/>
                    </a:cubicBezTo>
                    <a:cubicBezTo>
                      <a:pt x="40047" y="12840"/>
                      <a:pt x="40082" y="12825"/>
                      <a:pt x="40123" y="12797"/>
                    </a:cubicBezTo>
                    <a:cubicBezTo>
                      <a:pt x="40193" y="12774"/>
                      <a:pt x="40258" y="12764"/>
                      <a:pt x="40321" y="12764"/>
                    </a:cubicBezTo>
                    <a:close/>
                    <a:moveTo>
                      <a:pt x="39108" y="12877"/>
                    </a:moveTo>
                    <a:cubicBezTo>
                      <a:pt x="39195" y="12877"/>
                      <a:pt x="39282" y="12889"/>
                      <a:pt x="39363" y="12889"/>
                    </a:cubicBezTo>
                    <a:cubicBezTo>
                      <a:pt x="39395" y="12889"/>
                      <a:pt x="39424" y="12891"/>
                      <a:pt x="39452" y="12895"/>
                    </a:cubicBezTo>
                    <a:lnTo>
                      <a:pt x="39452" y="12895"/>
                    </a:lnTo>
                    <a:cubicBezTo>
                      <a:pt x="39414" y="12916"/>
                      <a:pt x="39374" y="12945"/>
                      <a:pt x="39333" y="12980"/>
                    </a:cubicBezTo>
                    <a:lnTo>
                      <a:pt x="39120" y="13101"/>
                    </a:lnTo>
                    <a:cubicBezTo>
                      <a:pt x="39114" y="13107"/>
                      <a:pt x="39106" y="13110"/>
                      <a:pt x="39095" y="13110"/>
                    </a:cubicBezTo>
                    <a:cubicBezTo>
                      <a:pt x="39053" y="13110"/>
                      <a:pt x="38980" y="13071"/>
                      <a:pt x="38907" y="13071"/>
                    </a:cubicBezTo>
                    <a:cubicBezTo>
                      <a:pt x="38899" y="13062"/>
                      <a:pt x="38890" y="13058"/>
                      <a:pt x="38881" y="13058"/>
                    </a:cubicBezTo>
                    <a:cubicBezTo>
                      <a:pt x="38859" y="13058"/>
                      <a:pt x="38838" y="13080"/>
                      <a:pt x="38816" y="13101"/>
                    </a:cubicBezTo>
                    <a:lnTo>
                      <a:pt x="38816" y="13132"/>
                    </a:lnTo>
                    <a:cubicBezTo>
                      <a:pt x="38683" y="13176"/>
                      <a:pt x="38549" y="13204"/>
                      <a:pt x="38416" y="13204"/>
                    </a:cubicBezTo>
                    <a:cubicBezTo>
                      <a:pt x="38367" y="13204"/>
                      <a:pt x="38318" y="13201"/>
                      <a:pt x="38269" y="13192"/>
                    </a:cubicBezTo>
                    <a:lnTo>
                      <a:pt x="38026" y="13284"/>
                    </a:lnTo>
                    <a:cubicBezTo>
                      <a:pt x="37996" y="13284"/>
                      <a:pt x="37935" y="13223"/>
                      <a:pt x="37935" y="13192"/>
                    </a:cubicBezTo>
                    <a:cubicBezTo>
                      <a:pt x="37922" y="13167"/>
                      <a:pt x="37898" y="13157"/>
                      <a:pt x="37868" y="13157"/>
                    </a:cubicBezTo>
                    <a:cubicBezTo>
                      <a:pt x="37827" y="13157"/>
                      <a:pt x="37775" y="13175"/>
                      <a:pt x="37722" y="13192"/>
                    </a:cubicBezTo>
                    <a:lnTo>
                      <a:pt x="37631" y="13223"/>
                    </a:lnTo>
                    <a:lnTo>
                      <a:pt x="37509" y="13223"/>
                    </a:lnTo>
                    <a:cubicBezTo>
                      <a:pt x="37418" y="13192"/>
                      <a:pt x="37296" y="13132"/>
                      <a:pt x="37205" y="13041"/>
                    </a:cubicBezTo>
                    <a:cubicBezTo>
                      <a:pt x="37212" y="13034"/>
                      <a:pt x="37233" y="13031"/>
                      <a:pt x="37262" y="13031"/>
                    </a:cubicBezTo>
                    <a:cubicBezTo>
                      <a:pt x="37315" y="13031"/>
                      <a:pt x="37394" y="13038"/>
                      <a:pt x="37467" y="13038"/>
                    </a:cubicBezTo>
                    <a:cubicBezTo>
                      <a:pt x="37534" y="13038"/>
                      <a:pt x="37597" y="13033"/>
                      <a:pt x="37631" y="13010"/>
                    </a:cubicBezTo>
                    <a:cubicBezTo>
                      <a:pt x="37656" y="12960"/>
                      <a:pt x="37721" y="12911"/>
                      <a:pt x="37794" y="12911"/>
                    </a:cubicBezTo>
                    <a:cubicBezTo>
                      <a:pt x="37810" y="12911"/>
                      <a:pt x="37827" y="12913"/>
                      <a:pt x="37844" y="12919"/>
                    </a:cubicBezTo>
                    <a:cubicBezTo>
                      <a:pt x="37904" y="12949"/>
                      <a:pt x="37935" y="12980"/>
                      <a:pt x="37996" y="12980"/>
                    </a:cubicBezTo>
                    <a:lnTo>
                      <a:pt x="38786" y="12980"/>
                    </a:lnTo>
                    <a:cubicBezTo>
                      <a:pt x="38887" y="12895"/>
                      <a:pt x="38998" y="12877"/>
                      <a:pt x="39108" y="12877"/>
                    </a:cubicBezTo>
                    <a:close/>
                    <a:moveTo>
                      <a:pt x="35503" y="13010"/>
                    </a:moveTo>
                    <a:cubicBezTo>
                      <a:pt x="35625" y="13041"/>
                      <a:pt x="35716" y="13071"/>
                      <a:pt x="35777" y="13132"/>
                    </a:cubicBezTo>
                    <a:cubicBezTo>
                      <a:pt x="35807" y="13162"/>
                      <a:pt x="35746" y="13223"/>
                      <a:pt x="35716" y="13223"/>
                    </a:cubicBezTo>
                    <a:cubicBezTo>
                      <a:pt x="35594" y="13223"/>
                      <a:pt x="35473" y="13223"/>
                      <a:pt x="35351" y="13192"/>
                    </a:cubicBezTo>
                    <a:lnTo>
                      <a:pt x="35260" y="13253"/>
                    </a:lnTo>
                    <a:cubicBezTo>
                      <a:pt x="35206" y="13280"/>
                      <a:pt x="35224" y="13380"/>
                      <a:pt x="35143" y="13380"/>
                    </a:cubicBezTo>
                    <a:cubicBezTo>
                      <a:pt x="35133" y="13380"/>
                      <a:pt x="35121" y="13378"/>
                      <a:pt x="35108" y="13375"/>
                    </a:cubicBezTo>
                    <a:lnTo>
                      <a:pt x="35017" y="13344"/>
                    </a:lnTo>
                    <a:cubicBezTo>
                      <a:pt x="34956" y="13253"/>
                      <a:pt x="35047" y="13132"/>
                      <a:pt x="35260" y="13101"/>
                    </a:cubicBezTo>
                    <a:lnTo>
                      <a:pt x="35412" y="13041"/>
                    </a:lnTo>
                    <a:lnTo>
                      <a:pt x="35503" y="13010"/>
                    </a:lnTo>
                    <a:close/>
                    <a:moveTo>
                      <a:pt x="78391" y="12706"/>
                    </a:moveTo>
                    <a:cubicBezTo>
                      <a:pt x="78483" y="12737"/>
                      <a:pt x="78604" y="12797"/>
                      <a:pt x="78635" y="12919"/>
                    </a:cubicBezTo>
                    <a:cubicBezTo>
                      <a:pt x="78635" y="12927"/>
                      <a:pt x="78637" y="12937"/>
                      <a:pt x="78642" y="12948"/>
                    </a:cubicBezTo>
                    <a:lnTo>
                      <a:pt x="78642" y="12948"/>
                    </a:lnTo>
                    <a:cubicBezTo>
                      <a:pt x="78716" y="12934"/>
                      <a:pt x="78797" y="12927"/>
                      <a:pt x="78878" y="12927"/>
                    </a:cubicBezTo>
                    <a:cubicBezTo>
                      <a:pt x="78961" y="12927"/>
                      <a:pt x="79045" y="12934"/>
                      <a:pt x="79121" y="12949"/>
                    </a:cubicBezTo>
                    <a:lnTo>
                      <a:pt x="79273" y="13010"/>
                    </a:lnTo>
                    <a:lnTo>
                      <a:pt x="79364" y="13041"/>
                    </a:lnTo>
                    <a:cubicBezTo>
                      <a:pt x="79388" y="13058"/>
                      <a:pt x="79368" y="13066"/>
                      <a:pt x="79321" y="13066"/>
                    </a:cubicBezTo>
                    <a:cubicBezTo>
                      <a:pt x="79196" y="13066"/>
                      <a:pt x="78877" y="13015"/>
                      <a:pt x="78654" y="12972"/>
                    </a:cubicBezTo>
                    <a:lnTo>
                      <a:pt x="78654" y="12972"/>
                    </a:lnTo>
                    <a:cubicBezTo>
                      <a:pt x="78694" y="13038"/>
                      <a:pt x="78792" y="13130"/>
                      <a:pt x="78908" y="13223"/>
                    </a:cubicBezTo>
                    <a:lnTo>
                      <a:pt x="78878" y="13223"/>
                    </a:lnTo>
                    <a:cubicBezTo>
                      <a:pt x="78919" y="13247"/>
                      <a:pt x="78944" y="13254"/>
                      <a:pt x="78960" y="13254"/>
                    </a:cubicBezTo>
                    <a:cubicBezTo>
                      <a:pt x="78981" y="13254"/>
                      <a:pt x="78986" y="13242"/>
                      <a:pt x="78988" y="13242"/>
                    </a:cubicBezTo>
                    <a:cubicBezTo>
                      <a:pt x="78989" y="13242"/>
                      <a:pt x="78988" y="13256"/>
                      <a:pt x="78999" y="13314"/>
                    </a:cubicBezTo>
                    <a:lnTo>
                      <a:pt x="78999" y="13375"/>
                    </a:lnTo>
                    <a:cubicBezTo>
                      <a:pt x="78999" y="13405"/>
                      <a:pt x="79121" y="13436"/>
                      <a:pt x="78999" y="13496"/>
                    </a:cubicBezTo>
                    <a:cubicBezTo>
                      <a:pt x="78939" y="13496"/>
                      <a:pt x="78908" y="13466"/>
                      <a:pt x="78878" y="13436"/>
                    </a:cubicBezTo>
                    <a:lnTo>
                      <a:pt x="78787" y="13375"/>
                    </a:lnTo>
                    <a:cubicBezTo>
                      <a:pt x="78726" y="13284"/>
                      <a:pt x="78665" y="13162"/>
                      <a:pt x="78635" y="13071"/>
                    </a:cubicBezTo>
                    <a:lnTo>
                      <a:pt x="78635" y="12980"/>
                    </a:lnTo>
                    <a:lnTo>
                      <a:pt x="78635" y="12968"/>
                    </a:lnTo>
                    <a:lnTo>
                      <a:pt x="78635" y="12968"/>
                    </a:lnTo>
                    <a:cubicBezTo>
                      <a:pt x="78641" y="12969"/>
                      <a:pt x="78647" y="12971"/>
                      <a:pt x="78654" y="12972"/>
                    </a:cubicBezTo>
                    <a:lnTo>
                      <a:pt x="78654" y="12972"/>
                    </a:lnTo>
                    <a:cubicBezTo>
                      <a:pt x="78649" y="12963"/>
                      <a:pt x="78645" y="12955"/>
                      <a:pt x="78642" y="12948"/>
                    </a:cubicBezTo>
                    <a:lnTo>
                      <a:pt x="78642" y="12948"/>
                    </a:lnTo>
                    <a:cubicBezTo>
                      <a:pt x="78639" y="12948"/>
                      <a:pt x="78637" y="12949"/>
                      <a:pt x="78635" y="12949"/>
                    </a:cubicBezTo>
                    <a:lnTo>
                      <a:pt x="78635" y="12968"/>
                    </a:lnTo>
                    <a:lnTo>
                      <a:pt x="78635" y="12968"/>
                    </a:lnTo>
                    <a:cubicBezTo>
                      <a:pt x="78522" y="12946"/>
                      <a:pt x="78438" y="12927"/>
                      <a:pt x="78422" y="12919"/>
                    </a:cubicBezTo>
                    <a:cubicBezTo>
                      <a:pt x="78391" y="12889"/>
                      <a:pt x="78361" y="12828"/>
                      <a:pt x="78361" y="12828"/>
                    </a:cubicBezTo>
                    <a:cubicBezTo>
                      <a:pt x="78300" y="12889"/>
                      <a:pt x="78239" y="12949"/>
                      <a:pt x="78148" y="12980"/>
                    </a:cubicBezTo>
                    <a:cubicBezTo>
                      <a:pt x="78148" y="12980"/>
                      <a:pt x="78027" y="12949"/>
                      <a:pt x="78027" y="12949"/>
                    </a:cubicBezTo>
                    <a:lnTo>
                      <a:pt x="78027" y="12858"/>
                    </a:lnTo>
                    <a:cubicBezTo>
                      <a:pt x="78088" y="12797"/>
                      <a:pt x="78179" y="12767"/>
                      <a:pt x="78270" y="12737"/>
                    </a:cubicBezTo>
                    <a:lnTo>
                      <a:pt x="78391" y="12706"/>
                    </a:lnTo>
                    <a:close/>
                    <a:moveTo>
                      <a:pt x="34424" y="13664"/>
                    </a:moveTo>
                    <a:cubicBezTo>
                      <a:pt x="34492" y="13664"/>
                      <a:pt x="34561" y="13679"/>
                      <a:pt x="34622" y="13709"/>
                    </a:cubicBezTo>
                    <a:lnTo>
                      <a:pt x="34591" y="13861"/>
                    </a:lnTo>
                    <a:cubicBezTo>
                      <a:pt x="34591" y="13892"/>
                      <a:pt x="34561" y="13952"/>
                      <a:pt x="34530" y="13983"/>
                    </a:cubicBezTo>
                    <a:cubicBezTo>
                      <a:pt x="34470" y="13952"/>
                      <a:pt x="34348" y="13740"/>
                      <a:pt x="34287" y="13740"/>
                    </a:cubicBezTo>
                    <a:cubicBezTo>
                      <a:pt x="34261" y="13749"/>
                      <a:pt x="34236" y="13752"/>
                      <a:pt x="34217" y="13752"/>
                    </a:cubicBezTo>
                    <a:cubicBezTo>
                      <a:pt x="34171" y="13752"/>
                      <a:pt x="34153" y="13731"/>
                      <a:pt x="34196" y="13709"/>
                    </a:cubicBezTo>
                    <a:lnTo>
                      <a:pt x="34227" y="13709"/>
                    </a:lnTo>
                    <a:cubicBezTo>
                      <a:pt x="34287" y="13679"/>
                      <a:pt x="34356" y="13664"/>
                      <a:pt x="34424" y="13664"/>
                    </a:cubicBezTo>
                    <a:close/>
                    <a:moveTo>
                      <a:pt x="75018" y="13983"/>
                    </a:moveTo>
                    <a:cubicBezTo>
                      <a:pt x="75109" y="13983"/>
                      <a:pt x="75230" y="14013"/>
                      <a:pt x="75230" y="14074"/>
                    </a:cubicBezTo>
                    <a:lnTo>
                      <a:pt x="75230" y="14135"/>
                    </a:lnTo>
                    <a:cubicBezTo>
                      <a:pt x="75230" y="14165"/>
                      <a:pt x="75109" y="14165"/>
                      <a:pt x="75018" y="14165"/>
                    </a:cubicBezTo>
                    <a:lnTo>
                      <a:pt x="75018" y="14196"/>
                    </a:lnTo>
                    <a:cubicBezTo>
                      <a:pt x="74926" y="14165"/>
                      <a:pt x="74896" y="13983"/>
                      <a:pt x="75018" y="13983"/>
                    </a:cubicBezTo>
                    <a:close/>
                    <a:moveTo>
                      <a:pt x="77531" y="13958"/>
                    </a:moveTo>
                    <a:cubicBezTo>
                      <a:pt x="77580" y="13958"/>
                      <a:pt x="77610" y="13966"/>
                      <a:pt x="77601" y="13983"/>
                    </a:cubicBezTo>
                    <a:cubicBezTo>
                      <a:pt x="77582" y="14020"/>
                      <a:pt x="77540" y="14046"/>
                      <a:pt x="77482" y="14046"/>
                    </a:cubicBezTo>
                    <a:cubicBezTo>
                      <a:pt x="77446" y="14046"/>
                      <a:pt x="77404" y="14036"/>
                      <a:pt x="77358" y="14013"/>
                    </a:cubicBezTo>
                    <a:lnTo>
                      <a:pt x="77297" y="14135"/>
                    </a:lnTo>
                    <a:cubicBezTo>
                      <a:pt x="77267" y="14196"/>
                      <a:pt x="77206" y="14287"/>
                      <a:pt x="77145" y="14317"/>
                    </a:cubicBezTo>
                    <a:lnTo>
                      <a:pt x="77084" y="14317"/>
                    </a:lnTo>
                    <a:cubicBezTo>
                      <a:pt x="76932" y="14256"/>
                      <a:pt x="76932" y="14135"/>
                      <a:pt x="77054" y="14074"/>
                    </a:cubicBezTo>
                    <a:cubicBezTo>
                      <a:pt x="77142" y="14008"/>
                      <a:pt x="77403" y="13958"/>
                      <a:pt x="77531" y="13958"/>
                    </a:cubicBezTo>
                    <a:close/>
                    <a:moveTo>
                      <a:pt x="69668" y="13800"/>
                    </a:moveTo>
                    <a:cubicBezTo>
                      <a:pt x="69729" y="13800"/>
                      <a:pt x="69759" y="13831"/>
                      <a:pt x="69820" y="13861"/>
                    </a:cubicBezTo>
                    <a:lnTo>
                      <a:pt x="69820" y="13983"/>
                    </a:lnTo>
                    <a:lnTo>
                      <a:pt x="70093" y="13922"/>
                    </a:lnTo>
                    <a:lnTo>
                      <a:pt x="70093" y="14013"/>
                    </a:lnTo>
                    <a:lnTo>
                      <a:pt x="69911" y="14044"/>
                    </a:lnTo>
                    <a:cubicBezTo>
                      <a:pt x="69796" y="14215"/>
                      <a:pt x="69520" y="14441"/>
                      <a:pt x="69412" y="14441"/>
                    </a:cubicBezTo>
                    <a:cubicBezTo>
                      <a:pt x="69406" y="14441"/>
                      <a:pt x="69400" y="14440"/>
                      <a:pt x="69394" y="14439"/>
                    </a:cubicBezTo>
                    <a:cubicBezTo>
                      <a:pt x="69334" y="14378"/>
                      <a:pt x="69364" y="14317"/>
                      <a:pt x="69516" y="14256"/>
                    </a:cubicBezTo>
                    <a:lnTo>
                      <a:pt x="69486" y="14256"/>
                    </a:lnTo>
                    <a:cubicBezTo>
                      <a:pt x="69638" y="14196"/>
                      <a:pt x="69607" y="13892"/>
                      <a:pt x="69546" y="13861"/>
                    </a:cubicBezTo>
                    <a:lnTo>
                      <a:pt x="69668" y="13800"/>
                    </a:lnTo>
                    <a:close/>
                    <a:moveTo>
                      <a:pt x="8937" y="14089"/>
                    </a:moveTo>
                    <a:cubicBezTo>
                      <a:pt x="8968" y="14089"/>
                      <a:pt x="8998" y="14104"/>
                      <a:pt x="9028" y="14135"/>
                    </a:cubicBezTo>
                    <a:lnTo>
                      <a:pt x="9028" y="14165"/>
                    </a:lnTo>
                    <a:lnTo>
                      <a:pt x="9059" y="14196"/>
                    </a:lnTo>
                    <a:cubicBezTo>
                      <a:pt x="9059" y="14223"/>
                      <a:pt x="9071" y="14238"/>
                      <a:pt x="9096" y="14238"/>
                    </a:cubicBezTo>
                    <a:cubicBezTo>
                      <a:pt x="9126" y="14238"/>
                      <a:pt x="9174" y="14215"/>
                      <a:pt x="9241" y="14165"/>
                    </a:cubicBezTo>
                    <a:lnTo>
                      <a:pt x="9424" y="14165"/>
                    </a:lnTo>
                    <a:cubicBezTo>
                      <a:pt x="9545" y="14226"/>
                      <a:pt x="9576" y="14287"/>
                      <a:pt x="9484" y="14317"/>
                    </a:cubicBezTo>
                    <a:lnTo>
                      <a:pt x="9484" y="14348"/>
                    </a:lnTo>
                    <a:cubicBezTo>
                      <a:pt x="9436" y="14460"/>
                      <a:pt x="9380" y="14496"/>
                      <a:pt x="9314" y="14496"/>
                    </a:cubicBezTo>
                    <a:cubicBezTo>
                      <a:pt x="9256" y="14496"/>
                      <a:pt x="9191" y="14467"/>
                      <a:pt x="9120" y="14439"/>
                    </a:cubicBezTo>
                    <a:lnTo>
                      <a:pt x="8907" y="14317"/>
                    </a:lnTo>
                    <a:cubicBezTo>
                      <a:pt x="8907" y="14422"/>
                      <a:pt x="8776" y="14455"/>
                      <a:pt x="8675" y="14455"/>
                    </a:cubicBezTo>
                    <a:cubicBezTo>
                      <a:pt x="8630" y="14455"/>
                      <a:pt x="8591" y="14448"/>
                      <a:pt x="8573" y="14439"/>
                    </a:cubicBezTo>
                    <a:cubicBezTo>
                      <a:pt x="8481" y="14378"/>
                      <a:pt x="8451" y="14348"/>
                      <a:pt x="8542" y="14348"/>
                    </a:cubicBezTo>
                    <a:cubicBezTo>
                      <a:pt x="8603" y="14348"/>
                      <a:pt x="8785" y="14287"/>
                      <a:pt x="8816" y="14196"/>
                    </a:cubicBezTo>
                    <a:lnTo>
                      <a:pt x="8846" y="14165"/>
                    </a:lnTo>
                    <a:lnTo>
                      <a:pt x="8846" y="14135"/>
                    </a:lnTo>
                    <a:cubicBezTo>
                      <a:pt x="8876" y="14104"/>
                      <a:pt x="8907" y="14089"/>
                      <a:pt x="8937" y="14089"/>
                    </a:cubicBezTo>
                    <a:close/>
                    <a:moveTo>
                      <a:pt x="78452" y="14682"/>
                    </a:moveTo>
                    <a:cubicBezTo>
                      <a:pt x="78476" y="14741"/>
                      <a:pt x="78500" y="14806"/>
                      <a:pt x="78522" y="14871"/>
                    </a:cubicBezTo>
                    <a:lnTo>
                      <a:pt x="78522" y="14871"/>
                    </a:lnTo>
                    <a:cubicBezTo>
                      <a:pt x="78599" y="14812"/>
                      <a:pt x="78660" y="14766"/>
                      <a:pt x="78695" y="14743"/>
                    </a:cubicBezTo>
                    <a:lnTo>
                      <a:pt x="78695" y="14895"/>
                    </a:lnTo>
                    <a:cubicBezTo>
                      <a:pt x="78655" y="14956"/>
                      <a:pt x="78614" y="15003"/>
                      <a:pt x="78573" y="15037"/>
                    </a:cubicBezTo>
                    <a:lnTo>
                      <a:pt x="78573" y="15037"/>
                    </a:lnTo>
                    <a:cubicBezTo>
                      <a:pt x="78558" y="14983"/>
                      <a:pt x="78541" y="14927"/>
                      <a:pt x="78522" y="14871"/>
                    </a:cubicBezTo>
                    <a:lnTo>
                      <a:pt x="78522" y="14871"/>
                    </a:lnTo>
                    <a:cubicBezTo>
                      <a:pt x="78472" y="14910"/>
                      <a:pt x="78415" y="14955"/>
                      <a:pt x="78356" y="15003"/>
                    </a:cubicBezTo>
                    <a:lnTo>
                      <a:pt x="78356" y="15003"/>
                    </a:lnTo>
                    <a:cubicBezTo>
                      <a:pt x="78218" y="14976"/>
                      <a:pt x="78062" y="14943"/>
                      <a:pt x="77905" y="14864"/>
                    </a:cubicBezTo>
                    <a:lnTo>
                      <a:pt x="77692" y="14834"/>
                    </a:lnTo>
                    <a:cubicBezTo>
                      <a:pt x="77692" y="14803"/>
                      <a:pt x="77692" y="14743"/>
                      <a:pt x="77692" y="14712"/>
                    </a:cubicBezTo>
                    <a:cubicBezTo>
                      <a:pt x="77753" y="14682"/>
                      <a:pt x="77784" y="14682"/>
                      <a:pt x="77844" y="14682"/>
                    </a:cubicBezTo>
                    <a:cubicBezTo>
                      <a:pt x="77875" y="14712"/>
                      <a:pt x="77936" y="14773"/>
                      <a:pt x="77966" y="14803"/>
                    </a:cubicBezTo>
                    <a:cubicBezTo>
                      <a:pt x="78088" y="14834"/>
                      <a:pt x="78179" y="14834"/>
                      <a:pt x="78270" y="14864"/>
                    </a:cubicBezTo>
                    <a:cubicBezTo>
                      <a:pt x="78284" y="14867"/>
                      <a:pt x="78296" y="14868"/>
                      <a:pt x="78306" y="14868"/>
                    </a:cubicBezTo>
                    <a:cubicBezTo>
                      <a:pt x="78412" y="14868"/>
                      <a:pt x="78367" y="14740"/>
                      <a:pt x="78422" y="14712"/>
                    </a:cubicBezTo>
                    <a:lnTo>
                      <a:pt x="78452" y="14682"/>
                    </a:lnTo>
                    <a:close/>
                    <a:moveTo>
                      <a:pt x="71248" y="15138"/>
                    </a:moveTo>
                    <a:cubicBezTo>
                      <a:pt x="71309" y="15168"/>
                      <a:pt x="71340" y="15259"/>
                      <a:pt x="71309" y="15320"/>
                    </a:cubicBezTo>
                    <a:cubicBezTo>
                      <a:pt x="71279" y="15381"/>
                      <a:pt x="71431" y="15472"/>
                      <a:pt x="71461" y="15503"/>
                    </a:cubicBezTo>
                    <a:lnTo>
                      <a:pt x="71431" y="15533"/>
                    </a:lnTo>
                    <a:lnTo>
                      <a:pt x="71370" y="15594"/>
                    </a:lnTo>
                    <a:cubicBezTo>
                      <a:pt x="71400" y="15685"/>
                      <a:pt x="71431" y="15746"/>
                      <a:pt x="71492" y="15837"/>
                    </a:cubicBezTo>
                    <a:lnTo>
                      <a:pt x="71400" y="15867"/>
                    </a:lnTo>
                    <a:cubicBezTo>
                      <a:pt x="71340" y="15867"/>
                      <a:pt x="71248" y="15837"/>
                      <a:pt x="71218" y="15806"/>
                    </a:cubicBezTo>
                    <a:lnTo>
                      <a:pt x="71127" y="15715"/>
                    </a:lnTo>
                    <a:cubicBezTo>
                      <a:pt x="71088" y="15741"/>
                      <a:pt x="71055" y="15750"/>
                      <a:pt x="71028" y="15750"/>
                    </a:cubicBezTo>
                    <a:cubicBezTo>
                      <a:pt x="70990" y="15750"/>
                      <a:pt x="70962" y="15733"/>
                      <a:pt x="70945" y="15715"/>
                    </a:cubicBezTo>
                    <a:lnTo>
                      <a:pt x="71036" y="15594"/>
                    </a:lnTo>
                    <a:cubicBezTo>
                      <a:pt x="70975" y="15503"/>
                      <a:pt x="70884" y="15381"/>
                      <a:pt x="70823" y="15290"/>
                    </a:cubicBezTo>
                    <a:lnTo>
                      <a:pt x="70853" y="15259"/>
                    </a:lnTo>
                    <a:lnTo>
                      <a:pt x="70884" y="15199"/>
                    </a:lnTo>
                    <a:cubicBezTo>
                      <a:pt x="70908" y="15207"/>
                      <a:pt x="70933" y="15211"/>
                      <a:pt x="70957" y="15211"/>
                    </a:cubicBezTo>
                    <a:cubicBezTo>
                      <a:pt x="71024" y="15211"/>
                      <a:pt x="71091" y="15182"/>
                      <a:pt x="71157" y="15138"/>
                    </a:cubicBezTo>
                    <a:close/>
                    <a:moveTo>
                      <a:pt x="69090" y="15685"/>
                    </a:moveTo>
                    <a:cubicBezTo>
                      <a:pt x="69182" y="15685"/>
                      <a:pt x="69303" y="15746"/>
                      <a:pt x="69090" y="15806"/>
                    </a:cubicBezTo>
                    <a:lnTo>
                      <a:pt x="69151" y="16050"/>
                    </a:lnTo>
                    <a:cubicBezTo>
                      <a:pt x="69151" y="16080"/>
                      <a:pt x="69060" y="16110"/>
                      <a:pt x="68999" y="16141"/>
                    </a:cubicBezTo>
                    <a:lnTo>
                      <a:pt x="68908" y="16141"/>
                    </a:lnTo>
                    <a:cubicBezTo>
                      <a:pt x="68878" y="16110"/>
                      <a:pt x="68878" y="16080"/>
                      <a:pt x="68878" y="16080"/>
                    </a:cubicBezTo>
                    <a:lnTo>
                      <a:pt x="68969" y="15928"/>
                    </a:lnTo>
                    <a:cubicBezTo>
                      <a:pt x="68908" y="15776"/>
                      <a:pt x="68969" y="15685"/>
                      <a:pt x="69090" y="15685"/>
                    </a:cubicBezTo>
                    <a:close/>
                    <a:moveTo>
                      <a:pt x="67935" y="15746"/>
                    </a:moveTo>
                    <a:lnTo>
                      <a:pt x="67996" y="15776"/>
                    </a:lnTo>
                    <a:cubicBezTo>
                      <a:pt x="68087" y="15867"/>
                      <a:pt x="68179" y="15989"/>
                      <a:pt x="68239" y="16110"/>
                    </a:cubicBezTo>
                    <a:cubicBezTo>
                      <a:pt x="68239" y="16171"/>
                      <a:pt x="68179" y="16232"/>
                      <a:pt x="68118" y="16232"/>
                    </a:cubicBezTo>
                    <a:cubicBezTo>
                      <a:pt x="67966" y="16232"/>
                      <a:pt x="67814" y="16202"/>
                      <a:pt x="67692" y="16141"/>
                    </a:cubicBezTo>
                    <a:cubicBezTo>
                      <a:pt x="67631" y="16110"/>
                      <a:pt x="67783" y="15958"/>
                      <a:pt x="67844" y="15928"/>
                    </a:cubicBezTo>
                    <a:cubicBezTo>
                      <a:pt x="67875" y="15898"/>
                      <a:pt x="67905" y="15867"/>
                      <a:pt x="67905" y="15806"/>
                    </a:cubicBezTo>
                    <a:cubicBezTo>
                      <a:pt x="67875" y="15806"/>
                      <a:pt x="67905" y="15776"/>
                      <a:pt x="67935" y="15746"/>
                    </a:cubicBezTo>
                    <a:close/>
                    <a:moveTo>
                      <a:pt x="72981" y="15928"/>
                    </a:moveTo>
                    <a:cubicBezTo>
                      <a:pt x="73042" y="15928"/>
                      <a:pt x="73042" y="15958"/>
                      <a:pt x="73042" y="15989"/>
                    </a:cubicBezTo>
                    <a:cubicBezTo>
                      <a:pt x="73042" y="15989"/>
                      <a:pt x="73011" y="16080"/>
                      <a:pt x="72951" y="16171"/>
                    </a:cubicBezTo>
                    <a:lnTo>
                      <a:pt x="73194" y="16171"/>
                    </a:lnTo>
                    <a:cubicBezTo>
                      <a:pt x="73224" y="16202"/>
                      <a:pt x="73224" y="16293"/>
                      <a:pt x="73194" y="16323"/>
                    </a:cubicBezTo>
                    <a:lnTo>
                      <a:pt x="73042" y="16323"/>
                    </a:lnTo>
                    <a:cubicBezTo>
                      <a:pt x="72951" y="16323"/>
                      <a:pt x="72890" y="16293"/>
                      <a:pt x="72859" y="16232"/>
                    </a:cubicBezTo>
                    <a:lnTo>
                      <a:pt x="72859" y="16202"/>
                    </a:lnTo>
                    <a:cubicBezTo>
                      <a:pt x="72768" y="16050"/>
                      <a:pt x="72799" y="15958"/>
                      <a:pt x="72981" y="15928"/>
                    </a:cubicBezTo>
                    <a:close/>
                    <a:moveTo>
                      <a:pt x="69961" y="15386"/>
                    </a:moveTo>
                    <a:cubicBezTo>
                      <a:pt x="70030" y="15386"/>
                      <a:pt x="70145" y="15429"/>
                      <a:pt x="70124" y="15472"/>
                    </a:cubicBezTo>
                    <a:cubicBezTo>
                      <a:pt x="70124" y="15503"/>
                      <a:pt x="70063" y="15715"/>
                      <a:pt x="70063" y="15776"/>
                    </a:cubicBezTo>
                    <a:cubicBezTo>
                      <a:pt x="70033" y="15837"/>
                      <a:pt x="70063" y="15928"/>
                      <a:pt x="70154" y="15928"/>
                    </a:cubicBezTo>
                    <a:cubicBezTo>
                      <a:pt x="70306" y="15958"/>
                      <a:pt x="70458" y="16019"/>
                      <a:pt x="70580" y="16141"/>
                    </a:cubicBezTo>
                    <a:cubicBezTo>
                      <a:pt x="70580" y="16188"/>
                      <a:pt x="70472" y="16252"/>
                      <a:pt x="70395" y="16252"/>
                    </a:cubicBezTo>
                    <a:cubicBezTo>
                      <a:pt x="70371" y="16252"/>
                      <a:pt x="70351" y="16246"/>
                      <a:pt x="70337" y="16232"/>
                    </a:cubicBezTo>
                    <a:cubicBezTo>
                      <a:pt x="70328" y="16228"/>
                      <a:pt x="70320" y="16226"/>
                      <a:pt x="70311" y="16226"/>
                    </a:cubicBezTo>
                    <a:cubicBezTo>
                      <a:pt x="70260" y="16226"/>
                      <a:pt x="70215" y="16297"/>
                      <a:pt x="70215" y="16323"/>
                    </a:cubicBezTo>
                    <a:cubicBezTo>
                      <a:pt x="70215" y="16333"/>
                      <a:pt x="70198" y="16337"/>
                      <a:pt x="70173" y="16337"/>
                    </a:cubicBezTo>
                    <a:cubicBezTo>
                      <a:pt x="70124" y="16337"/>
                      <a:pt x="70043" y="16323"/>
                      <a:pt x="70002" y="16323"/>
                    </a:cubicBezTo>
                    <a:cubicBezTo>
                      <a:pt x="69850" y="16262"/>
                      <a:pt x="69668" y="16232"/>
                      <a:pt x="69486" y="16202"/>
                    </a:cubicBezTo>
                    <a:cubicBezTo>
                      <a:pt x="69473" y="16206"/>
                      <a:pt x="69461" y="16208"/>
                      <a:pt x="69449" y="16208"/>
                    </a:cubicBezTo>
                    <a:cubicBezTo>
                      <a:pt x="69371" y="16208"/>
                      <a:pt x="69299" y="16129"/>
                      <a:pt x="69273" y="16050"/>
                    </a:cubicBezTo>
                    <a:lnTo>
                      <a:pt x="69486" y="15989"/>
                    </a:lnTo>
                    <a:lnTo>
                      <a:pt x="69577" y="15958"/>
                    </a:lnTo>
                    <a:cubicBezTo>
                      <a:pt x="69668" y="15928"/>
                      <a:pt x="69759" y="15837"/>
                      <a:pt x="69759" y="15746"/>
                    </a:cubicBezTo>
                    <a:cubicBezTo>
                      <a:pt x="69729" y="15715"/>
                      <a:pt x="69850" y="15655"/>
                      <a:pt x="69881" y="15655"/>
                    </a:cubicBezTo>
                    <a:cubicBezTo>
                      <a:pt x="69911" y="15655"/>
                      <a:pt x="69941" y="15472"/>
                      <a:pt x="69911" y="15411"/>
                    </a:cubicBezTo>
                    <a:cubicBezTo>
                      <a:pt x="69911" y="15394"/>
                      <a:pt x="69932" y="15386"/>
                      <a:pt x="69961" y="15386"/>
                    </a:cubicBezTo>
                    <a:close/>
                    <a:moveTo>
                      <a:pt x="64713" y="15837"/>
                    </a:moveTo>
                    <a:cubicBezTo>
                      <a:pt x="64683" y="15928"/>
                      <a:pt x="64744" y="15989"/>
                      <a:pt x="64835" y="15989"/>
                    </a:cubicBezTo>
                    <a:cubicBezTo>
                      <a:pt x="64957" y="15989"/>
                      <a:pt x="64865" y="16293"/>
                      <a:pt x="64805" y="16323"/>
                    </a:cubicBezTo>
                    <a:cubicBezTo>
                      <a:pt x="64790" y="16338"/>
                      <a:pt x="64772" y="16344"/>
                      <a:pt x="64752" y="16344"/>
                    </a:cubicBezTo>
                    <a:cubicBezTo>
                      <a:pt x="64691" y="16344"/>
                      <a:pt x="64615" y="16286"/>
                      <a:pt x="64592" y="16262"/>
                    </a:cubicBezTo>
                    <a:cubicBezTo>
                      <a:pt x="64470" y="16202"/>
                      <a:pt x="64349" y="16171"/>
                      <a:pt x="64197" y="16171"/>
                    </a:cubicBezTo>
                    <a:cubicBezTo>
                      <a:pt x="64105" y="16171"/>
                      <a:pt x="64045" y="16050"/>
                      <a:pt x="64045" y="15989"/>
                    </a:cubicBezTo>
                    <a:cubicBezTo>
                      <a:pt x="64045" y="15980"/>
                      <a:pt x="64055" y="15976"/>
                      <a:pt x="64071" y="15976"/>
                    </a:cubicBezTo>
                    <a:cubicBezTo>
                      <a:pt x="64111" y="15976"/>
                      <a:pt x="64184" y="15998"/>
                      <a:pt x="64227" y="16019"/>
                    </a:cubicBezTo>
                    <a:cubicBezTo>
                      <a:pt x="64235" y="16027"/>
                      <a:pt x="64248" y="16031"/>
                      <a:pt x="64262" y="16031"/>
                    </a:cubicBezTo>
                    <a:cubicBezTo>
                      <a:pt x="64302" y="16031"/>
                      <a:pt x="64357" y="16003"/>
                      <a:pt x="64379" y="15958"/>
                    </a:cubicBezTo>
                    <a:lnTo>
                      <a:pt x="64440" y="15928"/>
                    </a:lnTo>
                    <a:cubicBezTo>
                      <a:pt x="64470" y="15898"/>
                      <a:pt x="64531" y="15837"/>
                      <a:pt x="64561" y="15837"/>
                    </a:cubicBezTo>
                    <a:close/>
                    <a:moveTo>
                      <a:pt x="75473" y="15989"/>
                    </a:moveTo>
                    <a:cubicBezTo>
                      <a:pt x="75534" y="16019"/>
                      <a:pt x="75595" y="16080"/>
                      <a:pt x="75625" y="16141"/>
                    </a:cubicBezTo>
                    <a:cubicBezTo>
                      <a:pt x="75565" y="16171"/>
                      <a:pt x="75473" y="16414"/>
                      <a:pt x="75382" y="16414"/>
                    </a:cubicBezTo>
                    <a:cubicBezTo>
                      <a:pt x="75261" y="16384"/>
                      <a:pt x="75170" y="16354"/>
                      <a:pt x="75048" y="16293"/>
                    </a:cubicBezTo>
                    <a:cubicBezTo>
                      <a:pt x="75018" y="16293"/>
                      <a:pt x="75078" y="16262"/>
                      <a:pt x="75200" y="16262"/>
                    </a:cubicBezTo>
                    <a:lnTo>
                      <a:pt x="75230" y="16262"/>
                    </a:lnTo>
                    <a:cubicBezTo>
                      <a:pt x="75352" y="16262"/>
                      <a:pt x="75413" y="16019"/>
                      <a:pt x="75443" y="15989"/>
                    </a:cubicBezTo>
                    <a:close/>
                    <a:moveTo>
                      <a:pt x="53862" y="16202"/>
                    </a:moveTo>
                    <a:lnTo>
                      <a:pt x="53923" y="16262"/>
                    </a:lnTo>
                    <a:lnTo>
                      <a:pt x="53953" y="16323"/>
                    </a:lnTo>
                    <a:cubicBezTo>
                      <a:pt x="53953" y="16373"/>
                      <a:pt x="53852" y="16422"/>
                      <a:pt x="53732" y="16422"/>
                    </a:cubicBezTo>
                    <a:cubicBezTo>
                      <a:pt x="53705" y="16422"/>
                      <a:pt x="53677" y="16420"/>
                      <a:pt x="53649" y="16414"/>
                    </a:cubicBezTo>
                    <a:lnTo>
                      <a:pt x="53528" y="16384"/>
                    </a:lnTo>
                    <a:lnTo>
                      <a:pt x="53497" y="16384"/>
                    </a:lnTo>
                    <a:cubicBezTo>
                      <a:pt x="53467" y="16323"/>
                      <a:pt x="53467" y="16293"/>
                      <a:pt x="53497" y="16232"/>
                    </a:cubicBezTo>
                    <a:lnTo>
                      <a:pt x="53528" y="16232"/>
                    </a:lnTo>
                    <a:lnTo>
                      <a:pt x="53558" y="16202"/>
                    </a:lnTo>
                    <a:close/>
                    <a:moveTo>
                      <a:pt x="60378" y="16046"/>
                    </a:moveTo>
                    <a:cubicBezTo>
                      <a:pt x="60385" y="16046"/>
                      <a:pt x="60392" y="16047"/>
                      <a:pt x="60397" y="16050"/>
                    </a:cubicBezTo>
                    <a:cubicBezTo>
                      <a:pt x="60458" y="16080"/>
                      <a:pt x="60397" y="16232"/>
                      <a:pt x="60245" y="16354"/>
                    </a:cubicBezTo>
                    <a:lnTo>
                      <a:pt x="60032" y="16384"/>
                    </a:lnTo>
                    <a:cubicBezTo>
                      <a:pt x="60012" y="16384"/>
                      <a:pt x="59992" y="16425"/>
                      <a:pt x="59963" y="16425"/>
                    </a:cubicBezTo>
                    <a:cubicBezTo>
                      <a:pt x="59948" y="16425"/>
                      <a:pt x="59931" y="16414"/>
                      <a:pt x="59911" y="16384"/>
                    </a:cubicBezTo>
                    <a:cubicBezTo>
                      <a:pt x="59911" y="16354"/>
                      <a:pt x="59972" y="16262"/>
                      <a:pt x="60002" y="16262"/>
                    </a:cubicBezTo>
                    <a:lnTo>
                      <a:pt x="60154" y="16262"/>
                    </a:lnTo>
                    <a:cubicBezTo>
                      <a:pt x="60154" y="16179"/>
                      <a:pt x="60306" y="16046"/>
                      <a:pt x="60378" y="16046"/>
                    </a:cubicBezTo>
                    <a:close/>
                    <a:moveTo>
                      <a:pt x="54713" y="16080"/>
                    </a:moveTo>
                    <a:lnTo>
                      <a:pt x="54804" y="16110"/>
                    </a:lnTo>
                    <a:cubicBezTo>
                      <a:pt x="54896" y="16354"/>
                      <a:pt x="54956" y="16566"/>
                      <a:pt x="54926" y="16566"/>
                    </a:cubicBezTo>
                    <a:lnTo>
                      <a:pt x="54804" y="16566"/>
                    </a:lnTo>
                    <a:lnTo>
                      <a:pt x="54713" y="16414"/>
                    </a:lnTo>
                    <a:cubicBezTo>
                      <a:pt x="54652" y="16323"/>
                      <a:pt x="54592" y="16202"/>
                      <a:pt x="54592" y="16080"/>
                    </a:cubicBezTo>
                    <a:close/>
                    <a:moveTo>
                      <a:pt x="6627" y="16262"/>
                    </a:moveTo>
                    <a:cubicBezTo>
                      <a:pt x="6718" y="16354"/>
                      <a:pt x="6627" y="16506"/>
                      <a:pt x="6445" y="16566"/>
                    </a:cubicBezTo>
                    <a:lnTo>
                      <a:pt x="6262" y="16506"/>
                    </a:lnTo>
                    <a:lnTo>
                      <a:pt x="6232" y="16506"/>
                    </a:lnTo>
                    <a:cubicBezTo>
                      <a:pt x="6141" y="16597"/>
                      <a:pt x="6080" y="16627"/>
                      <a:pt x="6050" y="16627"/>
                    </a:cubicBezTo>
                    <a:lnTo>
                      <a:pt x="6050" y="16566"/>
                    </a:lnTo>
                    <a:cubicBezTo>
                      <a:pt x="6050" y="16506"/>
                      <a:pt x="6171" y="16414"/>
                      <a:pt x="6354" y="16414"/>
                    </a:cubicBezTo>
                    <a:lnTo>
                      <a:pt x="6445" y="16354"/>
                    </a:lnTo>
                    <a:lnTo>
                      <a:pt x="6627" y="16262"/>
                    </a:lnTo>
                    <a:close/>
                    <a:moveTo>
                      <a:pt x="67267" y="15958"/>
                    </a:moveTo>
                    <a:cubicBezTo>
                      <a:pt x="67358" y="15958"/>
                      <a:pt x="67449" y="16141"/>
                      <a:pt x="67479" y="16202"/>
                    </a:cubicBezTo>
                    <a:cubicBezTo>
                      <a:pt x="67510" y="16232"/>
                      <a:pt x="67631" y="16323"/>
                      <a:pt x="67662" y="16354"/>
                    </a:cubicBezTo>
                    <a:cubicBezTo>
                      <a:pt x="67692" y="16384"/>
                      <a:pt x="67631" y="16597"/>
                      <a:pt x="67571" y="16658"/>
                    </a:cubicBezTo>
                    <a:cubicBezTo>
                      <a:pt x="67479" y="16688"/>
                      <a:pt x="67358" y="16749"/>
                      <a:pt x="67267" y="16779"/>
                    </a:cubicBezTo>
                    <a:cubicBezTo>
                      <a:pt x="67236" y="16779"/>
                      <a:pt x="67297" y="16688"/>
                      <a:pt x="67419" y="16566"/>
                    </a:cubicBezTo>
                    <a:lnTo>
                      <a:pt x="67084" y="16536"/>
                    </a:lnTo>
                    <a:lnTo>
                      <a:pt x="66902" y="16536"/>
                    </a:lnTo>
                    <a:cubicBezTo>
                      <a:pt x="66811" y="16384"/>
                      <a:pt x="66750" y="16262"/>
                      <a:pt x="66780" y="16232"/>
                    </a:cubicBezTo>
                    <a:lnTo>
                      <a:pt x="66841" y="16232"/>
                    </a:lnTo>
                    <a:cubicBezTo>
                      <a:pt x="66871" y="16202"/>
                      <a:pt x="66811" y="16171"/>
                      <a:pt x="66780" y="16141"/>
                    </a:cubicBezTo>
                    <a:cubicBezTo>
                      <a:pt x="66750" y="16141"/>
                      <a:pt x="66780" y="16110"/>
                      <a:pt x="66811" y="16050"/>
                    </a:cubicBezTo>
                    <a:cubicBezTo>
                      <a:pt x="66963" y="15989"/>
                      <a:pt x="67115" y="15958"/>
                      <a:pt x="67267" y="15958"/>
                    </a:cubicBezTo>
                    <a:close/>
                    <a:moveTo>
                      <a:pt x="84882" y="16834"/>
                    </a:moveTo>
                    <a:cubicBezTo>
                      <a:pt x="84895" y="16834"/>
                      <a:pt x="84910" y="16836"/>
                      <a:pt x="84927" y="16840"/>
                    </a:cubicBezTo>
                    <a:cubicBezTo>
                      <a:pt x="85109" y="16901"/>
                      <a:pt x="84866" y="16931"/>
                      <a:pt x="84927" y="16962"/>
                    </a:cubicBezTo>
                    <a:lnTo>
                      <a:pt x="84987" y="17022"/>
                    </a:lnTo>
                    <a:cubicBezTo>
                      <a:pt x="85070" y="17078"/>
                      <a:pt x="84826" y="17209"/>
                      <a:pt x="84735" y="17209"/>
                    </a:cubicBezTo>
                    <a:cubicBezTo>
                      <a:pt x="84727" y="17209"/>
                      <a:pt x="84719" y="17207"/>
                      <a:pt x="84714" y="17205"/>
                    </a:cubicBezTo>
                    <a:cubicBezTo>
                      <a:pt x="84653" y="17144"/>
                      <a:pt x="84683" y="17114"/>
                      <a:pt x="84835" y="17114"/>
                    </a:cubicBezTo>
                    <a:lnTo>
                      <a:pt x="84805" y="16962"/>
                    </a:lnTo>
                    <a:cubicBezTo>
                      <a:pt x="84779" y="16909"/>
                      <a:pt x="84798" y="16834"/>
                      <a:pt x="84882" y="16834"/>
                    </a:cubicBezTo>
                    <a:close/>
                    <a:moveTo>
                      <a:pt x="19059" y="17478"/>
                    </a:moveTo>
                    <a:lnTo>
                      <a:pt x="19059" y="17600"/>
                    </a:lnTo>
                    <a:lnTo>
                      <a:pt x="19089" y="17661"/>
                    </a:lnTo>
                    <a:cubicBezTo>
                      <a:pt x="19120" y="17691"/>
                      <a:pt x="19241" y="17721"/>
                      <a:pt x="19272" y="17752"/>
                    </a:cubicBezTo>
                    <a:lnTo>
                      <a:pt x="19302" y="17782"/>
                    </a:lnTo>
                    <a:cubicBezTo>
                      <a:pt x="19281" y="17804"/>
                      <a:pt x="19214" y="17825"/>
                      <a:pt x="19144" y="17825"/>
                    </a:cubicBezTo>
                    <a:cubicBezTo>
                      <a:pt x="19115" y="17825"/>
                      <a:pt x="19086" y="17822"/>
                      <a:pt x="19059" y="17813"/>
                    </a:cubicBezTo>
                    <a:lnTo>
                      <a:pt x="18968" y="17813"/>
                    </a:lnTo>
                    <a:cubicBezTo>
                      <a:pt x="18907" y="17813"/>
                      <a:pt x="18846" y="17843"/>
                      <a:pt x="18785" y="17843"/>
                    </a:cubicBezTo>
                    <a:lnTo>
                      <a:pt x="18755" y="17843"/>
                    </a:lnTo>
                    <a:cubicBezTo>
                      <a:pt x="18694" y="17813"/>
                      <a:pt x="18694" y="17752"/>
                      <a:pt x="18755" y="17752"/>
                    </a:cubicBezTo>
                    <a:lnTo>
                      <a:pt x="18785" y="17752"/>
                    </a:lnTo>
                    <a:cubicBezTo>
                      <a:pt x="18877" y="17721"/>
                      <a:pt x="18968" y="17630"/>
                      <a:pt x="18998" y="17539"/>
                    </a:cubicBezTo>
                    <a:cubicBezTo>
                      <a:pt x="19029" y="17509"/>
                      <a:pt x="19029" y="17478"/>
                      <a:pt x="19059" y="17478"/>
                    </a:cubicBezTo>
                    <a:close/>
                    <a:moveTo>
                      <a:pt x="15564" y="17417"/>
                    </a:moveTo>
                    <a:cubicBezTo>
                      <a:pt x="15594" y="17417"/>
                      <a:pt x="15655" y="17417"/>
                      <a:pt x="15716" y="17448"/>
                    </a:cubicBezTo>
                    <a:cubicBezTo>
                      <a:pt x="15716" y="17478"/>
                      <a:pt x="15442" y="17630"/>
                      <a:pt x="15412" y="17752"/>
                    </a:cubicBezTo>
                    <a:cubicBezTo>
                      <a:pt x="15366" y="17820"/>
                      <a:pt x="15337" y="17854"/>
                      <a:pt x="15326" y="17854"/>
                    </a:cubicBezTo>
                    <a:cubicBezTo>
                      <a:pt x="15322" y="17854"/>
                      <a:pt x="15320" y="17851"/>
                      <a:pt x="15320" y="17843"/>
                    </a:cubicBezTo>
                    <a:cubicBezTo>
                      <a:pt x="15290" y="17782"/>
                      <a:pt x="15199" y="17752"/>
                      <a:pt x="15138" y="17752"/>
                    </a:cubicBezTo>
                    <a:lnTo>
                      <a:pt x="15077" y="17752"/>
                    </a:lnTo>
                    <a:lnTo>
                      <a:pt x="14986" y="17782"/>
                    </a:lnTo>
                    <a:cubicBezTo>
                      <a:pt x="14981" y="17784"/>
                      <a:pt x="14976" y="17785"/>
                      <a:pt x="14971" y="17785"/>
                    </a:cubicBezTo>
                    <a:cubicBezTo>
                      <a:pt x="14892" y="17785"/>
                      <a:pt x="14872" y="17568"/>
                      <a:pt x="14986" y="17539"/>
                    </a:cubicBezTo>
                    <a:lnTo>
                      <a:pt x="15472" y="17539"/>
                    </a:lnTo>
                    <a:lnTo>
                      <a:pt x="15564" y="17417"/>
                    </a:lnTo>
                    <a:close/>
                    <a:moveTo>
                      <a:pt x="13613" y="16948"/>
                    </a:moveTo>
                    <a:cubicBezTo>
                      <a:pt x="13672" y="16948"/>
                      <a:pt x="13801" y="17067"/>
                      <a:pt x="13801" y="17144"/>
                    </a:cubicBezTo>
                    <a:cubicBezTo>
                      <a:pt x="13801" y="17235"/>
                      <a:pt x="13831" y="17326"/>
                      <a:pt x="13892" y="17417"/>
                    </a:cubicBezTo>
                    <a:cubicBezTo>
                      <a:pt x="13895" y="17419"/>
                      <a:pt x="13899" y="17420"/>
                      <a:pt x="13902" y="17420"/>
                    </a:cubicBezTo>
                    <a:cubicBezTo>
                      <a:pt x="13959" y="17420"/>
                      <a:pt x="14013" y="17199"/>
                      <a:pt x="14013" y="17114"/>
                    </a:cubicBezTo>
                    <a:cubicBezTo>
                      <a:pt x="14017" y="17102"/>
                      <a:pt x="14025" y="17097"/>
                      <a:pt x="14034" y="17097"/>
                    </a:cubicBezTo>
                    <a:cubicBezTo>
                      <a:pt x="14101" y="17097"/>
                      <a:pt x="14283" y="17342"/>
                      <a:pt x="14257" y="17448"/>
                    </a:cubicBezTo>
                    <a:cubicBezTo>
                      <a:pt x="14257" y="17529"/>
                      <a:pt x="14162" y="17556"/>
                      <a:pt x="14090" y="17556"/>
                    </a:cubicBezTo>
                    <a:cubicBezTo>
                      <a:pt x="14054" y="17556"/>
                      <a:pt x="14024" y="17549"/>
                      <a:pt x="14013" y="17539"/>
                    </a:cubicBezTo>
                    <a:cubicBezTo>
                      <a:pt x="14007" y="17536"/>
                      <a:pt x="14000" y="17534"/>
                      <a:pt x="13994" y="17534"/>
                    </a:cubicBezTo>
                    <a:cubicBezTo>
                      <a:pt x="13940" y="17534"/>
                      <a:pt x="13892" y="17637"/>
                      <a:pt x="13892" y="17691"/>
                    </a:cubicBezTo>
                    <a:cubicBezTo>
                      <a:pt x="13892" y="17701"/>
                      <a:pt x="13885" y="17705"/>
                      <a:pt x="13873" y="17705"/>
                    </a:cubicBezTo>
                    <a:cubicBezTo>
                      <a:pt x="13814" y="17705"/>
                      <a:pt x="13628" y="17600"/>
                      <a:pt x="13527" y="17600"/>
                    </a:cubicBezTo>
                    <a:cubicBezTo>
                      <a:pt x="13436" y="17630"/>
                      <a:pt x="13405" y="17661"/>
                      <a:pt x="13466" y="17721"/>
                    </a:cubicBezTo>
                    <a:lnTo>
                      <a:pt x="13527" y="17752"/>
                    </a:lnTo>
                    <a:lnTo>
                      <a:pt x="13557" y="17782"/>
                    </a:lnTo>
                    <a:cubicBezTo>
                      <a:pt x="13588" y="17843"/>
                      <a:pt x="13557" y="17904"/>
                      <a:pt x="13497" y="17934"/>
                    </a:cubicBezTo>
                    <a:lnTo>
                      <a:pt x="13466" y="17934"/>
                    </a:lnTo>
                    <a:lnTo>
                      <a:pt x="13253" y="17843"/>
                    </a:lnTo>
                    <a:cubicBezTo>
                      <a:pt x="13141" y="17805"/>
                      <a:pt x="13016" y="17779"/>
                      <a:pt x="12895" y="17779"/>
                    </a:cubicBezTo>
                    <a:cubicBezTo>
                      <a:pt x="12820" y="17779"/>
                      <a:pt x="12746" y="17789"/>
                      <a:pt x="12676" y="17813"/>
                    </a:cubicBezTo>
                    <a:cubicBezTo>
                      <a:pt x="12671" y="17822"/>
                      <a:pt x="12665" y="17827"/>
                      <a:pt x="12657" y="17827"/>
                    </a:cubicBezTo>
                    <a:cubicBezTo>
                      <a:pt x="12618" y="17827"/>
                      <a:pt x="12554" y="17712"/>
                      <a:pt x="12554" y="17661"/>
                    </a:cubicBezTo>
                    <a:cubicBezTo>
                      <a:pt x="12538" y="17656"/>
                      <a:pt x="12521" y="17652"/>
                      <a:pt x="12503" y="17648"/>
                    </a:cubicBezTo>
                    <a:lnTo>
                      <a:pt x="12503" y="17648"/>
                    </a:lnTo>
                    <a:cubicBezTo>
                      <a:pt x="12583" y="17626"/>
                      <a:pt x="12667" y="17615"/>
                      <a:pt x="12752" y="17615"/>
                    </a:cubicBezTo>
                    <a:cubicBezTo>
                      <a:pt x="12851" y="17615"/>
                      <a:pt x="12950" y="17630"/>
                      <a:pt x="13041" y="17661"/>
                    </a:cubicBezTo>
                    <a:cubicBezTo>
                      <a:pt x="13101" y="17661"/>
                      <a:pt x="13132" y="17630"/>
                      <a:pt x="13101" y="17600"/>
                    </a:cubicBezTo>
                    <a:lnTo>
                      <a:pt x="13101" y="17569"/>
                    </a:lnTo>
                    <a:lnTo>
                      <a:pt x="13101" y="17509"/>
                    </a:lnTo>
                    <a:cubicBezTo>
                      <a:pt x="13101" y="17464"/>
                      <a:pt x="13264" y="17436"/>
                      <a:pt x="13399" y="17436"/>
                    </a:cubicBezTo>
                    <a:cubicBezTo>
                      <a:pt x="13449" y="17436"/>
                      <a:pt x="13494" y="17440"/>
                      <a:pt x="13527" y="17448"/>
                    </a:cubicBezTo>
                    <a:cubicBezTo>
                      <a:pt x="13618" y="17448"/>
                      <a:pt x="13679" y="17417"/>
                      <a:pt x="13649" y="17357"/>
                    </a:cubicBezTo>
                    <a:lnTo>
                      <a:pt x="13618" y="17296"/>
                    </a:lnTo>
                    <a:lnTo>
                      <a:pt x="13588" y="17235"/>
                    </a:lnTo>
                    <a:cubicBezTo>
                      <a:pt x="13618" y="17205"/>
                      <a:pt x="13557" y="17022"/>
                      <a:pt x="13588" y="16962"/>
                    </a:cubicBezTo>
                    <a:cubicBezTo>
                      <a:pt x="13593" y="16952"/>
                      <a:pt x="13601" y="16948"/>
                      <a:pt x="13613" y="16948"/>
                    </a:cubicBezTo>
                    <a:close/>
                    <a:moveTo>
                      <a:pt x="69071" y="17679"/>
                    </a:moveTo>
                    <a:cubicBezTo>
                      <a:pt x="69133" y="17679"/>
                      <a:pt x="69182" y="17707"/>
                      <a:pt x="69182" y="17752"/>
                    </a:cubicBezTo>
                    <a:cubicBezTo>
                      <a:pt x="69151" y="17873"/>
                      <a:pt x="69090" y="17965"/>
                      <a:pt x="68999" y="18025"/>
                    </a:cubicBezTo>
                    <a:lnTo>
                      <a:pt x="68938" y="18056"/>
                    </a:lnTo>
                    <a:cubicBezTo>
                      <a:pt x="68908" y="18056"/>
                      <a:pt x="68847" y="18025"/>
                      <a:pt x="68817" y="17995"/>
                    </a:cubicBezTo>
                    <a:lnTo>
                      <a:pt x="68786" y="17965"/>
                    </a:lnTo>
                    <a:cubicBezTo>
                      <a:pt x="68847" y="17873"/>
                      <a:pt x="68908" y="17752"/>
                      <a:pt x="68999" y="17691"/>
                    </a:cubicBezTo>
                    <a:cubicBezTo>
                      <a:pt x="69024" y="17683"/>
                      <a:pt x="69048" y="17679"/>
                      <a:pt x="69071" y="17679"/>
                    </a:cubicBezTo>
                    <a:close/>
                    <a:moveTo>
                      <a:pt x="15776" y="17721"/>
                    </a:moveTo>
                    <a:cubicBezTo>
                      <a:pt x="15776" y="17721"/>
                      <a:pt x="15837" y="17782"/>
                      <a:pt x="15898" y="17873"/>
                    </a:cubicBezTo>
                    <a:lnTo>
                      <a:pt x="15959" y="17904"/>
                    </a:lnTo>
                    <a:cubicBezTo>
                      <a:pt x="15969" y="17909"/>
                      <a:pt x="15981" y="17911"/>
                      <a:pt x="15995" y="17911"/>
                    </a:cubicBezTo>
                    <a:cubicBezTo>
                      <a:pt x="16023" y="17911"/>
                      <a:pt x="16055" y="17904"/>
                      <a:pt x="16080" y="17904"/>
                    </a:cubicBezTo>
                    <a:cubicBezTo>
                      <a:pt x="16118" y="17904"/>
                      <a:pt x="16141" y="17919"/>
                      <a:pt x="16111" y="17995"/>
                    </a:cubicBezTo>
                    <a:cubicBezTo>
                      <a:pt x="16090" y="18046"/>
                      <a:pt x="16070" y="18063"/>
                      <a:pt x="16051" y="18063"/>
                    </a:cubicBezTo>
                    <a:cubicBezTo>
                      <a:pt x="16013" y="18063"/>
                      <a:pt x="15979" y="17995"/>
                      <a:pt x="15959" y="17995"/>
                    </a:cubicBezTo>
                    <a:cubicBezTo>
                      <a:pt x="15928" y="18025"/>
                      <a:pt x="15928" y="18086"/>
                      <a:pt x="15898" y="18117"/>
                    </a:cubicBezTo>
                    <a:lnTo>
                      <a:pt x="15868" y="18147"/>
                    </a:lnTo>
                    <a:cubicBezTo>
                      <a:pt x="15861" y="18149"/>
                      <a:pt x="15856" y="18150"/>
                      <a:pt x="15850" y="18150"/>
                    </a:cubicBezTo>
                    <a:cubicBezTo>
                      <a:pt x="15769" y="18150"/>
                      <a:pt x="15716" y="17961"/>
                      <a:pt x="15716" y="17904"/>
                    </a:cubicBezTo>
                    <a:cubicBezTo>
                      <a:pt x="15716" y="17843"/>
                      <a:pt x="15746" y="17782"/>
                      <a:pt x="15776" y="17721"/>
                    </a:cubicBezTo>
                    <a:close/>
                    <a:moveTo>
                      <a:pt x="26366" y="18173"/>
                    </a:moveTo>
                    <a:cubicBezTo>
                      <a:pt x="26373" y="18173"/>
                      <a:pt x="26379" y="18175"/>
                      <a:pt x="26384" y="18177"/>
                    </a:cubicBezTo>
                    <a:cubicBezTo>
                      <a:pt x="26445" y="18208"/>
                      <a:pt x="26476" y="18269"/>
                      <a:pt x="26415" y="18329"/>
                    </a:cubicBezTo>
                    <a:lnTo>
                      <a:pt x="26445" y="18329"/>
                    </a:lnTo>
                    <a:cubicBezTo>
                      <a:pt x="26412" y="18380"/>
                      <a:pt x="26351" y="18402"/>
                      <a:pt x="26297" y="18402"/>
                    </a:cubicBezTo>
                    <a:cubicBezTo>
                      <a:pt x="26254" y="18402"/>
                      <a:pt x="26216" y="18387"/>
                      <a:pt x="26202" y="18360"/>
                    </a:cubicBezTo>
                    <a:cubicBezTo>
                      <a:pt x="26174" y="18304"/>
                      <a:pt x="26298" y="18173"/>
                      <a:pt x="26366" y="18173"/>
                    </a:cubicBezTo>
                    <a:close/>
                    <a:moveTo>
                      <a:pt x="14105" y="18238"/>
                    </a:moveTo>
                    <a:cubicBezTo>
                      <a:pt x="14135" y="18269"/>
                      <a:pt x="14135" y="18299"/>
                      <a:pt x="14135" y="18299"/>
                    </a:cubicBezTo>
                    <a:lnTo>
                      <a:pt x="13953" y="18481"/>
                    </a:lnTo>
                    <a:cubicBezTo>
                      <a:pt x="13979" y="18497"/>
                      <a:pt x="14004" y="18513"/>
                      <a:pt x="14027" y="18526"/>
                    </a:cubicBezTo>
                    <a:lnTo>
                      <a:pt x="14027" y="18526"/>
                    </a:lnTo>
                    <a:cubicBezTo>
                      <a:pt x="13872" y="18470"/>
                      <a:pt x="13705" y="18445"/>
                      <a:pt x="13557" y="18421"/>
                    </a:cubicBezTo>
                    <a:cubicBezTo>
                      <a:pt x="13525" y="18429"/>
                      <a:pt x="13501" y="18432"/>
                      <a:pt x="13486" y="18432"/>
                    </a:cubicBezTo>
                    <a:cubicBezTo>
                      <a:pt x="13445" y="18432"/>
                      <a:pt x="13468" y="18404"/>
                      <a:pt x="13557" y="18360"/>
                    </a:cubicBezTo>
                    <a:lnTo>
                      <a:pt x="13649" y="18329"/>
                    </a:lnTo>
                    <a:cubicBezTo>
                      <a:pt x="13770" y="18299"/>
                      <a:pt x="13922" y="18269"/>
                      <a:pt x="14074" y="18238"/>
                    </a:cubicBezTo>
                    <a:close/>
                    <a:moveTo>
                      <a:pt x="10033" y="18329"/>
                    </a:moveTo>
                    <a:cubicBezTo>
                      <a:pt x="10102" y="18329"/>
                      <a:pt x="10173" y="18339"/>
                      <a:pt x="10244" y="18360"/>
                    </a:cubicBezTo>
                    <a:cubicBezTo>
                      <a:pt x="10077" y="18510"/>
                      <a:pt x="10002" y="18578"/>
                      <a:pt x="9917" y="18578"/>
                    </a:cubicBezTo>
                    <a:cubicBezTo>
                      <a:pt x="9848" y="18578"/>
                      <a:pt x="9773" y="18533"/>
                      <a:pt x="9636" y="18451"/>
                    </a:cubicBezTo>
                    <a:cubicBezTo>
                      <a:pt x="9758" y="18370"/>
                      <a:pt x="9893" y="18329"/>
                      <a:pt x="10033" y="18329"/>
                    </a:cubicBezTo>
                    <a:close/>
                    <a:moveTo>
                      <a:pt x="12318" y="18406"/>
                    </a:moveTo>
                    <a:cubicBezTo>
                      <a:pt x="12407" y="18406"/>
                      <a:pt x="12502" y="18449"/>
                      <a:pt x="12615" y="18572"/>
                    </a:cubicBezTo>
                    <a:cubicBezTo>
                      <a:pt x="12458" y="18631"/>
                      <a:pt x="12276" y="18665"/>
                      <a:pt x="12093" y="18665"/>
                    </a:cubicBezTo>
                    <a:cubicBezTo>
                      <a:pt x="11992" y="18665"/>
                      <a:pt x="11891" y="18655"/>
                      <a:pt x="11794" y="18633"/>
                    </a:cubicBezTo>
                    <a:cubicBezTo>
                      <a:pt x="11996" y="18573"/>
                      <a:pt x="12144" y="18406"/>
                      <a:pt x="12318" y="18406"/>
                    </a:cubicBezTo>
                    <a:close/>
                    <a:moveTo>
                      <a:pt x="24621" y="18269"/>
                    </a:moveTo>
                    <a:cubicBezTo>
                      <a:pt x="24637" y="18269"/>
                      <a:pt x="24652" y="18284"/>
                      <a:pt x="24652" y="18299"/>
                    </a:cubicBezTo>
                    <a:cubicBezTo>
                      <a:pt x="24682" y="18390"/>
                      <a:pt x="24682" y="18481"/>
                      <a:pt x="24652" y="18572"/>
                    </a:cubicBezTo>
                    <a:lnTo>
                      <a:pt x="24409" y="18633"/>
                    </a:lnTo>
                    <a:lnTo>
                      <a:pt x="24226" y="18633"/>
                    </a:lnTo>
                    <a:cubicBezTo>
                      <a:pt x="24211" y="18724"/>
                      <a:pt x="24204" y="18770"/>
                      <a:pt x="24200" y="18770"/>
                    </a:cubicBezTo>
                    <a:cubicBezTo>
                      <a:pt x="24196" y="18770"/>
                      <a:pt x="24196" y="18724"/>
                      <a:pt x="24196" y="18633"/>
                    </a:cubicBezTo>
                    <a:lnTo>
                      <a:pt x="23922" y="18664"/>
                    </a:lnTo>
                    <a:lnTo>
                      <a:pt x="23770" y="18664"/>
                    </a:lnTo>
                    <a:cubicBezTo>
                      <a:pt x="23811" y="18583"/>
                      <a:pt x="23865" y="18529"/>
                      <a:pt x="23914" y="18529"/>
                    </a:cubicBezTo>
                    <a:cubicBezTo>
                      <a:pt x="23939" y="18529"/>
                      <a:pt x="23963" y="18542"/>
                      <a:pt x="23983" y="18572"/>
                    </a:cubicBezTo>
                    <a:cubicBezTo>
                      <a:pt x="23991" y="18580"/>
                      <a:pt x="24005" y="18583"/>
                      <a:pt x="24024" y="18583"/>
                    </a:cubicBezTo>
                    <a:cubicBezTo>
                      <a:pt x="24163" y="18583"/>
                      <a:pt x="24564" y="18409"/>
                      <a:pt x="24591" y="18329"/>
                    </a:cubicBezTo>
                    <a:cubicBezTo>
                      <a:pt x="24591" y="18284"/>
                      <a:pt x="24606" y="18269"/>
                      <a:pt x="24621" y="18269"/>
                    </a:cubicBezTo>
                    <a:close/>
                    <a:moveTo>
                      <a:pt x="18657" y="18461"/>
                    </a:moveTo>
                    <a:cubicBezTo>
                      <a:pt x="18689" y="18461"/>
                      <a:pt x="18732" y="18476"/>
                      <a:pt x="18785" y="18512"/>
                    </a:cubicBezTo>
                    <a:cubicBezTo>
                      <a:pt x="18846" y="18572"/>
                      <a:pt x="19150" y="18572"/>
                      <a:pt x="19089" y="18633"/>
                    </a:cubicBezTo>
                    <a:cubicBezTo>
                      <a:pt x="19029" y="18694"/>
                      <a:pt x="19181" y="18755"/>
                      <a:pt x="19241" y="18755"/>
                    </a:cubicBezTo>
                    <a:cubicBezTo>
                      <a:pt x="19424" y="18694"/>
                      <a:pt x="19576" y="18664"/>
                      <a:pt x="19758" y="18664"/>
                    </a:cubicBezTo>
                    <a:cubicBezTo>
                      <a:pt x="19880" y="18694"/>
                      <a:pt x="19910" y="18785"/>
                      <a:pt x="19880" y="18785"/>
                    </a:cubicBezTo>
                    <a:cubicBezTo>
                      <a:pt x="19834" y="18800"/>
                      <a:pt x="19789" y="18808"/>
                      <a:pt x="19747" y="18808"/>
                    </a:cubicBezTo>
                    <a:cubicBezTo>
                      <a:pt x="19705" y="18808"/>
                      <a:pt x="19667" y="18800"/>
                      <a:pt x="19637" y="18785"/>
                    </a:cubicBezTo>
                    <a:lnTo>
                      <a:pt x="19515" y="18876"/>
                    </a:lnTo>
                    <a:cubicBezTo>
                      <a:pt x="19509" y="18883"/>
                      <a:pt x="19499" y="18885"/>
                      <a:pt x="19487" y="18885"/>
                    </a:cubicBezTo>
                    <a:cubicBezTo>
                      <a:pt x="19438" y="18885"/>
                      <a:pt x="19351" y="18846"/>
                      <a:pt x="19302" y="18846"/>
                    </a:cubicBezTo>
                    <a:cubicBezTo>
                      <a:pt x="19211" y="18846"/>
                      <a:pt x="19120" y="18876"/>
                      <a:pt x="19029" y="18907"/>
                    </a:cubicBezTo>
                    <a:lnTo>
                      <a:pt x="18998" y="18907"/>
                    </a:lnTo>
                    <a:lnTo>
                      <a:pt x="18573" y="18724"/>
                    </a:lnTo>
                    <a:lnTo>
                      <a:pt x="18603" y="18512"/>
                    </a:lnTo>
                    <a:lnTo>
                      <a:pt x="18603" y="18481"/>
                    </a:lnTo>
                    <a:cubicBezTo>
                      <a:pt x="18616" y="18469"/>
                      <a:pt x="18634" y="18461"/>
                      <a:pt x="18657" y="18461"/>
                    </a:cubicBezTo>
                    <a:close/>
                    <a:moveTo>
                      <a:pt x="15442" y="18664"/>
                    </a:moveTo>
                    <a:cubicBezTo>
                      <a:pt x="15594" y="18664"/>
                      <a:pt x="15351" y="18907"/>
                      <a:pt x="15199" y="18937"/>
                    </a:cubicBezTo>
                    <a:cubicBezTo>
                      <a:pt x="15077" y="18937"/>
                      <a:pt x="14956" y="18876"/>
                      <a:pt x="14895" y="18755"/>
                    </a:cubicBezTo>
                    <a:cubicBezTo>
                      <a:pt x="14895" y="18724"/>
                      <a:pt x="14933" y="18709"/>
                      <a:pt x="14990" y="18709"/>
                    </a:cubicBezTo>
                    <a:cubicBezTo>
                      <a:pt x="15047" y="18709"/>
                      <a:pt x="15123" y="18724"/>
                      <a:pt x="15199" y="18755"/>
                    </a:cubicBezTo>
                    <a:lnTo>
                      <a:pt x="15320" y="18724"/>
                    </a:lnTo>
                    <a:lnTo>
                      <a:pt x="15442" y="18664"/>
                    </a:lnTo>
                    <a:close/>
                    <a:moveTo>
                      <a:pt x="17874" y="18755"/>
                    </a:moveTo>
                    <a:lnTo>
                      <a:pt x="17995" y="18816"/>
                    </a:lnTo>
                    <a:lnTo>
                      <a:pt x="18056" y="18816"/>
                    </a:lnTo>
                    <a:cubicBezTo>
                      <a:pt x="18147" y="18846"/>
                      <a:pt x="18178" y="18907"/>
                      <a:pt x="18117" y="18968"/>
                    </a:cubicBezTo>
                    <a:lnTo>
                      <a:pt x="18147" y="18968"/>
                    </a:lnTo>
                    <a:cubicBezTo>
                      <a:pt x="18109" y="18980"/>
                      <a:pt x="18035" y="18988"/>
                      <a:pt x="17957" y="18988"/>
                    </a:cubicBezTo>
                    <a:cubicBezTo>
                      <a:pt x="17846" y="18988"/>
                      <a:pt x="17727" y="18973"/>
                      <a:pt x="17691" y="18937"/>
                    </a:cubicBezTo>
                    <a:cubicBezTo>
                      <a:pt x="17661" y="18846"/>
                      <a:pt x="17752" y="18785"/>
                      <a:pt x="17874" y="18755"/>
                    </a:cubicBezTo>
                    <a:close/>
                    <a:moveTo>
                      <a:pt x="8269" y="18512"/>
                    </a:moveTo>
                    <a:cubicBezTo>
                      <a:pt x="8299" y="18512"/>
                      <a:pt x="8360" y="18512"/>
                      <a:pt x="8390" y="18542"/>
                    </a:cubicBezTo>
                    <a:lnTo>
                      <a:pt x="8512" y="18633"/>
                    </a:lnTo>
                    <a:cubicBezTo>
                      <a:pt x="8603" y="18724"/>
                      <a:pt x="8664" y="18846"/>
                      <a:pt x="8694" y="18968"/>
                    </a:cubicBezTo>
                    <a:cubicBezTo>
                      <a:pt x="8694" y="18983"/>
                      <a:pt x="8671" y="18990"/>
                      <a:pt x="8637" y="18990"/>
                    </a:cubicBezTo>
                    <a:cubicBezTo>
                      <a:pt x="8603" y="18990"/>
                      <a:pt x="8557" y="18983"/>
                      <a:pt x="8512" y="18968"/>
                    </a:cubicBezTo>
                    <a:cubicBezTo>
                      <a:pt x="8542" y="18816"/>
                      <a:pt x="8390" y="18876"/>
                      <a:pt x="8329" y="18816"/>
                    </a:cubicBezTo>
                    <a:cubicBezTo>
                      <a:pt x="8275" y="18761"/>
                      <a:pt x="8318" y="18659"/>
                      <a:pt x="8198" y="18659"/>
                    </a:cubicBezTo>
                    <a:cubicBezTo>
                      <a:pt x="8184" y="18659"/>
                      <a:pt x="8167" y="18660"/>
                      <a:pt x="8147" y="18664"/>
                    </a:cubicBezTo>
                    <a:cubicBezTo>
                      <a:pt x="8147" y="18664"/>
                      <a:pt x="8117" y="18572"/>
                      <a:pt x="8117" y="18572"/>
                    </a:cubicBezTo>
                    <a:cubicBezTo>
                      <a:pt x="8147" y="18542"/>
                      <a:pt x="8208" y="18512"/>
                      <a:pt x="8269" y="18512"/>
                    </a:cubicBezTo>
                    <a:close/>
                    <a:moveTo>
                      <a:pt x="9484" y="18572"/>
                    </a:moveTo>
                    <a:cubicBezTo>
                      <a:pt x="9545" y="18572"/>
                      <a:pt x="9576" y="18603"/>
                      <a:pt x="9576" y="18633"/>
                    </a:cubicBezTo>
                    <a:lnTo>
                      <a:pt x="9576" y="18664"/>
                    </a:lnTo>
                    <a:cubicBezTo>
                      <a:pt x="9576" y="18694"/>
                      <a:pt x="9515" y="18755"/>
                      <a:pt x="9576" y="18785"/>
                    </a:cubicBezTo>
                    <a:cubicBezTo>
                      <a:pt x="9636" y="18846"/>
                      <a:pt x="9667" y="18876"/>
                      <a:pt x="9576" y="18907"/>
                    </a:cubicBezTo>
                    <a:lnTo>
                      <a:pt x="9396" y="18996"/>
                    </a:lnTo>
                    <a:lnTo>
                      <a:pt x="9396" y="18996"/>
                    </a:lnTo>
                    <a:cubicBezTo>
                      <a:pt x="9370" y="18958"/>
                      <a:pt x="9338" y="18917"/>
                      <a:pt x="9302" y="18876"/>
                    </a:cubicBezTo>
                    <a:lnTo>
                      <a:pt x="9484" y="18572"/>
                    </a:lnTo>
                    <a:close/>
                    <a:moveTo>
                      <a:pt x="16872" y="18856"/>
                    </a:moveTo>
                    <a:cubicBezTo>
                      <a:pt x="16913" y="18856"/>
                      <a:pt x="16956" y="18870"/>
                      <a:pt x="16992" y="18907"/>
                    </a:cubicBezTo>
                    <a:lnTo>
                      <a:pt x="16810" y="18968"/>
                    </a:lnTo>
                    <a:lnTo>
                      <a:pt x="16658" y="18998"/>
                    </a:lnTo>
                    <a:cubicBezTo>
                      <a:pt x="16679" y="18934"/>
                      <a:pt x="16775" y="18856"/>
                      <a:pt x="16872" y="18856"/>
                    </a:cubicBezTo>
                    <a:close/>
                    <a:moveTo>
                      <a:pt x="14081" y="18774"/>
                    </a:moveTo>
                    <a:cubicBezTo>
                      <a:pt x="14101" y="18774"/>
                      <a:pt x="14120" y="18778"/>
                      <a:pt x="14135" y="18785"/>
                    </a:cubicBezTo>
                    <a:cubicBezTo>
                      <a:pt x="14226" y="18846"/>
                      <a:pt x="14165" y="19059"/>
                      <a:pt x="14135" y="19120"/>
                    </a:cubicBezTo>
                    <a:cubicBezTo>
                      <a:pt x="14135" y="19150"/>
                      <a:pt x="14097" y="19165"/>
                      <a:pt x="14044" y="19165"/>
                    </a:cubicBezTo>
                    <a:cubicBezTo>
                      <a:pt x="13991" y="19165"/>
                      <a:pt x="13922" y="19150"/>
                      <a:pt x="13861" y="19120"/>
                    </a:cubicBezTo>
                    <a:lnTo>
                      <a:pt x="14013" y="18968"/>
                    </a:lnTo>
                    <a:cubicBezTo>
                      <a:pt x="14013" y="18968"/>
                      <a:pt x="14013" y="18937"/>
                      <a:pt x="14013" y="18907"/>
                    </a:cubicBezTo>
                    <a:lnTo>
                      <a:pt x="13953" y="18876"/>
                    </a:lnTo>
                    <a:cubicBezTo>
                      <a:pt x="13953" y="18808"/>
                      <a:pt x="14021" y="18774"/>
                      <a:pt x="14081" y="18774"/>
                    </a:cubicBezTo>
                    <a:close/>
                    <a:moveTo>
                      <a:pt x="16202" y="18702"/>
                    </a:moveTo>
                    <a:cubicBezTo>
                      <a:pt x="16225" y="18702"/>
                      <a:pt x="16247" y="18709"/>
                      <a:pt x="16263" y="18724"/>
                    </a:cubicBezTo>
                    <a:cubicBezTo>
                      <a:pt x="16323" y="18785"/>
                      <a:pt x="16354" y="18876"/>
                      <a:pt x="16354" y="18968"/>
                    </a:cubicBezTo>
                    <a:cubicBezTo>
                      <a:pt x="16384" y="19028"/>
                      <a:pt x="16323" y="19089"/>
                      <a:pt x="16293" y="19150"/>
                    </a:cubicBezTo>
                    <a:lnTo>
                      <a:pt x="16293" y="19180"/>
                    </a:lnTo>
                    <a:lnTo>
                      <a:pt x="16202" y="19180"/>
                    </a:lnTo>
                    <a:cubicBezTo>
                      <a:pt x="16141" y="19120"/>
                      <a:pt x="16080" y="19059"/>
                      <a:pt x="16050" y="18998"/>
                    </a:cubicBezTo>
                    <a:cubicBezTo>
                      <a:pt x="16019" y="18937"/>
                      <a:pt x="16050" y="18846"/>
                      <a:pt x="16080" y="18785"/>
                    </a:cubicBezTo>
                    <a:lnTo>
                      <a:pt x="16141" y="18724"/>
                    </a:lnTo>
                    <a:cubicBezTo>
                      <a:pt x="16156" y="18709"/>
                      <a:pt x="16179" y="18702"/>
                      <a:pt x="16202" y="18702"/>
                    </a:cubicBezTo>
                    <a:close/>
                    <a:moveTo>
                      <a:pt x="10396" y="19059"/>
                    </a:moveTo>
                    <a:lnTo>
                      <a:pt x="10487" y="19089"/>
                    </a:lnTo>
                    <a:lnTo>
                      <a:pt x="10670" y="19120"/>
                    </a:lnTo>
                    <a:cubicBezTo>
                      <a:pt x="10611" y="19237"/>
                      <a:pt x="10539" y="19304"/>
                      <a:pt x="10480" y="19304"/>
                    </a:cubicBezTo>
                    <a:cubicBezTo>
                      <a:pt x="10447" y="19304"/>
                      <a:pt x="10418" y="19284"/>
                      <a:pt x="10396" y="19241"/>
                    </a:cubicBezTo>
                    <a:lnTo>
                      <a:pt x="10305" y="19180"/>
                    </a:lnTo>
                    <a:lnTo>
                      <a:pt x="10244" y="19150"/>
                    </a:lnTo>
                    <a:cubicBezTo>
                      <a:pt x="10214" y="19089"/>
                      <a:pt x="10275" y="19059"/>
                      <a:pt x="10396" y="19059"/>
                    </a:cubicBezTo>
                    <a:close/>
                    <a:moveTo>
                      <a:pt x="5486" y="18889"/>
                    </a:moveTo>
                    <a:cubicBezTo>
                      <a:pt x="5503" y="18889"/>
                      <a:pt x="5536" y="18910"/>
                      <a:pt x="5594" y="18968"/>
                    </a:cubicBezTo>
                    <a:lnTo>
                      <a:pt x="5685" y="18968"/>
                    </a:lnTo>
                    <a:cubicBezTo>
                      <a:pt x="5776" y="18998"/>
                      <a:pt x="5898" y="18998"/>
                      <a:pt x="5959" y="19059"/>
                    </a:cubicBezTo>
                    <a:lnTo>
                      <a:pt x="6019" y="19120"/>
                    </a:lnTo>
                    <a:cubicBezTo>
                      <a:pt x="6050" y="19211"/>
                      <a:pt x="5989" y="19302"/>
                      <a:pt x="5898" y="19302"/>
                    </a:cubicBezTo>
                    <a:lnTo>
                      <a:pt x="5867" y="19302"/>
                    </a:lnTo>
                    <a:cubicBezTo>
                      <a:pt x="5852" y="19317"/>
                      <a:pt x="5845" y="19325"/>
                      <a:pt x="5837" y="19325"/>
                    </a:cubicBezTo>
                    <a:cubicBezTo>
                      <a:pt x="5829" y="19325"/>
                      <a:pt x="5822" y="19317"/>
                      <a:pt x="5807" y="19302"/>
                    </a:cubicBezTo>
                    <a:cubicBezTo>
                      <a:pt x="5776" y="19302"/>
                      <a:pt x="5746" y="19302"/>
                      <a:pt x="5746" y="19272"/>
                    </a:cubicBezTo>
                    <a:lnTo>
                      <a:pt x="5807" y="19120"/>
                    </a:lnTo>
                    <a:cubicBezTo>
                      <a:pt x="5655" y="19089"/>
                      <a:pt x="5533" y="19028"/>
                      <a:pt x="5472" y="18907"/>
                    </a:cubicBezTo>
                    <a:cubicBezTo>
                      <a:pt x="5472" y="18896"/>
                      <a:pt x="5476" y="18889"/>
                      <a:pt x="5486" y="18889"/>
                    </a:cubicBezTo>
                    <a:close/>
                    <a:moveTo>
                      <a:pt x="12344" y="18975"/>
                    </a:moveTo>
                    <a:cubicBezTo>
                      <a:pt x="12363" y="18975"/>
                      <a:pt x="12372" y="18992"/>
                      <a:pt x="12372" y="19028"/>
                    </a:cubicBezTo>
                    <a:cubicBezTo>
                      <a:pt x="12372" y="19089"/>
                      <a:pt x="12342" y="19393"/>
                      <a:pt x="12220" y="19393"/>
                    </a:cubicBezTo>
                    <a:cubicBezTo>
                      <a:pt x="12098" y="19393"/>
                      <a:pt x="12068" y="19302"/>
                      <a:pt x="12098" y="19180"/>
                    </a:cubicBezTo>
                    <a:lnTo>
                      <a:pt x="12190" y="19089"/>
                    </a:lnTo>
                    <a:cubicBezTo>
                      <a:pt x="12263" y="19016"/>
                      <a:pt x="12315" y="18975"/>
                      <a:pt x="12344" y="18975"/>
                    </a:cubicBezTo>
                    <a:close/>
                    <a:moveTo>
                      <a:pt x="13713" y="18755"/>
                    </a:moveTo>
                    <a:cubicBezTo>
                      <a:pt x="13755" y="18755"/>
                      <a:pt x="13770" y="18785"/>
                      <a:pt x="13740" y="18846"/>
                    </a:cubicBezTo>
                    <a:lnTo>
                      <a:pt x="13740" y="18907"/>
                    </a:lnTo>
                    <a:cubicBezTo>
                      <a:pt x="13740" y="18998"/>
                      <a:pt x="13770" y="19089"/>
                      <a:pt x="13770" y="19150"/>
                    </a:cubicBezTo>
                    <a:lnTo>
                      <a:pt x="13801" y="19241"/>
                    </a:lnTo>
                    <a:cubicBezTo>
                      <a:pt x="13831" y="19302"/>
                      <a:pt x="13831" y="19363"/>
                      <a:pt x="13801" y="19424"/>
                    </a:cubicBezTo>
                    <a:cubicBezTo>
                      <a:pt x="13796" y="19428"/>
                      <a:pt x="13791" y="19430"/>
                      <a:pt x="13785" y="19430"/>
                    </a:cubicBezTo>
                    <a:cubicBezTo>
                      <a:pt x="13746" y="19430"/>
                      <a:pt x="13675" y="19359"/>
                      <a:pt x="13649" y="19332"/>
                    </a:cubicBezTo>
                    <a:cubicBezTo>
                      <a:pt x="13645" y="19329"/>
                      <a:pt x="13640" y="19327"/>
                      <a:pt x="13634" y="19327"/>
                    </a:cubicBezTo>
                    <a:cubicBezTo>
                      <a:pt x="13591" y="19327"/>
                      <a:pt x="13487" y="19398"/>
                      <a:pt x="13408" y="19398"/>
                    </a:cubicBezTo>
                    <a:cubicBezTo>
                      <a:pt x="13396" y="19398"/>
                      <a:pt x="13385" y="19397"/>
                      <a:pt x="13375" y="19393"/>
                    </a:cubicBezTo>
                    <a:cubicBezTo>
                      <a:pt x="13284" y="19363"/>
                      <a:pt x="13193" y="19332"/>
                      <a:pt x="13132" y="19302"/>
                    </a:cubicBezTo>
                    <a:cubicBezTo>
                      <a:pt x="13101" y="19302"/>
                      <a:pt x="13071" y="19272"/>
                      <a:pt x="13132" y="19241"/>
                    </a:cubicBezTo>
                    <a:lnTo>
                      <a:pt x="13132" y="19211"/>
                    </a:lnTo>
                    <a:lnTo>
                      <a:pt x="13223" y="19120"/>
                    </a:lnTo>
                    <a:cubicBezTo>
                      <a:pt x="13233" y="19094"/>
                      <a:pt x="13229" y="19083"/>
                      <a:pt x="13213" y="19083"/>
                    </a:cubicBezTo>
                    <a:cubicBezTo>
                      <a:pt x="13138" y="19083"/>
                      <a:pt x="12812" y="19338"/>
                      <a:pt x="12737" y="19363"/>
                    </a:cubicBezTo>
                    <a:cubicBezTo>
                      <a:pt x="12729" y="19365"/>
                      <a:pt x="12721" y="19367"/>
                      <a:pt x="12713" y="19367"/>
                    </a:cubicBezTo>
                    <a:cubicBezTo>
                      <a:pt x="12630" y="19367"/>
                      <a:pt x="12554" y="19233"/>
                      <a:pt x="12554" y="19150"/>
                    </a:cubicBezTo>
                    <a:cubicBezTo>
                      <a:pt x="12554" y="19124"/>
                      <a:pt x="12598" y="19115"/>
                      <a:pt x="12655" y="19115"/>
                    </a:cubicBezTo>
                    <a:cubicBezTo>
                      <a:pt x="12733" y="19115"/>
                      <a:pt x="12836" y="19132"/>
                      <a:pt x="12889" y="19150"/>
                    </a:cubicBezTo>
                    <a:cubicBezTo>
                      <a:pt x="12905" y="19155"/>
                      <a:pt x="12922" y="19158"/>
                      <a:pt x="12939" y="19158"/>
                    </a:cubicBezTo>
                    <a:cubicBezTo>
                      <a:pt x="13020" y="19158"/>
                      <a:pt x="13107" y="19103"/>
                      <a:pt x="13132" y="19028"/>
                    </a:cubicBezTo>
                    <a:cubicBezTo>
                      <a:pt x="13162" y="18907"/>
                      <a:pt x="13253" y="18816"/>
                      <a:pt x="13375" y="18785"/>
                    </a:cubicBezTo>
                    <a:lnTo>
                      <a:pt x="13497" y="18846"/>
                    </a:lnTo>
                    <a:lnTo>
                      <a:pt x="13527" y="18846"/>
                    </a:lnTo>
                    <a:cubicBezTo>
                      <a:pt x="13603" y="18785"/>
                      <a:pt x="13671" y="18755"/>
                      <a:pt x="13713" y="18755"/>
                    </a:cubicBezTo>
                    <a:close/>
                    <a:moveTo>
                      <a:pt x="15747" y="19003"/>
                    </a:moveTo>
                    <a:cubicBezTo>
                      <a:pt x="15792" y="19061"/>
                      <a:pt x="15997" y="19319"/>
                      <a:pt x="15898" y="19393"/>
                    </a:cubicBezTo>
                    <a:cubicBezTo>
                      <a:pt x="15827" y="19446"/>
                      <a:pt x="15767" y="19479"/>
                      <a:pt x="15741" y="19479"/>
                    </a:cubicBezTo>
                    <a:cubicBezTo>
                      <a:pt x="15722" y="19479"/>
                      <a:pt x="15720" y="19462"/>
                      <a:pt x="15746" y="19424"/>
                    </a:cubicBezTo>
                    <a:cubicBezTo>
                      <a:pt x="15776" y="19273"/>
                      <a:pt x="15776" y="19153"/>
                      <a:pt x="15747" y="19003"/>
                    </a:cubicBezTo>
                    <a:close/>
                    <a:moveTo>
                      <a:pt x="14652" y="18998"/>
                    </a:moveTo>
                    <a:lnTo>
                      <a:pt x="14773" y="19028"/>
                    </a:lnTo>
                    <a:cubicBezTo>
                      <a:pt x="14864" y="19059"/>
                      <a:pt x="14925" y="19180"/>
                      <a:pt x="14864" y="19211"/>
                    </a:cubicBezTo>
                    <a:cubicBezTo>
                      <a:pt x="14826" y="19250"/>
                      <a:pt x="14787" y="19301"/>
                      <a:pt x="14740" y="19301"/>
                    </a:cubicBezTo>
                    <a:cubicBezTo>
                      <a:pt x="14713" y="19301"/>
                      <a:pt x="14684" y="19285"/>
                      <a:pt x="14652" y="19241"/>
                    </a:cubicBezTo>
                    <a:cubicBezTo>
                      <a:pt x="14644" y="19234"/>
                      <a:pt x="14636" y="19230"/>
                      <a:pt x="14629" y="19230"/>
                    </a:cubicBezTo>
                    <a:cubicBezTo>
                      <a:pt x="14606" y="19230"/>
                      <a:pt x="14583" y="19264"/>
                      <a:pt x="14560" y="19332"/>
                    </a:cubicBezTo>
                    <a:cubicBezTo>
                      <a:pt x="14530" y="19393"/>
                      <a:pt x="14500" y="19424"/>
                      <a:pt x="14469" y="19454"/>
                    </a:cubicBezTo>
                    <a:cubicBezTo>
                      <a:pt x="14409" y="19484"/>
                      <a:pt x="14378" y="19484"/>
                      <a:pt x="14317" y="19484"/>
                    </a:cubicBezTo>
                    <a:lnTo>
                      <a:pt x="14287" y="19484"/>
                    </a:lnTo>
                    <a:cubicBezTo>
                      <a:pt x="14287" y="19424"/>
                      <a:pt x="14409" y="19211"/>
                      <a:pt x="14378" y="19150"/>
                    </a:cubicBezTo>
                    <a:cubicBezTo>
                      <a:pt x="14378" y="19059"/>
                      <a:pt x="14500" y="18998"/>
                      <a:pt x="14652" y="18998"/>
                    </a:cubicBezTo>
                    <a:close/>
                    <a:moveTo>
                      <a:pt x="7448" y="18846"/>
                    </a:moveTo>
                    <a:cubicBezTo>
                      <a:pt x="7539" y="18846"/>
                      <a:pt x="7630" y="18846"/>
                      <a:pt x="7721" y="18876"/>
                    </a:cubicBezTo>
                    <a:cubicBezTo>
                      <a:pt x="7813" y="18937"/>
                      <a:pt x="7752" y="18968"/>
                      <a:pt x="7721" y="19028"/>
                    </a:cubicBezTo>
                    <a:lnTo>
                      <a:pt x="7691" y="19120"/>
                    </a:lnTo>
                    <a:cubicBezTo>
                      <a:pt x="7691" y="19241"/>
                      <a:pt x="7752" y="19332"/>
                      <a:pt x="7813" y="19332"/>
                    </a:cubicBezTo>
                    <a:lnTo>
                      <a:pt x="7843" y="19363"/>
                    </a:lnTo>
                    <a:lnTo>
                      <a:pt x="7904" y="19363"/>
                    </a:lnTo>
                    <a:cubicBezTo>
                      <a:pt x="7965" y="19393"/>
                      <a:pt x="7965" y="19484"/>
                      <a:pt x="7904" y="19515"/>
                    </a:cubicBezTo>
                    <a:lnTo>
                      <a:pt x="7782" y="19515"/>
                    </a:lnTo>
                    <a:cubicBezTo>
                      <a:pt x="7630" y="19515"/>
                      <a:pt x="7539" y="19393"/>
                      <a:pt x="7539" y="19272"/>
                    </a:cubicBezTo>
                    <a:lnTo>
                      <a:pt x="7448" y="19180"/>
                    </a:lnTo>
                    <a:cubicBezTo>
                      <a:pt x="7387" y="19120"/>
                      <a:pt x="7569" y="18998"/>
                      <a:pt x="7387" y="18937"/>
                    </a:cubicBezTo>
                    <a:cubicBezTo>
                      <a:pt x="7387" y="18937"/>
                      <a:pt x="7448" y="18846"/>
                      <a:pt x="7448" y="18846"/>
                    </a:cubicBezTo>
                    <a:close/>
                    <a:moveTo>
                      <a:pt x="11146" y="18934"/>
                    </a:moveTo>
                    <a:cubicBezTo>
                      <a:pt x="11256" y="18934"/>
                      <a:pt x="11519" y="19124"/>
                      <a:pt x="11491" y="19180"/>
                    </a:cubicBezTo>
                    <a:cubicBezTo>
                      <a:pt x="11484" y="19201"/>
                      <a:pt x="11483" y="19209"/>
                      <a:pt x="11487" y="19209"/>
                    </a:cubicBezTo>
                    <a:cubicBezTo>
                      <a:pt x="11502" y="19209"/>
                      <a:pt x="11578" y="19106"/>
                      <a:pt x="11673" y="19059"/>
                    </a:cubicBezTo>
                    <a:cubicBezTo>
                      <a:pt x="11718" y="19044"/>
                      <a:pt x="11764" y="19036"/>
                      <a:pt x="11802" y="19036"/>
                    </a:cubicBezTo>
                    <a:cubicBezTo>
                      <a:pt x="11840" y="19036"/>
                      <a:pt x="11870" y="19044"/>
                      <a:pt x="11886" y="19059"/>
                    </a:cubicBezTo>
                    <a:cubicBezTo>
                      <a:pt x="11916" y="19120"/>
                      <a:pt x="11794" y="19363"/>
                      <a:pt x="11703" y="19393"/>
                    </a:cubicBezTo>
                    <a:cubicBezTo>
                      <a:pt x="11612" y="19454"/>
                      <a:pt x="11460" y="19576"/>
                      <a:pt x="11339" y="19667"/>
                    </a:cubicBezTo>
                    <a:lnTo>
                      <a:pt x="11217" y="19515"/>
                    </a:lnTo>
                    <a:lnTo>
                      <a:pt x="11126" y="19363"/>
                    </a:lnTo>
                    <a:cubicBezTo>
                      <a:pt x="11106" y="19367"/>
                      <a:pt x="11087" y="19369"/>
                      <a:pt x="11068" y="19369"/>
                    </a:cubicBezTo>
                    <a:cubicBezTo>
                      <a:pt x="10943" y="19369"/>
                      <a:pt x="10844" y="19282"/>
                      <a:pt x="10791" y="19150"/>
                    </a:cubicBezTo>
                    <a:cubicBezTo>
                      <a:pt x="10791" y="19089"/>
                      <a:pt x="11035" y="18968"/>
                      <a:pt x="11126" y="18937"/>
                    </a:cubicBezTo>
                    <a:cubicBezTo>
                      <a:pt x="11132" y="18935"/>
                      <a:pt x="11139" y="18934"/>
                      <a:pt x="11146" y="18934"/>
                    </a:cubicBezTo>
                    <a:close/>
                    <a:moveTo>
                      <a:pt x="9910" y="18907"/>
                    </a:moveTo>
                    <a:cubicBezTo>
                      <a:pt x="9940" y="18998"/>
                      <a:pt x="9940" y="19089"/>
                      <a:pt x="9940" y="19180"/>
                    </a:cubicBezTo>
                    <a:cubicBezTo>
                      <a:pt x="9963" y="19249"/>
                      <a:pt x="9986" y="19283"/>
                      <a:pt x="10022" y="19283"/>
                    </a:cubicBezTo>
                    <a:cubicBezTo>
                      <a:pt x="10033" y="19283"/>
                      <a:pt x="10047" y="19279"/>
                      <a:pt x="10062" y="19272"/>
                    </a:cubicBezTo>
                    <a:lnTo>
                      <a:pt x="10123" y="19272"/>
                    </a:lnTo>
                    <a:cubicBezTo>
                      <a:pt x="10132" y="19263"/>
                      <a:pt x="10143" y="19259"/>
                      <a:pt x="10156" y="19259"/>
                    </a:cubicBezTo>
                    <a:cubicBezTo>
                      <a:pt x="10186" y="19259"/>
                      <a:pt x="10223" y="19280"/>
                      <a:pt x="10244" y="19302"/>
                    </a:cubicBezTo>
                    <a:lnTo>
                      <a:pt x="10275" y="19332"/>
                    </a:lnTo>
                    <a:cubicBezTo>
                      <a:pt x="10244" y="19363"/>
                      <a:pt x="10001" y="19363"/>
                      <a:pt x="9910" y="19424"/>
                    </a:cubicBezTo>
                    <a:lnTo>
                      <a:pt x="9545" y="19728"/>
                    </a:lnTo>
                    <a:lnTo>
                      <a:pt x="9332" y="19667"/>
                    </a:lnTo>
                    <a:lnTo>
                      <a:pt x="9272" y="19667"/>
                    </a:lnTo>
                    <a:lnTo>
                      <a:pt x="9120" y="19728"/>
                    </a:lnTo>
                    <a:cubicBezTo>
                      <a:pt x="9094" y="19689"/>
                      <a:pt x="9031" y="19672"/>
                      <a:pt x="8949" y="19672"/>
                    </a:cubicBezTo>
                    <a:cubicBezTo>
                      <a:pt x="8835" y="19672"/>
                      <a:pt x="8683" y="19705"/>
                      <a:pt x="8542" y="19758"/>
                    </a:cubicBezTo>
                    <a:lnTo>
                      <a:pt x="8299" y="19667"/>
                    </a:lnTo>
                    <a:lnTo>
                      <a:pt x="8147" y="19606"/>
                    </a:lnTo>
                    <a:cubicBezTo>
                      <a:pt x="8108" y="19490"/>
                      <a:pt x="8229" y="19448"/>
                      <a:pt x="8361" y="19448"/>
                    </a:cubicBezTo>
                    <a:cubicBezTo>
                      <a:pt x="8437" y="19448"/>
                      <a:pt x="8517" y="19462"/>
                      <a:pt x="8573" y="19484"/>
                    </a:cubicBezTo>
                    <a:cubicBezTo>
                      <a:pt x="8605" y="19493"/>
                      <a:pt x="8631" y="19496"/>
                      <a:pt x="8651" y="19496"/>
                    </a:cubicBezTo>
                    <a:cubicBezTo>
                      <a:pt x="8704" y="19496"/>
                      <a:pt x="8708" y="19468"/>
                      <a:pt x="8664" y="19424"/>
                    </a:cubicBezTo>
                    <a:lnTo>
                      <a:pt x="8664" y="19363"/>
                    </a:lnTo>
                    <a:cubicBezTo>
                      <a:pt x="8664" y="19302"/>
                      <a:pt x="8755" y="19302"/>
                      <a:pt x="8785" y="19302"/>
                    </a:cubicBezTo>
                    <a:cubicBezTo>
                      <a:pt x="8876" y="19363"/>
                      <a:pt x="8937" y="19424"/>
                      <a:pt x="9028" y="19515"/>
                    </a:cubicBezTo>
                    <a:lnTo>
                      <a:pt x="9302" y="19424"/>
                    </a:lnTo>
                    <a:lnTo>
                      <a:pt x="9424" y="19393"/>
                    </a:lnTo>
                    <a:cubicBezTo>
                      <a:pt x="9501" y="19362"/>
                      <a:pt x="9523" y="19293"/>
                      <a:pt x="9499" y="19199"/>
                    </a:cubicBezTo>
                    <a:lnTo>
                      <a:pt x="9499" y="19199"/>
                    </a:lnTo>
                    <a:cubicBezTo>
                      <a:pt x="9603" y="19146"/>
                      <a:pt x="9708" y="19090"/>
                      <a:pt x="9819" y="19028"/>
                    </a:cubicBezTo>
                    <a:cubicBezTo>
                      <a:pt x="9819" y="18968"/>
                      <a:pt x="9910" y="18907"/>
                      <a:pt x="9910" y="18907"/>
                    </a:cubicBezTo>
                    <a:close/>
                    <a:moveTo>
                      <a:pt x="5716" y="19480"/>
                    </a:moveTo>
                    <a:cubicBezTo>
                      <a:pt x="5758" y="19480"/>
                      <a:pt x="5789" y="19489"/>
                      <a:pt x="5776" y="19515"/>
                    </a:cubicBezTo>
                    <a:cubicBezTo>
                      <a:pt x="5776" y="19576"/>
                      <a:pt x="5807" y="19667"/>
                      <a:pt x="5867" y="19697"/>
                    </a:cubicBezTo>
                    <a:cubicBezTo>
                      <a:pt x="5898" y="19728"/>
                      <a:pt x="5898" y="19758"/>
                      <a:pt x="5837" y="19788"/>
                    </a:cubicBezTo>
                    <a:cubicBezTo>
                      <a:pt x="5819" y="19797"/>
                      <a:pt x="5786" y="19801"/>
                      <a:pt x="5747" y="19801"/>
                    </a:cubicBezTo>
                    <a:cubicBezTo>
                      <a:pt x="5655" y="19801"/>
                      <a:pt x="5533" y="19779"/>
                      <a:pt x="5533" y="19758"/>
                    </a:cubicBezTo>
                    <a:cubicBezTo>
                      <a:pt x="5533" y="19667"/>
                      <a:pt x="5533" y="19606"/>
                      <a:pt x="5563" y="19515"/>
                    </a:cubicBezTo>
                    <a:cubicBezTo>
                      <a:pt x="5581" y="19497"/>
                      <a:pt x="5659" y="19480"/>
                      <a:pt x="5716" y="19480"/>
                    </a:cubicBezTo>
                    <a:close/>
                    <a:moveTo>
                      <a:pt x="6454" y="19541"/>
                    </a:moveTo>
                    <a:cubicBezTo>
                      <a:pt x="6490" y="19541"/>
                      <a:pt x="6561" y="19672"/>
                      <a:pt x="6506" y="19728"/>
                    </a:cubicBezTo>
                    <a:cubicBezTo>
                      <a:pt x="6384" y="19788"/>
                      <a:pt x="6262" y="19819"/>
                      <a:pt x="6110" y="19819"/>
                    </a:cubicBezTo>
                    <a:cubicBezTo>
                      <a:pt x="6050" y="19758"/>
                      <a:pt x="5989" y="19697"/>
                      <a:pt x="6050" y="19636"/>
                    </a:cubicBezTo>
                    <a:cubicBezTo>
                      <a:pt x="6141" y="19606"/>
                      <a:pt x="6232" y="19606"/>
                      <a:pt x="6293" y="19606"/>
                    </a:cubicBezTo>
                    <a:cubicBezTo>
                      <a:pt x="6304" y="19612"/>
                      <a:pt x="6317" y="19614"/>
                      <a:pt x="6330" y="19614"/>
                    </a:cubicBezTo>
                    <a:cubicBezTo>
                      <a:pt x="6385" y="19614"/>
                      <a:pt x="6445" y="19570"/>
                      <a:pt x="6445" y="19545"/>
                    </a:cubicBezTo>
                    <a:cubicBezTo>
                      <a:pt x="6448" y="19542"/>
                      <a:pt x="6451" y="19541"/>
                      <a:pt x="6454" y="19541"/>
                    </a:cubicBezTo>
                    <a:close/>
                    <a:moveTo>
                      <a:pt x="2748" y="19669"/>
                    </a:moveTo>
                    <a:cubicBezTo>
                      <a:pt x="2884" y="19669"/>
                      <a:pt x="3155" y="19771"/>
                      <a:pt x="3132" y="19819"/>
                    </a:cubicBezTo>
                    <a:cubicBezTo>
                      <a:pt x="3132" y="19849"/>
                      <a:pt x="3117" y="19864"/>
                      <a:pt x="3098" y="19864"/>
                    </a:cubicBezTo>
                    <a:cubicBezTo>
                      <a:pt x="3079" y="19864"/>
                      <a:pt x="3056" y="19849"/>
                      <a:pt x="3041" y="19819"/>
                    </a:cubicBezTo>
                    <a:cubicBezTo>
                      <a:pt x="3029" y="19796"/>
                      <a:pt x="2985" y="19790"/>
                      <a:pt x="2930" y="19790"/>
                    </a:cubicBezTo>
                    <a:cubicBezTo>
                      <a:pt x="2871" y="19790"/>
                      <a:pt x="2799" y="19797"/>
                      <a:pt x="2745" y="19797"/>
                    </a:cubicBezTo>
                    <a:cubicBezTo>
                      <a:pt x="2714" y="19797"/>
                      <a:pt x="2690" y="19795"/>
                      <a:pt x="2676" y="19788"/>
                    </a:cubicBezTo>
                    <a:lnTo>
                      <a:pt x="2676" y="19697"/>
                    </a:lnTo>
                    <a:cubicBezTo>
                      <a:pt x="2682" y="19677"/>
                      <a:pt x="2710" y="19669"/>
                      <a:pt x="2748" y="19669"/>
                    </a:cubicBezTo>
                    <a:close/>
                    <a:moveTo>
                      <a:pt x="71097" y="19819"/>
                    </a:moveTo>
                    <a:lnTo>
                      <a:pt x="71218" y="19880"/>
                    </a:lnTo>
                    <a:cubicBezTo>
                      <a:pt x="71248" y="19910"/>
                      <a:pt x="71279" y="19940"/>
                      <a:pt x="71309" y="19940"/>
                    </a:cubicBezTo>
                    <a:lnTo>
                      <a:pt x="71370" y="19971"/>
                    </a:lnTo>
                    <a:cubicBezTo>
                      <a:pt x="71431" y="20031"/>
                      <a:pt x="71340" y="20092"/>
                      <a:pt x="71157" y="20123"/>
                    </a:cubicBezTo>
                    <a:lnTo>
                      <a:pt x="71005" y="20153"/>
                    </a:lnTo>
                    <a:cubicBezTo>
                      <a:pt x="70945" y="20153"/>
                      <a:pt x="70914" y="20123"/>
                      <a:pt x="70884" y="20092"/>
                    </a:cubicBezTo>
                    <a:lnTo>
                      <a:pt x="70853" y="20062"/>
                    </a:lnTo>
                    <a:cubicBezTo>
                      <a:pt x="70853" y="20001"/>
                      <a:pt x="70945" y="19880"/>
                      <a:pt x="71097" y="19819"/>
                    </a:cubicBezTo>
                    <a:close/>
                    <a:moveTo>
                      <a:pt x="426" y="19606"/>
                    </a:moveTo>
                    <a:cubicBezTo>
                      <a:pt x="426" y="19606"/>
                      <a:pt x="518" y="19728"/>
                      <a:pt x="548" y="19758"/>
                    </a:cubicBezTo>
                    <a:cubicBezTo>
                      <a:pt x="576" y="19813"/>
                      <a:pt x="654" y="19944"/>
                      <a:pt x="691" y="19944"/>
                    </a:cubicBezTo>
                    <a:cubicBezTo>
                      <a:pt x="694" y="19944"/>
                      <a:pt x="697" y="19943"/>
                      <a:pt x="700" y="19940"/>
                    </a:cubicBezTo>
                    <a:cubicBezTo>
                      <a:pt x="709" y="19922"/>
                      <a:pt x="720" y="19915"/>
                      <a:pt x="732" y="19915"/>
                    </a:cubicBezTo>
                    <a:cubicBezTo>
                      <a:pt x="761" y="19915"/>
                      <a:pt x="791" y="19958"/>
                      <a:pt x="791" y="20001"/>
                    </a:cubicBezTo>
                    <a:cubicBezTo>
                      <a:pt x="791" y="20031"/>
                      <a:pt x="730" y="20123"/>
                      <a:pt x="609" y="20153"/>
                    </a:cubicBezTo>
                    <a:cubicBezTo>
                      <a:pt x="592" y="20162"/>
                      <a:pt x="574" y="20165"/>
                      <a:pt x="556" y="20165"/>
                    </a:cubicBezTo>
                    <a:cubicBezTo>
                      <a:pt x="449" y="20165"/>
                      <a:pt x="344" y="20027"/>
                      <a:pt x="396" y="20001"/>
                    </a:cubicBezTo>
                    <a:cubicBezTo>
                      <a:pt x="457" y="20001"/>
                      <a:pt x="426" y="19819"/>
                      <a:pt x="426" y="19758"/>
                    </a:cubicBezTo>
                    <a:cubicBezTo>
                      <a:pt x="396" y="19697"/>
                      <a:pt x="396" y="19667"/>
                      <a:pt x="426" y="19606"/>
                    </a:cubicBezTo>
                    <a:close/>
                    <a:moveTo>
                      <a:pt x="6901" y="19484"/>
                    </a:moveTo>
                    <a:cubicBezTo>
                      <a:pt x="6901" y="19636"/>
                      <a:pt x="6901" y="19788"/>
                      <a:pt x="6840" y="19940"/>
                    </a:cubicBezTo>
                    <a:lnTo>
                      <a:pt x="6840" y="20123"/>
                    </a:lnTo>
                    <a:cubicBezTo>
                      <a:pt x="6840" y="20183"/>
                      <a:pt x="6810" y="20214"/>
                      <a:pt x="6779" y="20244"/>
                    </a:cubicBezTo>
                    <a:lnTo>
                      <a:pt x="6688" y="20244"/>
                    </a:lnTo>
                    <a:cubicBezTo>
                      <a:pt x="6688" y="20183"/>
                      <a:pt x="6688" y="20123"/>
                      <a:pt x="6688" y="20092"/>
                    </a:cubicBezTo>
                    <a:lnTo>
                      <a:pt x="6688" y="20062"/>
                    </a:lnTo>
                    <a:cubicBezTo>
                      <a:pt x="6718" y="20062"/>
                      <a:pt x="6718" y="20001"/>
                      <a:pt x="6688" y="20001"/>
                    </a:cubicBezTo>
                    <a:lnTo>
                      <a:pt x="6688" y="20031"/>
                    </a:lnTo>
                    <a:cubicBezTo>
                      <a:pt x="6627" y="19910"/>
                      <a:pt x="6597" y="19758"/>
                      <a:pt x="6627" y="19636"/>
                    </a:cubicBezTo>
                    <a:cubicBezTo>
                      <a:pt x="6688" y="19576"/>
                      <a:pt x="6749" y="19515"/>
                      <a:pt x="6840" y="19484"/>
                    </a:cubicBezTo>
                    <a:close/>
                    <a:moveTo>
                      <a:pt x="4135" y="19849"/>
                    </a:moveTo>
                    <a:lnTo>
                      <a:pt x="4256" y="19940"/>
                    </a:lnTo>
                    <a:cubicBezTo>
                      <a:pt x="4348" y="20031"/>
                      <a:pt x="4348" y="20092"/>
                      <a:pt x="4256" y="20092"/>
                    </a:cubicBezTo>
                    <a:cubicBezTo>
                      <a:pt x="4135" y="20092"/>
                      <a:pt x="4044" y="20305"/>
                      <a:pt x="3983" y="20335"/>
                    </a:cubicBezTo>
                    <a:lnTo>
                      <a:pt x="3922" y="20335"/>
                    </a:lnTo>
                    <a:cubicBezTo>
                      <a:pt x="3892" y="20335"/>
                      <a:pt x="3892" y="20305"/>
                      <a:pt x="3892" y="20275"/>
                    </a:cubicBezTo>
                    <a:cubicBezTo>
                      <a:pt x="3892" y="20214"/>
                      <a:pt x="3922" y="20092"/>
                      <a:pt x="3922" y="20092"/>
                    </a:cubicBezTo>
                    <a:cubicBezTo>
                      <a:pt x="4135" y="20092"/>
                      <a:pt x="4074" y="20062"/>
                      <a:pt x="3983" y="19971"/>
                    </a:cubicBezTo>
                    <a:cubicBezTo>
                      <a:pt x="3983" y="19940"/>
                      <a:pt x="3983" y="19880"/>
                      <a:pt x="4013" y="19849"/>
                    </a:cubicBezTo>
                    <a:close/>
                    <a:moveTo>
                      <a:pt x="60521" y="20088"/>
                    </a:moveTo>
                    <a:cubicBezTo>
                      <a:pt x="60538" y="20088"/>
                      <a:pt x="60549" y="20097"/>
                      <a:pt x="60549" y="20123"/>
                    </a:cubicBezTo>
                    <a:cubicBezTo>
                      <a:pt x="60549" y="20148"/>
                      <a:pt x="60592" y="20258"/>
                      <a:pt x="60641" y="20258"/>
                    </a:cubicBezTo>
                    <a:cubicBezTo>
                      <a:pt x="60651" y="20258"/>
                      <a:pt x="60661" y="20254"/>
                      <a:pt x="60671" y="20244"/>
                    </a:cubicBezTo>
                    <a:lnTo>
                      <a:pt x="60792" y="20244"/>
                    </a:lnTo>
                    <a:cubicBezTo>
                      <a:pt x="60823" y="20275"/>
                      <a:pt x="60823" y="20487"/>
                      <a:pt x="60732" y="20487"/>
                    </a:cubicBezTo>
                    <a:cubicBezTo>
                      <a:pt x="60610" y="20487"/>
                      <a:pt x="60519" y="20457"/>
                      <a:pt x="60428" y="20427"/>
                    </a:cubicBezTo>
                    <a:cubicBezTo>
                      <a:pt x="60367" y="20335"/>
                      <a:pt x="60367" y="20214"/>
                      <a:pt x="60428" y="20123"/>
                    </a:cubicBezTo>
                    <a:cubicBezTo>
                      <a:pt x="60463" y="20105"/>
                      <a:pt x="60498" y="20088"/>
                      <a:pt x="60521" y="20088"/>
                    </a:cubicBezTo>
                    <a:close/>
                    <a:moveTo>
                      <a:pt x="2140" y="20104"/>
                    </a:moveTo>
                    <a:cubicBezTo>
                      <a:pt x="2148" y="20104"/>
                      <a:pt x="2155" y="20110"/>
                      <a:pt x="2159" y="20123"/>
                    </a:cubicBezTo>
                    <a:cubicBezTo>
                      <a:pt x="2189" y="20214"/>
                      <a:pt x="2250" y="20457"/>
                      <a:pt x="2189" y="20518"/>
                    </a:cubicBezTo>
                    <a:cubicBezTo>
                      <a:pt x="2174" y="20525"/>
                      <a:pt x="2157" y="20529"/>
                      <a:pt x="2139" y="20529"/>
                    </a:cubicBezTo>
                    <a:cubicBezTo>
                      <a:pt x="2085" y="20529"/>
                      <a:pt x="2022" y="20495"/>
                      <a:pt x="1977" y="20427"/>
                    </a:cubicBezTo>
                    <a:lnTo>
                      <a:pt x="2007" y="20396"/>
                    </a:lnTo>
                    <a:cubicBezTo>
                      <a:pt x="1981" y="20318"/>
                      <a:pt x="2090" y="20104"/>
                      <a:pt x="2140" y="20104"/>
                    </a:cubicBezTo>
                    <a:close/>
                    <a:moveTo>
                      <a:pt x="70914" y="20548"/>
                    </a:moveTo>
                    <a:lnTo>
                      <a:pt x="70912" y="20553"/>
                    </a:lnTo>
                    <a:lnTo>
                      <a:pt x="70912" y="20553"/>
                    </a:lnTo>
                    <a:cubicBezTo>
                      <a:pt x="70913" y="20552"/>
                      <a:pt x="70914" y="20550"/>
                      <a:pt x="70914" y="20548"/>
                    </a:cubicBezTo>
                    <a:close/>
                    <a:moveTo>
                      <a:pt x="60002" y="19940"/>
                    </a:moveTo>
                    <a:cubicBezTo>
                      <a:pt x="60124" y="19940"/>
                      <a:pt x="60276" y="20244"/>
                      <a:pt x="60184" y="20335"/>
                    </a:cubicBezTo>
                    <a:cubicBezTo>
                      <a:pt x="60063" y="20457"/>
                      <a:pt x="59941" y="20518"/>
                      <a:pt x="59789" y="20609"/>
                    </a:cubicBezTo>
                    <a:cubicBezTo>
                      <a:pt x="59698" y="20609"/>
                      <a:pt x="59637" y="20579"/>
                      <a:pt x="59607" y="20487"/>
                    </a:cubicBezTo>
                    <a:lnTo>
                      <a:pt x="59607" y="20427"/>
                    </a:lnTo>
                    <a:lnTo>
                      <a:pt x="59607" y="20396"/>
                    </a:lnTo>
                    <a:cubicBezTo>
                      <a:pt x="59637" y="20335"/>
                      <a:pt x="59850" y="20183"/>
                      <a:pt x="59972" y="20153"/>
                    </a:cubicBezTo>
                    <a:cubicBezTo>
                      <a:pt x="60063" y="20153"/>
                      <a:pt x="60063" y="20092"/>
                      <a:pt x="59972" y="20062"/>
                    </a:cubicBezTo>
                    <a:cubicBezTo>
                      <a:pt x="59850" y="20031"/>
                      <a:pt x="59729" y="20001"/>
                      <a:pt x="59637" y="19940"/>
                    </a:cubicBezTo>
                    <a:close/>
                    <a:moveTo>
                      <a:pt x="3477" y="19993"/>
                    </a:moveTo>
                    <a:cubicBezTo>
                      <a:pt x="3548" y="19993"/>
                      <a:pt x="3654" y="20043"/>
                      <a:pt x="3679" y="20092"/>
                    </a:cubicBezTo>
                    <a:cubicBezTo>
                      <a:pt x="3709" y="20214"/>
                      <a:pt x="3709" y="20366"/>
                      <a:pt x="3679" y="20487"/>
                    </a:cubicBezTo>
                    <a:cubicBezTo>
                      <a:pt x="3648" y="20579"/>
                      <a:pt x="3466" y="20670"/>
                      <a:pt x="3405" y="20670"/>
                    </a:cubicBezTo>
                    <a:cubicBezTo>
                      <a:pt x="3344" y="20670"/>
                      <a:pt x="3436" y="20487"/>
                      <a:pt x="3496" y="20427"/>
                    </a:cubicBezTo>
                    <a:cubicBezTo>
                      <a:pt x="3588" y="20366"/>
                      <a:pt x="3588" y="20275"/>
                      <a:pt x="3496" y="20244"/>
                    </a:cubicBezTo>
                    <a:cubicBezTo>
                      <a:pt x="3436" y="20214"/>
                      <a:pt x="3375" y="20031"/>
                      <a:pt x="3436" y="20001"/>
                    </a:cubicBezTo>
                    <a:cubicBezTo>
                      <a:pt x="3447" y="19996"/>
                      <a:pt x="3461" y="19993"/>
                      <a:pt x="3477" y="19993"/>
                    </a:cubicBezTo>
                    <a:close/>
                    <a:moveTo>
                      <a:pt x="6202" y="20609"/>
                    </a:moveTo>
                    <a:cubicBezTo>
                      <a:pt x="6354" y="20609"/>
                      <a:pt x="6384" y="20609"/>
                      <a:pt x="6293" y="20639"/>
                    </a:cubicBezTo>
                    <a:cubicBezTo>
                      <a:pt x="6171" y="20731"/>
                      <a:pt x="6080" y="20822"/>
                      <a:pt x="6019" y="20974"/>
                    </a:cubicBezTo>
                    <a:cubicBezTo>
                      <a:pt x="6019" y="20980"/>
                      <a:pt x="6017" y="20982"/>
                      <a:pt x="6013" y="20982"/>
                    </a:cubicBezTo>
                    <a:cubicBezTo>
                      <a:pt x="5998" y="20982"/>
                      <a:pt x="5959" y="20938"/>
                      <a:pt x="5959" y="20913"/>
                    </a:cubicBezTo>
                    <a:cubicBezTo>
                      <a:pt x="5928" y="20822"/>
                      <a:pt x="5928" y="20700"/>
                      <a:pt x="5959" y="20609"/>
                    </a:cubicBezTo>
                    <a:close/>
                    <a:moveTo>
                      <a:pt x="1534" y="20269"/>
                    </a:moveTo>
                    <a:cubicBezTo>
                      <a:pt x="1566" y="20269"/>
                      <a:pt x="1612" y="20355"/>
                      <a:pt x="1612" y="20487"/>
                    </a:cubicBezTo>
                    <a:lnTo>
                      <a:pt x="1521" y="20579"/>
                    </a:lnTo>
                    <a:cubicBezTo>
                      <a:pt x="1369" y="20700"/>
                      <a:pt x="1217" y="20822"/>
                      <a:pt x="1430" y="20974"/>
                    </a:cubicBezTo>
                    <a:cubicBezTo>
                      <a:pt x="1407" y="21018"/>
                      <a:pt x="1352" y="21046"/>
                      <a:pt x="1301" y="21046"/>
                    </a:cubicBezTo>
                    <a:cubicBezTo>
                      <a:pt x="1282" y="21046"/>
                      <a:pt x="1263" y="21043"/>
                      <a:pt x="1247" y="21035"/>
                    </a:cubicBezTo>
                    <a:cubicBezTo>
                      <a:pt x="1217" y="20883"/>
                      <a:pt x="1217" y="20731"/>
                      <a:pt x="1247" y="20579"/>
                    </a:cubicBezTo>
                    <a:cubicBezTo>
                      <a:pt x="1338" y="20487"/>
                      <a:pt x="1430" y="20366"/>
                      <a:pt x="1521" y="20275"/>
                    </a:cubicBezTo>
                    <a:cubicBezTo>
                      <a:pt x="1525" y="20271"/>
                      <a:pt x="1529" y="20269"/>
                      <a:pt x="1534" y="20269"/>
                    </a:cubicBezTo>
                    <a:close/>
                    <a:moveTo>
                      <a:pt x="79334" y="1"/>
                    </a:moveTo>
                    <a:cubicBezTo>
                      <a:pt x="79303" y="1"/>
                      <a:pt x="79303" y="62"/>
                      <a:pt x="79303" y="153"/>
                    </a:cubicBezTo>
                    <a:lnTo>
                      <a:pt x="79425" y="153"/>
                    </a:lnTo>
                    <a:cubicBezTo>
                      <a:pt x="79425" y="183"/>
                      <a:pt x="79364" y="274"/>
                      <a:pt x="79303" y="274"/>
                    </a:cubicBezTo>
                    <a:lnTo>
                      <a:pt x="79273" y="274"/>
                    </a:lnTo>
                    <a:lnTo>
                      <a:pt x="79182" y="214"/>
                    </a:lnTo>
                    <a:cubicBezTo>
                      <a:pt x="79138" y="148"/>
                      <a:pt x="78984" y="98"/>
                      <a:pt x="78889" y="98"/>
                    </a:cubicBezTo>
                    <a:cubicBezTo>
                      <a:pt x="78853" y="98"/>
                      <a:pt x="78825" y="105"/>
                      <a:pt x="78817" y="122"/>
                    </a:cubicBezTo>
                    <a:cubicBezTo>
                      <a:pt x="78787" y="138"/>
                      <a:pt x="78764" y="145"/>
                      <a:pt x="78749" y="145"/>
                    </a:cubicBezTo>
                    <a:cubicBezTo>
                      <a:pt x="78733" y="145"/>
                      <a:pt x="78726" y="138"/>
                      <a:pt x="78726" y="122"/>
                    </a:cubicBezTo>
                    <a:lnTo>
                      <a:pt x="78635" y="122"/>
                    </a:lnTo>
                    <a:cubicBezTo>
                      <a:pt x="78559" y="138"/>
                      <a:pt x="78475" y="145"/>
                      <a:pt x="78391" y="145"/>
                    </a:cubicBezTo>
                    <a:cubicBezTo>
                      <a:pt x="78308" y="145"/>
                      <a:pt x="78224" y="138"/>
                      <a:pt x="78148" y="122"/>
                    </a:cubicBezTo>
                    <a:cubicBezTo>
                      <a:pt x="78103" y="107"/>
                      <a:pt x="78057" y="100"/>
                      <a:pt x="78012" y="100"/>
                    </a:cubicBezTo>
                    <a:cubicBezTo>
                      <a:pt x="77966" y="100"/>
                      <a:pt x="77920" y="107"/>
                      <a:pt x="77875" y="122"/>
                    </a:cubicBezTo>
                    <a:lnTo>
                      <a:pt x="77784" y="153"/>
                    </a:lnTo>
                    <a:cubicBezTo>
                      <a:pt x="77616" y="138"/>
                      <a:pt x="77442" y="130"/>
                      <a:pt x="77267" y="130"/>
                    </a:cubicBezTo>
                    <a:cubicBezTo>
                      <a:pt x="77092" y="130"/>
                      <a:pt x="76917" y="138"/>
                      <a:pt x="76750" y="153"/>
                    </a:cubicBezTo>
                    <a:cubicBezTo>
                      <a:pt x="76710" y="173"/>
                      <a:pt x="76666" y="183"/>
                      <a:pt x="76621" y="183"/>
                    </a:cubicBezTo>
                    <a:cubicBezTo>
                      <a:pt x="76531" y="183"/>
                      <a:pt x="76436" y="143"/>
                      <a:pt x="76355" y="62"/>
                    </a:cubicBezTo>
                    <a:cubicBezTo>
                      <a:pt x="76355" y="40"/>
                      <a:pt x="76279" y="19"/>
                      <a:pt x="76181" y="19"/>
                    </a:cubicBezTo>
                    <a:cubicBezTo>
                      <a:pt x="76140" y="19"/>
                      <a:pt x="76096" y="22"/>
                      <a:pt x="76051" y="31"/>
                    </a:cubicBezTo>
                    <a:lnTo>
                      <a:pt x="76051" y="214"/>
                    </a:lnTo>
                    <a:cubicBezTo>
                      <a:pt x="75990" y="244"/>
                      <a:pt x="75929" y="244"/>
                      <a:pt x="75899" y="244"/>
                    </a:cubicBezTo>
                    <a:lnTo>
                      <a:pt x="75625" y="153"/>
                    </a:lnTo>
                    <a:cubicBezTo>
                      <a:pt x="75413" y="183"/>
                      <a:pt x="75200" y="214"/>
                      <a:pt x="74987" y="214"/>
                    </a:cubicBezTo>
                    <a:cubicBezTo>
                      <a:pt x="74984" y="210"/>
                      <a:pt x="74981" y="209"/>
                      <a:pt x="74977" y="209"/>
                    </a:cubicBezTo>
                    <a:cubicBezTo>
                      <a:pt x="74950" y="209"/>
                      <a:pt x="74923" y="311"/>
                      <a:pt x="74896" y="366"/>
                    </a:cubicBezTo>
                    <a:cubicBezTo>
                      <a:pt x="74896" y="373"/>
                      <a:pt x="74889" y="377"/>
                      <a:pt x="74877" y="377"/>
                    </a:cubicBezTo>
                    <a:cubicBezTo>
                      <a:pt x="74839" y="377"/>
                      <a:pt x="74746" y="337"/>
                      <a:pt x="74653" y="244"/>
                    </a:cubicBezTo>
                    <a:cubicBezTo>
                      <a:pt x="74592" y="284"/>
                      <a:pt x="74538" y="298"/>
                      <a:pt x="74487" y="298"/>
                    </a:cubicBezTo>
                    <a:cubicBezTo>
                      <a:pt x="74386" y="298"/>
                      <a:pt x="74298" y="244"/>
                      <a:pt x="74197" y="244"/>
                    </a:cubicBezTo>
                    <a:cubicBezTo>
                      <a:pt x="74166" y="274"/>
                      <a:pt x="74106" y="274"/>
                      <a:pt x="74075" y="305"/>
                    </a:cubicBezTo>
                    <a:cubicBezTo>
                      <a:pt x="73984" y="366"/>
                      <a:pt x="73863" y="426"/>
                      <a:pt x="73741" y="487"/>
                    </a:cubicBezTo>
                    <a:cubicBezTo>
                      <a:pt x="73711" y="426"/>
                      <a:pt x="73680" y="366"/>
                      <a:pt x="73680" y="335"/>
                    </a:cubicBezTo>
                    <a:cubicBezTo>
                      <a:pt x="73680" y="305"/>
                      <a:pt x="73650" y="274"/>
                      <a:pt x="73619" y="274"/>
                    </a:cubicBezTo>
                    <a:cubicBezTo>
                      <a:pt x="73619" y="305"/>
                      <a:pt x="73589" y="366"/>
                      <a:pt x="73589" y="426"/>
                    </a:cubicBezTo>
                    <a:cubicBezTo>
                      <a:pt x="73589" y="436"/>
                      <a:pt x="73572" y="440"/>
                      <a:pt x="73547" y="440"/>
                    </a:cubicBezTo>
                    <a:cubicBezTo>
                      <a:pt x="73498" y="440"/>
                      <a:pt x="73417" y="426"/>
                      <a:pt x="73376" y="426"/>
                    </a:cubicBezTo>
                    <a:cubicBezTo>
                      <a:pt x="73370" y="420"/>
                      <a:pt x="73359" y="418"/>
                      <a:pt x="73345" y="418"/>
                    </a:cubicBezTo>
                    <a:cubicBezTo>
                      <a:pt x="73289" y="418"/>
                      <a:pt x="73182" y="457"/>
                      <a:pt x="73133" y="457"/>
                    </a:cubicBezTo>
                    <a:cubicBezTo>
                      <a:pt x="73072" y="426"/>
                      <a:pt x="72981" y="426"/>
                      <a:pt x="72920" y="426"/>
                    </a:cubicBezTo>
                    <a:lnTo>
                      <a:pt x="72799" y="305"/>
                    </a:lnTo>
                    <a:cubicBezTo>
                      <a:pt x="72616" y="426"/>
                      <a:pt x="72434" y="518"/>
                      <a:pt x="72221" y="548"/>
                    </a:cubicBezTo>
                    <a:cubicBezTo>
                      <a:pt x="72069" y="548"/>
                      <a:pt x="71917" y="518"/>
                      <a:pt x="71765" y="487"/>
                    </a:cubicBezTo>
                    <a:lnTo>
                      <a:pt x="71735" y="639"/>
                    </a:lnTo>
                    <a:cubicBezTo>
                      <a:pt x="71735" y="668"/>
                      <a:pt x="71729" y="679"/>
                      <a:pt x="71719" y="679"/>
                    </a:cubicBezTo>
                    <a:cubicBezTo>
                      <a:pt x="71699" y="679"/>
                      <a:pt x="71664" y="629"/>
                      <a:pt x="71644" y="609"/>
                    </a:cubicBezTo>
                    <a:cubicBezTo>
                      <a:pt x="71644" y="578"/>
                      <a:pt x="71583" y="548"/>
                      <a:pt x="71583" y="548"/>
                    </a:cubicBezTo>
                    <a:lnTo>
                      <a:pt x="71461" y="578"/>
                    </a:lnTo>
                    <a:cubicBezTo>
                      <a:pt x="71393" y="606"/>
                      <a:pt x="71325" y="621"/>
                      <a:pt x="71259" y="621"/>
                    </a:cubicBezTo>
                    <a:cubicBezTo>
                      <a:pt x="71179" y="621"/>
                      <a:pt x="71103" y="598"/>
                      <a:pt x="71036" y="548"/>
                    </a:cubicBezTo>
                    <a:lnTo>
                      <a:pt x="70884" y="669"/>
                    </a:lnTo>
                    <a:lnTo>
                      <a:pt x="70823" y="730"/>
                    </a:lnTo>
                    <a:lnTo>
                      <a:pt x="70428" y="730"/>
                    </a:lnTo>
                    <a:lnTo>
                      <a:pt x="70428" y="700"/>
                    </a:lnTo>
                    <a:cubicBezTo>
                      <a:pt x="70367" y="669"/>
                      <a:pt x="70337" y="639"/>
                      <a:pt x="70276" y="639"/>
                    </a:cubicBezTo>
                    <a:cubicBezTo>
                      <a:pt x="70268" y="647"/>
                      <a:pt x="70253" y="651"/>
                      <a:pt x="70234" y="651"/>
                    </a:cubicBezTo>
                    <a:cubicBezTo>
                      <a:pt x="70182" y="651"/>
                      <a:pt x="70099" y="623"/>
                      <a:pt x="70033" y="578"/>
                    </a:cubicBezTo>
                    <a:lnTo>
                      <a:pt x="69881" y="669"/>
                    </a:lnTo>
                    <a:cubicBezTo>
                      <a:pt x="69789" y="730"/>
                      <a:pt x="69729" y="852"/>
                      <a:pt x="69638" y="882"/>
                    </a:cubicBezTo>
                    <a:lnTo>
                      <a:pt x="69577" y="882"/>
                    </a:lnTo>
                    <a:cubicBezTo>
                      <a:pt x="69486" y="882"/>
                      <a:pt x="69455" y="791"/>
                      <a:pt x="69486" y="761"/>
                    </a:cubicBezTo>
                    <a:cubicBezTo>
                      <a:pt x="69486" y="761"/>
                      <a:pt x="69455" y="730"/>
                      <a:pt x="69394" y="700"/>
                    </a:cubicBezTo>
                    <a:lnTo>
                      <a:pt x="69364" y="700"/>
                    </a:lnTo>
                    <a:cubicBezTo>
                      <a:pt x="69306" y="738"/>
                      <a:pt x="69261" y="777"/>
                      <a:pt x="69197" y="777"/>
                    </a:cubicBezTo>
                    <a:cubicBezTo>
                      <a:pt x="69159" y="777"/>
                      <a:pt x="69116" y="764"/>
                      <a:pt x="69060" y="730"/>
                    </a:cubicBezTo>
                    <a:cubicBezTo>
                      <a:pt x="69019" y="703"/>
                      <a:pt x="68972" y="688"/>
                      <a:pt x="68924" y="688"/>
                    </a:cubicBezTo>
                    <a:cubicBezTo>
                      <a:pt x="68866" y="688"/>
                      <a:pt x="68806" y="710"/>
                      <a:pt x="68756" y="761"/>
                    </a:cubicBezTo>
                    <a:lnTo>
                      <a:pt x="68665" y="821"/>
                    </a:lnTo>
                    <a:cubicBezTo>
                      <a:pt x="68651" y="825"/>
                      <a:pt x="68633" y="826"/>
                      <a:pt x="68613" y="826"/>
                    </a:cubicBezTo>
                    <a:cubicBezTo>
                      <a:pt x="68511" y="826"/>
                      <a:pt x="68343" y="787"/>
                      <a:pt x="68230" y="787"/>
                    </a:cubicBezTo>
                    <a:cubicBezTo>
                      <a:pt x="68176" y="787"/>
                      <a:pt x="68135" y="796"/>
                      <a:pt x="68118" y="821"/>
                    </a:cubicBezTo>
                    <a:cubicBezTo>
                      <a:pt x="68103" y="852"/>
                      <a:pt x="68019" y="859"/>
                      <a:pt x="67928" y="859"/>
                    </a:cubicBezTo>
                    <a:cubicBezTo>
                      <a:pt x="67837" y="859"/>
                      <a:pt x="67738" y="852"/>
                      <a:pt x="67692" y="852"/>
                    </a:cubicBezTo>
                    <a:cubicBezTo>
                      <a:pt x="67510" y="882"/>
                      <a:pt x="67327" y="943"/>
                      <a:pt x="67145" y="1065"/>
                    </a:cubicBezTo>
                    <a:lnTo>
                      <a:pt x="66932" y="913"/>
                    </a:lnTo>
                    <a:cubicBezTo>
                      <a:pt x="66917" y="897"/>
                      <a:pt x="66902" y="890"/>
                      <a:pt x="66887" y="890"/>
                    </a:cubicBezTo>
                    <a:cubicBezTo>
                      <a:pt x="66871" y="890"/>
                      <a:pt x="66856" y="897"/>
                      <a:pt x="66841" y="913"/>
                    </a:cubicBezTo>
                    <a:lnTo>
                      <a:pt x="66780" y="1125"/>
                    </a:lnTo>
                    <a:cubicBezTo>
                      <a:pt x="66568" y="1065"/>
                      <a:pt x="66324" y="1034"/>
                      <a:pt x="66112" y="1004"/>
                    </a:cubicBezTo>
                    <a:lnTo>
                      <a:pt x="65990" y="1095"/>
                    </a:lnTo>
                    <a:cubicBezTo>
                      <a:pt x="65960" y="1095"/>
                      <a:pt x="65929" y="973"/>
                      <a:pt x="65899" y="943"/>
                    </a:cubicBezTo>
                    <a:cubicBezTo>
                      <a:pt x="65899" y="920"/>
                      <a:pt x="65894" y="910"/>
                      <a:pt x="65887" y="910"/>
                    </a:cubicBezTo>
                    <a:cubicBezTo>
                      <a:pt x="65876" y="910"/>
                      <a:pt x="65857" y="936"/>
                      <a:pt x="65838" y="973"/>
                    </a:cubicBezTo>
                    <a:lnTo>
                      <a:pt x="65808" y="973"/>
                    </a:lnTo>
                    <a:cubicBezTo>
                      <a:pt x="65747" y="973"/>
                      <a:pt x="65716" y="1004"/>
                      <a:pt x="65656" y="1004"/>
                    </a:cubicBezTo>
                    <a:cubicBezTo>
                      <a:pt x="65595" y="1004"/>
                      <a:pt x="65534" y="1004"/>
                      <a:pt x="65504" y="973"/>
                    </a:cubicBezTo>
                    <a:lnTo>
                      <a:pt x="65413" y="821"/>
                    </a:lnTo>
                    <a:cubicBezTo>
                      <a:pt x="65291" y="882"/>
                      <a:pt x="65169" y="943"/>
                      <a:pt x="65078" y="1065"/>
                    </a:cubicBezTo>
                    <a:cubicBezTo>
                      <a:pt x="65070" y="1073"/>
                      <a:pt x="65062" y="1077"/>
                      <a:pt x="65054" y="1077"/>
                    </a:cubicBezTo>
                    <a:cubicBezTo>
                      <a:pt x="65034" y="1077"/>
                      <a:pt x="65017" y="1048"/>
                      <a:pt x="65017" y="1004"/>
                    </a:cubicBezTo>
                    <a:lnTo>
                      <a:pt x="65017" y="973"/>
                    </a:lnTo>
                    <a:lnTo>
                      <a:pt x="65017" y="943"/>
                    </a:lnTo>
                    <a:cubicBezTo>
                      <a:pt x="65002" y="897"/>
                      <a:pt x="64979" y="875"/>
                      <a:pt x="64949" y="875"/>
                    </a:cubicBezTo>
                    <a:cubicBezTo>
                      <a:pt x="64919" y="875"/>
                      <a:pt x="64881" y="897"/>
                      <a:pt x="64835" y="943"/>
                    </a:cubicBezTo>
                    <a:lnTo>
                      <a:pt x="64683" y="1004"/>
                    </a:lnTo>
                    <a:lnTo>
                      <a:pt x="64501" y="1095"/>
                    </a:lnTo>
                    <a:cubicBezTo>
                      <a:pt x="64479" y="1091"/>
                      <a:pt x="64458" y="1089"/>
                      <a:pt x="64437" y="1089"/>
                    </a:cubicBezTo>
                    <a:cubicBezTo>
                      <a:pt x="64309" y="1089"/>
                      <a:pt x="64197" y="1160"/>
                      <a:pt x="64197" y="1186"/>
                    </a:cubicBezTo>
                    <a:cubicBezTo>
                      <a:pt x="64197" y="1200"/>
                      <a:pt x="64185" y="1206"/>
                      <a:pt x="64167" y="1206"/>
                    </a:cubicBezTo>
                    <a:cubicBezTo>
                      <a:pt x="64106" y="1206"/>
                      <a:pt x="63970" y="1142"/>
                      <a:pt x="63923" y="1095"/>
                    </a:cubicBezTo>
                    <a:cubicBezTo>
                      <a:pt x="63893" y="1080"/>
                      <a:pt x="63862" y="1072"/>
                      <a:pt x="63836" y="1072"/>
                    </a:cubicBezTo>
                    <a:cubicBezTo>
                      <a:pt x="63809" y="1072"/>
                      <a:pt x="63786" y="1080"/>
                      <a:pt x="63771" y="1095"/>
                    </a:cubicBezTo>
                    <a:cubicBezTo>
                      <a:pt x="63765" y="1101"/>
                      <a:pt x="63757" y="1103"/>
                      <a:pt x="63748" y="1103"/>
                    </a:cubicBezTo>
                    <a:cubicBezTo>
                      <a:pt x="63707" y="1103"/>
                      <a:pt x="63638" y="1059"/>
                      <a:pt x="63589" y="1034"/>
                    </a:cubicBezTo>
                    <a:cubicBezTo>
                      <a:pt x="63585" y="1030"/>
                      <a:pt x="63579" y="1028"/>
                      <a:pt x="63572" y="1028"/>
                    </a:cubicBezTo>
                    <a:cubicBezTo>
                      <a:pt x="63526" y="1028"/>
                      <a:pt x="63428" y="1103"/>
                      <a:pt x="63376" y="1156"/>
                    </a:cubicBezTo>
                    <a:cubicBezTo>
                      <a:pt x="63285" y="1186"/>
                      <a:pt x="63194" y="1217"/>
                      <a:pt x="63072" y="1217"/>
                    </a:cubicBezTo>
                    <a:lnTo>
                      <a:pt x="62981" y="1217"/>
                    </a:lnTo>
                    <a:cubicBezTo>
                      <a:pt x="62950" y="1224"/>
                      <a:pt x="62922" y="1228"/>
                      <a:pt x="62895" y="1228"/>
                    </a:cubicBezTo>
                    <a:cubicBezTo>
                      <a:pt x="62816" y="1228"/>
                      <a:pt x="62753" y="1194"/>
                      <a:pt x="62707" y="1125"/>
                    </a:cubicBezTo>
                    <a:lnTo>
                      <a:pt x="62616" y="1034"/>
                    </a:lnTo>
                    <a:cubicBezTo>
                      <a:pt x="62525" y="1095"/>
                      <a:pt x="62434" y="1156"/>
                      <a:pt x="62343" y="1217"/>
                    </a:cubicBezTo>
                    <a:lnTo>
                      <a:pt x="62160" y="1034"/>
                    </a:lnTo>
                    <a:cubicBezTo>
                      <a:pt x="61978" y="1156"/>
                      <a:pt x="61765" y="1247"/>
                      <a:pt x="61552" y="1308"/>
                    </a:cubicBezTo>
                    <a:lnTo>
                      <a:pt x="61431" y="1277"/>
                    </a:lnTo>
                    <a:cubicBezTo>
                      <a:pt x="61401" y="1266"/>
                      <a:pt x="61372" y="1261"/>
                      <a:pt x="61345" y="1261"/>
                    </a:cubicBezTo>
                    <a:cubicBezTo>
                      <a:pt x="61234" y="1261"/>
                      <a:pt x="61145" y="1344"/>
                      <a:pt x="61096" y="1369"/>
                    </a:cubicBezTo>
                    <a:cubicBezTo>
                      <a:pt x="61063" y="1380"/>
                      <a:pt x="61030" y="1387"/>
                      <a:pt x="61001" y="1387"/>
                    </a:cubicBezTo>
                    <a:cubicBezTo>
                      <a:pt x="60951" y="1387"/>
                      <a:pt x="60914" y="1366"/>
                      <a:pt x="60914" y="1308"/>
                    </a:cubicBezTo>
                    <a:lnTo>
                      <a:pt x="60914" y="1277"/>
                    </a:lnTo>
                    <a:cubicBezTo>
                      <a:pt x="60823" y="1262"/>
                      <a:pt x="60732" y="1255"/>
                      <a:pt x="60640" y="1255"/>
                    </a:cubicBezTo>
                    <a:cubicBezTo>
                      <a:pt x="60549" y="1255"/>
                      <a:pt x="60458" y="1262"/>
                      <a:pt x="60367" y="1277"/>
                    </a:cubicBezTo>
                    <a:lnTo>
                      <a:pt x="60032" y="1277"/>
                    </a:lnTo>
                    <a:cubicBezTo>
                      <a:pt x="59941" y="1338"/>
                      <a:pt x="59850" y="1399"/>
                      <a:pt x="59759" y="1429"/>
                    </a:cubicBezTo>
                    <a:cubicBezTo>
                      <a:pt x="59698" y="1353"/>
                      <a:pt x="59599" y="1346"/>
                      <a:pt x="59508" y="1346"/>
                    </a:cubicBezTo>
                    <a:cubicBezTo>
                      <a:pt x="59485" y="1346"/>
                      <a:pt x="59463" y="1346"/>
                      <a:pt x="59442" y="1346"/>
                    </a:cubicBezTo>
                    <a:cubicBezTo>
                      <a:pt x="59378" y="1346"/>
                      <a:pt x="59326" y="1342"/>
                      <a:pt x="59303" y="1308"/>
                    </a:cubicBezTo>
                    <a:cubicBezTo>
                      <a:pt x="59264" y="1282"/>
                      <a:pt x="59242" y="1273"/>
                      <a:pt x="59225" y="1273"/>
                    </a:cubicBezTo>
                    <a:cubicBezTo>
                      <a:pt x="59201" y="1273"/>
                      <a:pt x="59186" y="1290"/>
                      <a:pt x="59151" y="1308"/>
                    </a:cubicBezTo>
                    <a:cubicBezTo>
                      <a:pt x="59090" y="1369"/>
                      <a:pt x="58999" y="1399"/>
                      <a:pt x="58938" y="1399"/>
                    </a:cubicBezTo>
                    <a:lnTo>
                      <a:pt x="58877" y="1399"/>
                    </a:lnTo>
                    <a:cubicBezTo>
                      <a:pt x="58862" y="1353"/>
                      <a:pt x="58824" y="1331"/>
                      <a:pt x="58786" y="1331"/>
                    </a:cubicBezTo>
                    <a:cubicBezTo>
                      <a:pt x="58748" y="1331"/>
                      <a:pt x="58710" y="1353"/>
                      <a:pt x="58695" y="1399"/>
                    </a:cubicBezTo>
                    <a:lnTo>
                      <a:pt x="58482" y="1369"/>
                    </a:lnTo>
                    <a:cubicBezTo>
                      <a:pt x="58330" y="1429"/>
                      <a:pt x="58178" y="1460"/>
                      <a:pt x="58026" y="1490"/>
                    </a:cubicBezTo>
                    <a:lnTo>
                      <a:pt x="57966" y="1490"/>
                    </a:lnTo>
                    <a:cubicBezTo>
                      <a:pt x="57905" y="1490"/>
                      <a:pt x="57844" y="1460"/>
                      <a:pt x="57783" y="1460"/>
                    </a:cubicBezTo>
                    <a:cubicBezTo>
                      <a:pt x="57770" y="1486"/>
                      <a:pt x="57752" y="1495"/>
                      <a:pt x="57732" y="1495"/>
                    </a:cubicBezTo>
                    <a:cubicBezTo>
                      <a:pt x="57686" y="1495"/>
                      <a:pt x="57627" y="1450"/>
                      <a:pt x="57572" y="1450"/>
                    </a:cubicBezTo>
                    <a:cubicBezTo>
                      <a:pt x="57538" y="1450"/>
                      <a:pt x="57506" y="1467"/>
                      <a:pt x="57479" y="1521"/>
                    </a:cubicBezTo>
                    <a:cubicBezTo>
                      <a:pt x="57458" y="1585"/>
                      <a:pt x="57421" y="1604"/>
                      <a:pt x="57378" y="1604"/>
                    </a:cubicBezTo>
                    <a:cubicBezTo>
                      <a:pt x="57319" y="1604"/>
                      <a:pt x="57249" y="1568"/>
                      <a:pt x="57193" y="1568"/>
                    </a:cubicBezTo>
                    <a:cubicBezTo>
                      <a:pt x="57175" y="1568"/>
                      <a:pt x="57159" y="1572"/>
                      <a:pt x="57145" y="1581"/>
                    </a:cubicBezTo>
                    <a:lnTo>
                      <a:pt x="57084" y="1612"/>
                    </a:lnTo>
                    <a:cubicBezTo>
                      <a:pt x="57077" y="1615"/>
                      <a:pt x="57068" y="1617"/>
                      <a:pt x="57056" y="1617"/>
                    </a:cubicBezTo>
                    <a:cubicBezTo>
                      <a:pt x="56959" y="1617"/>
                      <a:pt x="56706" y="1517"/>
                      <a:pt x="56598" y="1490"/>
                    </a:cubicBezTo>
                    <a:cubicBezTo>
                      <a:pt x="56385" y="1490"/>
                      <a:pt x="56203" y="1521"/>
                      <a:pt x="56020" y="1612"/>
                    </a:cubicBezTo>
                    <a:lnTo>
                      <a:pt x="55777" y="1612"/>
                    </a:lnTo>
                    <a:cubicBezTo>
                      <a:pt x="55720" y="1620"/>
                      <a:pt x="55665" y="1624"/>
                      <a:pt x="55612" y="1624"/>
                    </a:cubicBezTo>
                    <a:cubicBezTo>
                      <a:pt x="55467" y="1624"/>
                      <a:pt x="55333" y="1595"/>
                      <a:pt x="55200" y="1551"/>
                    </a:cubicBezTo>
                    <a:lnTo>
                      <a:pt x="55048" y="1490"/>
                    </a:lnTo>
                    <a:cubicBezTo>
                      <a:pt x="54926" y="1612"/>
                      <a:pt x="54774" y="1612"/>
                      <a:pt x="54744" y="1612"/>
                    </a:cubicBezTo>
                    <a:cubicBezTo>
                      <a:pt x="54744" y="1604"/>
                      <a:pt x="54739" y="1600"/>
                      <a:pt x="54732" y="1600"/>
                    </a:cubicBezTo>
                    <a:cubicBezTo>
                      <a:pt x="54711" y="1600"/>
                      <a:pt x="54667" y="1628"/>
                      <a:pt x="54622" y="1673"/>
                    </a:cubicBezTo>
                    <a:lnTo>
                      <a:pt x="54409" y="1673"/>
                    </a:lnTo>
                    <a:cubicBezTo>
                      <a:pt x="54283" y="1673"/>
                      <a:pt x="54029" y="1567"/>
                      <a:pt x="53896" y="1567"/>
                    </a:cubicBezTo>
                    <a:cubicBezTo>
                      <a:pt x="53869" y="1567"/>
                      <a:pt x="53847" y="1571"/>
                      <a:pt x="53832" y="1581"/>
                    </a:cubicBezTo>
                    <a:cubicBezTo>
                      <a:pt x="53801" y="1612"/>
                      <a:pt x="53718" y="1612"/>
                      <a:pt x="53638" y="1612"/>
                    </a:cubicBezTo>
                    <a:cubicBezTo>
                      <a:pt x="53558" y="1612"/>
                      <a:pt x="53482" y="1612"/>
                      <a:pt x="53467" y="1642"/>
                    </a:cubicBezTo>
                    <a:cubicBezTo>
                      <a:pt x="53457" y="1652"/>
                      <a:pt x="53426" y="1656"/>
                      <a:pt x="53388" y="1656"/>
                    </a:cubicBezTo>
                    <a:cubicBezTo>
                      <a:pt x="53312" y="1656"/>
                      <a:pt x="53204" y="1642"/>
                      <a:pt x="53163" y="1642"/>
                    </a:cubicBezTo>
                    <a:cubicBezTo>
                      <a:pt x="53155" y="1638"/>
                      <a:pt x="53146" y="1636"/>
                      <a:pt x="53136" y="1636"/>
                    </a:cubicBezTo>
                    <a:cubicBezTo>
                      <a:pt x="53071" y="1636"/>
                      <a:pt x="52973" y="1719"/>
                      <a:pt x="52920" y="1825"/>
                    </a:cubicBezTo>
                    <a:lnTo>
                      <a:pt x="52586" y="1764"/>
                    </a:lnTo>
                    <a:lnTo>
                      <a:pt x="52403" y="1764"/>
                    </a:lnTo>
                    <a:cubicBezTo>
                      <a:pt x="52339" y="1785"/>
                      <a:pt x="52274" y="1807"/>
                      <a:pt x="52210" y="1807"/>
                    </a:cubicBezTo>
                    <a:cubicBezTo>
                      <a:pt x="52183" y="1807"/>
                      <a:pt x="52156" y="1803"/>
                      <a:pt x="52130" y="1794"/>
                    </a:cubicBezTo>
                    <a:lnTo>
                      <a:pt x="51734" y="1612"/>
                    </a:lnTo>
                    <a:cubicBezTo>
                      <a:pt x="51430" y="1733"/>
                      <a:pt x="51096" y="1825"/>
                      <a:pt x="50762" y="1855"/>
                    </a:cubicBezTo>
                    <a:cubicBezTo>
                      <a:pt x="50701" y="1916"/>
                      <a:pt x="50640" y="1916"/>
                      <a:pt x="50579" y="1946"/>
                    </a:cubicBezTo>
                    <a:lnTo>
                      <a:pt x="50549" y="1946"/>
                    </a:lnTo>
                    <a:cubicBezTo>
                      <a:pt x="50519" y="1916"/>
                      <a:pt x="50458" y="1825"/>
                      <a:pt x="50458" y="1825"/>
                    </a:cubicBezTo>
                    <a:lnTo>
                      <a:pt x="50306" y="1885"/>
                    </a:lnTo>
                    <a:cubicBezTo>
                      <a:pt x="50154" y="1916"/>
                      <a:pt x="50002" y="1946"/>
                      <a:pt x="49850" y="1946"/>
                    </a:cubicBezTo>
                    <a:lnTo>
                      <a:pt x="49455" y="1946"/>
                    </a:lnTo>
                    <a:cubicBezTo>
                      <a:pt x="49303" y="1946"/>
                      <a:pt x="49181" y="1977"/>
                      <a:pt x="49060" y="1977"/>
                    </a:cubicBezTo>
                    <a:cubicBezTo>
                      <a:pt x="49027" y="1968"/>
                      <a:pt x="48992" y="1965"/>
                      <a:pt x="48957" y="1965"/>
                    </a:cubicBezTo>
                    <a:cubicBezTo>
                      <a:pt x="48861" y="1965"/>
                      <a:pt x="48762" y="1993"/>
                      <a:pt x="48695" y="2037"/>
                    </a:cubicBezTo>
                    <a:lnTo>
                      <a:pt x="48604" y="2037"/>
                    </a:lnTo>
                    <a:cubicBezTo>
                      <a:pt x="48543" y="2007"/>
                      <a:pt x="48482" y="2007"/>
                      <a:pt x="48452" y="2007"/>
                    </a:cubicBezTo>
                    <a:cubicBezTo>
                      <a:pt x="48400" y="2085"/>
                      <a:pt x="48336" y="2107"/>
                      <a:pt x="48269" y="2107"/>
                    </a:cubicBezTo>
                    <a:cubicBezTo>
                      <a:pt x="48179" y="2107"/>
                      <a:pt x="48083" y="2068"/>
                      <a:pt x="47996" y="2068"/>
                    </a:cubicBezTo>
                    <a:cubicBezTo>
                      <a:pt x="47905" y="2068"/>
                      <a:pt x="47844" y="2098"/>
                      <a:pt x="47753" y="2128"/>
                    </a:cubicBezTo>
                    <a:lnTo>
                      <a:pt x="47601" y="2159"/>
                    </a:lnTo>
                    <a:cubicBezTo>
                      <a:pt x="47601" y="2130"/>
                      <a:pt x="47591" y="2116"/>
                      <a:pt x="47574" y="2116"/>
                    </a:cubicBezTo>
                    <a:cubicBezTo>
                      <a:pt x="47536" y="2116"/>
                      <a:pt x="47461" y="2177"/>
                      <a:pt x="47357" y="2280"/>
                    </a:cubicBezTo>
                    <a:lnTo>
                      <a:pt x="47114" y="2098"/>
                    </a:lnTo>
                    <a:cubicBezTo>
                      <a:pt x="47093" y="2077"/>
                      <a:pt x="47064" y="2066"/>
                      <a:pt x="47035" y="2066"/>
                    </a:cubicBezTo>
                    <a:cubicBezTo>
                      <a:pt x="46983" y="2066"/>
                      <a:pt x="46932" y="2100"/>
                      <a:pt x="46932" y="2159"/>
                    </a:cubicBezTo>
                    <a:lnTo>
                      <a:pt x="46932" y="2189"/>
                    </a:lnTo>
                    <a:cubicBezTo>
                      <a:pt x="46841" y="2220"/>
                      <a:pt x="46750" y="2220"/>
                      <a:pt x="46628" y="2220"/>
                    </a:cubicBezTo>
                    <a:lnTo>
                      <a:pt x="46476" y="2220"/>
                    </a:lnTo>
                    <a:cubicBezTo>
                      <a:pt x="46473" y="2223"/>
                      <a:pt x="46464" y="2225"/>
                      <a:pt x="46451" y="2225"/>
                    </a:cubicBezTo>
                    <a:cubicBezTo>
                      <a:pt x="46375" y="2225"/>
                      <a:pt x="46153" y="2172"/>
                      <a:pt x="46006" y="2172"/>
                    </a:cubicBezTo>
                    <a:cubicBezTo>
                      <a:pt x="45961" y="2172"/>
                      <a:pt x="45923" y="2177"/>
                      <a:pt x="45898" y="2189"/>
                    </a:cubicBezTo>
                    <a:cubicBezTo>
                      <a:pt x="45595" y="2311"/>
                      <a:pt x="45291" y="2402"/>
                      <a:pt x="44987" y="2493"/>
                    </a:cubicBezTo>
                    <a:cubicBezTo>
                      <a:pt x="44804" y="2493"/>
                      <a:pt x="44600" y="2560"/>
                      <a:pt x="44506" y="2560"/>
                    </a:cubicBezTo>
                    <a:cubicBezTo>
                      <a:pt x="44491" y="2560"/>
                      <a:pt x="44479" y="2558"/>
                      <a:pt x="44470" y="2554"/>
                    </a:cubicBezTo>
                    <a:cubicBezTo>
                      <a:pt x="44466" y="2550"/>
                      <a:pt x="44459" y="2548"/>
                      <a:pt x="44452" y="2548"/>
                    </a:cubicBezTo>
                    <a:cubicBezTo>
                      <a:pt x="44406" y="2548"/>
                      <a:pt x="44309" y="2615"/>
                      <a:pt x="44257" y="2615"/>
                    </a:cubicBezTo>
                    <a:cubicBezTo>
                      <a:pt x="44227" y="2615"/>
                      <a:pt x="44014" y="2554"/>
                      <a:pt x="43801" y="2493"/>
                    </a:cubicBezTo>
                    <a:lnTo>
                      <a:pt x="43558" y="2493"/>
                    </a:lnTo>
                    <a:cubicBezTo>
                      <a:pt x="43436" y="2493"/>
                      <a:pt x="43315" y="2524"/>
                      <a:pt x="43224" y="2554"/>
                    </a:cubicBezTo>
                    <a:lnTo>
                      <a:pt x="43132" y="2615"/>
                    </a:lnTo>
                    <a:lnTo>
                      <a:pt x="43041" y="2615"/>
                    </a:lnTo>
                    <a:cubicBezTo>
                      <a:pt x="42920" y="2584"/>
                      <a:pt x="42828" y="2554"/>
                      <a:pt x="42707" y="2554"/>
                    </a:cubicBezTo>
                    <a:cubicBezTo>
                      <a:pt x="42646" y="2539"/>
                      <a:pt x="42578" y="2531"/>
                      <a:pt x="42517" y="2531"/>
                    </a:cubicBezTo>
                    <a:cubicBezTo>
                      <a:pt x="42456" y="2531"/>
                      <a:pt x="42403" y="2539"/>
                      <a:pt x="42373" y="2554"/>
                    </a:cubicBezTo>
                    <a:cubicBezTo>
                      <a:pt x="42335" y="2591"/>
                      <a:pt x="42305" y="2605"/>
                      <a:pt x="42279" y="2605"/>
                    </a:cubicBezTo>
                    <a:cubicBezTo>
                      <a:pt x="42212" y="2605"/>
                      <a:pt x="42173" y="2514"/>
                      <a:pt x="42107" y="2514"/>
                    </a:cubicBezTo>
                    <a:cubicBezTo>
                      <a:pt x="42095" y="2514"/>
                      <a:pt x="42083" y="2517"/>
                      <a:pt x="42069" y="2524"/>
                    </a:cubicBezTo>
                    <a:lnTo>
                      <a:pt x="42038" y="2554"/>
                    </a:lnTo>
                    <a:cubicBezTo>
                      <a:pt x="41977" y="2584"/>
                      <a:pt x="41886" y="2736"/>
                      <a:pt x="41825" y="2736"/>
                    </a:cubicBezTo>
                    <a:cubicBezTo>
                      <a:pt x="41785" y="2736"/>
                      <a:pt x="41663" y="2763"/>
                      <a:pt x="41596" y="2763"/>
                    </a:cubicBezTo>
                    <a:cubicBezTo>
                      <a:pt x="41562" y="2763"/>
                      <a:pt x="41542" y="2757"/>
                      <a:pt x="41552" y="2736"/>
                    </a:cubicBezTo>
                    <a:cubicBezTo>
                      <a:pt x="41552" y="2676"/>
                      <a:pt x="41370" y="2676"/>
                      <a:pt x="41278" y="2676"/>
                    </a:cubicBezTo>
                    <a:lnTo>
                      <a:pt x="40974" y="2706"/>
                    </a:lnTo>
                    <a:lnTo>
                      <a:pt x="40974" y="2858"/>
                    </a:lnTo>
                    <a:lnTo>
                      <a:pt x="40974" y="2949"/>
                    </a:lnTo>
                    <a:cubicBezTo>
                      <a:pt x="40731" y="2919"/>
                      <a:pt x="40518" y="2858"/>
                      <a:pt x="40306" y="2767"/>
                    </a:cubicBezTo>
                    <a:cubicBezTo>
                      <a:pt x="40282" y="2763"/>
                      <a:pt x="40258" y="2761"/>
                      <a:pt x="40234" y="2761"/>
                    </a:cubicBezTo>
                    <a:cubicBezTo>
                      <a:pt x="40077" y="2761"/>
                      <a:pt x="39929" y="2844"/>
                      <a:pt x="39850" y="2949"/>
                    </a:cubicBezTo>
                    <a:lnTo>
                      <a:pt x="39637" y="2767"/>
                    </a:lnTo>
                    <a:lnTo>
                      <a:pt x="39607" y="2736"/>
                    </a:lnTo>
                    <a:cubicBezTo>
                      <a:pt x="39485" y="2797"/>
                      <a:pt x="39394" y="2858"/>
                      <a:pt x="39303" y="2919"/>
                    </a:cubicBezTo>
                    <a:lnTo>
                      <a:pt x="39272" y="2919"/>
                    </a:lnTo>
                    <a:lnTo>
                      <a:pt x="39090" y="2949"/>
                    </a:lnTo>
                    <a:cubicBezTo>
                      <a:pt x="38847" y="2919"/>
                      <a:pt x="38603" y="2888"/>
                      <a:pt x="38391" y="2828"/>
                    </a:cubicBezTo>
                    <a:lnTo>
                      <a:pt x="38239" y="2888"/>
                    </a:lnTo>
                    <a:cubicBezTo>
                      <a:pt x="38087" y="2980"/>
                      <a:pt x="37965" y="3071"/>
                      <a:pt x="37844" y="3162"/>
                    </a:cubicBezTo>
                    <a:lnTo>
                      <a:pt x="37783" y="3223"/>
                    </a:lnTo>
                    <a:cubicBezTo>
                      <a:pt x="37631" y="3344"/>
                      <a:pt x="37448" y="3405"/>
                      <a:pt x="37266" y="3435"/>
                    </a:cubicBezTo>
                    <a:lnTo>
                      <a:pt x="37236" y="3253"/>
                    </a:lnTo>
                    <a:lnTo>
                      <a:pt x="37205" y="3162"/>
                    </a:lnTo>
                    <a:cubicBezTo>
                      <a:pt x="37205" y="3096"/>
                      <a:pt x="37174" y="3046"/>
                      <a:pt x="37111" y="3046"/>
                    </a:cubicBezTo>
                    <a:cubicBezTo>
                      <a:pt x="37086" y="3046"/>
                      <a:pt x="37057" y="3054"/>
                      <a:pt x="37023" y="3071"/>
                    </a:cubicBezTo>
                    <a:lnTo>
                      <a:pt x="36962" y="3040"/>
                    </a:lnTo>
                    <a:lnTo>
                      <a:pt x="36871" y="2980"/>
                    </a:lnTo>
                    <a:cubicBezTo>
                      <a:pt x="36780" y="3071"/>
                      <a:pt x="36689" y="3132"/>
                      <a:pt x="36597" y="3162"/>
                    </a:cubicBezTo>
                    <a:lnTo>
                      <a:pt x="36415" y="3162"/>
                    </a:lnTo>
                    <a:cubicBezTo>
                      <a:pt x="36308" y="3126"/>
                      <a:pt x="36201" y="3112"/>
                      <a:pt x="36095" y="3112"/>
                    </a:cubicBezTo>
                    <a:cubicBezTo>
                      <a:pt x="36019" y="3112"/>
                      <a:pt x="35943" y="3119"/>
                      <a:pt x="35868" y="3132"/>
                    </a:cubicBezTo>
                    <a:cubicBezTo>
                      <a:pt x="35777" y="3132"/>
                      <a:pt x="35503" y="3192"/>
                      <a:pt x="35412" y="3192"/>
                    </a:cubicBezTo>
                    <a:lnTo>
                      <a:pt x="35047" y="3192"/>
                    </a:lnTo>
                    <a:lnTo>
                      <a:pt x="34926" y="3284"/>
                    </a:lnTo>
                    <a:lnTo>
                      <a:pt x="34804" y="3284"/>
                    </a:lnTo>
                    <a:cubicBezTo>
                      <a:pt x="34782" y="3219"/>
                      <a:pt x="34746" y="3200"/>
                      <a:pt x="34706" y="3200"/>
                    </a:cubicBezTo>
                    <a:cubicBezTo>
                      <a:pt x="34650" y="3200"/>
                      <a:pt x="34589" y="3236"/>
                      <a:pt x="34555" y="3236"/>
                    </a:cubicBezTo>
                    <a:cubicBezTo>
                      <a:pt x="34544" y="3236"/>
                      <a:pt x="34535" y="3232"/>
                      <a:pt x="34530" y="3223"/>
                    </a:cubicBezTo>
                    <a:cubicBezTo>
                      <a:pt x="34524" y="3216"/>
                      <a:pt x="34512" y="3214"/>
                      <a:pt x="34497" y="3214"/>
                    </a:cubicBezTo>
                    <a:cubicBezTo>
                      <a:pt x="34454" y="3214"/>
                      <a:pt x="34384" y="3232"/>
                      <a:pt x="34321" y="3232"/>
                    </a:cubicBezTo>
                    <a:cubicBezTo>
                      <a:pt x="34298" y="3232"/>
                      <a:pt x="34276" y="3229"/>
                      <a:pt x="34257" y="3223"/>
                    </a:cubicBezTo>
                    <a:cubicBezTo>
                      <a:pt x="34235" y="3214"/>
                      <a:pt x="34217" y="3210"/>
                      <a:pt x="34200" y="3210"/>
                    </a:cubicBezTo>
                    <a:cubicBezTo>
                      <a:pt x="34103" y="3210"/>
                      <a:pt x="34092" y="3344"/>
                      <a:pt x="34014" y="3344"/>
                    </a:cubicBezTo>
                    <a:lnTo>
                      <a:pt x="33771" y="3314"/>
                    </a:lnTo>
                    <a:lnTo>
                      <a:pt x="33649" y="3375"/>
                    </a:lnTo>
                    <a:lnTo>
                      <a:pt x="33619" y="3405"/>
                    </a:lnTo>
                    <a:cubicBezTo>
                      <a:pt x="33406" y="3344"/>
                      <a:pt x="33193" y="3284"/>
                      <a:pt x="32980" y="3284"/>
                    </a:cubicBezTo>
                    <a:cubicBezTo>
                      <a:pt x="32798" y="3284"/>
                      <a:pt x="32646" y="3314"/>
                      <a:pt x="32616" y="3314"/>
                    </a:cubicBezTo>
                    <a:lnTo>
                      <a:pt x="32616" y="3435"/>
                    </a:lnTo>
                    <a:cubicBezTo>
                      <a:pt x="32494" y="3405"/>
                      <a:pt x="32403" y="3344"/>
                      <a:pt x="32281" y="3344"/>
                    </a:cubicBezTo>
                    <a:lnTo>
                      <a:pt x="32251" y="3344"/>
                    </a:lnTo>
                    <a:lnTo>
                      <a:pt x="32008" y="3527"/>
                    </a:lnTo>
                    <a:cubicBezTo>
                      <a:pt x="31925" y="3508"/>
                      <a:pt x="31839" y="3498"/>
                      <a:pt x="31754" y="3498"/>
                    </a:cubicBezTo>
                    <a:cubicBezTo>
                      <a:pt x="31558" y="3498"/>
                      <a:pt x="31366" y="3552"/>
                      <a:pt x="31217" y="3679"/>
                    </a:cubicBezTo>
                    <a:cubicBezTo>
                      <a:pt x="31171" y="3772"/>
                      <a:pt x="31124" y="3811"/>
                      <a:pt x="31092" y="3811"/>
                    </a:cubicBezTo>
                    <a:cubicBezTo>
                      <a:pt x="31081" y="3811"/>
                      <a:pt x="31073" y="3807"/>
                      <a:pt x="31065" y="3800"/>
                    </a:cubicBezTo>
                    <a:lnTo>
                      <a:pt x="31065" y="3770"/>
                    </a:lnTo>
                    <a:lnTo>
                      <a:pt x="31096" y="3587"/>
                    </a:lnTo>
                    <a:cubicBezTo>
                      <a:pt x="31031" y="3555"/>
                      <a:pt x="30955" y="3546"/>
                      <a:pt x="30879" y="3546"/>
                    </a:cubicBezTo>
                    <a:cubicBezTo>
                      <a:pt x="30775" y="3546"/>
                      <a:pt x="30672" y="3564"/>
                      <a:pt x="30603" y="3564"/>
                    </a:cubicBezTo>
                    <a:cubicBezTo>
                      <a:pt x="30581" y="3564"/>
                      <a:pt x="30563" y="3562"/>
                      <a:pt x="30549" y="3557"/>
                    </a:cubicBezTo>
                    <a:cubicBezTo>
                      <a:pt x="30488" y="3542"/>
                      <a:pt x="30435" y="3534"/>
                      <a:pt x="30381" y="3534"/>
                    </a:cubicBezTo>
                    <a:cubicBezTo>
                      <a:pt x="30328" y="3534"/>
                      <a:pt x="30275" y="3542"/>
                      <a:pt x="30214" y="3557"/>
                    </a:cubicBezTo>
                    <a:cubicBezTo>
                      <a:pt x="30205" y="3562"/>
                      <a:pt x="30193" y="3563"/>
                      <a:pt x="30178" y="3563"/>
                    </a:cubicBezTo>
                    <a:cubicBezTo>
                      <a:pt x="30119" y="3563"/>
                      <a:pt x="30026" y="3536"/>
                      <a:pt x="29966" y="3536"/>
                    </a:cubicBezTo>
                    <a:cubicBezTo>
                      <a:pt x="29939" y="3536"/>
                      <a:pt x="29918" y="3541"/>
                      <a:pt x="29910" y="3557"/>
                    </a:cubicBezTo>
                    <a:cubicBezTo>
                      <a:pt x="29910" y="3618"/>
                      <a:pt x="29880" y="3648"/>
                      <a:pt x="29850" y="3648"/>
                    </a:cubicBezTo>
                    <a:lnTo>
                      <a:pt x="29819" y="3648"/>
                    </a:lnTo>
                    <a:lnTo>
                      <a:pt x="29546" y="3587"/>
                    </a:lnTo>
                    <a:lnTo>
                      <a:pt x="28907" y="3800"/>
                    </a:lnTo>
                    <a:lnTo>
                      <a:pt x="28846" y="3861"/>
                    </a:lnTo>
                    <a:cubicBezTo>
                      <a:pt x="28755" y="3831"/>
                      <a:pt x="28664" y="3800"/>
                      <a:pt x="28603" y="3739"/>
                    </a:cubicBezTo>
                    <a:lnTo>
                      <a:pt x="27995" y="3739"/>
                    </a:lnTo>
                    <a:cubicBezTo>
                      <a:pt x="27904" y="3770"/>
                      <a:pt x="27783" y="3770"/>
                      <a:pt x="27752" y="3800"/>
                    </a:cubicBezTo>
                    <a:cubicBezTo>
                      <a:pt x="27710" y="3863"/>
                      <a:pt x="27669" y="3882"/>
                      <a:pt x="27627" y="3882"/>
                    </a:cubicBezTo>
                    <a:cubicBezTo>
                      <a:pt x="27557" y="3882"/>
                      <a:pt x="27487" y="3827"/>
                      <a:pt x="27417" y="3827"/>
                    </a:cubicBezTo>
                    <a:cubicBezTo>
                      <a:pt x="27407" y="3827"/>
                      <a:pt x="27397" y="3828"/>
                      <a:pt x="27387" y="3831"/>
                    </a:cubicBezTo>
                    <a:lnTo>
                      <a:pt x="27236" y="3861"/>
                    </a:lnTo>
                    <a:cubicBezTo>
                      <a:pt x="26962" y="3922"/>
                      <a:pt x="26719" y="4013"/>
                      <a:pt x="26506" y="4165"/>
                    </a:cubicBezTo>
                    <a:lnTo>
                      <a:pt x="26202" y="4104"/>
                    </a:lnTo>
                    <a:lnTo>
                      <a:pt x="26172" y="4104"/>
                    </a:lnTo>
                    <a:cubicBezTo>
                      <a:pt x="26143" y="4104"/>
                      <a:pt x="26007" y="4320"/>
                      <a:pt x="25915" y="4320"/>
                    </a:cubicBezTo>
                    <a:cubicBezTo>
                      <a:pt x="25909" y="4320"/>
                      <a:pt x="25903" y="4319"/>
                      <a:pt x="25898" y="4317"/>
                    </a:cubicBezTo>
                    <a:cubicBezTo>
                      <a:pt x="25777" y="4287"/>
                      <a:pt x="25685" y="4074"/>
                      <a:pt x="25685" y="4013"/>
                    </a:cubicBezTo>
                    <a:cubicBezTo>
                      <a:pt x="25685" y="4004"/>
                      <a:pt x="25670" y="4000"/>
                      <a:pt x="25647" y="4000"/>
                    </a:cubicBezTo>
                    <a:cubicBezTo>
                      <a:pt x="25592" y="4000"/>
                      <a:pt x="25494" y="4022"/>
                      <a:pt x="25473" y="4043"/>
                    </a:cubicBezTo>
                    <a:cubicBezTo>
                      <a:pt x="25461" y="4049"/>
                      <a:pt x="25446" y="4052"/>
                      <a:pt x="25429" y="4052"/>
                    </a:cubicBezTo>
                    <a:cubicBezTo>
                      <a:pt x="25358" y="4052"/>
                      <a:pt x="25254" y="4007"/>
                      <a:pt x="25229" y="3983"/>
                    </a:cubicBezTo>
                    <a:cubicBezTo>
                      <a:pt x="25017" y="3983"/>
                      <a:pt x="24865" y="4043"/>
                      <a:pt x="24713" y="4165"/>
                    </a:cubicBezTo>
                    <a:lnTo>
                      <a:pt x="23345" y="4165"/>
                    </a:lnTo>
                    <a:lnTo>
                      <a:pt x="23162" y="4347"/>
                    </a:lnTo>
                    <a:cubicBezTo>
                      <a:pt x="23102" y="4347"/>
                      <a:pt x="23071" y="4347"/>
                      <a:pt x="23041" y="4317"/>
                    </a:cubicBezTo>
                    <a:cubicBezTo>
                      <a:pt x="23015" y="4264"/>
                      <a:pt x="23034" y="4189"/>
                      <a:pt x="22942" y="4189"/>
                    </a:cubicBezTo>
                    <a:cubicBezTo>
                      <a:pt x="22927" y="4189"/>
                      <a:pt x="22910" y="4191"/>
                      <a:pt x="22889" y="4195"/>
                    </a:cubicBezTo>
                    <a:cubicBezTo>
                      <a:pt x="22859" y="4195"/>
                      <a:pt x="22828" y="4287"/>
                      <a:pt x="22767" y="4317"/>
                    </a:cubicBezTo>
                    <a:cubicBezTo>
                      <a:pt x="22676" y="4378"/>
                      <a:pt x="22585" y="4408"/>
                      <a:pt x="22463" y="4439"/>
                    </a:cubicBezTo>
                    <a:lnTo>
                      <a:pt x="22068" y="4439"/>
                    </a:lnTo>
                    <a:cubicBezTo>
                      <a:pt x="21987" y="4439"/>
                      <a:pt x="21906" y="4493"/>
                      <a:pt x="21816" y="4493"/>
                    </a:cubicBezTo>
                    <a:cubicBezTo>
                      <a:pt x="21771" y="4493"/>
                      <a:pt x="21724" y="4479"/>
                      <a:pt x="21673" y="4439"/>
                    </a:cubicBezTo>
                    <a:cubicBezTo>
                      <a:pt x="21582" y="4439"/>
                      <a:pt x="21369" y="4530"/>
                      <a:pt x="21217" y="4591"/>
                    </a:cubicBezTo>
                    <a:lnTo>
                      <a:pt x="21035" y="4530"/>
                    </a:lnTo>
                    <a:cubicBezTo>
                      <a:pt x="20974" y="4499"/>
                      <a:pt x="20852" y="4469"/>
                      <a:pt x="20822" y="4469"/>
                    </a:cubicBezTo>
                    <a:cubicBezTo>
                      <a:pt x="20731" y="4515"/>
                      <a:pt x="20624" y="4522"/>
                      <a:pt x="20518" y="4522"/>
                    </a:cubicBezTo>
                    <a:cubicBezTo>
                      <a:pt x="20465" y="4522"/>
                      <a:pt x="20412" y="4520"/>
                      <a:pt x="20360" y="4520"/>
                    </a:cubicBezTo>
                    <a:cubicBezTo>
                      <a:pt x="20309" y="4520"/>
                      <a:pt x="20260" y="4522"/>
                      <a:pt x="20214" y="4530"/>
                    </a:cubicBezTo>
                    <a:cubicBezTo>
                      <a:pt x="20184" y="4530"/>
                      <a:pt x="20153" y="4560"/>
                      <a:pt x="20153" y="4560"/>
                    </a:cubicBezTo>
                    <a:lnTo>
                      <a:pt x="20123" y="4743"/>
                    </a:lnTo>
                    <a:cubicBezTo>
                      <a:pt x="19849" y="4651"/>
                      <a:pt x="19576" y="4591"/>
                      <a:pt x="19272" y="4591"/>
                    </a:cubicBezTo>
                    <a:lnTo>
                      <a:pt x="19029" y="4773"/>
                    </a:lnTo>
                    <a:lnTo>
                      <a:pt x="18968" y="4834"/>
                    </a:lnTo>
                    <a:cubicBezTo>
                      <a:pt x="18846" y="4803"/>
                      <a:pt x="18725" y="4743"/>
                      <a:pt x="18634" y="4682"/>
                    </a:cubicBezTo>
                    <a:lnTo>
                      <a:pt x="18573" y="4621"/>
                    </a:lnTo>
                    <a:lnTo>
                      <a:pt x="18390" y="4712"/>
                    </a:lnTo>
                    <a:lnTo>
                      <a:pt x="18299" y="4743"/>
                    </a:lnTo>
                    <a:cubicBezTo>
                      <a:pt x="18290" y="4747"/>
                      <a:pt x="18282" y="4749"/>
                      <a:pt x="18273" y="4749"/>
                    </a:cubicBezTo>
                    <a:cubicBezTo>
                      <a:pt x="18242" y="4749"/>
                      <a:pt x="18216" y="4721"/>
                      <a:pt x="18178" y="4721"/>
                    </a:cubicBezTo>
                    <a:cubicBezTo>
                      <a:pt x="18160" y="4721"/>
                      <a:pt x="18141" y="4727"/>
                      <a:pt x="18117" y="4743"/>
                    </a:cubicBezTo>
                    <a:cubicBezTo>
                      <a:pt x="18056" y="4803"/>
                      <a:pt x="18026" y="4894"/>
                      <a:pt x="17965" y="4925"/>
                    </a:cubicBezTo>
                    <a:cubicBezTo>
                      <a:pt x="17919" y="4940"/>
                      <a:pt x="17874" y="4948"/>
                      <a:pt x="17828" y="4948"/>
                    </a:cubicBezTo>
                    <a:cubicBezTo>
                      <a:pt x="17782" y="4948"/>
                      <a:pt x="17737" y="4940"/>
                      <a:pt x="17691" y="4925"/>
                    </a:cubicBezTo>
                    <a:lnTo>
                      <a:pt x="17630" y="4894"/>
                    </a:lnTo>
                    <a:cubicBezTo>
                      <a:pt x="17621" y="4875"/>
                      <a:pt x="17605" y="4865"/>
                      <a:pt x="17587" y="4865"/>
                    </a:cubicBezTo>
                    <a:cubicBezTo>
                      <a:pt x="17548" y="4865"/>
                      <a:pt x="17499" y="4912"/>
                      <a:pt x="17478" y="5016"/>
                    </a:cubicBezTo>
                    <a:lnTo>
                      <a:pt x="17296" y="4955"/>
                    </a:lnTo>
                    <a:lnTo>
                      <a:pt x="17235" y="4955"/>
                    </a:lnTo>
                    <a:cubicBezTo>
                      <a:pt x="17114" y="4925"/>
                      <a:pt x="17023" y="4894"/>
                      <a:pt x="16901" y="4894"/>
                    </a:cubicBezTo>
                    <a:lnTo>
                      <a:pt x="16901" y="4925"/>
                    </a:lnTo>
                    <a:cubicBezTo>
                      <a:pt x="16871" y="5046"/>
                      <a:pt x="16749" y="5046"/>
                      <a:pt x="16658" y="5046"/>
                    </a:cubicBezTo>
                    <a:lnTo>
                      <a:pt x="16232" y="5046"/>
                    </a:lnTo>
                    <a:cubicBezTo>
                      <a:pt x="16141" y="5046"/>
                      <a:pt x="16019" y="5077"/>
                      <a:pt x="15959" y="5168"/>
                    </a:cubicBezTo>
                    <a:lnTo>
                      <a:pt x="15898" y="5229"/>
                    </a:lnTo>
                    <a:lnTo>
                      <a:pt x="15594" y="5229"/>
                    </a:lnTo>
                    <a:cubicBezTo>
                      <a:pt x="15533" y="5229"/>
                      <a:pt x="15442" y="5198"/>
                      <a:pt x="15412" y="5107"/>
                    </a:cubicBezTo>
                    <a:cubicBezTo>
                      <a:pt x="15412" y="5088"/>
                      <a:pt x="15403" y="5081"/>
                      <a:pt x="15390" y="5081"/>
                    </a:cubicBezTo>
                    <a:cubicBezTo>
                      <a:pt x="15361" y="5081"/>
                      <a:pt x="15311" y="5117"/>
                      <a:pt x="15290" y="5138"/>
                    </a:cubicBezTo>
                    <a:cubicBezTo>
                      <a:pt x="15290" y="5150"/>
                      <a:pt x="15279" y="5155"/>
                      <a:pt x="15262" y="5155"/>
                    </a:cubicBezTo>
                    <a:cubicBezTo>
                      <a:pt x="15215" y="5155"/>
                      <a:pt x="15122" y="5120"/>
                      <a:pt x="15075" y="5120"/>
                    </a:cubicBezTo>
                    <a:cubicBezTo>
                      <a:pt x="15058" y="5120"/>
                      <a:pt x="15047" y="5125"/>
                      <a:pt x="15047" y="5138"/>
                    </a:cubicBezTo>
                    <a:cubicBezTo>
                      <a:pt x="15047" y="5176"/>
                      <a:pt x="15036" y="5193"/>
                      <a:pt x="15017" y="5193"/>
                    </a:cubicBezTo>
                    <a:cubicBezTo>
                      <a:pt x="14991" y="5193"/>
                      <a:pt x="14948" y="5160"/>
                      <a:pt x="14895" y="5107"/>
                    </a:cubicBezTo>
                    <a:lnTo>
                      <a:pt x="14682" y="5198"/>
                    </a:lnTo>
                    <a:cubicBezTo>
                      <a:pt x="14647" y="5222"/>
                      <a:pt x="14608" y="5232"/>
                      <a:pt x="14568" y="5232"/>
                    </a:cubicBezTo>
                    <a:cubicBezTo>
                      <a:pt x="14502" y="5232"/>
                      <a:pt x="14434" y="5206"/>
                      <a:pt x="14378" y="5168"/>
                    </a:cubicBezTo>
                    <a:lnTo>
                      <a:pt x="14257" y="5077"/>
                    </a:lnTo>
                    <a:cubicBezTo>
                      <a:pt x="14230" y="5155"/>
                      <a:pt x="14069" y="5302"/>
                      <a:pt x="14025" y="5302"/>
                    </a:cubicBezTo>
                    <a:cubicBezTo>
                      <a:pt x="14017" y="5302"/>
                      <a:pt x="14013" y="5298"/>
                      <a:pt x="14013" y="5290"/>
                    </a:cubicBezTo>
                    <a:cubicBezTo>
                      <a:pt x="14013" y="5268"/>
                      <a:pt x="14007" y="5260"/>
                      <a:pt x="13995" y="5260"/>
                    </a:cubicBezTo>
                    <a:cubicBezTo>
                      <a:pt x="13962" y="5260"/>
                      <a:pt x="13891" y="5324"/>
                      <a:pt x="13827" y="5324"/>
                    </a:cubicBezTo>
                    <a:cubicBezTo>
                      <a:pt x="13818" y="5324"/>
                      <a:pt x="13809" y="5323"/>
                      <a:pt x="13801" y="5320"/>
                    </a:cubicBezTo>
                    <a:cubicBezTo>
                      <a:pt x="13649" y="5259"/>
                      <a:pt x="13497" y="5229"/>
                      <a:pt x="13314" y="5198"/>
                    </a:cubicBezTo>
                    <a:cubicBezTo>
                      <a:pt x="13162" y="5259"/>
                      <a:pt x="12980" y="5290"/>
                      <a:pt x="12828" y="5320"/>
                    </a:cubicBezTo>
                    <a:lnTo>
                      <a:pt x="12646" y="5350"/>
                    </a:lnTo>
                    <a:lnTo>
                      <a:pt x="12433" y="5350"/>
                    </a:lnTo>
                    <a:cubicBezTo>
                      <a:pt x="12352" y="5377"/>
                      <a:pt x="12150" y="5477"/>
                      <a:pt x="12064" y="5477"/>
                    </a:cubicBezTo>
                    <a:cubicBezTo>
                      <a:pt x="12053" y="5477"/>
                      <a:pt x="12044" y="5475"/>
                      <a:pt x="12038" y="5472"/>
                    </a:cubicBezTo>
                    <a:cubicBezTo>
                      <a:pt x="12031" y="5469"/>
                      <a:pt x="12021" y="5467"/>
                      <a:pt x="12008" y="5467"/>
                    </a:cubicBezTo>
                    <a:cubicBezTo>
                      <a:pt x="11923" y="5467"/>
                      <a:pt x="11721" y="5538"/>
                      <a:pt x="11599" y="5538"/>
                    </a:cubicBezTo>
                    <a:cubicBezTo>
                      <a:pt x="11581" y="5538"/>
                      <a:pt x="11565" y="5536"/>
                      <a:pt x="11551" y="5533"/>
                    </a:cubicBezTo>
                    <a:cubicBezTo>
                      <a:pt x="11430" y="5502"/>
                      <a:pt x="11308" y="5502"/>
                      <a:pt x="11187" y="5502"/>
                    </a:cubicBezTo>
                    <a:cubicBezTo>
                      <a:pt x="11156" y="5533"/>
                      <a:pt x="11035" y="5654"/>
                      <a:pt x="10974" y="5654"/>
                    </a:cubicBezTo>
                    <a:cubicBezTo>
                      <a:pt x="10941" y="5646"/>
                      <a:pt x="10909" y="5642"/>
                      <a:pt x="10877" y="5642"/>
                    </a:cubicBezTo>
                    <a:cubicBezTo>
                      <a:pt x="10789" y="5642"/>
                      <a:pt x="10706" y="5671"/>
                      <a:pt x="10639" y="5715"/>
                    </a:cubicBezTo>
                    <a:lnTo>
                      <a:pt x="10518" y="5776"/>
                    </a:lnTo>
                    <a:cubicBezTo>
                      <a:pt x="10518" y="5776"/>
                      <a:pt x="10487" y="5746"/>
                      <a:pt x="10457" y="5746"/>
                    </a:cubicBezTo>
                    <a:cubicBezTo>
                      <a:pt x="10342" y="5714"/>
                      <a:pt x="10223" y="5697"/>
                      <a:pt x="10105" y="5697"/>
                    </a:cubicBezTo>
                    <a:cubicBezTo>
                      <a:pt x="9882" y="5697"/>
                      <a:pt x="9664" y="5758"/>
                      <a:pt x="9484" y="5898"/>
                    </a:cubicBezTo>
                    <a:lnTo>
                      <a:pt x="9454" y="5898"/>
                    </a:lnTo>
                    <a:cubicBezTo>
                      <a:pt x="9450" y="5902"/>
                      <a:pt x="9439" y="5904"/>
                      <a:pt x="9424" y="5904"/>
                    </a:cubicBezTo>
                    <a:cubicBezTo>
                      <a:pt x="9332" y="5904"/>
                      <a:pt x="9072" y="5837"/>
                      <a:pt x="8968" y="5837"/>
                    </a:cubicBezTo>
                    <a:lnTo>
                      <a:pt x="8117" y="5837"/>
                    </a:lnTo>
                    <a:lnTo>
                      <a:pt x="7873" y="5958"/>
                    </a:lnTo>
                    <a:cubicBezTo>
                      <a:pt x="7738" y="6043"/>
                      <a:pt x="7603" y="6062"/>
                      <a:pt x="7463" y="6062"/>
                    </a:cubicBezTo>
                    <a:cubicBezTo>
                      <a:pt x="7351" y="6062"/>
                      <a:pt x="7235" y="6050"/>
                      <a:pt x="7114" y="6050"/>
                    </a:cubicBezTo>
                    <a:cubicBezTo>
                      <a:pt x="7114" y="6050"/>
                      <a:pt x="7083" y="5989"/>
                      <a:pt x="7083" y="5958"/>
                    </a:cubicBezTo>
                    <a:cubicBezTo>
                      <a:pt x="7064" y="5892"/>
                      <a:pt x="7045" y="5870"/>
                      <a:pt x="7025" y="5870"/>
                    </a:cubicBezTo>
                    <a:cubicBezTo>
                      <a:pt x="6983" y="5870"/>
                      <a:pt x="6933" y="5961"/>
                      <a:pt x="6861" y="5961"/>
                    </a:cubicBezTo>
                    <a:cubicBezTo>
                      <a:pt x="6854" y="5961"/>
                      <a:pt x="6847" y="5960"/>
                      <a:pt x="6840" y="5958"/>
                    </a:cubicBezTo>
                    <a:lnTo>
                      <a:pt x="6749" y="5928"/>
                    </a:lnTo>
                    <a:lnTo>
                      <a:pt x="6749" y="5928"/>
                    </a:lnTo>
                    <a:cubicBezTo>
                      <a:pt x="6779" y="6050"/>
                      <a:pt x="6232" y="6110"/>
                      <a:pt x="6019" y="6141"/>
                    </a:cubicBezTo>
                    <a:cubicBezTo>
                      <a:pt x="5970" y="6149"/>
                      <a:pt x="5919" y="6153"/>
                      <a:pt x="5867" y="6153"/>
                    </a:cubicBezTo>
                    <a:cubicBezTo>
                      <a:pt x="5725" y="6153"/>
                      <a:pt x="5575" y="6124"/>
                      <a:pt x="5442" y="6080"/>
                    </a:cubicBezTo>
                    <a:cubicBezTo>
                      <a:pt x="5438" y="6076"/>
                      <a:pt x="5432" y="6074"/>
                      <a:pt x="5425" y="6074"/>
                    </a:cubicBezTo>
                    <a:cubicBezTo>
                      <a:pt x="5379" y="6074"/>
                      <a:pt x="5281" y="6149"/>
                      <a:pt x="5229" y="6201"/>
                    </a:cubicBezTo>
                    <a:cubicBezTo>
                      <a:pt x="5220" y="6210"/>
                      <a:pt x="5209" y="6214"/>
                      <a:pt x="5197" y="6214"/>
                    </a:cubicBezTo>
                    <a:cubicBezTo>
                      <a:pt x="5168" y="6214"/>
                      <a:pt x="5138" y="6193"/>
                      <a:pt x="5138" y="6171"/>
                    </a:cubicBezTo>
                    <a:cubicBezTo>
                      <a:pt x="5130" y="6164"/>
                      <a:pt x="5117" y="6160"/>
                      <a:pt x="5099" y="6160"/>
                    </a:cubicBezTo>
                    <a:cubicBezTo>
                      <a:pt x="5047" y="6160"/>
                      <a:pt x="4955" y="6194"/>
                      <a:pt x="4864" y="6262"/>
                    </a:cubicBezTo>
                    <a:lnTo>
                      <a:pt x="4743" y="6323"/>
                    </a:lnTo>
                    <a:cubicBezTo>
                      <a:pt x="4682" y="6353"/>
                      <a:pt x="4591" y="6384"/>
                      <a:pt x="4560" y="6384"/>
                    </a:cubicBezTo>
                    <a:lnTo>
                      <a:pt x="4530" y="6353"/>
                    </a:lnTo>
                    <a:cubicBezTo>
                      <a:pt x="4514" y="6338"/>
                      <a:pt x="4492" y="6330"/>
                      <a:pt x="4466" y="6330"/>
                    </a:cubicBezTo>
                    <a:cubicBezTo>
                      <a:pt x="4391" y="6330"/>
                      <a:pt x="4278" y="6393"/>
                      <a:pt x="4165" y="6505"/>
                    </a:cubicBezTo>
                    <a:lnTo>
                      <a:pt x="3952" y="6566"/>
                    </a:lnTo>
                    <a:cubicBezTo>
                      <a:pt x="3831" y="6581"/>
                      <a:pt x="3709" y="6589"/>
                      <a:pt x="3591" y="6589"/>
                    </a:cubicBezTo>
                    <a:cubicBezTo>
                      <a:pt x="3474" y="6589"/>
                      <a:pt x="3360" y="6581"/>
                      <a:pt x="3253" y="6566"/>
                    </a:cubicBezTo>
                    <a:lnTo>
                      <a:pt x="3041" y="6475"/>
                    </a:lnTo>
                    <a:lnTo>
                      <a:pt x="2797" y="6688"/>
                    </a:lnTo>
                    <a:cubicBezTo>
                      <a:pt x="2788" y="6697"/>
                      <a:pt x="2780" y="6700"/>
                      <a:pt x="2771" y="6700"/>
                    </a:cubicBezTo>
                    <a:cubicBezTo>
                      <a:pt x="2749" y="6700"/>
                      <a:pt x="2728" y="6679"/>
                      <a:pt x="2706" y="6657"/>
                    </a:cubicBezTo>
                    <a:lnTo>
                      <a:pt x="2645" y="6627"/>
                    </a:lnTo>
                    <a:cubicBezTo>
                      <a:pt x="2630" y="6612"/>
                      <a:pt x="2615" y="6604"/>
                      <a:pt x="2600" y="6604"/>
                    </a:cubicBezTo>
                    <a:cubicBezTo>
                      <a:pt x="2585" y="6604"/>
                      <a:pt x="2569" y="6612"/>
                      <a:pt x="2554" y="6627"/>
                    </a:cubicBezTo>
                    <a:lnTo>
                      <a:pt x="2372" y="6657"/>
                    </a:lnTo>
                    <a:cubicBezTo>
                      <a:pt x="2463" y="6749"/>
                      <a:pt x="2341" y="6840"/>
                      <a:pt x="2129" y="6840"/>
                    </a:cubicBezTo>
                    <a:lnTo>
                      <a:pt x="1855" y="6840"/>
                    </a:lnTo>
                    <a:cubicBezTo>
                      <a:pt x="1734" y="6840"/>
                      <a:pt x="1642" y="6901"/>
                      <a:pt x="1551" y="6992"/>
                    </a:cubicBezTo>
                    <a:cubicBezTo>
                      <a:pt x="1551" y="7053"/>
                      <a:pt x="1642" y="7144"/>
                      <a:pt x="1764" y="7205"/>
                    </a:cubicBezTo>
                    <a:lnTo>
                      <a:pt x="1885" y="7265"/>
                    </a:lnTo>
                    <a:lnTo>
                      <a:pt x="1916" y="7265"/>
                    </a:lnTo>
                    <a:cubicBezTo>
                      <a:pt x="1916" y="7326"/>
                      <a:pt x="1855" y="7357"/>
                      <a:pt x="1794" y="7357"/>
                    </a:cubicBezTo>
                    <a:cubicBezTo>
                      <a:pt x="1734" y="7357"/>
                      <a:pt x="1703" y="7326"/>
                      <a:pt x="1673" y="7296"/>
                    </a:cubicBezTo>
                    <a:lnTo>
                      <a:pt x="1551" y="7296"/>
                    </a:lnTo>
                    <a:lnTo>
                      <a:pt x="1430" y="7326"/>
                    </a:lnTo>
                    <a:cubicBezTo>
                      <a:pt x="1369" y="7235"/>
                      <a:pt x="1095" y="7144"/>
                      <a:pt x="1095" y="7083"/>
                    </a:cubicBezTo>
                    <a:cubicBezTo>
                      <a:pt x="1089" y="7070"/>
                      <a:pt x="1067" y="7064"/>
                      <a:pt x="1037" y="7064"/>
                    </a:cubicBezTo>
                    <a:cubicBezTo>
                      <a:pt x="928" y="7064"/>
                      <a:pt x="704" y="7140"/>
                      <a:pt x="609" y="7235"/>
                    </a:cubicBezTo>
                    <a:cubicBezTo>
                      <a:pt x="518" y="7296"/>
                      <a:pt x="487" y="7448"/>
                      <a:pt x="518" y="7569"/>
                    </a:cubicBezTo>
                    <a:lnTo>
                      <a:pt x="730" y="7417"/>
                    </a:lnTo>
                    <a:cubicBezTo>
                      <a:pt x="791" y="7478"/>
                      <a:pt x="882" y="7509"/>
                      <a:pt x="943" y="7569"/>
                    </a:cubicBezTo>
                    <a:lnTo>
                      <a:pt x="974" y="7600"/>
                    </a:lnTo>
                    <a:cubicBezTo>
                      <a:pt x="1004" y="7660"/>
                      <a:pt x="578" y="7782"/>
                      <a:pt x="518" y="7812"/>
                    </a:cubicBezTo>
                    <a:cubicBezTo>
                      <a:pt x="366" y="7904"/>
                      <a:pt x="244" y="7995"/>
                      <a:pt x="92" y="8086"/>
                    </a:cubicBezTo>
                    <a:cubicBezTo>
                      <a:pt x="31" y="8147"/>
                      <a:pt x="31" y="8238"/>
                      <a:pt x="62" y="8299"/>
                    </a:cubicBezTo>
                    <a:lnTo>
                      <a:pt x="62" y="8360"/>
                    </a:lnTo>
                    <a:lnTo>
                      <a:pt x="62" y="8390"/>
                    </a:lnTo>
                    <a:cubicBezTo>
                      <a:pt x="1" y="8420"/>
                      <a:pt x="153" y="8481"/>
                      <a:pt x="183" y="8481"/>
                    </a:cubicBezTo>
                    <a:cubicBezTo>
                      <a:pt x="244" y="8512"/>
                      <a:pt x="305" y="8967"/>
                      <a:pt x="426" y="9089"/>
                    </a:cubicBezTo>
                    <a:cubicBezTo>
                      <a:pt x="548" y="9241"/>
                      <a:pt x="548" y="9454"/>
                      <a:pt x="426" y="9636"/>
                    </a:cubicBezTo>
                    <a:lnTo>
                      <a:pt x="275" y="9697"/>
                    </a:lnTo>
                    <a:cubicBezTo>
                      <a:pt x="123" y="9788"/>
                      <a:pt x="123" y="9849"/>
                      <a:pt x="275" y="9940"/>
                    </a:cubicBezTo>
                    <a:lnTo>
                      <a:pt x="335" y="9971"/>
                    </a:lnTo>
                    <a:cubicBezTo>
                      <a:pt x="396" y="10001"/>
                      <a:pt x="366" y="10092"/>
                      <a:pt x="335" y="10123"/>
                    </a:cubicBezTo>
                    <a:cubicBezTo>
                      <a:pt x="305" y="10153"/>
                      <a:pt x="305" y="10183"/>
                      <a:pt x="366" y="10214"/>
                    </a:cubicBezTo>
                    <a:lnTo>
                      <a:pt x="426" y="10214"/>
                    </a:lnTo>
                    <a:cubicBezTo>
                      <a:pt x="518" y="10275"/>
                      <a:pt x="609" y="10305"/>
                      <a:pt x="730" y="10305"/>
                    </a:cubicBezTo>
                    <a:lnTo>
                      <a:pt x="913" y="10275"/>
                    </a:lnTo>
                    <a:cubicBezTo>
                      <a:pt x="933" y="10356"/>
                      <a:pt x="967" y="10383"/>
                      <a:pt x="987" y="10383"/>
                    </a:cubicBezTo>
                    <a:cubicBezTo>
                      <a:pt x="997" y="10383"/>
                      <a:pt x="1004" y="10376"/>
                      <a:pt x="1004" y="10366"/>
                    </a:cubicBezTo>
                    <a:cubicBezTo>
                      <a:pt x="1012" y="10358"/>
                      <a:pt x="1036" y="10354"/>
                      <a:pt x="1066" y="10354"/>
                    </a:cubicBezTo>
                    <a:cubicBezTo>
                      <a:pt x="1149" y="10354"/>
                      <a:pt x="1286" y="10382"/>
                      <a:pt x="1308" y="10426"/>
                    </a:cubicBezTo>
                    <a:cubicBezTo>
                      <a:pt x="1326" y="10462"/>
                      <a:pt x="1364" y="10477"/>
                      <a:pt x="1393" y="10477"/>
                    </a:cubicBezTo>
                    <a:cubicBezTo>
                      <a:pt x="1414" y="10477"/>
                      <a:pt x="1430" y="10469"/>
                      <a:pt x="1430" y="10457"/>
                    </a:cubicBezTo>
                    <a:cubicBezTo>
                      <a:pt x="1430" y="10453"/>
                      <a:pt x="1433" y="10451"/>
                      <a:pt x="1439" y="10451"/>
                    </a:cubicBezTo>
                    <a:cubicBezTo>
                      <a:pt x="1478" y="10451"/>
                      <a:pt x="1636" y="10534"/>
                      <a:pt x="1794" y="10639"/>
                    </a:cubicBezTo>
                    <a:lnTo>
                      <a:pt x="1946" y="10578"/>
                    </a:lnTo>
                    <a:lnTo>
                      <a:pt x="2098" y="10548"/>
                    </a:lnTo>
                    <a:cubicBezTo>
                      <a:pt x="2189" y="10609"/>
                      <a:pt x="2372" y="10700"/>
                      <a:pt x="2463" y="10730"/>
                    </a:cubicBezTo>
                    <a:lnTo>
                      <a:pt x="2493" y="10700"/>
                    </a:lnTo>
                    <a:cubicBezTo>
                      <a:pt x="2566" y="10645"/>
                      <a:pt x="2650" y="10634"/>
                      <a:pt x="2739" y="10634"/>
                    </a:cubicBezTo>
                    <a:cubicBezTo>
                      <a:pt x="2797" y="10634"/>
                      <a:pt x="2858" y="10639"/>
                      <a:pt x="2919" y="10639"/>
                    </a:cubicBezTo>
                    <a:cubicBezTo>
                      <a:pt x="3314" y="10670"/>
                      <a:pt x="3679" y="10700"/>
                      <a:pt x="4074" y="10730"/>
                    </a:cubicBezTo>
                    <a:lnTo>
                      <a:pt x="4408" y="10761"/>
                    </a:lnTo>
                    <a:cubicBezTo>
                      <a:pt x="4545" y="10776"/>
                      <a:pt x="4689" y="10784"/>
                      <a:pt x="4834" y="10784"/>
                    </a:cubicBezTo>
                    <a:cubicBezTo>
                      <a:pt x="4978" y="10784"/>
                      <a:pt x="5123" y="10776"/>
                      <a:pt x="5259" y="10761"/>
                    </a:cubicBezTo>
                    <a:lnTo>
                      <a:pt x="5290" y="10791"/>
                    </a:lnTo>
                    <a:lnTo>
                      <a:pt x="5381" y="10822"/>
                    </a:lnTo>
                    <a:lnTo>
                      <a:pt x="5715" y="10730"/>
                    </a:lnTo>
                    <a:lnTo>
                      <a:pt x="5837" y="10791"/>
                    </a:lnTo>
                    <a:cubicBezTo>
                      <a:pt x="5898" y="10822"/>
                      <a:pt x="5989" y="10822"/>
                      <a:pt x="6050" y="10822"/>
                    </a:cubicBezTo>
                    <a:lnTo>
                      <a:pt x="6232" y="10822"/>
                    </a:lnTo>
                    <a:cubicBezTo>
                      <a:pt x="6445" y="10822"/>
                      <a:pt x="6688" y="10852"/>
                      <a:pt x="6901" y="10882"/>
                    </a:cubicBezTo>
                    <a:lnTo>
                      <a:pt x="7053" y="10822"/>
                    </a:lnTo>
                    <a:cubicBezTo>
                      <a:pt x="7083" y="10806"/>
                      <a:pt x="7121" y="10806"/>
                      <a:pt x="7155" y="10806"/>
                    </a:cubicBezTo>
                    <a:cubicBezTo>
                      <a:pt x="7190" y="10806"/>
                      <a:pt x="7220" y="10806"/>
                      <a:pt x="7235" y="10791"/>
                    </a:cubicBezTo>
                    <a:cubicBezTo>
                      <a:pt x="7311" y="10761"/>
                      <a:pt x="7387" y="10746"/>
                      <a:pt x="7459" y="10746"/>
                    </a:cubicBezTo>
                    <a:cubicBezTo>
                      <a:pt x="7531" y="10746"/>
                      <a:pt x="7600" y="10761"/>
                      <a:pt x="7661" y="10791"/>
                    </a:cubicBezTo>
                    <a:lnTo>
                      <a:pt x="7782" y="10791"/>
                    </a:lnTo>
                    <a:cubicBezTo>
                      <a:pt x="7854" y="10734"/>
                      <a:pt x="7946" y="10704"/>
                      <a:pt x="8043" y="10704"/>
                    </a:cubicBezTo>
                    <a:cubicBezTo>
                      <a:pt x="8150" y="10704"/>
                      <a:pt x="8264" y="10741"/>
                      <a:pt x="8360" y="10822"/>
                    </a:cubicBezTo>
                    <a:cubicBezTo>
                      <a:pt x="8368" y="10817"/>
                      <a:pt x="8376" y="10816"/>
                      <a:pt x="8385" y="10816"/>
                    </a:cubicBezTo>
                    <a:cubicBezTo>
                      <a:pt x="8437" y="10816"/>
                      <a:pt x="8486" y="10891"/>
                      <a:pt x="8512" y="10943"/>
                    </a:cubicBezTo>
                    <a:cubicBezTo>
                      <a:pt x="8515" y="10946"/>
                      <a:pt x="8521" y="10948"/>
                      <a:pt x="8530" y="10948"/>
                    </a:cubicBezTo>
                    <a:cubicBezTo>
                      <a:pt x="8599" y="10948"/>
                      <a:pt x="8826" y="10845"/>
                      <a:pt x="8907" y="10791"/>
                    </a:cubicBezTo>
                    <a:cubicBezTo>
                      <a:pt x="8968" y="10730"/>
                      <a:pt x="9028" y="10700"/>
                      <a:pt x="9120" y="10670"/>
                    </a:cubicBezTo>
                    <a:cubicBezTo>
                      <a:pt x="9150" y="10670"/>
                      <a:pt x="9180" y="10670"/>
                      <a:pt x="9180" y="10700"/>
                    </a:cubicBezTo>
                    <a:lnTo>
                      <a:pt x="9180" y="10791"/>
                    </a:lnTo>
                    <a:cubicBezTo>
                      <a:pt x="9180" y="10822"/>
                      <a:pt x="9211" y="10882"/>
                      <a:pt x="9302" y="10882"/>
                    </a:cubicBezTo>
                    <a:lnTo>
                      <a:pt x="9332" y="10852"/>
                    </a:lnTo>
                    <a:cubicBezTo>
                      <a:pt x="9363" y="10837"/>
                      <a:pt x="9401" y="10829"/>
                      <a:pt x="9439" y="10829"/>
                    </a:cubicBezTo>
                    <a:cubicBezTo>
                      <a:pt x="9477" y="10829"/>
                      <a:pt x="9515" y="10837"/>
                      <a:pt x="9545" y="10852"/>
                    </a:cubicBezTo>
                    <a:lnTo>
                      <a:pt x="9697" y="10943"/>
                    </a:lnTo>
                    <a:cubicBezTo>
                      <a:pt x="9829" y="11022"/>
                      <a:pt x="9596" y="11101"/>
                      <a:pt x="9432" y="11101"/>
                    </a:cubicBezTo>
                    <a:cubicBezTo>
                      <a:pt x="9407" y="11101"/>
                      <a:pt x="9383" y="11099"/>
                      <a:pt x="9363" y="11095"/>
                    </a:cubicBezTo>
                    <a:cubicBezTo>
                      <a:pt x="9330" y="11087"/>
                      <a:pt x="9300" y="11083"/>
                      <a:pt x="9271" y="11083"/>
                    </a:cubicBezTo>
                    <a:cubicBezTo>
                      <a:pt x="9192" y="11083"/>
                      <a:pt x="9126" y="11111"/>
                      <a:pt x="9059" y="11156"/>
                    </a:cubicBezTo>
                    <a:cubicBezTo>
                      <a:pt x="9028" y="11186"/>
                      <a:pt x="9028" y="11278"/>
                      <a:pt x="8998" y="11308"/>
                    </a:cubicBezTo>
                    <a:cubicBezTo>
                      <a:pt x="8998" y="11317"/>
                      <a:pt x="8990" y="11321"/>
                      <a:pt x="8977" y="11321"/>
                    </a:cubicBezTo>
                    <a:cubicBezTo>
                      <a:pt x="8945" y="11321"/>
                      <a:pt x="8880" y="11299"/>
                      <a:pt x="8816" y="11278"/>
                    </a:cubicBezTo>
                    <a:lnTo>
                      <a:pt x="8755" y="11247"/>
                    </a:lnTo>
                    <a:lnTo>
                      <a:pt x="8725" y="11247"/>
                    </a:lnTo>
                    <a:cubicBezTo>
                      <a:pt x="8664" y="11278"/>
                      <a:pt x="8664" y="11338"/>
                      <a:pt x="8694" y="11369"/>
                    </a:cubicBezTo>
                    <a:cubicBezTo>
                      <a:pt x="8725" y="11369"/>
                      <a:pt x="8542" y="11399"/>
                      <a:pt x="8451" y="11399"/>
                    </a:cubicBezTo>
                    <a:cubicBezTo>
                      <a:pt x="8390" y="11399"/>
                      <a:pt x="8299" y="11278"/>
                      <a:pt x="8299" y="11217"/>
                    </a:cubicBezTo>
                    <a:cubicBezTo>
                      <a:pt x="8289" y="11197"/>
                      <a:pt x="8279" y="11186"/>
                      <a:pt x="8269" y="11186"/>
                    </a:cubicBezTo>
                    <a:cubicBezTo>
                      <a:pt x="8248" y="11186"/>
                      <a:pt x="8228" y="11227"/>
                      <a:pt x="8208" y="11308"/>
                    </a:cubicBezTo>
                    <a:lnTo>
                      <a:pt x="8177" y="11308"/>
                    </a:lnTo>
                    <a:lnTo>
                      <a:pt x="7965" y="11338"/>
                    </a:lnTo>
                    <a:cubicBezTo>
                      <a:pt x="8025" y="11490"/>
                      <a:pt x="8086" y="11612"/>
                      <a:pt x="8117" y="11764"/>
                    </a:cubicBezTo>
                    <a:cubicBezTo>
                      <a:pt x="8117" y="11785"/>
                      <a:pt x="8105" y="11796"/>
                      <a:pt x="8084" y="11796"/>
                    </a:cubicBezTo>
                    <a:cubicBezTo>
                      <a:pt x="8044" y="11796"/>
                      <a:pt x="7972" y="11762"/>
                      <a:pt x="7873" y="11703"/>
                    </a:cubicBezTo>
                    <a:lnTo>
                      <a:pt x="7752" y="11825"/>
                    </a:lnTo>
                    <a:lnTo>
                      <a:pt x="7691" y="11855"/>
                    </a:lnTo>
                    <a:cubicBezTo>
                      <a:pt x="7509" y="11764"/>
                      <a:pt x="7600" y="11521"/>
                      <a:pt x="7661" y="11399"/>
                    </a:cubicBezTo>
                    <a:cubicBezTo>
                      <a:pt x="7696" y="11363"/>
                      <a:pt x="7699" y="11351"/>
                      <a:pt x="7688" y="11351"/>
                    </a:cubicBezTo>
                    <a:cubicBezTo>
                      <a:pt x="7670" y="11351"/>
                      <a:pt x="7618" y="11381"/>
                      <a:pt x="7600" y="11399"/>
                    </a:cubicBezTo>
                    <a:cubicBezTo>
                      <a:pt x="7596" y="11403"/>
                      <a:pt x="7589" y="11404"/>
                      <a:pt x="7578" y="11404"/>
                    </a:cubicBezTo>
                    <a:cubicBezTo>
                      <a:pt x="7515" y="11404"/>
                      <a:pt x="7338" y="11351"/>
                      <a:pt x="7211" y="11351"/>
                    </a:cubicBezTo>
                    <a:cubicBezTo>
                      <a:pt x="7172" y="11351"/>
                      <a:pt x="7139" y="11356"/>
                      <a:pt x="7114" y="11369"/>
                    </a:cubicBezTo>
                    <a:cubicBezTo>
                      <a:pt x="6992" y="11399"/>
                      <a:pt x="6931" y="11490"/>
                      <a:pt x="6870" y="11582"/>
                    </a:cubicBezTo>
                    <a:cubicBezTo>
                      <a:pt x="6870" y="11587"/>
                      <a:pt x="6873" y="11589"/>
                      <a:pt x="6879" y="11589"/>
                    </a:cubicBezTo>
                    <a:cubicBezTo>
                      <a:pt x="6904" y="11589"/>
                      <a:pt x="6983" y="11535"/>
                      <a:pt x="7083" y="11460"/>
                    </a:cubicBezTo>
                    <a:lnTo>
                      <a:pt x="7205" y="11612"/>
                    </a:lnTo>
                    <a:lnTo>
                      <a:pt x="7235" y="11673"/>
                    </a:lnTo>
                    <a:cubicBezTo>
                      <a:pt x="7266" y="11733"/>
                      <a:pt x="7205" y="11794"/>
                      <a:pt x="7144" y="11794"/>
                    </a:cubicBezTo>
                    <a:lnTo>
                      <a:pt x="6992" y="11794"/>
                    </a:lnTo>
                    <a:cubicBezTo>
                      <a:pt x="6962" y="11794"/>
                      <a:pt x="6901" y="11855"/>
                      <a:pt x="6901" y="11946"/>
                    </a:cubicBezTo>
                    <a:lnTo>
                      <a:pt x="6779" y="11916"/>
                    </a:lnTo>
                    <a:lnTo>
                      <a:pt x="6658" y="11855"/>
                    </a:lnTo>
                    <a:cubicBezTo>
                      <a:pt x="6658" y="11789"/>
                      <a:pt x="6579" y="11739"/>
                      <a:pt x="6500" y="11739"/>
                    </a:cubicBezTo>
                    <a:cubicBezTo>
                      <a:pt x="6470" y="11739"/>
                      <a:pt x="6440" y="11747"/>
                      <a:pt x="6414" y="11764"/>
                    </a:cubicBezTo>
                    <a:lnTo>
                      <a:pt x="6323" y="11825"/>
                    </a:lnTo>
                    <a:cubicBezTo>
                      <a:pt x="6293" y="11825"/>
                      <a:pt x="6232" y="11825"/>
                      <a:pt x="6202" y="11794"/>
                    </a:cubicBezTo>
                    <a:lnTo>
                      <a:pt x="6202" y="11703"/>
                    </a:lnTo>
                    <a:lnTo>
                      <a:pt x="6232" y="11673"/>
                    </a:lnTo>
                    <a:cubicBezTo>
                      <a:pt x="6202" y="11612"/>
                      <a:pt x="6202" y="11551"/>
                      <a:pt x="6171" y="11521"/>
                    </a:cubicBezTo>
                    <a:cubicBezTo>
                      <a:pt x="6171" y="11513"/>
                      <a:pt x="6170" y="11510"/>
                      <a:pt x="6167" y="11510"/>
                    </a:cubicBezTo>
                    <a:cubicBezTo>
                      <a:pt x="6150" y="11510"/>
                      <a:pt x="6080" y="11680"/>
                      <a:pt x="6080" y="11733"/>
                    </a:cubicBezTo>
                    <a:cubicBezTo>
                      <a:pt x="6080" y="11764"/>
                      <a:pt x="5776" y="11855"/>
                      <a:pt x="5685" y="11916"/>
                    </a:cubicBezTo>
                    <a:cubicBezTo>
                      <a:pt x="5624" y="11946"/>
                      <a:pt x="5563" y="11977"/>
                      <a:pt x="5533" y="12037"/>
                    </a:cubicBezTo>
                    <a:cubicBezTo>
                      <a:pt x="5594" y="12068"/>
                      <a:pt x="5685" y="12068"/>
                      <a:pt x="5776" y="12098"/>
                    </a:cubicBezTo>
                    <a:cubicBezTo>
                      <a:pt x="5837" y="12098"/>
                      <a:pt x="5898" y="12220"/>
                      <a:pt x="5898" y="12281"/>
                    </a:cubicBezTo>
                    <a:cubicBezTo>
                      <a:pt x="5898" y="12296"/>
                      <a:pt x="5875" y="12303"/>
                      <a:pt x="5841" y="12303"/>
                    </a:cubicBezTo>
                    <a:cubicBezTo>
                      <a:pt x="5807" y="12303"/>
                      <a:pt x="5761" y="12296"/>
                      <a:pt x="5715" y="12281"/>
                    </a:cubicBezTo>
                    <a:lnTo>
                      <a:pt x="5594" y="12281"/>
                    </a:lnTo>
                    <a:cubicBezTo>
                      <a:pt x="5563" y="12281"/>
                      <a:pt x="5533" y="12372"/>
                      <a:pt x="5563" y="12402"/>
                    </a:cubicBezTo>
                    <a:lnTo>
                      <a:pt x="5594" y="12402"/>
                    </a:lnTo>
                    <a:cubicBezTo>
                      <a:pt x="5634" y="12410"/>
                      <a:pt x="5675" y="12414"/>
                      <a:pt x="5716" y="12414"/>
                    </a:cubicBezTo>
                    <a:cubicBezTo>
                      <a:pt x="5827" y="12414"/>
                      <a:pt x="5938" y="12386"/>
                      <a:pt x="6050" y="12341"/>
                    </a:cubicBezTo>
                    <a:lnTo>
                      <a:pt x="6414" y="12341"/>
                    </a:lnTo>
                    <a:cubicBezTo>
                      <a:pt x="6354" y="12220"/>
                      <a:pt x="6232" y="12129"/>
                      <a:pt x="6080" y="12068"/>
                    </a:cubicBezTo>
                    <a:cubicBezTo>
                      <a:pt x="6019" y="12068"/>
                      <a:pt x="6080" y="11977"/>
                      <a:pt x="6110" y="11946"/>
                    </a:cubicBezTo>
                    <a:cubicBezTo>
                      <a:pt x="6141" y="11946"/>
                      <a:pt x="6262" y="12068"/>
                      <a:pt x="6323" y="12098"/>
                    </a:cubicBezTo>
                    <a:cubicBezTo>
                      <a:pt x="6384" y="12129"/>
                      <a:pt x="6445" y="12341"/>
                      <a:pt x="6506" y="12402"/>
                    </a:cubicBezTo>
                    <a:cubicBezTo>
                      <a:pt x="6627" y="12463"/>
                      <a:pt x="6749" y="12493"/>
                      <a:pt x="6901" y="12493"/>
                    </a:cubicBezTo>
                    <a:cubicBezTo>
                      <a:pt x="6962" y="12493"/>
                      <a:pt x="7022" y="12676"/>
                      <a:pt x="7022" y="12737"/>
                    </a:cubicBezTo>
                    <a:cubicBezTo>
                      <a:pt x="7022" y="12772"/>
                      <a:pt x="6981" y="12787"/>
                      <a:pt x="6922" y="12787"/>
                    </a:cubicBezTo>
                    <a:cubicBezTo>
                      <a:pt x="6880" y="12787"/>
                      <a:pt x="6830" y="12780"/>
                      <a:pt x="6779" y="12767"/>
                    </a:cubicBezTo>
                    <a:lnTo>
                      <a:pt x="6749" y="12645"/>
                    </a:lnTo>
                    <a:lnTo>
                      <a:pt x="6718" y="12554"/>
                    </a:lnTo>
                    <a:cubicBezTo>
                      <a:pt x="6536" y="12554"/>
                      <a:pt x="6354" y="12554"/>
                      <a:pt x="6202" y="12493"/>
                    </a:cubicBezTo>
                    <a:lnTo>
                      <a:pt x="6202" y="12493"/>
                    </a:lnTo>
                    <a:lnTo>
                      <a:pt x="6232" y="12737"/>
                    </a:lnTo>
                    <a:cubicBezTo>
                      <a:pt x="6232" y="12767"/>
                      <a:pt x="6202" y="12828"/>
                      <a:pt x="6171" y="12828"/>
                    </a:cubicBezTo>
                    <a:lnTo>
                      <a:pt x="5837" y="12828"/>
                    </a:lnTo>
                    <a:cubicBezTo>
                      <a:pt x="5533" y="12980"/>
                      <a:pt x="5351" y="13162"/>
                      <a:pt x="5411" y="13253"/>
                    </a:cubicBezTo>
                    <a:lnTo>
                      <a:pt x="5442" y="13253"/>
                    </a:lnTo>
                    <a:lnTo>
                      <a:pt x="5655" y="13192"/>
                    </a:lnTo>
                    <a:cubicBezTo>
                      <a:pt x="5682" y="13179"/>
                      <a:pt x="5711" y="13172"/>
                      <a:pt x="5741" y="13172"/>
                    </a:cubicBezTo>
                    <a:cubicBezTo>
                      <a:pt x="5902" y="13172"/>
                      <a:pt x="6062" y="13363"/>
                      <a:pt x="5959" y="13466"/>
                    </a:cubicBezTo>
                    <a:cubicBezTo>
                      <a:pt x="5867" y="13557"/>
                      <a:pt x="5959" y="13618"/>
                      <a:pt x="6019" y="13618"/>
                    </a:cubicBezTo>
                    <a:cubicBezTo>
                      <a:pt x="6080" y="13618"/>
                      <a:pt x="6110" y="13466"/>
                      <a:pt x="6110" y="13405"/>
                    </a:cubicBezTo>
                    <a:cubicBezTo>
                      <a:pt x="6110" y="13344"/>
                      <a:pt x="6232" y="13253"/>
                      <a:pt x="6384" y="13223"/>
                    </a:cubicBezTo>
                    <a:lnTo>
                      <a:pt x="6506" y="13192"/>
                    </a:lnTo>
                    <a:cubicBezTo>
                      <a:pt x="6566" y="13192"/>
                      <a:pt x="6597" y="13192"/>
                      <a:pt x="6627" y="13223"/>
                    </a:cubicBezTo>
                    <a:cubicBezTo>
                      <a:pt x="6627" y="13284"/>
                      <a:pt x="6627" y="13314"/>
                      <a:pt x="6597" y="13344"/>
                    </a:cubicBezTo>
                    <a:cubicBezTo>
                      <a:pt x="6571" y="13337"/>
                      <a:pt x="6547" y="13334"/>
                      <a:pt x="6526" y="13334"/>
                    </a:cubicBezTo>
                    <a:cubicBezTo>
                      <a:pt x="6375" y="13334"/>
                      <a:pt x="6339" y="13504"/>
                      <a:pt x="6232" y="13557"/>
                    </a:cubicBezTo>
                    <a:lnTo>
                      <a:pt x="6202" y="13557"/>
                    </a:lnTo>
                    <a:cubicBezTo>
                      <a:pt x="6171" y="13588"/>
                      <a:pt x="6232" y="13618"/>
                      <a:pt x="6323" y="13679"/>
                    </a:cubicBezTo>
                    <a:lnTo>
                      <a:pt x="6354" y="13648"/>
                    </a:lnTo>
                    <a:lnTo>
                      <a:pt x="6627" y="13527"/>
                    </a:lnTo>
                    <a:lnTo>
                      <a:pt x="6627" y="13527"/>
                    </a:lnTo>
                    <a:cubicBezTo>
                      <a:pt x="6627" y="13648"/>
                      <a:pt x="6566" y="13770"/>
                      <a:pt x="6445" y="13831"/>
                    </a:cubicBezTo>
                    <a:cubicBezTo>
                      <a:pt x="6384" y="13861"/>
                      <a:pt x="6566" y="14044"/>
                      <a:pt x="6658" y="14044"/>
                    </a:cubicBezTo>
                    <a:cubicBezTo>
                      <a:pt x="6749" y="14013"/>
                      <a:pt x="6779" y="13861"/>
                      <a:pt x="6749" y="13800"/>
                    </a:cubicBezTo>
                    <a:cubicBezTo>
                      <a:pt x="6740" y="13783"/>
                      <a:pt x="6765" y="13776"/>
                      <a:pt x="6807" y="13776"/>
                    </a:cubicBezTo>
                    <a:cubicBezTo>
                      <a:pt x="6915" y="13776"/>
                      <a:pt x="7139" y="13826"/>
                      <a:pt x="7205" y="13892"/>
                    </a:cubicBezTo>
                    <a:cubicBezTo>
                      <a:pt x="7326" y="13952"/>
                      <a:pt x="7205" y="14135"/>
                      <a:pt x="7144" y="14165"/>
                    </a:cubicBezTo>
                    <a:cubicBezTo>
                      <a:pt x="7083" y="14196"/>
                      <a:pt x="7205" y="14256"/>
                      <a:pt x="7266" y="14256"/>
                    </a:cubicBezTo>
                    <a:cubicBezTo>
                      <a:pt x="7296" y="14256"/>
                      <a:pt x="7326" y="14287"/>
                      <a:pt x="7387" y="14317"/>
                    </a:cubicBezTo>
                    <a:cubicBezTo>
                      <a:pt x="7296" y="14317"/>
                      <a:pt x="7205" y="14348"/>
                      <a:pt x="7114" y="14348"/>
                    </a:cubicBezTo>
                    <a:cubicBezTo>
                      <a:pt x="7022" y="14348"/>
                      <a:pt x="6962" y="14439"/>
                      <a:pt x="6962" y="14499"/>
                    </a:cubicBezTo>
                    <a:lnTo>
                      <a:pt x="6931" y="14560"/>
                    </a:lnTo>
                    <a:lnTo>
                      <a:pt x="6870" y="14651"/>
                    </a:lnTo>
                    <a:cubicBezTo>
                      <a:pt x="6817" y="14687"/>
                      <a:pt x="6753" y="14702"/>
                      <a:pt x="6685" y="14702"/>
                    </a:cubicBezTo>
                    <a:cubicBezTo>
                      <a:pt x="6637" y="14702"/>
                      <a:pt x="6586" y="14694"/>
                      <a:pt x="6536" y="14682"/>
                    </a:cubicBezTo>
                    <a:lnTo>
                      <a:pt x="6475" y="14651"/>
                    </a:lnTo>
                    <a:cubicBezTo>
                      <a:pt x="6414" y="14591"/>
                      <a:pt x="6323" y="14530"/>
                      <a:pt x="6354" y="14469"/>
                    </a:cubicBezTo>
                    <a:cubicBezTo>
                      <a:pt x="6378" y="14433"/>
                      <a:pt x="6406" y="14421"/>
                      <a:pt x="6436" y="14421"/>
                    </a:cubicBezTo>
                    <a:cubicBezTo>
                      <a:pt x="6481" y="14421"/>
                      <a:pt x="6529" y="14451"/>
                      <a:pt x="6566" y="14469"/>
                    </a:cubicBezTo>
                    <a:cubicBezTo>
                      <a:pt x="6593" y="14478"/>
                      <a:pt x="6617" y="14482"/>
                      <a:pt x="6639" y="14482"/>
                    </a:cubicBezTo>
                    <a:cubicBezTo>
                      <a:pt x="6693" y="14482"/>
                      <a:pt x="6736" y="14460"/>
                      <a:pt x="6779" y="14439"/>
                    </a:cubicBezTo>
                    <a:lnTo>
                      <a:pt x="6901" y="14378"/>
                    </a:lnTo>
                    <a:cubicBezTo>
                      <a:pt x="6901" y="14287"/>
                      <a:pt x="6840" y="14226"/>
                      <a:pt x="6749" y="14165"/>
                    </a:cubicBezTo>
                    <a:cubicBezTo>
                      <a:pt x="6658" y="14226"/>
                      <a:pt x="6597" y="14317"/>
                      <a:pt x="6566" y="14408"/>
                    </a:cubicBezTo>
                    <a:lnTo>
                      <a:pt x="6384" y="14256"/>
                    </a:lnTo>
                    <a:cubicBezTo>
                      <a:pt x="6354" y="14256"/>
                      <a:pt x="6293" y="14317"/>
                      <a:pt x="6232" y="14348"/>
                    </a:cubicBezTo>
                    <a:cubicBezTo>
                      <a:pt x="6202" y="14348"/>
                      <a:pt x="6141" y="14378"/>
                      <a:pt x="6110" y="14408"/>
                    </a:cubicBezTo>
                    <a:lnTo>
                      <a:pt x="6080" y="14408"/>
                    </a:lnTo>
                    <a:cubicBezTo>
                      <a:pt x="6080" y="14439"/>
                      <a:pt x="6323" y="14560"/>
                      <a:pt x="6384" y="14651"/>
                    </a:cubicBezTo>
                    <a:cubicBezTo>
                      <a:pt x="6414" y="14743"/>
                      <a:pt x="6171" y="14834"/>
                      <a:pt x="6080" y="14834"/>
                    </a:cubicBezTo>
                    <a:cubicBezTo>
                      <a:pt x="5930" y="14855"/>
                      <a:pt x="5764" y="14877"/>
                      <a:pt x="5594" y="14877"/>
                    </a:cubicBezTo>
                    <a:cubicBezTo>
                      <a:pt x="5523" y="14877"/>
                      <a:pt x="5452" y="14873"/>
                      <a:pt x="5381" y="14864"/>
                    </a:cubicBezTo>
                    <a:cubicBezTo>
                      <a:pt x="5320" y="14834"/>
                      <a:pt x="5252" y="14819"/>
                      <a:pt x="5195" y="14819"/>
                    </a:cubicBezTo>
                    <a:cubicBezTo>
                      <a:pt x="5138" y="14819"/>
                      <a:pt x="5092" y="14834"/>
                      <a:pt x="5077" y="14864"/>
                    </a:cubicBezTo>
                    <a:lnTo>
                      <a:pt x="5016" y="14925"/>
                    </a:lnTo>
                    <a:lnTo>
                      <a:pt x="4986" y="14955"/>
                    </a:lnTo>
                    <a:cubicBezTo>
                      <a:pt x="4925" y="14955"/>
                      <a:pt x="4864" y="14925"/>
                      <a:pt x="4834" y="14895"/>
                    </a:cubicBezTo>
                    <a:lnTo>
                      <a:pt x="4834" y="14834"/>
                    </a:lnTo>
                    <a:cubicBezTo>
                      <a:pt x="4834" y="14803"/>
                      <a:pt x="4864" y="14743"/>
                      <a:pt x="4864" y="14743"/>
                    </a:cubicBezTo>
                    <a:cubicBezTo>
                      <a:pt x="4682" y="14560"/>
                      <a:pt x="4864" y="14560"/>
                      <a:pt x="5047" y="14560"/>
                    </a:cubicBezTo>
                    <a:cubicBezTo>
                      <a:pt x="5077" y="14530"/>
                      <a:pt x="4955" y="14469"/>
                      <a:pt x="4925" y="14439"/>
                    </a:cubicBezTo>
                    <a:cubicBezTo>
                      <a:pt x="4914" y="14433"/>
                      <a:pt x="4903" y="14431"/>
                      <a:pt x="4890" y="14431"/>
                    </a:cubicBezTo>
                    <a:cubicBezTo>
                      <a:pt x="4833" y="14431"/>
                      <a:pt x="4762" y="14485"/>
                      <a:pt x="4712" y="14560"/>
                    </a:cubicBezTo>
                    <a:lnTo>
                      <a:pt x="4682" y="14621"/>
                    </a:lnTo>
                    <a:lnTo>
                      <a:pt x="4621" y="14682"/>
                    </a:lnTo>
                    <a:cubicBezTo>
                      <a:pt x="4530" y="14743"/>
                      <a:pt x="4621" y="14834"/>
                      <a:pt x="4651" y="14834"/>
                    </a:cubicBezTo>
                    <a:cubicBezTo>
                      <a:pt x="4682" y="14864"/>
                      <a:pt x="4651" y="14925"/>
                      <a:pt x="4651" y="14925"/>
                    </a:cubicBezTo>
                    <a:cubicBezTo>
                      <a:pt x="4621" y="14955"/>
                      <a:pt x="4530" y="15107"/>
                      <a:pt x="4560" y="15107"/>
                    </a:cubicBezTo>
                    <a:cubicBezTo>
                      <a:pt x="4621" y="15138"/>
                      <a:pt x="4591" y="15259"/>
                      <a:pt x="4500" y="15381"/>
                    </a:cubicBezTo>
                    <a:lnTo>
                      <a:pt x="4530" y="15411"/>
                    </a:lnTo>
                    <a:cubicBezTo>
                      <a:pt x="4560" y="15503"/>
                      <a:pt x="4560" y="15563"/>
                      <a:pt x="4500" y="15594"/>
                    </a:cubicBezTo>
                    <a:cubicBezTo>
                      <a:pt x="4439" y="15655"/>
                      <a:pt x="4439" y="15715"/>
                      <a:pt x="4500" y="15746"/>
                    </a:cubicBezTo>
                    <a:cubicBezTo>
                      <a:pt x="4560" y="15776"/>
                      <a:pt x="4651" y="15806"/>
                      <a:pt x="4560" y="15898"/>
                    </a:cubicBezTo>
                    <a:lnTo>
                      <a:pt x="4408" y="16050"/>
                    </a:lnTo>
                    <a:cubicBezTo>
                      <a:pt x="4500" y="16110"/>
                      <a:pt x="4621" y="16171"/>
                      <a:pt x="4773" y="16171"/>
                    </a:cubicBezTo>
                    <a:cubicBezTo>
                      <a:pt x="4803" y="16171"/>
                      <a:pt x="4803" y="16110"/>
                      <a:pt x="4803" y="16019"/>
                    </a:cubicBezTo>
                    <a:lnTo>
                      <a:pt x="4955" y="16110"/>
                    </a:lnTo>
                    <a:lnTo>
                      <a:pt x="5077" y="16202"/>
                    </a:lnTo>
                    <a:cubicBezTo>
                      <a:pt x="5259" y="16202"/>
                      <a:pt x="5472" y="16141"/>
                      <a:pt x="5655" y="16050"/>
                    </a:cubicBezTo>
                    <a:lnTo>
                      <a:pt x="5807" y="15989"/>
                    </a:lnTo>
                    <a:lnTo>
                      <a:pt x="5807" y="15989"/>
                    </a:lnTo>
                    <a:cubicBezTo>
                      <a:pt x="5837" y="16019"/>
                      <a:pt x="5563" y="16354"/>
                      <a:pt x="5351" y="16354"/>
                    </a:cubicBezTo>
                    <a:cubicBezTo>
                      <a:pt x="5138" y="16354"/>
                      <a:pt x="5047" y="16414"/>
                      <a:pt x="5168" y="16506"/>
                    </a:cubicBezTo>
                    <a:lnTo>
                      <a:pt x="5047" y="16597"/>
                    </a:lnTo>
                    <a:cubicBezTo>
                      <a:pt x="4986" y="16658"/>
                      <a:pt x="4803" y="16658"/>
                      <a:pt x="4803" y="16810"/>
                    </a:cubicBezTo>
                    <a:lnTo>
                      <a:pt x="4803" y="16840"/>
                    </a:lnTo>
                    <a:cubicBezTo>
                      <a:pt x="4712" y="16810"/>
                      <a:pt x="4651" y="16749"/>
                      <a:pt x="4591" y="16658"/>
                    </a:cubicBezTo>
                    <a:cubicBezTo>
                      <a:pt x="4591" y="16658"/>
                      <a:pt x="4550" y="16644"/>
                      <a:pt x="4487" y="16644"/>
                    </a:cubicBezTo>
                    <a:cubicBezTo>
                      <a:pt x="4456" y="16644"/>
                      <a:pt x="4418" y="16647"/>
                      <a:pt x="4378" y="16658"/>
                    </a:cubicBezTo>
                    <a:lnTo>
                      <a:pt x="4287" y="16688"/>
                    </a:lnTo>
                    <a:cubicBezTo>
                      <a:pt x="4256" y="16688"/>
                      <a:pt x="4226" y="16718"/>
                      <a:pt x="4226" y="16749"/>
                    </a:cubicBezTo>
                    <a:cubicBezTo>
                      <a:pt x="4226" y="16779"/>
                      <a:pt x="4256" y="16840"/>
                      <a:pt x="4287" y="16840"/>
                    </a:cubicBezTo>
                    <a:cubicBezTo>
                      <a:pt x="4500" y="16870"/>
                      <a:pt x="4439" y="16962"/>
                      <a:pt x="4348" y="17022"/>
                    </a:cubicBezTo>
                    <a:lnTo>
                      <a:pt x="4287" y="17053"/>
                    </a:lnTo>
                    <a:cubicBezTo>
                      <a:pt x="4226" y="17083"/>
                      <a:pt x="4287" y="17205"/>
                      <a:pt x="4317" y="17235"/>
                    </a:cubicBezTo>
                    <a:cubicBezTo>
                      <a:pt x="4348" y="17235"/>
                      <a:pt x="4439" y="17174"/>
                      <a:pt x="4500" y="17053"/>
                    </a:cubicBezTo>
                    <a:lnTo>
                      <a:pt x="4651" y="17174"/>
                    </a:lnTo>
                    <a:lnTo>
                      <a:pt x="4712" y="17205"/>
                    </a:lnTo>
                    <a:cubicBezTo>
                      <a:pt x="4803" y="17296"/>
                      <a:pt x="4651" y="17569"/>
                      <a:pt x="4682" y="17630"/>
                    </a:cubicBezTo>
                    <a:cubicBezTo>
                      <a:pt x="4712" y="17721"/>
                      <a:pt x="4925" y="17721"/>
                      <a:pt x="4986" y="17721"/>
                    </a:cubicBezTo>
                    <a:cubicBezTo>
                      <a:pt x="5047" y="17706"/>
                      <a:pt x="5100" y="17699"/>
                      <a:pt x="5153" y="17699"/>
                    </a:cubicBezTo>
                    <a:cubicBezTo>
                      <a:pt x="5206" y="17699"/>
                      <a:pt x="5259" y="17706"/>
                      <a:pt x="5320" y="17721"/>
                    </a:cubicBezTo>
                    <a:cubicBezTo>
                      <a:pt x="5326" y="17724"/>
                      <a:pt x="5331" y="17725"/>
                      <a:pt x="5336" y="17725"/>
                    </a:cubicBezTo>
                    <a:cubicBezTo>
                      <a:pt x="5391" y="17725"/>
                      <a:pt x="5442" y="17592"/>
                      <a:pt x="5442" y="17509"/>
                    </a:cubicBezTo>
                    <a:cubicBezTo>
                      <a:pt x="5442" y="17499"/>
                      <a:pt x="5449" y="17495"/>
                      <a:pt x="5462" y="17495"/>
                    </a:cubicBezTo>
                    <a:cubicBezTo>
                      <a:pt x="5529" y="17495"/>
                      <a:pt x="5736" y="17614"/>
                      <a:pt x="5685" y="17691"/>
                    </a:cubicBezTo>
                    <a:cubicBezTo>
                      <a:pt x="5655" y="17782"/>
                      <a:pt x="5807" y="17782"/>
                      <a:pt x="5898" y="17782"/>
                    </a:cubicBezTo>
                    <a:cubicBezTo>
                      <a:pt x="5959" y="17721"/>
                      <a:pt x="5989" y="17661"/>
                      <a:pt x="5959" y="17569"/>
                    </a:cubicBezTo>
                    <a:cubicBezTo>
                      <a:pt x="5928" y="17539"/>
                      <a:pt x="6232" y="17509"/>
                      <a:pt x="6323" y="17478"/>
                    </a:cubicBezTo>
                    <a:cubicBezTo>
                      <a:pt x="6414" y="17478"/>
                      <a:pt x="6475" y="17357"/>
                      <a:pt x="6475" y="17296"/>
                    </a:cubicBezTo>
                    <a:cubicBezTo>
                      <a:pt x="6475" y="17294"/>
                      <a:pt x="6477" y="17292"/>
                      <a:pt x="6479" y="17292"/>
                    </a:cubicBezTo>
                    <a:cubicBezTo>
                      <a:pt x="6511" y="17292"/>
                      <a:pt x="6718" y="17450"/>
                      <a:pt x="6718" y="17478"/>
                    </a:cubicBezTo>
                    <a:cubicBezTo>
                      <a:pt x="6749" y="17539"/>
                      <a:pt x="6597" y="17569"/>
                      <a:pt x="6536" y="17600"/>
                    </a:cubicBezTo>
                    <a:cubicBezTo>
                      <a:pt x="6445" y="17600"/>
                      <a:pt x="6688" y="17752"/>
                      <a:pt x="6749" y="17782"/>
                    </a:cubicBezTo>
                    <a:cubicBezTo>
                      <a:pt x="6761" y="17786"/>
                      <a:pt x="6774" y="17788"/>
                      <a:pt x="6789" y="17788"/>
                    </a:cubicBezTo>
                    <a:cubicBezTo>
                      <a:pt x="6888" y="17788"/>
                      <a:pt x="7046" y="17705"/>
                      <a:pt x="7205" y="17600"/>
                    </a:cubicBezTo>
                    <a:lnTo>
                      <a:pt x="7418" y="17752"/>
                    </a:lnTo>
                    <a:lnTo>
                      <a:pt x="7448" y="17782"/>
                    </a:lnTo>
                    <a:cubicBezTo>
                      <a:pt x="7569" y="17752"/>
                      <a:pt x="7448" y="17630"/>
                      <a:pt x="7387" y="17569"/>
                    </a:cubicBezTo>
                    <a:cubicBezTo>
                      <a:pt x="7326" y="17539"/>
                      <a:pt x="7539" y="17509"/>
                      <a:pt x="7630" y="17509"/>
                    </a:cubicBezTo>
                    <a:cubicBezTo>
                      <a:pt x="7721" y="17509"/>
                      <a:pt x="7813" y="17691"/>
                      <a:pt x="7813" y="17752"/>
                    </a:cubicBezTo>
                    <a:cubicBezTo>
                      <a:pt x="7813" y="17769"/>
                      <a:pt x="7820" y="17776"/>
                      <a:pt x="7832" y="17776"/>
                    </a:cubicBezTo>
                    <a:cubicBezTo>
                      <a:pt x="7864" y="17776"/>
                      <a:pt x="7929" y="17726"/>
                      <a:pt x="7995" y="17661"/>
                    </a:cubicBezTo>
                    <a:lnTo>
                      <a:pt x="8086" y="17600"/>
                    </a:lnTo>
                    <a:lnTo>
                      <a:pt x="8117" y="17569"/>
                    </a:lnTo>
                    <a:cubicBezTo>
                      <a:pt x="8208" y="17569"/>
                      <a:pt x="8269" y="17661"/>
                      <a:pt x="8269" y="17752"/>
                    </a:cubicBezTo>
                    <a:cubicBezTo>
                      <a:pt x="8238" y="17782"/>
                      <a:pt x="8360" y="17782"/>
                      <a:pt x="8542" y="17782"/>
                    </a:cubicBezTo>
                    <a:lnTo>
                      <a:pt x="8664" y="17904"/>
                    </a:lnTo>
                    <a:lnTo>
                      <a:pt x="8725" y="17965"/>
                    </a:lnTo>
                    <a:cubicBezTo>
                      <a:pt x="8785" y="17873"/>
                      <a:pt x="8876" y="17691"/>
                      <a:pt x="8937" y="17691"/>
                    </a:cubicBezTo>
                    <a:cubicBezTo>
                      <a:pt x="8962" y="17683"/>
                      <a:pt x="8986" y="17679"/>
                      <a:pt x="9011" y="17679"/>
                    </a:cubicBezTo>
                    <a:cubicBezTo>
                      <a:pt x="9077" y="17679"/>
                      <a:pt x="9144" y="17707"/>
                      <a:pt x="9211" y="17752"/>
                    </a:cubicBezTo>
                    <a:lnTo>
                      <a:pt x="9302" y="17661"/>
                    </a:lnTo>
                    <a:lnTo>
                      <a:pt x="9363" y="17630"/>
                    </a:lnTo>
                    <a:cubicBezTo>
                      <a:pt x="9374" y="17633"/>
                      <a:pt x="9384" y="17634"/>
                      <a:pt x="9393" y="17634"/>
                    </a:cubicBezTo>
                    <a:cubicBezTo>
                      <a:pt x="9484" y="17634"/>
                      <a:pt x="9482" y="17503"/>
                      <a:pt x="9454" y="17448"/>
                    </a:cubicBezTo>
                    <a:cubicBezTo>
                      <a:pt x="9424" y="17387"/>
                      <a:pt x="9515" y="17357"/>
                      <a:pt x="9636" y="17357"/>
                    </a:cubicBezTo>
                    <a:lnTo>
                      <a:pt x="9728" y="17326"/>
                    </a:lnTo>
                    <a:lnTo>
                      <a:pt x="9819" y="17296"/>
                    </a:lnTo>
                    <a:cubicBezTo>
                      <a:pt x="9836" y="17284"/>
                      <a:pt x="9852" y="17279"/>
                      <a:pt x="9867" y="17279"/>
                    </a:cubicBezTo>
                    <a:cubicBezTo>
                      <a:pt x="9930" y="17279"/>
                      <a:pt x="9965" y="17368"/>
                      <a:pt x="9940" y="17417"/>
                    </a:cubicBezTo>
                    <a:cubicBezTo>
                      <a:pt x="9940" y="17478"/>
                      <a:pt x="9788" y="17509"/>
                      <a:pt x="9728" y="17509"/>
                    </a:cubicBezTo>
                    <a:cubicBezTo>
                      <a:pt x="9667" y="17509"/>
                      <a:pt x="9819" y="17752"/>
                      <a:pt x="9880" y="17813"/>
                    </a:cubicBezTo>
                    <a:cubicBezTo>
                      <a:pt x="9904" y="17849"/>
                      <a:pt x="9937" y="17866"/>
                      <a:pt x="9972" y="17866"/>
                    </a:cubicBezTo>
                    <a:cubicBezTo>
                      <a:pt x="10027" y="17866"/>
                      <a:pt x="10086" y="17825"/>
                      <a:pt x="10123" y="17752"/>
                    </a:cubicBezTo>
                    <a:lnTo>
                      <a:pt x="10366" y="17752"/>
                    </a:lnTo>
                    <a:cubicBezTo>
                      <a:pt x="10427" y="17752"/>
                      <a:pt x="10548" y="17721"/>
                      <a:pt x="10548" y="17721"/>
                    </a:cubicBezTo>
                    <a:cubicBezTo>
                      <a:pt x="10571" y="17692"/>
                      <a:pt x="10595" y="17682"/>
                      <a:pt x="10619" y="17682"/>
                    </a:cubicBezTo>
                    <a:cubicBezTo>
                      <a:pt x="10666" y="17682"/>
                      <a:pt x="10715" y="17718"/>
                      <a:pt x="10756" y="17718"/>
                    </a:cubicBezTo>
                    <a:cubicBezTo>
                      <a:pt x="10782" y="17718"/>
                      <a:pt x="10804" y="17704"/>
                      <a:pt x="10822" y="17661"/>
                    </a:cubicBezTo>
                    <a:lnTo>
                      <a:pt x="10852" y="17630"/>
                    </a:lnTo>
                    <a:cubicBezTo>
                      <a:pt x="10897" y="17621"/>
                      <a:pt x="10939" y="17618"/>
                      <a:pt x="10979" y="17618"/>
                    </a:cubicBezTo>
                    <a:cubicBezTo>
                      <a:pt x="11078" y="17618"/>
                      <a:pt x="11170" y="17639"/>
                      <a:pt x="11278" y="17661"/>
                    </a:cubicBezTo>
                    <a:lnTo>
                      <a:pt x="11399" y="17661"/>
                    </a:lnTo>
                    <a:cubicBezTo>
                      <a:pt x="11478" y="17661"/>
                      <a:pt x="11600" y="17594"/>
                      <a:pt x="11653" y="17594"/>
                    </a:cubicBezTo>
                    <a:cubicBezTo>
                      <a:pt x="11662" y="17594"/>
                      <a:pt x="11669" y="17595"/>
                      <a:pt x="11673" y="17600"/>
                    </a:cubicBezTo>
                    <a:cubicBezTo>
                      <a:pt x="11727" y="17645"/>
                      <a:pt x="11770" y="17660"/>
                      <a:pt x="11807" y="17660"/>
                    </a:cubicBezTo>
                    <a:cubicBezTo>
                      <a:pt x="11896" y="17660"/>
                      <a:pt x="11952" y="17569"/>
                      <a:pt x="12038" y="17569"/>
                    </a:cubicBezTo>
                    <a:cubicBezTo>
                      <a:pt x="12133" y="17569"/>
                      <a:pt x="12210" y="17588"/>
                      <a:pt x="12298" y="17626"/>
                    </a:cubicBezTo>
                    <a:lnTo>
                      <a:pt x="12298" y="17626"/>
                    </a:lnTo>
                    <a:cubicBezTo>
                      <a:pt x="12243" y="17628"/>
                      <a:pt x="12186" y="17638"/>
                      <a:pt x="12129" y="17661"/>
                    </a:cubicBezTo>
                    <a:cubicBezTo>
                      <a:pt x="11977" y="17752"/>
                      <a:pt x="11794" y="17813"/>
                      <a:pt x="11643" y="17843"/>
                    </a:cubicBezTo>
                    <a:lnTo>
                      <a:pt x="11187" y="17843"/>
                    </a:lnTo>
                    <a:lnTo>
                      <a:pt x="11217" y="18025"/>
                    </a:lnTo>
                    <a:cubicBezTo>
                      <a:pt x="11217" y="18086"/>
                      <a:pt x="10974" y="18329"/>
                      <a:pt x="10913" y="18329"/>
                    </a:cubicBezTo>
                    <a:lnTo>
                      <a:pt x="10883" y="18329"/>
                    </a:lnTo>
                    <a:cubicBezTo>
                      <a:pt x="10883" y="18208"/>
                      <a:pt x="10883" y="18086"/>
                      <a:pt x="10943" y="17965"/>
                    </a:cubicBezTo>
                    <a:cubicBezTo>
                      <a:pt x="10974" y="17904"/>
                      <a:pt x="10639" y="17873"/>
                      <a:pt x="10518" y="17873"/>
                    </a:cubicBezTo>
                    <a:cubicBezTo>
                      <a:pt x="10366" y="17873"/>
                      <a:pt x="10427" y="17934"/>
                      <a:pt x="10457" y="17934"/>
                    </a:cubicBezTo>
                    <a:cubicBezTo>
                      <a:pt x="10305" y="17995"/>
                      <a:pt x="10123" y="18025"/>
                      <a:pt x="9940" y="18056"/>
                    </a:cubicBezTo>
                    <a:cubicBezTo>
                      <a:pt x="9919" y="18060"/>
                      <a:pt x="9900" y="18062"/>
                      <a:pt x="9884" y="18062"/>
                    </a:cubicBezTo>
                    <a:cubicBezTo>
                      <a:pt x="9781" y="18062"/>
                      <a:pt x="9762" y="17991"/>
                      <a:pt x="9788" y="17965"/>
                    </a:cubicBezTo>
                    <a:cubicBezTo>
                      <a:pt x="9788" y="17965"/>
                      <a:pt x="9758" y="17934"/>
                      <a:pt x="9636" y="17934"/>
                    </a:cubicBezTo>
                    <a:lnTo>
                      <a:pt x="9606" y="17934"/>
                    </a:lnTo>
                    <a:lnTo>
                      <a:pt x="9515" y="18025"/>
                    </a:lnTo>
                    <a:cubicBezTo>
                      <a:pt x="9484" y="18056"/>
                      <a:pt x="9424" y="18117"/>
                      <a:pt x="9393" y="18208"/>
                    </a:cubicBezTo>
                    <a:cubicBezTo>
                      <a:pt x="9393" y="18360"/>
                      <a:pt x="9211" y="18360"/>
                      <a:pt x="9120" y="18421"/>
                    </a:cubicBezTo>
                    <a:cubicBezTo>
                      <a:pt x="8998" y="18512"/>
                      <a:pt x="9150" y="18664"/>
                      <a:pt x="8998" y="18755"/>
                    </a:cubicBezTo>
                    <a:lnTo>
                      <a:pt x="8937" y="18785"/>
                    </a:lnTo>
                    <a:cubicBezTo>
                      <a:pt x="8876" y="18785"/>
                      <a:pt x="8816" y="18785"/>
                      <a:pt x="8785" y="18724"/>
                    </a:cubicBezTo>
                    <a:cubicBezTo>
                      <a:pt x="8816" y="18603"/>
                      <a:pt x="8876" y="18512"/>
                      <a:pt x="8968" y="18421"/>
                    </a:cubicBezTo>
                    <a:cubicBezTo>
                      <a:pt x="9059" y="18360"/>
                      <a:pt x="9150" y="18269"/>
                      <a:pt x="9272" y="18208"/>
                    </a:cubicBezTo>
                    <a:cubicBezTo>
                      <a:pt x="9332" y="18177"/>
                      <a:pt x="9302" y="18025"/>
                      <a:pt x="9272" y="17995"/>
                    </a:cubicBezTo>
                    <a:cubicBezTo>
                      <a:pt x="9262" y="17976"/>
                      <a:pt x="9247" y="17969"/>
                      <a:pt x="9230" y="17969"/>
                    </a:cubicBezTo>
                    <a:cubicBezTo>
                      <a:pt x="9193" y="17969"/>
                      <a:pt x="9150" y="18004"/>
                      <a:pt x="9150" y="18025"/>
                    </a:cubicBezTo>
                    <a:cubicBezTo>
                      <a:pt x="9086" y="18047"/>
                      <a:pt x="9021" y="18068"/>
                      <a:pt x="8957" y="18068"/>
                    </a:cubicBezTo>
                    <a:cubicBezTo>
                      <a:pt x="8930" y="18068"/>
                      <a:pt x="8903" y="18065"/>
                      <a:pt x="8876" y="18056"/>
                    </a:cubicBezTo>
                    <a:lnTo>
                      <a:pt x="8816" y="18086"/>
                    </a:lnTo>
                    <a:cubicBezTo>
                      <a:pt x="8737" y="18145"/>
                      <a:pt x="8646" y="18179"/>
                      <a:pt x="8550" y="18179"/>
                    </a:cubicBezTo>
                    <a:cubicBezTo>
                      <a:pt x="8498" y="18179"/>
                      <a:pt x="8444" y="18168"/>
                      <a:pt x="8390" y="18147"/>
                    </a:cubicBezTo>
                    <a:lnTo>
                      <a:pt x="8056" y="17965"/>
                    </a:lnTo>
                    <a:cubicBezTo>
                      <a:pt x="7905" y="18065"/>
                      <a:pt x="7733" y="18124"/>
                      <a:pt x="7557" y="18124"/>
                    </a:cubicBezTo>
                    <a:cubicBezTo>
                      <a:pt x="7521" y="18124"/>
                      <a:pt x="7484" y="18122"/>
                      <a:pt x="7448" y="18117"/>
                    </a:cubicBezTo>
                    <a:cubicBezTo>
                      <a:pt x="7442" y="18114"/>
                      <a:pt x="7435" y="18112"/>
                      <a:pt x="7427" y="18112"/>
                    </a:cubicBezTo>
                    <a:cubicBezTo>
                      <a:pt x="7364" y="18112"/>
                      <a:pt x="7233" y="18192"/>
                      <a:pt x="7156" y="18192"/>
                    </a:cubicBezTo>
                    <a:cubicBezTo>
                      <a:pt x="7139" y="18192"/>
                      <a:pt x="7124" y="18188"/>
                      <a:pt x="7114" y="18177"/>
                    </a:cubicBezTo>
                    <a:cubicBezTo>
                      <a:pt x="7100" y="18168"/>
                      <a:pt x="7083" y="18164"/>
                      <a:pt x="7062" y="18164"/>
                    </a:cubicBezTo>
                    <a:cubicBezTo>
                      <a:pt x="6948" y="18164"/>
                      <a:pt x="6738" y="18301"/>
                      <a:pt x="6506" y="18481"/>
                    </a:cubicBezTo>
                    <a:lnTo>
                      <a:pt x="6171" y="18238"/>
                    </a:lnTo>
                    <a:cubicBezTo>
                      <a:pt x="6141" y="18238"/>
                      <a:pt x="6110" y="18269"/>
                      <a:pt x="6080" y="18269"/>
                    </a:cubicBezTo>
                    <a:lnTo>
                      <a:pt x="6019" y="18299"/>
                    </a:lnTo>
                    <a:lnTo>
                      <a:pt x="5594" y="18360"/>
                    </a:lnTo>
                    <a:lnTo>
                      <a:pt x="5472" y="18329"/>
                    </a:lnTo>
                    <a:lnTo>
                      <a:pt x="5351" y="18329"/>
                    </a:lnTo>
                    <a:cubicBezTo>
                      <a:pt x="5259" y="18390"/>
                      <a:pt x="5199" y="18451"/>
                      <a:pt x="5107" y="18481"/>
                    </a:cubicBezTo>
                    <a:cubicBezTo>
                      <a:pt x="4986" y="18451"/>
                      <a:pt x="4834" y="18421"/>
                      <a:pt x="4712" y="18390"/>
                    </a:cubicBezTo>
                    <a:cubicBezTo>
                      <a:pt x="4591" y="18421"/>
                      <a:pt x="4560" y="18451"/>
                      <a:pt x="4591" y="18512"/>
                    </a:cubicBezTo>
                    <a:lnTo>
                      <a:pt x="4621" y="18512"/>
                    </a:lnTo>
                    <a:cubicBezTo>
                      <a:pt x="4682" y="18603"/>
                      <a:pt x="4682" y="18664"/>
                      <a:pt x="4560" y="18664"/>
                    </a:cubicBezTo>
                    <a:cubicBezTo>
                      <a:pt x="4530" y="18664"/>
                      <a:pt x="4469" y="18633"/>
                      <a:pt x="4469" y="18572"/>
                    </a:cubicBezTo>
                    <a:lnTo>
                      <a:pt x="4439" y="18542"/>
                    </a:lnTo>
                    <a:cubicBezTo>
                      <a:pt x="4439" y="18497"/>
                      <a:pt x="4426" y="18477"/>
                      <a:pt x="4403" y="18477"/>
                    </a:cubicBezTo>
                    <a:cubicBezTo>
                      <a:pt x="4364" y="18477"/>
                      <a:pt x="4292" y="18537"/>
                      <a:pt x="4196" y="18633"/>
                    </a:cubicBezTo>
                    <a:lnTo>
                      <a:pt x="4044" y="18664"/>
                    </a:lnTo>
                    <a:lnTo>
                      <a:pt x="3861" y="18724"/>
                    </a:lnTo>
                    <a:cubicBezTo>
                      <a:pt x="3770" y="18664"/>
                      <a:pt x="3618" y="18633"/>
                      <a:pt x="3496" y="18633"/>
                    </a:cubicBezTo>
                    <a:lnTo>
                      <a:pt x="3436" y="18633"/>
                    </a:lnTo>
                    <a:cubicBezTo>
                      <a:pt x="3363" y="18633"/>
                      <a:pt x="3290" y="18672"/>
                      <a:pt x="3248" y="18672"/>
                    </a:cubicBezTo>
                    <a:cubicBezTo>
                      <a:pt x="3237" y="18672"/>
                      <a:pt x="3229" y="18670"/>
                      <a:pt x="3223" y="18664"/>
                    </a:cubicBezTo>
                    <a:lnTo>
                      <a:pt x="2980" y="18512"/>
                    </a:lnTo>
                    <a:cubicBezTo>
                      <a:pt x="2919" y="18633"/>
                      <a:pt x="2858" y="18724"/>
                      <a:pt x="2828" y="18846"/>
                    </a:cubicBezTo>
                    <a:lnTo>
                      <a:pt x="2828" y="18907"/>
                    </a:lnTo>
                    <a:lnTo>
                      <a:pt x="2858" y="18937"/>
                    </a:lnTo>
                    <a:cubicBezTo>
                      <a:pt x="2889" y="18998"/>
                      <a:pt x="2645" y="19120"/>
                      <a:pt x="2524" y="19150"/>
                    </a:cubicBezTo>
                    <a:cubicBezTo>
                      <a:pt x="2433" y="19150"/>
                      <a:pt x="2585" y="18907"/>
                      <a:pt x="2554" y="18846"/>
                    </a:cubicBezTo>
                    <a:cubicBezTo>
                      <a:pt x="2554" y="18816"/>
                      <a:pt x="2341" y="18816"/>
                      <a:pt x="2281" y="18816"/>
                    </a:cubicBezTo>
                    <a:lnTo>
                      <a:pt x="1916" y="18876"/>
                    </a:lnTo>
                    <a:lnTo>
                      <a:pt x="1794" y="18846"/>
                    </a:lnTo>
                    <a:lnTo>
                      <a:pt x="1703" y="18816"/>
                    </a:lnTo>
                    <a:cubicBezTo>
                      <a:pt x="1551" y="18876"/>
                      <a:pt x="1308" y="19028"/>
                      <a:pt x="1247" y="19028"/>
                    </a:cubicBezTo>
                    <a:cubicBezTo>
                      <a:pt x="1065" y="19059"/>
                      <a:pt x="882" y="19150"/>
                      <a:pt x="730" y="19241"/>
                    </a:cubicBezTo>
                    <a:cubicBezTo>
                      <a:pt x="670" y="19272"/>
                      <a:pt x="601" y="19287"/>
                      <a:pt x="533" y="19287"/>
                    </a:cubicBezTo>
                    <a:cubicBezTo>
                      <a:pt x="464" y="19287"/>
                      <a:pt x="396" y="19272"/>
                      <a:pt x="335" y="19241"/>
                    </a:cubicBezTo>
                    <a:cubicBezTo>
                      <a:pt x="305" y="19180"/>
                      <a:pt x="244" y="19120"/>
                      <a:pt x="214" y="19059"/>
                    </a:cubicBezTo>
                    <a:cubicBezTo>
                      <a:pt x="214" y="19023"/>
                      <a:pt x="195" y="19006"/>
                      <a:pt x="166" y="19006"/>
                    </a:cubicBezTo>
                    <a:cubicBezTo>
                      <a:pt x="123" y="19006"/>
                      <a:pt x="56" y="19046"/>
                      <a:pt x="1" y="19120"/>
                    </a:cubicBezTo>
                    <a:lnTo>
                      <a:pt x="183" y="19272"/>
                    </a:lnTo>
                    <a:cubicBezTo>
                      <a:pt x="214" y="19302"/>
                      <a:pt x="183" y="19424"/>
                      <a:pt x="183" y="19424"/>
                    </a:cubicBezTo>
                    <a:lnTo>
                      <a:pt x="92" y="19424"/>
                    </a:lnTo>
                    <a:lnTo>
                      <a:pt x="62" y="19454"/>
                    </a:lnTo>
                    <a:cubicBezTo>
                      <a:pt x="31" y="19484"/>
                      <a:pt x="153" y="19697"/>
                      <a:pt x="123" y="19758"/>
                    </a:cubicBezTo>
                    <a:cubicBezTo>
                      <a:pt x="62" y="19910"/>
                      <a:pt x="62" y="20092"/>
                      <a:pt x="123" y="20244"/>
                    </a:cubicBezTo>
                    <a:cubicBezTo>
                      <a:pt x="123" y="20335"/>
                      <a:pt x="366" y="20396"/>
                      <a:pt x="487" y="20427"/>
                    </a:cubicBezTo>
                    <a:cubicBezTo>
                      <a:pt x="609" y="20427"/>
                      <a:pt x="670" y="20548"/>
                      <a:pt x="609" y="20639"/>
                    </a:cubicBezTo>
                    <a:cubicBezTo>
                      <a:pt x="578" y="20700"/>
                      <a:pt x="639" y="20761"/>
                      <a:pt x="670" y="20761"/>
                    </a:cubicBezTo>
                    <a:cubicBezTo>
                      <a:pt x="730" y="20791"/>
                      <a:pt x="426" y="20943"/>
                      <a:pt x="396" y="21035"/>
                    </a:cubicBezTo>
                    <a:cubicBezTo>
                      <a:pt x="366" y="21126"/>
                      <a:pt x="335" y="21217"/>
                      <a:pt x="335" y="21308"/>
                    </a:cubicBezTo>
                    <a:lnTo>
                      <a:pt x="366" y="21338"/>
                    </a:lnTo>
                    <a:cubicBezTo>
                      <a:pt x="396" y="21369"/>
                      <a:pt x="426" y="21399"/>
                      <a:pt x="457" y="21430"/>
                    </a:cubicBezTo>
                    <a:lnTo>
                      <a:pt x="518" y="21430"/>
                    </a:lnTo>
                    <a:cubicBezTo>
                      <a:pt x="520" y="21432"/>
                      <a:pt x="522" y="21433"/>
                      <a:pt x="525" y="21433"/>
                    </a:cubicBezTo>
                    <a:cubicBezTo>
                      <a:pt x="564" y="21433"/>
                      <a:pt x="672" y="21241"/>
                      <a:pt x="700" y="21156"/>
                    </a:cubicBezTo>
                    <a:cubicBezTo>
                      <a:pt x="730" y="21065"/>
                      <a:pt x="791" y="21004"/>
                      <a:pt x="791" y="21004"/>
                    </a:cubicBezTo>
                    <a:lnTo>
                      <a:pt x="791" y="21004"/>
                    </a:lnTo>
                    <a:cubicBezTo>
                      <a:pt x="791" y="21156"/>
                      <a:pt x="791" y="21278"/>
                      <a:pt x="761" y="21399"/>
                    </a:cubicBezTo>
                    <a:cubicBezTo>
                      <a:pt x="755" y="21421"/>
                      <a:pt x="762" y="21430"/>
                      <a:pt x="776" y="21430"/>
                    </a:cubicBezTo>
                    <a:cubicBezTo>
                      <a:pt x="845" y="21430"/>
                      <a:pt x="1097" y="21236"/>
                      <a:pt x="1247" y="21187"/>
                    </a:cubicBezTo>
                    <a:cubicBezTo>
                      <a:pt x="1276" y="21181"/>
                      <a:pt x="1299" y="21178"/>
                      <a:pt x="1316" y="21178"/>
                    </a:cubicBezTo>
                    <a:cubicBezTo>
                      <a:pt x="1388" y="21178"/>
                      <a:pt x="1363" y="21223"/>
                      <a:pt x="1338" y="21247"/>
                    </a:cubicBezTo>
                    <a:cubicBezTo>
                      <a:pt x="1338" y="21308"/>
                      <a:pt x="1156" y="21278"/>
                      <a:pt x="1126" y="21338"/>
                    </a:cubicBezTo>
                    <a:cubicBezTo>
                      <a:pt x="1098" y="21367"/>
                      <a:pt x="1381" y="21524"/>
                      <a:pt x="1544" y="21524"/>
                    </a:cubicBezTo>
                    <a:cubicBezTo>
                      <a:pt x="1557" y="21524"/>
                      <a:pt x="1570" y="21523"/>
                      <a:pt x="1582" y="21521"/>
                    </a:cubicBezTo>
                    <a:cubicBezTo>
                      <a:pt x="1734" y="21521"/>
                      <a:pt x="1764" y="21490"/>
                      <a:pt x="1612" y="21460"/>
                    </a:cubicBezTo>
                    <a:lnTo>
                      <a:pt x="1642" y="21308"/>
                    </a:lnTo>
                    <a:lnTo>
                      <a:pt x="1673" y="21187"/>
                    </a:lnTo>
                    <a:cubicBezTo>
                      <a:pt x="1612" y="21065"/>
                      <a:pt x="1551" y="20943"/>
                      <a:pt x="1551" y="20822"/>
                    </a:cubicBezTo>
                    <a:cubicBezTo>
                      <a:pt x="1551" y="20810"/>
                      <a:pt x="1557" y="20805"/>
                      <a:pt x="1566" y="20805"/>
                    </a:cubicBezTo>
                    <a:cubicBezTo>
                      <a:pt x="1606" y="20805"/>
                      <a:pt x="1709" y="20888"/>
                      <a:pt x="1734" y="20913"/>
                    </a:cubicBezTo>
                    <a:cubicBezTo>
                      <a:pt x="1743" y="20932"/>
                      <a:pt x="1758" y="20939"/>
                      <a:pt x="1776" y="20939"/>
                    </a:cubicBezTo>
                    <a:cubicBezTo>
                      <a:pt x="1815" y="20939"/>
                      <a:pt x="1865" y="20904"/>
                      <a:pt x="1885" y="20883"/>
                    </a:cubicBezTo>
                    <a:cubicBezTo>
                      <a:pt x="1891" y="20871"/>
                      <a:pt x="1897" y="20866"/>
                      <a:pt x="1903" y="20866"/>
                    </a:cubicBezTo>
                    <a:cubicBezTo>
                      <a:pt x="1927" y="20866"/>
                      <a:pt x="1952" y="20955"/>
                      <a:pt x="1977" y="21004"/>
                    </a:cubicBezTo>
                    <a:cubicBezTo>
                      <a:pt x="1977" y="21024"/>
                      <a:pt x="1994" y="21031"/>
                      <a:pt x="2018" y="21031"/>
                    </a:cubicBezTo>
                    <a:cubicBezTo>
                      <a:pt x="2068" y="21031"/>
                      <a:pt x="2149" y="21004"/>
                      <a:pt x="2189" y="21004"/>
                    </a:cubicBezTo>
                    <a:cubicBezTo>
                      <a:pt x="2250" y="21004"/>
                      <a:pt x="2250" y="20731"/>
                      <a:pt x="2220" y="20609"/>
                    </a:cubicBezTo>
                    <a:cubicBezTo>
                      <a:pt x="2189" y="20518"/>
                      <a:pt x="2402" y="20427"/>
                      <a:pt x="2463" y="20427"/>
                    </a:cubicBezTo>
                    <a:cubicBezTo>
                      <a:pt x="2554" y="20427"/>
                      <a:pt x="2645" y="20457"/>
                      <a:pt x="2645" y="20487"/>
                    </a:cubicBezTo>
                    <a:cubicBezTo>
                      <a:pt x="2645" y="20487"/>
                      <a:pt x="2524" y="20518"/>
                      <a:pt x="2493" y="20518"/>
                    </a:cubicBezTo>
                    <a:cubicBezTo>
                      <a:pt x="2463" y="20518"/>
                      <a:pt x="2433" y="20670"/>
                      <a:pt x="2463" y="20731"/>
                    </a:cubicBezTo>
                    <a:cubicBezTo>
                      <a:pt x="2463" y="20761"/>
                      <a:pt x="2372" y="20943"/>
                      <a:pt x="2433" y="20974"/>
                    </a:cubicBezTo>
                    <a:cubicBezTo>
                      <a:pt x="2463" y="20989"/>
                      <a:pt x="2493" y="20997"/>
                      <a:pt x="2524" y="20997"/>
                    </a:cubicBezTo>
                    <a:cubicBezTo>
                      <a:pt x="2554" y="20997"/>
                      <a:pt x="2585" y="20989"/>
                      <a:pt x="2615" y="20974"/>
                    </a:cubicBezTo>
                    <a:lnTo>
                      <a:pt x="2615" y="20943"/>
                    </a:lnTo>
                    <a:lnTo>
                      <a:pt x="2645" y="20852"/>
                    </a:lnTo>
                    <a:cubicBezTo>
                      <a:pt x="2659" y="20810"/>
                      <a:pt x="2687" y="20787"/>
                      <a:pt x="2718" y="20787"/>
                    </a:cubicBezTo>
                    <a:cubicBezTo>
                      <a:pt x="2754" y="20787"/>
                      <a:pt x="2795" y="20817"/>
                      <a:pt x="2828" y="20883"/>
                    </a:cubicBezTo>
                    <a:lnTo>
                      <a:pt x="3010" y="20791"/>
                    </a:lnTo>
                    <a:lnTo>
                      <a:pt x="3041" y="20761"/>
                    </a:lnTo>
                    <a:cubicBezTo>
                      <a:pt x="3049" y="20752"/>
                      <a:pt x="3059" y="20749"/>
                      <a:pt x="3069" y="20749"/>
                    </a:cubicBezTo>
                    <a:cubicBezTo>
                      <a:pt x="3134" y="20749"/>
                      <a:pt x="3231" y="20891"/>
                      <a:pt x="3284" y="20943"/>
                    </a:cubicBezTo>
                    <a:cubicBezTo>
                      <a:pt x="3297" y="20950"/>
                      <a:pt x="3312" y="20952"/>
                      <a:pt x="3329" y="20952"/>
                    </a:cubicBezTo>
                    <a:cubicBezTo>
                      <a:pt x="3375" y="20952"/>
                      <a:pt x="3431" y="20935"/>
                      <a:pt x="3466" y="20935"/>
                    </a:cubicBezTo>
                    <a:cubicBezTo>
                      <a:pt x="3480" y="20935"/>
                      <a:pt x="3490" y="20937"/>
                      <a:pt x="3496" y="20943"/>
                    </a:cubicBezTo>
                    <a:cubicBezTo>
                      <a:pt x="3524" y="20943"/>
                      <a:pt x="3652" y="21195"/>
                      <a:pt x="3744" y="21195"/>
                    </a:cubicBezTo>
                    <a:cubicBezTo>
                      <a:pt x="3753" y="21195"/>
                      <a:pt x="3762" y="21192"/>
                      <a:pt x="3770" y="21187"/>
                    </a:cubicBezTo>
                    <a:cubicBezTo>
                      <a:pt x="3800" y="21126"/>
                      <a:pt x="3861" y="21095"/>
                      <a:pt x="3922" y="21095"/>
                    </a:cubicBezTo>
                    <a:cubicBezTo>
                      <a:pt x="3952" y="21095"/>
                      <a:pt x="3983" y="21035"/>
                      <a:pt x="4013" y="21004"/>
                    </a:cubicBezTo>
                    <a:lnTo>
                      <a:pt x="4013" y="20791"/>
                    </a:lnTo>
                    <a:cubicBezTo>
                      <a:pt x="4135" y="20791"/>
                      <a:pt x="4287" y="20791"/>
                      <a:pt x="4439" y="20822"/>
                    </a:cubicBezTo>
                    <a:lnTo>
                      <a:pt x="4439" y="20700"/>
                    </a:lnTo>
                    <a:cubicBezTo>
                      <a:pt x="4408" y="20639"/>
                      <a:pt x="4439" y="20609"/>
                      <a:pt x="4560" y="20579"/>
                    </a:cubicBezTo>
                    <a:cubicBezTo>
                      <a:pt x="4682" y="20579"/>
                      <a:pt x="4560" y="20518"/>
                      <a:pt x="4560" y="20487"/>
                    </a:cubicBezTo>
                    <a:lnTo>
                      <a:pt x="4560" y="20427"/>
                    </a:lnTo>
                    <a:cubicBezTo>
                      <a:pt x="4560" y="20423"/>
                      <a:pt x="4567" y="20421"/>
                      <a:pt x="4579" y="20421"/>
                    </a:cubicBezTo>
                    <a:cubicBezTo>
                      <a:pt x="4658" y="20421"/>
                      <a:pt x="4963" y="20503"/>
                      <a:pt x="5016" y="20609"/>
                    </a:cubicBezTo>
                    <a:cubicBezTo>
                      <a:pt x="5047" y="20731"/>
                      <a:pt x="5047" y="20852"/>
                      <a:pt x="5047" y="20974"/>
                    </a:cubicBezTo>
                    <a:cubicBezTo>
                      <a:pt x="5056" y="20983"/>
                      <a:pt x="5075" y="20986"/>
                      <a:pt x="5103" y="20986"/>
                    </a:cubicBezTo>
                    <a:cubicBezTo>
                      <a:pt x="5171" y="20986"/>
                      <a:pt x="5291" y="20965"/>
                      <a:pt x="5442" y="20943"/>
                    </a:cubicBezTo>
                    <a:lnTo>
                      <a:pt x="5594" y="20883"/>
                    </a:lnTo>
                    <a:cubicBezTo>
                      <a:pt x="5624" y="20852"/>
                      <a:pt x="5655" y="20761"/>
                      <a:pt x="5685" y="20761"/>
                    </a:cubicBezTo>
                    <a:cubicBezTo>
                      <a:pt x="5807" y="20761"/>
                      <a:pt x="5807" y="20791"/>
                      <a:pt x="5807" y="20913"/>
                    </a:cubicBezTo>
                    <a:cubicBezTo>
                      <a:pt x="5807" y="21004"/>
                      <a:pt x="5867" y="21004"/>
                      <a:pt x="5959" y="21004"/>
                    </a:cubicBezTo>
                    <a:cubicBezTo>
                      <a:pt x="6050" y="21004"/>
                      <a:pt x="6110" y="21004"/>
                      <a:pt x="6110" y="20913"/>
                    </a:cubicBezTo>
                    <a:lnTo>
                      <a:pt x="6110" y="20822"/>
                    </a:lnTo>
                    <a:cubicBezTo>
                      <a:pt x="6141" y="20776"/>
                      <a:pt x="6209" y="20761"/>
                      <a:pt x="6278" y="20761"/>
                    </a:cubicBezTo>
                    <a:cubicBezTo>
                      <a:pt x="6346" y="20761"/>
                      <a:pt x="6414" y="20776"/>
                      <a:pt x="6445" y="20791"/>
                    </a:cubicBezTo>
                    <a:cubicBezTo>
                      <a:pt x="6506" y="20822"/>
                      <a:pt x="6566" y="20822"/>
                      <a:pt x="6658" y="20822"/>
                    </a:cubicBezTo>
                    <a:cubicBezTo>
                      <a:pt x="6684" y="20796"/>
                      <a:pt x="6845" y="20724"/>
                      <a:pt x="6947" y="20724"/>
                    </a:cubicBezTo>
                    <a:cubicBezTo>
                      <a:pt x="6964" y="20724"/>
                      <a:pt x="6979" y="20726"/>
                      <a:pt x="6992" y="20731"/>
                    </a:cubicBezTo>
                    <a:cubicBezTo>
                      <a:pt x="6994" y="20732"/>
                      <a:pt x="6997" y="20732"/>
                      <a:pt x="7000" y="20732"/>
                    </a:cubicBezTo>
                    <a:cubicBezTo>
                      <a:pt x="7069" y="20732"/>
                      <a:pt x="7269" y="20391"/>
                      <a:pt x="7357" y="20275"/>
                    </a:cubicBezTo>
                    <a:lnTo>
                      <a:pt x="7539" y="20366"/>
                    </a:lnTo>
                    <a:cubicBezTo>
                      <a:pt x="7661" y="20487"/>
                      <a:pt x="7782" y="20548"/>
                      <a:pt x="7934" y="20579"/>
                    </a:cubicBezTo>
                    <a:lnTo>
                      <a:pt x="8086" y="20609"/>
                    </a:lnTo>
                    <a:cubicBezTo>
                      <a:pt x="8208" y="20548"/>
                      <a:pt x="8329" y="20427"/>
                      <a:pt x="8360" y="20305"/>
                    </a:cubicBezTo>
                    <a:cubicBezTo>
                      <a:pt x="8360" y="20244"/>
                      <a:pt x="8360" y="20183"/>
                      <a:pt x="8329" y="20183"/>
                    </a:cubicBezTo>
                    <a:lnTo>
                      <a:pt x="8238" y="20183"/>
                    </a:lnTo>
                    <a:lnTo>
                      <a:pt x="8329" y="20153"/>
                    </a:lnTo>
                    <a:lnTo>
                      <a:pt x="8360" y="20123"/>
                    </a:lnTo>
                    <a:cubicBezTo>
                      <a:pt x="8451" y="20123"/>
                      <a:pt x="8512" y="20335"/>
                      <a:pt x="8542" y="20396"/>
                    </a:cubicBezTo>
                    <a:cubicBezTo>
                      <a:pt x="8542" y="20425"/>
                      <a:pt x="8557" y="20436"/>
                      <a:pt x="8578" y="20436"/>
                    </a:cubicBezTo>
                    <a:cubicBezTo>
                      <a:pt x="8623" y="20436"/>
                      <a:pt x="8694" y="20387"/>
                      <a:pt x="8694" y="20366"/>
                    </a:cubicBezTo>
                    <a:cubicBezTo>
                      <a:pt x="8698" y="20362"/>
                      <a:pt x="8706" y="20360"/>
                      <a:pt x="8716" y="20360"/>
                    </a:cubicBezTo>
                    <a:cubicBezTo>
                      <a:pt x="8779" y="20360"/>
                      <a:pt x="8937" y="20435"/>
                      <a:pt x="8937" y="20487"/>
                    </a:cubicBezTo>
                    <a:cubicBezTo>
                      <a:pt x="8937" y="20548"/>
                      <a:pt x="8968" y="20609"/>
                      <a:pt x="9028" y="20639"/>
                    </a:cubicBezTo>
                    <a:lnTo>
                      <a:pt x="9059" y="20639"/>
                    </a:lnTo>
                    <a:cubicBezTo>
                      <a:pt x="9089" y="20639"/>
                      <a:pt x="9150" y="20639"/>
                      <a:pt x="9120" y="20579"/>
                    </a:cubicBezTo>
                    <a:cubicBezTo>
                      <a:pt x="9120" y="20518"/>
                      <a:pt x="9120" y="20427"/>
                      <a:pt x="9089" y="20396"/>
                    </a:cubicBezTo>
                    <a:lnTo>
                      <a:pt x="8968" y="20244"/>
                    </a:lnTo>
                    <a:cubicBezTo>
                      <a:pt x="8993" y="20227"/>
                      <a:pt x="9021" y="20220"/>
                      <a:pt x="9049" y="20220"/>
                    </a:cubicBezTo>
                    <a:cubicBezTo>
                      <a:pt x="9122" y="20220"/>
                      <a:pt x="9197" y="20270"/>
                      <a:pt x="9241" y="20335"/>
                    </a:cubicBezTo>
                    <a:cubicBezTo>
                      <a:pt x="9302" y="20457"/>
                      <a:pt x="9363" y="20548"/>
                      <a:pt x="9424" y="20639"/>
                    </a:cubicBezTo>
                    <a:cubicBezTo>
                      <a:pt x="9432" y="20644"/>
                      <a:pt x="9441" y="20646"/>
                      <a:pt x="9449" y="20646"/>
                    </a:cubicBezTo>
                    <a:cubicBezTo>
                      <a:pt x="9500" y="20646"/>
                      <a:pt x="9545" y="20574"/>
                      <a:pt x="9545" y="20548"/>
                    </a:cubicBezTo>
                    <a:cubicBezTo>
                      <a:pt x="9576" y="20518"/>
                      <a:pt x="9728" y="20487"/>
                      <a:pt x="9758" y="20487"/>
                    </a:cubicBezTo>
                    <a:cubicBezTo>
                      <a:pt x="9819" y="20487"/>
                      <a:pt x="9880" y="20700"/>
                      <a:pt x="9880" y="20761"/>
                    </a:cubicBezTo>
                    <a:cubicBezTo>
                      <a:pt x="9880" y="20775"/>
                      <a:pt x="9886" y="20781"/>
                      <a:pt x="9897" y="20781"/>
                    </a:cubicBezTo>
                    <a:cubicBezTo>
                      <a:pt x="9959" y="20781"/>
                      <a:pt x="10167" y="20595"/>
                      <a:pt x="10244" y="20518"/>
                    </a:cubicBezTo>
                    <a:cubicBezTo>
                      <a:pt x="10335" y="20396"/>
                      <a:pt x="10396" y="20305"/>
                      <a:pt x="10335" y="20305"/>
                    </a:cubicBezTo>
                    <a:lnTo>
                      <a:pt x="10275" y="20275"/>
                    </a:lnTo>
                    <a:cubicBezTo>
                      <a:pt x="10275" y="20214"/>
                      <a:pt x="10335" y="20153"/>
                      <a:pt x="10396" y="20123"/>
                    </a:cubicBezTo>
                    <a:lnTo>
                      <a:pt x="10639" y="20335"/>
                    </a:lnTo>
                    <a:cubicBezTo>
                      <a:pt x="10776" y="20351"/>
                      <a:pt x="10905" y="20358"/>
                      <a:pt x="11031" y="20358"/>
                    </a:cubicBezTo>
                    <a:cubicBezTo>
                      <a:pt x="11156" y="20358"/>
                      <a:pt x="11278" y="20351"/>
                      <a:pt x="11399" y="20335"/>
                    </a:cubicBezTo>
                    <a:cubicBezTo>
                      <a:pt x="11430" y="20305"/>
                      <a:pt x="11217" y="20183"/>
                      <a:pt x="11095" y="20183"/>
                    </a:cubicBezTo>
                    <a:cubicBezTo>
                      <a:pt x="11073" y="20189"/>
                      <a:pt x="11052" y="20192"/>
                      <a:pt x="11031" y="20192"/>
                    </a:cubicBezTo>
                    <a:cubicBezTo>
                      <a:pt x="10940" y="20192"/>
                      <a:pt x="10866" y="20142"/>
                      <a:pt x="10791" y="20092"/>
                    </a:cubicBezTo>
                    <a:lnTo>
                      <a:pt x="10761" y="20001"/>
                    </a:lnTo>
                    <a:cubicBezTo>
                      <a:pt x="10761" y="19971"/>
                      <a:pt x="10761" y="19880"/>
                      <a:pt x="10791" y="19880"/>
                    </a:cubicBezTo>
                    <a:cubicBezTo>
                      <a:pt x="10814" y="19872"/>
                      <a:pt x="10835" y="19868"/>
                      <a:pt x="10854" y="19868"/>
                    </a:cubicBezTo>
                    <a:cubicBezTo>
                      <a:pt x="10909" y="19868"/>
                      <a:pt x="10943" y="19902"/>
                      <a:pt x="10943" y="19971"/>
                    </a:cubicBezTo>
                    <a:lnTo>
                      <a:pt x="10943" y="20001"/>
                    </a:lnTo>
                    <a:cubicBezTo>
                      <a:pt x="10954" y="20011"/>
                      <a:pt x="10970" y="20015"/>
                      <a:pt x="10990" y="20015"/>
                    </a:cubicBezTo>
                    <a:cubicBezTo>
                      <a:pt x="11028" y="20015"/>
                      <a:pt x="11075" y="20001"/>
                      <a:pt x="11095" y="20001"/>
                    </a:cubicBezTo>
                    <a:cubicBezTo>
                      <a:pt x="11278" y="19910"/>
                      <a:pt x="11460" y="19819"/>
                      <a:pt x="11643" y="19758"/>
                    </a:cubicBezTo>
                    <a:cubicBezTo>
                      <a:pt x="11734" y="19758"/>
                      <a:pt x="11734" y="19940"/>
                      <a:pt x="11734" y="20001"/>
                    </a:cubicBezTo>
                    <a:cubicBezTo>
                      <a:pt x="11718" y="20031"/>
                      <a:pt x="11794" y="20031"/>
                      <a:pt x="11886" y="20031"/>
                    </a:cubicBezTo>
                    <a:cubicBezTo>
                      <a:pt x="11977" y="20031"/>
                      <a:pt x="12083" y="20031"/>
                      <a:pt x="12129" y="20062"/>
                    </a:cubicBezTo>
                    <a:cubicBezTo>
                      <a:pt x="12220" y="20153"/>
                      <a:pt x="12281" y="20244"/>
                      <a:pt x="12311" y="20335"/>
                    </a:cubicBezTo>
                    <a:cubicBezTo>
                      <a:pt x="12316" y="20346"/>
                      <a:pt x="12325" y="20350"/>
                      <a:pt x="12336" y="20350"/>
                    </a:cubicBezTo>
                    <a:cubicBezTo>
                      <a:pt x="12390" y="20350"/>
                      <a:pt x="12504" y="20244"/>
                      <a:pt x="12554" y="20244"/>
                    </a:cubicBezTo>
                    <a:cubicBezTo>
                      <a:pt x="12615" y="20244"/>
                      <a:pt x="12737" y="20487"/>
                      <a:pt x="12798" y="20548"/>
                    </a:cubicBezTo>
                    <a:cubicBezTo>
                      <a:pt x="12806" y="20551"/>
                      <a:pt x="12815" y="20552"/>
                      <a:pt x="12825" y="20552"/>
                    </a:cubicBezTo>
                    <a:cubicBezTo>
                      <a:pt x="12925" y="20552"/>
                      <a:pt x="13093" y="20427"/>
                      <a:pt x="13010" y="20427"/>
                    </a:cubicBezTo>
                    <a:cubicBezTo>
                      <a:pt x="12919" y="20396"/>
                      <a:pt x="12858" y="20366"/>
                      <a:pt x="12767" y="20305"/>
                    </a:cubicBezTo>
                    <a:lnTo>
                      <a:pt x="12828" y="20244"/>
                    </a:lnTo>
                    <a:cubicBezTo>
                      <a:pt x="12863" y="20191"/>
                      <a:pt x="12929" y="20159"/>
                      <a:pt x="13002" y="20159"/>
                    </a:cubicBezTo>
                    <a:cubicBezTo>
                      <a:pt x="13055" y="20159"/>
                      <a:pt x="13111" y="20176"/>
                      <a:pt x="13162" y="20214"/>
                    </a:cubicBezTo>
                    <a:lnTo>
                      <a:pt x="13314" y="20305"/>
                    </a:lnTo>
                    <a:cubicBezTo>
                      <a:pt x="13273" y="20208"/>
                      <a:pt x="13250" y="20111"/>
                      <a:pt x="13244" y="20029"/>
                    </a:cubicBezTo>
                    <a:lnTo>
                      <a:pt x="13244" y="20029"/>
                    </a:lnTo>
                    <a:cubicBezTo>
                      <a:pt x="13217" y="20038"/>
                      <a:pt x="13197" y="20043"/>
                      <a:pt x="13182" y="20043"/>
                    </a:cubicBezTo>
                    <a:cubicBezTo>
                      <a:pt x="13150" y="20043"/>
                      <a:pt x="13135" y="20021"/>
                      <a:pt x="13101" y="19971"/>
                    </a:cubicBezTo>
                    <a:lnTo>
                      <a:pt x="13071" y="19940"/>
                    </a:lnTo>
                    <a:lnTo>
                      <a:pt x="13071" y="19940"/>
                    </a:lnTo>
                    <a:cubicBezTo>
                      <a:pt x="13128" y="19947"/>
                      <a:pt x="13185" y="19958"/>
                      <a:pt x="13242" y="19972"/>
                    </a:cubicBezTo>
                    <a:lnTo>
                      <a:pt x="13242" y="19972"/>
                    </a:lnTo>
                    <a:cubicBezTo>
                      <a:pt x="13243" y="19900"/>
                      <a:pt x="13257" y="19845"/>
                      <a:pt x="13284" y="19819"/>
                    </a:cubicBezTo>
                    <a:lnTo>
                      <a:pt x="13436" y="19819"/>
                    </a:lnTo>
                    <a:cubicBezTo>
                      <a:pt x="13453" y="19802"/>
                      <a:pt x="13472" y="19794"/>
                      <a:pt x="13493" y="19794"/>
                    </a:cubicBezTo>
                    <a:cubicBezTo>
                      <a:pt x="13545" y="19794"/>
                      <a:pt x="13605" y="19844"/>
                      <a:pt x="13649" y="19910"/>
                    </a:cubicBezTo>
                    <a:lnTo>
                      <a:pt x="13436" y="19971"/>
                    </a:lnTo>
                    <a:lnTo>
                      <a:pt x="13332" y="19997"/>
                    </a:lnTo>
                    <a:lnTo>
                      <a:pt x="13332" y="19997"/>
                    </a:lnTo>
                    <a:cubicBezTo>
                      <a:pt x="13302" y="19987"/>
                      <a:pt x="13272" y="19979"/>
                      <a:pt x="13242" y="19972"/>
                    </a:cubicBezTo>
                    <a:lnTo>
                      <a:pt x="13242" y="19972"/>
                    </a:lnTo>
                    <a:cubicBezTo>
                      <a:pt x="13241" y="19990"/>
                      <a:pt x="13242" y="20009"/>
                      <a:pt x="13244" y="20029"/>
                    </a:cubicBezTo>
                    <a:lnTo>
                      <a:pt x="13244" y="20029"/>
                    </a:lnTo>
                    <a:cubicBezTo>
                      <a:pt x="13263" y="20022"/>
                      <a:pt x="13286" y="20012"/>
                      <a:pt x="13314" y="20001"/>
                    </a:cubicBezTo>
                    <a:lnTo>
                      <a:pt x="13332" y="19997"/>
                    </a:lnTo>
                    <a:lnTo>
                      <a:pt x="13332" y="19997"/>
                    </a:lnTo>
                    <a:cubicBezTo>
                      <a:pt x="13485" y="20044"/>
                      <a:pt x="13634" y="20117"/>
                      <a:pt x="13770" y="20214"/>
                    </a:cubicBezTo>
                    <a:cubicBezTo>
                      <a:pt x="13794" y="20250"/>
                      <a:pt x="13823" y="20262"/>
                      <a:pt x="13850" y="20262"/>
                    </a:cubicBezTo>
                    <a:cubicBezTo>
                      <a:pt x="13893" y="20262"/>
                      <a:pt x="13934" y="20232"/>
                      <a:pt x="13953" y="20214"/>
                    </a:cubicBezTo>
                    <a:cubicBezTo>
                      <a:pt x="13953" y="20153"/>
                      <a:pt x="14135" y="20153"/>
                      <a:pt x="14317" y="20153"/>
                    </a:cubicBezTo>
                    <a:lnTo>
                      <a:pt x="14378" y="20123"/>
                    </a:lnTo>
                    <a:lnTo>
                      <a:pt x="14448" y="20061"/>
                    </a:lnTo>
                    <a:lnTo>
                      <a:pt x="14448" y="20061"/>
                    </a:lnTo>
                    <a:cubicBezTo>
                      <a:pt x="14455" y="20062"/>
                      <a:pt x="14462" y="20062"/>
                      <a:pt x="14469" y="20062"/>
                    </a:cubicBezTo>
                    <a:lnTo>
                      <a:pt x="14500" y="20092"/>
                    </a:lnTo>
                    <a:cubicBezTo>
                      <a:pt x="14526" y="20040"/>
                      <a:pt x="14552" y="20010"/>
                      <a:pt x="14559" y="19965"/>
                    </a:cubicBezTo>
                    <a:lnTo>
                      <a:pt x="14559" y="19965"/>
                    </a:lnTo>
                    <a:lnTo>
                      <a:pt x="14448" y="20061"/>
                    </a:lnTo>
                    <a:lnTo>
                      <a:pt x="14448" y="20061"/>
                    </a:lnTo>
                    <a:cubicBezTo>
                      <a:pt x="14364" y="20057"/>
                      <a:pt x="14280" y="20029"/>
                      <a:pt x="14196" y="20001"/>
                    </a:cubicBezTo>
                    <a:cubicBezTo>
                      <a:pt x="14105" y="19971"/>
                      <a:pt x="13983" y="19910"/>
                      <a:pt x="13861" y="19880"/>
                    </a:cubicBezTo>
                    <a:cubicBezTo>
                      <a:pt x="13861" y="19849"/>
                      <a:pt x="13861" y="19819"/>
                      <a:pt x="13861" y="19788"/>
                    </a:cubicBezTo>
                    <a:lnTo>
                      <a:pt x="13861" y="19758"/>
                    </a:lnTo>
                    <a:cubicBezTo>
                      <a:pt x="14013" y="19788"/>
                      <a:pt x="14165" y="19849"/>
                      <a:pt x="14317" y="19940"/>
                    </a:cubicBezTo>
                    <a:lnTo>
                      <a:pt x="14560" y="19940"/>
                    </a:lnTo>
                    <a:cubicBezTo>
                      <a:pt x="14560" y="19949"/>
                      <a:pt x="14560" y="19957"/>
                      <a:pt x="14559" y="19965"/>
                    </a:cubicBezTo>
                    <a:lnTo>
                      <a:pt x="14559" y="19965"/>
                    </a:lnTo>
                    <a:lnTo>
                      <a:pt x="14621" y="19910"/>
                    </a:lnTo>
                    <a:cubicBezTo>
                      <a:pt x="14621" y="20015"/>
                      <a:pt x="14665" y="20047"/>
                      <a:pt x="14702" y="20047"/>
                    </a:cubicBezTo>
                    <a:cubicBezTo>
                      <a:pt x="14718" y="20047"/>
                      <a:pt x="14733" y="20041"/>
                      <a:pt x="14743" y="20031"/>
                    </a:cubicBezTo>
                    <a:cubicBezTo>
                      <a:pt x="14751" y="20015"/>
                      <a:pt x="14765" y="20007"/>
                      <a:pt x="14781" y="20007"/>
                    </a:cubicBezTo>
                    <a:cubicBezTo>
                      <a:pt x="14822" y="20007"/>
                      <a:pt x="14881" y="20057"/>
                      <a:pt x="14925" y="20123"/>
                    </a:cubicBezTo>
                    <a:lnTo>
                      <a:pt x="14956" y="20123"/>
                    </a:lnTo>
                    <a:cubicBezTo>
                      <a:pt x="15119" y="20123"/>
                      <a:pt x="15265" y="20213"/>
                      <a:pt x="15420" y="20213"/>
                    </a:cubicBezTo>
                    <a:cubicBezTo>
                      <a:pt x="15467" y="20213"/>
                      <a:pt x="15514" y="20205"/>
                      <a:pt x="15564" y="20183"/>
                    </a:cubicBezTo>
                    <a:cubicBezTo>
                      <a:pt x="15655" y="20153"/>
                      <a:pt x="15716" y="20123"/>
                      <a:pt x="15776" y="20092"/>
                    </a:cubicBezTo>
                    <a:cubicBezTo>
                      <a:pt x="15807" y="20062"/>
                      <a:pt x="15776" y="20001"/>
                      <a:pt x="15776" y="19971"/>
                    </a:cubicBezTo>
                    <a:cubicBezTo>
                      <a:pt x="15776" y="19940"/>
                      <a:pt x="15716" y="19940"/>
                      <a:pt x="15685" y="19940"/>
                    </a:cubicBezTo>
                    <a:cubicBezTo>
                      <a:pt x="15655" y="19971"/>
                      <a:pt x="15624" y="19971"/>
                      <a:pt x="15594" y="19971"/>
                    </a:cubicBezTo>
                    <a:cubicBezTo>
                      <a:pt x="15561" y="20004"/>
                      <a:pt x="15518" y="20028"/>
                      <a:pt x="15482" y="20028"/>
                    </a:cubicBezTo>
                    <a:cubicBezTo>
                      <a:pt x="15451" y="20028"/>
                      <a:pt x="15425" y="20012"/>
                      <a:pt x="15412" y="19971"/>
                    </a:cubicBezTo>
                    <a:cubicBezTo>
                      <a:pt x="15351" y="19910"/>
                      <a:pt x="15381" y="19849"/>
                      <a:pt x="15503" y="19849"/>
                    </a:cubicBezTo>
                    <a:lnTo>
                      <a:pt x="15746" y="19849"/>
                    </a:lnTo>
                    <a:cubicBezTo>
                      <a:pt x="15776" y="19788"/>
                      <a:pt x="15716" y="19667"/>
                      <a:pt x="15594" y="19606"/>
                    </a:cubicBezTo>
                    <a:lnTo>
                      <a:pt x="15746" y="19545"/>
                    </a:lnTo>
                    <a:cubicBezTo>
                      <a:pt x="15781" y="19527"/>
                      <a:pt x="15807" y="19520"/>
                      <a:pt x="15827" y="19520"/>
                    </a:cubicBezTo>
                    <a:cubicBezTo>
                      <a:pt x="15910" y="19520"/>
                      <a:pt x="15885" y="19648"/>
                      <a:pt x="15959" y="19697"/>
                    </a:cubicBezTo>
                    <a:lnTo>
                      <a:pt x="15989" y="19697"/>
                    </a:lnTo>
                    <a:cubicBezTo>
                      <a:pt x="15996" y="19711"/>
                      <a:pt x="16007" y="19717"/>
                      <a:pt x="16018" y="19717"/>
                    </a:cubicBezTo>
                    <a:cubicBezTo>
                      <a:pt x="16057" y="19717"/>
                      <a:pt x="16111" y="19653"/>
                      <a:pt x="16111" y="19606"/>
                    </a:cubicBezTo>
                    <a:cubicBezTo>
                      <a:pt x="16111" y="19576"/>
                      <a:pt x="16141" y="19545"/>
                      <a:pt x="16171" y="19515"/>
                    </a:cubicBezTo>
                    <a:cubicBezTo>
                      <a:pt x="16171" y="19606"/>
                      <a:pt x="16202" y="19667"/>
                      <a:pt x="16232" y="19728"/>
                    </a:cubicBezTo>
                    <a:cubicBezTo>
                      <a:pt x="16232" y="19748"/>
                      <a:pt x="16242" y="19758"/>
                      <a:pt x="16259" y="19758"/>
                    </a:cubicBezTo>
                    <a:cubicBezTo>
                      <a:pt x="16293" y="19758"/>
                      <a:pt x="16354" y="19717"/>
                      <a:pt x="16415" y="19636"/>
                    </a:cubicBezTo>
                    <a:lnTo>
                      <a:pt x="16536" y="19545"/>
                    </a:lnTo>
                    <a:lnTo>
                      <a:pt x="16567" y="19545"/>
                    </a:lnTo>
                    <a:cubicBezTo>
                      <a:pt x="16627" y="19545"/>
                      <a:pt x="16688" y="19606"/>
                      <a:pt x="16688" y="19636"/>
                    </a:cubicBezTo>
                    <a:cubicBezTo>
                      <a:pt x="16597" y="19728"/>
                      <a:pt x="16475" y="19819"/>
                      <a:pt x="16384" y="19910"/>
                    </a:cubicBezTo>
                    <a:cubicBezTo>
                      <a:pt x="16315" y="19933"/>
                      <a:pt x="16456" y="19991"/>
                      <a:pt x="16581" y="19991"/>
                    </a:cubicBezTo>
                    <a:cubicBezTo>
                      <a:pt x="16621" y="19991"/>
                      <a:pt x="16659" y="19985"/>
                      <a:pt x="16688" y="19971"/>
                    </a:cubicBezTo>
                    <a:cubicBezTo>
                      <a:pt x="16779" y="19940"/>
                      <a:pt x="16840" y="19880"/>
                      <a:pt x="16871" y="19788"/>
                    </a:cubicBezTo>
                    <a:cubicBezTo>
                      <a:pt x="16840" y="19758"/>
                      <a:pt x="16931" y="19636"/>
                      <a:pt x="17053" y="19545"/>
                    </a:cubicBezTo>
                    <a:lnTo>
                      <a:pt x="17144" y="19454"/>
                    </a:lnTo>
                    <a:lnTo>
                      <a:pt x="17175" y="19424"/>
                    </a:lnTo>
                    <a:cubicBezTo>
                      <a:pt x="17190" y="19408"/>
                      <a:pt x="17213" y="19401"/>
                      <a:pt x="17239" y="19401"/>
                    </a:cubicBezTo>
                    <a:cubicBezTo>
                      <a:pt x="17266" y="19401"/>
                      <a:pt x="17296" y="19408"/>
                      <a:pt x="17327" y="19424"/>
                    </a:cubicBezTo>
                    <a:lnTo>
                      <a:pt x="17327" y="19484"/>
                    </a:lnTo>
                    <a:lnTo>
                      <a:pt x="17357" y="19545"/>
                    </a:lnTo>
                    <a:cubicBezTo>
                      <a:pt x="17387" y="19606"/>
                      <a:pt x="17266" y="19697"/>
                      <a:pt x="17235" y="19697"/>
                    </a:cubicBezTo>
                    <a:cubicBezTo>
                      <a:pt x="17175" y="19697"/>
                      <a:pt x="17144" y="19849"/>
                      <a:pt x="17144" y="19910"/>
                    </a:cubicBezTo>
                    <a:cubicBezTo>
                      <a:pt x="17144" y="19940"/>
                      <a:pt x="17175" y="20001"/>
                      <a:pt x="17235" y="20031"/>
                    </a:cubicBezTo>
                    <a:lnTo>
                      <a:pt x="17266" y="20031"/>
                    </a:lnTo>
                    <a:cubicBezTo>
                      <a:pt x="17296" y="20031"/>
                      <a:pt x="17327" y="19971"/>
                      <a:pt x="17327" y="19971"/>
                    </a:cubicBezTo>
                    <a:cubicBezTo>
                      <a:pt x="17175" y="19849"/>
                      <a:pt x="17266" y="19849"/>
                      <a:pt x="17387" y="19849"/>
                    </a:cubicBezTo>
                    <a:lnTo>
                      <a:pt x="17478" y="19849"/>
                    </a:lnTo>
                    <a:cubicBezTo>
                      <a:pt x="17500" y="19860"/>
                      <a:pt x="17518" y="19865"/>
                      <a:pt x="17532" y="19865"/>
                    </a:cubicBezTo>
                    <a:cubicBezTo>
                      <a:pt x="17597" y="19865"/>
                      <a:pt x="17584" y="19756"/>
                      <a:pt x="17509" y="19606"/>
                    </a:cubicBezTo>
                    <a:lnTo>
                      <a:pt x="17691" y="19606"/>
                    </a:lnTo>
                    <a:cubicBezTo>
                      <a:pt x="17782" y="19667"/>
                      <a:pt x="17843" y="19728"/>
                      <a:pt x="17904" y="19758"/>
                    </a:cubicBezTo>
                    <a:lnTo>
                      <a:pt x="17965" y="19758"/>
                    </a:lnTo>
                    <a:cubicBezTo>
                      <a:pt x="18026" y="19758"/>
                      <a:pt x="18026" y="19728"/>
                      <a:pt x="18026" y="19697"/>
                    </a:cubicBezTo>
                    <a:lnTo>
                      <a:pt x="17995" y="19667"/>
                    </a:lnTo>
                    <a:cubicBezTo>
                      <a:pt x="17968" y="19611"/>
                      <a:pt x="18268" y="19480"/>
                      <a:pt x="18413" y="19480"/>
                    </a:cubicBezTo>
                    <a:cubicBezTo>
                      <a:pt x="18427" y="19480"/>
                      <a:pt x="18440" y="19482"/>
                      <a:pt x="18451" y="19484"/>
                    </a:cubicBezTo>
                    <a:cubicBezTo>
                      <a:pt x="18603" y="19545"/>
                      <a:pt x="18451" y="19971"/>
                      <a:pt x="18512" y="20062"/>
                    </a:cubicBezTo>
                    <a:cubicBezTo>
                      <a:pt x="18523" y="20106"/>
                      <a:pt x="18534" y="20122"/>
                      <a:pt x="18543" y="20122"/>
                    </a:cubicBezTo>
                    <a:cubicBezTo>
                      <a:pt x="18560" y="20122"/>
                      <a:pt x="18573" y="20070"/>
                      <a:pt x="18573" y="20031"/>
                    </a:cubicBezTo>
                    <a:cubicBezTo>
                      <a:pt x="18603" y="19910"/>
                      <a:pt x="18664" y="19849"/>
                      <a:pt x="18755" y="19788"/>
                    </a:cubicBezTo>
                    <a:lnTo>
                      <a:pt x="18846" y="19788"/>
                    </a:lnTo>
                    <a:cubicBezTo>
                      <a:pt x="18937" y="19788"/>
                      <a:pt x="19089" y="19819"/>
                      <a:pt x="19089" y="19819"/>
                    </a:cubicBezTo>
                    <a:lnTo>
                      <a:pt x="19120" y="20062"/>
                    </a:lnTo>
                    <a:cubicBezTo>
                      <a:pt x="19272" y="20001"/>
                      <a:pt x="19150" y="19788"/>
                      <a:pt x="19059" y="19728"/>
                    </a:cubicBezTo>
                    <a:cubicBezTo>
                      <a:pt x="18998" y="19667"/>
                      <a:pt x="18937" y="19606"/>
                      <a:pt x="18877" y="19576"/>
                    </a:cubicBezTo>
                    <a:lnTo>
                      <a:pt x="18907" y="19484"/>
                    </a:lnTo>
                    <a:cubicBezTo>
                      <a:pt x="18925" y="19431"/>
                      <a:pt x="18953" y="19399"/>
                      <a:pt x="18985" y="19399"/>
                    </a:cubicBezTo>
                    <a:cubicBezTo>
                      <a:pt x="19008" y="19399"/>
                      <a:pt x="19034" y="19416"/>
                      <a:pt x="19059" y="19454"/>
                    </a:cubicBezTo>
                    <a:lnTo>
                      <a:pt x="19150" y="19484"/>
                    </a:lnTo>
                    <a:lnTo>
                      <a:pt x="19211" y="19484"/>
                    </a:lnTo>
                    <a:cubicBezTo>
                      <a:pt x="19252" y="19493"/>
                      <a:pt x="19295" y="19496"/>
                      <a:pt x="19339" y="19496"/>
                    </a:cubicBezTo>
                    <a:cubicBezTo>
                      <a:pt x="19461" y="19496"/>
                      <a:pt x="19594" y="19468"/>
                      <a:pt x="19728" y="19424"/>
                    </a:cubicBezTo>
                    <a:cubicBezTo>
                      <a:pt x="19756" y="19405"/>
                      <a:pt x="19776" y="19398"/>
                      <a:pt x="19787" y="19398"/>
                    </a:cubicBezTo>
                    <a:cubicBezTo>
                      <a:pt x="19813" y="19398"/>
                      <a:pt x="19800" y="19433"/>
                      <a:pt x="19758" y="19454"/>
                    </a:cubicBezTo>
                    <a:cubicBezTo>
                      <a:pt x="19728" y="19484"/>
                      <a:pt x="19758" y="19545"/>
                      <a:pt x="19880" y="19545"/>
                    </a:cubicBezTo>
                    <a:lnTo>
                      <a:pt x="19941" y="19515"/>
                    </a:lnTo>
                    <a:cubicBezTo>
                      <a:pt x="20001" y="19484"/>
                      <a:pt x="19971" y="19393"/>
                      <a:pt x="20062" y="19393"/>
                    </a:cubicBezTo>
                    <a:cubicBezTo>
                      <a:pt x="20123" y="19393"/>
                      <a:pt x="20214" y="19454"/>
                      <a:pt x="20305" y="19454"/>
                    </a:cubicBezTo>
                    <a:lnTo>
                      <a:pt x="20366" y="19454"/>
                    </a:lnTo>
                    <a:cubicBezTo>
                      <a:pt x="20378" y="19442"/>
                      <a:pt x="20393" y="19437"/>
                      <a:pt x="20409" y="19437"/>
                    </a:cubicBezTo>
                    <a:cubicBezTo>
                      <a:pt x="20480" y="19437"/>
                      <a:pt x="20585" y="19526"/>
                      <a:pt x="20609" y="19576"/>
                    </a:cubicBezTo>
                    <a:cubicBezTo>
                      <a:pt x="20670" y="19667"/>
                      <a:pt x="20761" y="19728"/>
                      <a:pt x="20852" y="19788"/>
                    </a:cubicBezTo>
                    <a:lnTo>
                      <a:pt x="20913" y="19788"/>
                    </a:lnTo>
                    <a:lnTo>
                      <a:pt x="21004" y="19758"/>
                    </a:lnTo>
                    <a:cubicBezTo>
                      <a:pt x="20944" y="19667"/>
                      <a:pt x="20913" y="19545"/>
                      <a:pt x="20913" y="19424"/>
                    </a:cubicBezTo>
                    <a:lnTo>
                      <a:pt x="20974" y="19332"/>
                    </a:lnTo>
                    <a:lnTo>
                      <a:pt x="20974" y="19302"/>
                    </a:lnTo>
                    <a:cubicBezTo>
                      <a:pt x="21035" y="19302"/>
                      <a:pt x="21096" y="19363"/>
                      <a:pt x="21096" y="19363"/>
                    </a:cubicBezTo>
                    <a:cubicBezTo>
                      <a:pt x="21065" y="19424"/>
                      <a:pt x="21065" y="19484"/>
                      <a:pt x="21035" y="19545"/>
                    </a:cubicBezTo>
                    <a:lnTo>
                      <a:pt x="21248" y="19545"/>
                    </a:lnTo>
                    <a:cubicBezTo>
                      <a:pt x="21308" y="19576"/>
                      <a:pt x="21308" y="19606"/>
                      <a:pt x="21278" y="19636"/>
                    </a:cubicBezTo>
                    <a:lnTo>
                      <a:pt x="21248" y="19667"/>
                    </a:lnTo>
                    <a:lnTo>
                      <a:pt x="21217" y="19697"/>
                    </a:lnTo>
                    <a:cubicBezTo>
                      <a:pt x="21156" y="19758"/>
                      <a:pt x="21187" y="19788"/>
                      <a:pt x="21248" y="19788"/>
                    </a:cubicBezTo>
                    <a:lnTo>
                      <a:pt x="21339" y="19788"/>
                    </a:lnTo>
                    <a:cubicBezTo>
                      <a:pt x="21369" y="19788"/>
                      <a:pt x="21491" y="19576"/>
                      <a:pt x="21521" y="19515"/>
                    </a:cubicBezTo>
                    <a:cubicBezTo>
                      <a:pt x="21521" y="19489"/>
                      <a:pt x="21548" y="19480"/>
                      <a:pt x="21582" y="19480"/>
                    </a:cubicBezTo>
                    <a:cubicBezTo>
                      <a:pt x="21628" y="19480"/>
                      <a:pt x="21686" y="19497"/>
                      <a:pt x="21703" y="19515"/>
                    </a:cubicBezTo>
                    <a:cubicBezTo>
                      <a:pt x="21764" y="19515"/>
                      <a:pt x="21795" y="19515"/>
                      <a:pt x="21825" y="19484"/>
                    </a:cubicBezTo>
                    <a:lnTo>
                      <a:pt x="21855" y="19424"/>
                    </a:lnTo>
                    <a:cubicBezTo>
                      <a:pt x="21916" y="19424"/>
                      <a:pt x="21947" y="19545"/>
                      <a:pt x="21947" y="19606"/>
                    </a:cubicBezTo>
                    <a:cubicBezTo>
                      <a:pt x="21947" y="19667"/>
                      <a:pt x="22311" y="19667"/>
                      <a:pt x="22433" y="19667"/>
                    </a:cubicBezTo>
                    <a:cubicBezTo>
                      <a:pt x="22534" y="19667"/>
                      <a:pt x="22690" y="19694"/>
                      <a:pt x="22800" y="19694"/>
                    </a:cubicBezTo>
                    <a:cubicBezTo>
                      <a:pt x="22855" y="19694"/>
                      <a:pt x="22899" y="19687"/>
                      <a:pt x="22919" y="19667"/>
                    </a:cubicBezTo>
                    <a:cubicBezTo>
                      <a:pt x="22950" y="19636"/>
                      <a:pt x="23010" y="19576"/>
                      <a:pt x="23071" y="19576"/>
                    </a:cubicBezTo>
                    <a:cubicBezTo>
                      <a:pt x="23076" y="19573"/>
                      <a:pt x="23081" y="19572"/>
                      <a:pt x="23085" y="19572"/>
                    </a:cubicBezTo>
                    <a:cubicBezTo>
                      <a:pt x="23141" y="19572"/>
                      <a:pt x="23193" y="19732"/>
                      <a:pt x="23193" y="19788"/>
                    </a:cubicBezTo>
                    <a:cubicBezTo>
                      <a:pt x="23193" y="19819"/>
                      <a:pt x="23223" y="19880"/>
                      <a:pt x="23254" y="19910"/>
                    </a:cubicBezTo>
                    <a:cubicBezTo>
                      <a:pt x="23314" y="19819"/>
                      <a:pt x="23345" y="19758"/>
                      <a:pt x="23375" y="19697"/>
                    </a:cubicBezTo>
                    <a:cubicBezTo>
                      <a:pt x="23406" y="19636"/>
                      <a:pt x="23436" y="19606"/>
                      <a:pt x="23466" y="19576"/>
                    </a:cubicBezTo>
                    <a:lnTo>
                      <a:pt x="23649" y="19606"/>
                    </a:lnTo>
                    <a:cubicBezTo>
                      <a:pt x="23801" y="19515"/>
                      <a:pt x="23983" y="19454"/>
                      <a:pt x="24166" y="19393"/>
                    </a:cubicBezTo>
                    <a:cubicBezTo>
                      <a:pt x="24257" y="19393"/>
                      <a:pt x="24166" y="19484"/>
                      <a:pt x="24135" y="19545"/>
                    </a:cubicBezTo>
                    <a:cubicBezTo>
                      <a:pt x="24105" y="19576"/>
                      <a:pt x="24226" y="19667"/>
                      <a:pt x="24287" y="19697"/>
                    </a:cubicBezTo>
                    <a:cubicBezTo>
                      <a:pt x="24348" y="19697"/>
                      <a:pt x="24439" y="19576"/>
                      <a:pt x="24500" y="19576"/>
                    </a:cubicBezTo>
                    <a:cubicBezTo>
                      <a:pt x="24621" y="19606"/>
                      <a:pt x="24743" y="19667"/>
                      <a:pt x="24834" y="19728"/>
                    </a:cubicBezTo>
                    <a:lnTo>
                      <a:pt x="24986" y="19728"/>
                    </a:lnTo>
                    <a:cubicBezTo>
                      <a:pt x="25108" y="19697"/>
                      <a:pt x="25229" y="19667"/>
                      <a:pt x="25321" y="19606"/>
                    </a:cubicBezTo>
                    <a:lnTo>
                      <a:pt x="25351" y="19606"/>
                    </a:lnTo>
                    <a:cubicBezTo>
                      <a:pt x="25442" y="19636"/>
                      <a:pt x="25533" y="19667"/>
                      <a:pt x="25594" y="19697"/>
                    </a:cubicBezTo>
                    <a:lnTo>
                      <a:pt x="25655" y="19758"/>
                    </a:lnTo>
                    <a:lnTo>
                      <a:pt x="25746" y="19819"/>
                    </a:lnTo>
                    <a:cubicBezTo>
                      <a:pt x="25868" y="19880"/>
                      <a:pt x="25989" y="19971"/>
                      <a:pt x="26050" y="19971"/>
                    </a:cubicBezTo>
                    <a:cubicBezTo>
                      <a:pt x="26055" y="19976"/>
                      <a:pt x="26060" y="19978"/>
                      <a:pt x="26065" y="19978"/>
                    </a:cubicBezTo>
                    <a:cubicBezTo>
                      <a:pt x="26088" y="19978"/>
                      <a:pt x="26100" y="19919"/>
                      <a:pt x="26050" y="19819"/>
                    </a:cubicBezTo>
                    <a:lnTo>
                      <a:pt x="26050" y="19758"/>
                    </a:lnTo>
                    <a:cubicBezTo>
                      <a:pt x="26080" y="19728"/>
                      <a:pt x="26080" y="19667"/>
                      <a:pt x="26141" y="19667"/>
                    </a:cubicBezTo>
                    <a:cubicBezTo>
                      <a:pt x="26172" y="19667"/>
                      <a:pt x="26232" y="19667"/>
                      <a:pt x="26263" y="19697"/>
                    </a:cubicBezTo>
                    <a:lnTo>
                      <a:pt x="26293" y="19728"/>
                    </a:lnTo>
                    <a:cubicBezTo>
                      <a:pt x="26324" y="19788"/>
                      <a:pt x="26384" y="19849"/>
                      <a:pt x="26445" y="19880"/>
                    </a:cubicBezTo>
                    <a:cubicBezTo>
                      <a:pt x="26476" y="19880"/>
                      <a:pt x="26536" y="19849"/>
                      <a:pt x="26567" y="19819"/>
                    </a:cubicBezTo>
                    <a:lnTo>
                      <a:pt x="26567" y="19788"/>
                    </a:lnTo>
                    <a:lnTo>
                      <a:pt x="26567" y="19728"/>
                    </a:lnTo>
                    <a:cubicBezTo>
                      <a:pt x="26567" y="19697"/>
                      <a:pt x="26711" y="19697"/>
                      <a:pt x="26863" y="19697"/>
                    </a:cubicBezTo>
                    <a:cubicBezTo>
                      <a:pt x="27015" y="19697"/>
                      <a:pt x="27175" y="19697"/>
                      <a:pt x="27205" y="19667"/>
                    </a:cubicBezTo>
                    <a:cubicBezTo>
                      <a:pt x="27251" y="19652"/>
                      <a:pt x="27296" y="19644"/>
                      <a:pt x="27338" y="19644"/>
                    </a:cubicBezTo>
                    <a:cubicBezTo>
                      <a:pt x="27380" y="19644"/>
                      <a:pt x="27418" y="19652"/>
                      <a:pt x="27448" y="19667"/>
                    </a:cubicBezTo>
                    <a:lnTo>
                      <a:pt x="27509" y="19728"/>
                    </a:lnTo>
                    <a:lnTo>
                      <a:pt x="27539" y="19728"/>
                    </a:lnTo>
                    <a:cubicBezTo>
                      <a:pt x="27600" y="19728"/>
                      <a:pt x="27631" y="19667"/>
                      <a:pt x="27631" y="19667"/>
                    </a:cubicBezTo>
                    <a:cubicBezTo>
                      <a:pt x="27631" y="19636"/>
                      <a:pt x="27570" y="19515"/>
                      <a:pt x="27631" y="19484"/>
                    </a:cubicBezTo>
                    <a:cubicBezTo>
                      <a:pt x="27691" y="19484"/>
                      <a:pt x="27904" y="19515"/>
                      <a:pt x="27904" y="19545"/>
                    </a:cubicBezTo>
                    <a:cubicBezTo>
                      <a:pt x="27904" y="19606"/>
                      <a:pt x="27904" y="19667"/>
                      <a:pt x="27965" y="19728"/>
                    </a:cubicBezTo>
                    <a:lnTo>
                      <a:pt x="28026" y="19728"/>
                    </a:lnTo>
                    <a:cubicBezTo>
                      <a:pt x="28056" y="19636"/>
                      <a:pt x="28087" y="19545"/>
                      <a:pt x="28117" y="19454"/>
                    </a:cubicBezTo>
                    <a:cubicBezTo>
                      <a:pt x="28117" y="19431"/>
                      <a:pt x="28157" y="19421"/>
                      <a:pt x="28211" y="19421"/>
                    </a:cubicBezTo>
                    <a:cubicBezTo>
                      <a:pt x="28299" y="19421"/>
                      <a:pt x="28425" y="19447"/>
                      <a:pt x="28482" y="19484"/>
                    </a:cubicBezTo>
                    <a:cubicBezTo>
                      <a:pt x="28573" y="19515"/>
                      <a:pt x="28512" y="19667"/>
                      <a:pt x="28421" y="19728"/>
                    </a:cubicBezTo>
                    <a:cubicBezTo>
                      <a:pt x="28385" y="19763"/>
                      <a:pt x="28391" y="19778"/>
                      <a:pt x="28427" y="19778"/>
                    </a:cubicBezTo>
                    <a:cubicBezTo>
                      <a:pt x="28452" y="19778"/>
                      <a:pt x="28492" y="19771"/>
                      <a:pt x="28543" y="19758"/>
                    </a:cubicBezTo>
                    <a:lnTo>
                      <a:pt x="28786" y="19758"/>
                    </a:lnTo>
                    <a:cubicBezTo>
                      <a:pt x="28907" y="19758"/>
                      <a:pt x="29029" y="19788"/>
                      <a:pt x="29029" y="19819"/>
                    </a:cubicBezTo>
                    <a:lnTo>
                      <a:pt x="29029" y="19880"/>
                    </a:lnTo>
                    <a:cubicBezTo>
                      <a:pt x="29051" y="19924"/>
                      <a:pt x="29106" y="19952"/>
                      <a:pt x="29158" y="19952"/>
                    </a:cubicBezTo>
                    <a:cubicBezTo>
                      <a:pt x="29176" y="19952"/>
                      <a:pt x="29195" y="19948"/>
                      <a:pt x="29211" y="19940"/>
                    </a:cubicBezTo>
                    <a:lnTo>
                      <a:pt x="29211" y="19849"/>
                    </a:lnTo>
                    <a:cubicBezTo>
                      <a:pt x="29242" y="19788"/>
                      <a:pt x="29272" y="19728"/>
                      <a:pt x="29333" y="19697"/>
                    </a:cubicBezTo>
                    <a:lnTo>
                      <a:pt x="29485" y="19697"/>
                    </a:lnTo>
                    <a:lnTo>
                      <a:pt x="29485" y="19667"/>
                    </a:lnTo>
                    <a:lnTo>
                      <a:pt x="29515" y="19636"/>
                    </a:lnTo>
                    <a:cubicBezTo>
                      <a:pt x="29515" y="19627"/>
                      <a:pt x="29528" y="19624"/>
                      <a:pt x="29547" y="19624"/>
                    </a:cubicBezTo>
                    <a:cubicBezTo>
                      <a:pt x="29594" y="19624"/>
                      <a:pt x="29676" y="19645"/>
                      <a:pt x="29698" y="19667"/>
                    </a:cubicBezTo>
                    <a:cubicBezTo>
                      <a:pt x="29743" y="19682"/>
                      <a:pt x="29796" y="19690"/>
                      <a:pt x="29850" y="19690"/>
                    </a:cubicBezTo>
                    <a:cubicBezTo>
                      <a:pt x="29903" y="19690"/>
                      <a:pt x="29956" y="19682"/>
                      <a:pt x="30002" y="19667"/>
                    </a:cubicBezTo>
                    <a:lnTo>
                      <a:pt x="30062" y="19758"/>
                    </a:lnTo>
                    <a:lnTo>
                      <a:pt x="30093" y="19788"/>
                    </a:lnTo>
                    <a:cubicBezTo>
                      <a:pt x="30153" y="19788"/>
                      <a:pt x="30184" y="19819"/>
                      <a:pt x="30245" y="19819"/>
                    </a:cubicBezTo>
                    <a:lnTo>
                      <a:pt x="30366" y="19758"/>
                    </a:lnTo>
                    <a:lnTo>
                      <a:pt x="30731" y="19758"/>
                    </a:lnTo>
                    <a:cubicBezTo>
                      <a:pt x="30786" y="19717"/>
                      <a:pt x="30828" y="19700"/>
                      <a:pt x="30870" y="19700"/>
                    </a:cubicBezTo>
                    <a:cubicBezTo>
                      <a:pt x="30920" y="19700"/>
                      <a:pt x="30968" y="19725"/>
                      <a:pt x="31035" y="19758"/>
                    </a:cubicBezTo>
                    <a:lnTo>
                      <a:pt x="31126" y="19819"/>
                    </a:lnTo>
                    <a:cubicBezTo>
                      <a:pt x="31248" y="19819"/>
                      <a:pt x="31369" y="19819"/>
                      <a:pt x="31491" y="19788"/>
                    </a:cubicBezTo>
                    <a:cubicBezTo>
                      <a:pt x="31552" y="19788"/>
                      <a:pt x="31552" y="19576"/>
                      <a:pt x="31552" y="19515"/>
                    </a:cubicBezTo>
                    <a:cubicBezTo>
                      <a:pt x="31582" y="19454"/>
                      <a:pt x="31643" y="19363"/>
                      <a:pt x="31704" y="19302"/>
                    </a:cubicBezTo>
                    <a:cubicBezTo>
                      <a:pt x="31704" y="19300"/>
                      <a:pt x="31705" y="19299"/>
                      <a:pt x="31707" y="19299"/>
                    </a:cubicBezTo>
                    <a:cubicBezTo>
                      <a:pt x="31736" y="19299"/>
                      <a:pt x="31921" y="19454"/>
                      <a:pt x="31977" y="19454"/>
                    </a:cubicBezTo>
                    <a:cubicBezTo>
                      <a:pt x="32068" y="19484"/>
                      <a:pt x="32068" y="19515"/>
                      <a:pt x="32008" y="19515"/>
                    </a:cubicBezTo>
                    <a:lnTo>
                      <a:pt x="31916" y="19515"/>
                    </a:lnTo>
                    <a:cubicBezTo>
                      <a:pt x="31856" y="19515"/>
                      <a:pt x="31795" y="19636"/>
                      <a:pt x="31795" y="19697"/>
                    </a:cubicBezTo>
                    <a:cubicBezTo>
                      <a:pt x="31795" y="19728"/>
                      <a:pt x="31947" y="19758"/>
                      <a:pt x="32008" y="19758"/>
                    </a:cubicBezTo>
                    <a:cubicBezTo>
                      <a:pt x="32056" y="19758"/>
                      <a:pt x="32338" y="19836"/>
                      <a:pt x="32527" y="19836"/>
                    </a:cubicBezTo>
                    <a:cubicBezTo>
                      <a:pt x="32574" y="19836"/>
                      <a:pt x="32616" y="19831"/>
                      <a:pt x="32646" y="19819"/>
                    </a:cubicBezTo>
                    <a:cubicBezTo>
                      <a:pt x="32697" y="19793"/>
                      <a:pt x="32754" y="19784"/>
                      <a:pt x="32805" y="19784"/>
                    </a:cubicBezTo>
                    <a:cubicBezTo>
                      <a:pt x="32874" y="19784"/>
                      <a:pt x="32932" y="19801"/>
                      <a:pt x="32950" y="19819"/>
                    </a:cubicBezTo>
                    <a:cubicBezTo>
                      <a:pt x="32950" y="19826"/>
                      <a:pt x="32954" y="19830"/>
                      <a:pt x="32960" y="19830"/>
                    </a:cubicBezTo>
                    <a:cubicBezTo>
                      <a:pt x="32980" y="19830"/>
                      <a:pt x="33026" y="19796"/>
                      <a:pt x="33071" y="19728"/>
                    </a:cubicBezTo>
                    <a:lnTo>
                      <a:pt x="33132" y="19667"/>
                    </a:lnTo>
                    <a:cubicBezTo>
                      <a:pt x="33193" y="19606"/>
                      <a:pt x="33284" y="19576"/>
                      <a:pt x="33375" y="19545"/>
                    </a:cubicBezTo>
                    <a:cubicBezTo>
                      <a:pt x="33406" y="19545"/>
                      <a:pt x="33497" y="19606"/>
                      <a:pt x="33558" y="19606"/>
                    </a:cubicBezTo>
                    <a:cubicBezTo>
                      <a:pt x="33710" y="19636"/>
                      <a:pt x="33619" y="19728"/>
                      <a:pt x="33649" y="19819"/>
                    </a:cubicBezTo>
                    <a:lnTo>
                      <a:pt x="33649" y="19849"/>
                    </a:lnTo>
                    <a:cubicBezTo>
                      <a:pt x="33667" y="19885"/>
                      <a:pt x="33695" y="19899"/>
                      <a:pt x="33728" y="19899"/>
                    </a:cubicBezTo>
                    <a:cubicBezTo>
                      <a:pt x="33751" y="19899"/>
                      <a:pt x="33776" y="19892"/>
                      <a:pt x="33801" y="19880"/>
                    </a:cubicBezTo>
                    <a:lnTo>
                      <a:pt x="33831" y="19849"/>
                    </a:lnTo>
                    <a:cubicBezTo>
                      <a:pt x="33862" y="19819"/>
                      <a:pt x="33892" y="19788"/>
                      <a:pt x="33892" y="19788"/>
                    </a:cubicBezTo>
                    <a:cubicBezTo>
                      <a:pt x="33983" y="19819"/>
                      <a:pt x="34135" y="19849"/>
                      <a:pt x="34135" y="19910"/>
                    </a:cubicBezTo>
                    <a:lnTo>
                      <a:pt x="34196" y="20123"/>
                    </a:lnTo>
                    <a:cubicBezTo>
                      <a:pt x="34348" y="20062"/>
                      <a:pt x="34439" y="19971"/>
                      <a:pt x="34409" y="19940"/>
                    </a:cubicBezTo>
                    <a:lnTo>
                      <a:pt x="34378" y="19940"/>
                    </a:lnTo>
                    <a:lnTo>
                      <a:pt x="34348" y="19910"/>
                    </a:lnTo>
                    <a:cubicBezTo>
                      <a:pt x="34287" y="19910"/>
                      <a:pt x="34287" y="19819"/>
                      <a:pt x="34318" y="19788"/>
                    </a:cubicBezTo>
                    <a:lnTo>
                      <a:pt x="34378" y="19788"/>
                    </a:lnTo>
                    <a:lnTo>
                      <a:pt x="34500" y="19758"/>
                    </a:lnTo>
                    <a:cubicBezTo>
                      <a:pt x="34713" y="19758"/>
                      <a:pt x="34895" y="19758"/>
                      <a:pt x="35108" y="19819"/>
                    </a:cubicBezTo>
                    <a:lnTo>
                      <a:pt x="35260" y="19788"/>
                    </a:lnTo>
                    <a:lnTo>
                      <a:pt x="35351" y="19788"/>
                    </a:lnTo>
                    <a:cubicBezTo>
                      <a:pt x="35382" y="19788"/>
                      <a:pt x="35351" y="19728"/>
                      <a:pt x="35351" y="19728"/>
                    </a:cubicBezTo>
                    <a:lnTo>
                      <a:pt x="35290" y="19667"/>
                    </a:lnTo>
                    <a:cubicBezTo>
                      <a:pt x="35473" y="19667"/>
                      <a:pt x="35625" y="19697"/>
                      <a:pt x="35807" y="19728"/>
                    </a:cubicBezTo>
                    <a:lnTo>
                      <a:pt x="36020" y="19636"/>
                    </a:lnTo>
                    <a:lnTo>
                      <a:pt x="36111" y="19606"/>
                    </a:lnTo>
                    <a:cubicBezTo>
                      <a:pt x="36202" y="19606"/>
                      <a:pt x="36293" y="19697"/>
                      <a:pt x="36263" y="19819"/>
                    </a:cubicBezTo>
                    <a:cubicBezTo>
                      <a:pt x="36233" y="19849"/>
                      <a:pt x="36354" y="19910"/>
                      <a:pt x="36415" y="19940"/>
                    </a:cubicBezTo>
                    <a:cubicBezTo>
                      <a:pt x="36476" y="19940"/>
                      <a:pt x="36506" y="19940"/>
                      <a:pt x="36506" y="19880"/>
                    </a:cubicBezTo>
                    <a:lnTo>
                      <a:pt x="36506" y="19849"/>
                    </a:lnTo>
                    <a:cubicBezTo>
                      <a:pt x="36537" y="19758"/>
                      <a:pt x="36415" y="19606"/>
                      <a:pt x="36628" y="19545"/>
                    </a:cubicBezTo>
                    <a:lnTo>
                      <a:pt x="36628" y="19788"/>
                    </a:lnTo>
                    <a:lnTo>
                      <a:pt x="36628" y="19819"/>
                    </a:lnTo>
                    <a:cubicBezTo>
                      <a:pt x="36628" y="19849"/>
                      <a:pt x="36681" y="19864"/>
                      <a:pt x="36761" y="19864"/>
                    </a:cubicBezTo>
                    <a:cubicBezTo>
                      <a:pt x="36841" y="19864"/>
                      <a:pt x="36947" y="19849"/>
                      <a:pt x="37053" y="19819"/>
                    </a:cubicBezTo>
                    <a:lnTo>
                      <a:pt x="37236" y="19788"/>
                    </a:lnTo>
                    <a:cubicBezTo>
                      <a:pt x="37293" y="19780"/>
                      <a:pt x="37350" y="19776"/>
                      <a:pt x="37406" y="19776"/>
                    </a:cubicBezTo>
                    <a:cubicBezTo>
                      <a:pt x="37560" y="19776"/>
                      <a:pt x="37710" y="19805"/>
                      <a:pt x="37844" y="19849"/>
                    </a:cubicBezTo>
                    <a:lnTo>
                      <a:pt x="37904" y="19880"/>
                    </a:lnTo>
                    <a:cubicBezTo>
                      <a:pt x="37911" y="19883"/>
                      <a:pt x="37917" y="19884"/>
                      <a:pt x="37922" y="19884"/>
                    </a:cubicBezTo>
                    <a:cubicBezTo>
                      <a:pt x="37965" y="19884"/>
                      <a:pt x="37965" y="19775"/>
                      <a:pt x="37965" y="19667"/>
                    </a:cubicBezTo>
                    <a:lnTo>
                      <a:pt x="38148" y="19667"/>
                    </a:lnTo>
                    <a:cubicBezTo>
                      <a:pt x="38391" y="19667"/>
                      <a:pt x="38208" y="19819"/>
                      <a:pt x="38269" y="19910"/>
                    </a:cubicBezTo>
                    <a:lnTo>
                      <a:pt x="38269" y="19940"/>
                    </a:lnTo>
                    <a:cubicBezTo>
                      <a:pt x="38269" y="19949"/>
                      <a:pt x="38277" y="19953"/>
                      <a:pt x="38289" y="19953"/>
                    </a:cubicBezTo>
                    <a:cubicBezTo>
                      <a:pt x="38317" y="19953"/>
                      <a:pt x="38369" y="19931"/>
                      <a:pt x="38391" y="19910"/>
                    </a:cubicBezTo>
                    <a:cubicBezTo>
                      <a:pt x="38421" y="19849"/>
                      <a:pt x="38421" y="19788"/>
                      <a:pt x="38360" y="19758"/>
                    </a:cubicBezTo>
                    <a:lnTo>
                      <a:pt x="38452" y="19697"/>
                    </a:lnTo>
                    <a:cubicBezTo>
                      <a:pt x="38484" y="19673"/>
                      <a:pt x="38507" y="19664"/>
                      <a:pt x="38526" y="19664"/>
                    </a:cubicBezTo>
                    <a:cubicBezTo>
                      <a:pt x="38577" y="19664"/>
                      <a:pt x="38589" y="19736"/>
                      <a:pt x="38634" y="19758"/>
                    </a:cubicBezTo>
                    <a:lnTo>
                      <a:pt x="38725" y="19819"/>
                    </a:lnTo>
                    <a:cubicBezTo>
                      <a:pt x="38816" y="19788"/>
                      <a:pt x="38907" y="19667"/>
                      <a:pt x="38938" y="19667"/>
                    </a:cubicBezTo>
                    <a:cubicBezTo>
                      <a:pt x="39090" y="19728"/>
                      <a:pt x="39211" y="19758"/>
                      <a:pt x="39363" y="19758"/>
                    </a:cubicBezTo>
                    <a:lnTo>
                      <a:pt x="39455" y="19697"/>
                    </a:lnTo>
                    <a:lnTo>
                      <a:pt x="39728" y="19515"/>
                    </a:lnTo>
                    <a:cubicBezTo>
                      <a:pt x="39744" y="19594"/>
                      <a:pt x="39777" y="19640"/>
                      <a:pt x="39821" y="19640"/>
                    </a:cubicBezTo>
                    <a:cubicBezTo>
                      <a:pt x="39862" y="19640"/>
                      <a:pt x="39913" y="19602"/>
                      <a:pt x="39971" y="19515"/>
                    </a:cubicBezTo>
                    <a:lnTo>
                      <a:pt x="40214" y="19697"/>
                    </a:lnTo>
                    <a:lnTo>
                      <a:pt x="40275" y="19728"/>
                    </a:lnTo>
                    <a:cubicBezTo>
                      <a:pt x="40306" y="19740"/>
                      <a:pt x="40349" y="19745"/>
                      <a:pt x="40398" y="19745"/>
                    </a:cubicBezTo>
                    <a:cubicBezTo>
                      <a:pt x="40559" y="19745"/>
                      <a:pt x="40787" y="19692"/>
                      <a:pt x="40879" y="19692"/>
                    </a:cubicBezTo>
                    <a:cubicBezTo>
                      <a:pt x="40895" y="19692"/>
                      <a:pt x="40907" y="19694"/>
                      <a:pt x="40914" y="19697"/>
                    </a:cubicBezTo>
                    <a:cubicBezTo>
                      <a:pt x="40974" y="19758"/>
                      <a:pt x="40914" y="19819"/>
                      <a:pt x="40883" y="19819"/>
                    </a:cubicBezTo>
                    <a:cubicBezTo>
                      <a:pt x="40853" y="19849"/>
                      <a:pt x="40944" y="19940"/>
                      <a:pt x="41005" y="19971"/>
                    </a:cubicBezTo>
                    <a:cubicBezTo>
                      <a:pt x="41007" y="19973"/>
                      <a:pt x="41010" y="19975"/>
                      <a:pt x="41013" y="19975"/>
                    </a:cubicBezTo>
                    <a:cubicBezTo>
                      <a:pt x="41040" y="19975"/>
                      <a:pt x="41063" y="19833"/>
                      <a:pt x="41035" y="19667"/>
                    </a:cubicBezTo>
                    <a:lnTo>
                      <a:pt x="41339" y="19606"/>
                    </a:lnTo>
                    <a:lnTo>
                      <a:pt x="41582" y="19515"/>
                    </a:lnTo>
                    <a:cubicBezTo>
                      <a:pt x="41696" y="19583"/>
                      <a:pt x="41810" y="19617"/>
                      <a:pt x="41937" y="19617"/>
                    </a:cubicBezTo>
                    <a:cubicBezTo>
                      <a:pt x="41979" y="19617"/>
                      <a:pt x="42023" y="19614"/>
                      <a:pt x="42069" y="19606"/>
                    </a:cubicBezTo>
                    <a:cubicBezTo>
                      <a:pt x="42114" y="19591"/>
                      <a:pt x="42160" y="19583"/>
                      <a:pt x="42209" y="19583"/>
                    </a:cubicBezTo>
                    <a:cubicBezTo>
                      <a:pt x="42259" y="19583"/>
                      <a:pt x="42312" y="19591"/>
                      <a:pt x="42373" y="19606"/>
                    </a:cubicBezTo>
                    <a:lnTo>
                      <a:pt x="42433" y="19667"/>
                    </a:lnTo>
                    <a:cubicBezTo>
                      <a:pt x="42482" y="19716"/>
                      <a:pt x="42531" y="19747"/>
                      <a:pt x="42575" y="19747"/>
                    </a:cubicBezTo>
                    <a:cubicBezTo>
                      <a:pt x="42613" y="19747"/>
                      <a:pt x="42648" y="19723"/>
                      <a:pt x="42677" y="19667"/>
                    </a:cubicBezTo>
                    <a:cubicBezTo>
                      <a:pt x="42709" y="19602"/>
                      <a:pt x="42777" y="19571"/>
                      <a:pt x="42842" y="19571"/>
                    </a:cubicBezTo>
                    <a:cubicBezTo>
                      <a:pt x="42898" y="19571"/>
                      <a:pt x="42952" y="19594"/>
                      <a:pt x="42980" y="19636"/>
                    </a:cubicBezTo>
                    <a:lnTo>
                      <a:pt x="43041" y="19788"/>
                    </a:lnTo>
                    <a:cubicBezTo>
                      <a:pt x="43132" y="19728"/>
                      <a:pt x="43284" y="19667"/>
                      <a:pt x="43406" y="19606"/>
                    </a:cubicBezTo>
                    <a:cubicBezTo>
                      <a:pt x="43497" y="19606"/>
                      <a:pt x="43558" y="19606"/>
                      <a:pt x="43649" y="19636"/>
                    </a:cubicBezTo>
                    <a:lnTo>
                      <a:pt x="43680" y="19667"/>
                    </a:lnTo>
                    <a:lnTo>
                      <a:pt x="43710" y="19697"/>
                    </a:lnTo>
                    <a:cubicBezTo>
                      <a:pt x="43740" y="19712"/>
                      <a:pt x="43771" y="19720"/>
                      <a:pt x="43801" y="19720"/>
                    </a:cubicBezTo>
                    <a:cubicBezTo>
                      <a:pt x="43832" y="19720"/>
                      <a:pt x="43862" y="19712"/>
                      <a:pt x="43892" y="19697"/>
                    </a:cubicBezTo>
                    <a:lnTo>
                      <a:pt x="43892" y="19545"/>
                    </a:lnTo>
                    <a:cubicBezTo>
                      <a:pt x="43984" y="19545"/>
                      <a:pt x="44105" y="19697"/>
                      <a:pt x="44105" y="19788"/>
                    </a:cubicBezTo>
                    <a:cubicBezTo>
                      <a:pt x="44105" y="19849"/>
                      <a:pt x="44075" y="20062"/>
                      <a:pt x="44014" y="20092"/>
                    </a:cubicBezTo>
                    <a:cubicBezTo>
                      <a:pt x="43923" y="20123"/>
                      <a:pt x="44166" y="20275"/>
                      <a:pt x="44196" y="20366"/>
                    </a:cubicBezTo>
                    <a:cubicBezTo>
                      <a:pt x="44257" y="20457"/>
                      <a:pt x="44166" y="20518"/>
                      <a:pt x="44014" y="20518"/>
                    </a:cubicBezTo>
                    <a:lnTo>
                      <a:pt x="43862" y="20518"/>
                    </a:lnTo>
                    <a:cubicBezTo>
                      <a:pt x="43771" y="20518"/>
                      <a:pt x="43649" y="20731"/>
                      <a:pt x="43680" y="20731"/>
                    </a:cubicBezTo>
                    <a:lnTo>
                      <a:pt x="43984" y="20761"/>
                    </a:lnTo>
                    <a:cubicBezTo>
                      <a:pt x="43965" y="20870"/>
                      <a:pt x="44078" y="20925"/>
                      <a:pt x="44165" y="20925"/>
                    </a:cubicBezTo>
                    <a:cubicBezTo>
                      <a:pt x="44223" y="20925"/>
                      <a:pt x="44269" y="20901"/>
                      <a:pt x="44257" y="20852"/>
                    </a:cubicBezTo>
                    <a:cubicBezTo>
                      <a:pt x="44227" y="20761"/>
                      <a:pt x="44348" y="20700"/>
                      <a:pt x="44409" y="20700"/>
                    </a:cubicBezTo>
                    <a:cubicBezTo>
                      <a:pt x="44470" y="20731"/>
                      <a:pt x="44500" y="20791"/>
                      <a:pt x="44531" y="20883"/>
                    </a:cubicBezTo>
                    <a:lnTo>
                      <a:pt x="44622" y="20852"/>
                    </a:lnTo>
                    <a:cubicBezTo>
                      <a:pt x="44804" y="20791"/>
                      <a:pt x="44591" y="20761"/>
                      <a:pt x="44622" y="20731"/>
                    </a:cubicBezTo>
                    <a:cubicBezTo>
                      <a:pt x="44652" y="20700"/>
                      <a:pt x="44774" y="20700"/>
                      <a:pt x="44774" y="20700"/>
                    </a:cubicBezTo>
                    <a:lnTo>
                      <a:pt x="44835" y="20791"/>
                    </a:lnTo>
                    <a:cubicBezTo>
                      <a:pt x="44850" y="20837"/>
                      <a:pt x="44911" y="20852"/>
                      <a:pt x="44979" y="20852"/>
                    </a:cubicBezTo>
                    <a:cubicBezTo>
                      <a:pt x="45047" y="20852"/>
                      <a:pt x="45123" y="20837"/>
                      <a:pt x="45169" y="20822"/>
                    </a:cubicBezTo>
                    <a:cubicBezTo>
                      <a:pt x="45230" y="20791"/>
                      <a:pt x="45108" y="20761"/>
                      <a:pt x="45047" y="20731"/>
                    </a:cubicBezTo>
                    <a:cubicBezTo>
                      <a:pt x="44987" y="20731"/>
                      <a:pt x="44987" y="20670"/>
                      <a:pt x="45047" y="20639"/>
                    </a:cubicBezTo>
                    <a:lnTo>
                      <a:pt x="45047" y="20579"/>
                    </a:lnTo>
                    <a:cubicBezTo>
                      <a:pt x="45047" y="20518"/>
                      <a:pt x="45108" y="20427"/>
                      <a:pt x="44956" y="20427"/>
                    </a:cubicBezTo>
                    <a:lnTo>
                      <a:pt x="44926" y="20427"/>
                    </a:lnTo>
                    <a:cubicBezTo>
                      <a:pt x="44898" y="20483"/>
                      <a:pt x="44714" y="20643"/>
                      <a:pt x="44614" y="20643"/>
                    </a:cubicBezTo>
                    <a:cubicBezTo>
                      <a:pt x="44606" y="20643"/>
                      <a:pt x="44598" y="20642"/>
                      <a:pt x="44591" y="20639"/>
                    </a:cubicBezTo>
                    <a:cubicBezTo>
                      <a:pt x="44500" y="20639"/>
                      <a:pt x="44500" y="20153"/>
                      <a:pt x="44409" y="19971"/>
                    </a:cubicBezTo>
                    <a:cubicBezTo>
                      <a:pt x="44334" y="19846"/>
                      <a:pt x="44341" y="19742"/>
                      <a:pt x="44413" y="19742"/>
                    </a:cubicBezTo>
                    <a:cubicBezTo>
                      <a:pt x="44429" y="19742"/>
                      <a:pt x="44448" y="19747"/>
                      <a:pt x="44470" y="19758"/>
                    </a:cubicBezTo>
                    <a:lnTo>
                      <a:pt x="44835" y="19758"/>
                    </a:lnTo>
                    <a:cubicBezTo>
                      <a:pt x="44875" y="19766"/>
                      <a:pt x="44918" y="19770"/>
                      <a:pt x="44962" y="19770"/>
                    </a:cubicBezTo>
                    <a:cubicBezTo>
                      <a:pt x="45082" y="19770"/>
                      <a:pt x="45210" y="19742"/>
                      <a:pt x="45321" y="19697"/>
                    </a:cubicBezTo>
                    <a:lnTo>
                      <a:pt x="45412" y="19788"/>
                    </a:lnTo>
                    <a:cubicBezTo>
                      <a:pt x="45439" y="19816"/>
                      <a:pt x="45485" y="19831"/>
                      <a:pt x="45536" y="19831"/>
                    </a:cubicBezTo>
                    <a:cubicBezTo>
                      <a:pt x="45597" y="19831"/>
                      <a:pt x="45666" y="19808"/>
                      <a:pt x="45716" y="19758"/>
                    </a:cubicBezTo>
                    <a:cubicBezTo>
                      <a:pt x="45719" y="19755"/>
                      <a:pt x="45722" y="19754"/>
                      <a:pt x="45726" y="19754"/>
                    </a:cubicBezTo>
                    <a:cubicBezTo>
                      <a:pt x="45754" y="19754"/>
                      <a:pt x="45808" y="19818"/>
                      <a:pt x="45879" y="19818"/>
                    </a:cubicBezTo>
                    <a:cubicBezTo>
                      <a:pt x="45903" y="19818"/>
                      <a:pt x="45931" y="19810"/>
                      <a:pt x="45959" y="19788"/>
                    </a:cubicBezTo>
                    <a:lnTo>
                      <a:pt x="46111" y="19697"/>
                    </a:lnTo>
                    <a:cubicBezTo>
                      <a:pt x="46324" y="19788"/>
                      <a:pt x="46506" y="19819"/>
                      <a:pt x="46719" y="19849"/>
                    </a:cubicBezTo>
                    <a:lnTo>
                      <a:pt x="46871" y="19758"/>
                    </a:lnTo>
                    <a:cubicBezTo>
                      <a:pt x="46902" y="19758"/>
                      <a:pt x="47084" y="19971"/>
                      <a:pt x="47236" y="19971"/>
                    </a:cubicBezTo>
                    <a:cubicBezTo>
                      <a:pt x="47357" y="19971"/>
                      <a:pt x="47388" y="20092"/>
                      <a:pt x="47357" y="20153"/>
                    </a:cubicBezTo>
                    <a:cubicBezTo>
                      <a:pt x="47327" y="20244"/>
                      <a:pt x="47297" y="20335"/>
                      <a:pt x="47297" y="20427"/>
                    </a:cubicBezTo>
                    <a:lnTo>
                      <a:pt x="47418" y="20427"/>
                    </a:lnTo>
                    <a:cubicBezTo>
                      <a:pt x="47601" y="20396"/>
                      <a:pt x="47418" y="20305"/>
                      <a:pt x="47418" y="20305"/>
                    </a:cubicBezTo>
                    <a:cubicBezTo>
                      <a:pt x="47418" y="20275"/>
                      <a:pt x="47449" y="20244"/>
                      <a:pt x="47479" y="20244"/>
                    </a:cubicBezTo>
                    <a:lnTo>
                      <a:pt x="47570" y="20244"/>
                    </a:lnTo>
                    <a:cubicBezTo>
                      <a:pt x="47540" y="20214"/>
                      <a:pt x="47509" y="20062"/>
                      <a:pt x="47509" y="20001"/>
                    </a:cubicBezTo>
                    <a:cubicBezTo>
                      <a:pt x="47509" y="19940"/>
                      <a:pt x="47722" y="19880"/>
                      <a:pt x="47965" y="19880"/>
                    </a:cubicBezTo>
                    <a:lnTo>
                      <a:pt x="48178" y="20001"/>
                    </a:lnTo>
                    <a:cubicBezTo>
                      <a:pt x="48195" y="20007"/>
                      <a:pt x="48215" y="20009"/>
                      <a:pt x="48237" y="20009"/>
                    </a:cubicBezTo>
                    <a:cubicBezTo>
                      <a:pt x="48335" y="20009"/>
                      <a:pt x="48480" y="19960"/>
                      <a:pt x="48604" y="19910"/>
                    </a:cubicBezTo>
                    <a:lnTo>
                      <a:pt x="48634" y="19910"/>
                    </a:lnTo>
                    <a:cubicBezTo>
                      <a:pt x="48641" y="19890"/>
                      <a:pt x="48647" y="19882"/>
                      <a:pt x="48654" y="19882"/>
                    </a:cubicBezTo>
                    <a:cubicBezTo>
                      <a:pt x="48676" y="19882"/>
                      <a:pt x="48695" y="19990"/>
                      <a:pt x="48695" y="20062"/>
                    </a:cubicBezTo>
                    <a:cubicBezTo>
                      <a:pt x="48695" y="20183"/>
                      <a:pt x="48664" y="20305"/>
                      <a:pt x="48664" y="20427"/>
                    </a:cubicBezTo>
                    <a:cubicBezTo>
                      <a:pt x="48695" y="20579"/>
                      <a:pt x="48756" y="20700"/>
                      <a:pt x="48816" y="20822"/>
                    </a:cubicBezTo>
                    <a:lnTo>
                      <a:pt x="48573" y="20852"/>
                    </a:lnTo>
                    <a:cubicBezTo>
                      <a:pt x="48573" y="20913"/>
                      <a:pt x="48604" y="20943"/>
                      <a:pt x="48634" y="20943"/>
                    </a:cubicBezTo>
                    <a:lnTo>
                      <a:pt x="48725" y="20943"/>
                    </a:lnTo>
                    <a:cubicBezTo>
                      <a:pt x="48816" y="20913"/>
                      <a:pt x="48877" y="20700"/>
                      <a:pt x="48877" y="20639"/>
                    </a:cubicBezTo>
                    <a:cubicBezTo>
                      <a:pt x="48877" y="20548"/>
                      <a:pt x="48877" y="20487"/>
                      <a:pt x="48908" y="20396"/>
                    </a:cubicBezTo>
                    <a:cubicBezTo>
                      <a:pt x="48938" y="20366"/>
                      <a:pt x="48968" y="20335"/>
                      <a:pt x="48999" y="20305"/>
                    </a:cubicBezTo>
                    <a:cubicBezTo>
                      <a:pt x="49029" y="20305"/>
                      <a:pt x="48968" y="20275"/>
                      <a:pt x="48908" y="20244"/>
                    </a:cubicBezTo>
                    <a:cubicBezTo>
                      <a:pt x="48877" y="20244"/>
                      <a:pt x="49029" y="20123"/>
                      <a:pt x="49090" y="20062"/>
                    </a:cubicBezTo>
                    <a:cubicBezTo>
                      <a:pt x="49097" y="20059"/>
                      <a:pt x="49105" y="20057"/>
                      <a:pt x="49116" y="20057"/>
                    </a:cubicBezTo>
                    <a:cubicBezTo>
                      <a:pt x="49201" y="20057"/>
                      <a:pt x="49401" y="20160"/>
                      <a:pt x="49455" y="20214"/>
                    </a:cubicBezTo>
                    <a:cubicBezTo>
                      <a:pt x="49462" y="20228"/>
                      <a:pt x="49475" y="20234"/>
                      <a:pt x="49493" y="20234"/>
                    </a:cubicBezTo>
                    <a:cubicBezTo>
                      <a:pt x="49549" y="20234"/>
                      <a:pt x="49644" y="20169"/>
                      <a:pt x="49668" y="20123"/>
                    </a:cubicBezTo>
                    <a:cubicBezTo>
                      <a:pt x="49705" y="20085"/>
                      <a:pt x="49754" y="20059"/>
                      <a:pt x="49808" y="20059"/>
                    </a:cubicBezTo>
                    <a:cubicBezTo>
                      <a:pt x="49841" y="20059"/>
                      <a:pt x="49876" y="20069"/>
                      <a:pt x="49911" y="20092"/>
                    </a:cubicBezTo>
                    <a:lnTo>
                      <a:pt x="50002" y="20092"/>
                    </a:lnTo>
                    <a:cubicBezTo>
                      <a:pt x="50018" y="20088"/>
                      <a:pt x="50034" y="20086"/>
                      <a:pt x="50050" y="20086"/>
                    </a:cubicBezTo>
                    <a:cubicBezTo>
                      <a:pt x="50161" y="20086"/>
                      <a:pt x="50279" y="20173"/>
                      <a:pt x="50306" y="20305"/>
                    </a:cubicBezTo>
                    <a:cubicBezTo>
                      <a:pt x="50397" y="20518"/>
                      <a:pt x="50549" y="20700"/>
                      <a:pt x="50792" y="20791"/>
                    </a:cubicBezTo>
                    <a:cubicBezTo>
                      <a:pt x="50853" y="20822"/>
                      <a:pt x="50883" y="20883"/>
                      <a:pt x="50944" y="20913"/>
                    </a:cubicBezTo>
                    <a:cubicBezTo>
                      <a:pt x="50975" y="20913"/>
                      <a:pt x="50975" y="20791"/>
                      <a:pt x="50944" y="20761"/>
                    </a:cubicBezTo>
                    <a:cubicBezTo>
                      <a:pt x="50944" y="20731"/>
                      <a:pt x="51005" y="20639"/>
                      <a:pt x="51035" y="20609"/>
                    </a:cubicBezTo>
                    <a:cubicBezTo>
                      <a:pt x="51066" y="20579"/>
                      <a:pt x="51005" y="20518"/>
                      <a:pt x="50853" y="20518"/>
                    </a:cubicBezTo>
                    <a:lnTo>
                      <a:pt x="50883" y="20366"/>
                    </a:lnTo>
                    <a:cubicBezTo>
                      <a:pt x="50853" y="20366"/>
                      <a:pt x="50792" y="20335"/>
                      <a:pt x="50762" y="20335"/>
                    </a:cubicBezTo>
                    <a:cubicBezTo>
                      <a:pt x="50731" y="20366"/>
                      <a:pt x="50701" y="20396"/>
                      <a:pt x="50701" y="20457"/>
                    </a:cubicBezTo>
                    <a:cubicBezTo>
                      <a:pt x="50701" y="20457"/>
                      <a:pt x="50762" y="20487"/>
                      <a:pt x="50762" y="20518"/>
                    </a:cubicBezTo>
                    <a:cubicBezTo>
                      <a:pt x="50762" y="20548"/>
                      <a:pt x="50731" y="20609"/>
                      <a:pt x="50701" y="20609"/>
                    </a:cubicBezTo>
                    <a:cubicBezTo>
                      <a:pt x="50610" y="20579"/>
                      <a:pt x="50519" y="20518"/>
                      <a:pt x="50519" y="20487"/>
                    </a:cubicBezTo>
                    <a:lnTo>
                      <a:pt x="50549" y="20305"/>
                    </a:lnTo>
                    <a:cubicBezTo>
                      <a:pt x="50502" y="20247"/>
                      <a:pt x="50577" y="20229"/>
                      <a:pt x="50693" y="20229"/>
                    </a:cubicBezTo>
                    <a:cubicBezTo>
                      <a:pt x="50880" y="20229"/>
                      <a:pt x="51173" y="20275"/>
                      <a:pt x="51248" y="20275"/>
                    </a:cubicBezTo>
                    <a:cubicBezTo>
                      <a:pt x="51400" y="20244"/>
                      <a:pt x="51461" y="20153"/>
                      <a:pt x="51461" y="20123"/>
                    </a:cubicBezTo>
                    <a:cubicBezTo>
                      <a:pt x="51435" y="20097"/>
                      <a:pt x="51499" y="20025"/>
                      <a:pt x="51536" y="20025"/>
                    </a:cubicBezTo>
                    <a:cubicBezTo>
                      <a:pt x="51542" y="20025"/>
                      <a:pt x="51548" y="20027"/>
                      <a:pt x="51552" y="20031"/>
                    </a:cubicBezTo>
                    <a:cubicBezTo>
                      <a:pt x="51674" y="20062"/>
                      <a:pt x="51826" y="20092"/>
                      <a:pt x="51947" y="20123"/>
                    </a:cubicBezTo>
                    <a:lnTo>
                      <a:pt x="52099" y="20123"/>
                    </a:lnTo>
                    <a:cubicBezTo>
                      <a:pt x="52099" y="20153"/>
                      <a:pt x="51978" y="20214"/>
                      <a:pt x="51917" y="20214"/>
                    </a:cubicBezTo>
                    <a:cubicBezTo>
                      <a:pt x="51856" y="20214"/>
                      <a:pt x="51917" y="20366"/>
                      <a:pt x="51978" y="20427"/>
                    </a:cubicBezTo>
                    <a:cubicBezTo>
                      <a:pt x="52008" y="20487"/>
                      <a:pt x="51917" y="20579"/>
                      <a:pt x="51795" y="20639"/>
                    </a:cubicBezTo>
                    <a:lnTo>
                      <a:pt x="51795" y="20609"/>
                    </a:lnTo>
                    <a:lnTo>
                      <a:pt x="51613" y="20487"/>
                    </a:lnTo>
                    <a:lnTo>
                      <a:pt x="51613" y="20487"/>
                    </a:lnTo>
                    <a:cubicBezTo>
                      <a:pt x="51582" y="20609"/>
                      <a:pt x="51856" y="20700"/>
                      <a:pt x="51978" y="20700"/>
                    </a:cubicBezTo>
                    <a:lnTo>
                      <a:pt x="52646" y="20700"/>
                    </a:lnTo>
                    <a:lnTo>
                      <a:pt x="52646" y="20427"/>
                    </a:lnTo>
                    <a:cubicBezTo>
                      <a:pt x="52642" y="20422"/>
                      <a:pt x="52634" y="20421"/>
                      <a:pt x="52622" y="20421"/>
                    </a:cubicBezTo>
                    <a:cubicBezTo>
                      <a:pt x="52552" y="20421"/>
                      <a:pt x="52364" y="20492"/>
                      <a:pt x="52312" y="20518"/>
                    </a:cubicBezTo>
                    <a:cubicBezTo>
                      <a:pt x="52304" y="20523"/>
                      <a:pt x="52296" y="20526"/>
                      <a:pt x="52288" y="20526"/>
                    </a:cubicBezTo>
                    <a:cubicBezTo>
                      <a:pt x="52206" y="20526"/>
                      <a:pt x="52138" y="20266"/>
                      <a:pt x="52221" y="20183"/>
                    </a:cubicBezTo>
                    <a:cubicBezTo>
                      <a:pt x="52373" y="20092"/>
                      <a:pt x="52525" y="20031"/>
                      <a:pt x="52677" y="20031"/>
                    </a:cubicBezTo>
                    <a:lnTo>
                      <a:pt x="53072" y="20031"/>
                    </a:lnTo>
                    <a:lnTo>
                      <a:pt x="53133" y="20123"/>
                    </a:lnTo>
                    <a:lnTo>
                      <a:pt x="53133" y="20153"/>
                    </a:lnTo>
                    <a:cubicBezTo>
                      <a:pt x="53102" y="20183"/>
                      <a:pt x="53133" y="20244"/>
                      <a:pt x="53224" y="20244"/>
                    </a:cubicBezTo>
                    <a:lnTo>
                      <a:pt x="53285" y="20275"/>
                    </a:lnTo>
                    <a:lnTo>
                      <a:pt x="53345" y="20275"/>
                    </a:lnTo>
                    <a:cubicBezTo>
                      <a:pt x="53350" y="20280"/>
                      <a:pt x="53356" y="20282"/>
                      <a:pt x="53362" y="20282"/>
                    </a:cubicBezTo>
                    <a:cubicBezTo>
                      <a:pt x="53432" y="20282"/>
                      <a:pt x="53571" y="20001"/>
                      <a:pt x="53710" y="20001"/>
                    </a:cubicBezTo>
                    <a:cubicBezTo>
                      <a:pt x="53870" y="20001"/>
                      <a:pt x="54262" y="20164"/>
                      <a:pt x="54459" y="20164"/>
                    </a:cubicBezTo>
                    <a:cubicBezTo>
                      <a:pt x="54488" y="20164"/>
                      <a:pt x="54512" y="20161"/>
                      <a:pt x="54531" y="20153"/>
                    </a:cubicBezTo>
                    <a:cubicBezTo>
                      <a:pt x="54683" y="20123"/>
                      <a:pt x="54926" y="20092"/>
                      <a:pt x="54987" y="20062"/>
                    </a:cubicBezTo>
                    <a:cubicBezTo>
                      <a:pt x="55009" y="20047"/>
                      <a:pt x="55024" y="20041"/>
                      <a:pt x="55034" y="20041"/>
                    </a:cubicBezTo>
                    <a:cubicBezTo>
                      <a:pt x="55065" y="20041"/>
                      <a:pt x="55048" y="20100"/>
                      <a:pt x="55048" y="20123"/>
                    </a:cubicBezTo>
                    <a:cubicBezTo>
                      <a:pt x="55017" y="20153"/>
                      <a:pt x="55078" y="20244"/>
                      <a:pt x="55108" y="20275"/>
                    </a:cubicBezTo>
                    <a:cubicBezTo>
                      <a:pt x="55291" y="20457"/>
                      <a:pt x="55412" y="20670"/>
                      <a:pt x="55504" y="20883"/>
                    </a:cubicBezTo>
                    <a:cubicBezTo>
                      <a:pt x="55504" y="21004"/>
                      <a:pt x="55534" y="21126"/>
                      <a:pt x="55534" y="21247"/>
                    </a:cubicBezTo>
                    <a:lnTo>
                      <a:pt x="56020" y="21247"/>
                    </a:lnTo>
                    <a:cubicBezTo>
                      <a:pt x="56034" y="21250"/>
                      <a:pt x="56046" y="21251"/>
                      <a:pt x="56057" y="21251"/>
                    </a:cubicBezTo>
                    <a:cubicBezTo>
                      <a:pt x="56161" y="21251"/>
                      <a:pt x="56103" y="21126"/>
                      <a:pt x="56020" y="21126"/>
                    </a:cubicBezTo>
                    <a:cubicBezTo>
                      <a:pt x="55929" y="21126"/>
                      <a:pt x="55807" y="21065"/>
                      <a:pt x="55747" y="20974"/>
                    </a:cubicBezTo>
                    <a:lnTo>
                      <a:pt x="55655" y="20913"/>
                    </a:lnTo>
                    <a:cubicBezTo>
                      <a:pt x="55595" y="20883"/>
                      <a:pt x="55655" y="20791"/>
                      <a:pt x="55777" y="20791"/>
                    </a:cubicBezTo>
                    <a:cubicBezTo>
                      <a:pt x="55807" y="20791"/>
                      <a:pt x="55838" y="20670"/>
                      <a:pt x="55838" y="20609"/>
                    </a:cubicBezTo>
                    <a:lnTo>
                      <a:pt x="55807" y="20487"/>
                    </a:lnTo>
                    <a:cubicBezTo>
                      <a:pt x="55905" y="20463"/>
                      <a:pt x="56121" y="20379"/>
                      <a:pt x="56234" y="20379"/>
                    </a:cubicBezTo>
                    <a:cubicBezTo>
                      <a:pt x="56261" y="20379"/>
                      <a:pt x="56282" y="20384"/>
                      <a:pt x="56294" y="20396"/>
                    </a:cubicBezTo>
                    <a:cubicBezTo>
                      <a:pt x="56302" y="20399"/>
                      <a:pt x="56310" y="20400"/>
                      <a:pt x="56317" y="20400"/>
                    </a:cubicBezTo>
                    <a:cubicBezTo>
                      <a:pt x="56390" y="20400"/>
                      <a:pt x="56410" y="20272"/>
                      <a:pt x="56355" y="20244"/>
                    </a:cubicBezTo>
                    <a:cubicBezTo>
                      <a:pt x="56294" y="20214"/>
                      <a:pt x="56415" y="20123"/>
                      <a:pt x="56476" y="20092"/>
                    </a:cubicBezTo>
                    <a:cubicBezTo>
                      <a:pt x="56628" y="20062"/>
                      <a:pt x="56780" y="20062"/>
                      <a:pt x="56932" y="20062"/>
                    </a:cubicBezTo>
                    <a:lnTo>
                      <a:pt x="57054" y="20001"/>
                    </a:lnTo>
                    <a:lnTo>
                      <a:pt x="57206" y="19940"/>
                    </a:lnTo>
                    <a:cubicBezTo>
                      <a:pt x="57388" y="19971"/>
                      <a:pt x="57449" y="20123"/>
                      <a:pt x="57418" y="20153"/>
                    </a:cubicBezTo>
                    <a:cubicBezTo>
                      <a:pt x="57403" y="20168"/>
                      <a:pt x="57441" y="20176"/>
                      <a:pt x="57491" y="20176"/>
                    </a:cubicBezTo>
                    <a:cubicBezTo>
                      <a:pt x="57540" y="20176"/>
                      <a:pt x="57601" y="20168"/>
                      <a:pt x="57631" y="20153"/>
                    </a:cubicBezTo>
                    <a:cubicBezTo>
                      <a:pt x="57635" y="20151"/>
                      <a:pt x="57639" y="20150"/>
                      <a:pt x="57643" y="20150"/>
                    </a:cubicBezTo>
                    <a:cubicBezTo>
                      <a:pt x="57709" y="20150"/>
                      <a:pt x="57847" y="20373"/>
                      <a:pt x="57905" y="20487"/>
                    </a:cubicBezTo>
                    <a:cubicBezTo>
                      <a:pt x="57966" y="20579"/>
                      <a:pt x="58026" y="20670"/>
                      <a:pt x="58087" y="20731"/>
                    </a:cubicBezTo>
                    <a:cubicBezTo>
                      <a:pt x="58130" y="20752"/>
                      <a:pt x="58188" y="20774"/>
                      <a:pt x="58240" y="20774"/>
                    </a:cubicBezTo>
                    <a:cubicBezTo>
                      <a:pt x="58262" y="20774"/>
                      <a:pt x="58282" y="20770"/>
                      <a:pt x="58300" y="20761"/>
                    </a:cubicBezTo>
                    <a:lnTo>
                      <a:pt x="58300" y="20670"/>
                    </a:lnTo>
                    <a:cubicBezTo>
                      <a:pt x="58361" y="20639"/>
                      <a:pt x="58421" y="20639"/>
                      <a:pt x="58482" y="20639"/>
                    </a:cubicBezTo>
                    <a:cubicBezTo>
                      <a:pt x="58543" y="20639"/>
                      <a:pt x="58634" y="20700"/>
                      <a:pt x="58695" y="20700"/>
                    </a:cubicBezTo>
                    <a:cubicBezTo>
                      <a:pt x="58756" y="20700"/>
                      <a:pt x="58786" y="20700"/>
                      <a:pt x="58817" y="20670"/>
                    </a:cubicBezTo>
                    <a:cubicBezTo>
                      <a:pt x="58817" y="20639"/>
                      <a:pt x="58786" y="20579"/>
                      <a:pt x="58786" y="20548"/>
                    </a:cubicBezTo>
                    <a:lnTo>
                      <a:pt x="58756" y="20518"/>
                    </a:lnTo>
                    <a:cubicBezTo>
                      <a:pt x="58742" y="20511"/>
                      <a:pt x="58722" y="20509"/>
                      <a:pt x="58699" y="20509"/>
                    </a:cubicBezTo>
                    <a:cubicBezTo>
                      <a:pt x="58659" y="20509"/>
                      <a:pt x="58610" y="20516"/>
                      <a:pt x="58572" y="20516"/>
                    </a:cubicBezTo>
                    <a:cubicBezTo>
                      <a:pt x="58538" y="20516"/>
                      <a:pt x="58513" y="20510"/>
                      <a:pt x="58513" y="20487"/>
                    </a:cubicBezTo>
                    <a:cubicBezTo>
                      <a:pt x="58543" y="20396"/>
                      <a:pt x="58604" y="20305"/>
                      <a:pt x="58634" y="20244"/>
                    </a:cubicBezTo>
                    <a:cubicBezTo>
                      <a:pt x="58649" y="20230"/>
                      <a:pt x="58667" y="20224"/>
                      <a:pt x="58686" y="20224"/>
                    </a:cubicBezTo>
                    <a:cubicBezTo>
                      <a:pt x="58746" y="20224"/>
                      <a:pt x="58817" y="20282"/>
                      <a:pt x="58817" y="20305"/>
                    </a:cubicBezTo>
                    <a:cubicBezTo>
                      <a:pt x="58847" y="20335"/>
                      <a:pt x="58877" y="20366"/>
                      <a:pt x="58908" y="20366"/>
                    </a:cubicBezTo>
                    <a:cubicBezTo>
                      <a:pt x="58877" y="20275"/>
                      <a:pt x="58847" y="20183"/>
                      <a:pt x="58786" y="20092"/>
                    </a:cubicBezTo>
                    <a:cubicBezTo>
                      <a:pt x="58786" y="20031"/>
                      <a:pt x="59060" y="19971"/>
                      <a:pt x="59181" y="19971"/>
                    </a:cubicBezTo>
                    <a:cubicBezTo>
                      <a:pt x="59303" y="19971"/>
                      <a:pt x="59212" y="20092"/>
                      <a:pt x="59151" y="20123"/>
                    </a:cubicBezTo>
                    <a:cubicBezTo>
                      <a:pt x="59090" y="20153"/>
                      <a:pt x="59181" y="20214"/>
                      <a:pt x="59333" y="20244"/>
                    </a:cubicBezTo>
                    <a:lnTo>
                      <a:pt x="59394" y="20366"/>
                    </a:lnTo>
                    <a:cubicBezTo>
                      <a:pt x="59394" y="20396"/>
                      <a:pt x="59425" y="20427"/>
                      <a:pt x="59394" y="20457"/>
                    </a:cubicBezTo>
                    <a:cubicBezTo>
                      <a:pt x="59364" y="20487"/>
                      <a:pt x="59273" y="20487"/>
                      <a:pt x="59242" y="20487"/>
                    </a:cubicBezTo>
                    <a:lnTo>
                      <a:pt x="59151" y="20457"/>
                    </a:lnTo>
                    <a:cubicBezTo>
                      <a:pt x="59090" y="20518"/>
                      <a:pt x="59029" y="20609"/>
                      <a:pt x="58969" y="20700"/>
                    </a:cubicBezTo>
                    <a:cubicBezTo>
                      <a:pt x="58969" y="20731"/>
                      <a:pt x="58999" y="20791"/>
                      <a:pt x="59029" y="20791"/>
                    </a:cubicBezTo>
                    <a:lnTo>
                      <a:pt x="59090" y="20791"/>
                    </a:lnTo>
                    <a:cubicBezTo>
                      <a:pt x="59121" y="20791"/>
                      <a:pt x="59121" y="20731"/>
                      <a:pt x="59151" y="20700"/>
                    </a:cubicBezTo>
                    <a:lnTo>
                      <a:pt x="59181" y="20670"/>
                    </a:lnTo>
                    <a:cubicBezTo>
                      <a:pt x="59199" y="20661"/>
                      <a:pt x="59217" y="20657"/>
                      <a:pt x="59234" y="20657"/>
                    </a:cubicBezTo>
                    <a:cubicBezTo>
                      <a:pt x="59275" y="20657"/>
                      <a:pt x="59312" y="20679"/>
                      <a:pt x="59333" y="20700"/>
                    </a:cubicBezTo>
                    <a:lnTo>
                      <a:pt x="59333" y="20761"/>
                    </a:lnTo>
                    <a:cubicBezTo>
                      <a:pt x="59333" y="20822"/>
                      <a:pt x="59364" y="20883"/>
                      <a:pt x="59242" y="20913"/>
                    </a:cubicBezTo>
                    <a:cubicBezTo>
                      <a:pt x="59181" y="20913"/>
                      <a:pt x="59121" y="21004"/>
                      <a:pt x="59090" y="21065"/>
                    </a:cubicBezTo>
                    <a:lnTo>
                      <a:pt x="58999" y="21187"/>
                    </a:lnTo>
                    <a:cubicBezTo>
                      <a:pt x="59151" y="21247"/>
                      <a:pt x="59273" y="21278"/>
                      <a:pt x="59303" y="21278"/>
                    </a:cubicBezTo>
                    <a:lnTo>
                      <a:pt x="59333" y="21278"/>
                    </a:lnTo>
                    <a:cubicBezTo>
                      <a:pt x="59333" y="21278"/>
                      <a:pt x="59333" y="21247"/>
                      <a:pt x="59333" y="21247"/>
                    </a:cubicBezTo>
                    <a:lnTo>
                      <a:pt x="59364" y="21065"/>
                    </a:lnTo>
                    <a:cubicBezTo>
                      <a:pt x="59577" y="21035"/>
                      <a:pt x="59577" y="20913"/>
                      <a:pt x="59516" y="20822"/>
                    </a:cubicBezTo>
                    <a:cubicBezTo>
                      <a:pt x="59485" y="20761"/>
                      <a:pt x="59637" y="20761"/>
                      <a:pt x="59668" y="20761"/>
                    </a:cubicBezTo>
                    <a:cubicBezTo>
                      <a:pt x="59729" y="20791"/>
                      <a:pt x="59759" y="20822"/>
                      <a:pt x="59789" y="20852"/>
                    </a:cubicBezTo>
                    <a:cubicBezTo>
                      <a:pt x="59911" y="20852"/>
                      <a:pt x="60032" y="20822"/>
                      <a:pt x="60124" y="20761"/>
                    </a:cubicBezTo>
                    <a:lnTo>
                      <a:pt x="60215" y="20639"/>
                    </a:lnTo>
                    <a:lnTo>
                      <a:pt x="60306" y="20548"/>
                    </a:lnTo>
                    <a:cubicBezTo>
                      <a:pt x="60428" y="20639"/>
                      <a:pt x="60549" y="20761"/>
                      <a:pt x="60640" y="20883"/>
                    </a:cubicBezTo>
                    <a:lnTo>
                      <a:pt x="60701" y="20943"/>
                    </a:lnTo>
                    <a:cubicBezTo>
                      <a:pt x="60732" y="20943"/>
                      <a:pt x="60792" y="20791"/>
                      <a:pt x="60792" y="20731"/>
                    </a:cubicBezTo>
                    <a:cubicBezTo>
                      <a:pt x="60792" y="20670"/>
                      <a:pt x="61036" y="20579"/>
                      <a:pt x="61096" y="20579"/>
                    </a:cubicBezTo>
                    <a:cubicBezTo>
                      <a:pt x="61172" y="20563"/>
                      <a:pt x="61241" y="20556"/>
                      <a:pt x="61309" y="20556"/>
                    </a:cubicBezTo>
                    <a:cubicBezTo>
                      <a:pt x="61377" y="20556"/>
                      <a:pt x="61446" y="20563"/>
                      <a:pt x="61522" y="20579"/>
                    </a:cubicBezTo>
                    <a:cubicBezTo>
                      <a:pt x="61613" y="20670"/>
                      <a:pt x="61704" y="20761"/>
                      <a:pt x="61704" y="20913"/>
                    </a:cubicBezTo>
                    <a:cubicBezTo>
                      <a:pt x="61717" y="20938"/>
                      <a:pt x="61729" y="20953"/>
                      <a:pt x="61740" y="20953"/>
                    </a:cubicBezTo>
                    <a:cubicBezTo>
                      <a:pt x="61755" y="20953"/>
                      <a:pt x="61765" y="20923"/>
                      <a:pt x="61765" y="20852"/>
                    </a:cubicBezTo>
                    <a:lnTo>
                      <a:pt x="61826" y="20791"/>
                    </a:lnTo>
                    <a:cubicBezTo>
                      <a:pt x="61856" y="20731"/>
                      <a:pt x="61947" y="20670"/>
                      <a:pt x="62008" y="20609"/>
                    </a:cubicBezTo>
                    <a:cubicBezTo>
                      <a:pt x="61970" y="20587"/>
                      <a:pt x="61933" y="20564"/>
                      <a:pt x="61897" y="20541"/>
                    </a:cubicBezTo>
                    <a:lnTo>
                      <a:pt x="61897" y="20541"/>
                    </a:lnTo>
                    <a:cubicBezTo>
                      <a:pt x="61885" y="20554"/>
                      <a:pt x="61871" y="20566"/>
                      <a:pt x="61856" y="20579"/>
                    </a:cubicBezTo>
                    <a:lnTo>
                      <a:pt x="61461" y="20457"/>
                    </a:lnTo>
                    <a:cubicBezTo>
                      <a:pt x="61431" y="20457"/>
                      <a:pt x="61400" y="20457"/>
                      <a:pt x="61370" y="20427"/>
                    </a:cubicBezTo>
                    <a:lnTo>
                      <a:pt x="61309" y="20427"/>
                    </a:lnTo>
                    <a:cubicBezTo>
                      <a:pt x="61218" y="20396"/>
                      <a:pt x="61188" y="20335"/>
                      <a:pt x="61218" y="20275"/>
                    </a:cubicBezTo>
                    <a:lnTo>
                      <a:pt x="61309" y="20275"/>
                    </a:lnTo>
                    <a:cubicBezTo>
                      <a:pt x="61429" y="20323"/>
                      <a:pt x="61554" y="20356"/>
                      <a:pt x="61681" y="20378"/>
                    </a:cubicBezTo>
                    <a:lnTo>
                      <a:pt x="61681" y="20378"/>
                    </a:lnTo>
                    <a:cubicBezTo>
                      <a:pt x="61602" y="20309"/>
                      <a:pt x="61528" y="20234"/>
                      <a:pt x="61461" y="20153"/>
                    </a:cubicBezTo>
                    <a:lnTo>
                      <a:pt x="61248" y="20214"/>
                    </a:lnTo>
                    <a:lnTo>
                      <a:pt x="61157" y="20214"/>
                    </a:lnTo>
                    <a:cubicBezTo>
                      <a:pt x="61127" y="20183"/>
                      <a:pt x="61066" y="20183"/>
                      <a:pt x="61066" y="20153"/>
                    </a:cubicBezTo>
                    <a:cubicBezTo>
                      <a:pt x="61066" y="20123"/>
                      <a:pt x="61096" y="20062"/>
                      <a:pt x="61096" y="20062"/>
                    </a:cubicBezTo>
                    <a:cubicBezTo>
                      <a:pt x="61196" y="20012"/>
                      <a:pt x="61335" y="19963"/>
                      <a:pt x="61400" y="19963"/>
                    </a:cubicBezTo>
                    <a:cubicBezTo>
                      <a:pt x="61414" y="19963"/>
                      <a:pt x="61425" y="19965"/>
                      <a:pt x="61431" y="19971"/>
                    </a:cubicBezTo>
                    <a:cubicBezTo>
                      <a:pt x="61484" y="20015"/>
                      <a:pt x="61527" y="20031"/>
                      <a:pt x="61565" y="20031"/>
                    </a:cubicBezTo>
                    <a:cubicBezTo>
                      <a:pt x="61654" y="20031"/>
                      <a:pt x="61710" y="19940"/>
                      <a:pt x="61795" y="19940"/>
                    </a:cubicBezTo>
                    <a:cubicBezTo>
                      <a:pt x="61826" y="19971"/>
                      <a:pt x="61856" y="19971"/>
                      <a:pt x="61887" y="19971"/>
                    </a:cubicBezTo>
                    <a:lnTo>
                      <a:pt x="61826" y="20183"/>
                    </a:lnTo>
                    <a:cubicBezTo>
                      <a:pt x="61941" y="20222"/>
                      <a:pt x="61996" y="20309"/>
                      <a:pt x="61974" y="20406"/>
                    </a:cubicBezTo>
                    <a:lnTo>
                      <a:pt x="61974" y="20406"/>
                    </a:lnTo>
                    <a:cubicBezTo>
                      <a:pt x="61875" y="20403"/>
                      <a:pt x="61778" y="20394"/>
                      <a:pt x="61681" y="20378"/>
                    </a:cubicBezTo>
                    <a:lnTo>
                      <a:pt x="61681" y="20378"/>
                    </a:lnTo>
                    <a:cubicBezTo>
                      <a:pt x="61749" y="20436"/>
                      <a:pt x="61821" y="20491"/>
                      <a:pt x="61897" y="20541"/>
                    </a:cubicBezTo>
                    <a:lnTo>
                      <a:pt x="61897" y="20541"/>
                    </a:lnTo>
                    <a:cubicBezTo>
                      <a:pt x="61939" y="20496"/>
                      <a:pt x="61964" y="20450"/>
                      <a:pt x="61974" y="20406"/>
                    </a:cubicBezTo>
                    <a:lnTo>
                      <a:pt x="61974" y="20406"/>
                    </a:lnTo>
                    <a:cubicBezTo>
                      <a:pt x="61998" y="20407"/>
                      <a:pt x="62022" y="20407"/>
                      <a:pt x="62045" y="20407"/>
                    </a:cubicBezTo>
                    <a:cubicBezTo>
                      <a:pt x="62124" y="20407"/>
                      <a:pt x="62203" y="20403"/>
                      <a:pt x="62282" y="20396"/>
                    </a:cubicBezTo>
                    <a:cubicBezTo>
                      <a:pt x="62288" y="20384"/>
                      <a:pt x="62298" y="20379"/>
                      <a:pt x="62311" y="20379"/>
                    </a:cubicBezTo>
                    <a:cubicBezTo>
                      <a:pt x="62365" y="20379"/>
                      <a:pt x="62458" y="20463"/>
                      <a:pt x="62434" y="20487"/>
                    </a:cubicBezTo>
                    <a:cubicBezTo>
                      <a:pt x="62373" y="20518"/>
                      <a:pt x="62312" y="20579"/>
                      <a:pt x="62282" y="20639"/>
                    </a:cubicBezTo>
                    <a:cubicBezTo>
                      <a:pt x="62282" y="20670"/>
                      <a:pt x="62616" y="20670"/>
                      <a:pt x="62707" y="20670"/>
                    </a:cubicBezTo>
                    <a:cubicBezTo>
                      <a:pt x="62829" y="20670"/>
                      <a:pt x="62829" y="20366"/>
                      <a:pt x="62829" y="20275"/>
                    </a:cubicBezTo>
                    <a:cubicBezTo>
                      <a:pt x="62798" y="20183"/>
                      <a:pt x="62768" y="20062"/>
                      <a:pt x="62768" y="20062"/>
                    </a:cubicBezTo>
                    <a:cubicBezTo>
                      <a:pt x="62768" y="20031"/>
                      <a:pt x="62798" y="20001"/>
                      <a:pt x="62859" y="20001"/>
                    </a:cubicBezTo>
                    <a:lnTo>
                      <a:pt x="62890" y="20001"/>
                    </a:lnTo>
                    <a:cubicBezTo>
                      <a:pt x="62950" y="20031"/>
                      <a:pt x="62981" y="20062"/>
                      <a:pt x="63011" y="20123"/>
                    </a:cubicBezTo>
                    <a:lnTo>
                      <a:pt x="63072" y="20275"/>
                    </a:lnTo>
                    <a:cubicBezTo>
                      <a:pt x="63125" y="20434"/>
                      <a:pt x="63271" y="20524"/>
                      <a:pt x="63428" y="20524"/>
                    </a:cubicBezTo>
                    <a:cubicBezTo>
                      <a:pt x="63451" y="20524"/>
                      <a:pt x="63474" y="20522"/>
                      <a:pt x="63498" y="20518"/>
                    </a:cubicBezTo>
                    <a:lnTo>
                      <a:pt x="63650" y="20639"/>
                    </a:lnTo>
                    <a:lnTo>
                      <a:pt x="63710" y="20639"/>
                    </a:lnTo>
                    <a:cubicBezTo>
                      <a:pt x="63741" y="20609"/>
                      <a:pt x="63741" y="20579"/>
                      <a:pt x="63710" y="20548"/>
                    </a:cubicBezTo>
                    <a:cubicBezTo>
                      <a:pt x="63710" y="20548"/>
                      <a:pt x="63528" y="20457"/>
                      <a:pt x="63558" y="20396"/>
                    </a:cubicBezTo>
                    <a:cubicBezTo>
                      <a:pt x="63619" y="20305"/>
                      <a:pt x="63619" y="20214"/>
                      <a:pt x="63619" y="20092"/>
                    </a:cubicBezTo>
                    <a:lnTo>
                      <a:pt x="63710" y="20031"/>
                    </a:lnTo>
                    <a:lnTo>
                      <a:pt x="63710" y="20001"/>
                    </a:lnTo>
                    <a:lnTo>
                      <a:pt x="63771" y="19971"/>
                    </a:lnTo>
                    <a:cubicBezTo>
                      <a:pt x="63789" y="19962"/>
                      <a:pt x="63804" y="19958"/>
                      <a:pt x="63817" y="19958"/>
                    </a:cubicBezTo>
                    <a:cubicBezTo>
                      <a:pt x="63850" y="19958"/>
                      <a:pt x="63871" y="19980"/>
                      <a:pt x="63893" y="20001"/>
                    </a:cubicBezTo>
                    <a:cubicBezTo>
                      <a:pt x="63862" y="20092"/>
                      <a:pt x="63832" y="20183"/>
                      <a:pt x="63802" y="20244"/>
                    </a:cubicBezTo>
                    <a:cubicBezTo>
                      <a:pt x="63741" y="20275"/>
                      <a:pt x="63893" y="20548"/>
                      <a:pt x="63923" y="20639"/>
                    </a:cubicBezTo>
                    <a:cubicBezTo>
                      <a:pt x="63935" y="20657"/>
                      <a:pt x="63947" y="20664"/>
                      <a:pt x="63958" y="20664"/>
                    </a:cubicBezTo>
                    <a:cubicBezTo>
                      <a:pt x="64005" y="20664"/>
                      <a:pt x="64045" y="20536"/>
                      <a:pt x="64045" y="20487"/>
                    </a:cubicBezTo>
                    <a:cubicBezTo>
                      <a:pt x="64045" y="20427"/>
                      <a:pt x="64197" y="20335"/>
                      <a:pt x="64288" y="20335"/>
                    </a:cubicBezTo>
                    <a:cubicBezTo>
                      <a:pt x="64349" y="20305"/>
                      <a:pt x="64197" y="20214"/>
                      <a:pt x="64136" y="20183"/>
                    </a:cubicBezTo>
                    <a:cubicBezTo>
                      <a:pt x="64075" y="20153"/>
                      <a:pt x="64136" y="20092"/>
                      <a:pt x="64166" y="20062"/>
                    </a:cubicBezTo>
                    <a:cubicBezTo>
                      <a:pt x="64197" y="20062"/>
                      <a:pt x="64257" y="19971"/>
                      <a:pt x="64257" y="19880"/>
                    </a:cubicBezTo>
                    <a:lnTo>
                      <a:pt x="64349" y="19940"/>
                    </a:lnTo>
                    <a:cubicBezTo>
                      <a:pt x="64440" y="19971"/>
                      <a:pt x="64501" y="20031"/>
                      <a:pt x="64531" y="20092"/>
                    </a:cubicBezTo>
                    <a:lnTo>
                      <a:pt x="64561" y="20153"/>
                    </a:lnTo>
                    <a:cubicBezTo>
                      <a:pt x="64561" y="20244"/>
                      <a:pt x="64561" y="20335"/>
                      <a:pt x="64622" y="20427"/>
                    </a:cubicBezTo>
                    <a:lnTo>
                      <a:pt x="64653" y="20457"/>
                    </a:lnTo>
                    <a:cubicBezTo>
                      <a:pt x="64713" y="20487"/>
                      <a:pt x="64774" y="20487"/>
                      <a:pt x="64835" y="20548"/>
                    </a:cubicBezTo>
                    <a:lnTo>
                      <a:pt x="64896" y="20579"/>
                    </a:lnTo>
                    <a:cubicBezTo>
                      <a:pt x="64900" y="20588"/>
                      <a:pt x="64905" y="20592"/>
                      <a:pt x="64909" y="20592"/>
                    </a:cubicBezTo>
                    <a:cubicBezTo>
                      <a:pt x="64935" y="20592"/>
                      <a:pt x="64957" y="20455"/>
                      <a:pt x="64957" y="20275"/>
                    </a:cubicBezTo>
                    <a:lnTo>
                      <a:pt x="65017" y="20305"/>
                    </a:lnTo>
                    <a:lnTo>
                      <a:pt x="65017" y="20092"/>
                    </a:lnTo>
                    <a:cubicBezTo>
                      <a:pt x="65053" y="20083"/>
                      <a:pt x="65089" y="20080"/>
                      <a:pt x="65123" y="20080"/>
                    </a:cubicBezTo>
                    <a:cubicBezTo>
                      <a:pt x="65208" y="20080"/>
                      <a:pt x="65287" y="20101"/>
                      <a:pt x="65352" y="20123"/>
                    </a:cubicBezTo>
                    <a:cubicBezTo>
                      <a:pt x="65443" y="20123"/>
                      <a:pt x="65534" y="20305"/>
                      <a:pt x="65534" y="20366"/>
                    </a:cubicBezTo>
                    <a:cubicBezTo>
                      <a:pt x="65534" y="20427"/>
                      <a:pt x="65595" y="20518"/>
                      <a:pt x="65656" y="20548"/>
                    </a:cubicBezTo>
                    <a:cubicBezTo>
                      <a:pt x="65777" y="20609"/>
                      <a:pt x="65929" y="20639"/>
                      <a:pt x="66081" y="20639"/>
                    </a:cubicBezTo>
                    <a:cubicBezTo>
                      <a:pt x="66172" y="20609"/>
                      <a:pt x="66233" y="20427"/>
                      <a:pt x="66203" y="20335"/>
                    </a:cubicBezTo>
                    <a:cubicBezTo>
                      <a:pt x="66203" y="20275"/>
                      <a:pt x="66324" y="20244"/>
                      <a:pt x="66355" y="20244"/>
                    </a:cubicBezTo>
                    <a:cubicBezTo>
                      <a:pt x="66416" y="20244"/>
                      <a:pt x="66446" y="20335"/>
                      <a:pt x="66446" y="20457"/>
                    </a:cubicBezTo>
                    <a:lnTo>
                      <a:pt x="66446" y="20579"/>
                    </a:lnTo>
                    <a:lnTo>
                      <a:pt x="66446" y="20609"/>
                    </a:lnTo>
                    <a:cubicBezTo>
                      <a:pt x="66507" y="20609"/>
                      <a:pt x="66537" y="20427"/>
                      <a:pt x="66537" y="20366"/>
                    </a:cubicBezTo>
                    <a:cubicBezTo>
                      <a:pt x="66568" y="20275"/>
                      <a:pt x="66628" y="20214"/>
                      <a:pt x="66720" y="20183"/>
                    </a:cubicBezTo>
                    <a:lnTo>
                      <a:pt x="66659" y="20123"/>
                    </a:lnTo>
                    <a:cubicBezTo>
                      <a:pt x="66636" y="20054"/>
                      <a:pt x="66630" y="20020"/>
                      <a:pt x="66693" y="20020"/>
                    </a:cubicBezTo>
                    <a:cubicBezTo>
                      <a:pt x="66714" y="20020"/>
                      <a:pt x="66742" y="20024"/>
                      <a:pt x="66780" y="20031"/>
                    </a:cubicBezTo>
                    <a:lnTo>
                      <a:pt x="67145" y="20031"/>
                    </a:lnTo>
                    <a:lnTo>
                      <a:pt x="67267" y="20001"/>
                    </a:lnTo>
                    <a:lnTo>
                      <a:pt x="67419" y="19971"/>
                    </a:lnTo>
                    <a:cubicBezTo>
                      <a:pt x="67432" y="19968"/>
                      <a:pt x="67445" y="19967"/>
                      <a:pt x="67458" y="19967"/>
                    </a:cubicBezTo>
                    <a:cubicBezTo>
                      <a:pt x="67623" y="19967"/>
                      <a:pt x="67757" y="20141"/>
                      <a:pt x="67814" y="20366"/>
                    </a:cubicBezTo>
                    <a:lnTo>
                      <a:pt x="67540" y="20518"/>
                    </a:lnTo>
                    <a:lnTo>
                      <a:pt x="67510" y="20518"/>
                    </a:lnTo>
                    <a:cubicBezTo>
                      <a:pt x="67449" y="20518"/>
                      <a:pt x="67388" y="20487"/>
                      <a:pt x="67388" y="20427"/>
                    </a:cubicBezTo>
                    <a:lnTo>
                      <a:pt x="67388" y="20396"/>
                    </a:lnTo>
                    <a:cubicBezTo>
                      <a:pt x="67419" y="20335"/>
                      <a:pt x="67419" y="20275"/>
                      <a:pt x="67449" y="20214"/>
                    </a:cubicBezTo>
                    <a:lnTo>
                      <a:pt x="67479" y="20153"/>
                    </a:lnTo>
                    <a:cubicBezTo>
                      <a:pt x="67515" y="20117"/>
                      <a:pt x="67436" y="20103"/>
                      <a:pt x="67346" y="20103"/>
                    </a:cubicBezTo>
                    <a:cubicBezTo>
                      <a:pt x="67282" y="20103"/>
                      <a:pt x="67213" y="20110"/>
                      <a:pt x="67175" y="20123"/>
                    </a:cubicBezTo>
                    <a:cubicBezTo>
                      <a:pt x="67054" y="20153"/>
                      <a:pt x="67145" y="20366"/>
                      <a:pt x="67145" y="20427"/>
                    </a:cubicBezTo>
                    <a:cubicBezTo>
                      <a:pt x="67175" y="20548"/>
                      <a:pt x="67236" y="20639"/>
                      <a:pt x="67327" y="20670"/>
                    </a:cubicBezTo>
                    <a:lnTo>
                      <a:pt x="67449" y="20670"/>
                    </a:lnTo>
                    <a:lnTo>
                      <a:pt x="67540" y="20700"/>
                    </a:lnTo>
                    <a:cubicBezTo>
                      <a:pt x="67605" y="20722"/>
                      <a:pt x="67715" y="20743"/>
                      <a:pt x="67774" y="20743"/>
                    </a:cubicBezTo>
                    <a:cubicBezTo>
                      <a:pt x="67798" y="20743"/>
                      <a:pt x="67814" y="20739"/>
                      <a:pt x="67814" y="20731"/>
                    </a:cubicBezTo>
                    <a:cubicBezTo>
                      <a:pt x="67814" y="20609"/>
                      <a:pt x="67814" y="20487"/>
                      <a:pt x="67875" y="20396"/>
                    </a:cubicBezTo>
                    <a:cubicBezTo>
                      <a:pt x="67935" y="20305"/>
                      <a:pt x="67783" y="20001"/>
                      <a:pt x="67875" y="19940"/>
                    </a:cubicBezTo>
                    <a:cubicBezTo>
                      <a:pt x="67935" y="19910"/>
                      <a:pt x="68027" y="19880"/>
                      <a:pt x="68118" y="19849"/>
                    </a:cubicBezTo>
                    <a:lnTo>
                      <a:pt x="68330" y="19940"/>
                    </a:lnTo>
                    <a:lnTo>
                      <a:pt x="68391" y="19910"/>
                    </a:lnTo>
                    <a:cubicBezTo>
                      <a:pt x="68482" y="19940"/>
                      <a:pt x="68581" y="19955"/>
                      <a:pt x="68680" y="19955"/>
                    </a:cubicBezTo>
                    <a:cubicBezTo>
                      <a:pt x="68779" y="19955"/>
                      <a:pt x="68878" y="19940"/>
                      <a:pt x="68969" y="19910"/>
                    </a:cubicBezTo>
                    <a:cubicBezTo>
                      <a:pt x="68983" y="19905"/>
                      <a:pt x="69002" y="19904"/>
                      <a:pt x="69027" y="19904"/>
                    </a:cubicBezTo>
                    <a:cubicBezTo>
                      <a:pt x="69121" y="19904"/>
                      <a:pt x="69280" y="19931"/>
                      <a:pt x="69386" y="19931"/>
                    </a:cubicBezTo>
                    <a:cubicBezTo>
                      <a:pt x="69433" y="19931"/>
                      <a:pt x="69470" y="19926"/>
                      <a:pt x="69486" y="19910"/>
                    </a:cubicBezTo>
                    <a:cubicBezTo>
                      <a:pt x="69546" y="19880"/>
                      <a:pt x="69638" y="19849"/>
                      <a:pt x="69729" y="19849"/>
                    </a:cubicBezTo>
                    <a:lnTo>
                      <a:pt x="70002" y="19940"/>
                    </a:lnTo>
                    <a:lnTo>
                      <a:pt x="70124" y="19910"/>
                    </a:lnTo>
                    <a:cubicBezTo>
                      <a:pt x="70154" y="19895"/>
                      <a:pt x="70185" y="19895"/>
                      <a:pt x="70211" y="19895"/>
                    </a:cubicBezTo>
                    <a:cubicBezTo>
                      <a:pt x="70238" y="19895"/>
                      <a:pt x="70261" y="19895"/>
                      <a:pt x="70276" y="19880"/>
                    </a:cubicBezTo>
                    <a:lnTo>
                      <a:pt x="70367" y="19788"/>
                    </a:lnTo>
                    <a:cubicBezTo>
                      <a:pt x="70519" y="19849"/>
                      <a:pt x="70641" y="19940"/>
                      <a:pt x="70701" y="20062"/>
                    </a:cubicBezTo>
                    <a:lnTo>
                      <a:pt x="70610" y="20183"/>
                    </a:lnTo>
                    <a:lnTo>
                      <a:pt x="70610" y="20214"/>
                    </a:lnTo>
                    <a:cubicBezTo>
                      <a:pt x="70580" y="20214"/>
                      <a:pt x="70458" y="20153"/>
                      <a:pt x="70428" y="20123"/>
                    </a:cubicBezTo>
                    <a:cubicBezTo>
                      <a:pt x="70367" y="20123"/>
                      <a:pt x="70276" y="20123"/>
                      <a:pt x="70215" y="20183"/>
                    </a:cubicBezTo>
                    <a:cubicBezTo>
                      <a:pt x="70185" y="20244"/>
                      <a:pt x="70154" y="20335"/>
                      <a:pt x="70124" y="20427"/>
                    </a:cubicBezTo>
                    <a:cubicBezTo>
                      <a:pt x="70124" y="20518"/>
                      <a:pt x="70185" y="20579"/>
                      <a:pt x="70215" y="20639"/>
                    </a:cubicBezTo>
                    <a:cubicBezTo>
                      <a:pt x="70276" y="20700"/>
                      <a:pt x="70124" y="20822"/>
                      <a:pt x="70063" y="20852"/>
                    </a:cubicBezTo>
                    <a:cubicBezTo>
                      <a:pt x="69972" y="20913"/>
                      <a:pt x="69941" y="20974"/>
                      <a:pt x="69941" y="21035"/>
                    </a:cubicBezTo>
                    <a:lnTo>
                      <a:pt x="69972" y="21065"/>
                    </a:lnTo>
                    <a:lnTo>
                      <a:pt x="70002" y="21126"/>
                    </a:lnTo>
                    <a:cubicBezTo>
                      <a:pt x="70093" y="21126"/>
                      <a:pt x="70154" y="21095"/>
                      <a:pt x="70124" y="21065"/>
                    </a:cubicBezTo>
                    <a:cubicBezTo>
                      <a:pt x="70124" y="21065"/>
                      <a:pt x="70124" y="20943"/>
                      <a:pt x="70154" y="20943"/>
                    </a:cubicBezTo>
                    <a:lnTo>
                      <a:pt x="70367" y="20943"/>
                    </a:lnTo>
                    <a:cubicBezTo>
                      <a:pt x="70397" y="20943"/>
                      <a:pt x="70428" y="21065"/>
                      <a:pt x="70428" y="21095"/>
                    </a:cubicBezTo>
                    <a:cubicBezTo>
                      <a:pt x="70428" y="21105"/>
                      <a:pt x="70435" y="21110"/>
                      <a:pt x="70448" y="21110"/>
                    </a:cubicBezTo>
                    <a:cubicBezTo>
                      <a:pt x="70514" y="21110"/>
                      <a:pt x="70717" y="21004"/>
                      <a:pt x="70793" y="21004"/>
                    </a:cubicBezTo>
                    <a:cubicBezTo>
                      <a:pt x="70884" y="21004"/>
                      <a:pt x="70823" y="20731"/>
                      <a:pt x="70884" y="20609"/>
                    </a:cubicBezTo>
                    <a:lnTo>
                      <a:pt x="70912" y="20553"/>
                    </a:lnTo>
                    <a:lnTo>
                      <a:pt x="70912" y="20553"/>
                    </a:lnTo>
                    <a:cubicBezTo>
                      <a:pt x="70910" y="20554"/>
                      <a:pt x="70908" y="20554"/>
                      <a:pt x="70906" y="20554"/>
                    </a:cubicBezTo>
                    <a:cubicBezTo>
                      <a:pt x="70873" y="20554"/>
                      <a:pt x="70754" y="20483"/>
                      <a:pt x="70701" y="20457"/>
                    </a:cubicBezTo>
                    <a:cubicBezTo>
                      <a:pt x="70671" y="20427"/>
                      <a:pt x="70914" y="20335"/>
                      <a:pt x="71005" y="20305"/>
                    </a:cubicBezTo>
                    <a:cubicBezTo>
                      <a:pt x="71046" y="20297"/>
                      <a:pt x="71089" y="20293"/>
                      <a:pt x="71132" y="20293"/>
                    </a:cubicBezTo>
                    <a:cubicBezTo>
                      <a:pt x="71251" y="20293"/>
                      <a:pt x="71372" y="20321"/>
                      <a:pt x="71461" y="20366"/>
                    </a:cubicBezTo>
                    <a:cubicBezTo>
                      <a:pt x="71469" y="20369"/>
                      <a:pt x="71478" y="20370"/>
                      <a:pt x="71488" y="20370"/>
                    </a:cubicBezTo>
                    <a:cubicBezTo>
                      <a:pt x="71583" y="20370"/>
                      <a:pt x="71732" y="20239"/>
                      <a:pt x="71704" y="20183"/>
                    </a:cubicBezTo>
                    <a:cubicBezTo>
                      <a:pt x="71613" y="20092"/>
                      <a:pt x="71552" y="20001"/>
                      <a:pt x="71431" y="19910"/>
                    </a:cubicBezTo>
                    <a:lnTo>
                      <a:pt x="71613" y="19849"/>
                    </a:lnTo>
                    <a:lnTo>
                      <a:pt x="71735" y="19819"/>
                    </a:lnTo>
                    <a:cubicBezTo>
                      <a:pt x="71796" y="19940"/>
                      <a:pt x="71887" y="20062"/>
                      <a:pt x="71887" y="20092"/>
                    </a:cubicBezTo>
                    <a:cubicBezTo>
                      <a:pt x="71917" y="20092"/>
                      <a:pt x="72008" y="19940"/>
                      <a:pt x="72039" y="19880"/>
                    </a:cubicBezTo>
                    <a:cubicBezTo>
                      <a:pt x="72074" y="19844"/>
                      <a:pt x="72120" y="19829"/>
                      <a:pt x="72165" y="19829"/>
                    </a:cubicBezTo>
                    <a:cubicBezTo>
                      <a:pt x="72196" y="19829"/>
                      <a:pt x="72226" y="19837"/>
                      <a:pt x="72252" y="19849"/>
                    </a:cubicBezTo>
                    <a:lnTo>
                      <a:pt x="72890" y="19849"/>
                    </a:lnTo>
                    <a:lnTo>
                      <a:pt x="72981" y="19819"/>
                    </a:lnTo>
                    <a:lnTo>
                      <a:pt x="73072" y="19788"/>
                    </a:lnTo>
                    <a:cubicBezTo>
                      <a:pt x="73113" y="19796"/>
                      <a:pt x="73158" y="19800"/>
                      <a:pt x="73205" y="19800"/>
                    </a:cubicBezTo>
                    <a:cubicBezTo>
                      <a:pt x="73334" y="19800"/>
                      <a:pt x="73478" y="19772"/>
                      <a:pt x="73589" y="19728"/>
                    </a:cubicBezTo>
                    <a:lnTo>
                      <a:pt x="73680" y="19788"/>
                    </a:lnTo>
                    <a:lnTo>
                      <a:pt x="73893" y="19910"/>
                    </a:lnTo>
                    <a:cubicBezTo>
                      <a:pt x="74075" y="19880"/>
                      <a:pt x="74258" y="19849"/>
                      <a:pt x="74440" y="19849"/>
                    </a:cubicBezTo>
                    <a:cubicBezTo>
                      <a:pt x="74470" y="19849"/>
                      <a:pt x="74562" y="20001"/>
                      <a:pt x="74562" y="20062"/>
                    </a:cubicBezTo>
                    <a:cubicBezTo>
                      <a:pt x="74567" y="20072"/>
                      <a:pt x="74572" y="20076"/>
                      <a:pt x="74578" y="20076"/>
                    </a:cubicBezTo>
                    <a:cubicBezTo>
                      <a:pt x="74610" y="20076"/>
                      <a:pt x="74653" y="19961"/>
                      <a:pt x="74653" y="19910"/>
                    </a:cubicBezTo>
                    <a:cubicBezTo>
                      <a:pt x="74957" y="19819"/>
                      <a:pt x="75291" y="19788"/>
                      <a:pt x="75625" y="19788"/>
                    </a:cubicBezTo>
                    <a:cubicBezTo>
                      <a:pt x="75869" y="19819"/>
                      <a:pt x="76173" y="19819"/>
                      <a:pt x="76203" y="19849"/>
                    </a:cubicBezTo>
                    <a:cubicBezTo>
                      <a:pt x="76229" y="19849"/>
                      <a:pt x="76367" y="19916"/>
                      <a:pt x="76425" y="19916"/>
                    </a:cubicBezTo>
                    <a:cubicBezTo>
                      <a:pt x="76434" y="19916"/>
                      <a:pt x="76442" y="19914"/>
                      <a:pt x="76446" y="19910"/>
                    </a:cubicBezTo>
                    <a:cubicBezTo>
                      <a:pt x="76537" y="19880"/>
                      <a:pt x="76629" y="19849"/>
                      <a:pt x="76720" y="19849"/>
                    </a:cubicBezTo>
                    <a:lnTo>
                      <a:pt x="76811" y="19880"/>
                    </a:lnTo>
                    <a:lnTo>
                      <a:pt x="77054" y="19940"/>
                    </a:lnTo>
                    <a:cubicBezTo>
                      <a:pt x="77303" y="19913"/>
                      <a:pt x="77653" y="19784"/>
                      <a:pt x="77782" y="19784"/>
                    </a:cubicBezTo>
                    <a:cubicBezTo>
                      <a:pt x="77795" y="19784"/>
                      <a:pt x="77806" y="19786"/>
                      <a:pt x="77814" y="19788"/>
                    </a:cubicBezTo>
                    <a:cubicBezTo>
                      <a:pt x="77892" y="19814"/>
                      <a:pt x="78150" y="19953"/>
                      <a:pt x="78260" y="19953"/>
                    </a:cubicBezTo>
                    <a:cubicBezTo>
                      <a:pt x="78278" y="19953"/>
                      <a:pt x="78292" y="19949"/>
                      <a:pt x="78300" y="19940"/>
                    </a:cubicBezTo>
                    <a:cubicBezTo>
                      <a:pt x="78391" y="19880"/>
                      <a:pt x="78635" y="19910"/>
                      <a:pt x="78665" y="19880"/>
                    </a:cubicBezTo>
                    <a:cubicBezTo>
                      <a:pt x="78693" y="19823"/>
                      <a:pt x="78801" y="19633"/>
                      <a:pt x="78890" y="19633"/>
                    </a:cubicBezTo>
                    <a:cubicBezTo>
                      <a:pt x="78896" y="19633"/>
                      <a:pt x="78902" y="19634"/>
                      <a:pt x="78908" y="19636"/>
                    </a:cubicBezTo>
                    <a:cubicBezTo>
                      <a:pt x="78969" y="19667"/>
                      <a:pt x="79151" y="19788"/>
                      <a:pt x="79334" y="19880"/>
                    </a:cubicBezTo>
                    <a:lnTo>
                      <a:pt x="79486" y="19819"/>
                    </a:lnTo>
                    <a:cubicBezTo>
                      <a:pt x="79547" y="19819"/>
                      <a:pt x="79594" y="19778"/>
                      <a:pt x="79646" y="19778"/>
                    </a:cubicBezTo>
                    <a:cubicBezTo>
                      <a:pt x="79671" y="19778"/>
                      <a:pt x="79698" y="19788"/>
                      <a:pt x="79729" y="19819"/>
                    </a:cubicBezTo>
                    <a:cubicBezTo>
                      <a:pt x="79729" y="19823"/>
                      <a:pt x="79732" y="19825"/>
                      <a:pt x="79737" y="19825"/>
                    </a:cubicBezTo>
                    <a:cubicBezTo>
                      <a:pt x="79770" y="19825"/>
                      <a:pt x="79894" y="19754"/>
                      <a:pt x="79972" y="19728"/>
                    </a:cubicBezTo>
                    <a:cubicBezTo>
                      <a:pt x="80063" y="19697"/>
                      <a:pt x="80154" y="19667"/>
                      <a:pt x="80246" y="19667"/>
                    </a:cubicBezTo>
                    <a:cubicBezTo>
                      <a:pt x="80276" y="19636"/>
                      <a:pt x="80306" y="19515"/>
                      <a:pt x="80367" y="19515"/>
                    </a:cubicBezTo>
                    <a:cubicBezTo>
                      <a:pt x="80379" y="19512"/>
                      <a:pt x="80389" y="19511"/>
                      <a:pt x="80399" y="19511"/>
                    </a:cubicBezTo>
                    <a:cubicBezTo>
                      <a:pt x="80515" y="19511"/>
                      <a:pt x="80491" y="19667"/>
                      <a:pt x="80519" y="19667"/>
                    </a:cubicBezTo>
                    <a:lnTo>
                      <a:pt x="80610" y="19667"/>
                    </a:lnTo>
                    <a:lnTo>
                      <a:pt x="80732" y="19545"/>
                    </a:lnTo>
                    <a:cubicBezTo>
                      <a:pt x="80794" y="19554"/>
                      <a:pt x="80859" y="19558"/>
                      <a:pt x="80926" y="19558"/>
                    </a:cubicBezTo>
                    <a:cubicBezTo>
                      <a:pt x="81087" y="19558"/>
                      <a:pt x="81259" y="19536"/>
                      <a:pt x="81431" y="19515"/>
                    </a:cubicBezTo>
                    <a:cubicBezTo>
                      <a:pt x="81463" y="19499"/>
                      <a:pt x="81507" y="19493"/>
                      <a:pt x="81557" y="19493"/>
                    </a:cubicBezTo>
                    <a:cubicBezTo>
                      <a:pt x="81669" y="19493"/>
                      <a:pt x="81807" y="19521"/>
                      <a:pt x="81893" y="19521"/>
                    </a:cubicBezTo>
                    <a:cubicBezTo>
                      <a:pt x="81916" y="19521"/>
                      <a:pt x="81934" y="19519"/>
                      <a:pt x="81948" y="19515"/>
                    </a:cubicBezTo>
                    <a:cubicBezTo>
                      <a:pt x="82009" y="19484"/>
                      <a:pt x="82069" y="19469"/>
                      <a:pt x="82130" y="19469"/>
                    </a:cubicBezTo>
                    <a:cubicBezTo>
                      <a:pt x="82191" y="19469"/>
                      <a:pt x="82252" y="19484"/>
                      <a:pt x="82313" y="19515"/>
                    </a:cubicBezTo>
                    <a:lnTo>
                      <a:pt x="82404" y="19424"/>
                    </a:lnTo>
                    <a:lnTo>
                      <a:pt x="82464" y="19332"/>
                    </a:lnTo>
                    <a:lnTo>
                      <a:pt x="83437" y="19332"/>
                    </a:lnTo>
                    <a:cubicBezTo>
                      <a:pt x="83468" y="19272"/>
                      <a:pt x="83498" y="19211"/>
                      <a:pt x="83528" y="19120"/>
                    </a:cubicBezTo>
                    <a:cubicBezTo>
                      <a:pt x="83528" y="19089"/>
                      <a:pt x="83498" y="18968"/>
                      <a:pt x="83437" y="18937"/>
                    </a:cubicBezTo>
                    <a:cubicBezTo>
                      <a:pt x="83407" y="18907"/>
                      <a:pt x="83528" y="18816"/>
                      <a:pt x="83680" y="18755"/>
                    </a:cubicBezTo>
                    <a:lnTo>
                      <a:pt x="83680" y="19059"/>
                    </a:lnTo>
                    <a:cubicBezTo>
                      <a:pt x="83711" y="19079"/>
                      <a:pt x="83738" y="19089"/>
                      <a:pt x="83761" y="19089"/>
                    </a:cubicBezTo>
                    <a:cubicBezTo>
                      <a:pt x="83809" y="19089"/>
                      <a:pt x="83842" y="19049"/>
                      <a:pt x="83863" y="18968"/>
                    </a:cubicBezTo>
                    <a:lnTo>
                      <a:pt x="84045" y="18998"/>
                    </a:lnTo>
                    <a:lnTo>
                      <a:pt x="84167" y="18998"/>
                    </a:lnTo>
                    <a:cubicBezTo>
                      <a:pt x="84288" y="18998"/>
                      <a:pt x="84349" y="18937"/>
                      <a:pt x="84288" y="18846"/>
                    </a:cubicBezTo>
                    <a:lnTo>
                      <a:pt x="84288" y="18816"/>
                    </a:lnTo>
                    <a:lnTo>
                      <a:pt x="84349" y="18724"/>
                    </a:lnTo>
                    <a:cubicBezTo>
                      <a:pt x="84258" y="18694"/>
                      <a:pt x="84227" y="18603"/>
                      <a:pt x="84197" y="18512"/>
                    </a:cubicBezTo>
                    <a:lnTo>
                      <a:pt x="84227" y="18512"/>
                    </a:lnTo>
                    <a:lnTo>
                      <a:pt x="84410" y="18451"/>
                    </a:lnTo>
                    <a:cubicBezTo>
                      <a:pt x="84449" y="18510"/>
                      <a:pt x="84514" y="18543"/>
                      <a:pt x="84579" y="18543"/>
                    </a:cubicBezTo>
                    <a:cubicBezTo>
                      <a:pt x="84615" y="18543"/>
                      <a:pt x="84651" y="18533"/>
                      <a:pt x="84683" y="18512"/>
                    </a:cubicBezTo>
                    <a:cubicBezTo>
                      <a:pt x="84699" y="18481"/>
                      <a:pt x="84767" y="18481"/>
                      <a:pt x="84835" y="18481"/>
                    </a:cubicBezTo>
                    <a:cubicBezTo>
                      <a:pt x="84904" y="18481"/>
                      <a:pt x="84972" y="18481"/>
                      <a:pt x="84987" y="18451"/>
                    </a:cubicBezTo>
                    <a:cubicBezTo>
                      <a:pt x="85003" y="18421"/>
                      <a:pt x="85033" y="18405"/>
                      <a:pt x="85060" y="18405"/>
                    </a:cubicBezTo>
                    <a:cubicBezTo>
                      <a:pt x="85086" y="18405"/>
                      <a:pt x="85109" y="18421"/>
                      <a:pt x="85109" y="18451"/>
                    </a:cubicBezTo>
                    <a:cubicBezTo>
                      <a:pt x="85109" y="18453"/>
                      <a:pt x="85109" y="18454"/>
                      <a:pt x="85110" y="18454"/>
                    </a:cubicBezTo>
                    <a:cubicBezTo>
                      <a:pt x="85120" y="18454"/>
                      <a:pt x="85194" y="18267"/>
                      <a:pt x="85109" y="18238"/>
                    </a:cubicBezTo>
                    <a:cubicBezTo>
                      <a:pt x="85048" y="18177"/>
                      <a:pt x="85139" y="18056"/>
                      <a:pt x="85170" y="18056"/>
                    </a:cubicBezTo>
                    <a:cubicBezTo>
                      <a:pt x="85188" y="18047"/>
                      <a:pt x="85203" y="18043"/>
                      <a:pt x="85215" y="18043"/>
                    </a:cubicBezTo>
                    <a:cubicBezTo>
                      <a:pt x="85246" y="18043"/>
                      <a:pt x="85261" y="18065"/>
                      <a:pt x="85261" y="18086"/>
                    </a:cubicBezTo>
                    <a:lnTo>
                      <a:pt x="85322" y="18117"/>
                    </a:lnTo>
                    <a:cubicBezTo>
                      <a:pt x="85339" y="18125"/>
                      <a:pt x="85355" y="18129"/>
                      <a:pt x="85369" y="18129"/>
                    </a:cubicBezTo>
                    <a:cubicBezTo>
                      <a:pt x="85403" y="18129"/>
                      <a:pt x="85431" y="18108"/>
                      <a:pt x="85474" y="18086"/>
                    </a:cubicBezTo>
                    <a:cubicBezTo>
                      <a:pt x="85443" y="18025"/>
                      <a:pt x="85413" y="17965"/>
                      <a:pt x="85382" y="17904"/>
                    </a:cubicBezTo>
                    <a:cubicBezTo>
                      <a:pt x="85382" y="17889"/>
                      <a:pt x="85306" y="17889"/>
                      <a:pt x="85219" y="17889"/>
                    </a:cubicBezTo>
                    <a:cubicBezTo>
                      <a:pt x="85132" y="17889"/>
                      <a:pt x="85033" y="17889"/>
                      <a:pt x="84987" y="17873"/>
                    </a:cubicBezTo>
                    <a:cubicBezTo>
                      <a:pt x="84927" y="17873"/>
                      <a:pt x="85139" y="17630"/>
                      <a:pt x="85261" y="17630"/>
                    </a:cubicBezTo>
                    <a:cubicBezTo>
                      <a:pt x="85382" y="17630"/>
                      <a:pt x="85504" y="17509"/>
                      <a:pt x="85504" y="17448"/>
                    </a:cubicBezTo>
                    <a:cubicBezTo>
                      <a:pt x="85504" y="17357"/>
                      <a:pt x="85595" y="17357"/>
                      <a:pt x="85626" y="17357"/>
                    </a:cubicBezTo>
                    <a:cubicBezTo>
                      <a:pt x="85631" y="17362"/>
                      <a:pt x="85637" y="17365"/>
                      <a:pt x="85643" y="17365"/>
                    </a:cubicBezTo>
                    <a:cubicBezTo>
                      <a:pt x="85667" y="17365"/>
                      <a:pt x="85686" y="17320"/>
                      <a:pt x="85686" y="17296"/>
                    </a:cubicBezTo>
                    <a:lnTo>
                      <a:pt x="85595" y="17265"/>
                    </a:lnTo>
                    <a:cubicBezTo>
                      <a:pt x="85504" y="17265"/>
                      <a:pt x="85352" y="16992"/>
                      <a:pt x="85352" y="16870"/>
                    </a:cubicBezTo>
                    <a:cubicBezTo>
                      <a:pt x="85322" y="16688"/>
                      <a:pt x="85261" y="16506"/>
                      <a:pt x="85139" y="16323"/>
                    </a:cubicBezTo>
                    <a:cubicBezTo>
                      <a:pt x="85118" y="16302"/>
                      <a:pt x="85005" y="16280"/>
                      <a:pt x="84941" y="16280"/>
                    </a:cubicBezTo>
                    <a:cubicBezTo>
                      <a:pt x="84914" y="16280"/>
                      <a:pt x="84896" y="16284"/>
                      <a:pt x="84896" y="16293"/>
                    </a:cubicBezTo>
                    <a:cubicBezTo>
                      <a:pt x="84866" y="16354"/>
                      <a:pt x="84866" y="16384"/>
                      <a:pt x="84835" y="16384"/>
                    </a:cubicBezTo>
                    <a:cubicBezTo>
                      <a:pt x="84832" y="16387"/>
                      <a:pt x="84829" y="16389"/>
                      <a:pt x="84825" y="16389"/>
                    </a:cubicBezTo>
                    <a:cubicBezTo>
                      <a:pt x="84799" y="16389"/>
                      <a:pt x="84775" y="16289"/>
                      <a:pt x="84775" y="16262"/>
                    </a:cubicBezTo>
                    <a:cubicBezTo>
                      <a:pt x="84775" y="16232"/>
                      <a:pt x="84562" y="16232"/>
                      <a:pt x="84471" y="16232"/>
                    </a:cubicBezTo>
                    <a:cubicBezTo>
                      <a:pt x="84458" y="16236"/>
                      <a:pt x="84447" y="16238"/>
                      <a:pt x="84439" y="16238"/>
                    </a:cubicBezTo>
                    <a:cubicBezTo>
                      <a:pt x="84388" y="16238"/>
                      <a:pt x="84414" y="16171"/>
                      <a:pt x="84440" y="16171"/>
                    </a:cubicBezTo>
                    <a:cubicBezTo>
                      <a:pt x="84440" y="16141"/>
                      <a:pt x="84410" y="16110"/>
                      <a:pt x="84349" y="16080"/>
                    </a:cubicBezTo>
                    <a:lnTo>
                      <a:pt x="84227" y="16202"/>
                    </a:lnTo>
                    <a:cubicBezTo>
                      <a:pt x="84045" y="16141"/>
                      <a:pt x="83832" y="16110"/>
                      <a:pt x="83650" y="16110"/>
                    </a:cubicBezTo>
                    <a:cubicBezTo>
                      <a:pt x="83528" y="16171"/>
                      <a:pt x="83437" y="16262"/>
                      <a:pt x="83346" y="16384"/>
                    </a:cubicBezTo>
                    <a:lnTo>
                      <a:pt x="83164" y="16262"/>
                    </a:lnTo>
                    <a:cubicBezTo>
                      <a:pt x="83151" y="16275"/>
                      <a:pt x="83138" y="16281"/>
                      <a:pt x="83126" y="16281"/>
                    </a:cubicBezTo>
                    <a:cubicBezTo>
                      <a:pt x="83080" y="16281"/>
                      <a:pt x="83042" y="16194"/>
                      <a:pt x="83042" y="16050"/>
                    </a:cubicBezTo>
                    <a:lnTo>
                      <a:pt x="82799" y="16080"/>
                    </a:lnTo>
                    <a:cubicBezTo>
                      <a:pt x="82768" y="16080"/>
                      <a:pt x="82647" y="15989"/>
                      <a:pt x="82647" y="15958"/>
                    </a:cubicBezTo>
                    <a:cubicBezTo>
                      <a:pt x="82647" y="15958"/>
                      <a:pt x="82647" y="15898"/>
                      <a:pt x="82647" y="15867"/>
                    </a:cubicBezTo>
                    <a:cubicBezTo>
                      <a:pt x="82708" y="15837"/>
                      <a:pt x="82738" y="15837"/>
                      <a:pt x="82799" y="15837"/>
                    </a:cubicBezTo>
                    <a:lnTo>
                      <a:pt x="82860" y="15837"/>
                    </a:lnTo>
                    <a:cubicBezTo>
                      <a:pt x="82884" y="15847"/>
                      <a:pt x="82903" y="15851"/>
                      <a:pt x="82919" y="15851"/>
                    </a:cubicBezTo>
                    <a:cubicBezTo>
                      <a:pt x="83002" y="15851"/>
                      <a:pt x="82976" y="15731"/>
                      <a:pt x="82951" y="15655"/>
                    </a:cubicBezTo>
                    <a:cubicBezTo>
                      <a:pt x="82936" y="15624"/>
                      <a:pt x="82913" y="15609"/>
                      <a:pt x="82886" y="15609"/>
                    </a:cubicBezTo>
                    <a:cubicBezTo>
                      <a:pt x="82860" y="15609"/>
                      <a:pt x="82829" y="15624"/>
                      <a:pt x="82799" y="15655"/>
                    </a:cubicBezTo>
                    <a:lnTo>
                      <a:pt x="82738" y="15655"/>
                    </a:lnTo>
                    <a:lnTo>
                      <a:pt x="82616" y="15685"/>
                    </a:lnTo>
                    <a:cubicBezTo>
                      <a:pt x="82495" y="15685"/>
                      <a:pt x="82343" y="15655"/>
                      <a:pt x="82252" y="15594"/>
                    </a:cubicBezTo>
                    <a:cubicBezTo>
                      <a:pt x="82241" y="15583"/>
                      <a:pt x="82231" y="15578"/>
                      <a:pt x="82222" y="15578"/>
                    </a:cubicBezTo>
                    <a:cubicBezTo>
                      <a:pt x="82181" y="15578"/>
                      <a:pt x="82161" y="15687"/>
                      <a:pt x="82161" y="15837"/>
                    </a:cubicBezTo>
                    <a:lnTo>
                      <a:pt x="82373" y="15867"/>
                    </a:lnTo>
                    <a:lnTo>
                      <a:pt x="82616" y="15898"/>
                    </a:lnTo>
                    <a:cubicBezTo>
                      <a:pt x="82586" y="16019"/>
                      <a:pt x="82282" y="16110"/>
                      <a:pt x="82191" y="16110"/>
                    </a:cubicBezTo>
                    <a:cubicBezTo>
                      <a:pt x="82130" y="16110"/>
                      <a:pt x="82039" y="15989"/>
                      <a:pt x="82009" y="15928"/>
                    </a:cubicBezTo>
                    <a:cubicBezTo>
                      <a:pt x="82009" y="15918"/>
                      <a:pt x="82006" y="15914"/>
                      <a:pt x="82002" y="15914"/>
                    </a:cubicBezTo>
                    <a:cubicBezTo>
                      <a:pt x="81980" y="15914"/>
                      <a:pt x="81912" y="16024"/>
                      <a:pt x="81887" y="16050"/>
                    </a:cubicBezTo>
                    <a:cubicBezTo>
                      <a:pt x="81826" y="16110"/>
                      <a:pt x="81765" y="16171"/>
                      <a:pt x="81705" y="16202"/>
                    </a:cubicBezTo>
                    <a:lnTo>
                      <a:pt x="81644" y="16202"/>
                    </a:lnTo>
                    <a:cubicBezTo>
                      <a:pt x="81674" y="16080"/>
                      <a:pt x="81705" y="15989"/>
                      <a:pt x="81765" y="15898"/>
                    </a:cubicBezTo>
                    <a:lnTo>
                      <a:pt x="81826" y="15806"/>
                    </a:lnTo>
                    <a:cubicBezTo>
                      <a:pt x="81808" y="15771"/>
                      <a:pt x="81780" y="15756"/>
                      <a:pt x="81748" y="15756"/>
                    </a:cubicBezTo>
                    <a:cubicBezTo>
                      <a:pt x="81725" y="15756"/>
                      <a:pt x="81699" y="15764"/>
                      <a:pt x="81674" y="15776"/>
                    </a:cubicBezTo>
                    <a:cubicBezTo>
                      <a:pt x="81674" y="15776"/>
                      <a:pt x="81613" y="15685"/>
                      <a:pt x="81613" y="15624"/>
                    </a:cubicBezTo>
                    <a:cubicBezTo>
                      <a:pt x="81613" y="15594"/>
                      <a:pt x="81492" y="15533"/>
                      <a:pt x="81340" y="15533"/>
                    </a:cubicBezTo>
                    <a:lnTo>
                      <a:pt x="81249" y="15533"/>
                    </a:lnTo>
                    <a:cubicBezTo>
                      <a:pt x="81127" y="15563"/>
                      <a:pt x="81066" y="15685"/>
                      <a:pt x="80975" y="15715"/>
                    </a:cubicBezTo>
                    <a:cubicBezTo>
                      <a:pt x="80580" y="15806"/>
                      <a:pt x="80550" y="15898"/>
                      <a:pt x="80702" y="16202"/>
                    </a:cubicBezTo>
                    <a:lnTo>
                      <a:pt x="80702" y="16232"/>
                    </a:lnTo>
                    <a:cubicBezTo>
                      <a:pt x="80683" y="16251"/>
                      <a:pt x="80658" y="16258"/>
                      <a:pt x="80632" y="16258"/>
                    </a:cubicBezTo>
                    <a:cubicBezTo>
                      <a:pt x="80574" y="16258"/>
                      <a:pt x="80510" y="16223"/>
                      <a:pt x="80489" y="16202"/>
                    </a:cubicBezTo>
                    <a:cubicBezTo>
                      <a:pt x="80489" y="16180"/>
                      <a:pt x="80382" y="16159"/>
                      <a:pt x="80320" y="16159"/>
                    </a:cubicBezTo>
                    <a:cubicBezTo>
                      <a:pt x="80294" y="16159"/>
                      <a:pt x="80276" y="16162"/>
                      <a:pt x="80276" y="16171"/>
                    </a:cubicBezTo>
                    <a:cubicBezTo>
                      <a:pt x="80276" y="16202"/>
                      <a:pt x="80185" y="16202"/>
                      <a:pt x="80094" y="16202"/>
                    </a:cubicBezTo>
                    <a:lnTo>
                      <a:pt x="80033" y="16262"/>
                    </a:lnTo>
                    <a:cubicBezTo>
                      <a:pt x="80002" y="16323"/>
                      <a:pt x="79942" y="16354"/>
                      <a:pt x="79911" y="16384"/>
                    </a:cubicBezTo>
                    <a:lnTo>
                      <a:pt x="79850" y="16414"/>
                    </a:lnTo>
                    <a:cubicBezTo>
                      <a:pt x="79849" y="16415"/>
                      <a:pt x="79847" y="16416"/>
                      <a:pt x="79846" y="16416"/>
                    </a:cubicBezTo>
                    <a:cubicBezTo>
                      <a:pt x="79806" y="16416"/>
                      <a:pt x="80068" y="15958"/>
                      <a:pt x="80215" y="15958"/>
                    </a:cubicBezTo>
                    <a:cubicBezTo>
                      <a:pt x="80337" y="15928"/>
                      <a:pt x="80458" y="15837"/>
                      <a:pt x="80458" y="15776"/>
                    </a:cubicBezTo>
                    <a:cubicBezTo>
                      <a:pt x="80337" y="15761"/>
                      <a:pt x="80208" y="15753"/>
                      <a:pt x="80078" y="15753"/>
                    </a:cubicBezTo>
                    <a:cubicBezTo>
                      <a:pt x="79949" y="15753"/>
                      <a:pt x="79820" y="15761"/>
                      <a:pt x="79698" y="15776"/>
                    </a:cubicBezTo>
                    <a:cubicBezTo>
                      <a:pt x="79591" y="15798"/>
                      <a:pt x="79484" y="15819"/>
                      <a:pt x="79376" y="15819"/>
                    </a:cubicBezTo>
                    <a:cubicBezTo>
                      <a:pt x="79332" y="15819"/>
                      <a:pt x="79287" y="15815"/>
                      <a:pt x="79243" y="15806"/>
                    </a:cubicBezTo>
                    <a:lnTo>
                      <a:pt x="79182" y="15806"/>
                    </a:lnTo>
                    <a:cubicBezTo>
                      <a:pt x="79060" y="15776"/>
                      <a:pt x="78908" y="15746"/>
                      <a:pt x="78756" y="15746"/>
                    </a:cubicBezTo>
                    <a:cubicBezTo>
                      <a:pt x="78735" y="15749"/>
                      <a:pt x="78715" y="15751"/>
                      <a:pt x="78696" y="15751"/>
                    </a:cubicBezTo>
                    <a:cubicBezTo>
                      <a:pt x="78580" y="15751"/>
                      <a:pt x="78488" y="15698"/>
                      <a:pt x="78391" y="15698"/>
                    </a:cubicBezTo>
                    <a:cubicBezTo>
                      <a:pt x="78361" y="15698"/>
                      <a:pt x="78331" y="15703"/>
                      <a:pt x="78300" y="15715"/>
                    </a:cubicBezTo>
                    <a:lnTo>
                      <a:pt x="78179" y="15776"/>
                    </a:lnTo>
                    <a:cubicBezTo>
                      <a:pt x="78057" y="15746"/>
                      <a:pt x="77966" y="15746"/>
                      <a:pt x="77844" y="15746"/>
                    </a:cubicBezTo>
                    <a:cubicBezTo>
                      <a:pt x="77814" y="15776"/>
                      <a:pt x="77784" y="15837"/>
                      <a:pt x="77753" y="15867"/>
                    </a:cubicBezTo>
                    <a:lnTo>
                      <a:pt x="77632" y="15806"/>
                    </a:lnTo>
                    <a:lnTo>
                      <a:pt x="77571" y="15776"/>
                    </a:lnTo>
                    <a:cubicBezTo>
                      <a:pt x="77495" y="15806"/>
                      <a:pt x="77426" y="15822"/>
                      <a:pt x="77362" y="15822"/>
                    </a:cubicBezTo>
                    <a:cubicBezTo>
                      <a:pt x="77297" y="15822"/>
                      <a:pt x="77236" y="15806"/>
                      <a:pt x="77176" y="15776"/>
                    </a:cubicBezTo>
                    <a:cubicBezTo>
                      <a:pt x="77176" y="15773"/>
                      <a:pt x="77171" y="15771"/>
                      <a:pt x="77164" y="15771"/>
                    </a:cubicBezTo>
                    <a:cubicBezTo>
                      <a:pt x="77112" y="15771"/>
                      <a:pt x="76902" y="15842"/>
                      <a:pt x="76832" y="15842"/>
                    </a:cubicBezTo>
                    <a:cubicBezTo>
                      <a:pt x="76822" y="15842"/>
                      <a:pt x="76814" y="15840"/>
                      <a:pt x="76811" y="15837"/>
                    </a:cubicBezTo>
                    <a:cubicBezTo>
                      <a:pt x="76759" y="15811"/>
                      <a:pt x="76616" y="15740"/>
                      <a:pt x="76558" y="15740"/>
                    </a:cubicBezTo>
                    <a:cubicBezTo>
                      <a:pt x="76549" y="15740"/>
                      <a:pt x="76542" y="15741"/>
                      <a:pt x="76537" y="15746"/>
                    </a:cubicBezTo>
                    <a:cubicBezTo>
                      <a:pt x="76477" y="15776"/>
                      <a:pt x="76416" y="15776"/>
                      <a:pt x="76355" y="15806"/>
                    </a:cubicBezTo>
                    <a:lnTo>
                      <a:pt x="76294" y="15806"/>
                    </a:lnTo>
                    <a:lnTo>
                      <a:pt x="76173" y="15837"/>
                    </a:lnTo>
                    <a:cubicBezTo>
                      <a:pt x="76127" y="15822"/>
                      <a:pt x="76051" y="15822"/>
                      <a:pt x="75979" y="15822"/>
                    </a:cubicBezTo>
                    <a:cubicBezTo>
                      <a:pt x="75907" y="15822"/>
                      <a:pt x="75838" y="15822"/>
                      <a:pt x="75808" y="15806"/>
                    </a:cubicBezTo>
                    <a:cubicBezTo>
                      <a:pt x="75747" y="15776"/>
                      <a:pt x="75686" y="15746"/>
                      <a:pt x="75625" y="15746"/>
                    </a:cubicBezTo>
                    <a:cubicBezTo>
                      <a:pt x="75605" y="15746"/>
                      <a:pt x="75517" y="15759"/>
                      <a:pt x="75452" y="15759"/>
                    </a:cubicBezTo>
                    <a:cubicBezTo>
                      <a:pt x="75419" y="15759"/>
                      <a:pt x="75392" y="15756"/>
                      <a:pt x="75382" y="15746"/>
                    </a:cubicBezTo>
                    <a:cubicBezTo>
                      <a:pt x="75322" y="15715"/>
                      <a:pt x="75230" y="15655"/>
                      <a:pt x="75170" y="15624"/>
                    </a:cubicBezTo>
                    <a:lnTo>
                      <a:pt x="75139" y="15655"/>
                    </a:lnTo>
                    <a:lnTo>
                      <a:pt x="74957" y="15806"/>
                    </a:lnTo>
                    <a:cubicBezTo>
                      <a:pt x="74829" y="15752"/>
                      <a:pt x="74745" y="15741"/>
                      <a:pt x="74705" y="15741"/>
                    </a:cubicBezTo>
                    <a:cubicBezTo>
                      <a:pt x="74678" y="15741"/>
                      <a:pt x="74671" y="15746"/>
                      <a:pt x="74683" y="15746"/>
                    </a:cubicBezTo>
                    <a:cubicBezTo>
                      <a:pt x="74714" y="15776"/>
                      <a:pt x="74866" y="15928"/>
                      <a:pt x="74835" y="15989"/>
                    </a:cubicBezTo>
                    <a:cubicBezTo>
                      <a:pt x="74774" y="16019"/>
                      <a:pt x="74714" y="16019"/>
                      <a:pt x="74714" y="16019"/>
                    </a:cubicBezTo>
                    <a:lnTo>
                      <a:pt x="74683" y="15867"/>
                    </a:lnTo>
                    <a:cubicBezTo>
                      <a:pt x="74470" y="15806"/>
                      <a:pt x="74288" y="15746"/>
                      <a:pt x="74075" y="15746"/>
                    </a:cubicBezTo>
                    <a:lnTo>
                      <a:pt x="73954" y="15685"/>
                    </a:lnTo>
                    <a:cubicBezTo>
                      <a:pt x="73942" y="15679"/>
                      <a:pt x="73929" y="15676"/>
                      <a:pt x="73917" y="15676"/>
                    </a:cubicBezTo>
                    <a:cubicBezTo>
                      <a:pt x="73869" y="15676"/>
                      <a:pt x="73820" y="15715"/>
                      <a:pt x="73771" y="15715"/>
                    </a:cubicBezTo>
                    <a:cubicBezTo>
                      <a:pt x="73680" y="15715"/>
                      <a:pt x="73619" y="15746"/>
                      <a:pt x="73528" y="15746"/>
                    </a:cubicBezTo>
                    <a:cubicBezTo>
                      <a:pt x="73450" y="15746"/>
                      <a:pt x="73350" y="15679"/>
                      <a:pt x="73303" y="15679"/>
                    </a:cubicBezTo>
                    <a:cubicBezTo>
                      <a:pt x="73296" y="15679"/>
                      <a:pt x="73289" y="15681"/>
                      <a:pt x="73285" y="15685"/>
                    </a:cubicBezTo>
                    <a:cubicBezTo>
                      <a:pt x="73212" y="15740"/>
                      <a:pt x="73150" y="15751"/>
                      <a:pt x="73086" y="15751"/>
                    </a:cubicBezTo>
                    <a:cubicBezTo>
                      <a:pt x="73043" y="15751"/>
                      <a:pt x="72999" y="15746"/>
                      <a:pt x="72951" y="15746"/>
                    </a:cubicBezTo>
                    <a:lnTo>
                      <a:pt x="72738" y="15776"/>
                    </a:lnTo>
                    <a:cubicBezTo>
                      <a:pt x="72555" y="15898"/>
                      <a:pt x="72495" y="15989"/>
                      <a:pt x="72525" y="15989"/>
                    </a:cubicBezTo>
                    <a:lnTo>
                      <a:pt x="72586" y="15989"/>
                    </a:lnTo>
                    <a:cubicBezTo>
                      <a:pt x="72525" y="16050"/>
                      <a:pt x="72464" y="16141"/>
                      <a:pt x="72373" y="16202"/>
                    </a:cubicBezTo>
                    <a:cubicBezTo>
                      <a:pt x="72362" y="16207"/>
                      <a:pt x="72344" y="16210"/>
                      <a:pt x="72324" y="16210"/>
                    </a:cubicBezTo>
                    <a:cubicBezTo>
                      <a:pt x="72237" y="16210"/>
                      <a:pt x="72088" y="16165"/>
                      <a:pt x="72039" y="16141"/>
                    </a:cubicBezTo>
                    <a:cubicBezTo>
                      <a:pt x="71948" y="16110"/>
                      <a:pt x="71704" y="16019"/>
                      <a:pt x="71522" y="15958"/>
                    </a:cubicBezTo>
                    <a:lnTo>
                      <a:pt x="71492" y="16202"/>
                    </a:lnTo>
                    <a:cubicBezTo>
                      <a:pt x="71431" y="16202"/>
                      <a:pt x="71370" y="16171"/>
                      <a:pt x="71340" y="16141"/>
                    </a:cubicBezTo>
                    <a:cubicBezTo>
                      <a:pt x="71370" y="16050"/>
                      <a:pt x="71431" y="15958"/>
                      <a:pt x="71492" y="15867"/>
                    </a:cubicBezTo>
                    <a:lnTo>
                      <a:pt x="71613" y="15928"/>
                    </a:lnTo>
                    <a:cubicBezTo>
                      <a:pt x="71646" y="15953"/>
                      <a:pt x="71675" y="15962"/>
                      <a:pt x="71701" y="15962"/>
                    </a:cubicBezTo>
                    <a:cubicBezTo>
                      <a:pt x="71770" y="15962"/>
                      <a:pt x="71820" y="15898"/>
                      <a:pt x="71887" y="15898"/>
                    </a:cubicBezTo>
                    <a:lnTo>
                      <a:pt x="72343" y="15958"/>
                    </a:lnTo>
                    <a:lnTo>
                      <a:pt x="72373" y="15867"/>
                    </a:lnTo>
                    <a:cubicBezTo>
                      <a:pt x="72191" y="15776"/>
                      <a:pt x="72008" y="15746"/>
                      <a:pt x="71826" y="15746"/>
                    </a:cubicBezTo>
                    <a:cubicBezTo>
                      <a:pt x="71735" y="15746"/>
                      <a:pt x="71644" y="15563"/>
                      <a:pt x="71644" y="15472"/>
                    </a:cubicBezTo>
                    <a:cubicBezTo>
                      <a:pt x="71644" y="15416"/>
                      <a:pt x="71650" y="15392"/>
                      <a:pt x="71660" y="15392"/>
                    </a:cubicBezTo>
                    <a:cubicBezTo>
                      <a:pt x="71672" y="15392"/>
                      <a:pt x="71688" y="15423"/>
                      <a:pt x="71704" y="15472"/>
                    </a:cubicBezTo>
                    <a:lnTo>
                      <a:pt x="71735" y="15503"/>
                    </a:lnTo>
                    <a:lnTo>
                      <a:pt x="71765" y="15563"/>
                    </a:lnTo>
                    <a:cubicBezTo>
                      <a:pt x="71774" y="15572"/>
                      <a:pt x="71786" y="15576"/>
                      <a:pt x="71800" y="15576"/>
                    </a:cubicBezTo>
                    <a:cubicBezTo>
                      <a:pt x="71877" y="15576"/>
                      <a:pt x="72022" y="15469"/>
                      <a:pt x="72107" y="15469"/>
                    </a:cubicBezTo>
                    <a:cubicBezTo>
                      <a:pt x="72115" y="15469"/>
                      <a:pt x="72123" y="15470"/>
                      <a:pt x="72130" y="15472"/>
                    </a:cubicBezTo>
                    <a:cubicBezTo>
                      <a:pt x="72172" y="15493"/>
                      <a:pt x="72330" y="15529"/>
                      <a:pt x="72423" y="15529"/>
                    </a:cubicBezTo>
                    <a:cubicBezTo>
                      <a:pt x="72465" y="15529"/>
                      <a:pt x="72495" y="15521"/>
                      <a:pt x="72495" y="15503"/>
                    </a:cubicBezTo>
                    <a:cubicBezTo>
                      <a:pt x="72495" y="15481"/>
                      <a:pt x="72510" y="15471"/>
                      <a:pt x="72536" y="15471"/>
                    </a:cubicBezTo>
                    <a:cubicBezTo>
                      <a:pt x="72585" y="15471"/>
                      <a:pt x="72670" y="15504"/>
                      <a:pt x="72768" y="15563"/>
                    </a:cubicBezTo>
                    <a:lnTo>
                      <a:pt x="73072" y="15411"/>
                    </a:lnTo>
                    <a:cubicBezTo>
                      <a:pt x="73113" y="15411"/>
                      <a:pt x="73207" y="15398"/>
                      <a:pt x="73275" y="15398"/>
                    </a:cubicBezTo>
                    <a:cubicBezTo>
                      <a:pt x="73309" y="15398"/>
                      <a:pt x="73336" y="15401"/>
                      <a:pt x="73346" y="15411"/>
                    </a:cubicBezTo>
                    <a:lnTo>
                      <a:pt x="73528" y="15563"/>
                    </a:lnTo>
                    <a:cubicBezTo>
                      <a:pt x="73749" y="15563"/>
                      <a:pt x="74146" y="15438"/>
                      <a:pt x="74308" y="15438"/>
                    </a:cubicBezTo>
                    <a:cubicBezTo>
                      <a:pt x="74324" y="15438"/>
                      <a:pt x="74338" y="15439"/>
                      <a:pt x="74349" y="15442"/>
                    </a:cubicBezTo>
                    <a:cubicBezTo>
                      <a:pt x="74470" y="15442"/>
                      <a:pt x="74744" y="15503"/>
                      <a:pt x="74957" y="15503"/>
                    </a:cubicBezTo>
                    <a:lnTo>
                      <a:pt x="75170" y="15472"/>
                    </a:lnTo>
                    <a:cubicBezTo>
                      <a:pt x="75200" y="15411"/>
                      <a:pt x="75230" y="15351"/>
                      <a:pt x="75261" y="15259"/>
                    </a:cubicBezTo>
                    <a:cubicBezTo>
                      <a:pt x="75261" y="15250"/>
                      <a:pt x="75262" y="15245"/>
                      <a:pt x="75265" y="15245"/>
                    </a:cubicBezTo>
                    <a:cubicBezTo>
                      <a:pt x="75279" y="15245"/>
                      <a:pt x="75322" y="15360"/>
                      <a:pt x="75322" y="15411"/>
                    </a:cubicBezTo>
                    <a:cubicBezTo>
                      <a:pt x="75337" y="15427"/>
                      <a:pt x="75405" y="15434"/>
                      <a:pt x="75477" y="15434"/>
                    </a:cubicBezTo>
                    <a:cubicBezTo>
                      <a:pt x="75549" y="15434"/>
                      <a:pt x="75625" y="15427"/>
                      <a:pt x="75656" y="15411"/>
                    </a:cubicBezTo>
                    <a:cubicBezTo>
                      <a:pt x="75697" y="15403"/>
                      <a:pt x="75737" y="15399"/>
                      <a:pt x="75778" y="15399"/>
                    </a:cubicBezTo>
                    <a:cubicBezTo>
                      <a:pt x="75889" y="15399"/>
                      <a:pt x="76001" y="15428"/>
                      <a:pt x="76112" y="15472"/>
                    </a:cubicBezTo>
                    <a:lnTo>
                      <a:pt x="76264" y="15411"/>
                    </a:lnTo>
                    <a:lnTo>
                      <a:pt x="76325" y="15381"/>
                    </a:lnTo>
                    <a:cubicBezTo>
                      <a:pt x="76385" y="15381"/>
                      <a:pt x="76294" y="15320"/>
                      <a:pt x="76112" y="15229"/>
                    </a:cubicBezTo>
                    <a:lnTo>
                      <a:pt x="75960" y="15168"/>
                    </a:lnTo>
                    <a:cubicBezTo>
                      <a:pt x="75808" y="15077"/>
                      <a:pt x="75929" y="14986"/>
                      <a:pt x="75838" y="14895"/>
                    </a:cubicBezTo>
                    <a:cubicBezTo>
                      <a:pt x="75777" y="14834"/>
                      <a:pt x="75929" y="14834"/>
                      <a:pt x="75990" y="14803"/>
                    </a:cubicBezTo>
                    <a:lnTo>
                      <a:pt x="76051" y="14803"/>
                    </a:lnTo>
                    <a:cubicBezTo>
                      <a:pt x="76056" y="14798"/>
                      <a:pt x="76060" y="14796"/>
                      <a:pt x="76061" y="14796"/>
                    </a:cubicBezTo>
                    <a:lnTo>
                      <a:pt x="76061" y="14796"/>
                    </a:lnTo>
                    <a:cubicBezTo>
                      <a:pt x="76068" y="14796"/>
                      <a:pt x="76030" y="14855"/>
                      <a:pt x="75929" y="14955"/>
                    </a:cubicBezTo>
                    <a:lnTo>
                      <a:pt x="76233" y="15016"/>
                    </a:lnTo>
                    <a:lnTo>
                      <a:pt x="76385" y="15047"/>
                    </a:lnTo>
                    <a:cubicBezTo>
                      <a:pt x="76537" y="15168"/>
                      <a:pt x="76720" y="15442"/>
                      <a:pt x="76811" y="15442"/>
                    </a:cubicBezTo>
                    <a:cubicBezTo>
                      <a:pt x="76902" y="15442"/>
                      <a:pt x="76841" y="15138"/>
                      <a:pt x="76750" y="15077"/>
                    </a:cubicBezTo>
                    <a:cubicBezTo>
                      <a:pt x="76689" y="15016"/>
                      <a:pt x="76629" y="14955"/>
                      <a:pt x="76537" y="14925"/>
                    </a:cubicBezTo>
                    <a:lnTo>
                      <a:pt x="76507" y="14895"/>
                    </a:lnTo>
                    <a:cubicBezTo>
                      <a:pt x="76477" y="14834"/>
                      <a:pt x="76568" y="14803"/>
                      <a:pt x="76598" y="14803"/>
                    </a:cubicBezTo>
                    <a:cubicBezTo>
                      <a:pt x="76629" y="14803"/>
                      <a:pt x="76689" y="14803"/>
                      <a:pt x="76720" y="14834"/>
                    </a:cubicBezTo>
                    <a:lnTo>
                      <a:pt x="76780" y="14803"/>
                    </a:lnTo>
                    <a:lnTo>
                      <a:pt x="77054" y="14743"/>
                    </a:lnTo>
                    <a:cubicBezTo>
                      <a:pt x="77145" y="14834"/>
                      <a:pt x="77236" y="14925"/>
                      <a:pt x="77328" y="14986"/>
                    </a:cubicBezTo>
                    <a:cubicBezTo>
                      <a:pt x="77328" y="14988"/>
                      <a:pt x="77328" y="14989"/>
                      <a:pt x="77329" y="14989"/>
                    </a:cubicBezTo>
                    <a:cubicBezTo>
                      <a:pt x="77336" y="14989"/>
                      <a:pt x="77388" y="14820"/>
                      <a:pt x="77388" y="14651"/>
                    </a:cubicBezTo>
                    <a:cubicBezTo>
                      <a:pt x="77449" y="14621"/>
                      <a:pt x="77480" y="14621"/>
                      <a:pt x="77540" y="14621"/>
                    </a:cubicBezTo>
                    <a:cubicBezTo>
                      <a:pt x="77571" y="14621"/>
                      <a:pt x="77571" y="14682"/>
                      <a:pt x="77571" y="14712"/>
                    </a:cubicBezTo>
                    <a:lnTo>
                      <a:pt x="77540" y="14773"/>
                    </a:lnTo>
                    <a:cubicBezTo>
                      <a:pt x="77510" y="14834"/>
                      <a:pt x="77510" y="14925"/>
                      <a:pt x="77540" y="14925"/>
                    </a:cubicBezTo>
                    <a:lnTo>
                      <a:pt x="77753" y="14986"/>
                    </a:lnTo>
                    <a:cubicBezTo>
                      <a:pt x="77784" y="15077"/>
                      <a:pt x="77814" y="15168"/>
                      <a:pt x="77844" y="15259"/>
                    </a:cubicBezTo>
                    <a:lnTo>
                      <a:pt x="77875" y="15259"/>
                    </a:lnTo>
                    <a:lnTo>
                      <a:pt x="78088" y="15229"/>
                    </a:lnTo>
                    <a:cubicBezTo>
                      <a:pt x="78176" y="15151"/>
                      <a:pt x="78269" y="15074"/>
                      <a:pt x="78356" y="15003"/>
                    </a:cubicBezTo>
                    <a:lnTo>
                      <a:pt x="78356" y="15003"/>
                    </a:lnTo>
                    <a:cubicBezTo>
                      <a:pt x="78378" y="15008"/>
                      <a:pt x="78400" y="15012"/>
                      <a:pt x="78422" y="15016"/>
                    </a:cubicBezTo>
                    <a:lnTo>
                      <a:pt x="78452" y="15047"/>
                    </a:lnTo>
                    <a:lnTo>
                      <a:pt x="78513" y="15077"/>
                    </a:lnTo>
                    <a:cubicBezTo>
                      <a:pt x="78533" y="15067"/>
                      <a:pt x="78553" y="15054"/>
                      <a:pt x="78573" y="15037"/>
                    </a:cubicBezTo>
                    <a:lnTo>
                      <a:pt x="78573" y="15037"/>
                    </a:lnTo>
                    <a:cubicBezTo>
                      <a:pt x="78585" y="15082"/>
                      <a:pt x="78596" y="15126"/>
                      <a:pt x="78604" y="15168"/>
                    </a:cubicBezTo>
                    <a:lnTo>
                      <a:pt x="78635" y="15168"/>
                    </a:lnTo>
                    <a:cubicBezTo>
                      <a:pt x="78787" y="15199"/>
                      <a:pt x="78969" y="15229"/>
                      <a:pt x="79121" y="15229"/>
                    </a:cubicBezTo>
                    <a:cubicBezTo>
                      <a:pt x="79182" y="15229"/>
                      <a:pt x="79212" y="15229"/>
                      <a:pt x="79273" y="15199"/>
                    </a:cubicBezTo>
                    <a:lnTo>
                      <a:pt x="79334" y="15138"/>
                    </a:lnTo>
                    <a:cubicBezTo>
                      <a:pt x="79395" y="15107"/>
                      <a:pt x="79303" y="14986"/>
                      <a:pt x="79182" y="14864"/>
                    </a:cubicBezTo>
                    <a:lnTo>
                      <a:pt x="79091" y="14773"/>
                    </a:lnTo>
                    <a:lnTo>
                      <a:pt x="78999" y="14682"/>
                    </a:lnTo>
                    <a:cubicBezTo>
                      <a:pt x="78908" y="14591"/>
                      <a:pt x="78999" y="14530"/>
                      <a:pt x="79060" y="14530"/>
                    </a:cubicBezTo>
                    <a:cubicBezTo>
                      <a:pt x="79066" y="14533"/>
                      <a:pt x="79071" y="14534"/>
                      <a:pt x="79077" y="14534"/>
                    </a:cubicBezTo>
                    <a:cubicBezTo>
                      <a:pt x="79137" y="14534"/>
                      <a:pt x="79215" y="14400"/>
                      <a:pt x="79243" y="14317"/>
                    </a:cubicBezTo>
                    <a:cubicBezTo>
                      <a:pt x="79243" y="14226"/>
                      <a:pt x="79030" y="14196"/>
                      <a:pt x="78969" y="14196"/>
                    </a:cubicBezTo>
                    <a:cubicBezTo>
                      <a:pt x="78878" y="14196"/>
                      <a:pt x="78817" y="14165"/>
                      <a:pt x="78817" y="14074"/>
                    </a:cubicBezTo>
                    <a:cubicBezTo>
                      <a:pt x="78817" y="14044"/>
                      <a:pt x="78635" y="13952"/>
                      <a:pt x="78543" y="13952"/>
                    </a:cubicBezTo>
                    <a:lnTo>
                      <a:pt x="78391" y="13952"/>
                    </a:lnTo>
                    <a:cubicBezTo>
                      <a:pt x="78452" y="14013"/>
                      <a:pt x="78483" y="14044"/>
                      <a:pt x="78513" y="14044"/>
                    </a:cubicBezTo>
                    <a:cubicBezTo>
                      <a:pt x="78543" y="14074"/>
                      <a:pt x="78574" y="14104"/>
                      <a:pt x="78574" y="14165"/>
                    </a:cubicBezTo>
                    <a:cubicBezTo>
                      <a:pt x="78543" y="14196"/>
                      <a:pt x="78483" y="14226"/>
                      <a:pt x="78422" y="14256"/>
                    </a:cubicBezTo>
                    <a:cubicBezTo>
                      <a:pt x="78391" y="14287"/>
                      <a:pt x="78300" y="14317"/>
                      <a:pt x="78270" y="14317"/>
                    </a:cubicBezTo>
                    <a:lnTo>
                      <a:pt x="78179" y="14287"/>
                    </a:lnTo>
                    <a:cubicBezTo>
                      <a:pt x="78239" y="14165"/>
                      <a:pt x="78300" y="14074"/>
                      <a:pt x="78331" y="13952"/>
                    </a:cubicBezTo>
                    <a:lnTo>
                      <a:pt x="78148" y="13922"/>
                    </a:lnTo>
                    <a:lnTo>
                      <a:pt x="78027" y="13922"/>
                    </a:lnTo>
                    <a:cubicBezTo>
                      <a:pt x="78027" y="13861"/>
                      <a:pt x="78057" y="13770"/>
                      <a:pt x="78148" y="13740"/>
                    </a:cubicBezTo>
                    <a:lnTo>
                      <a:pt x="78209" y="13800"/>
                    </a:lnTo>
                    <a:lnTo>
                      <a:pt x="78239" y="13831"/>
                    </a:lnTo>
                    <a:cubicBezTo>
                      <a:pt x="78249" y="13834"/>
                      <a:pt x="78259" y="13836"/>
                      <a:pt x="78268" y="13836"/>
                    </a:cubicBezTo>
                    <a:cubicBezTo>
                      <a:pt x="78344" y="13836"/>
                      <a:pt x="78395" y="13736"/>
                      <a:pt x="78422" y="13709"/>
                    </a:cubicBezTo>
                    <a:cubicBezTo>
                      <a:pt x="78422" y="13648"/>
                      <a:pt x="78483" y="13648"/>
                      <a:pt x="78543" y="13648"/>
                    </a:cubicBezTo>
                    <a:lnTo>
                      <a:pt x="78665" y="13648"/>
                    </a:lnTo>
                    <a:cubicBezTo>
                      <a:pt x="78695" y="13648"/>
                      <a:pt x="78665" y="13770"/>
                      <a:pt x="78635" y="13861"/>
                    </a:cubicBezTo>
                    <a:lnTo>
                      <a:pt x="78817" y="13922"/>
                    </a:lnTo>
                    <a:cubicBezTo>
                      <a:pt x="78817" y="13943"/>
                      <a:pt x="78846" y="13978"/>
                      <a:pt x="78894" y="13978"/>
                    </a:cubicBezTo>
                    <a:cubicBezTo>
                      <a:pt x="78915" y="13978"/>
                      <a:pt x="78941" y="13971"/>
                      <a:pt x="78969" y="13952"/>
                    </a:cubicBezTo>
                    <a:lnTo>
                      <a:pt x="78999" y="13922"/>
                    </a:lnTo>
                    <a:cubicBezTo>
                      <a:pt x="79151" y="13618"/>
                      <a:pt x="79121" y="13618"/>
                      <a:pt x="79364" y="13618"/>
                    </a:cubicBezTo>
                    <a:lnTo>
                      <a:pt x="79698" y="13618"/>
                    </a:lnTo>
                    <a:cubicBezTo>
                      <a:pt x="80033" y="13527"/>
                      <a:pt x="80276" y="13314"/>
                      <a:pt x="80246" y="13223"/>
                    </a:cubicBezTo>
                    <a:cubicBezTo>
                      <a:pt x="80215" y="13162"/>
                      <a:pt x="80154" y="13101"/>
                      <a:pt x="80124" y="13101"/>
                    </a:cubicBezTo>
                    <a:lnTo>
                      <a:pt x="80002" y="13192"/>
                    </a:lnTo>
                    <a:cubicBezTo>
                      <a:pt x="79970" y="13201"/>
                      <a:pt x="79937" y="13204"/>
                      <a:pt x="79905" y="13204"/>
                    </a:cubicBezTo>
                    <a:cubicBezTo>
                      <a:pt x="79816" y="13204"/>
                      <a:pt x="79727" y="13176"/>
                      <a:pt x="79638" y="13132"/>
                    </a:cubicBezTo>
                    <a:lnTo>
                      <a:pt x="79668" y="13010"/>
                    </a:lnTo>
                    <a:lnTo>
                      <a:pt x="79698" y="12858"/>
                    </a:lnTo>
                    <a:cubicBezTo>
                      <a:pt x="79597" y="12731"/>
                      <a:pt x="79454" y="12668"/>
                      <a:pt x="79391" y="12668"/>
                    </a:cubicBezTo>
                    <a:cubicBezTo>
                      <a:pt x="79378" y="12668"/>
                      <a:pt x="79369" y="12671"/>
                      <a:pt x="79364" y="12676"/>
                    </a:cubicBezTo>
                    <a:cubicBezTo>
                      <a:pt x="79311" y="12711"/>
                      <a:pt x="79257" y="12726"/>
                      <a:pt x="79210" y="12726"/>
                    </a:cubicBezTo>
                    <a:cubicBezTo>
                      <a:pt x="79177" y="12726"/>
                      <a:pt x="79146" y="12719"/>
                      <a:pt x="79121" y="12706"/>
                    </a:cubicBezTo>
                    <a:lnTo>
                      <a:pt x="78999" y="12676"/>
                    </a:lnTo>
                    <a:lnTo>
                      <a:pt x="78969" y="12676"/>
                    </a:lnTo>
                    <a:cubicBezTo>
                      <a:pt x="78908" y="12676"/>
                      <a:pt x="78695" y="12706"/>
                      <a:pt x="78483" y="12706"/>
                    </a:cubicBezTo>
                    <a:lnTo>
                      <a:pt x="78270" y="12676"/>
                    </a:lnTo>
                    <a:lnTo>
                      <a:pt x="78088" y="12676"/>
                    </a:lnTo>
                    <a:cubicBezTo>
                      <a:pt x="77954" y="12596"/>
                      <a:pt x="77774" y="12422"/>
                      <a:pt x="77691" y="12422"/>
                    </a:cubicBezTo>
                    <a:cubicBezTo>
                      <a:pt x="77679" y="12422"/>
                      <a:pt x="77669" y="12425"/>
                      <a:pt x="77662" y="12433"/>
                    </a:cubicBezTo>
                    <a:cubicBezTo>
                      <a:pt x="77632" y="12463"/>
                      <a:pt x="77510" y="12463"/>
                      <a:pt x="77510" y="12463"/>
                    </a:cubicBezTo>
                    <a:cubicBezTo>
                      <a:pt x="77480" y="12524"/>
                      <a:pt x="77449" y="12585"/>
                      <a:pt x="77419" y="12645"/>
                    </a:cubicBezTo>
                    <a:cubicBezTo>
                      <a:pt x="77415" y="12649"/>
                      <a:pt x="77411" y="12650"/>
                      <a:pt x="77405" y="12650"/>
                    </a:cubicBezTo>
                    <a:cubicBezTo>
                      <a:pt x="77357" y="12650"/>
                      <a:pt x="77233" y="12551"/>
                      <a:pt x="77206" y="12524"/>
                    </a:cubicBezTo>
                    <a:cubicBezTo>
                      <a:pt x="77200" y="12512"/>
                      <a:pt x="77191" y="12507"/>
                      <a:pt x="77179" y="12507"/>
                    </a:cubicBezTo>
                    <a:cubicBezTo>
                      <a:pt x="77132" y="12507"/>
                      <a:pt x="77048" y="12591"/>
                      <a:pt x="77024" y="12615"/>
                    </a:cubicBezTo>
                    <a:cubicBezTo>
                      <a:pt x="76993" y="12645"/>
                      <a:pt x="76963" y="12661"/>
                      <a:pt x="76932" y="12661"/>
                    </a:cubicBezTo>
                    <a:cubicBezTo>
                      <a:pt x="76902" y="12661"/>
                      <a:pt x="76872" y="12645"/>
                      <a:pt x="76841" y="12615"/>
                    </a:cubicBezTo>
                    <a:lnTo>
                      <a:pt x="76811" y="12585"/>
                    </a:lnTo>
                    <a:cubicBezTo>
                      <a:pt x="76750" y="12554"/>
                      <a:pt x="76659" y="12524"/>
                      <a:pt x="76568" y="12524"/>
                    </a:cubicBezTo>
                    <a:cubicBezTo>
                      <a:pt x="76479" y="12562"/>
                      <a:pt x="76379" y="12579"/>
                      <a:pt x="76277" y="12579"/>
                    </a:cubicBezTo>
                    <a:cubicBezTo>
                      <a:pt x="76136" y="12579"/>
                      <a:pt x="75992" y="12546"/>
                      <a:pt x="75869" y="12493"/>
                    </a:cubicBezTo>
                    <a:lnTo>
                      <a:pt x="75413" y="12493"/>
                    </a:lnTo>
                    <a:cubicBezTo>
                      <a:pt x="75230" y="12493"/>
                      <a:pt x="75200" y="12341"/>
                      <a:pt x="75230" y="12311"/>
                    </a:cubicBezTo>
                    <a:cubicBezTo>
                      <a:pt x="75242" y="12289"/>
                      <a:pt x="75290" y="12283"/>
                      <a:pt x="75351" y="12283"/>
                    </a:cubicBezTo>
                    <a:cubicBezTo>
                      <a:pt x="75419" y="12283"/>
                      <a:pt x="75501" y="12290"/>
                      <a:pt x="75567" y="12290"/>
                    </a:cubicBezTo>
                    <a:cubicBezTo>
                      <a:pt x="75604" y="12290"/>
                      <a:pt x="75635" y="12287"/>
                      <a:pt x="75656" y="12281"/>
                    </a:cubicBezTo>
                    <a:cubicBezTo>
                      <a:pt x="75717" y="12250"/>
                      <a:pt x="75777" y="12189"/>
                      <a:pt x="75838" y="12159"/>
                    </a:cubicBezTo>
                    <a:lnTo>
                      <a:pt x="75838" y="12129"/>
                    </a:lnTo>
                    <a:cubicBezTo>
                      <a:pt x="75838" y="12098"/>
                      <a:pt x="75808" y="12068"/>
                      <a:pt x="75808" y="12068"/>
                    </a:cubicBezTo>
                    <a:cubicBezTo>
                      <a:pt x="75747" y="12053"/>
                      <a:pt x="75679" y="12045"/>
                      <a:pt x="75606" y="12045"/>
                    </a:cubicBezTo>
                    <a:cubicBezTo>
                      <a:pt x="75534" y="12045"/>
                      <a:pt x="75458" y="12053"/>
                      <a:pt x="75382" y="12068"/>
                    </a:cubicBezTo>
                    <a:cubicBezTo>
                      <a:pt x="75322" y="12068"/>
                      <a:pt x="75322" y="12098"/>
                      <a:pt x="75230" y="12098"/>
                    </a:cubicBezTo>
                    <a:cubicBezTo>
                      <a:pt x="75112" y="12074"/>
                      <a:pt x="75011" y="11939"/>
                      <a:pt x="74915" y="11939"/>
                    </a:cubicBezTo>
                    <a:cubicBezTo>
                      <a:pt x="74888" y="11939"/>
                      <a:pt x="74862" y="11950"/>
                      <a:pt x="74835" y="11977"/>
                    </a:cubicBezTo>
                    <a:lnTo>
                      <a:pt x="74683" y="12189"/>
                    </a:lnTo>
                    <a:cubicBezTo>
                      <a:pt x="74926" y="12220"/>
                      <a:pt x="75018" y="12341"/>
                      <a:pt x="74987" y="12372"/>
                    </a:cubicBezTo>
                    <a:lnTo>
                      <a:pt x="74866" y="12493"/>
                    </a:lnTo>
                    <a:lnTo>
                      <a:pt x="74774" y="12493"/>
                    </a:lnTo>
                    <a:cubicBezTo>
                      <a:pt x="74630" y="12473"/>
                      <a:pt x="74500" y="12397"/>
                      <a:pt x="74375" y="12397"/>
                    </a:cubicBezTo>
                    <a:cubicBezTo>
                      <a:pt x="74315" y="12397"/>
                      <a:pt x="74256" y="12414"/>
                      <a:pt x="74197" y="12463"/>
                    </a:cubicBezTo>
                    <a:cubicBezTo>
                      <a:pt x="74191" y="12469"/>
                      <a:pt x="74182" y="12471"/>
                      <a:pt x="74172" y="12471"/>
                    </a:cubicBezTo>
                    <a:cubicBezTo>
                      <a:pt x="74131" y="12471"/>
                      <a:pt x="74063" y="12433"/>
                      <a:pt x="74014" y="12433"/>
                    </a:cubicBezTo>
                    <a:lnTo>
                      <a:pt x="73954" y="12433"/>
                    </a:lnTo>
                    <a:cubicBezTo>
                      <a:pt x="73802" y="12463"/>
                      <a:pt x="73680" y="12493"/>
                      <a:pt x="73528" y="12554"/>
                    </a:cubicBezTo>
                    <a:lnTo>
                      <a:pt x="72525" y="12554"/>
                    </a:lnTo>
                    <a:cubicBezTo>
                      <a:pt x="72509" y="12603"/>
                      <a:pt x="72484" y="12634"/>
                      <a:pt x="72459" y="12634"/>
                    </a:cubicBezTo>
                    <a:cubicBezTo>
                      <a:pt x="72438" y="12634"/>
                      <a:pt x="72418" y="12611"/>
                      <a:pt x="72404" y="12554"/>
                    </a:cubicBezTo>
                    <a:lnTo>
                      <a:pt x="72343" y="12463"/>
                    </a:lnTo>
                    <a:cubicBezTo>
                      <a:pt x="72312" y="12433"/>
                      <a:pt x="72282" y="12402"/>
                      <a:pt x="72252" y="12402"/>
                    </a:cubicBezTo>
                    <a:cubicBezTo>
                      <a:pt x="72191" y="12402"/>
                      <a:pt x="72160" y="12433"/>
                      <a:pt x="72160" y="12463"/>
                    </a:cubicBezTo>
                    <a:lnTo>
                      <a:pt x="72130" y="12524"/>
                    </a:lnTo>
                    <a:cubicBezTo>
                      <a:pt x="72130" y="12553"/>
                      <a:pt x="72118" y="12563"/>
                      <a:pt x="72101" y="12563"/>
                    </a:cubicBezTo>
                    <a:cubicBezTo>
                      <a:pt x="72065" y="12563"/>
                      <a:pt x="72008" y="12514"/>
                      <a:pt x="72008" y="12493"/>
                    </a:cubicBezTo>
                    <a:cubicBezTo>
                      <a:pt x="71978" y="12433"/>
                      <a:pt x="71978" y="12402"/>
                      <a:pt x="72008" y="12341"/>
                    </a:cubicBezTo>
                    <a:cubicBezTo>
                      <a:pt x="72008" y="12341"/>
                      <a:pt x="71948" y="12311"/>
                      <a:pt x="71917" y="12311"/>
                    </a:cubicBezTo>
                    <a:lnTo>
                      <a:pt x="71826" y="12372"/>
                    </a:lnTo>
                    <a:cubicBezTo>
                      <a:pt x="71735" y="12463"/>
                      <a:pt x="71613" y="12493"/>
                      <a:pt x="71492" y="12493"/>
                    </a:cubicBezTo>
                    <a:lnTo>
                      <a:pt x="71461" y="12524"/>
                    </a:lnTo>
                    <a:cubicBezTo>
                      <a:pt x="71426" y="12547"/>
                      <a:pt x="71387" y="12557"/>
                      <a:pt x="71349" y="12557"/>
                    </a:cubicBezTo>
                    <a:cubicBezTo>
                      <a:pt x="71286" y="12557"/>
                      <a:pt x="71225" y="12531"/>
                      <a:pt x="71188" y="12493"/>
                    </a:cubicBezTo>
                    <a:cubicBezTo>
                      <a:pt x="71127" y="12402"/>
                      <a:pt x="71066" y="12341"/>
                      <a:pt x="71036" y="12250"/>
                    </a:cubicBezTo>
                    <a:cubicBezTo>
                      <a:pt x="71036" y="12189"/>
                      <a:pt x="71036" y="12159"/>
                      <a:pt x="71097" y="12129"/>
                    </a:cubicBezTo>
                    <a:cubicBezTo>
                      <a:pt x="71127" y="12129"/>
                      <a:pt x="71188" y="12159"/>
                      <a:pt x="71218" y="12159"/>
                    </a:cubicBezTo>
                    <a:lnTo>
                      <a:pt x="71248" y="12159"/>
                    </a:lnTo>
                    <a:cubicBezTo>
                      <a:pt x="71253" y="12163"/>
                      <a:pt x="71258" y="12165"/>
                      <a:pt x="71264" y="12165"/>
                    </a:cubicBezTo>
                    <a:cubicBezTo>
                      <a:pt x="71303" y="12165"/>
                      <a:pt x="71374" y="12090"/>
                      <a:pt x="71400" y="12037"/>
                    </a:cubicBezTo>
                    <a:cubicBezTo>
                      <a:pt x="71431" y="11977"/>
                      <a:pt x="71340" y="11946"/>
                      <a:pt x="71218" y="11946"/>
                    </a:cubicBezTo>
                    <a:lnTo>
                      <a:pt x="71188" y="11977"/>
                    </a:lnTo>
                    <a:lnTo>
                      <a:pt x="71066" y="12037"/>
                    </a:lnTo>
                    <a:cubicBezTo>
                      <a:pt x="71005" y="12083"/>
                      <a:pt x="70937" y="12106"/>
                      <a:pt x="70869" y="12106"/>
                    </a:cubicBezTo>
                    <a:cubicBezTo>
                      <a:pt x="70800" y="12106"/>
                      <a:pt x="70732" y="12083"/>
                      <a:pt x="70671" y="12037"/>
                    </a:cubicBezTo>
                    <a:lnTo>
                      <a:pt x="70306" y="12037"/>
                    </a:lnTo>
                    <a:cubicBezTo>
                      <a:pt x="70245" y="12068"/>
                      <a:pt x="70245" y="12159"/>
                      <a:pt x="70276" y="12189"/>
                    </a:cubicBezTo>
                    <a:lnTo>
                      <a:pt x="70337" y="12189"/>
                    </a:lnTo>
                    <a:lnTo>
                      <a:pt x="70580" y="12250"/>
                    </a:lnTo>
                    <a:cubicBezTo>
                      <a:pt x="70853" y="12372"/>
                      <a:pt x="70945" y="12554"/>
                      <a:pt x="70914" y="12554"/>
                    </a:cubicBezTo>
                    <a:lnTo>
                      <a:pt x="70793" y="12554"/>
                    </a:lnTo>
                    <a:lnTo>
                      <a:pt x="70762" y="12524"/>
                    </a:lnTo>
                    <a:lnTo>
                      <a:pt x="70671" y="12433"/>
                    </a:lnTo>
                    <a:cubicBezTo>
                      <a:pt x="70580" y="12493"/>
                      <a:pt x="70489" y="12554"/>
                      <a:pt x="70397" y="12585"/>
                    </a:cubicBezTo>
                    <a:lnTo>
                      <a:pt x="70337" y="12585"/>
                    </a:lnTo>
                    <a:lnTo>
                      <a:pt x="70154" y="12645"/>
                    </a:lnTo>
                    <a:cubicBezTo>
                      <a:pt x="70106" y="12609"/>
                      <a:pt x="70054" y="12592"/>
                      <a:pt x="70004" y="12592"/>
                    </a:cubicBezTo>
                    <a:cubicBezTo>
                      <a:pt x="69927" y="12592"/>
                      <a:pt x="69857" y="12633"/>
                      <a:pt x="69820" y="12706"/>
                    </a:cubicBezTo>
                    <a:cubicBezTo>
                      <a:pt x="69814" y="12718"/>
                      <a:pt x="69803" y="12723"/>
                      <a:pt x="69788" y="12723"/>
                    </a:cubicBezTo>
                    <a:cubicBezTo>
                      <a:pt x="69724" y="12723"/>
                      <a:pt x="69596" y="12634"/>
                      <a:pt x="69546" y="12585"/>
                    </a:cubicBezTo>
                    <a:cubicBezTo>
                      <a:pt x="69516" y="12554"/>
                      <a:pt x="69402" y="12547"/>
                      <a:pt x="69280" y="12547"/>
                    </a:cubicBezTo>
                    <a:cubicBezTo>
                      <a:pt x="69159" y="12547"/>
                      <a:pt x="69030" y="12554"/>
                      <a:pt x="68969" y="12554"/>
                    </a:cubicBezTo>
                    <a:cubicBezTo>
                      <a:pt x="68878" y="12554"/>
                      <a:pt x="68786" y="12524"/>
                      <a:pt x="68695" y="12524"/>
                    </a:cubicBezTo>
                    <a:lnTo>
                      <a:pt x="68634" y="12524"/>
                    </a:lnTo>
                    <a:cubicBezTo>
                      <a:pt x="68574" y="12524"/>
                      <a:pt x="68543" y="12463"/>
                      <a:pt x="68543" y="12463"/>
                    </a:cubicBezTo>
                    <a:cubicBezTo>
                      <a:pt x="68452" y="12493"/>
                      <a:pt x="68330" y="12524"/>
                      <a:pt x="68239" y="12585"/>
                    </a:cubicBezTo>
                    <a:cubicBezTo>
                      <a:pt x="68215" y="12593"/>
                      <a:pt x="68190" y="12596"/>
                      <a:pt x="68167" y="12596"/>
                    </a:cubicBezTo>
                    <a:cubicBezTo>
                      <a:pt x="68101" y="12596"/>
                      <a:pt x="68041" y="12568"/>
                      <a:pt x="67996" y="12524"/>
                    </a:cubicBezTo>
                    <a:cubicBezTo>
                      <a:pt x="67990" y="12512"/>
                      <a:pt x="67981" y="12507"/>
                      <a:pt x="67970" y="12507"/>
                    </a:cubicBezTo>
                    <a:cubicBezTo>
                      <a:pt x="67923" y="12507"/>
                      <a:pt x="67838" y="12596"/>
                      <a:pt x="67814" y="12645"/>
                    </a:cubicBezTo>
                    <a:cubicBezTo>
                      <a:pt x="67801" y="12658"/>
                      <a:pt x="67788" y="12664"/>
                      <a:pt x="67775" y="12664"/>
                    </a:cubicBezTo>
                    <a:cubicBezTo>
                      <a:pt x="67727" y="12664"/>
                      <a:pt x="67679" y="12582"/>
                      <a:pt x="67631" y="12463"/>
                    </a:cubicBezTo>
                    <a:lnTo>
                      <a:pt x="67601" y="12372"/>
                    </a:lnTo>
                    <a:cubicBezTo>
                      <a:pt x="67598" y="12368"/>
                      <a:pt x="67594" y="12367"/>
                      <a:pt x="67590" y="12367"/>
                    </a:cubicBezTo>
                    <a:cubicBezTo>
                      <a:pt x="67558" y="12367"/>
                      <a:pt x="67510" y="12466"/>
                      <a:pt x="67510" y="12493"/>
                    </a:cubicBezTo>
                    <a:cubicBezTo>
                      <a:pt x="67419" y="12524"/>
                      <a:pt x="67327" y="12539"/>
                      <a:pt x="67236" y="12539"/>
                    </a:cubicBezTo>
                    <a:cubicBezTo>
                      <a:pt x="67145" y="12539"/>
                      <a:pt x="67054" y="12524"/>
                      <a:pt x="66963" y="12493"/>
                    </a:cubicBezTo>
                    <a:cubicBezTo>
                      <a:pt x="66908" y="12466"/>
                      <a:pt x="66847" y="12451"/>
                      <a:pt x="66789" y="12451"/>
                    </a:cubicBezTo>
                    <a:cubicBezTo>
                      <a:pt x="66717" y="12451"/>
                      <a:pt x="66648" y="12474"/>
                      <a:pt x="66598" y="12524"/>
                    </a:cubicBezTo>
                    <a:lnTo>
                      <a:pt x="66507" y="12585"/>
                    </a:lnTo>
                    <a:cubicBezTo>
                      <a:pt x="66385" y="12524"/>
                      <a:pt x="66233" y="12493"/>
                      <a:pt x="66081" y="12493"/>
                    </a:cubicBezTo>
                    <a:lnTo>
                      <a:pt x="65990" y="12554"/>
                    </a:lnTo>
                    <a:cubicBezTo>
                      <a:pt x="65949" y="12588"/>
                      <a:pt x="65913" y="12601"/>
                      <a:pt x="65880" y="12601"/>
                    </a:cubicBezTo>
                    <a:cubicBezTo>
                      <a:pt x="65778" y="12601"/>
                      <a:pt x="65699" y="12484"/>
                      <a:pt x="65588" y="12484"/>
                    </a:cubicBezTo>
                    <a:cubicBezTo>
                      <a:pt x="65571" y="12484"/>
                      <a:pt x="65553" y="12487"/>
                      <a:pt x="65534" y="12493"/>
                    </a:cubicBezTo>
                    <a:cubicBezTo>
                      <a:pt x="65498" y="12458"/>
                      <a:pt x="65463" y="12445"/>
                      <a:pt x="65432" y="12445"/>
                    </a:cubicBezTo>
                    <a:cubicBezTo>
                      <a:pt x="65385" y="12445"/>
                      <a:pt x="65352" y="12475"/>
                      <a:pt x="65352" y="12493"/>
                    </a:cubicBezTo>
                    <a:cubicBezTo>
                      <a:pt x="65352" y="12554"/>
                      <a:pt x="65291" y="12585"/>
                      <a:pt x="65230" y="12585"/>
                    </a:cubicBezTo>
                    <a:lnTo>
                      <a:pt x="65169" y="12585"/>
                    </a:lnTo>
                    <a:lnTo>
                      <a:pt x="65017" y="12676"/>
                    </a:lnTo>
                    <a:cubicBezTo>
                      <a:pt x="64961" y="12653"/>
                      <a:pt x="64876" y="12647"/>
                      <a:pt x="64786" y="12647"/>
                    </a:cubicBezTo>
                    <a:cubicBezTo>
                      <a:pt x="64688" y="12647"/>
                      <a:pt x="64585" y="12654"/>
                      <a:pt x="64508" y="12654"/>
                    </a:cubicBezTo>
                    <a:cubicBezTo>
                      <a:pt x="64465" y="12654"/>
                      <a:pt x="64430" y="12652"/>
                      <a:pt x="64409" y="12645"/>
                    </a:cubicBezTo>
                    <a:cubicBezTo>
                      <a:pt x="64318" y="12615"/>
                      <a:pt x="64166" y="12554"/>
                      <a:pt x="64075" y="12493"/>
                    </a:cubicBezTo>
                    <a:lnTo>
                      <a:pt x="64014" y="12493"/>
                    </a:lnTo>
                    <a:cubicBezTo>
                      <a:pt x="63923" y="12524"/>
                      <a:pt x="63862" y="12615"/>
                      <a:pt x="63771" y="12645"/>
                    </a:cubicBezTo>
                    <a:cubicBezTo>
                      <a:pt x="63741" y="12661"/>
                      <a:pt x="63710" y="12668"/>
                      <a:pt x="63680" y="12668"/>
                    </a:cubicBezTo>
                    <a:cubicBezTo>
                      <a:pt x="63650" y="12668"/>
                      <a:pt x="63619" y="12661"/>
                      <a:pt x="63589" y="12645"/>
                    </a:cubicBezTo>
                    <a:lnTo>
                      <a:pt x="63467" y="12524"/>
                    </a:lnTo>
                    <a:cubicBezTo>
                      <a:pt x="63315" y="12554"/>
                      <a:pt x="63194" y="12554"/>
                      <a:pt x="63072" y="12554"/>
                    </a:cubicBezTo>
                    <a:cubicBezTo>
                      <a:pt x="62981" y="12493"/>
                      <a:pt x="62920" y="12463"/>
                      <a:pt x="62829" y="12372"/>
                    </a:cubicBezTo>
                    <a:lnTo>
                      <a:pt x="62677" y="12463"/>
                    </a:lnTo>
                    <a:cubicBezTo>
                      <a:pt x="62670" y="12466"/>
                      <a:pt x="62662" y="12468"/>
                      <a:pt x="62653" y="12468"/>
                    </a:cubicBezTo>
                    <a:cubicBezTo>
                      <a:pt x="62578" y="12468"/>
                      <a:pt x="62430" y="12368"/>
                      <a:pt x="62403" y="12341"/>
                    </a:cubicBezTo>
                    <a:cubicBezTo>
                      <a:pt x="62373" y="12311"/>
                      <a:pt x="62403" y="12220"/>
                      <a:pt x="62434" y="12159"/>
                    </a:cubicBezTo>
                    <a:lnTo>
                      <a:pt x="62495" y="12129"/>
                    </a:lnTo>
                    <a:cubicBezTo>
                      <a:pt x="62555" y="12098"/>
                      <a:pt x="62586" y="12007"/>
                      <a:pt x="62586" y="12007"/>
                    </a:cubicBezTo>
                    <a:lnTo>
                      <a:pt x="62343" y="12007"/>
                    </a:lnTo>
                    <a:cubicBezTo>
                      <a:pt x="62264" y="12007"/>
                      <a:pt x="62097" y="12074"/>
                      <a:pt x="62012" y="12074"/>
                    </a:cubicBezTo>
                    <a:cubicBezTo>
                      <a:pt x="61998" y="12074"/>
                      <a:pt x="61986" y="12072"/>
                      <a:pt x="61978" y="12068"/>
                    </a:cubicBezTo>
                    <a:cubicBezTo>
                      <a:pt x="61958" y="12058"/>
                      <a:pt x="61927" y="12054"/>
                      <a:pt x="61893" y="12054"/>
                    </a:cubicBezTo>
                    <a:cubicBezTo>
                      <a:pt x="61826" y="12054"/>
                      <a:pt x="61745" y="12068"/>
                      <a:pt x="61704" y="12068"/>
                    </a:cubicBezTo>
                    <a:cubicBezTo>
                      <a:pt x="61643" y="12068"/>
                      <a:pt x="61583" y="12068"/>
                      <a:pt x="61522" y="12098"/>
                    </a:cubicBezTo>
                    <a:cubicBezTo>
                      <a:pt x="61502" y="12098"/>
                      <a:pt x="61508" y="12112"/>
                      <a:pt x="61533" y="12112"/>
                    </a:cubicBezTo>
                    <a:cubicBezTo>
                      <a:pt x="61545" y="12112"/>
                      <a:pt x="61562" y="12108"/>
                      <a:pt x="61583" y="12098"/>
                    </a:cubicBezTo>
                    <a:lnTo>
                      <a:pt x="61613" y="12129"/>
                    </a:lnTo>
                    <a:cubicBezTo>
                      <a:pt x="61674" y="12159"/>
                      <a:pt x="61674" y="12250"/>
                      <a:pt x="61674" y="12250"/>
                    </a:cubicBezTo>
                    <a:lnTo>
                      <a:pt x="61613" y="12281"/>
                    </a:lnTo>
                    <a:cubicBezTo>
                      <a:pt x="61522" y="12311"/>
                      <a:pt x="61613" y="12341"/>
                      <a:pt x="61795" y="12372"/>
                    </a:cubicBezTo>
                    <a:lnTo>
                      <a:pt x="61856" y="12281"/>
                    </a:lnTo>
                    <a:cubicBezTo>
                      <a:pt x="61890" y="12180"/>
                      <a:pt x="61923" y="12135"/>
                      <a:pt x="61972" y="12135"/>
                    </a:cubicBezTo>
                    <a:cubicBezTo>
                      <a:pt x="62012" y="12135"/>
                      <a:pt x="62061" y="12165"/>
                      <a:pt x="62130" y="12220"/>
                    </a:cubicBezTo>
                    <a:cubicBezTo>
                      <a:pt x="62150" y="12220"/>
                      <a:pt x="62197" y="12139"/>
                      <a:pt x="62236" y="12139"/>
                    </a:cubicBezTo>
                    <a:cubicBezTo>
                      <a:pt x="62255" y="12139"/>
                      <a:pt x="62272" y="12159"/>
                      <a:pt x="62282" y="12220"/>
                    </a:cubicBezTo>
                    <a:lnTo>
                      <a:pt x="62312" y="12281"/>
                    </a:lnTo>
                    <a:cubicBezTo>
                      <a:pt x="62282" y="12372"/>
                      <a:pt x="62130" y="12463"/>
                      <a:pt x="62069" y="12463"/>
                    </a:cubicBezTo>
                    <a:cubicBezTo>
                      <a:pt x="62008" y="12433"/>
                      <a:pt x="61978" y="12433"/>
                      <a:pt x="61917" y="12402"/>
                    </a:cubicBezTo>
                    <a:cubicBezTo>
                      <a:pt x="61917" y="12402"/>
                      <a:pt x="61856" y="12493"/>
                      <a:pt x="61856" y="12524"/>
                    </a:cubicBezTo>
                    <a:lnTo>
                      <a:pt x="61461" y="12524"/>
                    </a:lnTo>
                    <a:cubicBezTo>
                      <a:pt x="61188" y="12524"/>
                      <a:pt x="60944" y="12433"/>
                      <a:pt x="60732" y="12281"/>
                    </a:cubicBezTo>
                    <a:lnTo>
                      <a:pt x="60519" y="12463"/>
                    </a:lnTo>
                    <a:cubicBezTo>
                      <a:pt x="60458" y="12433"/>
                      <a:pt x="60397" y="12402"/>
                      <a:pt x="60367" y="12372"/>
                    </a:cubicBezTo>
                    <a:lnTo>
                      <a:pt x="60336" y="12311"/>
                    </a:lnTo>
                    <a:cubicBezTo>
                      <a:pt x="60336" y="12230"/>
                      <a:pt x="60530" y="12124"/>
                      <a:pt x="60637" y="12124"/>
                    </a:cubicBezTo>
                    <a:cubicBezTo>
                      <a:pt x="60650" y="12124"/>
                      <a:pt x="60661" y="12125"/>
                      <a:pt x="60671" y="12129"/>
                    </a:cubicBezTo>
                    <a:cubicBezTo>
                      <a:pt x="60695" y="12137"/>
                      <a:pt x="60711" y="12141"/>
                      <a:pt x="60719" y="12141"/>
                    </a:cubicBezTo>
                    <a:cubicBezTo>
                      <a:pt x="60741" y="12141"/>
                      <a:pt x="60707" y="12112"/>
                      <a:pt x="60640" y="12068"/>
                    </a:cubicBezTo>
                    <a:lnTo>
                      <a:pt x="60549" y="12037"/>
                    </a:lnTo>
                    <a:lnTo>
                      <a:pt x="60458" y="11977"/>
                    </a:lnTo>
                    <a:cubicBezTo>
                      <a:pt x="60336" y="11946"/>
                      <a:pt x="60306" y="11916"/>
                      <a:pt x="60397" y="11885"/>
                    </a:cubicBezTo>
                    <a:lnTo>
                      <a:pt x="60580" y="11885"/>
                    </a:lnTo>
                    <a:cubicBezTo>
                      <a:pt x="60667" y="11903"/>
                      <a:pt x="60816" y="11921"/>
                      <a:pt x="60932" y="11921"/>
                    </a:cubicBezTo>
                    <a:cubicBezTo>
                      <a:pt x="61016" y="11921"/>
                      <a:pt x="61083" y="11911"/>
                      <a:pt x="61096" y="11885"/>
                    </a:cubicBezTo>
                    <a:cubicBezTo>
                      <a:pt x="61188" y="11825"/>
                      <a:pt x="61279" y="11764"/>
                      <a:pt x="61370" y="11733"/>
                    </a:cubicBezTo>
                    <a:lnTo>
                      <a:pt x="61552" y="11764"/>
                    </a:lnTo>
                    <a:lnTo>
                      <a:pt x="61765" y="11855"/>
                    </a:lnTo>
                    <a:cubicBezTo>
                      <a:pt x="62069" y="11794"/>
                      <a:pt x="62464" y="11764"/>
                      <a:pt x="62525" y="11764"/>
                    </a:cubicBezTo>
                    <a:cubicBezTo>
                      <a:pt x="62534" y="11768"/>
                      <a:pt x="62546" y="11770"/>
                      <a:pt x="62560" y="11770"/>
                    </a:cubicBezTo>
                    <a:cubicBezTo>
                      <a:pt x="62630" y="11770"/>
                      <a:pt x="62754" y="11727"/>
                      <a:pt x="62824" y="11727"/>
                    </a:cubicBezTo>
                    <a:cubicBezTo>
                      <a:pt x="62838" y="11727"/>
                      <a:pt x="62850" y="11729"/>
                      <a:pt x="62859" y="11733"/>
                    </a:cubicBezTo>
                    <a:cubicBezTo>
                      <a:pt x="62868" y="11738"/>
                      <a:pt x="62880" y="11740"/>
                      <a:pt x="62893" y="11740"/>
                    </a:cubicBezTo>
                    <a:cubicBezTo>
                      <a:pt x="62958" y="11740"/>
                      <a:pt x="63065" y="11697"/>
                      <a:pt x="63129" y="11697"/>
                    </a:cubicBezTo>
                    <a:cubicBezTo>
                      <a:pt x="63143" y="11697"/>
                      <a:pt x="63154" y="11699"/>
                      <a:pt x="63163" y="11703"/>
                    </a:cubicBezTo>
                    <a:cubicBezTo>
                      <a:pt x="63224" y="11718"/>
                      <a:pt x="63277" y="11726"/>
                      <a:pt x="63330" y="11726"/>
                    </a:cubicBezTo>
                    <a:cubicBezTo>
                      <a:pt x="63384" y="11726"/>
                      <a:pt x="63437" y="11718"/>
                      <a:pt x="63498" y="11703"/>
                    </a:cubicBezTo>
                    <a:lnTo>
                      <a:pt x="64379" y="11703"/>
                    </a:lnTo>
                    <a:cubicBezTo>
                      <a:pt x="64412" y="11711"/>
                      <a:pt x="64444" y="11715"/>
                      <a:pt x="64476" y="11715"/>
                    </a:cubicBezTo>
                    <a:cubicBezTo>
                      <a:pt x="64564" y="11715"/>
                      <a:pt x="64647" y="11687"/>
                      <a:pt x="64713" y="11642"/>
                    </a:cubicBezTo>
                    <a:lnTo>
                      <a:pt x="64774" y="11551"/>
                    </a:lnTo>
                    <a:cubicBezTo>
                      <a:pt x="64926" y="11582"/>
                      <a:pt x="65139" y="11612"/>
                      <a:pt x="65200" y="11642"/>
                    </a:cubicBezTo>
                    <a:cubicBezTo>
                      <a:pt x="65337" y="11658"/>
                      <a:pt x="65473" y="11665"/>
                      <a:pt x="65606" y="11665"/>
                    </a:cubicBezTo>
                    <a:cubicBezTo>
                      <a:pt x="65739" y="11665"/>
                      <a:pt x="65868" y="11658"/>
                      <a:pt x="65990" y="11642"/>
                    </a:cubicBezTo>
                    <a:lnTo>
                      <a:pt x="66324" y="11612"/>
                    </a:lnTo>
                    <a:cubicBezTo>
                      <a:pt x="66446" y="11612"/>
                      <a:pt x="66568" y="11639"/>
                      <a:pt x="66680" y="11639"/>
                    </a:cubicBezTo>
                    <a:cubicBezTo>
                      <a:pt x="66736" y="11639"/>
                      <a:pt x="66790" y="11632"/>
                      <a:pt x="66841" y="11612"/>
                    </a:cubicBezTo>
                    <a:lnTo>
                      <a:pt x="67023" y="11521"/>
                    </a:lnTo>
                    <a:cubicBezTo>
                      <a:pt x="67130" y="11551"/>
                      <a:pt x="67236" y="11566"/>
                      <a:pt x="67343" y="11566"/>
                    </a:cubicBezTo>
                    <a:cubicBezTo>
                      <a:pt x="67449" y="11566"/>
                      <a:pt x="67555" y="11551"/>
                      <a:pt x="67662" y="11521"/>
                    </a:cubicBezTo>
                    <a:lnTo>
                      <a:pt x="67844" y="11551"/>
                    </a:lnTo>
                    <a:cubicBezTo>
                      <a:pt x="67951" y="11566"/>
                      <a:pt x="68057" y="11574"/>
                      <a:pt x="68163" y="11574"/>
                    </a:cubicBezTo>
                    <a:cubicBezTo>
                      <a:pt x="68270" y="11574"/>
                      <a:pt x="68376" y="11566"/>
                      <a:pt x="68482" y="11551"/>
                    </a:cubicBezTo>
                    <a:lnTo>
                      <a:pt x="68634" y="11521"/>
                    </a:lnTo>
                    <a:cubicBezTo>
                      <a:pt x="68817" y="11521"/>
                      <a:pt x="68999" y="11551"/>
                      <a:pt x="69182" y="11612"/>
                    </a:cubicBezTo>
                    <a:lnTo>
                      <a:pt x="69334" y="11551"/>
                    </a:lnTo>
                    <a:cubicBezTo>
                      <a:pt x="69379" y="11536"/>
                      <a:pt x="69425" y="11528"/>
                      <a:pt x="69474" y="11528"/>
                    </a:cubicBezTo>
                    <a:cubicBezTo>
                      <a:pt x="69524" y="11528"/>
                      <a:pt x="69577" y="11536"/>
                      <a:pt x="69638" y="11551"/>
                    </a:cubicBezTo>
                    <a:lnTo>
                      <a:pt x="70306" y="11551"/>
                    </a:lnTo>
                    <a:cubicBezTo>
                      <a:pt x="70352" y="11551"/>
                      <a:pt x="70413" y="11559"/>
                      <a:pt x="70466" y="11559"/>
                    </a:cubicBezTo>
                    <a:cubicBezTo>
                      <a:pt x="70519" y="11559"/>
                      <a:pt x="70565" y="11551"/>
                      <a:pt x="70580" y="11521"/>
                    </a:cubicBezTo>
                    <a:cubicBezTo>
                      <a:pt x="70599" y="11501"/>
                      <a:pt x="70616" y="11494"/>
                      <a:pt x="70631" y="11494"/>
                    </a:cubicBezTo>
                    <a:cubicBezTo>
                      <a:pt x="70673" y="11494"/>
                      <a:pt x="70705" y="11547"/>
                      <a:pt x="70757" y="11547"/>
                    </a:cubicBezTo>
                    <a:cubicBezTo>
                      <a:pt x="70776" y="11547"/>
                      <a:pt x="70797" y="11540"/>
                      <a:pt x="70823" y="11521"/>
                    </a:cubicBezTo>
                    <a:cubicBezTo>
                      <a:pt x="70848" y="11502"/>
                      <a:pt x="70872" y="11495"/>
                      <a:pt x="70895" y="11495"/>
                    </a:cubicBezTo>
                    <a:cubicBezTo>
                      <a:pt x="70967" y="11495"/>
                      <a:pt x="71032" y="11564"/>
                      <a:pt x="71105" y="11564"/>
                    </a:cubicBezTo>
                    <a:cubicBezTo>
                      <a:pt x="71122" y="11564"/>
                      <a:pt x="71139" y="11560"/>
                      <a:pt x="71157" y="11551"/>
                    </a:cubicBezTo>
                    <a:cubicBezTo>
                      <a:pt x="71279" y="11521"/>
                      <a:pt x="71431" y="11490"/>
                      <a:pt x="71583" y="11460"/>
                    </a:cubicBezTo>
                    <a:lnTo>
                      <a:pt x="71613" y="11460"/>
                    </a:lnTo>
                    <a:cubicBezTo>
                      <a:pt x="71689" y="11475"/>
                      <a:pt x="71765" y="11483"/>
                      <a:pt x="71841" y="11483"/>
                    </a:cubicBezTo>
                    <a:cubicBezTo>
                      <a:pt x="71917" y="11483"/>
                      <a:pt x="71993" y="11475"/>
                      <a:pt x="72069" y="11460"/>
                    </a:cubicBezTo>
                    <a:lnTo>
                      <a:pt x="72768" y="11460"/>
                    </a:lnTo>
                    <a:cubicBezTo>
                      <a:pt x="73011" y="11430"/>
                      <a:pt x="73285" y="11399"/>
                      <a:pt x="73528" y="11399"/>
                    </a:cubicBezTo>
                    <a:cubicBezTo>
                      <a:pt x="73632" y="11399"/>
                      <a:pt x="73759" y="11332"/>
                      <a:pt x="73831" y="11332"/>
                    </a:cubicBezTo>
                    <a:cubicBezTo>
                      <a:pt x="73843" y="11332"/>
                      <a:pt x="73854" y="11334"/>
                      <a:pt x="73863" y="11338"/>
                    </a:cubicBezTo>
                    <a:lnTo>
                      <a:pt x="74014" y="11430"/>
                    </a:lnTo>
                    <a:cubicBezTo>
                      <a:pt x="74136" y="11399"/>
                      <a:pt x="74410" y="11369"/>
                      <a:pt x="74562" y="11308"/>
                    </a:cubicBezTo>
                    <a:lnTo>
                      <a:pt x="74744" y="11308"/>
                    </a:lnTo>
                    <a:cubicBezTo>
                      <a:pt x="74835" y="11308"/>
                      <a:pt x="74926" y="11399"/>
                      <a:pt x="74987" y="11399"/>
                    </a:cubicBezTo>
                    <a:cubicBezTo>
                      <a:pt x="75078" y="11399"/>
                      <a:pt x="75200" y="11308"/>
                      <a:pt x="75261" y="11308"/>
                    </a:cubicBezTo>
                    <a:cubicBezTo>
                      <a:pt x="75322" y="11308"/>
                      <a:pt x="75369" y="11362"/>
                      <a:pt x="75421" y="11362"/>
                    </a:cubicBezTo>
                    <a:cubicBezTo>
                      <a:pt x="75446" y="11362"/>
                      <a:pt x="75473" y="11348"/>
                      <a:pt x="75504" y="11308"/>
                    </a:cubicBezTo>
                    <a:cubicBezTo>
                      <a:pt x="75534" y="11308"/>
                      <a:pt x="75686" y="11338"/>
                      <a:pt x="75777" y="11369"/>
                    </a:cubicBezTo>
                    <a:lnTo>
                      <a:pt x="75869" y="11369"/>
                    </a:lnTo>
                    <a:cubicBezTo>
                      <a:pt x="75960" y="11369"/>
                      <a:pt x="76081" y="11338"/>
                      <a:pt x="76203" y="11308"/>
                    </a:cubicBezTo>
                    <a:lnTo>
                      <a:pt x="76902" y="11308"/>
                    </a:lnTo>
                    <a:cubicBezTo>
                      <a:pt x="77008" y="11293"/>
                      <a:pt x="77107" y="11285"/>
                      <a:pt x="77206" y="11285"/>
                    </a:cubicBezTo>
                    <a:cubicBezTo>
                      <a:pt x="77305" y="11285"/>
                      <a:pt x="77404" y="11293"/>
                      <a:pt x="77510" y="11308"/>
                    </a:cubicBezTo>
                    <a:lnTo>
                      <a:pt x="77540" y="11308"/>
                    </a:lnTo>
                    <a:cubicBezTo>
                      <a:pt x="77692" y="11247"/>
                      <a:pt x="77844" y="11186"/>
                      <a:pt x="77996" y="11156"/>
                    </a:cubicBezTo>
                    <a:cubicBezTo>
                      <a:pt x="78118" y="11156"/>
                      <a:pt x="78209" y="11095"/>
                      <a:pt x="78239" y="11004"/>
                    </a:cubicBezTo>
                    <a:cubicBezTo>
                      <a:pt x="78239" y="10943"/>
                      <a:pt x="78483" y="10913"/>
                      <a:pt x="78574" y="10913"/>
                    </a:cubicBezTo>
                    <a:cubicBezTo>
                      <a:pt x="78695" y="10913"/>
                      <a:pt x="78726" y="11065"/>
                      <a:pt x="78695" y="11126"/>
                    </a:cubicBezTo>
                    <a:cubicBezTo>
                      <a:pt x="78665" y="11156"/>
                      <a:pt x="78787" y="11186"/>
                      <a:pt x="78969" y="11186"/>
                    </a:cubicBezTo>
                    <a:lnTo>
                      <a:pt x="79091" y="11186"/>
                    </a:lnTo>
                    <a:lnTo>
                      <a:pt x="79243" y="11247"/>
                    </a:lnTo>
                    <a:cubicBezTo>
                      <a:pt x="79395" y="11186"/>
                      <a:pt x="79547" y="11126"/>
                      <a:pt x="79668" y="11034"/>
                    </a:cubicBezTo>
                    <a:lnTo>
                      <a:pt x="79820" y="11156"/>
                    </a:lnTo>
                    <a:cubicBezTo>
                      <a:pt x="79826" y="11168"/>
                      <a:pt x="79840" y="11173"/>
                      <a:pt x="79858" y="11173"/>
                    </a:cubicBezTo>
                    <a:cubicBezTo>
                      <a:pt x="79932" y="11173"/>
                      <a:pt x="80088" y="11095"/>
                      <a:pt x="80185" y="11095"/>
                    </a:cubicBezTo>
                    <a:cubicBezTo>
                      <a:pt x="80286" y="11095"/>
                      <a:pt x="80374" y="11109"/>
                      <a:pt x="80466" y="11109"/>
                    </a:cubicBezTo>
                    <a:cubicBezTo>
                      <a:pt x="80512" y="11109"/>
                      <a:pt x="80560" y="11105"/>
                      <a:pt x="80610" y="11095"/>
                    </a:cubicBezTo>
                    <a:cubicBezTo>
                      <a:pt x="80732" y="11095"/>
                      <a:pt x="80884" y="11065"/>
                      <a:pt x="81036" y="11034"/>
                    </a:cubicBezTo>
                    <a:lnTo>
                      <a:pt x="81157" y="11034"/>
                    </a:lnTo>
                    <a:cubicBezTo>
                      <a:pt x="81309" y="11034"/>
                      <a:pt x="81309" y="10822"/>
                      <a:pt x="81249" y="10761"/>
                    </a:cubicBezTo>
                    <a:cubicBezTo>
                      <a:pt x="81218" y="10700"/>
                      <a:pt x="81127" y="10548"/>
                      <a:pt x="81036" y="10426"/>
                    </a:cubicBezTo>
                    <a:lnTo>
                      <a:pt x="81036" y="10244"/>
                    </a:lnTo>
                    <a:cubicBezTo>
                      <a:pt x="81136" y="10169"/>
                      <a:pt x="81215" y="10115"/>
                      <a:pt x="81257" y="10115"/>
                    </a:cubicBezTo>
                    <a:cubicBezTo>
                      <a:pt x="81266" y="10115"/>
                      <a:pt x="81274" y="10117"/>
                      <a:pt x="81279" y="10123"/>
                    </a:cubicBezTo>
                    <a:lnTo>
                      <a:pt x="81370" y="10123"/>
                    </a:lnTo>
                    <a:cubicBezTo>
                      <a:pt x="81401" y="9940"/>
                      <a:pt x="81431" y="9758"/>
                      <a:pt x="81461" y="9575"/>
                    </a:cubicBezTo>
                    <a:cubicBezTo>
                      <a:pt x="81461" y="9454"/>
                      <a:pt x="81218" y="9271"/>
                      <a:pt x="81188" y="9211"/>
                    </a:cubicBezTo>
                    <a:cubicBezTo>
                      <a:pt x="81127" y="9150"/>
                      <a:pt x="81157" y="9089"/>
                      <a:pt x="81188" y="9089"/>
                    </a:cubicBezTo>
                    <a:cubicBezTo>
                      <a:pt x="81279" y="9028"/>
                      <a:pt x="81401" y="8998"/>
                      <a:pt x="81492" y="8937"/>
                    </a:cubicBezTo>
                    <a:lnTo>
                      <a:pt x="81309" y="8785"/>
                    </a:lnTo>
                    <a:lnTo>
                      <a:pt x="81279" y="8755"/>
                    </a:lnTo>
                    <a:cubicBezTo>
                      <a:pt x="81340" y="8664"/>
                      <a:pt x="81309" y="8572"/>
                      <a:pt x="81249" y="8572"/>
                    </a:cubicBezTo>
                    <a:lnTo>
                      <a:pt x="81188" y="8572"/>
                    </a:lnTo>
                    <a:cubicBezTo>
                      <a:pt x="81127" y="8572"/>
                      <a:pt x="81097" y="8512"/>
                      <a:pt x="81097" y="8481"/>
                    </a:cubicBezTo>
                    <a:cubicBezTo>
                      <a:pt x="81097" y="8481"/>
                      <a:pt x="81127" y="8420"/>
                      <a:pt x="81157" y="8420"/>
                    </a:cubicBezTo>
                    <a:lnTo>
                      <a:pt x="81279" y="8420"/>
                    </a:lnTo>
                    <a:cubicBezTo>
                      <a:pt x="81334" y="8365"/>
                      <a:pt x="81465" y="8234"/>
                      <a:pt x="81534" y="8234"/>
                    </a:cubicBezTo>
                    <a:cubicBezTo>
                      <a:pt x="81541" y="8234"/>
                      <a:pt x="81547" y="8235"/>
                      <a:pt x="81553" y="8238"/>
                    </a:cubicBezTo>
                    <a:cubicBezTo>
                      <a:pt x="81560" y="8245"/>
                      <a:pt x="81567" y="8249"/>
                      <a:pt x="81575" y="8249"/>
                    </a:cubicBezTo>
                    <a:cubicBezTo>
                      <a:pt x="81627" y="8249"/>
                      <a:pt x="81674" y="8075"/>
                      <a:pt x="81674" y="7995"/>
                    </a:cubicBezTo>
                    <a:cubicBezTo>
                      <a:pt x="81674" y="7934"/>
                      <a:pt x="81644" y="7873"/>
                      <a:pt x="81613" y="7812"/>
                    </a:cubicBezTo>
                    <a:cubicBezTo>
                      <a:pt x="81610" y="7809"/>
                      <a:pt x="81606" y="7808"/>
                      <a:pt x="81602" y="7808"/>
                    </a:cubicBezTo>
                    <a:cubicBezTo>
                      <a:pt x="81570" y="7808"/>
                      <a:pt x="81519" y="7907"/>
                      <a:pt x="81492" y="7934"/>
                    </a:cubicBezTo>
                    <a:cubicBezTo>
                      <a:pt x="81492" y="7964"/>
                      <a:pt x="81461" y="7995"/>
                      <a:pt x="81401" y="7995"/>
                    </a:cubicBezTo>
                    <a:cubicBezTo>
                      <a:pt x="81431" y="7904"/>
                      <a:pt x="81461" y="7812"/>
                      <a:pt x="81492" y="7721"/>
                    </a:cubicBezTo>
                    <a:cubicBezTo>
                      <a:pt x="81510" y="7686"/>
                      <a:pt x="81559" y="7671"/>
                      <a:pt x="81602" y="7671"/>
                    </a:cubicBezTo>
                    <a:cubicBezTo>
                      <a:pt x="81633" y="7671"/>
                      <a:pt x="81662" y="7678"/>
                      <a:pt x="81674" y="7691"/>
                    </a:cubicBezTo>
                    <a:cubicBezTo>
                      <a:pt x="81710" y="7700"/>
                      <a:pt x="81745" y="7703"/>
                      <a:pt x="81780" y="7703"/>
                    </a:cubicBezTo>
                    <a:cubicBezTo>
                      <a:pt x="81864" y="7703"/>
                      <a:pt x="81944" y="7682"/>
                      <a:pt x="82009" y="7660"/>
                    </a:cubicBezTo>
                    <a:lnTo>
                      <a:pt x="82130" y="7600"/>
                    </a:lnTo>
                    <a:lnTo>
                      <a:pt x="82191" y="7569"/>
                    </a:lnTo>
                    <a:cubicBezTo>
                      <a:pt x="82221" y="7509"/>
                      <a:pt x="82100" y="7417"/>
                      <a:pt x="82039" y="7387"/>
                    </a:cubicBezTo>
                    <a:cubicBezTo>
                      <a:pt x="82028" y="7381"/>
                      <a:pt x="82017" y="7379"/>
                      <a:pt x="82006" y="7379"/>
                    </a:cubicBezTo>
                    <a:cubicBezTo>
                      <a:pt x="81957" y="7379"/>
                      <a:pt x="81912" y="7428"/>
                      <a:pt x="81887" y="7478"/>
                    </a:cubicBezTo>
                    <a:lnTo>
                      <a:pt x="81857" y="7509"/>
                    </a:lnTo>
                    <a:lnTo>
                      <a:pt x="81765" y="7539"/>
                    </a:lnTo>
                    <a:cubicBezTo>
                      <a:pt x="81644" y="7509"/>
                      <a:pt x="81522" y="7448"/>
                      <a:pt x="81431" y="7387"/>
                    </a:cubicBezTo>
                    <a:lnTo>
                      <a:pt x="81431" y="7326"/>
                    </a:lnTo>
                    <a:lnTo>
                      <a:pt x="81431" y="7235"/>
                    </a:lnTo>
                    <a:cubicBezTo>
                      <a:pt x="81492" y="7113"/>
                      <a:pt x="81431" y="6992"/>
                      <a:pt x="81340" y="6931"/>
                    </a:cubicBezTo>
                    <a:lnTo>
                      <a:pt x="81249" y="6870"/>
                    </a:lnTo>
                    <a:cubicBezTo>
                      <a:pt x="81203" y="6825"/>
                      <a:pt x="81180" y="6802"/>
                      <a:pt x="81142" y="6802"/>
                    </a:cubicBezTo>
                    <a:cubicBezTo>
                      <a:pt x="81104" y="6802"/>
                      <a:pt x="81051" y="6825"/>
                      <a:pt x="80945" y="6870"/>
                    </a:cubicBezTo>
                    <a:lnTo>
                      <a:pt x="80762" y="6870"/>
                    </a:lnTo>
                    <a:cubicBezTo>
                      <a:pt x="80610" y="6870"/>
                      <a:pt x="80580" y="6566"/>
                      <a:pt x="80580" y="6475"/>
                    </a:cubicBezTo>
                    <a:cubicBezTo>
                      <a:pt x="80580" y="6353"/>
                      <a:pt x="80519" y="6262"/>
                      <a:pt x="80458" y="6201"/>
                    </a:cubicBezTo>
                    <a:cubicBezTo>
                      <a:pt x="80428" y="6186"/>
                      <a:pt x="80398" y="6179"/>
                      <a:pt x="80367" y="6179"/>
                    </a:cubicBezTo>
                    <a:cubicBezTo>
                      <a:pt x="80337" y="6179"/>
                      <a:pt x="80306" y="6186"/>
                      <a:pt x="80276" y="6201"/>
                    </a:cubicBezTo>
                    <a:cubicBezTo>
                      <a:pt x="80215" y="6232"/>
                      <a:pt x="80124" y="6262"/>
                      <a:pt x="80063" y="6293"/>
                    </a:cubicBezTo>
                    <a:lnTo>
                      <a:pt x="80063" y="6201"/>
                    </a:lnTo>
                    <a:lnTo>
                      <a:pt x="80002" y="6019"/>
                    </a:lnTo>
                    <a:cubicBezTo>
                      <a:pt x="79820" y="6110"/>
                      <a:pt x="79607" y="6201"/>
                      <a:pt x="79395" y="6262"/>
                    </a:cubicBezTo>
                    <a:cubicBezTo>
                      <a:pt x="79354" y="6262"/>
                      <a:pt x="79178" y="6249"/>
                      <a:pt x="79057" y="6249"/>
                    </a:cubicBezTo>
                    <a:cubicBezTo>
                      <a:pt x="78996" y="6249"/>
                      <a:pt x="78949" y="6252"/>
                      <a:pt x="78939" y="6262"/>
                    </a:cubicBezTo>
                    <a:cubicBezTo>
                      <a:pt x="78930" y="6279"/>
                      <a:pt x="78916" y="6286"/>
                      <a:pt x="78896" y="6286"/>
                    </a:cubicBezTo>
                    <a:cubicBezTo>
                      <a:pt x="78843" y="6286"/>
                      <a:pt x="78754" y="6230"/>
                      <a:pt x="78665" y="6141"/>
                    </a:cubicBezTo>
                    <a:lnTo>
                      <a:pt x="78513" y="6232"/>
                    </a:lnTo>
                    <a:lnTo>
                      <a:pt x="78300" y="6353"/>
                    </a:lnTo>
                    <a:cubicBezTo>
                      <a:pt x="78148" y="6293"/>
                      <a:pt x="77966" y="6262"/>
                      <a:pt x="77814" y="6232"/>
                    </a:cubicBezTo>
                    <a:lnTo>
                      <a:pt x="77662" y="6232"/>
                    </a:lnTo>
                    <a:cubicBezTo>
                      <a:pt x="77480" y="6232"/>
                      <a:pt x="77297" y="6232"/>
                      <a:pt x="77145" y="6201"/>
                    </a:cubicBezTo>
                    <a:lnTo>
                      <a:pt x="77054" y="6384"/>
                    </a:lnTo>
                    <a:lnTo>
                      <a:pt x="77024" y="6445"/>
                    </a:lnTo>
                    <a:cubicBezTo>
                      <a:pt x="76902" y="6414"/>
                      <a:pt x="76811" y="6323"/>
                      <a:pt x="76720" y="6232"/>
                    </a:cubicBezTo>
                    <a:lnTo>
                      <a:pt x="76598" y="6353"/>
                    </a:lnTo>
                    <a:lnTo>
                      <a:pt x="76537" y="6384"/>
                    </a:lnTo>
                    <a:cubicBezTo>
                      <a:pt x="76493" y="6428"/>
                      <a:pt x="76432" y="6457"/>
                      <a:pt x="76379" y="6457"/>
                    </a:cubicBezTo>
                    <a:cubicBezTo>
                      <a:pt x="76359" y="6457"/>
                      <a:pt x="76341" y="6453"/>
                      <a:pt x="76325" y="6445"/>
                    </a:cubicBezTo>
                    <a:lnTo>
                      <a:pt x="76294" y="6445"/>
                    </a:lnTo>
                    <a:cubicBezTo>
                      <a:pt x="76233" y="6414"/>
                      <a:pt x="76173" y="6384"/>
                      <a:pt x="76112" y="6384"/>
                    </a:cubicBezTo>
                    <a:cubicBezTo>
                      <a:pt x="76090" y="6378"/>
                      <a:pt x="76070" y="6376"/>
                      <a:pt x="76050" y="6376"/>
                    </a:cubicBezTo>
                    <a:cubicBezTo>
                      <a:pt x="75959" y="6376"/>
                      <a:pt x="75888" y="6430"/>
                      <a:pt x="75838" y="6505"/>
                    </a:cubicBezTo>
                    <a:cubicBezTo>
                      <a:pt x="75803" y="6577"/>
                      <a:pt x="75788" y="6606"/>
                      <a:pt x="75770" y="6606"/>
                    </a:cubicBezTo>
                    <a:cubicBezTo>
                      <a:pt x="75757" y="6606"/>
                      <a:pt x="75742" y="6591"/>
                      <a:pt x="75717" y="6566"/>
                    </a:cubicBezTo>
                    <a:lnTo>
                      <a:pt x="75625" y="6475"/>
                    </a:lnTo>
                    <a:lnTo>
                      <a:pt x="75109" y="6414"/>
                    </a:lnTo>
                    <a:lnTo>
                      <a:pt x="74987" y="6505"/>
                    </a:lnTo>
                    <a:lnTo>
                      <a:pt x="74957" y="6536"/>
                    </a:lnTo>
                    <a:cubicBezTo>
                      <a:pt x="74896" y="6536"/>
                      <a:pt x="74805" y="6445"/>
                      <a:pt x="74805" y="6323"/>
                    </a:cubicBezTo>
                    <a:lnTo>
                      <a:pt x="74774" y="6232"/>
                    </a:lnTo>
                    <a:cubicBezTo>
                      <a:pt x="74744" y="6201"/>
                      <a:pt x="74714" y="6201"/>
                      <a:pt x="74683" y="6201"/>
                    </a:cubicBezTo>
                    <a:cubicBezTo>
                      <a:pt x="74653" y="6201"/>
                      <a:pt x="74622" y="6262"/>
                      <a:pt x="74622" y="6262"/>
                    </a:cubicBezTo>
                    <a:cubicBezTo>
                      <a:pt x="74683" y="6323"/>
                      <a:pt x="74744" y="6353"/>
                      <a:pt x="74653" y="6414"/>
                    </a:cubicBezTo>
                    <a:cubicBezTo>
                      <a:pt x="74592" y="6475"/>
                      <a:pt x="74531" y="6505"/>
                      <a:pt x="74470" y="6536"/>
                    </a:cubicBezTo>
                    <a:lnTo>
                      <a:pt x="74349" y="6566"/>
                    </a:lnTo>
                    <a:cubicBezTo>
                      <a:pt x="74197" y="6536"/>
                      <a:pt x="74045" y="6475"/>
                      <a:pt x="73893" y="6414"/>
                    </a:cubicBezTo>
                    <a:cubicBezTo>
                      <a:pt x="73886" y="6411"/>
                      <a:pt x="73879" y="6410"/>
                      <a:pt x="73872" y="6410"/>
                    </a:cubicBezTo>
                    <a:cubicBezTo>
                      <a:pt x="73807" y="6410"/>
                      <a:pt x="73707" y="6515"/>
                      <a:pt x="73680" y="6597"/>
                    </a:cubicBezTo>
                    <a:cubicBezTo>
                      <a:pt x="73650" y="6657"/>
                      <a:pt x="73589" y="6657"/>
                      <a:pt x="73589" y="6657"/>
                    </a:cubicBezTo>
                    <a:cubicBezTo>
                      <a:pt x="73589" y="6657"/>
                      <a:pt x="73528" y="6505"/>
                      <a:pt x="73467" y="6505"/>
                    </a:cubicBezTo>
                    <a:cubicBezTo>
                      <a:pt x="73459" y="6510"/>
                      <a:pt x="73452" y="6511"/>
                      <a:pt x="73446" y="6511"/>
                    </a:cubicBezTo>
                    <a:cubicBezTo>
                      <a:pt x="73408" y="6511"/>
                      <a:pt x="73415" y="6436"/>
                      <a:pt x="73467" y="6384"/>
                    </a:cubicBezTo>
                    <a:lnTo>
                      <a:pt x="73315" y="6384"/>
                    </a:lnTo>
                    <a:cubicBezTo>
                      <a:pt x="73275" y="6384"/>
                      <a:pt x="73261" y="6357"/>
                      <a:pt x="73239" y="6357"/>
                    </a:cubicBezTo>
                    <a:cubicBezTo>
                      <a:pt x="73228" y="6357"/>
                      <a:pt x="73214" y="6364"/>
                      <a:pt x="73194" y="6384"/>
                    </a:cubicBezTo>
                    <a:cubicBezTo>
                      <a:pt x="73163" y="6445"/>
                      <a:pt x="73103" y="6505"/>
                      <a:pt x="73042" y="6566"/>
                    </a:cubicBezTo>
                    <a:cubicBezTo>
                      <a:pt x="72981" y="6566"/>
                      <a:pt x="72920" y="6536"/>
                      <a:pt x="72890" y="6475"/>
                    </a:cubicBezTo>
                    <a:cubicBezTo>
                      <a:pt x="72829" y="6475"/>
                      <a:pt x="72738" y="6505"/>
                      <a:pt x="72647" y="6566"/>
                    </a:cubicBezTo>
                    <a:lnTo>
                      <a:pt x="72525" y="6475"/>
                    </a:lnTo>
                    <a:lnTo>
                      <a:pt x="72373" y="6353"/>
                    </a:lnTo>
                    <a:cubicBezTo>
                      <a:pt x="72464" y="6323"/>
                      <a:pt x="72616" y="6110"/>
                      <a:pt x="72707" y="6110"/>
                    </a:cubicBezTo>
                    <a:cubicBezTo>
                      <a:pt x="72716" y="6114"/>
                      <a:pt x="72723" y="6116"/>
                      <a:pt x="72730" y="6116"/>
                    </a:cubicBezTo>
                    <a:cubicBezTo>
                      <a:pt x="72775" y="6116"/>
                      <a:pt x="72795" y="6037"/>
                      <a:pt x="72768" y="5958"/>
                    </a:cubicBezTo>
                    <a:lnTo>
                      <a:pt x="72829" y="5958"/>
                    </a:lnTo>
                    <a:cubicBezTo>
                      <a:pt x="72844" y="5951"/>
                      <a:pt x="72861" y="5947"/>
                      <a:pt x="72878" y="5947"/>
                    </a:cubicBezTo>
                    <a:cubicBezTo>
                      <a:pt x="72930" y="5947"/>
                      <a:pt x="72981" y="5981"/>
                      <a:pt x="72981" y="6050"/>
                    </a:cubicBezTo>
                    <a:cubicBezTo>
                      <a:pt x="72981" y="6080"/>
                      <a:pt x="73072" y="6110"/>
                      <a:pt x="73133" y="6110"/>
                    </a:cubicBezTo>
                    <a:lnTo>
                      <a:pt x="73619" y="6110"/>
                    </a:lnTo>
                    <a:cubicBezTo>
                      <a:pt x="73648" y="6139"/>
                      <a:pt x="73809" y="6326"/>
                      <a:pt x="73879" y="6326"/>
                    </a:cubicBezTo>
                    <a:cubicBezTo>
                      <a:pt x="73884" y="6326"/>
                      <a:pt x="73889" y="6325"/>
                      <a:pt x="73893" y="6323"/>
                    </a:cubicBezTo>
                    <a:cubicBezTo>
                      <a:pt x="73984" y="6293"/>
                      <a:pt x="73923" y="6201"/>
                      <a:pt x="73863" y="6171"/>
                    </a:cubicBezTo>
                    <a:cubicBezTo>
                      <a:pt x="73832" y="6171"/>
                      <a:pt x="73863" y="5989"/>
                      <a:pt x="73863" y="5928"/>
                    </a:cubicBezTo>
                    <a:cubicBezTo>
                      <a:pt x="73893" y="5867"/>
                      <a:pt x="73923" y="5806"/>
                      <a:pt x="73954" y="5806"/>
                    </a:cubicBezTo>
                    <a:cubicBezTo>
                      <a:pt x="73984" y="5806"/>
                      <a:pt x="74014" y="5958"/>
                      <a:pt x="74014" y="6019"/>
                    </a:cubicBezTo>
                    <a:cubicBezTo>
                      <a:pt x="74014" y="6042"/>
                      <a:pt x="74041" y="6052"/>
                      <a:pt x="74074" y="6052"/>
                    </a:cubicBezTo>
                    <a:cubicBezTo>
                      <a:pt x="74127" y="6052"/>
                      <a:pt x="74197" y="6026"/>
                      <a:pt x="74197" y="5989"/>
                    </a:cubicBezTo>
                    <a:cubicBezTo>
                      <a:pt x="74197" y="5928"/>
                      <a:pt x="74379" y="5837"/>
                      <a:pt x="74592" y="5776"/>
                    </a:cubicBezTo>
                    <a:lnTo>
                      <a:pt x="74744" y="5806"/>
                    </a:lnTo>
                    <a:cubicBezTo>
                      <a:pt x="74874" y="5806"/>
                      <a:pt x="75005" y="5873"/>
                      <a:pt x="75097" y="5873"/>
                    </a:cubicBezTo>
                    <a:cubicBezTo>
                      <a:pt x="75112" y="5873"/>
                      <a:pt x="75126" y="5871"/>
                      <a:pt x="75139" y="5867"/>
                    </a:cubicBezTo>
                    <a:lnTo>
                      <a:pt x="75291" y="5746"/>
                    </a:lnTo>
                    <a:cubicBezTo>
                      <a:pt x="75443" y="5806"/>
                      <a:pt x="75625" y="5837"/>
                      <a:pt x="75808" y="5837"/>
                    </a:cubicBezTo>
                    <a:cubicBezTo>
                      <a:pt x="75869" y="5806"/>
                      <a:pt x="76051" y="5776"/>
                      <a:pt x="76203" y="5746"/>
                    </a:cubicBezTo>
                    <a:lnTo>
                      <a:pt x="76385" y="5776"/>
                    </a:lnTo>
                    <a:lnTo>
                      <a:pt x="76537" y="5806"/>
                    </a:lnTo>
                    <a:cubicBezTo>
                      <a:pt x="76811" y="5746"/>
                      <a:pt x="77054" y="5715"/>
                      <a:pt x="77328" y="5685"/>
                    </a:cubicBezTo>
                    <a:lnTo>
                      <a:pt x="77540" y="5624"/>
                    </a:lnTo>
                    <a:cubicBezTo>
                      <a:pt x="77566" y="5624"/>
                      <a:pt x="77718" y="5730"/>
                      <a:pt x="77820" y="5730"/>
                    </a:cubicBezTo>
                    <a:cubicBezTo>
                      <a:pt x="77841" y="5730"/>
                      <a:pt x="77860" y="5725"/>
                      <a:pt x="77875" y="5715"/>
                    </a:cubicBezTo>
                    <a:cubicBezTo>
                      <a:pt x="78027" y="5654"/>
                      <a:pt x="78179" y="5624"/>
                      <a:pt x="78361" y="5624"/>
                    </a:cubicBezTo>
                    <a:lnTo>
                      <a:pt x="78513" y="5624"/>
                    </a:lnTo>
                    <a:cubicBezTo>
                      <a:pt x="78665" y="5624"/>
                      <a:pt x="78787" y="5594"/>
                      <a:pt x="78908" y="5502"/>
                    </a:cubicBezTo>
                    <a:lnTo>
                      <a:pt x="78969" y="5472"/>
                    </a:lnTo>
                    <a:cubicBezTo>
                      <a:pt x="78984" y="5411"/>
                      <a:pt x="78999" y="5381"/>
                      <a:pt x="79022" y="5381"/>
                    </a:cubicBezTo>
                    <a:cubicBezTo>
                      <a:pt x="79045" y="5381"/>
                      <a:pt x="79075" y="5411"/>
                      <a:pt x="79121" y="5472"/>
                    </a:cubicBezTo>
                    <a:lnTo>
                      <a:pt x="79182" y="5533"/>
                    </a:lnTo>
                    <a:cubicBezTo>
                      <a:pt x="79190" y="5537"/>
                      <a:pt x="79201" y="5539"/>
                      <a:pt x="79213" y="5539"/>
                    </a:cubicBezTo>
                    <a:cubicBezTo>
                      <a:pt x="79285" y="5539"/>
                      <a:pt x="79408" y="5472"/>
                      <a:pt x="79486" y="5472"/>
                    </a:cubicBezTo>
                    <a:cubicBezTo>
                      <a:pt x="79543" y="5477"/>
                      <a:pt x="79601" y="5480"/>
                      <a:pt x="79660" y="5480"/>
                    </a:cubicBezTo>
                    <a:cubicBezTo>
                      <a:pt x="79943" y="5480"/>
                      <a:pt x="80237" y="5421"/>
                      <a:pt x="80489" y="5320"/>
                    </a:cubicBezTo>
                    <a:lnTo>
                      <a:pt x="80580" y="5320"/>
                    </a:lnTo>
                    <a:cubicBezTo>
                      <a:pt x="80619" y="5379"/>
                      <a:pt x="80656" y="5400"/>
                      <a:pt x="80691" y="5400"/>
                    </a:cubicBezTo>
                    <a:cubicBezTo>
                      <a:pt x="80764" y="5400"/>
                      <a:pt x="80832" y="5310"/>
                      <a:pt x="80914" y="5290"/>
                    </a:cubicBezTo>
                    <a:cubicBezTo>
                      <a:pt x="81036" y="5290"/>
                      <a:pt x="81036" y="5107"/>
                      <a:pt x="80914" y="5077"/>
                    </a:cubicBezTo>
                    <a:lnTo>
                      <a:pt x="80823" y="5046"/>
                    </a:lnTo>
                    <a:cubicBezTo>
                      <a:pt x="80823" y="4992"/>
                      <a:pt x="80896" y="4890"/>
                      <a:pt x="80954" y="4890"/>
                    </a:cubicBezTo>
                    <a:cubicBezTo>
                      <a:pt x="80962" y="4890"/>
                      <a:pt x="80969" y="4891"/>
                      <a:pt x="80975" y="4894"/>
                    </a:cubicBezTo>
                    <a:cubicBezTo>
                      <a:pt x="81036" y="4955"/>
                      <a:pt x="81097" y="5046"/>
                      <a:pt x="81157" y="5138"/>
                    </a:cubicBezTo>
                    <a:lnTo>
                      <a:pt x="81218" y="5198"/>
                    </a:lnTo>
                    <a:lnTo>
                      <a:pt x="81249" y="5229"/>
                    </a:lnTo>
                    <a:cubicBezTo>
                      <a:pt x="81309" y="5229"/>
                      <a:pt x="81340" y="5077"/>
                      <a:pt x="81340" y="4864"/>
                    </a:cubicBezTo>
                    <a:lnTo>
                      <a:pt x="81309" y="4682"/>
                    </a:lnTo>
                    <a:lnTo>
                      <a:pt x="81279" y="4530"/>
                    </a:lnTo>
                    <a:cubicBezTo>
                      <a:pt x="81401" y="4530"/>
                      <a:pt x="81401" y="4469"/>
                      <a:pt x="81309" y="4347"/>
                    </a:cubicBezTo>
                    <a:lnTo>
                      <a:pt x="81218" y="4256"/>
                    </a:lnTo>
                    <a:cubicBezTo>
                      <a:pt x="81188" y="4226"/>
                      <a:pt x="81249" y="4135"/>
                      <a:pt x="81249" y="4135"/>
                    </a:cubicBezTo>
                    <a:cubicBezTo>
                      <a:pt x="81492" y="4104"/>
                      <a:pt x="81461" y="3952"/>
                      <a:pt x="81522" y="3800"/>
                    </a:cubicBezTo>
                    <a:lnTo>
                      <a:pt x="81522" y="3770"/>
                    </a:lnTo>
                    <a:cubicBezTo>
                      <a:pt x="81553" y="3709"/>
                      <a:pt x="81309" y="3466"/>
                      <a:pt x="81309" y="3375"/>
                    </a:cubicBezTo>
                    <a:cubicBezTo>
                      <a:pt x="81309" y="3314"/>
                      <a:pt x="81370" y="3284"/>
                      <a:pt x="81431" y="3284"/>
                    </a:cubicBezTo>
                    <a:cubicBezTo>
                      <a:pt x="81433" y="3286"/>
                      <a:pt x="81435" y="3286"/>
                      <a:pt x="81437" y="3286"/>
                    </a:cubicBezTo>
                    <a:cubicBezTo>
                      <a:pt x="81465" y="3286"/>
                      <a:pt x="81492" y="3097"/>
                      <a:pt x="81492" y="3040"/>
                    </a:cubicBezTo>
                    <a:cubicBezTo>
                      <a:pt x="81492" y="3010"/>
                      <a:pt x="81674" y="2858"/>
                      <a:pt x="81735" y="2797"/>
                    </a:cubicBezTo>
                    <a:cubicBezTo>
                      <a:pt x="81796" y="2767"/>
                      <a:pt x="81674" y="2706"/>
                      <a:pt x="81644" y="2706"/>
                    </a:cubicBezTo>
                    <a:cubicBezTo>
                      <a:pt x="81613" y="2706"/>
                      <a:pt x="81826" y="2372"/>
                      <a:pt x="81826" y="2250"/>
                    </a:cubicBezTo>
                    <a:cubicBezTo>
                      <a:pt x="81826" y="2159"/>
                      <a:pt x="81796" y="2068"/>
                      <a:pt x="81765" y="1977"/>
                    </a:cubicBezTo>
                    <a:cubicBezTo>
                      <a:pt x="81705" y="1977"/>
                      <a:pt x="81644" y="1977"/>
                      <a:pt x="81583" y="2007"/>
                    </a:cubicBezTo>
                    <a:cubicBezTo>
                      <a:pt x="81579" y="2009"/>
                      <a:pt x="81577" y="2010"/>
                      <a:pt x="81574" y="2010"/>
                    </a:cubicBezTo>
                    <a:cubicBezTo>
                      <a:pt x="81540" y="2010"/>
                      <a:pt x="81680" y="1794"/>
                      <a:pt x="81765" y="1794"/>
                    </a:cubicBezTo>
                    <a:cubicBezTo>
                      <a:pt x="81887" y="1855"/>
                      <a:pt x="82039" y="1885"/>
                      <a:pt x="82191" y="1885"/>
                    </a:cubicBezTo>
                    <a:cubicBezTo>
                      <a:pt x="82282" y="1855"/>
                      <a:pt x="82221" y="1733"/>
                      <a:pt x="82069" y="1581"/>
                    </a:cubicBezTo>
                    <a:lnTo>
                      <a:pt x="81948" y="1460"/>
                    </a:lnTo>
                    <a:lnTo>
                      <a:pt x="81917" y="1399"/>
                    </a:lnTo>
                    <a:cubicBezTo>
                      <a:pt x="81948" y="1308"/>
                      <a:pt x="81887" y="1186"/>
                      <a:pt x="81765" y="1156"/>
                    </a:cubicBezTo>
                    <a:lnTo>
                      <a:pt x="81583" y="1186"/>
                    </a:lnTo>
                    <a:lnTo>
                      <a:pt x="81370" y="1247"/>
                    </a:lnTo>
                    <a:cubicBezTo>
                      <a:pt x="81461" y="1125"/>
                      <a:pt x="81461" y="1065"/>
                      <a:pt x="81370" y="1065"/>
                    </a:cubicBezTo>
                    <a:lnTo>
                      <a:pt x="81249" y="1065"/>
                    </a:lnTo>
                    <a:lnTo>
                      <a:pt x="80945" y="1034"/>
                    </a:lnTo>
                    <a:cubicBezTo>
                      <a:pt x="80854" y="791"/>
                      <a:pt x="80762" y="548"/>
                      <a:pt x="80641" y="335"/>
                    </a:cubicBezTo>
                    <a:cubicBezTo>
                      <a:pt x="80621" y="306"/>
                      <a:pt x="80599" y="292"/>
                      <a:pt x="80577" y="292"/>
                    </a:cubicBezTo>
                    <a:cubicBezTo>
                      <a:pt x="80531" y="292"/>
                      <a:pt x="80489" y="353"/>
                      <a:pt x="80489" y="457"/>
                    </a:cubicBezTo>
                    <a:lnTo>
                      <a:pt x="80276" y="335"/>
                    </a:lnTo>
                    <a:cubicBezTo>
                      <a:pt x="80124" y="244"/>
                      <a:pt x="79911" y="214"/>
                      <a:pt x="79729" y="214"/>
                    </a:cubicBezTo>
                    <a:cubicBezTo>
                      <a:pt x="79668" y="214"/>
                      <a:pt x="79607" y="183"/>
                      <a:pt x="79577" y="153"/>
                    </a:cubicBezTo>
                    <a:lnTo>
                      <a:pt x="79516" y="153"/>
                    </a:lnTo>
                    <a:cubicBezTo>
                      <a:pt x="79455" y="92"/>
                      <a:pt x="79395" y="31"/>
                      <a:pt x="79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17"/>
              <p:cNvSpPr/>
              <p:nvPr/>
            </p:nvSpPr>
            <p:spPr>
              <a:xfrm>
                <a:off x="5263700" y="2049650"/>
                <a:ext cx="33800" cy="13600"/>
              </a:xfrm>
              <a:custGeom>
                <a:rect b="b" l="l" r="r" t="t"/>
                <a:pathLst>
                  <a:path extrusionOk="0" h="544" w="1352">
                    <a:moveTo>
                      <a:pt x="804" y="0"/>
                    </a:moveTo>
                    <a:cubicBezTo>
                      <a:pt x="795" y="0"/>
                      <a:pt x="785" y="1"/>
                      <a:pt x="774" y="3"/>
                    </a:cubicBezTo>
                    <a:cubicBezTo>
                      <a:pt x="652" y="33"/>
                      <a:pt x="683" y="216"/>
                      <a:pt x="501" y="216"/>
                    </a:cubicBezTo>
                    <a:cubicBezTo>
                      <a:pt x="470" y="216"/>
                      <a:pt x="379" y="307"/>
                      <a:pt x="379" y="307"/>
                    </a:cubicBezTo>
                    <a:cubicBezTo>
                      <a:pt x="366" y="320"/>
                      <a:pt x="359" y="327"/>
                      <a:pt x="348" y="327"/>
                    </a:cubicBezTo>
                    <a:cubicBezTo>
                      <a:pt x="333" y="327"/>
                      <a:pt x="311" y="312"/>
                      <a:pt x="257" y="277"/>
                    </a:cubicBezTo>
                    <a:cubicBezTo>
                      <a:pt x="224" y="265"/>
                      <a:pt x="195" y="258"/>
                      <a:pt x="169" y="258"/>
                    </a:cubicBezTo>
                    <a:cubicBezTo>
                      <a:pt x="126" y="258"/>
                      <a:pt x="94" y="280"/>
                      <a:pt x="75" y="337"/>
                    </a:cubicBezTo>
                    <a:lnTo>
                      <a:pt x="45" y="398"/>
                    </a:lnTo>
                    <a:cubicBezTo>
                      <a:pt x="0" y="487"/>
                      <a:pt x="37" y="544"/>
                      <a:pt x="143" y="544"/>
                    </a:cubicBezTo>
                    <a:cubicBezTo>
                      <a:pt x="182" y="544"/>
                      <a:pt x="231" y="536"/>
                      <a:pt x="288" y="520"/>
                    </a:cubicBezTo>
                    <a:lnTo>
                      <a:pt x="409" y="429"/>
                    </a:lnTo>
                    <a:cubicBezTo>
                      <a:pt x="501" y="368"/>
                      <a:pt x="592" y="337"/>
                      <a:pt x="713" y="337"/>
                    </a:cubicBezTo>
                    <a:lnTo>
                      <a:pt x="987" y="277"/>
                    </a:lnTo>
                    <a:cubicBezTo>
                      <a:pt x="1123" y="413"/>
                      <a:pt x="1259" y="524"/>
                      <a:pt x="1330" y="524"/>
                    </a:cubicBezTo>
                    <a:cubicBezTo>
                      <a:pt x="1338" y="524"/>
                      <a:pt x="1345" y="523"/>
                      <a:pt x="1352" y="520"/>
                    </a:cubicBezTo>
                    <a:lnTo>
                      <a:pt x="1352" y="489"/>
                    </a:lnTo>
                    <a:cubicBezTo>
                      <a:pt x="1352" y="337"/>
                      <a:pt x="1291" y="216"/>
                      <a:pt x="1260" y="94"/>
                    </a:cubicBezTo>
                    <a:lnTo>
                      <a:pt x="1169" y="94"/>
                    </a:lnTo>
                    <a:cubicBezTo>
                      <a:pt x="1139" y="94"/>
                      <a:pt x="1078" y="125"/>
                      <a:pt x="1108" y="155"/>
                    </a:cubicBezTo>
                    <a:cubicBezTo>
                      <a:pt x="1139" y="185"/>
                      <a:pt x="1260" y="216"/>
                      <a:pt x="1139" y="277"/>
                    </a:cubicBezTo>
                    <a:cubicBezTo>
                      <a:pt x="1108" y="277"/>
                      <a:pt x="1048" y="216"/>
                      <a:pt x="1017" y="216"/>
                    </a:cubicBezTo>
                    <a:cubicBezTo>
                      <a:pt x="874" y="216"/>
                      <a:pt x="947" y="0"/>
                      <a:pt x="8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17"/>
              <p:cNvSpPr/>
              <p:nvPr/>
            </p:nvSpPr>
            <p:spPr>
              <a:xfrm>
                <a:off x="6172250" y="2012475"/>
                <a:ext cx="31050" cy="15225"/>
              </a:xfrm>
              <a:custGeom>
                <a:rect b="b" l="l" r="r" t="t"/>
                <a:pathLst>
                  <a:path extrusionOk="0" h="609" w="1242">
                    <a:moveTo>
                      <a:pt x="1029" y="1"/>
                    </a:moveTo>
                    <a:lnTo>
                      <a:pt x="907" y="92"/>
                    </a:lnTo>
                    <a:cubicBezTo>
                      <a:pt x="816" y="153"/>
                      <a:pt x="694" y="183"/>
                      <a:pt x="573" y="183"/>
                    </a:cubicBezTo>
                    <a:cubicBezTo>
                      <a:pt x="546" y="178"/>
                      <a:pt x="520" y="175"/>
                      <a:pt x="492" y="175"/>
                    </a:cubicBezTo>
                    <a:cubicBezTo>
                      <a:pt x="360" y="175"/>
                      <a:pt x="217" y="234"/>
                      <a:pt x="117" y="335"/>
                    </a:cubicBezTo>
                    <a:lnTo>
                      <a:pt x="25" y="426"/>
                    </a:lnTo>
                    <a:cubicBezTo>
                      <a:pt x="0" y="501"/>
                      <a:pt x="37" y="556"/>
                      <a:pt x="102" y="556"/>
                    </a:cubicBezTo>
                    <a:cubicBezTo>
                      <a:pt x="116" y="556"/>
                      <a:pt x="131" y="553"/>
                      <a:pt x="147" y="548"/>
                    </a:cubicBezTo>
                    <a:lnTo>
                      <a:pt x="269" y="609"/>
                    </a:lnTo>
                    <a:lnTo>
                      <a:pt x="299" y="609"/>
                    </a:lnTo>
                    <a:cubicBezTo>
                      <a:pt x="390" y="578"/>
                      <a:pt x="390" y="426"/>
                      <a:pt x="360" y="335"/>
                    </a:cubicBezTo>
                    <a:cubicBezTo>
                      <a:pt x="329" y="274"/>
                      <a:pt x="481" y="274"/>
                      <a:pt x="542" y="274"/>
                    </a:cubicBezTo>
                    <a:cubicBezTo>
                      <a:pt x="568" y="274"/>
                      <a:pt x="867" y="380"/>
                      <a:pt x="1019" y="380"/>
                    </a:cubicBezTo>
                    <a:cubicBezTo>
                      <a:pt x="1050" y="380"/>
                      <a:pt x="1074" y="376"/>
                      <a:pt x="1089" y="365"/>
                    </a:cubicBezTo>
                    <a:cubicBezTo>
                      <a:pt x="1180" y="305"/>
                      <a:pt x="998" y="244"/>
                      <a:pt x="907" y="244"/>
                    </a:cubicBezTo>
                    <a:cubicBezTo>
                      <a:pt x="897" y="247"/>
                      <a:pt x="891" y="249"/>
                      <a:pt x="887" y="249"/>
                    </a:cubicBezTo>
                    <a:cubicBezTo>
                      <a:pt x="861" y="249"/>
                      <a:pt x="1042" y="149"/>
                      <a:pt x="1150" y="122"/>
                    </a:cubicBezTo>
                    <a:cubicBezTo>
                      <a:pt x="1241" y="61"/>
                      <a:pt x="1211" y="1"/>
                      <a:pt x="10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17"/>
              <p:cNvSpPr/>
              <p:nvPr/>
            </p:nvSpPr>
            <p:spPr>
              <a:xfrm>
                <a:off x="5865875" y="2037550"/>
                <a:ext cx="31175" cy="11425"/>
              </a:xfrm>
              <a:custGeom>
                <a:rect b="b" l="l" r="r" t="t"/>
                <a:pathLst>
                  <a:path extrusionOk="0" h="457" w="1247">
                    <a:moveTo>
                      <a:pt x="396" y="1"/>
                    </a:moveTo>
                    <a:lnTo>
                      <a:pt x="244" y="31"/>
                    </a:lnTo>
                    <a:cubicBezTo>
                      <a:pt x="92" y="92"/>
                      <a:pt x="1" y="153"/>
                      <a:pt x="92" y="183"/>
                    </a:cubicBezTo>
                    <a:cubicBezTo>
                      <a:pt x="274" y="244"/>
                      <a:pt x="457" y="305"/>
                      <a:pt x="669" y="335"/>
                    </a:cubicBezTo>
                    <a:cubicBezTo>
                      <a:pt x="686" y="327"/>
                      <a:pt x="704" y="323"/>
                      <a:pt x="723" y="323"/>
                    </a:cubicBezTo>
                    <a:cubicBezTo>
                      <a:pt x="775" y="323"/>
                      <a:pt x="829" y="351"/>
                      <a:pt x="852" y="396"/>
                    </a:cubicBezTo>
                    <a:cubicBezTo>
                      <a:pt x="852" y="426"/>
                      <a:pt x="1064" y="457"/>
                      <a:pt x="1156" y="457"/>
                    </a:cubicBezTo>
                    <a:cubicBezTo>
                      <a:pt x="1247" y="457"/>
                      <a:pt x="1216" y="426"/>
                      <a:pt x="1064" y="396"/>
                    </a:cubicBezTo>
                    <a:lnTo>
                      <a:pt x="1064" y="335"/>
                    </a:lnTo>
                    <a:cubicBezTo>
                      <a:pt x="1095" y="244"/>
                      <a:pt x="791" y="153"/>
                      <a:pt x="700" y="153"/>
                    </a:cubicBezTo>
                    <a:cubicBezTo>
                      <a:pt x="578" y="153"/>
                      <a:pt x="457" y="92"/>
                      <a:pt x="3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17"/>
              <p:cNvSpPr/>
              <p:nvPr/>
            </p:nvSpPr>
            <p:spPr>
              <a:xfrm>
                <a:off x="5157650" y="2020000"/>
                <a:ext cx="19800" cy="12250"/>
              </a:xfrm>
              <a:custGeom>
                <a:rect b="b" l="l" r="r" t="t"/>
                <a:pathLst>
                  <a:path extrusionOk="0" h="490" w="792">
                    <a:moveTo>
                      <a:pt x="138" y="0"/>
                    </a:moveTo>
                    <a:cubicBezTo>
                      <a:pt x="132" y="0"/>
                      <a:pt x="127" y="1"/>
                      <a:pt x="122" y="4"/>
                    </a:cubicBezTo>
                    <a:cubicBezTo>
                      <a:pt x="62" y="34"/>
                      <a:pt x="1" y="216"/>
                      <a:pt x="1" y="277"/>
                    </a:cubicBezTo>
                    <a:cubicBezTo>
                      <a:pt x="1" y="299"/>
                      <a:pt x="122" y="320"/>
                      <a:pt x="226" y="320"/>
                    </a:cubicBezTo>
                    <a:cubicBezTo>
                      <a:pt x="269" y="320"/>
                      <a:pt x="308" y="316"/>
                      <a:pt x="335" y="308"/>
                    </a:cubicBezTo>
                    <a:cubicBezTo>
                      <a:pt x="426" y="308"/>
                      <a:pt x="487" y="308"/>
                      <a:pt x="457" y="368"/>
                    </a:cubicBezTo>
                    <a:cubicBezTo>
                      <a:pt x="457" y="399"/>
                      <a:pt x="457" y="490"/>
                      <a:pt x="487" y="490"/>
                    </a:cubicBezTo>
                    <a:lnTo>
                      <a:pt x="548" y="490"/>
                    </a:lnTo>
                    <a:cubicBezTo>
                      <a:pt x="563" y="475"/>
                      <a:pt x="586" y="467"/>
                      <a:pt x="609" y="467"/>
                    </a:cubicBezTo>
                    <a:cubicBezTo>
                      <a:pt x="631" y="467"/>
                      <a:pt x="654" y="475"/>
                      <a:pt x="669" y="490"/>
                    </a:cubicBezTo>
                    <a:lnTo>
                      <a:pt x="730" y="490"/>
                    </a:lnTo>
                    <a:cubicBezTo>
                      <a:pt x="761" y="490"/>
                      <a:pt x="791" y="460"/>
                      <a:pt x="791" y="429"/>
                    </a:cubicBezTo>
                    <a:cubicBezTo>
                      <a:pt x="761" y="368"/>
                      <a:pt x="730" y="308"/>
                      <a:pt x="669" y="247"/>
                    </a:cubicBezTo>
                    <a:lnTo>
                      <a:pt x="609" y="156"/>
                    </a:lnTo>
                    <a:cubicBezTo>
                      <a:pt x="594" y="125"/>
                      <a:pt x="563" y="110"/>
                      <a:pt x="529" y="110"/>
                    </a:cubicBezTo>
                    <a:cubicBezTo>
                      <a:pt x="495" y="110"/>
                      <a:pt x="457" y="125"/>
                      <a:pt x="426" y="156"/>
                    </a:cubicBezTo>
                    <a:lnTo>
                      <a:pt x="366" y="186"/>
                    </a:lnTo>
                    <a:cubicBezTo>
                      <a:pt x="337" y="158"/>
                      <a:pt x="206" y="0"/>
                      <a:pt x="1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17"/>
              <p:cNvSpPr/>
              <p:nvPr/>
            </p:nvSpPr>
            <p:spPr>
              <a:xfrm>
                <a:off x="6096925" y="2033675"/>
                <a:ext cx="21250" cy="10825"/>
              </a:xfrm>
              <a:custGeom>
                <a:rect b="b" l="l" r="r" t="t"/>
                <a:pathLst>
                  <a:path extrusionOk="0" h="433" w="850">
                    <a:moveTo>
                      <a:pt x="622" y="0"/>
                    </a:moveTo>
                    <a:cubicBezTo>
                      <a:pt x="554" y="0"/>
                      <a:pt x="422" y="160"/>
                      <a:pt x="394" y="216"/>
                    </a:cubicBezTo>
                    <a:cubicBezTo>
                      <a:pt x="394" y="261"/>
                      <a:pt x="345" y="289"/>
                      <a:pt x="307" y="289"/>
                    </a:cubicBezTo>
                    <a:cubicBezTo>
                      <a:pt x="293" y="289"/>
                      <a:pt x="281" y="285"/>
                      <a:pt x="272" y="277"/>
                    </a:cubicBezTo>
                    <a:cubicBezTo>
                      <a:pt x="208" y="256"/>
                      <a:pt x="143" y="234"/>
                      <a:pt x="90" y="234"/>
                    </a:cubicBezTo>
                    <a:cubicBezTo>
                      <a:pt x="67" y="234"/>
                      <a:pt x="47" y="238"/>
                      <a:pt x="29" y="247"/>
                    </a:cubicBezTo>
                    <a:cubicBezTo>
                      <a:pt x="1" y="247"/>
                      <a:pt x="237" y="432"/>
                      <a:pt x="368" y="432"/>
                    </a:cubicBezTo>
                    <a:cubicBezTo>
                      <a:pt x="377" y="432"/>
                      <a:pt x="386" y="431"/>
                      <a:pt x="394" y="429"/>
                    </a:cubicBezTo>
                    <a:cubicBezTo>
                      <a:pt x="516" y="399"/>
                      <a:pt x="668" y="308"/>
                      <a:pt x="789" y="247"/>
                    </a:cubicBezTo>
                    <a:cubicBezTo>
                      <a:pt x="850" y="216"/>
                      <a:pt x="820" y="156"/>
                      <a:pt x="728" y="95"/>
                    </a:cubicBezTo>
                    <a:lnTo>
                      <a:pt x="668" y="34"/>
                    </a:lnTo>
                    <a:lnTo>
                      <a:pt x="637" y="4"/>
                    </a:lnTo>
                    <a:cubicBezTo>
                      <a:pt x="633" y="1"/>
                      <a:pt x="627" y="0"/>
                      <a:pt x="6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17"/>
              <p:cNvSpPr/>
              <p:nvPr/>
            </p:nvSpPr>
            <p:spPr>
              <a:xfrm>
                <a:off x="5918300" y="2020825"/>
                <a:ext cx="19800" cy="10675"/>
              </a:xfrm>
              <a:custGeom>
                <a:rect b="b" l="l" r="r" t="t"/>
                <a:pathLst>
                  <a:path extrusionOk="0" h="427" w="792">
                    <a:moveTo>
                      <a:pt x="153" y="1"/>
                    </a:moveTo>
                    <a:cubicBezTo>
                      <a:pt x="62" y="1"/>
                      <a:pt x="1" y="214"/>
                      <a:pt x="1" y="275"/>
                    </a:cubicBezTo>
                    <a:cubicBezTo>
                      <a:pt x="1" y="310"/>
                      <a:pt x="74" y="325"/>
                      <a:pt x="147" y="325"/>
                    </a:cubicBezTo>
                    <a:cubicBezTo>
                      <a:pt x="198" y="325"/>
                      <a:pt x="249" y="318"/>
                      <a:pt x="274" y="305"/>
                    </a:cubicBezTo>
                    <a:cubicBezTo>
                      <a:pt x="280" y="300"/>
                      <a:pt x="287" y="297"/>
                      <a:pt x="296" y="297"/>
                    </a:cubicBezTo>
                    <a:cubicBezTo>
                      <a:pt x="336" y="297"/>
                      <a:pt x="407" y="351"/>
                      <a:pt x="457" y="427"/>
                    </a:cubicBezTo>
                    <a:lnTo>
                      <a:pt x="700" y="427"/>
                    </a:lnTo>
                    <a:cubicBezTo>
                      <a:pt x="761" y="335"/>
                      <a:pt x="791" y="214"/>
                      <a:pt x="761" y="183"/>
                    </a:cubicBezTo>
                    <a:lnTo>
                      <a:pt x="730" y="183"/>
                    </a:lnTo>
                    <a:lnTo>
                      <a:pt x="700" y="153"/>
                    </a:lnTo>
                    <a:cubicBezTo>
                      <a:pt x="578" y="92"/>
                      <a:pt x="487" y="62"/>
                      <a:pt x="366" y="62"/>
                    </a:cubicBezTo>
                    <a:lnTo>
                      <a:pt x="2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17"/>
              <p:cNvSpPr/>
              <p:nvPr/>
            </p:nvSpPr>
            <p:spPr>
              <a:xfrm>
                <a:off x="6032300" y="2037550"/>
                <a:ext cx="24325" cy="9900"/>
              </a:xfrm>
              <a:custGeom>
                <a:rect b="b" l="l" r="r" t="t"/>
                <a:pathLst>
                  <a:path extrusionOk="0" h="396" w="973">
                    <a:moveTo>
                      <a:pt x="183" y="1"/>
                    </a:moveTo>
                    <a:lnTo>
                      <a:pt x="0" y="92"/>
                    </a:lnTo>
                    <a:cubicBezTo>
                      <a:pt x="61" y="244"/>
                      <a:pt x="183" y="335"/>
                      <a:pt x="335" y="396"/>
                    </a:cubicBezTo>
                    <a:lnTo>
                      <a:pt x="365" y="335"/>
                    </a:lnTo>
                    <a:cubicBezTo>
                      <a:pt x="426" y="335"/>
                      <a:pt x="487" y="305"/>
                      <a:pt x="487" y="305"/>
                    </a:cubicBezTo>
                    <a:cubicBezTo>
                      <a:pt x="527" y="335"/>
                      <a:pt x="564" y="345"/>
                      <a:pt x="600" y="345"/>
                    </a:cubicBezTo>
                    <a:cubicBezTo>
                      <a:pt x="672" y="345"/>
                      <a:pt x="740" y="305"/>
                      <a:pt x="821" y="305"/>
                    </a:cubicBezTo>
                    <a:lnTo>
                      <a:pt x="882" y="305"/>
                    </a:lnTo>
                    <a:cubicBezTo>
                      <a:pt x="943" y="305"/>
                      <a:pt x="973" y="305"/>
                      <a:pt x="943" y="244"/>
                    </a:cubicBezTo>
                    <a:lnTo>
                      <a:pt x="791" y="244"/>
                    </a:lnTo>
                    <a:cubicBezTo>
                      <a:pt x="774" y="194"/>
                      <a:pt x="748" y="171"/>
                      <a:pt x="723" y="171"/>
                    </a:cubicBezTo>
                    <a:cubicBezTo>
                      <a:pt x="702" y="171"/>
                      <a:pt x="683" y="186"/>
                      <a:pt x="669" y="213"/>
                    </a:cubicBezTo>
                    <a:cubicBezTo>
                      <a:pt x="656" y="226"/>
                      <a:pt x="639" y="233"/>
                      <a:pt x="616" y="233"/>
                    </a:cubicBezTo>
                    <a:cubicBezTo>
                      <a:pt x="583" y="233"/>
                      <a:pt x="540" y="219"/>
                      <a:pt x="487" y="183"/>
                    </a:cubicBezTo>
                    <a:lnTo>
                      <a:pt x="395" y="122"/>
                    </a:lnTo>
                    <a:lnTo>
                      <a:pt x="304" y="122"/>
                    </a:lnTo>
                    <a:cubicBezTo>
                      <a:pt x="274" y="61"/>
                      <a:pt x="243" y="1"/>
                      <a:pt x="1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17"/>
              <p:cNvSpPr/>
              <p:nvPr/>
            </p:nvSpPr>
            <p:spPr>
              <a:xfrm>
                <a:off x="5960950" y="2016075"/>
                <a:ext cx="21975" cy="14200"/>
              </a:xfrm>
              <a:custGeom>
                <a:rect b="b" l="l" r="r" t="t"/>
                <a:pathLst>
                  <a:path extrusionOk="0" h="568" w="879">
                    <a:moveTo>
                      <a:pt x="715" y="1"/>
                    </a:moveTo>
                    <a:cubicBezTo>
                      <a:pt x="666" y="1"/>
                      <a:pt x="666" y="50"/>
                      <a:pt x="666" y="100"/>
                    </a:cubicBezTo>
                    <a:cubicBezTo>
                      <a:pt x="666" y="191"/>
                      <a:pt x="635" y="282"/>
                      <a:pt x="544" y="313"/>
                    </a:cubicBezTo>
                    <a:lnTo>
                      <a:pt x="453" y="404"/>
                    </a:lnTo>
                    <a:cubicBezTo>
                      <a:pt x="418" y="368"/>
                      <a:pt x="355" y="360"/>
                      <a:pt x="288" y="360"/>
                    </a:cubicBezTo>
                    <a:cubicBezTo>
                      <a:pt x="233" y="360"/>
                      <a:pt x="176" y="366"/>
                      <a:pt x="128" y="366"/>
                    </a:cubicBezTo>
                    <a:cubicBezTo>
                      <a:pt x="82" y="366"/>
                      <a:pt x="45" y="361"/>
                      <a:pt x="27" y="343"/>
                    </a:cubicBezTo>
                    <a:cubicBezTo>
                      <a:pt x="16" y="331"/>
                      <a:pt x="10" y="326"/>
                      <a:pt x="8" y="326"/>
                    </a:cubicBezTo>
                    <a:lnTo>
                      <a:pt x="8" y="326"/>
                    </a:lnTo>
                    <a:cubicBezTo>
                      <a:pt x="0" y="326"/>
                      <a:pt x="69" y="415"/>
                      <a:pt x="119" y="465"/>
                    </a:cubicBezTo>
                    <a:cubicBezTo>
                      <a:pt x="141" y="533"/>
                      <a:pt x="198" y="567"/>
                      <a:pt x="238" y="567"/>
                    </a:cubicBezTo>
                    <a:cubicBezTo>
                      <a:pt x="252" y="567"/>
                      <a:pt x="263" y="563"/>
                      <a:pt x="271" y="556"/>
                    </a:cubicBezTo>
                    <a:cubicBezTo>
                      <a:pt x="301" y="525"/>
                      <a:pt x="483" y="404"/>
                      <a:pt x="605" y="343"/>
                    </a:cubicBezTo>
                    <a:lnTo>
                      <a:pt x="727" y="343"/>
                    </a:lnTo>
                    <a:lnTo>
                      <a:pt x="879" y="130"/>
                    </a:lnTo>
                    <a:cubicBezTo>
                      <a:pt x="818" y="100"/>
                      <a:pt x="879" y="39"/>
                      <a:pt x="757" y="9"/>
                    </a:cubicBezTo>
                    <a:cubicBezTo>
                      <a:pt x="740" y="3"/>
                      <a:pt x="727" y="1"/>
                      <a:pt x="7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17"/>
              <p:cNvSpPr/>
              <p:nvPr/>
            </p:nvSpPr>
            <p:spPr>
              <a:xfrm>
                <a:off x="5985175" y="1802950"/>
                <a:ext cx="22825" cy="6650"/>
              </a:xfrm>
              <a:custGeom>
                <a:rect b="b" l="l" r="r" t="t"/>
                <a:pathLst>
                  <a:path extrusionOk="0" h="266" w="913">
                    <a:moveTo>
                      <a:pt x="244" y="23"/>
                    </a:moveTo>
                    <a:cubicBezTo>
                      <a:pt x="1" y="23"/>
                      <a:pt x="61" y="144"/>
                      <a:pt x="122" y="205"/>
                    </a:cubicBezTo>
                    <a:cubicBezTo>
                      <a:pt x="130" y="209"/>
                      <a:pt x="139" y="211"/>
                      <a:pt x="149" y="211"/>
                    </a:cubicBezTo>
                    <a:cubicBezTo>
                      <a:pt x="215" y="211"/>
                      <a:pt x="317" y="128"/>
                      <a:pt x="396" y="23"/>
                    </a:cubicBezTo>
                    <a:close/>
                    <a:moveTo>
                      <a:pt x="799" y="0"/>
                    </a:moveTo>
                    <a:cubicBezTo>
                      <a:pt x="730" y="0"/>
                      <a:pt x="639" y="8"/>
                      <a:pt x="548" y="23"/>
                    </a:cubicBezTo>
                    <a:lnTo>
                      <a:pt x="396" y="23"/>
                    </a:lnTo>
                    <a:lnTo>
                      <a:pt x="578" y="205"/>
                    </a:lnTo>
                    <a:lnTo>
                      <a:pt x="639" y="266"/>
                    </a:lnTo>
                    <a:cubicBezTo>
                      <a:pt x="791" y="236"/>
                      <a:pt x="913" y="84"/>
                      <a:pt x="913" y="23"/>
                    </a:cubicBezTo>
                    <a:cubicBezTo>
                      <a:pt x="913" y="8"/>
                      <a:pt x="867" y="0"/>
                      <a:pt x="7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17"/>
              <p:cNvSpPr/>
              <p:nvPr/>
            </p:nvSpPr>
            <p:spPr>
              <a:xfrm>
                <a:off x="5551275" y="2045750"/>
                <a:ext cx="25100" cy="10825"/>
              </a:xfrm>
              <a:custGeom>
                <a:rect b="b" l="l" r="r" t="t"/>
                <a:pathLst>
                  <a:path extrusionOk="0" h="433" w="1004">
                    <a:moveTo>
                      <a:pt x="606" y="1"/>
                    </a:moveTo>
                    <a:cubicBezTo>
                      <a:pt x="596" y="1"/>
                      <a:pt x="587" y="3"/>
                      <a:pt x="578" y="7"/>
                    </a:cubicBezTo>
                    <a:cubicBezTo>
                      <a:pt x="517" y="37"/>
                      <a:pt x="487" y="98"/>
                      <a:pt x="457" y="159"/>
                    </a:cubicBezTo>
                    <a:lnTo>
                      <a:pt x="244" y="159"/>
                    </a:lnTo>
                    <a:cubicBezTo>
                      <a:pt x="62" y="159"/>
                      <a:pt x="1" y="281"/>
                      <a:pt x="122" y="433"/>
                    </a:cubicBezTo>
                    <a:lnTo>
                      <a:pt x="305" y="281"/>
                    </a:lnTo>
                    <a:lnTo>
                      <a:pt x="366" y="250"/>
                    </a:lnTo>
                    <a:cubicBezTo>
                      <a:pt x="517" y="250"/>
                      <a:pt x="669" y="250"/>
                      <a:pt x="821" y="220"/>
                    </a:cubicBezTo>
                    <a:lnTo>
                      <a:pt x="973" y="250"/>
                    </a:lnTo>
                    <a:cubicBezTo>
                      <a:pt x="1004" y="159"/>
                      <a:pt x="821" y="98"/>
                      <a:pt x="791" y="68"/>
                    </a:cubicBezTo>
                    <a:cubicBezTo>
                      <a:pt x="739" y="68"/>
                      <a:pt x="665" y="1"/>
                      <a:pt x="6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17"/>
              <p:cNvSpPr/>
              <p:nvPr/>
            </p:nvSpPr>
            <p:spPr>
              <a:xfrm>
                <a:off x="5540650" y="2019875"/>
                <a:ext cx="17500" cy="17025"/>
              </a:xfrm>
              <a:custGeom>
                <a:rect b="b" l="l" r="r" t="t"/>
                <a:pathLst>
                  <a:path extrusionOk="0" h="681" w="700">
                    <a:moveTo>
                      <a:pt x="621" y="1"/>
                    </a:moveTo>
                    <a:cubicBezTo>
                      <a:pt x="497" y="1"/>
                      <a:pt x="380" y="60"/>
                      <a:pt x="304" y="161"/>
                    </a:cubicBezTo>
                    <a:lnTo>
                      <a:pt x="335" y="191"/>
                    </a:lnTo>
                    <a:lnTo>
                      <a:pt x="517" y="373"/>
                    </a:lnTo>
                    <a:cubicBezTo>
                      <a:pt x="335" y="404"/>
                      <a:pt x="183" y="465"/>
                      <a:pt x="61" y="556"/>
                    </a:cubicBezTo>
                    <a:lnTo>
                      <a:pt x="0" y="616"/>
                    </a:lnTo>
                    <a:cubicBezTo>
                      <a:pt x="0" y="654"/>
                      <a:pt x="12" y="680"/>
                      <a:pt x="35" y="680"/>
                    </a:cubicBezTo>
                    <a:cubicBezTo>
                      <a:pt x="49" y="680"/>
                      <a:pt x="68" y="670"/>
                      <a:pt x="91" y="647"/>
                    </a:cubicBezTo>
                    <a:cubicBezTo>
                      <a:pt x="274" y="556"/>
                      <a:pt x="487" y="465"/>
                      <a:pt x="699" y="434"/>
                    </a:cubicBezTo>
                    <a:lnTo>
                      <a:pt x="517" y="191"/>
                    </a:lnTo>
                    <a:cubicBezTo>
                      <a:pt x="487" y="191"/>
                      <a:pt x="517" y="161"/>
                      <a:pt x="517" y="161"/>
                    </a:cubicBezTo>
                    <a:lnTo>
                      <a:pt x="699" y="9"/>
                    </a:lnTo>
                    <a:cubicBezTo>
                      <a:pt x="673" y="3"/>
                      <a:pt x="647" y="1"/>
                      <a:pt x="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17"/>
              <p:cNvSpPr/>
              <p:nvPr/>
            </p:nvSpPr>
            <p:spPr>
              <a:xfrm>
                <a:off x="6125275" y="2037550"/>
                <a:ext cx="21775" cy="10725"/>
              </a:xfrm>
              <a:custGeom>
                <a:rect b="b" l="l" r="r" t="t"/>
                <a:pathLst>
                  <a:path extrusionOk="0" h="429" w="871">
                    <a:moveTo>
                      <a:pt x="50" y="1"/>
                    </a:moveTo>
                    <a:cubicBezTo>
                      <a:pt x="0" y="76"/>
                      <a:pt x="12" y="130"/>
                      <a:pt x="69" y="130"/>
                    </a:cubicBezTo>
                    <a:cubicBezTo>
                      <a:pt x="81" y="130"/>
                      <a:pt x="95" y="128"/>
                      <a:pt x="111" y="122"/>
                    </a:cubicBezTo>
                    <a:lnTo>
                      <a:pt x="172" y="122"/>
                    </a:lnTo>
                    <a:cubicBezTo>
                      <a:pt x="233" y="107"/>
                      <a:pt x="301" y="77"/>
                      <a:pt x="358" y="77"/>
                    </a:cubicBezTo>
                    <a:cubicBezTo>
                      <a:pt x="415" y="77"/>
                      <a:pt x="461" y="107"/>
                      <a:pt x="476" y="213"/>
                    </a:cubicBezTo>
                    <a:cubicBezTo>
                      <a:pt x="506" y="274"/>
                      <a:pt x="537" y="335"/>
                      <a:pt x="567" y="396"/>
                    </a:cubicBezTo>
                    <a:lnTo>
                      <a:pt x="628" y="426"/>
                    </a:lnTo>
                    <a:cubicBezTo>
                      <a:pt x="631" y="428"/>
                      <a:pt x="634" y="429"/>
                      <a:pt x="637" y="429"/>
                    </a:cubicBezTo>
                    <a:cubicBezTo>
                      <a:pt x="692" y="429"/>
                      <a:pt x="724" y="180"/>
                      <a:pt x="810" y="122"/>
                    </a:cubicBezTo>
                    <a:cubicBezTo>
                      <a:pt x="871" y="61"/>
                      <a:pt x="689" y="1"/>
                      <a:pt x="3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17"/>
              <p:cNvSpPr/>
              <p:nvPr/>
            </p:nvSpPr>
            <p:spPr>
              <a:xfrm>
                <a:off x="5644000" y="2010200"/>
                <a:ext cx="19775" cy="8750"/>
              </a:xfrm>
              <a:custGeom>
                <a:rect b="b" l="l" r="r" t="t"/>
                <a:pathLst>
                  <a:path extrusionOk="0" h="350" w="791">
                    <a:moveTo>
                      <a:pt x="608" y="0"/>
                    </a:moveTo>
                    <a:cubicBezTo>
                      <a:pt x="517" y="61"/>
                      <a:pt x="426" y="122"/>
                      <a:pt x="334" y="183"/>
                    </a:cubicBezTo>
                    <a:lnTo>
                      <a:pt x="243" y="92"/>
                    </a:lnTo>
                    <a:lnTo>
                      <a:pt x="213" y="61"/>
                    </a:lnTo>
                    <a:cubicBezTo>
                      <a:pt x="203" y="42"/>
                      <a:pt x="185" y="35"/>
                      <a:pt x="164" y="35"/>
                    </a:cubicBezTo>
                    <a:cubicBezTo>
                      <a:pt x="116" y="35"/>
                      <a:pt x="51" y="71"/>
                      <a:pt x="30" y="92"/>
                    </a:cubicBezTo>
                    <a:cubicBezTo>
                      <a:pt x="0" y="92"/>
                      <a:pt x="152" y="274"/>
                      <a:pt x="213" y="304"/>
                    </a:cubicBezTo>
                    <a:cubicBezTo>
                      <a:pt x="243" y="335"/>
                      <a:pt x="274" y="350"/>
                      <a:pt x="296" y="350"/>
                    </a:cubicBezTo>
                    <a:cubicBezTo>
                      <a:pt x="319" y="350"/>
                      <a:pt x="334" y="335"/>
                      <a:pt x="334" y="304"/>
                    </a:cubicBezTo>
                    <a:cubicBezTo>
                      <a:pt x="334" y="274"/>
                      <a:pt x="608" y="213"/>
                      <a:pt x="699" y="183"/>
                    </a:cubicBezTo>
                    <a:lnTo>
                      <a:pt x="760" y="152"/>
                    </a:lnTo>
                    <a:cubicBezTo>
                      <a:pt x="790" y="122"/>
                      <a:pt x="790" y="92"/>
                      <a:pt x="790" y="61"/>
                    </a:cubicBezTo>
                    <a:cubicBezTo>
                      <a:pt x="790" y="31"/>
                      <a:pt x="730" y="0"/>
                      <a:pt x="6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17"/>
              <p:cNvSpPr/>
              <p:nvPr/>
            </p:nvSpPr>
            <p:spPr>
              <a:xfrm>
                <a:off x="5471500" y="2047750"/>
                <a:ext cx="18250" cy="6700"/>
              </a:xfrm>
              <a:custGeom>
                <a:rect b="b" l="l" r="r" t="t"/>
                <a:pathLst>
                  <a:path extrusionOk="0" h="268" w="730">
                    <a:moveTo>
                      <a:pt x="50" y="1"/>
                    </a:moveTo>
                    <a:cubicBezTo>
                      <a:pt x="24" y="1"/>
                      <a:pt x="6" y="6"/>
                      <a:pt x="0" y="18"/>
                    </a:cubicBezTo>
                    <a:cubicBezTo>
                      <a:pt x="61" y="49"/>
                      <a:pt x="122" y="79"/>
                      <a:pt x="183" y="140"/>
                    </a:cubicBezTo>
                    <a:lnTo>
                      <a:pt x="304" y="231"/>
                    </a:lnTo>
                    <a:cubicBezTo>
                      <a:pt x="332" y="212"/>
                      <a:pt x="361" y="205"/>
                      <a:pt x="387" y="205"/>
                    </a:cubicBezTo>
                    <a:cubicBezTo>
                      <a:pt x="446" y="205"/>
                      <a:pt x="496" y="240"/>
                      <a:pt x="517" y="261"/>
                    </a:cubicBezTo>
                    <a:cubicBezTo>
                      <a:pt x="517" y="265"/>
                      <a:pt x="521" y="267"/>
                      <a:pt x="527" y="267"/>
                    </a:cubicBezTo>
                    <a:cubicBezTo>
                      <a:pt x="570" y="267"/>
                      <a:pt x="730" y="188"/>
                      <a:pt x="730" y="109"/>
                    </a:cubicBezTo>
                    <a:cubicBezTo>
                      <a:pt x="730" y="66"/>
                      <a:pt x="669" y="23"/>
                      <a:pt x="590" y="23"/>
                    </a:cubicBezTo>
                    <a:cubicBezTo>
                      <a:pt x="558" y="23"/>
                      <a:pt x="522" y="31"/>
                      <a:pt x="487" y="49"/>
                    </a:cubicBezTo>
                    <a:cubicBezTo>
                      <a:pt x="469" y="52"/>
                      <a:pt x="450" y="54"/>
                      <a:pt x="429" y="54"/>
                    </a:cubicBezTo>
                    <a:cubicBezTo>
                      <a:pt x="306" y="54"/>
                      <a:pt x="135" y="1"/>
                      <a:pt x="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17"/>
              <p:cNvSpPr/>
              <p:nvPr/>
            </p:nvSpPr>
            <p:spPr>
              <a:xfrm>
                <a:off x="5448700" y="2012475"/>
                <a:ext cx="13700" cy="10325"/>
              </a:xfrm>
              <a:custGeom>
                <a:rect b="b" l="l" r="r" t="t"/>
                <a:pathLst>
                  <a:path extrusionOk="0" h="413" w="548">
                    <a:moveTo>
                      <a:pt x="487" y="1"/>
                    </a:moveTo>
                    <a:lnTo>
                      <a:pt x="304" y="31"/>
                    </a:lnTo>
                    <a:cubicBezTo>
                      <a:pt x="122" y="61"/>
                      <a:pt x="0" y="305"/>
                      <a:pt x="61" y="396"/>
                    </a:cubicBezTo>
                    <a:cubicBezTo>
                      <a:pt x="67" y="407"/>
                      <a:pt x="75" y="412"/>
                      <a:pt x="84" y="412"/>
                    </a:cubicBezTo>
                    <a:cubicBezTo>
                      <a:pt x="123" y="412"/>
                      <a:pt x="183" y="323"/>
                      <a:pt x="183" y="274"/>
                    </a:cubicBezTo>
                    <a:cubicBezTo>
                      <a:pt x="183" y="213"/>
                      <a:pt x="274" y="183"/>
                      <a:pt x="395" y="183"/>
                    </a:cubicBezTo>
                    <a:lnTo>
                      <a:pt x="487" y="153"/>
                    </a:lnTo>
                    <a:lnTo>
                      <a:pt x="517" y="153"/>
                    </a:lnTo>
                    <a:cubicBezTo>
                      <a:pt x="547" y="122"/>
                      <a:pt x="547" y="31"/>
                      <a:pt x="5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17"/>
              <p:cNvSpPr/>
              <p:nvPr/>
            </p:nvSpPr>
            <p:spPr>
              <a:xfrm>
                <a:off x="5346975" y="2033000"/>
                <a:ext cx="12850" cy="8375"/>
              </a:xfrm>
              <a:custGeom>
                <a:rect b="b" l="l" r="r" t="t"/>
                <a:pathLst>
                  <a:path extrusionOk="0" h="335" w="514">
                    <a:moveTo>
                      <a:pt x="300" y="0"/>
                    </a:moveTo>
                    <a:cubicBezTo>
                      <a:pt x="179" y="0"/>
                      <a:pt x="27" y="61"/>
                      <a:pt x="27" y="152"/>
                    </a:cubicBezTo>
                    <a:cubicBezTo>
                      <a:pt x="0" y="231"/>
                      <a:pt x="134" y="310"/>
                      <a:pt x="190" y="310"/>
                    </a:cubicBezTo>
                    <a:cubicBezTo>
                      <a:pt x="198" y="310"/>
                      <a:pt x="205" y="308"/>
                      <a:pt x="209" y="304"/>
                    </a:cubicBezTo>
                    <a:lnTo>
                      <a:pt x="209" y="213"/>
                    </a:lnTo>
                    <a:cubicBezTo>
                      <a:pt x="209" y="183"/>
                      <a:pt x="239" y="183"/>
                      <a:pt x="300" y="183"/>
                    </a:cubicBezTo>
                    <a:lnTo>
                      <a:pt x="331" y="213"/>
                    </a:lnTo>
                    <a:cubicBezTo>
                      <a:pt x="361" y="243"/>
                      <a:pt x="361" y="304"/>
                      <a:pt x="422" y="335"/>
                    </a:cubicBezTo>
                    <a:cubicBezTo>
                      <a:pt x="483" y="335"/>
                      <a:pt x="483" y="213"/>
                      <a:pt x="513" y="183"/>
                    </a:cubicBezTo>
                    <a:cubicBezTo>
                      <a:pt x="513" y="152"/>
                      <a:pt x="513" y="91"/>
                      <a:pt x="452" y="31"/>
                    </a:cubicBezTo>
                    <a:lnTo>
                      <a:pt x="391" y="31"/>
                    </a:lnTo>
                    <a:lnTo>
                      <a:pt x="3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17"/>
              <p:cNvSpPr/>
              <p:nvPr/>
            </p:nvSpPr>
            <p:spPr>
              <a:xfrm>
                <a:off x="5578650" y="2046675"/>
                <a:ext cx="15200" cy="8275"/>
              </a:xfrm>
              <a:custGeom>
                <a:rect b="b" l="l" r="r" t="t"/>
                <a:pathLst>
                  <a:path extrusionOk="0" h="331" w="608">
                    <a:moveTo>
                      <a:pt x="182" y="0"/>
                    </a:moveTo>
                    <a:cubicBezTo>
                      <a:pt x="61" y="0"/>
                      <a:pt x="122" y="61"/>
                      <a:pt x="182" y="61"/>
                    </a:cubicBezTo>
                    <a:cubicBezTo>
                      <a:pt x="213" y="92"/>
                      <a:pt x="91" y="183"/>
                      <a:pt x="61" y="183"/>
                    </a:cubicBezTo>
                    <a:cubicBezTo>
                      <a:pt x="0" y="213"/>
                      <a:pt x="0" y="244"/>
                      <a:pt x="61" y="274"/>
                    </a:cubicBezTo>
                    <a:cubicBezTo>
                      <a:pt x="82" y="295"/>
                      <a:pt x="146" y="330"/>
                      <a:pt x="184" y="330"/>
                    </a:cubicBezTo>
                    <a:cubicBezTo>
                      <a:pt x="201" y="330"/>
                      <a:pt x="213" y="323"/>
                      <a:pt x="213" y="304"/>
                    </a:cubicBezTo>
                    <a:lnTo>
                      <a:pt x="243" y="244"/>
                    </a:lnTo>
                    <a:cubicBezTo>
                      <a:pt x="304" y="183"/>
                      <a:pt x="395" y="183"/>
                      <a:pt x="486" y="122"/>
                    </a:cubicBezTo>
                    <a:lnTo>
                      <a:pt x="547" y="92"/>
                    </a:lnTo>
                    <a:cubicBezTo>
                      <a:pt x="608" y="31"/>
                      <a:pt x="304" y="0"/>
                      <a:pt x="1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17"/>
              <p:cNvSpPr/>
              <p:nvPr/>
            </p:nvSpPr>
            <p:spPr>
              <a:xfrm>
                <a:off x="5677425" y="2002600"/>
                <a:ext cx="10650" cy="18250"/>
              </a:xfrm>
              <a:custGeom>
                <a:rect b="b" l="l" r="r" t="t"/>
                <a:pathLst>
                  <a:path extrusionOk="0" h="730" w="426">
                    <a:moveTo>
                      <a:pt x="183" y="0"/>
                    </a:moveTo>
                    <a:lnTo>
                      <a:pt x="152" y="183"/>
                    </a:lnTo>
                    <a:lnTo>
                      <a:pt x="152" y="244"/>
                    </a:lnTo>
                    <a:cubicBezTo>
                      <a:pt x="0" y="304"/>
                      <a:pt x="0" y="426"/>
                      <a:pt x="152" y="517"/>
                    </a:cubicBezTo>
                    <a:lnTo>
                      <a:pt x="92" y="669"/>
                    </a:lnTo>
                    <a:cubicBezTo>
                      <a:pt x="122" y="700"/>
                      <a:pt x="152" y="730"/>
                      <a:pt x="213" y="730"/>
                    </a:cubicBezTo>
                    <a:cubicBezTo>
                      <a:pt x="244" y="730"/>
                      <a:pt x="304" y="669"/>
                      <a:pt x="304" y="639"/>
                    </a:cubicBezTo>
                    <a:lnTo>
                      <a:pt x="304" y="608"/>
                    </a:lnTo>
                    <a:cubicBezTo>
                      <a:pt x="274" y="548"/>
                      <a:pt x="274" y="213"/>
                      <a:pt x="335" y="183"/>
                    </a:cubicBezTo>
                    <a:cubicBezTo>
                      <a:pt x="426" y="122"/>
                      <a:pt x="335" y="31"/>
                      <a:pt x="1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17"/>
              <p:cNvSpPr/>
              <p:nvPr/>
            </p:nvSpPr>
            <p:spPr>
              <a:xfrm>
                <a:off x="6303575" y="1855950"/>
                <a:ext cx="10675" cy="8525"/>
              </a:xfrm>
              <a:custGeom>
                <a:rect b="b" l="l" r="r" t="t"/>
                <a:pathLst>
                  <a:path extrusionOk="0" h="341" w="427">
                    <a:moveTo>
                      <a:pt x="122" y="0"/>
                    </a:moveTo>
                    <a:cubicBezTo>
                      <a:pt x="31" y="0"/>
                      <a:pt x="1" y="31"/>
                      <a:pt x="61" y="91"/>
                    </a:cubicBezTo>
                    <a:cubicBezTo>
                      <a:pt x="122" y="122"/>
                      <a:pt x="61" y="304"/>
                      <a:pt x="61" y="334"/>
                    </a:cubicBezTo>
                    <a:cubicBezTo>
                      <a:pt x="66" y="339"/>
                      <a:pt x="73" y="341"/>
                      <a:pt x="83" y="341"/>
                    </a:cubicBezTo>
                    <a:cubicBezTo>
                      <a:pt x="142" y="341"/>
                      <a:pt x="287" y="274"/>
                      <a:pt x="365" y="274"/>
                    </a:cubicBezTo>
                    <a:cubicBezTo>
                      <a:pt x="426" y="274"/>
                      <a:pt x="335" y="152"/>
                      <a:pt x="365" y="91"/>
                    </a:cubicBezTo>
                    <a:cubicBezTo>
                      <a:pt x="396" y="31"/>
                      <a:pt x="213" y="0"/>
                      <a:pt x="1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17"/>
              <p:cNvSpPr/>
              <p:nvPr/>
            </p:nvSpPr>
            <p:spPr>
              <a:xfrm>
                <a:off x="5928200" y="1801625"/>
                <a:ext cx="12800" cy="8050"/>
              </a:xfrm>
              <a:custGeom>
                <a:rect b="b" l="l" r="r" t="t"/>
                <a:pathLst>
                  <a:path extrusionOk="0" h="322" w="512">
                    <a:moveTo>
                      <a:pt x="383" y="1"/>
                    </a:moveTo>
                    <a:cubicBezTo>
                      <a:pt x="291" y="1"/>
                      <a:pt x="112" y="116"/>
                      <a:pt x="61" y="167"/>
                    </a:cubicBezTo>
                    <a:cubicBezTo>
                      <a:pt x="0" y="258"/>
                      <a:pt x="61" y="319"/>
                      <a:pt x="182" y="319"/>
                    </a:cubicBezTo>
                    <a:lnTo>
                      <a:pt x="334" y="319"/>
                    </a:lnTo>
                    <a:cubicBezTo>
                      <a:pt x="340" y="321"/>
                      <a:pt x="345" y="322"/>
                      <a:pt x="350" y="322"/>
                    </a:cubicBezTo>
                    <a:cubicBezTo>
                      <a:pt x="436" y="322"/>
                      <a:pt x="511" y="101"/>
                      <a:pt x="426" y="15"/>
                    </a:cubicBezTo>
                    <a:cubicBezTo>
                      <a:pt x="416" y="5"/>
                      <a:pt x="401" y="1"/>
                      <a:pt x="3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17"/>
              <p:cNvSpPr/>
              <p:nvPr/>
            </p:nvSpPr>
            <p:spPr>
              <a:xfrm>
                <a:off x="6020900" y="1804275"/>
                <a:ext cx="17500" cy="5375"/>
              </a:xfrm>
              <a:custGeom>
                <a:rect b="b" l="l" r="r" t="t"/>
                <a:pathLst>
                  <a:path extrusionOk="0" h="215" w="700">
                    <a:moveTo>
                      <a:pt x="304" y="0"/>
                    </a:moveTo>
                    <a:lnTo>
                      <a:pt x="0" y="61"/>
                    </a:lnTo>
                    <a:lnTo>
                      <a:pt x="0" y="122"/>
                    </a:lnTo>
                    <a:lnTo>
                      <a:pt x="0" y="152"/>
                    </a:lnTo>
                    <a:cubicBezTo>
                      <a:pt x="31" y="152"/>
                      <a:pt x="304" y="152"/>
                      <a:pt x="304" y="183"/>
                    </a:cubicBezTo>
                    <a:cubicBezTo>
                      <a:pt x="304" y="204"/>
                      <a:pt x="327" y="214"/>
                      <a:pt x="365" y="214"/>
                    </a:cubicBezTo>
                    <a:cubicBezTo>
                      <a:pt x="433" y="214"/>
                      <a:pt x="551" y="181"/>
                      <a:pt x="669" y="122"/>
                    </a:cubicBezTo>
                    <a:lnTo>
                      <a:pt x="669" y="91"/>
                    </a:lnTo>
                    <a:cubicBezTo>
                      <a:pt x="699" y="0"/>
                      <a:pt x="426" y="0"/>
                      <a:pt x="3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17"/>
              <p:cNvSpPr/>
              <p:nvPr/>
            </p:nvSpPr>
            <p:spPr>
              <a:xfrm>
                <a:off x="5340025" y="2051225"/>
                <a:ext cx="12950" cy="7200"/>
              </a:xfrm>
              <a:custGeom>
                <a:rect b="b" l="l" r="r" t="t"/>
                <a:pathLst>
                  <a:path extrusionOk="0" h="288" w="518">
                    <a:moveTo>
                      <a:pt x="335" y="1"/>
                    </a:moveTo>
                    <a:lnTo>
                      <a:pt x="335" y="31"/>
                    </a:lnTo>
                    <a:lnTo>
                      <a:pt x="305" y="62"/>
                    </a:lnTo>
                    <a:cubicBezTo>
                      <a:pt x="292" y="87"/>
                      <a:pt x="274" y="97"/>
                      <a:pt x="254" y="97"/>
                    </a:cubicBezTo>
                    <a:cubicBezTo>
                      <a:pt x="228" y="97"/>
                      <a:pt x="201" y="79"/>
                      <a:pt x="183" y="62"/>
                    </a:cubicBezTo>
                    <a:cubicBezTo>
                      <a:pt x="183" y="56"/>
                      <a:pt x="179" y="53"/>
                      <a:pt x="171" y="53"/>
                    </a:cubicBezTo>
                    <a:cubicBezTo>
                      <a:pt x="140" y="53"/>
                      <a:pt x="56" y="98"/>
                      <a:pt x="31" y="122"/>
                    </a:cubicBezTo>
                    <a:cubicBezTo>
                      <a:pt x="1" y="122"/>
                      <a:pt x="92" y="274"/>
                      <a:pt x="122" y="274"/>
                    </a:cubicBezTo>
                    <a:cubicBezTo>
                      <a:pt x="143" y="274"/>
                      <a:pt x="163" y="288"/>
                      <a:pt x="174" y="288"/>
                    </a:cubicBezTo>
                    <a:cubicBezTo>
                      <a:pt x="180" y="288"/>
                      <a:pt x="183" y="284"/>
                      <a:pt x="183" y="274"/>
                    </a:cubicBezTo>
                    <a:lnTo>
                      <a:pt x="214" y="244"/>
                    </a:lnTo>
                    <a:lnTo>
                      <a:pt x="366" y="122"/>
                    </a:lnTo>
                    <a:cubicBezTo>
                      <a:pt x="426" y="153"/>
                      <a:pt x="472" y="168"/>
                      <a:pt x="495" y="168"/>
                    </a:cubicBezTo>
                    <a:cubicBezTo>
                      <a:pt x="517" y="168"/>
                      <a:pt x="517" y="153"/>
                      <a:pt x="487" y="122"/>
                    </a:cubicBezTo>
                    <a:lnTo>
                      <a:pt x="426" y="92"/>
                    </a:lnTo>
                    <a:lnTo>
                      <a:pt x="426" y="62"/>
                    </a:lnTo>
                    <a:cubicBezTo>
                      <a:pt x="457" y="31"/>
                      <a:pt x="426" y="1"/>
                      <a:pt x="3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17"/>
              <p:cNvSpPr/>
              <p:nvPr/>
            </p:nvSpPr>
            <p:spPr>
              <a:xfrm>
                <a:off x="4390925" y="2031475"/>
                <a:ext cx="13700" cy="10100"/>
              </a:xfrm>
              <a:custGeom>
                <a:rect b="b" l="l" r="r" t="t"/>
                <a:pathLst>
                  <a:path extrusionOk="0" h="404" w="548">
                    <a:moveTo>
                      <a:pt x="122" y="1"/>
                    </a:moveTo>
                    <a:cubicBezTo>
                      <a:pt x="31" y="1"/>
                      <a:pt x="1" y="213"/>
                      <a:pt x="31" y="274"/>
                    </a:cubicBezTo>
                    <a:cubicBezTo>
                      <a:pt x="122" y="335"/>
                      <a:pt x="213" y="365"/>
                      <a:pt x="335" y="396"/>
                    </a:cubicBezTo>
                    <a:cubicBezTo>
                      <a:pt x="340" y="401"/>
                      <a:pt x="346" y="404"/>
                      <a:pt x="351" y="404"/>
                    </a:cubicBezTo>
                    <a:cubicBezTo>
                      <a:pt x="374" y="404"/>
                      <a:pt x="390" y="349"/>
                      <a:pt x="365" y="274"/>
                    </a:cubicBezTo>
                    <a:lnTo>
                      <a:pt x="396" y="244"/>
                    </a:lnTo>
                    <a:cubicBezTo>
                      <a:pt x="426" y="183"/>
                      <a:pt x="487" y="122"/>
                      <a:pt x="548" y="61"/>
                    </a:cubicBezTo>
                    <a:cubicBezTo>
                      <a:pt x="517" y="46"/>
                      <a:pt x="479" y="39"/>
                      <a:pt x="441" y="39"/>
                    </a:cubicBezTo>
                    <a:cubicBezTo>
                      <a:pt x="403" y="39"/>
                      <a:pt x="365" y="46"/>
                      <a:pt x="335" y="61"/>
                    </a:cubicBezTo>
                    <a:lnTo>
                      <a:pt x="213" y="31"/>
                    </a:lnTo>
                    <a:lnTo>
                      <a:pt x="1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17"/>
              <p:cNvSpPr/>
              <p:nvPr/>
            </p:nvSpPr>
            <p:spPr>
              <a:xfrm>
                <a:off x="5257200" y="2022350"/>
                <a:ext cx="13700" cy="13775"/>
              </a:xfrm>
              <a:custGeom>
                <a:rect b="b" l="l" r="r" t="t"/>
                <a:pathLst>
                  <a:path extrusionOk="0" h="551" w="548">
                    <a:moveTo>
                      <a:pt x="61" y="1"/>
                    </a:moveTo>
                    <a:cubicBezTo>
                      <a:pt x="1" y="1"/>
                      <a:pt x="153" y="214"/>
                      <a:pt x="213" y="274"/>
                    </a:cubicBezTo>
                    <a:cubicBezTo>
                      <a:pt x="271" y="332"/>
                      <a:pt x="409" y="551"/>
                      <a:pt x="475" y="551"/>
                    </a:cubicBezTo>
                    <a:cubicBezTo>
                      <a:pt x="480" y="551"/>
                      <a:pt x="483" y="550"/>
                      <a:pt x="487" y="548"/>
                    </a:cubicBezTo>
                    <a:cubicBezTo>
                      <a:pt x="517" y="548"/>
                      <a:pt x="548" y="244"/>
                      <a:pt x="517" y="153"/>
                    </a:cubicBezTo>
                    <a:cubicBezTo>
                      <a:pt x="517" y="94"/>
                      <a:pt x="492" y="60"/>
                      <a:pt x="466" y="60"/>
                    </a:cubicBezTo>
                    <a:cubicBezTo>
                      <a:pt x="452" y="60"/>
                      <a:pt x="437" y="70"/>
                      <a:pt x="426" y="92"/>
                    </a:cubicBezTo>
                    <a:cubicBezTo>
                      <a:pt x="420" y="104"/>
                      <a:pt x="406" y="109"/>
                      <a:pt x="387" y="109"/>
                    </a:cubicBezTo>
                    <a:cubicBezTo>
                      <a:pt x="307" y="109"/>
                      <a:pt x="135" y="25"/>
                      <a:pt x="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17"/>
              <p:cNvSpPr/>
              <p:nvPr/>
            </p:nvSpPr>
            <p:spPr>
              <a:xfrm>
                <a:off x="5030750" y="2022350"/>
                <a:ext cx="12950" cy="12200"/>
              </a:xfrm>
              <a:custGeom>
                <a:rect b="b" l="l" r="r" t="t"/>
                <a:pathLst>
                  <a:path extrusionOk="0" h="488" w="518">
                    <a:moveTo>
                      <a:pt x="183" y="1"/>
                    </a:moveTo>
                    <a:lnTo>
                      <a:pt x="92" y="92"/>
                    </a:lnTo>
                    <a:lnTo>
                      <a:pt x="31" y="153"/>
                    </a:lnTo>
                    <a:cubicBezTo>
                      <a:pt x="61" y="214"/>
                      <a:pt x="213" y="426"/>
                      <a:pt x="122" y="457"/>
                    </a:cubicBezTo>
                    <a:cubicBezTo>
                      <a:pt x="1" y="487"/>
                      <a:pt x="122" y="487"/>
                      <a:pt x="213" y="487"/>
                    </a:cubicBezTo>
                    <a:cubicBezTo>
                      <a:pt x="305" y="487"/>
                      <a:pt x="335" y="426"/>
                      <a:pt x="274" y="335"/>
                    </a:cubicBezTo>
                    <a:lnTo>
                      <a:pt x="244" y="244"/>
                    </a:lnTo>
                    <a:cubicBezTo>
                      <a:pt x="251" y="237"/>
                      <a:pt x="265" y="235"/>
                      <a:pt x="284" y="235"/>
                    </a:cubicBezTo>
                    <a:cubicBezTo>
                      <a:pt x="318" y="235"/>
                      <a:pt x="366" y="242"/>
                      <a:pt x="406" y="242"/>
                    </a:cubicBezTo>
                    <a:cubicBezTo>
                      <a:pt x="444" y="242"/>
                      <a:pt x="476" y="236"/>
                      <a:pt x="487" y="214"/>
                    </a:cubicBezTo>
                    <a:cubicBezTo>
                      <a:pt x="517" y="153"/>
                      <a:pt x="487" y="122"/>
                      <a:pt x="426" y="122"/>
                    </a:cubicBezTo>
                    <a:cubicBezTo>
                      <a:pt x="335" y="92"/>
                      <a:pt x="244" y="62"/>
                      <a:pt x="1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17"/>
              <p:cNvSpPr/>
              <p:nvPr/>
            </p:nvSpPr>
            <p:spPr>
              <a:xfrm>
                <a:off x="5934275" y="2014750"/>
                <a:ext cx="13700" cy="12200"/>
              </a:xfrm>
              <a:custGeom>
                <a:rect b="b" l="l" r="r" t="t"/>
                <a:pathLst>
                  <a:path extrusionOk="0" h="488" w="548">
                    <a:moveTo>
                      <a:pt x="456" y="1"/>
                    </a:moveTo>
                    <a:lnTo>
                      <a:pt x="365" y="31"/>
                    </a:lnTo>
                    <a:lnTo>
                      <a:pt x="304" y="62"/>
                    </a:lnTo>
                    <a:lnTo>
                      <a:pt x="91" y="214"/>
                    </a:lnTo>
                    <a:lnTo>
                      <a:pt x="61" y="244"/>
                    </a:lnTo>
                    <a:lnTo>
                      <a:pt x="31" y="274"/>
                    </a:lnTo>
                    <a:cubicBezTo>
                      <a:pt x="0" y="305"/>
                      <a:pt x="31" y="335"/>
                      <a:pt x="61" y="366"/>
                    </a:cubicBezTo>
                    <a:lnTo>
                      <a:pt x="91" y="396"/>
                    </a:lnTo>
                    <a:lnTo>
                      <a:pt x="152" y="426"/>
                    </a:lnTo>
                    <a:cubicBezTo>
                      <a:pt x="183" y="457"/>
                      <a:pt x="213" y="487"/>
                      <a:pt x="274" y="487"/>
                    </a:cubicBezTo>
                    <a:cubicBezTo>
                      <a:pt x="335" y="487"/>
                      <a:pt x="426" y="426"/>
                      <a:pt x="304" y="366"/>
                    </a:cubicBezTo>
                    <a:lnTo>
                      <a:pt x="456" y="214"/>
                    </a:lnTo>
                    <a:lnTo>
                      <a:pt x="517" y="153"/>
                    </a:lnTo>
                    <a:cubicBezTo>
                      <a:pt x="547" y="62"/>
                      <a:pt x="517" y="1"/>
                      <a:pt x="4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17"/>
              <p:cNvSpPr/>
              <p:nvPr/>
            </p:nvSpPr>
            <p:spPr>
              <a:xfrm>
                <a:off x="5315825" y="2016275"/>
                <a:ext cx="13600" cy="11500"/>
              </a:xfrm>
              <a:custGeom>
                <a:rect b="b" l="l" r="r" t="t"/>
                <a:pathLst>
                  <a:path extrusionOk="0" h="460" w="544">
                    <a:moveTo>
                      <a:pt x="361" y="1"/>
                    </a:moveTo>
                    <a:cubicBezTo>
                      <a:pt x="300" y="1"/>
                      <a:pt x="148" y="305"/>
                      <a:pt x="57" y="396"/>
                    </a:cubicBezTo>
                    <a:cubicBezTo>
                      <a:pt x="1" y="433"/>
                      <a:pt x="2" y="459"/>
                      <a:pt x="48" y="459"/>
                    </a:cubicBezTo>
                    <a:cubicBezTo>
                      <a:pt x="76" y="459"/>
                      <a:pt x="120" y="449"/>
                      <a:pt x="178" y="426"/>
                    </a:cubicBezTo>
                    <a:cubicBezTo>
                      <a:pt x="330" y="335"/>
                      <a:pt x="452" y="183"/>
                      <a:pt x="543" y="31"/>
                    </a:cubicBezTo>
                    <a:cubicBezTo>
                      <a:pt x="482" y="31"/>
                      <a:pt x="422" y="1"/>
                      <a:pt x="3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17"/>
              <p:cNvSpPr/>
              <p:nvPr/>
            </p:nvSpPr>
            <p:spPr>
              <a:xfrm>
                <a:off x="5748850" y="2023125"/>
                <a:ext cx="15225" cy="7625"/>
              </a:xfrm>
              <a:custGeom>
                <a:rect b="b" l="l" r="r" t="t"/>
                <a:pathLst>
                  <a:path extrusionOk="0" h="305" w="609">
                    <a:moveTo>
                      <a:pt x="578" y="0"/>
                    </a:moveTo>
                    <a:cubicBezTo>
                      <a:pt x="548" y="0"/>
                      <a:pt x="517" y="61"/>
                      <a:pt x="517" y="122"/>
                    </a:cubicBezTo>
                    <a:lnTo>
                      <a:pt x="517" y="183"/>
                    </a:lnTo>
                    <a:cubicBezTo>
                      <a:pt x="487" y="213"/>
                      <a:pt x="457" y="243"/>
                      <a:pt x="426" y="243"/>
                    </a:cubicBezTo>
                    <a:cubicBezTo>
                      <a:pt x="396" y="243"/>
                      <a:pt x="335" y="243"/>
                      <a:pt x="305" y="213"/>
                    </a:cubicBezTo>
                    <a:cubicBezTo>
                      <a:pt x="305" y="100"/>
                      <a:pt x="254" y="64"/>
                      <a:pt x="192" y="64"/>
                    </a:cubicBezTo>
                    <a:cubicBezTo>
                      <a:pt x="137" y="64"/>
                      <a:pt x="74" y="93"/>
                      <a:pt x="31" y="122"/>
                    </a:cubicBezTo>
                    <a:lnTo>
                      <a:pt x="1" y="122"/>
                    </a:lnTo>
                    <a:cubicBezTo>
                      <a:pt x="1" y="213"/>
                      <a:pt x="305" y="304"/>
                      <a:pt x="396" y="304"/>
                    </a:cubicBezTo>
                    <a:cubicBezTo>
                      <a:pt x="517" y="304"/>
                      <a:pt x="609" y="152"/>
                      <a:pt x="609" y="91"/>
                    </a:cubicBezTo>
                    <a:cubicBezTo>
                      <a:pt x="609" y="61"/>
                      <a:pt x="578" y="0"/>
                      <a:pt x="5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17"/>
              <p:cNvSpPr/>
              <p:nvPr/>
            </p:nvSpPr>
            <p:spPr>
              <a:xfrm>
                <a:off x="6124250" y="2020350"/>
                <a:ext cx="12175" cy="8950"/>
              </a:xfrm>
              <a:custGeom>
                <a:rect b="b" l="l" r="r" t="t"/>
                <a:pathLst>
                  <a:path extrusionOk="0" h="358" w="487">
                    <a:moveTo>
                      <a:pt x="76" y="0"/>
                    </a:moveTo>
                    <a:cubicBezTo>
                      <a:pt x="31" y="0"/>
                      <a:pt x="0" y="15"/>
                      <a:pt x="0" y="50"/>
                    </a:cubicBezTo>
                    <a:cubicBezTo>
                      <a:pt x="0" y="85"/>
                      <a:pt x="31" y="121"/>
                      <a:pt x="80" y="121"/>
                    </a:cubicBezTo>
                    <a:cubicBezTo>
                      <a:pt x="116" y="121"/>
                      <a:pt x="162" y="102"/>
                      <a:pt x="213" y="50"/>
                    </a:cubicBezTo>
                    <a:lnTo>
                      <a:pt x="213" y="294"/>
                    </a:lnTo>
                    <a:lnTo>
                      <a:pt x="213" y="324"/>
                    </a:lnTo>
                    <a:cubicBezTo>
                      <a:pt x="213" y="348"/>
                      <a:pt x="226" y="357"/>
                      <a:pt x="245" y="357"/>
                    </a:cubicBezTo>
                    <a:cubicBezTo>
                      <a:pt x="299" y="357"/>
                      <a:pt x="403" y="286"/>
                      <a:pt x="426" y="263"/>
                    </a:cubicBezTo>
                    <a:cubicBezTo>
                      <a:pt x="486" y="202"/>
                      <a:pt x="274" y="50"/>
                      <a:pt x="182" y="20"/>
                    </a:cubicBezTo>
                    <a:cubicBezTo>
                      <a:pt x="145" y="7"/>
                      <a:pt x="107" y="0"/>
                      <a:pt x="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17"/>
              <p:cNvSpPr/>
              <p:nvPr/>
            </p:nvSpPr>
            <p:spPr>
              <a:xfrm>
                <a:off x="5896075" y="1801650"/>
                <a:ext cx="13900" cy="7675"/>
              </a:xfrm>
              <a:custGeom>
                <a:rect b="b" l="l" r="r" t="t"/>
                <a:pathLst>
                  <a:path extrusionOk="0" h="307" w="556">
                    <a:moveTo>
                      <a:pt x="73" y="0"/>
                    </a:moveTo>
                    <a:lnTo>
                      <a:pt x="73" y="0"/>
                    </a:lnTo>
                    <a:cubicBezTo>
                      <a:pt x="71" y="0"/>
                      <a:pt x="69" y="4"/>
                      <a:pt x="69" y="14"/>
                    </a:cubicBezTo>
                    <a:cubicBezTo>
                      <a:pt x="69" y="24"/>
                      <a:pt x="76" y="31"/>
                      <a:pt x="87" y="35"/>
                    </a:cubicBezTo>
                    <a:lnTo>
                      <a:pt x="87" y="35"/>
                    </a:lnTo>
                    <a:cubicBezTo>
                      <a:pt x="83" y="14"/>
                      <a:pt x="77" y="0"/>
                      <a:pt x="73" y="0"/>
                    </a:cubicBezTo>
                    <a:close/>
                    <a:moveTo>
                      <a:pt x="373" y="14"/>
                    </a:moveTo>
                    <a:cubicBezTo>
                      <a:pt x="333" y="14"/>
                      <a:pt x="211" y="41"/>
                      <a:pt x="134" y="41"/>
                    </a:cubicBezTo>
                    <a:cubicBezTo>
                      <a:pt x="115" y="41"/>
                      <a:pt x="98" y="39"/>
                      <a:pt x="87" y="35"/>
                    </a:cubicBezTo>
                    <a:lnTo>
                      <a:pt x="87" y="35"/>
                    </a:lnTo>
                    <a:cubicBezTo>
                      <a:pt x="93" y="76"/>
                      <a:pt x="90" y="146"/>
                      <a:pt x="39" y="196"/>
                    </a:cubicBezTo>
                    <a:cubicBezTo>
                      <a:pt x="0" y="222"/>
                      <a:pt x="5" y="232"/>
                      <a:pt x="31" y="232"/>
                    </a:cubicBezTo>
                    <a:cubicBezTo>
                      <a:pt x="65" y="232"/>
                      <a:pt x="138" y="214"/>
                      <a:pt x="191" y="196"/>
                    </a:cubicBezTo>
                    <a:cubicBezTo>
                      <a:pt x="199" y="192"/>
                      <a:pt x="209" y="190"/>
                      <a:pt x="219" y="190"/>
                    </a:cubicBezTo>
                    <a:cubicBezTo>
                      <a:pt x="284" y="190"/>
                      <a:pt x="377" y="261"/>
                      <a:pt x="404" y="288"/>
                    </a:cubicBezTo>
                    <a:cubicBezTo>
                      <a:pt x="410" y="301"/>
                      <a:pt x="418" y="307"/>
                      <a:pt x="427" y="307"/>
                    </a:cubicBezTo>
                    <a:cubicBezTo>
                      <a:pt x="460" y="307"/>
                      <a:pt x="508" y="225"/>
                      <a:pt x="556" y="105"/>
                    </a:cubicBezTo>
                    <a:lnTo>
                      <a:pt x="404" y="14"/>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17"/>
              <p:cNvSpPr/>
              <p:nvPr/>
            </p:nvSpPr>
            <p:spPr>
              <a:xfrm>
                <a:off x="5371200" y="2050475"/>
                <a:ext cx="12175" cy="10000"/>
              </a:xfrm>
              <a:custGeom>
                <a:rect b="b" l="l" r="r" t="t"/>
                <a:pathLst>
                  <a:path extrusionOk="0" h="400" w="487">
                    <a:moveTo>
                      <a:pt x="243" y="0"/>
                    </a:moveTo>
                    <a:cubicBezTo>
                      <a:pt x="182" y="0"/>
                      <a:pt x="91" y="244"/>
                      <a:pt x="30" y="335"/>
                    </a:cubicBezTo>
                    <a:cubicBezTo>
                      <a:pt x="2" y="377"/>
                      <a:pt x="0" y="400"/>
                      <a:pt x="15" y="400"/>
                    </a:cubicBezTo>
                    <a:cubicBezTo>
                      <a:pt x="33" y="400"/>
                      <a:pt x="73" y="370"/>
                      <a:pt x="122" y="304"/>
                    </a:cubicBezTo>
                    <a:lnTo>
                      <a:pt x="182" y="213"/>
                    </a:lnTo>
                    <a:cubicBezTo>
                      <a:pt x="243" y="122"/>
                      <a:pt x="365" y="61"/>
                      <a:pt x="456" y="61"/>
                    </a:cubicBezTo>
                    <a:cubicBezTo>
                      <a:pt x="486" y="31"/>
                      <a:pt x="304" y="0"/>
                      <a:pt x="2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17"/>
              <p:cNvSpPr/>
              <p:nvPr/>
            </p:nvSpPr>
            <p:spPr>
              <a:xfrm>
                <a:off x="5922100" y="2039675"/>
                <a:ext cx="13700" cy="9300"/>
              </a:xfrm>
              <a:custGeom>
                <a:rect b="b" l="l" r="r" t="t"/>
                <a:pathLst>
                  <a:path extrusionOk="0" h="372" w="548">
                    <a:moveTo>
                      <a:pt x="86" y="1"/>
                    </a:moveTo>
                    <a:cubicBezTo>
                      <a:pt x="74" y="1"/>
                      <a:pt x="66" y="3"/>
                      <a:pt x="62" y="7"/>
                    </a:cubicBezTo>
                    <a:cubicBezTo>
                      <a:pt x="1" y="37"/>
                      <a:pt x="31" y="98"/>
                      <a:pt x="122" y="128"/>
                    </a:cubicBezTo>
                    <a:cubicBezTo>
                      <a:pt x="244" y="159"/>
                      <a:pt x="305" y="372"/>
                      <a:pt x="335" y="372"/>
                    </a:cubicBezTo>
                    <a:lnTo>
                      <a:pt x="366" y="372"/>
                    </a:lnTo>
                    <a:lnTo>
                      <a:pt x="457" y="341"/>
                    </a:lnTo>
                    <a:cubicBezTo>
                      <a:pt x="548" y="280"/>
                      <a:pt x="426" y="128"/>
                      <a:pt x="396" y="98"/>
                    </a:cubicBezTo>
                    <a:cubicBezTo>
                      <a:pt x="344" y="72"/>
                      <a:pt x="156" y="1"/>
                      <a:pt x="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17"/>
              <p:cNvSpPr/>
              <p:nvPr/>
            </p:nvSpPr>
            <p:spPr>
              <a:xfrm>
                <a:off x="5903100" y="2039825"/>
                <a:ext cx="16000" cy="10825"/>
              </a:xfrm>
              <a:custGeom>
                <a:rect b="b" l="l" r="r" t="t"/>
                <a:pathLst>
                  <a:path extrusionOk="0" h="433" w="640">
                    <a:moveTo>
                      <a:pt x="427" y="1"/>
                    </a:moveTo>
                    <a:cubicBezTo>
                      <a:pt x="335" y="31"/>
                      <a:pt x="335" y="183"/>
                      <a:pt x="305" y="183"/>
                    </a:cubicBezTo>
                    <a:cubicBezTo>
                      <a:pt x="264" y="183"/>
                      <a:pt x="156" y="170"/>
                      <a:pt x="89" y="170"/>
                    </a:cubicBezTo>
                    <a:cubicBezTo>
                      <a:pt x="55" y="170"/>
                      <a:pt x="31" y="173"/>
                      <a:pt x="31" y="183"/>
                    </a:cubicBezTo>
                    <a:cubicBezTo>
                      <a:pt x="1" y="244"/>
                      <a:pt x="275" y="366"/>
                      <a:pt x="305" y="426"/>
                    </a:cubicBezTo>
                    <a:cubicBezTo>
                      <a:pt x="309" y="430"/>
                      <a:pt x="313" y="432"/>
                      <a:pt x="318" y="432"/>
                    </a:cubicBezTo>
                    <a:cubicBezTo>
                      <a:pt x="351" y="432"/>
                      <a:pt x="404" y="346"/>
                      <a:pt x="457" y="214"/>
                    </a:cubicBezTo>
                    <a:lnTo>
                      <a:pt x="548" y="122"/>
                    </a:lnTo>
                    <a:lnTo>
                      <a:pt x="548" y="62"/>
                    </a:lnTo>
                    <a:cubicBezTo>
                      <a:pt x="639" y="62"/>
                      <a:pt x="639" y="31"/>
                      <a:pt x="5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17"/>
              <p:cNvSpPr/>
              <p:nvPr/>
            </p:nvSpPr>
            <p:spPr>
              <a:xfrm>
                <a:off x="5118275" y="2038325"/>
                <a:ext cx="21925" cy="5450"/>
              </a:xfrm>
              <a:custGeom>
                <a:rect b="b" l="l" r="r" t="t"/>
                <a:pathLst>
                  <a:path extrusionOk="0" h="218" w="877">
                    <a:moveTo>
                      <a:pt x="451" y="0"/>
                    </a:moveTo>
                    <a:lnTo>
                      <a:pt x="299" y="122"/>
                    </a:lnTo>
                    <a:lnTo>
                      <a:pt x="238" y="182"/>
                    </a:lnTo>
                    <a:cubicBezTo>
                      <a:pt x="176" y="174"/>
                      <a:pt x="127" y="170"/>
                      <a:pt x="91" y="170"/>
                    </a:cubicBezTo>
                    <a:cubicBezTo>
                      <a:pt x="6" y="170"/>
                      <a:pt x="0" y="191"/>
                      <a:pt x="86" y="213"/>
                    </a:cubicBezTo>
                    <a:cubicBezTo>
                      <a:pt x="100" y="216"/>
                      <a:pt x="118" y="218"/>
                      <a:pt x="141" y="218"/>
                    </a:cubicBezTo>
                    <a:cubicBezTo>
                      <a:pt x="318" y="218"/>
                      <a:pt x="742" y="122"/>
                      <a:pt x="877" y="122"/>
                    </a:cubicBezTo>
                    <a:lnTo>
                      <a:pt x="785" y="122"/>
                    </a:lnTo>
                    <a:cubicBezTo>
                      <a:pt x="664" y="122"/>
                      <a:pt x="542" y="61"/>
                      <a:pt x="4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17"/>
              <p:cNvSpPr/>
              <p:nvPr/>
            </p:nvSpPr>
            <p:spPr>
              <a:xfrm>
                <a:off x="5653875" y="2023125"/>
                <a:ext cx="12175" cy="14450"/>
              </a:xfrm>
              <a:custGeom>
                <a:rect b="b" l="l" r="r" t="t"/>
                <a:pathLst>
                  <a:path extrusionOk="0" h="578" w="487">
                    <a:moveTo>
                      <a:pt x="0" y="0"/>
                    </a:moveTo>
                    <a:cubicBezTo>
                      <a:pt x="61" y="152"/>
                      <a:pt x="122" y="274"/>
                      <a:pt x="213" y="395"/>
                    </a:cubicBezTo>
                    <a:cubicBezTo>
                      <a:pt x="243" y="456"/>
                      <a:pt x="335" y="517"/>
                      <a:pt x="395" y="578"/>
                    </a:cubicBezTo>
                    <a:lnTo>
                      <a:pt x="456" y="578"/>
                    </a:lnTo>
                    <a:cubicBezTo>
                      <a:pt x="487" y="456"/>
                      <a:pt x="487" y="365"/>
                      <a:pt x="456" y="243"/>
                    </a:cubicBezTo>
                    <a:lnTo>
                      <a:pt x="365" y="213"/>
                    </a:lnTo>
                    <a:cubicBezTo>
                      <a:pt x="274" y="152"/>
                      <a:pt x="183" y="91"/>
                      <a:pt x="1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17"/>
              <p:cNvSpPr/>
              <p:nvPr/>
            </p:nvSpPr>
            <p:spPr>
              <a:xfrm>
                <a:off x="5232875" y="2011600"/>
                <a:ext cx="15825" cy="6975"/>
              </a:xfrm>
              <a:custGeom>
                <a:rect b="b" l="l" r="r" t="t"/>
                <a:pathLst>
                  <a:path extrusionOk="0" h="279" w="633">
                    <a:moveTo>
                      <a:pt x="595" y="1"/>
                    </a:moveTo>
                    <a:cubicBezTo>
                      <a:pt x="590" y="1"/>
                      <a:pt x="585" y="2"/>
                      <a:pt x="578" y="5"/>
                    </a:cubicBezTo>
                    <a:lnTo>
                      <a:pt x="548" y="36"/>
                    </a:lnTo>
                    <a:cubicBezTo>
                      <a:pt x="487" y="66"/>
                      <a:pt x="427" y="66"/>
                      <a:pt x="366" y="96"/>
                    </a:cubicBezTo>
                    <a:lnTo>
                      <a:pt x="305" y="96"/>
                    </a:lnTo>
                    <a:cubicBezTo>
                      <a:pt x="259" y="96"/>
                      <a:pt x="111" y="45"/>
                      <a:pt x="40" y="45"/>
                    </a:cubicBezTo>
                    <a:cubicBezTo>
                      <a:pt x="16" y="45"/>
                      <a:pt x="1" y="51"/>
                      <a:pt x="1" y="66"/>
                    </a:cubicBezTo>
                    <a:cubicBezTo>
                      <a:pt x="1" y="127"/>
                      <a:pt x="123" y="218"/>
                      <a:pt x="305" y="279"/>
                    </a:cubicBezTo>
                    <a:lnTo>
                      <a:pt x="427" y="248"/>
                    </a:lnTo>
                    <a:lnTo>
                      <a:pt x="548" y="248"/>
                    </a:lnTo>
                    <a:cubicBezTo>
                      <a:pt x="603" y="112"/>
                      <a:pt x="633" y="1"/>
                      <a:pt x="5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17"/>
              <p:cNvSpPr/>
              <p:nvPr/>
            </p:nvSpPr>
            <p:spPr>
              <a:xfrm>
                <a:off x="4594575" y="2005250"/>
                <a:ext cx="15225" cy="9675"/>
              </a:xfrm>
              <a:custGeom>
                <a:rect b="b" l="l" r="r" t="t"/>
                <a:pathLst>
                  <a:path extrusionOk="0" h="387" w="609">
                    <a:moveTo>
                      <a:pt x="58" y="1"/>
                    </a:moveTo>
                    <a:cubicBezTo>
                      <a:pt x="23" y="1"/>
                      <a:pt x="1" y="16"/>
                      <a:pt x="1" y="46"/>
                    </a:cubicBezTo>
                    <a:cubicBezTo>
                      <a:pt x="1" y="107"/>
                      <a:pt x="335" y="138"/>
                      <a:pt x="335" y="168"/>
                    </a:cubicBezTo>
                    <a:cubicBezTo>
                      <a:pt x="305" y="229"/>
                      <a:pt x="457" y="350"/>
                      <a:pt x="517" y="381"/>
                    </a:cubicBezTo>
                    <a:cubicBezTo>
                      <a:pt x="526" y="385"/>
                      <a:pt x="534" y="387"/>
                      <a:pt x="541" y="387"/>
                    </a:cubicBezTo>
                    <a:cubicBezTo>
                      <a:pt x="586" y="387"/>
                      <a:pt x="608" y="316"/>
                      <a:pt x="608" y="290"/>
                    </a:cubicBezTo>
                    <a:cubicBezTo>
                      <a:pt x="487" y="198"/>
                      <a:pt x="335" y="107"/>
                      <a:pt x="183" y="46"/>
                    </a:cubicBezTo>
                    <a:cubicBezTo>
                      <a:pt x="137" y="16"/>
                      <a:pt x="92" y="1"/>
                      <a:pt x="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17"/>
              <p:cNvSpPr/>
              <p:nvPr/>
            </p:nvSpPr>
            <p:spPr>
              <a:xfrm>
                <a:off x="5737350" y="2042725"/>
                <a:ext cx="7725" cy="11575"/>
              </a:xfrm>
              <a:custGeom>
                <a:rect b="b" l="l" r="r" t="t"/>
                <a:pathLst>
                  <a:path extrusionOk="0" h="463" w="309">
                    <a:moveTo>
                      <a:pt x="10" y="1"/>
                    </a:moveTo>
                    <a:cubicBezTo>
                      <a:pt x="3" y="1"/>
                      <a:pt x="1" y="2"/>
                      <a:pt x="5" y="6"/>
                    </a:cubicBezTo>
                    <a:cubicBezTo>
                      <a:pt x="5" y="37"/>
                      <a:pt x="217" y="128"/>
                      <a:pt x="217" y="219"/>
                    </a:cubicBezTo>
                    <a:cubicBezTo>
                      <a:pt x="217" y="280"/>
                      <a:pt x="187" y="341"/>
                      <a:pt x="96" y="371"/>
                    </a:cubicBezTo>
                    <a:lnTo>
                      <a:pt x="65" y="432"/>
                    </a:lnTo>
                    <a:lnTo>
                      <a:pt x="35" y="432"/>
                    </a:lnTo>
                    <a:cubicBezTo>
                      <a:pt x="35" y="462"/>
                      <a:pt x="157" y="462"/>
                      <a:pt x="248" y="462"/>
                    </a:cubicBezTo>
                    <a:cubicBezTo>
                      <a:pt x="309" y="432"/>
                      <a:pt x="309" y="310"/>
                      <a:pt x="309" y="189"/>
                    </a:cubicBezTo>
                    <a:cubicBezTo>
                      <a:pt x="309" y="83"/>
                      <a:pt x="56" y="1"/>
                      <a:pt x="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17"/>
              <p:cNvSpPr/>
              <p:nvPr/>
            </p:nvSpPr>
            <p:spPr>
              <a:xfrm>
                <a:off x="6181225" y="2039775"/>
                <a:ext cx="9500" cy="10150"/>
              </a:xfrm>
              <a:custGeom>
                <a:rect b="b" l="l" r="r" t="t"/>
                <a:pathLst>
                  <a:path extrusionOk="0" h="406" w="380">
                    <a:moveTo>
                      <a:pt x="253" y="0"/>
                    </a:moveTo>
                    <a:cubicBezTo>
                      <a:pt x="192" y="0"/>
                      <a:pt x="105" y="10"/>
                      <a:pt x="1" y="33"/>
                    </a:cubicBezTo>
                    <a:lnTo>
                      <a:pt x="92" y="94"/>
                    </a:lnTo>
                    <a:lnTo>
                      <a:pt x="244" y="216"/>
                    </a:lnTo>
                    <a:cubicBezTo>
                      <a:pt x="244" y="342"/>
                      <a:pt x="286" y="406"/>
                      <a:pt x="318" y="406"/>
                    </a:cubicBezTo>
                    <a:cubicBezTo>
                      <a:pt x="324" y="406"/>
                      <a:pt x="330" y="403"/>
                      <a:pt x="335" y="398"/>
                    </a:cubicBezTo>
                    <a:cubicBezTo>
                      <a:pt x="366" y="398"/>
                      <a:pt x="214" y="124"/>
                      <a:pt x="305" y="64"/>
                    </a:cubicBezTo>
                    <a:cubicBezTo>
                      <a:pt x="380" y="26"/>
                      <a:pt x="351" y="0"/>
                      <a:pt x="2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17"/>
              <p:cNvSpPr/>
              <p:nvPr/>
            </p:nvSpPr>
            <p:spPr>
              <a:xfrm>
                <a:off x="5474525" y="2014000"/>
                <a:ext cx="11550" cy="7875"/>
              </a:xfrm>
              <a:custGeom>
                <a:rect b="b" l="l" r="r" t="t"/>
                <a:pathLst>
                  <a:path extrusionOk="0" h="315" w="462">
                    <a:moveTo>
                      <a:pt x="214" y="0"/>
                    </a:moveTo>
                    <a:cubicBezTo>
                      <a:pt x="1" y="0"/>
                      <a:pt x="62" y="122"/>
                      <a:pt x="62" y="213"/>
                    </a:cubicBezTo>
                    <a:lnTo>
                      <a:pt x="62" y="274"/>
                    </a:lnTo>
                    <a:cubicBezTo>
                      <a:pt x="69" y="303"/>
                      <a:pt x="88" y="314"/>
                      <a:pt x="114" y="314"/>
                    </a:cubicBezTo>
                    <a:cubicBezTo>
                      <a:pt x="197" y="314"/>
                      <a:pt x="350" y="192"/>
                      <a:pt x="396" y="122"/>
                    </a:cubicBezTo>
                    <a:cubicBezTo>
                      <a:pt x="462" y="56"/>
                      <a:pt x="448" y="6"/>
                      <a:pt x="390" y="6"/>
                    </a:cubicBezTo>
                    <a:cubicBezTo>
                      <a:pt x="368" y="6"/>
                      <a:pt x="339" y="14"/>
                      <a:pt x="305" y="31"/>
                    </a:cubicBezTo>
                    <a:lnTo>
                      <a:pt x="2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17"/>
              <p:cNvSpPr/>
              <p:nvPr/>
            </p:nvSpPr>
            <p:spPr>
              <a:xfrm>
                <a:off x="5854675" y="2044400"/>
                <a:ext cx="12750" cy="7625"/>
              </a:xfrm>
              <a:custGeom>
                <a:rect b="b" l="l" r="r" t="t"/>
                <a:pathLst>
                  <a:path extrusionOk="0" h="305" w="510">
                    <a:moveTo>
                      <a:pt x="297" y="0"/>
                    </a:moveTo>
                    <a:cubicBezTo>
                      <a:pt x="266" y="0"/>
                      <a:pt x="205" y="31"/>
                      <a:pt x="205" y="31"/>
                    </a:cubicBezTo>
                    <a:lnTo>
                      <a:pt x="205" y="213"/>
                    </a:lnTo>
                    <a:cubicBezTo>
                      <a:pt x="160" y="205"/>
                      <a:pt x="122" y="202"/>
                      <a:pt x="93" y="202"/>
                    </a:cubicBezTo>
                    <a:cubicBezTo>
                      <a:pt x="6" y="202"/>
                      <a:pt x="0" y="236"/>
                      <a:pt x="114" y="304"/>
                    </a:cubicBezTo>
                    <a:lnTo>
                      <a:pt x="205" y="304"/>
                    </a:lnTo>
                    <a:lnTo>
                      <a:pt x="327" y="274"/>
                    </a:lnTo>
                    <a:cubicBezTo>
                      <a:pt x="479" y="183"/>
                      <a:pt x="509" y="61"/>
                      <a:pt x="388" y="31"/>
                    </a:cubicBezTo>
                    <a:lnTo>
                      <a:pt x="29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17"/>
              <p:cNvSpPr/>
              <p:nvPr/>
            </p:nvSpPr>
            <p:spPr>
              <a:xfrm>
                <a:off x="6011775" y="2044925"/>
                <a:ext cx="11275" cy="8900"/>
              </a:xfrm>
              <a:custGeom>
                <a:rect b="b" l="l" r="r" t="t"/>
                <a:pathLst>
                  <a:path extrusionOk="0" h="356" w="451">
                    <a:moveTo>
                      <a:pt x="309" y="1"/>
                    </a:moveTo>
                    <a:cubicBezTo>
                      <a:pt x="306" y="1"/>
                      <a:pt x="305" y="4"/>
                      <a:pt x="305" y="10"/>
                    </a:cubicBezTo>
                    <a:cubicBezTo>
                      <a:pt x="274" y="70"/>
                      <a:pt x="244" y="131"/>
                      <a:pt x="213" y="192"/>
                    </a:cubicBezTo>
                    <a:lnTo>
                      <a:pt x="61" y="192"/>
                    </a:lnTo>
                    <a:cubicBezTo>
                      <a:pt x="1" y="222"/>
                      <a:pt x="122" y="314"/>
                      <a:pt x="183" y="344"/>
                    </a:cubicBezTo>
                    <a:cubicBezTo>
                      <a:pt x="199" y="352"/>
                      <a:pt x="218" y="356"/>
                      <a:pt x="237" y="356"/>
                    </a:cubicBezTo>
                    <a:cubicBezTo>
                      <a:pt x="290" y="356"/>
                      <a:pt x="351" y="328"/>
                      <a:pt x="396" y="283"/>
                    </a:cubicBezTo>
                    <a:cubicBezTo>
                      <a:pt x="450" y="228"/>
                      <a:pt x="332" y="1"/>
                      <a:pt x="3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17"/>
              <p:cNvSpPr/>
              <p:nvPr/>
            </p:nvSpPr>
            <p:spPr>
              <a:xfrm>
                <a:off x="5308875" y="2048550"/>
                <a:ext cx="16375" cy="13425"/>
              </a:xfrm>
              <a:custGeom>
                <a:rect b="b" l="l" r="r" t="t"/>
                <a:pathLst>
                  <a:path extrusionOk="0" h="537" w="655">
                    <a:moveTo>
                      <a:pt x="583" y="0"/>
                    </a:moveTo>
                    <a:cubicBezTo>
                      <a:pt x="539" y="0"/>
                      <a:pt x="487" y="95"/>
                      <a:pt x="433" y="95"/>
                    </a:cubicBezTo>
                    <a:cubicBezTo>
                      <a:pt x="421" y="95"/>
                      <a:pt x="408" y="90"/>
                      <a:pt x="396" y="77"/>
                    </a:cubicBezTo>
                    <a:lnTo>
                      <a:pt x="365" y="47"/>
                    </a:lnTo>
                    <a:cubicBezTo>
                      <a:pt x="274" y="47"/>
                      <a:pt x="61" y="260"/>
                      <a:pt x="31" y="351"/>
                    </a:cubicBezTo>
                    <a:cubicBezTo>
                      <a:pt x="1" y="381"/>
                      <a:pt x="1" y="473"/>
                      <a:pt x="31" y="533"/>
                    </a:cubicBezTo>
                    <a:cubicBezTo>
                      <a:pt x="33" y="535"/>
                      <a:pt x="35" y="536"/>
                      <a:pt x="38" y="536"/>
                    </a:cubicBezTo>
                    <a:cubicBezTo>
                      <a:pt x="77" y="536"/>
                      <a:pt x="185" y="347"/>
                      <a:pt x="213" y="290"/>
                    </a:cubicBezTo>
                    <a:cubicBezTo>
                      <a:pt x="244" y="199"/>
                      <a:pt x="304" y="138"/>
                      <a:pt x="335" y="138"/>
                    </a:cubicBezTo>
                    <a:lnTo>
                      <a:pt x="396" y="138"/>
                    </a:lnTo>
                    <a:cubicBezTo>
                      <a:pt x="441" y="138"/>
                      <a:pt x="510" y="153"/>
                      <a:pt x="563" y="153"/>
                    </a:cubicBezTo>
                    <a:cubicBezTo>
                      <a:pt x="616" y="153"/>
                      <a:pt x="654" y="138"/>
                      <a:pt x="639" y="77"/>
                    </a:cubicBezTo>
                    <a:cubicBezTo>
                      <a:pt x="622" y="20"/>
                      <a:pt x="604" y="0"/>
                      <a:pt x="5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17"/>
              <p:cNvSpPr/>
              <p:nvPr/>
            </p:nvSpPr>
            <p:spPr>
              <a:xfrm>
                <a:off x="5830925" y="2039075"/>
                <a:ext cx="11425" cy="9900"/>
              </a:xfrm>
              <a:custGeom>
                <a:rect b="b" l="l" r="r" t="t"/>
                <a:pathLst>
                  <a:path extrusionOk="0" h="396" w="457">
                    <a:moveTo>
                      <a:pt x="122" y="0"/>
                    </a:moveTo>
                    <a:cubicBezTo>
                      <a:pt x="31" y="61"/>
                      <a:pt x="0" y="152"/>
                      <a:pt x="92" y="152"/>
                    </a:cubicBezTo>
                    <a:lnTo>
                      <a:pt x="213" y="152"/>
                    </a:lnTo>
                    <a:cubicBezTo>
                      <a:pt x="274" y="183"/>
                      <a:pt x="274" y="274"/>
                      <a:pt x="213" y="304"/>
                    </a:cubicBezTo>
                    <a:lnTo>
                      <a:pt x="92" y="304"/>
                    </a:lnTo>
                    <a:cubicBezTo>
                      <a:pt x="31" y="304"/>
                      <a:pt x="0" y="335"/>
                      <a:pt x="0" y="335"/>
                    </a:cubicBezTo>
                    <a:cubicBezTo>
                      <a:pt x="61" y="365"/>
                      <a:pt x="122" y="365"/>
                      <a:pt x="183" y="396"/>
                    </a:cubicBezTo>
                    <a:lnTo>
                      <a:pt x="335" y="396"/>
                    </a:lnTo>
                    <a:cubicBezTo>
                      <a:pt x="426" y="335"/>
                      <a:pt x="456" y="213"/>
                      <a:pt x="426" y="152"/>
                    </a:cubicBezTo>
                    <a:cubicBezTo>
                      <a:pt x="365" y="92"/>
                      <a:pt x="304" y="61"/>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17"/>
              <p:cNvSpPr/>
              <p:nvPr/>
            </p:nvSpPr>
            <p:spPr>
              <a:xfrm>
                <a:off x="5813450" y="2041925"/>
                <a:ext cx="12925" cy="5525"/>
              </a:xfrm>
              <a:custGeom>
                <a:rect b="b" l="l" r="r" t="t"/>
                <a:pathLst>
                  <a:path extrusionOk="0" h="221" w="517">
                    <a:moveTo>
                      <a:pt x="193" y="0"/>
                    </a:moveTo>
                    <a:cubicBezTo>
                      <a:pt x="167" y="0"/>
                      <a:pt x="143" y="3"/>
                      <a:pt x="122" y="8"/>
                    </a:cubicBezTo>
                    <a:cubicBezTo>
                      <a:pt x="0" y="8"/>
                      <a:pt x="31" y="130"/>
                      <a:pt x="122" y="221"/>
                    </a:cubicBezTo>
                    <a:lnTo>
                      <a:pt x="335" y="190"/>
                    </a:lnTo>
                    <a:lnTo>
                      <a:pt x="517" y="160"/>
                    </a:lnTo>
                    <a:cubicBezTo>
                      <a:pt x="492" y="59"/>
                      <a:pt x="321" y="0"/>
                      <a:pt x="1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17"/>
              <p:cNvSpPr/>
              <p:nvPr/>
            </p:nvSpPr>
            <p:spPr>
              <a:xfrm>
                <a:off x="6020900" y="2002600"/>
                <a:ext cx="12950" cy="13700"/>
              </a:xfrm>
              <a:custGeom>
                <a:rect b="b" l="l" r="r" t="t"/>
                <a:pathLst>
                  <a:path extrusionOk="0" h="548" w="518">
                    <a:moveTo>
                      <a:pt x="213" y="0"/>
                    </a:moveTo>
                    <a:cubicBezTo>
                      <a:pt x="183" y="0"/>
                      <a:pt x="122" y="31"/>
                      <a:pt x="91" y="61"/>
                    </a:cubicBezTo>
                    <a:cubicBezTo>
                      <a:pt x="0" y="122"/>
                      <a:pt x="91" y="122"/>
                      <a:pt x="122" y="152"/>
                    </a:cubicBezTo>
                    <a:cubicBezTo>
                      <a:pt x="183" y="152"/>
                      <a:pt x="213" y="183"/>
                      <a:pt x="213" y="213"/>
                    </a:cubicBezTo>
                    <a:cubicBezTo>
                      <a:pt x="213" y="304"/>
                      <a:pt x="213" y="426"/>
                      <a:pt x="213" y="456"/>
                    </a:cubicBezTo>
                    <a:cubicBezTo>
                      <a:pt x="243" y="487"/>
                      <a:pt x="304" y="548"/>
                      <a:pt x="335" y="548"/>
                    </a:cubicBezTo>
                    <a:cubicBezTo>
                      <a:pt x="517" y="517"/>
                      <a:pt x="335" y="487"/>
                      <a:pt x="335" y="426"/>
                    </a:cubicBezTo>
                    <a:lnTo>
                      <a:pt x="335" y="335"/>
                    </a:lnTo>
                    <a:cubicBezTo>
                      <a:pt x="395" y="213"/>
                      <a:pt x="365" y="92"/>
                      <a:pt x="274" y="31"/>
                    </a:cubicBezTo>
                    <a:lnTo>
                      <a:pt x="21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17"/>
              <p:cNvSpPr/>
              <p:nvPr/>
            </p:nvSpPr>
            <p:spPr>
              <a:xfrm>
                <a:off x="5965425" y="1802750"/>
                <a:ext cx="14450" cy="8725"/>
              </a:xfrm>
              <a:custGeom>
                <a:rect b="b" l="l" r="r" t="t"/>
                <a:pathLst>
                  <a:path extrusionOk="0" h="349" w="578">
                    <a:moveTo>
                      <a:pt x="0" y="0"/>
                    </a:moveTo>
                    <a:cubicBezTo>
                      <a:pt x="0" y="61"/>
                      <a:pt x="0" y="122"/>
                      <a:pt x="61" y="122"/>
                    </a:cubicBezTo>
                    <a:cubicBezTo>
                      <a:pt x="96" y="104"/>
                      <a:pt x="142" y="87"/>
                      <a:pt x="185" y="87"/>
                    </a:cubicBezTo>
                    <a:cubicBezTo>
                      <a:pt x="217" y="87"/>
                      <a:pt x="248" y="96"/>
                      <a:pt x="274" y="122"/>
                    </a:cubicBezTo>
                    <a:lnTo>
                      <a:pt x="335" y="213"/>
                    </a:lnTo>
                    <a:cubicBezTo>
                      <a:pt x="355" y="294"/>
                      <a:pt x="429" y="348"/>
                      <a:pt x="495" y="348"/>
                    </a:cubicBezTo>
                    <a:cubicBezTo>
                      <a:pt x="527" y="348"/>
                      <a:pt x="558" y="335"/>
                      <a:pt x="578" y="304"/>
                    </a:cubicBezTo>
                    <a:lnTo>
                      <a:pt x="578" y="213"/>
                    </a:lnTo>
                    <a:lnTo>
                      <a:pt x="548" y="152"/>
                    </a:lnTo>
                    <a:cubicBezTo>
                      <a:pt x="426" y="61"/>
                      <a:pt x="274" y="31"/>
                      <a:pt x="1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17"/>
              <p:cNvSpPr/>
              <p:nvPr/>
            </p:nvSpPr>
            <p:spPr>
              <a:xfrm>
                <a:off x="5455525" y="2003350"/>
                <a:ext cx="16750" cy="7625"/>
              </a:xfrm>
              <a:custGeom>
                <a:rect b="b" l="l" r="r" t="t"/>
                <a:pathLst>
                  <a:path extrusionOk="0" h="305" w="670">
                    <a:moveTo>
                      <a:pt x="552" y="0"/>
                    </a:moveTo>
                    <a:cubicBezTo>
                      <a:pt x="510" y="0"/>
                      <a:pt x="453" y="43"/>
                      <a:pt x="396" y="62"/>
                    </a:cubicBezTo>
                    <a:cubicBezTo>
                      <a:pt x="366" y="77"/>
                      <a:pt x="335" y="84"/>
                      <a:pt x="305" y="84"/>
                    </a:cubicBezTo>
                    <a:cubicBezTo>
                      <a:pt x="274" y="84"/>
                      <a:pt x="244" y="77"/>
                      <a:pt x="214" y="62"/>
                    </a:cubicBezTo>
                    <a:lnTo>
                      <a:pt x="153" y="31"/>
                    </a:lnTo>
                    <a:cubicBezTo>
                      <a:pt x="122" y="92"/>
                      <a:pt x="92" y="153"/>
                      <a:pt x="31" y="214"/>
                    </a:cubicBezTo>
                    <a:cubicBezTo>
                      <a:pt x="1" y="244"/>
                      <a:pt x="62" y="305"/>
                      <a:pt x="153" y="305"/>
                    </a:cubicBezTo>
                    <a:cubicBezTo>
                      <a:pt x="335" y="274"/>
                      <a:pt x="487" y="214"/>
                      <a:pt x="670" y="153"/>
                    </a:cubicBezTo>
                    <a:lnTo>
                      <a:pt x="609" y="62"/>
                    </a:lnTo>
                    <a:cubicBezTo>
                      <a:pt x="597" y="16"/>
                      <a:pt x="577" y="0"/>
                      <a:pt x="5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17"/>
              <p:cNvSpPr/>
              <p:nvPr/>
            </p:nvSpPr>
            <p:spPr>
              <a:xfrm>
                <a:off x="5726825" y="1806550"/>
                <a:ext cx="15225" cy="6250"/>
              </a:xfrm>
              <a:custGeom>
                <a:rect b="b" l="l" r="r" t="t"/>
                <a:pathLst>
                  <a:path extrusionOk="0" h="250" w="609">
                    <a:moveTo>
                      <a:pt x="365" y="0"/>
                    </a:moveTo>
                    <a:cubicBezTo>
                      <a:pt x="313" y="0"/>
                      <a:pt x="149" y="67"/>
                      <a:pt x="84" y="67"/>
                    </a:cubicBezTo>
                    <a:cubicBezTo>
                      <a:pt x="73" y="67"/>
                      <a:pt x="65" y="66"/>
                      <a:pt x="61" y="61"/>
                    </a:cubicBezTo>
                    <a:cubicBezTo>
                      <a:pt x="56" y="59"/>
                      <a:pt x="51" y="57"/>
                      <a:pt x="46" y="57"/>
                    </a:cubicBezTo>
                    <a:cubicBezTo>
                      <a:pt x="1" y="57"/>
                      <a:pt x="8" y="188"/>
                      <a:pt x="91" y="244"/>
                    </a:cubicBezTo>
                    <a:cubicBezTo>
                      <a:pt x="99" y="248"/>
                      <a:pt x="108" y="249"/>
                      <a:pt x="116" y="249"/>
                    </a:cubicBezTo>
                    <a:cubicBezTo>
                      <a:pt x="175" y="249"/>
                      <a:pt x="251" y="163"/>
                      <a:pt x="304" y="31"/>
                    </a:cubicBezTo>
                    <a:lnTo>
                      <a:pt x="486" y="183"/>
                    </a:lnTo>
                    <a:lnTo>
                      <a:pt x="608" y="183"/>
                    </a:lnTo>
                    <a:cubicBezTo>
                      <a:pt x="608" y="152"/>
                      <a:pt x="608" y="92"/>
                      <a:pt x="608" y="61"/>
                    </a:cubicBezTo>
                    <a:cubicBezTo>
                      <a:pt x="517" y="31"/>
                      <a:pt x="456" y="31"/>
                      <a:pt x="3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17"/>
              <p:cNvSpPr/>
              <p:nvPr/>
            </p:nvSpPr>
            <p:spPr>
              <a:xfrm>
                <a:off x="4042125" y="1661063"/>
                <a:ext cx="2367850" cy="456625"/>
              </a:xfrm>
              <a:custGeom>
                <a:rect b="b" l="l" r="r" t="t"/>
                <a:pathLst>
                  <a:path extrusionOk="0" h="18265" w="94714">
                    <a:moveTo>
                      <a:pt x="17417" y="2310"/>
                    </a:moveTo>
                    <a:cubicBezTo>
                      <a:pt x="17448" y="2310"/>
                      <a:pt x="17509" y="2341"/>
                      <a:pt x="17539" y="2371"/>
                    </a:cubicBezTo>
                    <a:cubicBezTo>
                      <a:pt x="17539" y="2401"/>
                      <a:pt x="17509" y="2432"/>
                      <a:pt x="17478" y="2462"/>
                    </a:cubicBezTo>
                    <a:cubicBezTo>
                      <a:pt x="17448" y="2493"/>
                      <a:pt x="17387" y="2493"/>
                      <a:pt x="17357" y="2493"/>
                    </a:cubicBezTo>
                    <a:lnTo>
                      <a:pt x="17144" y="2614"/>
                    </a:lnTo>
                    <a:cubicBezTo>
                      <a:pt x="16992" y="2553"/>
                      <a:pt x="17022" y="2432"/>
                      <a:pt x="17235" y="2371"/>
                    </a:cubicBezTo>
                    <a:lnTo>
                      <a:pt x="17417" y="2310"/>
                    </a:lnTo>
                    <a:close/>
                    <a:moveTo>
                      <a:pt x="12341" y="2736"/>
                    </a:moveTo>
                    <a:cubicBezTo>
                      <a:pt x="12433" y="2736"/>
                      <a:pt x="12402" y="2979"/>
                      <a:pt x="12281" y="3040"/>
                    </a:cubicBezTo>
                    <a:cubicBezTo>
                      <a:pt x="12247" y="3051"/>
                      <a:pt x="12214" y="3058"/>
                      <a:pt x="12185" y="3058"/>
                    </a:cubicBezTo>
                    <a:cubicBezTo>
                      <a:pt x="12135" y="3058"/>
                      <a:pt x="12098" y="3037"/>
                      <a:pt x="12098" y="2979"/>
                    </a:cubicBezTo>
                    <a:cubicBezTo>
                      <a:pt x="12129" y="2888"/>
                      <a:pt x="12220" y="2797"/>
                      <a:pt x="12341" y="2736"/>
                    </a:cubicBezTo>
                    <a:close/>
                    <a:moveTo>
                      <a:pt x="82756" y="2780"/>
                    </a:moveTo>
                    <a:cubicBezTo>
                      <a:pt x="82765" y="2780"/>
                      <a:pt x="82768" y="2786"/>
                      <a:pt x="82768" y="2797"/>
                    </a:cubicBezTo>
                    <a:cubicBezTo>
                      <a:pt x="82738" y="2857"/>
                      <a:pt x="82768" y="2888"/>
                      <a:pt x="82799" y="2888"/>
                    </a:cubicBezTo>
                    <a:cubicBezTo>
                      <a:pt x="82829" y="2888"/>
                      <a:pt x="82890" y="2949"/>
                      <a:pt x="82920" y="2979"/>
                    </a:cubicBezTo>
                    <a:cubicBezTo>
                      <a:pt x="82768" y="3009"/>
                      <a:pt x="82647" y="3040"/>
                      <a:pt x="82525" y="3070"/>
                    </a:cubicBezTo>
                    <a:cubicBezTo>
                      <a:pt x="82495" y="3070"/>
                      <a:pt x="82464" y="3040"/>
                      <a:pt x="82434" y="3009"/>
                    </a:cubicBezTo>
                    <a:cubicBezTo>
                      <a:pt x="82403" y="2979"/>
                      <a:pt x="82434" y="2918"/>
                      <a:pt x="82434" y="2918"/>
                    </a:cubicBezTo>
                    <a:lnTo>
                      <a:pt x="82616" y="2888"/>
                    </a:lnTo>
                    <a:cubicBezTo>
                      <a:pt x="82697" y="2807"/>
                      <a:pt x="82738" y="2780"/>
                      <a:pt x="82756" y="2780"/>
                    </a:cubicBezTo>
                    <a:close/>
                    <a:moveTo>
                      <a:pt x="81639" y="3136"/>
                    </a:moveTo>
                    <a:cubicBezTo>
                      <a:pt x="81674" y="3136"/>
                      <a:pt x="81708" y="3144"/>
                      <a:pt x="81735" y="3161"/>
                    </a:cubicBezTo>
                    <a:cubicBezTo>
                      <a:pt x="81856" y="3192"/>
                      <a:pt x="81886" y="3282"/>
                      <a:pt x="81797" y="3313"/>
                    </a:cubicBezTo>
                    <a:lnTo>
                      <a:pt x="81797" y="3313"/>
                    </a:lnTo>
                    <a:cubicBezTo>
                      <a:pt x="81685" y="3308"/>
                      <a:pt x="81576" y="3278"/>
                      <a:pt x="81492" y="3222"/>
                    </a:cubicBezTo>
                    <a:cubicBezTo>
                      <a:pt x="81470" y="3179"/>
                      <a:pt x="81555" y="3136"/>
                      <a:pt x="81639" y="3136"/>
                    </a:cubicBezTo>
                    <a:close/>
                    <a:moveTo>
                      <a:pt x="8542" y="3526"/>
                    </a:moveTo>
                    <a:lnTo>
                      <a:pt x="8724" y="3617"/>
                    </a:lnTo>
                    <a:cubicBezTo>
                      <a:pt x="8697" y="3671"/>
                      <a:pt x="8653" y="3713"/>
                      <a:pt x="8598" y="3743"/>
                    </a:cubicBezTo>
                    <a:lnTo>
                      <a:pt x="8598" y="3743"/>
                    </a:lnTo>
                    <a:cubicBezTo>
                      <a:pt x="8581" y="3721"/>
                      <a:pt x="8564" y="3700"/>
                      <a:pt x="8542" y="3678"/>
                    </a:cubicBezTo>
                    <a:lnTo>
                      <a:pt x="8451" y="3678"/>
                    </a:lnTo>
                    <a:cubicBezTo>
                      <a:pt x="8420" y="3678"/>
                      <a:pt x="8420" y="3617"/>
                      <a:pt x="8420" y="3556"/>
                    </a:cubicBezTo>
                    <a:cubicBezTo>
                      <a:pt x="8420" y="3526"/>
                      <a:pt x="8512" y="3526"/>
                      <a:pt x="8542" y="3526"/>
                    </a:cubicBezTo>
                    <a:close/>
                    <a:moveTo>
                      <a:pt x="10244" y="3496"/>
                    </a:moveTo>
                    <a:cubicBezTo>
                      <a:pt x="10305" y="3496"/>
                      <a:pt x="10366" y="3526"/>
                      <a:pt x="10335" y="3556"/>
                    </a:cubicBezTo>
                    <a:lnTo>
                      <a:pt x="10335" y="3587"/>
                    </a:lnTo>
                    <a:lnTo>
                      <a:pt x="10335" y="3617"/>
                    </a:lnTo>
                    <a:cubicBezTo>
                      <a:pt x="10314" y="3660"/>
                      <a:pt x="10338" y="3703"/>
                      <a:pt x="10375" y="3703"/>
                    </a:cubicBezTo>
                    <a:cubicBezTo>
                      <a:pt x="10391" y="3703"/>
                      <a:pt x="10409" y="3696"/>
                      <a:pt x="10426" y="3678"/>
                    </a:cubicBezTo>
                    <a:lnTo>
                      <a:pt x="10457" y="3678"/>
                    </a:lnTo>
                    <a:cubicBezTo>
                      <a:pt x="10461" y="3676"/>
                      <a:pt x="10465" y="3675"/>
                      <a:pt x="10470" y="3675"/>
                    </a:cubicBezTo>
                    <a:cubicBezTo>
                      <a:pt x="10537" y="3675"/>
                      <a:pt x="10664" y="3860"/>
                      <a:pt x="10578" y="3860"/>
                    </a:cubicBezTo>
                    <a:lnTo>
                      <a:pt x="10001" y="3860"/>
                    </a:lnTo>
                    <a:cubicBezTo>
                      <a:pt x="10001" y="3769"/>
                      <a:pt x="10031" y="3648"/>
                      <a:pt x="10031" y="3648"/>
                    </a:cubicBezTo>
                    <a:cubicBezTo>
                      <a:pt x="10183" y="3648"/>
                      <a:pt x="10183" y="3556"/>
                      <a:pt x="10244" y="3496"/>
                    </a:cubicBezTo>
                    <a:close/>
                    <a:moveTo>
                      <a:pt x="9506" y="3483"/>
                    </a:moveTo>
                    <a:cubicBezTo>
                      <a:pt x="9527" y="3483"/>
                      <a:pt x="9550" y="3487"/>
                      <a:pt x="9575" y="3496"/>
                    </a:cubicBezTo>
                    <a:cubicBezTo>
                      <a:pt x="9667" y="3526"/>
                      <a:pt x="9758" y="3587"/>
                      <a:pt x="9819" y="3678"/>
                    </a:cubicBezTo>
                    <a:lnTo>
                      <a:pt x="9849" y="3739"/>
                    </a:lnTo>
                    <a:cubicBezTo>
                      <a:pt x="9827" y="3805"/>
                      <a:pt x="9758" y="3855"/>
                      <a:pt x="9675" y="3855"/>
                    </a:cubicBezTo>
                    <a:cubicBezTo>
                      <a:pt x="9643" y="3855"/>
                      <a:pt x="9609" y="3847"/>
                      <a:pt x="9575" y="3830"/>
                    </a:cubicBezTo>
                    <a:lnTo>
                      <a:pt x="9484" y="3830"/>
                    </a:lnTo>
                    <a:cubicBezTo>
                      <a:pt x="9423" y="3830"/>
                      <a:pt x="9363" y="3830"/>
                      <a:pt x="9332" y="3860"/>
                    </a:cubicBezTo>
                    <a:lnTo>
                      <a:pt x="9332" y="3982"/>
                    </a:lnTo>
                    <a:cubicBezTo>
                      <a:pt x="9241" y="3982"/>
                      <a:pt x="9180" y="3891"/>
                      <a:pt x="9180" y="3830"/>
                    </a:cubicBezTo>
                    <a:lnTo>
                      <a:pt x="9211" y="3769"/>
                    </a:lnTo>
                    <a:cubicBezTo>
                      <a:pt x="9211" y="3739"/>
                      <a:pt x="9211" y="3678"/>
                      <a:pt x="9211" y="3678"/>
                    </a:cubicBezTo>
                    <a:cubicBezTo>
                      <a:pt x="9315" y="3626"/>
                      <a:pt x="9375" y="3483"/>
                      <a:pt x="9506" y="3483"/>
                    </a:cubicBezTo>
                    <a:close/>
                    <a:moveTo>
                      <a:pt x="9940" y="4316"/>
                    </a:moveTo>
                    <a:lnTo>
                      <a:pt x="10153" y="4347"/>
                    </a:lnTo>
                    <a:cubicBezTo>
                      <a:pt x="10426" y="4408"/>
                      <a:pt x="10639" y="4468"/>
                      <a:pt x="10639" y="4499"/>
                    </a:cubicBezTo>
                    <a:cubicBezTo>
                      <a:pt x="10639" y="4542"/>
                      <a:pt x="10578" y="4585"/>
                      <a:pt x="10500" y="4585"/>
                    </a:cubicBezTo>
                    <a:cubicBezTo>
                      <a:pt x="10467" y="4585"/>
                      <a:pt x="10432" y="4577"/>
                      <a:pt x="10396" y="4560"/>
                    </a:cubicBezTo>
                    <a:lnTo>
                      <a:pt x="10244" y="4560"/>
                    </a:lnTo>
                    <a:cubicBezTo>
                      <a:pt x="10122" y="4560"/>
                      <a:pt x="10001" y="4529"/>
                      <a:pt x="9879" y="4468"/>
                    </a:cubicBezTo>
                    <a:cubicBezTo>
                      <a:pt x="9849" y="4438"/>
                      <a:pt x="9819" y="4408"/>
                      <a:pt x="9819" y="4377"/>
                    </a:cubicBezTo>
                    <a:cubicBezTo>
                      <a:pt x="9849" y="4347"/>
                      <a:pt x="9879" y="4316"/>
                      <a:pt x="9940" y="4316"/>
                    </a:cubicBezTo>
                    <a:close/>
                    <a:moveTo>
                      <a:pt x="8811" y="4402"/>
                    </a:moveTo>
                    <a:cubicBezTo>
                      <a:pt x="8877" y="4402"/>
                      <a:pt x="8979" y="4488"/>
                      <a:pt x="9059" y="4620"/>
                    </a:cubicBezTo>
                    <a:lnTo>
                      <a:pt x="8755" y="4681"/>
                    </a:lnTo>
                    <a:lnTo>
                      <a:pt x="8663" y="4681"/>
                    </a:lnTo>
                    <a:cubicBezTo>
                      <a:pt x="8649" y="4696"/>
                      <a:pt x="8627" y="4702"/>
                      <a:pt x="8604" y="4702"/>
                    </a:cubicBezTo>
                    <a:cubicBezTo>
                      <a:pt x="8529" y="4702"/>
                      <a:pt x="8435" y="4643"/>
                      <a:pt x="8481" y="4620"/>
                    </a:cubicBezTo>
                    <a:lnTo>
                      <a:pt x="8785" y="4408"/>
                    </a:lnTo>
                    <a:cubicBezTo>
                      <a:pt x="8793" y="4404"/>
                      <a:pt x="8802" y="4402"/>
                      <a:pt x="8811" y="4402"/>
                    </a:cubicBezTo>
                    <a:close/>
                    <a:moveTo>
                      <a:pt x="11133" y="4107"/>
                    </a:moveTo>
                    <a:cubicBezTo>
                      <a:pt x="11149" y="4107"/>
                      <a:pt x="11166" y="4114"/>
                      <a:pt x="11186" y="4134"/>
                    </a:cubicBezTo>
                    <a:cubicBezTo>
                      <a:pt x="11217" y="4164"/>
                      <a:pt x="11247" y="4225"/>
                      <a:pt x="11247" y="4256"/>
                    </a:cubicBezTo>
                    <a:lnTo>
                      <a:pt x="11217" y="4347"/>
                    </a:lnTo>
                    <a:cubicBezTo>
                      <a:pt x="11126" y="4468"/>
                      <a:pt x="11156" y="4560"/>
                      <a:pt x="11247" y="4590"/>
                    </a:cubicBezTo>
                    <a:lnTo>
                      <a:pt x="11278" y="4620"/>
                    </a:lnTo>
                    <a:cubicBezTo>
                      <a:pt x="11338" y="4712"/>
                      <a:pt x="11217" y="4772"/>
                      <a:pt x="11126" y="4803"/>
                    </a:cubicBezTo>
                    <a:cubicBezTo>
                      <a:pt x="11065" y="4803"/>
                      <a:pt x="11004" y="4803"/>
                      <a:pt x="10974" y="4772"/>
                    </a:cubicBezTo>
                    <a:lnTo>
                      <a:pt x="10882" y="4681"/>
                    </a:lnTo>
                    <a:cubicBezTo>
                      <a:pt x="10822" y="4590"/>
                      <a:pt x="10943" y="4438"/>
                      <a:pt x="10882" y="4377"/>
                    </a:cubicBezTo>
                    <a:cubicBezTo>
                      <a:pt x="10852" y="4316"/>
                      <a:pt x="10852" y="4225"/>
                      <a:pt x="10882" y="4134"/>
                    </a:cubicBezTo>
                    <a:lnTo>
                      <a:pt x="11034" y="4134"/>
                    </a:lnTo>
                    <a:cubicBezTo>
                      <a:pt x="11075" y="4134"/>
                      <a:pt x="11102" y="4107"/>
                      <a:pt x="11133" y="4107"/>
                    </a:cubicBezTo>
                    <a:close/>
                    <a:moveTo>
                      <a:pt x="10457" y="4742"/>
                    </a:moveTo>
                    <a:cubicBezTo>
                      <a:pt x="10791" y="4863"/>
                      <a:pt x="10882" y="4985"/>
                      <a:pt x="10639" y="4985"/>
                    </a:cubicBezTo>
                    <a:lnTo>
                      <a:pt x="10396" y="4985"/>
                    </a:lnTo>
                    <a:cubicBezTo>
                      <a:pt x="10366" y="4924"/>
                      <a:pt x="10305" y="4863"/>
                      <a:pt x="10274" y="4863"/>
                    </a:cubicBezTo>
                    <a:lnTo>
                      <a:pt x="10183" y="4863"/>
                    </a:lnTo>
                    <a:cubicBezTo>
                      <a:pt x="10153" y="4863"/>
                      <a:pt x="10153" y="4803"/>
                      <a:pt x="10153" y="4742"/>
                    </a:cubicBezTo>
                    <a:close/>
                    <a:moveTo>
                      <a:pt x="87566" y="6443"/>
                    </a:moveTo>
                    <a:cubicBezTo>
                      <a:pt x="87624" y="6443"/>
                      <a:pt x="87667" y="6472"/>
                      <a:pt x="87688" y="6525"/>
                    </a:cubicBezTo>
                    <a:lnTo>
                      <a:pt x="87688" y="6525"/>
                    </a:lnTo>
                    <a:cubicBezTo>
                      <a:pt x="87653" y="6627"/>
                      <a:pt x="87382" y="6839"/>
                      <a:pt x="87297" y="6839"/>
                    </a:cubicBezTo>
                    <a:cubicBezTo>
                      <a:pt x="87206" y="6809"/>
                      <a:pt x="87176" y="6778"/>
                      <a:pt x="87176" y="6748"/>
                    </a:cubicBezTo>
                    <a:lnTo>
                      <a:pt x="87206" y="6748"/>
                    </a:lnTo>
                    <a:cubicBezTo>
                      <a:pt x="87267" y="6718"/>
                      <a:pt x="87358" y="6687"/>
                      <a:pt x="87419" y="6657"/>
                    </a:cubicBezTo>
                    <a:cubicBezTo>
                      <a:pt x="87449" y="6626"/>
                      <a:pt x="87388" y="6535"/>
                      <a:pt x="87419" y="6505"/>
                    </a:cubicBezTo>
                    <a:lnTo>
                      <a:pt x="87449" y="6474"/>
                    </a:lnTo>
                    <a:cubicBezTo>
                      <a:pt x="87492" y="6453"/>
                      <a:pt x="87531" y="6443"/>
                      <a:pt x="87566" y="6443"/>
                    </a:cubicBezTo>
                    <a:close/>
                    <a:moveTo>
                      <a:pt x="88923" y="7361"/>
                    </a:moveTo>
                    <a:cubicBezTo>
                      <a:pt x="88961" y="7361"/>
                      <a:pt x="88990" y="7369"/>
                      <a:pt x="88999" y="7386"/>
                    </a:cubicBezTo>
                    <a:cubicBezTo>
                      <a:pt x="89060" y="7508"/>
                      <a:pt x="89091" y="7629"/>
                      <a:pt x="89091" y="7721"/>
                    </a:cubicBezTo>
                    <a:cubicBezTo>
                      <a:pt x="89091" y="7758"/>
                      <a:pt x="89067" y="7784"/>
                      <a:pt x="89021" y="7784"/>
                    </a:cubicBezTo>
                    <a:cubicBezTo>
                      <a:pt x="88992" y="7784"/>
                      <a:pt x="88955" y="7774"/>
                      <a:pt x="88908" y="7751"/>
                    </a:cubicBezTo>
                    <a:lnTo>
                      <a:pt x="88847" y="7751"/>
                    </a:lnTo>
                    <a:cubicBezTo>
                      <a:pt x="88787" y="7751"/>
                      <a:pt x="88695" y="7812"/>
                      <a:pt x="88635" y="7812"/>
                    </a:cubicBezTo>
                    <a:lnTo>
                      <a:pt x="88331" y="7842"/>
                    </a:lnTo>
                    <a:cubicBezTo>
                      <a:pt x="88386" y="7676"/>
                      <a:pt x="88442" y="7534"/>
                      <a:pt x="88474" y="7534"/>
                    </a:cubicBezTo>
                    <a:cubicBezTo>
                      <a:pt x="88477" y="7534"/>
                      <a:pt x="88480" y="7536"/>
                      <a:pt x="88483" y="7538"/>
                    </a:cubicBezTo>
                    <a:cubicBezTo>
                      <a:pt x="88488" y="7544"/>
                      <a:pt x="88498" y="7546"/>
                      <a:pt x="88510" y="7546"/>
                    </a:cubicBezTo>
                    <a:cubicBezTo>
                      <a:pt x="88565" y="7546"/>
                      <a:pt x="88671" y="7497"/>
                      <a:pt x="88695" y="7447"/>
                    </a:cubicBezTo>
                    <a:cubicBezTo>
                      <a:pt x="88695" y="7404"/>
                      <a:pt x="88832" y="7361"/>
                      <a:pt x="88923" y="7361"/>
                    </a:cubicBezTo>
                    <a:close/>
                    <a:moveTo>
                      <a:pt x="7782" y="7082"/>
                    </a:moveTo>
                    <a:cubicBezTo>
                      <a:pt x="7904" y="7082"/>
                      <a:pt x="8025" y="7113"/>
                      <a:pt x="8147" y="7143"/>
                    </a:cubicBezTo>
                    <a:lnTo>
                      <a:pt x="7995" y="7143"/>
                    </a:lnTo>
                    <a:lnTo>
                      <a:pt x="7934" y="7174"/>
                    </a:lnTo>
                    <a:lnTo>
                      <a:pt x="7600" y="7295"/>
                    </a:lnTo>
                    <a:cubicBezTo>
                      <a:pt x="7569" y="7569"/>
                      <a:pt x="7752" y="7721"/>
                      <a:pt x="7812" y="7721"/>
                    </a:cubicBezTo>
                    <a:cubicBezTo>
                      <a:pt x="7838" y="7708"/>
                      <a:pt x="7863" y="7701"/>
                      <a:pt x="7886" y="7701"/>
                    </a:cubicBezTo>
                    <a:cubicBezTo>
                      <a:pt x="7918" y="7701"/>
                      <a:pt x="7947" y="7715"/>
                      <a:pt x="7964" y="7751"/>
                    </a:cubicBezTo>
                    <a:lnTo>
                      <a:pt x="7904" y="7873"/>
                    </a:lnTo>
                    <a:cubicBezTo>
                      <a:pt x="7851" y="7926"/>
                      <a:pt x="7777" y="7958"/>
                      <a:pt x="7701" y="7958"/>
                    </a:cubicBezTo>
                    <a:cubicBezTo>
                      <a:pt x="7646" y="7958"/>
                      <a:pt x="7590" y="7941"/>
                      <a:pt x="7539" y="7903"/>
                    </a:cubicBezTo>
                    <a:lnTo>
                      <a:pt x="7448" y="7842"/>
                    </a:lnTo>
                    <a:cubicBezTo>
                      <a:pt x="7387" y="7781"/>
                      <a:pt x="7326" y="7721"/>
                      <a:pt x="7265" y="7690"/>
                    </a:cubicBezTo>
                    <a:cubicBezTo>
                      <a:pt x="7174" y="7599"/>
                      <a:pt x="7448" y="7569"/>
                      <a:pt x="7296" y="7478"/>
                    </a:cubicBezTo>
                    <a:cubicBezTo>
                      <a:pt x="7296" y="7447"/>
                      <a:pt x="7326" y="7417"/>
                      <a:pt x="7326" y="7417"/>
                    </a:cubicBezTo>
                    <a:lnTo>
                      <a:pt x="7539" y="7295"/>
                    </a:lnTo>
                    <a:cubicBezTo>
                      <a:pt x="7539" y="7174"/>
                      <a:pt x="7660" y="7113"/>
                      <a:pt x="7782" y="7082"/>
                    </a:cubicBezTo>
                    <a:close/>
                    <a:moveTo>
                      <a:pt x="2645" y="9058"/>
                    </a:moveTo>
                    <a:lnTo>
                      <a:pt x="2645" y="9058"/>
                    </a:lnTo>
                    <a:cubicBezTo>
                      <a:pt x="2676" y="9088"/>
                      <a:pt x="2676" y="9119"/>
                      <a:pt x="2615" y="9149"/>
                    </a:cubicBezTo>
                    <a:lnTo>
                      <a:pt x="2645" y="9210"/>
                    </a:lnTo>
                    <a:lnTo>
                      <a:pt x="2676" y="9332"/>
                    </a:lnTo>
                    <a:cubicBezTo>
                      <a:pt x="2635" y="9352"/>
                      <a:pt x="2578" y="9359"/>
                      <a:pt x="2516" y="9359"/>
                    </a:cubicBezTo>
                    <a:cubicBezTo>
                      <a:pt x="2392" y="9359"/>
                      <a:pt x="2250" y="9332"/>
                      <a:pt x="2189" y="9332"/>
                    </a:cubicBezTo>
                    <a:cubicBezTo>
                      <a:pt x="2098" y="9332"/>
                      <a:pt x="2007" y="9301"/>
                      <a:pt x="1946" y="9240"/>
                    </a:cubicBezTo>
                    <a:lnTo>
                      <a:pt x="1946" y="9180"/>
                    </a:lnTo>
                    <a:cubicBezTo>
                      <a:pt x="1976" y="9149"/>
                      <a:pt x="2037" y="9149"/>
                      <a:pt x="2068" y="9149"/>
                    </a:cubicBezTo>
                    <a:cubicBezTo>
                      <a:pt x="2159" y="9180"/>
                      <a:pt x="2280" y="9210"/>
                      <a:pt x="2372" y="9210"/>
                    </a:cubicBezTo>
                    <a:cubicBezTo>
                      <a:pt x="2493" y="9180"/>
                      <a:pt x="2584" y="9149"/>
                      <a:pt x="2645" y="9058"/>
                    </a:cubicBezTo>
                    <a:close/>
                    <a:moveTo>
                      <a:pt x="1500" y="8832"/>
                    </a:moveTo>
                    <a:cubicBezTo>
                      <a:pt x="1536" y="8832"/>
                      <a:pt x="1669" y="8973"/>
                      <a:pt x="1824" y="9180"/>
                    </a:cubicBezTo>
                    <a:lnTo>
                      <a:pt x="1794" y="9332"/>
                    </a:lnTo>
                    <a:cubicBezTo>
                      <a:pt x="1794" y="9362"/>
                      <a:pt x="1764" y="9392"/>
                      <a:pt x="1703" y="9423"/>
                    </a:cubicBezTo>
                    <a:cubicBezTo>
                      <a:pt x="1672" y="9423"/>
                      <a:pt x="1612" y="9392"/>
                      <a:pt x="1612" y="9362"/>
                    </a:cubicBezTo>
                    <a:lnTo>
                      <a:pt x="1581" y="9240"/>
                    </a:lnTo>
                    <a:cubicBezTo>
                      <a:pt x="1520" y="9119"/>
                      <a:pt x="1520" y="8967"/>
                      <a:pt x="1490" y="8845"/>
                    </a:cubicBezTo>
                    <a:cubicBezTo>
                      <a:pt x="1490" y="8836"/>
                      <a:pt x="1493" y="8832"/>
                      <a:pt x="1500" y="8832"/>
                    </a:cubicBezTo>
                    <a:close/>
                    <a:moveTo>
                      <a:pt x="91188" y="10000"/>
                    </a:moveTo>
                    <a:cubicBezTo>
                      <a:pt x="91300" y="10000"/>
                      <a:pt x="91542" y="10156"/>
                      <a:pt x="91578" y="10156"/>
                    </a:cubicBezTo>
                    <a:cubicBezTo>
                      <a:pt x="91581" y="10156"/>
                      <a:pt x="91583" y="10155"/>
                      <a:pt x="91583" y="10152"/>
                    </a:cubicBezTo>
                    <a:cubicBezTo>
                      <a:pt x="91583" y="10150"/>
                      <a:pt x="91583" y="10149"/>
                      <a:pt x="91583" y="10149"/>
                    </a:cubicBezTo>
                    <a:lnTo>
                      <a:pt x="91583" y="10149"/>
                    </a:lnTo>
                    <a:cubicBezTo>
                      <a:pt x="91587" y="10149"/>
                      <a:pt x="91611" y="10307"/>
                      <a:pt x="91583" y="10335"/>
                    </a:cubicBezTo>
                    <a:cubicBezTo>
                      <a:pt x="91575" y="10343"/>
                      <a:pt x="91562" y="10347"/>
                      <a:pt x="91547" y="10347"/>
                    </a:cubicBezTo>
                    <a:cubicBezTo>
                      <a:pt x="91450" y="10347"/>
                      <a:pt x="91236" y="10201"/>
                      <a:pt x="91157" y="10122"/>
                    </a:cubicBezTo>
                    <a:cubicBezTo>
                      <a:pt x="91036" y="10031"/>
                      <a:pt x="91066" y="10000"/>
                      <a:pt x="91188" y="10000"/>
                    </a:cubicBezTo>
                    <a:close/>
                    <a:moveTo>
                      <a:pt x="943" y="10152"/>
                    </a:moveTo>
                    <a:lnTo>
                      <a:pt x="1004" y="10183"/>
                    </a:lnTo>
                    <a:lnTo>
                      <a:pt x="1095" y="10213"/>
                    </a:lnTo>
                    <a:cubicBezTo>
                      <a:pt x="1217" y="10213"/>
                      <a:pt x="1156" y="10395"/>
                      <a:pt x="1095" y="10456"/>
                    </a:cubicBezTo>
                    <a:cubicBezTo>
                      <a:pt x="1073" y="10478"/>
                      <a:pt x="1044" y="10488"/>
                      <a:pt x="1013" y="10488"/>
                    </a:cubicBezTo>
                    <a:cubicBezTo>
                      <a:pt x="956" y="10488"/>
                      <a:pt x="891" y="10454"/>
                      <a:pt x="852" y="10395"/>
                    </a:cubicBezTo>
                    <a:lnTo>
                      <a:pt x="791" y="10335"/>
                    </a:lnTo>
                    <a:lnTo>
                      <a:pt x="730" y="10274"/>
                    </a:lnTo>
                    <a:cubicBezTo>
                      <a:pt x="791" y="10213"/>
                      <a:pt x="852" y="10152"/>
                      <a:pt x="943" y="10152"/>
                    </a:cubicBezTo>
                    <a:close/>
                    <a:moveTo>
                      <a:pt x="92675" y="10283"/>
                    </a:moveTo>
                    <a:cubicBezTo>
                      <a:pt x="92754" y="10283"/>
                      <a:pt x="92897" y="10311"/>
                      <a:pt x="92986" y="10311"/>
                    </a:cubicBezTo>
                    <a:cubicBezTo>
                      <a:pt x="93009" y="10311"/>
                      <a:pt x="93028" y="10309"/>
                      <a:pt x="93042" y="10304"/>
                    </a:cubicBezTo>
                    <a:cubicBezTo>
                      <a:pt x="93164" y="10304"/>
                      <a:pt x="93224" y="10365"/>
                      <a:pt x="93164" y="10487"/>
                    </a:cubicBezTo>
                    <a:lnTo>
                      <a:pt x="93072" y="10578"/>
                    </a:lnTo>
                    <a:lnTo>
                      <a:pt x="93042" y="10608"/>
                    </a:lnTo>
                    <a:cubicBezTo>
                      <a:pt x="92951" y="10608"/>
                      <a:pt x="92799" y="10578"/>
                      <a:pt x="92768" y="10578"/>
                    </a:cubicBezTo>
                    <a:cubicBezTo>
                      <a:pt x="92708" y="10578"/>
                      <a:pt x="92616" y="10395"/>
                      <a:pt x="92616" y="10304"/>
                    </a:cubicBezTo>
                    <a:cubicBezTo>
                      <a:pt x="92616" y="10288"/>
                      <a:pt x="92639" y="10283"/>
                      <a:pt x="92675" y="10283"/>
                    </a:cubicBezTo>
                    <a:close/>
                    <a:moveTo>
                      <a:pt x="90922" y="10292"/>
                    </a:moveTo>
                    <a:cubicBezTo>
                      <a:pt x="90939" y="10292"/>
                      <a:pt x="90957" y="10295"/>
                      <a:pt x="90975" y="10304"/>
                    </a:cubicBezTo>
                    <a:lnTo>
                      <a:pt x="91036" y="10304"/>
                    </a:lnTo>
                    <a:cubicBezTo>
                      <a:pt x="91157" y="10365"/>
                      <a:pt x="91188" y="10517"/>
                      <a:pt x="91370" y="10517"/>
                    </a:cubicBezTo>
                    <a:lnTo>
                      <a:pt x="91522" y="10517"/>
                    </a:lnTo>
                    <a:cubicBezTo>
                      <a:pt x="91522" y="10639"/>
                      <a:pt x="91340" y="10791"/>
                      <a:pt x="91127" y="10882"/>
                    </a:cubicBezTo>
                    <a:lnTo>
                      <a:pt x="91005" y="10699"/>
                    </a:lnTo>
                    <a:cubicBezTo>
                      <a:pt x="91066" y="10669"/>
                      <a:pt x="91005" y="10578"/>
                      <a:pt x="90884" y="10517"/>
                    </a:cubicBezTo>
                    <a:lnTo>
                      <a:pt x="90853" y="10547"/>
                    </a:lnTo>
                    <a:lnTo>
                      <a:pt x="90701" y="10669"/>
                    </a:lnTo>
                    <a:cubicBezTo>
                      <a:pt x="90671" y="10547"/>
                      <a:pt x="90762" y="10365"/>
                      <a:pt x="90793" y="10335"/>
                    </a:cubicBezTo>
                    <a:cubicBezTo>
                      <a:pt x="90836" y="10313"/>
                      <a:pt x="90879" y="10292"/>
                      <a:pt x="90922" y="10292"/>
                    </a:cubicBezTo>
                    <a:close/>
                    <a:moveTo>
                      <a:pt x="92738" y="10760"/>
                    </a:moveTo>
                    <a:cubicBezTo>
                      <a:pt x="92799" y="10821"/>
                      <a:pt x="92829" y="10882"/>
                      <a:pt x="92860" y="10943"/>
                    </a:cubicBezTo>
                    <a:lnTo>
                      <a:pt x="92951" y="11003"/>
                    </a:lnTo>
                    <a:lnTo>
                      <a:pt x="93042" y="11095"/>
                    </a:lnTo>
                    <a:cubicBezTo>
                      <a:pt x="92996" y="11125"/>
                      <a:pt x="92943" y="11140"/>
                      <a:pt x="92890" y="11140"/>
                    </a:cubicBezTo>
                    <a:cubicBezTo>
                      <a:pt x="92837" y="11140"/>
                      <a:pt x="92784" y="11125"/>
                      <a:pt x="92738" y="11095"/>
                    </a:cubicBezTo>
                    <a:cubicBezTo>
                      <a:pt x="92677" y="11064"/>
                      <a:pt x="92556" y="10851"/>
                      <a:pt x="92586" y="10821"/>
                    </a:cubicBezTo>
                    <a:cubicBezTo>
                      <a:pt x="92616" y="10791"/>
                      <a:pt x="92677" y="10760"/>
                      <a:pt x="92738" y="10760"/>
                    </a:cubicBezTo>
                    <a:close/>
                    <a:moveTo>
                      <a:pt x="15941" y="11394"/>
                    </a:moveTo>
                    <a:cubicBezTo>
                      <a:pt x="15949" y="11394"/>
                      <a:pt x="15955" y="11395"/>
                      <a:pt x="15958" y="11399"/>
                    </a:cubicBezTo>
                    <a:cubicBezTo>
                      <a:pt x="15989" y="11459"/>
                      <a:pt x="15989" y="11520"/>
                      <a:pt x="16019" y="11611"/>
                    </a:cubicBezTo>
                    <a:lnTo>
                      <a:pt x="15898" y="11581"/>
                    </a:lnTo>
                    <a:lnTo>
                      <a:pt x="15685" y="11551"/>
                    </a:lnTo>
                    <a:cubicBezTo>
                      <a:pt x="15667" y="11639"/>
                      <a:pt x="15649" y="11686"/>
                      <a:pt x="15644" y="11686"/>
                    </a:cubicBezTo>
                    <a:cubicBezTo>
                      <a:pt x="15640" y="11686"/>
                      <a:pt x="15642" y="11662"/>
                      <a:pt x="15654" y="11611"/>
                    </a:cubicBezTo>
                    <a:cubicBezTo>
                      <a:pt x="15654" y="11503"/>
                      <a:pt x="15873" y="11394"/>
                      <a:pt x="15941" y="11394"/>
                    </a:cubicBezTo>
                    <a:close/>
                    <a:moveTo>
                      <a:pt x="14560" y="11338"/>
                    </a:moveTo>
                    <a:cubicBezTo>
                      <a:pt x="14712" y="11399"/>
                      <a:pt x="14834" y="11490"/>
                      <a:pt x="14955" y="11611"/>
                    </a:cubicBezTo>
                    <a:cubicBezTo>
                      <a:pt x="15001" y="11656"/>
                      <a:pt x="14861" y="11735"/>
                      <a:pt x="14761" y="11735"/>
                    </a:cubicBezTo>
                    <a:cubicBezTo>
                      <a:pt x="14727" y="11735"/>
                      <a:pt x="14697" y="11726"/>
                      <a:pt x="14682" y="11702"/>
                    </a:cubicBezTo>
                    <a:cubicBezTo>
                      <a:pt x="14627" y="11675"/>
                      <a:pt x="14573" y="11660"/>
                      <a:pt x="14521" y="11660"/>
                    </a:cubicBezTo>
                    <a:cubicBezTo>
                      <a:pt x="14457" y="11660"/>
                      <a:pt x="14398" y="11683"/>
                      <a:pt x="14347" y="11733"/>
                    </a:cubicBezTo>
                    <a:lnTo>
                      <a:pt x="14287" y="11733"/>
                    </a:lnTo>
                    <a:lnTo>
                      <a:pt x="14135" y="11702"/>
                    </a:lnTo>
                    <a:cubicBezTo>
                      <a:pt x="14152" y="11614"/>
                      <a:pt x="14211" y="11567"/>
                      <a:pt x="14294" y="11567"/>
                    </a:cubicBezTo>
                    <a:cubicBezTo>
                      <a:pt x="14352" y="11567"/>
                      <a:pt x="14423" y="11591"/>
                      <a:pt x="14499" y="11642"/>
                    </a:cubicBezTo>
                    <a:lnTo>
                      <a:pt x="14560" y="11338"/>
                    </a:lnTo>
                    <a:close/>
                    <a:moveTo>
                      <a:pt x="12620" y="11409"/>
                    </a:moveTo>
                    <a:cubicBezTo>
                      <a:pt x="12634" y="11409"/>
                      <a:pt x="12652" y="11415"/>
                      <a:pt x="12676" y="11429"/>
                    </a:cubicBezTo>
                    <a:lnTo>
                      <a:pt x="12828" y="11429"/>
                    </a:lnTo>
                    <a:cubicBezTo>
                      <a:pt x="12949" y="11429"/>
                      <a:pt x="12888" y="11611"/>
                      <a:pt x="12828" y="11702"/>
                    </a:cubicBezTo>
                    <a:cubicBezTo>
                      <a:pt x="12814" y="11730"/>
                      <a:pt x="12788" y="11745"/>
                      <a:pt x="12758" y="11745"/>
                    </a:cubicBezTo>
                    <a:cubicBezTo>
                      <a:pt x="12721" y="11745"/>
                      <a:pt x="12679" y="11722"/>
                      <a:pt x="12645" y="11672"/>
                    </a:cubicBezTo>
                    <a:cubicBezTo>
                      <a:pt x="12594" y="11595"/>
                      <a:pt x="12542" y="11409"/>
                      <a:pt x="12620" y="11409"/>
                    </a:cubicBezTo>
                    <a:close/>
                    <a:moveTo>
                      <a:pt x="16718" y="11429"/>
                    </a:moveTo>
                    <a:cubicBezTo>
                      <a:pt x="16779" y="11429"/>
                      <a:pt x="16840" y="11429"/>
                      <a:pt x="16901" y="11459"/>
                    </a:cubicBezTo>
                    <a:lnTo>
                      <a:pt x="16931" y="11490"/>
                    </a:lnTo>
                    <a:cubicBezTo>
                      <a:pt x="16901" y="11611"/>
                      <a:pt x="16810" y="11702"/>
                      <a:pt x="16749" y="11763"/>
                    </a:cubicBezTo>
                    <a:lnTo>
                      <a:pt x="16627" y="11854"/>
                    </a:lnTo>
                    <a:cubicBezTo>
                      <a:pt x="16597" y="11854"/>
                      <a:pt x="16536" y="11824"/>
                      <a:pt x="16506" y="11794"/>
                    </a:cubicBezTo>
                    <a:cubicBezTo>
                      <a:pt x="16506" y="11763"/>
                      <a:pt x="16506" y="11733"/>
                      <a:pt x="16536" y="11702"/>
                    </a:cubicBezTo>
                    <a:lnTo>
                      <a:pt x="16597" y="11672"/>
                    </a:lnTo>
                    <a:cubicBezTo>
                      <a:pt x="16658" y="11642"/>
                      <a:pt x="16627" y="11551"/>
                      <a:pt x="16536" y="11459"/>
                    </a:cubicBezTo>
                    <a:lnTo>
                      <a:pt x="16718" y="11429"/>
                    </a:lnTo>
                    <a:close/>
                    <a:moveTo>
                      <a:pt x="17368" y="11579"/>
                    </a:moveTo>
                    <a:cubicBezTo>
                      <a:pt x="17374" y="11579"/>
                      <a:pt x="17381" y="11579"/>
                      <a:pt x="17387" y="11581"/>
                    </a:cubicBezTo>
                    <a:lnTo>
                      <a:pt x="17387" y="11611"/>
                    </a:lnTo>
                    <a:lnTo>
                      <a:pt x="17387" y="11733"/>
                    </a:lnTo>
                    <a:cubicBezTo>
                      <a:pt x="17342" y="11846"/>
                      <a:pt x="17263" y="11908"/>
                      <a:pt x="17201" y="11908"/>
                    </a:cubicBezTo>
                    <a:cubicBezTo>
                      <a:pt x="17179" y="11908"/>
                      <a:pt x="17160" y="11901"/>
                      <a:pt x="17144" y="11885"/>
                    </a:cubicBezTo>
                    <a:cubicBezTo>
                      <a:pt x="17086" y="11827"/>
                      <a:pt x="17247" y="11579"/>
                      <a:pt x="17368" y="11579"/>
                    </a:cubicBezTo>
                    <a:close/>
                    <a:moveTo>
                      <a:pt x="7404" y="11705"/>
                    </a:moveTo>
                    <a:cubicBezTo>
                      <a:pt x="7427" y="11705"/>
                      <a:pt x="7452" y="11713"/>
                      <a:pt x="7478" y="11733"/>
                    </a:cubicBezTo>
                    <a:lnTo>
                      <a:pt x="7569" y="11794"/>
                    </a:lnTo>
                    <a:lnTo>
                      <a:pt x="7600" y="11824"/>
                    </a:lnTo>
                    <a:cubicBezTo>
                      <a:pt x="7630" y="11854"/>
                      <a:pt x="7630" y="11915"/>
                      <a:pt x="7569" y="11946"/>
                    </a:cubicBezTo>
                    <a:lnTo>
                      <a:pt x="7448" y="11946"/>
                    </a:lnTo>
                    <a:cubicBezTo>
                      <a:pt x="7415" y="11954"/>
                      <a:pt x="7387" y="11958"/>
                      <a:pt x="7363" y="11958"/>
                    </a:cubicBezTo>
                    <a:cubicBezTo>
                      <a:pt x="7298" y="11958"/>
                      <a:pt x="7265" y="11929"/>
                      <a:pt x="7265" y="11885"/>
                    </a:cubicBezTo>
                    <a:cubicBezTo>
                      <a:pt x="7265" y="11813"/>
                      <a:pt x="7321" y="11705"/>
                      <a:pt x="7404" y="11705"/>
                    </a:cubicBezTo>
                    <a:close/>
                    <a:moveTo>
                      <a:pt x="6931" y="11247"/>
                    </a:moveTo>
                    <a:lnTo>
                      <a:pt x="7022" y="11277"/>
                    </a:lnTo>
                    <a:lnTo>
                      <a:pt x="7053" y="11307"/>
                    </a:lnTo>
                    <a:cubicBezTo>
                      <a:pt x="7083" y="11459"/>
                      <a:pt x="7113" y="11581"/>
                      <a:pt x="7083" y="11733"/>
                    </a:cubicBezTo>
                    <a:cubicBezTo>
                      <a:pt x="7022" y="11854"/>
                      <a:pt x="6961" y="11946"/>
                      <a:pt x="6870" y="12037"/>
                    </a:cubicBezTo>
                    <a:cubicBezTo>
                      <a:pt x="6840" y="12067"/>
                      <a:pt x="6809" y="12067"/>
                      <a:pt x="6749" y="12098"/>
                    </a:cubicBezTo>
                    <a:cubicBezTo>
                      <a:pt x="6749" y="12067"/>
                      <a:pt x="6779" y="12037"/>
                      <a:pt x="6809" y="11976"/>
                    </a:cubicBezTo>
                    <a:cubicBezTo>
                      <a:pt x="6809" y="11824"/>
                      <a:pt x="6809" y="11702"/>
                      <a:pt x="6809" y="11581"/>
                    </a:cubicBezTo>
                    <a:lnTo>
                      <a:pt x="6779" y="11520"/>
                    </a:lnTo>
                    <a:lnTo>
                      <a:pt x="6779" y="11459"/>
                    </a:lnTo>
                    <a:cubicBezTo>
                      <a:pt x="6809" y="11368"/>
                      <a:pt x="6870" y="11307"/>
                      <a:pt x="6931" y="11247"/>
                    </a:cubicBezTo>
                    <a:close/>
                    <a:moveTo>
                      <a:pt x="75134" y="11942"/>
                    </a:moveTo>
                    <a:cubicBezTo>
                      <a:pt x="75225" y="11942"/>
                      <a:pt x="75349" y="12073"/>
                      <a:pt x="75321" y="12128"/>
                    </a:cubicBezTo>
                    <a:cubicBezTo>
                      <a:pt x="75312" y="12156"/>
                      <a:pt x="75289" y="12167"/>
                      <a:pt x="75259" y="12167"/>
                    </a:cubicBezTo>
                    <a:cubicBezTo>
                      <a:pt x="75191" y="12167"/>
                      <a:pt x="75090" y="12110"/>
                      <a:pt x="75048" y="12067"/>
                    </a:cubicBezTo>
                    <a:cubicBezTo>
                      <a:pt x="74987" y="12037"/>
                      <a:pt x="75017" y="11946"/>
                      <a:pt x="75078" y="11946"/>
                    </a:cubicBezTo>
                    <a:lnTo>
                      <a:pt x="75108" y="11946"/>
                    </a:lnTo>
                    <a:cubicBezTo>
                      <a:pt x="75117" y="11943"/>
                      <a:pt x="75125" y="11942"/>
                      <a:pt x="75134" y="11942"/>
                    </a:cubicBezTo>
                    <a:close/>
                    <a:moveTo>
                      <a:pt x="68938" y="12006"/>
                    </a:moveTo>
                    <a:cubicBezTo>
                      <a:pt x="69029" y="12006"/>
                      <a:pt x="69121" y="12067"/>
                      <a:pt x="69181" y="12128"/>
                    </a:cubicBezTo>
                    <a:lnTo>
                      <a:pt x="69090" y="12189"/>
                    </a:lnTo>
                    <a:lnTo>
                      <a:pt x="68938" y="12280"/>
                    </a:lnTo>
                    <a:cubicBezTo>
                      <a:pt x="68999" y="12310"/>
                      <a:pt x="68969" y="12432"/>
                      <a:pt x="68908" y="12462"/>
                    </a:cubicBezTo>
                    <a:lnTo>
                      <a:pt x="68847" y="12493"/>
                    </a:lnTo>
                    <a:lnTo>
                      <a:pt x="68786" y="12493"/>
                    </a:lnTo>
                    <a:cubicBezTo>
                      <a:pt x="68725" y="12493"/>
                      <a:pt x="68695" y="12462"/>
                      <a:pt x="68665" y="12402"/>
                    </a:cubicBezTo>
                    <a:lnTo>
                      <a:pt x="68665" y="12280"/>
                    </a:lnTo>
                    <a:lnTo>
                      <a:pt x="68665" y="12250"/>
                    </a:lnTo>
                    <a:cubicBezTo>
                      <a:pt x="68634" y="12128"/>
                      <a:pt x="68725" y="12006"/>
                      <a:pt x="68847" y="12006"/>
                    </a:cubicBezTo>
                    <a:close/>
                    <a:moveTo>
                      <a:pt x="69637" y="12189"/>
                    </a:moveTo>
                    <a:lnTo>
                      <a:pt x="69820" y="12280"/>
                    </a:lnTo>
                    <a:cubicBezTo>
                      <a:pt x="69880" y="12310"/>
                      <a:pt x="69880" y="12402"/>
                      <a:pt x="69820" y="12432"/>
                    </a:cubicBezTo>
                    <a:cubicBezTo>
                      <a:pt x="69728" y="12462"/>
                      <a:pt x="69637" y="12493"/>
                      <a:pt x="69546" y="12523"/>
                    </a:cubicBezTo>
                    <a:lnTo>
                      <a:pt x="69485" y="12523"/>
                    </a:lnTo>
                    <a:cubicBezTo>
                      <a:pt x="69394" y="12523"/>
                      <a:pt x="69364" y="12493"/>
                      <a:pt x="69364" y="12462"/>
                    </a:cubicBezTo>
                    <a:cubicBezTo>
                      <a:pt x="69394" y="12432"/>
                      <a:pt x="69546" y="12280"/>
                      <a:pt x="69637" y="12189"/>
                    </a:cubicBezTo>
                    <a:close/>
                    <a:moveTo>
                      <a:pt x="87328" y="12037"/>
                    </a:moveTo>
                    <a:lnTo>
                      <a:pt x="87480" y="12158"/>
                    </a:lnTo>
                    <a:lnTo>
                      <a:pt x="87510" y="12189"/>
                    </a:lnTo>
                    <a:cubicBezTo>
                      <a:pt x="87540" y="12181"/>
                      <a:pt x="87571" y="12177"/>
                      <a:pt x="87600" y="12177"/>
                    </a:cubicBezTo>
                    <a:cubicBezTo>
                      <a:pt x="87689" y="12177"/>
                      <a:pt x="87768" y="12212"/>
                      <a:pt x="87814" y="12280"/>
                    </a:cubicBezTo>
                    <a:lnTo>
                      <a:pt x="87814" y="12371"/>
                    </a:lnTo>
                    <a:cubicBezTo>
                      <a:pt x="87844" y="12371"/>
                      <a:pt x="87844" y="12432"/>
                      <a:pt x="87875" y="12432"/>
                    </a:cubicBezTo>
                    <a:lnTo>
                      <a:pt x="87966" y="12462"/>
                    </a:lnTo>
                    <a:cubicBezTo>
                      <a:pt x="88027" y="12493"/>
                      <a:pt x="88087" y="12554"/>
                      <a:pt x="88027" y="12584"/>
                    </a:cubicBezTo>
                    <a:lnTo>
                      <a:pt x="87905" y="12554"/>
                    </a:lnTo>
                    <a:cubicBezTo>
                      <a:pt x="87783" y="12554"/>
                      <a:pt x="87662" y="12554"/>
                      <a:pt x="87540" y="12523"/>
                    </a:cubicBezTo>
                    <a:cubicBezTo>
                      <a:pt x="87480" y="12493"/>
                      <a:pt x="87540" y="12402"/>
                      <a:pt x="87601" y="12341"/>
                    </a:cubicBezTo>
                    <a:cubicBezTo>
                      <a:pt x="87632" y="12310"/>
                      <a:pt x="87449" y="12250"/>
                      <a:pt x="87388" y="12250"/>
                    </a:cubicBezTo>
                    <a:cubicBezTo>
                      <a:pt x="87297" y="12250"/>
                      <a:pt x="87267" y="12158"/>
                      <a:pt x="87328" y="12037"/>
                    </a:cubicBezTo>
                    <a:close/>
                    <a:moveTo>
                      <a:pt x="79941" y="12265"/>
                    </a:moveTo>
                    <a:cubicBezTo>
                      <a:pt x="79987" y="12265"/>
                      <a:pt x="80033" y="12280"/>
                      <a:pt x="80063" y="12341"/>
                    </a:cubicBezTo>
                    <a:cubicBezTo>
                      <a:pt x="80124" y="12432"/>
                      <a:pt x="80185" y="12462"/>
                      <a:pt x="80276" y="12493"/>
                    </a:cubicBezTo>
                    <a:lnTo>
                      <a:pt x="80428" y="12554"/>
                    </a:lnTo>
                    <a:cubicBezTo>
                      <a:pt x="80428" y="12590"/>
                      <a:pt x="80395" y="12607"/>
                      <a:pt x="80340" y="12607"/>
                    </a:cubicBezTo>
                    <a:cubicBezTo>
                      <a:pt x="80255" y="12607"/>
                      <a:pt x="80119" y="12566"/>
                      <a:pt x="79972" y="12493"/>
                    </a:cubicBezTo>
                    <a:lnTo>
                      <a:pt x="79759" y="12402"/>
                    </a:lnTo>
                    <a:cubicBezTo>
                      <a:pt x="79729" y="12371"/>
                      <a:pt x="79820" y="12280"/>
                      <a:pt x="79820" y="12280"/>
                    </a:cubicBezTo>
                    <a:cubicBezTo>
                      <a:pt x="79850" y="12280"/>
                      <a:pt x="79896" y="12265"/>
                      <a:pt x="79941" y="12265"/>
                    </a:cubicBezTo>
                    <a:close/>
                    <a:moveTo>
                      <a:pt x="88387" y="12028"/>
                    </a:moveTo>
                    <a:cubicBezTo>
                      <a:pt x="88484" y="12028"/>
                      <a:pt x="88659" y="12067"/>
                      <a:pt x="88756" y="12067"/>
                    </a:cubicBezTo>
                    <a:cubicBezTo>
                      <a:pt x="88847" y="12067"/>
                      <a:pt x="89030" y="12432"/>
                      <a:pt x="88939" y="12523"/>
                    </a:cubicBezTo>
                    <a:cubicBezTo>
                      <a:pt x="88817" y="12614"/>
                      <a:pt x="88574" y="12584"/>
                      <a:pt x="88513" y="12645"/>
                    </a:cubicBezTo>
                    <a:cubicBezTo>
                      <a:pt x="88508" y="12647"/>
                      <a:pt x="88503" y="12647"/>
                      <a:pt x="88498" y="12647"/>
                    </a:cubicBezTo>
                    <a:cubicBezTo>
                      <a:pt x="88422" y="12647"/>
                      <a:pt x="88424" y="12427"/>
                      <a:pt x="88452" y="12341"/>
                    </a:cubicBezTo>
                    <a:cubicBezTo>
                      <a:pt x="88483" y="12250"/>
                      <a:pt x="88422" y="12189"/>
                      <a:pt x="88361" y="12189"/>
                    </a:cubicBezTo>
                    <a:cubicBezTo>
                      <a:pt x="88270" y="12219"/>
                      <a:pt x="88179" y="12250"/>
                      <a:pt x="88087" y="12250"/>
                    </a:cubicBezTo>
                    <a:cubicBezTo>
                      <a:pt x="88148" y="12158"/>
                      <a:pt x="88239" y="12098"/>
                      <a:pt x="88331" y="12037"/>
                    </a:cubicBezTo>
                    <a:cubicBezTo>
                      <a:pt x="88343" y="12031"/>
                      <a:pt x="88362" y="12028"/>
                      <a:pt x="88387" y="12028"/>
                    </a:cubicBezTo>
                    <a:close/>
                    <a:moveTo>
                      <a:pt x="67759" y="12525"/>
                    </a:moveTo>
                    <a:cubicBezTo>
                      <a:pt x="67795" y="12525"/>
                      <a:pt x="67833" y="12533"/>
                      <a:pt x="67874" y="12554"/>
                    </a:cubicBezTo>
                    <a:lnTo>
                      <a:pt x="67935" y="12554"/>
                    </a:lnTo>
                    <a:cubicBezTo>
                      <a:pt x="67996" y="12614"/>
                      <a:pt x="67965" y="12706"/>
                      <a:pt x="67844" y="12766"/>
                    </a:cubicBezTo>
                    <a:lnTo>
                      <a:pt x="67783" y="12797"/>
                    </a:lnTo>
                    <a:cubicBezTo>
                      <a:pt x="67734" y="12797"/>
                      <a:pt x="67681" y="12802"/>
                      <a:pt x="67628" y="12802"/>
                    </a:cubicBezTo>
                    <a:cubicBezTo>
                      <a:pt x="67550" y="12802"/>
                      <a:pt x="67473" y="12791"/>
                      <a:pt x="67418" y="12736"/>
                    </a:cubicBezTo>
                    <a:cubicBezTo>
                      <a:pt x="67388" y="12706"/>
                      <a:pt x="67388" y="12675"/>
                      <a:pt x="67418" y="12645"/>
                    </a:cubicBezTo>
                    <a:cubicBezTo>
                      <a:pt x="67536" y="12621"/>
                      <a:pt x="67636" y="12525"/>
                      <a:pt x="67759" y="12525"/>
                    </a:cubicBezTo>
                    <a:close/>
                    <a:moveTo>
                      <a:pt x="75777" y="12736"/>
                    </a:moveTo>
                    <a:cubicBezTo>
                      <a:pt x="75807" y="12765"/>
                      <a:pt x="75779" y="12824"/>
                      <a:pt x="75721" y="12883"/>
                    </a:cubicBezTo>
                    <a:lnTo>
                      <a:pt x="75721" y="12883"/>
                    </a:lnTo>
                    <a:cubicBezTo>
                      <a:pt x="75721" y="12873"/>
                      <a:pt x="75719" y="12865"/>
                      <a:pt x="75716" y="12858"/>
                    </a:cubicBezTo>
                    <a:cubicBezTo>
                      <a:pt x="75686" y="12736"/>
                      <a:pt x="75747" y="12736"/>
                      <a:pt x="75777" y="12736"/>
                    </a:cubicBezTo>
                    <a:close/>
                    <a:moveTo>
                      <a:pt x="22567" y="12887"/>
                    </a:moveTo>
                    <a:cubicBezTo>
                      <a:pt x="22633" y="12887"/>
                      <a:pt x="22697" y="12920"/>
                      <a:pt x="22737" y="12979"/>
                    </a:cubicBezTo>
                    <a:lnTo>
                      <a:pt x="22767" y="13040"/>
                    </a:lnTo>
                    <a:lnTo>
                      <a:pt x="22828" y="13070"/>
                    </a:lnTo>
                    <a:cubicBezTo>
                      <a:pt x="22828" y="13123"/>
                      <a:pt x="22818" y="13156"/>
                      <a:pt x="22791" y="13156"/>
                    </a:cubicBezTo>
                    <a:cubicBezTo>
                      <a:pt x="22772" y="13156"/>
                      <a:pt x="22744" y="13139"/>
                      <a:pt x="22706" y="13101"/>
                    </a:cubicBezTo>
                    <a:lnTo>
                      <a:pt x="22585" y="13101"/>
                    </a:lnTo>
                    <a:lnTo>
                      <a:pt x="22463" y="13070"/>
                    </a:lnTo>
                    <a:cubicBezTo>
                      <a:pt x="22447" y="13073"/>
                      <a:pt x="22433" y="13074"/>
                      <a:pt x="22421" y="13074"/>
                    </a:cubicBezTo>
                    <a:cubicBezTo>
                      <a:pt x="22302" y="13074"/>
                      <a:pt x="22408" y="12946"/>
                      <a:pt x="22463" y="12918"/>
                    </a:cubicBezTo>
                    <a:cubicBezTo>
                      <a:pt x="22495" y="12897"/>
                      <a:pt x="22532" y="12887"/>
                      <a:pt x="22567" y="12887"/>
                    </a:cubicBezTo>
                    <a:close/>
                    <a:moveTo>
                      <a:pt x="42524" y="12797"/>
                    </a:moveTo>
                    <a:cubicBezTo>
                      <a:pt x="42615" y="12827"/>
                      <a:pt x="42798" y="13010"/>
                      <a:pt x="42737" y="13101"/>
                    </a:cubicBezTo>
                    <a:cubicBezTo>
                      <a:pt x="42701" y="13172"/>
                      <a:pt x="42666" y="13201"/>
                      <a:pt x="42636" y="13201"/>
                    </a:cubicBezTo>
                    <a:cubicBezTo>
                      <a:pt x="42615" y="13201"/>
                      <a:pt x="42598" y="13187"/>
                      <a:pt x="42585" y="13161"/>
                    </a:cubicBezTo>
                    <a:lnTo>
                      <a:pt x="42585" y="13101"/>
                    </a:lnTo>
                    <a:cubicBezTo>
                      <a:pt x="42615" y="12979"/>
                      <a:pt x="42585" y="12918"/>
                      <a:pt x="42433" y="12918"/>
                    </a:cubicBezTo>
                    <a:cubicBezTo>
                      <a:pt x="42403" y="12858"/>
                      <a:pt x="42433" y="12827"/>
                      <a:pt x="42524" y="12827"/>
                    </a:cubicBezTo>
                    <a:lnTo>
                      <a:pt x="42524" y="12797"/>
                    </a:lnTo>
                    <a:close/>
                    <a:moveTo>
                      <a:pt x="16293" y="12584"/>
                    </a:moveTo>
                    <a:cubicBezTo>
                      <a:pt x="16384" y="12614"/>
                      <a:pt x="16445" y="12675"/>
                      <a:pt x="16506" y="12736"/>
                    </a:cubicBezTo>
                    <a:cubicBezTo>
                      <a:pt x="16506" y="12780"/>
                      <a:pt x="16522" y="12809"/>
                      <a:pt x="16543" y="12809"/>
                    </a:cubicBezTo>
                    <a:cubicBezTo>
                      <a:pt x="16550" y="12809"/>
                      <a:pt x="16558" y="12805"/>
                      <a:pt x="16566" y="12797"/>
                    </a:cubicBezTo>
                    <a:lnTo>
                      <a:pt x="16566" y="12675"/>
                    </a:lnTo>
                    <a:cubicBezTo>
                      <a:pt x="16597" y="12645"/>
                      <a:pt x="16627" y="12614"/>
                      <a:pt x="16658" y="12614"/>
                    </a:cubicBezTo>
                    <a:cubicBezTo>
                      <a:pt x="16688" y="12614"/>
                      <a:pt x="16779" y="12645"/>
                      <a:pt x="16779" y="12645"/>
                    </a:cubicBezTo>
                    <a:lnTo>
                      <a:pt x="16779" y="12797"/>
                    </a:lnTo>
                    <a:cubicBezTo>
                      <a:pt x="16870" y="12918"/>
                      <a:pt x="17022" y="13192"/>
                      <a:pt x="16962" y="13222"/>
                    </a:cubicBezTo>
                    <a:cubicBezTo>
                      <a:pt x="16951" y="13233"/>
                      <a:pt x="16938" y="13238"/>
                      <a:pt x="16924" y="13238"/>
                    </a:cubicBezTo>
                    <a:cubicBezTo>
                      <a:pt x="16860" y="13238"/>
                      <a:pt x="16768" y="13129"/>
                      <a:pt x="16718" y="12979"/>
                    </a:cubicBezTo>
                    <a:lnTo>
                      <a:pt x="16232" y="12979"/>
                    </a:lnTo>
                    <a:cubicBezTo>
                      <a:pt x="16232" y="12949"/>
                      <a:pt x="16354" y="12766"/>
                      <a:pt x="16293" y="12706"/>
                    </a:cubicBezTo>
                    <a:cubicBezTo>
                      <a:pt x="16232" y="12675"/>
                      <a:pt x="16202" y="12584"/>
                      <a:pt x="16202" y="12584"/>
                    </a:cubicBezTo>
                    <a:close/>
                    <a:moveTo>
                      <a:pt x="43892" y="13010"/>
                    </a:moveTo>
                    <a:cubicBezTo>
                      <a:pt x="43983" y="13101"/>
                      <a:pt x="44074" y="13161"/>
                      <a:pt x="44135" y="13253"/>
                    </a:cubicBezTo>
                    <a:cubicBezTo>
                      <a:pt x="44156" y="13253"/>
                      <a:pt x="44135" y="13266"/>
                      <a:pt x="44092" y="13266"/>
                    </a:cubicBezTo>
                    <a:cubicBezTo>
                      <a:pt x="44071" y="13266"/>
                      <a:pt x="44044" y="13263"/>
                      <a:pt x="44014" y="13253"/>
                    </a:cubicBezTo>
                    <a:lnTo>
                      <a:pt x="43467" y="13253"/>
                    </a:lnTo>
                    <a:cubicBezTo>
                      <a:pt x="43406" y="13222"/>
                      <a:pt x="43467" y="13131"/>
                      <a:pt x="43588" y="13040"/>
                    </a:cubicBezTo>
                    <a:cubicBezTo>
                      <a:pt x="43624" y="13076"/>
                      <a:pt x="43655" y="13088"/>
                      <a:pt x="43685" y="13088"/>
                    </a:cubicBezTo>
                    <a:cubicBezTo>
                      <a:pt x="43732" y="13088"/>
                      <a:pt x="43776" y="13058"/>
                      <a:pt x="43831" y="13040"/>
                    </a:cubicBezTo>
                    <a:lnTo>
                      <a:pt x="43892" y="13010"/>
                    </a:lnTo>
                    <a:close/>
                    <a:moveTo>
                      <a:pt x="14834" y="12918"/>
                    </a:moveTo>
                    <a:lnTo>
                      <a:pt x="14803" y="12949"/>
                    </a:lnTo>
                    <a:cubicBezTo>
                      <a:pt x="14895" y="12949"/>
                      <a:pt x="15138" y="13010"/>
                      <a:pt x="15107" y="13040"/>
                    </a:cubicBezTo>
                    <a:lnTo>
                      <a:pt x="15107" y="13131"/>
                    </a:lnTo>
                    <a:cubicBezTo>
                      <a:pt x="15138" y="13222"/>
                      <a:pt x="15138" y="13283"/>
                      <a:pt x="15077" y="13344"/>
                    </a:cubicBezTo>
                    <a:lnTo>
                      <a:pt x="14986" y="13344"/>
                    </a:lnTo>
                    <a:cubicBezTo>
                      <a:pt x="14955" y="13313"/>
                      <a:pt x="14895" y="13283"/>
                      <a:pt x="14864" y="13253"/>
                    </a:cubicBezTo>
                    <a:lnTo>
                      <a:pt x="14712" y="13101"/>
                    </a:lnTo>
                    <a:cubicBezTo>
                      <a:pt x="14682" y="13010"/>
                      <a:pt x="14743" y="12918"/>
                      <a:pt x="14834" y="12918"/>
                    </a:cubicBezTo>
                    <a:close/>
                    <a:moveTo>
                      <a:pt x="76025" y="12647"/>
                    </a:moveTo>
                    <a:cubicBezTo>
                      <a:pt x="76174" y="12647"/>
                      <a:pt x="76311" y="12749"/>
                      <a:pt x="76264" y="12797"/>
                    </a:cubicBezTo>
                    <a:cubicBezTo>
                      <a:pt x="76203" y="12827"/>
                      <a:pt x="76416" y="13161"/>
                      <a:pt x="76507" y="13283"/>
                    </a:cubicBezTo>
                    <a:cubicBezTo>
                      <a:pt x="76553" y="13376"/>
                      <a:pt x="76511" y="13416"/>
                      <a:pt x="76461" y="13416"/>
                    </a:cubicBezTo>
                    <a:cubicBezTo>
                      <a:pt x="76446" y="13416"/>
                      <a:pt x="76430" y="13412"/>
                      <a:pt x="76416" y="13405"/>
                    </a:cubicBezTo>
                    <a:cubicBezTo>
                      <a:pt x="76294" y="13344"/>
                      <a:pt x="76203" y="13313"/>
                      <a:pt x="76081" y="13313"/>
                    </a:cubicBezTo>
                    <a:lnTo>
                      <a:pt x="76020" y="13344"/>
                    </a:lnTo>
                    <a:cubicBezTo>
                      <a:pt x="75965" y="13390"/>
                      <a:pt x="75916" y="13405"/>
                      <a:pt x="75869" y="13405"/>
                    </a:cubicBezTo>
                    <a:cubicBezTo>
                      <a:pt x="75774" y="13405"/>
                      <a:pt x="75692" y="13340"/>
                      <a:pt x="75600" y="13340"/>
                    </a:cubicBezTo>
                    <a:cubicBezTo>
                      <a:pt x="75588" y="13340"/>
                      <a:pt x="75577" y="13341"/>
                      <a:pt x="75564" y="13344"/>
                    </a:cubicBezTo>
                    <a:lnTo>
                      <a:pt x="75443" y="13405"/>
                    </a:lnTo>
                    <a:cubicBezTo>
                      <a:pt x="75260" y="13374"/>
                      <a:pt x="75108" y="13313"/>
                      <a:pt x="75108" y="13283"/>
                    </a:cubicBezTo>
                    <a:cubicBezTo>
                      <a:pt x="75108" y="13253"/>
                      <a:pt x="75352" y="13101"/>
                      <a:pt x="75291" y="13040"/>
                    </a:cubicBezTo>
                    <a:cubicBezTo>
                      <a:pt x="75230" y="12979"/>
                      <a:pt x="75139" y="12888"/>
                      <a:pt x="75108" y="12888"/>
                    </a:cubicBezTo>
                    <a:cubicBezTo>
                      <a:pt x="75108" y="12858"/>
                      <a:pt x="75230" y="12827"/>
                      <a:pt x="75291" y="12827"/>
                    </a:cubicBezTo>
                    <a:cubicBezTo>
                      <a:pt x="75352" y="12827"/>
                      <a:pt x="75504" y="13131"/>
                      <a:pt x="75564" y="13161"/>
                    </a:cubicBezTo>
                    <a:cubicBezTo>
                      <a:pt x="75570" y="13163"/>
                      <a:pt x="75575" y="13164"/>
                      <a:pt x="75580" y="13164"/>
                    </a:cubicBezTo>
                    <a:cubicBezTo>
                      <a:pt x="75652" y="13164"/>
                      <a:pt x="75719" y="13008"/>
                      <a:pt x="75722" y="12908"/>
                    </a:cubicBezTo>
                    <a:lnTo>
                      <a:pt x="75722" y="12908"/>
                    </a:lnTo>
                    <a:cubicBezTo>
                      <a:pt x="75730" y="12910"/>
                      <a:pt x="75741" y="12911"/>
                      <a:pt x="75754" y="12911"/>
                    </a:cubicBezTo>
                    <a:cubicBezTo>
                      <a:pt x="75792" y="12911"/>
                      <a:pt x="75853" y="12903"/>
                      <a:pt x="75929" y="12888"/>
                    </a:cubicBezTo>
                    <a:lnTo>
                      <a:pt x="75899" y="12675"/>
                    </a:lnTo>
                    <a:cubicBezTo>
                      <a:pt x="75939" y="12655"/>
                      <a:pt x="75982" y="12647"/>
                      <a:pt x="76025" y="12647"/>
                    </a:cubicBezTo>
                    <a:close/>
                    <a:moveTo>
                      <a:pt x="66347" y="13262"/>
                    </a:moveTo>
                    <a:cubicBezTo>
                      <a:pt x="66389" y="13262"/>
                      <a:pt x="66442" y="13277"/>
                      <a:pt x="66507" y="13313"/>
                    </a:cubicBezTo>
                    <a:lnTo>
                      <a:pt x="66658" y="13405"/>
                    </a:lnTo>
                    <a:cubicBezTo>
                      <a:pt x="66658" y="13405"/>
                      <a:pt x="66689" y="13465"/>
                      <a:pt x="66658" y="13496"/>
                    </a:cubicBezTo>
                    <a:lnTo>
                      <a:pt x="66598" y="13496"/>
                    </a:lnTo>
                    <a:lnTo>
                      <a:pt x="66507" y="13405"/>
                    </a:lnTo>
                    <a:cubicBezTo>
                      <a:pt x="66440" y="13438"/>
                      <a:pt x="66373" y="13462"/>
                      <a:pt x="66321" y="13462"/>
                    </a:cubicBezTo>
                    <a:cubicBezTo>
                      <a:pt x="66279" y="13462"/>
                      <a:pt x="66247" y="13446"/>
                      <a:pt x="66233" y="13405"/>
                    </a:cubicBezTo>
                    <a:cubicBezTo>
                      <a:pt x="66212" y="13341"/>
                      <a:pt x="66250" y="13262"/>
                      <a:pt x="66347" y="13262"/>
                    </a:cubicBezTo>
                    <a:close/>
                    <a:moveTo>
                      <a:pt x="72720" y="12795"/>
                    </a:moveTo>
                    <a:cubicBezTo>
                      <a:pt x="72786" y="12795"/>
                      <a:pt x="72850" y="12829"/>
                      <a:pt x="72890" y="12888"/>
                    </a:cubicBezTo>
                    <a:lnTo>
                      <a:pt x="72829" y="12979"/>
                    </a:lnTo>
                    <a:lnTo>
                      <a:pt x="72738" y="13070"/>
                    </a:lnTo>
                    <a:cubicBezTo>
                      <a:pt x="72757" y="13129"/>
                      <a:pt x="72878" y="13163"/>
                      <a:pt x="72986" y="13163"/>
                    </a:cubicBezTo>
                    <a:cubicBezTo>
                      <a:pt x="73045" y="13163"/>
                      <a:pt x="73100" y="13153"/>
                      <a:pt x="73133" y="13131"/>
                    </a:cubicBezTo>
                    <a:cubicBezTo>
                      <a:pt x="73224" y="13070"/>
                      <a:pt x="73315" y="13040"/>
                      <a:pt x="73437" y="13010"/>
                    </a:cubicBezTo>
                    <a:lnTo>
                      <a:pt x="73528" y="13010"/>
                    </a:lnTo>
                    <a:cubicBezTo>
                      <a:pt x="73538" y="13006"/>
                      <a:pt x="73547" y="13005"/>
                      <a:pt x="73556" y="13005"/>
                    </a:cubicBezTo>
                    <a:cubicBezTo>
                      <a:pt x="73632" y="13005"/>
                      <a:pt x="73680" y="13107"/>
                      <a:pt x="73680" y="13161"/>
                    </a:cubicBezTo>
                    <a:cubicBezTo>
                      <a:pt x="73680" y="13197"/>
                      <a:pt x="73774" y="13212"/>
                      <a:pt x="73852" y="13212"/>
                    </a:cubicBezTo>
                    <a:cubicBezTo>
                      <a:pt x="73907" y="13212"/>
                      <a:pt x="73953" y="13204"/>
                      <a:pt x="73953" y="13192"/>
                    </a:cubicBezTo>
                    <a:cubicBezTo>
                      <a:pt x="73923" y="13131"/>
                      <a:pt x="73923" y="13070"/>
                      <a:pt x="73953" y="13040"/>
                    </a:cubicBezTo>
                    <a:cubicBezTo>
                      <a:pt x="73965" y="13042"/>
                      <a:pt x="73976" y="13043"/>
                      <a:pt x="73985" y="13043"/>
                    </a:cubicBezTo>
                    <a:cubicBezTo>
                      <a:pt x="74097" y="13043"/>
                      <a:pt x="74049" y="12888"/>
                      <a:pt x="74105" y="12888"/>
                    </a:cubicBezTo>
                    <a:cubicBezTo>
                      <a:pt x="74197" y="12888"/>
                      <a:pt x="74288" y="12918"/>
                      <a:pt x="74379" y="12949"/>
                    </a:cubicBezTo>
                    <a:lnTo>
                      <a:pt x="74470" y="12979"/>
                    </a:lnTo>
                    <a:cubicBezTo>
                      <a:pt x="74531" y="12994"/>
                      <a:pt x="74584" y="13002"/>
                      <a:pt x="74637" y="13002"/>
                    </a:cubicBezTo>
                    <a:cubicBezTo>
                      <a:pt x="74691" y="13002"/>
                      <a:pt x="74744" y="12994"/>
                      <a:pt x="74805" y="12979"/>
                    </a:cubicBezTo>
                    <a:lnTo>
                      <a:pt x="74805" y="12918"/>
                    </a:lnTo>
                    <a:cubicBezTo>
                      <a:pt x="74805" y="12850"/>
                      <a:pt x="74839" y="12816"/>
                      <a:pt x="74894" y="12816"/>
                    </a:cubicBezTo>
                    <a:cubicBezTo>
                      <a:pt x="74913" y="12816"/>
                      <a:pt x="74934" y="12820"/>
                      <a:pt x="74957" y="12827"/>
                    </a:cubicBezTo>
                    <a:lnTo>
                      <a:pt x="74987" y="12827"/>
                    </a:lnTo>
                    <a:cubicBezTo>
                      <a:pt x="74957" y="12979"/>
                      <a:pt x="74865" y="13101"/>
                      <a:pt x="74744" y="13192"/>
                    </a:cubicBezTo>
                    <a:cubicBezTo>
                      <a:pt x="74683" y="13253"/>
                      <a:pt x="74653" y="13283"/>
                      <a:pt x="74592" y="13344"/>
                    </a:cubicBezTo>
                    <a:lnTo>
                      <a:pt x="74409" y="13344"/>
                    </a:lnTo>
                    <a:cubicBezTo>
                      <a:pt x="74399" y="13354"/>
                      <a:pt x="74389" y="13357"/>
                      <a:pt x="74379" y="13357"/>
                    </a:cubicBezTo>
                    <a:cubicBezTo>
                      <a:pt x="74359" y="13357"/>
                      <a:pt x="74338" y="13344"/>
                      <a:pt x="74318" y="13344"/>
                    </a:cubicBezTo>
                    <a:cubicBezTo>
                      <a:pt x="74300" y="13335"/>
                      <a:pt x="74283" y="13331"/>
                      <a:pt x="74265" y="13331"/>
                    </a:cubicBezTo>
                    <a:cubicBezTo>
                      <a:pt x="74222" y="13331"/>
                      <a:pt x="74179" y="13353"/>
                      <a:pt x="74136" y="13374"/>
                    </a:cubicBezTo>
                    <a:cubicBezTo>
                      <a:pt x="74130" y="13380"/>
                      <a:pt x="74123" y="13382"/>
                      <a:pt x="74114" y="13382"/>
                    </a:cubicBezTo>
                    <a:cubicBezTo>
                      <a:pt x="74073" y="13382"/>
                      <a:pt x="73998" y="13328"/>
                      <a:pt x="73923" y="13253"/>
                    </a:cubicBezTo>
                    <a:lnTo>
                      <a:pt x="73771" y="13344"/>
                    </a:lnTo>
                    <a:lnTo>
                      <a:pt x="73649" y="13465"/>
                    </a:lnTo>
                    <a:cubicBezTo>
                      <a:pt x="73528" y="13374"/>
                      <a:pt x="73376" y="13374"/>
                      <a:pt x="73254" y="13374"/>
                    </a:cubicBezTo>
                    <a:lnTo>
                      <a:pt x="73102" y="13374"/>
                    </a:lnTo>
                    <a:cubicBezTo>
                      <a:pt x="73042" y="13374"/>
                      <a:pt x="72950" y="13313"/>
                      <a:pt x="72920" y="13313"/>
                    </a:cubicBezTo>
                    <a:cubicBezTo>
                      <a:pt x="72859" y="13344"/>
                      <a:pt x="72829" y="13435"/>
                      <a:pt x="72798" y="13465"/>
                    </a:cubicBezTo>
                    <a:lnTo>
                      <a:pt x="72768" y="13496"/>
                    </a:lnTo>
                    <a:cubicBezTo>
                      <a:pt x="72707" y="13511"/>
                      <a:pt x="72654" y="13519"/>
                      <a:pt x="72601" y="13519"/>
                    </a:cubicBezTo>
                    <a:cubicBezTo>
                      <a:pt x="72548" y="13519"/>
                      <a:pt x="72494" y="13511"/>
                      <a:pt x="72434" y="13496"/>
                    </a:cubicBezTo>
                    <a:lnTo>
                      <a:pt x="72312" y="13496"/>
                    </a:lnTo>
                    <a:cubicBezTo>
                      <a:pt x="72282" y="13496"/>
                      <a:pt x="72251" y="13465"/>
                      <a:pt x="72251" y="13435"/>
                    </a:cubicBezTo>
                    <a:cubicBezTo>
                      <a:pt x="72251" y="13405"/>
                      <a:pt x="72251" y="13344"/>
                      <a:pt x="72282" y="13344"/>
                    </a:cubicBezTo>
                    <a:lnTo>
                      <a:pt x="72373" y="13283"/>
                    </a:lnTo>
                    <a:cubicBezTo>
                      <a:pt x="72464" y="13253"/>
                      <a:pt x="72525" y="13101"/>
                      <a:pt x="72434" y="13101"/>
                    </a:cubicBezTo>
                    <a:cubicBezTo>
                      <a:pt x="72373" y="13070"/>
                      <a:pt x="72555" y="12888"/>
                      <a:pt x="72616" y="12827"/>
                    </a:cubicBezTo>
                    <a:cubicBezTo>
                      <a:pt x="72648" y="12806"/>
                      <a:pt x="72684" y="12795"/>
                      <a:pt x="72720" y="12795"/>
                    </a:cubicBezTo>
                    <a:close/>
                    <a:moveTo>
                      <a:pt x="13702" y="13179"/>
                    </a:moveTo>
                    <a:cubicBezTo>
                      <a:pt x="13745" y="13179"/>
                      <a:pt x="13788" y="13201"/>
                      <a:pt x="13831" y="13222"/>
                    </a:cubicBezTo>
                    <a:cubicBezTo>
                      <a:pt x="13861" y="13283"/>
                      <a:pt x="13861" y="13344"/>
                      <a:pt x="13709" y="13344"/>
                    </a:cubicBezTo>
                    <a:cubicBezTo>
                      <a:pt x="13588" y="13374"/>
                      <a:pt x="13648" y="13465"/>
                      <a:pt x="13618" y="13526"/>
                    </a:cubicBezTo>
                    <a:lnTo>
                      <a:pt x="13588" y="13557"/>
                    </a:lnTo>
                    <a:cubicBezTo>
                      <a:pt x="13557" y="13557"/>
                      <a:pt x="13496" y="13557"/>
                      <a:pt x="13466" y="13526"/>
                    </a:cubicBezTo>
                    <a:cubicBezTo>
                      <a:pt x="13436" y="13496"/>
                      <a:pt x="13588" y="13313"/>
                      <a:pt x="13496" y="13313"/>
                    </a:cubicBezTo>
                    <a:cubicBezTo>
                      <a:pt x="13405" y="13313"/>
                      <a:pt x="13405" y="13283"/>
                      <a:pt x="13527" y="13222"/>
                    </a:cubicBezTo>
                    <a:lnTo>
                      <a:pt x="13648" y="13192"/>
                    </a:lnTo>
                    <a:cubicBezTo>
                      <a:pt x="13666" y="13183"/>
                      <a:pt x="13684" y="13179"/>
                      <a:pt x="13702" y="13179"/>
                    </a:cubicBezTo>
                    <a:close/>
                    <a:moveTo>
                      <a:pt x="17782" y="13040"/>
                    </a:moveTo>
                    <a:lnTo>
                      <a:pt x="17934" y="13101"/>
                    </a:lnTo>
                    <a:lnTo>
                      <a:pt x="18025" y="13101"/>
                    </a:lnTo>
                    <a:cubicBezTo>
                      <a:pt x="18117" y="13131"/>
                      <a:pt x="18086" y="13192"/>
                      <a:pt x="17995" y="13192"/>
                    </a:cubicBezTo>
                    <a:cubicBezTo>
                      <a:pt x="17873" y="13192"/>
                      <a:pt x="17721" y="13587"/>
                      <a:pt x="17691" y="13587"/>
                    </a:cubicBezTo>
                    <a:cubicBezTo>
                      <a:pt x="17682" y="13596"/>
                      <a:pt x="17668" y="13600"/>
                      <a:pt x="17652" y="13600"/>
                    </a:cubicBezTo>
                    <a:cubicBezTo>
                      <a:pt x="17612" y="13600"/>
                      <a:pt x="17561" y="13578"/>
                      <a:pt x="17539" y="13557"/>
                    </a:cubicBezTo>
                    <a:lnTo>
                      <a:pt x="17539" y="13526"/>
                    </a:lnTo>
                    <a:lnTo>
                      <a:pt x="17569" y="13405"/>
                    </a:lnTo>
                    <a:cubicBezTo>
                      <a:pt x="17630" y="13313"/>
                      <a:pt x="17721" y="13131"/>
                      <a:pt x="17782" y="13040"/>
                    </a:cubicBezTo>
                    <a:close/>
                    <a:moveTo>
                      <a:pt x="65534" y="13070"/>
                    </a:moveTo>
                    <a:cubicBezTo>
                      <a:pt x="65625" y="13101"/>
                      <a:pt x="65686" y="13131"/>
                      <a:pt x="65747" y="13161"/>
                    </a:cubicBezTo>
                    <a:cubicBezTo>
                      <a:pt x="65807" y="13192"/>
                      <a:pt x="65899" y="13313"/>
                      <a:pt x="65899" y="13344"/>
                    </a:cubicBezTo>
                    <a:cubicBezTo>
                      <a:pt x="65868" y="13374"/>
                      <a:pt x="65899" y="13435"/>
                      <a:pt x="65990" y="13435"/>
                    </a:cubicBezTo>
                    <a:lnTo>
                      <a:pt x="66020" y="13465"/>
                    </a:lnTo>
                    <a:cubicBezTo>
                      <a:pt x="66051" y="13465"/>
                      <a:pt x="66051" y="13557"/>
                      <a:pt x="66051" y="13557"/>
                    </a:cubicBezTo>
                    <a:cubicBezTo>
                      <a:pt x="66051" y="13587"/>
                      <a:pt x="65990" y="13587"/>
                      <a:pt x="65959" y="13587"/>
                    </a:cubicBezTo>
                    <a:lnTo>
                      <a:pt x="65868" y="13617"/>
                    </a:lnTo>
                    <a:cubicBezTo>
                      <a:pt x="65777" y="13617"/>
                      <a:pt x="65625" y="13587"/>
                      <a:pt x="65564" y="13557"/>
                    </a:cubicBezTo>
                    <a:lnTo>
                      <a:pt x="65503" y="13526"/>
                    </a:lnTo>
                    <a:cubicBezTo>
                      <a:pt x="65473" y="13496"/>
                      <a:pt x="65443" y="13435"/>
                      <a:pt x="65473" y="13374"/>
                    </a:cubicBezTo>
                    <a:lnTo>
                      <a:pt x="65503" y="13344"/>
                    </a:lnTo>
                    <a:cubicBezTo>
                      <a:pt x="65564" y="13313"/>
                      <a:pt x="65564" y="13253"/>
                      <a:pt x="65503" y="13253"/>
                    </a:cubicBezTo>
                    <a:lnTo>
                      <a:pt x="65473" y="13222"/>
                    </a:lnTo>
                    <a:cubicBezTo>
                      <a:pt x="65443" y="13192"/>
                      <a:pt x="65473" y="13131"/>
                      <a:pt x="65503" y="13101"/>
                    </a:cubicBezTo>
                    <a:lnTo>
                      <a:pt x="65534" y="13070"/>
                    </a:lnTo>
                    <a:close/>
                    <a:moveTo>
                      <a:pt x="37783" y="13313"/>
                    </a:moveTo>
                    <a:lnTo>
                      <a:pt x="37904" y="13374"/>
                    </a:lnTo>
                    <a:lnTo>
                      <a:pt x="38056" y="13496"/>
                    </a:lnTo>
                    <a:cubicBezTo>
                      <a:pt x="38080" y="13591"/>
                      <a:pt x="38011" y="13667"/>
                      <a:pt x="37936" y="13667"/>
                    </a:cubicBezTo>
                    <a:cubicBezTo>
                      <a:pt x="37915" y="13667"/>
                      <a:pt x="37894" y="13661"/>
                      <a:pt x="37874" y="13648"/>
                    </a:cubicBezTo>
                    <a:cubicBezTo>
                      <a:pt x="37847" y="13630"/>
                      <a:pt x="37820" y="13610"/>
                      <a:pt x="37794" y="13588"/>
                    </a:cubicBezTo>
                    <a:lnTo>
                      <a:pt x="37794" y="13588"/>
                    </a:lnTo>
                    <a:cubicBezTo>
                      <a:pt x="37813" y="13520"/>
                      <a:pt x="37810" y="13423"/>
                      <a:pt x="37783" y="13313"/>
                    </a:cubicBezTo>
                    <a:close/>
                    <a:moveTo>
                      <a:pt x="44253" y="13412"/>
                    </a:moveTo>
                    <a:cubicBezTo>
                      <a:pt x="44318" y="13412"/>
                      <a:pt x="44378" y="13420"/>
                      <a:pt x="44439" y="13435"/>
                    </a:cubicBezTo>
                    <a:lnTo>
                      <a:pt x="44652" y="13526"/>
                    </a:lnTo>
                    <a:cubicBezTo>
                      <a:pt x="44726" y="13477"/>
                      <a:pt x="44821" y="13427"/>
                      <a:pt x="44920" y="13427"/>
                    </a:cubicBezTo>
                    <a:cubicBezTo>
                      <a:pt x="44942" y="13427"/>
                      <a:pt x="44964" y="13429"/>
                      <a:pt x="44986" y="13435"/>
                    </a:cubicBezTo>
                    <a:cubicBezTo>
                      <a:pt x="45047" y="13465"/>
                      <a:pt x="44956" y="13587"/>
                      <a:pt x="44926" y="13617"/>
                    </a:cubicBezTo>
                    <a:cubicBezTo>
                      <a:pt x="44872" y="13653"/>
                      <a:pt x="44819" y="13668"/>
                      <a:pt x="44771" y="13668"/>
                    </a:cubicBezTo>
                    <a:cubicBezTo>
                      <a:pt x="44738" y="13668"/>
                      <a:pt x="44708" y="13660"/>
                      <a:pt x="44682" y="13648"/>
                    </a:cubicBezTo>
                    <a:cubicBezTo>
                      <a:pt x="44439" y="13648"/>
                      <a:pt x="44196" y="13617"/>
                      <a:pt x="43953" y="13587"/>
                    </a:cubicBezTo>
                    <a:cubicBezTo>
                      <a:pt x="43953" y="13526"/>
                      <a:pt x="43983" y="13465"/>
                      <a:pt x="44014" y="13435"/>
                    </a:cubicBezTo>
                    <a:lnTo>
                      <a:pt x="44044" y="13435"/>
                    </a:lnTo>
                    <a:cubicBezTo>
                      <a:pt x="44120" y="13420"/>
                      <a:pt x="44188" y="13412"/>
                      <a:pt x="44253" y="13412"/>
                    </a:cubicBezTo>
                    <a:close/>
                    <a:moveTo>
                      <a:pt x="63285" y="13344"/>
                    </a:moveTo>
                    <a:cubicBezTo>
                      <a:pt x="63437" y="13374"/>
                      <a:pt x="63528" y="13435"/>
                      <a:pt x="63528" y="13496"/>
                    </a:cubicBezTo>
                    <a:cubicBezTo>
                      <a:pt x="63505" y="13540"/>
                      <a:pt x="63418" y="13569"/>
                      <a:pt x="63361" y="13569"/>
                    </a:cubicBezTo>
                    <a:cubicBezTo>
                      <a:pt x="63340" y="13569"/>
                      <a:pt x="63323" y="13565"/>
                      <a:pt x="63315" y="13557"/>
                    </a:cubicBezTo>
                    <a:cubicBezTo>
                      <a:pt x="63293" y="13535"/>
                      <a:pt x="63226" y="13514"/>
                      <a:pt x="63157" y="13514"/>
                    </a:cubicBezTo>
                    <a:cubicBezTo>
                      <a:pt x="63128" y="13514"/>
                      <a:pt x="63098" y="13517"/>
                      <a:pt x="63072" y="13526"/>
                    </a:cubicBezTo>
                    <a:lnTo>
                      <a:pt x="62981" y="13557"/>
                    </a:lnTo>
                    <a:lnTo>
                      <a:pt x="62889" y="13617"/>
                    </a:lnTo>
                    <a:cubicBezTo>
                      <a:pt x="62851" y="13656"/>
                      <a:pt x="62813" y="13672"/>
                      <a:pt x="62777" y="13672"/>
                    </a:cubicBezTo>
                    <a:cubicBezTo>
                      <a:pt x="62727" y="13672"/>
                      <a:pt x="62682" y="13640"/>
                      <a:pt x="62646" y="13587"/>
                    </a:cubicBezTo>
                    <a:cubicBezTo>
                      <a:pt x="62616" y="13557"/>
                      <a:pt x="62555" y="13374"/>
                      <a:pt x="62616" y="13374"/>
                    </a:cubicBezTo>
                    <a:lnTo>
                      <a:pt x="62616" y="13374"/>
                    </a:lnTo>
                    <a:cubicBezTo>
                      <a:pt x="62628" y="13380"/>
                      <a:pt x="62656" y="13383"/>
                      <a:pt x="62694" y="13383"/>
                    </a:cubicBezTo>
                    <a:cubicBezTo>
                      <a:pt x="62847" y="13383"/>
                      <a:pt x="63163" y="13344"/>
                      <a:pt x="63285" y="13344"/>
                    </a:cubicBezTo>
                    <a:close/>
                    <a:moveTo>
                      <a:pt x="71431" y="12888"/>
                    </a:moveTo>
                    <a:cubicBezTo>
                      <a:pt x="71583" y="13070"/>
                      <a:pt x="71643" y="13222"/>
                      <a:pt x="71552" y="13222"/>
                    </a:cubicBezTo>
                    <a:cubicBezTo>
                      <a:pt x="71339" y="13283"/>
                      <a:pt x="71157" y="13344"/>
                      <a:pt x="70975" y="13435"/>
                    </a:cubicBezTo>
                    <a:cubicBezTo>
                      <a:pt x="70914" y="13496"/>
                      <a:pt x="70975" y="13526"/>
                      <a:pt x="71127" y="13526"/>
                    </a:cubicBezTo>
                    <a:lnTo>
                      <a:pt x="71218" y="13526"/>
                    </a:lnTo>
                    <a:cubicBezTo>
                      <a:pt x="71248" y="13557"/>
                      <a:pt x="71279" y="13587"/>
                      <a:pt x="71309" y="13617"/>
                    </a:cubicBezTo>
                    <a:cubicBezTo>
                      <a:pt x="71309" y="13648"/>
                      <a:pt x="71248" y="13678"/>
                      <a:pt x="71248" y="13678"/>
                    </a:cubicBezTo>
                    <a:lnTo>
                      <a:pt x="71066" y="13678"/>
                    </a:lnTo>
                    <a:cubicBezTo>
                      <a:pt x="70823" y="13648"/>
                      <a:pt x="70610" y="13526"/>
                      <a:pt x="70428" y="13374"/>
                    </a:cubicBezTo>
                    <a:cubicBezTo>
                      <a:pt x="70306" y="13283"/>
                      <a:pt x="70184" y="13192"/>
                      <a:pt x="70063" y="13161"/>
                    </a:cubicBezTo>
                    <a:cubicBezTo>
                      <a:pt x="69972" y="13161"/>
                      <a:pt x="69972" y="13101"/>
                      <a:pt x="70093" y="13070"/>
                    </a:cubicBezTo>
                    <a:lnTo>
                      <a:pt x="70124" y="13010"/>
                    </a:lnTo>
                    <a:cubicBezTo>
                      <a:pt x="70169" y="12979"/>
                      <a:pt x="70200" y="12964"/>
                      <a:pt x="70230" y="12964"/>
                    </a:cubicBezTo>
                    <a:cubicBezTo>
                      <a:pt x="70260" y="12964"/>
                      <a:pt x="70291" y="12979"/>
                      <a:pt x="70336" y="13010"/>
                    </a:cubicBezTo>
                    <a:lnTo>
                      <a:pt x="70367" y="13040"/>
                    </a:lnTo>
                    <a:lnTo>
                      <a:pt x="70853" y="12949"/>
                    </a:lnTo>
                    <a:lnTo>
                      <a:pt x="70975" y="13040"/>
                    </a:lnTo>
                    <a:cubicBezTo>
                      <a:pt x="71035" y="13070"/>
                      <a:pt x="71127" y="13101"/>
                      <a:pt x="71157" y="13101"/>
                    </a:cubicBezTo>
                    <a:lnTo>
                      <a:pt x="71431" y="12888"/>
                    </a:lnTo>
                    <a:close/>
                    <a:moveTo>
                      <a:pt x="17296" y="13010"/>
                    </a:moveTo>
                    <a:cubicBezTo>
                      <a:pt x="17296" y="13010"/>
                      <a:pt x="17326" y="13070"/>
                      <a:pt x="17326" y="13101"/>
                    </a:cubicBezTo>
                    <a:lnTo>
                      <a:pt x="17326" y="13131"/>
                    </a:lnTo>
                    <a:cubicBezTo>
                      <a:pt x="17296" y="13313"/>
                      <a:pt x="17448" y="13526"/>
                      <a:pt x="17113" y="13648"/>
                    </a:cubicBezTo>
                    <a:lnTo>
                      <a:pt x="17083" y="13678"/>
                    </a:lnTo>
                    <a:cubicBezTo>
                      <a:pt x="17047" y="13714"/>
                      <a:pt x="17026" y="13726"/>
                      <a:pt x="17012" y="13726"/>
                    </a:cubicBezTo>
                    <a:cubicBezTo>
                      <a:pt x="16992" y="13726"/>
                      <a:pt x="16992" y="13697"/>
                      <a:pt x="16992" y="13678"/>
                    </a:cubicBezTo>
                    <a:cubicBezTo>
                      <a:pt x="17022" y="13648"/>
                      <a:pt x="17113" y="13405"/>
                      <a:pt x="17113" y="13344"/>
                    </a:cubicBezTo>
                    <a:cubicBezTo>
                      <a:pt x="17113" y="13253"/>
                      <a:pt x="17144" y="13161"/>
                      <a:pt x="17174" y="13070"/>
                    </a:cubicBezTo>
                    <a:cubicBezTo>
                      <a:pt x="17205" y="13040"/>
                      <a:pt x="17235" y="13010"/>
                      <a:pt x="17296" y="13010"/>
                    </a:cubicBezTo>
                    <a:close/>
                    <a:moveTo>
                      <a:pt x="64288" y="13131"/>
                    </a:moveTo>
                    <a:cubicBezTo>
                      <a:pt x="64318" y="13161"/>
                      <a:pt x="64348" y="13222"/>
                      <a:pt x="64379" y="13283"/>
                    </a:cubicBezTo>
                    <a:lnTo>
                      <a:pt x="64652" y="13283"/>
                    </a:lnTo>
                    <a:lnTo>
                      <a:pt x="64713" y="13253"/>
                    </a:lnTo>
                    <a:cubicBezTo>
                      <a:pt x="64763" y="13202"/>
                      <a:pt x="64823" y="13180"/>
                      <a:pt x="64881" y="13180"/>
                    </a:cubicBezTo>
                    <a:cubicBezTo>
                      <a:pt x="64929" y="13180"/>
                      <a:pt x="64976" y="13195"/>
                      <a:pt x="65017" y="13222"/>
                    </a:cubicBezTo>
                    <a:lnTo>
                      <a:pt x="65139" y="13283"/>
                    </a:lnTo>
                    <a:cubicBezTo>
                      <a:pt x="65017" y="13435"/>
                      <a:pt x="64865" y="13587"/>
                      <a:pt x="64713" y="13709"/>
                    </a:cubicBezTo>
                    <a:cubicBezTo>
                      <a:pt x="64662" y="13747"/>
                      <a:pt x="64622" y="13764"/>
                      <a:pt x="64592" y="13764"/>
                    </a:cubicBezTo>
                    <a:cubicBezTo>
                      <a:pt x="64551" y="13764"/>
                      <a:pt x="64531" y="13731"/>
                      <a:pt x="64531" y="13678"/>
                    </a:cubicBezTo>
                    <a:cubicBezTo>
                      <a:pt x="64531" y="13577"/>
                      <a:pt x="64300" y="13413"/>
                      <a:pt x="64187" y="13413"/>
                    </a:cubicBezTo>
                    <a:cubicBezTo>
                      <a:pt x="64164" y="13413"/>
                      <a:pt x="64146" y="13420"/>
                      <a:pt x="64136" y="13435"/>
                    </a:cubicBezTo>
                    <a:cubicBezTo>
                      <a:pt x="64117" y="13464"/>
                      <a:pt x="64100" y="13486"/>
                      <a:pt x="64088" y="13503"/>
                    </a:cubicBezTo>
                    <a:lnTo>
                      <a:pt x="64088" y="13503"/>
                    </a:lnTo>
                    <a:cubicBezTo>
                      <a:pt x="64114" y="13458"/>
                      <a:pt x="64166" y="13360"/>
                      <a:pt x="64166" y="13313"/>
                    </a:cubicBezTo>
                    <a:cubicBezTo>
                      <a:pt x="64136" y="13253"/>
                      <a:pt x="64136" y="13192"/>
                      <a:pt x="64136" y="13131"/>
                    </a:cubicBezTo>
                    <a:close/>
                    <a:moveTo>
                      <a:pt x="37313" y="13518"/>
                    </a:moveTo>
                    <a:cubicBezTo>
                      <a:pt x="37337" y="13518"/>
                      <a:pt x="37357" y="13562"/>
                      <a:pt x="37357" y="13587"/>
                    </a:cubicBezTo>
                    <a:cubicBezTo>
                      <a:pt x="37357" y="13617"/>
                      <a:pt x="37205" y="13678"/>
                      <a:pt x="37023" y="13709"/>
                    </a:cubicBezTo>
                    <a:lnTo>
                      <a:pt x="36871" y="13739"/>
                    </a:lnTo>
                    <a:lnTo>
                      <a:pt x="36719" y="13739"/>
                    </a:lnTo>
                    <a:cubicBezTo>
                      <a:pt x="36567" y="13739"/>
                      <a:pt x="36384" y="13769"/>
                      <a:pt x="36324" y="13769"/>
                    </a:cubicBezTo>
                    <a:lnTo>
                      <a:pt x="36202" y="13769"/>
                    </a:lnTo>
                    <a:cubicBezTo>
                      <a:pt x="36172" y="13739"/>
                      <a:pt x="36202" y="13678"/>
                      <a:pt x="36232" y="13648"/>
                    </a:cubicBezTo>
                    <a:cubicBezTo>
                      <a:pt x="36253" y="13648"/>
                      <a:pt x="36340" y="13675"/>
                      <a:pt x="36406" y="13675"/>
                    </a:cubicBezTo>
                    <a:cubicBezTo>
                      <a:pt x="36438" y="13675"/>
                      <a:pt x="36465" y="13668"/>
                      <a:pt x="36476" y="13648"/>
                    </a:cubicBezTo>
                    <a:cubicBezTo>
                      <a:pt x="36476" y="13587"/>
                      <a:pt x="36810" y="13587"/>
                      <a:pt x="36901" y="13587"/>
                    </a:cubicBezTo>
                    <a:lnTo>
                      <a:pt x="37235" y="13587"/>
                    </a:lnTo>
                    <a:lnTo>
                      <a:pt x="37266" y="13557"/>
                    </a:lnTo>
                    <a:lnTo>
                      <a:pt x="37296" y="13526"/>
                    </a:lnTo>
                    <a:cubicBezTo>
                      <a:pt x="37302" y="13520"/>
                      <a:pt x="37308" y="13518"/>
                      <a:pt x="37313" y="13518"/>
                    </a:cubicBezTo>
                    <a:close/>
                    <a:moveTo>
                      <a:pt x="45716" y="13405"/>
                    </a:moveTo>
                    <a:cubicBezTo>
                      <a:pt x="45868" y="13435"/>
                      <a:pt x="45929" y="13709"/>
                      <a:pt x="45807" y="13739"/>
                    </a:cubicBezTo>
                    <a:cubicBezTo>
                      <a:pt x="45761" y="13769"/>
                      <a:pt x="45708" y="13785"/>
                      <a:pt x="45655" y="13785"/>
                    </a:cubicBezTo>
                    <a:cubicBezTo>
                      <a:pt x="45602" y="13785"/>
                      <a:pt x="45549" y="13769"/>
                      <a:pt x="45503" y="13739"/>
                    </a:cubicBezTo>
                    <a:cubicBezTo>
                      <a:pt x="45412" y="13709"/>
                      <a:pt x="45290" y="13526"/>
                      <a:pt x="45442" y="13405"/>
                    </a:cubicBezTo>
                    <a:close/>
                    <a:moveTo>
                      <a:pt x="54895" y="13283"/>
                    </a:moveTo>
                    <a:cubicBezTo>
                      <a:pt x="54926" y="13313"/>
                      <a:pt x="54895" y="13374"/>
                      <a:pt x="54895" y="13405"/>
                    </a:cubicBezTo>
                    <a:cubicBezTo>
                      <a:pt x="54865" y="13435"/>
                      <a:pt x="54895" y="13496"/>
                      <a:pt x="54987" y="13526"/>
                    </a:cubicBezTo>
                    <a:lnTo>
                      <a:pt x="55078" y="13587"/>
                    </a:lnTo>
                    <a:cubicBezTo>
                      <a:pt x="55108" y="13617"/>
                      <a:pt x="55230" y="13709"/>
                      <a:pt x="55108" y="13769"/>
                    </a:cubicBezTo>
                    <a:lnTo>
                      <a:pt x="55017" y="13830"/>
                    </a:lnTo>
                    <a:cubicBezTo>
                      <a:pt x="54956" y="13769"/>
                      <a:pt x="54895" y="13678"/>
                      <a:pt x="54835" y="13587"/>
                    </a:cubicBezTo>
                    <a:lnTo>
                      <a:pt x="54804" y="13526"/>
                    </a:lnTo>
                    <a:cubicBezTo>
                      <a:pt x="54652" y="13405"/>
                      <a:pt x="54652" y="13344"/>
                      <a:pt x="54865" y="13283"/>
                    </a:cubicBezTo>
                    <a:close/>
                    <a:moveTo>
                      <a:pt x="68634" y="12979"/>
                    </a:moveTo>
                    <a:cubicBezTo>
                      <a:pt x="69090" y="13040"/>
                      <a:pt x="69516" y="13070"/>
                      <a:pt x="69546" y="13070"/>
                    </a:cubicBezTo>
                    <a:lnTo>
                      <a:pt x="69576" y="13070"/>
                    </a:lnTo>
                    <a:cubicBezTo>
                      <a:pt x="69615" y="13045"/>
                      <a:pt x="69648" y="13035"/>
                      <a:pt x="69678" y="13035"/>
                    </a:cubicBezTo>
                    <a:cubicBezTo>
                      <a:pt x="69719" y="13035"/>
                      <a:pt x="69754" y="13053"/>
                      <a:pt x="69789" y="13070"/>
                    </a:cubicBezTo>
                    <a:cubicBezTo>
                      <a:pt x="69941" y="13131"/>
                      <a:pt x="69728" y="13222"/>
                      <a:pt x="69789" y="13253"/>
                    </a:cubicBezTo>
                    <a:lnTo>
                      <a:pt x="69850" y="13313"/>
                    </a:lnTo>
                    <a:cubicBezTo>
                      <a:pt x="69911" y="13374"/>
                      <a:pt x="69880" y="13435"/>
                      <a:pt x="69820" y="13435"/>
                    </a:cubicBezTo>
                    <a:lnTo>
                      <a:pt x="69850" y="13435"/>
                    </a:lnTo>
                    <a:cubicBezTo>
                      <a:pt x="69759" y="13435"/>
                      <a:pt x="69759" y="13769"/>
                      <a:pt x="69728" y="13830"/>
                    </a:cubicBezTo>
                    <a:cubicBezTo>
                      <a:pt x="69724" y="13834"/>
                      <a:pt x="69717" y="13836"/>
                      <a:pt x="69707" y="13836"/>
                    </a:cubicBezTo>
                    <a:cubicBezTo>
                      <a:pt x="69643" y="13836"/>
                      <a:pt x="69461" y="13753"/>
                      <a:pt x="69303" y="13648"/>
                    </a:cubicBezTo>
                    <a:lnTo>
                      <a:pt x="69121" y="13496"/>
                    </a:lnTo>
                    <a:lnTo>
                      <a:pt x="68969" y="13374"/>
                    </a:lnTo>
                    <a:cubicBezTo>
                      <a:pt x="68896" y="13287"/>
                      <a:pt x="68830" y="13249"/>
                      <a:pt x="68782" y="13249"/>
                    </a:cubicBezTo>
                    <a:cubicBezTo>
                      <a:pt x="68728" y="13249"/>
                      <a:pt x="68695" y="13295"/>
                      <a:pt x="68695" y="13374"/>
                    </a:cubicBezTo>
                    <a:lnTo>
                      <a:pt x="68421" y="13344"/>
                    </a:lnTo>
                    <a:lnTo>
                      <a:pt x="68391" y="13344"/>
                    </a:lnTo>
                    <a:cubicBezTo>
                      <a:pt x="68269" y="13405"/>
                      <a:pt x="68117" y="13465"/>
                      <a:pt x="67965" y="13526"/>
                    </a:cubicBezTo>
                    <a:lnTo>
                      <a:pt x="67874" y="13496"/>
                    </a:lnTo>
                    <a:lnTo>
                      <a:pt x="67783" y="13465"/>
                    </a:lnTo>
                    <a:cubicBezTo>
                      <a:pt x="67662" y="13435"/>
                      <a:pt x="67540" y="13435"/>
                      <a:pt x="67418" y="13405"/>
                    </a:cubicBezTo>
                    <a:lnTo>
                      <a:pt x="67236" y="13405"/>
                    </a:lnTo>
                    <a:cubicBezTo>
                      <a:pt x="67212" y="13419"/>
                      <a:pt x="67193" y="13425"/>
                      <a:pt x="67178" y="13425"/>
                    </a:cubicBezTo>
                    <a:cubicBezTo>
                      <a:pt x="67094" y="13425"/>
                      <a:pt x="67124" y="13243"/>
                      <a:pt x="67175" y="13192"/>
                    </a:cubicBezTo>
                    <a:cubicBezTo>
                      <a:pt x="67188" y="13166"/>
                      <a:pt x="67223" y="13157"/>
                      <a:pt x="67261" y="13157"/>
                    </a:cubicBezTo>
                    <a:cubicBezTo>
                      <a:pt x="67312" y="13157"/>
                      <a:pt x="67370" y="13174"/>
                      <a:pt x="67388" y="13192"/>
                    </a:cubicBezTo>
                    <a:cubicBezTo>
                      <a:pt x="67391" y="13195"/>
                      <a:pt x="67396" y="13197"/>
                      <a:pt x="67403" y="13197"/>
                    </a:cubicBezTo>
                    <a:cubicBezTo>
                      <a:pt x="67456" y="13197"/>
                      <a:pt x="67607" y="13094"/>
                      <a:pt x="67662" y="13040"/>
                    </a:cubicBezTo>
                    <a:cubicBezTo>
                      <a:pt x="67677" y="13032"/>
                      <a:pt x="67698" y="13028"/>
                      <a:pt x="67723" y="13028"/>
                    </a:cubicBezTo>
                    <a:cubicBezTo>
                      <a:pt x="67798" y="13028"/>
                      <a:pt x="67912" y="13063"/>
                      <a:pt x="68026" y="13131"/>
                    </a:cubicBezTo>
                    <a:lnTo>
                      <a:pt x="68209" y="13101"/>
                    </a:lnTo>
                    <a:lnTo>
                      <a:pt x="68634" y="12979"/>
                    </a:lnTo>
                    <a:close/>
                    <a:moveTo>
                      <a:pt x="42737" y="13526"/>
                    </a:moveTo>
                    <a:cubicBezTo>
                      <a:pt x="42798" y="13526"/>
                      <a:pt x="43011" y="13709"/>
                      <a:pt x="43011" y="13769"/>
                    </a:cubicBezTo>
                    <a:cubicBezTo>
                      <a:pt x="43011" y="13830"/>
                      <a:pt x="42919" y="13861"/>
                      <a:pt x="42798" y="13861"/>
                    </a:cubicBezTo>
                    <a:lnTo>
                      <a:pt x="42737" y="13830"/>
                    </a:lnTo>
                    <a:lnTo>
                      <a:pt x="42646" y="13769"/>
                    </a:lnTo>
                    <a:cubicBezTo>
                      <a:pt x="42615" y="13648"/>
                      <a:pt x="42646" y="13557"/>
                      <a:pt x="42737" y="13557"/>
                    </a:cubicBezTo>
                    <a:lnTo>
                      <a:pt x="42737" y="13526"/>
                    </a:lnTo>
                    <a:close/>
                    <a:moveTo>
                      <a:pt x="43658" y="13514"/>
                    </a:moveTo>
                    <a:cubicBezTo>
                      <a:pt x="43728" y="13514"/>
                      <a:pt x="43771" y="13529"/>
                      <a:pt x="43771" y="13557"/>
                    </a:cubicBezTo>
                    <a:lnTo>
                      <a:pt x="43771" y="13678"/>
                    </a:lnTo>
                    <a:cubicBezTo>
                      <a:pt x="43771" y="13769"/>
                      <a:pt x="43710" y="13830"/>
                      <a:pt x="43649" y="13861"/>
                    </a:cubicBezTo>
                    <a:lnTo>
                      <a:pt x="43619" y="13861"/>
                    </a:lnTo>
                    <a:cubicBezTo>
                      <a:pt x="43193" y="13769"/>
                      <a:pt x="43102" y="13709"/>
                      <a:pt x="43163" y="13678"/>
                    </a:cubicBezTo>
                    <a:lnTo>
                      <a:pt x="43315" y="13587"/>
                    </a:lnTo>
                    <a:cubicBezTo>
                      <a:pt x="43448" y="13537"/>
                      <a:pt x="43573" y="13514"/>
                      <a:pt x="43658" y="13514"/>
                    </a:cubicBezTo>
                    <a:close/>
                    <a:moveTo>
                      <a:pt x="23894" y="13214"/>
                    </a:moveTo>
                    <a:cubicBezTo>
                      <a:pt x="23911" y="13214"/>
                      <a:pt x="23930" y="13217"/>
                      <a:pt x="23953" y="13222"/>
                    </a:cubicBezTo>
                    <a:cubicBezTo>
                      <a:pt x="23983" y="13222"/>
                      <a:pt x="24013" y="13313"/>
                      <a:pt x="24013" y="13344"/>
                    </a:cubicBezTo>
                    <a:cubicBezTo>
                      <a:pt x="24013" y="13344"/>
                      <a:pt x="23922" y="13374"/>
                      <a:pt x="23922" y="13405"/>
                    </a:cubicBezTo>
                    <a:lnTo>
                      <a:pt x="23892" y="13496"/>
                    </a:lnTo>
                    <a:cubicBezTo>
                      <a:pt x="24044" y="13557"/>
                      <a:pt x="24135" y="13648"/>
                      <a:pt x="24044" y="13678"/>
                    </a:cubicBezTo>
                    <a:lnTo>
                      <a:pt x="23953" y="13678"/>
                    </a:lnTo>
                    <a:cubicBezTo>
                      <a:pt x="23892" y="13678"/>
                      <a:pt x="23801" y="13557"/>
                      <a:pt x="23801" y="13526"/>
                    </a:cubicBezTo>
                    <a:cubicBezTo>
                      <a:pt x="23770" y="13465"/>
                      <a:pt x="23770" y="13435"/>
                      <a:pt x="23740" y="13435"/>
                    </a:cubicBezTo>
                    <a:cubicBezTo>
                      <a:pt x="23709" y="13557"/>
                      <a:pt x="23709" y="13678"/>
                      <a:pt x="23709" y="13800"/>
                    </a:cubicBezTo>
                    <a:cubicBezTo>
                      <a:pt x="23709" y="13861"/>
                      <a:pt x="23664" y="13876"/>
                      <a:pt x="23607" y="13876"/>
                    </a:cubicBezTo>
                    <a:cubicBezTo>
                      <a:pt x="23550" y="13876"/>
                      <a:pt x="23481" y="13861"/>
                      <a:pt x="23436" y="13861"/>
                    </a:cubicBezTo>
                    <a:cubicBezTo>
                      <a:pt x="23345" y="13861"/>
                      <a:pt x="23405" y="13800"/>
                      <a:pt x="23618" y="13769"/>
                    </a:cubicBezTo>
                    <a:lnTo>
                      <a:pt x="23466" y="13648"/>
                    </a:lnTo>
                    <a:cubicBezTo>
                      <a:pt x="23375" y="13557"/>
                      <a:pt x="23497" y="13496"/>
                      <a:pt x="23466" y="13435"/>
                    </a:cubicBezTo>
                    <a:lnTo>
                      <a:pt x="23375" y="13283"/>
                    </a:lnTo>
                    <a:cubicBezTo>
                      <a:pt x="23421" y="13237"/>
                      <a:pt x="23474" y="13215"/>
                      <a:pt x="23527" y="13215"/>
                    </a:cubicBezTo>
                    <a:cubicBezTo>
                      <a:pt x="23580" y="13215"/>
                      <a:pt x="23633" y="13237"/>
                      <a:pt x="23679" y="13283"/>
                    </a:cubicBezTo>
                    <a:cubicBezTo>
                      <a:pt x="23700" y="13305"/>
                      <a:pt x="23737" y="13326"/>
                      <a:pt x="23768" y="13326"/>
                    </a:cubicBezTo>
                    <a:cubicBezTo>
                      <a:pt x="23780" y="13326"/>
                      <a:pt x="23792" y="13322"/>
                      <a:pt x="23801" y="13313"/>
                    </a:cubicBezTo>
                    <a:cubicBezTo>
                      <a:pt x="23801" y="13264"/>
                      <a:pt x="23821" y="13214"/>
                      <a:pt x="23894" y="13214"/>
                    </a:cubicBezTo>
                    <a:close/>
                    <a:moveTo>
                      <a:pt x="11458" y="13515"/>
                    </a:moveTo>
                    <a:cubicBezTo>
                      <a:pt x="11477" y="13515"/>
                      <a:pt x="11498" y="13519"/>
                      <a:pt x="11521" y="13526"/>
                    </a:cubicBezTo>
                    <a:cubicBezTo>
                      <a:pt x="11551" y="13526"/>
                      <a:pt x="11551" y="13557"/>
                      <a:pt x="11551" y="13617"/>
                    </a:cubicBezTo>
                    <a:cubicBezTo>
                      <a:pt x="11581" y="13709"/>
                      <a:pt x="11581" y="13769"/>
                      <a:pt x="11460" y="13769"/>
                    </a:cubicBezTo>
                    <a:cubicBezTo>
                      <a:pt x="11369" y="13800"/>
                      <a:pt x="11308" y="13830"/>
                      <a:pt x="11247" y="13861"/>
                    </a:cubicBezTo>
                    <a:lnTo>
                      <a:pt x="11126" y="13891"/>
                    </a:lnTo>
                    <a:cubicBezTo>
                      <a:pt x="11106" y="13894"/>
                      <a:pt x="11089" y="13896"/>
                      <a:pt x="11072" y="13896"/>
                    </a:cubicBezTo>
                    <a:cubicBezTo>
                      <a:pt x="10932" y="13896"/>
                      <a:pt x="10889" y="13784"/>
                      <a:pt x="10943" y="13648"/>
                    </a:cubicBezTo>
                    <a:lnTo>
                      <a:pt x="10943" y="13648"/>
                    </a:lnTo>
                    <a:lnTo>
                      <a:pt x="11186" y="13678"/>
                    </a:lnTo>
                    <a:cubicBezTo>
                      <a:pt x="11247" y="13678"/>
                      <a:pt x="11308" y="13678"/>
                      <a:pt x="11369" y="13617"/>
                    </a:cubicBezTo>
                    <a:cubicBezTo>
                      <a:pt x="11369" y="13549"/>
                      <a:pt x="11403" y="13515"/>
                      <a:pt x="11458" y="13515"/>
                    </a:cubicBezTo>
                    <a:close/>
                    <a:moveTo>
                      <a:pt x="55716" y="13587"/>
                    </a:moveTo>
                    <a:lnTo>
                      <a:pt x="55959" y="13648"/>
                    </a:lnTo>
                    <a:cubicBezTo>
                      <a:pt x="55971" y="13654"/>
                      <a:pt x="55985" y="13656"/>
                      <a:pt x="55999" y="13656"/>
                    </a:cubicBezTo>
                    <a:cubicBezTo>
                      <a:pt x="56056" y="13656"/>
                      <a:pt x="56129" y="13617"/>
                      <a:pt x="56202" y="13617"/>
                    </a:cubicBezTo>
                    <a:lnTo>
                      <a:pt x="56294" y="13617"/>
                    </a:lnTo>
                    <a:cubicBezTo>
                      <a:pt x="56334" y="13617"/>
                      <a:pt x="56442" y="13604"/>
                      <a:pt x="56528" y="13604"/>
                    </a:cubicBezTo>
                    <a:cubicBezTo>
                      <a:pt x="56570" y="13604"/>
                      <a:pt x="56608" y="13607"/>
                      <a:pt x="56628" y="13617"/>
                    </a:cubicBezTo>
                    <a:cubicBezTo>
                      <a:pt x="56658" y="13648"/>
                      <a:pt x="56871" y="13800"/>
                      <a:pt x="56810" y="13830"/>
                    </a:cubicBezTo>
                    <a:cubicBezTo>
                      <a:pt x="56802" y="13847"/>
                      <a:pt x="56789" y="13855"/>
                      <a:pt x="56772" y="13855"/>
                    </a:cubicBezTo>
                    <a:cubicBezTo>
                      <a:pt x="56729" y="13855"/>
                      <a:pt x="56663" y="13805"/>
                      <a:pt x="56598" y="13739"/>
                    </a:cubicBezTo>
                    <a:lnTo>
                      <a:pt x="56385" y="13861"/>
                    </a:lnTo>
                    <a:lnTo>
                      <a:pt x="56202" y="13921"/>
                    </a:lnTo>
                    <a:cubicBezTo>
                      <a:pt x="55868" y="13891"/>
                      <a:pt x="55655" y="13739"/>
                      <a:pt x="55716" y="13587"/>
                    </a:cubicBezTo>
                    <a:close/>
                    <a:moveTo>
                      <a:pt x="57848" y="13412"/>
                    </a:moveTo>
                    <a:cubicBezTo>
                      <a:pt x="57905" y="13412"/>
                      <a:pt x="57965" y="13420"/>
                      <a:pt x="57996" y="13435"/>
                    </a:cubicBezTo>
                    <a:cubicBezTo>
                      <a:pt x="58087" y="13465"/>
                      <a:pt x="58208" y="13496"/>
                      <a:pt x="58300" y="13496"/>
                    </a:cubicBezTo>
                    <a:cubicBezTo>
                      <a:pt x="58349" y="13471"/>
                      <a:pt x="58537" y="13427"/>
                      <a:pt x="58640" y="13427"/>
                    </a:cubicBezTo>
                    <a:cubicBezTo>
                      <a:pt x="58664" y="13427"/>
                      <a:pt x="58683" y="13429"/>
                      <a:pt x="58695" y="13435"/>
                    </a:cubicBezTo>
                    <a:cubicBezTo>
                      <a:pt x="58725" y="13496"/>
                      <a:pt x="58512" y="13617"/>
                      <a:pt x="58208" y="13739"/>
                    </a:cubicBezTo>
                    <a:lnTo>
                      <a:pt x="58056" y="13617"/>
                    </a:lnTo>
                    <a:lnTo>
                      <a:pt x="58026" y="13617"/>
                    </a:lnTo>
                    <a:cubicBezTo>
                      <a:pt x="58026" y="13596"/>
                      <a:pt x="57996" y="13574"/>
                      <a:pt x="57946" y="13574"/>
                    </a:cubicBezTo>
                    <a:cubicBezTo>
                      <a:pt x="57925" y="13574"/>
                      <a:pt x="57901" y="13578"/>
                      <a:pt x="57874" y="13587"/>
                    </a:cubicBezTo>
                    <a:cubicBezTo>
                      <a:pt x="57753" y="13678"/>
                      <a:pt x="57661" y="13800"/>
                      <a:pt x="57601" y="13921"/>
                    </a:cubicBezTo>
                    <a:lnTo>
                      <a:pt x="57479" y="13921"/>
                    </a:lnTo>
                    <a:cubicBezTo>
                      <a:pt x="57418" y="13921"/>
                      <a:pt x="57388" y="13830"/>
                      <a:pt x="57388" y="13769"/>
                    </a:cubicBezTo>
                    <a:cubicBezTo>
                      <a:pt x="57418" y="13739"/>
                      <a:pt x="57236" y="13739"/>
                      <a:pt x="57175" y="13739"/>
                    </a:cubicBezTo>
                    <a:cubicBezTo>
                      <a:pt x="57114" y="13739"/>
                      <a:pt x="57053" y="13709"/>
                      <a:pt x="57053" y="13709"/>
                    </a:cubicBezTo>
                    <a:cubicBezTo>
                      <a:pt x="57114" y="13648"/>
                      <a:pt x="57175" y="13557"/>
                      <a:pt x="57266" y="13496"/>
                    </a:cubicBezTo>
                    <a:cubicBezTo>
                      <a:pt x="57278" y="13490"/>
                      <a:pt x="57293" y="13488"/>
                      <a:pt x="57310" y="13488"/>
                    </a:cubicBezTo>
                    <a:cubicBezTo>
                      <a:pt x="57382" y="13488"/>
                      <a:pt x="57491" y="13532"/>
                      <a:pt x="57540" y="13557"/>
                    </a:cubicBezTo>
                    <a:cubicBezTo>
                      <a:pt x="57544" y="13561"/>
                      <a:pt x="57550" y="13563"/>
                      <a:pt x="57557" y="13563"/>
                    </a:cubicBezTo>
                    <a:cubicBezTo>
                      <a:pt x="57602" y="13563"/>
                      <a:pt x="57696" y="13488"/>
                      <a:pt x="57722" y="13435"/>
                    </a:cubicBezTo>
                    <a:cubicBezTo>
                      <a:pt x="57737" y="13420"/>
                      <a:pt x="57791" y="13412"/>
                      <a:pt x="57848" y="13412"/>
                    </a:cubicBezTo>
                    <a:close/>
                    <a:moveTo>
                      <a:pt x="59819" y="13526"/>
                    </a:moveTo>
                    <a:cubicBezTo>
                      <a:pt x="59880" y="13526"/>
                      <a:pt x="60063" y="13617"/>
                      <a:pt x="60032" y="13617"/>
                    </a:cubicBezTo>
                    <a:cubicBezTo>
                      <a:pt x="60032" y="13648"/>
                      <a:pt x="60063" y="13678"/>
                      <a:pt x="60154" y="13678"/>
                    </a:cubicBezTo>
                    <a:lnTo>
                      <a:pt x="60215" y="13739"/>
                    </a:lnTo>
                    <a:cubicBezTo>
                      <a:pt x="60275" y="13800"/>
                      <a:pt x="60519" y="13769"/>
                      <a:pt x="60397" y="13891"/>
                    </a:cubicBezTo>
                    <a:cubicBezTo>
                      <a:pt x="60336" y="13921"/>
                      <a:pt x="60275" y="13937"/>
                      <a:pt x="60215" y="13937"/>
                    </a:cubicBezTo>
                    <a:cubicBezTo>
                      <a:pt x="60154" y="13937"/>
                      <a:pt x="60093" y="13921"/>
                      <a:pt x="60032" y="13891"/>
                    </a:cubicBezTo>
                    <a:lnTo>
                      <a:pt x="59911" y="13800"/>
                    </a:lnTo>
                    <a:cubicBezTo>
                      <a:pt x="59759" y="13648"/>
                      <a:pt x="59728" y="13526"/>
                      <a:pt x="59819" y="13526"/>
                    </a:cubicBezTo>
                    <a:close/>
                    <a:moveTo>
                      <a:pt x="41743" y="13044"/>
                    </a:moveTo>
                    <a:cubicBezTo>
                      <a:pt x="41801" y="13044"/>
                      <a:pt x="41865" y="13080"/>
                      <a:pt x="41886" y="13101"/>
                    </a:cubicBezTo>
                    <a:cubicBezTo>
                      <a:pt x="41916" y="13131"/>
                      <a:pt x="41856" y="13253"/>
                      <a:pt x="41795" y="13313"/>
                    </a:cubicBezTo>
                    <a:cubicBezTo>
                      <a:pt x="41734" y="13344"/>
                      <a:pt x="41795" y="13435"/>
                      <a:pt x="41886" y="13496"/>
                    </a:cubicBezTo>
                    <a:lnTo>
                      <a:pt x="42068" y="13496"/>
                    </a:lnTo>
                    <a:cubicBezTo>
                      <a:pt x="42099" y="13481"/>
                      <a:pt x="42152" y="13473"/>
                      <a:pt x="42198" y="13473"/>
                    </a:cubicBezTo>
                    <a:cubicBezTo>
                      <a:pt x="42243" y="13473"/>
                      <a:pt x="42281" y="13481"/>
                      <a:pt x="42281" y="13496"/>
                    </a:cubicBezTo>
                    <a:lnTo>
                      <a:pt x="42342" y="13587"/>
                    </a:lnTo>
                    <a:cubicBezTo>
                      <a:pt x="42433" y="13617"/>
                      <a:pt x="42433" y="13678"/>
                      <a:pt x="42342" y="13678"/>
                    </a:cubicBezTo>
                    <a:lnTo>
                      <a:pt x="42160" y="13678"/>
                    </a:lnTo>
                    <a:cubicBezTo>
                      <a:pt x="42068" y="13709"/>
                      <a:pt x="42008" y="13830"/>
                      <a:pt x="42038" y="13921"/>
                    </a:cubicBezTo>
                    <a:lnTo>
                      <a:pt x="41886" y="13921"/>
                    </a:lnTo>
                    <a:cubicBezTo>
                      <a:pt x="41734" y="13921"/>
                      <a:pt x="41825" y="13800"/>
                      <a:pt x="41795" y="13739"/>
                    </a:cubicBezTo>
                    <a:cubicBezTo>
                      <a:pt x="41704" y="13709"/>
                      <a:pt x="41612" y="13678"/>
                      <a:pt x="41521" y="13678"/>
                    </a:cubicBezTo>
                    <a:cubicBezTo>
                      <a:pt x="41460" y="13678"/>
                      <a:pt x="41400" y="13709"/>
                      <a:pt x="41400" y="13739"/>
                    </a:cubicBezTo>
                    <a:lnTo>
                      <a:pt x="41460" y="13739"/>
                    </a:lnTo>
                    <a:lnTo>
                      <a:pt x="41460" y="13769"/>
                    </a:lnTo>
                    <a:cubicBezTo>
                      <a:pt x="41491" y="13830"/>
                      <a:pt x="41460" y="13891"/>
                      <a:pt x="41400" y="13891"/>
                    </a:cubicBezTo>
                    <a:lnTo>
                      <a:pt x="41339" y="13891"/>
                    </a:lnTo>
                    <a:cubicBezTo>
                      <a:pt x="41217" y="13891"/>
                      <a:pt x="41126" y="13830"/>
                      <a:pt x="41035" y="13830"/>
                    </a:cubicBezTo>
                    <a:cubicBezTo>
                      <a:pt x="40974" y="13830"/>
                      <a:pt x="40913" y="13861"/>
                      <a:pt x="40913" y="13921"/>
                    </a:cubicBezTo>
                    <a:cubicBezTo>
                      <a:pt x="40894" y="13979"/>
                      <a:pt x="40850" y="14000"/>
                      <a:pt x="40805" y="14000"/>
                    </a:cubicBezTo>
                    <a:cubicBezTo>
                      <a:pt x="40780" y="14000"/>
                      <a:pt x="40753" y="13993"/>
                      <a:pt x="40731" y="13982"/>
                    </a:cubicBezTo>
                    <a:lnTo>
                      <a:pt x="40701" y="13952"/>
                    </a:lnTo>
                    <a:cubicBezTo>
                      <a:pt x="40701" y="13921"/>
                      <a:pt x="40594" y="13906"/>
                      <a:pt x="40427" y="13906"/>
                    </a:cubicBezTo>
                    <a:cubicBezTo>
                      <a:pt x="40424" y="13906"/>
                      <a:pt x="40420" y="13906"/>
                      <a:pt x="40417" y="13906"/>
                    </a:cubicBezTo>
                    <a:lnTo>
                      <a:pt x="40417" y="13906"/>
                    </a:lnTo>
                    <a:lnTo>
                      <a:pt x="40397" y="13921"/>
                    </a:lnTo>
                    <a:cubicBezTo>
                      <a:pt x="40376" y="13917"/>
                      <a:pt x="40356" y="13913"/>
                      <a:pt x="40335" y="13908"/>
                    </a:cubicBezTo>
                    <a:lnTo>
                      <a:pt x="40335" y="13908"/>
                    </a:lnTo>
                    <a:cubicBezTo>
                      <a:pt x="40181" y="13912"/>
                      <a:pt x="39990" y="13927"/>
                      <a:pt x="39789" y="13952"/>
                    </a:cubicBezTo>
                    <a:lnTo>
                      <a:pt x="39667" y="13921"/>
                    </a:lnTo>
                    <a:lnTo>
                      <a:pt x="39454" y="13861"/>
                    </a:lnTo>
                    <a:cubicBezTo>
                      <a:pt x="39439" y="13921"/>
                      <a:pt x="39409" y="13952"/>
                      <a:pt x="39371" y="13952"/>
                    </a:cubicBezTo>
                    <a:cubicBezTo>
                      <a:pt x="39333" y="13952"/>
                      <a:pt x="39287" y="13921"/>
                      <a:pt x="39242" y="13861"/>
                    </a:cubicBezTo>
                    <a:lnTo>
                      <a:pt x="39150" y="13800"/>
                    </a:lnTo>
                    <a:lnTo>
                      <a:pt x="38998" y="13709"/>
                    </a:lnTo>
                    <a:cubicBezTo>
                      <a:pt x="39029" y="13617"/>
                      <a:pt x="39059" y="13526"/>
                      <a:pt x="39090" y="13435"/>
                    </a:cubicBezTo>
                    <a:lnTo>
                      <a:pt x="39181" y="13435"/>
                    </a:lnTo>
                    <a:cubicBezTo>
                      <a:pt x="39242" y="13496"/>
                      <a:pt x="39333" y="13587"/>
                      <a:pt x="39394" y="13678"/>
                    </a:cubicBezTo>
                    <a:lnTo>
                      <a:pt x="39576" y="13587"/>
                    </a:lnTo>
                    <a:lnTo>
                      <a:pt x="39637" y="13587"/>
                    </a:lnTo>
                    <a:cubicBezTo>
                      <a:pt x="39653" y="13590"/>
                      <a:pt x="39668" y="13592"/>
                      <a:pt x="39682" y="13592"/>
                    </a:cubicBezTo>
                    <a:cubicBezTo>
                      <a:pt x="39795" y="13592"/>
                      <a:pt x="39816" y="13489"/>
                      <a:pt x="39789" y="13435"/>
                    </a:cubicBezTo>
                    <a:cubicBezTo>
                      <a:pt x="39746" y="13414"/>
                      <a:pt x="39703" y="13392"/>
                      <a:pt x="39670" y="13392"/>
                    </a:cubicBezTo>
                    <a:cubicBezTo>
                      <a:pt x="39657" y="13392"/>
                      <a:pt x="39646" y="13396"/>
                      <a:pt x="39637" y="13405"/>
                    </a:cubicBezTo>
                    <a:lnTo>
                      <a:pt x="39576" y="13405"/>
                    </a:lnTo>
                    <a:cubicBezTo>
                      <a:pt x="39515" y="13405"/>
                      <a:pt x="39485" y="13405"/>
                      <a:pt x="39454" y="13344"/>
                    </a:cubicBezTo>
                    <a:cubicBezTo>
                      <a:pt x="39454" y="13313"/>
                      <a:pt x="39485" y="13253"/>
                      <a:pt x="39515" y="13253"/>
                    </a:cubicBezTo>
                    <a:lnTo>
                      <a:pt x="39637" y="13253"/>
                    </a:lnTo>
                    <a:cubicBezTo>
                      <a:pt x="39700" y="13240"/>
                      <a:pt x="39757" y="13233"/>
                      <a:pt x="39812" y="13233"/>
                    </a:cubicBezTo>
                    <a:cubicBezTo>
                      <a:pt x="39889" y="13233"/>
                      <a:pt x="39961" y="13247"/>
                      <a:pt x="40032" y="13283"/>
                    </a:cubicBezTo>
                    <a:lnTo>
                      <a:pt x="40032" y="13374"/>
                    </a:lnTo>
                    <a:cubicBezTo>
                      <a:pt x="40001" y="13496"/>
                      <a:pt x="40123" y="13648"/>
                      <a:pt x="40184" y="13678"/>
                    </a:cubicBezTo>
                    <a:cubicBezTo>
                      <a:pt x="40336" y="13678"/>
                      <a:pt x="40488" y="13648"/>
                      <a:pt x="40640" y="13587"/>
                    </a:cubicBezTo>
                    <a:cubicBezTo>
                      <a:pt x="40668" y="13568"/>
                      <a:pt x="40688" y="13561"/>
                      <a:pt x="40701" y="13561"/>
                    </a:cubicBezTo>
                    <a:cubicBezTo>
                      <a:pt x="40731" y="13561"/>
                      <a:pt x="40731" y="13596"/>
                      <a:pt x="40731" y="13617"/>
                    </a:cubicBezTo>
                    <a:cubicBezTo>
                      <a:pt x="40688" y="13661"/>
                      <a:pt x="40660" y="13704"/>
                      <a:pt x="40625" y="13737"/>
                    </a:cubicBezTo>
                    <a:lnTo>
                      <a:pt x="40625" y="13737"/>
                    </a:lnTo>
                    <a:cubicBezTo>
                      <a:pt x="40550" y="13728"/>
                      <a:pt x="40473" y="13724"/>
                      <a:pt x="40397" y="13724"/>
                    </a:cubicBezTo>
                    <a:cubicBezTo>
                      <a:pt x="40252" y="13724"/>
                      <a:pt x="40108" y="13739"/>
                      <a:pt x="39971" y="13769"/>
                    </a:cubicBezTo>
                    <a:cubicBezTo>
                      <a:pt x="40076" y="13822"/>
                      <a:pt x="40204" y="13875"/>
                      <a:pt x="40335" y="13908"/>
                    </a:cubicBezTo>
                    <a:lnTo>
                      <a:pt x="40335" y="13908"/>
                    </a:lnTo>
                    <a:cubicBezTo>
                      <a:pt x="40364" y="13907"/>
                      <a:pt x="40391" y="13906"/>
                      <a:pt x="40417" y="13906"/>
                    </a:cubicBezTo>
                    <a:lnTo>
                      <a:pt x="40417" y="13906"/>
                    </a:lnTo>
                    <a:lnTo>
                      <a:pt x="40518" y="13830"/>
                    </a:lnTo>
                    <a:lnTo>
                      <a:pt x="40579" y="13769"/>
                    </a:lnTo>
                    <a:cubicBezTo>
                      <a:pt x="40596" y="13761"/>
                      <a:pt x="40611" y="13750"/>
                      <a:pt x="40625" y="13737"/>
                    </a:cubicBezTo>
                    <a:lnTo>
                      <a:pt x="40625" y="13737"/>
                    </a:lnTo>
                    <a:cubicBezTo>
                      <a:pt x="40692" y="13744"/>
                      <a:pt x="40758" y="13755"/>
                      <a:pt x="40822" y="13769"/>
                    </a:cubicBezTo>
                    <a:lnTo>
                      <a:pt x="40822" y="13739"/>
                    </a:lnTo>
                    <a:cubicBezTo>
                      <a:pt x="40883" y="13587"/>
                      <a:pt x="40974" y="13557"/>
                      <a:pt x="41126" y="13557"/>
                    </a:cubicBezTo>
                    <a:lnTo>
                      <a:pt x="41156" y="13557"/>
                    </a:lnTo>
                    <a:cubicBezTo>
                      <a:pt x="41174" y="13548"/>
                      <a:pt x="41195" y="13544"/>
                      <a:pt x="41215" y="13544"/>
                    </a:cubicBezTo>
                    <a:cubicBezTo>
                      <a:pt x="41265" y="13544"/>
                      <a:pt x="41317" y="13566"/>
                      <a:pt x="41339" y="13587"/>
                    </a:cubicBezTo>
                    <a:cubicBezTo>
                      <a:pt x="41342" y="13590"/>
                      <a:pt x="41347" y="13592"/>
                      <a:pt x="41354" y="13592"/>
                    </a:cubicBezTo>
                    <a:cubicBezTo>
                      <a:pt x="41408" y="13592"/>
                      <a:pt x="41558" y="13492"/>
                      <a:pt x="41612" y="13465"/>
                    </a:cubicBezTo>
                    <a:cubicBezTo>
                      <a:pt x="41673" y="13435"/>
                      <a:pt x="41612" y="13131"/>
                      <a:pt x="41673" y="13070"/>
                    </a:cubicBezTo>
                    <a:cubicBezTo>
                      <a:pt x="41692" y="13051"/>
                      <a:pt x="41717" y="13044"/>
                      <a:pt x="41743" y="13044"/>
                    </a:cubicBezTo>
                    <a:close/>
                    <a:moveTo>
                      <a:pt x="65716" y="13830"/>
                    </a:moveTo>
                    <a:cubicBezTo>
                      <a:pt x="65777" y="13830"/>
                      <a:pt x="65868" y="13830"/>
                      <a:pt x="65899" y="13891"/>
                    </a:cubicBezTo>
                    <a:cubicBezTo>
                      <a:pt x="65929" y="13921"/>
                      <a:pt x="65868" y="14013"/>
                      <a:pt x="65868" y="14043"/>
                    </a:cubicBezTo>
                    <a:lnTo>
                      <a:pt x="65260" y="14043"/>
                    </a:lnTo>
                    <a:cubicBezTo>
                      <a:pt x="65108" y="14013"/>
                      <a:pt x="65048" y="13982"/>
                      <a:pt x="65169" y="13982"/>
                    </a:cubicBezTo>
                    <a:lnTo>
                      <a:pt x="65139" y="13982"/>
                    </a:lnTo>
                    <a:cubicBezTo>
                      <a:pt x="65351" y="13952"/>
                      <a:pt x="65534" y="13891"/>
                      <a:pt x="65716" y="13830"/>
                    </a:cubicBezTo>
                    <a:close/>
                    <a:moveTo>
                      <a:pt x="14375" y="13605"/>
                    </a:moveTo>
                    <a:cubicBezTo>
                      <a:pt x="14388" y="13605"/>
                      <a:pt x="14399" y="13609"/>
                      <a:pt x="14408" y="13617"/>
                    </a:cubicBezTo>
                    <a:lnTo>
                      <a:pt x="14439" y="13617"/>
                    </a:lnTo>
                    <a:cubicBezTo>
                      <a:pt x="14439" y="13709"/>
                      <a:pt x="14408" y="13800"/>
                      <a:pt x="14378" y="13891"/>
                    </a:cubicBezTo>
                    <a:cubicBezTo>
                      <a:pt x="14347" y="13952"/>
                      <a:pt x="14256" y="14073"/>
                      <a:pt x="14195" y="14073"/>
                    </a:cubicBezTo>
                    <a:cubicBezTo>
                      <a:pt x="14191" y="14076"/>
                      <a:pt x="14185" y="14077"/>
                      <a:pt x="14179" y="14077"/>
                    </a:cubicBezTo>
                    <a:cubicBezTo>
                      <a:pt x="14103" y="14077"/>
                      <a:pt x="13915" y="13921"/>
                      <a:pt x="13831" y="13921"/>
                    </a:cubicBezTo>
                    <a:cubicBezTo>
                      <a:pt x="13709" y="13921"/>
                      <a:pt x="13709" y="13891"/>
                      <a:pt x="13831" y="13861"/>
                    </a:cubicBezTo>
                    <a:lnTo>
                      <a:pt x="13922" y="13891"/>
                    </a:lnTo>
                    <a:lnTo>
                      <a:pt x="14165" y="13921"/>
                    </a:lnTo>
                    <a:cubicBezTo>
                      <a:pt x="14226" y="13830"/>
                      <a:pt x="14256" y="13739"/>
                      <a:pt x="14256" y="13648"/>
                    </a:cubicBezTo>
                    <a:lnTo>
                      <a:pt x="14287" y="13648"/>
                    </a:lnTo>
                    <a:cubicBezTo>
                      <a:pt x="14308" y="13626"/>
                      <a:pt x="14345" y="13605"/>
                      <a:pt x="14375" y="13605"/>
                    </a:cubicBezTo>
                    <a:close/>
                    <a:moveTo>
                      <a:pt x="38512" y="13344"/>
                    </a:moveTo>
                    <a:cubicBezTo>
                      <a:pt x="38573" y="13405"/>
                      <a:pt x="38664" y="13496"/>
                      <a:pt x="38694" y="13526"/>
                    </a:cubicBezTo>
                    <a:lnTo>
                      <a:pt x="38725" y="13557"/>
                    </a:lnTo>
                    <a:lnTo>
                      <a:pt x="38968" y="13739"/>
                    </a:lnTo>
                    <a:cubicBezTo>
                      <a:pt x="38846" y="13830"/>
                      <a:pt x="38755" y="13982"/>
                      <a:pt x="38786" y="14013"/>
                    </a:cubicBezTo>
                    <a:cubicBezTo>
                      <a:pt x="38786" y="14043"/>
                      <a:pt x="38755" y="14073"/>
                      <a:pt x="38694" y="14073"/>
                    </a:cubicBezTo>
                    <a:lnTo>
                      <a:pt x="38573" y="14073"/>
                    </a:lnTo>
                    <a:cubicBezTo>
                      <a:pt x="38500" y="14090"/>
                      <a:pt x="38433" y="14097"/>
                      <a:pt x="38375" y="14097"/>
                    </a:cubicBezTo>
                    <a:cubicBezTo>
                      <a:pt x="38217" y="14097"/>
                      <a:pt x="38125" y="14041"/>
                      <a:pt x="38147" y="13952"/>
                    </a:cubicBezTo>
                    <a:lnTo>
                      <a:pt x="38208" y="13891"/>
                    </a:lnTo>
                    <a:lnTo>
                      <a:pt x="38299" y="13769"/>
                    </a:lnTo>
                    <a:cubicBezTo>
                      <a:pt x="38376" y="13795"/>
                      <a:pt x="38443" y="13804"/>
                      <a:pt x="38491" y="13804"/>
                    </a:cubicBezTo>
                    <a:cubicBezTo>
                      <a:pt x="38557" y="13804"/>
                      <a:pt x="38590" y="13787"/>
                      <a:pt x="38573" y="13769"/>
                    </a:cubicBezTo>
                    <a:cubicBezTo>
                      <a:pt x="38451" y="13648"/>
                      <a:pt x="38330" y="13526"/>
                      <a:pt x="38208" y="13435"/>
                    </a:cubicBezTo>
                    <a:cubicBezTo>
                      <a:pt x="38147" y="13374"/>
                      <a:pt x="38208" y="13344"/>
                      <a:pt x="38299" y="13344"/>
                    </a:cubicBezTo>
                    <a:close/>
                    <a:moveTo>
                      <a:pt x="35928" y="13557"/>
                    </a:moveTo>
                    <a:cubicBezTo>
                      <a:pt x="35959" y="13557"/>
                      <a:pt x="36020" y="13617"/>
                      <a:pt x="36050" y="13617"/>
                    </a:cubicBezTo>
                    <a:lnTo>
                      <a:pt x="35898" y="14013"/>
                    </a:lnTo>
                    <a:lnTo>
                      <a:pt x="35868" y="14104"/>
                    </a:lnTo>
                    <a:cubicBezTo>
                      <a:pt x="35861" y="14130"/>
                      <a:pt x="35836" y="14141"/>
                      <a:pt x="35800" y="14141"/>
                    </a:cubicBezTo>
                    <a:cubicBezTo>
                      <a:pt x="35762" y="14141"/>
                      <a:pt x="35712" y="14129"/>
                      <a:pt x="35657" y="14111"/>
                    </a:cubicBezTo>
                    <a:lnTo>
                      <a:pt x="35657" y="14111"/>
                    </a:lnTo>
                    <a:cubicBezTo>
                      <a:pt x="35695" y="14081"/>
                      <a:pt x="35730" y="14032"/>
                      <a:pt x="35746" y="13982"/>
                    </a:cubicBezTo>
                    <a:lnTo>
                      <a:pt x="35776" y="13891"/>
                    </a:lnTo>
                    <a:lnTo>
                      <a:pt x="35837" y="13830"/>
                    </a:lnTo>
                    <a:cubicBezTo>
                      <a:pt x="35776" y="13769"/>
                      <a:pt x="35807" y="13678"/>
                      <a:pt x="35868" y="13617"/>
                    </a:cubicBezTo>
                    <a:lnTo>
                      <a:pt x="35928" y="13557"/>
                    </a:lnTo>
                    <a:close/>
                    <a:moveTo>
                      <a:pt x="53498" y="13885"/>
                    </a:moveTo>
                    <a:cubicBezTo>
                      <a:pt x="53509" y="13885"/>
                      <a:pt x="53519" y="13887"/>
                      <a:pt x="53528" y="13891"/>
                    </a:cubicBezTo>
                    <a:lnTo>
                      <a:pt x="53680" y="13952"/>
                    </a:lnTo>
                    <a:cubicBezTo>
                      <a:pt x="53831" y="14073"/>
                      <a:pt x="53892" y="14195"/>
                      <a:pt x="53831" y="14195"/>
                    </a:cubicBezTo>
                    <a:lnTo>
                      <a:pt x="53831" y="14165"/>
                    </a:lnTo>
                    <a:cubicBezTo>
                      <a:pt x="53771" y="14165"/>
                      <a:pt x="53680" y="14134"/>
                      <a:pt x="53710" y="14104"/>
                    </a:cubicBezTo>
                    <a:cubicBezTo>
                      <a:pt x="53710" y="14073"/>
                      <a:pt x="53649" y="14043"/>
                      <a:pt x="53558" y="14043"/>
                    </a:cubicBezTo>
                    <a:lnTo>
                      <a:pt x="53406" y="14043"/>
                    </a:lnTo>
                    <a:cubicBezTo>
                      <a:pt x="53379" y="14052"/>
                      <a:pt x="53353" y="14056"/>
                      <a:pt x="53328" y="14056"/>
                    </a:cubicBezTo>
                    <a:cubicBezTo>
                      <a:pt x="53269" y="14056"/>
                      <a:pt x="53224" y="14034"/>
                      <a:pt x="53224" y="14013"/>
                    </a:cubicBezTo>
                    <a:cubicBezTo>
                      <a:pt x="53302" y="13960"/>
                      <a:pt x="53426" y="13885"/>
                      <a:pt x="53498" y="13885"/>
                    </a:cubicBezTo>
                    <a:close/>
                    <a:moveTo>
                      <a:pt x="35427" y="14058"/>
                    </a:moveTo>
                    <a:cubicBezTo>
                      <a:pt x="35465" y="14058"/>
                      <a:pt x="35503" y="14073"/>
                      <a:pt x="35533" y="14104"/>
                    </a:cubicBezTo>
                    <a:lnTo>
                      <a:pt x="35564" y="14134"/>
                    </a:lnTo>
                    <a:cubicBezTo>
                      <a:pt x="35569" y="14137"/>
                      <a:pt x="35575" y="14139"/>
                      <a:pt x="35580" y="14139"/>
                    </a:cubicBezTo>
                    <a:lnTo>
                      <a:pt x="35580" y="14139"/>
                    </a:lnTo>
                    <a:cubicBezTo>
                      <a:pt x="35575" y="14158"/>
                      <a:pt x="35570" y="14176"/>
                      <a:pt x="35564" y="14195"/>
                    </a:cubicBezTo>
                    <a:lnTo>
                      <a:pt x="35472" y="14225"/>
                    </a:lnTo>
                    <a:cubicBezTo>
                      <a:pt x="35321" y="14225"/>
                      <a:pt x="35290" y="14195"/>
                      <a:pt x="35321" y="14104"/>
                    </a:cubicBezTo>
                    <a:cubicBezTo>
                      <a:pt x="35351" y="14073"/>
                      <a:pt x="35389" y="14058"/>
                      <a:pt x="35427" y="14058"/>
                    </a:cubicBezTo>
                    <a:close/>
                    <a:moveTo>
                      <a:pt x="35442" y="13617"/>
                    </a:moveTo>
                    <a:cubicBezTo>
                      <a:pt x="35574" y="13670"/>
                      <a:pt x="35637" y="13860"/>
                      <a:pt x="35592" y="14088"/>
                    </a:cubicBezTo>
                    <a:lnTo>
                      <a:pt x="35592" y="14088"/>
                    </a:lnTo>
                    <a:cubicBezTo>
                      <a:pt x="35473" y="14043"/>
                      <a:pt x="35348" y="13980"/>
                      <a:pt x="35290" y="13952"/>
                    </a:cubicBezTo>
                    <a:cubicBezTo>
                      <a:pt x="35194" y="13894"/>
                      <a:pt x="35122" y="13873"/>
                      <a:pt x="35082" y="13873"/>
                    </a:cubicBezTo>
                    <a:cubicBezTo>
                      <a:pt x="35059" y="13873"/>
                      <a:pt x="35047" y="13880"/>
                      <a:pt x="35047" y="13891"/>
                    </a:cubicBezTo>
                    <a:cubicBezTo>
                      <a:pt x="35108" y="13952"/>
                      <a:pt x="35290" y="14043"/>
                      <a:pt x="35169" y="14104"/>
                    </a:cubicBezTo>
                    <a:cubicBezTo>
                      <a:pt x="35144" y="14129"/>
                      <a:pt x="35121" y="14138"/>
                      <a:pt x="35099" y="14138"/>
                    </a:cubicBezTo>
                    <a:cubicBezTo>
                      <a:pt x="35042" y="14138"/>
                      <a:pt x="34992" y="14073"/>
                      <a:pt x="34925" y="14073"/>
                    </a:cubicBezTo>
                    <a:lnTo>
                      <a:pt x="34865" y="14073"/>
                    </a:lnTo>
                    <a:cubicBezTo>
                      <a:pt x="34847" y="14091"/>
                      <a:pt x="34813" y="14099"/>
                      <a:pt x="34773" y="14099"/>
                    </a:cubicBezTo>
                    <a:cubicBezTo>
                      <a:pt x="34674" y="14099"/>
                      <a:pt x="34534" y="14056"/>
                      <a:pt x="34469" y="14013"/>
                    </a:cubicBezTo>
                    <a:cubicBezTo>
                      <a:pt x="34455" y="14003"/>
                      <a:pt x="34440" y="13998"/>
                      <a:pt x="34426" y="13998"/>
                    </a:cubicBezTo>
                    <a:cubicBezTo>
                      <a:pt x="34351" y="13998"/>
                      <a:pt x="34287" y="14114"/>
                      <a:pt x="34287" y="14165"/>
                    </a:cubicBezTo>
                    <a:cubicBezTo>
                      <a:pt x="34287" y="14192"/>
                      <a:pt x="34212" y="14321"/>
                      <a:pt x="34129" y="14321"/>
                    </a:cubicBezTo>
                    <a:cubicBezTo>
                      <a:pt x="34121" y="14321"/>
                      <a:pt x="34113" y="14319"/>
                      <a:pt x="34105" y="14317"/>
                    </a:cubicBezTo>
                    <a:cubicBezTo>
                      <a:pt x="34044" y="14286"/>
                      <a:pt x="33983" y="14256"/>
                      <a:pt x="33922" y="14225"/>
                    </a:cubicBezTo>
                    <a:cubicBezTo>
                      <a:pt x="33869" y="14279"/>
                      <a:pt x="33820" y="14298"/>
                      <a:pt x="33777" y="14298"/>
                    </a:cubicBezTo>
                    <a:cubicBezTo>
                      <a:pt x="33674" y="14298"/>
                      <a:pt x="33600" y="14186"/>
                      <a:pt x="33558" y="14165"/>
                    </a:cubicBezTo>
                    <a:cubicBezTo>
                      <a:pt x="33497" y="14134"/>
                      <a:pt x="33345" y="14134"/>
                      <a:pt x="33375" y="14043"/>
                    </a:cubicBezTo>
                    <a:cubicBezTo>
                      <a:pt x="33406" y="13921"/>
                      <a:pt x="33406" y="13800"/>
                      <a:pt x="33497" y="13739"/>
                    </a:cubicBezTo>
                    <a:lnTo>
                      <a:pt x="33649" y="13648"/>
                    </a:lnTo>
                    <a:cubicBezTo>
                      <a:pt x="33770" y="13769"/>
                      <a:pt x="33831" y="13861"/>
                      <a:pt x="33740" y="13861"/>
                    </a:cubicBezTo>
                    <a:lnTo>
                      <a:pt x="33649" y="13861"/>
                    </a:lnTo>
                    <a:cubicBezTo>
                      <a:pt x="33618" y="13891"/>
                      <a:pt x="33588" y="13921"/>
                      <a:pt x="33588" y="13952"/>
                    </a:cubicBezTo>
                    <a:cubicBezTo>
                      <a:pt x="33588" y="13982"/>
                      <a:pt x="33618" y="14013"/>
                      <a:pt x="33649" y="14043"/>
                    </a:cubicBezTo>
                    <a:lnTo>
                      <a:pt x="33801" y="14073"/>
                    </a:lnTo>
                    <a:lnTo>
                      <a:pt x="34074" y="14073"/>
                    </a:lnTo>
                    <a:cubicBezTo>
                      <a:pt x="34074" y="14043"/>
                      <a:pt x="34165" y="13891"/>
                      <a:pt x="34135" y="13830"/>
                    </a:cubicBezTo>
                    <a:cubicBezTo>
                      <a:pt x="34105" y="13769"/>
                      <a:pt x="34226" y="13648"/>
                      <a:pt x="34287" y="13648"/>
                    </a:cubicBezTo>
                    <a:lnTo>
                      <a:pt x="34500" y="13648"/>
                    </a:lnTo>
                    <a:cubicBezTo>
                      <a:pt x="34621" y="13678"/>
                      <a:pt x="34743" y="13678"/>
                      <a:pt x="34834" y="13678"/>
                    </a:cubicBezTo>
                    <a:cubicBezTo>
                      <a:pt x="35017" y="13678"/>
                      <a:pt x="35169" y="13617"/>
                      <a:pt x="35321" y="13617"/>
                    </a:cubicBezTo>
                    <a:close/>
                    <a:moveTo>
                      <a:pt x="58847" y="14073"/>
                    </a:moveTo>
                    <a:cubicBezTo>
                      <a:pt x="58877" y="14073"/>
                      <a:pt x="58847" y="14256"/>
                      <a:pt x="58695" y="14317"/>
                    </a:cubicBezTo>
                    <a:lnTo>
                      <a:pt x="58573" y="14377"/>
                    </a:lnTo>
                    <a:cubicBezTo>
                      <a:pt x="58391" y="14377"/>
                      <a:pt x="58208" y="14347"/>
                      <a:pt x="58056" y="14317"/>
                    </a:cubicBezTo>
                    <a:cubicBezTo>
                      <a:pt x="58026" y="14286"/>
                      <a:pt x="58026" y="14256"/>
                      <a:pt x="58056" y="14225"/>
                    </a:cubicBezTo>
                    <a:cubicBezTo>
                      <a:pt x="58056" y="14225"/>
                      <a:pt x="58087" y="14195"/>
                      <a:pt x="58117" y="14195"/>
                    </a:cubicBezTo>
                    <a:lnTo>
                      <a:pt x="58269" y="14317"/>
                    </a:lnTo>
                    <a:cubicBezTo>
                      <a:pt x="58452" y="14256"/>
                      <a:pt x="58786" y="14195"/>
                      <a:pt x="58786" y="14134"/>
                    </a:cubicBezTo>
                    <a:cubicBezTo>
                      <a:pt x="58816" y="14073"/>
                      <a:pt x="58816" y="14073"/>
                      <a:pt x="58847" y="14073"/>
                    </a:cubicBezTo>
                    <a:close/>
                    <a:moveTo>
                      <a:pt x="49272" y="13769"/>
                    </a:moveTo>
                    <a:lnTo>
                      <a:pt x="49303" y="13800"/>
                    </a:lnTo>
                    <a:lnTo>
                      <a:pt x="49394" y="13830"/>
                    </a:lnTo>
                    <a:cubicBezTo>
                      <a:pt x="49394" y="13921"/>
                      <a:pt x="49363" y="14043"/>
                      <a:pt x="49333" y="14165"/>
                    </a:cubicBezTo>
                    <a:cubicBezTo>
                      <a:pt x="49303" y="14195"/>
                      <a:pt x="49181" y="14195"/>
                      <a:pt x="49151" y="14195"/>
                    </a:cubicBezTo>
                    <a:cubicBezTo>
                      <a:pt x="49142" y="14186"/>
                      <a:pt x="49130" y="14182"/>
                      <a:pt x="49118" y="14182"/>
                    </a:cubicBezTo>
                    <a:cubicBezTo>
                      <a:pt x="49090" y="14182"/>
                      <a:pt x="49059" y="14204"/>
                      <a:pt x="49059" y="14225"/>
                    </a:cubicBezTo>
                    <a:lnTo>
                      <a:pt x="49151" y="14317"/>
                    </a:lnTo>
                    <a:cubicBezTo>
                      <a:pt x="49242" y="14438"/>
                      <a:pt x="49272" y="14499"/>
                      <a:pt x="49211" y="14499"/>
                    </a:cubicBezTo>
                    <a:lnTo>
                      <a:pt x="49090" y="14499"/>
                    </a:lnTo>
                    <a:cubicBezTo>
                      <a:pt x="48999" y="14499"/>
                      <a:pt x="48907" y="14438"/>
                      <a:pt x="48907" y="14377"/>
                    </a:cubicBezTo>
                    <a:cubicBezTo>
                      <a:pt x="48907" y="14335"/>
                      <a:pt x="48790" y="14278"/>
                      <a:pt x="48718" y="14278"/>
                    </a:cubicBezTo>
                    <a:cubicBezTo>
                      <a:pt x="48687" y="14278"/>
                      <a:pt x="48664" y="14289"/>
                      <a:pt x="48664" y="14317"/>
                    </a:cubicBezTo>
                    <a:cubicBezTo>
                      <a:pt x="48664" y="14333"/>
                      <a:pt x="48648" y="14341"/>
                      <a:pt x="48624" y="14341"/>
                    </a:cubicBezTo>
                    <a:cubicBezTo>
                      <a:pt x="48564" y="14341"/>
                      <a:pt x="48460" y="14291"/>
                      <a:pt x="48482" y="14225"/>
                    </a:cubicBezTo>
                    <a:cubicBezTo>
                      <a:pt x="48543" y="14104"/>
                      <a:pt x="48603" y="14013"/>
                      <a:pt x="48695" y="13921"/>
                    </a:cubicBezTo>
                    <a:lnTo>
                      <a:pt x="48968" y="13921"/>
                    </a:lnTo>
                    <a:cubicBezTo>
                      <a:pt x="49059" y="13861"/>
                      <a:pt x="49151" y="13800"/>
                      <a:pt x="49272" y="13769"/>
                    </a:cubicBezTo>
                    <a:close/>
                    <a:moveTo>
                      <a:pt x="43375" y="14013"/>
                    </a:moveTo>
                    <a:lnTo>
                      <a:pt x="43527" y="14134"/>
                    </a:lnTo>
                    <a:cubicBezTo>
                      <a:pt x="43558" y="14154"/>
                      <a:pt x="43578" y="14161"/>
                      <a:pt x="43594" y="14161"/>
                    </a:cubicBezTo>
                    <a:cubicBezTo>
                      <a:pt x="43625" y="14161"/>
                      <a:pt x="43639" y="14134"/>
                      <a:pt x="43679" y="14134"/>
                    </a:cubicBezTo>
                    <a:cubicBezTo>
                      <a:pt x="43720" y="14114"/>
                      <a:pt x="43759" y="14105"/>
                      <a:pt x="43795" y="14105"/>
                    </a:cubicBezTo>
                    <a:cubicBezTo>
                      <a:pt x="43918" y="14105"/>
                      <a:pt x="44018" y="14202"/>
                      <a:pt x="44135" y="14225"/>
                    </a:cubicBezTo>
                    <a:cubicBezTo>
                      <a:pt x="44196" y="14225"/>
                      <a:pt x="44166" y="14377"/>
                      <a:pt x="44074" y="14438"/>
                    </a:cubicBezTo>
                    <a:lnTo>
                      <a:pt x="43983" y="14499"/>
                    </a:lnTo>
                    <a:cubicBezTo>
                      <a:pt x="43953" y="14519"/>
                      <a:pt x="43916" y="14529"/>
                      <a:pt x="43877" y="14529"/>
                    </a:cubicBezTo>
                    <a:cubicBezTo>
                      <a:pt x="43801" y="14529"/>
                      <a:pt x="43720" y="14489"/>
                      <a:pt x="43679" y="14408"/>
                    </a:cubicBezTo>
                    <a:lnTo>
                      <a:pt x="43558" y="14347"/>
                    </a:lnTo>
                    <a:lnTo>
                      <a:pt x="43436" y="14347"/>
                    </a:lnTo>
                    <a:cubicBezTo>
                      <a:pt x="43345" y="14256"/>
                      <a:pt x="43315" y="14104"/>
                      <a:pt x="43375" y="14013"/>
                    </a:cubicBezTo>
                    <a:close/>
                    <a:moveTo>
                      <a:pt x="45229" y="14189"/>
                    </a:moveTo>
                    <a:cubicBezTo>
                      <a:pt x="45238" y="14189"/>
                      <a:pt x="45248" y="14191"/>
                      <a:pt x="45260" y="14195"/>
                    </a:cubicBezTo>
                    <a:cubicBezTo>
                      <a:pt x="45412" y="14256"/>
                      <a:pt x="45381" y="14499"/>
                      <a:pt x="45199" y="14499"/>
                    </a:cubicBezTo>
                    <a:lnTo>
                      <a:pt x="45047" y="14560"/>
                    </a:lnTo>
                    <a:lnTo>
                      <a:pt x="45017" y="14560"/>
                    </a:lnTo>
                    <a:cubicBezTo>
                      <a:pt x="44956" y="14499"/>
                      <a:pt x="44926" y="14438"/>
                      <a:pt x="44956" y="14377"/>
                    </a:cubicBezTo>
                    <a:lnTo>
                      <a:pt x="45199" y="14377"/>
                    </a:lnTo>
                    <a:cubicBezTo>
                      <a:pt x="45173" y="14272"/>
                      <a:pt x="45169" y="14189"/>
                      <a:pt x="45229" y="14189"/>
                    </a:cubicBezTo>
                    <a:close/>
                    <a:moveTo>
                      <a:pt x="56719" y="14225"/>
                    </a:moveTo>
                    <a:cubicBezTo>
                      <a:pt x="56780" y="14225"/>
                      <a:pt x="56810" y="14317"/>
                      <a:pt x="56780" y="14377"/>
                    </a:cubicBezTo>
                    <a:lnTo>
                      <a:pt x="56719" y="14377"/>
                    </a:lnTo>
                    <a:cubicBezTo>
                      <a:pt x="56598" y="14408"/>
                      <a:pt x="56476" y="14438"/>
                      <a:pt x="56354" y="14468"/>
                    </a:cubicBezTo>
                    <a:lnTo>
                      <a:pt x="56354" y="14529"/>
                    </a:lnTo>
                    <a:lnTo>
                      <a:pt x="56354" y="14560"/>
                    </a:lnTo>
                    <a:cubicBezTo>
                      <a:pt x="56324" y="14590"/>
                      <a:pt x="56263" y="14590"/>
                      <a:pt x="56233" y="14590"/>
                    </a:cubicBezTo>
                    <a:cubicBezTo>
                      <a:pt x="56202" y="14529"/>
                      <a:pt x="56202" y="14468"/>
                      <a:pt x="56202" y="14408"/>
                    </a:cubicBezTo>
                    <a:cubicBezTo>
                      <a:pt x="56202" y="14377"/>
                      <a:pt x="56324" y="14286"/>
                      <a:pt x="56506" y="14256"/>
                    </a:cubicBezTo>
                    <a:lnTo>
                      <a:pt x="56658" y="14225"/>
                    </a:lnTo>
                    <a:close/>
                    <a:moveTo>
                      <a:pt x="69794" y="14091"/>
                    </a:moveTo>
                    <a:cubicBezTo>
                      <a:pt x="69855" y="14091"/>
                      <a:pt x="69929" y="14113"/>
                      <a:pt x="69972" y="14134"/>
                    </a:cubicBezTo>
                    <a:cubicBezTo>
                      <a:pt x="70032" y="14165"/>
                      <a:pt x="70093" y="14225"/>
                      <a:pt x="70063" y="14317"/>
                    </a:cubicBezTo>
                    <a:cubicBezTo>
                      <a:pt x="70039" y="14352"/>
                      <a:pt x="70010" y="14365"/>
                      <a:pt x="69981" y="14365"/>
                    </a:cubicBezTo>
                    <a:cubicBezTo>
                      <a:pt x="69935" y="14365"/>
                      <a:pt x="69887" y="14335"/>
                      <a:pt x="69850" y="14317"/>
                    </a:cubicBezTo>
                    <a:lnTo>
                      <a:pt x="69820" y="14286"/>
                    </a:lnTo>
                    <a:cubicBezTo>
                      <a:pt x="69759" y="14286"/>
                      <a:pt x="69607" y="14499"/>
                      <a:pt x="69546" y="14590"/>
                    </a:cubicBezTo>
                    <a:cubicBezTo>
                      <a:pt x="69536" y="14600"/>
                      <a:pt x="69522" y="14604"/>
                      <a:pt x="69506" y="14604"/>
                    </a:cubicBezTo>
                    <a:cubicBezTo>
                      <a:pt x="69421" y="14604"/>
                      <a:pt x="69268" y="14489"/>
                      <a:pt x="69242" y="14438"/>
                    </a:cubicBezTo>
                    <a:cubicBezTo>
                      <a:pt x="69181" y="14347"/>
                      <a:pt x="69242" y="14225"/>
                      <a:pt x="69364" y="14165"/>
                    </a:cubicBezTo>
                    <a:lnTo>
                      <a:pt x="69485" y="14134"/>
                    </a:lnTo>
                    <a:cubicBezTo>
                      <a:pt x="69516" y="14119"/>
                      <a:pt x="69569" y="14119"/>
                      <a:pt x="69618" y="14119"/>
                    </a:cubicBezTo>
                    <a:cubicBezTo>
                      <a:pt x="69668" y="14119"/>
                      <a:pt x="69713" y="14119"/>
                      <a:pt x="69728" y="14104"/>
                    </a:cubicBezTo>
                    <a:cubicBezTo>
                      <a:pt x="69746" y="14095"/>
                      <a:pt x="69769" y="14091"/>
                      <a:pt x="69794" y="14091"/>
                    </a:cubicBezTo>
                    <a:close/>
                    <a:moveTo>
                      <a:pt x="37631" y="13678"/>
                    </a:moveTo>
                    <a:cubicBezTo>
                      <a:pt x="37651" y="13686"/>
                      <a:pt x="37669" y="13690"/>
                      <a:pt x="37686" y="13690"/>
                    </a:cubicBezTo>
                    <a:cubicBezTo>
                      <a:pt x="37687" y="13690"/>
                      <a:pt x="37687" y="13690"/>
                      <a:pt x="37688" y="13690"/>
                    </a:cubicBezTo>
                    <a:lnTo>
                      <a:pt x="37688" y="13690"/>
                    </a:lnTo>
                    <a:cubicBezTo>
                      <a:pt x="37731" y="13758"/>
                      <a:pt x="37784" y="13836"/>
                      <a:pt x="37843" y="13921"/>
                    </a:cubicBezTo>
                    <a:lnTo>
                      <a:pt x="37783" y="13982"/>
                    </a:lnTo>
                    <a:cubicBezTo>
                      <a:pt x="37741" y="14003"/>
                      <a:pt x="37714" y="14052"/>
                      <a:pt x="37652" y="14052"/>
                    </a:cubicBezTo>
                    <a:cubicBezTo>
                      <a:pt x="37624" y="14052"/>
                      <a:pt x="37588" y="14041"/>
                      <a:pt x="37539" y="14013"/>
                    </a:cubicBezTo>
                    <a:lnTo>
                      <a:pt x="37418" y="13952"/>
                    </a:lnTo>
                    <a:cubicBezTo>
                      <a:pt x="37357" y="14104"/>
                      <a:pt x="37296" y="14620"/>
                      <a:pt x="37175" y="14712"/>
                    </a:cubicBezTo>
                    <a:cubicBezTo>
                      <a:pt x="37142" y="14728"/>
                      <a:pt x="37107" y="14736"/>
                      <a:pt x="37073" y="14736"/>
                    </a:cubicBezTo>
                    <a:cubicBezTo>
                      <a:pt x="36980" y="14736"/>
                      <a:pt x="36893" y="14679"/>
                      <a:pt x="36871" y="14590"/>
                    </a:cubicBezTo>
                    <a:cubicBezTo>
                      <a:pt x="36871" y="14499"/>
                      <a:pt x="36992" y="14438"/>
                      <a:pt x="37053" y="14438"/>
                    </a:cubicBezTo>
                    <a:cubicBezTo>
                      <a:pt x="37083" y="14438"/>
                      <a:pt x="37205" y="14286"/>
                      <a:pt x="37175" y="14256"/>
                    </a:cubicBezTo>
                    <a:cubicBezTo>
                      <a:pt x="37083" y="14165"/>
                      <a:pt x="36962" y="14134"/>
                      <a:pt x="36871" y="14134"/>
                    </a:cubicBezTo>
                    <a:cubicBezTo>
                      <a:pt x="36780" y="14165"/>
                      <a:pt x="36628" y="14225"/>
                      <a:pt x="36476" y="14317"/>
                    </a:cubicBezTo>
                    <a:lnTo>
                      <a:pt x="36384" y="14377"/>
                    </a:lnTo>
                    <a:cubicBezTo>
                      <a:pt x="36324" y="14438"/>
                      <a:pt x="36324" y="14529"/>
                      <a:pt x="36445" y="14529"/>
                    </a:cubicBezTo>
                    <a:lnTo>
                      <a:pt x="36567" y="14529"/>
                    </a:lnTo>
                    <a:cubicBezTo>
                      <a:pt x="36536" y="14620"/>
                      <a:pt x="36445" y="14681"/>
                      <a:pt x="36354" y="14712"/>
                    </a:cubicBezTo>
                    <a:lnTo>
                      <a:pt x="36293" y="14681"/>
                    </a:lnTo>
                    <a:lnTo>
                      <a:pt x="36202" y="14651"/>
                    </a:lnTo>
                    <a:cubicBezTo>
                      <a:pt x="36202" y="14499"/>
                      <a:pt x="36232" y="14347"/>
                      <a:pt x="36293" y="14195"/>
                    </a:cubicBezTo>
                    <a:lnTo>
                      <a:pt x="36354" y="14134"/>
                    </a:lnTo>
                    <a:cubicBezTo>
                      <a:pt x="36384" y="14104"/>
                      <a:pt x="36445" y="14073"/>
                      <a:pt x="36445" y="14043"/>
                    </a:cubicBezTo>
                    <a:cubicBezTo>
                      <a:pt x="36476" y="13952"/>
                      <a:pt x="36567" y="13921"/>
                      <a:pt x="36658" y="13921"/>
                    </a:cubicBezTo>
                    <a:cubicBezTo>
                      <a:pt x="36696" y="13929"/>
                      <a:pt x="36734" y="13933"/>
                      <a:pt x="36771" y="13933"/>
                    </a:cubicBezTo>
                    <a:cubicBezTo>
                      <a:pt x="36884" y="13933"/>
                      <a:pt x="36992" y="13899"/>
                      <a:pt x="37083" y="13830"/>
                    </a:cubicBezTo>
                    <a:lnTo>
                      <a:pt x="37175" y="13709"/>
                    </a:lnTo>
                    <a:cubicBezTo>
                      <a:pt x="37205" y="13769"/>
                      <a:pt x="37258" y="13800"/>
                      <a:pt x="37311" y="13800"/>
                    </a:cubicBezTo>
                    <a:cubicBezTo>
                      <a:pt x="37365" y="13800"/>
                      <a:pt x="37418" y="13769"/>
                      <a:pt x="37448" y="13709"/>
                    </a:cubicBezTo>
                    <a:lnTo>
                      <a:pt x="37539" y="13678"/>
                    </a:lnTo>
                    <a:close/>
                    <a:moveTo>
                      <a:pt x="47874" y="13222"/>
                    </a:moveTo>
                    <a:lnTo>
                      <a:pt x="47965" y="13344"/>
                    </a:lnTo>
                    <a:cubicBezTo>
                      <a:pt x="48041" y="13445"/>
                      <a:pt x="48179" y="13504"/>
                      <a:pt x="48310" y="13504"/>
                    </a:cubicBezTo>
                    <a:cubicBezTo>
                      <a:pt x="48338" y="13504"/>
                      <a:pt x="48365" y="13501"/>
                      <a:pt x="48391" y="13496"/>
                    </a:cubicBezTo>
                    <a:lnTo>
                      <a:pt x="48664" y="13496"/>
                    </a:lnTo>
                    <a:cubicBezTo>
                      <a:pt x="48968" y="13496"/>
                      <a:pt x="49181" y="13405"/>
                      <a:pt x="49151" y="13405"/>
                    </a:cubicBezTo>
                    <a:cubicBezTo>
                      <a:pt x="49120" y="13374"/>
                      <a:pt x="49394" y="13283"/>
                      <a:pt x="49515" y="13283"/>
                    </a:cubicBezTo>
                    <a:cubicBezTo>
                      <a:pt x="49606" y="13313"/>
                      <a:pt x="49728" y="13496"/>
                      <a:pt x="49728" y="13557"/>
                    </a:cubicBezTo>
                    <a:cubicBezTo>
                      <a:pt x="49728" y="13617"/>
                      <a:pt x="49637" y="13678"/>
                      <a:pt x="49515" y="13678"/>
                    </a:cubicBezTo>
                    <a:lnTo>
                      <a:pt x="49485" y="13648"/>
                    </a:lnTo>
                    <a:lnTo>
                      <a:pt x="49394" y="13587"/>
                    </a:lnTo>
                    <a:cubicBezTo>
                      <a:pt x="49303" y="13648"/>
                      <a:pt x="49211" y="13678"/>
                      <a:pt x="49090" y="13709"/>
                    </a:cubicBezTo>
                    <a:lnTo>
                      <a:pt x="48786" y="13648"/>
                    </a:lnTo>
                    <a:lnTo>
                      <a:pt x="48725" y="13709"/>
                    </a:lnTo>
                    <a:lnTo>
                      <a:pt x="48603" y="13769"/>
                    </a:lnTo>
                    <a:cubicBezTo>
                      <a:pt x="48543" y="13709"/>
                      <a:pt x="48512" y="13648"/>
                      <a:pt x="48421" y="13617"/>
                    </a:cubicBezTo>
                    <a:lnTo>
                      <a:pt x="48391" y="13617"/>
                    </a:lnTo>
                    <a:cubicBezTo>
                      <a:pt x="48330" y="13617"/>
                      <a:pt x="48239" y="13648"/>
                      <a:pt x="48178" y="13648"/>
                    </a:cubicBezTo>
                    <a:lnTo>
                      <a:pt x="48117" y="13648"/>
                    </a:lnTo>
                    <a:cubicBezTo>
                      <a:pt x="48105" y="13659"/>
                      <a:pt x="48094" y="13664"/>
                      <a:pt x="48082" y="13664"/>
                    </a:cubicBezTo>
                    <a:cubicBezTo>
                      <a:pt x="48034" y="13664"/>
                      <a:pt x="47990" y="13575"/>
                      <a:pt x="47965" y="13526"/>
                    </a:cubicBezTo>
                    <a:cubicBezTo>
                      <a:pt x="47965" y="13521"/>
                      <a:pt x="47961" y="13519"/>
                      <a:pt x="47954" y="13519"/>
                    </a:cubicBezTo>
                    <a:cubicBezTo>
                      <a:pt x="47916" y="13519"/>
                      <a:pt x="47788" y="13586"/>
                      <a:pt x="47661" y="13739"/>
                    </a:cubicBezTo>
                    <a:lnTo>
                      <a:pt x="47509" y="13800"/>
                    </a:lnTo>
                    <a:cubicBezTo>
                      <a:pt x="47357" y="13861"/>
                      <a:pt x="47388" y="13861"/>
                      <a:pt x="47357" y="13982"/>
                    </a:cubicBezTo>
                    <a:cubicBezTo>
                      <a:pt x="47357" y="14073"/>
                      <a:pt x="47509" y="14073"/>
                      <a:pt x="47540" y="14073"/>
                    </a:cubicBezTo>
                    <a:lnTo>
                      <a:pt x="47631" y="14073"/>
                    </a:lnTo>
                    <a:lnTo>
                      <a:pt x="47661" y="14104"/>
                    </a:lnTo>
                    <a:cubicBezTo>
                      <a:pt x="47661" y="14134"/>
                      <a:pt x="47631" y="14165"/>
                      <a:pt x="47600" y="14165"/>
                    </a:cubicBezTo>
                    <a:lnTo>
                      <a:pt x="47509" y="14165"/>
                    </a:lnTo>
                    <a:cubicBezTo>
                      <a:pt x="47448" y="14165"/>
                      <a:pt x="47357" y="14408"/>
                      <a:pt x="47266" y="14438"/>
                    </a:cubicBezTo>
                    <a:cubicBezTo>
                      <a:pt x="47175" y="14468"/>
                      <a:pt x="47114" y="14499"/>
                      <a:pt x="47053" y="14560"/>
                    </a:cubicBezTo>
                    <a:lnTo>
                      <a:pt x="47053" y="14590"/>
                    </a:lnTo>
                    <a:cubicBezTo>
                      <a:pt x="47175" y="14620"/>
                      <a:pt x="47296" y="14651"/>
                      <a:pt x="47418" y="14681"/>
                    </a:cubicBezTo>
                    <a:lnTo>
                      <a:pt x="47540" y="14742"/>
                    </a:lnTo>
                    <a:lnTo>
                      <a:pt x="47327" y="14742"/>
                    </a:lnTo>
                    <a:cubicBezTo>
                      <a:pt x="47175" y="14712"/>
                      <a:pt x="46992" y="14681"/>
                      <a:pt x="46840" y="14651"/>
                    </a:cubicBezTo>
                    <a:lnTo>
                      <a:pt x="46901" y="14590"/>
                    </a:lnTo>
                    <a:cubicBezTo>
                      <a:pt x="46981" y="14510"/>
                      <a:pt x="46921" y="14336"/>
                      <a:pt x="47090" y="14336"/>
                    </a:cubicBezTo>
                    <a:cubicBezTo>
                      <a:pt x="47114" y="14336"/>
                      <a:pt x="47142" y="14339"/>
                      <a:pt x="47175" y="14347"/>
                    </a:cubicBezTo>
                    <a:cubicBezTo>
                      <a:pt x="47175" y="14347"/>
                      <a:pt x="47266" y="14225"/>
                      <a:pt x="47236" y="14165"/>
                    </a:cubicBezTo>
                    <a:lnTo>
                      <a:pt x="47205" y="14043"/>
                    </a:lnTo>
                    <a:cubicBezTo>
                      <a:pt x="47205" y="13921"/>
                      <a:pt x="47175" y="13800"/>
                      <a:pt x="47114" y="13678"/>
                    </a:cubicBezTo>
                    <a:lnTo>
                      <a:pt x="47053" y="13709"/>
                    </a:lnTo>
                    <a:cubicBezTo>
                      <a:pt x="46992" y="13709"/>
                      <a:pt x="46901" y="13739"/>
                      <a:pt x="46840" y="13800"/>
                    </a:cubicBezTo>
                    <a:lnTo>
                      <a:pt x="46719" y="13861"/>
                    </a:lnTo>
                    <a:cubicBezTo>
                      <a:pt x="46689" y="13800"/>
                      <a:pt x="46840" y="13617"/>
                      <a:pt x="47053" y="13435"/>
                    </a:cubicBezTo>
                    <a:lnTo>
                      <a:pt x="47357" y="13496"/>
                    </a:lnTo>
                    <a:lnTo>
                      <a:pt x="47479" y="13496"/>
                    </a:lnTo>
                    <a:cubicBezTo>
                      <a:pt x="47600" y="13374"/>
                      <a:pt x="47722" y="13283"/>
                      <a:pt x="47874" y="13222"/>
                    </a:cubicBezTo>
                    <a:close/>
                    <a:moveTo>
                      <a:pt x="40539" y="14324"/>
                    </a:moveTo>
                    <a:cubicBezTo>
                      <a:pt x="40557" y="14324"/>
                      <a:pt x="40571" y="14331"/>
                      <a:pt x="40579" y="14347"/>
                    </a:cubicBezTo>
                    <a:cubicBezTo>
                      <a:pt x="40609" y="14377"/>
                      <a:pt x="40518" y="14499"/>
                      <a:pt x="40457" y="14499"/>
                    </a:cubicBezTo>
                    <a:cubicBezTo>
                      <a:pt x="40397" y="14499"/>
                      <a:pt x="40366" y="14529"/>
                      <a:pt x="40366" y="14590"/>
                    </a:cubicBezTo>
                    <a:lnTo>
                      <a:pt x="40488" y="14590"/>
                    </a:lnTo>
                    <a:cubicBezTo>
                      <a:pt x="40518" y="14651"/>
                      <a:pt x="40457" y="14772"/>
                      <a:pt x="40397" y="14772"/>
                    </a:cubicBezTo>
                    <a:cubicBezTo>
                      <a:pt x="40275" y="14712"/>
                      <a:pt x="40153" y="14651"/>
                      <a:pt x="40032" y="14590"/>
                    </a:cubicBezTo>
                    <a:lnTo>
                      <a:pt x="39880" y="14590"/>
                    </a:lnTo>
                    <a:cubicBezTo>
                      <a:pt x="39819" y="14590"/>
                      <a:pt x="39789" y="14560"/>
                      <a:pt x="39758" y="14499"/>
                    </a:cubicBezTo>
                    <a:cubicBezTo>
                      <a:pt x="39758" y="14468"/>
                      <a:pt x="39758" y="14408"/>
                      <a:pt x="39758" y="14377"/>
                    </a:cubicBezTo>
                    <a:cubicBezTo>
                      <a:pt x="39789" y="14362"/>
                      <a:pt x="39811" y="14355"/>
                      <a:pt x="39834" y="14355"/>
                    </a:cubicBezTo>
                    <a:cubicBezTo>
                      <a:pt x="39857" y="14355"/>
                      <a:pt x="39880" y="14362"/>
                      <a:pt x="39910" y="14377"/>
                    </a:cubicBezTo>
                    <a:cubicBezTo>
                      <a:pt x="39971" y="14377"/>
                      <a:pt x="40032" y="14438"/>
                      <a:pt x="40123" y="14438"/>
                    </a:cubicBezTo>
                    <a:lnTo>
                      <a:pt x="40305" y="14499"/>
                    </a:lnTo>
                    <a:cubicBezTo>
                      <a:pt x="40396" y="14386"/>
                      <a:pt x="40486" y="14324"/>
                      <a:pt x="40539" y="14324"/>
                    </a:cubicBezTo>
                    <a:close/>
                    <a:moveTo>
                      <a:pt x="8945" y="14256"/>
                    </a:moveTo>
                    <a:cubicBezTo>
                      <a:pt x="8975" y="14256"/>
                      <a:pt x="9013" y="14286"/>
                      <a:pt x="9059" y="14347"/>
                    </a:cubicBezTo>
                    <a:lnTo>
                      <a:pt x="8937" y="14468"/>
                    </a:lnTo>
                    <a:cubicBezTo>
                      <a:pt x="8907" y="14499"/>
                      <a:pt x="8846" y="14529"/>
                      <a:pt x="8815" y="14620"/>
                    </a:cubicBezTo>
                    <a:cubicBezTo>
                      <a:pt x="8789" y="14699"/>
                      <a:pt x="8808" y="14778"/>
                      <a:pt x="8715" y="14778"/>
                    </a:cubicBezTo>
                    <a:cubicBezTo>
                      <a:pt x="8701" y="14778"/>
                      <a:pt x="8684" y="14777"/>
                      <a:pt x="8663" y="14772"/>
                    </a:cubicBezTo>
                    <a:cubicBezTo>
                      <a:pt x="8633" y="14772"/>
                      <a:pt x="8542" y="14620"/>
                      <a:pt x="8633" y="14560"/>
                    </a:cubicBezTo>
                    <a:cubicBezTo>
                      <a:pt x="8717" y="14504"/>
                      <a:pt x="8672" y="14344"/>
                      <a:pt x="8832" y="14344"/>
                    </a:cubicBezTo>
                    <a:cubicBezTo>
                      <a:pt x="8846" y="14344"/>
                      <a:pt x="8860" y="14345"/>
                      <a:pt x="8876" y="14347"/>
                    </a:cubicBezTo>
                    <a:cubicBezTo>
                      <a:pt x="8891" y="14286"/>
                      <a:pt x="8914" y="14256"/>
                      <a:pt x="8945" y="14256"/>
                    </a:cubicBezTo>
                    <a:close/>
                    <a:moveTo>
                      <a:pt x="45224" y="14738"/>
                    </a:moveTo>
                    <a:cubicBezTo>
                      <a:pt x="45311" y="14738"/>
                      <a:pt x="45406" y="14866"/>
                      <a:pt x="45351" y="14894"/>
                    </a:cubicBezTo>
                    <a:cubicBezTo>
                      <a:pt x="45290" y="14924"/>
                      <a:pt x="45290" y="14985"/>
                      <a:pt x="45290" y="14985"/>
                    </a:cubicBezTo>
                    <a:cubicBezTo>
                      <a:pt x="45230" y="14955"/>
                      <a:pt x="45169" y="14924"/>
                      <a:pt x="45108" y="14894"/>
                    </a:cubicBezTo>
                    <a:cubicBezTo>
                      <a:pt x="45047" y="14864"/>
                      <a:pt x="45078" y="14803"/>
                      <a:pt x="45169" y="14742"/>
                    </a:cubicBezTo>
                    <a:lnTo>
                      <a:pt x="45199" y="14742"/>
                    </a:lnTo>
                    <a:cubicBezTo>
                      <a:pt x="45207" y="14739"/>
                      <a:pt x="45216" y="14738"/>
                      <a:pt x="45224" y="14738"/>
                    </a:cubicBezTo>
                    <a:close/>
                    <a:moveTo>
                      <a:pt x="14038" y="14671"/>
                    </a:moveTo>
                    <a:cubicBezTo>
                      <a:pt x="14169" y="14671"/>
                      <a:pt x="14287" y="14844"/>
                      <a:pt x="14287" y="14924"/>
                    </a:cubicBezTo>
                    <a:cubicBezTo>
                      <a:pt x="14287" y="14963"/>
                      <a:pt x="14305" y="14977"/>
                      <a:pt x="14333" y="14977"/>
                    </a:cubicBezTo>
                    <a:cubicBezTo>
                      <a:pt x="14391" y="14977"/>
                      <a:pt x="14489" y="14915"/>
                      <a:pt x="14530" y="14894"/>
                    </a:cubicBezTo>
                    <a:cubicBezTo>
                      <a:pt x="14545" y="14864"/>
                      <a:pt x="14575" y="14848"/>
                      <a:pt x="14606" y="14848"/>
                    </a:cubicBezTo>
                    <a:cubicBezTo>
                      <a:pt x="14636" y="14848"/>
                      <a:pt x="14667" y="14864"/>
                      <a:pt x="14682" y="14894"/>
                    </a:cubicBezTo>
                    <a:lnTo>
                      <a:pt x="14712" y="14894"/>
                    </a:lnTo>
                    <a:cubicBezTo>
                      <a:pt x="14742" y="14894"/>
                      <a:pt x="14771" y="14893"/>
                      <a:pt x="14800" y="14892"/>
                    </a:cubicBezTo>
                    <a:lnTo>
                      <a:pt x="14800" y="14892"/>
                    </a:lnTo>
                    <a:cubicBezTo>
                      <a:pt x="14743" y="14935"/>
                      <a:pt x="14671" y="14960"/>
                      <a:pt x="14621" y="14985"/>
                    </a:cubicBezTo>
                    <a:lnTo>
                      <a:pt x="14591" y="15016"/>
                    </a:lnTo>
                    <a:cubicBezTo>
                      <a:pt x="14491" y="15091"/>
                      <a:pt x="14370" y="15145"/>
                      <a:pt x="14246" y="15145"/>
                    </a:cubicBezTo>
                    <a:cubicBezTo>
                      <a:pt x="14219" y="15145"/>
                      <a:pt x="14192" y="15143"/>
                      <a:pt x="14165" y="15137"/>
                    </a:cubicBezTo>
                    <a:lnTo>
                      <a:pt x="14013" y="15137"/>
                    </a:lnTo>
                    <a:cubicBezTo>
                      <a:pt x="13892" y="15076"/>
                      <a:pt x="13770" y="14985"/>
                      <a:pt x="13709" y="14894"/>
                    </a:cubicBezTo>
                    <a:cubicBezTo>
                      <a:pt x="13704" y="14884"/>
                      <a:pt x="13696" y="14880"/>
                      <a:pt x="13685" y="14880"/>
                    </a:cubicBezTo>
                    <a:cubicBezTo>
                      <a:pt x="13651" y="14880"/>
                      <a:pt x="13591" y="14927"/>
                      <a:pt x="13547" y="14967"/>
                    </a:cubicBezTo>
                    <a:lnTo>
                      <a:pt x="13547" y="14967"/>
                    </a:lnTo>
                    <a:lnTo>
                      <a:pt x="13527" y="14803"/>
                    </a:lnTo>
                    <a:cubicBezTo>
                      <a:pt x="13527" y="14779"/>
                      <a:pt x="13564" y="14755"/>
                      <a:pt x="13595" y="14746"/>
                    </a:cubicBezTo>
                    <a:lnTo>
                      <a:pt x="13595" y="14746"/>
                    </a:lnTo>
                    <a:cubicBezTo>
                      <a:pt x="13653" y="14777"/>
                      <a:pt x="13712" y="14836"/>
                      <a:pt x="13770" y="14894"/>
                    </a:cubicBezTo>
                    <a:lnTo>
                      <a:pt x="13861" y="14803"/>
                    </a:lnTo>
                    <a:lnTo>
                      <a:pt x="13983" y="14681"/>
                    </a:lnTo>
                    <a:cubicBezTo>
                      <a:pt x="14001" y="14674"/>
                      <a:pt x="14020" y="14671"/>
                      <a:pt x="14038" y="14671"/>
                    </a:cubicBezTo>
                    <a:close/>
                    <a:moveTo>
                      <a:pt x="31973" y="13481"/>
                    </a:moveTo>
                    <a:cubicBezTo>
                      <a:pt x="32015" y="13481"/>
                      <a:pt x="32083" y="13496"/>
                      <a:pt x="32159" y="13526"/>
                    </a:cubicBezTo>
                    <a:lnTo>
                      <a:pt x="32220" y="13709"/>
                    </a:lnTo>
                    <a:lnTo>
                      <a:pt x="32220" y="13739"/>
                    </a:lnTo>
                    <a:cubicBezTo>
                      <a:pt x="32220" y="13761"/>
                      <a:pt x="32228" y="13771"/>
                      <a:pt x="32242" y="13771"/>
                    </a:cubicBezTo>
                    <a:cubicBezTo>
                      <a:pt x="32267" y="13771"/>
                      <a:pt x="32313" y="13737"/>
                      <a:pt x="32372" y="13678"/>
                    </a:cubicBezTo>
                    <a:lnTo>
                      <a:pt x="32433" y="13617"/>
                    </a:lnTo>
                    <a:cubicBezTo>
                      <a:pt x="32463" y="13587"/>
                      <a:pt x="32524" y="13587"/>
                      <a:pt x="32555" y="13587"/>
                    </a:cubicBezTo>
                    <a:lnTo>
                      <a:pt x="32737" y="13921"/>
                    </a:lnTo>
                    <a:cubicBezTo>
                      <a:pt x="32982" y="13832"/>
                      <a:pt x="33194" y="13776"/>
                      <a:pt x="33266" y="13776"/>
                    </a:cubicBezTo>
                    <a:cubicBezTo>
                      <a:pt x="33293" y="13776"/>
                      <a:pt x="33300" y="13783"/>
                      <a:pt x="33284" y="13800"/>
                    </a:cubicBezTo>
                    <a:lnTo>
                      <a:pt x="33254" y="13830"/>
                    </a:lnTo>
                    <a:lnTo>
                      <a:pt x="33162" y="13982"/>
                    </a:lnTo>
                    <a:cubicBezTo>
                      <a:pt x="33151" y="13980"/>
                      <a:pt x="33140" y="13979"/>
                      <a:pt x="33131" y="13979"/>
                    </a:cubicBezTo>
                    <a:cubicBezTo>
                      <a:pt x="33011" y="13979"/>
                      <a:pt x="33015" y="14141"/>
                      <a:pt x="33071" y="14225"/>
                    </a:cubicBezTo>
                    <a:cubicBezTo>
                      <a:pt x="33102" y="14286"/>
                      <a:pt x="32950" y="14408"/>
                      <a:pt x="32737" y="14468"/>
                    </a:cubicBezTo>
                    <a:lnTo>
                      <a:pt x="32463" y="14408"/>
                    </a:lnTo>
                    <a:lnTo>
                      <a:pt x="32372" y="14408"/>
                    </a:lnTo>
                    <a:cubicBezTo>
                      <a:pt x="32281" y="14499"/>
                      <a:pt x="32129" y="14620"/>
                      <a:pt x="32068" y="14620"/>
                    </a:cubicBezTo>
                    <a:cubicBezTo>
                      <a:pt x="32012" y="14592"/>
                      <a:pt x="31748" y="14435"/>
                      <a:pt x="31613" y="14435"/>
                    </a:cubicBezTo>
                    <a:cubicBezTo>
                      <a:pt x="31601" y="14435"/>
                      <a:pt x="31591" y="14436"/>
                      <a:pt x="31582" y="14438"/>
                    </a:cubicBezTo>
                    <a:cubicBezTo>
                      <a:pt x="31460" y="14499"/>
                      <a:pt x="31491" y="14620"/>
                      <a:pt x="31521" y="14620"/>
                    </a:cubicBezTo>
                    <a:cubicBezTo>
                      <a:pt x="31612" y="14712"/>
                      <a:pt x="31734" y="14803"/>
                      <a:pt x="31795" y="14894"/>
                    </a:cubicBezTo>
                    <a:lnTo>
                      <a:pt x="32190" y="14864"/>
                    </a:lnTo>
                    <a:cubicBezTo>
                      <a:pt x="32205" y="14848"/>
                      <a:pt x="32220" y="14841"/>
                      <a:pt x="32235" y="14841"/>
                    </a:cubicBezTo>
                    <a:cubicBezTo>
                      <a:pt x="32251" y="14841"/>
                      <a:pt x="32266" y="14848"/>
                      <a:pt x="32281" y="14864"/>
                    </a:cubicBezTo>
                    <a:lnTo>
                      <a:pt x="32311" y="14864"/>
                    </a:lnTo>
                    <a:cubicBezTo>
                      <a:pt x="32372" y="14924"/>
                      <a:pt x="32311" y="14985"/>
                      <a:pt x="32220" y="15016"/>
                    </a:cubicBezTo>
                    <a:lnTo>
                      <a:pt x="31764" y="15016"/>
                    </a:lnTo>
                    <a:cubicBezTo>
                      <a:pt x="31612" y="15107"/>
                      <a:pt x="31430" y="15168"/>
                      <a:pt x="31278" y="15228"/>
                    </a:cubicBezTo>
                    <a:lnTo>
                      <a:pt x="31217" y="15228"/>
                    </a:lnTo>
                    <a:lnTo>
                      <a:pt x="30761" y="15076"/>
                    </a:lnTo>
                    <a:lnTo>
                      <a:pt x="30609" y="15137"/>
                    </a:lnTo>
                    <a:cubicBezTo>
                      <a:pt x="30560" y="15153"/>
                      <a:pt x="30514" y="15161"/>
                      <a:pt x="30471" y="15161"/>
                    </a:cubicBezTo>
                    <a:cubicBezTo>
                      <a:pt x="30354" y="15161"/>
                      <a:pt x="30267" y="15105"/>
                      <a:pt x="30244" y="15016"/>
                    </a:cubicBezTo>
                    <a:lnTo>
                      <a:pt x="30366" y="14955"/>
                    </a:lnTo>
                    <a:cubicBezTo>
                      <a:pt x="30427" y="14924"/>
                      <a:pt x="30488" y="14924"/>
                      <a:pt x="30548" y="14894"/>
                    </a:cubicBezTo>
                    <a:cubicBezTo>
                      <a:pt x="30670" y="14803"/>
                      <a:pt x="30738" y="14757"/>
                      <a:pt x="30795" y="14757"/>
                    </a:cubicBezTo>
                    <a:cubicBezTo>
                      <a:pt x="30852" y="14757"/>
                      <a:pt x="30898" y="14803"/>
                      <a:pt x="30974" y="14894"/>
                    </a:cubicBezTo>
                    <a:lnTo>
                      <a:pt x="31096" y="15016"/>
                    </a:lnTo>
                    <a:cubicBezTo>
                      <a:pt x="31187" y="14985"/>
                      <a:pt x="31247" y="14742"/>
                      <a:pt x="31187" y="14681"/>
                    </a:cubicBezTo>
                    <a:cubicBezTo>
                      <a:pt x="31096" y="14590"/>
                      <a:pt x="30974" y="14529"/>
                      <a:pt x="30852" y="14529"/>
                    </a:cubicBezTo>
                    <a:lnTo>
                      <a:pt x="30792" y="14560"/>
                    </a:lnTo>
                    <a:cubicBezTo>
                      <a:pt x="30731" y="14560"/>
                      <a:pt x="30697" y="14587"/>
                      <a:pt x="30654" y="14587"/>
                    </a:cubicBezTo>
                    <a:cubicBezTo>
                      <a:pt x="30633" y="14587"/>
                      <a:pt x="30609" y="14580"/>
                      <a:pt x="30579" y="14560"/>
                    </a:cubicBezTo>
                    <a:lnTo>
                      <a:pt x="30518" y="14499"/>
                    </a:lnTo>
                    <a:cubicBezTo>
                      <a:pt x="30427" y="14499"/>
                      <a:pt x="30396" y="14408"/>
                      <a:pt x="30427" y="14347"/>
                    </a:cubicBezTo>
                    <a:lnTo>
                      <a:pt x="30457" y="14286"/>
                    </a:lnTo>
                    <a:cubicBezTo>
                      <a:pt x="30457" y="14256"/>
                      <a:pt x="30457" y="14195"/>
                      <a:pt x="30427" y="14165"/>
                    </a:cubicBezTo>
                    <a:lnTo>
                      <a:pt x="30275" y="14165"/>
                    </a:lnTo>
                    <a:lnTo>
                      <a:pt x="30214" y="14225"/>
                    </a:lnTo>
                    <a:cubicBezTo>
                      <a:pt x="30214" y="14347"/>
                      <a:pt x="30214" y="14468"/>
                      <a:pt x="30214" y="14560"/>
                    </a:cubicBezTo>
                    <a:lnTo>
                      <a:pt x="30275" y="14620"/>
                    </a:lnTo>
                    <a:cubicBezTo>
                      <a:pt x="30336" y="14681"/>
                      <a:pt x="30548" y="14651"/>
                      <a:pt x="30427" y="14803"/>
                    </a:cubicBezTo>
                    <a:cubicBezTo>
                      <a:pt x="30413" y="14816"/>
                      <a:pt x="30393" y="14822"/>
                      <a:pt x="30367" y="14822"/>
                    </a:cubicBezTo>
                    <a:cubicBezTo>
                      <a:pt x="30277" y="14822"/>
                      <a:pt x="30127" y="14746"/>
                      <a:pt x="30032" y="14651"/>
                    </a:cubicBezTo>
                    <a:cubicBezTo>
                      <a:pt x="30026" y="14645"/>
                      <a:pt x="30016" y="14643"/>
                      <a:pt x="30004" y="14643"/>
                    </a:cubicBezTo>
                    <a:cubicBezTo>
                      <a:pt x="29949" y="14643"/>
                      <a:pt x="29838" y="14692"/>
                      <a:pt x="29788" y="14742"/>
                    </a:cubicBezTo>
                    <a:cubicBezTo>
                      <a:pt x="29783" y="14745"/>
                      <a:pt x="29778" y="14746"/>
                      <a:pt x="29773" y="14746"/>
                    </a:cubicBezTo>
                    <a:cubicBezTo>
                      <a:pt x="29723" y="14746"/>
                      <a:pt x="29700" y="14615"/>
                      <a:pt x="29728" y="14560"/>
                    </a:cubicBezTo>
                    <a:cubicBezTo>
                      <a:pt x="29728" y="14538"/>
                      <a:pt x="29720" y="14528"/>
                      <a:pt x="29706" y="14528"/>
                    </a:cubicBezTo>
                    <a:cubicBezTo>
                      <a:pt x="29681" y="14528"/>
                      <a:pt x="29635" y="14562"/>
                      <a:pt x="29576" y="14620"/>
                    </a:cubicBezTo>
                    <a:lnTo>
                      <a:pt x="29333" y="14620"/>
                    </a:lnTo>
                    <a:cubicBezTo>
                      <a:pt x="29315" y="14535"/>
                      <a:pt x="29279" y="14497"/>
                      <a:pt x="29229" y="14497"/>
                    </a:cubicBezTo>
                    <a:cubicBezTo>
                      <a:pt x="29190" y="14497"/>
                      <a:pt x="29142" y="14520"/>
                      <a:pt x="29089" y="14560"/>
                    </a:cubicBezTo>
                    <a:cubicBezTo>
                      <a:pt x="29059" y="14590"/>
                      <a:pt x="29029" y="14620"/>
                      <a:pt x="28998" y="14651"/>
                    </a:cubicBezTo>
                    <a:lnTo>
                      <a:pt x="28968" y="14651"/>
                    </a:lnTo>
                    <a:cubicBezTo>
                      <a:pt x="28907" y="14651"/>
                      <a:pt x="28846" y="14590"/>
                      <a:pt x="28846" y="14560"/>
                    </a:cubicBezTo>
                    <a:cubicBezTo>
                      <a:pt x="28846" y="14529"/>
                      <a:pt x="28846" y="14377"/>
                      <a:pt x="28846" y="14347"/>
                    </a:cubicBezTo>
                    <a:cubicBezTo>
                      <a:pt x="28846" y="14325"/>
                      <a:pt x="28831" y="14304"/>
                      <a:pt x="28822" y="14304"/>
                    </a:cubicBezTo>
                    <a:cubicBezTo>
                      <a:pt x="28818" y="14304"/>
                      <a:pt x="28816" y="14308"/>
                      <a:pt x="28816" y="14317"/>
                    </a:cubicBezTo>
                    <a:lnTo>
                      <a:pt x="28816" y="14347"/>
                    </a:lnTo>
                    <a:cubicBezTo>
                      <a:pt x="28812" y="14351"/>
                      <a:pt x="28805" y="14353"/>
                      <a:pt x="28797" y="14353"/>
                    </a:cubicBezTo>
                    <a:cubicBezTo>
                      <a:pt x="28745" y="14353"/>
                      <a:pt x="28625" y="14282"/>
                      <a:pt x="28573" y="14256"/>
                    </a:cubicBezTo>
                    <a:cubicBezTo>
                      <a:pt x="28567" y="14250"/>
                      <a:pt x="28560" y="14247"/>
                      <a:pt x="28553" y="14247"/>
                    </a:cubicBezTo>
                    <a:cubicBezTo>
                      <a:pt x="28490" y="14247"/>
                      <a:pt x="28402" y="14475"/>
                      <a:pt x="28512" y="14529"/>
                    </a:cubicBezTo>
                    <a:cubicBezTo>
                      <a:pt x="28603" y="14560"/>
                      <a:pt x="28664" y="14681"/>
                      <a:pt x="28664" y="14803"/>
                    </a:cubicBezTo>
                    <a:cubicBezTo>
                      <a:pt x="28603" y="14833"/>
                      <a:pt x="28512" y="14894"/>
                      <a:pt x="28451" y="14924"/>
                    </a:cubicBezTo>
                    <a:cubicBezTo>
                      <a:pt x="28390" y="14924"/>
                      <a:pt x="28238" y="14742"/>
                      <a:pt x="28208" y="14651"/>
                    </a:cubicBezTo>
                    <a:cubicBezTo>
                      <a:pt x="28178" y="14560"/>
                      <a:pt x="27965" y="14560"/>
                      <a:pt x="27874" y="14560"/>
                    </a:cubicBezTo>
                    <a:lnTo>
                      <a:pt x="27570" y="14590"/>
                    </a:lnTo>
                    <a:lnTo>
                      <a:pt x="27387" y="14590"/>
                    </a:lnTo>
                    <a:cubicBezTo>
                      <a:pt x="27366" y="14595"/>
                      <a:pt x="27344" y="14598"/>
                      <a:pt x="27323" y="14598"/>
                    </a:cubicBezTo>
                    <a:cubicBezTo>
                      <a:pt x="27224" y="14598"/>
                      <a:pt x="27133" y="14544"/>
                      <a:pt x="27083" y="14468"/>
                    </a:cubicBezTo>
                    <a:cubicBezTo>
                      <a:pt x="27062" y="14447"/>
                      <a:pt x="27040" y="14426"/>
                      <a:pt x="27008" y="14426"/>
                    </a:cubicBezTo>
                    <a:cubicBezTo>
                      <a:pt x="26995" y="14426"/>
                      <a:pt x="26979" y="14429"/>
                      <a:pt x="26962" y="14438"/>
                    </a:cubicBezTo>
                    <a:lnTo>
                      <a:pt x="26931" y="14438"/>
                    </a:lnTo>
                    <a:cubicBezTo>
                      <a:pt x="26840" y="14468"/>
                      <a:pt x="26931" y="14499"/>
                      <a:pt x="26931" y="14560"/>
                    </a:cubicBezTo>
                    <a:lnTo>
                      <a:pt x="26962" y="14620"/>
                    </a:lnTo>
                    <a:cubicBezTo>
                      <a:pt x="26939" y="14689"/>
                      <a:pt x="26882" y="14723"/>
                      <a:pt x="26829" y="14723"/>
                    </a:cubicBezTo>
                    <a:cubicBezTo>
                      <a:pt x="26812" y="14723"/>
                      <a:pt x="26795" y="14719"/>
                      <a:pt x="26779" y="14712"/>
                    </a:cubicBezTo>
                    <a:lnTo>
                      <a:pt x="26688" y="14681"/>
                    </a:lnTo>
                    <a:lnTo>
                      <a:pt x="26658" y="14651"/>
                    </a:lnTo>
                    <a:cubicBezTo>
                      <a:pt x="26567" y="14590"/>
                      <a:pt x="26658" y="14408"/>
                      <a:pt x="26688" y="14377"/>
                    </a:cubicBezTo>
                    <a:cubicBezTo>
                      <a:pt x="26724" y="14342"/>
                      <a:pt x="26686" y="14327"/>
                      <a:pt x="26637" y="14327"/>
                    </a:cubicBezTo>
                    <a:cubicBezTo>
                      <a:pt x="26602" y="14327"/>
                      <a:pt x="26561" y="14334"/>
                      <a:pt x="26536" y="14347"/>
                    </a:cubicBezTo>
                    <a:cubicBezTo>
                      <a:pt x="26475" y="14377"/>
                      <a:pt x="26415" y="14377"/>
                      <a:pt x="26354" y="14377"/>
                    </a:cubicBezTo>
                    <a:lnTo>
                      <a:pt x="26263" y="14377"/>
                    </a:lnTo>
                    <a:cubicBezTo>
                      <a:pt x="26202" y="14408"/>
                      <a:pt x="26171" y="14438"/>
                      <a:pt x="26171" y="14499"/>
                    </a:cubicBezTo>
                    <a:lnTo>
                      <a:pt x="26202" y="14529"/>
                    </a:lnTo>
                    <a:cubicBezTo>
                      <a:pt x="26232" y="14560"/>
                      <a:pt x="26293" y="14590"/>
                      <a:pt x="26354" y="14620"/>
                    </a:cubicBezTo>
                    <a:cubicBezTo>
                      <a:pt x="26475" y="14651"/>
                      <a:pt x="26597" y="14712"/>
                      <a:pt x="26536" y="14803"/>
                    </a:cubicBezTo>
                    <a:lnTo>
                      <a:pt x="26475" y="14985"/>
                    </a:lnTo>
                    <a:cubicBezTo>
                      <a:pt x="26384" y="14864"/>
                      <a:pt x="25776" y="14894"/>
                      <a:pt x="25594" y="14864"/>
                    </a:cubicBezTo>
                    <a:cubicBezTo>
                      <a:pt x="25442" y="14833"/>
                      <a:pt x="25320" y="14742"/>
                      <a:pt x="25229" y="14620"/>
                    </a:cubicBezTo>
                    <a:cubicBezTo>
                      <a:pt x="25229" y="14590"/>
                      <a:pt x="25412" y="14529"/>
                      <a:pt x="25503" y="14529"/>
                    </a:cubicBezTo>
                    <a:cubicBezTo>
                      <a:pt x="25563" y="14529"/>
                      <a:pt x="25624" y="14499"/>
                      <a:pt x="25594" y="14468"/>
                    </a:cubicBezTo>
                    <a:lnTo>
                      <a:pt x="25442" y="14468"/>
                    </a:lnTo>
                    <a:cubicBezTo>
                      <a:pt x="25290" y="14468"/>
                      <a:pt x="25168" y="14529"/>
                      <a:pt x="25168" y="14651"/>
                    </a:cubicBezTo>
                    <a:lnTo>
                      <a:pt x="25108" y="14742"/>
                    </a:lnTo>
                    <a:cubicBezTo>
                      <a:pt x="25077" y="14772"/>
                      <a:pt x="24956" y="14833"/>
                      <a:pt x="24925" y="14864"/>
                    </a:cubicBezTo>
                    <a:cubicBezTo>
                      <a:pt x="24864" y="14894"/>
                      <a:pt x="24834" y="14955"/>
                      <a:pt x="24804" y="14955"/>
                    </a:cubicBezTo>
                    <a:cubicBezTo>
                      <a:pt x="24779" y="14960"/>
                      <a:pt x="24753" y="14961"/>
                      <a:pt x="24726" y="14961"/>
                    </a:cubicBezTo>
                    <a:cubicBezTo>
                      <a:pt x="24657" y="14961"/>
                      <a:pt x="24581" y="14950"/>
                      <a:pt x="24503" y="14950"/>
                    </a:cubicBezTo>
                    <a:cubicBezTo>
                      <a:pt x="24420" y="14950"/>
                      <a:pt x="24335" y="14963"/>
                      <a:pt x="24256" y="15016"/>
                    </a:cubicBezTo>
                    <a:cubicBezTo>
                      <a:pt x="24252" y="15020"/>
                      <a:pt x="24245" y="15022"/>
                      <a:pt x="24236" y="15022"/>
                    </a:cubicBezTo>
                    <a:cubicBezTo>
                      <a:pt x="24178" y="15022"/>
                      <a:pt x="24035" y="14947"/>
                      <a:pt x="23983" y="14894"/>
                    </a:cubicBezTo>
                    <a:lnTo>
                      <a:pt x="23922" y="14833"/>
                    </a:lnTo>
                    <a:cubicBezTo>
                      <a:pt x="23902" y="14774"/>
                      <a:pt x="23921" y="14741"/>
                      <a:pt x="23969" y="14741"/>
                    </a:cubicBezTo>
                    <a:cubicBezTo>
                      <a:pt x="23996" y="14741"/>
                      <a:pt x="24031" y="14751"/>
                      <a:pt x="24074" y="14772"/>
                    </a:cubicBezTo>
                    <a:lnTo>
                      <a:pt x="24196" y="14681"/>
                    </a:lnTo>
                    <a:lnTo>
                      <a:pt x="24256" y="14651"/>
                    </a:lnTo>
                    <a:cubicBezTo>
                      <a:pt x="24378" y="14651"/>
                      <a:pt x="24530" y="14620"/>
                      <a:pt x="24652" y="14529"/>
                    </a:cubicBezTo>
                    <a:cubicBezTo>
                      <a:pt x="24682" y="14499"/>
                      <a:pt x="24256" y="14499"/>
                      <a:pt x="24074" y="14499"/>
                    </a:cubicBezTo>
                    <a:cubicBezTo>
                      <a:pt x="23927" y="14523"/>
                      <a:pt x="23640" y="14568"/>
                      <a:pt x="23487" y="14568"/>
                    </a:cubicBezTo>
                    <a:cubicBezTo>
                      <a:pt x="23451" y="14568"/>
                      <a:pt x="23423" y="14565"/>
                      <a:pt x="23405" y="14560"/>
                    </a:cubicBezTo>
                    <a:cubicBezTo>
                      <a:pt x="23284" y="14560"/>
                      <a:pt x="23253" y="14408"/>
                      <a:pt x="23284" y="14347"/>
                    </a:cubicBezTo>
                    <a:cubicBezTo>
                      <a:pt x="23299" y="14317"/>
                      <a:pt x="23299" y="14301"/>
                      <a:pt x="23284" y="14301"/>
                    </a:cubicBezTo>
                    <a:cubicBezTo>
                      <a:pt x="23269" y="14301"/>
                      <a:pt x="23238" y="14317"/>
                      <a:pt x="23193" y="14347"/>
                    </a:cubicBezTo>
                    <a:lnTo>
                      <a:pt x="23101" y="14347"/>
                    </a:lnTo>
                    <a:cubicBezTo>
                      <a:pt x="23041" y="14347"/>
                      <a:pt x="23010" y="14377"/>
                      <a:pt x="23010" y="14408"/>
                    </a:cubicBezTo>
                    <a:cubicBezTo>
                      <a:pt x="23010" y="14408"/>
                      <a:pt x="23101" y="14560"/>
                      <a:pt x="23162" y="14742"/>
                    </a:cubicBezTo>
                    <a:lnTo>
                      <a:pt x="23436" y="14681"/>
                    </a:lnTo>
                    <a:cubicBezTo>
                      <a:pt x="23466" y="14681"/>
                      <a:pt x="23497" y="14742"/>
                      <a:pt x="23497" y="14742"/>
                    </a:cubicBezTo>
                    <a:cubicBezTo>
                      <a:pt x="23466" y="14772"/>
                      <a:pt x="23466" y="14803"/>
                      <a:pt x="23436" y="14833"/>
                    </a:cubicBezTo>
                    <a:cubicBezTo>
                      <a:pt x="23418" y="14828"/>
                      <a:pt x="23402" y="14826"/>
                      <a:pt x="23388" y="14826"/>
                    </a:cubicBezTo>
                    <a:cubicBezTo>
                      <a:pt x="23257" y="14826"/>
                      <a:pt x="23286" y="15031"/>
                      <a:pt x="23187" y="15031"/>
                    </a:cubicBezTo>
                    <a:cubicBezTo>
                      <a:pt x="23172" y="15031"/>
                      <a:pt x="23154" y="15027"/>
                      <a:pt x="23132" y="15016"/>
                    </a:cubicBezTo>
                    <a:lnTo>
                      <a:pt x="22858" y="14864"/>
                    </a:lnTo>
                    <a:cubicBezTo>
                      <a:pt x="22767" y="14932"/>
                      <a:pt x="22659" y="14966"/>
                      <a:pt x="22546" y="14966"/>
                    </a:cubicBezTo>
                    <a:cubicBezTo>
                      <a:pt x="22509" y="14966"/>
                      <a:pt x="22471" y="14962"/>
                      <a:pt x="22433" y="14955"/>
                    </a:cubicBezTo>
                    <a:cubicBezTo>
                      <a:pt x="22402" y="14924"/>
                      <a:pt x="22220" y="14803"/>
                      <a:pt x="22159" y="14772"/>
                    </a:cubicBezTo>
                    <a:cubicBezTo>
                      <a:pt x="22098" y="14712"/>
                      <a:pt x="22038" y="14651"/>
                      <a:pt x="21977" y="14590"/>
                    </a:cubicBezTo>
                    <a:lnTo>
                      <a:pt x="21916" y="14590"/>
                    </a:lnTo>
                    <a:lnTo>
                      <a:pt x="21855" y="14620"/>
                    </a:lnTo>
                    <a:cubicBezTo>
                      <a:pt x="21794" y="14712"/>
                      <a:pt x="21734" y="14803"/>
                      <a:pt x="21703" y="14894"/>
                    </a:cubicBezTo>
                    <a:lnTo>
                      <a:pt x="21642" y="14955"/>
                    </a:lnTo>
                    <a:cubicBezTo>
                      <a:pt x="21624" y="14973"/>
                      <a:pt x="21598" y="14978"/>
                      <a:pt x="21568" y="14978"/>
                    </a:cubicBezTo>
                    <a:cubicBezTo>
                      <a:pt x="21536" y="14978"/>
                      <a:pt x="21500" y="14972"/>
                      <a:pt x="21463" y="14972"/>
                    </a:cubicBezTo>
                    <a:cubicBezTo>
                      <a:pt x="21418" y="14972"/>
                      <a:pt x="21374" y="14980"/>
                      <a:pt x="21338" y="15016"/>
                    </a:cubicBezTo>
                    <a:cubicBezTo>
                      <a:pt x="21278" y="14985"/>
                      <a:pt x="21187" y="14955"/>
                      <a:pt x="21095" y="14955"/>
                    </a:cubicBezTo>
                    <a:lnTo>
                      <a:pt x="21035" y="14894"/>
                    </a:lnTo>
                    <a:lnTo>
                      <a:pt x="21004" y="14864"/>
                    </a:lnTo>
                    <a:cubicBezTo>
                      <a:pt x="20700" y="14924"/>
                      <a:pt x="20214" y="15016"/>
                      <a:pt x="19971" y="15076"/>
                    </a:cubicBezTo>
                    <a:lnTo>
                      <a:pt x="19758" y="15016"/>
                    </a:lnTo>
                    <a:lnTo>
                      <a:pt x="19697" y="15016"/>
                    </a:lnTo>
                    <a:cubicBezTo>
                      <a:pt x="19662" y="14992"/>
                      <a:pt x="19627" y="14982"/>
                      <a:pt x="19596" y="14982"/>
                    </a:cubicBezTo>
                    <a:cubicBezTo>
                      <a:pt x="19545" y="14982"/>
                      <a:pt x="19503" y="15008"/>
                      <a:pt x="19484" y="15046"/>
                    </a:cubicBezTo>
                    <a:lnTo>
                      <a:pt x="19424" y="15107"/>
                    </a:lnTo>
                    <a:cubicBezTo>
                      <a:pt x="19393" y="15107"/>
                      <a:pt x="19332" y="15107"/>
                      <a:pt x="19302" y="15076"/>
                    </a:cubicBezTo>
                    <a:cubicBezTo>
                      <a:pt x="19241" y="15046"/>
                      <a:pt x="19484" y="14985"/>
                      <a:pt x="19302" y="14955"/>
                    </a:cubicBezTo>
                    <a:lnTo>
                      <a:pt x="19184" y="14938"/>
                    </a:lnTo>
                    <a:lnTo>
                      <a:pt x="19184" y="14938"/>
                    </a:lnTo>
                    <a:lnTo>
                      <a:pt x="19211" y="14924"/>
                    </a:lnTo>
                    <a:cubicBezTo>
                      <a:pt x="19272" y="14894"/>
                      <a:pt x="19089" y="14712"/>
                      <a:pt x="19028" y="14620"/>
                    </a:cubicBezTo>
                    <a:cubicBezTo>
                      <a:pt x="18979" y="14571"/>
                      <a:pt x="19169" y="14482"/>
                      <a:pt x="19323" y="14482"/>
                    </a:cubicBezTo>
                    <a:cubicBezTo>
                      <a:pt x="19360" y="14482"/>
                      <a:pt x="19395" y="14487"/>
                      <a:pt x="19424" y="14499"/>
                    </a:cubicBezTo>
                    <a:cubicBezTo>
                      <a:pt x="19545" y="14560"/>
                      <a:pt x="19515" y="14620"/>
                      <a:pt x="19454" y="14620"/>
                    </a:cubicBezTo>
                    <a:cubicBezTo>
                      <a:pt x="19393" y="14620"/>
                      <a:pt x="19393" y="14681"/>
                      <a:pt x="19424" y="14712"/>
                    </a:cubicBezTo>
                    <a:cubicBezTo>
                      <a:pt x="19484" y="14772"/>
                      <a:pt x="19545" y="14803"/>
                      <a:pt x="19636" y="14833"/>
                    </a:cubicBezTo>
                    <a:cubicBezTo>
                      <a:pt x="19641" y="14837"/>
                      <a:pt x="19645" y="14839"/>
                      <a:pt x="19651" y="14839"/>
                    </a:cubicBezTo>
                    <a:cubicBezTo>
                      <a:pt x="19683" y="14839"/>
                      <a:pt x="19732" y="14768"/>
                      <a:pt x="19758" y="14742"/>
                    </a:cubicBezTo>
                    <a:cubicBezTo>
                      <a:pt x="19758" y="14681"/>
                      <a:pt x="19849" y="14651"/>
                      <a:pt x="19971" y="14651"/>
                    </a:cubicBezTo>
                    <a:lnTo>
                      <a:pt x="19971" y="14499"/>
                    </a:lnTo>
                    <a:lnTo>
                      <a:pt x="19971" y="14317"/>
                    </a:lnTo>
                    <a:cubicBezTo>
                      <a:pt x="20092" y="14347"/>
                      <a:pt x="20214" y="14377"/>
                      <a:pt x="20335" y="14377"/>
                    </a:cubicBezTo>
                    <a:cubicBezTo>
                      <a:pt x="20359" y="14354"/>
                      <a:pt x="20504" y="14296"/>
                      <a:pt x="20560" y="14296"/>
                    </a:cubicBezTo>
                    <a:cubicBezTo>
                      <a:pt x="20577" y="14296"/>
                      <a:pt x="20586" y="14302"/>
                      <a:pt x="20579" y="14317"/>
                    </a:cubicBezTo>
                    <a:cubicBezTo>
                      <a:pt x="20579" y="14342"/>
                      <a:pt x="20611" y="14352"/>
                      <a:pt x="20653" y="14352"/>
                    </a:cubicBezTo>
                    <a:cubicBezTo>
                      <a:pt x="20711" y="14352"/>
                      <a:pt x="20787" y="14334"/>
                      <a:pt x="20822" y="14317"/>
                    </a:cubicBezTo>
                    <a:cubicBezTo>
                      <a:pt x="20842" y="14303"/>
                      <a:pt x="20863" y="14297"/>
                      <a:pt x="20885" y="14297"/>
                    </a:cubicBezTo>
                    <a:cubicBezTo>
                      <a:pt x="20963" y="14297"/>
                      <a:pt x="21048" y="14374"/>
                      <a:pt x="21095" y="14468"/>
                    </a:cubicBezTo>
                    <a:lnTo>
                      <a:pt x="21278" y="14317"/>
                    </a:lnTo>
                    <a:cubicBezTo>
                      <a:pt x="21323" y="14301"/>
                      <a:pt x="21361" y="14294"/>
                      <a:pt x="21395" y="14294"/>
                    </a:cubicBezTo>
                    <a:cubicBezTo>
                      <a:pt x="21430" y="14294"/>
                      <a:pt x="21460" y="14301"/>
                      <a:pt x="21490" y="14317"/>
                    </a:cubicBezTo>
                    <a:cubicBezTo>
                      <a:pt x="21543" y="14369"/>
                      <a:pt x="21588" y="14389"/>
                      <a:pt x="21628" y="14389"/>
                    </a:cubicBezTo>
                    <a:cubicBezTo>
                      <a:pt x="21705" y="14389"/>
                      <a:pt x="21765" y="14316"/>
                      <a:pt x="21825" y="14256"/>
                    </a:cubicBezTo>
                    <a:lnTo>
                      <a:pt x="22220" y="13952"/>
                    </a:lnTo>
                    <a:cubicBezTo>
                      <a:pt x="22281" y="13952"/>
                      <a:pt x="22311" y="13982"/>
                      <a:pt x="22342" y="13982"/>
                    </a:cubicBezTo>
                    <a:cubicBezTo>
                      <a:pt x="22454" y="14095"/>
                      <a:pt x="22584" y="14157"/>
                      <a:pt x="22717" y="14157"/>
                    </a:cubicBezTo>
                    <a:cubicBezTo>
                      <a:pt x="22764" y="14157"/>
                      <a:pt x="22811" y="14150"/>
                      <a:pt x="22858" y="14134"/>
                    </a:cubicBezTo>
                    <a:lnTo>
                      <a:pt x="23193" y="14104"/>
                    </a:lnTo>
                    <a:cubicBezTo>
                      <a:pt x="23284" y="14138"/>
                      <a:pt x="23379" y="14155"/>
                      <a:pt x="23473" y="14155"/>
                    </a:cubicBezTo>
                    <a:cubicBezTo>
                      <a:pt x="23628" y="14155"/>
                      <a:pt x="23778" y="14108"/>
                      <a:pt x="23892" y="14013"/>
                    </a:cubicBezTo>
                    <a:lnTo>
                      <a:pt x="24196" y="14013"/>
                    </a:lnTo>
                    <a:cubicBezTo>
                      <a:pt x="24198" y="14015"/>
                      <a:pt x="24201" y="14017"/>
                      <a:pt x="24203" y="14017"/>
                    </a:cubicBezTo>
                    <a:cubicBezTo>
                      <a:pt x="24227" y="14017"/>
                      <a:pt x="24234" y="13891"/>
                      <a:pt x="24317" y="13891"/>
                    </a:cubicBezTo>
                    <a:cubicBezTo>
                      <a:pt x="24378" y="13891"/>
                      <a:pt x="24439" y="13952"/>
                      <a:pt x="24530" y="13952"/>
                    </a:cubicBezTo>
                    <a:cubicBezTo>
                      <a:pt x="24568" y="13964"/>
                      <a:pt x="24606" y="13972"/>
                      <a:pt x="24643" y="13972"/>
                    </a:cubicBezTo>
                    <a:cubicBezTo>
                      <a:pt x="24697" y="13972"/>
                      <a:pt x="24750" y="13957"/>
                      <a:pt x="24804" y="13921"/>
                    </a:cubicBezTo>
                    <a:cubicBezTo>
                      <a:pt x="24840" y="13907"/>
                      <a:pt x="24866" y="13901"/>
                      <a:pt x="24885" y="13901"/>
                    </a:cubicBezTo>
                    <a:cubicBezTo>
                      <a:pt x="24944" y="13901"/>
                      <a:pt x="24932" y="13959"/>
                      <a:pt x="24956" y="13982"/>
                    </a:cubicBezTo>
                    <a:cubicBezTo>
                      <a:pt x="24956" y="14013"/>
                      <a:pt x="24986" y="14043"/>
                      <a:pt x="25047" y="14043"/>
                    </a:cubicBezTo>
                    <a:lnTo>
                      <a:pt x="25260" y="14043"/>
                    </a:lnTo>
                    <a:lnTo>
                      <a:pt x="25563" y="14104"/>
                    </a:lnTo>
                    <a:cubicBezTo>
                      <a:pt x="25632" y="14035"/>
                      <a:pt x="25717" y="14001"/>
                      <a:pt x="25807" y="14001"/>
                    </a:cubicBezTo>
                    <a:cubicBezTo>
                      <a:pt x="25837" y="14001"/>
                      <a:pt x="25867" y="14005"/>
                      <a:pt x="25898" y="14013"/>
                    </a:cubicBezTo>
                    <a:cubicBezTo>
                      <a:pt x="25926" y="14069"/>
                      <a:pt x="26110" y="14229"/>
                      <a:pt x="26233" y="14229"/>
                    </a:cubicBezTo>
                    <a:cubicBezTo>
                      <a:pt x="26244" y="14229"/>
                      <a:pt x="26253" y="14228"/>
                      <a:pt x="26263" y="14225"/>
                    </a:cubicBezTo>
                    <a:cubicBezTo>
                      <a:pt x="26384" y="14195"/>
                      <a:pt x="26445" y="14134"/>
                      <a:pt x="26415" y="14073"/>
                    </a:cubicBezTo>
                    <a:lnTo>
                      <a:pt x="26415" y="14043"/>
                    </a:lnTo>
                    <a:cubicBezTo>
                      <a:pt x="26415" y="13982"/>
                      <a:pt x="26445" y="13952"/>
                      <a:pt x="26475" y="13921"/>
                    </a:cubicBezTo>
                    <a:cubicBezTo>
                      <a:pt x="26504" y="13892"/>
                      <a:pt x="26521" y="13882"/>
                      <a:pt x="26531" y="13882"/>
                    </a:cubicBezTo>
                    <a:cubicBezTo>
                      <a:pt x="26553" y="13882"/>
                      <a:pt x="26546" y="13931"/>
                      <a:pt x="26567" y="13952"/>
                    </a:cubicBezTo>
                    <a:lnTo>
                      <a:pt x="26658" y="14073"/>
                    </a:lnTo>
                    <a:cubicBezTo>
                      <a:pt x="26719" y="14013"/>
                      <a:pt x="26779" y="13921"/>
                      <a:pt x="26749" y="13861"/>
                    </a:cubicBezTo>
                    <a:lnTo>
                      <a:pt x="26749" y="13861"/>
                    </a:lnTo>
                    <a:lnTo>
                      <a:pt x="26901" y="13921"/>
                    </a:lnTo>
                    <a:cubicBezTo>
                      <a:pt x="26966" y="13965"/>
                      <a:pt x="27038" y="13973"/>
                      <a:pt x="27113" y="13973"/>
                    </a:cubicBezTo>
                    <a:cubicBezTo>
                      <a:pt x="27163" y="13973"/>
                      <a:pt x="27213" y="13969"/>
                      <a:pt x="27263" y="13969"/>
                    </a:cubicBezTo>
                    <a:cubicBezTo>
                      <a:pt x="27350" y="13969"/>
                      <a:pt x="27434" y="13981"/>
                      <a:pt x="27509" y="14043"/>
                    </a:cubicBezTo>
                    <a:lnTo>
                      <a:pt x="27539" y="14043"/>
                    </a:lnTo>
                    <a:cubicBezTo>
                      <a:pt x="27569" y="14025"/>
                      <a:pt x="27597" y="14018"/>
                      <a:pt x="27623" y="14018"/>
                    </a:cubicBezTo>
                    <a:cubicBezTo>
                      <a:pt x="27734" y="14018"/>
                      <a:pt x="27813" y="14146"/>
                      <a:pt x="27813" y="14195"/>
                    </a:cubicBezTo>
                    <a:cubicBezTo>
                      <a:pt x="27813" y="14256"/>
                      <a:pt x="27722" y="14347"/>
                      <a:pt x="27600" y="14408"/>
                    </a:cubicBezTo>
                    <a:lnTo>
                      <a:pt x="27813" y="14438"/>
                    </a:lnTo>
                    <a:cubicBezTo>
                      <a:pt x="27829" y="14442"/>
                      <a:pt x="27843" y="14444"/>
                      <a:pt x="27854" y="14444"/>
                    </a:cubicBezTo>
                    <a:cubicBezTo>
                      <a:pt x="27927" y="14444"/>
                      <a:pt x="27904" y="14365"/>
                      <a:pt x="27904" y="14286"/>
                    </a:cubicBezTo>
                    <a:lnTo>
                      <a:pt x="27904" y="14225"/>
                    </a:lnTo>
                    <a:cubicBezTo>
                      <a:pt x="27904" y="14139"/>
                      <a:pt x="28068" y="13889"/>
                      <a:pt x="28188" y="13889"/>
                    </a:cubicBezTo>
                    <a:cubicBezTo>
                      <a:pt x="28195" y="13889"/>
                      <a:pt x="28202" y="13889"/>
                      <a:pt x="28208" y="13891"/>
                    </a:cubicBezTo>
                    <a:cubicBezTo>
                      <a:pt x="28240" y="13899"/>
                      <a:pt x="28271" y="13903"/>
                      <a:pt x="28298" y="13903"/>
                    </a:cubicBezTo>
                    <a:cubicBezTo>
                      <a:pt x="28372" y="13903"/>
                      <a:pt x="28421" y="13875"/>
                      <a:pt x="28421" y="13830"/>
                    </a:cubicBezTo>
                    <a:lnTo>
                      <a:pt x="28421" y="13678"/>
                    </a:lnTo>
                    <a:cubicBezTo>
                      <a:pt x="28633" y="13739"/>
                      <a:pt x="28846" y="13800"/>
                      <a:pt x="29059" y="13830"/>
                    </a:cubicBezTo>
                    <a:cubicBezTo>
                      <a:pt x="29241" y="13800"/>
                      <a:pt x="29424" y="13739"/>
                      <a:pt x="29606" y="13678"/>
                    </a:cubicBezTo>
                    <a:lnTo>
                      <a:pt x="29819" y="13617"/>
                    </a:lnTo>
                    <a:lnTo>
                      <a:pt x="29880" y="13617"/>
                    </a:lnTo>
                    <a:cubicBezTo>
                      <a:pt x="30001" y="13617"/>
                      <a:pt x="29971" y="13709"/>
                      <a:pt x="29849" y="13830"/>
                    </a:cubicBezTo>
                    <a:lnTo>
                      <a:pt x="29728" y="13861"/>
                    </a:lnTo>
                    <a:lnTo>
                      <a:pt x="29576" y="13921"/>
                    </a:lnTo>
                    <a:cubicBezTo>
                      <a:pt x="29393" y="13952"/>
                      <a:pt x="29302" y="14043"/>
                      <a:pt x="29333" y="14134"/>
                    </a:cubicBezTo>
                    <a:lnTo>
                      <a:pt x="29515" y="14043"/>
                    </a:lnTo>
                    <a:cubicBezTo>
                      <a:pt x="29667" y="13982"/>
                      <a:pt x="29849" y="14013"/>
                      <a:pt x="29971" y="13830"/>
                    </a:cubicBezTo>
                    <a:lnTo>
                      <a:pt x="30032" y="13769"/>
                    </a:lnTo>
                    <a:cubicBezTo>
                      <a:pt x="30168" y="13754"/>
                      <a:pt x="30313" y="13747"/>
                      <a:pt x="30457" y="13747"/>
                    </a:cubicBezTo>
                    <a:cubicBezTo>
                      <a:pt x="30602" y="13747"/>
                      <a:pt x="30746" y="13754"/>
                      <a:pt x="30883" y="13769"/>
                    </a:cubicBezTo>
                    <a:lnTo>
                      <a:pt x="31369" y="13769"/>
                    </a:lnTo>
                    <a:cubicBezTo>
                      <a:pt x="31643" y="13739"/>
                      <a:pt x="31977" y="13557"/>
                      <a:pt x="31947" y="13526"/>
                    </a:cubicBezTo>
                    <a:cubicBezTo>
                      <a:pt x="31916" y="13496"/>
                      <a:pt x="31931" y="13481"/>
                      <a:pt x="31973" y="13481"/>
                    </a:cubicBezTo>
                    <a:close/>
                    <a:moveTo>
                      <a:pt x="29978" y="14822"/>
                    </a:moveTo>
                    <a:cubicBezTo>
                      <a:pt x="30098" y="14822"/>
                      <a:pt x="30184" y="14856"/>
                      <a:pt x="30184" y="14924"/>
                    </a:cubicBezTo>
                    <a:lnTo>
                      <a:pt x="30153" y="14955"/>
                    </a:lnTo>
                    <a:cubicBezTo>
                      <a:pt x="30153" y="15016"/>
                      <a:pt x="30123" y="15046"/>
                      <a:pt x="30032" y="15076"/>
                    </a:cubicBezTo>
                    <a:cubicBezTo>
                      <a:pt x="29971" y="15137"/>
                      <a:pt x="29971" y="15168"/>
                      <a:pt x="30032" y="15198"/>
                    </a:cubicBezTo>
                    <a:lnTo>
                      <a:pt x="30062" y="15228"/>
                    </a:lnTo>
                    <a:cubicBezTo>
                      <a:pt x="30047" y="15274"/>
                      <a:pt x="30016" y="15297"/>
                      <a:pt x="29982" y="15297"/>
                    </a:cubicBezTo>
                    <a:cubicBezTo>
                      <a:pt x="29948" y="15297"/>
                      <a:pt x="29910" y="15274"/>
                      <a:pt x="29880" y="15228"/>
                    </a:cubicBezTo>
                    <a:lnTo>
                      <a:pt x="29880" y="15168"/>
                    </a:lnTo>
                    <a:cubicBezTo>
                      <a:pt x="29880" y="15076"/>
                      <a:pt x="29880" y="15016"/>
                      <a:pt x="29728" y="15016"/>
                    </a:cubicBezTo>
                    <a:cubicBezTo>
                      <a:pt x="29637" y="15016"/>
                      <a:pt x="29637" y="14864"/>
                      <a:pt x="29728" y="14864"/>
                    </a:cubicBezTo>
                    <a:lnTo>
                      <a:pt x="29849" y="14833"/>
                    </a:lnTo>
                    <a:cubicBezTo>
                      <a:pt x="29895" y="14826"/>
                      <a:pt x="29939" y="14822"/>
                      <a:pt x="29978" y="14822"/>
                    </a:cubicBezTo>
                    <a:close/>
                    <a:moveTo>
                      <a:pt x="18269" y="14225"/>
                    </a:moveTo>
                    <a:cubicBezTo>
                      <a:pt x="18329" y="14225"/>
                      <a:pt x="18329" y="14256"/>
                      <a:pt x="18329" y="14286"/>
                    </a:cubicBezTo>
                    <a:lnTo>
                      <a:pt x="18329" y="14317"/>
                    </a:lnTo>
                    <a:lnTo>
                      <a:pt x="18329" y="14499"/>
                    </a:lnTo>
                    <a:cubicBezTo>
                      <a:pt x="18390" y="14620"/>
                      <a:pt x="18816" y="14712"/>
                      <a:pt x="18876" y="14772"/>
                    </a:cubicBezTo>
                    <a:cubicBezTo>
                      <a:pt x="18937" y="14803"/>
                      <a:pt x="18937" y="14955"/>
                      <a:pt x="18846" y="15046"/>
                    </a:cubicBezTo>
                    <a:lnTo>
                      <a:pt x="18694" y="14894"/>
                    </a:lnTo>
                    <a:lnTo>
                      <a:pt x="18603" y="14894"/>
                    </a:lnTo>
                    <a:cubicBezTo>
                      <a:pt x="18572" y="14894"/>
                      <a:pt x="18512" y="14924"/>
                      <a:pt x="18512" y="14955"/>
                    </a:cubicBezTo>
                    <a:cubicBezTo>
                      <a:pt x="18512" y="14985"/>
                      <a:pt x="18572" y="15046"/>
                      <a:pt x="18572" y="15046"/>
                    </a:cubicBezTo>
                    <a:cubicBezTo>
                      <a:pt x="18626" y="15054"/>
                      <a:pt x="18677" y="15057"/>
                      <a:pt x="18727" y="15057"/>
                    </a:cubicBezTo>
                    <a:cubicBezTo>
                      <a:pt x="18854" y="15057"/>
                      <a:pt x="18972" y="15033"/>
                      <a:pt x="19089" y="14983"/>
                    </a:cubicBezTo>
                    <a:lnTo>
                      <a:pt x="19089" y="14983"/>
                    </a:lnTo>
                    <a:cubicBezTo>
                      <a:pt x="19089" y="15092"/>
                      <a:pt x="19089" y="15217"/>
                      <a:pt x="19089" y="15320"/>
                    </a:cubicBezTo>
                    <a:lnTo>
                      <a:pt x="19028" y="15259"/>
                    </a:lnTo>
                    <a:lnTo>
                      <a:pt x="18846" y="15137"/>
                    </a:lnTo>
                    <a:cubicBezTo>
                      <a:pt x="18664" y="15137"/>
                      <a:pt x="18481" y="15076"/>
                      <a:pt x="18390" y="14924"/>
                    </a:cubicBezTo>
                    <a:cubicBezTo>
                      <a:pt x="18360" y="14833"/>
                      <a:pt x="18481" y="14651"/>
                      <a:pt x="18481" y="14651"/>
                    </a:cubicBezTo>
                    <a:lnTo>
                      <a:pt x="18481" y="14651"/>
                    </a:lnTo>
                    <a:cubicBezTo>
                      <a:pt x="18360" y="14712"/>
                      <a:pt x="18238" y="14803"/>
                      <a:pt x="18147" y="14924"/>
                    </a:cubicBezTo>
                    <a:cubicBezTo>
                      <a:pt x="18147" y="14985"/>
                      <a:pt x="18117" y="15076"/>
                      <a:pt x="18117" y="15168"/>
                    </a:cubicBezTo>
                    <a:lnTo>
                      <a:pt x="18056" y="15198"/>
                    </a:lnTo>
                    <a:cubicBezTo>
                      <a:pt x="17995" y="15228"/>
                      <a:pt x="17904" y="15259"/>
                      <a:pt x="17813" y="15259"/>
                    </a:cubicBezTo>
                    <a:lnTo>
                      <a:pt x="17752" y="15259"/>
                    </a:lnTo>
                    <a:cubicBezTo>
                      <a:pt x="17727" y="15209"/>
                      <a:pt x="17662" y="15160"/>
                      <a:pt x="17622" y="15160"/>
                    </a:cubicBezTo>
                    <a:cubicBezTo>
                      <a:pt x="17613" y="15160"/>
                      <a:pt x="17605" y="15162"/>
                      <a:pt x="17600" y="15168"/>
                    </a:cubicBezTo>
                    <a:lnTo>
                      <a:pt x="17569" y="15198"/>
                    </a:lnTo>
                    <a:lnTo>
                      <a:pt x="17539" y="15228"/>
                    </a:lnTo>
                    <a:lnTo>
                      <a:pt x="17387" y="15228"/>
                    </a:lnTo>
                    <a:lnTo>
                      <a:pt x="17357" y="15168"/>
                    </a:lnTo>
                    <a:lnTo>
                      <a:pt x="17296" y="15107"/>
                    </a:lnTo>
                    <a:cubicBezTo>
                      <a:pt x="17265" y="14985"/>
                      <a:pt x="17296" y="14864"/>
                      <a:pt x="17417" y="14833"/>
                    </a:cubicBezTo>
                    <a:cubicBezTo>
                      <a:pt x="17448" y="14833"/>
                      <a:pt x="17478" y="14833"/>
                      <a:pt x="17509" y="14803"/>
                    </a:cubicBezTo>
                    <a:cubicBezTo>
                      <a:pt x="17417" y="14772"/>
                      <a:pt x="17357" y="14772"/>
                      <a:pt x="17265" y="14772"/>
                    </a:cubicBezTo>
                    <a:cubicBezTo>
                      <a:pt x="17205" y="14772"/>
                      <a:pt x="17113" y="14864"/>
                      <a:pt x="17053" y="14955"/>
                    </a:cubicBezTo>
                    <a:lnTo>
                      <a:pt x="16992" y="15046"/>
                    </a:lnTo>
                    <a:cubicBezTo>
                      <a:pt x="16992" y="15107"/>
                      <a:pt x="16962" y="15168"/>
                      <a:pt x="16901" y="15168"/>
                    </a:cubicBezTo>
                    <a:cubicBezTo>
                      <a:pt x="16840" y="15228"/>
                      <a:pt x="16749" y="15259"/>
                      <a:pt x="16658" y="15259"/>
                    </a:cubicBezTo>
                    <a:cubicBezTo>
                      <a:pt x="16627" y="15259"/>
                      <a:pt x="16597" y="15228"/>
                      <a:pt x="16597" y="15198"/>
                    </a:cubicBezTo>
                    <a:cubicBezTo>
                      <a:pt x="16566" y="15198"/>
                      <a:pt x="16597" y="15137"/>
                      <a:pt x="16597" y="15137"/>
                    </a:cubicBezTo>
                    <a:lnTo>
                      <a:pt x="16688" y="15076"/>
                    </a:lnTo>
                    <a:cubicBezTo>
                      <a:pt x="16840" y="15016"/>
                      <a:pt x="16779" y="14894"/>
                      <a:pt x="16566" y="14833"/>
                    </a:cubicBezTo>
                    <a:lnTo>
                      <a:pt x="16384" y="14772"/>
                    </a:lnTo>
                    <a:cubicBezTo>
                      <a:pt x="16372" y="14772"/>
                      <a:pt x="16350" y="14768"/>
                      <a:pt x="16332" y="14768"/>
                    </a:cubicBezTo>
                    <a:cubicBezTo>
                      <a:pt x="16305" y="14768"/>
                      <a:pt x="16287" y="14779"/>
                      <a:pt x="16323" y="14833"/>
                    </a:cubicBezTo>
                    <a:lnTo>
                      <a:pt x="16323" y="14864"/>
                    </a:lnTo>
                    <a:cubicBezTo>
                      <a:pt x="16354" y="14894"/>
                      <a:pt x="16171" y="14924"/>
                      <a:pt x="15958" y="14924"/>
                    </a:cubicBezTo>
                    <a:lnTo>
                      <a:pt x="15867" y="14742"/>
                    </a:lnTo>
                    <a:lnTo>
                      <a:pt x="15867" y="14738"/>
                    </a:lnTo>
                    <a:lnTo>
                      <a:pt x="15867" y="14738"/>
                    </a:lnTo>
                    <a:cubicBezTo>
                      <a:pt x="15938" y="14724"/>
                      <a:pt x="16009" y="14705"/>
                      <a:pt x="16080" y="14681"/>
                    </a:cubicBezTo>
                    <a:lnTo>
                      <a:pt x="16262" y="14590"/>
                    </a:lnTo>
                    <a:cubicBezTo>
                      <a:pt x="16278" y="14575"/>
                      <a:pt x="16293" y="14567"/>
                      <a:pt x="16308" y="14567"/>
                    </a:cubicBezTo>
                    <a:cubicBezTo>
                      <a:pt x="16323" y="14567"/>
                      <a:pt x="16338" y="14575"/>
                      <a:pt x="16354" y="14590"/>
                    </a:cubicBezTo>
                    <a:lnTo>
                      <a:pt x="16475" y="14681"/>
                    </a:lnTo>
                    <a:lnTo>
                      <a:pt x="16962" y="14529"/>
                    </a:lnTo>
                    <a:lnTo>
                      <a:pt x="17083" y="14620"/>
                    </a:lnTo>
                    <a:cubicBezTo>
                      <a:pt x="17154" y="14651"/>
                      <a:pt x="17222" y="14661"/>
                      <a:pt x="17287" y="14661"/>
                    </a:cubicBezTo>
                    <a:cubicBezTo>
                      <a:pt x="17417" y="14661"/>
                      <a:pt x="17539" y="14620"/>
                      <a:pt x="17661" y="14620"/>
                    </a:cubicBezTo>
                    <a:lnTo>
                      <a:pt x="17873" y="14620"/>
                    </a:lnTo>
                    <a:cubicBezTo>
                      <a:pt x="17879" y="14638"/>
                      <a:pt x="17889" y="14645"/>
                      <a:pt x="17903" y="14645"/>
                    </a:cubicBezTo>
                    <a:cubicBezTo>
                      <a:pt x="17958" y="14645"/>
                      <a:pt x="18067" y="14512"/>
                      <a:pt x="18117" y="14438"/>
                    </a:cubicBezTo>
                    <a:cubicBezTo>
                      <a:pt x="18147" y="14347"/>
                      <a:pt x="18238" y="14225"/>
                      <a:pt x="18269" y="14225"/>
                    </a:cubicBezTo>
                    <a:close/>
                    <a:moveTo>
                      <a:pt x="15803" y="14750"/>
                    </a:moveTo>
                    <a:cubicBezTo>
                      <a:pt x="15770" y="14804"/>
                      <a:pt x="15746" y="14898"/>
                      <a:pt x="15746" y="14955"/>
                    </a:cubicBezTo>
                    <a:cubicBezTo>
                      <a:pt x="15746" y="15016"/>
                      <a:pt x="15928" y="15046"/>
                      <a:pt x="15958" y="15046"/>
                    </a:cubicBezTo>
                    <a:cubicBezTo>
                      <a:pt x="16019" y="15046"/>
                      <a:pt x="16050" y="15107"/>
                      <a:pt x="16080" y="15198"/>
                    </a:cubicBezTo>
                    <a:lnTo>
                      <a:pt x="16050" y="15228"/>
                    </a:lnTo>
                    <a:lnTo>
                      <a:pt x="15958" y="15320"/>
                    </a:lnTo>
                    <a:cubicBezTo>
                      <a:pt x="15853" y="15337"/>
                      <a:pt x="15778" y="15355"/>
                      <a:pt x="15734" y="15355"/>
                    </a:cubicBezTo>
                    <a:cubicBezTo>
                      <a:pt x="15701" y="15355"/>
                      <a:pt x="15685" y="15345"/>
                      <a:pt x="15685" y="15320"/>
                    </a:cubicBezTo>
                    <a:lnTo>
                      <a:pt x="15654" y="15259"/>
                    </a:lnTo>
                    <a:cubicBezTo>
                      <a:pt x="15624" y="15228"/>
                      <a:pt x="15563" y="15168"/>
                      <a:pt x="15533" y="15168"/>
                    </a:cubicBezTo>
                    <a:cubicBezTo>
                      <a:pt x="15411" y="15198"/>
                      <a:pt x="15442" y="15259"/>
                      <a:pt x="15503" y="15320"/>
                    </a:cubicBezTo>
                    <a:lnTo>
                      <a:pt x="15503" y="15350"/>
                    </a:lnTo>
                    <a:cubicBezTo>
                      <a:pt x="15520" y="15368"/>
                      <a:pt x="15497" y="15385"/>
                      <a:pt x="15445" y="15385"/>
                    </a:cubicBezTo>
                    <a:cubicBezTo>
                      <a:pt x="15407" y="15385"/>
                      <a:pt x="15354" y="15376"/>
                      <a:pt x="15290" y="15350"/>
                    </a:cubicBezTo>
                    <a:lnTo>
                      <a:pt x="15199" y="15320"/>
                    </a:lnTo>
                    <a:cubicBezTo>
                      <a:pt x="15168" y="15320"/>
                      <a:pt x="15138" y="15259"/>
                      <a:pt x="15138" y="15259"/>
                    </a:cubicBezTo>
                    <a:cubicBezTo>
                      <a:pt x="15168" y="15168"/>
                      <a:pt x="15229" y="15046"/>
                      <a:pt x="15229" y="15046"/>
                    </a:cubicBezTo>
                    <a:cubicBezTo>
                      <a:pt x="15229" y="15016"/>
                      <a:pt x="15199" y="14985"/>
                      <a:pt x="15168" y="14985"/>
                    </a:cubicBezTo>
                    <a:lnTo>
                      <a:pt x="15077" y="14985"/>
                    </a:lnTo>
                    <a:lnTo>
                      <a:pt x="15047" y="15016"/>
                    </a:lnTo>
                    <a:cubicBezTo>
                      <a:pt x="15047" y="15046"/>
                      <a:pt x="15077" y="15289"/>
                      <a:pt x="15016" y="15350"/>
                    </a:cubicBezTo>
                    <a:cubicBezTo>
                      <a:pt x="14925" y="15411"/>
                      <a:pt x="14834" y="15441"/>
                      <a:pt x="14743" y="15472"/>
                    </a:cubicBezTo>
                    <a:cubicBezTo>
                      <a:pt x="14682" y="15472"/>
                      <a:pt x="14621" y="15289"/>
                      <a:pt x="14621" y="15228"/>
                    </a:cubicBezTo>
                    <a:cubicBezTo>
                      <a:pt x="14621" y="15168"/>
                      <a:pt x="14651" y="15107"/>
                      <a:pt x="14712" y="15076"/>
                    </a:cubicBezTo>
                    <a:lnTo>
                      <a:pt x="14834" y="15076"/>
                    </a:lnTo>
                    <a:cubicBezTo>
                      <a:pt x="14875" y="15035"/>
                      <a:pt x="14889" y="14936"/>
                      <a:pt x="14873" y="14888"/>
                    </a:cubicBezTo>
                    <a:lnTo>
                      <a:pt x="14873" y="14888"/>
                    </a:lnTo>
                    <a:cubicBezTo>
                      <a:pt x="15031" y="14875"/>
                      <a:pt x="15184" y="14841"/>
                      <a:pt x="15320" y="14772"/>
                    </a:cubicBezTo>
                    <a:cubicBezTo>
                      <a:pt x="15330" y="14762"/>
                      <a:pt x="15340" y="14759"/>
                      <a:pt x="15352" y="14759"/>
                    </a:cubicBezTo>
                    <a:cubicBezTo>
                      <a:pt x="15374" y="14759"/>
                      <a:pt x="15401" y="14772"/>
                      <a:pt x="15442" y="14772"/>
                    </a:cubicBezTo>
                    <a:lnTo>
                      <a:pt x="15533" y="14772"/>
                    </a:lnTo>
                    <a:cubicBezTo>
                      <a:pt x="15623" y="14772"/>
                      <a:pt x="15713" y="14765"/>
                      <a:pt x="15803" y="14750"/>
                    </a:cubicBezTo>
                    <a:close/>
                    <a:moveTo>
                      <a:pt x="11521" y="15380"/>
                    </a:moveTo>
                    <a:cubicBezTo>
                      <a:pt x="11612" y="15441"/>
                      <a:pt x="11551" y="15502"/>
                      <a:pt x="11521" y="15532"/>
                    </a:cubicBezTo>
                    <a:cubicBezTo>
                      <a:pt x="11457" y="15532"/>
                      <a:pt x="11394" y="15538"/>
                      <a:pt x="11330" y="15544"/>
                    </a:cubicBezTo>
                    <a:lnTo>
                      <a:pt x="11330" y="15544"/>
                    </a:lnTo>
                    <a:lnTo>
                      <a:pt x="11521" y="15380"/>
                    </a:lnTo>
                    <a:close/>
                    <a:moveTo>
                      <a:pt x="26840" y="15137"/>
                    </a:moveTo>
                    <a:cubicBezTo>
                      <a:pt x="26901" y="15137"/>
                      <a:pt x="26992" y="15198"/>
                      <a:pt x="27083" y="15198"/>
                    </a:cubicBezTo>
                    <a:cubicBezTo>
                      <a:pt x="27326" y="15228"/>
                      <a:pt x="27114" y="15320"/>
                      <a:pt x="27144" y="15350"/>
                    </a:cubicBezTo>
                    <a:lnTo>
                      <a:pt x="27174" y="15411"/>
                    </a:lnTo>
                    <a:cubicBezTo>
                      <a:pt x="27209" y="15434"/>
                      <a:pt x="27200" y="15444"/>
                      <a:pt x="27173" y="15444"/>
                    </a:cubicBezTo>
                    <a:cubicBezTo>
                      <a:pt x="27130" y="15444"/>
                      <a:pt x="27041" y="15418"/>
                      <a:pt x="27022" y="15380"/>
                    </a:cubicBezTo>
                    <a:cubicBezTo>
                      <a:pt x="27007" y="15350"/>
                      <a:pt x="26984" y="15335"/>
                      <a:pt x="26962" y="15335"/>
                    </a:cubicBezTo>
                    <a:cubicBezTo>
                      <a:pt x="26939" y="15335"/>
                      <a:pt x="26916" y="15350"/>
                      <a:pt x="26901" y="15380"/>
                    </a:cubicBezTo>
                    <a:cubicBezTo>
                      <a:pt x="26840" y="15472"/>
                      <a:pt x="26779" y="15563"/>
                      <a:pt x="26719" y="15624"/>
                    </a:cubicBezTo>
                    <a:lnTo>
                      <a:pt x="26688" y="15624"/>
                    </a:lnTo>
                    <a:cubicBezTo>
                      <a:pt x="26627" y="15593"/>
                      <a:pt x="26627" y="15563"/>
                      <a:pt x="26627" y="15532"/>
                    </a:cubicBezTo>
                    <a:lnTo>
                      <a:pt x="26627" y="15472"/>
                    </a:lnTo>
                    <a:cubicBezTo>
                      <a:pt x="26688" y="15380"/>
                      <a:pt x="26719" y="15289"/>
                      <a:pt x="26719" y="15198"/>
                    </a:cubicBezTo>
                    <a:lnTo>
                      <a:pt x="26840" y="15137"/>
                    </a:lnTo>
                    <a:close/>
                    <a:moveTo>
                      <a:pt x="28907" y="14955"/>
                    </a:moveTo>
                    <a:cubicBezTo>
                      <a:pt x="28968" y="14955"/>
                      <a:pt x="29059" y="14985"/>
                      <a:pt x="29059" y="14985"/>
                    </a:cubicBezTo>
                    <a:cubicBezTo>
                      <a:pt x="29076" y="15088"/>
                      <a:pt x="29103" y="15123"/>
                      <a:pt x="29151" y="15123"/>
                    </a:cubicBezTo>
                    <a:cubicBezTo>
                      <a:pt x="29187" y="15123"/>
                      <a:pt x="29236" y="15103"/>
                      <a:pt x="29302" y="15076"/>
                    </a:cubicBezTo>
                    <a:lnTo>
                      <a:pt x="29333" y="15046"/>
                    </a:lnTo>
                    <a:cubicBezTo>
                      <a:pt x="29393" y="15046"/>
                      <a:pt x="29454" y="15107"/>
                      <a:pt x="29454" y="15137"/>
                    </a:cubicBezTo>
                    <a:cubicBezTo>
                      <a:pt x="29454" y="15198"/>
                      <a:pt x="29424" y="15259"/>
                      <a:pt x="29424" y="15320"/>
                    </a:cubicBezTo>
                    <a:lnTo>
                      <a:pt x="29606" y="15289"/>
                    </a:lnTo>
                    <a:cubicBezTo>
                      <a:pt x="29667" y="15289"/>
                      <a:pt x="29728" y="15289"/>
                      <a:pt x="29788" y="15320"/>
                    </a:cubicBezTo>
                    <a:lnTo>
                      <a:pt x="29849" y="15380"/>
                    </a:lnTo>
                    <a:cubicBezTo>
                      <a:pt x="29849" y="15441"/>
                      <a:pt x="29880" y="15532"/>
                      <a:pt x="29880" y="15624"/>
                    </a:cubicBezTo>
                    <a:cubicBezTo>
                      <a:pt x="29849" y="15654"/>
                      <a:pt x="29788" y="15654"/>
                      <a:pt x="29697" y="15654"/>
                    </a:cubicBezTo>
                    <a:lnTo>
                      <a:pt x="29667" y="15563"/>
                    </a:lnTo>
                    <a:cubicBezTo>
                      <a:pt x="29637" y="15532"/>
                      <a:pt x="29606" y="15502"/>
                      <a:pt x="29576" y="15472"/>
                    </a:cubicBezTo>
                    <a:lnTo>
                      <a:pt x="29515" y="15472"/>
                    </a:lnTo>
                    <a:cubicBezTo>
                      <a:pt x="29454" y="15472"/>
                      <a:pt x="29393" y="15532"/>
                      <a:pt x="29393" y="15593"/>
                    </a:cubicBezTo>
                    <a:lnTo>
                      <a:pt x="29454" y="15624"/>
                    </a:lnTo>
                    <a:lnTo>
                      <a:pt x="29454" y="15654"/>
                    </a:lnTo>
                    <a:cubicBezTo>
                      <a:pt x="29515" y="15654"/>
                      <a:pt x="29576" y="15715"/>
                      <a:pt x="29545" y="15775"/>
                    </a:cubicBezTo>
                    <a:lnTo>
                      <a:pt x="29393" y="15775"/>
                    </a:lnTo>
                    <a:cubicBezTo>
                      <a:pt x="29378" y="15779"/>
                      <a:pt x="29362" y="15780"/>
                      <a:pt x="29346" y="15780"/>
                    </a:cubicBezTo>
                    <a:cubicBezTo>
                      <a:pt x="29212" y="15780"/>
                      <a:pt x="29089" y="15665"/>
                      <a:pt x="29089" y="15502"/>
                    </a:cubicBezTo>
                    <a:cubicBezTo>
                      <a:pt x="29089" y="15380"/>
                      <a:pt x="28846" y="15016"/>
                      <a:pt x="28907" y="14955"/>
                    </a:cubicBezTo>
                    <a:close/>
                    <a:moveTo>
                      <a:pt x="19399" y="15615"/>
                    </a:moveTo>
                    <a:cubicBezTo>
                      <a:pt x="19415" y="15615"/>
                      <a:pt x="19460" y="15660"/>
                      <a:pt x="19484" y="15684"/>
                    </a:cubicBezTo>
                    <a:lnTo>
                      <a:pt x="19545" y="15745"/>
                    </a:lnTo>
                    <a:cubicBezTo>
                      <a:pt x="19636" y="15867"/>
                      <a:pt x="19667" y="15958"/>
                      <a:pt x="19667" y="15988"/>
                    </a:cubicBezTo>
                    <a:cubicBezTo>
                      <a:pt x="19636" y="15988"/>
                      <a:pt x="19393" y="15867"/>
                      <a:pt x="19272" y="15867"/>
                    </a:cubicBezTo>
                    <a:lnTo>
                      <a:pt x="19332" y="15867"/>
                    </a:lnTo>
                    <a:lnTo>
                      <a:pt x="19302" y="15715"/>
                    </a:lnTo>
                    <a:cubicBezTo>
                      <a:pt x="19272" y="15684"/>
                      <a:pt x="19363" y="15624"/>
                      <a:pt x="19393" y="15624"/>
                    </a:cubicBezTo>
                    <a:cubicBezTo>
                      <a:pt x="19393" y="15618"/>
                      <a:pt x="19395" y="15615"/>
                      <a:pt x="19399" y="15615"/>
                    </a:cubicBezTo>
                    <a:close/>
                    <a:moveTo>
                      <a:pt x="18329" y="15563"/>
                    </a:moveTo>
                    <a:lnTo>
                      <a:pt x="18360" y="15593"/>
                    </a:lnTo>
                    <a:lnTo>
                      <a:pt x="18512" y="15684"/>
                    </a:lnTo>
                    <a:cubicBezTo>
                      <a:pt x="18420" y="15745"/>
                      <a:pt x="18481" y="15897"/>
                      <a:pt x="18633" y="15958"/>
                    </a:cubicBezTo>
                    <a:lnTo>
                      <a:pt x="18755" y="15988"/>
                    </a:lnTo>
                    <a:lnTo>
                      <a:pt x="18755" y="16079"/>
                    </a:lnTo>
                    <a:cubicBezTo>
                      <a:pt x="18755" y="16110"/>
                      <a:pt x="18724" y="16110"/>
                      <a:pt x="18694" y="16110"/>
                    </a:cubicBezTo>
                    <a:lnTo>
                      <a:pt x="18512" y="16140"/>
                    </a:lnTo>
                    <a:cubicBezTo>
                      <a:pt x="18481" y="16155"/>
                      <a:pt x="18451" y="16163"/>
                      <a:pt x="18420" y="16163"/>
                    </a:cubicBezTo>
                    <a:cubicBezTo>
                      <a:pt x="18390" y="16163"/>
                      <a:pt x="18360" y="16155"/>
                      <a:pt x="18329" y="16140"/>
                    </a:cubicBezTo>
                    <a:cubicBezTo>
                      <a:pt x="18284" y="16125"/>
                      <a:pt x="18231" y="16117"/>
                      <a:pt x="18174" y="16117"/>
                    </a:cubicBezTo>
                    <a:cubicBezTo>
                      <a:pt x="18117" y="16117"/>
                      <a:pt x="18056" y="16125"/>
                      <a:pt x="17995" y="16140"/>
                    </a:cubicBezTo>
                    <a:cubicBezTo>
                      <a:pt x="17987" y="16157"/>
                      <a:pt x="17979" y="16164"/>
                      <a:pt x="17972" y="16164"/>
                    </a:cubicBezTo>
                    <a:cubicBezTo>
                      <a:pt x="17955" y="16164"/>
                      <a:pt x="17950" y="16108"/>
                      <a:pt x="17995" y="16019"/>
                    </a:cubicBezTo>
                    <a:lnTo>
                      <a:pt x="18056" y="16019"/>
                    </a:lnTo>
                    <a:lnTo>
                      <a:pt x="18269" y="15927"/>
                    </a:lnTo>
                    <a:cubicBezTo>
                      <a:pt x="18208" y="15836"/>
                      <a:pt x="18177" y="15715"/>
                      <a:pt x="18177" y="15593"/>
                    </a:cubicBezTo>
                    <a:cubicBezTo>
                      <a:pt x="18177" y="15563"/>
                      <a:pt x="18269" y="15563"/>
                      <a:pt x="18329" y="15563"/>
                    </a:cubicBezTo>
                    <a:close/>
                    <a:moveTo>
                      <a:pt x="12574" y="16093"/>
                    </a:moveTo>
                    <a:cubicBezTo>
                      <a:pt x="12616" y="16093"/>
                      <a:pt x="12651" y="16098"/>
                      <a:pt x="12676" y="16110"/>
                    </a:cubicBezTo>
                    <a:cubicBezTo>
                      <a:pt x="12767" y="16140"/>
                      <a:pt x="12615" y="16231"/>
                      <a:pt x="12372" y="16262"/>
                    </a:cubicBezTo>
                    <a:lnTo>
                      <a:pt x="12159" y="16292"/>
                    </a:lnTo>
                    <a:lnTo>
                      <a:pt x="12129" y="16292"/>
                    </a:lnTo>
                    <a:cubicBezTo>
                      <a:pt x="12095" y="16342"/>
                      <a:pt x="12052" y="16365"/>
                      <a:pt x="12016" y="16365"/>
                    </a:cubicBezTo>
                    <a:cubicBezTo>
                      <a:pt x="11986" y="16365"/>
                      <a:pt x="11960" y="16350"/>
                      <a:pt x="11946" y="16323"/>
                    </a:cubicBezTo>
                    <a:lnTo>
                      <a:pt x="11885" y="16262"/>
                    </a:lnTo>
                    <a:lnTo>
                      <a:pt x="11855" y="16231"/>
                    </a:lnTo>
                    <a:cubicBezTo>
                      <a:pt x="11825" y="16171"/>
                      <a:pt x="11916" y="16171"/>
                      <a:pt x="12037" y="16171"/>
                    </a:cubicBezTo>
                    <a:cubicBezTo>
                      <a:pt x="12135" y="16171"/>
                      <a:pt x="12407" y="16093"/>
                      <a:pt x="12574" y="16093"/>
                    </a:cubicBezTo>
                    <a:close/>
                    <a:moveTo>
                      <a:pt x="11429" y="16019"/>
                    </a:moveTo>
                    <a:lnTo>
                      <a:pt x="11278" y="16171"/>
                    </a:lnTo>
                    <a:cubicBezTo>
                      <a:pt x="11247" y="16201"/>
                      <a:pt x="11247" y="16292"/>
                      <a:pt x="11247" y="16353"/>
                    </a:cubicBezTo>
                    <a:lnTo>
                      <a:pt x="11247" y="16414"/>
                    </a:lnTo>
                    <a:cubicBezTo>
                      <a:pt x="11247" y="16449"/>
                      <a:pt x="11122" y="16464"/>
                      <a:pt x="10994" y="16464"/>
                    </a:cubicBezTo>
                    <a:cubicBezTo>
                      <a:pt x="10903" y="16464"/>
                      <a:pt x="10811" y="16457"/>
                      <a:pt x="10761" y="16444"/>
                    </a:cubicBezTo>
                    <a:cubicBezTo>
                      <a:pt x="10686" y="16407"/>
                      <a:pt x="10634" y="16381"/>
                      <a:pt x="10619" y="16381"/>
                    </a:cubicBezTo>
                    <a:cubicBezTo>
                      <a:pt x="10610" y="16381"/>
                      <a:pt x="10616" y="16391"/>
                      <a:pt x="10639" y="16414"/>
                    </a:cubicBezTo>
                    <a:lnTo>
                      <a:pt x="10700" y="16444"/>
                    </a:lnTo>
                    <a:lnTo>
                      <a:pt x="10730" y="16475"/>
                    </a:lnTo>
                    <a:cubicBezTo>
                      <a:pt x="10822" y="16475"/>
                      <a:pt x="10730" y="16566"/>
                      <a:pt x="10487" y="16627"/>
                    </a:cubicBezTo>
                    <a:lnTo>
                      <a:pt x="10305" y="16687"/>
                    </a:lnTo>
                    <a:lnTo>
                      <a:pt x="10244" y="16687"/>
                    </a:lnTo>
                    <a:cubicBezTo>
                      <a:pt x="10183" y="16687"/>
                      <a:pt x="9910" y="16657"/>
                      <a:pt x="9636" y="16657"/>
                    </a:cubicBezTo>
                    <a:lnTo>
                      <a:pt x="9423" y="16657"/>
                    </a:lnTo>
                    <a:cubicBezTo>
                      <a:pt x="9302" y="16657"/>
                      <a:pt x="9332" y="16657"/>
                      <a:pt x="9302" y="16718"/>
                    </a:cubicBezTo>
                    <a:cubicBezTo>
                      <a:pt x="9271" y="16748"/>
                      <a:pt x="9211" y="16779"/>
                      <a:pt x="9180" y="16779"/>
                    </a:cubicBezTo>
                    <a:lnTo>
                      <a:pt x="8998" y="16748"/>
                    </a:lnTo>
                    <a:cubicBezTo>
                      <a:pt x="8901" y="16690"/>
                      <a:pt x="8793" y="16669"/>
                      <a:pt x="8711" y="16669"/>
                    </a:cubicBezTo>
                    <a:cubicBezTo>
                      <a:pt x="8663" y="16669"/>
                      <a:pt x="8625" y="16676"/>
                      <a:pt x="8603" y="16687"/>
                    </a:cubicBezTo>
                    <a:cubicBezTo>
                      <a:pt x="8572" y="16718"/>
                      <a:pt x="8519" y="16733"/>
                      <a:pt x="8470" y="16733"/>
                    </a:cubicBezTo>
                    <a:cubicBezTo>
                      <a:pt x="8420" y="16733"/>
                      <a:pt x="8375" y="16718"/>
                      <a:pt x="8360" y="16687"/>
                    </a:cubicBezTo>
                    <a:cubicBezTo>
                      <a:pt x="8329" y="16627"/>
                      <a:pt x="8268" y="16444"/>
                      <a:pt x="8360" y="16444"/>
                    </a:cubicBezTo>
                    <a:cubicBezTo>
                      <a:pt x="8420" y="16444"/>
                      <a:pt x="8481" y="16414"/>
                      <a:pt x="8512" y="16353"/>
                    </a:cubicBezTo>
                    <a:cubicBezTo>
                      <a:pt x="8512" y="16323"/>
                      <a:pt x="8572" y="16323"/>
                      <a:pt x="8663" y="16323"/>
                    </a:cubicBezTo>
                    <a:lnTo>
                      <a:pt x="8694" y="16353"/>
                    </a:lnTo>
                    <a:cubicBezTo>
                      <a:pt x="8755" y="16383"/>
                      <a:pt x="8846" y="16444"/>
                      <a:pt x="8907" y="16505"/>
                    </a:cubicBezTo>
                    <a:cubicBezTo>
                      <a:pt x="8952" y="16566"/>
                      <a:pt x="8967" y="16596"/>
                      <a:pt x="8986" y="16596"/>
                    </a:cubicBezTo>
                    <a:cubicBezTo>
                      <a:pt x="9005" y="16596"/>
                      <a:pt x="9028" y="16566"/>
                      <a:pt x="9089" y="16505"/>
                    </a:cubicBezTo>
                    <a:lnTo>
                      <a:pt x="9180" y="16444"/>
                    </a:lnTo>
                    <a:cubicBezTo>
                      <a:pt x="9264" y="16388"/>
                      <a:pt x="9530" y="16228"/>
                      <a:pt x="9666" y="16228"/>
                    </a:cubicBezTo>
                    <a:cubicBezTo>
                      <a:pt x="9677" y="16228"/>
                      <a:pt x="9688" y="16229"/>
                      <a:pt x="9697" y="16231"/>
                    </a:cubicBezTo>
                    <a:cubicBezTo>
                      <a:pt x="9819" y="16292"/>
                      <a:pt x="9970" y="16353"/>
                      <a:pt x="10092" y="16353"/>
                    </a:cubicBezTo>
                    <a:cubicBezTo>
                      <a:pt x="10214" y="16323"/>
                      <a:pt x="10305" y="16292"/>
                      <a:pt x="10426" y="16292"/>
                    </a:cubicBezTo>
                    <a:cubicBezTo>
                      <a:pt x="10487" y="16292"/>
                      <a:pt x="10548" y="16201"/>
                      <a:pt x="10578" y="16110"/>
                    </a:cubicBezTo>
                    <a:lnTo>
                      <a:pt x="10700" y="16140"/>
                    </a:lnTo>
                    <a:lnTo>
                      <a:pt x="11034" y="16231"/>
                    </a:lnTo>
                    <a:cubicBezTo>
                      <a:pt x="11095" y="16079"/>
                      <a:pt x="11278" y="16019"/>
                      <a:pt x="11429" y="16019"/>
                    </a:cubicBezTo>
                    <a:close/>
                    <a:moveTo>
                      <a:pt x="16566" y="16505"/>
                    </a:moveTo>
                    <a:cubicBezTo>
                      <a:pt x="16658" y="16535"/>
                      <a:pt x="16658" y="16596"/>
                      <a:pt x="16536" y="16657"/>
                    </a:cubicBezTo>
                    <a:lnTo>
                      <a:pt x="16506" y="16657"/>
                    </a:lnTo>
                    <a:cubicBezTo>
                      <a:pt x="16481" y="16649"/>
                      <a:pt x="16457" y="16645"/>
                      <a:pt x="16432" y="16645"/>
                    </a:cubicBezTo>
                    <a:cubicBezTo>
                      <a:pt x="16366" y="16645"/>
                      <a:pt x="16299" y="16673"/>
                      <a:pt x="16232" y="16718"/>
                    </a:cubicBezTo>
                    <a:lnTo>
                      <a:pt x="16110" y="16839"/>
                    </a:lnTo>
                    <a:cubicBezTo>
                      <a:pt x="16050" y="16718"/>
                      <a:pt x="16019" y="16627"/>
                      <a:pt x="16050" y="16627"/>
                    </a:cubicBezTo>
                    <a:cubicBezTo>
                      <a:pt x="16202" y="16566"/>
                      <a:pt x="16384" y="16535"/>
                      <a:pt x="16566" y="16505"/>
                    </a:cubicBezTo>
                    <a:close/>
                    <a:moveTo>
                      <a:pt x="13284" y="16475"/>
                    </a:moveTo>
                    <a:lnTo>
                      <a:pt x="13344" y="16566"/>
                    </a:lnTo>
                    <a:cubicBezTo>
                      <a:pt x="13375" y="16687"/>
                      <a:pt x="13253" y="16809"/>
                      <a:pt x="13071" y="16839"/>
                    </a:cubicBezTo>
                    <a:lnTo>
                      <a:pt x="12919" y="16870"/>
                    </a:lnTo>
                    <a:cubicBezTo>
                      <a:pt x="12888" y="16870"/>
                      <a:pt x="12858" y="16839"/>
                      <a:pt x="12828" y="16809"/>
                    </a:cubicBezTo>
                    <a:cubicBezTo>
                      <a:pt x="12828" y="16779"/>
                      <a:pt x="12858" y="16718"/>
                      <a:pt x="12888" y="16718"/>
                    </a:cubicBezTo>
                    <a:cubicBezTo>
                      <a:pt x="12980" y="16687"/>
                      <a:pt x="13101" y="16657"/>
                      <a:pt x="13162" y="16657"/>
                    </a:cubicBezTo>
                    <a:cubicBezTo>
                      <a:pt x="13192" y="16627"/>
                      <a:pt x="13223" y="16566"/>
                      <a:pt x="13162" y="16535"/>
                    </a:cubicBezTo>
                    <a:cubicBezTo>
                      <a:pt x="13162" y="16505"/>
                      <a:pt x="13223" y="16475"/>
                      <a:pt x="13284" y="16475"/>
                    </a:cubicBezTo>
                    <a:close/>
                    <a:moveTo>
                      <a:pt x="13832" y="16480"/>
                    </a:moveTo>
                    <a:cubicBezTo>
                      <a:pt x="13881" y="16480"/>
                      <a:pt x="13932" y="16497"/>
                      <a:pt x="13983" y="16535"/>
                    </a:cubicBezTo>
                    <a:cubicBezTo>
                      <a:pt x="14044" y="16596"/>
                      <a:pt x="14104" y="16657"/>
                      <a:pt x="14135" y="16748"/>
                    </a:cubicBezTo>
                    <a:lnTo>
                      <a:pt x="14135" y="16809"/>
                    </a:lnTo>
                    <a:cubicBezTo>
                      <a:pt x="14135" y="16839"/>
                      <a:pt x="14044" y="16870"/>
                      <a:pt x="14013" y="16870"/>
                    </a:cubicBezTo>
                    <a:cubicBezTo>
                      <a:pt x="13861" y="16870"/>
                      <a:pt x="13831" y="16809"/>
                      <a:pt x="13831" y="16718"/>
                    </a:cubicBezTo>
                    <a:cubicBezTo>
                      <a:pt x="13800" y="16718"/>
                      <a:pt x="13740" y="16718"/>
                      <a:pt x="13709" y="16748"/>
                    </a:cubicBezTo>
                    <a:cubicBezTo>
                      <a:pt x="13705" y="16752"/>
                      <a:pt x="13700" y="16754"/>
                      <a:pt x="13693" y="16754"/>
                    </a:cubicBezTo>
                    <a:cubicBezTo>
                      <a:pt x="13650" y="16754"/>
                      <a:pt x="13569" y="16671"/>
                      <a:pt x="13648" y="16566"/>
                    </a:cubicBezTo>
                    <a:cubicBezTo>
                      <a:pt x="13701" y="16513"/>
                      <a:pt x="13765" y="16480"/>
                      <a:pt x="13832" y="16480"/>
                    </a:cubicBezTo>
                    <a:close/>
                    <a:moveTo>
                      <a:pt x="8025" y="16475"/>
                    </a:moveTo>
                    <a:cubicBezTo>
                      <a:pt x="8086" y="16475"/>
                      <a:pt x="8147" y="16535"/>
                      <a:pt x="8177" y="16596"/>
                    </a:cubicBezTo>
                    <a:lnTo>
                      <a:pt x="8147" y="16596"/>
                    </a:lnTo>
                    <a:cubicBezTo>
                      <a:pt x="7995" y="16657"/>
                      <a:pt x="8025" y="16900"/>
                      <a:pt x="7782" y="16900"/>
                    </a:cubicBezTo>
                    <a:cubicBezTo>
                      <a:pt x="7773" y="16909"/>
                      <a:pt x="7759" y="16913"/>
                      <a:pt x="7742" y="16913"/>
                    </a:cubicBezTo>
                    <a:cubicBezTo>
                      <a:pt x="7701" y="16913"/>
                      <a:pt x="7643" y="16891"/>
                      <a:pt x="7600" y="16870"/>
                    </a:cubicBezTo>
                    <a:lnTo>
                      <a:pt x="7569" y="16809"/>
                    </a:lnTo>
                    <a:cubicBezTo>
                      <a:pt x="7539" y="16779"/>
                      <a:pt x="7630" y="16718"/>
                      <a:pt x="7630" y="16718"/>
                    </a:cubicBezTo>
                    <a:cubicBezTo>
                      <a:pt x="7656" y="16725"/>
                      <a:pt x="7679" y="16729"/>
                      <a:pt x="7699" y="16729"/>
                    </a:cubicBezTo>
                    <a:cubicBezTo>
                      <a:pt x="7845" y="16729"/>
                      <a:pt x="7858" y="16558"/>
                      <a:pt x="7964" y="16505"/>
                    </a:cubicBezTo>
                    <a:lnTo>
                      <a:pt x="8025" y="16475"/>
                    </a:lnTo>
                    <a:close/>
                    <a:moveTo>
                      <a:pt x="15872" y="16515"/>
                    </a:moveTo>
                    <a:cubicBezTo>
                      <a:pt x="15907" y="16515"/>
                      <a:pt x="15928" y="16530"/>
                      <a:pt x="15928" y="16566"/>
                    </a:cubicBezTo>
                    <a:lnTo>
                      <a:pt x="15898" y="16566"/>
                    </a:lnTo>
                    <a:cubicBezTo>
                      <a:pt x="15746" y="16627"/>
                      <a:pt x="15654" y="16748"/>
                      <a:pt x="15563" y="16870"/>
                    </a:cubicBezTo>
                    <a:lnTo>
                      <a:pt x="15563" y="16931"/>
                    </a:lnTo>
                    <a:cubicBezTo>
                      <a:pt x="15542" y="16938"/>
                      <a:pt x="15520" y="16941"/>
                      <a:pt x="15500" y="16941"/>
                    </a:cubicBezTo>
                    <a:cubicBezTo>
                      <a:pt x="15434" y="16941"/>
                      <a:pt x="15381" y="16902"/>
                      <a:pt x="15381" y="16809"/>
                    </a:cubicBezTo>
                    <a:cubicBezTo>
                      <a:pt x="15381" y="16724"/>
                      <a:pt x="15461" y="16532"/>
                      <a:pt x="15570" y="16532"/>
                    </a:cubicBezTo>
                    <a:cubicBezTo>
                      <a:pt x="15578" y="16532"/>
                      <a:pt x="15586" y="16533"/>
                      <a:pt x="15594" y="16535"/>
                    </a:cubicBezTo>
                    <a:lnTo>
                      <a:pt x="15776" y="16535"/>
                    </a:lnTo>
                    <a:cubicBezTo>
                      <a:pt x="15814" y="16523"/>
                      <a:pt x="15846" y="16515"/>
                      <a:pt x="15872" y="16515"/>
                    </a:cubicBezTo>
                    <a:close/>
                    <a:moveTo>
                      <a:pt x="12300" y="16615"/>
                    </a:moveTo>
                    <a:cubicBezTo>
                      <a:pt x="12353" y="16615"/>
                      <a:pt x="12410" y="16649"/>
                      <a:pt x="12433" y="16718"/>
                    </a:cubicBezTo>
                    <a:cubicBezTo>
                      <a:pt x="12460" y="16772"/>
                      <a:pt x="12246" y="17067"/>
                      <a:pt x="12177" y="17067"/>
                    </a:cubicBezTo>
                    <a:cubicBezTo>
                      <a:pt x="12169" y="17067"/>
                      <a:pt x="12162" y="17062"/>
                      <a:pt x="12159" y="17052"/>
                    </a:cubicBezTo>
                    <a:cubicBezTo>
                      <a:pt x="12129" y="16900"/>
                      <a:pt x="12159" y="16748"/>
                      <a:pt x="12250" y="16627"/>
                    </a:cubicBezTo>
                    <a:cubicBezTo>
                      <a:pt x="12265" y="16619"/>
                      <a:pt x="12282" y="16615"/>
                      <a:pt x="12300" y="16615"/>
                    </a:cubicBezTo>
                    <a:close/>
                    <a:moveTo>
                      <a:pt x="3901" y="16918"/>
                    </a:moveTo>
                    <a:cubicBezTo>
                      <a:pt x="3922" y="16918"/>
                      <a:pt x="3939" y="16922"/>
                      <a:pt x="3952" y="16931"/>
                    </a:cubicBezTo>
                    <a:cubicBezTo>
                      <a:pt x="4043" y="16961"/>
                      <a:pt x="4043" y="17022"/>
                      <a:pt x="3952" y="17022"/>
                    </a:cubicBezTo>
                    <a:lnTo>
                      <a:pt x="3891" y="17052"/>
                    </a:lnTo>
                    <a:cubicBezTo>
                      <a:pt x="3739" y="17052"/>
                      <a:pt x="3770" y="17083"/>
                      <a:pt x="3831" y="17174"/>
                    </a:cubicBezTo>
                    <a:cubicBezTo>
                      <a:pt x="3861" y="17174"/>
                      <a:pt x="3739" y="17295"/>
                      <a:pt x="3709" y="17295"/>
                    </a:cubicBezTo>
                    <a:cubicBezTo>
                      <a:pt x="3557" y="17265"/>
                      <a:pt x="3405" y="17234"/>
                      <a:pt x="3253" y="17174"/>
                    </a:cubicBezTo>
                    <a:cubicBezTo>
                      <a:pt x="3253" y="17174"/>
                      <a:pt x="3253" y="17143"/>
                      <a:pt x="3253" y="17113"/>
                    </a:cubicBezTo>
                    <a:cubicBezTo>
                      <a:pt x="3283" y="17083"/>
                      <a:pt x="3344" y="17052"/>
                      <a:pt x="3375" y="17052"/>
                    </a:cubicBezTo>
                    <a:lnTo>
                      <a:pt x="3466" y="17052"/>
                    </a:lnTo>
                    <a:cubicBezTo>
                      <a:pt x="3544" y="17052"/>
                      <a:pt x="3778" y="16918"/>
                      <a:pt x="3901" y="16918"/>
                    </a:cubicBezTo>
                    <a:close/>
                    <a:moveTo>
                      <a:pt x="6203" y="16584"/>
                    </a:moveTo>
                    <a:cubicBezTo>
                      <a:pt x="6213" y="16584"/>
                      <a:pt x="6224" y="16588"/>
                      <a:pt x="6232" y="16596"/>
                    </a:cubicBezTo>
                    <a:lnTo>
                      <a:pt x="6293" y="16627"/>
                    </a:lnTo>
                    <a:lnTo>
                      <a:pt x="6323" y="16657"/>
                    </a:lnTo>
                    <a:cubicBezTo>
                      <a:pt x="6384" y="16718"/>
                      <a:pt x="6262" y="16809"/>
                      <a:pt x="6201" y="16809"/>
                    </a:cubicBezTo>
                    <a:cubicBezTo>
                      <a:pt x="6141" y="16809"/>
                      <a:pt x="5867" y="16961"/>
                      <a:pt x="5897" y="17052"/>
                    </a:cubicBezTo>
                    <a:cubicBezTo>
                      <a:pt x="5906" y="17069"/>
                      <a:pt x="5912" y="17086"/>
                      <a:pt x="5916" y="17100"/>
                    </a:cubicBezTo>
                    <a:lnTo>
                      <a:pt x="5916" y="17100"/>
                    </a:lnTo>
                    <a:cubicBezTo>
                      <a:pt x="5881" y="17077"/>
                      <a:pt x="5768" y="17043"/>
                      <a:pt x="5677" y="17043"/>
                    </a:cubicBezTo>
                    <a:cubicBezTo>
                      <a:pt x="5626" y="17043"/>
                      <a:pt x="5582" y="17054"/>
                      <a:pt x="5563" y="17083"/>
                    </a:cubicBezTo>
                    <a:cubicBezTo>
                      <a:pt x="5442" y="17174"/>
                      <a:pt x="5320" y="17234"/>
                      <a:pt x="5168" y="17295"/>
                    </a:cubicBezTo>
                    <a:cubicBezTo>
                      <a:pt x="5077" y="17295"/>
                      <a:pt x="4986" y="17022"/>
                      <a:pt x="4986" y="16900"/>
                    </a:cubicBezTo>
                    <a:cubicBezTo>
                      <a:pt x="4986" y="16832"/>
                      <a:pt x="5174" y="16746"/>
                      <a:pt x="5293" y="16746"/>
                    </a:cubicBezTo>
                    <a:cubicBezTo>
                      <a:pt x="5333" y="16746"/>
                      <a:pt x="5366" y="16756"/>
                      <a:pt x="5381" y="16779"/>
                    </a:cubicBezTo>
                    <a:cubicBezTo>
                      <a:pt x="5390" y="16806"/>
                      <a:pt x="5422" y="16817"/>
                      <a:pt x="5460" y="16817"/>
                    </a:cubicBezTo>
                    <a:cubicBezTo>
                      <a:pt x="5549" y="16817"/>
                      <a:pt x="5675" y="16760"/>
                      <a:pt x="5654" y="16718"/>
                    </a:cubicBezTo>
                    <a:cubicBezTo>
                      <a:pt x="5636" y="16680"/>
                      <a:pt x="5652" y="16654"/>
                      <a:pt x="5695" y="16654"/>
                    </a:cubicBezTo>
                    <a:cubicBezTo>
                      <a:pt x="5722" y="16654"/>
                      <a:pt x="5760" y="16664"/>
                      <a:pt x="5806" y="16687"/>
                    </a:cubicBezTo>
                    <a:lnTo>
                      <a:pt x="5928" y="16687"/>
                    </a:lnTo>
                    <a:cubicBezTo>
                      <a:pt x="5989" y="16687"/>
                      <a:pt x="6049" y="16687"/>
                      <a:pt x="6110" y="16657"/>
                    </a:cubicBezTo>
                    <a:lnTo>
                      <a:pt x="6141" y="16657"/>
                    </a:lnTo>
                    <a:cubicBezTo>
                      <a:pt x="6141" y="16612"/>
                      <a:pt x="6173" y="16584"/>
                      <a:pt x="6203" y="16584"/>
                    </a:cubicBezTo>
                    <a:close/>
                    <a:moveTo>
                      <a:pt x="86081" y="0"/>
                    </a:moveTo>
                    <a:lnTo>
                      <a:pt x="85473" y="122"/>
                    </a:lnTo>
                    <a:lnTo>
                      <a:pt x="85261" y="152"/>
                    </a:lnTo>
                    <a:lnTo>
                      <a:pt x="85078" y="183"/>
                    </a:lnTo>
                    <a:cubicBezTo>
                      <a:pt x="84957" y="183"/>
                      <a:pt x="84805" y="213"/>
                      <a:pt x="84683" y="274"/>
                    </a:cubicBezTo>
                    <a:cubicBezTo>
                      <a:pt x="84683" y="335"/>
                      <a:pt x="84683" y="426"/>
                      <a:pt x="84622" y="456"/>
                    </a:cubicBezTo>
                    <a:lnTo>
                      <a:pt x="84531" y="487"/>
                    </a:lnTo>
                    <a:cubicBezTo>
                      <a:pt x="84503" y="403"/>
                      <a:pt x="84400" y="270"/>
                      <a:pt x="84336" y="270"/>
                    </a:cubicBezTo>
                    <a:cubicBezTo>
                      <a:pt x="84330" y="270"/>
                      <a:pt x="84324" y="271"/>
                      <a:pt x="84318" y="274"/>
                    </a:cubicBezTo>
                    <a:cubicBezTo>
                      <a:pt x="84304" y="283"/>
                      <a:pt x="84286" y="288"/>
                      <a:pt x="84267" y="288"/>
                    </a:cubicBezTo>
                    <a:cubicBezTo>
                      <a:pt x="84163" y="288"/>
                      <a:pt x="84000" y="168"/>
                      <a:pt x="83923" y="91"/>
                    </a:cubicBezTo>
                    <a:cubicBezTo>
                      <a:pt x="83904" y="73"/>
                      <a:pt x="83883" y="65"/>
                      <a:pt x="83862" y="65"/>
                    </a:cubicBezTo>
                    <a:cubicBezTo>
                      <a:pt x="83815" y="65"/>
                      <a:pt x="83771" y="101"/>
                      <a:pt x="83771" y="122"/>
                    </a:cubicBezTo>
                    <a:cubicBezTo>
                      <a:pt x="83741" y="183"/>
                      <a:pt x="83650" y="213"/>
                      <a:pt x="83528" y="213"/>
                    </a:cubicBezTo>
                    <a:lnTo>
                      <a:pt x="83498" y="183"/>
                    </a:lnTo>
                    <a:cubicBezTo>
                      <a:pt x="83467" y="142"/>
                      <a:pt x="83440" y="129"/>
                      <a:pt x="83414" y="129"/>
                    </a:cubicBezTo>
                    <a:cubicBezTo>
                      <a:pt x="83363" y="129"/>
                      <a:pt x="83315" y="183"/>
                      <a:pt x="83255" y="183"/>
                    </a:cubicBezTo>
                    <a:cubicBezTo>
                      <a:pt x="83224" y="183"/>
                      <a:pt x="83163" y="152"/>
                      <a:pt x="83163" y="91"/>
                    </a:cubicBezTo>
                    <a:lnTo>
                      <a:pt x="83133" y="61"/>
                    </a:lnTo>
                    <a:cubicBezTo>
                      <a:pt x="83133" y="39"/>
                      <a:pt x="83129" y="29"/>
                      <a:pt x="83123" y="29"/>
                    </a:cubicBezTo>
                    <a:cubicBezTo>
                      <a:pt x="83111" y="29"/>
                      <a:pt x="83092" y="63"/>
                      <a:pt x="83072" y="122"/>
                    </a:cubicBezTo>
                    <a:lnTo>
                      <a:pt x="83011" y="152"/>
                    </a:lnTo>
                    <a:cubicBezTo>
                      <a:pt x="82951" y="243"/>
                      <a:pt x="82829" y="183"/>
                      <a:pt x="82768" y="243"/>
                    </a:cubicBezTo>
                    <a:lnTo>
                      <a:pt x="82647" y="304"/>
                    </a:lnTo>
                    <a:cubicBezTo>
                      <a:pt x="82495" y="243"/>
                      <a:pt x="82343" y="213"/>
                      <a:pt x="82191" y="213"/>
                    </a:cubicBezTo>
                    <a:cubicBezTo>
                      <a:pt x="82069" y="274"/>
                      <a:pt x="81948" y="304"/>
                      <a:pt x="81826" y="304"/>
                    </a:cubicBezTo>
                    <a:lnTo>
                      <a:pt x="81400" y="304"/>
                    </a:lnTo>
                    <a:lnTo>
                      <a:pt x="81096" y="335"/>
                    </a:lnTo>
                    <a:lnTo>
                      <a:pt x="81036" y="335"/>
                    </a:lnTo>
                    <a:lnTo>
                      <a:pt x="80489" y="456"/>
                    </a:lnTo>
                    <a:cubicBezTo>
                      <a:pt x="80468" y="466"/>
                      <a:pt x="80445" y="470"/>
                      <a:pt x="80420" y="470"/>
                    </a:cubicBezTo>
                    <a:cubicBezTo>
                      <a:pt x="80370" y="470"/>
                      <a:pt x="80316" y="456"/>
                      <a:pt x="80276" y="456"/>
                    </a:cubicBezTo>
                    <a:lnTo>
                      <a:pt x="80124" y="456"/>
                    </a:lnTo>
                    <a:cubicBezTo>
                      <a:pt x="80017" y="426"/>
                      <a:pt x="79911" y="411"/>
                      <a:pt x="79808" y="411"/>
                    </a:cubicBezTo>
                    <a:cubicBezTo>
                      <a:pt x="79706" y="411"/>
                      <a:pt x="79607" y="426"/>
                      <a:pt x="79516" y="456"/>
                    </a:cubicBezTo>
                    <a:lnTo>
                      <a:pt x="79333" y="395"/>
                    </a:lnTo>
                    <a:cubicBezTo>
                      <a:pt x="79303" y="390"/>
                      <a:pt x="79272" y="389"/>
                      <a:pt x="79240" y="389"/>
                    </a:cubicBezTo>
                    <a:cubicBezTo>
                      <a:pt x="79176" y="389"/>
                      <a:pt x="79111" y="395"/>
                      <a:pt x="79045" y="395"/>
                    </a:cubicBezTo>
                    <a:cubicBezTo>
                      <a:pt x="78946" y="395"/>
                      <a:pt x="78847" y="380"/>
                      <a:pt x="78756" y="304"/>
                    </a:cubicBezTo>
                    <a:lnTo>
                      <a:pt x="78726" y="304"/>
                    </a:lnTo>
                    <a:cubicBezTo>
                      <a:pt x="78634" y="304"/>
                      <a:pt x="78482" y="365"/>
                      <a:pt x="78361" y="395"/>
                    </a:cubicBezTo>
                    <a:lnTo>
                      <a:pt x="78239" y="395"/>
                    </a:lnTo>
                    <a:lnTo>
                      <a:pt x="78057" y="365"/>
                    </a:lnTo>
                    <a:cubicBezTo>
                      <a:pt x="78016" y="405"/>
                      <a:pt x="77952" y="419"/>
                      <a:pt x="77880" y="419"/>
                    </a:cubicBezTo>
                    <a:cubicBezTo>
                      <a:pt x="77736" y="419"/>
                      <a:pt x="77560" y="365"/>
                      <a:pt x="77479" y="365"/>
                    </a:cubicBezTo>
                    <a:cubicBezTo>
                      <a:pt x="77327" y="395"/>
                      <a:pt x="77175" y="426"/>
                      <a:pt x="77023" y="487"/>
                    </a:cubicBezTo>
                    <a:lnTo>
                      <a:pt x="76932" y="487"/>
                    </a:lnTo>
                    <a:cubicBezTo>
                      <a:pt x="76841" y="487"/>
                      <a:pt x="76750" y="426"/>
                      <a:pt x="76659" y="426"/>
                    </a:cubicBezTo>
                    <a:cubicBezTo>
                      <a:pt x="76537" y="426"/>
                      <a:pt x="76446" y="456"/>
                      <a:pt x="76355" y="487"/>
                    </a:cubicBezTo>
                    <a:lnTo>
                      <a:pt x="76112" y="547"/>
                    </a:lnTo>
                    <a:lnTo>
                      <a:pt x="75504" y="578"/>
                    </a:lnTo>
                    <a:cubicBezTo>
                      <a:pt x="75443" y="529"/>
                      <a:pt x="75377" y="514"/>
                      <a:pt x="75309" y="514"/>
                    </a:cubicBezTo>
                    <a:cubicBezTo>
                      <a:pt x="75206" y="514"/>
                      <a:pt x="75096" y="547"/>
                      <a:pt x="74987" y="547"/>
                    </a:cubicBezTo>
                    <a:lnTo>
                      <a:pt x="74805" y="547"/>
                    </a:lnTo>
                    <a:cubicBezTo>
                      <a:pt x="74778" y="553"/>
                      <a:pt x="74753" y="555"/>
                      <a:pt x="74729" y="555"/>
                    </a:cubicBezTo>
                    <a:cubicBezTo>
                      <a:pt x="74612" y="555"/>
                      <a:pt x="74515" y="496"/>
                      <a:pt x="74440" y="395"/>
                    </a:cubicBezTo>
                    <a:cubicBezTo>
                      <a:pt x="74438" y="391"/>
                      <a:pt x="74434" y="389"/>
                      <a:pt x="74428" y="389"/>
                    </a:cubicBezTo>
                    <a:cubicBezTo>
                      <a:pt x="74355" y="389"/>
                      <a:pt x="74001" y="738"/>
                      <a:pt x="73832" y="851"/>
                    </a:cubicBezTo>
                    <a:cubicBezTo>
                      <a:pt x="73753" y="910"/>
                      <a:pt x="73649" y="944"/>
                      <a:pt x="73545" y="944"/>
                    </a:cubicBezTo>
                    <a:cubicBezTo>
                      <a:pt x="73487" y="944"/>
                      <a:pt x="73430" y="934"/>
                      <a:pt x="73376" y="912"/>
                    </a:cubicBezTo>
                    <a:cubicBezTo>
                      <a:pt x="73346" y="882"/>
                      <a:pt x="73376" y="851"/>
                      <a:pt x="73467" y="851"/>
                    </a:cubicBezTo>
                    <a:lnTo>
                      <a:pt x="73498" y="821"/>
                    </a:lnTo>
                    <a:cubicBezTo>
                      <a:pt x="73498" y="790"/>
                      <a:pt x="73528" y="760"/>
                      <a:pt x="73528" y="730"/>
                    </a:cubicBezTo>
                    <a:cubicBezTo>
                      <a:pt x="73528" y="699"/>
                      <a:pt x="73437" y="669"/>
                      <a:pt x="73437" y="669"/>
                    </a:cubicBezTo>
                    <a:lnTo>
                      <a:pt x="73315" y="760"/>
                    </a:lnTo>
                    <a:cubicBezTo>
                      <a:pt x="73102" y="730"/>
                      <a:pt x="72890" y="699"/>
                      <a:pt x="72707" y="699"/>
                    </a:cubicBezTo>
                    <a:lnTo>
                      <a:pt x="72555" y="669"/>
                    </a:lnTo>
                    <a:cubicBezTo>
                      <a:pt x="72475" y="637"/>
                      <a:pt x="72412" y="596"/>
                      <a:pt x="72366" y="596"/>
                    </a:cubicBezTo>
                    <a:cubicBezTo>
                      <a:pt x="72324" y="596"/>
                      <a:pt x="72296" y="629"/>
                      <a:pt x="72282" y="730"/>
                    </a:cubicBezTo>
                    <a:lnTo>
                      <a:pt x="72130" y="730"/>
                    </a:lnTo>
                    <a:cubicBezTo>
                      <a:pt x="72106" y="698"/>
                      <a:pt x="72082" y="687"/>
                      <a:pt x="72059" y="687"/>
                    </a:cubicBezTo>
                    <a:cubicBezTo>
                      <a:pt x="72006" y="687"/>
                      <a:pt x="71957" y="742"/>
                      <a:pt x="71916" y="742"/>
                    </a:cubicBezTo>
                    <a:cubicBezTo>
                      <a:pt x="71906" y="742"/>
                      <a:pt x="71896" y="739"/>
                      <a:pt x="71887" y="730"/>
                    </a:cubicBezTo>
                    <a:cubicBezTo>
                      <a:pt x="71852" y="695"/>
                      <a:pt x="71820" y="683"/>
                      <a:pt x="71790" y="683"/>
                    </a:cubicBezTo>
                    <a:cubicBezTo>
                      <a:pt x="71715" y="683"/>
                      <a:pt x="71656" y="760"/>
                      <a:pt x="71613" y="760"/>
                    </a:cubicBezTo>
                    <a:cubicBezTo>
                      <a:pt x="71595" y="766"/>
                      <a:pt x="71577" y="769"/>
                      <a:pt x="71559" y="769"/>
                    </a:cubicBezTo>
                    <a:cubicBezTo>
                      <a:pt x="71487" y="769"/>
                      <a:pt x="71418" y="730"/>
                      <a:pt x="71370" y="730"/>
                    </a:cubicBezTo>
                    <a:lnTo>
                      <a:pt x="71279" y="730"/>
                    </a:lnTo>
                    <a:cubicBezTo>
                      <a:pt x="71232" y="753"/>
                      <a:pt x="71190" y="763"/>
                      <a:pt x="71154" y="763"/>
                    </a:cubicBezTo>
                    <a:cubicBezTo>
                      <a:pt x="71096" y="763"/>
                      <a:pt x="71054" y="737"/>
                      <a:pt x="71035" y="699"/>
                    </a:cubicBezTo>
                    <a:lnTo>
                      <a:pt x="71005" y="669"/>
                    </a:lnTo>
                    <a:cubicBezTo>
                      <a:pt x="70950" y="669"/>
                      <a:pt x="70844" y="794"/>
                      <a:pt x="70780" y="794"/>
                    </a:cubicBezTo>
                    <a:cubicBezTo>
                      <a:pt x="70773" y="794"/>
                      <a:pt x="70767" y="793"/>
                      <a:pt x="70762" y="790"/>
                    </a:cubicBezTo>
                    <a:cubicBezTo>
                      <a:pt x="70610" y="760"/>
                      <a:pt x="70488" y="730"/>
                      <a:pt x="70336" y="730"/>
                    </a:cubicBezTo>
                    <a:lnTo>
                      <a:pt x="70245" y="821"/>
                    </a:lnTo>
                    <a:cubicBezTo>
                      <a:pt x="70180" y="886"/>
                      <a:pt x="70097" y="916"/>
                      <a:pt x="70016" y="916"/>
                    </a:cubicBezTo>
                    <a:cubicBezTo>
                      <a:pt x="69946" y="916"/>
                      <a:pt x="69876" y="894"/>
                      <a:pt x="69820" y="851"/>
                    </a:cubicBezTo>
                    <a:lnTo>
                      <a:pt x="69485" y="699"/>
                    </a:lnTo>
                    <a:lnTo>
                      <a:pt x="69212" y="790"/>
                    </a:lnTo>
                    <a:lnTo>
                      <a:pt x="69151" y="882"/>
                    </a:lnTo>
                    <a:cubicBezTo>
                      <a:pt x="69060" y="790"/>
                      <a:pt x="68969" y="730"/>
                      <a:pt x="68908" y="639"/>
                    </a:cubicBezTo>
                    <a:cubicBezTo>
                      <a:pt x="68904" y="635"/>
                      <a:pt x="68899" y="633"/>
                      <a:pt x="68894" y="633"/>
                    </a:cubicBezTo>
                    <a:cubicBezTo>
                      <a:pt x="68861" y="633"/>
                      <a:pt x="68809" y="715"/>
                      <a:pt x="68756" y="821"/>
                    </a:cubicBezTo>
                    <a:lnTo>
                      <a:pt x="68634" y="760"/>
                    </a:lnTo>
                    <a:lnTo>
                      <a:pt x="68452" y="669"/>
                    </a:lnTo>
                    <a:cubicBezTo>
                      <a:pt x="68269" y="699"/>
                      <a:pt x="68087" y="699"/>
                      <a:pt x="68026" y="699"/>
                    </a:cubicBezTo>
                    <a:lnTo>
                      <a:pt x="67996" y="699"/>
                    </a:lnTo>
                    <a:cubicBezTo>
                      <a:pt x="67892" y="820"/>
                      <a:pt x="67779" y="853"/>
                      <a:pt x="67655" y="853"/>
                    </a:cubicBezTo>
                    <a:cubicBezTo>
                      <a:pt x="67562" y="853"/>
                      <a:pt x="67463" y="834"/>
                      <a:pt x="67358" y="821"/>
                    </a:cubicBezTo>
                    <a:cubicBezTo>
                      <a:pt x="67266" y="790"/>
                      <a:pt x="67114" y="790"/>
                      <a:pt x="67023" y="760"/>
                    </a:cubicBezTo>
                    <a:lnTo>
                      <a:pt x="66810" y="699"/>
                    </a:lnTo>
                    <a:cubicBezTo>
                      <a:pt x="66810" y="780"/>
                      <a:pt x="66770" y="821"/>
                      <a:pt x="66707" y="821"/>
                    </a:cubicBezTo>
                    <a:cubicBezTo>
                      <a:pt x="66675" y="821"/>
                      <a:pt x="66638" y="811"/>
                      <a:pt x="66598" y="790"/>
                    </a:cubicBezTo>
                    <a:lnTo>
                      <a:pt x="66476" y="760"/>
                    </a:lnTo>
                    <a:cubicBezTo>
                      <a:pt x="66415" y="760"/>
                      <a:pt x="66341" y="814"/>
                      <a:pt x="66262" y="814"/>
                    </a:cubicBezTo>
                    <a:cubicBezTo>
                      <a:pt x="66223" y="814"/>
                      <a:pt x="66182" y="801"/>
                      <a:pt x="66142" y="760"/>
                    </a:cubicBezTo>
                    <a:cubicBezTo>
                      <a:pt x="66020" y="821"/>
                      <a:pt x="65868" y="882"/>
                      <a:pt x="65747" y="912"/>
                    </a:cubicBezTo>
                    <a:cubicBezTo>
                      <a:pt x="65534" y="851"/>
                      <a:pt x="65351" y="821"/>
                      <a:pt x="65139" y="790"/>
                    </a:cubicBezTo>
                    <a:cubicBezTo>
                      <a:pt x="65086" y="808"/>
                      <a:pt x="64973" y="826"/>
                      <a:pt x="64880" y="826"/>
                    </a:cubicBezTo>
                    <a:cubicBezTo>
                      <a:pt x="64813" y="826"/>
                      <a:pt x="64756" y="816"/>
                      <a:pt x="64744" y="790"/>
                    </a:cubicBezTo>
                    <a:cubicBezTo>
                      <a:pt x="64728" y="775"/>
                      <a:pt x="64709" y="770"/>
                      <a:pt x="64688" y="770"/>
                    </a:cubicBezTo>
                    <a:cubicBezTo>
                      <a:pt x="64624" y="770"/>
                      <a:pt x="64538" y="821"/>
                      <a:pt x="64470" y="821"/>
                    </a:cubicBezTo>
                    <a:cubicBezTo>
                      <a:pt x="64348" y="821"/>
                      <a:pt x="64227" y="790"/>
                      <a:pt x="64105" y="730"/>
                    </a:cubicBezTo>
                    <a:lnTo>
                      <a:pt x="64014" y="790"/>
                    </a:lnTo>
                    <a:lnTo>
                      <a:pt x="63923" y="882"/>
                    </a:lnTo>
                    <a:cubicBezTo>
                      <a:pt x="63910" y="875"/>
                      <a:pt x="63890" y="873"/>
                      <a:pt x="63867" y="873"/>
                    </a:cubicBezTo>
                    <a:cubicBezTo>
                      <a:pt x="63802" y="873"/>
                      <a:pt x="63709" y="890"/>
                      <a:pt x="63645" y="890"/>
                    </a:cubicBezTo>
                    <a:cubicBezTo>
                      <a:pt x="63621" y="890"/>
                      <a:pt x="63601" y="888"/>
                      <a:pt x="63589" y="882"/>
                    </a:cubicBezTo>
                    <a:cubicBezTo>
                      <a:pt x="63561" y="826"/>
                      <a:pt x="63331" y="695"/>
                      <a:pt x="63222" y="695"/>
                    </a:cubicBezTo>
                    <a:cubicBezTo>
                      <a:pt x="63211" y="695"/>
                      <a:pt x="63202" y="697"/>
                      <a:pt x="63193" y="699"/>
                    </a:cubicBezTo>
                    <a:cubicBezTo>
                      <a:pt x="63011" y="760"/>
                      <a:pt x="62859" y="790"/>
                      <a:pt x="62677" y="821"/>
                    </a:cubicBezTo>
                    <a:cubicBezTo>
                      <a:pt x="62555" y="790"/>
                      <a:pt x="62464" y="730"/>
                      <a:pt x="62403" y="639"/>
                    </a:cubicBezTo>
                    <a:lnTo>
                      <a:pt x="62312" y="578"/>
                    </a:lnTo>
                    <a:lnTo>
                      <a:pt x="62281" y="547"/>
                    </a:lnTo>
                    <a:cubicBezTo>
                      <a:pt x="62190" y="547"/>
                      <a:pt x="62160" y="639"/>
                      <a:pt x="62160" y="699"/>
                    </a:cubicBezTo>
                    <a:cubicBezTo>
                      <a:pt x="62190" y="730"/>
                      <a:pt x="62130" y="790"/>
                      <a:pt x="62038" y="851"/>
                    </a:cubicBezTo>
                    <a:lnTo>
                      <a:pt x="61917" y="882"/>
                    </a:lnTo>
                    <a:cubicBezTo>
                      <a:pt x="61826" y="882"/>
                      <a:pt x="61734" y="821"/>
                      <a:pt x="61643" y="790"/>
                    </a:cubicBezTo>
                    <a:cubicBezTo>
                      <a:pt x="61598" y="775"/>
                      <a:pt x="61544" y="768"/>
                      <a:pt x="61487" y="768"/>
                    </a:cubicBezTo>
                    <a:cubicBezTo>
                      <a:pt x="61430" y="768"/>
                      <a:pt x="61370" y="775"/>
                      <a:pt x="61309" y="790"/>
                    </a:cubicBezTo>
                    <a:cubicBezTo>
                      <a:pt x="61235" y="852"/>
                      <a:pt x="61166" y="874"/>
                      <a:pt x="61100" y="874"/>
                    </a:cubicBezTo>
                    <a:cubicBezTo>
                      <a:pt x="61003" y="874"/>
                      <a:pt x="60913" y="827"/>
                      <a:pt x="60823" y="790"/>
                    </a:cubicBezTo>
                    <a:cubicBezTo>
                      <a:pt x="60755" y="771"/>
                      <a:pt x="60685" y="761"/>
                      <a:pt x="60614" y="761"/>
                    </a:cubicBezTo>
                    <a:cubicBezTo>
                      <a:pt x="60462" y="761"/>
                      <a:pt x="60309" y="808"/>
                      <a:pt x="60184" y="912"/>
                    </a:cubicBezTo>
                    <a:lnTo>
                      <a:pt x="60154" y="942"/>
                    </a:lnTo>
                    <a:cubicBezTo>
                      <a:pt x="60129" y="951"/>
                      <a:pt x="60105" y="954"/>
                      <a:pt x="60080" y="954"/>
                    </a:cubicBezTo>
                    <a:cubicBezTo>
                      <a:pt x="60014" y="954"/>
                      <a:pt x="59947" y="926"/>
                      <a:pt x="59880" y="882"/>
                    </a:cubicBezTo>
                    <a:lnTo>
                      <a:pt x="59850" y="821"/>
                    </a:lnTo>
                    <a:cubicBezTo>
                      <a:pt x="59814" y="785"/>
                      <a:pt x="59774" y="773"/>
                      <a:pt x="59734" y="773"/>
                    </a:cubicBezTo>
                    <a:cubicBezTo>
                      <a:pt x="59673" y="773"/>
                      <a:pt x="59613" y="802"/>
                      <a:pt x="59576" y="821"/>
                    </a:cubicBezTo>
                    <a:cubicBezTo>
                      <a:pt x="59546" y="836"/>
                      <a:pt x="59508" y="836"/>
                      <a:pt x="59474" y="836"/>
                    </a:cubicBezTo>
                    <a:cubicBezTo>
                      <a:pt x="59440" y="836"/>
                      <a:pt x="59409" y="836"/>
                      <a:pt x="59394" y="851"/>
                    </a:cubicBezTo>
                    <a:cubicBezTo>
                      <a:pt x="59339" y="895"/>
                      <a:pt x="59296" y="911"/>
                      <a:pt x="59260" y="911"/>
                    </a:cubicBezTo>
                    <a:cubicBezTo>
                      <a:pt x="59194" y="911"/>
                      <a:pt x="59148" y="860"/>
                      <a:pt x="59090" y="821"/>
                    </a:cubicBezTo>
                    <a:cubicBezTo>
                      <a:pt x="59029" y="790"/>
                      <a:pt x="58968" y="760"/>
                      <a:pt x="58938" y="730"/>
                    </a:cubicBezTo>
                    <a:cubicBezTo>
                      <a:pt x="58908" y="730"/>
                      <a:pt x="58847" y="760"/>
                      <a:pt x="58847" y="760"/>
                    </a:cubicBezTo>
                    <a:lnTo>
                      <a:pt x="58847" y="821"/>
                    </a:lnTo>
                    <a:cubicBezTo>
                      <a:pt x="58877" y="882"/>
                      <a:pt x="58847" y="882"/>
                      <a:pt x="58786" y="882"/>
                    </a:cubicBezTo>
                    <a:lnTo>
                      <a:pt x="58725" y="851"/>
                    </a:lnTo>
                    <a:cubicBezTo>
                      <a:pt x="58543" y="821"/>
                      <a:pt x="58360" y="821"/>
                      <a:pt x="58208" y="821"/>
                    </a:cubicBezTo>
                    <a:lnTo>
                      <a:pt x="58056" y="821"/>
                    </a:lnTo>
                    <a:cubicBezTo>
                      <a:pt x="57905" y="790"/>
                      <a:pt x="57753" y="760"/>
                      <a:pt x="57601" y="760"/>
                    </a:cubicBezTo>
                    <a:cubicBezTo>
                      <a:pt x="57601" y="841"/>
                      <a:pt x="57574" y="895"/>
                      <a:pt x="57510" y="895"/>
                    </a:cubicBezTo>
                    <a:cubicBezTo>
                      <a:pt x="57479" y="895"/>
                      <a:pt x="57438" y="882"/>
                      <a:pt x="57388" y="851"/>
                    </a:cubicBezTo>
                    <a:lnTo>
                      <a:pt x="57297" y="821"/>
                    </a:lnTo>
                    <a:cubicBezTo>
                      <a:pt x="57175" y="821"/>
                      <a:pt x="56780" y="851"/>
                      <a:pt x="56446" y="882"/>
                    </a:cubicBezTo>
                    <a:lnTo>
                      <a:pt x="56172" y="882"/>
                    </a:lnTo>
                    <a:cubicBezTo>
                      <a:pt x="56081" y="882"/>
                      <a:pt x="55898" y="821"/>
                      <a:pt x="55898" y="821"/>
                    </a:cubicBezTo>
                    <a:cubicBezTo>
                      <a:pt x="55845" y="874"/>
                      <a:pt x="55796" y="894"/>
                      <a:pt x="55751" y="894"/>
                    </a:cubicBezTo>
                    <a:cubicBezTo>
                      <a:pt x="55642" y="894"/>
                      <a:pt x="55550" y="782"/>
                      <a:pt x="55442" y="760"/>
                    </a:cubicBezTo>
                    <a:cubicBezTo>
                      <a:pt x="55415" y="760"/>
                      <a:pt x="55412" y="634"/>
                      <a:pt x="55344" y="634"/>
                    </a:cubicBezTo>
                    <a:cubicBezTo>
                      <a:pt x="55337" y="634"/>
                      <a:pt x="55329" y="636"/>
                      <a:pt x="55321" y="639"/>
                    </a:cubicBezTo>
                    <a:cubicBezTo>
                      <a:pt x="55108" y="699"/>
                      <a:pt x="55351" y="760"/>
                      <a:pt x="55321" y="760"/>
                    </a:cubicBezTo>
                    <a:lnTo>
                      <a:pt x="55169" y="851"/>
                    </a:lnTo>
                    <a:cubicBezTo>
                      <a:pt x="55053" y="909"/>
                      <a:pt x="54938" y="930"/>
                      <a:pt x="54869" y="930"/>
                    </a:cubicBezTo>
                    <a:cubicBezTo>
                      <a:pt x="54829" y="930"/>
                      <a:pt x="54804" y="923"/>
                      <a:pt x="54804" y="912"/>
                    </a:cubicBezTo>
                    <a:lnTo>
                      <a:pt x="54804" y="851"/>
                    </a:lnTo>
                    <a:lnTo>
                      <a:pt x="54804" y="821"/>
                    </a:lnTo>
                    <a:cubicBezTo>
                      <a:pt x="54804" y="798"/>
                      <a:pt x="54791" y="788"/>
                      <a:pt x="54768" y="788"/>
                    </a:cubicBezTo>
                    <a:cubicBezTo>
                      <a:pt x="54730" y="788"/>
                      <a:pt x="54667" y="814"/>
                      <a:pt x="54591" y="851"/>
                    </a:cubicBezTo>
                    <a:lnTo>
                      <a:pt x="54379" y="821"/>
                    </a:lnTo>
                    <a:cubicBezTo>
                      <a:pt x="54333" y="806"/>
                      <a:pt x="54295" y="798"/>
                      <a:pt x="54261" y="798"/>
                    </a:cubicBezTo>
                    <a:cubicBezTo>
                      <a:pt x="54227" y="798"/>
                      <a:pt x="54196" y="806"/>
                      <a:pt x="54166" y="821"/>
                    </a:cubicBezTo>
                    <a:lnTo>
                      <a:pt x="54044" y="821"/>
                    </a:lnTo>
                    <a:cubicBezTo>
                      <a:pt x="53862" y="821"/>
                      <a:pt x="53710" y="790"/>
                      <a:pt x="53558" y="730"/>
                    </a:cubicBezTo>
                    <a:lnTo>
                      <a:pt x="53436" y="790"/>
                    </a:lnTo>
                    <a:lnTo>
                      <a:pt x="53406" y="790"/>
                    </a:lnTo>
                    <a:cubicBezTo>
                      <a:pt x="53376" y="790"/>
                      <a:pt x="53132" y="973"/>
                      <a:pt x="53011" y="973"/>
                    </a:cubicBezTo>
                    <a:cubicBezTo>
                      <a:pt x="53004" y="975"/>
                      <a:pt x="52997" y="976"/>
                      <a:pt x="52989" y="976"/>
                    </a:cubicBezTo>
                    <a:cubicBezTo>
                      <a:pt x="52893" y="976"/>
                      <a:pt x="52735" y="814"/>
                      <a:pt x="52707" y="730"/>
                    </a:cubicBezTo>
                    <a:cubicBezTo>
                      <a:pt x="52697" y="709"/>
                      <a:pt x="52666" y="699"/>
                      <a:pt x="52621" y="699"/>
                    </a:cubicBezTo>
                    <a:cubicBezTo>
                      <a:pt x="52531" y="699"/>
                      <a:pt x="52383" y="740"/>
                      <a:pt x="52221" y="821"/>
                    </a:cubicBezTo>
                    <a:lnTo>
                      <a:pt x="52008" y="790"/>
                    </a:lnTo>
                    <a:cubicBezTo>
                      <a:pt x="51917" y="760"/>
                      <a:pt x="51825" y="730"/>
                      <a:pt x="51734" y="730"/>
                    </a:cubicBezTo>
                    <a:cubicBezTo>
                      <a:pt x="51673" y="730"/>
                      <a:pt x="51613" y="851"/>
                      <a:pt x="51552" y="851"/>
                    </a:cubicBezTo>
                    <a:lnTo>
                      <a:pt x="51369" y="851"/>
                    </a:lnTo>
                    <a:cubicBezTo>
                      <a:pt x="51319" y="901"/>
                      <a:pt x="51260" y="924"/>
                      <a:pt x="51196" y="924"/>
                    </a:cubicBezTo>
                    <a:cubicBezTo>
                      <a:pt x="51144" y="924"/>
                      <a:pt x="51090" y="909"/>
                      <a:pt x="51035" y="882"/>
                    </a:cubicBezTo>
                    <a:cubicBezTo>
                      <a:pt x="50944" y="821"/>
                      <a:pt x="50853" y="760"/>
                      <a:pt x="50731" y="760"/>
                    </a:cubicBezTo>
                    <a:lnTo>
                      <a:pt x="50458" y="760"/>
                    </a:lnTo>
                    <a:cubicBezTo>
                      <a:pt x="50366" y="760"/>
                      <a:pt x="50275" y="821"/>
                      <a:pt x="50184" y="851"/>
                    </a:cubicBezTo>
                    <a:lnTo>
                      <a:pt x="50032" y="942"/>
                    </a:lnTo>
                    <a:cubicBezTo>
                      <a:pt x="49951" y="861"/>
                      <a:pt x="49870" y="821"/>
                      <a:pt x="49825" y="821"/>
                    </a:cubicBezTo>
                    <a:cubicBezTo>
                      <a:pt x="49802" y="821"/>
                      <a:pt x="49789" y="831"/>
                      <a:pt x="49789" y="851"/>
                    </a:cubicBezTo>
                    <a:cubicBezTo>
                      <a:pt x="49785" y="856"/>
                      <a:pt x="49776" y="857"/>
                      <a:pt x="49766" y="857"/>
                    </a:cubicBezTo>
                    <a:cubicBezTo>
                      <a:pt x="49700" y="857"/>
                      <a:pt x="49533" y="790"/>
                      <a:pt x="49455" y="790"/>
                    </a:cubicBezTo>
                    <a:lnTo>
                      <a:pt x="49151" y="760"/>
                    </a:lnTo>
                    <a:lnTo>
                      <a:pt x="49151" y="730"/>
                    </a:lnTo>
                    <a:lnTo>
                      <a:pt x="49090" y="578"/>
                    </a:lnTo>
                    <a:cubicBezTo>
                      <a:pt x="48968" y="608"/>
                      <a:pt x="48877" y="669"/>
                      <a:pt x="48816" y="730"/>
                    </a:cubicBezTo>
                    <a:lnTo>
                      <a:pt x="48786" y="760"/>
                    </a:lnTo>
                    <a:cubicBezTo>
                      <a:pt x="48695" y="790"/>
                      <a:pt x="48603" y="821"/>
                      <a:pt x="48512" y="851"/>
                    </a:cubicBezTo>
                    <a:lnTo>
                      <a:pt x="48391" y="790"/>
                    </a:lnTo>
                    <a:lnTo>
                      <a:pt x="48269" y="760"/>
                    </a:lnTo>
                    <a:cubicBezTo>
                      <a:pt x="48247" y="766"/>
                      <a:pt x="48225" y="768"/>
                      <a:pt x="48205" y="768"/>
                    </a:cubicBezTo>
                    <a:cubicBezTo>
                      <a:pt x="48114" y="768"/>
                      <a:pt x="48040" y="719"/>
                      <a:pt x="47965" y="669"/>
                    </a:cubicBezTo>
                    <a:lnTo>
                      <a:pt x="47965" y="669"/>
                    </a:lnTo>
                    <a:cubicBezTo>
                      <a:pt x="47965" y="760"/>
                      <a:pt x="47965" y="821"/>
                      <a:pt x="47996" y="882"/>
                    </a:cubicBezTo>
                    <a:lnTo>
                      <a:pt x="47692" y="882"/>
                    </a:lnTo>
                    <a:cubicBezTo>
                      <a:pt x="47681" y="851"/>
                      <a:pt x="47661" y="838"/>
                      <a:pt x="47635" y="838"/>
                    </a:cubicBezTo>
                    <a:cubicBezTo>
                      <a:pt x="47583" y="838"/>
                      <a:pt x="47509" y="892"/>
                      <a:pt x="47448" y="973"/>
                    </a:cubicBezTo>
                    <a:lnTo>
                      <a:pt x="47266" y="882"/>
                    </a:lnTo>
                    <a:lnTo>
                      <a:pt x="47114" y="790"/>
                    </a:lnTo>
                    <a:cubicBezTo>
                      <a:pt x="46962" y="821"/>
                      <a:pt x="46810" y="821"/>
                      <a:pt x="46658" y="821"/>
                    </a:cubicBezTo>
                    <a:lnTo>
                      <a:pt x="46202" y="821"/>
                    </a:lnTo>
                    <a:cubicBezTo>
                      <a:pt x="46104" y="845"/>
                      <a:pt x="45966" y="890"/>
                      <a:pt x="45884" y="890"/>
                    </a:cubicBezTo>
                    <a:cubicBezTo>
                      <a:pt x="45865" y="890"/>
                      <a:pt x="45849" y="887"/>
                      <a:pt x="45837" y="882"/>
                    </a:cubicBezTo>
                    <a:cubicBezTo>
                      <a:pt x="45781" y="844"/>
                      <a:pt x="45736" y="830"/>
                      <a:pt x="45699" y="830"/>
                    </a:cubicBezTo>
                    <a:cubicBezTo>
                      <a:pt x="45617" y="830"/>
                      <a:pt x="45575" y="901"/>
                      <a:pt x="45533" y="942"/>
                    </a:cubicBezTo>
                    <a:lnTo>
                      <a:pt x="45412" y="1034"/>
                    </a:lnTo>
                    <a:cubicBezTo>
                      <a:pt x="45381" y="1125"/>
                      <a:pt x="45351" y="1216"/>
                      <a:pt x="45290" y="1307"/>
                    </a:cubicBezTo>
                    <a:cubicBezTo>
                      <a:pt x="45260" y="1307"/>
                      <a:pt x="45199" y="1277"/>
                      <a:pt x="45169" y="1246"/>
                    </a:cubicBezTo>
                    <a:lnTo>
                      <a:pt x="45169" y="1186"/>
                    </a:lnTo>
                    <a:lnTo>
                      <a:pt x="45169" y="1155"/>
                    </a:lnTo>
                    <a:cubicBezTo>
                      <a:pt x="45199" y="1125"/>
                      <a:pt x="44956" y="1003"/>
                      <a:pt x="45017" y="942"/>
                    </a:cubicBezTo>
                    <a:cubicBezTo>
                      <a:pt x="45038" y="921"/>
                      <a:pt x="45037" y="911"/>
                      <a:pt x="45015" y="911"/>
                    </a:cubicBezTo>
                    <a:cubicBezTo>
                      <a:pt x="44976" y="911"/>
                      <a:pt x="44870" y="944"/>
                      <a:pt x="44713" y="1003"/>
                    </a:cubicBezTo>
                    <a:lnTo>
                      <a:pt x="44591" y="973"/>
                    </a:lnTo>
                    <a:cubicBezTo>
                      <a:pt x="44435" y="928"/>
                      <a:pt x="44280" y="900"/>
                      <a:pt x="44124" y="900"/>
                    </a:cubicBezTo>
                    <a:cubicBezTo>
                      <a:pt x="44067" y="900"/>
                      <a:pt x="44010" y="904"/>
                      <a:pt x="43953" y="912"/>
                    </a:cubicBezTo>
                    <a:lnTo>
                      <a:pt x="43679" y="912"/>
                    </a:lnTo>
                    <a:cubicBezTo>
                      <a:pt x="43406" y="942"/>
                      <a:pt x="43041" y="1003"/>
                      <a:pt x="42889" y="1003"/>
                    </a:cubicBezTo>
                    <a:lnTo>
                      <a:pt x="42798" y="942"/>
                    </a:lnTo>
                    <a:cubicBezTo>
                      <a:pt x="42751" y="916"/>
                      <a:pt x="42713" y="905"/>
                      <a:pt x="42682" y="905"/>
                    </a:cubicBezTo>
                    <a:cubicBezTo>
                      <a:pt x="42567" y="905"/>
                      <a:pt x="42528" y="1040"/>
                      <a:pt x="42433" y="1064"/>
                    </a:cubicBezTo>
                    <a:cubicBezTo>
                      <a:pt x="42403" y="1064"/>
                      <a:pt x="42372" y="1003"/>
                      <a:pt x="42312" y="1003"/>
                    </a:cubicBezTo>
                    <a:cubicBezTo>
                      <a:pt x="42181" y="977"/>
                      <a:pt x="41983" y="906"/>
                      <a:pt x="41872" y="906"/>
                    </a:cubicBezTo>
                    <a:cubicBezTo>
                      <a:pt x="41854" y="906"/>
                      <a:pt x="41838" y="908"/>
                      <a:pt x="41825" y="912"/>
                    </a:cubicBezTo>
                    <a:cubicBezTo>
                      <a:pt x="41769" y="950"/>
                      <a:pt x="41730" y="964"/>
                      <a:pt x="41700" y="964"/>
                    </a:cubicBezTo>
                    <a:cubicBezTo>
                      <a:pt x="41634" y="964"/>
                      <a:pt x="41615" y="893"/>
                      <a:pt x="41552" y="851"/>
                    </a:cubicBezTo>
                    <a:lnTo>
                      <a:pt x="41521" y="851"/>
                    </a:lnTo>
                    <a:cubicBezTo>
                      <a:pt x="41491" y="851"/>
                      <a:pt x="41400" y="912"/>
                      <a:pt x="41369" y="942"/>
                    </a:cubicBezTo>
                    <a:cubicBezTo>
                      <a:pt x="41231" y="930"/>
                      <a:pt x="41092" y="922"/>
                      <a:pt x="40956" y="922"/>
                    </a:cubicBezTo>
                    <a:cubicBezTo>
                      <a:pt x="40763" y="922"/>
                      <a:pt x="40575" y="937"/>
                      <a:pt x="40397" y="973"/>
                    </a:cubicBezTo>
                    <a:cubicBezTo>
                      <a:pt x="40305" y="1003"/>
                      <a:pt x="40207" y="1018"/>
                      <a:pt x="40108" y="1018"/>
                    </a:cubicBezTo>
                    <a:cubicBezTo>
                      <a:pt x="40009" y="1018"/>
                      <a:pt x="39910" y="1003"/>
                      <a:pt x="39819" y="973"/>
                    </a:cubicBezTo>
                    <a:cubicBezTo>
                      <a:pt x="39810" y="964"/>
                      <a:pt x="39791" y="960"/>
                      <a:pt x="39767" y="960"/>
                    </a:cubicBezTo>
                    <a:cubicBezTo>
                      <a:pt x="39710" y="960"/>
                      <a:pt x="39628" y="982"/>
                      <a:pt x="39606" y="1003"/>
                    </a:cubicBezTo>
                    <a:cubicBezTo>
                      <a:pt x="39602" y="1007"/>
                      <a:pt x="39594" y="1009"/>
                      <a:pt x="39584" y="1009"/>
                    </a:cubicBezTo>
                    <a:cubicBezTo>
                      <a:pt x="39519" y="1009"/>
                      <a:pt x="39350" y="938"/>
                      <a:pt x="39272" y="912"/>
                    </a:cubicBezTo>
                    <a:cubicBezTo>
                      <a:pt x="39257" y="897"/>
                      <a:pt x="39217" y="891"/>
                      <a:pt x="39163" y="891"/>
                    </a:cubicBezTo>
                    <a:cubicBezTo>
                      <a:pt x="39002" y="891"/>
                      <a:pt x="38717" y="942"/>
                      <a:pt x="38603" y="942"/>
                    </a:cubicBezTo>
                    <a:lnTo>
                      <a:pt x="38269" y="942"/>
                    </a:lnTo>
                    <a:cubicBezTo>
                      <a:pt x="38212" y="977"/>
                      <a:pt x="38168" y="994"/>
                      <a:pt x="38135" y="994"/>
                    </a:cubicBezTo>
                    <a:cubicBezTo>
                      <a:pt x="38080" y="994"/>
                      <a:pt x="38056" y="946"/>
                      <a:pt x="38056" y="851"/>
                    </a:cubicBezTo>
                    <a:cubicBezTo>
                      <a:pt x="37904" y="882"/>
                      <a:pt x="37783" y="912"/>
                      <a:pt x="37661" y="973"/>
                    </a:cubicBezTo>
                    <a:lnTo>
                      <a:pt x="37509" y="973"/>
                    </a:lnTo>
                    <a:cubicBezTo>
                      <a:pt x="37357" y="973"/>
                      <a:pt x="37235" y="1034"/>
                      <a:pt x="37114" y="1125"/>
                    </a:cubicBezTo>
                    <a:cubicBezTo>
                      <a:pt x="37083" y="1094"/>
                      <a:pt x="37053" y="1064"/>
                      <a:pt x="37053" y="1034"/>
                    </a:cubicBezTo>
                    <a:cubicBezTo>
                      <a:pt x="37047" y="1028"/>
                      <a:pt x="37038" y="1025"/>
                      <a:pt x="37027" y="1025"/>
                    </a:cubicBezTo>
                    <a:cubicBezTo>
                      <a:pt x="36980" y="1025"/>
                      <a:pt x="36895" y="1070"/>
                      <a:pt x="36871" y="1094"/>
                    </a:cubicBezTo>
                    <a:cubicBezTo>
                      <a:pt x="36795" y="1110"/>
                      <a:pt x="36719" y="1117"/>
                      <a:pt x="36647" y="1117"/>
                    </a:cubicBezTo>
                    <a:cubicBezTo>
                      <a:pt x="36574" y="1117"/>
                      <a:pt x="36506" y="1110"/>
                      <a:pt x="36445" y="1094"/>
                    </a:cubicBezTo>
                    <a:cubicBezTo>
                      <a:pt x="36263" y="1003"/>
                      <a:pt x="36080" y="912"/>
                      <a:pt x="35898" y="882"/>
                    </a:cubicBezTo>
                    <a:cubicBezTo>
                      <a:pt x="35807" y="882"/>
                      <a:pt x="35716" y="912"/>
                      <a:pt x="35655" y="942"/>
                    </a:cubicBezTo>
                    <a:lnTo>
                      <a:pt x="35472" y="1094"/>
                    </a:lnTo>
                    <a:cubicBezTo>
                      <a:pt x="35442" y="1125"/>
                      <a:pt x="35412" y="1155"/>
                      <a:pt x="35381" y="1155"/>
                    </a:cubicBezTo>
                    <a:cubicBezTo>
                      <a:pt x="35303" y="1155"/>
                      <a:pt x="35225" y="1088"/>
                      <a:pt x="35147" y="1088"/>
                    </a:cubicBezTo>
                    <a:cubicBezTo>
                      <a:pt x="35134" y="1088"/>
                      <a:pt x="35121" y="1090"/>
                      <a:pt x="35108" y="1094"/>
                    </a:cubicBezTo>
                    <a:lnTo>
                      <a:pt x="35017" y="1125"/>
                    </a:lnTo>
                    <a:lnTo>
                      <a:pt x="34530" y="1125"/>
                    </a:lnTo>
                    <a:cubicBezTo>
                      <a:pt x="34469" y="1110"/>
                      <a:pt x="34409" y="1102"/>
                      <a:pt x="34348" y="1102"/>
                    </a:cubicBezTo>
                    <a:cubicBezTo>
                      <a:pt x="34287" y="1102"/>
                      <a:pt x="34226" y="1110"/>
                      <a:pt x="34165" y="1125"/>
                    </a:cubicBezTo>
                    <a:lnTo>
                      <a:pt x="34044" y="1094"/>
                    </a:lnTo>
                    <a:lnTo>
                      <a:pt x="33953" y="1064"/>
                    </a:lnTo>
                    <a:cubicBezTo>
                      <a:pt x="33770" y="1064"/>
                      <a:pt x="33588" y="1094"/>
                      <a:pt x="33406" y="1125"/>
                    </a:cubicBezTo>
                    <a:lnTo>
                      <a:pt x="33284" y="1125"/>
                    </a:lnTo>
                    <a:cubicBezTo>
                      <a:pt x="33260" y="1131"/>
                      <a:pt x="33235" y="1133"/>
                      <a:pt x="33211" y="1133"/>
                    </a:cubicBezTo>
                    <a:cubicBezTo>
                      <a:pt x="33114" y="1133"/>
                      <a:pt x="33017" y="1094"/>
                      <a:pt x="32919" y="1094"/>
                    </a:cubicBezTo>
                    <a:cubicBezTo>
                      <a:pt x="32798" y="1094"/>
                      <a:pt x="32676" y="1125"/>
                      <a:pt x="32524" y="1125"/>
                    </a:cubicBezTo>
                    <a:lnTo>
                      <a:pt x="32311" y="1125"/>
                    </a:lnTo>
                    <a:cubicBezTo>
                      <a:pt x="32197" y="1163"/>
                      <a:pt x="32088" y="1180"/>
                      <a:pt x="31979" y="1180"/>
                    </a:cubicBezTo>
                    <a:cubicBezTo>
                      <a:pt x="31829" y="1180"/>
                      <a:pt x="31680" y="1147"/>
                      <a:pt x="31521" y="1094"/>
                    </a:cubicBezTo>
                    <a:cubicBezTo>
                      <a:pt x="31488" y="1078"/>
                      <a:pt x="31458" y="1071"/>
                      <a:pt x="31430" y="1071"/>
                    </a:cubicBezTo>
                    <a:cubicBezTo>
                      <a:pt x="31355" y="1071"/>
                      <a:pt x="31300" y="1127"/>
                      <a:pt x="31278" y="1216"/>
                    </a:cubicBezTo>
                    <a:lnTo>
                      <a:pt x="31156" y="1125"/>
                    </a:lnTo>
                    <a:cubicBezTo>
                      <a:pt x="31105" y="1099"/>
                      <a:pt x="31064" y="1090"/>
                      <a:pt x="31030" y="1090"/>
                    </a:cubicBezTo>
                    <a:cubicBezTo>
                      <a:pt x="30983" y="1090"/>
                      <a:pt x="30948" y="1107"/>
                      <a:pt x="30913" y="1125"/>
                    </a:cubicBezTo>
                    <a:cubicBezTo>
                      <a:pt x="30883" y="1155"/>
                      <a:pt x="30860" y="1170"/>
                      <a:pt x="30833" y="1170"/>
                    </a:cubicBezTo>
                    <a:cubicBezTo>
                      <a:pt x="30807" y="1170"/>
                      <a:pt x="30776" y="1155"/>
                      <a:pt x="30731" y="1125"/>
                    </a:cubicBezTo>
                    <a:cubicBezTo>
                      <a:pt x="30704" y="1116"/>
                      <a:pt x="30677" y="1112"/>
                      <a:pt x="30651" y="1112"/>
                    </a:cubicBezTo>
                    <a:cubicBezTo>
                      <a:pt x="30586" y="1112"/>
                      <a:pt x="30522" y="1134"/>
                      <a:pt x="30457" y="1155"/>
                    </a:cubicBezTo>
                    <a:lnTo>
                      <a:pt x="30214" y="1307"/>
                    </a:lnTo>
                    <a:cubicBezTo>
                      <a:pt x="30214" y="1189"/>
                      <a:pt x="30141" y="1145"/>
                      <a:pt x="30080" y="1145"/>
                    </a:cubicBezTo>
                    <a:cubicBezTo>
                      <a:pt x="30062" y="1145"/>
                      <a:pt x="30045" y="1148"/>
                      <a:pt x="30032" y="1155"/>
                    </a:cubicBezTo>
                    <a:cubicBezTo>
                      <a:pt x="29971" y="1216"/>
                      <a:pt x="29849" y="1216"/>
                      <a:pt x="29758" y="1216"/>
                    </a:cubicBezTo>
                    <a:lnTo>
                      <a:pt x="29667" y="1216"/>
                    </a:lnTo>
                    <a:cubicBezTo>
                      <a:pt x="29637" y="1277"/>
                      <a:pt x="29606" y="1338"/>
                      <a:pt x="29606" y="1398"/>
                    </a:cubicBezTo>
                    <a:lnTo>
                      <a:pt x="29515" y="1368"/>
                    </a:lnTo>
                    <a:cubicBezTo>
                      <a:pt x="29363" y="1307"/>
                      <a:pt x="29606" y="1246"/>
                      <a:pt x="29545" y="1186"/>
                    </a:cubicBezTo>
                    <a:lnTo>
                      <a:pt x="29545" y="1155"/>
                    </a:lnTo>
                    <a:cubicBezTo>
                      <a:pt x="29515" y="1155"/>
                      <a:pt x="29424" y="1186"/>
                      <a:pt x="29363" y="1246"/>
                    </a:cubicBezTo>
                    <a:lnTo>
                      <a:pt x="29272" y="1277"/>
                    </a:lnTo>
                    <a:lnTo>
                      <a:pt x="29241" y="1277"/>
                    </a:lnTo>
                    <a:cubicBezTo>
                      <a:pt x="29211" y="1246"/>
                      <a:pt x="29181" y="1186"/>
                      <a:pt x="29241" y="1155"/>
                    </a:cubicBezTo>
                    <a:cubicBezTo>
                      <a:pt x="29272" y="1125"/>
                      <a:pt x="29120" y="1125"/>
                      <a:pt x="29059" y="1125"/>
                    </a:cubicBezTo>
                    <a:cubicBezTo>
                      <a:pt x="28998" y="1125"/>
                      <a:pt x="28816" y="1155"/>
                      <a:pt x="28603" y="1216"/>
                    </a:cubicBezTo>
                    <a:lnTo>
                      <a:pt x="28299" y="1216"/>
                    </a:lnTo>
                    <a:cubicBezTo>
                      <a:pt x="28169" y="1216"/>
                      <a:pt x="28016" y="1283"/>
                      <a:pt x="27899" y="1283"/>
                    </a:cubicBezTo>
                    <a:cubicBezTo>
                      <a:pt x="27879" y="1283"/>
                      <a:pt x="27861" y="1281"/>
                      <a:pt x="27843" y="1277"/>
                    </a:cubicBezTo>
                    <a:cubicBezTo>
                      <a:pt x="27767" y="1231"/>
                      <a:pt x="27684" y="1208"/>
                      <a:pt x="27600" y="1208"/>
                    </a:cubicBezTo>
                    <a:cubicBezTo>
                      <a:pt x="27516" y="1208"/>
                      <a:pt x="27433" y="1231"/>
                      <a:pt x="27357" y="1277"/>
                    </a:cubicBezTo>
                    <a:cubicBezTo>
                      <a:pt x="27281" y="1292"/>
                      <a:pt x="27205" y="1300"/>
                      <a:pt x="27129" y="1300"/>
                    </a:cubicBezTo>
                    <a:cubicBezTo>
                      <a:pt x="27053" y="1300"/>
                      <a:pt x="26977" y="1292"/>
                      <a:pt x="26901" y="1277"/>
                    </a:cubicBezTo>
                    <a:lnTo>
                      <a:pt x="26779" y="1186"/>
                    </a:lnTo>
                    <a:cubicBezTo>
                      <a:pt x="26597" y="1216"/>
                      <a:pt x="26475" y="1246"/>
                      <a:pt x="26323" y="1338"/>
                    </a:cubicBezTo>
                    <a:lnTo>
                      <a:pt x="26232" y="1338"/>
                    </a:lnTo>
                    <a:lnTo>
                      <a:pt x="26111" y="1368"/>
                    </a:lnTo>
                    <a:cubicBezTo>
                      <a:pt x="26070" y="1360"/>
                      <a:pt x="26027" y="1356"/>
                      <a:pt x="25983" y="1356"/>
                    </a:cubicBezTo>
                    <a:cubicBezTo>
                      <a:pt x="25863" y="1356"/>
                      <a:pt x="25736" y="1384"/>
                      <a:pt x="25624" y="1429"/>
                    </a:cubicBezTo>
                    <a:lnTo>
                      <a:pt x="25412" y="1368"/>
                    </a:lnTo>
                    <a:cubicBezTo>
                      <a:pt x="25323" y="1361"/>
                      <a:pt x="25234" y="1357"/>
                      <a:pt x="25145" y="1357"/>
                    </a:cubicBezTo>
                    <a:cubicBezTo>
                      <a:pt x="24840" y="1357"/>
                      <a:pt x="24539" y="1402"/>
                      <a:pt x="24256" y="1520"/>
                    </a:cubicBezTo>
                    <a:lnTo>
                      <a:pt x="23649" y="1520"/>
                    </a:lnTo>
                    <a:lnTo>
                      <a:pt x="23527" y="1368"/>
                    </a:lnTo>
                    <a:cubicBezTo>
                      <a:pt x="23466" y="1368"/>
                      <a:pt x="23436" y="1368"/>
                      <a:pt x="23375" y="1398"/>
                    </a:cubicBezTo>
                    <a:lnTo>
                      <a:pt x="23284" y="1459"/>
                    </a:lnTo>
                    <a:cubicBezTo>
                      <a:pt x="23257" y="1464"/>
                      <a:pt x="23226" y="1465"/>
                      <a:pt x="23193" y="1465"/>
                    </a:cubicBezTo>
                    <a:cubicBezTo>
                      <a:pt x="23034" y="1465"/>
                      <a:pt x="22819" y="1422"/>
                      <a:pt x="22721" y="1422"/>
                    </a:cubicBezTo>
                    <a:cubicBezTo>
                      <a:pt x="22700" y="1422"/>
                      <a:pt x="22685" y="1424"/>
                      <a:pt x="22676" y="1429"/>
                    </a:cubicBezTo>
                    <a:cubicBezTo>
                      <a:pt x="22554" y="1520"/>
                      <a:pt x="22433" y="1550"/>
                      <a:pt x="22281" y="1550"/>
                    </a:cubicBezTo>
                    <a:cubicBezTo>
                      <a:pt x="22220" y="1550"/>
                      <a:pt x="22159" y="1550"/>
                      <a:pt x="22098" y="1581"/>
                    </a:cubicBezTo>
                    <a:cubicBezTo>
                      <a:pt x="22038" y="1611"/>
                      <a:pt x="22007" y="1672"/>
                      <a:pt x="21946" y="1702"/>
                    </a:cubicBezTo>
                    <a:lnTo>
                      <a:pt x="21855" y="1672"/>
                    </a:lnTo>
                    <a:cubicBezTo>
                      <a:pt x="21794" y="1642"/>
                      <a:pt x="21673" y="1611"/>
                      <a:pt x="21642" y="1611"/>
                    </a:cubicBezTo>
                    <a:lnTo>
                      <a:pt x="21490" y="1763"/>
                    </a:lnTo>
                    <a:cubicBezTo>
                      <a:pt x="21444" y="1740"/>
                      <a:pt x="21401" y="1730"/>
                      <a:pt x="21364" y="1730"/>
                    </a:cubicBezTo>
                    <a:cubicBezTo>
                      <a:pt x="21256" y="1730"/>
                      <a:pt x="21194" y="1809"/>
                      <a:pt x="21217" y="1854"/>
                    </a:cubicBezTo>
                    <a:cubicBezTo>
                      <a:pt x="21217" y="1915"/>
                      <a:pt x="21338" y="2037"/>
                      <a:pt x="21490" y="2128"/>
                    </a:cubicBezTo>
                    <a:lnTo>
                      <a:pt x="21399" y="2249"/>
                    </a:lnTo>
                    <a:lnTo>
                      <a:pt x="21278" y="2371"/>
                    </a:lnTo>
                    <a:cubicBezTo>
                      <a:pt x="21187" y="2310"/>
                      <a:pt x="21065" y="2249"/>
                      <a:pt x="20943" y="2189"/>
                    </a:cubicBezTo>
                    <a:lnTo>
                      <a:pt x="20883" y="2189"/>
                    </a:lnTo>
                    <a:cubicBezTo>
                      <a:pt x="20700" y="2219"/>
                      <a:pt x="20518" y="2249"/>
                      <a:pt x="20335" y="2249"/>
                    </a:cubicBezTo>
                    <a:cubicBezTo>
                      <a:pt x="20183" y="2249"/>
                      <a:pt x="20183" y="2037"/>
                      <a:pt x="20214" y="1976"/>
                    </a:cubicBezTo>
                    <a:cubicBezTo>
                      <a:pt x="20275" y="1915"/>
                      <a:pt x="20275" y="1854"/>
                      <a:pt x="20275" y="1854"/>
                    </a:cubicBezTo>
                    <a:lnTo>
                      <a:pt x="20275" y="1854"/>
                    </a:lnTo>
                    <a:cubicBezTo>
                      <a:pt x="20163" y="1877"/>
                      <a:pt x="20067" y="1948"/>
                      <a:pt x="19989" y="1948"/>
                    </a:cubicBezTo>
                    <a:cubicBezTo>
                      <a:pt x="19960" y="1948"/>
                      <a:pt x="19934" y="1939"/>
                      <a:pt x="19910" y="1915"/>
                    </a:cubicBezTo>
                    <a:cubicBezTo>
                      <a:pt x="19819" y="1854"/>
                      <a:pt x="19576" y="1915"/>
                      <a:pt x="19576" y="1733"/>
                    </a:cubicBezTo>
                    <a:cubicBezTo>
                      <a:pt x="19576" y="1702"/>
                      <a:pt x="19515" y="1702"/>
                      <a:pt x="19515" y="1702"/>
                    </a:cubicBezTo>
                    <a:cubicBezTo>
                      <a:pt x="19416" y="1764"/>
                      <a:pt x="19307" y="1781"/>
                      <a:pt x="19195" y="1781"/>
                    </a:cubicBezTo>
                    <a:cubicBezTo>
                      <a:pt x="19063" y="1781"/>
                      <a:pt x="18926" y="1758"/>
                      <a:pt x="18794" y="1758"/>
                    </a:cubicBezTo>
                    <a:cubicBezTo>
                      <a:pt x="18760" y="1758"/>
                      <a:pt x="18727" y="1759"/>
                      <a:pt x="18694" y="1763"/>
                    </a:cubicBezTo>
                    <a:cubicBezTo>
                      <a:pt x="18481" y="1794"/>
                      <a:pt x="18299" y="1824"/>
                      <a:pt x="18117" y="1854"/>
                    </a:cubicBezTo>
                    <a:lnTo>
                      <a:pt x="18025" y="1885"/>
                    </a:lnTo>
                    <a:cubicBezTo>
                      <a:pt x="17965" y="1930"/>
                      <a:pt x="17896" y="1953"/>
                      <a:pt x="17828" y="1953"/>
                    </a:cubicBezTo>
                    <a:cubicBezTo>
                      <a:pt x="17759" y="1953"/>
                      <a:pt x="17691" y="1930"/>
                      <a:pt x="17630" y="1885"/>
                    </a:cubicBezTo>
                    <a:cubicBezTo>
                      <a:pt x="17628" y="1882"/>
                      <a:pt x="17625" y="1881"/>
                      <a:pt x="17621" y="1881"/>
                    </a:cubicBezTo>
                    <a:cubicBezTo>
                      <a:pt x="17573" y="1881"/>
                      <a:pt x="17415" y="2044"/>
                      <a:pt x="17387" y="2128"/>
                    </a:cubicBezTo>
                    <a:cubicBezTo>
                      <a:pt x="17378" y="2156"/>
                      <a:pt x="17369" y="2166"/>
                      <a:pt x="17359" y="2166"/>
                    </a:cubicBezTo>
                    <a:cubicBezTo>
                      <a:pt x="17338" y="2166"/>
                      <a:pt x="17317" y="2109"/>
                      <a:pt x="17296" y="2067"/>
                    </a:cubicBezTo>
                    <a:cubicBezTo>
                      <a:pt x="17296" y="2031"/>
                      <a:pt x="17277" y="2019"/>
                      <a:pt x="17251" y="2019"/>
                    </a:cubicBezTo>
                    <a:cubicBezTo>
                      <a:pt x="17210" y="2019"/>
                      <a:pt x="17150" y="2049"/>
                      <a:pt x="17113" y="2067"/>
                    </a:cubicBezTo>
                    <a:cubicBezTo>
                      <a:pt x="17109" y="2071"/>
                      <a:pt x="17105" y="2073"/>
                      <a:pt x="17100" y="2073"/>
                    </a:cubicBezTo>
                    <a:cubicBezTo>
                      <a:pt x="17067" y="2073"/>
                      <a:pt x="17014" y="1994"/>
                      <a:pt x="16962" y="1915"/>
                    </a:cubicBezTo>
                    <a:lnTo>
                      <a:pt x="16779" y="1946"/>
                    </a:lnTo>
                    <a:cubicBezTo>
                      <a:pt x="16675" y="1972"/>
                      <a:pt x="16570" y="2043"/>
                      <a:pt x="16504" y="2043"/>
                    </a:cubicBezTo>
                    <a:cubicBezTo>
                      <a:pt x="16493" y="2043"/>
                      <a:pt x="16484" y="2041"/>
                      <a:pt x="16475" y="2037"/>
                    </a:cubicBezTo>
                    <a:cubicBezTo>
                      <a:pt x="16427" y="2001"/>
                      <a:pt x="16384" y="1989"/>
                      <a:pt x="16346" y="1989"/>
                    </a:cubicBezTo>
                    <a:cubicBezTo>
                      <a:pt x="16287" y="1989"/>
                      <a:pt x="16239" y="2018"/>
                      <a:pt x="16202" y="2037"/>
                    </a:cubicBezTo>
                    <a:cubicBezTo>
                      <a:pt x="16126" y="2052"/>
                      <a:pt x="16050" y="2059"/>
                      <a:pt x="15974" y="2059"/>
                    </a:cubicBezTo>
                    <a:cubicBezTo>
                      <a:pt x="15898" y="2059"/>
                      <a:pt x="15822" y="2052"/>
                      <a:pt x="15746" y="2037"/>
                    </a:cubicBezTo>
                    <a:cubicBezTo>
                      <a:pt x="15719" y="2028"/>
                      <a:pt x="15684" y="2024"/>
                      <a:pt x="15649" y="2024"/>
                    </a:cubicBezTo>
                    <a:cubicBezTo>
                      <a:pt x="15563" y="2024"/>
                      <a:pt x="15472" y="2046"/>
                      <a:pt x="15472" y="2067"/>
                    </a:cubicBezTo>
                    <a:cubicBezTo>
                      <a:pt x="15445" y="2161"/>
                      <a:pt x="15394" y="2190"/>
                      <a:pt x="15338" y="2190"/>
                    </a:cubicBezTo>
                    <a:cubicBezTo>
                      <a:pt x="15268" y="2190"/>
                      <a:pt x="15189" y="2145"/>
                      <a:pt x="15138" y="2128"/>
                    </a:cubicBezTo>
                    <a:cubicBezTo>
                      <a:pt x="15097" y="2101"/>
                      <a:pt x="15062" y="2086"/>
                      <a:pt x="15033" y="2086"/>
                    </a:cubicBezTo>
                    <a:cubicBezTo>
                      <a:pt x="14998" y="2086"/>
                      <a:pt x="14972" y="2108"/>
                      <a:pt x="14955" y="2158"/>
                    </a:cubicBezTo>
                    <a:cubicBezTo>
                      <a:pt x="14925" y="2234"/>
                      <a:pt x="14895" y="2265"/>
                      <a:pt x="14857" y="2265"/>
                    </a:cubicBezTo>
                    <a:cubicBezTo>
                      <a:pt x="14819" y="2265"/>
                      <a:pt x="14773" y="2234"/>
                      <a:pt x="14712" y="2189"/>
                    </a:cubicBezTo>
                    <a:cubicBezTo>
                      <a:pt x="14690" y="2166"/>
                      <a:pt x="14667" y="2095"/>
                      <a:pt x="14609" y="2095"/>
                    </a:cubicBezTo>
                    <a:cubicBezTo>
                      <a:pt x="14588" y="2095"/>
                      <a:pt x="14562" y="2104"/>
                      <a:pt x="14530" y="2128"/>
                    </a:cubicBezTo>
                    <a:lnTo>
                      <a:pt x="14469" y="2189"/>
                    </a:lnTo>
                    <a:cubicBezTo>
                      <a:pt x="14378" y="2249"/>
                      <a:pt x="14226" y="2493"/>
                      <a:pt x="14135" y="2493"/>
                    </a:cubicBezTo>
                    <a:cubicBezTo>
                      <a:pt x="14013" y="2462"/>
                      <a:pt x="13952" y="2401"/>
                      <a:pt x="13892" y="2310"/>
                    </a:cubicBezTo>
                    <a:cubicBezTo>
                      <a:pt x="13892" y="2295"/>
                      <a:pt x="13831" y="2287"/>
                      <a:pt x="13732" y="2287"/>
                    </a:cubicBezTo>
                    <a:cubicBezTo>
                      <a:pt x="13633" y="2287"/>
                      <a:pt x="13496" y="2295"/>
                      <a:pt x="13344" y="2310"/>
                    </a:cubicBezTo>
                    <a:lnTo>
                      <a:pt x="13101" y="2371"/>
                    </a:lnTo>
                    <a:lnTo>
                      <a:pt x="13040" y="2371"/>
                    </a:lnTo>
                    <a:cubicBezTo>
                      <a:pt x="13010" y="2401"/>
                      <a:pt x="12949" y="2493"/>
                      <a:pt x="12888" y="2553"/>
                    </a:cubicBezTo>
                    <a:lnTo>
                      <a:pt x="12797" y="2462"/>
                    </a:lnTo>
                    <a:cubicBezTo>
                      <a:pt x="12737" y="2401"/>
                      <a:pt x="12676" y="2379"/>
                      <a:pt x="12607" y="2379"/>
                    </a:cubicBezTo>
                    <a:cubicBezTo>
                      <a:pt x="12539" y="2379"/>
                      <a:pt x="12463" y="2401"/>
                      <a:pt x="12372" y="2432"/>
                    </a:cubicBezTo>
                    <a:cubicBezTo>
                      <a:pt x="12159" y="2462"/>
                      <a:pt x="11916" y="2493"/>
                      <a:pt x="11673" y="2523"/>
                    </a:cubicBezTo>
                    <a:lnTo>
                      <a:pt x="11581" y="2523"/>
                    </a:lnTo>
                    <a:cubicBezTo>
                      <a:pt x="11551" y="2569"/>
                      <a:pt x="11483" y="2584"/>
                      <a:pt x="11414" y="2584"/>
                    </a:cubicBezTo>
                    <a:cubicBezTo>
                      <a:pt x="11346" y="2584"/>
                      <a:pt x="11278" y="2569"/>
                      <a:pt x="11247" y="2553"/>
                    </a:cubicBezTo>
                    <a:cubicBezTo>
                      <a:pt x="11243" y="2545"/>
                      <a:pt x="11238" y="2541"/>
                      <a:pt x="11231" y="2541"/>
                    </a:cubicBezTo>
                    <a:cubicBezTo>
                      <a:pt x="11193" y="2541"/>
                      <a:pt x="11126" y="2688"/>
                      <a:pt x="11126" y="2766"/>
                    </a:cubicBezTo>
                    <a:cubicBezTo>
                      <a:pt x="11156" y="2857"/>
                      <a:pt x="11156" y="2979"/>
                      <a:pt x="11156" y="3101"/>
                    </a:cubicBezTo>
                    <a:cubicBezTo>
                      <a:pt x="11147" y="3119"/>
                      <a:pt x="11131" y="3127"/>
                      <a:pt x="11115" y="3127"/>
                    </a:cubicBezTo>
                    <a:cubicBezTo>
                      <a:pt x="11078" y="3127"/>
                      <a:pt x="11034" y="3091"/>
                      <a:pt x="11034" y="3070"/>
                    </a:cubicBezTo>
                    <a:cubicBezTo>
                      <a:pt x="11029" y="3065"/>
                      <a:pt x="11018" y="3062"/>
                      <a:pt x="11004" y="3062"/>
                    </a:cubicBezTo>
                    <a:cubicBezTo>
                      <a:pt x="10941" y="3062"/>
                      <a:pt x="10810" y="3112"/>
                      <a:pt x="10761" y="3161"/>
                    </a:cubicBezTo>
                    <a:cubicBezTo>
                      <a:pt x="10754" y="3164"/>
                      <a:pt x="10747" y="3165"/>
                      <a:pt x="10741" y="3165"/>
                    </a:cubicBezTo>
                    <a:cubicBezTo>
                      <a:pt x="10661" y="3165"/>
                      <a:pt x="10609" y="3005"/>
                      <a:pt x="10609" y="2949"/>
                    </a:cubicBezTo>
                    <a:cubicBezTo>
                      <a:pt x="10609" y="2888"/>
                      <a:pt x="10578" y="2827"/>
                      <a:pt x="10548" y="2827"/>
                    </a:cubicBezTo>
                    <a:cubicBezTo>
                      <a:pt x="10457" y="2797"/>
                      <a:pt x="10335" y="2766"/>
                      <a:pt x="10244" y="2766"/>
                    </a:cubicBezTo>
                    <a:lnTo>
                      <a:pt x="10122" y="2766"/>
                    </a:lnTo>
                    <a:cubicBezTo>
                      <a:pt x="10031" y="2766"/>
                      <a:pt x="9940" y="2797"/>
                      <a:pt x="9849" y="2827"/>
                    </a:cubicBezTo>
                    <a:cubicBezTo>
                      <a:pt x="9849" y="2857"/>
                      <a:pt x="9697" y="3131"/>
                      <a:pt x="9545" y="3131"/>
                    </a:cubicBezTo>
                    <a:cubicBezTo>
                      <a:pt x="9423" y="3131"/>
                      <a:pt x="9454" y="3009"/>
                      <a:pt x="9515" y="2979"/>
                    </a:cubicBezTo>
                    <a:cubicBezTo>
                      <a:pt x="9558" y="2957"/>
                      <a:pt x="9509" y="2936"/>
                      <a:pt x="9413" y="2936"/>
                    </a:cubicBezTo>
                    <a:cubicBezTo>
                      <a:pt x="9373" y="2936"/>
                      <a:pt x="9325" y="2940"/>
                      <a:pt x="9271" y="2949"/>
                    </a:cubicBezTo>
                    <a:lnTo>
                      <a:pt x="9089" y="2888"/>
                    </a:lnTo>
                    <a:lnTo>
                      <a:pt x="8907" y="2827"/>
                    </a:lnTo>
                    <a:cubicBezTo>
                      <a:pt x="8755" y="2949"/>
                      <a:pt x="8572" y="3009"/>
                      <a:pt x="8390" y="3009"/>
                    </a:cubicBezTo>
                    <a:lnTo>
                      <a:pt x="8299" y="2979"/>
                    </a:lnTo>
                    <a:lnTo>
                      <a:pt x="8238" y="2979"/>
                    </a:lnTo>
                    <a:cubicBezTo>
                      <a:pt x="8208" y="2979"/>
                      <a:pt x="8177" y="3009"/>
                      <a:pt x="8177" y="3070"/>
                    </a:cubicBezTo>
                    <a:cubicBezTo>
                      <a:pt x="8268" y="3101"/>
                      <a:pt x="8329" y="3161"/>
                      <a:pt x="8420" y="3192"/>
                    </a:cubicBezTo>
                    <a:lnTo>
                      <a:pt x="8512" y="3222"/>
                    </a:lnTo>
                    <a:cubicBezTo>
                      <a:pt x="8529" y="3213"/>
                      <a:pt x="8547" y="3210"/>
                      <a:pt x="8565" y="3210"/>
                    </a:cubicBezTo>
                    <a:cubicBezTo>
                      <a:pt x="8608" y="3210"/>
                      <a:pt x="8651" y="3231"/>
                      <a:pt x="8694" y="3253"/>
                    </a:cubicBezTo>
                    <a:cubicBezTo>
                      <a:pt x="8572" y="3313"/>
                      <a:pt x="8451" y="3374"/>
                      <a:pt x="8299" y="3404"/>
                    </a:cubicBezTo>
                    <a:cubicBezTo>
                      <a:pt x="8208" y="3465"/>
                      <a:pt x="8177" y="3526"/>
                      <a:pt x="8177" y="3556"/>
                    </a:cubicBezTo>
                    <a:cubicBezTo>
                      <a:pt x="8268" y="3617"/>
                      <a:pt x="8360" y="3678"/>
                      <a:pt x="8451" y="3708"/>
                    </a:cubicBezTo>
                    <a:cubicBezTo>
                      <a:pt x="8484" y="3731"/>
                      <a:pt x="8517" y="3749"/>
                      <a:pt x="8549" y="3766"/>
                    </a:cubicBezTo>
                    <a:lnTo>
                      <a:pt x="8549" y="3766"/>
                    </a:lnTo>
                    <a:cubicBezTo>
                      <a:pt x="8491" y="3788"/>
                      <a:pt x="8425" y="3800"/>
                      <a:pt x="8360" y="3800"/>
                    </a:cubicBezTo>
                    <a:lnTo>
                      <a:pt x="8360" y="3860"/>
                    </a:lnTo>
                    <a:lnTo>
                      <a:pt x="8360" y="3921"/>
                    </a:lnTo>
                    <a:cubicBezTo>
                      <a:pt x="8390" y="3952"/>
                      <a:pt x="8238" y="4012"/>
                      <a:pt x="8177" y="4012"/>
                    </a:cubicBezTo>
                    <a:cubicBezTo>
                      <a:pt x="8116" y="4012"/>
                      <a:pt x="8056" y="3982"/>
                      <a:pt x="8056" y="3982"/>
                    </a:cubicBezTo>
                    <a:lnTo>
                      <a:pt x="8177" y="3708"/>
                    </a:lnTo>
                    <a:cubicBezTo>
                      <a:pt x="8208" y="3648"/>
                      <a:pt x="8147" y="3587"/>
                      <a:pt x="8025" y="3556"/>
                    </a:cubicBezTo>
                    <a:lnTo>
                      <a:pt x="8025" y="3678"/>
                    </a:lnTo>
                    <a:cubicBezTo>
                      <a:pt x="8025" y="3708"/>
                      <a:pt x="8056" y="3769"/>
                      <a:pt x="8025" y="3800"/>
                    </a:cubicBezTo>
                    <a:lnTo>
                      <a:pt x="7995" y="3830"/>
                    </a:lnTo>
                    <a:cubicBezTo>
                      <a:pt x="7904" y="3830"/>
                      <a:pt x="7873" y="3830"/>
                      <a:pt x="7873" y="3800"/>
                    </a:cubicBezTo>
                    <a:lnTo>
                      <a:pt x="7873" y="3739"/>
                    </a:lnTo>
                    <a:cubicBezTo>
                      <a:pt x="7843" y="3678"/>
                      <a:pt x="7782" y="3617"/>
                      <a:pt x="7721" y="3556"/>
                    </a:cubicBezTo>
                    <a:lnTo>
                      <a:pt x="7630" y="3496"/>
                    </a:lnTo>
                    <a:lnTo>
                      <a:pt x="7569" y="3465"/>
                    </a:lnTo>
                    <a:cubicBezTo>
                      <a:pt x="7563" y="3463"/>
                      <a:pt x="7558" y="3462"/>
                      <a:pt x="7553" y="3462"/>
                    </a:cubicBezTo>
                    <a:cubicBezTo>
                      <a:pt x="7482" y="3462"/>
                      <a:pt x="7510" y="3652"/>
                      <a:pt x="7539" y="3708"/>
                    </a:cubicBezTo>
                    <a:cubicBezTo>
                      <a:pt x="7600" y="3769"/>
                      <a:pt x="7478" y="3860"/>
                      <a:pt x="7417" y="3891"/>
                    </a:cubicBezTo>
                    <a:cubicBezTo>
                      <a:pt x="7356" y="3921"/>
                      <a:pt x="7630" y="3952"/>
                      <a:pt x="7691" y="3952"/>
                    </a:cubicBezTo>
                    <a:cubicBezTo>
                      <a:pt x="7782" y="3952"/>
                      <a:pt x="7782" y="4012"/>
                      <a:pt x="7752" y="4043"/>
                    </a:cubicBezTo>
                    <a:lnTo>
                      <a:pt x="7691" y="4073"/>
                    </a:lnTo>
                    <a:lnTo>
                      <a:pt x="7478" y="4225"/>
                    </a:lnTo>
                    <a:cubicBezTo>
                      <a:pt x="7355" y="4151"/>
                      <a:pt x="7151" y="4057"/>
                      <a:pt x="7062" y="4057"/>
                    </a:cubicBezTo>
                    <a:cubicBezTo>
                      <a:pt x="7042" y="4057"/>
                      <a:pt x="7028" y="4062"/>
                      <a:pt x="7022" y="4073"/>
                    </a:cubicBezTo>
                    <a:cubicBezTo>
                      <a:pt x="6931" y="4164"/>
                      <a:pt x="6840" y="4225"/>
                      <a:pt x="6718" y="4286"/>
                    </a:cubicBezTo>
                    <a:lnTo>
                      <a:pt x="6657" y="4256"/>
                    </a:lnTo>
                    <a:lnTo>
                      <a:pt x="6414" y="4164"/>
                    </a:lnTo>
                    <a:lnTo>
                      <a:pt x="6414" y="4164"/>
                    </a:lnTo>
                    <a:cubicBezTo>
                      <a:pt x="6262" y="4316"/>
                      <a:pt x="6293" y="4438"/>
                      <a:pt x="6445" y="4438"/>
                    </a:cubicBezTo>
                    <a:lnTo>
                      <a:pt x="6566" y="4468"/>
                    </a:lnTo>
                    <a:lnTo>
                      <a:pt x="6657" y="4529"/>
                    </a:lnTo>
                    <a:cubicBezTo>
                      <a:pt x="6742" y="4571"/>
                      <a:pt x="6833" y="4594"/>
                      <a:pt x="6925" y="4594"/>
                    </a:cubicBezTo>
                    <a:cubicBezTo>
                      <a:pt x="7031" y="4594"/>
                      <a:pt x="7137" y="4564"/>
                      <a:pt x="7235" y="4499"/>
                    </a:cubicBezTo>
                    <a:lnTo>
                      <a:pt x="7417" y="4468"/>
                    </a:lnTo>
                    <a:lnTo>
                      <a:pt x="7630" y="4408"/>
                    </a:lnTo>
                    <a:cubicBezTo>
                      <a:pt x="7727" y="4577"/>
                      <a:pt x="7862" y="4669"/>
                      <a:pt x="7944" y="4669"/>
                    </a:cubicBezTo>
                    <a:cubicBezTo>
                      <a:pt x="7965" y="4669"/>
                      <a:pt x="7982" y="4663"/>
                      <a:pt x="7995" y="4651"/>
                    </a:cubicBezTo>
                    <a:lnTo>
                      <a:pt x="8056" y="4620"/>
                    </a:lnTo>
                    <a:cubicBezTo>
                      <a:pt x="8071" y="4605"/>
                      <a:pt x="8094" y="4598"/>
                      <a:pt x="8113" y="4598"/>
                    </a:cubicBezTo>
                    <a:cubicBezTo>
                      <a:pt x="8132" y="4598"/>
                      <a:pt x="8147" y="4605"/>
                      <a:pt x="8147" y="4620"/>
                    </a:cubicBezTo>
                    <a:cubicBezTo>
                      <a:pt x="8177" y="4651"/>
                      <a:pt x="8208" y="4681"/>
                      <a:pt x="8208" y="4712"/>
                    </a:cubicBezTo>
                    <a:cubicBezTo>
                      <a:pt x="8177" y="4803"/>
                      <a:pt x="8147" y="4863"/>
                      <a:pt x="8116" y="4955"/>
                    </a:cubicBezTo>
                    <a:lnTo>
                      <a:pt x="8360" y="4955"/>
                    </a:lnTo>
                    <a:cubicBezTo>
                      <a:pt x="8420" y="4955"/>
                      <a:pt x="8481" y="4955"/>
                      <a:pt x="8542" y="4985"/>
                    </a:cubicBezTo>
                    <a:lnTo>
                      <a:pt x="8633" y="5046"/>
                    </a:lnTo>
                    <a:cubicBezTo>
                      <a:pt x="8755" y="4955"/>
                      <a:pt x="8876" y="4894"/>
                      <a:pt x="9028" y="4863"/>
                    </a:cubicBezTo>
                    <a:lnTo>
                      <a:pt x="9150" y="4833"/>
                    </a:lnTo>
                    <a:lnTo>
                      <a:pt x="9180" y="4833"/>
                    </a:lnTo>
                    <a:cubicBezTo>
                      <a:pt x="9241" y="4833"/>
                      <a:pt x="9241" y="4772"/>
                      <a:pt x="9241" y="4742"/>
                    </a:cubicBezTo>
                    <a:lnTo>
                      <a:pt x="9211" y="4712"/>
                    </a:lnTo>
                    <a:lnTo>
                      <a:pt x="9180" y="4681"/>
                    </a:lnTo>
                    <a:cubicBezTo>
                      <a:pt x="9089" y="4681"/>
                      <a:pt x="9150" y="4620"/>
                      <a:pt x="9211" y="4590"/>
                    </a:cubicBezTo>
                    <a:cubicBezTo>
                      <a:pt x="9241" y="4590"/>
                      <a:pt x="9150" y="4529"/>
                      <a:pt x="9119" y="4529"/>
                    </a:cubicBezTo>
                    <a:cubicBezTo>
                      <a:pt x="9059" y="4499"/>
                      <a:pt x="9119" y="4438"/>
                      <a:pt x="9211" y="4377"/>
                    </a:cubicBezTo>
                    <a:lnTo>
                      <a:pt x="9271" y="4377"/>
                    </a:lnTo>
                    <a:cubicBezTo>
                      <a:pt x="9363" y="4408"/>
                      <a:pt x="9423" y="4468"/>
                      <a:pt x="9454" y="4529"/>
                    </a:cubicBezTo>
                    <a:lnTo>
                      <a:pt x="9515" y="4651"/>
                    </a:lnTo>
                    <a:cubicBezTo>
                      <a:pt x="9553" y="4766"/>
                      <a:pt x="9616" y="4809"/>
                      <a:pt x="9672" y="4809"/>
                    </a:cubicBezTo>
                    <a:cubicBezTo>
                      <a:pt x="9705" y="4809"/>
                      <a:pt x="9735" y="4795"/>
                      <a:pt x="9758" y="4772"/>
                    </a:cubicBezTo>
                    <a:cubicBezTo>
                      <a:pt x="9764" y="4759"/>
                      <a:pt x="9772" y="4753"/>
                      <a:pt x="9780" y="4753"/>
                    </a:cubicBezTo>
                    <a:cubicBezTo>
                      <a:pt x="9811" y="4753"/>
                      <a:pt x="9849" y="4835"/>
                      <a:pt x="9849" y="4955"/>
                    </a:cubicBezTo>
                    <a:lnTo>
                      <a:pt x="9697" y="5046"/>
                    </a:lnTo>
                    <a:cubicBezTo>
                      <a:pt x="9545" y="5107"/>
                      <a:pt x="9332" y="5137"/>
                      <a:pt x="9241" y="5319"/>
                    </a:cubicBezTo>
                    <a:cubicBezTo>
                      <a:pt x="9220" y="5341"/>
                      <a:pt x="9183" y="5362"/>
                      <a:pt x="9152" y="5362"/>
                    </a:cubicBezTo>
                    <a:cubicBezTo>
                      <a:pt x="9140" y="5362"/>
                      <a:pt x="9128" y="5359"/>
                      <a:pt x="9119" y="5350"/>
                    </a:cubicBezTo>
                    <a:cubicBezTo>
                      <a:pt x="9028" y="5319"/>
                      <a:pt x="8876" y="5259"/>
                      <a:pt x="8846" y="5198"/>
                    </a:cubicBezTo>
                    <a:cubicBezTo>
                      <a:pt x="8826" y="5117"/>
                      <a:pt x="8778" y="5103"/>
                      <a:pt x="8722" y="5103"/>
                    </a:cubicBezTo>
                    <a:cubicBezTo>
                      <a:pt x="8694" y="5103"/>
                      <a:pt x="8663" y="5107"/>
                      <a:pt x="8633" y="5107"/>
                    </a:cubicBezTo>
                    <a:cubicBezTo>
                      <a:pt x="8512" y="5137"/>
                      <a:pt x="8360" y="5198"/>
                      <a:pt x="8238" y="5228"/>
                    </a:cubicBezTo>
                    <a:cubicBezTo>
                      <a:pt x="8178" y="5264"/>
                      <a:pt x="8137" y="5281"/>
                      <a:pt x="8107" y="5281"/>
                    </a:cubicBezTo>
                    <a:cubicBezTo>
                      <a:pt x="8062" y="5281"/>
                      <a:pt x="8044" y="5241"/>
                      <a:pt x="8025" y="5167"/>
                    </a:cubicBezTo>
                    <a:lnTo>
                      <a:pt x="8025" y="5076"/>
                    </a:lnTo>
                    <a:cubicBezTo>
                      <a:pt x="7904" y="5137"/>
                      <a:pt x="7660" y="5441"/>
                      <a:pt x="7569" y="5502"/>
                    </a:cubicBezTo>
                    <a:cubicBezTo>
                      <a:pt x="7537" y="5523"/>
                      <a:pt x="7501" y="5533"/>
                      <a:pt x="7466" y="5533"/>
                    </a:cubicBezTo>
                    <a:cubicBezTo>
                      <a:pt x="7403" y="5533"/>
                      <a:pt x="7346" y="5500"/>
                      <a:pt x="7326" y="5441"/>
                    </a:cubicBezTo>
                    <a:cubicBezTo>
                      <a:pt x="7311" y="5411"/>
                      <a:pt x="7288" y="5395"/>
                      <a:pt x="7261" y="5395"/>
                    </a:cubicBezTo>
                    <a:cubicBezTo>
                      <a:pt x="7235" y="5395"/>
                      <a:pt x="7204" y="5411"/>
                      <a:pt x="7174" y="5441"/>
                    </a:cubicBezTo>
                    <a:lnTo>
                      <a:pt x="7113" y="5502"/>
                    </a:lnTo>
                    <a:cubicBezTo>
                      <a:pt x="7053" y="5532"/>
                      <a:pt x="6992" y="5623"/>
                      <a:pt x="6992" y="5654"/>
                    </a:cubicBezTo>
                    <a:lnTo>
                      <a:pt x="7053" y="5715"/>
                    </a:lnTo>
                    <a:cubicBezTo>
                      <a:pt x="7083" y="5806"/>
                      <a:pt x="7144" y="5867"/>
                      <a:pt x="7174" y="5867"/>
                    </a:cubicBezTo>
                    <a:lnTo>
                      <a:pt x="7174" y="5927"/>
                    </a:lnTo>
                    <a:cubicBezTo>
                      <a:pt x="7193" y="5965"/>
                      <a:pt x="7235" y="5991"/>
                      <a:pt x="7286" y="5991"/>
                    </a:cubicBezTo>
                    <a:cubicBezTo>
                      <a:pt x="7317" y="5991"/>
                      <a:pt x="7352" y="5981"/>
                      <a:pt x="7387" y="5958"/>
                    </a:cubicBezTo>
                    <a:lnTo>
                      <a:pt x="7387" y="6079"/>
                    </a:lnTo>
                    <a:lnTo>
                      <a:pt x="7387" y="6231"/>
                    </a:lnTo>
                    <a:cubicBezTo>
                      <a:pt x="7539" y="6353"/>
                      <a:pt x="7569" y="6474"/>
                      <a:pt x="7448" y="6474"/>
                    </a:cubicBezTo>
                    <a:lnTo>
                      <a:pt x="7356" y="6444"/>
                    </a:lnTo>
                    <a:cubicBezTo>
                      <a:pt x="7306" y="6411"/>
                      <a:pt x="7266" y="6387"/>
                      <a:pt x="7229" y="6387"/>
                    </a:cubicBezTo>
                    <a:cubicBezTo>
                      <a:pt x="7199" y="6387"/>
                      <a:pt x="7171" y="6403"/>
                      <a:pt x="7144" y="6444"/>
                    </a:cubicBezTo>
                    <a:cubicBezTo>
                      <a:pt x="7083" y="6535"/>
                      <a:pt x="6961" y="6505"/>
                      <a:pt x="6870" y="6535"/>
                    </a:cubicBezTo>
                    <a:cubicBezTo>
                      <a:pt x="6809" y="6566"/>
                      <a:pt x="6718" y="6596"/>
                      <a:pt x="6688" y="6657"/>
                    </a:cubicBezTo>
                    <a:lnTo>
                      <a:pt x="6688" y="6687"/>
                    </a:lnTo>
                    <a:lnTo>
                      <a:pt x="6688" y="6718"/>
                    </a:lnTo>
                    <a:cubicBezTo>
                      <a:pt x="6597" y="6809"/>
                      <a:pt x="6505" y="6900"/>
                      <a:pt x="6414" y="6991"/>
                    </a:cubicBezTo>
                    <a:cubicBezTo>
                      <a:pt x="6323" y="7052"/>
                      <a:pt x="6445" y="7113"/>
                      <a:pt x="6475" y="7113"/>
                    </a:cubicBezTo>
                    <a:cubicBezTo>
                      <a:pt x="6505" y="7113"/>
                      <a:pt x="6779" y="7265"/>
                      <a:pt x="6749" y="7295"/>
                    </a:cubicBezTo>
                    <a:cubicBezTo>
                      <a:pt x="6657" y="7356"/>
                      <a:pt x="6597" y="7447"/>
                      <a:pt x="6566" y="7508"/>
                    </a:cubicBezTo>
                    <a:lnTo>
                      <a:pt x="6566" y="7599"/>
                    </a:lnTo>
                    <a:lnTo>
                      <a:pt x="6566" y="7690"/>
                    </a:lnTo>
                    <a:cubicBezTo>
                      <a:pt x="6505" y="7781"/>
                      <a:pt x="6384" y="7842"/>
                      <a:pt x="6262" y="7842"/>
                    </a:cubicBezTo>
                    <a:lnTo>
                      <a:pt x="6201" y="7842"/>
                    </a:lnTo>
                    <a:cubicBezTo>
                      <a:pt x="6171" y="7812"/>
                      <a:pt x="6384" y="7417"/>
                      <a:pt x="6293" y="7356"/>
                    </a:cubicBezTo>
                    <a:cubicBezTo>
                      <a:pt x="6171" y="7265"/>
                      <a:pt x="6080" y="7234"/>
                      <a:pt x="6080" y="7234"/>
                    </a:cubicBezTo>
                    <a:lnTo>
                      <a:pt x="5989" y="7265"/>
                    </a:lnTo>
                    <a:lnTo>
                      <a:pt x="5958" y="7265"/>
                    </a:lnTo>
                    <a:cubicBezTo>
                      <a:pt x="5837" y="7234"/>
                      <a:pt x="5533" y="7113"/>
                      <a:pt x="5472" y="7052"/>
                    </a:cubicBezTo>
                    <a:cubicBezTo>
                      <a:pt x="5466" y="7049"/>
                      <a:pt x="5459" y="7047"/>
                      <a:pt x="5453" y="7047"/>
                    </a:cubicBezTo>
                    <a:cubicBezTo>
                      <a:pt x="5400" y="7047"/>
                      <a:pt x="5357" y="7159"/>
                      <a:pt x="5411" y="7295"/>
                    </a:cubicBezTo>
                    <a:lnTo>
                      <a:pt x="5350" y="7386"/>
                    </a:lnTo>
                    <a:lnTo>
                      <a:pt x="5290" y="7478"/>
                    </a:lnTo>
                    <a:cubicBezTo>
                      <a:pt x="5264" y="7486"/>
                      <a:pt x="5239" y="7490"/>
                      <a:pt x="5216" y="7490"/>
                    </a:cubicBezTo>
                    <a:cubicBezTo>
                      <a:pt x="5078" y="7490"/>
                      <a:pt x="5003" y="7352"/>
                      <a:pt x="5107" y="7326"/>
                    </a:cubicBezTo>
                    <a:cubicBezTo>
                      <a:pt x="5198" y="7326"/>
                      <a:pt x="5229" y="7265"/>
                      <a:pt x="5138" y="7204"/>
                    </a:cubicBezTo>
                    <a:lnTo>
                      <a:pt x="5138" y="7204"/>
                    </a:lnTo>
                    <a:lnTo>
                      <a:pt x="5046" y="7234"/>
                    </a:lnTo>
                    <a:lnTo>
                      <a:pt x="4864" y="7265"/>
                    </a:lnTo>
                    <a:lnTo>
                      <a:pt x="4378" y="7022"/>
                    </a:lnTo>
                    <a:lnTo>
                      <a:pt x="4317" y="7022"/>
                    </a:lnTo>
                    <a:cubicBezTo>
                      <a:pt x="4286" y="7022"/>
                      <a:pt x="4256" y="7052"/>
                      <a:pt x="4256" y="7082"/>
                    </a:cubicBezTo>
                    <a:lnTo>
                      <a:pt x="4256" y="7174"/>
                    </a:lnTo>
                    <a:cubicBezTo>
                      <a:pt x="4256" y="7234"/>
                      <a:pt x="3983" y="7386"/>
                      <a:pt x="3922" y="7386"/>
                    </a:cubicBezTo>
                    <a:cubicBezTo>
                      <a:pt x="3912" y="7390"/>
                      <a:pt x="3903" y="7391"/>
                      <a:pt x="3894" y="7391"/>
                    </a:cubicBezTo>
                    <a:cubicBezTo>
                      <a:pt x="3825" y="7391"/>
                      <a:pt x="3803" y="7289"/>
                      <a:pt x="3831" y="7234"/>
                    </a:cubicBezTo>
                    <a:cubicBezTo>
                      <a:pt x="3831" y="7220"/>
                      <a:pt x="3822" y="7214"/>
                      <a:pt x="3809" y="7214"/>
                    </a:cubicBezTo>
                    <a:cubicBezTo>
                      <a:pt x="3765" y="7214"/>
                      <a:pt x="3664" y="7279"/>
                      <a:pt x="3618" y="7326"/>
                    </a:cubicBezTo>
                    <a:cubicBezTo>
                      <a:pt x="3587" y="7356"/>
                      <a:pt x="3648" y="7538"/>
                      <a:pt x="3679" y="7599"/>
                    </a:cubicBezTo>
                    <a:cubicBezTo>
                      <a:pt x="3709" y="7660"/>
                      <a:pt x="3739" y="7721"/>
                      <a:pt x="3739" y="7781"/>
                    </a:cubicBezTo>
                    <a:lnTo>
                      <a:pt x="3739" y="7812"/>
                    </a:lnTo>
                    <a:cubicBezTo>
                      <a:pt x="3674" y="7877"/>
                      <a:pt x="3592" y="7907"/>
                      <a:pt x="3506" y="7907"/>
                    </a:cubicBezTo>
                    <a:cubicBezTo>
                      <a:pt x="3431" y="7907"/>
                      <a:pt x="3354" y="7885"/>
                      <a:pt x="3283" y="7842"/>
                    </a:cubicBezTo>
                    <a:lnTo>
                      <a:pt x="3253" y="7781"/>
                    </a:lnTo>
                    <a:cubicBezTo>
                      <a:pt x="3247" y="7770"/>
                      <a:pt x="3237" y="7765"/>
                      <a:pt x="3225" y="7765"/>
                    </a:cubicBezTo>
                    <a:cubicBezTo>
                      <a:pt x="3170" y="7765"/>
                      <a:pt x="3065" y="7859"/>
                      <a:pt x="3040" y="7933"/>
                    </a:cubicBezTo>
                    <a:cubicBezTo>
                      <a:pt x="3034" y="7940"/>
                      <a:pt x="3027" y="7943"/>
                      <a:pt x="3021" y="7943"/>
                    </a:cubicBezTo>
                    <a:cubicBezTo>
                      <a:pt x="2973" y="7943"/>
                      <a:pt x="2949" y="7741"/>
                      <a:pt x="2949" y="7660"/>
                    </a:cubicBezTo>
                    <a:cubicBezTo>
                      <a:pt x="2949" y="7599"/>
                      <a:pt x="3101" y="7508"/>
                      <a:pt x="3162" y="7478"/>
                    </a:cubicBezTo>
                    <a:cubicBezTo>
                      <a:pt x="3192" y="7478"/>
                      <a:pt x="3101" y="7447"/>
                      <a:pt x="2949" y="7417"/>
                    </a:cubicBezTo>
                    <a:lnTo>
                      <a:pt x="2797" y="7417"/>
                    </a:lnTo>
                    <a:lnTo>
                      <a:pt x="2645" y="7599"/>
                    </a:lnTo>
                    <a:lnTo>
                      <a:pt x="2584" y="7569"/>
                    </a:lnTo>
                    <a:lnTo>
                      <a:pt x="2493" y="7508"/>
                    </a:lnTo>
                    <a:cubicBezTo>
                      <a:pt x="2402" y="7417"/>
                      <a:pt x="2280" y="7356"/>
                      <a:pt x="2280" y="7356"/>
                    </a:cubicBezTo>
                    <a:cubicBezTo>
                      <a:pt x="2189" y="7447"/>
                      <a:pt x="2128" y="7569"/>
                      <a:pt x="2068" y="7660"/>
                    </a:cubicBezTo>
                    <a:lnTo>
                      <a:pt x="1976" y="7599"/>
                    </a:lnTo>
                    <a:lnTo>
                      <a:pt x="1764" y="7478"/>
                    </a:lnTo>
                    <a:cubicBezTo>
                      <a:pt x="1612" y="7569"/>
                      <a:pt x="1520" y="7721"/>
                      <a:pt x="1551" y="7903"/>
                    </a:cubicBezTo>
                    <a:cubicBezTo>
                      <a:pt x="1581" y="7964"/>
                      <a:pt x="1581" y="8055"/>
                      <a:pt x="1612" y="8146"/>
                    </a:cubicBezTo>
                    <a:cubicBezTo>
                      <a:pt x="1642" y="8177"/>
                      <a:pt x="1642" y="8207"/>
                      <a:pt x="1612" y="8207"/>
                    </a:cubicBezTo>
                    <a:cubicBezTo>
                      <a:pt x="1551" y="8177"/>
                      <a:pt x="1460" y="8146"/>
                      <a:pt x="1399" y="8085"/>
                    </a:cubicBezTo>
                    <a:cubicBezTo>
                      <a:pt x="1369" y="8025"/>
                      <a:pt x="1429" y="7842"/>
                      <a:pt x="1369" y="7781"/>
                    </a:cubicBezTo>
                    <a:lnTo>
                      <a:pt x="1095" y="7781"/>
                    </a:lnTo>
                    <a:cubicBezTo>
                      <a:pt x="1095" y="7812"/>
                      <a:pt x="1065" y="7903"/>
                      <a:pt x="1095" y="7994"/>
                    </a:cubicBezTo>
                    <a:lnTo>
                      <a:pt x="1034" y="8025"/>
                    </a:lnTo>
                    <a:cubicBezTo>
                      <a:pt x="973" y="8116"/>
                      <a:pt x="913" y="8207"/>
                      <a:pt x="730" y="8207"/>
                    </a:cubicBezTo>
                    <a:cubicBezTo>
                      <a:pt x="730" y="8237"/>
                      <a:pt x="791" y="8298"/>
                      <a:pt x="821" y="8298"/>
                    </a:cubicBezTo>
                    <a:cubicBezTo>
                      <a:pt x="848" y="8325"/>
                      <a:pt x="735" y="8491"/>
                      <a:pt x="645" y="8491"/>
                    </a:cubicBezTo>
                    <a:cubicBezTo>
                      <a:pt x="632" y="8491"/>
                      <a:pt x="620" y="8488"/>
                      <a:pt x="609" y="8481"/>
                    </a:cubicBezTo>
                    <a:cubicBezTo>
                      <a:pt x="600" y="8475"/>
                      <a:pt x="590" y="8472"/>
                      <a:pt x="580" y="8472"/>
                    </a:cubicBezTo>
                    <a:cubicBezTo>
                      <a:pt x="489" y="8472"/>
                      <a:pt x="365" y="8702"/>
                      <a:pt x="365" y="8785"/>
                    </a:cubicBezTo>
                    <a:cubicBezTo>
                      <a:pt x="388" y="8874"/>
                      <a:pt x="361" y="8930"/>
                      <a:pt x="321" y="8930"/>
                    </a:cubicBezTo>
                    <a:cubicBezTo>
                      <a:pt x="307" y="8930"/>
                      <a:pt x="291" y="8922"/>
                      <a:pt x="274" y="8906"/>
                    </a:cubicBezTo>
                    <a:lnTo>
                      <a:pt x="122" y="8906"/>
                    </a:lnTo>
                    <a:lnTo>
                      <a:pt x="92" y="8936"/>
                    </a:lnTo>
                    <a:cubicBezTo>
                      <a:pt x="92" y="8967"/>
                      <a:pt x="213" y="9088"/>
                      <a:pt x="244" y="9088"/>
                    </a:cubicBezTo>
                    <a:cubicBezTo>
                      <a:pt x="335" y="9088"/>
                      <a:pt x="426" y="9088"/>
                      <a:pt x="517" y="9058"/>
                    </a:cubicBezTo>
                    <a:cubicBezTo>
                      <a:pt x="546" y="9029"/>
                      <a:pt x="520" y="8752"/>
                      <a:pt x="596" y="8752"/>
                    </a:cubicBezTo>
                    <a:cubicBezTo>
                      <a:pt x="600" y="8752"/>
                      <a:pt x="604" y="8753"/>
                      <a:pt x="609" y="8754"/>
                    </a:cubicBezTo>
                    <a:cubicBezTo>
                      <a:pt x="730" y="8754"/>
                      <a:pt x="730" y="8845"/>
                      <a:pt x="730" y="8876"/>
                    </a:cubicBezTo>
                    <a:cubicBezTo>
                      <a:pt x="700" y="8906"/>
                      <a:pt x="852" y="8967"/>
                      <a:pt x="882" y="8997"/>
                    </a:cubicBezTo>
                    <a:cubicBezTo>
                      <a:pt x="943" y="8997"/>
                      <a:pt x="943" y="9119"/>
                      <a:pt x="943" y="9119"/>
                    </a:cubicBezTo>
                    <a:cubicBezTo>
                      <a:pt x="928" y="9134"/>
                      <a:pt x="928" y="9142"/>
                      <a:pt x="939" y="9142"/>
                    </a:cubicBezTo>
                    <a:cubicBezTo>
                      <a:pt x="951" y="9142"/>
                      <a:pt x="973" y="9134"/>
                      <a:pt x="1004" y="9119"/>
                    </a:cubicBezTo>
                    <a:lnTo>
                      <a:pt x="1065" y="9119"/>
                    </a:lnTo>
                    <a:lnTo>
                      <a:pt x="1186" y="9149"/>
                    </a:lnTo>
                    <a:cubicBezTo>
                      <a:pt x="1338" y="9210"/>
                      <a:pt x="1369" y="9301"/>
                      <a:pt x="1247" y="9362"/>
                    </a:cubicBezTo>
                    <a:lnTo>
                      <a:pt x="1217" y="9362"/>
                    </a:lnTo>
                    <a:cubicBezTo>
                      <a:pt x="1188" y="9343"/>
                      <a:pt x="1166" y="9336"/>
                      <a:pt x="1149" y="9336"/>
                    </a:cubicBezTo>
                    <a:cubicBezTo>
                      <a:pt x="1112" y="9336"/>
                      <a:pt x="1104" y="9371"/>
                      <a:pt x="1125" y="9392"/>
                    </a:cubicBezTo>
                    <a:cubicBezTo>
                      <a:pt x="1125" y="9453"/>
                      <a:pt x="1186" y="9514"/>
                      <a:pt x="1186" y="9514"/>
                    </a:cubicBezTo>
                    <a:lnTo>
                      <a:pt x="1125" y="9605"/>
                    </a:lnTo>
                    <a:cubicBezTo>
                      <a:pt x="1034" y="9544"/>
                      <a:pt x="943" y="9514"/>
                      <a:pt x="852" y="9484"/>
                    </a:cubicBezTo>
                    <a:lnTo>
                      <a:pt x="761" y="9544"/>
                    </a:lnTo>
                    <a:lnTo>
                      <a:pt x="669" y="9605"/>
                    </a:lnTo>
                    <a:cubicBezTo>
                      <a:pt x="548" y="9666"/>
                      <a:pt x="700" y="9727"/>
                      <a:pt x="761" y="9727"/>
                    </a:cubicBezTo>
                    <a:cubicBezTo>
                      <a:pt x="852" y="9757"/>
                      <a:pt x="791" y="9818"/>
                      <a:pt x="639" y="9879"/>
                    </a:cubicBezTo>
                    <a:lnTo>
                      <a:pt x="487" y="9879"/>
                    </a:lnTo>
                    <a:lnTo>
                      <a:pt x="122" y="9909"/>
                    </a:lnTo>
                    <a:cubicBezTo>
                      <a:pt x="61" y="10092"/>
                      <a:pt x="31" y="10244"/>
                      <a:pt x="1" y="10426"/>
                    </a:cubicBezTo>
                    <a:cubicBezTo>
                      <a:pt x="61" y="10456"/>
                      <a:pt x="153" y="10487"/>
                      <a:pt x="213" y="10487"/>
                    </a:cubicBezTo>
                    <a:lnTo>
                      <a:pt x="274" y="10517"/>
                    </a:lnTo>
                    <a:cubicBezTo>
                      <a:pt x="335" y="10578"/>
                      <a:pt x="396" y="10669"/>
                      <a:pt x="396" y="10730"/>
                    </a:cubicBezTo>
                    <a:cubicBezTo>
                      <a:pt x="396" y="10791"/>
                      <a:pt x="396" y="10851"/>
                      <a:pt x="396" y="10912"/>
                    </a:cubicBezTo>
                    <a:lnTo>
                      <a:pt x="396" y="10973"/>
                    </a:lnTo>
                    <a:cubicBezTo>
                      <a:pt x="373" y="11041"/>
                      <a:pt x="453" y="11076"/>
                      <a:pt x="520" y="11076"/>
                    </a:cubicBezTo>
                    <a:cubicBezTo>
                      <a:pt x="542" y="11076"/>
                      <a:pt x="563" y="11072"/>
                      <a:pt x="578" y="11064"/>
                    </a:cubicBezTo>
                    <a:cubicBezTo>
                      <a:pt x="609" y="11064"/>
                      <a:pt x="639" y="10973"/>
                      <a:pt x="609" y="10851"/>
                    </a:cubicBezTo>
                    <a:lnTo>
                      <a:pt x="639" y="10821"/>
                    </a:lnTo>
                    <a:lnTo>
                      <a:pt x="700" y="10791"/>
                    </a:lnTo>
                    <a:cubicBezTo>
                      <a:pt x="821" y="10882"/>
                      <a:pt x="913" y="10943"/>
                      <a:pt x="1034" y="11003"/>
                    </a:cubicBezTo>
                    <a:lnTo>
                      <a:pt x="1186" y="11003"/>
                    </a:lnTo>
                    <a:cubicBezTo>
                      <a:pt x="1186" y="11003"/>
                      <a:pt x="1125" y="11155"/>
                      <a:pt x="1095" y="11155"/>
                    </a:cubicBezTo>
                    <a:cubicBezTo>
                      <a:pt x="1065" y="11155"/>
                      <a:pt x="1186" y="11490"/>
                      <a:pt x="1065" y="11520"/>
                    </a:cubicBezTo>
                    <a:cubicBezTo>
                      <a:pt x="943" y="11581"/>
                      <a:pt x="913" y="11763"/>
                      <a:pt x="913" y="11824"/>
                    </a:cubicBezTo>
                    <a:cubicBezTo>
                      <a:pt x="913" y="11885"/>
                      <a:pt x="943" y="11915"/>
                      <a:pt x="973" y="11976"/>
                    </a:cubicBezTo>
                    <a:lnTo>
                      <a:pt x="1095" y="11976"/>
                    </a:lnTo>
                    <a:lnTo>
                      <a:pt x="1156" y="11854"/>
                    </a:lnTo>
                    <a:cubicBezTo>
                      <a:pt x="1176" y="11773"/>
                      <a:pt x="1250" y="11719"/>
                      <a:pt x="1325" y="11719"/>
                    </a:cubicBezTo>
                    <a:cubicBezTo>
                      <a:pt x="1362" y="11719"/>
                      <a:pt x="1399" y="11733"/>
                      <a:pt x="1429" y="11763"/>
                    </a:cubicBezTo>
                    <a:cubicBezTo>
                      <a:pt x="1452" y="11808"/>
                      <a:pt x="1490" y="11836"/>
                      <a:pt x="1533" y="11836"/>
                    </a:cubicBezTo>
                    <a:cubicBezTo>
                      <a:pt x="1549" y="11836"/>
                      <a:pt x="1565" y="11832"/>
                      <a:pt x="1581" y="11824"/>
                    </a:cubicBezTo>
                    <a:lnTo>
                      <a:pt x="1855" y="11824"/>
                    </a:lnTo>
                    <a:cubicBezTo>
                      <a:pt x="1855" y="11861"/>
                      <a:pt x="1866" y="11875"/>
                      <a:pt x="1882" y="11875"/>
                    </a:cubicBezTo>
                    <a:cubicBezTo>
                      <a:pt x="1920" y="11875"/>
                      <a:pt x="1986" y="11797"/>
                      <a:pt x="2007" y="11733"/>
                    </a:cubicBezTo>
                    <a:cubicBezTo>
                      <a:pt x="2037" y="11642"/>
                      <a:pt x="2098" y="11611"/>
                      <a:pt x="2189" y="11551"/>
                    </a:cubicBezTo>
                    <a:cubicBezTo>
                      <a:pt x="2280" y="11702"/>
                      <a:pt x="2372" y="11854"/>
                      <a:pt x="2463" y="12006"/>
                    </a:cubicBezTo>
                    <a:lnTo>
                      <a:pt x="2828" y="11824"/>
                    </a:lnTo>
                    <a:cubicBezTo>
                      <a:pt x="2888" y="11885"/>
                      <a:pt x="2888" y="11976"/>
                      <a:pt x="2888" y="12067"/>
                    </a:cubicBezTo>
                    <a:lnTo>
                      <a:pt x="2828" y="12128"/>
                    </a:lnTo>
                    <a:lnTo>
                      <a:pt x="2797" y="12158"/>
                    </a:lnTo>
                    <a:cubicBezTo>
                      <a:pt x="2706" y="12158"/>
                      <a:pt x="2615" y="12219"/>
                      <a:pt x="2584" y="12310"/>
                    </a:cubicBezTo>
                    <a:lnTo>
                      <a:pt x="2706" y="12280"/>
                    </a:lnTo>
                    <a:cubicBezTo>
                      <a:pt x="2761" y="12280"/>
                      <a:pt x="2826" y="12247"/>
                      <a:pt x="2850" y="12247"/>
                    </a:cubicBezTo>
                    <a:cubicBezTo>
                      <a:pt x="2866" y="12247"/>
                      <a:pt x="2864" y="12262"/>
                      <a:pt x="2828" y="12310"/>
                    </a:cubicBezTo>
                    <a:cubicBezTo>
                      <a:pt x="2767" y="12462"/>
                      <a:pt x="2797" y="12523"/>
                      <a:pt x="2919" y="12554"/>
                    </a:cubicBezTo>
                    <a:lnTo>
                      <a:pt x="3101" y="12614"/>
                    </a:lnTo>
                    <a:cubicBezTo>
                      <a:pt x="3101" y="12569"/>
                      <a:pt x="3131" y="12554"/>
                      <a:pt x="3169" y="12554"/>
                    </a:cubicBezTo>
                    <a:cubicBezTo>
                      <a:pt x="3207" y="12554"/>
                      <a:pt x="3253" y="12569"/>
                      <a:pt x="3283" y="12584"/>
                    </a:cubicBezTo>
                    <a:cubicBezTo>
                      <a:pt x="3314" y="12599"/>
                      <a:pt x="3435" y="12614"/>
                      <a:pt x="3557" y="12614"/>
                    </a:cubicBezTo>
                    <a:cubicBezTo>
                      <a:pt x="3679" y="12614"/>
                      <a:pt x="3800" y="12599"/>
                      <a:pt x="3831" y="12554"/>
                    </a:cubicBezTo>
                    <a:cubicBezTo>
                      <a:pt x="3867" y="12499"/>
                      <a:pt x="3914" y="12488"/>
                      <a:pt x="3947" y="12488"/>
                    </a:cubicBezTo>
                    <a:cubicBezTo>
                      <a:pt x="3968" y="12488"/>
                      <a:pt x="3983" y="12493"/>
                      <a:pt x="3983" y="12493"/>
                    </a:cubicBezTo>
                    <a:cubicBezTo>
                      <a:pt x="3987" y="12497"/>
                      <a:pt x="3993" y="12499"/>
                      <a:pt x="4000" y="12499"/>
                    </a:cubicBezTo>
                    <a:cubicBezTo>
                      <a:pt x="4046" y="12499"/>
                      <a:pt x="4143" y="12428"/>
                      <a:pt x="4195" y="12402"/>
                    </a:cubicBezTo>
                    <a:cubicBezTo>
                      <a:pt x="4226" y="12341"/>
                      <a:pt x="4438" y="12158"/>
                      <a:pt x="4408" y="12098"/>
                    </a:cubicBezTo>
                    <a:cubicBezTo>
                      <a:pt x="4408" y="12037"/>
                      <a:pt x="4682" y="12006"/>
                      <a:pt x="4803" y="12006"/>
                    </a:cubicBezTo>
                    <a:cubicBezTo>
                      <a:pt x="4925" y="12006"/>
                      <a:pt x="4955" y="12158"/>
                      <a:pt x="4925" y="12189"/>
                    </a:cubicBezTo>
                    <a:cubicBezTo>
                      <a:pt x="4894" y="12250"/>
                      <a:pt x="4925" y="12310"/>
                      <a:pt x="4925" y="12310"/>
                    </a:cubicBezTo>
                    <a:cubicBezTo>
                      <a:pt x="4986" y="12250"/>
                      <a:pt x="5046" y="12219"/>
                      <a:pt x="5077" y="12158"/>
                    </a:cubicBezTo>
                    <a:cubicBezTo>
                      <a:pt x="5090" y="12145"/>
                      <a:pt x="5103" y="12139"/>
                      <a:pt x="5115" y="12139"/>
                    </a:cubicBezTo>
                    <a:cubicBezTo>
                      <a:pt x="5161" y="12139"/>
                      <a:pt x="5198" y="12221"/>
                      <a:pt x="5198" y="12341"/>
                    </a:cubicBezTo>
                    <a:lnTo>
                      <a:pt x="5107" y="12462"/>
                    </a:lnTo>
                    <a:cubicBezTo>
                      <a:pt x="5077" y="12493"/>
                      <a:pt x="5107" y="12554"/>
                      <a:pt x="5138" y="12554"/>
                    </a:cubicBezTo>
                    <a:cubicBezTo>
                      <a:pt x="5158" y="12564"/>
                      <a:pt x="5175" y="12567"/>
                      <a:pt x="5189" y="12567"/>
                    </a:cubicBezTo>
                    <a:cubicBezTo>
                      <a:pt x="5219" y="12567"/>
                      <a:pt x="5239" y="12554"/>
                      <a:pt x="5259" y="12554"/>
                    </a:cubicBezTo>
                    <a:lnTo>
                      <a:pt x="5320" y="12462"/>
                    </a:lnTo>
                    <a:cubicBezTo>
                      <a:pt x="5369" y="12397"/>
                      <a:pt x="5409" y="12367"/>
                      <a:pt x="5436" y="12367"/>
                    </a:cubicBezTo>
                    <a:cubicBezTo>
                      <a:pt x="5459" y="12367"/>
                      <a:pt x="5472" y="12390"/>
                      <a:pt x="5472" y="12432"/>
                    </a:cubicBezTo>
                    <a:lnTo>
                      <a:pt x="5502" y="12432"/>
                    </a:lnTo>
                    <a:cubicBezTo>
                      <a:pt x="5624" y="12462"/>
                      <a:pt x="5715" y="12462"/>
                      <a:pt x="5837" y="12493"/>
                    </a:cubicBezTo>
                    <a:cubicBezTo>
                      <a:pt x="5949" y="12493"/>
                      <a:pt x="5880" y="12648"/>
                      <a:pt x="6012" y="12648"/>
                    </a:cubicBezTo>
                    <a:cubicBezTo>
                      <a:pt x="6023" y="12648"/>
                      <a:pt x="6035" y="12647"/>
                      <a:pt x="6049" y="12645"/>
                    </a:cubicBezTo>
                    <a:lnTo>
                      <a:pt x="6262" y="12614"/>
                    </a:lnTo>
                    <a:cubicBezTo>
                      <a:pt x="6536" y="12614"/>
                      <a:pt x="6718" y="12432"/>
                      <a:pt x="6718" y="12341"/>
                    </a:cubicBezTo>
                    <a:cubicBezTo>
                      <a:pt x="6688" y="12280"/>
                      <a:pt x="6840" y="12189"/>
                      <a:pt x="7022" y="12189"/>
                    </a:cubicBezTo>
                    <a:lnTo>
                      <a:pt x="7113" y="12280"/>
                    </a:lnTo>
                    <a:lnTo>
                      <a:pt x="7296" y="12402"/>
                    </a:lnTo>
                    <a:cubicBezTo>
                      <a:pt x="7539" y="12462"/>
                      <a:pt x="7843" y="12493"/>
                      <a:pt x="7964" y="12523"/>
                    </a:cubicBezTo>
                    <a:lnTo>
                      <a:pt x="8025" y="12584"/>
                    </a:lnTo>
                    <a:cubicBezTo>
                      <a:pt x="8051" y="12610"/>
                      <a:pt x="8074" y="12619"/>
                      <a:pt x="8097" y="12619"/>
                    </a:cubicBezTo>
                    <a:cubicBezTo>
                      <a:pt x="8144" y="12619"/>
                      <a:pt x="8187" y="12579"/>
                      <a:pt x="8238" y="12579"/>
                    </a:cubicBezTo>
                    <a:cubicBezTo>
                      <a:pt x="8248" y="12579"/>
                      <a:pt x="8258" y="12580"/>
                      <a:pt x="8268" y="12584"/>
                    </a:cubicBezTo>
                    <a:lnTo>
                      <a:pt x="8542" y="12736"/>
                    </a:lnTo>
                    <a:lnTo>
                      <a:pt x="8633" y="12736"/>
                    </a:lnTo>
                    <a:cubicBezTo>
                      <a:pt x="8724" y="12645"/>
                      <a:pt x="8876" y="12675"/>
                      <a:pt x="8937" y="12645"/>
                    </a:cubicBezTo>
                    <a:lnTo>
                      <a:pt x="9028" y="12584"/>
                    </a:lnTo>
                    <a:cubicBezTo>
                      <a:pt x="9103" y="12509"/>
                      <a:pt x="9178" y="12454"/>
                      <a:pt x="9203" y="12454"/>
                    </a:cubicBezTo>
                    <a:cubicBezTo>
                      <a:pt x="9208" y="12454"/>
                      <a:pt x="9211" y="12457"/>
                      <a:pt x="9211" y="12462"/>
                    </a:cubicBezTo>
                    <a:cubicBezTo>
                      <a:pt x="9241" y="12462"/>
                      <a:pt x="9302" y="12554"/>
                      <a:pt x="9393" y="12645"/>
                    </a:cubicBezTo>
                    <a:lnTo>
                      <a:pt x="9636" y="12584"/>
                    </a:lnTo>
                    <a:lnTo>
                      <a:pt x="9697" y="12584"/>
                    </a:lnTo>
                    <a:cubicBezTo>
                      <a:pt x="9788" y="12614"/>
                      <a:pt x="9879" y="12675"/>
                      <a:pt x="9940" y="12736"/>
                    </a:cubicBezTo>
                    <a:lnTo>
                      <a:pt x="10031" y="12797"/>
                    </a:lnTo>
                    <a:lnTo>
                      <a:pt x="10214" y="12949"/>
                    </a:lnTo>
                    <a:cubicBezTo>
                      <a:pt x="10335" y="12858"/>
                      <a:pt x="10457" y="12766"/>
                      <a:pt x="10548" y="12675"/>
                    </a:cubicBezTo>
                    <a:lnTo>
                      <a:pt x="10730" y="12675"/>
                    </a:lnTo>
                    <a:cubicBezTo>
                      <a:pt x="10852" y="12645"/>
                      <a:pt x="10913" y="12523"/>
                      <a:pt x="11004" y="12432"/>
                    </a:cubicBezTo>
                    <a:cubicBezTo>
                      <a:pt x="11065" y="12432"/>
                      <a:pt x="11065" y="12706"/>
                      <a:pt x="11034" y="12797"/>
                    </a:cubicBezTo>
                    <a:cubicBezTo>
                      <a:pt x="11009" y="12872"/>
                      <a:pt x="11108" y="12926"/>
                      <a:pt x="11177" y="12926"/>
                    </a:cubicBezTo>
                    <a:cubicBezTo>
                      <a:pt x="11192" y="12926"/>
                      <a:pt x="11206" y="12924"/>
                      <a:pt x="11217" y="12918"/>
                    </a:cubicBezTo>
                    <a:cubicBezTo>
                      <a:pt x="11265" y="12918"/>
                      <a:pt x="11450" y="12841"/>
                      <a:pt x="11553" y="12841"/>
                    </a:cubicBezTo>
                    <a:cubicBezTo>
                      <a:pt x="11579" y="12841"/>
                      <a:pt x="11600" y="12845"/>
                      <a:pt x="11612" y="12858"/>
                    </a:cubicBezTo>
                    <a:cubicBezTo>
                      <a:pt x="11703" y="12949"/>
                      <a:pt x="11764" y="13010"/>
                      <a:pt x="11855" y="13101"/>
                    </a:cubicBezTo>
                    <a:lnTo>
                      <a:pt x="11977" y="13101"/>
                    </a:lnTo>
                    <a:cubicBezTo>
                      <a:pt x="12068" y="13101"/>
                      <a:pt x="12159" y="13192"/>
                      <a:pt x="12250" y="13192"/>
                    </a:cubicBezTo>
                    <a:lnTo>
                      <a:pt x="12372" y="13192"/>
                    </a:lnTo>
                    <a:cubicBezTo>
                      <a:pt x="12463" y="13192"/>
                      <a:pt x="12585" y="13192"/>
                      <a:pt x="12676" y="13222"/>
                    </a:cubicBezTo>
                    <a:cubicBezTo>
                      <a:pt x="12706" y="13253"/>
                      <a:pt x="12706" y="13283"/>
                      <a:pt x="12676" y="13283"/>
                    </a:cubicBezTo>
                    <a:cubicBezTo>
                      <a:pt x="12645" y="13313"/>
                      <a:pt x="12585" y="13344"/>
                      <a:pt x="12554" y="13344"/>
                    </a:cubicBezTo>
                    <a:cubicBezTo>
                      <a:pt x="12519" y="13334"/>
                      <a:pt x="12481" y="13330"/>
                      <a:pt x="12441" y="13330"/>
                    </a:cubicBezTo>
                    <a:cubicBezTo>
                      <a:pt x="12363" y="13330"/>
                      <a:pt x="12279" y="13344"/>
                      <a:pt x="12201" y="13344"/>
                    </a:cubicBezTo>
                    <a:cubicBezTo>
                      <a:pt x="12083" y="13344"/>
                      <a:pt x="11977" y="13313"/>
                      <a:pt x="11916" y="13161"/>
                    </a:cubicBezTo>
                    <a:cubicBezTo>
                      <a:pt x="11855" y="13161"/>
                      <a:pt x="11825" y="13161"/>
                      <a:pt x="11794" y="13192"/>
                    </a:cubicBezTo>
                    <a:lnTo>
                      <a:pt x="11703" y="13253"/>
                    </a:lnTo>
                    <a:cubicBezTo>
                      <a:pt x="11664" y="13312"/>
                      <a:pt x="11612" y="13345"/>
                      <a:pt x="11555" y="13345"/>
                    </a:cubicBezTo>
                    <a:cubicBezTo>
                      <a:pt x="11524" y="13345"/>
                      <a:pt x="11492" y="13335"/>
                      <a:pt x="11460" y="13313"/>
                    </a:cubicBezTo>
                    <a:cubicBezTo>
                      <a:pt x="11456" y="13306"/>
                      <a:pt x="11451" y="13303"/>
                      <a:pt x="11445" y="13303"/>
                    </a:cubicBezTo>
                    <a:cubicBezTo>
                      <a:pt x="11401" y="13303"/>
                      <a:pt x="11304" y="13477"/>
                      <a:pt x="11278" y="13557"/>
                    </a:cubicBezTo>
                    <a:cubicBezTo>
                      <a:pt x="11256" y="13589"/>
                      <a:pt x="11188" y="13598"/>
                      <a:pt x="11103" y="13598"/>
                    </a:cubicBezTo>
                    <a:cubicBezTo>
                      <a:pt x="10986" y="13598"/>
                      <a:pt x="10836" y="13581"/>
                      <a:pt x="10727" y="13581"/>
                    </a:cubicBezTo>
                    <a:cubicBezTo>
                      <a:pt x="10693" y="13581"/>
                      <a:pt x="10663" y="13582"/>
                      <a:pt x="10639" y="13587"/>
                    </a:cubicBezTo>
                    <a:cubicBezTo>
                      <a:pt x="10487" y="13648"/>
                      <a:pt x="10335" y="13739"/>
                      <a:pt x="10214" y="13830"/>
                    </a:cubicBezTo>
                    <a:lnTo>
                      <a:pt x="10244" y="13921"/>
                    </a:lnTo>
                    <a:lnTo>
                      <a:pt x="10274" y="13952"/>
                    </a:lnTo>
                    <a:cubicBezTo>
                      <a:pt x="10139" y="14064"/>
                      <a:pt x="9970" y="14127"/>
                      <a:pt x="9806" y="14127"/>
                    </a:cubicBezTo>
                    <a:cubicBezTo>
                      <a:pt x="9748" y="14127"/>
                      <a:pt x="9691" y="14119"/>
                      <a:pt x="9636" y="14104"/>
                    </a:cubicBezTo>
                    <a:cubicBezTo>
                      <a:pt x="9454" y="14013"/>
                      <a:pt x="9393" y="13891"/>
                      <a:pt x="9423" y="13861"/>
                    </a:cubicBezTo>
                    <a:cubicBezTo>
                      <a:pt x="9484" y="13800"/>
                      <a:pt x="9211" y="13648"/>
                      <a:pt x="9089" y="13617"/>
                    </a:cubicBezTo>
                    <a:cubicBezTo>
                      <a:pt x="8967" y="13617"/>
                      <a:pt x="8876" y="13678"/>
                      <a:pt x="8876" y="13769"/>
                    </a:cubicBezTo>
                    <a:lnTo>
                      <a:pt x="9119" y="13769"/>
                    </a:lnTo>
                    <a:cubicBezTo>
                      <a:pt x="9150" y="13769"/>
                      <a:pt x="9180" y="13769"/>
                      <a:pt x="9180" y="13800"/>
                    </a:cubicBezTo>
                    <a:lnTo>
                      <a:pt x="9180" y="13891"/>
                    </a:lnTo>
                    <a:lnTo>
                      <a:pt x="9028" y="13982"/>
                    </a:lnTo>
                    <a:cubicBezTo>
                      <a:pt x="8904" y="14032"/>
                      <a:pt x="8760" y="14081"/>
                      <a:pt x="8595" y="14081"/>
                    </a:cubicBezTo>
                    <a:cubicBezTo>
                      <a:pt x="8558" y="14081"/>
                      <a:pt x="8520" y="14079"/>
                      <a:pt x="8481" y="14073"/>
                    </a:cubicBezTo>
                    <a:cubicBezTo>
                      <a:pt x="8420" y="14043"/>
                      <a:pt x="8512" y="13739"/>
                      <a:pt x="8451" y="13709"/>
                    </a:cubicBezTo>
                    <a:cubicBezTo>
                      <a:pt x="8420" y="13693"/>
                      <a:pt x="8390" y="13686"/>
                      <a:pt x="8363" y="13686"/>
                    </a:cubicBezTo>
                    <a:cubicBezTo>
                      <a:pt x="8337" y="13686"/>
                      <a:pt x="8314" y="13693"/>
                      <a:pt x="8299" y="13709"/>
                    </a:cubicBezTo>
                    <a:cubicBezTo>
                      <a:pt x="8268" y="13709"/>
                      <a:pt x="8238" y="13921"/>
                      <a:pt x="8177" y="14165"/>
                    </a:cubicBezTo>
                    <a:lnTo>
                      <a:pt x="7843" y="14256"/>
                    </a:lnTo>
                    <a:lnTo>
                      <a:pt x="7752" y="14286"/>
                    </a:lnTo>
                    <a:cubicBezTo>
                      <a:pt x="7721" y="14301"/>
                      <a:pt x="7676" y="14309"/>
                      <a:pt x="7630" y="14309"/>
                    </a:cubicBezTo>
                    <a:cubicBezTo>
                      <a:pt x="7584" y="14309"/>
                      <a:pt x="7539" y="14301"/>
                      <a:pt x="7508" y="14286"/>
                    </a:cubicBezTo>
                    <a:cubicBezTo>
                      <a:pt x="7502" y="14280"/>
                      <a:pt x="7494" y="14278"/>
                      <a:pt x="7484" y="14278"/>
                    </a:cubicBezTo>
                    <a:cubicBezTo>
                      <a:pt x="7443" y="14278"/>
                      <a:pt x="7375" y="14317"/>
                      <a:pt x="7326" y="14317"/>
                    </a:cubicBezTo>
                    <a:cubicBezTo>
                      <a:pt x="7311" y="14332"/>
                      <a:pt x="7296" y="14339"/>
                      <a:pt x="7280" y="14339"/>
                    </a:cubicBezTo>
                    <a:cubicBezTo>
                      <a:pt x="7265" y="14339"/>
                      <a:pt x="7250" y="14332"/>
                      <a:pt x="7235" y="14317"/>
                    </a:cubicBezTo>
                    <a:cubicBezTo>
                      <a:pt x="7174" y="14225"/>
                      <a:pt x="7144" y="14104"/>
                      <a:pt x="7083" y="14013"/>
                    </a:cubicBezTo>
                    <a:lnTo>
                      <a:pt x="6870" y="13952"/>
                    </a:lnTo>
                    <a:lnTo>
                      <a:pt x="6840" y="13952"/>
                    </a:lnTo>
                    <a:cubicBezTo>
                      <a:pt x="6840" y="13861"/>
                      <a:pt x="6779" y="13861"/>
                      <a:pt x="6749" y="13861"/>
                    </a:cubicBezTo>
                    <a:cubicBezTo>
                      <a:pt x="6718" y="13952"/>
                      <a:pt x="6688" y="14043"/>
                      <a:pt x="6657" y="14134"/>
                    </a:cubicBezTo>
                    <a:lnTo>
                      <a:pt x="6353" y="13982"/>
                    </a:lnTo>
                    <a:cubicBezTo>
                      <a:pt x="6338" y="13967"/>
                      <a:pt x="6323" y="13959"/>
                      <a:pt x="6308" y="13959"/>
                    </a:cubicBezTo>
                    <a:cubicBezTo>
                      <a:pt x="6293" y="13959"/>
                      <a:pt x="6277" y="13967"/>
                      <a:pt x="6262" y="13982"/>
                    </a:cubicBezTo>
                    <a:cubicBezTo>
                      <a:pt x="6262" y="13982"/>
                      <a:pt x="6232" y="14043"/>
                      <a:pt x="6232" y="14043"/>
                    </a:cubicBezTo>
                    <a:lnTo>
                      <a:pt x="6445" y="14256"/>
                    </a:lnTo>
                    <a:cubicBezTo>
                      <a:pt x="6232" y="14286"/>
                      <a:pt x="6019" y="14347"/>
                      <a:pt x="5837" y="14408"/>
                    </a:cubicBezTo>
                    <a:lnTo>
                      <a:pt x="5745" y="14377"/>
                    </a:lnTo>
                    <a:lnTo>
                      <a:pt x="5685" y="14317"/>
                    </a:lnTo>
                    <a:cubicBezTo>
                      <a:pt x="5660" y="14216"/>
                      <a:pt x="5572" y="14157"/>
                      <a:pt x="5473" y="14157"/>
                    </a:cubicBezTo>
                    <a:cubicBezTo>
                      <a:pt x="5453" y="14157"/>
                      <a:pt x="5432" y="14159"/>
                      <a:pt x="5411" y="14165"/>
                    </a:cubicBezTo>
                    <a:lnTo>
                      <a:pt x="5320" y="14165"/>
                    </a:lnTo>
                    <a:cubicBezTo>
                      <a:pt x="5320" y="14195"/>
                      <a:pt x="5350" y="14225"/>
                      <a:pt x="5442" y="14225"/>
                    </a:cubicBezTo>
                    <a:lnTo>
                      <a:pt x="5594" y="14225"/>
                    </a:lnTo>
                    <a:cubicBezTo>
                      <a:pt x="5594" y="14286"/>
                      <a:pt x="5594" y="14317"/>
                      <a:pt x="5594" y="14347"/>
                    </a:cubicBezTo>
                    <a:lnTo>
                      <a:pt x="5381" y="14347"/>
                    </a:lnTo>
                    <a:cubicBezTo>
                      <a:pt x="5350" y="14357"/>
                      <a:pt x="5318" y="14361"/>
                      <a:pt x="5285" y="14361"/>
                    </a:cubicBezTo>
                    <a:cubicBezTo>
                      <a:pt x="5122" y="14361"/>
                      <a:pt x="4940" y="14256"/>
                      <a:pt x="4864" y="14256"/>
                    </a:cubicBezTo>
                    <a:cubicBezTo>
                      <a:pt x="4773" y="14256"/>
                      <a:pt x="4651" y="14225"/>
                      <a:pt x="4560" y="14225"/>
                    </a:cubicBezTo>
                    <a:cubicBezTo>
                      <a:pt x="4549" y="14220"/>
                      <a:pt x="4539" y="14217"/>
                      <a:pt x="4530" y="14217"/>
                    </a:cubicBezTo>
                    <a:cubicBezTo>
                      <a:pt x="4492" y="14217"/>
                      <a:pt x="4486" y="14267"/>
                      <a:pt x="4560" y="14317"/>
                    </a:cubicBezTo>
                    <a:lnTo>
                      <a:pt x="4590" y="14317"/>
                    </a:lnTo>
                    <a:cubicBezTo>
                      <a:pt x="4773" y="14408"/>
                      <a:pt x="4590" y="14438"/>
                      <a:pt x="4590" y="14529"/>
                    </a:cubicBezTo>
                    <a:cubicBezTo>
                      <a:pt x="4590" y="14610"/>
                      <a:pt x="4536" y="14637"/>
                      <a:pt x="4482" y="14637"/>
                    </a:cubicBezTo>
                    <a:cubicBezTo>
                      <a:pt x="4455" y="14637"/>
                      <a:pt x="4428" y="14631"/>
                      <a:pt x="4408" y="14620"/>
                    </a:cubicBezTo>
                    <a:lnTo>
                      <a:pt x="4195" y="14529"/>
                    </a:lnTo>
                    <a:cubicBezTo>
                      <a:pt x="3952" y="14620"/>
                      <a:pt x="3557" y="14560"/>
                      <a:pt x="3496" y="14620"/>
                    </a:cubicBezTo>
                    <a:cubicBezTo>
                      <a:pt x="3405" y="14681"/>
                      <a:pt x="3283" y="14742"/>
                      <a:pt x="3192" y="14772"/>
                    </a:cubicBezTo>
                    <a:lnTo>
                      <a:pt x="3162" y="14620"/>
                    </a:lnTo>
                    <a:cubicBezTo>
                      <a:pt x="3143" y="14582"/>
                      <a:pt x="3111" y="14544"/>
                      <a:pt x="3091" y="14544"/>
                    </a:cubicBezTo>
                    <a:cubicBezTo>
                      <a:pt x="3079" y="14544"/>
                      <a:pt x="3071" y="14557"/>
                      <a:pt x="3071" y="14590"/>
                    </a:cubicBezTo>
                    <a:lnTo>
                      <a:pt x="3040" y="14742"/>
                    </a:lnTo>
                    <a:cubicBezTo>
                      <a:pt x="2888" y="14894"/>
                      <a:pt x="2797" y="15076"/>
                      <a:pt x="2706" y="15289"/>
                    </a:cubicBezTo>
                    <a:cubicBezTo>
                      <a:pt x="2686" y="15318"/>
                      <a:pt x="2664" y="15332"/>
                      <a:pt x="2640" y="15332"/>
                    </a:cubicBezTo>
                    <a:cubicBezTo>
                      <a:pt x="2590" y="15332"/>
                      <a:pt x="2534" y="15271"/>
                      <a:pt x="2493" y="15168"/>
                    </a:cubicBezTo>
                    <a:lnTo>
                      <a:pt x="2645" y="14894"/>
                    </a:lnTo>
                    <a:lnTo>
                      <a:pt x="2706" y="14803"/>
                    </a:lnTo>
                    <a:cubicBezTo>
                      <a:pt x="2767" y="14681"/>
                      <a:pt x="2797" y="14560"/>
                      <a:pt x="2797" y="14438"/>
                    </a:cubicBezTo>
                    <a:lnTo>
                      <a:pt x="2797" y="14438"/>
                    </a:lnTo>
                    <a:lnTo>
                      <a:pt x="2706" y="14529"/>
                    </a:lnTo>
                    <a:cubicBezTo>
                      <a:pt x="2693" y="14521"/>
                      <a:pt x="2681" y="14517"/>
                      <a:pt x="2670" y="14517"/>
                    </a:cubicBezTo>
                    <a:cubicBezTo>
                      <a:pt x="2599" y="14517"/>
                      <a:pt x="2554" y="14659"/>
                      <a:pt x="2554" y="14712"/>
                    </a:cubicBezTo>
                    <a:cubicBezTo>
                      <a:pt x="2554" y="14745"/>
                      <a:pt x="2517" y="14769"/>
                      <a:pt x="2464" y="14769"/>
                    </a:cubicBezTo>
                    <a:cubicBezTo>
                      <a:pt x="2421" y="14769"/>
                      <a:pt x="2366" y="14753"/>
                      <a:pt x="2311" y="14712"/>
                    </a:cubicBezTo>
                    <a:lnTo>
                      <a:pt x="2220" y="14651"/>
                    </a:lnTo>
                    <a:lnTo>
                      <a:pt x="2128" y="14560"/>
                    </a:lnTo>
                    <a:cubicBezTo>
                      <a:pt x="1946" y="14499"/>
                      <a:pt x="1885" y="14377"/>
                      <a:pt x="2007" y="14286"/>
                    </a:cubicBezTo>
                    <a:lnTo>
                      <a:pt x="2007" y="14225"/>
                    </a:lnTo>
                    <a:lnTo>
                      <a:pt x="2007" y="14134"/>
                    </a:lnTo>
                    <a:cubicBezTo>
                      <a:pt x="1978" y="14086"/>
                      <a:pt x="1941" y="14069"/>
                      <a:pt x="1902" y="14069"/>
                    </a:cubicBezTo>
                    <a:cubicBezTo>
                      <a:pt x="1819" y="14069"/>
                      <a:pt x="1733" y="14153"/>
                      <a:pt x="1733" y="14195"/>
                    </a:cubicBezTo>
                    <a:cubicBezTo>
                      <a:pt x="1710" y="14263"/>
                      <a:pt x="1585" y="14298"/>
                      <a:pt x="1498" y="14298"/>
                    </a:cubicBezTo>
                    <a:cubicBezTo>
                      <a:pt x="1469" y="14298"/>
                      <a:pt x="1445" y="14294"/>
                      <a:pt x="1429" y="14286"/>
                    </a:cubicBezTo>
                    <a:lnTo>
                      <a:pt x="1429" y="14286"/>
                    </a:lnTo>
                    <a:cubicBezTo>
                      <a:pt x="1369" y="14286"/>
                      <a:pt x="1794" y="14651"/>
                      <a:pt x="1794" y="14742"/>
                    </a:cubicBezTo>
                    <a:cubicBezTo>
                      <a:pt x="1764" y="14803"/>
                      <a:pt x="1642" y="14803"/>
                      <a:pt x="1612" y="14803"/>
                    </a:cubicBezTo>
                    <a:cubicBezTo>
                      <a:pt x="1520" y="14894"/>
                      <a:pt x="1460" y="14985"/>
                      <a:pt x="1399" y="15076"/>
                    </a:cubicBezTo>
                    <a:lnTo>
                      <a:pt x="1247" y="15137"/>
                    </a:lnTo>
                    <a:cubicBezTo>
                      <a:pt x="1156" y="15168"/>
                      <a:pt x="1065" y="15198"/>
                      <a:pt x="973" y="15228"/>
                    </a:cubicBezTo>
                    <a:cubicBezTo>
                      <a:pt x="852" y="15289"/>
                      <a:pt x="1004" y="15380"/>
                      <a:pt x="973" y="15411"/>
                    </a:cubicBezTo>
                    <a:lnTo>
                      <a:pt x="882" y="15502"/>
                    </a:lnTo>
                    <a:lnTo>
                      <a:pt x="548" y="15654"/>
                    </a:lnTo>
                    <a:cubicBezTo>
                      <a:pt x="517" y="15684"/>
                      <a:pt x="578" y="15745"/>
                      <a:pt x="700" y="15775"/>
                    </a:cubicBezTo>
                    <a:lnTo>
                      <a:pt x="730" y="15775"/>
                    </a:lnTo>
                    <a:cubicBezTo>
                      <a:pt x="771" y="15735"/>
                      <a:pt x="808" y="15721"/>
                      <a:pt x="844" y="15721"/>
                    </a:cubicBezTo>
                    <a:cubicBezTo>
                      <a:pt x="916" y="15721"/>
                      <a:pt x="983" y="15775"/>
                      <a:pt x="1065" y="15775"/>
                    </a:cubicBezTo>
                    <a:lnTo>
                      <a:pt x="1186" y="15775"/>
                    </a:lnTo>
                    <a:cubicBezTo>
                      <a:pt x="1308" y="15775"/>
                      <a:pt x="1460" y="15775"/>
                      <a:pt x="1581" y="15745"/>
                    </a:cubicBezTo>
                    <a:lnTo>
                      <a:pt x="1612" y="15867"/>
                    </a:lnTo>
                    <a:lnTo>
                      <a:pt x="1672" y="16019"/>
                    </a:lnTo>
                    <a:cubicBezTo>
                      <a:pt x="1764" y="15988"/>
                      <a:pt x="1824" y="15897"/>
                      <a:pt x="1855" y="15775"/>
                    </a:cubicBezTo>
                    <a:cubicBezTo>
                      <a:pt x="1855" y="15745"/>
                      <a:pt x="1885" y="15715"/>
                      <a:pt x="1976" y="15715"/>
                    </a:cubicBezTo>
                    <a:lnTo>
                      <a:pt x="2007" y="15715"/>
                    </a:lnTo>
                    <a:cubicBezTo>
                      <a:pt x="2037" y="15760"/>
                      <a:pt x="2083" y="15783"/>
                      <a:pt x="2128" y="15783"/>
                    </a:cubicBezTo>
                    <a:cubicBezTo>
                      <a:pt x="2174" y="15783"/>
                      <a:pt x="2220" y="15760"/>
                      <a:pt x="2250" y="15715"/>
                    </a:cubicBezTo>
                    <a:cubicBezTo>
                      <a:pt x="2291" y="15694"/>
                      <a:pt x="2333" y="15631"/>
                      <a:pt x="2393" y="15631"/>
                    </a:cubicBezTo>
                    <a:cubicBezTo>
                      <a:pt x="2421" y="15631"/>
                      <a:pt x="2454" y="15645"/>
                      <a:pt x="2493" y="15684"/>
                    </a:cubicBezTo>
                    <a:cubicBezTo>
                      <a:pt x="2584" y="15654"/>
                      <a:pt x="2706" y="15624"/>
                      <a:pt x="2828" y="15593"/>
                    </a:cubicBezTo>
                    <a:lnTo>
                      <a:pt x="3131" y="15593"/>
                    </a:lnTo>
                    <a:cubicBezTo>
                      <a:pt x="3189" y="15651"/>
                      <a:pt x="3259" y="15672"/>
                      <a:pt x="3311" y="15672"/>
                    </a:cubicBezTo>
                    <a:cubicBezTo>
                      <a:pt x="3340" y="15672"/>
                      <a:pt x="3364" y="15665"/>
                      <a:pt x="3375" y="15654"/>
                    </a:cubicBezTo>
                    <a:cubicBezTo>
                      <a:pt x="3375" y="15650"/>
                      <a:pt x="3377" y="15648"/>
                      <a:pt x="3381" y="15648"/>
                    </a:cubicBezTo>
                    <a:cubicBezTo>
                      <a:pt x="3407" y="15648"/>
                      <a:pt x="3500" y="15719"/>
                      <a:pt x="3527" y="15745"/>
                    </a:cubicBezTo>
                    <a:cubicBezTo>
                      <a:pt x="3533" y="15751"/>
                      <a:pt x="3542" y="15754"/>
                      <a:pt x="3554" y="15754"/>
                    </a:cubicBezTo>
                    <a:cubicBezTo>
                      <a:pt x="3602" y="15754"/>
                      <a:pt x="3685" y="15715"/>
                      <a:pt x="3709" y="15715"/>
                    </a:cubicBezTo>
                    <a:cubicBezTo>
                      <a:pt x="3739" y="15684"/>
                      <a:pt x="3648" y="15532"/>
                      <a:pt x="3587" y="15472"/>
                    </a:cubicBezTo>
                    <a:cubicBezTo>
                      <a:pt x="3527" y="15411"/>
                      <a:pt x="3587" y="15350"/>
                      <a:pt x="3739" y="15350"/>
                    </a:cubicBezTo>
                    <a:lnTo>
                      <a:pt x="3800" y="15472"/>
                    </a:lnTo>
                    <a:cubicBezTo>
                      <a:pt x="3922" y="15502"/>
                      <a:pt x="4013" y="15593"/>
                      <a:pt x="4104" y="15624"/>
                    </a:cubicBezTo>
                    <a:cubicBezTo>
                      <a:pt x="4195" y="15654"/>
                      <a:pt x="4317" y="15624"/>
                      <a:pt x="4378" y="15684"/>
                    </a:cubicBezTo>
                    <a:cubicBezTo>
                      <a:pt x="4403" y="15703"/>
                      <a:pt x="4424" y="15710"/>
                      <a:pt x="4443" y="15710"/>
                    </a:cubicBezTo>
                    <a:cubicBezTo>
                      <a:pt x="4503" y="15710"/>
                      <a:pt x="4544" y="15641"/>
                      <a:pt x="4621" y="15641"/>
                    </a:cubicBezTo>
                    <a:cubicBezTo>
                      <a:pt x="4639" y="15641"/>
                      <a:pt x="4659" y="15645"/>
                      <a:pt x="4682" y="15654"/>
                    </a:cubicBezTo>
                    <a:lnTo>
                      <a:pt x="4803" y="15715"/>
                    </a:lnTo>
                    <a:cubicBezTo>
                      <a:pt x="4834" y="15593"/>
                      <a:pt x="4803" y="15502"/>
                      <a:pt x="4712" y="15472"/>
                    </a:cubicBezTo>
                    <a:cubicBezTo>
                      <a:pt x="4651" y="15441"/>
                      <a:pt x="4742" y="15411"/>
                      <a:pt x="4925" y="15380"/>
                    </a:cubicBezTo>
                    <a:lnTo>
                      <a:pt x="5077" y="15380"/>
                    </a:lnTo>
                    <a:cubicBezTo>
                      <a:pt x="5161" y="15380"/>
                      <a:pt x="5116" y="15536"/>
                      <a:pt x="5204" y="15536"/>
                    </a:cubicBezTo>
                    <a:cubicBezTo>
                      <a:pt x="5211" y="15536"/>
                      <a:pt x="5219" y="15535"/>
                      <a:pt x="5229" y="15532"/>
                    </a:cubicBezTo>
                    <a:cubicBezTo>
                      <a:pt x="5350" y="15532"/>
                      <a:pt x="5442" y="15472"/>
                      <a:pt x="5563" y="15472"/>
                    </a:cubicBezTo>
                    <a:lnTo>
                      <a:pt x="5715" y="15472"/>
                    </a:lnTo>
                    <a:cubicBezTo>
                      <a:pt x="5867" y="15441"/>
                      <a:pt x="6019" y="15350"/>
                      <a:pt x="6049" y="15198"/>
                    </a:cubicBezTo>
                    <a:cubicBezTo>
                      <a:pt x="6049" y="15139"/>
                      <a:pt x="6176" y="15106"/>
                      <a:pt x="6258" y="15106"/>
                    </a:cubicBezTo>
                    <a:cubicBezTo>
                      <a:pt x="6303" y="15106"/>
                      <a:pt x="6334" y="15116"/>
                      <a:pt x="6323" y="15137"/>
                    </a:cubicBezTo>
                    <a:cubicBezTo>
                      <a:pt x="6314" y="15165"/>
                      <a:pt x="6321" y="15176"/>
                      <a:pt x="6337" y="15176"/>
                    </a:cubicBezTo>
                    <a:cubicBezTo>
                      <a:pt x="6374" y="15176"/>
                      <a:pt x="6454" y="15119"/>
                      <a:pt x="6475" y="15076"/>
                    </a:cubicBezTo>
                    <a:cubicBezTo>
                      <a:pt x="6487" y="15065"/>
                      <a:pt x="6504" y="15060"/>
                      <a:pt x="6524" y="15060"/>
                    </a:cubicBezTo>
                    <a:cubicBezTo>
                      <a:pt x="6612" y="15060"/>
                      <a:pt x="6760" y="15149"/>
                      <a:pt x="6809" y="15198"/>
                    </a:cubicBezTo>
                    <a:cubicBezTo>
                      <a:pt x="6823" y="15205"/>
                      <a:pt x="6846" y="15207"/>
                      <a:pt x="6874" y="15207"/>
                    </a:cubicBezTo>
                    <a:cubicBezTo>
                      <a:pt x="6924" y="15207"/>
                      <a:pt x="6989" y="15200"/>
                      <a:pt x="7043" y="15200"/>
                    </a:cubicBezTo>
                    <a:cubicBezTo>
                      <a:pt x="7092" y="15200"/>
                      <a:pt x="7132" y="15206"/>
                      <a:pt x="7144" y="15228"/>
                    </a:cubicBezTo>
                    <a:cubicBezTo>
                      <a:pt x="7144" y="15251"/>
                      <a:pt x="7146" y="15261"/>
                      <a:pt x="7148" y="15261"/>
                    </a:cubicBezTo>
                    <a:cubicBezTo>
                      <a:pt x="7157" y="15261"/>
                      <a:pt x="7174" y="15175"/>
                      <a:pt x="7174" y="15107"/>
                    </a:cubicBezTo>
                    <a:cubicBezTo>
                      <a:pt x="7193" y="15069"/>
                      <a:pt x="7246" y="15043"/>
                      <a:pt x="7321" y="15043"/>
                    </a:cubicBezTo>
                    <a:cubicBezTo>
                      <a:pt x="7366" y="15043"/>
                      <a:pt x="7420" y="15053"/>
                      <a:pt x="7478" y="15076"/>
                    </a:cubicBezTo>
                    <a:lnTo>
                      <a:pt x="7326" y="15198"/>
                    </a:lnTo>
                    <a:lnTo>
                      <a:pt x="7204" y="15320"/>
                    </a:lnTo>
                    <a:cubicBezTo>
                      <a:pt x="7326" y="15320"/>
                      <a:pt x="7478" y="15289"/>
                      <a:pt x="7600" y="15168"/>
                    </a:cubicBezTo>
                    <a:cubicBezTo>
                      <a:pt x="7630" y="15107"/>
                      <a:pt x="7630" y="15016"/>
                      <a:pt x="7539" y="15016"/>
                    </a:cubicBezTo>
                    <a:lnTo>
                      <a:pt x="7508" y="14955"/>
                    </a:lnTo>
                    <a:cubicBezTo>
                      <a:pt x="7508" y="14894"/>
                      <a:pt x="7478" y="14803"/>
                      <a:pt x="7508" y="14742"/>
                    </a:cubicBezTo>
                    <a:cubicBezTo>
                      <a:pt x="7569" y="14712"/>
                      <a:pt x="7660" y="14712"/>
                      <a:pt x="7752" y="14712"/>
                    </a:cubicBezTo>
                    <a:cubicBezTo>
                      <a:pt x="7797" y="14757"/>
                      <a:pt x="7858" y="14780"/>
                      <a:pt x="7919" y="14780"/>
                    </a:cubicBezTo>
                    <a:cubicBezTo>
                      <a:pt x="7980" y="14780"/>
                      <a:pt x="8040" y="14757"/>
                      <a:pt x="8086" y="14712"/>
                    </a:cubicBezTo>
                    <a:lnTo>
                      <a:pt x="8147" y="14681"/>
                    </a:lnTo>
                    <a:cubicBezTo>
                      <a:pt x="8180" y="14676"/>
                      <a:pt x="8211" y="14673"/>
                      <a:pt x="8238" y="14673"/>
                    </a:cubicBezTo>
                    <a:cubicBezTo>
                      <a:pt x="8358" y="14673"/>
                      <a:pt x="8415" y="14723"/>
                      <a:pt x="8390" y="14772"/>
                    </a:cubicBezTo>
                    <a:lnTo>
                      <a:pt x="8329" y="14803"/>
                    </a:lnTo>
                    <a:lnTo>
                      <a:pt x="8238" y="14864"/>
                    </a:lnTo>
                    <a:cubicBezTo>
                      <a:pt x="8116" y="14955"/>
                      <a:pt x="8208" y="15228"/>
                      <a:pt x="8208" y="15289"/>
                    </a:cubicBezTo>
                    <a:cubicBezTo>
                      <a:pt x="8183" y="15364"/>
                      <a:pt x="8178" y="15419"/>
                      <a:pt x="8194" y="15419"/>
                    </a:cubicBezTo>
                    <a:cubicBezTo>
                      <a:pt x="8198" y="15419"/>
                      <a:pt x="8202" y="15416"/>
                      <a:pt x="8208" y="15411"/>
                    </a:cubicBezTo>
                    <a:lnTo>
                      <a:pt x="8208" y="15380"/>
                    </a:lnTo>
                    <a:cubicBezTo>
                      <a:pt x="8238" y="15350"/>
                      <a:pt x="8177" y="15259"/>
                      <a:pt x="8268" y="15228"/>
                    </a:cubicBezTo>
                    <a:cubicBezTo>
                      <a:pt x="8290" y="15223"/>
                      <a:pt x="8309" y="15220"/>
                      <a:pt x="8325" y="15220"/>
                    </a:cubicBezTo>
                    <a:cubicBezTo>
                      <a:pt x="8400" y="15220"/>
                      <a:pt x="8420" y="15275"/>
                      <a:pt x="8420" y="15350"/>
                    </a:cubicBezTo>
                    <a:cubicBezTo>
                      <a:pt x="8451" y="15350"/>
                      <a:pt x="8542" y="15137"/>
                      <a:pt x="8663" y="15107"/>
                    </a:cubicBezTo>
                    <a:cubicBezTo>
                      <a:pt x="8755" y="15046"/>
                      <a:pt x="8846" y="14985"/>
                      <a:pt x="8907" y="14924"/>
                    </a:cubicBezTo>
                    <a:cubicBezTo>
                      <a:pt x="9089" y="14924"/>
                      <a:pt x="9211" y="14985"/>
                      <a:pt x="9332" y="15107"/>
                    </a:cubicBezTo>
                    <a:cubicBezTo>
                      <a:pt x="9393" y="15168"/>
                      <a:pt x="9454" y="15228"/>
                      <a:pt x="9515" y="15289"/>
                    </a:cubicBezTo>
                    <a:cubicBezTo>
                      <a:pt x="9575" y="15289"/>
                      <a:pt x="9606" y="15259"/>
                      <a:pt x="9636" y="15228"/>
                    </a:cubicBezTo>
                    <a:lnTo>
                      <a:pt x="9636" y="15168"/>
                    </a:lnTo>
                    <a:cubicBezTo>
                      <a:pt x="9636" y="15087"/>
                      <a:pt x="9663" y="15046"/>
                      <a:pt x="9717" y="15046"/>
                    </a:cubicBezTo>
                    <a:cubicBezTo>
                      <a:pt x="9744" y="15046"/>
                      <a:pt x="9778" y="15056"/>
                      <a:pt x="9819" y="15076"/>
                    </a:cubicBezTo>
                    <a:lnTo>
                      <a:pt x="9879" y="15107"/>
                    </a:lnTo>
                    <a:cubicBezTo>
                      <a:pt x="10092" y="15046"/>
                      <a:pt x="10305" y="14985"/>
                      <a:pt x="10518" y="14955"/>
                    </a:cubicBezTo>
                    <a:lnTo>
                      <a:pt x="10761" y="15137"/>
                    </a:lnTo>
                    <a:cubicBezTo>
                      <a:pt x="10791" y="15107"/>
                      <a:pt x="10852" y="14985"/>
                      <a:pt x="10882" y="14955"/>
                    </a:cubicBezTo>
                    <a:cubicBezTo>
                      <a:pt x="10882" y="14940"/>
                      <a:pt x="10951" y="14924"/>
                      <a:pt x="11023" y="14924"/>
                    </a:cubicBezTo>
                    <a:cubicBezTo>
                      <a:pt x="11095" y="14924"/>
                      <a:pt x="11171" y="14940"/>
                      <a:pt x="11186" y="14985"/>
                    </a:cubicBezTo>
                    <a:cubicBezTo>
                      <a:pt x="11198" y="15021"/>
                      <a:pt x="11215" y="15033"/>
                      <a:pt x="11231" y="15033"/>
                    </a:cubicBezTo>
                    <a:cubicBezTo>
                      <a:pt x="11255" y="15033"/>
                      <a:pt x="11278" y="15004"/>
                      <a:pt x="11278" y="14985"/>
                    </a:cubicBezTo>
                    <a:cubicBezTo>
                      <a:pt x="11278" y="14964"/>
                      <a:pt x="11384" y="14942"/>
                      <a:pt x="11521" y="14942"/>
                    </a:cubicBezTo>
                    <a:cubicBezTo>
                      <a:pt x="11578" y="14942"/>
                      <a:pt x="11641" y="14946"/>
                      <a:pt x="11703" y="14955"/>
                    </a:cubicBezTo>
                    <a:lnTo>
                      <a:pt x="12098" y="14955"/>
                    </a:lnTo>
                    <a:cubicBezTo>
                      <a:pt x="12106" y="14947"/>
                      <a:pt x="12117" y="14943"/>
                      <a:pt x="12128" y="14943"/>
                    </a:cubicBezTo>
                    <a:cubicBezTo>
                      <a:pt x="12159" y="14943"/>
                      <a:pt x="12198" y="14971"/>
                      <a:pt x="12220" y="15016"/>
                    </a:cubicBezTo>
                    <a:lnTo>
                      <a:pt x="12250" y="15046"/>
                    </a:lnTo>
                    <a:cubicBezTo>
                      <a:pt x="12311" y="15046"/>
                      <a:pt x="12433" y="14833"/>
                      <a:pt x="12493" y="14833"/>
                    </a:cubicBezTo>
                    <a:cubicBezTo>
                      <a:pt x="12615" y="14864"/>
                      <a:pt x="12706" y="14894"/>
                      <a:pt x="12797" y="14985"/>
                    </a:cubicBezTo>
                    <a:cubicBezTo>
                      <a:pt x="12801" y="14989"/>
                      <a:pt x="12806" y="14991"/>
                      <a:pt x="12812" y="14991"/>
                    </a:cubicBezTo>
                    <a:cubicBezTo>
                      <a:pt x="12850" y="14991"/>
                      <a:pt x="12923" y="14901"/>
                      <a:pt x="12949" y="14742"/>
                    </a:cubicBezTo>
                    <a:lnTo>
                      <a:pt x="13253" y="14742"/>
                    </a:lnTo>
                    <a:cubicBezTo>
                      <a:pt x="13284" y="14772"/>
                      <a:pt x="13192" y="14924"/>
                      <a:pt x="13162" y="14955"/>
                    </a:cubicBezTo>
                    <a:cubicBezTo>
                      <a:pt x="13134" y="14982"/>
                      <a:pt x="13282" y="15035"/>
                      <a:pt x="13491" y="15044"/>
                    </a:cubicBezTo>
                    <a:lnTo>
                      <a:pt x="13491" y="15044"/>
                    </a:lnTo>
                    <a:cubicBezTo>
                      <a:pt x="13491" y="15116"/>
                      <a:pt x="13573" y="15245"/>
                      <a:pt x="13679" y="15350"/>
                    </a:cubicBezTo>
                    <a:lnTo>
                      <a:pt x="13922" y="15350"/>
                    </a:lnTo>
                    <a:cubicBezTo>
                      <a:pt x="13983" y="15380"/>
                      <a:pt x="13983" y="15441"/>
                      <a:pt x="13922" y="15502"/>
                    </a:cubicBezTo>
                    <a:lnTo>
                      <a:pt x="13892" y="15502"/>
                    </a:lnTo>
                    <a:cubicBezTo>
                      <a:pt x="13865" y="15507"/>
                      <a:pt x="13839" y="15510"/>
                      <a:pt x="13814" y="15510"/>
                    </a:cubicBezTo>
                    <a:cubicBezTo>
                      <a:pt x="13697" y="15510"/>
                      <a:pt x="13602" y="15455"/>
                      <a:pt x="13527" y="15380"/>
                    </a:cubicBezTo>
                    <a:cubicBezTo>
                      <a:pt x="13405" y="15259"/>
                      <a:pt x="13253" y="15137"/>
                      <a:pt x="13101" y="15016"/>
                    </a:cubicBezTo>
                    <a:cubicBezTo>
                      <a:pt x="13071" y="15016"/>
                      <a:pt x="13010" y="15168"/>
                      <a:pt x="13010" y="15228"/>
                    </a:cubicBezTo>
                    <a:cubicBezTo>
                      <a:pt x="13010" y="15244"/>
                      <a:pt x="12987" y="15251"/>
                      <a:pt x="12957" y="15251"/>
                    </a:cubicBezTo>
                    <a:cubicBezTo>
                      <a:pt x="12926" y="15251"/>
                      <a:pt x="12888" y="15244"/>
                      <a:pt x="12858" y="15228"/>
                    </a:cubicBezTo>
                    <a:lnTo>
                      <a:pt x="12797" y="15228"/>
                    </a:lnTo>
                    <a:cubicBezTo>
                      <a:pt x="12752" y="15213"/>
                      <a:pt x="12699" y="15206"/>
                      <a:pt x="12645" y="15206"/>
                    </a:cubicBezTo>
                    <a:cubicBezTo>
                      <a:pt x="12592" y="15206"/>
                      <a:pt x="12539" y="15213"/>
                      <a:pt x="12493" y="15228"/>
                    </a:cubicBezTo>
                    <a:cubicBezTo>
                      <a:pt x="12493" y="15214"/>
                      <a:pt x="12479" y="15208"/>
                      <a:pt x="12455" y="15208"/>
                    </a:cubicBezTo>
                    <a:cubicBezTo>
                      <a:pt x="12376" y="15208"/>
                      <a:pt x="12199" y="15273"/>
                      <a:pt x="12129" y="15320"/>
                    </a:cubicBezTo>
                    <a:cubicBezTo>
                      <a:pt x="12068" y="15350"/>
                      <a:pt x="11999" y="15365"/>
                      <a:pt x="11931" y="15365"/>
                    </a:cubicBezTo>
                    <a:cubicBezTo>
                      <a:pt x="11863" y="15365"/>
                      <a:pt x="11794" y="15350"/>
                      <a:pt x="11733" y="15320"/>
                    </a:cubicBezTo>
                    <a:lnTo>
                      <a:pt x="11612" y="15289"/>
                    </a:lnTo>
                    <a:cubicBezTo>
                      <a:pt x="11490" y="15259"/>
                      <a:pt x="11369" y="15228"/>
                      <a:pt x="11278" y="15228"/>
                    </a:cubicBezTo>
                    <a:lnTo>
                      <a:pt x="11156" y="15228"/>
                    </a:lnTo>
                    <a:cubicBezTo>
                      <a:pt x="11068" y="15258"/>
                      <a:pt x="11122" y="15401"/>
                      <a:pt x="11290" y="15548"/>
                    </a:cubicBezTo>
                    <a:lnTo>
                      <a:pt x="11290" y="15548"/>
                    </a:lnTo>
                    <a:cubicBezTo>
                      <a:pt x="11215" y="15555"/>
                      <a:pt x="11140" y="15563"/>
                      <a:pt x="11065" y="15563"/>
                    </a:cubicBezTo>
                    <a:cubicBezTo>
                      <a:pt x="10943" y="15624"/>
                      <a:pt x="10761" y="15684"/>
                      <a:pt x="10639" y="15745"/>
                    </a:cubicBezTo>
                    <a:lnTo>
                      <a:pt x="10518" y="15775"/>
                    </a:lnTo>
                    <a:cubicBezTo>
                      <a:pt x="10518" y="15775"/>
                      <a:pt x="10457" y="15715"/>
                      <a:pt x="10457" y="15684"/>
                    </a:cubicBezTo>
                    <a:cubicBezTo>
                      <a:pt x="10457" y="15684"/>
                      <a:pt x="10487" y="15624"/>
                      <a:pt x="10518" y="15624"/>
                    </a:cubicBezTo>
                    <a:lnTo>
                      <a:pt x="10609" y="15624"/>
                    </a:lnTo>
                    <a:cubicBezTo>
                      <a:pt x="10670" y="15624"/>
                      <a:pt x="10366" y="15563"/>
                      <a:pt x="10274" y="15472"/>
                    </a:cubicBezTo>
                    <a:cubicBezTo>
                      <a:pt x="10248" y="15454"/>
                      <a:pt x="10234" y="15446"/>
                      <a:pt x="10229" y="15446"/>
                    </a:cubicBezTo>
                    <a:cubicBezTo>
                      <a:pt x="10216" y="15446"/>
                      <a:pt x="10253" y="15489"/>
                      <a:pt x="10274" y="15532"/>
                    </a:cubicBezTo>
                    <a:cubicBezTo>
                      <a:pt x="10286" y="15556"/>
                      <a:pt x="10258" y="15565"/>
                      <a:pt x="10213" y="15565"/>
                    </a:cubicBezTo>
                    <a:cubicBezTo>
                      <a:pt x="10141" y="15565"/>
                      <a:pt x="10027" y="15540"/>
                      <a:pt x="9970" y="15502"/>
                    </a:cubicBezTo>
                    <a:cubicBezTo>
                      <a:pt x="9940" y="15472"/>
                      <a:pt x="9902" y="15456"/>
                      <a:pt x="9868" y="15456"/>
                    </a:cubicBezTo>
                    <a:cubicBezTo>
                      <a:pt x="9834" y="15456"/>
                      <a:pt x="9803" y="15472"/>
                      <a:pt x="9788" y="15502"/>
                    </a:cubicBezTo>
                    <a:cubicBezTo>
                      <a:pt x="9758" y="15532"/>
                      <a:pt x="9819" y="15593"/>
                      <a:pt x="9879" y="15593"/>
                    </a:cubicBezTo>
                    <a:lnTo>
                      <a:pt x="10001" y="15593"/>
                    </a:lnTo>
                    <a:cubicBezTo>
                      <a:pt x="10001" y="15624"/>
                      <a:pt x="9940" y="15745"/>
                      <a:pt x="9910" y="15806"/>
                    </a:cubicBezTo>
                    <a:cubicBezTo>
                      <a:pt x="9904" y="15811"/>
                      <a:pt x="9893" y="15814"/>
                      <a:pt x="9876" y="15814"/>
                    </a:cubicBezTo>
                    <a:cubicBezTo>
                      <a:pt x="9795" y="15814"/>
                      <a:pt x="9589" y="15755"/>
                      <a:pt x="9363" y="15654"/>
                    </a:cubicBezTo>
                    <a:lnTo>
                      <a:pt x="9636" y="15380"/>
                    </a:lnTo>
                    <a:cubicBezTo>
                      <a:pt x="9601" y="15357"/>
                      <a:pt x="9566" y="15347"/>
                      <a:pt x="9535" y="15347"/>
                    </a:cubicBezTo>
                    <a:cubicBezTo>
                      <a:pt x="9484" y="15347"/>
                      <a:pt x="9442" y="15373"/>
                      <a:pt x="9423" y="15411"/>
                    </a:cubicBezTo>
                    <a:cubicBezTo>
                      <a:pt x="9393" y="15472"/>
                      <a:pt x="9180" y="15532"/>
                      <a:pt x="9089" y="15532"/>
                    </a:cubicBezTo>
                    <a:cubicBezTo>
                      <a:pt x="9028" y="15532"/>
                      <a:pt x="9119" y="15593"/>
                      <a:pt x="9180" y="15593"/>
                    </a:cubicBezTo>
                    <a:cubicBezTo>
                      <a:pt x="9241" y="15624"/>
                      <a:pt x="9332" y="15684"/>
                      <a:pt x="9393" y="15715"/>
                    </a:cubicBezTo>
                    <a:cubicBezTo>
                      <a:pt x="9420" y="15742"/>
                      <a:pt x="9331" y="15757"/>
                      <a:pt x="9219" y="15757"/>
                    </a:cubicBezTo>
                    <a:cubicBezTo>
                      <a:pt x="9081" y="15757"/>
                      <a:pt x="8910" y="15735"/>
                      <a:pt x="8876" y="15684"/>
                    </a:cubicBezTo>
                    <a:cubicBezTo>
                      <a:pt x="8846" y="15563"/>
                      <a:pt x="8755" y="15441"/>
                      <a:pt x="8724" y="15441"/>
                    </a:cubicBezTo>
                    <a:cubicBezTo>
                      <a:pt x="8663" y="15441"/>
                      <a:pt x="8603" y="15654"/>
                      <a:pt x="8542" y="15715"/>
                    </a:cubicBezTo>
                    <a:cubicBezTo>
                      <a:pt x="8497" y="15759"/>
                      <a:pt x="8534" y="15787"/>
                      <a:pt x="8569" y="15787"/>
                    </a:cubicBezTo>
                    <a:cubicBezTo>
                      <a:pt x="8582" y="15787"/>
                      <a:pt x="8595" y="15784"/>
                      <a:pt x="8603" y="15775"/>
                    </a:cubicBezTo>
                    <a:cubicBezTo>
                      <a:pt x="8608" y="15770"/>
                      <a:pt x="8613" y="15767"/>
                      <a:pt x="8617" y="15767"/>
                    </a:cubicBezTo>
                    <a:cubicBezTo>
                      <a:pt x="8633" y="15767"/>
                      <a:pt x="8633" y="15817"/>
                      <a:pt x="8633" y="15867"/>
                    </a:cubicBezTo>
                    <a:lnTo>
                      <a:pt x="8572" y="15897"/>
                    </a:lnTo>
                    <a:lnTo>
                      <a:pt x="8512" y="15958"/>
                    </a:lnTo>
                    <a:cubicBezTo>
                      <a:pt x="8489" y="15965"/>
                      <a:pt x="8464" y="15969"/>
                      <a:pt x="8438" y="15969"/>
                    </a:cubicBezTo>
                    <a:cubicBezTo>
                      <a:pt x="8361" y="15969"/>
                      <a:pt x="8276" y="15935"/>
                      <a:pt x="8208" y="15867"/>
                    </a:cubicBezTo>
                    <a:lnTo>
                      <a:pt x="8086" y="15867"/>
                    </a:lnTo>
                    <a:cubicBezTo>
                      <a:pt x="7995" y="15836"/>
                      <a:pt x="7995" y="15806"/>
                      <a:pt x="7995" y="15715"/>
                    </a:cubicBezTo>
                    <a:lnTo>
                      <a:pt x="7934" y="15593"/>
                    </a:lnTo>
                    <a:cubicBezTo>
                      <a:pt x="7873" y="15624"/>
                      <a:pt x="7812" y="15639"/>
                      <a:pt x="7752" y="15639"/>
                    </a:cubicBezTo>
                    <a:cubicBezTo>
                      <a:pt x="7691" y="15639"/>
                      <a:pt x="7630" y="15624"/>
                      <a:pt x="7569" y="15593"/>
                    </a:cubicBezTo>
                    <a:lnTo>
                      <a:pt x="7478" y="15563"/>
                    </a:lnTo>
                    <a:lnTo>
                      <a:pt x="7326" y="15502"/>
                    </a:lnTo>
                    <a:cubicBezTo>
                      <a:pt x="7204" y="15532"/>
                      <a:pt x="7113" y="15593"/>
                      <a:pt x="7083" y="15715"/>
                    </a:cubicBezTo>
                    <a:cubicBezTo>
                      <a:pt x="7083" y="15745"/>
                      <a:pt x="7174" y="15775"/>
                      <a:pt x="7204" y="15775"/>
                    </a:cubicBezTo>
                    <a:cubicBezTo>
                      <a:pt x="7235" y="15775"/>
                      <a:pt x="7326" y="15927"/>
                      <a:pt x="7387" y="15927"/>
                    </a:cubicBezTo>
                    <a:cubicBezTo>
                      <a:pt x="7400" y="15923"/>
                      <a:pt x="7415" y="15921"/>
                      <a:pt x="7431" y="15921"/>
                    </a:cubicBezTo>
                    <a:cubicBezTo>
                      <a:pt x="7528" y="15921"/>
                      <a:pt x="7669" y="15988"/>
                      <a:pt x="7721" y="15988"/>
                    </a:cubicBezTo>
                    <a:cubicBezTo>
                      <a:pt x="7812" y="15988"/>
                      <a:pt x="7782" y="16049"/>
                      <a:pt x="7691" y="16140"/>
                    </a:cubicBezTo>
                    <a:lnTo>
                      <a:pt x="7326" y="16171"/>
                    </a:lnTo>
                    <a:lnTo>
                      <a:pt x="7174" y="16171"/>
                    </a:lnTo>
                    <a:lnTo>
                      <a:pt x="7144" y="16140"/>
                    </a:lnTo>
                    <a:cubicBezTo>
                      <a:pt x="7133" y="16119"/>
                      <a:pt x="7122" y="16109"/>
                      <a:pt x="7110" y="16109"/>
                    </a:cubicBezTo>
                    <a:cubicBezTo>
                      <a:pt x="7088" y="16109"/>
                      <a:pt x="7061" y="16142"/>
                      <a:pt x="7022" y="16201"/>
                    </a:cubicBezTo>
                    <a:lnTo>
                      <a:pt x="6992" y="16201"/>
                    </a:lnTo>
                    <a:cubicBezTo>
                      <a:pt x="6954" y="16193"/>
                      <a:pt x="6914" y="16190"/>
                      <a:pt x="6873" y="16190"/>
                    </a:cubicBezTo>
                    <a:cubicBezTo>
                      <a:pt x="6752" y="16190"/>
                      <a:pt x="6627" y="16224"/>
                      <a:pt x="6536" y="16292"/>
                    </a:cubicBezTo>
                    <a:cubicBezTo>
                      <a:pt x="6475" y="16231"/>
                      <a:pt x="6414" y="16201"/>
                      <a:pt x="6384" y="16140"/>
                    </a:cubicBezTo>
                    <a:lnTo>
                      <a:pt x="6323" y="16231"/>
                    </a:lnTo>
                    <a:lnTo>
                      <a:pt x="6262" y="16201"/>
                    </a:lnTo>
                    <a:cubicBezTo>
                      <a:pt x="6253" y="16182"/>
                      <a:pt x="6217" y="16175"/>
                      <a:pt x="6169" y="16175"/>
                    </a:cubicBezTo>
                    <a:cubicBezTo>
                      <a:pt x="6061" y="16175"/>
                      <a:pt x="5890" y="16210"/>
                      <a:pt x="5806" y="16231"/>
                    </a:cubicBezTo>
                    <a:cubicBezTo>
                      <a:pt x="5794" y="16240"/>
                      <a:pt x="5778" y="16244"/>
                      <a:pt x="5761" y="16244"/>
                    </a:cubicBezTo>
                    <a:cubicBezTo>
                      <a:pt x="5652" y="16244"/>
                      <a:pt x="5468" y="16097"/>
                      <a:pt x="5442" y="16019"/>
                    </a:cubicBezTo>
                    <a:cubicBezTo>
                      <a:pt x="5424" y="15983"/>
                      <a:pt x="5322" y="15968"/>
                      <a:pt x="5223" y="15968"/>
                    </a:cubicBezTo>
                    <a:cubicBezTo>
                      <a:pt x="5153" y="15968"/>
                      <a:pt x="5084" y="15976"/>
                      <a:pt x="5046" y="15988"/>
                    </a:cubicBezTo>
                    <a:cubicBezTo>
                      <a:pt x="4955" y="15988"/>
                      <a:pt x="4925" y="16079"/>
                      <a:pt x="4925" y="16171"/>
                    </a:cubicBezTo>
                    <a:lnTo>
                      <a:pt x="4925" y="16262"/>
                    </a:lnTo>
                    <a:cubicBezTo>
                      <a:pt x="4894" y="16292"/>
                      <a:pt x="4864" y="16292"/>
                      <a:pt x="4803" y="16323"/>
                    </a:cubicBezTo>
                    <a:cubicBezTo>
                      <a:pt x="4773" y="16323"/>
                      <a:pt x="4712" y="16292"/>
                      <a:pt x="4712" y="16262"/>
                    </a:cubicBezTo>
                    <a:lnTo>
                      <a:pt x="4712" y="16110"/>
                    </a:lnTo>
                    <a:cubicBezTo>
                      <a:pt x="4712" y="15988"/>
                      <a:pt x="4621" y="15867"/>
                      <a:pt x="4499" y="15836"/>
                    </a:cubicBezTo>
                    <a:cubicBezTo>
                      <a:pt x="4438" y="15836"/>
                      <a:pt x="4499" y="15897"/>
                      <a:pt x="4499" y="15958"/>
                    </a:cubicBezTo>
                    <a:cubicBezTo>
                      <a:pt x="4499" y="16019"/>
                      <a:pt x="4530" y="16079"/>
                      <a:pt x="4560" y="16110"/>
                    </a:cubicBezTo>
                    <a:cubicBezTo>
                      <a:pt x="4590" y="16201"/>
                      <a:pt x="4590" y="16262"/>
                      <a:pt x="4621" y="16323"/>
                    </a:cubicBezTo>
                    <a:lnTo>
                      <a:pt x="4469" y="16323"/>
                    </a:lnTo>
                    <a:cubicBezTo>
                      <a:pt x="4378" y="16323"/>
                      <a:pt x="4286" y="16323"/>
                      <a:pt x="4317" y="16414"/>
                    </a:cubicBezTo>
                    <a:cubicBezTo>
                      <a:pt x="4337" y="16551"/>
                      <a:pt x="4267" y="16587"/>
                      <a:pt x="4191" y="16587"/>
                    </a:cubicBezTo>
                    <a:cubicBezTo>
                      <a:pt x="4150" y="16587"/>
                      <a:pt x="4106" y="16577"/>
                      <a:pt x="4074" y="16566"/>
                    </a:cubicBezTo>
                    <a:cubicBezTo>
                      <a:pt x="3891" y="16475"/>
                      <a:pt x="3587" y="16475"/>
                      <a:pt x="3587" y="16231"/>
                    </a:cubicBezTo>
                    <a:lnTo>
                      <a:pt x="3587" y="16171"/>
                    </a:lnTo>
                    <a:cubicBezTo>
                      <a:pt x="3587" y="16126"/>
                      <a:pt x="3539" y="16098"/>
                      <a:pt x="3488" y="16098"/>
                    </a:cubicBezTo>
                    <a:cubicBezTo>
                      <a:pt x="3470" y="16098"/>
                      <a:pt x="3452" y="16102"/>
                      <a:pt x="3435" y="16110"/>
                    </a:cubicBezTo>
                    <a:lnTo>
                      <a:pt x="3344" y="16110"/>
                    </a:lnTo>
                    <a:cubicBezTo>
                      <a:pt x="3283" y="16110"/>
                      <a:pt x="3223" y="16079"/>
                      <a:pt x="3253" y="16019"/>
                    </a:cubicBezTo>
                    <a:cubicBezTo>
                      <a:pt x="3253" y="15988"/>
                      <a:pt x="3101" y="15988"/>
                      <a:pt x="3040" y="15988"/>
                    </a:cubicBezTo>
                    <a:cubicBezTo>
                      <a:pt x="2949" y="15988"/>
                      <a:pt x="3223" y="16231"/>
                      <a:pt x="3314" y="16292"/>
                    </a:cubicBezTo>
                    <a:cubicBezTo>
                      <a:pt x="3375" y="16353"/>
                      <a:pt x="3405" y="16414"/>
                      <a:pt x="3466" y="16475"/>
                    </a:cubicBezTo>
                    <a:cubicBezTo>
                      <a:pt x="3405" y="16475"/>
                      <a:pt x="3344" y="16444"/>
                      <a:pt x="3314" y="16414"/>
                    </a:cubicBezTo>
                    <a:cubicBezTo>
                      <a:pt x="3253" y="16414"/>
                      <a:pt x="3071" y="16535"/>
                      <a:pt x="3010" y="16566"/>
                    </a:cubicBezTo>
                    <a:cubicBezTo>
                      <a:pt x="2949" y="16627"/>
                      <a:pt x="2919" y="16718"/>
                      <a:pt x="2949" y="16779"/>
                    </a:cubicBezTo>
                    <a:cubicBezTo>
                      <a:pt x="2949" y="16839"/>
                      <a:pt x="2888" y="16900"/>
                      <a:pt x="2797" y="16900"/>
                    </a:cubicBezTo>
                    <a:lnTo>
                      <a:pt x="2736" y="16900"/>
                    </a:lnTo>
                    <a:cubicBezTo>
                      <a:pt x="2706" y="16870"/>
                      <a:pt x="2676" y="16809"/>
                      <a:pt x="2615" y="16809"/>
                    </a:cubicBezTo>
                    <a:cubicBezTo>
                      <a:pt x="2460" y="16751"/>
                      <a:pt x="2305" y="16644"/>
                      <a:pt x="2143" y="16644"/>
                    </a:cubicBezTo>
                    <a:cubicBezTo>
                      <a:pt x="2050" y="16644"/>
                      <a:pt x="1954" y="16679"/>
                      <a:pt x="1855" y="16779"/>
                    </a:cubicBezTo>
                    <a:lnTo>
                      <a:pt x="1733" y="16779"/>
                    </a:lnTo>
                    <a:cubicBezTo>
                      <a:pt x="1688" y="16763"/>
                      <a:pt x="1642" y="16756"/>
                      <a:pt x="1596" y="16756"/>
                    </a:cubicBezTo>
                    <a:cubicBezTo>
                      <a:pt x="1551" y="16756"/>
                      <a:pt x="1505" y="16763"/>
                      <a:pt x="1460" y="16779"/>
                    </a:cubicBezTo>
                    <a:cubicBezTo>
                      <a:pt x="1429" y="16794"/>
                      <a:pt x="1407" y="16801"/>
                      <a:pt x="1384" y="16801"/>
                    </a:cubicBezTo>
                    <a:cubicBezTo>
                      <a:pt x="1361" y="16801"/>
                      <a:pt x="1338" y="16794"/>
                      <a:pt x="1308" y="16779"/>
                    </a:cubicBezTo>
                    <a:lnTo>
                      <a:pt x="1247" y="16718"/>
                    </a:lnTo>
                    <a:cubicBezTo>
                      <a:pt x="1234" y="16705"/>
                      <a:pt x="1211" y="16699"/>
                      <a:pt x="1181" y="16699"/>
                    </a:cubicBezTo>
                    <a:cubicBezTo>
                      <a:pt x="1071" y="16699"/>
                      <a:pt x="861" y="16781"/>
                      <a:pt x="669" y="16900"/>
                    </a:cubicBezTo>
                    <a:lnTo>
                      <a:pt x="457" y="16779"/>
                    </a:lnTo>
                    <a:lnTo>
                      <a:pt x="213" y="16687"/>
                    </a:lnTo>
                    <a:lnTo>
                      <a:pt x="213" y="16687"/>
                    </a:lnTo>
                    <a:cubicBezTo>
                      <a:pt x="153" y="16779"/>
                      <a:pt x="244" y="16870"/>
                      <a:pt x="396" y="16870"/>
                    </a:cubicBezTo>
                    <a:lnTo>
                      <a:pt x="487" y="16991"/>
                    </a:lnTo>
                    <a:cubicBezTo>
                      <a:pt x="525" y="17057"/>
                      <a:pt x="563" y="17079"/>
                      <a:pt x="600" y="17079"/>
                    </a:cubicBezTo>
                    <a:cubicBezTo>
                      <a:pt x="677" y="17079"/>
                      <a:pt x="753" y="16989"/>
                      <a:pt x="830" y="16989"/>
                    </a:cubicBezTo>
                    <a:cubicBezTo>
                      <a:pt x="837" y="16989"/>
                      <a:pt x="844" y="16989"/>
                      <a:pt x="852" y="16991"/>
                    </a:cubicBezTo>
                    <a:cubicBezTo>
                      <a:pt x="913" y="17022"/>
                      <a:pt x="943" y="17052"/>
                      <a:pt x="973" y="17083"/>
                    </a:cubicBezTo>
                    <a:lnTo>
                      <a:pt x="1065" y="17113"/>
                    </a:lnTo>
                    <a:cubicBezTo>
                      <a:pt x="1156" y="17174"/>
                      <a:pt x="1186" y="17295"/>
                      <a:pt x="1065" y="17356"/>
                    </a:cubicBezTo>
                    <a:lnTo>
                      <a:pt x="1004" y="17417"/>
                    </a:lnTo>
                    <a:cubicBezTo>
                      <a:pt x="882" y="17478"/>
                      <a:pt x="1034" y="17569"/>
                      <a:pt x="943" y="17660"/>
                    </a:cubicBezTo>
                    <a:cubicBezTo>
                      <a:pt x="882" y="17690"/>
                      <a:pt x="882" y="17842"/>
                      <a:pt x="1095" y="17842"/>
                    </a:cubicBezTo>
                    <a:cubicBezTo>
                      <a:pt x="1125" y="17842"/>
                      <a:pt x="1186" y="17903"/>
                      <a:pt x="1247" y="17903"/>
                    </a:cubicBezTo>
                    <a:lnTo>
                      <a:pt x="1308" y="17903"/>
                    </a:lnTo>
                    <a:cubicBezTo>
                      <a:pt x="1369" y="17873"/>
                      <a:pt x="1429" y="17690"/>
                      <a:pt x="1490" y="17690"/>
                    </a:cubicBezTo>
                    <a:cubicBezTo>
                      <a:pt x="1581" y="17660"/>
                      <a:pt x="1520" y="17599"/>
                      <a:pt x="1399" y="17538"/>
                    </a:cubicBezTo>
                    <a:lnTo>
                      <a:pt x="1277" y="17478"/>
                    </a:lnTo>
                    <a:cubicBezTo>
                      <a:pt x="1247" y="17447"/>
                      <a:pt x="1247" y="17386"/>
                      <a:pt x="1277" y="17356"/>
                    </a:cubicBezTo>
                    <a:cubicBezTo>
                      <a:pt x="1300" y="17334"/>
                      <a:pt x="1322" y="17262"/>
                      <a:pt x="1381" y="17262"/>
                    </a:cubicBezTo>
                    <a:cubicBezTo>
                      <a:pt x="1402" y="17262"/>
                      <a:pt x="1428" y="17271"/>
                      <a:pt x="1460" y="17295"/>
                    </a:cubicBezTo>
                    <a:lnTo>
                      <a:pt x="1490" y="17326"/>
                    </a:lnTo>
                    <a:cubicBezTo>
                      <a:pt x="1612" y="17295"/>
                      <a:pt x="1733" y="17234"/>
                      <a:pt x="1855" y="17174"/>
                    </a:cubicBezTo>
                    <a:lnTo>
                      <a:pt x="2098" y="17174"/>
                    </a:lnTo>
                    <a:cubicBezTo>
                      <a:pt x="2159" y="17174"/>
                      <a:pt x="2220" y="17143"/>
                      <a:pt x="2280" y="17113"/>
                    </a:cubicBezTo>
                    <a:lnTo>
                      <a:pt x="2402" y="17052"/>
                    </a:lnTo>
                    <a:cubicBezTo>
                      <a:pt x="2584" y="17113"/>
                      <a:pt x="2706" y="17234"/>
                      <a:pt x="2736" y="17417"/>
                    </a:cubicBezTo>
                    <a:lnTo>
                      <a:pt x="2797" y="17538"/>
                    </a:lnTo>
                    <a:cubicBezTo>
                      <a:pt x="2828" y="17599"/>
                      <a:pt x="2888" y="17630"/>
                      <a:pt x="2949" y="17660"/>
                    </a:cubicBezTo>
                    <a:lnTo>
                      <a:pt x="2979" y="17660"/>
                    </a:lnTo>
                    <a:cubicBezTo>
                      <a:pt x="3010" y="17660"/>
                      <a:pt x="3040" y="17630"/>
                      <a:pt x="3071" y="17599"/>
                    </a:cubicBezTo>
                    <a:lnTo>
                      <a:pt x="3040" y="17599"/>
                    </a:lnTo>
                    <a:cubicBezTo>
                      <a:pt x="2979" y="17538"/>
                      <a:pt x="2979" y="17478"/>
                      <a:pt x="3071" y="17417"/>
                    </a:cubicBezTo>
                    <a:cubicBezTo>
                      <a:pt x="3101" y="17417"/>
                      <a:pt x="3162" y="17478"/>
                      <a:pt x="3192" y="17508"/>
                    </a:cubicBezTo>
                    <a:cubicBezTo>
                      <a:pt x="3253" y="17538"/>
                      <a:pt x="3253" y="17599"/>
                      <a:pt x="3314" y="17630"/>
                    </a:cubicBezTo>
                    <a:cubicBezTo>
                      <a:pt x="3527" y="17782"/>
                      <a:pt x="3587" y="17934"/>
                      <a:pt x="3405" y="18116"/>
                    </a:cubicBezTo>
                    <a:cubicBezTo>
                      <a:pt x="3413" y="18124"/>
                      <a:pt x="3426" y="18128"/>
                      <a:pt x="3440" y="18128"/>
                    </a:cubicBezTo>
                    <a:cubicBezTo>
                      <a:pt x="3480" y="18128"/>
                      <a:pt x="3535" y="18100"/>
                      <a:pt x="3557" y="18055"/>
                    </a:cubicBezTo>
                    <a:lnTo>
                      <a:pt x="3618" y="18025"/>
                    </a:lnTo>
                    <a:cubicBezTo>
                      <a:pt x="3648" y="17964"/>
                      <a:pt x="3709" y="17934"/>
                      <a:pt x="3739" y="17934"/>
                    </a:cubicBezTo>
                    <a:lnTo>
                      <a:pt x="3922" y="17964"/>
                    </a:lnTo>
                    <a:cubicBezTo>
                      <a:pt x="4074" y="17994"/>
                      <a:pt x="4195" y="18086"/>
                      <a:pt x="4286" y="18207"/>
                    </a:cubicBezTo>
                    <a:lnTo>
                      <a:pt x="4408" y="18146"/>
                    </a:lnTo>
                    <a:cubicBezTo>
                      <a:pt x="4438" y="18146"/>
                      <a:pt x="4408" y="18025"/>
                      <a:pt x="4347" y="17994"/>
                    </a:cubicBezTo>
                    <a:cubicBezTo>
                      <a:pt x="4256" y="17903"/>
                      <a:pt x="4165" y="17812"/>
                      <a:pt x="4074" y="17782"/>
                    </a:cubicBezTo>
                    <a:cubicBezTo>
                      <a:pt x="3952" y="17690"/>
                      <a:pt x="3922" y="17690"/>
                      <a:pt x="4013" y="17660"/>
                    </a:cubicBezTo>
                    <a:cubicBezTo>
                      <a:pt x="4165" y="17538"/>
                      <a:pt x="4317" y="17478"/>
                      <a:pt x="4499" y="17447"/>
                    </a:cubicBezTo>
                    <a:cubicBezTo>
                      <a:pt x="4712" y="17478"/>
                      <a:pt x="4590" y="17721"/>
                      <a:pt x="4742" y="17812"/>
                    </a:cubicBezTo>
                    <a:lnTo>
                      <a:pt x="4742" y="17873"/>
                    </a:lnTo>
                    <a:cubicBezTo>
                      <a:pt x="4784" y="17977"/>
                      <a:pt x="4811" y="18024"/>
                      <a:pt x="4883" y="18024"/>
                    </a:cubicBezTo>
                    <a:cubicBezTo>
                      <a:pt x="4916" y="18024"/>
                      <a:pt x="4958" y="18014"/>
                      <a:pt x="5016" y="17994"/>
                    </a:cubicBezTo>
                    <a:cubicBezTo>
                      <a:pt x="5107" y="17994"/>
                      <a:pt x="5198" y="17934"/>
                      <a:pt x="5259" y="17934"/>
                    </a:cubicBezTo>
                    <a:lnTo>
                      <a:pt x="5502" y="17994"/>
                    </a:lnTo>
                    <a:cubicBezTo>
                      <a:pt x="5624" y="17873"/>
                      <a:pt x="5654" y="17721"/>
                      <a:pt x="5533" y="17599"/>
                    </a:cubicBezTo>
                    <a:cubicBezTo>
                      <a:pt x="5502" y="17569"/>
                      <a:pt x="5715" y="17478"/>
                      <a:pt x="5806" y="17478"/>
                    </a:cubicBezTo>
                    <a:cubicBezTo>
                      <a:pt x="5897" y="17478"/>
                      <a:pt x="5989" y="17478"/>
                      <a:pt x="6080" y="17447"/>
                    </a:cubicBezTo>
                    <a:cubicBezTo>
                      <a:pt x="6080" y="17441"/>
                      <a:pt x="6082" y="17439"/>
                      <a:pt x="6086" y="17439"/>
                    </a:cubicBezTo>
                    <a:cubicBezTo>
                      <a:pt x="6103" y="17439"/>
                      <a:pt x="6147" y="17478"/>
                      <a:pt x="6171" y="17478"/>
                    </a:cubicBezTo>
                    <a:lnTo>
                      <a:pt x="6323" y="17478"/>
                    </a:lnTo>
                    <a:cubicBezTo>
                      <a:pt x="6353" y="17478"/>
                      <a:pt x="6262" y="17265"/>
                      <a:pt x="6323" y="17204"/>
                    </a:cubicBezTo>
                    <a:cubicBezTo>
                      <a:pt x="6347" y="17168"/>
                      <a:pt x="6408" y="17156"/>
                      <a:pt x="6478" y="17156"/>
                    </a:cubicBezTo>
                    <a:cubicBezTo>
                      <a:pt x="6585" y="17156"/>
                      <a:pt x="6712" y="17186"/>
                      <a:pt x="6749" y="17204"/>
                    </a:cubicBezTo>
                    <a:cubicBezTo>
                      <a:pt x="6766" y="17216"/>
                      <a:pt x="6782" y="17221"/>
                      <a:pt x="6797" y="17221"/>
                    </a:cubicBezTo>
                    <a:cubicBezTo>
                      <a:pt x="6861" y="17221"/>
                      <a:pt x="6901" y="17132"/>
                      <a:pt x="6901" y="17083"/>
                    </a:cubicBezTo>
                    <a:cubicBezTo>
                      <a:pt x="6901" y="17047"/>
                      <a:pt x="6880" y="17032"/>
                      <a:pt x="6856" y="17032"/>
                    </a:cubicBezTo>
                    <a:cubicBezTo>
                      <a:pt x="6840" y="17032"/>
                      <a:pt x="6822" y="17040"/>
                      <a:pt x="6809" y="17052"/>
                    </a:cubicBezTo>
                    <a:lnTo>
                      <a:pt x="6779" y="17052"/>
                    </a:lnTo>
                    <a:lnTo>
                      <a:pt x="6688" y="17083"/>
                    </a:lnTo>
                    <a:cubicBezTo>
                      <a:pt x="6627" y="16991"/>
                      <a:pt x="6627" y="16900"/>
                      <a:pt x="6657" y="16809"/>
                    </a:cubicBezTo>
                    <a:lnTo>
                      <a:pt x="6597" y="16718"/>
                    </a:lnTo>
                    <a:cubicBezTo>
                      <a:pt x="6657" y="16687"/>
                      <a:pt x="6688" y="16657"/>
                      <a:pt x="6749" y="16657"/>
                    </a:cubicBezTo>
                    <a:lnTo>
                      <a:pt x="6809" y="16657"/>
                    </a:lnTo>
                    <a:cubicBezTo>
                      <a:pt x="6813" y="16660"/>
                      <a:pt x="6817" y="16662"/>
                      <a:pt x="6822" y="16662"/>
                    </a:cubicBezTo>
                    <a:cubicBezTo>
                      <a:pt x="6865" y="16662"/>
                      <a:pt x="6965" y="16562"/>
                      <a:pt x="6992" y="16535"/>
                    </a:cubicBezTo>
                    <a:cubicBezTo>
                      <a:pt x="6996" y="16527"/>
                      <a:pt x="7005" y="16523"/>
                      <a:pt x="7017" y="16523"/>
                    </a:cubicBezTo>
                    <a:cubicBezTo>
                      <a:pt x="7089" y="16523"/>
                      <a:pt x="7283" y="16657"/>
                      <a:pt x="7387" y="16657"/>
                    </a:cubicBezTo>
                    <a:cubicBezTo>
                      <a:pt x="7478" y="16657"/>
                      <a:pt x="7569" y="16748"/>
                      <a:pt x="7539" y="16870"/>
                    </a:cubicBezTo>
                    <a:lnTo>
                      <a:pt x="7508" y="16991"/>
                    </a:lnTo>
                    <a:cubicBezTo>
                      <a:pt x="7478" y="17022"/>
                      <a:pt x="7448" y="17052"/>
                      <a:pt x="7417" y="17052"/>
                    </a:cubicBezTo>
                    <a:lnTo>
                      <a:pt x="7387" y="17052"/>
                    </a:lnTo>
                    <a:cubicBezTo>
                      <a:pt x="7356" y="17022"/>
                      <a:pt x="7235" y="16748"/>
                      <a:pt x="7083" y="16748"/>
                    </a:cubicBezTo>
                    <a:cubicBezTo>
                      <a:pt x="7072" y="16745"/>
                      <a:pt x="7062" y="16744"/>
                      <a:pt x="7054" y="16744"/>
                    </a:cubicBezTo>
                    <a:cubicBezTo>
                      <a:pt x="6972" y="16744"/>
                      <a:pt x="7028" y="16872"/>
                      <a:pt x="7083" y="16900"/>
                    </a:cubicBezTo>
                    <a:cubicBezTo>
                      <a:pt x="7174" y="16991"/>
                      <a:pt x="7265" y="17113"/>
                      <a:pt x="7326" y="17204"/>
                    </a:cubicBezTo>
                    <a:lnTo>
                      <a:pt x="7539" y="17204"/>
                    </a:lnTo>
                    <a:cubicBezTo>
                      <a:pt x="7645" y="17189"/>
                      <a:pt x="7744" y="17181"/>
                      <a:pt x="7843" y="17181"/>
                    </a:cubicBezTo>
                    <a:cubicBezTo>
                      <a:pt x="7942" y="17181"/>
                      <a:pt x="8040" y="17189"/>
                      <a:pt x="8147" y="17204"/>
                    </a:cubicBezTo>
                    <a:cubicBezTo>
                      <a:pt x="8208" y="17234"/>
                      <a:pt x="8177" y="17295"/>
                      <a:pt x="8056" y="17356"/>
                    </a:cubicBezTo>
                    <a:lnTo>
                      <a:pt x="7964" y="17386"/>
                    </a:lnTo>
                    <a:lnTo>
                      <a:pt x="7904" y="17386"/>
                    </a:lnTo>
                    <a:cubicBezTo>
                      <a:pt x="7873" y="17417"/>
                      <a:pt x="7904" y="17447"/>
                      <a:pt x="7964" y="17447"/>
                    </a:cubicBezTo>
                    <a:lnTo>
                      <a:pt x="8056" y="17690"/>
                    </a:lnTo>
                    <a:cubicBezTo>
                      <a:pt x="8299" y="17660"/>
                      <a:pt x="8633" y="17569"/>
                      <a:pt x="8815" y="17538"/>
                    </a:cubicBezTo>
                    <a:lnTo>
                      <a:pt x="8998" y="17508"/>
                    </a:lnTo>
                    <a:cubicBezTo>
                      <a:pt x="9028" y="17478"/>
                      <a:pt x="8937" y="17417"/>
                      <a:pt x="8876" y="17386"/>
                    </a:cubicBezTo>
                    <a:cubicBezTo>
                      <a:pt x="8785" y="17386"/>
                      <a:pt x="8907" y="17326"/>
                      <a:pt x="9089" y="17326"/>
                    </a:cubicBezTo>
                    <a:lnTo>
                      <a:pt x="9089" y="17356"/>
                    </a:lnTo>
                    <a:cubicBezTo>
                      <a:pt x="9211" y="17599"/>
                      <a:pt x="9515" y="17478"/>
                      <a:pt x="9697" y="17599"/>
                    </a:cubicBezTo>
                    <a:cubicBezTo>
                      <a:pt x="9725" y="17613"/>
                      <a:pt x="9749" y="17619"/>
                      <a:pt x="9769" y="17619"/>
                    </a:cubicBezTo>
                    <a:cubicBezTo>
                      <a:pt x="9836" y="17619"/>
                      <a:pt x="9870" y="17555"/>
                      <a:pt x="9940" y="17508"/>
                    </a:cubicBezTo>
                    <a:cubicBezTo>
                      <a:pt x="10001" y="17417"/>
                      <a:pt x="9970" y="17356"/>
                      <a:pt x="9879" y="17326"/>
                    </a:cubicBezTo>
                    <a:lnTo>
                      <a:pt x="9697" y="17265"/>
                    </a:lnTo>
                    <a:cubicBezTo>
                      <a:pt x="9575" y="17143"/>
                      <a:pt x="9606" y="17022"/>
                      <a:pt x="9788" y="17022"/>
                    </a:cubicBezTo>
                    <a:lnTo>
                      <a:pt x="9940" y="17022"/>
                    </a:lnTo>
                    <a:cubicBezTo>
                      <a:pt x="10034" y="17022"/>
                      <a:pt x="10127" y="16932"/>
                      <a:pt x="10235" y="16932"/>
                    </a:cubicBezTo>
                    <a:cubicBezTo>
                      <a:pt x="10267" y="16932"/>
                      <a:pt x="10300" y="16940"/>
                      <a:pt x="10335" y="16961"/>
                    </a:cubicBezTo>
                    <a:cubicBezTo>
                      <a:pt x="10364" y="16978"/>
                      <a:pt x="10392" y="16985"/>
                      <a:pt x="10418" y="16985"/>
                    </a:cubicBezTo>
                    <a:cubicBezTo>
                      <a:pt x="10493" y="16985"/>
                      <a:pt x="10559" y="16935"/>
                      <a:pt x="10616" y="16935"/>
                    </a:cubicBezTo>
                    <a:cubicBezTo>
                      <a:pt x="10646" y="16935"/>
                      <a:pt x="10674" y="16949"/>
                      <a:pt x="10700" y="16991"/>
                    </a:cubicBezTo>
                    <a:cubicBezTo>
                      <a:pt x="10761" y="16991"/>
                      <a:pt x="10791" y="16991"/>
                      <a:pt x="10822" y="16961"/>
                    </a:cubicBezTo>
                    <a:lnTo>
                      <a:pt x="10882" y="16900"/>
                    </a:lnTo>
                    <a:cubicBezTo>
                      <a:pt x="10898" y="16877"/>
                      <a:pt x="10914" y="16867"/>
                      <a:pt x="10928" y="16867"/>
                    </a:cubicBezTo>
                    <a:cubicBezTo>
                      <a:pt x="10970" y="16867"/>
                      <a:pt x="11004" y="16946"/>
                      <a:pt x="11004" y="16991"/>
                    </a:cubicBezTo>
                    <a:cubicBezTo>
                      <a:pt x="10974" y="17083"/>
                      <a:pt x="10943" y="17174"/>
                      <a:pt x="10882" y="17234"/>
                    </a:cubicBezTo>
                    <a:lnTo>
                      <a:pt x="10822" y="17265"/>
                    </a:lnTo>
                    <a:cubicBezTo>
                      <a:pt x="10809" y="17271"/>
                      <a:pt x="10796" y="17273"/>
                      <a:pt x="10782" y="17273"/>
                    </a:cubicBezTo>
                    <a:cubicBezTo>
                      <a:pt x="10724" y="17273"/>
                      <a:pt x="10651" y="17234"/>
                      <a:pt x="10578" y="17234"/>
                    </a:cubicBezTo>
                    <a:lnTo>
                      <a:pt x="10335" y="17113"/>
                    </a:lnTo>
                    <a:cubicBezTo>
                      <a:pt x="10244" y="17143"/>
                      <a:pt x="10153" y="17174"/>
                      <a:pt x="10122" y="17204"/>
                    </a:cubicBezTo>
                    <a:cubicBezTo>
                      <a:pt x="10092" y="17234"/>
                      <a:pt x="10153" y="17326"/>
                      <a:pt x="10183" y="17356"/>
                    </a:cubicBezTo>
                    <a:cubicBezTo>
                      <a:pt x="10204" y="17417"/>
                      <a:pt x="10220" y="17437"/>
                      <a:pt x="10236" y="17437"/>
                    </a:cubicBezTo>
                    <a:cubicBezTo>
                      <a:pt x="10268" y="17437"/>
                      <a:pt x="10295" y="17356"/>
                      <a:pt x="10335" y="17356"/>
                    </a:cubicBezTo>
                    <a:cubicBezTo>
                      <a:pt x="10361" y="17346"/>
                      <a:pt x="10385" y="17342"/>
                      <a:pt x="10409" y="17342"/>
                    </a:cubicBezTo>
                    <a:cubicBezTo>
                      <a:pt x="10529" y="17342"/>
                      <a:pt x="10634" y="17447"/>
                      <a:pt x="10761" y="17447"/>
                    </a:cubicBezTo>
                    <a:lnTo>
                      <a:pt x="10791" y="17447"/>
                    </a:lnTo>
                    <a:cubicBezTo>
                      <a:pt x="10806" y="17493"/>
                      <a:pt x="10829" y="17516"/>
                      <a:pt x="10852" y="17516"/>
                    </a:cubicBezTo>
                    <a:cubicBezTo>
                      <a:pt x="10875" y="17516"/>
                      <a:pt x="10898" y="17493"/>
                      <a:pt x="10913" y="17447"/>
                    </a:cubicBezTo>
                    <a:lnTo>
                      <a:pt x="10974" y="17447"/>
                    </a:lnTo>
                    <a:lnTo>
                      <a:pt x="11217" y="17356"/>
                    </a:lnTo>
                    <a:cubicBezTo>
                      <a:pt x="11242" y="17206"/>
                      <a:pt x="11308" y="17097"/>
                      <a:pt x="11381" y="17097"/>
                    </a:cubicBezTo>
                    <a:cubicBezTo>
                      <a:pt x="11397" y="17097"/>
                      <a:pt x="11413" y="17102"/>
                      <a:pt x="11429" y="17113"/>
                    </a:cubicBezTo>
                    <a:lnTo>
                      <a:pt x="11429" y="17143"/>
                    </a:lnTo>
                    <a:lnTo>
                      <a:pt x="11369" y="17234"/>
                    </a:lnTo>
                    <a:cubicBezTo>
                      <a:pt x="11308" y="17326"/>
                      <a:pt x="11369" y="17386"/>
                      <a:pt x="11521" y="17386"/>
                    </a:cubicBezTo>
                    <a:lnTo>
                      <a:pt x="11642" y="17295"/>
                    </a:lnTo>
                    <a:cubicBezTo>
                      <a:pt x="11688" y="17280"/>
                      <a:pt x="11733" y="17272"/>
                      <a:pt x="11779" y="17272"/>
                    </a:cubicBezTo>
                    <a:cubicBezTo>
                      <a:pt x="11825" y="17272"/>
                      <a:pt x="11870" y="17280"/>
                      <a:pt x="11916" y="17295"/>
                    </a:cubicBezTo>
                    <a:cubicBezTo>
                      <a:pt x="12007" y="17386"/>
                      <a:pt x="11946" y="17447"/>
                      <a:pt x="11794" y="17447"/>
                    </a:cubicBezTo>
                    <a:lnTo>
                      <a:pt x="11764" y="17447"/>
                    </a:lnTo>
                    <a:cubicBezTo>
                      <a:pt x="11764" y="17538"/>
                      <a:pt x="11703" y="17599"/>
                      <a:pt x="11673" y="17690"/>
                    </a:cubicBezTo>
                    <a:lnTo>
                      <a:pt x="11642" y="17690"/>
                    </a:lnTo>
                    <a:cubicBezTo>
                      <a:pt x="11490" y="17721"/>
                      <a:pt x="11490" y="17782"/>
                      <a:pt x="11551" y="17842"/>
                    </a:cubicBezTo>
                    <a:lnTo>
                      <a:pt x="11612" y="17873"/>
                    </a:lnTo>
                    <a:cubicBezTo>
                      <a:pt x="11733" y="17873"/>
                      <a:pt x="11825" y="17690"/>
                      <a:pt x="11855" y="17630"/>
                    </a:cubicBezTo>
                    <a:cubicBezTo>
                      <a:pt x="11855" y="17569"/>
                      <a:pt x="12037" y="17447"/>
                      <a:pt x="12250" y="17356"/>
                    </a:cubicBezTo>
                    <a:lnTo>
                      <a:pt x="12433" y="17234"/>
                    </a:lnTo>
                    <a:cubicBezTo>
                      <a:pt x="12493" y="17204"/>
                      <a:pt x="12585" y="17204"/>
                      <a:pt x="12615" y="17204"/>
                    </a:cubicBezTo>
                    <a:lnTo>
                      <a:pt x="12645" y="17234"/>
                    </a:lnTo>
                    <a:cubicBezTo>
                      <a:pt x="12656" y="17245"/>
                      <a:pt x="12673" y="17249"/>
                      <a:pt x="12695" y="17249"/>
                    </a:cubicBezTo>
                    <a:cubicBezTo>
                      <a:pt x="12792" y="17249"/>
                      <a:pt x="12982" y="17170"/>
                      <a:pt x="13094" y="17170"/>
                    </a:cubicBezTo>
                    <a:cubicBezTo>
                      <a:pt x="13108" y="17170"/>
                      <a:pt x="13120" y="17171"/>
                      <a:pt x="13132" y="17174"/>
                    </a:cubicBezTo>
                    <a:cubicBezTo>
                      <a:pt x="13253" y="17204"/>
                      <a:pt x="13344" y="17265"/>
                      <a:pt x="13405" y="17356"/>
                    </a:cubicBezTo>
                    <a:cubicBezTo>
                      <a:pt x="13405" y="17417"/>
                      <a:pt x="13466" y="17417"/>
                      <a:pt x="13466" y="17417"/>
                    </a:cubicBezTo>
                    <a:cubicBezTo>
                      <a:pt x="13466" y="17356"/>
                      <a:pt x="13496" y="17326"/>
                      <a:pt x="13496" y="17265"/>
                    </a:cubicBezTo>
                    <a:cubicBezTo>
                      <a:pt x="13496" y="17257"/>
                      <a:pt x="13503" y="17253"/>
                      <a:pt x="13515" y="17253"/>
                    </a:cubicBezTo>
                    <a:cubicBezTo>
                      <a:pt x="13547" y="17253"/>
                      <a:pt x="13620" y="17281"/>
                      <a:pt x="13709" y="17326"/>
                    </a:cubicBezTo>
                    <a:lnTo>
                      <a:pt x="13892" y="17326"/>
                    </a:lnTo>
                    <a:cubicBezTo>
                      <a:pt x="13945" y="17304"/>
                      <a:pt x="13984" y="17294"/>
                      <a:pt x="14005" y="17294"/>
                    </a:cubicBezTo>
                    <a:cubicBezTo>
                      <a:pt x="14042" y="17294"/>
                      <a:pt x="14020" y="17328"/>
                      <a:pt x="13922" y="17386"/>
                    </a:cubicBezTo>
                    <a:lnTo>
                      <a:pt x="13892" y="17478"/>
                    </a:lnTo>
                    <a:lnTo>
                      <a:pt x="13861" y="17538"/>
                    </a:lnTo>
                    <a:cubicBezTo>
                      <a:pt x="13892" y="17660"/>
                      <a:pt x="13770" y="17721"/>
                      <a:pt x="13588" y="17721"/>
                    </a:cubicBezTo>
                    <a:lnTo>
                      <a:pt x="13648" y="17569"/>
                    </a:lnTo>
                    <a:cubicBezTo>
                      <a:pt x="13648" y="17538"/>
                      <a:pt x="13618" y="17508"/>
                      <a:pt x="13588" y="17508"/>
                    </a:cubicBezTo>
                    <a:cubicBezTo>
                      <a:pt x="13496" y="17569"/>
                      <a:pt x="13436" y="17599"/>
                      <a:pt x="13344" y="17660"/>
                    </a:cubicBezTo>
                    <a:lnTo>
                      <a:pt x="13314" y="17690"/>
                    </a:lnTo>
                    <a:cubicBezTo>
                      <a:pt x="13253" y="17660"/>
                      <a:pt x="13192" y="17508"/>
                      <a:pt x="13192" y="17447"/>
                    </a:cubicBezTo>
                    <a:cubicBezTo>
                      <a:pt x="13192" y="17386"/>
                      <a:pt x="13040" y="17356"/>
                      <a:pt x="12980" y="17356"/>
                    </a:cubicBezTo>
                    <a:cubicBezTo>
                      <a:pt x="12919" y="17356"/>
                      <a:pt x="12949" y="17417"/>
                      <a:pt x="12980" y="17417"/>
                    </a:cubicBezTo>
                    <a:cubicBezTo>
                      <a:pt x="13040" y="17478"/>
                      <a:pt x="13071" y="17569"/>
                      <a:pt x="13132" y="17690"/>
                    </a:cubicBezTo>
                    <a:lnTo>
                      <a:pt x="13132" y="17812"/>
                    </a:lnTo>
                    <a:lnTo>
                      <a:pt x="13132" y="17842"/>
                    </a:lnTo>
                    <a:cubicBezTo>
                      <a:pt x="13056" y="17855"/>
                      <a:pt x="12981" y="17862"/>
                      <a:pt x="12905" y="17862"/>
                    </a:cubicBezTo>
                    <a:cubicBezTo>
                      <a:pt x="12798" y="17862"/>
                      <a:pt x="12691" y="17848"/>
                      <a:pt x="12585" y="17812"/>
                    </a:cubicBezTo>
                    <a:lnTo>
                      <a:pt x="12463" y="17630"/>
                    </a:lnTo>
                    <a:cubicBezTo>
                      <a:pt x="12437" y="17604"/>
                      <a:pt x="12401" y="17595"/>
                      <a:pt x="12365" y="17595"/>
                    </a:cubicBezTo>
                    <a:cubicBezTo>
                      <a:pt x="12316" y="17595"/>
                      <a:pt x="12268" y="17612"/>
                      <a:pt x="12250" y="17630"/>
                    </a:cubicBezTo>
                    <a:cubicBezTo>
                      <a:pt x="12250" y="17660"/>
                      <a:pt x="12281" y="17721"/>
                      <a:pt x="12311" y="17751"/>
                    </a:cubicBezTo>
                    <a:lnTo>
                      <a:pt x="12341" y="17812"/>
                    </a:lnTo>
                    <a:cubicBezTo>
                      <a:pt x="12433" y="17873"/>
                      <a:pt x="12372" y="17964"/>
                      <a:pt x="12311" y="17994"/>
                    </a:cubicBezTo>
                    <a:cubicBezTo>
                      <a:pt x="12250" y="18025"/>
                      <a:pt x="12554" y="18116"/>
                      <a:pt x="12676" y="18146"/>
                    </a:cubicBezTo>
                    <a:cubicBezTo>
                      <a:pt x="12708" y="18154"/>
                      <a:pt x="12737" y="18158"/>
                      <a:pt x="12759" y="18158"/>
                    </a:cubicBezTo>
                    <a:cubicBezTo>
                      <a:pt x="12821" y="18158"/>
                      <a:pt x="12842" y="18130"/>
                      <a:pt x="12797" y="18086"/>
                    </a:cubicBezTo>
                    <a:lnTo>
                      <a:pt x="12676" y="18086"/>
                    </a:lnTo>
                    <a:cubicBezTo>
                      <a:pt x="12676" y="18025"/>
                      <a:pt x="12706" y="17934"/>
                      <a:pt x="12767" y="17903"/>
                    </a:cubicBezTo>
                    <a:lnTo>
                      <a:pt x="12858" y="17964"/>
                    </a:lnTo>
                    <a:cubicBezTo>
                      <a:pt x="12980" y="18055"/>
                      <a:pt x="13132" y="18146"/>
                      <a:pt x="13284" y="18238"/>
                    </a:cubicBezTo>
                    <a:cubicBezTo>
                      <a:pt x="13324" y="18251"/>
                      <a:pt x="13365" y="18265"/>
                      <a:pt x="13398" y="18265"/>
                    </a:cubicBezTo>
                    <a:cubicBezTo>
                      <a:pt x="13438" y="18265"/>
                      <a:pt x="13466" y="18244"/>
                      <a:pt x="13466" y="18177"/>
                    </a:cubicBezTo>
                    <a:cubicBezTo>
                      <a:pt x="13466" y="18055"/>
                      <a:pt x="13618" y="18086"/>
                      <a:pt x="13618" y="18055"/>
                    </a:cubicBezTo>
                    <a:lnTo>
                      <a:pt x="13618" y="17934"/>
                    </a:lnTo>
                    <a:lnTo>
                      <a:pt x="13618" y="17903"/>
                    </a:lnTo>
                    <a:cubicBezTo>
                      <a:pt x="13588" y="17873"/>
                      <a:pt x="13770" y="17842"/>
                      <a:pt x="13831" y="17842"/>
                    </a:cubicBezTo>
                    <a:cubicBezTo>
                      <a:pt x="13892" y="17842"/>
                      <a:pt x="13983" y="18025"/>
                      <a:pt x="13922" y="18086"/>
                    </a:cubicBezTo>
                    <a:cubicBezTo>
                      <a:pt x="13831" y="18116"/>
                      <a:pt x="14013" y="18177"/>
                      <a:pt x="14104" y="18207"/>
                    </a:cubicBezTo>
                    <a:cubicBezTo>
                      <a:pt x="14111" y="18210"/>
                      <a:pt x="14117" y="18212"/>
                      <a:pt x="14123" y="18212"/>
                    </a:cubicBezTo>
                    <a:cubicBezTo>
                      <a:pt x="14171" y="18212"/>
                      <a:pt x="14195" y="18113"/>
                      <a:pt x="14195" y="18086"/>
                    </a:cubicBezTo>
                    <a:cubicBezTo>
                      <a:pt x="14195" y="17994"/>
                      <a:pt x="14195" y="17873"/>
                      <a:pt x="14195" y="17782"/>
                    </a:cubicBezTo>
                    <a:lnTo>
                      <a:pt x="14074" y="17690"/>
                    </a:lnTo>
                    <a:cubicBezTo>
                      <a:pt x="14044" y="17690"/>
                      <a:pt x="14104" y="17599"/>
                      <a:pt x="14135" y="17569"/>
                    </a:cubicBezTo>
                    <a:lnTo>
                      <a:pt x="14195" y="17508"/>
                    </a:lnTo>
                    <a:cubicBezTo>
                      <a:pt x="14287" y="17478"/>
                      <a:pt x="14347" y="17417"/>
                      <a:pt x="14287" y="17417"/>
                    </a:cubicBezTo>
                    <a:lnTo>
                      <a:pt x="14226" y="17417"/>
                    </a:lnTo>
                    <a:cubicBezTo>
                      <a:pt x="14195" y="17417"/>
                      <a:pt x="14408" y="17295"/>
                      <a:pt x="14439" y="17234"/>
                    </a:cubicBezTo>
                    <a:cubicBezTo>
                      <a:pt x="14469" y="17143"/>
                      <a:pt x="14530" y="17083"/>
                      <a:pt x="14591" y="17052"/>
                    </a:cubicBezTo>
                    <a:cubicBezTo>
                      <a:pt x="14594" y="17049"/>
                      <a:pt x="14598" y="17047"/>
                      <a:pt x="14602" y="17047"/>
                    </a:cubicBezTo>
                    <a:cubicBezTo>
                      <a:pt x="14634" y="17047"/>
                      <a:pt x="14682" y="17147"/>
                      <a:pt x="14682" y="17174"/>
                    </a:cubicBezTo>
                    <a:cubicBezTo>
                      <a:pt x="14773" y="17265"/>
                      <a:pt x="14864" y="17295"/>
                      <a:pt x="14986" y="17295"/>
                    </a:cubicBezTo>
                    <a:cubicBezTo>
                      <a:pt x="15138" y="17265"/>
                      <a:pt x="15290" y="17234"/>
                      <a:pt x="15472" y="17204"/>
                    </a:cubicBezTo>
                    <a:lnTo>
                      <a:pt x="15624" y="17174"/>
                    </a:lnTo>
                    <a:cubicBezTo>
                      <a:pt x="15654" y="17174"/>
                      <a:pt x="15654" y="17083"/>
                      <a:pt x="15715" y="17052"/>
                    </a:cubicBezTo>
                    <a:lnTo>
                      <a:pt x="15867" y="17052"/>
                    </a:lnTo>
                    <a:cubicBezTo>
                      <a:pt x="15958" y="17083"/>
                      <a:pt x="16019" y="17174"/>
                      <a:pt x="16110" y="17204"/>
                    </a:cubicBezTo>
                    <a:lnTo>
                      <a:pt x="16262" y="17234"/>
                    </a:lnTo>
                    <a:cubicBezTo>
                      <a:pt x="16293" y="17143"/>
                      <a:pt x="16354" y="17052"/>
                      <a:pt x="16384" y="17052"/>
                    </a:cubicBezTo>
                    <a:cubicBezTo>
                      <a:pt x="16475" y="17098"/>
                      <a:pt x="16566" y="17121"/>
                      <a:pt x="16654" y="17121"/>
                    </a:cubicBezTo>
                    <a:cubicBezTo>
                      <a:pt x="16741" y="17121"/>
                      <a:pt x="16825" y="17098"/>
                      <a:pt x="16901" y="17052"/>
                    </a:cubicBezTo>
                    <a:lnTo>
                      <a:pt x="17022" y="17022"/>
                    </a:lnTo>
                    <a:cubicBezTo>
                      <a:pt x="17053" y="17083"/>
                      <a:pt x="17113" y="17174"/>
                      <a:pt x="17174" y="17204"/>
                    </a:cubicBezTo>
                    <a:cubicBezTo>
                      <a:pt x="17180" y="17207"/>
                      <a:pt x="17188" y="17208"/>
                      <a:pt x="17197" y="17208"/>
                    </a:cubicBezTo>
                    <a:cubicBezTo>
                      <a:pt x="17272" y="17208"/>
                      <a:pt x="17459" y="17129"/>
                      <a:pt x="17585" y="17129"/>
                    </a:cubicBezTo>
                    <a:cubicBezTo>
                      <a:pt x="17614" y="17129"/>
                      <a:pt x="17640" y="17133"/>
                      <a:pt x="17661" y="17143"/>
                    </a:cubicBezTo>
                    <a:cubicBezTo>
                      <a:pt x="17696" y="17161"/>
                      <a:pt x="17714" y="17168"/>
                      <a:pt x="17719" y="17168"/>
                    </a:cubicBezTo>
                    <a:cubicBezTo>
                      <a:pt x="17731" y="17168"/>
                      <a:pt x="17673" y="17125"/>
                      <a:pt x="17630" y="17083"/>
                    </a:cubicBezTo>
                    <a:cubicBezTo>
                      <a:pt x="17569" y="17052"/>
                      <a:pt x="17630" y="17022"/>
                      <a:pt x="17782" y="17022"/>
                    </a:cubicBezTo>
                    <a:lnTo>
                      <a:pt x="17873" y="17022"/>
                    </a:lnTo>
                    <a:cubicBezTo>
                      <a:pt x="17965" y="17022"/>
                      <a:pt x="18086" y="17083"/>
                      <a:pt x="18147" y="17083"/>
                    </a:cubicBezTo>
                    <a:cubicBezTo>
                      <a:pt x="18208" y="17083"/>
                      <a:pt x="18360" y="17052"/>
                      <a:pt x="18360" y="17022"/>
                    </a:cubicBezTo>
                    <a:cubicBezTo>
                      <a:pt x="18360" y="16931"/>
                      <a:pt x="18398" y="16908"/>
                      <a:pt x="18447" y="16908"/>
                    </a:cubicBezTo>
                    <a:cubicBezTo>
                      <a:pt x="18496" y="16908"/>
                      <a:pt x="18557" y="16931"/>
                      <a:pt x="18603" y="16931"/>
                    </a:cubicBezTo>
                    <a:lnTo>
                      <a:pt x="18816" y="16870"/>
                    </a:lnTo>
                    <a:cubicBezTo>
                      <a:pt x="18816" y="16921"/>
                      <a:pt x="18843" y="16940"/>
                      <a:pt x="18879" y="16940"/>
                    </a:cubicBezTo>
                    <a:cubicBezTo>
                      <a:pt x="18928" y="16940"/>
                      <a:pt x="18993" y="16905"/>
                      <a:pt x="19028" y="16870"/>
                    </a:cubicBezTo>
                    <a:cubicBezTo>
                      <a:pt x="19050" y="16848"/>
                      <a:pt x="19083" y="16838"/>
                      <a:pt x="19122" y="16838"/>
                    </a:cubicBezTo>
                    <a:cubicBezTo>
                      <a:pt x="19193" y="16838"/>
                      <a:pt x="19284" y="16872"/>
                      <a:pt x="19363" y="16931"/>
                    </a:cubicBezTo>
                    <a:lnTo>
                      <a:pt x="19758" y="16931"/>
                    </a:lnTo>
                    <a:cubicBezTo>
                      <a:pt x="19804" y="16938"/>
                      <a:pt x="19847" y="16942"/>
                      <a:pt x="19887" y="16942"/>
                    </a:cubicBezTo>
                    <a:cubicBezTo>
                      <a:pt x="20005" y="16942"/>
                      <a:pt x="20085" y="16908"/>
                      <a:pt x="20062" y="16839"/>
                    </a:cubicBezTo>
                    <a:lnTo>
                      <a:pt x="20183" y="16809"/>
                    </a:lnTo>
                    <a:cubicBezTo>
                      <a:pt x="20244" y="16809"/>
                      <a:pt x="20305" y="16748"/>
                      <a:pt x="20366" y="16748"/>
                    </a:cubicBezTo>
                    <a:lnTo>
                      <a:pt x="20396" y="16748"/>
                    </a:lnTo>
                    <a:cubicBezTo>
                      <a:pt x="20400" y="16750"/>
                      <a:pt x="20404" y="16751"/>
                      <a:pt x="20408" y="16751"/>
                    </a:cubicBezTo>
                    <a:cubicBezTo>
                      <a:pt x="20478" y="16751"/>
                      <a:pt x="20647" y="16535"/>
                      <a:pt x="20761" y="16535"/>
                    </a:cubicBezTo>
                    <a:cubicBezTo>
                      <a:pt x="20883" y="16566"/>
                      <a:pt x="21004" y="16596"/>
                      <a:pt x="21095" y="16687"/>
                    </a:cubicBezTo>
                    <a:lnTo>
                      <a:pt x="21095" y="16809"/>
                    </a:lnTo>
                    <a:cubicBezTo>
                      <a:pt x="21072" y="16855"/>
                      <a:pt x="21080" y="16870"/>
                      <a:pt x="21101" y="16870"/>
                    </a:cubicBezTo>
                    <a:cubicBezTo>
                      <a:pt x="21136" y="16870"/>
                      <a:pt x="21209" y="16828"/>
                      <a:pt x="21247" y="16809"/>
                    </a:cubicBezTo>
                    <a:cubicBezTo>
                      <a:pt x="21278" y="16748"/>
                      <a:pt x="21521" y="16596"/>
                      <a:pt x="21551" y="16535"/>
                    </a:cubicBezTo>
                    <a:cubicBezTo>
                      <a:pt x="21561" y="16515"/>
                      <a:pt x="21568" y="16505"/>
                      <a:pt x="21572" y="16505"/>
                    </a:cubicBezTo>
                    <a:lnTo>
                      <a:pt x="21572" y="16505"/>
                    </a:lnTo>
                    <a:cubicBezTo>
                      <a:pt x="21578" y="16505"/>
                      <a:pt x="21572" y="16546"/>
                      <a:pt x="21551" y="16627"/>
                    </a:cubicBezTo>
                    <a:lnTo>
                      <a:pt x="21734" y="16657"/>
                    </a:lnTo>
                    <a:lnTo>
                      <a:pt x="21916" y="16687"/>
                    </a:lnTo>
                    <a:cubicBezTo>
                      <a:pt x="21984" y="16619"/>
                      <a:pt x="22087" y="16585"/>
                      <a:pt x="22198" y="16585"/>
                    </a:cubicBezTo>
                    <a:cubicBezTo>
                      <a:pt x="22235" y="16585"/>
                      <a:pt x="22273" y="16589"/>
                      <a:pt x="22311" y="16596"/>
                    </a:cubicBezTo>
                    <a:lnTo>
                      <a:pt x="22372" y="16657"/>
                    </a:lnTo>
                    <a:cubicBezTo>
                      <a:pt x="22463" y="16718"/>
                      <a:pt x="22524" y="16839"/>
                      <a:pt x="22615" y="16900"/>
                    </a:cubicBezTo>
                    <a:cubicBezTo>
                      <a:pt x="22676" y="16870"/>
                      <a:pt x="22706" y="16839"/>
                      <a:pt x="22676" y="16779"/>
                    </a:cubicBezTo>
                    <a:cubicBezTo>
                      <a:pt x="22676" y="16748"/>
                      <a:pt x="22949" y="16657"/>
                      <a:pt x="23041" y="16627"/>
                    </a:cubicBezTo>
                    <a:cubicBezTo>
                      <a:pt x="23078" y="16614"/>
                      <a:pt x="23121" y="16607"/>
                      <a:pt x="23165" y="16607"/>
                    </a:cubicBezTo>
                    <a:cubicBezTo>
                      <a:pt x="23227" y="16607"/>
                      <a:pt x="23291" y="16621"/>
                      <a:pt x="23345" y="16657"/>
                    </a:cubicBezTo>
                    <a:cubicBezTo>
                      <a:pt x="23390" y="16672"/>
                      <a:pt x="23428" y="16680"/>
                      <a:pt x="23466" y="16680"/>
                    </a:cubicBezTo>
                    <a:cubicBezTo>
                      <a:pt x="23504" y="16680"/>
                      <a:pt x="23542" y="16672"/>
                      <a:pt x="23588" y="16657"/>
                    </a:cubicBezTo>
                    <a:lnTo>
                      <a:pt x="23679" y="16627"/>
                    </a:lnTo>
                    <a:cubicBezTo>
                      <a:pt x="23740" y="16596"/>
                      <a:pt x="23861" y="16566"/>
                      <a:pt x="23861" y="16535"/>
                    </a:cubicBezTo>
                    <a:lnTo>
                      <a:pt x="23831" y="16323"/>
                    </a:lnTo>
                    <a:cubicBezTo>
                      <a:pt x="23953" y="16262"/>
                      <a:pt x="24044" y="16171"/>
                      <a:pt x="24135" y="16049"/>
                    </a:cubicBezTo>
                    <a:lnTo>
                      <a:pt x="24135" y="16049"/>
                    </a:lnTo>
                    <a:cubicBezTo>
                      <a:pt x="24135" y="16049"/>
                      <a:pt x="23861" y="16201"/>
                      <a:pt x="23770" y="16262"/>
                    </a:cubicBezTo>
                    <a:cubicBezTo>
                      <a:pt x="23738" y="16283"/>
                      <a:pt x="23706" y="16293"/>
                      <a:pt x="23677" y="16293"/>
                    </a:cubicBezTo>
                    <a:cubicBezTo>
                      <a:pt x="23626" y="16293"/>
                      <a:pt x="23588" y="16260"/>
                      <a:pt x="23588" y="16201"/>
                    </a:cubicBezTo>
                    <a:lnTo>
                      <a:pt x="23405" y="16231"/>
                    </a:lnTo>
                    <a:lnTo>
                      <a:pt x="23223" y="16231"/>
                    </a:lnTo>
                    <a:cubicBezTo>
                      <a:pt x="23253" y="16140"/>
                      <a:pt x="23314" y="16019"/>
                      <a:pt x="23375" y="15927"/>
                    </a:cubicBezTo>
                    <a:cubicBezTo>
                      <a:pt x="23378" y="15924"/>
                      <a:pt x="23383" y="15923"/>
                      <a:pt x="23388" y="15923"/>
                    </a:cubicBezTo>
                    <a:cubicBezTo>
                      <a:pt x="23431" y="15923"/>
                      <a:pt x="23530" y="16022"/>
                      <a:pt x="23557" y="16049"/>
                    </a:cubicBezTo>
                    <a:cubicBezTo>
                      <a:pt x="23561" y="16052"/>
                      <a:pt x="23568" y="16054"/>
                      <a:pt x="23578" y="16054"/>
                    </a:cubicBezTo>
                    <a:cubicBezTo>
                      <a:pt x="23659" y="16054"/>
                      <a:pt x="23935" y="15955"/>
                      <a:pt x="24044" y="15927"/>
                    </a:cubicBezTo>
                    <a:cubicBezTo>
                      <a:pt x="24076" y="15906"/>
                      <a:pt x="24112" y="15896"/>
                      <a:pt x="24148" y="15896"/>
                    </a:cubicBezTo>
                    <a:cubicBezTo>
                      <a:pt x="24213" y="15896"/>
                      <a:pt x="24278" y="15929"/>
                      <a:pt x="24317" y="15988"/>
                    </a:cubicBezTo>
                    <a:cubicBezTo>
                      <a:pt x="24317" y="16019"/>
                      <a:pt x="24591" y="16019"/>
                      <a:pt x="24652" y="16079"/>
                    </a:cubicBezTo>
                    <a:cubicBezTo>
                      <a:pt x="24682" y="16140"/>
                      <a:pt x="24652" y="16201"/>
                      <a:pt x="24560" y="16201"/>
                    </a:cubicBezTo>
                    <a:lnTo>
                      <a:pt x="24469" y="16201"/>
                    </a:lnTo>
                    <a:lnTo>
                      <a:pt x="24044" y="16292"/>
                    </a:lnTo>
                    <a:cubicBezTo>
                      <a:pt x="24155" y="16381"/>
                      <a:pt x="24283" y="16438"/>
                      <a:pt x="24414" y="16438"/>
                    </a:cubicBezTo>
                    <a:cubicBezTo>
                      <a:pt x="24463" y="16438"/>
                      <a:pt x="24512" y="16430"/>
                      <a:pt x="24560" y="16414"/>
                    </a:cubicBezTo>
                    <a:cubicBezTo>
                      <a:pt x="24593" y="16406"/>
                      <a:pt x="24626" y="16402"/>
                      <a:pt x="24658" y="16402"/>
                    </a:cubicBezTo>
                    <a:cubicBezTo>
                      <a:pt x="24745" y="16402"/>
                      <a:pt x="24828" y="16430"/>
                      <a:pt x="24895" y="16475"/>
                    </a:cubicBezTo>
                    <a:cubicBezTo>
                      <a:pt x="24906" y="16486"/>
                      <a:pt x="24918" y="16491"/>
                      <a:pt x="24929" y="16491"/>
                    </a:cubicBezTo>
                    <a:cubicBezTo>
                      <a:pt x="24978" y="16491"/>
                      <a:pt x="25022" y="16402"/>
                      <a:pt x="25047" y="16353"/>
                    </a:cubicBezTo>
                    <a:cubicBezTo>
                      <a:pt x="25047" y="16328"/>
                      <a:pt x="25051" y="16317"/>
                      <a:pt x="25059" y="16317"/>
                    </a:cubicBezTo>
                    <a:cubicBezTo>
                      <a:pt x="25080" y="16317"/>
                      <a:pt x="25124" y="16395"/>
                      <a:pt x="25168" y="16505"/>
                    </a:cubicBezTo>
                    <a:lnTo>
                      <a:pt x="25229" y="16627"/>
                    </a:lnTo>
                    <a:cubicBezTo>
                      <a:pt x="25260" y="16657"/>
                      <a:pt x="25290" y="16687"/>
                      <a:pt x="25351" y="16687"/>
                    </a:cubicBezTo>
                    <a:cubicBezTo>
                      <a:pt x="25472" y="16657"/>
                      <a:pt x="25381" y="16657"/>
                      <a:pt x="25351" y="16596"/>
                    </a:cubicBezTo>
                    <a:cubicBezTo>
                      <a:pt x="25320" y="16535"/>
                      <a:pt x="25351" y="16475"/>
                      <a:pt x="25442" y="16444"/>
                    </a:cubicBezTo>
                    <a:cubicBezTo>
                      <a:pt x="25507" y="16444"/>
                      <a:pt x="25526" y="16522"/>
                      <a:pt x="25586" y="16522"/>
                    </a:cubicBezTo>
                    <a:cubicBezTo>
                      <a:pt x="25611" y="16522"/>
                      <a:pt x="25642" y="16509"/>
                      <a:pt x="25685" y="16475"/>
                    </a:cubicBezTo>
                    <a:cubicBezTo>
                      <a:pt x="25731" y="16459"/>
                      <a:pt x="25784" y="16452"/>
                      <a:pt x="25841" y="16452"/>
                    </a:cubicBezTo>
                    <a:cubicBezTo>
                      <a:pt x="25898" y="16452"/>
                      <a:pt x="25959" y="16459"/>
                      <a:pt x="26019" y="16475"/>
                    </a:cubicBezTo>
                    <a:cubicBezTo>
                      <a:pt x="26050" y="16490"/>
                      <a:pt x="26080" y="16497"/>
                      <a:pt x="26111" y="16497"/>
                    </a:cubicBezTo>
                    <a:cubicBezTo>
                      <a:pt x="26141" y="16497"/>
                      <a:pt x="26171" y="16490"/>
                      <a:pt x="26202" y="16475"/>
                    </a:cubicBezTo>
                    <a:cubicBezTo>
                      <a:pt x="26263" y="16459"/>
                      <a:pt x="26331" y="16452"/>
                      <a:pt x="26399" y="16452"/>
                    </a:cubicBezTo>
                    <a:cubicBezTo>
                      <a:pt x="26468" y="16452"/>
                      <a:pt x="26536" y="16459"/>
                      <a:pt x="26597" y="16475"/>
                    </a:cubicBezTo>
                    <a:cubicBezTo>
                      <a:pt x="26623" y="16485"/>
                      <a:pt x="26648" y="16489"/>
                      <a:pt x="26671" y="16489"/>
                    </a:cubicBezTo>
                    <a:cubicBezTo>
                      <a:pt x="26759" y="16489"/>
                      <a:pt x="26830" y="16430"/>
                      <a:pt x="26918" y="16430"/>
                    </a:cubicBezTo>
                    <a:cubicBezTo>
                      <a:pt x="26941" y="16430"/>
                      <a:pt x="26966" y="16434"/>
                      <a:pt x="26992" y="16444"/>
                    </a:cubicBezTo>
                    <a:lnTo>
                      <a:pt x="27083" y="16475"/>
                    </a:lnTo>
                    <a:cubicBezTo>
                      <a:pt x="27174" y="16475"/>
                      <a:pt x="27266" y="16444"/>
                      <a:pt x="27357" y="16414"/>
                    </a:cubicBezTo>
                    <a:lnTo>
                      <a:pt x="27387" y="16383"/>
                    </a:lnTo>
                    <a:cubicBezTo>
                      <a:pt x="27418" y="16353"/>
                      <a:pt x="27478" y="16323"/>
                      <a:pt x="27509" y="16323"/>
                    </a:cubicBezTo>
                    <a:lnTo>
                      <a:pt x="27661" y="16353"/>
                    </a:lnTo>
                    <a:cubicBezTo>
                      <a:pt x="27722" y="16383"/>
                      <a:pt x="27790" y="16399"/>
                      <a:pt x="27855" y="16399"/>
                    </a:cubicBezTo>
                    <a:cubicBezTo>
                      <a:pt x="27919" y="16399"/>
                      <a:pt x="27980" y="16383"/>
                      <a:pt x="28026" y="16353"/>
                    </a:cubicBezTo>
                    <a:cubicBezTo>
                      <a:pt x="28034" y="16345"/>
                      <a:pt x="28046" y="16341"/>
                      <a:pt x="28062" y="16341"/>
                    </a:cubicBezTo>
                    <a:cubicBezTo>
                      <a:pt x="28105" y="16341"/>
                      <a:pt x="28172" y="16369"/>
                      <a:pt x="28238" y="16414"/>
                    </a:cubicBezTo>
                    <a:lnTo>
                      <a:pt x="28329" y="16475"/>
                    </a:lnTo>
                    <a:lnTo>
                      <a:pt x="28360" y="16475"/>
                    </a:lnTo>
                    <a:cubicBezTo>
                      <a:pt x="28421" y="16475"/>
                      <a:pt x="28481" y="16414"/>
                      <a:pt x="28481" y="16383"/>
                    </a:cubicBezTo>
                    <a:lnTo>
                      <a:pt x="28481" y="16323"/>
                    </a:lnTo>
                    <a:cubicBezTo>
                      <a:pt x="28481" y="16307"/>
                      <a:pt x="28474" y="16307"/>
                      <a:pt x="28466" y="16307"/>
                    </a:cubicBezTo>
                    <a:cubicBezTo>
                      <a:pt x="28459" y="16307"/>
                      <a:pt x="28451" y="16307"/>
                      <a:pt x="28451" y="16292"/>
                    </a:cubicBezTo>
                    <a:cubicBezTo>
                      <a:pt x="28451" y="16262"/>
                      <a:pt x="28421" y="16231"/>
                      <a:pt x="28451" y="16231"/>
                    </a:cubicBezTo>
                    <a:lnTo>
                      <a:pt x="28542" y="16231"/>
                    </a:lnTo>
                    <a:lnTo>
                      <a:pt x="28633" y="16353"/>
                    </a:lnTo>
                    <a:cubicBezTo>
                      <a:pt x="28785" y="16535"/>
                      <a:pt x="28785" y="16657"/>
                      <a:pt x="28664" y="16657"/>
                    </a:cubicBezTo>
                    <a:lnTo>
                      <a:pt x="28603" y="16657"/>
                    </a:lnTo>
                    <a:cubicBezTo>
                      <a:pt x="28573" y="16657"/>
                      <a:pt x="28542" y="16687"/>
                      <a:pt x="28512" y="16718"/>
                    </a:cubicBezTo>
                    <a:cubicBezTo>
                      <a:pt x="28481" y="16809"/>
                      <a:pt x="28603" y="16809"/>
                      <a:pt x="28694" y="16809"/>
                    </a:cubicBezTo>
                    <a:lnTo>
                      <a:pt x="28725" y="16809"/>
                    </a:lnTo>
                    <a:cubicBezTo>
                      <a:pt x="28816" y="16809"/>
                      <a:pt x="28907" y="16779"/>
                      <a:pt x="28968" y="16718"/>
                    </a:cubicBezTo>
                    <a:lnTo>
                      <a:pt x="29089" y="16779"/>
                    </a:lnTo>
                    <a:cubicBezTo>
                      <a:pt x="29120" y="16779"/>
                      <a:pt x="29181" y="16779"/>
                      <a:pt x="29211" y="16748"/>
                    </a:cubicBezTo>
                    <a:cubicBezTo>
                      <a:pt x="29241" y="16718"/>
                      <a:pt x="29241" y="16687"/>
                      <a:pt x="29211" y="16657"/>
                    </a:cubicBezTo>
                    <a:cubicBezTo>
                      <a:pt x="29181" y="16627"/>
                      <a:pt x="29150" y="16596"/>
                      <a:pt x="29089" y="16566"/>
                    </a:cubicBezTo>
                    <a:cubicBezTo>
                      <a:pt x="29029" y="16505"/>
                      <a:pt x="28877" y="16566"/>
                      <a:pt x="28937" y="16414"/>
                    </a:cubicBezTo>
                    <a:lnTo>
                      <a:pt x="28968" y="16353"/>
                    </a:lnTo>
                    <a:cubicBezTo>
                      <a:pt x="28983" y="16330"/>
                      <a:pt x="29005" y="16320"/>
                      <a:pt x="29030" y="16320"/>
                    </a:cubicBezTo>
                    <a:cubicBezTo>
                      <a:pt x="29101" y="16320"/>
                      <a:pt x="29196" y="16399"/>
                      <a:pt x="29241" y="16444"/>
                    </a:cubicBezTo>
                    <a:cubicBezTo>
                      <a:pt x="29250" y="16470"/>
                      <a:pt x="29276" y="16481"/>
                      <a:pt x="29314" y="16481"/>
                    </a:cubicBezTo>
                    <a:cubicBezTo>
                      <a:pt x="29412" y="16481"/>
                      <a:pt x="29592" y="16410"/>
                      <a:pt x="29788" y="16323"/>
                    </a:cubicBezTo>
                    <a:lnTo>
                      <a:pt x="30062" y="16292"/>
                    </a:lnTo>
                    <a:lnTo>
                      <a:pt x="30366" y="16262"/>
                    </a:lnTo>
                    <a:cubicBezTo>
                      <a:pt x="30396" y="16079"/>
                      <a:pt x="30396" y="15897"/>
                      <a:pt x="30366" y="15715"/>
                    </a:cubicBezTo>
                    <a:cubicBezTo>
                      <a:pt x="30366" y="15684"/>
                      <a:pt x="30457" y="15624"/>
                      <a:pt x="30640" y="15593"/>
                    </a:cubicBezTo>
                    <a:lnTo>
                      <a:pt x="30700" y="15715"/>
                    </a:lnTo>
                    <a:cubicBezTo>
                      <a:pt x="30731" y="15745"/>
                      <a:pt x="30670" y="15775"/>
                      <a:pt x="30670" y="15836"/>
                    </a:cubicBezTo>
                    <a:cubicBezTo>
                      <a:pt x="30670" y="15897"/>
                      <a:pt x="30670" y="15958"/>
                      <a:pt x="30700" y="16019"/>
                    </a:cubicBezTo>
                    <a:cubicBezTo>
                      <a:pt x="30700" y="16079"/>
                      <a:pt x="30731" y="16171"/>
                      <a:pt x="30761" y="16171"/>
                    </a:cubicBezTo>
                    <a:cubicBezTo>
                      <a:pt x="30761" y="16171"/>
                      <a:pt x="30700" y="16201"/>
                      <a:pt x="30670" y="16201"/>
                    </a:cubicBezTo>
                    <a:lnTo>
                      <a:pt x="30579" y="16231"/>
                    </a:lnTo>
                    <a:cubicBezTo>
                      <a:pt x="30488" y="16292"/>
                      <a:pt x="30518" y="16475"/>
                      <a:pt x="30548" y="16535"/>
                    </a:cubicBezTo>
                    <a:cubicBezTo>
                      <a:pt x="30553" y="16540"/>
                      <a:pt x="30560" y="16543"/>
                      <a:pt x="30568" y="16543"/>
                    </a:cubicBezTo>
                    <a:cubicBezTo>
                      <a:pt x="30608" y="16543"/>
                      <a:pt x="30680" y="16480"/>
                      <a:pt x="30731" y="16353"/>
                    </a:cubicBezTo>
                    <a:lnTo>
                      <a:pt x="30913" y="16292"/>
                    </a:lnTo>
                    <a:cubicBezTo>
                      <a:pt x="30916" y="16290"/>
                      <a:pt x="30918" y="16289"/>
                      <a:pt x="30922" y="16289"/>
                    </a:cubicBezTo>
                    <a:cubicBezTo>
                      <a:pt x="30944" y="16289"/>
                      <a:pt x="30984" y="16344"/>
                      <a:pt x="31017" y="16344"/>
                    </a:cubicBezTo>
                    <a:cubicBezTo>
                      <a:pt x="31037" y="16344"/>
                      <a:pt x="31055" y="16324"/>
                      <a:pt x="31065" y="16262"/>
                    </a:cubicBezTo>
                    <a:cubicBezTo>
                      <a:pt x="31096" y="16201"/>
                      <a:pt x="31187" y="16140"/>
                      <a:pt x="31278" y="16079"/>
                    </a:cubicBezTo>
                    <a:cubicBezTo>
                      <a:pt x="31308" y="16064"/>
                      <a:pt x="31354" y="16057"/>
                      <a:pt x="31392" y="16057"/>
                    </a:cubicBezTo>
                    <a:cubicBezTo>
                      <a:pt x="31430" y="16057"/>
                      <a:pt x="31460" y="16064"/>
                      <a:pt x="31460" y="16079"/>
                    </a:cubicBezTo>
                    <a:cubicBezTo>
                      <a:pt x="31491" y="16110"/>
                      <a:pt x="31399" y="16171"/>
                      <a:pt x="31399" y="16231"/>
                    </a:cubicBezTo>
                    <a:cubicBezTo>
                      <a:pt x="31430" y="16262"/>
                      <a:pt x="31582" y="16262"/>
                      <a:pt x="31612" y="16262"/>
                    </a:cubicBezTo>
                    <a:cubicBezTo>
                      <a:pt x="31643" y="16262"/>
                      <a:pt x="31825" y="16049"/>
                      <a:pt x="31886" y="15988"/>
                    </a:cubicBezTo>
                    <a:cubicBezTo>
                      <a:pt x="31910" y="15980"/>
                      <a:pt x="31937" y="15976"/>
                      <a:pt x="31964" y="15976"/>
                    </a:cubicBezTo>
                    <a:cubicBezTo>
                      <a:pt x="32038" y="15976"/>
                      <a:pt x="32115" y="16005"/>
                      <a:pt x="32159" y="16049"/>
                    </a:cubicBezTo>
                    <a:lnTo>
                      <a:pt x="32220" y="16110"/>
                    </a:lnTo>
                    <a:cubicBezTo>
                      <a:pt x="32251" y="16140"/>
                      <a:pt x="32311" y="16201"/>
                      <a:pt x="32342" y="16201"/>
                    </a:cubicBezTo>
                    <a:cubicBezTo>
                      <a:pt x="32433" y="16171"/>
                      <a:pt x="32433" y="16079"/>
                      <a:pt x="32372" y="16019"/>
                    </a:cubicBezTo>
                    <a:cubicBezTo>
                      <a:pt x="32281" y="15988"/>
                      <a:pt x="32311" y="15897"/>
                      <a:pt x="32372" y="15867"/>
                    </a:cubicBezTo>
                    <a:cubicBezTo>
                      <a:pt x="32378" y="15861"/>
                      <a:pt x="32386" y="15859"/>
                      <a:pt x="32397" y="15859"/>
                    </a:cubicBezTo>
                    <a:cubicBezTo>
                      <a:pt x="32444" y="15859"/>
                      <a:pt x="32530" y="15908"/>
                      <a:pt x="32555" y="15958"/>
                    </a:cubicBezTo>
                    <a:lnTo>
                      <a:pt x="32615" y="15988"/>
                    </a:lnTo>
                    <a:cubicBezTo>
                      <a:pt x="32615" y="16049"/>
                      <a:pt x="32646" y="16110"/>
                      <a:pt x="32646" y="16140"/>
                    </a:cubicBezTo>
                    <a:cubicBezTo>
                      <a:pt x="32767" y="16201"/>
                      <a:pt x="32858" y="16262"/>
                      <a:pt x="32980" y="16323"/>
                    </a:cubicBezTo>
                    <a:lnTo>
                      <a:pt x="33132" y="16353"/>
                    </a:lnTo>
                    <a:lnTo>
                      <a:pt x="33345" y="16383"/>
                    </a:lnTo>
                    <a:cubicBezTo>
                      <a:pt x="33436" y="16292"/>
                      <a:pt x="33436" y="16171"/>
                      <a:pt x="33406" y="16140"/>
                    </a:cubicBezTo>
                    <a:cubicBezTo>
                      <a:pt x="33375" y="16140"/>
                      <a:pt x="33345" y="15958"/>
                      <a:pt x="33406" y="15927"/>
                    </a:cubicBezTo>
                    <a:cubicBezTo>
                      <a:pt x="33410" y="15923"/>
                      <a:pt x="33416" y="15921"/>
                      <a:pt x="33424" y="15921"/>
                    </a:cubicBezTo>
                    <a:cubicBezTo>
                      <a:pt x="33475" y="15921"/>
                      <a:pt x="33592" y="15997"/>
                      <a:pt x="33618" y="16049"/>
                    </a:cubicBezTo>
                    <a:cubicBezTo>
                      <a:pt x="33626" y="16057"/>
                      <a:pt x="33635" y="16060"/>
                      <a:pt x="33646" y="16060"/>
                    </a:cubicBezTo>
                    <a:cubicBezTo>
                      <a:pt x="33679" y="16060"/>
                      <a:pt x="33725" y="16026"/>
                      <a:pt x="33770" y="15958"/>
                    </a:cubicBezTo>
                    <a:lnTo>
                      <a:pt x="33801" y="15958"/>
                    </a:lnTo>
                    <a:lnTo>
                      <a:pt x="33983" y="15927"/>
                    </a:lnTo>
                    <a:cubicBezTo>
                      <a:pt x="33983" y="16019"/>
                      <a:pt x="34196" y="16323"/>
                      <a:pt x="34317" y="16353"/>
                    </a:cubicBezTo>
                    <a:cubicBezTo>
                      <a:pt x="34469" y="16353"/>
                      <a:pt x="34591" y="16049"/>
                      <a:pt x="34561" y="15927"/>
                    </a:cubicBezTo>
                    <a:cubicBezTo>
                      <a:pt x="34547" y="15874"/>
                      <a:pt x="34557" y="15850"/>
                      <a:pt x="34581" y="15850"/>
                    </a:cubicBezTo>
                    <a:cubicBezTo>
                      <a:pt x="34610" y="15850"/>
                      <a:pt x="34661" y="15890"/>
                      <a:pt x="34713" y="15958"/>
                    </a:cubicBezTo>
                    <a:lnTo>
                      <a:pt x="35077" y="15958"/>
                    </a:lnTo>
                    <a:cubicBezTo>
                      <a:pt x="35260" y="15927"/>
                      <a:pt x="35442" y="15897"/>
                      <a:pt x="35624" y="15836"/>
                    </a:cubicBezTo>
                    <a:lnTo>
                      <a:pt x="35685" y="15867"/>
                    </a:lnTo>
                    <a:cubicBezTo>
                      <a:pt x="35741" y="15894"/>
                      <a:pt x="35785" y="15905"/>
                      <a:pt x="35823" y="15905"/>
                    </a:cubicBezTo>
                    <a:cubicBezTo>
                      <a:pt x="35910" y="15905"/>
                      <a:pt x="35965" y="15848"/>
                      <a:pt x="36050" y="15806"/>
                    </a:cubicBezTo>
                    <a:cubicBezTo>
                      <a:pt x="36050" y="15800"/>
                      <a:pt x="36052" y="15797"/>
                      <a:pt x="36057" y="15797"/>
                    </a:cubicBezTo>
                    <a:cubicBezTo>
                      <a:pt x="36073" y="15797"/>
                      <a:pt x="36117" y="15836"/>
                      <a:pt x="36141" y="15836"/>
                    </a:cubicBezTo>
                    <a:lnTo>
                      <a:pt x="36232" y="15867"/>
                    </a:lnTo>
                    <a:cubicBezTo>
                      <a:pt x="36293" y="15806"/>
                      <a:pt x="36354" y="15715"/>
                      <a:pt x="36384" y="15715"/>
                    </a:cubicBezTo>
                    <a:cubicBezTo>
                      <a:pt x="36445" y="15715"/>
                      <a:pt x="36476" y="15745"/>
                      <a:pt x="36506" y="15775"/>
                    </a:cubicBezTo>
                    <a:cubicBezTo>
                      <a:pt x="36506" y="15806"/>
                      <a:pt x="36415" y="15988"/>
                      <a:pt x="36506" y="16049"/>
                    </a:cubicBezTo>
                    <a:cubicBezTo>
                      <a:pt x="36521" y="16064"/>
                      <a:pt x="36533" y="16070"/>
                      <a:pt x="36545" y="16070"/>
                    </a:cubicBezTo>
                    <a:cubicBezTo>
                      <a:pt x="36581" y="16070"/>
                      <a:pt x="36604" y="16011"/>
                      <a:pt x="36628" y="15988"/>
                    </a:cubicBezTo>
                    <a:cubicBezTo>
                      <a:pt x="36658" y="15927"/>
                      <a:pt x="36688" y="15867"/>
                      <a:pt x="36719" y="15806"/>
                    </a:cubicBezTo>
                    <a:cubicBezTo>
                      <a:pt x="36749" y="15745"/>
                      <a:pt x="36810" y="15654"/>
                      <a:pt x="36840" y="15593"/>
                    </a:cubicBezTo>
                    <a:cubicBezTo>
                      <a:pt x="36848" y="15585"/>
                      <a:pt x="36865" y="15581"/>
                      <a:pt x="36888" y="15581"/>
                    </a:cubicBezTo>
                    <a:cubicBezTo>
                      <a:pt x="36950" y="15581"/>
                      <a:pt x="37055" y="15609"/>
                      <a:pt x="37144" y="15654"/>
                    </a:cubicBezTo>
                    <a:lnTo>
                      <a:pt x="37266" y="15745"/>
                    </a:lnTo>
                    <a:cubicBezTo>
                      <a:pt x="37254" y="15781"/>
                      <a:pt x="37228" y="15793"/>
                      <a:pt x="37199" y="15793"/>
                    </a:cubicBezTo>
                    <a:cubicBezTo>
                      <a:pt x="37154" y="15793"/>
                      <a:pt x="37102" y="15764"/>
                      <a:pt x="37083" y="15745"/>
                    </a:cubicBezTo>
                    <a:cubicBezTo>
                      <a:pt x="37075" y="15736"/>
                      <a:pt x="37058" y="15733"/>
                      <a:pt x="37038" y="15733"/>
                    </a:cubicBezTo>
                    <a:cubicBezTo>
                      <a:pt x="36990" y="15733"/>
                      <a:pt x="36923" y="15754"/>
                      <a:pt x="36901" y="15775"/>
                    </a:cubicBezTo>
                    <a:cubicBezTo>
                      <a:pt x="36871" y="15806"/>
                      <a:pt x="37023" y="15927"/>
                      <a:pt x="37114" y="15958"/>
                    </a:cubicBezTo>
                    <a:cubicBezTo>
                      <a:pt x="37138" y="15966"/>
                      <a:pt x="37163" y="15970"/>
                      <a:pt x="37187" y="15970"/>
                    </a:cubicBezTo>
                    <a:cubicBezTo>
                      <a:pt x="37254" y="15970"/>
                      <a:pt x="37321" y="15942"/>
                      <a:pt x="37387" y="15897"/>
                    </a:cubicBezTo>
                    <a:lnTo>
                      <a:pt x="37448" y="15836"/>
                    </a:lnTo>
                    <a:cubicBezTo>
                      <a:pt x="37509" y="15806"/>
                      <a:pt x="37600" y="15775"/>
                      <a:pt x="37631" y="15775"/>
                    </a:cubicBezTo>
                    <a:lnTo>
                      <a:pt x="37661" y="15836"/>
                    </a:lnTo>
                    <a:cubicBezTo>
                      <a:pt x="37665" y="15845"/>
                      <a:pt x="37671" y="15848"/>
                      <a:pt x="37678" y="15848"/>
                    </a:cubicBezTo>
                    <a:cubicBezTo>
                      <a:pt x="37723" y="15848"/>
                      <a:pt x="37821" y="15698"/>
                      <a:pt x="37874" y="15593"/>
                    </a:cubicBezTo>
                    <a:cubicBezTo>
                      <a:pt x="37881" y="15573"/>
                      <a:pt x="37892" y="15563"/>
                      <a:pt x="37907" y="15563"/>
                    </a:cubicBezTo>
                    <a:cubicBezTo>
                      <a:pt x="37960" y="15563"/>
                      <a:pt x="38060" y="15678"/>
                      <a:pt x="38178" y="15867"/>
                    </a:cubicBezTo>
                    <a:lnTo>
                      <a:pt x="38573" y="15867"/>
                    </a:lnTo>
                    <a:cubicBezTo>
                      <a:pt x="38786" y="15775"/>
                      <a:pt x="39029" y="15745"/>
                      <a:pt x="39242" y="15745"/>
                    </a:cubicBezTo>
                    <a:cubicBezTo>
                      <a:pt x="39258" y="15751"/>
                      <a:pt x="39275" y="15753"/>
                      <a:pt x="39291" y="15753"/>
                    </a:cubicBezTo>
                    <a:cubicBezTo>
                      <a:pt x="39363" y="15753"/>
                      <a:pt x="39424" y="15704"/>
                      <a:pt x="39424" y="15654"/>
                    </a:cubicBezTo>
                    <a:lnTo>
                      <a:pt x="39394" y="15593"/>
                    </a:lnTo>
                    <a:lnTo>
                      <a:pt x="39363" y="15563"/>
                    </a:lnTo>
                    <a:cubicBezTo>
                      <a:pt x="39287" y="15537"/>
                      <a:pt x="39508" y="15427"/>
                      <a:pt x="39671" y="15427"/>
                    </a:cubicBezTo>
                    <a:cubicBezTo>
                      <a:pt x="39704" y="15427"/>
                      <a:pt x="39733" y="15431"/>
                      <a:pt x="39758" y="15441"/>
                    </a:cubicBezTo>
                    <a:cubicBezTo>
                      <a:pt x="39880" y="15472"/>
                      <a:pt x="39971" y="15532"/>
                      <a:pt x="39941" y="15563"/>
                    </a:cubicBezTo>
                    <a:cubicBezTo>
                      <a:pt x="40009" y="15631"/>
                      <a:pt x="40077" y="15665"/>
                      <a:pt x="40159" y="15665"/>
                    </a:cubicBezTo>
                    <a:cubicBezTo>
                      <a:pt x="40186" y="15665"/>
                      <a:pt x="40214" y="15662"/>
                      <a:pt x="40245" y="15654"/>
                    </a:cubicBezTo>
                    <a:cubicBezTo>
                      <a:pt x="40300" y="15598"/>
                      <a:pt x="40356" y="15542"/>
                      <a:pt x="40426" y="15542"/>
                    </a:cubicBezTo>
                    <a:cubicBezTo>
                      <a:pt x="40470" y="15542"/>
                      <a:pt x="40520" y="15565"/>
                      <a:pt x="40579" y="15624"/>
                    </a:cubicBezTo>
                    <a:cubicBezTo>
                      <a:pt x="40585" y="15630"/>
                      <a:pt x="40596" y="15632"/>
                      <a:pt x="40610" y="15632"/>
                    </a:cubicBezTo>
                    <a:cubicBezTo>
                      <a:pt x="40668" y="15632"/>
                      <a:pt x="40780" y="15593"/>
                      <a:pt x="40853" y="15593"/>
                    </a:cubicBezTo>
                    <a:cubicBezTo>
                      <a:pt x="40913" y="15563"/>
                      <a:pt x="40974" y="15563"/>
                      <a:pt x="41035" y="15563"/>
                    </a:cubicBezTo>
                    <a:cubicBezTo>
                      <a:pt x="41065" y="15563"/>
                      <a:pt x="41126" y="15563"/>
                      <a:pt x="41126" y="15593"/>
                    </a:cubicBezTo>
                    <a:cubicBezTo>
                      <a:pt x="41156" y="15654"/>
                      <a:pt x="41126" y="15684"/>
                      <a:pt x="41096" y="15715"/>
                    </a:cubicBezTo>
                    <a:lnTo>
                      <a:pt x="41005" y="15745"/>
                    </a:lnTo>
                    <a:cubicBezTo>
                      <a:pt x="40913" y="15806"/>
                      <a:pt x="40944" y="15867"/>
                      <a:pt x="41126" y="15897"/>
                    </a:cubicBezTo>
                    <a:lnTo>
                      <a:pt x="41217" y="15775"/>
                    </a:lnTo>
                    <a:cubicBezTo>
                      <a:pt x="41238" y="15775"/>
                      <a:pt x="41258" y="15735"/>
                      <a:pt x="41296" y="15735"/>
                    </a:cubicBezTo>
                    <a:cubicBezTo>
                      <a:pt x="41315" y="15735"/>
                      <a:pt x="41339" y="15745"/>
                      <a:pt x="41369" y="15775"/>
                    </a:cubicBezTo>
                    <a:lnTo>
                      <a:pt x="41369" y="15806"/>
                    </a:lnTo>
                    <a:cubicBezTo>
                      <a:pt x="41400" y="15867"/>
                      <a:pt x="41400" y="15897"/>
                      <a:pt x="41369" y="15958"/>
                    </a:cubicBezTo>
                    <a:lnTo>
                      <a:pt x="41491" y="15958"/>
                    </a:lnTo>
                    <a:cubicBezTo>
                      <a:pt x="41552" y="15897"/>
                      <a:pt x="41582" y="15806"/>
                      <a:pt x="41582" y="15715"/>
                    </a:cubicBezTo>
                    <a:cubicBezTo>
                      <a:pt x="41582" y="15654"/>
                      <a:pt x="41704" y="15654"/>
                      <a:pt x="41825" y="15654"/>
                    </a:cubicBezTo>
                    <a:lnTo>
                      <a:pt x="41856" y="15684"/>
                    </a:lnTo>
                    <a:cubicBezTo>
                      <a:pt x="41916" y="15745"/>
                      <a:pt x="41856" y="15806"/>
                      <a:pt x="41734" y="15806"/>
                    </a:cubicBezTo>
                    <a:lnTo>
                      <a:pt x="41704" y="15806"/>
                    </a:lnTo>
                    <a:cubicBezTo>
                      <a:pt x="41673" y="15867"/>
                      <a:pt x="41734" y="15958"/>
                      <a:pt x="41825" y="15958"/>
                    </a:cubicBezTo>
                    <a:cubicBezTo>
                      <a:pt x="41845" y="15927"/>
                      <a:pt x="41866" y="15917"/>
                      <a:pt x="41886" y="15917"/>
                    </a:cubicBezTo>
                    <a:cubicBezTo>
                      <a:pt x="41927" y="15917"/>
                      <a:pt x="41967" y="15958"/>
                      <a:pt x="42008" y="15958"/>
                    </a:cubicBezTo>
                    <a:lnTo>
                      <a:pt x="42068" y="15958"/>
                    </a:lnTo>
                    <a:cubicBezTo>
                      <a:pt x="42190" y="15927"/>
                      <a:pt x="42281" y="15867"/>
                      <a:pt x="42342" y="15806"/>
                    </a:cubicBezTo>
                    <a:lnTo>
                      <a:pt x="42464" y="15836"/>
                    </a:lnTo>
                    <a:lnTo>
                      <a:pt x="42676" y="15897"/>
                    </a:lnTo>
                    <a:cubicBezTo>
                      <a:pt x="42980" y="15897"/>
                      <a:pt x="42980" y="15684"/>
                      <a:pt x="42980" y="15593"/>
                    </a:cubicBezTo>
                    <a:cubicBezTo>
                      <a:pt x="42980" y="15441"/>
                      <a:pt x="42980" y="15289"/>
                      <a:pt x="42950" y="15137"/>
                    </a:cubicBezTo>
                    <a:cubicBezTo>
                      <a:pt x="42919" y="15076"/>
                      <a:pt x="42980" y="14955"/>
                      <a:pt x="43071" y="14924"/>
                    </a:cubicBezTo>
                    <a:lnTo>
                      <a:pt x="43163" y="14894"/>
                    </a:lnTo>
                    <a:cubicBezTo>
                      <a:pt x="43178" y="14879"/>
                      <a:pt x="43185" y="14871"/>
                      <a:pt x="43193" y="14871"/>
                    </a:cubicBezTo>
                    <a:cubicBezTo>
                      <a:pt x="43201" y="14871"/>
                      <a:pt x="43208" y="14879"/>
                      <a:pt x="43223" y="14894"/>
                    </a:cubicBezTo>
                    <a:cubicBezTo>
                      <a:pt x="43254" y="14894"/>
                      <a:pt x="43284" y="14894"/>
                      <a:pt x="43284" y="14924"/>
                    </a:cubicBezTo>
                    <a:cubicBezTo>
                      <a:pt x="43315" y="14985"/>
                      <a:pt x="43345" y="15076"/>
                      <a:pt x="43406" y="15137"/>
                    </a:cubicBezTo>
                    <a:cubicBezTo>
                      <a:pt x="43436" y="15168"/>
                      <a:pt x="43497" y="15198"/>
                      <a:pt x="43558" y="15198"/>
                    </a:cubicBezTo>
                    <a:lnTo>
                      <a:pt x="43649" y="15228"/>
                    </a:lnTo>
                    <a:cubicBezTo>
                      <a:pt x="43675" y="15234"/>
                      <a:pt x="43698" y="15236"/>
                      <a:pt x="43717" y="15236"/>
                    </a:cubicBezTo>
                    <a:cubicBezTo>
                      <a:pt x="43809" y="15236"/>
                      <a:pt x="43821" y="15177"/>
                      <a:pt x="43771" y="15076"/>
                    </a:cubicBezTo>
                    <a:lnTo>
                      <a:pt x="43710" y="14985"/>
                    </a:lnTo>
                    <a:cubicBezTo>
                      <a:pt x="43801" y="14894"/>
                      <a:pt x="43892" y="14864"/>
                      <a:pt x="43983" y="14833"/>
                    </a:cubicBezTo>
                    <a:lnTo>
                      <a:pt x="44135" y="14864"/>
                    </a:lnTo>
                    <a:lnTo>
                      <a:pt x="44287" y="14924"/>
                    </a:lnTo>
                    <a:cubicBezTo>
                      <a:pt x="44287" y="14985"/>
                      <a:pt x="44257" y="15076"/>
                      <a:pt x="44196" y="15137"/>
                    </a:cubicBezTo>
                    <a:cubicBezTo>
                      <a:pt x="44166" y="15137"/>
                      <a:pt x="44257" y="15289"/>
                      <a:pt x="44318" y="15350"/>
                    </a:cubicBezTo>
                    <a:cubicBezTo>
                      <a:pt x="44332" y="15364"/>
                      <a:pt x="44346" y="15370"/>
                      <a:pt x="44360" y="15370"/>
                    </a:cubicBezTo>
                    <a:cubicBezTo>
                      <a:pt x="44405" y="15370"/>
                      <a:pt x="44446" y="15305"/>
                      <a:pt x="44470" y="15259"/>
                    </a:cubicBezTo>
                    <a:cubicBezTo>
                      <a:pt x="44470" y="15255"/>
                      <a:pt x="44475" y="15253"/>
                      <a:pt x="44484" y="15253"/>
                    </a:cubicBezTo>
                    <a:cubicBezTo>
                      <a:pt x="44541" y="15253"/>
                      <a:pt x="44756" y="15328"/>
                      <a:pt x="44834" y="15380"/>
                    </a:cubicBezTo>
                    <a:cubicBezTo>
                      <a:pt x="44926" y="15441"/>
                      <a:pt x="44956" y="15502"/>
                      <a:pt x="44926" y="15532"/>
                    </a:cubicBezTo>
                    <a:cubicBezTo>
                      <a:pt x="44682" y="15563"/>
                      <a:pt x="44470" y="15593"/>
                      <a:pt x="44226" y="15624"/>
                    </a:cubicBezTo>
                    <a:cubicBezTo>
                      <a:pt x="44196" y="15624"/>
                      <a:pt x="44166" y="15684"/>
                      <a:pt x="44166" y="15715"/>
                    </a:cubicBezTo>
                    <a:cubicBezTo>
                      <a:pt x="44226" y="15745"/>
                      <a:pt x="44287" y="15775"/>
                      <a:pt x="44378" y="15775"/>
                    </a:cubicBezTo>
                    <a:lnTo>
                      <a:pt x="44409" y="15927"/>
                    </a:lnTo>
                    <a:lnTo>
                      <a:pt x="44439" y="15958"/>
                    </a:lnTo>
                    <a:cubicBezTo>
                      <a:pt x="44561" y="15836"/>
                      <a:pt x="44652" y="15745"/>
                      <a:pt x="44804" y="15684"/>
                    </a:cubicBezTo>
                    <a:lnTo>
                      <a:pt x="44956" y="15775"/>
                    </a:lnTo>
                    <a:cubicBezTo>
                      <a:pt x="45108" y="15897"/>
                      <a:pt x="45321" y="15958"/>
                      <a:pt x="45503" y="15958"/>
                    </a:cubicBezTo>
                    <a:lnTo>
                      <a:pt x="45716" y="15927"/>
                    </a:lnTo>
                    <a:cubicBezTo>
                      <a:pt x="45929" y="15806"/>
                      <a:pt x="46172" y="15654"/>
                      <a:pt x="46141" y="15624"/>
                    </a:cubicBezTo>
                    <a:cubicBezTo>
                      <a:pt x="46081" y="15593"/>
                      <a:pt x="45959" y="15502"/>
                      <a:pt x="45837" y="15411"/>
                    </a:cubicBezTo>
                    <a:lnTo>
                      <a:pt x="45746" y="15320"/>
                    </a:lnTo>
                    <a:cubicBezTo>
                      <a:pt x="45746" y="15289"/>
                      <a:pt x="45746" y="15228"/>
                      <a:pt x="45777" y="15228"/>
                    </a:cubicBezTo>
                    <a:lnTo>
                      <a:pt x="45929" y="15228"/>
                    </a:lnTo>
                    <a:lnTo>
                      <a:pt x="45959" y="15289"/>
                    </a:lnTo>
                    <a:cubicBezTo>
                      <a:pt x="45965" y="15295"/>
                      <a:pt x="45976" y="15297"/>
                      <a:pt x="45992" y="15297"/>
                    </a:cubicBezTo>
                    <a:cubicBezTo>
                      <a:pt x="46063" y="15297"/>
                      <a:pt x="46219" y="15248"/>
                      <a:pt x="46293" y="15198"/>
                    </a:cubicBezTo>
                    <a:cubicBezTo>
                      <a:pt x="46303" y="15191"/>
                      <a:pt x="46313" y="15188"/>
                      <a:pt x="46323" y="15188"/>
                    </a:cubicBezTo>
                    <a:cubicBezTo>
                      <a:pt x="46403" y="15188"/>
                      <a:pt x="46472" y="15390"/>
                      <a:pt x="46445" y="15472"/>
                    </a:cubicBezTo>
                    <a:cubicBezTo>
                      <a:pt x="46415" y="15563"/>
                      <a:pt x="46597" y="15624"/>
                      <a:pt x="46658" y="15624"/>
                    </a:cubicBezTo>
                    <a:cubicBezTo>
                      <a:pt x="46719" y="15624"/>
                      <a:pt x="46506" y="15472"/>
                      <a:pt x="46537" y="15380"/>
                    </a:cubicBezTo>
                    <a:cubicBezTo>
                      <a:pt x="46537" y="15305"/>
                      <a:pt x="46681" y="15251"/>
                      <a:pt x="46833" y="15251"/>
                    </a:cubicBezTo>
                    <a:cubicBezTo>
                      <a:pt x="46866" y="15251"/>
                      <a:pt x="46899" y="15253"/>
                      <a:pt x="46932" y="15259"/>
                    </a:cubicBezTo>
                    <a:lnTo>
                      <a:pt x="47023" y="15320"/>
                    </a:lnTo>
                    <a:cubicBezTo>
                      <a:pt x="47101" y="15378"/>
                      <a:pt x="47180" y="15412"/>
                      <a:pt x="47267" y="15412"/>
                    </a:cubicBezTo>
                    <a:cubicBezTo>
                      <a:pt x="47314" y="15412"/>
                      <a:pt x="47364" y="15402"/>
                      <a:pt x="47418" y="15380"/>
                    </a:cubicBezTo>
                    <a:cubicBezTo>
                      <a:pt x="47466" y="15344"/>
                      <a:pt x="47523" y="15327"/>
                      <a:pt x="47581" y="15327"/>
                    </a:cubicBezTo>
                    <a:cubicBezTo>
                      <a:pt x="47669" y="15327"/>
                      <a:pt x="47758" y="15368"/>
                      <a:pt x="47813" y="15441"/>
                    </a:cubicBezTo>
                    <a:lnTo>
                      <a:pt x="47904" y="15532"/>
                    </a:lnTo>
                    <a:cubicBezTo>
                      <a:pt x="48026" y="15472"/>
                      <a:pt x="48147" y="15380"/>
                      <a:pt x="48239" y="15289"/>
                    </a:cubicBezTo>
                    <a:lnTo>
                      <a:pt x="48208" y="15259"/>
                    </a:lnTo>
                    <a:lnTo>
                      <a:pt x="48056" y="15137"/>
                    </a:lnTo>
                    <a:cubicBezTo>
                      <a:pt x="48085" y="15130"/>
                      <a:pt x="48115" y="15126"/>
                      <a:pt x="48146" y="15126"/>
                    </a:cubicBezTo>
                    <a:cubicBezTo>
                      <a:pt x="48245" y="15126"/>
                      <a:pt x="48344" y="15166"/>
                      <a:pt x="48391" y="15259"/>
                    </a:cubicBezTo>
                    <a:lnTo>
                      <a:pt x="48482" y="15289"/>
                    </a:lnTo>
                    <a:cubicBezTo>
                      <a:pt x="48526" y="15300"/>
                      <a:pt x="48567" y="15307"/>
                      <a:pt x="48606" y="15307"/>
                    </a:cubicBezTo>
                    <a:cubicBezTo>
                      <a:pt x="48674" y="15307"/>
                      <a:pt x="48739" y="15286"/>
                      <a:pt x="48816" y="15228"/>
                    </a:cubicBezTo>
                    <a:lnTo>
                      <a:pt x="48877" y="15198"/>
                    </a:lnTo>
                    <a:cubicBezTo>
                      <a:pt x="49059" y="15228"/>
                      <a:pt x="49120" y="15320"/>
                      <a:pt x="49059" y="15441"/>
                    </a:cubicBezTo>
                    <a:lnTo>
                      <a:pt x="49059" y="15532"/>
                    </a:lnTo>
                    <a:cubicBezTo>
                      <a:pt x="49181" y="15593"/>
                      <a:pt x="49211" y="15654"/>
                      <a:pt x="49181" y="15654"/>
                    </a:cubicBezTo>
                    <a:lnTo>
                      <a:pt x="49090" y="15654"/>
                    </a:lnTo>
                    <a:cubicBezTo>
                      <a:pt x="48999" y="15654"/>
                      <a:pt x="48968" y="15715"/>
                      <a:pt x="48968" y="15775"/>
                    </a:cubicBezTo>
                    <a:lnTo>
                      <a:pt x="49090" y="15806"/>
                    </a:lnTo>
                    <a:lnTo>
                      <a:pt x="49211" y="15836"/>
                    </a:lnTo>
                    <a:cubicBezTo>
                      <a:pt x="49181" y="15927"/>
                      <a:pt x="49181" y="16019"/>
                      <a:pt x="49181" y="16110"/>
                    </a:cubicBezTo>
                    <a:lnTo>
                      <a:pt x="49242" y="16110"/>
                    </a:lnTo>
                    <a:cubicBezTo>
                      <a:pt x="49333" y="16049"/>
                      <a:pt x="49424" y="15988"/>
                      <a:pt x="49485" y="15897"/>
                    </a:cubicBezTo>
                    <a:cubicBezTo>
                      <a:pt x="49546" y="15867"/>
                      <a:pt x="49363" y="15654"/>
                      <a:pt x="49424" y="15593"/>
                    </a:cubicBezTo>
                    <a:cubicBezTo>
                      <a:pt x="49515" y="15502"/>
                      <a:pt x="49394" y="15441"/>
                      <a:pt x="49333" y="15411"/>
                    </a:cubicBezTo>
                    <a:cubicBezTo>
                      <a:pt x="49303" y="15411"/>
                      <a:pt x="49333" y="15259"/>
                      <a:pt x="49485" y="15107"/>
                    </a:cubicBezTo>
                    <a:lnTo>
                      <a:pt x="49698" y="15107"/>
                    </a:lnTo>
                    <a:cubicBezTo>
                      <a:pt x="49728" y="15137"/>
                      <a:pt x="49758" y="15198"/>
                      <a:pt x="49728" y="15259"/>
                    </a:cubicBezTo>
                    <a:lnTo>
                      <a:pt x="49667" y="15259"/>
                    </a:lnTo>
                    <a:cubicBezTo>
                      <a:pt x="49606" y="15259"/>
                      <a:pt x="49667" y="15350"/>
                      <a:pt x="49698" y="15380"/>
                    </a:cubicBezTo>
                    <a:cubicBezTo>
                      <a:pt x="49700" y="15383"/>
                      <a:pt x="49705" y="15384"/>
                      <a:pt x="49710" y="15384"/>
                    </a:cubicBezTo>
                    <a:cubicBezTo>
                      <a:pt x="49765" y="15384"/>
                      <a:pt x="49946" y="15253"/>
                      <a:pt x="50002" y="15198"/>
                    </a:cubicBezTo>
                    <a:cubicBezTo>
                      <a:pt x="50032" y="15168"/>
                      <a:pt x="50070" y="15152"/>
                      <a:pt x="50108" y="15152"/>
                    </a:cubicBezTo>
                    <a:cubicBezTo>
                      <a:pt x="50146" y="15152"/>
                      <a:pt x="50184" y="15168"/>
                      <a:pt x="50214" y="15198"/>
                    </a:cubicBezTo>
                    <a:lnTo>
                      <a:pt x="50275" y="15228"/>
                    </a:lnTo>
                    <a:lnTo>
                      <a:pt x="50336" y="15289"/>
                    </a:lnTo>
                    <a:cubicBezTo>
                      <a:pt x="50427" y="15350"/>
                      <a:pt x="50488" y="15380"/>
                      <a:pt x="50579" y="15441"/>
                    </a:cubicBezTo>
                    <a:cubicBezTo>
                      <a:pt x="50579" y="15450"/>
                      <a:pt x="50584" y="15454"/>
                      <a:pt x="50593" y="15454"/>
                    </a:cubicBezTo>
                    <a:cubicBezTo>
                      <a:pt x="50612" y="15454"/>
                      <a:pt x="50649" y="15432"/>
                      <a:pt x="50670" y="15411"/>
                    </a:cubicBezTo>
                    <a:lnTo>
                      <a:pt x="50701" y="15380"/>
                    </a:lnTo>
                    <a:lnTo>
                      <a:pt x="50731" y="15350"/>
                    </a:lnTo>
                    <a:cubicBezTo>
                      <a:pt x="50731" y="15289"/>
                      <a:pt x="51035" y="15016"/>
                      <a:pt x="51065" y="14894"/>
                    </a:cubicBezTo>
                    <a:cubicBezTo>
                      <a:pt x="51084" y="14857"/>
                      <a:pt x="51131" y="14845"/>
                      <a:pt x="51191" y="14845"/>
                    </a:cubicBezTo>
                    <a:cubicBezTo>
                      <a:pt x="51293" y="14845"/>
                      <a:pt x="51434" y="14879"/>
                      <a:pt x="51543" y="14879"/>
                    </a:cubicBezTo>
                    <a:cubicBezTo>
                      <a:pt x="51581" y="14879"/>
                      <a:pt x="51616" y="14875"/>
                      <a:pt x="51643" y="14864"/>
                    </a:cubicBezTo>
                    <a:cubicBezTo>
                      <a:pt x="51662" y="14856"/>
                      <a:pt x="51680" y="14853"/>
                      <a:pt x="51696" y="14853"/>
                    </a:cubicBezTo>
                    <a:cubicBezTo>
                      <a:pt x="51807" y="14853"/>
                      <a:pt x="51841" y="15016"/>
                      <a:pt x="51734" y="15016"/>
                    </a:cubicBezTo>
                    <a:cubicBezTo>
                      <a:pt x="51643" y="15046"/>
                      <a:pt x="51582" y="15107"/>
                      <a:pt x="51582" y="15228"/>
                    </a:cubicBezTo>
                    <a:cubicBezTo>
                      <a:pt x="51613" y="15259"/>
                      <a:pt x="51521" y="15472"/>
                      <a:pt x="51582" y="15502"/>
                    </a:cubicBezTo>
                    <a:cubicBezTo>
                      <a:pt x="51643" y="15502"/>
                      <a:pt x="51856" y="15320"/>
                      <a:pt x="52099" y="15076"/>
                    </a:cubicBezTo>
                    <a:lnTo>
                      <a:pt x="52464" y="15289"/>
                    </a:lnTo>
                    <a:lnTo>
                      <a:pt x="52524" y="15289"/>
                    </a:lnTo>
                    <a:cubicBezTo>
                      <a:pt x="52585" y="15289"/>
                      <a:pt x="52707" y="15228"/>
                      <a:pt x="52676" y="15198"/>
                    </a:cubicBezTo>
                    <a:cubicBezTo>
                      <a:pt x="52646" y="15168"/>
                      <a:pt x="52494" y="14985"/>
                      <a:pt x="52524" y="14924"/>
                    </a:cubicBezTo>
                    <a:cubicBezTo>
                      <a:pt x="52524" y="14899"/>
                      <a:pt x="52557" y="14889"/>
                      <a:pt x="52599" y="14889"/>
                    </a:cubicBezTo>
                    <a:cubicBezTo>
                      <a:pt x="52657" y="14889"/>
                      <a:pt x="52733" y="14907"/>
                      <a:pt x="52768" y="14924"/>
                    </a:cubicBezTo>
                    <a:cubicBezTo>
                      <a:pt x="52776" y="14929"/>
                      <a:pt x="52784" y="14930"/>
                      <a:pt x="52792" y="14930"/>
                    </a:cubicBezTo>
                    <a:cubicBezTo>
                      <a:pt x="52844" y="14930"/>
                      <a:pt x="52889" y="14855"/>
                      <a:pt x="52889" y="14803"/>
                    </a:cubicBezTo>
                    <a:cubicBezTo>
                      <a:pt x="52902" y="14777"/>
                      <a:pt x="52926" y="14768"/>
                      <a:pt x="52951" y="14768"/>
                    </a:cubicBezTo>
                    <a:cubicBezTo>
                      <a:pt x="52986" y="14768"/>
                      <a:pt x="53024" y="14785"/>
                      <a:pt x="53041" y="14803"/>
                    </a:cubicBezTo>
                    <a:cubicBezTo>
                      <a:pt x="53072" y="14833"/>
                      <a:pt x="53041" y="14924"/>
                      <a:pt x="52980" y="14985"/>
                    </a:cubicBezTo>
                    <a:lnTo>
                      <a:pt x="53193" y="14985"/>
                    </a:lnTo>
                    <a:cubicBezTo>
                      <a:pt x="53254" y="14985"/>
                      <a:pt x="53284" y="14955"/>
                      <a:pt x="53345" y="14924"/>
                    </a:cubicBezTo>
                    <a:cubicBezTo>
                      <a:pt x="53467" y="15016"/>
                      <a:pt x="53558" y="15137"/>
                      <a:pt x="53649" y="15289"/>
                    </a:cubicBezTo>
                    <a:cubicBezTo>
                      <a:pt x="53680" y="15380"/>
                      <a:pt x="53983" y="15502"/>
                      <a:pt x="54105" y="15532"/>
                    </a:cubicBezTo>
                    <a:cubicBezTo>
                      <a:pt x="54227" y="15532"/>
                      <a:pt x="54196" y="15320"/>
                      <a:pt x="54135" y="15259"/>
                    </a:cubicBezTo>
                    <a:cubicBezTo>
                      <a:pt x="54105" y="15137"/>
                      <a:pt x="54135" y="15046"/>
                      <a:pt x="54196" y="14955"/>
                    </a:cubicBezTo>
                    <a:cubicBezTo>
                      <a:pt x="54211" y="14940"/>
                      <a:pt x="54234" y="14932"/>
                      <a:pt x="54257" y="14932"/>
                    </a:cubicBezTo>
                    <a:cubicBezTo>
                      <a:pt x="54280" y="14932"/>
                      <a:pt x="54303" y="14940"/>
                      <a:pt x="54318" y="14955"/>
                    </a:cubicBezTo>
                    <a:cubicBezTo>
                      <a:pt x="54379" y="15076"/>
                      <a:pt x="54439" y="15168"/>
                      <a:pt x="54531" y="15289"/>
                    </a:cubicBezTo>
                    <a:lnTo>
                      <a:pt x="54743" y="15289"/>
                    </a:lnTo>
                    <a:cubicBezTo>
                      <a:pt x="54804" y="15259"/>
                      <a:pt x="54774" y="15168"/>
                      <a:pt x="54743" y="15168"/>
                    </a:cubicBezTo>
                    <a:lnTo>
                      <a:pt x="55017" y="15168"/>
                    </a:lnTo>
                    <a:cubicBezTo>
                      <a:pt x="55078" y="15168"/>
                      <a:pt x="55139" y="15107"/>
                      <a:pt x="55169" y="15046"/>
                    </a:cubicBezTo>
                    <a:cubicBezTo>
                      <a:pt x="55169" y="15016"/>
                      <a:pt x="55290" y="14894"/>
                      <a:pt x="55351" y="14894"/>
                    </a:cubicBezTo>
                    <a:cubicBezTo>
                      <a:pt x="55360" y="14898"/>
                      <a:pt x="55367" y="14900"/>
                      <a:pt x="55375" y="14900"/>
                    </a:cubicBezTo>
                    <a:cubicBezTo>
                      <a:pt x="55420" y="14900"/>
                      <a:pt x="55447" y="14825"/>
                      <a:pt x="55473" y="14772"/>
                    </a:cubicBezTo>
                    <a:cubicBezTo>
                      <a:pt x="55479" y="14760"/>
                      <a:pt x="55497" y="14755"/>
                      <a:pt x="55521" y="14755"/>
                    </a:cubicBezTo>
                    <a:cubicBezTo>
                      <a:pt x="55588" y="14755"/>
                      <a:pt x="55708" y="14790"/>
                      <a:pt x="55805" y="14790"/>
                    </a:cubicBezTo>
                    <a:cubicBezTo>
                      <a:pt x="55840" y="14790"/>
                      <a:pt x="55873" y="14785"/>
                      <a:pt x="55898" y="14772"/>
                    </a:cubicBezTo>
                    <a:cubicBezTo>
                      <a:pt x="55925" y="14764"/>
                      <a:pt x="55952" y="14760"/>
                      <a:pt x="55976" y="14760"/>
                    </a:cubicBezTo>
                    <a:cubicBezTo>
                      <a:pt x="56035" y="14760"/>
                      <a:pt x="56081" y="14781"/>
                      <a:pt x="56081" y="14803"/>
                    </a:cubicBezTo>
                    <a:lnTo>
                      <a:pt x="56081" y="14864"/>
                    </a:lnTo>
                    <a:cubicBezTo>
                      <a:pt x="56081" y="14921"/>
                      <a:pt x="56130" y="14943"/>
                      <a:pt x="56181" y="14943"/>
                    </a:cubicBezTo>
                    <a:cubicBezTo>
                      <a:pt x="56211" y="14943"/>
                      <a:pt x="56241" y="14936"/>
                      <a:pt x="56263" y="14924"/>
                    </a:cubicBezTo>
                    <a:cubicBezTo>
                      <a:pt x="56294" y="14894"/>
                      <a:pt x="56324" y="14803"/>
                      <a:pt x="56385" y="14803"/>
                    </a:cubicBezTo>
                    <a:lnTo>
                      <a:pt x="56446" y="14772"/>
                    </a:lnTo>
                    <a:cubicBezTo>
                      <a:pt x="56537" y="14772"/>
                      <a:pt x="56537" y="14651"/>
                      <a:pt x="56537" y="14620"/>
                    </a:cubicBezTo>
                    <a:cubicBezTo>
                      <a:pt x="56530" y="14606"/>
                      <a:pt x="56542" y="14600"/>
                      <a:pt x="56567" y="14600"/>
                    </a:cubicBezTo>
                    <a:cubicBezTo>
                      <a:pt x="56650" y="14600"/>
                      <a:pt x="56869" y="14665"/>
                      <a:pt x="56962" y="14712"/>
                    </a:cubicBezTo>
                    <a:cubicBezTo>
                      <a:pt x="57103" y="14740"/>
                      <a:pt x="57269" y="14897"/>
                      <a:pt x="57341" y="14897"/>
                    </a:cubicBezTo>
                    <a:cubicBezTo>
                      <a:pt x="57347" y="14897"/>
                      <a:pt x="57353" y="14896"/>
                      <a:pt x="57357" y="14894"/>
                    </a:cubicBezTo>
                    <a:cubicBezTo>
                      <a:pt x="57368" y="14889"/>
                      <a:pt x="57377" y="14886"/>
                      <a:pt x="57384" y="14886"/>
                    </a:cubicBezTo>
                    <a:cubicBezTo>
                      <a:pt x="57416" y="14886"/>
                      <a:pt x="57407" y="14941"/>
                      <a:pt x="57357" y="15016"/>
                    </a:cubicBezTo>
                    <a:lnTo>
                      <a:pt x="57449" y="15107"/>
                    </a:lnTo>
                    <a:lnTo>
                      <a:pt x="57449" y="15137"/>
                    </a:lnTo>
                    <a:cubicBezTo>
                      <a:pt x="57570" y="15107"/>
                      <a:pt x="57661" y="15046"/>
                      <a:pt x="57753" y="14955"/>
                    </a:cubicBezTo>
                    <a:cubicBezTo>
                      <a:pt x="57783" y="14940"/>
                      <a:pt x="57821" y="14932"/>
                      <a:pt x="57859" y="14932"/>
                    </a:cubicBezTo>
                    <a:cubicBezTo>
                      <a:pt x="57897" y="14932"/>
                      <a:pt x="57935" y="14940"/>
                      <a:pt x="57965" y="14955"/>
                    </a:cubicBezTo>
                    <a:cubicBezTo>
                      <a:pt x="57965" y="14957"/>
                      <a:pt x="57966" y="14957"/>
                      <a:pt x="57966" y="14957"/>
                    </a:cubicBezTo>
                    <a:cubicBezTo>
                      <a:pt x="57976" y="14957"/>
                      <a:pt x="58060" y="14737"/>
                      <a:pt x="58117" y="14651"/>
                    </a:cubicBezTo>
                    <a:cubicBezTo>
                      <a:pt x="58174" y="14613"/>
                      <a:pt x="58253" y="14587"/>
                      <a:pt x="58327" y="14587"/>
                    </a:cubicBezTo>
                    <a:cubicBezTo>
                      <a:pt x="58373" y="14587"/>
                      <a:pt x="58417" y="14597"/>
                      <a:pt x="58452" y="14620"/>
                    </a:cubicBezTo>
                    <a:lnTo>
                      <a:pt x="58482" y="14620"/>
                    </a:lnTo>
                    <a:lnTo>
                      <a:pt x="58634" y="14499"/>
                    </a:lnTo>
                    <a:cubicBezTo>
                      <a:pt x="58756" y="14560"/>
                      <a:pt x="58999" y="14712"/>
                      <a:pt x="59060" y="14712"/>
                    </a:cubicBezTo>
                    <a:cubicBezTo>
                      <a:pt x="59120" y="14681"/>
                      <a:pt x="59364" y="14590"/>
                      <a:pt x="59424" y="14560"/>
                    </a:cubicBezTo>
                    <a:cubicBezTo>
                      <a:pt x="59462" y="14547"/>
                      <a:pt x="59500" y="14540"/>
                      <a:pt x="59535" y="14540"/>
                    </a:cubicBezTo>
                    <a:cubicBezTo>
                      <a:pt x="59586" y="14540"/>
                      <a:pt x="59632" y="14554"/>
                      <a:pt x="59667" y="14590"/>
                    </a:cubicBezTo>
                    <a:cubicBezTo>
                      <a:pt x="59728" y="14651"/>
                      <a:pt x="59789" y="14651"/>
                      <a:pt x="59880" y="14681"/>
                    </a:cubicBezTo>
                    <a:lnTo>
                      <a:pt x="59971" y="14620"/>
                    </a:lnTo>
                    <a:cubicBezTo>
                      <a:pt x="60032" y="14590"/>
                      <a:pt x="60063" y="14529"/>
                      <a:pt x="60093" y="14438"/>
                    </a:cubicBezTo>
                    <a:cubicBezTo>
                      <a:pt x="60096" y="14435"/>
                      <a:pt x="60103" y="14433"/>
                      <a:pt x="60111" y="14433"/>
                    </a:cubicBezTo>
                    <a:cubicBezTo>
                      <a:pt x="60181" y="14433"/>
                      <a:pt x="60407" y="14533"/>
                      <a:pt x="60488" y="14560"/>
                    </a:cubicBezTo>
                    <a:cubicBezTo>
                      <a:pt x="60498" y="14563"/>
                      <a:pt x="60509" y="14564"/>
                      <a:pt x="60522" y="14564"/>
                    </a:cubicBezTo>
                    <a:cubicBezTo>
                      <a:pt x="60623" y="14564"/>
                      <a:pt x="60789" y="14462"/>
                      <a:pt x="60762" y="14408"/>
                    </a:cubicBezTo>
                    <a:cubicBezTo>
                      <a:pt x="60762" y="14398"/>
                      <a:pt x="60766" y="14394"/>
                      <a:pt x="60774" y="14394"/>
                    </a:cubicBezTo>
                    <a:cubicBezTo>
                      <a:pt x="60817" y="14394"/>
                      <a:pt x="60959" y="14513"/>
                      <a:pt x="61035" y="14590"/>
                    </a:cubicBezTo>
                    <a:cubicBezTo>
                      <a:pt x="61073" y="14603"/>
                      <a:pt x="61116" y="14610"/>
                      <a:pt x="61160" y="14610"/>
                    </a:cubicBezTo>
                    <a:cubicBezTo>
                      <a:pt x="61222" y="14610"/>
                      <a:pt x="61286" y="14595"/>
                      <a:pt x="61339" y="14560"/>
                    </a:cubicBezTo>
                    <a:cubicBezTo>
                      <a:pt x="61370" y="14468"/>
                      <a:pt x="61400" y="14408"/>
                      <a:pt x="61400" y="14347"/>
                    </a:cubicBezTo>
                    <a:lnTo>
                      <a:pt x="61400" y="14317"/>
                    </a:lnTo>
                    <a:lnTo>
                      <a:pt x="61400" y="14256"/>
                    </a:lnTo>
                    <a:cubicBezTo>
                      <a:pt x="61339" y="14134"/>
                      <a:pt x="61218" y="14073"/>
                      <a:pt x="61126" y="14073"/>
                    </a:cubicBezTo>
                    <a:lnTo>
                      <a:pt x="61005" y="14043"/>
                    </a:lnTo>
                    <a:cubicBezTo>
                      <a:pt x="60974" y="14013"/>
                      <a:pt x="60944" y="13982"/>
                      <a:pt x="60944" y="13921"/>
                    </a:cubicBezTo>
                    <a:lnTo>
                      <a:pt x="60944" y="13830"/>
                    </a:lnTo>
                    <a:cubicBezTo>
                      <a:pt x="61035" y="13709"/>
                      <a:pt x="61096" y="13557"/>
                      <a:pt x="61096" y="13374"/>
                    </a:cubicBezTo>
                    <a:lnTo>
                      <a:pt x="61430" y="13374"/>
                    </a:lnTo>
                    <a:cubicBezTo>
                      <a:pt x="61522" y="13359"/>
                      <a:pt x="61613" y="13351"/>
                      <a:pt x="61704" y="13351"/>
                    </a:cubicBezTo>
                    <a:cubicBezTo>
                      <a:pt x="61795" y="13351"/>
                      <a:pt x="61886" y="13359"/>
                      <a:pt x="61978" y="13374"/>
                    </a:cubicBezTo>
                    <a:lnTo>
                      <a:pt x="62008" y="13374"/>
                    </a:lnTo>
                    <a:cubicBezTo>
                      <a:pt x="62160" y="13465"/>
                      <a:pt x="61978" y="13435"/>
                      <a:pt x="61978" y="13526"/>
                    </a:cubicBezTo>
                    <a:cubicBezTo>
                      <a:pt x="61978" y="13617"/>
                      <a:pt x="61947" y="13648"/>
                      <a:pt x="61826" y="13648"/>
                    </a:cubicBezTo>
                    <a:lnTo>
                      <a:pt x="61795" y="13648"/>
                    </a:lnTo>
                    <a:cubicBezTo>
                      <a:pt x="61741" y="13648"/>
                      <a:pt x="61519" y="13552"/>
                      <a:pt x="61428" y="13552"/>
                    </a:cubicBezTo>
                    <a:cubicBezTo>
                      <a:pt x="61416" y="13552"/>
                      <a:pt x="61407" y="13553"/>
                      <a:pt x="61400" y="13557"/>
                    </a:cubicBezTo>
                    <a:cubicBezTo>
                      <a:pt x="61339" y="13587"/>
                      <a:pt x="61400" y="13891"/>
                      <a:pt x="61400" y="13982"/>
                    </a:cubicBezTo>
                    <a:cubicBezTo>
                      <a:pt x="61400" y="14073"/>
                      <a:pt x="61461" y="14165"/>
                      <a:pt x="61552" y="14195"/>
                    </a:cubicBezTo>
                    <a:lnTo>
                      <a:pt x="61582" y="14104"/>
                    </a:lnTo>
                    <a:cubicBezTo>
                      <a:pt x="61613" y="14043"/>
                      <a:pt x="61613" y="13952"/>
                      <a:pt x="61643" y="13921"/>
                    </a:cubicBezTo>
                    <a:cubicBezTo>
                      <a:pt x="61655" y="13915"/>
                      <a:pt x="61669" y="13913"/>
                      <a:pt x="61683" y="13913"/>
                    </a:cubicBezTo>
                    <a:cubicBezTo>
                      <a:pt x="61740" y="13913"/>
                      <a:pt x="61813" y="13952"/>
                      <a:pt x="61886" y="13952"/>
                    </a:cubicBezTo>
                    <a:lnTo>
                      <a:pt x="62038" y="13952"/>
                    </a:lnTo>
                    <a:cubicBezTo>
                      <a:pt x="62190" y="14013"/>
                      <a:pt x="62221" y="14104"/>
                      <a:pt x="62190" y="14104"/>
                    </a:cubicBezTo>
                    <a:cubicBezTo>
                      <a:pt x="62145" y="14119"/>
                      <a:pt x="62107" y="14127"/>
                      <a:pt x="62069" y="14127"/>
                    </a:cubicBezTo>
                    <a:cubicBezTo>
                      <a:pt x="62031" y="14127"/>
                      <a:pt x="61993" y="14119"/>
                      <a:pt x="61947" y="14104"/>
                    </a:cubicBezTo>
                    <a:lnTo>
                      <a:pt x="61856" y="14165"/>
                    </a:lnTo>
                    <a:lnTo>
                      <a:pt x="61613" y="14317"/>
                    </a:lnTo>
                    <a:cubicBezTo>
                      <a:pt x="61613" y="14523"/>
                      <a:pt x="61701" y="14664"/>
                      <a:pt x="61821" y="14664"/>
                    </a:cubicBezTo>
                    <a:cubicBezTo>
                      <a:pt x="61842" y="14664"/>
                      <a:pt x="61864" y="14660"/>
                      <a:pt x="61886" y="14651"/>
                    </a:cubicBezTo>
                    <a:lnTo>
                      <a:pt x="61856" y="14499"/>
                    </a:lnTo>
                    <a:cubicBezTo>
                      <a:pt x="61856" y="14438"/>
                      <a:pt x="61886" y="14438"/>
                      <a:pt x="61947" y="14438"/>
                    </a:cubicBezTo>
                    <a:lnTo>
                      <a:pt x="61978" y="14468"/>
                    </a:lnTo>
                    <a:cubicBezTo>
                      <a:pt x="62038" y="14499"/>
                      <a:pt x="62069" y="14560"/>
                      <a:pt x="62099" y="14620"/>
                    </a:cubicBezTo>
                    <a:lnTo>
                      <a:pt x="62130" y="14833"/>
                    </a:lnTo>
                    <a:cubicBezTo>
                      <a:pt x="62281" y="14772"/>
                      <a:pt x="62373" y="14681"/>
                      <a:pt x="62342" y="14651"/>
                    </a:cubicBezTo>
                    <a:cubicBezTo>
                      <a:pt x="62585" y="14560"/>
                      <a:pt x="62829" y="14499"/>
                      <a:pt x="63072" y="14468"/>
                    </a:cubicBezTo>
                    <a:cubicBezTo>
                      <a:pt x="63160" y="14446"/>
                      <a:pt x="63237" y="14432"/>
                      <a:pt x="63298" y="14426"/>
                    </a:cubicBezTo>
                    <a:lnTo>
                      <a:pt x="63298" y="14426"/>
                    </a:lnTo>
                    <a:lnTo>
                      <a:pt x="63383" y="14448"/>
                    </a:lnTo>
                    <a:lnTo>
                      <a:pt x="63383" y="14448"/>
                    </a:lnTo>
                    <a:cubicBezTo>
                      <a:pt x="63388" y="14440"/>
                      <a:pt x="63392" y="14432"/>
                      <a:pt x="63396" y="14424"/>
                    </a:cubicBezTo>
                    <a:lnTo>
                      <a:pt x="63396" y="14424"/>
                    </a:lnTo>
                    <a:cubicBezTo>
                      <a:pt x="63385" y="14423"/>
                      <a:pt x="63373" y="14423"/>
                      <a:pt x="63361" y="14423"/>
                    </a:cubicBezTo>
                    <a:cubicBezTo>
                      <a:pt x="63342" y="14423"/>
                      <a:pt x="63321" y="14424"/>
                      <a:pt x="63298" y="14426"/>
                    </a:cubicBezTo>
                    <a:lnTo>
                      <a:pt x="63298" y="14426"/>
                    </a:lnTo>
                    <a:lnTo>
                      <a:pt x="63224" y="14408"/>
                    </a:lnTo>
                    <a:lnTo>
                      <a:pt x="63041" y="14377"/>
                    </a:lnTo>
                    <a:cubicBezTo>
                      <a:pt x="62950" y="14286"/>
                      <a:pt x="62859" y="14165"/>
                      <a:pt x="62829" y="14043"/>
                    </a:cubicBezTo>
                    <a:lnTo>
                      <a:pt x="62889" y="14043"/>
                    </a:lnTo>
                    <a:cubicBezTo>
                      <a:pt x="62950" y="14073"/>
                      <a:pt x="63315" y="14286"/>
                      <a:pt x="63376" y="14317"/>
                    </a:cubicBezTo>
                    <a:cubicBezTo>
                      <a:pt x="63406" y="14346"/>
                      <a:pt x="63413" y="14384"/>
                      <a:pt x="63396" y="14424"/>
                    </a:cubicBezTo>
                    <a:lnTo>
                      <a:pt x="63396" y="14424"/>
                    </a:lnTo>
                    <a:cubicBezTo>
                      <a:pt x="63442" y="14429"/>
                      <a:pt x="63467" y="14444"/>
                      <a:pt x="63467" y="14468"/>
                    </a:cubicBezTo>
                    <a:lnTo>
                      <a:pt x="63383" y="14448"/>
                    </a:lnTo>
                    <a:lnTo>
                      <a:pt x="63383" y="14448"/>
                    </a:lnTo>
                    <a:cubicBezTo>
                      <a:pt x="63360" y="14483"/>
                      <a:pt x="63318" y="14522"/>
                      <a:pt x="63254" y="14560"/>
                    </a:cubicBezTo>
                    <a:lnTo>
                      <a:pt x="63497" y="14590"/>
                    </a:lnTo>
                    <a:cubicBezTo>
                      <a:pt x="63691" y="14526"/>
                      <a:pt x="64006" y="14461"/>
                      <a:pt x="64206" y="14461"/>
                    </a:cubicBezTo>
                    <a:cubicBezTo>
                      <a:pt x="64289" y="14461"/>
                      <a:pt x="64352" y="14472"/>
                      <a:pt x="64379" y="14499"/>
                    </a:cubicBezTo>
                    <a:cubicBezTo>
                      <a:pt x="64470" y="14620"/>
                      <a:pt x="64531" y="14742"/>
                      <a:pt x="64500" y="14803"/>
                    </a:cubicBezTo>
                    <a:lnTo>
                      <a:pt x="64318" y="14803"/>
                    </a:lnTo>
                    <a:cubicBezTo>
                      <a:pt x="64288" y="14803"/>
                      <a:pt x="64257" y="14833"/>
                      <a:pt x="64257" y="14894"/>
                    </a:cubicBezTo>
                    <a:cubicBezTo>
                      <a:pt x="64257" y="14924"/>
                      <a:pt x="64318" y="14955"/>
                      <a:pt x="64348" y="14955"/>
                    </a:cubicBezTo>
                    <a:lnTo>
                      <a:pt x="64440" y="14955"/>
                    </a:lnTo>
                    <a:cubicBezTo>
                      <a:pt x="64561" y="14894"/>
                      <a:pt x="64652" y="14803"/>
                      <a:pt x="64652" y="14651"/>
                    </a:cubicBezTo>
                    <a:lnTo>
                      <a:pt x="64652" y="14560"/>
                    </a:lnTo>
                    <a:cubicBezTo>
                      <a:pt x="64652" y="14529"/>
                      <a:pt x="64744" y="14499"/>
                      <a:pt x="64774" y="14468"/>
                    </a:cubicBezTo>
                    <a:cubicBezTo>
                      <a:pt x="64804" y="14438"/>
                      <a:pt x="64865" y="14438"/>
                      <a:pt x="64804" y="14408"/>
                    </a:cubicBezTo>
                    <a:cubicBezTo>
                      <a:pt x="64744" y="14347"/>
                      <a:pt x="64744" y="14317"/>
                      <a:pt x="64835" y="14317"/>
                    </a:cubicBezTo>
                    <a:lnTo>
                      <a:pt x="64865" y="14317"/>
                    </a:lnTo>
                    <a:cubicBezTo>
                      <a:pt x="64926" y="14317"/>
                      <a:pt x="64865" y="14620"/>
                      <a:pt x="64835" y="14712"/>
                    </a:cubicBezTo>
                    <a:cubicBezTo>
                      <a:pt x="64804" y="14803"/>
                      <a:pt x="64744" y="14894"/>
                      <a:pt x="64713" y="14894"/>
                    </a:cubicBezTo>
                    <a:cubicBezTo>
                      <a:pt x="64683" y="14894"/>
                      <a:pt x="64713" y="15016"/>
                      <a:pt x="64744" y="15046"/>
                    </a:cubicBezTo>
                    <a:cubicBezTo>
                      <a:pt x="64751" y="15061"/>
                      <a:pt x="64765" y="15066"/>
                      <a:pt x="64783" y="15066"/>
                    </a:cubicBezTo>
                    <a:cubicBezTo>
                      <a:pt x="64838" y="15066"/>
                      <a:pt x="64926" y="15008"/>
                      <a:pt x="64926" y="14985"/>
                    </a:cubicBezTo>
                    <a:cubicBezTo>
                      <a:pt x="64956" y="14894"/>
                      <a:pt x="64987" y="14864"/>
                      <a:pt x="65017" y="14803"/>
                    </a:cubicBezTo>
                    <a:lnTo>
                      <a:pt x="65048" y="14803"/>
                    </a:lnTo>
                    <a:cubicBezTo>
                      <a:pt x="65108" y="14803"/>
                      <a:pt x="65139" y="14833"/>
                      <a:pt x="65169" y="14864"/>
                    </a:cubicBezTo>
                    <a:lnTo>
                      <a:pt x="65169" y="14924"/>
                    </a:lnTo>
                    <a:cubicBezTo>
                      <a:pt x="65169" y="14985"/>
                      <a:pt x="65230" y="15046"/>
                      <a:pt x="65230" y="15046"/>
                    </a:cubicBezTo>
                    <a:cubicBezTo>
                      <a:pt x="65260" y="15046"/>
                      <a:pt x="65321" y="14924"/>
                      <a:pt x="65321" y="14864"/>
                    </a:cubicBezTo>
                    <a:cubicBezTo>
                      <a:pt x="65351" y="14803"/>
                      <a:pt x="65078" y="14651"/>
                      <a:pt x="65078" y="14560"/>
                    </a:cubicBezTo>
                    <a:cubicBezTo>
                      <a:pt x="65078" y="14468"/>
                      <a:pt x="65230" y="14408"/>
                      <a:pt x="65291" y="14408"/>
                    </a:cubicBezTo>
                    <a:cubicBezTo>
                      <a:pt x="65296" y="14413"/>
                      <a:pt x="65303" y="14416"/>
                      <a:pt x="65310" y="14416"/>
                    </a:cubicBezTo>
                    <a:cubicBezTo>
                      <a:pt x="65342" y="14416"/>
                      <a:pt x="65387" y="14366"/>
                      <a:pt x="65412" y="14317"/>
                    </a:cubicBezTo>
                    <a:lnTo>
                      <a:pt x="65625" y="14317"/>
                    </a:lnTo>
                    <a:cubicBezTo>
                      <a:pt x="65706" y="14317"/>
                      <a:pt x="65787" y="14344"/>
                      <a:pt x="65868" y="14344"/>
                    </a:cubicBezTo>
                    <a:cubicBezTo>
                      <a:pt x="65909" y="14344"/>
                      <a:pt x="65949" y="14337"/>
                      <a:pt x="65990" y="14317"/>
                    </a:cubicBezTo>
                    <a:cubicBezTo>
                      <a:pt x="65999" y="14308"/>
                      <a:pt x="66013" y="14304"/>
                      <a:pt x="66030" y="14304"/>
                    </a:cubicBezTo>
                    <a:cubicBezTo>
                      <a:pt x="66071" y="14304"/>
                      <a:pt x="66129" y="14325"/>
                      <a:pt x="66172" y="14347"/>
                    </a:cubicBezTo>
                    <a:cubicBezTo>
                      <a:pt x="66242" y="14347"/>
                      <a:pt x="66258" y="14437"/>
                      <a:pt x="66331" y="14437"/>
                    </a:cubicBezTo>
                    <a:cubicBezTo>
                      <a:pt x="66353" y="14437"/>
                      <a:pt x="66380" y="14429"/>
                      <a:pt x="66415" y="14408"/>
                    </a:cubicBezTo>
                    <a:lnTo>
                      <a:pt x="66476" y="14377"/>
                    </a:lnTo>
                    <a:cubicBezTo>
                      <a:pt x="66503" y="14391"/>
                      <a:pt x="66526" y="14397"/>
                      <a:pt x="66547" y="14397"/>
                    </a:cubicBezTo>
                    <a:cubicBezTo>
                      <a:pt x="66621" y="14397"/>
                      <a:pt x="66658" y="14320"/>
                      <a:pt x="66658" y="14225"/>
                    </a:cubicBezTo>
                    <a:lnTo>
                      <a:pt x="66993" y="14225"/>
                    </a:lnTo>
                    <a:cubicBezTo>
                      <a:pt x="67266" y="14225"/>
                      <a:pt x="67388" y="14499"/>
                      <a:pt x="67266" y="14499"/>
                    </a:cubicBezTo>
                    <a:lnTo>
                      <a:pt x="67418" y="14499"/>
                    </a:lnTo>
                    <a:lnTo>
                      <a:pt x="67601" y="14438"/>
                    </a:lnTo>
                    <a:lnTo>
                      <a:pt x="67844" y="14377"/>
                    </a:lnTo>
                    <a:cubicBezTo>
                      <a:pt x="68044" y="14288"/>
                      <a:pt x="68212" y="14232"/>
                      <a:pt x="68287" y="14232"/>
                    </a:cubicBezTo>
                    <a:cubicBezTo>
                      <a:pt x="68315" y="14232"/>
                      <a:pt x="68330" y="14239"/>
                      <a:pt x="68330" y="14256"/>
                    </a:cubicBezTo>
                    <a:lnTo>
                      <a:pt x="68330" y="14408"/>
                    </a:lnTo>
                    <a:cubicBezTo>
                      <a:pt x="68330" y="14466"/>
                      <a:pt x="68367" y="14487"/>
                      <a:pt x="68417" y="14487"/>
                    </a:cubicBezTo>
                    <a:cubicBezTo>
                      <a:pt x="68446" y="14487"/>
                      <a:pt x="68479" y="14480"/>
                      <a:pt x="68513" y="14468"/>
                    </a:cubicBezTo>
                    <a:cubicBezTo>
                      <a:pt x="68573" y="14438"/>
                      <a:pt x="68513" y="14317"/>
                      <a:pt x="68665" y="14317"/>
                    </a:cubicBezTo>
                    <a:lnTo>
                      <a:pt x="68756" y="14317"/>
                    </a:lnTo>
                    <a:cubicBezTo>
                      <a:pt x="68763" y="14314"/>
                      <a:pt x="68770" y="14313"/>
                      <a:pt x="68777" y="14313"/>
                    </a:cubicBezTo>
                    <a:cubicBezTo>
                      <a:pt x="68864" y="14313"/>
                      <a:pt x="68964" y="14473"/>
                      <a:pt x="68908" y="14529"/>
                    </a:cubicBezTo>
                    <a:cubicBezTo>
                      <a:pt x="68863" y="14574"/>
                      <a:pt x="68802" y="14602"/>
                      <a:pt x="68761" y="14602"/>
                    </a:cubicBezTo>
                    <a:cubicBezTo>
                      <a:pt x="68746" y="14602"/>
                      <a:pt x="68734" y="14598"/>
                      <a:pt x="68725" y="14590"/>
                    </a:cubicBezTo>
                    <a:lnTo>
                      <a:pt x="68634" y="14590"/>
                    </a:lnTo>
                    <a:cubicBezTo>
                      <a:pt x="68634" y="14590"/>
                      <a:pt x="68634" y="14772"/>
                      <a:pt x="68634" y="14803"/>
                    </a:cubicBezTo>
                    <a:cubicBezTo>
                      <a:pt x="68646" y="14826"/>
                      <a:pt x="68680" y="14836"/>
                      <a:pt x="68722" y="14836"/>
                    </a:cubicBezTo>
                    <a:cubicBezTo>
                      <a:pt x="68791" y="14836"/>
                      <a:pt x="68882" y="14810"/>
                      <a:pt x="68938" y="14772"/>
                    </a:cubicBezTo>
                    <a:cubicBezTo>
                      <a:pt x="68945" y="14766"/>
                      <a:pt x="68952" y="14763"/>
                      <a:pt x="68960" y="14763"/>
                    </a:cubicBezTo>
                    <a:cubicBezTo>
                      <a:pt x="69020" y="14763"/>
                      <a:pt x="69104" y="14955"/>
                      <a:pt x="69212" y="14955"/>
                    </a:cubicBezTo>
                    <a:cubicBezTo>
                      <a:pt x="69424" y="14924"/>
                      <a:pt x="69576" y="14833"/>
                      <a:pt x="69728" y="14712"/>
                    </a:cubicBezTo>
                    <a:cubicBezTo>
                      <a:pt x="69748" y="14682"/>
                      <a:pt x="69771" y="14669"/>
                      <a:pt x="69792" y="14669"/>
                    </a:cubicBezTo>
                    <a:cubicBezTo>
                      <a:pt x="69838" y="14669"/>
                      <a:pt x="69880" y="14730"/>
                      <a:pt x="69880" y="14833"/>
                    </a:cubicBezTo>
                    <a:lnTo>
                      <a:pt x="70093" y="14894"/>
                    </a:lnTo>
                    <a:lnTo>
                      <a:pt x="70184" y="14894"/>
                    </a:lnTo>
                    <a:cubicBezTo>
                      <a:pt x="70276" y="14894"/>
                      <a:pt x="70367" y="14833"/>
                      <a:pt x="70397" y="14772"/>
                    </a:cubicBezTo>
                    <a:cubicBezTo>
                      <a:pt x="70397" y="14712"/>
                      <a:pt x="70245" y="14651"/>
                      <a:pt x="70184" y="14651"/>
                    </a:cubicBezTo>
                    <a:cubicBezTo>
                      <a:pt x="70124" y="14651"/>
                      <a:pt x="70154" y="14438"/>
                      <a:pt x="70184" y="14377"/>
                    </a:cubicBezTo>
                    <a:cubicBezTo>
                      <a:pt x="70215" y="14317"/>
                      <a:pt x="70458" y="14225"/>
                      <a:pt x="70549" y="14225"/>
                    </a:cubicBezTo>
                    <a:cubicBezTo>
                      <a:pt x="70671" y="14256"/>
                      <a:pt x="70792" y="14286"/>
                      <a:pt x="70883" y="14377"/>
                    </a:cubicBezTo>
                    <a:lnTo>
                      <a:pt x="71035" y="14347"/>
                    </a:lnTo>
                    <a:lnTo>
                      <a:pt x="71096" y="14317"/>
                    </a:lnTo>
                    <a:cubicBezTo>
                      <a:pt x="71218" y="14317"/>
                      <a:pt x="71218" y="14256"/>
                      <a:pt x="71096" y="14195"/>
                    </a:cubicBezTo>
                    <a:lnTo>
                      <a:pt x="71096" y="14165"/>
                    </a:lnTo>
                    <a:lnTo>
                      <a:pt x="71157" y="14013"/>
                    </a:lnTo>
                    <a:cubicBezTo>
                      <a:pt x="71279" y="14013"/>
                      <a:pt x="71400" y="14104"/>
                      <a:pt x="71461" y="14225"/>
                    </a:cubicBezTo>
                    <a:cubicBezTo>
                      <a:pt x="71461" y="14236"/>
                      <a:pt x="71485" y="14244"/>
                      <a:pt x="71525" y="14244"/>
                    </a:cubicBezTo>
                    <a:cubicBezTo>
                      <a:pt x="71595" y="14244"/>
                      <a:pt x="71710" y="14222"/>
                      <a:pt x="71826" y="14165"/>
                    </a:cubicBezTo>
                    <a:lnTo>
                      <a:pt x="72282" y="14165"/>
                    </a:lnTo>
                    <a:cubicBezTo>
                      <a:pt x="72336" y="14075"/>
                      <a:pt x="72496" y="14049"/>
                      <a:pt x="72637" y="14049"/>
                    </a:cubicBezTo>
                    <a:cubicBezTo>
                      <a:pt x="72734" y="14049"/>
                      <a:pt x="72822" y="14061"/>
                      <a:pt x="72859" y="14073"/>
                    </a:cubicBezTo>
                    <a:cubicBezTo>
                      <a:pt x="72981" y="14134"/>
                      <a:pt x="73163" y="14225"/>
                      <a:pt x="73194" y="14225"/>
                    </a:cubicBezTo>
                    <a:cubicBezTo>
                      <a:pt x="73285" y="14195"/>
                      <a:pt x="73376" y="14165"/>
                      <a:pt x="73467" y="14104"/>
                    </a:cubicBezTo>
                    <a:lnTo>
                      <a:pt x="73619" y="14104"/>
                    </a:lnTo>
                    <a:cubicBezTo>
                      <a:pt x="73619" y="14104"/>
                      <a:pt x="73680" y="14013"/>
                      <a:pt x="73680" y="13982"/>
                    </a:cubicBezTo>
                    <a:cubicBezTo>
                      <a:pt x="73680" y="13877"/>
                      <a:pt x="73680" y="13845"/>
                      <a:pt x="73730" y="13845"/>
                    </a:cubicBezTo>
                    <a:cubicBezTo>
                      <a:pt x="73752" y="13845"/>
                      <a:pt x="73785" y="13851"/>
                      <a:pt x="73832" y="13861"/>
                    </a:cubicBezTo>
                    <a:cubicBezTo>
                      <a:pt x="73872" y="13861"/>
                      <a:pt x="73940" y="13874"/>
                      <a:pt x="73989" y="13874"/>
                    </a:cubicBezTo>
                    <a:cubicBezTo>
                      <a:pt x="74014" y="13874"/>
                      <a:pt x="74035" y="13871"/>
                      <a:pt x="74045" y="13861"/>
                    </a:cubicBezTo>
                    <a:lnTo>
                      <a:pt x="74227" y="13739"/>
                    </a:lnTo>
                    <a:cubicBezTo>
                      <a:pt x="74302" y="13814"/>
                      <a:pt x="74418" y="13868"/>
                      <a:pt x="74542" y="13868"/>
                    </a:cubicBezTo>
                    <a:cubicBezTo>
                      <a:pt x="74568" y="13868"/>
                      <a:pt x="74595" y="13866"/>
                      <a:pt x="74622" y="13861"/>
                    </a:cubicBezTo>
                    <a:cubicBezTo>
                      <a:pt x="74630" y="13856"/>
                      <a:pt x="74637" y="13855"/>
                      <a:pt x="74641" y="13855"/>
                    </a:cubicBezTo>
                    <a:cubicBezTo>
                      <a:pt x="74667" y="13855"/>
                      <a:pt x="74618" y="13930"/>
                      <a:pt x="74592" y="13982"/>
                    </a:cubicBezTo>
                    <a:cubicBezTo>
                      <a:pt x="74586" y="13988"/>
                      <a:pt x="74591" y="13990"/>
                      <a:pt x="74604" y="13990"/>
                    </a:cubicBezTo>
                    <a:cubicBezTo>
                      <a:pt x="74657" y="13990"/>
                      <a:pt x="74841" y="13946"/>
                      <a:pt x="74865" y="13921"/>
                    </a:cubicBezTo>
                    <a:cubicBezTo>
                      <a:pt x="74926" y="13861"/>
                      <a:pt x="74987" y="13830"/>
                      <a:pt x="75048" y="13800"/>
                    </a:cubicBezTo>
                    <a:cubicBezTo>
                      <a:pt x="75078" y="13800"/>
                      <a:pt x="75169" y="13891"/>
                      <a:pt x="75169" y="13921"/>
                    </a:cubicBezTo>
                    <a:cubicBezTo>
                      <a:pt x="75175" y="13927"/>
                      <a:pt x="75183" y="13930"/>
                      <a:pt x="75192" y="13930"/>
                    </a:cubicBezTo>
                    <a:cubicBezTo>
                      <a:pt x="75232" y="13930"/>
                      <a:pt x="75297" y="13885"/>
                      <a:pt x="75321" y="13861"/>
                    </a:cubicBezTo>
                    <a:lnTo>
                      <a:pt x="75473" y="13678"/>
                    </a:lnTo>
                    <a:lnTo>
                      <a:pt x="75564" y="13800"/>
                    </a:lnTo>
                    <a:cubicBezTo>
                      <a:pt x="75625" y="13861"/>
                      <a:pt x="75716" y="13952"/>
                      <a:pt x="75747" y="13952"/>
                    </a:cubicBezTo>
                    <a:cubicBezTo>
                      <a:pt x="75899" y="13891"/>
                      <a:pt x="76020" y="13861"/>
                      <a:pt x="76172" y="13861"/>
                    </a:cubicBezTo>
                    <a:lnTo>
                      <a:pt x="76324" y="13861"/>
                    </a:lnTo>
                    <a:cubicBezTo>
                      <a:pt x="76294" y="13800"/>
                      <a:pt x="76355" y="13739"/>
                      <a:pt x="76416" y="13709"/>
                    </a:cubicBezTo>
                    <a:lnTo>
                      <a:pt x="76476" y="13739"/>
                    </a:lnTo>
                    <a:cubicBezTo>
                      <a:pt x="76598" y="13769"/>
                      <a:pt x="76598" y="13891"/>
                      <a:pt x="76598" y="13982"/>
                    </a:cubicBezTo>
                    <a:cubicBezTo>
                      <a:pt x="76602" y="13984"/>
                      <a:pt x="76607" y="13986"/>
                      <a:pt x="76611" y="13986"/>
                    </a:cubicBezTo>
                    <a:cubicBezTo>
                      <a:pt x="76663" y="13986"/>
                      <a:pt x="76689" y="13826"/>
                      <a:pt x="76689" y="13769"/>
                    </a:cubicBezTo>
                    <a:cubicBezTo>
                      <a:pt x="76689" y="13734"/>
                      <a:pt x="76773" y="13719"/>
                      <a:pt x="76860" y="13719"/>
                    </a:cubicBezTo>
                    <a:cubicBezTo>
                      <a:pt x="76922" y="13719"/>
                      <a:pt x="76986" y="13726"/>
                      <a:pt x="77023" y="13739"/>
                    </a:cubicBezTo>
                    <a:cubicBezTo>
                      <a:pt x="77068" y="13739"/>
                      <a:pt x="77257" y="13675"/>
                      <a:pt x="77380" y="13675"/>
                    </a:cubicBezTo>
                    <a:cubicBezTo>
                      <a:pt x="77426" y="13675"/>
                      <a:pt x="77463" y="13684"/>
                      <a:pt x="77479" y="13709"/>
                    </a:cubicBezTo>
                    <a:cubicBezTo>
                      <a:pt x="77497" y="13744"/>
                      <a:pt x="77536" y="13759"/>
                      <a:pt x="77583" y="13759"/>
                    </a:cubicBezTo>
                    <a:cubicBezTo>
                      <a:pt x="77617" y="13759"/>
                      <a:pt x="77654" y="13752"/>
                      <a:pt x="77692" y="13739"/>
                    </a:cubicBezTo>
                    <a:cubicBezTo>
                      <a:pt x="77692" y="13709"/>
                      <a:pt x="77631" y="13709"/>
                      <a:pt x="77510" y="13709"/>
                    </a:cubicBezTo>
                    <a:lnTo>
                      <a:pt x="77510" y="13587"/>
                    </a:lnTo>
                    <a:lnTo>
                      <a:pt x="77510" y="13526"/>
                    </a:lnTo>
                    <a:cubicBezTo>
                      <a:pt x="77540" y="13465"/>
                      <a:pt x="77571" y="13405"/>
                      <a:pt x="77571" y="13344"/>
                    </a:cubicBezTo>
                    <a:cubicBezTo>
                      <a:pt x="77601" y="13313"/>
                      <a:pt x="77540" y="13313"/>
                      <a:pt x="77479" y="13313"/>
                    </a:cubicBezTo>
                    <a:lnTo>
                      <a:pt x="77267" y="13313"/>
                    </a:lnTo>
                    <a:cubicBezTo>
                      <a:pt x="77191" y="13344"/>
                      <a:pt x="77115" y="13359"/>
                      <a:pt x="77039" y="13359"/>
                    </a:cubicBezTo>
                    <a:cubicBezTo>
                      <a:pt x="76963" y="13359"/>
                      <a:pt x="76887" y="13344"/>
                      <a:pt x="76811" y="13313"/>
                    </a:cubicBezTo>
                    <a:lnTo>
                      <a:pt x="76689" y="13222"/>
                    </a:lnTo>
                    <a:lnTo>
                      <a:pt x="76689" y="13161"/>
                    </a:lnTo>
                    <a:cubicBezTo>
                      <a:pt x="76719" y="13131"/>
                      <a:pt x="76719" y="13131"/>
                      <a:pt x="76750" y="13131"/>
                    </a:cubicBezTo>
                    <a:cubicBezTo>
                      <a:pt x="76841" y="13161"/>
                      <a:pt x="76932" y="13161"/>
                      <a:pt x="77023" y="13192"/>
                    </a:cubicBezTo>
                    <a:lnTo>
                      <a:pt x="77115" y="13192"/>
                    </a:lnTo>
                    <a:cubicBezTo>
                      <a:pt x="77236" y="13192"/>
                      <a:pt x="77358" y="13161"/>
                      <a:pt x="77479" y="13101"/>
                    </a:cubicBezTo>
                    <a:lnTo>
                      <a:pt x="77571" y="13101"/>
                    </a:lnTo>
                    <a:lnTo>
                      <a:pt x="78026" y="13161"/>
                    </a:lnTo>
                    <a:cubicBezTo>
                      <a:pt x="78543" y="13131"/>
                      <a:pt x="78999" y="13070"/>
                      <a:pt x="79090" y="13070"/>
                    </a:cubicBezTo>
                    <a:lnTo>
                      <a:pt x="79333" y="13070"/>
                    </a:lnTo>
                    <a:cubicBezTo>
                      <a:pt x="79485" y="13070"/>
                      <a:pt x="79637" y="12979"/>
                      <a:pt x="79729" y="12827"/>
                    </a:cubicBezTo>
                    <a:cubicBezTo>
                      <a:pt x="79729" y="12807"/>
                      <a:pt x="79742" y="12797"/>
                      <a:pt x="79765" y="12797"/>
                    </a:cubicBezTo>
                    <a:cubicBezTo>
                      <a:pt x="79810" y="12797"/>
                      <a:pt x="79891" y="12837"/>
                      <a:pt x="79972" y="12918"/>
                    </a:cubicBezTo>
                    <a:cubicBezTo>
                      <a:pt x="80005" y="12969"/>
                      <a:pt x="80057" y="12991"/>
                      <a:pt x="80107" y="12991"/>
                    </a:cubicBezTo>
                    <a:cubicBezTo>
                      <a:pt x="80148" y="12991"/>
                      <a:pt x="80188" y="12976"/>
                      <a:pt x="80215" y="12949"/>
                    </a:cubicBezTo>
                    <a:lnTo>
                      <a:pt x="80337" y="12918"/>
                    </a:lnTo>
                    <a:cubicBezTo>
                      <a:pt x="80489" y="13010"/>
                      <a:pt x="80580" y="13161"/>
                      <a:pt x="80489" y="13253"/>
                    </a:cubicBezTo>
                    <a:lnTo>
                      <a:pt x="80367" y="13253"/>
                    </a:lnTo>
                    <a:cubicBezTo>
                      <a:pt x="80337" y="13283"/>
                      <a:pt x="80337" y="13344"/>
                      <a:pt x="80367" y="13374"/>
                    </a:cubicBezTo>
                    <a:lnTo>
                      <a:pt x="80397" y="13405"/>
                    </a:lnTo>
                    <a:lnTo>
                      <a:pt x="80489" y="13405"/>
                    </a:lnTo>
                    <a:cubicBezTo>
                      <a:pt x="80580" y="13405"/>
                      <a:pt x="80671" y="13374"/>
                      <a:pt x="80762" y="13344"/>
                    </a:cubicBezTo>
                    <a:lnTo>
                      <a:pt x="80823" y="13344"/>
                    </a:lnTo>
                    <a:cubicBezTo>
                      <a:pt x="80884" y="13374"/>
                      <a:pt x="80975" y="13435"/>
                      <a:pt x="81005" y="13496"/>
                    </a:cubicBezTo>
                    <a:lnTo>
                      <a:pt x="81248" y="13496"/>
                    </a:lnTo>
                    <a:cubicBezTo>
                      <a:pt x="81400" y="13465"/>
                      <a:pt x="81552" y="13405"/>
                      <a:pt x="81674" y="13283"/>
                    </a:cubicBezTo>
                    <a:cubicBezTo>
                      <a:pt x="81704" y="13253"/>
                      <a:pt x="81613" y="13131"/>
                      <a:pt x="81583" y="13131"/>
                    </a:cubicBezTo>
                    <a:cubicBezTo>
                      <a:pt x="81492" y="13131"/>
                      <a:pt x="81431" y="13161"/>
                      <a:pt x="81370" y="13192"/>
                    </a:cubicBezTo>
                    <a:cubicBezTo>
                      <a:pt x="81340" y="13192"/>
                      <a:pt x="81218" y="13222"/>
                      <a:pt x="81066" y="13222"/>
                    </a:cubicBezTo>
                    <a:lnTo>
                      <a:pt x="80975" y="13253"/>
                    </a:lnTo>
                    <a:lnTo>
                      <a:pt x="80944" y="13253"/>
                    </a:lnTo>
                    <a:cubicBezTo>
                      <a:pt x="80884" y="13253"/>
                      <a:pt x="80853" y="13131"/>
                      <a:pt x="80853" y="13101"/>
                    </a:cubicBezTo>
                    <a:cubicBezTo>
                      <a:pt x="81036" y="13040"/>
                      <a:pt x="81248" y="13010"/>
                      <a:pt x="81431" y="13010"/>
                    </a:cubicBezTo>
                    <a:lnTo>
                      <a:pt x="81826" y="13010"/>
                    </a:lnTo>
                    <a:cubicBezTo>
                      <a:pt x="81917" y="12949"/>
                      <a:pt x="82039" y="12949"/>
                      <a:pt x="82130" y="12918"/>
                    </a:cubicBezTo>
                    <a:cubicBezTo>
                      <a:pt x="82217" y="12947"/>
                      <a:pt x="82331" y="13224"/>
                      <a:pt x="82237" y="13224"/>
                    </a:cubicBezTo>
                    <a:cubicBezTo>
                      <a:pt x="82232" y="13224"/>
                      <a:pt x="82227" y="13224"/>
                      <a:pt x="82221" y="13222"/>
                    </a:cubicBezTo>
                    <a:cubicBezTo>
                      <a:pt x="82069" y="13222"/>
                      <a:pt x="82069" y="13313"/>
                      <a:pt x="82160" y="13465"/>
                    </a:cubicBezTo>
                    <a:lnTo>
                      <a:pt x="82282" y="13496"/>
                    </a:lnTo>
                    <a:lnTo>
                      <a:pt x="82403" y="13526"/>
                    </a:lnTo>
                    <a:cubicBezTo>
                      <a:pt x="82586" y="13465"/>
                      <a:pt x="82555" y="13313"/>
                      <a:pt x="82525" y="13313"/>
                    </a:cubicBezTo>
                    <a:cubicBezTo>
                      <a:pt x="82464" y="13222"/>
                      <a:pt x="82464" y="13131"/>
                      <a:pt x="82495" y="13040"/>
                    </a:cubicBezTo>
                    <a:cubicBezTo>
                      <a:pt x="82647" y="12949"/>
                      <a:pt x="82799" y="12888"/>
                      <a:pt x="83011" y="12858"/>
                    </a:cubicBezTo>
                    <a:lnTo>
                      <a:pt x="83133" y="12949"/>
                    </a:lnTo>
                    <a:lnTo>
                      <a:pt x="83437" y="13101"/>
                    </a:lnTo>
                    <a:cubicBezTo>
                      <a:pt x="83529" y="13027"/>
                      <a:pt x="83643" y="12987"/>
                      <a:pt x="83760" y="12987"/>
                    </a:cubicBezTo>
                    <a:cubicBezTo>
                      <a:pt x="83835" y="12987"/>
                      <a:pt x="83912" y="13004"/>
                      <a:pt x="83984" y="13040"/>
                    </a:cubicBezTo>
                    <a:lnTo>
                      <a:pt x="84075" y="13040"/>
                    </a:lnTo>
                    <a:lnTo>
                      <a:pt x="84166" y="13010"/>
                    </a:lnTo>
                    <a:cubicBezTo>
                      <a:pt x="84212" y="12964"/>
                      <a:pt x="84265" y="12941"/>
                      <a:pt x="84318" y="12941"/>
                    </a:cubicBezTo>
                    <a:cubicBezTo>
                      <a:pt x="84372" y="12941"/>
                      <a:pt x="84425" y="12964"/>
                      <a:pt x="84470" y="13010"/>
                    </a:cubicBezTo>
                    <a:cubicBezTo>
                      <a:pt x="84501" y="13040"/>
                      <a:pt x="84501" y="13101"/>
                      <a:pt x="84440" y="13101"/>
                    </a:cubicBezTo>
                    <a:cubicBezTo>
                      <a:pt x="84418" y="13101"/>
                      <a:pt x="84283" y="13036"/>
                      <a:pt x="84223" y="13036"/>
                    </a:cubicBezTo>
                    <a:cubicBezTo>
                      <a:pt x="84201" y="13036"/>
                      <a:pt x="84189" y="13045"/>
                      <a:pt x="84197" y="13070"/>
                    </a:cubicBezTo>
                    <a:cubicBezTo>
                      <a:pt x="84227" y="13131"/>
                      <a:pt x="84440" y="13253"/>
                      <a:pt x="84501" y="13253"/>
                    </a:cubicBezTo>
                    <a:cubicBezTo>
                      <a:pt x="84592" y="13253"/>
                      <a:pt x="84683" y="12979"/>
                      <a:pt x="84622" y="12858"/>
                    </a:cubicBezTo>
                    <a:cubicBezTo>
                      <a:pt x="84579" y="12792"/>
                      <a:pt x="84708" y="12742"/>
                      <a:pt x="84818" y="12742"/>
                    </a:cubicBezTo>
                    <a:cubicBezTo>
                      <a:pt x="84861" y="12742"/>
                      <a:pt x="84901" y="12749"/>
                      <a:pt x="84926" y="12766"/>
                    </a:cubicBezTo>
                    <a:lnTo>
                      <a:pt x="85169" y="12918"/>
                    </a:lnTo>
                    <a:lnTo>
                      <a:pt x="85291" y="12918"/>
                    </a:lnTo>
                    <a:cubicBezTo>
                      <a:pt x="85443" y="12918"/>
                      <a:pt x="85352" y="12979"/>
                      <a:pt x="85291" y="13010"/>
                    </a:cubicBezTo>
                    <a:cubicBezTo>
                      <a:pt x="85230" y="13040"/>
                      <a:pt x="85504" y="13040"/>
                      <a:pt x="85565" y="13040"/>
                    </a:cubicBezTo>
                    <a:cubicBezTo>
                      <a:pt x="85625" y="13040"/>
                      <a:pt x="85656" y="13010"/>
                      <a:pt x="85625" y="12949"/>
                    </a:cubicBezTo>
                    <a:lnTo>
                      <a:pt x="85625" y="12918"/>
                    </a:lnTo>
                    <a:cubicBezTo>
                      <a:pt x="85625" y="12888"/>
                      <a:pt x="85747" y="12827"/>
                      <a:pt x="85747" y="12827"/>
                    </a:cubicBezTo>
                    <a:lnTo>
                      <a:pt x="85838" y="12918"/>
                    </a:lnTo>
                    <a:cubicBezTo>
                      <a:pt x="85909" y="12954"/>
                      <a:pt x="85981" y="12969"/>
                      <a:pt x="86052" y="12969"/>
                    </a:cubicBezTo>
                    <a:cubicBezTo>
                      <a:pt x="86102" y="12969"/>
                      <a:pt x="86153" y="12961"/>
                      <a:pt x="86203" y="12949"/>
                    </a:cubicBezTo>
                    <a:cubicBezTo>
                      <a:pt x="86216" y="12942"/>
                      <a:pt x="86241" y="12940"/>
                      <a:pt x="86273" y="12940"/>
                    </a:cubicBezTo>
                    <a:cubicBezTo>
                      <a:pt x="86362" y="12940"/>
                      <a:pt x="86505" y="12957"/>
                      <a:pt x="86604" y="12957"/>
                    </a:cubicBezTo>
                    <a:cubicBezTo>
                      <a:pt x="86640" y="12957"/>
                      <a:pt x="86670" y="12955"/>
                      <a:pt x="86689" y="12949"/>
                    </a:cubicBezTo>
                    <a:cubicBezTo>
                      <a:pt x="86811" y="12888"/>
                      <a:pt x="86902" y="12797"/>
                      <a:pt x="86963" y="12675"/>
                    </a:cubicBezTo>
                    <a:cubicBezTo>
                      <a:pt x="86971" y="12667"/>
                      <a:pt x="86983" y="12663"/>
                      <a:pt x="86998" y="12663"/>
                    </a:cubicBezTo>
                    <a:cubicBezTo>
                      <a:pt x="87089" y="12663"/>
                      <a:pt x="87279" y="12805"/>
                      <a:pt x="87358" y="12858"/>
                    </a:cubicBezTo>
                    <a:cubicBezTo>
                      <a:pt x="87449" y="12888"/>
                      <a:pt x="87548" y="12903"/>
                      <a:pt x="87651" y="12903"/>
                    </a:cubicBezTo>
                    <a:cubicBezTo>
                      <a:pt x="87753" y="12903"/>
                      <a:pt x="87859" y="12888"/>
                      <a:pt x="87966" y="12858"/>
                    </a:cubicBezTo>
                    <a:cubicBezTo>
                      <a:pt x="88095" y="12836"/>
                      <a:pt x="88239" y="12815"/>
                      <a:pt x="88377" y="12815"/>
                    </a:cubicBezTo>
                    <a:cubicBezTo>
                      <a:pt x="88434" y="12815"/>
                      <a:pt x="88490" y="12818"/>
                      <a:pt x="88543" y="12827"/>
                    </a:cubicBezTo>
                    <a:lnTo>
                      <a:pt x="88756" y="12797"/>
                    </a:lnTo>
                    <a:lnTo>
                      <a:pt x="88817" y="12797"/>
                    </a:lnTo>
                    <a:cubicBezTo>
                      <a:pt x="88828" y="12802"/>
                      <a:pt x="88840" y="12805"/>
                      <a:pt x="88853" y="12805"/>
                    </a:cubicBezTo>
                    <a:cubicBezTo>
                      <a:pt x="88909" y="12805"/>
                      <a:pt x="88975" y="12755"/>
                      <a:pt x="88999" y="12706"/>
                    </a:cubicBezTo>
                    <a:cubicBezTo>
                      <a:pt x="88999" y="12675"/>
                      <a:pt x="89030" y="12660"/>
                      <a:pt x="89079" y="12660"/>
                    </a:cubicBezTo>
                    <a:cubicBezTo>
                      <a:pt x="89129" y="12660"/>
                      <a:pt x="89197" y="12675"/>
                      <a:pt x="89273" y="12706"/>
                    </a:cubicBezTo>
                    <a:lnTo>
                      <a:pt x="89364" y="12736"/>
                    </a:lnTo>
                    <a:cubicBezTo>
                      <a:pt x="89433" y="12759"/>
                      <a:pt x="89450" y="12868"/>
                      <a:pt x="89532" y="12868"/>
                    </a:cubicBezTo>
                    <a:cubicBezTo>
                      <a:pt x="89559" y="12868"/>
                      <a:pt x="89593" y="12857"/>
                      <a:pt x="89638" y="12827"/>
                    </a:cubicBezTo>
                    <a:cubicBezTo>
                      <a:pt x="89729" y="12766"/>
                      <a:pt x="89850" y="12736"/>
                      <a:pt x="89972" y="12736"/>
                    </a:cubicBezTo>
                    <a:cubicBezTo>
                      <a:pt x="90002" y="12736"/>
                      <a:pt x="90033" y="12766"/>
                      <a:pt x="90033" y="12766"/>
                    </a:cubicBezTo>
                    <a:cubicBezTo>
                      <a:pt x="90101" y="12801"/>
                      <a:pt x="90178" y="12805"/>
                      <a:pt x="90257" y="12805"/>
                    </a:cubicBezTo>
                    <a:cubicBezTo>
                      <a:pt x="90284" y="12805"/>
                      <a:pt x="90310" y="12804"/>
                      <a:pt x="90337" y="12804"/>
                    </a:cubicBezTo>
                    <a:cubicBezTo>
                      <a:pt x="90443" y="12804"/>
                      <a:pt x="90550" y="12812"/>
                      <a:pt x="90641" y="12888"/>
                    </a:cubicBezTo>
                    <a:cubicBezTo>
                      <a:pt x="90641" y="12888"/>
                      <a:pt x="90762" y="12797"/>
                      <a:pt x="90853" y="12797"/>
                    </a:cubicBezTo>
                    <a:lnTo>
                      <a:pt x="90884" y="12797"/>
                    </a:lnTo>
                    <a:cubicBezTo>
                      <a:pt x="90908" y="12809"/>
                      <a:pt x="90926" y="12814"/>
                      <a:pt x="90939" y="12814"/>
                    </a:cubicBezTo>
                    <a:cubicBezTo>
                      <a:pt x="90994" y="12814"/>
                      <a:pt x="90969" y="12730"/>
                      <a:pt x="90945" y="12706"/>
                    </a:cubicBezTo>
                    <a:cubicBezTo>
                      <a:pt x="90914" y="12645"/>
                      <a:pt x="90853" y="12554"/>
                      <a:pt x="90823" y="12493"/>
                    </a:cubicBezTo>
                    <a:cubicBezTo>
                      <a:pt x="90817" y="12481"/>
                      <a:pt x="90804" y="12476"/>
                      <a:pt x="90787" y="12476"/>
                    </a:cubicBezTo>
                    <a:cubicBezTo>
                      <a:pt x="90714" y="12476"/>
                      <a:pt x="90562" y="12560"/>
                      <a:pt x="90489" y="12584"/>
                    </a:cubicBezTo>
                    <a:cubicBezTo>
                      <a:pt x="90468" y="12598"/>
                      <a:pt x="90453" y="12604"/>
                      <a:pt x="90443" y="12604"/>
                    </a:cubicBezTo>
                    <a:cubicBezTo>
                      <a:pt x="90412" y="12604"/>
                      <a:pt x="90435" y="12539"/>
                      <a:pt x="90458" y="12493"/>
                    </a:cubicBezTo>
                    <a:cubicBezTo>
                      <a:pt x="90483" y="12443"/>
                      <a:pt x="90285" y="12394"/>
                      <a:pt x="90162" y="12394"/>
                    </a:cubicBezTo>
                    <a:cubicBezTo>
                      <a:pt x="90134" y="12394"/>
                      <a:pt x="90110" y="12396"/>
                      <a:pt x="90094" y="12402"/>
                    </a:cubicBezTo>
                    <a:cubicBezTo>
                      <a:pt x="90029" y="12423"/>
                      <a:pt x="89949" y="12445"/>
                      <a:pt x="89865" y="12445"/>
                    </a:cubicBezTo>
                    <a:cubicBezTo>
                      <a:pt x="89830" y="12445"/>
                      <a:pt x="89795" y="12441"/>
                      <a:pt x="89759" y="12432"/>
                    </a:cubicBezTo>
                    <a:cubicBezTo>
                      <a:pt x="89698" y="12402"/>
                      <a:pt x="89516" y="12280"/>
                      <a:pt x="89334" y="12158"/>
                    </a:cubicBezTo>
                    <a:lnTo>
                      <a:pt x="89394" y="12037"/>
                    </a:lnTo>
                    <a:lnTo>
                      <a:pt x="89425" y="11976"/>
                    </a:lnTo>
                    <a:cubicBezTo>
                      <a:pt x="89470" y="11946"/>
                      <a:pt x="89516" y="11930"/>
                      <a:pt x="89550" y="11930"/>
                    </a:cubicBezTo>
                    <a:cubicBezTo>
                      <a:pt x="89584" y="11930"/>
                      <a:pt x="89607" y="11946"/>
                      <a:pt x="89607" y="11976"/>
                    </a:cubicBezTo>
                    <a:lnTo>
                      <a:pt x="89607" y="12006"/>
                    </a:lnTo>
                    <a:cubicBezTo>
                      <a:pt x="89546" y="12128"/>
                      <a:pt x="89607" y="12219"/>
                      <a:pt x="89698" y="12219"/>
                    </a:cubicBezTo>
                    <a:lnTo>
                      <a:pt x="89850" y="12189"/>
                    </a:lnTo>
                    <a:cubicBezTo>
                      <a:pt x="89972" y="12189"/>
                      <a:pt x="90094" y="12098"/>
                      <a:pt x="90063" y="12067"/>
                    </a:cubicBezTo>
                    <a:cubicBezTo>
                      <a:pt x="90033" y="12006"/>
                      <a:pt x="90033" y="11976"/>
                      <a:pt x="90033" y="11976"/>
                    </a:cubicBezTo>
                    <a:lnTo>
                      <a:pt x="90124" y="11976"/>
                    </a:lnTo>
                    <a:cubicBezTo>
                      <a:pt x="90215" y="11976"/>
                      <a:pt x="90276" y="12006"/>
                      <a:pt x="90276" y="12037"/>
                    </a:cubicBezTo>
                    <a:lnTo>
                      <a:pt x="90276" y="12098"/>
                    </a:lnTo>
                    <a:cubicBezTo>
                      <a:pt x="90276" y="12158"/>
                      <a:pt x="90306" y="12219"/>
                      <a:pt x="90398" y="12219"/>
                    </a:cubicBezTo>
                    <a:lnTo>
                      <a:pt x="90428" y="12189"/>
                    </a:lnTo>
                    <a:lnTo>
                      <a:pt x="90489" y="12158"/>
                    </a:lnTo>
                    <a:cubicBezTo>
                      <a:pt x="90513" y="12123"/>
                      <a:pt x="90546" y="12110"/>
                      <a:pt x="90579" y="12110"/>
                    </a:cubicBezTo>
                    <a:cubicBezTo>
                      <a:pt x="90631" y="12110"/>
                      <a:pt x="90683" y="12140"/>
                      <a:pt x="90701" y="12158"/>
                    </a:cubicBezTo>
                    <a:cubicBezTo>
                      <a:pt x="90777" y="12174"/>
                      <a:pt x="90861" y="12181"/>
                      <a:pt x="90945" y="12181"/>
                    </a:cubicBezTo>
                    <a:cubicBezTo>
                      <a:pt x="91028" y="12181"/>
                      <a:pt x="91112" y="12174"/>
                      <a:pt x="91188" y="12158"/>
                    </a:cubicBezTo>
                    <a:cubicBezTo>
                      <a:pt x="91233" y="12128"/>
                      <a:pt x="91287" y="12113"/>
                      <a:pt x="91340" y="12113"/>
                    </a:cubicBezTo>
                    <a:cubicBezTo>
                      <a:pt x="91393" y="12113"/>
                      <a:pt x="91446" y="12128"/>
                      <a:pt x="91492" y="12158"/>
                    </a:cubicBezTo>
                    <a:cubicBezTo>
                      <a:pt x="91492" y="12162"/>
                      <a:pt x="91494" y="12163"/>
                      <a:pt x="91497" y="12163"/>
                    </a:cubicBezTo>
                    <a:cubicBezTo>
                      <a:pt x="91524" y="12163"/>
                      <a:pt x="91647" y="12064"/>
                      <a:pt x="91674" y="12037"/>
                    </a:cubicBezTo>
                    <a:cubicBezTo>
                      <a:pt x="91763" y="11992"/>
                      <a:pt x="91852" y="11964"/>
                      <a:pt x="91953" y="11964"/>
                    </a:cubicBezTo>
                    <a:cubicBezTo>
                      <a:pt x="91990" y="11964"/>
                      <a:pt x="92029" y="11968"/>
                      <a:pt x="92069" y="11976"/>
                    </a:cubicBezTo>
                    <a:lnTo>
                      <a:pt x="92282" y="11976"/>
                    </a:lnTo>
                    <a:lnTo>
                      <a:pt x="92252" y="12219"/>
                    </a:lnTo>
                    <a:cubicBezTo>
                      <a:pt x="92464" y="12189"/>
                      <a:pt x="92677" y="12158"/>
                      <a:pt x="92708" y="12128"/>
                    </a:cubicBezTo>
                    <a:cubicBezTo>
                      <a:pt x="92738" y="12067"/>
                      <a:pt x="92799" y="11915"/>
                      <a:pt x="92829" y="11794"/>
                    </a:cubicBezTo>
                    <a:lnTo>
                      <a:pt x="92920" y="11763"/>
                    </a:lnTo>
                    <a:cubicBezTo>
                      <a:pt x="92987" y="11719"/>
                      <a:pt x="93053" y="11626"/>
                      <a:pt x="93155" y="11626"/>
                    </a:cubicBezTo>
                    <a:cubicBezTo>
                      <a:pt x="93193" y="11626"/>
                      <a:pt x="93236" y="11639"/>
                      <a:pt x="93285" y="11672"/>
                    </a:cubicBezTo>
                    <a:lnTo>
                      <a:pt x="93346" y="11733"/>
                    </a:lnTo>
                    <a:cubicBezTo>
                      <a:pt x="93346" y="11824"/>
                      <a:pt x="93346" y="11885"/>
                      <a:pt x="93407" y="11976"/>
                    </a:cubicBezTo>
                    <a:lnTo>
                      <a:pt x="93559" y="11854"/>
                    </a:lnTo>
                    <a:lnTo>
                      <a:pt x="93680" y="11824"/>
                    </a:lnTo>
                    <a:cubicBezTo>
                      <a:pt x="93802" y="11794"/>
                      <a:pt x="93923" y="11733"/>
                      <a:pt x="94015" y="11672"/>
                    </a:cubicBezTo>
                    <a:cubicBezTo>
                      <a:pt x="94045" y="11672"/>
                      <a:pt x="94015" y="11611"/>
                      <a:pt x="93954" y="11581"/>
                    </a:cubicBezTo>
                    <a:lnTo>
                      <a:pt x="93893" y="11581"/>
                    </a:lnTo>
                    <a:cubicBezTo>
                      <a:pt x="93741" y="11581"/>
                      <a:pt x="93741" y="11520"/>
                      <a:pt x="93741" y="11429"/>
                    </a:cubicBezTo>
                    <a:lnTo>
                      <a:pt x="93802" y="11277"/>
                    </a:lnTo>
                    <a:cubicBezTo>
                      <a:pt x="93832" y="11095"/>
                      <a:pt x="93893" y="10639"/>
                      <a:pt x="93802" y="10547"/>
                    </a:cubicBezTo>
                    <a:cubicBezTo>
                      <a:pt x="93650" y="10456"/>
                      <a:pt x="93528" y="10304"/>
                      <a:pt x="93437" y="10183"/>
                    </a:cubicBezTo>
                    <a:lnTo>
                      <a:pt x="93559" y="10092"/>
                    </a:lnTo>
                    <a:cubicBezTo>
                      <a:pt x="93619" y="10061"/>
                      <a:pt x="93711" y="10031"/>
                      <a:pt x="93741" y="10000"/>
                    </a:cubicBezTo>
                    <a:cubicBezTo>
                      <a:pt x="93802" y="9970"/>
                      <a:pt x="93832" y="9879"/>
                      <a:pt x="93832" y="9879"/>
                    </a:cubicBezTo>
                    <a:cubicBezTo>
                      <a:pt x="93650" y="9727"/>
                      <a:pt x="93832" y="9696"/>
                      <a:pt x="93923" y="9666"/>
                    </a:cubicBezTo>
                    <a:lnTo>
                      <a:pt x="94015" y="9666"/>
                    </a:lnTo>
                    <a:cubicBezTo>
                      <a:pt x="94052" y="9653"/>
                      <a:pt x="94090" y="9646"/>
                      <a:pt x="94126" y="9646"/>
                    </a:cubicBezTo>
                    <a:cubicBezTo>
                      <a:pt x="94176" y="9646"/>
                      <a:pt x="94222" y="9661"/>
                      <a:pt x="94258" y="9696"/>
                    </a:cubicBezTo>
                    <a:cubicBezTo>
                      <a:pt x="94279" y="9739"/>
                      <a:pt x="94407" y="9782"/>
                      <a:pt x="94491" y="9782"/>
                    </a:cubicBezTo>
                    <a:cubicBezTo>
                      <a:pt x="94526" y="9782"/>
                      <a:pt x="94553" y="9775"/>
                      <a:pt x="94562" y="9757"/>
                    </a:cubicBezTo>
                    <a:cubicBezTo>
                      <a:pt x="94623" y="9636"/>
                      <a:pt x="94683" y="9544"/>
                      <a:pt x="94714" y="9423"/>
                    </a:cubicBezTo>
                    <a:cubicBezTo>
                      <a:pt x="94714" y="9392"/>
                      <a:pt x="94699" y="9377"/>
                      <a:pt x="94672" y="9377"/>
                    </a:cubicBezTo>
                    <a:cubicBezTo>
                      <a:pt x="94645" y="9377"/>
                      <a:pt x="94607" y="9392"/>
                      <a:pt x="94562" y="9423"/>
                    </a:cubicBezTo>
                    <a:lnTo>
                      <a:pt x="94501" y="9423"/>
                    </a:lnTo>
                    <a:cubicBezTo>
                      <a:pt x="94440" y="9423"/>
                      <a:pt x="94349" y="9392"/>
                      <a:pt x="94288" y="9332"/>
                    </a:cubicBezTo>
                    <a:lnTo>
                      <a:pt x="94197" y="9240"/>
                    </a:lnTo>
                    <a:cubicBezTo>
                      <a:pt x="94167" y="9332"/>
                      <a:pt x="93954" y="9423"/>
                      <a:pt x="93741" y="9453"/>
                    </a:cubicBezTo>
                    <a:lnTo>
                      <a:pt x="93619" y="9392"/>
                    </a:lnTo>
                    <a:lnTo>
                      <a:pt x="93559" y="9332"/>
                    </a:lnTo>
                    <a:cubicBezTo>
                      <a:pt x="93467" y="9301"/>
                      <a:pt x="93407" y="9301"/>
                      <a:pt x="93316" y="9271"/>
                    </a:cubicBezTo>
                    <a:cubicBezTo>
                      <a:pt x="93255" y="9240"/>
                      <a:pt x="93316" y="9149"/>
                      <a:pt x="93316" y="9149"/>
                    </a:cubicBezTo>
                    <a:cubicBezTo>
                      <a:pt x="93320" y="9145"/>
                      <a:pt x="93329" y="9143"/>
                      <a:pt x="93342" y="9143"/>
                    </a:cubicBezTo>
                    <a:cubicBezTo>
                      <a:pt x="93392" y="9143"/>
                      <a:pt x="93493" y="9171"/>
                      <a:pt x="93560" y="9171"/>
                    </a:cubicBezTo>
                    <a:cubicBezTo>
                      <a:pt x="93589" y="9171"/>
                      <a:pt x="93612" y="9165"/>
                      <a:pt x="93619" y="9149"/>
                    </a:cubicBezTo>
                    <a:cubicBezTo>
                      <a:pt x="93680" y="9088"/>
                      <a:pt x="93619" y="8936"/>
                      <a:pt x="93559" y="8906"/>
                    </a:cubicBezTo>
                    <a:cubicBezTo>
                      <a:pt x="93528" y="8876"/>
                      <a:pt x="93650" y="8785"/>
                      <a:pt x="93711" y="8754"/>
                    </a:cubicBezTo>
                    <a:cubicBezTo>
                      <a:pt x="93771" y="8724"/>
                      <a:pt x="93771" y="8693"/>
                      <a:pt x="93741" y="8633"/>
                    </a:cubicBezTo>
                    <a:cubicBezTo>
                      <a:pt x="93741" y="8633"/>
                      <a:pt x="93863" y="8541"/>
                      <a:pt x="93923" y="8541"/>
                    </a:cubicBezTo>
                    <a:cubicBezTo>
                      <a:pt x="93984" y="8420"/>
                      <a:pt x="94045" y="8268"/>
                      <a:pt x="94075" y="8146"/>
                    </a:cubicBezTo>
                    <a:cubicBezTo>
                      <a:pt x="94106" y="8025"/>
                      <a:pt x="93893" y="7964"/>
                      <a:pt x="93832" y="7964"/>
                    </a:cubicBezTo>
                    <a:cubicBezTo>
                      <a:pt x="93680" y="7964"/>
                      <a:pt x="93528" y="7994"/>
                      <a:pt x="93407" y="8055"/>
                    </a:cubicBezTo>
                    <a:cubicBezTo>
                      <a:pt x="93398" y="8058"/>
                      <a:pt x="93390" y="8059"/>
                      <a:pt x="93381" y="8059"/>
                    </a:cubicBezTo>
                    <a:cubicBezTo>
                      <a:pt x="93295" y="8059"/>
                      <a:pt x="93194" y="7931"/>
                      <a:pt x="93194" y="7903"/>
                    </a:cubicBezTo>
                    <a:cubicBezTo>
                      <a:pt x="93194" y="7903"/>
                      <a:pt x="93140" y="7876"/>
                      <a:pt x="93059" y="7876"/>
                    </a:cubicBezTo>
                    <a:cubicBezTo>
                      <a:pt x="93018" y="7876"/>
                      <a:pt x="92971" y="7883"/>
                      <a:pt x="92920" y="7903"/>
                    </a:cubicBezTo>
                    <a:lnTo>
                      <a:pt x="92829" y="7933"/>
                    </a:lnTo>
                    <a:cubicBezTo>
                      <a:pt x="92768" y="7933"/>
                      <a:pt x="92738" y="7964"/>
                      <a:pt x="92708" y="7994"/>
                    </a:cubicBezTo>
                    <a:lnTo>
                      <a:pt x="92647" y="8116"/>
                    </a:lnTo>
                    <a:cubicBezTo>
                      <a:pt x="92677" y="8207"/>
                      <a:pt x="92768" y="8298"/>
                      <a:pt x="92860" y="8329"/>
                    </a:cubicBezTo>
                    <a:lnTo>
                      <a:pt x="93042" y="8329"/>
                    </a:lnTo>
                    <a:cubicBezTo>
                      <a:pt x="93096" y="8274"/>
                      <a:pt x="93175" y="8172"/>
                      <a:pt x="93212" y="8172"/>
                    </a:cubicBezTo>
                    <a:cubicBezTo>
                      <a:pt x="93217" y="8172"/>
                      <a:pt x="93221" y="8173"/>
                      <a:pt x="93224" y="8177"/>
                    </a:cubicBezTo>
                    <a:cubicBezTo>
                      <a:pt x="93285" y="8207"/>
                      <a:pt x="93346" y="8268"/>
                      <a:pt x="93376" y="8329"/>
                    </a:cubicBezTo>
                    <a:cubicBezTo>
                      <a:pt x="93194" y="8420"/>
                      <a:pt x="92981" y="8450"/>
                      <a:pt x="92799" y="8481"/>
                    </a:cubicBezTo>
                    <a:cubicBezTo>
                      <a:pt x="92770" y="8486"/>
                      <a:pt x="92743" y="8489"/>
                      <a:pt x="92719" y="8489"/>
                    </a:cubicBezTo>
                    <a:cubicBezTo>
                      <a:pt x="92615" y="8489"/>
                      <a:pt x="92556" y="8444"/>
                      <a:pt x="92556" y="8420"/>
                    </a:cubicBezTo>
                    <a:cubicBezTo>
                      <a:pt x="92556" y="8359"/>
                      <a:pt x="92586" y="8298"/>
                      <a:pt x="92586" y="8237"/>
                    </a:cubicBezTo>
                    <a:cubicBezTo>
                      <a:pt x="92556" y="8146"/>
                      <a:pt x="92495" y="8085"/>
                      <a:pt x="92434" y="7994"/>
                    </a:cubicBezTo>
                    <a:lnTo>
                      <a:pt x="92373" y="7933"/>
                    </a:lnTo>
                    <a:lnTo>
                      <a:pt x="92282" y="7842"/>
                    </a:lnTo>
                    <a:cubicBezTo>
                      <a:pt x="92191" y="7842"/>
                      <a:pt x="92100" y="7873"/>
                      <a:pt x="92008" y="7903"/>
                    </a:cubicBezTo>
                    <a:lnTo>
                      <a:pt x="91857" y="7873"/>
                    </a:lnTo>
                    <a:cubicBezTo>
                      <a:pt x="91674" y="7873"/>
                      <a:pt x="91401" y="7842"/>
                      <a:pt x="91218" y="7812"/>
                    </a:cubicBezTo>
                    <a:lnTo>
                      <a:pt x="91066" y="7781"/>
                    </a:lnTo>
                    <a:lnTo>
                      <a:pt x="90945" y="7781"/>
                    </a:lnTo>
                    <a:lnTo>
                      <a:pt x="90671" y="7903"/>
                    </a:lnTo>
                    <a:cubicBezTo>
                      <a:pt x="90489" y="7812"/>
                      <a:pt x="90337" y="7599"/>
                      <a:pt x="90306" y="7386"/>
                    </a:cubicBezTo>
                    <a:cubicBezTo>
                      <a:pt x="90306" y="7326"/>
                      <a:pt x="90124" y="7204"/>
                      <a:pt x="89911" y="7143"/>
                    </a:cubicBezTo>
                    <a:lnTo>
                      <a:pt x="89729" y="7174"/>
                    </a:lnTo>
                    <a:lnTo>
                      <a:pt x="89577" y="7204"/>
                    </a:lnTo>
                    <a:cubicBezTo>
                      <a:pt x="89508" y="7238"/>
                      <a:pt x="89449" y="7255"/>
                      <a:pt x="89402" y="7255"/>
                    </a:cubicBezTo>
                    <a:cubicBezTo>
                      <a:pt x="89325" y="7255"/>
                      <a:pt x="89284" y="7208"/>
                      <a:pt x="89303" y="7113"/>
                    </a:cubicBezTo>
                    <a:lnTo>
                      <a:pt x="89303" y="7113"/>
                    </a:lnTo>
                    <a:lnTo>
                      <a:pt x="89030" y="7143"/>
                    </a:lnTo>
                    <a:cubicBezTo>
                      <a:pt x="89013" y="7147"/>
                      <a:pt x="88998" y="7149"/>
                      <a:pt x="88985" y="7149"/>
                    </a:cubicBezTo>
                    <a:cubicBezTo>
                      <a:pt x="88902" y="7149"/>
                      <a:pt x="88886" y="7074"/>
                      <a:pt x="88939" y="7022"/>
                    </a:cubicBezTo>
                    <a:cubicBezTo>
                      <a:pt x="88984" y="6976"/>
                      <a:pt x="89029" y="6898"/>
                      <a:pt x="89124" y="6898"/>
                    </a:cubicBezTo>
                    <a:cubicBezTo>
                      <a:pt x="89157" y="6898"/>
                      <a:pt x="89196" y="6907"/>
                      <a:pt x="89242" y="6930"/>
                    </a:cubicBezTo>
                    <a:cubicBezTo>
                      <a:pt x="89273" y="6961"/>
                      <a:pt x="89334" y="6991"/>
                      <a:pt x="89394" y="6991"/>
                    </a:cubicBezTo>
                    <a:lnTo>
                      <a:pt x="89546" y="6991"/>
                    </a:lnTo>
                    <a:cubicBezTo>
                      <a:pt x="89594" y="6995"/>
                      <a:pt x="89638" y="6997"/>
                      <a:pt x="89680" y="6997"/>
                    </a:cubicBezTo>
                    <a:cubicBezTo>
                      <a:pt x="89962" y="6997"/>
                      <a:pt x="90116" y="6911"/>
                      <a:pt x="90063" y="6778"/>
                    </a:cubicBezTo>
                    <a:lnTo>
                      <a:pt x="90063" y="6778"/>
                    </a:lnTo>
                    <a:lnTo>
                      <a:pt x="89850" y="6870"/>
                    </a:lnTo>
                    <a:cubicBezTo>
                      <a:pt x="89820" y="6885"/>
                      <a:pt x="89797" y="6890"/>
                      <a:pt x="89779" y="6890"/>
                    </a:cubicBezTo>
                    <a:cubicBezTo>
                      <a:pt x="89725" y="6890"/>
                      <a:pt x="89714" y="6839"/>
                      <a:pt x="89668" y="6839"/>
                    </a:cubicBezTo>
                    <a:cubicBezTo>
                      <a:pt x="89486" y="6771"/>
                      <a:pt x="89286" y="6737"/>
                      <a:pt x="89095" y="6737"/>
                    </a:cubicBezTo>
                    <a:cubicBezTo>
                      <a:pt x="89032" y="6737"/>
                      <a:pt x="88969" y="6740"/>
                      <a:pt x="88908" y="6748"/>
                    </a:cubicBezTo>
                    <a:cubicBezTo>
                      <a:pt x="88878" y="6748"/>
                      <a:pt x="88847" y="6718"/>
                      <a:pt x="88817" y="6718"/>
                    </a:cubicBezTo>
                    <a:lnTo>
                      <a:pt x="88665" y="6687"/>
                    </a:lnTo>
                    <a:cubicBezTo>
                      <a:pt x="88574" y="6870"/>
                      <a:pt x="88483" y="7052"/>
                      <a:pt x="88422" y="7234"/>
                    </a:cubicBezTo>
                    <a:cubicBezTo>
                      <a:pt x="88445" y="7303"/>
                      <a:pt x="88416" y="7337"/>
                      <a:pt x="88400" y="7337"/>
                    </a:cubicBezTo>
                    <a:cubicBezTo>
                      <a:pt x="88395" y="7337"/>
                      <a:pt x="88391" y="7333"/>
                      <a:pt x="88391" y="7326"/>
                    </a:cubicBezTo>
                    <a:cubicBezTo>
                      <a:pt x="88331" y="7234"/>
                      <a:pt x="88270" y="7143"/>
                      <a:pt x="88179" y="7082"/>
                    </a:cubicBezTo>
                    <a:lnTo>
                      <a:pt x="88300" y="6900"/>
                    </a:lnTo>
                    <a:lnTo>
                      <a:pt x="88361" y="6809"/>
                    </a:lnTo>
                    <a:cubicBezTo>
                      <a:pt x="88209" y="6778"/>
                      <a:pt x="87966" y="6748"/>
                      <a:pt x="87814" y="6748"/>
                    </a:cubicBezTo>
                    <a:lnTo>
                      <a:pt x="87783" y="6657"/>
                    </a:lnTo>
                    <a:cubicBezTo>
                      <a:pt x="87753" y="6566"/>
                      <a:pt x="87753" y="6505"/>
                      <a:pt x="87814" y="6444"/>
                    </a:cubicBezTo>
                    <a:lnTo>
                      <a:pt x="87875" y="6383"/>
                    </a:lnTo>
                    <a:cubicBezTo>
                      <a:pt x="87891" y="6380"/>
                      <a:pt x="87907" y="6378"/>
                      <a:pt x="87920" y="6378"/>
                    </a:cubicBezTo>
                    <a:cubicBezTo>
                      <a:pt x="88033" y="6378"/>
                      <a:pt x="88054" y="6478"/>
                      <a:pt x="88027" y="6505"/>
                    </a:cubicBezTo>
                    <a:cubicBezTo>
                      <a:pt x="88027" y="6535"/>
                      <a:pt x="88148" y="6596"/>
                      <a:pt x="88300" y="6657"/>
                    </a:cubicBezTo>
                    <a:lnTo>
                      <a:pt x="88300" y="6322"/>
                    </a:lnTo>
                    <a:cubicBezTo>
                      <a:pt x="88422" y="6322"/>
                      <a:pt x="88513" y="6292"/>
                      <a:pt x="88635" y="6262"/>
                    </a:cubicBezTo>
                    <a:cubicBezTo>
                      <a:pt x="88695" y="6262"/>
                      <a:pt x="88665" y="6201"/>
                      <a:pt x="88635" y="6140"/>
                    </a:cubicBezTo>
                    <a:lnTo>
                      <a:pt x="88391" y="6140"/>
                    </a:lnTo>
                    <a:cubicBezTo>
                      <a:pt x="88179" y="6140"/>
                      <a:pt x="87996" y="6019"/>
                      <a:pt x="88027" y="5988"/>
                    </a:cubicBezTo>
                    <a:cubicBezTo>
                      <a:pt x="88027" y="5958"/>
                      <a:pt x="88087" y="5958"/>
                      <a:pt x="88179" y="5958"/>
                    </a:cubicBezTo>
                    <a:lnTo>
                      <a:pt x="88239" y="5988"/>
                    </a:lnTo>
                    <a:cubicBezTo>
                      <a:pt x="88301" y="6009"/>
                      <a:pt x="88349" y="6071"/>
                      <a:pt x="88421" y="6071"/>
                    </a:cubicBezTo>
                    <a:cubicBezTo>
                      <a:pt x="88455" y="6071"/>
                      <a:pt x="88495" y="6058"/>
                      <a:pt x="88543" y="6019"/>
                    </a:cubicBezTo>
                    <a:cubicBezTo>
                      <a:pt x="88589" y="6003"/>
                      <a:pt x="88635" y="5996"/>
                      <a:pt x="88680" y="5996"/>
                    </a:cubicBezTo>
                    <a:cubicBezTo>
                      <a:pt x="88726" y="5996"/>
                      <a:pt x="88771" y="6003"/>
                      <a:pt x="88817" y="6019"/>
                    </a:cubicBezTo>
                    <a:cubicBezTo>
                      <a:pt x="88857" y="6043"/>
                      <a:pt x="88885" y="6052"/>
                      <a:pt x="88903" y="6052"/>
                    </a:cubicBezTo>
                    <a:cubicBezTo>
                      <a:pt x="88953" y="6052"/>
                      <a:pt x="88931" y="5980"/>
                      <a:pt x="88908" y="5958"/>
                    </a:cubicBezTo>
                    <a:lnTo>
                      <a:pt x="88847" y="5867"/>
                    </a:lnTo>
                    <a:cubicBezTo>
                      <a:pt x="88878" y="5806"/>
                      <a:pt x="88969" y="5684"/>
                      <a:pt x="89060" y="5563"/>
                    </a:cubicBezTo>
                    <a:lnTo>
                      <a:pt x="89212" y="5563"/>
                    </a:lnTo>
                    <a:cubicBezTo>
                      <a:pt x="89364" y="5563"/>
                      <a:pt x="89334" y="5441"/>
                      <a:pt x="89303" y="5411"/>
                    </a:cubicBezTo>
                    <a:cubicBezTo>
                      <a:pt x="89303" y="5380"/>
                      <a:pt x="89273" y="5350"/>
                      <a:pt x="89273" y="5350"/>
                    </a:cubicBezTo>
                    <a:lnTo>
                      <a:pt x="89425" y="5167"/>
                    </a:lnTo>
                    <a:cubicBezTo>
                      <a:pt x="89394" y="5015"/>
                      <a:pt x="89303" y="4863"/>
                      <a:pt x="89182" y="4803"/>
                    </a:cubicBezTo>
                    <a:cubicBezTo>
                      <a:pt x="89030" y="4833"/>
                      <a:pt x="88908" y="4863"/>
                      <a:pt x="88756" y="4924"/>
                    </a:cubicBezTo>
                    <a:lnTo>
                      <a:pt x="88574" y="4803"/>
                    </a:lnTo>
                    <a:cubicBezTo>
                      <a:pt x="88483" y="4803"/>
                      <a:pt x="88422" y="4833"/>
                      <a:pt x="88361" y="4863"/>
                    </a:cubicBezTo>
                    <a:lnTo>
                      <a:pt x="88300" y="4955"/>
                    </a:lnTo>
                    <a:cubicBezTo>
                      <a:pt x="88300" y="5046"/>
                      <a:pt x="88087" y="5046"/>
                      <a:pt x="88027" y="5046"/>
                    </a:cubicBezTo>
                    <a:cubicBezTo>
                      <a:pt x="87935" y="5015"/>
                      <a:pt x="87875" y="4833"/>
                      <a:pt x="87875" y="4772"/>
                    </a:cubicBezTo>
                    <a:cubicBezTo>
                      <a:pt x="87875" y="4712"/>
                      <a:pt x="87783" y="4651"/>
                      <a:pt x="87753" y="4651"/>
                    </a:cubicBezTo>
                    <a:cubicBezTo>
                      <a:pt x="87723" y="4651"/>
                      <a:pt x="87692" y="4499"/>
                      <a:pt x="87632" y="4499"/>
                    </a:cubicBezTo>
                    <a:cubicBezTo>
                      <a:pt x="87540" y="4499"/>
                      <a:pt x="87540" y="4468"/>
                      <a:pt x="87601" y="4468"/>
                    </a:cubicBezTo>
                    <a:lnTo>
                      <a:pt x="87632" y="4468"/>
                    </a:lnTo>
                    <a:lnTo>
                      <a:pt x="88027" y="4499"/>
                    </a:lnTo>
                    <a:cubicBezTo>
                      <a:pt x="88118" y="4377"/>
                      <a:pt x="88239" y="4256"/>
                      <a:pt x="88361" y="4134"/>
                    </a:cubicBezTo>
                    <a:cubicBezTo>
                      <a:pt x="88422" y="4134"/>
                      <a:pt x="88361" y="4073"/>
                      <a:pt x="88209" y="4073"/>
                    </a:cubicBezTo>
                    <a:lnTo>
                      <a:pt x="88209" y="4043"/>
                    </a:lnTo>
                    <a:cubicBezTo>
                      <a:pt x="88148" y="3936"/>
                      <a:pt x="88057" y="3906"/>
                      <a:pt x="87966" y="3906"/>
                    </a:cubicBezTo>
                    <a:cubicBezTo>
                      <a:pt x="87875" y="3906"/>
                      <a:pt x="87783" y="3936"/>
                      <a:pt x="87723" y="3952"/>
                    </a:cubicBezTo>
                    <a:lnTo>
                      <a:pt x="87510" y="4043"/>
                    </a:lnTo>
                    <a:cubicBezTo>
                      <a:pt x="87419" y="3952"/>
                      <a:pt x="87388" y="3830"/>
                      <a:pt x="87419" y="3708"/>
                    </a:cubicBezTo>
                    <a:cubicBezTo>
                      <a:pt x="87449" y="3648"/>
                      <a:pt x="87480" y="3648"/>
                      <a:pt x="87510" y="3648"/>
                    </a:cubicBezTo>
                    <a:cubicBezTo>
                      <a:pt x="87488" y="3756"/>
                      <a:pt x="87560" y="3772"/>
                      <a:pt x="87646" y="3772"/>
                    </a:cubicBezTo>
                    <a:cubicBezTo>
                      <a:pt x="87681" y="3772"/>
                      <a:pt x="87718" y="3769"/>
                      <a:pt x="87753" y="3769"/>
                    </a:cubicBezTo>
                    <a:lnTo>
                      <a:pt x="87966" y="3739"/>
                    </a:lnTo>
                    <a:cubicBezTo>
                      <a:pt x="87844" y="3678"/>
                      <a:pt x="87753" y="3587"/>
                      <a:pt x="87662" y="3496"/>
                    </a:cubicBezTo>
                    <a:lnTo>
                      <a:pt x="87723" y="3435"/>
                    </a:lnTo>
                    <a:cubicBezTo>
                      <a:pt x="87753" y="3344"/>
                      <a:pt x="87783" y="3283"/>
                      <a:pt x="87814" y="3192"/>
                    </a:cubicBezTo>
                    <a:lnTo>
                      <a:pt x="87814" y="3161"/>
                    </a:lnTo>
                    <a:cubicBezTo>
                      <a:pt x="87814" y="3161"/>
                      <a:pt x="87723" y="3192"/>
                      <a:pt x="87632" y="3283"/>
                    </a:cubicBezTo>
                    <a:lnTo>
                      <a:pt x="87601" y="3283"/>
                    </a:lnTo>
                    <a:cubicBezTo>
                      <a:pt x="87419" y="3253"/>
                      <a:pt x="87510" y="3161"/>
                      <a:pt x="87571" y="3101"/>
                    </a:cubicBezTo>
                    <a:cubicBezTo>
                      <a:pt x="87540" y="3009"/>
                      <a:pt x="87480" y="2918"/>
                      <a:pt x="87419" y="2857"/>
                    </a:cubicBezTo>
                    <a:lnTo>
                      <a:pt x="87236" y="2857"/>
                    </a:lnTo>
                    <a:cubicBezTo>
                      <a:pt x="87084" y="2857"/>
                      <a:pt x="86963" y="2857"/>
                      <a:pt x="86963" y="2705"/>
                    </a:cubicBezTo>
                    <a:lnTo>
                      <a:pt x="86841" y="2705"/>
                    </a:lnTo>
                    <a:lnTo>
                      <a:pt x="86750" y="2918"/>
                    </a:lnTo>
                    <a:cubicBezTo>
                      <a:pt x="86537" y="2888"/>
                      <a:pt x="86446" y="2705"/>
                      <a:pt x="86446" y="2645"/>
                    </a:cubicBezTo>
                    <a:cubicBezTo>
                      <a:pt x="86507" y="2553"/>
                      <a:pt x="86568" y="2493"/>
                      <a:pt x="86628" y="2462"/>
                    </a:cubicBezTo>
                    <a:lnTo>
                      <a:pt x="86659" y="2462"/>
                    </a:lnTo>
                    <a:lnTo>
                      <a:pt x="86811" y="2523"/>
                    </a:lnTo>
                    <a:cubicBezTo>
                      <a:pt x="86963" y="2493"/>
                      <a:pt x="87054" y="2341"/>
                      <a:pt x="87054" y="2280"/>
                    </a:cubicBezTo>
                    <a:cubicBezTo>
                      <a:pt x="87024" y="2249"/>
                      <a:pt x="87054" y="2189"/>
                      <a:pt x="87115" y="2158"/>
                    </a:cubicBezTo>
                    <a:cubicBezTo>
                      <a:pt x="87267" y="2097"/>
                      <a:pt x="87388" y="1976"/>
                      <a:pt x="87510" y="1854"/>
                    </a:cubicBezTo>
                    <a:cubicBezTo>
                      <a:pt x="87540" y="1733"/>
                      <a:pt x="87571" y="1611"/>
                      <a:pt x="87540" y="1520"/>
                    </a:cubicBezTo>
                    <a:lnTo>
                      <a:pt x="87115" y="1520"/>
                    </a:lnTo>
                    <a:cubicBezTo>
                      <a:pt x="87024" y="1277"/>
                      <a:pt x="87358" y="942"/>
                      <a:pt x="87480" y="882"/>
                    </a:cubicBezTo>
                    <a:cubicBezTo>
                      <a:pt x="87601" y="851"/>
                      <a:pt x="87601" y="730"/>
                      <a:pt x="87480" y="669"/>
                    </a:cubicBezTo>
                    <a:lnTo>
                      <a:pt x="87358" y="608"/>
                    </a:lnTo>
                    <a:cubicBezTo>
                      <a:pt x="87267" y="547"/>
                      <a:pt x="87358" y="487"/>
                      <a:pt x="87358" y="456"/>
                    </a:cubicBezTo>
                    <a:cubicBezTo>
                      <a:pt x="87388" y="426"/>
                      <a:pt x="87328" y="335"/>
                      <a:pt x="87297" y="304"/>
                    </a:cubicBezTo>
                    <a:cubicBezTo>
                      <a:pt x="87252" y="243"/>
                      <a:pt x="87229" y="213"/>
                      <a:pt x="87202" y="213"/>
                    </a:cubicBezTo>
                    <a:cubicBezTo>
                      <a:pt x="87176" y="213"/>
                      <a:pt x="87145" y="243"/>
                      <a:pt x="87084" y="304"/>
                    </a:cubicBezTo>
                    <a:lnTo>
                      <a:pt x="87024" y="304"/>
                    </a:lnTo>
                    <a:cubicBezTo>
                      <a:pt x="87007" y="312"/>
                      <a:pt x="86991" y="316"/>
                      <a:pt x="86975" y="316"/>
                    </a:cubicBezTo>
                    <a:cubicBezTo>
                      <a:pt x="86932" y="316"/>
                      <a:pt x="86894" y="288"/>
                      <a:pt x="86872" y="243"/>
                    </a:cubicBezTo>
                    <a:lnTo>
                      <a:pt x="86872" y="213"/>
                    </a:lnTo>
                    <a:lnTo>
                      <a:pt x="86872" y="183"/>
                    </a:lnTo>
                    <a:cubicBezTo>
                      <a:pt x="86932" y="91"/>
                      <a:pt x="86872" y="91"/>
                      <a:pt x="86750" y="91"/>
                    </a:cubicBezTo>
                    <a:lnTo>
                      <a:pt x="86598" y="91"/>
                    </a:lnTo>
                    <a:cubicBezTo>
                      <a:pt x="86591" y="95"/>
                      <a:pt x="86581" y="96"/>
                      <a:pt x="86568" y="96"/>
                    </a:cubicBezTo>
                    <a:cubicBezTo>
                      <a:pt x="86466" y="96"/>
                      <a:pt x="86189" y="0"/>
                      <a:pt x="860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 name="Google Shape;891;p17"/>
            <p:cNvSpPr/>
            <p:nvPr/>
          </p:nvSpPr>
          <p:spPr>
            <a:xfrm>
              <a:off x="2235499" y="2353622"/>
              <a:ext cx="4888092" cy="895776"/>
            </a:xfrm>
            <a:custGeom>
              <a:rect b="b" l="l" r="r" t="t"/>
              <a:pathLst>
                <a:path extrusionOk="0" h="14493" w="97845">
                  <a:moveTo>
                    <a:pt x="35807" y="416"/>
                  </a:moveTo>
                  <a:cubicBezTo>
                    <a:pt x="35807" y="416"/>
                    <a:pt x="35807" y="417"/>
                    <a:pt x="35807" y="419"/>
                  </a:cubicBezTo>
                  <a:cubicBezTo>
                    <a:pt x="35807" y="419"/>
                    <a:pt x="35807" y="419"/>
                    <a:pt x="35807" y="419"/>
                  </a:cubicBezTo>
                  <a:lnTo>
                    <a:pt x="35807" y="419"/>
                  </a:lnTo>
                  <a:cubicBezTo>
                    <a:pt x="35807" y="417"/>
                    <a:pt x="35807" y="416"/>
                    <a:pt x="35807" y="416"/>
                  </a:cubicBezTo>
                  <a:close/>
                  <a:moveTo>
                    <a:pt x="57357" y="1331"/>
                  </a:moveTo>
                  <a:lnTo>
                    <a:pt x="57346" y="1332"/>
                  </a:lnTo>
                  <a:lnTo>
                    <a:pt x="57346" y="1332"/>
                  </a:lnTo>
                  <a:cubicBezTo>
                    <a:pt x="57353" y="1343"/>
                    <a:pt x="57358" y="1349"/>
                    <a:pt x="57360" y="1349"/>
                  </a:cubicBezTo>
                  <a:cubicBezTo>
                    <a:pt x="57362" y="1349"/>
                    <a:pt x="57362" y="1343"/>
                    <a:pt x="57357" y="1331"/>
                  </a:cubicBezTo>
                  <a:close/>
                  <a:moveTo>
                    <a:pt x="70691" y="1361"/>
                  </a:moveTo>
                  <a:cubicBezTo>
                    <a:pt x="70701" y="1374"/>
                    <a:pt x="70707" y="1380"/>
                    <a:pt x="70708" y="1380"/>
                  </a:cubicBezTo>
                  <a:cubicBezTo>
                    <a:pt x="70710" y="1380"/>
                    <a:pt x="70708" y="1374"/>
                    <a:pt x="70701" y="1361"/>
                  </a:cubicBezTo>
                  <a:close/>
                  <a:moveTo>
                    <a:pt x="96098" y="883"/>
                  </a:moveTo>
                  <a:cubicBezTo>
                    <a:pt x="96127" y="883"/>
                    <a:pt x="96153" y="897"/>
                    <a:pt x="96173" y="936"/>
                  </a:cubicBezTo>
                  <a:cubicBezTo>
                    <a:pt x="96264" y="1057"/>
                    <a:pt x="96112" y="1057"/>
                    <a:pt x="96021" y="1057"/>
                  </a:cubicBezTo>
                  <a:lnTo>
                    <a:pt x="95990" y="1057"/>
                  </a:lnTo>
                  <a:cubicBezTo>
                    <a:pt x="95930" y="1088"/>
                    <a:pt x="95869" y="1148"/>
                    <a:pt x="95899" y="1209"/>
                  </a:cubicBezTo>
                  <a:cubicBezTo>
                    <a:pt x="95869" y="1300"/>
                    <a:pt x="95808" y="1392"/>
                    <a:pt x="95747" y="1452"/>
                  </a:cubicBezTo>
                  <a:cubicBezTo>
                    <a:pt x="95717" y="1452"/>
                    <a:pt x="95747" y="1361"/>
                    <a:pt x="95808" y="1240"/>
                  </a:cubicBezTo>
                  <a:lnTo>
                    <a:pt x="95686" y="1148"/>
                  </a:lnTo>
                  <a:cubicBezTo>
                    <a:pt x="95686" y="1148"/>
                    <a:pt x="95717" y="1088"/>
                    <a:pt x="95747" y="1057"/>
                  </a:cubicBezTo>
                  <a:cubicBezTo>
                    <a:pt x="95778" y="1027"/>
                    <a:pt x="95838" y="996"/>
                    <a:pt x="95899" y="966"/>
                  </a:cubicBezTo>
                  <a:cubicBezTo>
                    <a:pt x="95961" y="945"/>
                    <a:pt x="96037" y="883"/>
                    <a:pt x="96098" y="883"/>
                  </a:cubicBezTo>
                  <a:close/>
                  <a:moveTo>
                    <a:pt x="68785" y="1209"/>
                  </a:moveTo>
                  <a:cubicBezTo>
                    <a:pt x="68790" y="1209"/>
                    <a:pt x="68744" y="1337"/>
                    <a:pt x="68634" y="1513"/>
                  </a:cubicBezTo>
                  <a:lnTo>
                    <a:pt x="68634" y="1756"/>
                  </a:lnTo>
                  <a:lnTo>
                    <a:pt x="68634" y="1787"/>
                  </a:lnTo>
                  <a:cubicBezTo>
                    <a:pt x="68513" y="1817"/>
                    <a:pt x="68543" y="1878"/>
                    <a:pt x="68603" y="1908"/>
                  </a:cubicBezTo>
                  <a:lnTo>
                    <a:pt x="68603" y="1908"/>
                  </a:lnTo>
                  <a:cubicBezTo>
                    <a:pt x="68552" y="1906"/>
                    <a:pt x="68197" y="1892"/>
                    <a:pt x="68118" y="1787"/>
                  </a:cubicBezTo>
                  <a:cubicBezTo>
                    <a:pt x="68026" y="1665"/>
                    <a:pt x="68057" y="1544"/>
                    <a:pt x="68148" y="1544"/>
                  </a:cubicBezTo>
                  <a:lnTo>
                    <a:pt x="68239" y="1544"/>
                  </a:lnTo>
                  <a:cubicBezTo>
                    <a:pt x="68300" y="1544"/>
                    <a:pt x="68269" y="1452"/>
                    <a:pt x="68239" y="1452"/>
                  </a:cubicBezTo>
                  <a:cubicBezTo>
                    <a:pt x="68209" y="1422"/>
                    <a:pt x="68665" y="1392"/>
                    <a:pt x="68756" y="1270"/>
                  </a:cubicBezTo>
                  <a:cubicBezTo>
                    <a:pt x="68773" y="1228"/>
                    <a:pt x="68782" y="1209"/>
                    <a:pt x="68785" y="1209"/>
                  </a:cubicBezTo>
                  <a:close/>
                  <a:moveTo>
                    <a:pt x="62190" y="1483"/>
                  </a:moveTo>
                  <a:cubicBezTo>
                    <a:pt x="62251" y="1483"/>
                    <a:pt x="62373" y="1483"/>
                    <a:pt x="62373" y="1513"/>
                  </a:cubicBezTo>
                  <a:cubicBezTo>
                    <a:pt x="62464" y="1604"/>
                    <a:pt x="62525" y="1726"/>
                    <a:pt x="62555" y="1847"/>
                  </a:cubicBezTo>
                  <a:lnTo>
                    <a:pt x="62555" y="1908"/>
                  </a:lnTo>
                  <a:cubicBezTo>
                    <a:pt x="62505" y="1958"/>
                    <a:pt x="62445" y="1981"/>
                    <a:pt x="62387" y="1981"/>
                  </a:cubicBezTo>
                  <a:cubicBezTo>
                    <a:pt x="62339" y="1981"/>
                    <a:pt x="62292" y="1966"/>
                    <a:pt x="62251" y="1939"/>
                  </a:cubicBezTo>
                  <a:lnTo>
                    <a:pt x="62342" y="1817"/>
                  </a:lnTo>
                  <a:cubicBezTo>
                    <a:pt x="62342" y="1787"/>
                    <a:pt x="62130" y="1726"/>
                    <a:pt x="62160" y="1604"/>
                  </a:cubicBezTo>
                  <a:cubicBezTo>
                    <a:pt x="62160" y="1574"/>
                    <a:pt x="62130" y="1513"/>
                    <a:pt x="62190" y="1483"/>
                  </a:cubicBezTo>
                  <a:close/>
                  <a:moveTo>
                    <a:pt x="77236" y="2060"/>
                  </a:moveTo>
                  <a:cubicBezTo>
                    <a:pt x="77297" y="2060"/>
                    <a:pt x="77479" y="2121"/>
                    <a:pt x="77510" y="2182"/>
                  </a:cubicBezTo>
                  <a:lnTo>
                    <a:pt x="77479" y="2182"/>
                  </a:lnTo>
                  <a:cubicBezTo>
                    <a:pt x="77388" y="2243"/>
                    <a:pt x="77297" y="2303"/>
                    <a:pt x="77206" y="2364"/>
                  </a:cubicBezTo>
                  <a:cubicBezTo>
                    <a:pt x="77178" y="2383"/>
                    <a:pt x="77161" y="2390"/>
                    <a:pt x="77149" y="2390"/>
                  </a:cubicBezTo>
                  <a:cubicBezTo>
                    <a:pt x="77122" y="2390"/>
                    <a:pt x="77117" y="2355"/>
                    <a:pt x="77054" y="2334"/>
                  </a:cubicBezTo>
                  <a:cubicBezTo>
                    <a:pt x="76963" y="2273"/>
                    <a:pt x="77023" y="2243"/>
                    <a:pt x="77054" y="2212"/>
                  </a:cubicBezTo>
                  <a:lnTo>
                    <a:pt x="77084" y="2182"/>
                  </a:lnTo>
                  <a:cubicBezTo>
                    <a:pt x="77115" y="2121"/>
                    <a:pt x="77175" y="2060"/>
                    <a:pt x="77236" y="2060"/>
                  </a:cubicBezTo>
                  <a:close/>
                  <a:moveTo>
                    <a:pt x="53398" y="2234"/>
                  </a:moveTo>
                  <a:cubicBezTo>
                    <a:pt x="53436" y="2234"/>
                    <a:pt x="53436" y="2283"/>
                    <a:pt x="53436" y="2303"/>
                  </a:cubicBezTo>
                  <a:cubicBezTo>
                    <a:pt x="53436" y="2384"/>
                    <a:pt x="53490" y="2384"/>
                    <a:pt x="53544" y="2384"/>
                  </a:cubicBezTo>
                  <a:lnTo>
                    <a:pt x="53544" y="2384"/>
                  </a:lnTo>
                  <a:cubicBezTo>
                    <a:pt x="53571" y="2384"/>
                    <a:pt x="53598" y="2384"/>
                    <a:pt x="53619" y="2395"/>
                  </a:cubicBezTo>
                  <a:lnTo>
                    <a:pt x="53680" y="2425"/>
                  </a:lnTo>
                  <a:cubicBezTo>
                    <a:pt x="53740" y="2486"/>
                    <a:pt x="53497" y="2547"/>
                    <a:pt x="53406" y="2547"/>
                  </a:cubicBezTo>
                  <a:cubicBezTo>
                    <a:pt x="53315" y="2547"/>
                    <a:pt x="53315" y="2516"/>
                    <a:pt x="53376" y="2455"/>
                  </a:cubicBezTo>
                  <a:lnTo>
                    <a:pt x="53254" y="2364"/>
                  </a:lnTo>
                  <a:cubicBezTo>
                    <a:pt x="53254" y="2364"/>
                    <a:pt x="53284" y="2303"/>
                    <a:pt x="53315" y="2273"/>
                  </a:cubicBezTo>
                  <a:cubicBezTo>
                    <a:pt x="53353" y="2244"/>
                    <a:pt x="53380" y="2234"/>
                    <a:pt x="53398" y="2234"/>
                  </a:cubicBezTo>
                  <a:close/>
                  <a:moveTo>
                    <a:pt x="31344" y="2352"/>
                  </a:moveTo>
                  <a:cubicBezTo>
                    <a:pt x="31406" y="2352"/>
                    <a:pt x="31466" y="2367"/>
                    <a:pt x="31521" y="2395"/>
                  </a:cubicBezTo>
                  <a:cubicBezTo>
                    <a:pt x="31582" y="2455"/>
                    <a:pt x="31491" y="2759"/>
                    <a:pt x="31399" y="2820"/>
                  </a:cubicBezTo>
                  <a:lnTo>
                    <a:pt x="31278" y="2820"/>
                  </a:lnTo>
                  <a:cubicBezTo>
                    <a:pt x="31248" y="2790"/>
                    <a:pt x="31187" y="2759"/>
                    <a:pt x="31126" y="2729"/>
                  </a:cubicBezTo>
                  <a:cubicBezTo>
                    <a:pt x="31004" y="2668"/>
                    <a:pt x="30944" y="2547"/>
                    <a:pt x="31035" y="2486"/>
                  </a:cubicBezTo>
                  <a:lnTo>
                    <a:pt x="31126" y="2425"/>
                  </a:lnTo>
                  <a:cubicBezTo>
                    <a:pt x="31193" y="2375"/>
                    <a:pt x="31269" y="2352"/>
                    <a:pt x="31344" y="2352"/>
                  </a:cubicBezTo>
                  <a:close/>
                  <a:moveTo>
                    <a:pt x="70129" y="2598"/>
                  </a:moveTo>
                  <a:cubicBezTo>
                    <a:pt x="70139" y="2598"/>
                    <a:pt x="70147" y="2601"/>
                    <a:pt x="70154" y="2607"/>
                  </a:cubicBezTo>
                  <a:cubicBezTo>
                    <a:pt x="70215" y="2638"/>
                    <a:pt x="70093" y="2851"/>
                    <a:pt x="70032" y="2911"/>
                  </a:cubicBezTo>
                  <a:cubicBezTo>
                    <a:pt x="69994" y="2950"/>
                    <a:pt x="69961" y="2966"/>
                    <a:pt x="69936" y="2966"/>
                  </a:cubicBezTo>
                  <a:cubicBezTo>
                    <a:pt x="69901" y="2966"/>
                    <a:pt x="69880" y="2934"/>
                    <a:pt x="69880" y="2881"/>
                  </a:cubicBezTo>
                  <a:cubicBezTo>
                    <a:pt x="69880" y="2800"/>
                    <a:pt x="70049" y="2598"/>
                    <a:pt x="70129" y="2598"/>
                  </a:cubicBezTo>
                  <a:close/>
                  <a:moveTo>
                    <a:pt x="95605" y="3697"/>
                  </a:moveTo>
                  <a:cubicBezTo>
                    <a:pt x="95638" y="3697"/>
                    <a:pt x="95690" y="3815"/>
                    <a:pt x="95717" y="4006"/>
                  </a:cubicBezTo>
                  <a:lnTo>
                    <a:pt x="95869" y="4158"/>
                  </a:lnTo>
                  <a:cubicBezTo>
                    <a:pt x="95838" y="4188"/>
                    <a:pt x="95778" y="4218"/>
                    <a:pt x="95747" y="4218"/>
                  </a:cubicBezTo>
                  <a:cubicBezTo>
                    <a:pt x="95747" y="4228"/>
                    <a:pt x="95744" y="4232"/>
                    <a:pt x="95738" y="4232"/>
                  </a:cubicBezTo>
                  <a:cubicBezTo>
                    <a:pt x="95727" y="4232"/>
                    <a:pt x="95707" y="4218"/>
                    <a:pt x="95686" y="4218"/>
                  </a:cubicBezTo>
                  <a:lnTo>
                    <a:pt x="95474" y="4127"/>
                  </a:lnTo>
                  <a:cubicBezTo>
                    <a:pt x="95474" y="3975"/>
                    <a:pt x="95504" y="3823"/>
                    <a:pt x="95595" y="3702"/>
                  </a:cubicBezTo>
                  <a:cubicBezTo>
                    <a:pt x="95598" y="3699"/>
                    <a:pt x="95602" y="3697"/>
                    <a:pt x="95605" y="3697"/>
                  </a:cubicBezTo>
                  <a:close/>
                  <a:moveTo>
                    <a:pt x="7552" y="4240"/>
                  </a:moveTo>
                  <a:cubicBezTo>
                    <a:pt x="7603" y="4240"/>
                    <a:pt x="7746" y="4473"/>
                    <a:pt x="7691" y="4583"/>
                  </a:cubicBezTo>
                  <a:cubicBezTo>
                    <a:pt x="7664" y="4623"/>
                    <a:pt x="7626" y="4645"/>
                    <a:pt x="7582" y="4645"/>
                  </a:cubicBezTo>
                  <a:cubicBezTo>
                    <a:pt x="7524" y="4645"/>
                    <a:pt x="7455" y="4608"/>
                    <a:pt x="7387" y="4522"/>
                  </a:cubicBezTo>
                  <a:lnTo>
                    <a:pt x="7265" y="4492"/>
                  </a:lnTo>
                  <a:lnTo>
                    <a:pt x="7053" y="4431"/>
                  </a:lnTo>
                  <a:cubicBezTo>
                    <a:pt x="7128" y="4330"/>
                    <a:pt x="7204" y="4271"/>
                    <a:pt x="7227" y="4271"/>
                  </a:cubicBezTo>
                  <a:cubicBezTo>
                    <a:pt x="7232" y="4271"/>
                    <a:pt x="7235" y="4274"/>
                    <a:pt x="7235" y="4279"/>
                  </a:cubicBezTo>
                  <a:cubicBezTo>
                    <a:pt x="7247" y="4292"/>
                    <a:pt x="7291" y="4299"/>
                    <a:pt x="7343" y="4299"/>
                  </a:cubicBezTo>
                  <a:cubicBezTo>
                    <a:pt x="7415" y="4299"/>
                    <a:pt x="7503" y="4284"/>
                    <a:pt x="7539" y="4249"/>
                  </a:cubicBezTo>
                  <a:cubicBezTo>
                    <a:pt x="7542" y="4243"/>
                    <a:pt x="7546" y="4240"/>
                    <a:pt x="7552" y="4240"/>
                  </a:cubicBezTo>
                  <a:close/>
                  <a:moveTo>
                    <a:pt x="45691" y="4754"/>
                  </a:moveTo>
                  <a:cubicBezTo>
                    <a:pt x="45811" y="4754"/>
                    <a:pt x="45939" y="4782"/>
                    <a:pt x="46050" y="4826"/>
                  </a:cubicBezTo>
                  <a:cubicBezTo>
                    <a:pt x="46081" y="4887"/>
                    <a:pt x="46172" y="5069"/>
                    <a:pt x="46081" y="5069"/>
                  </a:cubicBezTo>
                  <a:lnTo>
                    <a:pt x="46020" y="5069"/>
                  </a:lnTo>
                  <a:cubicBezTo>
                    <a:pt x="45868" y="5069"/>
                    <a:pt x="45655" y="5009"/>
                    <a:pt x="45625" y="4917"/>
                  </a:cubicBezTo>
                  <a:lnTo>
                    <a:pt x="45564" y="4765"/>
                  </a:lnTo>
                  <a:cubicBezTo>
                    <a:pt x="45605" y="4757"/>
                    <a:pt x="45648" y="4754"/>
                    <a:pt x="45691" y="4754"/>
                  </a:cubicBezTo>
                  <a:close/>
                  <a:moveTo>
                    <a:pt x="14439" y="5586"/>
                  </a:moveTo>
                  <a:lnTo>
                    <a:pt x="14499" y="5647"/>
                  </a:lnTo>
                  <a:cubicBezTo>
                    <a:pt x="14530" y="5708"/>
                    <a:pt x="14530" y="5769"/>
                    <a:pt x="14499" y="5769"/>
                  </a:cubicBezTo>
                  <a:lnTo>
                    <a:pt x="14439" y="5769"/>
                  </a:lnTo>
                  <a:cubicBezTo>
                    <a:pt x="14439" y="5738"/>
                    <a:pt x="14378" y="5738"/>
                    <a:pt x="14378" y="5738"/>
                  </a:cubicBezTo>
                  <a:lnTo>
                    <a:pt x="14044" y="5890"/>
                  </a:lnTo>
                  <a:cubicBezTo>
                    <a:pt x="13892" y="5829"/>
                    <a:pt x="14074" y="5677"/>
                    <a:pt x="14135" y="5677"/>
                  </a:cubicBezTo>
                  <a:cubicBezTo>
                    <a:pt x="14150" y="5693"/>
                    <a:pt x="14173" y="5700"/>
                    <a:pt x="14196" y="5700"/>
                  </a:cubicBezTo>
                  <a:cubicBezTo>
                    <a:pt x="14218" y="5700"/>
                    <a:pt x="14241" y="5693"/>
                    <a:pt x="14256" y="5677"/>
                  </a:cubicBezTo>
                  <a:cubicBezTo>
                    <a:pt x="14317" y="5647"/>
                    <a:pt x="14378" y="5617"/>
                    <a:pt x="14439" y="5586"/>
                  </a:cubicBezTo>
                  <a:close/>
                  <a:moveTo>
                    <a:pt x="12159" y="5738"/>
                  </a:moveTo>
                  <a:cubicBezTo>
                    <a:pt x="12189" y="5738"/>
                    <a:pt x="12250" y="5769"/>
                    <a:pt x="12281" y="5799"/>
                  </a:cubicBezTo>
                  <a:cubicBezTo>
                    <a:pt x="12311" y="5799"/>
                    <a:pt x="12281" y="5860"/>
                    <a:pt x="12281" y="5860"/>
                  </a:cubicBezTo>
                  <a:lnTo>
                    <a:pt x="12129" y="5951"/>
                  </a:lnTo>
                  <a:cubicBezTo>
                    <a:pt x="12004" y="6026"/>
                    <a:pt x="11858" y="6080"/>
                    <a:pt x="11709" y="6080"/>
                  </a:cubicBezTo>
                  <a:cubicBezTo>
                    <a:pt x="11676" y="6080"/>
                    <a:pt x="11644" y="6078"/>
                    <a:pt x="11612" y="6072"/>
                  </a:cubicBezTo>
                  <a:cubicBezTo>
                    <a:pt x="11551" y="6042"/>
                    <a:pt x="11733" y="5951"/>
                    <a:pt x="11977" y="5829"/>
                  </a:cubicBezTo>
                  <a:lnTo>
                    <a:pt x="12159" y="5738"/>
                  </a:lnTo>
                  <a:close/>
                  <a:moveTo>
                    <a:pt x="4986" y="5708"/>
                  </a:moveTo>
                  <a:cubicBezTo>
                    <a:pt x="5107" y="5738"/>
                    <a:pt x="5198" y="5769"/>
                    <a:pt x="5198" y="5829"/>
                  </a:cubicBezTo>
                  <a:cubicBezTo>
                    <a:pt x="5198" y="5860"/>
                    <a:pt x="5016" y="6042"/>
                    <a:pt x="4986" y="6103"/>
                  </a:cubicBezTo>
                  <a:cubicBezTo>
                    <a:pt x="4975" y="6123"/>
                    <a:pt x="4962" y="6133"/>
                    <a:pt x="4945" y="6133"/>
                  </a:cubicBezTo>
                  <a:cubicBezTo>
                    <a:pt x="4911" y="6133"/>
                    <a:pt x="4864" y="6093"/>
                    <a:pt x="4803" y="6012"/>
                  </a:cubicBezTo>
                  <a:lnTo>
                    <a:pt x="4803" y="5951"/>
                  </a:lnTo>
                  <a:cubicBezTo>
                    <a:pt x="4834" y="5860"/>
                    <a:pt x="4894" y="5799"/>
                    <a:pt x="4955" y="5738"/>
                  </a:cubicBezTo>
                  <a:lnTo>
                    <a:pt x="4986" y="5708"/>
                  </a:lnTo>
                  <a:close/>
                  <a:moveTo>
                    <a:pt x="96285" y="5509"/>
                  </a:moveTo>
                  <a:cubicBezTo>
                    <a:pt x="96318" y="5509"/>
                    <a:pt x="96315" y="5548"/>
                    <a:pt x="96264" y="5617"/>
                  </a:cubicBezTo>
                  <a:lnTo>
                    <a:pt x="96294" y="5769"/>
                  </a:lnTo>
                  <a:lnTo>
                    <a:pt x="96325" y="5920"/>
                  </a:lnTo>
                  <a:cubicBezTo>
                    <a:pt x="96219" y="6026"/>
                    <a:pt x="96136" y="6109"/>
                    <a:pt x="96117" y="6109"/>
                  </a:cubicBezTo>
                  <a:cubicBezTo>
                    <a:pt x="96114" y="6109"/>
                    <a:pt x="96112" y="6107"/>
                    <a:pt x="96112" y="6103"/>
                  </a:cubicBezTo>
                  <a:cubicBezTo>
                    <a:pt x="96099" y="6090"/>
                    <a:pt x="96066" y="6083"/>
                    <a:pt x="96027" y="6083"/>
                  </a:cubicBezTo>
                  <a:cubicBezTo>
                    <a:pt x="95971" y="6083"/>
                    <a:pt x="95904" y="6098"/>
                    <a:pt x="95869" y="6133"/>
                  </a:cubicBezTo>
                  <a:cubicBezTo>
                    <a:pt x="95867" y="6134"/>
                    <a:pt x="95865" y="6135"/>
                    <a:pt x="95864" y="6135"/>
                  </a:cubicBezTo>
                  <a:cubicBezTo>
                    <a:pt x="95820" y="6135"/>
                    <a:pt x="95995" y="5704"/>
                    <a:pt x="96142" y="5586"/>
                  </a:cubicBezTo>
                  <a:cubicBezTo>
                    <a:pt x="96209" y="5533"/>
                    <a:pt x="96258" y="5509"/>
                    <a:pt x="96285" y="5509"/>
                  </a:cubicBezTo>
                  <a:close/>
                  <a:moveTo>
                    <a:pt x="8731" y="6039"/>
                  </a:moveTo>
                  <a:cubicBezTo>
                    <a:pt x="8771" y="6039"/>
                    <a:pt x="8905" y="6204"/>
                    <a:pt x="8995" y="6204"/>
                  </a:cubicBezTo>
                  <a:cubicBezTo>
                    <a:pt x="9007" y="6204"/>
                    <a:pt x="9018" y="6201"/>
                    <a:pt x="9028" y="6194"/>
                  </a:cubicBezTo>
                  <a:cubicBezTo>
                    <a:pt x="9089" y="6164"/>
                    <a:pt x="9142" y="6148"/>
                    <a:pt x="9180" y="6148"/>
                  </a:cubicBezTo>
                  <a:cubicBezTo>
                    <a:pt x="9218" y="6148"/>
                    <a:pt x="9241" y="6164"/>
                    <a:pt x="9241" y="6194"/>
                  </a:cubicBezTo>
                  <a:lnTo>
                    <a:pt x="9211" y="6224"/>
                  </a:lnTo>
                  <a:lnTo>
                    <a:pt x="9150" y="6285"/>
                  </a:lnTo>
                  <a:cubicBezTo>
                    <a:pt x="9114" y="6321"/>
                    <a:pt x="9078" y="6338"/>
                    <a:pt x="9046" y="6338"/>
                  </a:cubicBezTo>
                  <a:cubicBezTo>
                    <a:pt x="8996" y="6338"/>
                    <a:pt x="8955" y="6298"/>
                    <a:pt x="8937" y="6224"/>
                  </a:cubicBezTo>
                  <a:lnTo>
                    <a:pt x="8755" y="6255"/>
                  </a:lnTo>
                  <a:lnTo>
                    <a:pt x="8542" y="6285"/>
                  </a:lnTo>
                  <a:cubicBezTo>
                    <a:pt x="8572" y="6164"/>
                    <a:pt x="8633" y="6103"/>
                    <a:pt x="8724" y="6042"/>
                  </a:cubicBezTo>
                  <a:cubicBezTo>
                    <a:pt x="8726" y="6040"/>
                    <a:pt x="8728" y="6039"/>
                    <a:pt x="8731" y="6039"/>
                  </a:cubicBezTo>
                  <a:close/>
                  <a:moveTo>
                    <a:pt x="7812" y="6012"/>
                  </a:moveTo>
                  <a:cubicBezTo>
                    <a:pt x="7964" y="6012"/>
                    <a:pt x="7812" y="6559"/>
                    <a:pt x="7630" y="6589"/>
                  </a:cubicBezTo>
                  <a:lnTo>
                    <a:pt x="7478" y="6498"/>
                  </a:lnTo>
                  <a:cubicBezTo>
                    <a:pt x="7417" y="6468"/>
                    <a:pt x="7356" y="6407"/>
                    <a:pt x="7356" y="6407"/>
                  </a:cubicBezTo>
                  <a:cubicBezTo>
                    <a:pt x="7377" y="6346"/>
                    <a:pt x="7394" y="6326"/>
                    <a:pt x="7409" y="6326"/>
                  </a:cubicBezTo>
                  <a:cubicBezTo>
                    <a:pt x="7441" y="6326"/>
                    <a:pt x="7468" y="6407"/>
                    <a:pt x="7508" y="6407"/>
                  </a:cubicBezTo>
                  <a:lnTo>
                    <a:pt x="7630" y="6376"/>
                  </a:lnTo>
                  <a:cubicBezTo>
                    <a:pt x="7782" y="6346"/>
                    <a:pt x="7721" y="6164"/>
                    <a:pt x="7660" y="6103"/>
                  </a:cubicBezTo>
                  <a:cubicBezTo>
                    <a:pt x="7600" y="6042"/>
                    <a:pt x="7691" y="6012"/>
                    <a:pt x="7812" y="6012"/>
                  </a:cubicBezTo>
                  <a:close/>
                  <a:moveTo>
                    <a:pt x="2382" y="6109"/>
                  </a:moveTo>
                  <a:cubicBezTo>
                    <a:pt x="2406" y="6109"/>
                    <a:pt x="2424" y="6116"/>
                    <a:pt x="2432" y="6133"/>
                  </a:cubicBezTo>
                  <a:cubicBezTo>
                    <a:pt x="2448" y="6164"/>
                    <a:pt x="2493" y="6179"/>
                    <a:pt x="2539" y="6179"/>
                  </a:cubicBezTo>
                  <a:cubicBezTo>
                    <a:pt x="2584" y="6179"/>
                    <a:pt x="2630" y="6164"/>
                    <a:pt x="2645" y="6133"/>
                  </a:cubicBezTo>
                  <a:cubicBezTo>
                    <a:pt x="2645" y="6131"/>
                    <a:pt x="2647" y="6129"/>
                    <a:pt x="2651" y="6129"/>
                  </a:cubicBezTo>
                  <a:cubicBezTo>
                    <a:pt x="2691" y="6129"/>
                    <a:pt x="2916" y="6263"/>
                    <a:pt x="2888" y="6346"/>
                  </a:cubicBezTo>
                  <a:cubicBezTo>
                    <a:pt x="2863" y="6421"/>
                    <a:pt x="2756" y="6476"/>
                    <a:pt x="2634" y="6476"/>
                  </a:cubicBezTo>
                  <a:cubicBezTo>
                    <a:pt x="2608" y="6476"/>
                    <a:pt x="2581" y="6473"/>
                    <a:pt x="2554" y="6468"/>
                  </a:cubicBezTo>
                  <a:lnTo>
                    <a:pt x="2524" y="6650"/>
                  </a:lnTo>
                  <a:cubicBezTo>
                    <a:pt x="2524" y="6703"/>
                    <a:pt x="2411" y="6735"/>
                    <a:pt x="2304" y="6735"/>
                  </a:cubicBezTo>
                  <a:cubicBezTo>
                    <a:pt x="2227" y="6735"/>
                    <a:pt x="2154" y="6719"/>
                    <a:pt x="2128" y="6680"/>
                  </a:cubicBezTo>
                  <a:cubicBezTo>
                    <a:pt x="2037" y="6620"/>
                    <a:pt x="1976" y="6498"/>
                    <a:pt x="1916" y="6407"/>
                  </a:cubicBezTo>
                  <a:cubicBezTo>
                    <a:pt x="1885" y="6346"/>
                    <a:pt x="1855" y="6255"/>
                    <a:pt x="2037" y="6224"/>
                  </a:cubicBezTo>
                  <a:lnTo>
                    <a:pt x="2128" y="6224"/>
                  </a:lnTo>
                  <a:cubicBezTo>
                    <a:pt x="2216" y="6159"/>
                    <a:pt x="2319" y="6109"/>
                    <a:pt x="2382" y="6109"/>
                  </a:cubicBezTo>
                  <a:close/>
                  <a:moveTo>
                    <a:pt x="6019" y="6255"/>
                  </a:moveTo>
                  <a:cubicBezTo>
                    <a:pt x="6110" y="6255"/>
                    <a:pt x="6171" y="6316"/>
                    <a:pt x="6232" y="6316"/>
                  </a:cubicBezTo>
                  <a:cubicBezTo>
                    <a:pt x="6323" y="6346"/>
                    <a:pt x="6414" y="6346"/>
                    <a:pt x="6445" y="6407"/>
                  </a:cubicBezTo>
                  <a:cubicBezTo>
                    <a:pt x="6445" y="6434"/>
                    <a:pt x="6268" y="6563"/>
                    <a:pt x="6191" y="6563"/>
                  </a:cubicBezTo>
                  <a:cubicBezTo>
                    <a:pt x="6183" y="6563"/>
                    <a:pt x="6177" y="6562"/>
                    <a:pt x="6171" y="6559"/>
                  </a:cubicBezTo>
                  <a:cubicBezTo>
                    <a:pt x="6083" y="6515"/>
                    <a:pt x="6006" y="6497"/>
                    <a:pt x="5936" y="6497"/>
                  </a:cubicBezTo>
                  <a:cubicBezTo>
                    <a:pt x="5713" y="6497"/>
                    <a:pt x="5558" y="6672"/>
                    <a:pt x="5350" y="6741"/>
                  </a:cubicBezTo>
                  <a:cubicBezTo>
                    <a:pt x="5281" y="6764"/>
                    <a:pt x="5247" y="6822"/>
                    <a:pt x="5181" y="6822"/>
                  </a:cubicBezTo>
                  <a:cubicBezTo>
                    <a:pt x="5160" y="6822"/>
                    <a:pt x="5136" y="6817"/>
                    <a:pt x="5107" y="6802"/>
                  </a:cubicBezTo>
                  <a:cubicBezTo>
                    <a:pt x="5050" y="6778"/>
                    <a:pt x="4995" y="6766"/>
                    <a:pt x="4947" y="6766"/>
                  </a:cubicBezTo>
                  <a:cubicBezTo>
                    <a:pt x="4816" y="6766"/>
                    <a:pt x="4736" y="6851"/>
                    <a:pt x="4803" y="6984"/>
                  </a:cubicBezTo>
                  <a:cubicBezTo>
                    <a:pt x="4894" y="7197"/>
                    <a:pt x="4742" y="7228"/>
                    <a:pt x="4621" y="7319"/>
                  </a:cubicBezTo>
                  <a:cubicBezTo>
                    <a:pt x="4606" y="7334"/>
                    <a:pt x="4590" y="7341"/>
                    <a:pt x="4575" y="7341"/>
                  </a:cubicBezTo>
                  <a:cubicBezTo>
                    <a:pt x="4560" y="7341"/>
                    <a:pt x="4545" y="7334"/>
                    <a:pt x="4530" y="7319"/>
                  </a:cubicBezTo>
                  <a:cubicBezTo>
                    <a:pt x="4499" y="7288"/>
                    <a:pt x="4499" y="7258"/>
                    <a:pt x="4499" y="7228"/>
                  </a:cubicBezTo>
                  <a:cubicBezTo>
                    <a:pt x="4530" y="7136"/>
                    <a:pt x="4590" y="7076"/>
                    <a:pt x="4651" y="6984"/>
                  </a:cubicBezTo>
                  <a:cubicBezTo>
                    <a:pt x="4712" y="6832"/>
                    <a:pt x="4712" y="6802"/>
                    <a:pt x="4530" y="6650"/>
                  </a:cubicBezTo>
                  <a:lnTo>
                    <a:pt x="4378" y="6528"/>
                  </a:lnTo>
                  <a:cubicBezTo>
                    <a:pt x="4410" y="6512"/>
                    <a:pt x="4441" y="6505"/>
                    <a:pt x="4467" y="6505"/>
                  </a:cubicBezTo>
                  <a:cubicBezTo>
                    <a:pt x="4539" y="6505"/>
                    <a:pt x="4582" y="6561"/>
                    <a:pt x="4560" y="6650"/>
                  </a:cubicBezTo>
                  <a:lnTo>
                    <a:pt x="4834" y="6528"/>
                  </a:lnTo>
                  <a:lnTo>
                    <a:pt x="4986" y="6437"/>
                  </a:lnTo>
                  <a:cubicBezTo>
                    <a:pt x="5115" y="6416"/>
                    <a:pt x="5244" y="6394"/>
                    <a:pt x="5372" y="6394"/>
                  </a:cubicBezTo>
                  <a:cubicBezTo>
                    <a:pt x="5426" y="6394"/>
                    <a:pt x="5479" y="6398"/>
                    <a:pt x="5533" y="6407"/>
                  </a:cubicBezTo>
                  <a:lnTo>
                    <a:pt x="5624" y="6376"/>
                  </a:lnTo>
                  <a:cubicBezTo>
                    <a:pt x="5715" y="6376"/>
                    <a:pt x="5806" y="6407"/>
                    <a:pt x="5867" y="6407"/>
                  </a:cubicBezTo>
                  <a:lnTo>
                    <a:pt x="5958" y="6407"/>
                  </a:lnTo>
                  <a:cubicBezTo>
                    <a:pt x="5958" y="6346"/>
                    <a:pt x="5989" y="6285"/>
                    <a:pt x="6019" y="6255"/>
                  </a:cubicBezTo>
                  <a:close/>
                  <a:moveTo>
                    <a:pt x="93103" y="7185"/>
                  </a:moveTo>
                  <a:cubicBezTo>
                    <a:pt x="93212" y="7185"/>
                    <a:pt x="93318" y="7213"/>
                    <a:pt x="93407" y="7258"/>
                  </a:cubicBezTo>
                  <a:lnTo>
                    <a:pt x="93468" y="7319"/>
                  </a:lnTo>
                  <a:lnTo>
                    <a:pt x="93498" y="7349"/>
                  </a:lnTo>
                  <a:cubicBezTo>
                    <a:pt x="93498" y="7410"/>
                    <a:pt x="93468" y="7471"/>
                    <a:pt x="93407" y="7471"/>
                  </a:cubicBezTo>
                  <a:lnTo>
                    <a:pt x="93346" y="7471"/>
                  </a:lnTo>
                  <a:cubicBezTo>
                    <a:pt x="93316" y="7471"/>
                    <a:pt x="93346" y="7440"/>
                    <a:pt x="93255" y="7410"/>
                  </a:cubicBezTo>
                  <a:cubicBezTo>
                    <a:pt x="93245" y="7405"/>
                    <a:pt x="93233" y="7403"/>
                    <a:pt x="93219" y="7403"/>
                  </a:cubicBezTo>
                  <a:cubicBezTo>
                    <a:pt x="93185" y="7403"/>
                    <a:pt x="93141" y="7414"/>
                    <a:pt x="93102" y="7414"/>
                  </a:cubicBezTo>
                  <a:cubicBezTo>
                    <a:pt x="93061" y="7414"/>
                    <a:pt x="93025" y="7402"/>
                    <a:pt x="93012" y="7349"/>
                  </a:cubicBezTo>
                  <a:lnTo>
                    <a:pt x="92981" y="7197"/>
                  </a:lnTo>
                  <a:cubicBezTo>
                    <a:pt x="93022" y="7189"/>
                    <a:pt x="93063" y="7185"/>
                    <a:pt x="93103" y="7185"/>
                  </a:cubicBezTo>
                  <a:close/>
                  <a:moveTo>
                    <a:pt x="92673" y="7402"/>
                  </a:moveTo>
                  <a:cubicBezTo>
                    <a:pt x="92705" y="7402"/>
                    <a:pt x="92691" y="7456"/>
                    <a:pt x="92616" y="7531"/>
                  </a:cubicBezTo>
                  <a:lnTo>
                    <a:pt x="92495" y="7592"/>
                  </a:lnTo>
                  <a:cubicBezTo>
                    <a:pt x="92373" y="7653"/>
                    <a:pt x="92282" y="7683"/>
                    <a:pt x="92252" y="7805"/>
                  </a:cubicBezTo>
                  <a:cubicBezTo>
                    <a:pt x="92191" y="7805"/>
                    <a:pt x="92130" y="7805"/>
                    <a:pt x="92100" y="7744"/>
                  </a:cubicBezTo>
                  <a:lnTo>
                    <a:pt x="92069" y="7744"/>
                  </a:lnTo>
                  <a:lnTo>
                    <a:pt x="92039" y="7562"/>
                  </a:lnTo>
                  <a:cubicBezTo>
                    <a:pt x="92221" y="7501"/>
                    <a:pt x="92434" y="7440"/>
                    <a:pt x="92647" y="7410"/>
                  </a:cubicBezTo>
                  <a:cubicBezTo>
                    <a:pt x="92658" y="7404"/>
                    <a:pt x="92666" y="7402"/>
                    <a:pt x="92673" y="7402"/>
                  </a:cubicBezTo>
                  <a:close/>
                  <a:moveTo>
                    <a:pt x="93070" y="7855"/>
                  </a:moveTo>
                  <a:cubicBezTo>
                    <a:pt x="93044" y="7869"/>
                    <a:pt x="93018" y="7885"/>
                    <a:pt x="92994" y="7900"/>
                  </a:cubicBezTo>
                  <a:lnTo>
                    <a:pt x="92994" y="7900"/>
                  </a:lnTo>
                  <a:cubicBezTo>
                    <a:pt x="93003" y="7949"/>
                    <a:pt x="92989" y="8010"/>
                    <a:pt x="92951" y="8048"/>
                  </a:cubicBezTo>
                  <a:lnTo>
                    <a:pt x="92890" y="8079"/>
                  </a:lnTo>
                  <a:cubicBezTo>
                    <a:pt x="92860" y="8079"/>
                    <a:pt x="92890" y="8170"/>
                    <a:pt x="92890" y="8170"/>
                  </a:cubicBezTo>
                  <a:lnTo>
                    <a:pt x="93012" y="8200"/>
                  </a:lnTo>
                  <a:cubicBezTo>
                    <a:pt x="93029" y="8205"/>
                    <a:pt x="93048" y="8208"/>
                    <a:pt x="93066" y="8210"/>
                  </a:cubicBezTo>
                  <a:lnTo>
                    <a:pt x="93066" y="8210"/>
                  </a:lnTo>
                  <a:cubicBezTo>
                    <a:pt x="93053" y="8092"/>
                    <a:pt x="93054" y="7973"/>
                    <a:pt x="93070" y="7855"/>
                  </a:cubicBezTo>
                  <a:close/>
                  <a:moveTo>
                    <a:pt x="30826" y="8246"/>
                  </a:moveTo>
                  <a:cubicBezTo>
                    <a:pt x="30883" y="8246"/>
                    <a:pt x="30944" y="8261"/>
                    <a:pt x="31004" y="8291"/>
                  </a:cubicBezTo>
                  <a:lnTo>
                    <a:pt x="31126" y="8383"/>
                  </a:lnTo>
                  <a:lnTo>
                    <a:pt x="31308" y="8383"/>
                  </a:lnTo>
                  <a:cubicBezTo>
                    <a:pt x="31369" y="8383"/>
                    <a:pt x="31430" y="8413"/>
                    <a:pt x="31430" y="8474"/>
                  </a:cubicBezTo>
                  <a:lnTo>
                    <a:pt x="31308" y="8474"/>
                  </a:lnTo>
                  <a:cubicBezTo>
                    <a:pt x="31156" y="8504"/>
                    <a:pt x="31004" y="8595"/>
                    <a:pt x="30883" y="8595"/>
                  </a:cubicBezTo>
                  <a:lnTo>
                    <a:pt x="30761" y="8595"/>
                  </a:lnTo>
                  <a:cubicBezTo>
                    <a:pt x="30700" y="8474"/>
                    <a:pt x="30640" y="8322"/>
                    <a:pt x="30670" y="8291"/>
                  </a:cubicBezTo>
                  <a:cubicBezTo>
                    <a:pt x="30716" y="8261"/>
                    <a:pt x="30769" y="8246"/>
                    <a:pt x="30826" y="8246"/>
                  </a:cubicBezTo>
                  <a:close/>
                  <a:moveTo>
                    <a:pt x="17528" y="8205"/>
                  </a:moveTo>
                  <a:cubicBezTo>
                    <a:pt x="17549" y="8205"/>
                    <a:pt x="17573" y="8213"/>
                    <a:pt x="17600" y="8231"/>
                  </a:cubicBezTo>
                  <a:cubicBezTo>
                    <a:pt x="17652" y="8257"/>
                    <a:pt x="17794" y="8328"/>
                    <a:pt x="17853" y="8328"/>
                  </a:cubicBezTo>
                  <a:cubicBezTo>
                    <a:pt x="17862" y="8328"/>
                    <a:pt x="17869" y="8326"/>
                    <a:pt x="17873" y="8322"/>
                  </a:cubicBezTo>
                  <a:cubicBezTo>
                    <a:pt x="17873" y="8318"/>
                    <a:pt x="17876" y="8317"/>
                    <a:pt x="17880" y="8317"/>
                  </a:cubicBezTo>
                  <a:cubicBezTo>
                    <a:pt x="17912" y="8317"/>
                    <a:pt x="18062" y="8416"/>
                    <a:pt x="18117" y="8443"/>
                  </a:cubicBezTo>
                  <a:cubicBezTo>
                    <a:pt x="18208" y="8443"/>
                    <a:pt x="18177" y="8565"/>
                    <a:pt x="18147" y="8595"/>
                  </a:cubicBezTo>
                  <a:cubicBezTo>
                    <a:pt x="18071" y="8611"/>
                    <a:pt x="17995" y="8618"/>
                    <a:pt x="17919" y="8618"/>
                  </a:cubicBezTo>
                  <a:cubicBezTo>
                    <a:pt x="17843" y="8618"/>
                    <a:pt x="17767" y="8611"/>
                    <a:pt x="17691" y="8595"/>
                  </a:cubicBezTo>
                  <a:cubicBezTo>
                    <a:pt x="17569" y="8595"/>
                    <a:pt x="17448" y="8352"/>
                    <a:pt x="17448" y="8291"/>
                  </a:cubicBezTo>
                  <a:cubicBezTo>
                    <a:pt x="17448" y="8248"/>
                    <a:pt x="17478" y="8205"/>
                    <a:pt x="17528" y="8205"/>
                  </a:cubicBezTo>
                  <a:close/>
                  <a:moveTo>
                    <a:pt x="14812" y="8341"/>
                  </a:moveTo>
                  <a:cubicBezTo>
                    <a:pt x="14954" y="8341"/>
                    <a:pt x="15069" y="8461"/>
                    <a:pt x="15199" y="8504"/>
                  </a:cubicBezTo>
                  <a:lnTo>
                    <a:pt x="15290" y="8535"/>
                  </a:lnTo>
                  <a:cubicBezTo>
                    <a:pt x="15381" y="8626"/>
                    <a:pt x="15351" y="8686"/>
                    <a:pt x="15199" y="8686"/>
                  </a:cubicBezTo>
                  <a:lnTo>
                    <a:pt x="15107" y="8717"/>
                  </a:lnTo>
                  <a:lnTo>
                    <a:pt x="15016" y="8717"/>
                  </a:lnTo>
                  <a:cubicBezTo>
                    <a:pt x="15007" y="8720"/>
                    <a:pt x="14996" y="8722"/>
                    <a:pt x="14984" y="8722"/>
                  </a:cubicBezTo>
                  <a:cubicBezTo>
                    <a:pt x="14881" y="8722"/>
                    <a:pt x="14696" y="8610"/>
                    <a:pt x="14560" y="8474"/>
                  </a:cubicBezTo>
                  <a:lnTo>
                    <a:pt x="14287" y="8504"/>
                  </a:lnTo>
                  <a:cubicBezTo>
                    <a:pt x="14256" y="8474"/>
                    <a:pt x="14256" y="8443"/>
                    <a:pt x="14256" y="8413"/>
                  </a:cubicBezTo>
                  <a:cubicBezTo>
                    <a:pt x="14287" y="8383"/>
                    <a:pt x="14317" y="8352"/>
                    <a:pt x="14348" y="8352"/>
                  </a:cubicBezTo>
                  <a:cubicBezTo>
                    <a:pt x="14421" y="8377"/>
                    <a:pt x="14535" y="8421"/>
                    <a:pt x="14592" y="8421"/>
                  </a:cubicBezTo>
                  <a:cubicBezTo>
                    <a:pt x="14605" y="8421"/>
                    <a:pt x="14615" y="8419"/>
                    <a:pt x="14621" y="8413"/>
                  </a:cubicBezTo>
                  <a:cubicBezTo>
                    <a:pt x="14691" y="8360"/>
                    <a:pt x="14754" y="8341"/>
                    <a:pt x="14812" y="8341"/>
                  </a:cubicBezTo>
                  <a:close/>
                  <a:moveTo>
                    <a:pt x="41082" y="8523"/>
                  </a:moveTo>
                  <a:cubicBezTo>
                    <a:pt x="41101" y="8523"/>
                    <a:pt x="41126" y="8527"/>
                    <a:pt x="41157" y="8535"/>
                  </a:cubicBezTo>
                  <a:cubicBezTo>
                    <a:pt x="41217" y="8595"/>
                    <a:pt x="41491" y="8686"/>
                    <a:pt x="41521" y="8747"/>
                  </a:cubicBezTo>
                  <a:lnTo>
                    <a:pt x="41491" y="8747"/>
                  </a:lnTo>
                  <a:cubicBezTo>
                    <a:pt x="41456" y="8761"/>
                    <a:pt x="41422" y="8767"/>
                    <a:pt x="41389" y="8767"/>
                  </a:cubicBezTo>
                  <a:cubicBezTo>
                    <a:pt x="41282" y="8767"/>
                    <a:pt x="41189" y="8703"/>
                    <a:pt x="41096" y="8656"/>
                  </a:cubicBezTo>
                  <a:lnTo>
                    <a:pt x="41035" y="8626"/>
                  </a:lnTo>
                  <a:cubicBezTo>
                    <a:pt x="41012" y="8557"/>
                    <a:pt x="41024" y="8523"/>
                    <a:pt x="41082" y="8523"/>
                  </a:cubicBezTo>
                  <a:close/>
                  <a:moveTo>
                    <a:pt x="4955" y="8565"/>
                  </a:moveTo>
                  <a:cubicBezTo>
                    <a:pt x="5077" y="8565"/>
                    <a:pt x="5016" y="8838"/>
                    <a:pt x="4955" y="8930"/>
                  </a:cubicBezTo>
                  <a:cubicBezTo>
                    <a:pt x="4939" y="8954"/>
                    <a:pt x="4923" y="8965"/>
                    <a:pt x="4908" y="8965"/>
                  </a:cubicBezTo>
                  <a:cubicBezTo>
                    <a:pt x="4866" y="8965"/>
                    <a:pt x="4834" y="8881"/>
                    <a:pt x="4834" y="8747"/>
                  </a:cubicBezTo>
                  <a:lnTo>
                    <a:pt x="4925" y="8595"/>
                  </a:lnTo>
                  <a:lnTo>
                    <a:pt x="4955" y="8565"/>
                  </a:lnTo>
                  <a:close/>
                  <a:moveTo>
                    <a:pt x="33284" y="9386"/>
                  </a:moveTo>
                  <a:cubicBezTo>
                    <a:pt x="33284" y="9446"/>
                    <a:pt x="33292" y="9477"/>
                    <a:pt x="33295" y="9477"/>
                  </a:cubicBezTo>
                  <a:cubicBezTo>
                    <a:pt x="33299" y="9477"/>
                    <a:pt x="33299" y="9446"/>
                    <a:pt x="33284" y="9386"/>
                  </a:cubicBezTo>
                  <a:close/>
                  <a:moveTo>
                    <a:pt x="9146" y="9117"/>
                  </a:moveTo>
                  <a:cubicBezTo>
                    <a:pt x="9172" y="9117"/>
                    <a:pt x="9154" y="9160"/>
                    <a:pt x="9089" y="9203"/>
                  </a:cubicBezTo>
                  <a:lnTo>
                    <a:pt x="9028" y="9294"/>
                  </a:lnTo>
                  <a:lnTo>
                    <a:pt x="8998" y="9386"/>
                  </a:lnTo>
                  <a:cubicBezTo>
                    <a:pt x="8998" y="9486"/>
                    <a:pt x="8956" y="9545"/>
                    <a:pt x="8890" y="9545"/>
                  </a:cubicBezTo>
                  <a:cubicBezTo>
                    <a:pt x="8876" y="9545"/>
                    <a:pt x="8862" y="9543"/>
                    <a:pt x="8846" y="9538"/>
                  </a:cubicBezTo>
                  <a:cubicBezTo>
                    <a:pt x="8724" y="9538"/>
                    <a:pt x="8633" y="9446"/>
                    <a:pt x="8846" y="9446"/>
                  </a:cubicBezTo>
                  <a:lnTo>
                    <a:pt x="8664" y="9234"/>
                  </a:lnTo>
                  <a:cubicBezTo>
                    <a:pt x="8815" y="9203"/>
                    <a:pt x="8937" y="9173"/>
                    <a:pt x="9089" y="9142"/>
                  </a:cubicBezTo>
                  <a:cubicBezTo>
                    <a:pt x="9116" y="9125"/>
                    <a:pt x="9135" y="9117"/>
                    <a:pt x="9146" y="9117"/>
                  </a:cubicBezTo>
                  <a:close/>
                  <a:moveTo>
                    <a:pt x="81432" y="9321"/>
                  </a:moveTo>
                  <a:cubicBezTo>
                    <a:pt x="81442" y="9321"/>
                    <a:pt x="81452" y="9323"/>
                    <a:pt x="81461" y="9325"/>
                  </a:cubicBezTo>
                  <a:lnTo>
                    <a:pt x="81461" y="9416"/>
                  </a:lnTo>
                  <a:cubicBezTo>
                    <a:pt x="81431" y="9538"/>
                    <a:pt x="81370" y="9629"/>
                    <a:pt x="81309" y="9720"/>
                  </a:cubicBezTo>
                  <a:lnTo>
                    <a:pt x="81309" y="9750"/>
                  </a:lnTo>
                  <a:cubicBezTo>
                    <a:pt x="81157" y="9750"/>
                    <a:pt x="81036" y="9659"/>
                    <a:pt x="81096" y="9568"/>
                  </a:cubicBezTo>
                  <a:cubicBezTo>
                    <a:pt x="81125" y="9484"/>
                    <a:pt x="81309" y="9321"/>
                    <a:pt x="81432" y="9321"/>
                  </a:cubicBezTo>
                  <a:close/>
                  <a:moveTo>
                    <a:pt x="8299" y="8981"/>
                  </a:moveTo>
                  <a:cubicBezTo>
                    <a:pt x="8333" y="8981"/>
                    <a:pt x="8364" y="9000"/>
                    <a:pt x="8390" y="9051"/>
                  </a:cubicBezTo>
                  <a:cubicBezTo>
                    <a:pt x="8390" y="9112"/>
                    <a:pt x="8451" y="9234"/>
                    <a:pt x="8268" y="9234"/>
                  </a:cubicBezTo>
                  <a:lnTo>
                    <a:pt x="8238" y="9234"/>
                  </a:lnTo>
                  <a:cubicBezTo>
                    <a:pt x="8208" y="9294"/>
                    <a:pt x="8208" y="9386"/>
                    <a:pt x="8208" y="9446"/>
                  </a:cubicBezTo>
                  <a:lnTo>
                    <a:pt x="8208" y="9538"/>
                  </a:lnTo>
                  <a:cubicBezTo>
                    <a:pt x="8208" y="9720"/>
                    <a:pt x="8086" y="9659"/>
                    <a:pt x="7934" y="9750"/>
                  </a:cubicBezTo>
                  <a:cubicBezTo>
                    <a:pt x="7894" y="9782"/>
                    <a:pt x="7861" y="9793"/>
                    <a:pt x="7831" y="9793"/>
                  </a:cubicBezTo>
                  <a:cubicBezTo>
                    <a:pt x="7765" y="9793"/>
                    <a:pt x="7719" y="9738"/>
                    <a:pt x="7670" y="9738"/>
                  </a:cubicBezTo>
                  <a:cubicBezTo>
                    <a:pt x="7657" y="9738"/>
                    <a:pt x="7644" y="9741"/>
                    <a:pt x="7630" y="9750"/>
                  </a:cubicBezTo>
                  <a:lnTo>
                    <a:pt x="7569" y="9781"/>
                  </a:lnTo>
                  <a:cubicBezTo>
                    <a:pt x="7557" y="9784"/>
                    <a:pt x="7545" y="9785"/>
                    <a:pt x="7535" y="9785"/>
                  </a:cubicBezTo>
                  <a:cubicBezTo>
                    <a:pt x="7442" y="9785"/>
                    <a:pt x="7424" y="9671"/>
                    <a:pt x="7478" y="9507"/>
                  </a:cubicBezTo>
                  <a:lnTo>
                    <a:pt x="7478" y="9507"/>
                  </a:lnTo>
                  <a:lnTo>
                    <a:pt x="7569" y="9538"/>
                  </a:lnTo>
                  <a:lnTo>
                    <a:pt x="7691" y="9568"/>
                  </a:lnTo>
                  <a:cubicBezTo>
                    <a:pt x="7873" y="9507"/>
                    <a:pt x="7995" y="9386"/>
                    <a:pt x="8025" y="9203"/>
                  </a:cubicBezTo>
                  <a:lnTo>
                    <a:pt x="7904" y="9051"/>
                  </a:lnTo>
                  <a:cubicBezTo>
                    <a:pt x="7843" y="8990"/>
                    <a:pt x="7964" y="8990"/>
                    <a:pt x="7995" y="8990"/>
                  </a:cubicBezTo>
                  <a:cubicBezTo>
                    <a:pt x="8056" y="8990"/>
                    <a:pt x="8147" y="9051"/>
                    <a:pt x="8147" y="9051"/>
                  </a:cubicBezTo>
                  <a:cubicBezTo>
                    <a:pt x="8199" y="9016"/>
                    <a:pt x="8252" y="8981"/>
                    <a:pt x="8299" y="8981"/>
                  </a:cubicBezTo>
                  <a:close/>
                  <a:moveTo>
                    <a:pt x="63437" y="9477"/>
                  </a:moveTo>
                  <a:cubicBezTo>
                    <a:pt x="63558" y="9507"/>
                    <a:pt x="63771" y="9568"/>
                    <a:pt x="63953" y="9598"/>
                  </a:cubicBezTo>
                  <a:lnTo>
                    <a:pt x="64105" y="9629"/>
                  </a:lnTo>
                  <a:lnTo>
                    <a:pt x="64196" y="9629"/>
                  </a:lnTo>
                  <a:cubicBezTo>
                    <a:pt x="64227" y="9659"/>
                    <a:pt x="64288" y="9690"/>
                    <a:pt x="64288" y="9750"/>
                  </a:cubicBezTo>
                  <a:lnTo>
                    <a:pt x="63832" y="9750"/>
                  </a:lnTo>
                  <a:lnTo>
                    <a:pt x="63649" y="9933"/>
                  </a:lnTo>
                  <a:cubicBezTo>
                    <a:pt x="63437" y="9902"/>
                    <a:pt x="63193" y="9750"/>
                    <a:pt x="63193" y="9629"/>
                  </a:cubicBezTo>
                  <a:lnTo>
                    <a:pt x="63315" y="9538"/>
                  </a:lnTo>
                  <a:lnTo>
                    <a:pt x="63437" y="9477"/>
                  </a:lnTo>
                  <a:close/>
                  <a:moveTo>
                    <a:pt x="51181" y="9909"/>
                  </a:moveTo>
                  <a:cubicBezTo>
                    <a:pt x="51323" y="9909"/>
                    <a:pt x="51470" y="9972"/>
                    <a:pt x="51582" y="10085"/>
                  </a:cubicBezTo>
                  <a:lnTo>
                    <a:pt x="51613" y="10145"/>
                  </a:lnTo>
                  <a:cubicBezTo>
                    <a:pt x="51643" y="10176"/>
                    <a:pt x="51582" y="10237"/>
                    <a:pt x="51491" y="10237"/>
                  </a:cubicBezTo>
                  <a:cubicBezTo>
                    <a:pt x="51339" y="10237"/>
                    <a:pt x="51217" y="10206"/>
                    <a:pt x="51066" y="10206"/>
                  </a:cubicBezTo>
                  <a:cubicBezTo>
                    <a:pt x="51096" y="10085"/>
                    <a:pt x="50822" y="10024"/>
                    <a:pt x="51035" y="9933"/>
                  </a:cubicBezTo>
                  <a:cubicBezTo>
                    <a:pt x="51082" y="9917"/>
                    <a:pt x="51131" y="9909"/>
                    <a:pt x="51181" y="9909"/>
                  </a:cubicBezTo>
                  <a:close/>
                  <a:moveTo>
                    <a:pt x="49971" y="9933"/>
                  </a:moveTo>
                  <a:cubicBezTo>
                    <a:pt x="50093" y="9933"/>
                    <a:pt x="50184" y="9994"/>
                    <a:pt x="50154" y="10054"/>
                  </a:cubicBezTo>
                  <a:lnTo>
                    <a:pt x="50154" y="10115"/>
                  </a:lnTo>
                  <a:lnTo>
                    <a:pt x="50154" y="10176"/>
                  </a:lnTo>
                  <a:cubicBezTo>
                    <a:pt x="50204" y="10251"/>
                    <a:pt x="50192" y="10305"/>
                    <a:pt x="50118" y="10305"/>
                  </a:cubicBezTo>
                  <a:cubicBezTo>
                    <a:pt x="50103" y="10305"/>
                    <a:pt x="50084" y="10303"/>
                    <a:pt x="50062" y="10297"/>
                  </a:cubicBezTo>
                  <a:cubicBezTo>
                    <a:pt x="49941" y="10267"/>
                    <a:pt x="49728" y="10145"/>
                    <a:pt x="49758" y="10024"/>
                  </a:cubicBezTo>
                  <a:lnTo>
                    <a:pt x="49850" y="9994"/>
                  </a:lnTo>
                  <a:lnTo>
                    <a:pt x="49971" y="9933"/>
                  </a:lnTo>
                  <a:close/>
                  <a:moveTo>
                    <a:pt x="53685" y="10007"/>
                  </a:moveTo>
                  <a:cubicBezTo>
                    <a:pt x="53766" y="10007"/>
                    <a:pt x="53819" y="10085"/>
                    <a:pt x="53892" y="10085"/>
                  </a:cubicBezTo>
                  <a:cubicBezTo>
                    <a:pt x="53923" y="10085"/>
                    <a:pt x="53953" y="10115"/>
                    <a:pt x="53953" y="10115"/>
                  </a:cubicBezTo>
                  <a:cubicBezTo>
                    <a:pt x="54075" y="10115"/>
                    <a:pt x="54183" y="10048"/>
                    <a:pt x="54304" y="10048"/>
                  </a:cubicBezTo>
                  <a:cubicBezTo>
                    <a:pt x="54365" y="10048"/>
                    <a:pt x="54429" y="10064"/>
                    <a:pt x="54500" y="10115"/>
                  </a:cubicBezTo>
                  <a:cubicBezTo>
                    <a:pt x="54549" y="10164"/>
                    <a:pt x="54607" y="10183"/>
                    <a:pt x="54669" y="10183"/>
                  </a:cubicBezTo>
                  <a:cubicBezTo>
                    <a:pt x="54763" y="10183"/>
                    <a:pt x="54865" y="10139"/>
                    <a:pt x="54956" y="10085"/>
                  </a:cubicBezTo>
                  <a:cubicBezTo>
                    <a:pt x="55047" y="10085"/>
                    <a:pt x="55169" y="10085"/>
                    <a:pt x="55230" y="10145"/>
                  </a:cubicBezTo>
                  <a:cubicBezTo>
                    <a:pt x="55291" y="10145"/>
                    <a:pt x="55351" y="10206"/>
                    <a:pt x="55351" y="10237"/>
                  </a:cubicBezTo>
                  <a:cubicBezTo>
                    <a:pt x="55351" y="10287"/>
                    <a:pt x="55324" y="10309"/>
                    <a:pt x="55284" y="10309"/>
                  </a:cubicBezTo>
                  <a:cubicBezTo>
                    <a:pt x="55251" y="10309"/>
                    <a:pt x="55210" y="10294"/>
                    <a:pt x="55169" y="10267"/>
                  </a:cubicBezTo>
                  <a:cubicBezTo>
                    <a:pt x="55139" y="10267"/>
                    <a:pt x="55108" y="10237"/>
                    <a:pt x="55078" y="10237"/>
                  </a:cubicBezTo>
                  <a:cubicBezTo>
                    <a:pt x="55026" y="10315"/>
                    <a:pt x="54957" y="10337"/>
                    <a:pt x="54888" y="10337"/>
                  </a:cubicBezTo>
                  <a:cubicBezTo>
                    <a:pt x="54796" y="10337"/>
                    <a:pt x="54704" y="10297"/>
                    <a:pt x="54652" y="10297"/>
                  </a:cubicBezTo>
                  <a:cubicBezTo>
                    <a:pt x="54574" y="10297"/>
                    <a:pt x="54451" y="10230"/>
                    <a:pt x="54399" y="10230"/>
                  </a:cubicBezTo>
                  <a:cubicBezTo>
                    <a:pt x="54390" y="10230"/>
                    <a:pt x="54383" y="10232"/>
                    <a:pt x="54379" y="10237"/>
                  </a:cubicBezTo>
                  <a:cubicBezTo>
                    <a:pt x="54318" y="10285"/>
                    <a:pt x="54272" y="10305"/>
                    <a:pt x="54232" y="10305"/>
                  </a:cubicBezTo>
                  <a:cubicBezTo>
                    <a:pt x="54173" y="10305"/>
                    <a:pt x="54129" y="10261"/>
                    <a:pt x="54075" y="10206"/>
                  </a:cubicBezTo>
                  <a:cubicBezTo>
                    <a:pt x="54014" y="10206"/>
                    <a:pt x="53983" y="10237"/>
                    <a:pt x="53923" y="10237"/>
                  </a:cubicBezTo>
                  <a:lnTo>
                    <a:pt x="53740" y="10389"/>
                  </a:lnTo>
                  <a:cubicBezTo>
                    <a:pt x="53678" y="10285"/>
                    <a:pt x="53602" y="10238"/>
                    <a:pt x="53550" y="10238"/>
                  </a:cubicBezTo>
                  <a:cubicBezTo>
                    <a:pt x="53526" y="10238"/>
                    <a:pt x="53507" y="10248"/>
                    <a:pt x="53497" y="10267"/>
                  </a:cubicBezTo>
                  <a:lnTo>
                    <a:pt x="53467" y="10267"/>
                  </a:lnTo>
                  <a:cubicBezTo>
                    <a:pt x="53449" y="10273"/>
                    <a:pt x="53430" y="10276"/>
                    <a:pt x="53412" y="10276"/>
                  </a:cubicBezTo>
                  <a:cubicBezTo>
                    <a:pt x="53340" y="10276"/>
                    <a:pt x="53272" y="10237"/>
                    <a:pt x="53224" y="10237"/>
                  </a:cubicBezTo>
                  <a:cubicBezTo>
                    <a:pt x="53145" y="10237"/>
                    <a:pt x="53067" y="10304"/>
                    <a:pt x="53008" y="10304"/>
                  </a:cubicBezTo>
                  <a:cubicBezTo>
                    <a:pt x="52998" y="10304"/>
                    <a:pt x="52989" y="10302"/>
                    <a:pt x="52980" y="10297"/>
                  </a:cubicBezTo>
                  <a:cubicBezTo>
                    <a:pt x="52859" y="10237"/>
                    <a:pt x="52722" y="10206"/>
                    <a:pt x="52581" y="10206"/>
                  </a:cubicBezTo>
                  <a:cubicBezTo>
                    <a:pt x="52441" y="10206"/>
                    <a:pt x="52297" y="10237"/>
                    <a:pt x="52160" y="10297"/>
                  </a:cubicBezTo>
                  <a:lnTo>
                    <a:pt x="52099" y="10297"/>
                  </a:lnTo>
                  <a:cubicBezTo>
                    <a:pt x="52008" y="10267"/>
                    <a:pt x="51977" y="10145"/>
                    <a:pt x="52099" y="10024"/>
                  </a:cubicBezTo>
                  <a:lnTo>
                    <a:pt x="52464" y="10024"/>
                  </a:lnTo>
                  <a:cubicBezTo>
                    <a:pt x="52648" y="10074"/>
                    <a:pt x="52832" y="10097"/>
                    <a:pt x="53011" y="10097"/>
                  </a:cubicBezTo>
                  <a:cubicBezTo>
                    <a:pt x="53157" y="10097"/>
                    <a:pt x="53300" y="10082"/>
                    <a:pt x="53436" y="10054"/>
                  </a:cubicBezTo>
                  <a:lnTo>
                    <a:pt x="53619" y="10024"/>
                  </a:lnTo>
                  <a:cubicBezTo>
                    <a:pt x="53643" y="10012"/>
                    <a:pt x="53665" y="10007"/>
                    <a:pt x="53685" y="10007"/>
                  </a:cubicBezTo>
                  <a:close/>
                  <a:moveTo>
                    <a:pt x="47662" y="10477"/>
                  </a:moveTo>
                  <a:cubicBezTo>
                    <a:pt x="47661" y="10477"/>
                    <a:pt x="47661" y="10478"/>
                    <a:pt x="47661" y="10480"/>
                  </a:cubicBezTo>
                  <a:lnTo>
                    <a:pt x="47692" y="10571"/>
                  </a:lnTo>
                  <a:cubicBezTo>
                    <a:pt x="47692" y="10572"/>
                    <a:pt x="47693" y="10572"/>
                    <a:pt x="47694" y="10573"/>
                  </a:cubicBezTo>
                  <a:lnTo>
                    <a:pt x="47694" y="10573"/>
                  </a:lnTo>
                  <a:cubicBezTo>
                    <a:pt x="47678" y="10522"/>
                    <a:pt x="47665" y="10477"/>
                    <a:pt x="47662" y="10477"/>
                  </a:cubicBezTo>
                  <a:close/>
                  <a:moveTo>
                    <a:pt x="53181" y="10346"/>
                  </a:moveTo>
                  <a:cubicBezTo>
                    <a:pt x="53226" y="10346"/>
                    <a:pt x="53270" y="10375"/>
                    <a:pt x="53315" y="10419"/>
                  </a:cubicBezTo>
                  <a:lnTo>
                    <a:pt x="53284" y="10541"/>
                  </a:lnTo>
                  <a:cubicBezTo>
                    <a:pt x="53239" y="10653"/>
                    <a:pt x="53178" y="10716"/>
                    <a:pt x="53124" y="10716"/>
                  </a:cubicBezTo>
                  <a:cubicBezTo>
                    <a:pt x="53105" y="10716"/>
                    <a:pt x="53087" y="10708"/>
                    <a:pt x="53072" y="10693"/>
                  </a:cubicBezTo>
                  <a:cubicBezTo>
                    <a:pt x="53041" y="10601"/>
                    <a:pt x="53072" y="10389"/>
                    <a:pt x="53132" y="10358"/>
                  </a:cubicBezTo>
                  <a:cubicBezTo>
                    <a:pt x="53149" y="10350"/>
                    <a:pt x="53165" y="10346"/>
                    <a:pt x="53181" y="10346"/>
                  </a:cubicBezTo>
                  <a:close/>
                  <a:moveTo>
                    <a:pt x="70063" y="10449"/>
                  </a:moveTo>
                  <a:cubicBezTo>
                    <a:pt x="70154" y="10449"/>
                    <a:pt x="70397" y="10571"/>
                    <a:pt x="70397" y="10723"/>
                  </a:cubicBezTo>
                  <a:lnTo>
                    <a:pt x="70154" y="10723"/>
                  </a:lnTo>
                  <a:cubicBezTo>
                    <a:pt x="70093" y="10723"/>
                    <a:pt x="70002" y="10571"/>
                    <a:pt x="69911" y="10480"/>
                  </a:cubicBezTo>
                  <a:cubicBezTo>
                    <a:pt x="69911" y="10449"/>
                    <a:pt x="69972" y="10449"/>
                    <a:pt x="70063" y="10449"/>
                  </a:cubicBezTo>
                  <a:close/>
                  <a:moveTo>
                    <a:pt x="54103" y="10553"/>
                  </a:moveTo>
                  <a:cubicBezTo>
                    <a:pt x="54121" y="10553"/>
                    <a:pt x="54127" y="10560"/>
                    <a:pt x="54105" y="10571"/>
                  </a:cubicBezTo>
                  <a:cubicBezTo>
                    <a:pt x="54044" y="10632"/>
                    <a:pt x="54166" y="10662"/>
                    <a:pt x="54409" y="10662"/>
                  </a:cubicBezTo>
                  <a:lnTo>
                    <a:pt x="54591" y="10662"/>
                  </a:lnTo>
                  <a:cubicBezTo>
                    <a:pt x="54622" y="10662"/>
                    <a:pt x="54652" y="10753"/>
                    <a:pt x="54652" y="10753"/>
                  </a:cubicBezTo>
                  <a:cubicBezTo>
                    <a:pt x="54622" y="10784"/>
                    <a:pt x="54561" y="10814"/>
                    <a:pt x="54531" y="10814"/>
                  </a:cubicBezTo>
                  <a:cubicBezTo>
                    <a:pt x="54485" y="10769"/>
                    <a:pt x="54424" y="10746"/>
                    <a:pt x="54363" y="10746"/>
                  </a:cubicBezTo>
                  <a:cubicBezTo>
                    <a:pt x="54303" y="10746"/>
                    <a:pt x="54242" y="10769"/>
                    <a:pt x="54196" y="10814"/>
                  </a:cubicBezTo>
                  <a:cubicBezTo>
                    <a:pt x="54163" y="10839"/>
                    <a:pt x="54127" y="10851"/>
                    <a:pt x="54092" y="10851"/>
                  </a:cubicBezTo>
                  <a:cubicBezTo>
                    <a:pt x="54029" y="10851"/>
                    <a:pt x="53969" y="10814"/>
                    <a:pt x="53930" y="10755"/>
                  </a:cubicBezTo>
                  <a:lnTo>
                    <a:pt x="53930" y="10755"/>
                  </a:lnTo>
                  <a:cubicBezTo>
                    <a:pt x="53953" y="10722"/>
                    <a:pt x="53971" y="10682"/>
                    <a:pt x="53983" y="10632"/>
                  </a:cubicBezTo>
                  <a:cubicBezTo>
                    <a:pt x="54003" y="10574"/>
                    <a:pt x="54071" y="10553"/>
                    <a:pt x="54103" y="10553"/>
                  </a:cubicBezTo>
                  <a:close/>
                  <a:moveTo>
                    <a:pt x="49485" y="10449"/>
                  </a:moveTo>
                  <a:cubicBezTo>
                    <a:pt x="49698" y="10510"/>
                    <a:pt x="49789" y="10632"/>
                    <a:pt x="49728" y="10723"/>
                  </a:cubicBezTo>
                  <a:cubicBezTo>
                    <a:pt x="49515" y="10814"/>
                    <a:pt x="49303" y="10875"/>
                    <a:pt x="49090" y="10875"/>
                  </a:cubicBezTo>
                  <a:cubicBezTo>
                    <a:pt x="49044" y="10890"/>
                    <a:pt x="49006" y="10898"/>
                    <a:pt x="48983" y="10898"/>
                  </a:cubicBezTo>
                  <a:cubicBezTo>
                    <a:pt x="48961" y="10898"/>
                    <a:pt x="48953" y="10890"/>
                    <a:pt x="48968" y="10875"/>
                  </a:cubicBezTo>
                  <a:lnTo>
                    <a:pt x="48938" y="10845"/>
                  </a:lnTo>
                  <a:cubicBezTo>
                    <a:pt x="48907" y="10784"/>
                    <a:pt x="48816" y="10723"/>
                    <a:pt x="48786" y="10662"/>
                  </a:cubicBezTo>
                  <a:lnTo>
                    <a:pt x="48786" y="10601"/>
                  </a:lnTo>
                  <a:cubicBezTo>
                    <a:pt x="48808" y="10557"/>
                    <a:pt x="48847" y="10529"/>
                    <a:pt x="48901" y="10529"/>
                  </a:cubicBezTo>
                  <a:cubicBezTo>
                    <a:pt x="48922" y="10529"/>
                    <a:pt x="48944" y="10532"/>
                    <a:pt x="48968" y="10541"/>
                  </a:cubicBezTo>
                  <a:lnTo>
                    <a:pt x="48999" y="10571"/>
                  </a:lnTo>
                  <a:cubicBezTo>
                    <a:pt x="49059" y="10632"/>
                    <a:pt x="49090" y="10723"/>
                    <a:pt x="49181" y="10753"/>
                  </a:cubicBezTo>
                  <a:cubicBezTo>
                    <a:pt x="49242" y="10753"/>
                    <a:pt x="49333" y="10753"/>
                    <a:pt x="49394" y="10723"/>
                  </a:cubicBezTo>
                  <a:lnTo>
                    <a:pt x="49485" y="10449"/>
                  </a:lnTo>
                  <a:close/>
                  <a:moveTo>
                    <a:pt x="72069" y="10541"/>
                  </a:moveTo>
                  <a:lnTo>
                    <a:pt x="72069" y="10541"/>
                  </a:lnTo>
                  <a:cubicBezTo>
                    <a:pt x="72099" y="10632"/>
                    <a:pt x="72069" y="10753"/>
                    <a:pt x="71947" y="10814"/>
                  </a:cubicBezTo>
                  <a:lnTo>
                    <a:pt x="71826" y="10845"/>
                  </a:lnTo>
                  <a:cubicBezTo>
                    <a:pt x="71785" y="10845"/>
                    <a:pt x="71745" y="10818"/>
                    <a:pt x="71704" y="10818"/>
                  </a:cubicBezTo>
                  <a:cubicBezTo>
                    <a:pt x="71684" y="10818"/>
                    <a:pt x="71664" y="10824"/>
                    <a:pt x="71643" y="10845"/>
                  </a:cubicBezTo>
                  <a:cubicBezTo>
                    <a:pt x="71570" y="10869"/>
                    <a:pt x="71595" y="10991"/>
                    <a:pt x="71513" y="10991"/>
                  </a:cubicBezTo>
                  <a:cubicBezTo>
                    <a:pt x="71493" y="10991"/>
                    <a:pt x="71467" y="10984"/>
                    <a:pt x="71431" y="10966"/>
                  </a:cubicBezTo>
                  <a:lnTo>
                    <a:pt x="71370" y="10936"/>
                  </a:lnTo>
                  <a:cubicBezTo>
                    <a:pt x="71370" y="10814"/>
                    <a:pt x="71279" y="10784"/>
                    <a:pt x="71248" y="10784"/>
                  </a:cubicBezTo>
                  <a:cubicBezTo>
                    <a:pt x="71218" y="10784"/>
                    <a:pt x="71187" y="10753"/>
                    <a:pt x="71187" y="10693"/>
                  </a:cubicBezTo>
                  <a:cubicBezTo>
                    <a:pt x="71250" y="10651"/>
                    <a:pt x="71299" y="10580"/>
                    <a:pt x="71383" y="10580"/>
                  </a:cubicBezTo>
                  <a:cubicBezTo>
                    <a:pt x="71420" y="10580"/>
                    <a:pt x="71465" y="10594"/>
                    <a:pt x="71522" y="10632"/>
                  </a:cubicBezTo>
                  <a:cubicBezTo>
                    <a:pt x="71583" y="10662"/>
                    <a:pt x="71651" y="10677"/>
                    <a:pt x="71716" y="10677"/>
                  </a:cubicBezTo>
                  <a:cubicBezTo>
                    <a:pt x="71780" y="10677"/>
                    <a:pt x="71841" y="10662"/>
                    <a:pt x="71887" y="10632"/>
                  </a:cubicBezTo>
                  <a:lnTo>
                    <a:pt x="72069" y="10541"/>
                  </a:lnTo>
                  <a:close/>
                  <a:moveTo>
                    <a:pt x="67236" y="10237"/>
                  </a:moveTo>
                  <a:lnTo>
                    <a:pt x="67358" y="10267"/>
                  </a:lnTo>
                  <a:cubicBezTo>
                    <a:pt x="67418" y="10267"/>
                    <a:pt x="67570" y="10297"/>
                    <a:pt x="67449" y="10449"/>
                  </a:cubicBezTo>
                  <a:lnTo>
                    <a:pt x="67358" y="10541"/>
                  </a:lnTo>
                  <a:cubicBezTo>
                    <a:pt x="67449" y="10723"/>
                    <a:pt x="67418" y="10905"/>
                    <a:pt x="67297" y="10936"/>
                  </a:cubicBezTo>
                  <a:lnTo>
                    <a:pt x="67175" y="10845"/>
                  </a:lnTo>
                  <a:lnTo>
                    <a:pt x="66962" y="10723"/>
                  </a:lnTo>
                  <a:cubicBezTo>
                    <a:pt x="66841" y="10814"/>
                    <a:pt x="66719" y="10905"/>
                    <a:pt x="66567" y="10966"/>
                  </a:cubicBezTo>
                  <a:lnTo>
                    <a:pt x="66324" y="10936"/>
                  </a:lnTo>
                  <a:lnTo>
                    <a:pt x="66263" y="10966"/>
                  </a:lnTo>
                  <a:lnTo>
                    <a:pt x="66233" y="10997"/>
                  </a:lnTo>
                  <a:cubicBezTo>
                    <a:pt x="66111" y="10997"/>
                    <a:pt x="66142" y="10936"/>
                    <a:pt x="66233" y="10875"/>
                  </a:cubicBezTo>
                  <a:cubicBezTo>
                    <a:pt x="66316" y="10792"/>
                    <a:pt x="66551" y="10658"/>
                    <a:pt x="66592" y="10658"/>
                  </a:cubicBezTo>
                  <a:cubicBezTo>
                    <a:pt x="66596" y="10658"/>
                    <a:pt x="66598" y="10660"/>
                    <a:pt x="66598" y="10662"/>
                  </a:cubicBezTo>
                  <a:lnTo>
                    <a:pt x="66628" y="10662"/>
                  </a:lnTo>
                  <a:lnTo>
                    <a:pt x="66871" y="10601"/>
                  </a:lnTo>
                  <a:cubicBezTo>
                    <a:pt x="67145" y="10541"/>
                    <a:pt x="67175" y="10358"/>
                    <a:pt x="67114" y="10328"/>
                  </a:cubicBezTo>
                  <a:cubicBezTo>
                    <a:pt x="67054" y="10297"/>
                    <a:pt x="67114" y="10267"/>
                    <a:pt x="67236" y="10237"/>
                  </a:cubicBezTo>
                  <a:close/>
                  <a:moveTo>
                    <a:pt x="53904" y="10790"/>
                  </a:moveTo>
                  <a:cubicBezTo>
                    <a:pt x="53918" y="10807"/>
                    <a:pt x="53934" y="10826"/>
                    <a:pt x="53953" y="10845"/>
                  </a:cubicBezTo>
                  <a:lnTo>
                    <a:pt x="53953" y="10936"/>
                  </a:lnTo>
                  <a:cubicBezTo>
                    <a:pt x="54000" y="11006"/>
                    <a:pt x="54066" y="11077"/>
                    <a:pt x="54149" y="11134"/>
                  </a:cubicBezTo>
                  <a:lnTo>
                    <a:pt x="54149" y="11134"/>
                  </a:lnTo>
                  <a:cubicBezTo>
                    <a:pt x="53973" y="11160"/>
                    <a:pt x="53801" y="11189"/>
                    <a:pt x="53649" y="11240"/>
                  </a:cubicBezTo>
                  <a:lnTo>
                    <a:pt x="53436" y="11240"/>
                  </a:lnTo>
                  <a:cubicBezTo>
                    <a:pt x="53315" y="11209"/>
                    <a:pt x="53315" y="11118"/>
                    <a:pt x="53436" y="11118"/>
                  </a:cubicBezTo>
                  <a:lnTo>
                    <a:pt x="53528" y="11088"/>
                  </a:lnTo>
                  <a:cubicBezTo>
                    <a:pt x="53588" y="11027"/>
                    <a:pt x="53649" y="10966"/>
                    <a:pt x="53740" y="10905"/>
                  </a:cubicBezTo>
                  <a:lnTo>
                    <a:pt x="53801" y="10875"/>
                  </a:lnTo>
                  <a:cubicBezTo>
                    <a:pt x="53841" y="10848"/>
                    <a:pt x="53875" y="10822"/>
                    <a:pt x="53904" y="10790"/>
                  </a:cubicBezTo>
                  <a:close/>
                  <a:moveTo>
                    <a:pt x="61917" y="10662"/>
                  </a:moveTo>
                  <a:lnTo>
                    <a:pt x="62130" y="10784"/>
                  </a:lnTo>
                  <a:lnTo>
                    <a:pt x="62251" y="10845"/>
                  </a:lnTo>
                  <a:cubicBezTo>
                    <a:pt x="62226" y="10971"/>
                    <a:pt x="62158" y="11035"/>
                    <a:pt x="62101" y="11035"/>
                  </a:cubicBezTo>
                  <a:cubicBezTo>
                    <a:pt x="62090" y="11035"/>
                    <a:pt x="62079" y="11032"/>
                    <a:pt x="62069" y="11027"/>
                  </a:cubicBezTo>
                  <a:lnTo>
                    <a:pt x="62069" y="11027"/>
                  </a:lnTo>
                  <a:lnTo>
                    <a:pt x="62099" y="11057"/>
                  </a:lnTo>
                  <a:cubicBezTo>
                    <a:pt x="62062" y="11039"/>
                    <a:pt x="61980" y="11009"/>
                    <a:pt x="61915" y="11009"/>
                  </a:cubicBezTo>
                  <a:cubicBezTo>
                    <a:pt x="61873" y="11009"/>
                    <a:pt x="61838" y="11022"/>
                    <a:pt x="61826" y="11057"/>
                  </a:cubicBezTo>
                  <a:lnTo>
                    <a:pt x="61826" y="11118"/>
                  </a:lnTo>
                  <a:cubicBezTo>
                    <a:pt x="61826" y="11149"/>
                    <a:pt x="62038" y="11179"/>
                    <a:pt x="61856" y="11240"/>
                  </a:cubicBezTo>
                  <a:cubicBezTo>
                    <a:pt x="61826" y="11240"/>
                    <a:pt x="61765" y="11179"/>
                    <a:pt x="61734" y="11149"/>
                  </a:cubicBezTo>
                  <a:lnTo>
                    <a:pt x="61704" y="11057"/>
                  </a:lnTo>
                  <a:cubicBezTo>
                    <a:pt x="61643" y="10966"/>
                    <a:pt x="61765" y="10784"/>
                    <a:pt x="61917" y="10662"/>
                  </a:cubicBezTo>
                  <a:close/>
                  <a:moveTo>
                    <a:pt x="65139" y="10176"/>
                  </a:moveTo>
                  <a:cubicBezTo>
                    <a:pt x="65169" y="10176"/>
                    <a:pt x="65260" y="10237"/>
                    <a:pt x="65260" y="10237"/>
                  </a:cubicBezTo>
                  <a:lnTo>
                    <a:pt x="65260" y="10389"/>
                  </a:lnTo>
                  <a:cubicBezTo>
                    <a:pt x="65291" y="10601"/>
                    <a:pt x="65382" y="10753"/>
                    <a:pt x="65534" y="10875"/>
                  </a:cubicBezTo>
                  <a:cubicBezTo>
                    <a:pt x="65574" y="10875"/>
                    <a:pt x="65615" y="10888"/>
                    <a:pt x="65637" y="10888"/>
                  </a:cubicBezTo>
                  <a:cubicBezTo>
                    <a:pt x="65649" y="10888"/>
                    <a:pt x="65655" y="10885"/>
                    <a:pt x="65655" y="10875"/>
                  </a:cubicBezTo>
                  <a:lnTo>
                    <a:pt x="65655" y="10723"/>
                  </a:lnTo>
                  <a:cubicBezTo>
                    <a:pt x="65777" y="10693"/>
                    <a:pt x="65868" y="10571"/>
                    <a:pt x="65899" y="10419"/>
                  </a:cubicBezTo>
                  <a:lnTo>
                    <a:pt x="66142" y="10419"/>
                  </a:lnTo>
                  <a:cubicBezTo>
                    <a:pt x="66172" y="10328"/>
                    <a:pt x="66263" y="10267"/>
                    <a:pt x="66355" y="10267"/>
                  </a:cubicBezTo>
                  <a:cubicBezTo>
                    <a:pt x="66415" y="10297"/>
                    <a:pt x="66263" y="10449"/>
                    <a:pt x="66051" y="10632"/>
                  </a:cubicBezTo>
                  <a:lnTo>
                    <a:pt x="66020" y="10845"/>
                  </a:lnTo>
                  <a:lnTo>
                    <a:pt x="66020" y="10905"/>
                  </a:lnTo>
                  <a:cubicBezTo>
                    <a:pt x="65868" y="10966"/>
                    <a:pt x="65807" y="11149"/>
                    <a:pt x="65899" y="11301"/>
                  </a:cubicBezTo>
                  <a:lnTo>
                    <a:pt x="65625" y="11118"/>
                  </a:lnTo>
                  <a:cubicBezTo>
                    <a:pt x="65595" y="11118"/>
                    <a:pt x="65503" y="11179"/>
                    <a:pt x="65412" y="11179"/>
                  </a:cubicBezTo>
                  <a:cubicBezTo>
                    <a:pt x="65351" y="11179"/>
                    <a:pt x="65321" y="11149"/>
                    <a:pt x="65260" y="11118"/>
                  </a:cubicBezTo>
                  <a:cubicBezTo>
                    <a:pt x="65230" y="11088"/>
                    <a:pt x="65169" y="11057"/>
                    <a:pt x="65169" y="10997"/>
                  </a:cubicBezTo>
                  <a:cubicBezTo>
                    <a:pt x="65149" y="10834"/>
                    <a:pt x="65142" y="10780"/>
                    <a:pt x="65059" y="10780"/>
                  </a:cubicBezTo>
                  <a:cubicBezTo>
                    <a:pt x="65017" y="10780"/>
                    <a:pt x="64956" y="10794"/>
                    <a:pt x="64865" y="10814"/>
                  </a:cubicBezTo>
                  <a:lnTo>
                    <a:pt x="64835" y="10814"/>
                  </a:lnTo>
                  <a:cubicBezTo>
                    <a:pt x="64832" y="10817"/>
                    <a:pt x="64829" y="10819"/>
                    <a:pt x="64827" y="10819"/>
                  </a:cubicBezTo>
                  <a:cubicBezTo>
                    <a:pt x="64811" y="10819"/>
                    <a:pt x="64844" y="10704"/>
                    <a:pt x="64926" y="10541"/>
                  </a:cubicBezTo>
                  <a:lnTo>
                    <a:pt x="64744" y="10419"/>
                  </a:lnTo>
                  <a:cubicBezTo>
                    <a:pt x="64744" y="10419"/>
                    <a:pt x="64744" y="10419"/>
                    <a:pt x="64744" y="10389"/>
                  </a:cubicBezTo>
                  <a:cubicBezTo>
                    <a:pt x="64744" y="10358"/>
                    <a:pt x="64774" y="10358"/>
                    <a:pt x="64774" y="10358"/>
                  </a:cubicBezTo>
                  <a:cubicBezTo>
                    <a:pt x="64804" y="10367"/>
                    <a:pt x="64830" y="10370"/>
                    <a:pt x="64853" y="10370"/>
                  </a:cubicBezTo>
                  <a:cubicBezTo>
                    <a:pt x="64997" y="10370"/>
                    <a:pt x="65034" y="10228"/>
                    <a:pt x="65139" y="10176"/>
                  </a:cubicBezTo>
                  <a:close/>
                  <a:moveTo>
                    <a:pt x="54525" y="10925"/>
                  </a:moveTo>
                  <a:cubicBezTo>
                    <a:pt x="54615" y="10925"/>
                    <a:pt x="54697" y="10964"/>
                    <a:pt x="54743" y="11057"/>
                  </a:cubicBezTo>
                  <a:cubicBezTo>
                    <a:pt x="54713" y="11149"/>
                    <a:pt x="54652" y="11270"/>
                    <a:pt x="54591" y="11361"/>
                  </a:cubicBezTo>
                  <a:lnTo>
                    <a:pt x="54439" y="11240"/>
                  </a:lnTo>
                  <a:lnTo>
                    <a:pt x="54275" y="11130"/>
                  </a:lnTo>
                  <a:lnTo>
                    <a:pt x="54275" y="11130"/>
                  </a:lnTo>
                  <a:lnTo>
                    <a:pt x="54379" y="11027"/>
                  </a:lnTo>
                  <a:lnTo>
                    <a:pt x="54439" y="10936"/>
                  </a:lnTo>
                  <a:cubicBezTo>
                    <a:pt x="54468" y="10929"/>
                    <a:pt x="54497" y="10925"/>
                    <a:pt x="54525" y="10925"/>
                  </a:cubicBezTo>
                  <a:close/>
                  <a:moveTo>
                    <a:pt x="56076" y="10869"/>
                  </a:moveTo>
                  <a:cubicBezTo>
                    <a:pt x="56079" y="10869"/>
                    <a:pt x="56081" y="10871"/>
                    <a:pt x="56081" y="10875"/>
                  </a:cubicBezTo>
                  <a:cubicBezTo>
                    <a:pt x="56111" y="10905"/>
                    <a:pt x="55898" y="11301"/>
                    <a:pt x="55868" y="11392"/>
                  </a:cubicBezTo>
                  <a:cubicBezTo>
                    <a:pt x="55868" y="11402"/>
                    <a:pt x="55867" y="11407"/>
                    <a:pt x="55866" y="11407"/>
                  </a:cubicBezTo>
                  <a:cubicBezTo>
                    <a:pt x="55856" y="11407"/>
                    <a:pt x="55818" y="11138"/>
                    <a:pt x="55898" y="11057"/>
                  </a:cubicBezTo>
                  <a:cubicBezTo>
                    <a:pt x="55978" y="10952"/>
                    <a:pt x="56057" y="10869"/>
                    <a:pt x="56076" y="10869"/>
                  </a:cubicBezTo>
                  <a:close/>
                  <a:moveTo>
                    <a:pt x="48816" y="11240"/>
                  </a:moveTo>
                  <a:cubicBezTo>
                    <a:pt x="49090" y="11240"/>
                    <a:pt x="49151" y="11301"/>
                    <a:pt x="48968" y="11331"/>
                  </a:cubicBezTo>
                  <a:lnTo>
                    <a:pt x="48999" y="11452"/>
                  </a:lnTo>
                  <a:cubicBezTo>
                    <a:pt x="48999" y="11483"/>
                    <a:pt x="48938" y="11544"/>
                    <a:pt x="48907" y="11544"/>
                  </a:cubicBezTo>
                  <a:cubicBezTo>
                    <a:pt x="48887" y="11548"/>
                    <a:pt x="48869" y="11550"/>
                    <a:pt x="48855" y="11550"/>
                  </a:cubicBezTo>
                  <a:cubicBezTo>
                    <a:pt x="48763" y="11550"/>
                    <a:pt x="48786" y="11475"/>
                    <a:pt x="48786" y="11422"/>
                  </a:cubicBezTo>
                  <a:lnTo>
                    <a:pt x="48786" y="11392"/>
                  </a:lnTo>
                  <a:cubicBezTo>
                    <a:pt x="48786" y="11384"/>
                    <a:pt x="48777" y="11380"/>
                    <a:pt x="48762" y="11380"/>
                  </a:cubicBezTo>
                  <a:cubicBezTo>
                    <a:pt x="48721" y="11380"/>
                    <a:pt x="48632" y="11408"/>
                    <a:pt x="48543" y="11452"/>
                  </a:cubicBezTo>
                  <a:lnTo>
                    <a:pt x="48391" y="11361"/>
                  </a:lnTo>
                  <a:cubicBezTo>
                    <a:pt x="48391" y="11301"/>
                    <a:pt x="48482" y="11240"/>
                    <a:pt x="48573" y="11240"/>
                  </a:cubicBezTo>
                  <a:close/>
                  <a:moveTo>
                    <a:pt x="66926" y="11288"/>
                  </a:moveTo>
                  <a:cubicBezTo>
                    <a:pt x="67091" y="11288"/>
                    <a:pt x="67113" y="11343"/>
                    <a:pt x="67206" y="11574"/>
                  </a:cubicBezTo>
                  <a:lnTo>
                    <a:pt x="67175" y="11574"/>
                  </a:lnTo>
                  <a:cubicBezTo>
                    <a:pt x="67124" y="11588"/>
                    <a:pt x="67081" y="11594"/>
                    <a:pt x="67042" y="11594"/>
                  </a:cubicBezTo>
                  <a:cubicBezTo>
                    <a:pt x="66830" y="11594"/>
                    <a:pt x="66797" y="11404"/>
                    <a:pt x="66719" y="11301"/>
                  </a:cubicBezTo>
                  <a:cubicBezTo>
                    <a:pt x="66807" y="11293"/>
                    <a:pt x="66874" y="11288"/>
                    <a:pt x="66926" y="11288"/>
                  </a:cubicBezTo>
                  <a:close/>
                  <a:moveTo>
                    <a:pt x="49971" y="11240"/>
                  </a:moveTo>
                  <a:cubicBezTo>
                    <a:pt x="50062" y="11240"/>
                    <a:pt x="50154" y="11331"/>
                    <a:pt x="50184" y="11452"/>
                  </a:cubicBezTo>
                  <a:lnTo>
                    <a:pt x="50123" y="11513"/>
                  </a:lnTo>
                  <a:cubicBezTo>
                    <a:pt x="50002" y="11604"/>
                    <a:pt x="49880" y="11696"/>
                    <a:pt x="49728" y="11756"/>
                  </a:cubicBezTo>
                  <a:cubicBezTo>
                    <a:pt x="49728" y="11756"/>
                    <a:pt x="49607" y="11726"/>
                    <a:pt x="49607" y="11696"/>
                  </a:cubicBezTo>
                  <a:lnTo>
                    <a:pt x="49607" y="11635"/>
                  </a:lnTo>
                  <a:cubicBezTo>
                    <a:pt x="49594" y="11586"/>
                    <a:pt x="49641" y="11581"/>
                    <a:pt x="49691" y="11581"/>
                  </a:cubicBezTo>
                  <a:cubicBezTo>
                    <a:pt x="49703" y="11581"/>
                    <a:pt x="49716" y="11582"/>
                    <a:pt x="49728" y="11582"/>
                  </a:cubicBezTo>
                  <a:cubicBezTo>
                    <a:pt x="49789" y="11582"/>
                    <a:pt x="49834" y="11574"/>
                    <a:pt x="49758" y="11483"/>
                  </a:cubicBezTo>
                  <a:cubicBezTo>
                    <a:pt x="49728" y="11452"/>
                    <a:pt x="49880" y="11331"/>
                    <a:pt x="49941" y="11270"/>
                  </a:cubicBezTo>
                  <a:lnTo>
                    <a:pt x="49971" y="11240"/>
                  </a:lnTo>
                  <a:close/>
                  <a:moveTo>
                    <a:pt x="49399" y="11354"/>
                  </a:moveTo>
                  <a:cubicBezTo>
                    <a:pt x="49422" y="11354"/>
                    <a:pt x="49449" y="11365"/>
                    <a:pt x="49485" y="11392"/>
                  </a:cubicBezTo>
                  <a:cubicBezTo>
                    <a:pt x="49546" y="11392"/>
                    <a:pt x="49485" y="11574"/>
                    <a:pt x="49485" y="11574"/>
                  </a:cubicBezTo>
                  <a:lnTo>
                    <a:pt x="49120" y="11635"/>
                  </a:lnTo>
                  <a:cubicBezTo>
                    <a:pt x="49303" y="11787"/>
                    <a:pt x="49333" y="11939"/>
                    <a:pt x="49211" y="11969"/>
                  </a:cubicBezTo>
                  <a:lnTo>
                    <a:pt x="48999" y="11969"/>
                  </a:lnTo>
                  <a:cubicBezTo>
                    <a:pt x="48877" y="11939"/>
                    <a:pt x="48938" y="11848"/>
                    <a:pt x="49120" y="11787"/>
                  </a:cubicBezTo>
                  <a:lnTo>
                    <a:pt x="49120" y="11604"/>
                  </a:lnTo>
                  <a:cubicBezTo>
                    <a:pt x="49120" y="11574"/>
                    <a:pt x="49303" y="11544"/>
                    <a:pt x="49303" y="11483"/>
                  </a:cubicBezTo>
                  <a:cubicBezTo>
                    <a:pt x="49324" y="11418"/>
                    <a:pt x="49346" y="11354"/>
                    <a:pt x="49399" y="11354"/>
                  </a:cubicBezTo>
                  <a:close/>
                  <a:moveTo>
                    <a:pt x="59424" y="10115"/>
                  </a:moveTo>
                  <a:cubicBezTo>
                    <a:pt x="59424" y="10175"/>
                    <a:pt x="59424" y="10234"/>
                    <a:pt x="59467" y="10234"/>
                  </a:cubicBezTo>
                  <a:cubicBezTo>
                    <a:pt x="59489" y="10234"/>
                    <a:pt x="59524" y="10218"/>
                    <a:pt x="59576" y="10176"/>
                  </a:cubicBezTo>
                  <a:lnTo>
                    <a:pt x="59637" y="10145"/>
                  </a:lnTo>
                  <a:cubicBezTo>
                    <a:pt x="59759" y="10145"/>
                    <a:pt x="59850" y="10267"/>
                    <a:pt x="59789" y="10389"/>
                  </a:cubicBezTo>
                  <a:lnTo>
                    <a:pt x="59667" y="10601"/>
                  </a:lnTo>
                  <a:lnTo>
                    <a:pt x="59576" y="10571"/>
                  </a:lnTo>
                  <a:lnTo>
                    <a:pt x="59546" y="10571"/>
                  </a:lnTo>
                  <a:cubicBezTo>
                    <a:pt x="59534" y="10535"/>
                    <a:pt x="59513" y="10523"/>
                    <a:pt x="59489" y="10523"/>
                  </a:cubicBezTo>
                  <a:cubicBezTo>
                    <a:pt x="59453" y="10523"/>
                    <a:pt x="59412" y="10553"/>
                    <a:pt x="59394" y="10571"/>
                  </a:cubicBezTo>
                  <a:cubicBezTo>
                    <a:pt x="59333" y="10632"/>
                    <a:pt x="59516" y="10693"/>
                    <a:pt x="59759" y="10693"/>
                  </a:cubicBezTo>
                  <a:lnTo>
                    <a:pt x="59728" y="10936"/>
                  </a:lnTo>
                  <a:cubicBezTo>
                    <a:pt x="59728" y="10966"/>
                    <a:pt x="59728" y="10966"/>
                    <a:pt x="59819" y="10997"/>
                  </a:cubicBezTo>
                  <a:cubicBezTo>
                    <a:pt x="59831" y="11005"/>
                    <a:pt x="59842" y="11008"/>
                    <a:pt x="59853" y="11008"/>
                  </a:cubicBezTo>
                  <a:cubicBezTo>
                    <a:pt x="59899" y="11008"/>
                    <a:pt x="59931" y="10941"/>
                    <a:pt x="59980" y="10941"/>
                  </a:cubicBezTo>
                  <a:cubicBezTo>
                    <a:pt x="60003" y="10941"/>
                    <a:pt x="60029" y="10955"/>
                    <a:pt x="60063" y="10997"/>
                  </a:cubicBezTo>
                  <a:lnTo>
                    <a:pt x="60093" y="10997"/>
                  </a:lnTo>
                  <a:cubicBezTo>
                    <a:pt x="60215" y="10997"/>
                    <a:pt x="60336" y="11057"/>
                    <a:pt x="60336" y="11088"/>
                  </a:cubicBezTo>
                  <a:cubicBezTo>
                    <a:pt x="60336" y="11149"/>
                    <a:pt x="60519" y="11209"/>
                    <a:pt x="60610" y="11240"/>
                  </a:cubicBezTo>
                  <a:cubicBezTo>
                    <a:pt x="60614" y="11242"/>
                    <a:pt x="60618" y="11243"/>
                    <a:pt x="60622" y="11243"/>
                  </a:cubicBezTo>
                  <a:cubicBezTo>
                    <a:pt x="60678" y="11243"/>
                    <a:pt x="60731" y="11053"/>
                    <a:pt x="60731" y="10997"/>
                  </a:cubicBezTo>
                  <a:cubicBezTo>
                    <a:pt x="60731" y="10936"/>
                    <a:pt x="60883" y="10905"/>
                    <a:pt x="60944" y="10905"/>
                  </a:cubicBezTo>
                  <a:cubicBezTo>
                    <a:pt x="60975" y="10905"/>
                    <a:pt x="61035" y="10875"/>
                    <a:pt x="61035" y="10814"/>
                  </a:cubicBezTo>
                  <a:lnTo>
                    <a:pt x="61035" y="10784"/>
                  </a:lnTo>
                  <a:lnTo>
                    <a:pt x="60975" y="10632"/>
                  </a:lnTo>
                  <a:cubicBezTo>
                    <a:pt x="60792" y="10632"/>
                    <a:pt x="60823" y="10541"/>
                    <a:pt x="61035" y="10480"/>
                  </a:cubicBezTo>
                  <a:lnTo>
                    <a:pt x="61157" y="10662"/>
                  </a:lnTo>
                  <a:cubicBezTo>
                    <a:pt x="61218" y="10784"/>
                    <a:pt x="61278" y="10693"/>
                    <a:pt x="61370" y="10784"/>
                  </a:cubicBezTo>
                  <a:cubicBezTo>
                    <a:pt x="61461" y="10875"/>
                    <a:pt x="61613" y="10966"/>
                    <a:pt x="61339" y="11027"/>
                  </a:cubicBezTo>
                  <a:lnTo>
                    <a:pt x="61309" y="11027"/>
                  </a:lnTo>
                  <a:cubicBezTo>
                    <a:pt x="61278" y="11088"/>
                    <a:pt x="61218" y="11179"/>
                    <a:pt x="61187" y="11240"/>
                  </a:cubicBezTo>
                  <a:lnTo>
                    <a:pt x="61096" y="11301"/>
                  </a:lnTo>
                  <a:cubicBezTo>
                    <a:pt x="61066" y="11301"/>
                    <a:pt x="61157" y="11452"/>
                    <a:pt x="61157" y="11483"/>
                  </a:cubicBezTo>
                  <a:cubicBezTo>
                    <a:pt x="61157" y="11513"/>
                    <a:pt x="61005" y="11544"/>
                    <a:pt x="61157" y="11574"/>
                  </a:cubicBezTo>
                  <a:cubicBezTo>
                    <a:pt x="61370" y="11635"/>
                    <a:pt x="61461" y="11726"/>
                    <a:pt x="61278" y="11908"/>
                  </a:cubicBezTo>
                  <a:lnTo>
                    <a:pt x="61248" y="11939"/>
                  </a:lnTo>
                  <a:cubicBezTo>
                    <a:pt x="61248" y="12060"/>
                    <a:pt x="61096" y="12152"/>
                    <a:pt x="61005" y="12152"/>
                  </a:cubicBezTo>
                  <a:cubicBezTo>
                    <a:pt x="60914" y="12152"/>
                    <a:pt x="60975" y="11969"/>
                    <a:pt x="60914" y="11939"/>
                  </a:cubicBezTo>
                  <a:cubicBezTo>
                    <a:pt x="60871" y="11917"/>
                    <a:pt x="60828" y="11896"/>
                    <a:pt x="60806" y="11896"/>
                  </a:cubicBezTo>
                  <a:cubicBezTo>
                    <a:pt x="60797" y="11896"/>
                    <a:pt x="60792" y="11900"/>
                    <a:pt x="60792" y="11908"/>
                  </a:cubicBezTo>
                  <a:lnTo>
                    <a:pt x="60762" y="11908"/>
                  </a:lnTo>
                  <a:lnTo>
                    <a:pt x="60731" y="11939"/>
                  </a:lnTo>
                  <a:cubicBezTo>
                    <a:pt x="60701" y="11954"/>
                    <a:pt x="60671" y="11962"/>
                    <a:pt x="60640" y="11962"/>
                  </a:cubicBezTo>
                  <a:cubicBezTo>
                    <a:pt x="60610" y="11962"/>
                    <a:pt x="60579" y="11954"/>
                    <a:pt x="60549" y="11939"/>
                  </a:cubicBezTo>
                  <a:lnTo>
                    <a:pt x="60549" y="11908"/>
                  </a:lnTo>
                  <a:lnTo>
                    <a:pt x="60610" y="11787"/>
                  </a:lnTo>
                  <a:cubicBezTo>
                    <a:pt x="60640" y="11604"/>
                    <a:pt x="60610" y="11422"/>
                    <a:pt x="60488" y="11301"/>
                  </a:cubicBezTo>
                  <a:cubicBezTo>
                    <a:pt x="60466" y="11278"/>
                    <a:pt x="60429" y="11269"/>
                    <a:pt x="60385" y="11269"/>
                  </a:cubicBezTo>
                  <a:cubicBezTo>
                    <a:pt x="60250" y="11269"/>
                    <a:pt x="60048" y="11361"/>
                    <a:pt x="60002" y="11452"/>
                  </a:cubicBezTo>
                  <a:cubicBezTo>
                    <a:pt x="59941" y="11544"/>
                    <a:pt x="59971" y="11604"/>
                    <a:pt x="60063" y="11604"/>
                  </a:cubicBezTo>
                  <a:lnTo>
                    <a:pt x="60123" y="11574"/>
                  </a:lnTo>
                  <a:lnTo>
                    <a:pt x="60184" y="11544"/>
                  </a:lnTo>
                  <a:cubicBezTo>
                    <a:pt x="60212" y="11503"/>
                    <a:pt x="60251" y="11486"/>
                    <a:pt x="60293" y="11486"/>
                  </a:cubicBezTo>
                  <a:cubicBezTo>
                    <a:pt x="60342" y="11486"/>
                    <a:pt x="60394" y="11510"/>
                    <a:pt x="60427" y="11544"/>
                  </a:cubicBezTo>
                  <a:lnTo>
                    <a:pt x="60458" y="11635"/>
                  </a:lnTo>
                  <a:cubicBezTo>
                    <a:pt x="60458" y="11665"/>
                    <a:pt x="60397" y="11756"/>
                    <a:pt x="60397" y="11756"/>
                  </a:cubicBezTo>
                  <a:lnTo>
                    <a:pt x="60123" y="11696"/>
                  </a:lnTo>
                  <a:cubicBezTo>
                    <a:pt x="60063" y="11817"/>
                    <a:pt x="59911" y="11908"/>
                    <a:pt x="59789" y="11908"/>
                  </a:cubicBezTo>
                  <a:cubicBezTo>
                    <a:pt x="59779" y="11903"/>
                    <a:pt x="59766" y="11901"/>
                    <a:pt x="59751" y="11901"/>
                  </a:cubicBezTo>
                  <a:cubicBezTo>
                    <a:pt x="59678" y="11901"/>
                    <a:pt x="59561" y="11960"/>
                    <a:pt x="59485" y="12060"/>
                  </a:cubicBezTo>
                  <a:lnTo>
                    <a:pt x="59364" y="12182"/>
                  </a:lnTo>
                  <a:cubicBezTo>
                    <a:pt x="59333" y="12182"/>
                    <a:pt x="59272" y="12152"/>
                    <a:pt x="59212" y="12152"/>
                  </a:cubicBezTo>
                  <a:lnTo>
                    <a:pt x="58999" y="12030"/>
                  </a:lnTo>
                  <a:lnTo>
                    <a:pt x="58999" y="12091"/>
                  </a:lnTo>
                  <a:lnTo>
                    <a:pt x="58938" y="12030"/>
                  </a:lnTo>
                  <a:cubicBezTo>
                    <a:pt x="58908" y="11969"/>
                    <a:pt x="58847" y="11939"/>
                    <a:pt x="58968" y="11908"/>
                  </a:cubicBezTo>
                  <a:lnTo>
                    <a:pt x="59181" y="11848"/>
                  </a:lnTo>
                  <a:cubicBezTo>
                    <a:pt x="59181" y="11696"/>
                    <a:pt x="59212" y="11574"/>
                    <a:pt x="59272" y="11422"/>
                  </a:cubicBezTo>
                  <a:lnTo>
                    <a:pt x="59303" y="11422"/>
                  </a:lnTo>
                  <a:cubicBezTo>
                    <a:pt x="59485" y="11392"/>
                    <a:pt x="59667" y="11392"/>
                    <a:pt x="59819" y="11331"/>
                  </a:cubicBezTo>
                  <a:lnTo>
                    <a:pt x="59880" y="11331"/>
                  </a:lnTo>
                  <a:cubicBezTo>
                    <a:pt x="59941" y="11270"/>
                    <a:pt x="59637" y="11209"/>
                    <a:pt x="59516" y="11209"/>
                  </a:cubicBezTo>
                  <a:cubicBezTo>
                    <a:pt x="59333" y="11240"/>
                    <a:pt x="59151" y="11331"/>
                    <a:pt x="59029" y="11483"/>
                  </a:cubicBezTo>
                  <a:lnTo>
                    <a:pt x="59060" y="11665"/>
                  </a:lnTo>
                  <a:cubicBezTo>
                    <a:pt x="59090" y="11787"/>
                    <a:pt x="59060" y="11787"/>
                    <a:pt x="58816" y="11787"/>
                  </a:cubicBezTo>
                  <a:cubicBezTo>
                    <a:pt x="58756" y="11787"/>
                    <a:pt x="58725" y="11787"/>
                    <a:pt x="58664" y="11817"/>
                  </a:cubicBezTo>
                  <a:lnTo>
                    <a:pt x="58573" y="11878"/>
                  </a:lnTo>
                  <a:cubicBezTo>
                    <a:pt x="58482" y="11946"/>
                    <a:pt x="58374" y="11981"/>
                    <a:pt x="58261" y="11981"/>
                  </a:cubicBezTo>
                  <a:cubicBezTo>
                    <a:pt x="58224" y="11981"/>
                    <a:pt x="58186" y="11977"/>
                    <a:pt x="58148" y="11969"/>
                  </a:cubicBezTo>
                  <a:lnTo>
                    <a:pt x="58057" y="11908"/>
                  </a:lnTo>
                  <a:lnTo>
                    <a:pt x="58026" y="11878"/>
                  </a:lnTo>
                  <a:cubicBezTo>
                    <a:pt x="58026" y="11797"/>
                    <a:pt x="58134" y="11770"/>
                    <a:pt x="58215" y="11770"/>
                  </a:cubicBezTo>
                  <a:cubicBezTo>
                    <a:pt x="58256" y="11770"/>
                    <a:pt x="58290" y="11777"/>
                    <a:pt x="58300" y="11787"/>
                  </a:cubicBezTo>
                  <a:cubicBezTo>
                    <a:pt x="58330" y="11802"/>
                    <a:pt x="58360" y="11810"/>
                    <a:pt x="58387" y="11810"/>
                  </a:cubicBezTo>
                  <a:cubicBezTo>
                    <a:pt x="58414" y="11810"/>
                    <a:pt x="58436" y="11802"/>
                    <a:pt x="58452" y="11787"/>
                  </a:cubicBezTo>
                  <a:lnTo>
                    <a:pt x="58452" y="11574"/>
                  </a:lnTo>
                  <a:cubicBezTo>
                    <a:pt x="58604" y="11483"/>
                    <a:pt x="58664" y="11361"/>
                    <a:pt x="58543" y="11331"/>
                  </a:cubicBezTo>
                  <a:lnTo>
                    <a:pt x="58512" y="11270"/>
                  </a:lnTo>
                  <a:lnTo>
                    <a:pt x="58482" y="11209"/>
                  </a:lnTo>
                  <a:cubicBezTo>
                    <a:pt x="58512" y="11088"/>
                    <a:pt x="58421" y="11088"/>
                    <a:pt x="58360" y="11088"/>
                  </a:cubicBezTo>
                  <a:cubicBezTo>
                    <a:pt x="58356" y="11092"/>
                    <a:pt x="58351" y="11094"/>
                    <a:pt x="58346" y="11094"/>
                  </a:cubicBezTo>
                  <a:cubicBezTo>
                    <a:pt x="58308" y="11094"/>
                    <a:pt x="58239" y="11011"/>
                    <a:pt x="58239" y="10905"/>
                  </a:cubicBezTo>
                  <a:lnTo>
                    <a:pt x="58209" y="10784"/>
                  </a:lnTo>
                  <a:lnTo>
                    <a:pt x="58148" y="10784"/>
                  </a:lnTo>
                  <a:cubicBezTo>
                    <a:pt x="58117" y="10784"/>
                    <a:pt x="58087" y="10814"/>
                    <a:pt x="58087" y="10845"/>
                  </a:cubicBezTo>
                  <a:cubicBezTo>
                    <a:pt x="58064" y="10957"/>
                    <a:pt x="58042" y="11020"/>
                    <a:pt x="57970" y="11020"/>
                  </a:cubicBezTo>
                  <a:cubicBezTo>
                    <a:pt x="57945" y="11020"/>
                    <a:pt x="57913" y="11012"/>
                    <a:pt x="57874" y="10997"/>
                  </a:cubicBezTo>
                  <a:lnTo>
                    <a:pt x="57753" y="10997"/>
                  </a:lnTo>
                  <a:cubicBezTo>
                    <a:pt x="57715" y="10981"/>
                    <a:pt x="57686" y="10976"/>
                    <a:pt x="57665" y="10976"/>
                  </a:cubicBezTo>
                  <a:cubicBezTo>
                    <a:pt x="57601" y="10976"/>
                    <a:pt x="57601" y="11027"/>
                    <a:pt x="57601" y="11027"/>
                  </a:cubicBezTo>
                  <a:cubicBezTo>
                    <a:pt x="57722" y="11118"/>
                    <a:pt x="57844" y="11179"/>
                    <a:pt x="57965" y="11270"/>
                  </a:cubicBezTo>
                  <a:lnTo>
                    <a:pt x="57935" y="11544"/>
                  </a:lnTo>
                  <a:lnTo>
                    <a:pt x="57935" y="11665"/>
                  </a:lnTo>
                  <a:cubicBezTo>
                    <a:pt x="57872" y="11690"/>
                    <a:pt x="57809" y="11705"/>
                    <a:pt x="57748" y="11705"/>
                  </a:cubicBezTo>
                  <a:cubicBezTo>
                    <a:pt x="57662" y="11705"/>
                    <a:pt x="57581" y="11676"/>
                    <a:pt x="57509" y="11604"/>
                  </a:cubicBezTo>
                  <a:cubicBezTo>
                    <a:pt x="57449" y="11544"/>
                    <a:pt x="57540" y="11422"/>
                    <a:pt x="57570" y="11361"/>
                  </a:cubicBezTo>
                  <a:cubicBezTo>
                    <a:pt x="57631" y="11331"/>
                    <a:pt x="57449" y="11270"/>
                    <a:pt x="57357" y="11240"/>
                  </a:cubicBezTo>
                  <a:cubicBezTo>
                    <a:pt x="57332" y="11214"/>
                    <a:pt x="57306" y="11205"/>
                    <a:pt x="57285" y="11205"/>
                  </a:cubicBezTo>
                  <a:cubicBezTo>
                    <a:pt x="57256" y="11205"/>
                    <a:pt x="57236" y="11222"/>
                    <a:pt x="57236" y="11240"/>
                  </a:cubicBezTo>
                  <a:cubicBezTo>
                    <a:pt x="57236" y="11240"/>
                    <a:pt x="57266" y="11270"/>
                    <a:pt x="57327" y="11270"/>
                  </a:cubicBezTo>
                  <a:cubicBezTo>
                    <a:pt x="57297" y="11392"/>
                    <a:pt x="57236" y="11483"/>
                    <a:pt x="57205" y="11574"/>
                  </a:cubicBezTo>
                  <a:lnTo>
                    <a:pt x="57175" y="11604"/>
                  </a:lnTo>
                  <a:cubicBezTo>
                    <a:pt x="57053" y="11604"/>
                    <a:pt x="56993" y="11696"/>
                    <a:pt x="57053" y="11787"/>
                  </a:cubicBezTo>
                  <a:lnTo>
                    <a:pt x="57023" y="11878"/>
                  </a:lnTo>
                  <a:cubicBezTo>
                    <a:pt x="56932" y="11969"/>
                    <a:pt x="56841" y="12000"/>
                    <a:pt x="56750" y="12000"/>
                  </a:cubicBezTo>
                  <a:lnTo>
                    <a:pt x="56537" y="12000"/>
                  </a:lnTo>
                  <a:cubicBezTo>
                    <a:pt x="56532" y="12015"/>
                    <a:pt x="56524" y="12022"/>
                    <a:pt x="56515" y="12022"/>
                  </a:cubicBezTo>
                  <a:cubicBezTo>
                    <a:pt x="56472" y="12022"/>
                    <a:pt x="56406" y="11868"/>
                    <a:pt x="56506" y="11817"/>
                  </a:cubicBezTo>
                  <a:cubicBezTo>
                    <a:pt x="56549" y="11785"/>
                    <a:pt x="56543" y="11772"/>
                    <a:pt x="56516" y="11772"/>
                  </a:cubicBezTo>
                  <a:cubicBezTo>
                    <a:pt x="56467" y="11772"/>
                    <a:pt x="56344" y="11819"/>
                    <a:pt x="56324" y="11878"/>
                  </a:cubicBezTo>
                  <a:cubicBezTo>
                    <a:pt x="56291" y="11928"/>
                    <a:pt x="56220" y="11951"/>
                    <a:pt x="56154" y="11951"/>
                  </a:cubicBezTo>
                  <a:cubicBezTo>
                    <a:pt x="56099" y="11951"/>
                    <a:pt x="56047" y="11936"/>
                    <a:pt x="56020" y="11908"/>
                  </a:cubicBezTo>
                  <a:cubicBezTo>
                    <a:pt x="56016" y="11905"/>
                    <a:pt x="56008" y="11903"/>
                    <a:pt x="55996" y="11903"/>
                  </a:cubicBezTo>
                  <a:cubicBezTo>
                    <a:pt x="55932" y="11903"/>
                    <a:pt x="55768" y="11943"/>
                    <a:pt x="55661" y="11943"/>
                  </a:cubicBezTo>
                  <a:cubicBezTo>
                    <a:pt x="55610" y="11943"/>
                    <a:pt x="55573" y="11934"/>
                    <a:pt x="55564" y="11908"/>
                  </a:cubicBezTo>
                  <a:cubicBezTo>
                    <a:pt x="55503" y="11817"/>
                    <a:pt x="55442" y="11756"/>
                    <a:pt x="55351" y="11665"/>
                  </a:cubicBezTo>
                  <a:lnTo>
                    <a:pt x="55291" y="11635"/>
                  </a:lnTo>
                  <a:lnTo>
                    <a:pt x="55230" y="11604"/>
                  </a:lnTo>
                  <a:cubicBezTo>
                    <a:pt x="54926" y="11635"/>
                    <a:pt x="54652" y="11665"/>
                    <a:pt x="54379" y="11756"/>
                  </a:cubicBezTo>
                  <a:lnTo>
                    <a:pt x="54318" y="11574"/>
                  </a:lnTo>
                  <a:cubicBezTo>
                    <a:pt x="54287" y="11544"/>
                    <a:pt x="54287" y="11483"/>
                    <a:pt x="54318" y="11483"/>
                  </a:cubicBezTo>
                  <a:cubicBezTo>
                    <a:pt x="54348" y="11483"/>
                    <a:pt x="54379" y="11452"/>
                    <a:pt x="54439" y="11452"/>
                  </a:cubicBezTo>
                  <a:lnTo>
                    <a:pt x="54804" y="11635"/>
                  </a:lnTo>
                  <a:cubicBezTo>
                    <a:pt x="55017" y="11635"/>
                    <a:pt x="54865" y="11331"/>
                    <a:pt x="54926" y="11209"/>
                  </a:cubicBezTo>
                  <a:cubicBezTo>
                    <a:pt x="54987" y="11088"/>
                    <a:pt x="55078" y="10997"/>
                    <a:pt x="55199" y="10966"/>
                  </a:cubicBezTo>
                  <a:cubicBezTo>
                    <a:pt x="55260" y="10966"/>
                    <a:pt x="55139" y="11149"/>
                    <a:pt x="55108" y="11240"/>
                  </a:cubicBezTo>
                  <a:cubicBezTo>
                    <a:pt x="55047" y="11301"/>
                    <a:pt x="55351" y="11452"/>
                    <a:pt x="55473" y="11452"/>
                  </a:cubicBezTo>
                  <a:cubicBezTo>
                    <a:pt x="55564" y="11483"/>
                    <a:pt x="55625" y="11604"/>
                    <a:pt x="55594" y="11696"/>
                  </a:cubicBezTo>
                  <a:cubicBezTo>
                    <a:pt x="55573" y="11717"/>
                    <a:pt x="55567" y="11727"/>
                    <a:pt x="55570" y="11727"/>
                  </a:cubicBezTo>
                  <a:cubicBezTo>
                    <a:pt x="55577" y="11727"/>
                    <a:pt x="55616" y="11694"/>
                    <a:pt x="55655" y="11635"/>
                  </a:cubicBezTo>
                  <a:lnTo>
                    <a:pt x="55807" y="11726"/>
                  </a:lnTo>
                  <a:cubicBezTo>
                    <a:pt x="55825" y="11738"/>
                    <a:pt x="55848" y="11743"/>
                    <a:pt x="55874" y="11743"/>
                  </a:cubicBezTo>
                  <a:cubicBezTo>
                    <a:pt x="55986" y="11743"/>
                    <a:pt x="56159" y="11654"/>
                    <a:pt x="56233" y="11604"/>
                  </a:cubicBezTo>
                  <a:cubicBezTo>
                    <a:pt x="56324" y="11544"/>
                    <a:pt x="56385" y="11483"/>
                    <a:pt x="56476" y="11452"/>
                  </a:cubicBezTo>
                  <a:cubicBezTo>
                    <a:pt x="56658" y="11361"/>
                    <a:pt x="56689" y="11331"/>
                    <a:pt x="56598" y="11118"/>
                  </a:cubicBezTo>
                  <a:cubicBezTo>
                    <a:pt x="56537" y="10997"/>
                    <a:pt x="56476" y="10875"/>
                    <a:pt x="56446" y="10753"/>
                  </a:cubicBezTo>
                  <a:lnTo>
                    <a:pt x="56446" y="10723"/>
                  </a:lnTo>
                  <a:cubicBezTo>
                    <a:pt x="56457" y="10687"/>
                    <a:pt x="56502" y="10675"/>
                    <a:pt x="56558" y="10675"/>
                  </a:cubicBezTo>
                  <a:cubicBezTo>
                    <a:pt x="56643" y="10675"/>
                    <a:pt x="56755" y="10705"/>
                    <a:pt x="56810" y="10723"/>
                  </a:cubicBezTo>
                  <a:cubicBezTo>
                    <a:pt x="56871" y="10723"/>
                    <a:pt x="56901" y="10753"/>
                    <a:pt x="56810" y="10784"/>
                  </a:cubicBezTo>
                  <a:lnTo>
                    <a:pt x="56750" y="10814"/>
                  </a:lnTo>
                  <a:cubicBezTo>
                    <a:pt x="56750" y="10845"/>
                    <a:pt x="56750" y="10875"/>
                    <a:pt x="56750" y="10905"/>
                  </a:cubicBezTo>
                  <a:cubicBezTo>
                    <a:pt x="56871" y="10905"/>
                    <a:pt x="56962" y="10936"/>
                    <a:pt x="57053" y="10966"/>
                  </a:cubicBezTo>
                  <a:lnTo>
                    <a:pt x="57175" y="10875"/>
                  </a:lnTo>
                  <a:lnTo>
                    <a:pt x="57266" y="10814"/>
                  </a:lnTo>
                  <a:cubicBezTo>
                    <a:pt x="57449" y="10814"/>
                    <a:pt x="57327" y="10723"/>
                    <a:pt x="57327" y="10662"/>
                  </a:cubicBezTo>
                  <a:cubicBezTo>
                    <a:pt x="57341" y="10621"/>
                    <a:pt x="57311" y="10605"/>
                    <a:pt x="57274" y="10605"/>
                  </a:cubicBezTo>
                  <a:cubicBezTo>
                    <a:pt x="57230" y="10605"/>
                    <a:pt x="57175" y="10629"/>
                    <a:pt x="57175" y="10662"/>
                  </a:cubicBezTo>
                  <a:cubicBezTo>
                    <a:pt x="57184" y="10679"/>
                    <a:pt x="57185" y="10687"/>
                    <a:pt x="57181" y="10687"/>
                  </a:cubicBezTo>
                  <a:cubicBezTo>
                    <a:pt x="57169" y="10687"/>
                    <a:pt x="57119" y="10637"/>
                    <a:pt x="57053" y="10571"/>
                  </a:cubicBezTo>
                  <a:lnTo>
                    <a:pt x="57053" y="10480"/>
                  </a:lnTo>
                  <a:cubicBezTo>
                    <a:pt x="57114" y="10358"/>
                    <a:pt x="57205" y="10267"/>
                    <a:pt x="57297" y="10206"/>
                  </a:cubicBezTo>
                  <a:cubicBezTo>
                    <a:pt x="57337" y="10206"/>
                    <a:pt x="57405" y="10152"/>
                    <a:pt x="57490" y="10152"/>
                  </a:cubicBezTo>
                  <a:cubicBezTo>
                    <a:pt x="57533" y="10152"/>
                    <a:pt x="57580" y="10166"/>
                    <a:pt x="57631" y="10206"/>
                  </a:cubicBezTo>
                  <a:cubicBezTo>
                    <a:pt x="57670" y="10232"/>
                    <a:pt x="57719" y="10241"/>
                    <a:pt x="57775" y="10241"/>
                  </a:cubicBezTo>
                  <a:cubicBezTo>
                    <a:pt x="57851" y="10241"/>
                    <a:pt x="57938" y="10224"/>
                    <a:pt x="58026" y="10206"/>
                  </a:cubicBezTo>
                  <a:cubicBezTo>
                    <a:pt x="58075" y="10206"/>
                    <a:pt x="58143" y="10128"/>
                    <a:pt x="58230" y="10128"/>
                  </a:cubicBezTo>
                  <a:cubicBezTo>
                    <a:pt x="58252" y="10128"/>
                    <a:pt x="58275" y="10133"/>
                    <a:pt x="58300" y="10145"/>
                  </a:cubicBezTo>
                  <a:lnTo>
                    <a:pt x="58360" y="10145"/>
                  </a:lnTo>
                  <a:cubicBezTo>
                    <a:pt x="58378" y="10137"/>
                    <a:pt x="58396" y="10133"/>
                    <a:pt x="58416" y="10133"/>
                  </a:cubicBezTo>
                  <a:cubicBezTo>
                    <a:pt x="58533" y="10133"/>
                    <a:pt x="58682" y="10267"/>
                    <a:pt x="58786" y="10267"/>
                  </a:cubicBezTo>
                  <a:cubicBezTo>
                    <a:pt x="58808" y="10262"/>
                    <a:pt x="58826" y="10259"/>
                    <a:pt x="58842" y="10259"/>
                  </a:cubicBezTo>
                  <a:cubicBezTo>
                    <a:pt x="58915" y="10259"/>
                    <a:pt x="58922" y="10314"/>
                    <a:pt x="58847" y="10389"/>
                  </a:cubicBezTo>
                  <a:lnTo>
                    <a:pt x="59029" y="10480"/>
                  </a:lnTo>
                  <a:cubicBezTo>
                    <a:pt x="59060" y="10510"/>
                    <a:pt x="59090" y="10510"/>
                    <a:pt x="59151" y="10510"/>
                  </a:cubicBezTo>
                  <a:cubicBezTo>
                    <a:pt x="59181" y="10510"/>
                    <a:pt x="59212" y="10449"/>
                    <a:pt x="59212" y="10419"/>
                  </a:cubicBezTo>
                  <a:lnTo>
                    <a:pt x="59212" y="10358"/>
                  </a:lnTo>
                  <a:cubicBezTo>
                    <a:pt x="59181" y="10297"/>
                    <a:pt x="59181" y="10237"/>
                    <a:pt x="59212" y="10145"/>
                  </a:cubicBezTo>
                  <a:lnTo>
                    <a:pt x="59242" y="10115"/>
                  </a:lnTo>
                  <a:close/>
                  <a:moveTo>
                    <a:pt x="66983" y="11907"/>
                  </a:moveTo>
                  <a:cubicBezTo>
                    <a:pt x="67007" y="11907"/>
                    <a:pt x="67032" y="11917"/>
                    <a:pt x="67054" y="11939"/>
                  </a:cubicBezTo>
                  <a:cubicBezTo>
                    <a:pt x="67114" y="11969"/>
                    <a:pt x="67114" y="12060"/>
                    <a:pt x="67084" y="12121"/>
                  </a:cubicBezTo>
                  <a:lnTo>
                    <a:pt x="67054" y="12182"/>
                  </a:lnTo>
                  <a:cubicBezTo>
                    <a:pt x="66983" y="12200"/>
                    <a:pt x="66863" y="12217"/>
                    <a:pt x="66767" y="12217"/>
                  </a:cubicBezTo>
                  <a:cubicBezTo>
                    <a:pt x="66697" y="12217"/>
                    <a:pt x="66641" y="12208"/>
                    <a:pt x="66628" y="12182"/>
                  </a:cubicBezTo>
                  <a:cubicBezTo>
                    <a:pt x="66628" y="12144"/>
                    <a:pt x="66644" y="12127"/>
                    <a:pt x="66672" y="12127"/>
                  </a:cubicBezTo>
                  <a:cubicBezTo>
                    <a:pt x="66710" y="12127"/>
                    <a:pt x="66770" y="12159"/>
                    <a:pt x="66841" y="12212"/>
                  </a:cubicBezTo>
                  <a:lnTo>
                    <a:pt x="66902" y="12000"/>
                  </a:lnTo>
                  <a:cubicBezTo>
                    <a:pt x="66902" y="11941"/>
                    <a:pt x="66940" y="11907"/>
                    <a:pt x="66983" y="11907"/>
                  </a:cubicBezTo>
                  <a:close/>
                  <a:moveTo>
                    <a:pt x="49868" y="12075"/>
                  </a:moveTo>
                  <a:cubicBezTo>
                    <a:pt x="49902" y="12075"/>
                    <a:pt x="49957" y="12193"/>
                    <a:pt x="50032" y="12395"/>
                  </a:cubicBezTo>
                  <a:cubicBezTo>
                    <a:pt x="50035" y="12405"/>
                    <a:pt x="50039" y="12415"/>
                    <a:pt x="50042" y="12425"/>
                  </a:cubicBezTo>
                  <a:lnTo>
                    <a:pt x="50042" y="12425"/>
                  </a:lnTo>
                  <a:cubicBezTo>
                    <a:pt x="49948" y="12403"/>
                    <a:pt x="49954" y="12298"/>
                    <a:pt x="49880" y="12273"/>
                  </a:cubicBezTo>
                  <a:cubicBezTo>
                    <a:pt x="49758" y="12243"/>
                    <a:pt x="49667" y="12243"/>
                    <a:pt x="49546" y="12243"/>
                  </a:cubicBezTo>
                  <a:cubicBezTo>
                    <a:pt x="49515" y="12243"/>
                    <a:pt x="49515" y="12182"/>
                    <a:pt x="49515" y="12152"/>
                  </a:cubicBezTo>
                  <a:cubicBezTo>
                    <a:pt x="49524" y="12134"/>
                    <a:pt x="49558" y="12129"/>
                    <a:pt x="49600" y="12129"/>
                  </a:cubicBezTo>
                  <a:cubicBezTo>
                    <a:pt x="49644" y="12129"/>
                    <a:pt x="49699" y="12134"/>
                    <a:pt x="49746" y="12134"/>
                  </a:cubicBezTo>
                  <a:cubicBezTo>
                    <a:pt x="49804" y="12134"/>
                    <a:pt x="49850" y="12126"/>
                    <a:pt x="49850" y="12091"/>
                  </a:cubicBezTo>
                  <a:cubicBezTo>
                    <a:pt x="49855" y="12080"/>
                    <a:pt x="49861" y="12075"/>
                    <a:pt x="49868" y="12075"/>
                  </a:cubicBezTo>
                  <a:close/>
                  <a:moveTo>
                    <a:pt x="54743" y="11939"/>
                  </a:moveTo>
                  <a:cubicBezTo>
                    <a:pt x="54774" y="11939"/>
                    <a:pt x="54835" y="12000"/>
                    <a:pt x="54835" y="12030"/>
                  </a:cubicBezTo>
                  <a:cubicBezTo>
                    <a:pt x="54835" y="12182"/>
                    <a:pt x="54926" y="12182"/>
                    <a:pt x="55047" y="12182"/>
                  </a:cubicBezTo>
                  <a:cubicBezTo>
                    <a:pt x="55169" y="12182"/>
                    <a:pt x="55169" y="12273"/>
                    <a:pt x="55139" y="12304"/>
                  </a:cubicBezTo>
                  <a:cubicBezTo>
                    <a:pt x="55108" y="12364"/>
                    <a:pt x="55017" y="12364"/>
                    <a:pt x="54956" y="12395"/>
                  </a:cubicBezTo>
                  <a:lnTo>
                    <a:pt x="54895" y="12456"/>
                  </a:lnTo>
                  <a:cubicBezTo>
                    <a:pt x="54892" y="12459"/>
                    <a:pt x="54886" y="12461"/>
                    <a:pt x="54880" y="12461"/>
                  </a:cubicBezTo>
                  <a:cubicBezTo>
                    <a:pt x="54835" y="12461"/>
                    <a:pt x="54736" y="12372"/>
                    <a:pt x="54683" y="12212"/>
                  </a:cubicBezTo>
                  <a:lnTo>
                    <a:pt x="54652" y="12060"/>
                  </a:lnTo>
                  <a:cubicBezTo>
                    <a:pt x="54622" y="12000"/>
                    <a:pt x="54591" y="11939"/>
                    <a:pt x="54743" y="11939"/>
                  </a:cubicBezTo>
                  <a:close/>
                  <a:moveTo>
                    <a:pt x="48588" y="11916"/>
                  </a:moveTo>
                  <a:cubicBezTo>
                    <a:pt x="48603" y="11916"/>
                    <a:pt x="48619" y="11924"/>
                    <a:pt x="48634" y="11939"/>
                  </a:cubicBezTo>
                  <a:lnTo>
                    <a:pt x="48634" y="11969"/>
                  </a:lnTo>
                  <a:cubicBezTo>
                    <a:pt x="48492" y="12135"/>
                    <a:pt x="48589" y="12153"/>
                    <a:pt x="48711" y="12153"/>
                  </a:cubicBezTo>
                  <a:cubicBezTo>
                    <a:pt x="48746" y="12153"/>
                    <a:pt x="48782" y="12152"/>
                    <a:pt x="48816" y="12152"/>
                  </a:cubicBezTo>
                  <a:cubicBezTo>
                    <a:pt x="48816" y="12182"/>
                    <a:pt x="48755" y="12273"/>
                    <a:pt x="48664" y="12364"/>
                  </a:cubicBezTo>
                  <a:lnTo>
                    <a:pt x="48573" y="12304"/>
                  </a:lnTo>
                  <a:cubicBezTo>
                    <a:pt x="48517" y="12259"/>
                    <a:pt x="48478" y="12239"/>
                    <a:pt x="48447" y="12239"/>
                  </a:cubicBezTo>
                  <a:cubicBezTo>
                    <a:pt x="48395" y="12239"/>
                    <a:pt x="48368" y="12299"/>
                    <a:pt x="48330" y="12395"/>
                  </a:cubicBezTo>
                  <a:lnTo>
                    <a:pt x="48330" y="12425"/>
                  </a:lnTo>
                  <a:cubicBezTo>
                    <a:pt x="48300" y="12456"/>
                    <a:pt x="48239" y="12486"/>
                    <a:pt x="48178" y="12486"/>
                  </a:cubicBezTo>
                  <a:cubicBezTo>
                    <a:pt x="48178" y="12304"/>
                    <a:pt x="48208" y="12182"/>
                    <a:pt x="48269" y="12030"/>
                  </a:cubicBezTo>
                  <a:lnTo>
                    <a:pt x="48543" y="11939"/>
                  </a:lnTo>
                  <a:cubicBezTo>
                    <a:pt x="48558" y="11924"/>
                    <a:pt x="48573" y="11916"/>
                    <a:pt x="48588" y="11916"/>
                  </a:cubicBezTo>
                  <a:close/>
                  <a:moveTo>
                    <a:pt x="66093" y="11296"/>
                  </a:moveTo>
                  <a:cubicBezTo>
                    <a:pt x="66190" y="11296"/>
                    <a:pt x="66138" y="11395"/>
                    <a:pt x="66111" y="11422"/>
                  </a:cubicBezTo>
                  <a:cubicBezTo>
                    <a:pt x="66088" y="11445"/>
                    <a:pt x="66223" y="11503"/>
                    <a:pt x="66316" y="11503"/>
                  </a:cubicBezTo>
                  <a:cubicBezTo>
                    <a:pt x="66345" y="11503"/>
                    <a:pt x="66370" y="11498"/>
                    <a:pt x="66385" y="11483"/>
                  </a:cubicBezTo>
                  <a:cubicBezTo>
                    <a:pt x="66421" y="11447"/>
                    <a:pt x="66467" y="11433"/>
                    <a:pt x="66517" y="11433"/>
                  </a:cubicBezTo>
                  <a:cubicBezTo>
                    <a:pt x="66553" y="11433"/>
                    <a:pt x="66590" y="11440"/>
                    <a:pt x="66628" y="11452"/>
                  </a:cubicBezTo>
                  <a:cubicBezTo>
                    <a:pt x="66659" y="11483"/>
                    <a:pt x="66598" y="11544"/>
                    <a:pt x="66507" y="11574"/>
                  </a:cubicBezTo>
                  <a:lnTo>
                    <a:pt x="66415" y="11604"/>
                  </a:lnTo>
                  <a:cubicBezTo>
                    <a:pt x="66324" y="11665"/>
                    <a:pt x="66294" y="11726"/>
                    <a:pt x="66446" y="11787"/>
                  </a:cubicBezTo>
                  <a:lnTo>
                    <a:pt x="66507" y="11787"/>
                  </a:lnTo>
                  <a:cubicBezTo>
                    <a:pt x="66537" y="11848"/>
                    <a:pt x="66507" y="11908"/>
                    <a:pt x="66476" y="11939"/>
                  </a:cubicBezTo>
                  <a:lnTo>
                    <a:pt x="66415" y="11939"/>
                  </a:lnTo>
                  <a:cubicBezTo>
                    <a:pt x="66294" y="11939"/>
                    <a:pt x="66172" y="11969"/>
                    <a:pt x="66081" y="12030"/>
                  </a:cubicBezTo>
                  <a:cubicBezTo>
                    <a:pt x="66052" y="12015"/>
                    <a:pt x="66024" y="12010"/>
                    <a:pt x="65999" y="12010"/>
                  </a:cubicBezTo>
                  <a:cubicBezTo>
                    <a:pt x="65921" y="12010"/>
                    <a:pt x="65868" y="12068"/>
                    <a:pt x="65868" y="12091"/>
                  </a:cubicBezTo>
                  <a:cubicBezTo>
                    <a:pt x="65807" y="12212"/>
                    <a:pt x="65716" y="12334"/>
                    <a:pt x="65625" y="12456"/>
                  </a:cubicBezTo>
                  <a:lnTo>
                    <a:pt x="65412" y="12456"/>
                  </a:lnTo>
                  <a:cubicBezTo>
                    <a:pt x="65382" y="12456"/>
                    <a:pt x="65351" y="12486"/>
                    <a:pt x="65351" y="12486"/>
                  </a:cubicBezTo>
                  <a:lnTo>
                    <a:pt x="65291" y="12486"/>
                  </a:lnTo>
                  <a:cubicBezTo>
                    <a:pt x="65230" y="12486"/>
                    <a:pt x="65169" y="12425"/>
                    <a:pt x="65169" y="12364"/>
                  </a:cubicBezTo>
                  <a:lnTo>
                    <a:pt x="65200" y="12364"/>
                  </a:lnTo>
                  <a:cubicBezTo>
                    <a:pt x="65382" y="12273"/>
                    <a:pt x="65321" y="12060"/>
                    <a:pt x="65443" y="11939"/>
                  </a:cubicBezTo>
                  <a:cubicBezTo>
                    <a:pt x="65436" y="11932"/>
                    <a:pt x="65423" y="11930"/>
                    <a:pt x="65406" y="11930"/>
                  </a:cubicBezTo>
                  <a:cubicBezTo>
                    <a:pt x="65358" y="11930"/>
                    <a:pt x="65279" y="11948"/>
                    <a:pt x="65221" y="11948"/>
                  </a:cubicBezTo>
                  <a:cubicBezTo>
                    <a:pt x="65200" y="11948"/>
                    <a:pt x="65182" y="11945"/>
                    <a:pt x="65169" y="11939"/>
                  </a:cubicBezTo>
                  <a:cubicBezTo>
                    <a:pt x="65108" y="11908"/>
                    <a:pt x="64865" y="11908"/>
                    <a:pt x="64835" y="11848"/>
                  </a:cubicBezTo>
                  <a:cubicBezTo>
                    <a:pt x="64835" y="11787"/>
                    <a:pt x="65017" y="11604"/>
                    <a:pt x="65108" y="11604"/>
                  </a:cubicBezTo>
                  <a:cubicBezTo>
                    <a:pt x="65200" y="11574"/>
                    <a:pt x="65382" y="11513"/>
                    <a:pt x="65503" y="11483"/>
                  </a:cubicBezTo>
                  <a:lnTo>
                    <a:pt x="65534" y="11604"/>
                  </a:lnTo>
                  <a:lnTo>
                    <a:pt x="65564" y="11726"/>
                  </a:lnTo>
                  <a:cubicBezTo>
                    <a:pt x="65587" y="11703"/>
                    <a:pt x="65615" y="11693"/>
                    <a:pt x="65642" y="11693"/>
                  </a:cubicBezTo>
                  <a:cubicBezTo>
                    <a:pt x="65686" y="11693"/>
                    <a:pt x="65728" y="11719"/>
                    <a:pt x="65747" y="11756"/>
                  </a:cubicBezTo>
                  <a:lnTo>
                    <a:pt x="66081" y="11756"/>
                  </a:lnTo>
                  <a:cubicBezTo>
                    <a:pt x="66111" y="11696"/>
                    <a:pt x="66111" y="11635"/>
                    <a:pt x="66081" y="11574"/>
                  </a:cubicBezTo>
                  <a:lnTo>
                    <a:pt x="65899" y="11574"/>
                  </a:lnTo>
                  <a:cubicBezTo>
                    <a:pt x="65868" y="11513"/>
                    <a:pt x="65807" y="11483"/>
                    <a:pt x="65747" y="11452"/>
                  </a:cubicBezTo>
                  <a:cubicBezTo>
                    <a:pt x="65731" y="11468"/>
                    <a:pt x="65716" y="11475"/>
                    <a:pt x="65701" y="11475"/>
                  </a:cubicBezTo>
                  <a:cubicBezTo>
                    <a:pt x="65686" y="11475"/>
                    <a:pt x="65671" y="11468"/>
                    <a:pt x="65655" y="11452"/>
                  </a:cubicBezTo>
                  <a:cubicBezTo>
                    <a:pt x="65777" y="11392"/>
                    <a:pt x="65899" y="11331"/>
                    <a:pt x="66051" y="11301"/>
                  </a:cubicBezTo>
                  <a:cubicBezTo>
                    <a:pt x="66067" y="11297"/>
                    <a:pt x="66081" y="11296"/>
                    <a:pt x="66093" y="11296"/>
                  </a:cubicBezTo>
                  <a:close/>
                  <a:moveTo>
                    <a:pt x="50245" y="12121"/>
                  </a:moveTo>
                  <a:lnTo>
                    <a:pt x="50366" y="12273"/>
                  </a:lnTo>
                  <a:lnTo>
                    <a:pt x="50397" y="12304"/>
                  </a:lnTo>
                  <a:cubicBezTo>
                    <a:pt x="50427" y="12364"/>
                    <a:pt x="50427" y="12486"/>
                    <a:pt x="50397" y="12547"/>
                  </a:cubicBezTo>
                  <a:lnTo>
                    <a:pt x="50352" y="12538"/>
                  </a:lnTo>
                  <a:lnTo>
                    <a:pt x="50352" y="12538"/>
                  </a:lnTo>
                  <a:cubicBezTo>
                    <a:pt x="50320" y="12421"/>
                    <a:pt x="50282" y="12280"/>
                    <a:pt x="50245" y="12121"/>
                  </a:cubicBezTo>
                  <a:close/>
                  <a:moveTo>
                    <a:pt x="70124" y="12364"/>
                  </a:moveTo>
                  <a:cubicBezTo>
                    <a:pt x="70276" y="12516"/>
                    <a:pt x="70488" y="12516"/>
                    <a:pt x="70701" y="12547"/>
                  </a:cubicBezTo>
                  <a:cubicBezTo>
                    <a:pt x="70701" y="12608"/>
                    <a:pt x="70458" y="12668"/>
                    <a:pt x="70154" y="12668"/>
                  </a:cubicBezTo>
                  <a:lnTo>
                    <a:pt x="70002" y="12456"/>
                  </a:lnTo>
                  <a:cubicBezTo>
                    <a:pt x="69972" y="12456"/>
                    <a:pt x="69972" y="12425"/>
                    <a:pt x="70002" y="12395"/>
                  </a:cubicBezTo>
                  <a:cubicBezTo>
                    <a:pt x="70032" y="12364"/>
                    <a:pt x="70093" y="12364"/>
                    <a:pt x="70124" y="12364"/>
                  </a:cubicBezTo>
                  <a:close/>
                  <a:moveTo>
                    <a:pt x="49272" y="12091"/>
                  </a:moveTo>
                  <a:cubicBezTo>
                    <a:pt x="49394" y="12182"/>
                    <a:pt x="49485" y="12304"/>
                    <a:pt x="49576" y="12456"/>
                  </a:cubicBezTo>
                  <a:lnTo>
                    <a:pt x="49607" y="12547"/>
                  </a:lnTo>
                  <a:cubicBezTo>
                    <a:pt x="49728" y="12608"/>
                    <a:pt x="49758" y="12668"/>
                    <a:pt x="49698" y="12699"/>
                  </a:cubicBezTo>
                  <a:lnTo>
                    <a:pt x="49698" y="12729"/>
                  </a:lnTo>
                  <a:cubicBezTo>
                    <a:pt x="49695" y="12731"/>
                    <a:pt x="49691" y="12731"/>
                    <a:pt x="49688" y="12731"/>
                  </a:cubicBezTo>
                  <a:cubicBezTo>
                    <a:pt x="49621" y="12731"/>
                    <a:pt x="49432" y="12508"/>
                    <a:pt x="49354" y="12508"/>
                  </a:cubicBezTo>
                  <a:cubicBezTo>
                    <a:pt x="49346" y="12508"/>
                    <a:pt x="49339" y="12511"/>
                    <a:pt x="49333" y="12516"/>
                  </a:cubicBezTo>
                  <a:cubicBezTo>
                    <a:pt x="49321" y="12522"/>
                    <a:pt x="49309" y="12525"/>
                    <a:pt x="49295" y="12525"/>
                  </a:cubicBezTo>
                  <a:cubicBezTo>
                    <a:pt x="49240" y="12525"/>
                    <a:pt x="49175" y="12480"/>
                    <a:pt x="49151" y="12456"/>
                  </a:cubicBezTo>
                  <a:cubicBezTo>
                    <a:pt x="49120" y="12425"/>
                    <a:pt x="49181" y="12334"/>
                    <a:pt x="49242" y="12334"/>
                  </a:cubicBezTo>
                  <a:cubicBezTo>
                    <a:pt x="49272" y="12304"/>
                    <a:pt x="49272" y="12273"/>
                    <a:pt x="49211" y="12273"/>
                  </a:cubicBezTo>
                  <a:lnTo>
                    <a:pt x="49181" y="12273"/>
                  </a:lnTo>
                  <a:lnTo>
                    <a:pt x="49120" y="12243"/>
                  </a:lnTo>
                  <a:cubicBezTo>
                    <a:pt x="49120" y="12182"/>
                    <a:pt x="49151" y="12121"/>
                    <a:pt x="49242" y="12091"/>
                  </a:cubicBezTo>
                  <a:close/>
                  <a:moveTo>
                    <a:pt x="58016" y="12481"/>
                  </a:moveTo>
                  <a:cubicBezTo>
                    <a:pt x="58089" y="12481"/>
                    <a:pt x="58179" y="12491"/>
                    <a:pt x="58269" y="12516"/>
                  </a:cubicBezTo>
                  <a:lnTo>
                    <a:pt x="58452" y="12547"/>
                  </a:lnTo>
                  <a:cubicBezTo>
                    <a:pt x="58452" y="12577"/>
                    <a:pt x="58452" y="12608"/>
                    <a:pt x="58421" y="12638"/>
                  </a:cubicBezTo>
                  <a:lnTo>
                    <a:pt x="58300" y="12760"/>
                  </a:lnTo>
                  <a:cubicBezTo>
                    <a:pt x="58148" y="12699"/>
                    <a:pt x="58026" y="12668"/>
                    <a:pt x="57905" y="12608"/>
                  </a:cubicBezTo>
                  <a:lnTo>
                    <a:pt x="57874" y="12547"/>
                  </a:lnTo>
                  <a:lnTo>
                    <a:pt x="57844" y="12516"/>
                  </a:lnTo>
                  <a:cubicBezTo>
                    <a:pt x="57844" y="12499"/>
                    <a:pt x="57915" y="12481"/>
                    <a:pt x="58016" y="12481"/>
                  </a:cubicBezTo>
                  <a:close/>
                  <a:moveTo>
                    <a:pt x="61582" y="12334"/>
                  </a:moveTo>
                  <a:cubicBezTo>
                    <a:pt x="61674" y="12577"/>
                    <a:pt x="61674" y="12760"/>
                    <a:pt x="61552" y="12760"/>
                  </a:cubicBezTo>
                  <a:lnTo>
                    <a:pt x="61461" y="12729"/>
                  </a:lnTo>
                  <a:cubicBezTo>
                    <a:pt x="61400" y="12699"/>
                    <a:pt x="61613" y="12608"/>
                    <a:pt x="61461" y="12547"/>
                  </a:cubicBezTo>
                  <a:cubicBezTo>
                    <a:pt x="61370" y="12547"/>
                    <a:pt x="61309" y="12516"/>
                    <a:pt x="61248" y="12456"/>
                  </a:cubicBezTo>
                  <a:cubicBezTo>
                    <a:pt x="61218" y="12456"/>
                    <a:pt x="61218" y="12425"/>
                    <a:pt x="61248" y="12395"/>
                  </a:cubicBezTo>
                  <a:cubicBezTo>
                    <a:pt x="61278" y="12364"/>
                    <a:pt x="61309" y="12334"/>
                    <a:pt x="61339" y="12334"/>
                  </a:cubicBezTo>
                  <a:close/>
                  <a:moveTo>
                    <a:pt x="73625" y="11872"/>
                  </a:moveTo>
                  <a:cubicBezTo>
                    <a:pt x="73676" y="11872"/>
                    <a:pt x="73702" y="11950"/>
                    <a:pt x="73680" y="12060"/>
                  </a:cubicBezTo>
                  <a:lnTo>
                    <a:pt x="73984" y="12000"/>
                  </a:lnTo>
                  <a:cubicBezTo>
                    <a:pt x="74014" y="12000"/>
                    <a:pt x="74075" y="12060"/>
                    <a:pt x="74075" y="12091"/>
                  </a:cubicBezTo>
                  <a:lnTo>
                    <a:pt x="74075" y="12304"/>
                  </a:lnTo>
                  <a:cubicBezTo>
                    <a:pt x="74257" y="12334"/>
                    <a:pt x="74409" y="12456"/>
                    <a:pt x="74470" y="12608"/>
                  </a:cubicBezTo>
                  <a:cubicBezTo>
                    <a:pt x="74470" y="12699"/>
                    <a:pt x="74440" y="12760"/>
                    <a:pt x="74409" y="12760"/>
                  </a:cubicBezTo>
                  <a:lnTo>
                    <a:pt x="74379" y="12729"/>
                  </a:lnTo>
                  <a:cubicBezTo>
                    <a:pt x="74288" y="12729"/>
                    <a:pt x="74136" y="12729"/>
                    <a:pt x="74105" y="12699"/>
                  </a:cubicBezTo>
                  <a:cubicBezTo>
                    <a:pt x="74014" y="12547"/>
                    <a:pt x="74197" y="12608"/>
                    <a:pt x="74257" y="12547"/>
                  </a:cubicBezTo>
                  <a:cubicBezTo>
                    <a:pt x="74318" y="12486"/>
                    <a:pt x="74318" y="12425"/>
                    <a:pt x="74197" y="12425"/>
                  </a:cubicBezTo>
                  <a:lnTo>
                    <a:pt x="74014" y="12425"/>
                  </a:lnTo>
                  <a:cubicBezTo>
                    <a:pt x="73953" y="12304"/>
                    <a:pt x="73893" y="12182"/>
                    <a:pt x="73801" y="12091"/>
                  </a:cubicBezTo>
                  <a:lnTo>
                    <a:pt x="73558" y="12091"/>
                  </a:lnTo>
                  <a:cubicBezTo>
                    <a:pt x="73558" y="12136"/>
                    <a:pt x="73536" y="12159"/>
                    <a:pt x="73494" y="12159"/>
                  </a:cubicBezTo>
                  <a:cubicBezTo>
                    <a:pt x="73452" y="12159"/>
                    <a:pt x="73391" y="12136"/>
                    <a:pt x="73315" y="12091"/>
                  </a:cubicBezTo>
                  <a:lnTo>
                    <a:pt x="73467" y="11969"/>
                  </a:lnTo>
                  <a:lnTo>
                    <a:pt x="73558" y="11908"/>
                  </a:lnTo>
                  <a:cubicBezTo>
                    <a:pt x="73583" y="11883"/>
                    <a:pt x="73606" y="11872"/>
                    <a:pt x="73625" y="11872"/>
                  </a:cubicBezTo>
                  <a:close/>
                  <a:moveTo>
                    <a:pt x="76834" y="12795"/>
                  </a:moveTo>
                  <a:lnTo>
                    <a:pt x="76871" y="12820"/>
                  </a:lnTo>
                  <a:lnTo>
                    <a:pt x="76902" y="12851"/>
                  </a:lnTo>
                  <a:cubicBezTo>
                    <a:pt x="76871" y="12843"/>
                    <a:pt x="76848" y="12823"/>
                    <a:pt x="76834" y="12795"/>
                  </a:cubicBezTo>
                  <a:close/>
                  <a:moveTo>
                    <a:pt x="50433" y="12801"/>
                  </a:moveTo>
                  <a:lnTo>
                    <a:pt x="50458" y="12851"/>
                  </a:lnTo>
                  <a:cubicBezTo>
                    <a:pt x="50462" y="12868"/>
                    <a:pt x="50463" y="12876"/>
                    <a:pt x="50462" y="12876"/>
                  </a:cubicBezTo>
                  <a:cubicBezTo>
                    <a:pt x="50460" y="12876"/>
                    <a:pt x="50449" y="12849"/>
                    <a:pt x="50433" y="12801"/>
                  </a:cubicBezTo>
                  <a:close/>
                  <a:moveTo>
                    <a:pt x="53102" y="12334"/>
                  </a:moveTo>
                  <a:cubicBezTo>
                    <a:pt x="53102" y="12334"/>
                    <a:pt x="53132" y="12364"/>
                    <a:pt x="53163" y="12395"/>
                  </a:cubicBezTo>
                  <a:lnTo>
                    <a:pt x="53254" y="12516"/>
                  </a:lnTo>
                  <a:cubicBezTo>
                    <a:pt x="53345" y="12456"/>
                    <a:pt x="53467" y="12425"/>
                    <a:pt x="53558" y="12425"/>
                  </a:cubicBezTo>
                  <a:cubicBezTo>
                    <a:pt x="53588" y="12425"/>
                    <a:pt x="53588" y="12547"/>
                    <a:pt x="53558" y="12729"/>
                  </a:cubicBezTo>
                  <a:lnTo>
                    <a:pt x="53528" y="12851"/>
                  </a:lnTo>
                  <a:cubicBezTo>
                    <a:pt x="53497" y="12881"/>
                    <a:pt x="53436" y="12881"/>
                    <a:pt x="53406" y="12911"/>
                  </a:cubicBezTo>
                  <a:cubicBezTo>
                    <a:pt x="53406" y="12911"/>
                    <a:pt x="53345" y="12881"/>
                    <a:pt x="53345" y="12881"/>
                  </a:cubicBezTo>
                  <a:cubicBezTo>
                    <a:pt x="53345" y="12668"/>
                    <a:pt x="53193" y="12547"/>
                    <a:pt x="52950" y="12486"/>
                  </a:cubicBezTo>
                  <a:lnTo>
                    <a:pt x="52920" y="12486"/>
                  </a:lnTo>
                  <a:cubicBezTo>
                    <a:pt x="52920" y="12425"/>
                    <a:pt x="52980" y="12364"/>
                    <a:pt x="53041" y="12334"/>
                  </a:cubicBezTo>
                  <a:close/>
                  <a:moveTo>
                    <a:pt x="76341" y="12556"/>
                  </a:moveTo>
                  <a:cubicBezTo>
                    <a:pt x="76407" y="12556"/>
                    <a:pt x="76528" y="12600"/>
                    <a:pt x="76673" y="12689"/>
                  </a:cubicBezTo>
                  <a:lnTo>
                    <a:pt x="76673" y="12689"/>
                  </a:lnTo>
                  <a:cubicBezTo>
                    <a:pt x="76642" y="12790"/>
                    <a:pt x="76596" y="12944"/>
                    <a:pt x="76548" y="12944"/>
                  </a:cubicBezTo>
                  <a:cubicBezTo>
                    <a:pt x="76544" y="12944"/>
                    <a:pt x="76541" y="12944"/>
                    <a:pt x="76537" y="12942"/>
                  </a:cubicBezTo>
                  <a:cubicBezTo>
                    <a:pt x="76446" y="12942"/>
                    <a:pt x="76324" y="12699"/>
                    <a:pt x="76294" y="12608"/>
                  </a:cubicBezTo>
                  <a:cubicBezTo>
                    <a:pt x="76283" y="12573"/>
                    <a:pt x="76301" y="12556"/>
                    <a:pt x="76341" y="12556"/>
                  </a:cubicBezTo>
                  <a:close/>
                  <a:moveTo>
                    <a:pt x="50069" y="12811"/>
                  </a:moveTo>
                  <a:lnTo>
                    <a:pt x="50069" y="12811"/>
                  </a:lnTo>
                  <a:cubicBezTo>
                    <a:pt x="50062" y="12866"/>
                    <a:pt x="50049" y="12920"/>
                    <a:pt x="50032" y="12972"/>
                  </a:cubicBezTo>
                  <a:lnTo>
                    <a:pt x="50032" y="12942"/>
                  </a:lnTo>
                  <a:cubicBezTo>
                    <a:pt x="50032" y="12895"/>
                    <a:pt x="50050" y="12852"/>
                    <a:pt x="50069" y="12811"/>
                  </a:cubicBezTo>
                  <a:close/>
                  <a:moveTo>
                    <a:pt x="48455" y="12706"/>
                  </a:moveTo>
                  <a:cubicBezTo>
                    <a:pt x="48505" y="12706"/>
                    <a:pt x="48558" y="12714"/>
                    <a:pt x="48603" y="12729"/>
                  </a:cubicBezTo>
                  <a:lnTo>
                    <a:pt x="48603" y="12760"/>
                  </a:lnTo>
                  <a:cubicBezTo>
                    <a:pt x="48603" y="12911"/>
                    <a:pt x="48725" y="12851"/>
                    <a:pt x="48786" y="12881"/>
                  </a:cubicBezTo>
                  <a:lnTo>
                    <a:pt x="48847" y="12881"/>
                  </a:lnTo>
                  <a:cubicBezTo>
                    <a:pt x="48877" y="12911"/>
                    <a:pt x="48847" y="13003"/>
                    <a:pt x="48786" y="13033"/>
                  </a:cubicBezTo>
                  <a:lnTo>
                    <a:pt x="48755" y="13033"/>
                  </a:lnTo>
                  <a:cubicBezTo>
                    <a:pt x="48603" y="12972"/>
                    <a:pt x="48482" y="12911"/>
                    <a:pt x="48330" y="12851"/>
                  </a:cubicBezTo>
                  <a:cubicBezTo>
                    <a:pt x="48300" y="12851"/>
                    <a:pt x="48300" y="12790"/>
                    <a:pt x="48300" y="12760"/>
                  </a:cubicBezTo>
                  <a:lnTo>
                    <a:pt x="48330" y="12729"/>
                  </a:lnTo>
                  <a:cubicBezTo>
                    <a:pt x="48360" y="12714"/>
                    <a:pt x="48406" y="12706"/>
                    <a:pt x="48455" y="12706"/>
                  </a:cubicBezTo>
                  <a:close/>
                  <a:moveTo>
                    <a:pt x="62409" y="9715"/>
                  </a:moveTo>
                  <a:cubicBezTo>
                    <a:pt x="62525" y="9715"/>
                    <a:pt x="62761" y="9821"/>
                    <a:pt x="62707" y="9902"/>
                  </a:cubicBezTo>
                  <a:cubicBezTo>
                    <a:pt x="62646" y="9994"/>
                    <a:pt x="62798" y="10054"/>
                    <a:pt x="62859" y="10054"/>
                  </a:cubicBezTo>
                  <a:cubicBezTo>
                    <a:pt x="62869" y="10051"/>
                    <a:pt x="62878" y="10049"/>
                    <a:pt x="62885" y="10049"/>
                  </a:cubicBezTo>
                  <a:cubicBezTo>
                    <a:pt x="62944" y="10049"/>
                    <a:pt x="62920" y="10149"/>
                    <a:pt x="62920" y="10176"/>
                  </a:cubicBezTo>
                  <a:cubicBezTo>
                    <a:pt x="62905" y="10191"/>
                    <a:pt x="62958" y="10206"/>
                    <a:pt x="63015" y="10206"/>
                  </a:cubicBezTo>
                  <a:cubicBezTo>
                    <a:pt x="63072" y="10206"/>
                    <a:pt x="63133" y="10191"/>
                    <a:pt x="63133" y="10145"/>
                  </a:cubicBezTo>
                  <a:cubicBezTo>
                    <a:pt x="63133" y="10054"/>
                    <a:pt x="63193" y="9994"/>
                    <a:pt x="63285" y="9994"/>
                  </a:cubicBezTo>
                  <a:lnTo>
                    <a:pt x="63406" y="9994"/>
                  </a:lnTo>
                  <a:lnTo>
                    <a:pt x="63680" y="9963"/>
                  </a:lnTo>
                  <a:lnTo>
                    <a:pt x="63680" y="9963"/>
                  </a:lnTo>
                  <a:cubicBezTo>
                    <a:pt x="63680" y="10081"/>
                    <a:pt x="63607" y="10126"/>
                    <a:pt x="63560" y="10126"/>
                  </a:cubicBezTo>
                  <a:cubicBezTo>
                    <a:pt x="63546" y="10126"/>
                    <a:pt x="63535" y="10122"/>
                    <a:pt x="63528" y="10115"/>
                  </a:cubicBezTo>
                  <a:cubicBezTo>
                    <a:pt x="63525" y="10112"/>
                    <a:pt x="63521" y="10111"/>
                    <a:pt x="63515" y="10111"/>
                  </a:cubicBezTo>
                  <a:cubicBezTo>
                    <a:pt x="63460" y="10111"/>
                    <a:pt x="63276" y="10239"/>
                    <a:pt x="63193" y="10267"/>
                  </a:cubicBezTo>
                  <a:cubicBezTo>
                    <a:pt x="63133" y="10328"/>
                    <a:pt x="63163" y="10510"/>
                    <a:pt x="63193" y="10571"/>
                  </a:cubicBezTo>
                  <a:cubicBezTo>
                    <a:pt x="63193" y="10632"/>
                    <a:pt x="63193" y="10723"/>
                    <a:pt x="63133" y="10784"/>
                  </a:cubicBezTo>
                  <a:lnTo>
                    <a:pt x="63254" y="10814"/>
                  </a:lnTo>
                  <a:lnTo>
                    <a:pt x="63285" y="10814"/>
                  </a:lnTo>
                  <a:cubicBezTo>
                    <a:pt x="63301" y="10806"/>
                    <a:pt x="63319" y="10802"/>
                    <a:pt x="63338" y="10802"/>
                  </a:cubicBezTo>
                  <a:cubicBezTo>
                    <a:pt x="63390" y="10802"/>
                    <a:pt x="63445" y="10830"/>
                    <a:pt x="63467" y="10875"/>
                  </a:cubicBezTo>
                  <a:cubicBezTo>
                    <a:pt x="63467" y="10936"/>
                    <a:pt x="63497" y="10936"/>
                    <a:pt x="63558" y="10936"/>
                  </a:cubicBezTo>
                  <a:lnTo>
                    <a:pt x="63589" y="10936"/>
                  </a:lnTo>
                  <a:cubicBezTo>
                    <a:pt x="63634" y="10905"/>
                    <a:pt x="63687" y="10890"/>
                    <a:pt x="63741" y="10890"/>
                  </a:cubicBezTo>
                  <a:cubicBezTo>
                    <a:pt x="63794" y="10890"/>
                    <a:pt x="63847" y="10905"/>
                    <a:pt x="63892" y="10936"/>
                  </a:cubicBezTo>
                  <a:cubicBezTo>
                    <a:pt x="63995" y="11021"/>
                    <a:pt x="64040" y="11059"/>
                    <a:pt x="64087" y="11059"/>
                  </a:cubicBezTo>
                  <a:cubicBezTo>
                    <a:pt x="64123" y="11059"/>
                    <a:pt x="64161" y="11036"/>
                    <a:pt x="64227" y="10997"/>
                  </a:cubicBezTo>
                  <a:cubicBezTo>
                    <a:pt x="64288" y="10966"/>
                    <a:pt x="64348" y="10905"/>
                    <a:pt x="64379" y="10905"/>
                  </a:cubicBezTo>
                  <a:cubicBezTo>
                    <a:pt x="64387" y="10897"/>
                    <a:pt x="64399" y="10893"/>
                    <a:pt x="64413" y="10893"/>
                  </a:cubicBezTo>
                  <a:cubicBezTo>
                    <a:pt x="64452" y="10893"/>
                    <a:pt x="64500" y="10922"/>
                    <a:pt x="64500" y="10966"/>
                  </a:cubicBezTo>
                  <a:cubicBezTo>
                    <a:pt x="64500" y="10997"/>
                    <a:pt x="64409" y="11057"/>
                    <a:pt x="64409" y="11088"/>
                  </a:cubicBezTo>
                  <a:cubicBezTo>
                    <a:pt x="64440" y="11149"/>
                    <a:pt x="64561" y="11179"/>
                    <a:pt x="64440" y="11240"/>
                  </a:cubicBezTo>
                  <a:cubicBezTo>
                    <a:pt x="64409" y="11270"/>
                    <a:pt x="64409" y="11361"/>
                    <a:pt x="64409" y="11392"/>
                  </a:cubicBezTo>
                  <a:cubicBezTo>
                    <a:pt x="64409" y="11452"/>
                    <a:pt x="64379" y="11513"/>
                    <a:pt x="64348" y="11544"/>
                  </a:cubicBezTo>
                  <a:cubicBezTo>
                    <a:pt x="64348" y="11604"/>
                    <a:pt x="64288" y="11635"/>
                    <a:pt x="64257" y="11635"/>
                  </a:cubicBezTo>
                  <a:lnTo>
                    <a:pt x="64075" y="11696"/>
                  </a:lnTo>
                  <a:cubicBezTo>
                    <a:pt x="64166" y="11756"/>
                    <a:pt x="64288" y="11817"/>
                    <a:pt x="64409" y="11817"/>
                  </a:cubicBezTo>
                  <a:lnTo>
                    <a:pt x="64531" y="11817"/>
                  </a:lnTo>
                  <a:cubicBezTo>
                    <a:pt x="64561" y="11817"/>
                    <a:pt x="64599" y="11810"/>
                    <a:pt x="64633" y="11810"/>
                  </a:cubicBezTo>
                  <a:cubicBezTo>
                    <a:pt x="64668" y="11810"/>
                    <a:pt x="64698" y="11817"/>
                    <a:pt x="64713" y="11848"/>
                  </a:cubicBezTo>
                  <a:cubicBezTo>
                    <a:pt x="64744" y="11939"/>
                    <a:pt x="64683" y="11969"/>
                    <a:pt x="64592" y="11969"/>
                  </a:cubicBezTo>
                  <a:cubicBezTo>
                    <a:pt x="64561" y="12030"/>
                    <a:pt x="64652" y="12091"/>
                    <a:pt x="64744" y="12152"/>
                  </a:cubicBezTo>
                  <a:lnTo>
                    <a:pt x="64713" y="12243"/>
                  </a:lnTo>
                  <a:cubicBezTo>
                    <a:pt x="64683" y="12364"/>
                    <a:pt x="64561" y="12395"/>
                    <a:pt x="64409" y="12395"/>
                  </a:cubicBezTo>
                  <a:lnTo>
                    <a:pt x="64288" y="12395"/>
                  </a:lnTo>
                  <a:cubicBezTo>
                    <a:pt x="64166" y="12395"/>
                    <a:pt x="64044" y="12456"/>
                    <a:pt x="63984" y="12577"/>
                  </a:cubicBezTo>
                  <a:cubicBezTo>
                    <a:pt x="63984" y="12582"/>
                    <a:pt x="63980" y="12585"/>
                    <a:pt x="63973" y="12585"/>
                  </a:cubicBezTo>
                  <a:cubicBezTo>
                    <a:pt x="63940" y="12585"/>
                    <a:pt x="63831" y="12526"/>
                    <a:pt x="63680" y="12425"/>
                  </a:cubicBezTo>
                  <a:lnTo>
                    <a:pt x="63528" y="12425"/>
                  </a:lnTo>
                  <a:lnTo>
                    <a:pt x="63345" y="12395"/>
                  </a:lnTo>
                  <a:cubicBezTo>
                    <a:pt x="63308" y="12367"/>
                    <a:pt x="63267" y="12353"/>
                    <a:pt x="63228" y="12353"/>
                  </a:cubicBezTo>
                  <a:cubicBezTo>
                    <a:pt x="63141" y="12353"/>
                    <a:pt x="63062" y="12421"/>
                    <a:pt x="63041" y="12547"/>
                  </a:cubicBezTo>
                  <a:lnTo>
                    <a:pt x="62798" y="12516"/>
                  </a:lnTo>
                  <a:lnTo>
                    <a:pt x="62798" y="12516"/>
                  </a:lnTo>
                  <a:cubicBezTo>
                    <a:pt x="62798" y="12547"/>
                    <a:pt x="62829" y="12608"/>
                    <a:pt x="62920" y="12638"/>
                  </a:cubicBezTo>
                  <a:lnTo>
                    <a:pt x="62889" y="12760"/>
                  </a:lnTo>
                  <a:cubicBezTo>
                    <a:pt x="62864" y="12860"/>
                    <a:pt x="62860" y="12919"/>
                    <a:pt x="62911" y="12919"/>
                  </a:cubicBezTo>
                  <a:cubicBezTo>
                    <a:pt x="62922" y="12919"/>
                    <a:pt x="62935" y="12917"/>
                    <a:pt x="62950" y="12911"/>
                  </a:cubicBezTo>
                  <a:lnTo>
                    <a:pt x="63011" y="12911"/>
                  </a:lnTo>
                  <a:cubicBezTo>
                    <a:pt x="63041" y="12911"/>
                    <a:pt x="63072" y="12942"/>
                    <a:pt x="63072" y="12942"/>
                  </a:cubicBezTo>
                  <a:lnTo>
                    <a:pt x="63072" y="13033"/>
                  </a:lnTo>
                  <a:cubicBezTo>
                    <a:pt x="62996" y="13063"/>
                    <a:pt x="62912" y="13079"/>
                    <a:pt x="62829" y="13079"/>
                  </a:cubicBezTo>
                  <a:cubicBezTo>
                    <a:pt x="62745" y="13079"/>
                    <a:pt x="62661" y="13063"/>
                    <a:pt x="62585" y="13033"/>
                  </a:cubicBezTo>
                  <a:lnTo>
                    <a:pt x="62555" y="13033"/>
                  </a:lnTo>
                  <a:cubicBezTo>
                    <a:pt x="62555" y="13018"/>
                    <a:pt x="62548" y="13013"/>
                    <a:pt x="62537" y="13013"/>
                  </a:cubicBezTo>
                  <a:cubicBezTo>
                    <a:pt x="62500" y="13013"/>
                    <a:pt x="62419" y="13071"/>
                    <a:pt x="62373" y="13094"/>
                  </a:cubicBezTo>
                  <a:cubicBezTo>
                    <a:pt x="62337" y="13129"/>
                    <a:pt x="62301" y="13144"/>
                    <a:pt x="62260" y="13144"/>
                  </a:cubicBezTo>
                  <a:cubicBezTo>
                    <a:pt x="62230" y="13144"/>
                    <a:pt x="62198" y="13137"/>
                    <a:pt x="62160" y="13124"/>
                  </a:cubicBezTo>
                  <a:cubicBezTo>
                    <a:pt x="62130" y="13094"/>
                    <a:pt x="62099" y="13063"/>
                    <a:pt x="62069" y="13033"/>
                  </a:cubicBezTo>
                  <a:lnTo>
                    <a:pt x="62221" y="12911"/>
                  </a:lnTo>
                  <a:lnTo>
                    <a:pt x="62312" y="12851"/>
                  </a:lnTo>
                  <a:cubicBezTo>
                    <a:pt x="62282" y="12699"/>
                    <a:pt x="62190" y="12608"/>
                    <a:pt x="62130" y="12608"/>
                  </a:cubicBezTo>
                  <a:lnTo>
                    <a:pt x="62069" y="12608"/>
                  </a:lnTo>
                  <a:cubicBezTo>
                    <a:pt x="62038" y="12577"/>
                    <a:pt x="61978" y="12547"/>
                    <a:pt x="61978" y="12547"/>
                  </a:cubicBezTo>
                  <a:cubicBezTo>
                    <a:pt x="61978" y="12486"/>
                    <a:pt x="61978" y="12456"/>
                    <a:pt x="62008" y="12425"/>
                  </a:cubicBezTo>
                  <a:cubicBezTo>
                    <a:pt x="62038" y="12410"/>
                    <a:pt x="62069" y="12410"/>
                    <a:pt x="62095" y="12410"/>
                  </a:cubicBezTo>
                  <a:cubicBezTo>
                    <a:pt x="62122" y="12410"/>
                    <a:pt x="62145" y="12410"/>
                    <a:pt x="62160" y="12395"/>
                  </a:cubicBezTo>
                  <a:cubicBezTo>
                    <a:pt x="62160" y="12364"/>
                    <a:pt x="62160" y="12334"/>
                    <a:pt x="62160" y="12334"/>
                  </a:cubicBezTo>
                  <a:cubicBezTo>
                    <a:pt x="62130" y="12304"/>
                    <a:pt x="62069" y="12273"/>
                    <a:pt x="62038" y="12273"/>
                  </a:cubicBezTo>
                  <a:cubicBezTo>
                    <a:pt x="62008" y="12273"/>
                    <a:pt x="61947" y="12334"/>
                    <a:pt x="61917" y="12334"/>
                  </a:cubicBezTo>
                  <a:lnTo>
                    <a:pt x="61826" y="12334"/>
                  </a:lnTo>
                  <a:cubicBezTo>
                    <a:pt x="61674" y="12304"/>
                    <a:pt x="61491" y="12273"/>
                    <a:pt x="61339" y="12243"/>
                  </a:cubicBezTo>
                  <a:lnTo>
                    <a:pt x="61430" y="12060"/>
                  </a:lnTo>
                  <a:lnTo>
                    <a:pt x="61461" y="12000"/>
                  </a:lnTo>
                  <a:cubicBezTo>
                    <a:pt x="61430" y="11848"/>
                    <a:pt x="61430" y="11696"/>
                    <a:pt x="61461" y="11574"/>
                  </a:cubicBezTo>
                  <a:lnTo>
                    <a:pt x="61826" y="11422"/>
                  </a:lnTo>
                  <a:lnTo>
                    <a:pt x="61947" y="11392"/>
                  </a:lnTo>
                  <a:cubicBezTo>
                    <a:pt x="61997" y="11342"/>
                    <a:pt x="62057" y="11319"/>
                    <a:pt x="62115" y="11319"/>
                  </a:cubicBezTo>
                  <a:cubicBezTo>
                    <a:pt x="62163" y="11319"/>
                    <a:pt x="62210" y="11334"/>
                    <a:pt x="62251" y="11361"/>
                  </a:cubicBezTo>
                  <a:cubicBezTo>
                    <a:pt x="62253" y="11363"/>
                    <a:pt x="62254" y="11363"/>
                    <a:pt x="62256" y="11363"/>
                  </a:cubicBezTo>
                  <a:cubicBezTo>
                    <a:pt x="62296" y="11363"/>
                    <a:pt x="62435" y="11082"/>
                    <a:pt x="62464" y="10966"/>
                  </a:cubicBezTo>
                  <a:cubicBezTo>
                    <a:pt x="62494" y="10875"/>
                    <a:pt x="62434" y="10753"/>
                    <a:pt x="62342" y="10723"/>
                  </a:cubicBezTo>
                  <a:lnTo>
                    <a:pt x="62251" y="10693"/>
                  </a:lnTo>
                  <a:cubicBezTo>
                    <a:pt x="62190" y="10632"/>
                    <a:pt x="62160" y="10571"/>
                    <a:pt x="62190" y="10510"/>
                  </a:cubicBezTo>
                  <a:cubicBezTo>
                    <a:pt x="62190" y="10449"/>
                    <a:pt x="62221" y="10358"/>
                    <a:pt x="62251" y="10297"/>
                  </a:cubicBezTo>
                  <a:cubicBezTo>
                    <a:pt x="62282" y="10237"/>
                    <a:pt x="62282" y="10176"/>
                    <a:pt x="62312" y="10176"/>
                  </a:cubicBezTo>
                  <a:lnTo>
                    <a:pt x="62555" y="10145"/>
                  </a:lnTo>
                  <a:cubicBezTo>
                    <a:pt x="62494" y="10024"/>
                    <a:pt x="62312" y="9750"/>
                    <a:pt x="62373" y="9720"/>
                  </a:cubicBezTo>
                  <a:cubicBezTo>
                    <a:pt x="62382" y="9717"/>
                    <a:pt x="62395" y="9715"/>
                    <a:pt x="62409" y="9715"/>
                  </a:cubicBezTo>
                  <a:close/>
                  <a:moveTo>
                    <a:pt x="55868" y="12668"/>
                  </a:moveTo>
                  <a:cubicBezTo>
                    <a:pt x="55868" y="12881"/>
                    <a:pt x="55746" y="13063"/>
                    <a:pt x="55564" y="13155"/>
                  </a:cubicBezTo>
                  <a:cubicBezTo>
                    <a:pt x="55534" y="13170"/>
                    <a:pt x="55503" y="13177"/>
                    <a:pt x="55473" y="13177"/>
                  </a:cubicBezTo>
                  <a:cubicBezTo>
                    <a:pt x="55442" y="13177"/>
                    <a:pt x="55412" y="13170"/>
                    <a:pt x="55382" y="13155"/>
                  </a:cubicBezTo>
                  <a:cubicBezTo>
                    <a:pt x="55382" y="13155"/>
                    <a:pt x="55412" y="13094"/>
                    <a:pt x="55473" y="13063"/>
                  </a:cubicBezTo>
                  <a:lnTo>
                    <a:pt x="55503" y="13003"/>
                  </a:lnTo>
                  <a:lnTo>
                    <a:pt x="55534" y="12972"/>
                  </a:lnTo>
                  <a:cubicBezTo>
                    <a:pt x="55555" y="12951"/>
                    <a:pt x="55546" y="12929"/>
                    <a:pt x="55518" y="12929"/>
                  </a:cubicBezTo>
                  <a:cubicBezTo>
                    <a:pt x="55506" y="12929"/>
                    <a:pt x="55491" y="12933"/>
                    <a:pt x="55473" y="12942"/>
                  </a:cubicBezTo>
                  <a:lnTo>
                    <a:pt x="55412" y="12942"/>
                  </a:lnTo>
                  <a:cubicBezTo>
                    <a:pt x="55351" y="12911"/>
                    <a:pt x="55321" y="12881"/>
                    <a:pt x="55260" y="12851"/>
                  </a:cubicBezTo>
                  <a:cubicBezTo>
                    <a:pt x="55260" y="12851"/>
                    <a:pt x="55321" y="12760"/>
                    <a:pt x="55321" y="12760"/>
                  </a:cubicBezTo>
                  <a:lnTo>
                    <a:pt x="55442" y="12760"/>
                  </a:lnTo>
                  <a:lnTo>
                    <a:pt x="55868" y="12668"/>
                  </a:lnTo>
                  <a:close/>
                  <a:moveTo>
                    <a:pt x="56930" y="13458"/>
                  </a:moveTo>
                  <a:lnTo>
                    <a:pt x="56930" y="13458"/>
                  </a:lnTo>
                  <a:cubicBezTo>
                    <a:pt x="56931" y="13460"/>
                    <a:pt x="56931" y="13461"/>
                    <a:pt x="56931" y="13462"/>
                  </a:cubicBezTo>
                  <a:lnTo>
                    <a:pt x="56931" y="13462"/>
                  </a:lnTo>
                  <a:cubicBezTo>
                    <a:pt x="56932" y="13461"/>
                    <a:pt x="56932" y="13460"/>
                    <a:pt x="56932" y="13459"/>
                  </a:cubicBezTo>
                  <a:lnTo>
                    <a:pt x="56930" y="13458"/>
                  </a:lnTo>
                  <a:close/>
                  <a:moveTo>
                    <a:pt x="94802" y="0"/>
                  </a:moveTo>
                  <a:cubicBezTo>
                    <a:pt x="94780" y="0"/>
                    <a:pt x="94760" y="8"/>
                    <a:pt x="94744" y="24"/>
                  </a:cubicBezTo>
                  <a:lnTo>
                    <a:pt x="94714" y="54"/>
                  </a:lnTo>
                  <a:cubicBezTo>
                    <a:pt x="94689" y="103"/>
                    <a:pt x="94704" y="192"/>
                    <a:pt x="94647" y="192"/>
                  </a:cubicBezTo>
                  <a:cubicBezTo>
                    <a:pt x="94633" y="192"/>
                    <a:pt x="94615" y="187"/>
                    <a:pt x="94592" y="176"/>
                  </a:cubicBezTo>
                  <a:lnTo>
                    <a:pt x="94501" y="176"/>
                  </a:lnTo>
                  <a:cubicBezTo>
                    <a:pt x="94479" y="154"/>
                    <a:pt x="94382" y="133"/>
                    <a:pt x="94316" y="133"/>
                  </a:cubicBezTo>
                  <a:cubicBezTo>
                    <a:pt x="94289" y="133"/>
                    <a:pt x="94267" y="136"/>
                    <a:pt x="94258" y="145"/>
                  </a:cubicBezTo>
                  <a:cubicBezTo>
                    <a:pt x="94197" y="145"/>
                    <a:pt x="94288" y="206"/>
                    <a:pt x="94319" y="237"/>
                  </a:cubicBezTo>
                  <a:cubicBezTo>
                    <a:pt x="94349" y="237"/>
                    <a:pt x="94258" y="297"/>
                    <a:pt x="94197" y="328"/>
                  </a:cubicBezTo>
                  <a:cubicBezTo>
                    <a:pt x="94193" y="332"/>
                    <a:pt x="94186" y="334"/>
                    <a:pt x="94178" y="334"/>
                  </a:cubicBezTo>
                  <a:cubicBezTo>
                    <a:pt x="94127" y="334"/>
                    <a:pt x="94010" y="259"/>
                    <a:pt x="93984" y="206"/>
                  </a:cubicBezTo>
                  <a:cubicBezTo>
                    <a:pt x="93980" y="202"/>
                    <a:pt x="93975" y="200"/>
                    <a:pt x="93968" y="200"/>
                  </a:cubicBezTo>
                  <a:cubicBezTo>
                    <a:pt x="93922" y="200"/>
                    <a:pt x="93817" y="287"/>
                    <a:pt x="93711" y="419"/>
                  </a:cubicBezTo>
                  <a:lnTo>
                    <a:pt x="93498" y="206"/>
                  </a:lnTo>
                  <a:cubicBezTo>
                    <a:pt x="93452" y="191"/>
                    <a:pt x="93407" y="183"/>
                    <a:pt x="93357" y="183"/>
                  </a:cubicBezTo>
                  <a:cubicBezTo>
                    <a:pt x="93308" y="183"/>
                    <a:pt x="93255" y="191"/>
                    <a:pt x="93194" y="206"/>
                  </a:cubicBezTo>
                  <a:lnTo>
                    <a:pt x="93164" y="206"/>
                  </a:lnTo>
                  <a:cubicBezTo>
                    <a:pt x="93136" y="247"/>
                    <a:pt x="93078" y="264"/>
                    <a:pt x="93019" y="264"/>
                  </a:cubicBezTo>
                  <a:cubicBezTo>
                    <a:pt x="92948" y="264"/>
                    <a:pt x="92876" y="239"/>
                    <a:pt x="92860" y="206"/>
                  </a:cubicBezTo>
                  <a:cubicBezTo>
                    <a:pt x="92854" y="203"/>
                    <a:pt x="92848" y="202"/>
                    <a:pt x="92841" y="202"/>
                  </a:cubicBezTo>
                  <a:cubicBezTo>
                    <a:pt x="92772" y="202"/>
                    <a:pt x="92641" y="330"/>
                    <a:pt x="92586" y="358"/>
                  </a:cubicBezTo>
                  <a:cubicBezTo>
                    <a:pt x="92576" y="361"/>
                    <a:pt x="92566" y="363"/>
                    <a:pt x="92556" y="363"/>
                  </a:cubicBezTo>
                  <a:cubicBezTo>
                    <a:pt x="92476" y="363"/>
                    <a:pt x="92404" y="264"/>
                    <a:pt x="92404" y="237"/>
                  </a:cubicBezTo>
                  <a:cubicBezTo>
                    <a:pt x="92404" y="209"/>
                    <a:pt x="92391" y="194"/>
                    <a:pt x="92378" y="194"/>
                  </a:cubicBezTo>
                  <a:cubicBezTo>
                    <a:pt x="92361" y="194"/>
                    <a:pt x="92343" y="217"/>
                    <a:pt x="92343" y="267"/>
                  </a:cubicBezTo>
                  <a:lnTo>
                    <a:pt x="92312" y="297"/>
                  </a:lnTo>
                  <a:cubicBezTo>
                    <a:pt x="92250" y="339"/>
                    <a:pt x="92202" y="424"/>
                    <a:pt x="92119" y="424"/>
                  </a:cubicBezTo>
                  <a:cubicBezTo>
                    <a:pt x="92081" y="424"/>
                    <a:pt x="92035" y="406"/>
                    <a:pt x="91978" y="358"/>
                  </a:cubicBezTo>
                  <a:cubicBezTo>
                    <a:pt x="91944" y="347"/>
                    <a:pt x="91896" y="335"/>
                    <a:pt x="91850" y="335"/>
                  </a:cubicBezTo>
                  <a:cubicBezTo>
                    <a:pt x="91775" y="335"/>
                    <a:pt x="91705" y="366"/>
                    <a:pt x="91705" y="480"/>
                  </a:cubicBezTo>
                  <a:lnTo>
                    <a:pt x="91644" y="480"/>
                  </a:lnTo>
                  <a:cubicBezTo>
                    <a:pt x="91578" y="427"/>
                    <a:pt x="91506" y="414"/>
                    <a:pt x="91434" y="414"/>
                  </a:cubicBezTo>
                  <a:cubicBezTo>
                    <a:pt x="91366" y="414"/>
                    <a:pt x="91298" y="426"/>
                    <a:pt x="91233" y="426"/>
                  </a:cubicBezTo>
                  <a:cubicBezTo>
                    <a:pt x="91207" y="426"/>
                    <a:pt x="91182" y="424"/>
                    <a:pt x="91157" y="419"/>
                  </a:cubicBezTo>
                  <a:lnTo>
                    <a:pt x="90975" y="358"/>
                  </a:lnTo>
                  <a:cubicBezTo>
                    <a:pt x="90908" y="408"/>
                    <a:pt x="90832" y="431"/>
                    <a:pt x="90752" y="431"/>
                  </a:cubicBezTo>
                  <a:cubicBezTo>
                    <a:pt x="90686" y="431"/>
                    <a:pt x="90618" y="416"/>
                    <a:pt x="90550" y="389"/>
                  </a:cubicBezTo>
                  <a:cubicBezTo>
                    <a:pt x="90545" y="379"/>
                    <a:pt x="90539" y="374"/>
                    <a:pt x="90533" y="374"/>
                  </a:cubicBezTo>
                  <a:cubicBezTo>
                    <a:pt x="90501" y="374"/>
                    <a:pt x="90458" y="485"/>
                    <a:pt x="90458" y="510"/>
                  </a:cubicBezTo>
                  <a:cubicBezTo>
                    <a:pt x="90436" y="555"/>
                    <a:pt x="90398" y="583"/>
                    <a:pt x="90367" y="583"/>
                  </a:cubicBezTo>
                  <a:cubicBezTo>
                    <a:pt x="90355" y="583"/>
                    <a:pt x="90345" y="579"/>
                    <a:pt x="90337" y="571"/>
                  </a:cubicBezTo>
                  <a:lnTo>
                    <a:pt x="90276" y="571"/>
                  </a:lnTo>
                  <a:lnTo>
                    <a:pt x="90124" y="480"/>
                  </a:lnTo>
                  <a:cubicBezTo>
                    <a:pt x="90033" y="571"/>
                    <a:pt x="89911" y="662"/>
                    <a:pt x="89790" y="723"/>
                  </a:cubicBezTo>
                  <a:lnTo>
                    <a:pt x="89668" y="723"/>
                  </a:lnTo>
                  <a:cubicBezTo>
                    <a:pt x="89567" y="723"/>
                    <a:pt x="89452" y="655"/>
                    <a:pt x="89324" y="655"/>
                  </a:cubicBezTo>
                  <a:cubicBezTo>
                    <a:pt x="89259" y="655"/>
                    <a:pt x="89192" y="672"/>
                    <a:pt x="89121" y="723"/>
                  </a:cubicBezTo>
                  <a:lnTo>
                    <a:pt x="89060" y="753"/>
                  </a:lnTo>
                  <a:cubicBezTo>
                    <a:pt x="88985" y="716"/>
                    <a:pt x="88910" y="690"/>
                    <a:pt x="88835" y="690"/>
                  </a:cubicBezTo>
                  <a:cubicBezTo>
                    <a:pt x="88788" y="690"/>
                    <a:pt x="88742" y="700"/>
                    <a:pt x="88695" y="723"/>
                  </a:cubicBezTo>
                  <a:lnTo>
                    <a:pt x="88574" y="723"/>
                  </a:lnTo>
                  <a:cubicBezTo>
                    <a:pt x="88513" y="723"/>
                    <a:pt x="88483" y="692"/>
                    <a:pt x="88422" y="692"/>
                  </a:cubicBezTo>
                  <a:cubicBezTo>
                    <a:pt x="88376" y="662"/>
                    <a:pt x="88331" y="647"/>
                    <a:pt x="88293" y="647"/>
                  </a:cubicBezTo>
                  <a:cubicBezTo>
                    <a:pt x="88255" y="647"/>
                    <a:pt x="88224" y="662"/>
                    <a:pt x="88209" y="692"/>
                  </a:cubicBezTo>
                  <a:cubicBezTo>
                    <a:pt x="88209" y="753"/>
                    <a:pt x="88179" y="844"/>
                    <a:pt x="88148" y="905"/>
                  </a:cubicBezTo>
                  <a:cubicBezTo>
                    <a:pt x="88098" y="955"/>
                    <a:pt x="88039" y="978"/>
                    <a:pt x="87980" y="978"/>
                  </a:cubicBezTo>
                  <a:cubicBezTo>
                    <a:pt x="87932" y="978"/>
                    <a:pt x="87885" y="963"/>
                    <a:pt x="87844" y="936"/>
                  </a:cubicBezTo>
                  <a:cubicBezTo>
                    <a:pt x="87753" y="875"/>
                    <a:pt x="87632" y="814"/>
                    <a:pt x="87753" y="723"/>
                  </a:cubicBezTo>
                  <a:lnTo>
                    <a:pt x="87844" y="662"/>
                  </a:lnTo>
                  <a:cubicBezTo>
                    <a:pt x="87844" y="571"/>
                    <a:pt x="87844" y="480"/>
                    <a:pt x="87784" y="419"/>
                  </a:cubicBezTo>
                  <a:cubicBezTo>
                    <a:pt x="87782" y="417"/>
                    <a:pt x="87780" y="417"/>
                    <a:pt x="87778" y="417"/>
                  </a:cubicBezTo>
                  <a:cubicBezTo>
                    <a:pt x="87741" y="417"/>
                    <a:pt x="87630" y="667"/>
                    <a:pt x="87601" y="753"/>
                  </a:cubicBezTo>
                  <a:cubicBezTo>
                    <a:pt x="87571" y="844"/>
                    <a:pt x="87480" y="905"/>
                    <a:pt x="87358" y="905"/>
                  </a:cubicBezTo>
                  <a:lnTo>
                    <a:pt x="87297" y="936"/>
                  </a:lnTo>
                  <a:lnTo>
                    <a:pt x="87145" y="1027"/>
                  </a:lnTo>
                  <a:cubicBezTo>
                    <a:pt x="87084" y="966"/>
                    <a:pt x="87145" y="844"/>
                    <a:pt x="87206" y="814"/>
                  </a:cubicBezTo>
                  <a:cubicBezTo>
                    <a:pt x="87267" y="784"/>
                    <a:pt x="87267" y="723"/>
                    <a:pt x="87267" y="723"/>
                  </a:cubicBezTo>
                  <a:lnTo>
                    <a:pt x="87267" y="723"/>
                  </a:lnTo>
                  <a:cubicBezTo>
                    <a:pt x="87176" y="753"/>
                    <a:pt x="87115" y="753"/>
                    <a:pt x="87024" y="784"/>
                  </a:cubicBezTo>
                  <a:cubicBezTo>
                    <a:pt x="87007" y="789"/>
                    <a:pt x="86992" y="792"/>
                    <a:pt x="86978" y="792"/>
                  </a:cubicBezTo>
                  <a:cubicBezTo>
                    <a:pt x="86913" y="792"/>
                    <a:pt x="86872" y="737"/>
                    <a:pt x="86872" y="662"/>
                  </a:cubicBezTo>
                  <a:lnTo>
                    <a:pt x="86872" y="601"/>
                  </a:lnTo>
                  <a:lnTo>
                    <a:pt x="86872" y="571"/>
                  </a:lnTo>
                  <a:cubicBezTo>
                    <a:pt x="86932" y="540"/>
                    <a:pt x="86902" y="480"/>
                    <a:pt x="86841" y="480"/>
                  </a:cubicBezTo>
                  <a:lnTo>
                    <a:pt x="86780" y="449"/>
                  </a:lnTo>
                  <a:lnTo>
                    <a:pt x="86628" y="389"/>
                  </a:lnTo>
                  <a:lnTo>
                    <a:pt x="86477" y="328"/>
                  </a:lnTo>
                  <a:cubicBezTo>
                    <a:pt x="86568" y="267"/>
                    <a:pt x="86507" y="237"/>
                    <a:pt x="86446" y="237"/>
                  </a:cubicBezTo>
                  <a:cubicBezTo>
                    <a:pt x="86385" y="237"/>
                    <a:pt x="86446" y="480"/>
                    <a:pt x="86568" y="510"/>
                  </a:cubicBezTo>
                  <a:cubicBezTo>
                    <a:pt x="86659" y="540"/>
                    <a:pt x="86750" y="632"/>
                    <a:pt x="86750" y="723"/>
                  </a:cubicBezTo>
                  <a:lnTo>
                    <a:pt x="86750" y="814"/>
                  </a:lnTo>
                  <a:lnTo>
                    <a:pt x="86750" y="844"/>
                  </a:lnTo>
                  <a:cubicBezTo>
                    <a:pt x="86772" y="887"/>
                    <a:pt x="86641" y="930"/>
                    <a:pt x="86531" y="930"/>
                  </a:cubicBezTo>
                  <a:cubicBezTo>
                    <a:pt x="86485" y="930"/>
                    <a:pt x="86442" y="923"/>
                    <a:pt x="86416" y="905"/>
                  </a:cubicBezTo>
                  <a:cubicBezTo>
                    <a:pt x="86355" y="814"/>
                    <a:pt x="86264" y="814"/>
                    <a:pt x="86233" y="814"/>
                  </a:cubicBezTo>
                  <a:lnTo>
                    <a:pt x="86112" y="905"/>
                  </a:lnTo>
                  <a:cubicBezTo>
                    <a:pt x="85960" y="936"/>
                    <a:pt x="85808" y="966"/>
                    <a:pt x="85625" y="1027"/>
                  </a:cubicBezTo>
                  <a:lnTo>
                    <a:pt x="85413" y="1027"/>
                  </a:lnTo>
                  <a:cubicBezTo>
                    <a:pt x="85387" y="1031"/>
                    <a:pt x="85365" y="1033"/>
                    <a:pt x="85347" y="1033"/>
                  </a:cubicBezTo>
                  <a:cubicBezTo>
                    <a:pt x="85232" y="1033"/>
                    <a:pt x="85243" y="962"/>
                    <a:pt x="85321" y="936"/>
                  </a:cubicBezTo>
                  <a:cubicBezTo>
                    <a:pt x="85382" y="905"/>
                    <a:pt x="85291" y="814"/>
                    <a:pt x="85109" y="784"/>
                  </a:cubicBezTo>
                  <a:lnTo>
                    <a:pt x="85018" y="814"/>
                  </a:lnTo>
                  <a:lnTo>
                    <a:pt x="84926" y="844"/>
                  </a:lnTo>
                  <a:cubicBezTo>
                    <a:pt x="84891" y="933"/>
                    <a:pt x="84866" y="980"/>
                    <a:pt x="84851" y="980"/>
                  </a:cubicBezTo>
                  <a:cubicBezTo>
                    <a:pt x="84840" y="980"/>
                    <a:pt x="84835" y="956"/>
                    <a:pt x="84835" y="905"/>
                  </a:cubicBezTo>
                  <a:lnTo>
                    <a:pt x="84774" y="844"/>
                  </a:lnTo>
                  <a:lnTo>
                    <a:pt x="84744" y="753"/>
                  </a:lnTo>
                  <a:cubicBezTo>
                    <a:pt x="84653" y="692"/>
                    <a:pt x="84653" y="571"/>
                    <a:pt x="84714" y="510"/>
                  </a:cubicBezTo>
                  <a:cubicBezTo>
                    <a:pt x="84714" y="510"/>
                    <a:pt x="84714" y="358"/>
                    <a:pt x="84653" y="328"/>
                  </a:cubicBezTo>
                  <a:cubicBezTo>
                    <a:pt x="84647" y="316"/>
                    <a:pt x="84632" y="311"/>
                    <a:pt x="84611" y="311"/>
                  </a:cubicBezTo>
                  <a:cubicBezTo>
                    <a:pt x="84524" y="311"/>
                    <a:pt x="84337" y="394"/>
                    <a:pt x="84288" y="419"/>
                  </a:cubicBezTo>
                  <a:cubicBezTo>
                    <a:pt x="84197" y="480"/>
                    <a:pt x="84410" y="723"/>
                    <a:pt x="84531" y="784"/>
                  </a:cubicBezTo>
                  <a:cubicBezTo>
                    <a:pt x="84622" y="844"/>
                    <a:pt x="84531" y="936"/>
                    <a:pt x="84318" y="996"/>
                  </a:cubicBezTo>
                  <a:lnTo>
                    <a:pt x="84136" y="1027"/>
                  </a:lnTo>
                  <a:cubicBezTo>
                    <a:pt x="84014" y="1057"/>
                    <a:pt x="84045" y="1088"/>
                    <a:pt x="84075" y="1179"/>
                  </a:cubicBezTo>
                  <a:lnTo>
                    <a:pt x="84106" y="1209"/>
                  </a:lnTo>
                  <a:cubicBezTo>
                    <a:pt x="84106" y="1240"/>
                    <a:pt x="84075" y="1270"/>
                    <a:pt x="84014" y="1270"/>
                  </a:cubicBezTo>
                  <a:lnTo>
                    <a:pt x="83984" y="1270"/>
                  </a:lnTo>
                  <a:lnTo>
                    <a:pt x="83923" y="1240"/>
                  </a:lnTo>
                  <a:cubicBezTo>
                    <a:pt x="83862" y="1179"/>
                    <a:pt x="83984" y="966"/>
                    <a:pt x="84045" y="936"/>
                  </a:cubicBezTo>
                  <a:cubicBezTo>
                    <a:pt x="84106" y="875"/>
                    <a:pt x="84075" y="844"/>
                    <a:pt x="83984" y="844"/>
                  </a:cubicBezTo>
                  <a:lnTo>
                    <a:pt x="83923" y="875"/>
                  </a:lnTo>
                  <a:lnTo>
                    <a:pt x="83832" y="905"/>
                  </a:lnTo>
                  <a:cubicBezTo>
                    <a:pt x="83820" y="909"/>
                    <a:pt x="83807" y="911"/>
                    <a:pt x="83793" y="911"/>
                  </a:cubicBezTo>
                  <a:cubicBezTo>
                    <a:pt x="83710" y="911"/>
                    <a:pt x="83619" y="836"/>
                    <a:pt x="83619" y="784"/>
                  </a:cubicBezTo>
                  <a:cubicBezTo>
                    <a:pt x="83619" y="753"/>
                    <a:pt x="83619" y="723"/>
                    <a:pt x="83589" y="723"/>
                  </a:cubicBezTo>
                  <a:cubicBezTo>
                    <a:pt x="83559" y="753"/>
                    <a:pt x="83559" y="814"/>
                    <a:pt x="83528" y="875"/>
                  </a:cubicBezTo>
                  <a:cubicBezTo>
                    <a:pt x="83528" y="936"/>
                    <a:pt x="83315" y="966"/>
                    <a:pt x="83255" y="966"/>
                  </a:cubicBezTo>
                  <a:cubicBezTo>
                    <a:pt x="83194" y="966"/>
                    <a:pt x="83103" y="1027"/>
                    <a:pt x="83072" y="1118"/>
                  </a:cubicBezTo>
                  <a:lnTo>
                    <a:pt x="83285" y="1118"/>
                  </a:lnTo>
                  <a:cubicBezTo>
                    <a:pt x="83315" y="1179"/>
                    <a:pt x="83285" y="1270"/>
                    <a:pt x="83224" y="1300"/>
                  </a:cubicBezTo>
                  <a:lnTo>
                    <a:pt x="83194" y="1300"/>
                  </a:lnTo>
                  <a:cubicBezTo>
                    <a:pt x="83072" y="1270"/>
                    <a:pt x="82951" y="1209"/>
                    <a:pt x="82829" y="1148"/>
                  </a:cubicBezTo>
                  <a:lnTo>
                    <a:pt x="82799" y="1148"/>
                  </a:lnTo>
                  <a:cubicBezTo>
                    <a:pt x="82799" y="1057"/>
                    <a:pt x="82647" y="996"/>
                    <a:pt x="82586" y="996"/>
                  </a:cubicBezTo>
                  <a:cubicBezTo>
                    <a:pt x="82525" y="996"/>
                    <a:pt x="82464" y="966"/>
                    <a:pt x="82373" y="936"/>
                  </a:cubicBezTo>
                  <a:cubicBezTo>
                    <a:pt x="82373" y="905"/>
                    <a:pt x="82464" y="753"/>
                    <a:pt x="82373" y="753"/>
                  </a:cubicBezTo>
                  <a:cubicBezTo>
                    <a:pt x="82252" y="784"/>
                    <a:pt x="82130" y="875"/>
                    <a:pt x="82039" y="996"/>
                  </a:cubicBezTo>
                  <a:cubicBezTo>
                    <a:pt x="82039" y="1057"/>
                    <a:pt x="82008" y="1118"/>
                    <a:pt x="82039" y="1179"/>
                  </a:cubicBezTo>
                  <a:cubicBezTo>
                    <a:pt x="82100" y="1270"/>
                    <a:pt x="82130" y="1331"/>
                    <a:pt x="82008" y="1361"/>
                  </a:cubicBezTo>
                  <a:cubicBezTo>
                    <a:pt x="81943" y="1394"/>
                    <a:pt x="81878" y="1426"/>
                    <a:pt x="81823" y="1426"/>
                  </a:cubicBezTo>
                  <a:cubicBezTo>
                    <a:pt x="81774" y="1426"/>
                    <a:pt x="81733" y="1402"/>
                    <a:pt x="81704" y="1331"/>
                  </a:cubicBezTo>
                  <a:lnTo>
                    <a:pt x="81583" y="1331"/>
                  </a:lnTo>
                  <a:cubicBezTo>
                    <a:pt x="81518" y="1352"/>
                    <a:pt x="81454" y="1374"/>
                    <a:pt x="81389" y="1374"/>
                  </a:cubicBezTo>
                  <a:cubicBezTo>
                    <a:pt x="81363" y="1374"/>
                    <a:pt x="81336" y="1370"/>
                    <a:pt x="81309" y="1361"/>
                  </a:cubicBezTo>
                  <a:cubicBezTo>
                    <a:pt x="81248" y="1331"/>
                    <a:pt x="81218" y="1240"/>
                    <a:pt x="81157" y="1179"/>
                  </a:cubicBezTo>
                  <a:cubicBezTo>
                    <a:pt x="81127" y="1118"/>
                    <a:pt x="81096" y="1057"/>
                    <a:pt x="81066" y="996"/>
                  </a:cubicBezTo>
                  <a:cubicBezTo>
                    <a:pt x="81005" y="966"/>
                    <a:pt x="80975" y="966"/>
                    <a:pt x="80914" y="966"/>
                  </a:cubicBezTo>
                  <a:cubicBezTo>
                    <a:pt x="80884" y="996"/>
                    <a:pt x="80853" y="1057"/>
                    <a:pt x="80853" y="1057"/>
                  </a:cubicBezTo>
                  <a:lnTo>
                    <a:pt x="81066" y="1209"/>
                  </a:lnTo>
                  <a:cubicBezTo>
                    <a:pt x="80914" y="1240"/>
                    <a:pt x="80853" y="1300"/>
                    <a:pt x="80914" y="1300"/>
                  </a:cubicBezTo>
                  <a:cubicBezTo>
                    <a:pt x="80944" y="1331"/>
                    <a:pt x="80823" y="1392"/>
                    <a:pt x="80793" y="1422"/>
                  </a:cubicBezTo>
                  <a:cubicBezTo>
                    <a:pt x="80781" y="1428"/>
                    <a:pt x="80770" y="1430"/>
                    <a:pt x="80759" y="1430"/>
                  </a:cubicBezTo>
                  <a:cubicBezTo>
                    <a:pt x="80710" y="1430"/>
                    <a:pt x="80665" y="1380"/>
                    <a:pt x="80641" y="1331"/>
                  </a:cubicBezTo>
                  <a:lnTo>
                    <a:pt x="80610" y="1331"/>
                  </a:lnTo>
                  <a:cubicBezTo>
                    <a:pt x="80587" y="1323"/>
                    <a:pt x="80566" y="1319"/>
                    <a:pt x="80548" y="1319"/>
                  </a:cubicBezTo>
                  <a:cubicBezTo>
                    <a:pt x="80492" y="1319"/>
                    <a:pt x="80458" y="1354"/>
                    <a:pt x="80458" y="1422"/>
                  </a:cubicBezTo>
                  <a:lnTo>
                    <a:pt x="80458" y="1483"/>
                  </a:lnTo>
                  <a:cubicBezTo>
                    <a:pt x="80441" y="1494"/>
                    <a:pt x="80422" y="1499"/>
                    <a:pt x="80404" y="1499"/>
                  </a:cubicBezTo>
                  <a:cubicBezTo>
                    <a:pt x="80325" y="1499"/>
                    <a:pt x="80245" y="1410"/>
                    <a:pt x="80245" y="1361"/>
                  </a:cubicBezTo>
                  <a:cubicBezTo>
                    <a:pt x="80245" y="1331"/>
                    <a:pt x="80002" y="1300"/>
                    <a:pt x="79941" y="1300"/>
                  </a:cubicBezTo>
                  <a:cubicBezTo>
                    <a:pt x="79850" y="1300"/>
                    <a:pt x="79881" y="1148"/>
                    <a:pt x="79881" y="1088"/>
                  </a:cubicBezTo>
                  <a:cubicBezTo>
                    <a:pt x="79911" y="1027"/>
                    <a:pt x="79881" y="936"/>
                    <a:pt x="79850" y="844"/>
                  </a:cubicBezTo>
                  <a:cubicBezTo>
                    <a:pt x="79789" y="784"/>
                    <a:pt x="79789" y="662"/>
                    <a:pt x="79820" y="571"/>
                  </a:cubicBezTo>
                  <a:cubicBezTo>
                    <a:pt x="79850" y="510"/>
                    <a:pt x="79668" y="480"/>
                    <a:pt x="79637" y="480"/>
                  </a:cubicBezTo>
                  <a:cubicBezTo>
                    <a:pt x="79577" y="480"/>
                    <a:pt x="79607" y="753"/>
                    <a:pt x="79637" y="875"/>
                  </a:cubicBezTo>
                  <a:cubicBezTo>
                    <a:pt x="79637" y="941"/>
                    <a:pt x="79606" y="990"/>
                    <a:pt x="79554" y="990"/>
                  </a:cubicBezTo>
                  <a:cubicBezTo>
                    <a:pt x="79534" y="990"/>
                    <a:pt x="79511" y="983"/>
                    <a:pt x="79485" y="966"/>
                  </a:cubicBezTo>
                  <a:cubicBezTo>
                    <a:pt x="79394" y="1057"/>
                    <a:pt x="79303" y="1179"/>
                    <a:pt x="79212" y="1270"/>
                  </a:cubicBezTo>
                  <a:cubicBezTo>
                    <a:pt x="79151" y="1270"/>
                    <a:pt x="79090" y="1240"/>
                    <a:pt x="79030" y="1179"/>
                  </a:cubicBezTo>
                  <a:cubicBezTo>
                    <a:pt x="79030" y="1148"/>
                    <a:pt x="79060" y="1088"/>
                    <a:pt x="79090" y="1057"/>
                  </a:cubicBezTo>
                  <a:cubicBezTo>
                    <a:pt x="79115" y="1033"/>
                    <a:pt x="79001" y="949"/>
                    <a:pt x="78925" y="949"/>
                  </a:cubicBezTo>
                  <a:cubicBezTo>
                    <a:pt x="78906" y="949"/>
                    <a:pt x="78889" y="954"/>
                    <a:pt x="78878" y="966"/>
                  </a:cubicBezTo>
                  <a:cubicBezTo>
                    <a:pt x="78817" y="996"/>
                    <a:pt x="78847" y="1088"/>
                    <a:pt x="78969" y="1148"/>
                  </a:cubicBezTo>
                  <a:lnTo>
                    <a:pt x="78817" y="1270"/>
                  </a:lnTo>
                  <a:cubicBezTo>
                    <a:pt x="78758" y="1329"/>
                    <a:pt x="78674" y="1362"/>
                    <a:pt x="78589" y="1362"/>
                  </a:cubicBezTo>
                  <a:cubicBezTo>
                    <a:pt x="78542" y="1362"/>
                    <a:pt x="78495" y="1352"/>
                    <a:pt x="78452" y="1331"/>
                  </a:cubicBezTo>
                  <a:cubicBezTo>
                    <a:pt x="78422" y="1331"/>
                    <a:pt x="78391" y="1300"/>
                    <a:pt x="78330" y="1300"/>
                  </a:cubicBezTo>
                  <a:cubicBezTo>
                    <a:pt x="78321" y="1297"/>
                    <a:pt x="78311" y="1296"/>
                    <a:pt x="78301" y="1296"/>
                  </a:cubicBezTo>
                  <a:cubicBezTo>
                    <a:pt x="78221" y="1296"/>
                    <a:pt x="78155" y="1398"/>
                    <a:pt x="78209" y="1452"/>
                  </a:cubicBezTo>
                  <a:cubicBezTo>
                    <a:pt x="78209" y="1483"/>
                    <a:pt x="78209" y="1483"/>
                    <a:pt x="78209" y="1513"/>
                  </a:cubicBezTo>
                  <a:cubicBezTo>
                    <a:pt x="78209" y="1513"/>
                    <a:pt x="77905" y="1544"/>
                    <a:pt x="77814" y="1544"/>
                  </a:cubicBezTo>
                  <a:cubicBezTo>
                    <a:pt x="77753" y="1544"/>
                    <a:pt x="77692" y="1604"/>
                    <a:pt x="77692" y="1696"/>
                  </a:cubicBezTo>
                  <a:cubicBezTo>
                    <a:pt x="77692" y="1726"/>
                    <a:pt x="77571" y="1756"/>
                    <a:pt x="77510" y="1756"/>
                  </a:cubicBezTo>
                  <a:cubicBezTo>
                    <a:pt x="77479" y="1756"/>
                    <a:pt x="77449" y="1726"/>
                    <a:pt x="77479" y="1665"/>
                  </a:cubicBezTo>
                  <a:cubicBezTo>
                    <a:pt x="77297" y="1574"/>
                    <a:pt x="77084" y="1513"/>
                    <a:pt x="76871" y="1483"/>
                  </a:cubicBezTo>
                  <a:lnTo>
                    <a:pt x="76568" y="1665"/>
                  </a:lnTo>
                  <a:lnTo>
                    <a:pt x="76476" y="1665"/>
                  </a:lnTo>
                  <a:lnTo>
                    <a:pt x="76476" y="1513"/>
                  </a:lnTo>
                  <a:cubicBezTo>
                    <a:pt x="76437" y="1484"/>
                    <a:pt x="76392" y="1470"/>
                    <a:pt x="76347" y="1470"/>
                  </a:cubicBezTo>
                  <a:cubicBezTo>
                    <a:pt x="76250" y="1470"/>
                    <a:pt x="76153" y="1531"/>
                    <a:pt x="76112" y="1635"/>
                  </a:cubicBezTo>
                  <a:lnTo>
                    <a:pt x="75929" y="1696"/>
                  </a:lnTo>
                  <a:lnTo>
                    <a:pt x="75868" y="1696"/>
                  </a:lnTo>
                  <a:cubicBezTo>
                    <a:pt x="75808" y="1665"/>
                    <a:pt x="75777" y="1604"/>
                    <a:pt x="75747" y="1544"/>
                  </a:cubicBezTo>
                  <a:lnTo>
                    <a:pt x="75777" y="1544"/>
                  </a:lnTo>
                  <a:cubicBezTo>
                    <a:pt x="76081" y="1392"/>
                    <a:pt x="75929" y="1240"/>
                    <a:pt x="75838" y="1057"/>
                  </a:cubicBezTo>
                  <a:lnTo>
                    <a:pt x="75838" y="1027"/>
                  </a:lnTo>
                  <a:cubicBezTo>
                    <a:pt x="75777" y="1027"/>
                    <a:pt x="75716" y="1057"/>
                    <a:pt x="75716" y="1088"/>
                  </a:cubicBezTo>
                  <a:lnTo>
                    <a:pt x="75716" y="1118"/>
                  </a:lnTo>
                  <a:cubicBezTo>
                    <a:pt x="75808" y="1270"/>
                    <a:pt x="75716" y="1270"/>
                    <a:pt x="75564" y="1270"/>
                  </a:cubicBezTo>
                  <a:lnTo>
                    <a:pt x="75534" y="1270"/>
                  </a:lnTo>
                  <a:cubicBezTo>
                    <a:pt x="75443" y="1300"/>
                    <a:pt x="75595" y="1361"/>
                    <a:pt x="75656" y="1361"/>
                  </a:cubicBezTo>
                  <a:cubicBezTo>
                    <a:pt x="75716" y="1392"/>
                    <a:pt x="75656" y="1513"/>
                    <a:pt x="75625" y="1544"/>
                  </a:cubicBezTo>
                  <a:cubicBezTo>
                    <a:pt x="75564" y="1574"/>
                    <a:pt x="75382" y="1574"/>
                    <a:pt x="75321" y="1574"/>
                  </a:cubicBezTo>
                  <a:cubicBezTo>
                    <a:pt x="75312" y="1583"/>
                    <a:pt x="75298" y="1587"/>
                    <a:pt x="75282" y="1587"/>
                  </a:cubicBezTo>
                  <a:cubicBezTo>
                    <a:pt x="75243" y="1587"/>
                    <a:pt x="75191" y="1565"/>
                    <a:pt x="75169" y="1544"/>
                  </a:cubicBezTo>
                  <a:cubicBezTo>
                    <a:pt x="75169" y="1422"/>
                    <a:pt x="75169" y="1331"/>
                    <a:pt x="75200" y="1240"/>
                  </a:cubicBezTo>
                  <a:lnTo>
                    <a:pt x="74896" y="1209"/>
                  </a:lnTo>
                  <a:lnTo>
                    <a:pt x="74835" y="1209"/>
                  </a:lnTo>
                  <a:cubicBezTo>
                    <a:pt x="74744" y="1179"/>
                    <a:pt x="74957" y="1027"/>
                    <a:pt x="75078" y="966"/>
                  </a:cubicBezTo>
                  <a:cubicBezTo>
                    <a:pt x="75113" y="943"/>
                    <a:pt x="75148" y="933"/>
                    <a:pt x="75183" y="933"/>
                  </a:cubicBezTo>
                  <a:cubicBezTo>
                    <a:pt x="75239" y="933"/>
                    <a:pt x="75295" y="959"/>
                    <a:pt x="75352" y="996"/>
                  </a:cubicBezTo>
                  <a:cubicBezTo>
                    <a:pt x="75355" y="1003"/>
                    <a:pt x="75360" y="1006"/>
                    <a:pt x="75365" y="1006"/>
                  </a:cubicBezTo>
                  <a:cubicBezTo>
                    <a:pt x="75403" y="1006"/>
                    <a:pt x="75486" y="865"/>
                    <a:pt x="75542" y="865"/>
                  </a:cubicBezTo>
                  <a:cubicBezTo>
                    <a:pt x="75550" y="865"/>
                    <a:pt x="75558" y="868"/>
                    <a:pt x="75564" y="875"/>
                  </a:cubicBezTo>
                  <a:cubicBezTo>
                    <a:pt x="75589" y="883"/>
                    <a:pt x="75613" y="887"/>
                    <a:pt x="75636" y="887"/>
                  </a:cubicBezTo>
                  <a:cubicBezTo>
                    <a:pt x="75698" y="887"/>
                    <a:pt x="75747" y="859"/>
                    <a:pt x="75747" y="814"/>
                  </a:cubicBezTo>
                  <a:lnTo>
                    <a:pt x="75777" y="723"/>
                  </a:lnTo>
                  <a:cubicBezTo>
                    <a:pt x="75777" y="692"/>
                    <a:pt x="75899" y="662"/>
                    <a:pt x="75777" y="632"/>
                  </a:cubicBezTo>
                  <a:cubicBezTo>
                    <a:pt x="75765" y="619"/>
                    <a:pt x="75742" y="612"/>
                    <a:pt x="75717" y="612"/>
                  </a:cubicBezTo>
                  <a:cubicBezTo>
                    <a:pt x="75682" y="612"/>
                    <a:pt x="75643" y="626"/>
                    <a:pt x="75625" y="662"/>
                  </a:cubicBezTo>
                  <a:cubicBezTo>
                    <a:pt x="75625" y="715"/>
                    <a:pt x="75625" y="790"/>
                    <a:pt x="75547" y="790"/>
                  </a:cubicBezTo>
                  <a:cubicBezTo>
                    <a:pt x="75535" y="790"/>
                    <a:pt x="75520" y="788"/>
                    <a:pt x="75504" y="784"/>
                  </a:cubicBezTo>
                  <a:lnTo>
                    <a:pt x="75443" y="784"/>
                  </a:lnTo>
                  <a:cubicBezTo>
                    <a:pt x="75425" y="748"/>
                    <a:pt x="75397" y="733"/>
                    <a:pt x="75364" y="733"/>
                  </a:cubicBezTo>
                  <a:cubicBezTo>
                    <a:pt x="75341" y="733"/>
                    <a:pt x="75316" y="741"/>
                    <a:pt x="75291" y="753"/>
                  </a:cubicBezTo>
                  <a:cubicBezTo>
                    <a:pt x="75291" y="766"/>
                    <a:pt x="75280" y="773"/>
                    <a:pt x="75264" y="773"/>
                  </a:cubicBezTo>
                  <a:cubicBezTo>
                    <a:pt x="75241" y="773"/>
                    <a:pt x="75205" y="758"/>
                    <a:pt x="75169" y="723"/>
                  </a:cubicBezTo>
                  <a:lnTo>
                    <a:pt x="75078" y="784"/>
                  </a:lnTo>
                  <a:cubicBezTo>
                    <a:pt x="75078" y="814"/>
                    <a:pt x="75048" y="814"/>
                    <a:pt x="75048" y="814"/>
                  </a:cubicBezTo>
                  <a:cubicBezTo>
                    <a:pt x="75014" y="804"/>
                    <a:pt x="74985" y="800"/>
                    <a:pt x="74959" y="800"/>
                  </a:cubicBezTo>
                  <a:cubicBezTo>
                    <a:pt x="74825" y="800"/>
                    <a:pt x="74795" y="920"/>
                    <a:pt x="74744" y="996"/>
                  </a:cubicBezTo>
                  <a:cubicBezTo>
                    <a:pt x="74691" y="1085"/>
                    <a:pt x="74596" y="1132"/>
                    <a:pt x="74497" y="1132"/>
                  </a:cubicBezTo>
                  <a:cubicBezTo>
                    <a:pt x="74425" y="1132"/>
                    <a:pt x="74351" y="1108"/>
                    <a:pt x="74288" y="1057"/>
                  </a:cubicBezTo>
                  <a:lnTo>
                    <a:pt x="74257" y="1027"/>
                  </a:lnTo>
                  <a:cubicBezTo>
                    <a:pt x="74136" y="1057"/>
                    <a:pt x="74105" y="1179"/>
                    <a:pt x="74105" y="1240"/>
                  </a:cubicBezTo>
                  <a:cubicBezTo>
                    <a:pt x="74113" y="1247"/>
                    <a:pt x="74136" y="1249"/>
                    <a:pt x="74166" y="1249"/>
                  </a:cubicBezTo>
                  <a:cubicBezTo>
                    <a:pt x="74197" y="1249"/>
                    <a:pt x="74235" y="1247"/>
                    <a:pt x="74273" y="1247"/>
                  </a:cubicBezTo>
                  <a:cubicBezTo>
                    <a:pt x="74349" y="1247"/>
                    <a:pt x="74425" y="1255"/>
                    <a:pt x="74440" y="1300"/>
                  </a:cubicBezTo>
                  <a:cubicBezTo>
                    <a:pt x="74470" y="1361"/>
                    <a:pt x="74288" y="1574"/>
                    <a:pt x="74197" y="1604"/>
                  </a:cubicBezTo>
                  <a:cubicBezTo>
                    <a:pt x="74105" y="1604"/>
                    <a:pt x="73984" y="1574"/>
                    <a:pt x="73893" y="1483"/>
                  </a:cubicBezTo>
                  <a:lnTo>
                    <a:pt x="73801" y="1483"/>
                  </a:lnTo>
                  <a:cubicBezTo>
                    <a:pt x="73589" y="1452"/>
                    <a:pt x="73741" y="1422"/>
                    <a:pt x="73771" y="1361"/>
                  </a:cubicBezTo>
                  <a:cubicBezTo>
                    <a:pt x="73801" y="1209"/>
                    <a:pt x="73801" y="1057"/>
                    <a:pt x="73558" y="1027"/>
                  </a:cubicBezTo>
                  <a:lnTo>
                    <a:pt x="73498" y="1027"/>
                  </a:lnTo>
                  <a:cubicBezTo>
                    <a:pt x="73475" y="993"/>
                    <a:pt x="73452" y="976"/>
                    <a:pt x="73432" y="976"/>
                  </a:cubicBezTo>
                  <a:cubicBezTo>
                    <a:pt x="73400" y="976"/>
                    <a:pt x="73376" y="1023"/>
                    <a:pt x="73376" y="1118"/>
                  </a:cubicBezTo>
                  <a:lnTo>
                    <a:pt x="73346" y="1179"/>
                  </a:lnTo>
                  <a:lnTo>
                    <a:pt x="73346" y="1240"/>
                  </a:lnTo>
                  <a:cubicBezTo>
                    <a:pt x="73224" y="1270"/>
                    <a:pt x="73285" y="1361"/>
                    <a:pt x="73467" y="1422"/>
                  </a:cubicBezTo>
                  <a:lnTo>
                    <a:pt x="73467" y="1209"/>
                  </a:lnTo>
                  <a:cubicBezTo>
                    <a:pt x="73484" y="1204"/>
                    <a:pt x="73500" y="1201"/>
                    <a:pt x="73514" y="1201"/>
                  </a:cubicBezTo>
                  <a:cubicBezTo>
                    <a:pt x="73580" y="1201"/>
                    <a:pt x="73625" y="1251"/>
                    <a:pt x="73650" y="1300"/>
                  </a:cubicBezTo>
                  <a:lnTo>
                    <a:pt x="73619" y="1331"/>
                  </a:lnTo>
                  <a:cubicBezTo>
                    <a:pt x="73518" y="1457"/>
                    <a:pt x="73374" y="1521"/>
                    <a:pt x="73206" y="1521"/>
                  </a:cubicBezTo>
                  <a:cubicBezTo>
                    <a:pt x="73172" y="1521"/>
                    <a:pt x="73138" y="1518"/>
                    <a:pt x="73102" y="1513"/>
                  </a:cubicBezTo>
                  <a:lnTo>
                    <a:pt x="72920" y="1483"/>
                  </a:lnTo>
                  <a:cubicBezTo>
                    <a:pt x="72920" y="1542"/>
                    <a:pt x="72882" y="1575"/>
                    <a:pt x="72814" y="1575"/>
                  </a:cubicBezTo>
                  <a:cubicBezTo>
                    <a:pt x="72777" y="1575"/>
                    <a:pt x="72731" y="1565"/>
                    <a:pt x="72677" y="1544"/>
                  </a:cubicBezTo>
                  <a:lnTo>
                    <a:pt x="72586" y="1513"/>
                  </a:lnTo>
                  <a:lnTo>
                    <a:pt x="72525" y="1513"/>
                  </a:lnTo>
                  <a:cubicBezTo>
                    <a:pt x="72464" y="1544"/>
                    <a:pt x="72586" y="1635"/>
                    <a:pt x="72646" y="1665"/>
                  </a:cubicBezTo>
                  <a:cubicBezTo>
                    <a:pt x="72707" y="1696"/>
                    <a:pt x="72646" y="1756"/>
                    <a:pt x="72494" y="1756"/>
                  </a:cubicBezTo>
                  <a:lnTo>
                    <a:pt x="72373" y="1696"/>
                  </a:lnTo>
                  <a:cubicBezTo>
                    <a:pt x="72361" y="1689"/>
                    <a:pt x="72345" y="1687"/>
                    <a:pt x="72326" y="1687"/>
                  </a:cubicBezTo>
                  <a:cubicBezTo>
                    <a:pt x="72253" y="1687"/>
                    <a:pt x="72136" y="1726"/>
                    <a:pt x="72039" y="1726"/>
                  </a:cubicBezTo>
                  <a:cubicBezTo>
                    <a:pt x="72039" y="1726"/>
                    <a:pt x="72008" y="1696"/>
                    <a:pt x="72008" y="1696"/>
                  </a:cubicBezTo>
                  <a:cubicBezTo>
                    <a:pt x="71967" y="1654"/>
                    <a:pt x="71926" y="1638"/>
                    <a:pt x="71885" y="1638"/>
                  </a:cubicBezTo>
                  <a:cubicBezTo>
                    <a:pt x="71835" y="1638"/>
                    <a:pt x="71785" y="1662"/>
                    <a:pt x="71735" y="1696"/>
                  </a:cubicBezTo>
                  <a:lnTo>
                    <a:pt x="71674" y="1696"/>
                  </a:lnTo>
                  <a:cubicBezTo>
                    <a:pt x="71613" y="1696"/>
                    <a:pt x="71491" y="1544"/>
                    <a:pt x="71491" y="1483"/>
                  </a:cubicBezTo>
                  <a:cubicBezTo>
                    <a:pt x="71491" y="1478"/>
                    <a:pt x="71489" y="1475"/>
                    <a:pt x="71484" y="1475"/>
                  </a:cubicBezTo>
                  <a:cubicBezTo>
                    <a:pt x="71460" y="1475"/>
                    <a:pt x="71385" y="1534"/>
                    <a:pt x="71309" y="1635"/>
                  </a:cubicBezTo>
                  <a:lnTo>
                    <a:pt x="71339" y="1665"/>
                  </a:lnTo>
                  <a:cubicBezTo>
                    <a:pt x="71424" y="1750"/>
                    <a:pt x="71405" y="1768"/>
                    <a:pt x="71361" y="1768"/>
                  </a:cubicBezTo>
                  <a:cubicBezTo>
                    <a:pt x="71326" y="1768"/>
                    <a:pt x="71275" y="1756"/>
                    <a:pt x="71248" y="1756"/>
                  </a:cubicBezTo>
                  <a:lnTo>
                    <a:pt x="71187" y="1756"/>
                  </a:lnTo>
                  <a:cubicBezTo>
                    <a:pt x="71127" y="1756"/>
                    <a:pt x="71157" y="1665"/>
                    <a:pt x="71248" y="1574"/>
                  </a:cubicBezTo>
                  <a:lnTo>
                    <a:pt x="71066" y="1513"/>
                  </a:lnTo>
                  <a:lnTo>
                    <a:pt x="70944" y="1483"/>
                  </a:lnTo>
                  <a:cubicBezTo>
                    <a:pt x="70937" y="1481"/>
                    <a:pt x="70930" y="1480"/>
                    <a:pt x="70921" y="1480"/>
                  </a:cubicBezTo>
                  <a:cubicBezTo>
                    <a:pt x="70791" y="1480"/>
                    <a:pt x="70544" y="1697"/>
                    <a:pt x="70458" y="1726"/>
                  </a:cubicBezTo>
                  <a:cubicBezTo>
                    <a:pt x="70451" y="1729"/>
                    <a:pt x="70444" y="1731"/>
                    <a:pt x="70436" y="1731"/>
                  </a:cubicBezTo>
                  <a:cubicBezTo>
                    <a:pt x="70372" y="1731"/>
                    <a:pt x="70276" y="1631"/>
                    <a:pt x="70276" y="1604"/>
                  </a:cubicBezTo>
                  <a:cubicBezTo>
                    <a:pt x="70276" y="1583"/>
                    <a:pt x="70268" y="1573"/>
                    <a:pt x="70255" y="1573"/>
                  </a:cubicBezTo>
                  <a:cubicBezTo>
                    <a:pt x="70233" y="1573"/>
                    <a:pt x="70193" y="1606"/>
                    <a:pt x="70154" y="1665"/>
                  </a:cubicBezTo>
                  <a:lnTo>
                    <a:pt x="70093" y="1696"/>
                  </a:lnTo>
                  <a:cubicBezTo>
                    <a:pt x="70060" y="1746"/>
                    <a:pt x="70017" y="1768"/>
                    <a:pt x="69975" y="1768"/>
                  </a:cubicBezTo>
                  <a:cubicBezTo>
                    <a:pt x="69941" y="1768"/>
                    <a:pt x="69908" y="1753"/>
                    <a:pt x="69880" y="1726"/>
                  </a:cubicBezTo>
                  <a:cubicBezTo>
                    <a:pt x="69820" y="1696"/>
                    <a:pt x="69698" y="1635"/>
                    <a:pt x="69789" y="1544"/>
                  </a:cubicBezTo>
                  <a:lnTo>
                    <a:pt x="69880" y="1452"/>
                  </a:lnTo>
                  <a:cubicBezTo>
                    <a:pt x="69941" y="1361"/>
                    <a:pt x="70032" y="1270"/>
                    <a:pt x="70154" y="1209"/>
                  </a:cubicBezTo>
                  <a:lnTo>
                    <a:pt x="70215" y="1270"/>
                  </a:lnTo>
                  <a:cubicBezTo>
                    <a:pt x="70229" y="1277"/>
                    <a:pt x="70242" y="1281"/>
                    <a:pt x="70253" y="1281"/>
                  </a:cubicBezTo>
                  <a:cubicBezTo>
                    <a:pt x="70288" y="1281"/>
                    <a:pt x="70306" y="1241"/>
                    <a:pt x="70306" y="1148"/>
                  </a:cubicBezTo>
                  <a:cubicBezTo>
                    <a:pt x="70306" y="1148"/>
                    <a:pt x="70336" y="1118"/>
                    <a:pt x="70336" y="1118"/>
                  </a:cubicBezTo>
                  <a:cubicBezTo>
                    <a:pt x="70347" y="1108"/>
                    <a:pt x="70360" y="1104"/>
                    <a:pt x="70375" y="1104"/>
                  </a:cubicBezTo>
                  <a:cubicBezTo>
                    <a:pt x="70404" y="1104"/>
                    <a:pt x="70438" y="1118"/>
                    <a:pt x="70458" y="1118"/>
                  </a:cubicBezTo>
                  <a:cubicBezTo>
                    <a:pt x="70549" y="1209"/>
                    <a:pt x="70397" y="1361"/>
                    <a:pt x="70640" y="1361"/>
                  </a:cubicBezTo>
                  <a:lnTo>
                    <a:pt x="70691" y="1361"/>
                  </a:lnTo>
                  <a:cubicBezTo>
                    <a:pt x="70667" y="1330"/>
                    <a:pt x="70617" y="1264"/>
                    <a:pt x="70549" y="1179"/>
                  </a:cubicBezTo>
                  <a:lnTo>
                    <a:pt x="70671" y="1027"/>
                  </a:lnTo>
                  <a:cubicBezTo>
                    <a:pt x="70752" y="973"/>
                    <a:pt x="70616" y="870"/>
                    <a:pt x="70456" y="870"/>
                  </a:cubicBezTo>
                  <a:cubicBezTo>
                    <a:pt x="70437" y="870"/>
                    <a:pt x="70417" y="872"/>
                    <a:pt x="70397" y="875"/>
                  </a:cubicBezTo>
                  <a:lnTo>
                    <a:pt x="70276" y="875"/>
                  </a:lnTo>
                  <a:cubicBezTo>
                    <a:pt x="70215" y="890"/>
                    <a:pt x="70154" y="898"/>
                    <a:pt x="70093" y="898"/>
                  </a:cubicBezTo>
                  <a:cubicBezTo>
                    <a:pt x="70032" y="898"/>
                    <a:pt x="69972" y="890"/>
                    <a:pt x="69911" y="875"/>
                  </a:cubicBezTo>
                  <a:lnTo>
                    <a:pt x="69728" y="844"/>
                  </a:lnTo>
                  <a:lnTo>
                    <a:pt x="69698" y="844"/>
                  </a:lnTo>
                  <a:cubicBezTo>
                    <a:pt x="69685" y="819"/>
                    <a:pt x="69642" y="805"/>
                    <a:pt x="69579" y="805"/>
                  </a:cubicBezTo>
                  <a:cubicBezTo>
                    <a:pt x="69491" y="805"/>
                    <a:pt x="69367" y="834"/>
                    <a:pt x="69242" y="905"/>
                  </a:cubicBezTo>
                  <a:lnTo>
                    <a:pt x="68999" y="875"/>
                  </a:lnTo>
                  <a:cubicBezTo>
                    <a:pt x="68877" y="844"/>
                    <a:pt x="68786" y="814"/>
                    <a:pt x="68695" y="814"/>
                  </a:cubicBezTo>
                  <a:cubicBezTo>
                    <a:pt x="68573" y="844"/>
                    <a:pt x="68482" y="875"/>
                    <a:pt x="68391" y="966"/>
                  </a:cubicBezTo>
                  <a:lnTo>
                    <a:pt x="68361" y="966"/>
                  </a:lnTo>
                  <a:cubicBezTo>
                    <a:pt x="68355" y="972"/>
                    <a:pt x="68344" y="974"/>
                    <a:pt x="68329" y="974"/>
                  </a:cubicBezTo>
                  <a:cubicBezTo>
                    <a:pt x="68265" y="974"/>
                    <a:pt x="68136" y="930"/>
                    <a:pt x="68087" y="905"/>
                  </a:cubicBezTo>
                  <a:cubicBezTo>
                    <a:pt x="68082" y="903"/>
                    <a:pt x="68076" y="901"/>
                    <a:pt x="68069" y="901"/>
                  </a:cubicBezTo>
                  <a:cubicBezTo>
                    <a:pt x="68000" y="901"/>
                    <a:pt x="67872" y="1032"/>
                    <a:pt x="67844" y="1088"/>
                  </a:cubicBezTo>
                  <a:cubicBezTo>
                    <a:pt x="67836" y="1111"/>
                    <a:pt x="67816" y="1120"/>
                    <a:pt x="67790" y="1120"/>
                  </a:cubicBezTo>
                  <a:cubicBezTo>
                    <a:pt x="67714" y="1120"/>
                    <a:pt x="67585" y="1042"/>
                    <a:pt x="67540" y="996"/>
                  </a:cubicBezTo>
                  <a:cubicBezTo>
                    <a:pt x="67517" y="973"/>
                    <a:pt x="67489" y="963"/>
                    <a:pt x="67460" y="963"/>
                  </a:cubicBezTo>
                  <a:cubicBezTo>
                    <a:pt x="67414" y="963"/>
                    <a:pt x="67365" y="989"/>
                    <a:pt x="67327" y="1027"/>
                  </a:cubicBezTo>
                  <a:lnTo>
                    <a:pt x="67297" y="1027"/>
                  </a:lnTo>
                  <a:cubicBezTo>
                    <a:pt x="67145" y="966"/>
                    <a:pt x="66932" y="1057"/>
                    <a:pt x="66780" y="905"/>
                  </a:cubicBezTo>
                  <a:cubicBezTo>
                    <a:pt x="66750" y="905"/>
                    <a:pt x="66689" y="1027"/>
                    <a:pt x="66689" y="1057"/>
                  </a:cubicBezTo>
                  <a:cubicBezTo>
                    <a:pt x="66537" y="1148"/>
                    <a:pt x="66385" y="1179"/>
                    <a:pt x="66203" y="1179"/>
                  </a:cubicBezTo>
                  <a:cubicBezTo>
                    <a:pt x="66081" y="1179"/>
                    <a:pt x="66203" y="1331"/>
                    <a:pt x="66172" y="1392"/>
                  </a:cubicBezTo>
                  <a:cubicBezTo>
                    <a:pt x="66142" y="1483"/>
                    <a:pt x="66142" y="1574"/>
                    <a:pt x="66111" y="1696"/>
                  </a:cubicBezTo>
                  <a:lnTo>
                    <a:pt x="66294" y="1726"/>
                  </a:lnTo>
                  <a:lnTo>
                    <a:pt x="66355" y="1726"/>
                  </a:lnTo>
                  <a:cubicBezTo>
                    <a:pt x="66363" y="1709"/>
                    <a:pt x="66372" y="1692"/>
                    <a:pt x="66382" y="1676"/>
                  </a:cubicBezTo>
                  <a:lnTo>
                    <a:pt x="66382" y="1676"/>
                  </a:lnTo>
                  <a:lnTo>
                    <a:pt x="66391" y="1676"/>
                  </a:lnTo>
                  <a:lnTo>
                    <a:pt x="66391" y="1676"/>
                  </a:lnTo>
                  <a:cubicBezTo>
                    <a:pt x="66389" y="1673"/>
                    <a:pt x="66388" y="1670"/>
                    <a:pt x="66387" y="1668"/>
                  </a:cubicBezTo>
                  <a:lnTo>
                    <a:pt x="66387" y="1668"/>
                  </a:lnTo>
                  <a:cubicBezTo>
                    <a:pt x="66385" y="1670"/>
                    <a:pt x="66384" y="1673"/>
                    <a:pt x="66382" y="1676"/>
                  </a:cubicBezTo>
                  <a:lnTo>
                    <a:pt x="66382" y="1676"/>
                  </a:lnTo>
                  <a:lnTo>
                    <a:pt x="66233" y="1665"/>
                  </a:lnTo>
                  <a:cubicBezTo>
                    <a:pt x="66266" y="1633"/>
                    <a:pt x="66296" y="1617"/>
                    <a:pt x="66322" y="1617"/>
                  </a:cubicBezTo>
                  <a:cubicBezTo>
                    <a:pt x="66350" y="1617"/>
                    <a:pt x="66373" y="1635"/>
                    <a:pt x="66387" y="1668"/>
                  </a:cubicBezTo>
                  <a:lnTo>
                    <a:pt x="66387" y="1668"/>
                  </a:lnTo>
                  <a:cubicBezTo>
                    <a:pt x="66480" y="1517"/>
                    <a:pt x="66618" y="1412"/>
                    <a:pt x="66780" y="1331"/>
                  </a:cubicBezTo>
                  <a:cubicBezTo>
                    <a:pt x="66797" y="1327"/>
                    <a:pt x="66812" y="1326"/>
                    <a:pt x="66825" y="1326"/>
                  </a:cubicBezTo>
                  <a:cubicBezTo>
                    <a:pt x="66931" y="1326"/>
                    <a:pt x="66925" y="1425"/>
                    <a:pt x="66871" y="1452"/>
                  </a:cubicBezTo>
                  <a:cubicBezTo>
                    <a:pt x="66845" y="1478"/>
                    <a:pt x="66954" y="1617"/>
                    <a:pt x="67023" y="1617"/>
                  </a:cubicBezTo>
                  <a:cubicBezTo>
                    <a:pt x="67035" y="1617"/>
                    <a:pt x="67045" y="1613"/>
                    <a:pt x="67054" y="1604"/>
                  </a:cubicBezTo>
                  <a:cubicBezTo>
                    <a:pt x="67145" y="1513"/>
                    <a:pt x="67206" y="1361"/>
                    <a:pt x="67236" y="1240"/>
                  </a:cubicBezTo>
                  <a:cubicBezTo>
                    <a:pt x="67236" y="1212"/>
                    <a:pt x="67267" y="1201"/>
                    <a:pt x="67312" y="1201"/>
                  </a:cubicBezTo>
                  <a:cubicBezTo>
                    <a:pt x="67417" y="1201"/>
                    <a:pt x="67598" y="1258"/>
                    <a:pt x="67662" y="1300"/>
                  </a:cubicBezTo>
                  <a:cubicBezTo>
                    <a:pt x="67753" y="1331"/>
                    <a:pt x="67753" y="1452"/>
                    <a:pt x="67692" y="1513"/>
                  </a:cubicBezTo>
                  <a:cubicBezTo>
                    <a:pt x="67662" y="1544"/>
                    <a:pt x="67722" y="1756"/>
                    <a:pt x="67753" y="1817"/>
                  </a:cubicBezTo>
                  <a:cubicBezTo>
                    <a:pt x="67753" y="1850"/>
                    <a:pt x="67689" y="1875"/>
                    <a:pt x="67626" y="1875"/>
                  </a:cubicBezTo>
                  <a:cubicBezTo>
                    <a:pt x="67574" y="1875"/>
                    <a:pt x="67523" y="1858"/>
                    <a:pt x="67510" y="1817"/>
                  </a:cubicBezTo>
                  <a:cubicBezTo>
                    <a:pt x="67492" y="1781"/>
                    <a:pt x="67411" y="1767"/>
                    <a:pt x="67330" y="1767"/>
                  </a:cubicBezTo>
                  <a:cubicBezTo>
                    <a:pt x="67272" y="1767"/>
                    <a:pt x="67213" y="1774"/>
                    <a:pt x="67175" y="1787"/>
                  </a:cubicBezTo>
                  <a:cubicBezTo>
                    <a:pt x="67159" y="1795"/>
                    <a:pt x="67143" y="1799"/>
                    <a:pt x="67126" y="1799"/>
                  </a:cubicBezTo>
                  <a:cubicBezTo>
                    <a:pt x="67082" y="1799"/>
                    <a:pt x="67037" y="1770"/>
                    <a:pt x="66993" y="1726"/>
                  </a:cubicBezTo>
                  <a:cubicBezTo>
                    <a:pt x="66990" y="1723"/>
                    <a:pt x="66986" y="1721"/>
                    <a:pt x="66982" y="1721"/>
                  </a:cubicBezTo>
                  <a:cubicBezTo>
                    <a:pt x="66950" y="1721"/>
                    <a:pt x="66902" y="1827"/>
                    <a:pt x="66902" y="1908"/>
                  </a:cubicBezTo>
                  <a:cubicBezTo>
                    <a:pt x="66886" y="1939"/>
                    <a:pt x="66871" y="1954"/>
                    <a:pt x="66856" y="1954"/>
                  </a:cubicBezTo>
                  <a:cubicBezTo>
                    <a:pt x="66841" y="1954"/>
                    <a:pt x="66826" y="1939"/>
                    <a:pt x="66810" y="1908"/>
                  </a:cubicBezTo>
                  <a:lnTo>
                    <a:pt x="66810" y="1847"/>
                  </a:lnTo>
                  <a:cubicBezTo>
                    <a:pt x="66810" y="1756"/>
                    <a:pt x="66780" y="1726"/>
                    <a:pt x="66659" y="1696"/>
                  </a:cubicBezTo>
                  <a:lnTo>
                    <a:pt x="66391" y="1676"/>
                  </a:lnTo>
                  <a:lnTo>
                    <a:pt x="66391" y="1676"/>
                  </a:lnTo>
                  <a:cubicBezTo>
                    <a:pt x="66409" y="1727"/>
                    <a:pt x="66410" y="1807"/>
                    <a:pt x="66385" y="1908"/>
                  </a:cubicBezTo>
                  <a:lnTo>
                    <a:pt x="66263" y="1878"/>
                  </a:lnTo>
                  <a:cubicBezTo>
                    <a:pt x="66153" y="1834"/>
                    <a:pt x="66058" y="1741"/>
                    <a:pt x="65932" y="1741"/>
                  </a:cubicBezTo>
                  <a:cubicBezTo>
                    <a:pt x="65886" y="1741"/>
                    <a:pt x="65835" y="1754"/>
                    <a:pt x="65777" y="1787"/>
                  </a:cubicBezTo>
                  <a:cubicBezTo>
                    <a:pt x="65777" y="1787"/>
                    <a:pt x="65686" y="1726"/>
                    <a:pt x="65686" y="1726"/>
                  </a:cubicBezTo>
                  <a:lnTo>
                    <a:pt x="65747" y="1513"/>
                  </a:lnTo>
                  <a:cubicBezTo>
                    <a:pt x="65534" y="1513"/>
                    <a:pt x="65382" y="1635"/>
                    <a:pt x="65412" y="1696"/>
                  </a:cubicBezTo>
                  <a:cubicBezTo>
                    <a:pt x="65412" y="1726"/>
                    <a:pt x="65200" y="1787"/>
                    <a:pt x="65108" y="1817"/>
                  </a:cubicBezTo>
                  <a:cubicBezTo>
                    <a:pt x="65017" y="1817"/>
                    <a:pt x="65078" y="1756"/>
                    <a:pt x="65139" y="1726"/>
                  </a:cubicBezTo>
                  <a:cubicBezTo>
                    <a:pt x="65169" y="1696"/>
                    <a:pt x="65078" y="1544"/>
                    <a:pt x="64987" y="1483"/>
                  </a:cubicBezTo>
                  <a:cubicBezTo>
                    <a:pt x="64964" y="1460"/>
                    <a:pt x="64931" y="1450"/>
                    <a:pt x="64897" y="1450"/>
                  </a:cubicBezTo>
                  <a:cubicBezTo>
                    <a:pt x="64842" y="1450"/>
                    <a:pt x="64781" y="1476"/>
                    <a:pt x="64744" y="1513"/>
                  </a:cubicBezTo>
                  <a:lnTo>
                    <a:pt x="64896" y="1696"/>
                  </a:lnTo>
                  <a:cubicBezTo>
                    <a:pt x="64804" y="1787"/>
                    <a:pt x="64683" y="1847"/>
                    <a:pt x="64531" y="1878"/>
                  </a:cubicBezTo>
                  <a:cubicBezTo>
                    <a:pt x="64440" y="1878"/>
                    <a:pt x="64348" y="1908"/>
                    <a:pt x="64288" y="1969"/>
                  </a:cubicBezTo>
                  <a:cubicBezTo>
                    <a:pt x="64284" y="1971"/>
                    <a:pt x="64279" y="1972"/>
                    <a:pt x="64274" y="1972"/>
                  </a:cubicBezTo>
                  <a:cubicBezTo>
                    <a:pt x="64200" y="1972"/>
                    <a:pt x="64010" y="1781"/>
                    <a:pt x="63953" y="1696"/>
                  </a:cubicBezTo>
                  <a:cubicBezTo>
                    <a:pt x="63862" y="1604"/>
                    <a:pt x="63741" y="1604"/>
                    <a:pt x="63680" y="1574"/>
                  </a:cubicBezTo>
                  <a:cubicBezTo>
                    <a:pt x="63654" y="1574"/>
                    <a:pt x="63561" y="1641"/>
                    <a:pt x="63477" y="1641"/>
                  </a:cubicBezTo>
                  <a:cubicBezTo>
                    <a:pt x="63463" y="1641"/>
                    <a:pt x="63450" y="1639"/>
                    <a:pt x="63437" y="1635"/>
                  </a:cubicBezTo>
                  <a:cubicBezTo>
                    <a:pt x="63376" y="1635"/>
                    <a:pt x="63285" y="1696"/>
                    <a:pt x="63285" y="1817"/>
                  </a:cubicBezTo>
                  <a:lnTo>
                    <a:pt x="63133" y="1787"/>
                  </a:lnTo>
                  <a:cubicBezTo>
                    <a:pt x="62920" y="1756"/>
                    <a:pt x="62737" y="1696"/>
                    <a:pt x="62555" y="1604"/>
                  </a:cubicBezTo>
                  <a:cubicBezTo>
                    <a:pt x="62464" y="1544"/>
                    <a:pt x="62434" y="1392"/>
                    <a:pt x="62373" y="1300"/>
                  </a:cubicBezTo>
                  <a:lnTo>
                    <a:pt x="62373" y="1270"/>
                  </a:lnTo>
                  <a:cubicBezTo>
                    <a:pt x="62373" y="1251"/>
                    <a:pt x="62352" y="1244"/>
                    <a:pt x="62321" y="1244"/>
                  </a:cubicBezTo>
                  <a:cubicBezTo>
                    <a:pt x="62252" y="1244"/>
                    <a:pt x="62132" y="1279"/>
                    <a:pt x="62069" y="1300"/>
                  </a:cubicBezTo>
                  <a:cubicBezTo>
                    <a:pt x="62061" y="1304"/>
                    <a:pt x="62054" y="1306"/>
                    <a:pt x="62047" y="1306"/>
                  </a:cubicBezTo>
                  <a:cubicBezTo>
                    <a:pt x="62001" y="1306"/>
                    <a:pt x="61981" y="1216"/>
                    <a:pt x="62008" y="1057"/>
                  </a:cubicBezTo>
                  <a:lnTo>
                    <a:pt x="62008" y="1057"/>
                  </a:lnTo>
                  <a:lnTo>
                    <a:pt x="61734" y="1118"/>
                  </a:lnTo>
                  <a:cubicBezTo>
                    <a:pt x="61720" y="1120"/>
                    <a:pt x="61708" y="1121"/>
                    <a:pt x="61696" y="1121"/>
                  </a:cubicBezTo>
                  <a:cubicBezTo>
                    <a:pt x="61537" y="1121"/>
                    <a:pt x="61633" y="936"/>
                    <a:pt x="61491" y="936"/>
                  </a:cubicBezTo>
                  <a:cubicBezTo>
                    <a:pt x="61430" y="936"/>
                    <a:pt x="61430" y="966"/>
                    <a:pt x="61400" y="966"/>
                  </a:cubicBezTo>
                  <a:cubicBezTo>
                    <a:pt x="61321" y="1019"/>
                    <a:pt x="61107" y="1094"/>
                    <a:pt x="61030" y="1094"/>
                  </a:cubicBezTo>
                  <a:cubicBezTo>
                    <a:pt x="61018" y="1094"/>
                    <a:pt x="61009" y="1092"/>
                    <a:pt x="61005" y="1088"/>
                  </a:cubicBezTo>
                  <a:cubicBezTo>
                    <a:pt x="60961" y="1044"/>
                    <a:pt x="60921" y="1028"/>
                    <a:pt x="60883" y="1028"/>
                  </a:cubicBezTo>
                  <a:cubicBezTo>
                    <a:pt x="60814" y="1028"/>
                    <a:pt x="60748" y="1079"/>
                    <a:pt x="60671" y="1118"/>
                  </a:cubicBezTo>
                  <a:lnTo>
                    <a:pt x="60488" y="1270"/>
                  </a:lnTo>
                  <a:cubicBezTo>
                    <a:pt x="60528" y="1410"/>
                    <a:pt x="60594" y="1484"/>
                    <a:pt x="60652" y="1484"/>
                  </a:cubicBezTo>
                  <a:cubicBezTo>
                    <a:pt x="60682" y="1484"/>
                    <a:pt x="60710" y="1464"/>
                    <a:pt x="60731" y="1422"/>
                  </a:cubicBezTo>
                  <a:lnTo>
                    <a:pt x="61066" y="1452"/>
                  </a:lnTo>
                  <a:cubicBezTo>
                    <a:pt x="61126" y="1452"/>
                    <a:pt x="61218" y="1422"/>
                    <a:pt x="61278" y="1392"/>
                  </a:cubicBezTo>
                  <a:cubicBezTo>
                    <a:pt x="61400" y="1361"/>
                    <a:pt x="61491" y="1331"/>
                    <a:pt x="61582" y="1270"/>
                  </a:cubicBezTo>
                  <a:cubicBezTo>
                    <a:pt x="61613" y="1331"/>
                    <a:pt x="61643" y="1392"/>
                    <a:pt x="61613" y="1422"/>
                  </a:cubicBezTo>
                  <a:lnTo>
                    <a:pt x="61674" y="1483"/>
                  </a:lnTo>
                  <a:cubicBezTo>
                    <a:pt x="61698" y="1508"/>
                    <a:pt x="61721" y="1517"/>
                    <a:pt x="61741" y="1517"/>
                  </a:cubicBezTo>
                  <a:cubicBezTo>
                    <a:pt x="61796" y="1517"/>
                    <a:pt x="61834" y="1452"/>
                    <a:pt x="61856" y="1452"/>
                  </a:cubicBezTo>
                  <a:cubicBezTo>
                    <a:pt x="61917" y="1452"/>
                    <a:pt x="61978" y="1483"/>
                    <a:pt x="61978" y="1513"/>
                  </a:cubicBezTo>
                  <a:cubicBezTo>
                    <a:pt x="61978" y="1544"/>
                    <a:pt x="61947" y="1604"/>
                    <a:pt x="61947" y="1604"/>
                  </a:cubicBezTo>
                  <a:lnTo>
                    <a:pt x="61674" y="1635"/>
                  </a:lnTo>
                  <a:cubicBezTo>
                    <a:pt x="61568" y="1762"/>
                    <a:pt x="61462" y="1815"/>
                    <a:pt x="61407" y="1815"/>
                  </a:cubicBezTo>
                  <a:cubicBezTo>
                    <a:pt x="61384" y="1815"/>
                    <a:pt x="61370" y="1805"/>
                    <a:pt x="61370" y="1787"/>
                  </a:cubicBezTo>
                  <a:cubicBezTo>
                    <a:pt x="61354" y="1772"/>
                    <a:pt x="61324" y="1764"/>
                    <a:pt x="61286" y="1764"/>
                  </a:cubicBezTo>
                  <a:cubicBezTo>
                    <a:pt x="61248" y="1764"/>
                    <a:pt x="61202" y="1772"/>
                    <a:pt x="61157" y="1787"/>
                  </a:cubicBezTo>
                  <a:lnTo>
                    <a:pt x="61126" y="1787"/>
                  </a:lnTo>
                  <a:cubicBezTo>
                    <a:pt x="61043" y="1724"/>
                    <a:pt x="60964" y="1701"/>
                    <a:pt x="60887" y="1701"/>
                  </a:cubicBezTo>
                  <a:cubicBezTo>
                    <a:pt x="60738" y="1701"/>
                    <a:pt x="60598" y="1787"/>
                    <a:pt x="60458" y="1847"/>
                  </a:cubicBezTo>
                  <a:cubicBezTo>
                    <a:pt x="60443" y="1863"/>
                    <a:pt x="60420" y="1870"/>
                    <a:pt x="60393" y="1870"/>
                  </a:cubicBezTo>
                  <a:cubicBezTo>
                    <a:pt x="60367" y="1870"/>
                    <a:pt x="60336" y="1863"/>
                    <a:pt x="60306" y="1847"/>
                  </a:cubicBezTo>
                  <a:cubicBezTo>
                    <a:pt x="60271" y="1824"/>
                    <a:pt x="60236" y="1814"/>
                    <a:pt x="60193" y="1814"/>
                  </a:cubicBezTo>
                  <a:cubicBezTo>
                    <a:pt x="60123" y="1814"/>
                    <a:pt x="60031" y="1840"/>
                    <a:pt x="59880" y="1878"/>
                  </a:cubicBezTo>
                  <a:cubicBezTo>
                    <a:pt x="59865" y="1893"/>
                    <a:pt x="59842" y="1901"/>
                    <a:pt x="59816" y="1901"/>
                  </a:cubicBezTo>
                  <a:cubicBezTo>
                    <a:pt x="59789" y="1901"/>
                    <a:pt x="59759" y="1893"/>
                    <a:pt x="59728" y="1878"/>
                  </a:cubicBezTo>
                  <a:cubicBezTo>
                    <a:pt x="59688" y="1847"/>
                    <a:pt x="59647" y="1837"/>
                    <a:pt x="59607" y="1837"/>
                  </a:cubicBezTo>
                  <a:cubicBezTo>
                    <a:pt x="59526" y="1837"/>
                    <a:pt x="59445" y="1878"/>
                    <a:pt x="59364" y="1878"/>
                  </a:cubicBezTo>
                  <a:cubicBezTo>
                    <a:pt x="59272" y="1878"/>
                    <a:pt x="59181" y="1878"/>
                    <a:pt x="59090" y="1817"/>
                  </a:cubicBezTo>
                  <a:lnTo>
                    <a:pt x="58968" y="1726"/>
                  </a:lnTo>
                  <a:cubicBezTo>
                    <a:pt x="58918" y="1738"/>
                    <a:pt x="58862" y="1746"/>
                    <a:pt x="58806" y="1746"/>
                  </a:cubicBezTo>
                  <a:cubicBezTo>
                    <a:pt x="58726" y="1746"/>
                    <a:pt x="58644" y="1731"/>
                    <a:pt x="58573" y="1696"/>
                  </a:cubicBezTo>
                  <a:cubicBezTo>
                    <a:pt x="58558" y="1680"/>
                    <a:pt x="58535" y="1673"/>
                    <a:pt x="58512" y="1673"/>
                  </a:cubicBezTo>
                  <a:cubicBezTo>
                    <a:pt x="58490" y="1673"/>
                    <a:pt x="58467" y="1680"/>
                    <a:pt x="58452" y="1696"/>
                  </a:cubicBezTo>
                  <a:lnTo>
                    <a:pt x="58421" y="1726"/>
                  </a:lnTo>
                  <a:cubicBezTo>
                    <a:pt x="58360" y="1787"/>
                    <a:pt x="58300" y="1878"/>
                    <a:pt x="58239" y="1878"/>
                  </a:cubicBezTo>
                  <a:cubicBezTo>
                    <a:pt x="58215" y="1878"/>
                    <a:pt x="58166" y="1883"/>
                    <a:pt x="58120" y="1883"/>
                  </a:cubicBezTo>
                  <a:cubicBezTo>
                    <a:pt x="58052" y="1883"/>
                    <a:pt x="57990" y="1872"/>
                    <a:pt x="58026" y="1817"/>
                  </a:cubicBezTo>
                  <a:cubicBezTo>
                    <a:pt x="58087" y="1726"/>
                    <a:pt x="57996" y="1726"/>
                    <a:pt x="57996" y="1665"/>
                  </a:cubicBezTo>
                  <a:lnTo>
                    <a:pt x="57996" y="1604"/>
                  </a:lnTo>
                  <a:cubicBezTo>
                    <a:pt x="58026" y="1513"/>
                    <a:pt x="57996" y="1452"/>
                    <a:pt x="57905" y="1452"/>
                  </a:cubicBezTo>
                  <a:lnTo>
                    <a:pt x="57813" y="1452"/>
                  </a:lnTo>
                  <a:cubicBezTo>
                    <a:pt x="57813" y="1331"/>
                    <a:pt x="57844" y="1209"/>
                    <a:pt x="57874" y="1088"/>
                  </a:cubicBezTo>
                  <a:cubicBezTo>
                    <a:pt x="57888" y="1074"/>
                    <a:pt x="57886" y="1068"/>
                    <a:pt x="57875" y="1068"/>
                  </a:cubicBezTo>
                  <a:cubicBezTo>
                    <a:pt x="57838" y="1068"/>
                    <a:pt x="57692" y="1139"/>
                    <a:pt x="57692" y="1209"/>
                  </a:cubicBezTo>
                  <a:cubicBezTo>
                    <a:pt x="57661" y="1300"/>
                    <a:pt x="57509" y="1422"/>
                    <a:pt x="57449" y="1483"/>
                  </a:cubicBezTo>
                  <a:cubicBezTo>
                    <a:pt x="57423" y="1508"/>
                    <a:pt x="57568" y="1619"/>
                    <a:pt x="57634" y="1619"/>
                  </a:cubicBezTo>
                  <a:cubicBezTo>
                    <a:pt x="57647" y="1619"/>
                    <a:pt x="57656" y="1614"/>
                    <a:pt x="57661" y="1604"/>
                  </a:cubicBezTo>
                  <a:cubicBezTo>
                    <a:pt x="57672" y="1594"/>
                    <a:pt x="57688" y="1591"/>
                    <a:pt x="57708" y="1591"/>
                  </a:cubicBezTo>
                  <a:cubicBezTo>
                    <a:pt x="57746" y="1591"/>
                    <a:pt x="57793" y="1604"/>
                    <a:pt x="57813" y="1604"/>
                  </a:cubicBezTo>
                  <a:cubicBezTo>
                    <a:pt x="57844" y="1635"/>
                    <a:pt x="57844" y="1665"/>
                    <a:pt x="57844" y="1696"/>
                  </a:cubicBezTo>
                  <a:cubicBezTo>
                    <a:pt x="57783" y="1756"/>
                    <a:pt x="57692" y="1787"/>
                    <a:pt x="57631" y="1847"/>
                  </a:cubicBezTo>
                  <a:lnTo>
                    <a:pt x="57601" y="1908"/>
                  </a:lnTo>
                  <a:cubicBezTo>
                    <a:pt x="57532" y="1916"/>
                    <a:pt x="57462" y="1920"/>
                    <a:pt x="57391" y="1920"/>
                  </a:cubicBezTo>
                  <a:cubicBezTo>
                    <a:pt x="57177" y="1920"/>
                    <a:pt x="56955" y="1885"/>
                    <a:pt x="56750" y="1817"/>
                  </a:cubicBezTo>
                  <a:cubicBezTo>
                    <a:pt x="56537" y="1787"/>
                    <a:pt x="56628" y="1574"/>
                    <a:pt x="56750" y="1574"/>
                  </a:cubicBezTo>
                  <a:lnTo>
                    <a:pt x="56658" y="1574"/>
                  </a:lnTo>
                  <a:lnTo>
                    <a:pt x="56537" y="1483"/>
                  </a:lnTo>
                  <a:cubicBezTo>
                    <a:pt x="56506" y="1468"/>
                    <a:pt x="56476" y="1460"/>
                    <a:pt x="56449" y="1460"/>
                  </a:cubicBezTo>
                  <a:cubicBezTo>
                    <a:pt x="56423" y="1460"/>
                    <a:pt x="56400" y="1468"/>
                    <a:pt x="56385" y="1483"/>
                  </a:cubicBezTo>
                  <a:cubicBezTo>
                    <a:pt x="56301" y="1504"/>
                    <a:pt x="56231" y="1539"/>
                    <a:pt x="56157" y="1539"/>
                  </a:cubicBezTo>
                  <a:cubicBezTo>
                    <a:pt x="56123" y="1539"/>
                    <a:pt x="56088" y="1532"/>
                    <a:pt x="56050" y="1513"/>
                  </a:cubicBezTo>
                  <a:cubicBezTo>
                    <a:pt x="56037" y="1510"/>
                    <a:pt x="56026" y="1508"/>
                    <a:pt x="56015" y="1508"/>
                  </a:cubicBezTo>
                  <a:cubicBezTo>
                    <a:pt x="55930" y="1508"/>
                    <a:pt x="55935" y="1611"/>
                    <a:pt x="55990" y="1665"/>
                  </a:cubicBezTo>
                  <a:lnTo>
                    <a:pt x="56020" y="1696"/>
                  </a:lnTo>
                  <a:cubicBezTo>
                    <a:pt x="55990" y="1726"/>
                    <a:pt x="55959" y="1756"/>
                    <a:pt x="55929" y="1787"/>
                  </a:cubicBezTo>
                  <a:cubicBezTo>
                    <a:pt x="55868" y="1726"/>
                    <a:pt x="55807" y="1665"/>
                    <a:pt x="55746" y="1635"/>
                  </a:cubicBezTo>
                  <a:lnTo>
                    <a:pt x="55686" y="1574"/>
                  </a:lnTo>
                  <a:cubicBezTo>
                    <a:pt x="55625" y="1513"/>
                    <a:pt x="55716" y="1422"/>
                    <a:pt x="55746" y="1361"/>
                  </a:cubicBezTo>
                  <a:cubicBezTo>
                    <a:pt x="55754" y="1354"/>
                    <a:pt x="55773" y="1350"/>
                    <a:pt x="55800" y="1350"/>
                  </a:cubicBezTo>
                  <a:cubicBezTo>
                    <a:pt x="55881" y="1350"/>
                    <a:pt x="56035" y="1384"/>
                    <a:pt x="56172" y="1452"/>
                  </a:cubicBezTo>
                  <a:lnTo>
                    <a:pt x="56324" y="1361"/>
                  </a:lnTo>
                  <a:lnTo>
                    <a:pt x="56476" y="1270"/>
                  </a:lnTo>
                  <a:cubicBezTo>
                    <a:pt x="56491" y="1278"/>
                    <a:pt x="56508" y="1281"/>
                    <a:pt x="56526" y="1281"/>
                  </a:cubicBezTo>
                  <a:cubicBezTo>
                    <a:pt x="56580" y="1281"/>
                    <a:pt x="56643" y="1247"/>
                    <a:pt x="56689" y="1179"/>
                  </a:cubicBezTo>
                  <a:cubicBezTo>
                    <a:pt x="56689" y="1174"/>
                    <a:pt x="56694" y="1171"/>
                    <a:pt x="56703" y="1171"/>
                  </a:cubicBezTo>
                  <a:cubicBezTo>
                    <a:pt x="56750" y="1171"/>
                    <a:pt x="56901" y="1235"/>
                    <a:pt x="57053" y="1361"/>
                  </a:cubicBezTo>
                  <a:lnTo>
                    <a:pt x="57346" y="1332"/>
                  </a:lnTo>
                  <a:lnTo>
                    <a:pt x="57346" y="1332"/>
                  </a:lnTo>
                  <a:cubicBezTo>
                    <a:pt x="57313" y="1280"/>
                    <a:pt x="57236" y="1122"/>
                    <a:pt x="57236" y="1057"/>
                  </a:cubicBezTo>
                  <a:cubicBezTo>
                    <a:pt x="57175" y="966"/>
                    <a:pt x="57114" y="875"/>
                    <a:pt x="57023" y="844"/>
                  </a:cubicBezTo>
                  <a:lnTo>
                    <a:pt x="56993" y="905"/>
                  </a:lnTo>
                  <a:lnTo>
                    <a:pt x="56993" y="996"/>
                  </a:lnTo>
                  <a:cubicBezTo>
                    <a:pt x="56932" y="996"/>
                    <a:pt x="56777" y="956"/>
                    <a:pt x="56671" y="956"/>
                  </a:cubicBezTo>
                  <a:cubicBezTo>
                    <a:pt x="56618" y="956"/>
                    <a:pt x="56577" y="966"/>
                    <a:pt x="56567" y="996"/>
                  </a:cubicBezTo>
                  <a:cubicBezTo>
                    <a:pt x="56545" y="1030"/>
                    <a:pt x="56506" y="1043"/>
                    <a:pt x="56463" y="1043"/>
                  </a:cubicBezTo>
                  <a:cubicBezTo>
                    <a:pt x="56389" y="1043"/>
                    <a:pt x="56302" y="1004"/>
                    <a:pt x="56263" y="966"/>
                  </a:cubicBezTo>
                  <a:cubicBezTo>
                    <a:pt x="56258" y="963"/>
                    <a:pt x="56253" y="962"/>
                    <a:pt x="56248" y="962"/>
                  </a:cubicBezTo>
                  <a:cubicBezTo>
                    <a:pt x="56197" y="962"/>
                    <a:pt x="56172" y="1093"/>
                    <a:pt x="56172" y="1148"/>
                  </a:cubicBezTo>
                  <a:cubicBezTo>
                    <a:pt x="56172" y="1223"/>
                    <a:pt x="56110" y="1278"/>
                    <a:pt x="56054" y="1278"/>
                  </a:cubicBezTo>
                  <a:cubicBezTo>
                    <a:pt x="56042" y="1278"/>
                    <a:pt x="56031" y="1275"/>
                    <a:pt x="56020" y="1270"/>
                  </a:cubicBezTo>
                  <a:lnTo>
                    <a:pt x="55990" y="1240"/>
                  </a:lnTo>
                  <a:cubicBezTo>
                    <a:pt x="55746" y="1088"/>
                    <a:pt x="55746" y="1088"/>
                    <a:pt x="55990" y="936"/>
                  </a:cubicBezTo>
                  <a:lnTo>
                    <a:pt x="56020" y="936"/>
                  </a:lnTo>
                  <a:cubicBezTo>
                    <a:pt x="56035" y="920"/>
                    <a:pt x="55982" y="913"/>
                    <a:pt x="55914" y="913"/>
                  </a:cubicBezTo>
                  <a:cubicBezTo>
                    <a:pt x="55845" y="913"/>
                    <a:pt x="55762" y="920"/>
                    <a:pt x="55716" y="936"/>
                  </a:cubicBezTo>
                  <a:cubicBezTo>
                    <a:pt x="55681" y="959"/>
                    <a:pt x="55642" y="969"/>
                    <a:pt x="55602" y="969"/>
                  </a:cubicBezTo>
                  <a:cubicBezTo>
                    <a:pt x="55536" y="969"/>
                    <a:pt x="55468" y="943"/>
                    <a:pt x="55412" y="905"/>
                  </a:cubicBezTo>
                  <a:lnTo>
                    <a:pt x="55321" y="875"/>
                  </a:lnTo>
                  <a:lnTo>
                    <a:pt x="55260" y="875"/>
                  </a:lnTo>
                  <a:cubicBezTo>
                    <a:pt x="55169" y="936"/>
                    <a:pt x="55321" y="1179"/>
                    <a:pt x="55412" y="1240"/>
                  </a:cubicBezTo>
                  <a:cubicBezTo>
                    <a:pt x="55473" y="1270"/>
                    <a:pt x="55351" y="1544"/>
                    <a:pt x="55442" y="1604"/>
                  </a:cubicBezTo>
                  <a:cubicBezTo>
                    <a:pt x="55503" y="1696"/>
                    <a:pt x="55412" y="1817"/>
                    <a:pt x="55351" y="1817"/>
                  </a:cubicBezTo>
                  <a:cubicBezTo>
                    <a:pt x="55343" y="1821"/>
                    <a:pt x="55334" y="1823"/>
                    <a:pt x="55325" y="1823"/>
                  </a:cubicBezTo>
                  <a:cubicBezTo>
                    <a:pt x="55274" y="1823"/>
                    <a:pt x="55230" y="1756"/>
                    <a:pt x="55230" y="1756"/>
                  </a:cubicBezTo>
                  <a:lnTo>
                    <a:pt x="54987" y="1756"/>
                  </a:lnTo>
                  <a:lnTo>
                    <a:pt x="54926" y="1726"/>
                  </a:lnTo>
                  <a:cubicBezTo>
                    <a:pt x="54865" y="1696"/>
                    <a:pt x="54835" y="1604"/>
                    <a:pt x="54774" y="1544"/>
                  </a:cubicBezTo>
                  <a:lnTo>
                    <a:pt x="54713" y="1513"/>
                  </a:lnTo>
                  <a:cubicBezTo>
                    <a:pt x="54686" y="1500"/>
                    <a:pt x="54664" y="1494"/>
                    <a:pt x="54646" y="1494"/>
                  </a:cubicBezTo>
                  <a:cubicBezTo>
                    <a:pt x="54582" y="1494"/>
                    <a:pt x="54574" y="1570"/>
                    <a:pt x="54622" y="1665"/>
                  </a:cubicBezTo>
                  <a:lnTo>
                    <a:pt x="54348" y="1787"/>
                  </a:lnTo>
                  <a:cubicBezTo>
                    <a:pt x="54287" y="1817"/>
                    <a:pt x="54227" y="1908"/>
                    <a:pt x="54196" y="1908"/>
                  </a:cubicBezTo>
                  <a:lnTo>
                    <a:pt x="54105" y="1908"/>
                  </a:lnTo>
                  <a:lnTo>
                    <a:pt x="53953" y="1756"/>
                  </a:lnTo>
                  <a:cubicBezTo>
                    <a:pt x="53884" y="1797"/>
                    <a:pt x="53828" y="1814"/>
                    <a:pt x="53790" y="1814"/>
                  </a:cubicBezTo>
                  <a:cubicBezTo>
                    <a:pt x="53744" y="1814"/>
                    <a:pt x="53724" y="1790"/>
                    <a:pt x="53740" y="1756"/>
                  </a:cubicBezTo>
                  <a:cubicBezTo>
                    <a:pt x="53771" y="1726"/>
                    <a:pt x="53558" y="1726"/>
                    <a:pt x="53467" y="1726"/>
                  </a:cubicBezTo>
                  <a:cubicBezTo>
                    <a:pt x="53376" y="1726"/>
                    <a:pt x="53497" y="1787"/>
                    <a:pt x="53528" y="1787"/>
                  </a:cubicBezTo>
                  <a:cubicBezTo>
                    <a:pt x="53558" y="1817"/>
                    <a:pt x="53467" y="1847"/>
                    <a:pt x="53345" y="1878"/>
                  </a:cubicBezTo>
                  <a:lnTo>
                    <a:pt x="53284" y="1817"/>
                  </a:lnTo>
                  <a:lnTo>
                    <a:pt x="53193" y="1756"/>
                  </a:lnTo>
                  <a:lnTo>
                    <a:pt x="52737" y="1847"/>
                  </a:lnTo>
                  <a:lnTo>
                    <a:pt x="52616" y="1878"/>
                  </a:lnTo>
                  <a:cubicBezTo>
                    <a:pt x="52586" y="1883"/>
                    <a:pt x="52558" y="1885"/>
                    <a:pt x="52530" y="1885"/>
                  </a:cubicBezTo>
                  <a:cubicBezTo>
                    <a:pt x="52460" y="1885"/>
                    <a:pt x="52393" y="1873"/>
                    <a:pt x="52329" y="1873"/>
                  </a:cubicBezTo>
                  <a:cubicBezTo>
                    <a:pt x="52261" y="1873"/>
                    <a:pt x="52195" y="1886"/>
                    <a:pt x="52129" y="1939"/>
                  </a:cubicBezTo>
                  <a:cubicBezTo>
                    <a:pt x="52085" y="1956"/>
                    <a:pt x="52040" y="1964"/>
                    <a:pt x="52000" y="1964"/>
                  </a:cubicBezTo>
                  <a:cubicBezTo>
                    <a:pt x="51901" y="1964"/>
                    <a:pt x="51825" y="1921"/>
                    <a:pt x="51825" y="1878"/>
                  </a:cubicBezTo>
                  <a:cubicBezTo>
                    <a:pt x="51825" y="1817"/>
                    <a:pt x="51765" y="1817"/>
                    <a:pt x="51704" y="1817"/>
                  </a:cubicBezTo>
                  <a:lnTo>
                    <a:pt x="51704" y="1787"/>
                  </a:lnTo>
                  <a:lnTo>
                    <a:pt x="51491" y="1574"/>
                  </a:lnTo>
                  <a:cubicBezTo>
                    <a:pt x="51443" y="1693"/>
                    <a:pt x="51320" y="1775"/>
                    <a:pt x="51196" y="1775"/>
                  </a:cubicBezTo>
                  <a:cubicBezTo>
                    <a:pt x="51162" y="1775"/>
                    <a:pt x="51128" y="1769"/>
                    <a:pt x="51096" y="1756"/>
                  </a:cubicBezTo>
                  <a:lnTo>
                    <a:pt x="50944" y="1665"/>
                  </a:lnTo>
                  <a:cubicBezTo>
                    <a:pt x="50944" y="1665"/>
                    <a:pt x="50914" y="1635"/>
                    <a:pt x="50944" y="1604"/>
                  </a:cubicBezTo>
                  <a:cubicBezTo>
                    <a:pt x="50944" y="1574"/>
                    <a:pt x="50974" y="1544"/>
                    <a:pt x="51035" y="1544"/>
                  </a:cubicBezTo>
                  <a:lnTo>
                    <a:pt x="51096" y="1544"/>
                  </a:lnTo>
                  <a:cubicBezTo>
                    <a:pt x="51187" y="1544"/>
                    <a:pt x="51066" y="1361"/>
                    <a:pt x="50974" y="1270"/>
                  </a:cubicBezTo>
                  <a:cubicBezTo>
                    <a:pt x="50914" y="1209"/>
                    <a:pt x="51066" y="1148"/>
                    <a:pt x="51096" y="1118"/>
                  </a:cubicBezTo>
                  <a:cubicBezTo>
                    <a:pt x="51157" y="1118"/>
                    <a:pt x="51248" y="1270"/>
                    <a:pt x="51248" y="1331"/>
                  </a:cubicBezTo>
                  <a:cubicBezTo>
                    <a:pt x="51259" y="1352"/>
                    <a:pt x="51281" y="1362"/>
                    <a:pt x="51309" y="1362"/>
                  </a:cubicBezTo>
                  <a:cubicBezTo>
                    <a:pt x="51361" y="1362"/>
                    <a:pt x="51432" y="1329"/>
                    <a:pt x="51491" y="1270"/>
                  </a:cubicBezTo>
                  <a:lnTo>
                    <a:pt x="51582" y="1209"/>
                  </a:lnTo>
                  <a:cubicBezTo>
                    <a:pt x="51734" y="1148"/>
                    <a:pt x="51734" y="1179"/>
                    <a:pt x="51673" y="1118"/>
                  </a:cubicBezTo>
                  <a:cubicBezTo>
                    <a:pt x="51613" y="1057"/>
                    <a:pt x="51582" y="966"/>
                    <a:pt x="51491" y="966"/>
                  </a:cubicBezTo>
                  <a:lnTo>
                    <a:pt x="51339" y="966"/>
                  </a:lnTo>
                  <a:cubicBezTo>
                    <a:pt x="51339" y="875"/>
                    <a:pt x="51339" y="784"/>
                    <a:pt x="51339" y="662"/>
                  </a:cubicBezTo>
                  <a:cubicBezTo>
                    <a:pt x="51336" y="659"/>
                    <a:pt x="51332" y="658"/>
                    <a:pt x="51327" y="658"/>
                  </a:cubicBezTo>
                  <a:cubicBezTo>
                    <a:pt x="51277" y="658"/>
                    <a:pt x="51121" y="784"/>
                    <a:pt x="51066" y="784"/>
                  </a:cubicBezTo>
                  <a:cubicBezTo>
                    <a:pt x="50974" y="784"/>
                    <a:pt x="50883" y="844"/>
                    <a:pt x="50822" y="875"/>
                  </a:cubicBezTo>
                  <a:lnTo>
                    <a:pt x="50822" y="936"/>
                  </a:lnTo>
                  <a:cubicBezTo>
                    <a:pt x="50868" y="951"/>
                    <a:pt x="50845" y="958"/>
                    <a:pt x="50777" y="958"/>
                  </a:cubicBezTo>
                  <a:cubicBezTo>
                    <a:pt x="50708" y="958"/>
                    <a:pt x="50594" y="951"/>
                    <a:pt x="50458" y="936"/>
                  </a:cubicBezTo>
                  <a:lnTo>
                    <a:pt x="50214" y="875"/>
                  </a:lnTo>
                  <a:cubicBezTo>
                    <a:pt x="50184" y="905"/>
                    <a:pt x="50184" y="966"/>
                    <a:pt x="50214" y="996"/>
                  </a:cubicBezTo>
                  <a:cubicBezTo>
                    <a:pt x="50214" y="996"/>
                    <a:pt x="50093" y="1118"/>
                    <a:pt x="50032" y="1148"/>
                  </a:cubicBezTo>
                  <a:cubicBezTo>
                    <a:pt x="49971" y="1179"/>
                    <a:pt x="50002" y="1361"/>
                    <a:pt x="50032" y="1392"/>
                  </a:cubicBezTo>
                  <a:cubicBezTo>
                    <a:pt x="50034" y="1394"/>
                    <a:pt x="50037" y="1395"/>
                    <a:pt x="50041" y="1395"/>
                  </a:cubicBezTo>
                  <a:cubicBezTo>
                    <a:pt x="50098" y="1395"/>
                    <a:pt x="50344" y="1209"/>
                    <a:pt x="50458" y="1209"/>
                  </a:cubicBezTo>
                  <a:cubicBezTo>
                    <a:pt x="50549" y="1209"/>
                    <a:pt x="50640" y="1209"/>
                    <a:pt x="50731" y="1240"/>
                  </a:cubicBezTo>
                  <a:lnTo>
                    <a:pt x="50762" y="1300"/>
                  </a:lnTo>
                  <a:cubicBezTo>
                    <a:pt x="50792" y="1392"/>
                    <a:pt x="50762" y="1483"/>
                    <a:pt x="50670" y="1513"/>
                  </a:cubicBezTo>
                  <a:lnTo>
                    <a:pt x="50579" y="1452"/>
                  </a:lnTo>
                  <a:lnTo>
                    <a:pt x="50549" y="1452"/>
                  </a:lnTo>
                  <a:lnTo>
                    <a:pt x="50610" y="1635"/>
                  </a:lnTo>
                  <a:cubicBezTo>
                    <a:pt x="50458" y="1665"/>
                    <a:pt x="50306" y="1756"/>
                    <a:pt x="50184" y="1847"/>
                  </a:cubicBezTo>
                  <a:lnTo>
                    <a:pt x="50032" y="1756"/>
                  </a:lnTo>
                  <a:cubicBezTo>
                    <a:pt x="50009" y="1749"/>
                    <a:pt x="49985" y="1745"/>
                    <a:pt x="49960" y="1745"/>
                  </a:cubicBezTo>
                  <a:cubicBezTo>
                    <a:pt x="49886" y="1745"/>
                    <a:pt x="49812" y="1779"/>
                    <a:pt x="49789" y="1847"/>
                  </a:cubicBezTo>
                  <a:cubicBezTo>
                    <a:pt x="49763" y="1926"/>
                    <a:pt x="49709" y="1948"/>
                    <a:pt x="49644" y="1948"/>
                  </a:cubicBezTo>
                  <a:cubicBezTo>
                    <a:pt x="49557" y="1948"/>
                    <a:pt x="49450" y="1908"/>
                    <a:pt x="49363" y="1908"/>
                  </a:cubicBezTo>
                  <a:cubicBezTo>
                    <a:pt x="49242" y="1908"/>
                    <a:pt x="49181" y="1817"/>
                    <a:pt x="49181" y="1696"/>
                  </a:cubicBezTo>
                  <a:lnTo>
                    <a:pt x="49181" y="1604"/>
                  </a:lnTo>
                  <a:cubicBezTo>
                    <a:pt x="49158" y="1536"/>
                    <a:pt x="49084" y="1502"/>
                    <a:pt x="49010" y="1502"/>
                  </a:cubicBezTo>
                  <a:cubicBezTo>
                    <a:pt x="48985" y="1502"/>
                    <a:pt x="48961" y="1506"/>
                    <a:pt x="48938" y="1513"/>
                  </a:cubicBezTo>
                  <a:lnTo>
                    <a:pt x="49029" y="1635"/>
                  </a:lnTo>
                  <a:lnTo>
                    <a:pt x="49120" y="1696"/>
                  </a:lnTo>
                  <a:cubicBezTo>
                    <a:pt x="49104" y="1698"/>
                    <a:pt x="49088" y="1698"/>
                    <a:pt x="49073" y="1698"/>
                  </a:cubicBezTo>
                  <a:cubicBezTo>
                    <a:pt x="48861" y="1698"/>
                    <a:pt x="48749" y="1511"/>
                    <a:pt x="48664" y="1483"/>
                  </a:cubicBezTo>
                  <a:cubicBezTo>
                    <a:pt x="48653" y="1480"/>
                    <a:pt x="48642" y="1479"/>
                    <a:pt x="48631" y="1479"/>
                  </a:cubicBezTo>
                  <a:cubicBezTo>
                    <a:pt x="48517" y="1479"/>
                    <a:pt x="48388" y="1612"/>
                    <a:pt x="48360" y="1696"/>
                  </a:cubicBezTo>
                  <a:cubicBezTo>
                    <a:pt x="48360" y="1717"/>
                    <a:pt x="48311" y="1727"/>
                    <a:pt x="48244" y="1727"/>
                  </a:cubicBezTo>
                  <a:cubicBezTo>
                    <a:pt x="48122" y="1727"/>
                    <a:pt x="47944" y="1694"/>
                    <a:pt x="47904" y="1635"/>
                  </a:cubicBezTo>
                  <a:cubicBezTo>
                    <a:pt x="47889" y="1574"/>
                    <a:pt x="47821" y="1551"/>
                    <a:pt x="47745" y="1551"/>
                  </a:cubicBezTo>
                  <a:cubicBezTo>
                    <a:pt x="47669" y="1551"/>
                    <a:pt x="47585" y="1574"/>
                    <a:pt x="47540" y="1604"/>
                  </a:cubicBezTo>
                  <a:cubicBezTo>
                    <a:pt x="47448" y="1665"/>
                    <a:pt x="47388" y="1756"/>
                    <a:pt x="47327" y="1847"/>
                  </a:cubicBezTo>
                  <a:cubicBezTo>
                    <a:pt x="47319" y="1856"/>
                    <a:pt x="47295" y="1859"/>
                    <a:pt x="47264" y="1859"/>
                  </a:cubicBezTo>
                  <a:cubicBezTo>
                    <a:pt x="47177" y="1859"/>
                    <a:pt x="47029" y="1831"/>
                    <a:pt x="46962" y="1787"/>
                  </a:cubicBezTo>
                  <a:cubicBezTo>
                    <a:pt x="46871" y="1726"/>
                    <a:pt x="46810" y="1726"/>
                    <a:pt x="46810" y="1726"/>
                  </a:cubicBezTo>
                  <a:lnTo>
                    <a:pt x="46780" y="1756"/>
                  </a:lnTo>
                  <a:cubicBezTo>
                    <a:pt x="46776" y="1758"/>
                    <a:pt x="46771" y="1759"/>
                    <a:pt x="46765" y="1759"/>
                  </a:cubicBezTo>
                  <a:cubicBezTo>
                    <a:pt x="46688" y="1759"/>
                    <a:pt x="46476" y="1568"/>
                    <a:pt x="46476" y="1483"/>
                  </a:cubicBezTo>
                  <a:cubicBezTo>
                    <a:pt x="46491" y="1452"/>
                    <a:pt x="46483" y="1437"/>
                    <a:pt x="46461" y="1437"/>
                  </a:cubicBezTo>
                  <a:cubicBezTo>
                    <a:pt x="46438" y="1437"/>
                    <a:pt x="46400" y="1452"/>
                    <a:pt x="46354" y="1483"/>
                  </a:cubicBezTo>
                  <a:lnTo>
                    <a:pt x="46172" y="1392"/>
                  </a:lnTo>
                  <a:lnTo>
                    <a:pt x="45989" y="1270"/>
                  </a:lnTo>
                  <a:cubicBezTo>
                    <a:pt x="45889" y="1420"/>
                    <a:pt x="45851" y="1529"/>
                    <a:pt x="45908" y="1529"/>
                  </a:cubicBezTo>
                  <a:cubicBezTo>
                    <a:pt x="45921" y="1529"/>
                    <a:pt x="45937" y="1524"/>
                    <a:pt x="45959" y="1513"/>
                  </a:cubicBezTo>
                  <a:lnTo>
                    <a:pt x="46111" y="1513"/>
                  </a:lnTo>
                  <a:cubicBezTo>
                    <a:pt x="46202" y="1513"/>
                    <a:pt x="46233" y="1665"/>
                    <a:pt x="46202" y="1696"/>
                  </a:cubicBezTo>
                  <a:cubicBezTo>
                    <a:pt x="46111" y="1711"/>
                    <a:pt x="46020" y="1718"/>
                    <a:pt x="45929" y="1718"/>
                  </a:cubicBezTo>
                  <a:cubicBezTo>
                    <a:pt x="45837" y="1718"/>
                    <a:pt x="45746" y="1711"/>
                    <a:pt x="45655" y="1696"/>
                  </a:cubicBezTo>
                  <a:cubicBezTo>
                    <a:pt x="45608" y="1677"/>
                    <a:pt x="45570" y="1670"/>
                    <a:pt x="45539" y="1670"/>
                  </a:cubicBezTo>
                  <a:cubicBezTo>
                    <a:pt x="45471" y="1670"/>
                    <a:pt x="45442" y="1705"/>
                    <a:pt x="45442" y="1726"/>
                  </a:cubicBezTo>
                  <a:cubicBezTo>
                    <a:pt x="45442" y="1726"/>
                    <a:pt x="45412" y="1787"/>
                    <a:pt x="45351" y="1787"/>
                  </a:cubicBezTo>
                  <a:lnTo>
                    <a:pt x="45321" y="1787"/>
                  </a:lnTo>
                  <a:cubicBezTo>
                    <a:pt x="45260" y="1726"/>
                    <a:pt x="45108" y="1696"/>
                    <a:pt x="45290" y="1574"/>
                  </a:cubicBezTo>
                  <a:cubicBezTo>
                    <a:pt x="45260" y="1483"/>
                    <a:pt x="45169" y="1392"/>
                    <a:pt x="45078" y="1300"/>
                  </a:cubicBezTo>
                  <a:lnTo>
                    <a:pt x="44713" y="1300"/>
                  </a:lnTo>
                  <a:cubicBezTo>
                    <a:pt x="44743" y="1392"/>
                    <a:pt x="44895" y="1483"/>
                    <a:pt x="44926" y="1544"/>
                  </a:cubicBezTo>
                  <a:cubicBezTo>
                    <a:pt x="44926" y="1604"/>
                    <a:pt x="44834" y="1604"/>
                    <a:pt x="44682" y="1604"/>
                  </a:cubicBezTo>
                  <a:lnTo>
                    <a:pt x="44561" y="1635"/>
                  </a:lnTo>
                  <a:cubicBezTo>
                    <a:pt x="44409" y="1665"/>
                    <a:pt x="44318" y="1787"/>
                    <a:pt x="44166" y="1787"/>
                  </a:cubicBezTo>
                  <a:cubicBezTo>
                    <a:pt x="44044" y="1787"/>
                    <a:pt x="43923" y="1756"/>
                    <a:pt x="43801" y="1726"/>
                  </a:cubicBezTo>
                  <a:cubicBezTo>
                    <a:pt x="43740" y="1726"/>
                    <a:pt x="43679" y="1817"/>
                    <a:pt x="43619" y="1817"/>
                  </a:cubicBezTo>
                  <a:cubicBezTo>
                    <a:pt x="43558" y="1726"/>
                    <a:pt x="43497" y="1665"/>
                    <a:pt x="43497" y="1574"/>
                  </a:cubicBezTo>
                  <a:lnTo>
                    <a:pt x="43527" y="1483"/>
                  </a:lnTo>
                  <a:cubicBezTo>
                    <a:pt x="43558" y="1392"/>
                    <a:pt x="43634" y="1384"/>
                    <a:pt x="43710" y="1384"/>
                  </a:cubicBezTo>
                  <a:cubicBezTo>
                    <a:pt x="43725" y="1384"/>
                    <a:pt x="43740" y="1384"/>
                    <a:pt x="43755" y="1384"/>
                  </a:cubicBezTo>
                  <a:cubicBezTo>
                    <a:pt x="43814" y="1384"/>
                    <a:pt x="43868" y="1379"/>
                    <a:pt x="43892" y="1331"/>
                  </a:cubicBezTo>
                  <a:lnTo>
                    <a:pt x="43923" y="1270"/>
                  </a:lnTo>
                  <a:cubicBezTo>
                    <a:pt x="44074" y="1270"/>
                    <a:pt x="44105" y="1209"/>
                    <a:pt x="44014" y="1118"/>
                  </a:cubicBezTo>
                  <a:lnTo>
                    <a:pt x="43923" y="1088"/>
                  </a:lnTo>
                  <a:lnTo>
                    <a:pt x="43831" y="1027"/>
                  </a:lnTo>
                  <a:cubicBezTo>
                    <a:pt x="43771" y="966"/>
                    <a:pt x="43679" y="905"/>
                    <a:pt x="43588" y="905"/>
                  </a:cubicBezTo>
                  <a:lnTo>
                    <a:pt x="43558" y="905"/>
                  </a:lnTo>
                  <a:lnTo>
                    <a:pt x="43497" y="966"/>
                  </a:lnTo>
                  <a:cubicBezTo>
                    <a:pt x="43473" y="1002"/>
                    <a:pt x="43444" y="1019"/>
                    <a:pt x="43418" y="1019"/>
                  </a:cubicBezTo>
                  <a:cubicBezTo>
                    <a:pt x="43378" y="1019"/>
                    <a:pt x="43345" y="979"/>
                    <a:pt x="43345" y="905"/>
                  </a:cubicBezTo>
                  <a:lnTo>
                    <a:pt x="43163" y="844"/>
                  </a:lnTo>
                  <a:lnTo>
                    <a:pt x="43071" y="814"/>
                  </a:lnTo>
                  <a:cubicBezTo>
                    <a:pt x="43034" y="683"/>
                    <a:pt x="42985" y="621"/>
                    <a:pt x="42932" y="621"/>
                  </a:cubicBezTo>
                  <a:cubicBezTo>
                    <a:pt x="42899" y="621"/>
                    <a:pt x="42863" y="646"/>
                    <a:pt x="42828" y="692"/>
                  </a:cubicBezTo>
                  <a:lnTo>
                    <a:pt x="42828" y="784"/>
                  </a:lnTo>
                  <a:lnTo>
                    <a:pt x="42828" y="966"/>
                  </a:lnTo>
                  <a:cubicBezTo>
                    <a:pt x="42859" y="1088"/>
                    <a:pt x="42889" y="1209"/>
                    <a:pt x="42980" y="1300"/>
                  </a:cubicBezTo>
                  <a:cubicBezTo>
                    <a:pt x="43011" y="1300"/>
                    <a:pt x="43041" y="1209"/>
                    <a:pt x="43041" y="1209"/>
                  </a:cubicBezTo>
                  <a:cubicBezTo>
                    <a:pt x="43041" y="1179"/>
                    <a:pt x="43132" y="1179"/>
                    <a:pt x="43223" y="1179"/>
                  </a:cubicBezTo>
                  <a:lnTo>
                    <a:pt x="43223" y="1209"/>
                  </a:lnTo>
                  <a:lnTo>
                    <a:pt x="43315" y="1392"/>
                  </a:lnTo>
                  <a:cubicBezTo>
                    <a:pt x="43368" y="1605"/>
                    <a:pt x="43328" y="1701"/>
                    <a:pt x="43317" y="1701"/>
                  </a:cubicBezTo>
                  <a:cubicBezTo>
                    <a:pt x="43316" y="1701"/>
                    <a:pt x="43315" y="1699"/>
                    <a:pt x="43315" y="1696"/>
                  </a:cubicBezTo>
                  <a:cubicBezTo>
                    <a:pt x="43254" y="1680"/>
                    <a:pt x="43201" y="1673"/>
                    <a:pt x="43147" y="1673"/>
                  </a:cubicBezTo>
                  <a:cubicBezTo>
                    <a:pt x="43094" y="1673"/>
                    <a:pt x="43041" y="1680"/>
                    <a:pt x="42980" y="1696"/>
                  </a:cubicBezTo>
                  <a:cubicBezTo>
                    <a:pt x="42889" y="1696"/>
                    <a:pt x="42828" y="1726"/>
                    <a:pt x="42767" y="1756"/>
                  </a:cubicBezTo>
                  <a:cubicBezTo>
                    <a:pt x="42767" y="1765"/>
                    <a:pt x="42765" y="1769"/>
                    <a:pt x="42761" y="1769"/>
                  </a:cubicBezTo>
                  <a:cubicBezTo>
                    <a:pt x="42752" y="1769"/>
                    <a:pt x="42737" y="1747"/>
                    <a:pt x="42737" y="1726"/>
                  </a:cubicBezTo>
                  <a:cubicBezTo>
                    <a:pt x="42707" y="1726"/>
                    <a:pt x="42494" y="1726"/>
                    <a:pt x="42494" y="1787"/>
                  </a:cubicBezTo>
                  <a:cubicBezTo>
                    <a:pt x="42486" y="1803"/>
                    <a:pt x="42473" y="1811"/>
                    <a:pt x="42458" y="1811"/>
                  </a:cubicBezTo>
                  <a:cubicBezTo>
                    <a:pt x="42417" y="1811"/>
                    <a:pt x="42356" y="1754"/>
                    <a:pt x="42312" y="1665"/>
                  </a:cubicBezTo>
                  <a:lnTo>
                    <a:pt x="42190" y="1604"/>
                  </a:lnTo>
                  <a:lnTo>
                    <a:pt x="42129" y="1574"/>
                  </a:lnTo>
                  <a:lnTo>
                    <a:pt x="41734" y="1574"/>
                  </a:lnTo>
                  <a:cubicBezTo>
                    <a:pt x="41643" y="1574"/>
                    <a:pt x="41552" y="1604"/>
                    <a:pt x="41430" y="1635"/>
                  </a:cubicBezTo>
                  <a:lnTo>
                    <a:pt x="41308" y="1635"/>
                  </a:lnTo>
                  <a:cubicBezTo>
                    <a:pt x="41270" y="1635"/>
                    <a:pt x="41221" y="1575"/>
                    <a:pt x="41189" y="1575"/>
                  </a:cubicBezTo>
                  <a:cubicBezTo>
                    <a:pt x="41169" y="1575"/>
                    <a:pt x="41157" y="1597"/>
                    <a:pt x="41157" y="1665"/>
                  </a:cubicBezTo>
                  <a:cubicBezTo>
                    <a:pt x="41131" y="1678"/>
                    <a:pt x="41101" y="1685"/>
                    <a:pt x="41070" y="1685"/>
                  </a:cubicBezTo>
                  <a:cubicBezTo>
                    <a:pt x="41025" y="1685"/>
                    <a:pt x="40979" y="1670"/>
                    <a:pt x="40944" y="1635"/>
                  </a:cubicBezTo>
                  <a:lnTo>
                    <a:pt x="40944" y="1604"/>
                  </a:lnTo>
                  <a:cubicBezTo>
                    <a:pt x="41005" y="1452"/>
                    <a:pt x="41096" y="1300"/>
                    <a:pt x="41187" y="1148"/>
                  </a:cubicBezTo>
                  <a:lnTo>
                    <a:pt x="41308" y="1057"/>
                  </a:lnTo>
                  <a:cubicBezTo>
                    <a:pt x="41217" y="996"/>
                    <a:pt x="40944" y="905"/>
                    <a:pt x="40974" y="844"/>
                  </a:cubicBezTo>
                  <a:cubicBezTo>
                    <a:pt x="40974" y="823"/>
                    <a:pt x="40967" y="813"/>
                    <a:pt x="40953" y="813"/>
                  </a:cubicBezTo>
                  <a:cubicBezTo>
                    <a:pt x="40927" y="813"/>
                    <a:pt x="40881" y="846"/>
                    <a:pt x="40822" y="905"/>
                  </a:cubicBezTo>
                  <a:lnTo>
                    <a:pt x="40609" y="875"/>
                  </a:lnTo>
                  <a:cubicBezTo>
                    <a:pt x="40609" y="875"/>
                    <a:pt x="40549" y="936"/>
                    <a:pt x="40549" y="966"/>
                  </a:cubicBezTo>
                  <a:cubicBezTo>
                    <a:pt x="40549" y="996"/>
                    <a:pt x="40579" y="1027"/>
                    <a:pt x="40609" y="1057"/>
                  </a:cubicBezTo>
                  <a:lnTo>
                    <a:pt x="40731" y="1057"/>
                  </a:lnTo>
                  <a:cubicBezTo>
                    <a:pt x="40853" y="1057"/>
                    <a:pt x="40883" y="1118"/>
                    <a:pt x="40853" y="1148"/>
                  </a:cubicBezTo>
                  <a:cubicBezTo>
                    <a:pt x="40731" y="1209"/>
                    <a:pt x="40609" y="1240"/>
                    <a:pt x="40457" y="1270"/>
                  </a:cubicBezTo>
                  <a:lnTo>
                    <a:pt x="40275" y="1209"/>
                  </a:lnTo>
                  <a:lnTo>
                    <a:pt x="40214" y="1209"/>
                  </a:lnTo>
                  <a:cubicBezTo>
                    <a:pt x="40093" y="1300"/>
                    <a:pt x="40093" y="1392"/>
                    <a:pt x="40214" y="1392"/>
                  </a:cubicBezTo>
                  <a:lnTo>
                    <a:pt x="40305" y="1392"/>
                  </a:lnTo>
                  <a:cubicBezTo>
                    <a:pt x="40336" y="1392"/>
                    <a:pt x="40336" y="1422"/>
                    <a:pt x="40336" y="1452"/>
                  </a:cubicBezTo>
                  <a:cubicBezTo>
                    <a:pt x="40336" y="1483"/>
                    <a:pt x="40305" y="1513"/>
                    <a:pt x="40305" y="1513"/>
                  </a:cubicBezTo>
                  <a:lnTo>
                    <a:pt x="40062" y="1513"/>
                  </a:lnTo>
                  <a:cubicBezTo>
                    <a:pt x="39998" y="1535"/>
                    <a:pt x="39933" y="1545"/>
                    <a:pt x="39868" y="1545"/>
                  </a:cubicBezTo>
                  <a:cubicBezTo>
                    <a:pt x="39751" y="1545"/>
                    <a:pt x="39633" y="1511"/>
                    <a:pt x="39515" y="1452"/>
                  </a:cubicBezTo>
                  <a:cubicBezTo>
                    <a:pt x="39515" y="1445"/>
                    <a:pt x="39509" y="1441"/>
                    <a:pt x="39499" y="1441"/>
                  </a:cubicBezTo>
                  <a:cubicBezTo>
                    <a:pt x="39470" y="1441"/>
                    <a:pt x="39401" y="1475"/>
                    <a:pt x="39333" y="1544"/>
                  </a:cubicBezTo>
                  <a:lnTo>
                    <a:pt x="39211" y="1604"/>
                  </a:lnTo>
                  <a:cubicBezTo>
                    <a:pt x="39138" y="1604"/>
                    <a:pt x="39007" y="1565"/>
                    <a:pt x="38926" y="1565"/>
                  </a:cubicBezTo>
                  <a:cubicBezTo>
                    <a:pt x="38906" y="1565"/>
                    <a:pt x="38889" y="1568"/>
                    <a:pt x="38877" y="1574"/>
                  </a:cubicBezTo>
                  <a:cubicBezTo>
                    <a:pt x="38831" y="1620"/>
                    <a:pt x="38785" y="1635"/>
                    <a:pt x="38739" y="1635"/>
                  </a:cubicBezTo>
                  <a:cubicBezTo>
                    <a:pt x="38664" y="1635"/>
                    <a:pt x="38588" y="1593"/>
                    <a:pt x="38512" y="1574"/>
                  </a:cubicBezTo>
                  <a:cubicBezTo>
                    <a:pt x="38466" y="1551"/>
                    <a:pt x="38419" y="1541"/>
                    <a:pt x="38374" y="1541"/>
                  </a:cubicBezTo>
                  <a:cubicBezTo>
                    <a:pt x="38302" y="1541"/>
                    <a:pt x="38234" y="1567"/>
                    <a:pt x="38178" y="1604"/>
                  </a:cubicBezTo>
                  <a:lnTo>
                    <a:pt x="38117" y="1665"/>
                  </a:lnTo>
                  <a:cubicBezTo>
                    <a:pt x="37965" y="1665"/>
                    <a:pt x="37965" y="1483"/>
                    <a:pt x="38117" y="1300"/>
                  </a:cubicBezTo>
                  <a:lnTo>
                    <a:pt x="38269" y="1240"/>
                  </a:lnTo>
                  <a:cubicBezTo>
                    <a:pt x="38451" y="1148"/>
                    <a:pt x="38421" y="1088"/>
                    <a:pt x="38299" y="1027"/>
                  </a:cubicBezTo>
                  <a:lnTo>
                    <a:pt x="38056" y="936"/>
                  </a:lnTo>
                  <a:cubicBezTo>
                    <a:pt x="37935" y="753"/>
                    <a:pt x="37722" y="662"/>
                    <a:pt x="37479" y="662"/>
                  </a:cubicBezTo>
                  <a:cubicBezTo>
                    <a:pt x="37468" y="665"/>
                    <a:pt x="37455" y="667"/>
                    <a:pt x="37440" y="667"/>
                  </a:cubicBezTo>
                  <a:cubicBezTo>
                    <a:pt x="37337" y="667"/>
                    <a:pt x="37134" y="596"/>
                    <a:pt x="37031" y="596"/>
                  </a:cubicBezTo>
                  <a:cubicBezTo>
                    <a:pt x="37016" y="596"/>
                    <a:pt x="37003" y="598"/>
                    <a:pt x="36992" y="601"/>
                  </a:cubicBezTo>
                  <a:cubicBezTo>
                    <a:pt x="36932" y="692"/>
                    <a:pt x="36871" y="814"/>
                    <a:pt x="36840" y="936"/>
                  </a:cubicBezTo>
                  <a:cubicBezTo>
                    <a:pt x="36840" y="947"/>
                    <a:pt x="36845" y="952"/>
                    <a:pt x="36852" y="952"/>
                  </a:cubicBezTo>
                  <a:cubicBezTo>
                    <a:pt x="36883" y="952"/>
                    <a:pt x="36962" y="869"/>
                    <a:pt x="36962" y="844"/>
                  </a:cubicBezTo>
                  <a:cubicBezTo>
                    <a:pt x="36992" y="844"/>
                    <a:pt x="37083" y="875"/>
                    <a:pt x="37144" y="905"/>
                  </a:cubicBezTo>
                  <a:cubicBezTo>
                    <a:pt x="37175" y="920"/>
                    <a:pt x="37205" y="928"/>
                    <a:pt x="37239" y="928"/>
                  </a:cubicBezTo>
                  <a:cubicBezTo>
                    <a:pt x="37273" y="928"/>
                    <a:pt x="37311" y="920"/>
                    <a:pt x="37357" y="905"/>
                  </a:cubicBezTo>
                  <a:cubicBezTo>
                    <a:pt x="37387" y="905"/>
                    <a:pt x="37418" y="905"/>
                    <a:pt x="37448" y="966"/>
                  </a:cubicBezTo>
                  <a:cubicBezTo>
                    <a:pt x="37364" y="994"/>
                    <a:pt x="37384" y="1152"/>
                    <a:pt x="37243" y="1152"/>
                  </a:cubicBezTo>
                  <a:cubicBezTo>
                    <a:pt x="37232" y="1152"/>
                    <a:pt x="37219" y="1151"/>
                    <a:pt x="37205" y="1148"/>
                  </a:cubicBezTo>
                  <a:lnTo>
                    <a:pt x="37205" y="1148"/>
                  </a:lnTo>
                  <a:cubicBezTo>
                    <a:pt x="37175" y="1240"/>
                    <a:pt x="37235" y="1300"/>
                    <a:pt x="37296" y="1300"/>
                  </a:cubicBezTo>
                  <a:lnTo>
                    <a:pt x="37357" y="1270"/>
                  </a:lnTo>
                  <a:lnTo>
                    <a:pt x="37418" y="1240"/>
                  </a:lnTo>
                  <a:cubicBezTo>
                    <a:pt x="37422" y="1235"/>
                    <a:pt x="37429" y="1233"/>
                    <a:pt x="37439" y="1233"/>
                  </a:cubicBezTo>
                  <a:cubicBezTo>
                    <a:pt x="37497" y="1233"/>
                    <a:pt x="37639" y="1305"/>
                    <a:pt x="37691" y="1331"/>
                  </a:cubicBezTo>
                  <a:cubicBezTo>
                    <a:pt x="37752" y="1392"/>
                    <a:pt x="37722" y="1513"/>
                    <a:pt x="37691" y="1635"/>
                  </a:cubicBezTo>
                  <a:lnTo>
                    <a:pt x="37479" y="1513"/>
                  </a:lnTo>
                  <a:cubicBezTo>
                    <a:pt x="37418" y="1483"/>
                    <a:pt x="37327" y="1483"/>
                    <a:pt x="37327" y="1483"/>
                  </a:cubicBezTo>
                  <a:cubicBezTo>
                    <a:pt x="37266" y="1528"/>
                    <a:pt x="37190" y="1551"/>
                    <a:pt x="37114" y="1551"/>
                  </a:cubicBezTo>
                  <a:cubicBezTo>
                    <a:pt x="37038" y="1551"/>
                    <a:pt x="36962" y="1528"/>
                    <a:pt x="36901" y="1483"/>
                  </a:cubicBezTo>
                  <a:lnTo>
                    <a:pt x="36749" y="1392"/>
                  </a:lnTo>
                  <a:cubicBezTo>
                    <a:pt x="36695" y="1481"/>
                    <a:pt x="36535" y="1508"/>
                    <a:pt x="36388" y="1508"/>
                  </a:cubicBezTo>
                  <a:cubicBezTo>
                    <a:pt x="36286" y="1508"/>
                    <a:pt x="36191" y="1495"/>
                    <a:pt x="36141" y="1483"/>
                  </a:cubicBezTo>
                  <a:cubicBezTo>
                    <a:pt x="36050" y="1422"/>
                    <a:pt x="36111" y="1361"/>
                    <a:pt x="36293" y="1361"/>
                  </a:cubicBezTo>
                  <a:lnTo>
                    <a:pt x="36050" y="1179"/>
                  </a:lnTo>
                  <a:cubicBezTo>
                    <a:pt x="36172" y="1057"/>
                    <a:pt x="36202" y="905"/>
                    <a:pt x="36111" y="753"/>
                  </a:cubicBezTo>
                  <a:lnTo>
                    <a:pt x="36293" y="662"/>
                  </a:lnTo>
                  <a:lnTo>
                    <a:pt x="36324" y="632"/>
                  </a:lnTo>
                  <a:cubicBezTo>
                    <a:pt x="36354" y="540"/>
                    <a:pt x="36384" y="449"/>
                    <a:pt x="36384" y="358"/>
                  </a:cubicBezTo>
                  <a:lnTo>
                    <a:pt x="36384" y="358"/>
                  </a:lnTo>
                  <a:lnTo>
                    <a:pt x="36232" y="389"/>
                  </a:lnTo>
                  <a:lnTo>
                    <a:pt x="36111" y="419"/>
                  </a:lnTo>
                  <a:cubicBezTo>
                    <a:pt x="36047" y="445"/>
                    <a:pt x="35988" y="454"/>
                    <a:pt x="35939" y="454"/>
                  </a:cubicBezTo>
                  <a:cubicBezTo>
                    <a:pt x="35873" y="454"/>
                    <a:pt x="35825" y="437"/>
                    <a:pt x="35807" y="419"/>
                  </a:cubicBezTo>
                  <a:lnTo>
                    <a:pt x="35807" y="419"/>
                  </a:lnTo>
                  <a:cubicBezTo>
                    <a:pt x="35808" y="444"/>
                    <a:pt x="35815" y="605"/>
                    <a:pt x="35868" y="632"/>
                  </a:cubicBezTo>
                  <a:cubicBezTo>
                    <a:pt x="35928" y="662"/>
                    <a:pt x="35868" y="753"/>
                    <a:pt x="35776" y="814"/>
                  </a:cubicBezTo>
                  <a:lnTo>
                    <a:pt x="35655" y="875"/>
                  </a:lnTo>
                  <a:cubicBezTo>
                    <a:pt x="35533" y="905"/>
                    <a:pt x="35503" y="875"/>
                    <a:pt x="35564" y="936"/>
                  </a:cubicBezTo>
                  <a:cubicBezTo>
                    <a:pt x="35594" y="996"/>
                    <a:pt x="35716" y="1057"/>
                    <a:pt x="35716" y="1118"/>
                  </a:cubicBezTo>
                  <a:lnTo>
                    <a:pt x="35716" y="1240"/>
                  </a:lnTo>
                  <a:cubicBezTo>
                    <a:pt x="35594" y="1392"/>
                    <a:pt x="35412" y="1483"/>
                    <a:pt x="35229" y="1513"/>
                  </a:cubicBezTo>
                  <a:cubicBezTo>
                    <a:pt x="35047" y="1452"/>
                    <a:pt x="34865" y="1422"/>
                    <a:pt x="34652" y="1422"/>
                  </a:cubicBezTo>
                  <a:cubicBezTo>
                    <a:pt x="34645" y="1424"/>
                    <a:pt x="34637" y="1425"/>
                    <a:pt x="34629" y="1425"/>
                  </a:cubicBezTo>
                  <a:cubicBezTo>
                    <a:pt x="34525" y="1425"/>
                    <a:pt x="34322" y="1265"/>
                    <a:pt x="34378" y="1209"/>
                  </a:cubicBezTo>
                  <a:cubicBezTo>
                    <a:pt x="34409" y="1164"/>
                    <a:pt x="34416" y="1141"/>
                    <a:pt x="34405" y="1141"/>
                  </a:cubicBezTo>
                  <a:cubicBezTo>
                    <a:pt x="34393" y="1141"/>
                    <a:pt x="34363" y="1164"/>
                    <a:pt x="34317" y="1209"/>
                  </a:cubicBezTo>
                  <a:lnTo>
                    <a:pt x="34317" y="1300"/>
                  </a:lnTo>
                  <a:cubicBezTo>
                    <a:pt x="34296" y="1364"/>
                    <a:pt x="34275" y="1456"/>
                    <a:pt x="34193" y="1456"/>
                  </a:cubicBezTo>
                  <a:cubicBezTo>
                    <a:pt x="34157" y="1456"/>
                    <a:pt x="34109" y="1438"/>
                    <a:pt x="34044" y="1392"/>
                  </a:cubicBezTo>
                  <a:cubicBezTo>
                    <a:pt x="34030" y="1377"/>
                    <a:pt x="33977" y="1357"/>
                    <a:pt x="33924" y="1357"/>
                  </a:cubicBezTo>
                  <a:cubicBezTo>
                    <a:pt x="33862" y="1357"/>
                    <a:pt x="33801" y="1385"/>
                    <a:pt x="33801" y="1483"/>
                  </a:cubicBezTo>
                  <a:cubicBezTo>
                    <a:pt x="33770" y="1544"/>
                    <a:pt x="33710" y="1544"/>
                    <a:pt x="33649" y="1544"/>
                  </a:cubicBezTo>
                  <a:lnTo>
                    <a:pt x="33436" y="1483"/>
                  </a:lnTo>
                  <a:cubicBezTo>
                    <a:pt x="33330" y="1536"/>
                    <a:pt x="33224" y="1568"/>
                    <a:pt x="33154" y="1568"/>
                  </a:cubicBezTo>
                  <a:cubicBezTo>
                    <a:pt x="33103" y="1568"/>
                    <a:pt x="33071" y="1551"/>
                    <a:pt x="33071" y="1513"/>
                  </a:cubicBezTo>
                  <a:lnTo>
                    <a:pt x="33071" y="1452"/>
                  </a:lnTo>
                  <a:cubicBezTo>
                    <a:pt x="33095" y="1313"/>
                    <a:pt x="33064" y="1209"/>
                    <a:pt x="32967" y="1209"/>
                  </a:cubicBezTo>
                  <a:cubicBezTo>
                    <a:pt x="32937" y="1209"/>
                    <a:pt x="32901" y="1218"/>
                    <a:pt x="32858" y="1240"/>
                  </a:cubicBezTo>
                  <a:lnTo>
                    <a:pt x="32585" y="1331"/>
                  </a:lnTo>
                  <a:cubicBezTo>
                    <a:pt x="32524" y="1179"/>
                    <a:pt x="32372" y="1057"/>
                    <a:pt x="32190" y="1027"/>
                  </a:cubicBezTo>
                  <a:lnTo>
                    <a:pt x="31947" y="1027"/>
                  </a:lnTo>
                  <a:cubicBezTo>
                    <a:pt x="31886" y="1179"/>
                    <a:pt x="31673" y="1209"/>
                    <a:pt x="31643" y="1361"/>
                  </a:cubicBezTo>
                  <a:lnTo>
                    <a:pt x="31612" y="1544"/>
                  </a:lnTo>
                  <a:cubicBezTo>
                    <a:pt x="31491" y="1513"/>
                    <a:pt x="31430" y="1361"/>
                    <a:pt x="31460" y="1240"/>
                  </a:cubicBezTo>
                  <a:cubicBezTo>
                    <a:pt x="31463" y="1237"/>
                    <a:pt x="31462" y="1236"/>
                    <a:pt x="31460" y="1236"/>
                  </a:cubicBezTo>
                  <a:cubicBezTo>
                    <a:pt x="31427" y="1236"/>
                    <a:pt x="31051" y="1396"/>
                    <a:pt x="30883" y="1452"/>
                  </a:cubicBezTo>
                  <a:cubicBezTo>
                    <a:pt x="30859" y="1456"/>
                    <a:pt x="30836" y="1458"/>
                    <a:pt x="30814" y="1458"/>
                  </a:cubicBezTo>
                  <a:cubicBezTo>
                    <a:pt x="30662" y="1458"/>
                    <a:pt x="30537" y="1372"/>
                    <a:pt x="30457" y="1240"/>
                  </a:cubicBezTo>
                  <a:cubicBezTo>
                    <a:pt x="30427" y="1179"/>
                    <a:pt x="30305" y="1179"/>
                    <a:pt x="30275" y="1179"/>
                  </a:cubicBezTo>
                  <a:cubicBezTo>
                    <a:pt x="30244" y="1209"/>
                    <a:pt x="30305" y="1331"/>
                    <a:pt x="30396" y="1361"/>
                  </a:cubicBezTo>
                  <a:cubicBezTo>
                    <a:pt x="30457" y="1392"/>
                    <a:pt x="30184" y="1422"/>
                    <a:pt x="30092" y="1422"/>
                  </a:cubicBezTo>
                  <a:cubicBezTo>
                    <a:pt x="30001" y="1422"/>
                    <a:pt x="29940" y="1392"/>
                    <a:pt x="29940" y="1331"/>
                  </a:cubicBezTo>
                  <a:lnTo>
                    <a:pt x="29910" y="1331"/>
                  </a:lnTo>
                  <a:cubicBezTo>
                    <a:pt x="29758" y="1270"/>
                    <a:pt x="29819" y="1209"/>
                    <a:pt x="29910" y="1148"/>
                  </a:cubicBezTo>
                  <a:lnTo>
                    <a:pt x="30062" y="1118"/>
                  </a:lnTo>
                  <a:cubicBezTo>
                    <a:pt x="30275" y="1088"/>
                    <a:pt x="30305" y="936"/>
                    <a:pt x="30275" y="875"/>
                  </a:cubicBezTo>
                  <a:cubicBezTo>
                    <a:pt x="30217" y="846"/>
                    <a:pt x="30351" y="599"/>
                    <a:pt x="30468" y="599"/>
                  </a:cubicBezTo>
                  <a:cubicBezTo>
                    <a:pt x="30475" y="599"/>
                    <a:pt x="30481" y="600"/>
                    <a:pt x="30488" y="601"/>
                  </a:cubicBezTo>
                  <a:cubicBezTo>
                    <a:pt x="30609" y="601"/>
                    <a:pt x="30518" y="480"/>
                    <a:pt x="30396" y="480"/>
                  </a:cubicBezTo>
                  <a:cubicBezTo>
                    <a:pt x="30305" y="480"/>
                    <a:pt x="30244" y="510"/>
                    <a:pt x="30184" y="571"/>
                  </a:cubicBezTo>
                  <a:cubicBezTo>
                    <a:pt x="30032" y="632"/>
                    <a:pt x="29880" y="632"/>
                    <a:pt x="29728" y="632"/>
                  </a:cubicBezTo>
                  <a:lnTo>
                    <a:pt x="29545" y="480"/>
                  </a:lnTo>
                  <a:lnTo>
                    <a:pt x="29485" y="449"/>
                  </a:lnTo>
                  <a:cubicBezTo>
                    <a:pt x="29393" y="449"/>
                    <a:pt x="29333" y="540"/>
                    <a:pt x="29424" y="632"/>
                  </a:cubicBezTo>
                  <a:lnTo>
                    <a:pt x="29697" y="632"/>
                  </a:lnTo>
                  <a:cubicBezTo>
                    <a:pt x="29819" y="753"/>
                    <a:pt x="29880" y="905"/>
                    <a:pt x="29880" y="1057"/>
                  </a:cubicBezTo>
                  <a:lnTo>
                    <a:pt x="29697" y="1088"/>
                  </a:lnTo>
                  <a:cubicBezTo>
                    <a:pt x="29667" y="1088"/>
                    <a:pt x="29667" y="1148"/>
                    <a:pt x="29667" y="1179"/>
                  </a:cubicBezTo>
                  <a:lnTo>
                    <a:pt x="29667" y="1270"/>
                  </a:lnTo>
                  <a:cubicBezTo>
                    <a:pt x="29687" y="1351"/>
                    <a:pt x="29599" y="1392"/>
                    <a:pt x="29458" y="1392"/>
                  </a:cubicBezTo>
                  <a:cubicBezTo>
                    <a:pt x="29387" y="1392"/>
                    <a:pt x="29302" y="1381"/>
                    <a:pt x="29211" y="1361"/>
                  </a:cubicBezTo>
                  <a:lnTo>
                    <a:pt x="28998" y="1300"/>
                  </a:lnTo>
                  <a:lnTo>
                    <a:pt x="28907" y="1300"/>
                  </a:lnTo>
                  <a:lnTo>
                    <a:pt x="28694" y="1513"/>
                  </a:lnTo>
                  <a:cubicBezTo>
                    <a:pt x="28585" y="1377"/>
                    <a:pt x="28476" y="1265"/>
                    <a:pt x="28455" y="1265"/>
                  </a:cubicBezTo>
                  <a:cubicBezTo>
                    <a:pt x="28452" y="1265"/>
                    <a:pt x="28451" y="1267"/>
                    <a:pt x="28451" y="1270"/>
                  </a:cubicBezTo>
                  <a:lnTo>
                    <a:pt x="28451" y="1300"/>
                  </a:lnTo>
                  <a:lnTo>
                    <a:pt x="28390" y="1483"/>
                  </a:lnTo>
                  <a:cubicBezTo>
                    <a:pt x="28344" y="1506"/>
                    <a:pt x="28297" y="1516"/>
                    <a:pt x="28258" y="1516"/>
                  </a:cubicBezTo>
                  <a:cubicBezTo>
                    <a:pt x="28194" y="1516"/>
                    <a:pt x="28147" y="1490"/>
                    <a:pt x="28147" y="1452"/>
                  </a:cubicBezTo>
                  <a:cubicBezTo>
                    <a:pt x="28014" y="1408"/>
                    <a:pt x="27880" y="1380"/>
                    <a:pt x="27747" y="1380"/>
                  </a:cubicBezTo>
                  <a:cubicBezTo>
                    <a:pt x="27698" y="1380"/>
                    <a:pt x="27649" y="1383"/>
                    <a:pt x="27600" y="1392"/>
                  </a:cubicBezTo>
                  <a:cubicBezTo>
                    <a:pt x="27478" y="1361"/>
                    <a:pt x="27357" y="1240"/>
                    <a:pt x="27296" y="1118"/>
                  </a:cubicBezTo>
                  <a:cubicBezTo>
                    <a:pt x="27296" y="1082"/>
                    <a:pt x="27275" y="1068"/>
                    <a:pt x="27240" y="1068"/>
                  </a:cubicBezTo>
                  <a:cubicBezTo>
                    <a:pt x="27214" y="1068"/>
                    <a:pt x="27182" y="1075"/>
                    <a:pt x="27144" y="1088"/>
                  </a:cubicBezTo>
                  <a:lnTo>
                    <a:pt x="27083" y="1088"/>
                  </a:lnTo>
                  <a:lnTo>
                    <a:pt x="26901" y="1148"/>
                  </a:lnTo>
                  <a:cubicBezTo>
                    <a:pt x="26901" y="1102"/>
                    <a:pt x="26817" y="1082"/>
                    <a:pt x="26711" y="1082"/>
                  </a:cubicBezTo>
                  <a:cubicBezTo>
                    <a:pt x="26540" y="1082"/>
                    <a:pt x="26312" y="1134"/>
                    <a:pt x="26293" y="1209"/>
                  </a:cubicBezTo>
                  <a:cubicBezTo>
                    <a:pt x="26270" y="1278"/>
                    <a:pt x="26247" y="1312"/>
                    <a:pt x="26212" y="1312"/>
                  </a:cubicBezTo>
                  <a:cubicBezTo>
                    <a:pt x="26200" y="1312"/>
                    <a:pt x="26187" y="1308"/>
                    <a:pt x="26171" y="1300"/>
                  </a:cubicBezTo>
                  <a:lnTo>
                    <a:pt x="26141" y="1300"/>
                  </a:lnTo>
                  <a:cubicBezTo>
                    <a:pt x="26080" y="1300"/>
                    <a:pt x="26050" y="1300"/>
                    <a:pt x="26019" y="1331"/>
                  </a:cubicBezTo>
                  <a:lnTo>
                    <a:pt x="25898" y="1331"/>
                  </a:lnTo>
                  <a:lnTo>
                    <a:pt x="25867" y="1300"/>
                  </a:lnTo>
                  <a:cubicBezTo>
                    <a:pt x="25867" y="1270"/>
                    <a:pt x="25860" y="1255"/>
                    <a:pt x="25848" y="1255"/>
                  </a:cubicBezTo>
                  <a:cubicBezTo>
                    <a:pt x="25837" y="1255"/>
                    <a:pt x="25822" y="1270"/>
                    <a:pt x="25807" y="1300"/>
                  </a:cubicBezTo>
                  <a:lnTo>
                    <a:pt x="25776" y="1331"/>
                  </a:lnTo>
                  <a:cubicBezTo>
                    <a:pt x="25746" y="1361"/>
                    <a:pt x="25700" y="1376"/>
                    <a:pt x="25662" y="1376"/>
                  </a:cubicBezTo>
                  <a:cubicBezTo>
                    <a:pt x="25624" y="1376"/>
                    <a:pt x="25594" y="1361"/>
                    <a:pt x="25594" y="1331"/>
                  </a:cubicBezTo>
                  <a:cubicBezTo>
                    <a:pt x="25578" y="1249"/>
                    <a:pt x="25561" y="1220"/>
                    <a:pt x="25531" y="1220"/>
                  </a:cubicBezTo>
                  <a:cubicBezTo>
                    <a:pt x="25505" y="1220"/>
                    <a:pt x="25468" y="1242"/>
                    <a:pt x="25412" y="1270"/>
                  </a:cubicBezTo>
                  <a:cubicBezTo>
                    <a:pt x="25351" y="1300"/>
                    <a:pt x="25229" y="1331"/>
                    <a:pt x="25138" y="1331"/>
                  </a:cubicBezTo>
                  <a:lnTo>
                    <a:pt x="25047" y="1331"/>
                  </a:lnTo>
                  <a:cubicBezTo>
                    <a:pt x="24982" y="1331"/>
                    <a:pt x="24902" y="1392"/>
                    <a:pt x="24861" y="1450"/>
                  </a:cubicBezTo>
                  <a:lnTo>
                    <a:pt x="24861" y="1450"/>
                  </a:lnTo>
                  <a:cubicBezTo>
                    <a:pt x="24862" y="1418"/>
                    <a:pt x="24856" y="1383"/>
                    <a:pt x="24834" y="1361"/>
                  </a:cubicBezTo>
                  <a:cubicBezTo>
                    <a:pt x="24777" y="1304"/>
                    <a:pt x="24614" y="1115"/>
                    <a:pt x="24519" y="1115"/>
                  </a:cubicBezTo>
                  <a:cubicBezTo>
                    <a:pt x="24512" y="1115"/>
                    <a:pt x="24506" y="1116"/>
                    <a:pt x="24500" y="1118"/>
                  </a:cubicBezTo>
                  <a:cubicBezTo>
                    <a:pt x="24439" y="1118"/>
                    <a:pt x="24408" y="1179"/>
                    <a:pt x="24469" y="1270"/>
                  </a:cubicBezTo>
                  <a:lnTo>
                    <a:pt x="24469" y="1300"/>
                  </a:lnTo>
                  <a:cubicBezTo>
                    <a:pt x="24451" y="1336"/>
                    <a:pt x="24433" y="1348"/>
                    <a:pt x="24416" y="1348"/>
                  </a:cubicBezTo>
                  <a:cubicBezTo>
                    <a:pt x="24378" y="1348"/>
                    <a:pt x="24341" y="1296"/>
                    <a:pt x="24304" y="1296"/>
                  </a:cubicBezTo>
                  <a:cubicBezTo>
                    <a:pt x="24298" y="1296"/>
                    <a:pt x="24293" y="1297"/>
                    <a:pt x="24287" y="1300"/>
                  </a:cubicBezTo>
                  <a:lnTo>
                    <a:pt x="24226" y="1361"/>
                  </a:lnTo>
                  <a:cubicBezTo>
                    <a:pt x="24202" y="1397"/>
                    <a:pt x="24183" y="1414"/>
                    <a:pt x="24168" y="1414"/>
                  </a:cubicBezTo>
                  <a:cubicBezTo>
                    <a:pt x="24146" y="1414"/>
                    <a:pt x="24135" y="1374"/>
                    <a:pt x="24135" y="1300"/>
                  </a:cubicBezTo>
                  <a:lnTo>
                    <a:pt x="24165" y="1209"/>
                  </a:lnTo>
                  <a:cubicBezTo>
                    <a:pt x="24165" y="1179"/>
                    <a:pt x="24135" y="1148"/>
                    <a:pt x="24105" y="1118"/>
                  </a:cubicBezTo>
                  <a:cubicBezTo>
                    <a:pt x="24089" y="1118"/>
                    <a:pt x="24067" y="1110"/>
                    <a:pt x="24044" y="1110"/>
                  </a:cubicBezTo>
                  <a:cubicBezTo>
                    <a:pt x="24021" y="1110"/>
                    <a:pt x="23998" y="1118"/>
                    <a:pt x="23983" y="1148"/>
                  </a:cubicBezTo>
                  <a:cubicBezTo>
                    <a:pt x="23962" y="1190"/>
                    <a:pt x="23970" y="1261"/>
                    <a:pt x="23917" y="1261"/>
                  </a:cubicBezTo>
                  <a:cubicBezTo>
                    <a:pt x="23893" y="1261"/>
                    <a:pt x="23857" y="1247"/>
                    <a:pt x="23801" y="1209"/>
                  </a:cubicBezTo>
                  <a:cubicBezTo>
                    <a:pt x="23740" y="1179"/>
                    <a:pt x="23649" y="1209"/>
                    <a:pt x="23557" y="1148"/>
                  </a:cubicBezTo>
                  <a:cubicBezTo>
                    <a:pt x="23514" y="1127"/>
                    <a:pt x="23490" y="1117"/>
                    <a:pt x="23476" y="1117"/>
                  </a:cubicBezTo>
                  <a:cubicBezTo>
                    <a:pt x="23450" y="1117"/>
                    <a:pt x="23455" y="1150"/>
                    <a:pt x="23436" y="1209"/>
                  </a:cubicBezTo>
                  <a:cubicBezTo>
                    <a:pt x="23417" y="1267"/>
                    <a:pt x="23385" y="1288"/>
                    <a:pt x="23341" y="1288"/>
                  </a:cubicBezTo>
                  <a:cubicBezTo>
                    <a:pt x="23316" y="1288"/>
                    <a:pt x="23287" y="1281"/>
                    <a:pt x="23253" y="1270"/>
                  </a:cubicBezTo>
                  <a:cubicBezTo>
                    <a:pt x="23223" y="1240"/>
                    <a:pt x="23193" y="1240"/>
                    <a:pt x="23162" y="1240"/>
                  </a:cubicBezTo>
                  <a:cubicBezTo>
                    <a:pt x="23101" y="1321"/>
                    <a:pt x="23014" y="1334"/>
                    <a:pt x="22935" y="1334"/>
                  </a:cubicBezTo>
                  <a:cubicBezTo>
                    <a:pt x="22895" y="1334"/>
                    <a:pt x="22858" y="1331"/>
                    <a:pt x="22828" y="1331"/>
                  </a:cubicBezTo>
                  <a:lnTo>
                    <a:pt x="22767" y="1331"/>
                  </a:lnTo>
                  <a:cubicBezTo>
                    <a:pt x="22706" y="1331"/>
                    <a:pt x="22646" y="1300"/>
                    <a:pt x="22646" y="1240"/>
                  </a:cubicBezTo>
                  <a:lnTo>
                    <a:pt x="22646" y="1209"/>
                  </a:lnTo>
                  <a:cubicBezTo>
                    <a:pt x="22646" y="1179"/>
                    <a:pt x="22706" y="1179"/>
                    <a:pt x="22706" y="1118"/>
                  </a:cubicBezTo>
                  <a:cubicBezTo>
                    <a:pt x="22706" y="1088"/>
                    <a:pt x="22676" y="1027"/>
                    <a:pt x="22646" y="1027"/>
                  </a:cubicBezTo>
                  <a:cubicBezTo>
                    <a:pt x="22615" y="1027"/>
                    <a:pt x="22554" y="1027"/>
                    <a:pt x="22524" y="1057"/>
                  </a:cubicBezTo>
                  <a:cubicBezTo>
                    <a:pt x="22463" y="1088"/>
                    <a:pt x="22433" y="1148"/>
                    <a:pt x="22402" y="1240"/>
                  </a:cubicBezTo>
                  <a:lnTo>
                    <a:pt x="22402" y="1300"/>
                  </a:lnTo>
                  <a:cubicBezTo>
                    <a:pt x="22463" y="1392"/>
                    <a:pt x="22220" y="1422"/>
                    <a:pt x="22129" y="1422"/>
                  </a:cubicBezTo>
                  <a:cubicBezTo>
                    <a:pt x="22038" y="1422"/>
                    <a:pt x="22038" y="1361"/>
                    <a:pt x="22068" y="1331"/>
                  </a:cubicBezTo>
                  <a:cubicBezTo>
                    <a:pt x="22098" y="1300"/>
                    <a:pt x="21946" y="1300"/>
                    <a:pt x="21886" y="1300"/>
                  </a:cubicBezTo>
                  <a:cubicBezTo>
                    <a:pt x="21874" y="1295"/>
                    <a:pt x="21865" y="1292"/>
                    <a:pt x="21857" y="1292"/>
                  </a:cubicBezTo>
                  <a:cubicBezTo>
                    <a:pt x="21826" y="1292"/>
                    <a:pt x="21831" y="1337"/>
                    <a:pt x="21855" y="1361"/>
                  </a:cubicBezTo>
                  <a:cubicBezTo>
                    <a:pt x="21855" y="1361"/>
                    <a:pt x="21825" y="1422"/>
                    <a:pt x="21794" y="1452"/>
                  </a:cubicBezTo>
                  <a:lnTo>
                    <a:pt x="21764" y="1452"/>
                  </a:lnTo>
                  <a:cubicBezTo>
                    <a:pt x="21703" y="1422"/>
                    <a:pt x="21612" y="1361"/>
                    <a:pt x="21551" y="1361"/>
                  </a:cubicBezTo>
                  <a:cubicBezTo>
                    <a:pt x="21521" y="1392"/>
                    <a:pt x="21490" y="1513"/>
                    <a:pt x="21430" y="1513"/>
                  </a:cubicBezTo>
                  <a:cubicBezTo>
                    <a:pt x="21278" y="1544"/>
                    <a:pt x="21126" y="1574"/>
                    <a:pt x="20943" y="1574"/>
                  </a:cubicBezTo>
                  <a:lnTo>
                    <a:pt x="20791" y="1574"/>
                  </a:lnTo>
                  <a:cubicBezTo>
                    <a:pt x="20756" y="1583"/>
                    <a:pt x="20723" y="1587"/>
                    <a:pt x="20691" y="1587"/>
                  </a:cubicBezTo>
                  <a:cubicBezTo>
                    <a:pt x="20614" y="1587"/>
                    <a:pt x="20543" y="1565"/>
                    <a:pt x="20457" y="1544"/>
                  </a:cubicBezTo>
                  <a:cubicBezTo>
                    <a:pt x="20439" y="1470"/>
                    <a:pt x="20409" y="1430"/>
                    <a:pt x="20362" y="1430"/>
                  </a:cubicBezTo>
                  <a:cubicBezTo>
                    <a:pt x="20331" y="1430"/>
                    <a:pt x="20292" y="1447"/>
                    <a:pt x="20244" y="1483"/>
                  </a:cubicBezTo>
                  <a:cubicBezTo>
                    <a:pt x="20180" y="1526"/>
                    <a:pt x="20131" y="1569"/>
                    <a:pt x="20053" y="1569"/>
                  </a:cubicBezTo>
                  <a:cubicBezTo>
                    <a:pt x="20022" y="1569"/>
                    <a:pt x="19985" y="1561"/>
                    <a:pt x="19940" y="1544"/>
                  </a:cubicBezTo>
                  <a:cubicBezTo>
                    <a:pt x="19921" y="1525"/>
                    <a:pt x="19891" y="1518"/>
                    <a:pt x="19855" y="1518"/>
                  </a:cubicBezTo>
                  <a:cubicBezTo>
                    <a:pt x="19775" y="1518"/>
                    <a:pt x="19669" y="1553"/>
                    <a:pt x="19606" y="1574"/>
                  </a:cubicBezTo>
                  <a:cubicBezTo>
                    <a:pt x="19563" y="1595"/>
                    <a:pt x="19490" y="1617"/>
                    <a:pt x="19429" y="1617"/>
                  </a:cubicBezTo>
                  <a:cubicBezTo>
                    <a:pt x="19404" y="1617"/>
                    <a:pt x="19381" y="1613"/>
                    <a:pt x="19363" y="1604"/>
                  </a:cubicBezTo>
                  <a:lnTo>
                    <a:pt x="19150" y="1392"/>
                  </a:lnTo>
                  <a:cubicBezTo>
                    <a:pt x="19044" y="1480"/>
                    <a:pt x="18948" y="1527"/>
                    <a:pt x="18886" y="1527"/>
                  </a:cubicBezTo>
                  <a:cubicBezTo>
                    <a:pt x="18842" y="1527"/>
                    <a:pt x="18816" y="1503"/>
                    <a:pt x="18816" y="1452"/>
                  </a:cubicBezTo>
                  <a:lnTo>
                    <a:pt x="18633" y="1544"/>
                  </a:lnTo>
                  <a:cubicBezTo>
                    <a:pt x="18603" y="1544"/>
                    <a:pt x="18512" y="1574"/>
                    <a:pt x="18512" y="1574"/>
                  </a:cubicBezTo>
                  <a:cubicBezTo>
                    <a:pt x="18483" y="1532"/>
                    <a:pt x="18436" y="1509"/>
                    <a:pt x="18386" y="1509"/>
                  </a:cubicBezTo>
                  <a:cubicBezTo>
                    <a:pt x="18329" y="1509"/>
                    <a:pt x="18271" y="1539"/>
                    <a:pt x="18238" y="1604"/>
                  </a:cubicBezTo>
                  <a:cubicBezTo>
                    <a:pt x="18165" y="1799"/>
                    <a:pt x="18034" y="1857"/>
                    <a:pt x="17844" y="1857"/>
                  </a:cubicBezTo>
                  <a:cubicBezTo>
                    <a:pt x="17797" y="1857"/>
                    <a:pt x="17746" y="1854"/>
                    <a:pt x="17691" y="1847"/>
                  </a:cubicBezTo>
                  <a:cubicBezTo>
                    <a:pt x="17630" y="1847"/>
                    <a:pt x="17539" y="1878"/>
                    <a:pt x="17448" y="1908"/>
                  </a:cubicBezTo>
                  <a:lnTo>
                    <a:pt x="17417" y="1908"/>
                  </a:lnTo>
                  <a:cubicBezTo>
                    <a:pt x="17387" y="1878"/>
                    <a:pt x="17357" y="1847"/>
                    <a:pt x="17387" y="1787"/>
                  </a:cubicBezTo>
                  <a:lnTo>
                    <a:pt x="17448" y="1787"/>
                  </a:lnTo>
                  <a:cubicBezTo>
                    <a:pt x="17493" y="1772"/>
                    <a:pt x="17425" y="1756"/>
                    <a:pt x="17330" y="1756"/>
                  </a:cubicBezTo>
                  <a:cubicBezTo>
                    <a:pt x="17235" y="1756"/>
                    <a:pt x="17114" y="1772"/>
                    <a:pt x="17053" y="1817"/>
                  </a:cubicBezTo>
                  <a:cubicBezTo>
                    <a:pt x="17031" y="1839"/>
                    <a:pt x="17002" y="1849"/>
                    <a:pt x="16971" y="1849"/>
                  </a:cubicBezTo>
                  <a:cubicBezTo>
                    <a:pt x="16913" y="1849"/>
                    <a:pt x="16849" y="1815"/>
                    <a:pt x="16810" y="1756"/>
                  </a:cubicBezTo>
                  <a:cubicBezTo>
                    <a:pt x="16810" y="1745"/>
                    <a:pt x="16807" y="1740"/>
                    <a:pt x="16804" y="1740"/>
                  </a:cubicBezTo>
                  <a:cubicBezTo>
                    <a:pt x="16787" y="1740"/>
                    <a:pt x="16743" y="1829"/>
                    <a:pt x="16718" y="1878"/>
                  </a:cubicBezTo>
                  <a:cubicBezTo>
                    <a:pt x="16703" y="1908"/>
                    <a:pt x="16658" y="1923"/>
                    <a:pt x="16589" y="1923"/>
                  </a:cubicBezTo>
                  <a:cubicBezTo>
                    <a:pt x="16521" y="1923"/>
                    <a:pt x="16430" y="1908"/>
                    <a:pt x="16323" y="1878"/>
                  </a:cubicBezTo>
                  <a:lnTo>
                    <a:pt x="16262" y="1787"/>
                  </a:lnTo>
                  <a:cubicBezTo>
                    <a:pt x="16236" y="1754"/>
                    <a:pt x="16208" y="1743"/>
                    <a:pt x="16178" y="1743"/>
                  </a:cubicBezTo>
                  <a:cubicBezTo>
                    <a:pt x="16102" y="1743"/>
                    <a:pt x="16017" y="1817"/>
                    <a:pt x="15949" y="1817"/>
                  </a:cubicBezTo>
                  <a:cubicBezTo>
                    <a:pt x="15918" y="1817"/>
                    <a:pt x="15890" y="1801"/>
                    <a:pt x="15867" y="1756"/>
                  </a:cubicBezTo>
                  <a:cubicBezTo>
                    <a:pt x="15861" y="1750"/>
                    <a:pt x="15848" y="1748"/>
                    <a:pt x="15830" y="1748"/>
                  </a:cubicBezTo>
                  <a:cubicBezTo>
                    <a:pt x="15757" y="1748"/>
                    <a:pt x="15606" y="1787"/>
                    <a:pt x="15533" y="1787"/>
                  </a:cubicBezTo>
                  <a:cubicBezTo>
                    <a:pt x="15320" y="1787"/>
                    <a:pt x="15259" y="1817"/>
                    <a:pt x="15320" y="1939"/>
                  </a:cubicBezTo>
                  <a:lnTo>
                    <a:pt x="15259" y="2121"/>
                  </a:lnTo>
                  <a:cubicBezTo>
                    <a:pt x="15320" y="2182"/>
                    <a:pt x="15199" y="2273"/>
                    <a:pt x="15016" y="2334"/>
                  </a:cubicBezTo>
                  <a:lnTo>
                    <a:pt x="15016" y="2121"/>
                  </a:lnTo>
                  <a:cubicBezTo>
                    <a:pt x="14986" y="2060"/>
                    <a:pt x="14864" y="1999"/>
                    <a:pt x="14803" y="1939"/>
                  </a:cubicBezTo>
                  <a:lnTo>
                    <a:pt x="14712" y="1908"/>
                  </a:lnTo>
                  <a:cubicBezTo>
                    <a:pt x="14560" y="1939"/>
                    <a:pt x="14408" y="1999"/>
                    <a:pt x="14287" y="2091"/>
                  </a:cubicBezTo>
                  <a:lnTo>
                    <a:pt x="14104" y="1999"/>
                  </a:lnTo>
                  <a:cubicBezTo>
                    <a:pt x="14074" y="1999"/>
                    <a:pt x="14013" y="2030"/>
                    <a:pt x="13983" y="2030"/>
                  </a:cubicBezTo>
                  <a:lnTo>
                    <a:pt x="13740" y="2182"/>
                  </a:lnTo>
                  <a:cubicBezTo>
                    <a:pt x="13740" y="2093"/>
                    <a:pt x="13688" y="2046"/>
                    <a:pt x="13603" y="2046"/>
                  </a:cubicBezTo>
                  <a:cubicBezTo>
                    <a:pt x="13542" y="2046"/>
                    <a:pt x="13464" y="2070"/>
                    <a:pt x="13375" y="2121"/>
                  </a:cubicBezTo>
                  <a:lnTo>
                    <a:pt x="13588" y="2334"/>
                  </a:lnTo>
                  <a:cubicBezTo>
                    <a:pt x="13588" y="2334"/>
                    <a:pt x="13527" y="2425"/>
                    <a:pt x="13496" y="2425"/>
                  </a:cubicBezTo>
                  <a:cubicBezTo>
                    <a:pt x="13466" y="2395"/>
                    <a:pt x="13405" y="2395"/>
                    <a:pt x="13375" y="2364"/>
                  </a:cubicBezTo>
                  <a:cubicBezTo>
                    <a:pt x="13436" y="2212"/>
                    <a:pt x="13284" y="2121"/>
                    <a:pt x="13162" y="2030"/>
                  </a:cubicBezTo>
                  <a:cubicBezTo>
                    <a:pt x="13101" y="2030"/>
                    <a:pt x="13101" y="2182"/>
                    <a:pt x="13132" y="2243"/>
                  </a:cubicBezTo>
                  <a:cubicBezTo>
                    <a:pt x="13149" y="2260"/>
                    <a:pt x="13045" y="2278"/>
                    <a:pt x="12937" y="2278"/>
                  </a:cubicBezTo>
                  <a:cubicBezTo>
                    <a:pt x="12857" y="2278"/>
                    <a:pt x="12775" y="2268"/>
                    <a:pt x="12737" y="2243"/>
                  </a:cubicBezTo>
                  <a:cubicBezTo>
                    <a:pt x="12709" y="2215"/>
                    <a:pt x="12676" y="2200"/>
                    <a:pt x="12644" y="2200"/>
                  </a:cubicBezTo>
                  <a:cubicBezTo>
                    <a:pt x="12606" y="2200"/>
                    <a:pt x="12571" y="2223"/>
                    <a:pt x="12554" y="2273"/>
                  </a:cubicBezTo>
                  <a:cubicBezTo>
                    <a:pt x="12554" y="2286"/>
                    <a:pt x="12537" y="2290"/>
                    <a:pt x="12510" y="2290"/>
                  </a:cubicBezTo>
                  <a:cubicBezTo>
                    <a:pt x="12419" y="2290"/>
                    <a:pt x="12208" y="2238"/>
                    <a:pt x="12089" y="2238"/>
                  </a:cubicBezTo>
                  <a:cubicBezTo>
                    <a:pt x="12069" y="2238"/>
                    <a:pt x="12051" y="2239"/>
                    <a:pt x="12037" y="2243"/>
                  </a:cubicBezTo>
                  <a:cubicBezTo>
                    <a:pt x="11885" y="2243"/>
                    <a:pt x="11764" y="2303"/>
                    <a:pt x="11764" y="2334"/>
                  </a:cubicBezTo>
                  <a:cubicBezTo>
                    <a:pt x="11733" y="2364"/>
                    <a:pt x="11733" y="2395"/>
                    <a:pt x="11673" y="2395"/>
                  </a:cubicBezTo>
                  <a:cubicBezTo>
                    <a:pt x="11581" y="2395"/>
                    <a:pt x="11521" y="2334"/>
                    <a:pt x="11430" y="2334"/>
                  </a:cubicBezTo>
                  <a:cubicBezTo>
                    <a:pt x="11369" y="2334"/>
                    <a:pt x="11308" y="2334"/>
                    <a:pt x="11247" y="2364"/>
                  </a:cubicBezTo>
                  <a:lnTo>
                    <a:pt x="11156" y="2425"/>
                  </a:lnTo>
                  <a:cubicBezTo>
                    <a:pt x="11148" y="2409"/>
                    <a:pt x="11136" y="2402"/>
                    <a:pt x="11121" y="2402"/>
                  </a:cubicBezTo>
                  <a:cubicBezTo>
                    <a:pt x="11078" y="2402"/>
                    <a:pt x="11011" y="2464"/>
                    <a:pt x="10943" y="2577"/>
                  </a:cubicBezTo>
                  <a:lnTo>
                    <a:pt x="10822" y="2607"/>
                  </a:lnTo>
                  <a:lnTo>
                    <a:pt x="10700" y="2668"/>
                  </a:lnTo>
                  <a:cubicBezTo>
                    <a:pt x="10487" y="2668"/>
                    <a:pt x="10487" y="2759"/>
                    <a:pt x="10548" y="2790"/>
                  </a:cubicBezTo>
                  <a:cubicBezTo>
                    <a:pt x="10609" y="2820"/>
                    <a:pt x="10518" y="2942"/>
                    <a:pt x="10335" y="3063"/>
                  </a:cubicBezTo>
                  <a:lnTo>
                    <a:pt x="10487" y="3246"/>
                  </a:lnTo>
                  <a:cubicBezTo>
                    <a:pt x="10487" y="3276"/>
                    <a:pt x="10487" y="3337"/>
                    <a:pt x="10426" y="3367"/>
                  </a:cubicBezTo>
                  <a:lnTo>
                    <a:pt x="10335" y="3398"/>
                  </a:lnTo>
                  <a:cubicBezTo>
                    <a:pt x="10183" y="3398"/>
                    <a:pt x="10214" y="3185"/>
                    <a:pt x="10244" y="3154"/>
                  </a:cubicBezTo>
                  <a:cubicBezTo>
                    <a:pt x="10274" y="3063"/>
                    <a:pt x="10244" y="2972"/>
                    <a:pt x="10153" y="2942"/>
                  </a:cubicBezTo>
                  <a:lnTo>
                    <a:pt x="10122" y="2881"/>
                  </a:lnTo>
                  <a:cubicBezTo>
                    <a:pt x="10092" y="2820"/>
                    <a:pt x="10122" y="2729"/>
                    <a:pt x="10031" y="2729"/>
                  </a:cubicBezTo>
                  <a:cubicBezTo>
                    <a:pt x="10001" y="2729"/>
                    <a:pt x="9967" y="2732"/>
                    <a:pt x="9936" y="2732"/>
                  </a:cubicBezTo>
                  <a:cubicBezTo>
                    <a:pt x="9873" y="2732"/>
                    <a:pt x="9819" y="2719"/>
                    <a:pt x="9819" y="2638"/>
                  </a:cubicBezTo>
                  <a:lnTo>
                    <a:pt x="9819" y="2577"/>
                  </a:lnTo>
                  <a:cubicBezTo>
                    <a:pt x="9797" y="2572"/>
                    <a:pt x="9777" y="2569"/>
                    <a:pt x="9760" y="2569"/>
                  </a:cubicBezTo>
                  <a:cubicBezTo>
                    <a:pt x="9677" y="2569"/>
                    <a:pt x="9636" y="2624"/>
                    <a:pt x="9636" y="2699"/>
                  </a:cubicBezTo>
                  <a:cubicBezTo>
                    <a:pt x="9653" y="2766"/>
                    <a:pt x="9549" y="2787"/>
                    <a:pt x="9427" y="2787"/>
                  </a:cubicBezTo>
                  <a:cubicBezTo>
                    <a:pt x="9328" y="2787"/>
                    <a:pt x="9218" y="2773"/>
                    <a:pt x="9150" y="2759"/>
                  </a:cubicBezTo>
                  <a:cubicBezTo>
                    <a:pt x="9128" y="2754"/>
                    <a:pt x="9109" y="2751"/>
                    <a:pt x="9091" y="2751"/>
                  </a:cubicBezTo>
                  <a:cubicBezTo>
                    <a:pt x="9011" y="2751"/>
                    <a:pt x="8984" y="2806"/>
                    <a:pt x="9059" y="2881"/>
                  </a:cubicBezTo>
                  <a:lnTo>
                    <a:pt x="8907" y="3003"/>
                  </a:lnTo>
                  <a:cubicBezTo>
                    <a:pt x="8876" y="3033"/>
                    <a:pt x="8907" y="3185"/>
                    <a:pt x="8937" y="3246"/>
                  </a:cubicBezTo>
                  <a:lnTo>
                    <a:pt x="9059" y="3398"/>
                  </a:lnTo>
                  <a:cubicBezTo>
                    <a:pt x="9035" y="3415"/>
                    <a:pt x="9004" y="3423"/>
                    <a:pt x="8969" y="3423"/>
                  </a:cubicBezTo>
                  <a:cubicBezTo>
                    <a:pt x="8818" y="3423"/>
                    <a:pt x="8585" y="3289"/>
                    <a:pt x="8512" y="3215"/>
                  </a:cubicBezTo>
                  <a:cubicBezTo>
                    <a:pt x="8420" y="3094"/>
                    <a:pt x="8603" y="2972"/>
                    <a:pt x="8694" y="2972"/>
                  </a:cubicBezTo>
                  <a:cubicBezTo>
                    <a:pt x="8785" y="2972"/>
                    <a:pt x="8664" y="2759"/>
                    <a:pt x="8603" y="2729"/>
                  </a:cubicBezTo>
                  <a:cubicBezTo>
                    <a:pt x="8584" y="2710"/>
                    <a:pt x="8550" y="2703"/>
                    <a:pt x="8511" y="2703"/>
                  </a:cubicBezTo>
                  <a:cubicBezTo>
                    <a:pt x="8425" y="2703"/>
                    <a:pt x="8310" y="2738"/>
                    <a:pt x="8268" y="2759"/>
                  </a:cubicBezTo>
                  <a:cubicBezTo>
                    <a:pt x="8257" y="2783"/>
                    <a:pt x="8227" y="2792"/>
                    <a:pt x="8189" y="2792"/>
                  </a:cubicBezTo>
                  <a:cubicBezTo>
                    <a:pt x="8126" y="2792"/>
                    <a:pt x="8040" y="2767"/>
                    <a:pt x="7964" y="2729"/>
                  </a:cubicBezTo>
                  <a:lnTo>
                    <a:pt x="7843" y="2668"/>
                  </a:lnTo>
                  <a:lnTo>
                    <a:pt x="7569" y="2668"/>
                  </a:lnTo>
                  <a:cubicBezTo>
                    <a:pt x="7496" y="2693"/>
                    <a:pt x="7462" y="2815"/>
                    <a:pt x="7341" y="2815"/>
                  </a:cubicBezTo>
                  <a:cubicBezTo>
                    <a:pt x="7312" y="2815"/>
                    <a:pt x="7277" y="2808"/>
                    <a:pt x="7235" y="2790"/>
                  </a:cubicBezTo>
                  <a:cubicBezTo>
                    <a:pt x="7202" y="2775"/>
                    <a:pt x="7176" y="2769"/>
                    <a:pt x="7155" y="2769"/>
                  </a:cubicBezTo>
                  <a:cubicBezTo>
                    <a:pt x="7045" y="2769"/>
                    <a:pt x="7094" y="2946"/>
                    <a:pt x="6992" y="2972"/>
                  </a:cubicBezTo>
                  <a:cubicBezTo>
                    <a:pt x="6977" y="2987"/>
                    <a:pt x="6961" y="2995"/>
                    <a:pt x="6946" y="2995"/>
                  </a:cubicBezTo>
                  <a:cubicBezTo>
                    <a:pt x="6931" y="2995"/>
                    <a:pt x="6916" y="2987"/>
                    <a:pt x="6901" y="2972"/>
                  </a:cubicBezTo>
                  <a:cubicBezTo>
                    <a:pt x="6865" y="2936"/>
                    <a:pt x="6834" y="2924"/>
                    <a:pt x="6804" y="2924"/>
                  </a:cubicBezTo>
                  <a:cubicBezTo>
                    <a:pt x="6757" y="2924"/>
                    <a:pt x="6713" y="2954"/>
                    <a:pt x="6657" y="2972"/>
                  </a:cubicBezTo>
                  <a:cubicBezTo>
                    <a:pt x="6475" y="3033"/>
                    <a:pt x="6293" y="3154"/>
                    <a:pt x="6171" y="3306"/>
                  </a:cubicBezTo>
                  <a:lnTo>
                    <a:pt x="6141" y="3337"/>
                  </a:lnTo>
                  <a:cubicBezTo>
                    <a:pt x="6049" y="3337"/>
                    <a:pt x="6201" y="3428"/>
                    <a:pt x="6475" y="3519"/>
                  </a:cubicBezTo>
                  <a:lnTo>
                    <a:pt x="6505" y="3610"/>
                  </a:lnTo>
                  <a:cubicBezTo>
                    <a:pt x="6536" y="3671"/>
                    <a:pt x="6566" y="3823"/>
                    <a:pt x="6475" y="3823"/>
                  </a:cubicBezTo>
                  <a:cubicBezTo>
                    <a:pt x="6262" y="3823"/>
                    <a:pt x="6049" y="3914"/>
                    <a:pt x="5958" y="4097"/>
                  </a:cubicBezTo>
                  <a:cubicBezTo>
                    <a:pt x="5922" y="4133"/>
                    <a:pt x="5886" y="4145"/>
                    <a:pt x="5851" y="4145"/>
                  </a:cubicBezTo>
                  <a:cubicBezTo>
                    <a:pt x="5777" y="4145"/>
                    <a:pt x="5705" y="4092"/>
                    <a:pt x="5638" y="4092"/>
                  </a:cubicBezTo>
                  <a:cubicBezTo>
                    <a:pt x="5601" y="4092"/>
                    <a:pt x="5566" y="4108"/>
                    <a:pt x="5533" y="4158"/>
                  </a:cubicBezTo>
                  <a:lnTo>
                    <a:pt x="5442" y="4158"/>
                  </a:lnTo>
                  <a:cubicBezTo>
                    <a:pt x="5411" y="4127"/>
                    <a:pt x="5411" y="4097"/>
                    <a:pt x="5411" y="4036"/>
                  </a:cubicBezTo>
                  <a:lnTo>
                    <a:pt x="5411" y="4006"/>
                  </a:lnTo>
                  <a:cubicBezTo>
                    <a:pt x="5442" y="3975"/>
                    <a:pt x="5290" y="3854"/>
                    <a:pt x="5229" y="3823"/>
                  </a:cubicBezTo>
                  <a:cubicBezTo>
                    <a:pt x="5208" y="3809"/>
                    <a:pt x="5183" y="3803"/>
                    <a:pt x="5158" y="3803"/>
                  </a:cubicBezTo>
                  <a:cubicBezTo>
                    <a:pt x="5074" y="3803"/>
                    <a:pt x="4979" y="3868"/>
                    <a:pt x="4955" y="3914"/>
                  </a:cubicBezTo>
                  <a:cubicBezTo>
                    <a:pt x="4894" y="4006"/>
                    <a:pt x="4834" y="4127"/>
                    <a:pt x="4803" y="4218"/>
                  </a:cubicBezTo>
                  <a:lnTo>
                    <a:pt x="4621" y="4249"/>
                  </a:lnTo>
                  <a:lnTo>
                    <a:pt x="4499" y="4249"/>
                  </a:lnTo>
                  <a:cubicBezTo>
                    <a:pt x="4378" y="4249"/>
                    <a:pt x="4347" y="4401"/>
                    <a:pt x="4469" y="4583"/>
                  </a:cubicBezTo>
                  <a:lnTo>
                    <a:pt x="4560" y="4705"/>
                  </a:lnTo>
                  <a:cubicBezTo>
                    <a:pt x="4539" y="4726"/>
                    <a:pt x="4502" y="4748"/>
                    <a:pt x="4472" y="4748"/>
                  </a:cubicBezTo>
                  <a:cubicBezTo>
                    <a:pt x="4459" y="4748"/>
                    <a:pt x="4447" y="4744"/>
                    <a:pt x="4439" y="4735"/>
                  </a:cubicBezTo>
                  <a:cubicBezTo>
                    <a:pt x="4378" y="4735"/>
                    <a:pt x="4408" y="4857"/>
                    <a:pt x="4439" y="5009"/>
                  </a:cubicBezTo>
                  <a:lnTo>
                    <a:pt x="4226" y="5100"/>
                  </a:lnTo>
                  <a:cubicBezTo>
                    <a:pt x="4142" y="5136"/>
                    <a:pt x="4058" y="5153"/>
                    <a:pt x="3983" y="5153"/>
                  </a:cubicBezTo>
                  <a:cubicBezTo>
                    <a:pt x="3869" y="5153"/>
                    <a:pt x="3776" y="5113"/>
                    <a:pt x="3739" y="5039"/>
                  </a:cubicBezTo>
                  <a:lnTo>
                    <a:pt x="4043" y="5039"/>
                  </a:lnTo>
                  <a:cubicBezTo>
                    <a:pt x="4104" y="5009"/>
                    <a:pt x="4135" y="4948"/>
                    <a:pt x="4104" y="4887"/>
                  </a:cubicBezTo>
                  <a:lnTo>
                    <a:pt x="4074" y="4857"/>
                  </a:lnTo>
                  <a:cubicBezTo>
                    <a:pt x="4023" y="4818"/>
                    <a:pt x="3961" y="4802"/>
                    <a:pt x="3900" y="4802"/>
                  </a:cubicBezTo>
                  <a:cubicBezTo>
                    <a:pt x="3815" y="4802"/>
                    <a:pt x="3732" y="4834"/>
                    <a:pt x="3679" y="4887"/>
                  </a:cubicBezTo>
                  <a:lnTo>
                    <a:pt x="3557" y="5039"/>
                  </a:lnTo>
                  <a:cubicBezTo>
                    <a:pt x="3582" y="5215"/>
                    <a:pt x="3545" y="5328"/>
                    <a:pt x="3480" y="5328"/>
                  </a:cubicBezTo>
                  <a:cubicBezTo>
                    <a:pt x="3466" y="5328"/>
                    <a:pt x="3451" y="5323"/>
                    <a:pt x="3435" y="5313"/>
                  </a:cubicBezTo>
                  <a:lnTo>
                    <a:pt x="3344" y="5282"/>
                  </a:lnTo>
                  <a:lnTo>
                    <a:pt x="3283" y="5252"/>
                  </a:lnTo>
                  <a:cubicBezTo>
                    <a:pt x="3166" y="5296"/>
                    <a:pt x="3041" y="5333"/>
                    <a:pt x="2916" y="5359"/>
                  </a:cubicBezTo>
                  <a:lnTo>
                    <a:pt x="2916" y="5359"/>
                  </a:lnTo>
                  <a:lnTo>
                    <a:pt x="2919" y="5343"/>
                  </a:lnTo>
                  <a:cubicBezTo>
                    <a:pt x="2919" y="5343"/>
                    <a:pt x="2949" y="5313"/>
                    <a:pt x="2980" y="5313"/>
                  </a:cubicBezTo>
                  <a:cubicBezTo>
                    <a:pt x="3131" y="5282"/>
                    <a:pt x="3131" y="5282"/>
                    <a:pt x="3071" y="5221"/>
                  </a:cubicBezTo>
                  <a:lnTo>
                    <a:pt x="3010" y="5130"/>
                  </a:lnTo>
                  <a:cubicBezTo>
                    <a:pt x="2991" y="5111"/>
                    <a:pt x="2972" y="5095"/>
                    <a:pt x="2954" y="5081"/>
                  </a:cubicBezTo>
                  <a:lnTo>
                    <a:pt x="2954" y="5081"/>
                  </a:lnTo>
                  <a:cubicBezTo>
                    <a:pt x="2922" y="5172"/>
                    <a:pt x="2904" y="5265"/>
                    <a:pt x="2895" y="5364"/>
                  </a:cubicBezTo>
                  <a:lnTo>
                    <a:pt x="2895" y="5364"/>
                  </a:lnTo>
                  <a:cubicBezTo>
                    <a:pt x="2902" y="5362"/>
                    <a:pt x="2909" y="5361"/>
                    <a:pt x="2916" y="5359"/>
                  </a:cubicBezTo>
                  <a:lnTo>
                    <a:pt x="2916" y="5359"/>
                  </a:lnTo>
                  <a:lnTo>
                    <a:pt x="2888" y="5525"/>
                  </a:lnTo>
                  <a:cubicBezTo>
                    <a:pt x="2888" y="5470"/>
                    <a:pt x="2890" y="5416"/>
                    <a:pt x="2895" y="5364"/>
                  </a:cubicBezTo>
                  <a:lnTo>
                    <a:pt x="2895" y="5364"/>
                  </a:lnTo>
                  <a:cubicBezTo>
                    <a:pt x="2769" y="5389"/>
                    <a:pt x="2643" y="5404"/>
                    <a:pt x="2524" y="5404"/>
                  </a:cubicBezTo>
                  <a:cubicBezTo>
                    <a:pt x="2524" y="5343"/>
                    <a:pt x="2645" y="5313"/>
                    <a:pt x="2706" y="5282"/>
                  </a:cubicBezTo>
                  <a:cubicBezTo>
                    <a:pt x="2767" y="5282"/>
                    <a:pt x="2828" y="5130"/>
                    <a:pt x="2828" y="5069"/>
                  </a:cubicBezTo>
                  <a:cubicBezTo>
                    <a:pt x="2828" y="5048"/>
                    <a:pt x="2839" y="5038"/>
                    <a:pt x="2858" y="5038"/>
                  </a:cubicBezTo>
                  <a:cubicBezTo>
                    <a:pt x="2881" y="5038"/>
                    <a:pt x="2916" y="5053"/>
                    <a:pt x="2954" y="5081"/>
                  </a:cubicBezTo>
                  <a:lnTo>
                    <a:pt x="2954" y="5081"/>
                  </a:lnTo>
                  <a:cubicBezTo>
                    <a:pt x="2969" y="5037"/>
                    <a:pt x="2988" y="4992"/>
                    <a:pt x="3010" y="4948"/>
                  </a:cubicBezTo>
                  <a:lnTo>
                    <a:pt x="2919" y="4826"/>
                  </a:lnTo>
                  <a:cubicBezTo>
                    <a:pt x="2885" y="4743"/>
                    <a:pt x="2797" y="4696"/>
                    <a:pt x="2714" y="4696"/>
                  </a:cubicBezTo>
                  <a:cubicBezTo>
                    <a:pt x="2646" y="4696"/>
                    <a:pt x="2581" y="4727"/>
                    <a:pt x="2554" y="4796"/>
                  </a:cubicBezTo>
                  <a:cubicBezTo>
                    <a:pt x="2524" y="4826"/>
                    <a:pt x="2524" y="4857"/>
                    <a:pt x="2554" y="4887"/>
                  </a:cubicBezTo>
                  <a:cubicBezTo>
                    <a:pt x="2706" y="5039"/>
                    <a:pt x="2676" y="5100"/>
                    <a:pt x="2584" y="5161"/>
                  </a:cubicBezTo>
                  <a:cubicBezTo>
                    <a:pt x="2463" y="5221"/>
                    <a:pt x="2280" y="5282"/>
                    <a:pt x="2189" y="5313"/>
                  </a:cubicBezTo>
                  <a:cubicBezTo>
                    <a:pt x="2128" y="5343"/>
                    <a:pt x="2007" y="5373"/>
                    <a:pt x="2007" y="5434"/>
                  </a:cubicBezTo>
                  <a:cubicBezTo>
                    <a:pt x="1946" y="5708"/>
                    <a:pt x="1976" y="5708"/>
                    <a:pt x="1794" y="5799"/>
                  </a:cubicBezTo>
                  <a:cubicBezTo>
                    <a:pt x="1733" y="5769"/>
                    <a:pt x="1703" y="5617"/>
                    <a:pt x="1733" y="5556"/>
                  </a:cubicBezTo>
                  <a:cubicBezTo>
                    <a:pt x="1733" y="5495"/>
                    <a:pt x="1672" y="5434"/>
                    <a:pt x="1581" y="5434"/>
                  </a:cubicBezTo>
                  <a:lnTo>
                    <a:pt x="1551" y="5465"/>
                  </a:lnTo>
                  <a:cubicBezTo>
                    <a:pt x="1460" y="5495"/>
                    <a:pt x="1490" y="5586"/>
                    <a:pt x="1551" y="5708"/>
                  </a:cubicBezTo>
                  <a:cubicBezTo>
                    <a:pt x="1581" y="5829"/>
                    <a:pt x="1581" y="5981"/>
                    <a:pt x="1551" y="6103"/>
                  </a:cubicBezTo>
                  <a:cubicBezTo>
                    <a:pt x="1551" y="6103"/>
                    <a:pt x="1277" y="6072"/>
                    <a:pt x="1308" y="5981"/>
                  </a:cubicBezTo>
                  <a:cubicBezTo>
                    <a:pt x="1308" y="5962"/>
                    <a:pt x="1299" y="5955"/>
                    <a:pt x="1286" y="5955"/>
                  </a:cubicBezTo>
                  <a:cubicBezTo>
                    <a:pt x="1257" y="5955"/>
                    <a:pt x="1207" y="5991"/>
                    <a:pt x="1186" y="6012"/>
                  </a:cubicBezTo>
                  <a:cubicBezTo>
                    <a:pt x="1156" y="6072"/>
                    <a:pt x="1065" y="6103"/>
                    <a:pt x="1004" y="6103"/>
                  </a:cubicBezTo>
                  <a:lnTo>
                    <a:pt x="852" y="6103"/>
                  </a:lnTo>
                  <a:cubicBezTo>
                    <a:pt x="761" y="6103"/>
                    <a:pt x="700" y="6194"/>
                    <a:pt x="730" y="6255"/>
                  </a:cubicBezTo>
                  <a:lnTo>
                    <a:pt x="700" y="6255"/>
                  </a:lnTo>
                  <a:cubicBezTo>
                    <a:pt x="578" y="6285"/>
                    <a:pt x="457" y="6316"/>
                    <a:pt x="335" y="6376"/>
                  </a:cubicBezTo>
                  <a:cubicBezTo>
                    <a:pt x="213" y="6437"/>
                    <a:pt x="122" y="6498"/>
                    <a:pt x="62" y="6620"/>
                  </a:cubicBezTo>
                  <a:lnTo>
                    <a:pt x="1" y="6711"/>
                  </a:lnTo>
                  <a:cubicBezTo>
                    <a:pt x="31" y="6734"/>
                    <a:pt x="65" y="6743"/>
                    <a:pt x="100" y="6743"/>
                  </a:cubicBezTo>
                  <a:cubicBezTo>
                    <a:pt x="204" y="6743"/>
                    <a:pt x="312" y="6658"/>
                    <a:pt x="335" y="6589"/>
                  </a:cubicBezTo>
                  <a:cubicBezTo>
                    <a:pt x="350" y="6544"/>
                    <a:pt x="373" y="6521"/>
                    <a:pt x="396" y="6521"/>
                  </a:cubicBezTo>
                  <a:cubicBezTo>
                    <a:pt x="419" y="6521"/>
                    <a:pt x="441" y="6544"/>
                    <a:pt x="457" y="6589"/>
                  </a:cubicBezTo>
                  <a:lnTo>
                    <a:pt x="457" y="6620"/>
                  </a:lnTo>
                  <a:cubicBezTo>
                    <a:pt x="457" y="6680"/>
                    <a:pt x="457" y="6772"/>
                    <a:pt x="578" y="6772"/>
                  </a:cubicBezTo>
                  <a:cubicBezTo>
                    <a:pt x="700" y="6741"/>
                    <a:pt x="669" y="6650"/>
                    <a:pt x="669" y="6589"/>
                  </a:cubicBezTo>
                  <a:cubicBezTo>
                    <a:pt x="791" y="6559"/>
                    <a:pt x="913" y="6528"/>
                    <a:pt x="1034" y="6528"/>
                  </a:cubicBezTo>
                  <a:cubicBezTo>
                    <a:pt x="1095" y="6559"/>
                    <a:pt x="1156" y="6589"/>
                    <a:pt x="1186" y="6680"/>
                  </a:cubicBezTo>
                  <a:cubicBezTo>
                    <a:pt x="1186" y="6680"/>
                    <a:pt x="1254" y="6694"/>
                    <a:pt x="1353" y="6694"/>
                  </a:cubicBezTo>
                  <a:cubicBezTo>
                    <a:pt x="1402" y="6694"/>
                    <a:pt x="1460" y="6691"/>
                    <a:pt x="1521" y="6680"/>
                  </a:cubicBezTo>
                  <a:lnTo>
                    <a:pt x="1521" y="6893"/>
                  </a:lnTo>
                  <a:cubicBezTo>
                    <a:pt x="1551" y="6893"/>
                    <a:pt x="1612" y="6772"/>
                    <a:pt x="1612" y="6741"/>
                  </a:cubicBezTo>
                  <a:cubicBezTo>
                    <a:pt x="1612" y="6711"/>
                    <a:pt x="1824" y="6680"/>
                    <a:pt x="1885" y="6680"/>
                  </a:cubicBezTo>
                  <a:cubicBezTo>
                    <a:pt x="1946" y="6680"/>
                    <a:pt x="2037" y="6832"/>
                    <a:pt x="2037" y="6924"/>
                  </a:cubicBezTo>
                  <a:cubicBezTo>
                    <a:pt x="2037" y="6949"/>
                    <a:pt x="2081" y="6959"/>
                    <a:pt x="2138" y="6959"/>
                  </a:cubicBezTo>
                  <a:cubicBezTo>
                    <a:pt x="2216" y="6959"/>
                    <a:pt x="2319" y="6941"/>
                    <a:pt x="2372" y="6924"/>
                  </a:cubicBezTo>
                  <a:cubicBezTo>
                    <a:pt x="2397" y="6911"/>
                    <a:pt x="2422" y="6904"/>
                    <a:pt x="2447" y="6904"/>
                  </a:cubicBezTo>
                  <a:cubicBezTo>
                    <a:pt x="2483" y="6904"/>
                    <a:pt x="2518" y="6918"/>
                    <a:pt x="2554" y="6954"/>
                  </a:cubicBezTo>
                  <a:cubicBezTo>
                    <a:pt x="2554" y="6954"/>
                    <a:pt x="2615" y="6924"/>
                    <a:pt x="2706" y="6832"/>
                  </a:cubicBezTo>
                  <a:lnTo>
                    <a:pt x="2797" y="6741"/>
                  </a:lnTo>
                  <a:cubicBezTo>
                    <a:pt x="2919" y="6650"/>
                    <a:pt x="3040" y="6528"/>
                    <a:pt x="3101" y="6346"/>
                  </a:cubicBezTo>
                  <a:cubicBezTo>
                    <a:pt x="3101" y="6182"/>
                    <a:pt x="3272" y="6068"/>
                    <a:pt x="3439" y="6068"/>
                  </a:cubicBezTo>
                  <a:cubicBezTo>
                    <a:pt x="3458" y="6068"/>
                    <a:pt x="3477" y="6069"/>
                    <a:pt x="3496" y="6072"/>
                  </a:cubicBezTo>
                  <a:lnTo>
                    <a:pt x="3527" y="6072"/>
                  </a:lnTo>
                  <a:cubicBezTo>
                    <a:pt x="3532" y="6067"/>
                    <a:pt x="3543" y="6064"/>
                    <a:pt x="3557" y="6064"/>
                  </a:cubicBezTo>
                  <a:cubicBezTo>
                    <a:pt x="3620" y="6064"/>
                    <a:pt x="3751" y="6114"/>
                    <a:pt x="3800" y="6164"/>
                  </a:cubicBezTo>
                  <a:cubicBezTo>
                    <a:pt x="3861" y="6224"/>
                    <a:pt x="3557" y="6498"/>
                    <a:pt x="3405" y="6559"/>
                  </a:cubicBezTo>
                  <a:cubicBezTo>
                    <a:pt x="3283" y="6620"/>
                    <a:pt x="3466" y="6680"/>
                    <a:pt x="3557" y="6680"/>
                  </a:cubicBezTo>
                  <a:cubicBezTo>
                    <a:pt x="3679" y="6680"/>
                    <a:pt x="3739" y="6741"/>
                    <a:pt x="3800" y="6832"/>
                  </a:cubicBezTo>
                  <a:cubicBezTo>
                    <a:pt x="3800" y="6893"/>
                    <a:pt x="3831" y="6924"/>
                    <a:pt x="3831" y="6924"/>
                  </a:cubicBezTo>
                  <a:cubicBezTo>
                    <a:pt x="3861" y="6863"/>
                    <a:pt x="3891" y="6802"/>
                    <a:pt x="3891" y="6772"/>
                  </a:cubicBezTo>
                  <a:cubicBezTo>
                    <a:pt x="3891" y="6750"/>
                    <a:pt x="3983" y="6729"/>
                    <a:pt x="4100" y="6729"/>
                  </a:cubicBezTo>
                  <a:cubicBezTo>
                    <a:pt x="4149" y="6729"/>
                    <a:pt x="4203" y="6732"/>
                    <a:pt x="4256" y="6741"/>
                  </a:cubicBezTo>
                  <a:lnTo>
                    <a:pt x="4408" y="6832"/>
                  </a:lnTo>
                  <a:cubicBezTo>
                    <a:pt x="4469" y="6863"/>
                    <a:pt x="4499" y="6924"/>
                    <a:pt x="4408" y="6984"/>
                  </a:cubicBezTo>
                  <a:lnTo>
                    <a:pt x="4347" y="7045"/>
                  </a:lnTo>
                  <a:cubicBezTo>
                    <a:pt x="4337" y="7048"/>
                    <a:pt x="4327" y="7050"/>
                    <a:pt x="4317" y="7050"/>
                  </a:cubicBezTo>
                  <a:cubicBezTo>
                    <a:pt x="4237" y="7050"/>
                    <a:pt x="4162" y="6951"/>
                    <a:pt x="4135" y="6924"/>
                  </a:cubicBezTo>
                  <a:cubicBezTo>
                    <a:pt x="4135" y="6907"/>
                    <a:pt x="4126" y="6900"/>
                    <a:pt x="4111" y="6900"/>
                  </a:cubicBezTo>
                  <a:cubicBezTo>
                    <a:pt x="4069" y="6900"/>
                    <a:pt x="3980" y="6956"/>
                    <a:pt x="3891" y="7045"/>
                  </a:cubicBezTo>
                  <a:lnTo>
                    <a:pt x="4074" y="7197"/>
                  </a:lnTo>
                  <a:cubicBezTo>
                    <a:pt x="4104" y="7258"/>
                    <a:pt x="4135" y="7288"/>
                    <a:pt x="4165" y="7319"/>
                  </a:cubicBezTo>
                  <a:cubicBezTo>
                    <a:pt x="4165" y="7349"/>
                    <a:pt x="4135" y="7410"/>
                    <a:pt x="4104" y="7410"/>
                  </a:cubicBezTo>
                  <a:cubicBezTo>
                    <a:pt x="4043" y="7440"/>
                    <a:pt x="3891" y="7410"/>
                    <a:pt x="4043" y="7531"/>
                  </a:cubicBezTo>
                  <a:lnTo>
                    <a:pt x="4104" y="7592"/>
                  </a:lnTo>
                  <a:cubicBezTo>
                    <a:pt x="4074" y="7744"/>
                    <a:pt x="3527" y="7683"/>
                    <a:pt x="3435" y="7714"/>
                  </a:cubicBezTo>
                  <a:cubicBezTo>
                    <a:pt x="3314" y="7714"/>
                    <a:pt x="3283" y="7531"/>
                    <a:pt x="3223" y="7471"/>
                  </a:cubicBezTo>
                  <a:cubicBezTo>
                    <a:pt x="3207" y="7425"/>
                    <a:pt x="3147" y="7410"/>
                    <a:pt x="3078" y="7410"/>
                  </a:cubicBezTo>
                  <a:cubicBezTo>
                    <a:pt x="3010" y="7410"/>
                    <a:pt x="2934" y="7425"/>
                    <a:pt x="2888" y="7440"/>
                  </a:cubicBezTo>
                  <a:cubicBezTo>
                    <a:pt x="2797" y="7440"/>
                    <a:pt x="2706" y="7440"/>
                    <a:pt x="2615" y="7379"/>
                  </a:cubicBezTo>
                  <a:cubicBezTo>
                    <a:pt x="2607" y="7371"/>
                    <a:pt x="2596" y="7368"/>
                    <a:pt x="2584" y="7368"/>
                  </a:cubicBezTo>
                  <a:cubicBezTo>
                    <a:pt x="2550" y="7368"/>
                    <a:pt x="2499" y="7396"/>
                    <a:pt x="2432" y="7440"/>
                  </a:cubicBezTo>
                  <a:lnTo>
                    <a:pt x="2432" y="7471"/>
                  </a:lnTo>
                  <a:lnTo>
                    <a:pt x="2432" y="7531"/>
                  </a:lnTo>
                  <a:cubicBezTo>
                    <a:pt x="2524" y="7623"/>
                    <a:pt x="2280" y="7683"/>
                    <a:pt x="2159" y="7683"/>
                  </a:cubicBezTo>
                  <a:cubicBezTo>
                    <a:pt x="2037" y="7683"/>
                    <a:pt x="2098" y="7805"/>
                    <a:pt x="2159" y="7835"/>
                  </a:cubicBezTo>
                  <a:cubicBezTo>
                    <a:pt x="2220" y="7896"/>
                    <a:pt x="1824" y="7957"/>
                    <a:pt x="1855" y="8048"/>
                  </a:cubicBezTo>
                  <a:cubicBezTo>
                    <a:pt x="1916" y="8170"/>
                    <a:pt x="1794" y="8291"/>
                    <a:pt x="1642" y="8291"/>
                  </a:cubicBezTo>
                  <a:lnTo>
                    <a:pt x="1429" y="8352"/>
                  </a:lnTo>
                  <a:lnTo>
                    <a:pt x="1369" y="8352"/>
                  </a:lnTo>
                  <a:cubicBezTo>
                    <a:pt x="1247" y="8261"/>
                    <a:pt x="1369" y="7957"/>
                    <a:pt x="1369" y="7866"/>
                  </a:cubicBezTo>
                  <a:cubicBezTo>
                    <a:pt x="1369" y="7801"/>
                    <a:pt x="1360" y="7770"/>
                    <a:pt x="1347" y="7770"/>
                  </a:cubicBezTo>
                  <a:cubicBezTo>
                    <a:pt x="1336" y="7770"/>
                    <a:pt x="1322" y="7793"/>
                    <a:pt x="1308" y="7835"/>
                  </a:cubicBezTo>
                  <a:lnTo>
                    <a:pt x="1125" y="7835"/>
                  </a:lnTo>
                  <a:lnTo>
                    <a:pt x="791" y="7896"/>
                  </a:lnTo>
                  <a:cubicBezTo>
                    <a:pt x="791" y="8018"/>
                    <a:pt x="913" y="8109"/>
                    <a:pt x="973" y="8109"/>
                  </a:cubicBezTo>
                  <a:cubicBezTo>
                    <a:pt x="1034" y="8109"/>
                    <a:pt x="1065" y="8170"/>
                    <a:pt x="1065" y="8231"/>
                  </a:cubicBezTo>
                  <a:lnTo>
                    <a:pt x="1034" y="8261"/>
                  </a:lnTo>
                  <a:cubicBezTo>
                    <a:pt x="973" y="8322"/>
                    <a:pt x="973" y="8352"/>
                    <a:pt x="1034" y="8413"/>
                  </a:cubicBezTo>
                  <a:cubicBezTo>
                    <a:pt x="1065" y="8474"/>
                    <a:pt x="1095" y="8535"/>
                    <a:pt x="1065" y="8626"/>
                  </a:cubicBezTo>
                  <a:cubicBezTo>
                    <a:pt x="1065" y="8656"/>
                    <a:pt x="943" y="8656"/>
                    <a:pt x="882" y="8686"/>
                  </a:cubicBezTo>
                  <a:lnTo>
                    <a:pt x="609" y="8778"/>
                  </a:lnTo>
                  <a:cubicBezTo>
                    <a:pt x="496" y="9003"/>
                    <a:pt x="488" y="9176"/>
                    <a:pt x="560" y="9176"/>
                  </a:cubicBezTo>
                  <a:cubicBezTo>
                    <a:pt x="565" y="9176"/>
                    <a:pt x="572" y="9175"/>
                    <a:pt x="578" y="9173"/>
                  </a:cubicBezTo>
                  <a:lnTo>
                    <a:pt x="639" y="9142"/>
                  </a:lnTo>
                  <a:cubicBezTo>
                    <a:pt x="730" y="9112"/>
                    <a:pt x="639" y="8990"/>
                    <a:pt x="821" y="8990"/>
                  </a:cubicBezTo>
                  <a:lnTo>
                    <a:pt x="913" y="8990"/>
                  </a:lnTo>
                  <a:cubicBezTo>
                    <a:pt x="1004" y="8990"/>
                    <a:pt x="1034" y="9142"/>
                    <a:pt x="1034" y="9203"/>
                  </a:cubicBezTo>
                  <a:cubicBezTo>
                    <a:pt x="1012" y="9248"/>
                    <a:pt x="1055" y="9276"/>
                    <a:pt x="1127" y="9276"/>
                  </a:cubicBezTo>
                  <a:cubicBezTo>
                    <a:pt x="1154" y="9276"/>
                    <a:pt x="1184" y="9272"/>
                    <a:pt x="1217" y="9264"/>
                  </a:cubicBezTo>
                  <a:lnTo>
                    <a:pt x="1551" y="9264"/>
                  </a:lnTo>
                  <a:cubicBezTo>
                    <a:pt x="1642" y="9142"/>
                    <a:pt x="1672" y="9021"/>
                    <a:pt x="1703" y="8869"/>
                  </a:cubicBezTo>
                  <a:lnTo>
                    <a:pt x="1885" y="8838"/>
                  </a:lnTo>
                  <a:cubicBezTo>
                    <a:pt x="1910" y="8834"/>
                    <a:pt x="1934" y="8832"/>
                    <a:pt x="1956" y="8832"/>
                  </a:cubicBezTo>
                  <a:cubicBezTo>
                    <a:pt x="2099" y="8832"/>
                    <a:pt x="2189" y="8908"/>
                    <a:pt x="2189" y="8960"/>
                  </a:cubicBezTo>
                  <a:cubicBezTo>
                    <a:pt x="2159" y="9021"/>
                    <a:pt x="2311" y="9142"/>
                    <a:pt x="2493" y="9264"/>
                  </a:cubicBezTo>
                  <a:lnTo>
                    <a:pt x="2645" y="9051"/>
                  </a:lnTo>
                  <a:cubicBezTo>
                    <a:pt x="2645" y="9021"/>
                    <a:pt x="2706" y="9021"/>
                    <a:pt x="2706" y="9021"/>
                  </a:cubicBezTo>
                  <a:cubicBezTo>
                    <a:pt x="2793" y="9079"/>
                    <a:pt x="2876" y="9100"/>
                    <a:pt x="2957" y="9100"/>
                  </a:cubicBezTo>
                  <a:cubicBezTo>
                    <a:pt x="3131" y="9100"/>
                    <a:pt x="3290" y="9002"/>
                    <a:pt x="3435" y="8960"/>
                  </a:cubicBezTo>
                  <a:lnTo>
                    <a:pt x="3618" y="8899"/>
                  </a:lnTo>
                  <a:lnTo>
                    <a:pt x="3618" y="8899"/>
                  </a:lnTo>
                  <a:cubicBezTo>
                    <a:pt x="3679" y="8960"/>
                    <a:pt x="3618" y="9082"/>
                    <a:pt x="3496" y="9112"/>
                  </a:cubicBezTo>
                  <a:lnTo>
                    <a:pt x="3435" y="9173"/>
                  </a:lnTo>
                  <a:lnTo>
                    <a:pt x="3405" y="9203"/>
                  </a:lnTo>
                  <a:cubicBezTo>
                    <a:pt x="3375" y="9264"/>
                    <a:pt x="3618" y="9355"/>
                    <a:pt x="3679" y="9446"/>
                  </a:cubicBezTo>
                  <a:cubicBezTo>
                    <a:pt x="3724" y="9477"/>
                    <a:pt x="3777" y="9492"/>
                    <a:pt x="3827" y="9492"/>
                  </a:cubicBezTo>
                  <a:cubicBezTo>
                    <a:pt x="3876" y="9492"/>
                    <a:pt x="3922" y="9477"/>
                    <a:pt x="3952" y="9446"/>
                  </a:cubicBezTo>
                  <a:lnTo>
                    <a:pt x="4043" y="9386"/>
                  </a:lnTo>
                  <a:cubicBezTo>
                    <a:pt x="4104" y="9416"/>
                    <a:pt x="4104" y="9507"/>
                    <a:pt x="4104" y="9507"/>
                  </a:cubicBezTo>
                  <a:cubicBezTo>
                    <a:pt x="4074" y="9538"/>
                    <a:pt x="4226" y="9598"/>
                    <a:pt x="4256" y="9629"/>
                  </a:cubicBezTo>
                  <a:cubicBezTo>
                    <a:pt x="4317" y="9629"/>
                    <a:pt x="4408" y="9568"/>
                    <a:pt x="4469" y="9477"/>
                  </a:cubicBezTo>
                  <a:lnTo>
                    <a:pt x="4560" y="9416"/>
                  </a:lnTo>
                  <a:lnTo>
                    <a:pt x="4590" y="9386"/>
                  </a:lnTo>
                  <a:cubicBezTo>
                    <a:pt x="4682" y="9416"/>
                    <a:pt x="4621" y="9629"/>
                    <a:pt x="4682" y="9659"/>
                  </a:cubicBezTo>
                  <a:cubicBezTo>
                    <a:pt x="4746" y="9681"/>
                    <a:pt x="4795" y="9702"/>
                    <a:pt x="4830" y="9702"/>
                  </a:cubicBezTo>
                  <a:cubicBezTo>
                    <a:pt x="4844" y="9702"/>
                    <a:pt x="4855" y="9698"/>
                    <a:pt x="4864" y="9690"/>
                  </a:cubicBezTo>
                  <a:cubicBezTo>
                    <a:pt x="4891" y="9608"/>
                    <a:pt x="4821" y="9502"/>
                    <a:pt x="4936" y="9502"/>
                  </a:cubicBezTo>
                  <a:cubicBezTo>
                    <a:pt x="4950" y="9502"/>
                    <a:pt x="4966" y="9504"/>
                    <a:pt x="4986" y="9507"/>
                  </a:cubicBezTo>
                  <a:cubicBezTo>
                    <a:pt x="5229" y="9538"/>
                    <a:pt x="4925" y="9598"/>
                    <a:pt x="4986" y="9659"/>
                  </a:cubicBezTo>
                  <a:lnTo>
                    <a:pt x="5016" y="9690"/>
                  </a:lnTo>
                  <a:cubicBezTo>
                    <a:pt x="5016" y="9750"/>
                    <a:pt x="5107" y="9750"/>
                    <a:pt x="5259" y="9750"/>
                  </a:cubicBezTo>
                  <a:lnTo>
                    <a:pt x="5290" y="9781"/>
                  </a:lnTo>
                  <a:lnTo>
                    <a:pt x="5350" y="9842"/>
                  </a:lnTo>
                  <a:cubicBezTo>
                    <a:pt x="5381" y="9933"/>
                    <a:pt x="5320" y="10024"/>
                    <a:pt x="5259" y="10085"/>
                  </a:cubicBezTo>
                  <a:cubicBezTo>
                    <a:pt x="5229" y="10115"/>
                    <a:pt x="5229" y="10206"/>
                    <a:pt x="5259" y="10297"/>
                  </a:cubicBezTo>
                  <a:lnTo>
                    <a:pt x="5442" y="10206"/>
                  </a:lnTo>
                  <a:cubicBezTo>
                    <a:pt x="5487" y="10176"/>
                    <a:pt x="5540" y="10161"/>
                    <a:pt x="5597" y="10161"/>
                  </a:cubicBezTo>
                  <a:cubicBezTo>
                    <a:pt x="5654" y="10161"/>
                    <a:pt x="5715" y="10176"/>
                    <a:pt x="5776" y="10206"/>
                  </a:cubicBezTo>
                  <a:lnTo>
                    <a:pt x="6019" y="10176"/>
                  </a:lnTo>
                  <a:cubicBezTo>
                    <a:pt x="6110" y="10085"/>
                    <a:pt x="6049" y="9933"/>
                    <a:pt x="5897" y="9902"/>
                  </a:cubicBezTo>
                  <a:cubicBezTo>
                    <a:pt x="5837" y="9902"/>
                    <a:pt x="5806" y="9963"/>
                    <a:pt x="5837" y="10024"/>
                  </a:cubicBezTo>
                  <a:cubicBezTo>
                    <a:pt x="5837" y="10024"/>
                    <a:pt x="5806" y="10054"/>
                    <a:pt x="5715" y="10054"/>
                  </a:cubicBezTo>
                  <a:lnTo>
                    <a:pt x="5594" y="9963"/>
                  </a:lnTo>
                  <a:cubicBezTo>
                    <a:pt x="5502" y="9811"/>
                    <a:pt x="5654" y="9598"/>
                    <a:pt x="5715" y="9538"/>
                  </a:cubicBezTo>
                  <a:cubicBezTo>
                    <a:pt x="5738" y="9469"/>
                    <a:pt x="5709" y="9435"/>
                    <a:pt x="5655" y="9435"/>
                  </a:cubicBezTo>
                  <a:cubicBezTo>
                    <a:pt x="5637" y="9435"/>
                    <a:pt x="5616" y="9439"/>
                    <a:pt x="5594" y="9446"/>
                  </a:cubicBezTo>
                  <a:lnTo>
                    <a:pt x="5594" y="9568"/>
                  </a:lnTo>
                  <a:cubicBezTo>
                    <a:pt x="5578" y="9674"/>
                    <a:pt x="5548" y="9712"/>
                    <a:pt x="5506" y="9712"/>
                  </a:cubicBezTo>
                  <a:cubicBezTo>
                    <a:pt x="5464" y="9712"/>
                    <a:pt x="5411" y="9674"/>
                    <a:pt x="5350" y="9629"/>
                  </a:cubicBezTo>
                  <a:lnTo>
                    <a:pt x="5320" y="9598"/>
                  </a:lnTo>
                  <a:cubicBezTo>
                    <a:pt x="5259" y="9538"/>
                    <a:pt x="5594" y="9325"/>
                    <a:pt x="6080" y="9142"/>
                  </a:cubicBezTo>
                  <a:lnTo>
                    <a:pt x="6566" y="9355"/>
                  </a:lnTo>
                  <a:cubicBezTo>
                    <a:pt x="6575" y="9360"/>
                    <a:pt x="6585" y="9361"/>
                    <a:pt x="6596" y="9361"/>
                  </a:cubicBezTo>
                  <a:cubicBezTo>
                    <a:pt x="6661" y="9361"/>
                    <a:pt x="6762" y="9294"/>
                    <a:pt x="6840" y="9294"/>
                  </a:cubicBezTo>
                  <a:cubicBezTo>
                    <a:pt x="6864" y="9290"/>
                    <a:pt x="6886" y="9289"/>
                    <a:pt x="6905" y="9289"/>
                  </a:cubicBezTo>
                  <a:cubicBezTo>
                    <a:pt x="7036" y="9289"/>
                    <a:pt x="7075" y="9371"/>
                    <a:pt x="7022" y="9477"/>
                  </a:cubicBezTo>
                  <a:lnTo>
                    <a:pt x="7022" y="9568"/>
                  </a:lnTo>
                  <a:cubicBezTo>
                    <a:pt x="7022" y="9629"/>
                    <a:pt x="6749" y="9781"/>
                    <a:pt x="6688" y="9811"/>
                  </a:cubicBezTo>
                  <a:cubicBezTo>
                    <a:pt x="6597" y="9842"/>
                    <a:pt x="6597" y="9842"/>
                    <a:pt x="6718" y="9842"/>
                  </a:cubicBezTo>
                  <a:lnTo>
                    <a:pt x="6718" y="9994"/>
                  </a:lnTo>
                  <a:lnTo>
                    <a:pt x="6749" y="10115"/>
                  </a:lnTo>
                  <a:cubicBezTo>
                    <a:pt x="6688" y="10130"/>
                    <a:pt x="6673" y="10138"/>
                    <a:pt x="6699" y="10138"/>
                  </a:cubicBezTo>
                  <a:cubicBezTo>
                    <a:pt x="6726" y="10138"/>
                    <a:pt x="6794" y="10130"/>
                    <a:pt x="6901" y="10115"/>
                  </a:cubicBezTo>
                  <a:lnTo>
                    <a:pt x="7113" y="10176"/>
                  </a:lnTo>
                  <a:cubicBezTo>
                    <a:pt x="7126" y="10180"/>
                    <a:pt x="7139" y="10182"/>
                    <a:pt x="7152" y="10182"/>
                  </a:cubicBezTo>
                  <a:cubicBezTo>
                    <a:pt x="7229" y="10182"/>
                    <a:pt x="7300" y="10115"/>
                    <a:pt x="7326" y="10115"/>
                  </a:cubicBezTo>
                  <a:cubicBezTo>
                    <a:pt x="7383" y="10157"/>
                    <a:pt x="7439" y="10180"/>
                    <a:pt x="7492" y="10180"/>
                  </a:cubicBezTo>
                  <a:cubicBezTo>
                    <a:pt x="7554" y="10180"/>
                    <a:pt x="7612" y="10150"/>
                    <a:pt x="7660" y="10085"/>
                  </a:cubicBezTo>
                  <a:lnTo>
                    <a:pt x="7752" y="10085"/>
                  </a:lnTo>
                  <a:cubicBezTo>
                    <a:pt x="7789" y="10110"/>
                    <a:pt x="7827" y="10125"/>
                    <a:pt x="7861" y="10125"/>
                  </a:cubicBezTo>
                  <a:cubicBezTo>
                    <a:pt x="7908" y="10125"/>
                    <a:pt x="7947" y="10095"/>
                    <a:pt x="7964" y="10024"/>
                  </a:cubicBezTo>
                  <a:cubicBezTo>
                    <a:pt x="7964" y="9994"/>
                    <a:pt x="8086" y="9963"/>
                    <a:pt x="8086" y="9963"/>
                  </a:cubicBezTo>
                  <a:cubicBezTo>
                    <a:pt x="8146" y="9999"/>
                    <a:pt x="8201" y="10011"/>
                    <a:pt x="8256" y="10011"/>
                  </a:cubicBezTo>
                  <a:cubicBezTo>
                    <a:pt x="8343" y="10011"/>
                    <a:pt x="8431" y="9982"/>
                    <a:pt x="8542" y="9963"/>
                  </a:cubicBezTo>
                  <a:cubicBezTo>
                    <a:pt x="8659" y="9913"/>
                    <a:pt x="8785" y="9890"/>
                    <a:pt x="8911" y="9890"/>
                  </a:cubicBezTo>
                  <a:cubicBezTo>
                    <a:pt x="9013" y="9890"/>
                    <a:pt x="9115" y="9905"/>
                    <a:pt x="9211" y="9933"/>
                  </a:cubicBezTo>
                  <a:cubicBezTo>
                    <a:pt x="9302" y="9963"/>
                    <a:pt x="9401" y="9978"/>
                    <a:pt x="9496" y="9978"/>
                  </a:cubicBezTo>
                  <a:cubicBezTo>
                    <a:pt x="9591" y="9978"/>
                    <a:pt x="9682" y="9963"/>
                    <a:pt x="9758" y="9933"/>
                  </a:cubicBezTo>
                  <a:cubicBezTo>
                    <a:pt x="9791" y="9922"/>
                    <a:pt x="9825" y="9918"/>
                    <a:pt x="9858" y="9918"/>
                  </a:cubicBezTo>
                  <a:cubicBezTo>
                    <a:pt x="9941" y="9918"/>
                    <a:pt x="10022" y="9942"/>
                    <a:pt x="10100" y="9942"/>
                  </a:cubicBezTo>
                  <a:cubicBezTo>
                    <a:pt x="10161" y="9942"/>
                    <a:pt x="10220" y="9927"/>
                    <a:pt x="10274" y="9872"/>
                  </a:cubicBezTo>
                  <a:lnTo>
                    <a:pt x="10335" y="9811"/>
                  </a:lnTo>
                  <a:cubicBezTo>
                    <a:pt x="10518" y="9842"/>
                    <a:pt x="10578" y="9933"/>
                    <a:pt x="10578" y="9963"/>
                  </a:cubicBezTo>
                  <a:cubicBezTo>
                    <a:pt x="10548" y="9963"/>
                    <a:pt x="10578" y="9994"/>
                    <a:pt x="10609" y="10024"/>
                  </a:cubicBezTo>
                  <a:lnTo>
                    <a:pt x="10639" y="10024"/>
                  </a:lnTo>
                  <a:cubicBezTo>
                    <a:pt x="10882" y="9933"/>
                    <a:pt x="11156" y="9872"/>
                    <a:pt x="11430" y="9872"/>
                  </a:cubicBezTo>
                  <a:cubicBezTo>
                    <a:pt x="11581" y="9872"/>
                    <a:pt x="11673" y="9750"/>
                    <a:pt x="11642" y="9598"/>
                  </a:cubicBezTo>
                  <a:cubicBezTo>
                    <a:pt x="11642" y="9538"/>
                    <a:pt x="11581" y="9507"/>
                    <a:pt x="11551" y="9416"/>
                  </a:cubicBezTo>
                  <a:cubicBezTo>
                    <a:pt x="11529" y="9350"/>
                    <a:pt x="11570" y="9300"/>
                    <a:pt x="11641" y="9300"/>
                  </a:cubicBezTo>
                  <a:cubicBezTo>
                    <a:pt x="11668" y="9300"/>
                    <a:pt x="11700" y="9308"/>
                    <a:pt x="11733" y="9325"/>
                  </a:cubicBezTo>
                  <a:cubicBezTo>
                    <a:pt x="11770" y="9339"/>
                    <a:pt x="11798" y="9345"/>
                    <a:pt x="11819" y="9345"/>
                  </a:cubicBezTo>
                  <a:cubicBezTo>
                    <a:pt x="11887" y="9345"/>
                    <a:pt x="11893" y="9287"/>
                    <a:pt x="11916" y="9264"/>
                  </a:cubicBezTo>
                  <a:cubicBezTo>
                    <a:pt x="11972" y="9226"/>
                    <a:pt x="12052" y="9200"/>
                    <a:pt x="12126" y="9200"/>
                  </a:cubicBezTo>
                  <a:cubicBezTo>
                    <a:pt x="12172" y="9200"/>
                    <a:pt x="12215" y="9210"/>
                    <a:pt x="12250" y="9234"/>
                  </a:cubicBezTo>
                  <a:cubicBezTo>
                    <a:pt x="12341" y="9264"/>
                    <a:pt x="12433" y="9264"/>
                    <a:pt x="12524" y="9294"/>
                  </a:cubicBezTo>
                  <a:lnTo>
                    <a:pt x="12585" y="9051"/>
                  </a:lnTo>
                  <a:cubicBezTo>
                    <a:pt x="12797" y="9082"/>
                    <a:pt x="12980" y="9203"/>
                    <a:pt x="13101" y="9386"/>
                  </a:cubicBezTo>
                  <a:lnTo>
                    <a:pt x="13101" y="9507"/>
                  </a:lnTo>
                  <a:cubicBezTo>
                    <a:pt x="13101" y="9750"/>
                    <a:pt x="13375" y="9659"/>
                    <a:pt x="13527" y="9750"/>
                  </a:cubicBezTo>
                  <a:cubicBezTo>
                    <a:pt x="13563" y="9786"/>
                    <a:pt x="13613" y="9803"/>
                    <a:pt x="13664" y="9803"/>
                  </a:cubicBezTo>
                  <a:cubicBezTo>
                    <a:pt x="13743" y="9803"/>
                    <a:pt x="13824" y="9763"/>
                    <a:pt x="13861" y="9690"/>
                  </a:cubicBezTo>
                  <a:cubicBezTo>
                    <a:pt x="13906" y="9645"/>
                    <a:pt x="13983" y="9617"/>
                    <a:pt x="14057" y="9617"/>
                  </a:cubicBezTo>
                  <a:cubicBezTo>
                    <a:pt x="14084" y="9617"/>
                    <a:pt x="14110" y="9621"/>
                    <a:pt x="14135" y="9629"/>
                  </a:cubicBezTo>
                  <a:cubicBezTo>
                    <a:pt x="14175" y="9659"/>
                    <a:pt x="14212" y="9669"/>
                    <a:pt x="14248" y="9669"/>
                  </a:cubicBezTo>
                  <a:cubicBezTo>
                    <a:pt x="14320" y="9669"/>
                    <a:pt x="14388" y="9629"/>
                    <a:pt x="14469" y="9629"/>
                  </a:cubicBezTo>
                  <a:lnTo>
                    <a:pt x="14591" y="9629"/>
                  </a:lnTo>
                  <a:cubicBezTo>
                    <a:pt x="14773" y="9629"/>
                    <a:pt x="14834" y="9568"/>
                    <a:pt x="14773" y="9477"/>
                  </a:cubicBezTo>
                  <a:lnTo>
                    <a:pt x="14743" y="9416"/>
                  </a:lnTo>
                  <a:cubicBezTo>
                    <a:pt x="14743" y="9386"/>
                    <a:pt x="14773" y="9325"/>
                    <a:pt x="14803" y="9325"/>
                  </a:cubicBezTo>
                  <a:cubicBezTo>
                    <a:pt x="14814" y="9315"/>
                    <a:pt x="14827" y="9311"/>
                    <a:pt x="14842" y="9311"/>
                  </a:cubicBezTo>
                  <a:cubicBezTo>
                    <a:pt x="14871" y="9311"/>
                    <a:pt x="14905" y="9325"/>
                    <a:pt x="14925" y="9325"/>
                  </a:cubicBezTo>
                  <a:lnTo>
                    <a:pt x="15016" y="9446"/>
                  </a:lnTo>
                  <a:cubicBezTo>
                    <a:pt x="15082" y="9512"/>
                    <a:pt x="15148" y="9562"/>
                    <a:pt x="15191" y="9562"/>
                  </a:cubicBezTo>
                  <a:cubicBezTo>
                    <a:pt x="15207" y="9562"/>
                    <a:pt x="15220" y="9555"/>
                    <a:pt x="15229" y="9538"/>
                  </a:cubicBezTo>
                  <a:lnTo>
                    <a:pt x="15229" y="9477"/>
                  </a:lnTo>
                  <a:lnTo>
                    <a:pt x="15229" y="9446"/>
                  </a:lnTo>
                  <a:cubicBezTo>
                    <a:pt x="15229" y="9416"/>
                    <a:pt x="15259" y="9386"/>
                    <a:pt x="15290" y="9386"/>
                  </a:cubicBezTo>
                  <a:lnTo>
                    <a:pt x="15411" y="9477"/>
                  </a:lnTo>
                  <a:cubicBezTo>
                    <a:pt x="15504" y="9570"/>
                    <a:pt x="15615" y="9609"/>
                    <a:pt x="15730" y="9609"/>
                  </a:cubicBezTo>
                  <a:cubicBezTo>
                    <a:pt x="15765" y="9609"/>
                    <a:pt x="15801" y="9606"/>
                    <a:pt x="15837" y="9598"/>
                  </a:cubicBezTo>
                  <a:lnTo>
                    <a:pt x="15958" y="9538"/>
                  </a:lnTo>
                  <a:cubicBezTo>
                    <a:pt x="15971" y="9533"/>
                    <a:pt x="15982" y="9532"/>
                    <a:pt x="15993" y="9532"/>
                  </a:cubicBezTo>
                  <a:cubicBezTo>
                    <a:pt x="16057" y="9532"/>
                    <a:pt x="16080" y="9607"/>
                    <a:pt x="16080" y="9659"/>
                  </a:cubicBezTo>
                  <a:cubicBezTo>
                    <a:pt x="16087" y="9662"/>
                    <a:pt x="16093" y="9664"/>
                    <a:pt x="16100" y="9664"/>
                  </a:cubicBezTo>
                  <a:cubicBezTo>
                    <a:pt x="16153" y="9664"/>
                    <a:pt x="16202" y="9565"/>
                    <a:pt x="16202" y="9538"/>
                  </a:cubicBezTo>
                  <a:cubicBezTo>
                    <a:pt x="16384" y="9477"/>
                    <a:pt x="16597" y="9446"/>
                    <a:pt x="16779" y="9446"/>
                  </a:cubicBezTo>
                  <a:cubicBezTo>
                    <a:pt x="16931" y="9446"/>
                    <a:pt x="17053" y="9507"/>
                    <a:pt x="17144" y="9568"/>
                  </a:cubicBezTo>
                  <a:cubicBezTo>
                    <a:pt x="17150" y="9574"/>
                    <a:pt x="17156" y="9576"/>
                    <a:pt x="17161" y="9576"/>
                  </a:cubicBezTo>
                  <a:cubicBezTo>
                    <a:pt x="17186" y="9576"/>
                    <a:pt x="17211" y="9532"/>
                    <a:pt x="17235" y="9507"/>
                  </a:cubicBezTo>
                  <a:lnTo>
                    <a:pt x="17417" y="9507"/>
                  </a:lnTo>
                  <a:lnTo>
                    <a:pt x="17509" y="9446"/>
                  </a:lnTo>
                  <a:cubicBezTo>
                    <a:pt x="17546" y="9385"/>
                    <a:pt x="17587" y="9363"/>
                    <a:pt x="17628" y="9363"/>
                  </a:cubicBezTo>
                  <a:cubicBezTo>
                    <a:pt x="17688" y="9363"/>
                    <a:pt x="17746" y="9410"/>
                    <a:pt x="17782" y="9446"/>
                  </a:cubicBezTo>
                  <a:lnTo>
                    <a:pt x="17843" y="9507"/>
                  </a:lnTo>
                  <a:cubicBezTo>
                    <a:pt x="17867" y="9543"/>
                    <a:pt x="17910" y="9560"/>
                    <a:pt x="17964" y="9560"/>
                  </a:cubicBezTo>
                  <a:cubicBezTo>
                    <a:pt x="18048" y="9560"/>
                    <a:pt x="18158" y="9520"/>
                    <a:pt x="18269" y="9446"/>
                  </a:cubicBezTo>
                  <a:lnTo>
                    <a:pt x="18481" y="9446"/>
                  </a:lnTo>
                  <a:cubicBezTo>
                    <a:pt x="18533" y="9446"/>
                    <a:pt x="18630" y="9379"/>
                    <a:pt x="18676" y="9379"/>
                  </a:cubicBezTo>
                  <a:cubicBezTo>
                    <a:pt x="18684" y="9379"/>
                    <a:pt x="18690" y="9381"/>
                    <a:pt x="18694" y="9386"/>
                  </a:cubicBezTo>
                  <a:cubicBezTo>
                    <a:pt x="18755" y="9386"/>
                    <a:pt x="18755" y="9507"/>
                    <a:pt x="18816" y="9507"/>
                  </a:cubicBezTo>
                  <a:lnTo>
                    <a:pt x="19059" y="9507"/>
                  </a:lnTo>
                  <a:cubicBezTo>
                    <a:pt x="19067" y="9516"/>
                    <a:pt x="19075" y="9519"/>
                    <a:pt x="19082" y="9519"/>
                  </a:cubicBezTo>
                  <a:cubicBezTo>
                    <a:pt x="19127" y="9519"/>
                    <a:pt x="19146" y="9377"/>
                    <a:pt x="19120" y="9325"/>
                  </a:cubicBezTo>
                  <a:cubicBezTo>
                    <a:pt x="19089" y="9264"/>
                    <a:pt x="19241" y="9051"/>
                    <a:pt x="19241" y="8960"/>
                  </a:cubicBezTo>
                  <a:cubicBezTo>
                    <a:pt x="19222" y="8922"/>
                    <a:pt x="19238" y="8897"/>
                    <a:pt x="19275" y="8897"/>
                  </a:cubicBezTo>
                  <a:cubicBezTo>
                    <a:pt x="19298" y="8897"/>
                    <a:pt x="19328" y="8906"/>
                    <a:pt x="19363" y="8930"/>
                  </a:cubicBezTo>
                  <a:lnTo>
                    <a:pt x="19424" y="8990"/>
                  </a:lnTo>
                  <a:cubicBezTo>
                    <a:pt x="19454" y="9021"/>
                    <a:pt x="19454" y="9021"/>
                    <a:pt x="19454" y="9051"/>
                  </a:cubicBezTo>
                  <a:lnTo>
                    <a:pt x="19363" y="9112"/>
                  </a:lnTo>
                  <a:cubicBezTo>
                    <a:pt x="19424" y="9173"/>
                    <a:pt x="19484" y="9294"/>
                    <a:pt x="19454" y="9386"/>
                  </a:cubicBezTo>
                  <a:lnTo>
                    <a:pt x="19576" y="9386"/>
                  </a:lnTo>
                  <a:cubicBezTo>
                    <a:pt x="19611" y="9394"/>
                    <a:pt x="19644" y="9398"/>
                    <a:pt x="19676" y="9398"/>
                  </a:cubicBezTo>
                  <a:cubicBezTo>
                    <a:pt x="19753" y="9398"/>
                    <a:pt x="19824" y="9377"/>
                    <a:pt x="19910" y="9355"/>
                  </a:cubicBezTo>
                  <a:cubicBezTo>
                    <a:pt x="19942" y="9334"/>
                    <a:pt x="19975" y="9324"/>
                    <a:pt x="20005" y="9324"/>
                  </a:cubicBezTo>
                  <a:cubicBezTo>
                    <a:pt x="20062" y="9324"/>
                    <a:pt x="20114" y="9357"/>
                    <a:pt x="20153" y="9416"/>
                  </a:cubicBezTo>
                  <a:cubicBezTo>
                    <a:pt x="20183" y="9446"/>
                    <a:pt x="20183" y="9538"/>
                    <a:pt x="20214" y="9598"/>
                  </a:cubicBezTo>
                  <a:cubicBezTo>
                    <a:pt x="20244" y="9629"/>
                    <a:pt x="20275" y="9659"/>
                    <a:pt x="20305" y="9659"/>
                  </a:cubicBezTo>
                  <a:cubicBezTo>
                    <a:pt x="20366" y="9629"/>
                    <a:pt x="20396" y="9598"/>
                    <a:pt x="20396" y="9568"/>
                  </a:cubicBezTo>
                  <a:lnTo>
                    <a:pt x="20396" y="9507"/>
                  </a:lnTo>
                  <a:cubicBezTo>
                    <a:pt x="20396" y="9448"/>
                    <a:pt x="20510" y="9415"/>
                    <a:pt x="20681" y="9415"/>
                  </a:cubicBezTo>
                  <a:cubicBezTo>
                    <a:pt x="20775" y="9415"/>
                    <a:pt x="20886" y="9425"/>
                    <a:pt x="21004" y="9446"/>
                  </a:cubicBezTo>
                  <a:lnTo>
                    <a:pt x="21278" y="9386"/>
                  </a:lnTo>
                  <a:lnTo>
                    <a:pt x="21430" y="9355"/>
                  </a:lnTo>
                  <a:cubicBezTo>
                    <a:pt x="21521" y="9355"/>
                    <a:pt x="21642" y="9355"/>
                    <a:pt x="21734" y="9294"/>
                  </a:cubicBezTo>
                  <a:lnTo>
                    <a:pt x="21855" y="9386"/>
                  </a:lnTo>
                  <a:cubicBezTo>
                    <a:pt x="21916" y="9401"/>
                    <a:pt x="21977" y="9408"/>
                    <a:pt x="22034" y="9408"/>
                  </a:cubicBezTo>
                  <a:cubicBezTo>
                    <a:pt x="22091" y="9408"/>
                    <a:pt x="22144" y="9401"/>
                    <a:pt x="22190" y="9386"/>
                  </a:cubicBezTo>
                  <a:cubicBezTo>
                    <a:pt x="22318" y="9312"/>
                    <a:pt x="22458" y="9272"/>
                    <a:pt x="22603" y="9272"/>
                  </a:cubicBezTo>
                  <a:cubicBezTo>
                    <a:pt x="22697" y="9272"/>
                    <a:pt x="22793" y="9289"/>
                    <a:pt x="22889" y="9325"/>
                  </a:cubicBezTo>
                  <a:lnTo>
                    <a:pt x="23071" y="9386"/>
                  </a:lnTo>
                  <a:cubicBezTo>
                    <a:pt x="23092" y="9365"/>
                    <a:pt x="23118" y="9357"/>
                    <a:pt x="23147" y="9357"/>
                  </a:cubicBezTo>
                  <a:cubicBezTo>
                    <a:pt x="23243" y="9357"/>
                    <a:pt x="23354" y="9453"/>
                    <a:pt x="23284" y="9477"/>
                  </a:cubicBezTo>
                  <a:cubicBezTo>
                    <a:pt x="23223" y="9507"/>
                    <a:pt x="23314" y="9598"/>
                    <a:pt x="23375" y="9629"/>
                  </a:cubicBezTo>
                  <a:cubicBezTo>
                    <a:pt x="23380" y="9631"/>
                    <a:pt x="23384" y="9632"/>
                    <a:pt x="23389" y="9632"/>
                  </a:cubicBezTo>
                  <a:cubicBezTo>
                    <a:pt x="23445" y="9632"/>
                    <a:pt x="23497" y="9470"/>
                    <a:pt x="23497" y="9386"/>
                  </a:cubicBezTo>
                  <a:cubicBezTo>
                    <a:pt x="23497" y="9325"/>
                    <a:pt x="23588" y="9294"/>
                    <a:pt x="23740" y="9294"/>
                  </a:cubicBezTo>
                  <a:lnTo>
                    <a:pt x="23831" y="9294"/>
                  </a:lnTo>
                  <a:cubicBezTo>
                    <a:pt x="23944" y="9307"/>
                    <a:pt x="24052" y="9314"/>
                    <a:pt x="24157" y="9314"/>
                  </a:cubicBezTo>
                  <a:cubicBezTo>
                    <a:pt x="24306" y="9314"/>
                    <a:pt x="24448" y="9300"/>
                    <a:pt x="24591" y="9264"/>
                  </a:cubicBezTo>
                  <a:cubicBezTo>
                    <a:pt x="24652" y="9218"/>
                    <a:pt x="24697" y="9188"/>
                    <a:pt x="24735" y="9188"/>
                  </a:cubicBezTo>
                  <a:cubicBezTo>
                    <a:pt x="24773" y="9188"/>
                    <a:pt x="24804" y="9218"/>
                    <a:pt x="24834" y="9294"/>
                  </a:cubicBezTo>
                  <a:cubicBezTo>
                    <a:pt x="24834" y="9355"/>
                    <a:pt x="24864" y="9370"/>
                    <a:pt x="24902" y="9370"/>
                  </a:cubicBezTo>
                  <a:cubicBezTo>
                    <a:pt x="24940" y="9370"/>
                    <a:pt x="24986" y="9355"/>
                    <a:pt x="25016" y="9355"/>
                  </a:cubicBezTo>
                  <a:cubicBezTo>
                    <a:pt x="25199" y="9325"/>
                    <a:pt x="25351" y="9294"/>
                    <a:pt x="25533" y="9234"/>
                  </a:cubicBezTo>
                  <a:cubicBezTo>
                    <a:pt x="25606" y="9234"/>
                    <a:pt x="25640" y="9195"/>
                    <a:pt x="25713" y="9195"/>
                  </a:cubicBezTo>
                  <a:cubicBezTo>
                    <a:pt x="25731" y="9195"/>
                    <a:pt x="25752" y="9197"/>
                    <a:pt x="25776" y="9203"/>
                  </a:cubicBezTo>
                  <a:cubicBezTo>
                    <a:pt x="25867" y="9234"/>
                    <a:pt x="25928" y="9355"/>
                    <a:pt x="26050" y="9355"/>
                  </a:cubicBezTo>
                  <a:cubicBezTo>
                    <a:pt x="26171" y="9355"/>
                    <a:pt x="26293" y="9325"/>
                    <a:pt x="26415" y="9294"/>
                  </a:cubicBezTo>
                  <a:cubicBezTo>
                    <a:pt x="26475" y="9294"/>
                    <a:pt x="26506" y="9294"/>
                    <a:pt x="26567" y="9325"/>
                  </a:cubicBezTo>
                  <a:cubicBezTo>
                    <a:pt x="26606" y="9364"/>
                    <a:pt x="26638" y="9378"/>
                    <a:pt x="26668" y="9378"/>
                  </a:cubicBezTo>
                  <a:cubicBezTo>
                    <a:pt x="26730" y="9378"/>
                    <a:pt x="26778" y="9315"/>
                    <a:pt x="26840" y="9294"/>
                  </a:cubicBezTo>
                  <a:lnTo>
                    <a:pt x="26901" y="9234"/>
                  </a:lnTo>
                  <a:cubicBezTo>
                    <a:pt x="27053" y="9264"/>
                    <a:pt x="27205" y="9325"/>
                    <a:pt x="27326" y="9416"/>
                  </a:cubicBezTo>
                  <a:lnTo>
                    <a:pt x="27509" y="9325"/>
                  </a:lnTo>
                  <a:lnTo>
                    <a:pt x="27752" y="9173"/>
                  </a:lnTo>
                  <a:cubicBezTo>
                    <a:pt x="27778" y="9305"/>
                    <a:pt x="27828" y="9391"/>
                    <a:pt x="27880" y="9391"/>
                  </a:cubicBezTo>
                  <a:cubicBezTo>
                    <a:pt x="27888" y="9391"/>
                    <a:pt x="27896" y="9390"/>
                    <a:pt x="27904" y="9386"/>
                  </a:cubicBezTo>
                  <a:lnTo>
                    <a:pt x="27965" y="9386"/>
                  </a:lnTo>
                  <a:lnTo>
                    <a:pt x="28178" y="9355"/>
                  </a:lnTo>
                  <a:cubicBezTo>
                    <a:pt x="28330" y="9355"/>
                    <a:pt x="28512" y="9325"/>
                    <a:pt x="28633" y="9264"/>
                  </a:cubicBezTo>
                  <a:cubicBezTo>
                    <a:pt x="28637" y="9261"/>
                    <a:pt x="28642" y="9259"/>
                    <a:pt x="28648" y="9259"/>
                  </a:cubicBezTo>
                  <a:cubicBezTo>
                    <a:pt x="28696" y="9259"/>
                    <a:pt x="28823" y="9359"/>
                    <a:pt x="28877" y="9386"/>
                  </a:cubicBezTo>
                  <a:cubicBezTo>
                    <a:pt x="28883" y="9399"/>
                    <a:pt x="28897" y="9405"/>
                    <a:pt x="28915" y="9405"/>
                  </a:cubicBezTo>
                  <a:cubicBezTo>
                    <a:pt x="28984" y="9405"/>
                    <a:pt x="29122" y="9323"/>
                    <a:pt x="29241" y="9203"/>
                  </a:cubicBezTo>
                  <a:lnTo>
                    <a:pt x="29485" y="9355"/>
                  </a:lnTo>
                  <a:cubicBezTo>
                    <a:pt x="29548" y="9368"/>
                    <a:pt x="29605" y="9375"/>
                    <a:pt x="29660" y="9375"/>
                  </a:cubicBezTo>
                  <a:cubicBezTo>
                    <a:pt x="29737" y="9375"/>
                    <a:pt x="29808" y="9360"/>
                    <a:pt x="29880" y="9325"/>
                  </a:cubicBezTo>
                  <a:cubicBezTo>
                    <a:pt x="29923" y="9303"/>
                    <a:pt x="29970" y="9293"/>
                    <a:pt x="30016" y="9293"/>
                  </a:cubicBezTo>
                  <a:cubicBezTo>
                    <a:pt x="30101" y="9293"/>
                    <a:pt x="30186" y="9327"/>
                    <a:pt x="30244" y="9386"/>
                  </a:cubicBezTo>
                  <a:cubicBezTo>
                    <a:pt x="30336" y="9446"/>
                    <a:pt x="30404" y="9477"/>
                    <a:pt x="30480" y="9477"/>
                  </a:cubicBezTo>
                  <a:cubicBezTo>
                    <a:pt x="30556" y="9477"/>
                    <a:pt x="30640" y="9446"/>
                    <a:pt x="30761" y="9386"/>
                  </a:cubicBezTo>
                  <a:cubicBezTo>
                    <a:pt x="30816" y="9358"/>
                    <a:pt x="30846" y="9343"/>
                    <a:pt x="30885" y="9343"/>
                  </a:cubicBezTo>
                  <a:cubicBezTo>
                    <a:pt x="30932" y="9343"/>
                    <a:pt x="30992" y="9366"/>
                    <a:pt x="31126" y="9416"/>
                  </a:cubicBezTo>
                  <a:lnTo>
                    <a:pt x="31187" y="9416"/>
                  </a:lnTo>
                  <a:cubicBezTo>
                    <a:pt x="31245" y="9377"/>
                    <a:pt x="31309" y="9366"/>
                    <a:pt x="31374" y="9366"/>
                  </a:cubicBezTo>
                  <a:cubicBezTo>
                    <a:pt x="31461" y="9366"/>
                    <a:pt x="31551" y="9386"/>
                    <a:pt x="31631" y="9386"/>
                  </a:cubicBezTo>
                  <a:cubicBezTo>
                    <a:pt x="31680" y="9386"/>
                    <a:pt x="31725" y="9379"/>
                    <a:pt x="31764" y="9355"/>
                  </a:cubicBezTo>
                  <a:cubicBezTo>
                    <a:pt x="31818" y="9302"/>
                    <a:pt x="31883" y="9278"/>
                    <a:pt x="31944" y="9278"/>
                  </a:cubicBezTo>
                  <a:cubicBezTo>
                    <a:pt x="32022" y="9278"/>
                    <a:pt x="32095" y="9317"/>
                    <a:pt x="32129" y="9386"/>
                  </a:cubicBezTo>
                  <a:lnTo>
                    <a:pt x="32190" y="9446"/>
                  </a:lnTo>
                  <a:cubicBezTo>
                    <a:pt x="32209" y="9476"/>
                    <a:pt x="32232" y="9489"/>
                    <a:pt x="32257" y="9489"/>
                  </a:cubicBezTo>
                  <a:cubicBezTo>
                    <a:pt x="32309" y="9489"/>
                    <a:pt x="32371" y="9428"/>
                    <a:pt x="32433" y="9325"/>
                  </a:cubicBezTo>
                  <a:lnTo>
                    <a:pt x="32555" y="9416"/>
                  </a:lnTo>
                  <a:lnTo>
                    <a:pt x="32646" y="9477"/>
                  </a:lnTo>
                  <a:cubicBezTo>
                    <a:pt x="32707" y="9507"/>
                    <a:pt x="32767" y="9522"/>
                    <a:pt x="32828" y="9522"/>
                  </a:cubicBezTo>
                  <a:cubicBezTo>
                    <a:pt x="32889" y="9522"/>
                    <a:pt x="32950" y="9507"/>
                    <a:pt x="33010" y="9477"/>
                  </a:cubicBezTo>
                  <a:lnTo>
                    <a:pt x="33102" y="9446"/>
                  </a:lnTo>
                  <a:lnTo>
                    <a:pt x="33284" y="9386"/>
                  </a:lnTo>
                  <a:lnTo>
                    <a:pt x="33466" y="9355"/>
                  </a:lnTo>
                  <a:cubicBezTo>
                    <a:pt x="33618" y="9355"/>
                    <a:pt x="33527" y="9477"/>
                    <a:pt x="33618" y="9538"/>
                  </a:cubicBezTo>
                  <a:lnTo>
                    <a:pt x="33679" y="9538"/>
                  </a:lnTo>
                  <a:cubicBezTo>
                    <a:pt x="33685" y="9543"/>
                    <a:pt x="33690" y="9546"/>
                    <a:pt x="33696" y="9546"/>
                  </a:cubicBezTo>
                  <a:cubicBezTo>
                    <a:pt x="33721" y="9546"/>
                    <a:pt x="33746" y="9496"/>
                    <a:pt x="33770" y="9446"/>
                  </a:cubicBezTo>
                  <a:lnTo>
                    <a:pt x="33953" y="9416"/>
                  </a:lnTo>
                  <a:cubicBezTo>
                    <a:pt x="34105" y="9386"/>
                    <a:pt x="34287" y="9446"/>
                    <a:pt x="34409" y="9294"/>
                  </a:cubicBezTo>
                  <a:lnTo>
                    <a:pt x="34469" y="9234"/>
                  </a:lnTo>
                  <a:cubicBezTo>
                    <a:pt x="34621" y="9294"/>
                    <a:pt x="34682" y="9386"/>
                    <a:pt x="34591" y="9446"/>
                  </a:cubicBezTo>
                  <a:lnTo>
                    <a:pt x="34561" y="9507"/>
                  </a:lnTo>
                  <a:lnTo>
                    <a:pt x="34530" y="9568"/>
                  </a:lnTo>
                  <a:cubicBezTo>
                    <a:pt x="34530" y="9629"/>
                    <a:pt x="34621" y="9659"/>
                    <a:pt x="34713" y="9659"/>
                  </a:cubicBezTo>
                  <a:cubicBezTo>
                    <a:pt x="34713" y="9545"/>
                    <a:pt x="34757" y="9518"/>
                    <a:pt x="34816" y="9518"/>
                  </a:cubicBezTo>
                  <a:cubicBezTo>
                    <a:pt x="34867" y="9518"/>
                    <a:pt x="34930" y="9538"/>
                    <a:pt x="34986" y="9538"/>
                  </a:cubicBezTo>
                  <a:lnTo>
                    <a:pt x="35047" y="9538"/>
                  </a:lnTo>
                  <a:cubicBezTo>
                    <a:pt x="35064" y="9543"/>
                    <a:pt x="35082" y="9546"/>
                    <a:pt x="35099" y="9546"/>
                  </a:cubicBezTo>
                  <a:cubicBezTo>
                    <a:pt x="35171" y="9546"/>
                    <a:pt x="35235" y="9501"/>
                    <a:pt x="35260" y="9477"/>
                  </a:cubicBezTo>
                  <a:cubicBezTo>
                    <a:pt x="35260" y="9475"/>
                    <a:pt x="35261" y="9474"/>
                    <a:pt x="35262" y="9474"/>
                  </a:cubicBezTo>
                  <a:cubicBezTo>
                    <a:pt x="35287" y="9474"/>
                    <a:pt x="35479" y="9663"/>
                    <a:pt x="35564" y="9720"/>
                  </a:cubicBezTo>
                  <a:cubicBezTo>
                    <a:pt x="35599" y="9738"/>
                    <a:pt x="35656" y="9745"/>
                    <a:pt x="35718" y="9745"/>
                  </a:cubicBezTo>
                  <a:cubicBezTo>
                    <a:pt x="35868" y="9745"/>
                    <a:pt x="36050" y="9702"/>
                    <a:pt x="36050" y="9659"/>
                  </a:cubicBezTo>
                  <a:cubicBezTo>
                    <a:pt x="36050" y="9604"/>
                    <a:pt x="36138" y="9593"/>
                    <a:pt x="36227" y="9593"/>
                  </a:cubicBezTo>
                  <a:cubicBezTo>
                    <a:pt x="36287" y="9593"/>
                    <a:pt x="36348" y="9598"/>
                    <a:pt x="36384" y="9598"/>
                  </a:cubicBezTo>
                  <a:cubicBezTo>
                    <a:pt x="36476" y="9598"/>
                    <a:pt x="36567" y="9750"/>
                    <a:pt x="36597" y="9781"/>
                  </a:cubicBezTo>
                  <a:cubicBezTo>
                    <a:pt x="36597" y="9802"/>
                    <a:pt x="36609" y="9812"/>
                    <a:pt x="36626" y="9812"/>
                  </a:cubicBezTo>
                  <a:cubicBezTo>
                    <a:pt x="36658" y="9812"/>
                    <a:pt x="36710" y="9779"/>
                    <a:pt x="36749" y="9720"/>
                  </a:cubicBezTo>
                  <a:lnTo>
                    <a:pt x="36780" y="9720"/>
                  </a:lnTo>
                  <a:cubicBezTo>
                    <a:pt x="36825" y="9735"/>
                    <a:pt x="36871" y="9743"/>
                    <a:pt x="36916" y="9743"/>
                  </a:cubicBezTo>
                  <a:cubicBezTo>
                    <a:pt x="36962" y="9743"/>
                    <a:pt x="37007" y="9735"/>
                    <a:pt x="37053" y="9720"/>
                  </a:cubicBezTo>
                  <a:lnTo>
                    <a:pt x="37083" y="9446"/>
                  </a:lnTo>
                  <a:cubicBezTo>
                    <a:pt x="37266" y="9568"/>
                    <a:pt x="37418" y="9720"/>
                    <a:pt x="37600" y="9842"/>
                  </a:cubicBezTo>
                  <a:lnTo>
                    <a:pt x="37783" y="9690"/>
                  </a:lnTo>
                  <a:cubicBezTo>
                    <a:pt x="37813" y="9644"/>
                    <a:pt x="37859" y="9621"/>
                    <a:pt x="37904" y="9621"/>
                  </a:cubicBezTo>
                  <a:cubicBezTo>
                    <a:pt x="37950" y="9621"/>
                    <a:pt x="37995" y="9644"/>
                    <a:pt x="38026" y="9690"/>
                  </a:cubicBezTo>
                  <a:cubicBezTo>
                    <a:pt x="38067" y="9717"/>
                    <a:pt x="38120" y="9732"/>
                    <a:pt x="38175" y="9732"/>
                  </a:cubicBezTo>
                  <a:cubicBezTo>
                    <a:pt x="38241" y="9732"/>
                    <a:pt x="38310" y="9709"/>
                    <a:pt x="38360" y="9659"/>
                  </a:cubicBezTo>
                  <a:lnTo>
                    <a:pt x="38391" y="9629"/>
                  </a:lnTo>
                  <a:cubicBezTo>
                    <a:pt x="38482" y="9629"/>
                    <a:pt x="38482" y="9720"/>
                    <a:pt x="38482" y="9720"/>
                  </a:cubicBezTo>
                  <a:lnTo>
                    <a:pt x="38634" y="9842"/>
                  </a:lnTo>
                  <a:cubicBezTo>
                    <a:pt x="38642" y="9846"/>
                    <a:pt x="38650" y="9848"/>
                    <a:pt x="38657" y="9848"/>
                  </a:cubicBezTo>
                  <a:cubicBezTo>
                    <a:pt x="38703" y="9848"/>
                    <a:pt x="38729" y="9772"/>
                    <a:pt x="38755" y="9720"/>
                  </a:cubicBezTo>
                  <a:cubicBezTo>
                    <a:pt x="38755" y="9690"/>
                    <a:pt x="38846" y="9690"/>
                    <a:pt x="38846" y="9690"/>
                  </a:cubicBezTo>
                  <a:cubicBezTo>
                    <a:pt x="38968" y="9690"/>
                    <a:pt x="39059" y="9659"/>
                    <a:pt x="39181" y="9629"/>
                  </a:cubicBezTo>
                  <a:lnTo>
                    <a:pt x="39333" y="9629"/>
                  </a:lnTo>
                  <a:cubicBezTo>
                    <a:pt x="39378" y="9636"/>
                    <a:pt x="39424" y="9640"/>
                    <a:pt x="39469" y="9640"/>
                  </a:cubicBezTo>
                  <a:cubicBezTo>
                    <a:pt x="39604" y="9640"/>
                    <a:pt x="39736" y="9606"/>
                    <a:pt x="39849" y="9538"/>
                  </a:cubicBezTo>
                  <a:cubicBezTo>
                    <a:pt x="39910" y="9507"/>
                    <a:pt x="39941" y="9507"/>
                    <a:pt x="39971" y="9477"/>
                  </a:cubicBezTo>
                  <a:cubicBezTo>
                    <a:pt x="40004" y="9466"/>
                    <a:pt x="40038" y="9459"/>
                    <a:pt x="40067" y="9459"/>
                  </a:cubicBezTo>
                  <a:cubicBezTo>
                    <a:pt x="40117" y="9459"/>
                    <a:pt x="40153" y="9480"/>
                    <a:pt x="40153" y="9538"/>
                  </a:cubicBezTo>
                  <a:cubicBezTo>
                    <a:pt x="40184" y="9720"/>
                    <a:pt x="39910" y="9690"/>
                    <a:pt x="39880" y="9720"/>
                  </a:cubicBezTo>
                  <a:cubicBezTo>
                    <a:pt x="39870" y="9730"/>
                    <a:pt x="39849" y="9733"/>
                    <a:pt x="39824" y="9733"/>
                  </a:cubicBezTo>
                  <a:cubicBezTo>
                    <a:pt x="39772" y="9733"/>
                    <a:pt x="39698" y="9720"/>
                    <a:pt x="39637" y="9720"/>
                  </a:cubicBezTo>
                  <a:lnTo>
                    <a:pt x="39302" y="9720"/>
                  </a:lnTo>
                  <a:cubicBezTo>
                    <a:pt x="39272" y="9750"/>
                    <a:pt x="39272" y="9811"/>
                    <a:pt x="39333" y="9842"/>
                  </a:cubicBezTo>
                  <a:lnTo>
                    <a:pt x="39394" y="9872"/>
                  </a:lnTo>
                  <a:lnTo>
                    <a:pt x="39424" y="9872"/>
                  </a:lnTo>
                  <a:cubicBezTo>
                    <a:pt x="39468" y="9828"/>
                    <a:pt x="39500" y="9812"/>
                    <a:pt x="39525" y="9812"/>
                  </a:cubicBezTo>
                  <a:cubicBezTo>
                    <a:pt x="39571" y="9812"/>
                    <a:pt x="39598" y="9863"/>
                    <a:pt x="39637" y="9902"/>
                  </a:cubicBezTo>
                  <a:cubicBezTo>
                    <a:pt x="39698" y="9963"/>
                    <a:pt x="39667" y="10054"/>
                    <a:pt x="39546" y="10054"/>
                  </a:cubicBezTo>
                  <a:cubicBezTo>
                    <a:pt x="39515" y="10054"/>
                    <a:pt x="39454" y="10145"/>
                    <a:pt x="39454" y="10145"/>
                  </a:cubicBezTo>
                  <a:cubicBezTo>
                    <a:pt x="39464" y="10186"/>
                    <a:pt x="39478" y="10200"/>
                    <a:pt x="39493" y="10200"/>
                  </a:cubicBezTo>
                  <a:cubicBezTo>
                    <a:pt x="39522" y="10200"/>
                    <a:pt x="39556" y="10145"/>
                    <a:pt x="39576" y="10145"/>
                  </a:cubicBezTo>
                  <a:lnTo>
                    <a:pt x="39698" y="10145"/>
                  </a:lnTo>
                  <a:cubicBezTo>
                    <a:pt x="39880" y="10115"/>
                    <a:pt x="39971" y="10085"/>
                    <a:pt x="39910" y="10085"/>
                  </a:cubicBezTo>
                  <a:lnTo>
                    <a:pt x="39880" y="10085"/>
                  </a:lnTo>
                  <a:cubicBezTo>
                    <a:pt x="39849" y="10054"/>
                    <a:pt x="39758" y="10024"/>
                    <a:pt x="39758" y="9994"/>
                  </a:cubicBezTo>
                  <a:cubicBezTo>
                    <a:pt x="39758" y="9912"/>
                    <a:pt x="39826" y="9899"/>
                    <a:pt x="39880" y="9899"/>
                  </a:cubicBezTo>
                  <a:cubicBezTo>
                    <a:pt x="39907" y="9899"/>
                    <a:pt x="39931" y="9902"/>
                    <a:pt x="39941" y="9902"/>
                  </a:cubicBezTo>
                  <a:cubicBezTo>
                    <a:pt x="40001" y="9902"/>
                    <a:pt x="40032" y="9963"/>
                    <a:pt x="40062" y="9994"/>
                  </a:cubicBezTo>
                  <a:lnTo>
                    <a:pt x="40123" y="10054"/>
                  </a:lnTo>
                  <a:cubicBezTo>
                    <a:pt x="40146" y="10078"/>
                    <a:pt x="40174" y="10087"/>
                    <a:pt x="40203" y="10087"/>
                  </a:cubicBezTo>
                  <a:cubicBezTo>
                    <a:pt x="40249" y="10087"/>
                    <a:pt x="40298" y="10061"/>
                    <a:pt x="40336" y="10024"/>
                  </a:cubicBezTo>
                  <a:lnTo>
                    <a:pt x="40397" y="10024"/>
                  </a:lnTo>
                  <a:cubicBezTo>
                    <a:pt x="40549" y="9994"/>
                    <a:pt x="40670" y="9933"/>
                    <a:pt x="40761" y="9811"/>
                  </a:cubicBezTo>
                  <a:cubicBezTo>
                    <a:pt x="40847" y="9743"/>
                    <a:pt x="40961" y="9703"/>
                    <a:pt x="41077" y="9703"/>
                  </a:cubicBezTo>
                  <a:cubicBezTo>
                    <a:pt x="41167" y="9703"/>
                    <a:pt x="41259" y="9727"/>
                    <a:pt x="41339" y="9781"/>
                  </a:cubicBezTo>
                  <a:cubicBezTo>
                    <a:pt x="41369" y="9842"/>
                    <a:pt x="41430" y="9902"/>
                    <a:pt x="41491" y="9933"/>
                  </a:cubicBezTo>
                  <a:cubicBezTo>
                    <a:pt x="41643" y="9994"/>
                    <a:pt x="41673" y="10176"/>
                    <a:pt x="41764" y="10297"/>
                  </a:cubicBezTo>
                  <a:lnTo>
                    <a:pt x="41825" y="10358"/>
                  </a:lnTo>
                  <a:cubicBezTo>
                    <a:pt x="41848" y="10392"/>
                    <a:pt x="41879" y="10410"/>
                    <a:pt x="41914" y="10410"/>
                  </a:cubicBezTo>
                  <a:cubicBezTo>
                    <a:pt x="41973" y="10410"/>
                    <a:pt x="42042" y="10362"/>
                    <a:pt x="42099" y="10267"/>
                  </a:cubicBezTo>
                  <a:lnTo>
                    <a:pt x="42068" y="10237"/>
                  </a:lnTo>
                  <a:lnTo>
                    <a:pt x="41886" y="10024"/>
                  </a:lnTo>
                  <a:cubicBezTo>
                    <a:pt x="41910" y="10020"/>
                    <a:pt x="41933" y="10018"/>
                    <a:pt x="41955" y="10018"/>
                  </a:cubicBezTo>
                  <a:cubicBezTo>
                    <a:pt x="42106" y="10018"/>
                    <a:pt x="42228" y="10104"/>
                    <a:pt x="42281" y="10237"/>
                  </a:cubicBezTo>
                  <a:cubicBezTo>
                    <a:pt x="42281" y="10260"/>
                    <a:pt x="42293" y="10269"/>
                    <a:pt x="42312" y="10269"/>
                  </a:cubicBezTo>
                  <a:cubicBezTo>
                    <a:pt x="42367" y="10269"/>
                    <a:pt x="42479" y="10191"/>
                    <a:pt x="42524" y="10145"/>
                  </a:cubicBezTo>
                  <a:cubicBezTo>
                    <a:pt x="42535" y="10140"/>
                    <a:pt x="42544" y="10138"/>
                    <a:pt x="42553" y="10138"/>
                  </a:cubicBezTo>
                  <a:cubicBezTo>
                    <a:pt x="42594" y="10138"/>
                    <a:pt x="42610" y="10197"/>
                    <a:pt x="42585" y="10297"/>
                  </a:cubicBezTo>
                  <a:lnTo>
                    <a:pt x="42798" y="10328"/>
                  </a:lnTo>
                  <a:cubicBezTo>
                    <a:pt x="42843" y="10343"/>
                    <a:pt x="42897" y="10351"/>
                    <a:pt x="42954" y="10351"/>
                  </a:cubicBezTo>
                  <a:cubicBezTo>
                    <a:pt x="43011" y="10351"/>
                    <a:pt x="43071" y="10343"/>
                    <a:pt x="43132" y="10328"/>
                  </a:cubicBezTo>
                  <a:lnTo>
                    <a:pt x="43254" y="10328"/>
                  </a:lnTo>
                  <a:cubicBezTo>
                    <a:pt x="43223" y="10419"/>
                    <a:pt x="43254" y="10510"/>
                    <a:pt x="43345" y="10571"/>
                  </a:cubicBezTo>
                  <a:cubicBezTo>
                    <a:pt x="43375" y="10571"/>
                    <a:pt x="43406" y="10419"/>
                    <a:pt x="43467" y="10358"/>
                  </a:cubicBezTo>
                  <a:cubicBezTo>
                    <a:pt x="43558" y="10328"/>
                    <a:pt x="43467" y="10145"/>
                    <a:pt x="43558" y="10085"/>
                  </a:cubicBezTo>
                  <a:cubicBezTo>
                    <a:pt x="43574" y="10077"/>
                    <a:pt x="43590" y="10073"/>
                    <a:pt x="43607" y="10073"/>
                  </a:cubicBezTo>
                  <a:cubicBezTo>
                    <a:pt x="43651" y="10073"/>
                    <a:pt x="43696" y="10101"/>
                    <a:pt x="43740" y="10145"/>
                  </a:cubicBezTo>
                  <a:cubicBezTo>
                    <a:pt x="43771" y="10145"/>
                    <a:pt x="43953" y="9781"/>
                    <a:pt x="44105" y="9781"/>
                  </a:cubicBezTo>
                  <a:cubicBezTo>
                    <a:pt x="44196" y="9781"/>
                    <a:pt x="44287" y="9842"/>
                    <a:pt x="44318" y="9933"/>
                  </a:cubicBezTo>
                  <a:cubicBezTo>
                    <a:pt x="44318" y="9956"/>
                    <a:pt x="44300" y="9966"/>
                    <a:pt x="44271" y="9966"/>
                  </a:cubicBezTo>
                  <a:cubicBezTo>
                    <a:pt x="44225" y="9966"/>
                    <a:pt x="44150" y="9940"/>
                    <a:pt x="44074" y="9902"/>
                  </a:cubicBezTo>
                  <a:lnTo>
                    <a:pt x="44014" y="10054"/>
                  </a:lnTo>
                  <a:lnTo>
                    <a:pt x="44014" y="10115"/>
                  </a:lnTo>
                  <a:cubicBezTo>
                    <a:pt x="43990" y="10162"/>
                    <a:pt x="44092" y="10226"/>
                    <a:pt x="44141" y="10226"/>
                  </a:cubicBezTo>
                  <a:cubicBezTo>
                    <a:pt x="44156" y="10226"/>
                    <a:pt x="44166" y="10220"/>
                    <a:pt x="44166" y="10206"/>
                  </a:cubicBezTo>
                  <a:cubicBezTo>
                    <a:pt x="44166" y="10181"/>
                    <a:pt x="44204" y="10171"/>
                    <a:pt x="44252" y="10171"/>
                  </a:cubicBezTo>
                  <a:cubicBezTo>
                    <a:pt x="44318" y="10171"/>
                    <a:pt x="44404" y="10189"/>
                    <a:pt x="44439" y="10206"/>
                  </a:cubicBezTo>
                  <a:cubicBezTo>
                    <a:pt x="44446" y="10210"/>
                    <a:pt x="44455" y="10211"/>
                    <a:pt x="44466" y="10211"/>
                  </a:cubicBezTo>
                  <a:cubicBezTo>
                    <a:pt x="44552" y="10211"/>
                    <a:pt x="44753" y="10115"/>
                    <a:pt x="44834" y="10115"/>
                  </a:cubicBezTo>
                  <a:cubicBezTo>
                    <a:pt x="44895" y="10115"/>
                    <a:pt x="44865" y="10206"/>
                    <a:pt x="44834" y="10267"/>
                  </a:cubicBezTo>
                  <a:cubicBezTo>
                    <a:pt x="44774" y="10297"/>
                    <a:pt x="44834" y="10358"/>
                    <a:pt x="44956" y="10358"/>
                  </a:cubicBezTo>
                  <a:lnTo>
                    <a:pt x="45047" y="10358"/>
                  </a:lnTo>
                  <a:cubicBezTo>
                    <a:pt x="45199" y="10328"/>
                    <a:pt x="45260" y="10267"/>
                    <a:pt x="45290" y="10115"/>
                  </a:cubicBezTo>
                  <a:cubicBezTo>
                    <a:pt x="45290" y="10034"/>
                    <a:pt x="45236" y="10021"/>
                    <a:pt x="45173" y="10021"/>
                  </a:cubicBezTo>
                  <a:cubicBezTo>
                    <a:pt x="45142" y="10021"/>
                    <a:pt x="45108" y="10024"/>
                    <a:pt x="45078" y="10024"/>
                  </a:cubicBezTo>
                  <a:lnTo>
                    <a:pt x="44926" y="9994"/>
                  </a:lnTo>
                  <a:cubicBezTo>
                    <a:pt x="44926" y="9842"/>
                    <a:pt x="45138" y="9750"/>
                    <a:pt x="45260" y="9750"/>
                  </a:cubicBezTo>
                  <a:cubicBezTo>
                    <a:pt x="45382" y="9750"/>
                    <a:pt x="45260" y="9659"/>
                    <a:pt x="45199" y="9659"/>
                  </a:cubicBezTo>
                  <a:cubicBezTo>
                    <a:pt x="45289" y="9651"/>
                    <a:pt x="45376" y="9647"/>
                    <a:pt x="45462" y="9647"/>
                  </a:cubicBezTo>
                  <a:cubicBezTo>
                    <a:pt x="45696" y="9647"/>
                    <a:pt x="45919" y="9675"/>
                    <a:pt x="46141" y="9720"/>
                  </a:cubicBezTo>
                  <a:cubicBezTo>
                    <a:pt x="46415" y="9781"/>
                    <a:pt x="46597" y="9933"/>
                    <a:pt x="46567" y="10054"/>
                  </a:cubicBezTo>
                  <a:lnTo>
                    <a:pt x="46415" y="9963"/>
                  </a:lnTo>
                  <a:cubicBezTo>
                    <a:pt x="46356" y="9940"/>
                    <a:pt x="46311" y="9925"/>
                    <a:pt x="46278" y="9925"/>
                  </a:cubicBezTo>
                  <a:cubicBezTo>
                    <a:pt x="46225" y="9925"/>
                    <a:pt x="46202" y="9961"/>
                    <a:pt x="46202" y="10054"/>
                  </a:cubicBezTo>
                  <a:lnTo>
                    <a:pt x="46202" y="10085"/>
                  </a:lnTo>
                  <a:cubicBezTo>
                    <a:pt x="46167" y="10120"/>
                    <a:pt x="46131" y="10135"/>
                    <a:pt x="46101" y="10135"/>
                  </a:cubicBezTo>
                  <a:cubicBezTo>
                    <a:pt x="46081" y="10135"/>
                    <a:pt x="46063" y="10128"/>
                    <a:pt x="46050" y="10115"/>
                  </a:cubicBezTo>
                  <a:lnTo>
                    <a:pt x="45989" y="10085"/>
                  </a:lnTo>
                  <a:cubicBezTo>
                    <a:pt x="45959" y="10024"/>
                    <a:pt x="45898" y="9994"/>
                    <a:pt x="45837" y="9933"/>
                  </a:cubicBezTo>
                  <a:lnTo>
                    <a:pt x="45716" y="9811"/>
                  </a:lnTo>
                  <a:cubicBezTo>
                    <a:pt x="45594" y="9902"/>
                    <a:pt x="45564" y="10085"/>
                    <a:pt x="45594" y="10085"/>
                  </a:cubicBezTo>
                  <a:cubicBezTo>
                    <a:pt x="45655" y="10115"/>
                    <a:pt x="45685" y="10176"/>
                    <a:pt x="45716" y="10237"/>
                  </a:cubicBezTo>
                  <a:lnTo>
                    <a:pt x="45989" y="10206"/>
                  </a:lnTo>
                  <a:cubicBezTo>
                    <a:pt x="46093" y="10310"/>
                    <a:pt x="46196" y="10371"/>
                    <a:pt x="46252" y="10371"/>
                  </a:cubicBezTo>
                  <a:cubicBezTo>
                    <a:pt x="46278" y="10371"/>
                    <a:pt x="46293" y="10357"/>
                    <a:pt x="46293" y="10328"/>
                  </a:cubicBezTo>
                  <a:lnTo>
                    <a:pt x="46354" y="10267"/>
                  </a:lnTo>
                  <a:cubicBezTo>
                    <a:pt x="46445" y="10206"/>
                    <a:pt x="46537" y="10176"/>
                    <a:pt x="46628" y="10176"/>
                  </a:cubicBezTo>
                  <a:cubicBezTo>
                    <a:pt x="46749" y="10176"/>
                    <a:pt x="46689" y="10237"/>
                    <a:pt x="46658" y="10267"/>
                  </a:cubicBezTo>
                  <a:lnTo>
                    <a:pt x="46658" y="10328"/>
                  </a:lnTo>
                  <a:cubicBezTo>
                    <a:pt x="46689" y="10358"/>
                    <a:pt x="46567" y="10449"/>
                    <a:pt x="46506" y="10449"/>
                  </a:cubicBezTo>
                  <a:cubicBezTo>
                    <a:pt x="46476" y="10449"/>
                    <a:pt x="46415" y="10541"/>
                    <a:pt x="46415" y="10571"/>
                  </a:cubicBezTo>
                  <a:cubicBezTo>
                    <a:pt x="46415" y="10601"/>
                    <a:pt x="46445" y="10905"/>
                    <a:pt x="46354" y="10997"/>
                  </a:cubicBezTo>
                  <a:cubicBezTo>
                    <a:pt x="46263" y="11088"/>
                    <a:pt x="46172" y="11149"/>
                    <a:pt x="46081" y="11179"/>
                  </a:cubicBezTo>
                  <a:lnTo>
                    <a:pt x="46050" y="11179"/>
                  </a:lnTo>
                  <a:cubicBezTo>
                    <a:pt x="46020" y="11179"/>
                    <a:pt x="45959" y="11149"/>
                    <a:pt x="46020" y="11088"/>
                  </a:cubicBezTo>
                  <a:cubicBezTo>
                    <a:pt x="46050" y="11027"/>
                    <a:pt x="46141" y="10997"/>
                    <a:pt x="46202" y="10936"/>
                  </a:cubicBezTo>
                  <a:lnTo>
                    <a:pt x="46202" y="10905"/>
                  </a:lnTo>
                  <a:cubicBezTo>
                    <a:pt x="46202" y="10845"/>
                    <a:pt x="46141" y="10784"/>
                    <a:pt x="46081" y="10784"/>
                  </a:cubicBezTo>
                  <a:lnTo>
                    <a:pt x="46050" y="10784"/>
                  </a:lnTo>
                  <a:cubicBezTo>
                    <a:pt x="45929" y="10814"/>
                    <a:pt x="45898" y="10936"/>
                    <a:pt x="45746" y="10936"/>
                  </a:cubicBezTo>
                  <a:lnTo>
                    <a:pt x="45564" y="10936"/>
                  </a:lnTo>
                  <a:cubicBezTo>
                    <a:pt x="45533" y="11027"/>
                    <a:pt x="45685" y="11118"/>
                    <a:pt x="45746" y="11118"/>
                  </a:cubicBezTo>
                  <a:cubicBezTo>
                    <a:pt x="45837" y="11118"/>
                    <a:pt x="45898" y="11179"/>
                    <a:pt x="45959" y="11240"/>
                  </a:cubicBezTo>
                  <a:lnTo>
                    <a:pt x="45989" y="11301"/>
                  </a:lnTo>
                  <a:lnTo>
                    <a:pt x="46020" y="11361"/>
                  </a:lnTo>
                  <a:cubicBezTo>
                    <a:pt x="46034" y="11376"/>
                    <a:pt x="46056" y="11382"/>
                    <a:pt x="46081" y="11382"/>
                  </a:cubicBezTo>
                  <a:cubicBezTo>
                    <a:pt x="46160" y="11382"/>
                    <a:pt x="46270" y="11324"/>
                    <a:pt x="46293" y="11301"/>
                  </a:cubicBezTo>
                  <a:cubicBezTo>
                    <a:pt x="46369" y="11263"/>
                    <a:pt x="46444" y="11237"/>
                    <a:pt x="46519" y="11237"/>
                  </a:cubicBezTo>
                  <a:cubicBezTo>
                    <a:pt x="46565" y="11237"/>
                    <a:pt x="46612" y="11247"/>
                    <a:pt x="46658" y="11270"/>
                  </a:cubicBezTo>
                  <a:lnTo>
                    <a:pt x="46992" y="11270"/>
                  </a:lnTo>
                  <a:cubicBezTo>
                    <a:pt x="47023" y="11240"/>
                    <a:pt x="46901" y="11179"/>
                    <a:pt x="46841" y="11179"/>
                  </a:cubicBezTo>
                  <a:cubicBezTo>
                    <a:pt x="46810" y="11179"/>
                    <a:pt x="46658" y="10784"/>
                    <a:pt x="46628" y="10723"/>
                  </a:cubicBezTo>
                  <a:cubicBezTo>
                    <a:pt x="46597" y="10662"/>
                    <a:pt x="46871" y="10541"/>
                    <a:pt x="47023" y="10541"/>
                  </a:cubicBezTo>
                  <a:cubicBezTo>
                    <a:pt x="47044" y="10546"/>
                    <a:pt x="47063" y="10549"/>
                    <a:pt x="47079" y="10549"/>
                  </a:cubicBezTo>
                  <a:cubicBezTo>
                    <a:pt x="47152" y="10549"/>
                    <a:pt x="47164" y="10494"/>
                    <a:pt x="47114" y="10419"/>
                  </a:cubicBezTo>
                  <a:lnTo>
                    <a:pt x="47053" y="10328"/>
                  </a:lnTo>
                  <a:cubicBezTo>
                    <a:pt x="47053" y="10267"/>
                    <a:pt x="47266" y="10206"/>
                    <a:pt x="46992" y="10176"/>
                  </a:cubicBezTo>
                  <a:cubicBezTo>
                    <a:pt x="46841" y="10145"/>
                    <a:pt x="46749" y="9933"/>
                    <a:pt x="46901" y="9872"/>
                  </a:cubicBezTo>
                  <a:cubicBezTo>
                    <a:pt x="46936" y="9851"/>
                    <a:pt x="46964" y="9843"/>
                    <a:pt x="46988" y="9843"/>
                  </a:cubicBezTo>
                  <a:cubicBezTo>
                    <a:pt x="47070" y="9843"/>
                    <a:pt x="47104" y="9940"/>
                    <a:pt x="47175" y="9963"/>
                  </a:cubicBezTo>
                  <a:cubicBezTo>
                    <a:pt x="47266" y="9933"/>
                    <a:pt x="47357" y="9902"/>
                    <a:pt x="47448" y="9842"/>
                  </a:cubicBezTo>
                  <a:cubicBezTo>
                    <a:pt x="47460" y="9838"/>
                    <a:pt x="47469" y="9836"/>
                    <a:pt x="47475" y="9836"/>
                  </a:cubicBezTo>
                  <a:cubicBezTo>
                    <a:pt x="47515" y="9836"/>
                    <a:pt x="47425" y="9925"/>
                    <a:pt x="47266" y="10085"/>
                  </a:cubicBezTo>
                  <a:lnTo>
                    <a:pt x="47388" y="10206"/>
                  </a:lnTo>
                  <a:lnTo>
                    <a:pt x="47479" y="10328"/>
                  </a:lnTo>
                  <a:cubicBezTo>
                    <a:pt x="47570" y="10389"/>
                    <a:pt x="48026" y="10419"/>
                    <a:pt x="48087" y="10510"/>
                  </a:cubicBezTo>
                  <a:cubicBezTo>
                    <a:pt x="48155" y="10579"/>
                    <a:pt x="48206" y="10613"/>
                    <a:pt x="48228" y="10613"/>
                  </a:cubicBezTo>
                  <a:cubicBezTo>
                    <a:pt x="48235" y="10613"/>
                    <a:pt x="48239" y="10609"/>
                    <a:pt x="48239" y="10601"/>
                  </a:cubicBezTo>
                  <a:lnTo>
                    <a:pt x="48300" y="10571"/>
                  </a:lnTo>
                  <a:lnTo>
                    <a:pt x="48330" y="10541"/>
                  </a:lnTo>
                  <a:cubicBezTo>
                    <a:pt x="48346" y="10532"/>
                    <a:pt x="48362" y="10529"/>
                    <a:pt x="48378" y="10529"/>
                  </a:cubicBezTo>
                  <a:cubicBezTo>
                    <a:pt x="48421" y="10529"/>
                    <a:pt x="48460" y="10557"/>
                    <a:pt x="48482" y="10601"/>
                  </a:cubicBezTo>
                  <a:lnTo>
                    <a:pt x="48482" y="10632"/>
                  </a:lnTo>
                  <a:cubicBezTo>
                    <a:pt x="48482" y="10693"/>
                    <a:pt x="48421" y="10723"/>
                    <a:pt x="48391" y="10784"/>
                  </a:cubicBezTo>
                  <a:lnTo>
                    <a:pt x="48360" y="10936"/>
                  </a:lnTo>
                  <a:cubicBezTo>
                    <a:pt x="48300" y="11149"/>
                    <a:pt x="48208" y="11179"/>
                    <a:pt x="48208" y="11179"/>
                  </a:cubicBezTo>
                  <a:cubicBezTo>
                    <a:pt x="48208" y="11179"/>
                    <a:pt x="48148" y="10997"/>
                    <a:pt x="48087" y="10784"/>
                  </a:cubicBezTo>
                  <a:lnTo>
                    <a:pt x="47904" y="10662"/>
                  </a:lnTo>
                  <a:cubicBezTo>
                    <a:pt x="47845" y="10603"/>
                    <a:pt x="47727" y="10601"/>
                    <a:pt x="47694" y="10573"/>
                  </a:cubicBezTo>
                  <a:lnTo>
                    <a:pt x="47694" y="10573"/>
                  </a:lnTo>
                  <a:cubicBezTo>
                    <a:pt x="47713" y="10635"/>
                    <a:pt x="47737" y="10707"/>
                    <a:pt x="47752" y="10723"/>
                  </a:cubicBezTo>
                  <a:lnTo>
                    <a:pt x="47448" y="10723"/>
                  </a:lnTo>
                  <a:cubicBezTo>
                    <a:pt x="47440" y="10714"/>
                    <a:pt x="47428" y="10710"/>
                    <a:pt x="47415" y="10710"/>
                  </a:cubicBezTo>
                  <a:cubicBezTo>
                    <a:pt x="47385" y="10710"/>
                    <a:pt x="47348" y="10732"/>
                    <a:pt x="47327" y="10753"/>
                  </a:cubicBezTo>
                  <a:cubicBezTo>
                    <a:pt x="47236" y="10845"/>
                    <a:pt x="47296" y="10784"/>
                    <a:pt x="47388" y="10845"/>
                  </a:cubicBezTo>
                  <a:cubicBezTo>
                    <a:pt x="47448" y="10875"/>
                    <a:pt x="47479" y="10997"/>
                    <a:pt x="47540" y="10997"/>
                  </a:cubicBezTo>
                  <a:lnTo>
                    <a:pt x="47904" y="11027"/>
                  </a:lnTo>
                  <a:cubicBezTo>
                    <a:pt x="47752" y="11149"/>
                    <a:pt x="47752" y="11270"/>
                    <a:pt x="47783" y="11270"/>
                  </a:cubicBezTo>
                  <a:cubicBezTo>
                    <a:pt x="47844" y="11270"/>
                    <a:pt x="47844" y="11361"/>
                    <a:pt x="47844" y="11483"/>
                  </a:cubicBezTo>
                  <a:lnTo>
                    <a:pt x="47904" y="11544"/>
                  </a:lnTo>
                  <a:cubicBezTo>
                    <a:pt x="47935" y="11635"/>
                    <a:pt x="48056" y="11696"/>
                    <a:pt x="47935" y="11756"/>
                  </a:cubicBezTo>
                  <a:cubicBezTo>
                    <a:pt x="47904" y="11756"/>
                    <a:pt x="47783" y="11696"/>
                    <a:pt x="47722" y="11665"/>
                  </a:cubicBezTo>
                  <a:lnTo>
                    <a:pt x="47692" y="11665"/>
                  </a:lnTo>
                  <a:cubicBezTo>
                    <a:pt x="47681" y="11660"/>
                    <a:pt x="47672" y="11657"/>
                    <a:pt x="47665" y="11657"/>
                  </a:cubicBezTo>
                  <a:cubicBezTo>
                    <a:pt x="47631" y="11657"/>
                    <a:pt x="47631" y="11712"/>
                    <a:pt x="47631" y="11787"/>
                  </a:cubicBezTo>
                  <a:lnTo>
                    <a:pt x="47661" y="11878"/>
                  </a:lnTo>
                  <a:cubicBezTo>
                    <a:pt x="47692" y="11878"/>
                    <a:pt x="47631" y="11908"/>
                    <a:pt x="47600" y="11908"/>
                  </a:cubicBezTo>
                  <a:lnTo>
                    <a:pt x="47570" y="11908"/>
                  </a:lnTo>
                  <a:cubicBezTo>
                    <a:pt x="47567" y="11905"/>
                    <a:pt x="47562" y="11904"/>
                    <a:pt x="47556" y="11904"/>
                  </a:cubicBezTo>
                  <a:cubicBezTo>
                    <a:pt x="47508" y="11904"/>
                    <a:pt x="47384" y="12006"/>
                    <a:pt x="47357" y="12060"/>
                  </a:cubicBezTo>
                  <a:cubicBezTo>
                    <a:pt x="47300" y="12089"/>
                    <a:pt x="47187" y="12336"/>
                    <a:pt x="47124" y="12336"/>
                  </a:cubicBezTo>
                  <a:cubicBezTo>
                    <a:pt x="47121" y="12336"/>
                    <a:pt x="47117" y="12336"/>
                    <a:pt x="47114" y="12334"/>
                  </a:cubicBezTo>
                  <a:cubicBezTo>
                    <a:pt x="47023" y="12304"/>
                    <a:pt x="47023" y="12121"/>
                    <a:pt x="47053" y="12091"/>
                  </a:cubicBezTo>
                  <a:cubicBezTo>
                    <a:pt x="47059" y="12079"/>
                    <a:pt x="47056" y="12074"/>
                    <a:pt x="47048" y="12074"/>
                  </a:cubicBezTo>
                  <a:cubicBezTo>
                    <a:pt x="47012" y="12074"/>
                    <a:pt x="46871" y="12169"/>
                    <a:pt x="46871" y="12243"/>
                  </a:cubicBezTo>
                  <a:cubicBezTo>
                    <a:pt x="46871" y="12304"/>
                    <a:pt x="46901" y="12638"/>
                    <a:pt x="46871" y="12668"/>
                  </a:cubicBezTo>
                  <a:cubicBezTo>
                    <a:pt x="46866" y="12671"/>
                    <a:pt x="46860" y="12672"/>
                    <a:pt x="46855" y="12672"/>
                  </a:cubicBezTo>
                  <a:cubicBezTo>
                    <a:pt x="46800" y="12672"/>
                    <a:pt x="46744" y="12528"/>
                    <a:pt x="46689" y="12334"/>
                  </a:cubicBezTo>
                  <a:lnTo>
                    <a:pt x="46385" y="12364"/>
                  </a:lnTo>
                  <a:lnTo>
                    <a:pt x="46293" y="12364"/>
                  </a:lnTo>
                  <a:cubicBezTo>
                    <a:pt x="46237" y="12327"/>
                    <a:pt x="46169" y="12301"/>
                    <a:pt x="46104" y="12301"/>
                  </a:cubicBezTo>
                  <a:cubicBezTo>
                    <a:pt x="46064" y="12301"/>
                    <a:pt x="46024" y="12311"/>
                    <a:pt x="45989" y="12334"/>
                  </a:cubicBezTo>
                  <a:cubicBezTo>
                    <a:pt x="45959" y="12334"/>
                    <a:pt x="45898" y="12364"/>
                    <a:pt x="45868" y="12364"/>
                  </a:cubicBezTo>
                  <a:cubicBezTo>
                    <a:pt x="45868" y="12364"/>
                    <a:pt x="45898" y="12273"/>
                    <a:pt x="45989" y="12182"/>
                  </a:cubicBezTo>
                  <a:lnTo>
                    <a:pt x="46050" y="12060"/>
                  </a:lnTo>
                  <a:cubicBezTo>
                    <a:pt x="46050" y="12008"/>
                    <a:pt x="46050" y="11933"/>
                    <a:pt x="46128" y="11933"/>
                  </a:cubicBezTo>
                  <a:cubicBezTo>
                    <a:pt x="46141" y="11933"/>
                    <a:pt x="46155" y="11935"/>
                    <a:pt x="46172" y="11939"/>
                  </a:cubicBezTo>
                  <a:cubicBezTo>
                    <a:pt x="46202" y="11969"/>
                    <a:pt x="46233" y="12030"/>
                    <a:pt x="46263" y="12060"/>
                  </a:cubicBezTo>
                  <a:lnTo>
                    <a:pt x="46324" y="12152"/>
                  </a:lnTo>
                  <a:cubicBezTo>
                    <a:pt x="46352" y="12116"/>
                    <a:pt x="46380" y="12102"/>
                    <a:pt x="46408" y="12102"/>
                  </a:cubicBezTo>
                  <a:cubicBezTo>
                    <a:pt x="46500" y="12102"/>
                    <a:pt x="46588" y="12257"/>
                    <a:pt x="46658" y="12304"/>
                  </a:cubicBezTo>
                  <a:cubicBezTo>
                    <a:pt x="46667" y="12307"/>
                    <a:pt x="46676" y="12308"/>
                    <a:pt x="46683" y="12308"/>
                  </a:cubicBezTo>
                  <a:cubicBezTo>
                    <a:pt x="46748" y="12308"/>
                    <a:pt x="46737" y="12191"/>
                    <a:pt x="46628" y="12000"/>
                  </a:cubicBezTo>
                  <a:lnTo>
                    <a:pt x="46719" y="11939"/>
                  </a:lnTo>
                  <a:cubicBezTo>
                    <a:pt x="46780" y="11878"/>
                    <a:pt x="46841" y="11787"/>
                    <a:pt x="46871" y="11726"/>
                  </a:cubicBezTo>
                  <a:lnTo>
                    <a:pt x="46871" y="11696"/>
                  </a:lnTo>
                  <a:cubicBezTo>
                    <a:pt x="46810" y="11635"/>
                    <a:pt x="46749" y="11635"/>
                    <a:pt x="46689" y="11635"/>
                  </a:cubicBezTo>
                  <a:lnTo>
                    <a:pt x="46658" y="11665"/>
                  </a:lnTo>
                  <a:lnTo>
                    <a:pt x="46628" y="11696"/>
                  </a:lnTo>
                  <a:cubicBezTo>
                    <a:pt x="46628" y="11704"/>
                    <a:pt x="46620" y="11708"/>
                    <a:pt x="46605" y="11708"/>
                  </a:cubicBezTo>
                  <a:cubicBezTo>
                    <a:pt x="46519" y="11708"/>
                    <a:pt x="46207" y="11574"/>
                    <a:pt x="46050" y="11574"/>
                  </a:cubicBezTo>
                  <a:cubicBezTo>
                    <a:pt x="45898" y="11574"/>
                    <a:pt x="45777" y="11513"/>
                    <a:pt x="45716" y="11361"/>
                  </a:cubicBezTo>
                  <a:cubicBezTo>
                    <a:pt x="45716" y="11338"/>
                    <a:pt x="45698" y="11328"/>
                    <a:pt x="45668" y="11328"/>
                  </a:cubicBezTo>
                  <a:cubicBezTo>
                    <a:pt x="45619" y="11328"/>
                    <a:pt x="45536" y="11354"/>
                    <a:pt x="45442" y="11392"/>
                  </a:cubicBezTo>
                  <a:lnTo>
                    <a:pt x="45351" y="11452"/>
                  </a:lnTo>
                  <a:cubicBezTo>
                    <a:pt x="45301" y="11486"/>
                    <a:pt x="45260" y="11510"/>
                    <a:pt x="45213" y="11510"/>
                  </a:cubicBezTo>
                  <a:cubicBezTo>
                    <a:pt x="45175" y="11510"/>
                    <a:pt x="45132" y="11494"/>
                    <a:pt x="45078" y="11452"/>
                  </a:cubicBezTo>
                  <a:lnTo>
                    <a:pt x="45047" y="11422"/>
                  </a:lnTo>
                  <a:cubicBezTo>
                    <a:pt x="44956" y="11392"/>
                    <a:pt x="44956" y="11240"/>
                    <a:pt x="44986" y="11209"/>
                  </a:cubicBezTo>
                  <a:cubicBezTo>
                    <a:pt x="45017" y="11149"/>
                    <a:pt x="45199" y="11149"/>
                    <a:pt x="45230" y="11118"/>
                  </a:cubicBezTo>
                  <a:cubicBezTo>
                    <a:pt x="45260" y="11057"/>
                    <a:pt x="45230" y="11027"/>
                    <a:pt x="45108" y="11027"/>
                  </a:cubicBezTo>
                  <a:lnTo>
                    <a:pt x="45017" y="10997"/>
                  </a:lnTo>
                  <a:lnTo>
                    <a:pt x="44956" y="10966"/>
                  </a:lnTo>
                  <a:cubicBezTo>
                    <a:pt x="44941" y="10956"/>
                    <a:pt x="44928" y="10952"/>
                    <a:pt x="44915" y="10952"/>
                  </a:cubicBezTo>
                  <a:cubicBezTo>
                    <a:pt x="44846" y="10952"/>
                    <a:pt x="44799" y="11072"/>
                    <a:pt x="44774" y="11149"/>
                  </a:cubicBezTo>
                  <a:cubicBezTo>
                    <a:pt x="44774" y="11169"/>
                    <a:pt x="44770" y="11179"/>
                    <a:pt x="44765" y="11179"/>
                  </a:cubicBezTo>
                  <a:cubicBezTo>
                    <a:pt x="44753" y="11179"/>
                    <a:pt x="44733" y="11138"/>
                    <a:pt x="44713" y="11057"/>
                  </a:cubicBezTo>
                  <a:lnTo>
                    <a:pt x="44682" y="10997"/>
                  </a:lnTo>
                  <a:cubicBezTo>
                    <a:pt x="44622" y="10875"/>
                    <a:pt x="44561" y="10784"/>
                    <a:pt x="44470" y="10723"/>
                  </a:cubicBezTo>
                  <a:cubicBezTo>
                    <a:pt x="44439" y="10693"/>
                    <a:pt x="44409" y="10693"/>
                    <a:pt x="44348" y="10693"/>
                  </a:cubicBezTo>
                  <a:cubicBezTo>
                    <a:pt x="44318" y="10693"/>
                    <a:pt x="44287" y="10723"/>
                    <a:pt x="44287" y="10784"/>
                  </a:cubicBezTo>
                  <a:lnTo>
                    <a:pt x="44287" y="10845"/>
                  </a:lnTo>
                  <a:cubicBezTo>
                    <a:pt x="44257" y="10966"/>
                    <a:pt x="44257" y="11088"/>
                    <a:pt x="44257" y="11209"/>
                  </a:cubicBezTo>
                  <a:lnTo>
                    <a:pt x="44044" y="11209"/>
                  </a:lnTo>
                  <a:cubicBezTo>
                    <a:pt x="44014" y="11240"/>
                    <a:pt x="44074" y="11361"/>
                    <a:pt x="44166" y="11483"/>
                  </a:cubicBezTo>
                  <a:lnTo>
                    <a:pt x="44166" y="11574"/>
                  </a:lnTo>
                  <a:cubicBezTo>
                    <a:pt x="44166" y="11756"/>
                    <a:pt x="44318" y="11848"/>
                    <a:pt x="44409" y="11878"/>
                  </a:cubicBezTo>
                  <a:cubicBezTo>
                    <a:pt x="44500" y="11939"/>
                    <a:pt x="44530" y="12000"/>
                    <a:pt x="44439" y="12091"/>
                  </a:cubicBezTo>
                  <a:lnTo>
                    <a:pt x="44378" y="12121"/>
                  </a:lnTo>
                  <a:cubicBezTo>
                    <a:pt x="44318" y="12182"/>
                    <a:pt x="44561" y="12364"/>
                    <a:pt x="44622" y="12395"/>
                  </a:cubicBezTo>
                  <a:cubicBezTo>
                    <a:pt x="44834" y="12425"/>
                    <a:pt x="45047" y="12425"/>
                    <a:pt x="45260" y="12425"/>
                  </a:cubicBezTo>
                  <a:cubicBezTo>
                    <a:pt x="45382" y="12395"/>
                    <a:pt x="45503" y="12334"/>
                    <a:pt x="45594" y="12212"/>
                  </a:cubicBezTo>
                  <a:cubicBezTo>
                    <a:pt x="45594" y="12152"/>
                    <a:pt x="45473" y="12152"/>
                    <a:pt x="45290" y="12152"/>
                  </a:cubicBezTo>
                  <a:lnTo>
                    <a:pt x="45290" y="11939"/>
                  </a:lnTo>
                  <a:cubicBezTo>
                    <a:pt x="45290" y="11916"/>
                    <a:pt x="45268" y="11906"/>
                    <a:pt x="45239" y="11906"/>
                  </a:cubicBezTo>
                  <a:cubicBezTo>
                    <a:pt x="45192" y="11906"/>
                    <a:pt x="45127" y="11932"/>
                    <a:pt x="45108" y="11969"/>
                  </a:cubicBezTo>
                  <a:lnTo>
                    <a:pt x="45017" y="12182"/>
                  </a:lnTo>
                  <a:cubicBezTo>
                    <a:pt x="44996" y="12185"/>
                    <a:pt x="44976" y="12186"/>
                    <a:pt x="44958" y="12186"/>
                  </a:cubicBezTo>
                  <a:cubicBezTo>
                    <a:pt x="44760" y="12186"/>
                    <a:pt x="44693" y="12042"/>
                    <a:pt x="44804" y="11848"/>
                  </a:cubicBezTo>
                  <a:lnTo>
                    <a:pt x="44926" y="11696"/>
                  </a:lnTo>
                  <a:cubicBezTo>
                    <a:pt x="44941" y="11680"/>
                    <a:pt x="44964" y="11673"/>
                    <a:pt x="44990" y="11673"/>
                  </a:cubicBezTo>
                  <a:cubicBezTo>
                    <a:pt x="45017" y="11673"/>
                    <a:pt x="45047" y="11680"/>
                    <a:pt x="45078" y="11696"/>
                  </a:cubicBezTo>
                  <a:cubicBezTo>
                    <a:pt x="45104" y="11731"/>
                    <a:pt x="45129" y="11744"/>
                    <a:pt x="45150" y="11744"/>
                  </a:cubicBezTo>
                  <a:cubicBezTo>
                    <a:pt x="45195" y="11744"/>
                    <a:pt x="45228" y="11692"/>
                    <a:pt x="45251" y="11692"/>
                  </a:cubicBezTo>
                  <a:cubicBezTo>
                    <a:pt x="45254" y="11692"/>
                    <a:pt x="45257" y="11693"/>
                    <a:pt x="45260" y="11696"/>
                  </a:cubicBezTo>
                  <a:cubicBezTo>
                    <a:pt x="45321" y="11726"/>
                    <a:pt x="45290" y="11817"/>
                    <a:pt x="45351" y="11817"/>
                  </a:cubicBezTo>
                  <a:cubicBezTo>
                    <a:pt x="45434" y="11838"/>
                    <a:pt x="45516" y="11901"/>
                    <a:pt x="45599" y="11901"/>
                  </a:cubicBezTo>
                  <a:cubicBezTo>
                    <a:pt x="45638" y="11901"/>
                    <a:pt x="45677" y="11887"/>
                    <a:pt x="45716" y="11848"/>
                  </a:cubicBezTo>
                  <a:lnTo>
                    <a:pt x="45746" y="11817"/>
                  </a:lnTo>
                  <a:lnTo>
                    <a:pt x="45746" y="11817"/>
                  </a:lnTo>
                  <a:cubicBezTo>
                    <a:pt x="45868" y="11848"/>
                    <a:pt x="45807" y="12000"/>
                    <a:pt x="45685" y="12182"/>
                  </a:cubicBezTo>
                  <a:lnTo>
                    <a:pt x="45716" y="12364"/>
                  </a:lnTo>
                  <a:cubicBezTo>
                    <a:pt x="45746" y="12486"/>
                    <a:pt x="45685" y="12486"/>
                    <a:pt x="45564" y="12547"/>
                  </a:cubicBezTo>
                  <a:lnTo>
                    <a:pt x="45503" y="12547"/>
                  </a:lnTo>
                  <a:cubicBezTo>
                    <a:pt x="45468" y="12635"/>
                    <a:pt x="45401" y="12683"/>
                    <a:pt x="45334" y="12683"/>
                  </a:cubicBezTo>
                  <a:cubicBezTo>
                    <a:pt x="45286" y="12683"/>
                    <a:pt x="45237" y="12658"/>
                    <a:pt x="45199" y="12608"/>
                  </a:cubicBezTo>
                  <a:lnTo>
                    <a:pt x="45108" y="12547"/>
                  </a:lnTo>
                  <a:lnTo>
                    <a:pt x="45017" y="12516"/>
                  </a:lnTo>
                  <a:cubicBezTo>
                    <a:pt x="44956" y="12516"/>
                    <a:pt x="44865" y="12486"/>
                    <a:pt x="44804" y="12486"/>
                  </a:cubicBezTo>
                  <a:lnTo>
                    <a:pt x="44804" y="12729"/>
                  </a:lnTo>
                  <a:lnTo>
                    <a:pt x="44622" y="12668"/>
                  </a:lnTo>
                  <a:cubicBezTo>
                    <a:pt x="44561" y="12668"/>
                    <a:pt x="44500" y="12608"/>
                    <a:pt x="44439" y="12577"/>
                  </a:cubicBezTo>
                  <a:cubicBezTo>
                    <a:pt x="44257" y="12516"/>
                    <a:pt x="44074" y="12486"/>
                    <a:pt x="43923" y="12456"/>
                  </a:cubicBezTo>
                  <a:lnTo>
                    <a:pt x="43831" y="12456"/>
                  </a:lnTo>
                  <a:cubicBezTo>
                    <a:pt x="43740" y="12547"/>
                    <a:pt x="43740" y="12638"/>
                    <a:pt x="43831" y="12638"/>
                  </a:cubicBezTo>
                  <a:lnTo>
                    <a:pt x="43923" y="12699"/>
                  </a:lnTo>
                  <a:cubicBezTo>
                    <a:pt x="44044" y="12729"/>
                    <a:pt x="43710" y="12881"/>
                    <a:pt x="43983" y="12881"/>
                  </a:cubicBezTo>
                  <a:cubicBezTo>
                    <a:pt x="44044" y="12881"/>
                    <a:pt x="44166" y="13033"/>
                    <a:pt x="44166" y="13033"/>
                  </a:cubicBezTo>
                  <a:cubicBezTo>
                    <a:pt x="44166" y="13033"/>
                    <a:pt x="44135" y="13063"/>
                    <a:pt x="44135" y="13094"/>
                  </a:cubicBezTo>
                  <a:lnTo>
                    <a:pt x="44135" y="13185"/>
                  </a:lnTo>
                  <a:cubicBezTo>
                    <a:pt x="44348" y="13307"/>
                    <a:pt x="44287" y="13489"/>
                    <a:pt x="44257" y="13671"/>
                  </a:cubicBezTo>
                  <a:cubicBezTo>
                    <a:pt x="44257" y="13702"/>
                    <a:pt x="44135" y="13732"/>
                    <a:pt x="44257" y="13763"/>
                  </a:cubicBezTo>
                  <a:cubicBezTo>
                    <a:pt x="44263" y="13768"/>
                    <a:pt x="44271" y="13771"/>
                    <a:pt x="44280" y="13771"/>
                  </a:cubicBezTo>
                  <a:cubicBezTo>
                    <a:pt x="44319" y="13771"/>
                    <a:pt x="44378" y="13726"/>
                    <a:pt x="44378" y="13702"/>
                  </a:cubicBezTo>
                  <a:lnTo>
                    <a:pt x="44470" y="13611"/>
                  </a:lnTo>
                  <a:cubicBezTo>
                    <a:pt x="44478" y="13585"/>
                    <a:pt x="44521" y="13574"/>
                    <a:pt x="44579" y="13574"/>
                  </a:cubicBezTo>
                  <a:cubicBezTo>
                    <a:pt x="44727" y="13574"/>
                    <a:pt x="44973" y="13645"/>
                    <a:pt x="45017" y="13732"/>
                  </a:cubicBezTo>
                  <a:cubicBezTo>
                    <a:pt x="45052" y="13803"/>
                    <a:pt x="45140" y="13833"/>
                    <a:pt x="45207" y="13833"/>
                  </a:cubicBezTo>
                  <a:cubicBezTo>
                    <a:pt x="45254" y="13833"/>
                    <a:pt x="45290" y="13818"/>
                    <a:pt x="45290" y="13793"/>
                  </a:cubicBezTo>
                  <a:cubicBezTo>
                    <a:pt x="45321" y="13702"/>
                    <a:pt x="45351" y="13580"/>
                    <a:pt x="45412" y="13489"/>
                  </a:cubicBezTo>
                  <a:cubicBezTo>
                    <a:pt x="45425" y="13463"/>
                    <a:pt x="45465" y="13454"/>
                    <a:pt x="45514" y="13454"/>
                  </a:cubicBezTo>
                  <a:cubicBezTo>
                    <a:pt x="45580" y="13454"/>
                    <a:pt x="45663" y="13471"/>
                    <a:pt x="45716" y="13489"/>
                  </a:cubicBezTo>
                  <a:cubicBezTo>
                    <a:pt x="45720" y="13491"/>
                    <a:pt x="45726" y="13492"/>
                    <a:pt x="45733" y="13492"/>
                  </a:cubicBezTo>
                  <a:cubicBezTo>
                    <a:pt x="45813" y="13492"/>
                    <a:pt x="46031" y="13332"/>
                    <a:pt x="46172" y="13276"/>
                  </a:cubicBezTo>
                  <a:cubicBezTo>
                    <a:pt x="46179" y="13274"/>
                    <a:pt x="46185" y="13274"/>
                    <a:pt x="46191" y="13274"/>
                  </a:cubicBezTo>
                  <a:cubicBezTo>
                    <a:pt x="46283" y="13274"/>
                    <a:pt x="46208" y="13494"/>
                    <a:pt x="46293" y="13580"/>
                  </a:cubicBezTo>
                  <a:cubicBezTo>
                    <a:pt x="46311" y="13592"/>
                    <a:pt x="46328" y="13597"/>
                    <a:pt x="46345" y="13597"/>
                  </a:cubicBezTo>
                  <a:cubicBezTo>
                    <a:pt x="46417" y="13597"/>
                    <a:pt x="46482" y="13508"/>
                    <a:pt x="46506" y="13459"/>
                  </a:cubicBezTo>
                  <a:cubicBezTo>
                    <a:pt x="46537" y="13398"/>
                    <a:pt x="46567" y="13367"/>
                    <a:pt x="46628" y="13307"/>
                  </a:cubicBezTo>
                  <a:cubicBezTo>
                    <a:pt x="46628" y="13307"/>
                    <a:pt x="46810" y="13094"/>
                    <a:pt x="46932" y="13063"/>
                  </a:cubicBezTo>
                  <a:cubicBezTo>
                    <a:pt x="46953" y="13058"/>
                    <a:pt x="46973" y="13056"/>
                    <a:pt x="46994" y="13056"/>
                  </a:cubicBezTo>
                  <a:cubicBezTo>
                    <a:pt x="47091" y="13056"/>
                    <a:pt x="47175" y="13115"/>
                    <a:pt x="47175" y="13215"/>
                  </a:cubicBezTo>
                  <a:lnTo>
                    <a:pt x="47144" y="13276"/>
                  </a:lnTo>
                  <a:lnTo>
                    <a:pt x="46992" y="13367"/>
                  </a:lnTo>
                  <a:cubicBezTo>
                    <a:pt x="47144" y="13398"/>
                    <a:pt x="47327" y="13398"/>
                    <a:pt x="47509" y="13398"/>
                  </a:cubicBezTo>
                  <a:cubicBezTo>
                    <a:pt x="47600" y="13398"/>
                    <a:pt x="47752" y="13580"/>
                    <a:pt x="47783" y="13671"/>
                  </a:cubicBezTo>
                  <a:cubicBezTo>
                    <a:pt x="47786" y="13679"/>
                    <a:pt x="47791" y="13682"/>
                    <a:pt x="47796" y="13682"/>
                  </a:cubicBezTo>
                  <a:cubicBezTo>
                    <a:pt x="47833" y="13682"/>
                    <a:pt x="47897" y="13508"/>
                    <a:pt x="47844" y="13428"/>
                  </a:cubicBezTo>
                  <a:cubicBezTo>
                    <a:pt x="47783" y="13367"/>
                    <a:pt x="47388" y="13246"/>
                    <a:pt x="47388" y="13155"/>
                  </a:cubicBezTo>
                  <a:cubicBezTo>
                    <a:pt x="47365" y="13086"/>
                    <a:pt x="47428" y="13052"/>
                    <a:pt x="47486" y="13052"/>
                  </a:cubicBezTo>
                  <a:cubicBezTo>
                    <a:pt x="47505" y="13052"/>
                    <a:pt x="47524" y="13056"/>
                    <a:pt x="47540" y="13063"/>
                  </a:cubicBezTo>
                  <a:cubicBezTo>
                    <a:pt x="47550" y="13067"/>
                    <a:pt x="47560" y="13068"/>
                    <a:pt x="47571" y="13068"/>
                  </a:cubicBezTo>
                  <a:cubicBezTo>
                    <a:pt x="47656" y="13068"/>
                    <a:pt x="47756" y="12969"/>
                    <a:pt x="47783" y="12942"/>
                  </a:cubicBezTo>
                  <a:cubicBezTo>
                    <a:pt x="47791" y="12926"/>
                    <a:pt x="47807" y="12919"/>
                    <a:pt x="47829" y="12919"/>
                  </a:cubicBezTo>
                  <a:cubicBezTo>
                    <a:pt x="47892" y="12919"/>
                    <a:pt x="48004" y="12981"/>
                    <a:pt x="48117" y="13094"/>
                  </a:cubicBezTo>
                  <a:lnTo>
                    <a:pt x="48148" y="13215"/>
                  </a:lnTo>
                  <a:lnTo>
                    <a:pt x="48208" y="13398"/>
                  </a:lnTo>
                  <a:cubicBezTo>
                    <a:pt x="48254" y="13443"/>
                    <a:pt x="48315" y="13466"/>
                    <a:pt x="48379" y="13466"/>
                  </a:cubicBezTo>
                  <a:cubicBezTo>
                    <a:pt x="48444" y="13466"/>
                    <a:pt x="48512" y="13443"/>
                    <a:pt x="48573" y="13398"/>
                  </a:cubicBezTo>
                  <a:cubicBezTo>
                    <a:pt x="48588" y="13352"/>
                    <a:pt x="48626" y="13329"/>
                    <a:pt x="48672" y="13329"/>
                  </a:cubicBezTo>
                  <a:cubicBezTo>
                    <a:pt x="48717" y="13329"/>
                    <a:pt x="48771" y="13352"/>
                    <a:pt x="48816" y="13398"/>
                  </a:cubicBezTo>
                  <a:lnTo>
                    <a:pt x="48847" y="13398"/>
                  </a:lnTo>
                  <a:lnTo>
                    <a:pt x="48999" y="13367"/>
                  </a:lnTo>
                  <a:cubicBezTo>
                    <a:pt x="49181" y="13367"/>
                    <a:pt x="49394" y="13428"/>
                    <a:pt x="49576" y="13550"/>
                  </a:cubicBezTo>
                  <a:cubicBezTo>
                    <a:pt x="49622" y="13618"/>
                    <a:pt x="49684" y="13652"/>
                    <a:pt x="49739" y="13652"/>
                  </a:cubicBezTo>
                  <a:cubicBezTo>
                    <a:pt x="49757" y="13652"/>
                    <a:pt x="49774" y="13649"/>
                    <a:pt x="49789" y="13641"/>
                  </a:cubicBezTo>
                  <a:lnTo>
                    <a:pt x="49850" y="13641"/>
                  </a:lnTo>
                  <a:cubicBezTo>
                    <a:pt x="49880" y="13641"/>
                    <a:pt x="49880" y="13580"/>
                    <a:pt x="49850" y="13489"/>
                  </a:cubicBezTo>
                  <a:lnTo>
                    <a:pt x="49850" y="13459"/>
                  </a:lnTo>
                  <a:cubicBezTo>
                    <a:pt x="49883" y="13425"/>
                    <a:pt x="49913" y="13412"/>
                    <a:pt x="49939" y="13412"/>
                  </a:cubicBezTo>
                  <a:cubicBezTo>
                    <a:pt x="49986" y="13412"/>
                    <a:pt x="50024" y="13451"/>
                    <a:pt x="50062" y="13489"/>
                  </a:cubicBezTo>
                  <a:lnTo>
                    <a:pt x="50093" y="13519"/>
                  </a:lnTo>
                  <a:cubicBezTo>
                    <a:pt x="50102" y="13528"/>
                    <a:pt x="50126" y="13532"/>
                    <a:pt x="50158" y="13532"/>
                  </a:cubicBezTo>
                  <a:cubicBezTo>
                    <a:pt x="50235" y="13532"/>
                    <a:pt x="50354" y="13510"/>
                    <a:pt x="50397" y="13489"/>
                  </a:cubicBezTo>
                  <a:cubicBezTo>
                    <a:pt x="50427" y="13459"/>
                    <a:pt x="50427" y="13428"/>
                    <a:pt x="50366" y="13428"/>
                  </a:cubicBezTo>
                  <a:lnTo>
                    <a:pt x="50245" y="13428"/>
                  </a:lnTo>
                  <a:cubicBezTo>
                    <a:pt x="50184" y="13367"/>
                    <a:pt x="50214" y="13276"/>
                    <a:pt x="50275" y="13246"/>
                  </a:cubicBezTo>
                  <a:lnTo>
                    <a:pt x="50275" y="13337"/>
                  </a:lnTo>
                  <a:lnTo>
                    <a:pt x="50427" y="13428"/>
                  </a:lnTo>
                  <a:cubicBezTo>
                    <a:pt x="50610" y="13428"/>
                    <a:pt x="50640" y="13276"/>
                    <a:pt x="50640" y="13246"/>
                  </a:cubicBezTo>
                  <a:cubicBezTo>
                    <a:pt x="50610" y="13215"/>
                    <a:pt x="50731" y="13155"/>
                    <a:pt x="50883" y="13094"/>
                  </a:cubicBezTo>
                  <a:lnTo>
                    <a:pt x="51005" y="13063"/>
                  </a:lnTo>
                  <a:cubicBezTo>
                    <a:pt x="51045" y="13050"/>
                    <a:pt x="51092" y="13036"/>
                    <a:pt x="51134" y="13036"/>
                  </a:cubicBezTo>
                  <a:cubicBezTo>
                    <a:pt x="51186" y="13036"/>
                    <a:pt x="51231" y="13057"/>
                    <a:pt x="51248" y="13124"/>
                  </a:cubicBezTo>
                  <a:cubicBezTo>
                    <a:pt x="51248" y="13185"/>
                    <a:pt x="51430" y="13215"/>
                    <a:pt x="51430" y="13276"/>
                  </a:cubicBezTo>
                  <a:lnTo>
                    <a:pt x="51461" y="13398"/>
                  </a:lnTo>
                  <a:cubicBezTo>
                    <a:pt x="51506" y="13413"/>
                    <a:pt x="51552" y="13421"/>
                    <a:pt x="51586" y="13421"/>
                  </a:cubicBezTo>
                  <a:cubicBezTo>
                    <a:pt x="51620" y="13421"/>
                    <a:pt x="51643" y="13413"/>
                    <a:pt x="51643" y="13398"/>
                  </a:cubicBezTo>
                  <a:cubicBezTo>
                    <a:pt x="51643" y="13367"/>
                    <a:pt x="51673" y="13367"/>
                    <a:pt x="51734" y="13367"/>
                  </a:cubicBezTo>
                  <a:lnTo>
                    <a:pt x="51765" y="13367"/>
                  </a:lnTo>
                  <a:cubicBezTo>
                    <a:pt x="51825" y="13337"/>
                    <a:pt x="51917" y="13307"/>
                    <a:pt x="51917" y="13276"/>
                  </a:cubicBezTo>
                  <a:lnTo>
                    <a:pt x="51977" y="13094"/>
                  </a:lnTo>
                  <a:cubicBezTo>
                    <a:pt x="52129" y="13094"/>
                    <a:pt x="52251" y="13246"/>
                    <a:pt x="52190" y="13398"/>
                  </a:cubicBezTo>
                  <a:cubicBezTo>
                    <a:pt x="52145" y="13466"/>
                    <a:pt x="52150" y="13500"/>
                    <a:pt x="52220" y="13500"/>
                  </a:cubicBezTo>
                  <a:cubicBezTo>
                    <a:pt x="52243" y="13500"/>
                    <a:pt x="52274" y="13497"/>
                    <a:pt x="52312" y="13489"/>
                  </a:cubicBezTo>
                  <a:lnTo>
                    <a:pt x="52433" y="13489"/>
                  </a:lnTo>
                  <a:cubicBezTo>
                    <a:pt x="52482" y="13489"/>
                    <a:pt x="52531" y="13567"/>
                    <a:pt x="52595" y="13567"/>
                  </a:cubicBezTo>
                  <a:cubicBezTo>
                    <a:pt x="52611" y="13567"/>
                    <a:pt x="52628" y="13562"/>
                    <a:pt x="52646" y="13550"/>
                  </a:cubicBezTo>
                  <a:cubicBezTo>
                    <a:pt x="52707" y="13519"/>
                    <a:pt x="52737" y="13428"/>
                    <a:pt x="52798" y="13367"/>
                  </a:cubicBezTo>
                  <a:lnTo>
                    <a:pt x="52859" y="13307"/>
                  </a:lnTo>
                  <a:cubicBezTo>
                    <a:pt x="52950" y="13276"/>
                    <a:pt x="52889" y="13124"/>
                    <a:pt x="52889" y="13094"/>
                  </a:cubicBezTo>
                  <a:cubicBezTo>
                    <a:pt x="52859" y="13094"/>
                    <a:pt x="52768" y="13155"/>
                    <a:pt x="52768" y="13185"/>
                  </a:cubicBezTo>
                  <a:cubicBezTo>
                    <a:pt x="52763" y="13189"/>
                    <a:pt x="52758" y="13191"/>
                    <a:pt x="52752" y="13191"/>
                  </a:cubicBezTo>
                  <a:cubicBezTo>
                    <a:pt x="52712" y="13191"/>
                    <a:pt x="52638" y="13120"/>
                    <a:pt x="52585" y="13094"/>
                  </a:cubicBezTo>
                  <a:cubicBezTo>
                    <a:pt x="52555" y="13063"/>
                    <a:pt x="52707" y="13003"/>
                    <a:pt x="52798" y="12972"/>
                  </a:cubicBezTo>
                  <a:cubicBezTo>
                    <a:pt x="52859" y="12972"/>
                    <a:pt x="52828" y="12881"/>
                    <a:pt x="52798" y="12851"/>
                  </a:cubicBezTo>
                  <a:cubicBezTo>
                    <a:pt x="52768" y="12851"/>
                    <a:pt x="52646" y="12881"/>
                    <a:pt x="52555" y="12942"/>
                  </a:cubicBezTo>
                  <a:lnTo>
                    <a:pt x="52494" y="12790"/>
                  </a:lnTo>
                  <a:cubicBezTo>
                    <a:pt x="52433" y="12638"/>
                    <a:pt x="52342" y="12486"/>
                    <a:pt x="52281" y="12304"/>
                  </a:cubicBezTo>
                  <a:lnTo>
                    <a:pt x="52251" y="12182"/>
                  </a:lnTo>
                  <a:cubicBezTo>
                    <a:pt x="52129" y="12121"/>
                    <a:pt x="52008" y="12121"/>
                    <a:pt x="51856" y="12121"/>
                  </a:cubicBezTo>
                  <a:lnTo>
                    <a:pt x="51704" y="12121"/>
                  </a:lnTo>
                  <a:cubicBezTo>
                    <a:pt x="51582" y="12152"/>
                    <a:pt x="51582" y="12182"/>
                    <a:pt x="51704" y="12243"/>
                  </a:cubicBezTo>
                  <a:lnTo>
                    <a:pt x="51825" y="12243"/>
                  </a:lnTo>
                  <a:cubicBezTo>
                    <a:pt x="51834" y="12235"/>
                    <a:pt x="51842" y="12231"/>
                    <a:pt x="51850" y="12231"/>
                  </a:cubicBezTo>
                  <a:cubicBezTo>
                    <a:pt x="51872" y="12231"/>
                    <a:pt x="51894" y="12259"/>
                    <a:pt x="51917" y="12304"/>
                  </a:cubicBezTo>
                  <a:lnTo>
                    <a:pt x="51856" y="12334"/>
                  </a:lnTo>
                  <a:cubicBezTo>
                    <a:pt x="51809" y="12357"/>
                    <a:pt x="51758" y="12367"/>
                    <a:pt x="51708" y="12367"/>
                  </a:cubicBezTo>
                  <a:cubicBezTo>
                    <a:pt x="51627" y="12367"/>
                    <a:pt x="51547" y="12341"/>
                    <a:pt x="51491" y="12304"/>
                  </a:cubicBezTo>
                  <a:lnTo>
                    <a:pt x="51369" y="12243"/>
                  </a:lnTo>
                  <a:cubicBezTo>
                    <a:pt x="51339" y="12273"/>
                    <a:pt x="51369" y="12334"/>
                    <a:pt x="51369" y="12364"/>
                  </a:cubicBezTo>
                  <a:cubicBezTo>
                    <a:pt x="51400" y="12395"/>
                    <a:pt x="51157" y="12425"/>
                    <a:pt x="51066" y="12425"/>
                  </a:cubicBezTo>
                  <a:cubicBezTo>
                    <a:pt x="50974" y="12425"/>
                    <a:pt x="50883" y="12516"/>
                    <a:pt x="50822" y="12608"/>
                  </a:cubicBezTo>
                  <a:lnTo>
                    <a:pt x="50853" y="12668"/>
                  </a:lnTo>
                  <a:cubicBezTo>
                    <a:pt x="50853" y="12729"/>
                    <a:pt x="50914" y="12760"/>
                    <a:pt x="50792" y="12760"/>
                  </a:cubicBezTo>
                  <a:cubicBezTo>
                    <a:pt x="50762" y="12760"/>
                    <a:pt x="50701" y="12699"/>
                    <a:pt x="50701" y="12699"/>
                  </a:cubicBezTo>
                  <a:lnTo>
                    <a:pt x="50701" y="12577"/>
                  </a:lnTo>
                  <a:cubicBezTo>
                    <a:pt x="50731" y="12456"/>
                    <a:pt x="50670" y="12304"/>
                    <a:pt x="50579" y="12212"/>
                  </a:cubicBezTo>
                  <a:lnTo>
                    <a:pt x="50458" y="12121"/>
                  </a:lnTo>
                  <a:lnTo>
                    <a:pt x="50458" y="12060"/>
                  </a:lnTo>
                  <a:cubicBezTo>
                    <a:pt x="50458" y="11968"/>
                    <a:pt x="50475" y="11928"/>
                    <a:pt x="50551" y="11928"/>
                  </a:cubicBezTo>
                  <a:cubicBezTo>
                    <a:pt x="50575" y="11928"/>
                    <a:pt x="50604" y="11932"/>
                    <a:pt x="50640" y="11939"/>
                  </a:cubicBezTo>
                  <a:cubicBezTo>
                    <a:pt x="50680" y="11939"/>
                    <a:pt x="50721" y="11979"/>
                    <a:pt x="50744" y="11979"/>
                  </a:cubicBezTo>
                  <a:cubicBezTo>
                    <a:pt x="50755" y="11979"/>
                    <a:pt x="50762" y="11969"/>
                    <a:pt x="50762" y="11939"/>
                  </a:cubicBezTo>
                  <a:cubicBezTo>
                    <a:pt x="50784" y="11870"/>
                    <a:pt x="50807" y="11836"/>
                    <a:pt x="50856" y="11836"/>
                  </a:cubicBezTo>
                  <a:cubicBezTo>
                    <a:pt x="50872" y="11836"/>
                    <a:pt x="50891" y="11840"/>
                    <a:pt x="50914" y="11848"/>
                  </a:cubicBezTo>
                  <a:cubicBezTo>
                    <a:pt x="50974" y="11848"/>
                    <a:pt x="50974" y="11939"/>
                    <a:pt x="50974" y="11969"/>
                  </a:cubicBezTo>
                  <a:lnTo>
                    <a:pt x="50974" y="12030"/>
                  </a:lnTo>
                  <a:cubicBezTo>
                    <a:pt x="50974" y="12071"/>
                    <a:pt x="51030" y="12088"/>
                    <a:pt x="51100" y="12088"/>
                  </a:cubicBezTo>
                  <a:cubicBezTo>
                    <a:pt x="51184" y="12088"/>
                    <a:pt x="51289" y="12063"/>
                    <a:pt x="51339" y="12030"/>
                  </a:cubicBezTo>
                  <a:cubicBezTo>
                    <a:pt x="51430" y="11969"/>
                    <a:pt x="50974" y="11696"/>
                    <a:pt x="50792" y="11604"/>
                  </a:cubicBezTo>
                  <a:cubicBezTo>
                    <a:pt x="50579" y="11513"/>
                    <a:pt x="50792" y="11149"/>
                    <a:pt x="50822" y="11118"/>
                  </a:cubicBezTo>
                  <a:cubicBezTo>
                    <a:pt x="50853" y="11057"/>
                    <a:pt x="50731" y="10997"/>
                    <a:pt x="50670" y="10966"/>
                  </a:cubicBezTo>
                  <a:cubicBezTo>
                    <a:pt x="50610" y="10966"/>
                    <a:pt x="50701" y="10601"/>
                    <a:pt x="50853" y="10571"/>
                  </a:cubicBezTo>
                  <a:cubicBezTo>
                    <a:pt x="51035" y="10541"/>
                    <a:pt x="51126" y="10419"/>
                    <a:pt x="51096" y="10389"/>
                  </a:cubicBezTo>
                  <a:cubicBezTo>
                    <a:pt x="51096" y="10384"/>
                    <a:pt x="51098" y="10381"/>
                    <a:pt x="51101" y="10381"/>
                  </a:cubicBezTo>
                  <a:cubicBezTo>
                    <a:pt x="51118" y="10381"/>
                    <a:pt x="51177" y="10444"/>
                    <a:pt x="51278" y="10571"/>
                  </a:cubicBezTo>
                  <a:lnTo>
                    <a:pt x="51491" y="10449"/>
                  </a:lnTo>
                  <a:cubicBezTo>
                    <a:pt x="51552" y="10449"/>
                    <a:pt x="51582" y="10510"/>
                    <a:pt x="51582" y="10571"/>
                  </a:cubicBezTo>
                  <a:lnTo>
                    <a:pt x="51339" y="10601"/>
                  </a:lnTo>
                  <a:cubicBezTo>
                    <a:pt x="51309" y="10753"/>
                    <a:pt x="51309" y="10905"/>
                    <a:pt x="51400" y="10905"/>
                  </a:cubicBezTo>
                  <a:lnTo>
                    <a:pt x="51491" y="10905"/>
                  </a:lnTo>
                  <a:cubicBezTo>
                    <a:pt x="51552" y="10905"/>
                    <a:pt x="51582" y="10997"/>
                    <a:pt x="51552" y="11057"/>
                  </a:cubicBezTo>
                  <a:lnTo>
                    <a:pt x="51491" y="11057"/>
                  </a:lnTo>
                  <a:cubicBezTo>
                    <a:pt x="51369" y="11057"/>
                    <a:pt x="51430" y="11118"/>
                    <a:pt x="51400" y="11209"/>
                  </a:cubicBezTo>
                  <a:cubicBezTo>
                    <a:pt x="51369" y="11270"/>
                    <a:pt x="51369" y="11361"/>
                    <a:pt x="51369" y="11452"/>
                  </a:cubicBezTo>
                  <a:lnTo>
                    <a:pt x="51278" y="11452"/>
                  </a:lnTo>
                  <a:cubicBezTo>
                    <a:pt x="51248" y="11452"/>
                    <a:pt x="51217" y="11452"/>
                    <a:pt x="51217" y="11422"/>
                  </a:cubicBezTo>
                  <a:lnTo>
                    <a:pt x="51217" y="11331"/>
                  </a:lnTo>
                  <a:cubicBezTo>
                    <a:pt x="51217" y="11299"/>
                    <a:pt x="51177" y="11286"/>
                    <a:pt x="51124" y="11286"/>
                  </a:cubicBezTo>
                  <a:cubicBezTo>
                    <a:pt x="51025" y="11286"/>
                    <a:pt x="50883" y="11332"/>
                    <a:pt x="50883" y="11392"/>
                  </a:cubicBezTo>
                  <a:cubicBezTo>
                    <a:pt x="50910" y="11473"/>
                    <a:pt x="51228" y="11579"/>
                    <a:pt x="51361" y="11579"/>
                  </a:cubicBezTo>
                  <a:cubicBezTo>
                    <a:pt x="51377" y="11579"/>
                    <a:pt x="51390" y="11577"/>
                    <a:pt x="51400" y="11574"/>
                  </a:cubicBezTo>
                  <a:cubicBezTo>
                    <a:pt x="51461" y="11544"/>
                    <a:pt x="51521" y="11452"/>
                    <a:pt x="51491" y="11392"/>
                  </a:cubicBezTo>
                  <a:lnTo>
                    <a:pt x="51491" y="11361"/>
                  </a:lnTo>
                  <a:cubicBezTo>
                    <a:pt x="51521" y="11301"/>
                    <a:pt x="51582" y="11301"/>
                    <a:pt x="51643" y="11301"/>
                  </a:cubicBezTo>
                  <a:lnTo>
                    <a:pt x="51886" y="11422"/>
                  </a:lnTo>
                  <a:cubicBezTo>
                    <a:pt x="51946" y="11396"/>
                    <a:pt x="52011" y="11388"/>
                    <a:pt x="52075" y="11388"/>
                  </a:cubicBezTo>
                  <a:cubicBezTo>
                    <a:pt x="52211" y="11388"/>
                    <a:pt x="52340" y="11427"/>
                    <a:pt x="52404" y="11427"/>
                  </a:cubicBezTo>
                  <a:cubicBezTo>
                    <a:pt x="52416" y="11427"/>
                    <a:pt x="52426" y="11426"/>
                    <a:pt x="52433" y="11422"/>
                  </a:cubicBezTo>
                  <a:cubicBezTo>
                    <a:pt x="52525" y="11392"/>
                    <a:pt x="52525" y="11118"/>
                    <a:pt x="52525" y="10997"/>
                  </a:cubicBezTo>
                  <a:cubicBezTo>
                    <a:pt x="52494" y="10905"/>
                    <a:pt x="52433" y="10784"/>
                    <a:pt x="52403" y="10784"/>
                  </a:cubicBezTo>
                  <a:lnTo>
                    <a:pt x="52373" y="10784"/>
                  </a:lnTo>
                  <a:lnTo>
                    <a:pt x="52281" y="10814"/>
                  </a:lnTo>
                  <a:cubicBezTo>
                    <a:pt x="52190" y="10814"/>
                    <a:pt x="52160" y="10753"/>
                    <a:pt x="52251" y="10693"/>
                  </a:cubicBezTo>
                  <a:lnTo>
                    <a:pt x="52312" y="10693"/>
                  </a:lnTo>
                  <a:lnTo>
                    <a:pt x="52494" y="10632"/>
                  </a:lnTo>
                  <a:cubicBezTo>
                    <a:pt x="52707" y="10632"/>
                    <a:pt x="52859" y="10753"/>
                    <a:pt x="52859" y="10875"/>
                  </a:cubicBezTo>
                  <a:lnTo>
                    <a:pt x="52768" y="10997"/>
                  </a:lnTo>
                  <a:cubicBezTo>
                    <a:pt x="52676" y="11057"/>
                    <a:pt x="52676" y="11057"/>
                    <a:pt x="52859" y="11088"/>
                  </a:cubicBezTo>
                  <a:lnTo>
                    <a:pt x="52920" y="11088"/>
                  </a:lnTo>
                  <a:cubicBezTo>
                    <a:pt x="52980" y="11149"/>
                    <a:pt x="52768" y="11270"/>
                    <a:pt x="52707" y="11301"/>
                  </a:cubicBezTo>
                  <a:cubicBezTo>
                    <a:pt x="52646" y="11331"/>
                    <a:pt x="52646" y="11422"/>
                    <a:pt x="52707" y="11452"/>
                  </a:cubicBezTo>
                  <a:lnTo>
                    <a:pt x="52707" y="11513"/>
                  </a:lnTo>
                  <a:lnTo>
                    <a:pt x="52707" y="11665"/>
                  </a:lnTo>
                  <a:cubicBezTo>
                    <a:pt x="52828" y="11635"/>
                    <a:pt x="52980" y="11422"/>
                    <a:pt x="53072" y="11361"/>
                  </a:cubicBezTo>
                  <a:cubicBezTo>
                    <a:pt x="53224" y="11361"/>
                    <a:pt x="53376" y="11392"/>
                    <a:pt x="53528" y="11452"/>
                  </a:cubicBezTo>
                  <a:cubicBezTo>
                    <a:pt x="53619" y="11513"/>
                    <a:pt x="53710" y="11544"/>
                    <a:pt x="53832" y="11544"/>
                  </a:cubicBezTo>
                  <a:cubicBezTo>
                    <a:pt x="53862" y="11544"/>
                    <a:pt x="54014" y="11817"/>
                    <a:pt x="53923" y="11908"/>
                  </a:cubicBezTo>
                  <a:cubicBezTo>
                    <a:pt x="53906" y="11934"/>
                    <a:pt x="53892" y="11945"/>
                    <a:pt x="53879" y="11945"/>
                  </a:cubicBezTo>
                  <a:cubicBezTo>
                    <a:pt x="53847" y="11945"/>
                    <a:pt x="53832" y="11867"/>
                    <a:pt x="53832" y="11756"/>
                  </a:cubicBezTo>
                  <a:lnTo>
                    <a:pt x="53528" y="11787"/>
                  </a:lnTo>
                  <a:lnTo>
                    <a:pt x="53406" y="11787"/>
                  </a:lnTo>
                  <a:cubicBezTo>
                    <a:pt x="53436" y="11696"/>
                    <a:pt x="53315" y="11665"/>
                    <a:pt x="53254" y="11665"/>
                  </a:cubicBezTo>
                  <a:cubicBezTo>
                    <a:pt x="53193" y="11696"/>
                    <a:pt x="53132" y="11939"/>
                    <a:pt x="53132" y="12030"/>
                  </a:cubicBezTo>
                  <a:cubicBezTo>
                    <a:pt x="53132" y="12121"/>
                    <a:pt x="52980" y="12212"/>
                    <a:pt x="52798" y="12243"/>
                  </a:cubicBezTo>
                  <a:lnTo>
                    <a:pt x="52646" y="12273"/>
                  </a:lnTo>
                  <a:lnTo>
                    <a:pt x="52616" y="12273"/>
                  </a:lnTo>
                  <a:cubicBezTo>
                    <a:pt x="52607" y="12264"/>
                    <a:pt x="52595" y="12261"/>
                    <a:pt x="52583" y="12261"/>
                  </a:cubicBezTo>
                  <a:cubicBezTo>
                    <a:pt x="52555" y="12261"/>
                    <a:pt x="52525" y="12282"/>
                    <a:pt x="52525" y="12304"/>
                  </a:cubicBezTo>
                  <a:lnTo>
                    <a:pt x="52555" y="12334"/>
                  </a:lnTo>
                  <a:cubicBezTo>
                    <a:pt x="52616" y="12456"/>
                    <a:pt x="52707" y="12547"/>
                    <a:pt x="52798" y="12608"/>
                  </a:cubicBezTo>
                  <a:cubicBezTo>
                    <a:pt x="52920" y="12668"/>
                    <a:pt x="53041" y="12729"/>
                    <a:pt x="53193" y="12790"/>
                  </a:cubicBezTo>
                  <a:lnTo>
                    <a:pt x="53315" y="12851"/>
                  </a:lnTo>
                  <a:cubicBezTo>
                    <a:pt x="53376" y="12942"/>
                    <a:pt x="53406" y="13063"/>
                    <a:pt x="53467" y="13155"/>
                  </a:cubicBezTo>
                  <a:lnTo>
                    <a:pt x="53436" y="13155"/>
                  </a:lnTo>
                  <a:cubicBezTo>
                    <a:pt x="53376" y="13215"/>
                    <a:pt x="53284" y="13246"/>
                    <a:pt x="53193" y="13276"/>
                  </a:cubicBezTo>
                  <a:lnTo>
                    <a:pt x="53041" y="13367"/>
                  </a:lnTo>
                  <a:cubicBezTo>
                    <a:pt x="53056" y="13428"/>
                    <a:pt x="53140" y="13443"/>
                    <a:pt x="53231" y="13443"/>
                  </a:cubicBezTo>
                  <a:cubicBezTo>
                    <a:pt x="53322" y="13443"/>
                    <a:pt x="53421" y="13428"/>
                    <a:pt x="53467" y="13428"/>
                  </a:cubicBezTo>
                  <a:cubicBezTo>
                    <a:pt x="53558" y="13398"/>
                    <a:pt x="53619" y="13367"/>
                    <a:pt x="53680" y="13276"/>
                  </a:cubicBezTo>
                  <a:cubicBezTo>
                    <a:pt x="53680" y="13246"/>
                    <a:pt x="53832" y="13215"/>
                    <a:pt x="53862" y="13215"/>
                  </a:cubicBezTo>
                  <a:cubicBezTo>
                    <a:pt x="53923" y="13215"/>
                    <a:pt x="53923" y="13276"/>
                    <a:pt x="53923" y="13307"/>
                  </a:cubicBezTo>
                  <a:cubicBezTo>
                    <a:pt x="53892" y="13337"/>
                    <a:pt x="53983" y="13398"/>
                    <a:pt x="54075" y="13459"/>
                  </a:cubicBezTo>
                  <a:lnTo>
                    <a:pt x="54075" y="13580"/>
                  </a:lnTo>
                  <a:lnTo>
                    <a:pt x="54075" y="13641"/>
                  </a:lnTo>
                  <a:cubicBezTo>
                    <a:pt x="54105" y="13671"/>
                    <a:pt x="54135" y="13732"/>
                    <a:pt x="54166" y="13763"/>
                  </a:cubicBezTo>
                  <a:cubicBezTo>
                    <a:pt x="54196" y="13671"/>
                    <a:pt x="54196" y="13580"/>
                    <a:pt x="54196" y="13489"/>
                  </a:cubicBezTo>
                  <a:cubicBezTo>
                    <a:pt x="54196" y="13443"/>
                    <a:pt x="54287" y="13421"/>
                    <a:pt x="54382" y="13421"/>
                  </a:cubicBezTo>
                  <a:cubicBezTo>
                    <a:pt x="54477" y="13421"/>
                    <a:pt x="54576" y="13443"/>
                    <a:pt x="54591" y="13489"/>
                  </a:cubicBezTo>
                  <a:cubicBezTo>
                    <a:pt x="54603" y="13534"/>
                    <a:pt x="54618" y="13554"/>
                    <a:pt x="54633" y="13554"/>
                  </a:cubicBezTo>
                  <a:cubicBezTo>
                    <a:pt x="54658" y="13554"/>
                    <a:pt x="54683" y="13494"/>
                    <a:pt x="54683" y="13398"/>
                  </a:cubicBezTo>
                  <a:lnTo>
                    <a:pt x="54895" y="13550"/>
                  </a:lnTo>
                  <a:lnTo>
                    <a:pt x="55017" y="13550"/>
                  </a:lnTo>
                  <a:lnTo>
                    <a:pt x="55169" y="13459"/>
                  </a:lnTo>
                  <a:lnTo>
                    <a:pt x="55169" y="13459"/>
                  </a:lnTo>
                  <a:cubicBezTo>
                    <a:pt x="55260" y="13580"/>
                    <a:pt x="55047" y="13732"/>
                    <a:pt x="54956" y="13732"/>
                  </a:cubicBezTo>
                  <a:cubicBezTo>
                    <a:pt x="54835" y="13732"/>
                    <a:pt x="54865" y="13884"/>
                    <a:pt x="54895" y="13945"/>
                  </a:cubicBezTo>
                  <a:cubicBezTo>
                    <a:pt x="54907" y="13957"/>
                    <a:pt x="54919" y="13962"/>
                    <a:pt x="54931" y="13962"/>
                  </a:cubicBezTo>
                  <a:cubicBezTo>
                    <a:pt x="54978" y="13962"/>
                    <a:pt x="55017" y="13878"/>
                    <a:pt x="55017" y="13854"/>
                  </a:cubicBezTo>
                  <a:cubicBezTo>
                    <a:pt x="55017" y="13793"/>
                    <a:pt x="55169" y="13732"/>
                    <a:pt x="55351" y="13702"/>
                  </a:cubicBezTo>
                  <a:lnTo>
                    <a:pt x="55351" y="13915"/>
                  </a:lnTo>
                  <a:cubicBezTo>
                    <a:pt x="55351" y="13945"/>
                    <a:pt x="55382" y="14006"/>
                    <a:pt x="55442" y="14006"/>
                  </a:cubicBezTo>
                  <a:lnTo>
                    <a:pt x="55534" y="14036"/>
                  </a:lnTo>
                  <a:cubicBezTo>
                    <a:pt x="55545" y="14038"/>
                    <a:pt x="55556" y="14040"/>
                    <a:pt x="55565" y="14040"/>
                  </a:cubicBezTo>
                  <a:cubicBezTo>
                    <a:pt x="55681" y="14040"/>
                    <a:pt x="55651" y="13880"/>
                    <a:pt x="55594" y="13823"/>
                  </a:cubicBezTo>
                  <a:cubicBezTo>
                    <a:pt x="55564" y="13763"/>
                    <a:pt x="55655" y="13671"/>
                    <a:pt x="55686" y="13671"/>
                  </a:cubicBezTo>
                  <a:cubicBezTo>
                    <a:pt x="55716" y="13641"/>
                    <a:pt x="55716" y="13611"/>
                    <a:pt x="55686" y="13611"/>
                  </a:cubicBezTo>
                  <a:lnTo>
                    <a:pt x="55655" y="13611"/>
                  </a:lnTo>
                  <a:cubicBezTo>
                    <a:pt x="55625" y="13600"/>
                    <a:pt x="55588" y="13600"/>
                    <a:pt x="55553" y="13600"/>
                  </a:cubicBezTo>
                  <a:lnTo>
                    <a:pt x="55553" y="13600"/>
                  </a:lnTo>
                  <a:cubicBezTo>
                    <a:pt x="55483" y="13600"/>
                    <a:pt x="55422" y="13600"/>
                    <a:pt x="55442" y="13519"/>
                  </a:cubicBezTo>
                  <a:lnTo>
                    <a:pt x="55442" y="13428"/>
                  </a:lnTo>
                  <a:cubicBezTo>
                    <a:pt x="55716" y="13428"/>
                    <a:pt x="55990" y="13459"/>
                    <a:pt x="56263" y="13550"/>
                  </a:cubicBezTo>
                  <a:cubicBezTo>
                    <a:pt x="56324" y="13595"/>
                    <a:pt x="56392" y="13618"/>
                    <a:pt x="56446" y="13618"/>
                  </a:cubicBezTo>
                  <a:cubicBezTo>
                    <a:pt x="56499" y="13618"/>
                    <a:pt x="56537" y="13595"/>
                    <a:pt x="56537" y="13550"/>
                  </a:cubicBezTo>
                  <a:lnTo>
                    <a:pt x="56537" y="13489"/>
                  </a:lnTo>
                  <a:cubicBezTo>
                    <a:pt x="56552" y="13428"/>
                    <a:pt x="56598" y="13413"/>
                    <a:pt x="56647" y="13413"/>
                  </a:cubicBezTo>
                  <a:cubicBezTo>
                    <a:pt x="56696" y="13413"/>
                    <a:pt x="56750" y="13428"/>
                    <a:pt x="56780" y="13428"/>
                  </a:cubicBezTo>
                  <a:lnTo>
                    <a:pt x="56930" y="13458"/>
                  </a:lnTo>
                  <a:lnTo>
                    <a:pt x="56930" y="13458"/>
                  </a:lnTo>
                  <a:cubicBezTo>
                    <a:pt x="56905" y="13362"/>
                    <a:pt x="56998" y="13279"/>
                    <a:pt x="57091" y="13279"/>
                  </a:cubicBezTo>
                  <a:cubicBezTo>
                    <a:pt x="57120" y="13279"/>
                    <a:pt x="57150" y="13288"/>
                    <a:pt x="57175" y="13307"/>
                  </a:cubicBezTo>
                  <a:cubicBezTo>
                    <a:pt x="57207" y="13328"/>
                    <a:pt x="57240" y="13338"/>
                    <a:pt x="57267" y="13338"/>
                  </a:cubicBezTo>
                  <a:cubicBezTo>
                    <a:pt x="57316" y="13338"/>
                    <a:pt x="57347" y="13305"/>
                    <a:pt x="57327" y="13246"/>
                  </a:cubicBezTo>
                  <a:lnTo>
                    <a:pt x="57266" y="13246"/>
                  </a:lnTo>
                  <a:cubicBezTo>
                    <a:pt x="57084" y="13185"/>
                    <a:pt x="57084" y="13003"/>
                    <a:pt x="56932" y="12942"/>
                  </a:cubicBezTo>
                  <a:cubicBezTo>
                    <a:pt x="56932" y="12911"/>
                    <a:pt x="56962" y="12851"/>
                    <a:pt x="56993" y="12820"/>
                  </a:cubicBezTo>
                  <a:cubicBezTo>
                    <a:pt x="57114" y="12881"/>
                    <a:pt x="57266" y="12942"/>
                    <a:pt x="57388" y="13003"/>
                  </a:cubicBezTo>
                  <a:lnTo>
                    <a:pt x="57753" y="13003"/>
                  </a:lnTo>
                  <a:cubicBezTo>
                    <a:pt x="57813" y="13094"/>
                    <a:pt x="57905" y="13124"/>
                    <a:pt x="57996" y="13155"/>
                  </a:cubicBezTo>
                  <a:cubicBezTo>
                    <a:pt x="58057" y="13155"/>
                    <a:pt x="58057" y="13185"/>
                    <a:pt x="58057" y="13215"/>
                  </a:cubicBezTo>
                  <a:lnTo>
                    <a:pt x="58026" y="13246"/>
                  </a:lnTo>
                  <a:cubicBezTo>
                    <a:pt x="57937" y="13313"/>
                    <a:pt x="57880" y="13413"/>
                    <a:pt x="57772" y="13413"/>
                  </a:cubicBezTo>
                  <a:cubicBezTo>
                    <a:pt x="57733" y="13413"/>
                    <a:pt x="57687" y="13400"/>
                    <a:pt x="57631" y="13367"/>
                  </a:cubicBezTo>
                  <a:cubicBezTo>
                    <a:pt x="57631" y="13362"/>
                    <a:pt x="57629" y="13359"/>
                    <a:pt x="57625" y="13359"/>
                  </a:cubicBezTo>
                  <a:cubicBezTo>
                    <a:pt x="57609" y="13359"/>
                    <a:pt x="57564" y="13404"/>
                    <a:pt x="57540" y="13428"/>
                  </a:cubicBezTo>
                  <a:lnTo>
                    <a:pt x="57479" y="13489"/>
                  </a:lnTo>
                  <a:cubicBezTo>
                    <a:pt x="57388" y="13611"/>
                    <a:pt x="57357" y="13671"/>
                    <a:pt x="57418" y="13671"/>
                  </a:cubicBezTo>
                  <a:cubicBezTo>
                    <a:pt x="57434" y="13666"/>
                    <a:pt x="57450" y="13664"/>
                    <a:pt x="57465" y="13664"/>
                  </a:cubicBezTo>
                  <a:cubicBezTo>
                    <a:pt x="57539" y="13664"/>
                    <a:pt x="57606" y="13723"/>
                    <a:pt x="57631" y="13823"/>
                  </a:cubicBezTo>
                  <a:lnTo>
                    <a:pt x="57509" y="13884"/>
                  </a:lnTo>
                  <a:cubicBezTo>
                    <a:pt x="57482" y="13890"/>
                    <a:pt x="57453" y="13892"/>
                    <a:pt x="57423" y="13892"/>
                  </a:cubicBezTo>
                  <a:cubicBezTo>
                    <a:pt x="57293" y="13892"/>
                    <a:pt x="57153" y="13843"/>
                    <a:pt x="57053" y="13793"/>
                  </a:cubicBezTo>
                  <a:cubicBezTo>
                    <a:pt x="57023" y="13732"/>
                    <a:pt x="57175" y="13702"/>
                    <a:pt x="57084" y="13641"/>
                  </a:cubicBezTo>
                  <a:lnTo>
                    <a:pt x="56962" y="13519"/>
                  </a:lnTo>
                  <a:cubicBezTo>
                    <a:pt x="56947" y="13500"/>
                    <a:pt x="56937" y="13481"/>
                    <a:pt x="56931" y="13462"/>
                  </a:cubicBezTo>
                  <a:lnTo>
                    <a:pt x="56931" y="13462"/>
                  </a:lnTo>
                  <a:cubicBezTo>
                    <a:pt x="56902" y="13674"/>
                    <a:pt x="56963" y="13885"/>
                    <a:pt x="57145" y="14036"/>
                  </a:cubicBezTo>
                  <a:lnTo>
                    <a:pt x="57388" y="14006"/>
                  </a:lnTo>
                  <a:lnTo>
                    <a:pt x="57540" y="14006"/>
                  </a:lnTo>
                  <a:cubicBezTo>
                    <a:pt x="57550" y="14008"/>
                    <a:pt x="57561" y="14009"/>
                    <a:pt x="57573" y="14009"/>
                  </a:cubicBezTo>
                  <a:cubicBezTo>
                    <a:pt x="57742" y="14009"/>
                    <a:pt x="58083" y="13817"/>
                    <a:pt x="58026" y="13732"/>
                  </a:cubicBezTo>
                  <a:cubicBezTo>
                    <a:pt x="57965" y="13611"/>
                    <a:pt x="58178" y="13489"/>
                    <a:pt x="58269" y="13428"/>
                  </a:cubicBezTo>
                  <a:cubicBezTo>
                    <a:pt x="58307" y="13416"/>
                    <a:pt x="58345" y="13408"/>
                    <a:pt x="58380" y="13408"/>
                  </a:cubicBezTo>
                  <a:cubicBezTo>
                    <a:pt x="58431" y="13408"/>
                    <a:pt x="58477" y="13423"/>
                    <a:pt x="58512" y="13459"/>
                  </a:cubicBezTo>
                  <a:cubicBezTo>
                    <a:pt x="58725" y="13550"/>
                    <a:pt x="58938" y="13580"/>
                    <a:pt x="59181" y="13611"/>
                  </a:cubicBezTo>
                  <a:lnTo>
                    <a:pt x="59485" y="13428"/>
                  </a:lnTo>
                  <a:lnTo>
                    <a:pt x="59516" y="13428"/>
                  </a:lnTo>
                  <a:cubicBezTo>
                    <a:pt x="59576" y="13459"/>
                    <a:pt x="59607" y="13671"/>
                    <a:pt x="59667" y="13671"/>
                  </a:cubicBezTo>
                  <a:cubicBezTo>
                    <a:pt x="59911" y="13641"/>
                    <a:pt x="60123" y="13580"/>
                    <a:pt x="60306" y="13489"/>
                  </a:cubicBezTo>
                  <a:lnTo>
                    <a:pt x="60245" y="13185"/>
                  </a:lnTo>
                  <a:lnTo>
                    <a:pt x="60245" y="13155"/>
                  </a:lnTo>
                  <a:cubicBezTo>
                    <a:pt x="60245" y="13094"/>
                    <a:pt x="60184" y="13033"/>
                    <a:pt x="60154" y="13033"/>
                  </a:cubicBezTo>
                  <a:cubicBezTo>
                    <a:pt x="60123" y="13033"/>
                    <a:pt x="59971" y="13063"/>
                    <a:pt x="59819" y="13094"/>
                  </a:cubicBezTo>
                  <a:lnTo>
                    <a:pt x="59759" y="13003"/>
                  </a:lnTo>
                  <a:cubicBezTo>
                    <a:pt x="59706" y="12950"/>
                    <a:pt x="59722" y="12875"/>
                    <a:pt x="59649" y="12875"/>
                  </a:cubicBezTo>
                  <a:cubicBezTo>
                    <a:pt x="59637" y="12875"/>
                    <a:pt x="59623" y="12877"/>
                    <a:pt x="59607" y="12881"/>
                  </a:cubicBezTo>
                  <a:cubicBezTo>
                    <a:pt x="59576" y="12881"/>
                    <a:pt x="59576" y="12942"/>
                    <a:pt x="59516" y="12972"/>
                  </a:cubicBezTo>
                  <a:cubicBezTo>
                    <a:pt x="59477" y="13024"/>
                    <a:pt x="59444" y="13042"/>
                    <a:pt x="59412" y="13042"/>
                  </a:cubicBezTo>
                  <a:cubicBezTo>
                    <a:pt x="59368" y="13042"/>
                    <a:pt x="59325" y="13007"/>
                    <a:pt x="59272" y="12972"/>
                  </a:cubicBezTo>
                  <a:cubicBezTo>
                    <a:pt x="59212" y="12851"/>
                    <a:pt x="59242" y="12729"/>
                    <a:pt x="59333" y="12668"/>
                  </a:cubicBezTo>
                  <a:cubicBezTo>
                    <a:pt x="59379" y="12638"/>
                    <a:pt x="59424" y="12623"/>
                    <a:pt x="59470" y="12623"/>
                  </a:cubicBezTo>
                  <a:cubicBezTo>
                    <a:pt x="59516" y="12623"/>
                    <a:pt x="59561" y="12638"/>
                    <a:pt x="59607" y="12668"/>
                  </a:cubicBezTo>
                  <a:lnTo>
                    <a:pt x="59728" y="12729"/>
                  </a:lnTo>
                  <a:cubicBezTo>
                    <a:pt x="59819" y="12851"/>
                    <a:pt x="60123" y="12911"/>
                    <a:pt x="60154" y="12972"/>
                  </a:cubicBezTo>
                  <a:cubicBezTo>
                    <a:pt x="60160" y="12976"/>
                    <a:pt x="60169" y="12977"/>
                    <a:pt x="60178" y="12977"/>
                  </a:cubicBezTo>
                  <a:cubicBezTo>
                    <a:pt x="60258" y="12977"/>
                    <a:pt x="60431" y="12871"/>
                    <a:pt x="60458" y="12790"/>
                  </a:cubicBezTo>
                  <a:cubicBezTo>
                    <a:pt x="60488" y="12699"/>
                    <a:pt x="60397" y="12608"/>
                    <a:pt x="60245" y="12608"/>
                  </a:cubicBezTo>
                  <a:lnTo>
                    <a:pt x="60184" y="12638"/>
                  </a:lnTo>
                  <a:cubicBezTo>
                    <a:pt x="60122" y="12659"/>
                    <a:pt x="60045" y="12708"/>
                    <a:pt x="60003" y="12708"/>
                  </a:cubicBezTo>
                  <a:cubicBezTo>
                    <a:pt x="59984" y="12708"/>
                    <a:pt x="59971" y="12697"/>
                    <a:pt x="59971" y="12668"/>
                  </a:cubicBezTo>
                  <a:cubicBezTo>
                    <a:pt x="59941" y="12486"/>
                    <a:pt x="59759" y="12577"/>
                    <a:pt x="59728" y="12486"/>
                  </a:cubicBezTo>
                  <a:cubicBezTo>
                    <a:pt x="59728" y="12456"/>
                    <a:pt x="59728" y="12395"/>
                    <a:pt x="59728" y="12364"/>
                  </a:cubicBezTo>
                  <a:lnTo>
                    <a:pt x="59819" y="12243"/>
                  </a:lnTo>
                  <a:cubicBezTo>
                    <a:pt x="59932" y="12205"/>
                    <a:pt x="60022" y="12179"/>
                    <a:pt x="60059" y="12179"/>
                  </a:cubicBezTo>
                  <a:cubicBezTo>
                    <a:pt x="60082" y="12179"/>
                    <a:pt x="60086" y="12189"/>
                    <a:pt x="60063" y="12212"/>
                  </a:cubicBezTo>
                  <a:lnTo>
                    <a:pt x="60063" y="12243"/>
                  </a:lnTo>
                  <a:cubicBezTo>
                    <a:pt x="60063" y="12273"/>
                    <a:pt x="60093" y="12364"/>
                    <a:pt x="60093" y="12364"/>
                  </a:cubicBezTo>
                  <a:lnTo>
                    <a:pt x="60245" y="12364"/>
                  </a:lnTo>
                  <a:cubicBezTo>
                    <a:pt x="60245" y="12251"/>
                    <a:pt x="60327" y="12220"/>
                    <a:pt x="60397" y="12220"/>
                  </a:cubicBezTo>
                  <a:cubicBezTo>
                    <a:pt x="60439" y="12220"/>
                    <a:pt x="60477" y="12231"/>
                    <a:pt x="60488" y="12243"/>
                  </a:cubicBezTo>
                  <a:lnTo>
                    <a:pt x="60701" y="12425"/>
                  </a:lnTo>
                  <a:cubicBezTo>
                    <a:pt x="60701" y="12391"/>
                    <a:pt x="60709" y="12377"/>
                    <a:pt x="60720" y="12377"/>
                  </a:cubicBezTo>
                  <a:cubicBezTo>
                    <a:pt x="60757" y="12377"/>
                    <a:pt x="60832" y="12544"/>
                    <a:pt x="60762" y="12638"/>
                  </a:cubicBezTo>
                  <a:cubicBezTo>
                    <a:pt x="60640" y="12729"/>
                    <a:pt x="60701" y="12911"/>
                    <a:pt x="60823" y="12942"/>
                  </a:cubicBezTo>
                  <a:lnTo>
                    <a:pt x="60975" y="12972"/>
                  </a:lnTo>
                  <a:cubicBezTo>
                    <a:pt x="61126" y="13003"/>
                    <a:pt x="61187" y="13094"/>
                    <a:pt x="61187" y="13215"/>
                  </a:cubicBezTo>
                  <a:lnTo>
                    <a:pt x="61187" y="13246"/>
                  </a:lnTo>
                  <a:cubicBezTo>
                    <a:pt x="61168" y="13275"/>
                    <a:pt x="61143" y="13285"/>
                    <a:pt x="61116" y="13285"/>
                  </a:cubicBezTo>
                  <a:cubicBezTo>
                    <a:pt x="61059" y="13285"/>
                    <a:pt x="60995" y="13236"/>
                    <a:pt x="60975" y="13215"/>
                  </a:cubicBezTo>
                  <a:cubicBezTo>
                    <a:pt x="60965" y="13197"/>
                    <a:pt x="60950" y="13189"/>
                    <a:pt x="60932" y="13189"/>
                  </a:cubicBezTo>
                  <a:cubicBezTo>
                    <a:pt x="60893" y="13189"/>
                    <a:pt x="60844" y="13225"/>
                    <a:pt x="60823" y="13246"/>
                  </a:cubicBezTo>
                  <a:cubicBezTo>
                    <a:pt x="60823" y="13246"/>
                    <a:pt x="60914" y="13398"/>
                    <a:pt x="60944" y="13459"/>
                  </a:cubicBezTo>
                  <a:cubicBezTo>
                    <a:pt x="60966" y="13480"/>
                    <a:pt x="60995" y="13490"/>
                    <a:pt x="61028" y="13490"/>
                  </a:cubicBezTo>
                  <a:cubicBezTo>
                    <a:pt x="61087" y="13490"/>
                    <a:pt x="61159" y="13457"/>
                    <a:pt x="61218" y="13398"/>
                  </a:cubicBezTo>
                  <a:lnTo>
                    <a:pt x="61278" y="13550"/>
                  </a:lnTo>
                  <a:lnTo>
                    <a:pt x="61370" y="13702"/>
                  </a:lnTo>
                  <a:cubicBezTo>
                    <a:pt x="61394" y="13718"/>
                    <a:pt x="61423" y="13726"/>
                    <a:pt x="61453" y="13726"/>
                  </a:cubicBezTo>
                  <a:cubicBezTo>
                    <a:pt x="61534" y="13726"/>
                    <a:pt x="61621" y="13669"/>
                    <a:pt x="61643" y="13580"/>
                  </a:cubicBezTo>
                  <a:cubicBezTo>
                    <a:pt x="61643" y="13559"/>
                    <a:pt x="61678" y="13549"/>
                    <a:pt x="61722" y="13549"/>
                  </a:cubicBezTo>
                  <a:cubicBezTo>
                    <a:pt x="61803" y="13549"/>
                    <a:pt x="61917" y="13582"/>
                    <a:pt x="61917" y="13641"/>
                  </a:cubicBezTo>
                  <a:cubicBezTo>
                    <a:pt x="61947" y="13732"/>
                    <a:pt x="62069" y="13732"/>
                    <a:pt x="62130" y="13732"/>
                  </a:cubicBezTo>
                  <a:cubicBezTo>
                    <a:pt x="62160" y="13702"/>
                    <a:pt x="62160" y="13611"/>
                    <a:pt x="62069" y="13519"/>
                  </a:cubicBezTo>
                  <a:lnTo>
                    <a:pt x="62251" y="13489"/>
                  </a:lnTo>
                  <a:cubicBezTo>
                    <a:pt x="62373" y="13489"/>
                    <a:pt x="62494" y="13408"/>
                    <a:pt x="62616" y="13408"/>
                  </a:cubicBezTo>
                  <a:cubicBezTo>
                    <a:pt x="62677" y="13408"/>
                    <a:pt x="62737" y="13428"/>
                    <a:pt x="62798" y="13489"/>
                  </a:cubicBezTo>
                  <a:cubicBezTo>
                    <a:pt x="62889" y="13489"/>
                    <a:pt x="62950" y="13489"/>
                    <a:pt x="63011" y="13459"/>
                  </a:cubicBezTo>
                  <a:cubicBezTo>
                    <a:pt x="63133" y="13398"/>
                    <a:pt x="63224" y="13307"/>
                    <a:pt x="63315" y="13215"/>
                  </a:cubicBezTo>
                  <a:cubicBezTo>
                    <a:pt x="63345" y="13185"/>
                    <a:pt x="63315" y="13094"/>
                    <a:pt x="63285" y="13063"/>
                  </a:cubicBezTo>
                  <a:lnTo>
                    <a:pt x="63193" y="12942"/>
                  </a:lnTo>
                  <a:cubicBezTo>
                    <a:pt x="63345" y="12942"/>
                    <a:pt x="63497" y="13003"/>
                    <a:pt x="63619" y="13124"/>
                  </a:cubicBezTo>
                  <a:lnTo>
                    <a:pt x="63497" y="13307"/>
                  </a:lnTo>
                  <a:lnTo>
                    <a:pt x="63406" y="13459"/>
                  </a:lnTo>
                  <a:cubicBezTo>
                    <a:pt x="63528" y="13459"/>
                    <a:pt x="63680" y="13398"/>
                    <a:pt x="63771" y="13307"/>
                  </a:cubicBezTo>
                  <a:lnTo>
                    <a:pt x="63771" y="13246"/>
                  </a:lnTo>
                  <a:lnTo>
                    <a:pt x="63832" y="13063"/>
                  </a:lnTo>
                  <a:cubicBezTo>
                    <a:pt x="63953" y="13094"/>
                    <a:pt x="64136" y="13124"/>
                    <a:pt x="64227" y="13124"/>
                  </a:cubicBezTo>
                  <a:lnTo>
                    <a:pt x="64288" y="13155"/>
                  </a:lnTo>
                  <a:cubicBezTo>
                    <a:pt x="64318" y="13185"/>
                    <a:pt x="64318" y="13246"/>
                    <a:pt x="64318" y="13307"/>
                  </a:cubicBezTo>
                  <a:cubicBezTo>
                    <a:pt x="64318" y="13337"/>
                    <a:pt x="64196" y="13367"/>
                    <a:pt x="64318" y="13398"/>
                  </a:cubicBezTo>
                  <a:cubicBezTo>
                    <a:pt x="64348" y="13398"/>
                    <a:pt x="64409" y="13398"/>
                    <a:pt x="64440" y="13367"/>
                  </a:cubicBezTo>
                  <a:cubicBezTo>
                    <a:pt x="64500" y="13337"/>
                    <a:pt x="64561" y="13307"/>
                    <a:pt x="64561" y="13276"/>
                  </a:cubicBezTo>
                  <a:lnTo>
                    <a:pt x="64592" y="13033"/>
                  </a:lnTo>
                  <a:cubicBezTo>
                    <a:pt x="64713" y="13094"/>
                    <a:pt x="64804" y="13276"/>
                    <a:pt x="64744" y="13428"/>
                  </a:cubicBezTo>
                  <a:cubicBezTo>
                    <a:pt x="64713" y="13489"/>
                    <a:pt x="64744" y="13580"/>
                    <a:pt x="64835" y="13641"/>
                  </a:cubicBezTo>
                  <a:lnTo>
                    <a:pt x="64865" y="13671"/>
                  </a:lnTo>
                  <a:cubicBezTo>
                    <a:pt x="64926" y="13823"/>
                    <a:pt x="64774" y="13975"/>
                    <a:pt x="64744" y="14067"/>
                  </a:cubicBezTo>
                  <a:cubicBezTo>
                    <a:pt x="64683" y="14158"/>
                    <a:pt x="64652" y="14188"/>
                    <a:pt x="64744" y="14279"/>
                  </a:cubicBezTo>
                  <a:lnTo>
                    <a:pt x="64774" y="14340"/>
                  </a:lnTo>
                  <a:cubicBezTo>
                    <a:pt x="64774" y="14401"/>
                    <a:pt x="64804" y="14462"/>
                    <a:pt x="64865" y="14492"/>
                  </a:cubicBezTo>
                  <a:cubicBezTo>
                    <a:pt x="64865" y="14401"/>
                    <a:pt x="64896" y="14310"/>
                    <a:pt x="64896" y="14218"/>
                  </a:cubicBezTo>
                  <a:cubicBezTo>
                    <a:pt x="64896" y="14183"/>
                    <a:pt x="64914" y="14170"/>
                    <a:pt x="64941" y="14170"/>
                  </a:cubicBezTo>
                  <a:cubicBezTo>
                    <a:pt x="64982" y="14170"/>
                    <a:pt x="65041" y="14200"/>
                    <a:pt x="65078" y="14218"/>
                  </a:cubicBezTo>
                  <a:cubicBezTo>
                    <a:pt x="65082" y="14223"/>
                    <a:pt x="65089" y="14225"/>
                    <a:pt x="65097" y="14225"/>
                  </a:cubicBezTo>
                  <a:cubicBezTo>
                    <a:pt x="65148" y="14225"/>
                    <a:pt x="65269" y="14149"/>
                    <a:pt x="65321" y="14097"/>
                  </a:cubicBezTo>
                  <a:cubicBezTo>
                    <a:pt x="65351" y="14067"/>
                    <a:pt x="65260" y="14006"/>
                    <a:pt x="65078" y="13945"/>
                  </a:cubicBezTo>
                  <a:lnTo>
                    <a:pt x="65017" y="13884"/>
                  </a:lnTo>
                  <a:cubicBezTo>
                    <a:pt x="64956" y="13854"/>
                    <a:pt x="64956" y="13793"/>
                    <a:pt x="64987" y="13671"/>
                  </a:cubicBezTo>
                  <a:cubicBezTo>
                    <a:pt x="65006" y="13576"/>
                    <a:pt x="65060" y="13529"/>
                    <a:pt x="65143" y="13529"/>
                  </a:cubicBezTo>
                  <a:cubicBezTo>
                    <a:pt x="65193" y="13529"/>
                    <a:pt x="65253" y="13546"/>
                    <a:pt x="65321" y="13580"/>
                  </a:cubicBezTo>
                  <a:cubicBezTo>
                    <a:pt x="65382" y="13580"/>
                    <a:pt x="65443" y="13611"/>
                    <a:pt x="65503" y="13671"/>
                  </a:cubicBezTo>
                  <a:cubicBezTo>
                    <a:pt x="65564" y="13702"/>
                    <a:pt x="65595" y="13763"/>
                    <a:pt x="65595" y="13793"/>
                  </a:cubicBezTo>
                  <a:cubicBezTo>
                    <a:pt x="65569" y="13828"/>
                    <a:pt x="65548" y="13840"/>
                    <a:pt x="65529" y="13840"/>
                  </a:cubicBezTo>
                  <a:cubicBezTo>
                    <a:pt x="65484" y="13840"/>
                    <a:pt x="65456" y="13763"/>
                    <a:pt x="65412" y="13763"/>
                  </a:cubicBezTo>
                  <a:lnTo>
                    <a:pt x="65382" y="13763"/>
                  </a:lnTo>
                  <a:cubicBezTo>
                    <a:pt x="65351" y="13763"/>
                    <a:pt x="65321" y="13793"/>
                    <a:pt x="65351" y="13823"/>
                  </a:cubicBezTo>
                  <a:lnTo>
                    <a:pt x="65351" y="13854"/>
                  </a:lnTo>
                  <a:lnTo>
                    <a:pt x="65351" y="13915"/>
                  </a:lnTo>
                  <a:cubicBezTo>
                    <a:pt x="65351" y="13975"/>
                    <a:pt x="65473" y="14067"/>
                    <a:pt x="65625" y="14067"/>
                  </a:cubicBezTo>
                  <a:lnTo>
                    <a:pt x="65503" y="14188"/>
                  </a:lnTo>
                  <a:cubicBezTo>
                    <a:pt x="65473" y="14218"/>
                    <a:pt x="65443" y="14218"/>
                    <a:pt x="65412" y="14279"/>
                  </a:cubicBezTo>
                  <a:cubicBezTo>
                    <a:pt x="65412" y="14310"/>
                    <a:pt x="65564" y="14310"/>
                    <a:pt x="65625" y="14310"/>
                  </a:cubicBezTo>
                  <a:cubicBezTo>
                    <a:pt x="65686" y="14310"/>
                    <a:pt x="65716" y="14127"/>
                    <a:pt x="65686" y="14097"/>
                  </a:cubicBezTo>
                  <a:cubicBezTo>
                    <a:pt x="65686" y="14075"/>
                    <a:pt x="65762" y="14054"/>
                    <a:pt x="65817" y="14054"/>
                  </a:cubicBezTo>
                  <a:cubicBezTo>
                    <a:pt x="65840" y="14054"/>
                    <a:pt x="65859" y="14058"/>
                    <a:pt x="65868" y="14067"/>
                  </a:cubicBezTo>
                  <a:cubicBezTo>
                    <a:pt x="65929" y="14067"/>
                    <a:pt x="65868" y="13884"/>
                    <a:pt x="65838" y="13823"/>
                  </a:cubicBezTo>
                  <a:cubicBezTo>
                    <a:pt x="65807" y="13763"/>
                    <a:pt x="65747" y="13641"/>
                    <a:pt x="65716" y="13580"/>
                  </a:cubicBezTo>
                  <a:lnTo>
                    <a:pt x="65686" y="13519"/>
                  </a:lnTo>
                  <a:cubicBezTo>
                    <a:pt x="65625" y="13459"/>
                    <a:pt x="65534" y="13398"/>
                    <a:pt x="65473" y="13337"/>
                  </a:cubicBezTo>
                  <a:lnTo>
                    <a:pt x="65473" y="13307"/>
                  </a:lnTo>
                  <a:cubicBezTo>
                    <a:pt x="65503" y="13215"/>
                    <a:pt x="65686" y="13215"/>
                    <a:pt x="65716" y="13185"/>
                  </a:cubicBezTo>
                  <a:cubicBezTo>
                    <a:pt x="65741" y="13177"/>
                    <a:pt x="65763" y="13173"/>
                    <a:pt x="65784" y="13173"/>
                  </a:cubicBezTo>
                  <a:cubicBezTo>
                    <a:pt x="65840" y="13173"/>
                    <a:pt x="65885" y="13201"/>
                    <a:pt x="65929" y="13246"/>
                  </a:cubicBezTo>
                  <a:lnTo>
                    <a:pt x="65990" y="13276"/>
                  </a:lnTo>
                  <a:lnTo>
                    <a:pt x="66081" y="13307"/>
                  </a:lnTo>
                  <a:cubicBezTo>
                    <a:pt x="66108" y="13298"/>
                    <a:pt x="66137" y="13294"/>
                    <a:pt x="66167" y="13294"/>
                  </a:cubicBezTo>
                  <a:cubicBezTo>
                    <a:pt x="66241" y="13294"/>
                    <a:pt x="66320" y="13316"/>
                    <a:pt x="66385" y="13337"/>
                  </a:cubicBezTo>
                  <a:lnTo>
                    <a:pt x="66476" y="13398"/>
                  </a:lnTo>
                  <a:cubicBezTo>
                    <a:pt x="66524" y="13461"/>
                    <a:pt x="66571" y="13508"/>
                    <a:pt x="66615" y="13508"/>
                  </a:cubicBezTo>
                  <a:cubicBezTo>
                    <a:pt x="66654" y="13508"/>
                    <a:pt x="66690" y="13469"/>
                    <a:pt x="66719" y="13367"/>
                  </a:cubicBezTo>
                  <a:cubicBezTo>
                    <a:pt x="66729" y="13339"/>
                    <a:pt x="66742" y="13328"/>
                    <a:pt x="66754" y="13328"/>
                  </a:cubicBezTo>
                  <a:cubicBezTo>
                    <a:pt x="66782" y="13328"/>
                    <a:pt x="66810" y="13377"/>
                    <a:pt x="66810" y="13398"/>
                  </a:cubicBezTo>
                  <a:lnTo>
                    <a:pt x="66810" y="13428"/>
                  </a:lnTo>
                  <a:cubicBezTo>
                    <a:pt x="66902" y="13428"/>
                    <a:pt x="66962" y="13428"/>
                    <a:pt x="67023" y="13398"/>
                  </a:cubicBezTo>
                  <a:lnTo>
                    <a:pt x="67145" y="13459"/>
                  </a:lnTo>
                  <a:lnTo>
                    <a:pt x="67236" y="13519"/>
                  </a:lnTo>
                  <a:cubicBezTo>
                    <a:pt x="67388" y="13580"/>
                    <a:pt x="67449" y="13702"/>
                    <a:pt x="67449" y="13732"/>
                  </a:cubicBezTo>
                  <a:cubicBezTo>
                    <a:pt x="67443" y="13738"/>
                    <a:pt x="67452" y="13740"/>
                    <a:pt x="67470" y="13740"/>
                  </a:cubicBezTo>
                  <a:cubicBezTo>
                    <a:pt x="67549" y="13740"/>
                    <a:pt x="67806" y="13696"/>
                    <a:pt x="67905" y="13671"/>
                  </a:cubicBezTo>
                  <a:cubicBezTo>
                    <a:pt x="68057" y="13641"/>
                    <a:pt x="68087" y="13580"/>
                    <a:pt x="67996" y="13550"/>
                  </a:cubicBezTo>
                  <a:lnTo>
                    <a:pt x="67935" y="13550"/>
                  </a:lnTo>
                  <a:cubicBezTo>
                    <a:pt x="67874" y="13550"/>
                    <a:pt x="67783" y="13519"/>
                    <a:pt x="67722" y="13489"/>
                  </a:cubicBezTo>
                  <a:lnTo>
                    <a:pt x="67692" y="13489"/>
                  </a:lnTo>
                  <a:cubicBezTo>
                    <a:pt x="67662" y="13459"/>
                    <a:pt x="67662" y="13398"/>
                    <a:pt x="67722" y="13367"/>
                  </a:cubicBezTo>
                  <a:lnTo>
                    <a:pt x="67753" y="13337"/>
                  </a:lnTo>
                  <a:lnTo>
                    <a:pt x="67783" y="13337"/>
                  </a:lnTo>
                  <a:cubicBezTo>
                    <a:pt x="67814" y="13337"/>
                    <a:pt x="67783" y="13276"/>
                    <a:pt x="67722" y="13246"/>
                  </a:cubicBezTo>
                  <a:lnTo>
                    <a:pt x="67722" y="13215"/>
                  </a:lnTo>
                  <a:cubicBezTo>
                    <a:pt x="67743" y="13134"/>
                    <a:pt x="67790" y="13121"/>
                    <a:pt x="67846" y="13121"/>
                  </a:cubicBezTo>
                  <a:cubicBezTo>
                    <a:pt x="67874" y="13121"/>
                    <a:pt x="67905" y="13124"/>
                    <a:pt x="67935" y="13124"/>
                  </a:cubicBezTo>
                  <a:cubicBezTo>
                    <a:pt x="67966" y="13155"/>
                    <a:pt x="67996" y="13155"/>
                    <a:pt x="68026" y="13155"/>
                  </a:cubicBezTo>
                  <a:lnTo>
                    <a:pt x="68239" y="13307"/>
                  </a:lnTo>
                  <a:cubicBezTo>
                    <a:pt x="68227" y="13245"/>
                    <a:pt x="68244" y="13223"/>
                    <a:pt x="68268" y="13223"/>
                  </a:cubicBezTo>
                  <a:cubicBezTo>
                    <a:pt x="68302" y="13223"/>
                    <a:pt x="68348" y="13270"/>
                    <a:pt x="68330" y="13307"/>
                  </a:cubicBezTo>
                  <a:cubicBezTo>
                    <a:pt x="68300" y="13398"/>
                    <a:pt x="68300" y="13459"/>
                    <a:pt x="68300" y="13519"/>
                  </a:cubicBezTo>
                  <a:lnTo>
                    <a:pt x="68330" y="13519"/>
                  </a:lnTo>
                  <a:cubicBezTo>
                    <a:pt x="68340" y="13530"/>
                    <a:pt x="68354" y="13533"/>
                    <a:pt x="68367" y="13533"/>
                  </a:cubicBezTo>
                  <a:cubicBezTo>
                    <a:pt x="68394" y="13533"/>
                    <a:pt x="68421" y="13519"/>
                    <a:pt x="68421" y="13519"/>
                  </a:cubicBezTo>
                  <a:lnTo>
                    <a:pt x="68452" y="13428"/>
                  </a:lnTo>
                  <a:cubicBezTo>
                    <a:pt x="68477" y="13327"/>
                    <a:pt x="68544" y="13268"/>
                    <a:pt x="68635" y="13268"/>
                  </a:cubicBezTo>
                  <a:cubicBezTo>
                    <a:pt x="68654" y="13268"/>
                    <a:pt x="68674" y="13271"/>
                    <a:pt x="68695" y="13276"/>
                  </a:cubicBezTo>
                  <a:lnTo>
                    <a:pt x="68756" y="13246"/>
                  </a:lnTo>
                  <a:lnTo>
                    <a:pt x="68969" y="13124"/>
                  </a:lnTo>
                  <a:cubicBezTo>
                    <a:pt x="68969" y="13225"/>
                    <a:pt x="68989" y="13284"/>
                    <a:pt x="69031" y="13284"/>
                  </a:cubicBezTo>
                  <a:cubicBezTo>
                    <a:pt x="69040" y="13284"/>
                    <a:pt x="69049" y="13281"/>
                    <a:pt x="69060" y="13276"/>
                  </a:cubicBezTo>
                  <a:lnTo>
                    <a:pt x="69090" y="13215"/>
                  </a:lnTo>
                  <a:lnTo>
                    <a:pt x="69181" y="13094"/>
                  </a:lnTo>
                  <a:cubicBezTo>
                    <a:pt x="69204" y="13101"/>
                    <a:pt x="69227" y="13105"/>
                    <a:pt x="69249" y="13105"/>
                  </a:cubicBezTo>
                  <a:cubicBezTo>
                    <a:pt x="69314" y="13105"/>
                    <a:pt x="69371" y="13071"/>
                    <a:pt x="69394" y="13003"/>
                  </a:cubicBezTo>
                  <a:cubicBezTo>
                    <a:pt x="69394" y="13000"/>
                    <a:pt x="69395" y="12999"/>
                    <a:pt x="69397" y="12999"/>
                  </a:cubicBezTo>
                  <a:cubicBezTo>
                    <a:pt x="69420" y="12999"/>
                    <a:pt x="69555" y="13128"/>
                    <a:pt x="69621" y="13128"/>
                  </a:cubicBezTo>
                  <a:cubicBezTo>
                    <a:pt x="69627" y="13128"/>
                    <a:pt x="69633" y="13127"/>
                    <a:pt x="69637" y="13124"/>
                  </a:cubicBezTo>
                  <a:lnTo>
                    <a:pt x="69880" y="12972"/>
                  </a:lnTo>
                  <a:cubicBezTo>
                    <a:pt x="69911" y="12942"/>
                    <a:pt x="69485" y="12760"/>
                    <a:pt x="69485" y="12608"/>
                  </a:cubicBezTo>
                  <a:cubicBezTo>
                    <a:pt x="69485" y="12542"/>
                    <a:pt x="69511" y="12512"/>
                    <a:pt x="69550" y="12512"/>
                  </a:cubicBezTo>
                  <a:cubicBezTo>
                    <a:pt x="69583" y="12512"/>
                    <a:pt x="69625" y="12535"/>
                    <a:pt x="69668" y="12577"/>
                  </a:cubicBezTo>
                  <a:lnTo>
                    <a:pt x="69789" y="12638"/>
                  </a:lnTo>
                  <a:lnTo>
                    <a:pt x="69880" y="12729"/>
                  </a:lnTo>
                  <a:cubicBezTo>
                    <a:pt x="70063" y="12790"/>
                    <a:pt x="69972" y="13033"/>
                    <a:pt x="69972" y="13124"/>
                  </a:cubicBezTo>
                  <a:cubicBezTo>
                    <a:pt x="69986" y="13167"/>
                    <a:pt x="70039" y="13189"/>
                    <a:pt x="70114" y="13189"/>
                  </a:cubicBezTo>
                  <a:cubicBezTo>
                    <a:pt x="70200" y="13189"/>
                    <a:pt x="70314" y="13159"/>
                    <a:pt x="70428" y="13094"/>
                  </a:cubicBezTo>
                  <a:lnTo>
                    <a:pt x="70701" y="13124"/>
                  </a:lnTo>
                  <a:cubicBezTo>
                    <a:pt x="70792" y="13155"/>
                    <a:pt x="70975" y="13246"/>
                    <a:pt x="70975" y="13276"/>
                  </a:cubicBezTo>
                  <a:cubicBezTo>
                    <a:pt x="70975" y="13459"/>
                    <a:pt x="71066" y="13428"/>
                    <a:pt x="71218" y="13519"/>
                  </a:cubicBezTo>
                  <a:cubicBezTo>
                    <a:pt x="71370" y="13580"/>
                    <a:pt x="71491" y="13671"/>
                    <a:pt x="71643" y="13763"/>
                  </a:cubicBezTo>
                  <a:cubicBezTo>
                    <a:pt x="71674" y="13763"/>
                    <a:pt x="71735" y="13611"/>
                    <a:pt x="71735" y="13550"/>
                  </a:cubicBezTo>
                  <a:cubicBezTo>
                    <a:pt x="71735" y="13521"/>
                    <a:pt x="71744" y="13510"/>
                    <a:pt x="71757" y="13510"/>
                  </a:cubicBezTo>
                  <a:cubicBezTo>
                    <a:pt x="71786" y="13510"/>
                    <a:pt x="71835" y="13559"/>
                    <a:pt x="71856" y="13580"/>
                  </a:cubicBezTo>
                  <a:cubicBezTo>
                    <a:pt x="71887" y="13580"/>
                    <a:pt x="71887" y="13428"/>
                    <a:pt x="71887" y="13337"/>
                  </a:cubicBezTo>
                  <a:cubicBezTo>
                    <a:pt x="71887" y="13311"/>
                    <a:pt x="71870" y="13302"/>
                    <a:pt x="71843" y="13302"/>
                  </a:cubicBezTo>
                  <a:cubicBezTo>
                    <a:pt x="71787" y="13302"/>
                    <a:pt x="71688" y="13342"/>
                    <a:pt x="71619" y="13342"/>
                  </a:cubicBezTo>
                  <a:cubicBezTo>
                    <a:pt x="71605" y="13342"/>
                    <a:pt x="71593" y="13341"/>
                    <a:pt x="71583" y="13337"/>
                  </a:cubicBezTo>
                  <a:cubicBezTo>
                    <a:pt x="71491" y="13307"/>
                    <a:pt x="71461" y="13185"/>
                    <a:pt x="71552" y="13094"/>
                  </a:cubicBezTo>
                  <a:lnTo>
                    <a:pt x="71613" y="12972"/>
                  </a:lnTo>
                  <a:cubicBezTo>
                    <a:pt x="71643" y="12957"/>
                    <a:pt x="71674" y="12949"/>
                    <a:pt x="71704" y="12949"/>
                  </a:cubicBezTo>
                  <a:cubicBezTo>
                    <a:pt x="71735" y="12949"/>
                    <a:pt x="71765" y="12957"/>
                    <a:pt x="71795" y="12972"/>
                  </a:cubicBezTo>
                  <a:cubicBezTo>
                    <a:pt x="71848" y="12990"/>
                    <a:pt x="71891" y="13007"/>
                    <a:pt x="71935" y="13007"/>
                  </a:cubicBezTo>
                  <a:cubicBezTo>
                    <a:pt x="71967" y="13007"/>
                    <a:pt x="72000" y="12998"/>
                    <a:pt x="72039" y="12972"/>
                  </a:cubicBezTo>
                  <a:cubicBezTo>
                    <a:pt x="72049" y="12962"/>
                    <a:pt x="72062" y="12959"/>
                    <a:pt x="72076" y="12959"/>
                  </a:cubicBezTo>
                  <a:cubicBezTo>
                    <a:pt x="72103" y="12959"/>
                    <a:pt x="72130" y="12972"/>
                    <a:pt x="72130" y="12972"/>
                  </a:cubicBezTo>
                  <a:cubicBezTo>
                    <a:pt x="72146" y="13090"/>
                    <a:pt x="72210" y="13133"/>
                    <a:pt x="72278" y="13133"/>
                  </a:cubicBezTo>
                  <a:cubicBezTo>
                    <a:pt x="72334" y="13133"/>
                    <a:pt x="72393" y="13104"/>
                    <a:pt x="72434" y="13063"/>
                  </a:cubicBezTo>
                  <a:cubicBezTo>
                    <a:pt x="72525" y="12972"/>
                    <a:pt x="72403" y="12911"/>
                    <a:pt x="72282" y="12911"/>
                  </a:cubicBezTo>
                  <a:cubicBezTo>
                    <a:pt x="72251" y="12911"/>
                    <a:pt x="72251" y="12851"/>
                    <a:pt x="72251" y="12820"/>
                  </a:cubicBezTo>
                  <a:cubicBezTo>
                    <a:pt x="72282" y="12790"/>
                    <a:pt x="72312" y="12760"/>
                    <a:pt x="72373" y="12760"/>
                  </a:cubicBezTo>
                  <a:cubicBezTo>
                    <a:pt x="72393" y="12760"/>
                    <a:pt x="72420" y="12756"/>
                    <a:pt x="72447" y="12756"/>
                  </a:cubicBezTo>
                  <a:cubicBezTo>
                    <a:pt x="72501" y="12756"/>
                    <a:pt x="72555" y="12770"/>
                    <a:pt x="72555" y="12851"/>
                  </a:cubicBezTo>
                  <a:lnTo>
                    <a:pt x="72555" y="12881"/>
                  </a:lnTo>
                  <a:cubicBezTo>
                    <a:pt x="72572" y="12889"/>
                    <a:pt x="72588" y="12893"/>
                    <a:pt x="72604" y="12893"/>
                  </a:cubicBezTo>
                  <a:cubicBezTo>
                    <a:pt x="72649" y="12893"/>
                    <a:pt x="72693" y="12865"/>
                    <a:pt x="72738" y="12820"/>
                  </a:cubicBezTo>
                  <a:lnTo>
                    <a:pt x="72738" y="12790"/>
                  </a:lnTo>
                  <a:lnTo>
                    <a:pt x="72768" y="12760"/>
                  </a:lnTo>
                  <a:cubicBezTo>
                    <a:pt x="72768" y="12752"/>
                    <a:pt x="72772" y="12749"/>
                    <a:pt x="72780" y="12749"/>
                  </a:cubicBezTo>
                  <a:cubicBezTo>
                    <a:pt x="72836" y="12749"/>
                    <a:pt x="73061" y="12926"/>
                    <a:pt x="72981" y="13033"/>
                  </a:cubicBezTo>
                  <a:cubicBezTo>
                    <a:pt x="72920" y="13155"/>
                    <a:pt x="72981" y="13215"/>
                    <a:pt x="73133" y="13215"/>
                  </a:cubicBezTo>
                  <a:lnTo>
                    <a:pt x="73224" y="13155"/>
                  </a:lnTo>
                  <a:cubicBezTo>
                    <a:pt x="73315" y="13094"/>
                    <a:pt x="73315" y="12972"/>
                    <a:pt x="73406" y="12942"/>
                  </a:cubicBezTo>
                  <a:lnTo>
                    <a:pt x="73589" y="12851"/>
                  </a:lnTo>
                  <a:cubicBezTo>
                    <a:pt x="73498" y="12760"/>
                    <a:pt x="73467" y="12668"/>
                    <a:pt x="73498" y="12668"/>
                  </a:cubicBezTo>
                  <a:cubicBezTo>
                    <a:pt x="73498" y="12668"/>
                    <a:pt x="73862" y="12942"/>
                    <a:pt x="74045" y="12942"/>
                  </a:cubicBezTo>
                  <a:cubicBezTo>
                    <a:pt x="74257" y="12911"/>
                    <a:pt x="74470" y="12881"/>
                    <a:pt x="74683" y="12851"/>
                  </a:cubicBezTo>
                  <a:cubicBezTo>
                    <a:pt x="74710" y="12860"/>
                    <a:pt x="74734" y="12863"/>
                    <a:pt x="74755" y="12863"/>
                  </a:cubicBezTo>
                  <a:cubicBezTo>
                    <a:pt x="74805" y="12863"/>
                    <a:pt x="74835" y="12842"/>
                    <a:pt x="74835" y="12820"/>
                  </a:cubicBezTo>
                  <a:cubicBezTo>
                    <a:pt x="74835" y="12790"/>
                    <a:pt x="75017" y="12790"/>
                    <a:pt x="75078" y="12790"/>
                  </a:cubicBezTo>
                  <a:cubicBezTo>
                    <a:pt x="75139" y="12790"/>
                    <a:pt x="75200" y="12851"/>
                    <a:pt x="75230" y="12972"/>
                  </a:cubicBezTo>
                  <a:lnTo>
                    <a:pt x="75291" y="13033"/>
                  </a:lnTo>
                  <a:lnTo>
                    <a:pt x="75443" y="13215"/>
                  </a:lnTo>
                  <a:cubicBezTo>
                    <a:pt x="75260" y="13215"/>
                    <a:pt x="75291" y="13337"/>
                    <a:pt x="75382" y="13398"/>
                  </a:cubicBezTo>
                  <a:cubicBezTo>
                    <a:pt x="75391" y="13407"/>
                    <a:pt x="75401" y="13411"/>
                    <a:pt x="75411" y="13411"/>
                  </a:cubicBezTo>
                  <a:cubicBezTo>
                    <a:pt x="75469" y="13411"/>
                    <a:pt x="75539" y="13270"/>
                    <a:pt x="75564" y="13063"/>
                  </a:cubicBezTo>
                  <a:lnTo>
                    <a:pt x="75473" y="12911"/>
                  </a:lnTo>
                  <a:cubicBezTo>
                    <a:pt x="75412" y="12881"/>
                    <a:pt x="75412" y="12820"/>
                    <a:pt x="75412" y="12790"/>
                  </a:cubicBezTo>
                  <a:lnTo>
                    <a:pt x="75534" y="12668"/>
                  </a:lnTo>
                  <a:cubicBezTo>
                    <a:pt x="75648" y="12573"/>
                    <a:pt x="75798" y="12526"/>
                    <a:pt x="75946" y="12526"/>
                  </a:cubicBezTo>
                  <a:cubicBezTo>
                    <a:pt x="76035" y="12526"/>
                    <a:pt x="76123" y="12543"/>
                    <a:pt x="76203" y="12577"/>
                  </a:cubicBezTo>
                  <a:lnTo>
                    <a:pt x="76142" y="12790"/>
                  </a:lnTo>
                  <a:lnTo>
                    <a:pt x="76142" y="12851"/>
                  </a:lnTo>
                  <a:cubicBezTo>
                    <a:pt x="76142" y="12911"/>
                    <a:pt x="75929" y="13063"/>
                    <a:pt x="75868" y="13063"/>
                  </a:cubicBezTo>
                  <a:cubicBezTo>
                    <a:pt x="75808" y="13094"/>
                    <a:pt x="75777" y="13276"/>
                    <a:pt x="75777" y="13367"/>
                  </a:cubicBezTo>
                  <a:cubicBezTo>
                    <a:pt x="75777" y="13388"/>
                    <a:pt x="75787" y="13398"/>
                    <a:pt x="75806" y="13398"/>
                  </a:cubicBezTo>
                  <a:cubicBezTo>
                    <a:pt x="75845" y="13398"/>
                    <a:pt x="75919" y="13357"/>
                    <a:pt x="76020" y="13276"/>
                  </a:cubicBezTo>
                  <a:lnTo>
                    <a:pt x="76112" y="13276"/>
                  </a:lnTo>
                  <a:cubicBezTo>
                    <a:pt x="76201" y="13276"/>
                    <a:pt x="76274" y="13161"/>
                    <a:pt x="76355" y="13161"/>
                  </a:cubicBezTo>
                  <a:cubicBezTo>
                    <a:pt x="76384" y="13161"/>
                    <a:pt x="76414" y="13175"/>
                    <a:pt x="76446" y="13215"/>
                  </a:cubicBezTo>
                  <a:lnTo>
                    <a:pt x="76598" y="13367"/>
                  </a:lnTo>
                  <a:cubicBezTo>
                    <a:pt x="76659" y="13246"/>
                    <a:pt x="76780" y="13185"/>
                    <a:pt x="76902" y="13124"/>
                  </a:cubicBezTo>
                  <a:cubicBezTo>
                    <a:pt x="76993" y="13124"/>
                    <a:pt x="76963" y="13428"/>
                    <a:pt x="76841" y="13519"/>
                  </a:cubicBezTo>
                  <a:cubicBezTo>
                    <a:pt x="76760" y="13574"/>
                    <a:pt x="76944" y="13676"/>
                    <a:pt x="77050" y="13676"/>
                  </a:cubicBezTo>
                  <a:cubicBezTo>
                    <a:pt x="77063" y="13676"/>
                    <a:pt x="77074" y="13675"/>
                    <a:pt x="77084" y="13671"/>
                  </a:cubicBezTo>
                  <a:cubicBezTo>
                    <a:pt x="77267" y="13489"/>
                    <a:pt x="77358" y="13307"/>
                    <a:pt x="77419" y="13063"/>
                  </a:cubicBezTo>
                  <a:lnTo>
                    <a:pt x="77479" y="12820"/>
                  </a:lnTo>
                  <a:cubicBezTo>
                    <a:pt x="77510" y="12790"/>
                    <a:pt x="77601" y="12790"/>
                    <a:pt x="77601" y="12790"/>
                  </a:cubicBezTo>
                  <a:cubicBezTo>
                    <a:pt x="77662" y="12820"/>
                    <a:pt x="77662" y="12851"/>
                    <a:pt x="77662" y="12911"/>
                  </a:cubicBezTo>
                  <a:lnTo>
                    <a:pt x="77662" y="12942"/>
                  </a:lnTo>
                  <a:cubicBezTo>
                    <a:pt x="77601" y="12972"/>
                    <a:pt x="77723" y="13033"/>
                    <a:pt x="77905" y="13033"/>
                  </a:cubicBezTo>
                  <a:lnTo>
                    <a:pt x="78057" y="13033"/>
                  </a:lnTo>
                  <a:cubicBezTo>
                    <a:pt x="78087" y="12972"/>
                    <a:pt x="77935" y="12942"/>
                    <a:pt x="77905" y="12942"/>
                  </a:cubicBezTo>
                  <a:cubicBezTo>
                    <a:pt x="77844" y="12942"/>
                    <a:pt x="77783" y="12820"/>
                    <a:pt x="77783" y="12790"/>
                  </a:cubicBezTo>
                  <a:cubicBezTo>
                    <a:pt x="77668" y="12732"/>
                    <a:pt x="77552" y="12711"/>
                    <a:pt x="77436" y="12711"/>
                  </a:cubicBezTo>
                  <a:cubicBezTo>
                    <a:pt x="77370" y="12711"/>
                    <a:pt x="77303" y="12718"/>
                    <a:pt x="77236" y="12729"/>
                  </a:cubicBezTo>
                  <a:cubicBezTo>
                    <a:pt x="77206" y="12737"/>
                    <a:pt x="77174" y="12741"/>
                    <a:pt x="77141" y="12741"/>
                  </a:cubicBezTo>
                  <a:cubicBezTo>
                    <a:pt x="77042" y="12741"/>
                    <a:pt x="76940" y="12706"/>
                    <a:pt x="76871" y="12638"/>
                  </a:cubicBezTo>
                  <a:cubicBezTo>
                    <a:pt x="76865" y="12625"/>
                    <a:pt x="76852" y="12614"/>
                    <a:pt x="76837" y="12607"/>
                  </a:cubicBezTo>
                  <a:lnTo>
                    <a:pt x="76837" y="12607"/>
                  </a:lnTo>
                  <a:cubicBezTo>
                    <a:pt x="76859" y="12541"/>
                    <a:pt x="76900" y="12468"/>
                    <a:pt x="76963" y="12395"/>
                  </a:cubicBezTo>
                  <a:lnTo>
                    <a:pt x="77115" y="12425"/>
                  </a:lnTo>
                  <a:lnTo>
                    <a:pt x="77175" y="12425"/>
                  </a:lnTo>
                  <a:cubicBezTo>
                    <a:pt x="77267" y="12364"/>
                    <a:pt x="77358" y="12304"/>
                    <a:pt x="77449" y="12304"/>
                  </a:cubicBezTo>
                  <a:cubicBezTo>
                    <a:pt x="77540" y="12304"/>
                    <a:pt x="77571" y="12212"/>
                    <a:pt x="77571" y="12091"/>
                  </a:cubicBezTo>
                  <a:lnTo>
                    <a:pt x="77753" y="12182"/>
                  </a:lnTo>
                  <a:cubicBezTo>
                    <a:pt x="77798" y="12215"/>
                    <a:pt x="77830" y="12228"/>
                    <a:pt x="77856" y="12228"/>
                  </a:cubicBezTo>
                  <a:cubicBezTo>
                    <a:pt x="77901" y="12228"/>
                    <a:pt x="77927" y="12190"/>
                    <a:pt x="77966" y="12152"/>
                  </a:cubicBezTo>
                  <a:cubicBezTo>
                    <a:pt x="78026" y="12091"/>
                    <a:pt x="78118" y="12000"/>
                    <a:pt x="78178" y="11908"/>
                  </a:cubicBezTo>
                  <a:lnTo>
                    <a:pt x="78209" y="11878"/>
                  </a:lnTo>
                  <a:cubicBezTo>
                    <a:pt x="78209" y="11848"/>
                    <a:pt x="78026" y="11726"/>
                    <a:pt x="77966" y="11665"/>
                  </a:cubicBezTo>
                  <a:cubicBezTo>
                    <a:pt x="77905" y="11635"/>
                    <a:pt x="78087" y="11604"/>
                    <a:pt x="78148" y="11604"/>
                  </a:cubicBezTo>
                  <a:cubicBezTo>
                    <a:pt x="78239" y="11604"/>
                    <a:pt x="78300" y="11726"/>
                    <a:pt x="78330" y="11756"/>
                  </a:cubicBezTo>
                  <a:cubicBezTo>
                    <a:pt x="78330" y="11817"/>
                    <a:pt x="78482" y="11848"/>
                    <a:pt x="78543" y="11848"/>
                  </a:cubicBezTo>
                  <a:cubicBezTo>
                    <a:pt x="78574" y="11848"/>
                    <a:pt x="78482" y="11726"/>
                    <a:pt x="78300" y="11574"/>
                  </a:cubicBezTo>
                  <a:lnTo>
                    <a:pt x="78391" y="11361"/>
                  </a:lnTo>
                  <a:cubicBezTo>
                    <a:pt x="78391" y="11331"/>
                    <a:pt x="78361" y="11301"/>
                    <a:pt x="78330" y="11301"/>
                  </a:cubicBezTo>
                  <a:cubicBezTo>
                    <a:pt x="78300" y="11270"/>
                    <a:pt x="78330" y="11240"/>
                    <a:pt x="78270" y="11240"/>
                  </a:cubicBezTo>
                  <a:cubicBezTo>
                    <a:pt x="78209" y="11240"/>
                    <a:pt x="78087" y="11240"/>
                    <a:pt x="78178" y="11331"/>
                  </a:cubicBezTo>
                  <a:cubicBezTo>
                    <a:pt x="78239" y="11422"/>
                    <a:pt x="78148" y="11452"/>
                    <a:pt x="78026" y="11483"/>
                  </a:cubicBezTo>
                  <a:cubicBezTo>
                    <a:pt x="78010" y="11487"/>
                    <a:pt x="77996" y="11489"/>
                    <a:pt x="77983" y="11489"/>
                  </a:cubicBezTo>
                  <a:cubicBezTo>
                    <a:pt x="77905" y="11489"/>
                    <a:pt x="77905" y="11414"/>
                    <a:pt x="77905" y="11361"/>
                  </a:cubicBezTo>
                  <a:lnTo>
                    <a:pt x="77905" y="11331"/>
                  </a:lnTo>
                  <a:cubicBezTo>
                    <a:pt x="77888" y="11298"/>
                    <a:pt x="77872" y="11273"/>
                    <a:pt x="77855" y="11273"/>
                  </a:cubicBezTo>
                  <a:cubicBezTo>
                    <a:pt x="77841" y="11273"/>
                    <a:pt x="77827" y="11290"/>
                    <a:pt x="77814" y="11331"/>
                  </a:cubicBezTo>
                  <a:lnTo>
                    <a:pt x="77783" y="11331"/>
                  </a:lnTo>
                  <a:cubicBezTo>
                    <a:pt x="77723" y="11392"/>
                    <a:pt x="77662" y="11483"/>
                    <a:pt x="77571" y="11483"/>
                  </a:cubicBezTo>
                  <a:cubicBezTo>
                    <a:pt x="77479" y="11483"/>
                    <a:pt x="77388" y="11392"/>
                    <a:pt x="77388" y="11301"/>
                  </a:cubicBezTo>
                  <a:lnTo>
                    <a:pt x="77388" y="11240"/>
                  </a:lnTo>
                  <a:cubicBezTo>
                    <a:pt x="77384" y="11236"/>
                    <a:pt x="77380" y="11234"/>
                    <a:pt x="77377" y="11234"/>
                  </a:cubicBezTo>
                  <a:cubicBezTo>
                    <a:pt x="77350" y="11234"/>
                    <a:pt x="77320" y="11324"/>
                    <a:pt x="77267" y="11483"/>
                  </a:cubicBezTo>
                  <a:lnTo>
                    <a:pt x="76993" y="11513"/>
                  </a:lnTo>
                  <a:lnTo>
                    <a:pt x="76841" y="11544"/>
                  </a:lnTo>
                  <a:cubicBezTo>
                    <a:pt x="76764" y="11640"/>
                    <a:pt x="76675" y="11700"/>
                    <a:pt x="76604" y="11700"/>
                  </a:cubicBezTo>
                  <a:cubicBezTo>
                    <a:pt x="76564" y="11700"/>
                    <a:pt x="76529" y="11679"/>
                    <a:pt x="76507" y="11635"/>
                  </a:cubicBezTo>
                  <a:lnTo>
                    <a:pt x="76628" y="11574"/>
                  </a:lnTo>
                  <a:lnTo>
                    <a:pt x="76689" y="11574"/>
                  </a:lnTo>
                  <a:cubicBezTo>
                    <a:pt x="76719" y="11483"/>
                    <a:pt x="76750" y="11392"/>
                    <a:pt x="76780" y="11270"/>
                  </a:cubicBezTo>
                  <a:lnTo>
                    <a:pt x="76507" y="11270"/>
                  </a:lnTo>
                  <a:cubicBezTo>
                    <a:pt x="76416" y="11301"/>
                    <a:pt x="76385" y="11392"/>
                    <a:pt x="76416" y="11422"/>
                  </a:cubicBezTo>
                  <a:lnTo>
                    <a:pt x="76446" y="11452"/>
                  </a:lnTo>
                  <a:lnTo>
                    <a:pt x="76476" y="11483"/>
                  </a:lnTo>
                  <a:cubicBezTo>
                    <a:pt x="76507" y="11483"/>
                    <a:pt x="76507" y="11544"/>
                    <a:pt x="76476" y="11635"/>
                  </a:cubicBezTo>
                  <a:lnTo>
                    <a:pt x="76416" y="11665"/>
                  </a:lnTo>
                  <a:cubicBezTo>
                    <a:pt x="76416" y="11675"/>
                    <a:pt x="76405" y="11679"/>
                    <a:pt x="76390" y="11679"/>
                  </a:cubicBezTo>
                  <a:cubicBezTo>
                    <a:pt x="76358" y="11679"/>
                    <a:pt x="76304" y="11665"/>
                    <a:pt x="76264" y="11665"/>
                  </a:cubicBezTo>
                  <a:lnTo>
                    <a:pt x="76233" y="11665"/>
                  </a:lnTo>
                  <a:cubicBezTo>
                    <a:pt x="76142" y="11696"/>
                    <a:pt x="76051" y="11726"/>
                    <a:pt x="75960" y="11787"/>
                  </a:cubicBezTo>
                  <a:lnTo>
                    <a:pt x="75838" y="11756"/>
                  </a:lnTo>
                  <a:lnTo>
                    <a:pt x="75747" y="11726"/>
                  </a:lnTo>
                  <a:cubicBezTo>
                    <a:pt x="75625" y="11726"/>
                    <a:pt x="75534" y="11908"/>
                    <a:pt x="75534" y="11969"/>
                  </a:cubicBezTo>
                  <a:cubicBezTo>
                    <a:pt x="75529" y="11979"/>
                    <a:pt x="75521" y="11983"/>
                    <a:pt x="75511" y="11983"/>
                  </a:cubicBezTo>
                  <a:cubicBezTo>
                    <a:pt x="75458" y="11983"/>
                    <a:pt x="75347" y="11864"/>
                    <a:pt x="75321" y="11787"/>
                  </a:cubicBezTo>
                  <a:cubicBezTo>
                    <a:pt x="75291" y="11726"/>
                    <a:pt x="75321" y="11513"/>
                    <a:pt x="75291" y="11513"/>
                  </a:cubicBezTo>
                  <a:cubicBezTo>
                    <a:pt x="75282" y="11509"/>
                    <a:pt x="75272" y="11507"/>
                    <a:pt x="75261" y="11507"/>
                  </a:cubicBezTo>
                  <a:cubicBezTo>
                    <a:pt x="75191" y="11507"/>
                    <a:pt x="75078" y="11578"/>
                    <a:pt x="75078" y="11604"/>
                  </a:cubicBezTo>
                  <a:cubicBezTo>
                    <a:pt x="75078" y="11665"/>
                    <a:pt x="74926" y="11787"/>
                    <a:pt x="74835" y="11817"/>
                  </a:cubicBezTo>
                  <a:cubicBezTo>
                    <a:pt x="74828" y="11821"/>
                    <a:pt x="74822" y="11822"/>
                    <a:pt x="74815" y="11822"/>
                  </a:cubicBezTo>
                  <a:cubicBezTo>
                    <a:pt x="74762" y="11822"/>
                    <a:pt x="74713" y="11719"/>
                    <a:pt x="74713" y="11665"/>
                  </a:cubicBezTo>
                  <a:cubicBezTo>
                    <a:pt x="74713" y="11604"/>
                    <a:pt x="74531" y="11513"/>
                    <a:pt x="74288" y="11483"/>
                  </a:cubicBezTo>
                  <a:lnTo>
                    <a:pt x="74136" y="11635"/>
                  </a:lnTo>
                  <a:lnTo>
                    <a:pt x="74045" y="11635"/>
                  </a:lnTo>
                  <a:lnTo>
                    <a:pt x="73923" y="11392"/>
                  </a:lnTo>
                  <a:cubicBezTo>
                    <a:pt x="73741" y="11422"/>
                    <a:pt x="73558" y="11452"/>
                    <a:pt x="73406" y="11513"/>
                  </a:cubicBezTo>
                  <a:lnTo>
                    <a:pt x="73376" y="11513"/>
                  </a:lnTo>
                  <a:lnTo>
                    <a:pt x="73163" y="11544"/>
                  </a:lnTo>
                  <a:cubicBezTo>
                    <a:pt x="73108" y="11533"/>
                    <a:pt x="73052" y="11525"/>
                    <a:pt x="72996" y="11525"/>
                  </a:cubicBezTo>
                  <a:cubicBezTo>
                    <a:pt x="72900" y="11525"/>
                    <a:pt x="72804" y="11547"/>
                    <a:pt x="72707" y="11604"/>
                  </a:cubicBezTo>
                  <a:cubicBezTo>
                    <a:pt x="72677" y="11665"/>
                    <a:pt x="72707" y="11726"/>
                    <a:pt x="72738" y="11756"/>
                  </a:cubicBezTo>
                  <a:lnTo>
                    <a:pt x="72798" y="11756"/>
                  </a:lnTo>
                  <a:cubicBezTo>
                    <a:pt x="72950" y="11787"/>
                    <a:pt x="73072" y="11817"/>
                    <a:pt x="72890" y="11969"/>
                  </a:cubicBezTo>
                  <a:cubicBezTo>
                    <a:pt x="72859" y="11969"/>
                    <a:pt x="72890" y="12030"/>
                    <a:pt x="72890" y="12030"/>
                  </a:cubicBezTo>
                  <a:cubicBezTo>
                    <a:pt x="72950" y="12243"/>
                    <a:pt x="72950" y="12273"/>
                    <a:pt x="72738" y="12334"/>
                  </a:cubicBezTo>
                  <a:cubicBezTo>
                    <a:pt x="72703" y="12352"/>
                    <a:pt x="72657" y="12369"/>
                    <a:pt x="72620" y="12369"/>
                  </a:cubicBezTo>
                  <a:cubicBezTo>
                    <a:pt x="72592" y="12369"/>
                    <a:pt x="72568" y="12360"/>
                    <a:pt x="72555" y="12334"/>
                  </a:cubicBezTo>
                  <a:cubicBezTo>
                    <a:pt x="72525" y="12273"/>
                    <a:pt x="72525" y="12212"/>
                    <a:pt x="72646" y="12212"/>
                  </a:cubicBezTo>
                  <a:cubicBezTo>
                    <a:pt x="72768" y="12182"/>
                    <a:pt x="72768" y="12121"/>
                    <a:pt x="72707" y="12060"/>
                  </a:cubicBezTo>
                  <a:cubicBezTo>
                    <a:pt x="72658" y="12011"/>
                    <a:pt x="72588" y="11961"/>
                    <a:pt x="72514" y="11961"/>
                  </a:cubicBezTo>
                  <a:cubicBezTo>
                    <a:pt x="72498" y="11961"/>
                    <a:pt x="72481" y="11964"/>
                    <a:pt x="72464" y="11969"/>
                  </a:cubicBezTo>
                  <a:cubicBezTo>
                    <a:pt x="72403" y="12030"/>
                    <a:pt x="72343" y="12091"/>
                    <a:pt x="72282" y="12121"/>
                  </a:cubicBezTo>
                  <a:cubicBezTo>
                    <a:pt x="72221" y="12121"/>
                    <a:pt x="72160" y="12060"/>
                    <a:pt x="72069" y="12030"/>
                  </a:cubicBezTo>
                  <a:cubicBezTo>
                    <a:pt x="71978" y="12030"/>
                    <a:pt x="71947" y="12060"/>
                    <a:pt x="71917" y="12152"/>
                  </a:cubicBezTo>
                  <a:lnTo>
                    <a:pt x="71887" y="12182"/>
                  </a:lnTo>
                  <a:cubicBezTo>
                    <a:pt x="71795" y="12182"/>
                    <a:pt x="71704" y="12091"/>
                    <a:pt x="71704" y="12000"/>
                  </a:cubicBezTo>
                  <a:cubicBezTo>
                    <a:pt x="71735" y="11939"/>
                    <a:pt x="71887" y="11939"/>
                    <a:pt x="71917" y="11939"/>
                  </a:cubicBezTo>
                  <a:cubicBezTo>
                    <a:pt x="71978" y="11939"/>
                    <a:pt x="72008" y="11878"/>
                    <a:pt x="72039" y="11848"/>
                  </a:cubicBezTo>
                  <a:lnTo>
                    <a:pt x="72008" y="11848"/>
                  </a:lnTo>
                  <a:cubicBezTo>
                    <a:pt x="71964" y="11826"/>
                    <a:pt x="71936" y="11740"/>
                    <a:pt x="71878" y="11740"/>
                  </a:cubicBezTo>
                  <a:cubicBezTo>
                    <a:pt x="71856" y="11740"/>
                    <a:pt x="71829" y="11753"/>
                    <a:pt x="71795" y="11787"/>
                  </a:cubicBezTo>
                  <a:cubicBezTo>
                    <a:pt x="71785" y="11797"/>
                    <a:pt x="71768" y="11800"/>
                    <a:pt x="71748" y="11800"/>
                  </a:cubicBezTo>
                  <a:cubicBezTo>
                    <a:pt x="71708" y="11800"/>
                    <a:pt x="71654" y="11787"/>
                    <a:pt x="71613" y="11787"/>
                  </a:cubicBezTo>
                  <a:lnTo>
                    <a:pt x="71431" y="11726"/>
                  </a:lnTo>
                  <a:cubicBezTo>
                    <a:pt x="71391" y="11716"/>
                    <a:pt x="71354" y="11712"/>
                    <a:pt x="71318" y="11712"/>
                  </a:cubicBezTo>
                  <a:cubicBezTo>
                    <a:pt x="71133" y="11712"/>
                    <a:pt x="71005" y="11827"/>
                    <a:pt x="71005" y="11878"/>
                  </a:cubicBezTo>
                  <a:cubicBezTo>
                    <a:pt x="70975" y="11939"/>
                    <a:pt x="70914" y="11969"/>
                    <a:pt x="70853" y="11969"/>
                  </a:cubicBezTo>
                  <a:lnTo>
                    <a:pt x="70853" y="11878"/>
                  </a:lnTo>
                  <a:cubicBezTo>
                    <a:pt x="70762" y="11787"/>
                    <a:pt x="70671" y="11696"/>
                    <a:pt x="70580" y="11635"/>
                  </a:cubicBezTo>
                  <a:lnTo>
                    <a:pt x="70488" y="11696"/>
                  </a:lnTo>
                  <a:cubicBezTo>
                    <a:pt x="70367" y="11787"/>
                    <a:pt x="70428" y="12000"/>
                    <a:pt x="70336" y="12030"/>
                  </a:cubicBezTo>
                  <a:cubicBezTo>
                    <a:pt x="70333" y="12032"/>
                    <a:pt x="70330" y="12032"/>
                    <a:pt x="70326" y="12032"/>
                  </a:cubicBezTo>
                  <a:cubicBezTo>
                    <a:pt x="70257" y="12032"/>
                    <a:pt x="70087" y="11784"/>
                    <a:pt x="69972" y="11726"/>
                  </a:cubicBezTo>
                  <a:cubicBezTo>
                    <a:pt x="69911" y="11711"/>
                    <a:pt x="69865" y="11703"/>
                    <a:pt x="69842" y="11703"/>
                  </a:cubicBezTo>
                  <a:cubicBezTo>
                    <a:pt x="69820" y="11703"/>
                    <a:pt x="69820" y="11711"/>
                    <a:pt x="69850" y="11726"/>
                  </a:cubicBezTo>
                  <a:lnTo>
                    <a:pt x="69850" y="11756"/>
                  </a:lnTo>
                  <a:cubicBezTo>
                    <a:pt x="69941" y="11848"/>
                    <a:pt x="70154" y="11939"/>
                    <a:pt x="69820" y="12000"/>
                  </a:cubicBezTo>
                  <a:cubicBezTo>
                    <a:pt x="69759" y="12000"/>
                    <a:pt x="69728" y="12121"/>
                    <a:pt x="69668" y="12182"/>
                  </a:cubicBezTo>
                  <a:cubicBezTo>
                    <a:pt x="69668" y="12185"/>
                    <a:pt x="69667" y="12186"/>
                    <a:pt x="69665" y="12186"/>
                  </a:cubicBezTo>
                  <a:cubicBezTo>
                    <a:pt x="69646" y="12186"/>
                    <a:pt x="69541" y="12055"/>
                    <a:pt x="69485" y="12000"/>
                  </a:cubicBezTo>
                  <a:cubicBezTo>
                    <a:pt x="69479" y="11994"/>
                    <a:pt x="69473" y="11991"/>
                    <a:pt x="69467" y="11991"/>
                  </a:cubicBezTo>
                  <a:cubicBezTo>
                    <a:pt x="69412" y="11991"/>
                    <a:pt x="69352" y="12212"/>
                    <a:pt x="69242" y="12212"/>
                  </a:cubicBezTo>
                  <a:cubicBezTo>
                    <a:pt x="69181" y="12212"/>
                    <a:pt x="69012" y="12185"/>
                    <a:pt x="68880" y="12185"/>
                  </a:cubicBezTo>
                  <a:cubicBezTo>
                    <a:pt x="68813" y="12185"/>
                    <a:pt x="68756" y="12192"/>
                    <a:pt x="68725" y="12212"/>
                  </a:cubicBezTo>
                  <a:cubicBezTo>
                    <a:pt x="68634" y="12243"/>
                    <a:pt x="68756" y="12304"/>
                    <a:pt x="68847" y="12334"/>
                  </a:cubicBezTo>
                  <a:cubicBezTo>
                    <a:pt x="68908" y="12334"/>
                    <a:pt x="68969" y="12486"/>
                    <a:pt x="68969" y="12516"/>
                  </a:cubicBezTo>
                  <a:cubicBezTo>
                    <a:pt x="68969" y="12532"/>
                    <a:pt x="68961" y="12539"/>
                    <a:pt x="68946" y="12539"/>
                  </a:cubicBezTo>
                  <a:cubicBezTo>
                    <a:pt x="68931" y="12539"/>
                    <a:pt x="68908" y="12532"/>
                    <a:pt x="68877" y="12516"/>
                  </a:cubicBezTo>
                  <a:lnTo>
                    <a:pt x="68847" y="12516"/>
                  </a:lnTo>
                  <a:cubicBezTo>
                    <a:pt x="68756" y="12516"/>
                    <a:pt x="68756" y="12547"/>
                    <a:pt x="68756" y="12577"/>
                  </a:cubicBezTo>
                  <a:cubicBezTo>
                    <a:pt x="68786" y="12608"/>
                    <a:pt x="68817" y="12638"/>
                    <a:pt x="68817" y="12638"/>
                  </a:cubicBezTo>
                  <a:lnTo>
                    <a:pt x="68817" y="12699"/>
                  </a:lnTo>
                  <a:cubicBezTo>
                    <a:pt x="68817" y="12760"/>
                    <a:pt x="68756" y="12790"/>
                    <a:pt x="68695" y="12790"/>
                  </a:cubicBezTo>
                  <a:lnTo>
                    <a:pt x="68665" y="12760"/>
                  </a:lnTo>
                  <a:lnTo>
                    <a:pt x="68543" y="12699"/>
                  </a:lnTo>
                  <a:cubicBezTo>
                    <a:pt x="68421" y="12608"/>
                    <a:pt x="68300" y="12547"/>
                    <a:pt x="68148" y="12516"/>
                  </a:cubicBezTo>
                  <a:lnTo>
                    <a:pt x="68087" y="12456"/>
                  </a:lnTo>
                  <a:cubicBezTo>
                    <a:pt x="68026" y="12425"/>
                    <a:pt x="68026" y="12304"/>
                    <a:pt x="67966" y="12212"/>
                  </a:cubicBezTo>
                  <a:cubicBezTo>
                    <a:pt x="67935" y="12182"/>
                    <a:pt x="67874" y="12182"/>
                    <a:pt x="67844" y="12182"/>
                  </a:cubicBezTo>
                  <a:lnTo>
                    <a:pt x="67601" y="12273"/>
                  </a:lnTo>
                  <a:cubicBezTo>
                    <a:pt x="67540" y="12121"/>
                    <a:pt x="67722" y="11908"/>
                    <a:pt x="67753" y="11848"/>
                  </a:cubicBezTo>
                  <a:cubicBezTo>
                    <a:pt x="67783" y="11787"/>
                    <a:pt x="67783" y="11452"/>
                    <a:pt x="67814" y="11422"/>
                  </a:cubicBezTo>
                  <a:cubicBezTo>
                    <a:pt x="67874" y="11422"/>
                    <a:pt x="68087" y="11635"/>
                    <a:pt x="68178" y="11696"/>
                  </a:cubicBezTo>
                  <a:cubicBezTo>
                    <a:pt x="68250" y="11767"/>
                    <a:pt x="68060" y="11876"/>
                    <a:pt x="67960" y="11876"/>
                  </a:cubicBezTo>
                  <a:cubicBezTo>
                    <a:pt x="67932" y="11876"/>
                    <a:pt x="67911" y="11867"/>
                    <a:pt x="67905" y="11848"/>
                  </a:cubicBezTo>
                  <a:cubicBezTo>
                    <a:pt x="67898" y="11841"/>
                    <a:pt x="67894" y="11838"/>
                    <a:pt x="67893" y="11838"/>
                  </a:cubicBezTo>
                  <a:lnTo>
                    <a:pt x="67893" y="11838"/>
                  </a:lnTo>
                  <a:cubicBezTo>
                    <a:pt x="67882" y="11838"/>
                    <a:pt x="68026" y="12033"/>
                    <a:pt x="68026" y="12060"/>
                  </a:cubicBezTo>
                  <a:cubicBezTo>
                    <a:pt x="68026" y="12076"/>
                    <a:pt x="68064" y="12083"/>
                    <a:pt x="68129" y="12083"/>
                  </a:cubicBezTo>
                  <a:cubicBezTo>
                    <a:pt x="68193" y="12083"/>
                    <a:pt x="68285" y="12076"/>
                    <a:pt x="68391" y="12060"/>
                  </a:cubicBezTo>
                  <a:lnTo>
                    <a:pt x="68513" y="12000"/>
                  </a:lnTo>
                  <a:cubicBezTo>
                    <a:pt x="68573" y="12000"/>
                    <a:pt x="68634" y="11939"/>
                    <a:pt x="68634" y="11878"/>
                  </a:cubicBezTo>
                  <a:cubicBezTo>
                    <a:pt x="68665" y="11787"/>
                    <a:pt x="68604" y="11787"/>
                    <a:pt x="68482" y="11787"/>
                  </a:cubicBezTo>
                  <a:cubicBezTo>
                    <a:pt x="68482" y="11696"/>
                    <a:pt x="68543" y="11604"/>
                    <a:pt x="68604" y="11544"/>
                  </a:cubicBezTo>
                  <a:lnTo>
                    <a:pt x="68573" y="11452"/>
                  </a:lnTo>
                  <a:cubicBezTo>
                    <a:pt x="68552" y="11410"/>
                    <a:pt x="68619" y="11353"/>
                    <a:pt x="68703" y="11353"/>
                  </a:cubicBezTo>
                  <a:cubicBezTo>
                    <a:pt x="68740" y="11353"/>
                    <a:pt x="68780" y="11364"/>
                    <a:pt x="68817" y="11392"/>
                  </a:cubicBezTo>
                  <a:cubicBezTo>
                    <a:pt x="68893" y="11437"/>
                    <a:pt x="68946" y="11460"/>
                    <a:pt x="68991" y="11460"/>
                  </a:cubicBezTo>
                  <a:cubicBezTo>
                    <a:pt x="69037" y="11460"/>
                    <a:pt x="69075" y="11437"/>
                    <a:pt x="69121" y="11392"/>
                  </a:cubicBezTo>
                  <a:cubicBezTo>
                    <a:pt x="69181" y="11331"/>
                    <a:pt x="69242" y="11301"/>
                    <a:pt x="69333" y="11301"/>
                  </a:cubicBezTo>
                  <a:cubicBezTo>
                    <a:pt x="69425" y="11301"/>
                    <a:pt x="69455" y="11240"/>
                    <a:pt x="69485" y="11209"/>
                  </a:cubicBezTo>
                  <a:lnTo>
                    <a:pt x="69728" y="11027"/>
                  </a:lnTo>
                  <a:cubicBezTo>
                    <a:pt x="69640" y="10938"/>
                    <a:pt x="69541" y="10891"/>
                    <a:pt x="69468" y="10891"/>
                  </a:cubicBezTo>
                  <a:cubicBezTo>
                    <a:pt x="69416" y="10891"/>
                    <a:pt x="69376" y="10915"/>
                    <a:pt x="69364" y="10966"/>
                  </a:cubicBezTo>
                  <a:lnTo>
                    <a:pt x="69333" y="10966"/>
                  </a:lnTo>
                  <a:cubicBezTo>
                    <a:pt x="69181" y="10966"/>
                    <a:pt x="68999" y="11027"/>
                    <a:pt x="68847" y="11118"/>
                  </a:cubicBezTo>
                  <a:lnTo>
                    <a:pt x="68725" y="11179"/>
                  </a:lnTo>
                  <a:cubicBezTo>
                    <a:pt x="68672" y="11188"/>
                    <a:pt x="68621" y="11192"/>
                    <a:pt x="68572" y="11192"/>
                  </a:cubicBezTo>
                  <a:cubicBezTo>
                    <a:pt x="68454" y="11192"/>
                    <a:pt x="68347" y="11170"/>
                    <a:pt x="68239" y="11149"/>
                  </a:cubicBezTo>
                  <a:cubicBezTo>
                    <a:pt x="68214" y="11123"/>
                    <a:pt x="68189" y="11035"/>
                    <a:pt x="68163" y="10954"/>
                  </a:cubicBezTo>
                  <a:lnTo>
                    <a:pt x="68163" y="10954"/>
                  </a:lnTo>
                  <a:cubicBezTo>
                    <a:pt x="68063" y="10980"/>
                    <a:pt x="67955" y="10992"/>
                    <a:pt x="67874" y="11057"/>
                  </a:cubicBezTo>
                  <a:cubicBezTo>
                    <a:pt x="67844" y="11057"/>
                    <a:pt x="67722" y="10997"/>
                    <a:pt x="67692" y="10966"/>
                  </a:cubicBezTo>
                  <a:cubicBezTo>
                    <a:pt x="67662" y="10905"/>
                    <a:pt x="67662" y="10845"/>
                    <a:pt x="67692" y="10814"/>
                  </a:cubicBezTo>
                  <a:cubicBezTo>
                    <a:pt x="67715" y="10768"/>
                    <a:pt x="67757" y="10703"/>
                    <a:pt x="67843" y="10703"/>
                  </a:cubicBezTo>
                  <a:cubicBezTo>
                    <a:pt x="67869" y="10703"/>
                    <a:pt x="67900" y="10709"/>
                    <a:pt x="67935" y="10723"/>
                  </a:cubicBezTo>
                  <a:cubicBezTo>
                    <a:pt x="67955" y="10723"/>
                    <a:pt x="67989" y="10777"/>
                    <a:pt x="68018" y="10777"/>
                  </a:cubicBezTo>
                  <a:cubicBezTo>
                    <a:pt x="68033" y="10777"/>
                    <a:pt x="68047" y="10764"/>
                    <a:pt x="68057" y="10723"/>
                  </a:cubicBezTo>
                  <a:lnTo>
                    <a:pt x="68057" y="10693"/>
                  </a:lnTo>
                  <a:cubicBezTo>
                    <a:pt x="68083" y="10710"/>
                    <a:pt x="68110" y="10727"/>
                    <a:pt x="68138" y="10744"/>
                  </a:cubicBezTo>
                  <a:lnTo>
                    <a:pt x="68138" y="10744"/>
                  </a:lnTo>
                  <a:cubicBezTo>
                    <a:pt x="68145" y="10680"/>
                    <a:pt x="68162" y="10621"/>
                    <a:pt x="68178" y="10571"/>
                  </a:cubicBezTo>
                  <a:lnTo>
                    <a:pt x="68239" y="10510"/>
                  </a:lnTo>
                  <a:cubicBezTo>
                    <a:pt x="68261" y="10493"/>
                    <a:pt x="68282" y="10487"/>
                    <a:pt x="68301" y="10487"/>
                  </a:cubicBezTo>
                  <a:cubicBezTo>
                    <a:pt x="68365" y="10487"/>
                    <a:pt x="68412" y="10564"/>
                    <a:pt x="68465" y="10564"/>
                  </a:cubicBezTo>
                  <a:cubicBezTo>
                    <a:pt x="68480" y="10564"/>
                    <a:pt x="68496" y="10557"/>
                    <a:pt x="68513" y="10541"/>
                  </a:cubicBezTo>
                  <a:lnTo>
                    <a:pt x="68634" y="10419"/>
                  </a:lnTo>
                  <a:lnTo>
                    <a:pt x="68634" y="10419"/>
                  </a:lnTo>
                  <a:cubicBezTo>
                    <a:pt x="68695" y="10510"/>
                    <a:pt x="68634" y="10632"/>
                    <a:pt x="68482" y="10723"/>
                  </a:cubicBezTo>
                  <a:lnTo>
                    <a:pt x="68391" y="10814"/>
                  </a:lnTo>
                  <a:cubicBezTo>
                    <a:pt x="68380" y="10831"/>
                    <a:pt x="68368" y="10846"/>
                    <a:pt x="68355" y="10859"/>
                  </a:cubicBezTo>
                  <a:lnTo>
                    <a:pt x="68355" y="10859"/>
                  </a:lnTo>
                  <a:cubicBezTo>
                    <a:pt x="68280" y="10823"/>
                    <a:pt x="68207" y="10785"/>
                    <a:pt x="68138" y="10744"/>
                  </a:cubicBezTo>
                  <a:lnTo>
                    <a:pt x="68138" y="10744"/>
                  </a:lnTo>
                  <a:cubicBezTo>
                    <a:pt x="68133" y="10796"/>
                    <a:pt x="68134" y="10851"/>
                    <a:pt x="68148" y="10905"/>
                  </a:cubicBezTo>
                  <a:cubicBezTo>
                    <a:pt x="68153" y="10921"/>
                    <a:pt x="68158" y="10937"/>
                    <a:pt x="68163" y="10954"/>
                  </a:cubicBezTo>
                  <a:lnTo>
                    <a:pt x="68163" y="10954"/>
                  </a:lnTo>
                  <a:cubicBezTo>
                    <a:pt x="68234" y="10936"/>
                    <a:pt x="68301" y="10911"/>
                    <a:pt x="68355" y="10859"/>
                  </a:cubicBezTo>
                  <a:lnTo>
                    <a:pt x="68355" y="10859"/>
                  </a:lnTo>
                  <a:cubicBezTo>
                    <a:pt x="68456" y="10907"/>
                    <a:pt x="68560" y="10952"/>
                    <a:pt x="68665" y="10997"/>
                  </a:cubicBezTo>
                  <a:lnTo>
                    <a:pt x="68786" y="10814"/>
                  </a:lnTo>
                  <a:cubicBezTo>
                    <a:pt x="68796" y="10804"/>
                    <a:pt x="68817" y="10801"/>
                    <a:pt x="68840" y="10801"/>
                  </a:cubicBezTo>
                  <a:cubicBezTo>
                    <a:pt x="68888" y="10801"/>
                    <a:pt x="68948" y="10814"/>
                    <a:pt x="68969" y="10814"/>
                  </a:cubicBezTo>
                  <a:lnTo>
                    <a:pt x="69060" y="10814"/>
                  </a:lnTo>
                  <a:cubicBezTo>
                    <a:pt x="69151" y="10601"/>
                    <a:pt x="69333" y="10601"/>
                    <a:pt x="69516" y="10601"/>
                  </a:cubicBezTo>
                  <a:lnTo>
                    <a:pt x="69728" y="10601"/>
                  </a:lnTo>
                  <a:cubicBezTo>
                    <a:pt x="69850" y="10723"/>
                    <a:pt x="69850" y="10875"/>
                    <a:pt x="69728" y="10966"/>
                  </a:cubicBezTo>
                  <a:lnTo>
                    <a:pt x="69880" y="10997"/>
                  </a:lnTo>
                  <a:lnTo>
                    <a:pt x="69972" y="11057"/>
                  </a:lnTo>
                  <a:cubicBezTo>
                    <a:pt x="70002" y="11065"/>
                    <a:pt x="70032" y="11069"/>
                    <a:pt x="70062" y="11069"/>
                  </a:cubicBezTo>
                  <a:cubicBezTo>
                    <a:pt x="70150" y="11069"/>
                    <a:pt x="70230" y="11035"/>
                    <a:pt x="70276" y="10966"/>
                  </a:cubicBezTo>
                  <a:lnTo>
                    <a:pt x="70428" y="10966"/>
                  </a:lnTo>
                  <a:cubicBezTo>
                    <a:pt x="70455" y="10972"/>
                    <a:pt x="70482" y="10974"/>
                    <a:pt x="70508" y="10974"/>
                  </a:cubicBezTo>
                  <a:cubicBezTo>
                    <a:pt x="70624" y="10974"/>
                    <a:pt x="70723" y="10925"/>
                    <a:pt x="70823" y="10875"/>
                  </a:cubicBezTo>
                  <a:lnTo>
                    <a:pt x="70914" y="10784"/>
                  </a:lnTo>
                  <a:cubicBezTo>
                    <a:pt x="71005" y="10845"/>
                    <a:pt x="71096" y="10905"/>
                    <a:pt x="71187" y="10905"/>
                  </a:cubicBezTo>
                  <a:cubicBezTo>
                    <a:pt x="71248" y="10905"/>
                    <a:pt x="71218" y="11149"/>
                    <a:pt x="71187" y="11240"/>
                  </a:cubicBezTo>
                  <a:cubicBezTo>
                    <a:pt x="71187" y="11299"/>
                    <a:pt x="71225" y="11332"/>
                    <a:pt x="71285" y="11332"/>
                  </a:cubicBezTo>
                  <a:cubicBezTo>
                    <a:pt x="71318" y="11332"/>
                    <a:pt x="71357" y="11322"/>
                    <a:pt x="71400" y="11301"/>
                  </a:cubicBezTo>
                  <a:lnTo>
                    <a:pt x="71461" y="11301"/>
                  </a:lnTo>
                  <a:cubicBezTo>
                    <a:pt x="71583" y="11331"/>
                    <a:pt x="71704" y="11392"/>
                    <a:pt x="71795" y="11452"/>
                  </a:cubicBezTo>
                  <a:lnTo>
                    <a:pt x="71917" y="11544"/>
                  </a:lnTo>
                  <a:cubicBezTo>
                    <a:pt x="72099" y="11483"/>
                    <a:pt x="71887" y="11422"/>
                    <a:pt x="71917" y="11331"/>
                  </a:cubicBezTo>
                  <a:cubicBezTo>
                    <a:pt x="71947" y="11285"/>
                    <a:pt x="71993" y="11263"/>
                    <a:pt x="72046" y="11263"/>
                  </a:cubicBezTo>
                  <a:cubicBezTo>
                    <a:pt x="72099" y="11263"/>
                    <a:pt x="72160" y="11285"/>
                    <a:pt x="72221" y="11331"/>
                  </a:cubicBezTo>
                  <a:lnTo>
                    <a:pt x="72312" y="11240"/>
                  </a:lnTo>
                  <a:cubicBezTo>
                    <a:pt x="72367" y="11166"/>
                    <a:pt x="72456" y="11126"/>
                    <a:pt x="72544" y="11126"/>
                  </a:cubicBezTo>
                  <a:cubicBezTo>
                    <a:pt x="72602" y="11126"/>
                    <a:pt x="72659" y="11143"/>
                    <a:pt x="72707" y="11179"/>
                  </a:cubicBezTo>
                  <a:cubicBezTo>
                    <a:pt x="72738" y="11179"/>
                    <a:pt x="72768" y="11179"/>
                    <a:pt x="72798" y="11149"/>
                  </a:cubicBezTo>
                  <a:cubicBezTo>
                    <a:pt x="72798" y="11118"/>
                    <a:pt x="72798" y="11088"/>
                    <a:pt x="72798" y="11088"/>
                  </a:cubicBezTo>
                  <a:cubicBezTo>
                    <a:pt x="72768" y="11057"/>
                    <a:pt x="72738" y="11057"/>
                    <a:pt x="72707" y="11057"/>
                  </a:cubicBezTo>
                  <a:lnTo>
                    <a:pt x="72434" y="10997"/>
                  </a:lnTo>
                  <a:cubicBezTo>
                    <a:pt x="72586" y="10905"/>
                    <a:pt x="72525" y="10753"/>
                    <a:pt x="72373" y="10693"/>
                  </a:cubicBezTo>
                  <a:lnTo>
                    <a:pt x="72494" y="10449"/>
                  </a:lnTo>
                  <a:lnTo>
                    <a:pt x="72555" y="10358"/>
                  </a:lnTo>
                  <a:cubicBezTo>
                    <a:pt x="72578" y="10324"/>
                    <a:pt x="72618" y="10307"/>
                    <a:pt x="72667" y="10307"/>
                  </a:cubicBezTo>
                  <a:cubicBezTo>
                    <a:pt x="72749" y="10307"/>
                    <a:pt x="72855" y="10354"/>
                    <a:pt x="72950" y="10449"/>
                  </a:cubicBezTo>
                  <a:lnTo>
                    <a:pt x="73163" y="10449"/>
                  </a:lnTo>
                  <a:cubicBezTo>
                    <a:pt x="73224" y="10449"/>
                    <a:pt x="73315" y="10358"/>
                    <a:pt x="73376" y="10358"/>
                  </a:cubicBezTo>
                  <a:cubicBezTo>
                    <a:pt x="73498" y="10419"/>
                    <a:pt x="73619" y="10510"/>
                    <a:pt x="73710" y="10601"/>
                  </a:cubicBezTo>
                  <a:cubicBezTo>
                    <a:pt x="73801" y="10784"/>
                    <a:pt x="73953" y="10753"/>
                    <a:pt x="74105" y="10814"/>
                  </a:cubicBezTo>
                  <a:lnTo>
                    <a:pt x="74227" y="10814"/>
                  </a:lnTo>
                  <a:cubicBezTo>
                    <a:pt x="74409" y="10753"/>
                    <a:pt x="74561" y="10601"/>
                    <a:pt x="74561" y="10541"/>
                  </a:cubicBezTo>
                  <a:cubicBezTo>
                    <a:pt x="74549" y="10515"/>
                    <a:pt x="74574" y="10506"/>
                    <a:pt x="74612" y="10506"/>
                  </a:cubicBezTo>
                  <a:cubicBezTo>
                    <a:pt x="74663" y="10506"/>
                    <a:pt x="74739" y="10523"/>
                    <a:pt x="74774" y="10541"/>
                  </a:cubicBezTo>
                  <a:cubicBezTo>
                    <a:pt x="74926" y="10510"/>
                    <a:pt x="75109" y="10449"/>
                    <a:pt x="75260" y="10389"/>
                  </a:cubicBezTo>
                  <a:cubicBezTo>
                    <a:pt x="75268" y="10384"/>
                    <a:pt x="75277" y="10381"/>
                    <a:pt x="75287" y="10381"/>
                  </a:cubicBezTo>
                  <a:cubicBezTo>
                    <a:pt x="75401" y="10381"/>
                    <a:pt x="75671" y="10665"/>
                    <a:pt x="75838" y="10693"/>
                  </a:cubicBezTo>
                  <a:cubicBezTo>
                    <a:pt x="75854" y="10696"/>
                    <a:pt x="75868" y="10697"/>
                    <a:pt x="75880" y="10697"/>
                  </a:cubicBezTo>
                  <a:cubicBezTo>
                    <a:pt x="75977" y="10697"/>
                    <a:pt x="75923" y="10595"/>
                    <a:pt x="75868" y="10541"/>
                  </a:cubicBezTo>
                  <a:cubicBezTo>
                    <a:pt x="75777" y="10480"/>
                    <a:pt x="75808" y="10419"/>
                    <a:pt x="75899" y="10419"/>
                  </a:cubicBezTo>
                  <a:lnTo>
                    <a:pt x="75960" y="10419"/>
                  </a:lnTo>
                  <a:cubicBezTo>
                    <a:pt x="76020" y="10449"/>
                    <a:pt x="76051" y="10449"/>
                    <a:pt x="76112" y="10510"/>
                  </a:cubicBezTo>
                  <a:cubicBezTo>
                    <a:pt x="76324" y="10601"/>
                    <a:pt x="76324" y="10601"/>
                    <a:pt x="76659" y="10601"/>
                  </a:cubicBezTo>
                  <a:lnTo>
                    <a:pt x="76902" y="10571"/>
                  </a:lnTo>
                  <a:cubicBezTo>
                    <a:pt x="77008" y="10617"/>
                    <a:pt x="77130" y="10639"/>
                    <a:pt x="77251" y="10639"/>
                  </a:cubicBezTo>
                  <a:cubicBezTo>
                    <a:pt x="77373" y="10639"/>
                    <a:pt x="77495" y="10617"/>
                    <a:pt x="77601" y="10571"/>
                  </a:cubicBezTo>
                  <a:lnTo>
                    <a:pt x="77723" y="10419"/>
                  </a:lnTo>
                  <a:cubicBezTo>
                    <a:pt x="77753" y="10389"/>
                    <a:pt x="77814" y="10358"/>
                    <a:pt x="77814" y="10358"/>
                  </a:cubicBezTo>
                  <a:cubicBezTo>
                    <a:pt x="77774" y="10299"/>
                    <a:pt x="77644" y="10252"/>
                    <a:pt x="77542" y="10252"/>
                  </a:cubicBezTo>
                  <a:cubicBezTo>
                    <a:pt x="77487" y="10252"/>
                    <a:pt x="77440" y="10266"/>
                    <a:pt x="77419" y="10297"/>
                  </a:cubicBezTo>
                  <a:lnTo>
                    <a:pt x="77388" y="10328"/>
                  </a:lnTo>
                  <a:cubicBezTo>
                    <a:pt x="77388" y="10419"/>
                    <a:pt x="77236" y="10449"/>
                    <a:pt x="77206" y="10449"/>
                  </a:cubicBezTo>
                  <a:cubicBezTo>
                    <a:pt x="77115" y="10449"/>
                    <a:pt x="77054" y="10419"/>
                    <a:pt x="76963" y="10419"/>
                  </a:cubicBezTo>
                  <a:lnTo>
                    <a:pt x="76902" y="10389"/>
                  </a:lnTo>
                  <a:cubicBezTo>
                    <a:pt x="76902" y="10389"/>
                    <a:pt x="76841" y="10328"/>
                    <a:pt x="76841" y="10328"/>
                  </a:cubicBezTo>
                  <a:cubicBezTo>
                    <a:pt x="76757" y="10356"/>
                    <a:pt x="76828" y="10514"/>
                    <a:pt x="76720" y="10514"/>
                  </a:cubicBezTo>
                  <a:cubicBezTo>
                    <a:pt x="76711" y="10514"/>
                    <a:pt x="76701" y="10513"/>
                    <a:pt x="76689" y="10510"/>
                  </a:cubicBezTo>
                  <a:lnTo>
                    <a:pt x="76628" y="10510"/>
                  </a:lnTo>
                  <a:cubicBezTo>
                    <a:pt x="76568" y="10419"/>
                    <a:pt x="76385" y="10419"/>
                    <a:pt x="76324" y="10389"/>
                  </a:cubicBezTo>
                  <a:cubicBezTo>
                    <a:pt x="76294" y="10328"/>
                    <a:pt x="76203" y="10297"/>
                    <a:pt x="76142" y="10267"/>
                  </a:cubicBezTo>
                  <a:lnTo>
                    <a:pt x="76112" y="10297"/>
                  </a:lnTo>
                  <a:lnTo>
                    <a:pt x="75960" y="10389"/>
                  </a:lnTo>
                  <a:cubicBezTo>
                    <a:pt x="75838" y="10389"/>
                    <a:pt x="75747" y="10297"/>
                    <a:pt x="75686" y="10206"/>
                  </a:cubicBezTo>
                  <a:cubicBezTo>
                    <a:pt x="75686" y="10145"/>
                    <a:pt x="75808" y="10145"/>
                    <a:pt x="75990" y="10145"/>
                  </a:cubicBezTo>
                  <a:lnTo>
                    <a:pt x="76142" y="10024"/>
                  </a:lnTo>
                  <a:cubicBezTo>
                    <a:pt x="76168" y="10011"/>
                    <a:pt x="76234" y="9992"/>
                    <a:pt x="76305" y="9992"/>
                  </a:cubicBezTo>
                  <a:cubicBezTo>
                    <a:pt x="76399" y="9992"/>
                    <a:pt x="76503" y="10025"/>
                    <a:pt x="76537" y="10145"/>
                  </a:cubicBezTo>
                  <a:lnTo>
                    <a:pt x="76659" y="10145"/>
                  </a:lnTo>
                  <a:cubicBezTo>
                    <a:pt x="76696" y="10108"/>
                    <a:pt x="76769" y="10082"/>
                    <a:pt x="76840" y="10082"/>
                  </a:cubicBezTo>
                  <a:cubicBezTo>
                    <a:pt x="76884" y="10082"/>
                    <a:pt x="76928" y="10092"/>
                    <a:pt x="76963" y="10115"/>
                  </a:cubicBezTo>
                  <a:lnTo>
                    <a:pt x="77054" y="10176"/>
                  </a:lnTo>
                  <a:cubicBezTo>
                    <a:pt x="77084" y="10267"/>
                    <a:pt x="77145" y="10358"/>
                    <a:pt x="77236" y="10419"/>
                  </a:cubicBezTo>
                  <a:cubicBezTo>
                    <a:pt x="77297" y="10267"/>
                    <a:pt x="77358" y="10115"/>
                    <a:pt x="77358" y="9963"/>
                  </a:cubicBezTo>
                  <a:cubicBezTo>
                    <a:pt x="77358" y="9862"/>
                    <a:pt x="77400" y="9803"/>
                    <a:pt x="77448" y="9803"/>
                  </a:cubicBezTo>
                  <a:cubicBezTo>
                    <a:pt x="77459" y="9803"/>
                    <a:pt x="77469" y="9806"/>
                    <a:pt x="77479" y="9811"/>
                  </a:cubicBezTo>
                  <a:cubicBezTo>
                    <a:pt x="77518" y="9772"/>
                    <a:pt x="77560" y="9758"/>
                    <a:pt x="77602" y="9758"/>
                  </a:cubicBezTo>
                  <a:cubicBezTo>
                    <a:pt x="77689" y="9758"/>
                    <a:pt x="77772" y="9821"/>
                    <a:pt x="77814" y="9842"/>
                  </a:cubicBezTo>
                  <a:cubicBezTo>
                    <a:pt x="77844" y="9902"/>
                    <a:pt x="77844" y="9963"/>
                    <a:pt x="77875" y="9994"/>
                  </a:cubicBezTo>
                  <a:cubicBezTo>
                    <a:pt x="77966" y="9963"/>
                    <a:pt x="78057" y="9872"/>
                    <a:pt x="78087" y="9781"/>
                  </a:cubicBezTo>
                  <a:lnTo>
                    <a:pt x="78148" y="9781"/>
                  </a:lnTo>
                  <a:cubicBezTo>
                    <a:pt x="78213" y="9756"/>
                    <a:pt x="78281" y="9745"/>
                    <a:pt x="78347" y="9745"/>
                  </a:cubicBezTo>
                  <a:cubicBezTo>
                    <a:pt x="78529" y="9745"/>
                    <a:pt x="78706" y="9830"/>
                    <a:pt x="78817" y="9963"/>
                  </a:cubicBezTo>
                  <a:cubicBezTo>
                    <a:pt x="78786" y="10024"/>
                    <a:pt x="78817" y="10054"/>
                    <a:pt x="78878" y="10054"/>
                  </a:cubicBezTo>
                  <a:lnTo>
                    <a:pt x="78969" y="10054"/>
                  </a:lnTo>
                  <a:cubicBezTo>
                    <a:pt x="78981" y="10050"/>
                    <a:pt x="78993" y="10048"/>
                    <a:pt x="79005" y="10048"/>
                  </a:cubicBezTo>
                  <a:cubicBezTo>
                    <a:pt x="79090" y="10048"/>
                    <a:pt x="79189" y="10135"/>
                    <a:pt x="79242" y="10267"/>
                  </a:cubicBezTo>
                  <a:lnTo>
                    <a:pt x="78969" y="10267"/>
                  </a:lnTo>
                  <a:cubicBezTo>
                    <a:pt x="78969" y="10297"/>
                    <a:pt x="79151" y="10328"/>
                    <a:pt x="79212" y="10328"/>
                  </a:cubicBezTo>
                  <a:cubicBezTo>
                    <a:pt x="79273" y="10328"/>
                    <a:pt x="79364" y="10206"/>
                    <a:pt x="79425" y="10054"/>
                  </a:cubicBezTo>
                  <a:lnTo>
                    <a:pt x="79668" y="10024"/>
                  </a:lnTo>
                  <a:cubicBezTo>
                    <a:pt x="79789" y="9994"/>
                    <a:pt x="79941" y="9963"/>
                    <a:pt x="79941" y="9872"/>
                  </a:cubicBezTo>
                  <a:cubicBezTo>
                    <a:pt x="79976" y="9769"/>
                    <a:pt x="80030" y="9734"/>
                    <a:pt x="80097" y="9734"/>
                  </a:cubicBezTo>
                  <a:cubicBezTo>
                    <a:pt x="80150" y="9734"/>
                    <a:pt x="80210" y="9754"/>
                    <a:pt x="80276" y="9781"/>
                  </a:cubicBezTo>
                  <a:cubicBezTo>
                    <a:pt x="80342" y="9821"/>
                    <a:pt x="80391" y="9843"/>
                    <a:pt x="80425" y="9843"/>
                  </a:cubicBezTo>
                  <a:cubicBezTo>
                    <a:pt x="80469" y="9843"/>
                    <a:pt x="80489" y="9806"/>
                    <a:pt x="80489" y="9720"/>
                  </a:cubicBezTo>
                  <a:cubicBezTo>
                    <a:pt x="80489" y="9690"/>
                    <a:pt x="80580" y="9690"/>
                    <a:pt x="80610" y="9659"/>
                  </a:cubicBezTo>
                  <a:lnTo>
                    <a:pt x="80762" y="9538"/>
                  </a:lnTo>
                  <a:cubicBezTo>
                    <a:pt x="80884" y="9629"/>
                    <a:pt x="80944" y="9720"/>
                    <a:pt x="80944" y="9781"/>
                  </a:cubicBezTo>
                  <a:cubicBezTo>
                    <a:pt x="80944" y="9811"/>
                    <a:pt x="80975" y="9811"/>
                    <a:pt x="81066" y="9811"/>
                  </a:cubicBezTo>
                  <a:lnTo>
                    <a:pt x="81127" y="9842"/>
                  </a:lnTo>
                  <a:cubicBezTo>
                    <a:pt x="81157" y="9872"/>
                    <a:pt x="81127" y="9902"/>
                    <a:pt x="81218" y="9963"/>
                  </a:cubicBezTo>
                  <a:cubicBezTo>
                    <a:pt x="81248" y="9994"/>
                    <a:pt x="81294" y="10009"/>
                    <a:pt x="81332" y="10009"/>
                  </a:cubicBezTo>
                  <a:cubicBezTo>
                    <a:pt x="81370" y="10009"/>
                    <a:pt x="81400" y="9994"/>
                    <a:pt x="81400" y="9963"/>
                  </a:cubicBezTo>
                  <a:lnTo>
                    <a:pt x="81370" y="9690"/>
                  </a:lnTo>
                  <a:cubicBezTo>
                    <a:pt x="81467" y="9668"/>
                    <a:pt x="81552" y="9658"/>
                    <a:pt x="81618" y="9658"/>
                  </a:cubicBezTo>
                  <a:cubicBezTo>
                    <a:pt x="81738" y="9658"/>
                    <a:pt x="81794" y="9691"/>
                    <a:pt x="81735" y="9750"/>
                  </a:cubicBezTo>
                  <a:lnTo>
                    <a:pt x="81674" y="9811"/>
                  </a:lnTo>
                  <a:cubicBezTo>
                    <a:pt x="81552" y="9902"/>
                    <a:pt x="81613" y="9994"/>
                    <a:pt x="81704" y="10024"/>
                  </a:cubicBezTo>
                  <a:lnTo>
                    <a:pt x="81796" y="10054"/>
                  </a:lnTo>
                  <a:cubicBezTo>
                    <a:pt x="81812" y="10058"/>
                    <a:pt x="81826" y="10060"/>
                    <a:pt x="81840" y="10060"/>
                  </a:cubicBezTo>
                  <a:cubicBezTo>
                    <a:pt x="81931" y="10060"/>
                    <a:pt x="81970" y="9978"/>
                    <a:pt x="81917" y="9872"/>
                  </a:cubicBezTo>
                  <a:lnTo>
                    <a:pt x="81978" y="9659"/>
                  </a:lnTo>
                  <a:cubicBezTo>
                    <a:pt x="81984" y="9654"/>
                    <a:pt x="81994" y="9651"/>
                    <a:pt x="82009" y="9651"/>
                  </a:cubicBezTo>
                  <a:cubicBezTo>
                    <a:pt x="82072" y="9651"/>
                    <a:pt x="82207" y="9701"/>
                    <a:pt x="82282" y="9750"/>
                  </a:cubicBezTo>
                  <a:cubicBezTo>
                    <a:pt x="82302" y="9757"/>
                    <a:pt x="82319" y="9760"/>
                    <a:pt x="82333" y="9760"/>
                  </a:cubicBezTo>
                  <a:cubicBezTo>
                    <a:pt x="82447" y="9760"/>
                    <a:pt x="82387" y="9568"/>
                    <a:pt x="82495" y="9568"/>
                  </a:cubicBezTo>
                  <a:lnTo>
                    <a:pt x="82586" y="9568"/>
                  </a:lnTo>
                  <a:cubicBezTo>
                    <a:pt x="82647" y="9629"/>
                    <a:pt x="82707" y="9690"/>
                    <a:pt x="82738" y="9750"/>
                  </a:cubicBezTo>
                  <a:lnTo>
                    <a:pt x="82738" y="9781"/>
                  </a:lnTo>
                  <a:cubicBezTo>
                    <a:pt x="82677" y="9811"/>
                    <a:pt x="82951" y="9994"/>
                    <a:pt x="83072" y="9994"/>
                  </a:cubicBezTo>
                  <a:cubicBezTo>
                    <a:pt x="83224" y="9994"/>
                    <a:pt x="83285" y="9902"/>
                    <a:pt x="83224" y="9842"/>
                  </a:cubicBezTo>
                  <a:lnTo>
                    <a:pt x="83103" y="9842"/>
                  </a:lnTo>
                  <a:cubicBezTo>
                    <a:pt x="83072" y="9781"/>
                    <a:pt x="83285" y="9598"/>
                    <a:pt x="83376" y="9568"/>
                  </a:cubicBezTo>
                  <a:cubicBezTo>
                    <a:pt x="83400" y="9552"/>
                    <a:pt x="83419" y="9545"/>
                    <a:pt x="83434" y="9545"/>
                  </a:cubicBezTo>
                  <a:cubicBezTo>
                    <a:pt x="83477" y="9545"/>
                    <a:pt x="83482" y="9607"/>
                    <a:pt x="83437" y="9720"/>
                  </a:cubicBezTo>
                  <a:lnTo>
                    <a:pt x="83650" y="9781"/>
                  </a:lnTo>
                  <a:cubicBezTo>
                    <a:pt x="83710" y="9781"/>
                    <a:pt x="83771" y="9842"/>
                    <a:pt x="83832" y="9842"/>
                  </a:cubicBezTo>
                  <a:lnTo>
                    <a:pt x="83954" y="9842"/>
                  </a:lnTo>
                  <a:cubicBezTo>
                    <a:pt x="84037" y="9758"/>
                    <a:pt x="83994" y="9625"/>
                    <a:pt x="83939" y="9625"/>
                  </a:cubicBezTo>
                  <a:cubicBezTo>
                    <a:pt x="83934" y="9625"/>
                    <a:pt x="83929" y="9626"/>
                    <a:pt x="83923" y="9629"/>
                  </a:cubicBezTo>
                  <a:cubicBezTo>
                    <a:pt x="83912" y="9634"/>
                    <a:pt x="83893" y="9637"/>
                    <a:pt x="83869" y="9637"/>
                  </a:cubicBezTo>
                  <a:cubicBezTo>
                    <a:pt x="83762" y="9637"/>
                    <a:pt x="83564" y="9587"/>
                    <a:pt x="83589" y="9538"/>
                  </a:cubicBezTo>
                  <a:cubicBezTo>
                    <a:pt x="83602" y="9499"/>
                    <a:pt x="83630" y="9483"/>
                    <a:pt x="83664" y="9483"/>
                  </a:cubicBezTo>
                  <a:cubicBezTo>
                    <a:pt x="83710" y="9483"/>
                    <a:pt x="83766" y="9515"/>
                    <a:pt x="83802" y="9568"/>
                  </a:cubicBezTo>
                  <a:lnTo>
                    <a:pt x="83954" y="9568"/>
                  </a:lnTo>
                  <a:cubicBezTo>
                    <a:pt x="84075" y="9568"/>
                    <a:pt x="84166" y="9507"/>
                    <a:pt x="84258" y="9416"/>
                  </a:cubicBezTo>
                  <a:cubicBezTo>
                    <a:pt x="84267" y="9407"/>
                    <a:pt x="84281" y="9403"/>
                    <a:pt x="84296" y="9403"/>
                  </a:cubicBezTo>
                  <a:cubicBezTo>
                    <a:pt x="84334" y="9403"/>
                    <a:pt x="84379" y="9425"/>
                    <a:pt x="84379" y="9446"/>
                  </a:cubicBezTo>
                  <a:cubicBezTo>
                    <a:pt x="84501" y="9507"/>
                    <a:pt x="84653" y="9507"/>
                    <a:pt x="84774" y="9507"/>
                  </a:cubicBezTo>
                  <a:cubicBezTo>
                    <a:pt x="84835" y="9507"/>
                    <a:pt x="84926" y="9477"/>
                    <a:pt x="84987" y="9477"/>
                  </a:cubicBezTo>
                  <a:lnTo>
                    <a:pt x="85018" y="9477"/>
                  </a:lnTo>
                  <a:cubicBezTo>
                    <a:pt x="85164" y="9412"/>
                    <a:pt x="85232" y="9381"/>
                    <a:pt x="85301" y="9381"/>
                  </a:cubicBezTo>
                  <a:cubicBezTo>
                    <a:pt x="85361" y="9381"/>
                    <a:pt x="85421" y="9404"/>
                    <a:pt x="85534" y="9446"/>
                  </a:cubicBezTo>
                  <a:lnTo>
                    <a:pt x="85595" y="9446"/>
                  </a:lnTo>
                  <a:cubicBezTo>
                    <a:pt x="85613" y="9455"/>
                    <a:pt x="85631" y="9459"/>
                    <a:pt x="85648" y="9459"/>
                  </a:cubicBezTo>
                  <a:cubicBezTo>
                    <a:pt x="85689" y="9459"/>
                    <a:pt x="85726" y="9437"/>
                    <a:pt x="85747" y="9416"/>
                  </a:cubicBezTo>
                  <a:cubicBezTo>
                    <a:pt x="85747" y="9386"/>
                    <a:pt x="85777" y="9386"/>
                    <a:pt x="85808" y="9386"/>
                  </a:cubicBezTo>
                  <a:cubicBezTo>
                    <a:pt x="85830" y="9408"/>
                    <a:pt x="85803" y="9480"/>
                    <a:pt x="85848" y="9480"/>
                  </a:cubicBezTo>
                  <a:cubicBezTo>
                    <a:pt x="85864" y="9480"/>
                    <a:pt x="85889" y="9470"/>
                    <a:pt x="85929" y="9446"/>
                  </a:cubicBezTo>
                  <a:lnTo>
                    <a:pt x="86081" y="9386"/>
                  </a:lnTo>
                  <a:cubicBezTo>
                    <a:pt x="86173" y="9477"/>
                    <a:pt x="86294" y="9477"/>
                    <a:pt x="86325" y="9477"/>
                  </a:cubicBezTo>
                  <a:lnTo>
                    <a:pt x="86355" y="9477"/>
                  </a:lnTo>
                  <a:cubicBezTo>
                    <a:pt x="86457" y="9374"/>
                    <a:pt x="86560" y="9272"/>
                    <a:pt x="86700" y="9272"/>
                  </a:cubicBezTo>
                  <a:cubicBezTo>
                    <a:pt x="86767" y="9272"/>
                    <a:pt x="86843" y="9296"/>
                    <a:pt x="86932" y="9355"/>
                  </a:cubicBezTo>
                  <a:lnTo>
                    <a:pt x="87024" y="9416"/>
                  </a:lnTo>
                  <a:cubicBezTo>
                    <a:pt x="87358" y="9355"/>
                    <a:pt x="87814" y="9264"/>
                    <a:pt x="87996" y="9234"/>
                  </a:cubicBezTo>
                  <a:lnTo>
                    <a:pt x="88179" y="9142"/>
                  </a:lnTo>
                  <a:cubicBezTo>
                    <a:pt x="88300" y="9112"/>
                    <a:pt x="88452" y="9051"/>
                    <a:pt x="88574" y="9021"/>
                  </a:cubicBezTo>
                  <a:lnTo>
                    <a:pt x="88665" y="9021"/>
                  </a:lnTo>
                  <a:cubicBezTo>
                    <a:pt x="88726" y="9082"/>
                    <a:pt x="88908" y="9173"/>
                    <a:pt x="89030" y="9234"/>
                  </a:cubicBezTo>
                  <a:lnTo>
                    <a:pt x="89091" y="9142"/>
                  </a:lnTo>
                  <a:cubicBezTo>
                    <a:pt x="89121" y="9051"/>
                    <a:pt x="89151" y="9051"/>
                    <a:pt x="89243" y="9051"/>
                  </a:cubicBezTo>
                  <a:lnTo>
                    <a:pt x="89364" y="9051"/>
                  </a:lnTo>
                  <a:cubicBezTo>
                    <a:pt x="89516" y="9051"/>
                    <a:pt x="89607" y="8960"/>
                    <a:pt x="89577" y="8869"/>
                  </a:cubicBezTo>
                  <a:lnTo>
                    <a:pt x="89546" y="8869"/>
                  </a:lnTo>
                  <a:cubicBezTo>
                    <a:pt x="89394" y="8869"/>
                    <a:pt x="89425" y="8778"/>
                    <a:pt x="89425" y="8717"/>
                  </a:cubicBezTo>
                  <a:cubicBezTo>
                    <a:pt x="89425" y="8656"/>
                    <a:pt x="89455" y="8626"/>
                    <a:pt x="89486" y="8626"/>
                  </a:cubicBezTo>
                  <a:cubicBezTo>
                    <a:pt x="89546" y="8626"/>
                    <a:pt x="89607" y="8656"/>
                    <a:pt x="89668" y="8717"/>
                  </a:cubicBezTo>
                  <a:cubicBezTo>
                    <a:pt x="89729" y="8747"/>
                    <a:pt x="89698" y="8808"/>
                    <a:pt x="89729" y="8808"/>
                  </a:cubicBezTo>
                  <a:lnTo>
                    <a:pt x="89759" y="8838"/>
                  </a:lnTo>
                  <a:cubicBezTo>
                    <a:pt x="89850" y="8838"/>
                    <a:pt x="89911" y="8808"/>
                    <a:pt x="89942" y="8747"/>
                  </a:cubicBezTo>
                  <a:lnTo>
                    <a:pt x="89911" y="8747"/>
                  </a:lnTo>
                  <a:cubicBezTo>
                    <a:pt x="89820" y="8656"/>
                    <a:pt x="89729" y="8595"/>
                    <a:pt x="89638" y="8504"/>
                  </a:cubicBezTo>
                  <a:cubicBezTo>
                    <a:pt x="89607" y="8474"/>
                    <a:pt x="89607" y="8443"/>
                    <a:pt x="89638" y="8443"/>
                  </a:cubicBezTo>
                  <a:cubicBezTo>
                    <a:pt x="89640" y="8441"/>
                    <a:pt x="89645" y="8439"/>
                    <a:pt x="89650" y="8439"/>
                  </a:cubicBezTo>
                  <a:cubicBezTo>
                    <a:pt x="89700" y="8439"/>
                    <a:pt x="89853" y="8539"/>
                    <a:pt x="89944" y="8539"/>
                  </a:cubicBezTo>
                  <a:cubicBezTo>
                    <a:pt x="89954" y="8539"/>
                    <a:pt x="89964" y="8537"/>
                    <a:pt x="89972" y="8535"/>
                  </a:cubicBezTo>
                  <a:cubicBezTo>
                    <a:pt x="89989" y="8526"/>
                    <a:pt x="90003" y="8522"/>
                    <a:pt x="90016" y="8522"/>
                  </a:cubicBezTo>
                  <a:cubicBezTo>
                    <a:pt x="90094" y="8522"/>
                    <a:pt x="90094" y="8669"/>
                    <a:pt x="90094" y="8747"/>
                  </a:cubicBezTo>
                  <a:cubicBezTo>
                    <a:pt x="90075" y="8802"/>
                    <a:pt x="90123" y="8813"/>
                    <a:pt x="90177" y="8813"/>
                  </a:cubicBezTo>
                  <a:cubicBezTo>
                    <a:pt x="90213" y="8813"/>
                    <a:pt x="90252" y="8808"/>
                    <a:pt x="90276" y="8808"/>
                  </a:cubicBezTo>
                  <a:cubicBezTo>
                    <a:pt x="90288" y="8804"/>
                    <a:pt x="90302" y="8802"/>
                    <a:pt x="90316" y="8802"/>
                  </a:cubicBezTo>
                  <a:cubicBezTo>
                    <a:pt x="90407" y="8802"/>
                    <a:pt x="90527" y="8877"/>
                    <a:pt x="90580" y="8930"/>
                  </a:cubicBezTo>
                  <a:cubicBezTo>
                    <a:pt x="90610" y="8960"/>
                    <a:pt x="90671" y="8960"/>
                    <a:pt x="90732" y="8960"/>
                  </a:cubicBezTo>
                  <a:cubicBezTo>
                    <a:pt x="90762" y="8869"/>
                    <a:pt x="90793" y="8808"/>
                    <a:pt x="90793" y="8747"/>
                  </a:cubicBezTo>
                  <a:lnTo>
                    <a:pt x="91066" y="8747"/>
                  </a:lnTo>
                  <a:cubicBezTo>
                    <a:pt x="91188" y="8747"/>
                    <a:pt x="91157" y="8717"/>
                    <a:pt x="91097" y="8656"/>
                  </a:cubicBezTo>
                  <a:cubicBezTo>
                    <a:pt x="91066" y="8626"/>
                    <a:pt x="91066" y="8565"/>
                    <a:pt x="91066" y="8535"/>
                  </a:cubicBezTo>
                  <a:cubicBezTo>
                    <a:pt x="91066" y="8443"/>
                    <a:pt x="91340" y="8474"/>
                    <a:pt x="91188" y="8291"/>
                  </a:cubicBezTo>
                  <a:lnTo>
                    <a:pt x="91157" y="8261"/>
                  </a:lnTo>
                  <a:cubicBezTo>
                    <a:pt x="91249" y="8170"/>
                    <a:pt x="91340" y="8079"/>
                    <a:pt x="91461" y="8018"/>
                  </a:cubicBezTo>
                  <a:cubicBezTo>
                    <a:pt x="91522" y="8018"/>
                    <a:pt x="91553" y="8079"/>
                    <a:pt x="91553" y="8139"/>
                  </a:cubicBezTo>
                  <a:lnTo>
                    <a:pt x="91522" y="8139"/>
                  </a:lnTo>
                  <a:cubicBezTo>
                    <a:pt x="91279" y="8291"/>
                    <a:pt x="91370" y="8535"/>
                    <a:pt x="91370" y="8717"/>
                  </a:cubicBezTo>
                  <a:cubicBezTo>
                    <a:pt x="91431" y="8717"/>
                    <a:pt x="91461" y="8686"/>
                    <a:pt x="91522" y="8686"/>
                  </a:cubicBezTo>
                  <a:cubicBezTo>
                    <a:pt x="91522" y="8681"/>
                    <a:pt x="91526" y="8678"/>
                    <a:pt x="91533" y="8678"/>
                  </a:cubicBezTo>
                  <a:cubicBezTo>
                    <a:pt x="91564" y="8678"/>
                    <a:pt x="91649" y="8728"/>
                    <a:pt x="91674" y="8778"/>
                  </a:cubicBezTo>
                  <a:cubicBezTo>
                    <a:pt x="91680" y="8783"/>
                    <a:pt x="91686" y="8786"/>
                    <a:pt x="91694" y="8786"/>
                  </a:cubicBezTo>
                  <a:cubicBezTo>
                    <a:pt x="91727" y="8786"/>
                    <a:pt x="91777" y="8736"/>
                    <a:pt x="91826" y="8686"/>
                  </a:cubicBezTo>
                  <a:lnTo>
                    <a:pt x="91948" y="8686"/>
                  </a:lnTo>
                  <a:cubicBezTo>
                    <a:pt x="92050" y="8636"/>
                    <a:pt x="92258" y="8520"/>
                    <a:pt x="92341" y="8520"/>
                  </a:cubicBezTo>
                  <a:cubicBezTo>
                    <a:pt x="92357" y="8520"/>
                    <a:pt x="92368" y="8525"/>
                    <a:pt x="92373" y="8535"/>
                  </a:cubicBezTo>
                  <a:cubicBezTo>
                    <a:pt x="92386" y="8560"/>
                    <a:pt x="92421" y="8570"/>
                    <a:pt x="92461" y="8570"/>
                  </a:cubicBezTo>
                  <a:cubicBezTo>
                    <a:pt x="92516" y="8570"/>
                    <a:pt x="92581" y="8552"/>
                    <a:pt x="92616" y="8535"/>
                  </a:cubicBezTo>
                  <a:cubicBezTo>
                    <a:pt x="92677" y="8504"/>
                    <a:pt x="92556" y="8291"/>
                    <a:pt x="92586" y="8231"/>
                  </a:cubicBezTo>
                  <a:cubicBezTo>
                    <a:pt x="92616" y="8170"/>
                    <a:pt x="92829" y="8079"/>
                    <a:pt x="92890" y="7987"/>
                  </a:cubicBezTo>
                  <a:cubicBezTo>
                    <a:pt x="92907" y="7961"/>
                    <a:pt x="92947" y="7931"/>
                    <a:pt x="92994" y="7900"/>
                  </a:cubicBezTo>
                  <a:lnTo>
                    <a:pt x="92994" y="7900"/>
                  </a:lnTo>
                  <a:cubicBezTo>
                    <a:pt x="92988" y="7871"/>
                    <a:pt x="92974" y="7847"/>
                    <a:pt x="92951" y="7835"/>
                  </a:cubicBezTo>
                  <a:lnTo>
                    <a:pt x="93072" y="7714"/>
                  </a:lnTo>
                  <a:lnTo>
                    <a:pt x="93103" y="7683"/>
                  </a:lnTo>
                  <a:lnTo>
                    <a:pt x="93103" y="7683"/>
                  </a:lnTo>
                  <a:cubicBezTo>
                    <a:pt x="93088" y="7741"/>
                    <a:pt x="93078" y="7798"/>
                    <a:pt x="93070" y="7855"/>
                  </a:cubicBezTo>
                  <a:lnTo>
                    <a:pt x="93070" y="7855"/>
                  </a:lnTo>
                  <a:cubicBezTo>
                    <a:pt x="93155" y="7808"/>
                    <a:pt x="93241" y="7771"/>
                    <a:pt x="93255" y="7771"/>
                  </a:cubicBezTo>
                  <a:cubicBezTo>
                    <a:pt x="93257" y="7771"/>
                    <a:pt x="93257" y="7772"/>
                    <a:pt x="93255" y="7775"/>
                  </a:cubicBezTo>
                  <a:cubicBezTo>
                    <a:pt x="93224" y="7835"/>
                    <a:pt x="93316" y="7927"/>
                    <a:pt x="93346" y="7957"/>
                  </a:cubicBezTo>
                  <a:cubicBezTo>
                    <a:pt x="93407" y="7957"/>
                    <a:pt x="93346" y="8109"/>
                    <a:pt x="93316" y="8170"/>
                  </a:cubicBezTo>
                  <a:cubicBezTo>
                    <a:pt x="93294" y="8191"/>
                    <a:pt x="93212" y="8213"/>
                    <a:pt x="93122" y="8213"/>
                  </a:cubicBezTo>
                  <a:cubicBezTo>
                    <a:pt x="93104" y="8213"/>
                    <a:pt x="93085" y="8212"/>
                    <a:pt x="93066" y="8210"/>
                  </a:cubicBezTo>
                  <a:lnTo>
                    <a:pt x="93066" y="8210"/>
                  </a:lnTo>
                  <a:cubicBezTo>
                    <a:pt x="93074" y="8277"/>
                    <a:pt x="93086" y="8345"/>
                    <a:pt x="93103" y="8413"/>
                  </a:cubicBezTo>
                  <a:lnTo>
                    <a:pt x="92799" y="8443"/>
                  </a:lnTo>
                  <a:cubicBezTo>
                    <a:pt x="92799" y="8443"/>
                    <a:pt x="92799" y="8535"/>
                    <a:pt x="92799" y="8565"/>
                  </a:cubicBezTo>
                  <a:cubicBezTo>
                    <a:pt x="92799" y="8565"/>
                    <a:pt x="92860" y="8595"/>
                    <a:pt x="92860" y="8595"/>
                  </a:cubicBezTo>
                  <a:cubicBezTo>
                    <a:pt x="93072" y="8474"/>
                    <a:pt x="93376" y="8565"/>
                    <a:pt x="93528" y="8383"/>
                  </a:cubicBezTo>
                  <a:cubicBezTo>
                    <a:pt x="93619" y="8291"/>
                    <a:pt x="93711" y="8231"/>
                    <a:pt x="93832" y="8200"/>
                  </a:cubicBezTo>
                  <a:cubicBezTo>
                    <a:pt x="93854" y="8179"/>
                    <a:pt x="93879" y="8169"/>
                    <a:pt x="93904" y="8169"/>
                  </a:cubicBezTo>
                  <a:cubicBezTo>
                    <a:pt x="93950" y="8169"/>
                    <a:pt x="93995" y="8202"/>
                    <a:pt x="94015" y="8261"/>
                  </a:cubicBezTo>
                  <a:lnTo>
                    <a:pt x="94106" y="8383"/>
                  </a:lnTo>
                  <a:cubicBezTo>
                    <a:pt x="94227" y="8352"/>
                    <a:pt x="94349" y="8261"/>
                    <a:pt x="94440" y="8170"/>
                  </a:cubicBezTo>
                  <a:cubicBezTo>
                    <a:pt x="94440" y="8139"/>
                    <a:pt x="94592" y="8079"/>
                    <a:pt x="94653" y="8079"/>
                  </a:cubicBezTo>
                  <a:cubicBezTo>
                    <a:pt x="94683" y="8079"/>
                    <a:pt x="94744" y="7714"/>
                    <a:pt x="94744" y="7592"/>
                  </a:cubicBezTo>
                  <a:cubicBezTo>
                    <a:pt x="94744" y="7440"/>
                    <a:pt x="94683" y="7228"/>
                    <a:pt x="94623" y="7228"/>
                  </a:cubicBezTo>
                  <a:lnTo>
                    <a:pt x="94410" y="7228"/>
                  </a:lnTo>
                  <a:cubicBezTo>
                    <a:pt x="94379" y="7228"/>
                    <a:pt x="94319" y="7106"/>
                    <a:pt x="94319" y="6984"/>
                  </a:cubicBezTo>
                  <a:lnTo>
                    <a:pt x="94227" y="6863"/>
                  </a:lnTo>
                  <a:cubicBezTo>
                    <a:pt x="94227" y="6802"/>
                    <a:pt x="94410" y="6741"/>
                    <a:pt x="94501" y="6741"/>
                  </a:cubicBezTo>
                  <a:cubicBezTo>
                    <a:pt x="94562" y="6741"/>
                    <a:pt x="94653" y="6620"/>
                    <a:pt x="94653" y="6589"/>
                  </a:cubicBezTo>
                  <a:cubicBezTo>
                    <a:pt x="94653" y="6559"/>
                    <a:pt x="94835" y="6528"/>
                    <a:pt x="94896" y="6528"/>
                  </a:cubicBezTo>
                  <a:lnTo>
                    <a:pt x="95048" y="6528"/>
                  </a:lnTo>
                  <a:cubicBezTo>
                    <a:pt x="95018" y="6559"/>
                    <a:pt x="94957" y="6589"/>
                    <a:pt x="94927" y="6589"/>
                  </a:cubicBezTo>
                  <a:cubicBezTo>
                    <a:pt x="94896" y="6741"/>
                    <a:pt x="94896" y="6893"/>
                    <a:pt x="94957" y="7015"/>
                  </a:cubicBezTo>
                  <a:cubicBezTo>
                    <a:pt x="95018" y="7106"/>
                    <a:pt x="95139" y="7136"/>
                    <a:pt x="95230" y="7136"/>
                  </a:cubicBezTo>
                  <a:lnTo>
                    <a:pt x="95261" y="7228"/>
                  </a:lnTo>
                  <a:cubicBezTo>
                    <a:pt x="95275" y="7314"/>
                    <a:pt x="95303" y="7346"/>
                    <a:pt x="95342" y="7346"/>
                  </a:cubicBezTo>
                  <a:cubicBezTo>
                    <a:pt x="95384" y="7346"/>
                    <a:pt x="95440" y="7306"/>
                    <a:pt x="95504" y="7258"/>
                  </a:cubicBezTo>
                  <a:lnTo>
                    <a:pt x="95534" y="7228"/>
                  </a:lnTo>
                  <a:cubicBezTo>
                    <a:pt x="95550" y="7220"/>
                    <a:pt x="95565" y="7216"/>
                    <a:pt x="95580" y="7216"/>
                  </a:cubicBezTo>
                  <a:cubicBezTo>
                    <a:pt x="95626" y="7216"/>
                    <a:pt x="95671" y="7250"/>
                    <a:pt x="95717" y="7319"/>
                  </a:cubicBezTo>
                  <a:lnTo>
                    <a:pt x="95778" y="7319"/>
                  </a:lnTo>
                  <a:lnTo>
                    <a:pt x="95960" y="7349"/>
                  </a:lnTo>
                  <a:cubicBezTo>
                    <a:pt x="95930" y="7471"/>
                    <a:pt x="95899" y="7623"/>
                    <a:pt x="95960" y="7653"/>
                  </a:cubicBezTo>
                  <a:cubicBezTo>
                    <a:pt x="95968" y="7669"/>
                    <a:pt x="95990" y="7674"/>
                    <a:pt x="96021" y="7674"/>
                  </a:cubicBezTo>
                  <a:cubicBezTo>
                    <a:pt x="96090" y="7674"/>
                    <a:pt x="96199" y="7647"/>
                    <a:pt x="96274" y="7647"/>
                  </a:cubicBezTo>
                  <a:cubicBezTo>
                    <a:pt x="96294" y="7647"/>
                    <a:pt x="96311" y="7648"/>
                    <a:pt x="96325" y="7653"/>
                  </a:cubicBezTo>
                  <a:cubicBezTo>
                    <a:pt x="96337" y="7657"/>
                    <a:pt x="96346" y="7659"/>
                    <a:pt x="96352" y="7659"/>
                  </a:cubicBezTo>
                  <a:cubicBezTo>
                    <a:pt x="96392" y="7659"/>
                    <a:pt x="96316" y="7584"/>
                    <a:pt x="96264" y="7531"/>
                  </a:cubicBezTo>
                  <a:cubicBezTo>
                    <a:pt x="96203" y="7471"/>
                    <a:pt x="96021" y="7076"/>
                    <a:pt x="95930" y="7015"/>
                  </a:cubicBezTo>
                  <a:lnTo>
                    <a:pt x="95595" y="6863"/>
                  </a:lnTo>
                  <a:lnTo>
                    <a:pt x="95534" y="6832"/>
                  </a:lnTo>
                  <a:cubicBezTo>
                    <a:pt x="95443" y="6772"/>
                    <a:pt x="95443" y="6620"/>
                    <a:pt x="95534" y="6589"/>
                  </a:cubicBezTo>
                  <a:lnTo>
                    <a:pt x="95626" y="6559"/>
                  </a:lnTo>
                  <a:cubicBezTo>
                    <a:pt x="95654" y="6615"/>
                    <a:pt x="95734" y="6775"/>
                    <a:pt x="95794" y="6775"/>
                  </a:cubicBezTo>
                  <a:cubicBezTo>
                    <a:pt x="95799" y="6775"/>
                    <a:pt x="95803" y="6774"/>
                    <a:pt x="95808" y="6772"/>
                  </a:cubicBezTo>
                  <a:cubicBezTo>
                    <a:pt x="95899" y="6741"/>
                    <a:pt x="95960" y="6711"/>
                    <a:pt x="96021" y="6650"/>
                  </a:cubicBezTo>
                  <a:cubicBezTo>
                    <a:pt x="96112" y="6559"/>
                    <a:pt x="96173" y="6468"/>
                    <a:pt x="96234" y="6407"/>
                  </a:cubicBezTo>
                  <a:lnTo>
                    <a:pt x="96416" y="6316"/>
                  </a:lnTo>
                  <a:cubicBezTo>
                    <a:pt x="96469" y="6333"/>
                    <a:pt x="96501" y="6351"/>
                    <a:pt x="96536" y="6351"/>
                  </a:cubicBezTo>
                  <a:cubicBezTo>
                    <a:pt x="96562" y="6351"/>
                    <a:pt x="96590" y="6341"/>
                    <a:pt x="96629" y="6316"/>
                  </a:cubicBezTo>
                  <a:cubicBezTo>
                    <a:pt x="96720" y="6255"/>
                    <a:pt x="96811" y="6224"/>
                    <a:pt x="96902" y="6164"/>
                  </a:cubicBezTo>
                  <a:lnTo>
                    <a:pt x="96933" y="6164"/>
                  </a:lnTo>
                  <a:cubicBezTo>
                    <a:pt x="96933" y="6103"/>
                    <a:pt x="96872" y="6072"/>
                    <a:pt x="96841" y="6072"/>
                  </a:cubicBezTo>
                  <a:lnTo>
                    <a:pt x="96811" y="6072"/>
                  </a:lnTo>
                  <a:lnTo>
                    <a:pt x="96720" y="6103"/>
                  </a:lnTo>
                  <a:cubicBezTo>
                    <a:pt x="96659" y="6072"/>
                    <a:pt x="96659" y="6012"/>
                    <a:pt x="96689" y="5951"/>
                  </a:cubicBezTo>
                  <a:lnTo>
                    <a:pt x="96750" y="5951"/>
                  </a:lnTo>
                  <a:lnTo>
                    <a:pt x="96781" y="5920"/>
                  </a:lnTo>
                  <a:cubicBezTo>
                    <a:pt x="96797" y="5926"/>
                    <a:pt x="96812" y="5929"/>
                    <a:pt x="96825" y="5929"/>
                  </a:cubicBezTo>
                  <a:cubicBezTo>
                    <a:pt x="96881" y="5929"/>
                    <a:pt x="96897" y="5879"/>
                    <a:pt x="96872" y="5829"/>
                  </a:cubicBezTo>
                  <a:lnTo>
                    <a:pt x="96811" y="5829"/>
                  </a:lnTo>
                  <a:cubicBezTo>
                    <a:pt x="96791" y="5829"/>
                    <a:pt x="96757" y="5816"/>
                    <a:pt x="96719" y="5816"/>
                  </a:cubicBezTo>
                  <a:cubicBezTo>
                    <a:pt x="96700" y="5816"/>
                    <a:pt x="96679" y="5819"/>
                    <a:pt x="96659" y="5829"/>
                  </a:cubicBezTo>
                  <a:lnTo>
                    <a:pt x="96629" y="5829"/>
                  </a:lnTo>
                  <a:cubicBezTo>
                    <a:pt x="96624" y="5832"/>
                    <a:pt x="96620" y="5833"/>
                    <a:pt x="96615" y="5833"/>
                  </a:cubicBezTo>
                  <a:cubicBezTo>
                    <a:pt x="96563" y="5833"/>
                    <a:pt x="96537" y="5675"/>
                    <a:pt x="96537" y="5647"/>
                  </a:cubicBezTo>
                  <a:cubicBezTo>
                    <a:pt x="96537" y="5627"/>
                    <a:pt x="96554" y="5620"/>
                    <a:pt x="96579" y="5620"/>
                  </a:cubicBezTo>
                  <a:cubicBezTo>
                    <a:pt x="96629" y="5620"/>
                    <a:pt x="96710" y="5647"/>
                    <a:pt x="96750" y="5647"/>
                  </a:cubicBezTo>
                  <a:cubicBezTo>
                    <a:pt x="96791" y="5647"/>
                    <a:pt x="96912" y="5606"/>
                    <a:pt x="96998" y="5606"/>
                  </a:cubicBezTo>
                  <a:cubicBezTo>
                    <a:pt x="97041" y="5606"/>
                    <a:pt x="97074" y="5617"/>
                    <a:pt x="97085" y="5647"/>
                  </a:cubicBezTo>
                  <a:cubicBezTo>
                    <a:pt x="97085" y="5683"/>
                    <a:pt x="97099" y="5695"/>
                    <a:pt x="97116" y="5695"/>
                  </a:cubicBezTo>
                  <a:cubicBezTo>
                    <a:pt x="97142" y="5695"/>
                    <a:pt x="97176" y="5665"/>
                    <a:pt x="97176" y="5647"/>
                  </a:cubicBezTo>
                  <a:cubicBezTo>
                    <a:pt x="97176" y="5586"/>
                    <a:pt x="97085" y="5434"/>
                    <a:pt x="97145" y="5404"/>
                  </a:cubicBezTo>
                  <a:cubicBezTo>
                    <a:pt x="97176" y="5373"/>
                    <a:pt x="96872" y="5252"/>
                    <a:pt x="96841" y="5221"/>
                  </a:cubicBezTo>
                  <a:cubicBezTo>
                    <a:pt x="96781" y="5191"/>
                    <a:pt x="96872" y="5130"/>
                    <a:pt x="97024" y="5130"/>
                  </a:cubicBezTo>
                  <a:lnTo>
                    <a:pt x="96902" y="4978"/>
                  </a:lnTo>
                  <a:lnTo>
                    <a:pt x="96841" y="4917"/>
                  </a:lnTo>
                  <a:cubicBezTo>
                    <a:pt x="96765" y="4841"/>
                    <a:pt x="96924" y="4721"/>
                    <a:pt x="97031" y="4721"/>
                  </a:cubicBezTo>
                  <a:cubicBezTo>
                    <a:pt x="97052" y="4721"/>
                    <a:pt x="97070" y="4725"/>
                    <a:pt x="97085" y="4735"/>
                  </a:cubicBezTo>
                  <a:cubicBezTo>
                    <a:pt x="97145" y="4796"/>
                    <a:pt x="97176" y="4887"/>
                    <a:pt x="97145" y="4978"/>
                  </a:cubicBezTo>
                  <a:cubicBezTo>
                    <a:pt x="97138" y="4993"/>
                    <a:pt x="97145" y="4999"/>
                    <a:pt x="97162" y="4999"/>
                  </a:cubicBezTo>
                  <a:cubicBezTo>
                    <a:pt x="97212" y="4999"/>
                    <a:pt x="97343" y="4948"/>
                    <a:pt x="97389" y="4948"/>
                  </a:cubicBezTo>
                  <a:cubicBezTo>
                    <a:pt x="97395" y="4946"/>
                    <a:pt x="97402" y="4944"/>
                    <a:pt x="97409" y="4944"/>
                  </a:cubicBezTo>
                  <a:cubicBezTo>
                    <a:pt x="97489" y="4944"/>
                    <a:pt x="97543" y="5107"/>
                    <a:pt x="97571" y="5191"/>
                  </a:cubicBezTo>
                  <a:cubicBezTo>
                    <a:pt x="97571" y="5207"/>
                    <a:pt x="97575" y="5213"/>
                    <a:pt x="97583" y="5213"/>
                  </a:cubicBezTo>
                  <a:cubicBezTo>
                    <a:pt x="97620" y="5213"/>
                    <a:pt x="97733" y="5054"/>
                    <a:pt x="97784" y="4978"/>
                  </a:cubicBezTo>
                  <a:cubicBezTo>
                    <a:pt x="97845" y="4887"/>
                    <a:pt x="97753" y="4765"/>
                    <a:pt x="97571" y="4674"/>
                  </a:cubicBezTo>
                  <a:lnTo>
                    <a:pt x="97419" y="4644"/>
                  </a:lnTo>
                  <a:lnTo>
                    <a:pt x="97237" y="4583"/>
                  </a:lnTo>
                  <a:cubicBezTo>
                    <a:pt x="97237" y="4462"/>
                    <a:pt x="97267" y="4310"/>
                    <a:pt x="97328" y="4188"/>
                  </a:cubicBezTo>
                  <a:lnTo>
                    <a:pt x="97328" y="4127"/>
                  </a:lnTo>
                  <a:cubicBezTo>
                    <a:pt x="97328" y="4117"/>
                    <a:pt x="97308" y="4114"/>
                    <a:pt x="97277" y="4114"/>
                  </a:cubicBezTo>
                  <a:cubicBezTo>
                    <a:pt x="97216" y="4114"/>
                    <a:pt x="97115" y="4127"/>
                    <a:pt x="97054" y="4127"/>
                  </a:cubicBezTo>
                  <a:cubicBezTo>
                    <a:pt x="96993" y="4158"/>
                    <a:pt x="96993" y="4249"/>
                    <a:pt x="96993" y="4340"/>
                  </a:cubicBezTo>
                  <a:lnTo>
                    <a:pt x="97024" y="4401"/>
                  </a:lnTo>
                  <a:lnTo>
                    <a:pt x="97054" y="4492"/>
                  </a:lnTo>
                  <a:cubicBezTo>
                    <a:pt x="97085" y="4553"/>
                    <a:pt x="96963" y="4613"/>
                    <a:pt x="96902" y="4613"/>
                  </a:cubicBezTo>
                  <a:cubicBezTo>
                    <a:pt x="96872" y="4613"/>
                    <a:pt x="96811" y="4431"/>
                    <a:pt x="96811" y="4370"/>
                  </a:cubicBezTo>
                  <a:cubicBezTo>
                    <a:pt x="96811" y="4279"/>
                    <a:pt x="96781" y="4188"/>
                    <a:pt x="96750" y="4066"/>
                  </a:cubicBezTo>
                  <a:cubicBezTo>
                    <a:pt x="96729" y="4045"/>
                    <a:pt x="96768" y="4023"/>
                    <a:pt x="96836" y="4023"/>
                  </a:cubicBezTo>
                  <a:cubicBezTo>
                    <a:pt x="96864" y="4023"/>
                    <a:pt x="96897" y="4027"/>
                    <a:pt x="96933" y="4036"/>
                  </a:cubicBezTo>
                  <a:lnTo>
                    <a:pt x="96993" y="4036"/>
                  </a:lnTo>
                  <a:cubicBezTo>
                    <a:pt x="97054" y="4036"/>
                    <a:pt x="97085" y="4036"/>
                    <a:pt x="97115" y="3975"/>
                  </a:cubicBezTo>
                  <a:cubicBezTo>
                    <a:pt x="97115" y="3945"/>
                    <a:pt x="97115" y="3914"/>
                    <a:pt x="97085" y="3884"/>
                  </a:cubicBezTo>
                  <a:lnTo>
                    <a:pt x="96902" y="3914"/>
                  </a:lnTo>
                  <a:cubicBezTo>
                    <a:pt x="96879" y="3846"/>
                    <a:pt x="96822" y="3812"/>
                    <a:pt x="96770" y="3812"/>
                  </a:cubicBezTo>
                  <a:cubicBezTo>
                    <a:pt x="96752" y="3812"/>
                    <a:pt x="96735" y="3816"/>
                    <a:pt x="96720" y="3823"/>
                  </a:cubicBezTo>
                  <a:cubicBezTo>
                    <a:pt x="96713" y="3826"/>
                    <a:pt x="96705" y="3828"/>
                    <a:pt x="96694" y="3828"/>
                  </a:cubicBezTo>
                  <a:cubicBezTo>
                    <a:pt x="96609" y="3828"/>
                    <a:pt x="96409" y="3725"/>
                    <a:pt x="96355" y="3671"/>
                  </a:cubicBezTo>
                  <a:cubicBezTo>
                    <a:pt x="96294" y="3610"/>
                    <a:pt x="96294" y="3519"/>
                    <a:pt x="96355" y="3458"/>
                  </a:cubicBezTo>
                  <a:cubicBezTo>
                    <a:pt x="96477" y="3428"/>
                    <a:pt x="96568" y="3398"/>
                    <a:pt x="96689" y="3367"/>
                  </a:cubicBezTo>
                  <a:cubicBezTo>
                    <a:pt x="96750" y="3367"/>
                    <a:pt x="96811" y="3215"/>
                    <a:pt x="96811" y="3154"/>
                  </a:cubicBezTo>
                  <a:cubicBezTo>
                    <a:pt x="96811" y="3094"/>
                    <a:pt x="96629" y="3033"/>
                    <a:pt x="96537" y="3033"/>
                  </a:cubicBezTo>
                  <a:cubicBezTo>
                    <a:pt x="96477" y="3033"/>
                    <a:pt x="96781" y="2699"/>
                    <a:pt x="96933" y="2638"/>
                  </a:cubicBezTo>
                  <a:cubicBezTo>
                    <a:pt x="97085" y="2607"/>
                    <a:pt x="97176" y="2455"/>
                    <a:pt x="97085" y="2364"/>
                  </a:cubicBezTo>
                  <a:lnTo>
                    <a:pt x="96963" y="2364"/>
                  </a:lnTo>
                  <a:lnTo>
                    <a:pt x="96750" y="2395"/>
                  </a:lnTo>
                  <a:cubicBezTo>
                    <a:pt x="96700" y="2344"/>
                    <a:pt x="96641" y="2322"/>
                    <a:pt x="96582" y="2322"/>
                  </a:cubicBezTo>
                  <a:cubicBezTo>
                    <a:pt x="96534" y="2322"/>
                    <a:pt x="96487" y="2337"/>
                    <a:pt x="96446" y="2364"/>
                  </a:cubicBezTo>
                  <a:cubicBezTo>
                    <a:pt x="96444" y="2367"/>
                    <a:pt x="96439" y="2368"/>
                    <a:pt x="96434" y="2368"/>
                  </a:cubicBezTo>
                  <a:cubicBezTo>
                    <a:pt x="96379" y="2368"/>
                    <a:pt x="96198" y="2237"/>
                    <a:pt x="96142" y="2182"/>
                  </a:cubicBezTo>
                  <a:cubicBezTo>
                    <a:pt x="96082" y="2091"/>
                    <a:pt x="96082" y="1999"/>
                    <a:pt x="96112" y="1908"/>
                  </a:cubicBezTo>
                  <a:cubicBezTo>
                    <a:pt x="96133" y="1887"/>
                    <a:pt x="96185" y="1865"/>
                    <a:pt x="96225" y="1865"/>
                  </a:cubicBezTo>
                  <a:cubicBezTo>
                    <a:pt x="96241" y="1865"/>
                    <a:pt x="96255" y="1869"/>
                    <a:pt x="96264" y="1878"/>
                  </a:cubicBezTo>
                  <a:lnTo>
                    <a:pt x="96325" y="1908"/>
                  </a:lnTo>
                  <a:lnTo>
                    <a:pt x="96386" y="1908"/>
                  </a:lnTo>
                  <a:cubicBezTo>
                    <a:pt x="96477" y="1908"/>
                    <a:pt x="96477" y="1787"/>
                    <a:pt x="96477" y="1756"/>
                  </a:cubicBezTo>
                  <a:cubicBezTo>
                    <a:pt x="96477" y="1696"/>
                    <a:pt x="96689" y="1574"/>
                    <a:pt x="96659" y="1513"/>
                  </a:cubicBezTo>
                  <a:cubicBezTo>
                    <a:pt x="96641" y="1478"/>
                    <a:pt x="96603" y="1463"/>
                    <a:pt x="96568" y="1463"/>
                  </a:cubicBezTo>
                  <a:cubicBezTo>
                    <a:pt x="96543" y="1463"/>
                    <a:pt x="96520" y="1470"/>
                    <a:pt x="96507" y="1483"/>
                  </a:cubicBezTo>
                  <a:cubicBezTo>
                    <a:pt x="96477" y="1483"/>
                    <a:pt x="96446" y="1422"/>
                    <a:pt x="96446" y="1422"/>
                  </a:cubicBezTo>
                  <a:cubicBezTo>
                    <a:pt x="96416" y="1361"/>
                    <a:pt x="96446" y="1300"/>
                    <a:pt x="96446" y="1209"/>
                  </a:cubicBezTo>
                  <a:lnTo>
                    <a:pt x="96537" y="1148"/>
                  </a:lnTo>
                  <a:lnTo>
                    <a:pt x="96598" y="1088"/>
                  </a:lnTo>
                  <a:cubicBezTo>
                    <a:pt x="96781" y="1057"/>
                    <a:pt x="96993" y="1027"/>
                    <a:pt x="97206" y="1027"/>
                  </a:cubicBezTo>
                  <a:lnTo>
                    <a:pt x="97601" y="1027"/>
                  </a:lnTo>
                  <a:cubicBezTo>
                    <a:pt x="97555" y="934"/>
                    <a:pt x="97207" y="894"/>
                    <a:pt x="96937" y="894"/>
                  </a:cubicBezTo>
                  <a:cubicBezTo>
                    <a:pt x="96853" y="894"/>
                    <a:pt x="96777" y="898"/>
                    <a:pt x="96720" y="905"/>
                  </a:cubicBezTo>
                  <a:cubicBezTo>
                    <a:pt x="96692" y="909"/>
                    <a:pt x="96666" y="911"/>
                    <a:pt x="96642" y="911"/>
                  </a:cubicBezTo>
                  <a:cubicBezTo>
                    <a:pt x="96486" y="911"/>
                    <a:pt x="96428" y="828"/>
                    <a:pt x="96507" y="723"/>
                  </a:cubicBezTo>
                  <a:lnTo>
                    <a:pt x="96325" y="662"/>
                  </a:lnTo>
                  <a:cubicBezTo>
                    <a:pt x="96416" y="540"/>
                    <a:pt x="96507" y="449"/>
                    <a:pt x="96629" y="389"/>
                  </a:cubicBezTo>
                  <a:cubicBezTo>
                    <a:pt x="96637" y="385"/>
                    <a:pt x="96646" y="383"/>
                    <a:pt x="96657" y="383"/>
                  </a:cubicBezTo>
                  <a:cubicBezTo>
                    <a:pt x="96729" y="383"/>
                    <a:pt x="96861" y="469"/>
                    <a:pt x="96993" y="601"/>
                  </a:cubicBezTo>
                  <a:lnTo>
                    <a:pt x="97145" y="510"/>
                  </a:lnTo>
                  <a:cubicBezTo>
                    <a:pt x="97297" y="480"/>
                    <a:pt x="97480" y="449"/>
                    <a:pt x="97662" y="449"/>
                  </a:cubicBezTo>
                  <a:cubicBezTo>
                    <a:pt x="97693" y="449"/>
                    <a:pt x="97753" y="389"/>
                    <a:pt x="97753" y="358"/>
                  </a:cubicBezTo>
                  <a:cubicBezTo>
                    <a:pt x="97753" y="328"/>
                    <a:pt x="97693" y="297"/>
                    <a:pt x="97693" y="297"/>
                  </a:cubicBezTo>
                  <a:lnTo>
                    <a:pt x="97541" y="297"/>
                  </a:lnTo>
                  <a:lnTo>
                    <a:pt x="97297" y="115"/>
                  </a:lnTo>
                  <a:lnTo>
                    <a:pt x="97267" y="115"/>
                  </a:lnTo>
                  <a:lnTo>
                    <a:pt x="97054" y="176"/>
                  </a:lnTo>
                  <a:cubicBezTo>
                    <a:pt x="96973" y="186"/>
                    <a:pt x="96892" y="193"/>
                    <a:pt x="96812" y="193"/>
                  </a:cubicBezTo>
                  <a:cubicBezTo>
                    <a:pt x="96652" y="193"/>
                    <a:pt x="96497" y="166"/>
                    <a:pt x="96355" y="85"/>
                  </a:cubicBezTo>
                  <a:cubicBezTo>
                    <a:pt x="96310" y="54"/>
                    <a:pt x="96272" y="39"/>
                    <a:pt x="96245" y="39"/>
                  </a:cubicBezTo>
                  <a:cubicBezTo>
                    <a:pt x="96218" y="39"/>
                    <a:pt x="96203" y="54"/>
                    <a:pt x="96203" y="85"/>
                  </a:cubicBezTo>
                  <a:lnTo>
                    <a:pt x="96234" y="115"/>
                  </a:lnTo>
                  <a:cubicBezTo>
                    <a:pt x="96325" y="237"/>
                    <a:pt x="96294" y="297"/>
                    <a:pt x="96142" y="358"/>
                  </a:cubicBezTo>
                  <a:lnTo>
                    <a:pt x="96051" y="389"/>
                  </a:lnTo>
                  <a:cubicBezTo>
                    <a:pt x="95988" y="401"/>
                    <a:pt x="95936" y="408"/>
                    <a:pt x="95900" y="408"/>
                  </a:cubicBezTo>
                  <a:cubicBezTo>
                    <a:pt x="95850" y="408"/>
                    <a:pt x="95833" y="394"/>
                    <a:pt x="95869" y="358"/>
                  </a:cubicBezTo>
                  <a:lnTo>
                    <a:pt x="95869" y="328"/>
                  </a:lnTo>
                  <a:cubicBezTo>
                    <a:pt x="95990" y="206"/>
                    <a:pt x="95808" y="176"/>
                    <a:pt x="95747" y="115"/>
                  </a:cubicBezTo>
                  <a:cubicBezTo>
                    <a:pt x="95696" y="115"/>
                    <a:pt x="95537" y="287"/>
                    <a:pt x="95452" y="287"/>
                  </a:cubicBezTo>
                  <a:cubicBezTo>
                    <a:pt x="95436" y="287"/>
                    <a:pt x="95422" y="281"/>
                    <a:pt x="95413" y="267"/>
                  </a:cubicBezTo>
                  <a:cubicBezTo>
                    <a:pt x="95352" y="206"/>
                    <a:pt x="95322" y="115"/>
                    <a:pt x="95291" y="24"/>
                  </a:cubicBezTo>
                  <a:lnTo>
                    <a:pt x="95170" y="85"/>
                  </a:lnTo>
                  <a:lnTo>
                    <a:pt x="95018" y="176"/>
                  </a:lnTo>
                  <a:cubicBezTo>
                    <a:pt x="94950" y="63"/>
                    <a:pt x="94866" y="0"/>
                    <a:pt x="948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 name="Google Shape;892;p17"/>
          <p:cNvSpPr txBox="1"/>
          <p:nvPr>
            <p:ph type="title"/>
          </p:nvPr>
        </p:nvSpPr>
        <p:spPr>
          <a:xfrm>
            <a:off x="2467950" y="1702150"/>
            <a:ext cx="4208100" cy="671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3900">
                <a:solidFill>
                  <a:schemeClr val="lt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893" name="Google Shape;893;p17"/>
          <p:cNvSpPr txBox="1"/>
          <p:nvPr>
            <p:ph idx="1" type="body"/>
          </p:nvPr>
        </p:nvSpPr>
        <p:spPr>
          <a:xfrm>
            <a:off x="2775000" y="2596050"/>
            <a:ext cx="3594000" cy="1000800"/>
          </a:xfrm>
          <a:prstGeom prst="rect">
            <a:avLst/>
          </a:prstGeom>
        </p:spPr>
        <p:txBody>
          <a:bodyPr anchorCtr="0" anchor="ctr" bIns="91425" lIns="91425" spcFirstLastPara="1" rIns="91425" wrap="square" tIns="91425">
            <a:noAutofit/>
          </a:bodyPr>
          <a:lstStyle>
            <a:lvl1pPr indent="-304800" lvl="0" marL="457200" rtl="0" algn="ctr">
              <a:lnSpc>
                <a:spcPct val="100000"/>
              </a:lnSpc>
              <a:spcBef>
                <a:spcPts val="0"/>
              </a:spcBef>
              <a:spcAft>
                <a:spcPts val="0"/>
              </a:spcAft>
              <a:buSzPts val="1200"/>
              <a:buChar char="●"/>
              <a:defRPr sz="1600">
                <a:solidFill>
                  <a:srgbClr val="FFFFFF"/>
                </a:solidFill>
              </a:defRPr>
            </a:lvl1pPr>
            <a:lvl2pPr indent="-304800" lvl="1" marL="914400" rtl="0">
              <a:spcBef>
                <a:spcPts val="0"/>
              </a:spcBef>
              <a:spcAft>
                <a:spcPts val="0"/>
              </a:spcAft>
              <a:buSzPts val="1200"/>
              <a:buChar char="○"/>
              <a:defRPr sz="1200"/>
            </a:lvl2pPr>
            <a:lvl3pPr indent="-304800" lvl="2" marL="1371600" rtl="0">
              <a:spcBef>
                <a:spcPts val="0"/>
              </a:spcBef>
              <a:spcAft>
                <a:spcPts val="0"/>
              </a:spcAft>
              <a:buSzPts val="1200"/>
              <a:buChar char="■"/>
              <a:defRPr sz="1200"/>
            </a:lvl3pPr>
            <a:lvl4pPr indent="-304800" lvl="3" marL="1828800" rtl="0">
              <a:spcBef>
                <a:spcPts val="0"/>
              </a:spcBef>
              <a:spcAft>
                <a:spcPts val="0"/>
              </a:spcAft>
              <a:buSzPts val="1200"/>
              <a:buChar char="●"/>
              <a:defRPr sz="1200"/>
            </a:lvl4pPr>
            <a:lvl5pPr indent="-304800" lvl="4" marL="2286000" rtl="0">
              <a:spcBef>
                <a:spcPts val="0"/>
              </a:spcBef>
              <a:spcAft>
                <a:spcPts val="0"/>
              </a:spcAft>
              <a:buSzPts val="1200"/>
              <a:buChar char="○"/>
              <a:defRPr sz="1200"/>
            </a:lvl5pPr>
            <a:lvl6pPr indent="-304800" lvl="5" marL="2743200" rtl="0">
              <a:spcBef>
                <a:spcPts val="0"/>
              </a:spcBef>
              <a:spcAft>
                <a:spcPts val="0"/>
              </a:spcAft>
              <a:buSzPts val="1200"/>
              <a:buChar char="■"/>
              <a:defRPr sz="1200"/>
            </a:lvl6pPr>
            <a:lvl7pPr indent="-304800" lvl="6" marL="3200400" rtl="0">
              <a:spcBef>
                <a:spcPts val="0"/>
              </a:spcBef>
              <a:spcAft>
                <a:spcPts val="0"/>
              </a:spcAft>
              <a:buSzPts val="1200"/>
              <a:buChar char="●"/>
              <a:defRPr sz="1200"/>
            </a:lvl7pPr>
            <a:lvl8pPr indent="-304800" lvl="7" marL="3657600" rtl="0">
              <a:spcBef>
                <a:spcPts val="0"/>
              </a:spcBef>
              <a:spcAft>
                <a:spcPts val="0"/>
              </a:spcAft>
              <a:buSzPts val="1200"/>
              <a:buChar char="○"/>
              <a:defRPr sz="1200"/>
            </a:lvl8pPr>
            <a:lvl9pPr indent="-304800" lvl="8" marL="4114800" rtl="0">
              <a:spcBef>
                <a:spcPts val="0"/>
              </a:spcBef>
              <a:spcAft>
                <a:spcPts val="0"/>
              </a:spcAft>
              <a:buSzPts val="1200"/>
              <a:buChar char="■"/>
              <a:defRPr sz="12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12">
    <p:spTree>
      <p:nvGrpSpPr>
        <p:cNvPr id="894" name="Shape 894"/>
        <p:cNvGrpSpPr/>
        <p:nvPr/>
      </p:nvGrpSpPr>
      <p:grpSpPr>
        <a:xfrm>
          <a:off x="0" y="0"/>
          <a:ext cx="0" cy="0"/>
          <a:chOff x="0" y="0"/>
          <a:chExt cx="0" cy="0"/>
        </a:xfrm>
      </p:grpSpPr>
      <p:sp>
        <p:nvSpPr>
          <p:cNvPr id="895" name="Google Shape;895;p18"/>
          <p:cNvSpPr/>
          <p:nvPr/>
        </p:nvSpPr>
        <p:spPr>
          <a:xfrm>
            <a:off x="6348150" y="-549274"/>
            <a:ext cx="3852794" cy="1629250"/>
          </a:xfrm>
          <a:custGeom>
            <a:rect b="b" l="l" r="r" t="t"/>
            <a:pathLst>
              <a:path extrusionOk="0" h="22519" w="53254">
                <a:moveTo>
                  <a:pt x="41407" y="434"/>
                </a:moveTo>
                <a:cubicBezTo>
                  <a:pt x="41437" y="434"/>
                  <a:pt x="41460" y="449"/>
                  <a:pt x="41460" y="479"/>
                </a:cubicBezTo>
                <a:lnTo>
                  <a:pt x="41460" y="510"/>
                </a:lnTo>
                <a:lnTo>
                  <a:pt x="41460" y="540"/>
                </a:lnTo>
                <a:cubicBezTo>
                  <a:pt x="41430" y="601"/>
                  <a:pt x="41460" y="631"/>
                  <a:pt x="41521" y="631"/>
                </a:cubicBezTo>
                <a:lnTo>
                  <a:pt x="41612" y="631"/>
                </a:lnTo>
                <a:cubicBezTo>
                  <a:pt x="41618" y="626"/>
                  <a:pt x="41624" y="623"/>
                  <a:pt x="41629" y="623"/>
                </a:cubicBezTo>
                <a:cubicBezTo>
                  <a:pt x="41653" y="623"/>
                  <a:pt x="41673" y="668"/>
                  <a:pt x="41673" y="692"/>
                </a:cubicBezTo>
                <a:cubicBezTo>
                  <a:pt x="41582" y="753"/>
                  <a:pt x="41521" y="783"/>
                  <a:pt x="41430" y="844"/>
                </a:cubicBezTo>
                <a:cubicBezTo>
                  <a:pt x="41413" y="852"/>
                  <a:pt x="41395" y="856"/>
                  <a:pt x="41375" y="856"/>
                </a:cubicBezTo>
                <a:cubicBezTo>
                  <a:pt x="41322" y="856"/>
                  <a:pt x="41261" y="828"/>
                  <a:pt x="41217" y="783"/>
                </a:cubicBezTo>
                <a:lnTo>
                  <a:pt x="41217" y="814"/>
                </a:lnTo>
                <a:cubicBezTo>
                  <a:pt x="41186" y="692"/>
                  <a:pt x="41217" y="571"/>
                  <a:pt x="41308" y="479"/>
                </a:cubicBezTo>
                <a:cubicBezTo>
                  <a:pt x="41338" y="449"/>
                  <a:pt x="41376" y="434"/>
                  <a:pt x="41407" y="434"/>
                </a:cubicBezTo>
                <a:close/>
                <a:moveTo>
                  <a:pt x="39424" y="937"/>
                </a:moveTo>
                <a:cubicBezTo>
                  <a:pt x="39454" y="1028"/>
                  <a:pt x="39423" y="1149"/>
                  <a:pt x="39363" y="1239"/>
                </a:cubicBezTo>
                <a:cubicBezTo>
                  <a:pt x="39302" y="1300"/>
                  <a:pt x="39241" y="1361"/>
                  <a:pt x="39180" y="1422"/>
                </a:cubicBezTo>
                <a:lnTo>
                  <a:pt x="39059" y="1422"/>
                </a:lnTo>
                <a:cubicBezTo>
                  <a:pt x="38998" y="1391"/>
                  <a:pt x="38968" y="1331"/>
                  <a:pt x="38998" y="1270"/>
                </a:cubicBezTo>
                <a:cubicBezTo>
                  <a:pt x="39059" y="1239"/>
                  <a:pt x="39120" y="1179"/>
                  <a:pt x="39211" y="1148"/>
                </a:cubicBezTo>
                <a:lnTo>
                  <a:pt x="39302" y="1087"/>
                </a:lnTo>
                <a:lnTo>
                  <a:pt x="39332" y="1027"/>
                </a:lnTo>
                <a:cubicBezTo>
                  <a:pt x="39355" y="960"/>
                  <a:pt x="39393" y="942"/>
                  <a:pt x="39424" y="937"/>
                </a:cubicBezTo>
                <a:close/>
                <a:moveTo>
                  <a:pt x="38633" y="1300"/>
                </a:moveTo>
                <a:lnTo>
                  <a:pt x="38664" y="1331"/>
                </a:lnTo>
                <a:cubicBezTo>
                  <a:pt x="38785" y="1391"/>
                  <a:pt x="38694" y="1452"/>
                  <a:pt x="38633" y="1513"/>
                </a:cubicBezTo>
                <a:lnTo>
                  <a:pt x="38603" y="1543"/>
                </a:lnTo>
                <a:cubicBezTo>
                  <a:pt x="38603" y="1604"/>
                  <a:pt x="38512" y="1634"/>
                  <a:pt x="38390" y="1634"/>
                </a:cubicBezTo>
                <a:lnTo>
                  <a:pt x="38390" y="1665"/>
                </a:lnTo>
                <a:cubicBezTo>
                  <a:pt x="38268" y="1665"/>
                  <a:pt x="37995" y="1634"/>
                  <a:pt x="38056" y="1574"/>
                </a:cubicBezTo>
                <a:lnTo>
                  <a:pt x="38238" y="1574"/>
                </a:lnTo>
                <a:cubicBezTo>
                  <a:pt x="38360" y="1483"/>
                  <a:pt x="38542" y="1361"/>
                  <a:pt x="38633" y="1300"/>
                </a:cubicBezTo>
                <a:close/>
                <a:moveTo>
                  <a:pt x="36342" y="2075"/>
                </a:moveTo>
                <a:cubicBezTo>
                  <a:pt x="36376" y="2075"/>
                  <a:pt x="36414" y="2090"/>
                  <a:pt x="36445" y="2121"/>
                </a:cubicBezTo>
                <a:cubicBezTo>
                  <a:pt x="36506" y="2182"/>
                  <a:pt x="36475" y="2364"/>
                  <a:pt x="36384" y="2394"/>
                </a:cubicBezTo>
                <a:cubicBezTo>
                  <a:pt x="36262" y="2425"/>
                  <a:pt x="36141" y="2425"/>
                  <a:pt x="36050" y="2455"/>
                </a:cubicBezTo>
                <a:lnTo>
                  <a:pt x="35958" y="2516"/>
                </a:lnTo>
                <a:lnTo>
                  <a:pt x="35928" y="2516"/>
                </a:lnTo>
                <a:cubicBezTo>
                  <a:pt x="35867" y="2486"/>
                  <a:pt x="35837" y="2425"/>
                  <a:pt x="35867" y="2364"/>
                </a:cubicBezTo>
                <a:cubicBezTo>
                  <a:pt x="35989" y="2303"/>
                  <a:pt x="36141" y="2212"/>
                  <a:pt x="36262" y="2121"/>
                </a:cubicBezTo>
                <a:cubicBezTo>
                  <a:pt x="36278" y="2090"/>
                  <a:pt x="36308" y="2075"/>
                  <a:pt x="36342" y="2075"/>
                </a:cubicBezTo>
                <a:close/>
                <a:moveTo>
                  <a:pt x="34408" y="2979"/>
                </a:moveTo>
                <a:cubicBezTo>
                  <a:pt x="34439" y="2979"/>
                  <a:pt x="34469" y="2987"/>
                  <a:pt x="34499" y="3002"/>
                </a:cubicBezTo>
                <a:cubicBezTo>
                  <a:pt x="34591" y="3033"/>
                  <a:pt x="34803" y="3154"/>
                  <a:pt x="34743" y="3215"/>
                </a:cubicBezTo>
                <a:lnTo>
                  <a:pt x="34682" y="3245"/>
                </a:lnTo>
                <a:lnTo>
                  <a:pt x="34530" y="3306"/>
                </a:lnTo>
                <a:cubicBezTo>
                  <a:pt x="34505" y="3316"/>
                  <a:pt x="34478" y="3320"/>
                  <a:pt x="34449" y="3320"/>
                </a:cubicBezTo>
                <a:cubicBezTo>
                  <a:pt x="34298" y="3320"/>
                  <a:pt x="34114" y="3205"/>
                  <a:pt x="34165" y="3154"/>
                </a:cubicBezTo>
                <a:cubicBezTo>
                  <a:pt x="34195" y="3093"/>
                  <a:pt x="34256" y="3033"/>
                  <a:pt x="34317" y="3002"/>
                </a:cubicBezTo>
                <a:cubicBezTo>
                  <a:pt x="34347" y="2987"/>
                  <a:pt x="34378" y="2979"/>
                  <a:pt x="34408" y="2979"/>
                </a:cubicBezTo>
                <a:close/>
                <a:moveTo>
                  <a:pt x="30700" y="4613"/>
                </a:moveTo>
                <a:cubicBezTo>
                  <a:pt x="30791" y="4644"/>
                  <a:pt x="30852" y="4704"/>
                  <a:pt x="30852" y="4735"/>
                </a:cubicBezTo>
                <a:lnTo>
                  <a:pt x="30761" y="4765"/>
                </a:lnTo>
                <a:cubicBezTo>
                  <a:pt x="30680" y="4765"/>
                  <a:pt x="30491" y="4738"/>
                  <a:pt x="30373" y="4738"/>
                </a:cubicBezTo>
                <a:cubicBezTo>
                  <a:pt x="30315" y="4738"/>
                  <a:pt x="30274" y="4745"/>
                  <a:pt x="30274" y="4765"/>
                </a:cubicBezTo>
                <a:cubicBezTo>
                  <a:pt x="30244" y="4856"/>
                  <a:pt x="30214" y="4887"/>
                  <a:pt x="30183" y="4887"/>
                </a:cubicBezTo>
                <a:lnTo>
                  <a:pt x="30153" y="4887"/>
                </a:lnTo>
                <a:cubicBezTo>
                  <a:pt x="30153" y="4856"/>
                  <a:pt x="30244" y="4704"/>
                  <a:pt x="30335" y="4674"/>
                </a:cubicBezTo>
                <a:cubicBezTo>
                  <a:pt x="30457" y="4613"/>
                  <a:pt x="30578" y="4613"/>
                  <a:pt x="30700" y="4613"/>
                </a:cubicBezTo>
                <a:close/>
                <a:moveTo>
                  <a:pt x="28542" y="5525"/>
                </a:moveTo>
                <a:cubicBezTo>
                  <a:pt x="28572" y="5525"/>
                  <a:pt x="28603" y="5647"/>
                  <a:pt x="28603" y="5677"/>
                </a:cubicBezTo>
                <a:cubicBezTo>
                  <a:pt x="28572" y="5768"/>
                  <a:pt x="28511" y="5829"/>
                  <a:pt x="28451" y="5890"/>
                </a:cubicBezTo>
                <a:lnTo>
                  <a:pt x="28329" y="5799"/>
                </a:lnTo>
                <a:lnTo>
                  <a:pt x="28116" y="5677"/>
                </a:lnTo>
                <a:lnTo>
                  <a:pt x="28116" y="5677"/>
                </a:lnTo>
                <a:cubicBezTo>
                  <a:pt x="28147" y="5799"/>
                  <a:pt x="28116" y="5859"/>
                  <a:pt x="28086" y="5859"/>
                </a:cubicBezTo>
                <a:lnTo>
                  <a:pt x="28056" y="5829"/>
                </a:lnTo>
                <a:lnTo>
                  <a:pt x="28056" y="5677"/>
                </a:lnTo>
                <a:lnTo>
                  <a:pt x="28177" y="5677"/>
                </a:lnTo>
                <a:cubicBezTo>
                  <a:pt x="28299" y="5586"/>
                  <a:pt x="28420" y="5525"/>
                  <a:pt x="28542" y="5525"/>
                </a:cubicBezTo>
                <a:close/>
                <a:moveTo>
                  <a:pt x="24651" y="7106"/>
                </a:moveTo>
                <a:cubicBezTo>
                  <a:pt x="24712" y="7106"/>
                  <a:pt x="24773" y="7136"/>
                  <a:pt x="24773" y="7166"/>
                </a:cubicBezTo>
                <a:lnTo>
                  <a:pt x="24773" y="7197"/>
                </a:lnTo>
                <a:cubicBezTo>
                  <a:pt x="24773" y="7197"/>
                  <a:pt x="24742" y="7227"/>
                  <a:pt x="24742" y="7227"/>
                </a:cubicBezTo>
                <a:lnTo>
                  <a:pt x="24682" y="7470"/>
                </a:lnTo>
                <a:cubicBezTo>
                  <a:pt x="24650" y="7483"/>
                  <a:pt x="24622" y="7489"/>
                  <a:pt x="24599" y="7489"/>
                </a:cubicBezTo>
                <a:cubicBezTo>
                  <a:pt x="24511" y="7489"/>
                  <a:pt x="24488" y="7402"/>
                  <a:pt x="24560" y="7258"/>
                </a:cubicBezTo>
                <a:lnTo>
                  <a:pt x="24651" y="7106"/>
                </a:lnTo>
                <a:close/>
                <a:moveTo>
                  <a:pt x="21490" y="8170"/>
                </a:moveTo>
                <a:cubicBezTo>
                  <a:pt x="21490" y="8181"/>
                  <a:pt x="21489" y="8194"/>
                  <a:pt x="21487" y="8208"/>
                </a:cubicBezTo>
                <a:lnTo>
                  <a:pt x="21487" y="8208"/>
                </a:lnTo>
                <a:cubicBezTo>
                  <a:pt x="21489" y="8214"/>
                  <a:pt x="21490" y="8222"/>
                  <a:pt x="21490" y="8230"/>
                </a:cubicBezTo>
                <a:lnTo>
                  <a:pt x="21490" y="8170"/>
                </a:lnTo>
                <a:close/>
                <a:moveTo>
                  <a:pt x="18542" y="10084"/>
                </a:moveTo>
                <a:cubicBezTo>
                  <a:pt x="18663" y="10115"/>
                  <a:pt x="18785" y="10206"/>
                  <a:pt x="18724" y="10236"/>
                </a:cubicBezTo>
                <a:cubicBezTo>
                  <a:pt x="18602" y="10297"/>
                  <a:pt x="18481" y="10388"/>
                  <a:pt x="18390" y="10510"/>
                </a:cubicBezTo>
                <a:cubicBezTo>
                  <a:pt x="18374" y="10556"/>
                  <a:pt x="18329" y="10578"/>
                  <a:pt x="18283" y="10578"/>
                </a:cubicBezTo>
                <a:cubicBezTo>
                  <a:pt x="18238" y="10578"/>
                  <a:pt x="18192" y="10556"/>
                  <a:pt x="18177" y="10510"/>
                </a:cubicBezTo>
                <a:lnTo>
                  <a:pt x="18207" y="10449"/>
                </a:lnTo>
                <a:cubicBezTo>
                  <a:pt x="18299" y="10297"/>
                  <a:pt x="18390" y="10176"/>
                  <a:pt x="18511" y="10084"/>
                </a:cubicBezTo>
                <a:close/>
                <a:moveTo>
                  <a:pt x="15748" y="11672"/>
                </a:moveTo>
                <a:cubicBezTo>
                  <a:pt x="15816" y="11672"/>
                  <a:pt x="15821" y="11735"/>
                  <a:pt x="15776" y="11847"/>
                </a:cubicBezTo>
                <a:lnTo>
                  <a:pt x="15654" y="11908"/>
                </a:lnTo>
                <a:lnTo>
                  <a:pt x="15533" y="11969"/>
                </a:lnTo>
                <a:cubicBezTo>
                  <a:pt x="15495" y="11969"/>
                  <a:pt x="15454" y="11966"/>
                  <a:pt x="15414" y="11961"/>
                </a:cubicBezTo>
                <a:lnTo>
                  <a:pt x="15414" y="11961"/>
                </a:lnTo>
                <a:cubicBezTo>
                  <a:pt x="15443" y="11924"/>
                  <a:pt x="15455" y="11874"/>
                  <a:pt x="15441" y="11817"/>
                </a:cubicBezTo>
                <a:lnTo>
                  <a:pt x="15563" y="11756"/>
                </a:lnTo>
                <a:lnTo>
                  <a:pt x="15654" y="11695"/>
                </a:lnTo>
                <a:cubicBezTo>
                  <a:pt x="15693" y="11680"/>
                  <a:pt x="15724" y="11672"/>
                  <a:pt x="15748" y="11672"/>
                </a:cubicBezTo>
                <a:close/>
                <a:moveTo>
                  <a:pt x="15013" y="11853"/>
                </a:moveTo>
                <a:cubicBezTo>
                  <a:pt x="15036" y="11853"/>
                  <a:pt x="15072" y="11886"/>
                  <a:pt x="15107" y="11939"/>
                </a:cubicBezTo>
                <a:lnTo>
                  <a:pt x="15146" y="11958"/>
                </a:lnTo>
                <a:lnTo>
                  <a:pt x="15146" y="11958"/>
                </a:lnTo>
                <a:cubicBezTo>
                  <a:pt x="15143" y="11984"/>
                  <a:pt x="15150" y="12012"/>
                  <a:pt x="15168" y="12030"/>
                </a:cubicBezTo>
                <a:lnTo>
                  <a:pt x="15168" y="12060"/>
                </a:lnTo>
                <a:cubicBezTo>
                  <a:pt x="15168" y="12080"/>
                  <a:pt x="15159" y="12088"/>
                  <a:pt x="15146" y="12088"/>
                </a:cubicBezTo>
                <a:cubicBezTo>
                  <a:pt x="15097" y="12088"/>
                  <a:pt x="14985" y="11980"/>
                  <a:pt x="14985" y="11908"/>
                </a:cubicBezTo>
                <a:cubicBezTo>
                  <a:pt x="14985" y="11870"/>
                  <a:pt x="14996" y="11853"/>
                  <a:pt x="15013" y="11853"/>
                </a:cubicBezTo>
                <a:close/>
                <a:moveTo>
                  <a:pt x="6687" y="15768"/>
                </a:moveTo>
                <a:cubicBezTo>
                  <a:pt x="6718" y="15768"/>
                  <a:pt x="6900" y="15920"/>
                  <a:pt x="6900" y="16042"/>
                </a:cubicBezTo>
                <a:cubicBezTo>
                  <a:pt x="6900" y="16131"/>
                  <a:pt x="6868" y="16187"/>
                  <a:pt x="6826" y="16187"/>
                </a:cubicBezTo>
                <a:cubicBezTo>
                  <a:pt x="6811" y="16187"/>
                  <a:pt x="6795" y="16180"/>
                  <a:pt x="6779" y="16164"/>
                </a:cubicBezTo>
                <a:lnTo>
                  <a:pt x="6718" y="16164"/>
                </a:lnTo>
                <a:lnTo>
                  <a:pt x="6657" y="16103"/>
                </a:lnTo>
                <a:cubicBezTo>
                  <a:pt x="6596" y="16072"/>
                  <a:pt x="6627" y="15951"/>
                  <a:pt x="6657" y="15951"/>
                </a:cubicBezTo>
                <a:cubicBezTo>
                  <a:pt x="6718" y="15920"/>
                  <a:pt x="6657" y="15890"/>
                  <a:pt x="6596" y="15860"/>
                </a:cubicBezTo>
                <a:cubicBezTo>
                  <a:pt x="6535" y="15860"/>
                  <a:pt x="6627" y="15799"/>
                  <a:pt x="6687" y="15768"/>
                </a:cubicBezTo>
                <a:close/>
                <a:moveTo>
                  <a:pt x="6019" y="16285"/>
                </a:moveTo>
                <a:cubicBezTo>
                  <a:pt x="6079" y="16346"/>
                  <a:pt x="6110" y="16407"/>
                  <a:pt x="6201" y="16468"/>
                </a:cubicBezTo>
                <a:cubicBezTo>
                  <a:pt x="6262" y="16468"/>
                  <a:pt x="6353" y="16498"/>
                  <a:pt x="6414" y="16498"/>
                </a:cubicBezTo>
                <a:cubicBezTo>
                  <a:pt x="6444" y="16498"/>
                  <a:pt x="6414" y="16559"/>
                  <a:pt x="6414" y="16589"/>
                </a:cubicBezTo>
                <a:cubicBezTo>
                  <a:pt x="6231" y="16620"/>
                  <a:pt x="6049" y="16711"/>
                  <a:pt x="5867" y="16802"/>
                </a:cubicBezTo>
                <a:cubicBezTo>
                  <a:pt x="5826" y="16883"/>
                  <a:pt x="5745" y="16950"/>
                  <a:pt x="5696" y="16950"/>
                </a:cubicBezTo>
                <a:cubicBezTo>
                  <a:pt x="5671" y="16950"/>
                  <a:pt x="5654" y="16934"/>
                  <a:pt x="5654" y="16893"/>
                </a:cubicBezTo>
                <a:cubicBezTo>
                  <a:pt x="5661" y="16858"/>
                  <a:pt x="5669" y="16813"/>
                  <a:pt x="5679" y="16759"/>
                </a:cubicBezTo>
                <a:lnTo>
                  <a:pt x="5679" y="16759"/>
                </a:lnTo>
                <a:lnTo>
                  <a:pt x="5715" y="16741"/>
                </a:lnTo>
                <a:cubicBezTo>
                  <a:pt x="5836" y="16650"/>
                  <a:pt x="5745" y="16650"/>
                  <a:pt x="5715" y="16589"/>
                </a:cubicBezTo>
                <a:lnTo>
                  <a:pt x="5715" y="16561"/>
                </a:lnTo>
                <a:lnTo>
                  <a:pt x="5715" y="16561"/>
                </a:lnTo>
                <a:cubicBezTo>
                  <a:pt x="5715" y="16560"/>
                  <a:pt x="5715" y="16559"/>
                  <a:pt x="5715" y="16558"/>
                </a:cubicBezTo>
                <a:lnTo>
                  <a:pt x="5715" y="16558"/>
                </a:lnTo>
                <a:cubicBezTo>
                  <a:pt x="5776" y="16498"/>
                  <a:pt x="5837" y="16437"/>
                  <a:pt x="5927" y="16407"/>
                </a:cubicBezTo>
                <a:lnTo>
                  <a:pt x="5927" y="16346"/>
                </a:lnTo>
                <a:cubicBezTo>
                  <a:pt x="5958" y="16316"/>
                  <a:pt x="5988" y="16285"/>
                  <a:pt x="6019" y="16285"/>
                </a:cubicBezTo>
                <a:close/>
                <a:moveTo>
                  <a:pt x="4256" y="16528"/>
                </a:moveTo>
                <a:lnTo>
                  <a:pt x="4316" y="16559"/>
                </a:lnTo>
                <a:lnTo>
                  <a:pt x="4438" y="16589"/>
                </a:lnTo>
                <a:cubicBezTo>
                  <a:pt x="4651" y="16620"/>
                  <a:pt x="4864" y="16680"/>
                  <a:pt x="5046" y="16802"/>
                </a:cubicBezTo>
                <a:lnTo>
                  <a:pt x="4985" y="16984"/>
                </a:lnTo>
                <a:lnTo>
                  <a:pt x="4924" y="17106"/>
                </a:lnTo>
                <a:cubicBezTo>
                  <a:pt x="4830" y="17224"/>
                  <a:pt x="4718" y="17268"/>
                  <a:pt x="4672" y="17268"/>
                </a:cubicBezTo>
                <a:cubicBezTo>
                  <a:pt x="4659" y="17268"/>
                  <a:pt x="4651" y="17265"/>
                  <a:pt x="4651" y="17258"/>
                </a:cubicBezTo>
                <a:cubicBezTo>
                  <a:pt x="4651" y="17227"/>
                  <a:pt x="4651" y="17167"/>
                  <a:pt x="4681" y="17167"/>
                </a:cubicBezTo>
                <a:cubicBezTo>
                  <a:pt x="4742" y="17136"/>
                  <a:pt x="4742" y="17075"/>
                  <a:pt x="4742" y="17075"/>
                </a:cubicBezTo>
                <a:cubicBezTo>
                  <a:pt x="4742" y="17075"/>
                  <a:pt x="4529" y="17015"/>
                  <a:pt x="4499" y="16984"/>
                </a:cubicBezTo>
                <a:cubicBezTo>
                  <a:pt x="4468" y="16923"/>
                  <a:pt x="4286" y="16680"/>
                  <a:pt x="4195" y="16680"/>
                </a:cubicBezTo>
                <a:cubicBezTo>
                  <a:pt x="4073" y="16680"/>
                  <a:pt x="4104" y="16620"/>
                  <a:pt x="4256" y="16528"/>
                </a:cubicBezTo>
                <a:close/>
                <a:moveTo>
                  <a:pt x="1210" y="18298"/>
                </a:moveTo>
                <a:cubicBezTo>
                  <a:pt x="1250" y="18298"/>
                  <a:pt x="1286" y="18387"/>
                  <a:pt x="1307" y="18534"/>
                </a:cubicBezTo>
                <a:lnTo>
                  <a:pt x="1277" y="18565"/>
                </a:lnTo>
                <a:lnTo>
                  <a:pt x="1216" y="18626"/>
                </a:lnTo>
                <a:cubicBezTo>
                  <a:pt x="1206" y="18628"/>
                  <a:pt x="1197" y="18629"/>
                  <a:pt x="1188" y="18629"/>
                </a:cubicBezTo>
                <a:cubicBezTo>
                  <a:pt x="1068" y="18629"/>
                  <a:pt x="1099" y="18437"/>
                  <a:pt x="1155" y="18352"/>
                </a:cubicBezTo>
                <a:cubicBezTo>
                  <a:pt x="1174" y="18315"/>
                  <a:pt x="1193" y="18298"/>
                  <a:pt x="1210" y="18298"/>
                </a:cubicBezTo>
                <a:close/>
                <a:moveTo>
                  <a:pt x="4104" y="19355"/>
                </a:moveTo>
                <a:lnTo>
                  <a:pt x="4529" y="19902"/>
                </a:lnTo>
                <a:cubicBezTo>
                  <a:pt x="4073" y="19720"/>
                  <a:pt x="4073" y="19720"/>
                  <a:pt x="4104" y="19355"/>
                </a:cubicBezTo>
                <a:close/>
                <a:moveTo>
                  <a:pt x="3526" y="19863"/>
                </a:moveTo>
                <a:cubicBezTo>
                  <a:pt x="3537" y="19863"/>
                  <a:pt x="3547" y="19866"/>
                  <a:pt x="3557" y="19872"/>
                </a:cubicBezTo>
                <a:cubicBezTo>
                  <a:pt x="3648" y="19872"/>
                  <a:pt x="3739" y="19902"/>
                  <a:pt x="3830" y="19963"/>
                </a:cubicBezTo>
                <a:cubicBezTo>
                  <a:pt x="3861" y="19993"/>
                  <a:pt x="3891" y="20024"/>
                  <a:pt x="3830" y="20054"/>
                </a:cubicBezTo>
                <a:cubicBezTo>
                  <a:pt x="3769" y="20085"/>
                  <a:pt x="3709" y="20085"/>
                  <a:pt x="3648" y="20085"/>
                </a:cubicBezTo>
                <a:lnTo>
                  <a:pt x="3557" y="20085"/>
                </a:lnTo>
                <a:cubicBezTo>
                  <a:pt x="3504" y="20111"/>
                  <a:pt x="3339" y="20182"/>
                  <a:pt x="3256" y="20182"/>
                </a:cubicBezTo>
                <a:cubicBezTo>
                  <a:pt x="3242" y="20182"/>
                  <a:pt x="3231" y="20180"/>
                  <a:pt x="3222" y="20176"/>
                </a:cubicBezTo>
                <a:cubicBezTo>
                  <a:pt x="3161" y="20145"/>
                  <a:pt x="3161" y="20085"/>
                  <a:pt x="3192" y="20085"/>
                </a:cubicBezTo>
                <a:cubicBezTo>
                  <a:pt x="3247" y="20085"/>
                  <a:pt x="3424" y="19863"/>
                  <a:pt x="3526" y="19863"/>
                </a:cubicBezTo>
                <a:close/>
                <a:moveTo>
                  <a:pt x="2421" y="20225"/>
                </a:moveTo>
                <a:cubicBezTo>
                  <a:pt x="2473" y="20225"/>
                  <a:pt x="2521" y="20228"/>
                  <a:pt x="2554" y="20237"/>
                </a:cubicBezTo>
                <a:cubicBezTo>
                  <a:pt x="2645" y="20237"/>
                  <a:pt x="2706" y="20358"/>
                  <a:pt x="2645" y="20449"/>
                </a:cubicBezTo>
                <a:lnTo>
                  <a:pt x="2584" y="20449"/>
                </a:lnTo>
                <a:cubicBezTo>
                  <a:pt x="2341" y="20480"/>
                  <a:pt x="2371" y="20571"/>
                  <a:pt x="2523" y="20693"/>
                </a:cubicBezTo>
                <a:cubicBezTo>
                  <a:pt x="2523" y="20693"/>
                  <a:pt x="2493" y="20784"/>
                  <a:pt x="2462" y="20784"/>
                </a:cubicBezTo>
                <a:cubicBezTo>
                  <a:pt x="2447" y="20799"/>
                  <a:pt x="2424" y="20807"/>
                  <a:pt x="2402" y="20807"/>
                </a:cubicBezTo>
                <a:cubicBezTo>
                  <a:pt x="2379" y="20807"/>
                  <a:pt x="2356" y="20799"/>
                  <a:pt x="2341" y="20784"/>
                </a:cubicBezTo>
                <a:cubicBezTo>
                  <a:pt x="2280" y="20753"/>
                  <a:pt x="2250" y="20723"/>
                  <a:pt x="2219" y="20662"/>
                </a:cubicBezTo>
                <a:cubicBezTo>
                  <a:pt x="2182" y="20625"/>
                  <a:pt x="2074" y="20599"/>
                  <a:pt x="1984" y="20599"/>
                </a:cubicBezTo>
                <a:cubicBezTo>
                  <a:pt x="1927" y="20599"/>
                  <a:pt x="1878" y="20609"/>
                  <a:pt x="1854" y="20632"/>
                </a:cubicBezTo>
                <a:lnTo>
                  <a:pt x="1824" y="20693"/>
                </a:lnTo>
                <a:cubicBezTo>
                  <a:pt x="1802" y="20737"/>
                  <a:pt x="1747" y="20765"/>
                  <a:pt x="1695" y="20765"/>
                </a:cubicBezTo>
                <a:cubicBezTo>
                  <a:pt x="1676" y="20765"/>
                  <a:pt x="1658" y="20761"/>
                  <a:pt x="1642" y="20753"/>
                </a:cubicBezTo>
                <a:lnTo>
                  <a:pt x="1672" y="20723"/>
                </a:lnTo>
                <a:cubicBezTo>
                  <a:pt x="1702" y="20541"/>
                  <a:pt x="1794" y="20389"/>
                  <a:pt x="1885" y="20237"/>
                </a:cubicBezTo>
                <a:lnTo>
                  <a:pt x="1915" y="20237"/>
                </a:lnTo>
                <a:cubicBezTo>
                  <a:pt x="1946" y="20267"/>
                  <a:pt x="1976" y="20297"/>
                  <a:pt x="1946" y="20297"/>
                </a:cubicBezTo>
                <a:lnTo>
                  <a:pt x="1946" y="20328"/>
                </a:lnTo>
                <a:lnTo>
                  <a:pt x="1915" y="20389"/>
                </a:lnTo>
                <a:cubicBezTo>
                  <a:pt x="1951" y="20424"/>
                  <a:pt x="1986" y="20439"/>
                  <a:pt x="2028" y="20439"/>
                </a:cubicBezTo>
                <a:cubicBezTo>
                  <a:pt x="2058" y="20439"/>
                  <a:pt x="2090" y="20432"/>
                  <a:pt x="2128" y="20419"/>
                </a:cubicBezTo>
                <a:lnTo>
                  <a:pt x="2128" y="20389"/>
                </a:lnTo>
                <a:lnTo>
                  <a:pt x="2128" y="20297"/>
                </a:lnTo>
                <a:cubicBezTo>
                  <a:pt x="2106" y="20253"/>
                  <a:pt x="2279" y="20225"/>
                  <a:pt x="2421" y="20225"/>
                </a:cubicBezTo>
                <a:close/>
                <a:moveTo>
                  <a:pt x="1681" y="21203"/>
                </a:moveTo>
                <a:cubicBezTo>
                  <a:pt x="1658" y="21213"/>
                  <a:pt x="1636" y="21223"/>
                  <a:pt x="1616" y="21233"/>
                </a:cubicBezTo>
                <a:lnTo>
                  <a:pt x="1616" y="21233"/>
                </a:lnTo>
                <a:cubicBezTo>
                  <a:pt x="1623" y="21242"/>
                  <a:pt x="1630" y="21251"/>
                  <a:pt x="1635" y="21259"/>
                </a:cubicBezTo>
                <a:lnTo>
                  <a:pt x="1635" y="21259"/>
                </a:lnTo>
                <a:cubicBezTo>
                  <a:pt x="1651" y="21241"/>
                  <a:pt x="1667" y="21220"/>
                  <a:pt x="1681" y="21203"/>
                </a:cubicBezTo>
                <a:close/>
                <a:moveTo>
                  <a:pt x="41931" y="1"/>
                </a:moveTo>
                <a:cubicBezTo>
                  <a:pt x="41886" y="1"/>
                  <a:pt x="41840" y="8"/>
                  <a:pt x="41794" y="24"/>
                </a:cubicBezTo>
                <a:lnTo>
                  <a:pt x="41734" y="54"/>
                </a:lnTo>
                <a:cubicBezTo>
                  <a:pt x="41703" y="84"/>
                  <a:pt x="41886" y="145"/>
                  <a:pt x="41946" y="145"/>
                </a:cubicBezTo>
                <a:cubicBezTo>
                  <a:pt x="42038" y="145"/>
                  <a:pt x="42068" y="297"/>
                  <a:pt x="42068" y="358"/>
                </a:cubicBezTo>
                <a:cubicBezTo>
                  <a:pt x="42068" y="419"/>
                  <a:pt x="42007" y="479"/>
                  <a:pt x="41886" y="479"/>
                </a:cubicBezTo>
                <a:lnTo>
                  <a:pt x="41825" y="449"/>
                </a:lnTo>
                <a:cubicBezTo>
                  <a:pt x="41794" y="419"/>
                  <a:pt x="41794" y="327"/>
                  <a:pt x="41734" y="327"/>
                </a:cubicBezTo>
                <a:lnTo>
                  <a:pt x="41703" y="297"/>
                </a:lnTo>
                <a:cubicBezTo>
                  <a:pt x="41612" y="312"/>
                  <a:pt x="41521" y="320"/>
                  <a:pt x="41426" y="320"/>
                </a:cubicBezTo>
                <a:cubicBezTo>
                  <a:pt x="41331" y="320"/>
                  <a:pt x="41232" y="312"/>
                  <a:pt x="41126" y="297"/>
                </a:cubicBezTo>
                <a:lnTo>
                  <a:pt x="40943" y="540"/>
                </a:lnTo>
                <a:lnTo>
                  <a:pt x="40913" y="601"/>
                </a:lnTo>
                <a:cubicBezTo>
                  <a:pt x="40883" y="631"/>
                  <a:pt x="40852" y="662"/>
                  <a:pt x="40791" y="662"/>
                </a:cubicBezTo>
                <a:cubicBezTo>
                  <a:pt x="40761" y="631"/>
                  <a:pt x="40791" y="510"/>
                  <a:pt x="40822" y="479"/>
                </a:cubicBezTo>
                <a:cubicBezTo>
                  <a:pt x="40822" y="449"/>
                  <a:pt x="40822" y="388"/>
                  <a:pt x="40791" y="388"/>
                </a:cubicBezTo>
                <a:cubicBezTo>
                  <a:pt x="40731" y="449"/>
                  <a:pt x="40639" y="479"/>
                  <a:pt x="40579" y="510"/>
                </a:cubicBezTo>
                <a:cubicBezTo>
                  <a:pt x="40518" y="540"/>
                  <a:pt x="40457" y="540"/>
                  <a:pt x="40396" y="571"/>
                </a:cubicBezTo>
                <a:lnTo>
                  <a:pt x="40275" y="571"/>
                </a:lnTo>
                <a:lnTo>
                  <a:pt x="40275" y="692"/>
                </a:lnTo>
                <a:cubicBezTo>
                  <a:pt x="40275" y="723"/>
                  <a:pt x="40244" y="723"/>
                  <a:pt x="40183" y="723"/>
                </a:cubicBezTo>
                <a:lnTo>
                  <a:pt x="40153" y="723"/>
                </a:lnTo>
                <a:cubicBezTo>
                  <a:pt x="40062" y="692"/>
                  <a:pt x="40001" y="662"/>
                  <a:pt x="39910" y="662"/>
                </a:cubicBezTo>
                <a:lnTo>
                  <a:pt x="39758" y="631"/>
                </a:lnTo>
                <a:cubicBezTo>
                  <a:pt x="39697" y="723"/>
                  <a:pt x="39576" y="814"/>
                  <a:pt x="39454" y="814"/>
                </a:cubicBezTo>
                <a:lnTo>
                  <a:pt x="39332" y="753"/>
                </a:lnTo>
                <a:cubicBezTo>
                  <a:pt x="39332" y="753"/>
                  <a:pt x="39272" y="814"/>
                  <a:pt x="39211" y="844"/>
                </a:cubicBezTo>
                <a:lnTo>
                  <a:pt x="39120" y="905"/>
                </a:lnTo>
                <a:cubicBezTo>
                  <a:pt x="38998" y="935"/>
                  <a:pt x="38572" y="1118"/>
                  <a:pt x="38420" y="1209"/>
                </a:cubicBezTo>
                <a:cubicBezTo>
                  <a:pt x="38299" y="1300"/>
                  <a:pt x="38177" y="1361"/>
                  <a:pt x="38025" y="1391"/>
                </a:cubicBezTo>
                <a:cubicBezTo>
                  <a:pt x="37965" y="1361"/>
                  <a:pt x="37873" y="1361"/>
                  <a:pt x="37813" y="1331"/>
                </a:cubicBezTo>
                <a:lnTo>
                  <a:pt x="37782" y="1361"/>
                </a:lnTo>
                <a:lnTo>
                  <a:pt x="37752" y="1391"/>
                </a:lnTo>
                <a:cubicBezTo>
                  <a:pt x="37734" y="1427"/>
                  <a:pt x="37706" y="1442"/>
                  <a:pt x="37673" y="1442"/>
                </a:cubicBezTo>
                <a:cubicBezTo>
                  <a:pt x="37650" y="1442"/>
                  <a:pt x="37625" y="1434"/>
                  <a:pt x="37600" y="1422"/>
                </a:cubicBezTo>
                <a:cubicBezTo>
                  <a:pt x="37569" y="1452"/>
                  <a:pt x="37509" y="1483"/>
                  <a:pt x="37448" y="1513"/>
                </a:cubicBezTo>
                <a:lnTo>
                  <a:pt x="37417" y="1574"/>
                </a:lnTo>
                <a:cubicBezTo>
                  <a:pt x="37382" y="1591"/>
                  <a:pt x="37337" y="1609"/>
                  <a:pt x="37305" y="1609"/>
                </a:cubicBezTo>
                <a:cubicBezTo>
                  <a:pt x="37282" y="1609"/>
                  <a:pt x="37265" y="1599"/>
                  <a:pt x="37265" y="1574"/>
                </a:cubicBezTo>
                <a:lnTo>
                  <a:pt x="37265" y="1543"/>
                </a:lnTo>
                <a:cubicBezTo>
                  <a:pt x="37264" y="1542"/>
                  <a:pt x="37262" y="1541"/>
                  <a:pt x="37259" y="1541"/>
                </a:cubicBezTo>
                <a:cubicBezTo>
                  <a:pt x="37213" y="1541"/>
                  <a:pt x="37014" y="1788"/>
                  <a:pt x="36870" y="1817"/>
                </a:cubicBezTo>
                <a:cubicBezTo>
                  <a:pt x="36827" y="1838"/>
                  <a:pt x="36784" y="1848"/>
                  <a:pt x="36742" y="1848"/>
                </a:cubicBezTo>
                <a:cubicBezTo>
                  <a:pt x="36666" y="1848"/>
                  <a:pt x="36595" y="1815"/>
                  <a:pt x="36536" y="1756"/>
                </a:cubicBezTo>
                <a:cubicBezTo>
                  <a:pt x="36528" y="1748"/>
                  <a:pt x="36521" y="1745"/>
                  <a:pt x="36514" y="1745"/>
                </a:cubicBezTo>
                <a:cubicBezTo>
                  <a:pt x="36492" y="1745"/>
                  <a:pt x="36475" y="1779"/>
                  <a:pt x="36475" y="1847"/>
                </a:cubicBezTo>
                <a:lnTo>
                  <a:pt x="36445" y="1847"/>
                </a:lnTo>
                <a:cubicBezTo>
                  <a:pt x="36134" y="1904"/>
                  <a:pt x="35955" y="2249"/>
                  <a:pt x="35590" y="2249"/>
                </a:cubicBezTo>
                <a:cubicBezTo>
                  <a:pt x="35562" y="2249"/>
                  <a:pt x="35533" y="2247"/>
                  <a:pt x="35502" y="2242"/>
                </a:cubicBezTo>
                <a:cubicBezTo>
                  <a:pt x="35472" y="2242"/>
                  <a:pt x="35442" y="2303"/>
                  <a:pt x="35381" y="2303"/>
                </a:cubicBezTo>
                <a:lnTo>
                  <a:pt x="35229" y="2394"/>
                </a:lnTo>
                <a:cubicBezTo>
                  <a:pt x="35077" y="2486"/>
                  <a:pt x="35016" y="2638"/>
                  <a:pt x="35138" y="2759"/>
                </a:cubicBezTo>
                <a:lnTo>
                  <a:pt x="35077" y="2911"/>
                </a:lnTo>
                <a:lnTo>
                  <a:pt x="35077" y="2942"/>
                </a:lnTo>
                <a:cubicBezTo>
                  <a:pt x="35047" y="2962"/>
                  <a:pt x="35020" y="2972"/>
                  <a:pt x="34997" y="2972"/>
                </a:cubicBezTo>
                <a:cubicBezTo>
                  <a:pt x="34952" y="2972"/>
                  <a:pt x="34925" y="2931"/>
                  <a:pt x="34925" y="2850"/>
                </a:cubicBezTo>
                <a:lnTo>
                  <a:pt x="34925" y="2790"/>
                </a:lnTo>
                <a:cubicBezTo>
                  <a:pt x="34925" y="2698"/>
                  <a:pt x="34925" y="2698"/>
                  <a:pt x="34773" y="2668"/>
                </a:cubicBezTo>
                <a:cubicBezTo>
                  <a:pt x="34716" y="2656"/>
                  <a:pt x="34645" y="2645"/>
                  <a:pt x="34576" y="2645"/>
                </a:cubicBezTo>
                <a:cubicBezTo>
                  <a:pt x="34463" y="2645"/>
                  <a:pt x="34355" y="2676"/>
                  <a:pt x="34317" y="2790"/>
                </a:cubicBezTo>
                <a:cubicBezTo>
                  <a:pt x="34287" y="2972"/>
                  <a:pt x="34104" y="2850"/>
                  <a:pt x="34043" y="2942"/>
                </a:cubicBezTo>
                <a:cubicBezTo>
                  <a:pt x="33969" y="3016"/>
                  <a:pt x="33935" y="3110"/>
                  <a:pt x="33844" y="3110"/>
                </a:cubicBezTo>
                <a:cubicBezTo>
                  <a:pt x="33823" y="3110"/>
                  <a:pt x="33798" y="3105"/>
                  <a:pt x="33770" y="3093"/>
                </a:cubicBezTo>
                <a:lnTo>
                  <a:pt x="33648" y="3033"/>
                </a:lnTo>
                <a:lnTo>
                  <a:pt x="33405" y="3093"/>
                </a:lnTo>
                <a:cubicBezTo>
                  <a:pt x="33344" y="3245"/>
                  <a:pt x="33071" y="3306"/>
                  <a:pt x="33162" y="3519"/>
                </a:cubicBezTo>
                <a:cubicBezTo>
                  <a:pt x="33158" y="3523"/>
                  <a:pt x="33153" y="3525"/>
                  <a:pt x="33148" y="3525"/>
                </a:cubicBezTo>
                <a:cubicBezTo>
                  <a:pt x="33115" y="3525"/>
                  <a:pt x="33059" y="3442"/>
                  <a:pt x="32980" y="3337"/>
                </a:cubicBezTo>
                <a:lnTo>
                  <a:pt x="32736" y="3337"/>
                </a:lnTo>
                <a:cubicBezTo>
                  <a:pt x="32676" y="3458"/>
                  <a:pt x="32341" y="3549"/>
                  <a:pt x="32311" y="3610"/>
                </a:cubicBezTo>
                <a:cubicBezTo>
                  <a:pt x="32281" y="3671"/>
                  <a:pt x="32189" y="3701"/>
                  <a:pt x="32129" y="3701"/>
                </a:cubicBezTo>
                <a:cubicBezTo>
                  <a:pt x="32125" y="3698"/>
                  <a:pt x="32121" y="3697"/>
                  <a:pt x="32117" y="3697"/>
                </a:cubicBezTo>
                <a:cubicBezTo>
                  <a:pt x="32079" y="3697"/>
                  <a:pt x="32004" y="3802"/>
                  <a:pt x="31977" y="3884"/>
                </a:cubicBezTo>
                <a:cubicBezTo>
                  <a:pt x="31946" y="3945"/>
                  <a:pt x="31946" y="3975"/>
                  <a:pt x="32007" y="3975"/>
                </a:cubicBezTo>
                <a:cubicBezTo>
                  <a:pt x="32049" y="3954"/>
                  <a:pt x="32091" y="3919"/>
                  <a:pt x="32143" y="3919"/>
                </a:cubicBezTo>
                <a:cubicBezTo>
                  <a:pt x="32166" y="3919"/>
                  <a:pt x="32191" y="3926"/>
                  <a:pt x="32220" y="3945"/>
                </a:cubicBezTo>
                <a:cubicBezTo>
                  <a:pt x="32220" y="3945"/>
                  <a:pt x="32281" y="3975"/>
                  <a:pt x="32220" y="4005"/>
                </a:cubicBezTo>
                <a:cubicBezTo>
                  <a:pt x="32189" y="4036"/>
                  <a:pt x="32129" y="4066"/>
                  <a:pt x="32098" y="4066"/>
                </a:cubicBezTo>
                <a:lnTo>
                  <a:pt x="31885" y="4036"/>
                </a:lnTo>
                <a:cubicBezTo>
                  <a:pt x="31885" y="4070"/>
                  <a:pt x="31876" y="4082"/>
                  <a:pt x="31860" y="4082"/>
                </a:cubicBezTo>
                <a:cubicBezTo>
                  <a:pt x="31820" y="4082"/>
                  <a:pt x="31738" y="3997"/>
                  <a:pt x="31673" y="3975"/>
                </a:cubicBezTo>
                <a:cubicBezTo>
                  <a:pt x="31669" y="3973"/>
                  <a:pt x="31665" y="3972"/>
                  <a:pt x="31661" y="3972"/>
                </a:cubicBezTo>
                <a:cubicBezTo>
                  <a:pt x="31595" y="3972"/>
                  <a:pt x="31458" y="4195"/>
                  <a:pt x="31429" y="4309"/>
                </a:cubicBezTo>
                <a:cubicBezTo>
                  <a:pt x="31409" y="4390"/>
                  <a:pt x="31362" y="4431"/>
                  <a:pt x="31306" y="4431"/>
                </a:cubicBezTo>
                <a:cubicBezTo>
                  <a:pt x="31277" y="4431"/>
                  <a:pt x="31247" y="4421"/>
                  <a:pt x="31217" y="4400"/>
                </a:cubicBezTo>
                <a:lnTo>
                  <a:pt x="31429" y="4218"/>
                </a:lnTo>
                <a:cubicBezTo>
                  <a:pt x="31386" y="4183"/>
                  <a:pt x="31333" y="4171"/>
                  <a:pt x="31277" y="4171"/>
                </a:cubicBezTo>
                <a:cubicBezTo>
                  <a:pt x="31136" y="4171"/>
                  <a:pt x="30978" y="4249"/>
                  <a:pt x="30913" y="4249"/>
                </a:cubicBezTo>
                <a:cubicBezTo>
                  <a:pt x="30730" y="4279"/>
                  <a:pt x="30578" y="4340"/>
                  <a:pt x="30426" y="4431"/>
                </a:cubicBezTo>
                <a:cubicBezTo>
                  <a:pt x="30335" y="4492"/>
                  <a:pt x="30031" y="4613"/>
                  <a:pt x="29940" y="4674"/>
                </a:cubicBezTo>
                <a:cubicBezTo>
                  <a:pt x="29923" y="4680"/>
                  <a:pt x="29908" y="4682"/>
                  <a:pt x="29893" y="4682"/>
                </a:cubicBezTo>
                <a:cubicBezTo>
                  <a:pt x="29830" y="4682"/>
                  <a:pt x="29794" y="4633"/>
                  <a:pt x="29818" y="4583"/>
                </a:cubicBezTo>
                <a:cubicBezTo>
                  <a:pt x="29818" y="4522"/>
                  <a:pt x="29788" y="4492"/>
                  <a:pt x="29727" y="4492"/>
                </a:cubicBezTo>
                <a:cubicBezTo>
                  <a:pt x="29667" y="4522"/>
                  <a:pt x="29606" y="4583"/>
                  <a:pt x="29575" y="4644"/>
                </a:cubicBezTo>
                <a:lnTo>
                  <a:pt x="29484" y="4735"/>
                </a:lnTo>
                <a:cubicBezTo>
                  <a:pt x="29271" y="4826"/>
                  <a:pt x="28785" y="4948"/>
                  <a:pt x="28755" y="5008"/>
                </a:cubicBezTo>
                <a:cubicBezTo>
                  <a:pt x="28742" y="5047"/>
                  <a:pt x="28719" y="5063"/>
                  <a:pt x="28689" y="5063"/>
                </a:cubicBezTo>
                <a:cubicBezTo>
                  <a:pt x="28648" y="5063"/>
                  <a:pt x="28595" y="5031"/>
                  <a:pt x="28542" y="4978"/>
                </a:cubicBezTo>
                <a:lnTo>
                  <a:pt x="28451" y="5160"/>
                </a:lnTo>
                <a:cubicBezTo>
                  <a:pt x="28420" y="5191"/>
                  <a:pt x="28390" y="5221"/>
                  <a:pt x="28359" y="5221"/>
                </a:cubicBezTo>
                <a:lnTo>
                  <a:pt x="28086" y="5221"/>
                </a:lnTo>
                <a:cubicBezTo>
                  <a:pt x="27812" y="5404"/>
                  <a:pt x="27508" y="5495"/>
                  <a:pt x="27204" y="5586"/>
                </a:cubicBezTo>
                <a:lnTo>
                  <a:pt x="27144" y="5829"/>
                </a:lnTo>
                <a:cubicBezTo>
                  <a:pt x="27125" y="5867"/>
                  <a:pt x="27083" y="5893"/>
                  <a:pt x="27046" y="5893"/>
                </a:cubicBezTo>
                <a:cubicBezTo>
                  <a:pt x="27024" y="5893"/>
                  <a:pt x="27003" y="5883"/>
                  <a:pt x="26992" y="5859"/>
                </a:cubicBezTo>
                <a:cubicBezTo>
                  <a:pt x="26961" y="5829"/>
                  <a:pt x="26961" y="5768"/>
                  <a:pt x="26961" y="5738"/>
                </a:cubicBezTo>
                <a:lnTo>
                  <a:pt x="26961" y="5677"/>
                </a:lnTo>
                <a:cubicBezTo>
                  <a:pt x="26961" y="5654"/>
                  <a:pt x="26930" y="5644"/>
                  <a:pt x="26888" y="5644"/>
                </a:cubicBezTo>
                <a:cubicBezTo>
                  <a:pt x="26821" y="5644"/>
                  <a:pt x="26725" y="5670"/>
                  <a:pt x="26688" y="5708"/>
                </a:cubicBezTo>
                <a:cubicBezTo>
                  <a:pt x="26657" y="5768"/>
                  <a:pt x="26627" y="5799"/>
                  <a:pt x="26627" y="5859"/>
                </a:cubicBezTo>
                <a:lnTo>
                  <a:pt x="26627" y="5890"/>
                </a:lnTo>
                <a:cubicBezTo>
                  <a:pt x="26597" y="5920"/>
                  <a:pt x="26536" y="5981"/>
                  <a:pt x="26505" y="6011"/>
                </a:cubicBezTo>
                <a:lnTo>
                  <a:pt x="26323" y="6103"/>
                </a:lnTo>
                <a:cubicBezTo>
                  <a:pt x="26141" y="6224"/>
                  <a:pt x="25928" y="6376"/>
                  <a:pt x="25837" y="6407"/>
                </a:cubicBezTo>
                <a:cubicBezTo>
                  <a:pt x="25762" y="6353"/>
                  <a:pt x="25702" y="6330"/>
                  <a:pt x="25654" y="6330"/>
                </a:cubicBezTo>
                <a:cubicBezTo>
                  <a:pt x="25564" y="6330"/>
                  <a:pt x="25511" y="6410"/>
                  <a:pt x="25472" y="6528"/>
                </a:cubicBezTo>
                <a:cubicBezTo>
                  <a:pt x="25411" y="6559"/>
                  <a:pt x="25381" y="6559"/>
                  <a:pt x="25320" y="6559"/>
                </a:cubicBezTo>
                <a:cubicBezTo>
                  <a:pt x="25254" y="6502"/>
                  <a:pt x="25208" y="6481"/>
                  <a:pt x="25174" y="6481"/>
                </a:cubicBezTo>
                <a:cubicBezTo>
                  <a:pt x="25098" y="6481"/>
                  <a:pt x="25079" y="6587"/>
                  <a:pt x="25016" y="6650"/>
                </a:cubicBezTo>
                <a:lnTo>
                  <a:pt x="24986" y="6680"/>
                </a:lnTo>
                <a:cubicBezTo>
                  <a:pt x="24979" y="6687"/>
                  <a:pt x="24962" y="6689"/>
                  <a:pt x="24941" y="6689"/>
                </a:cubicBezTo>
                <a:cubicBezTo>
                  <a:pt x="24903" y="6689"/>
                  <a:pt x="24849" y="6682"/>
                  <a:pt x="24802" y="6682"/>
                </a:cubicBezTo>
                <a:cubicBezTo>
                  <a:pt x="24759" y="6682"/>
                  <a:pt x="24723" y="6688"/>
                  <a:pt x="24712" y="6711"/>
                </a:cubicBezTo>
                <a:cubicBezTo>
                  <a:pt x="24682" y="6802"/>
                  <a:pt x="24682" y="6893"/>
                  <a:pt x="24712" y="7015"/>
                </a:cubicBezTo>
                <a:lnTo>
                  <a:pt x="24438" y="7015"/>
                </a:lnTo>
                <a:cubicBezTo>
                  <a:pt x="24226" y="7015"/>
                  <a:pt x="24043" y="7075"/>
                  <a:pt x="23861" y="7166"/>
                </a:cubicBezTo>
                <a:cubicBezTo>
                  <a:pt x="23739" y="7197"/>
                  <a:pt x="23648" y="7227"/>
                  <a:pt x="23557" y="7258"/>
                </a:cubicBezTo>
                <a:cubicBezTo>
                  <a:pt x="23527" y="7288"/>
                  <a:pt x="23618" y="7349"/>
                  <a:pt x="23648" y="7349"/>
                </a:cubicBezTo>
                <a:cubicBezTo>
                  <a:pt x="23709" y="7379"/>
                  <a:pt x="23618" y="7440"/>
                  <a:pt x="23557" y="7440"/>
                </a:cubicBezTo>
                <a:cubicBezTo>
                  <a:pt x="23466" y="7470"/>
                  <a:pt x="23405" y="7501"/>
                  <a:pt x="23314" y="7562"/>
                </a:cubicBezTo>
                <a:lnTo>
                  <a:pt x="23223" y="7592"/>
                </a:lnTo>
                <a:cubicBezTo>
                  <a:pt x="23192" y="7592"/>
                  <a:pt x="23131" y="7562"/>
                  <a:pt x="23101" y="7531"/>
                </a:cubicBezTo>
                <a:lnTo>
                  <a:pt x="23101" y="7410"/>
                </a:lnTo>
                <a:cubicBezTo>
                  <a:pt x="23101" y="7379"/>
                  <a:pt x="23071" y="7349"/>
                  <a:pt x="23010" y="7349"/>
                </a:cubicBezTo>
                <a:lnTo>
                  <a:pt x="22979" y="7349"/>
                </a:lnTo>
                <a:cubicBezTo>
                  <a:pt x="22949" y="7379"/>
                  <a:pt x="22827" y="7683"/>
                  <a:pt x="22706" y="7683"/>
                </a:cubicBezTo>
                <a:cubicBezTo>
                  <a:pt x="22584" y="7683"/>
                  <a:pt x="22372" y="7744"/>
                  <a:pt x="22372" y="7805"/>
                </a:cubicBezTo>
                <a:cubicBezTo>
                  <a:pt x="22372" y="7866"/>
                  <a:pt x="22372" y="7957"/>
                  <a:pt x="22341" y="8018"/>
                </a:cubicBezTo>
                <a:cubicBezTo>
                  <a:pt x="22332" y="8036"/>
                  <a:pt x="22308" y="8044"/>
                  <a:pt x="22278" y="8044"/>
                </a:cubicBezTo>
                <a:cubicBezTo>
                  <a:pt x="22212" y="8044"/>
                  <a:pt x="22119" y="8008"/>
                  <a:pt x="22098" y="7987"/>
                </a:cubicBezTo>
                <a:cubicBezTo>
                  <a:pt x="22083" y="7980"/>
                  <a:pt x="22071" y="7976"/>
                  <a:pt x="22063" y="7976"/>
                </a:cubicBezTo>
                <a:cubicBezTo>
                  <a:pt x="22037" y="7976"/>
                  <a:pt x="22037" y="8010"/>
                  <a:pt x="22037" y="8078"/>
                </a:cubicBezTo>
                <a:lnTo>
                  <a:pt x="22037" y="8109"/>
                </a:lnTo>
                <a:lnTo>
                  <a:pt x="22037" y="8170"/>
                </a:lnTo>
                <a:cubicBezTo>
                  <a:pt x="22037" y="8191"/>
                  <a:pt x="21992" y="8213"/>
                  <a:pt x="21922" y="8213"/>
                </a:cubicBezTo>
                <a:cubicBezTo>
                  <a:pt x="21893" y="8213"/>
                  <a:pt x="21860" y="8209"/>
                  <a:pt x="21824" y="8200"/>
                </a:cubicBezTo>
                <a:lnTo>
                  <a:pt x="21703" y="8170"/>
                </a:lnTo>
                <a:lnTo>
                  <a:pt x="21672" y="8230"/>
                </a:lnTo>
                <a:lnTo>
                  <a:pt x="21703" y="8291"/>
                </a:lnTo>
                <a:cubicBezTo>
                  <a:pt x="21733" y="8352"/>
                  <a:pt x="21672" y="8413"/>
                  <a:pt x="21581" y="8443"/>
                </a:cubicBezTo>
                <a:lnTo>
                  <a:pt x="21520" y="8413"/>
                </a:lnTo>
                <a:lnTo>
                  <a:pt x="21399" y="8382"/>
                </a:lnTo>
                <a:cubicBezTo>
                  <a:pt x="21448" y="8333"/>
                  <a:pt x="21477" y="8265"/>
                  <a:pt x="21487" y="8208"/>
                </a:cubicBezTo>
                <a:lnTo>
                  <a:pt x="21487" y="8208"/>
                </a:lnTo>
                <a:cubicBezTo>
                  <a:pt x="21473" y="8170"/>
                  <a:pt x="21425" y="8170"/>
                  <a:pt x="21399" y="8170"/>
                </a:cubicBezTo>
                <a:cubicBezTo>
                  <a:pt x="21368" y="8170"/>
                  <a:pt x="21338" y="8382"/>
                  <a:pt x="21338" y="8443"/>
                </a:cubicBezTo>
                <a:cubicBezTo>
                  <a:pt x="21338" y="8534"/>
                  <a:pt x="21186" y="8534"/>
                  <a:pt x="21125" y="8534"/>
                </a:cubicBezTo>
                <a:cubicBezTo>
                  <a:pt x="21065" y="8504"/>
                  <a:pt x="21004" y="8443"/>
                  <a:pt x="20973" y="8382"/>
                </a:cubicBezTo>
                <a:lnTo>
                  <a:pt x="20700" y="8382"/>
                </a:lnTo>
                <a:cubicBezTo>
                  <a:pt x="20578" y="8382"/>
                  <a:pt x="20639" y="8261"/>
                  <a:pt x="20669" y="8200"/>
                </a:cubicBezTo>
                <a:cubicBezTo>
                  <a:pt x="20685" y="8192"/>
                  <a:pt x="20685" y="8189"/>
                  <a:pt x="20673" y="8189"/>
                </a:cubicBezTo>
                <a:cubicBezTo>
                  <a:pt x="20637" y="8189"/>
                  <a:pt x="20495" y="8223"/>
                  <a:pt x="20335" y="8291"/>
                </a:cubicBezTo>
                <a:lnTo>
                  <a:pt x="20213" y="8443"/>
                </a:lnTo>
                <a:lnTo>
                  <a:pt x="20122" y="8595"/>
                </a:lnTo>
                <a:cubicBezTo>
                  <a:pt x="20001" y="8534"/>
                  <a:pt x="19818" y="8413"/>
                  <a:pt x="19818" y="8413"/>
                </a:cubicBezTo>
                <a:cubicBezTo>
                  <a:pt x="19812" y="8407"/>
                  <a:pt x="19808" y="8404"/>
                  <a:pt x="19804" y="8404"/>
                </a:cubicBezTo>
                <a:cubicBezTo>
                  <a:pt x="19788" y="8404"/>
                  <a:pt x="19788" y="8449"/>
                  <a:pt x="19788" y="8473"/>
                </a:cubicBezTo>
                <a:cubicBezTo>
                  <a:pt x="19788" y="8534"/>
                  <a:pt x="19818" y="8595"/>
                  <a:pt x="19818" y="8656"/>
                </a:cubicBezTo>
                <a:cubicBezTo>
                  <a:pt x="19818" y="8686"/>
                  <a:pt x="20001" y="8747"/>
                  <a:pt x="20061" y="8808"/>
                </a:cubicBezTo>
                <a:cubicBezTo>
                  <a:pt x="20083" y="8829"/>
                  <a:pt x="20120" y="8851"/>
                  <a:pt x="20161" y="8851"/>
                </a:cubicBezTo>
                <a:cubicBezTo>
                  <a:pt x="20178" y="8851"/>
                  <a:pt x="20196" y="8847"/>
                  <a:pt x="20213" y="8838"/>
                </a:cubicBezTo>
                <a:cubicBezTo>
                  <a:pt x="20213" y="8838"/>
                  <a:pt x="20397" y="8498"/>
                  <a:pt x="20545" y="8498"/>
                </a:cubicBezTo>
                <a:cubicBezTo>
                  <a:pt x="20556" y="8498"/>
                  <a:pt x="20567" y="8500"/>
                  <a:pt x="20578" y="8504"/>
                </a:cubicBezTo>
                <a:cubicBezTo>
                  <a:pt x="20730" y="8534"/>
                  <a:pt x="20852" y="8656"/>
                  <a:pt x="20852" y="8747"/>
                </a:cubicBezTo>
                <a:lnTo>
                  <a:pt x="20852" y="8838"/>
                </a:lnTo>
                <a:cubicBezTo>
                  <a:pt x="20852" y="8869"/>
                  <a:pt x="20761" y="8899"/>
                  <a:pt x="20730" y="8899"/>
                </a:cubicBezTo>
                <a:lnTo>
                  <a:pt x="20700" y="8899"/>
                </a:lnTo>
                <a:cubicBezTo>
                  <a:pt x="20669" y="8869"/>
                  <a:pt x="20669" y="8808"/>
                  <a:pt x="20700" y="8777"/>
                </a:cubicBezTo>
                <a:cubicBezTo>
                  <a:pt x="20730" y="8777"/>
                  <a:pt x="20669" y="8686"/>
                  <a:pt x="20639" y="8686"/>
                </a:cubicBezTo>
                <a:cubicBezTo>
                  <a:pt x="20638" y="8685"/>
                  <a:pt x="20636" y="8684"/>
                  <a:pt x="20633" y="8684"/>
                </a:cubicBezTo>
                <a:cubicBezTo>
                  <a:pt x="20589" y="8684"/>
                  <a:pt x="20392" y="8966"/>
                  <a:pt x="20305" y="9081"/>
                </a:cubicBezTo>
                <a:cubicBezTo>
                  <a:pt x="20229" y="9182"/>
                  <a:pt x="20154" y="9241"/>
                  <a:pt x="20113" y="9241"/>
                </a:cubicBezTo>
                <a:cubicBezTo>
                  <a:pt x="20104" y="9241"/>
                  <a:pt x="20097" y="9239"/>
                  <a:pt x="20092" y="9233"/>
                </a:cubicBezTo>
                <a:cubicBezTo>
                  <a:pt x="20061" y="9173"/>
                  <a:pt x="20031" y="9112"/>
                  <a:pt x="20001" y="9021"/>
                </a:cubicBezTo>
                <a:cubicBezTo>
                  <a:pt x="20001" y="8960"/>
                  <a:pt x="19940" y="8899"/>
                  <a:pt x="19879" y="8838"/>
                </a:cubicBezTo>
                <a:lnTo>
                  <a:pt x="19818" y="8808"/>
                </a:lnTo>
                <a:cubicBezTo>
                  <a:pt x="19818" y="8777"/>
                  <a:pt x="19788" y="8762"/>
                  <a:pt x="19758" y="8762"/>
                </a:cubicBezTo>
                <a:cubicBezTo>
                  <a:pt x="19727" y="8762"/>
                  <a:pt x="19697" y="8777"/>
                  <a:pt x="19697" y="8808"/>
                </a:cubicBezTo>
                <a:cubicBezTo>
                  <a:pt x="19727" y="8899"/>
                  <a:pt x="19788" y="8990"/>
                  <a:pt x="19849" y="9081"/>
                </a:cubicBezTo>
                <a:cubicBezTo>
                  <a:pt x="19879" y="9142"/>
                  <a:pt x="19636" y="9325"/>
                  <a:pt x="19575" y="9416"/>
                </a:cubicBezTo>
                <a:cubicBezTo>
                  <a:pt x="19514" y="9477"/>
                  <a:pt x="19332" y="9537"/>
                  <a:pt x="19302" y="9537"/>
                </a:cubicBezTo>
                <a:cubicBezTo>
                  <a:pt x="19210" y="9568"/>
                  <a:pt x="19119" y="9629"/>
                  <a:pt x="19058" y="9720"/>
                </a:cubicBezTo>
                <a:lnTo>
                  <a:pt x="18906" y="9598"/>
                </a:lnTo>
                <a:lnTo>
                  <a:pt x="18876" y="9598"/>
                </a:lnTo>
                <a:cubicBezTo>
                  <a:pt x="18785" y="9629"/>
                  <a:pt x="18694" y="9659"/>
                  <a:pt x="18633" y="9720"/>
                </a:cubicBezTo>
                <a:lnTo>
                  <a:pt x="18450" y="9720"/>
                </a:lnTo>
                <a:cubicBezTo>
                  <a:pt x="18425" y="9771"/>
                  <a:pt x="18442" y="9886"/>
                  <a:pt x="18466" y="9886"/>
                </a:cubicBezTo>
                <a:cubicBezTo>
                  <a:pt x="18471" y="9886"/>
                  <a:pt x="18476" y="9882"/>
                  <a:pt x="18481" y="9872"/>
                </a:cubicBezTo>
                <a:cubicBezTo>
                  <a:pt x="18491" y="9862"/>
                  <a:pt x="18518" y="9858"/>
                  <a:pt x="18552" y="9858"/>
                </a:cubicBezTo>
                <a:cubicBezTo>
                  <a:pt x="18619" y="9858"/>
                  <a:pt x="18714" y="9872"/>
                  <a:pt x="18754" y="9872"/>
                </a:cubicBezTo>
                <a:cubicBezTo>
                  <a:pt x="18846" y="9902"/>
                  <a:pt x="18785" y="10024"/>
                  <a:pt x="18663" y="10115"/>
                </a:cubicBezTo>
                <a:lnTo>
                  <a:pt x="18481" y="9993"/>
                </a:lnTo>
                <a:cubicBezTo>
                  <a:pt x="18435" y="9978"/>
                  <a:pt x="18397" y="9963"/>
                  <a:pt x="18363" y="9963"/>
                </a:cubicBezTo>
                <a:cubicBezTo>
                  <a:pt x="18329" y="9963"/>
                  <a:pt x="18299" y="9978"/>
                  <a:pt x="18268" y="10024"/>
                </a:cubicBezTo>
                <a:lnTo>
                  <a:pt x="18177" y="10206"/>
                </a:lnTo>
                <a:cubicBezTo>
                  <a:pt x="18025" y="10206"/>
                  <a:pt x="17843" y="10236"/>
                  <a:pt x="17691" y="10267"/>
                </a:cubicBezTo>
                <a:cubicBezTo>
                  <a:pt x="17599" y="10388"/>
                  <a:pt x="17539" y="10540"/>
                  <a:pt x="17508" y="10692"/>
                </a:cubicBezTo>
                <a:cubicBezTo>
                  <a:pt x="17508" y="10784"/>
                  <a:pt x="17539" y="10875"/>
                  <a:pt x="17539" y="10875"/>
                </a:cubicBezTo>
                <a:cubicBezTo>
                  <a:pt x="17554" y="10882"/>
                  <a:pt x="17573" y="10884"/>
                  <a:pt x="17593" y="10884"/>
                </a:cubicBezTo>
                <a:cubicBezTo>
                  <a:pt x="17614" y="10884"/>
                  <a:pt x="17636" y="10882"/>
                  <a:pt x="17656" y="10882"/>
                </a:cubicBezTo>
                <a:cubicBezTo>
                  <a:pt x="17698" y="10882"/>
                  <a:pt x="17736" y="10890"/>
                  <a:pt x="17751" y="10936"/>
                </a:cubicBezTo>
                <a:cubicBezTo>
                  <a:pt x="17751" y="10966"/>
                  <a:pt x="17721" y="11027"/>
                  <a:pt x="17721" y="11027"/>
                </a:cubicBezTo>
                <a:cubicBezTo>
                  <a:pt x="17660" y="11057"/>
                  <a:pt x="17569" y="11057"/>
                  <a:pt x="17478" y="11057"/>
                </a:cubicBezTo>
                <a:lnTo>
                  <a:pt x="17417" y="11027"/>
                </a:lnTo>
                <a:cubicBezTo>
                  <a:pt x="17387" y="10936"/>
                  <a:pt x="17204" y="10571"/>
                  <a:pt x="17143" y="10449"/>
                </a:cubicBezTo>
                <a:cubicBezTo>
                  <a:pt x="17083" y="10358"/>
                  <a:pt x="17052" y="10236"/>
                  <a:pt x="16991" y="10115"/>
                </a:cubicBezTo>
                <a:cubicBezTo>
                  <a:pt x="16991" y="10084"/>
                  <a:pt x="16931" y="10084"/>
                  <a:pt x="16840" y="10084"/>
                </a:cubicBezTo>
                <a:lnTo>
                  <a:pt x="16748" y="10054"/>
                </a:lnTo>
                <a:lnTo>
                  <a:pt x="16718" y="10024"/>
                </a:lnTo>
                <a:lnTo>
                  <a:pt x="16718" y="10024"/>
                </a:lnTo>
                <a:cubicBezTo>
                  <a:pt x="16688" y="10145"/>
                  <a:pt x="16718" y="10236"/>
                  <a:pt x="16748" y="10328"/>
                </a:cubicBezTo>
                <a:lnTo>
                  <a:pt x="16536" y="10388"/>
                </a:lnTo>
                <a:cubicBezTo>
                  <a:pt x="16505" y="10419"/>
                  <a:pt x="16444" y="10419"/>
                  <a:pt x="16444" y="10419"/>
                </a:cubicBezTo>
                <a:cubicBezTo>
                  <a:pt x="16444" y="10449"/>
                  <a:pt x="16414" y="10480"/>
                  <a:pt x="16414" y="10510"/>
                </a:cubicBezTo>
                <a:cubicBezTo>
                  <a:pt x="16566" y="10480"/>
                  <a:pt x="16718" y="10449"/>
                  <a:pt x="16870" y="10419"/>
                </a:cubicBezTo>
                <a:cubicBezTo>
                  <a:pt x="16881" y="10416"/>
                  <a:pt x="16891" y="10415"/>
                  <a:pt x="16899" y="10415"/>
                </a:cubicBezTo>
                <a:cubicBezTo>
                  <a:pt x="16986" y="10415"/>
                  <a:pt x="16958" y="10543"/>
                  <a:pt x="16931" y="10571"/>
                </a:cubicBezTo>
                <a:cubicBezTo>
                  <a:pt x="16870" y="10601"/>
                  <a:pt x="16809" y="10632"/>
                  <a:pt x="16718" y="10662"/>
                </a:cubicBezTo>
                <a:cubicBezTo>
                  <a:pt x="16688" y="10677"/>
                  <a:pt x="16650" y="10685"/>
                  <a:pt x="16612" y="10685"/>
                </a:cubicBezTo>
                <a:cubicBezTo>
                  <a:pt x="16574" y="10685"/>
                  <a:pt x="16536" y="10677"/>
                  <a:pt x="16505" y="10662"/>
                </a:cubicBezTo>
                <a:cubicBezTo>
                  <a:pt x="16444" y="10662"/>
                  <a:pt x="16414" y="10692"/>
                  <a:pt x="16414" y="10753"/>
                </a:cubicBezTo>
                <a:lnTo>
                  <a:pt x="16414" y="10814"/>
                </a:lnTo>
                <a:lnTo>
                  <a:pt x="16414" y="10844"/>
                </a:lnTo>
                <a:cubicBezTo>
                  <a:pt x="16384" y="10905"/>
                  <a:pt x="16596" y="10996"/>
                  <a:pt x="16688" y="10996"/>
                </a:cubicBezTo>
                <a:cubicBezTo>
                  <a:pt x="16779" y="11027"/>
                  <a:pt x="16870" y="11057"/>
                  <a:pt x="16991" y="11118"/>
                </a:cubicBezTo>
                <a:cubicBezTo>
                  <a:pt x="17022" y="11148"/>
                  <a:pt x="16961" y="11179"/>
                  <a:pt x="16840" y="11209"/>
                </a:cubicBezTo>
                <a:lnTo>
                  <a:pt x="16748" y="11209"/>
                </a:lnTo>
                <a:cubicBezTo>
                  <a:pt x="16688" y="11209"/>
                  <a:pt x="16627" y="11148"/>
                  <a:pt x="16596" y="11118"/>
                </a:cubicBezTo>
                <a:cubicBezTo>
                  <a:pt x="16536" y="11088"/>
                  <a:pt x="16475" y="11057"/>
                  <a:pt x="16414" y="11057"/>
                </a:cubicBezTo>
                <a:lnTo>
                  <a:pt x="16292" y="11179"/>
                </a:lnTo>
                <a:cubicBezTo>
                  <a:pt x="16171" y="11088"/>
                  <a:pt x="16049" y="10905"/>
                  <a:pt x="16019" y="10905"/>
                </a:cubicBezTo>
                <a:cubicBezTo>
                  <a:pt x="15988" y="10844"/>
                  <a:pt x="15958" y="10814"/>
                  <a:pt x="15958" y="10753"/>
                </a:cubicBezTo>
                <a:cubicBezTo>
                  <a:pt x="15988" y="10723"/>
                  <a:pt x="16049" y="10662"/>
                  <a:pt x="16110" y="10632"/>
                </a:cubicBezTo>
                <a:lnTo>
                  <a:pt x="16232" y="10632"/>
                </a:lnTo>
                <a:cubicBezTo>
                  <a:pt x="16271" y="10690"/>
                  <a:pt x="16310" y="10724"/>
                  <a:pt x="16333" y="10724"/>
                </a:cubicBezTo>
                <a:cubicBezTo>
                  <a:pt x="16346" y="10724"/>
                  <a:pt x="16353" y="10714"/>
                  <a:pt x="16353" y="10692"/>
                </a:cubicBezTo>
                <a:lnTo>
                  <a:pt x="16353" y="10632"/>
                </a:lnTo>
                <a:lnTo>
                  <a:pt x="16353" y="10540"/>
                </a:lnTo>
                <a:cubicBezTo>
                  <a:pt x="16323" y="10449"/>
                  <a:pt x="16323" y="10358"/>
                  <a:pt x="16292" y="10297"/>
                </a:cubicBezTo>
                <a:lnTo>
                  <a:pt x="16262" y="10297"/>
                </a:lnTo>
                <a:cubicBezTo>
                  <a:pt x="16247" y="10282"/>
                  <a:pt x="16232" y="10274"/>
                  <a:pt x="16216" y="10274"/>
                </a:cubicBezTo>
                <a:cubicBezTo>
                  <a:pt x="16201" y="10274"/>
                  <a:pt x="16186" y="10282"/>
                  <a:pt x="16171" y="10297"/>
                </a:cubicBezTo>
                <a:lnTo>
                  <a:pt x="16019" y="10449"/>
                </a:lnTo>
                <a:cubicBezTo>
                  <a:pt x="15867" y="10662"/>
                  <a:pt x="15867" y="10936"/>
                  <a:pt x="16019" y="11148"/>
                </a:cubicBezTo>
                <a:cubicBezTo>
                  <a:pt x="16110" y="11270"/>
                  <a:pt x="15928" y="11361"/>
                  <a:pt x="15867" y="11361"/>
                </a:cubicBezTo>
                <a:cubicBezTo>
                  <a:pt x="15745" y="11331"/>
                  <a:pt x="15654" y="11270"/>
                  <a:pt x="15563" y="11209"/>
                </a:cubicBezTo>
                <a:cubicBezTo>
                  <a:pt x="15558" y="11199"/>
                  <a:pt x="15550" y="11195"/>
                  <a:pt x="15541" y="11195"/>
                </a:cubicBezTo>
                <a:cubicBezTo>
                  <a:pt x="15493" y="11195"/>
                  <a:pt x="15396" y="11305"/>
                  <a:pt x="15320" y="11331"/>
                </a:cubicBezTo>
                <a:cubicBezTo>
                  <a:pt x="15229" y="11361"/>
                  <a:pt x="15381" y="11361"/>
                  <a:pt x="15472" y="11361"/>
                </a:cubicBezTo>
                <a:cubicBezTo>
                  <a:pt x="15563" y="11361"/>
                  <a:pt x="15533" y="11483"/>
                  <a:pt x="15472" y="11513"/>
                </a:cubicBezTo>
                <a:cubicBezTo>
                  <a:pt x="15411" y="11574"/>
                  <a:pt x="15320" y="11604"/>
                  <a:pt x="15229" y="11635"/>
                </a:cubicBezTo>
                <a:lnTo>
                  <a:pt x="15198" y="11695"/>
                </a:lnTo>
                <a:lnTo>
                  <a:pt x="15198" y="11726"/>
                </a:lnTo>
                <a:cubicBezTo>
                  <a:pt x="15191" y="11729"/>
                  <a:pt x="15180" y="11731"/>
                  <a:pt x="15166" y="11731"/>
                </a:cubicBezTo>
                <a:cubicBezTo>
                  <a:pt x="15083" y="11731"/>
                  <a:pt x="14889" y="11678"/>
                  <a:pt x="14767" y="11678"/>
                </a:cubicBezTo>
                <a:cubicBezTo>
                  <a:pt x="14730" y="11678"/>
                  <a:pt x="14700" y="11683"/>
                  <a:pt x="14681" y="11695"/>
                </a:cubicBezTo>
                <a:cubicBezTo>
                  <a:pt x="14606" y="11770"/>
                  <a:pt x="14387" y="11825"/>
                  <a:pt x="14329" y="11825"/>
                </a:cubicBezTo>
                <a:cubicBezTo>
                  <a:pt x="14316" y="11825"/>
                  <a:pt x="14311" y="11822"/>
                  <a:pt x="14317" y="11817"/>
                </a:cubicBezTo>
                <a:cubicBezTo>
                  <a:pt x="14317" y="11791"/>
                  <a:pt x="14306" y="11782"/>
                  <a:pt x="14293" y="11782"/>
                </a:cubicBezTo>
                <a:cubicBezTo>
                  <a:pt x="14276" y="11782"/>
                  <a:pt x="14256" y="11799"/>
                  <a:pt x="14256" y="11817"/>
                </a:cubicBezTo>
                <a:cubicBezTo>
                  <a:pt x="14256" y="11847"/>
                  <a:pt x="14347" y="12151"/>
                  <a:pt x="14256" y="12212"/>
                </a:cubicBezTo>
                <a:cubicBezTo>
                  <a:pt x="14180" y="12243"/>
                  <a:pt x="14096" y="12258"/>
                  <a:pt x="14013" y="12258"/>
                </a:cubicBezTo>
                <a:cubicBezTo>
                  <a:pt x="13929" y="12258"/>
                  <a:pt x="13846" y="12243"/>
                  <a:pt x="13770" y="12212"/>
                </a:cubicBezTo>
                <a:cubicBezTo>
                  <a:pt x="13763" y="12210"/>
                  <a:pt x="13756" y="12209"/>
                  <a:pt x="13750" y="12209"/>
                </a:cubicBezTo>
                <a:cubicBezTo>
                  <a:pt x="13674" y="12209"/>
                  <a:pt x="13648" y="12369"/>
                  <a:pt x="13648" y="12425"/>
                </a:cubicBezTo>
                <a:cubicBezTo>
                  <a:pt x="13648" y="12486"/>
                  <a:pt x="13466" y="12516"/>
                  <a:pt x="13405" y="12516"/>
                </a:cubicBezTo>
                <a:cubicBezTo>
                  <a:pt x="13314" y="12547"/>
                  <a:pt x="13222" y="12577"/>
                  <a:pt x="13131" y="12668"/>
                </a:cubicBezTo>
                <a:lnTo>
                  <a:pt x="13070" y="12850"/>
                </a:lnTo>
                <a:lnTo>
                  <a:pt x="13070" y="12911"/>
                </a:lnTo>
                <a:cubicBezTo>
                  <a:pt x="13055" y="12942"/>
                  <a:pt x="13025" y="12957"/>
                  <a:pt x="12994" y="12957"/>
                </a:cubicBezTo>
                <a:cubicBezTo>
                  <a:pt x="12964" y="12957"/>
                  <a:pt x="12934" y="12942"/>
                  <a:pt x="12918" y="12911"/>
                </a:cubicBezTo>
                <a:cubicBezTo>
                  <a:pt x="12888" y="12881"/>
                  <a:pt x="12858" y="12881"/>
                  <a:pt x="12766" y="12881"/>
                </a:cubicBezTo>
                <a:lnTo>
                  <a:pt x="12736" y="12881"/>
                </a:lnTo>
                <a:lnTo>
                  <a:pt x="12645" y="12820"/>
                </a:lnTo>
                <a:cubicBezTo>
                  <a:pt x="12610" y="12797"/>
                  <a:pt x="12580" y="12787"/>
                  <a:pt x="12555" y="12787"/>
                </a:cubicBezTo>
                <a:cubicBezTo>
                  <a:pt x="12516" y="12787"/>
                  <a:pt x="12493" y="12813"/>
                  <a:pt x="12493" y="12850"/>
                </a:cubicBezTo>
                <a:lnTo>
                  <a:pt x="12554" y="12881"/>
                </a:lnTo>
                <a:lnTo>
                  <a:pt x="12736" y="13002"/>
                </a:lnTo>
                <a:cubicBezTo>
                  <a:pt x="12706" y="13124"/>
                  <a:pt x="12645" y="13215"/>
                  <a:pt x="12554" y="13276"/>
                </a:cubicBezTo>
                <a:cubicBezTo>
                  <a:pt x="12523" y="13276"/>
                  <a:pt x="12341" y="13185"/>
                  <a:pt x="12159" y="13094"/>
                </a:cubicBezTo>
                <a:lnTo>
                  <a:pt x="12067" y="13276"/>
                </a:lnTo>
                <a:lnTo>
                  <a:pt x="12037" y="13337"/>
                </a:lnTo>
                <a:cubicBezTo>
                  <a:pt x="12037" y="13381"/>
                  <a:pt x="11988" y="13410"/>
                  <a:pt x="11938" y="13410"/>
                </a:cubicBezTo>
                <a:cubicBezTo>
                  <a:pt x="11920" y="13410"/>
                  <a:pt x="11901" y="13406"/>
                  <a:pt x="11885" y="13398"/>
                </a:cubicBezTo>
                <a:cubicBezTo>
                  <a:pt x="11824" y="13458"/>
                  <a:pt x="11824" y="13519"/>
                  <a:pt x="11763" y="13580"/>
                </a:cubicBezTo>
                <a:cubicBezTo>
                  <a:pt x="11733" y="13595"/>
                  <a:pt x="11703" y="13603"/>
                  <a:pt x="11676" y="13603"/>
                </a:cubicBezTo>
                <a:cubicBezTo>
                  <a:pt x="11649" y="13603"/>
                  <a:pt x="11627" y="13595"/>
                  <a:pt x="11611" y="13580"/>
                </a:cubicBezTo>
                <a:lnTo>
                  <a:pt x="11429" y="13489"/>
                </a:lnTo>
                <a:lnTo>
                  <a:pt x="11429" y="13489"/>
                </a:lnTo>
                <a:cubicBezTo>
                  <a:pt x="11399" y="13580"/>
                  <a:pt x="11429" y="13702"/>
                  <a:pt x="11490" y="13793"/>
                </a:cubicBezTo>
                <a:cubicBezTo>
                  <a:pt x="11520" y="13823"/>
                  <a:pt x="11459" y="13914"/>
                  <a:pt x="11429" y="13975"/>
                </a:cubicBezTo>
                <a:cubicBezTo>
                  <a:pt x="11399" y="14005"/>
                  <a:pt x="11429" y="14005"/>
                  <a:pt x="11459" y="14005"/>
                </a:cubicBezTo>
                <a:lnTo>
                  <a:pt x="11520" y="14036"/>
                </a:lnTo>
                <a:cubicBezTo>
                  <a:pt x="11563" y="14078"/>
                  <a:pt x="11605" y="14135"/>
                  <a:pt x="11668" y="14135"/>
                </a:cubicBezTo>
                <a:cubicBezTo>
                  <a:pt x="11695" y="14135"/>
                  <a:pt x="11726" y="14124"/>
                  <a:pt x="11763" y="14097"/>
                </a:cubicBezTo>
                <a:cubicBezTo>
                  <a:pt x="11763" y="14066"/>
                  <a:pt x="11703" y="13975"/>
                  <a:pt x="11703" y="13914"/>
                </a:cubicBezTo>
                <a:lnTo>
                  <a:pt x="11703" y="13884"/>
                </a:lnTo>
                <a:cubicBezTo>
                  <a:pt x="11794" y="13884"/>
                  <a:pt x="11976" y="13732"/>
                  <a:pt x="11915" y="13702"/>
                </a:cubicBezTo>
                <a:cubicBezTo>
                  <a:pt x="11885" y="13641"/>
                  <a:pt x="12067" y="13610"/>
                  <a:pt x="12128" y="13610"/>
                </a:cubicBezTo>
                <a:cubicBezTo>
                  <a:pt x="12189" y="13610"/>
                  <a:pt x="12280" y="13489"/>
                  <a:pt x="12311" y="13428"/>
                </a:cubicBezTo>
                <a:cubicBezTo>
                  <a:pt x="12311" y="13423"/>
                  <a:pt x="12312" y="13420"/>
                  <a:pt x="12315" y="13420"/>
                </a:cubicBezTo>
                <a:cubicBezTo>
                  <a:pt x="12331" y="13420"/>
                  <a:pt x="12381" y="13484"/>
                  <a:pt x="12432" y="13610"/>
                </a:cubicBezTo>
                <a:lnTo>
                  <a:pt x="12615" y="13458"/>
                </a:lnTo>
                <a:lnTo>
                  <a:pt x="12615" y="13458"/>
                </a:lnTo>
                <a:cubicBezTo>
                  <a:pt x="12645" y="13519"/>
                  <a:pt x="12584" y="13762"/>
                  <a:pt x="12493" y="13793"/>
                </a:cubicBezTo>
                <a:cubicBezTo>
                  <a:pt x="12371" y="13793"/>
                  <a:pt x="12098" y="13823"/>
                  <a:pt x="12007" y="13854"/>
                </a:cubicBezTo>
                <a:cubicBezTo>
                  <a:pt x="11915" y="13854"/>
                  <a:pt x="11885" y="13975"/>
                  <a:pt x="11915" y="14097"/>
                </a:cubicBezTo>
                <a:lnTo>
                  <a:pt x="11855" y="14157"/>
                </a:lnTo>
                <a:lnTo>
                  <a:pt x="11733" y="14279"/>
                </a:lnTo>
                <a:cubicBezTo>
                  <a:pt x="11611" y="14340"/>
                  <a:pt x="11490" y="14370"/>
                  <a:pt x="11399" y="14431"/>
                </a:cubicBezTo>
                <a:lnTo>
                  <a:pt x="11216" y="14431"/>
                </a:lnTo>
                <a:lnTo>
                  <a:pt x="11125" y="14401"/>
                </a:lnTo>
                <a:cubicBezTo>
                  <a:pt x="10943" y="14401"/>
                  <a:pt x="10791" y="14461"/>
                  <a:pt x="10639" y="14553"/>
                </a:cubicBezTo>
                <a:cubicBezTo>
                  <a:pt x="10562" y="14604"/>
                  <a:pt x="10422" y="14719"/>
                  <a:pt x="10343" y="14719"/>
                </a:cubicBezTo>
                <a:cubicBezTo>
                  <a:pt x="10327" y="14719"/>
                  <a:pt x="10314" y="14714"/>
                  <a:pt x="10304" y="14705"/>
                </a:cubicBezTo>
                <a:cubicBezTo>
                  <a:pt x="10300" y="14700"/>
                  <a:pt x="10294" y="14698"/>
                  <a:pt x="10287" y="14698"/>
                </a:cubicBezTo>
                <a:cubicBezTo>
                  <a:pt x="10242" y="14698"/>
                  <a:pt x="10148" y="14770"/>
                  <a:pt x="10122" y="14796"/>
                </a:cubicBezTo>
                <a:cubicBezTo>
                  <a:pt x="10105" y="14813"/>
                  <a:pt x="10127" y="14831"/>
                  <a:pt x="10179" y="14831"/>
                </a:cubicBezTo>
                <a:cubicBezTo>
                  <a:pt x="10217" y="14831"/>
                  <a:pt x="10271" y="14821"/>
                  <a:pt x="10335" y="14796"/>
                </a:cubicBezTo>
                <a:lnTo>
                  <a:pt x="10426" y="14765"/>
                </a:lnTo>
                <a:cubicBezTo>
                  <a:pt x="10456" y="14765"/>
                  <a:pt x="10487" y="14796"/>
                  <a:pt x="10487" y="14826"/>
                </a:cubicBezTo>
                <a:cubicBezTo>
                  <a:pt x="10487" y="14857"/>
                  <a:pt x="10517" y="14887"/>
                  <a:pt x="10487" y="14887"/>
                </a:cubicBezTo>
                <a:cubicBezTo>
                  <a:pt x="10396" y="14978"/>
                  <a:pt x="10274" y="15039"/>
                  <a:pt x="10152" y="15100"/>
                </a:cubicBezTo>
                <a:cubicBezTo>
                  <a:pt x="10092" y="15100"/>
                  <a:pt x="10061" y="15100"/>
                  <a:pt x="10000" y="15069"/>
                </a:cubicBezTo>
                <a:lnTo>
                  <a:pt x="9970" y="15009"/>
                </a:lnTo>
                <a:cubicBezTo>
                  <a:pt x="9849" y="14948"/>
                  <a:pt x="9636" y="14705"/>
                  <a:pt x="9514" y="14705"/>
                </a:cubicBezTo>
                <a:cubicBezTo>
                  <a:pt x="9393" y="14705"/>
                  <a:pt x="9393" y="14735"/>
                  <a:pt x="9514" y="14765"/>
                </a:cubicBezTo>
                <a:lnTo>
                  <a:pt x="9545" y="14796"/>
                </a:lnTo>
                <a:lnTo>
                  <a:pt x="9605" y="14826"/>
                </a:lnTo>
                <a:cubicBezTo>
                  <a:pt x="9636" y="14978"/>
                  <a:pt x="9636" y="15100"/>
                  <a:pt x="9636" y="15252"/>
                </a:cubicBezTo>
                <a:lnTo>
                  <a:pt x="9514" y="15282"/>
                </a:lnTo>
                <a:cubicBezTo>
                  <a:pt x="9453" y="15282"/>
                  <a:pt x="9362" y="15282"/>
                  <a:pt x="9301" y="15252"/>
                </a:cubicBezTo>
                <a:cubicBezTo>
                  <a:pt x="9241" y="15191"/>
                  <a:pt x="9271" y="15100"/>
                  <a:pt x="9393" y="15100"/>
                </a:cubicBezTo>
                <a:lnTo>
                  <a:pt x="9423" y="15100"/>
                </a:lnTo>
                <a:cubicBezTo>
                  <a:pt x="9484" y="15039"/>
                  <a:pt x="9332" y="14917"/>
                  <a:pt x="9271" y="14917"/>
                </a:cubicBezTo>
                <a:lnTo>
                  <a:pt x="9028" y="14917"/>
                </a:lnTo>
                <a:cubicBezTo>
                  <a:pt x="8845" y="14917"/>
                  <a:pt x="8906" y="15039"/>
                  <a:pt x="8845" y="15130"/>
                </a:cubicBezTo>
                <a:lnTo>
                  <a:pt x="8815" y="15221"/>
                </a:lnTo>
                <a:cubicBezTo>
                  <a:pt x="8765" y="15209"/>
                  <a:pt x="8693" y="15201"/>
                  <a:pt x="8625" y="15201"/>
                </a:cubicBezTo>
                <a:cubicBezTo>
                  <a:pt x="8529" y="15201"/>
                  <a:pt x="8438" y="15216"/>
                  <a:pt x="8420" y="15252"/>
                </a:cubicBezTo>
                <a:cubicBezTo>
                  <a:pt x="8390" y="15313"/>
                  <a:pt x="8481" y="15434"/>
                  <a:pt x="8511" y="15464"/>
                </a:cubicBezTo>
                <a:cubicBezTo>
                  <a:pt x="8602" y="15525"/>
                  <a:pt x="8693" y="15556"/>
                  <a:pt x="8785" y="15616"/>
                </a:cubicBezTo>
                <a:cubicBezTo>
                  <a:pt x="8815" y="15616"/>
                  <a:pt x="8845" y="15464"/>
                  <a:pt x="8876" y="15434"/>
                </a:cubicBezTo>
                <a:cubicBezTo>
                  <a:pt x="8937" y="15373"/>
                  <a:pt x="8967" y="15313"/>
                  <a:pt x="8997" y="15252"/>
                </a:cubicBezTo>
                <a:cubicBezTo>
                  <a:pt x="8997" y="15246"/>
                  <a:pt x="9003" y="15244"/>
                  <a:pt x="9011" y="15244"/>
                </a:cubicBezTo>
                <a:cubicBezTo>
                  <a:pt x="9049" y="15244"/>
                  <a:pt x="9155" y="15293"/>
                  <a:pt x="9180" y="15343"/>
                </a:cubicBezTo>
                <a:cubicBezTo>
                  <a:pt x="9210" y="15373"/>
                  <a:pt x="9058" y="15495"/>
                  <a:pt x="8997" y="15525"/>
                </a:cubicBezTo>
                <a:cubicBezTo>
                  <a:pt x="8937" y="15586"/>
                  <a:pt x="8876" y="15647"/>
                  <a:pt x="8845" y="15708"/>
                </a:cubicBezTo>
                <a:cubicBezTo>
                  <a:pt x="8845" y="15738"/>
                  <a:pt x="8541" y="15738"/>
                  <a:pt x="8450" y="15829"/>
                </a:cubicBezTo>
                <a:cubicBezTo>
                  <a:pt x="8298" y="15951"/>
                  <a:pt x="8146" y="16042"/>
                  <a:pt x="7964" y="16072"/>
                </a:cubicBezTo>
                <a:cubicBezTo>
                  <a:pt x="7950" y="16079"/>
                  <a:pt x="7936" y="16087"/>
                  <a:pt x="7923" y="16094"/>
                </a:cubicBezTo>
                <a:lnTo>
                  <a:pt x="7923" y="16094"/>
                </a:lnTo>
                <a:cubicBezTo>
                  <a:pt x="7925" y="16160"/>
                  <a:pt x="7911" y="16228"/>
                  <a:pt x="7873" y="16285"/>
                </a:cubicBezTo>
                <a:cubicBezTo>
                  <a:pt x="7845" y="16312"/>
                  <a:pt x="7818" y="16328"/>
                  <a:pt x="7796" y="16328"/>
                </a:cubicBezTo>
                <a:cubicBezTo>
                  <a:pt x="7770" y="16328"/>
                  <a:pt x="7751" y="16305"/>
                  <a:pt x="7751" y="16255"/>
                </a:cubicBezTo>
                <a:cubicBezTo>
                  <a:pt x="7754" y="16239"/>
                  <a:pt x="7756" y="16224"/>
                  <a:pt x="7759" y="16209"/>
                </a:cubicBezTo>
                <a:lnTo>
                  <a:pt x="7759" y="16209"/>
                </a:lnTo>
                <a:cubicBezTo>
                  <a:pt x="7668" y="16287"/>
                  <a:pt x="7593" y="16377"/>
                  <a:pt x="7538" y="16468"/>
                </a:cubicBezTo>
                <a:cubicBezTo>
                  <a:pt x="7538" y="16498"/>
                  <a:pt x="7447" y="16498"/>
                  <a:pt x="7417" y="16498"/>
                </a:cubicBezTo>
                <a:cubicBezTo>
                  <a:pt x="7411" y="16492"/>
                  <a:pt x="7405" y="16490"/>
                  <a:pt x="7398" y="16490"/>
                </a:cubicBezTo>
                <a:cubicBezTo>
                  <a:pt x="7366" y="16490"/>
                  <a:pt x="7326" y="16539"/>
                  <a:pt x="7326" y="16589"/>
                </a:cubicBezTo>
                <a:cubicBezTo>
                  <a:pt x="7322" y="16592"/>
                  <a:pt x="7318" y="16594"/>
                  <a:pt x="7314" y="16594"/>
                </a:cubicBezTo>
                <a:cubicBezTo>
                  <a:pt x="7276" y="16594"/>
                  <a:pt x="7201" y="16491"/>
                  <a:pt x="7174" y="16437"/>
                </a:cubicBezTo>
                <a:cubicBezTo>
                  <a:pt x="7143" y="16376"/>
                  <a:pt x="7295" y="16224"/>
                  <a:pt x="7356" y="16194"/>
                </a:cubicBezTo>
                <a:lnTo>
                  <a:pt x="7751" y="16012"/>
                </a:lnTo>
                <a:lnTo>
                  <a:pt x="7799" y="16002"/>
                </a:lnTo>
                <a:lnTo>
                  <a:pt x="7799" y="16002"/>
                </a:lnTo>
                <a:cubicBezTo>
                  <a:pt x="7784" y="16070"/>
                  <a:pt x="7771" y="16138"/>
                  <a:pt x="7759" y="16209"/>
                </a:cubicBezTo>
                <a:lnTo>
                  <a:pt x="7759" y="16209"/>
                </a:lnTo>
                <a:cubicBezTo>
                  <a:pt x="7809" y="16166"/>
                  <a:pt x="7864" y="16127"/>
                  <a:pt x="7923" y="16094"/>
                </a:cubicBezTo>
                <a:lnTo>
                  <a:pt x="7923" y="16094"/>
                </a:lnTo>
                <a:cubicBezTo>
                  <a:pt x="7922" y="16054"/>
                  <a:pt x="7915" y="16016"/>
                  <a:pt x="7903" y="15981"/>
                </a:cubicBezTo>
                <a:lnTo>
                  <a:pt x="7903" y="15981"/>
                </a:lnTo>
                <a:lnTo>
                  <a:pt x="7799" y="16002"/>
                </a:lnTo>
                <a:lnTo>
                  <a:pt x="7799" y="16002"/>
                </a:lnTo>
                <a:cubicBezTo>
                  <a:pt x="7819" y="15917"/>
                  <a:pt x="7842" y="15831"/>
                  <a:pt x="7873" y="15738"/>
                </a:cubicBezTo>
                <a:cubicBezTo>
                  <a:pt x="7895" y="15694"/>
                  <a:pt x="7820" y="15665"/>
                  <a:pt x="7754" y="15665"/>
                </a:cubicBezTo>
                <a:cubicBezTo>
                  <a:pt x="7730" y="15665"/>
                  <a:pt x="7707" y="15669"/>
                  <a:pt x="7690" y="15677"/>
                </a:cubicBezTo>
                <a:cubicBezTo>
                  <a:pt x="7569" y="15829"/>
                  <a:pt x="7417" y="15920"/>
                  <a:pt x="7234" y="16042"/>
                </a:cubicBezTo>
                <a:lnTo>
                  <a:pt x="7113" y="16042"/>
                </a:lnTo>
                <a:cubicBezTo>
                  <a:pt x="7076" y="16042"/>
                  <a:pt x="7035" y="16047"/>
                  <a:pt x="6999" y="16047"/>
                </a:cubicBezTo>
                <a:cubicBezTo>
                  <a:pt x="6944" y="16047"/>
                  <a:pt x="6900" y="16036"/>
                  <a:pt x="6900" y="15981"/>
                </a:cubicBezTo>
                <a:lnTo>
                  <a:pt x="6900" y="15829"/>
                </a:lnTo>
                <a:cubicBezTo>
                  <a:pt x="6991" y="15860"/>
                  <a:pt x="7082" y="15860"/>
                  <a:pt x="7174" y="15860"/>
                </a:cubicBezTo>
                <a:cubicBezTo>
                  <a:pt x="7143" y="15799"/>
                  <a:pt x="7143" y="15738"/>
                  <a:pt x="7113" y="15677"/>
                </a:cubicBezTo>
                <a:lnTo>
                  <a:pt x="7143" y="15647"/>
                </a:lnTo>
                <a:lnTo>
                  <a:pt x="7295" y="15556"/>
                </a:lnTo>
                <a:cubicBezTo>
                  <a:pt x="7143" y="15495"/>
                  <a:pt x="6991" y="15434"/>
                  <a:pt x="6809" y="15404"/>
                </a:cubicBezTo>
                <a:cubicBezTo>
                  <a:pt x="6718" y="15404"/>
                  <a:pt x="6566" y="15525"/>
                  <a:pt x="6475" y="15677"/>
                </a:cubicBezTo>
                <a:lnTo>
                  <a:pt x="6292" y="15768"/>
                </a:lnTo>
                <a:cubicBezTo>
                  <a:pt x="6262" y="15799"/>
                  <a:pt x="6201" y="15890"/>
                  <a:pt x="6171" y="15890"/>
                </a:cubicBezTo>
                <a:lnTo>
                  <a:pt x="6079" y="15890"/>
                </a:lnTo>
                <a:lnTo>
                  <a:pt x="5988" y="15920"/>
                </a:lnTo>
                <a:cubicBezTo>
                  <a:pt x="5900" y="16031"/>
                  <a:pt x="5827" y="16142"/>
                  <a:pt x="5771" y="16252"/>
                </a:cubicBezTo>
                <a:lnTo>
                  <a:pt x="5771" y="16252"/>
                </a:lnTo>
                <a:cubicBezTo>
                  <a:pt x="5783" y="16191"/>
                  <a:pt x="5794" y="16131"/>
                  <a:pt x="5806" y="16072"/>
                </a:cubicBezTo>
                <a:lnTo>
                  <a:pt x="5806" y="16072"/>
                </a:lnTo>
                <a:lnTo>
                  <a:pt x="5624" y="16103"/>
                </a:lnTo>
                <a:lnTo>
                  <a:pt x="5502" y="16133"/>
                </a:lnTo>
                <a:lnTo>
                  <a:pt x="5228" y="16133"/>
                </a:lnTo>
                <a:cubicBezTo>
                  <a:pt x="5198" y="16133"/>
                  <a:pt x="5289" y="16255"/>
                  <a:pt x="5320" y="16316"/>
                </a:cubicBezTo>
                <a:cubicBezTo>
                  <a:pt x="5350" y="16346"/>
                  <a:pt x="5289" y="16468"/>
                  <a:pt x="5259" y="16498"/>
                </a:cubicBezTo>
                <a:cubicBezTo>
                  <a:pt x="5228" y="16498"/>
                  <a:pt x="5107" y="16437"/>
                  <a:pt x="5046" y="16407"/>
                </a:cubicBezTo>
                <a:cubicBezTo>
                  <a:pt x="4894" y="16407"/>
                  <a:pt x="4742" y="16437"/>
                  <a:pt x="4590" y="16498"/>
                </a:cubicBezTo>
                <a:cubicBezTo>
                  <a:pt x="4582" y="16501"/>
                  <a:pt x="4574" y="16502"/>
                  <a:pt x="4566" y="16502"/>
                </a:cubicBezTo>
                <a:cubicBezTo>
                  <a:pt x="4483" y="16502"/>
                  <a:pt x="4408" y="16371"/>
                  <a:pt x="4408" y="16316"/>
                </a:cubicBezTo>
                <a:cubicBezTo>
                  <a:pt x="4408" y="16255"/>
                  <a:pt x="4438" y="16194"/>
                  <a:pt x="4468" y="16194"/>
                </a:cubicBezTo>
                <a:lnTo>
                  <a:pt x="4499" y="16194"/>
                </a:lnTo>
                <a:lnTo>
                  <a:pt x="4620" y="16255"/>
                </a:lnTo>
                <a:cubicBezTo>
                  <a:pt x="4712" y="16194"/>
                  <a:pt x="4803" y="16103"/>
                  <a:pt x="4864" y="16012"/>
                </a:cubicBezTo>
                <a:lnTo>
                  <a:pt x="4924" y="15981"/>
                </a:lnTo>
                <a:lnTo>
                  <a:pt x="4985" y="15951"/>
                </a:lnTo>
                <a:cubicBezTo>
                  <a:pt x="5107" y="15951"/>
                  <a:pt x="5228" y="15920"/>
                  <a:pt x="5320" y="15860"/>
                </a:cubicBezTo>
                <a:cubicBezTo>
                  <a:pt x="5350" y="15829"/>
                  <a:pt x="5380" y="15768"/>
                  <a:pt x="5380" y="15768"/>
                </a:cubicBezTo>
                <a:cubicBezTo>
                  <a:pt x="5228" y="15738"/>
                  <a:pt x="5107" y="15708"/>
                  <a:pt x="4955" y="15677"/>
                </a:cubicBezTo>
                <a:lnTo>
                  <a:pt x="4833" y="15647"/>
                </a:lnTo>
                <a:cubicBezTo>
                  <a:pt x="4779" y="15565"/>
                  <a:pt x="4846" y="15460"/>
                  <a:pt x="4861" y="15460"/>
                </a:cubicBezTo>
                <a:cubicBezTo>
                  <a:pt x="4863" y="15460"/>
                  <a:pt x="4864" y="15461"/>
                  <a:pt x="4864" y="15464"/>
                </a:cubicBezTo>
                <a:cubicBezTo>
                  <a:pt x="4894" y="15525"/>
                  <a:pt x="4955" y="15556"/>
                  <a:pt x="4985" y="15556"/>
                </a:cubicBezTo>
                <a:lnTo>
                  <a:pt x="5076" y="15495"/>
                </a:lnTo>
                <a:cubicBezTo>
                  <a:pt x="5228" y="15586"/>
                  <a:pt x="5380" y="15647"/>
                  <a:pt x="5563" y="15677"/>
                </a:cubicBezTo>
                <a:cubicBezTo>
                  <a:pt x="5654" y="15677"/>
                  <a:pt x="5745" y="15464"/>
                  <a:pt x="5745" y="15404"/>
                </a:cubicBezTo>
                <a:cubicBezTo>
                  <a:pt x="5745" y="15313"/>
                  <a:pt x="5836" y="15313"/>
                  <a:pt x="5836" y="15313"/>
                </a:cubicBezTo>
                <a:cubicBezTo>
                  <a:pt x="5844" y="15321"/>
                  <a:pt x="5853" y="15324"/>
                  <a:pt x="5861" y="15324"/>
                </a:cubicBezTo>
                <a:cubicBezTo>
                  <a:pt x="5883" y="15324"/>
                  <a:pt x="5905" y="15296"/>
                  <a:pt x="5927" y="15252"/>
                </a:cubicBezTo>
                <a:lnTo>
                  <a:pt x="5927" y="15221"/>
                </a:lnTo>
                <a:lnTo>
                  <a:pt x="5927" y="15161"/>
                </a:lnTo>
                <a:cubicBezTo>
                  <a:pt x="5958" y="15130"/>
                  <a:pt x="6231" y="15069"/>
                  <a:pt x="6262" y="15069"/>
                </a:cubicBezTo>
                <a:cubicBezTo>
                  <a:pt x="6292" y="15039"/>
                  <a:pt x="6353" y="15009"/>
                  <a:pt x="6383" y="14978"/>
                </a:cubicBezTo>
                <a:cubicBezTo>
                  <a:pt x="6388" y="14974"/>
                  <a:pt x="6392" y="14972"/>
                  <a:pt x="6398" y="14972"/>
                </a:cubicBezTo>
                <a:cubicBezTo>
                  <a:pt x="6430" y="14972"/>
                  <a:pt x="6475" y="15043"/>
                  <a:pt x="6475" y="15069"/>
                </a:cubicBezTo>
                <a:cubicBezTo>
                  <a:pt x="6505" y="15130"/>
                  <a:pt x="6535" y="15161"/>
                  <a:pt x="6566" y="15221"/>
                </a:cubicBezTo>
                <a:lnTo>
                  <a:pt x="6627" y="15252"/>
                </a:lnTo>
                <a:cubicBezTo>
                  <a:pt x="6657" y="15221"/>
                  <a:pt x="6687" y="15161"/>
                  <a:pt x="6718" y="15100"/>
                </a:cubicBezTo>
                <a:lnTo>
                  <a:pt x="6718" y="15069"/>
                </a:lnTo>
                <a:lnTo>
                  <a:pt x="6718" y="14978"/>
                </a:lnTo>
                <a:cubicBezTo>
                  <a:pt x="6687" y="14826"/>
                  <a:pt x="6748" y="14674"/>
                  <a:pt x="6870" y="14553"/>
                </a:cubicBezTo>
                <a:cubicBezTo>
                  <a:pt x="6878" y="14548"/>
                  <a:pt x="6886" y="14547"/>
                  <a:pt x="6893" y="14547"/>
                </a:cubicBezTo>
                <a:cubicBezTo>
                  <a:pt x="6938" y="14547"/>
                  <a:pt x="6957" y="14622"/>
                  <a:pt x="6931" y="14674"/>
                </a:cubicBezTo>
                <a:cubicBezTo>
                  <a:pt x="6931" y="14705"/>
                  <a:pt x="7052" y="14826"/>
                  <a:pt x="7113" y="14857"/>
                </a:cubicBezTo>
                <a:cubicBezTo>
                  <a:pt x="7204" y="14887"/>
                  <a:pt x="7265" y="14948"/>
                  <a:pt x="7295" y="15009"/>
                </a:cubicBezTo>
                <a:cubicBezTo>
                  <a:pt x="7265" y="15039"/>
                  <a:pt x="7204" y="15069"/>
                  <a:pt x="7143" y="15069"/>
                </a:cubicBezTo>
                <a:lnTo>
                  <a:pt x="7113" y="15069"/>
                </a:lnTo>
                <a:cubicBezTo>
                  <a:pt x="7022" y="15100"/>
                  <a:pt x="7082" y="15252"/>
                  <a:pt x="7143" y="15313"/>
                </a:cubicBezTo>
                <a:cubicBezTo>
                  <a:pt x="7153" y="15333"/>
                  <a:pt x="7197" y="15340"/>
                  <a:pt x="7256" y="15340"/>
                </a:cubicBezTo>
                <a:cubicBezTo>
                  <a:pt x="7373" y="15340"/>
                  <a:pt x="7549" y="15313"/>
                  <a:pt x="7630" y="15313"/>
                </a:cubicBezTo>
                <a:cubicBezTo>
                  <a:pt x="7782" y="15282"/>
                  <a:pt x="7934" y="15221"/>
                  <a:pt x="8055" y="15130"/>
                </a:cubicBezTo>
                <a:cubicBezTo>
                  <a:pt x="8146" y="15069"/>
                  <a:pt x="8268" y="15039"/>
                  <a:pt x="8390" y="15039"/>
                </a:cubicBezTo>
                <a:cubicBezTo>
                  <a:pt x="8412" y="15047"/>
                  <a:pt x="8433" y="15050"/>
                  <a:pt x="8451" y="15050"/>
                </a:cubicBezTo>
                <a:cubicBezTo>
                  <a:pt x="8505" y="15050"/>
                  <a:pt x="8534" y="15016"/>
                  <a:pt x="8511" y="14948"/>
                </a:cubicBezTo>
                <a:lnTo>
                  <a:pt x="8511" y="14917"/>
                </a:lnTo>
                <a:cubicBezTo>
                  <a:pt x="8481" y="14857"/>
                  <a:pt x="8481" y="14765"/>
                  <a:pt x="8481" y="14765"/>
                </a:cubicBezTo>
                <a:lnTo>
                  <a:pt x="8572" y="14735"/>
                </a:lnTo>
                <a:cubicBezTo>
                  <a:pt x="8589" y="14729"/>
                  <a:pt x="8608" y="14727"/>
                  <a:pt x="8626" y="14727"/>
                </a:cubicBezTo>
                <a:cubicBezTo>
                  <a:pt x="8705" y="14727"/>
                  <a:pt x="8785" y="14771"/>
                  <a:pt x="8785" y="14796"/>
                </a:cubicBezTo>
                <a:cubicBezTo>
                  <a:pt x="8785" y="14798"/>
                  <a:pt x="8786" y="14800"/>
                  <a:pt x="8787" y="14800"/>
                </a:cubicBezTo>
                <a:cubicBezTo>
                  <a:pt x="8806" y="14800"/>
                  <a:pt x="8909" y="14669"/>
                  <a:pt x="8937" y="14613"/>
                </a:cubicBezTo>
                <a:cubicBezTo>
                  <a:pt x="8959" y="14569"/>
                  <a:pt x="8932" y="14541"/>
                  <a:pt x="8869" y="14541"/>
                </a:cubicBezTo>
                <a:cubicBezTo>
                  <a:pt x="8845" y="14541"/>
                  <a:pt x="8817" y="14544"/>
                  <a:pt x="8785" y="14553"/>
                </a:cubicBezTo>
                <a:lnTo>
                  <a:pt x="8602" y="14553"/>
                </a:lnTo>
                <a:cubicBezTo>
                  <a:pt x="8511" y="14553"/>
                  <a:pt x="8845" y="14309"/>
                  <a:pt x="8906" y="14309"/>
                </a:cubicBezTo>
                <a:cubicBezTo>
                  <a:pt x="8937" y="14309"/>
                  <a:pt x="8967" y="14036"/>
                  <a:pt x="8906" y="13945"/>
                </a:cubicBezTo>
                <a:cubicBezTo>
                  <a:pt x="8887" y="13932"/>
                  <a:pt x="8866" y="13926"/>
                  <a:pt x="8842" y="13926"/>
                </a:cubicBezTo>
                <a:cubicBezTo>
                  <a:pt x="8754" y="13926"/>
                  <a:pt x="8644" y="14013"/>
                  <a:pt x="8572" y="14157"/>
                </a:cubicBezTo>
                <a:lnTo>
                  <a:pt x="8511" y="14309"/>
                </a:lnTo>
                <a:lnTo>
                  <a:pt x="8481" y="14340"/>
                </a:lnTo>
                <a:cubicBezTo>
                  <a:pt x="8463" y="14349"/>
                  <a:pt x="8445" y="14352"/>
                  <a:pt x="8427" y="14352"/>
                </a:cubicBezTo>
                <a:cubicBezTo>
                  <a:pt x="8384" y="14352"/>
                  <a:pt x="8341" y="14331"/>
                  <a:pt x="8298" y="14309"/>
                </a:cubicBezTo>
                <a:lnTo>
                  <a:pt x="8177" y="14127"/>
                </a:lnTo>
                <a:cubicBezTo>
                  <a:pt x="8146" y="14097"/>
                  <a:pt x="8086" y="14066"/>
                  <a:pt x="8025" y="14066"/>
                </a:cubicBezTo>
                <a:lnTo>
                  <a:pt x="8025" y="14431"/>
                </a:lnTo>
                <a:lnTo>
                  <a:pt x="8086" y="14644"/>
                </a:lnTo>
                <a:cubicBezTo>
                  <a:pt x="8086" y="14644"/>
                  <a:pt x="7994" y="14705"/>
                  <a:pt x="7964" y="14735"/>
                </a:cubicBezTo>
                <a:lnTo>
                  <a:pt x="7842" y="14765"/>
                </a:lnTo>
                <a:cubicBezTo>
                  <a:pt x="7812" y="14857"/>
                  <a:pt x="7721" y="14948"/>
                  <a:pt x="7630" y="14978"/>
                </a:cubicBezTo>
                <a:lnTo>
                  <a:pt x="7599" y="14948"/>
                </a:lnTo>
                <a:cubicBezTo>
                  <a:pt x="7538" y="14917"/>
                  <a:pt x="7508" y="14887"/>
                  <a:pt x="7508" y="14826"/>
                </a:cubicBezTo>
                <a:lnTo>
                  <a:pt x="7508" y="14735"/>
                </a:lnTo>
                <a:cubicBezTo>
                  <a:pt x="7538" y="14644"/>
                  <a:pt x="7660" y="14249"/>
                  <a:pt x="7782" y="14218"/>
                </a:cubicBezTo>
                <a:cubicBezTo>
                  <a:pt x="7903" y="14218"/>
                  <a:pt x="7812" y="14127"/>
                  <a:pt x="7751" y="14097"/>
                </a:cubicBezTo>
                <a:cubicBezTo>
                  <a:pt x="7745" y="14093"/>
                  <a:pt x="7736" y="14092"/>
                  <a:pt x="7726" y="14092"/>
                </a:cubicBezTo>
                <a:cubicBezTo>
                  <a:pt x="7646" y="14092"/>
                  <a:pt x="7471" y="14191"/>
                  <a:pt x="7417" y="14218"/>
                </a:cubicBezTo>
                <a:cubicBezTo>
                  <a:pt x="7400" y="14235"/>
                  <a:pt x="7376" y="14243"/>
                  <a:pt x="7348" y="14243"/>
                </a:cubicBezTo>
                <a:cubicBezTo>
                  <a:pt x="7276" y="14243"/>
                  <a:pt x="7179" y="14193"/>
                  <a:pt x="7113" y="14127"/>
                </a:cubicBezTo>
                <a:lnTo>
                  <a:pt x="7326" y="14066"/>
                </a:lnTo>
                <a:lnTo>
                  <a:pt x="7417" y="14066"/>
                </a:lnTo>
                <a:lnTo>
                  <a:pt x="7538" y="13793"/>
                </a:lnTo>
                <a:cubicBezTo>
                  <a:pt x="7618" y="13827"/>
                  <a:pt x="7698" y="13844"/>
                  <a:pt x="7768" y="13844"/>
                </a:cubicBezTo>
                <a:cubicBezTo>
                  <a:pt x="7885" y="13844"/>
                  <a:pt x="7975" y="13797"/>
                  <a:pt x="7994" y="13702"/>
                </a:cubicBezTo>
                <a:lnTo>
                  <a:pt x="7812" y="13580"/>
                </a:lnTo>
                <a:lnTo>
                  <a:pt x="7660" y="13458"/>
                </a:lnTo>
                <a:cubicBezTo>
                  <a:pt x="7721" y="13367"/>
                  <a:pt x="7812" y="13276"/>
                  <a:pt x="7903" y="13215"/>
                </a:cubicBezTo>
                <a:lnTo>
                  <a:pt x="7964" y="13276"/>
                </a:lnTo>
                <a:cubicBezTo>
                  <a:pt x="8025" y="13276"/>
                  <a:pt x="8086" y="13276"/>
                  <a:pt x="8116" y="13246"/>
                </a:cubicBezTo>
                <a:lnTo>
                  <a:pt x="8298" y="13094"/>
                </a:lnTo>
                <a:cubicBezTo>
                  <a:pt x="8279" y="13086"/>
                  <a:pt x="8258" y="13083"/>
                  <a:pt x="8236" y="13083"/>
                </a:cubicBezTo>
                <a:cubicBezTo>
                  <a:pt x="8080" y="13083"/>
                  <a:pt x="7854" y="13246"/>
                  <a:pt x="7721" y="13246"/>
                </a:cubicBezTo>
                <a:cubicBezTo>
                  <a:pt x="7569" y="13246"/>
                  <a:pt x="7508" y="13306"/>
                  <a:pt x="7569" y="13367"/>
                </a:cubicBezTo>
                <a:lnTo>
                  <a:pt x="7569" y="13398"/>
                </a:lnTo>
                <a:lnTo>
                  <a:pt x="7538" y="13458"/>
                </a:lnTo>
                <a:cubicBezTo>
                  <a:pt x="7447" y="13489"/>
                  <a:pt x="7478" y="13580"/>
                  <a:pt x="7538" y="13580"/>
                </a:cubicBezTo>
                <a:cubicBezTo>
                  <a:pt x="7599" y="13580"/>
                  <a:pt x="7660" y="13610"/>
                  <a:pt x="7721" y="13641"/>
                </a:cubicBezTo>
                <a:lnTo>
                  <a:pt x="7782" y="13702"/>
                </a:lnTo>
                <a:cubicBezTo>
                  <a:pt x="7782" y="13702"/>
                  <a:pt x="7782" y="13732"/>
                  <a:pt x="7782" y="13762"/>
                </a:cubicBezTo>
                <a:cubicBezTo>
                  <a:pt x="7756" y="13788"/>
                  <a:pt x="7730" y="13797"/>
                  <a:pt x="7702" y="13797"/>
                </a:cubicBezTo>
                <a:cubicBezTo>
                  <a:pt x="7664" y="13797"/>
                  <a:pt x="7621" y="13780"/>
                  <a:pt x="7569" y="13762"/>
                </a:cubicBezTo>
                <a:lnTo>
                  <a:pt x="7447" y="13732"/>
                </a:lnTo>
                <a:cubicBezTo>
                  <a:pt x="7295" y="13762"/>
                  <a:pt x="7143" y="13854"/>
                  <a:pt x="7022" y="14005"/>
                </a:cubicBezTo>
                <a:cubicBezTo>
                  <a:pt x="6961" y="14066"/>
                  <a:pt x="6900" y="14127"/>
                  <a:pt x="6900" y="14127"/>
                </a:cubicBezTo>
                <a:cubicBezTo>
                  <a:pt x="6870" y="14097"/>
                  <a:pt x="6900" y="13975"/>
                  <a:pt x="6931" y="13914"/>
                </a:cubicBezTo>
                <a:cubicBezTo>
                  <a:pt x="6961" y="13854"/>
                  <a:pt x="6779" y="13823"/>
                  <a:pt x="6748" y="13823"/>
                </a:cubicBezTo>
                <a:cubicBezTo>
                  <a:pt x="6687" y="13823"/>
                  <a:pt x="6718" y="14066"/>
                  <a:pt x="6687" y="14097"/>
                </a:cubicBezTo>
                <a:cubicBezTo>
                  <a:pt x="6627" y="14127"/>
                  <a:pt x="6535" y="14218"/>
                  <a:pt x="6566" y="14249"/>
                </a:cubicBezTo>
                <a:cubicBezTo>
                  <a:pt x="6566" y="14309"/>
                  <a:pt x="6566" y="14340"/>
                  <a:pt x="6566" y="14401"/>
                </a:cubicBezTo>
                <a:lnTo>
                  <a:pt x="6535" y="14431"/>
                </a:lnTo>
                <a:lnTo>
                  <a:pt x="6475" y="14492"/>
                </a:lnTo>
                <a:cubicBezTo>
                  <a:pt x="6383" y="14431"/>
                  <a:pt x="6323" y="14370"/>
                  <a:pt x="6231" y="14309"/>
                </a:cubicBezTo>
                <a:cubicBezTo>
                  <a:pt x="6171" y="14279"/>
                  <a:pt x="6171" y="14249"/>
                  <a:pt x="6171" y="14218"/>
                </a:cubicBezTo>
                <a:cubicBezTo>
                  <a:pt x="6201" y="14188"/>
                  <a:pt x="6110" y="14188"/>
                  <a:pt x="6079" y="14188"/>
                </a:cubicBezTo>
                <a:cubicBezTo>
                  <a:pt x="6049" y="14188"/>
                  <a:pt x="5988" y="14401"/>
                  <a:pt x="5867" y="14431"/>
                </a:cubicBezTo>
                <a:cubicBezTo>
                  <a:pt x="5715" y="14461"/>
                  <a:pt x="5775" y="14461"/>
                  <a:pt x="5988" y="14461"/>
                </a:cubicBezTo>
                <a:lnTo>
                  <a:pt x="6079" y="14492"/>
                </a:lnTo>
                <a:lnTo>
                  <a:pt x="6171" y="14553"/>
                </a:lnTo>
                <a:cubicBezTo>
                  <a:pt x="6193" y="14597"/>
                  <a:pt x="6264" y="14625"/>
                  <a:pt x="6336" y="14625"/>
                </a:cubicBezTo>
                <a:cubicBezTo>
                  <a:pt x="6363" y="14625"/>
                  <a:pt x="6389" y="14622"/>
                  <a:pt x="6414" y="14613"/>
                </a:cubicBezTo>
                <a:cubicBezTo>
                  <a:pt x="6429" y="14598"/>
                  <a:pt x="6452" y="14591"/>
                  <a:pt x="6478" y="14591"/>
                </a:cubicBezTo>
                <a:cubicBezTo>
                  <a:pt x="6505" y="14591"/>
                  <a:pt x="6535" y="14598"/>
                  <a:pt x="6566" y="14613"/>
                </a:cubicBezTo>
                <a:lnTo>
                  <a:pt x="6627" y="14644"/>
                </a:lnTo>
                <a:cubicBezTo>
                  <a:pt x="6535" y="14735"/>
                  <a:pt x="6414" y="14796"/>
                  <a:pt x="6292" y="14857"/>
                </a:cubicBezTo>
                <a:cubicBezTo>
                  <a:pt x="6276" y="14865"/>
                  <a:pt x="6257" y="14868"/>
                  <a:pt x="6239" y="14868"/>
                </a:cubicBezTo>
                <a:cubicBezTo>
                  <a:pt x="6187" y="14868"/>
                  <a:pt x="6132" y="14840"/>
                  <a:pt x="6110" y="14796"/>
                </a:cubicBezTo>
                <a:cubicBezTo>
                  <a:pt x="5988" y="14735"/>
                  <a:pt x="5836" y="14705"/>
                  <a:pt x="5715" y="14674"/>
                </a:cubicBezTo>
                <a:lnTo>
                  <a:pt x="5593" y="14857"/>
                </a:lnTo>
                <a:lnTo>
                  <a:pt x="5563" y="14887"/>
                </a:lnTo>
                <a:cubicBezTo>
                  <a:pt x="5472" y="14887"/>
                  <a:pt x="5411" y="14857"/>
                  <a:pt x="5350" y="14765"/>
                </a:cubicBezTo>
                <a:cubicBezTo>
                  <a:pt x="5347" y="14762"/>
                  <a:pt x="5343" y="14761"/>
                  <a:pt x="5339" y="14761"/>
                </a:cubicBezTo>
                <a:cubicBezTo>
                  <a:pt x="5307" y="14761"/>
                  <a:pt x="5259" y="14863"/>
                  <a:pt x="5259" y="14917"/>
                </a:cubicBezTo>
                <a:cubicBezTo>
                  <a:pt x="5259" y="14948"/>
                  <a:pt x="5016" y="14948"/>
                  <a:pt x="4924" y="14948"/>
                </a:cubicBezTo>
                <a:cubicBezTo>
                  <a:pt x="4916" y="14945"/>
                  <a:pt x="4908" y="14944"/>
                  <a:pt x="4899" y="14944"/>
                </a:cubicBezTo>
                <a:cubicBezTo>
                  <a:pt x="4812" y="14944"/>
                  <a:pt x="4709" y="15075"/>
                  <a:pt x="4681" y="15130"/>
                </a:cubicBezTo>
                <a:cubicBezTo>
                  <a:pt x="4681" y="15191"/>
                  <a:pt x="4590" y="15343"/>
                  <a:pt x="4560" y="15464"/>
                </a:cubicBezTo>
                <a:lnTo>
                  <a:pt x="4377" y="15313"/>
                </a:lnTo>
                <a:cubicBezTo>
                  <a:pt x="4377" y="15313"/>
                  <a:pt x="4256" y="15343"/>
                  <a:pt x="4256" y="15343"/>
                </a:cubicBezTo>
                <a:lnTo>
                  <a:pt x="4256" y="15404"/>
                </a:lnTo>
                <a:cubicBezTo>
                  <a:pt x="4286" y="15464"/>
                  <a:pt x="4165" y="15677"/>
                  <a:pt x="4104" y="15768"/>
                </a:cubicBezTo>
                <a:cubicBezTo>
                  <a:pt x="4043" y="15829"/>
                  <a:pt x="3952" y="15890"/>
                  <a:pt x="3861" y="15920"/>
                </a:cubicBezTo>
                <a:lnTo>
                  <a:pt x="3830" y="15829"/>
                </a:lnTo>
                <a:cubicBezTo>
                  <a:pt x="3800" y="15799"/>
                  <a:pt x="3800" y="15768"/>
                  <a:pt x="3769" y="15738"/>
                </a:cubicBezTo>
                <a:lnTo>
                  <a:pt x="3648" y="15738"/>
                </a:lnTo>
                <a:cubicBezTo>
                  <a:pt x="3678" y="15799"/>
                  <a:pt x="3709" y="15890"/>
                  <a:pt x="3769" y="15920"/>
                </a:cubicBezTo>
                <a:lnTo>
                  <a:pt x="3648" y="16012"/>
                </a:lnTo>
                <a:cubicBezTo>
                  <a:pt x="3587" y="16042"/>
                  <a:pt x="3526" y="16072"/>
                  <a:pt x="3435" y="16133"/>
                </a:cubicBezTo>
                <a:lnTo>
                  <a:pt x="3405" y="16103"/>
                </a:lnTo>
                <a:cubicBezTo>
                  <a:pt x="3405" y="16072"/>
                  <a:pt x="3374" y="16072"/>
                  <a:pt x="3374" y="16072"/>
                </a:cubicBezTo>
                <a:cubicBezTo>
                  <a:pt x="3344" y="16133"/>
                  <a:pt x="3344" y="16224"/>
                  <a:pt x="3344" y="16316"/>
                </a:cubicBezTo>
                <a:lnTo>
                  <a:pt x="3344" y="16437"/>
                </a:lnTo>
                <a:cubicBezTo>
                  <a:pt x="3344" y="16437"/>
                  <a:pt x="3283" y="16468"/>
                  <a:pt x="3222" y="16468"/>
                </a:cubicBezTo>
                <a:cubicBezTo>
                  <a:pt x="3192" y="16468"/>
                  <a:pt x="3161" y="16437"/>
                  <a:pt x="3131" y="16407"/>
                </a:cubicBezTo>
                <a:lnTo>
                  <a:pt x="3131" y="16376"/>
                </a:lnTo>
                <a:cubicBezTo>
                  <a:pt x="3125" y="16370"/>
                  <a:pt x="3114" y="16368"/>
                  <a:pt x="3100" y="16368"/>
                </a:cubicBezTo>
                <a:cubicBezTo>
                  <a:pt x="3044" y="16368"/>
                  <a:pt x="2937" y="16407"/>
                  <a:pt x="2888" y="16407"/>
                </a:cubicBezTo>
                <a:cubicBezTo>
                  <a:pt x="2857" y="16437"/>
                  <a:pt x="3131" y="16528"/>
                  <a:pt x="3161" y="16620"/>
                </a:cubicBezTo>
                <a:cubicBezTo>
                  <a:pt x="3192" y="16711"/>
                  <a:pt x="3161" y="16771"/>
                  <a:pt x="3101" y="16832"/>
                </a:cubicBezTo>
                <a:cubicBezTo>
                  <a:pt x="3070" y="16832"/>
                  <a:pt x="3222" y="16984"/>
                  <a:pt x="3283" y="17015"/>
                </a:cubicBezTo>
                <a:cubicBezTo>
                  <a:pt x="3465" y="17045"/>
                  <a:pt x="3648" y="17075"/>
                  <a:pt x="3830" y="17075"/>
                </a:cubicBezTo>
                <a:cubicBezTo>
                  <a:pt x="3952" y="17075"/>
                  <a:pt x="3952" y="17136"/>
                  <a:pt x="3861" y="17227"/>
                </a:cubicBezTo>
                <a:lnTo>
                  <a:pt x="3800" y="17319"/>
                </a:lnTo>
                <a:lnTo>
                  <a:pt x="3709" y="17410"/>
                </a:lnTo>
                <a:cubicBezTo>
                  <a:pt x="3587" y="17471"/>
                  <a:pt x="3557" y="17623"/>
                  <a:pt x="3617" y="17683"/>
                </a:cubicBezTo>
                <a:cubicBezTo>
                  <a:pt x="3629" y="17689"/>
                  <a:pt x="3626" y="17692"/>
                  <a:pt x="3613" y="17692"/>
                </a:cubicBezTo>
                <a:cubicBezTo>
                  <a:pt x="3559" y="17692"/>
                  <a:pt x="3326" y="17647"/>
                  <a:pt x="3253" y="17623"/>
                </a:cubicBezTo>
                <a:cubicBezTo>
                  <a:pt x="3246" y="17621"/>
                  <a:pt x="3240" y="17620"/>
                  <a:pt x="3235" y="17620"/>
                </a:cubicBezTo>
                <a:cubicBezTo>
                  <a:pt x="3137" y="17620"/>
                  <a:pt x="3190" y="17872"/>
                  <a:pt x="3161" y="17987"/>
                </a:cubicBezTo>
                <a:cubicBezTo>
                  <a:pt x="3161" y="18109"/>
                  <a:pt x="3070" y="18261"/>
                  <a:pt x="3040" y="18261"/>
                </a:cubicBezTo>
                <a:cubicBezTo>
                  <a:pt x="3031" y="18265"/>
                  <a:pt x="3023" y="18267"/>
                  <a:pt x="3016" y="18267"/>
                </a:cubicBezTo>
                <a:cubicBezTo>
                  <a:pt x="2972" y="18267"/>
                  <a:pt x="2953" y="18196"/>
                  <a:pt x="2979" y="18170"/>
                </a:cubicBezTo>
                <a:cubicBezTo>
                  <a:pt x="3009" y="18139"/>
                  <a:pt x="2827" y="18048"/>
                  <a:pt x="2766" y="18018"/>
                </a:cubicBezTo>
                <a:cubicBezTo>
                  <a:pt x="2706" y="18018"/>
                  <a:pt x="2675" y="18048"/>
                  <a:pt x="2706" y="18139"/>
                </a:cubicBezTo>
                <a:lnTo>
                  <a:pt x="2736" y="18200"/>
                </a:lnTo>
                <a:cubicBezTo>
                  <a:pt x="2766" y="18291"/>
                  <a:pt x="2857" y="18352"/>
                  <a:pt x="2827" y="18413"/>
                </a:cubicBezTo>
                <a:lnTo>
                  <a:pt x="2766" y="18504"/>
                </a:lnTo>
                <a:cubicBezTo>
                  <a:pt x="2706" y="18534"/>
                  <a:pt x="2652" y="18550"/>
                  <a:pt x="2614" y="18550"/>
                </a:cubicBezTo>
                <a:cubicBezTo>
                  <a:pt x="2576" y="18550"/>
                  <a:pt x="2554" y="18534"/>
                  <a:pt x="2554" y="18504"/>
                </a:cubicBezTo>
                <a:lnTo>
                  <a:pt x="2584" y="18474"/>
                </a:lnTo>
                <a:cubicBezTo>
                  <a:pt x="2675" y="18322"/>
                  <a:pt x="2584" y="18261"/>
                  <a:pt x="2493" y="18139"/>
                </a:cubicBezTo>
                <a:lnTo>
                  <a:pt x="2310" y="17957"/>
                </a:lnTo>
                <a:cubicBezTo>
                  <a:pt x="2158" y="17987"/>
                  <a:pt x="1915" y="18048"/>
                  <a:pt x="1885" y="18048"/>
                </a:cubicBezTo>
                <a:cubicBezTo>
                  <a:pt x="1824" y="18018"/>
                  <a:pt x="1763" y="18018"/>
                  <a:pt x="1702" y="18018"/>
                </a:cubicBezTo>
                <a:cubicBezTo>
                  <a:pt x="1672" y="18018"/>
                  <a:pt x="1672" y="17896"/>
                  <a:pt x="1733" y="17744"/>
                </a:cubicBezTo>
                <a:lnTo>
                  <a:pt x="1976" y="17805"/>
                </a:lnTo>
                <a:lnTo>
                  <a:pt x="2037" y="17805"/>
                </a:lnTo>
                <a:cubicBezTo>
                  <a:pt x="2098" y="17805"/>
                  <a:pt x="2128" y="17744"/>
                  <a:pt x="2128" y="17683"/>
                </a:cubicBezTo>
                <a:cubicBezTo>
                  <a:pt x="2037" y="17653"/>
                  <a:pt x="1885" y="17653"/>
                  <a:pt x="1976" y="17531"/>
                </a:cubicBezTo>
                <a:lnTo>
                  <a:pt x="1976" y="17501"/>
                </a:lnTo>
                <a:cubicBezTo>
                  <a:pt x="2098" y="17501"/>
                  <a:pt x="2189" y="17562"/>
                  <a:pt x="2250" y="17653"/>
                </a:cubicBezTo>
                <a:cubicBezTo>
                  <a:pt x="2250" y="17683"/>
                  <a:pt x="2280" y="17714"/>
                  <a:pt x="2280" y="17744"/>
                </a:cubicBezTo>
                <a:cubicBezTo>
                  <a:pt x="2280" y="17744"/>
                  <a:pt x="2462" y="17653"/>
                  <a:pt x="2523" y="17653"/>
                </a:cubicBezTo>
                <a:cubicBezTo>
                  <a:pt x="2675" y="17653"/>
                  <a:pt x="2827" y="17623"/>
                  <a:pt x="2979" y="17592"/>
                </a:cubicBezTo>
                <a:cubicBezTo>
                  <a:pt x="3040" y="17531"/>
                  <a:pt x="3070" y="17440"/>
                  <a:pt x="3101" y="17349"/>
                </a:cubicBezTo>
                <a:lnTo>
                  <a:pt x="3313" y="17349"/>
                </a:lnTo>
                <a:cubicBezTo>
                  <a:pt x="3344" y="17227"/>
                  <a:pt x="3313" y="17136"/>
                  <a:pt x="3222" y="17045"/>
                </a:cubicBezTo>
                <a:cubicBezTo>
                  <a:pt x="3192" y="17045"/>
                  <a:pt x="3070" y="16893"/>
                  <a:pt x="2949" y="16893"/>
                </a:cubicBezTo>
                <a:lnTo>
                  <a:pt x="2949" y="17015"/>
                </a:lnTo>
                <a:lnTo>
                  <a:pt x="2949" y="17136"/>
                </a:lnTo>
                <a:cubicBezTo>
                  <a:pt x="2827" y="17167"/>
                  <a:pt x="2706" y="17227"/>
                  <a:pt x="2645" y="17258"/>
                </a:cubicBezTo>
                <a:lnTo>
                  <a:pt x="2614" y="17258"/>
                </a:lnTo>
                <a:cubicBezTo>
                  <a:pt x="2584" y="17258"/>
                  <a:pt x="2523" y="17197"/>
                  <a:pt x="2523" y="17167"/>
                </a:cubicBezTo>
                <a:lnTo>
                  <a:pt x="2523" y="17075"/>
                </a:lnTo>
                <a:cubicBezTo>
                  <a:pt x="2591" y="16985"/>
                  <a:pt x="2658" y="16929"/>
                  <a:pt x="2738" y="16868"/>
                </a:cubicBezTo>
                <a:lnTo>
                  <a:pt x="2738" y="16868"/>
                </a:lnTo>
                <a:cubicBezTo>
                  <a:pt x="2645" y="16863"/>
                  <a:pt x="2567" y="16863"/>
                  <a:pt x="2584" y="16863"/>
                </a:cubicBezTo>
                <a:cubicBezTo>
                  <a:pt x="2653" y="16845"/>
                  <a:pt x="2722" y="16838"/>
                  <a:pt x="2790" y="16829"/>
                </a:cubicBezTo>
                <a:lnTo>
                  <a:pt x="2790" y="16829"/>
                </a:lnTo>
                <a:cubicBezTo>
                  <a:pt x="2772" y="16843"/>
                  <a:pt x="2755" y="16855"/>
                  <a:pt x="2738" y="16868"/>
                </a:cubicBezTo>
                <a:lnTo>
                  <a:pt x="2738" y="16868"/>
                </a:lnTo>
                <a:cubicBezTo>
                  <a:pt x="2812" y="16872"/>
                  <a:pt x="2895" y="16880"/>
                  <a:pt x="2949" y="16893"/>
                </a:cubicBezTo>
                <a:lnTo>
                  <a:pt x="2949" y="16802"/>
                </a:lnTo>
                <a:cubicBezTo>
                  <a:pt x="2896" y="16815"/>
                  <a:pt x="2843" y="16823"/>
                  <a:pt x="2790" y="16829"/>
                </a:cubicBezTo>
                <a:lnTo>
                  <a:pt x="2790" y="16829"/>
                </a:lnTo>
                <a:cubicBezTo>
                  <a:pt x="2802" y="16820"/>
                  <a:pt x="2815" y="16811"/>
                  <a:pt x="2827" y="16802"/>
                </a:cubicBezTo>
                <a:lnTo>
                  <a:pt x="2857" y="16741"/>
                </a:lnTo>
                <a:lnTo>
                  <a:pt x="2857" y="16711"/>
                </a:lnTo>
                <a:cubicBezTo>
                  <a:pt x="2949" y="16650"/>
                  <a:pt x="2766" y="16498"/>
                  <a:pt x="2675" y="16468"/>
                </a:cubicBezTo>
                <a:cubicBezTo>
                  <a:pt x="2657" y="16455"/>
                  <a:pt x="2642" y="16451"/>
                  <a:pt x="2631" y="16451"/>
                </a:cubicBezTo>
                <a:cubicBezTo>
                  <a:pt x="2584" y="16451"/>
                  <a:pt x="2584" y="16528"/>
                  <a:pt x="2584" y="16528"/>
                </a:cubicBezTo>
                <a:cubicBezTo>
                  <a:pt x="2614" y="16559"/>
                  <a:pt x="2554" y="16620"/>
                  <a:pt x="2462" y="16650"/>
                </a:cubicBezTo>
                <a:lnTo>
                  <a:pt x="2402" y="16680"/>
                </a:lnTo>
                <a:cubicBezTo>
                  <a:pt x="2341" y="16711"/>
                  <a:pt x="2341" y="16771"/>
                  <a:pt x="2310" y="16802"/>
                </a:cubicBezTo>
                <a:lnTo>
                  <a:pt x="2280" y="16863"/>
                </a:lnTo>
                <a:cubicBezTo>
                  <a:pt x="2241" y="16920"/>
                  <a:pt x="2130" y="16942"/>
                  <a:pt x="2037" y="16942"/>
                </a:cubicBezTo>
                <a:cubicBezTo>
                  <a:pt x="1984" y="16942"/>
                  <a:pt x="1937" y="16935"/>
                  <a:pt x="1915" y="16923"/>
                </a:cubicBezTo>
                <a:cubicBezTo>
                  <a:pt x="1911" y="16921"/>
                  <a:pt x="1907" y="16920"/>
                  <a:pt x="1904" y="16920"/>
                </a:cubicBezTo>
                <a:cubicBezTo>
                  <a:pt x="1872" y="16920"/>
                  <a:pt x="1981" y="17082"/>
                  <a:pt x="2037" y="17167"/>
                </a:cubicBezTo>
                <a:cubicBezTo>
                  <a:pt x="2098" y="17227"/>
                  <a:pt x="2037" y="17288"/>
                  <a:pt x="1915" y="17288"/>
                </a:cubicBezTo>
                <a:lnTo>
                  <a:pt x="1794" y="17288"/>
                </a:lnTo>
                <a:cubicBezTo>
                  <a:pt x="1763" y="17319"/>
                  <a:pt x="1763" y="17410"/>
                  <a:pt x="1733" y="17410"/>
                </a:cubicBezTo>
                <a:cubicBezTo>
                  <a:pt x="1702" y="17440"/>
                  <a:pt x="1520" y="17471"/>
                  <a:pt x="1459" y="17501"/>
                </a:cubicBezTo>
                <a:cubicBezTo>
                  <a:pt x="1398" y="17531"/>
                  <a:pt x="1459" y="17592"/>
                  <a:pt x="1581" y="17653"/>
                </a:cubicBezTo>
                <a:lnTo>
                  <a:pt x="1581" y="17714"/>
                </a:lnTo>
                <a:lnTo>
                  <a:pt x="1581" y="17805"/>
                </a:lnTo>
                <a:cubicBezTo>
                  <a:pt x="1398" y="17835"/>
                  <a:pt x="1247" y="17835"/>
                  <a:pt x="1095" y="17835"/>
                </a:cubicBezTo>
                <a:lnTo>
                  <a:pt x="1095" y="17957"/>
                </a:lnTo>
                <a:cubicBezTo>
                  <a:pt x="1125" y="17987"/>
                  <a:pt x="1003" y="18200"/>
                  <a:pt x="943" y="18261"/>
                </a:cubicBezTo>
                <a:cubicBezTo>
                  <a:pt x="851" y="18352"/>
                  <a:pt x="760" y="18474"/>
                  <a:pt x="669" y="18595"/>
                </a:cubicBezTo>
                <a:cubicBezTo>
                  <a:pt x="669" y="18656"/>
                  <a:pt x="669" y="18717"/>
                  <a:pt x="639" y="18747"/>
                </a:cubicBezTo>
                <a:lnTo>
                  <a:pt x="578" y="18778"/>
                </a:lnTo>
                <a:cubicBezTo>
                  <a:pt x="487" y="18808"/>
                  <a:pt x="304" y="18930"/>
                  <a:pt x="335" y="18960"/>
                </a:cubicBezTo>
                <a:cubicBezTo>
                  <a:pt x="395" y="18990"/>
                  <a:pt x="213" y="19173"/>
                  <a:pt x="122" y="19234"/>
                </a:cubicBezTo>
                <a:cubicBezTo>
                  <a:pt x="31" y="19294"/>
                  <a:pt x="0" y="19386"/>
                  <a:pt x="31" y="19416"/>
                </a:cubicBezTo>
                <a:lnTo>
                  <a:pt x="31" y="19446"/>
                </a:lnTo>
                <a:lnTo>
                  <a:pt x="152" y="19720"/>
                </a:lnTo>
                <a:cubicBezTo>
                  <a:pt x="243" y="19993"/>
                  <a:pt x="365" y="20237"/>
                  <a:pt x="487" y="20480"/>
                </a:cubicBezTo>
                <a:lnTo>
                  <a:pt x="730" y="20480"/>
                </a:lnTo>
                <a:cubicBezTo>
                  <a:pt x="791" y="20480"/>
                  <a:pt x="821" y="20601"/>
                  <a:pt x="760" y="20723"/>
                </a:cubicBezTo>
                <a:lnTo>
                  <a:pt x="699" y="20845"/>
                </a:lnTo>
                <a:lnTo>
                  <a:pt x="639" y="20936"/>
                </a:lnTo>
                <a:cubicBezTo>
                  <a:pt x="730" y="20936"/>
                  <a:pt x="821" y="20936"/>
                  <a:pt x="882" y="20996"/>
                </a:cubicBezTo>
                <a:cubicBezTo>
                  <a:pt x="1064" y="21179"/>
                  <a:pt x="1277" y="21300"/>
                  <a:pt x="1520" y="21392"/>
                </a:cubicBezTo>
                <a:cubicBezTo>
                  <a:pt x="1549" y="21396"/>
                  <a:pt x="1574" y="21398"/>
                  <a:pt x="1594" y="21398"/>
                </a:cubicBezTo>
                <a:cubicBezTo>
                  <a:pt x="1724" y="21398"/>
                  <a:pt x="1694" y="21323"/>
                  <a:pt x="1642" y="21270"/>
                </a:cubicBezTo>
                <a:cubicBezTo>
                  <a:pt x="1640" y="21266"/>
                  <a:pt x="1638" y="21263"/>
                  <a:pt x="1635" y="21259"/>
                </a:cubicBezTo>
                <a:lnTo>
                  <a:pt x="1635" y="21259"/>
                </a:lnTo>
                <a:cubicBezTo>
                  <a:pt x="1615" y="21282"/>
                  <a:pt x="1595" y="21300"/>
                  <a:pt x="1581" y="21300"/>
                </a:cubicBezTo>
                <a:lnTo>
                  <a:pt x="1520" y="21300"/>
                </a:lnTo>
                <a:cubicBezTo>
                  <a:pt x="1529" y="21282"/>
                  <a:pt x="1567" y="21258"/>
                  <a:pt x="1616" y="21233"/>
                </a:cubicBezTo>
                <a:lnTo>
                  <a:pt x="1616" y="21233"/>
                </a:lnTo>
                <a:cubicBezTo>
                  <a:pt x="1563" y="21169"/>
                  <a:pt x="1465" y="21082"/>
                  <a:pt x="1490" y="21057"/>
                </a:cubicBezTo>
                <a:cubicBezTo>
                  <a:pt x="1539" y="21033"/>
                  <a:pt x="1686" y="20949"/>
                  <a:pt x="1757" y="20949"/>
                </a:cubicBezTo>
                <a:cubicBezTo>
                  <a:pt x="1775" y="20949"/>
                  <a:pt x="1788" y="20954"/>
                  <a:pt x="1794" y="20966"/>
                </a:cubicBezTo>
                <a:cubicBezTo>
                  <a:pt x="1854" y="20996"/>
                  <a:pt x="1854" y="21057"/>
                  <a:pt x="1763" y="21118"/>
                </a:cubicBezTo>
                <a:lnTo>
                  <a:pt x="1702" y="21179"/>
                </a:lnTo>
                <a:cubicBezTo>
                  <a:pt x="1696" y="21185"/>
                  <a:pt x="1689" y="21193"/>
                  <a:pt x="1681" y="21203"/>
                </a:cubicBezTo>
                <a:lnTo>
                  <a:pt x="1681" y="21203"/>
                </a:lnTo>
                <a:cubicBezTo>
                  <a:pt x="1787" y="21158"/>
                  <a:pt x="1911" y="21118"/>
                  <a:pt x="1946" y="21118"/>
                </a:cubicBezTo>
                <a:cubicBezTo>
                  <a:pt x="1976" y="21118"/>
                  <a:pt x="2128" y="20936"/>
                  <a:pt x="2219" y="20936"/>
                </a:cubicBezTo>
                <a:cubicBezTo>
                  <a:pt x="2371" y="20966"/>
                  <a:pt x="2523" y="20996"/>
                  <a:pt x="2675" y="21088"/>
                </a:cubicBezTo>
                <a:cubicBezTo>
                  <a:pt x="2736" y="21118"/>
                  <a:pt x="2827" y="21148"/>
                  <a:pt x="2918" y="21148"/>
                </a:cubicBezTo>
                <a:cubicBezTo>
                  <a:pt x="3040" y="21118"/>
                  <a:pt x="3131" y="21118"/>
                  <a:pt x="3253" y="21118"/>
                </a:cubicBezTo>
                <a:cubicBezTo>
                  <a:pt x="3253" y="21118"/>
                  <a:pt x="3405" y="21118"/>
                  <a:pt x="3405" y="21088"/>
                </a:cubicBezTo>
                <a:cubicBezTo>
                  <a:pt x="3405" y="21057"/>
                  <a:pt x="3405" y="20996"/>
                  <a:pt x="3405" y="20936"/>
                </a:cubicBezTo>
                <a:cubicBezTo>
                  <a:pt x="3405" y="20875"/>
                  <a:pt x="3435" y="20814"/>
                  <a:pt x="3465" y="20784"/>
                </a:cubicBezTo>
                <a:lnTo>
                  <a:pt x="3557" y="20723"/>
                </a:lnTo>
                <a:cubicBezTo>
                  <a:pt x="3587" y="20723"/>
                  <a:pt x="3587" y="20753"/>
                  <a:pt x="3617" y="20753"/>
                </a:cubicBezTo>
                <a:lnTo>
                  <a:pt x="3709" y="20814"/>
                </a:lnTo>
                <a:cubicBezTo>
                  <a:pt x="3678" y="20905"/>
                  <a:pt x="3648" y="20996"/>
                  <a:pt x="3617" y="21057"/>
                </a:cubicBezTo>
                <a:lnTo>
                  <a:pt x="3709" y="21057"/>
                </a:lnTo>
                <a:cubicBezTo>
                  <a:pt x="3769" y="21057"/>
                  <a:pt x="3830" y="21027"/>
                  <a:pt x="3830" y="20996"/>
                </a:cubicBezTo>
                <a:lnTo>
                  <a:pt x="3830" y="20905"/>
                </a:lnTo>
                <a:cubicBezTo>
                  <a:pt x="3830" y="20814"/>
                  <a:pt x="3891" y="20723"/>
                  <a:pt x="3952" y="20723"/>
                </a:cubicBezTo>
                <a:lnTo>
                  <a:pt x="3982" y="20723"/>
                </a:lnTo>
                <a:cubicBezTo>
                  <a:pt x="4013" y="20753"/>
                  <a:pt x="4043" y="20784"/>
                  <a:pt x="4073" y="20814"/>
                </a:cubicBezTo>
                <a:lnTo>
                  <a:pt x="4286" y="20996"/>
                </a:lnTo>
                <a:cubicBezTo>
                  <a:pt x="4408" y="20905"/>
                  <a:pt x="4438" y="20784"/>
                  <a:pt x="4408" y="20784"/>
                </a:cubicBezTo>
                <a:cubicBezTo>
                  <a:pt x="4385" y="20761"/>
                  <a:pt x="4537" y="20702"/>
                  <a:pt x="4651" y="20702"/>
                </a:cubicBezTo>
                <a:cubicBezTo>
                  <a:pt x="4688" y="20702"/>
                  <a:pt x="4720" y="20708"/>
                  <a:pt x="4742" y="20723"/>
                </a:cubicBezTo>
                <a:cubicBezTo>
                  <a:pt x="4812" y="20740"/>
                  <a:pt x="4862" y="20758"/>
                  <a:pt x="4886" y="20758"/>
                </a:cubicBezTo>
                <a:cubicBezTo>
                  <a:pt x="4903" y="20758"/>
                  <a:pt x="4907" y="20749"/>
                  <a:pt x="4894" y="20723"/>
                </a:cubicBezTo>
                <a:cubicBezTo>
                  <a:pt x="4894" y="20662"/>
                  <a:pt x="4894" y="20632"/>
                  <a:pt x="4894" y="20571"/>
                </a:cubicBezTo>
                <a:lnTo>
                  <a:pt x="5016" y="20571"/>
                </a:lnTo>
                <a:cubicBezTo>
                  <a:pt x="5087" y="20632"/>
                  <a:pt x="5151" y="20655"/>
                  <a:pt x="5209" y="20655"/>
                </a:cubicBezTo>
                <a:cubicBezTo>
                  <a:pt x="5326" y="20655"/>
                  <a:pt x="5421" y="20561"/>
                  <a:pt x="5502" y="20480"/>
                </a:cubicBezTo>
                <a:lnTo>
                  <a:pt x="5654" y="20358"/>
                </a:lnTo>
                <a:lnTo>
                  <a:pt x="6110" y="20297"/>
                </a:lnTo>
                <a:cubicBezTo>
                  <a:pt x="6140" y="20297"/>
                  <a:pt x="6171" y="20237"/>
                  <a:pt x="6171" y="20237"/>
                </a:cubicBezTo>
                <a:lnTo>
                  <a:pt x="6171" y="19993"/>
                </a:lnTo>
                <a:lnTo>
                  <a:pt x="6353" y="20085"/>
                </a:lnTo>
                <a:lnTo>
                  <a:pt x="6383" y="20085"/>
                </a:lnTo>
                <a:cubicBezTo>
                  <a:pt x="6386" y="20087"/>
                  <a:pt x="6389" y="20088"/>
                  <a:pt x="6393" y="20088"/>
                </a:cubicBezTo>
                <a:cubicBezTo>
                  <a:pt x="6441" y="20088"/>
                  <a:pt x="6605" y="19930"/>
                  <a:pt x="6718" y="19902"/>
                </a:cubicBezTo>
                <a:lnTo>
                  <a:pt x="6657" y="19902"/>
                </a:lnTo>
                <a:cubicBezTo>
                  <a:pt x="6627" y="19872"/>
                  <a:pt x="6596" y="19811"/>
                  <a:pt x="6596" y="19781"/>
                </a:cubicBezTo>
                <a:cubicBezTo>
                  <a:pt x="6606" y="19750"/>
                  <a:pt x="6620" y="19740"/>
                  <a:pt x="6634" y="19740"/>
                </a:cubicBezTo>
                <a:cubicBezTo>
                  <a:pt x="6664" y="19740"/>
                  <a:pt x="6697" y="19781"/>
                  <a:pt x="6718" y="19781"/>
                </a:cubicBezTo>
                <a:cubicBezTo>
                  <a:pt x="6718" y="19787"/>
                  <a:pt x="6720" y="19789"/>
                  <a:pt x="6724" y="19789"/>
                </a:cubicBezTo>
                <a:cubicBezTo>
                  <a:pt x="6740" y="19789"/>
                  <a:pt x="6779" y="19750"/>
                  <a:pt x="6779" y="19750"/>
                </a:cubicBezTo>
                <a:lnTo>
                  <a:pt x="6779" y="19720"/>
                </a:lnTo>
                <a:cubicBezTo>
                  <a:pt x="6718" y="19659"/>
                  <a:pt x="6687" y="19598"/>
                  <a:pt x="6687" y="19537"/>
                </a:cubicBezTo>
                <a:cubicBezTo>
                  <a:pt x="6687" y="19534"/>
                  <a:pt x="6690" y="19533"/>
                  <a:pt x="6695" y="19533"/>
                </a:cubicBezTo>
                <a:cubicBezTo>
                  <a:pt x="6738" y="19533"/>
                  <a:pt x="6937" y="19635"/>
                  <a:pt x="6991" y="19689"/>
                </a:cubicBezTo>
                <a:cubicBezTo>
                  <a:pt x="7060" y="19758"/>
                  <a:pt x="7145" y="19792"/>
                  <a:pt x="7235" y="19792"/>
                </a:cubicBezTo>
                <a:cubicBezTo>
                  <a:pt x="7265" y="19792"/>
                  <a:pt x="7295" y="19788"/>
                  <a:pt x="7326" y="19781"/>
                </a:cubicBezTo>
                <a:lnTo>
                  <a:pt x="7386" y="19689"/>
                </a:lnTo>
                <a:lnTo>
                  <a:pt x="7447" y="19659"/>
                </a:lnTo>
                <a:cubicBezTo>
                  <a:pt x="7599" y="19568"/>
                  <a:pt x="7812" y="19507"/>
                  <a:pt x="7994" y="19446"/>
                </a:cubicBezTo>
                <a:cubicBezTo>
                  <a:pt x="8146" y="19386"/>
                  <a:pt x="8298" y="19325"/>
                  <a:pt x="8450" y="19294"/>
                </a:cubicBezTo>
                <a:lnTo>
                  <a:pt x="8541" y="19203"/>
                </a:lnTo>
                <a:cubicBezTo>
                  <a:pt x="8693" y="19051"/>
                  <a:pt x="8906" y="18930"/>
                  <a:pt x="9119" y="18869"/>
                </a:cubicBezTo>
                <a:lnTo>
                  <a:pt x="9301" y="18838"/>
                </a:lnTo>
                <a:cubicBezTo>
                  <a:pt x="9362" y="18686"/>
                  <a:pt x="9788" y="18626"/>
                  <a:pt x="9788" y="18504"/>
                </a:cubicBezTo>
                <a:cubicBezTo>
                  <a:pt x="9788" y="18454"/>
                  <a:pt x="9849" y="18405"/>
                  <a:pt x="9920" y="18405"/>
                </a:cubicBezTo>
                <a:cubicBezTo>
                  <a:pt x="9937" y="18405"/>
                  <a:pt x="9953" y="18407"/>
                  <a:pt x="9970" y="18413"/>
                </a:cubicBezTo>
                <a:cubicBezTo>
                  <a:pt x="9975" y="18418"/>
                  <a:pt x="9982" y="18421"/>
                  <a:pt x="9989" y="18421"/>
                </a:cubicBezTo>
                <a:cubicBezTo>
                  <a:pt x="10020" y="18421"/>
                  <a:pt x="10061" y="18366"/>
                  <a:pt x="10061" y="18291"/>
                </a:cubicBezTo>
                <a:lnTo>
                  <a:pt x="10244" y="18291"/>
                </a:lnTo>
                <a:cubicBezTo>
                  <a:pt x="10274" y="18291"/>
                  <a:pt x="10365" y="18230"/>
                  <a:pt x="10335" y="18170"/>
                </a:cubicBezTo>
                <a:cubicBezTo>
                  <a:pt x="10335" y="18109"/>
                  <a:pt x="10274" y="18079"/>
                  <a:pt x="10365" y="18079"/>
                </a:cubicBezTo>
                <a:cubicBezTo>
                  <a:pt x="10426" y="18079"/>
                  <a:pt x="10487" y="18109"/>
                  <a:pt x="10487" y="18109"/>
                </a:cubicBezTo>
                <a:lnTo>
                  <a:pt x="10517" y="18200"/>
                </a:lnTo>
                <a:cubicBezTo>
                  <a:pt x="10426" y="18352"/>
                  <a:pt x="10304" y="18504"/>
                  <a:pt x="10183" y="18626"/>
                </a:cubicBezTo>
                <a:lnTo>
                  <a:pt x="10183" y="18747"/>
                </a:lnTo>
                <a:lnTo>
                  <a:pt x="10183" y="18930"/>
                </a:lnTo>
                <a:cubicBezTo>
                  <a:pt x="10274" y="19082"/>
                  <a:pt x="10304" y="19234"/>
                  <a:pt x="10274" y="19416"/>
                </a:cubicBezTo>
                <a:cubicBezTo>
                  <a:pt x="10213" y="19446"/>
                  <a:pt x="10244" y="19477"/>
                  <a:pt x="10304" y="19507"/>
                </a:cubicBezTo>
                <a:lnTo>
                  <a:pt x="10335" y="19568"/>
                </a:lnTo>
                <a:lnTo>
                  <a:pt x="10456" y="19659"/>
                </a:lnTo>
                <a:cubicBezTo>
                  <a:pt x="10548" y="19811"/>
                  <a:pt x="10608" y="19963"/>
                  <a:pt x="10669" y="20115"/>
                </a:cubicBezTo>
                <a:lnTo>
                  <a:pt x="10730" y="20237"/>
                </a:lnTo>
                <a:cubicBezTo>
                  <a:pt x="10730" y="20267"/>
                  <a:pt x="10669" y="20297"/>
                  <a:pt x="10669" y="20328"/>
                </a:cubicBezTo>
                <a:cubicBezTo>
                  <a:pt x="10639" y="20449"/>
                  <a:pt x="10608" y="20571"/>
                  <a:pt x="10669" y="20632"/>
                </a:cubicBezTo>
                <a:cubicBezTo>
                  <a:pt x="10791" y="20723"/>
                  <a:pt x="10912" y="20784"/>
                  <a:pt x="11064" y="20814"/>
                </a:cubicBezTo>
                <a:lnTo>
                  <a:pt x="11095" y="20814"/>
                </a:lnTo>
                <a:cubicBezTo>
                  <a:pt x="11095" y="20845"/>
                  <a:pt x="11004" y="20905"/>
                  <a:pt x="10973" y="20905"/>
                </a:cubicBezTo>
                <a:cubicBezTo>
                  <a:pt x="10943" y="20936"/>
                  <a:pt x="11034" y="20966"/>
                  <a:pt x="11186" y="20996"/>
                </a:cubicBezTo>
                <a:lnTo>
                  <a:pt x="11125" y="21148"/>
                </a:lnTo>
                <a:cubicBezTo>
                  <a:pt x="11095" y="21209"/>
                  <a:pt x="11095" y="21300"/>
                  <a:pt x="11125" y="21361"/>
                </a:cubicBezTo>
                <a:lnTo>
                  <a:pt x="11156" y="21392"/>
                </a:lnTo>
                <a:cubicBezTo>
                  <a:pt x="11247" y="21422"/>
                  <a:pt x="11156" y="21756"/>
                  <a:pt x="11156" y="21878"/>
                </a:cubicBezTo>
                <a:cubicBezTo>
                  <a:pt x="11156" y="21982"/>
                  <a:pt x="11170" y="22029"/>
                  <a:pt x="11188" y="22029"/>
                </a:cubicBezTo>
                <a:cubicBezTo>
                  <a:pt x="11197" y="22029"/>
                  <a:pt x="11207" y="22019"/>
                  <a:pt x="11216" y="22000"/>
                </a:cubicBezTo>
                <a:lnTo>
                  <a:pt x="11247" y="21969"/>
                </a:lnTo>
                <a:lnTo>
                  <a:pt x="11277" y="21939"/>
                </a:lnTo>
                <a:cubicBezTo>
                  <a:pt x="11293" y="21931"/>
                  <a:pt x="11310" y="21927"/>
                  <a:pt x="11325" y="21927"/>
                </a:cubicBezTo>
                <a:cubicBezTo>
                  <a:pt x="11368" y="21927"/>
                  <a:pt x="11407" y="21955"/>
                  <a:pt x="11429" y="22000"/>
                </a:cubicBezTo>
                <a:lnTo>
                  <a:pt x="11429" y="22030"/>
                </a:lnTo>
                <a:lnTo>
                  <a:pt x="11429" y="22060"/>
                </a:lnTo>
                <a:cubicBezTo>
                  <a:pt x="11368" y="22121"/>
                  <a:pt x="12067" y="22212"/>
                  <a:pt x="12311" y="22303"/>
                </a:cubicBezTo>
                <a:cubicBezTo>
                  <a:pt x="12523" y="22395"/>
                  <a:pt x="12766" y="22486"/>
                  <a:pt x="12827" y="22486"/>
                </a:cubicBezTo>
                <a:lnTo>
                  <a:pt x="12858" y="22486"/>
                </a:lnTo>
                <a:cubicBezTo>
                  <a:pt x="12913" y="22445"/>
                  <a:pt x="12961" y="22428"/>
                  <a:pt x="13012" y="22428"/>
                </a:cubicBezTo>
                <a:cubicBezTo>
                  <a:pt x="13074" y="22428"/>
                  <a:pt x="13139" y="22453"/>
                  <a:pt x="13222" y="22486"/>
                </a:cubicBezTo>
                <a:cubicBezTo>
                  <a:pt x="13280" y="22509"/>
                  <a:pt x="13339" y="22519"/>
                  <a:pt x="13395" y="22519"/>
                </a:cubicBezTo>
                <a:cubicBezTo>
                  <a:pt x="13486" y="22519"/>
                  <a:pt x="13573" y="22493"/>
                  <a:pt x="13648" y="22455"/>
                </a:cubicBezTo>
                <a:lnTo>
                  <a:pt x="13891" y="22303"/>
                </a:lnTo>
                <a:cubicBezTo>
                  <a:pt x="14074" y="22273"/>
                  <a:pt x="14286" y="22212"/>
                  <a:pt x="14499" y="22182"/>
                </a:cubicBezTo>
                <a:lnTo>
                  <a:pt x="14529" y="22182"/>
                </a:lnTo>
                <a:lnTo>
                  <a:pt x="14712" y="22121"/>
                </a:lnTo>
                <a:cubicBezTo>
                  <a:pt x="14925" y="22060"/>
                  <a:pt x="15350" y="21908"/>
                  <a:pt x="15472" y="21878"/>
                </a:cubicBezTo>
                <a:cubicBezTo>
                  <a:pt x="15593" y="21848"/>
                  <a:pt x="16110" y="21604"/>
                  <a:pt x="16292" y="21574"/>
                </a:cubicBezTo>
                <a:cubicBezTo>
                  <a:pt x="16444" y="21513"/>
                  <a:pt x="16809" y="21392"/>
                  <a:pt x="16870" y="21361"/>
                </a:cubicBezTo>
                <a:cubicBezTo>
                  <a:pt x="16961" y="21331"/>
                  <a:pt x="17447" y="21118"/>
                  <a:pt x="17599" y="21027"/>
                </a:cubicBezTo>
                <a:cubicBezTo>
                  <a:pt x="17782" y="20966"/>
                  <a:pt x="18177" y="20845"/>
                  <a:pt x="18511" y="20753"/>
                </a:cubicBezTo>
                <a:lnTo>
                  <a:pt x="18754" y="20601"/>
                </a:lnTo>
                <a:lnTo>
                  <a:pt x="18967" y="20480"/>
                </a:lnTo>
                <a:cubicBezTo>
                  <a:pt x="19210" y="20419"/>
                  <a:pt x="19727" y="20115"/>
                  <a:pt x="19879" y="20054"/>
                </a:cubicBezTo>
                <a:cubicBezTo>
                  <a:pt x="20031" y="20024"/>
                  <a:pt x="20487" y="19811"/>
                  <a:pt x="20639" y="19781"/>
                </a:cubicBezTo>
                <a:cubicBezTo>
                  <a:pt x="20761" y="19750"/>
                  <a:pt x="20913" y="19689"/>
                  <a:pt x="21034" y="19689"/>
                </a:cubicBezTo>
                <a:lnTo>
                  <a:pt x="21065" y="19537"/>
                </a:lnTo>
                <a:cubicBezTo>
                  <a:pt x="21186" y="19537"/>
                  <a:pt x="21308" y="19537"/>
                  <a:pt x="21460" y="19507"/>
                </a:cubicBezTo>
                <a:lnTo>
                  <a:pt x="21490" y="19477"/>
                </a:lnTo>
                <a:lnTo>
                  <a:pt x="21794" y="19325"/>
                </a:lnTo>
                <a:cubicBezTo>
                  <a:pt x="22128" y="19203"/>
                  <a:pt x="22554" y="19051"/>
                  <a:pt x="22615" y="19021"/>
                </a:cubicBezTo>
                <a:cubicBezTo>
                  <a:pt x="22736" y="18960"/>
                  <a:pt x="22858" y="18899"/>
                  <a:pt x="22979" y="18899"/>
                </a:cubicBezTo>
                <a:cubicBezTo>
                  <a:pt x="23131" y="18838"/>
                  <a:pt x="23253" y="18808"/>
                  <a:pt x="23375" y="18717"/>
                </a:cubicBezTo>
                <a:cubicBezTo>
                  <a:pt x="23435" y="18686"/>
                  <a:pt x="23709" y="18656"/>
                  <a:pt x="23739" y="18626"/>
                </a:cubicBezTo>
                <a:cubicBezTo>
                  <a:pt x="23922" y="18534"/>
                  <a:pt x="24074" y="18443"/>
                  <a:pt x="24226" y="18382"/>
                </a:cubicBezTo>
                <a:cubicBezTo>
                  <a:pt x="24347" y="18322"/>
                  <a:pt x="24986" y="18139"/>
                  <a:pt x="25198" y="18048"/>
                </a:cubicBezTo>
                <a:cubicBezTo>
                  <a:pt x="25381" y="17927"/>
                  <a:pt x="25593" y="17866"/>
                  <a:pt x="25776" y="17805"/>
                </a:cubicBezTo>
                <a:lnTo>
                  <a:pt x="26019" y="17775"/>
                </a:lnTo>
                <a:cubicBezTo>
                  <a:pt x="26049" y="17744"/>
                  <a:pt x="26262" y="17471"/>
                  <a:pt x="26384" y="17471"/>
                </a:cubicBezTo>
                <a:lnTo>
                  <a:pt x="26809" y="17471"/>
                </a:lnTo>
                <a:cubicBezTo>
                  <a:pt x="26870" y="17258"/>
                  <a:pt x="27113" y="17227"/>
                  <a:pt x="27326" y="17197"/>
                </a:cubicBezTo>
                <a:lnTo>
                  <a:pt x="27478" y="17167"/>
                </a:lnTo>
                <a:cubicBezTo>
                  <a:pt x="27630" y="17106"/>
                  <a:pt x="27782" y="17045"/>
                  <a:pt x="27904" y="16984"/>
                </a:cubicBezTo>
                <a:cubicBezTo>
                  <a:pt x="27995" y="16923"/>
                  <a:pt x="28086" y="16863"/>
                  <a:pt x="28208" y="16863"/>
                </a:cubicBezTo>
                <a:cubicBezTo>
                  <a:pt x="28299" y="16832"/>
                  <a:pt x="28390" y="16802"/>
                  <a:pt x="28481" y="16741"/>
                </a:cubicBezTo>
                <a:lnTo>
                  <a:pt x="28603" y="16711"/>
                </a:lnTo>
                <a:lnTo>
                  <a:pt x="28755" y="16650"/>
                </a:lnTo>
                <a:cubicBezTo>
                  <a:pt x="28907" y="16589"/>
                  <a:pt x="29059" y="16559"/>
                  <a:pt x="29211" y="16528"/>
                </a:cubicBezTo>
                <a:cubicBezTo>
                  <a:pt x="29241" y="16528"/>
                  <a:pt x="29332" y="16437"/>
                  <a:pt x="29393" y="16437"/>
                </a:cubicBezTo>
                <a:cubicBezTo>
                  <a:pt x="29423" y="16407"/>
                  <a:pt x="29697" y="16437"/>
                  <a:pt x="29697" y="16376"/>
                </a:cubicBezTo>
                <a:cubicBezTo>
                  <a:pt x="29667" y="16316"/>
                  <a:pt x="30122" y="16224"/>
                  <a:pt x="30274" y="16164"/>
                </a:cubicBezTo>
                <a:cubicBezTo>
                  <a:pt x="30518" y="15981"/>
                  <a:pt x="30761" y="15829"/>
                  <a:pt x="31034" y="15677"/>
                </a:cubicBezTo>
                <a:cubicBezTo>
                  <a:pt x="31217" y="15647"/>
                  <a:pt x="31399" y="15616"/>
                  <a:pt x="31429" y="15616"/>
                </a:cubicBezTo>
                <a:cubicBezTo>
                  <a:pt x="31456" y="15616"/>
                  <a:pt x="31571" y="15683"/>
                  <a:pt x="31642" y="15683"/>
                </a:cubicBezTo>
                <a:cubicBezTo>
                  <a:pt x="31653" y="15683"/>
                  <a:pt x="31664" y="15682"/>
                  <a:pt x="31673" y="15677"/>
                </a:cubicBezTo>
                <a:cubicBezTo>
                  <a:pt x="31855" y="15525"/>
                  <a:pt x="32037" y="15434"/>
                  <a:pt x="32220" y="15343"/>
                </a:cubicBezTo>
                <a:cubicBezTo>
                  <a:pt x="32463" y="15282"/>
                  <a:pt x="32706" y="15191"/>
                  <a:pt x="32919" y="15100"/>
                </a:cubicBezTo>
                <a:cubicBezTo>
                  <a:pt x="33040" y="15039"/>
                  <a:pt x="33496" y="14917"/>
                  <a:pt x="33618" y="14857"/>
                </a:cubicBezTo>
                <a:cubicBezTo>
                  <a:pt x="33770" y="14796"/>
                  <a:pt x="34043" y="14674"/>
                  <a:pt x="34226" y="14583"/>
                </a:cubicBezTo>
                <a:lnTo>
                  <a:pt x="34378" y="14613"/>
                </a:lnTo>
                <a:lnTo>
                  <a:pt x="34621" y="14674"/>
                </a:lnTo>
                <a:cubicBezTo>
                  <a:pt x="34834" y="14492"/>
                  <a:pt x="35077" y="14370"/>
                  <a:pt x="35350" y="14279"/>
                </a:cubicBezTo>
                <a:cubicBezTo>
                  <a:pt x="35502" y="14218"/>
                  <a:pt x="35867" y="14097"/>
                  <a:pt x="35928" y="14066"/>
                </a:cubicBezTo>
                <a:cubicBezTo>
                  <a:pt x="36080" y="14036"/>
                  <a:pt x="36202" y="14036"/>
                  <a:pt x="36354" y="14036"/>
                </a:cubicBezTo>
                <a:lnTo>
                  <a:pt x="36354" y="14097"/>
                </a:lnTo>
                <a:lnTo>
                  <a:pt x="36384" y="14309"/>
                </a:lnTo>
                <a:cubicBezTo>
                  <a:pt x="36414" y="14553"/>
                  <a:pt x="36475" y="14826"/>
                  <a:pt x="36475" y="14857"/>
                </a:cubicBezTo>
                <a:cubicBezTo>
                  <a:pt x="36475" y="14887"/>
                  <a:pt x="36688" y="15009"/>
                  <a:pt x="36688" y="15069"/>
                </a:cubicBezTo>
                <a:cubicBezTo>
                  <a:pt x="36688" y="15221"/>
                  <a:pt x="36688" y="15373"/>
                  <a:pt x="36749" y="15495"/>
                </a:cubicBezTo>
                <a:cubicBezTo>
                  <a:pt x="36779" y="15586"/>
                  <a:pt x="36809" y="15677"/>
                  <a:pt x="36840" y="15768"/>
                </a:cubicBezTo>
                <a:lnTo>
                  <a:pt x="36779" y="15768"/>
                </a:lnTo>
                <a:lnTo>
                  <a:pt x="36688" y="15860"/>
                </a:lnTo>
                <a:cubicBezTo>
                  <a:pt x="36718" y="15951"/>
                  <a:pt x="36749" y="16012"/>
                  <a:pt x="36779" y="16103"/>
                </a:cubicBezTo>
                <a:cubicBezTo>
                  <a:pt x="36718" y="16164"/>
                  <a:pt x="36658" y="16224"/>
                  <a:pt x="36597" y="16316"/>
                </a:cubicBezTo>
                <a:lnTo>
                  <a:pt x="36718" y="16407"/>
                </a:lnTo>
                <a:lnTo>
                  <a:pt x="36840" y="16528"/>
                </a:lnTo>
                <a:cubicBezTo>
                  <a:pt x="37022" y="16589"/>
                  <a:pt x="37539" y="16741"/>
                  <a:pt x="37691" y="16802"/>
                </a:cubicBezTo>
                <a:cubicBezTo>
                  <a:pt x="37782" y="16863"/>
                  <a:pt x="37904" y="16893"/>
                  <a:pt x="37995" y="16954"/>
                </a:cubicBezTo>
                <a:lnTo>
                  <a:pt x="38025" y="16954"/>
                </a:lnTo>
                <a:cubicBezTo>
                  <a:pt x="38177" y="16954"/>
                  <a:pt x="38329" y="16984"/>
                  <a:pt x="38451" y="17045"/>
                </a:cubicBezTo>
                <a:lnTo>
                  <a:pt x="38542" y="17075"/>
                </a:lnTo>
                <a:cubicBezTo>
                  <a:pt x="38680" y="17103"/>
                  <a:pt x="38919" y="17231"/>
                  <a:pt x="39030" y="17231"/>
                </a:cubicBezTo>
                <a:cubicBezTo>
                  <a:pt x="39041" y="17231"/>
                  <a:pt x="39051" y="17230"/>
                  <a:pt x="39059" y="17227"/>
                </a:cubicBezTo>
                <a:cubicBezTo>
                  <a:pt x="39089" y="17212"/>
                  <a:pt x="39150" y="17212"/>
                  <a:pt x="39207" y="17212"/>
                </a:cubicBezTo>
                <a:cubicBezTo>
                  <a:pt x="39264" y="17212"/>
                  <a:pt x="39317" y="17212"/>
                  <a:pt x="39332" y="17197"/>
                </a:cubicBezTo>
                <a:cubicBezTo>
                  <a:pt x="39349" y="17189"/>
                  <a:pt x="39369" y="17185"/>
                  <a:pt x="39393" y="17185"/>
                </a:cubicBezTo>
                <a:cubicBezTo>
                  <a:pt x="39456" y="17185"/>
                  <a:pt x="39539" y="17213"/>
                  <a:pt x="39606" y="17258"/>
                </a:cubicBezTo>
                <a:lnTo>
                  <a:pt x="39758" y="17136"/>
                </a:lnTo>
                <a:cubicBezTo>
                  <a:pt x="39762" y="17132"/>
                  <a:pt x="39771" y="17130"/>
                  <a:pt x="39782" y="17130"/>
                </a:cubicBezTo>
                <a:cubicBezTo>
                  <a:pt x="39837" y="17130"/>
                  <a:pt x="39960" y="17173"/>
                  <a:pt x="40045" y="17173"/>
                </a:cubicBezTo>
                <a:cubicBezTo>
                  <a:pt x="40063" y="17173"/>
                  <a:pt x="40079" y="17171"/>
                  <a:pt x="40092" y="17167"/>
                </a:cubicBezTo>
                <a:lnTo>
                  <a:pt x="40396" y="17106"/>
                </a:lnTo>
                <a:cubicBezTo>
                  <a:pt x="40700" y="17075"/>
                  <a:pt x="41004" y="17045"/>
                  <a:pt x="41308" y="16984"/>
                </a:cubicBezTo>
                <a:cubicBezTo>
                  <a:pt x="41430" y="16954"/>
                  <a:pt x="41551" y="16954"/>
                  <a:pt x="41703" y="16954"/>
                </a:cubicBezTo>
                <a:cubicBezTo>
                  <a:pt x="41764" y="16954"/>
                  <a:pt x="41825" y="16923"/>
                  <a:pt x="41886" y="16893"/>
                </a:cubicBezTo>
                <a:cubicBezTo>
                  <a:pt x="42068" y="16832"/>
                  <a:pt x="42220" y="16771"/>
                  <a:pt x="42402" y="16741"/>
                </a:cubicBezTo>
                <a:lnTo>
                  <a:pt x="42980" y="16741"/>
                </a:lnTo>
                <a:cubicBezTo>
                  <a:pt x="43284" y="16680"/>
                  <a:pt x="43892" y="16589"/>
                  <a:pt x="44013" y="16559"/>
                </a:cubicBezTo>
                <a:lnTo>
                  <a:pt x="45016" y="16224"/>
                </a:lnTo>
                <a:lnTo>
                  <a:pt x="45442" y="16224"/>
                </a:lnTo>
                <a:lnTo>
                  <a:pt x="45959" y="16103"/>
                </a:lnTo>
                <a:lnTo>
                  <a:pt x="46019" y="16103"/>
                </a:lnTo>
                <a:cubicBezTo>
                  <a:pt x="46080" y="16072"/>
                  <a:pt x="46901" y="15951"/>
                  <a:pt x="47205" y="15920"/>
                </a:cubicBezTo>
                <a:cubicBezTo>
                  <a:pt x="47509" y="15860"/>
                  <a:pt x="48329" y="15708"/>
                  <a:pt x="48512" y="15677"/>
                </a:cubicBezTo>
                <a:cubicBezTo>
                  <a:pt x="48725" y="15616"/>
                  <a:pt x="49059" y="15556"/>
                  <a:pt x="49120" y="15525"/>
                </a:cubicBezTo>
                <a:cubicBezTo>
                  <a:pt x="49211" y="15525"/>
                  <a:pt x="49485" y="15525"/>
                  <a:pt x="49576" y="15495"/>
                </a:cubicBezTo>
                <a:cubicBezTo>
                  <a:pt x="49728" y="15495"/>
                  <a:pt x="49880" y="15495"/>
                  <a:pt x="50032" y="15556"/>
                </a:cubicBezTo>
                <a:lnTo>
                  <a:pt x="50184" y="15404"/>
                </a:lnTo>
                <a:lnTo>
                  <a:pt x="50214" y="15343"/>
                </a:lnTo>
                <a:lnTo>
                  <a:pt x="50792" y="15282"/>
                </a:lnTo>
                <a:lnTo>
                  <a:pt x="50913" y="15252"/>
                </a:lnTo>
                <a:lnTo>
                  <a:pt x="51035" y="15221"/>
                </a:lnTo>
                <a:cubicBezTo>
                  <a:pt x="51126" y="15161"/>
                  <a:pt x="51217" y="15100"/>
                  <a:pt x="51339" y="15069"/>
                </a:cubicBezTo>
                <a:cubicBezTo>
                  <a:pt x="51582" y="15009"/>
                  <a:pt x="51825" y="14948"/>
                  <a:pt x="52099" y="14826"/>
                </a:cubicBezTo>
                <a:cubicBezTo>
                  <a:pt x="52190" y="14765"/>
                  <a:pt x="52311" y="14705"/>
                  <a:pt x="52433" y="14644"/>
                </a:cubicBezTo>
                <a:cubicBezTo>
                  <a:pt x="52457" y="14644"/>
                  <a:pt x="52734" y="14722"/>
                  <a:pt x="52907" y="14722"/>
                </a:cubicBezTo>
                <a:cubicBezTo>
                  <a:pt x="52950" y="14722"/>
                  <a:pt x="52986" y="14717"/>
                  <a:pt x="53010" y="14705"/>
                </a:cubicBezTo>
                <a:cubicBezTo>
                  <a:pt x="53162" y="14644"/>
                  <a:pt x="53254" y="14583"/>
                  <a:pt x="53223" y="14553"/>
                </a:cubicBezTo>
                <a:cubicBezTo>
                  <a:pt x="53202" y="14531"/>
                  <a:pt x="53150" y="14510"/>
                  <a:pt x="53110" y="14510"/>
                </a:cubicBezTo>
                <a:cubicBezTo>
                  <a:pt x="53094" y="14510"/>
                  <a:pt x="53080" y="14513"/>
                  <a:pt x="53071" y="14522"/>
                </a:cubicBezTo>
                <a:cubicBezTo>
                  <a:pt x="53028" y="14544"/>
                  <a:pt x="53000" y="14565"/>
                  <a:pt x="52966" y="14565"/>
                </a:cubicBezTo>
                <a:cubicBezTo>
                  <a:pt x="52952" y="14565"/>
                  <a:pt x="52937" y="14562"/>
                  <a:pt x="52919" y="14553"/>
                </a:cubicBezTo>
                <a:lnTo>
                  <a:pt x="52828" y="14522"/>
                </a:lnTo>
                <a:cubicBezTo>
                  <a:pt x="52767" y="14492"/>
                  <a:pt x="52767" y="14401"/>
                  <a:pt x="52828" y="14370"/>
                </a:cubicBezTo>
                <a:cubicBezTo>
                  <a:pt x="52858" y="14340"/>
                  <a:pt x="52767" y="14066"/>
                  <a:pt x="52828" y="13975"/>
                </a:cubicBezTo>
                <a:cubicBezTo>
                  <a:pt x="52858" y="13914"/>
                  <a:pt x="52919" y="13823"/>
                  <a:pt x="52950" y="13732"/>
                </a:cubicBezTo>
                <a:lnTo>
                  <a:pt x="52737" y="13702"/>
                </a:lnTo>
                <a:cubicBezTo>
                  <a:pt x="52585" y="13610"/>
                  <a:pt x="52463" y="13519"/>
                  <a:pt x="52311" y="13458"/>
                </a:cubicBezTo>
                <a:cubicBezTo>
                  <a:pt x="52281" y="13458"/>
                  <a:pt x="52372" y="13276"/>
                  <a:pt x="52433" y="13215"/>
                </a:cubicBezTo>
                <a:cubicBezTo>
                  <a:pt x="52456" y="13169"/>
                  <a:pt x="52336" y="13104"/>
                  <a:pt x="52252" y="13104"/>
                </a:cubicBezTo>
                <a:cubicBezTo>
                  <a:pt x="52226" y="13104"/>
                  <a:pt x="52204" y="13110"/>
                  <a:pt x="52190" y="13124"/>
                </a:cubicBezTo>
                <a:cubicBezTo>
                  <a:pt x="52186" y="13131"/>
                  <a:pt x="52183" y="13134"/>
                  <a:pt x="52181" y="13134"/>
                </a:cubicBezTo>
                <a:cubicBezTo>
                  <a:pt x="52160" y="13134"/>
                  <a:pt x="52169" y="12942"/>
                  <a:pt x="52251" y="12942"/>
                </a:cubicBezTo>
                <a:cubicBezTo>
                  <a:pt x="52372" y="12972"/>
                  <a:pt x="52494" y="12972"/>
                  <a:pt x="52615" y="12972"/>
                </a:cubicBezTo>
                <a:cubicBezTo>
                  <a:pt x="52646" y="12972"/>
                  <a:pt x="52646" y="12790"/>
                  <a:pt x="52646" y="12759"/>
                </a:cubicBezTo>
                <a:cubicBezTo>
                  <a:pt x="52676" y="12698"/>
                  <a:pt x="52585" y="12638"/>
                  <a:pt x="52554" y="12638"/>
                </a:cubicBezTo>
                <a:cubicBezTo>
                  <a:pt x="52494" y="12638"/>
                  <a:pt x="52402" y="12668"/>
                  <a:pt x="52342" y="12668"/>
                </a:cubicBezTo>
                <a:lnTo>
                  <a:pt x="52099" y="12668"/>
                </a:lnTo>
                <a:cubicBezTo>
                  <a:pt x="52038" y="12607"/>
                  <a:pt x="51795" y="12577"/>
                  <a:pt x="51795" y="12516"/>
                </a:cubicBezTo>
                <a:cubicBezTo>
                  <a:pt x="51825" y="12455"/>
                  <a:pt x="51795" y="12395"/>
                  <a:pt x="51734" y="12364"/>
                </a:cubicBezTo>
                <a:cubicBezTo>
                  <a:pt x="51703" y="12364"/>
                  <a:pt x="51764" y="12151"/>
                  <a:pt x="51825" y="12121"/>
                </a:cubicBezTo>
                <a:cubicBezTo>
                  <a:pt x="51916" y="12121"/>
                  <a:pt x="52007" y="11878"/>
                  <a:pt x="52099" y="11878"/>
                </a:cubicBezTo>
                <a:cubicBezTo>
                  <a:pt x="52123" y="11886"/>
                  <a:pt x="52145" y="11890"/>
                  <a:pt x="52166" y="11890"/>
                </a:cubicBezTo>
                <a:cubicBezTo>
                  <a:pt x="52222" y="11890"/>
                  <a:pt x="52267" y="11862"/>
                  <a:pt x="52311" y="11817"/>
                </a:cubicBezTo>
                <a:cubicBezTo>
                  <a:pt x="52311" y="11787"/>
                  <a:pt x="52281" y="11726"/>
                  <a:pt x="52251" y="11695"/>
                </a:cubicBezTo>
                <a:cubicBezTo>
                  <a:pt x="52159" y="11695"/>
                  <a:pt x="52038" y="11695"/>
                  <a:pt x="51947" y="11726"/>
                </a:cubicBezTo>
                <a:cubicBezTo>
                  <a:pt x="51886" y="11756"/>
                  <a:pt x="51795" y="11756"/>
                  <a:pt x="51703" y="11756"/>
                </a:cubicBezTo>
                <a:cubicBezTo>
                  <a:pt x="51673" y="11726"/>
                  <a:pt x="51643" y="11695"/>
                  <a:pt x="51582" y="11665"/>
                </a:cubicBezTo>
                <a:cubicBezTo>
                  <a:pt x="51491" y="11635"/>
                  <a:pt x="51369" y="11604"/>
                  <a:pt x="51278" y="11574"/>
                </a:cubicBezTo>
                <a:lnTo>
                  <a:pt x="51217" y="11574"/>
                </a:lnTo>
                <a:cubicBezTo>
                  <a:pt x="51170" y="11630"/>
                  <a:pt x="51127" y="11649"/>
                  <a:pt x="51084" y="11649"/>
                </a:cubicBezTo>
                <a:cubicBezTo>
                  <a:pt x="50997" y="11649"/>
                  <a:pt x="50915" y="11571"/>
                  <a:pt x="50822" y="11571"/>
                </a:cubicBezTo>
                <a:cubicBezTo>
                  <a:pt x="50812" y="11571"/>
                  <a:pt x="50802" y="11572"/>
                  <a:pt x="50792" y="11574"/>
                </a:cubicBezTo>
                <a:lnTo>
                  <a:pt x="50609" y="11635"/>
                </a:lnTo>
                <a:cubicBezTo>
                  <a:pt x="50396" y="11604"/>
                  <a:pt x="50305" y="11513"/>
                  <a:pt x="50396" y="11452"/>
                </a:cubicBezTo>
                <a:lnTo>
                  <a:pt x="51126" y="11452"/>
                </a:lnTo>
                <a:cubicBezTo>
                  <a:pt x="51126" y="11422"/>
                  <a:pt x="51004" y="11331"/>
                  <a:pt x="50974" y="11300"/>
                </a:cubicBezTo>
                <a:cubicBezTo>
                  <a:pt x="50956" y="11291"/>
                  <a:pt x="50933" y="11288"/>
                  <a:pt x="50908" y="11288"/>
                </a:cubicBezTo>
                <a:cubicBezTo>
                  <a:pt x="50847" y="11288"/>
                  <a:pt x="50774" y="11309"/>
                  <a:pt x="50731" y="11331"/>
                </a:cubicBezTo>
                <a:cubicBezTo>
                  <a:pt x="50609" y="11331"/>
                  <a:pt x="50457" y="11270"/>
                  <a:pt x="50336" y="11209"/>
                </a:cubicBezTo>
                <a:cubicBezTo>
                  <a:pt x="50322" y="11205"/>
                  <a:pt x="50302" y="11203"/>
                  <a:pt x="50276" y="11203"/>
                </a:cubicBezTo>
                <a:cubicBezTo>
                  <a:pt x="50151" y="11203"/>
                  <a:pt x="49904" y="11246"/>
                  <a:pt x="49749" y="11246"/>
                </a:cubicBezTo>
                <a:cubicBezTo>
                  <a:pt x="49717" y="11246"/>
                  <a:pt x="49689" y="11244"/>
                  <a:pt x="49667" y="11239"/>
                </a:cubicBezTo>
                <a:cubicBezTo>
                  <a:pt x="49515" y="11209"/>
                  <a:pt x="49333" y="11148"/>
                  <a:pt x="49272" y="11148"/>
                </a:cubicBezTo>
                <a:cubicBezTo>
                  <a:pt x="49268" y="11145"/>
                  <a:pt x="49261" y="11143"/>
                  <a:pt x="49252" y="11143"/>
                </a:cubicBezTo>
                <a:cubicBezTo>
                  <a:pt x="49185" y="11143"/>
                  <a:pt x="48985" y="11214"/>
                  <a:pt x="48863" y="11214"/>
                </a:cubicBezTo>
                <a:cubicBezTo>
                  <a:pt x="48846" y="11214"/>
                  <a:pt x="48830" y="11213"/>
                  <a:pt x="48816" y="11209"/>
                </a:cubicBezTo>
                <a:cubicBezTo>
                  <a:pt x="48694" y="11148"/>
                  <a:pt x="48573" y="11118"/>
                  <a:pt x="48451" y="11118"/>
                </a:cubicBezTo>
                <a:lnTo>
                  <a:pt x="48390" y="11148"/>
                </a:lnTo>
                <a:cubicBezTo>
                  <a:pt x="48299" y="11179"/>
                  <a:pt x="48269" y="11270"/>
                  <a:pt x="48177" y="11300"/>
                </a:cubicBezTo>
                <a:lnTo>
                  <a:pt x="48117" y="11300"/>
                </a:lnTo>
                <a:cubicBezTo>
                  <a:pt x="48056" y="11285"/>
                  <a:pt x="47988" y="11277"/>
                  <a:pt x="47919" y="11277"/>
                </a:cubicBezTo>
                <a:cubicBezTo>
                  <a:pt x="47851" y="11277"/>
                  <a:pt x="47782" y="11285"/>
                  <a:pt x="47722" y="11300"/>
                </a:cubicBezTo>
                <a:lnTo>
                  <a:pt x="47600" y="11300"/>
                </a:lnTo>
                <a:cubicBezTo>
                  <a:pt x="47580" y="11296"/>
                  <a:pt x="47561" y="11294"/>
                  <a:pt x="47544" y="11294"/>
                </a:cubicBezTo>
                <a:cubicBezTo>
                  <a:pt x="47431" y="11294"/>
                  <a:pt x="47375" y="11373"/>
                  <a:pt x="47296" y="11452"/>
                </a:cubicBezTo>
                <a:cubicBezTo>
                  <a:pt x="47271" y="11471"/>
                  <a:pt x="47248" y="11478"/>
                  <a:pt x="47227" y="11478"/>
                </a:cubicBezTo>
                <a:cubicBezTo>
                  <a:pt x="47162" y="11478"/>
                  <a:pt x="47111" y="11409"/>
                  <a:pt x="47043" y="11409"/>
                </a:cubicBezTo>
                <a:cubicBezTo>
                  <a:pt x="47027" y="11409"/>
                  <a:pt x="47010" y="11413"/>
                  <a:pt x="46992" y="11422"/>
                </a:cubicBezTo>
                <a:cubicBezTo>
                  <a:pt x="46953" y="11451"/>
                  <a:pt x="46911" y="11465"/>
                  <a:pt x="46875" y="11465"/>
                </a:cubicBezTo>
                <a:cubicBezTo>
                  <a:pt x="46798" y="11465"/>
                  <a:pt x="46748" y="11404"/>
                  <a:pt x="46810" y="11300"/>
                </a:cubicBezTo>
                <a:cubicBezTo>
                  <a:pt x="46901" y="11148"/>
                  <a:pt x="47022" y="10966"/>
                  <a:pt x="47174" y="10905"/>
                </a:cubicBezTo>
                <a:lnTo>
                  <a:pt x="47326" y="10844"/>
                </a:lnTo>
                <a:cubicBezTo>
                  <a:pt x="47478" y="10784"/>
                  <a:pt x="47874" y="10480"/>
                  <a:pt x="47782" y="10388"/>
                </a:cubicBezTo>
                <a:cubicBezTo>
                  <a:pt x="47722" y="10328"/>
                  <a:pt x="47570" y="10176"/>
                  <a:pt x="47448" y="10084"/>
                </a:cubicBezTo>
                <a:lnTo>
                  <a:pt x="47570" y="9963"/>
                </a:lnTo>
                <a:lnTo>
                  <a:pt x="47600" y="9963"/>
                </a:lnTo>
                <a:cubicBezTo>
                  <a:pt x="47600" y="9932"/>
                  <a:pt x="47539" y="9629"/>
                  <a:pt x="47539" y="9537"/>
                </a:cubicBezTo>
                <a:cubicBezTo>
                  <a:pt x="47539" y="9477"/>
                  <a:pt x="47509" y="9385"/>
                  <a:pt x="47509" y="9325"/>
                </a:cubicBezTo>
                <a:lnTo>
                  <a:pt x="47205" y="9325"/>
                </a:lnTo>
                <a:cubicBezTo>
                  <a:pt x="47326" y="9203"/>
                  <a:pt x="47326" y="8899"/>
                  <a:pt x="47357" y="8808"/>
                </a:cubicBezTo>
                <a:lnTo>
                  <a:pt x="47509" y="8413"/>
                </a:lnTo>
                <a:lnTo>
                  <a:pt x="47357" y="8382"/>
                </a:lnTo>
                <a:lnTo>
                  <a:pt x="47174" y="8352"/>
                </a:lnTo>
                <a:cubicBezTo>
                  <a:pt x="47235" y="8261"/>
                  <a:pt x="47326" y="8078"/>
                  <a:pt x="47296" y="8048"/>
                </a:cubicBezTo>
                <a:cubicBezTo>
                  <a:pt x="47235" y="7987"/>
                  <a:pt x="47114" y="7896"/>
                  <a:pt x="47144" y="7866"/>
                </a:cubicBezTo>
                <a:cubicBezTo>
                  <a:pt x="47205" y="7835"/>
                  <a:pt x="47235" y="7774"/>
                  <a:pt x="47266" y="7744"/>
                </a:cubicBezTo>
                <a:lnTo>
                  <a:pt x="47266" y="7683"/>
                </a:lnTo>
                <a:cubicBezTo>
                  <a:pt x="47235" y="7653"/>
                  <a:pt x="47266" y="7562"/>
                  <a:pt x="47296" y="7562"/>
                </a:cubicBezTo>
                <a:lnTo>
                  <a:pt x="47509" y="7531"/>
                </a:lnTo>
                <a:cubicBezTo>
                  <a:pt x="47387" y="7349"/>
                  <a:pt x="47266" y="7166"/>
                  <a:pt x="47114" y="6984"/>
                </a:cubicBezTo>
                <a:cubicBezTo>
                  <a:pt x="46870" y="6923"/>
                  <a:pt x="46597" y="6863"/>
                  <a:pt x="46323" y="6832"/>
                </a:cubicBezTo>
                <a:cubicBezTo>
                  <a:pt x="46171" y="6802"/>
                  <a:pt x="45776" y="6802"/>
                  <a:pt x="45746" y="6771"/>
                </a:cubicBezTo>
                <a:cubicBezTo>
                  <a:pt x="45746" y="6711"/>
                  <a:pt x="45655" y="6437"/>
                  <a:pt x="45563" y="6407"/>
                </a:cubicBezTo>
                <a:cubicBezTo>
                  <a:pt x="45472" y="6376"/>
                  <a:pt x="45411" y="6346"/>
                  <a:pt x="45381" y="6315"/>
                </a:cubicBezTo>
                <a:cubicBezTo>
                  <a:pt x="45290" y="6285"/>
                  <a:pt x="45229" y="6285"/>
                  <a:pt x="45168" y="6255"/>
                </a:cubicBezTo>
                <a:lnTo>
                  <a:pt x="45077" y="6285"/>
                </a:lnTo>
                <a:cubicBezTo>
                  <a:pt x="45056" y="6280"/>
                  <a:pt x="45034" y="6277"/>
                  <a:pt x="45013" y="6277"/>
                </a:cubicBezTo>
                <a:cubicBezTo>
                  <a:pt x="44914" y="6277"/>
                  <a:pt x="44823" y="6332"/>
                  <a:pt x="44773" y="6407"/>
                </a:cubicBezTo>
                <a:cubicBezTo>
                  <a:pt x="44767" y="6412"/>
                  <a:pt x="44760" y="6415"/>
                  <a:pt x="44753" y="6415"/>
                </a:cubicBezTo>
                <a:cubicBezTo>
                  <a:pt x="44721" y="6415"/>
                  <a:pt x="44676" y="6370"/>
                  <a:pt x="44652" y="6346"/>
                </a:cubicBezTo>
                <a:cubicBezTo>
                  <a:pt x="44500" y="6346"/>
                  <a:pt x="44317" y="6346"/>
                  <a:pt x="44135" y="6407"/>
                </a:cubicBezTo>
                <a:cubicBezTo>
                  <a:pt x="44013" y="6437"/>
                  <a:pt x="43892" y="6498"/>
                  <a:pt x="43861" y="6498"/>
                </a:cubicBezTo>
                <a:lnTo>
                  <a:pt x="43861" y="6528"/>
                </a:lnTo>
                <a:lnTo>
                  <a:pt x="43801" y="6680"/>
                </a:lnTo>
                <a:cubicBezTo>
                  <a:pt x="43649" y="6650"/>
                  <a:pt x="43436" y="6589"/>
                  <a:pt x="43345" y="6559"/>
                </a:cubicBezTo>
                <a:lnTo>
                  <a:pt x="43253" y="6650"/>
                </a:lnTo>
                <a:cubicBezTo>
                  <a:pt x="43232" y="6678"/>
                  <a:pt x="43213" y="6688"/>
                  <a:pt x="43194" y="6688"/>
                </a:cubicBezTo>
                <a:cubicBezTo>
                  <a:pt x="43142" y="6688"/>
                  <a:pt x="43093" y="6608"/>
                  <a:pt x="43024" y="6608"/>
                </a:cubicBezTo>
                <a:cubicBezTo>
                  <a:pt x="43010" y="6608"/>
                  <a:pt x="42996" y="6611"/>
                  <a:pt x="42980" y="6619"/>
                </a:cubicBezTo>
                <a:lnTo>
                  <a:pt x="42889" y="6680"/>
                </a:lnTo>
                <a:cubicBezTo>
                  <a:pt x="42797" y="6741"/>
                  <a:pt x="42615" y="6832"/>
                  <a:pt x="42493" y="6893"/>
                </a:cubicBezTo>
                <a:lnTo>
                  <a:pt x="42463" y="6863"/>
                </a:lnTo>
                <a:cubicBezTo>
                  <a:pt x="42423" y="6836"/>
                  <a:pt x="42388" y="6825"/>
                  <a:pt x="42359" y="6825"/>
                </a:cubicBezTo>
                <a:cubicBezTo>
                  <a:pt x="42255" y="6825"/>
                  <a:pt x="42213" y="6954"/>
                  <a:pt x="42190" y="6954"/>
                </a:cubicBezTo>
                <a:cubicBezTo>
                  <a:pt x="42159" y="6954"/>
                  <a:pt x="42129" y="6893"/>
                  <a:pt x="42068" y="6893"/>
                </a:cubicBezTo>
                <a:lnTo>
                  <a:pt x="42038" y="6893"/>
                </a:lnTo>
                <a:cubicBezTo>
                  <a:pt x="41946" y="6923"/>
                  <a:pt x="41855" y="6984"/>
                  <a:pt x="41764" y="7045"/>
                </a:cubicBezTo>
                <a:lnTo>
                  <a:pt x="41612" y="7045"/>
                </a:lnTo>
                <a:cubicBezTo>
                  <a:pt x="41521" y="7045"/>
                  <a:pt x="41430" y="7045"/>
                  <a:pt x="41338" y="7075"/>
                </a:cubicBezTo>
                <a:lnTo>
                  <a:pt x="41247" y="7106"/>
                </a:lnTo>
                <a:cubicBezTo>
                  <a:pt x="41186" y="7187"/>
                  <a:pt x="41126" y="7214"/>
                  <a:pt x="41092" y="7214"/>
                </a:cubicBezTo>
                <a:cubicBezTo>
                  <a:pt x="41075" y="7214"/>
                  <a:pt x="41065" y="7207"/>
                  <a:pt x="41065" y="7197"/>
                </a:cubicBezTo>
                <a:cubicBezTo>
                  <a:pt x="41065" y="7191"/>
                  <a:pt x="41062" y="7189"/>
                  <a:pt x="41056" y="7189"/>
                </a:cubicBezTo>
                <a:cubicBezTo>
                  <a:pt x="41031" y="7189"/>
                  <a:pt x="40957" y="7238"/>
                  <a:pt x="40883" y="7288"/>
                </a:cubicBezTo>
                <a:lnTo>
                  <a:pt x="40731" y="7227"/>
                </a:lnTo>
                <a:cubicBezTo>
                  <a:pt x="40639" y="7349"/>
                  <a:pt x="40518" y="7440"/>
                  <a:pt x="40366" y="7531"/>
                </a:cubicBezTo>
                <a:cubicBezTo>
                  <a:pt x="40305" y="7546"/>
                  <a:pt x="40206" y="7546"/>
                  <a:pt x="40115" y="7546"/>
                </a:cubicBezTo>
                <a:cubicBezTo>
                  <a:pt x="40024" y="7546"/>
                  <a:pt x="39940" y="7546"/>
                  <a:pt x="39910" y="7562"/>
                </a:cubicBezTo>
                <a:cubicBezTo>
                  <a:pt x="39849" y="7562"/>
                  <a:pt x="39636" y="7653"/>
                  <a:pt x="39576" y="7653"/>
                </a:cubicBezTo>
                <a:cubicBezTo>
                  <a:pt x="39515" y="7683"/>
                  <a:pt x="39302" y="7683"/>
                  <a:pt x="39120" y="7683"/>
                </a:cubicBezTo>
                <a:lnTo>
                  <a:pt x="39120" y="7866"/>
                </a:lnTo>
                <a:lnTo>
                  <a:pt x="38755" y="7866"/>
                </a:lnTo>
                <a:cubicBezTo>
                  <a:pt x="38694" y="7866"/>
                  <a:pt x="38603" y="7987"/>
                  <a:pt x="38572" y="8139"/>
                </a:cubicBezTo>
                <a:lnTo>
                  <a:pt x="38329" y="8048"/>
                </a:lnTo>
                <a:lnTo>
                  <a:pt x="38177" y="7987"/>
                </a:lnTo>
                <a:cubicBezTo>
                  <a:pt x="38177" y="8078"/>
                  <a:pt x="38025" y="8230"/>
                  <a:pt x="37843" y="8291"/>
                </a:cubicBezTo>
                <a:lnTo>
                  <a:pt x="37691" y="8291"/>
                </a:lnTo>
                <a:cubicBezTo>
                  <a:pt x="37600" y="8291"/>
                  <a:pt x="37509" y="8322"/>
                  <a:pt x="37417" y="8382"/>
                </a:cubicBezTo>
                <a:cubicBezTo>
                  <a:pt x="37387" y="8413"/>
                  <a:pt x="37357" y="8504"/>
                  <a:pt x="37326" y="8504"/>
                </a:cubicBezTo>
                <a:cubicBezTo>
                  <a:pt x="37235" y="8504"/>
                  <a:pt x="37144" y="8473"/>
                  <a:pt x="37053" y="8443"/>
                </a:cubicBezTo>
                <a:lnTo>
                  <a:pt x="36749" y="8595"/>
                </a:lnTo>
                <a:lnTo>
                  <a:pt x="36688" y="8625"/>
                </a:lnTo>
                <a:cubicBezTo>
                  <a:pt x="36506" y="8686"/>
                  <a:pt x="36354" y="8717"/>
                  <a:pt x="36171" y="8747"/>
                </a:cubicBezTo>
                <a:cubicBezTo>
                  <a:pt x="36110" y="8747"/>
                  <a:pt x="36050" y="8747"/>
                  <a:pt x="35989" y="8717"/>
                </a:cubicBezTo>
                <a:cubicBezTo>
                  <a:pt x="35989" y="8717"/>
                  <a:pt x="36293" y="8595"/>
                  <a:pt x="36384" y="8534"/>
                </a:cubicBezTo>
                <a:cubicBezTo>
                  <a:pt x="36566" y="8413"/>
                  <a:pt x="36718" y="8291"/>
                  <a:pt x="36870" y="8170"/>
                </a:cubicBezTo>
                <a:cubicBezTo>
                  <a:pt x="36931" y="8109"/>
                  <a:pt x="37022" y="8048"/>
                  <a:pt x="37113" y="8048"/>
                </a:cubicBezTo>
                <a:lnTo>
                  <a:pt x="37205" y="8048"/>
                </a:lnTo>
                <a:cubicBezTo>
                  <a:pt x="37326" y="8018"/>
                  <a:pt x="37448" y="7987"/>
                  <a:pt x="37539" y="7896"/>
                </a:cubicBezTo>
                <a:lnTo>
                  <a:pt x="37661" y="7835"/>
                </a:lnTo>
                <a:lnTo>
                  <a:pt x="37752" y="7774"/>
                </a:lnTo>
                <a:cubicBezTo>
                  <a:pt x="37843" y="7683"/>
                  <a:pt x="37965" y="7622"/>
                  <a:pt x="38086" y="7562"/>
                </a:cubicBezTo>
                <a:cubicBezTo>
                  <a:pt x="38238" y="7501"/>
                  <a:pt x="38390" y="7440"/>
                  <a:pt x="38512" y="7349"/>
                </a:cubicBezTo>
                <a:lnTo>
                  <a:pt x="38694" y="7318"/>
                </a:lnTo>
                <a:lnTo>
                  <a:pt x="38907" y="7288"/>
                </a:lnTo>
                <a:cubicBezTo>
                  <a:pt x="39028" y="7106"/>
                  <a:pt x="38998" y="6832"/>
                  <a:pt x="39089" y="6802"/>
                </a:cubicBezTo>
                <a:cubicBezTo>
                  <a:pt x="39150" y="6771"/>
                  <a:pt x="39211" y="6771"/>
                  <a:pt x="39272" y="6771"/>
                </a:cubicBezTo>
                <a:cubicBezTo>
                  <a:pt x="39302" y="6771"/>
                  <a:pt x="39302" y="6893"/>
                  <a:pt x="39302" y="6893"/>
                </a:cubicBezTo>
                <a:lnTo>
                  <a:pt x="39697" y="6893"/>
                </a:lnTo>
                <a:cubicBezTo>
                  <a:pt x="39697" y="6711"/>
                  <a:pt x="39879" y="6680"/>
                  <a:pt x="39910" y="6650"/>
                </a:cubicBezTo>
                <a:cubicBezTo>
                  <a:pt x="40001" y="6589"/>
                  <a:pt x="40092" y="6498"/>
                  <a:pt x="40183" y="6467"/>
                </a:cubicBezTo>
                <a:cubicBezTo>
                  <a:pt x="40244" y="6437"/>
                  <a:pt x="40396" y="6407"/>
                  <a:pt x="40427" y="6407"/>
                </a:cubicBezTo>
                <a:cubicBezTo>
                  <a:pt x="40609" y="6255"/>
                  <a:pt x="40822" y="6133"/>
                  <a:pt x="41004" y="6011"/>
                </a:cubicBezTo>
                <a:cubicBezTo>
                  <a:pt x="41217" y="5951"/>
                  <a:pt x="41399" y="5829"/>
                  <a:pt x="41582" y="5738"/>
                </a:cubicBezTo>
                <a:cubicBezTo>
                  <a:pt x="41642" y="5677"/>
                  <a:pt x="41886" y="5434"/>
                  <a:pt x="42007" y="5434"/>
                </a:cubicBezTo>
                <a:cubicBezTo>
                  <a:pt x="42053" y="5449"/>
                  <a:pt x="42091" y="5457"/>
                  <a:pt x="42129" y="5457"/>
                </a:cubicBezTo>
                <a:cubicBezTo>
                  <a:pt x="42167" y="5457"/>
                  <a:pt x="42205" y="5449"/>
                  <a:pt x="42250" y="5434"/>
                </a:cubicBezTo>
                <a:lnTo>
                  <a:pt x="42433" y="5312"/>
                </a:lnTo>
                <a:cubicBezTo>
                  <a:pt x="42645" y="5191"/>
                  <a:pt x="43162" y="4917"/>
                  <a:pt x="43284" y="4856"/>
                </a:cubicBezTo>
                <a:lnTo>
                  <a:pt x="43740" y="4613"/>
                </a:lnTo>
                <a:lnTo>
                  <a:pt x="43831" y="4552"/>
                </a:lnTo>
                <a:lnTo>
                  <a:pt x="43952" y="4492"/>
                </a:lnTo>
                <a:cubicBezTo>
                  <a:pt x="44044" y="4370"/>
                  <a:pt x="44165" y="4279"/>
                  <a:pt x="44317" y="4279"/>
                </a:cubicBezTo>
                <a:lnTo>
                  <a:pt x="44439" y="4249"/>
                </a:lnTo>
                <a:lnTo>
                  <a:pt x="44469" y="4249"/>
                </a:lnTo>
                <a:cubicBezTo>
                  <a:pt x="44500" y="4157"/>
                  <a:pt x="44560" y="4097"/>
                  <a:pt x="44621" y="4036"/>
                </a:cubicBezTo>
                <a:cubicBezTo>
                  <a:pt x="44652" y="4005"/>
                  <a:pt x="44743" y="3914"/>
                  <a:pt x="44804" y="3853"/>
                </a:cubicBezTo>
                <a:lnTo>
                  <a:pt x="44864" y="3853"/>
                </a:lnTo>
                <a:cubicBezTo>
                  <a:pt x="45108" y="3823"/>
                  <a:pt x="44895" y="3732"/>
                  <a:pt x="44925" y="3701"/>
                </a:cubicBezTo>
                <a:cubicBezTo>
                  <a:pt x="44986" y="3671"/>
                  <a:pt x="45077" y="3610"/>
                  <a:pt x="45168" y="3610"/>
                </a:cubicBezTo>
                <a:lnTo>
                  <a:pt x="45199" y="3610"/>
                </a:lnTo>
                <a:cubicBezTo>
                  <a:pt x="45260" y="3580"/>
                  <a:pt x="45260" y="3428"/>
                  <a:pt x="45229" y="3397"/>
                </a:cubicBezTo>
                <a:cubicBezTo>
                  <a:pt x="45229" y="3337"/>
                  <a:pt x="44986" y="3154"/>
                  <a:pt x="44986" y="3063"/>
                </a:cubicBezTo>
                <a:cubicBezTo>
                  <a:pt x="44956" y="2881"/>
                  <a:pt x="44925" y="2729"/>
                  <a:pt x="44864" y="2577"/>
                </a:cubicBezTo>
                <a:lnTo>
                  <a:pt x="44804" y="2455"/>
                </a:lnTo>
                <a:lnTo>
                  <a:pt x="44773" y="2060"/>
                </a:lnTo>
                <a:cubicBezTo>
                  <a:pt x="44773" y="2030"/>
                  <a:pt x="44743" y="1969"/>
                  <a:pt x="44743" y="1908"/>
                </a:cubicBezTo>
                <a:cubicBezTo>
                  <a:pt x="44743" y="1878"/>
                  <a:pt x="44682" y="1817"/>
                  <a:pt x="44682" y="1817"/>
                </a:cubicBezTo>
                <a:cubicBezTo>
                  <a:pt x="44925" y="1695"/>
                  <a:pt x="44743" y="1543"/>
                  <a:pt x="44682" y="1483"/>
                </a:cubicBezTo>
                <a:lnTo>
                  <a:pt x="44560" y="1331"/>
                </a:lnTo>
                <a:cubicBezTo>
                  <a:pt x="44621" y="1209"/>
                  <a:pt x="44652" y="1087"/>
                  <a:pt x="44652" y="935"/>
                </a:cubicBezTo>
                <a:lnTo>
                  <a:pt x="44439" y="935"/>
                </a:lnTo>
                <a:cubicBezTo>
                  <a:pt x="44469" y="844"/>
                  <a:pt x="44469" y="723"/>
                  <a:pt x="44439" y="631"/>
                </a:cubicBezTo>
                <a:cubicBezTo>
                  <a:pt x="44408" y="601"/>
                  <a:pt x="44196" y="601"/>
                  <a:pt x="44196" y="540"/>
                </a:cubicBezTo>
                <a:cubicBezTo>
                  <a:pt x="44165" y="449"/>
                  <a:pt x="44013" y="388"/>
                  <a:pt x="43831" y="327"/>
                </a:cubicBezTo>
                <a:lnTo>
                  <a:pt x="43527" y="327"/>
                </a:lnTo>
                <a:cubicBezTo>
                  <a:pt x="43436" y="419"/>
                  <a:pt x="43314" y="419"/>
                  <a:pt x="43314" y="419"/>
                </a:cubicBezTo>
                <a:cubicBezTo>
                  <a:pt x="43193" y="358"/>
                  <a:pt x="43071" y="327"/>
                  <a:pt x="42919" y="297"/>
                </a:cubicBezTo>
                <a:lnTo>
                  <a:pt x="42797" y="419"/>
                </a:lnTo>
                <a:lnTo>
                  <a:pt x="42767" y="449"/>
                </a:lnTo>
                <a:cubicBezTo>
                  <a:pt x="42751" y="457"/>
                  <a:pt x="42734" y="461"/>
                  <a:pt x="42719" y="461"/>
                </a:cubicBezTo>
                <a:cubicBezTo>
                  <a:pt x="42676" y="461"/>
                  <a:pt x="42637" y="433"/>
                  <a:pt x="42615" y="388"/>
                </a:cubicBezTo>
                <a:lnTo>
                  <a:pt x="42615" y="358"/>
                </a:lnTo>
                <a:cubicBezTo>
                  <a:pt x="42615" y="327"/>
                  <a:pt x="42676" y="297"/>
                  <a:pt x="42676" y="297"/>
                </a:cubicBezTo>
                <a:cubicBezTo>
                  <a:pt x="42737" y="145"/>
                  <a:pt x="42676" y="54"/>
                  <a:pt x="42493" y="24"/>
                </a:cubicBezTo>
                <a:lnTo>
                  <a:pt x="42463" y="24"/>
                </a:lnTo>
                <a:cubicBezTo>
                  <a:pt x="42402" y="39"/>
                  <a:pt x="42334" y="46"/>
                  <a:pt x="42266" y="46"/>
                </a:cubicBezTo>
                <a:cubicBezTo>
                  <a:pt x="42197" y="46"/>
                  <a:pt x="42129" y="39"/>
                  <a:pt x="42068" y="24"/>
                </a:cubicBezTo>
                <a:cubicBezTo>
                  <a:pt x="42022" y="8"/>
                  <a:pt x="41977" y="1"/>
                  <a:pt x="419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18"/>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1">
                <a:latin typeface="Poiret One"/>
                <a:ea typeface="Poiret One"/>
                <a:cs typeface="Poiret One"/>
                <a:sym typeface="Poiret 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2_1">
    <p:spTree>
      <p:nvGrpSpPr>
        <p:cNvPr id="897" name="Shape 897"/>
        <p:cNvGrpSpPr/>
        <p:nvPr/>
      </p:nvGrpSpPr>
      <p:grpSpPr>
        <a:xfrm>
          <a:off x="0" y="0"/>
          <a:ext cx="0" cy="0"/>
          <a:chOff x="0" y="0"/>
          <a:chExt cx="0" cy="0"/>
        </a:xfrm>
      </p:grpSpPr>
      <p:sp>
        <p:nvSpPr>
          <p:cNvPr id="898" name="Google Shape;898;p19"/>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1">
                <a:latin typeface="Poiret One"/>
                <a:ea typeface="Poiret One"/>
                <a:cs typeface="Poiret One"/>
                <a:sym typeface="Poiret 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2_1_1">
    <p:spTree>
      <p:nvGrpSpPr>
        <p:cNvPr id="899" name="Shape 899"/>
        <p:cNvGrpSpPr/>
        <p:nvPr/>
      </p:nvGrpSpPr>
      <p:grpSpPr>
        <a:xfrm>
          <a:off x="0" y="0"/>
          <a:ext cx="0" cy="0"/>
          <a:chOff x="0" y="0"/>
          <a:chExt cx="0" cy="0"/>
        </a:xfrm>
      </p:grpSpPr>
      <p:sp>
        <p:nvSpPr>
          <p:cNvPr id="900" name="Google Shape;900;p20"/>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1">
                <a:latin typeface="Poiret One"/>
                <a:ea typeface="Poiret One"/>
                <a:cs typeface="Poiret One"/>
                <a:sym typeface="Poiret 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2_1_1_1">
    <p:spTree>
      <p:nvGrpSpPr>
        <p:cNvPr id="901" name="Shape 901"/>
        <p:cNvGrpSpPr/>
        <p:nvPr/>
      </p:nvGrpSpPr>
      <p:grpSpPr>
        <a:xfrm>
          <a:off x="0" y="0"/>
          <a:ext cx="0" cy="0"/>
          <a:chOff x="0" y="0"/>
          <a:chExt cx="0" cy="0"/>
        </a:xfrm>
      </p:grpSpPr>
      <p:grpSp>
        <p:nvGrpSpPr>
          <p:cNvPr id="902" name="Google Shape;902;p21"/>
          <p:cNvGrpSpPr/>
          <p:nvPr/>
        </p:nvGrpSpPr>
        <p:grpSpPr>
          <a:xfrm rot="-472372">
            <a:off x="1945701" y="245089"/>
            <a:ext cx="5599598" cy="5260192"/>
            <a:chOff x="3603336" y="3904793"/>
            <a:chExt cx="2614204" cy="2455751"/>
          </a:xfrm>
        </p:grpSpPr>
        <p:sp>
          <p:nvSpPr>
            <p:cNvPr id="903" name="Google Shape;903;p21"/>
            <p:cNvSpPr/>
            <p:nvPr/>
          </p:nvSpPr>
          <p:spPr>
            <a:xfrm rot="9082467">
              <a:off x="3929799" y="4390572"/>
              <a:ext cx="1997845" cy="1484352"/>
            </a:xfrm>
            <a:custGeom>
              <a:rect b="b" l="l" r="r" t="t"/>
              <a:pathLst>
                <a:path extrusionOk="0" h="59372" w="79911">
                  <a:moveTo>
                    <a:pt x="38124" y="0"/>
                  </a:moveTo>
                  <a:cubicBezTo>
                    <a:pt x="34767" y="0"/>
                    <a:pt x="31442" y="902"/>
                    <a:pt x="28238" y="3069"/>
                  </a:cubicBezTo>
                  <a:cubicBezTo>
                    <a:pt x="22432" y="7020"/>
                    <a:pt x="16687" y="13221"/>
                    <a:pt x="11216" y="17872"/>
                  </a:cubicBezTo>
                  <a:cubicBezTo>
                    <a:pt x="8997" y="19726"/>
                    <a:pt x="5988" y="21854"/>
                    <a:pt x="4651" y="24468"/>
                  </a:cubicBezTo>
                  <a:cubicBezTo>
                    <a:pt x="0" y="33404"/>
                    <a:pt x="3678" y="48267"/>
                    <a:pt x="11429" y="54255"/>
                  </a:cubicBezTo>
                  <a:cubicBezTo>
                    <a:pt x="16429" y="58118"/>
                    <a:pt x="22909" y="59371"/>
                    <a:pt x="29672" y="59371"/>
                  </a:cubicBezTo>
                  <a:cubicBezTo>
                    <a:pt x="37545" y="59371"/>
                    <a:pt x="45802" y="57672"/>
                    <a:pt x="52554" y="56413"/>
                  </a:cubicBezTo>
                  <a:cubicBezTo>
                    <a:pt x="64804" y="54103"/>
                    <a:pt x="70640" y="53161"/>
                    <a:pt x="75290" y="40304"/>
                  </a:cubicBezTo>
                  <a:cubicBezTo>
                    <a:pt x="78269" y="32097"/>
                    <a:pt x="79910" y="25957"/>
                    <a:pt x="71521" y="18115"/>
                  </a:cubicBezTo>
                  <a:cubicBezTo>
                    <a:pt x="62719" y="11692"/>
                    <a:pt x="50213" y="0"/>
                    <a:pt x="381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1"/>
            <p:cNvSpPr/>
            <p:nvPr/>
          </p:nvSpPr>
          <p:spPr>
            <a:xfrm rot="9082467">
              <a:off x="3876940" y="4297889"/>
              <a:ext cx="2066997" cy="1669558"/>
            </a:xfrm>
            <a:custGeom>
              <a:rect b="b" l="l" r="r" t="t"/>
              <a:pathLst>
                <a:path extrusionOk="0" h="66780" w="82677">
                  <a:moveTo>
                    <a:pt x="16201" y="63801"/>
                  </a:moveTo>
                  <a:cubicBezTo>
                    <a:pt x="16140" y="63953"/>
                    <a:pt x="15897" y="63771"/>
                    <a:pt x="15867" y="63983"/>
                  </a:cubicBezTo>
                  <a:lnTo>
                    <a:pt x="15563" y="63831"/>
                  </a:lnTo>
                  <a:cubicBezTo>
                    <a:pt x="15563" y="63710"/>
                    <a:pt x="16049" y="63862"/>
                    <a:pt x="15776" y="63679"/>
                  </a:cubicBezTo>
                  <a:cubicBezTo>
                    <a:pt x="15867" y="63588"/>
                    <a:pt x="16049" y="63740"/>
                    <a:pt x="16201" y="63801"/>
                  </a:cubicBezTo>
                  <a:close/>
                  <a:moveTo>
                    <a:pt x="17721" y="63862"/>
                  </a:moveTo>
                  <a:cubicBezTo>
                    <a:pt x="17660" y="63922"/>
                    <a:pt x="17508" y="63831"/>
                    <a:pt x="17447" y="63922"/>
                  </a:cubicBezTo>
                  <a:cubicBezTo>
                    <a:pt x="17235" y="63922"/>
                    <a:pt x="17386" y="63740"/>
                    <a:pt x="17326" y="63710"/>
                  </a:cubicBezTo>
                  <a:cubicBezTo>
                    <a:pt x="17204" y="63588"/>
                    <a:pt x="16718" y="63588"/>
                    <a:pt x="16931" y="63315"/>
                  </a:cubicBezTo>
                  <a:cubicBezTo>
                    <a:pt x="17235" y="63436"/>
                    <a:pt x="17508" y="63619"/>
                    <a:pt x="17721" y="63862"/>
                  </a:cubicBezTo>
                  <a:close/>
                  <a:moveTo>
                    <a:pt x="16140" y="63953"/>
                  </a:moveTo>
                  <a:lnTo>
                    <a:pt x="16627" y="64196"/>
                  </a:lnTo>
                  <a:cubicBezTo>
                    <a:pt x="16505" y="64439"/>
                    <a:pt x="15897" y="64196"/>
                    <a:pt x="16140" y="63953"/>
                  </a:cubicBezTo>
                  <a:close/>
                  <a:moveTo>
                    <a:pt x="22128" y="64834"/>
                  </a:moveTo>
                  <a:cubicBezTo>
                    <a:pt x="21855" y="64895"/>
                    <a:pt x="21885" y="64956"/>
                    <a:pt x="21611" y="64774"/>
                  </a:cubicBezTo>
                  <a:cubicBezTo>
                    <a:pt x="21399" y="64743"/>
                    <a:pt x="21460" y="65017"/>
                    <a:pt x="21308" y="65017"/>
                  </a:cubicBezTo>
                  <a:lnTo>
                    <a:pt x="20304" y="64743"/>
                  </a:lnTo>
                  <a:cubicBezTo>
                    <a:pt x="20031" y="64591"/>
                    <a:pt x="20517" y="64682"/>
                    <a:pt x="20639" y="64743"/>
                  </a:cubicBezTo>
                  <a:cubicBezTo>
                    <a:pt x="20669" y="64561"/>
                    <a:pt x="20335" y="64500"/>
                    <a:pt x="20456" y="64257"/>
                  </a:cubicBezTo>
                  <a:cubicBezTo>
                    <a:pt x="20274" y="64226"/>
                    <a:pt x="20304" y="64500"/>
                    <a:pt x="20152" y="64530"/>
                  </a:cubicBezTo>
                  <a:cubicBezTo>
                    <a:pt x="19575" y="64409"/>
                    <a:pt x="19605" y="64044"/>
                    <a:pt x="19453" y="63771"/>
                  </a:cubicBezTo>
                  <a:cubicBezTo>
                    <a:pt x="19149" y="63771"/>
                    <a:pt x="18876" y="63619"/>
                    <a:pt x="18724" y="63375"/>
                  </a:cubicBezTo>
                  <a:cubicBezTo>
                    <a:pt x="19210" y="63375"/>
                    <a:pt x="19757" y="63983"/>
                    <a:pt x="20183" y="64196"/>
                  </a:cubicBezTo>
                  <a:cubicBezTo>
                    <a:pt x="20122" y="64105"/>
                    <a:pt x="19970" y="64044"/>
                    <a:pt x="20061" y="63892"/>
                  </a:cubicBezTo>
                  <a:cubicBezTo>
                    <a:pt x="20396" y="64014"/>
                    <a:pt x="20821" y="64135"/>
                    <a:pt x="20730" y="64439"/>
                  </a:cubicBezTo>
                  <a:cubicBezTo>
                    <a:pt x="21247" y="64774"/>
                    <a:pt x="21733" y="64439"/>
                    <a:pt x="22189" y="64591"/>
                  </a:cubicBezTo>
                  <a:cubicBezTo>
                    <a:pt x="22159" y="64591"/>
                    <a:pt x="22189" y="64865"/>
                    <a:pt x="22341" y="64834"/>
                  </a:cubicBezTo>
                  <a:cubicBezTo>
                    <a:pt x="22402" y="64591"/>
                    <a:pt x="22037" y="64561"/>
                    <a:pt x="22250" y="64287"/>
                  </a:cubicBezTo>
                  <a:cubicBezTo>
                    <a:pt x="22523" y="64561"/>
                    <a:pt x="22706" y="64348"/>
                    <a:pt x="22949" y="64378"/>
                  </a:cubicBezTo>
                  <a:cubicBezTo>
                    <a:pt x="23131" y="64409"/>
                    <a:pt x="23222" y="64591"/>
                    <a:pt x="23526" y="64591"/>
                  </a:cubicBezTo>
                  <a:cubicBezTo>
                    <a:pt x="23496" y="64652"/>
                    <a:pt x="23405" y="64622"/>
                    <a:pt x="23314" y="64622"/>
                  </a:cubicBezTo>
                  <a:cubicBezTo>
                    <a:pt x="22949" y="64774"/>
                    <a:pt x="22888" y="65351"/>
                    <a:pt x="22311" y="65229"/>
                  </a:cubicBezTo>
                  <a:cubicBezTo>
                    <a:pt x="22615" y="65229"/>
                    <a:pt x="22615" y="64865"/>
                    <a:pt x="22858" y="64774"/>
                  </a:cubicBezTo>
                  <a:cubicBezTo>
                    <a:pt x="22858" y="64682"/>
                    <a:pt x="22706" y="64682"/>
                    <a:pt x="22584" y="64622"/>
                  </a:cubicBezTo>
                  <a:cubicBezTo>
                    <a:pt x="22463" y="64804"/>
                    <a:pt x="22341" y="64956"/>
                    <a:pt x="22250" y="65138"/>
                  </a:cubicBezTo>
                  <a:cubicBezTo>
                    <a:pt x="22037" y="65108"/>
                    <a:pt x="22067" y="64956"/>
                    <a:pt x="22098" y="64834"/>
                  </a:cubicBezTo>
                  <a:close/>
                  <a:moveTo>
                    <a:pt x="18146" y="64743"/>
                  </a:moveTo>
                  <a:cubicBezTo>
                    <a:pt x="18116" y="65047"/>
                    <a:pt x="17690" y="64865"/>
                    <a:pt x="17599" y="64682"/>
                  </a:cubicBezTo>
                  <a:cubicBezTo>
                    <a:pt x="17660" y="64530"/>
                    <a:pt x="17903" y="64622"/>
                    <a:pt x="18146" y="64743"/>
                  </a:cubicBezTo>
                  <a:close/>
                  <a:moveTo>
                    <a:pt x="20396" y="65533"/>
                  </a:moveTo>
                  <a:lnTo>
                    <a:pt x="20183" y="65473"/>
                  </a:lnTo>
                  <a:cubicBezTo>
                    <a:pt x="19818" y="65442"/>
                    <a:pt x="19909" y="65260"/>
                    <a:pt x="19727" y="65169"/>
                  </a:cubicBezTo>
                  <a:cubicBezTo>
                    <a:pt x="18845" y="64804"/>
                    <a:pt x="19879" y="65199"/>
                    <a:pt x="20092" y="65108"/>
                  </a:cubicBezTo>
                  <a:cubicBezTo>
                    <a:pt x="20152" y="65260"/>
                    <a:pt x="20456" y="65321"/>
                    <a:pt x="20365" y="65533"/>
                  </a:cubicBezTo>
                  <a:close/>
                  <a:moveTo>
                    <a:pt x="18815" y="65169"/>
                  </a:moveTo>
                  <a:cubicBezTo>
                    <a:pt x="18572" y="65138"/>
                    <a:pt x="18572" y="65017"/>
                    <a:pt x="18420" y="64926"/>
                  </a:cubicBezTo>
                  <a:cubicBezTo>
                    <a:pt x="18602" y="64834"/>
                    <a:pt x="18967" y="65108"/>
                    <a:pt x="18967" y="64713"/>
                  </a:cubicBezTo>
                  <a:cubicBezTo>
                    <a:pt x="19180" y="64834"/>
                    <a:pt x="18906" y="65169"/>
                    <a:pt x="18785" y="65169"/>
                  </a:cubicBezTo>
                  <a:close/>
                  <a:moveTo>
                    <a:pt x="17903" y="63922"/>
                  </a:moveTo>
                  <a:cubicBezTo>
                    <a:pt x="17660" y="63771"/>
                    <a:pt x="18025" y="63679"/>
                    <a:pt x="18177" y="63862"/>
                  </a:cubicBezTo>
                  <a:cubicBezTo>
                    <a:pt x="18177" y="63619"/>
                    <a:pt x="17478" y="63588"/>
                    <a:pt x="17478" y="63375"/>
                  </a:cubicBezTo>
                  <a:cubicBezTo>
                    <a:pt x="17751" y="63315"/>
                    <a:pt x="17782" y="63558"/>
                    <a:pt x="18177" y="63588"/>
                  </a:cubicBezTo>
                  <a:cubicBezTo>
                    <a:pt x="18116" y="63771"/>
                    <a:pt x="18450" y="63862"/>
                    <a:pt x="18298" y="64074"/>
                  </a:cubicBezTo>
                  <a:cubicBezTo>
                    <a:pt x="18086" y="64105"/>
                    <a:pt x="18086" y="63740"/>
                    <a:pt x="17903" y="63922"/>
                  </a:cubicBezTo>
                  <a:close/>
                  <a:moveTo>
                    <a:pt x="15806" y="63132"/>
                  </a:moveTo>
                  <a:cubicBezTo>
                    <a:pt x="15867" y="62737"/>
                    <a:pt x="16748" y="63223"/>
                    <a:pt x="16475" y="63467"/>
                  </a:cubicBezTo>
                  <a:cubicBezTo>
                    <a:pt x="16292" y="63284"/>
                    <a:pt x="16079" y="63163"/>
                    <a:pt x="15806" y="63132"/>
                  </a:cubicBezTo>
                  <a:close/>
                  <a:moveTo>
                    <a:pt x="22888" y="12098"/>
                  </a:moveTo>
                  <a:cubicBezTo>
                    <a:pt x="23010" y="12371"/>
                    <a:pt x="23192" y="12007"/>
                    <a:pt x="23374" y="11916"/>
                  </a:cubicBezTo>
                  <a:cubicBezTo>
                    <a:pt x="23405" y="12068"/>
                    <a:pt x="23192" y="12402"/>
                    <a:pt x="23010" y="12219"/>
                  </a:cubicBezTo>
                  <a:cubicBezTo>
                    <a:pt x="22888" y="12341"/>
                    <a:pt x="23162" y="12463"/>
                    <a:pt x="23070" y="12615"/>
                  </a:cubicBezTo>
                  <a:cubicBezTo>
                    <a:pt x="22827" y="12645"/>
                    <a:pt x="22706" y="12949"/>
                    <a:pt x="22463" y="13040"/>
                  </a:cubicBezTo>
                  <a:cubicBezTo>
                    <a:pt x="22432" y="13040"/>
                    <a:pt x="22341" y="12858"/>
                    <a:pt x="22311" y="12858"/>
                  </a:cubicBezTo>
                  <a:cubicBezTo>
                    <a:pt x="22250" y="12858"/>
                    <a:pt x="21855" y="13344"/>
                    <a:pt x="21915" y="12979"/>
                  </a:cubicBezTo>
                  <a:cubicBezTo>
                    <a:pt x="22159" y="12675"/>
                    <a:pt x="22311" y="12797"/>
                    <a:pt x="22523" y="12797"/>
                  </a:cubicBezTo>
                  <a:cubicBezTo>
                    <a:pt x="22675" y="12675"/>
                    <a:pt x="22767" y="12493"/>
                    <a:pt x="22827" y="12280"/>
                  </a:cubicBezTo>
                  <a:cubicBezTo>
                    <a:pt x="22493" y="12098"/>
                    <a:pt x="22584" y="12493"/>
                    <a:pt x="22402" y="12675"/>
                  </a:cubicBezTo>
                  <a:cubicBezTo>
                    <a:pt x="21915" y="12584"/>
                    <a:pt x="21125" y="13800"/>
                    <a:pt x="20487" y="14043"/>
                  </a:cubicBezTo>
                  <a:cubicBezTo>
                    <a:pt x="21520" y="13010"/>
                    <a:pt x="22645" y="12007"/>
                    <a:pt x="23830" y="11125"/>
                  </a:cubicBezTo>
                  <a:cubicBezTo>
                    <a:pt x="23770" y="11429"/>
                    <a:pt x="22919" y="11764"/>
                    <a:pt x="22888" y="12098"/>
                  </a:cubicBezTo>
                  <a:close/>
                  <a:moveTo>
                    <a:pt x="24529" y="9301"/>
                  </a:moveTo>
                  <a:cubicBezTo>
                    <a:pt x="24377" y="8967"/>
                    <a:pt x="24864" y="8906"/>
                    <a:pt x="24955" y="8633"/>
                  </a:cubicBezTo>
                  <a:cubicBezTo>
                    <a:pt x="25016" y="8481"/>
                    <a:pt x="24985" y="8511"/>
                    <a:pt x="25259" y="8390"/>
                  </a:cubicBezTo>
                  <a:cubicBezTo>
                    <a:pt x="25776" y="8724"/>
                    <a:pt x="24590" y="9241"/>
                    <a:pt x="24529" y="9301"/>
                  </a:cubicBezTo>
                  <a:close/>
                  <a:moveTo>
                    <a:pt x="23709" y="9666"/>
                  </a:moveTo>
                  <a:cubicBezTo>
                    <a:pt x="23709" y="9757"/>
                    <a:pt x="23739" y="9940"/>
                    <a:pt x="23861" y="9849"/>
                  </a:cubicBezTo>
                  <a:cubicBezTo>
                    <a:pt x="23982" y="9788"/>
                    <a:pt x="23922" y="9605"/>
                    <a:pt x="23830" y="9666"/>
                  </a:cubicBezTo>
                  <a:cubicBezTo>
                    <a:pt x="23800" y="9362"/>
                    <a:pt x="24256" y="9453"/>
                    <a:pt x="24408" y="9180"/>
                  </a:cubicBezTo>
                  <a:lnTo>
                    <a:pt x="24529" y="9301"/>
                  </a:lnTo>
                  <a:cubicBezTo>
                    <a:pt x="23982" y="9818"/>
                    <a:pt x="23648" y="10487"/>
                    <a:pt x="23192" y="10852"/>
                  </a:cubicBezTo>
                  <a:cubicBezTo>
                    <a:pt x="22949" y="11064"/>
                    <a:pt x="22767" y="10912"/>
                    <a:pt x="22584" y="11277"/>
                  </a:cubicBezTo>
                  <a:cubicBezTo>
                    <a:pt x="22432" y="11277"/>
                    <a:pt x="22463" y="11216"/>
                    <a:pt x="22402" y="11095"/>
                  </a:cubicBezTo>
                  <a:cubicBezTo>
                    <a:pt x="22189" y="10973"/>
                    <a:pt x="21915" y="11277"/>
                    <a:pt x="21672" y="11399"/>
                  </a:cubicBezTo>
                  <a:cubicBezTo>
                    <a:pt x="21399" y="11216"/>
                    <a:pt x="22341" y="10973"/>
                    <a:pt x="22007" y="10912"/>
                  </a:cubicBezTo>
                  <a:cubicBezTo>
                    <a:pt x="21976" y="10609"/>
                    <a:pt x="22371" y="10912"/>
                    <a:pt x="22493" y="10912"/>
                  </a:cubicBezTo>
                  <a:cubicBezTo>
                    <a:pt x="22615" y="10669"/>
                    <a:pt x="22767" y="10882"/>
                    <a:pt x="22827" y="10852"/>
                  </a:cubicBezTo>
                  <a:cubicBezTo>
                    <a:pt x="22858" y="10821"/>
                    <a:pt x="23010" y="10639"/>
                    <a:pt x="23101" y="10609"/>
                  </a:cubicBezTo>
                  <a:cubicBezTo>
                    <a:pt x="23222" y="10578"/>
                    <a:pt x="23283" y="10791"/>
                    <a:pt x="23374" y="10609"/>
                  </a:cubicBezTo>
                  <a:cubicBezTo>
                    <a:pt x="23435" y="10517"/>
                    <a:pt x="23344" y="10517"/>
                    <a:pt x="23253" y="10487"/>
                  </a:cubicBezTo>
                  <a:cubicBezTo>
                    <a:pt x="23040" y="10396"/>
                    <a:pt x="23101" y="10609"/>
                    <a:pt x="22797" y="10669"/>
                  </a:cubicBezTo>
                  <a:cubicBezTo>
                    <a:pt x="22797" y="10669"/>
                    <a:pt x="22797" y="10457"/>
                    <a:pt x="22767" y="10487"/>
                  </a:cubicBezTo>
                  <a:cubicBezTo>
                    <a:pt x="22584" y="10517"/>
                    <a:pt x="22432" y="10943"/>
                    <a:pt x="22280" y="10669"/>
                  </a:cubicBezTo>
                  <a:cubicBezTo>
                    <a:pt x="22888" y="10183"/>
                    <a:pt x="23253" y="10001"/>
                    <a:pt x="23709" y="9666"/>
                  </a:cubicBezTo>
                  <a:close/>
                  <a:moveTo>
                    <a:pt x="23709" y="9970"/>
                  </a:moveTo>
                  <a:cubicBezTo>
                    <a:pt x="23526" y="10061"/>
                    <a:pt x="23405" y="9909"/>
                    <a:pt x="23222" y="10183"/>
                  </a:cubicBezTo>
                  <a:cubicBezTo>
                    <a:pt x="23314" y="10426"/>
                    <a:pt x="23770" y="10183"/>
                    <a:pt x="23709" y="9970"/>
                  </a:cubicBezTo>
                  <a:close/>
                  <a:moveTo>
                    <a:pt x="17235" y="63315"/>
                  </a:moveTo>
                  <a:cubicBezTo>
                    <a:pt x="16839" y="63163"/>
                    <a:pt x="17022" y="62828"/>
                    <a:pt x="16505" y="62676"/>
                  </a:cubicBezTo>
                  <a:cubicBezTo>
                    <a:pt x="16809" y="62555"/>
                    <a:pt x="17174" y="62737"/>
                    <a:pt x="17235" y="63041"/>
                  </a:cubicBezTo>
                  <a:cubicBezTo>
                    <a:pt x="17538" y="62950"/>
                    <a:pt x="17994" y="62980"/>
                    <a:pt x="18146" y="63315"/>
                  </a:cubicBezTo>
                  <a:cubicBezTo>
                    <a:pt x="18298" y="63588"/>
                    <a:pt x="17934" y="63163"/>
                    <a:pt x="17660" y="63132"/>
                  </a:cubicBezTo>
                  <a:cubicBezTo>
                    <a:pt x="17417" y="63102"/>
                    <a:pt x="17417" y="63254"/>
                    <a:pt x="17265" y="63315"/>
                  </a:cubicBezTo>
                  <a:close/>
                  <a:moveTo>
                    <a:pt x="25685" y="7721"/>
                  </a:moveTo>
                  <a:cubicBezTo>
                    <a:pt x="25958" y="7417"/>
                    <a:pt x="26596" y="7478"/>
                    <a:pt x="26171" y="7843"/>
                  </a:cubicBezTo>
                  <a:cubicBezTo>
                    <a:pt x="26292" y="7447"/>
                    <a:pt x="25836" y="7964"/>
                    <a:pt x="25715" y="7721"/>
                  </a:cubicBezTo>
                  <a:close/>
                  <a:moveTo>
                    <a:pt x="25441" y="8633"/>
                  </a:moveTo>
                  <a:lnTo>
                    <a:pt x="25806" y="8359"/>
                  </a:lnTo>
                  <a:cubicBezTo>
                    <a:pt x="26110" y="8450"/>
                    <a:pt x="25502" y="8937"/>
                    <a:pt x="25472" y="8633"/>
                  </a:cubicBezTo>
                  <a:close/>
                  <a:moveTo>
                    <a:pt x="15289" y="63406"/>
                  </a:moveTo>
                  <a:lnTo>
                    <a:pt x="15593" y="63558"/>
                  </a:lnTo>
                  <a:lnTo>
                    <a:pt x="15441" y="63862"/>
                  </a:lnTo>
                  <a:lnTo>
                    <a:pt x="15137" y="63710"/>
                  </a:lnTo>
                  <a:cubicBezTo>
                    <a:pt x="15380" y="63649"/>
                    <a:pt x="15198" y="63619"/>
                    <a:pt x="15289" y="63406"/>
                  </a:cubicBezTo>
                  <a:close/>
                  <a:moveTo>
                    <a:pt x="21308" y="11429"/>
                  </a:moveTo>
                  <a:cubicBezTo>
                    <a:pt x="21216" y="11216"/>
                    <a:pt x="21520" y="11004"/>
                    <a:pt x="21399" y="10791"/>
                  </a:cubicBezTo>
                  <a:cubicBezTo>
                    <a:pt x="21915" y="10365"/>
                    <a:pt x="22463" y="9757"/>
                    <a:pt x="22979" y="9545"/>
                  </a:cubicBezTo>
                  <a:cubicBezTo>
                    <a:pt x="22675" y="10061"/>
                    <a:pt x="21976" y="10335"/>
                    <a:pt x="21642" y="10791"/>
                  </a:cubicBezTo>
                  <a:cubicBezTo>
                    <a:pt x="21460" y="11034"/>
                    <a:pt x="21520" y="11216"/>
                    <a:pt x="21308" y="11429"/>
                  </a:cubicBezTo>
                  <a:close/>
                  <a:moveTo>
                    <a:pt x="517" y="35958"/>
                  </a:moveTo>
                  <a:cubicBezTo>
                    <a:pt x="61" y="35563"/>
                    <a:pt x="334" y="34955"/>
                    <a:pt x="456" y="34135"/>
                  </a:cubicBezTo>
                  <a:cubicBezTo>
                    <a:pt x="730" y="34287"/>
                    <a:pt x="456" y="34712"/>
                    <a:pt x="426" y="35047"/>
                  </a:cubicBezTo>
                  <a:cubicBezTo>
                    <a:pt x="426" y="35381"/>
                    <a:pt x="547" y="35655"/>
                    <a:pt x="517" y="35958"/>
                  </a:cubicBezTo>
                  <a:close/>
                  <a:moveTo>
                    <a:pt x="23101" y="65503"/>
                  </a:moveTo>
                  <a:cubicBezTo>
                    <a:pt x="22675" y="65412"/>
                    <a:pt x="23192" y="65868"/>
                    <a:pt x="22736" y="65746"/>
                  </a:cubicBezTo>
                  <a:cubicBezTo>
                    <a:pt x="22767" y="65837"/>
                    <a:pt x="22949" y="65898"/>
                    <a:pt x="22858" y="66050"/>
                  </a:cubicBezTo>
                  <a:cubicBezTo>
                    <a:pt x="22645" y="66081"/>
                    <a:pt x="22554" y="65929"/>
                    <a:pt x="22371" y="65868"/>
                  </a:cubicBezTo>
                  <a:cubicBezTo>
                    <a:pt x="22189" y="65777"/>
                    <a:pt x="21763" y="65777"/>
                    <a:pt x="21915" y="65564"/>
                  </a:cubicBezTo>
                  <a:cubicBezTo>
                    <a:pt x="22098" y="65564"/>
                    <a:pt x="22250" y="65655"/>
                    <a:pt x="22402" y="65777"/>
                  </a:cubicBezTo>
                  <a:cubicBezTo>
                    <a:pt x="22615" y="65837"/>
                    <a:pt x="22463" y="65503"/>
                    <a:pt x="22463" y="65533"/>
                  </a:cubicBezTo>
                  <a:cubicBezTo>
                    <a:pt x="22554" y="65381"/>
                    <a:pt x="22919" y="65625"/>
                    <a:pt x="22827" y="65260"/>
                  </a:cubicBezTo>
                  <a:cubicBezTo>
                    <a:pt x="23253" y="65564"/>
                    <a:pt x="23435" y="65199"/>
                    <a:pt x="23739" y="65473"/>
                  </a:cubicBezTo>
                  <a:cubicBezTo>
                    <a:pt x="23648" y="65503"/>
                    <a:pt x="23618" y="65594"/>
                    <a:pt x="23587" y="65685"/>
                  </a:cubicBezTo>
                  <a:cubicBezTo>
                    <a:pt x="23466" y="65594"/>
                    <a:pt x="23040" y="65655"/>
                    <a:pt x="23101" y="65503"/>
                  </a:cubicBezTo>
                  <a:close/>
                  <a:moveTo>
                    <a:pt x="19757" y="12371"/>
                  </a:moveTo>
                  <a:cubicBezTo>
                    <a:pt x="19697" y="12098"/>
                    <a:pt x="19940" y="11976"/>
                    <a:pt x="20152" y="11976"/>
                  </a:cubicBezTo>
                  <a:cubicBezTo>
                    <a:pt x="20244" y="11916"/>
                    <a:pt x="20152" y="11855"/>
                    <a:pt x="20122" y="11794"/>
                  </a:cubicBezTo>
                  <a:cubicBezTo>
                    <a:pt x="20396" y="11794"/>
                    <a:pt x="20426" y="11460"/>
                    <a:pt x="20578" y="11308"/>
                  </a:cubicBezTo>
                  <a:cubicBezTo>
                    <a:pt x="20639" y="11216"/>
                    <a:pt x="20821" y="10943"/>
                    <a:pt x="20943" y="11156"/>
                  </a:cubicBezTo>
                  <a:cubicBezTo>
                    <a:pt x="20578" y="11368"/>
                    <a:pt x="20639" y="11764"/>
                    <a:pt x="20487" y="11916"/>
                  </a:cubicBezTo>
                  <a:cubicBezTo>
                    <a:pt x="20304" y="12098"/>
                    <a:pt x="20001" y="12068"/>
                    <a:pt x="19757" y="12371"/>
                  </a:cubicBezTo>
                  <a:close/>
                  <a:moveTo>
                    <a:pt x="60184" y="11338"/>
                  </a:moveTo>
                  <a:cubicBezTo>
                    <a:pt x="60092" y="11672"/>
                    <a:pt x="59181" y="11308"/>
                    <a:pt x="59515" y="10943"/>
                  </a:cubicBezTo>
                  <a:cubicBezTo>
                    <a:pt x="59667" y="11064"/>
                    <a:pt x="59485" y="11216"/>
                    <a:pt x="59728" y="11308"/>
                  </a:cubicBezTo>
                  <a:cubicBezTo>
                    <a:pt x="59971" y="11399"/>
                    <a:pt x="59758" y="11064"/>
                    <a:pt x="59728" y="11004"/>
                  </a:cubicBezTo>
                  <a:cubicBezTo>
                    <a:pt x="59424" y="10730"/>
                    <a:pt x="59272" y="11247"/>
                    <a:pt x="58937" y="10973"/>
                  </a:cubicBezTo>
                  <a:cubicBezTo>
                    <a:pt x="59211" y="10730"/>
                    <a:pt x="59606" y="10730"/>
                    <a:pt x="59910" y="10912"/>
                  </a:cubicBezTo>
                  <a:cubicBezTo>
                    <a:pt x="60062" y="11064"/>
                    <a:pt x="59971" y="11186"/>
                    <a:pt x="60184" y="11338"/>
                  </a:cubicBezTo>
                  <a:close/>
                  <a:moveTo>
                    <a:pt x="53679" y="6961"/>
                  </a:moveTo>
                  <a:cubicBezTo>
                    <a:pt x="53436" y="6900"/>
                    <a:pt x="53041" y="6870"/>
                    <a:pt x="53253" y="6566"/>
                  </a:cubicBezTo>
                  <a:cubicBezTo>
                    <a:pt x="53375" y="6687"/>
                    <a:pt x="53284" y="6839"/>
                    <a:pt x="53588" y="6931"/>
                  </a:cubicBezTo>
                  <a:cubicBezTo>
                    <a:pt x="53770" y="6718"/>
                    <a:pt x="53284" y="6657"/>
                    <a:pt x="53527" y="6444"/>
                  </a:cubicBezTo>
                  <a:cubicBezTo>
                    <a:pt x="53740" y="6596"/>
                    <a:pt x="54196" y="7143"/>
                    <a:pt x="54196" y="6809"/>
                  </a:cubicBezTo>
                  <a:cubicBezTo>
                    <a:pt x="54439" y="6687"/>
                    <a:pt x="54652" y="7083"/>
                    <a:pt x="54500" y="7265"/>
                  </a:cubicBezTo>
                  <a:cubicBezTo>
                    <a:pt x="54378" y="7235"/>
                    <a:pt x="54287" y="7083"/>
                    <a:pt x="54165" y="7052"/>
                  </a:cubicBezTo>
                  <a:cubicBezTo>
                    <a:pt x="54044" y="7052"/>
                    <a:pt x="54013" y="7174"/>
                    <a:pt x="54013" y="7174"/>
                  </a:cubicBezTo>
                  <a:cubicBezTo>
                    <a:pt x="53892" y="7113"/>
                    <a:pt x="53770" y="7022"/>
                    <a:pt x="53679" y="6961"/>
                  </a:cubicBezTo>
                  <a:close/>
                  <a:moveTo>
                    <a:pt x="54378" y="8602"/>
                  </a:moveTo>
                  <a:cubicBezTo>
                    <a:pt x="54044" y="8633"/>
                    <a:pt x="53527" y="8146"/>
                    <a:pt x="53132" y="7994"/>
                  </a:cubicBezTo>
                  <a:cubicBezTo>
                    <a:pt x="53345" y="7934"/>
                    <a:pt x="53497" y="7782"/>
                    <a:pt x="53557" y="7569"/>
                  </a:cubicBezTo>
                  <a:cubicBezTo>
                    <a:pt x="53892" y="7630"/>
                    <a:pt x="53557" y="7873"/>
                    <a:pt x="53527" y="8025"/>
                  </a:cubicBezTo>
                  <a:cubicBezTo>
                    <a:pt x="53709" y="8207"/>
                    <a:pt x="53709" y="7934"/>
                    <a:pt x="53801" y="7903"/>
                  </a:cubicBezTo>
                  <a:cubicBezTo>
                    <a:pt x="53922" y="7843"/>
                    <a:pt x="54044" y="7934"/>
                    <a:pt x="53983" y="7994"/>
                  </a:cubicBezTo>
                  <a:cubicBezTo>
                    <a:pt x="54074" y="7903"/>
                    <a:pt x="54104" y="7751"/>
                    <a:pt x="54044" y="7660"/>
                  </a:cubicBezTo>
                  <a:cubicBezTo>
                    <a:pt x="54013" y="7569"/>
                    <a:pt x="53922" y="7660"/>
                    <a:pt x="53922" y="7660"/>
                  </a:cubicBezTo>
                  <a:cubicBezTo>
                    <a:pt x="53861" y="7599"/>
                    <a:pt x="53770" y="7174"/>
                    <a:pt x="53557" y="7174"/>
                  </a:cubicBezTo>
                  <a:cubicBezTo>
                    <a:pt x="53740" y="7052"/>
                    <a:pt x="54074" y="7235"/>
                    <a:pt x="54044" y="7447"/>
                  </a:cubicBezTo>
                  <a:cubicBezTo>
                    <a:pt x="54469" y="7721"/>
                    <a:pt x="54591" y="7447"/>
                    <a:pt x="54895" y="7843"/>
                  </a:cubicBezTo>
                  <a:cubicBezTo>
                    <a:pt x="54804" y="8025"/>
                    <a:pt x="54560" y="7843"/>
                    <a:pt x="54348" y="7691"/>
                  </a:cubicBezTo>
                  <a:lnTo>
                    <a:pt x="54226" y="7903"/>
                  </a:lnTo>
                  <a:cubicBezTo>
                    <a:pt x="54530" y="8086"/>
                    <a:pt x="54682" y="7873"/>
                    <a:pt x="54895" y="8207"/>
                  </a:cubicBezTo>
                  <a:cubicBezTo>
                    <a:pt x="55016" y="8268"/>
                    <a:pt x="55047" y="8116"/>
                    <a:pt x="55108" y="8055"/>
                  </a:cubicBezTo>
                  <a:cubicBezTo>
                    <a:pt x="55381" y="8116"/>
                    <a:pt x="55199" y="8298"/>
                    <a:pt x="55351" y="8390"/>
                  </a:cubicBezTo>
                  <a:cubicBezTo>
                    <a:pt x="55563" y="8542"/>
                    <a:pt x="55655" y="8238"/>
                    <a:pt x="55928" y="8542"/>
                  </a:cubicBezTo>
                  <a:cubicBezTo>
                    <a:pt x="55776" y="8754"/>
                    <a:pt x="55533" y="8663"/>
                    <a:pt x="55260" y="8542"/>
                  </a:cubicBezTo>
                  <a:cubicBezTo>
                    <a:pt x="54895" y="8511"/>
                    <a:pt x="54864" y="8663"/>
                    <a:pt x="54652" y="8846"/>
                  </a:cubicBezTo>
                  <a:cubicBezTo>
                    <a:pt x="54287" y="8785"/>
                    <a:pt x="54834" y="8511"/>
                    <a:pt x="54439" y="8450"/>
                  </a:cubicBezTo>
                  <a:cubicBezTo>
                    <a:pt x="54378" y="8450"/>
                    <a:pt x="54317" y="8542"/>
                    <a:pt x="54378" y="8602"/>
                  </a:cubicBezTo>
                  <a:close/>
                  <a:moveTo>
                    <a:pt x="59697" y="9879"/>
                  </a:moveTo>
                  <a:cubicBezTo>
                    <a:pt x="59880" y="9849"/>
                    <a:pt x="59819" y="10061"/>
                    <a:pt x="59971" y="10183"/>
                  </a:cubicBezTo>
                  <a:cubicBezTo>
                    <a:pt x="60123" y="10305"/>
                    <a:pt x="60244" y="10244"/>
                    <a:pt x="60336" y="10335"/>
                  </a:cubicBezTo>
                  <a:cubicBezTo>
                    <a:pt x="60518" y="10517"/>
                    <a:pt x="60518" y="10760"/>
                    <a:pt x="60731" y="10912"/>
                  </a:cubicBezTo>
                  <a:cubicBezTo>
                    <a:pt x="60275" y="11125"/>
                    <a:pt x="60305" y="10365"/>
                    <a:pt x="59819" y="10365"/>
                  </a:cubicBezTo>
                  <a:cubicBezTo>
                    <a:pt x="59819" y="10213"/>
                    <a:pt x="59788" y="10031"/>
                    <a:pt x="59697" y="9879"/>
                  </a:cubicBezTo>
                  <a:close/>
                  <a:moveTo>
                    <a:pt x="58451" y="9362"/>
                  </a:moveTo>
                  <a:cubicBezTo>
                    <a:pt x="58512" y="9180"/>
                    <a:pt x="58968" y="9362"/>
                    <a:pt x="58907" y="9545"/>
                  </a:cubicBezTo>
                  <a:cubicBezTo>
                    <a:pt x="59150" y="9605"/>
                    <a:pt x="59363" y="9484"/>
                    <a:pt x="59667" y="9757"/>
                  </a:cubicBezTo>
                  <a:cubicBezTo>
                    <a:pt x="59181" y="9605"/>
                    <a:pt x="59333" y="9970"/>
                    <a:pt x="59576" y="10213"/>
                  </a:cubicBezTo>
                  <a:cubicBezTo>
                    <a:pt x="58998" y="10365"/>
                    <a:pt x="58998" y="9636"/>
                    <a:pt x="58451" y="9545"/>
                  </a:cubicBezTo>
                  <a:cubicBezTo>
                    <a:pt x="58481" y="9484"/>
                    <a:pt x="58512" y="9393"/>
                    <a:pt x="58451" y="9362"/>
                  </a:cubicBezTo>
                  <a:close/>
                  <a:moveTo>
                    <a:pt x="50852" y="5593"/>
                  </a:moveTo>
                  <a:lnTo>
                    <a:pt x="51126" y="5684"/>
                  </a:lnTo>
                  <a:cubicBezTo>
                    <a:pt x="50974" y="5867"/>
                    <a:pt x="50852" y="6049"/>
                    <a:pt x="50609" y="5928"/>
                  </a:cubicBezTo>
                  <a:cubicBezTo>
                    <a:pt x="50609" y="5684"/>
                    <a:pt x="50822" y="5806"/>
                    <a:pt x="50852" y="5593"/>
                  </a:cubicBezTo>
                  <a:close/>
                  <a:moveTo>
                    <a:pt x="50487" y="6596"/>
                  </a:moveTo>
                  <a:cubicBezTo>
                    <a:pt x="50639" y="6687"/>
                    <a:pt x="50548" y="6870"/>
                    <a:pt x="50852" y="6931"/>
                  </a:cubicBezTo>
                  <a:cubicBezTo>
                    <a:pt x="50943" y="6931"/>
                    <a:pt x="51004" y="6809"/>
                    <a:pt x="51156" y="6900"/>
                  </a:cubicBezTo>
                  <a:cubicBezTo>
                    <a:pt x="51126" y="7022"/>
                    <a:pt x="51065" y="7113"/>
                    <a:pt x="51156" y="7174"/>
                  </a:cubicBezTo>
                  <a:cubicBezTo>
                    <a:pt x="50913" y="7143"/>
                    <a:pt x="50366" y="6991"/>
                    <a:pt x="50487" y="6596"/>
                  </a:cubicBezTo>
                  <a:close/>
                  <a:moveTo>
                    <a:pt x="51247" y="7143"/>
                  </a:moveTo>
                  <a:cubicBezTo>
                    <a:pt x="51490" y="6870"/>
                    <a:pt x="51642" y="7356"/>
                    <a:pt x="52038" y="7417"/>
                  </a:cubicBezTo>
                  <a:cubicBezTo>
                    <a:pt x="52038" y="7022"/>
                    <a:pt x="52585" y="7751"/>
                    <a:pt x="52949" y="7721"/>
                  </a:cubicBezTo>
                  <a:cubicBezTo>
                    <a:pt x="52828" y="8055"/>
                    <a:pt x="52402" y="7691"/>
                    <a:pt x="52190" y="7569"/>
                  </a:cubicBezTo>
                  <a:cubicBezTo>
                    <a:pt x="51825" y="7447"/>
                    <a:pt x="51399" y="7387"/>
                    <a:pt x="51278" y="7143"/>
                  </a:cubicBezTo>
                  <a:close/>
                  <a:moveTo>
                    <a:pt x="51247" y="6687"/>
                  </a:moveTo>
                  <a:cubicBezTo>
                    <a:pt x="51308" y="6627"/>
                    <a:pt x="51399" y="6687"/>
                    <a:pt x="51460" y="6687"/>
                  </a:cubicBezTo>
                  <a:cubicBezTo>
                    <a:pt x="51521" y="6596"/>
                    <a:pt x="51490" y="6444"/>
                    <a:pt x="51399" y="6384"/>
                  </a:cubicBezTo>
                  <a:cubicBezTo>
                    <a:pt x="51430" y="6262"/>
                    <a:pt x="51946" y="6505"/>
                    <a:pt x="51673" y="6232"/>
                  </a:cubicBezTo>
                  <a:cubicBezTo>
                    <a:pt x="51855" y="5988"/>
                    <a:pt x="51946" y="6444"/>
                    <a:pt x="51977" y="6475"/>
                  </a:cubicBezTo>
                  <a:cubicBezTo>
                    <a:pt x="52007" y="6505"/>
                    <a:pt x="52250" y="6566"/>
                    <a:pt x="52311" y="6627"/>
                  </a:cubicBezTo>
                  <a:cubicBezTo>
                    <a:pt x="52402" y="6718"/>
                    <a:pt x="52311" y="6809"/>
                    <a:pt x="52311" y="6839"/>
                  </a:cubicBezTo>
                  <a:cubicBezTo>
                    <a:pt x="52433" y="6961"/>
                    <a:pt x="52646" y="6931"/>
                    <a:pt x="52494" y="7113"/>
                  </a:cubicBezTo>
                  <a:cubicBezTo>
                    <a:pt x="52646" y="7204"/>
                    <a:pt x="52949" y="7265"/>
                    <a:pt x="52737" y="7417"/>
                  </a:cubicBezTo>
                  <a:cubicBezTo>
                    <a:pt x="52524" y="7235"/>
                    <a:pt x="52311" y="7052"/>
                    <a:pt x="52068" y="6900"/>
                  </a:cubicBezTo>
                  <a:cubicBezTo>
                    <a:pt x="51946" y="6779"/>
                    <a:pt x="52007" y="6292"/>
                    <a:pt x="51642" y="6505"/>
                  </a:cubicBezTo>
                  <a:cubicBezTo>
                    <a:pt x="51734" y="6718"/>
                    <a:pt x="52190" y="6839"/>
                    <a:pt x="51977" y="7113"/>
                  </a:cubicBezTo>
                  <a:cubicBezTo>
                    <a:pt x="51551" y="6991"/>
                    <a:pt x="51703" y="6657"/>
                    <a:pt x="51278" y="6687"/>
                  </a:cubicBezTo>
                  <a:close/>
                  <a:moveTo>
                    <a:pt x="60609" y="10730"/>
                  </a:moveTo>
                  <a:cubicBezTo>
                    <a:pt x="60609" y="10639"/>
                    <a:pt x="60609" y="10548"/>
                    <a:pt x="60700" y="10609"/>
                  </a:cubicBezTo>
                  <a:cubicBezTo>
                    <a:pt x="61065" y="10760"/>
                    <a:pt x="61734" y="11399"/>
                    <a:pt x="62311" y="11764"/>
                  </a:cubicBezTo>
                  <a:cubicBezTo>
                    <a:pt x="62615" y="11916"/>
                    <a:pt x="62524" y="12068"/>
                    <a:pt x="62281" y="11824"/>
                  </a:cubicBezTo>
                  <a:cubicBezTo>
                    <a:pt x="61673" y="11520"/>
                    <a:pt x="61096" y="11156"/>
                    <a:pt x="60609" y="10730"/>
                  </a:cubicBezTo>
                  <a:close/>
                  <a:moveTo>
                    <a:pt x="52250" y="5958"/>
                  </a:moveTo>
                  <a:cubicBezTo>
                    <a:pt x="52463" y="5928"/>
                    <a:pt x="52554" y="5624"/>
                    <a:pt x="52858" y="5806"/>
                  </a:cubicBezTo>
                  <a:cubicBezTo>
                    <a:pt x="52554" y="5776"/>
                    <a:pt x="52889" y="6292"/>
                    <a:pt x="52494" y="6080"/>
                  </a:cubicBezTo>
                  <a:cubicBezTo>
                    <a:pt x="52494" y="6262"/>
                    <a:pt x="52919" y="6323"/>
                    <a:pt x="52706" y="6566"/>
                  </a:cubicBezTo>
                  <a:cubicBezTo>
                    <a:pt x="52494" y="6171"/>
                    <a:pt x="51977" y="6201"/>
                    <a:pt x="51551" y="5836"/>
                  </a:cubicBezTo>
                  <a:cubicBezTo>
                    <a:pt x="51886" y="5745"/>
                    <a:pt x="51430" y="5715"/>
                    <a:pt x="51612" y="5502"/>
                  </a:cubicBezTo>
                  <a:cubicBezTo>
                    <a:pt x="52068" y="5593"/>
                    <a:pt x="51886" y="5867"/>
                    <a:pt x="52250" y="5958"/>
                  </a:cubicBezTo>
                  <a:close/>
                  <a:moveTo>
                    <a:pt x="52797" y="5320"/>
                  </a:moveTo>
                  <a:cubicBezTo>
                    <a:pt x="52585" y="4985"/>
                    <a:pt x="53405" y="5654"/>
                    <a:pt x="53466" y="5472"/>
                  </a:cubicBezTo>
                  <a:cubicBezTo>
                    <a:pt x="53649" y="5715"/>
                    <a:pt x="53892" y="5593"/>
                    <a:pt x="54044" y="5867"/>
                  </a:cubicBezTo>
                  <a:cubicBezTo>
                    <a:pt x="53679" y="5745"/>
                    <a:pt x="53132" y="5745"/>
                    <a:pt x="52980" y="5593"/>
                  </a:cubicBezTo>
                  <a:cubicBezTo>
                    <a:pt x="53345" y="5593"/>
                    <a:pt x="53132" y="5472"/>
                    <a:pt x="52797" y="5320"/>
                  </a:cubicBezTo>
                  <a:close/>
                  <a:moveTo>
                    <a:pt x="57904" y="9788"/>
                  </a:moveTo>
                  <a:cubicBezTo>
                    <a:pt x="58056" y="9940"/>
                    <a:pt x="58178" y="9788"/>
                    <a:pt x="58238" y="9818"/>
                  </a:cubicBezTo>
                  <a:cubicBezTo>
                    <a:pt x="58451" y="9940"/>
                    <a:pt x="58208" y="10061"/>
                    <a:pt x="58421" y="10244"/>
                  </a:cubicBezTo>
                  <a:cubicBezTo>
                    <a:pt x="58086" y="10335"/>
                    <a:pt x="58208" y="10609"/>
                    <a:pt x="57813" y="10426"/>
                  </a:cubicBezTo>
                  <a:cubicBezTo>
                    <a:pt x="57904" y="10183"/>
                    <a:pt x="58086" y="10335"/>
                    <a:pt x="58178" y="10061"/>
                  </a:cubicBezTo>
                  <a:cubicBezTo>
                    <a:pt x="57995" y="9909"/>
                    <a:pt x="57570" y="10031"/>
                    <a:pt x="57722" y="10274"/>
                  </a:cubicBezTo>
                  <a:cubicBezTo>
                    <a:pt x="57661" y="10335"/>
                    <a:pt x="57600" y="10274"/>
                    <a:pt x="57630" y="10213"/>
                  </a:cubicBezTo>
                  <a:lnTo>
                    <a:pt x="57478" y="10122"/>
                  </a:lnTo>
                  <a:cubicBezTo>
                    <a:pt x="57570" y="9849"/>
                    <a:pt x="57782" y="10122"/>
                    <a:pt x="57843" y="9879"/>
                  </a:cubicBezTo>
                  <a:cubicBezTo>
                    <a:pt x="57478" y="9697"/>
                    <a:pt x="57326" y="9788"/>
                    <a:pt x="57083" y="9484"/>
                  </a:cubicBezTo>
                  <a:cubicBezTo>
                    <a:pt x="57235" y="9301"/>
                    <a:pt x="57448" y="9332"/>
                    <a:pt x="57630" y="9332"/>
                  </a:cubicBezTo>
                  <a:cubicBezTo>
                    <a:pt x="57934" y="9514"/>
                    <a:pt x="57752" y="9636"/>
                    <a:pt x="57934" y="9788"/>
                  </a:cubicBezTo>
                  <a:close/>
                  <a:moveTo>
                    <a:pt x="67418" y="15776"/>
                  </a:moveTo>
                  <a:cubicBezTo>
                    <a:pt x="67357" y="15563"/>
                    <a:pt x="68026" y="16232"/>
                    <a:pt x="68269" y="16353"/>
                  </a:cubicBezTo>
                  <a:cubicBezTo>
                    <a:pt x="67935" y="16566"/>
                    <a:pt x="67783" y="15989"/>
                    <a:pt x="67418" y="15806"/>
                  </a:cubicBezTo>
                  <a:close/>
                  <a:moveTo>
                    <a:pt x="63497" y="14834"/>
                  </a:moveTo>
                  <a:cubicBezTo>
                    <a:pt x="63588" y="15077"/>
                    <a:pt x="63740" y="15289"/>
                    <a:pt x="63983" y="15411"/>
                  </a:cubicBezTo>
                  <a:cubicBezTo>
                    <a:pt x="63801" y="15593"/>
                    <a:pt x="63314" y="15229"/>
                    <a:pt x="63436" y="15077"/>
                  </a:cubicBezTo>
                  <a:cubicBezTo>
                    <a:pt x="63284" y="15198"/>
                    <a:pt x="63041" y="14955"/>
                    <a:pt x="62919" y="14985"/>
                  </a:cubicBezTo>
                  <a:cubicBezTo>
                    <a:pt x="62980" y="15381"/>
                    <a:pt x="63679" y="15502"/>
                    <a:pt x="63770" y="15563"/>
                  </a:cubicBezTo>
                  <a:cubicBezTo>
                    <a:pt x="63740" y="15563"/>
                    <a:pt x="63679" y="15685"/>
                    <a:pt x="63679" y="15685"/>
                  </a:cubicBezTo>
                  <a:cubicBezTo>
                    <a:pt x="63831" y="15745"/>
                    <a:pt x="64013" y="15745"/>
                    <a:pt x="64196" y="15685"/>
                  </a:cubicBezTo>
                  <a:cubicBezTo>
                    <a:pt x="64317" y="15715"/>
                    <a:pt x="64348" y="15867"/>
                    <a:pt x="64317" y="15958"/>
                  </a:cubicBezTo>
                  <a:cubicBezTo>
                    <a:pt x="64530" y="16080"/>
                    <a:pt x="64804" y="16201"/>
                    <a:pt x="64895" y="16323"/>
                  </a:cubicBezTo>
                  <a:cubicBezTo>
                    <a:pt x="65229" y="16444"/>
                    <a:pt x="64652" y="16596"/>
                    <a:pt x="65017" y="16748"/>
                  </a:cubicBezTo>
                  <a:cubicBezTo>
                    <a:pt x="65138" y="16779"/>
                    <a:pt x="65108" y="16627"/>
                    <a:pt x="65047" y="16536"/>
                  </a:cubicBezTo>
                  <a:cubicBezTo>
                    <a:pt x="65229" y="16444"/>
                    <a:pt x="65472" y="16840"/>
                    <a:pt x="65685" y="16961"/>
                  </a:cubicBezTo>
                  <a:cubicBezTo>
                    <a:pt x="65533" y="16961"/>
                    <a:pt x="65321" y="16809"/>
                    <a:pt x="65169" y="16840"/>
                  </a:cubicBezTo>
                  <a:cubicBezTo>
                    <a:pt x="65138" y="16900"/>
                    <a:pt x="65199" y="16961"/>
                    <a:pt x="65138" y="17022"/>
                  </a:cubicBezTo>
                  <a:cubicBezTo>
                    <a:pt x="65321" y="17144"/>
                    <a:pt x="65472" y="17083"/>
                    <a:pt x="65655" y="17144"/>
                  </a:cubicBezTo>
                  <a:cubicBezTo>
                    <a:pt x="65412" y="17296"/>
                    <a:pt x="66080" y="17751"/>
                    <a:pt x="66232" y="17903"/>
                  </a:cubicBezTo>
                  <a:cubicBezTo>
                    <a:pt x="66020" y="17873"/>
                    <a:pt x="65837" y="17812"/>
                    <a:pt x="65655" y="17751"/>
                  </a:cubicBezTo>
                  <a:cubicBezTo>
                    <a:pt x="65594" y="17843"/>
                    <a:pt x="65776" y="17934"/>
                    <a:pt x="65868" y="18025"/>
                  </a:cubicBezTo>
                  <a:cubicBezTo>
                    <a:pt x="65503" y="18025"/>
                    <a:pt x="64591" y="17448"/>
                    <a:pt x="64135" y="17083"/>
                  </a:cubicBezTo>
                  <a:cubicBezTo>
                    <a:pt x="64013" y="16992"/>
                    <a:pt x="64013" y="16931"/>
                    <a:pt x="64105" y="16840"/>
                  </a:cubicBezTo>
                  <a:cubicBezTo>
                    <a:pt x="64013" y="16809"/>
                    <a:pt x="63953" y="16900"/>
                    <a:pt x="63862" y="16840"/>
                  </a:cubicBezTo>
                  <a:cubicBezTo>
                    <a:pt x="63679" y="16748"/>
                    <a:pt x="63862" y="16627"/>
                    <a:pt x="63801" y="16596"/>
                  </a:cubicBezTo>
                  <a:cubicBezTo>
                    <a:pt x="63710" y="16536"/>
                    <a:pt x="63588" y="16627"/>
                    <a:pt x="63497" y="16566"/>
                  </a:cubicBezTo>
                  <a:cubicBezTo>
                    <a:pt x="63314" y="16444"/>
                    <a:pt x="63193" y="16141"/>
                    <a:pt x="63010" y="15958"/>
                  </a:cubicBezTo>
                  <a:cubicBezTo>
                    <a:pt x="62676" y="15715"/>
                    <a:pt x="62311" y="15593"/>
                    <a:pt x="62007" y="15289"/>
                  </a:cubicBezTo>
                  <a:cubicBezTo>
                    <a:pt x="61673" y="15016"/>
                    <a:pt x="61551" y="14712"/>
                    <a:pt x="61247" y="14438"/>
                  </a:cubicBezTo>
                  <a:cubicBezTo>
                    <a:pt x="61126" y="14347"/>
                    <a:pt x="61004" y="14378"/>
                    <a:pt x="60974" y="14347"/>
                  </a:cubicBezTo>
                  <a:cubicBezTo>
                    <a:pt x="60488" y="13982"/>
                    <a:pt x="60153" y="13405"/>
                    <a:pt x="59576" y="13314"/>
                  </a:cubicBezTo>
                  <a:cubicBezTo>
                    <a:pt x="59545" y="13192"/>
                    <a:pt x="59515" y="13101"/>
                    <a:pt x="59424" y="13010"/>
                  </a:cubicBezTo>
                  <a:cubicBezTo>
                    <a:pt x="59606" y="12919"/>
                    <a:pt x="59880" y="13375"/>
                    <a:pt x="60001" y="13010"/>
                  </a:cubicBezTo>
                  <a:cubicBezTo>
                    <a:pt x="59728" y="12949"/>
                    <a:pt x="59454" y="12919"/>
                    <a:pt x="59150" y="12919"/>
                  </a:cubicBezTo>
                  <a:cubicBezTo>
                    <a:pt x="58968" y="12432"/>
                    <a:pt x="58178" y="12159"/>
                    <a:pt x="57752" y="11733"/>
                  </a:cubicBezTo>
                  <a:cubicBezTo>
                    <a:pt x="57570" y="11581"/>
                    <a:pt x="57661" y="11490"/>
                    <a:pt x="57570" y="11338"/>
                  </a:cubicBezTo>
                  <a:cubicBezTo>
                    <a:pt x="57448" y="11095"/>
                    <a:pt x="57114" y="11004"/>
                    <a:pt x="57174" y="10760"/>
                  </a:cubicBezTo>
                  <a:cubicBezTo>
                    <a:pt x="57448" y="10487"/>
                    <a:pt x="57661" y="11004"/>
                    <a:pt x="57843" y="11125"/>
                  </a:cubicBezTo>
                  <a:cubicBezTo>
                    <a:pt x="58056" y="11277"/>
                    <a:pt x="58360" y="11429"/>
                    <a:pt x="58542" y="11581"/>
                  </a:cubicBezTo>
                  <a:cubicBezTo>
                    <a:pt x="58573" y="11612"/>
                    <a:pt x="58664" y="11642"/>
                    <a:pt x="58725" y="11612"/>
                  </a:cubicBezTo>
                  <a:cubicBezTo>
                    <a:pt x="58785" y="11672"/>
                    <a:pt x="58846" y="11885"/>
                    <a:pt x="58877" y="11916"/>
                  </a:cubicBezTo>
                  <a:cubicBezTo>
                    <a:pt x="58937" y="11976"/>
                    <a:pt x="59181" y="12037"/>
                    <a:pt x="59302" y="12098"/>
                  </a:cubicBezTo>
                  <a:cubicBezTo>
                    <a:pt x="59545" y="12311"/>
                    <a:pt x="59576" y="12432"/>
                    <a:pt x="59940" y="12463"/>
                  </a:cubicBezTo>
                  <a:cubicBezTo>
                    <a:pt x="59819" y="12675"/>
                    <a:pt x="59454" y="12493"/>
                    <a:pt x="59697" y="12797"/>
                  </a:cubicBezTo>
                  <a:cubicBezTo>
                    <a:pt x="59849" y="12858"/>
                    <a:pt x="59728" y="12706"/>
                    <a:pt x="59849" y="12615"/>
                  </a:cubicBezTo>
                  <a:cubicBezTo>
                    <a:pt x="60062" y="12645"/>
                    <a:pt x="60336" y="12827"/>
                    <a:pt x="60488" y="12675"/>
                  </a:cubicBezTo>
                  <a:cubicBezTo>
                    <a:pt x="61004" y="13192"/>
                    <a:pt x="61460" y="13405"/>
                    <a:pt x="61764" y="13891"/>
                  </a:cubicBezTo>
                  <a:cubicBezTo>
                    <a:pt x="62038" y="14074"/>
                    <a:pt x="62372" y="14074"/>
                    <a:pt x="62676" y="13952"/>
                  </a:cubicBezTo>
                  <a:cubicBezTo>
                    <a:pt x="62828" y="14195"/>
                    <a:pt x="63041" y="14378"/>
                    <a:pt x="63284" y="14530"/>
                  </a:cubicBezTo>
                  <a:lnTo>
                    <a:pt x="63102" y="14803"/>
                  </a:lnTo>
                  <a:cubicBezTo>
                    <a:pt x="63254" y="14955"/>
                    <a:pt x="63406" y="15016"/>
                    <a:pt x="63527" y="14834"/>
                  </a:cubicBezTo>
                  <a:close/>
                  <a:moveTo>
                    <a:pt x="60700" y="13010"/>
                  </a:moveTo>
                  <a:cubicBezTo>
                    <a:pt x="60670" y="13101"/>
                    <a:pt x="60670" y="13192"/>
                    <a:pt x="60731" y="13253"/>
                  </a:cubicBezTo>
                  <a:cubicBezTo>
                    <a:pt x="60974" y="12949"/>
                    <a:pt x="60609" y="12979"/>
                    <a:pt x="60396" y="12797"/>
                  </a:cubicBezTo>
                  <a:cubicBezTo>
                    <a:pt x="60396" y="12949"/>
                    <a:pt x="60184" y="13131"/>
                    <a:pt x="60244" y="13314"/>
                  </a:cubicBezTo>
                  <a:cubicBezTo>
                    <a:pt x="60518" y="13283"/>
                    <a:pt x="60366" y="12949"/>
                    <a:pt x="60700" y="13010"/>
                  </a:cubicBezTo>
                  <a:close/>
                  <a:moveTo>
                    <a:pt x="61126" y="13526"/>
                  </a:moveTo>
                  <a:cubicBezTo>
                    <a:pt x="60913" y="13314"/>
                    <a:pt x="60792" y="13557"/>
                    <a:pt x="60609" y="13466"/>
                  </a:cubicBezTo>
                  <a:cubicBezTo>
                    <a:pt x="60640" y="13375"/>
                    <a:pt x="60518" y="13283"/>
                    <a:pt x="60457" y="13344"/>
                  </a:cubicBezTo>
                  <a:cubicBezTo>
                    <a:pt x="60792" y="13466"/>
                    <a:pt x="60366" y="13678"/>
                    <a:pt x="60670" y="13830"/>
                  </a:cubicBezTo>
                  <a:cubicBezTo>
                    <a:pt x="60792" y="13526"/>
                    <a:pt x="61004" y="13770"/>
                    <a:pt x="61126" y="13526"/>
                  </a:cubicBezTo>
                  <a:close/>
                  <a:moveTo>
                    <a:pt x="61551" y="14043"/>
                  </a:moveTo>
                  <a:cubicBezTo>
                    <a:pt x="61643" y="13830"/>
                    <a:pt x="61399" y="13648"/>
                    <a:pt x="61278" y="13435"/>
                  </a:cubicBezTo>
                  <a:cubicBezTo>
                    <a:pt x="61096" y="13587"/>
                    <a:pt x="61278" y="13709"/>
                    <a:pt x="61126" y="13830"/>
                  </a:cubicBezTo>
                  <a:cubicBezTo>
                    <a:pt x="61278" y="14013"/>
                    <a:pt x="61369" y="13830"/>
                    <a:pt x="61551" y="14043"/>
                  </a:cubicBezTo>
                  <a:close/>
                  <a:moveTo>
                    <a:pt x="64409" y="16870"/>
                  </a:moveTo>
                  <a:cubicBezTo>
                    <a:pt x="64469" y="16931"/>
                    <a:pt x="64439" y="16992"/>
                    <a:pt x="64378" y="17052"/>
                  </a:cubicBezTo>
                  <a:cubicBezTo>
                    <a:pt x="64591" y="17144"/>
                    <a:pt x="64804" y="17296"/>
                    <a:pt x="64956" y="17083"/>
                  </a:cubicBezTo>
                  <a:cubicBezTo>
                    <a:pt x="64743" y="16900"/>
                    <a:pt x="64591" y="16809"/>
                    <a:pt x="64409" y="16870"/>
                  </a:cubicBezTo>
                  <a:close/>
                  <a:moveTo>
                    <a:pt x="62372" y="14955"/>
                  </a:moveTo>
                  <a:cubicBezTo>
                    <a:pt x="62068" y="14864"/>
                    <a:pt x="61734" y="14256"/>
                    <a:pt x="61764" y="14530"/>
                  </a:cubicBezTo>
                  <a:cubicBezTo>
                    <a:pt x="61825" y="14651"/>
                    <a:pt x="62433" y="15229"/>
                    <a:pt x="62372" y="14985"/>
                  </a:cubicBezTo>
                  <a:close/>
                  <a:moveTo>
                    <a:pt x="62919" y="14682"/>
                  </a:moveTo>
                  <a:cubicBezTo>
                    <a:pt x="63162" y="14256"/>
                    <a:pt x="62159" y="14074"/>
                    <a:pt x="61977" y="14256"/>
                  </a:cubicBezTo>
                  <a:cubicBezTo>
                    <a:pt x="62342" y="14651"/>
                    <a:pt x="62554" y="14226"/>
                    <a:pt x="62919" y="14682"/>
                  </a:cubicBezTo>
                  <a:close/>
                  <a:moveTo>
                    <a:pt x="26353" y="7417"/>
                  </a:moveTo>
                  <a:cubicBezTo>
                    <a:pt x="26657" y="7265"/>
                    <a:pt x="26262" y="7083"/>
                    <a:pt x="26596" y="6931"/>
                  </a:cubicBezTo>
                  <a:cubicBezTo>
                    <a:pt x="26718" y="7143"/>
                    <a:pt x="26384" y="7356"/>
                    <a:pt x="26718" y="7569"/>
                  </a:cubicBezTo>
                  <a:cubicBezTo>
                    <a:pt x="26566" y="7660"/>
                    <a:pt x="26444" y="7599"/>
                    <a:pt x="26353" y="7417"/>
                  </a:cubicBezTo>
                  <a:close/>
                  <a:moveTo>
                    <a:pt x="73953" y="22007"/>
                  </a:moveTo>
                  <a:cubicBezTo>
                    <a:pt x="73649" y="22220"/>
                    <a:pt x="73588" y="21733"/>
                    <a:pt x="73254" y="21581"/>
                  </a:cubicBezTo>
                  <a:cubicBezTo>
                    <a:pt x="73163" y="21308"/>
                    <a:pt x="73771" y="21916"/>
                    <a:pt x="73953" y="22007"/>
                  </a:cubicBezTo>
                  <a:close/>
                  <a:moveTo>
                    <a:pt x="60275" y="11520"/>
                  </a:moveTo>
                  <a:cubicBezTo>
                    <a:pt x="60640" y="11612"/>
                    <a:pt x="60275" y="11794"/>
                    <a:pt x="60579" y="11916"/>
                  </a:cubicBezTo>
                  <a:cubicBezTo>
                    <a:pt x="60305" y="12037"/>
                    <a:pt x="60275" y="11551"/>
                    <a:pt x="60062" y="11672"/>
                  </a:cubicBezTo>
                  <a:cubicBezTo>
                    <a:pt x="59849" y="11399"/>
                    <a:pt x="60275" y="11794"/>
                    <a:pt x="60275" y="11520"/>
                  </a:cubicBezTo>
                  <a:close/>
                  <a:moveTo>
                    <a:pt x="60396" y="12493"/>
                  </a:moveTo>
                  <a:cubicBezTo>
                    <a:pt x="60305" y="12675"/>
                    <a:pt x="60184" y="12493"/>
                    <a:pt x="60092" y="12584"/>
                  </a:cubicBezTo>
                  <a:cubicBezTo>
                    <a:pt x="59971" y="12402"/>
                    <a:pt x="59788" y="12250"/>
                    <a:pt x="59576" y="12189"/>
                  </a:cubicBezTo>
                  <a:cubicBezTo>
                    <a:pt x="59880" y="11976"/>
                    <a:pt x="59971" y="12341"/>
                    <a:pt x="60396" y="12493"/>
                  </a:cubicBezTo>
                  <a:close/>
                  <a:moveTo>
                    <a:pt x="63071" y="12311"/>
                  </a:moveTo>
                  <a:lnTo>
                    <a:pt x="63375" y="12554"/>
                  </a:lnTo>
                  <a:cubicBezTo>
                    <a:pt x="63284" y="12554"/>
                    <a:pt x="63223" y="12615"/>
                    <a:pt x="63162" y="12675"/>
                  </a:cubicBezTo>
                  <a:lnTo>
                    <a:pt x="63314" y="12797"/>
                  </a:lnTo>
                  <a:cubicBezTo>
                    <a:pt x="63406" y="12858"/>
                    <a:pt x="63497" y="12736"/>
                    <a:pt x="63406" y="12675"/>
                  </a:cubicBezTo>
                  <a:cubicBezTo>
                    <a:pt x="63649" y="12554"/>
                    <a:pt x="63679" y="12919"/>
                    <a:pt x="63740" y="13010"/>
                  </a:cubicBezTo>
                  <a:cubicBezTo>
                    <a:pt x="63831" y="12919"/>
                    <a:pt x="63740" y="12827"/>
                    <a:pt x="63862" y="12706"/>
                  </a:cubicBezTo>
                  <a:cubicBezTo>
                    <a:pt x="63862" y="13071"/>
                    <a:pt x="64135" y="13162"/>
                    <a:pt x="64500" y="13405"/>
                  </a:cubicBezTo>
                  <a:cubicBezTo>
                    <a:pt x="64378" y="13526"/>
                    <a:pt x="64135" y="13162"/>
                    <a:pt x="64013" y="13435"/>
                  </a:cubicBezTo>
                  <a:cubicBezTo>
                    <a:pt x="63953" y="13405"/>
                    <a:pt x="63892" y="13131"/>
                    <a:pt x="63892" y="13131"/>
                  </a:cubicBezTo>
                  <a:cubicBezTo>
                    <a:pt x="63831" y="13101"/>
                    <a:pt x="63710" y="13192"/>
                    <a:pt x="63710" y="13192"/>
                  </a:cubicBezTo>
                  <a:cubicBezTo>
                    <a:pt x="63527" y="13010"/>
                    <a:pt x="63284" y="12827"/>
                    <a:pt x="63041" y="12706"/>
                  </a:cubicBezTo>
                  <a:cubicBezTo>
                    <a:pt x="63132" y="12554"/>
                    <a:pt x="62889" y="12463"/>
                    <a:pt x="63071" y="12311"/>
                  </a:cubicBezTo>
                  <a:close/>
                  <a:moveTo>
                    <a:pt x="24864" y="66111"/>
                  </a:moveTo>
                  <a:cubicBezTo>
                    <a:pt x="24833" y="66354"/>
                    <a:pt x="24438" y="66324"/>
                    <a:pt x="24317" y="66172"/>
                  </a:cubicBezTo>
                  <a:cubicBezTo>
                    <a:pt x="24377" y="65989"/>
                    <a:pt x="24621" y="66050"/>
                    <a:pt x="24864" y="66111"/>
                  </a:cubicBezTo>
                  <a:close/>
                  <a:moveTo>
                    <a:pt x="62099" y="12523"/>
                  </a:moveTo>
                  <a:cubicBezTo>
                    <a:pt x="62403" y="12767"/>
                    <a:pt x="62463" y="13223"/>
                    <a:pt x="62828" y="12979"/>
                  </a:cubicBezTo>
                  <a:cubicBezTo>
                    <a:pt x="63162" y="13101"/>
                    <a:pt x="62919" y="13283"/>
                    <a:pt x="63193" y="13435"/>
                  </a:cubicBezTo>
                  <a:cubicBezTo>
                    <a:pt x="63436" y="13709"/>
                    <a:pt x="63770" y="13496"/>
                    <a:pt x="63831" y="13830"/>
                  </a:cubicBezTo>
                  <a:cubicBezTo>
                    <a:pt x="63679" y="13891"/>
                    <a:pt x="63406" y="13739"/>
                    <a:pt x="63071" y="13557"/>
                  </a:cubicBezTo>
                  <a:cubicBezTo>
                    <a:pt x="62676" y="13314"/>
                    <a:pt x="61947" y="12888"/>
                    <a:pt x="62099" y="12523"/>
                  </a:cubicBezTo>
                  <a:close/>
                  <a:moveTo>
                    <a:pt x="61916" y="12493"/>
                  </a:moveTo>
                  <a:cubicBezTo>
                    <a:pt x="61460" y="12979"/>
                    <a:pt x="61217" y="12037"/>
                    <a:pt x="60731" y="12037"/>
                  </a:cubicBezTo>
                  <a:cubicBezTo>
                    <a:pt x="61035" y="11794"/>
                    <a:pt x="60822" y="11976"/>
                    <a:pt x="60731" y="11733"/>
                  </a:cubicBezTo>
                  <a:cubicBezTo>
                    <a:pt x="61217" y="11581"/>
                    <a:pt x="61339" y="12432"/>
                    <a:pt x="61916" y="12463"/>
                  </a:cubicBezTo>
                  <a:close/>
                  <a:moveTo>
                    <a:pt x="62068" y="13526"/>
                  </a:moveTo>
                  <a:cubicBezTo>
                    <a:pt x="62190" y="13618"/>
                    <a:pt x="62281" y="13557"/>
                    <a:pt x="62403" y="13678"/>
                  </a:cubicBezTo>
                  <a:cubicBezTo>
                    <a:pt x="62342" y="14043"/>
                    <a:pt x="62068" y="13466"/>
                    <a:pt x="61977" y="13648"/>
                  </a:cubicBezTo>
                  <a:cubicBezTo>
                    <a:pt x="61673" y="13283"/>
                    <a:pt x="61308" y="12979"/>
                    <a:pt x="60944" y="12706"/>
                  </a:cubicBezTo>
                  <a:cubicBezTo>
                    <a:pt x="60944" y="12402"/>
                    <a:pt x="61855" y="13344"/>
                    <a:pt x="62068" y="13526"/>
                  </a:cubicBezTo>
                  <a:close/>
                  <a:moveTo>
                    <a:pt x="77236" y="16840"/>
                  </a:moveTo>
                  <a:cubicBezTo>
                    <a:pt x="76871" y="16992"/>
                    <a:pt x="76476" y="17326"/>
                    <a:pt x="76020" y="17265"/>
                  </a:cubicBezTo>
                  <a:cubicBezTo>
                    <a:pt x="75959" y="17265"/>
                    <a:pt x="75777" y="17083"/>
                    <a:pt x="75625" y="17052"/>
                  </a:cubicBezTo>
                  <a:cubicBezTo>
                    <a:pt x="75473" y="17022"/>
                    <a:pt x="75017" y="16992"/>
                    <a:pt x="74865" y="16688"/>
                  </a:cubicBezTo>
                  <a:cubicBezTo>
                    <a:pt x="74682" y="16627"/>
                    <a:pt x="74500" y="16596"/>
                    <a:pt x="74348" y="16596"/>
                  </a:cubicBezTo>
                  <a:cubicBezTo>
                    <a:pt x="73345" y="15715"/>
                    <a:pt x="72524" y="15381"/>
                    <a:pt x="71947" y="14682"/>
                  </a:cubicBezTo>
                  <a:cubicBezTo>
                    <a:pt x="72038" y="14682"/>
                    <a:pt x="72160" y="14682"/>
                    <a:pt x="72281" y="14742"/>
                  </a:cubicBezTo>
                  <a:cubicBezTo>
                    <a:pt x="72372" y="14499"/>
                    <a:pt x="72129" y="14499"/>
                    <a:pt x="71947" y="14378"/>
                  </a:cubicBezTo>
                  <a:cubicBezTo>
                    <a:pt x="72008" y="14074"/>
                    <a:pt x="71856" y="13770"/>
                    <a:pt x="71582" y="13648"/>
                  </a:cubicBezTo>
                  <a:cubicBezTo>
                    <a:pt x="71582" y="13982"/>
                    <a:pt x="71704" y="14317"/>
                    <a:pt x="71916" y="14560"/>
                  </a:cubicBezTo>
                  <a:cubicBezTo>
                    <a:pt x="71521" y="14499"/>
                    <a:pt x="71430" y="14074"/>
                    <a:pt x="71005" y="13922"/>
                  </a:cubicBezTo>
                  <a:cubicBezTo>
                    <a:pt x="71308" y="13800"/>
                    <a:pt x="70944" y="13557"/>
                    <a:pt x="71339" y="13800"/>
                  </a:cubicBezTo>
                  <a:cubicBezTo>
                    <a:pt x="71308" y="13618"/>
                    <a:pt x="71096" y="13344"/>
                    <a:pt x="70974" y="13375"/>
                  </a:cubicBezTo>
                  <a:cubicBezTo>
                    <a:pt x="70822" y="13587"/>
                    <a:pt x="71126" y="13770"/>
                    <a:pt x="70822" y="13982"/>
                  </a:cubicBezTo>
                  <a:lnTo>
                    <a:pt x="70457" y="13709"/>
                  </a:lnTo>
                  <a:cubicBezTo>
                    <a:pt x="71005" y="13982"/>
                    <a:pt x="70701" y="13223"/>
                    <a:pt x="70366" y="13192"/>
                  </a:cubicBezTo>
                  <a:cubicBezTo>
                    <a:pt x="70275" y="13283"/>
                    <a:pt x="70488" y="13344"/>
                    <a:pt x="70518" y="13435"/>
                  </a:cubicBezTo>
                  <a:cubicBezTo>
                    <a:pt x="70609" y="13709"/>
                    <a:pt x="70093" y="13131"/>
                    <a:pt x="69819" y="13101"/>
                  </a:cubicBezTo>
                  <a:cubicBezTo>
                    <a:pt x="69819" y="13010"/>
                    <a:pt x="69728" y="12888"/>
                    <a:pt x="69819" y="12797"/>
                  </a:cubicBezTo>
                  <a:cubicBezTo>
                    <a:pt x="69485" y="12767"/>
                    <a:pt x="69333" y="12219"/>
                    <a:pt x="69150" y="11946"/>
                  </a:cubicBezTo>
                  <a:cubicBezTo>
                    <a:pt x="69637" y="12159"/>
                    <a:pt x="70123" y="12493"/>
                    <a:pt x="70488" y="12128"/>
                  </a:cubicBezTo>
                  <a:cubicBezTo>
                    <a:pt x="70549" y="12219"/>
                    <a:pt x="70427" y="12311"/>
                    <a:pt x="70518" y="12371"/>
                  </a:cubicBezTo>
                  <a:cubicBezTo>
                    <a:pt x="70761" y="12523"/>
                    <a:pt x="70549" y="12189"/>
                    <a:pt x="70731" y="12128"/>
                  </a:cubicBezTo>
                  <a:cubicBezTo>
                    <a:pt x="70974" y="12402"/>
                    <a:pt x="71156" y="12341"/>
                    <a:pt x="71369" y="12554"/>
                  </a:cubicBezTo>
                  <a:cubicBezTo>
                    <a:pt x="71278" y="12797"/>
                    <a:pt x="71126" y="12523"/>
                    <a:pt x="70974" y="12432"/>
                  </a:cubicBezTo>
                  <a:cubicBezTo>
                    <a:pt x="70670" y="12675"/>
                    <a:pt x="71369" y="12979"/>
                    <a:pt x="71552" y="12919"/>
                  </a:cubicBezTo>
                  <a:cubicBezTo>
                    <a:pt x="71825" y="13071"/>
                    <a:pt x="71552" y="13223"/>
                    <a:pt x="71916" y="13375"/>
                  </a:cubicBezTo>
                  <a:lnTo>
                    <a:pt x="72281" y="13375"/>
                  </a:lnTo>
                  <a:cubicBezTo>
                    <a:pt x="72403" y="13253"/>
                    <a:pt x="72038" y="13192"/>
                    <a:pt x="72068" y="13223"/>
                  </a:cubicBezTo>
                  <a:cubicBezTo>
                    <a:pt x="71977" y="13131"/>
                    <a:pt x="72068" y="12979"/>
                    <a:pt x="71947" y="12919"/>
                  </a:cubicBezTo>
                  <a:cubicBezTo>
                    <a:pt x="71825" y="12827"/>
                    <a:pt x="71521" y="12736"/>
                    <a:pt x="71369" y="12432"/>
                  </a:cubicBezTo>
                  <a:cubicBezTo>
                    <a:pt x="72068" y="12858"/>
                    <a:pt x="72798" y="13375"/>
                    <a:pt x="73497" y="13830"/>
                  </a:cubicBezTo>
                  <a:cubicBezTo>
                    <a:pt x="73254" y="13982"/>
                    <a:pt x="73071" y="14195"/>
                    <a:pt x="72980" y="14469"/>
                  </a:cubicBezTo>
                  <a:cubicBezTo>
                    <a:pt x="73163" y="14682"/>
                    <a:pt x="73284" y="14530"/>
                    <a:pt x="73467" y="14742"/>
                  </a:cubicBezTo>
                  <a:cubicBezTo>
                    <a:pt x="73710" y="14864"/>
                    <a:pt x="73375" y="14469"/>
                    <a:pt x="73649" y="14378"/>
                  </a:cubicBezTo>
                  <a:lnTo>
                    <a:pt x="74014" y="14651"/>
                  </a:lnTo>
                  <a:cubicBezTo>
                    <a:pt x="74226" y="14347"/>
                    <a:pt x="73983" y="14226"/>
                    <a:pt x="73679" y="14074"/>
                  </a:cubicBezTo>
                  <a:cubicBezTo>
                    <a:pt x="74044" y="13952"/>
                    <a:pt x="74530" y="14499"/>
                    <a:pt x="74956" y="14682"/>
                  </a:cubicBezTo>
                  <a:cubicBezTo>
                    <a:pt x="74865" y="14682"/>
                    <a:pt x="74804" y="14742"/>
                    <a:pt x="74743" y="14803"/>
                  </a:cubicBezTo>
                  <a:cubicBezTo>
                    <a:pt x="74895" y="14955"/>
                    <a:pt x="75047" y="14894"/>
                    <a:pt x="75199" y="14955"/>
                  </a:cubicBezTo>
                  <a:cubicBezTo>
                    <a:pt x="75230" y="14894"/>
                    <a:pt x="75199" y="14803"/>
                    <a:pt x="75169" y="14712"/>
                  </a:cubicBezTo>
                  <a:cubicBezTo>
                    <a:pt x="75625" y="14773"/>
                    <a:pt x="76141" y="15198"/>
                    <a:pt x="76628" y="15472"/>
                  </a:cubicBezTo>
                  <a:cubicBezTo>
                    <a:pt x="76476" y="15502"/>
                    <a:pt x="76445" y="15593"/>
                    <a:pt x="76567" y="15745"/>
                  </a:cubicBezTo>
                  <a:cubicBezTo>
                    <a:pt x="76689" y="15897"/>
                    <a:pt x="77023" y="15745"/>
                    <a:pt x="76901" y="15593"/>
                  </a:cubicBezTo>
                  <a:cubicBezTo>
                    <a:pt x="77023" y="15441"/>
                    <a:pt x="77205" y="15806"/>
                    <a:pt x="77357" y="15837"/>
                  </a:cubicBezTo>
                  <a:cubicBezTo>
                    <a:pt x="77388" y="16141"/>
                    <a:pt x="77175" y="16505"/>
                    <a:pt x="77236" y="16840"/>
                  </a:cubicBezTo>
                  <a:close/>
                  <a:moveTo>
                    <a:pt x="71582" y="13526"/>
                  </a:moveTo>
                  <a:cubicBezTo>
                    <a:pt x="71734" y="13314"/>
                    <a:pt x="71248" y="12797"/>
                    <a:pt x="71035" y="12979"/>
                  </a:cubicBezTo>
                  <a:cubicBezTo>
                    <a:pt x="71156" y="13223"/>
                    <a:pt x="71339" y="13192"/>
                    <a:pt x="71582" y="13496"/>
                  </a:cubicBezTo>
                  <a:close/>
                  <a:moveTo>
                    <a:pt x="72950" y="14499"/>
                  </a:moveTo>
                  <a:cubicBezTo>
                    <a:pt x="72859" y="14165"/>
                    <a:pt x="72767" y="14104"/>
                    <a:pt x="73132" y="13830"/>
                  </a:cubicBezTo>
                  <a:cubicBezTo>
                    <a:pt x="72828" y="13435"/>
                    <a:pt x="72707" y="14134"/>
                    <a:pt x="72615" y="14043"/>
                  </a:cubicBezTo>
                  <a:cubicBezTo>
                    <a:pt x="72615" y="13800"/>
                    <a:pt x="72068" y="13283"/>
                    <a:pt x="71856" y="13648"/>
                  </a:cubicBezTo>
                  <a:cubicBezTo>
                    <a:pt x="72008" y="13891"/>
                    <a:pt x="72099" y="13678"/>
                    <a:pt x="72220" y="13739"/>
                  </a:cubicBezTo>
                  <a:cubicBezTo>
                    <a:pt x="72463" y="14043"/>
                    <a:pt x="72494" y="14530"/>
                    <a:pt x="72950" y="14499"/>
                  </a:cubicBezTo>
                  <a:close/>
                  <a:moveTo>
                    <a:pt x="74774" y="15350"/>
                  </a:moveTo>
                  <a:cubicBezTo>
                    <a:pt x="74561" y="15016"/>
                    <a:pt x="74378" y="15077"/>
                    <a:pt x="74226" y="15016"/>
                  </a:cubicBezTo>
                  <a:cubicBezTo>
                    <a:pt x="74044" y="14925"/>
                    <a:pt x="73801" y="14560"/>
                    <a:pt x="73740" y="14834"/>
                  </a:cubicBezTo>
                  <a:cubicBezTo>
                    <a:pt x="73649" y="14985"/>
                    <a:pt x="74044" y="15107"/>
                    <a:pt x="74014" y="15259"/>
                  </a:cubicBezTo>
                  <a:cubicBezTo>
                    <a:pt x="74348" y="15016"/>
                    <a:pt x="74470" y="15350"/>
                    <a:pt x="74774" y="15320"/>
                  </a:cubicBezTo>
                  <a:close/>
                  <a:moveTo>
                    <a:pt x="74318" y="15624"/>
                  </a:moveTo>
                  <a:cubicBezTo>
                    <a:pt x="74166" y="15776"/>
                    <a:pt x="74318" y="15897"/>
                    <a:pt x="74439" y="16049"/>
                  </a:cubicBezTo>
                  <a:cubicBezTo>
                    <a:pt x="74682" y="15867"/>
                    <a:pt x="74530" y="15745"/>
                    <a:pt x="74318" y="15593"/>
                  </a:cubicBezTo>
                  <a:close/>
                  <a:moveTo>
                    <a:pt x="75230" y="15502"/>
                  </a:moveTo>
                  <a:cubicBezTo>
                    <a:pt x="75047" y="15350"/>
                    <a:pt x="74926" y="15411"/>
                    <a:pt x="74774" y="15472"/>
                  </a:cubicBezTo>
                  <a:cubicBezTo>
                    <a:pt x="74865" y="15563"/>
                    <a:pt x="74865" y="15654"/>
                    <a:pt x="75017" y="15745"/>
                  </a:cubicBezTo>
                  <a:close/>
                  <a:moveTo>
                    <a:pt x="75594" y="15472"/>
                  </a:moveTo>
                  <a:cubicBezTo>
                    <a:pt x="75503" y="15472"/>
                    <a:pt x="75047" y="15776"/>
                    <a:pt x="75381" y="15928"/>
                  </a:cubicBezTo>
                  <a:cubicBezTo>
                    <a:pt x="75473" y="15989"/>
                    <a:pt x="75898" y="15563"/>
                    <a:pt x="75594" y="15472"/>
                  </a:cubicBezTo>
                  <a:close/>
                  <a:moveTo>
                    <a:pt x="76810" y="15989"/>
                  </a:moveTo>
                  <a:cubicBezTo>
                    <a:pt x="76871" y="16049"/>
                    <a:pt x="76932" y="15958"/>
                    <a:pt x="76780" y="15867"/>
                  </a:cubicBezTo>
                  <a:cubicBezTo>
                    <a:pt x="76597" y="16019"/>
                    <a:pt x="76628" y="16292"/>
                    <a:pt x="76810" y="16414"/>
                  </a:cubicBezTo>
                  <a:cubicBezTo>
                    <a:pt x="77023" y="16232"/>
                    <a:pt x="76628" y="16141"/>
                    <a:pt x="76780" y="15989"/>
                  </a:cubicBezTo>
                  <a:close/>
                  <a:moveTo>
                    <a:pt x="32767" y="3435"/>
                  </a:moveTo>
                  <a:cubicBezTo>
                    <a:pt x="32493" y="3435"/>
                    <a:pt x="32037" y="3800"/>
                    <a:pt x="31916" y="3557"/>
                  </a:cubicBezTo>
                  <a:cubicBezTo>
                    <a:pt x="32280" y="3283"/>
                    <a:pt x="32493" y="3405"/>
                    <a:pt x="32888" y="3162"/>
                  </a:cubicBezTo>
                  <a:cubicBezTo>
                    <a:pt x="32919" y="3283"/>
                    <a:pt x="32736" y="3314"/>
                    <a:pt x="32767" y="3435"/>
                  </a:cubicBezTo>
                  <a:close/>
                  <a:moveTo>
                    <a:pt x="32341" y="3253"/>
                  </a:moveTo>
                  <a:cubicBezTo>
                    <a:pt x="31946" y="3253"/>
                    <a:pt x="32645" y="2706"/>
                    <a:pt x="32888" y="2858"/>
                  </a:cubicBezTo>
                  <a:cubicBezTo>
                    <a:pt x="32828" y="3070"/>
                    <a:pt x="32341" y="2918"/>
                    <a:pt x="32341" y="3253"/>
                  </a:cubicBezTo>
                  <a:close/>
                  <a:moveTo>
                    <a:pt x="35654" y="1946"/>
                  </a:moveTo>
                  <a:cubicBezTo>
                    <a:pt x="35624" y="2128"/>
                    <a:pt x="34894" y="2766"/>
                    <a:pt x="34438" y="2462"/>
                  </a:cubicBezTo>
                  <a:cubicBezTo>
                    <a:pt x="34256" y="2584"/>
                    <a:pt x="34074" y="2706"/>
                    <a:pt x="33891" y="2797"/>
                  </a:cubicBezTo>
                  <a:cubicBezTo>
                    <a:pt x="33861" y="2736"/>
                    <a:pt x="33891" y="2736"/>
                    <a:pt x="33952" y="2706"/>
                  </a:cubicBezTo>
                  <a:cubicBezTo>
                    <a:pt x="33952" y="2614"/>
                    <a:pt x="33891" y="2645"/>
                    <a:pt x="33831" y="2645"/>
                  </a:cubicBezTo>
                  <a:cubicBezTo>
                    <a:pt x="34013" y="2159"/>
                    <a:pt x="35290" y="2614"/>
                    <a:pt x="35107" y="2007"/>
                  </a:cubicBezTo>
                  <a:cubicBezTo>
                    <a:pt x="35381" y="1855"/>
                    <a:pt x="35411" y="2037"/>
                    <a:pt x="35654" y="1946"/>
                  </a:cubicBezTo>
                  <a:close/>
                  <a:moveTo>
                    <a:pt x="31642" y="3769"/>
                  </a:moveTo>
                  <a:cubicBezTo>
                    <a:pt x="31156" y="3921"/>
                    <a:pt x="31277" y="4195"/>
                    <a:pt x="30791" y="4408"/>
                  </a:cubicBezTo>
                  <a:cubicBezTo>
                    <a:pt x="30609" y="4073"/>
                    <a:pt x="31277" y="3891"/>
                    <a:pt x="31338" y="3648"/>
                  </a:cubicBezTo>
                  <a:cubicBezTo>
                    <a:pt x="31551" y="3648"/>
                    <a:pt x="32068" y="3648"/>
                    <a:pt x="31855" y="3952"/>
                  </a:cubicBezTo>
                  <a:cubicBezTo>
                    <a:pt x="31976" y="4165"/>
                    <a:pt x="32098" y="3526"/>
                    <a:pt x="32220" y="3769"/>
                  </a:cubicBezTo>
                  <a:cubicBezTo>
                    <a:pt x="32341" y="4073"/>
                    <a:pt x="31916" y="4165"/>
                    <a:pt x="31642" y="4225"/>
                  </a:cubicBezTo>
                  <a:cubicBezTo>
                    <a:pt x="31460" y="4043"/>
                    <a:pt x="31672" y="3921"/>
                    <a:pt x="31642" y="3769"/>
                  </a:cubicBezTo>
                  <a:close/>
                  <a:moveTo>
                    <a:pt x="34438" y="3131"/>
                  </a:moveTo>
                  <a:cubicBezTo>
                    <a:pt x="33800" y="3283"/>
                    <a:pt x="33557" y="3466"/>
                    <a:pt x="32858" y="3648"/>
                  </a:cubicBezTo>
                  <a:cubicBezTo>
                    <a:pt x="32797" y="3253"/>
                    <a:pt x="33131" y="3010"/>
                    <a:pt x="33648" y="2797"/>
                  </a:cubicBezTo>
                  <a:cubicBezTo>
                    <a:pt x="33922" y="3040"/>
                    <a:pt x="33253" y="3010"/>
                    <a:pt x="33344" y="3192"/>
                  </a:cubicBezTo>
                  <a:cubicBezTo>
                    <a:pt x="33739" y="3344"/>
                    <a:pt x="34135" y="2766"/>
                    <a:pt x="34438" y="3131"/>
                  </a:cubicBezTo>
                  <a:close/>
                  <a:moveTo>
                    <a:pt x="54986" y="6566"/>
                  </a:moveTo>
                  <a:cubicBezTo>
                    <a:pt x="55047" y="6414"/>
                    <a:pt x="55229" y="6444"/>
                    <a:pt x="55108" y="6353"/>
                  </a:cubicBezTo>
                  <a:cubicBezTo>
                    <a:pt x="55351" y="6201"/>
                    <a:pt x="55442" y="6627"/>
                    <a:pt x="55320" y="6748"/>
                  </a:cubicBezTo>
                  <a:close/>
                  <a:moveTo>
                    <a:pt x="30244" y="4894"/>
                  </a:moveTo>
                  <a:cubicBezTo>
                    <a:pt x="30457" y="4712"/>
                    <a:pt x="30761" y="4773"/>
                    <a:pt x="31125" y="4377"/>
                  </a:cubicBezTo>
                  <a:cubicBezTo>
                    <a:pt x="31217" y="4560"/>
                    <a:pt x="30730" y="4651"/>
                    <a:pt x="30943" y="4864"/>
                  </a:cubicBezTo>
                  <a:cubicBezTo>
                    <a:pt x="30700" y="4925"/>
                    <a:pt x="30396" y="5198"/>
                    <a:pt x="30244" y="4894"/>
                  </a:cubicBezTo>
                  <a:close/>
                  <a:moveTo>
                    <a:pt x="26536" y="6353"/>
                  </a:moveTo>
                  <a:cubicBezTo>
                    <a:pt x="26475" y="6140"/>
                    <a:pt x="27204" y="5532"/>
                    <a:pt x="27569" y="5593"/>
                  </a:cubicBezTo>
                  <a:cubicBezTo>
                    <a:pt x="27812" y="5776"/>
                    <a:pt x="27417" y="5715"/>
                    <a:pt x="27326" y="5776"/>
                  </a:cubicBezTo>
                  <a:cubicBezTo>
                    <a:pt x="27083" y="5928"/>
                    <a:pt x="26779" y="6292"/>
                    <a:pt x="26536" y="6353"/>
                  </a:cubicBezTo>
                  <a:close/>
                  <a:moveTo>
                    <a:pt x="35502" y="2766"/>
                  </a:moveTo>
                  <a:cubicBezTo>
                    <a:pt x="36141" y="2554"/>
                    <a:pt x="35442" y="2189"/>
                    <a:pt x="36110" y="2098"/>
                  </a:cubicBezTo>
                  <a:cubicBezTo>
                    <a:pt x="36110" y="2341"/>
                    <a:pt x="35867" y="2462"/>
                    <a:pt x="35928" y="2706"/>
                  </a:cubicBezTo>
                  <a:cubicBezTo>
                    <a:pt x="35533" y="2827"/>
                    <a:pt x="35107" y="3162"/>
                    <a:pt x="34894" y="2827"/>
                  </a:cubicBezTo>
                  <a:cubicBezTo>
                    <a:pt x="35198" y="2827"/>
                    <a:pt x="35685" y="2371"/>
                    <a:pt x="35502" y="2766"/>
                  </a:cubicBezTo>
                  <a:close/>
                  <a:moveTo>
                    <a:pt x="27873" y="5168"/>
                  </a:moveTo>
                  <a:cubicBezTo>
                    <a:pt x="27964" y="4894"/>
                    <a:pt x="28603" y="4651"/>
                    <a:pt x="28906" y="4377"/>
                  </a:cubicBezTo>
                  <a:cubicBezTo>
                    <a:pt x="28663" y="4742"/>
                    <a:pt x="28299" y="5016"/>
                    <a:pt x="27873" y="5168"/>
                  </a:cubicBezTo>
                  <a:close/>
                  <a:moveTo>
                    <a:pt x="29210" y="5168"/>
                  </a:moveTo>
                  <a:cubicBezTo>
                    <a:pt x="29484" y="5168"/>
                    <a:pt x="29423" y="4985"/>
                    <a:pt x="29758" y="4925"/>
                  </a:cubicBezTo>
                  <a:cubicBezTo>
                    <a:pt x="29818" y="5077"/>
                    <a:pt x="29484" y="5168"/>
                    <a:pt x="29545" y="5350"/>
                  </a:cubicBezTo>
                  <a:cubicBezTo>
                    <a:pt x="29393" y="5350"/>
                    <a:pt x="29271" y="5289"/>
                    <a:pt x="29210" y="5168"/>
                  </a:cubicBezTo>
                  <a:close/>
                  <a:moveTo>
                    <a:pt x="27265" y="6839"/>
                  </a:moveTo>
                  <a:cubicBezTo>
                    <a:pt x="27144" y="6657"/>
                    <a:pt x="26992" y="6718"/>
                    <a:pt x="26809" y="6870"/>
                  </a:cubicBezTo>
                  <a:cubicBezTo>
                    <a:pt x="26748" y="6444"/>
                    <a:pt x="27447" y="6444"/>
                    <a:pt x="27660" y="6049"/>
                  </a:cubicBezTo>
                  <a:cubicBezTo>
                    <a:pt x="27782" y="6080"/>
                    <a:pt x="27903" y="6262"/>
                    <a:pt x="28086" y="6140"/>
                  </a:cubicBezTo>
                  <a:cubicBezTo>
                    <a:pt x="28268" y="5928"/>
                    <a:pt x="27903" y="6049"/>
                    <a:pt x="27873" y="5867"/>
                  </a:cubicBezTo>
                  <a:cubicBezTo>
                    <a:pt x="28025" y="5867"/>
                    <a:pt x="28147" y="5806"/>
                    <a:pt x="28268" y="5715"/>
                  </a:cubicBezTo>
                  <a:cubicBezTo>
                    <a:pt x="28420" y="5806"/>
                    <a:pt x="28177" y="6110"/>
                    <a:pt x="28451" y="5988"/>
                  </a:cubicBezTo>
                  <a:cubicBezTo>
                    <a:pt x="28481" y="6110"/>
                    <a:pt x="28207" y="6505"/>
                    <a:pt x="28025" y="6414"/>
                  </a:cubicBezTo>
                  <a:cubicBezTo>
                    <a:pt x="27873" y="6505"/>
                    <a:pt x="28055" y="6657"/>
                    <a:pt x="27812" y="6779"/>
                  </a:cubicBezTo>
                  <a:cubicBezTo>
                    <a:pt x="27660" y="6657"/>
                    <a:pt x="27812" y="6566"/>
                    <a:pt x="27934" y="6475"/>
                  </a:cubicBezTo>
                  <a:cubicBezTo>
                    <a:pt x="27903" y="6353"/>
                    <a:pt x="27782" y="6414"/>
                    <a:pt x="27721" y="6323"/>
                  </a:cubicBezTo>
                  <a:cubicBezTo>
                    <a:pt x="27508" y="6657"/>
                    <a:pt x="27630" y="6991"/>
                    <a:pt x="27235" y="7295"/>
                  </a:cubicBezTo>
                  <a:cubicBezTo>
                    <a:pt x="27204" y="6870"/>
                    <a:pt x="27022" y="7265"/>
                    <a:pt x="26870" y="7478"/>
                  </a:cubicBezTo>
                  <a:cubicBezTo>
                    <a:pt x="26779" y="7356"/>
                    <a:pt x="26870" y="7265"/>
                    <a:pt x="26748" y="7143"/>
                  </a:cubicBezTo>
                  <a:cubicBezTo>
                    <a:pt x="26931" y="6900"/>
                    <a:pt x="27052" y="7083"/>
                    <a:pt x="27265" y="6839"/>
                  </a:cubicBezTo>
                  <a:close/>
                  <a:moveTo>
                    <a:pt x="29758" y="3678"/>
                  </a:moveTo>
                  <a:cubicBezTo>
                    <a:pt x="30092" y="3678"/>
                    <a:pt x="30335" y="3314"/>
                    <a:pt x="30730" y="3131"/>
                  </a:cubicBezTo>
                  <a:cubicBezTo>
                    <a:pt x="30882" y="3040"/>
                    <a:pt x="30973" y="3101"/>
                    <a:pt x="31156" y="3010"/>
                  </a:cubicBezTo>
                  <a:cubicBezTo>
                    <a:pt x="31338" y="2918"/>
                    <a:pt x="31338" y="2827"/>
                    <a:pt x="31551" y="2736"/>
                  </a:cubicBezTo>
                  <a:cubicBezTo>
                    <a:pt x="31976" y="2523"/>
                    <a:pt x="32432" y="2341"/>
                    <a:pt x="32888" y="2159"/>
                  </a:cubicBezTo>
                  <a:cubicBezTo>
                    <a:pt x="33375" y="1976"/>
                    <a:pt x="33922" y="1763"/>
                    <a:pt x="34438" y="1611"/>
                  </a:cubicBezTo>
                  <a:cubicBezTo>
                    <a:pt x="34530" y="2067"/>
                    <a:pt x="33770" y="1946"/>
                    <a:pt x="33527" y="2067"/>
                  </a:cubicBezTo>
                  <a:cubicBezTo>
                    <a:pt x="33253" y="2189"/>
                    <a:pt x="33162" y="2462"/>
                    <a:pt x="32828" y="2432"/>
                  </a:cubicBezTo>
                  <a:cubicBezTo>
                    <a:pt x="32736" y="2493"/>
                    <a:pt x="32797" y="2614"/>
                    <a:pt x="32919" y="2584"/>
                  </a:cubicBezTo>
                  <a:cubicBezTo>
                    <a:pt x="32888" y="2827"/>
                    <a:pt x="32432" y="2706"/>
                    <a:pt x="32402" y="2523"/>
                  </a:cubicBezTo>
                  <a:cubicBezTo>
                    <a:pt x="31581" y="2979"/>
                    <a:pt x="30913" y="3162"/>
                    <a:pt x="30426" y="3678"/>
                  </a:cubicBezTo>
                  <a:cubicBezTo>
                    <a:pt x="30183" y="3678"/>
                    <a:pt x="29910" y="3830"/>
                    <a:pt x="29758" y="3648"/>
                  </a:cubicBezTo>
                  <a:close/>
                  <a:moveTo>
                    <a:pt x="55837" y="6870"/>
                  </a:moveTo>
                  <a:cubicBezTo>
                    <a:pt x="55715" y="6535"/>
                    <a:pt x="56475" y="6900"/>
                    <a:pt x="56597" y="7113"/>
                  </a:cubicBezTo>
                  <a:cubicBezTo>
                    <a:pt x="56415" y="7326"/>
                    <a:pt x="55989" y="6657"/>
                    <a:pt x="55837" y="6870"/>
                  </a:cubicBezTo>
                  <a:close/>
                  <a:moveTo>
                    <a:pt x="55746" y="9210"/>
                  </a:moveTo>
                  <a:cubicBezTo>
                    <a:pt x="55624" y="9089"/>
                    <a:pt x="55533" y="8815"/>
                    <a:pt x="55381" y="8785"/>
                  </a:cubicBezTo>
                  <a:cubicBezTo>
                    <a:pt x="55503" y="8481"/>
                    <a:pt x="55867" y="9180"/>
                    <a:pt x="55807" y="9150"/>
                  </a:cubicBezTo>
                  <a:cubicBezTo>
                    <a:pt x="55867" y="9180"/>
                    <a:pt x="56232" y="9301"/>
                    <a:pt x="56475" y="9453"/>
                  </a:cubicBezTo>
                  <a:cubicBezTo>
                    <a:pt x="56749" y="9605"/>
                    <a:pt x="56871" y="9818"/>
                    <a:pt x="57114" y="9849"/>
                  </a:cubicBezTo>
                  <a:cubicBezTo>
                    <a:pt x="57053" y="10001"/>
                    <a:pt x="57144" y="10092"/>
                    <a:pt x="57357" y="10213"/>
                  </a:cubicBezTo>
                  <a:cubicBezTo>
                    <a:pt x="56962" y="10244"/>
                    <a:pt x="56810" y="9757"/>
                    <a:pt x="56445" y="9514"/>
                  </a:cubicBezTo>
                  <a:cubicBezTo>
                    <a:pt x="56171" y="9362"/>
                    <a:pt x="55928" y="9362"/>
                    <a:pt x="55746" y="9210"/>
                  </a:cubicBezTo>
                  <a:close/>
                  <a:moveTo>
                    <a:pt x="55837" y="7417"/>
                  </a:moveTo>
                  <a:cubicBezTo>
                    <a:pt x="55776" y="7691"/>
                    <a:pt x="55503" y="7356"/>
                    <a:pt x="55472" y="7691"/>
                  </a:cubicBezTo>
                  <a:cubicBezTo>
                    <a:pt x="55351" y="7630"/>
                    <a:pt x="55260" y="7508"/>
                    <a:pt x="55290" y="7387"/>
                  </a:cubicBezTo>
                  <a:cubicBezTo>
                    <a:pt x="55472" y="7417"/>
                    <a:pt x="55563" y="7174"/>
                    <a:pt x="55837" y="7417"/>
                  </a:cubicBezTo>
                  <a:close/>
                  <a:moveTo>
                    <a:pt x="55290" y="7387"/>
                  </a:moveTo>
                  <a:cubicBezTo>
                    <a:pt x="55077" y="7265"/>
                    <a:pt x="55138" y="7934"/>
                    <a:pt x="54834" y="7630"/>
                  </a:cubicBezTo>
                  <a:cubicBezTo>
                    <a:pt x="54834" y="7387"/>
                    <a:pt x="55260" y="7447"/>
                    <a:pt x="55047" y="7265"/>
                  </a:cubicBezTo>
                  <a:cubicBezTo>
                    <a:pt x="55108" y="7113"/>
                    <a:pt x="55412" y="7265"/>
                    <a:pt x="55290" y="7387"/>
                  </a:cubicBezTo>
                  <a:close/>
                  <a:moveTo>
                    <a:pt x="54956" y="8724"/>
                  </a:moveTo>
                  <a:cubicBezTo>
                    <a:pt x="55199" y="8846"/>
                    <a:pt x="55138" y="9150"/>
                    <a:pt x="55381" y="9089"/>
                  </a:cubicBezTo>
                  <a:cubicBezTo>
                    <a:pt x="55594" y="9301"/>
                    <a:pt x="54530" y="9028"/>
                    <a:pt x="54956" y="8724"/>
                  </a:cubicBezTo>
                  <a:close/>
                  <a:moveTo>
                    <a:pt x="40791" y="92"/>
                  </a:moveTo>
                  <a:cubicBezTo>
                    <a:pt x="41278" y="92"/>
                    <a:pt x="41217" y="213"/>
                    <a:pt x="41581" y="122"/>
                  </a:cubicBezTo>
                  <a:cubicBezTo>
                    <a:pt x="41581" y="608"/>
                    <a:pt x="40913" y="0"/>
                    <a:pt x="41004" y="517"/>
                  </a:cubicBezTo>
                  <a:cubicBezTo>
                    <a:pt x="40639" y="578"/>
                    <a:pt x="40852" y="244"/>
                    <a:pt x="40791" y="92"/>
                  </a:cubicBezTo>
                  <a:close/>
                  <a:moveTo>
                    <a:pt x="52250" y="2766"/>
                  </a:moveTo>
                  <a:cubicBezTo>
                    <a:pt x="52858" y="2766"/>
                    <a:pt x="53375" y="3344"/>
                    <a:pt x="53922" y="3557"/>
                  </a:cubicBezTo>
                  <a:cubicBezTo>
                    <a:pt x="54317" y="3739"/>
                    <a:pt x="54682" y="3618"/>
                    <a:pt x="54895" y="3861"/>
                  </a:cubicBezTo>
                  <a:cubicBezTo>
                    <a:pt x="54804" y="4104"/>
                    <a:pt x="54500" y="3800"/>
                    <a:pt x="54287" y="3739"/>
                  </a:cubicBezTo>
                  <a:cubicBezTo>
                    <a:pt x="54074" y="3678"/>
                    <a:pt x="53892" y="3709"/>
                    <a:pt x="53740" y="3648"/>
                  </a:cubicBezTo>
                  <a:cubicBezTo>
                    <a:pt x="53588" y="3587"/>
                    <a:pt x="53649" y="3496"/>
                    <a:pt x="53588" y="3496"/>
                  </a:cubicBezTo>
                  <a:cubicBezTo>
                    <a:pt x="53497" y="3435"/>
                    <a:pt x="53162" y="3496"/>
                    <a:pt x="53162" y="3192"/>
                  </a:cubicBezTo>
                  <a:cubicBezTo>
                    <a:pt x="52828" y="3162"/>
                    <a:pt x="52494" y="3010"/>
                    <a:pt x="52250" y="2766"/>
                  </a:cubicBezTo>
                  <a:close/>
                  <a:moveTo>
                    <a:pt x="56415" y="9028"/>
                  </a:moveTo>
                  <a:cubicBezTo>
                    <a:pt x="56263" y="9089"/>
                    <a:pt x="56080" y="8967"/>
                    <a:pt x="55928" y="8906"/>
                  </a:cubicBezTo>
                  <a:cubicBezTo>
                    <a:pt x="56019" y="8663"/>
                    <a:pt x="56354" y="8846"/>
                    <a:pt x="56415" y="9028"/>
                  </a:cubicBezTo>
                  <a:close/>
                  <a:moveTo>
                    <a:pt x="57813" y="8542"/>
                  </a:moveTo>
                  <a:cubicBezTo>
                    <a:pt x="57904" y="8724"/>
                    <a:pt x="58026" y="8906"/>
                    <a:pt x="58178" y="9058"/>
                  </a:cubicBezTo>
                  <a:cubicBezTo>
                    <a:pt x="57570" y="9453"/>
                    <a:pt x="57022" y="8694"/>
                    <a:pt x="56475" y="8390"/>
                  </a:cubicBezTo>
                  <a:cubicBezTo>
                    <a:pt x="56354" y="8329"/>
                    <a:pt x="56323" y="8450"/>
                    <a:pt x="56263" y="8542"/>
                  </a:cubicBezTo>
                  <a:cubicBezTo>
                    <a:pt x="56202" y="8146"/>
                    <a:pt x="55807" y="8298"/>
                    <a:pt x="55503" y="8146"/>
                  </a:cubicBezTo>
                  <a:cubicBezTo>
                    <a:pt x="55168" y="8025"/>
                    <a:pt x="55381" y="7843"/>
                    <a:pt x="55199" y="7721"/>
                  </a:cubicBezTo>
                  <a:cubicBezTo>
                    <a:pt x="55594" y="7691"/>
                    <a:pt x="55746" y="8146"/>
                    <a:pt x="56141" y="8177"/>
                  </a:cubicBezTo>
                  <a:cubicBezTo>
                    <a:pt x="56354" y="8146"/>
                    <a:pt x="56506" y="7903"/>
                    <a:pt x="56779" y="8055"/>
                  </a:cubicBezTo>
                  <a:cubicBezTo>
                    <a:pt x="56719" y="8207"/>
                    <a:pt x="56627" y="8146"/>
                    <a:pt x="56567" y="8238"/>
                  </a:cubicBezTo>
                  <a:cubicBezTo>
                    <a:pt x="57114" y="8420"/>
                    <a:pt x="57448" y="9119"/>
                    <a:pt x="57813" y="8572"/>
                  </a:cubicBezTo>
                  <a:close/>
                  <a:moveTo>
                    <a:pt x="57296" y="6080"/>
                  </a:moveTo>
                  <a:cubicBezTo>
                    <a:pt x="57570" y="5836"/>
                    <a:pt x="57904" y="6049"/>
                    <a:pt x="58208" y="6353"/>
                  </a:cubicBezTo>
                  <a:cubicBezTo>
                    <a:pt x="58390" y="6262"/>
                    <a:pt x="59089" y="6535"/>
                    <a:pt x="58816" y="6839"/>
                  </a:cubicBezTo>
                  <a:cubicBezTo>
                    <a:pt x="58329" y="6566"/>
                    <a:pt x="57570" y="6353"/>
                    <a:pt x="57296" y="6110"/>
                  </a:cubicBezTo>
                  <a:close/>
                  <a:moveTo>
                    <a:pt x="71248" y="58087"/>
                  </a:moveTo>
                  <a:cubicBezTo>
                    <a:pt x="70913" y="58512"/>
                    <a:pt x="70093" y="58846"/>
                    <a:pt x="69637" y="59181"/>
                  </a:cubicBezTo>
                  <a:cubicBezTo>
                    <a:pt x="70123" y="58755"/>
                    <a:pt x="70670" y="58390"/>
                    <a:pt x="71248" y="58087"/>
                  </a:cubicBezTo>
                  <a:close/>
                  <a:moveTo>
                    <a:pt x="25350" y="15198"/>
                  </a:moveTo>
                  <a:cubicBezTo>
                    <a:pt x="25229" y="14985"/>
                    <a:pt x="25533" y="14894"/>
                    <a:pt x="25715" y="14803"/>
                  </a:cubicBezTo>
                  <a:cubicBezTo>
                    <a:pt x="25836" y="15016"/>
                    <a:pt x="25533" y="15107"/>
                    <a:pt x="25350" y="15198"/>
                  </a:cubicBezTo>
                  <a:close/>
                  <a:moveTo>
                    <a:pt x="25563" y="14469"/>
                  </a:moveTo>
                  <a:lnTo>
                    <a:pt x="24955" y="15016"/>
                  </a:lnTo>
                  <a:cubicBezTo>
                    <a:pt x="24773" y="14864"/>
                    <a:pt x="25411" y="14226"/>
                    <a:pt x="25563" y="14469"/>
                  </a:cubicBezTo>
                  <a:close/>
                  <a:moveTo>
                    <a:pt x="26049" y="15168"/>
                  </a:moveTo>
                  <a:cubicBezTo>
                    <a:pt x="26171" y="15411"/>
                    <a:pt x="25928" y="15411"/>
                    <a:pt x="25745" y="15533"/>
                  </a:cubicBezTo>
                  <a:cubicBezTo>
                    <a:pt x="25624" y="15350"/>
                    <a:pt x="25867" y="15168"/>
                    <a:pt x="26049" y="15168"/>
                  </a:cubicBezTo>
                  <a:close/>
                  <a:moveTo>
                    <a:pt x="21216" y="18238"/>
                  </a:moveTo>
                  <a:cubicBezTo>
                    <a:pt x="21308" y="18420"/>
                    <a:pt x="20882" y="18572"/>
                    <a:pt x="20791" y="18755"/>
                  </a:cubicBezTo>
                  <a:cubicBezTo>
                    <a:pt x="20639" y="18451"/>
                    <a:pt x="21034" y="18451"/>
                    <a:pt x="21216" y="18238"/>
                  </a:cubicBezTo>
                  <a:close/>
                  <a:moveTo>
                    <a:pt x="26657" y="15593"/>
                  </a:moveTo>
                  <a:cubicBezTo>
                    <a:pt x="27052" y="15077"/>
                    <a:pt x="27417" y="15016"/>
                    <a:pt x="27751" y="14651"/>
                  </a:cubicBezTo>
                  <a:cubicBezTo>
                    <a:pt x="27843" y="14985"/>
                    <a:pt x="28055" y="14408"/>
                    <a:pt x="28177" y="14742"/>
                  </a:cubicBezTo>
                  <a:cubicBezTo>
                    <a:pt x="27873" y="14834"/>
                    <a:pt x="27721" y="15077"/>
                    <a:pt x="27508" y="15198"/>
                  </a:cubicBezTo>
                  <a:cubicBezTo>
                    <a:pt x="27478" y="15198"/>
                    <a:pt x="27417" y="15077"/>
                    <a:pt x="27387" y="15077"/>
                  </a:cubicBezTo>
                  <a:cubicBezTo>
                    <a:pt x="27295" y="15077"/>
                    <a:pt x="27174" y="15320"/>
                    <a:pt x="27052" y="15350"/>
                  </a:cubicBezTo>
                  <a:cubicBezTo>
                    <a:pt x="26992" y="15502"/>
                    <a:pt x="27144" y="15441"/>
                    <a:pt x="27204" y="15654"/>
                  </a:cubicBezTo>
                  <a:cubicBezTo>
                    <a:pt x="26870" y="15593"/>
                    <a:pt x="26840" y="15989"/>
                    <a:pt x="26475" y="16080"/>
                  </a:cubicBezTo>
                  <a:cubicBezTo>
                    <a:pt x="26414" y="16141"/>
                    <a:pt x="26475" y="16171"/>
                    <a:pt x="26536" y="16141"/>
                  </a:cubicBezTo>
                  <a:cubicBezTo>
                    <a:pt x="26627" y="16384"/>
                    <a:pt x="26292" y="16232"/>
                    <a:pt x="26201" y="16323"/>
                  </a:cubicBezTo>
                  <a:cubicBezTo>
                    <a:pt x="26049" y="16201"/>
                    <a:pt x="26475" y="15806"/>
                    <a:pt x="26201" y="15897"/>
                  </a:cubicBezTo>
                  <a:cubicBezTo>
                    <a:pt x="26201" y="15624"/>
                    <a:pt x="26627" y="15685"/>
                    <a:pt x="26627" y="15958"/>
                  </a:cubicBezTo>
                  <a:cubicBezTo>
                    <a:pt x="26627" y="15837"/>
                    <a:pt x="26840" y="15745"/>
                    <a:pt x="26657" y="15593"/>
                  </a:cubicBezTo>
                  <a:close/>
                  <a:moveTo>
                    <a:pt x="26931" y="13071"/>
                  </a:moveTo>
                  <a:cubicBezTo>
                    <a:pt x="27052" y="13344"/>
                    <a:pt x="26475" y="13618"/>
                    <a:pt x="26262" y="13830"/>
                  </a:cubicBezTo>
                  <a:cubicBezTo>
                    <a:pt x="26171" y="13496"/>
                    <a:pt x="26779" y="13496"/>
                    <a:pt x="26931" y="13101"/>
                  </a:cubicBezTo>
                  <a:close/>
                  <a:moveTo>
                    <a:pt x="20852" y="20092"/>
                  </a:moveTo>
                  <a:cubicBezTo>
                    <a:pt x="20730" y="19940"/>
                    <a:pt x="20578" y="20001"/>
                    <a:pt x="20426" y="20062"/>
                  </a:cubicBezTo>
                  <a:cubicBezTo>
                    <a:pt x="20396" y="20153"/>
                    <a:pt x="20396" y="20244"/>
                    <a:pt x="20426" y="20366"/>
                  </a:cubicBezTo>
                  <a:cubicBezTo>
                    <a:pt x="20244" y="20487"/>
                    <a:pt x="20092" y="20487"/>
                    <a:pt x="19879" y="20730"/>
                  </a:cubicBezTo>
                  <a:cubicBezTo>
                    <a:pt x="19909" y="20426"/>
                    <a:pt x="19757" y="20517"/>
                    <a:pt x="19818" y="20244"/>
                  </a:cubicBezTo>
                  <a:cubicBezTo>
                    <a:pt x="20183" y="20092"/>
                    <a:pt x="19879" y="20335"/>
                    <a:pt x="20061" y="20487"/>
                  </a:cubicBezTo>
                  <a:cubicBezTo>
                    <a:pt x="20274" y="20244"/>
                    <a:pt x="20061" y="20001"/>
                    <a:pt x="20517" y="19727"/>
                  </a:cubicBezTo>
                  <a:cubicBezTo>
                    <a:pt x="20791" y="20092"/>
                    <a:pt x="20791" y="19788"/>
                    <a:pt x="21095" y="19545"/>
                  </a:cubicBezTo>
                  <a:cubicBezTo>
                    <a:pt x="21338" y="19788"/>
                    <a:pt x="21095" y="20062"/>
                    <a:pt x="20821" y="20335"/>
                  </a:cubicBezTo>
                  <a:cubicBezTo>
                    <a:pt x="20700" y="20305"/>
                    <a:pt x="20791" y="20214"/>
                    <a:pt x="20852" y="20122"/>
                  </a:cubicBezTo>
                  <a:close/>
                  <a:moveTo>
                    <a:pt x="27508" y="14226"/>
                  </a:moveTo>
                  <a:cubicBezTo>
                    <a:pt x="27478" y="14013"/>
                    <a:pt x="27934" y="13982"/>
                    <a:pt x="28116" y="13678"/>
                  </a:cubicBezTo>
                  <a:cubicBezTo>
                    <a:pt x="28268" y="13922"/>
                    <a:pt x="27721" y="14104"/>
                    <a:pt x="27508" y="14226"/>
                  </a:cubicBezTo>
                  <a:close/>
                  <a:moveTo>
                    <a:pt x="27539" y="15685"/>
                  </a:moveTo>
                  <a:cubicBezTo>
                    <a:pt x="27660" y="15806"/>
                    <a:pt x="27326" y="15897"/>
                    <a:pt x="27265" y="16019"/>
                  </a:cubicBezTo>
                  <a:cubicBezTo>
                    <a:pt x="27083" y="15776"/>
                    <a:pt x="27356" y="15685"/>
                    <a:pt x="27569" y="15685"/>
                  </a:cubicBezTo>
                  <a:close/>
                  <a:moveTo>
                    <a:pt x="19605" y="21429"/>
                  </a:moveTo>
                  <a:cubicBezTo>
                    <a:pt x="19545" y="21612"/>
                    <a:pt x="19605" y="21825"/>
                    <a:pt x="19332" y="22007"/>
                  </a:cubicBezTo>
                  <a:cubicBezTo>
                    <a:pt x="19180" y="21825"/>
                    <a:pt x="19484" y="21642"/>
                    <a:pt x="19636" y="21460"/>
                  </a:cubicBezTo>
                  <a:close/>
                  <a:moveTo>
                    <a:pt x="17538" y="23132"/>
                  </a:moveTo>
                  <a:cubicBezTo>
                    <a:pt x="17630" y="23132"/>
                    <a:pt x="17721" y="23071"/>
                    <a:pt x="17812" y="23010"/>
                  </a:cubicBezTo>
                  <a:cubicBezTo>
                    <a:pt x="17751" y="23192"/>
                    <a:pt x="17812" y="23405"/>
                    <a:pt x="17508" y="23587"/>
                  </a:cubicBezTo>
                  <a:cubicBezTo>
                    <a:pt x="17478" y="23466"/>
                    <a:pt x="17630" y="23314"/>
                    <a:pt x="17538" y="23162"/>
                  </a:cubicBezTo>
                  <a:close/>
                  <a:moveTo>
                    <a:pt x="27204" y="12858"/>
                  </a:moveTo>
                  <a:cubicBezTo>
                    <a:pt x="28177" y="12098"/>
                    <a:pt x="28420" y="11855"/>
                    <a:pt x="29423" y="11156"/>
                  </a:cubicBezTo>
                  <a:cubicBezTo>
                    <a:pt x="29727" y="11095"/>
                    <a:pt x="29210" y="11429"/>
                    <a:pt x="29058" y="11551"/>
                  </a:cubicBezTo>
                  <a:cubicBezTo>
                    <a:pt x="28542" y="11976"/>
                    <a:pt x="27691" y="12584"/>
                    <a:pt x="27144" y="13071"/>
                  </a:cubicBezTo>
                  <a:cubicBezTo>
                    <a:pt x="27052" y="13010"/>
                    <a:pt x="27113" y="12949"/>
                    <a:pt x="27204" y="12858"/>
                  </a:cubicBezTo>
                  <a:close/>
                  <a:moveTo>
                    <a:pt x="14590" y="25867"/>
                  </a:moveTo>
                  <a:cubicBezTo>
                    <a:pt x="14317" y="26110"/>
                    <a:pt x="14195" y="25928"/>
                    <a:pt x="14134" y="25715"/>
                  </a:cubicBezTo>
                  <a:cubicBezTo>
                    <a:pt x="14347" y="25533"/>
                    <a:pt x="14468" y="25806"/>
                    <a:pt x="14620" y="25867"/>
                  </a:cubicBezTo>
                  <a:close/>
                  <a:moveTo>
                    <a:pt x="12432" y="28998"/>
                  </a:moveTo>
                  <a:cubicBezTo>
                    <a:pt x="12310" y="29150"/>
                    <a:pt x="12219" y="29180"/>
                    <a:pt x="12067" y="29028"/>
                  </a:cubicBezTo>
                  <a:cubicBezTo>
                    <a:pt x="12189" y="28876"/>
                    <a:pt x="12310" y="28846"/>
                    <a:pt x="12462" y="28998"/>
                  </a:cubicBezTo>
                  <a:close/>
                  <a:moveTo>
                    <a:pt x="14712" y="26901"/>
                  </a:moveTo>
                  <a:cubicBezTo>
                    <a:pt x="14347" y="27357"/>
                    <a:pt x="13891" y="27691"/>
                    <a:pt x="13344" y="27904"/>
                  </a:cubicBezTo>
                  <a:cubicBezTo>
                    <a:pt x="13131" y="28056"/>
                    <a:pt x="13374" y="28238"/>
                    <a:pt x="13101" y="28360"/>
                  </a:cubicBezTo>
                  <a:cubicBezTo>
                    <a:pt x="13070" y="28299"/>
                    <a:pt x="13101" y="28238"/>
                    <a:pt x="13070" y="28177"/>
                  </a:cubicBezTo>
                  <a:cubicBezTo>
                    <a:pt x="12675" y="28390"/>
                    <a:pt x="12706" y="28633"/>
                    <a:pt x="12584" y="28846"/>
                  </a:cubicBezTo>
                  <a:cubicBezTo>
                    <a:pt x="12341" y="28481"/>
                    <a:pt x="12158" y="28694"/>
                    <a:pt x="11976" y="28755"/>
                  </a:cubicBezTo>
                  <a:cubicBezTo>
                    <a:pt x="11794" y="28360"/>
                    <a:pt x="12432" y="28268"/>
                    <a:pt x="12675" y="28299"/>
                  </a:cubicBezTo>
                  <a:cubicBezTo>
                    <a:pt x="12493" y="28056"/>
                    <a:pt x="12523" y="27569"/>
                    <a:pt x="12797" y="27508"/>
                  </a:cubicBezTo>
                  <a:cubicBezTo>
                    <a:pt x="12979" y="27660"/>
                    <a:pt x="12614" y="27782"/>
                    <a:pt x="12736" y="27904"/>
                  </a:cubicBezTo>
                  <a:cubicBezTo>
                    <a:pt x="12949" y="28056"/>
                    <a:pt x="12888" y="27691"/>
                    <a:pt x="12918" y="27630"/>
                  </a:cubicBezTo>
                  <a:cubicBezTo>
                    <a:pt x="13040" y="27630"/>
                    <a:pt x="13131" y="27296"/>
                    <a:pt x="13283" y="27296"/>
                  </a:cubicBezTo>
                  <a:cubicBezTo>
                    <a:pt x="13283" y="27296"/>
                    <a:pt x="13405" y="27448"/>
                    <a:pt x="13405" y="27448"/>
                  </a:cubicBezTo>
                  <a:cubicBezTo>
                    <a:pt x="13496" y="27357"/>
                    <a:pt x="13465" y="27205"/>
                    <a:pt x="13557" y="27083"/>
                  </a:cubicBezTo>
                  <a:cubicBezTo>
                    <a:pt x="13648" y="26992"/>
                    <a:pt x="13709" y="27083"/>
                    <a:pt x="13739" y="27053"/>
                  </a:cubicBezTo>
                  <a:cubicBezTo>
                    <a:pt x="13769" y="26992"/>
                    <a:pt x="13800" y="26749"/>
                    <a:pt x="14073" y="26779"/>
                  </a:cubicBezTo>
                  <a:cubicBezTo>
                    <a:pt x="14134" y="26779"/>
                    <a:pt x="14195" y="26718"/>
                    <a:pt x="14256" y="26718"/>
                  </a:cubicBezTo>
                  <a:cubicBezTo>
                    <a:pt x="14438" y="26779"/>
                    <a:pt x="14408" y="27205"/>
                    <a:pt x="14742" y="26931"/>
                  </a:cubicBezTo>
                  <a:close/>
                  <a:moveTo>
                    <a:pt x="14286" y="26931"/>
                  </a:moveTo>
                  <a:cubicBezTo>
                    <a:pt x="14013" y="27235"/>
                    <a:pt x="13465" y="27022"/>
                    <a:pt x="13861" y="27478"/>
                  </a:cubicBezTo>
                  <a:cubicBezTo>
                    <a:pt x="14073" y="27326"/>
                    <a:pt x="14468" y="27174"/>
                    <a:pt x="14317" y="26961"/>
                  </a:cubicBezTo>
                  <a:close/>
                  <a:moveTo>
                    <a:pt x="19058" y="20244"/>
                  </a:moveTo>
                  <a:cubicBezTo>
                    <a:pt x="18906" y="20001"/>
                    <a:pt x="19332" y="19879"/>
                    <a:pt x="19514" y="19758"/>
                  </a:cubicBezTo>
                  <a:cubicBezTo>
                    <a:pt x="19636" y="19940"/>
                    <a:pt x="19210" y="20092"/>
                    <a:pt x="19089" y="20274"/>
                  </a:cubicBezTo>
                  <a:close/>
                  <a:moveTo>
                    <a:pt x="19180" y="20700"/>
                  </a:moveTo>
                  <a:cubicBezTo>
                    <a:pt x="19210" y="20426"/>
                    <a:pt x="19757" y="20153"/>
                    <a:pt x="19970" y="19879"/>
                  </a:cubicBezTo>
                  <a:cubicBezTo>
                    <a:pt x="20001" y="20153"/>
                    <a:pt x="19453" y="20426"/>
                    <a:pt x="19210" y="20700"/>
                  </a:cubicBezTo>
                  <a:close/>
                  <a:moveTo>
                    <a:pt x="9696" y="28481"/>
                  </a:moveTo>
                  <a:cubicBezTo>
                    <a:pt x="9818" y="28755"/>
                    <a:pt x="9544" y="28755"/>
                    <a:pt x="9423" y="28998"/>
                  </a:cubicBezTo>
                  <a:cubicBezTo>
                    <a:pt x="9240" y="29089"/>
                    <a:pt x="9636" y="28633"/>
                    <a:pt x="9727" y="28481"/>
                  </a:cubicBezTo>
                  <a:close/>
                  <a:moveTo>
                    <a:pt x="11581" y="26505"/>
                  </a:moveTo>
                  <a:cubicBezTo>
                    <a:pt x="11459" y="26809"/>
                    <a:pt x="11095" y="27053"/>
                    <a:pt x="10791" y="27357"/>
                  </a:cubicBezTo>
                  <a:cubicBezTo>
                    <a:pt x="10487" y="27691"/>
                    <a:pt x="9696" y="28542"/>
                    <a:pt x="10092" y="27995"/>
                  </a:cubicBezTo>
                  <a:cubicBezTo>
                    <a:pt x="10547" y="27478"/>
                    <a:pt x="11064" y="26992"/>
                    <a:pt x="11611" y="26536"/>
                  </a:cubicBezTo>
                  <a:close/>
                  <a:moveTo>
                    <a:pt x="8815" y="53831"/>
                  </a:moveTo>
                  <a:cubicBezTo>
                    <a:pt x="8633" y="54257"/>
                    <a:pt x="8420" y="53193"/>
                    <a:pt x="8116" y="53010"/>
                  </a:cubicBezTo>
                  <a:cubicBezTo>
                    <a:pt x="8389" y="53071"/>
                    <a:pt x="8693" y="53314"/>
                    <a:pt x="8572" y="53618"/>
                  </a:cubicBezTo>
                  <a:cubicBezTo>
                    <a:pt x="8663" y="53770"/>
                    <a:pt x="8724" y="53892"/>
                    <a:pt x="8815" y="53862"/>
                  </a:cubicBezTo>
                  <a:close/>
                  <a:moveTo>
                    <a:pt x="9423" y="55199"/>
                  </a:moveTo>
                  <a:cubicBezTo>
                    <a:pt x="9240" y="54834"/>
                    <a:pt x="9028" y="54500"/>
                    <a:pt x="8815" y="54165"/>
                  </a:cubicBezTo>
                  <a:cubicBezTo>
                    <a:pt x="9119" y="54317"/>
                    <a:pt x="9696" y="54956"/>
                    <a:pt x="9453" y="55199"/>
                  </a:cubicBezTo>
                  <a:close/>
                  <a:moveTo>
                    <a:pt x="9301" y="56141"/>
                  </a:moveTo>
                  <a:cubicBezTo>
                    <a:pt x="9453" y="56354"/>
                    <a:pt x="9088" y="56354"/>
                    <a:pt x="9028" y="56354"/>
                  </a:cubicBezTo>
                  <a:cubicBezTo>
                    <a:pt x="8876" y="56141"/>
                    <a:pt x="8967" y="56020"/>
                    <a:pt x="8876" y="55837"/>
                  </a:cubicBezTo>
                  <a:cubicBezTo>
                    <a:pt x="9119" y="55776"/>
                    <a:pt x="9028" y="56354"/>
                    <a:pt x="9332" y="56172"/>
                  </a:cubicBezTo>
                  <a:close/>
                  <a:moveTo>
                    <a:pt x="30031" y="10791"/>
                  </a:moveTo>
                  <a:cubicBezTo>
                    <a:pt x="30305" y="10426"/>
                    <a:pt x="30700" y="10153"/>
                    <a:pt x="31125" y="10031"/>
                  </a:cubicBezTo>
                  <a:cubicBezTo>
                    <a:pt x="30913" y="10457"/>
                    <a:pt x="30274" y="10639"/>
                    <a:pt x="30061" y="10821"/>
                  </a:cubicBezTo>
                  <a:close/>
                  <a:moveTo>
                    <a:pt x="11763" y="28633"/>
                  </a:moveTo>
                  <a:cubicBezTo>
                    <a:pt x="12250" y="29180"/>
                    <a:pt x="11885" y="29545"/>
                    <a:pt x="11429" y="29636"/>
                  </a:cubicBezTo>
                  <a:cubicBezTo>
                    <a:pt x="11399" y="29727"/>
                    <a:pt x="11551" y="29727"/>
                    <a:pt x="11581" y="29697"/>
                  </a:cubicBezTo>
                  <a:cubicBezTo>
                    <a:pt x="11702" y="29971"/>
                    <a:pt x="11277" y="29910"/>
                    <a:pt x="11186" y="29971"/>
                  </a:cubicBezTo>
                  <a:cubicBezTo>
                    <a:pt x="11155" y="30031"/>
                    <a:pt x="11247" y="30062"/>
                    <a:pt x="11247" y="30031"/>
                  </a:cubicBezTo>
                  <a:cubicBezTo>
                    <a:pt x="11247" y="30214"/>
                    <a:pt x="11125" y="30366"/>
                    <a:pt x="10882" y="30457"/>
                  </a:cubicBezTo>
                  <a:cubicBezTo>
                    <a:pt x="10973" y="30609"/>
                    <a:pt x="10760" y="30852"/>
                    <a:pt x="11064" y="30913"/>
                  </a:cubicBezTo>
                  <a:cubicBezTo>
                    <a:pt x="10730" y="31065"/>
                    <a:pt x="10699" y="31399"/>
                    <a:pt x="10578" y="31733"/>
                  </a:cubicBezTo>
                  <a:cubicBezTo>
                    <a:pt x="10426" y="31855"/>
                    <a:pt x="10152" y="31733"/>
                    <a:pt x="10061" y="32007"/>
                  </a:cubicBezTo>
                  <a:cubicBezTo>
                    <a:pt x="10152" y="32220"/>
                    <a:pt x="10335" y="31673"/>
                    <a:pt x="10578" y="32037"/>
                  </a:cubicBezTo>
                  <a:cubicBezTo>
                    <a:pt x="10547" y="32189"/>
                    <a:pt x="10487" y="32250"/>
                    <a:pt x="10335" y="32189"/>
                  </a:cubicBezTo>
                  <a:cubicBezTo>
                    <a:pt x="10213" y="32645"/>
                    <a:pt x="9879" y="33223"/>
                    <a:pt x="10000" y="33648"/>
                  </a:cubicBezTo>
                  <a:cubicBezTo>
                    <a:pt x="9970" y="33800"/>
                    <a:pt x="9879" y="33861"/>
                    <a:pt x="9727" y="33800"/>
                  </a:cubicBezTo>
                  <a:cubicBezTo>
                    <a:pt x="10000" y="33983"/>
                    <a:pt x="9879" y="34378"/>
                    <a:pt x="9696" y="34712"/>
                  </a:cubicBezTo>
                  <a:cubicBezTo>
                    <a:pt x="9879" y="34834"/>
                    <a:pt x="9788" y="35138"/>
                    <a:pt x="9848" y="35351"/>
                  </a:cubicBezTo>
                  <a:cubicBezTo>
                    <a:pt x="9666" y="35351"/>
                    <a:pt x="9727" y="35229"/>
                    <a:pt x="9727" y="35107"/>
                  </a:cubicBezTo>
                  <a:cubicBezTo>
                    <a:pt x="9453" y="35259"/>
                    <a:pt x="9757" y="35594"/>
                    <a:pt x="9544" y="35776"/>
                  </a:cubicBezTo>
                  <a:cubicBezTo>
                    <a:pt x="9544" y="35867"/>
                    <a:pt x="9636" y="35837"/>
                    <a:pt x="9636" y="35776"/>
                  </a:cubicBezTo>
                  <a:cubicBezTo>
                    <a:pt x="9940" y="35898"/>
                    <a:pt x="9544" y="35898"/>
                    <a:pt x="9514" y="35989"/>
                  </a:cubicBezTo>
                  <a:cubicBezTo>
                    <a:pt x="9514" y="35989"/>
                    <a:pt x="9484" y="36323"/>
                    <a:pt x="9484" y="36384"/>
                  </a:cubicBezTo>
                  <a:cubicBezTo>
                    <a:pt x="9453" y="36506"/>
                    <a:pt x="9484" y="36627"/>
                    <a:pt x="9453" y="36749"/>
                  </a:cubicBezTo>
                  <a:cubicBezTo>
                    <a:pt x="9453" y="36870"/>
                    <a:pt x="9301" y="36962"/>
                    <a:pt x="9301" y="36962"/>
                  </a:cubicBezTo>
                  <a:cubicBezTo>
                    <a:pt x="9301" y="37053"/>
                    <a:pt x="9484" y="37174"/>
                    <a:pt x="9514" y="37296"/>
                  </a:cubicBezTo>
                  <a:cubicBezTo>
                    <a:pt x="9544" y="37417"/>
                    <a:pt x="9423" y="37448"/>
                    <a:pt x="9423" y="37539"/>
                  </a:cubicBezTo>
                  <a:cubicBezTo>
                    <a:pt x="9423" y="37630"/>
                    <a:pt x="9514" y="37600"/>
                    <a:pt x="9514" y="37691"/>
                  </a:cubicBezTo>
                  <a:cubicBezTo>
                    <a:pt x="9453" y="37995"/>
                    <a:pt x="9301" y="38208"/>
                    <a:pt x="9423" y="38390"/>
                  </a:cubicBezTo>
                  <a:cubicBezTo>
                    <a:pt x="9423" y="38421"/>
                    <a:pt x="9514" y="38269"/>
                    <a:pt x="9514" y="38208"/>
                  </a:cubicBezTo>
                  <a:cubicBezTo>
                    <a:pt x="9636" y="38542"/>
                    <a:pt x="9453" y="38937"/>
                    <a:pt x="9453" y="39272"/>
                  </a:cubicBezTo>
                  <a:cubicBezTo>
                    <a:pt x="9453" y="39393"/>
                    <a:pt x="9544" y="39515"/>
                    <a:pt x="9544" y="39636"/>
                  </a:cubicBezTo>
                  <a:cubicBezTo>
                    <a:pt x="9484" y="39758"/>
                    <a:pt x="9484" y="39849"/>
                    <a:pt x="9484" y="39971"/>
                  </a:cubicBezTo>
                  <a:cubicBezTo>
                    <a:pt x="9514" y="40092"/>
                    <a:pt x="9605" y="39971"/>
                    <a:pt x="9666" y="40032"/>
                  </a:cubicBezTo>
                  <a:cubicBezTo>
                    <a:pt x="9757" y="40183"/>
                    <a:pt x="9636" y="40457"/>
                    <a:pt x="9727" y="40579"/>
                  </a:cubicBezTo>
                  <a:cubicBezTo>
                    <a:pt x="9575" y="40579"/>
                    <a:pt x="9514" y="40487"/>
                    <a:pt x="9514" y="40305"/>
                  </a:cubicBezTo>
                  <a:cubicBezTo>
                    <a:pt x="9423" y="40609"/>
                    <a:pt x="9210" y="40214"/>
                    <a:pt x="9058" y="40427"/>
                  </a:cubicBezTo>
                  <a:cubicBezTo>
                    <a:pt x="9058" y="40487"/>
                    <a:pt x="9149" y="40487"/>
                    <a:pt x="9149" y="40579"/>
                  </a:cubicBezTo>
                  <a:cubicBezTo>
                    <a:pt x="9210" y="40822"/>
                    <a:pt x="9301" y="40487"/>
                    <a:pt x="9484" y="40548"/>
                  </a:cubicBezTo>
                  <a:cubicBezTo>
                    <a:pt x="9636" y="40609"/>
                    <a:pt x="9484" y="40731"/>
                    <a:pt x="9514" y="40852"/>
                  </a:cubicBezTo>
                  <a:cubicBezTo>
                    <a:pt x="9514" y="40883"/>
                    <a:pt x="9696" y="41065"/>
                    <a:pt x="9696" y="41065"/>
                  </a:cubicBezTo>
                  <a:cubicBezTo>
                    <a:pt x="9696" y="41095"/>
                    <a:pt x="9484" y="41460"/>
                    <a:pt x="9818" y="41369"/>
                  </a:cubicBezTo>
                  <a:cubicBezTo>
                    <a:pt x="9879" y="41551"/>
                    <a:pt x="9666" y="41521"/>
                    <a:pt x="9666" y="41642"/>
                  </a:cubicBezTo>
                  <a:cubicBezTo>
                    <a:pt x="9696" y="41764"/>
                    <a:pt x="9757" y="41794"/>
                    <a:pt x="9879" y="41794"/>
                  </a:cubicBezTo>
                  <a:cubicBezTo>
                    <a:pt x="9727" y="42098"/>
                    <a:pt x="9788" y="42463"/>
                    <a:pt x="10031" y="42737"/>
                  </a:cubicBezTo>
                  <a:cubicBezTo>
                    <a:pt x="9940" y="42949"/>
                    <a:pt x="9909" y="43193"/>
                    <a:pt x="9909" y="43405"/>
                  </a:cubicBezTo>
                  <a:cubicBezTo>
                    <a:pt x="10061" y="43405"/>
                    <a:pt x="10031" y="43314"/>
                    <a:pt x="10031" y="43223"/>
                  </a:cubicBezTo>
                  <a:cubicBezTo>
                    <a:pt x="10183" y="43345"/>
                    <a:pt x="10092" y="43527"/>
                    <a:pt x="10243" y="43740"/>
                  </a:cubicBezTo>
                  <a:cubicBezTo>
                    <a:pt x="10304" y="43892"/>
                    <a:pt x="10547" y="43740"/>
                    <a:pt x="10608" y="43831"/>
                  </a:cubicBezTo>
                  <a:cubicBezTo>
                    <a:pt x="10547" y="44105"/>
                    <a:pt x="10882" y="44105"/>
                    <a:pt x="10973" y="44226"/>
                  </a:cubicBezTo>
                  <a:cubicBezTo>
                    <a:pt x="11034" y="44348"/>
                    <a:pt x="11003" y="44500"/>
                    <a:pt x="11064" y="44621"/>
                  </a:cubicBezTo>
                  <a:cubicBezTo>
                    <a:pt x="11338" y="45108"/>
                    <a:pt x="11551" y="46171"/>
                    <a:pt x="11854" y="46992"/>
                  </a:cubicBezTo>
                  <a:cubicBezTo>
                    <a:pt x="11915" y="47144"/>
                    <a:pt x="12219" y="47296"/>
                    <a:pt x="11976" y="47539"/>
                  </a:cubicBezTo>
                  <a:cubicBezTo>
                    <a:pt x="12006" y="47722"/>
                    <a:pt x="12158" y="47570"/>
                    <a:pt x="12219" y="47691"/>
                  </a:cubicBezTo>
                  <a:cubicBezTo>
                    <a:pt x="12493" y="48542"/>
                    <a:pt x="12949" y="48998"/>
                    <a:pt x="12979" y="49697"/>
                  </a:cubicBezTo>
                  <a:cubicBezTo>
                    <a:pt x="12645" y="49545"/>
                    <a:pt x="12797" y="49089"/>
                    <a:pt x="12493" y="48907"/>
                  </a:cubicBezTo>
                  <a:cubicBezTo>
                    <a:pt x="12189" y="48937"/>
                    <a:pt x="12462" y="49241"/>
                    <a:pt x="12554" y="49393"/>
                  </a:cubicBezTo>
                  <a:cubicBezTo>
                    <a:pt x="12584" y="49485"/>
                    <a:pt x="12584" y="49576"/>
                    <a:pt x="12584" y="49637"/>
                  </a:cubicBezTo>
                  <a:cubicBezTo>
                    <a:pt x="12675" y="49819"/>
                    <a:pt x="12858" y="49789"/>
                    <a:pt x="12888" y="49910"/>
                  </a:cubicBezTo>
                  <a:cubicBezTo>
                    <a:pt x="12949" y="50336"/>
                    <a:pt x="13192" y="50822"/>
                    <a:pt x="13557" y="50852"/>
                  </a:cubicBezTo>
                  <a:cubicBezTo>
                    <a:pt x="13800" y="51521"/>
                    <a:pt x="14347" y="51734"/>
                    <a:pt x="14347" y="52281"/>
                  </a:cubicBezTo>
                  <a:cubicBezTo>
                    <a:pt x="14833" y="52494"/>
                    <a:pt x="15198" y="53132"/>
                    <a:pt x="15472" y="53618"/>
                  </a:cubicBezTo>
                  <a:cubicBezTo>
                    <a:pt x="15806" y="53497"/>
                    <a:pt x="16019" y="53983"/>
                    <a:pt x="16383" y="54348"/>
                  </a:cubicBezTo>
                  <a:cubicBezTo>
                    <a:pt x="16627" y="54591"/>
                    <a:pt x="17083" y="54652"/>
                    <a:pt x="17326" y="54865"/>
                  </a:cubicBezTo>
                  <a:cubicBezTo>
                    <a:pt x="17721" y="55108"/>
                    <a:pt x="18086" y="55412"/>
                    <a:pt x="18390" y="55624"/>
                  </a:cubicBezTo>
                  <a:cubicBezTo>
                    <a:pt x="18724" y="55837"/>
                    <a:pt x="19028" y="56172"/>
                    <a:pt x="19423" y="56080"/>
                  </a:cubicBezTo>
                  <a:cubicBezTo>
                    <a:pt x="19484" y="56384"/>
                    <a:pt x="19727" y="56232"/>
                    <a:pt x="19940" y="56354"/>
                  </a:cubicBezTo>
                  <a:cubicBezTo>
                    <a:pt x="20061" y="56415"/>
                    <a:pt x="20031" y="56476"/>
                    <a:pt x="20092" y="56536"/>
                  </a:cubicBezTo>
                  <a:cubicBezTo>
                    <a:pt x="20487" y="56719"/>
                    <a:pt x="21034" y="56749"/>
                    <a:pt x="21520" y="56931"/>
                  </a:cubicBezTo>
                  <a:cubicBezTo>
                    <a:pt x="21763" y="56992"/>
                    <a:pt x="21946" y="57235"/>
                    <a:pt x="22189" y="57266"/>
                  </a:cubicBezTo>
                  <a:cubicBezTo>
                    <a:pt x="22341" y="57327"/>
                    <a:pt x="22523" y="57235"/>
                    <a:pt x="22706" y="57235"/>
                  </a:cubicBezTo>
                  <a:cubicBezTo>
                    <a:pt x="22858" y="57266"/>
                    <a:pt x="23010" y="57448"/>
                    <a:pt x="23192" y="57479"/>
                  </a:cubicBezTo>
                  <a:cubicBezTo>
                    <a:pt x="23466" y="57539"/>
                    <a:pt x="23770" y="57418"/>
                    <a:pt x="23952" y="57631"/>
                  </a:cubicBezTo>
                  <a:cubicBezTo>
                    <a:pt x="24043" y="57631"/>
                    <a:pt x="24043" y="57539"/>
                    <a:pt x="24074" y="57479"/>
                  </a:cubicBezTo>
                  <a:cubicBezTo>
                    <a:pt x="24256" y="57631"/>
                    <a:pt x="24469" y="57691"/>
                    <a:pt x="24681" y="57722"/>
                  </a:cubicBezTo>
                  <a:cubicBezTo>
                    <a:pt x="24864" y="57935"/>
                    <a:pt x="24955" y="58269"/>
                    <a:pt x="25472" y="58299"/>
                  </a:cubicBezTo>
                  <a:cubicBezTo>
                    <a:pt x="25563" y="58573"/>
                    <a:pt x="25046" y="58603"/>
                    <a:pt x="25046" y="59059"/>
                  </a:cubicBezTo>
                  <a:cubicBezTo>
                    <a:pt x="25107" y="59302"/>
                    <a:pt x="25472" y="59150"/>
                    <a:pt x="25624" y="59181"/>
                  </a:cubicBezTo>
                  <a:cubicBezTo>
                    <a:pt x="25776" y="59120"/>
                    <a:pt x="25624" y="59059"/>
                    <a:pt x="25776" y="58877"/>
                  </a:cubicBezTo>
                  <a:cubicBezTo>
                    <a:pt x="26080" y="58877"/>
                    <a:pt x="25897" y="59211"/>
                    <a:pt x="26110" y="59272"/>
                  </a:cubicBezTo>
                  <a:cubicBezTo>
                    <a:pt x="26414" y="59424"/>
                    <a:pt x="26384" y="59090"/>
                    <a:pt x="26657" y="59181"/>
                  </a:cubicBezTo>
                  <a:cubicBezTo>
                    <a:pt x="26627" y="59333"/>
                    <a:pt x="26718" y="59363"/>
                    <a:pt x="26688" y="59515"/>
                  </a:cubicBezTo>
                  <a:cubicBezTo>
                    <a:pt x="26961" y="59606"/>
                    <a:pt x="27022" y="59424"/>
                    <a:pt x="27295" y="59515"/>
                  </a:cubicBezTo>
                  <a:cubicBezTo>
                    <a:pt x="27295" y="59667"/>
                    <a:pt x="27204" y="59637"/>
                    <a:pt x="27174" y="59758"/>
                  </a:cubicBezTo>
                  <a:cubicBezTo>
                    <a:pt x="27508" y="59758"/>
                    <a:pt x="27782" y="59667"/>
                    <a:pt x="27934" y="59941"/>
                  </a:cubicBezTo>
                  <a:cubicBezTo>
                    <a:pt x="28025" y="59941"/>
                    <a:pt x="27995" y="59849"/>
                    <a:pt x="27934" y="59849"/>
                  </a:cubicBezTo>
                  <a:cubicBezTo>
                    <a:pt x="28299" y="59789"/>
                    <a:pt x="28633" y="59880"/>
                    <a:pt x="28967" y="60032"/>
                  </a:cubicBezTo>
                  <a:cubicBezTo>
                    <a:pt x="29119" y="60001"/>
                    <a:pt x="29028" y="59789"/>
                    <a:pt x="29210" y="59971"/>
                  </a:cubicBezTo>
                  <a:cubicBezTo>
                    <a:pt x="29423" y="59971"/>
                    <a:pt x="29636" y="59849"/>
                    <a:pt x="29758" y="59667"/>
                  </a:cubicBezTo>
                  <a:cubicBezTo>
                    <a:pt x="29879" y="59758"/>
                    <a:pt x="29879" y="59971"/>
                    <a:pt x="30001" y="60032"/>
                  </a:cubicBezTo>
                  <a:cubicBezTo>
                    <a:pt x="30092" y="59971"/>
                    <a:pt x="30183" y="59941"/>
                    <a:pt x="30274" y="59971"/>
                  </a:cubicBezTo>
                  <a:cubicBezTo>
                    <a:pt x="30274" y="59758"/>
                    <a:pt x="30153" y="59697"/>
                    <a:pt x="30213" y="59454"/>
                  </a:cubicBezTo>
                  <a:cubicBezTo>
                    <a:pt x="30426" y="59454"/>
                    <a:pt x="30335" y="59546"/>
                    <a:pt x="30305" y="59637"/>
                  </a:cubicBezTo>
                  <a:cubicBezTo>
                    <a:pt x="30548" y="59728"/>
                    <a:pt x="30517" y="59515"/>
                    <a:pt x="30730" y="59576"/>
                  </a:cubicBezTo>
                  <a:cubicBezTo>
                    <a:pt x="30943" y="59637"/>
                    <a:pt x="31156" y="60275"/>
                    <a:pt x="31338" y="59758"/>
                  </a:cubicBezTo>
                  <a:cubicBezTo>
                    <a:pt x="31338" y="59667"/>
                    <a:pt x="31065" y="59667"/>
                    <a:pt x="31065" y="59758"/>
                  </a:cubicBezTo>
                  <a:cubicBezTo>
                    <a:pt x="30943" y="59667"/>
                    <a:pt x="31004" y="59424"/>
                    <a:pt x="30913" y="59272"/>
                  </a:cubicBezTo>
                  <a:cubicBezTo>
                    <a:pt x="31156" y="59211"/>
                    <a:pt x="31369" y="59181"/>
                    <a:pt x="31612" y="59211"/>
                  </a:cubicBezTo>
                  <a:cubicBezTo>
                    <a:pt x="31581" y="59394"/>
                    <a:pt x="31125" y="59211"/>
                    <a:pt x="31156" y="59454"/>
                  </a:cubicBezTo>
                  <a:cubicBezTo>
                    <a:pt x="31551" y="59606"/>
                    <a:pt x="32007" y="59515"/>
                    <a:pt x="32311" y="59211"/>
                  </a:cubicBezTo>
                  <a:cubicBezTo>
                    <a:pt x="32584" y="59302"/>
                    <a:pt x="33131" y="59150"/>
                    <a:pt x="33101" y="59546"/>
                  </a:cubicBezTo>
                  <a:cubicBezTo>
                    <a:pt x="33435" y="59637"/>
                    <a:pt x="33344" y="59333"/>
                    <a:pt x="33618" y="59394"/>
                  </a:cubicBezTo>
                  <a:cubicBezTo>
                    <a:pt x="33770" y="59454"/>
                    <a:pt x="33557" y="59485"/>
                    <a:pt x="33435" y="59485"/>
                  </a:cubicBezTo>
                  <a:cubicBezTo>
                    <a:pt x="33466" y="59728"/>
                    <a:pt x="34013" y="59789"/>
                    <a:pt x="33709" y="60123"/>
                  </a:cubicBezTo>
                  <a:cubicBezTo>
                    <a:pt x="33891" y="60245"/>
                    <a:pt x="34135" y="60245"/>
                    <a:pt x="34347" y="60123"/>
                  </a:cubicBezTo>
                  <a:cubicBezTo>
                    <a:pt x="34256" y="60001"/>
                    <a:pt x="34043" y="60001"/>
                    <a:pt x="33891" y="59971"/>
                  </a:cubicBezTo>
                  <a:cubicBezTo>
                    <a:pt x="34043" y="59819"/>
                    <a:pt x="33739" y="59485"/>
                    <a:pt x="34135" y="59454"/>
                  </a:cubicBezTo>
                  <a:cubicBezTo>
                    <a:pt x="34560" y="59424"/>
                    <a:pt x="34043" y="59576"/>
                    <a:pt x="34135" y="59789"/>
                  </a:cubicBezTo>
                  <a:cubicBezTo>
                    <a:pt x="34438" y="59758"/>
                    <a:pt x="34530" y="59485"/>
                    <a:pt x="34682" y="59758"/>
                  </a:cubicBezTo>
                  <a:cubicBezTo>
                    <a:pt x="34955" y="59697"/>
                    <a:pt x="34590" y="59606"/>
                    <a:pt x="34682" y="59424"/>
                  </a:cubicBezTo>
                  <a:cubicBezTo>
                    <a:pt x="34864" y="59576"/>
                    <a:pt x="35259" y="59485"/>
                    <a:pt x="35563" y="59485"/>
                  </a:cubicBezTo>
                  <a:cubicBezTo>
                    <a:pt x="35745" y="59606"/>
                    <a:pt x="35411" y="59849"/>
                    <a:pt x="35776" y="59910"/>
                  </a:cubicBezTo>
                  <a:cubicBezTo>
                    <a:pt x="35897" y="59941"/>
                    <a:pt x="36049" y="59880"/>
                    <a:pt x="36080" y="59758"/>
                  </a:cubicBezTo>
                  <a:cubicBezTo>
                    <a:pt x="36049" y="59637"/>
                    <a:pt x="35806" y="59728"/>
                    <a:pt x="35806" y="59576"/>
                  </a:cubicBezTo>
                  <a:cubicBezTo>
                    <a:pt x="35715" y="59302"/>
                    <a:pt x="36080" y="59454"/>
                    <a:pt x="36232" y="59394"/>
                  </a:cubicBezTo>
                  <a:cubicBezTo>
                    <a:pt x="36141" y="59090"/>
                    <a:pt x="35897" y="59363"/>
                    <a:pt x="35624" y="59333"/>
                  </a:cubicBezTo>
                  <a:cubicBezTo>
                    <a:pt x="35745" y="58907"/>
                    <a:pt x="36201" y="59242"/>
                    <a:pt x="36657" y="59120"/>
                  </a:cubicBezTo>
                  <a:cubicBezTo>
                    <a:pt x="36657" y="59242"/>
                    <a:pt x="36536" y="59272"/>
                    <a:pt x="36505" y="59394"/>
                  </a:cubicBezTo>
                  <a:cubicBezTo>
                    <a:pt x="37083" y="59181"/>
                    <a:pt x="37083" y="59576"/>
                    <a:pt x="37326" y="59728"/>
                  </a:cubicBezTo>
                  <a:cubicBezTo>
                    <a:pt x="37417" y="59728"/>
                    <a:pt x="37417" y="59667"/>
                    <a:pt x="37508" y="59637"/>
                  </a:cubicBezTo>
                  <a:cubicBezTo>
                    <a:pt x="37356" y="59394"/>
                    <a:pt x="37113" y="59272"/>
                    <a:pt x="37022" y="58938"/>
                  </a:cubicBezTo>
                  <a:cubicBezTo>
                    <a:pt x="37204" y="58998"/>
                    <a:pt x="37387" y="59090"/>
                    <a:pt x="37387" y="59333"/>
                  </a:cubicBezTo>
                  <a:cubicBezTo>
                    <a:pt x="37600" y="59363"/>
                    <a:pt x="37782" y="59242"/>
                    <a:pt x="37812" y="59029"/>
                  </a:cubicBezTo>
                  <a:cubicBezTo>
                    <a:pt x="37934" y="59090"/>
                    <a:pt x="38025" y="59211"/>
                    <a:pt x="38025" y="59363"/>
                  </a:cubicBezTo>
                  <a:cubicBezTo>
                    <a:pt x="38299" y="59272"/>
                    <a:pt x="38116" y="59150"/>
                    <a:pt x="38542" y="59242"/>
                  </a:cubicBezTo>
                  <a:cubicBezTo>
                    <a:pt x="38694" y="59272"/>
                    <a:pt x="38937" y="59242"/>
                    <a:pt x="38937" y="59363"/>
                  </a:cubicBezTo>
                  <a:cubicBezTo>
                    <a:pt x="39271" y="59272"/>
                    <a:pt x="38876" y="59120"/>
                    <a:pt x="39089" y="58938"/>
                  </a:cubicBezTo>
                  <a:lnTo>
                    <a:pt x="38815" y="58968"/>
                  </a:lnTo>
                  <a:cubicBezTo>
                    <a:pt x="38876" y="58816"/>
                    <a:pt x="39454" y="58846"/>
                    <a:pt x="39363" y="59150"/>
                  </a:cubicBezTo>
                  <a:cubicBezTo>
                    <a:pt x="39758" y="59059"/>
                    <a:pt x="39910" y="59211"/>
                    <a:pt x="40274" y="59150"/>
                  </a:cubicBezTo>
                  <a:cubicBezTo>
                    <a:pt x="40031" y="59029"/>
                    <a:pt x="39302" y="59090"/>
                    <a:pt x="39515" y="58755"/>
                  </a:cubicBezTo>
                  <a:cubicBezTo>
                    <a:pt x="39758" y="58694"/>
                    <a:pt x="39758" y="58968"/>
                    <a:pt x="40001" y="58938"/>
                  </a:cubicBezTo>
                  <a:cubicBezTo>
                    <a:pt x="40062" y="58938"/>
                    <a:pt x="40062" y="58846"/>
                    <a:pt x="40153" y="58846"/>
                  </a:cubicBezTo>
                  <a:cubicBezTo>
                    <a:pt x="40153" y="58694"/>
                    <a:pt x="40031" y="58694"/>
                    <a:pt x="40031" y="58512"/>
                  </a:cubicBezTo>
                  <a:cubicBezTo>
                    <a:pt x="39849" y="58512"/>
                    <a:pt x="39819" y="58603"/>
                    <a:pt x="39697" y="58634"/>
                  </a:cubicBezTo>
                  <a:cubicBezTo>
                    <a:pt x="39515" y="58451"/>
                    <a:pt x="40214" y="58421"/>
                    <a:pt x="40396" y="58573"/>
                  </a:cubicBezTo>
                  <a:cubicBezTo>
                    <a:pt x="40426" y="58725"/>
                    <a:pt x="40305" y="58755"/>
                    <a:pt x="40335" y="58907"/>
                  </a:cubicBezTo>
                  <a:cubicBezTo>
                    <a:pt x="40670" y="58725"/>
                    <a:pt x="41278" y="58694"/>
                    <a:pt x="41429" y="58968"/>
                  </a:cubicBezTo>
                  <a:cubicBezTo>
                    <a:pt x="41581" y="58786"/>
                    <a:pt x="41338" y="58694"/>
                    <a:pt x="41217" y="58573"/>
                  </a:cubicBezTo>
                  <a:cubicBezTo>
                    <a:pt x="41673" y="58299"/>
                    <a:pt x="42189" y="58938"/>
                    <a:pt x="42767" y="58542"/>
                  </a:cubicBezTo>
                  <a:cubicBezTo>
                    <a:pt x="43040" y="58451"/>
                    <a:pt x="42919" y="58816"/>
                    <a:pt x="43223" y="58664"/>
                  </a:cubicBezTo>
                  <a:cubicBezTo>
                    <a:pt x="43527" y="58694"/>
                    <a:pt x="43405" y="58421"/>
                    <a:pt x="43557" y="58360"/>
                  </a:cubicBezTo>
                  <a:cubicBezTo>
                    <a:pt x="44013" y="58482"/>
                    <a:pt x="44256" y="58299"/>
                    <a:pt x="44591" y="58482"/>
                  </a:cubicBezTo>
                  <a:cubicBezTo>
                    <a:pt x="44682" y="58421"/>
                    <a:pt x="44651" y="58269"/>
                    <a:pt x="44834" y="58269"/>
                  </a:cubicBezTo>
                  <a:cubicBezTo>
                    <a:pt x="44955" y="58178"/>
                    <a:pt x="44925" y="57995"/>
                    <a:pt x="45077" y="57904"/>
                  </a:cubicBezTo>
                  <a:cubicBezTo>
                    <a:pt x="44955" y="57813"/>
                    <a:pt x="44955" y="57752"/>
                    <a:pt x="45138" y="57722"/>
                  </a:cubicBezTo>
                  <a:cubicBezTo>
                    <a:pt x="45199" y="57965"/>
                    <a:pt x="44955" y="58269"/>
                    <a:pt x="45290" y="58269"/>
                  </a:cubicBezTo>
                  <a:cubicBezTo>
                    <a:pt x="45533" y="58238"/>
                    <a:pt x="45168" y="58147"/>
                    <a:pt x="45259" y="57965"/>
                  </a:cubicBezTo>
                  <a:cubicBezTo>
                    <a:pt x="45624" y="57965"/>
                    <a:pt x="45806" y="57691"/>
                    <a:pt x="46050" y="57661"/>
                  </a:cubicBezTo>
                  <a:cubicBezTo>
                    <a:pt x="46384" y="57631"/>
                    <a:pt x="46658" y="57874"/>
                    <a:pt x="47083" y="57752"/>
                  </a:cubicBezTo>
                  <a:cubicBezTo>
                    <a:pt x="47296" y="57752"/>
                    <a:pt x="46962" y="57387"/>
                    <a:pt x="47326" y="57479"/>
                  </a:cubicBezTo>
                  <a:cubicBezTo>
                    <a:pt x="47600" y="57387"/>
                    <a:pt x="47387" y="57570"/>
                    <a:pt x="47417" y="57631"/>
                  </a:cubicBezTo>
                  <a:cubicBezTo>
                    <a:pt x="47478" y="57661"/>
                    <a:pt x="47721" y="57631"/>
                    <a:pt x="47752" y="57813"/>
                  </a:cubicBezTo>
                  <a:cubicBezTo>
                    <a:pt x="48086" y="57661"/>
                    <a:pt x="47813" y="57509"/>
                    <a:pt x="47934" y="57296"/>
                  </a:cubicBezTo>
                  <a:cubicBezTo>
                    <a:pt x="48299" y="57357"/>
                    <a:pt x="48633" y="57296"/>
                    <a:pt x="48937" y="57114"/>
                  </a:cubicBezTo>
                  <a:cubicBezTo>
                    <a:pt x="49150" y="57266"/>
                    <a:pt x="48968" y="57387"/>
                    <a:pt x="48907" y="57539"/>
                  </a:cubicBezTo>
                  <a:cubicBezTo>
                    <a:pt x="49089" y="57691"/>
                    <a:pt x="49484" y="57448"/>
                    <a:pt x="49819" y="57327"/>
                  </a:cubicBezTo>
                  <a:cubicBezTo>
                    <a:pt x="49788" y="57600"/>
                    <a:pt x="49940" y="57661"/>
                    <a:pt x="49606" y="57843"/>
                  </a:cubicBezTo>
                  <a:cubicBezTo>
                    <a:pt x="49667" y="57965"/>
                    <a:pt x="49849" y="57874"/>
                    <a:pt x="50001" y="57874"/>
                  </a:cubicBezTo>
                  <a:cubicBezTo>
                    <a:pt x="50214" y="57813"/>
                    <a:pt x="49971" y="57509"/>
                    <a:pt x="50001" y="57357"/>
                  </a:cubicBezTo>
                  <a:cubicBezTo>
                    <a:pt x="50275" y="57327"/>
                    <a:pt x="50183" y="57023"/>
                    <a:pt x="50518" y="57023"/>
                  </a:cubicBezTo>
                  <a:cubicBezTo>
                    <a:pt x="50609" y="56992"/>
                    <a:pt x="50548" y="56871"/>
                    <a:pt x="50548" y="56780"/>
                  </a:cubicBezTo>
                  <a:cubicBezTo>
                    <a:pt x="51187" y="56780"/>
                    <a:pt x="51703" y="56567"/>
                    <a:pt x="52220" y="56567"/>
                  </a:cubicBezTo>
                  <a:cubicBezTo>
                    <a:pt x="52311" y="56567"/>
                    <a:pt x="52281" y="56445"/>
                    <a:pt x="52281" y="56384"/>
                  </a:cubicBezTo>
                  <a:cubicBezTo>
                    <a:pt x="52676" y="56354"/>
                    <a:pt x="52949" y="56202"/>
                    <a:pt x="53223" y="56232"/>
                  </a:cubicBezTo>
                  <a:cubicBezTo>
                    <a:pt x="53223" y="56232"/>
                    <a:pt x="53223" y="56384"/>
                    <a:pt x="53253" y="56384"/>
                  </a:cubicBezTo>
                  <a:cubicBezTo>
                    <a:pt x="53345" y="56445"/>
                    <a:pt x="53618" y="56263"/>
                    <a:pt x="53709" y="56293"/>
                  </a:cubicBezTo>
                  <a:cubicBezTo>
                    <a:pt x="53801" y="56263"/>
                    <a:pt x="53740" y="56141"/>
                    <a:pt x="53861" y="56111"/>
                  </a:cubicBezTo>
                  <a:cubicBezTo>
                    <a:pt x="53953" y="55837"/>
                    <a:pt x="53557" y="56111"/>
                    <a:pt x="53618" y="55807"/>
                  </a:cubicBezTo>
                  <a:cubicBezTo>
                    <a:pt x="54013" y="55503"/>
                    <a:pt x="53953" y="56263"/>
                    <a:pt x="54378" y="55868"/>
                  </a:cubicBezTo>
                  <a:cubicBezTo>
                    <a:pt x="54439" y="55989"/>
                    <a:pt x="54317" y="56020"/>
                    <a:pt x="54348" y="56111"/>
                  </a:cubicBezTo>
                  <a:cubicBezTo>
                    <a:pt x="54652" y="56172"/>
                    <a:pt x="54804" y="55776"/>
                    <a:pt x="54986" y="55989"/>
                  </a:cubicBezTo>
                  <a:cubicBezTo>
                    <a:pt x="55077" y="55959"/>
                    <a:pt x="55047" y="55837"/>
                    <a:pt x="55047" y="55746"/>
                  </a:cubicBezTo>
                  <a:cubicBezTo>
                    <a:pt x="55503" y="55746"/>
                    <a:pt x="55989" y="55655"/>
                    <a:pt x="56384" y="55412"/>
                  </a:cubicBezTo>
                  <a:cubicBezTo>
                    <a:pt x="56384" y="55533"/>
                    <a:pt x="56141" y="55503"/>
                    <a:pt x="56141" y="55624"/>
                  </a:cubicBezTo>
                  <a:cubicBezTo>
                    <a:pt x="56323" y="55868"/>
                    <a:pt x="57083" y="55138"/>
                    <a:pt x="56475" y="55321"/>
                  </a:cubicBezTo>
                  <a:cubicBezTo>
                    <a:pt x="56475" y="55138"/>
                    <a:pt x="56901" y="55229"/>
                    <a:pt x="57083" y="55138"/>
                  </a:cubicBezTo>
                  <a:cubicBezTo>
                    <a:pt x="57083" y="55321"/>
                    <a:pt x="57174" y="55351"/>
                    <a:pt x="57235" y="55442"/>
                  </a:cubicBezTo>
                  <a:cubicBezTo>
                    <a:pt x="57326" y="55412"/>
                    <a:pt x="57266" y="55351"/>
                    <a:pt x="57235" y="55351"/>
                  </a:cubicBezTo>
                  <a:cubicBezTo>
                    <a:pt x="57387" y="55047"/>
                    <a:pt x="58147" y="55472"/>
                    <a:pt x="58208" y="55017"/>
                  </a:cubicBezTo>
                  <a:cubicBezTo>
                    <a:pt x="58481" y="54925"/>
                    <a:pt x="58451" y="55229"/>
                    <a:pt x="58755" y="55077"/>
                  </a:cubicBezTo>
                  <a:cubicBezTo>
                    <a:pt x="58755" y="54895"/>
                    <a:pt x="58603" y="54956"/>
                    <a:pt x="58481" y="54986"/>
                  </a:cubicBezTo>
                  <a:cubicBezTo>
                    <a:pt x="58512" y="54773"/>
                    <a:pt x="58968" y="54895"/>
                    <a:pt x="59089" y="54925"/>
                  </a:cubicBezTo>
                  <a:cubicBezTo>
                    <a:pt x="59241" y="54895"/>
                    <a:pt x="58937" y="54682"/>
                    <a:pt x="59302" y="54652"/>
                  </a:cubicBezTo>
                  <a:cubicBezTo>
                    <a:pt x="59485" y="54561"/>
                    <a:pt x="59515" y="54713"/>
                    <a:pt x="59545" y="54865"/>
                  </a:cubicBezTo>
                  <a:cubicBezTo>
                    <a:pt x="59849" y="54865"/>
                    <a:pt x="60062" y="54561"/>
                    <a:pt x="60366" y="54439"/>
                  </a:cubicBezTo>
                  <a:cubicBezTo>
                    <a:pt x="60396" y="54439"/>
                    <a:pt x="60457" y="54500"/>
                    <a:pt x="60548" y="54469"/>
                  </a:cubicBezTo>
                  <a:cubicBezTo>
                    <a:pt x="60609" y="54469"/>
                    <a:pt x="60670" y="54378"/>
                    <a:pt x="60700" y="54348"/>
                  </a:cubicBezTo>
                  <a:cubicBezTo>
                    <a:pt x="61004" y="54317"/>
                    <a:pt x="61308" y="54257"/>
                    <a:pt x="61612" y="54165"/>
                  </a:cubicBezTo>
                  <a:cubicBezTo>
                    <a:pt x="61764" y="54105"/>
                    <a:pt x="62038" y="54044"/>
                    <a:pt x="62190" y="54014"/>
                  </a:cubicBezTo>
                  <a:cubicBezTo>
                    <a:pt x="62403" y="53983"/>
                    <a:pt x="62524" y="53710"/>
                    <a:pt x="62737" y="53862"/>
                  </a:cubicBezTo>
                  <a:cubicBezTo>
                    <a:pt x="62828" y="53922"/>
                    <a:pt x="62980" y="53922"/>
                    <a:pt x="63071" y="53862"/>
                  </a:cubicBezTo>
                  <a:cubicBezTo>
                    <a:pt x="63102" y="53801"/>
                    <a:pt x="63102" y="53740"/>
                    <a:pt x="63102" y="53679"/>
                  </a:cubicBezTo>
                  <a:cubicBezTo>
                    <a:pt x="63132" y="53679"/>
                    <a:pt x="63770" y="53892"/>
                    <a:pt x="63679" y="53436"/>
                  </a:cubicBezTo>
                  <a:cubicBezTo>
                    <a:pt x="63983" y="53314"/>
                    <a:pt x="64135" y="53223"/>
                    <a:pt x="64530" y="53071"/>
                  </a:cubicBezTo>
                  <a:cubicBezTo>
                    <a:pt x="64621" y="53010"/>
                    <a:pt x="64713" y="52950"/>
                    <a:pt x="64773" y="52889"/>
                  </a:cubicBezTo>
                  <a:cubicBezTo>
                    <a:pt x="64865" y="52858"/>
                    <a:pt x="64956" y="52980"/>
                    <a:pt x="65047" y="52950"/>
                  </a:cubicBezTo>
                  <a:cubicBezTo>
                    <a:pt x="65260" y="52889"/>
                    <a:pt x="65108" y="52646"/>
                    <a:pt x="65381" y="52828"/>
                  </a:cubicBezTo>
                  <a:lnTo>
                    <a:pt x="65472" y="52524"/>
                  </a:lnTo>
                  <a:cubicBezTo>
                    <a:pt x="65928" y="52311"/>
                    <a:pt x="66324" y="52068"/>
                    <a:pt x="66719" y="51795"/>
                  </a:cubicBezTo>
                  <a:cubicBezTo>
                    <a:pt x="67083" y="51521"/>
                    <a:pt x="67387" y="51247"/>
                    <a:pt x="67661" y="50913"/>
                  </a:cubicBezTo>
                  <a:cubicBezTo>
                    <a:pt x="67752" y="50913"/>
                    <a:pt x="67843" y="50974"/>
                    <a:pt x="67904" y="51035"/>
                  </a:cubicBezTo>
                  <a:cubicBezTo>
                    <a:pt x="68117" y="50366"/>
                    <a:pt x="68542" y="49940"/>
                    <a:pt x="68877" y="49454"/>
                  </a:cubicBezTo>
                  <a:cubicBezTo>
                    <a:pt x="68998" y="49333"/>
                    <a:pt x="68664" y="49181"/>
                    <a:pt x="68846" y="49089"/>
                  </a:cubicBezTo>
                  <a:cubicBezTo>
                    <a:pt x="68968" y="49211"/>
                    <a:pt x="69150" y="49272"/>
                    <a:pt x="69302" y="49211"/>
                  </a:cubicBezTo>
                  <a:cubicBezTo>
                    <a:pt x="69120" y="48998"/>
                    <a:pt x="69059" y="49241"/>
                    <a:pt x="68907" y="49029"/>
                  </a:cubicBezTo>
                  <a:cubicBezTo>
                    <a:pt x="68998" y="48907"/>
                    <a:pt x="69090" y="48785"/>
                    <a:pt x="69242" y="48907"/>
                  </a:cubicBezTo>
                  <a:cubicBezTo>
                    <a:pt x="69242" y="48785"/>
                    <a:pt x="69181" y="48694"/>
                    <a:pt x="69059" y="48603"/>
                  </a:cubicBezTo>
                  <a:cubicBezTo>
                    <a:pt x="69302" y="48238"/>
                    <a:pt x="69424" y="48086"/>
                    <a:pt x="69728" y="47661"/>
                  </a:cubicBezTo>
                  <a:cubicBezTo>
                    <a:pt x="69880" y="47965"/>
                    <a:pt x="70093" y="48178"/>
                    <a:pt x="70336" y="48360"/>
                  </a:cubicBezTo>
                  <a:cubicBezTo>
                    <a:pt x="70457" y="48238"/>
                    <a:pt x="70336" y="48178"/>
                    <a:pt x="70214" y="48086"/>
                  </a:cubicBezTo>
                  <a:cubicBezTo>
                    <a:pt x="70366" y="47965"/>
                    <a:pt x="70609" y="48086"/>
                    <a:pt x="70792" y="48117"/>
                  </a:cubicBezTo>
                  <a:cubicBezTo>
                    <a:pt x="70883" y="47752"/>
                    <a:pt x="71308" y="47600"/>
                    <a:pt x="71126" y="47266"/>
                  </a:cubicBezTo>
                  <a:cubicBezTo>
                    <a:pt x="71187" y="47114"/>
                    <a:pt x="71339" y="47266"/>
                    <a:pt x="71400" y="47144"/>
                  </a:cubicBezTo>
                  <a:cubicBezTo>
                    <a:pt x="71460" y="47023"/>
                    <a:pt x="71278" y="47023"/>
                    <a:pt x="71339" y="46931"/>
                  </a:cubicBezTo>
                  <a:cubicBezTo>
                    <a:pt x="71400" y="46688"/>
                    <a:pt x="71582" y="46749"/>
                    <a:pt x="71673" y="46506"/>
                  </a:cubicBezTo>
                  <a:cubicBezTo>
                    <a:pt x="71825" y="46536"/>
                    <a:pt x="72008" y="46567"/>
                    <a:pt x="72068" y="46263"/>
                  </a:cubicBezTo>
                  <a:cubicBezTo>
                    <a:pt x="71916" y="45989"/>
                    <a:pt x="71704" y="46810"/>
                    <a:pt x="71795" y="46293"/>
                  </a:cubicBezTo>
                  <a:cubicBezTo>
                    <a:pt x="71825" y="46202"/>
                    <a:pt x="71856" y="46111"/>
                    <a:pt x="71916" y="46019"/>
                  </a:cubicBezTo>
                  <a:cubicBezTo>
                    <a:pt x="71977" y="45807"/>
                    <a:pt x="71886" y="45715"/>
                    <a:pt x="71916" y="45624"/>
                  </a:cubicBezTo>
                  <a:cubicBezTo>
                    <a:pt x="71977" y="45503"/>
                    <a:pt x="72068" y="45503"/>
                    <a:pt x="72129" y="45381"/>
                  </a:cubicBezTo>
                  <a:cubicBezTo>
                    <a:pt x="72403" y="44804"/>
                    <a:pt x="72585" y="44013"/>
                    <a:pt x="72798" y="43679"/>
                  </a:cubicBezTo>
                  <a:cubicBezTo>
                    <a:pt x="72828" y="43588"/>
                    <a:pt x="72676" y="43557"/>
                    <a:pt x="72585" y="43497"/>
                  </a:cubicBezTo>
                  <a:cubicBezTo>
                    <a:pt x="72919" y="43071"/>
                    <a:pt x="73041" y="42524"/>
                    <a:pt x="72950" y="41977"/>
                  </a:cubicBezTo>
                  <a:cubicBezTo>
                    <a:pt x="72980" y="41794"/>
                    <a:pt x="73132" y="41734"/>
                    <a:pt x="73163" y="41612"/>
                  </a:cubicBezTo>
                  <a:cubicBezTo>
                    <a:pt x="73223" y="41490"/>
                    <a:pt x="73102" y="41339"/>
                    <a:pt x="73102" y="41308"/>
                  </a:cubicBezTo>
                  <a:cubicBezTo>
                    <a:pt x="73132" y="41247"/>
                    <a:pt x="73284" y="41247"/>
                    <a:pt x="73345" y="41187"/>
                  </a:cubicBezTo>
                  <a:cubicBezTo>
                    <a:pt x="73375" y="41035"/>
                    <a:pt x="73406" y="40883"/>
                    <a:pt x="73406" y="40731"/>
                  </a:cubicBezTo>
                  <a:cubicBezTo>
                    <a:pt x="73406" y="40579"/>
                    <a:pt x="73436" y="40396"/>
                    <a:pt x="73497" y="40214"/>
                  </a:cubicBezTo>
                  <a:cubicBezTo>
                    <a:pt x="73375" y="40214"/>
                    <a:pt x="73375" y="40396"/>
                    <a:pt x="73315" y="40518"/>
                  </a:cubicBezTo>
                  <a:cubicBezTo>
                    <a:pt x="73102" y="40670"/>
                    <a:pt x="73436" y="39971"/>
                    <a:pt x="73497" y="39758"/>
                  </a:cubicBezTo>
                  <a:cubicBezTo>
                    <a:pt x="73619" y="40032"/>
                    <a:pt x="73831" y="39606"/>
                    <a:pt x="73862" y="39971"/>
                  </a:cubicBezTo>
                  <a:cubicBezTo>
                    <a:pt x="74074" y="39971"/>
                    <a:pt x="73710" y="39758"/>
                    <a:pt x="73922" y="39545"/>
                  </a:cubicBezTo>
                  <a:cubicBezTo>
                    <a:pt x="73771" y="39363"/>
                    <a:pt x="73558" y="39636"/>
                    <a:pt x="73619" y="39454"/>
                  </a:cubicBezTo>
                  <a:cubicBezTo>
                    <a:pt x="73679" y="39120"/>
                    <a:pt x="73710" y="39515"/>
                    <a:pt x="73892" y="39363"/>
                  </a:cubicBezTo>
                  <a:cubicBezTo>
                    <a:pt x="73983" y="39241"/>
                    <a:pt x="73740" y="39211"/>
                    <a:pt x="73710" y="39120"/>
                  </a:cubicBezTo>
                  <a:cubicBezTo>
                    <a:pt x="73679" y="39059"/>
                    <a:pt x="73953" y="38755"/>
                    <a:pt x="73649" y="38755"/>
                  </a:cubicBezTo>
                  <a:cubicBezTo>
                    <a:pt x="73771" y="38390"/>
                    <a:pt x="73892" y="38056"/>
                    <a:pt x="74044" y="37691"/>
                  </a:cubicBezTo>
                  <a:cubicBezTo>
                    <a:pt x="74287" y="37813"/>
                    <a:pt x="74409" y="37630"/>
                    <a:pt x="74530" y="37843"/>
                  </a:cubicBezTo>
                  <a:cubicBezTo>
                    <a:pt x="74774" y="37448"/>
                    <a:pt x="74895" y="36992"/>
                    <a:pt x="74865" y="36506"/>
                  </a:cubicBezTo>
                  <a:cubicBezTo>
                    <a:pt x="74865" y="36445"/>
                    <a:pt x="74804" y="36414"/>
                    <a:pt x="74743" y="36384"/>
                  </a:cubicBezTo>
                  <a:cubicBezTo>
                    <a:pt x="74743" y="35776"/>
                    <a:pt x="75169" y="35229"/>
                    <a:pt x="74895" y="34895"/>
                  </a:cubicBezTo>
                  <a:cubicBezTo>
                    <a:pt x="74986" y="34621"/>
                    <a:pt x="75169" y="34226"/>
                    <a:pt x="74804" y="34196"/>
                  </a:cubicBezTo>
                  <a:cubicBezTo>
                    <a:pt x="74895" y="34044"/>
                    <a:pt x="74713" y="33892"/>
                    <a:pt x="74713" y="33740"/>
                  </a:cubicBezTo>
                  <a:cubicBezTo>
                    <a:pt x="74713" y="33588"/>
                    <a:pt x="74804" y="33466"/>
                    <a:pt x="74804" y="33375"/>
                  </a:cubicBezTo>
                  <a:cubicBezTo>
                    <a:pt x="74804" y="33284"/>
                    <a:pt x="74652" y="33284"/>
                    <a:pt x="74622" y="33223"/>
                  </a:cubicBezTo>
                  <a:cubicBezTo>
                    <a:pt x="74500" y="33041"/>
                    <a:pt x="74530" y="32767"/>
                    <a:pt x="74470" y="32554"/>
                  </a:cubicBezTo>
                  <a:cubicBezTo>
                    <a:pt x="74409" y="32311"/>
                    <a:pt x="74348" y="32037"/>
                    <a:pt x="74226" y="31794"/>
                  </a:cubicBezTo>
                  <a:cubicBezTo>
                    <a:pt x="74105" y="31642"/>
                    <a:pt x="73922" y="31582"/>
                    <a:pt x="73862" y="31430"/>
                  </a:cubicBezTo>
                  <a:cubicBezTo>
                    <a:pt x="73801" y="31278"/>
                    <a:pt x="73771" y="31034"/>
                    <a:pt x="73558" y="30913"/>
                  </a:cubicBezTo>
                  <a:cubicBezTo>
                    <a:pt x="73801" y="30822"/>
                    <a:pt x="73801" y="30730"/>
                    <a:pt x="73983" y="30639"/>
                  </a:cubicBezTo>
                  <a:cubicBezTo>
                    <a:pt x="74014" y="30882"/>
                    <a:pt x="74318" y="30639"/>
                    <a:pt x="74409" y="30791"/>
                  </a:cubicBezTo>
                  <a:cubicBezTo>
                    <a:pt x="74591" y="30639"/>
                    <a:pt x="74226" y="30670"/>
                    <a:pt x="74257" y="30457"/>
                  </a:cubicBezTo>
                  <a:cubicBezTo>
                    <a:pt x="74561" y="30487"/>
                    <a:pt x="75017" y="30335"/>
                    <a:pt x="75047" y="30001"/>
                  </a:cubicBezTo>
                  <a:cubicBezTo>
                    <a:pt x="75047" y="29971"/>
                    <a:pt x="74865" y="29940"/>
                    <a:pt x="74834" y="29910"/>
                  </a:cubicBezTo>
                  <a:cubicBezTo>
                    <a:pt x="74743" y="29667"/>
                    <a:pt x="74622" y="29454"/>
                    <a:pt x="74470" y="29241"/>
                  </a:cubicBezTo>
                  <a:cubicBezTo>
                    <a:pt x="74318" y="29059"/>
                    <a:pt x="74074" y="29059"/>
                    <a:pt x="74105" y="28755"/>
                  </a:cubicBezTo>
                  <a:cubicBezTo>
                    <a:pt x="73771" y="28785"/>
                    <a:pt x="73406" y="28116"/>
                    <a:pt x="73041" y="27812"/>
                  </a:cubicBezTo>
                  <a:cubicBezTo>
                    <a:pt x="72919" y="27721"/>
                    <a:pt x="72737" y="27752"/>
                    <a:pt x="72615" y="27691"/>
                  </a:cubicBezTo>
                  <a:cubicBezTo>
                    <a:pt x="72190" y="27448"/>
                    <a:pt x="72099" y="26992"/>
                    <a:pt x="71856" y="26657"/>
                  </a:cubicBezTo>
                  <a:cubicBezTo>
                    <a:pt x="72099" y="26475"/>
                    <a:pt x="71947" y="26262"/>
                    <a:pt x="72099" y="26080"/>
                  </a:cubicBezTo>
                  <a:cubicBezTo>
                    <a:pt x="71886" y="25685"/>
                    <a:pt x="72220" y="25290"/>
                    <a:pt x="72068" y="24864"/>
                  </a:cubicBezTo>
                  <a:cubicBezTo>
                    <a:pt x="72403" y="24773"/>
                    <a:pt x="72281" y="24621"/>
                    <a:pt x="72190" y="24408"/>
                  </a:cubicBezTo>
                  <a:cubicBezTo>
                    <a:pt x="72676" y="24347"/>
                    <a:pt x="72433" y="23831"/>
                    <a:pt x="72646" y="23557"/>
                  </a:cubicBezTo>
                  <a:cubicBezTo>
                    <a:pt x="72707" y="23679"/>
                    <a:pt x="72798" y="23618"/>
                    <a:pt x="72859" y="23679"/>
                  </a:cubicBezTo>
                  <a:cubicBezTo>
                    <a:pt x="72919" y="23587"/>
                    <a:pt x="72767" y="23496"/>
                    <a:pt x="72676" y="23375"/>
                  </a:cubicBezTo>
                  <a:cubicBezTo>
                    <a:pt x="72980" y="23375"/>
                    <a:pt x="72889" y="23223"/>
                    <a:pt x="73163" y="23283"/>
                  </a:cubicBezTo>
                  <a:cubicBezTo>
                    <a:pt x="73284" y="23192"/>
                    <a:pt x="73223" y="23132"/>
                    <a:pt x="73163" y="23040"/>
                  </a:cubicBezTo>
                  <a:cubicBezTo>
                    <a:pt x="73284" y="23071"/>
                    <a:pt x="73345" y="22919"/>
                    <a:pt x="73527" y="22919"/>
                  </a:cubicBezTo>
                  <a:cubicBezTo>
                    <a:pt x="73558" y="22919"/>
                    <a:pt x="73619" y="23071"/>
                    <a:pt x="73649" y="23071"/>
                  </a:cubicBezTo>
                  <a:cubicBezTo>
                    <a:pt x="73801" y="23040"/>
                    <a:pt x="73862" y="22767"/>
                    <a:pt x="73983" y="22828"/>
                  </a:cubicBezTo>
                  <a:cubicBezTo>
                    <a:pt x="74044" y="22858"/>
                    <a:pt x="73983" y="22980"/>
                    <a:pt x="74074" y="23010"/>
                  </a:cubicBezTo>
                  <a:cubicBezTo>
                    <a:pt x="74257" y="23101"/>
                    <a:pt x="74439" y="23101"/>
                    <a:pt x="74622" y="23010"/>
                  </a:cubicBezTo>
                  <a:cubicBezTo>
                    <a:pt x="74804" y="23283"/>
                    <a:pt x="74956" y="23162"/>
                    <a:pt x="75138" y="23405"/>
                  </a:cubicBezTo>
                  <a:cubicBezTo>
                    <a:pt x="75230" y="23466"/>
                    <a:pt x="75290" y="23375"/>
                    <a:pt x="75381" y="23314"/>
                  </a:cubicBezTo>
                  <a:cubicBezTo>
                    <a:pt x="75442" y="23861"/>
                    <a:pt x="76050" y="24499"/>
                    <a:pt x="75959" y="24986"/>
                  </a:cubicBezTo>
                  <a:cubicBezTo>
                    <a:pt x="76111" y="25198"/>
                    <a:pt x="76233" y="25411"/>
                    <a:pt x="76354" y="25624"/>
                  </a:cubicBezTo>
                  <a:cubicBezTo>
                    <a:pt x="76780" y="25350"/>
                    <a:pt x="76749" y="24986"/>
                    <a:pt x="76992" y="24682"/>
                  </a:cubicBezTo>
                  <a:cubicBezTo>
                    <a:pt x="77418" y="25168"/>
                    <a:pt x="77388" y="24317"/>
                    <a:pt x="77692" y="24378"/>
                  </a:cubicBezTo>
                  <a:lnTo>
                    <a:pt x="77935" y="24712"/>
                  </a:lnTo>
                  <a:cubicBezTo>
                    <a:pt x="78087" y="24591"/>
                    <a:pt x="78026" y="24439"/>
                    <a:pt x="78269" y="24317"/>
                  </a:cubicBezTo>
                  <a:cubicBezTo>
                    <a:pt x="78543" y="24803"/>
                    <a:pt x="78603" y="24864"/>
                    <a:pt x="78847" y="25290"/>
                  </a:cubicBezTo>
                  <a:cubicBezTo>
                    <a:pt x="78755" y="25411"/>
                    <a:pt x="78725" y="25624"/>
                    <a:pt x="78786" y="25806"/>
                  </a:cubicBezTo>
                  <a:cubicBezTo>
                    <a:pt x="78999" y="26080"/>
                    <a:pt x="78968" y="25654"/>
                    <a:pt x="79090" y="25837"/>
                  </a:cubicBezTo>
                  <a:lnTo>
                    <a:pt x="79303" y="26201"/>
                  </a:lnTo>
                  <a:lnTo>
                    <a:pt x="79029" y="26353"/>
                  </a:lnTo>
                  <a:cubicBezTo>
                    <a:pt x="79303" y="26657"/>
                    <a:pt x="79151" y="27053"/>
                    <a:pt x="79485" y="26992"/>
                  </a:cubicBezTo>
                  <a:cubicBezTo>
                    <a:pt x="79606" y="26931"/>
                    <a:pt x="79059" y="26566"/>
                    <a:pt x="79455" y="26445"/>
                  </a:cubicBezTo>
                  <a:cubicBezTo>
                    <a:pt x="79728" y="26901"/>
                    <a:pt x="79971" y="27387"/>
                    <a:pt x="80184" y="27873"/>
                  </a:cubicBezTo>
                  <a:cubicBezTo>
                    <a:pt x="80397" y="28329"/>
                    <a:pt x="80610" y="28846"/>
                    <a:pt x="80762" y="29363"/>
                  </a:cubicBezTo>
                  <a:cubicBezTo>
                    <a:pt x="80822" y="29484"/>
                    <a:pt x="80944" y="29454"/>
                    <a:pt x="81005" y="29606"/>
                  </a:cubicBezTo>
                  <a:cubicBezTo>
                    <a:pt x="81187" y="29545"/>
                    <a:pt x="81187" y="29363"/>
                    <a:pt x="81461" y="29363"/>
                  </a:cubicBezTo>
                  <a:cubicBezTo>
                    <a:pt x="81704" y="29819"/>
                    <a:pt x="81886" y="29727"/>
                    <a:pt x="81886" y="30366"/>
                  </a:cubicBezTo>
                  <a:cubicBezTo>
                    <a:pt x="82160" y="30426"/>
                    <a:pt x="81977" y="30092"/>
                    <a:pt x="81947" y="29910"/>
                  </a:cubicBezTo>
                  <a:cubicBezTo>
                    <a:pt x="81947" y="29515"/>
                    <a:pt x="82099" y="30062"/>
                    <a:pt x="82099" y="30214"/>
                  </a:cubicBezTo>
                  <a:cubicBezTo>
                    <a:pt x="82221" y="30974"/>
                    <a:pt x="82676" y="32250"/>
                    <a:pt x="82221" y="32524"/>
                  </a:cubicBezTo>
                  <a:cubicBezTo>
                    <a:pt x="82494" y="32737"/>
                    <a:pt x="82585" y="33071"/>
                    <a:pt x="82524" y="33405"/>
                  </a:cubicBezTo>
                  <a:cubicBezTo>
                    <a:pt x="82403" y="33375"/>
                    <a:pt x="82494" y="33071"/>
                    <a:pt x="82342" y="33071"/>
                  </a:cubicBezTo>
                  <a:cubicBezTo>
                    <a:pt x="82281" y="33101"/>
                    <a:pt x="82251" y="33192"/>
                    <a:pt x="82190" y="33192"/>
                  </a:cubicBezTo>
                  <a:cubicBezTo>
                    <a:pt x="82251" y="33436"/>
                    <a:pt x="82312" y="33679"/>
                    <a:pt x="82524" y="33709"/>
                  </a:cubicBezTo>
                  <a:cubicBezTo>
                    <a:pt x="82616" y="34469"/>
                    <a:pt x="82251" y="35047"/>
                    <a:pt x="82433" y="35655"/>
                  </a:cubicBezTo>
                  <a:cubicBezTo>
                    <a:pt x="82221" y="35107"/>
                    <a:pt x="82190" y="36080"/>
                    <a:pt x="82342" y="36202"/>
                  </a:cubicBezTo>
                  <a:cubicBezTo>
                    <a:pt x="82251" y="36840"/>
                    <a:pt x="82099" y="37600"/>
                    <a:pt x="82008" y="38147"/>
                  </a:cubicBezTo>
                  <a:cubicBezTo>
                    <a:pt x="81825" y="39667"/>
                    <a:pt x="80914" y="41308"/>
                    <a:pt x="80914" y="42402"/>
                  </a:cubicBezTo>
                  <a:cubicBezTo>
                    <a:pt x="80822" y="42524"/>
                    <a:pt x="80792" y="42372"/>
                    <a:pt x="80701" y="42311"/>
                  </a:cubicBezTo>
                  <a:cubicBezTo>
                    <a:pt x="80670" y="42433"/>
                    <a:pt x="80610" y="42463"/>
                    <a:pt x="80549" y="42463"/>
                  </a:cubicBezTo>
                  <a:cubicBezTo>
                    <a:pt x="80458" y="42737"/>
                    <a:pt x="80610" y="42737"/>
                    <a:pt x="80549" y="42980"/>
                  </a:cubicBezTo>
                  <a:cubicBezTo>
                    <a:pt x="80488" y="43132"/>
                    <a:pt x="80245" y="43314"/>
                    <a:pt x="80214" y="43466"/>
                  </a:cubicBezTo>
                  <a:cubicBezTo>
                    <a:pt x="80154" y="43618"/>
                    <a:pt x="80306" y="43770"/>
                    <a:pt x="80214" y="43983"/>
                  </a:cubicBezTo>
                  <a:cubicBezTo>
                    <a:pt x="80093" y="44165"/>
                    <a:pt x="80032" y="44226"/>
                    <a:pt x="79880" y="44165"/>
                  </a:cubicBezTo>
                  <a:cubicBezTo>
                    <a:pt x="79880" y="44378"/>
                    <a:pt x="80123" y="44500"/>
                    <a:pt x="79880" y="44864"/>
                  </a:cubicBezTo>
                  <a:cubicBezTo>
                    <a:pt x="79789" y="44804"/>
                    <a:pt x="79880" y="44652"/>
                    <a:pt x="79789" y="44621"/>
                  </a:cubicBezTo>
                  <a:cubicBezTo>
                    <a:pt x="79606" y="44682"/>
                    <a:pt x="79637" y="45016"/>
                    <a:pt x="79455" y="45229"/>
                  </a:cubicBezTo>
                  <a:cubicBezTo>
                    <a:pt x="79424" y="45260"/>
                    <a:pt x="79242" y="45320"/>
                    <a:pt x="79242" y="45351"/>
                  </a:cubicBezTo>
                  <a:cubicBezTo>
                    <a:pt x="78907" y="45959"/>
                    <a:pt x="78816" y="46779"/>
                    <a:pt x="78573" y="47174"/>
                  </a:cubicBezTo>
                  <a:cubicBezTo>
                    <a:pt x="78603" y="47296"/>
                    <a:pt x="78634" y="47387"/>
                    <a:pt x="78725" y="47448"/>
                  </a:cubicBezTo>
                  <a:cubicBezTo>
                    <a:pt x="78269" y="47691"/>
                    <a:pt x="78178" y="48390"/>
                    <a:pt x="78026" y="48907"/>
                  </a:cubicBezTo>
                  <a:lnTo>
                    <a:pt x="77813" y="48785"/>
                  </a:lnTo>
                  <a:cubicBezTo>
                    <a:pt x="77783" y="48998"/>
                    <a:pt x="77631" y="49272"/>
                    <a:pt x="77752" y="49424"/>
                  </a:cubicBezTo>
                  <a:cubicBezTo>
                    <a:pt x="77540" y="49667"/>
                    <a:pt x="77631" y="49241"/>
                    <a:pt x="77509" y="49181"/>
                  </a:cubicBezTo>
                  <a:cubicBezTo>
                    <a:pt x="77357" y="49485"/>
                    <a:pt x="77448" y="49667"/>
                    <a:pt x="77388" y="49910"/>
                  </a:cubicBezTo>
                  <a:cubicBezTo>
                    <a:pt x="77084" y="50275"/>
                    <a:pt x="76901" y="50731"/>
                    <a:pt x="76840" y="51217"/>
                  </a:cubicBezTo>
                  <a:cubicBezTo>
                    <a:pt x="76749" y="51339"/>
                    <a:pt x="76597" y="51369"/>
                    <a:pt x="76476" y="51491"/>
                  </a:cubicBezTo>
                  <a:cubicBezTo>
                    <a:pt x="75959" y="53071"/>
                    <a:pt x="74986" y="54469"/>
                    <a:pt x="73649" y="55503"/>
                  </a:cubicBezTo>
                  <a:lnTo>
                    <a:pt x="73284" y="56202"/>
                  </a:lnTo>
                  <a:cubicBezTo>
                    <a:pt x="72889" y="56384"/>
                    <a:pt x="72524" y="56628"/>
                    <a:pt x="72160" y="56871"/>
                  </a:cubicBezTo>
                  <a:lnTo>
                    <a:pt x="71977" y="56628"/>
                  </a:lnTo>
                  <a:cubicBezTo>
                    <a:pt x="71764" y="56992"/>
                    <a:pt x="71400" y="57600"/>
                    <a:pt x="70944" y="57539"/>
                  </a:cubicBezTo>
                  <a:cubicBezTo>
                    <a:pt x="70944" y="57266"/>
                    <a:pt x="71400" y="57235"/>
                    <a:pt x="71552" y="57114"/>
                  </a:cubicBezTo>
                  <a:cubicBezTo>
                    <a:pt x="71734" y="56931"/>
                    <a:pt x="71552" y="56688"/>
                    <a:pt x="71886" y="56476"/>
                  </a:cubicBezTo>
                  <a:cubicBezTo>
                    <a:pt x="71764" y="56445"/>
                    <a:pt x="71612" y="56506"/>
                    <a:pt x="71460" y="56597"/>
                  </a:cubicBezTo>
                  <a:cubicBezTo>
                    <a:pt x="71643" y="56293"/>
                    <a:pt x="71278" y="56111"/>
                    <a:pt x="71308" y="55898"/>
                  </a:cubicBezTo>
                  <a:cubicBezTo>
                    <a:pt x="71369" y="55381"/>
                    <a:pt x="71916" y="55229"/>
                    <a:pt x="72160" y="54773"/>
                  </a:cubicBezTo>
                  <a:cubicBezTo>
                    <a:pt x="72342" y="54652"/>
                    <a:pt x="72494" y="54500"/>
                    <a:pt x="72615" y="54682"/>
                  </a:cubicBezTo>
                  <a:cubicBezTo>
                    <a:pt x="72707" y="54530"/>
                    <a:pt x="72707" y="54409"/>
                    <a:pt x="72798" y="54287"/>
                  </a:cubicBezTo>
                  <a:cubicBezTo>
                    <a:pt x="72676" y="54196"/>
                    <a:pt x="72524" y="54287"/>
                    <a:pt x="72403" y="54439"/>
                  </a:cubicBezTo>
                  <a:cubicBezTo>
                    <a:pt x="72433" y="54135"/>
                    <a:pt x="73011" y="53740"/>
                    <a:pt x="73223" y="53618"/>
                  </a:cubicBezTo>
                  <a:cubicBezTo>
                    <a:pt x="73345" y="53862"/>
                    <a:pt x="73345" y="53801"/>
                    <a:pt x="73619" y="53831"/>
                  </a:cubicBezTo>
                  <a:cubicBezTo>
                    <a:pt x="73771" y="53618"/>
                    <a:pt x="73588" y="53375"/>
                    <a:pt x="73922" y="53314"/>
                  </a:cubicBezTo>
                  <a:cubicBezTo>
                    <a:pt x="73862" y="53284"/>
                    <a:pt x="73831" y="53193"/>
                    <a:pt x="73862" y="53132"/>
                  </a:cubicBezTo>
                  <a:cubicBezTo>
                    <a:pt x="73649" y="52980"/>
                    <a:pt x="73467" y="53831"/>
                    <a:pt x="73254" y="53497"/>
                  </a:cubicBezTo>
                  <a:cubicBezTo>
                    <a:pt x="73467" y="53162"/>
                    <a:pt x="73740" y="52889"/>
                    <a:pt x="74044" y="52646"/>
                  </a:cubicBezTo>
                  <a:cubicBezTo>
                    <a:pt x="74226" y="52342"/>
                    <a:pt x="73831" y="52463"/>
                    <a:pt x="73862" y="52251"/>
                  </a:cubicBezTo>
                  <a:cubicBezTo>
                    <a:pt x="73649" y="52463"/>
                    <a:pt x="73649" y="52798"/>
                    <a:pt x="73375" y="52828"/>
                  </a:cubicBezTo>
                  <a:cubicBezTo>
                    <a:pt x="73254" y="52737"/>
                    <a:pt x="73223" y="52615"/>
                    <a:pt x="73223" y="52463"/>
                  </a:cubicBezTo>
                  <a:cubicBezTo>
                    <a:pt x="73102" y="52433"/>
                    <a:pt x="72980" y="52463"/>
                    <a:pt x="72889" y="52524"/>
                  </a:cubicBezTo>
                  <a:cubicBezTo>
                    <a:pt x="72767" y="52858"/>
                    <a:pt x="73163" y="52555"/>
                    <a:pt x="73254" y="52706"/>
                  </a:cubicBezTo>
                  <a:cubicBezTo>
                    <a:pt x="73102" y="52858"/>
                    <a:pt x="73223" y="52919"/>
                    <a:pt x="73315" y="53010"/>
                  </a:cubicBezTo>
                  <a:cubicBezTo>
                    <a:pt x="73193" y="53284"/>
                    <a:pt x="73041" y="53223"/>
                    <a:pt x="72889" y="53406"/>
                  </a:cubicBezTo>
                  <a:cubicBezTo>
                    <a:pt x="72828" y="53314"/>
                    <a:pt x="73011" y="53193"/>
                    <a:pt x="73071" y="53071"/>
                  </a:cubicBezTo>
                  <a:cubicBezTo>
                    <a:pt x="72737" y="52950"/>
                    <a:pt x="72767" y="53466"/>
                    <a:pt x="72737" y="53649"/>
                  </a:cubicBezTo>
                  <a:cubicBezTo>
                    <a:pt x="72494" y="53922"/>
                    <a:pt x="72281" y="53831"/>
                    <a:pt x="72038" y="53892"/>
                  </a:cubicBezTo>
                  <a:cubicBezTo>
                    <a:pt x="71947" y="54074"/>
                    <a:pt x="72312" y="54226"/>
                    <a:pt x="72008" y="54409"/>
                  </a:cubicBezTo>
                  <a:cubicBezTo>
                    <a:pt x="71825" y="54439"/>
                    <a:pt x="71673" y="54348"/>
                    <a:pt x="71521" y="54287"/>
                  </a:cubicBezTo>
                  <a:cubicBezTo>
                    <a:pt x="71460" y="54409"/>
                    <a:pt x="71612" y="54561"/>
                    <a:pt x="71521" y="54713"/>
                  </a:cubicBezTo>
                  <a:cubicBezTo>
                    <a:pt x="70701" y="55381"/>
                    <a:pt x="69819" y="55989"/>
                    <a:pt x="68846" y="56476"/>
                  </a:cubicBezTo>
                  <a:cubicBezTo>
                    <a:pt x="68664" y="56567"/>
                    <a:pt x="68877" y="56749"/>
                    <a:pt x="68725" y="56840"/>
                  </a:cubicBezTo>
                  <a:cubicBezTo>
                    <a:pt x="68846" y="56901"/>
                    <a:pt x="68998" y="56871"/>
                    <a:pt x="69120" y="56810"/>
                  </a:cubicBezTo>
                  <a:cubicBezTo>
                    <a:pt x="69029" y="57144"/>
                    <a:pt x="69485" y="57205"/>
                    <a:pt x="69667" y="57357"/>
                  </a:cubicBezTo>
                  <a:lnTo>
                    <a:pt x="69485" y="57448"/>
                  </a:lnTo>
                  <a:lnTo>
                    <a:pt x="69302" y="57539"/>
                  </a:lnTo>
                  <a:cubicBezTo>
                    <a:pt x="69302" y="57266"/>
                    <a:pt x="69150" y="57083"/>
                    <a:pt x="68816" y="57235"/>
                  </a:cubicBezTo>
                  <a:cubicBezTo>
                    <a:pt x="68877" y="57509"/>
                    <a:pt x="69150" y="57175"/>
                    <a:pt x="69211" y="57509"/>
                  </a:cubicBezTo>
                  <a:cubicBezTo>
                    <a:pt x="68755" y="57479"/>
                    <a:pt x="68573" y="57752"/>
                    <a:pt x="68330" y="58056"/>
                  </a:cubicBezTo>
                  <a:cubicBezTo>
                    <a:pt x="68573" y="58147"/>
                    <a:pt x="68664" y="57843"/>
                    <a:pt x="68877" y="57783"/>
                  </a:cubicBezTo>
                  <a:cubicBezTo>
                    <a:pt x="69181" y="57691"/>
                    <a:pt x="69515" y="57661"/>
                    <a:pt x="69849" y="57661"/>
                  </a:cubicBezTo>
                  <a:cubicBezTo>
                    <a:pt x="69758" y="57813"/>
                    <a:pt x="69697" y="58208"/>
                    <a:pt x="70062" y="58087"/>
                  </a:cubicBezTo>
                  <a:cubicBezTo>
                    <a:pt x="69819" y="58330"/>
                    <a:pt x="69606" y="58603"/>
                    <a:pt x="69424" y="58907"/>
                  </a:cubicBezTo>
                  <a:cubicBezTo>
                    <a:pt x="69181" y="59090"/>
                    <a:pt x="69150" y="58846"/>
                    <a:pt x="68968" y="58938"/>
                  </a:cubicBezTo>
                  <a:cubicBezTo>
                    <a:pt x="68664" y="58998"/>
                    <a:pt x="68512" y="59211"/>
                    <a:pt x="68238" y="59333"/>
                  </a:cubicBezTo>
                  <a:cubicBezTo>
                    <a:pt x="68087" y="59424"/>
                    <a:pt x="68026" y="59333"/>
                    <a:pt x="67904" y="59394"/>
                  </a:cubicBezTo>
                  <a:cubicBezTo>
                    <a:pt x="67661" y="59546"/>
                    <a:pt x="67357" y="59697"/>
                    <a:pt x="67083" y="59789"/>
                  </a:cubicBezTo>
                  <a:cubicBezTo>
                    <a:pt x="66476" y="59941"/>
                    <a:pt x="65290" y="60397"/>
                    <a:pt x="64652" y="60549"/>
                  </a:cubicBezTo>
                  <a:cubicBezTo>
                    <a:pt x="64469" y="60609"/>
                    <a:pt x="64135" y="60457"/>
                    <a:pt x="64105" y="60792"/>
                  </a:cubicBezTo>
                  <a:cubicBezTo>
                    <a:pt x="63862" y="60913"/>
                    <a:pt x="63862" y="60670"/>
                    <a:pt x="63679" y="60731"/>
                  </a:cubicBezTo>
                  <a:cubicBezTo>
                    <a:pt x="63497" y="60792"/>
                    <a:pt x="63527" y="60822"/>
                    <a:pt x="63527" y="60944"/>
                  </a:cubicBezTo>
                  <a:cubicBezTo>
                    <a:pt x="63223" y="61065"/>
                    <a:pt x="63345" y="60701"/>
                    <a:pt x="63102" y="60792"/>
                  </a:cubicBezTo>
                  <a:cubicBezTo>
                    <a:pt x="62737" y="60792"/>
                    <a:pt x="62615" y="61096"/>
                    <a:pt x="62342" y="60944"/>
                  </a:cubicBezTo>
                  <a:cubicBezTo>
                    <a:pt x="62220" y="61005"/>
                    <a:pt x="62281" y="61126"/>
                    <a:pt x="62281" y="61217"/>
                  </a:cubicBezTo>
                  <a:cubicBezTo>
                    <a:pt x="61855" y="61126"/>
                    <a:pt x="61430" y="61187"/>
                    <a:pt x="61035" y="61308"/>
                  </a:cubicBezTo>
                  <a:cubicBezTo>
                    <a:pt x="60944" y="61369"/>
                    <a:pt x="60913" y="61491"/>
                    <a:pt x="60883" y="61582"/>
                  </a:cubicBezTo>
                  <a:cubicBezTo>
                    <a:pt x="59819" y="61795"/>
                    <a:pt x="57266" y="62190"/>
                    <a:pt x="55594" y="62615"/>
                  </a:cubicBezTo>
                  <a:cubicBezTo>
                    <a:pt x="55320" y="62676"/>
                    <a:pt x="55138" y="62828"/>
                    <a:pt x="54864" y="62919"/>
                  </a:cubicBezTo>
                  <a:cubicBezTo>
                    <a:pt x="54287" y="63071"/>
                    <a:pt x="53679" y="63041"/>
                    <a:pt x="53223" y="63284"/>
                  </a:cubicBezTo>
                  <a:cubicBezTo>
                    <a:pt x="53709" y="63284"/>
                    <a:pt x="53588" y="63467"/>
                    <a:pt x="53071" y="63558"/>
                  </a:cubicBezTo>
                  <a:cubicBezTo>
                    <a:pt x="53375" y="63497"/>
                    <a:pt x="51187" y="63862"/>
                    <a:pt x="50396" y="64044"/>
                  </a:cubicBezTo>
                  <a:cubicBezTo>
                    <a:pt x="50244" y="64074"/>
                    <a:pt x="50214" y="63983"/>
                    <a:pt x="50092" y="63983"/>
                  </a:cubicBezTo>
                  <a:cubicBezTo>
                    <a:pt x="49879" y="64074"/>
                    <a:pt x="49667" y="64135"/>
                    <a:pt x="49454" y="64196"/>
                  </a:cubicBezTo>
                  <a:cubicBezTo>
                    <a:pt x="49241" y="64196"/>
                    <a:pt x="49059" y="64166"/>
                    <a:pt x="48968" y="64196"/>
                  </a:cubicBezTo>
                  <a:cubicBezTo>
                    <a:pt x="48755" y="64226"/>
                    <a:pt x="48633" y="64470"/>
                    <a:pt x="48147" y="64470"/>
                  </a:cubicBezTo>
                  <a:cubicBezTo>
                    <a:pt x="48025" y="64470"/>
                    <a:pt x="47934" y="64409"/>
                    <a:pt x="47843" y="64348"/>
                  </a:cubicBezTo>
                  <a:cubicBezTo>
                    <a:pt x="47691" y="64378"/>
                    <a:pt x="47569" y="64622"/>
                    <a:pt x="47417" y="64682"/>
                  </a:cubicBezTo>
                  <a:cubicBezTo>
                    <a:pt x="47357" y="64682"/>
                    <a:pt x="47235" y="64622"/>
                    <a:pt x="47113" y="64652"/>
                  </a:cubicBezTo>
                  <a:cubicBezTo>
                    <a:pt x="46870" y="64682"/>
                    <a:pt x="46658" y="64865"/>
                    <a:pt x="46384" y="64926"/>
                  </a:cubicBezTo>
                  <a:cubicBezTo>
                    <a:pt x="46110" y="64956"/>
                    <a:pt x="45107" y="65047"/>
                    <a:pt x="44773" y="65138"/>
                  </a:cubicBezTo>
                  <a:cubicBezTo>
                    <a:pt x="44682" y="65169"/>
                    <a:pt x="44712" y="65381"/>
                    <a:pt x="44499" y="65351"/>
                  </a:cubicBezTo>
                  <a:cubicBezTo>
                    <a:pt x="44469" y="65229"/>
                    <a:pt x="44591" y="65199"/>
                    <a:pt x="44560" y="65078"/>
                  </a:cubicBezTo>
                  <a:cubicBezTo>
                    <a:pt x="44408" y="65078"/>
                    <a:pt x="44378" y="65199"/>
                    <a:pt x="44195" y="65229"/>
                  </a:cubicBezTo>
                  <a:cubicBezTo>
                    <a:pt x="44195" y="65321"/>
                    <a:pt x="44226" y="65351"/>
                    <a:pt x="44317" y="65381"/>
                  </a:cubicBezTo>
                  <a:cubicBezTo>
                    <a:pt x="44317" y="65594"/>
                    <a:pt x="44013" y="65412"/>
                    <a:pt x="44104" y="65229"/>
                  </a:cubicBezTo>
                  <a:cubicBezTo>
                    <a:pt x="43922" y="65351"/>
                    <a:pt x="43740" y="65412"/>
                    <a:pt x="43527" y="65381"/>
                  </a:cubicBezTo>
                  <a:cubicBezTo>
                    <a:pt x="43466" y="65381"/>
                    <a:pt x="43040" y="65625"/>
                    <a:pt x="42888" y="65625"/>
                  </a:cubicBezTo>
                  <a:cubicBezTo>
                    <a:pt x="42737" y="65655"/>
                    <a:pt x="42524" y="65594"/>
                    <a:pt x="42311" y="65625"/>
                  </a:cubicBezTo>
                  <a:cubicBezTo>
                    <a:pt x="41733" y="65716"/>
                    <a:pt x="41004" y="65898"/>
                    <a:pt x="40487" y="65898"/>
                  </a:cubicBezTo>
                  <a:cubicBezTo>
                    <a:pt x="40244" y="65898"/>
                    <a:pt x="39970" y="66111"/>
                    <a:pt x="39727" y="66141"/>
                  </a:cubicBezTo>
                  <a:cubicBezTo>
                    <a:pt x="39575" y="66172"/>
                    <a:pt x="39545" y="66111"/>
                    <a:pt x="39423" y="66081"/>
                  </a:cubicBezTo>
                  <a:cubicBezTo>
                    <a:pt x="39150" y="66081"/>
                    <a:pt x="38876" y="66233"/>
                    <a:pt x="38663" y="66233"/>
                  </a:cubicBezTo>
                  <a:cubicBezTo>
                    <a:pt x="38511" y="66202"/>
                    <a:pt x="38329" y="66172"/>
                    <a:pt x="38177" y="66111"/>
                  </a:cubicBezTo>
                  <a:cubicBezTo>
                    <a:pt x="37964" y="66081"/>
                    <a:pt x="37782" y="66050"/>
                    <a:pt x="37600" y="66081"/>
                  </a:cubicBezTo>
                  <a:cubicBezTo>
                    <a:pt x="37508" y="66081"/>
                    <a:pt x="37326" y="66233"/>
                    <a:pt x="37296" y="66263"/>
                  </a:cubicBezTo>
                  <a:cubicBezTo>
                    <a:pt x="37144" y="66263"/>
                    <a:pt x="37144" y="66202"/>
                    <a:pt x="37022" y="66202"/>
                  </a:cubicBezTo>
                  <a:cubicBezTo>
                    <a:pt x="36870" y="66202"/>
                    <a:pt x="36809" y="66293"/>
                    <a:pt x="36627" y="66293"/>
                  </a:cubicBezTo>
                  <a:cubicBezTo>
                    <a:pt x="36445" y="66293"/>
                    <a:pt x="36232" y="66202"/>
                    <a:pt x="36049" y="66233"/>
                  </a:cubicBezTo>
                  <a:cubicBezTo>
                    <a:pt x="35745" y="66263"/>
                    <a:pt x="35016" y="66628"/>
                    <a:pt x="34469" y="66385"/>
                  </a:cubicBezTo>
                  <a:cubicBezTo>
                    <a:pt x="34408" y="66537"/>
                    <a:pt x="33679" y="66628"/>
                    <a:pt x="33101" y="66628"/>
                  </a:cubicBezTo>
                  <a:cubicBezTo>
                    <a:pt x="32949" y="66628"/>
                    <a:pt x="32736" y="66537"/>
                    <a:pt x="32584" y="66537"/>
                  </a:cubicBezTo>
                  <a:cubicBezTo>
                    <a:pt x="31520" y="66597"/>
                    <a:pt x="30426" y="66780"/>
                    <a:pt x="29484" y="66597"/>
                  </a:cubicBezTo>
                  <a:cubicBezTo>
                    <a:pt x="29302" y="66567"/>
                    <a:pt x="29150" y="66324"/>
                    <a:pt x="28906" y="66476"/>
                  </a:cubicBezTo>
                  <a:cubicBezTo>
                    <a:pt x="28906" y="66567"/>
                    <a:pt x="29089" y="66537"/>
                    <a:pt x="29180" y="66567"/>
                  </a:cubicBezTo>
                  <a:cubicBezTo>
                    <a:pt x="28967" y="66688"/>
                    <a:pt x="28025" y="66688"/>
                    <a:pt x="28086" y="66324"/>
                  </a:cubicBezTo>
                  <a:cubicBezTo>
                    <a:pt x="28025" y="66537"/>
                    <a:pt x="27843" y="66385"/>
                    <a:pt x="27478" y="66415"/>
                  </a:cubicBezTo>
                  <a:cubicBezTo>
                    <a:pt x="27174" y="66537"/>
                    <a:pt x="26870" y="66567"/>
                    <a:pt x="26536" y="66476"/>
                  </a:cubicBezTo>
                  <a:cubicBezTo>
                    <a:pt x="26536" y="66293"/>
                    <a:pt x="26718" y="66324"/>
                    <a:pt x="26870" y="66354"/>
                  </a:cubicBezTo>
                  <a:cubicBezTo>
                    <a:pt x="26809" y="66263"/>
                    <a:pt x="26688" y="66020"/>
                    <a:pt x="27022" y="66111"/>
                  </a:cubicBezTo>
                  <a:cubicBezTo>
                    <a:pt x="26961" y="65868"/>
                    <a:pt x="26779" y="66172"/>
                    <a:pt x="26596" y="66050"/>
                  </a:cubicBezTo>
                  <a:cubicBezTo>
                    <a:pt x="26688" y="65989"/>
                    <a:pt x="26748" y="65868"/>
                    <a:pt x="26748" y="65746"/>
                  </a:cubicBezTo>
                  <a:cubicBezTo>
                    <a:pt x="26475" y="65655"/>
                    <a:pt x="26475" y="65837"/>
                    <a:pt x="26232" y="65777"/>
                  </a:cubicBezTo>
                  <a:cubicBezTo>
                    <a:pt x="26414" y="65442"/>
                    <a:pt x="25988" y="65321"/>
                    <a:pt x="25776" y="65442"/>
                  </a:cubicBezTo>
                  <a:cubicBezTo>
                    <a:pt x="25867" y="65746"/>
                    <a:pt x="26292" y="65837"/>
                    <a:pt x="26292" y="66172"/>
                  </a:cubicBezTo>
                  <a:cubicBezTo>
                    <a:pt x="26110" y="66293"/>
                    <a:pt x="25836" y="66263"/>
                    <a:pt x="25715" y="66445"/>
                  </a:cubicBezTo>
                  <a:cubicBezTo>
                    <a:pt x="25593" y="66324"/>
                    <a:pt x="25624" y="66111"/>
                    <a:pt x="25502" y="65989"/>
                  </a:cubicBezTo>
                  <a:cubicBezTo>
                    <a:pt x="25198" y="65989"/>
                    <a:pt x="25168" y="66354"/>
                    <a:pt x="25533" y="66354"/>
                  </a:cubicBezTo>
                  <a:cubicBezTo>
                    <a:pt x="25137" y="66597"/>
                    <a:pt x="24925" y="66050"/>
                    <a:pt x="24894" y="65807"/>
                  </a:cubicBezTo>
                  <a:cubicBezTo>
                    <a:pt x="24681" y="65959"/>
                    <a:pt x="24286" y="65868"/>
                    <a:pt x="24286" y="66263"/>
                  </a:cubicBezTo>
                  <a:cubicBezTo>
                    <a:pt x="24134" y="66233"/>
                    <a:pt x="24013" y="66202"/>
                    <a:pt x="23952" y="66293"/>
                  </a:cubicBezTo>
                  <a:cubicBezTo>
                    <a:pt x="23800" y="66111"/>
                    <a:pt x="23314" y="66050"/>
                    <a:pt x="23344" y="65746"/>
                  </a:cubicBezTo>
                  <a:cubicBezTo>
                    <a:pt x="23618" y="65777"/>
                    <a:pt x="23861" y="65837"/>
                    <a:pt x="23709" y="66081"/>
                  </a:cubicBezTo>
                  <a:lnTo>
                    <a:pt x="24195" y="66172"/>
                  </a:lnTo>
                  <a:cubicBezTo>
                    <a:pt x="24347" y="65898"/>
                    <a:pt x="23739" y="65989"/>
                    <a:pt x="23891" y="65685"/>
                  </a:cubicBezTo>
                  <a:cubicBezTo>
                    <a:pt x="24226" y="65655"/>
                    <a:pt x="24165" y="65685"/>
                    <a:pt x="24377" y="65868"/>
                  </a:cubicBezTo>
                  <a:cubicBezTo>
                    <a:pt x="24377" y="65594"/>
                    <a:pt x="23952" y="65564"/>
                    <a:pt x="23952" y="65290"/>
                  </a:cubicBezTo>
                  <a:cubicBezTo>
                    <a:pt x="23648" y="65199"/>
                    <a:pt x="23466" y="65473"/>
                    <a:pt x="23253" y="65229"/>
                  </a:cubicBezTo>
                  <a:cubicBezTo>
                    <a:pt x="23344" y="64834"/>
                    <a:pt x="24104" y="64774"/>
                    <a:pt x="24013" y="64530"/>
                  </a:cubicBezTo>
                  <a:cubicBezTo>
                    <a:pt x="24256" y="64439"/>
                    <a:pt x="24529" y="64713"/>
                    <a:pt x="24894" y="64652"/>
                  </a:cubicBezTo>
                  <a:cubicBezTo>
                    <a:pt x="24712" y="64774"/>
                    <a:pt x="24894" y="64743"/>
                    <a:pt x="24833" y="64956"/>
                  </a:cubicBezTo>
                  <a:cubicBezTo>
                    <a:pt x="25289" y="65078"/>
                    <a:pt x="25137" y="64470"/>
                    <a:pt x="25593" y="64591"/>
                  </a:cubicBezTo>
                  <a:cubicBezTo>
                    <a:pt x="25867" y="64622"/>
                    <a:pt x="25715" y="64682"/>
                    <a:pt x="25685" y="64774"/>
                  </a:cubicBezTo>
                  <a:cubicBezTo>
                    <a:pt x="25897" y="64865"/>
                    <a:pt x="25836" y="64652"/>
                    <a:pt x="25988" y="64652"/>
                  </a:cubicBezTo>
                  <a:cubicBezTo>
                    <a:pt x="26444" y="64622"/>
                    <a:pt x="26323" y="64926"/>
                    <a:pt x="26748" y="64926"/>
                  </a:cubicBezTo>
                  <a:cubicBezTo>
                    <a:pt x="27083" y="64834"/>
                    <a:pt x="26566" y="64682"/>
                    <a:pt x="26718" y="64500"/>
                  </a:cubicBezTo>
                  <a:cubicBezTo>
                    <a:pt x="26748" y="64652"/>
                    <a:pt x="27174" y="64561"/>
                    <a:pt x="27174" y="64713"/>
                  </a:cubicBezTo>
                  <a:cubicBezTo>
                    <a:pt x="27417" y="64713"/>
                    <a:pt x="27083" y="64500"/>
                    <a:pt x="26992" y="64439"/>
                  </a:cubicBezTo>
                  <a:cubicBezTo>
                    <a:pt x="27265" y="64348"/>
                    <a:pt x="27691" y="64622"/>
                    <a:pt x="27995" y="64409"/>
                  </a:cubicBezTo>
                  <a:cubicBezTo>
                    <a:pt x="27843" y="64105"/>
                    <a:pt x="27630" y="64500"/>
                    <a:pt x="27417" y="64409"/>
                  </a:cubicBezTo>
                  <a:cubicBezTo>
                    <a:pt x="27387" y="64226"/>
                    <a:pt x="27022" y="64135"/>
                    <a:pt x="27265" y="63983"/>
                  </a:cubicBezTo>
                  <a:cubicBezTo>
                    <a:pt x="26840" y="63831"/>
                    <a:pt x="26870" y="64166"/>
                    <a:pt x="26475" y="64044"/>
                  </a:cubicBezTo>
                  <a:cubicBezTo>
                    <a:pt x="26110" y="63922"/>
                    <a:pt x="26444" y="63831"/>
                    <a:pt x="26019" y="63892"/>
                  </a:cubicBezTo>
                  <a:cubicBezTo>
                    <a:pt x="25867" y="63953"/>
                    <a:pt x="25685" y="63983"/>
                    <a:pt x="25502" y="63983"/>
                  </a:cubicBezTo>
                  <a:cubicBezTo>
                    <a:pt x="25320" y="63831"/>
                    <a:pt x="25107" y="63710"/>
                    <a:pt x="24894" y="63619"/>
                  </a:cubicBezTo>
                  <a:cubicBezTo>
                    <a:pt x="24560" y="63649"/>
                    <a:pt x="25137" y="63710"/>
                    <a:pt x="24925" y="63892"/>
                  </a:cubicBezTo>
                  <a:cubicBezTo>
                    <a:pt x="24529" y="64074"/>
                    <a:pt x="23800" y="63497"/>
                    <a:pt x="23557" y="63771"/>
                  </a:cubicBezTo>
                  <a:cubicBezTo>
                    <a:pt x="23405" y="63588"/>
                    <a:pt x="23192" y="63467"/>
                    <a:pt x="22949" y="63467"/>
                  </a:cubicBezTo>
                  <a:cubicBezTo>
                    <a:pt x="23222" y="63102"/>
                    <a:pt x="23435" y="63740"/>
                    <a:pt x="23709" y="63558"/>
                  </a:cubicBezTo>
                  <a:cubicBezTo>
                    <a:pt x="23435" y="63163"/>
                    <a:pt x="23040" y="62889"/>
                    <a:pt x="22797" y="62494"/>
                  </a:cubicBezTo>
                  <a:cubicBezTo>
                    <a:pt x="22402" y="62646"/>
                    <a:pt x="22919" y="62980"/>
                    <a:pt x="23131" y="63102"/>
                  </a:cubicBezTo>
                  <a:cubicBezTo>
                    <a:pt x="23010" y="63375"/>
                    <a:pt x="22402" y="62919"/>
                    <a:pt x="22432" y="63406"/>
                  </a:cubicBezTo>
                  <a:cubicBezTo>
                    <a:pt x="22280" y="63375"/>
                    <a:pt x="22219" y="63284"/>
                    <a:pt x="22189" y="63163"/>
                  </a:cubicBezTo>
                  <a:cubicBezTo>
                    <a:pt x="21976" y="63345"/>
                    <a:pt x="21520" y="63163"/>
                    <a:pt x="21125" y="63041"/>
                  </a:cubicBezTo>
                  <a:cubicBezTo>
                    <a:pt x="21216" y="62889"/>
                    <a:pt x="21551" y="63132"/>
                    <a:pt x="21581" y="62919"/>
                  </a:cubicBezTo>
                  <a:cubicBezTo>
                    <a:pt x="21399" y="62737"/>
                    <a:pt x="21186" y="62615"/>
                    <a:pt x="21004" y="62494"/>
                  </a:cubicBezTo>
                  <a:cubicBezTo>
                    <a:pt x="20760" y="62433"/>
                    <a:pt x="20730" y="62676"/>
                    <a:pt x="20669" y="62889"/>
                  </a:cubicBezTo>
                  <a:cubicBezTo>
                    <a:pt x="20456" y="62798"/>
                    <a:pt x="19940" y="62767"/>
                    <a:pt x="19940" y="62555"/>
                  </a:cubicBezTo>
                  <a:cubicBezTo>
                    <a:pt x="20061" y="62190"/>
                    <a:pt x="20304" y="62828"/>
                    <a:pt x="20548" y="62615"/>
                  </a:cubicBezTo>
                  <a:cubicBezTo>
                    <a:pt x="20426" y="62190"/>
                    <a:pt x="20001" y="62494"/>
                    <a:pt x="19757" y="62220"/>
                  </a:cubicBezTo>
                  <a:cubicBezTo>
                    <a:pt x="19697" y="62372"/>
                    <a:pt x="19818" y="62433"/>
                    <a:pt x="19727" y="62555"/>
                  </a:cubicBezTo>
                  <a:lnTo>
                    <a:pt x="18906" y="62251"/>
                  </a:lnTo>
                  <a:cubicBezTo>
                    <a:pt x="18694" y="61947"/>
                    <a:pt x="19545" y="62555"/>
                    <a:pt x="19545" y="62251"/>
                  </a:cubicBezTo>
                  <a:cubicBezTo>
                    <a:pt x="19393" y="61977"/>
                    <a:pt x="18845" y="62099"/>
                    <a:pt x="18542" y="61916"/>
                  </a:cubicBezTo>
                  <a:cubicBezTo>
                    <a:pt x="18906" y="62342"/>
                    <a:pt x="17964" y="61856"/>
                    <a:pt x="17660" y="61704"/>
                  </a:cubicBezTo>
                  <a:cubicBezTo>
                    <a:pt x="17447" y="61460"/>
                    <a:pt x="18116" y="61886"/>
                    <a:pt x="18329" y="61916"/>
                  </a:cubicBezTo>
                  <a:cubicBezTo>
                    <a:pt x="18329" y="61552"/>
                    <a:pt x="17660" y="61552"/>
                    <a:pt x="17417" y="61491"/>
                  </a:cubicBezTo>
                  <a:cubicBezTo>
                    <a:pt x="17295" y="61187"/>
                    <a:pt x="16748" y="60731"/>
                    <a:pt x="16353" y="60822"/>
                  </a:cubicBezTo>
                  <a:cubicBezTo>
                    <a:pt x="16383" y="61065"/>
                    <a:pt x="16931" y="61187"/>
                    <a:pt x="17174" y="61369"/>
                  </a:cubicBezTo>
                  <a:cubicBezTo>
                    <a:pt x="17113" y="61521"/>
                    <a:pt x="16839" y="61248"/>
                    <a:pt x="16687" y="61217"/>
                  </a:cubicBezTo>
                  <a:cubicBezTo>
                    <a:pt x="16383" y="61035"/>
                    <a:pt x="16049" y="60792"/>
                    <a:pt x="15836" y="60944"/>
                  </a:cubicBezTo>
                  <a:cubicBezTo>
                    <a:pt x="15441" y="60488"/>
                    <a:pt x="15076" y="60336"/>
                    <a:pt x="14499" y="59880"/>
                  </a:cubicBezTo>
                  <a:cubicBezTo>
                    <a:pt x="14408" y="59819"/>
                    <a:pt x="14377" y="59971"/>
                    <a:pt x="14256" y="59910"/>
                  </a:cubicBezTo>
                  <a:cubicBezTo>
                    <a:pt x="14013" y="59758"/>
                    <a:pt x="14043" y="59606"/>
                    <a:pt x="14195" y="59454"/>
                  </a:cubicBezTo>
                  <a:cubicBezTo>
                    <a:pt x="13496" y="59302"/>
                    <a:pt x="13435" y="58725"/>
                    <a:pt x="12888" y="58451"/>
                  </a:cubicBezTo>
                  <a:cubicBezTo>
                    <a:pt x="12858" y="58178"/>
                    <a:pt x="13040" y="58360"/>
                    <a:pt x="13192" y="58269"/>
                  </a:cubicBezTo>
                  <a:cubicBezTo>
                    <a:pt x="13040" y="58178"/>
                    <a:pt x="13101" y="58087"/>
                    <a:pt x="13010" y="57995"/>
                  </a:cubicBezTo>
                  <a:cubicBezTo>
                    <a:pt x="12918" y="57904"/>
                    <a:pt x="12766" y="58087"/>
                    <a:pt x="12858" y="58178"/>
                  </a:cubicBezTo>
                  <a:cubicBezTo>
                    <a:pt x="12432" y="58238"/>
                    <a:pt x="12250" y="57813"/>
                    <a:pt x="11885" y="57631"/>
                  </a:cubicBezTo>
                  <a:cubicBezTo>
                    <a:pt x="11794" y="57722"/>
                    <a:pt x="11702" y="57783"/>
                    <a:pt x="11763" y="57874"/>
                  </a:cubicBezTo>
                  <a:cubicBezTo>
                    <a:pt x="11490" y="57843"/>
                    <a:pt x="11459" y="57448"/>
                    <a:pt x="11095" y="57266"/>
                  </a:cubicBezTo>
                  <a:cubicBezTo>
                    <a:pt x="11368" y="57327"/>
                    <a:pt x="11459" y="56992"/>
                    <a:pt x="11338" y="56810"/>
                  </a:cubicBezTo>
                  <a:cubicBezTo>
                    <a:pt x="11581" y="56688"/>
                    <a:pt x="11429" y="57023"/>
                    <a:pt x="11611" y="57083"/>
                  </a:cubicBezTo>
                  <a:cubicBezTo>
                    <a:pt x="11733" y="56992"/>
                    <a:pt x="11733" y="56840"/>
                    <a:pt x="11611" y="56719"/>
                  </a:cubicBezTo>
                  <a:cubicBezTo>
                    <a:pt x="11277" y="56445"/>
                    <a:pt x="11307" y="57023"/>
                    <a:pt x="11034" y="56931"/>
                  </a:cubicBezTo>
                  <a:cubicBezTo>
                    <a:pt x="10912" y="56597"/>
                    <a:pt x="10699" y="56293"/>
                    <a:pt x="10456" y="56020"/>
                  </a:cubicBezTo>
                  <a:lnTo>
                    <a:pt x="10639" y="55868"/>
                  </a:lnTo>
                  <a:cubicBezTo>
                    <a:pt x="10365" y="55503"/>
                    <a:pt x="10061" y="55533"/>
                    <a:pt x="9757" y="55077"/>
                  </a:cubicBezTo>
                  <a:cubicBezTo>
                    <a:pt x="10031" y="55077"/>
                    <a:pt x="9818" y="54834"/>
                    <a:pt x="9848" y="54773"/>
                  </a:cubicBezTo>
                  <a:cubicBezTo>
                    <a:pt x="9879" y="54713"/>
                    <a:pt x="10183" y="54621"/>
                    <a:pt x="10000" y="54439"/>
                  </a:cubicBezTo>
                  <a:cubicBezTo>
                    <a:pt x="9666" y="54287"/>
                    <a:pt x="10000" y="54865"/>
                    <a:pt x="9636" y="54925"/>
                  </a:cubicBezTo>
                  <a:cubicBezTo>
                    <a:pt x="9362" y="54621"/>
                    <a:pt x="9727" y="54530"/>
                    <a:pt x="9453" y="54226"/>
                  </a:cubicBezTo>
                  <a:cubicBezTo>
                    <a:pt x="9362" y="54135"/>
                    <a:pt x="9332" y="54287"/>
                    <a:pt x="9362" y="54409"/>
                  </a:cubicBezTo>
                  <a:cubicBezTo>
                    <a:pt x="9058" y="54348"/>
                    <a:pt x="9210" y="54014"/>
                    <a:pt x="9088" y="53770"/>
                  </a:cubicBezTo>
                  <a:cubicBezTo>
                    <a:pt x="8936" y="53558"/>
                    <a:pt x="8663" y="53406"/>
                    <a:pt x="8541" y="53193"/>
                  </a:cubicBezTo>
                  <a:cubicBezTo>
                    <a:pt x="8389" y="53010"/>
                    <a:pt x="8389" y="52737"/>
                    <a:pt x="8177" y="52615"/>
                  </a:cubicBezTo>
                  <a:cubicBezTo>
                    <a:pt x="8298" y="52524"/>
                    <a:pt x="8359" y="52615"/>
                    <a:pt x="8450" y="52585"/>
                  </a:cubicBezTo>
                  <a:cubicBezTo>
                    <a:pt x="8329" y="52311"/>
                    <a:pt x="8055" y="52372"/>
                    <a:pt x="8116" y="52099"/>
                  </a:cubicBezTo>
                  <a:cubicBezTo>
                    <a:pt x="8268" y="52007"/>
                    <a:pt x="8329" y="52311"/>
                    <a:pt x="8450" y="52251"/>
                  </a:cubicBezTo>
                  <a:cubicBezTo>
                    <a:pt x="8389" y="51886"/>
                    <a:pt x="8146" y="52099"/>
                    <a:pt x="8055" y="51825"/>
                  </a:cubicBezTo>
                  <a:cubicBezTo>
                    <a:pt x="7873" y="51977"/>
                    <a:pt x="8055" y="52281"/>
                    <a:pt x="7781" y="52403"/>
                  </a:cubicBezTo>
                  <a:cubicBezTo>
                    <a:pt x="7781" y="52311"/>
                    <a:pt x="7599" y="52129"/>
                    <a:pt x="7629" y="52038"/>
                  </a:cubicBezTo>
                  <a:cubicBezTo>
                    <a:pt x="7629" y="51977"/>
                    <a:pt x="7781" y="52129"/>
                    <a:pt x="7812" y="52038"/>
                  </a:cubicBezTo>
                  <a:cubicBezTo>
                    <a:pt x="7903" y="51703"/>
                    <a:pt x="7873" y="51339"/>
                    <a:pt x="7751" y="51004"/>
                  </a:cubicBezTo>
                  <a:cubicBezTo>
                    <a:pt x="7569" y="50792"/>
                    <a:pt x="7721" y="51339"/>
                    <a:pt x="7447" y="51126"/>
                  </a:cubicBezTo>
                  <a:cubicBezTo>
                    <a:pt x="7386" y="50883"/>
                    <a:pt x="7326" y="50640"/>
                    <a:pt x="7265" y="50366"/>
                  </a:cubicBezTo>
                  <a:lnTo>
                    <a:pt x="7508" y="50275"/>
                  </a:lnTo>
                  <a:cubicBezTo>
                    <a:pt x="7538" y="50032"/>
                    <a:pt x="7386" y="50092"/>
                    <a:pt x="7356" y="49910"/>
                  </a:cubicBezTo>
                  <a:cubicBezTo>
                    <a:pt x="7295" y="49606"/>
                    <a:pt x="7508" y="49485"/>
                    <a:pt x="7052" y="49424"/>
                  </a:cubicBezTo>
                  <a:cubicBezTo>
                    <a:pt x="7052" y="49637"/>
                    <a:pt x="7052" y="50123"/>
                    <a:pt x="6809" y="49637"/>
                  </a:cubicBezTo>
                  <a:cubicBezTo>
                    <a:pt x="6687" y="49849"/>
                    <a:pt x="7052" y="50336"/>
                    <a:pt x="7113" y="50640"/>
                  </a:cubicBezTo>
                  <a:cubicBezTo>
                    <a:pt x="6870" y="50792"/>
                    <a:pt x="6809" y="50305"/>
                    <a:pt x="6718" y="50092"/>
                  </a:cubicBezTo>
                  <a:lnTo>
                    <a:pt x="6383" y="49272"/>
                  </a:lnTo>
                  <a:lnTo>
                    <a:pt x="6748" y="49120"/>
                  </a:lnTo>
                  <a:cubicBezTo>
                    <a:pt x="6626" y="48755"/>
                    <a:pt x="6414" y="48694"/>
                    <a:pt x="6231" y="48907"/>
                  </a:cubicBezTo>
                  <a:cubicBezTo>
                    <a:pt x="6170" y="48755"/>
                    <a:pt x="6110" y="48542"/>
                    <a:pt x="6049" y="48360"/>
                  </a:cubicBezTo>
                  <a:cubicBezTo>
                    <a:pt x="6140" y="48360"/>
                    <a:pt x="6231" y="48481"/>
                    <a:pt x="6322" y="48481"/>
                  </a:cubicBezTo>
                  <a:cubicBezTo>
                    <a:pt x="6140" y="48086"/>
                    <a:pt x="6292" y="47874"/>
                    <a:pt x="6079" y="47448"/>
                  </a:cubicBezTo>
                  <a:cubicBezTo>
                    <a:pt x="6140" y="47448"/>
                    <a:pt x="6201" y="47509"/>
                    <a:pt x="6262" y="47478"/>
                  </a:cubicBezTo>
                  <a:cubicBezTo>
                    <a:pt x="6110" y="46749"/>
                    <a:pt x="5897" y="46415"/>
                    <a:pt x="5836" y="45715"/>
                  </a:cubicBezTo>
                  <a:cubicBezTo>
                    <a:pt x="5532" y="45715"/>
                    <a:pt x="5380" y="45472"/>
                    <a:pt x="5319" y="44956"/>
                  </a:cubicBezTo>
                  <a:cubicBezTo>
                    <a:pt x="5015" y="45077"/>
                    <a:pt x="5532" y="45472"/>
                    <a:pt x="5350" y="45746"/>
                  </a:cubicBezTo>
                  <a:cubicBezTo>
                    <a:pt x="5107" y="45624"/>
                    <a:pt x="5137" y="45047"/>
                    <a:pt x="4985" y="44743"/>
                  </a:cubicBezTo>
                  <a:cubicBezTo>
                    <a:pt x="5137" y="44682"/>
                    <a:pt x="5167" y="44773"/>
                    <a:pt x="5198" y="44895"/>
                  </a:cubicBezTo>
                  <a:cubicBezTo>
                    <a:pt x="5198" y="44560"/>
                    <a:pt x="5502" y="44834"/>
                    <a:pt x="5563" y="44621"/>
                  </a:cubicBezTo>
                  <a:cubicBezTo>
                    <a:pt x="5532" y="44165"/>
                    <a:pt x="5380" y="44804"/>
                    <a:pt x="5289" y="44500"/>
                  </a:cubicBezTo>
                  <a:cubicBezTo>
                    <a:pt x="5107" y="44074"/>
                    <a:pt x="5593" y="44196"/>
                    <a:pt x="5411" y="43770"/>
                  </a:cubicBezTo>
                  <a:cubicBezTo>
                    <a:pt x="5350" y="43618"/>
                    <a:pt x="5137" y="43983"/>
                    <a:pt x="4985" y="43770"/>
                  </a:cubicBezTo>
                  <a:cubicBezTo>
                    <a:pt x="5137" y="43497"/>
                    <a:pt x="4681" y="42980"/>
                    <a:pt x="5046" y="43162"/>
                  </a:cubicBezTo>
                  <a:cubicBezTo>
                    <a:pt x="4803" y="42767"/>
                    <a:pt x="4711" y="42311"/>
                    <a:pt x="4742" y="41855"/>
                  </a:cubicBezTo>
                  <a:cubicBezTo>
                    <a:pt x="4347" y="41764"/>
                    <a:pt x="4590" y="42281"/>
                    <a:pt x="4590" y="42554"/>
                  </a:cubicBezTo>
                  <a:cubicBezTo>
                    <a:pt x="4256" y="42524"/>
                    <a:pt x="4499" y="42159"/>
                    <a:pt x="4438" y="41886"/>
                  </a:cubicBezTo>
                  <a:cubicBezTo>
                    <a:pt x="4377" y="41642"/>
                    <a:pt x="4195" y="41582"/>
                    <a:pt x="4195" y="41339"/>
                  </a:cubicBezTo>
                  <a:cubicBezTo>
                    <a:pt x="4468" y="41217"/>
                    <a:pt x="4499" y="41430"/>
                    <a:pt x="4499" y="41703"/>
                  </a:cubicBezTo>
                  <a:cubicBezTo>
                    <a:pt x="4681" y="41673"/>
                    <a:pt x="4651" y="41430"/>
                    <a:pt x="4590" y="41187"/>
                  </a:cubicBezTo>
                  <a:cubicBezTo>
                    <a:pt x="4803" y="41217"/>
                    <a:pt x="4894" y="41308"/>
                    <a:pt x="5015" y="41065"/>
                  </a:cubicBezTo>
                  <a:cubicBezTo>
                    <a:pt x="4955" y="40943"/>
                    <a:pt x="4651" y="41217"/>
                    <a:pt x="4559" y="40913"/>
                  </a:cubicBezTo>
                  <a:cubicBezTo>
                    <a:pt x="4347" y="40822"/>
                    <a:pt x="4316" y="41369"/>
                    <a:pt x="4164" y="41035"/>
                  </a:cubicBezTo>
                  <a:cubicBezTo>
                    <a:pt x="4134" y="40791"/>
                    <a:pt x="4225" y="40913"/>
                    <a:pt x="4316" y="40943"/>
                  </a:cubicBezTo>
                  <a:cubicBezTo>
                    <a:pt x="4225" y="40548"/>
                    <a:pt x="4195" y="40153"/>
                    <a:pt x="4225" y="39788"/>
                  </a:cubicBezTo>
                  <a:cubicBezTo>
                    <a:pt x="4651" y="39728"/>
                    <a:pt x="4134" y="40275"/>
                    <a:pt x="4499" y="40244"/>
                  </a:cubicBezTo>
                  <a:cubicBezTo>
                    <a:pt x="4711" y="40032"/>
                    <a:pt x="4529" y="39971"/>
                    <a:pt x="4651" y="39667"/>
                  </a:cubicBezTo>
                  <a:cubicBezTo>
                    <a:pt x="4651" y="39454"/>
                    <a:pt x="4377" y="39667"/>
                    <a:pt x="4408" y="39667"/>
                  </a:cubicBezTo>
                  <a:cubicBezTo>
                    <a:pt x="4104" y="39576"/>
                    <a:pt x="4438" y="39302"/>
                    <a:pt x="4043" y="39393"/>
                  </a:cubicBezTo>
                  <a:cubicBezTo>
                    <a:pt x="4104" y="39028"/>
                    <a:pt x="3830" y="38785"/>
                    <a:pt x="4012" y="38512"/>
                  </a:cubicBezTo>
                  <a:cubicBezTo>
                    <a:pt x="3739" y="38299"/>
                    <a:pt x="3921" y="37387"/>
                    <a:pt x="3891" y="36658"/>
                  </a:cubicBezTo>
                  <a:cubicBezTo>
                    <a:pt x="3891" y="36232"/>
                    <a:pt x="3800" y="36171"/>
                    <a:pt x="4012" y="35898"/>
                  </a:cubicBezTo>
                  <a:cubicBezTo>
                    <a:pt x="4012" y="35776"/>
                    <a:pt x="3860" y="35807"/>
                    <a:pt x="3891" y="35685"/>
                  </a:cubicBezTo>
                  <a:cubicBezTo>
                    <a:pt x="4104" y="34408"/>
                    <a:pt x="3891" y="33618"/>
                    <a:pt x="4377" y="32645"/>
                  </a:cubicBezTo>
                  <a:cubicBezTo>
                    <a:pt x="4377" y="32524"/>
                    <a:pt x="4225" y="32524"/>
                    <a:pt x="4256" y="32402"/>
                  </a:cubicBezTo>
                  <a:cubicBezTo>
                    <a:pt x="4256" y="32159"/>
                    <a:pt x="4438" y="32220"/>
                    <a:pt x="4438" y="31916"/>
                  </a:cubicBezTo>
                  <a:cubicBezTo>
                    <a:pt x="4772" y="31916"/>
                    <a:pt x="4651" y="32189"/>
                    <a:pt x="4772" y="32311"/>
                  </a:cubicBezTo>
                  <a:cubicBezTo>
                    <a:pt x="4590" y="32433"/>
                    <a:pt x="4286" y="32767"/>
                    <a:pt x="4408" y="33132"/>
                  </a:cubicBezTo>
                  <a:cubicBezTo>
                    <a:pt x="4681" y="33132"/>
                    <a:pt x="4529" y="32797"/>
                    <a:pt x="4711" y="32585"/>
                  </a:cubicBezTo>
                  <a:cubicBezTo>
                    <a:pt x="4742" y="32554"/>
                    <a:pt x="4955" y="32585"/>
                    <a:pt x="4985" y="32554"/>
                  </a:cubicBezTo>
                  <a:cubicBezTo>
                    <a:pt x="5046" y="32372"/>
                    <a:pt x="5137" y="32189"/>
                    <a:pt x="5167" y="32007"/>
                  </a:cubicBezTo>
                  <a:cubicBezTo>
                    <a:pt x="4955" y="31825"/>
                    <a:pt x="5046" y="32311"/>
                    <a:pt x="4803" y="32129"/>
                  </a:cubicBezTo>
                  <a:cubicBezTo>
                    <a:pt x="4742" y="31946"/>
                    <a:pt x="4711" y="31308"/>
                    <a:pt x="4468" y="31733"/>
                  </a:cubicBezTo>
                  <a:cubicBezTo>
                    <a:pt x="4377" y="31673"/>
                    <a:pt x="4559" y="30822"/>
                    <a:pt x="4803" y="30974"/>
                  </a:cubicBezTo>
                  <a:cubicBezTo>
                    <a:pt x="4711" y="30426"/>
                    <a:pt x="5076" y="29727"/>
                    <a:pt x="5471" y="28967"/>
                  </a:cubicBezTo>
                  <a:cubicBezTo>
                    <a:pt x="5654" y="28542"/>
                    <a:pt x="5836" y="28086"/>
                    <a:pt x="6049" y="27600"/>
                  </a:cubicBezTo>
                  <a:cubicBezTo>
                    <a:pt x="6262" y="27174"/>
                    <a:pt x="6505" y="26749"/>
                    <a:pt x="6748" y="26353"/>
                  </a:cubicBezTo>
                  <a:cubicBezTo>
                    <a:pt x="6870" y="26080"/>
                    <a:pt x="7022" y="26262"/>
                    <a:pt x="7143" y="26110"/>
                  </a:cubicBezTo>
                  <a:cubicBezTo>
                    <a:pt x="7204" y="25958"/>
                    <a:pt x="7326" y="25837"/>
                    <a:pt x="7477" y="25746"/>
                  </a:cubicBezTo>
                  <a:cubicBezTo>
                    <a:pt x="7538" y="25594"/>
                    <a:pt x="7356" y="25411"/>
                    <a:pt x="7690" y="25229"/>
                  </a:cubicBezTo>
                  <a:cubicBezTo>
                    <a:pt x="8025" y="25290"/>
                    <a:pt x="7690" y="25472"/>
                    <a:pt x="7660" y="25624"/>
                  </a:cubicBezTo>
                  <a:cubicBezTo>
                    <a:pt x="7660" y="25715"/>
                    <a:pt x="7721" y="25867"/>
                    <a:pt x="7721" y="25928"/>
                  </a:cubicBezTo>
                  <a:cubicBezTo>
                    <a:pt x="7690" y="26019"/>
                    <a:pt x="7174" y="26232"/>
                    <a:pt x="7447" y="26384"/>
                  </a:cubicBezTo>
                  <a:cubicBezTo>
                    <a:pt x="7569" y="26445"/>
                    <a:pt x="7508" y="26232"/>
                    <a:pt x="7660" y="26141"/>
                  </a:cubicBezTo>
                  <a:cubicBezTo>
                    <a:pt x="7690" y="26110"/>
                    <a:pt x="7994" y="26353"/>
                    <a:pt x="8085" y="26019"/>
                  </a:cubicBezTo>
                  <a:cubicBezTo>
                    <a:pt x="7964" y="25837"/>
                    <a:pt x="7842" y="26384"/>
                    <a:pt x="7721" y="26080"/>
                  </a:cubicBezTo>
                  <a:cubicBezTo>
                    <a:pt x="7933" y="25654"/>
                    <a:pt x="8572" y="25411"/>
                    <a:pt x="8845" y="25107"/>
                  </a:cubicBezTo>
                  <a:cubicBezTo>
                    <a:pt x="8633" y="24894"/>
                    <a:pt x="8359" y="25502"/>
                    <a:pt x="8116" y="25502"/>
                  </a:cubicBezTo>
                  <a:cubicBezTo>
                    <a:pt x="7781" y="25350"/>
                    <a:pt x="8085" y="25138"/>
                    <a:pt x="7903" y="25016"/>
                  </a:cubicBezTo>
                  <a:cubicBezTo>
                    <a:pt x="8450" y="24317"/>
                    <a:pt x="9119" y="23770"/>
                    <a:pt x="9909" y="23375"/>
                  </a:cubicBezTo>
                  <a:cubicBezTo>
                    <a:pt x="10183" y="22828"/>
                    <a:pt x="10639" y="22372"/>
                    <a:pt x="11216" y="22098"/>
                  </a:cubicBezTo>
                  <a:cubicBezTo>
                    <a:pt x="11064" y="21825"/>
                    <a:pt x="10882" y="21855"/>
                    <a:pt x="10669" y="22007"/>
                  </a:cubicBezTo>
                  <a:cubicBezTo>
                    <a:pt x="10547" y="21855"/>
                    <a:pt x="10943" y="21703"/>
                    <a:pt x="10882" y="21521"/>
                  </a:cubicBezTo>
                  <a:cubicBezTo>
                    <a:pt x="10669" y="21277"/>
                    <a:pt x="10669" y="21673"/>
                    <a:pt x="10578" y="21764"/>
                  </a:cubicBezTo>
                  <a:cubicBezTo>
                    <a:pt x="10335" y="21976"/>
                    <a:pt x="10000" y="22098"/>
                    <a:pt x="9696" y="22372"/>
                  </a:cubicBezTo>
                  <a:cubicBezTo>
                    <a:pt x="9636" y="22463"/>
                    <a:pt x="9757" y="22524"/>
                    <a:pt x="9666" y="22615"/>
                  </a:cubicBezTo>
                  <a:cubicBezTo>
                    <a:pt x="9423" y="22888"/>
                    <a:pt x="9240" y="22858"/>
                    <a:pt x="9028" y="22949"/>
                  </a:cubicBezTo>
                  <a:cubicBezTo>
                    <a:pt x="8876" y="23132"/>
                    <a:pt x="9180" y="22949"/>
                    <a:pt x="9119" y="23192"/>
                  </a:cubicBezTo>
                  <a:cubicBezTo>
                    <a:pt x="8481" y="23527"/>
                    <a:pt x="8116" y="24256"/>
                    <a:pt x="7477" y="24591"/>
                  </a:cubicBezTo>
                  <a:cubicBezTo>
                    <a:pt x="7477" y="24195"/>
                    <a:pt x="6930" y="24894"/>
                    <a:pt x="6687" y="24742"/>
                  </a:cubicBezTo>
                  <a:cubicBezTo>
                    <a:pt x="6474" y="24925"/>
                    <a:pt x="7113" y="24955"/>
                    <a:pt x="6718" y="25198"/>
                  </a:cubicBezTo>
                  <a:cubicBezTo>
                    <a:pt x="6809" y="25259"/>
                    <a:pt x="6900" y="25107"/>
                    <a:pt x="6991" y="25016"/>
                  </a:cubicBezTo>
                  <a:cubicBezTo>
                    <a:pt x="7295" y="24803"/>
                    <a:pt x="6961" y="25229"/>
                    <a:pt x="6839" y="25320"/>
                  </a:cubicBezTo>
                  <a:cubicBezTo>
                    <a:pt x="6626" y="25442"/>
                    <a:pt x="6414" y="25442"/>
                    <a:pt x="6170" y="25746"/>
                  </a:cubicBezTo>
                  <a:cubicBezTo>
                    <a:pt x="6292" y="25989"/>
                    <a:pt x="6444" y="25624"/>
                    <a:pt x="6596" y="25502"/>
                  </a:cubicBezTo>
                  <a:cubicBezTo>
                    <a:pt x="6778" y="25685"/>
                    <a:pt x="6444" y="25806"/>
                    <a:pt x="6292" y="25989"/>
                  </a:cubicBezTo>
                  <a:cubicBezTo>
                    <a:pt x="6049" y="26384"/>
                    <a:pt x="5745" y="27053"/>
                    <a:pt x="5411" y="27569"/>
                  </a:cubicBezTo>
                  <a:cubicBezTo>
                    <a:pt x="5228" y="27539"/>
                    <a:pt x="5319" y="27357"/>
                    <a:pt x="5411" y="27174"/>
                  </a:cubicBezTo>
                  <a:cubicBezTo>
                    <a:pt x="4924" y="27174"/>
                    <a:pt x="5137" y="27752"/>
                    <a:pt x="5198" y="27934"/>
                  </a:cubicBezTo>
                  <a:cubicBezTo>
                    <a:pt x="4833" y="28694"/>
                    <a:pt x="4438" y="28633"/>
                    <a:pt x="4225" y="29363"/>
                  </a:cubicBezTo>
                  <a:cubicBezTo>
                    <a:pt x="4468" y="29545"/>
                    <a:pt x="4499" y="28937"/>
                    <a:pt x="4681" y="28724"/>
                  </a:cubicBezTo>
                  <a:cubicBezTo>
                    <a:pt x="4681" y="29606"/>
                    <a:pt x="4012" y="30457"/>
                    <a:pt x="3891" y="31126"/>
                  </a:cubicBezTo>
                  <a:cubicBezTo>
                    <a:pt x="3891" y="31186"/>
                    <a:pt x="3982" y="31369"/>
                    <a:pt x="3982" y="31369"/>
                  </a:cubicBezTo>
                  <a:cubicBezTo>
                    <a:pt x="3921" y="31521"/>
                    <a:pt x="3830" y="31308"/>
                    <a:pt x="3830" y="31338"/>
                  </a:cubicBezTo>
                  <a:cubicBezTo>
                    <a:pt x="3739" y="31521"/>
                    <a:pt x="3860" y="31794"/>
                    <a:pt x="3830" y="31977"/>
                  </a:cubicBezTo>
                  <a:cubicBezTo>
                    <a:pt x="3739" y="32341"/>
                    <a:pt x="3435" y="32402"/>
                    <a:pt x="3404" y="32737"/>
                  </a:cubicBezTo>
                  <a:cubicBezTo>
                    <a:pt x="3404" y="32858"/>
                    <a:pt x="3526" y="32828"/>
                    <a:pt x="3617" y="32889"/>
                  </a:cubicBezTo>
                  <a:cubicBezTo>
                    <a:pt x="3283" y="33800"/>
                    <a:pt x="3556" y="34682"/>
                    <a:pt x="3161" y="35290"/>
                  </a:cubicBezTo>
                  <a:cubicBezTo>
                    <a:pt x="3161" y="35411"/>
                    <a:pt x="3252" y="35351"/>
                    <a:pt x="3252" y="35290"/>
                  </a:cubicBezTo>
                  <a:cubicBezTo>
                    <a:pt x="3313" y="35655"/>
                    <a:pt x="3252" y="36566"/>
                    <a:pt x="3040" y="36810"/>
                  </a:cubicBezTo>
                  <a:cubicBezTo>
                    <a:pt x="3101" y="37022"/>
                    <a:pt x="3161" y="37235"/>
                    <a:pt x="3283" y="37417"/>
                  </a:cubicBezTo>
                  <a:cubicBezTo>
                    <a:pt x="3161" y="38238"/>
                    <a:pt x="3101" y="39332"/>
                    <a:pt x="2918" y="40244"/>
                  </a:cubicBezTo>
                  <a:cubicBezTo>
                    <a:pt x="2523" y="40396"/>
                    <a:pt x="2462" y="40700"/>
                    <a:pt x="2128" y="40700"/>
                  </a:cubicBezTo>
                  <a:cubicBezTo>
                    <a:pt x="2249" y="41430"/>
                    <a:pt x="2341" y="42159"/>
                    <a:pt x="2371" y="42858"/>
                  </a:cubicBezTo>
                  <a:cubicBezTo>
                    <a:pt x="2432" y="42949"/>
                    <a:pt x="2553" y="43010"/>
                    <a:pt x="2645" y="43041"/>
                  </a:cubicBezTo>
                  <a:cubicBezTo>
                    <a:pt x="2705" y="43193"/>
                    <a:pt x="2705" y="43375"/>
                    <a:pt x="2645" y="43557"/>
                  </a:cubicBezTo>
                  <a:cubicBezTo>
                    <a:pt x="2705" y="43801"/>
                    <a:pt x="2857" y="43405"/>
                    <a:pt x="2857" y="43314"/>
                  </a:cubicBezTo>
                  <a:cubicBezTo>
                    <a:pt x="2857" y="42828"/>
                    <a:pt x="2401" y="42798"/>
                    <a:pt x="2645" y="42402"/>
                  </a:cubicBezTo>
                  <a:cubicBezTo>
                    <a:pt x="2827" y="42676"/>
                    <a:pt x="2979" y="42980"/>
                    <a:pt x="3009" y="43284"/>
                  </a:cubicBezTo>
                  <a:cubicBezTo>
                    <a:pt x="3101" y="43253"/>
                    <a:pt x="3131" y="43162"/>
                    <a:pt x="3131" y="43071"/>
                  </a:cubicBezTo>
                  <a:cubicBezTo>
                    <a:pt x="3283" y="43101"/>
                    <a:pt x="3192" y="43223"/>
                    <a:pt x="3161" y="43253"/>
                  </a:cubicBezTo>
                  <a:cubicBezTo>
                    <a:pt x="3161" y="43314"/>
                    <a:pt x="3131" y="43527"/>
                    <a:pt x="2888" y="43527"/>
                  </a:cubicBezTo>
                  <a:cubicBezTo>
                    <a:pt x="2888" y="43649"/>
                    <a:pt x="2949" y="43770"/>
                    <a:pt x="2949" y="43922"/>
                  </a:cubicBezTo>
                  <a:cubicBezTo>
                    <a:pt x="2949" y="44044"/>
                    <a:pt x="2918" y="44135"/>
                    <a:pt x="2857" y="44256"/>
                  </a:cubicBezTo>
                  <a:cubicBezTo>
                    <a:pt x="2888" y="44439"/>
                    <a:pt x="3131" y="44378"/>
                    <a:pt x="3101" y="44712"/>
                  </a:cubicBezTo>
                  <a:cubicBezTo>
                    <a:pt x="2797" y="44804"/>
                    <a:pt x="3009" y="45320"/>
                    <a:pt x="2766" y="45412"/>
                  </a:cubicBezTo>
                  <a:cubicBezTo>
                    <a:pt x="2918" y="45715"/>
                    <a:pt x="3009" y="45199"/>
                    <a:pt x="3192" y="45412"/>
                  </a:cubicBezTo>
                  <a:cubicBezTo>
                    <a:pt x="3283" y="45715"/>
                    <a:pt x="3192" y="45928"/>
                    <a:pt x="3009" y="45776"/>
                  </a:cubicBezTo>
                  <a:cubicBezTo>
                    <a:pt x="3313" y="45959"/>
                    <a:pt x="3009" y="46567"/>
                    <a:pt x="3435" y="46415"/>
                  </a:cubicBezTo>
                  <a:cubicBezTo>
                    <a:pt x="3708" y="46263"/>
                    <a:pt x="3070" y="46019"/>
                    <a:pt x="3313" y="45928"/>
                  </a:cubicBezTo>
                  <a:cubicBezTo>
                    <a:pt x="3556" y="45746"/>
                    <a:pt x="3556" y="46293"/>
                    <a:pt x="3617" y="46475"/>
                  </a:cubicBezTo>
                  <a:cubicBezTo>
                    <a:pt x="3648" y="46567"/>
                    <a:pt x="3830" y="46688"/>
                    <a:pt x="3860" y="46719"/>
                  </a:cubicBezTo>
                  <a:cubicBezTo>
                    <a:pt x="4043" y="47235"/>
                    <a:pt x="4347" y="47995"/>
                    <a:pt x="4164" y="48330"/>
                  </a:cubicBezTo>
                  <a:cubicBezTo>
                    <a:pt x="4377" y="48542"/>
                    <a:pt x="4347" y="49029"/>
                    <a:pt x="4529" y="49393"/>
                  </a:cubicBezTo>
                  <a:cubicBezTo>
                    <a:pt x="4651" y="49576"/>
                    <a:pt x="4803" y="49758"/>
                    <a:pt x="4985" y="49880"/>
                  </a:cubicBezTo>
                  <a:cubicBezTo>
                    <a:pt x="5015" y="49393"/>
                    <a:pt x="4590" y="49181"/>
                    <a:pt x="4559" y="48755"/>
                  </a:cubicBezTo>
                  <a:cubicBezTo>
                    <a:pt x="4894" y="48816"/>
                    <a:pt x="4985" y="49241"/>
                    <a:pt x="5107" y="49515"/>
                  </a:cubicBezTo>
                  <a:cubicBezTo>
                    <a:pt x="5198" y="49910"/>
                    <a:pt x="5319" y="50275"/>
                    <a:pt x="5471" y="50640"/>
                  </a:cubicBezTo>
                  <a:cubicBezTo>
                    <a:pt x="5289" y="50822"/>
                    <a:pt x="5228" y="50457"/>
                    <a:pt x="5076" y="50488"/>
                  </a:cubicBezTo>
                  <a:cubicBezTo>
                    <a:pt x="5259" y="50731"/>
                    <a:pt x="5502" y="50852"/>
                    <a:pt x="5684" y="51096"/>
                  </a:cubicBezTo>
                  <a:cubicBezTo>
                    <a:pt x="5532" y="51399"/>
                    <a:pt x="5806" y="51551"/>
                    <a:pt x="5927" y="52007"/>
                  </a:cubicBezTo>
                  <a:cubicBezTo>
                    <a:pt x="6140" y="51947"/>
                    <a:pt x="5593" y="51521"/>
                    <a:pt x="5958" y="51551"/>
                  </a:cubicBezTo>
                  <a:cubicBezTo>
                    <a:pt x="6110" y="51795"/>
                    <a:pt x="6231" y="52311"/>
                    <a:pt x="6474" y="52190"/>
                  </a:cubicBezTo>
                  <a:cubicBezTo>
                    <a:pt x="6474" y="52463"/>
                    <a:pt x="6596" y="52798"/>
                    <a:pt x="6414" y="53010"/>
                  </a:cubicBezTo>
                  <a:cubicBezTo>
                    <a:pt x="6566" y="53132"/>
                    <a:pt x="6657" y="53345"/>
                    <a:pt x="6870" y="53132"/>
                  </a:cubicBezTo>
                  <a:cubicBezTo>
                    <a:pt x="7052" y="53345"/>
                    <a:pt x="6870" y="53649"/>
                    <a:pt x="7113" y="53466"/>
                  </a:cubicBezTo>
                  <a:cubicBezTo>
                    <a:pt x="7326" y="53770"/>
                    <a:pt x="7082" y="53922"/>
                    <a:pt x="7082" y="54196"/>
                  </a:cubicBezTo>
                  <a:cubicBezTo>
                    <a:pt x="7295" y="54378"/>
                    <a:pt x="7082" y="53862"/>
                    <a:pt x="7386" y="53892"/>
                  </a:cubicBezTo>
                  <a:cubicBezTo>
                    <a:pt x="7538" y="54652"/>
                    <a:pt x="8085" y="54986"/>
                    <a:pt x="8359" y="55564"/>
                  </a:cubicBezTo>
                  <a:cubicBezTo>
                    <a:pt x="8481" y="55624"/>
                    <a:pt x="8602" y="55564"/>
                    <a:pt x="8693" y="55746"/>
                  </a:cubicBezTo>
                  <a:cubicBezTo>
                    <a:pt x="8237" y="55716"/>
                    <a:pt x="8693" y="56020"/>
                    <a:pt x="8541" y="56232"/>
                  </a:cubicBezTo>
                  <a:cubicBezTo>
                    <a:pt x="8724" y="56232"/>
                    <a:pt x="9240" y="56749"/>
                    <a:pt x="9240" y="56476"/>
                  </a:cubicBezTo>
                  <a:cubicBezTo>
                    <a:pt x="9514" y="56384"/>
                    <a:pt x="9271" y="56688"/>
                    <a:pt x="9362" y="56780"/>
                  </a:cubicBezTo>
                  <a:cubicBezTo>
                    <a:pt x="9605" y="56962"/>
                    <a:pt x="9453" y="56536"/>
                    <a:pt x="9666" y="56658"/>
                  </a:cubicBezTo>
                  <a:cubicBezTo>
                    <a:pt x="10243" y="57357"/>
                    <a:pt x="10882" y="57995"/>
                    <a:pt x="11581" y="58573"/>
                  </a:cubicBezTo>
                  <a:cubicBezTo>
                    <a:pt x="11702" y="58664"/>
                    <a:pt x="11642" y="58755"/>
                    <a:pt x="11763" y="58816"/>
                  </a:cubicBezTo>
                  <a:cubicBezTo>
                    <a:pt x="11976" y="58998"/>
                    <a:pt x="12250" y="58998"/>
                    <a:pt x="12493" y="59272"/>
                  </a:cubicBezTo>
                  <a:cubicBezTo>
                    <a:pt x="12614" y="59363"/>
                    <a:pt x="12675" y="59515"/>
                    <a:pt x="12706" y="59667"/>
                  </a:cubicBezTo>
                  <a:lnTo>
                    <a:pt x="13739" y="60305"/>
                  </a:lnTo>
                  <a:cubicBezTo>
                    <a:pt x="14195" y="60549"/>
                    <a:pt x="14590" y="60822"/>
                    <a:pt x="14955" y="61187"/>
                  </a:cubicBezTo>
                  <a:cubicBezTo>
                    <a:pt x="15289" y="61430"/>
                    <a:pt x="15502" y="61764"/>
                    <a:pt x="15624" y="62160"/>
                  </a:cubicBezTo>
                  <a:cubicBezTo>
                    <a:pt x="15411" y="62433"/>
                    <a:pt x="15320" y="62707"/>
                    <a:pt x="15563" y="62889"/>
                  </a:cubicBezTo>
                  <a:cubicBezTo>
                    <a:pt x="15472" y="63011"/>
                    <a:pt x="15320" y="62980"/>
                    <a:pt x="15107" y="62828"/>
                  </a:cubicBezTo>
                  <a:cubicBezTo>
                    <a:pt x="15228" y="63102"/>
                    <a:pt x="14560" y="63254"/>
                    <a:pt x="15076" y="63558"/>
                  </a:cubicBezTo>
                  <a:cubicBezTo>
                    <a:pt x="14712" y="63436"/>
                    <a:pt x="14560" y="63771"/>
                    <a:pt x="14286" y="63801"/>
                  </a:cubicBezTo>
                  <a:cubicBezTo>
                    <a:pt x="14195" y="63831"/>
                    <a:pt x="13921" y="63527"/>
                    <a:pt x="13921" y="63801"/>
                  </a:cubicBezTo>
                  <a:cubicBezTo>
                    <a:pt x="13040" y="63011"/>
                    <a:pt x="11915" y="62312"/>
                    <a:pt x="11034" y="61521"/>
                  </a:cubicBezTo>
                  <a:cubicBezTo>
                    <a:pt x="10912" y="61369"/>
                    <a:pt x="10851" y="61156"/>
                    <a:pt x="10699" y="61005"/>
                  </a:cubicBezTo>
                  <a:cubicBezTo>
                    <a:pt x="10487" y="60792"/>
                    <a:pt x="10183" y="60670"/>
                    <a:pt x="9940" y="60427"/>
                  </a:cubicBezTo>
                  <a:cubicBezTo>
                    <a:pt x="9788" y="60275"/>
                    <a:pt x="9818" y="60214"/>
                    <a:pt x="9636" y="60062"/>
                  </a:cubicBezTo>
                  <a:cubicBezTo>
                    <a:pt x="9362" y="59789"/>
                    <a:pt x="9028" y="59789"/>
                    <a:pt x="9028" y="59394"/>
                  </a:cubicBezTo>
                  <a:cubicBezTo>
                    <a:pt x="8906" y="59302"/>
                    <a:pt x="8845" y="59424"/>
                    <a:pt x="8724" y="59333"/>
                  </a:cubicBezTo>
                  <a:cubicBezTo>
                    <a:pt x="8541" y="59059"/>
                    <a:pt x="8298" y="58877"/>
                    <a:pt x="8116" y="58634"/>
                  </a:cubicBezTo>
                  <a:cubicBezTo>
                    <a:pt x="8055" y="58512"/>
                    <a:pt x="8025" y="58390"/>
                    <a:pt x="8025" y="58269"/>
                  </a:cubicBezTo>
                  <a:cubicBezTo>
                    <a:pt x="7933" y="58178"/>
                    <a:pt x="7781" y="58178"/>
                    <a:pt x="7690" y="58087"/>
                  </a:cubicBezTo>
                  <a:cubicBezTo>
                    <a:pt x="7477" y="57904"/>
                    <a:pt x="7417" y="57570"/>
                    <a:pt x="7295" y="57418"/>
                  </a:cubicBezTo>
                  <a:cubicBezTo>
                    <a:pt x="7143" y="57235"/>
                    <a:pt x="7022" y="57266"/>
                    <a:pt x="6870" y="57144"/>
                  </a:cubicBezTo>
                  <a:cubicBezTo>
                    <a:pt x="6596" y="56871"/>
                    <a:pt x="6414" y="56536"/>
                    <a:pt x="6292" y="56172"/>
                  </a:cubicBezTo>
                  <a:cubicBezTo>
                    <a:pt x="6231" y="55989"/>
                    <a:pt x="6140" y="56050"/>
                    <a:pt x="6049" y="56080"/>
                  </a:cubicBezTo>
                  <a:cubicBezTo>
                    <a:pt x="5836" y="55442"/>
                    <a:pt x="5198" y="54743"/>
                    <a:pt x="4772" y="53892"/>
                  </a:cubicBezTo>
                  <a:cubicBezTo>
                    <a:pt x="4772" y="53649"/>
                    <a:pt x="5137" y="53892"/>
                    <a:pt x="5015" y="53497"/>
                  </a:cubicBezTo>
                  <a:cubicBezTo>
                    <a:pt x="4803" y="53254"/>
                    <a:pt x="4803" y="53770"/>
                    <a:pt x="4620" y="53588"/>
                  </a:cubicBezTo>
                  <a:cubicBezTo>
                    <a:pt x="4256" y="52798"/>
                    <a:pt x="4104" y="52555"/>
                    <a:pt x="3769" y="51825"/>
                  </a:cubicBezTo>
                  <a:cubicBezTo>
                    <a:pt x="3860" y="51825"/>
                    <a:pt x="3982" y="51886"/>
                    <a:pt x="4043" y="52068"/>
                  </a:cubicBezTo>
                  <a:cubicBezTo>
                    <a:pt x="4195" y="51612"/>
                    <a:pt x="3617" y="51643"/>
                    <a:pt x="3617" y="51673"/>
                  </a:cubicBezTo>
                  <a:cubicBezTo>
                    <a:pt x="3344" y="51247"/>
                    <a:pt x="3860" y="51734"/>
                    <a:pt x="3739" y="51369"/>
                  </a:cubicBezTo>
                  <a:cubicBezTo>
                    <a:pt x="3708" y="51156"/>
                    <a:pt x="3556" y="51247"/>
                    <a:pt x="3435" y="51278"/>
                  </a:cubicBezTo>
                  <a:lnTo>
                    <a:pt x="3161" y="50579"/>
                  </a:lnTo>
                  <a:cubicBezTo>
                    <a:pt x="3222" y="50366"/>
                    <a:pt x="3252" y="50548"/>
                    <a:pt x="3465" y="50457"/>
                  </a:cubicBezTo>
                  <a:lnTo>
                    <a:pt x="3344" y="50153"/>
                  </a:lnTo>
                  <a:cubicBezTo>
                    <a:pt x="3192" y="49971"/>
                    <a:pt x="3161" y="50640"/>
                    <a:pt x="2949" y="50062"/>
                  </a:cubicBezTo>
                  <a:cubicBezTo>
                    <a:pt x="2797" y="49667"/>
                    <a:pt x="3070" y="50062"/>
                    <a:pt x="3222" y="49849"/>
                  </a:cubicBezTo>
                  <a:cubicBezTo>
                    <a:pt x="3131" y="49576"/>
                    <a:pt x="3283" y="49606"/>
                    <a:pt x="3101" y="49454"/>
                  </a:cubicBezTo>
                  <a:cubicBezTo>
                    <a:pt x="3009" y="49241"/>
                    <a:pt x="2736" y="49515"/>
                    <a:pt x="2584" y="49515"/>
                  </a:cubicBezTo>
                  <a:lnTo>
                    <a:pt x="2341" y="48785"/>
                  </a:lnTo>
                  <a:cubicBezTo>
                    <a:pt x="2462" y="48846"/>
                    <a:pt x="2584" y="48846"/>
                    <a:pt x="2705" y="48785"/>
                  </a:cubicBezTo>
                  <a:cubicBezTo>
                    <a:pt x="2553" y="48694"/>
                    <a:pt x="2523" y="48269"/>
                    <a:pt x="2249" y="48481"/>
                  </a:cubicBezTo>
                  <a:cubicBezTo>
                    <a:pt x="1976" y="47934"/>
                    <a:pt x="2037" y="47600"/>
                    <a:pt x="2249" y="47357"/>
                  </a:cubicBezTo>
                  <a:cubicBezTo>
                    <a:pt x="2219" y="47174"/>
                    <a:pt x="1733" y="46992"/>
                    <a:pt x="2128" y="46840"/>
                  </a:cubicBezTo>
                  <a:cubicBezTo>
                    <a:pt x="1976" y="46597"/>
                    <a:pt x="1854" y="47174"/>
                    <a:pt x="1793" y="46597"/>
                  </a:cubicBezTo>
                  <a:cubicBezTo>
                    <a:pt x="1733" y="46658"/>
                    <a:pt x="1672" y="46749"/>
                    <a:pt x="1702" y="46840"/>
                  </a:cubicBezTo>
                  <a:cubicBezTo>
                    <a:pt x="1672" y="46810"/>
                    <a:pt x="1186" y="45959"/>
                    <a:pt x="1672" y="46080"/>
                  </a:cubicBezTo>
                  <a:cubicBezTo>
                    <a:pt x="1581" y="45776"/>
                    <a:pt x="1307" y="45898"/>
                    <a:pt x="1277" y="45503"/>
                  </a:cubicBezTo>
                  <a:lnTo>
                    <a:pt x="1520" y="45472"/>
                  </a:lnTo>
                  <a:cubicBezTo>
                    <a:pt x="1338" y="45442"/>
                    <a:pt x="1307" y="45168"/>
                    <a:pt x="1186" y="45077"/>
                  </a:cubicBezTo>
                  <a:cubicBezTo>
                    <a:pt x="1125" y="44773"/>
                    <a:pt x="1307" y="44652"/>
                    <a:pt x="1398" y="44500"/>
                  </a:cubicBezTo>
                  <a:cubicBezTo>
                    <a:pt x="1034" y="44560"/>
                    <a:pt x="1064" y="43740"/>
                    <a:pt x="1003" y="43588"/>
                  </a:cubicBezTo>
                  <a:cubicBezTo>
                    <a:pt x="1003" y="43557"/>
                    <a:pt x="882" y="43831"/>
                    <a:pt x="973" y="43922"/>
                  </a:cubicBezTo>
                  <a:cubicBezTo>
                    <a:pt x="578" y="43375"/>
                    <a:pt x="821" y="42585"/>
                    <a:pt x="669" y="41886"/>
                  </a:cubicBezTo>
                  <a:cubicBezTo>
                    <a:pt x="973" y="41673"/>
                    <a:pt x="1186" y="41399"/>
                    <a:pt x="1338" y="41065"/>
                  </a:cubicBezTo>
                  <a:cubicBezTo>
                    <a:pt x="1368" y="40731"/>
                    <a:pt x="1094" y="40883"/>
                    <a:pt x="1125" y="40548"/>
                  </a:cubicBezTo>
                  <a:cubicBezTo>
                    <a:pt x="851" y="40883"/>
                    <a:pt x="699" y="40244"/>
                    <a:pt x="638" y="40700"/>
                  </a:cubicBezTo>
                  <a:cubicBezTo>
                    <a:pt x="426" y="40579"/>
                    <a:pt x="638" y="39940"/>
                    <a:pt x="183" y="40153"/>
                  </a:cubicBezTo>
                  <a:cubicBezTo>
                    <a:pt x="61" y="39454"/>
                    <a:pt x="0" y="38755"/>
                    <a:pt x="31" y="38025"/>
                  </a:cubicBezTo>
                  <a:cubicBezTo>
                    <a:pt x="91" y="37265"/>
                    <a:pt x="152" y="36536"/>
                    <a:pt x="122" y="35928"/>
                  </a:cubicBezTo>
                  <a:cubicBezTo>
                    <a:pt x="426" y="36050"/>
                    <a:pt x="243" y="36627"/>
                    <a:pt x="243" y="37083"/>
                  </a:cubicBezTo>
                  <a:cubicBezTo>
                    <a:pt x="183" y="37448"/>
                    <a:pt x="213" y="37843"/>
                    <a:pt x="274" y="38208"/>
                  </a:cubicBezTo>
                  <a:cubicBezTo>
                    <a:pt x="395" y="37995"/>
                    <a:pt x="426" y="37630"/>
                    <a:pt x="638" y="37539"/>
                  </a:cubicBezTo>
                  <a:cubicBezTo>
                    <a:pt x="699" y="37083"/>
                    <a:pt x="304" y="37265"/>
                    <a:pt x="334" y="36870"/>
                  </a:cubicBezTo>
                  <a:lnTo>
                    <a:pt x="486" y="36870"/>
                  </a:lnTo>
                  <a:cubicBezTo>
                    <a:pt x="456" y="36475"/>
                    <a:pt x="578" y="36110"/>
                    <a:pt x="790" y="35776"/>
                  </a:cubicBezTo>
                  <a:cubicBezTo>
                    <a:pt x="790" y="35655"/>
                    <a:pt x="608" y="35685"/>
                    <a:pt x="638" y="35563"/>
                  </a:cubicBezTo>
                  <a:lnTo>
                    <a:pt x="730" y="34773"/>
                  </a:lnTo>
                  <a:cubicBezTo>
                    <a:pt x="882" y="34530"/>
                    <a:pt x="912" y="34712"/>
                    <a:pt x="1003" y="34591"/>
                  </a:cubicBezTo>
                  <a:cubicBezTo>
                    <a:pt x="1064" y="34135"/>
                    <a:pt x="882" y="34591"/>
                    <a:pt x="790" y="34317"/>
                  </a:cubicBezTo>
                  <a:cubicBezTo>
                    <a:pt x="821" y="34044"/>
                    <a:pt x="942" y="33648"/>
                    <a:pt x="608" y="33740"/>
                  </a:cubicBezTo>
                  <a:cubicBezTo>
                    <a:pt x="821" y="33101"/>
                    <a:pt x="942" y="32037"/>
                    <a:pt x="1125" y="31490"/>
                  </a:cubicBezTo>
                  <a:cubicBezTo>
                    <a:pt x="1246" y="31916"/>
                    <a:pt x="882" y="32737"/>
                    <a:pt x="821" y="33314"/>
                  </a:cubicBezTo>
                  <a:cubicBezTo>
                    <a:pt x="942" y="33466"/>
                    <a:pt x="1003" y="33679"/>
                    <a:pt x="1216" y="33709"/>
                  </a:cubicBezTo>
                  <a:cubicBezTo>
                    <a:pt x="1277" y="33436"/>
                    <a:pt x="1246" y="33223"/>
                    <a:pt x="1034" y="33223"/>
                  </a:cubicBezTo>
                  <a:cubicBezTo>
                    <a:pt x="1277" y="32858"/>
                    <a:pt x="1125" y="32463"/>
                    <a:pt x="1307" y="31885"/>
                  </a:cubicBezTo>
                  <a:cubicBezTo>
                    <a:pt x="1398" y="32068"/>
                    <a:pt x="1429" y="31977"/>
                    <a:pt x="1550" y="31946"/>
                  </a:cubicBezTo>
                  <a:cubicBezTo>
                    <a:pt x="1702" y="30882"/>
                    <a:pt x="1945" y="29849"/>
                    <a:pt x="2310" y="28846"/>
                  </a:cubicBezTo>
                  <a:cubicBezTo>
                    <a:pt x="2493" y="28603"/>
                    <a:pt x="2462" y="29119"/>
                    <a:pt x="2645" y="28846"/>
                  </a:cubicBezTo>
                  <a:cubicBezTo>
                    <a:pt x="2827" y="28360"/>
                    <a:pt x="2189" y="28846"/>
                    <a:pt x="2584" y="28177"/>
                  </a:cubicBezTo>
                  <a:cubicBezTo>
                    <a:pt x="2857" y="28025"/>
                    <a:pt x="2888" y="28481"/>
                    <a:pt x="2857" y="28785"/>
                  </a:cubicBezTo>
                  <a:cubicBezTo>
                    <a:pt x="3161" y="28816"/>
                    <a:pt x="3283" y="28147"/>
                    <a:pt x="2857" y="28177"/>
                  </a:cubicBezTo>
                  <a:cubicBezTo>
                    <a:pt x="2979" y="27964"/>
                    <a:pt x="2979" y="27752"/>
                    <a:pt x="2857" y="27904"/>
                  </a:cubicBezTo>
                  <a:cubicBezTo>
                    <a:pt x="3101" y="27326"/>
                    <a:pt x="3374" y="26718"/>
                    <a:pt x="3708" y="26171"/>
                  </a:cubicBezTo>
                  <a:cubicBezTo>
                    <a:pt x="4073" y="25502"/>
                    <a:pt x="4529" y="24864"/>
                    <a:pt x="5046" y="24256"/>
                  </a:cubicBezTo>
                  <a:cubicBezTo>
                    <a:pt x="5988" y="23132"/>
                    <a:pt x="6930" y="22250"/>
                    <a:pt x="7660" y="21490"/>
                  </a:cubicBezTo>
                  <a:cubicBezTo>
                    <a:pt x="7721" y="21399"/>
                    <a:pt x="7660" y="21399"/>
                    <a:pt x="7599" y="21429"/>
                  </a:cubicBezTo>
                  <a:cubicBezTo>
                    <a:pt x="7751" y="21247"/>
                    <a:pt x="8085" y="20973"/>
                    <a:pt x="8420" y="20639"/>
                  </a:cubicBezTo>
                  <a:cubicBezTo>
                    <a:pt x="8633" y="20791"/>
                    <a:pt x="8207" y="20943"/>
                    <a:pt x="8541" y="20943"/>
                  </a:cubicBezTo>
                  <a:cubicBezTo>
                    <a:pt x="8876" y="20973"/>
                    <a:pt x="8906" y="20730"/>
                    <a:pt x="8997" y="20700"/>
                  </a:cubicBezTo>
                  <a:cubicBezTo>
                    <a:pt x="9240" y="20609"/>
                    <a:pt x="8724" y="20943"/>
                    <a:pt x="8693" y="21156"/>
                  </a:cubicBezTo>
                  <a:cubicBezTo>
                    <a:pt x="9058" y="20973"/>
                    <a:pt x="9392" y="20913"/>
                    <a:pt x="9757" y="20730"/>
                  </a:cubicBezTo>
                  <a:cubicBezTo>
                    <a:pt x="9666" y="20366"/>
                    <a:pt x="9696" y="19970"/>
                    <a:pt x="9909" y="19666"/>
                  </a:cubicBezTo>
                  <a:cubicBezTo>
                    <a:pt x="10092" y="19545"/>
                    <a:pt x="10304" y="19423"/>
                    <a:pt x="10456" y="19636"/>
                  </a:cubicBezTo>
                  <a:cubicBezTo>
                    <a:pt x="10639" y="19150"/>
                    <a:pt x="11186" y="19059"/>
                    <a:pt x="11794" y="18451"/>
                  </a:cubicBezTo>
                  <a:cubicBezTo>
                    <a:pt x="11915" y="18481"/>
                    <a:pt x="12006" y="18542"/>
                    <a:pt x="12067" y="18633"/>
                  </a:cubicBezTo>
                  <a:cubicBezTo>
                    <a:pt x="12250" y="18542"/>
                    <a:pt x="12128" y="18451"/>
                    <a:pt x="12067" y="18329"/>
                  </a:cubicBezTo>
                  <a:cubicBezTo>
                    <a:pt x="12462" y="18055"/>
                    <a:pt x="12827" y="17751"/>
                    <a:pt x="13161" y="17417"/>
                  </a:cubicBezTo>
                  <a:cubicBezTo>
                    <a:pt x="13769" y="16870"/>
                    <a:pt x="14499" y="16505"/>
                    <a:pt x="15076" y="16080"/>
                  </a:cubicBezTo>
                  <a:cubicBezTo>
                    <a:pt x="15320" y="15867"/>
                    <a:pt x="15441" y="15533"/>
                    <a:pt x="15745" y="15593"/>
                  </a:cubicBezTo>
                  <a:cubicBezTo>
                    <a:pt x="15806" y="15472"/>
                    <a:pt x="15745" y="15381"/>
                    <a:pt x="15836" y="15289"/>
                  </a:cubicBezTo>
                  <a:cubicBezTo>
                    <a:pt x="16019" y="15137"/>
                    <a:pt x="16171" y="15168"/>
                    <a:pt x="16353" y="15168"/>
                  </a:cubicBezTo>
                  <a:cubicBezTo>
                    <a:pt x="16657" y="14438"/>
                    <a:pt x="17599" y="14013"/>
                    <a:pt x="18450" y="13162"/>
                  </a:cubicBezTo>
                  <a:cubicBezTo>
                    <a:pt x="18754" y="13162"/>
                    <a:pt x="18450" y="13344"/>
                    <a:pt x="18663" y="13526"/>
                  </a:cubicBezTo>
                  <a:cubicBezTo>
                    <a:pt x="18967" y="13223"/>
                    <a:pt x="18572" y="12919"/>
                    <a:pt x="19089" y="12584"/>
                  </a:cubicBezTo>
                  <a:cubicBezTo>
                    <a:pt x="19119" y="12767"/>
                    <a:pt x="19028" y="12919"/>
                    <a:pt x="19271" y="13101"/>
                  </a:cubicBezTo>
                  <a:cubicBezTo>
                    <a:pt x="19545" y="12919"/>
                    <a:pt x="19301" y="12584"/>
                    <a:pt x="19697" y="12584"/>
                  </a:cubicBezTo>
                  <a:cubicBezTo>
                    <a:pt x="19757" y="12736"/>
                    <a:pt x="19423" y="12919"/>
                    <a:pt x="19514" y="13101"/>
                  </a:cubicBezTo>
                  <a:cubicBezTo>
                    <a:pt x="19818" y="13101"/>
                    <a:pt x="19697" y="12554"/>
                    <a:pt x="20122" y="12341"/>
                  </a:cubicBezTo>
                  <a:cubicBezTo>
                    <a:pt x="20274" y="12463"/>
                    <a:pt x="20183" y="12615"/>
                    <a:pt x="20001" y="12767"/>
                  </a:cubicBezTo>
                  <a:cubicBezTo>
                    <a:pt x="20304" y="12858"/>
                    <a:pt x="20152" y="12432"/>
                    <a:pt x="20365" y="12341"/>
                  </a:cubicBezTo>
                  <a:cubicBezTo>
                    <a:pt x="20487" y="12432"/>
                    <a:pt x="20700" y="12068"/>
                    <a:pt x="20821" y="12128"/>
                  </a:cubicBezTo>
                  <a:cubicBezTo>
                    <a:pt x="20943" y="11855"/>
                    <a:pt x="20943" y="11338"/>
                    <a:pt x="21216" y="11247"/>
                  </a:cubicBezTo>
                  <a:cubicBezTo>
                    <a:pt x="21216" y="11399"/>
                    <a:pt x="21338" y="11551"/>
                    <a:pt x="21338" y="11703"/>
                  </a:cubicBezTo>
                  <a:cubicBezTo>
                    <a:pt x="21216" y="11824"/>
                    <a:pt x="21125" y="11764"/>
                    <a:pt x="21004" y="11885"/>
                  </a:cubicBezTo>
                  <a:cubicBezTo>
                    <a:pt x="21216" y="12219"/>
                    <a:pt x="21551" y="11703"/>
                    <a:pt x="21672" y="11490"/>
                  </a:cubicBezTo>
                  <a:cubicBezTo>
                    <a:pt x="21855" y="11672"/>
                    <a:pt x="21672" y="11824"/>
                    <a:pt x="21855" y="12007"/>
                  </a:cubicBezTo>
                  <a:cubicBezTo>
                    <a:pt x="21915" y="11824"/>
                    <a:pt x="21885" y="11672"/>
                    <a:pt x="21946" y="11490"/>
                  </a:cubicBezTo>
                  <a:cubicBezTo>
                    <a:pt x="22159" y="11247"/>
                    <a:pt x="22311" y="11429"/>
                    <a:pt x="22493" y="11429"/>
                  </a:cubicBezTo>
                  <a:cubicBezTo>
                    <a:pt x="22189" y="11764"/>
                    <a:pt x="21611" y="12675"/>
                    <a:pt x="21034" y="12615"/>
                  </a:cubicBezTo>
                  <a:cubicBezTo>
                    <a:pt x="20912" y="12797"/>
                    <a:pt x="21216" y="12645"/>
                    <a:pt x="21125" y="12888"/>
                  </a:cubicBezTo>
                  <a:cubicBezTo>
                    <a:pt x="20791" y="13131"/>
                    <a:pt x="20456" y="13587"/>
                    <a:pt x="20152" y="13648"/>
                  </a:cubicBezTo>
                  <a:cubicBezTo>
                    <a:pt x="20092" y="13709"/>
                    <a:pt x="20152" y="13770"/>
                    <a:pt x="20183" y="13830"/>
                  </a:cubicBezTo>
                  <a:cubicBezTo>
                    <a:pt x="19818" y="14195"/>
                    <a:pt x="19332" y="14256"/>
                    <a:pt x="19271" y="14773"/>
                  </a:cubicBezTo>
                  <a:cubicBezTo>
                    <a:pt x="18906" y="14773"/>
                    <a:pt x="18329" y="15533"/>
                    <a:pt x="18146" y="15897"/>
                  </a:cubicBezTo>
                  <a:cubicBezTo>
                    <a:pt x="17903" y="15837"/>
                    <a:pt x="17599" y="16110"/>
                    <a:pt x="17356" y="16292"/>
                  </a:cubicBezTo>
                  <a:cubicBezTo>
                    <a:pt x="17538" y="16536"/>
                    <a:pt x="17812" y="16232"/>
                    <a:pt x="18025" y="16201"/>
                  </a:cubicBezTo>
                  <a:cubicBezTo>
                    <a:pt x="18177" y="16536"/>
                    <a:pt x="17873" y="16323"/>
                    <a:pt x="17690" y="16536"/>
                  </a:cubicBezTo>
                  <a:cubicBezTo>
                    <a:pt x="17538" y="16657"/>
                    <a:pt x="17842" y="16779"/>
                    <a:pt x="17903" y="16900"/>
                  </a:cubicBezTo>
                  <a:cubicBezTo>
                    <a:pt x="18207" y="16688"/>
                    <a:pt x="18390" y="16292"/>
                    <a:pt x="18390" y="15897"/>
                  </a:cubicBezTo>
                  <a:cubicBezTo>
                    <a:pt x="19301" y="15168"/>
                    <a:pt x="19727" y="14621"/>
                    <a:pt x="20456" y="14134"/>
                  </a:cubicBezTo>
                  <a:cubicBezTo>
                    <a:pt x="20365" y="14378"/>
                    <a:pt x="20608" y="14590"/>
                    <a:pt x="20426" y="14834"/>
                  </a:cubicBezTo>
                  <a:cubicBezTo>
                    <a:pt x="20578" y="14955"/>
                    <a:pt x="20821" y="14499"/>
                    <a:pt x="20973" y="14590"/>
                  </a:cubicBezTo>
                  <a:cubicBezTo>
                    <a:pt x="20882" y="14438"/>
                    <a:pt x="20791" y="14408"/>
                    <a:pt x="20669" y="14530"/>
                  </a:cubicBezTo>
                  <a:cubicBezTo>
                    <a:pt x="20517" y="14317"/>
                    <a:pt x="20912" y="14104"/>
                    <a:pt x="21125" y="13891"/>
                  </a:cubicBezTo>
                  <a:cubicBezTo>
                    <a:pt x="21216" y="13982"/>
                    <a:pt x="21277" y="14165"/>
                    <a:pt x="21399" y="14074"/>
                  </a:cubicBezTo>
                  <a:cubicBezTo>
                    <a:pt x="21703" y="13922"/>
                    <a:pt x="21156" y="13739"/>
                    <a:pt x="21581" y="13587"/>
                  </a:cubicBezTo>
                  <a:cubicBezTo>
                    <a:pt x="21642" y="13891"/>
                    <a:pt x="21581" y="13830"/>
                    <a:pt x="21946" y="13830"/>
                  </a:cubicBezTo>
                  <a:cubicBezTo>
                    <a:pt x="22007" y="13678"/>
                    <a:pt x="21855" y="13648"/>
                    <a:pt x="21763" y="13770"/>
                  </a:cubicBezTo>
                  <a:cubicBezTo>
                    <a:pt x="21672" y="13648"/>
                    <a:pt x="21946" y="13557"/>
                    <a:pt x="21855" y="13466"/>
                  </a:cubicBezTo>
                  <a:cubicBezTo>
                    <a:pt x="22098" y="13405"/>
                    <a:pt x="22341" y="13314"/>
                    <a:pt x="22402" y="13648"/>
                  </a:cubicBezTo>
                  <a:cubicBezTo>
                    <a:pt x="22706" y="13405"/>
                    <a:pt x="22493" y="13192"/>
                    <a:pt x="22919" y="12949"/>
                  </a:cubicBezTo>
                  <a:cubicBezTo>
                    <a:pt x="23192" y="12706"/>
                    <a:pt x="23374" y="13040"/>
                    <a:pt x="23618" y="12767"/>
                  </a:cubicBezTo>
                  <a:cubicBezTo>
                    <a:pt x="23739" y="12523"/>
                    <a:pt x="23891" y="12250"/>
                    <a:pt x="23587" y="12159"/>
                  </a:cubicBezTo>
                  <a:cubicBezTo>
                    <a:pt x="23982" y="11824"/>
                    <a:pt x="24074" y="11520"/>
                    <a:pt x="23891" y="11338"/>
                  </a:cubicBezTo>
                  <a:cubicBezTo>
                    <a:pt x="24043" y="11125"/>
                    <a:pt x="24165" y="11277"/>
                    <a:pt x="24286" y="11095"/>
                  </a:cubicBezTo>
                  <a:cubicBezTo>
                    <a:pt x="24438" y="11216"/>
                    <a:pt x="24286" y="11308"/>
                    <a:pt x="24195" y="11399"/>
                  </a:cubicBezTo>
                  <a:cubicBezTo>
                    <a:pt x="24347" y="11581"/>
                    <a:pt x="24560" y="11490"/>
                    <a:pt x="24742" y="11490"/>
                  </a:cubicBezTo>
                  <a:cubicBezTo>
                    <a:pt x="24925" y="11125"/>
                    <a:pt x="24864" y="11186"/>
                    <a:pt x="25229" y="11064"/>
                  </a:cubicBezTo>
                  <a:cubicBezTo>
                    <a:pt x="25502" y="11186"/>
                    <a:pt x="25046" y="11308"/>
                    <a:pt x="25320" y="11429"/>
                  </a:cubicBezTo>
                  <a:cubicBezTo>
                    <a:pt x="25441" y="11581"/>
                    <a:pt x="25472" y="11247"/>
                    <a:pt x="25350" y="11186"/>
                  </a:cubicBezTo>
                  <a:cubicBezTo>
                    <a:pt x="25593" y="11004"/>
                    <a:pt x="25624" y="10791"/>
                    <a:pt x="25958" y="10578"/>
                  </a:cubicBezTo>
                  <a:cubicBezTo>
                    <a:pt x="25897" y="10457"/>
                    <a:pt x="25776" y="10365"/>
                    <a:pt x="25624" y="10335"/>
                  </a:cubicBezTo>
                  <a:cubicBezTo>
                    <a:pt x="25593" y="10487"/>
                    <a:pt x="25350" y="10639"/>
                    <a:pt x="25168" y="10821"/>
                  </a:cubicBezTo>
                  <a:cubicBezTo>
                    <a:pt x="24955" y="10457"/>
                    <a:pt x="24590" y="10912"/>
                    <a:pt x="24377" y="10609"/>
                  </a:cubicBezTo>
                  <a:cubicBezTo>
                    <a:pt x="25259" y="9970"/>
                    <a:pt x="26627" y="8602"/>
                    <a:pt x="27539" y="8177"/>
                  </a:cubicBezTo>
                  <a:cubicBezTo>
                    <a:pt x="27751" y="8481"/>
                    <a:pt x="27417" y="8390"/>
                    <a:pt x="27295" y="8481"/>
                  </a:cubicBezTo>
                  <a:cubicBezTo>
                    <a:pt x="26627" y="8937"/>
                    <a:pt x="25715" y="9757"/>
                    <a:pt x="25046" y="10244"/>
                  </a:cubicBezTo>
                  <a:cubicBezTo>
                    <a:pt x="25350" y="10213"/>
                    <a:pt x="25715" y="9879"/>
                    <a:pt x="25988" y="10031"/>
                  </a:cubicBezTo>
                  <a:cubicBezTo>
                    <a:pt x="26262" y="9879"/>
                    <a:pt x="25867" y="9697"/>
                    <a:pt x="26201" y="9545"/>
                  </a:cubicBezTo>
                  <a:cubicBezTo>
                    <a:pt x="26323" y="9362"/>
                    <a:pt x="26384" y="9575"/>
                    <a:pt x="26505" y="9484"/>
                  </a:cubicBezTo>
                  <a:cubicBezTo>
                    <a:pt x="26779" y="9453"/>
                    <a:pt x="26627" y="9210"/>
                    <a:pt x="26627" y="9180"/>
                  </a:cubicBezTo>
                  <a:cubicBezTo>
                    <a:pt x="26657" y="9150"/>
                    <a:pt x="26779" y="9180"/>
                    <a:pt x="26840" y="9119"/>
                  </a:cubicBezTo>
                  <a:cubicBezTo>
                    <a:pt x="26900" y="9089"/>
                    <a:pt x="26900" y="8967"/>
                    <a:pt x="26931" y="8937"/>
                  </a:cubicBezTo>
                  <a:cubicBezTo>
                    <a:pt x="27265" y="8694"/>
                    <a:pt x="27660" y="8633"/>
                    <a:pt x="27903" y="8177"/>
                  </a:cubicBezTo>
                  <a:cubicBezTo>
                    <a:pt x="28025" y="8055"/>
                    <a:pt x="28086" y="8146"/>
                    <a:pt x="28147" y="8207"/>
                  </a:cubicBezTo>
                  <a:cubicBezTo>
                    <a:pt x="28359" y="7994"/>
                    <a:pt x="27995" y="8116"/>
                    <a:pt x="27964" y="7934"/>
                  </a:cubicBezTo>
                  <a:cubicBezTo>
                    <a:pt x="28147" y="7782"/>
                    <a:pt x="28268" y="7934"/>
                    <a:pt x="28420" y="7903"/>
                  </a:cubicBezTo>
                  <a:cubicBezTo>
                    <a:pt x="28603" y="7812"/>
                    <a:pt x="28268" y="7660"/>
                    <a:pt x="28238" y="7539"/>
                  </a:cubicBezTo>
                  <a:cubicBezTo>
                    <a:pt x="28785" y="7052"/>
                    <a:pt x="29332" y="6596"/>
                    <a:pt x="29879" y="6201"/>
                  </a:cubicBezTo>
                  <a:cubicBezTo>
                    <a:pt x="29970" y="6140"/>
                    <a:pt x="30092" y="6232"/>
                    <a:pt x="30153" y="6232"/>
                  </a:cubicBezTo>
                  <a:cubicBezTo>
                    <a:pt x="30183" y="6201"/>
                    <a:pt x="30457" y="5928"/>
                    <a:pt x="30609" y="5836"/>
                  </a:cubicBezTo>
                  <a:cubicBezTo>
                    <a:pt x="30730" y="5745"/>
                    <a:pt x="31065" y="5654"/>
                    <a:pt x="31065" y="5472"/>
                  </a:cubicBezTo>
                  <a:cubicBezTo>
                    <a:pt x="31186" y="5472"/>
                    <a:pt x="31338" y="5350"/>
                    <a:pt x="31399" y="5472"/>
                  </a:cubicBezTo>
                  <a:cubicBezTo>
                    <a:pt x="31733" y="4985"/>
                    <a:pt x="32858" y="4742"/>
                    <a:pt x="33496" y="4286"/>
                  </a:cubicBezTo>
                  <a:cubicBezTo>
                    <a:pt x="33648" y="4499"/>
                    <a:pt x="33314" y="4529"/>
                    <a:pt x="33314" y="4681"/>
                  </a:cubicBezTo>
                  <a:cubicBezTo>
                    <a:pt x="33010" y="4742"/>
                    <a:pt x="32706" y="4894"/>
                    <a:pt x="32432" y="5107"/>
                  </a:cubicBezTo>
                  <a:cubicBezTo>
                    <a:pt x="32280" y="5228"/>
                    <a:pt x="32524" y="5441"/>
                    <a:pt x="32189" y="5502"/>
                  </a:cubicBezTo>
                  <a:cubicBezTo>
                    <a:pt x="32584" y="5593"/>
                    <a:pt x="32645" y="5107"/>
                    <a:pt x="32919" y="4955"/>
                  </a:cubicBezTo>
                  <a:cubicBezTo>
                    <a:pt x="33071" y="5077"/>
                    <a:pt x="33496" y="4681"/>
                    <a:pt x="33587" y="5016"/>
                  </a:cubicBezTo>
                  <a:cubicBezTo>
                    <a:pt x="33679" y="4864"/>
                    <a:pt x="33344" y="4742"/>
                    <a:pt x="33587" y="4499"/>
                  </a:cubicBezTo>
                  <a:cubicBezTo>
                    <a:pt x="33800" y="4347"/>
                    <a:pt x="33861" y="4499"/>
                    <a:pt x="34074" y="4408"/>
                  </a:cubicBezTo>
                  <a:cubicBezTo>
                    <a:pt x="34074" y="4134"/>
                    <a:pt x="33800" y="4347"/>
                    <a:pt x="33648" y="4408"/>
                  </a:cubicBezTo>
                  <a:cubicBezTo>
                    <a:pt x="33709" y="4165"/>
                    <a:pt x="34195" y="3952"/>
                    <a:pt x="34499" y="3800"/>
                  </a:cubicBezTo>
                  <a:cubicBezTo>
                    <a:pt x="34742" y="3709"/>
                    <a:pt x="34986" y="3618"/>
                    <a:pt x="35259" y="3587"/>
                  </a:cubicBezTo>
                  <a:cubicBezTo>
                    <a:pt x="35350" y="3587"/>
                    <a:pt x="35472" y="3618"/>
                    <a:pt x="35563" y="3648"/>
                  </a:cubicBezTo>
                  <a:cubicBezTo>
                    <a:pt x="35685" y="3618"/>
                    <a:pt x="35685" y="3466"/>
                    <a:pt x="35715" y="3435"/>
                  </a:cubicBezTo>
                  <a:cubicBezTo>
                    <a:pt x="35928" y="3344"/>
                    <a:pt x="36141" y="3526"/>
                    <a:pt x="36293" y="3222"/>
                  </a:cubicBezTo>
                  <a:cubicBezTo>
                    <a:pt x="36445" y="3162"/>
                    <a:pt x="36505" y="3253"/>
                    <a:pt x="36536" y="3344"/>
                  </a:cubicBezTo>
                  <a:cubicBezTo>
                    <a:pt x="36809" y="3314"/>
                    <a:pt x="36779" y="3101"/>
                    <a:pt x="37083" y="3070"/>
                  </a:cubicBezTo>
                  <a:cubicBezTo>
                    <a:pt x="37083" y="3222"/>
                    <a:pt x="36961" y="3283"/>
                    <a:pt x="36718" y="3314"/>
                  </a:cubicBezTo>
                  <a:cubicBezTo>
                    <a:pt x="36809" y="3466"/>
                    <a:pt x="37022" y="3435"/>
                    <a:pt x="37144" y="3557"/>
                  </a:cubicBezTo>
                  <a:cubicBezTo>
                    <a:pt x="37356" y="3496"/>
                    <a:pt x="37600" y="3405"/>
                    <a:pt x="37478" y="3162"/>
                  </a:cubicBezTo>
                  <a:cubicBezTo>
                    <a:pt x="37569" y="3192"/>
                    <a:pt x="38116" y="3314"/>
                    <a:pt x="37964" y="3010"/>
                  </a:cubicBezTo>
                  <a:cubicBezTo>
                    <a:pt x="37843" y="2827"/>
                    <a:pt x="37600" y="3162"/>
                    <a:pt x="37265" y="3101"/>
                  </a:cubicBezTo>
                  <a:cubicBezTo>
                    <a:pt x="37356" y="2979"/>
                    <a:pt x="37569" y="2918"/>
                    <a:pt x="37752" y="2858"/>
                  </a:cubicBezTo>
                  <a:cubicBezTo>
                    <a:pt x="37660" y="2614"/>
                    <a:pt x="37204" y="2797"/>
                    <a:pt x="37083" y="2554"/>
                  </a:cubicBezTo>
                  <a:cubicBezTo>
                    <a:pt x="36840" y="2736"/>
                    <a:pt x="36505" y="2736"/>
                    <a:pt x="36232" y="2554"/>
                  </a:cubicBezTo>
                  <a:cubicBezTo>
                    <a:pt x="36232" y="2371"/>
                    <a:pt x="36749" y="2797"/>
                    <a:pt x="36749" y="2371"/>
                  </a:cubicBezTo>
                  <a:cubicBezTo>
                    <a:pt x="36688" y="2280"/>
                    <a:pt x="36505" y="2341"/>
                    <a:pt x="36536" y="2432"/>
                  </a:cubicBezTo>
                  <a:cubicBezTo>
                    <a:pt x="36141" y="2310"/>
                    <a:pt x="36901" y="1794"/>
                    <a:pt x="36110" y="2007"/>
                  </a:cubicBezTo>
                  <a:cubicBezTo>
                    <a:pt x="36110" y="1611"/>
                    <a:pt x="36992" y="2007"/>
                    <a:pt x="37022" y="1581"/>
                  </a:cubicBezTo>
                  <a:cubicBezTo>
                    <a:pt x="36627" y="1581"/>
                    <a:pt x="36353" y="1429"/>
                    <a:pt x="35806" y="1581"/>
                  </a:cubicBezTo>
                  <a:cubicBezTo>
                    <a:pt x="35502" y="1703"/>
                    <a:pt x="35989" y="1733"/>
                    <a:pt x="35897" y="1976"/>
                  </a:cubicBezTo>
                  <a:cubicBezTo>
                    <a:pt x="35624" y="1946"/>
                    <a:pt x="35563" y="1703"/>
                    <a:pt x="35350" y="1581"/>
                  </a:cubicBezTo>
                  <a:cubicBezTo>
                    <a:pt x="35107" y="1703"/>
                    <a:pt x="34955" y="1885"/>
                    <a:pt x="34712" y="1763"/>
                  </a:cubicBezTo>
                  <a:cubicBezTo>
                    <a:pt x="35016" y="1247"/>
                    <a:pt x="35806" y="1368"/>
                    <a:pt x="36505" y="1095"/>
                  </a:cubicBezTo>
                  <a:cubicBezTo>
                    <a:pt x="36475" y="1247"/>
                    <a:pt x="36171" y="1247"/>
                    <a:pt x="36353" y="1490"/>
                  </a:cubicBezTo>
                  <a:cubicBezTo>
                    <a:pt x="36779" y="1490"/>
                    <a:pt x="36475" y="1095"/>
                    <a:pt x="36961" y="1095"/>
                  </a:cubicBezTo>
                  <a:cubicBezTo>
                    <a:pt x="36992" y="1003"/>
                    <a:pt x="36901" y="943"/>
                    <a:pt x="36840" y="943"/>
                  </a:cubicBezTo>
                  <a:cubicBezTo>
                    <a:pt x="37174" y="700"/>
                    <a:pt x="37600" y="578"/>
                    <a:pt x="37630" y="152"/>
                  </a:cubicBezTo>
                  <a:cubicBezTo>
                    <a:pt x="37995" y="61"/>
                    <a:pt x="38025" y="244"/>
                    <a:pt x="38238" y="274"/>
                  </a:cubicBezTo>
                  <a:cubicBezTo>
                    <a:pt x="38724" y="274"/>
                    <a:pt x="38907" y="92"/>
                    <a:pt x="39363" y="92"/>
                  </a:cubicBezTo>
                  <a:cubicBezTo>
                    <a:pt x="39393" y="274"/>
                    <a:pt x="39271" y="365"/>
                    <a:pt x="39028" y="365"/>
                  </a:cubicBezTo>
                  <a:cubicBezTo>
                    <a:pt x="39393" y="730"/>
                    <a:pt x="40244" y="304"/>
                    <a:pt x="40274" y="821"/>
                  </a:cubicBezTo>
                  <a:cubicBezTo>
                    <a:pt x="40730" y="700"/>
                    <a:pt x="40274" y="365"/>
                    <a:pt x="40062" y="244"/>
                  </a:cubicBezTo>
                  <a:cubicBezTo>
                    <a:pt x="40031" y="61"/>
                    <a:pt x="40457" y="213"/>
                    <a:pt x="40609" y="152"/>
                  </a:cubicBezTo>
                  <a:cubicBezTo>
                    <a:pt x="40274" y="426"/>
                    <a:pt x="40791" y="517"/>
                    <a:pt x="40822" y="730"/>
                  </a:cubicBezTo>
                  <a:cubicBezTo>
                    <a:pt x="41369" y="639"/>
                    <a:pt x="41612" y="244"/>
                    <a:pt x="42402" y="335"/>
                  </a:cubicBezTo>
                  <a:cubicBezTo>
                    <a:pt x="42706" y="304"/>
                    <a:pt x="42585" y="517"/>
                    <a:pt x="42706" y="608"/>
                  </a:cubicBezTo>
                  <a:cubicBezTo>
                    <a:pt x="42797" y="608"/>
                    <a:pt x="42828" y="548"/>
                    <a:pt x="42919" y="548"/>
                  </a:cubicBezTo>
                  <a:cubicBezTo>
                    <a:pt x="43162" y="487"/>
                    <a:pt x="42645" y="304"/>
                    <a:pt x="43071" y="244"/>
                  </a:cubicBezTo>
                  <a:cubicBezTo>
                    <a:pt x="43314" y="244"/>
                    <a:pt x="43284" y="396"/>
                    <a:pt x="43253" y="517"/>
                  </a:cubicBezTo>
                  <a:cubicBezTo>
                    <a:pt x="43648" y="396"/>
                    <a:pt x="44013" y="365"/>
                    <a:pt x="44408" y="426"/>
                  </a:cubicBezTo>
                  <a:cubicBezTo>
                    <a:pt x="44682" y="517"/>
                    <a:pt x="44651" y="760"/>
                    <a:pt x="45138" y="730"/>
                  </a:cubicBezTo>
                  <a:cubicBezTo>
                    <a:pt x="45138" y="639"/>
                    <a:pt x="44955" y="639"/>
                    <a:pt x="44834" y="578"/>
                  </a:cubicBezTo>
                  <a:cubicBezTo>
                    <a:pt x="45199" y="396"/>
                    <a:pt x="46323" y="943"/>
                    <a:pt x="46962" y="912"/>
                  </a:cubicBezTo>
                  <a:cubicBezTo>
                    <a:pt x="47174" y="1034"/>
                    <a:pt x="46931" y="1338"/>
                    <a:pt x="47265" y="1429"/>
                  </a:cubicBezTo>
                  <a:cubicBezTo>
                    <a:pt x="47448" y="1429"/>
                    <a:pt x="47265" y="1307"/>
                    <a:pt x="47326" y="1186"/>
                  </a:cubicBezTo>
                  <a:cubicBezTo>
                    <a:pt x="47873" y="1368"/>
                    <a:pt x="48420" y="1520"/>
                    <a:pt x="48998" y="1611"/>
                  </a:cubicBezTo>
                  <a:cubicBezTo>
                    <a:pt x="48907" y="1855"/>
                    <a:pt x="48998" y="2007"/>
                    <a:pt x="49363" y="2098"/>
                  </a:cubicBezTo>
                  <a:cubicBezTo>
                    <a:pt x="49332" y="2007"/>
                    <a:pt x="49180" y="1946"/>
                    <a:pt x="49241" y="1794"/>
                  </a:cubicBezTo>
                  <a:cubicBezTo>
                    <a:pt x="49484" y="1763"/>
                    <a:pt x="49363" y="2007"/>
                    <a:pt x="49393" y="2007"/>
                  </a:cubicBezTo>
                  <a:cubicBezTo>
                    <a:pt x="49576" y="2159"/>
                    <a:pt x="49910" y="1976"/>
                    <a:pt x="50062" y="2280"/>
                  </a:cubicBezTo>
                  <a:cubicBezTo>
                    <a:pt x="49636" y="2432"/>
                    <a:pt x="49393" y="2098"/>
                    <a:pt x="48846" y="2007"/>
                  </a:cubicBezTo>
                  <a:cubicBezTo>
                    <a:pt x="48603" y="1946"/>
                    <a:pt x="48572" y="2219"/>
                    <a:pt x="48269" y="2067"/>
                  </a:cubicBezTo>
                  <a:cubicBezTo>
                    <a:pt x="48664" y="1885"/>
                    <a:pt x="47569" y="1763"/>
                    <a:pt x="47448" y="1551"/>
                  </a:cubicBezTo>
                  <a:lnTo>
                    <a:pt x="47083" y="1703"/>
                  </a:lnTo>
                  <a:cubicBezTo>
                    <a:pt x="46840" y="1581"/>
                    <a:pt x="46901" y="1338"/>
                    <a:pt x="46779" y="1125"/>
                  </a:cubicBezTo>
                  <a:cubicBezTo>
                    <a:pt x="46414" y="1277"/>
                    <a:pt x="46475" y="852"/>
                    <a:pt x="45989" y="821"/>
                  </a:cubicBezTo>
                  <a:cubicBezTo>
                    <a:pt x="45715" y="1277"/>
                    <a:pt x="46536" y="1307"/>
                    <a:pt x="46110" y="1642"/>
                  </a:cubicBezTo>
                  <a:cubicBezTo>
                    <a:pt x="45898" y="1429"/>
                    <a:pt x="45654" y="1216"/>
                    <a:pt x="45746" y="882"/>
                  </a:cubicBezTo>
                  <a:cubicBezTo>
                    <a:pt x="45320" y="700"/>
                    <a:pt x="45229" y="1003"/>
                    <a:pt x="45472" y="1155"/>
                  </a:cubicBezTo>
                  <a:cubicBezTo>
                    <a:pt x="45381" y="1277"/>
                    <a:pt x="45199" y="1155"/>
                    <a:pt x="45290" y="1034"/>
                  </a:cubicBezTo>
                  <a:cubicBezTo>
                    <a:pt x="45016" y="1003"/>
                    <a:pt x="44773" y="882"/>
                    <a:pt x="44560" y="730"/>
                  </a:cubicBezTo>
                  <a:cubicBezTo>
                    <a:pt x="44378" y="639"/>
                    <a:pt x="44347" y="1064"/>
                    <a:pt x="44621" y="973"/>
                  </a:cubicBezTo>
                  <a:cubicBezTo>
                    <a:pt x="44439" y="1216"/>
                    <a:pt x="44195" y="730"/>
                    <a:pt x="43983" y="943"/>
                  </a:cubicBezTo>
                  <a:cubicBezTo>
                    <a:pt x="43922" y="1095"/>
                    <a:pt x="44044" y="1125"/>
                    <a:pt x="44044" y="1216"/>
                  </a:cubicBezTo>
                  <a:cubicBezTo>
                    <a:pt x="44226" y="1155"/>
                    <a:pt x="44712" y="1368"/>
                    <a:pt x="44712" y="1095"/>
                  </a:cubicBezTo>
                  <a:cubicBezTo>
                    <a:pt x="45138" y="1095"/>
                    <a:pt x="44986" y="1399"/>
                    <a:pt x="45411" y="1399"/>
                  </a:cubicBezTo>
                  <a:cubicBezTo>
                    <a:pt x="45442" y="1581"/>
                    <a:pt x="45199" y="1459"/>
                    <a:pt x="45168" y="1581"/>
                  </a:cubicBezTo>
                  <a:cubicBezTo>
                    <a:pt x="45168" y="1794"/>
                    <a:pt x="45351" y="1551"/>
                    <a:pt x="45381" y="1551"/>
                  </a:cubicBezTo>
                  <a:cubicBezTo>
                    <a:pt x="45503" y="1581"/>
                    <a:pt x="45503" y="1763"/>
                    <a:pt x="45654" y="1763"/>
                  </a:cubicBezTo>
                  <a:cubicBezTo>
                    <a:pt x="45806" y="1794"/>
                    <a:pt x="45958" y="1672"/>
                    <a:pt x="46202" y="1733"/>
                  </a:cubicBezTo>
                  <a:cubicBezTo>
                    <a:pt x="46323" y="1733"/>
                    <a:pt x="46323" y="1581"/>
                    <a:pt x="46384" y="1459"/>
                  </a:cubicBezTo>
                  <a:cubicBezTo>
                    <a:pt x="46810" y="1520"/>
                    <a:pt x="46779" y="1794"/>
                    <a:pt x="46992" y="1946"/>
                  </a:cubicBezTo>
                  <a:cubicBezTo>
                    <a:pt x="47296" y="2067"/>
                    <a:pt x="47357" y="1824"/>
                    <a:pt x="47509" y="1763"/>
                  </a:cubicBezTo>
                  <a:cubicBezTo>
                    <a:pt x="47691" y="1946"/>
                    <a:pt x="47721" y="2189"/>
                    <a:pt x="47843" y="2371"/>
                  </a:cubicBezTo>
                  <a:cubicBezTo>
                    <a:pt x="48117" y="2128"/>
                    <a:pt x="48755" y="2310"/>
                    <a:pt x="49241" y="2432"/>
                  </a:cubicBezTo>
                  <a:cubicBezTo>
                    <a:pt x="49059" y="2675"/>
                    <a:pt x="49576" y="2675"/>
                    <a:pt x="49758" y="2797"/>
                  </a:cubicBezTo>
                  <a:cubicBezTo>
                    <a:pt x="50062" y="2858"/>
                    <a:pt x="50123" y="2462"/>
                    <a:pt x="50548" y="2736"/>
                  </a:cubicBezTo>
                  <a:cubicBezTo>
                    <a:pt x="50457" y="2797"/>
                    <a:pt x="50335" y="2797"/>
                    <a:pt x="50214" y="2797"/>
                  </a:cubicBezTo>
                  <a:cubicBezTo>
                    <a:pt x="50153" y="2979"/>
                    <a:pt x="50609" y="2979"/>
                    <a:pt x="50670" y="2979"/>
                  </a:cubicBezTo>
                  <a:cubicBezTo>
                    <a:pt x="50639" y="2888"/>
                    <a:pt x="50639" y="2766"/>
                    <a:pt x="50579" y="2675"/>
                  </a:cubicBezTo>
                  <a:cubicBezTo>
                    <a:pt x="50427" y="2341"/>
                    <a:pt x="50153" y="2402"/>
                    <a:pt x="50427" y="2250"/>
                  </a:cubicBezTo>
                  <a:lnTo>
                    <a:pt x="49545" y="1915"/>
                  </a:lnTo>
                  <a:cubicBezTo>
                    <a:pt x="49819" y="1733"/>
                    <a:pt x="50153" y="2128"/>
                    <a:pt x="50639" y="2250"/>
                  </a:cubicBezTo>
                  <a:cubicBezTo>
                    <a:pt x="51187" y="2402"/>
                    <a:pt x="51673" y="2645"/>
                    <a:pt x="52159" y="2888"/>
                  </a:cubicBezTo>
                  <a:cubicBezTo>
                    <a:pt x="52007" y="3101"/>
                    <a:pt x="52129" y="3222"/>
                    <a:pt x="52068" y="3405"/>
                  </a:cubicBezTo>
                  <a:cubicBezTo>
                    <a:pt x="52494" y="3709"/>
                    <a:pt x="52767" y="3678"/>
                    <a:pt x="53132" y="3982"/>
                  </a:cubicBezTo>
                  <a:cubicBezTo>
                    <a:pt x="53010" y="4134"/>
                    <a:pt x="52797" y="4195"/>
                    <a:pt x="52615" y="4104"/>
                  </a:cubicBezTo>
                  <a:cubicBezTo>
                    <a:pt x="52767" y="4469"/>
                    <a:pt x="53132" y="4043"/>
                    <a:pt x="53405" y="4104"/>
                  </a:cubicBezTo>
                  <a:cubicBezTo>
                    <a:pt x="53740" y="4225"/>
                    <a:pt x="53497" y="4499"/>
                    <a:pt x="53801" y="4590"/>
                  </a:cubicBezTo>
                  <a:cubicBezTo>
                    <a:pt x="53983" y="4681"/>
                    <a:pt x="53953" y="4286"/>
                    <a:pt x="53649" y="4256"/>
                  </a:cubicBezTo>
                  <a:cubicBezTo>
                    <a:pt x="54044" y="3982"/>
                    <a:pt x="53922" y="4529"/>
                    <a:pt x="54104" y="4651"/>
                  </a:cubicBezTo>
                  <a:cubicBezTo>
                    <a:pt x="54530" y="4773"/>
                    <a:pt x="54348" y="4469"/>
                    <a:pt x="54621" y="4377"/>
                  </a:cubicBezTo>
                  <a:cubicBezTo>
                    <a:pt x="54956" y="4590"/>
                    <a:pt x="54348" y="4621"/>
                    <a:pt x="54682" y="4864"/>
                  </a:cubicBezTo>
                  <a:cubicBezTo>
                    <a:pt x="54834" y="4712"/>
                    <a:pt x="55168" y="5046"/>
                    <a:pt x="55229" y="4681"/>
                  </a:cubicBezTo>
                  <a:cubicBezTo>
                    <a:pt x="55442" y="4955"/>
                    <a:pt x="56019" y="5046"/>
                    <a:pt x="55685" y="5137"/>
                  </a:cubicBezTo>
                  <a:cubicBezTo>
                    <a:pt x="55928" y="5228"/>
                    <a:pt x="56323" y="5624"/>
                    <a:pt x="56506" y="5502"/>
                  </a:cubicBezTo>
                  <a:cubicBezTo>
                    <a:pt x="56627" y="5654"/>
                    <a:pt x="56445" y="5654"/>
                    <a:pt x="56384" y="5715"/>
                  </a:cubicBezTo>
                  <a:cubicBezTo>
                    <a:pt x="56627" y="5958"/>
                    <a:pt x="56627" y="5563"/>
                    <a:pt x="56810" y="5593"/>
                  </a:cubicBezTo>
                  <a:cubicBezTo>
                    <a:pt x="56779" y="5928"/>
                    <a:pt x="57114" y="5593"/>
                    <a:pt x="57478" y="5988"/>
                  </a:cubicBezTo>
                  <a:cubicBezTo>
                    <a:pt x="57357" y="6110"/>
                    <a:pt x="57174" y="6110"/>
                    <a:pt x="57022" y="6201"/>
                  </a:cubicBezTo>
                  <a:cubicBezTo>
                    <a:pt x="55472" y="5168"/>
                    <a:pt x="54621" y="5137"/>
                    <a:pt x="53101" y="4438"/>
                  </a:cubicBezTo>
                  <a:cubicBezTo>
                    <a:pt x="52980" y="4408"/>
                    <a:pt x="53041" y="4560"/>
                    <a:pt x="53101" y="4651"/>
                  </a:cubicBezTo>
                  <a:cubicBezTo>
                    <a:pt x="52797" y="4560"/>
                    <a:pt x="52463" y="4469"/>
                    <a:pt x="52159" y="4347"/>
                  </a:cubicBezTo>
                  <a:cubicBezTo>
                    <a:pt x="52068" y="4317"/>
                    <a:pt x="52068" y="4134"/>
                    <a:pt x="51946" y="4073"/>
                  </a:cubicBezTo>
                  <a:cubicBezTo>
                    <a:pt x="51825" y="4013"/>
                    <a:pt x="51703" y="4043"/>
                    <a:pt x="51734" y="4073"/>
                  </a:cubicBezTo>
                  <a:cubicBezTo>
                    <a:pt x="51612" y="3982"/>
                    <a:pt x="51946" y="3921"/>
                    <a:pt x="51430" y="3769"/>
                  </a:cubicBezTo>
                  <a:cubicBezTo>
                    <a:pt x="51825" y="3374"/>
                    <a:pt x="52129" y="3921"/>
                    <a:pt x="52463" y="3952"/>
                  </a:cubicBezTo>
                  <a:cubicBezTo>
                    <a:pt x="52098" y="3435"/>
                    <a:pt x="51582" y="3010"/>
                    <a:pt x="50974" y="2766"/>
                  </a:cubicBezTo>
                  <a:cubicBezTo>
                    <a:pt x="51065" y="2736"/>
                    <a:pt x="51126" y="2675"/>
                    <a:pt x="51187" y="2584"/>
                  </a:cubicBezTo>
                  <a:cubicBezTo>
                    <a:pt x="50761" y="2493"/>
                    <a:pt x="50791" y="2858"/>
                    <a:pt x="50822" y="3162"/>
                  </a:cubicBezTo>
                  <a:cubicBezTo>
                    <a:pt x="51187" y="3405"/>
                    <a:pt x="51247" y="3010"/>
                    <a:pt x="51582" y="3192"/>
                  </a:cubicBezTo>
                  <a:cubicBezTo>
                    <a:pt x="51369" y="3526"/>
                    <a:pt x="50883" y="3709"/>
                    <a:pt x="51430" y="4043"/>
                  </a:cubicBezTo>
                  <a:cubicBezTo>
                    <a:pt x="50670" y="3709"/>
                    <a:pt x="49515" y="3648"/>
                    <a:pt x="48694" y="3040"/>
                  </a:cubicBezTo>
                  <a:cubicBezTo>
                    <a:pt x="48329" y="3162"/>
                    <a:pt x="47661" y="2858"/>
                    <a:pt x="47113" y="2706"/>
                  </a:cubicBezTo>
                  <a:cubicBezTo>
                    <a:pt x="46901" y="2675"/>
                    <a:pt x="46931" y="2979"/>
                    <a:pt x="46627" y="2827"/>
                  </a:cubicBezTo>
                  <a:cubicBezTo>
                    <a:pt x="46536" y="2645"/>
                    <a:pt x="46475" y="2432"/>
                    <a:pt x="46506" y="2189"/>
                  </a:cubicBezTo>
                  <a:cubicBezTo>
                    <a:pt x="45989" y="2159"/>
                    <a:pt x="46110" y="2098"/>
                    <a:pt x="45472" y="2037"/>
                  </a:cubicBezTo>
                  <a:cubicBezTo>
                    <a:pt x="45411" y="2189"/>
                    <a:pt x="45503" y="2250"/>
                    <a:pt x="45503" y="2371"/>
                  </a:cubicBezTo>
                  <a:cubicBezTo>
                    <a:pt x="45715" y="2250"/>
                    <a:pt x="46080" y="2371"/>
                    <a:pt x="46262" y="2219"/>
                  </a:cubicBezTo>
                  <a:cubicBezTo>
                    <a:pt x="46718" y="2888"/>
                    <a:pt x="45685" y="2797"/>
                    <a:pt x="45229" y="2554"/>
                  </a:cubicBezTo>
                  <a:cubicBezTo>
                    <a:pt x="45290" y="2523"/>
                    <a:pt x="45320" y="2462"/>
                    <a:pt x="45381" y="2432"/>
                  </a:cubicBezTo>
                  <a:cubicBezTo>
                    <a:pt x="45320" y="2432"/>
                    <a:pt x="44773" y="2310"/>
                    <a:pt x="44834" y="2493"/>
                  </a:cubicBezTo>
                  <a:cubicBezTo>
                    <a:pt x="43922" y="2280"/>
                    <a:pt x="43010" y="2219"/>
                    <a:pt x="42098" y="2250"/>
                  </a:cubicBezTo>
                  <a:cubicBezTo>
                    <a:pt x="41460" y="2310"/>
                    <a:pt x="40791" y="2098"/>
                    <a:pt x="40244" y="2189"/>
                  </a:cubicBezTo>
                  <a:cubicBezTo>
                    <a:pt x="39970" y="2219"/>
                    <a:pt x="39667" y="2402"/>
                    <a:pt x="39332" y="2432"/>
                  </a:cubicBezTo>
                  <a:cubicBezTo>
                    <a:pt x="38937" y="2493"/>
                    <a:pt x="38542" y="2523"/>
                    <a:pt x="38329" y="2766"/>
                  </a:cubicBezTo>
                  <a:cubicBezTo>
                    <a:pt x="38420" y="3040"/>
                    <a:pt x="38937" y="2888"/>
                    <a:pt x="38967" y="3222"/>
                  </a:cubicBezTo>
                  <a:cubicBezTo>
                    <a:pt x="39393" y="3010"/>
                    <a:pt x="40122" y="3070"/>
                    <a:pt x="40244" y="3405"/>
                  </a:cubicBezTo>
                  <a:cubicBezTo>
                    <a:pt x="40396" y="3101"/>
                    <a:pt x="40700" y="2918"/>
                    <a:pt x="41034" y="2918"/>
                  </a:cubicBezTo>
                  <a:cubicBezTo>
                    <a:pt x="41126" y="2706"/>
                    <a:pt x="40913" y="2706"/>
                    <a:pt x="40943" y="2523"/>
                  </a:cubicBezTo>
                  <a:cubicBezTo>
                    <a:pt x="41581" y="2462"/>
                    <a:pt x="41247" y="2979"/>
                    <a:pt x="41126" y="3192"/>
                  </a:cubicBezTo>
                  <a:cubicBezTo>
                    <a:pt x="41217" y="3253"/>
                    <a:pt x="41612" y="3192"/>
                    <a:pt x="41885" y="3314"/>
                  </a:cubicBezTo>
                  <a:cubicBezTo>
                    <a:pt x="42068" y="3314"/>
                    <a:pt x="41764" y="2979"/>
                    <a:pt x="42007" y="2918"/>
                  </a:cubicBezTo>
                  <a:cubicBezTo>
                    <a:pt x="41977" y="2736"/>
                    <a:pt x="41521" y="3162"/>
                    <a:pt x="41338" y="2858"/>
                  </a:cubicBezTo>
                  <a:cubicBezTo>
                    <a:pt x="41429" y="2766"/>
                    <a:pt x="41612" y="2706"/>
                    <a:pt x="41642" y="2554"/>
                  </a:cubicBezTo>
                  <a:cubicBezTo>
                    <a:pt x="42372" y="2675"/>
                    <a:pt x="43253" y="2645"/>
                    <a:pt x="44317" y="2888"/>
                  </a:cubicBezTo>
                  <a:cubicBezTo>
                    <a:pt x="44621" y="3101"/>
                    <a:pt x="43709" y="2736"/>
                    <a:pt x="43800" y="3040"/>
                  </a:cubicBezTo>
                  <a:cubicBezTo>
                    <a:pt x="43770" y="3253"/>
                    <a:pt x="44104" y="3253"/>
                    <a:pt x="44347" y="3314"/>
                  </a:cubicBezTo>
                  <a:cubicBezTo>
                    <a:pt x="44591" y="3374"/>
                    <a:pt x="44469" y="3010"/>
                    <a:pt x="44773" y="3162"/>
                  </a:cubicBezTo>
                  <a:cubicBezTo>
                    <a:pt x="44499" y="3344"/>
                    <a:pt x="44834" y="3496"/>
                    <a:pt x="45016" y="3435"/>
                  </a:cubicBezTo>
                  <a:cubicBezTo>
                    <a:pt x="45259" y="3405"/>
                    <a:pt x="45107" y="3070"/>
                    <a:pt x="45229" y="3405"/>
                  </a:cubicBezTo>
                  <a:cubicBezTo>
                    <a:pt x="45320" y="3678"/>
                    <a:pt x="45594" y="3830"/>
                    <a:pt x="45837" y="3739"/>
                  </a:cubicBezTo>
                  <a:cubicBezTo>
                    <a:pt x="45806" y="3557"/>
                    <a:pt x="45472" y="3496"/>
                    <a:pt x="45563" y="3253"/>
                  </a:cubicBezTo>
                  <a:cubicBezTo>
                    <a:pt x="45867" y="3283"/>
                    <a:pt x="45776" y="3526"/>
                    <a:pt x="45989" y="3587"/>
                  </a:cubicBezTo>
                  <a:cubicBezTo>
                    <a:pt x="46080" y="3587"/>
                    <a:pt x="46110" y="3557"/>
                    <a:pt x="46202" y="3557"/>
                  </a:cubicBezTo>
                  <a:cubicBezTo>
                    <a:pt x="46323" y="3374"/>
                    <a:pt x="46050" y="3374"/>
                    <a:pt x="45989" y="3253"/>
                  </a:cubicBezTo>
                  <a:cubicBezTo>
                    <a:pt x="45928" y="3070"/>
                    <a:pt x="46262" y="3253"/>
                    <a:pt x="46293" y="3253"/>
                  </a:cubicBezTo>
                  <a:cubicBezTo>
                    <a:pt x="46506" y="3253"/>
                    <a:pt x="46536" y="3192"/>
                    <a:pt x="46718" y="3192"/>
                  </a:cubicBezTo>
                  <a:cubicBezTo>
                    <a:pt x="47144" y="3253"/>
                    <a:pt x="47691" y="3557"/>
                    <a:pt x="48238" y="3678"/>
                  </a:cubicBezTo>
                  <a:cubicBezTo>
                    <a:pt x="47934" y="3800"/>
                    <a:pt x="47843" y="3618"/>
                    <a:pt x="47448" y="3526"/>
                  </a:cubicBezTo>
                  <a:cubicBezTo>
                    <a:pt x="47387" y="3709"/>
                    <a:pt x="47721" y="3769"/>
                    <a:pt x="47965" y="3861"/>
                  </a:cubicBezTo>
                  <a:cubicBezTo>
                    <a:pt x="47904" y="4073"/>
                    <a:pt x="48086" y="4195"/>
                    <a:pt x="48208" y="4347"/>
                  </a:cubicBezTo>
                  <a:cubicBezTo>
                    <a:pt x="48542" y="4317"/>
                    <a:pt x="48025" y="4073"/>
                    <a:pt x="48269" y="3861"/>
                  </a:cubicBezTo>
                  <a:cubicBezTo>
                    <a:pt x="48816" y="3982"/>
                    <a:pt x="48481" y="4469"/>
                    <a:pt x="48694" y="4712"/>
                  </a:cubicBezTo>
                  <a:cubicBezTo>
                    <a:pt x="48968" y="4833"/>
                    <a:pt x="49211" y="4985"/>
                    <a:pt x="49454" y="5168"/>
                  </a:cubicBezTo>
                  <a:cubicBezTo>
                    <a:pt x="49606" y="5228"/>
                    <a:pt x="49606" y="4925"/>
                    <a:pt x="49758" y="4925"/>
                  </a:cubicBezTo>
                  <a:cubicBezTo>
                    <a:pt x="50244" y="5077"/>
                    <a:pt x="49971" y="5441"/>
                    <a:pt x="50548" y="5532"/>
                  </a:cubicBezTo>
                  <a:cubicBezTo>
                    <a:pt x="50335" y="5867"/>
                    <a:pt x="50731" y="5988"/>
                    <a:pt x="50487" y="6323"/>
                  </a:cubicBezTo>
                  <a:cubicBezTo>
                    <a:pt x="50275" y="5988"/>
                    <a:pt x="49849" y="6140"/>
                    <a:pt x="49636" y="6232"/>
                  </a:cubicBezTo>
                  <a:cubicBezTo>
                    <a:pt x="49606" y="6353"/>
                    <a:pt x="49819" y="6384"/>
                    <a:pt x="49940" y="6444"/>
                  </a:cubicBezTo>
                  <a:cubicBezTo>
                    <a:pt x="49819" y="6505"/>
                    <a:pt x="49758" y="6596"/>
                    <a:pt x="49728" y="6718"/>
                  </a:cubicBezTo>
                  <a:cubicBezTo>
                    <a:pt x="49515" y="6657"/>
                    <a:pt x="49484" y="6535"/>
                    <a:pt x="49545" y="6384"/>
                  </a:cubicBezTo>
                  <a:cubicBezTo>
                    <a:pt x="49454" y="6292"/>
                    <a:pt x="49241" y="6596"/>
                    <a:pt x="49272" y="6353"/>
                  </a:cubicBezTo>
                  <a:cubicBezTo>
                    <a:pt x="49211" y="6171"/>
                    <a:pt x="49272" y="6140"/>
                    <a:pt x="49515" y="6262"/>
                  </a:cubicBezTo>
                  <a:cubicBezTo>
                    <a:pt x="49424" y="6080"/>
                    <a:pt x="49576" y="5836"/>
                    <a:pt x="49788" y="5836"/>
                  </a:cubicBezTo>
                  <a:cubicBezTo>
                    <a:pt x="49758" y="5563"/>
                    <a:pt x="49424" y="5836"/>
                    <a:pt x="49241" y="5715"/>
                  </a:cubicBezTo>
                  <a:cubicBezTo>
                    <a:pt x="49272" y="5532"/>
                    <a:pt x="49211" y="5380"/>
                    <a:pt x="49363" y="5137"/>
                  </a:cubicBezTo>
                  <a:cubicBezTo>
                    <a:pt x="49089" y="5046"/>
                    <a:pt x="49120" y="5502"/>
                    <a:pt x="48846" y="5380"/>
                  </a:cubicBezTo>
                  <a:cubicBezTo>
                    <a:pt x="48755" y="5593"/>
                    <a:pt x="49180" y="5593"/>
                    <a:pt x="48998" y="5806"/>
                  </a:cubicBezTo>
                  <a:cubicBezTo>
                    <a:pt x="48876" y="5715"/>
                    <a:pt x="48512" y="5715"/>
                    <a:pt x="48572" y="5563"/>
                  </a:cubicBezTo>
                  <a:cubicBezTo>
                    <a:pt x="48390" y="5593"/>
                    <a:pt x="48269" y="5745"/>
                    <a:pt x="47965" y="5593"/>
                  </a:cubicBezTo>
                  <a:cubicBezTo>
                    <a:pt x="48208" y="5380"/>
                    <a:pt x="48269" y="5137"/>
                    <a:pt x="47752" y="5077"/>
                  </a:cubicBezTo>
                  <a:cubicBezTo>
                    <a:pt x="47569" y="4833"/>
                    <a:pt x="48086" y="4955"/>
                    <a:pt x="47904" y="4712"/>
                  </a:cubicBezTo>
                  <a:cubicBezTo>
                    <a:pt x="47752" y="4742"/>
                    <a:pt x="47661" y="4864"/>
                    <a:pt x="47387" y="4712"/>
                  </a:cubicBezTo>
                  <a:cubicBezTo>
                    <a:pt x="47478" y="4590"/>
                    <a:pt x="47357" y="4529"/>
                    <a:pt x="47265" y="4499"/>
                  </a:cubicBezTo>
                  <a:cubicBezTo>
                    <a:pt x="47387" y="4317"/>
                    <a:pt x="47600" y="4073"/>
                    <a:pt x="47448" y="3861"/>
                  </a:cubicBezTo>
                  <a:cubicBezTo>
                    <a:pt x="47265" y="3861"/>
                    <a:pt x="47235" y="4134"/>
                    <a:pt x="46931" y="3952"/>
                  </a:cubicBezTo>
                  <a:cubicBezTo>
                    <a:pt x="46901" y="3587"/>
                    <a:pt x="47265" y="3891"/>
                    <a:pt x="47265" y="3526"/>
                  </a:cubicBezTo>
                  <a:cubicBezTo>
                    <a:pt x="46901" y="3314"/>
                    <a:pt x="46931" y="3678"/>
                    <a:pt x="46779" y="3739"/>
                  </a:cubicBezTo>
                  <a:cubicBezTo>
                    <a:pt x="46597" y="3648"/>
                    <a:pt x="46870" y="3374"/>
                    <a:pt x="46475" y="3405"/>
                  </a:cubicBezTo>
                  <a:cubicBezTo>
                    <a:pt x="46384" y="3466"/>
                    <a:pt x="46354" y="3678"/>
                    <a:pt x="46080" y="3709"/>
                  </a:cubicBezTo>
                  <a:cubicBezTo>
                    <a:pt x="46110" y="3921"/>
                    <a:pt x="46384" y="3557"/>
                    <a:pt x="46688" y="3769"/>
                  </a:cubicBezTo>
                  <a:cubicBezTo>
                    <a:pt x="46475" y="3952"/>
                    <a:pt x="46840" y="3982"/>
                    <a:pt x="46901" y="4104"/>
                  </a:cubicBezTo>
                  <a:cubicBezTo>
                    <a:pt x="46931" y="4225"/>
                    <a:pt x="46810" y="4286"/>
                    <a:pt x="46810" y="4347"/>
                  </a:cubicBezTo>
                  <a:cubicBezTo>
                    <a:pt x="46810" y="4408"/>
                    <a:pt x="47022" y="4499"/>
                    <a:pt x="46931" y="4621"/>
                  </a:cubicBezTo>
                  <a:cubicBezTo>
                    <a:pt x="46779" y="4681"/>
                    <a:pt x="46597" y="4651"/>
                    <a:pt x="46445" y="4560"/>
                  </a:cubicBezTo>
                  <a:cubicBezTo>
                    <a:pt x="46506" y="4469"/>
                    <a:pt x="46658" y="4499"/>
                    <a:pt x="46688" y="4377"/>
                  </a:cubicBezTo>
                  <a:cubicBezTo>
                    <a:pt x="46536" y="4317"/>
                    <a:pt x="46354" y="4317"/>
                    <a:pt x="46202" y="4408"/>
                  </a:cubicBezTo>
                  <a:cubicBezTo>
                    <a:pt x="46141" y="4803"/>
                    <a:pt x="46566" y="4833"/>
                    <a:pt x="46962" y="4894"/>
                  </a:cubicBezTo>
                  <a:cubicBezTo>
                    <a:pt x="46962" y="5168"/>
                    <a:pt x="46718" y="4985"/>
                    <a:pt x="46566" y="4955"/>
                  </a:cubicBezTo>
                  <a:cubicBezTo>
                    <a:pt x="46658" y="5198"/>
                    <a:pt x="46688" y="5380"/>
                    <a:pt x="46384" y="5502"/>
                  </a:cubicBezTo>
                  <a:cubicBezTo>
                    <a:pt x="46384" y="5593"/>
                    <a:pt x="46536" y="5593"/>
                    <a:pt x="46506" y="5715"/>
                  </a:cubicBezTo>
                  <a:cubicBezTo>
                    <a:pt x="46749" y="5745"/>
                    <a:pt x="46901" y="5502"/>
                    <a:pt x="47053" y="5806"/>
                  </a:cubicBezTo>
                  <a:cubicBezTo>
                    <a:pt x="46870" y="6140"/>
                    <a:pt x="46232" y="5715"/>
                    <a:pt x="45685" y="5654"/>
                  </a:cubicBezTo>
                  <a:cubicBezTo>
                    <a:pt x="45381" y="5593"/>
                    <a:pt x="45138" y="5654"/>
                    <a:pt x="44864" y="5532"/>
                  </a:cubicBezTo>
                  <a:cubicBezTo>
                    <a:pt x="44864" y="5472"/>
                    <a:pt x="45168" y="5472"/>
                    <a:pt x="45259" y="5532"/>
                  </a:cubicBezTo>
                  <a:cubicBezTo>
                    <a:pt x="45016" y="5289"/>
                    <a:pt x="44955" y="5532"/>
                    <a:pt x="44712" y="5472"/>
                  </a:cubicBezTo>
                  <a:cubicBezTo>
                    <a:pt x="44591" y="5441"/>
                    <a:pt x="44499" y="5259"/>
                    <a:pt x="44499" y="5259"/>
                  </a:cubicBezTo>
                  <a:cubicBezTo>
                    <a:pt x="44317" y="5259"/>
                    <a:pt x="44165" y="5411"/>
                    <a:pt x="43983" y="5411"/>
                  </a:cubicBezTo>
                  <a:cubicBezTo>
                    <a:pt x="43831" y="5411"/>
                    <a:pt x="43800" y="5289"/>
                    <a:pt x="43648" y="5259"/>
                  </a:cubicBezTo>
                  <a:cubicBezTo>
                    <a:pt x="43375" y="5198"/>
                    <a:pt x="42949" y="5380"/>
                    <a:pt x="42767" y="5137"/>
                  </a:cubicBezTo>
                  <a:cubicBezTo>
                    <a:pt x="42888" y="4742"/>
                    <a:pt x="43284" y="4590"/>
                    <a:pt x="43740" y="4864"/>
                  </a:cubicBezTo>
                  <a:cubicBezTo>
                    <a:pt x="43740" y="4560"/>
                    <a:pt x="43344" y="4560"/>
                    <a:pt x="43040" y="4499"/>
                  </a:cubicBezTo>
                  <a:cubicBezTo>
                    <a:pt x="42767" y="4529"/>
                    <a:pt x="42919" y="4621"/>
                    <a:pt x="42919" y="4833"/>
                  </a:cubicBezTo>
                  <a:cubicBezTo>
                    <a:pt x="42737" y="4773"/>
                    <a:pt x="42615" y="4803"/>
                    <a:pt x="42615" y="4955"/>
                  </a:cubicBezTo>
                  <a:cubicBezTo>
                    <a:pt x="42463" y="4955"/>
                    <a:pt x="42189" y="4803"/>
                    <a:pt x="42250" y="5077"/>
                  </a:cubicBezTo>
                  <a:cubicBezTo>
                    <a:pt x="42250" y="5228"/>
                    <a:pt x="42585" y="4985"/>
                    <a:pt x="42676" y="5198"/>
                  </a:cubicBezTo>
                  <a:cubicBezTo>
                    <a:pt x="42250" y="5350"/>
                    <a:pt x="41764" y="5107"/>
                    <a:pt x="41247" y="5168"/>
                  </a:cubicBezTo>
                  <a:cubicBezTo>
                    <a:pt x="41156" y="5168"/>
                    <a:pt x="41034" y="5289"/>
                    <a:pt x="40882" y="5320"/>
                  </a:cubicBezTo>
                  <a:lnTo>
                    <a:pt x="39606" y="5411"/>
                  </a:lnTo>
                  <a:cubicBezTo>
                    <a:pt x="38937" y="5472"/>
                    <a:pt x="38238" y="5593"/>
                    <a:pt x="37782" y="5593"/>
                  </a:cubicBezTo>
                  <a:cubicBezTo>
                    <a:pt x="37782" y="5593"/>
                    <a:pt x="37782" y="5441"/>
                    <a:pt x="37752" y="5441"/>
                  </a:cubicBezTo>
                  <a:cubicBezTo>
                    <a:pt x="37660" y="5350"/>
                    <a:pt x="37569" y="5624"/>
                    <a:pt x="37448" y="5563"/>
                  </a:cubicBezTo>
                  <a:cubicBezTo>
                    <a:pt x="37508" y="5016"/>
                    <a:pt x="37296" y="5745"/>
                    <a:pt x="36840" y="5684"/>
                  </a:cubicBezTo>
                  <a:cubicBezTo>
                    <a:pt x="36749" y="5715"/>
                    <a:pt x="36809" y="5836"/>
                    <a:pt x="36809" y="5928"/>
                  </a:cubicBezTo>
                  <a:cubicBezTo>
                    <a:pt x="36475" y="6019"/>
                    <a:pt x="36049" y="6232"/>
                    <a:pt x="35867" y="6019"/>
                  </a:cubicBezTo>
                  <a:cubicBezTo>
                    <a:pt x="35594" y="6080"/>
                    <a:pt x="35745" y="6323"/>
                    <a:pt x="35411" y="6323"/>
                  </a:cubicBezTo>
                  <a:cubicBezTo>
                    <a:pt x="35259" y="6080"/>
                    <a:pt x="35320" y="5958"/>
                    <a:pt x="35654" y="5928"/>
                  </a:cubicBezTo>
                  <a:cubicBezTo>
                    <a:pt x="35563" y="5684"/>
                    <a:pt x="35290" y="5745"/>
                    <a:pt x="35046" y="5836"/>
                  </a:cubicBezTo>
                  <a:cubicBezTo>
                    <a:pt x="35077" y="6110"/>
                    <a:pt x="35229" y="6110"/>
                    <a:pt x="35290" y="6292"/>
                  </a:cubicBezTo>
                  <a:cubicBezTo>
                    <a:pt x="33405" y="7143"/>
                    <a:pt x="31581" y="8238"/>
                    <a:pt x="29940" y="9484"/>
                  </a:cubicBezTo>
                  <a:cubicBezTo>
                    <a:pt x="28177" y="10760"/>
                    <a:pt x="26475" y="12098"/>
                    <a:pt x="24833" y="13526"/>
                  </a:cubicBezTo>
                  <a:cubicBezTo>
                    <a:pt x="24286" y="13982"/>
                    <a:pt x="23891" y="14408"/>
                    <a:pt x="23314" y="14864"/>
                  </a:cubicBezTo>
                  <a:cubicBezTo>
                    <a:pt x="23192" y="14955"/>
                    <a:pt x="23253" y="15046"/>
                    <a:pt x="23162" y="15107"/>
                  </a:cubicBezTo>
                  <a:cubicBezTo>
                    <a:pt x="22888" y="15320"/>
                    <a:pt x="22402" y="15685"/>
                    <a:pt x="21976" y="16049"/>
                  </a:cubicBezTo>
                  <a:cubicBezTo>
                    <a:pt x="21763" y="16262"/>
                    <a:pt x="21611" y="16536"/>
                    <a:pt x="21338" y="16748"/>
                  </a:cubicBezTo>
                  <a:cubicBezTo>
                    <a:pt x="20669" y="17265"/>
                    <a:pt x="20031" y="17812"/>
                    <a:pt x="19453" y="18451"/>
                  </a:cubicBezTo>
                  <a:cubicBezTo>
                    <a:pt x="19149" y="18755"/>
                    <a:pt x="18906" y="19332"/>
                    <a:pt x="18268" y="19514"/>
                  </a:cubicBezTo>
                  <a:cubicBezTo>
                    <a:pt x="18055" y="19879"/>
                    <a:pt x="17721" y="20153"/>
                    <a:pt x="17326" y="20305"/>
                  </a:cubicBezTo>
                  <a:cubicBezTo>
                    <a:pt x="17447" y="20335"/>
                    <a:pt x="17569" y="20244"/>
                    <a:pt x="17630" y="20366"/>
                  </a:cubicBezTo>
                  <a:cubicBezTo>
                    <a:pt x="17022" y="20761"/>
                    <a:pt x="16748" y="21217"/>
                    <a:pt x="16049" y="21733"/>
                  </a:cubicBezTo>
                  <a:cubicBezTo>
                    <a:pt x="16019" y="21642"/>
                    <a:pt x="16110" y="21551"/>
                    <a:pt x="16049" y="21429"/>
                  </a:cubicBezTo>
                  <a:cubicBezTo>
                    <a:pt x="15715" y="21612"/>
                    <a:pt x="16049" y="21825"/>
                    <a:pt x="15927" y="22007"/>
                  </a:cubicBezTo>
                  <a:cubicBezTo>
                    <a:pt x="15745" y="22128"/>
                    <a:pt x="15654" y="21764"/>
                    <a:pt x="15654" y="21673"/>
                  </a:cubicBezTo>
                  <a:cubicBezTo>
                    <a:pt x="15472" y="21885"/>
                    <a:pt x="15472" y="22098"/>
                    <a:pt x="15289" y="22280"/>
                  </a:cubicBezTo>
                  <a:cubicBezTo>
                    <a:pt x="14985" y="22402"/>
                    <a:pt x="14924" y="22615"/>
                    <a:pt x="14651" y="22858"/>
                  </a:cubicBezTo>
                  <a:cubicBezTo>
                    <a:pt x="14499" y="22949"/>
                    <a:pt x="14317" y="22980"/>
                    <a:pt x="14225" y="23071"/>
                  </a:cubicBezTo>
                  <a:cubicBezTo>
                    <a:pt x="14043" y="23253"/>
                    <a:pt x="13891" y="23679"/>
                    <a:pt x="13435" y="23922"/>
                  </a:cubicBezTo>
                  <a:cubicBezTo>
                    <a:pt x="13313" y="23983"/>
                    <a:pt x="13131" y="23952"/>
                    <a:pt x="13101" y="23952"/>
                  </a:cubicBezTo>
                  <a:cubicBezTo>
                    <a:pt x="12949" y="24043"/>
                    <a:pt x="13101" y="24347"/>
                    <a:pt x="12736" y="24256"/>
                  </a:cubicBezTo>
                  <a:cubicBezTo>
                    <a:pt x="12523" y="24499"/>
                    <a:pt x="12067" y="25138"/>
                    <a:pt x="11794" y="25442"/>
                  </a:cubicBezTo>
                  <a:cubicBezTo>
                    <a:pt x="11702" y="25502"/>
                    <a:pt x="11581" y="25563"/>
                    <a:pt x="11459" y="25594"/>
                  </a:cubicBezTo>
                  <a:cubicBezTo>
                    <a:pt x="11338" y="25685"/>
                    <a:pt x="11399" y="25776"/>
                    <a:pt x="11247" y="25898"/>
                  </a:cubicBezTo>
                  <a:cubicBezTo>
                    <a:pt x="11125" y="25989"/>
                    <a:pt x="11003" y="25898"/>
                    <a:pt x="10943" y="25958"/>
                  </a:cubicBezTo>
                  <a:cubicBezTo>
                    <a:pt x="10851" y="25989"/>
                    <a:pt x="10882" y="26110"/>
                    <a:pt x="10791" y="26171"/>
                  </a:cubicBezTo>
                  <a:cubicBezTo>
                    <a:pt x="10426" y="26414"/>
                    <a:pt x="10092" y="26718"/>
                    <a:pt x="9818" y="27022"/>
                  </a:cubicBezTo>
                  <a:cubicBezTo>
                    <a:pt x="9727" y="27174"/>
                    <a:pt x="9757" y="27326"/>
                    <a:pt x="9636" y="27448"/>
                  </a:cubicBezTo>
                  <a:cubicBezTo>
                    <a:pt x="9544" y="27478"/>
                    <a:pt x="9453" y="27478"/>
                    <a:pt x="9362" y="27539"/>
                  </a:cubicBezTo>
                  <a:cubicBezTo>
                    <a:pt x="9362" y="27782"/>
                    <a:pt x="9088" y="27995"/>
                    <a:pt x="8967" y="28177"/>
                  </a:cubicBezTo>
                  <a:cubicBezTo>
                    <a:pt x="8845" y="28360"/>
                    <a:pt x="8876" y="28572"/>
                    <a:pt x="8785" y="28724"/>
                  </a:cubicBezTo>
                  <a:cubicBezTo>
                    <a:pt x="8693" y="28907"/>
                    <a:pt x="8633" y="28816"/>
                    <a:pt x="8572" y="28937"/>
                  </a:cubicBezTo>
                  <a:cubicBezTo>
                    <a:pt x="8329" y="29454"/>
                    <a:pt x="8116" y="30214"/>
                    <a:pt x="7873" y="30761"/>
                  </a:cubicBezTo>
                  <a:cubicBezTo>
                    <a:pt x="7842" y="30913"/>
                    <a:pt x="7751" y="30882"/>
                    <a:pt x="7721" y="30974"/>
                  </a:cubicBezTo>
                  <a:cubicBezTo>
                    <a:pt x="7660" y="31460"/>
                    <a:pt x="7538" y="31946"/>
                    <a:pt x="7417" y="32402"/>
                  </a:cubicBezTo>
                  <a:cubicBezTo>
                    <a:pt x="7356" y="32585"/>
                    <a:pt x="7295" y="32524"/>
                    <a:pt x="7204" y="32615"/>
                  </a:cubicBezTo>
                  <a:cubicBezTo>
                    <a:pt x="7204" y="33101"/>
                    <a:pt x="7143" y="33557"/>
                    <a:pt x="7052" y="34013"/>
                  </a:cubicBezTo>
                  <a:cubicBezTo>
                    <a:pt x="6961" y="34074"/>
                    <a:pt x="6930" y="34196"/>
                    <a:pt x="6778" y="34135"/>
                  </a:cubicBezTo>
                  <a:cubicBezTo>
                    <a:pt x="6778" y="34256"/>
                    <a:pt x="6900" y="34256"/>
                    <a:pt x="7022" y="34287"/>
                  </a:cubicBezTo>
                  <a:cubicBezTo>
                    <a:pt x="6900" y="34834"/>
                    <a:pt x="7265" y="35290"/>
                    <a:pt x="6839" y="35655"/>
                  </a:cubicBezTo>
                  <a:cubicBezTo>
                    <a:pt x="6809" y="35898"/>
                    <a:pt x="6809" y="36141"/>
                    <a:pt x="6839" y="36354"/>
                  </a:cubicBezTo>
                  <a:cubicBezTo>
                    <a:pt x="6718" y="36445"/>
                    <a:pt x="6657" y="36597"/>
                    <a:pt x="6414" y="36506"/>
                  </a:cubicBezTo>
                  <a:cubicBezTo>
                    <a:pt x="6414" y="36901"/>
                    <a:pt x="6596" y="36627"/>
                    <a:pt x="6718" y="36810"/>
                  </a:cubicBezTo>
                  <a:cubicBezTo>
                    <a:pt x="6778" y="37205"/>
                    <a:pt x="6505" y="37205"/>
                    <a:pt x="6535" y="37569"/>
                  </a:cubicBezTo>
                  <a:cubicBezTo>
                    <a:pt x="6535" y="37752"/>
                    <a:pt x="6809" y="37630"/>
                    <a:pt x="6839" y="37752"/>
                  </a:cubicBezTo>
                  <a:cubicBezTo>
                    <a:pt x="6657" y="38208"/>
                    <a:pt x="6930" y="38816"/>
                    <a:pt x="6870" y="39424"/>
                  </a:cubicBezTo>
                  <a:cubicBezTo>
                    <a:pt x="6870" y="39636"/>
                    <a:pt x="6748" y="39849"/>
                    <a:pt x="6748" y="40062"/>
                  </a:cubicBezTo>
                  <a:cubicBezTo>
                    <a:pt x="6778" y="40609"/>
                    <a:pt x="7204" y="41551"/>
                    <a:pt x="6839" y="41946"/>
                  </a:cubicBezTo>
                  <a:cubicBezTo>
                    <a:pt x="6930" y="42007"/>
                    <a:pt x="7022" y="42068"/>
                    <a:pt x="7113" y="42068"/>
                  </a:cubicBezTo>
                  <a:cubicBezTo>
                    <a:pt x="7022" y="42706"/>
                    <a:pt x="7508" y="42949"/>
                    <a:pt x="7386" y="43649"/>
                  </a:cubicBezTo>
                  <a:cubicBezTo>
                    <a:pt x="7781" y="43709"/>
                    <a:pt x="7599" y="43953"/>
                    <a:pt x="7781" y="44287"/>
                  </a:cubicBezTo>
                  <a:cubicBezTo>
                    <a:pt x="7873" y="44287"/>
                    <a:pt x="7994" y="44105"/>
                    <a:pt x="7964" y="44074"/>
                  </a:cubicBezTo>
                  <a:cubicBezTo>
                    <a:pt x="7964" y="43983"/>
                    <a:pt x="7781" y="43953"/>
                    <a:pt x="7751" y="43861"/>
                  </a:cubicBezTo>
                  <a:cubicBezTo>
                    <a:pt x="7751" y="43740"/>
                    <a:pt x="7842" y="43649"/>
                    <a:pt x="7812" y="43557"/>
                  </a:cubicBezTo>
                  <a:cubicBezTo>
                    <a:pt x="7751" y="43466"/>
                    <a:pt x="7599" y="43375"/>
                    <a:pt x="7569" y="43253"/>
                  </a:cubicBezTo>
                  <a:cubicBezTo>
                    <a:pt x="7569" y="43071"/>
                    <a:pt x="7569" y="42889"/>
                    <a:pt x="7569" y="42737"/>
                  </a:cubicBezTo>
                  <a:cubicBezTo>
                    <a:pt x="7477" y="42433"/>
                    <a:pt x="7417" y="42159"/>
                    <a:pt x="7417" y="41855"/>
                  </a:cubicBezTo>
                  <a:cubicBezTo>
                    <a:pt x="7477" y="41764"/>
                    <a:pt x="7508" y="41673"/>
                    <a:pt x="7569" y="41582"/>
                  </a:cubicBezTo>
                  <a:cubicBezTo>
                    <a:pt x="7508" y="41369"/>
                    <a:pt x="7447" y="41187"/>
                    <a:pt x="7417" y="40974"/>
                  </a:cubicBezTo>
                  <a:cubicBezTo>
                    <a:pt x="7417" y="40700"/>
                    <a:pt x="7356" y="40639"/>
                    <a:pt x="7356" y="40275"/>
                  </a:cubicBezTo>
                  <a:cubicBezTo>
                    <a:pt x="7295" y="39971"/>
                    <a:pt x="7356" y="39545"/>
                    <a:pt x="7295" y="39089"/>
                  </a:cubicBezTo>
                  <a:cubicBezTo>
                    <a:pt x="7417" y="39059"/>
                    <a:pt x="7417" y="39150"/>
                    <a:pt x="7538" y="39150"/>
                  </a:cubicBezTo>
                  <a:cubicBezTo>
                    <a:pt x="7538" y="38876"/>
                    <a:pt x="7477" y="38573"/>
                    <a:pt x="7781" y="38633"/>
                  </a:cubicBezTo>
                  <a:cubicBezTo>
                    <a:pt x="7751" y="38542"/>
                    <a:pt x="7629" y="38573"/>
                    <a:pt x="7508" y="38542"/>
                  </a:cubicBezTo>
                  <a:cubicBezTo>
                    <a:pt x="7326" y="38542"/>
                    <a:pt x="7477" y="38846"/>
                    <a:pt x="7447" y="38968"/>
                  </a:cubicBezTo>
                  <a:cubicBezTo>
                    <a:pt x="7143" y="38724"/>
                    <a:pt x="7174" y="38117"/>
                    <a:pt x="7356" y="37691"/>
                  </a:cubicBezTo>
                  <a:cubicBezTo>
                    <a:pt x="7477" y="37478"/>
                    <a:pt x="7052" y="37417"/>
                    <a:pt x="7295" y="37357"/>
                  </a:cubicBezTo>
                  <a:cubicBezTo>
                    <a:pt x="7477" y="37174"/>
                    <a:pt x="7447" y="37387"/>
                    <a:pt x="7538" y="37539"/>
                  </a:cubicBezTo>
                  <a:cubicBezTo>
                    <a:pt x="7599" y="37661"/>
                    <a:pt x="7721" y="37509"/>
                    <a:pt x="7690" y="37691"/>
                  </a:cubicBezTo>
                  <a:cubicBezTo>
                    <a:pt x="7690" y="37752"/>
                    <a:pt x="7599" y="37782"/>
                    <a:pt x="7599" y="37873"/>
                  </a:cubicBezTo>
                  <a:cubicBezTo>
                    <a:pt x="7508" y="37873"/>
                    <a:pt x="7538" y="37721"/>
                    <a:pt x="7508" y="37600"/>
                  </a:cubicBezTo>
                  <a:cubicBezTo>
                    <a:pt x="7295" y="37873"/>
                    <a:pt x="7569" y="38177"/>
                    <a:pt x="7417" y="38451"/>
                  </a:cubicBezTo>
                  <a:cubicBezTo>
                    <a:pt x="7873" y="38603"/>
                    <a:pt x="7417" y="37782"/>
                    <a:pt x="7903" y="37965"/>
                  </a:cubicBezTo>
                  <a:cubicBezTo>
                    <a:pt x="7812" y="37478"/>
                    <a:pt x="7447" y="37326"/>
                    <a:pt x="7629" y="36779"/>
                  </a:cubicBezTo>
                  <a:cubicBezTo>
                    <a:pt x="7295" y="36627"/>
                    <a:pt x="7538" y="37174"/>
                    <a:pt x="7204" y="37083"/>
                  </a:cubicBezTo>
                  <a:cubicBezTo>
                    <a:pt x="7174" y="36749"/>
                    <a:pt x="7234" y="36414"/>
                    <a:pt x="7417" y="36141"/>
                  </a:cubicBezTo>
                  <a:cubicBezTo>
                    <a:pt x="7538" y="36293"/>
                    <a:pt x="7508" y="36779"/>
                    <a:pt x="7812" y="36536"/>
                  </a:cubicBezTo>
                  <a:cubicBezTo>
                    <a:pt x="7781" y="36354"/>
                    <a:pt x="7477" y="36445"/>
                    <a:pt x="7569" y="36171"/>
                  </a:cubicBezTo>
                  <a:cubicBezTo>
                    <a:pt x="8025" y="36293"/>
                    <a:pt x="7964" y="35655"/>
                    <a:pt x="7751" y="35503"/>
                  </a:cubicBezTo>
                  <a:cubicBezTo>
                    <a:pt x="7599" y="35563"/>
                    <a:pt x="7538" y="35746"/>
                    <a:pt x="7508" y="35989"/>
                  </a:cubicBezTo>
                  <a:cubicBezTo>
                    <a:pt x="7204" y="35898"/>
                    <a:pt x="7508" y="35563"/>
                    <a:pt x="7508" y="35320"/>
                  </a:cubicBezTo>
                  <a:cubicBezTo>
                    <a:pt x="7812" y="35563"/>
                    <a:pt x="7873" y="35199"/>
                    <a:pt x="8055" y="35047"/>
                  </a:cubicBezTo>
                  <a:cubicBezTo>
                    <a:pt x="7751" y="34925"/>
                    <a:pt x="7721" y="35290"/>
                    <a:pt x="7538" y="35047"/>
                  </a:cubicBezTo>
                  <a:cubicBezTo>
                    <a:pt x="7629" y="34834"/>
                    <a:pt x="7933" y="34895"/>
                    <a:pt x="7933" y="34591"/>
                  </a:cubicBezTo>
                  <a:cubicBezTo>
                    <a:pt x="7933" y="34317"/>
                    <a:pt x="7781" y="34712"/>
                    <a:pt x="7751" y="34743"/>
                  </a:cubicBezTo>
                  <a:cubicBezTo>
                    <a:pt x="7721" y="34256"/>
                    <a:pt x="7781" y="33770"/>
                    <a:pt x="7873" y="33314"/>
                  </a:cubicBezTo>
                  <a:cubicBezTo>
                    <a:pt x="7994" y="32767"/>
                    <a:pt x="8116" y="32250"/>
                    <a:pt x="8298" y="31733"/>
                  </a:cubicBezTo>
                  <a:cubicBezTo>
                    <a:pt x="8329" y="31642"/>
                    <a:pt x="8663" y="31399"/>
                    <a:pt x="8420" y="31156"/>
                  </a:cubicBezTo>
                  <a:cubicBezTo>
                    <a:pt x="8724" y="30700"/>
                    <a:pt x="8967" y="30183"/>
                    <a:pt x="9180" y="29636"/>
                  </a:cubicBezTo>
                  <a:cubicBezTo>
                    <a:pt x="9362" y="29879"/>
                    <a:pt x="9088" y="30214"/>
                    <a:pt x="8967" y="30518"/>
                  </a:cubicBezTo>
                  <a:cubicBezTo>
                    <a:pt x="8754" y="30882"/>
                    <a:pt x="8602" y="31308"/>
                    <a:pt x="8572" y="31733"/>
                  </a:cubicBezTo>
                  <a:cubicBezTo>
                    <a:pt x="8845" y="31794"/>
                    <a:pt x="8845" y="31582"/>
                    <a:pt x="9058" y="31825"/>
                  </a:cubicBezTo>
                  <a:cubicBezTo>
                    <a:pt x="9088" y="31521"/>
                    <a:pt x="9332" y="31460"/>
                    <a:pt x="9240" y="31308"/>
                  </a:cubicBezTo>
                  <a:cubicBezTo>
                    <a:pt x="9149" y="31399"/>
                    <a:pt x="9058" y="31490"/>
                    <a:pt x="8967" y="31612"/>
                  </a:cubicBezTo>
                  <a:cubicBezTo>
                    <a:pt x="8633" y="31308"/>
                    <a:pt x="9149" y="31156"/>
                    <a:pt x="9240" y="30882"/>
                  </a:cubicBezTo>
                  <a:cubicBezTo>
                    <a:pt x="9088" y="30791"/>
                    <a:pt x="9149" y="31217"/>
                    <a:pt x="8906" y="31004"/>
                  </a:cubicBezTo>
                  <a:lnTo>
                    <a:pt x="9544" y="29667"/>
                  </a:lnTo>
                  <a:cubicBezTo>
                    <a:pt x="9788" y="29271"/>
                    <a:pt x="10061" y="28907"/>
                    <a:pt x="10365" y="28542"/>
                  </a:cubicBezTo>
                  <a:cubicBezTo>
                    <a:pt x="11095" y="27721"/>
                    <a:pt x="11854" y="26961"/>
                    <a:pt x="12706" y="26262"/>
                  </a:cubicBezTo>
                  <a:cubicBezTo>
                    <a:pt x="12827" y="26171"/>
                    <a:pt x="12979" y="26141"/>
                    <a:pt x="13101" y="26050"/>
                  </a:cubicBezTo>
                  <a:cubicBezTo>
                    <a:pt x="13192" y="25958"/>
                    <a:pt x="13313" y="25746"/>
                    <a:pt x="13465" y="25654"/>
                  </a:cubicBezTo>
                  <a:cubicBezTo>
                    <a:pt x="13709" y="25472"/>
                    <a:pt x="14225" y="25533"/>
                    <a:pt x="14225" y="25138"/>
                  </a:cubicBezTo>
                  <a:cubicBezTo>
                    <a:pt x="14377" y="25259"/>
                    <a:pt x="14590" y="24986"/>
                    <a:pt x="14742" y="25046"/>
                  </a:cubicBezTo>
                  <a:cubicBezTo>
                    <a:pt x="14833" y="24986"/>
                    <a:pt x="14742" y="24834"/>
                    <a:pt x="14651" y="24925"/>
                  </a:cubicBezTo>
                  <a:cubicBezTo>
                    <a:pt x="15715" y="23527"/>
                    <a:pt x="17508" y="22706"/>
                    <a:pt x="18268" y="21551"/>
                  </a:cubicBezTo>
                  <a:cubicBezTo>
                    <a:pt x="18390" y="21490"/>
                    <a:pt x="18298" y="21612"/>
                    <a:pt x="18390" y="21673"/>
                  </a:cubicBezTo>
                  <a:cubicBezTo>
                    <a:pt x="18572" y="21338"/>
                    <a:pt x="18845" y="21065"/>
                    <a:pt x="19149" y="20791"/>
                  </a:cubicBezTo>
                  <a:cubicBezTo>
                    <a:pt x="19271" y="20973"/>
                    <a:pt x="18937" y="21125"/>
                    <a:pt x="19058" y="21308"/>
                  </a:cubicBezTo>
                  <a:cubicBezTo>
                    <a:pt x="19301" y="21095"/>
                    <a:pt x="19393" y="20609"/>
                    <a:pt x="19727" y="20609"/>
                  </a:cubicBezTo>
                  <a:cubicBezTo>
                    <a:pt x="19970" y="20882"/>
                    <a:pt x="19332" y="20791"/>
                    <a:pt x="19545" y="21125"/>
                  </a:cubicBezTo>
                  <a:cubicBezTo>
                    <a:pt x="19332" y="21338"/>
                    <a:pt x="19180" y="21217"/>
                    <a:pt x="18967" y="21490"/>
                  </a:cubicBezTo>
                  <a:cubicBezTo>
                    <a:pt x="18937" y="21551"/>
                    <a:pt x="18967" y="21612"/>
                    <a:pt x="18876" y="21673"/>
                  </a:cubicBezTo>
                  <a:cubicBezTo>
                    <a:pt x="18997" y="21825"/>
                    <a:pt x="19119" y="21885"/>
                    <a:pt x="19271" y="21794"/>
                  </a:cubicBezTo>
                  <a:cubicBezTo>
                    <a:pt x="19180" y="22037"/>
                    <a:pt x="19210" y="22311"/>
                    <a:pt x="19362" y="22493"/>
                  </a:cubicBezTo>
                  <a:cubicBezTo>
                    <a:pt x="19697" y="22615"/>
                    <a:pt x="19788" y="22098"/>
                    <a:pt x="20031" y="22098"/>
                  </a:cubicBezTo>
                  <a:cubicBezTo>
                    <a:pt x="20244" y="22280"/>
                    <a:pt x="19849" y="22372"/>
                    <a:pt x="19818" y="22432"/>
                  </a:cubicBezTo>
                  <a:cubicBezTo>
                    <a:pt x="19757" y="22493"/>
                    <a:pt x="19879" y="22584"/>
                    <a:pt x="19849" y="22615"/>
                  </a:cubicBezTo>
                  <a:cubicBezTo>
                    <a:pt x="19666" y="22828"/>
                    <a:pt x="19393" y="23040"/>
                    <a:pt x="19089" y="23375"/>
                  </a:cubicBezTo>
                  <a:cubicBezTo>
                    <a:pt x="18876" y="23375"/>
                    <a:pt x="18572" y="22980"/>
                    <a:pt x="18724" y="22797"/>
                  </a:cubicBezTo>
                  <a:cubicBezTo>
                    <a:pt x="18663" y="22615"/>
                    <a:pt x="18238" y="22797"/>
                    <a:pt x="18329" y="22949"/>
                  </a:cubicBezTo>
                  <a:cubicBezTo>
                    <a:pt x="18025" y="23040"/>
                    <a:pt x="18329" y="22615"/>
                    <a:pt x="18207" y="22493"/>
                  </a:cubicBezTo>
                  <a:cubicBezTo>
                    <a:pt x="18055" y="22615"/>
                    <a:pt x="18025" y="22736"/>
                    <a:pt x="18146" y="22888"/>
                  </a:cubicBezTo>
                  <a:cubicBezTo>
                    <a:pt x="17934" y="23101"/>
                    <a:pt x="17812" y="22828"/>
                    <a:pt x="17599" y="23132"/>
                  </a:cubicBezTo>
                  <a:cubicBezTo>
                    <a:pt x="17508" y="22767"/>
                    <a:pt x="18146" y="22797"/>
                    <a:pt x="18025" y="22432"/>
                  </a:cubicBezTo>
                  <a:cubicBezTo>
                    <a:pt x="18268" y="22220"/>
                    <a:pt x="18815" y="22250"/>
                    <a:pt x="18876" y="21794"/>
                  </a:cubicBezTo>
                  <a:cubicBezTo>
                    <a:pt x="18754" y="21460"/>
                    <a:pt x="18298" y="22311"/>
                    <a:pt x="18390" y="21794"/>
                  </a:cubicBezTo>
                  <a:cubicBezTo>
                    <a:pt x="18207" y="22220"/>
                    <a:pt x="17873" y="22250"/>
                    <a:pt x="17812" y="22615"/>
                  </a:cubicBezTo>
                  <a:cubicBezTo>
                    <a:pt x="17660" y="22706"/>
                    <a:pt x="17478" y="22888"/>
                    <a:pt x="17356" y="22676"/>
                  </a:cubicBezTo>
                  <a:cubicBezTo>
                    <a:pt x="17204" y="23132"/>
                    <a:pt x="16505" y="23557"/>
                    <a:pt x="15867" y="23922"/>
                  </a:cubicBezTo>
                  <a:cubicBezTo>
                    <a:pt x="15745" y="24317"/>
                    <a:pt x="15441" y="24651"/>
                    <a:pt x="15076" y="24803"/>
                  </a:cubicBezTo>
                  <a:cubicBezTo>
                    <a:pt x="14955" y="25077"/>
                    <a:pt x="14772" y="25320"/>
                    <a:pt x="14560" y="25533"/>
                  </a:cubicBezTo>
                  <a:cubicBezTo>
                    <a:pt x="14438" y="25411"/>
                    <a:pt x="14560" y="25320"/>
                    <a:pt x="14408" y="25198"/>
                  </a:cubicBezTo>
                  <a:cubicBezTo>
                    <a:pt x="14225" y="25350"/>
                    <a:pt x="14347" y="25502"/>
                    <a:pt x="14286" y="25624"/>
                  </a:cubicBezTo>
                  <a:cubicBezTo>
                    <a:pt x="14043" y="25837"/>
                    <a:pt x="13678" y="26050"/>
                    <a:pt x="13617" y="26262"/>
                  </a:cubicBezTo>
                  <a:cubicBezTo>
                    <a:pt x="13769" y="26293"/>
                    <a:pt x="13891" y="26262"/>
                    <a:pt x="14013" y="26171"/>
                  </a:cubicBezTo>
                  <a:cubicBezTo>
                    <a:pt x="13952" y="26384"/>
                    <a:pt x="13617" y="26597"/>
                    <a:pt x="13617" y="26809"/>
                  </a:cubicBezTo>
                  <a:cubicBezTo>
                    <a:pt x="13313" y="27053"/>
                    <a:pt x="13040" y="26901"/>
                    <a:pt x="12766" y="27113"/>
                  </a:cubicBezTo>
                  <a:cubicBezTo>
                    <a:pt x="12675" y="27205"/>
                    <a:pt x="12858" y="27144"/>
                    <a:pt x="12918" y="27296"/>
                  </a:cubicBezTo>
                  <a:cubicBezTo>
                    <a:pt x="12675" y="27539"/>
                    <a:pt x="12432" y="27417"/>
                    <a:pt x="12189" y="27691"/>
                  </a:cubicBezTo>
                  <a:cubicBezTo>
                    <a:pt x="12158" y="27782"/>
                    <a:pt x="12250" y="27904"/>
                    <a:pt x="12128" y="27995"/>
                  </a:cubicBezTo>
                  <a:cubicBezTo>
                    <a:pt x="12219" y="28116"/>
                    <a:pt x="12280" y="28056"/>
                    <a:pt x="12371" y="27995"/>
                  </a:cubicBezTo>
                  <a:cubicBezTo>
                    <a:pt x="12280" y="28268"/>
                    <a:pt x="12067" y="28329"/>
                    <a:pt x="11854" y="28360"/>
                  </a:cubicBezTo>
                  <a:cubicBezTo>
                    <a:pt x="11763" y="28512"/>
                    <a:pt x="12006" y="28390"/>
                    <a:pt x="11976" y="28572"/>
                  </a:cubicBezTo>
                  <a:cubicBezTo>
                    <a:pt x="11794" y="28694"/>
                    <a:pt x="11520" y="28268"/>
                    <a:pt x="11338" y="28664"/>
                  </a:cubicBezTo>
                  <a:cubicBezTo>
                    <a:pt x="11429" y="28664"/>
                    <a:pt x="11520" y="28603"/>
                    <a:pt x="11611" y="28724"/>
                  </a:cubicBezTo>
                  <a:cubicBezTo>
                    <a:pt x="11338" y="28785"/>
                    <a:pt x="11581" y="29028"/>
                    <a:pt x="11399" y="29089"/>
                  </a:cubicBezTo>
                  <a:cubicBezTo>
                    <a:pt x="11429" y="29089"/>
                    <a:pt x="11277" y="28876"/>
                    <a:pt x="11216" y="28907"/>
                  </a:cubicBezTo>
                  <a:cubicBezTo>
                    <a:pt x="11155" y="28967"/>
                    <a:pt x="11247" y="29180"/>
                    <a:pt x="11277" y="29059"/>
                  </a:cubicBezTo>
                  <a:cubicBezTo>
                    <a:pt x="11490" y="29211"/>
                    <a:pt x="11003" y="29302"/>
                    <a:pt x="11216" y="29423"/>
                  </a:cubicBezTo>
                  <a:cubicBezTo>
                    <a:pt x="11399" y="29545"/>
                    <a:pt x="11520" y="28907"/>
                    <a:pt x="11794" y="29241"/>
                  </a:cubicBezTo>
                  <a:cubicBezTo>
                    <a:pt x="11824" y="29180"/>
                    <a:pt x="11672" y="29059"/>
                    <a:pt x="11581" y="28967"/>
                  </a:cubicBezTo>
                  <a:close/>
                  <a:moveTo>
                    <a:pt x="19362" y="22888"/>
                  </a:moveTo>
                  <a:cubicBezTo>
                    <a:pt x="19180" y="22706"/>
                    <a:pt x="18997" y="22554"/>
                    <a:pt x="18754" y="22767"/>
                  </a:cubicBezTo>
                  <a:lnTo>
                    <a:pt x="19058" y="23162"/>
                  </a:lnTo>
                  <a:close/>
                  <a:moveTo>
                    <a:pt x="18602" y="22128"/>
                  </a:moveTo>
                  <a:lnTo>
                    <a:pt x="18390" y="22311"/>
                  </a:lnTo>
                  <a:cubicBezTo>
                    <a:pt x="18633" y="22432"/>
                    <a:pt x="18845" y="22706"/>
                    <a:pt x="19149" y="22311"/>
                  </a:cubicBezTo>
                  <a:cubicBezTo>
                    <a:pt x="18997" y="21946"/>
                    <a:pt x="18724" y="22554"/>
                    <a:pt x="18572" y="22128"/>
                  </a:cubicBezTo>
                  <a:close/>
                  <a:moveTo>
                    <a:pt x="12918" y="26597"/>
                  </a:moveTo>
                  <a:cubicBezTo>
                    <a:pt x="13131" y="26475"/>
                    <a:pt x="13253" y="26931"/>
                    <a:pt x="13526" y="26536"/>
                  </a:cubicBezTo>
                  <a:cubicBezTo>
                    <a:pt x="13435" y="26262"/>
                    <a:pt x="13283" y="26445"/>
                    <a:pt x="13161" y="26384"/>
                  </a:cubicBezTo>
                  <a:cubicBezTo>
                    <a:pt x="13161" y="26232"/>
                    <a:pt x="12797" y="26536"/>
                    <a:pt x="12918" y="26597"/>
                  </a:cubicBezTo>
                  <a:close/>
                  <a:moveTo>
                    <a:pt x="48238" y="5168"/>
                  </a:moveTo>
                  <a:cubicBezTo>
                    <a:pt x="48481" y="5107"/>
                    <a:pt x="48846" y="5289"/>
                    <a:pt x="48907" y="4955"/>
                  </a:cubicBezTo>
                  <a:cubicBezTo>
                    <a:pt x="48664" y="4803"/>
                    <a:pt x="48664" y="5107"/>
                    <a:pt x="48481" y="5077"/>
                  </a:cubicBezTo>
                  <a:cubicBezTo>
                    <a:pt x="48542" y="4864"/>
                    <a:pt x="48633" y="4681"/>
                    <a:pt x="48451" y="4621"/>
                  </a:cubicBezTo>
                  <a:close/>
                  <a:moveTo>
                    <a:pt x="43983" y="3830"/>
                  </a:moveTo>
                  <a:lnTo>
                    <a:pt x="43709" y="3769"/>
                  </a:lnTo>
                  <a:cubicBezTo>
                    <a:pt x="43740" y="4013"/>
                    <a:pt x="43557" y="4043"/>
                    <a:pt x="43527" y="4225"/>
                  </a:cubicBezTo>
                  <a:cubicBezTo>
                    <a:pt x="43892" y="4317"/>
                    <a:pt x="43892" y="3982"/>
                    <a:pt x="44013" y="3830"/>
                  </a:cubicBezTo>
                  <a:close/>
                  <a:moveTo>
                    <a:pt x="44044" y="4590"/>
                  </a:moveTo>
                  <a:cubicBezTo>
                    <a:pt x="43800" y="4773"/>
                    <a:pt x="43861" y="4955"/>
                    <a:pt x="43496" y="5046"/>
                  </a:cubicBezTo>
                  <a:cubicBezTo>
                    <a:pt x="43831" y="5107"/>
                    <a:pt x="44439" y="4833"/>
                    <a:pt x="44074" y="4590"/>
                  </a:cubicBezTo>
                  <a:close/>
                  <a:moveTo>
                    <a:pt x="45776" y="4560"/>
                  </a:moveTo>
                  <a:cubicBezTo>
                    <a:pt x="45685" y="4803"/>
                    <a:pt x="45259" y="4925"/>
                    <a:pt x="45715" y="5046"/>
                  </a:cubicBezTo>
                  <a:cubicBezTo>
                    <a:pt x="45715" y="4742"/>
                    <a:pt x="45989" y="4833"/>
                    <a:pt x="46110" y="4712"/>
                  </a:cubicBezTo>
                  <a:cubicBezTo>
                    <a:pt x="45958" y="4712"/>
                    <a:pt x="45958" y="4590"/>
                    <a:pt x="45776" y="4560"/>
                  </a:cubicBezTo>
                  <a:close/>
                  <a:moveTo>
                    <a:pt x="45806" y="4043"/>
                  </a:moveTo>
                  <a:cubicBezTo>
                    <a:pt x="45867" y="3952"/>
                    <a:pt x="45989" y="3952"/>
                    <a:pt x="46050" y="3861"/>
                  </a:cubicBezTo>
                  <a:cubicBezTo>
                    <a:pt x="45928" y="3800"/>
                    <a:pt x="45898" y="3709"/>
                    <a:pt x="45715" y="3678"/>
                  </a:cubicBezTo>
                  <a:cubicBezTo>
                    <a:pt x="45654" y="3861"/>
                    <a:pt x="45654" y="3982"/>
                    <a:pt x="45837" y="4043"/>
                  </a:cubicBezTo>
                  <a:close/>
                  <a:moveTo>
                    <a:pt x="45138" y="4803"/>
                  </a:moveTo>
                  <a:cubicBezTo>
                    <a:pt x="45077" y="4894"/>
                    <a:pt x="44955" y="4925"/>
                    <a:pt x="44955" y="5107"/>
                  </a:cubicBezTo>
                  <a:cubicBezTo>
                    <a:pt x="45077" y="5107"/>
                    <a:pt x="45199" y="5168"/>
                    <a:pt x="45290" y="5289"/>
                  </a:cubicBezTo>
                  <a:cubicBezTo>
                    <a:pt x="45381" y="5046"/>
                    <a:pt x="45442" y="4864"/>
                    <a:pt x="45138" y="4803"/>
                  </a:cubicBezTo>
                  <a:close/>
                  <a:moveTo>
                    <a:pt x="43588" y="3405"/>
                  </a:moveTo>
                  <a:cubicBezTo>
                    <a:pt x="43831" y="3678"/>
                    <a:pt x="44195" y="3435"/>
                    <a:pt x="44621" y="3618"/>
                  </a:cubicBezTo>
                  <a:cubicBezTo>
                    <a:pt x="44621" y="3709"/>
                    <a:pt x="44743" y="3769"/>
                    <a:pt x="44773" y="3891"/>
                  </a:cubicBezTo>
                  <a:cubicBezTo>
                    <a:pt x="44773" y="3982"/>
                    <a:pt x="44591" y="3921"/>
                    <a:pt x="44530" y="4013"/>
                  </a:cubicBezTo>
                  <a:cubicBezTo>
                    <a:pt x="44743" y="4134"/>
                    <a:pt x="44682" y="4377"/>
                    <a:pt x="45016" y="4438"/>
                  </a:cubicBezTo>
                  <a:cubicBezTo>
                    <a:pt x="45199" y="4469"/>
                    <a:pt x="45290" y="4347"/>
                    <a:pt x="45442" y="4286"/>
                  </a:cubicBezTo>
                  <a:cubicBezTo>
                    <a:pt x="45563" y="3921"/>
                    <a:pt x="45351" y="3526"/>
                    <a:pt x="44955" y="3405"/>
                  </a:cubicBezTo>
                  <a:cubicBezTo>
                    <a:pt x="44864" y="3557"/>
                    <a:pt x="45077" y="3557"/>
                    <a:pt x="45107" y="3618"/>
                  </a:cubicBezTo>
                  <a:cubicBezTo>
                    <a:pt x="45168" y="3678"/>
                    <a:pt x="45320" y="4043"/>
                    <a:pt x="45107" y="4043"/>
                  </a:cubicBezTo>
                  <a:cubicBezTo>
                    <a:pt x="44895" y="3921"/>
                    <a:pt x="44743" y="3769"/>
                    <a:pt x="44864" y="3466"/>
                  </a:cubicBezTo>
                  <a:cubicBezTo>
                    <a:pt x="44439" y="3374"/>
                    <a:pt x="44013" y="3344"/>
                    <a:pt x="43618" y="3405"/>
                  </a:cubicBezTo>
                  <a:close/>
                  <a:moveTo>
                    <a:pt x="43648" y="1824"/>
                  </a:moveTo>
                  <a:cubicBezTo>
                    <a:pt x="43922" y="1885"/>
                    <a:pt x="44165" y="1885"/>
                    <a:pt x="44287" y="1763"/>
                  </a:cubicBezTo>
                  <a:cubicBezTo>
                    <a:pt x="43892" y="1855"/>
                    <a:pt x="43983" y="1703"/>
                    <a:pt x="43679" y="1581"/>
                  </a:cubicBezTo>
                  <a:close/>
                  <a:moveTo>
                    <a:pt x="41521" y="608"/>
                  </a:moveTo>
                  <a:cubicBezTo>
                    <a:pt x="41612" y="700"/>
                    <a:pt x="42372" y="882"/>
                    <a:pt x="42281" y="578"/>
                  </a:cubicBezTo>
                  <a:cubicBezTo>
                    <a:pt x="42250" y="426"/>
                    <a:pt x="41521" y="426"/>
                    <a:pt x="41551" y="608"/>
                  </a:cubicBezTo>
                  <a:close/>
                  <a:moveTo>
                    <a:pt x="40426" y="1490"/>
                  </a:moveTo>
                  <a:cubicBezTo>
                    <a:pt x="40943" y="1429"/>
                    <a:pt x="41308" y="1855"/>
                    <a:pt x="41764" y="1611"/>
                  </a:cubicBezTo>
                  <a:cubicBezTo>
                    <a:pt x="41916" y="1186"/>
                    <a:pt x="41308" y="1247"/>
                    <a:pt x="41156" y="1429"/>
                  </a:cubicBezTo>
                  <a:cubicBezTo>
                    <a:pt x="40761" y="1459"/>
                    <a:pt x="40639" y="1247"/>
                    <a:pt x="40426" y="1490"/>
                  </a:cubicBezTo>
                  <a:close/>
                  <a:moveTo>
                    <a:pt x="38937" y="1520"/>
                  </a:moveTo>
                  <a:cubicBezTo>
                    <a:pt x="39271" y="1763"/>
                    <a:pt x="39727" y="1247"/>
                    <a:pt x="40092" y="1490"/>
                  </a:cubicBezTo>
                  <a:cubicBezTo>
                    <a:pt x="39940" y="1064"/>
                    <a:pt x="39271" y="1368"/>
                    <a:pt x="38937" y="1520"/>
                  </a:cubicBezTo>
                  <a:close/>
                  <a:moveTo>
                    <a:pt x="38420" y="669"/>
                  </a:moveTo>
                  <a:cubicBezTo>
                    <a:pt x="38937" y="608"/>
                    <a:pt x="39515" y="973"/>
                    <a:pt x="39879" y="578"/>
                  </a:cubicBezTo>
                  <a:cubicBezTo>
                    <a:pt x="39332" y="730"/>
                    <a:pt x="38785" y="396"/>
                    <a:pt x="38451" y="669"/>
                  </a:cubicBezTo>
                  <a:close/>
                  <a:moveTo>
                    <a:pt x="42220" y="4317"/>
                  </a:moveTo>
                  <a:cubicBezTo>
                    <a:pt x="42220" y="4347"/>
                    <a:pt x="42189" y="4408"/>
                    <a:pt x="42129" y="4377"/>
                  </a:cubicBezTo>
                  <a:cubicBezTo>
                    <a:pt x="42068" y="4590"/>
                    <a:pt x="42220" y="4651"/>
                    <a:pt x="42463" y="4681"/>
                  </a:cubicBezTo>
                  <a:cubicBezTo>
                    <a:pt x="42554" y="4469"/>
                    <a:pt x="42493" y="4317"/>
                    <a:pt x="42250" y="4317"/>
                  </a:cubicBezTo>
                  <a:close/>
                  <a:moveTo>
                    <a:pt x="42281" y="2827"/>
                  </a:moveTo>
                  <a:cubicBezTo>
                    <a:pt x="42189" y="3131"/>
                    <a:pt x="42828" y="2979"/>
                    <a:pt x="43040" y="3070"/>
                  </a:cubicBezTo>
                  <a:cubicBezTo>
                    <a:pt x="42858" y="3344"/>
                    <a:pt x="43040" y="3405"/>
                    <a:pt x="43375" y="3466"/>
                  </a:cubicBezTo>
                  <a:cubicBezTo>
                    <a:pt x="43588" y="2949"/>
                    <a:pt x="42615" y="2797"/>
                    <a:pt x="42311" y="2827"/>
                  </a:cubicBezTo>
                  <a:close/>
                  <a:moveTo>
                    <a:pt x="42220" y="3405"/>
                  </a:moveTo>
                  <a:cubicBezTo>
                    <a:pt x="42554" y="3374"/>
                    <a:pt x="42524" y="3557"/>
                    <a:pt x="42585" y="3678"/>
                  </a:cubicBezTo>
                  <a:cubicBezTo>
                    <a:pt x="42737" y="3709"/>
                    <a:pt x="42888" y="3678"/>
                    <a:pt x="42980" y="3557"/>
                  </a:cubicBezTo>
                  <a:cubicBezTo>
                    <a:pt x="42615" y="3496"/>
                    <a:pt x="42585" y="3374"/>
                    <a:pt x="42828" y="3222"/>
                  </a:cubicBezTo>
                  <a:cubicBezTo>
                    <a:pt x="42615" y="3192"/>
                    <a:pt x="42129" y="3344"/>
                    <a:pt x="42250" y="3405"/>
                  </a:cubicBezTo>
                  <a:close/>
                  <a:moveTo>
                    <a:pt x="42007" y="4621"/>
                  </a:moveTo>
                  <a:cubicBezTo>
                    <a:pt x="41764" y="4499"/>
                    <a:pt x="41885" y="4104"/>
                    <a:pt x="41399" y="4165"/>
                  </a:cubicBezTo>
                  <a:cubicBezTo>
                    <a:pt x="41308" y="4347"/>
                    <a:pt x="41551" y="4347"/>
                    <a:pt x="41551" y="4499"/>
                  </a:cubicBezTo>
                  <a:cubicBezTo>
                    <a:pt x="41551" y="4529"/>
                    <a:pt x="41338" y="4590"/>
                    <a:pt x="41369" y="4742"/>
                  </a:cubicBezTo>
                  <a:cubicBezTo>
                    <a:pt x="41369" y="4803"/>
                    <a:pt x="41399" y="4955"/>
                    <a:pt x="41703" y="4925"/>
                  </a:cubicBezTo>
                  <a:cubicBezTo>
                    <a:pt x="41673" y="4469"/>
                    <a:pt x="41885" y="4773"/>
                    <a:pt x="42037" y="4621"/>
                  </a:cubicBezTo>
                  <a:close/>
                  <a:moveTo>
                    <a:pt x="39910" y="4043"/>
                  </a:moveTo>
                  <a:cubicBezTo>
                    <a:pt x="39819" y="3557"/>
                    <a:pt x="40670" y="4165"/>
                    <a:pt x="40396" y="3618"/>
                  </a:cubicBezTo>
                  <a:cubicBezTo>
                    <a:pt x="40730" y="3678"/>
                    <a:pt x="40791" y="3557"/>
                    <a:pt x="40974" y="3466"/>
                  </a:cubicBezTo>
                  <a:cubicBezTo>
                    <a:pt x="41278" y="3678"/>
                    <a:pt x="41612" y="3830"/>
                    <a:pt x="41977" y="3952"/>
                  </a:cubicBezTo>
                  <a:lnTo>
                    <a:pt x="42007" y="3618"/>
                  </a:lnTo>
                  <a:cubicBezTo>
                    <a:pt x="41581" y="3618"/>
                    <a:pt x="41338" y="3557"/>
                    <a:pt x="41551" y="3253"/>
                  </a:cubicBezTo>
                  <a:cubicBezTo>
                    <a:pt x="41095" y="3283"/>
                    <a:pt x="40639" y="3374"/>
                    <a:pt x="40214" y="3466"/>
                  </a:cubicBezTo>
                  <a:cubicBezTo>
                    <a:pt x="40335" y="3830"/>
                    <a:pt x="39332" y="3769"/>
                    <a:pt x="39940" y="4043"/>
                  </a:cubicBezTo>
                  <a:close/>
                  <a:moveTo>
                    <a:pt x="38998" y="5259"/>
                  </a:moveTo>
                  <a:cubicBezTo>
                    <a:pt x="39271" y="5137"/>
                    <a:pt x="39575" y="5016"/>
                    <a:pt x="39849" y="4864"/>
                  </a:cubicBezTo>
                  <a:cubicBezTo>
                    <a:pt x="40244" y="4985"/>
                    <a:pt x="40670" y="5046"/>
                    <a:pt x="41095" y="5046"/>
                  </a:cubicBezTo>
                  <a:cubicBezTo>
                    <a:pt x="41126" y="4894"/>
                    <a:pt x="41095" y="4773"/>
                    <a:pt x="41034" y="4651"/>
                  </a:cubicBezTo>
                  <a:cubicBezTo>
                    <a:pt x="40852" y="4742"/>
                    <a:pt x="40487" y="4651"/>
                    <a:pt x="40396" y="4803"/>
                  </a:cubicBezTo>
                  <a:cubicBezTo>
                    <a:pt x="40609" y="4925"/>
                    <a:pt x="40700" y="4712"/>
                    <a:pt x="40822" y="4894"/>
                  </a:cubicBezTo>
                  <a:cubicBezTo>
                    <a:pt x="40578" y="5016"/>
                    <a:pt x="40274" y="4955"/>
                    <a:pt x="40122" y="4712"/>
                  </a:cubicBezTo>
                  <a:cubicBezTo>
                    <a:pt x="40578" y="4590"/>
                    <a:pt x="40274" y="4377"/>
                    <a:pt x="40578" y="4225"/>
                  </a:cubicBezTo>
                  <a:cubicBezTo>
                    <a:pt x="40761" y="4195"/>
                    <a:pt x="40761" y="4317"/>
                    <a:pt x="40943" y="4317"/>
                  </a:cubicBezTo>
                  <a:cubicBezTo>
                    <a:pt x="40974" y="4073"/>
                    <a:pt x="40670" y="4104"/>
                    <a:pt x="40700" y="3891"/>
                  </a:cubicBezTo>
                  <a:cubicBezTo>
                    <a:pt x="40730" y="3861"/>
                    <a:pt x="41156" y="3800"/>
                    <a:pt x="40882" y="3739"/>
                  </a:cubicBezTo>
                  <a:cubicBezTo>
                    <a:pt x="40578" y="3800"/>
                    <a:pt x="40578" y="4195"/>
                    <a:pt x="40122" y="4134"/>
                  </a:cubicBezTo>
                  <a:cubicBezTo>
                    <a:pt x="40366" y="4499"/>
                    <a:pt x="40001" y="4529"/>
                    <a:pt x="39849" y="4560"/>
                  </a:cubicBezTo>
                  <a:cubicBezTo>
                    <a:pt x="40031" y="4560"/>
                    <a:pt x="39819" y="4894"/>
                    <a:pt x="39697" y="4894"/>
                  </a:cubicBezTo>
                  <a:cubicBezTo>
                    <a:pt x="39697" y="4469"/>
                    <a:pt x="39059" y="4712"/>
                    <a:pt x="38937" y="4438"/>
                  </a:cubicBezTo>
                  <a:lnTo>
                    <a:pt x="38967" y="4864"/>
                  </a:lnTo>
                  <a:cubicBezTo>
                    <a:pt x="39180" y="4833"/>
                    <a:pt x="39484" y="4773"/>
                    <a:pt x="39515" y="4985"/>
                  </a:cubicBezTo>
                  <a:cubicBezTo>
                    <a:pt x="39271" y="4985"/>
                    <a:pt x="38846" y="4894"/>
                    <a:pt x="38998" y="5259"/>
                  </a:cubicBezTo>
                  <a:close/>
                  <a:moveTo>
                    <a:pt x="38390" y="3800"/>
                  </a:moveTo>
                  <a:cubicBezTo>
                    <a:pt x="38147" y="3921"/>
                    <a:pt x="38147" y="3709"/>
                    <a:pt x="37934" y="3769"/>
                  </a:cubicBezTo>
                  <a:cubicBezTo>
                    <a:pt x="37812" y="4165"/>
                    <a:pt x="38481" y="4043"/>
                    <a:pt x="38420" y="3830"/>
                  </a:cubicBezTo>
                  <a:close/>
                  <a:moveTo>
                    <a:pt x="37934" y="4681"/>
                  </a:moveTo>
                  <a:cubicBezTo>
                    <a:pt x="38329" y="4681"/>
                    <a:pt x="38025" y="4469"/>
                    <a:pt x="38177" y="4408"/>
                  </a:cubicBezTo>
                  <a:cubicBezTo>
                    <a:pt x="38420" y="4377"/>
                    <a:pt x="38724" y="4408"/>
                    <a:pt x="38724" y="4195"/>
                  </a:cubicBezTo>
                  <a:cubicBezTo>
                    <a:pt x="38360" y="4165"/>
                    <a:pt x="38147" y="4377"/>
                    <a:pt x="37995" y="4256"/>
                  </a:cubicBezTo>
                  <a:cubicBezTo>
                    <a:pt x="38116" y="4499"/>
                    <a:pt x="37904" y="4499"/>
                    <a:pt x="37995" y="4681"/>
                  </a:cubicBezTo>
                  <a:close/>
                  <a:moveTo>
                    <a:pt x="37478" y="5198"/>
                  </a:moveTo>
                  <a:cubicBezTo>
                    <a:pt x="37630" y="5137"/>
                    <a:pt x="37934" y="5320"/>
                    <a:pt x="37995" y="5107"/>
                  </a:cubicBezTo>
                  <a:cubicBezTo>
                    <a:pt x="37934" y="5107"/>
                    <a:pt x="37904" y="5046"/>
                    <a:pt x="37904" y="4955"/>
                  </a:cubicBezTo>
                  <a:cubicBezTo>
                    <a:pt x="37691" y="4985"/>
                    <a:pt x="37478" y="5046"/>
                    <a:pt x="37508" y="5198"/>
                  </a:cubicBezTo>
                  <a:close/>
                  <a:moveTo>
                    <a:pt x="36840" y="5137"/>
                  </a:moveTo>
                  <a:cubicBezTo>
                    <a:pt x="36566" y="5289"/>
                    <a:pt x="36718" y="4894"/>
                    <a:pt x="36475" y="5046"/>
                  </a:cubicBezTo>
                  <a:cubicBezTo>
                    <a:pt x="36323" y="5137"/>
                    <a:pt x="36475" y="5320"/>
                    <a:pt x="36141" y="5320"/>
                  </a:cubicBezTo>
                  <a:cubicBezTo>
                    <a:pt x="36110" y="5593"/>
                    <a:pt x="36445" y="5320"/>
                    <a:pt x="36414" y="5593"/>
                  </a:cubicBezTo>
                  <a:cubicBezTo>
                    <a:pt x="36171" y="5684"/>
                    <a:pt x="35897" y="5380"/>
                    <a:pt x="35897" y="5715"/>
                  </a:cubicBezTo>
                  <a:cubicBezTo>
                    <a:pt x="36141" y="5624"/>
                    <a:pt x="36201" y="5836"/>
                    <a:pt x="36445" y="5745"/>
                  </a:cubicBezTo>
                  <a:cubicBezTo>
                    <a:pt x="36657" y="5472"/>
                    <a:pt x="36961" y="5259"/>
                    <a:pt x="37296" y="5137"/>
                  </a:cubicBezTo>
                  <a:cubicBezTo>
                    <a:pt x="37296" y="5046"/>
                    <a:pt x="37235" y="4925"/>
                    <a:pt x="37356" y="4894"/>
                  </a:cubicBezTo>
                  <a:cubicBezTo>
                    <a:pt x="37752" y="4681"/>
                    <a:pt x="37083" y="4833"/>
                    <a:pt x="37083" y="5016"/>
                  </a:cubicBezTo>
                  <a:cubicBezTo>
                    <a:pt x="36992" y="5046"/>
                    <a:pt x="36749" y="4742"/>
                    <a:pt x="36718" y="5016"/>
                  </a:cubicBezTo>
                  <a:cubicBezTo>
                    <a:pt x="36840" y="5016"/>
                    <a:pt x="36961" y="5107"/>
                    <a:pt x="36840" y="5137"/>
                  </a:cubicBezTo>
                  <a:close/>
                  <a:moveTo>
                    <a:pt x="35654" y="4864"/>
                  </a:moveTo>
                  <a:cubicBezTo>
                    <a:pt x="35837" y="4894"/>
                    <a:pt x="36019" y="4864"/>
                    <a:pt x="36201" y="4773"/>
                  </a:cubicBezTo>
                  <a:cubicBezTo>
                    <a:pt x="36262" y="4499"/>
                    <a:pt x="35897" y="4803"/>
                    <a:pt x="35928" y="4499"/>
                  </a:cubicBezTo>
                  <a:cubicBezTo>
                    <a:pt x="36201" y="4377"/>
                    <a:pt x="36293" y="4499"/>
                    <a:pt x="36505" y="4469"/>
                  </a:cubicBezTo>
                  <a:cubicBezTo>
                    <a:pt x="36627" y="4256"/>
                    <a:pt x="36475" y="4347"/>
                    <a:pt x="36445" y="4134"/>
                  </a:cubicBezTo>
                  <a:cubicBezTo>
                    <a:pt x="36171" y="4256"/>
                    <a:pt x="35715" y="4347"/>
                    <a:pt x="35685" y="4590"/>
                  </a:cubicBezTo>
                  <a:cubicBezTo>
                    <a:pt x="36110" y="4469"/>
                    <a:pt x="35654" y="4742"/>
                    <a:pt x="35654" y="4864"/>
                  </a:cubicBezTo>
                  <a:close/>
                  <a:moveTo>
                    <a:pt x="35442" y="5441"/>
                  </a:moveTo>
                  <a:cubicBezTo>
                    <a:pt x="35320" y="5289"/>
                    <a:pt x="35016" y="4742"/>
                    <a:pt x="34864" y="5077"/>
                  </a:cubicBezTo>
                  <a:cubicBezTo>
                    <a:pt x="35016" y="5046"/>
                    <a:pt x="35107" y="5168"/>
                    <a:pt x="35138" y="5350"/>
                  </a:cubicBezTo>
                  <a:cubicBezTo>
                    <a:pt x="34986" y="5411"/>
                    <a:pt x="34682" y="5411"/>
                    <a:pt x="34834" y="5624"/>
                  </a:cubicBezTo>
                  <a:cubicBezTo>
                    <a:pt x="35046" y="5502"/>
                    <a:pt x="35290" y="5472"/>
                    <a:pt x="35533" y="5472"/>
                  </a:cubicBezTo>
                  <a:cubicBezTo>
                    <a:pt x="35654" y="5472"/>
                    <a:pt x="36171" y="5320"/>
                    <a:pt x="35867" y="5289"/>
                  </a:cubicBezTo>
                  <a:close/>
                  <a:moveTo>
                    <a:pt x="35411" y="4317"/>
                  </a:moveTo>
                  <a:cubicBezTo>
                    <a:pt x="35259" y="4286"/>
                    <a:pt x="34438" y="4377"/>
                    <a:pt x="34742" y="4438"/>
                  </a:cubicBezTo>
                  <a:cubicBezTo>
                    <a:pt x="34803" y="4560"/>
                    <a:pt x="35350" y="4529"/>
                    <a:pt x="35411" y="4317"/>
                  </a:cubicBezTo>
                  <a:close/>
                  <a:moveTo>
                    <a:pt x="34560" y="4225"/>
                  </a:moveTo>
                  <a:cubicBezTo>
                    <a:pt x="34894" y="4225"/>
                    <a:pt x="34560" y="3952"/>
                    <a:pt x="34894" y="3952"/>
                  </a:cubicBezTo>
                  <a:cubicBezTo>
                    <a:pt x="35046" y="3921"/>
                    <a:pt x="35016" y="4134"/>
                    <a:pt x="35229" y="4043"/>
                  </a:cubicBezTo>
                  <a:lnTo>
                    <a:pt x="35138" y="3709"/>
                  </a:lnTo>
                  <a:cubicBezTo>
                    <a:pt x="34773" y="3891"/>
                    <a:pt x="34621" y="3739"/>
                    <a:pt x="34347" y="3861"/>
                  </a:cubicBezTo>
                  <a:cubicBezTo>
                    <a:pt x="34408" y="4134"/>
                    <a:pt x="34742" y="3952"/>
                    <a:pt x="34590" y="4225"/>
                  </a:cubicBezTo>
                  <a:close/>
                  <a:moveTo>
                    <a:pt x="34135" y="5289"/>
                  </a:moveTo>
                  <a:cubicBezTo>
                    <a:pt x="34135" y="5563"/>
                    <a:pt x="34986" y="5289"/>
                    <a:pt x="34712" y="5228"/>
                  </a:cubicBezTo>
                  <a:cubicBezTo>
                    <a:pt x="34408" y="5472"/>
                    <a:pt x="34438" y="5046"/>
                    <a:pt x="34135" y="5289"/>
                  </a:cubicBezTo>
                  <a:close/>
                  <a:moveTo>
                    <a:pt x="33496" y="4712"/>
                  </a:moveTo>
                  <a:cubicBezTo>
                    <a:pt x="33770" y="4681"/>
                    <a:pt x="33983" y="4833"/>
                    <a:pt x="34317" y="4681"/>
                  </a:cubicBezTo>
                  <a:cubicBezTo>
                    <a:pt x="34286" y="4377"/>
                    <a:pt x="33648" y="4469"/>
                    <a:pt x="33527" y="4712"/>
                  </a:cubicBezTo>
                  <a:close/>
                  <a:moveTo>
                    <a:pt x="32676" y="5380"/>
                  </a:moveTo>
                  <a:cubicBezTo>
                    <a:pt x="32888" y="5320"/>
                    <a:pt x="33466" y="5350"/>
                    <a:pt x="33435" y="5016"/>
                  </a:cubicBezTo>
                  <a:cubicBezTo>
                    <a:pt x="33192" y="5046"/>
                    <a:pt x="32554" y="5137"/>
                    <a:pt x="32676" y="5380"/>
                  </a:cubicBezTo>
                  <a:close/>
                  <a:moveTo>
                    <a:pt x="32676" y="6292"/>
                  </a:moveTo>
                  <a:cubicBezTo>
                    <a:pt x="32888" y="6171"/>
                    <a:pt x="33223" y="6444"/>
                    <a:pt x="33253" y="6201"/>
                  </a:cubicBezTo>
                  <a:cubicBezTo>
                    <a:pt x="33071" y="6110"/>
                    <a:pt x="32615" y="5928"/>
                    <a:pt x="32676" y="6292"/>
                  </a:cubicBezTo>
                  <a:close/>
                  <a:moveTo>
                    <a:pt x="33010" y="6961"/>
                  </a:moveTo>
                  <a:cubicBezTo>
                    <a:pt x="33283" y="6991"/>
                    <a:pt x="33679" y="6687"/>
                    <a:pt x="34013" y="6566"/>
                  </a:cubicBezTo>
                  <a:cubicBezTo>
                    <a:pt x="33952" y="6232"/>
                    <a:pt x="33557" y="6748"/>
                    <a:pt x="33466" y="6475"/>
                  </a:cubicBezTo>
                  <a:cubicBezTo>
                    <a:pt x="33587" y="6414"/>
                    <a:pt x="33466" y="6232"/>
                    <a:pt x="33314" y="6353"/>
                  </a:cubicBezTo>
                  <a:cubicBezTo>
                    <a:pt x="33314" y="6475"/>
                    <a:pt x="33587" y="6687"/>
                    <a:pt x="33405" y="6748"/>
                  </a:cubicBezTo>
                  <a:cubicBezTo>
                    <a:pt x="33253" y="6596"/>
                    <a:pt x="32979" y="6718"/>
                    <a:pt x="33010" y="6961"/>
                  </a:cubicBezTo>
                  <a:close/>
                  <a:moveTo>
                    <a:pt x="30153" y="8602"/>
                  </a:moveTo>
                  <a:cubicBezTo>
                    <a:pt x="30001" y="8754"/>
                    <a:pt x="29849" y="8663"/>
                    <a:pt x="29666" y="8876"/>
                  </a:cubicBezTo>
                  <a:cubicBezTo>
                    <a:pt x="29697" y="9150"/>
                    <a:pt x="30213" y="8724"/>
                    <a:pt x="30153" y="8602"/>
                  </a:cubicBezTo>
                  <a:close/>
                  <a:moveTo>
                    <a:pt x="31976" y="5532"/>
                  </a:moveTo>
                  <a:cubicBezTo>
                    <a:pt x="31916" y="5593"/>
                    <a:pt x="31824" y="5624"/>
                    <a:pt x="31855" y="5684"/>
                  </a:cubicBezTo>
                  <a:cubicBezTo>
                    <a:pt x="32220" y="5593"/>
                    <a:pt x="32007" y="5350"/>
                    <a:pt x="32007" y="5168"/>
                  </a:cubicBezTo>
                  <a:lnTo>
                    <a:pt x="31642" y="5320"/>
                  </a:lnTo>
                  <a:cubicBezTo>
                    <a:pt x="31672" y="5563"/>
                    <a:pt x="31916" y="5380"/>
                    <a:pt x="31976" y="5532"/>
                  </a:cubicBezTo>
                  <a:close/>
                  <a:moveTo>
                    <a:pt x="32463" y="7052"/>
                  </a:moveTo>
                  <a:cubicBezTo>
                    <a:pt x="32554" y="7235"/>
                    <a:pt x="32706" y="7204"/>
                    <a:pt x="32858" y="7204"/>
                  </a:cubicBezTo>
                  <a:cubicBezTo>
                    <a:pt x="32828" y="7113"/>
                    <a:pt x="32888" y="7022"/>
                    <a:pt x="32767" y="6870"/>
                  </a:cubicBezTo>
                  <a:cubicBezTo>
                    <a:pt x="32676" y="6931"/>
                    <a:pt x="32554" y="6991"/>
                    <a:pt x="32463" y="7052"/>
                  </a:cubicBezTo>
                  <a:close/>
                  <a:moveTo>
                    <a:pt x="30578" y="6353"/>
                  </a:moveTo>
                  <a:cubicBezTo>
                    <a:pt x="31065" y="6201"/>
                    <a:pt x="31034" y="5928"/>
                    <a:pt x="31338" y="5715"/>
                  </a:cubicBezTo>
                  <a:cubicBezTo>
                    <a:pt x="31429" y="5928"/>
                    <a:pt x="31217" y="6049"/>
                    <a:pt x="31156" y="6201"/>
                  </a:cubicBezTo>
                  <a:cubicBezTo>
                    <a:pt x="31520" y="6232"/>
                    <a:pt x="31520" y="5806"/>
                    <a:pt x="31581" y="5563"/>
                  </a:cubicBezTo>
                  <a:cubicBezTo>
                    <a:pt x="31095" y="5745"/>
                    <a:pt x="30913" y="6049"/>
                    <a:pt x="30457" y="5958"/>
                  </a:cubicBezTo>
                  <a:cubicBezTo>
                    <a:pt x="30609" y="6110"/>
                    <a:pt x="30426" y="6201"/>
                    <a:pt x="30548" y="6353"/>
                  </a:cubicBezTo>
                  <a:close/>
                  <a:moveTo>
                    <a:pt x="31460" y="7265"/>
                  </a:moveTo>
                  <a:cubicBezTo>
                    <a:pt x="30730" y="7812"/>
                    <a:pt x="31916" y="7265"/>
                    <a:pt x="31733" y="7022"/>
                  </a:cubicBezTo>
                  <a:cubicBezTo>
                    <a:pt x="31581" y="7083"/>
                    <a:pt x="31581" y="7174"/>
                    <a:pt x="31460" y="7265"/>
                  </a:cubicBezTo>
                  <a:close/>
                  <a:moveTo>
                    <a:pt x="30426" y="7843"/>
                  </a:moveTo>
                  <a:lnTo>
                    <a:pt x="30639" y="8177"/>
                  </a:lnTo>
                  <a:cubicBezTo>
                    <a:pt x="30700" y="8298"/>
                    <a:pt x="30122" y="8602"/>
                    <a:pt x="30426" y="8511"/>
                  </a:cubicBezTo>
                  <a:cubicBezTo>
                    <a:pt x="30669" y="8329"/>
                    <a:pt x="30943" y="8177"/>
                    <a:pt x="31247" y="8086"/>
                  </a:cubicBezTo>
                  <a:cubicBezTo>
                    <a:pt x="31125" y="7660"/>
                    <a:pt x="30791" y="8238"/>
                    <a:pt x="30669" y="7873"/>
                  </a:cubicBezTo>
                  <a:cubicBezTo>
                    <a:pt x="30821" y="7782"/>
                    <a:pt x="30791" y="7691"/>
                    <a:pt x="30913" y="7599"/>
                  </a:cubicBezTo>
                  <a:cubicBezTo>
                    <a:pt x="31125" y="7994"/>
                    <a:pt x="32037" y="7782"/>
                    <a:pt x="31916" y="7295"/>
                  </a:cubicBezTo>
                  <a:cubicBezTo>
                    <a:pt x="31672" y="7417"/>
                    <a:pt x="31429" y="7539"/>
                    <a:pt x="31156" y="7630"/>
                  </a:cubicBezTo>
                  <a:cubicBezTo>
                    <a:pt x="30791" y="7387"/>
                    <a:pt x="31308" y="7295"/>
                    <a:pt x="31125" y="7083"/>
                  </a:cubicBezTo>
                  <a:cubicBezTo>
                    <a:pt x="30761" y="7326"/>
                    <a:pt x="30852" y="7630"/>
                    <a:pt x="30396" y="7843"/>
                  </a:cubicBezTo>
                  <a:close/>
                  <a:moveTo>
                    <a:pt x="28603" y="7721"/>
                  </a:moveTo>
                  <a:cubicBezTo>
                    <a:pt x="28785" y="7508"/>
                    <a:pt x="28846" y="7721"/>
                    <a:pt x="29028" y="7630"/>
                  </a:cubicBezTo>
                  <a:cubicBezTo>
                    <a:pt x="29119" y="7387"/>
                    <a:pt x="28815" y="7508"/>
                    <a:pt x="28937" y="7356"/>
                  </a:cubicBezTo>
                  <a:cubicBezTo>
                    <a:pt x="29058" y="7447"/>
                    <a:pt x="29028" y="7265"/>
                    <a:pt x="29180" y="7204"/>
                  </a:cubicBezTo>
                  <a:cubicBezTo>
                    <a:pt x="29362" y="7387"/>
                    <a:pt x="29180" y="7508"/>
                    <a:pt x="29423" y="7539"/>
                  </a:cubicBezTo>
                  <a:cubicBezTo>
                    <a:pt x="29514" y="7447"/>
                    <a:pt x="29727" y="7356"/>
                    <a:pt x="29666" y="7235"/>
                  </a:cubicBezTo>
                  <a:cubicBezTo>
                    <a:pt x="29636" y="7265"/>
                    <a:pt x="29545" y="7235"/>
                    <a:pt x="29636" y="7174"/>
                  </a:cubicBezTo>
                  <a:cubicBezTo>
                    <a:pt x="29970" y="6809"/>
                    <a:pt x="30122" y="7174"/>
                    <a:pt x="30365" y="7083"/>
                  </a:cubicBezTo>
                  <a:cubicBezTo>
                    <a:pt x="30153" y="6839"/>
                    <a:pt x="30244" y="6596"/>
                    <a:pt x="29970" y="6353"/>
                  </a:cubicBezTo>
                  <a:cubicBezTo>
                    <a:pt x="29697" y="6657"/>
                    <a:pt x="29606" y="6596"/>
                    <a:pt x="29210" y="6748"/>
                  </a:cubicBezTo>
                  <a:cubicBezTo>
                    <a:pt x="29271" y="6839"/>
                    <a:pt x="29302" y="6931"/>
                    <a:pt x="29150" y="6991"/>
                  </a:cubicBezTo>
                  <a:cubicBezTo>
                    <a:pt x="28937" y="7174"/>
                    <a:pt x="28785" y="6961"/>
                    <a:pt x="28511" y="7265"/>
                  </a:cubicBezTo>
                  <a:cubicBezTo>
                    <a:pt x="28572" y="7417"/>
                    <a:pt x="28359" y="7539"/>
                    <a:pt x="28603" y="7691"/>
                  </a:cubicBezTo>
                  <a:close/>
                  <a:moveTo>
                    <a:pt x="28998" y="8055"/>
                  </a:moveTo>
                  <a:cubicBezTo>
                    <a:pt x="29393" y="8025"/>
                    <a:pt x="29302" y="8207"/>
                    <a:pt x="29423" y="7843"/>
                  </a:cubicBezTo>
                  <a:cubicBezTo>
                    <a:pt x="29514" y="8146"/>
                    <a:pt x="29727" y="7903"/>
                    <a:pt x="29849" y="8146"/>
                  </a:cubicBezTo>
                  <a:cubicBezTo>
                    <a:pt x="30061" y="8086"/>
                    <a:pt x="30001" y="7721"/>
                    <a:pt x="29849" y="7843"/>
                  </a:cubicBezTo>
                  <a:cubicBezTo>
                    <a:pt x="29910" y="7903"/>
                    <a:pt x="29788" y="8025"/>
                    <a:pt x="29697" y="7934"/>
                  </a:cubicBezTo>
                  <a:lnTo>
                    <a:pt x="29606" y="7812"/>
                  </a:lnTo>
                  <a:cubicBezTo>
                    <a:pt x="29727" y="7660"/>
                    <a:pt x="30183" y="7539"/>
                    <a:pt x="30092" y="7356"/>
                  </a:cubicBezTo>
                  <a:cubicBezTo>
                    <a:pt x="29849" y="7326"/>
                    <a:pt x="29727" y="7569"/>
                    <a:pt x="29545" y="7751"/>
                  </a:cubicBezTo>
                  <a:cubicBezTo>
                    <a:pt x="29180" y="7630"/>
                    <a:pt x="29028" y="7934"/>
                    <a:pt x="28663" y="8086"/>
                  </a:cubicBezTo>
                  <a:cubicBezTo>
                    <a:pt x="28694" y="8298"/>
                    <a:pt x="28815" y="8086"/>
                    <a:pt x="28967" y="8086"/>
                  </a:cubicBezTo>
                  <a:close/>
                  <a:moveTo>
                    <a:pt x="28542" y="9210"/>
                  </a:moveTo>
                  <a:cubicBezTo>
                    <a:pt x="28724" y="9119"/>
                    <a:pt x="28876" y="8998"/>
                    <a:pt x="29028" y="9058"/>
                  </a:cubicBezTo>
                  <a:lnTo>
                    <a:pt x="28511" y="9423"/>
                  </a:lnTo>
                  <a:cubicBezTo>
                    <a:pt x="28511" y="9575"/>
                    <a:pt x="28572" y="9727"/>
                    <a:pt x="28694" y="9818"/>
                  </a:cubicBezTo>
                  <a:cubicBezTo>
                    <a:pt x="29180" y="9575"/>
                    <a:pt x="28967" y="9241"/>
                    <a:pt x="29332" y="8998"/>
                  </a:cubicBezTo>
                  <a:cubicBezTo>
                    <a:pt x="29302" y="8846"/>
                    <a:pt x="29119" y="8967"/>
                    <a:pt x="29058" y="8906"/>
                  </a:cubicBezTo>
                  <a:cubicBezTo>
                    <a:pt x="29058" y="8906"/>
                    <a:pt x="29119" y="8724"/>
                    <a:pt x="29089" y="8663"/>
                  </a:cubicBezTo>
                  <a:cubicBezTo>
                    <a:pt x="29089" y="8694"/>
                    <a:pt x="28906" y="8724"/>
                    <a:pt x="28906" y="8724"/>
                  </a:cubicBezTo>
                  <a:cubicBezTo>
                    <a:pt x="28815" y="8663"/>
                    <a:pt x="28937" y="8450"/>
                    <a:pt x="28724" y="8633"/>
                  </a:cubicBezTo>
                  <a:cubicBezTo>
                    <a:pt x="29089" y="8876"/>
                    <a:pt x="28420" y="8998"/>
                    <a:pt x="28511" y="9210"/>
                  </a:cubicBezTo>
                  <a:close/>
                  <a:moveTo>
                    <a:pt x="27478" y="9210"/>
                  </a:moveTo>
                  <a:cubicBezTo>
                    <a:pt x="27721" y="9210"/>
                    <a:pt x="28025" y="8876"/>
                    <a:pt x="28268" y="8694"/>
                  </a:cubicBezTo>
                  <a:cubicBezTo>
                    <a:pt x="27903" y="8329"/>
                    <a:pt x="27539" y="8876"/>
                    <a:pt x="27447" y="9180"/>
                  </a:cubicBezTo>
                  <a:close/>
                  <a:moveTo>
                    <a:pt x="27478" y="9697"/>
                  </a:moveTo>
                  <a:lnTo>
                    <a:pt x="27326" y="9757"/>
                  </a:lnTo>
                  <a:cubicBezTo>
                    <a:pt x="27204" y="9788"/>
                    <a:pt x="27174" y="9666"/>
                    <a:pt x="26992" y="9788"/>
                  </a:cubicBezTo>
                  <a:cubicBezTo>
                    <a:pt x="26961" y="9849"/>
                    <a:pt x="26718" y="9970"/>
                    <a:pt x="26809" y="10153"/>
                  </a:cubicBezTo>
                  <a:cubicBezTo>
                    <a:pt x="26961" y="10092"/>
                    <a:pt x="27204" y="9727"/>
                    <a:pt x="27295" y="9879"/>
                  </a:cubicBezTo>
                  <a:cubicBezTo>
                    <a:pt x="26931" y="10092"/>
                    <a:pt x="27235" y="10183"/>
                    <a:pt x="27174" y="10305"/>
                  </a:cubicBezTo>
                  <a:cubicBezTo>
                    <a:pt x="27022" y="10305"/>
                    <a:pt x="26840" y="10426"/>
                    <a:pt x="26688" y="10578"/>
                  </a:cubicBezTo>
                  <a:cubicBezTo>
                    <a:pt x="26961" y="10821"/>
                    <a:pt x="27356" y="10244"/>
                    <a:pt x="27691" y="10213"/>
                  </a:cubicBezTo>
                  <a:cubicBezTo>
                    <a:pt x="27721" y="10274"/>
                    <a:pt x="27691" y="10335"/>
                    <a:pt x="27721" y="10396"/>
                  </a:cubicBezTo>
                  <a:cubicBezTo>
                    <a:pt x="27964" y="10244"/>
                    <a:pt x="27873" y="10335"/>
                    <a:pt x="28055" y="10092"/>
                  </a:cubicBezTo>
                  <a:cubicBezTo>
                    <a:pt x="27995" y="9757"/>
                    <a:pt x="27751" y="10335"/>
                    <a:pt x="27660" y="10001"/>
                  </a:cubicBezTo>
                  <a:lnTo>
                    <a:pt x="28025" y="9727"/>
                  </a:lnTo>
                  <a:cubicBezTo>
                    <a:pt x="27903" y="9393"/>
                    <a:pt x="27691" y="9940"/>
                    <a:pt x="27508" y="9818"/>
                  </a:cubicBezTo>
                  <a:cubicBezTo>
                    <a:pt x="27447" y="9757"/>
                    <a:pt x="27447" y="9697"/>
                    <a:pt x="27478" y="9697"/>
                  </a:cubicBezTo>
                  <a:cubicBezTo>
                    <a:pt x="27539" y="9636"/>
                    <a:pt x="27478" y="9636"/>
                    <a:pt x="27447" y="9666"/>
                  </a:cubicBezTo>
                  <a:close/>
                  <a:moveTo>
                    <a:pt x="26110" y="10365"/>
                  </a:moveTo>
                  <a:cubicBezTo>
                    <a:pt x="26536" y="10092"/>
                    <a:pt x="26201" y="10092"/>
                    <a:pt x="26292" y="9970"/>
                  </a:cubicBezTo>
                  <a:cubicBezTo>
                    <a:pt x="26566" y="9666"/>
                    <a:pt x="27052" y="9605"/>
                    <a:pt x="27235" y="9332"/>
                  </a:cubicBezTo>
                  <a:cubicBezTo>
                    <a:pt x="27113" y="9393"/>
                    <a:pt x="27052" y="9241"/>
                    <a:pt x="26961" y="9119"/>
                  </a:cubicBezTo>
                  <a:cubicBezTo>
                    <a:pt x="26748" y="9575"/>
                    <a:pt x="26384" y="9636"/>
                    <a:pt x="25897" y="10092"/>
                  </a:cubicBezTo>
                  <a:close/>
                  <a:moveTo>
                    <a:pt x="24074" y="11885"/>
                  </a:moveTo>
                  <a:cubicBezTo>
                    <a:pt x="24104" y="11946"/>
                    <a:pt x="24195" y="11976"/>
                    <a:pt x="24286" y="12007"/>
                  </a:cubicBezTo>
                  <a:cubicBezTo>
                    <a:pt x="24469" y="11855"/>
                    <a:pt x="24438" y="11703"/>
                    <a:pt x="24408" y="11581"/>
                  </a:cubicBezTo>
                  <a:cubicBezTo>
                    <a:pt x="24226" y="11581"/>
                    <a:pt x="24104" y="11703"/>
                    <a:pt x="24074" y="11885"/>
                  </a:cubicBezTo>
                  <a:close/>
                  <a:moveTo>
                    <a:pt x="23770" y="13101"/>
                  </a:moveTo>
                  <a:cubicBezTo>
                    <a:pt x="23861" y="12979"/>
                    <a:pt x="24256" y="12827"/>
                    <a:pt x="24134" y="12675"/>
                  </a:cubicBezTo>
                  <a:cubicBezTo>
                    <a:pt x="23982" y="12645"/>
                    <a:pt x="23618" y="12919"/>
                    <a:pt x="23770" y="13101"/>
                  </a:cubicBezTo>
                  <a:close/>
                  <a:moveTo>
                    <a:pt x="22615" y="14925"/>
                  </a:moveTo>
                  <a:cubicBezTo>
                    <a:pt x="22827" y="14894"/>
                    <a:pt x="22675" y="14834"/>
                    <a:pt x="22888" y="14651"/>
                  </a:cubicBezTo>
                  <a:cubicBezTo>
                    <a:pt x="22736" y="14347"/>
                    <a:pt x="22341" y="14712"/>
                    <a:pt x="22615" y="14925"/>
                  </a:cubicBezTo>
                  <a:close/>
                  <a:moveTo>
                    <a:pt x="21976" y="14347"/>
                  </a:moveTo>
                  <a:cubicBezTo>
                    <a:pt x="22189" y="14256"/>
                    <a:pt x="22706" y="14165"/>
                    <a:pt x="22736" y="13800"/>
                  </a:cubicBezTo>
                  <a:cubicBezTo>
                    <a:pt x="22523" y="13891"/>
                    <a:pt x="22007" y="14134"/>
                    <a:pt x="21976" y="14347"/>
                  </a:cubicBezTo>
                  <a:close/>
                  <a:moveTo>
                    <a:pt x="19940" y="14742"/>
                  </a:moveTo>
                  <a:cubicBezTo>
                    <a:pt x="20092" y="14651"/>
                    <a:pt x="20183" y="14864"/>
                    <a:pt x="20335" y="14621"/>
                  </a:cubicBezTo>
                  <a:lnTo>
                    <a:pt x="20152" y="14408"/>
                  </a:lnTo>
                  <a:cubicBezTo>
                    <a:pt x="20092" y="14530"/>
                    <a:pt x="19909" y="14621"/>
                    <a:pt x="19940" y="14742"/>
                  </a:cubicBezTo>
                  <a:close/>
                  <a:moveTo>
                    <a:pt x="19605" y="15502"/>
                  </a:moveTo>
                  <a:cubicBezTo>
                    <a:pt x="19940" y="15381"/>
                    <a:pt x="20183" y="15077"/>
                    <a:pt x="19879" y="14803"/>
                  </a:cubicBezTo>
                  <a:cubicBezTo>
                    <a:pt x="19818" y="14834"/>
                    <a:pt x="19484" y="14894"/>
                    <a:pt x="19605" y="15077"/>
                  </a:cubicBezTo>
                  <a:cubicBezTo>
                    <a:pt x="19636" y="15016"/>
                    <a:pt x="19697" y="14985"/>
                    <a:pt x="19727" y="15077"/>
                  </a:cubicBezTo>
                  <a:cubicBezTo>
                    <a:pt x="19453" y="15198"/>
                    <a:pt x="19605" y="15320"/>
                    <a:pt x="19605" y="15472"/>
                  </a:cubicBezTo>
                  <a:close/>
                  <a:moveTo>
                    <a:pt x="18420" y="16141"/>
                  </a:moveTo>
                  <a:cubicBezTo>
                    <a:pt x="18663" y="16444"/>
                    <a:pt x="18694" y="15897"/>
                    <a:pt x="18845" y="15745"/>
                  </a:cubicBezTo>
                  <a:cubicBezTo>
                    <a:pt x="18967" y="15624"/>
                    <a:pt x="19453" y="15472"/>
                    <a:pt x="19332" y="15198"/>
                  </a:cubicBezTo>
                  <a:cubicBezTo>
                    <a:pt x="19028" y="15472"/>
                    <a:pt x="18511" y="15806"/>
                    <a:pt x="18420" y="16110"/>
                  </a:cubicBezTo>
                  <a:close/>
                  <a:moveTo>
                    <a:pt x="18481" y="17296"/>
                  </a:moveTo>
                  <a:cubicBezTo>
                    <a:pt x="18633" y="17296"/>
                    <a:pt x="18967" y="17052"/>
                    <a:pt x="18815" y="16870"/>
                  </a:cubicBezTo>
                  <a:cubicBezTo>
                    <a:pt x="18724" y="16992"/>
                    <a:pt x="18359" y="17144"/>
                    <a:pt x="18481" y="17296"/>
                  </a:cubicBezTo>
                  <a:close/>
                  <a:moveTo>
                    <a:pt x="21034" y="12432"/>
                  </a:moveTo>
                  <a:cubicBezTo>
                    <a:pt x="21277" y="12219"/>
                    <a:pt x="21460" y="12371"/>
                    <a:pt x="21733" y="12068"/>
                  </a:cubicBezTo>
                  <a:cubicBezTo>
                    <a:pt x="21460" y="11733"/>
                    <a:pt x="21156" y="12128"/>
                    <a:pt x="21034" y="12432"/>
                  </a:cubicBezTo>
                  <a:close/>
                  <a:moveTo>
                    <a:pt x="20213" y="13071"/>
                  </a:moveTo>
                  <a:cubicBezTo>
                    <a:pt x="20396" y="12767"/>
                    <a:pt x="20791" y="12979"/>
                    <a:pt x="20760" y="12675"/>
                  </a:cubicBezTo>
                  <a:cubicBezTo>
                    <a:pt x="20426" y="12858"/>
                    <a:pt x="20487" y="12675"/>
                    <a:pt x="20548" y="12432"/>
                  </a:cubicBezTo>
                  <a:cubicBezTo>
                    <a:pt x="20365" y="12645"/>
                    <a:pt x="20152" y="12827"/>
                    <a:pt x="20213" y="13040"/>
                  </a:cubicBezTo>
                  <a:close/>
                  <a:moveTo>
                    <a:pt x="18876" y="13283"/>
                  </a:moveTo>
                  <a:cubicBezTo>
                    <a:pt x="19089" y="13344"/>
                    <a:pt x="19271" y="13648"/>
                    <a:pt x="19484" y="13375"/>
                  </a:cubicBezTo>
                  <a:cubicBezTo>
                    <a:pt x="19301" y="13101"/>
                    <a:pt x="19089" y="13223"/>
                    <a:pt x="18876" y="13253"/>
                  </a:cubicBezTo>
                  <a:close/>
                  <a:moveTo>
                    <a:pt x="18937" y="13770"/>
                  </a:moveTo>
                  <a:cubicBezTo>
                    <a:pt x="19393" y="13496"/>
                    <a:pt x="19028" y="14378"/>
                    <a:pt x="19484" y="13952"/>
                  </a:cubicBezTo>
                  <a:cubicBezTo>
                    <a:pt x="19423" y="13648"/>
                    <a:pt x="18997" y="13466"/>
                    <a:pt x="18937" y="13739"/>
                  </a:cubicBezTo>
                  <a:close/>
                  <a:moveTo>
                    <a:pt x="17295" y="15685"/>
                  </a:moveTo>
                  <a:cubicBezTo>
                    <a:pt x="17204" y="15745"/>
                    <a:pt x="17113" y="15654"/>
                    <a:pt x="17052" y="15563"/>
                  </a:cubicBezTo>
                  <a:cubicBezTo>
                    <a:pt x="16931" y="15624"/>
                    <a:pt x="16870" y="15745"/>
                    <a:pt x="16839" y="15867"/>
                  </a:cubicBezTo>
                  <a:cubicBezTo>
                    <a:pt x="16931" y="16080"/>
                    <a:pt x="17356" y="15867"/>
                    <a:pt x="17295" y="15685"/>
                  </a:cubicBezTo>
                  <a:close/>
                  <a:moveTo>
                    <a:pt x="16019" y="15381"/>
                  </a:moveTo>
                  <a:cubicBezTo>
                    <a:pt x="16110" y="15441"/>
                    <a:pt x="16201" y="15624"/>
                    <a:pt x="16323" y="15563"/>
                  </a:cubicBezTo>
                  <a:cubicBezTo>
                    <a:pt x="16171" y="15441"/>
                    <a:pt x="16535" y="15381"/>
                    <a:pt x="16566" y="15441"/>
                  </a:cubicBezTo>
                  <a:cubicBezTo>
                    <a:pt x="16657" y="15533"/>
                    <a:pt x="16444" y="15624"/>
                    <a:pt x="16596" y="15745"/>
                  </a:cubicBezTo>
                  <a:cubicBezTo>
                    <a:pt x="16931" y="15472"/>
                    <a:pt x="17204" y="14985"/>
                    <a:pt x="17569" y="14742"/>
                  </a:cubicBezTo>
                  <a:cubicBezTo>
                    <a:pt x="17782" y="14621"/>
                    <a:pt x="18025" y="14742"/>
                    <a:pt x="18207" y="14621"/>
                  </a:cubicBezTo>
                  <a:cubicBezTo>
                    <a:pt x="17994" y="14834"/>
                    <a:pt x="17782" y="15381"/>
                    <a:pt x="17994" y="15381"/>
                  </a:cubicBezTo>
                  <a:cubicBezTo>
                    <a:pt x="17964" y="15046"/>
                    <a:pt x="18450" y="14621"/>
                    <a:pt x="18390" y="14378"/>
                  </a:cubicBezTo>
                  <a:cubicBezTo>
                    <a:pt x="18390" y="14408"/>
                    <a:pt x="18116" y="14530"/>
                    <a:pt x="18146" y="14378"/>
                  </a:cubicBezTo>
                  <a:cubicBezTo>
                    <a:pt x="18298" y="14286"/>
                    <a:pt x="18268" y="13922"/>
                    <a:pt x="18481" y="14074"/>
                  </a:cubicBezTo>
                  <a:cubicBezTo>
                    <a:pt x="18420" y="14134"/>
                    <a:pt x="18268" y="14226"/>
                    <a:pt x="18329" y="14317"/>
                  </a:cubicBezTo>
                  <a:cubicBezTo>
                    <a:pt x="18511" y="14286"/>
                    <a:pt x="18694" y="14134"/>
                    <a:pt x="18845" y="14165"/>
                  </a:cubicBezTo>
                  <a:cubicBezTo>
                    <a:pt x="18845" y="14347"/>
                    <a:pt x="18906" y="14408"/>
                    <a:pt x="19089" y="14286"/>
                  </a:cubicBezTo>
                  <a:cubicBezTo>
                    <a:pt x="18845" y="14165"/>
                    <a:pt x="19241" y="14013"/>
                    <a:pt x="18937" y="13861"/>
                  </a:cubicBezTo>
                  <a:cubicBezTo>
                    <a:pt x="18785" y="14043"/>
                    <a:pt x="18845" y="14195"/>
                    <a:pt x="18602" y="14043"/>
                  </a:cubicBezTo>
                  <a:lnTo>
                    <a:pt x="18329" y="13314"/>
                  </a:lnTo>
                  <a:lnTo>
                    <a:pt x="18055" y="13557"/>
                  </a:lnTo>
                  <a:cubicBezTo>
                    <a:pt x="18086" y="13800"/>
                    <a:pt x="18511" y="13496"/>
                    <a:pt x="18329" y="13739"/>
                  </a:cubicBezTo>
                  <a:cubicBezTo>
                    <a:pt x="18268" y="13800"/>
                    <a:pt x="18025" y="14043"/>
                    <a:pt x="17994" y="13952"/>
                  </a:cubicBezTo>
                  <a:cubicBezTo>
                    <a:pt x="17994" y="13952"/>
                    <a:pt x="18177" y="13739"/>
                    <a:pt x="18086" y="13739"/>
                  </a:cubicBezTo>
                  <a:cubicBezTo>
                    <a:pt x="17812" y="13861"/>
                    <a:pt x="17690" y="14134"/>
                    <a:pt x="17478" y="14317"/>
                  </a:cubicBezTo>
                  <a:cubicBezTo>
                    <a:pt x="17326" y="14438"/>
                    <a:pt x="16931" y="14499"/>
                    <a:pt x="17083" y="14742"/>
                  </a:cubicBezTo>
                  <a:cubicBezTo>
                    <a:pt x="17417" y="14438"/>
                    <a:pt x="17690" y="14590"/>
                    <a:pt x="17994" y="14378"/>
                  </a:cubicBezTo>
                  <a:cubicBezTo>
                    <a:pt x="17964" y="14742"/>
                    <a:pt x="17478" y="14621"/>
                    <a:pt x="17265" y="14682"/>
                  </a:cubicBezTo>
                  <a:cubicBezTo>
                    <a:pt x="17174" y="14834"/>
                    <a:pt x="16900" y="15320"/>
                    <a:pt x="16657" y="15259"/>
                  </a:cubicBezTo>
                  <a:cubicBezTo>
                    <a:pt x="16475" y="15077"/>
                    <a:pt x="17174" y="14925"/>
                    <a:pt x="16839" y="14773"/>
                  </a:cubicBezTo>
                  <a:cubicBezTo>
                    <a:pt x="16596" y="15168"/>
                    <a:pt x="16383" y="15107"/>
                    <a:pt x="16019" y="15381"/>
                  </a:cubicBezTo>
                  <a:close/>
                  <a:moveTo>
                    <a:pt x="15958" y="17964"/>
                  </a:moveTo>
                  <a:cubicBezTo>
                    <a:pt x="16140" y="18116"/>
                    <a:pt x="16657" y="18238"/>
                    <a:pt x="16718" y="17843"/>
                  </a:cubicBezTo>
                  <a:cubicBezTo>
                    <a:pt x="16627" y="17873"/>
                    <a:pt x="16535" y="17873"/>
                    <a:pt x="16475" y="17843"/>
                  </a:cubicBezTo>
                  <a:cubicBezTo>
                    <a:pt x="16475" y="17691"/>
                    <a:pt x="16718" y="17508"/>
                    <a:pt x="16900" y="17356"/>
                  </a:cubicBezTo>
                  <a:cubicBezTo>
                    <a:pt x="16991" y="17600"/>
                    <a:pt x="17143" y="17387"/>
                    <a:pt x="17265" y="17478"/>
                  </a:cubicBezTo>
                  <a:cubicBezTo>
                    <a:pt x="17569" y="17296"/>
                    <a:pt x="17447" y="17144"/>
                    <a:pt x="17721" y="16961"/>
                  </a:cubicBezTo>
                  <a:cubicBezTo>
                    <a:pt x="17478" y="16809"/>
                    <a:pt x="17569" y="16900"/>
                    <a:pt x="17447" y="16657"/>
                  </a:cubicBezTo>
                  <a:close/>
                  <a:moveTo>
                    <a:pt x="14195" y="19910"/>
                  </a:moveTo>
                  <a:cubicBezTo>
                    <a:pt x="14438" y="19758"/>
                    <a:pt x="14620" y="19545"/>
                    <a:pt x="14772" y="19302"/>
                  </a:cubicBezTo>
                  <a:cubicBezTo>
                    <a:pt x="14924" y="19423"/>
                    <a:pt x="14651" y="19545"/>
                    <a:pt x="14742" y="19697"/>
                  </a:cubicBezTo>
                  <a:cubicBezTo>
                    <a:pt x="14803" y="19666"/>
                    <a:pt x="14864" y="19575"/>
                    <a:pt x="14924" y="19636"/>
                  </a:cubicBezTo>
                  <a:lnTo>
                    <a:pt x="15076" y="19514"/>
                  </a:lnTo>
                  <a:cubicBezTo>
                    <a:pt x="15016" y="19393"/>
                    <a:pt x="14833" y="19302"/>
                    <a:pt x="14924" y="19210"/>
                  </a:cubicBezTo>
                  <a:cubicBezTo>
                    <a:pt x="15259" y="19393"/>
                    <a:pt x="15320" y="18876"/>
                    <a:pt x="15472" y="18694"/>
                  </a:cubicBezTo>
                  <a:lnTo>
                    <a:pt x="15654" y="18907"/>
                  </a:lnTo>
                  <a:cubicBezTo>
                    <a:pt x="15776" y="18451"/>
                    <a:pt x="16566" y="18451"/>
                    <a:pt x="16353" y="18147"/>
                  </a:cubicBezTo>
                  <a:cubicBezTo>
                    <a:pt x="16110" y="18481"/>
                    <a:pt x="15715" y="18451"/>
                    <a:pt x="15745" y="18147"/>
                  </a:cubicBezTo>
                  <a:cubicBezTo>
                    <a:pt x="15502" y="18329"/>
                    <a:pt x="15320" y="18603"/>
                    <a:pt x="15289" y="18907"/>
                  </a:cubicBezTo>
                  <a:cubicBezTo>
                    <a:pt x="14955" y="19271"/>
                    <a:pt x="13982" y="19393"/>
                    <a:pt x="14195" y="19940"/>
                  </a:cubicBezTo>
                  <a:close/>
                  <a:moveTo>
                    <a:pt x="11216" y="19271"/>
                  </a:moveTo>
                  <a:cubicBezTo>
                    <a:pt x="11338" y="19028"/>
                    <a:pt x="11520" y="19150"/>
                    <a:pt x="11459" y="18876"/>
                  </a:cubicBezTo>
                  <a:cubicBezTo>
                    <a:pt x="11216" y="18937"/>
                    <a:pt x="11338" y="18998"/>
                    <a:pt x="11064" y="19089"/>
                  </a:cubicBezTo>
                  <a:close/>
                  <a:moveTo>
                    <a:pt x="11763" y="20852"/>
                  </a:moveTo>
                  <a:cubicBezTo>
                    <a:pt x="11915" y="20852"/>
                    <a:pt x="12067" y="20730"/>
                    <a:pt x="12250" y="20578"/>
                  </a:cubicBezTo>
                  <a:cubicBezTo>
                    <a:pt x="12189" y="20305"/>
                    <a:pt x="11702" y="20761"/>
                    <a:pt x="11763" y="20882"/>
                  </a:cubicBezTo>
                  <a:close/>
                  <a:moveTo>
                    <a:pt x="12158" y="21490"/>
                  </a:moveTo>
                  <a:cubicBezTo>
                    <a:pt x="12614" y="21095"/>
                    <a:pt x="12250" y="21764"/>
                    <a:pt x="12554" y="21703"/>
                  </a:cubicBezTo>
                  <a:cubicBezTo>
                    <a:pt x="12827" y="21490"/>
                    <a:pt x="13101" y="21277"/>
                    <a:pt x="13313" y="21004"/>
                  </a:cubicBezTo>
                  <a:cubicBezTo>
                    <a:pt x="13405" y="20761"/>
                    <a:pt x="13010" y="20913"/>
                    <a:pt x="13161" y="20669"/>
                  </a:cubicBezTo>
                  <a:cubicBezTo>
                    <a:pt x="13465" y="20700"/>
                    <a:pt x="13739" y="20639"/>
                    <a:pt x="14013" y="20517"/>
                  </a:cubicBezTo>
                  <a:cubicBezTo>
                    <a:pt x="14043" y="20335"/>
                    <a:pt x="14013" y="20122"/>
                    <a:pt x="13891" y="19970"/>
                  </a:cubicBezTo>
                  <a:cubicBezTo>
                    <a:pt x="13648" y="20183"/>
                    <a:pt x="13313" y="20426"/>
                    <a:pt x="13709" y="20335"/>
                  </a:cubicBezTo>
                  <a:cubicBezTo>
                    <a:pt x="13435" y="20517"/>
                    <a:pt x="13192" y="20487"/>
                    <a:pt x="12918" y="20700"/>
                  </a:cubicBezTo>
                  <a:cubicBezTo>
                    <a:pt x="12979" y="21125"/>
                    <a:pt x="12219" y="21156"/>
                    <a:pt x="12158" y="21521"/>
                  </a:cubicBezTo>
                  <a:close/>
                  <a:moveTo>
                    <a:pt x="12341" y="21885"/>
                  </a:moveTo>
                  <a:cubicBezTo>
                    <a:pt x="12219" y="21916"/>
                    <a:pt x="12219" y="21825"/>
                    <a:pt x="12219" y="21733"/>
                  </a:cubicBezTo>
                  <a:cubicBezTo>
                    <a:pt x="12037" y="21885"/>
                    <a:pt x="11915" y="21673"/>
                    <a:pt x="11702" y="21825"/>
                  </a:cubicBezTo>
                  <a:cubicBezTo>
                    <a:pt x="11642" y="22068"/>
                    <a:pt x="12310" y="22220"/>
                    <a:pt x="12341" y="21885"/>
                  </a:cubicBezTo>
                  <a:close/>
                  <a:moveTo>
                    <a:pt x="12250" y="62160"/>
                  </a:moveTo>
                  <a:cubicBezTo>
                    <a:pt x="12371" y="62220"/>
                    <a:pt x="12493" y="62372"/>
                    <a:pt x="12554" y="62281"/>
                  </a:cubicBezTo>
                  <a:cubicBezTo>
                    <a:pt x="12250" y="62008"/>
                    <a:pt x="13070" y="62129"/>
                    <a:pt x="12554" y="61916"/>
                  </a:cubicBezTo>
                  <a:cubicBezTo>
                    <a:pt x="12432" y="61916"/>
                    <a:pt x="12462" y="62038"/>
                    <a:pt x="12250" y="62190"/>
                  </a:cubicBezTo>
                  <a:close/>
                  <a:moveTo>
                    <a:pt x="9605" y="56962"/>
                  </a:moveTo>
                  <a:cubicBezTo>
                    <a:pt x="9909" y="57296"/>
                    <a:pt x="10000" y="57570"/>
                    <a:pt x="10365" y="57661"/>
                  </a:cubicBezTo>
                  <a:cubicBezTo>
                    <a:pt x="10183" y="57387"/>
                    <a:pt x="9940" y="57144"/>
                    <a:pt x="9636" y="56962"/>
                  </a:cubicBezTo>
                  <a:close/>
                  <a:moveTo>
                    <a:pt x="5046" y="53953"/>
                  </a:moveTo>
                  <a:cubicBezTo>
                    <a:pt x="5259" y="54226"/>
                    <a:pt x="5167" y="54317"/>
                    <a:pt x="5289" y="54561"/>
                  </a:cubicBezTo>
                  <a:cubicBezTo>
                    <a:pt x="5532" y="54469"/>
                    <a:pt x="5319" y="53862"/>
                    <a:pt x="5076" y="53983"/>
                  </a:cubicBezTo>
                  <a:close/>
                  <a:moveTo>
                    <a:pt x="4256" y="52524"/>
                  </a:moveTo>
                  <a:cubicBezTo>
                    <a:pt x="4559" y="52706"/>
                    <a:pt x="4408" y="53162"/>
                    <a:pt x="4711" y="53284"/>
                  </a:cubicBezTo>
                  <a:cubicBezTo>
                    <a:pt x="4742" y="53162"/>
                    <a:pt x="4529" y="52372"/>
                    <a:pt x="4256" y="52555"/>
                  </a:cubicBezTo>
                  <a:close/>
                  <a:moveTo>
                    <a:pt x="1338" y="42737"/>
                  </a:moveTo>
                  <a:cubicBezTo>
                    <a:pt x="1459" y="42828"/>
                    <a:pt x="1642" y="42798"/>
                    <a:pt x="1763" y="42889"/>
                  </a:cubicBezTo>
                  <a:cubicBezTo>
                    <a:pt x="1733" y="42737"/>
                    <a:pt x="1733" y="42615"/>
                    <a:pt x="1702" y="42463"/>
                  </a:cubicBezTo>
                  <a:cubicBezTo>
                    <a:pt x="1520" y="42494"/>
                    <a:pt x="1338" y="42524"/>
                    <a:pt x="1338" y="42767"/>
                  </a:cubicBezTo>
                  <a:close/>
                  <a:moveTo>
                    <a:pt x="2736" y="37843"/>
                  </a:moveTo>
                  <a:cubicBezTo>
                    <a:pt x="2766" y="38238"/>
                    <a:pt x="2341" y="38056"/>
                    <a:pt x="2493" y="38573"/>
                  </a:cubicBezTo>
                  <a:cubicBezTo>
                    <a:pt x="2766" y="38603"/>
                    <a:pt x="2705" y="38208"/>
                    <a:pt x="2888" y="38451"/>
                  </a:cubicBezTo>
                  <a:cubicBezTo>
                    <a:pt x="2918" y="38208"/>
                    <a:pt x="2888" y="37965"/>
                    <a:pt x="2736" y="37873"/>
                  </a:cubicBezTo>
                  <a:close/>
                  <a:moveTo>
                    <a:pt x="760" y="36080"/>
                  </a:moveTo>
                  <a:cubicBezTo>
                    <a:pt x="821" y="36445"/>
                    <a:pt x="608" y="36354"/>
                    <a:pt x="578" y="36506"/>
                  </a:cubicBezTo>
                  <a:cubicBezTo>
                    <a:pt x="790" y="36566"/>
                    <a:pt x="851" y="36323"/>
                    <a:pt x="1003" y="36202"/>
                  </a:cubicBezTo>
                  <a:cubicBezTo>
                    <a:pt x="1155" y="36202"/>
                    <a:pt x="1094" y="36506"/>
                    <a:pt x="1307" y="36445"/>
                  </a:cubicBezTo>
                  <a:cubicBezTo>
                    <a:pt x="1368" y="35807"/>
                    <a:pt x="1125" y="36202"/>
                    <a:pt x="760" y="36080"/>
                  </a:cubicBezTo>
                  <a:close/>
                  <a:moveTo>
                    <a:pt x="2158" y="29879"/>
                  </a:moveTo>
                  <a:cubicBezTo>
                    <a:pt x="2037" y="30183"/>
                    <a:pt x="2006" y="30426"/>
                    <a:pt x="2128" y="30578"/>
                  </a:cubicBezTo>
                  <a:cubicBezTo>
                    <a:pt x="2189" y="30153"/>
                    <a:pt x="2553" y="30031"/>
                    <a:pt x="2189" y="29879"/>
                  </a:cubicBezTo>
                  <a:close/>
                  <a:moveTo>
                    <a:pt x="4772" y="27843"/>
                  </a:moveTo>
                  <a:lnTo>
                    <a:pt x="4529" y="28329"/>
                  </a:lnTo>
                  <a:cubicBezTo>
                    <a:pt x="4803" y="28542"/>
                    <a:pt x="5107" y="27873"/>
                    <a:pt x="4772" y="27843"/>
                  </a:cubicBezTo>
                  <a:close/>
                  <a:moveTo>
                    <a:pt x="4073" y="26414"/>
                  </a:moveTo>
                  <a:cubicBezTo>
                    <a:pt x="3891" y="26749"/>
                    <a:pt x="3739" y="27022"/>
                    <a:pt x="3891" y="27144"/>
                  </a:cubicBezTo>
                  <a:cubicBezTo>
                    <a:pt x="3921" y="26931"/>
                    <a:pt x="4408" y="26475"/>
                    <a:pt x="4104" y="26414"/>
                  </a:cubicBezTo>
                  <a:close/>
                  <a:moveTo>
                    <a:pt x="5441" y="24864"/>
                  </a:moveTo>
                  <a:cubicBezTo>
                    <a:pt x="5137" y="25168"/>
                    <a:pt x="4985" y="25806"/>
                    <a:pt x="5259" y="25654"/>
                  </a:cubicBezTo>
                  <a:cubicBezTo>
                    <a:pt x="5198" y="25563"/>
                    <a:pt x="5958" y="25016"/>
                    <a:pt x="5441" y="24864"/>
                  </a:cubicBezTo>
                  <a:close/>
                  <a:moveTo>
                    <a:pt x="8055" y="23861"/>
                  </a:moveTo>
                  <a:cubicBezTo>
                    <a:pt x="7842" y="23739"/>
                    <a:pt x="7569" y="23831"/>
                    <a:pt x="7295" y="24135"/>
                  </a:cubicBezTo>
                  <a:cubicBezTo>
                    <a:pt x="7508" y="24591"/>
                    <a:pt x="7781" y="24104"/>
                    <a:pt x="8055" y="23861"/>
                  </a:cubicBezTo>
                  <a:close/>
                  <a:moveTo>
                    <a:pt x="8420" y="21338"/>
                  </a:moveTo>
                  <a:cubicBezTo>
                    <a:pt x="8055" y="21338"/>
                    <a:pt x="7933" y="21764"/>
                    <a:pt x="7477" y="21825"/>
                  </a:cubicBezTo>
                  <a:cubicBezTo>
                    <a:pt x="7569" y="22007"/>
                    <a:pt x="7690" y="21764"/>
                    <a:pt x="7812" y="21733"/>
                  </a:cubicBezTo>
                  <a:cubicBezTo>
                    <a:pt x="8085" y="21642"/>
                    <a:pt x="8572" y="21642"/>
                    <a:pt x="8420" y="21338"/>
                  </a:cubicBezTo>
                  <a:close/>
                  <a:moveTo>
                    <a:pt x="11155" y="22189"/>
                  </a:moveTo>
                  <a:cubicBezTo>
                    <a:pt x="10882" y="22432"/>
                    <a:pt x="10760" y="22767"/>
                    <a:pt x="10791" y="23132"/>
                  </a:cubicBezTo>
                  <a:cubicBezTo>
                    <a:pt x="10973" y="22949"/>
                    <a:pt x="11459" y="22888"/>
                    <a:pt x="11459" y="22584"/>
                  </a:cubicBezTo>
                  <a:cubicBezTo>
                    <a:pt x="11277" y="22706"/>
                    <a:pt x="11125" y="22280"/>
                    <a:pt x="11155" y="22189"/>
                  </a:cubicBezTo>
                  <a:close/>
                  <a:moveTo>
                    <a:pt x="9514" y="23983"/>
                  </a:moveTo>
                  <a:cubicBezTo>
                    <a:pt x="9666" y="24256"/>
                    <a:pt x="9970" y="23709"/>
                    <a:pt x="10183" y="23618"/>
                  </a:cubicBezTo>
                  <a:cubicBezTo>
                    <a:pt x="10274" y="23496"/>
                    <a:pt x="10274" y="23405"/>
                    <a:pt x="10426" y="23283"/>
                  </a:cubicBezTo>
                  <a:cubicBezTo>
                    <a:pt x="10517" y="23496"/>
                    <a:pt x="10639" y="23496"/>
                    <a:pt x="10821" y="23283"/>
                  </a:cubicBezTo>
                  <a:cubicBezTo>
                    <a:pt x="10699" y="23071"/>
                    <a:pt x="10517" y="23344"/>
                    <a:pt x="10395" y="23101"/>
                  </a:cubicBezTo>
                  <a:cubicBezTo>
                    <a:pt x="10730" y="22919"/>
                    <a:pt x="10639" y="22706"/>
                    <a:pt x="10699" y="22554"/>
                  </a:cubicBezTo>
                  <a:cubicBezTo>
                    <a:pt x="10304" y="23010"/>
                    <a:pt x="9970" y="23739"/>
                    <a:pt x="9514" y="23983"/>
                  </a:cubicBezTo>
                  <a:close/>
                  <a:moveTo>
                    <a:pt x="6049" y="28025"/>
                  </a:moveTo>
                  <a:cubicBezTo>
                    <a:pt x="6079" y="27964"/>
                    <a:pt x="6140" y="27934"/>
                    <a:pt x="6231" y="28025"/>
                  </a:cubicBezTo>
                  <a:cubicBezTo>
                    <a:pt x="6322" y="27721"/>
                    <a:pt x="6262" y="27812"/>
                    <a:pt x="6474" y="27569"/>
                  </a:cubicBezTo>
                  <a:cubicBezTo>
                    <a:pt x="6292" y="27357"/>
                    <a:pt x="5958" y="28056"/>
                    <a:pt x="6049" y="28025"/>
                  </a:cubicBezTo>
                  <a:close/>
                  <a:moveTo>
                    <a:pt x="5411" y="29819"/>
                  </a:moveTo>
                  <a:cubicBezTo>
                    <a:pt x="5502" y="29606"/>
                    <a:pt x="5532" y="29454"/>
                    <a:pt x="5411" y="29393"/>
                  </a:cubicBezTo>
                  <a:cubicBezTo>
                    <a:pt x="5319" y="29515"/>
                    <a:pt x="5198" y="29515"/>
                    <a:pt x="5167" y="29727"/>
                  </a:cubicBezTo>
                  <a:close/>
                  <a:moveTo>
                    <a:pt x="5107" y="30457"/>
                  </a:moveTo>
                  <a:cubicBezTo>
                    <a:pt x="5350" y="30396"/>
                    <a:pt x="5654" y="30457"/>
                    <a:pt x="5745" y="30062"/>
                  </a:cubicBezTo>
                  <a:cubicBezTo>
                    <a:pt x="5502" y="29849"/>
                    <a:pt x="5563" y="30123"/>
                    <a:pt x="5380" y="30123"/>
                  </a:cubicBezTo>
                  <a:cubicBezTo>
                    <a:pt x="5380" y="30123"/>
                    <a:pt x="5319" y="29940"/>
                    <a:pt x="5228" y="30062"/>
                  </a:cubicBezTo>
                  <a:close/>
                  <a:moveTo>
                    <a:pt x="4438" y="36962"/>
                  </a:moveTo>
                  <a:cubicBezTo>
                    <a:pt x="4468" y="36688"/>
                    <a:pt x="4438" y="36475"/>
                    <a:pt x="4286" y="36354"/>
                  </a:cubicBezTo>
                  <a:cubicBezTo>
                    <a:pt x="4286" y="36658"/>
                    <a:pt x="4104" y="36658"/>
                    <a:pt x="4104" y="36931"/>
                  </a:cubicBezTo>
                  <a:close/>
                  <a:moveTo>
                    <a:pt x="24195" y="64713"/>
                  </a:moveTo>
                  <a:cubicBezTo>
                    <a:pt x="24195" y="64895"/>
                    <a:pt x="23922" y="64895"/>
                    <a:pt x="23618" y="64956"/>
                  </a:cubicBezTo>
                  <a:cubicBezTo>
                    <a:pt x="23830" y="64986"/>
                    <a:pt x="23709" y="65199"/>
                    <a:pt x="24013" y="65199"/>
                  </a:cubicBezTo>
                  <a:cubicBezTo>
                    <a:pt x="24074" y="65078"/>
                    <a:pt x="24621" y="64774"/>
                    <a:pt x="24195" y="64713"/>
                  </a:cubicBezTo>
                  <a:close/>
                  <a:moveTo>
                    <a:pt x="26384" y="64926"/>
                  </a:moveTo>
                  <a:cubicBezTo>
                    <a:pt x="26292" y="64895"/>
                    <a:pt x="26262" y="64804"/>
                    <a:pt x="26292" y="64743"/>
                  </a:cubicBezTo>
                  <a:cubicBezTo>
                    <a:pt x="25988" y="64652"/>
                    <a:pt x="25958" y="64865"/>
                    <a:pt x="25776" y="64926"/>
                  </a:cubicBezTo>
                  <a:cubicBezTo>
                    <a:pt x="25958" y="64895"/>
                    <a:pt x="26353" y="65078"/>
                    <a:pt x="26384" y="64926"/>
                  </a:cubicBezTo>
                  <a:close/>
                  <a:moveTo>
                    <a:pt x="72251" y="55229"/>
                  </a:moveTo>
                  <a:cubicBezTo>
                    <a:pt x="72099" y="55412"/>
                    <a:pt x="71704" y="55199"/>
                    <a:pt x="71734" y="55533"/>
                  </a:cubicBezTo>
                  <a:cubicBezTo>
                    <a:pt x="71856" y="55503"/>
                    <a:pt x="72312" y="55472"/>
                    <a:pt x="72281" y="55199"/>
                  </a:cubicBezTo>
                  <a:close/>
                  <a:moveTo>
                    <a:pt x="73740" y="54591"/>
                  </a:moveTo>
                  <a:cubicBezTo>
                    <a:pt x="73619" y="54713"/>
                    <a:pt x="73527" y="54682"/>
                    <a:pt x="73436" y="54561"/>
                  </a:cubicBezTo>
                  <a:cubicBezTo>
                    <a:pt x="73163" y="54743"/>
                    <a:pt x="73284" y="54925"/>
                    <a:pt x="72980" y="55108"/>
                  </a:cubicBezTo>
                  <a:cubicBezTo>
                    <a:pt x="73041" y="55229"/>
                    <a:pt x="73588" y="55017"/>
                    <a:pt x="73649" y="54925"/>
                  </a:cubicBezTo>
                  <a:cubicBezTo>
                    <a:pt x="73679" y="54865"/>
                    <a:pt x="73497" y="54773"/>
                    <a:pt x="73588" y="54713"/>
                  </a:cubicBezTo>
                  <a:cubicBezTo>
                    <a:pt x="73710" y="54804"/>
                    <a:pt x="74014" y="54713"/>
                    <a:pt x="73771" y="54561"/>
                  </a:cubicBezTo>
                  <a:close/>
                  <a:moveTo>
                    <a:pt x="74500" y="52950"/>
                  </a:moveTo>
                  <a:cubicBezTo>
                    <a:pt x="74378" y="52798"/>
                    <a:pt x="73922" y="53132"/>
                    <a:pt x="74014" y="53314"/>
                  </a:cubicBezTo>
                  <a:cubicBezTo>
                    <a:pt x="74196" y="53223"/>
                    <a:pt x="74348" y="53071"/>
                    <a:pt x="74530" y="52950"/>
                  </a:cubicBezTo>
                  <a:close/>
                  <a:moveTo>
                    <a:pt x="78482" y="25989"/>
                  </a:moveTo>
                  <a:cubicBezTo>
                    <a:pt x="78360" y="25624"/>
                    <a:pt x="77965" y="25867"/>
                    <a:pt x="78208" y="26141"/>
                  </a:cubicBezTo>
                  <a:close/>
                  <a:moveTo>
                    <a:pt x="79880" y="28268"/>
                  </a:moveTo>
                  <a:cubicBezTo>
                    <a:pt x="80123" y="28177"/>
                    <a:pt x="80002" y="27873"/>
                    <a:pt x="79850" y="27600"/>
                  </a:cubicBezTo>
                  <a:cubicBezTo>
                    <a:pt x="79576" y="27691"/>
                    <a:pt x="79789" y="27995"/>
                    <a:pt x="79910" y="28268"/>
                  </a:cubicBezTo>
                  <a:close/>
                  <a:moveTo>
                    <a:pt x="74378" y="31369"/>
                  </a:moveTo>
                  <a:cubicBezTo>
                    <a:pt x="74470" y="31247"/>
                    <a:pt x="74865" y="31217"/>
                    <a:pt x="74804" y="31034"/>
                  </a:cubicBezTo>
                  <a:cubicBezTo>
                    <a:pt x="74652" y="31034"/>
                    <a:pt x="74500" y="31065"/>
                    <a:pt x="74378" y="31126"/>
                  </a:cubicBezTo>
                  <a:cubicBezTo>
                    <a:pt x="74470" y="31247"/>
                    <a:pt x="74348" y="31278"/>
                    <a:pt x="74378" y="31369"/>
                  </a:cubicBezTo>
                  <a:close/>
                  <a:moveTo>
                    <a:pt x="74530" y="32797"/>
                  </a:moveTo>
                  <a:cubicBezTo>
                    <a:pt x="74713" y="32797"/>
                    <a:pt x="74682" y="32676"/>
                    <a:pt x="74774" y="32645"/>
                  </a:cubicBezTo>
                  <a:cubicBezTo>
                    <a:pt x="74956" y="32645"/>
                    <a:pt x="75199" y="32676"/>
                    <a:pt x="75138" y="32463"/>
                  </a:cubicBezTo>
                  <a:cubicBezTo>
                    <a:pt x="75078" y="32463"/>
                    <a:pt x="74986" y="32493"/>
                    <a:pt x="74926" y="32554"/>
                  </a:cubicBezTo>
                  <a:cubicBezTo>
                    <a:pt x="74926" y="32433"/>
                    <a:pt x="74804" y="32402"/>
                    <a:pt x="74652" y="32433"/>
                  </a:cubicBezTo>
                  <a:cubicBezTo>
                    <a:pt x="74774" y="32615"/>
                    <a:pt x="74622" y="32676"/>
                    <a:pt x="74561" y="32797"/>
                  </a:cubicBezTo>
                  <a:close/>
                  <a:moveTo>
                    <a:pt x="82160" y="32098"/>
                  </a:moveTo>
                  <a:cubicBezTo>
                    <a:pt x="82069" y="31794"/>
                    <a:pt x="82221" y="31034"/>
                    <a:pt x="81886" y="31156"/>
                  </a:cubicBezTo>
                  <a:cubicBezTo>
                    <a:pt x="81673" y="31278"/>
                    <a:pt x="82099" y="31278"/>
                    <a:pt x="82038" y="31582"/>
                  </a:cubicBezTo>
                  <a:cubicBezTo>
                    <a:pt x="81917" y="31582"/>
                    <a:pt x="81825" y="31612"/>
                    <a:pt x="81886" y="31794"/>
                  </a:cubicBezTo>
                  <a:cubicBezTo>
                    <a:pt x="82160" y="31612"/>
                    <a:pt x="81977" y="32159"/>
                    <a:pt x="82190" y="32098"/>
                  </a:cubicBezTo>
                  <a:close/>
                  <a:moveTo>
                    <a:pt x="75230" y="33223"/>
                  </a:moveTo>
                  <a:cubicBezTo>
                    <a:pt x="75199" y="33010"/>
                    <a:pt x="74986" y="32889"/>
                    <a:pt x="74804" y="32980"/>
                  </a:cubicBezTo>
                  <a:cubicBezTo>
                    <a:pt x="74834" y="33162"/>
                    <a:pt x="75381" y="33223"/>
                    <a:pt x="75078" y="33527"/>
                  </a:cubicBezTo>
                  <a:cubicBezTo>
                    <a:pt x="75351" y="33557"/>
                    <a:pt x="75290" y="33314"/>
                    <a:pt x="75260" y="33223"/>
                  </a:cubicBezTo>
                  <a:close/>
                  <a:moveTo>
                    <a:pt x="75655" y="33952"/>
                  </a:moveTo>
                  <a:cubicBezTo>
                    <a:pt x="75473" y="33831"/>
                    <a:pt x="75473" y="33618"/>
                    <a:pt x="75169" y="33648"/>
                  </a:cubicBezTo>
                  <a:cubicBezTo>
                    <a:pt x="75078" y="33922"/>
                    <a:pt x="75564" y="34226"/>
                    <a:pt x="75685" y="33952"/>
                  </a:cubicBezTo>
                  <a:close/>
                  <a:moveTo>
                    <a:pt x="81217" y="40123"/>
                  </a:moveTo>
                  <a:cubicBezTo>
                    <a:pt x="81126" y="40335"/>
                    <a:pt x="80883" y="40214"/>
                    <a:pt x="80853" y="40518"/>
                  </a:cubicBezTo>
                  <a:cubicBezTo>
                    <a:pt x="81035" y="40639"/>
                    <a:pt x="81369" y="40275"/>
                    <a:pt x="81248" y="40123"/>
                  </a:cubicBezTo>
                  <a:close/>
                  <a:moveTo>
                    <a:pt x="76689" y="46080"/>
                  </a:moveTo>
                  <a:lnTo>
                    <a:pt x="76385" y="45928"/>
                  </a:lnTo>
                  <a:lnTo>
                    <a:pt x="76293" y="46202"/>
                  </a:lnTo>
                  <a:cubicBezTo>
                    <a:pt x="76476" y="46293"/>
                    <a:pt x="76628" y="46293"/>
                    <a:pt x="76689" y="46080"/>
                  </a:cubicBezTo>
                  <a:close/>
                  <a:moveTo>
                    <a:pt x="70093" y="55533"/>
                  </a:moveTo>
                  <a:cubicBezTo>
                    <a:pt x="70336" y="55412"/>
                    <a:pt x="70792" y="54956"/>
                    <a:pt x="70609" y="54956"/>
                  </a:cubicBezTo>
                  <a:cubicBezTo>
                    <a:pt x="70518" y="55138"/>
                    <a:pt x="69880" y="55533"/>
                    <a:pt x="70093" y="55533"/>
                  </a:cubicBezTo>
                  <a:close/>
                  <a:moveTo>
                    <a:pt x="68786" y="55655"/>
                  </a:moveTo>
                  <a:cubicBezTo>
                    <a:pt x="68998" y="55594"/>
                    <a:pt x="69120" y="55837"/>
                    <a:pt x="69363" y="55594"/>
                  </a:cubicBezTo>
                  <a:cubicBezTo>
                    <a:pt x="69242" y="55442"/>
                    <a:pt x="68816" y="55412"/>
                    <a:pt x="68786" y="55655"/>
                  </a:cubicBezTo>
                  <a:close/>
                  <a:moveTo>
                    <a:pt x="68573" y="57053"/>
                  </a:moveTo>
                  <a:cubicBezTo>
                    <a:pt x="68451" y="56749"/>
                    <a:pt x="68056" y="57266"/>
                    <a:pt x="67965" y="57357"/>
                  </a:cubicBezTo>
                  <a:cubicBezTo>
                    <a:pt x="68178" y="57327"/>
                    <a:pt x="68482" y="57296"/>
                    <a:pt x="68573" y="57053"/>
                  </a:cubicBezTo>
                  <a:close/>
                  <a:moveTo>
                    <a:pt x="65047" y="57570"/>
                  </a:moveTo>
                  <a:cubicBezTo>
                    <a:pt x="65260" y="57448"/>
                    <a:pt x="65260" y="57691"/>
                    <a:pt x="65381" y="57722"/>
                  </a:cubicBezTo>
                  <a:cubicBezTo>
                    <a:pt x="65746" y="57631"/>
                    <a:pt x="66050" y="57509"/>
                    <a:pt x="66111" y="57296"/>
                  </a:cubicBezTo>
                  <a:cubicBezTo>
                    <a:pt x="66202" y="57418"/>
                    <a:pt x="66354" y="57327"/>
                    <a:pt x="66445" y="57357"/>
                  </a:cubicBezTo>
                  <a:cubicBezTo>
                    <a:pt x="66810" y="56901"/>
                    <a:pt x="67539" y="56780"/>
                    <a:pt x="68026" y="56597"/>
                  </a:cubicBezTo>
                  <a:cubicBezTo>
                    <a:pt x="67904" y="56506"/>
                    <a:pt x="68482" y="56324"/>
                    <a:pt x="68117" y="56384"/>
                  </a:cubicBezTo>
                  <a:cubicBezTo>
                    <a:pt x="67965" y="56445"/>
                    <a:pt x="67995" y="56536"/>
                    <a:pt x="67843" y="56628"/>
                  </a:cubicBezTo>
                  <a:cubicBezTo>
                    <a:pt x="67722" y="56445"/>
                    <a:pt x="67387" y="56506"/>
                    <a:pt x="67205" y="56536"/>
                  </a:cubicBezTo>
                  <a:cubicBezTo>
                    <a:pt x="66992" y="56567"/>
                    <a:pt x="67023" y="56688"/>
                    <a:pt x="66810" y="56780"/>
                  </a:cubicBezTo>
                  <a:cubicBezTo>
                    <a:pt x="66628" y="56871"/>
                    <a:pt x="66263" y="56810"/>
                    <a:pt x="66080" y="56901"/>
                  </a:cubicBezTo>
                  <a:cubicBezTo>
                    <a:pt x="65959" y="56931"/>
                    <a:pt x="65989" y="57023"/>
                    <a:pt x="65837" y="57053"/>
                  </a:cubicBezTo>
                  <a:cubicBezTo>
                    <a:pt x="65594" y="57083"/>
                    <a:pt x="64956" y="57235"/>
                    <a:pt x="65047" y="57570"/>
                  </a:cubicBezTo>
                  <a:close/>
                  <a:moveTo>
                    <a:pt x="54074" y="60184"/>
                  </a:moveTo>
                  <a:cubicBezTo>
                    <a:pt x="54287" y="60184"/>
                    <a:pt x="54530" y="60336"/>
                    <a:pt x="54743" y="60305"/>
                  </a:cubicBezTo>
                  <a:cubicBezTo>
                    <a:pt x="54956" y="60305"/>
                    <a:pt x="55016" y="60123"/>
                    <a:pt x="55168" y="60062"/>
                  </a:cubicBezTo>
                  <a:cubicBezTo>
                    <a:pt x="55260" y="60032"/>
                    <a:pt x="55260" y="60123"/>
                    <a:pt x="55290" y="60123"/>
                  </a:cubicBezTo>
                  <a:cubicBezTo>
                    <a:pt x="55381" y="60123"/>
                    <a:pt x="55351" y="60032"/>
                    <a:pt x="55351" y="60032"/>
                  </a:cubicBezTo>
                  <a:cubicBezTo>
                    <a:pt x="55837" y="59941"/>
                    <a:pt x="56080" y="59819"/>
                    <a:pt x="56111" y="59576"/>
                  </a:cubicBezTo>
                  <a:cubicBezTo>
                    <a:pt x="55776" y="59576"/>
                    <a:pt x="55290" y="59849"/>
                    <a:pt x="54773" y="59971"/>
                  </a:cubicBezTo>
                  <a:cubicBezTo>
                    <a:pt x="54530" y="60032"/>
                    <a:pt x="54104" y="59819"/>
                    <a:pt x="54074" y="60184"/>
                  </a:cubicBezTo>
                  <a:close/>
                  <a:moveTo>
                    <a:pt x="41551" y="65503"/>
                  </a:moveTo>
                  <a:cubicBezTo>
                    <a:pt x="41794" y="65503"/>
                    <a:pt x="41977" y="65625"/>
                    <a:pt x="42129" y="65442"/>
                  </a:cubicBezTo>
                  <a:cubicBezTo>
                    <a:pt x="42189" y="65138"/>
                    <a:pt x="41490" y="65321"/>
                    <a:pt x="41551" y="65503"/>
                  </a:cubicBezTo>
                  <a:close/>
                  <a:moveTo>
                    <a:pt x="43223" y="64743"/>
                  </a:moveTo>
                  <a:cubicBezTo>
                    <a:pt x="42828" y="64622"/>
                    <a:pt x="42888" y="65169"/>
                    <a:pt x="43071" y="65169"/>
                  </a:cubicBezTo>
                  <a:cubicBezTo>
                    <a:pt x="42980" y="64926"/>
                    <a:pt x="43375" y="65017"/>
                    <a:pt x="43223" y="64713"/>
                  </a:cubicBezTo>
                  <a:close/>
                  <a:moveTo>
                    <a:pt x="42676" y="64378"/>
                  </a:moveTo>
                  <a:cubicBezTo>
                    <a:pt x="42919" y="64378"/>
                    <a:pt x="42888" y="64652"/>
                    <a:pt x="43192" y="64561"/>
                  </a:cubicBezTo>
                  <a:cubicBezTo>
                    <a:pt x="43648" y="64287"/>
                    <a:pt x="42797" y="63953"/>
                    <a:pt x="42676" y="64378"/>
                  </a:cubicBezTo>
                  <a:close/>
                  <a:moveTo>
                    <a:pt x="53953" y="60549"/>
                  </a:moveTo>
                  <a:cubicBezTo>
                    <a:pt x="53922" y="60305"/>
                    <a:pt x="53679" y="60336"/>
                    <a:pt x="53679" y="60093"/>
                  </a:cubicBezTo>
                  <a:cubicBezTo>
                    <a:pt x="53740" y="60062"/>
                    <a:pt x="53861" y="60032"/>
                    <a:pt x="53831" y="59971"/>
                  </a:cubicBezTo>
                  <a:cubicBezTo>
                    <a:pt x="53345" y="60093"/>
                    <a:pt x="53345" y="60609"/>
                    <a:pt x="53953" y="60549"/>
                  </a:cubicBezTo>
                  <a:close/>
                  <a:moveTo>
                    <a:pt x="48056" y="57600"/>
                  </a:moveTo>
                  <a:cubicBezTo>
                    <a:pt x="48269" y="57722"/>
                    <a:pt x="48633" y="57539"/>
                    <a:pt x="48785" y="57387"/>
                  </a:cubicBezTo>
                  <a:cubicBezTo>
                    <a:pt x="48420" y="57479"/>
                    <a:pt x="48177" y="57296"/>
                    <a:pt x="48056" y="57600"/>
                  </a:cubicBezTo>
                  <a:close/>
                  <a:moveTo>
                    <a:pt x="45624" y="58147"/>
                  </a:moveTo>
                  <a:cubicBezTo>
                    <a:pt x="45958" y="57904"/>
                    <a:pt x="45989" y="58208"/>
                    <a:pt x="46293" y="58208"/>
                  </a:cubicBezTo>
                  <a:cubicBezTo>
                    <a:pt x="46262" y="57995"/>
                    <a:pt x="46414" y="57935"/>
                    <a:pt x="46232" y="57813"/>
                  </a:cubicBezTo>
                  <a:cubicBezTo>
                    <a:pt x="46110" y="57965"/>
                    <a:pt x="45594" y="57843"/>
                    <a:pt x="45624" y="58147"/>
                  </a:cubicBezTo>
                  <a:close/>
                  <a:moveTo>
                    <a:pt x="40518" y="59059"/>
                  </a:moveTo>
                  <a:cubicBezTo>
                    <a:pt x="40639" y="59150"/>
                    <a:pt x="40974" y="59120"/>
                    <a:pt x="40974" y="58938"/>
                  </a:cubicBezTo>
                  <a:cubicBezTo>
                    <a:pt x="40822" y="58816"/>
                    <a:pt x="40518" y="58846"/>
                    <a:pt x="40518" y="59059"/>
                  </a:cubicBezTo>
                  <a:close/>
                  <a:moveTo>
                    <a:pt x="41429" y="63345"/>
                  </a:moveTo>
                  <a:cubicBezTo>
                    <a:pt x="41794" y="63467"/>
                    <a:pt x="41855" y="63254"/>
                    <a:pt x="42189" y="63193"/>
                  </a:cubicBezTo>
                  <a:cubicBezTo>
                    <a:pt x="42129" y="63527"/>
                    <a:pt x="42585" y="63223"/>
                    <a:pt x="42585" y="63223"/>
                  </a:cubicBezTo>
                  <a:cubicBezTo>
                    <a:pt x="42767" y="63223"/>
                    <a:pt x="42828" y="63436"/>
                    <a:pt x="43071" y="63406"/>
                  </a:cubicBezTo>
                  <a:cubicBezTo>
                    <a:pt x="42949" y="63071"/>
                    <a:pt x="43557" y="63193"/>
                    <a:pt x="43588" y="62919"/>
                  </a:cubicBezTo>
                  <a:cubicBezTo>
                    <a:pt x="43740" y="62919"/>
                    <a:pt x="44044" y="62798"/>
                    <a:pt x="43952" y="63041"/>
                  </a:cubicBezTo>
                  <a:cubicBezTo>
                    <a:pt x="43679" y="63132"/>
                    <a:pt x="43557" y="62889"/>
                    <a:pt x="43496" y="63193"/>
                  </a:cubicBezTo>
                  <a:cubicBezTo>
                    <a:pt x="43648" y="63254"/>
                    <a:pt x="43831" y="63254"/>
                    <a:pt x="43983" y="63193"/>
                  </a:cubicBezTo>
                  <a:cubicBezTo>
                    <a:pt x="44135" y="63132"/>
                    <a:pt x="44682" y="62524"/>
                    <a:pt x="44803" y="62919"/>
                  </a:cubicBezTo>
                  <a:cubicBezTo>
                    <a:pt x="44743" y="62919"/>
                    <a:pt x="44712" y="63011"/>
                    <a:pt x="44803" y="63011"/>
                  </a:cubicBezTo>
                  <a:cubicBezTo>
                    <a:pt x="44895" y="62767"/>
                    <a:pt x="45411" y="63284"/>
                    <a:pt x="45442" y="62828"/>
                  </a:cubicBezTo>
                  <a:cubicBezTo>
                    <a:pt x="45381" y="62737"/>
                    <a:pt x="45077" y="62889"/>
                    <a:pt x="45077" y="62737"/>
                  </a:cubicBezTo>
                  <a:cubicBezTo>
                    <a:pt x="45503" y="62646"/>
                    <a:pt x="45867" y="62828"/>
                    <a:pt x="46080" y="62494"/>
                  </a:cubicBezTo>
                  <a:cubicBezTo>
                    <a:pt x="46141" y="62494"/>
                    <a:pt x="46262" y="62707"/>
                    <a:pt x="46293" y="62707"/>
                  </a:cubicBezTo>
                  <a:cubicBezTo>
                    <a:pt x="46323" y="62707"/>
                    <a:pt x="46901" y="62585"/>
                    <a:pt x="46962" y="62615"/>
                  </a:cubicBezTo>
                  <a:cubicBezTo>
                    <a:pt x="47022" y="62646"/>
                    <a:pt x="46962" y="62767"/>
                    <a:pt x="46962" y="62767"/>
                  </a:cubicBezTo>
                  <a:cubicBezTo>
                    <a:pt x="47174" y="62767"/>
                    <a:pt x="47326" y="62555"/>
                    <a:pt x="47509" y="62615"/>
                  </a:cubicBezTo>
                  <a:cubicBezTo>
                    <a:pt x="47539" y="62707"/>
                    <a:pt x="47539" y="62859"/>
                    <a:pt x="47661" y="62859"/>
                  </a:cubicBezTo>
                  <a:cubicBezTo>
                    <a:pt x="47843" y="62646"/>
                    <a:pt x="47600" y="62585"/>
                    <a:pt x="47509" y="62463"/>
                  </a:cubicBezTo>
                  <a:cubicBezTo>
                    <a:pt x="47873" y="62312"/>
                    <a:pt x="47539" y="62129"/>
                    <a:pt x="47995" y="61977"/>
                  </a:cubicBezTo>
                  <a:cubicBezTo>
                    <a:pt x="48177" y="61947"/>
                    <a:pt x="48147" y="62160"/>
                    <a:pt x="48360" y="62068"/>
                  </a:cubicBezTo>
                  <a:cubicBezTo>
                    <a:pt x="48420" y="61916"/>
                    <a:pt x="48603" y="61886"/>
                    <a:pt x="48724" y="61856"/>
                  </a:cubicBezTo>
                  <a:cubicBezTo>
                    <a:pt x="49302" y="61643"/>
                    <a:pt x="49940" y="61552"/>
                    <a:pt x="50579" y="61552"/>
                  </a:cubicBezTo>
                  <a:cubicBezTo>
                    <a:pt x="50639" y="61400"/>
                    <a:pt x="50670" y="61248"/>
                    <a:pt x="50913" y="61217"/>
                  </a:cubicBezTo>
                  <a:cubicBezTo>
                    <a:pt x="51886" y="60974"/>
                    <a:pt x="52342" y="60853"/>
                    <a:pt x="53375" y="60640"/>
                  </a:cubicBezTo>
                  <a:cubicBezTo>
                    <a:pt x="53345" y="60032"/>
                    <a:pt x="52646" y="60609"/>
                    <a:pt x="52311" y="60640"/>
                  </a:cubicBezTo>
                  <a:cubicBezTo>
                    <a:pt x="51764" y="60731"/>
                    <a:pt x="51217" y="60701"/>
                    <a:pt x="50731" y="60731"/>
                  </a:cubicBezTo>
                  <a:cubicBezTo>
                    <a:pt x="50761" y="60853"/>
                    <a:pt x="50700" y="60974"/>
                    <a:pt x="50579" y="61005"/>
                  </a:cubicBezTo>
                  <a:cubicBezTo>
                    <a:pt x="49758" y="61005"/>
                    <a:pt x="49393" y="61278"/>
                    <a:pt x="48694" y="61491"/>
                  </a:cubicBezTo>
                  <a:cubicBezTo>
                    <a:pt x="48603" y="61339"/>
                    <a:pt x="48907" y="61187"/>
                    <a:pt x="48542" y="61278"/>
                  </a:cubicBezTo>
                  <a:cubicBezTo>
                    <a:pt x="48481" y="61430"/>
                    <a:pt x="48238" y="61521"/>
                    <a:pt x="48147" y="61673"/>
                  </a:cubicBezTo>
                  <a:cubicBezTo>
                    <a:pt x="47448" y="61734"/>
                    <a:pt x="46840" y="62008"/>
                    <a:pt x="46445" y="61856"/>
                  </a:cubicBezTo>
                  <a:cubicBezTo>
                    <a:pt x="46171" y="62038"/>
                    <a:pt x="45776" y="62099"/>
                    <a:pt x="45442" y="62008"/>
                  </a:cubicBezTo>
                  <a:cubicBezTo>
                    <a:pt x="45624" y="62372"/>
                    <a:pt x="44986" y="62251"/>
                    <a:pt x="44834" y="62433"/>
                  </a:cubicBezTo>
                  <a:cubicBezTo>
                    <a:pt x="44834" y="62251"/>
                    <a:pt x="45077" y="62220"/>
                    <a:pt x="45077" y="62038"/>
                  </a:cubicBezTo>
                  <a:cubicBezTo>
                    <a:pt x="44773" y="62251"/>
                    <a:pt x="44621" y="62099"/>
                    <a:pt x="44226" y="62160"/>
                  </a:cubicBezTo>
                  <a:cubicBezTo>
                    <a:pt x="44135" y="62494"/>
                    <a:pt x="44651" y="62129"/>
                    <a:pt x="44651" y="62372"/>
                  </a:cubicBezTo>
                  <a:cubicBezTo>
                    <a:pt x="44621" y="62646"/>
                    <a:pt x="44195" y="62403"/>
                    <a:pt x="43800" y="62555"/>
                  </a:cubicBezTo>
                  <a:cubicBezTo>
                    <a:pt x="43800" y="62646"/>
                    <a:pt x="43800" y="62737"/>
                    <a:pt x="43648" y="62737"/>
                  </a:cubicBezTo>
                  <a:cubicBezTo>
                    <a:pt x="43800" y="62463"/>
                    <a:pt x="43588" y="62676"/>
                    <a:pt x="43344" y="62676"/>
                  </a:cubicBezTo>
                  <a:cubicBezTo>
                    <a:pt x="42949" y="62676"/>
                    <a:pt x="42645" y="62737"/>
                    <a:pt x="42524" y="62950"/>
                  </a:cubicBezTo>
                  <a:cubicBezTo>
                    <a:pt x="42493" y="62859"/>
                    <a:pt x="42524" y="62737"/>
                    <a:pt x="42585" y="62615"/>
                  </a:cubicBezTo>
                  <a:cubicBezTo>
                    <a:pt x="42220" y="62585"/>
                    <a:pt x="42311" y="62828"/>
                    <a:pt x="42159" y="62919"/>
                  </a:cubicBezTo>
                  <a:cubicBezTo>
                    <a:pt x="41551" y="62919"/>
                    <a:pt x="40974" y="63011"/>
                    <a:pt x="40822" y="62828"/>
                  </a:cubicBezTo>
                  <a:cubicBezTo>
                    <a:pt x="40822" y="62737"/>
                    <a:pt x="40974" y="62615"/>
                    <a:pt x="40791" y="62585"/>
                  </a:cubicBezTo>
                  <a:cubicBezTo>
                    <a:pt x="40670" y="62676"/>
                    <a:pt x="40670" y="62889"/>
                    <a:pt x="40548" y="63011"/>
                  </a:cubicBezTo>
                  <a:cubicBezTo>
                    <a:pt x="40305" y="63041"/>
                    <a:pt x="40092" y="62707"/>
                    <a:pt x="40001" y="63071"/>
                  </a:cubicBezTo>
                  <a:cubicBezTo>
                    <a:pt x="40396" y="63132"/>
                    <a:pt x="40700" y="62919"/>
                    <a:pt x="40852" y="63163"/>
                  </a:cubicBezTo>
                  <a:cubicBezTo>
                    <a:pt x="40639" y="63254"/>
                    <a:pt x="40426" y="63315"/>
                    <a:pt x="40214" y="63375"/>
                  </a:cubicBezTo>
                  <a:cubicBezTo>
                    <a:pt x="39819" y="63527"/>
                    <a:pt x="40062" y="63375"/>
                    <a:pt x="39727" y="63345"/>
                  </a:cubicBezTo>
                  <a:cubicBezTo>
                    <a:pt x="39302" y="63953"/>
                    <a:pt x="41490" y="63558"/>
                    <a:pt x="41429" y="63345"/>
                  </a:cubicBezTo>
                  <a:close/>
                  <a:moveTo>
                    <a:pt x="37022" y="64166"/>
                  </a:moveTo>
                  <a:cubicBezTo>
                    <a:pt x="37083" y="63862"/>
                    <a:pt x="36688" y="63892"/>
                    <a:pt x="36566" y="64014"/>
                  </a:cubicBezTo>
                  <a:cubicBezTo>
                    <a:pt x="36505" y="64318"/>
                    <a:pt x="36901" y="64318"/>
                    <a:pt x="37022" y="64166"/>
                  </a:cubicBezTo>
                  <a:close/>
                  <a:moveTo>
                    <a:pt x="34195" y="65989"/>
                  </a:moveTo>
                  <a:cubicBezTo>
                    <a:pt x="34469" y="65989"/>
                    <a:pt x="34834" y="65929"/>
                    <a:pt x="34955" y="66050"/>
                  </a:cubicBezTo>
                  <a:cubicBezTo>
                    <a:pt x="34894" y="65898"/>
                    <a:pt x="34590" y="65564"/>
                    <a:pt x="34469" y="65746"/>
                  </a:cubicBezTo>
                  <a:cubicBezTo>
                    <a:pt x="34530" y="65746"/>
                    <a:pt x="34590" y="65746"/>
                    <a:pt x="34560" y="65807"/>
                  </a:cubicBezTo>
                  <a:cubicBezTo>
                    <a:pt x="34408" y="65807"/>
                    <a:pt x="34286" y="65868"/>
                    <a:pt x="34195" y="65989"/>
                  </a:cubicBezTo>
                  <a:close/>
                  <a:moveTo>
                    <a:pt x="33496" y="65169"/>
                  </a:moveTo>
                  <a:cubicBezTo>
                    <a:pt x="33679" y="65321"/>
                    <a:pt x="33922" y="65290"/>
                    <a:pt x="34074" y="65108"/>
                  </a:cubicBezTo>
                  <a:cubicBezTo>
                    <a:pt x="33891" y="64986"/>
                    <a:pt x="33648" y="65017"/>
                    <a:pt x="33496" y="65169"/>
                  </a:cubicBezTo>
                  <a:close/>
                  <a:moveTo>
                    <a:pt x="33192" y="64774"/>
                  </a:moveTo>
                  <a:cubicBezTo>
                    <a:pt x="33192" y="65108"/>
                    <a:pt x="33466" y="64986"/>
                    <a:pt x="33679" y="64926"/>
                  </a:cubicBezTo>
                  <a:cubicBezTo>
                    <a:pt x="33800" y="64652"/>
                    <a:pt x="33405" y="64804"/>
                    <a:pt x="33223" y="64774"/>
                  </a:cubicBezTo>
                  <a:close/>
                  <a:moveTo>
                    <a:pt x="32949" y="60062"/>
                  </a:moveTo>
                  <a:cubicBezTo>
                    <a:pt x="33192" y="60275"/>
                    <a:pt x="33375" y="59910"/>
                    <a:pt x="33557" y="59819"/>
                  </a:cubicBezTo>
                  <a:cubicBezTo>
                    <a:pt x="33253" y="59819"/>
                    <a:pt x="33040" y="59880"/>
                    <a:pt x="32949" y="60062"/>
                  </a:cubicBezTo>
                  <a:close/>
                  <a:moveTo>
                    <a:pt x="32767" y="59576"/>
                  </a:moveTo>
                  <a:cubicBezTo>
                    <a:pt x="32828" y="59302"/>
                    <a:pt x="32584" y="59302"/>
                    <a:pt x="32341" y="59333"/>
                  </a:cubicBezTo>
                  <a:cubicBezTo>
                    <a:pt x="32311" y="59576"/>
                    <a:pt x="32524" y="59576"/>
                    <a:pt x="32797" y="59576"/>
                  </a:cubicBezTo>
                  <a:close/>
                  <a:moveTo>
                    <a:pt x="31520" y="60062"/>
                  </a:moveTo>
                  <a:cubicBezTo>
                    <a:pt x="31764" y="60062"/>
                    <a:pt x="31946" y="60062"/>
                    <a:pt x="31976" y="59880"/>
                  </a:cubicBezTo>
                  <a:cubicBezTo>
                    <a:pt x="31855" y="59758"/>
                    <a:pt x="31490" y="59758"/>
                    <a:pt x="31551" y="60062"/>
                  </a:cubicBezTo>
                  <a:close/>
                  <a:moveTo>
                    <a:pt x="30396" y="64044"/>
                  </a:moveTo>
                  <a:cubicBezTo>
                    <a:pt x="30730" y="64196"/>
                    <a:pt x="30578" y="63831"/>
                    <a:pt x="30852" y="63922"/>
                  </a:cubicBezTo>
                  <a:cubicBezTo>
                    <a:pt x="31034" y="64014"/>
                    <a:pt x="31794" y="64287"/>
                    <a:pt x="31916" y="63922"/>
                  </a:cubicBezTo>
                  <a:cubicBezTo>
                    <a:pt x="31581" y="63862"/>
                    <a:pt x="31186" y="64044"/>
                    <a:pt x="31065" y="63831"/>
                  </a:cubicBezTo>
                  <a:cubicBezTo>
                    <a:pt x="31095" y="63892"/>
                    <a:pt x="31369" y="63771"/>
                    <a:pt x="31156" y="63771"/>
                  </a:cubicBezTo>
                  <a:cubicBezTo>
                    <a:pt x="30973" y="63953"/>
                    <a:pt x="30305" y="63619"/>
                    <a:pt x="30396" y="64044"/>
                  </a:cubicBezTo>
                  <a:close/>
                  <a:moveTo>
                    <a:pt x="30426" y="60001"/>
                  </a:moveTo>
                  <a:cubicBezTo>
                    <a:pt x="30669" y="59941"/>
                    <a:pt x="30639" y="60123"/>
                    <a:pt x="30852" y="60123"/>
                  </a:cubicBezTo>
                  <a:cubicBezTo>
                    <a:pt x="30882" y="60001"/>
                    <a:pt x="30852" y="59880"/>
                    <a:pt x="30791" y="59789"/>
                  </a:cubicBezTo>
                  <a:cubicBezTo>
                    <a:pt x="30548" y="59758"/>
                    <a:pt x="30487" y="59880"/>
                    <a:pt x="30396" y="60001"/>
                  </a:cubicBezTo>
                  <a:close/>
                  <a:moveTo>
                    <a:pt x="27417" y="64044"/>
                  </a:moveTo>
                  <a:cubicBezTo>
                    <a:pt x="27903" y="63892"/>
                    <a:pt x="28177" y="64348"/>
                    <a:pt x="28359" y="64074"/>
                  </a:cubicBezTo>
                  <a:cubicBezTo>
                    <a:pt x="28086" y="63983"/>
                    <a:pt x="28116" y="63649"/>
                    <a:pt x="27751" y="63588"/>
                  </a:cubicBezTo>
                  <a:cubicBezTo>
                    <a:pt x="27630" y="63649"/>
                    <a:pt x="27599" y="63831"/>
                    <a:pt x="27721" y="63922"/>
                  </a:cubicBezTo>
                  <a:cubicBezTo>
                    <a:pt x="27599" y="63862"/>
                    <a:pt x="27447" y="63922"/>
                    <a:pt x="27387" y="64044"/>
                  </a:cubicBezTo>
                  <a:close/>
                  <a:moveTo>
                    <a:pt x="26536" y="63345"/>
                  </a:moveTo>
                  <a:cubicBezTo>
                    <a:pt x="26779" y="63406"/>
                    <a:pt x="26870" y="63284"/>
                    <a:pt x="26870" y="63071"/>
                  </a:cubicBezTo>
                  <a:cubicBezTo>
                    <a:pt x="26596" y="63041"/>
                    <a:pt x="26353" y="63193"/>
                    <a:pt x="26505" y="63345"/>
                  </a:cubicBezTo>
                  <a:close/>
                  <a:moveTo>
                    <a:pt x="21460" y="62160"/>
                  </a:moveTo>
                  <a:cubicBezTo>
                    <a:pt x="21520" y="62190"/>
                    <a:pt x="21551" y="62251"/>
                    <a:pt x="21520" y="62342"/>
                  </a:cubicBezTo>
                  <a:cubicBezTo>
                    <a:pt x="21733" y="62494"/>
                    <a:pt x="22189" y="62403"/>
                    <a:pt x="22159" y="62524"/>
                  </a:cubicBezTo>
                  <a:cubicBezTo>
                    <a:pt x="22128" y="62676"/>
                    <a:pt x="21733" y="62433"/>
                    <a:pt x="21703" y="62646"/>
                  </a:cubicBezTo>
                  <a:cubicBezTo>
                    <a:pt x="22007" y="62919"/>
                    <a:pt x="22067" y="62737"/>
                    <a:pt x="22371" y="62767"/>
                  </a:cubicBezTo>
                  <a:cubicBezTo>
                    <a:pt x="22311" y="62494"/>
                    <a:pt x="22493" y="62463"/>
                    <a:pt x="22432" y="62251"/>
                  </a:cubicBezTo>
                  <a:cubicBezTo>
                    <a:pt x="22098" y="62281"/>
                    <a:pt x="21763" y="62220"/>
                    <a:pt x="21460" y="62160"/>
                  </a:cubicBezTo>
                  <a:close/>
                  <a:moveTo>
                    <a:pt x="15927" y="60488"/>
                  </a:moveTo>
                  <a:cubicBezTo>
                    <a:pt x="16110" y="60549"/>
                    <a:pt x="16079" y="60670"/>
                    <a:pt x="16231" y="60731"/>
                  </a:cubicBezTo>
                  <a:cubicBezTo>
                    <a:pt x="16292" y="60488"/>
                    <a:pt x="16475" y="60609"/>
                    <a:pt x="16535" y="60427"/>
                  </a:cubicBezTo>
                  <a:cubicBezTo>
                    <a:pt x="16262" y="60275"/>
                    <a:pt x="16110" y="60397"/>
                    <a:pt x="15927" y="60488"/>
                  </a:cubicBezTo>
                  <a:close/>
                  <a:moveTo>
                    <a:pt x="14803" y="59728"/>
                  </a:moveTo>
                  <a:cubicBezTo>
                    <a:pt x="14924" y="59880"/>
                    <a:pt x="14955" y="60184"/>
                    <a:pt x="15168" y="60184"/>
                  </a:cubicBezTo>
                  <a:cubicBezTo>
                    <a:pt x="15228" y="60123"/>
                    <a:pt x="15228" y="60032"/>
                    <a:pt x="15228" y="59941"/>
                  </a:cubicBezTo>
                  <a:cubicBezTo>
                    <a:pt x="15624" y="59941"/>
                    <a:pt x="15624" y="60427"/>
                    <a:pt x="15897" y="60336"/>
                  </a:cubicBezTo>
                  <a:cubicBezTo>
                    <a:pt x="15897" y="60093"/>
                    <a:pt x="15411" y="59910"/>
                    <a:pt x="15289" y="59667"/>
                  </a:cubicBezTo>
                  <a:cubicBezTo>
                    <a:pt x="15198" y="59758"/>
                    <a:pt x="15137" y="59941"/>
                    <a:pt x="15016" y="59880"/>
                  </a:cubicBezTo>
                  <a:cubicBezTo>
                    <a:pt x="15107" y="59758"/>
                    <a:pt x="14772" y="59667"/>
                    <a:pt x="14803" y="59515"/>
                  </a:cubicBezTo>
                  <a:cubicBezTo>
                    <a:pt x="14134" y="59363"/>
                    <a:pt x="14560" y="59454"/>
                    <a:pt x="14772" y="59758"/>
                  </a:cubicBezTo>
                  <a:close/>
                  <a:moveTo>
                    <a:pt x="11824" y="47782"/>
                  </a:moveTo>
                  <a:cubicBezTo>
                    <a:pt x="11976" y="48086"/>
                    <a:pt x="11854" y="48238"/>
                    <a:pt x="12158" y="48330"/>
                  </a:cubicBezTo>
                  <a:cubicBezTo>
                    <a:pt x="12128" y="48238"/>
                    <a:pt x="12219" y="48269"/>
                    <a:pt x="12310" y="48269"/>
                  </a:cubicBezTo>
                  <a:cubicBezTo>
                    <a:pt x="12037" y="48086"/>
                    <a:pt x="12341" y="47691"/>
                    <a:pt x="11824" y="47813"/>
                  </a:cubicBezTo>
                  <a:close/>
                  <a:moveTo>
                    <a:pt x="11611" y="47691"/>
                  </a:moveTo>
                  <a:cubicBezTo>
                    <a:pt x="11520" y="47752"/>
                    <a:pt x="11581" y="47904"/>
                    <a:pt x="11672" y="47843"/>
                  </a:cubicBezTo>
                  <a:cubicBezTo>
                    <a:pt x="11672" y="47661"/>
                    <a:pt x="11915" y="47570"/>
                    <a:pt x="11854" y="47357"/>
                  </a:cubicBezTo>
                  <a:cubicBezTo>
                    <a:pt x="11551" y="47418"/>
                    <a:pt x="11733" y="47630"/>
                    <a:pt x="11611" y="47722"/>
                  </a:cubicBezTo>
                  <a:close/>
                  <a:moveTo>
                    <a:pt x="11368" y="46627"/>
                  </a:moveTo>
                  <a:cubicBezTo>
                    <a:pt x="11277" y="46749"/>
                    <a:pt x="11459" y="47083"/>
                    <a:pt x="11702" y="46992"/>
                  </a:cubicBezTo>
                  <a:cubicBezTo>
                    <a:pt x="11459" y="46871"/>
                    <a:pt x="11642" y="46627"/>
                    <a:pt x="11338" y="46627"/>
                  </a:cubicBezTo>
                  <a:close/>
                  <a:moveTo>
                    <a:pt x="8116" y="45989"/>
                  </a:moveTo>
                  <a:cubicBezTo>
                    <a:pt x="8268" y="46202"/>
                    <a:pt x="8359" y="46445"/>
                    <a:pt x="8572" y="46506"/>
                  </a:cubicBezTo>
                  <a:cubicBezTo>
                    <a:pt x="8511" y="46141"/>
                    <a:pt x="8389" y="46111"/>
                    <a:pt x="8116" y="46019"/>
                  </a:cubicBezTo>
                  <a:close/>
                  <a:moveTo>
                    <a:pt x="10699" y="44804"/>
                  </a:moveTo>
                  <a:cubicBezTo>
                    <a:pt x="10730" y="45138"/>
                    <a:pt x="10699" y="45199"/>
                    <a:pt x="11003" y="45229"/>
                  </a:cubicBezTo>
                  <a:cubicBezTo>
                    <a:pt x="11064" y="45016"/>
                    <a:pt x="10912" y="44804"/>
                    <a:pt x="10699" y="44834"/>
                  </a:cubicBezTo>
                  <a:close/>
                  <a:moveTo>
                    <a:pt x="7447" y="39636"/>
                  </a:moveTo>
                  <a:cubicBezTo>
                    <a:pt x="7386" y="39819"/>
                    <a:pt x="7447" y="40001"/>
                    <a:pt x="7538" y="40153"/>
                  </a:cubicBezTo>
                  <a:cubicBezTo>
                    <a:pt x="7690" y="40123"/>
                    <a:pt x="7812" y="40062"/>
                    <a:pt x="7873" y="39940"/>
                  </a:cubicBezTo>
                  <a:cubicBezTo>
                    <a:pt x="7477" y="40092"/>
                    <a:pt x="7569" y="39758"/>
                    <a:pt x="7417" y="39667"/>
                  </a:cubicBezTo>
                  <a:close/>
                  <a:moveTo>
                    <a:pt x="7569" y="39120"/>
                  </a:moveTo>
                  <a:cubicBezTo>
                    <a:pt x="7538" y="39180"/>
                    <a:pt x="7265" y="39393"/>
                    <a:pt x="7508" y="39454"/>
                  </a:cubicBezTo>
                  <a:cubicBezTo>
                    <a:pt x="7903" y="39211"/>
                    <a:pt x="7569" y="39667"/>
                    <a:pt x="7690" y="39788"/>
                  </a:cubicBezTo>
                  <a:cubicBezTo>
                    <a:pt x="8146" y="39758"/>
                    <a:pt x="7751" y="39241"/>
                    <a:pt x="7569" y="39120"/>
                  </a:cubicBezTo>
                  <a:close/>
                  <a:moveTo>
                    <a:pt x="8997" y="35685"/>
                  </a:moveTo>
                  <a:cubicBezTo>
                    <a:pt x="8876" y="35776"/>
                    <a:pt x="8754" y="36232"/>
                    <a:pt x="8997" y="36232"/>
                  </a:cubicBezTo>
                  <a:cubicBezTo>
                    <a:pt x="8815" y="36050"/>
                    <a:pt x="9180" y="35898"/>
                    <a:pt x="8997" y="35715"/>
                  </a:cubicBezTo>
                  <a:close/>
                  <a:moveTo>
                    <a:pt x="9453" y="32797"/>
                  </a:moveTo>
                  <a:cubicBezTo>
                    <a:pt x="9544" y="32858"/>
                    <a:pt x="9605" y="32949"/>
                    <a:pt x="9575" y="33071"/>
                  </a:cubicBezTo>
                  <a:cubicBezTo>
                    <a:pt x="9727" y="33132"/>
                    <a:pt x="9909" y="33101"/>
                    <a:pt x="10031" y="32949"/>
                  </a:cubicBezTo>
                  <a:cubicBezTo>
                    <a:pt x="9879" y="32919"/>
                    <a:pt x="9848" y="32828"/>
                    <a:pt x="9940" y="32706"/>
                  </a:cubicBezTo>
                  <a:cubicBezTo>
                    <a:pt x="9757" y="32615"/>
                    <a:pt x="9544" y="32645"/>
                    <a:pt x="9453" y="32828"/>
                  </a:cubicBezTo>
                  <a:close/>
                  <a:moveTo>
                    <a:pt x="10061" y="32281"/>
                  </a:moveTo>
                  <a:cubicBezTo>
                    <a:pt x="9879" y="32281"/>
                    <a:pt x="9696" y="32281"/>
                    <a:pt x="9544" y="32341"/>
                  </a:cubicBezTo>
                  <a:cubicBezTo>
                    <a:pt x="9727" y="32402"/>
                    <a:pt x="10061" y="32645"/>
                    <a:pt x="10061" y="32311"/>
                  </a:cubicBezTo>
                  <a:close/>
                  <a:moveTo>
                    <a:pt x="8511" y="31764"/>
                  </a:moveTo>
                  <a:cubicBezTo>
                    <a:pt x="8541" y="32098"/>
                    <a:pt x="8177" y="32585"/>
                    <a:pt x="8541" y="32767"/>
                  </a:cubicBezTo>
                  <a:cubicBezTo>
                    <a:pt x="8693" y="32676"/>
                    <a:pt x="8481" y="32676"/>
                    <a:pt x="8511" y="32524"/>
                  </a:cubicBezTo>
                  <a:cubicBezTo>
                    <a:pt x="8511" y="32311"/>
                    <a:pt x="8845" y="31885"/>
                    <a:pt x="8481" y="31794"/>
                  </a:cubicBezTo>
                  <a:close/>
                  <a:moveTo>
                    <a:pt x="10122" y="29667"/>
                  </a:moveTo>
                  <a:cubicBezTo>
                    <a:pt x="10092" y="29545"/>
                    <a:pt x="10152" y="29393"/>
                    <a:pt x="10000" y="29241"/>
                  </a:cubicBezTo>
                  <a:cubicBezTo>
                    <a:pt x="9940" y="29423"/>
                    <a:pt x="9818" y="29332"/>
                    <a:pt x="9757" y="29454"/>
                  </a:cubicBezTo>
                  <a:close/>
                  <a:moveTo>
                    <a:pt x="10426" y="30183"/>
                  </a:moveTo>
                  <a:cubicBezTo>
                    <a:pt x="10335" y="30274"/>
                    <a:pt x="10304" y="30426"/>
                    <a:pt x="10335" y="30548"/>
                  </a:cubicBezTo>
                  <a:cubicBezTo>
                    <a:pt x="10487" y="30700"/>
                    <a:pt x="10851" y="30730"/>
                    <a:pt x="10699" y="30548"/>
                  </a:cubicBezTo>
                  <a:cubicBezTo>
                    <a:pt x="10517" y="30700"/>
                    <a:pt x="10426" y="30305"/>
                    <a:pt x="10395" y="30214"/>
                  </a:cubicBezTo>
                  <a:close/>
                  <a:moveTo>
                    <a:pt x="11095" y="29545"/>
                  </a:moveTo>
                  <a:cubicBezTo>
                    <a:pt x="11064" y="29727"/>
                    <a:pt x="10699" y="29849"/>
                    <a:pt x="10973" y="30001"/>
                  </a:cubicBezTo>
                  <a:cubicBezTo>
                    <a:pt x="10973" y="29879"/>
                    <a:pt x="11338" y="29758"/>
                    <a:pt x="11064" y="29575"/>
                  </a:cubicBezTo>
                  <a:close/>
                  <a:moveTo>
                    <a:pt x="11034" y="29515"/>
                  </a:moveTo>
                  <a:cubicBezTo>
                    <a:pt x="10730" y="29332"/>
                    <a:pt x="10669" y="29849"/>
                    <a:pt x="10517" y="29971"/>
                  </a:cubicBezTo>
                  <a:cubicBezTo>
                    <a:pt x="10669" y="30031"/>
                    <a:pt x="10487" y="30153"/>
                    <a:pt x="10669" y="30244"/>
                  </a:cubicBezTo>
                  <a:cubicBezTo>
                    <a:pt x="10791" y="29910"/>
                    <a:pt x="10639" y="29788"/>
                    <a:pt x="11003" y="29545"/>
                  </a:cubicBezTo>
                  <a:close/>
                  <a:moveTo>
                    <a:pt x="46962" y="62524"/>
                  </a:moveTo>
                  <a:cubicBezTo>
                    <a:pt x="46992" y="62281"/>
                    <a:pt x="47174" y="62160"/>
                    <a:pt x="47478" y="62099"/>
                  </a:cubicBezTo>
                  <a:cubicBezTo>
                    <a:pt x="47448" y="62220"/>
                    <a:pt x="47326" y="62312"/>
                    <a:pt x="47205" y="62312"/>
                  </a:cubicBezTo>
                  <a:cubicBezTo>
                    <a:pt x="47205" y="62372"/>
                    <a:pt x="47265" y="62372"/>
                    <a:pt x="47326" y="62372"/>
                  </a:cubicBezTo>
                  <a:cubicBezTo>
                    <a:pt x="47265" y="62524"/>
                    <a:pt x="47083" y="62494"/>
                    <a:pt x="46931" y="62524"/>
                  </a:cubicBezTo>
                  <a:close/>
                  <a:moveTo>
                    <a:pt x="45229" y="2858"/>
                  </a:moveTo>
                  <a:cubicBezTo>
                    <a:pt x="45107" y="3131"/>
                    <a:pt x="44864" y="2918"/>
                    <a:pt x="44621" y="2827"/>
                  </a:cubicBezTo>
                  <a:cubicBezTo>
                    <a:pt x="44743" y="2645"/>
                    <a:pt x="45016" y="2827"/>
                    <a:pt x="45199" y="2888"/>
                  </a:cubicBezTo>
                  <a:close/>
                  <a:moveTo>
                    <a:pt x="13222" y="59029"/>
                  </a:moveTo>
                  <a:cubicBezTo>
                    <a:pt x="12736" y="58907"/>
                    <a:pt x="12341" y="58573"/>
                    <a:pt x="12098" y="58147"/>
                  </a:cubicBezTo>
                  <a:cubicBezTo>
                    <a:pt x="12341" y="57904"/>
                    <a:pt x="12219" y="58269"/>
                    <a:pt x="12341" y="58360"/>
                  </a:cubicBezTo>
                  <a:cubicBezTo>
                    <a:pt x="12675" y="58390"/>
                    <a:pt x="13010" y="58846"/>
                    <a:pt x="13222" y="59029"/>
                  </a:cubicBezTo>
                  <a:close/>
                  <a:moveTo>
                    <a:pt x="5836" y="47570"/>
                  </a:moveTo>
                  <a:cubicBezTo>
                    <a:pt x="5623" y="47205"/>
                    <a:pt x="5471" y="46810"/>
                    <a:pt x="5380" y="46384"/>
                  </a:cubicBezTo>
                  <a:cubicBezTo>
                    <a:pt x="5623" y="46749"/>
                    <a:pt x="5775" y="47144"/>
                    <a:pt x="5836" y="47570"/>
                  </a:cubicBezTo>
                  <a:close/>
                  <a:moveTo>
                    <a:pt x="37296" y="7235"/>
                  </a:moveTo>
                  <a:cubicBezTo>
                    <a:pt x="37265" y="7691"/>
                    <a:pt x="36688" y="7630"/>
                    <a:pt x="36384" y="7660"/>
                  </a:cubicBezTo>
                  <a:cubicBezTo>
                    <a:pt x="36171" y="7691"/>
                    <a:pt x="35867" y="7934"/>
                    <a:pt x="35745" y="7660"/>
                  </a:cubicBezTo>
                  <a:cubicBezTo>
                    <a:pt x="36262" y="7599"/>
                    <a:pt x="36809" y="7447"/>
                    <a:pt x="37296" y="7235"/>
                  </a:cubicBezTo>
                  <a:close/>
                  <a:moveTo>
                    <a:pt x="47569" y="5502"/>
                  </a:moveTo>
                  <a:cubicBezTo>
                    <a:pt x="47417" y="5441"/>
                    <a:pt x="47357" y="5532"/>
                    <a:pt x="47174" y="5472"/>
                  </a:cubicBezTo>
                  <a:cubicBezTo>
                    <a:pt x="47144" y="5259"/>
                    <a:pt x="47144" y="5016"/>
                    <a:pt x="47205" y="4803"/>
                  </a:cubicBezTo>
                  <a:cubicBezTo>
                    <a:pt x="47448" y="4925"/>
                    <a:pt x="47600" y="5228"/>
                    <a:pt x="47539" y="5502"/>
                  </a:cubicBezTo>
                  <a:close/>
                  <a:moveTo>
                    <a:pt x="38876" y="7265"/>
                  </a:moveTo>
                  <a:cubicBezTo>
                    <a:pt x="38724" y="7447"/>
                    <a:pt x="38208" y="7356"/>
                    <a:pt x="37904" y="7478"/>
                  </a:cubicBezTo>
                  <a:cubicBezTo>
                    <a:pt x="38056" y="7204"/>
                    <a:pt x="38572" y="7295"/>
                    <a:pt x="38846" y="7265"/>
                  </a:cubicBezTo>
                  <a:close/>
                  <a:moveTo>
                    <a:pt x="32280" y="9241"/>
                  </a:moveTo>
                  <a:lnTo>
                    <a:pt x="33466" y="8542"/>
                  </a:lnTo>
                  <a:cubicBezTo>
                    <a:pt x="33010" y="9271"/>
                    <a:pt x="32220" y="9210"/>
                    <a:pt x="31308" y="10001"/>
                  </a:cubicBezTo>
                  <a:cubicBezTo>
                    <a:pt x="31095" y="9970"/>
                    <a:pt x="32007" y="9453"/>
                    <a:pt x="32280" y="9241"/>
                  </a:cubicBezTo>
                  <a:close/>
                  <a:moveTo>
                    <a:pt x="47904" y="6080"/>
                  </a:moveTo>
                  <a:cubicBezTo>
                    <a:pt x="47630" y="5958"/>
                    <a:pt x="47326" y="5897"/>
                    <a:pt x="47053" y="5776"/>
                  </a:cubicBezTo>
                  <a:cubicBezTo>
                    <a:pt x="47235" y="5806"/>
                    <a:pt x="47995" y="5715"/>
                    <a:pt x="47934" y="6080"/>
                  </a:cubicBezTo>
                  <a:close/>
                  <a:moveTo>
                    <a:pt x="50366" y="6809"/>
                  </a:moveTo>
                  <a:cubicBezTo>
                    <a:pt x="50183" y="6961"/>
                    <a:pt x="50031" y="6809"/>
                    <a:pt x="49849" y="6687"/>
                  </a:cubicBezTo>
                  <a:cubicBezTo>
                    <a:pt x="50062" y="6566"/>
                    <a:pt x="50214" y="6657"/>
                    <a:pt x="50396" y="6809"/>
                  </a:cubicBezTo>
                  <a:close/>
                  <a:moveTo>
                    <a:pt x="48968" y="6384"/>
                  </a:moveTo>
                  <a:cubicBezTo>
                    <a:pt x="48572" y="6414"/>
                    <a:pt x="48420" y="6201"/>
                    <a:pt x="48147" y="5988"/>
                  </a:cubicBezTo>
                  <a:cubicBezTo>
                    <a:pt x="48390" y="5928"/>
                    <a:pt x="48664" y="5958"/>
                    <a:pt x="48907" y="6110"/>
                  </a:cubicBezTo>
                  <a:cubicBezTo>
                    <a:pt x="48846" y="6201"/>
                    <a:pt x="48876" y="6323"/>
                    <a:pt x="48968" y="6384"/>
                  </a:cubicBezTo>
                  <a:close/>
                  <a:moveTo>
                    <a:pt x="40609" y="2736"/>
                  </a:moveTo>
                  <a:cubicBezTo>
                    <a:pt x="40183" y="2645"/>
                    <a:pt x="40214" y="2918"/>
                    <a:pt x="39910" y="2888"/>
                  </a:cubicBezTo>
                  <a:cubicBezTo>
                    <a:pt x="39667" y="2402"/>
                    <a:pt x="39271" y="2949"/>
                    <a:pt x="38998" y="2858"/>
                  </a:cubicBezTo>
                  <a:cubicBezTo>
                    <a:pt x="39059" y="2766"/>
                    <a:pt x="39089" y="2675"/>
                    <a:pt x="39089" y="2584"/>
                  </a:cubicBezTo>
                  <a:cubicBezTo>
                    <a:pt x="39302" y="2645"/>
                    <a:pt x="39758" y="2462"/>
                    <a:pt x="39788" y="2645"/>
                  </a:cubicBezTo>
                  <a:cubicBezTo>
                    <a:pt x="40031" y="2584"/>
                    <a:pt x="40639" y="2280"/>
                    <a:pt x="40609" y="2736"/>
                  </a:cubicBezTo>
                  <a:close/>
                  <a:moveTo>
                    <a:pt x="63375" y="61521"/>
                  </a:moveTo>
                  <a:cubicBezTo>
                    <a:pt x="62737" y="61764"/>
                    <a:pt x="62068" y="61916"/>
                    <a:pt x="61369" y="61947"/>
                  </a:cubicBezTo>
                  <a:cubicBezTo>
                    <a:pt x="61947" y="61704"/>
                    <a:pt x="62524" y="61521"/>
                    <a:pt x="63162" y="61400"/>
                  </a:cubicBezTo>
                  <a:cubicBezTo>
                    <a:pt x="63314" y="61339"/>
                    <a:pt x="63375" y="61430"/>
                    <a:pt x="63406" y="61521"/>
                  </a:cubicBezTo>
                  <a:close/>
                  <a:moveTo>
                    <a:pt x="24985" y="57631"/>
                  </a:moveTo>
                  <a:lnTo>
                    <a:pt x="25533" y="57752"/>
                  </a:lnTo>
                  <a:cubicBezTo>
                    <a:pt x="25472" y="57874"/>
                    <a:pt x="24864" y="57965"/>
                    <a:pt x="24985" y="57631"/>
                  </a:cubicBezTo>
                  <a:close/>
                  <a:moveTo>
                    <a:pt x="71156" y="46506"/>
                  </a:moveTo>
                  <a:cubicBezTo>
                    <a:pt x="71065" y="46445"/>
                    <a:pt x="71096" y="46141"/>
                    <a:pt x="71156" y="45989"/>
                  </a:cubicBezTo>
                  <a:cubicBezTo>
                    <a:pt x="71217" y="45867"/>
                    <a:pt x="71400" y="45624"/>
                    <a:pt x="71552" y="45746"/>
                  </a:cubicBezTo>
                  <a:cubicBezTo>
                    <a:pt x="71308" y="46019"/>
                    <a:pt x="71430" y="46171"/>
                    <a:pt x="71156" y="46506"/>
                  </a:cubicBezTo>
                  <a:close/>
                  <a:moveTo>
                    <a:pt x="28906" y="58178"/>
                  </a:moveTo>
                  <a:cubicBezTo>
                    <a:pt x="29089" y="58330"/>
                    <a:pt x="29484" y="58269"/>
                    <a:pt x="29818" y="58299"/>
                  </a:cubicBezTo>
                  <a:cubicBezTo>
                    <a:pt x="30153" y="58360"/>
                    <a:pt x="30639" y="58238"/>
                    <a:pt x="30669" y="58542"/>
                  </a:cubicBezTo>
                  <a:cubicBezTo>
                    <a:pt x="30122" y="58360"/>
                    <a:pt x="29028" y="58694"/>
                    <a:pt x="28906" y="58178"/>
                  </a:cubicBezTo>
                  <a:close/>
                  <a:moveTo>
                    <a:pt x="50974" y="56445"/>
                  </a:moveTo>
                  <a:cubicBezTo>
                    <a:pt x="50609" y="56232"/>
                    <a:pt x="51642" y="56232"/>
                    <a:pt x="51764" y="56080"/>
                  </a:cubicBezTo>
                  <a:cubicBezTo>
                    <a:pt x="51794" y="56172"/>
                    <a:pt x="51916" y="56111"/>
                    <a:pt x="52038" y="56111"/>
                  </a:cubicBezTo>
                  <a:cubicBezTo>
                    <a:pt x="51977" y="56476"/>
                    <a:pt x="51065" y="56293"/>
                    <a:pt x="50974" y="56445"/>
                  </a:cubicBezTo>
                  <a:close/>
                  <a:moveTo>
                    <a:pt x="34195" y="59150"/>
                  </a:moveTo>
                  <a:cubicBezTo>
                    <a:pt x="34408" y="59150"/>
                    <a:pt x="34621" y="59150"/>
                    <a:pt x="34621" y="59394"/>
                  </a:cubicBezTo>
                  <a:cubicBezTo>
                    <a:pt x="34378" y="59424"/>
                    <a:pt x="34135" y="59424"/>
                    <a:pt x="34195" y="59150"/>
                  </a:cubicBezTo>
                  <a:close/>
                  <a:moveTo>
                    <a:pt x="28268" y="58846"/>
                  </a:moveTo>
                  <a:cubicBezTo>
                    <a:pt x="28268" y="58603"/>
                    <a:pt x="28694" y="58968"/>
                    <a:pt x="28694" y="58725"/>
                  </a:cubicBezTo>
                  <a:cubicBezTo>
                    <a:pt x="28724" y="58938"/>
                    <a:pt x="29362" y="58664"/>
                    <a:pt x="29271" y="59029"/>
                  </a:cubicBezTo>
                  <a:cubicBezTo>
                    <a:pt x="28906" y="58998"/>
                    <a:pt x="28663" y="58846"/>
                    <a:pt x="28268" y="58846"/>
                  </a:cubicBezTo>
                  <a:close/>
                  <a:moveTo>
                    <a:pt x="25624" y="58451"/>
                  </a:moveTo>
                  <a:cubicBezTo>
                    <a:pt x="26019" y="58482"/>
                    <a:pt x="26019" y="58755"/>
                    <a:pt x="26323" y="58846"/>
                  </a:cubicBezTo>
                  <a:cubicBezTo>
                    <a:pt x="26292" y="58846"/>
                    <a:pt x="25472" y="58786"/>
                    <a:pt x="25624" y="58451"/>
                  </a:cubicBezTo>
                  <a:close/>
                  <a:moveTo>
                    <a:pt x="28481" y="59211"/>
                  </a:moveTo>
                  <a:cubicBezTo>
                    <a:pt x="28754" y="59272"/>
                    <a:pt x="29058" y="59211"/>
                    <a:pt x="29028" y="59515"/>
                  </a:cubicBezTo>
                  <a:cubicBezTo>
                    <a:pt x="28906" y="59363"/>
                    <a:pt x="28420" y="59515"/>
                    <a:pt x="28481" y="59211"/>
                  </a:cubicBezTo>
                  <a:close/>
                  <a:moveTo>
                    <a:pt x="29575" y="59546"/>
                  </a:moveTo>
                  <a:cubicBezTo>
                    <a:pt x="29636" y="59272"/>
                    <a:pt x="29210" y="59424"/>
                    <a:pt x="29332" y="59120"/>
                  </a:cubicBezTo>
                  <a:cubicBezTo>
                    <a:pt x="29636" y="59150"/>
                    <a:pt x="29606" y="59394"/>
                    <a:pt x="29910" y="59394"/>
                  </a:cubicBezTo>
                  <a:cubicBezTo>
                    <a:pt x="29879" y="59546"/>
                    <a:pt x="29758" y="59576"/>
                    <a:pt x="29575" y="59546"/>
                  </a:cubicBezTo>
                  <a:close/>
                  <a:moveTo>
                    <a:pt x="68117" y="59819"/>
                  </a:moveTo>
                  <a:cubicBezTo>
                    <a:pt x="68056" y="60153"/>
                    <a:pt x="67418" y="60275"/>
                    <a:pt x="67083" y="60397"/>
                  </a:cubicBezTo>
                  <a:cubicBezTo>
                    <a:pt x="66293" y="60701"/>
                    <a:pt x="65472" y="60944"/>
                    <a:pt x="64621" y="61156"/>
                  </a:cubicBezTo>
                  <a:cubicBezTo>
                    <a:pt x="64226" y="61248"/>
                    <a:pt x="63770" y="61704"/>
                    <a:pt x="63558" y="61339"/>
                  </a:cubicBezTo>
                  <a:cubicBezTo>
                    <a:pt x="64348" y="61339"/>
                    <a:pt x="65138" y="60853"/>
                    <a:pt x="65959" y="60579"/>
                  </a:cubicBezTo>
                  <a:cubicBezTo>
                    <a:pt x="66688" y="60397"/>
                    <a:pt x="67418" y="60123"/>
                    <a:pt x="68117" y="59789"/>
                  </a:cubicBezTo>
                  <a:close/>
                  <a:moveTo>
                    <a:pt x="59758" y="62281"/>
                  </a:moveTo>
                  <a:cubicBezTo>
                    <a:pt x="59454" y="62403"/>
                    <a:pt x="59150" y="62463"/>
                    <a:pt x="58816" y="62463"/>
                  </a:cubicBezTo>
                  <a:cubicBezTo>
                    <a:pt x="59029" y="62160"/>
                    <a:pt x="59454" y="62220"/>
                    <a:pt x="59758" y="62281"/>
                  </a:cubicBezTo>
                  <a:close/>
                  <a:moveTo>
                    <a:pt x="54348" y="63163"/>
                  </a:moveTo>
                  <a:cubicBezTo>
                    <a:pt x="54165" y="63284"/>
                    <a:pt x="53953" y="63406"/>
                    <a:pt x="53740" y="63436"/>
                  </a:cubicBezTo>
                  <a:cubicBezTo>
                    <a:pt x="53618" y="63102"/>
                    <a:pt x="54165" y="63223"/>
                    <a:pt x="54378" y="63132"/>
                  </a:cubicBezTo>
                  <a:close/>
                  <a:moveTo>
                    <a:pt x="58633" y="62403"/>
                  </a:moveTo>
                  <a:cubicBezTo>
                    <a:pt x="58725" y="62707"/>
                    <a:pt x="57630" y="62737"/>
                    <a:pt x="57418" y="62707"/>
                  </a:cubicBezTo>
                  <a:cubicBezTo>
                    <a:pt x="57630" y="62463"/>
                    <a:pt x="58269" y="62524"/>
                    <a:pt x="58633" y="62403"/>
                  </a:cubicBezTo>
                  <a:close/>
                  <a:moveTo>
                    <a:pt x="74713" y="55047"/>
                  </a:moveTo>
                  <a:cubicBezTo>
                    <a:pt x="74622" y="55412"/>
                    <a:pt x="74348" y="55533"/>
                    <a:pt x="73983" y="55868"/>
                  </a:cubicBezTo>
                  <a:cubicBezTo>
                    <a:pt x="73953" y="55624"/>
                    <a:pt x="74500" y="55290"/>
                    <a:pt x="74713" y="55017"/>
                  </a:cubicBezTo>
                  <a:close/>
                  <a:moveTo>
                    <a:pt x="78786" y="47843"/>
                  </a:moveTo>
                  <a:cubicBezTo>
                    <a:pt x="78999" y="48056"/>
                    <a:pt x="78695" y="48208"/>
                    <a:pt x="78603" y="48421"/>
                  </a:cubicBezTo>
                  <a:cubicBezTo>
                    <a:pt x="78269" y="49333"/>
                    <a:pt x="77844" y="50244"/>
                    <a:pt x="77388" y="51096"/>
                  </a:cubicBezTo>
                  <a:cubicBezTo>
                    <a:pt x="77053" y="50731"/>
                    <a:pt x="77570" y="50457"/>
                    <a:pt x="77692" y="50214"/>
                  </a:cubicBezTo>
                  <a:cubicBezTo>
                    <a:pt x="78056" y="49576"/>
                    <a:pt x="78299" y="48877"/>
                    <a:pt x="78786" y="47843"/>
                  </a:cubicBezTo>
                  <a:close/>
                  <a:moveTo>
                    <a:pt x="69394" y="59242"/>
                  </a:moveTo>
                  <a:cubicBezTo>
                    <a:pt x="69394" y="59576"/>
                    <a:pt x="68299" y="59971"/>
                    <a:pt x="68330" y="59728"/>
                  </a:cubicBezTo>
                  <a:cubicBezTo>
                    <a:pt x="68634" y="59667"/>
                    <a:pt x="68877" y="59454"/>
                    <a:pt x="69394" y="59242"/>
                  </a:cubicBezTo>
                  <a:close/>
                  <a:moveTo>
                    <a:pt x="73771" y="55959"/>
                  </a:moveTo>
                  <a:cubicBezTo>
                    <a:pt x="73922" y="56111"/>
                    <a:pt x="73527" y="56445"/>
                    <a:pt x="73345" y="56445"/>
                  </a:cubicBezTo>
                  <a:cubicBezTo>
                    <a:pt x="73223" y="56324"/>
                    <a:pt x="73710" y="56141"/>
                    <a:pt x="73771" y="55959"/>
                  </a:cubicBezTo>
                  <a:close/>
                  <a:moveTo>
                    <a:pt x="18481" y="55381"/>
                  </a:moveTo>
                  <a:cubicBezTo>
                    <a:pt x="18724" y="55290"/>
                    <a:pt x="19028" y="55655"/>
                    <a:pt x="19301" y="55746"/>
                  </a:cubicBezTo>
                  <a:cubicBezTo>
                    <a:pt x="19089" y="55837"/>
                    <a:pt x="18754" y="55472"/>
                    <a:pt x="18481" y="55412"/>
                  </a:cubicBezTo>
                  <a:close/>
                  <a:moveTo>
                    <a:pt x="21216" y="20244"/>
                  </a:moveTo>
                  <a:cubicBezTo>
                    <a:pt x="21216" y="20426"/>
                    <a:pt x="21004" y="20609"/>
                    <a:pt x="20973" y="20791"/>
                  </a:cubicBezTo>
                  <a:cubicBezTo>
                    <a:pt x="21034" y="20852"/>
                    <a:pt x="21125" y="20852"/>
                    <a:pt x="21216" y="20791"/>
                  </a:cubicBezTo>
                  <a:cubicBezTo>
                    <a:pt x="21308" y="21125"/>
                    <a:pt x="20973" y="20761"/>
                    <a:pt x="20882" y="21004"/>
                  </a:cubicBezTo>
                  <a:cubicBezTo>
                    <a:pt x="20882" y="20761"/>
                    <a:pt x="21004" y="20274"/>
                    <a:pt x="21216" y="20244"/>
                  </a:cubicBezTo>
                  <a:close/>
                  <a:moveTo>
                    <a:pt x="23010" y="18846"/>
                  </a:moveTo>
                  <a:cubicBezTo>
                    <a:pt x="23222" y="19210"/>
                    <a:pt x="22767" y="19241"/>
                    <a:pt x="22493" y="19423"/>
                  </a:cubicBezTo>
                  <a:cubicBezTo>
                    <a:pt x="22432" y="19241"/>
                    <a:pt x="22888" y="19028"/>
                    <a:pt x="23010" y="18846"/>
                  </a:cubicBezTo>
                  <a:close/>
                  <a:moveTo>
                    <a:pt x="21338" y="21673"/>
                  </a:moveTo>
                  <a:cubicBezTo>
                    <a:pt x="21125" y="21855"/>
                    <a:pt x="20912" y="22037"/>
                    <a:pt x="20760" y="21855"/>
                  </a:cubicBezTo>
                  <a:cubicBezTo>
                    <a:pt x="20943" y="21976"/>
                    <a:pt x="21216" y="21369"/>
                    <a:pt x="21368" y="21673"/>
                  </a:cubicBezTo>
                  <a:close/>
                  <a:moveTo>
                    <a:pt x="22797" y="20031"/>
                  </a:moveTo>
                  <a:cubicBezTo>
                    <a:pt x="22858" y="20305"/>
                    <a:pt x="22402" y="20396"/>
                    <a:pt x="22250" y="20396"/>
                  </a:cubicBezTo>
                  <a:cubicBezTo>
                    <a:pt x="22098" y="20578"/>
                    <a:pt x="22159" y="20730"/>
                    <a:pt x="21915" y="20730"/>
                  </a:cubicBezTo>
                  <a:cubicBezTo>
                    <a:pt x="21976" y="20335"/>
                    <a:pt x="22554" y="20153"/>
                    <a:pt x="22797" y="20031"/>
                  </a:cubicBezTo>
                  <a:close/>
                  <a:moveTo>
                    <a:pt x="20973" y="21095"/>
                  </a:moveTo>
                  <a:cubicBezTo>
                    <a:pt x="21034" y="21308"/>
                    <a:pt x="20760" y="21338"/>
                    <a:pt x="20669" y="21490"/>
                  </a:cubicBezTo>
                  <a:cubicBezTo>
                    <a:pt x="20639" y="21551"/>
                    <a:pt x="20730" y="21673"/>
                    <a:pt x="20730" y="21673"/>
                  </a:cubicBezTo>
                  <a:cubicBezTo>
                    <a:pt x="20639" y="21794"/>
                    <a:pt x="20517" y="21703"/>
                    <a:pt x="20456" y="21794"/>
                  </a:cubicBezTo>
                  <a:cubicBezTo>
                    <a:pt x="20365" y="21885"/>
                    <a:pt x="20487" y="22250"/>
                    <a:pt x="20183" y="22372"/>
                  </a:cubicBezTo>
                  <a:cubicBezTo>
                    <a:pt x="19940" y="22250"/>
                    <a:pt x="20244" y="22128"/>
                    <a:pt x="20365" y="22007"/>
                  </a:cubicBezTo>
                  <a:cubicBezTo>
                    <a:pt x="20152" y="21825"/>
                    <a:pt x="20304" y="21581"/>
                    <a:pt x="20031" y="21764"/>
                  </a:cubicBezTo>
                  <a:cubicBezTo>
                    <a:pt x="19909" y="21460"/>
                    <a:pt x="20213" y="21673"/>
                    <a:pt x="20274" y="21612"/>
                  </a:cubicBezTo>
                  <a:cubicBezTo>
                    <a:pt x="20365" y="21581"/>
                    <a:pt x="20213" y="21490"/>
                    <a:pt x="20244" y="21429"/>
                  </a:cubicBezTo>
                  <a:cubicBezTo>
                    <a:pt x="20304" y="21277"/>
                    <a:pt x="20669" y="21308"/>
                    <a:pt x="20791" y="21065"/>
                  </a:cubicBezTo>
                  <a:cubicBezTo>
                    <a:pt x="20821" y="21125"/>
                    <a:pt x="20912" y="21156"/>
                    <a:pt x="20973" y="21125"/>
                  </a:cubicBezTo>
                  <a:close/>
                  <a:moveTo>
                    <a:pt x="16931" y="24742"/>
                  </a:moveTo>
                  <a:cubicBezTo>
                    <a:pt x="16566" y="25016"/>
                    <a:pt x="16657" y="25320"/>
                    <a:pt x="16110" y="25624"/>
                  </a:cubicBezTo>
                  <a:cubicBezTo>
                    <a:pt x="16049" y="25442"/>
                    <a:pt x="15897" y="25563"/>
                    <a:pt x="15776" y="25654"/>
                  </a:cubicBezTo>
                  <a:cubicBezTo>
                    <a:pt x="15745" y="25229"/>
                    <a:pt x="16231" y="24864"/>
                    <a:pt x="16657" y="24864"/>
                  </a:cubicBezTo>
                  <a:cubicBezTo>
                    <a:pt x="16535" y="24712"/>
                    <a:pt x="16353" y="24773"/>
                    <a:pt x="16414" y="24530"/>
                  </a:cubicBezTo>
                  <a:cubicBezTo>
                    <a:pt x="16110" y="24864"/>
                    <a:pt x="15198" y="25563"/>
                    <a:pt x="14833" y="25259"/>
                  </a:cubicBezTo>
                  <a:cubicBezTo>
                    <a:pt x="15168" y="25016"/>
                    <a:pt x="15441" y="25077"/>
                    <a:pt x="15745" y="24834"/>
                  </a:cubicBezTo>
                  <a:cubicBezTo>
                    <a:pt x="15867" y="24803"/>
                    <a:pt x="15867" y="24439"/>
                    <a:pt x="15684" y="24591"/>
                  </a:cubicBezTo>
                  <a:cubicBezTo>
                    <a:pt x="16019" y="23983"/>
                    <a:pt x="17083" y="23557"/>
                    <a:pt x="17356" y="23101"/>
                  </a:cubicBezTo>
                  <a:cubicBezTo>
                    <a:pt x="17417" y="23435"/>
                    <a:pt x="16991" y="23709"/>
                    <a:pt x="16900" y="23891"/>
                  </a:cubicBezTo>
                  <a:cubicBezTo>
                    <a:pt x="16961" y="24104"/>
                    <a:pt x="17386" y="23922"/>
                    <a:pt x="17295" y="23770"/>
                  </a:cubicBezTo>
                  <a:cubicBezTo>
                    <a:pt x="17721" y="23709"/>
                    <a:pt x="17143" y="24165"/>
                    <a:pt x="16961" y="24287"/>
                  </a:cubicBezTo>
                  <a:cubicBezTo>
                    <a:pt x="16718" y="24287"/>
                    <a:pt x="16839" y="24074"/>
                    <a:pt x="16779" y="23891"/>
                  </a:cubicBezTo>
                  <a:cubicBezTo>
                    <a:pt x="16505" y="24195"/>
                    <a:pt x="16292" y="24195"/>
                    <a:pt x="16049" y="24408"/>
                  </a:cubicBezTo>
                  <a:cubicBezTo>
                    <a:pt x="16171" y="24712"/>
                    <a:pt x="16414" y="24347"/>
                    <a:pt x="16505" y="24347"/>
                  </a:cubicBezTo>
                  <a:cubicBezTo>
                    <a:pt x="16535" y="24347"/>
                    <a:pt x="16475" y="24530"/>
                    <a:pt x="16535" y="24530"/>
                  </a:cubicBezTo>
                  <a:cubicBezTo>
                    <a:pt x="16596" y="24530"/>
                    <a:pt x="16809" y="24287"/>
                    <a:pt x="16900" y="24530"/>
                  </a:cubicBezTo>
                  <a:cubicBezTo>
                    <a:pt x="16839" y="24621"/>
                    <a:pt x="16931" y="24682"/>
                    <a:pt x="16931" y="24742"/>
                  </a:cubicBezTo>
                  <a:close/>
                  <a:moveTo>
                    <a:pt x="21794" y="22037"/>
                  </a:moveTo>
                  <a:cubicBezTo>
                    <a:pt x="21611" y="22341"/>
                    <a:pt x="21429" y="22706"/>
                    <a:pt x="21277" y="23040"/>
                  </a:cubicBezTo>
                  <a:cubicBezTo>
                    <a:pt x="21156" y="23283"/>
                    <a:pt x="21095" y="23040"/>
                    <a:pt x="21004" y="23314"/>
                  </a:cubicBezTo>
                  <a:cubicBezTo>
                    <a:pt x="20791" y="23831"/>
                    <a:pt x="20213" y="24439"/>
                    <a:pt x="19423" y="25229"/>
                  </a:cubicBezTo>
                  <a:cubicBezTo>
                    <a:pt x="19271" y="25198"/>
                    <a:pt x="19089" y="25350"/>
                    <a:pt x="18967" y="25290"/>
                  </a:cubicBezTo>
                  <a:cubicBezTo>
                    <a:pt x="18694" y="25016"/>
                    <a:pt x="19241" y="24773"/>
                    <a:pt x="18815" y="24651"/>
                  </a:cubicBezTo>
                  <a:cubicBezTo>
                    <a:pt x="18997" y="24347"/>
                    <a:pt x="19180" y="24408"/>
                    <a:pt x="19362" y="24074"/>
                  </a:cubicBezTo>
                  <a:cubicBezTo>
                    <a:pt x="19119" y="23831"/>
                    <a:pt x="18754" y="24317"/>
                    <a:pt x="18450" y="24530"/>
                  </a:cubicBezTo>
                  <a:cubicBezTo>
                    <a:pt x="18359" y="24439"/>
                    <a:pt x="18420" y="24317"/>
                    <a:pt x="18298" y="24226"/>
                  </a:cubicBezTo>
                  <a:cubicBezTo>
                    <a:pt x="18906" y="24135"/>
                    <a:pt x="19210" y="23496"/>
                    <a:pt x="19757" y="23071"/>
                  </a:cubicBezTo>
                  <a:cubicBezTo>
                    <a:pt x="19909" y="23192"/>
                    <a:pt x="19757" y="23283"/>
                    <a:pt x="19666" y="23405"/>
                  </a:cubicBezTo>
                  <a:cubicBezTo>
                    <a:pt x="19514" y="23587"/>
                    <a:pt x="19605" y="23770"/>
                    <a:pt x="19636" y="23952"/>
                  </a:cubicBezTo>
                  <a:cubicBezTo>
                    <a:pt x="20061" y="23922"/>
                    <a:pt x="19818" y="23709"/>
                    <a:pt x="19879" y="23527"/>
                  </a:cubicBezTo>
                  <a:cubicBezTo>
                    <a:pt x="20487" y="23040"/>
                    <a:pt x="21156" y="22767"/>
                    <a:pt x="21399" y="22189"/>
                  </a:cubicBezTo>
                  <a:cubicBezTo>
                    <a:pt x="21551" y="22189"/>
                    <a:pt x="21703" y="22159"/>
                    <a:pt x="21794" y="22037"/>
                  </a:cubicBezTo>
                  <a:close/>
                  <a:moveTo>
                    <a:pt x="20548" y="23375"/>
                  </a:moveTo>
                  <a:cubicBezTo>
                    <a:pt x="20456" y="23314"/>
                    <a:pt x="20335" y="23435"/>
                    <a:pt x="20213" y="23435"/>
                  </a:cubicBezTo>
                  <a:cubicBezTo>
                    <a:pt x="20396" y="23739"/>
                    <a:pt x="20669" y="23375"/>
                    <a:pt x="20882" y="23192"/>
                  </a:cubicBezTo>
                  <a:cubicBezTo>
                    <a:pt x="21368" y="22736"/>
                    <a:pt x="20730" y="23162"/>
                    <a:pt x="20548" y="23375"/>
                  </a:cubicBezTo>
                  <a:close/>
                  <a:moveTo>
                    <a:pt x="17721" y="24287"/>
                  </a:moveTo>
                  <a:cubicBezTo>
                    <a:pt x="17690" y="24195"/>
                    <a:pt x="17842" y="24104"/>
                    <a:pt x="17782" y="24043"/>
                  </a:cubicBezTo>
                  <a:cubicBezTo>
                    <a:pt x="17690" y="23952"/>
                    <a:pt x="17447" y="24287"/>
                    <a:pt x="17265" y="24347"/>
                  </a:cubicBezTo>
                  <a:cubicBezTo>
                    <a:pt x="17326" y="24408"/>
                    <a:pt x="17417" y="24317"/>
                    <a:pt x="17478" y="24287"/>
                  </a:cubicBezTo>
                  <a:cubicBezTo>
                    <a:pt x="17690" y="24439"/>
                    <a:pt x="17508" y="24742"/>
                    <a:pt x="17842" y="24408"/>
                  </a:cubicBezTo>
                  <a:cubicBezTo>
                    <a:pt x="17842" y="24712"/>
                    <a:pt x="17721" y="24712"/>
                    <a:pt x="17447" y="24864"/>
                  </a:cubicBezTo>
                  <a:cubicBezTo>
                    <a:pt x="17386" y="24894"/>
                    <a:pt x="17538" y="24651"/>
                    <a:pt x="17538" y="24651"/>
                  </a:cubicBezTo>
                  <a:cubicBezTo>
                    <a:pt x="17538" y="24591"/>
                    <a:pt x="17143" y="25046"/>
                    <a:pt x="17022" y="25107"/>
                  </a:cubicBezTo>
                  <a:cubicBezTo>
                    <a:pt x="16870" y="25016"/>
                    <a:pt x="17022" y="24894"/>
                    <a:pt x="17143" y="24803"/>
                  </a:cubicBezTo>
                  <a:cubicBezTo>
                    <a:pt x="17174" y="24287"/>
                    <a:pt x="17417" y="23831"/>
                    <a:pt x="17842" y="23527"/>
                  </a:cubicBezTo>
                  <a:cubicBezTo>
                    <a:pt x="17842" y="23618"/>
                    <a:pt x="17873" y="23709"/>
                    <a:pt x="17934" y="23800"/>
                  </a:cubicBezTo>
                  <a:cubicBezTo>
                    <a:pt x="18025" y="23587"/>
                    <a:pt x="17812" y="23375"/>
                    <a:pt x="18146" y="23162"/>
                  </a:cubicBezTo>
                  <a:cubicBezTo>
                    <a:pt x="18268" y="23344"/>
                    <a:pt x="18420" y="23405"/>
                    <a:pt x="18602" y="23223"/>
                  </a:cubicBezTo>
                  <a:cubicBezTo>
                    <a:pt x="18845" y="23648"/>
                    <a:pt x="18329" y="23831"/>
                    <a:pt x="18116" y="24165"/>
                  </a:cubicBezTo>
                  <a:cubicBezTo>
                    <a:pt x="17964" y="24013"/>
                    <a:pt x="18116" y="23922"/>
                    <a:pt x="17903" y="23922"/>
                  </a:cubicBezTo>
                  <a:cubicBezTo>
                    <a:pt x="17842" y="24043"/>
                    <a:pt x="18025" y="24165"/>
                    <a:pt x="17721" y="24287"/>
                  </a:cubicBezTo>
                  <a:close/>
                  <a:moveTo>
                    <a:pt x="22827" y="18238"/>
                  </a:moveTo>
                  <a:cubicBezTo>
                    <a:pt x="22888" y="18329"/>
                    <a:pt x="22645" y="18420"/>
                    <a:pt x="22736" y="18542"/>
                  </a:cubicBezTo>
                  <a:lnTo>
                    <a:pt x="22159" y="19028"/>
                  </a:lnTo>
                  <a:cubicBezTo>
                    <a:pt x="21915" y="19241"/>
                    <a:pt x="21642" y="19545"/>
                    <a:pt x="21460" y="19362"/>
                  </a:cubicBezTo>
                  <a:cubicBezTo>
                    <a:pt x="21581" y="19180"/>
                    <a:pt x="21703" y="19332"/>
                    <a:pt x="21855" y="19119"/>
                  </a:cubicBezTo>
                  <a:lnTo>
                    <a:pt x="21703" y="18907"/>
                  </a:lnTo>
                  <a:cubicBezTo>
                    <a:pt x="21308" y="18907"/>
                    <a:pt x="21277" y="19271"/>
                    <a:pt x="20852" y="19545"/>
                  </a:cubicBezTo>
                  <a:cubicBezTo>
                    <a:pt x="20578" y="19393"/>
                    <a:pt x="21004" y="19271"/>
                    <a:pt x="21095" y="19119"/>
                  </a:cubicBezTo>
                  <a:cubicBezTo>
                    <a:pt x="21216" y="18967"/>
                    <a:pt x="21247" y="18785"/>
                    <a:pt x="21338" y="18663"/>
                  </a:cubicBezTo>
                  <a:cubicBezTo>
                    <a:pt x="21672" y="18390"/>
                    <a:pt x="21976" y="18055"/>
                    <a:pt x="22250" y="17751"/>
                  </a:cubicBezTo>
                  <a:cubicBezTo>
                    <a:pt x="22554" y="17751"/>
                    <a:pt x="22250" y="17934"/>
                    <a:pt x="22463" y="18116"/>
                  </a:cubicBezTo>
                  <a:cubicBezTo>
                    <a:pt x="22189" y="17934"/>
                    <a:pt x="21703" y="18451"/>
                    <a:pt x="21520" y="18755"/>
                  </a:cubicBezTo>
                  <a:cubicBezTo>
                    <a:pt x="21733" y="18876"/>
                    <a:pt x="22037" y="18846"/>
                    <a:pt x="22219" y="18663"/>
                  </a:cubicBezTo>
                  <a:cubicBezTo>
                    <a:pt x="22128" y="18481"/>
                    <a:pt x="21976" y="18481"/>
                    <a:pt x="21824" y="18663"/>
                  </a:cubicBezTo>
                  <a:cubicBezTo>
                    <a:pt x="21946" y="18268"/>
                    <a:pt x="22523" y="18451"/>
                    <a:pt x="22827" y="18238"/>
                  </a:cubicBezTo>
                  <a:close/>
                  <a:moveTo>
                    <a:pt x="15897" y="25806"/>
                  </a:moveTo>
                  <a:cubicBezTo>
                    <a:pt x="15806" y="26323"/>
                    <a:pt x="15411" y="25989"/>
                    <a:pt x="15016" y="26384"/>
                  </a:cubicBezTo>
                  <a:cubicBezTo>
                    <a:pt x="15380" y="26232"/>
                    <a:pt x="15350" y="26505"/>
                    <a:pt x="15076" y="26749"/>
                  </a:cubicBezTo>
                  <a:cubicBezTo>
                    <a:pt x="14864" y="26414"/>
                    <a:pt x="14712" y="26901"/>
                    <a:pt x="14408" y="26749"/>
                  </a:cubicBezTo>
                  <a:cubicBezTo>
                    <a:pt x="14408" y="26688"/>
                    <a:pt x="14529" y="26323"/>
                    <a:pt x="14256" y="26566"/>
                  </a:cubicBezTo>
                  <a:cubicBezTo>
                    <a:pt x="14104" y="26262"/>
                    <a:pt x="14560" y="26232"/>
                    <a:pt x="14772" y="26050"/>
                  </a:cubicBezTo>
                  <a:cubicBezTo>
                    <a:pt x="14833" y="26232"/>
                    <a:pt x="14438" y="26414"/>
                    <a:pt x="14742" y="26597"/>
                  </a:cubicBezTo>
                  <a:cubicBezTo>
                    <a:pt x="14803" y="26536"/>
                    <a:pt x="14742" y="26475"/>
                    <a:pt x="14712" y="26414"/>
                  </a:cubicBezTo>
                  <a:lnTo>
                    <a:pt x="15198" y="26019"/>
                  </a:lnTo>
                  <a:cubicBezTo>
                    <a:pt x="15320" y="25898"/>
                    <a:pt x="14833" y="25806"/>
                    <a:pt x="15228" y="25594"/>
                  </a:cubicBezTo>
                  <a:cubicBezTo>
                    <a:pt x="15532" y="25685"/>
                    <a:pt x="15289" y="26323"/>
                    <a:pt x="15897" y="25806"/>
                  </a:cubicBezTo>
                  <a:close/>
                  <a:moveTo>
                    <a:pt x="25381" y="16931"/>
                  </a:moveTo>
                  <a:cubicBezTo>
                    <a:pt x="25654" y="16718"/>
                    <a:pt x="25715" y="16961"/>
                    <a:pt x="25867" y="16627"/>
                  </a:cubicBezTo>
                  <a:cubicBezTo>
                    <a:pt x="26110" y="16840"/>
                    <a:pt x="25472" y="17113"/>
                    <a:pt x="25381" y="16931"/>
                  </a:cubicBezTo>
                  <a:close/>
                  <a:moveTo>
                    <a:pt x="71065" y="19758"/>
                  </a:moveTo>
                  <a:cubicBezTo>
                    <a:pt x="71369" y="19758"/>
                    <a:pt x="71734" y="20274"/>
                    <a:pt x="72068" y="20457"/>
                  </a:cubicBezTo>
                  <a:cubicBezTo>
                    <a:pt x="71795" y="20487"/>
                    <a:pt x="71430" y="19970"/>
                    <a:pt x="71096" y="19758"/>
                  </a:cubicBezTo>
                  <a:close/>
                  <a:moveTo>
                    <a:pt x="25350" y="16718"/>
                  </a:moveTo>
                  <a:cubicBezTo>
                    <a:pt x="25289" y="16931"/>
                    <a:pt x="25137" y="17144"/>
                    <a:pt x="25259" y="17326"/>
                  </a:cubicBezTo>
                  <a:cubicBezTo>
                    <a:pt x="25016" y="17539"/>
                    <a:pt x="24773" y="17843"/>
                    <a:pt x="24560" y="17630"/>
                  </a:cubicBezTo>
                  <a:cubicBezTo>
                    <a:pt x="24803" y="17630"/>
                    <a:pt x="25046" y="17265"/>
                    <a:pt x="25168" y="17083"/>
                  </a:cubicBezTo>
                  <a:cubicBezTo>
                    <a:pt x="25137" y="17022"/>
                    <a:pt x="25046" y="17113"/>
                    <a:pt x="24985" y="17144"/>
                  </a:cubicBezTo>
                  <a:cubicBezTo>
                    <a:pt x="24985" y="16931"/>
                    <a:pt x="25137" y="16748"/>
                    <a:pt x="25350" y="16748"/>
                  </a:cubicBezTo>
                  <a:close/>
                  <a:moveTo>
                    <a:pt x="69697" y="23891"/>
                  </a:moveTo>
                  <a:cubicBezTo>
                    <a:pt x="69576" y="24013"/>
                    <a:pt x="69454" y="23952"/>
                    <a:pt x="69272" y="23800"/>
                  </a:cubicBezTo>
                  <a:cubicBezTo>
                    <a:pt x="69150" y="23983"/>
                    <a:pt x="69302" y="24013"/>
                    <a:pt x="69090" y="24043"/>
                  </a:cubicBezTo>
                  <a:cubicBezTo>
                    <a:pt x="68725" y="23891"/>
                    <a:pt x="68390" y="23709"/>
                    <a:pt x="68087" y="23466"/>
                  </a:cubicBezTo>
                  <a:cubicBezTo>
                    <a:pt x="67539" y="23162"/>
                    <a:pt x="66962" y="22858"/>
                    <a:pt x="66445" y="22463"/>
                  </a:cubicBezTo>
                  <a:cubicBezTo>
                    <a:pt x="66384" y="22402"/>
                    <a:pt x="66324" y="22341"/>
                    <a:pt x="66263" y="22250"/>
                  </a:cubicBezTo>
                  <a:cubicBezTo>
                    <a:pt x="65533" y="21642"/>
                    <a:pt x="64652" y="21277"/>
                    <a:pt x="63892" y="20761"/>
                  </a:cubicBezTo>
                  <a:cubicBezTo>
                    <a:pt x="63740" y="20669"/>
                    <a:pt x="63649" y="20426"/>
                    <a:pt x="63497" y="20335"/>
                  </a:cubicBezTo>
                  <a:cubicBezTo>
                    <a:pt x="63406" y="20274"/>
                    <a:pt x="63193" y="20305"/>
                    <a:pt x="63132" y="20244"/>
                  </a:cubicBezTo>
                  <a:cubicBezTo>
                    <a:pt x="63041" y="20183"/>
                    <a:pt x="62919" y="19970"/>
                    <a:pt x="62828" y="19879"/>
                  </a:cubicBezTo>
                  <a:cubicBezTo>
                    <a:pt x="62220" y="19514"/>
                    <a:pt x="61643" y="19119"/>
                    <a:pt x="61126" y="18663"/>
                  </a:cubicBezTo>
                  <a:cubicBezTo>
                    <a:pt x="61308" y="18511"/>
                    <a:pt x="61126" y="18420"/>
                    <a:pt x="61278" y="18268"/>
                  </a:cubicBezTo>
                  <a:cubicBezTo>
                    <a:pt x="60944" y="18147"/>
                    <a:pt x="61217" y="18420"/>
                    <a:pt x="61035" y="18603"/>
                  </a:cubicBezTo>
                  <a:cubicBezTo>
                    <a:pt x="60457" y="18268"/>
                    <a:pt x="60275" y="17995"/>
                    <a:pt x="59880" y="18025"/>
                  </a:cubicBezTo>
                  <a:cubicBezTo>
                    <a:pt x="59606" y="18055"/>
                    <a:pt x="59728" y="17812"/>
                    <a:pt x="59637" y="17751"/>
                  </a:cubicBezTo>
                  <a:cubicBezTo>
                    <a:pt x="59485" y="17630"/>
                    <a:pt x="59181" y="17751"/>
                    <a:pt x="59150" y="17387"/>
                  </a:cubicBezTo>
                  <a:cubicBezTo>
                    <a:pt x="58907" y="17873"/>
                    <a:pt x="58846" y="17326"/>
                    <a:pt x="58573" y="17387"/>
                  </a:cubicBezTo>
                  <a:cubicBezTo>
                    <a:pt x="58694" y="17539"/>
                    <a:pt x="58633" y="17721"/>
                    <a:pt x="58633" y="17903"/>
                  </a:cubicBezTo>
                  <a:cubicBezTo>
                    <a:pt x="58816" y="17903"/>
                    <a:pt x="58785" y="17660"/>
                    <a:pt x="59059" y="17630"/>
                  </a:cubicBezTo>
                  <a:cubicBezTo>
                    <a:pt x="59333" y="17782"/>
                    <a:pt x="59241" y="17934"/>
                    <a:pt x="59515" y="18086"/>
                  </a:cubicBezTo>
                  <a:lnTo>
                    <a:pt x="59333" y="18329"/>
                  </a:lnTo>
                  <a:cubicBezTo>
                    <a:pt x="59545" y="18542"/>
                    <a:pt x="59637" y="18025"/>
                    <a:pt x="59971" y="18207"/>
                  </a:cubicBezTo>
                  <a:cubicBezTo>
                    <a:pt x="59910" y="18329"/>
                    <a:pt x="59788" y="18299"/>
                    <a:pt x="59697" y="18420"/>
                  </a:cubicBezTo>
                  <a:cubicBezTo>
                    <a:pt x="59940" y="18694"/>
                    <a:pt x="60275" y="18451"/>
                    <a:pt x="60336" y="18785"/>
                  </a:cubicBezTo>
                  <a:cubicBezTo>
                    <a:pt x="60700" y="18755"/>
                    <a:pt x="61065" y="18876"/>
                    <a:pt x="61308" y="19150"/>
                  </a:cubicBezTo>
                  <a:cubicBezTo>
                    <a:pt x="61126" y="19150"/>
                    <a:pt x="60913" y="19119"/>
                    <a:pt x="60731" y="18998"/>
                  </a:cubicBezTo>
                  <a:cubicBezTo>
                    <a:pt x="60761" y="19150"/>
                    <a:pt x="60822" y="19302"/>
                    <a:pt x="60883" y="19423"/>
                  </a:cubicBezTo>
                  <a:cubicBezTo>
                    <a:pt x="61035" y="19545"/>
                    <a:pt x="60913" y="19241"/>
                    <a:pt x="60913" y="19241"/>
                  </a:cubicBezTo>
                  <a:cubicBezTo>
                    <a:pt x="61035" y="19180"/>
                    <a:pt x="61035" y="19332"/>
                    <a:pt x="61156" y="19332"/>
                  </a:cubicBezTo>
                  <a:cubicBezTo>
                    <a:pt x="61308" y="19362"/>
                    <a:pt x="61551" y="19089"/>
                    <a:pt x="61612" y="19484"/>
                  </a:cubicBezTo>
                  <a:cubicBezTo>
                    <a:pt x="61551" y="19727"/>
                    <a:pt x="61399" y="19454"/>
                    <a:pt x="61308" y="19454"/>
                  </a:cubicBezTo>
                  <a:cubicBezTo>
                    <a:pt x="61217" y="19454"/>
                    <a:pt x="61156" y="19697"/>
                    <a:pt x="60974" y="19606"/>
                  </a:cubicBezTo>
                  <a:cubicBezTo>
                    <a:pt x="61035" y="20062"/>
                    <a:pt x="61339" y="20001"/>
                    <a:pt x="61582" y="20274"/>
                  </a:cubicBezTo>
                  <a:cubicBezTo>
                    <a:pt x="61825" y="19970"/>
                    <a:pt x="61339" y="20001"/>
                    <a:pt x="61369" y="19818"/>
                  </a:cubicBezTo>
                  <a:cubicBezTo>
                    <a:pt x="61491" y="19454"/>
                    <a:pt x="61764" y="19818"/>
                    <a:pt x="61916" y="19697"/>
                  </a:cubicBezTo>
                  <a:cubicBezTo>
                    <a:pt x="62099" y="19970"/>
                    <a:pt x="61855" y="19849"/>
                    <a:pt x="61734" y="20092"/>
                  </a:cubicBezTo>
                  <a:cubicBezTo>
                    <a:pt x="61764" y="20305"/>
                    <a:pt x="61703" y="20548"/>
                    <a:pt x="62038" y="20730"/>
                  </a:cubicBezTo>
                  <a:cubicBezTo>
                    <a:pt x="61855" y="20973"/>
                    <a:pt x="61430" y="20943"/>
                    <a:pt x="61521" y="20669"/>
                  </a:cubicBezTo>
                  <a:cubicBezTo>
                    <a:pt x="61278" y="20578"/>
                    <a:pt x="61612" y="20913"/>
                    <a:pt x="61339" y="21034"/>
                  </a:cubicBezTo>
                  <a:cubicBezTo>
                    <a:pt x="61065" y="21065"/>
                    <a:pt x="61004" y="20761"/>
                    <a:pt x="60822" y="20669"/>
                  </a:cubicBezTo>
                  <a:cubicBezTo>
                    <a:pt x="60761" y="20609"/>
                    <a:pt x="60609" y="20609"/>
                    <a:pt x="60488" y="20487"/>
                  </a:cubicBezTo>
                  <a:cubicBezTo>
                    <a:pt x="60184" y="20214"/>
                    <a:pt x="59880" y="19818"/>
                    <a:pt x="59545" y="19545"/>
                  </a:cubicBezTo>
                  <a:cubicBezTo>
                    <a:pt x="59393" y="19423"/>
                    <a:pt x="59302" y="19454"/>
                    <a:pt x="59211" y="19393"/>
                  </a:cubicBezTo>
                  <a:cubicBezTo>
                    <a:pt x="58694" y="18937"/>
                    <a:pt x="58178" y="18511"/>
                    <a:pt x="57630" y="18116"/>
                  </a:cubicBezTo>
                  <a:cubicBezTo>
                    <a:pt x="57418" y="17964"/>
                    <a:pt x="57266" y="17812"/>
                    <a:pt x="57083" y="17630"/>
                  </a:cubicBezTo>
                  <a:cubicBezTo>
                    <a:pt x="55989" y="16657"/>
                    <a:pt x="54743" y="15745"/>
                    <a:pt x="53679" y="14803"/>
                  </a:cubicBezTo>
                  <a:cubicBezTo>
                    <a:pt x="53557" y="14712"/>
                    <a:pt x="53557" y="14590"/>
                    <a:pt x="53466" y="14499"/>
                  </a:cubicBezTo>
                  <a:cubicBezTo>
                    <a:pt x="53253" y="14286"/>
                    <a:pt x="52980" y="14134"/>
                    <a:pt x="52676" y="14013"/>
                  </a:cubicBezTo>
                  <a:cubicBezTo>
                    <a:pt x="52463" y="13861"/>
                    <a:pt x="52433" y="13678"/>
                    <a:pt x="52098" y="13648"/>
                  </a:cubicBezTo>
                  <a:cubicBezTo>
                    <a:pt x="51855" y="13557"/>
                    <a:pt x="52038" y="13344"/>
                    <a:pt x="51886" y="13223"/>
                  </a:cubicBezTo>
                  <a:cubicBezTo>
                    <a:pt x="51430" y="13162"/>
                    <a:pt x="51156" y="12706"/>
                    <a:pt x="50670" y="12645"/>
                  </a:cubicBezTo>
                  <a:cubicBezTo>
                    <a:pt x="50518" y="12615"/>
                    <a:pt x="50822" y="12371"/>
                    <a:pt x="50943" y="12523"/>
                  </a:cubicBezTo>
                  <a:cubicBezTo>
                    <a:pt x="50791" y="12128"/>
                    <a:pt x="50214" y="12280"/>
                    <a:pt x="50244" y="12432"/>
                  </a:cubicBezTo>
                  <a:cubicBezTo>
                    <a:pt x="50001" y="12219"/>
                    <a:pt x="49667" y="12037"/>
                    <a:pt x="49758" y="11703"/>
                  </a:cubicBezTo>
                  <a:cubicBezTo>
                    <a:pt x="49241" y="11885"/>
                    <a:pt x="48937" y="11004"/>
                    <a:pt x="48451" y="11277"/>
                  </a:cubicBezTo>
                  <a:cubicBezTo>
                    <a:pt x="48269" y="11277"/>
                    <a:pt x="48329" y="11064"/>
                    <a:pt x="48299" y="11034"/>
                  </a:cubicBezTo>
                  <a:cubicBezTo>
                    <a:pt x="48269" y="11004"/>
                    <a:pt x="48147" y="11064"/>
                    <a:pt x="48056" y="11004"/>
                  </a:cubicBezTo>
                  <a:cubicBezTo>
                    <a:pt x="47661" y="10700"/>
                    <a:pt x="47265" y="10457"/>
                    <a:pt x="46810" y="10244"/>
                  </a:cubicBezTo>
                  <a:cubicBezTo>
                    <a:pt x="46718" y="10213"/>
                    <a:pt x="46445" y="10122"/>
                    <a:pt x="46384" y="10244"/>
                  </a:cubicBezTo>
                  <a:cubicBezTo>
                    <a:pt x="46323" y="10213"/>
                    <a:pt x="46384" y="10092"/>
                    <a:pt x="46384" y="9970"/>
                  </a:cubicBezTo>
                  <a:cubicBezTo>
                    <a:pt x="46019" y="9970"/>
                    <a:pt x="45685" y="9849"/>
                    <a:pt x="45351" y="9636"/>
                  </a:cubicBezTo>
                  <a:cubicBezTo>
                    <a:pt x="45290" y="9636"/>
                    <a:pt x="45259" y="9727"/>
                    <a:pt x="45229" y="9788"/>
                  </a:cubicBezTo>
                  <a:cubicBezTo>
                    <a:pt x="45016" y="9545"/>
                    <a:pt x="44803" y="9727"/>
                    <a:pt x="44712" y="9453"/>
                  </a:cubicBezTo>
                  <a:cubicBezTo>
                    <a:pt x="44560" y="9362"/>
                    <a:pt x="44560" y="9575"/>
                    <a:pt x="44439" y="9545"/>
                  </a:cubicBezTo>
                  <a:cubicBezTo>
                    <a:pt x="44226" y="9362"/>
                    <a:pt x="43952" y="9241"/>
                    <a:pt x="43679" y="9210"/>
                  </a:cubicBezTo>
                  <a:cubicBezTo>
                    <a:pt x="43466" y="9180"/>
                    <a:pt x="43253" y="9150"/>
                    <a:pt x="43010" y="9150"/>
                  </a:cubicBezTo>
                  <a:cubicBezTo>
                    <a:pt x="42858" y="9150"/>
                    <a:pt x="42706" y="9241"/>
                    <a:pt x="42554" y="9241"/>
                  </a:cubicBezTo>
                  <a:cubicBezTo>
                    <a:pt x="42037" y="9241"/>
                    <a:pt x="41521" y="9119"/>
                    <a:pt x="41095" y="9089"/>
                  </a:cubicBezTo>
                  <a:cubicBezTo>
                    <a:pt x="40670" y="9058"/>
                    <a:pt x="40305" y="9362"/>
                    <a:pt x="40031" y="9058"/>
                  </a:cubicBezTo>
                  <a:cubicBezTo>
                    <a:pt x="39910" y="9089"/>
                    <a:pt x="39879" y="9210"/>
                    <a:pt x="39758" y="9241"/>
                  </a:cubicBezTo>
                  <a:cubicBezTo>
                    <a:pt x="39636" y="9241"/>
                    <a:pt x="39636" y="9119"/>
                    <a:pt x="39545" y="9150"/>
                  </a:cubicBezTo>
                  <a:cubicBezTo>
                    <a:pt x="39393" y="9180"/>
                    <a:pt x="39211" y="9332"/>
                    <a:pt x="39059" y="9362"/>
                  </a:cubicBezTo>
                  <a:cubicBezTo>
                    <a:pt x="38694" y="9362"/>
                    <a:pt x="38329" y="9362"/>
                    <a:pt x="37964" y="9453"/>
                  </a:cubicBezTo>
                  <a:cubicBezTo>
                    <a:pt x="37873" y="9484"/>
                    <a:pt x="37873" y="9545"/>
                    <a:pt x="37782" y="9545"/>
                  </a:cubicBezTo>
                  <a:cubicBezTo>
                    <a:pt x="37721" y="9575"/>
                    <a:pt x="37539" y="9514"/>
                    <a:pt x="37448" y="9545"/>
                  </a:cubicBezTo>
                  <a:cubicBezTo>
                    <a:pt x="37356" y="9605"/>
                    <a:pt x="37326" y="9757"/>
                    <a:pt x="37235" y="9788"/>
                  </a:cubicBezTo>
                  <a:cubicBezTo>
                    <a:pt x="37174" y="9818"/>
                    <a:pt x="37113" y="9757"/>
                    <a:pt x="37053" y="9757"/>
                  </a:cubicBezTo>
                  <a:cubicBezTo>
                    <a:pt x="36961" y="9788"/>
                    <a:pt x="36931" y="9879"/>
                    <a:pt x="36809" y="9909"/>
                  </a:cubicBezTo>
                  <a:cubicBezTo>
                    <a:pt x="36323" y="10001"/>
                    <a:pt x="35867" y="10183"/>
                    <a:pt x="35442" y="10426"/>
                  </a:cubicBezTo>
                  <a:cubicBezTo>
                    <a:pt x="35350" y="10487"/>
                    <a:pt x="35290" y="10396"/>
                    <a:pt x="35229" y="10426"/>
                  </a:cubicBezTo>
                  <a:cubicBezTo>
                    <a:pt x="35016" y="10578"/>
                    <a:pt x="34864" y="10943"/>
                    <a:pt x="34438" y="10943"/>
                  </a:cubicBezTo>
                  <a:cubicBezTo>
                    <a:pt x="34317" y="11308"/>
                    <a:pt x="33891" y="11216"/>
                    <a:pt x="33435" y="11612"/>
                  </a:cubicBezTo>
                  <a:cubicBezTo>
                    <a:pt x="33375" y="11490"/>
                    <a:pt x="33618" y="11429"/>
                    <a:pt x="33496" y="11277"/>
                  </a:cubicBezTo>
                  <a:cubicBezTo>
                    <a:pt x="33344" y="11368"/>
                    <a:pt x="33375" y="11520"/>
                    <a:pt x="33375" y="11642"/>
                  </a:cubicBezTo>
                  <a:cubicBezTo>
                    <a:pt x="33162" y="11612"/>
                    <a:pt x="32888" y="11916"/>
                    <a:pt x="32645" y="12037"/>
                  </a:cubicBezTo>
                  <a:cubicBezTo>
                    <a:pt x="32493" y="12128"/>
                    <a:pt x="32706" y="12280"/>
                    <a:pt x="32584" y="12371"/>
                  </a:cubicBezTo>
                  <a:cubicBezTo>
                    <a:pt x="31946" y="12919"/>
                    <a:pt x="31217" y="13253"/>
                    <a:pt x="30700" y="13800"/>
                  </a:cubicBezTo>
                  <a:cubicBezTo>
                    <a:pt x="30548" y="13952"/>
                    <a:pt x="30517" y="14134"/>
                    <a:pt x="30396" y="14256"/>
                  </a:cubicBezTo>
                  <a:cubicBezTo>
                    <a:pt x="30001" y="14621"/>
                    <a:pt x="29484" y="14894"/>
                    <a:pt x="29058" y="15229"/>
                  </a:cubicBezTo>
                  <a:cubicBezTo>
                    <a:pt x="28937" y="15350"/>
                    <a:pt x="28815" y="15533"/>
                    <a:pt x="28694" y="15624"/>
                  </a:cubicBezTo>
                  <a:cubicBezTo>
                    <a:pt x="28572" y="15745"/>
                    <a:pt x="28420" y="15715"/>
                    <a:pt x="28238" y="15806"/>
                  </a:cubicBezTo>
                  <a:cubicBezTo>
                    <a:pt x="28086" y="15897"/>
                    <a:pt x="28086" y="16049"/>
                    <a:pt x="27964" y="16141"/>
                  </a:cubicBezTo>
                  <a:cubicBezTo>
                    <a:pt x="27447" y="16596"/>
                    <a:pt x="26809" y="17022"/>
                    <a:pt x="26232" y="17448"/>
                  </a:cubicBezTo>
                  <a:cubicBezTo>
                    <a:pt x="26019" y="17296"/>
                    <a:pt x="26475" y="17204"/>
                    <a:pt x="26657" y="16961"/>
                  </a:cubicBezTo>
                  <a:cubicBezTo>
                    <a:pt x="26748" y="16840"/>
                    <a:pt x="26840" y="16292"/>
                    <a:pt x="27113" y="16566"/>
                  </a:cubicBezTo>
                  <a:cubicBezTo>
                    <a:pt x="27387" y="16384"/>
                    <a:pt x="27113" y="16171"/>
                    <a:pt x="27356" y="16019"/>
                  </a:cubicBezTo>
                  <a:cubicBezTo>
                    <a:pt x="27447" y="16110"/>
                    <a:pt x="27569" y="16141"/>
                    <a:pt x="27660" y="16080"/>
                  </a:cubicBezTo>
                  <a:cubicBezTo>
                    <a:pt x="27508" y="15958"/>
                    <a:pt x="27660" y="15624"/>
                    <a:pt x="28025" y="15685"/>
                  </a:cubicBezTo>
                  <a:cubicBezTo>
                    <a:pt x="27903" y="15381"/>
                    <a:pt x="27691" y="15776"/>
                    <a:pt x="27539" y="15533"/>
                  </a:cubicBezTo>
                  <a:lnTo>
                    <a:pt x="28511" y="14590"/>
                  </a:lnTo>
                  <a:cubicBezTo>
                    <a:pt x="28390" y="14317"/>
                    <a:pt x="28147" y="14742"/>
                    <a:pt x="27995" y="14408"/>
                  </a:cubicBezTo>
                  <a:cubicBezTo>
                    <a:pt x="28603" y="14134"/>
                    <a:pt x="28603" y="13496"/>
                    <a:pt x="29210" y="13496"/>
                  </a:cubicBezTo>
                  <a:cubicBezTo>
                    <a:pt x="29332" y="13344"/>
                    <a:pt x="29302" y="13283"/>
                    <a:pt x="29150" y="13253"/>
                  </a:cubicBezTo>
                  <a:cubicBezTo>
                    <a:pt x="29210" y="13040"/>
                    <a:pt x="29514" y="13192"/>
                    <a:pt x="29423" y="13040"/>
                  </a:cubicBezTo>
                  <a:cubicBezTo>
                    <a:pt x="29606" y="12919"/>
                    <a:pt x="29484" y="13253"/>
                    <a:pt x="29545" y="13344"/>
                  </a:cubicBezTo>
                  <a:cubicBezTo>
                    <a:pt x="29818" y="12858"/>
                    <a:pt x="30244" y="12432"/>
                    <a:pt x="30761" y="12189"/>
                  </a:cubicBezTo>
                  <a:cubicBezTo>
                    <a:pt x="30700" y="12128"/>
                    <a:pt x="30639" y="12189"/>
                    <a:pt x="30578" y="12250"/>
                  </a:cubicBezTo>
                  <a:cubicBezTo>
                    <a:pt x="30821" y="12037"/>
                    <a:pt x="31338" y="11429"/>
                    <a:pt x="31824" y="11308"/>
                  </a:cubicBezTo>
                  <a:cubicBezTo>
                    <a:pt x="32098" y="11186"/>
                    <a:pt x="31824" y="10943"/>
                    <a:pt x="32098" y="10821"/>
                  </a:cubicBezTo>
                  <a:cubicBezTo>
                    <a:pt x="32280" y="10852"/>
                    <a:pt x="32463" y="10791"/>
                    <a:pt x="32615" y="10669"/>
                  </a:cubicBezTo>
                  <a:cubicBezTo>
                    <a:pt x="32767" y="10609"/>
                    <a:pt x="32706" y="10548"/>
                    <a:pt x="32676" y="10457"/>
                  </a:cubicBezTo>
                  <a:cubicBezTo>
                    <a:pt x="32858" y="10365"/>
                    <a:pt x="33131" y="10365"/>
                    <a:pt x="33040" y="10122"/>
                  </a:cubicBezTo>
                  <a:cubicBezTo>
                    <a:pt x="32888" y="9970"/>
                    <a:pt x="32645" y="10335"/>
                    <a:pt x="32432" y="10396"/>
                  </a:cubicBezTo>
                  <a:cubicBezTo>
                    <a:pt x="32341" y="10213"/>
                    <a:pt x="32220" y="10122"/>
                    <a:pt x="32037" y="10274"/>
                  </a:cubicBezTo>
                  <a:cubicBezTo>
                    <a:pt x="31976" y="10335"/>
                    <a:pt x="32007" y="10396"/>
                    <a:pt x="31946" y="10426"/>
                  </a:cubicBezTo>
                  <a:cubicBezTo>
                    <a:pt x="32037" y="10487"/>
                    <a:pt x="32159" y="10396"/>
                    <a:pt x="32220" y="10548"/>
                  </a:cubicBezTo>
                  <a:cubicBezTo>
                    <a:pt x="30365" y="11612"/>
                    <a:pt x="29788" y="12432"/>
                    <a:pt x="28055" y="13618"/>
                  </a:cubicBezTo>
                  <a:cubicBezTo>
                    <a:pt x="27873" y="13618"/>
                    <a:pt x="27934" y="13526"/>
                    <a:pt x="27873" y="13435"/>
                  </a:cubicBezTo>
                  <a:cubicBezTo>
                    <a:pt x="27508" y="13800"/>
                    <a:pt x="27113" y="14104"/>
                    <a:pt x="26688" y="14408"/>
                  </a:cubicBezTo>
                  <a:cubicBezTo>
                    <a:pt x="26627" y="14499"/>
                    <a:pt x="26748" y="14590"/>
                    <a:pt x="26657" y="14651"/>
                  </a:cubicBezTo>
                  <a:cubicBezTo>
                    <a:pt x="26444" y="14773"/>
                    <a:pt x="26232" y="14925"/>
                    <a:pt x="26049" y="14651"/>
                  </a:cubicBezTo>
                  <a:cubicBezTo>
                    <a:pt x="25928" y="14894"/>
                    <a:pt x="25897" y="14894"/>
                    <a:pt x="26140" y="15046"/>
                  </a:cubicBezTo>
                  <a:cubicBezTo>
                    <a:pt x="26019" y="15046"/>
                    <a:pt x="25928" y="14955"/>
                    <a:pt x="25806" y="15077"/>
                  </a:cubicBezTo>
                  <a:cubicBezTo>
                    <a:pt x="25654" y="14834"/>
                    <a:pt x="25897" y="14590"/>
                    <a:pt x="25897" y="14347"/>
                  </a:cubicBezTo>
                  <a:cubicBezTo>
                    <a:pt x="26262" y="14256"/>
                    <a:pt x="26232" y="14226"/>
                    <a:pt x="26596" y="13891"/>
                  </a:cubicBezTo>
                  <a:cubicBezTo>
                    <a:pt x="26900" y="14013"/>
                    <a:pt x="26384" y="14134"/>
                    <a:pt x="26536" y="14256"/>
                  </a:cubicBezTo>
                  <a:cubicBezTo>
                    <a:pt x="26809" y="14286"/>
                    <a:pt x="27113" y="13800"/>
                    <a:pt x="26718" y="13770"/>
                  </a:cubicBezTo>
                  <a:cubicBezTo>
                    <a:pt x="27052" y="13618"/>
                    <a:pt x="27022" y="13283"/>
                    <a:pt x="27295" y="13314"/>
                  </a:cubicBezTo>
                  <a:cubicBezTo>
                    <a:pt x="27447" y="13405"/>
                    <a:pt x="27295" y="13496"/>
                    <a:pt x="27174" y="13618"/>
                  </a:cubicBezTo>
                  <a:cubicBezTo>
                    <a:pt x="27417" y="13678"/>
                    <a:pt x="27660" y="13283"/>
                    <a:pt x="27508" y="13131"/>
                  </a:cubicBezTo>
                  <a:cubicBezTo>
                    <a:pt x="27934" y="12888"/>
                    <a:pt x="28359" y="12554"/>
                    <a:pt x="28694" y="12159"/>
                  </a:cubicBezTo>
                  <a:cubicBezTo>
                    <a:pt x="28906" y="12037"/>
                    <a:pt x="29119" y="12098"/>
                    <a:pt x="29332" y="11976"/>
                  </a:cubicBezTo>
                  <a:cubicBezTo>
                    <a:pt x="29393" y="11885"/>
                    <a:pt x="29271" y="11794"/>
                    <a:pt x="29362" y="11733"/>
                  </a:cubicBezTo>
                  <a:cubicBezTo>
                    <a:pt x="30061" y="11277"/>
                    <a:pt x="30821" y="10517"/>
                    <a:pt x="31490" y="10274"/>
                  </a:cubicBezTo>
                  <a:cubicBezTo>
                    <a:pt x="31703" y="10457"/>
                    <a:pt x="31338" y="10548"/>
                    <a:pt x="31217" y="10669"/>
                  </a:cubicBezTo>
                  <a:cubicBezTo>
                    <a:pt x="31642" y="10700"/>
                    <a:pt x="31672" y="10213"/>
                    <a:pt x="31733" y="10001"/>
                  </a:cubicBezTo>
                  <a:cubicBezTo>
                    <a:pt x="32220" y="9757"/>
                    <a:pt x="32645" y="9545"/>
                    <a:pt x="33010" y="9362"/>
                  </a:cubicBezTo>
                  <a:cubicBezTo>
                    <a:pt x="33344" y="9150"/>
                    <a:pt x="33709" y="8906"/>
                    <a:pt x="34104" y="8694"/>
                  </a:cubicBezTo>
                  <a:cubicBezTo>
                    <a:pt x="34226" y="8785"/>
                    <a:pt x="34347" y="8633"/>
                    <a:pt x="34286" y="8876"/>
                  </a:cubicBezTo>
                  <a:cubicBezTo>
                    <a:pt x="34560" y="8846"/>
                    <a:pt x="34408" y="8663"/>
                    <a:pt x="34499" y="8602"/>
                  </a:cubicBezTo>
                  <a:cubicBezTo>
                    <a:pt x="35077" y="8450"/>
                    <a:pt x="35654" y="8268"/>
                    <a:pt x="36201" y="8025"/>
                  </a:cubicBezTo>
                  <a:cubicBezTo>
                    <a:pt x="36475" y="7903"/>
                    <a:pt x="36809" y="7782"/>
                    <a:pt x="37053" y="7691"/>
                  </a:cubicBezTo>
                  <a:cubicBezTo>
                    <a:pt x="37326" y="7630"/>
                    <a:pt x="37448" y="7721"/>
                    <a:pt x="37660" y="7660"/>
                  </a:cubicBezTo>
                  <a:cubicBezTo>
                    <a:pt x="37782" y="7630"/>
                    <a:pt x="37904" y="7539"/>
                    <a:pt x="38025" y="7508"/>
                  </a:cubicBezTo>
                  <a:cubicBezTo>
                    <a:pt x="38116" y="7508"/>
                    <a:pt x="38208" y="7630"/>
                    <a:pt x="38329" y="7630"/>
                  </a:cubicBezTo>
                  <a:cubicBezTo>
                    <a:pt x="38633" y="7569"/>
                    <a:pt x="38937" y="7478"/>
                    <a:pt x="39211" y="7387"/>
                  </a:cubicBezTo>
                  <a:cubicBezTo>
                    <a:pt x="39271" y="7326"/>
                    <a:pt x="39241" y="7204"/>
                    <a:pt x="39332" y="7204"/>
                  </a:cubicBezTo>
                  <a:cubicBezTo>
                    <a:pt x="39515" y="7295"/>
                    <a:pt x="39697" y="7326"/>
                    <a:pt x="39879" y="7265"/>
                  </a:cubicBezTo>
                  <a:cubicBezTo>
                    <a:pt x="40153" y="7235"/>
                    <a:pt x="40214" y="7447"/>
                    <a:pt x="40335" y="7174"/>
                  </a:cubicBezTo>
                  <a:cubicBezTo>
                    <a:pt x="40578" y="7143"/>
                    <a:pt x="40609" y="7387"/>
                    <a:pt x="40882" y="7356"/>
                  </a:cubicBezTo>
                  <a:cubicBezTo>
                    <a:pt x="40882" y="7265"/>
                    <a:pt x="40730" y="7265"/>
                    <a:pt x="40639" y="7265"/>
                  </a:cubicBezTo>
                  <a:cubicBezTo>
                    <a:pt x="40730" y="6931"/>
                    <a:pt x="40943" y="7204"/>
                    <a:pt x="41126" y="7204"/>
                  </a:cubicBezTo>
                  <a:cubicBezTo>
                    <a:pt x="42159" y="7204"/>
                    <a:pt x="43162" y="7356"/>
                    <a:pt x="44165" y="7630"/>
                  </a:cubicBezTo>
                  <a:cubicBezTo>
                    <a:pt x="44530" y="7751"/>
                    <a:pt x="45199" y="7903"/>
                    <a:pt x="45746" y="8055"/>
                  </a:cubicBezTo>
                  <a:cubicBezTo>
                    <a:pt x="45867" y="8086"/>
                    <a:pt x="45867" y="8207"/>
                    <a:pt x="46019" y="8238"/>
                  </a:cubicBezTo>
                  <a:cubicBezTo>
                    <a:pt x="46354" y="8329"/>
                    <a:pt x="46810" y="8238"/>
                    <a:pt x="46870" y="8633"/>
                  </a:cubicBezTo>
                  <a:cubicBezTo>
                    <a:pt x="46992" y="8450"/>
                    <a:pt x="47752" y="8663"/>
                    <a:pt x="47843" y="8815"/>
                  </a:cubicBezTo>
                  <a:cubicBezTo>
                    <a:pt x="47873" y="8846"/>
                    <a:pt x="47630" y="8876"/>
                    <a:pt x="47600" y="8815"/>
                  </a:cubicBezTo>
                  <a:cubicBezTo>
                    <a:pt x="47509" y="8937"/>
                    <a:pt x="47965" y="9119"/>
                    <a:pt x="47934" y="8876"/>
                  </a:cubicBezTo>
                  <a:cubicBezTo>
                    <a:pt x="48056" y="9089"/>
                    <a:pt x="48238" y="9241"/>
                    <a:pt x="48481" y="9271"/>
                  </a:cubicBezTo>
                  <a:cubicBezTo>
                    <a:pt x="48512" y="9210"/>
                    <a:pt x="48420" y="9180"/>
                    <a:pt x="48360" y="9119"/>
                  </a:cubicBezTo>
                  <a:cubicBezTo>
                    <a:pt x="48755" y="9089"/>
                    <a:pt x="49332" y="9514"/>
                    <a:pt x="49819" y="9697"/>
                  </a:cubicBezTo>
                  <a:cubicBezTo>
                    <a:pt x="50031" y="10092"/>
                    <a:pt x="50366" y="10396"/>
                    <a:pt x="50822" y="10548"/>
                  </a:cubicBezTo>
                  <a:cubicBezTo>
                    <a:pt x="50852" y="10365"/>
                    <a:pt x="50427" y="10335"/>
                    <a:pt x="50639" y="10092"/>
                  </a:cubicBezTo>
                  <a:cubicBezTo>
                    <a:pt x="51065" y="10396"/>
                    <a:pt x="51278" y="10153"/>
                    <a:pt x="51734" y="10487"/>
                  </a:cubicBezTo>
                  <a:cubicBezTo>
                    <a:pt x="52007" y="10639"/>
                    <a:pt x="52220" y="10943"/>
                    <a:pt x="52554" y="11125"/>
                  </a:cubicBezTo>
                  <a:cubicBezTo>
                    <a:pt x="52494" y="11216"/>
                    <a:pt x="52402" y="11095"/>
                    <a:pt x="52311" y="11064"/>
                  </a:cubicBezTo>
                  <a:cubicBezTo>
                    <a:pt x="52342" y="11338"/>
                    <a:pt x="52797" y="11368"/>
                    <a:pt x="52737" y="11034"/>
                  </a:cubicBezTo>
                  <a:cubicBezTo>
                    <a:pt x="52919" y="11095"/>
                    <a:pt x="53010" y="11216"/>
                    <a:pt x="52949" y="11338"/>
                  </a:cubicBezTo>
                  <a:cubicBezTo>
                    <a:pt x="53527" y="11368"/>
                    <a:pt x="54165" y="12007"/>
                    <a:pt x="54773" y="12250"/>
                  </a:cubicBezTo>
                  <a:cubicBezTo>
                    <a:pt x="54378" y="12280"/>
                    <a:pt x="54925" y="12736"/>
                    <a:pt x="55138" y="12675"/>
                  </a:cubicBezTo>
                  <a:cubicBezTo>
                    <a:pt x="55260" y="12402"/>
                    <a:pt x="54652" y="12615"/>
                    <a:pt x="54925" y="12341"/>
                  </a:cubicBezTo>
                  <a:cubicBezTo>
                    <a:pt x="55685" y="12767"/>
                    <a:pt x="56506" y="13405"/>
                    <a:pt x="57022" y="13709"/>
                  </a:cubicBezTo>
                  <a:cubicBezTo>
                    <a:pt x="56931" y="13800"/>
                    <a:pt x="57022" y="13891"/>
                    <a:pt x="56962" y="13982"/>
                  </a:cubicBezTo>
                  <a:lnTo>
                    <a:pt x="57326" y="13922"/>
                  </a:lnTo>
                  <a:cubicBezTo>
                    <a:pt x="57630" y="14134"/>
                    <a:pt x="57965" y="14408"/>
                    <a:pt x="58299" y="14590"/>
                  </a:cubicBezTo>
                  <a:cubicBezTo>
                    <a:pt x="58846" y="14985"/>
                    <a:pt x="59393" y="15411"/>
                    <a:pt x="59910" y="15867"/>
                  </a:cubicBezTo>
                  <a:cubicBezTo>
                    <a:pt x="60062" y="15989"/>
                    <a:pt x="60275" y="16049"/>
                    <a:pt x="60396" y="16141"/>
                  </a:cubicBezTo>
                  <a:cubicBezTo>
                    <a:pt x="61035" y="16596"/>
                    <a:pt x="62068" y="17478"/>
                    <a:pt x="62889" y="18055"/>
                  </a:cubicBezTo>
                  <a:cubicBezTo>
                    <a:pt x="63132" y="18207"/>
                    <a:pt x="63406" y="18268"/>
                    <a:pt x="63649" y="18420"/>
                  </a:cubicBezTo>
                  <a:cubicBezTo>
                    <a:pt x="64135" y="18755"/>
                    <a:pt x="64561" y="19180"/>
                    <a:pt x="65017" y="19514"/>
                  </a:cubicBezTo>
                  <a:cubicBezTo>
                    <a:pt x="65624" y="19970"/>
                    <a:pt x="66263" y="20305"/>
                    <a:pt x="66810" y="20730"/>
                  </a:cubicBezTo>
                  <a:cubicBezTo>
                    <a:pt x="66931" y="20821"/>
                    <a:pt x="66901" y="20913"/>
                    <a:pt x="67053" y="21034"/>
                  </a:cubicBezTo>
                  <a:cubicBezTo>
                    <a:pt x="67175" y="21125"/>
                    <a:pt x="67296" y="21125"/>
                    <a:pt x="67387" y="21186"/>
                  </a:cubicBezTo>
                  <a:cubicBezTo>
                    <a:pt x="67570" y="21369"/>
                    <a:pt x="67661" y="21673"/>
                    <a:pt x="68026" y="21612"/>
                  </a:cubicBezTo>
                  <a:cubicBezTo>
                    <a:pt x="68907" y="22341"/>
                    <a:pt x="69059" y="22402"/>
                    <a:pt x="69941" y="23132"/>
                  </a:cubicBezTo>
                  <a:cubicBezTo>
                    <a:pt x="69880" y="23253"/>
                    <a:pt x="69758" y="23192"/>
                    <a:pt x="69667" y="23314"/>
                  </a:cubicBezTo>
                  <a:lnTo>
                    <a:pt x="69090" y="22858"/>
                  </a:lnTo>
                  <a:cubicBezTo>
                    <a:pt x="68907" y="22706"/>
                    <a:pt x="68846" y="23040"/>
                    <a:pt x="68755" y="23101"/>
                  </a:cubicBezTo>
                  <a:cubicBezTo>
                    <a:pt x="68877" y="23283"/>
                    <a:pt x="68938" y="23071"/>
                    <a:pt x="69059" y="23162"/>
                  </a:cubicBezTo>
                  <a:cubicBezTo>
                    <a:pt x="69272" y="23283"/>
                    <a:pt x="69059" y="23314"/>
                    <a:pt x="69120" y="23405"/>
                  </a:cubicBezTo>
                  <a:cubicBezTo>
                    <a:pt x="69150" y="23496"/>
                    <a:pt x="69363" y="23496"/>
                    <a:pt x="69394" y="23527"/>
                  </a:cubicBezTo>
                  <a:cubicBezTo>
                    <a:pt x="69606" y="23648"/>
                    <a:pt x="69454" y="23922"/>
                    <a:pt x="69697" y="23922"/>
                  </a:cubicBezTo>
                  <a:close/>
                  <a:moveTo>
                    <a:pt x="31156" y="10821"/>
                  </a:moveTo>
                  <a:cubicBezTo>
                    <a:pt x="31034" y="10943"/>
                    <a:pt x="30669" y="10730"/>
                    <a:pt x="30700" y="11064"/>
                  </a:cubicBezTo>
                  <a:cubicBezTo>
                    <a:pt x="30821" y="10943"/>
                    <a:pt x="31186" y="11156"/>
                    <a:pt x="31156" y="10821"/>
                  </a:cubicBezTo>
                  <a:close/>
                  <a:moveTo>
                    <a:pt x="28998" y="14074"/>
                  </a:moveTo>
                  <a:cubicBezTo>
                    <a:pt x="28785" y="14134"/>
                    <a:pt x="28603" y="14226"/>
                    <a:pt x="28420" y="14317"/>
                  </a:cubicBezTo>
                  <a:cubicBezTo>
                    <a:pt x="28572" y="14590"/>
                    <a:pt x="29089" y="14408"/>
                    <a:pt x="29089" y="14317"/>
                  </a:cubicBezTo>
                  <a:cubicBezTo>
                    <a:pt x="28876" y="14438"/>
                    <a:pt x="29119" y="14134"/>
                    <a:pt x="28998" y="14074"/>
                  </a:cubicBezTo>
                  <a:close/>
                  <a:moveTo>
                    <a:pt x="30244" y="14226"/>
                  </a:moveTo>
                  <a:cubicBezTo>
                    <a:pt x="30122" y="14043"/>
                    <a:pt x="29606" y="14317"/>
                    <a:pt x="29606" y="14530"/>
                  </a:cubicBezTo>
                  <a:cubicBezTo>
                    <a:pt x="29849" y="14499"/>
                    <a:pt x="30061" y="14378"/>
                    <a:pt x="30244" y="14226"/>
                  </a:cubicBezTo>
                  <a:close/>
                  <a:moveTo>
                    <a:pt x="32402" y="12280"/>
                  </a:moveTo>
                  <a:cubicBezTo>
                    <a:pt x="32220" y="12341"/>
                    <a:pt x="31703" y="12523"/>
                    <a:pt x="31855" y="12767"/>
                  </a:cubicBezTo>
                  <a:cubicBezTo>
                    <a:pt x="32007" y="12493"/>
                    <a:pt x="32341" y="12584"/>
                    <a:pt x="32402" y="12280"/>
                  </a:cubicBezTo>
                  <a:close/>
                  <a:moveTo>
                    <a:pt x="33101" y="9636"/>
                  </a:moveTo>
                  <a:cubicBezTo>
                    <a:pt x="32919" y="9545"/>
                    <a:pt x="32554" y="10061"/>
                    <a:pt x="32706" y="10061"/>
                  </a:cubicBezTo>
                  <a:cubicBezTo>
                    <a:pt x="32676" y="9849"/>
                    <a:pt x="33162" y="9818"/>
                    <a:pt x="33101" y="9636"/>
                  </a:cubicBezTo>
                  <a:close/>
                  <a:moveTo>
                    <a:pt x="38056" y="9210"/>
                  </a:moveTo>
                  <a:cubicBezTo>
                    <a:pt x="37873" y="9150"/>
                    <a:pt x="37721" y="9180"/>
                    <a:pt x="37630" y="9362"/>
                  </a:cubicBezTo>
                  <a:cubicBezTo>
                    <a:pt x="37782" y="9362"/>
                    <a:pt x="38086" y="9484"/>
                    <a:pt x="38056" y="9210"/>
                  </a:cubicBezTo>
                  <a:close/>
                  <a:moveTo>
                    <a:pt x="40031" y="8846"/>
                  </a:moveTo>
                  <a:cubicBezTo>
                    <a:pt x="40001" y="8663"/>
                    <a:pt x="39849" y="8937"/>
                    <a:pt x="39849" y="9028"/>
                  </a:cubicBezTo>
                  <a:lnTo>
                    <a:pt x="40457" y="9028"/>
                  </a:lnTo>
                  <a:cubicBezTo>
                    <a:pt x="40518" y="8694"/>
                    <a:pt x="40183" y="8876"/>
                    <a:pt x="40031" y="8846"/>
                  </a:cubicBezTo>
                  <a:close/>
                  <a:moveTo>
                    <a:pt x="49089" y="10305"/>
                  </a:moveTo>
                  <a:cubicBezTo>
                    <a:pt x="48937" y="10213"/>
                    <a:pt x="48755" y="10213"/>
                    <a:pt x="48633" y="10365"/>
                  </a:cubicBezTo>
                  <a:cubicBezTo>
                    <a:pt x="48816" y="10426"/>
                    <a:pt x="48998" y="10517"/>
                    <a:pt x="49089" y="10305"/>
                  </a:cubicBezTo>
                  <a:close/>
                  <a:moveTo>
                    <a:pt x="49788" y="9818"/>
                  </a:moveTo>
                  <a:cubicBezTo>
                    <a:pt x="49454" y="9757"/>
                    <a:pt x="48998" y="9089"/>
                    <a:pt x="48755" y="9453"/>
                  </a:cubicBezTo>
                  <a:cubicBezTo>
                    <a:pt x="48998" y="9666"/>
                    <a:pt x="48846" y="9545"/>
                    <a:pt x="48998" y="9484"/>
                  </a:cubicBezTo>
                  <a:cubicBezTo>
                    <a:pt x="49393" y="9301"/>
                    <a:pt x="49515" y="10274"/>
                    <a:pt x="49788" y="9818"/>
                  </a:cubicBezTo>
                  <a:close/>
                  <a:moveTo>
                    <a:pt x="51551" y="10517"/>
                  </a:moveTo>
                  <a:cubicBezTo>
                    <a:pt x="51430" y="10305"/>
                    <a:pt x="51095" y="10274"/>
                    <a:pt x="50974" y="10517"/>
                  </a:cubicBezTo>
                  <a:cubicBezTo>
                    <a:pt x="51247" y="10700"/>
                    <a:pt x="51369" y="10548"/>
                    <a:pt x="51551" y="10517"/>
                  </a:cubicBezTo>
                  <a:close/>
                  <a:moveTo>
                    <a:pt x="51612" y="10760"/>
                  </a:moveTo>
                  <a:cubicBezTo>
                    <a:pt x="51855" y="10852"/>
                    <a:pt x="51764" y="11034"/>
                    <a:pt x="52007" y="11125"/>
                  </a:cubicBezTo>
                  <a:cubicBezTo>
                    <a:pt x="52250" y="10943"/>
                    <a:pt x="51794" y="10609"/>
                    <a:pt x="51642" y="10730"/>
                  </a:cubicBezTo>
                  <a:close/>
                  <a:moveTo>
                    <a:pt x="53861" y="14256"/>
                  </a:moveTo>
                  <a:lnTo>
                    <a:pt x="53557" y="14074"/>
                  </a:lnTo>
                  <a:cubicBezTo>
                    <a:pt x="53253" y="14317"/>
                    <a:pt x="53801" y="14530"/>
                    <a:pt x="53861" y="14256"/>
                  </a:cubicBezTo>
                  <a:close/>
                  <a:moveTo>
                    <a:pt x="54986" y="14894"/>
                  </a:moveTo>
                  <a:cubicBezTo>
                    <a:pt x="54560" y="14742"/>
                    <a:pt x="54986" y="14408"/>
                    <a:pt x="54591" y="14226"/>
                  </a:cubicBezTo>
                  <a:cubicBezTo>
                    <a:pt x="54469" y="14469"/>
                    <a:pt x="54712" y="14621"/>
                    <a:pt x="54743" y="14803"/>
                  </a:cubicBezTo>
                  <a:cubicBezTo>
                    <a:pt x="54682" y="15107"/>
                    <a:pt x="54469" y="14712"/>
                    <a:pt x="54408" y="14985"/>
                  </a:cubicBezTo>
                  <a:cubicBezTo>
                    <a:pt x="54652" y="15137"/>
                    <a:pt x="54804" y="14955"/>
                    <a:pt x="54986" y="14864"/>
                  </a:cubicBezTo>
                  <a:close/>
                  <a:moveTo>
                    <a:pt x="56810" y="17144"/>
                  </a:moveTo>
                  <a:lnTo>
                    <a:pt x="57114" y="17356"/>
                  </a:lnTo>
                  <a:cubicBezTo>
                    <a:pt x="57266" y="17144"/>
                    <a:pt x="56962" y="16931"/>
                    <a:pt x="56810" y="17144"/>
                  </a:cubicBezTo>
                  <a:close/>
                  <a:moveTo>
                    <a:pt x="57722" y="16779"/>
                  </a:moveTo>
                  <a:cubicBezTo>
                    <a:pt x="57539" y="16627"/>
                    <a:pt x="57357" y="16536"/>
                    <a:pt x="57205" y="16627"/>
                  </a:cubicBezTo>
                  <a:cubicBezTo>
                    <a:pt x="57266" y="16688"/>
                    <a:pt x="57296" y="16779"/>
                    <a:pt x="57266" y="16840"/>
                  </a:cubicBezTo>
                  <a:cubicBezTo>
                    <a:pt x="57418" y="16961"/>
                    <a:pt x="57630" y="16931"/>
                    <a:pt x="57752" y="16779"/>
                  </a:cubicBezTo>
                  <a:close/>
                  <a:moveTo>
                    <a:pt x="61065" y="20122"/>
                  </a:moveTo>
                  <a:cubicBezTo>
                    <a:pt x="61096" y="20366"/>
                    <a:pt x="61004" y="20609"/>
                    <a:pt x="61187" y="20852"/>
                  </a:cubicBezTo>
                  <a:cubicBezTo>
                    <a:pt x="61460" y="20700"/>
                    <a:pt x="61126" y="20487"/>
                    <a:pt x="61096" y="20366"/>
                  </a:cubicBezTo>
                  <a:cubicBezTo>
                    <a:pt x="61096" y="20335"/>
                    <a:pt x="61187" y="20274"/>
                    <a:pt x="61187" y="20244"/>
                  </a:cubicBezTo>
                  <a:cubicBezTo>
                    <a:pt x="61156" y="20183"/>
                    <a:pt x="61126" y="20122"/>
                    <a:pt x="61096" y="20062"/>
                  </a:cubicBezTo>
                  <a:cubicBezTo>
                    <a:pt x="61065" y="19940"/>
                    <a:pt x="60944" y="19879"/>
                    <a:pt x="60883" y="19758"/>
                  </a:cubicBezTo>
                  <a:cubicBezTo>
                    <a:pt x="60640" y="19879"/>
                    <a:pt x="60944" y="20001"/>
                    <a:pt x="61035" y="20092"/>
                  </a:cubicBezTo>
                  <a:close/>
                  <a:moveTo>
                    <a:pt x="60396" y="19910"/>
                  </a:moveTo>
                  <a:lnTo>
                    <a:pt x="60032" y="19636"/>
                  </a:lnTo>
                  <a:cubicBezTo>
                    <a:pt x="59788" y="19758"/>
                    <a:pt x="60336" y="20183"/>
                    <a:pt x="60396" y="19910"/>
                  </a:cubicBezTo>
                  <a:close/>
                  <a:moveTo>
                    <a:pt x="60123" y="18967"/>
                  </a:moveTo>
                  <a:cubicBezTo>
                    <a:pt x="59910" y="19362"/>
                    <a:pt x="60457" y="19302"/>
                    <a:pt x="60396" y="19606"/>
                  </a:cubicBezTo>
                  <a:cubicBezTo>
                    <a:pt x="60518" y="19454"/>
                    <a:pt x="60670" y="19697"/>
                    <a:pt x="60792" y="19575"/>
                  </a:cubicBezTo>
                  <a:cubicBezTo>
                    <a:pt x="60579" y="19271"/>
                    <a:pt x="60366" y="19302"/>
                    <a:pt x="60092" y="18967"/>
                  </a:cubicBezTo>
                  <a:close/>
                  <a:moveTo>
                    <a:pt x="59089" y="19119"/>
                  </a:moveTo>
                  <a:cubicBezTo>
                    <a:pt x="59211" y="19332"/>
                    <a:pt x="59363" y="19180"/>
                    <a:pt x="59545" y="19271"/>
                  </a:cubicBezTo>
                  <a:cubicBezTo>
                    <a:pt x="59637" y="19302"/>
                    <a:pt x="59758" y="19788"/>
                    <a:pt x="59940" y="19484"/>
                  </a:cubicBezTo>
                  <a:cubicBezTo>
                    <a:pt x="59880" y="19271"/>
                    <a:pt x="59272" y="18846"/>
                    <a:pt x="59089" y="19119"/>
                  </a:cubicBezTo>
                  <a:close/>
                  <a:moveTo>
                    <a:pt x="58056" y="18147"/>
                  </a:moveTo>
                  <a:cubicBezTo>
                    <a:pt x="58269" y="18238"/>
                    <a:pt x="58451" y="18359"/>
                    <a:pt x="58603" y="18147"/>
                  </a:cubicBezTo>
                  <a:cubicBezTo>
                    <a:pt x="58390" y="18025"/>
                    <a:pt x="58178" y="17903"/>
                    <a:pt x="58056" y="18147"/>
                  </a:cubicBezTo>
                  <a:close/>
                  <a:moveTo>
                    <a:pt x="66992" y="21885"/>
                  </a:moveTo>
                  <a:cubicBezTo>
                    <a:pt x="67053" y="21733"/>
                    <a:pt x="67175" y="21581"/>
                    <a:pt x="66992" y="21460"/>
                  </a:cubicBezTo>
                  <a:cubicBezTo>
                    <a:pt x="66749" y="21490"/>
                    <a:pt x="66658" y="21521"/>
                    <a:pt x="66597" y="21764"/>
                  </a:cubicBezTo>
                  <a:cubicBezTo>
                    <a:pt x="66749" y="21976"/>
                    <a:pt x="66840" y="21764"/>
                    <a:pt x="66962" y="21855"/>
                  </a:cubicBezTo>
                  <a:close/>
                  <a:moveTo>
                    <a:pt x="68330" y="22311"/>
                  </a:moveTo>
                  <a:cubicBezTo>
                    <a:pt x="68269" y="22250"/>
                    <a:pt x="68238" y="22159"/>
                    <a:pt x="68269" y="22068"/>
                  </a:cubicBezTo>
                  <a:cubicBezTo>
                    <a:pt x="68360" y="22128"/>
                    <a:pt x="68482" y="22189"/>
                    <a:pt x="68390" y="22068"/>
                  </a:cubicBezTo>
                  <a:cubicBezTo>
                    <a:pt x="68117" y="22068"/>
                    <a:pt x="68208" y="21825"/>
                    <a:pt x="67904" y="21673"/>
                  </a:cubicBezTo>
                  <a:cubicBezTo>
                    <a:pt x="67631" y="21916"/>
                    <a:pt x="68026" y="22037"/>
                    <a:pt x="68238" y="22159"/>
                  </a:cubicBezTo>
                  <a:cubicBezTo>
                    <a:pt x="68117" y="22220"/>
                    <a:pt x="68178" y="22372"/>
                    <a:pt x="68299" y="22311"/>
                  </a:cubicBezTo>
                  <a:close/>
                  <a:moveTo>
                    <a:pt x="23891" y="17204"/>
                  </a:moveTo>
                  <a:cubicBezTo>
                    <a:pt x="23557" y="17508"/>
                    <a:pt x="23618" y="17691"/>
                    <a:pt x="23405" y="18055"/>
                  </a:cubicBezTo>
                  <a:cubicBezTo>
                    <a:pt x="23131" y="18116"/>
                    <a:pt x="22858" y="18147"/>
                    <a:pt x="22584" y="18116"/>
                  </a:cubicBezTo>
                  <a:cubicBezTo>
                    <a:pt x="22554" y="17782"/>
                    <a:pt x="22827" y="17417"/>
                    <a:pt x="23040" y="17083"/>
                  </a:cubicBezTo>
                  <a:cubicBezTo>
                    <a:pt x="23040" y="17326"/>
                    <a:pt x="22949" y="17569"/>
                    <a:pt x="22767" y="17751"/>
                  </a:cubicBezTo>
                  <a:cubicBezTo>
                    <a:pt x="22888" y="17934"/>
                    <a:pt x="23040" y="17873"/>
                    <a:pt x="23192" y="17691"/>
                  </a:cubicBezTo>
                  <a:cubicBezTo>
                    <a:pt x="22979" y="17326"/>
                    <a:pt x="23466" y="16232"/>
                    <a:pt x="24013" y="16627"/>
                  </a:cubicBezTo>
                  <a:cubicBezTo>
                    <a:pt x="23830" y="16779"/>
                    <a:pt x="23678" y="16718"/>
                    <a:pt x="23678" y="16961"/>
                  </a:cubicBezTo>
                  <a:cubicBezTo>
                    <a:pt x="24195" y="16961"/>
                    <a:pt x="24377" y="16080"/>
                    <a:pt x="24803" y="16141"/>
                  </a:cubicBezTo>
                  <a:lnTo>
                    <a:pt x="24590" y="15897"/>
                  </a:lnTo>
                  <a:cubicBezTo>
                    <a:pt x="24286" y="16080"/>
                    <a:pt x="24317" y="16292"/>
                    <a:pt x="24104" y="16444"/>
                  </a:cubicBezTo>
                  <a:cubicBezTo>
                    <a:pt x="23648" y="16232"/>
                    <a:pt x="24469" y="15563"/>
                    <a:pt x="24681" y="15715"/>
                  </a:cubicBezTo>
                  <a:cubicBezTo>
                    <a:pt x="24773" y="15472"/>
                    <a:pt x="24985" y="15320"/>
                    <a:pt x="25229" y="15229"/>
                  </a:cubicBezTo>
                  <a:cubicBezTo>
                    <a:pt x="25259" y="15381"/>
                    <a:pt x="25046" y="15563"/>
                    <a:pt x="25168" y="15715"/>
                  </a:cubicBezTo>
                  <a:cubicBezTo>
                    <a:pt x="25016" y="15837"/>
                    <a:pt x="24925" y="15563"/>
                    <a:pt x="24773" y="15715"/>
                  </a:cubicBezTo>
                  <a:cubicBezTo>
                    <a:pt x="24681" y="15806"/>
                    <a:pt x="24925" y="15928"/>
                    <a:pt x="24803" y="16019"/>
                  </a:cubicBezTo>
                  <a:cubicBezTo>
                    <a:pt x="24894" y="16080"/>
                    <a:pt x="25016" y="15928"/>
                    <a:pt x="25137" y="15837"/>
                  </a:cubicBezTo>
                  <a:cubicBezTo>
                    <a:pt x="25289" y="16171"/>
                    <a:pt x="25016" y="16475"/>
                    <a:pt x="24803" y="16718"/>
                  </a:cubicBezTo>
                  <a:cubicBezTo>
                    <a:pt x="24560" y="16931"/>
                    <a:pt x="24134" y="16931"/>
                    <a:pt x="23891" y="17204"/>
                  </a:cubicBezTo>
                  <a:close/>
                  <a:moveTo>
                    <a:pt x="24651" y="17964"/>
                  </a:moveTo>
                  <a:lnTo>
                    <a:pt x="24469" y="18147"/>
                  </a:lnTo>
                  <a:cubicBezTo>
                    <a:pt x="24499" y="17843"/>
                    <a:pt x="24256" y="18116"/>
                    <a:pt x="24104" y="17903"/>
                  </a:cubicBezTo>
                  <a:cubicBezTo>
                    <a:pt x="24317" y="17660"/>
                    <a:pt x="24499" y="17812"/>
                    <a:pt x="24681" y="17903"/>
                  </a:cubicBezTo>
                  <a:close/>
                  <a:moveTo>
                    <a:pt x="25502" y="16536"/>
                  </a:moveTo>
                  <a:cubicBezTo>
                    <a:pt x="25806" y="16353"/>
                    <a:pt x="25745" y="16323"/>
                    <a:pt x="25958" y="16232"/>
                  </a:cubicBezTo>
                  <a:cubicBezTo>
                    <a:pt x="26049" y="16292"/>
                    <a:pt x="25593" y="16779"/>
                    <a:pt x="25502" y="1650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 name="Google Shape;905;p21"/>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1">
                <a:latin typeface="Poiret One"/>
                <a:ea typeface="Poiret One"/>
                <a:cs typeface="Poiret One"/>
                <a:sym typeface="Poiret 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1">
  <p:cSld name="CUSTOM_7_1">
    <p:spTree>
      <p:nvGrpSpPr>
        <p:cNvPr id="906" name="Shape 906"/>
        <p:cNvGrpSpPr/>
        <p:nvPr/>
      </p:nvGrpSpPr>
      <p:grpSpPr>
        <a:xfrm>
          <a:off x="0" y="0"/>
          <a:ext cx="0" cy="0"/>
          <a:chOff x="0" y="0"/>
          <a:chExt cx="0" cy="0"/>
        </a:xfrm>
      </p:grpSpPr>
      <p:sp>
        <p:nvSpPr>
          <p:cNvPr id="907" name="Google Shape;907;p22"/>
          <p:cNvSpPr txBox="1"/>
          <p:nvPr>
            <p:ph type="title"/>
          </p:nvPr>
        </p:nvSpPr>
        <p:spPr>
          <a:xfrm>
            <a:off x="887150" y="531950"/>
            <a:ext cx="2844600" cy="12366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3500">
                <a:solidFill>
                  <a:schemeClr val="accent3"/>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08" name="Google Shape;908;p22"/>
          <p:cNvSpPr txBox="1"/>
          <p:nvPr>
            <p:ph idx="1" type="body"/>
          </p:nvPr>
        </p:nvSpPr>
        <p:spPr>
          <a:xfrm>
            <a:off x="3731625" y="649850"/>
            <a:ext cx="4525200" cy="1000800"/>
          </a:xfrm>
          <a:prstGeom prst="rect">
            <a:avLst/>
          </a:prstGeom>
        </p:spPr>
        <p:txBody>
          <a:bodyPr anchorCtr="0" anchor="ctr" bIns="91425" lIns="91425" spcFirstLastPara="1" rIns="91425" wrap="square" tIns="91425">
            <a:noAutofit/>
          </a:bodyPr>
          <a:lstStyle>
            <a:lvl1pPr indent="-304800" lvl="0" marL="457200" rtl="0">
              <a:lnSpc>
                <a:spcPct val="100000"/>
              </a:lnSpc>
              <a:spcBef>
                <a:spcPts val="0"/>
              </a:spcBef>
              <a:spcAft>
                <a:spcPts val="0"/>
              </a:spcAft>
              <a:buSzPts val="1200"/>
              <a:buChar char="●"/>
              <a:defRPr sz="1600"/>
            </a:lvl1pPr>
            <a:lvl2pPr indent="-304800" lvl="1" marL="914400" rtl="0">
              <a:spcBef>
                <a:spcPts val="0"/>
              </a:spcBef>
              <a:spcAft>
                <a:spcPts val="0"/>
              </a:spcAft>
              <a:buSzPts val="1200"/>
              <a:buChar char="○"/>
              <a:defRPr sz="1200"/>
            </a:lvl2pPr>
            <a:lvl3pPr indent="-304800" lvl="2" marL="1371600" rtl="0">
              <a:spcBef>
                <a:spcPts val="0"/>
              </a:spcBef>
              <a:spcAft>
                <a:spcPts val="0"/>
              </a:spcAft>
              <a:buSzPts val="1200"/>
              <a:buChar char="■"/>
              <a:defRPr sz="1200"/>
            </a:lvl3pPr>
            <a:lvl4pPr indent="-304800" lvl="3" marL="1828800" rtl="0">
              <a:spcBef>
                <a:spcPts val="0"/>
              </a:spcBef>
              <a:spcAft>
                <a:spcPts val="0"/>
              </a:spcAft>
              <a:buSzPts val="1200"/>
              <a:buChar char="●"/>
              <a:defRPr sz="1200"/>
            </a:lvl4pPr>
            <a:lvl5pPr indent="-304800" lvl="4" marL="2286000" rtl="0">
              <a:spcBef>
                <a:spcPts val="0"/>
              </a:spcBef>
              <a:spcAft>
                <a:spcPts val="0"/>
              </a:spcAft>
              <a:buSzPts val="1200"/>
              <a:buChar char="○"/>
              <a:defRPr sz="1200"/>
            </a:lvl5pPr>
            <a:lvl6pPr indent="-304800" lvl="5" marL="2743200" rtl="0">
              <a:spcBef>
                <a:spcPts val="0"/>
              </a:spcBef>
              <a:spcAft>
                <a:spcPts val="0"/>
              </a:spcAft>
              <a:buSzPts val="1200"/>
              <a:buChar char="■"/>
              <a:defRPr sz="1200"/>
            </a:lvl6pPr>
            <a:lvl7pPr indent="-304800" lvl="6" marL="3200400" rtl="0">
              <a:spcBef>
                <a:spcPts val="0"/>
              </a:spcBef>
              <a:spcAft>
                <a:spcPts val="0"/>
              </a:spcAft>
              <a:buSzPts val="1200"/>
              <a:buChar char="●"/>
              <a:defRPr sz="1200"/>
            </a:lvl7pPr>
            <a:lvl8pPr indent="-304800" lvl="7" marL="3657600" rtl="0">
              <a:spcBef>
                <a:spcPts val="0"/>
              </a:spcBef>
              <a:spcAft>
                <a:spcPts val="0"/>
              </a:spcAft>
              <a:buSzPts val="1200"/>
              <a:buChar char="○"/>
              <a:defRPr sz="1200"/>
            </a:lvl8pPr>
            <a:lvl9pPr indent="-304800" lvl="8" marL="4114800" rtl="0">
              <a:spcBef>
                <a:spcPts val="0"/>
              </a:spcBef>
              <a:spcAft>
                <a:spcPts val="0"/>
              </a:spcAft>
              <a:buSzPts val="1200"/>
              <a:buChar char="■"/>
              <a:defRPr sz="12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8">
    <p:spTree>
      <p:nvGrpSpPr>
        <p:cNvPr id="909" name="Shape 909"/>
        <p:cNvGrpSpPr/>
        <p:nvPr/>
      </p:nvGrpSpPr>
      <p:grpSpPr>
        <a:xfrm>
          <a:off x="0" y="0"/>
          <a:ext cx="0" cy="0"/>
          <a:chOff x="0" y="0"/>
          <a:chExt cx="0" cy="0"/>
        </a:xfrm>
      </p:grpSpPr>
      <p:sp>
        <p:nvSpPr>
          <p:cNvPr id="910" name="Google Shape;910;p23"/>
          <p:cNvSpPr/>
          <p:nvPr/>
        </p:nvSpPr>
        <p:spPr>
          <a:xfrm rot="350723">
            <a:off x="363655" y="1777800"/>
            <a:ext cx="4004841" cy="1898100"/>
          </a:xfrm>
          <a:custGeom>
            <a:rect b="b" l="l" r="r" t="t"/>
            <a:pathLst>
              <a:path extrusionOk="0" h="21525" w="85687">
                <a:moveTo>
                  <a:pt x="17404" y="5187"/>
                </a:moveTo>
                <a:cubicBezTo>
                  <a:pt x="17507" y="5187"/>
                  <a:pt x="17592" y="5221"/>
                  <a:pt x="17661" y="5290"/>
                </a:cubicBezTo>
                <a:cubicBezTo>
                  <a:pt x="17691" y="5350"/>
                  <a:pt x="17691" y="5442"/>
                  <a:pt x="17630" y="5502"/>
                </a:cubicBezTo>
                <a:cubicBezTo>
                  <a:pt x="17625" y="5507"/>
                  <a:pt x="17618" y="5510"/>
                  <a:pt x="17609" y="5510"/>
                </a:cubicBezTo>
                <a:cubicBezTo>
                  <a:pt x="17508" y="5510"/>
                  <a:pt x="17185" y="5226"/>
                  <a:pt x="17296" y="5198"/>
                </a:cubicBezTo>
                <a:cubicBezTo>
                  <a:pt x="17334" y="5191"/>
                  <a:pt x="17370" y="5187"/>
                  <a:pt x="17404" y="5187"/>
                </a:cubicBezTo>
                <a:close/>
                <a:moveTo>
                  <a:pt x="71370" y="6050"/>
                </a:moveTo>
                <a:cubicBezTo>
                  <a:pt x="71492" y="6110"/>
                  <a:pt x="71552" y="6201"/>
                  <a:pt x="71522" y="6262"/>
                </a:cubicBezTo>
                <a:cubicBezTo>
                  <a:pt x="71501" y="6284"/>
                  <a:pt x="71373" y="6305"/>
                  <a:pt x="71300" y="6305"/>
                </a:cubicBezTo>
                <a:cubicBezTo>
                  <a:pt x="71269" y="6305"/>
                  <a:pt x="71248" y="6302"/>
                  <a:pt x="71248" y="6293"/>
                </a:cubicBezTo>
                <a:cubicBezTo>
                  <a:pt x="71248" y="6262"/>
                  <a:pt x="71188" y="6262"/>
                  <a:pt x="71097" y="6262"/>
                </a:cubicBezTo>
                <a:lnTo>
                  <a:pt x="71066" y="6262"/>
                </a:lnTo>
                <a:cubicBezTo>
                  <a:pt x="71036" y="6262"/>
                  <a:pt x="71036" y="6171"/>
                  <a:pt x="71036" y="6171"/>
                </a:cubicBezTo>
                <a:cubicBezTo>
                  <a:pt x="71097" y="6110"/>
                  <a:pt x="71188" y="6050"/>
                  <a:pt x="71279" y="6050"/>
                </a:cubicBezTo>
                <a:close/>
                <a:moveTo>
                  <a:pt x="71948" y="5837"/>
                </a:moveTo>
                <a:cubicBezTo>
                  <a:pt x="72100" y="5898"/>
                  <a:pt x="72221" y="5989"/>
                  <a:pt x="72343" y="6080"/>
                </a:cubicBezTo>
                <a:cubicBezTo>
                  <a:pt x="72373" y="6080"/>
                  <a:pt x="72282" y="6201"/>
                  <a:pt x="72160" y="6323"/>
                </a:cubicBezTo>
                <a:lnTo>
                  <a:pt x="72008" y="6384"/>
                </a:lnTo>
                <a:lnTo>
                  <a:pt x="71917" y="6384"/>
                </a:lnTo>
                <a:cubicBezTo>
                  <a:pt x="71796" y="6323"/>
                  <a:pt x="71704" y="6201"/>
                  <a:pt x="71735" y="6171"/>
                </a:cubicBezTo>
                <a:cubicBezTo>
                  <a:pt x="71735" y="6171"/>
                  <a:pt x="71674" y="6050"/>
                  <a:pt x="71583" y="5958"/>
                </a:cubicBezTo>
                <a:lnTo>
                  <a:pt x="71796" y="5898"/>
                </a:lnTo>
                <a:lnTo>
                  <a:pt x="71948" y="5837"/>
                </a:lnTo>
                <a:close/>
                <a:moveTo>
                  <a:pt x="1414" y="9826"/>
                </a:moveTo>
                <a:cubicBezTo>
                  <a:pt x="1452" y="9826"/>
                  <a:pt x="1490" y="9834"/>
                  <a:pt x="1521" y="9849"/>
                </a:cubicBezTo>
                <a:cubicBezTo>
                  <a:pt x="1551" y="9879"/>
                  <a:pt x="1521" y="10062"/>
                  <a:pt x="1369" y="10123"/>
                </a:cubicBezTo>
                <a:lnTo>
                  <a:pt x="1186" y="10123"/>
                </a:lnTo>
                <a:cubicBezTo>
                  <a:pt x="1095" y="10062"/>
                  <a:pt x="1217" y="9879"/>
                  <a:pt x="1308" y="9849"/>
                </a:cubicBezTo>
                <a:cubicBezTo>
                  <a:pt x="1338" y="9834"/>
                  <a:pt x="1376" y="9826"/>
                  <a:pt x="1414" y="9826"/>
                </a:cubicBezTo>
                <a:close/>
                <a:moveTo>
                  <a:pt x="59103" y="12071"/>
                </a:moveTo>
                <a:cubicBezTo>
                  <a:pt x="59156" y="12071"/>
                  <a:pt x="59197" y="12105"/>
                  <a:pt x="59212" y="12220"/>
                </a:cubicBezTo>
                <a:cubicBezTo>
                  <a:pt x="59224" y="12220"/>
                  <a:pt x="59294" y="12215"/>
                  <a:pt x="59377" y="12215"/>
                </a:cubicBezTo>
                <a:cubicBezTo>
                  <a:pt x="59500" y="12215"/>
                  <a:pt x="59649" y="12226"/>
                  <a:pt x="59668" y="12281"/>
                </a:cubicBezTo>
                <a:cubicBezTo>
                  <a:pt x="59698" y="12372"/>
                  <a:pt x="59546" y="12524"/>
                  <a:pt x="59364" y="12645"/>
                </a:cubicBezTo>
                <a:lnTo>
                  <a:pt x="59121" y="12524"/>
                </a:lnTo>
                <a:lnTo>
                  <a:pt x="59060" y="12463"/>
                </a:lnTo>
                <a:cubicBezTo>
                  <a:pt x="59032" y="12474"/>
                  <a:pt x="59005" y="12479"/>
                  <a:pt x="58978" y="12479"/>
                </a:cubicBezTo>
                <a:cubicBezTo>
                  <a:pt x="58856" y="12479"/>
                  <a:pt x="58745" y="12375"/>
                  <a:pt x="58695" y="12250"/>
                </a:cubicBezTo>
                <a:cubicBezTo>
                  <a:pt x="58695" y="12189"/>
                  <a:pt x="58756" y="12129"/>
                  <a:pt x="58847" y="12129"/>
                </a:cubicBezTo>
                <a:lnTo>
                  <a:pt x="58908" y="12129"/>
                </a:lnTo>
                <a:cubicBezTo>
                  <a:pt x="58972" y="12113"/>
                  <a:pt x="59044" y="12071"/>
                  <a:pt x="59103" y="12071"/>
                </a:cubicBezTo>
                <a:close/>
                <a:moveTo>
                  <a:pt x="56902" y="11977"/>
                </a:moveTo>
                <a:cubicBezTo>
                  <a:pt x="56962" y="12007"/>
                  <a:pt x="56993" y="12037"/>
                  <a:pt x="57023" y="12068"/>
                </a:cubicBezTo>
                <a:lnTo>
                  <a:pt x="57054" y="12129"/>
                </a:lnTo>
                <a:cubicBezTo>
                  <a:pt x="57054" y="12189"/>
                  <a:pt x="57084" y="12220"/>
                  <a:pt x="57114" y="12281"/>
                </a:cubicBezTo>
                <a:lnTo>
                  <a:pt x="57247" y="12360"/>
                </a:lnTo>
                <a:lnTo>
                  <a:pt x="57247" y="12360"/>
                </a:lnTo>
                <a:cubicBezTo>
                  <a:pt x="57275" y="12329"/>
                  <a:pt x="57308" y="12290"/>
                  <a:pt x="57327" y="12250"/>
                </a:cubicBezTo>
                <a:lnTo>
                  <a:pt x="57327" y="12189"/>
                </a:lnTo>
                <a:cubicBezTo>
                  <a:pt x="57327" y="12159"/>
                  <a:pt x="57206" y="12129"/>
                  <a:pt x="57327" y="12098"/>
                </a:cubicBezTo>
                <a:cubicBezTo>
                  <a:pt x="57388" y="12098"/>
                  <a:pt x="57418" y="12098"/>
                  <a:pt x="57449" y="12159"/>
                </a:cubicBezTo>
                <a:lnTo>
                  <a:pt x="57510" y="12372"/>
                </a:lnTo>
                <a:cubicBezTo>
                  <a:pt x="57703" y="12344"/>
                  <a:pt x="58023" y="12216"/>
                  <a:pt x="58147" y="12216"/>
                </a:cubicBezTo>
                <a:cubicBezTo>
                  <a:pt x="58160" y="12216"/>
                  <a:pt x="58170" y="12217"/>
                  <a:pt x="58178" y="12220"/>
                </a:cubicBezTo>
                <a:cubicBezTo>
                  <a:pt x="58270" y="12250"/>
                  <a:pt x="58482" y="12250"/>
                  <a:pt x="58513" y="12281"/>
                </a:cubicBezTo>
                <a:cubicBezTo>
                  <a:pt x="58543" y="12372"/>
                  <a:pt x="58543" y="12463"/>
                  <a:pt x="58513" y="12554"/>
                </a:cubicBezTo>
                <a:lnTo>
                  <a:pt x="58452" y="12554"/>
                </a:lnTo>
                <a:lnTo>
                  <a:pt x="58300" y="12585"/>
                </a:lnTo>
                <a:cubicBezTo>
                  <a:pt x="58188" y="12585"/>
                  <a:pt x="57611" y="12452"/>
                  <a:pt x="57305" y="12395"/>
                </a:cubicBezTo>
                <a:lnTo>
                  <a:pt x="57305" y="12395"/>
                </a:lnTo>
                <a:lnTo>
                  <a:pt x="57418" y="12463"/>
                </a:lnTo>
                <a:cubicBezTo>
                  <a:pt x="57540" y="12554"/>
                  <a:pt x="57510" y="12524"/>
                  <a:pt x="57449" y="12554"/>
                </a:cubicBezTo>
                <a:lnTo>
                  <a:pt x="57449" y="12585"/>
                </a:lnTo>
                <a:lnTo>
                  <a:pt x="57388" y="12737"/>
                </a:lnTo>
                <a:cubicBezTo>
                  <a:pt x="57297" y="12676"/>
                  <a:pt x="57145" y="12463"/>
                  <a:pt x="57206" y="12402"/>
                </a:cubicBezTo>
                <a:cubicBezTo>
                  <a:pt x="57212" y="12396"/>
                  <a:pt x="57219" y="12389"/>
                  <a:pt x="57227" y="12381"/>
                </a:cubicBezTo>
                <a:lnTo>
                  <a:pt x="57227" y="12381"/>
                </a:lnTo>
                <a:cubicBezTo>
                  <a:pt x="57250" y="12385"/>
                  <a:pt x="57276" y="12389"/>
                  <a:pt x="57305" y="12395"/>
                </a:cubicBezTo>
                <a:lnTo>
                  <a:pt x="57305" y="12395"/>
                </a:lnTo>
                <a:lnTo>
                  <a:pt x="57247" y="12360"/>
                </a:lnTo>
                <a:lnTo>
                  <a:pt x="57247" y="12360"/>
                </a:lnTo>
                <a:cubicBezTo>
                  <a:pt x="57240" y="12367"/>
                  <a:pt x="57233" y="12374"/>
                  <a:pt x="57227" y="12381"/>
                </a:cubicBezTo>
                <a:lnTo>
                  <a:pt x="57227" y="12381"/>
                </a:lnTo>
                <a:cubicBezTo>
                  <a:pt x="57182" y="12373"/>
                  <a:pt x="57148" y="12369"/>
                  <a:pt x="57130" y="12369"/>
                </a:cubicBezTo>
                <a:cubicBezTo>
                  <a:pt x="57121" y="12369"/>
                  <a:pt x="57116" y="12370"/>
                  <a:pt x="57114" y="12372"/>
                </a:cubicBezTo>
                <a:cubicBezTo>
                  <a:pt x="57054" y="12402"/>
                  <a:pt x="57084" y="12463"/>
                  <a:pt x="57114" y="12554"/>
                </a:cubicBezTo>
                <a:lnTo>
                  <a:pt x="56871" y="12554"/>
                </a:lnTo>
                <a:cubicBezTo>
                  <a:pt x="56798" y="12579"/>
                  <a:pt x="56704" y="12623"/>
                  <a:pt x="56623" y="12623"/>
                </a:cubicBezTo>
                <a:cubicBezTo>
                  <a:pt x="56603" y="12623"/>
                  <a:pt x="56585" y="12621"/>
                  <a:pt x="56567" y="12615"/>
                </a:cubicBezTo>
                <a:lnTo>
                  <a:pt x="56476" y="12585"/>
                </a:lnTo>
                <a:cubicBezTo>
                  <a:pt x="56461" y="12539"/>
                  <a:pt x="56408" y="12516"/>
                  <a:pt x="56336" y="12516"/>
                </a:cubicBezTo>
                <a:cubicBezTo>
                  <a:pt x="56263" y="12516"/>
                  <a:pt x="56172" y="12539"/>
                  <a:pt x="56081" y="12585"/>
                </a:cubicBezTo>
                <a:lnTo>
                  <a:pt x="55899" y="12615"/>
                </a:lnTo>
                <a:lnTo>
                  <a:pt x="55777" y="12645"/>
                </a:lnTo>
                <a:cubicBezTo>
                  <a:pt x="55655" y="12585"/>
                  <a:pt x="55534" y="12493"/>
                  <a:pt x="55443" y="12402"/>
                </a:cubicBezTo>
                <a:lnTo>
                  <a:pt x="55412" y="12341"/>
                </a:lnTo>
                <a:lnTo>
                  <a:pt x="55412" y="12311"/>
                </a:lnTo>
                <a:cubicBezTo>
                  <a:pt x="55458" y="12296"/>
                  <a:pt x="55504" y="12288"/>
                  <a:pt x="55545" y="12288"/>
                </a:cubicBezTo>
                <a:cubicBezTo>
                  <a:pt x="55587" y="12288"/>
                  <a:pt x="55625" y="12296"/>
                  <a:pt x="55655" y="12311"/>
                </a:cubicBezTo>
                <a:lnTo>
                  <a:pt x="55716" y="12341"/>
                </a:lnTo>
                <a:cubicBezTo>
                  <a:pt x="55762" y="12387"/>
                  <a:pt x="55807" y="12417"/>
                  <a:pt x="55845" y="12417"/>
                </a:cubicBezTo>
                <a:cubicBezTo>
                  <a:pt x="55883" y="12417"/>
                  <a:pt x="55914" y="12387"/>
                  <a:pt x="55929" y="12311"/>
                </a:cubicBezTo>
                <a:cubicBezTo>
                  <a:pt x="55929" y="12281"/>
                  <a:pt x="55929" y="12250"/>
                  <a:pt x="55959" y="12250"/>
                </a:cubicBezTo>
                <a:cubicBezTo>
                  <a:pt x="56051" y="12189"/>
                  <a:pt x="56263" y="12281"/>
                  <a:pt x="56263" y="12098"/>
                </a:cubicBezTo>
                <a:cubicBezTo>
                  <a:pt x="56263" y="12068"/>
                  <a:pt x="56476" y="12037"/>
                  <a:pt x="56567" y="12007"/>
                </a:cubicBezTo>
                <a:cubicBezTo>
                  <a:pt x="56575" y="12003"/>
                  <a:pt x="56583" y="12002"/>
                  <a:pt x="56591" y="12002"/>
                </a:cubicBezTo>
                <a:cubicBezTo>
                  <a:pt x="56630" y="12002"/>
                  <a:pt x="56683" y="12032"/>
                  <a:pt x="56730" y="12032"/>
                </a:cubicBezTo>
                <a:cubicBezTo>
                  <a:pt x="56761" y="12032"/>
                  <a:pt x="56789" y="12019"/>
                  <a:pt x="56811" y="11977"/>
                </a:cubicBezTo>
                <a:close/>
                <a:moveTo>
                  <a:pt x="54926" y="12129"/>
                </a:moveTo>
                <a:cubicBezTo>
                  <a:pt x="54954" y="12185"/>
                  <a:pt x="55062" y="12375"/>
                  <a:pt x="55126" y="12375"/>
                </a:cubicBezTo>
                <a:cubicBezTo>
                  <a:pt x="55130" y="12375"/>
                  <a:pt x="55135" y="12374"/>
                  <a:pt x="55139" y="12372"/>
                </a:cubicBezTo>
                <a:cubicBezTo>
                  <a:pt x="55147" y="12368"/>
                  <a:pt x="55157" y="12366"/>
                  <a:pt x="55167" y="12366"/>
                </a:cubicBezTo>
                <a:cubicBezTo>
                  <a:pt x="55232" y="12366"/>
                  <a:pt x="55325" y="12437"/>
                  <a:pt x="55352" y="12463"/>
                </a:cubicBezTo>
                <a:cubicBezTo>
                  <a:pt x="55382" y="12524"/>
                  <a:pt x="55352" y="12554"/>
                  <a:pt x="55260" y="12554"/>
                </a:cubicBezTo>
                <a:lnTo>
                  <a:pt x="55230" y="12585"/>
                </a:lnTo>
                <a:lnTo>
                  <a:pt x="55078" y="12585"/>
                </a:lnTo>
                <a:cubicBezTo>
                  <a:pt x="54956" y="12645"/>
                  <a:pt x="54804" y="12676"/>
                  <a:pt x="54683" y="12676"/>
                </a:cubicBezTo>
                <a:cubicBezTo>
                  <a:pt x="54561" y="12676"/>
                  <a:pt x="54440" y="12645"/>
                  <a:pt x="54348" y="12585"/>
                </a:cubicBezTo>
                <a:lnTo>
                  <a:pt x="54318" y="12585"/>
                </a:lnTo>
                <a:lnTo>
                  <a:pt x="54105" y="12767"/>
                </a:lnTo>
                <a:cubicBezTo>
                  <a:pt x="54105" y="12664"/>
                  <a:pt x="54021" y="12603"/>
                  <a:pt x="53900" y="12603"/>
                </a:cubicBezTo>
                <a:cubicBezTo>
                  <a:pt x="53843" y="12603"/>
                  <a:pt x="53778" y="12616"/>
                  <a:pt x="53710" y="12645"/>
                </a:cubicBezTo>
                <a:lnTo>
                  <a:pt x="53467" y="12645"/>
                </a:lnTo>
                <a:cubicBezTo>
                  <a:pt x="53224" y="12645"/>
                  <a:pt x="52981" y="12645"/>
                  <a:pt x="52737" y="12676"/>
                </a:cubicBezTo>
                <a:cubicBezTo>
                  <a:pt x="52646" y="12706"/>
                  <a:pt x="52555" y="12737"/>
                  <a:pt x="52464" y="12737"/>
                </a:cubicBezTo>
                <a:lnTo>
                  <a:pt x="51826" y="12737"/>
                </a:lnTo>
                <a:lnTo>
                  <a:pt x="51522" y="12706"/>
                </a:lnTo>
                <a:cubicBezTo>
                  <a:pt x="51218" y="12615"/>
                  <a:pt x="51035" y="12433"/>
                  <a:pt x="51066" y="12372"/>
                </a:cubicBezTo>
                <a:cubicBezTo>
                  <a:pt x="51071" y="12366"/>
                  <a:pt x="51078" y="12364"/>
                  <a:pt x="51087" y="12364"/>
                </a:cubicBezTo>
                <a:cubicBezTo>
                  <a:pt x="51127" y="12364"/>
                  <a:pt x="51193" y="12418"/>
                  <a:pt x="51218" y="12493"/>
                </a:cubicBezTo>
                <a:cubicBezTo>
                  <a:pt x="51339" y="12493"/>
                  <a:pt x="51461" y="12524"/>
                  <a:pt x="51582" y="12585"/>
                </a:cubicBezTo>
                <a:lnTo>
                  <a:pt x="51643" y="12585"/>
                </a:lnTo>
                <a:cubicBezTo>
                  <a:pt x="51674" y="12493"/>
                  <a:pt x="51734" y="12402"/>
                  <a:pt x="51795" y="12341"/>
                </a:cubicBezTo>
                <a:lnTo>
                  <a:pt x="51856" y="12341"/>
                </a:lnTo>
                <a:cubicBezTo>
                  <a:pt x="51932" y="12326"/>
                  <a:pt x="52000" y="12319"/>
                  <a:pt x="52065" y="12319"/>
                </a:cubicBezTo>
                <a:cubicBezTo>
                  <a:pt x="52130" y="12319"/>
                  <a:pt x="52190" y="12326"/>
                  <a:pt x="52251" y="12341"/>
                </a:cubicBezTo>
                <a:lnTo>
                  <a:pt x="52494" y="12493"/>
                </a:lnTo>
                <a:cubicBezTo>
                  <a:pt x="52494" y="12447"/>
                  <a:pt x="52494" y="12418"/>
                  <a:pt x="52494" y="12402"/>
                </a:cubicBezTo>
                <a:cubicBezTo>
                  <a:pt x="52516" y="12424"/>
                  <a:pt x="52553" y="12445"/>
                  <a:pt x="52583" y="12445"/>
                </a:cubicBezTo>
                <a:cubicBezTo>
                  <a:pt x="52596" y="12445"/>
                  <a:pt x="52607" y="12441"/>
                  <a:pt x="52616" y="12433"/>
                </a:cubicBezTo>
                <a:cubicBezTo>
                  <a:pt x="52646" y="12433"/>
                  <a:pt x="52707" y="12493"/>
                  <a:pt x="52707" y="12524"/>
                </a:cubicBezTo>
                <a:cubicBezTo>
                  <a:pt x="52737" y="12524"/>
                  <a:pt x="52950" y="12433"/>
                  <a:pt x="53041" y="12402"/>
                </a:cubicBezTo>
                <a:cubicBezTo>
                  <a:pt x="53067" y="12390"/>
                  <a:pt x="53092" y="12382"/>
                  <a:pt x="53117" y="12382"/>
                </a:cubicBezTo>
                <a:cubicBezTo>
                  <a:pt x="53153" y="12382"/>
                  <a:pt x="53188" y="12397"/>
                  <a:pt x="53224" y="12433"/>
                </a:cubicBezTo>
                <a:cubicBezTo>
                  <a:pt x="53228" y="12437"/>
                  <a:pt x="53234" y="12439"/>
                  <a:pt x="53243" y="12439"/>
                </a:cubicBezTo>
                <a:cubicBezTo>
                  <a:pt x="53294" y="12439"/>
                  <a:pt x="53415" y="12363"/>
                  <a:pt x="53467" y="12311"/>
                </a:cubicBezTo>
                <a:cubicBezTo>
                  <a:pt x="53482" y="12303"/>
                  <a:pt x="53499" y="12300"/>
                  <a:pt x="53517" y="12300"/>
                </a:cubicBezTo>
                <a:cubicBezTo>
                  <a:pt x="53571" y="12300"/>
                  <a:pt x="53634" y="12334"/>
                  <a:pt x="53680" y="12402"/>
                </a:cubicBezTo>
                <a:lnTo>
                  <a:pt x="53923" y="12402"/>
                </a:lnTo>
                <a:cubicBezTo>
                  <a:pt x="53901" y="12313"/>
                  <a:pt x="53927" y="12257"/>
                  <a:pt x="53979" y="12257"/>
                </a:cubicBezTo>
                <a:cubicBezTo>
                  <a:pt x="53998" y="12257"/>
                  <a:pt x="54020" y="12264"/>
                  <a:pt x="54045" y="12281"/>
                </a:cubicBezTo>
                <a:lnTo>
                  <a:pt x="54166" y="12311"/>
                </a:lnTo>
                <a:lnTo>
                  <a:pt x="54288" y="12341"/>
                </a:lnTo>
                <a:cubicBezTo>
                  <a:pt x="54348" y="12357"/>
                  <a:pt x="54409" y="12364"/>
                  <a:pt x="54470" y="12364"/>
                </a:cubicBezTo>
                <a:cubicBezTo>
                  <a:pt x="54531" y="12364"/>
                  <a:pt x="54592" y="12357"/>
                  <a:pt x="54652" y="12341"/>
                </a:cubicBezTo>
                <a:cubicBezTo>
                  <a:pt x="54713" y="12281"/>
                  <a:pt x="54713" y="12220"/>
                  <a:pt x="54652" y="12129"/>
                </a:cubicBezTo>
                <a:close/>
                <a:moveTo>
                  <a:pt x="50492" y="12379"/>
                </a:moveTo>
                <a:cubicBezTo>
                  <a:pt x="50526" y="12379"/>
                  <a:pt x="50564" y="12387"/>
                  <a:pt x="50610" y="12402"/>
                </a:cubicBezTo>
                <a:cubicBezTo>
                  <a:pt x="50630" y="12402"/>
                  <a:pt x="50657" y="12399"/>
                  <a:pt x="50683" y="12399"/>
                </a:cubicBezTo>
                <a:cubicBezTo>
                  <a:pt x="50735" y="12399"/>
                  <a:pt x="50782" y="12412"/>
                  <a:pt x="50762" y="12493"/>
                </a:cubicBezTo>
                <a:lnTo>
                  <a:pt x="50762" y="12524"/>
                </a:lnTo>
                <a:cubicBezTo>
                  <a:pt x="50701" y="12585"/>
                  <a:pt x="50671" y="12676"/>
                  <a:pt x="50731" y="12737"/>
                </a:cubicBezTo>
                <a:cubicBezTo>
                  <a:pt x="50762" y="12767"/>
                  <a:pt x="50579" y="12828"/>
                  <a:pt x="50367" y="12889"/>
                </a:cubicBezTo>
                <a:lnTo>
                  <a:pt x="50154" y="12980"/>
                </a:lnTo>
                <a:cubicBezTo>
                  <a:pt x="50123" y="12980"/>
                  <a:pt x="50063" y="12645"/>
                  <a:pt x="49941" y="12554"/>
                </a:cubicBezTo>
                <a:cubicBezTo>
                  <a:pt x="49883" y="12496"/>
                  <a:pt x="49923" y="12475"/>
                  <a:pt x="49976" y="12475"/>
                </a:cubicBezTo>
                <a:cubicBezTo>
                  <a:pt x="50006" y="12475"/>
                  <a:pt x="50040" y="12482"/>
                  <a:pt x="50063" y="12493"/>
                </a:cubicBezTo>
                <a:cubicBezTo>
                  <a:pt x="50154" y="12493"/>
                  <a:pt x="50245" y="12493"/>
                  <a:pt x="50306" y="12433"/>
                </a:cubicBezTo>
                <a:lnTo>
                  <a:pt x="50397" y="12402"/>
                </a:lnTo>
                <a:cubicBezTo>
                  <a:pt x="50427" y="12387"/>
                  <a:pt x="50458" y="12379"/>
                  <a:pt x="50492" y="12379"/>
                </a:cubicBezTo>
                <a:close/>
                <a:moveTo>
                  <a:pt x="48486" y="12425"/>
                </a:moveTo>
                <a:cubicBezTo>
                  <a:pt x="48498" y="12425"/>
                  <a:pt x="48507" y="12427"/>
                  <a:pt x="48512" y="12433"/>
                </a:cubicBezTo>
                <a:cubicBezTo>
                  <a:pt x="48543" y="12463"/>
                  <a:pt x="48543" y="12493"/>
                  <a:pt x="48573" y="12524"/>
                </a:cubicBezTo>
                <a:cubicBezTo>
                  <a:pt x="48600" y="12524"/>
                  <a:pt x="48771" y="12620"/>
                  <a:pt x="48830" y="12620"/>
                </a:cubicBezTo>
                <a:cubicBezTo>
                  <a:pt x="48838" y="12620"/>
                  <a:pt x="48843" y="12618"/>
                  <a:pt x="48847" y="12615"/>
                </a:cubicBezTo>
                <a:cubicBezTo>
                  <a:pt x="48938" y="12554"/>
                  <a:pt x="49029" y="12493"/>
                  <a:pt x="49120" y="12463"/>
                </a:cubicBezTo>
                <a:lnTo>
                  <a:pt x="49242" y="12554"/>
                </a:lnTo>
                <a:lnTo>
                  <a:pt x="49364" y="12676"/>
                </a:lnTo>
                <a:cubicBezTo>
                  <a:pt x="49440" y="12645"/>
                  <a:pt x="49508" y="12630"/>
                  <a:pt x="49557" y="12630"/>
                </a:cubicBezTo>
                <a:cubicBezTo>
                  <a:pt x="49607" y="12630"/>
                  <a:pt x="49637" y="12645"/>
                  <a:pt x="49637" y="12676"/>
                </a:cubicBezTo>
                <a:cubicBezTo>
                  <a:pt x="49607" y="12797"/>
                  <a:pt x="49485" y="12858"/>
                  <a:pt x="49364" y="12889"/>
                </a:cubicBezTo>
                <a:lnTo>
                  <a:pt x="49212" y="12889"/>
                </a:lnTo>
                <a:cubicBezTo>
                  <a:pt x="49151" y="12889"/>
                  <a:pt x="49090" y="12949"/>
                  <a:pt x="49060" y="13010"/>
                </a:cubicBezTo>
                <a:lnTo>
                  <a:pt x="48938" y="13010"/>
                </a:lnTo>
                <a:cubicBezTo>
                  <a:pt x="48816" y="13010"/>
                  <a:pt x="48816" y="12889"/>
                  <a:pt x="48816" y="12858"/>
                </a:cubicBezTo>
                <a:cubicBezTo>
                  <a:pt x="48816" y="12858"/>
                  <a:pt x="48756" y="12828"/>
                  <a:pt x="48725" y="12828"/>
                </a:cubicBezTo>
                <a:lnTo>
                  <a:pt x="48573" y="12767"/>
                </a:lnTo>
                <a:cubicBezTo>
                  <a:pt x="48482" y="12737"/>
                  <a:pt x="48361" y="12706"/>
                  <a:pt x="48239" y="12676"/>
                </a:cubicBezTo>
                <a:lnTo>
                  <a:pt x="48239" y="12676"/>
                </a:lnTo>
                <a:cubicBezTo>
                  <a:pt x="48269" y="12737"/>
                  <a:pt x="48330" y="12797"/>
                  <a:pt x="48391" y="12858"/>
                </a:cubicBezTo>
                <a:lnTo>
                  <a:pt x="48209" y="12949"/>
                </a:lnTo>
                <a:cubicBezTo>
                  <a:pt x="48133" y="12995"/>
                  <a:pt x="48049" y="13018"/>
                  <a:pt x="47965" y="13018"/>
                </a:cubicBezTo>
                <a:cubicBezTo>
                  <a:pt x="47882" y="13018"/>
                  <a:pt x="47798" y="12995"/>
                  <a:pt x="47722" y="12949"/>
                </a:cubicBezTo>
                <a:lnTo>
                  <a:pt x="47661" y="12919"/>
                </a:lnTo>
                <a:cubicBezTo>
                  <a:pt x="47653" y="12915"/>
                  <a:pt x="47644" y="12913"/>
                  <a:pt x="47633" y="12913"/>
                </a:cubicBezTo>
                <a:cubicBezTo>
                  <a:pt x="47569" y="12913"/>
                  <a:pt x="47475" y="12988"/>
                  <a:pt x="47449" y="13041"/>
                </a:cubicBezTo>
                <a:cubicBezTo>
                  <a:pt x="47449" y="13056"/>
                  <a:pt x="47395" y="13063"/>
                  <a:pt x="47316" y="13063"/>
                </a:cubicBezTo>
                <a:cubicBezTo>
                  <a:pt x="47236" y="13063"/>
                  <a:pt x="47129" y="13056"/>
                  <a:pt x="47023" y="13041"/>
                </a:cubicBezTo>
                <a:lnTo>
                  <a:pt x="47053" y="12767"/>
                </a:lnTo>
                <a:lnTo>
                  <a:pt x="47053" y="12737"/>
                </a:lnTo>
                <a:cubicBezTo>
                  <a:pt x="46975" y="12678"/>
                  <a:pt x="46973" y="12644"/>
                  <a:pt x="47022" y="12644"/>
                </a:cubicBezTo>
                <a:cubicBezTo>
                  <a:pt x="47048" y="12644"/>
                  <a:pt x="47091" y="12654"/>
                  <a:pt x="47145" y="12676"/>
                </a:cubicBezTo>
                <a:lnTo>
                  <a:pt x="47297" y="12706"/>
                </a:lnTo>
                <a:lnTo>
                  <a:pt x="47418" y="12737"/>
                </a:lnTo>
                <a:cubicBezTo>
                  <a:pt x="47509" y="12676"/>
                  <a:pt x="47722" y="12493"/>
                  <a:pt x="47813" y="12493"/>
                </a:cubicBezTo>
                <a:cubicBezTo>
                  <a:pt x="47905" y="12524"/>
                  <a:pt x="47935" y="12585"/>
                  <a:pt x="47905" y="12585"/>
                </a:cubicBezTo>
                <a:cubicBezTo>
                  <a:pt x="47955" y="12597"/>
                  <a:pt x="48005" y="12605"/>
                  <a:pt x="48056" y="12605"/>
                </a:cubicBezTo>
                <a:cubicBezTo>
                  <a:pt x="48127" y="12605"/>
                  <a:pt x="48198" y="12590"/>
                  <a:pt x="48269" y="12554"/>
                </a:cubicBezTo>
                <a:cubicBezTo>
                  <a:pt x="48319" y="12479"/>
                  <a:pt x="48431" y="12425"/>
                  <a:pt x="48486" y="12425"/>
                </a:cubicBezTo>
                <a:close/>
                <a:moveTo>
                  <a:pt x="46810" y="12767"/>
                </a:moveTo>
                <a:cubicBezTo>
                  <a:pt x="46841" y="12767"/>
                  <a:pt x="46810" y="12828"/>
                  <a:pt x="46780" y="12858"/>
                </a:cubicBezTo>
                <a:lnTo>
                  <a:pt x="46719" y="12889"/>
                </a:lnTo>
                <a:cubicBezTo>
                  <a:pt x="46699" y="12899"/>
                  <a:pt x="46672" y="12899"/>
                  <a:pt x="46645" y="12899"/>
                </a:cubicBezTo>
                <a:lnTo>
                  <a:pt x="46645" y="12899"/>
                </a:lnTo>
                <a:cubicBezTo>
                  <a:pt x="46591" y="12899"/>
                  <a:pt x="46537" y="12899"/>
                  <a:pt x="46537" y="12980"/>
                </a:cubicBezTo>
                <a:lnTo>
                  <a:pt x="46537" y="13041"/>
                </a:lnTo>
                <a:cubicBezTo>
                  <a:pt x="46506" y="13071"/>
                  <a:pt x="46468" y="13086"/>
                  <a:pt x="46434" y="13086"/>
                </a:cubicBezTo>
                <a:cubicBezTo>
                  <a:pt x="46400" y="13086"/>
                  <a:pt x="46370" y="13071"/>
                  <a:pt x="46354" y="13041"/>
                </a:cubicBezTo>
                <a:lnTo>
                  <a:pt x="46324" y="12980"/>
                </a:lnTo>
                <a:lnTo>
                  <a:pt x="46263" y="12889"/>
                </a:lnTo>
                <a:cubicBezTo>
                  <a:pt x="46242" y="12846"/>
                  <a:pt x="46281" y="12803"/>
                  <a:pt x="46338" y="12803"/>
                </a:cubicBezTo>
                <a:cubicBezTo>
                  <a:pt x="46362" y="12803"/>
                  <a:pt x="46388" y="12810"/>
                  <a:pt x="46415" y="12828"/>
                </a:cubicBezTo>
                <a:cubicBezTo>
                  <a:pt x="46433" y="12840"/>
                  <a:pt x="46459" y="12845"/>
                  <a:pt x="46488" y="12845"/>
                </a:cubicBezTo>
                <a:cubicBezTo>
                  <a:pt x="46606" y="12845"/>
                  <a:pt x="46786" y="12767"/>
                  <a:pt x="46810" y="12767"/>
                </a:cubicBezTo>
                <a:close/>
                <a:moveTo>
                  <a:pt x="43862" y="12714"/>
                </a:moveTo>
                <a:cubicBezTo>
                  <a:pt x="43946" y="12714"/>
                  <a:pt x="44029" y="12721"/>
                  <a:pt x="44105" y="12737"/>
                </a:cubicBezTo>
                <a:cubicBezTo>
                  <a:pt x="44155" y="12770"/>
                  <a:pt x="44196" y="12794"/>
                  <a:pt x="44238" y="12794"/>
                </a:cubicBezTo>
                <a:cubicBezTo>
                  <a:pt x="44272" y="12794"/>
                  <a:pt x="44307" y="12778"/>
                  <a:pt x="44348" y="12737"/>
                </a:cubicBezTo>
                <a:lnTo>
                  <a:pt x="44439" y="12737"/>
                </a:lnTo>
                <a:cubicBezTo>
                  <a:pt x="44561" y="12737"/>
                  <a:pt x="44713" y="12767"/>
                  <a:pt x="44865" y="12797"/>
                </a:cubicBezTo>
                <a:lnTo>
                  <a:pt x="44987" y="12858"/>
                </a:lnTo>
                <a:cubicBezTo>
                  <a:pt x="45078" y="12828"/>
                  <a:pt x="45199" y="12797"/>
                  <a:pt x="45291" y="12797"/>
                </a:cubicBezTo>
                <a:lnTo>
                  <a:pt x="45412" y="12737"/>
                </a:lnTo>
                <a:lnTo>
                  <a:pt x="45929" y="12737"/>
                </a:lnTo>
                <a:cubicBezTo>
                  <a:pt x="45990" y="12767"/>
                  <a:pt x="46020" y="12858"/>
                  <a:pt x="45929" y="13010"/>
                </a:cubicBezTo>
                <a:lnTo>
                  <a:pt x="45868" y="13041"/>
                </a:lnTo>
                <a:lnTo>
                  <a:pt x="45807" y="13071"/>
                </a:lnTo>
                <a:cubicBezTo>
                  <a:pt x="45655" y="13071"/>
                  <a:pt x="45503" y="13071"/>
                  <a:pt x="45351" y="13041"/>
                </a:cubicBezTo>
                <a:lnTo>
                  <a:pt x="45230" y="13041"/>
                </a:lnTo>
                <a:lnTo>
                  <a:pt x="45017" y="13010"/>
                </a:lnTo>
                <a:cubicBezTo>
                  <a:pt x="44962" y="13065"/>
                  <a:pt x="44901" y="13083"/>
                  <a:pt x="44850" y="13083"/>
                </a:cubicBezTo>
                <a:cubicBezTo>
                  <a:pt x="44789" y="13083"/>
                  <a:pt x="44743" y="13057"/>
                  <a:pt x="44743" y="13041"/>
                </a:cubicBezTo>
                <a:cubicBezTo>
                  <a:pt x="44737" y="13028"/>
                  <a:pt x="44722" y="13023"/>
                  <a:pt x="44701" y="13023"/>
                </a:cubicBezTo>
                <a:cubicBezTo>
                  <a:pt x="44631" y="13023"/>
                  <a:pt x="44498" y="13076"/>
                  <a:pt x="44415" y="13076"/>
                </a:cubicBezTo>
                <a:cubicBezTo>
                  <a:pt x="44402" y="13076"/>
                  <a:pt x="44389" y="13074"/>
                  <a:pt x="44379" y="13071"/>
                </a:cubicBezTo>
                <a:cubicBezTo>
                  <a:pt x="44227" y="13041"/>
                  <a:pt x="44075" y="13010"/>
                  <a:pt x="43923" y="13010"/>
                </a:cubicBezTo>
                <a:lnTo>
                  <a:pt x="43832" y="13071"/>
                </a:lnTo>
                <a:cubicBezTo>
                  <a:pt x="43767" y="13092"/>
                  <a:pt x="43672" y="13114"/>
                  <a:pt x="43579" y="13114"/>
                </a:cubicBezTo>
                <a:cubicBezTo>
                  <a:pt x="43541" y="13114"/>
                  <a:pt x="43502" y="13110"/>
                  <a:pt x="43467" y="13101"/>
                </a:cubicBezTo>
                <a:cubicBezTo>
                  <a:pt x="43376" y="13101"/>
                  <a:pt x="43284" y="12980"/>
                  <a:pt x="43193" y="12980"/>
                </a:cubicBezTo>
                <a:lnTo>
                  <a:pt x="43132" y="12980"/>
                </a:lnTo>
                <a:cubicBezTo>
                  <a:pt x="43110" y="12987"/>
                  <a:pt x="43087" y="12991"/>
                  <a:pt x="43065" y="12991"/>
                </a:cubicBezTo>
                <a:cubicBezTo>
                  <a:pt x="42999" y="12991"/>
                  <a:pt x="42942" y="12957"/>
                  <a:pt x="42920" y="12889"/>
                </a:cubicBezTo>
                <a:cubicBezTo>
                  <a:pt x="42920" y="12858"/>
                  <a:pt x="42920" y="12828"/>
                  <a:pt x="42950" y="12797"/>
                </a:cubicBezTo>
                <a:lnTo>
                  <a:pt x="42980" y="12797"/>
                </a:lnTo>
                <a:cubicBezTo>
                  <a:pt x="43008" y="12790"/>
                  <a:pt x="43040" y="12788"/>
                  <a:pt x="43074" y="12788"/>
                </a:cubicBezTo>
                <a:cubicBezTo>
                  <a:pt x="43134" y="12788"/>
                  <a:pt x="43199" y="12795"/>
                  <a:pt x="43251" y="12795"/>
                </a:cubicBezTo>
                <a:cubicBezTo>
                  <a:pt x="43298" y="12795"/>
                  <a:pt x="43334" y="12789"/>
                  <a:pt x="43345" y="12767"/>
                </a:cubicBezTo>
                <a:cubicBezTo>
                  <a:pt x="43373" y="12730"/>
                  <a:pt x="43401" y="12718"/>
                  <a:pt x="43429" y="12718"/>
                </a:cubicBezTo>
                <a:cubicBezTo>
                  <a:pt x="43476" y="12718"/>
                  <a:pt x="43523" y="12752"/>
                  <a:pt x="43570" y="12752"/>
                </a:cubicBezTo>
                <a:cubicBezTo>
                  <a:pt x="43586" y="12752"/>
                  <a:pt x="43602" y="12747"/>
                  <a:pt x="43619" y="12737"/>
                </a:cubicBezTo>
                <a:cubicBezTo>
                  <a:pt x="43695" y="12721"/>
                  <a:pt x="43778" y="12714"/>
                  <a:pt x="43862" y="12714"/>
                </a:cubicBezTo>
                <a:close/>
                <a:moveTo>
                  <a:pt x="41886" y="12797"/>
                </a:moveTo>
                <a:cubicBezTo>
                  <a:pt x="41988" y="12797"/>
                  <a:pt x="42279" y="12903"/>
                  <a:pt x="42426" y="12903"/>
                </a:cubicBezTo>
                <a:cubicBezTo>
                  <a:pt x="42455" y="12903"/>
                  <a:pt x="42479" y="12899"/>
                  <a:pt x="42494" y="12889"/>
                </a:cubicBezTo>
                <a:cubicBezTo>
                  <a:pt x="42527" y="12872"/>
                  <a:pt x="42559" y="12865"/>
                  <a:pt x="42590" y="12865"/>
                </a:cubicBezTo>
                <a:cubicBezTo>
                  <a:pt x="42674" y="12865"/>
                  <a:pt x="42745" y="12921"/>
                  <a:pt x="42768" y="13010"/>
                </a:cubicBezTo>
                <a:lnTo>
                  <a:pt x="42646" y="13101"/>
                </a:lnTo>
                <a:lnTo>
                  <a:pt x="42525" y="13162"/>
                </a:lnTo>
                <a:cubicBezTo>
                  <a:pt x="42403" y="13132"/>
                  <a:pt x="42221" y="13010"/>
                  <a:pt x="42160" y="13010"/>
                </a:cubicBezTo>
                <a:cubicBezTo>
                  <a:pt x="42099" y="13010"/>
                  <a:pt x="42038" y="13010"/>
                  <a:pt x="42008" y="13041"/>
                </a:cubicBezTo>
                <a:lnTo>
                  <a:pt x="41947" y="13071"/>
                </a:lnTo>
                <a:cubicBezTo>
                  <a:pt x="41904" y="13092"/>
                  <a:pt x="41861" y="13114"/>
                  <a:pt x="41818" y="13114"/>
                </a:cubicBezTo>
                <a:cubicBezTo>
                  <a:pt x="41800" y="13114"/>
                  <a:pt x="41782" y="13110"/>
                  <a:pt x="41765" y="13101"/>
                </a:cubicBezTo>
                <a:lnTo>
                  <a:pt x="41704" y="13101"/>
                </a:lnTo>
                <a:cubicBezTo>
                  <a:pt x="41673" y="13041"/>
                  <a:pt x="41704" y="12919"/>
                  <a:pt x="41734" y="12858"/>
                </a:cubicBezTo>
                <a:lnTo>
                  <a:pt x="41825" y="12828"/>
                </a:lnTo>
                <a:lnTo>
                  <a:pt x="41886" y="12797"/>
                </a:lnTo>
                <a:close/>
                <a:moveTo>
                  <a:pt x="40321" y="12764"/>
                </a:moveTo>
                <a:cubicBezTo>
                  <a:pt x="40422" y="12764"/>
                  <a:pt x="40516" y="12790"/>
                  <a:pt x="40610" y="12828"/>
                </a:cubicBezTo>
                <a:cubicBezTo>
                  <a:pt x="40640" y="12843"/>
                  <a:pt x="40670" y="12851"/>
                  <a:pt x="40701" y="12851"/>
                </a:cubicBezTo>
                <a:cubicBezTo>
                  <a:pt x="40731" y="12851"/>
                  <a:pt x="40762" y="12843"/>
                  <a:pt x="40792" y="12828"/>
                </a:cubicBezTo>
                <a:lnTo>
                  <a:pt x="41035" y="12767"/>
                </a:lnTo>
                <a:cubicBezTo>
                  <a:pt x="41309" y="12858"/>
                  <a:pt x="41370" y="13010"/>
                  <a:pt x="41309" y="13041"/>
                </a:cubicBezTo>
                <a:cubicBezTo>
                  <a:pt x="41248" y="13071"/>
                  <a:pt x="41370" y="13223"/>
                  <a:pt x="41278" y="13253"/>
                </a:cubicBezTo>
                <a:cubicBezTo>
                  <a:pt x="41187" y="13253"/>
                  <a:pt x="41005" y="13071"/>
                  <a:pt x="40914" y="13010"/>
                </a:cubicBezTo>
                <a:cubicBezTo>
                  <a:pt x="40900" y="13007"/>
                  <a:pt x="40886" y="13005"/>
                  <a:pt x="40872" y="13005"/>
                </a:cubicBezTo>
                <a:cubicBezTo>
                  <a:pt x="40759" y="13005"/>
                  <a:pt x="40630" y="13101"/>
                  <a:pt x="40549" y="13101"/>
                </a:cubicBezTo>
                <a:cubicBezTo>
                  <a:pt x="40458" y="13101"/>
                  <a:pt x="40336" y="13071"/>
                  <a:pt x="40245" y="13010"/>
                </a:cubicBezTo>
                <a:lnTo>
                  <a:pt x="40093" y="13101"/>
                </a:lnTo>
                <a:cubicBezTo>
                  <a:pt x="40054" y="13127"/>
                  <a:pt x="40010" y="13136"/>
                  <a:pt x="39966" y="13136"/>
                </a:cubicBezTo>
                <a:cubicBezTo>
                  <a:pt x="39904" y="13136"/>
                  <a:pt x="39842" y="13119"/>
                  <a:pt x="39789" y="13101"/>
                </a:cubicBezTo>
                <a:lnTo>
                  <a:pt x="39759" y="13042"/>
                </a:lnTo>
                <a:lnTo>
                  <a:pt x="39759" y="13042"/>
                </a:lnTo>
                <a:cubicBezTo>
                  <a:pt x="39786" y="12990"/>
                  <a:pt x="39828" y="12898"/>
                  <a:pt x="39880" y="12767"/>
                </a:cubicBezTo>
                <a:lnTo>
                  <a:pt x="39911" y="12767"/>
                </a:lnTo>
                <a:cubicBezTo>
                  <a:pt x="39944" y="12817"/>
                  <a:pt x="39977" y="12840"/>
                  <a:pt x="40016" y="12840"/>
                </a:cubicBezTo>
                <a:cubicBezTo>
                  <a:pt x="40047" y="12840"/>
                  <a:pt x="40082" y="12825"/>
                  <a:pt x="40123" y="12797"/>
                </a:cubicBezTo>
                <a:cubicBezTo>
                  <a:pt x="40193" y="12774"/>
                  <a:pt x="40258" y="12764"/>
                  <a:pt x="40321" y="12764"/>
                </a:cubicBezTo>
                <a:close/>
                <a:moveTo>
                  <a:pt x="39108" y="12877"/>
                </a:moveTo>
                <a:cubicBezTo>
                  <a:pt x="39195" y="12877"/>
                  <a:pt x="39282" y="12889"/>
                  <a:pt x="39363" y="12889"/>
                </a:cubicBezTo>
                <a:cubicBezTo>
                  <a:pt x="39395" y="12889"/>
                  <a:pt x="39424" y="12891"/>
                  <a:pt x="39452" y="12895"/>
                </a:cubicBezTo>
                <a:lnTo>
                  <a:pt x="39452" y="12895"/>
                </a:lnTo>
                <a:cubicBezTo>
                  <a:pt x="39414" y="12916"/>
                  <a:pt x="39374" y="12945"/>
                  <a:pt x="39333" y="12980"/>
                </a:cubicBezTo>
                <a:lnTo>
                  <a:pt x="39120" y="13101"/>
                </a:lnTo>
                <a:cubicBezTo>
                  <a:pt x="39114" y="13107"/>
                  <a:pt x="39106" y="13110"/>
                  <a:pt x="39095" y="13110"/>
                </a:cubicBezTo>
                <a:cubicBezTo>
                  <a:pt x="39053" y="13110"/>
                  <a:pt x="38980" y="13071"/>
                  <a:pt x="38907" y="13071"/>
                </a:cubicBezTo>
                <a:cubicBezTo>
                  <a:pt x="38899" y="13062"/>
                  <a:pt x="38890" y="13058"/>
                  <a:pt x="38881" y="13058"/>
                </a:cubicBezTo>
                <a:cubicBezTo>
                  <a:pt x="38859" y="13058"/>
                  <a:pt x="38838" y="13080"/>
                  <a:pt x="38816" y="13101"/>
                </a:cubicBezTo>
                <a:lnTo>
                  <a:pt x="38816" y="13132"/>
                </a:lnTo>
                <a:cubicBezTo>
                  <a:pt x="38683" y="13176"/>
                  <a:pt x="38549" y="13204"/>
                  <a:pt x="38416" y="13204"/>
                </a:cubicBezTo>
                <a:cubicBezTo>
                  <a:pt x="38367" y="13204"/>
                  <a:pt x="38318" y="13201"/>
                  <a:pt x="38269" y="13192"/>
                </a:cubicBezTo>
                <a:lnTo>
                  <a:pt x="38026" y="13284"/>
                </a:lnTo>
                <a:cubicBezTo>
                  <a:pt x="37996" y="13284"/>
                  <a:pt x="37935" y="13223"/>
                  <a:pt x="37935" y="13192"/>
                </a:cubicBezTo>
                <a:cubicBezTo>
                  <a:pt x="37922" y="13167"/>
                  <a:pt x="37898" y="13157"/>
                  <a:pt x="37868" y="13157"/>
                </a:cubicBezTo>
                <a:cubicBezTo>
                  <a:pt x="37827" y="13157"/>
                  <a:pt x="37775" y="13175"/>
                  <a:pt x="37722" y="13192"/>
                </a:cubicBezTo>
                <a:lnTo>
                  <a:pt x="37631" y="13223"/>
                </a:lnTo>
                <a:lnTo>
                  <a:pt x="37509" y="13223"/>
                </a:lnTo>
                <a:cubicBezTo>
                  <a:pt x="37418" y="13192"/>
                  <a:pt x="37296" y="13132"/>
                  <a:pt x="37205" y="13041"/>
                </a:cubicBezTo>
                <a:cubicBezTo>
                  <a:pt x="37212" y="13034"/>
                  <a:pt x="37233" y="13031"/>
                  <a:pt x="37262" y="13031"/>
                </a:cubicBezTo>
                <a:cubicBezTo>
                  <a:pt x="37315" y="13031"/>
                  <a:pt x="37394" y="13038"/>
                  <a:pt x="37467" y="13038"/>
                </a:cubicBezTo>
                <a:cubicBezTo>
                  <a:pt x="37534" y="13038"/>
                  <a:pt x="37597" y="13033"/>
                  <a:pt x="37631" y="13010"/>
                </a:cubicBezTo>
                <a:cubicBezTo>
                  <a:pt x="37656" y="12960"/>
                  <a:pt x="37721" y="12911"/>
                  <a:pt x="37794" y="12911"/>
                </a:cubicBezTo>
                <a:cubicBezTo>
                  <a:pt x="37810" y="12911"/>
                  <a:pt x="37827" y="12913"/>
                  <a:pt x="37844" y="12919"/>
                </a:cubicBezTo>
                <a:cubicBezTo>
                  <a:pt x="37904" y="12949"/>
                  <a:pt x="37935" y="12980"/>
                  <a:pt x="37996" y="12980"/>
                </a:cubicBezTo>
                <a:lnTo>
                  <a:pt x="38786" y="12980"/>
                </a:lnTo>
                <a:cubicBezTo>
                  <a:pt x="38887" y="12895"/>
                  <a:pt x="38998" y="12877"/>
                  <a:pt x="39108" y="12877"/>
                </a:cubicBezTo>
                <a:close/>
                <a:moveTo>
                  <a:pt x="35503" y="13010"/>
                </a:moveTo>
                <a:cubicBezTo>
                  <a:pt x="35625" y="13041"/>
                  <a:pt x="35716" y="13071"/>
                  <a:pt x="35777" y="13132"/>
                </a:cubicBezTo>
                <a:cubicBezTo>
                  <a:pt x="35807" y="13162"/>
                  <a:pt x="35746" y="13223"/>
                  <a:pt x="35716" y="13223"/>
                </a:cubicBezTo>
                <a:cubicBezTo>
                  <a:pt x="35594" y="13223"/>
                  <a:pt x="35473" y="13223"/>
                  <a:pt x="35351" y="13192"/>
                </a:cubicBezTo>
                <a:lnTo>
                  <a:pt x="35260" y="13253"/>
                </a:lnTo>
                <a:cubicBezTo>
                  <a:pt x="35206" y="13280"/>
                  <a:pt x="35224" y="13380"/>
                  <a:pt x="35143" y="13380"/>
                </a:cubicBezTo>
                <a:cubicBezTo>
                  <a:pt x="35133" y="13380"/>
                  <a:pt x="35121" y="13378"/>
                  <a:pt x="35108" y="13375"/>
                </a:cubicBezTo>
                <a:lnTo>
                  <a:pt x="35017" y="13344"/>
                </a:lnTo>
                <a:cubicBezTo>
                  <a:pt x="34956" y="13253"/>
                  <a:pt x="35047" y="13132"/>
                  <a:pt x="35260" y="13101"/>
                </a:cubicBezTo>
                <a:lnTo>
                  <a:pt x="35412" y="13041"/>
                </a:lnTo>
                <a:lnTo>
                  <a:pt x="35503" y="13010"/>
                </a:lnTo>
                <a:close/>
                <a:moveTo>
                  <a:pt x="78391" y="12706"/>
                </a:moveTo>
                <a:cubicBezTo>
                  <a:pt x="78483" y="12737"/>
                  <a:pt x="78604" y="12797"/>
                  <a:pt x="78635" y="12919"/>
                </a:cubicBezTo>
                <a:cubicBezTo>
                  <a:pt x="78635" y="12927"/>
                  <a:pt x="78637" y="12937"/>
                  <a:pt x="78642" y="12948"/>
                </a:cubicBezTo>
                <a:lnTo>
                  <a:pt x="78642" y="12948"/>
                </a:lnTo>
                <a:cubicBezTo>
                  <a:pt x="78716" y="12934"/>
                  <a:pt x="78797" y="12927"/>
                  <a:pt x="78878" y="12927"/>
                </a:cubicBezTo>
                <a:cubicBezTo>
                  <a:pt x="78961" y="12927"/>
                  <a:pt x="79045" y="12934"/>
                  <a:pt x="79121" y="12949"/>
                </a:cubicBezTo>
                <a:lnTo>
                  <a:pt x="79273" y="13010"/>
                </a:lnTo>
                <a:lnTo>
                  <a:pt x="79364" y="13041"/>
                </a:lnTo>
                <a:cubicBezTo>
                  <a:pt x="79388" y="13058"/>
                  <a:pt x="79368" y="13066"/>
                  <a:pt x="79321" y="13066"/>
                </a:cubicBezTo>
                <a:cubicBezTo>
                  <a:pt x="79196" y="13066"/>
                  <a:pt x="78877" y="13015"/>
                  <a:pt x="78654" y="12972"/>
                </a:cubicBezTo>
                <a:lnTo>
                  <a:pt x="78654" y="12972"/>
                </a:lnTo>
                <a:cubicBezTo>
                  <a:pt x="78694" y="13038"/>
                  <a:pt x="78792" y="13130"/>
                  <a:pt x="78908" y="13223"/>
                </a:cubicBezTo>
                <a:lnTo>
                  <a:pt x="78878" y="13223"/>
                </a:lnTo>
                <a:cubicBezTo>
                  <a:pt x="78919" y="13247"/>
                  <a:pt x="78944" y="13254"/>
                  <a:pt x="78960" y="13254"/>
                </a:cubicBezTo>
                <a:cubicBezTo>
                  <a:pt x="78981" y="13254"/>
                  <a:pt x="78986" y="13242"/>
                  <a:pt x="78988" y="13242"/>
                </a:cubicBezTo>
                <a:cubicBezTo>
                  <a:pt x="78989" y="13242"/>
                  <a:pt x="78988" y="13256"/>
                  <a:pt x="78999" y="13314"/>
                </a:cubicBezTo>
                <a:lnTo>
                  <a:pt x="78999" y="13375"/>
                </a:lnTo>
                <a:cubicBezTo>
                  <a:pt x="78999" y="13405"/>
                  <a:pt x="79121" y="13436"/>
                  <a:pt x="78999" y="13496"/>
                </a:cubicBezTo>
                <a:cubicBezTo>
                  <a:pt x="78939" y="13496"/>
                  <a:pt x="78908" y="13466"/>
                  <a:pt x="78878" y="13436"/>
                </a:cubicBezTo>
                <a:lnTo>
                  <a:pt x="78787" y="13375"/>
                </a:lnTo>
                <a:cubicBezTo>
                  <a:pt x="78726" y="13284"/>
                  <a:pt x="78665" y="13162"/>
                  <a:pt x="78635" y="13071"/>
                </a:cubicBezTo>
                <a:lnTo>
                  <a:pt x="78635" y="12980"/>
                </a:lnTo>
                <a:lnTo>
                  <a:pt x="78635" y="12968"/>
                </a:lnTo>
                <a:lnTo>
                  <a:pt x="78635" y="12968"/>
                </a:lnTo>
                <a:cubicBezTo>
                  <a:pt x="78641" y="12969"/>
                  <a:pt x="78647" y="12971"/>
                  <a:pt x="78654" y="12972"/>
                </a:cubicBezTo>
                <a:lnTo>
                  <a:pt x="78654" y="12972"/>
                </a:lnTo>
                <a:cubicBezTo>
                  <a:pt x="78649" y="12963"/>
                  <a:pt x="78645" y="12955"/>
                  <a:pt x="78642" y="12948"/>
                </a:cubicBezTo>
                <a:lnTo>
                  <a:pt x="78642" y="12948"/>
                </a:lnTo>
                <a:cubicBezTo>
                  <a:pt x="78639" y="12948"/>
                  <a:pt x="78637" y="12949"/>
                  <a:pt x="78635" y="12949"/>
                </a:cubicBezTo>
                <a:lnTo>
                  <a:pt x="78635" y="12968"/>
                </a:lnTo>
                <a:lnTo>
                  <a:pt x="78635" y="12968"/>
                </a:lnTo>
                <a:cubicBezTo>
                  <a:pt x="78522" y="12946"/>
                  <a:pt x="78438" y="12927"/>
                  <a:pt x="78422" y="12919"/>
                </a:cubicBezTo>
                <a:cubicBezTo>
                  <a:pt x="78391" y="12889"/>
                  <a:pt x="78361" y="12828"/>
                  <a:pt x="78361" y="12828"/>
                </a:cubicBezTo>
                <a:cubicBezTo>
                  <a:pt x="78300" y="12889"/>
                  <a:pt x="78239" y="12949"/>
                  <a:pt x="78148" y="12980"/>
                </a:cubicBezTo>
                <a:cubicBezTo>
                  <a:pt x="78148" y="12980"/>
                  <a:pt x="78027" y="12949"/>
                  <a:pt x="78027" y="12949"/>
                </a:cubicBezTo>
                <a:lnTo>
                  <a:pt x="78027" y="12858"/>
                </a:lnTo>
                <a:cubicBezTo>
                  <a:pt x="78088" y="12797"/>
                  <a:pt x="78179" y="12767"/>
                  <a:pt x="78270" y="12737"/>
                </a:cubicBezTo>
                <a:lnTo>
                  <a:pt x="78391" y="12706"/>
                </a:lnTo>
                <a:close/>
                <a:moveTo>
                  <a:pt x="34424" y="13664"/>
                </a:moveTo>
                <a:cubicBezTo>
                  <a:pt x="34492" y="13664"/>
                  <a:pt x="34561" y="13679"/>
                  <a:pt x="34622" y="13709"/>
                </a:cubicBezTo>
                <a:lnTo>
                  <a:pt x="34591" y="13861"/>
                </a:lnTo>
                <a:cubicBezTo>
                  <a:pt x="34591" y="13892"/>
                  <a:pt x="34561" y="13952"/>
                  <a:pt x="34530" y="13983"/>
                </a:cubicBezTo>
                <a:cubicBezTo>
                  <a:pt x="34470" y="13952"/>
                  <a:pt x="34348" y="13740"/>
                  <a:pt x="34287" y="13740"/>
                </a:cubicBezTo>
                <a:cubicBezTo>
                  <a:pt x="34261" y="13749"/>
                  <a:pt x="34236" y="13752"/>
                  <a:pt x="34217" y="13752"/>
                </a:cubicBezTo>
                <a:cubicBezTo>
                  <a:pt x="34171" y="13752"/>
                  <a:pt x="34153" y="13731"/>
                  <a:pt x="34196" y="13709"/>
                </a:cubicBezTo>
                <a:lnTo>
                  <a:pt x="34227" y="13709"/>
                </a:lnTo>
                <a:cubicBezTo>
                  <a:pt x="34287" y="13679"/>
                  <a:pt x="34356" y="13664"/>
                  <a:pt x="34424" y="13664"/>
                </a:cubicBezTo>
                <a:close/>
                <a:moveTo>
                  <a:pt x="75018" y="13983"/>
                </a:moveTo>
                <a:cubicBezTo>
                  <a:pt x="75109" y="13983"/>
                  <a:pt x="75230" y="14013"/>
                  <a:pt x="75230" y="14074"/>
                </a:cubicBezTo>
                <a:lnTo>
                  <a:pt x="75230" y="14135"/>
                </a:lnTo>
                <a:cubicBezTo>
                  <a:pt x="75230" y="14165"/>
                  <a:pt x="75109" y="14165"/>
                  <a:pt x="75018" y="14165"/>
                </a:cubicBezTo>
                <a:lnTo>
                  <a:pt x="75018" y="14196"/>
                </a:lnTo>
                <a:cubicBezTo>
                  <a:pt x="74926" y="14165"/>
                  <a:pt x="74896" y="13983"/>
                  <a:pt x="75018" y="13983"/>
                </a:cubicBezTo>
                <a:close/>
                <a:moveTo>
                  <a:pt x="77531" y="13958"/>
                </a:moveTo>
                <a:cubicBezTo>
                  <a:pt x="77580" y="13958"/>
                  <a:pt x="77610" y="13966"/>
                  <a:pt x="77601" y="13983"/>
                </a:cubicBezTo>
                <a:cubicBezTo>
                  <a:pt x="77582" y="14020"/>
                  <a:pt x="77540" y="14046"/>
                  <a:pt x="77482" y="14046"/>
                </a:cubicBezTo>
                <a:cubicBezTo>
                  <a:pt x="77446" y="14046"/>
                  <a:pt x="77404" y="14036"/>
                  <a:pt x="77358" y="14013"/>
                </a:cubicBezTo>
                <a:lnTo>
                  <a:pt x="77297" y="14135"/>
                </a:lnTo>
                <a:cubicBezTo>
                  <a:pt x="77267" y="14196"/>
                  <a:pt x="77206" y="14287"/>
                  <a:pt x="77145" y="14317"/>
                </a:cubicBezTo>
                <a:lnTo>
                  <a:pt x="77084" y="14317"/>
                </a:lnTo>
                <a:cubicBezTo>
                  <a:pt x="76932" y="14256"/>
                  <a:pt x="76932" y="14135"/>
                  <a:pt x="77054" y="14074"/>
                </a:cubicBezTo>
                <a:cubicBezTo>
                  <a:pt x="77142" y="14008"/>
                  <a:pt x="77403" y="13958"/>
                  <a:pt x="77531" y="13958"/>
                </a:cubicBezTo>
                <a:close/>
                <a:moveTo>
                  <a:pt x="69668" y="13800"/>
                </a:moveTo>
                <a:cubicBezTo>
                  <a:pt x="69729" y="13800"/>
                  <a:pt x="69759" y="13831"/>
                  <a:pt x="69820" y="13861"/>
                </a:cubicBezTo>
                <a:lnTo>
                  <a:pt x="69820" y="13983"/>
                </a:lnTo>
                <a:lnTo>
                  <a:pt x="70093" y="13922"/>
                </a:lnTo>
                <a:lnTo>
                  <a:pt x="70093" y="14013"/>
                </a:lnTo>
                <a:lnTo>
                  <a:pt x="69911" y="14044"/>
                </a:lnTo>
                <a:cubicBezTo>
                  <a:pt x="69796" y="14215"/>
                  <a:pt x="69520" y="14441"/>
                  <a:pt x="69412" y="14441"/>
                </a:cubicBezTo>
                <a:cubicBezTo>
                  <a:pt x="69406" y="14441"/>
                  <a:pt x="69400" y="14440"/>
                  <a:pt x="69394" y="14439"/>
                </a:cubicBezTo>
                <a:cubicBezTo>
                  <a:pt x="69334" y="14378"/>
                  <a:pt x="69364" y="14317"/>
                  <a:pt x="69516" y="14256"/>
                </a:cubicBezTo>
                <a:lnTo>
                  <a:pt x="69486" y="14256"/>
                </a:lnTo>
                <a:cubicBezTo>
                  <a:pt x="69638" y="14196"/>
                  <a:pt x="69607" y="13892"/>
                  <a:pt x="69546" y="13861"/>
                </a:cubicBezTo>
                <a:lnTo>
                  <a:pt x="69668" y="13800"/>
                </a:lnTo>
                <a:close/>
                <a:moveTo>
                  <a:pt x="8937" y="14089"/>
                </a:moveTo>
                <a:cubicBezTo>
                  <a:pt x="8968" y="14089"/>
                  <a:pt x="8998" y="14104"/>
                  <a:pt x="9028" y="14135"/>
                </a:cubicBezTo>
                <a:lnTo>
                  <a:pt x="9028" y="14165"/>
                </a:lnTo>
                <a:lnTo>
                  <a:pt x="9059" y="14196"/>
                </a:lnTo>
                <a:cubicBezTo>
                  <a:pt x="9059" y="14223"/>
                  <a:pt x="9071" y="14238"/>
                  <a:pt x="9096" y="14238"/>
                </a:cubicBezTo>
                <a:cubicBezTo>
                  <a:pt x="9126" y="14238"/>
                  <a:pt x="9174" y="14215"/>
                  <a:pt x="9241" y="14165"/>
                </a:cubicBezTo>
                <a:lnTo>
                  <a:pt x="9424" y="14165"/>
                </a:lnTo>
                <a:cubicBezTo>
                  <a:pt x="9545" y="14226"/>
                  <a:pt x="9576" y="14287"/>
                  <a:pt x="9484" y="14317"/>
                </a:cubicBezTo>
                <a:lnTo>
                  <a:pt x="9484" y="14348"/>
                </a:lnTo>
                <a:cubicBezTo>
                  <a:pt x="9436" y="14460"/>
                  <a:pt x="9380" y="14496"/>
                  <a:pt x="9314" y="14496"/>
                </a:cubicBezTo>
                <a:cubicBezTo>
                  <a:pt x="9256" y="14496"/>
                  <a:pt x="9191" y="14467"/>
                  <a:pt x="9120" y="14439"/>
                </a:cubicBezTo>
                <a:lnTo>
                  <a:pt x="8907" y="14317"/>
                </a:lnTo>
                <a:cubicBezTo>
                  <a:pt x="8907" y="14422"/>
                  <a:pt x="8776" y="14455"/>
                  <a:pt x="8675" y="14455"/>
                </a:cubicBezTo>
                <a:cubicBezTo>
                  <a:pt x="8630" y="14455"/>
                  <a:pt x="8591" y="14448"/>
                  <a:pt x="8573" y="14439"/>
                </a:cubicBezTo>
                <a:cubicBezTo>
                  <a:pt x="8481" y="14378"/>
                  <a:pt x="8451" y="14348"/>
                  <a:pt x="8542" y="14348"/>
                </a:cubicBezTo>
                <a:cubicBezTo>
                  <a:pt x="8603" y="14348"/>
                  <a:pt x="8785" y="14287"/>
                  <a:pt x="8816" y="14196"/>
                </a:cubicBezTo>
                <a:lnTo>
                  <a:pt x="8846" y="14165"/>
                </a:lnTo>
                <a:lnTo>
                  <a:pt x="8846" y="14135"/>
                </a:lnTo>
                <a:cubicBezTo>
                  <a:pt x="8876" y="14104"/>
                  <a:pt x="8907" y="14089"/>
                  <a:pt x="8937" y="14089"/>
                </a:cubicBezTo>
                <a:close/>
                <a:moveTo>
                  <a:pt x="78452" y="14682"/>
                </a:moveTo>
                <a:cubicBezTo>
                  <a:pt x="78476" y="14741"/>
                  <a:pt x="78500" y="14806"/>
                  <a:pt x="78522" y="14871"/>
                </a:cubicBezTo>
                <a:lnTo>
                  <a:pt x="78522" y="14871"/>
                </a:lnTo>
                <a:cubicBezTo>
                  <a:pt x="78599" y="14812"/>
                  <a:pt x="78660" y="14766"/>
                  <a:pt x="78695" y="14743"/>
                </a:cubicBezTo>
                <a:lnTo>
                  <a:pt x="78695" y="14895"/>
                </a:lnTo>
                <a:cubicBezTo>
                  <a:pt x="78655" y="14956"/>
                  <a:pt x="78614" y="15003"/>
                  <a:pt x="78573" y="15037"/>
                </a:cubicBezTo>
                <a:lnTo>
                  <a:pt x="78573" y="15037"/>
                </a:lnTo>
                <a:cubicBezTo>
                  <a:pt x="78558" y="14983"/>
                  <a:pt x="78541" y="14927"/>
                  <a:pt x="78522" y="14871"/>
                </a:cubicBezTo>
                <a:lnTo>
                  <a:pt x="78522" y="14871"/>
                </a:lnTo>
                <a:cubicBezTo>
                  <a:pt x="78472" y="14910"/>
                  <a:pt x="78415" y="14955"/>
                  <a:pt x="78356" y="15003"/>
                </a:cubicBezTo>
                <a:lnTo>
                  <a:pt x="78356" y="15003"/>
                </a:lnTo>
                <a:cubicBezTo>
                  <a:pt x="78218" y="14976"/>
                  <a:pt x="78062" y="14943"/>
                  <a:pt x="77905" y="14864"/>
                </a:cubicBezTo>
                <a:lnTo>
                  <a:pt x="77692" y="14834"/>
                </a:lnTo>
                <a:cubicBezTo>
                  <a:pt x="77692" y="14803"/>
                  <a:pt x="77692" y="14743"/>
                  <a:pt x="77692" y="14712"/>
                </a:cubicBezTo>
                <a:cubicBezTo>
                  <a:pt x="77753" y="14682"/>
                  <a:pt x="77784" y="14682"/>
                  <a:pt x="77844" y="14682"/>
                </a:cubicBezTo>
                <a:cubicBezTo>
                  <a:pt x="77875" y="14712"/>
                  <a:pt x="77936" y="14773"/>
                  <a:pt x="77966" y="14803"/>
                </a:cubicBezTo>
                <a:cubicBezTo>
                  <a:pt x="78088" y="14834"/>
                  <a:pt x="78179" y="14834"/>
                  <a:pt x="78270" y="14864"/>
                </a:cubicBezTo>
                <a:cubicBezTo>
                  <a:pt x="78284" y="14867"/>
                  <a:pt x="78296" y="14868"/>
                  <a:pt x="78306" y="14868"/>
                </a:cubicBezTo>
                <a:cubicBezTo>
                  <a:pt x="78412" y="14868"/>
                  <a:pt x="78367" y="14740"/>
                  <a:pt x="78422" y="14712"/>
                </a:cubicBezTo>
                <a:lnTo>
                  <a:pt x="78452" y="14682"/>
                </a:lnTo>
                <a:close/>
                <a:moveTo>
                  <a:pt x="71248" y="15138"/>
                </a:moveTo>
                <a:cubicBezTo>
                  <a:pt x="71309" y="15168"/>
                  <a:pt x="71340" y="15259"/>
                  <a:pt x="71309" y="15320"/>
                </a:cubicBezTo>
                <a:cubicBezTo>
                  <a:pt x="71279" y="15381"/>
                  <a:pt x="71431" y="15472"/>
                  <a:pt x="71461" y="15503"/>
                </a:cubicBezTo>
                <a:lnTo>
                  <a:pt x="71431" y="15533"/>
                </a:lnTo>
                <a:lnTo>
                  <a:pt x="71370" y="15594"/>
                </a:lnTo>
                <a:cubicBezTo>
                  <a:pt x="71400" y="15685"/>
                  <a:pt x="71431" y="15746"/>
                  <a:pt x="71492" y="15837"/>
                </a:cubicBezTo>
                <a:lnTo>
                  <a:pt x="71400" y="15867"/>
                </a:lnTo>
                <a:cubicBezTo>
                  <a:pt x="71340" y="15867"/>
                  <a:pt x="71248" y="15837"/>
                  <a:pt x="71218" y="15806"/>
                </a:cubicBezTo>
                <a:lnTo>
                  <a:pt x="71127" y="15715"/>
                </a:lnTo>
                <a:cubicBezTo>
                  <a:pt x="71088" y="15741"/>
                  <a:pt x="71055" y="15750"/>
                  <a:pt x="71028" y="15750"/>
                </a:cubicBezTo>
                <a:cubicBezTo>
                  <a:pt x="70990" y="15750"/>
                  <a:pt x="70962" y="15733"/>
                  <a:pt x="70945" y="15715"/>
                </a:cubicBezTo>
                <a:lnTo>
                  <a:pt x="71036" y="15594"/>
                </a:lnTo>
                <a:cubicBezTo>
                  <a:pt x="70975" y="15503"/>
                  <a:pt x="70884" y="15381"/>
                  <a:pt x="70823" y="15290"/>
                </a:cubicBezTo>
                <a:lnTo>
                  <a:pt x="70853" y="15259"/>
                </a:lnTo>
                <a:lnTo>
                  <a:pt x="70884" y="15199"/>
                </a:lnTo>
                <a:cubicBezTo>
                  <a:pt x="70908" y="15207"/>
                  <a:pt x="70933" y="15211"/>
                  <a:pt x="70957" y="15211"/>
                </a:cubicBezTo>
                <a:cubicBezTo>
                  <a:pt x="71024" y="15211"/>
                  <a:pt x="71091" y="15182"/>
                  <a:pt x="71157" y="15138"/>
                </a:cubicBezTo>
                <a:close/>
                <a:moveTo>
                  <a:pt x="69090" y="15685"/>
                </a:moveTo>
                <a:cubicBezTo>
                  <a:pt x="69182" y="15685"/>
                  <a:pt x="69303" y="15746"/>
                  <a:pt x="69090" y="15806"/>
                </a:cubicBezTo>
                <a:lnTo>
                  <a:pt x="69151" y="16050"/>
                </a:lnTo>
                <a:cubicBezTo>
                  <a:pt x="69151" y="16080"/>
                  <a:pt x="69060" y="16110"/>
                  <a:pt x="68999" y="16141"/>
                </a:cubicBezTo>
                <a:lnTo>
                  <a:pt x="68908" y="16141"/>
                </a:lnTo>
                <a:cubicBezTo>
                  <a:pt x="68878" y="16110"/>
                  <a:pt x="68878" y="16080"/>
                  <a:pt x="68878" y="16080"/>
                </a:cubicBezTo>
                <a:lnTo>
                  <a:pt x="68969" y="15928"/>
                </a:lnTo>
                <a:cubicBezTo>
                  <a:pt x="68908" y="15776"/>
                  <a:pt x="68969" y="15685"/>
                  <a:pt x="69090" y="15685"/>
                </a:cubicBezTo>
                <a:close/>
                <a:moveTo>
                  <a:pt x="67935" y="15746"/>
                </a:moveTo>
                <a:lnTo>
                  <a:pt x="67996" y="15776"/>
                </a:lnTo>
                <a:cubicBezTo>
                  <a:pt x="68087" y="15867"/>
                  <a:pt x="68179" y="15989"/>
                  <a:pt x="68239" y="16110"/>
                </a:cubicBezTo>
                <a:cubicBezTo>
                  <a:pt x="68239" y="16171"/>
                  <a:pt x="68179" y="16232"/>
                  <a:pt x="68118" y="16232"/>
                </a:cubicBezTo>
                <a:cubicBezTo>
                  <a:pt x="67966" y="16232"/>
                  <a:pt x="67814" y="16202"/>
                  <a:pt x="67692" y="16141"/>
                </a:cubicBezTo>
                <a:cubicBezTo>
                  <a:pt x="67631" y="16110"/>
                  <a:pt x="67783" y="15958"/>
                  <a:pt x="67844" y="15928"/>
                </a:cubicBezTo>
                <a:cubicBezTo>
                  <a:pt x="67875" y="15898"/>
                  <a:pt x="67905" y="15867"/>
                  <a:pt x="67905" y="15806"/>
                </a:cubicBezTo>
                <a:cubicBezTo>
                  <a:pt x="67875" y="15806"/>
                  <a:pt x="67905" y="15776"/>
                  <a:pt x="67935" y="15746"/>
                </a:cubicBezTo>
                <a:close/>
                <a:moveTo>
                  <a:pt x="72981" y="15928"/>
                </a:moveTo>
                <a:cubicBezTo>
                  <a:pt x="73042" y="15928"/>
                  <a:pt x="73042" y="15958"/>
                  <a:pt x="73042" y="15989"/>
                </a:cubicBezTo>
                <a:cubicBezTo>
                  <a:pt x="73042" y="15989"/>
                  <a:pt x="73011" y="16080"/>
                  <a:pt x="72951" y="16171"/>
                </a:cubicBezTo>
                <a:lnTo>
                  <a:pt x="73194" y="16171"/>
                </a:lnTo>
                <a:cubicBezTo>
                  <a:pt x="73224" y="16202"/>
                  <a:pt x="73224" y="16293"/>
                  <a:pt x="73194" y="16323"/>
                </a:cubicBezTo>
                <a:lnTo>
                  <a:pt x="73042" y="16323"/>
                </a:lnTo>
                <a:cubicBezTo>
                  <a:pt x="72951" y="16323"/>
                  <a:pt x="72890" y="16293"/>
                  <a:pt x="72859" y="16232"/>
                </a:cubicBezTo>
                <a:lnTo>
                  <a:pt x="72859" y="16202"/>
                </a:lnTo>
                <a:cubicBezTo>
                  <a:pt x="72768" y="16050"/>
                  <a:pt x="72799" y="15958"/>
                  <a:pt x="72981" y="15928"/>
                </a:cubicBezTo>
                <a:close/>
                <a:moveTo>
                  <a:pt x="69961" y="15386"/>
                </a:moveTo>
                <a:cubicBezTo>
                  <a:pt x="70030" y="15386"/>
                  <a:pt x="70145" y="15429"/>
                  <a:pt x="70124" y="15472"/>
                </a:cubicBezTo>
                <a:cubicBezTo>
                  <a:pt x="70124" y="15503"/>
                  <a:pt x="70063" y="15715"/>
                  <a:pt x="70063" y="15776"/>
                </a:cubicBezTo>
                <a:cubicBezTo>
                  <a:pt x="70033" y="15837"/>
                  <a:pt x="70063" y="15928"/>
                  <a:pt x="70154" y="15928"/>
                </a:cubicBezTo>
                <a:cubicBezTo>
                  <a:pt x="70306" y="15958"/>
                  <a:pt x="70458" y="16019"/>
                  <a:pt x="70580" y="16141"/>
                </a:cubicBezTo>
                <a:cubicBezTo>
                  <a:pt x="70580" y="16188"/>
                  <a:pt x="70472" y="16252"/>
                  <a:pt x="70395" y="16252"/>
                </a:cubicBezTo>
                <a:cubicBezTo>
                  <a:pt x="70371" y="16252"/>
                  <a:pt x="70351" y="16246"/>
                  <a:pt x="70337" y="16232"/>
                </a:cubicBezTo>
                <a:cubicBezTo>
                  <a:pt x="70328" y="16228"/>
                  <a:pt x="70320" y="16226"/>
                  <a:pt x="70311" y="16226"/>
                </a:cubicBezTo>
                <a:cubicBezTo>
                  <a:pt x="70260" y="16226"/>
                  <a:pt x="70215" y="16297"/>
                  <a:pt x="70215" y="16323"/>
                </a:cubicBezTo>
                <a:cubicBezTo>
                  <a:pt x="70215" y="16333"/>
                  <a:pt x="70198" y="16337"/>
                  <a:pt x="70173" y="16337"/>
                </a:cubicBezTo>
                <a:cubicBezTo>
                  <a:pt x="70124" y="16337"/>
                  <a:pt x="70043" y="16323"/>
                  <a:pt x="70002" y="16323"/>
                </a:cubicBezTo>
                <a:cubicBezTo>
                  <a:pt x="69850" y="16262"/>
                  <a:pt x="69668" y="16232"/>
                  <a:pt x="69486" y="16202"/>
                </a:cubicBezTo>
                <a:cubicBezTo>
                  <a:pt x="69473" y="16206"/>
                  <a:pt x="69461" y="16208"/>
                  <a:pt x="69449" y="16208"/>
                </a:cubicBezTo>
                <a:cubicBezTo>
                  <a:pt x="69371" y="16208"/>
                  <a:pt x="69299" y="16129"/>
                  <a:pt x="69273" y="16050"/>
                </a:cubicBezTo>
                <a:lnTo>
                  <a:pt x="69486" y="15989"/>
                </a:lnTo>
                <a:lnTo>
                  <a:pt x="69577" y="15958"/>
                </a:lnTo>
                <a:cubicBezTo>
                  <a:pt x="69668" y="15928"/>
                  <a:pt x="69759" y="15837"/>
                  <a:pt x="69759" y="15746"/>
                </a:cubicBezTo>
                <a:cubicBezTo>
                  <a:pt x="69729" y="15715"/>
                  <a:pt x="69850" y="15655"/>
                  <a:pt x="69881" y="15655"/>
                </a:cubicBezTo>
                <a:cubicBezTo>
                  <a:pt x="69911" y="15655"/>
                  <a:pt x="69941" y="15472"/>
                  <a:pt x="69911" y="15411"/>
                </a:cubicBezTo>
                <a:cubicBezTo>
                  <a:pt x="69911" y="15394"/>
                  <a:pt x="69932" y="15386"/>
                  <a:pt x="69961" y="15386"/>
                </a:cubicBezTo>
                <a:close/>
                <a:moveTo>
                  <a:pt x="64713" y="15837"/>
                </a:moveTo>
                <a:cubicBezTo>
                  <a:pt x="64683" y="15928"/>
                  <a:pt x="64744" y="15989"/>
                  <a:pt x="64835" y="15989"/>
                </a:cubicBezTo>
                <a:cubicBezTo>
                  <a:pt x="64957" y="15989"/>
                  <a:pt x="64865" y="16293"/>
                  <a:pt x="64805" y="16323"/>
                </a:cubicBezTo>
                <a:cubicBezTo>
                  <a:pt x="64790" y="16338"/>
                  <a:pt x="64772" y="16344"/>
                  <a:pt x="64752" y="16344"/>
                </a:cubicBezTo>
                <a:cubicBezTo>
                  <a:pt x="64691" y="16344"/>
                  <a:pt x="64615" y="16286"/>
                  <a:pt x="64592" y="16262"/>
                </a:cubicBezTo>
                <a:cubicBezTo>
                  <a:pt x="64470" y="16202"/>
                  <a:pt x="64349" y="16171"/>
                  <a:pt x="64197" y="16171"/>
                </a:cubicBezTo>
                <a:cubicBezTo>
                  <a:pt x="64105" y="16171"/>
                  <a:pt x="64045" y="16050"/>
                  <a:pt x="64045" y="15989"/>
                </a:cubicBezTo>
                <a:cubicBezTo>
                  <a:pt x="64045" y="15980"/>
                  <a:pt x="64055" y="15976"/>
                  <a:pt x="64071" y="15976"/>
                </a:cubicBezTo>
                <a:cubicBezTo>
                  <a:pt x="64111" y="15976"/>
                  <a:pt x="64184" y="15998"/>
                  <a:pt x="64227" y="16019"/>
                </a:cubicBezTo>
                <a:cubicBezTo>
                  <a:pt x="64235" y="16027"/>
                  <a:pt x="64248" y="16031"/>
                  <a:pt x="64262" y="16031"/>
                </a:cubicBezTo>
                <a:cubicBezTo>
                  <a:pt x="64302" y="16031"/>
                  <a:pt x="64357" y="16003"/>
                  <a:pt x="64379" y="15958"/>
                </a:cubicBezTo>
                <a:lnTo>
                  <a:pt x="64440" y="15928"/>
                </a:lnTo>
                <a:cubicBezTo>
                  <a:pt x="64470" y="15898"/>
                  <a:pt x="64531" y="15837"/>
                  <a:pt x="64561" y="15837"/>
                </a:cubicBezTo>
                <a:close/>
                <a:moveTo>
                  <a:pt x="75473" y="15989"/>
                </a:moveTo>
                <a:cubicBezTo>
                  <a:pt x="75534" y="16019"/>
                  <a:pt x="75595" y="16080"/>
                  <a:pt x="75625" y="16141"/>
                </a:cubicBezTo>
                <a:cubicBezTo>
                  <a:pt x="75565" y="16171"/>
                  <a:pt x="75473" y="16414"/>
                  <a:pt x="75382" y="16414"/>
                </a:cubicBezTo>
                <a:cubicBezTo>
                  <a:pt x="75261" y="16384"/>
                  <a:pt x="75170" y="16354"/>
                  <a:pt x="75048" y="16293"/>
                </a:cubicBezTo>
                <a:cubicBezTo>
                  <a:pt x="75018" y="16293"/>
                  <a:pt x="75078" y="16262"/>
                  <a:pt x="75200" y="16262"/>
                </a:cubicBezTo>
                <a:lnTo>
                  <a:pt x="75230" y="16262"/>
                </a:lnTo>
                <a:cubicBezTo>
                  <a:pt x="75352" y="16262"/>
                  <a:pt x="75413" y="16019"/>
                  <a:pt x="75443" y="15989"/>
                </a:cubicBezTo>
                <a:close/>
                <a:moveTo>
                  <a:pt x="53862" y="16202"/>
                </a:moveTo>
                <a:lnTo>
                  <a:pt x="53923" y="16262"/>
                </a:lnTo>
                <a:lnTo>
                  <a:pt x="53953" y="16323"/>
                </a:lnTo>
                <a:cubicBezTo>
                  <a:pt x="53953" y="16373"/>
                  <a:pt x="53852" y="16422"/>
                  <a:pt x="53732" y="16422"/>
                </a:cubicBezTo>
                <a:cubicBezTo>
                  <a:pt x="53705" y="16422"/>
                  <a:pt x="53677" y="16420"/>
                  <a:pt x="53649" y="16414"/>
                </a:cubicBezTo>
                <a:lnTo>
                  <a:pt x="53528" y="16384"/>
                </a:lnTo>
                <a:lnTo>
                  <a:pt x="53497" y="16384"/>
                </a:lnTo>
                <a:cubicBezTo>
                  <a:pt x="53467" y="16323"/>
                  <a:pt x="53467" y="16293"/>
                  <a:pt x="53497" y="16232"/>
                </a:cubicBezTo>
                <a:lnTo>
                  <a:pt x="53528" y="16232"/>
                </a:lnTo>
                <a:lnTo>
                  <a:pt x="53558" y="16202"/>
                </a:lnTo>
                <a:close/>
                <a:moveTo>
                  <a:pt x="60378" y="16046"/>
                </a:moveTo>
                <a:cubicBezTo>
                  <a:pt x="60385" y="16046"/>
                  <a:pt x="60392" y="16047"/>
                  <a:pt x="60397" y="16050"/>
                </a:cubicBezTo>
                <a:cubicBezTo>
                  <a:pt x="60458" y="16080"/>
                  <a:pt x="60397" y="16232"/>
                  <a:pt x="60245" y="16354"/>
                </a:cubicBezTo>
                <a:lnTo>
                  <a:pt x="60032" y="16384"/>
                </a:lnTo>
                <a:cubicBezTo>
                  <a:pt x="60012" y="16384"/>
                  <a:pt x="59992" y="16425"/>
                  <a:pt x="59963" y="16425"/>
                </a:cubicBezTo>
                <a:cubicBezTo>
                  <a:pt x="59948" y="16425"/>
                  <a:pt x="59931" y="16414"/>
                  <a:pt x="59911" y="16384"/>
                </a:cubicBezTo>
                <a:cubicBezTo>
                  <a:pt x="59911" y="16354"/>
                  <a:pt x="59972" y="16262"/>
                  <a:pt x="60002" y="16262"/>
                </a:cubicBezTo>
                <a:lnTo>
                  <a:pt x="60154" y="16262"/>
                </a:lnTo>
                <a:cubicBezTo>
                  <a:pt x="60154" y="16179"/>
                  <a:pt x="60306" y="16046"/>
                  <a:pt x="60378" y="16046"/>
                </a:cubicBezTo>
                <a:close/>
                <a:moveTo>
                  <a:pt x="54713" y="16080"/>
                </a:moveTo>
                <a:lnTo>
                  <a:pt x="54804" y="16110"/>
                </a:lnTo>
                <a:cubicBezTo>
                  <a:pt x="54896" y="16354"/>
                  <a:pt x="54956" y="16566"/>
                  <a:pt x="54926" y="16566"/>
                </a:cubicBezTo>
                <a:lnTo>
                  <a:pt x="54804" y="16566"/>
                </a:lnTo>
                <a:lnTo>
                  <a:pt x="54713" y="16414"/>
                </a:lnTo>
                <a:cubicBezTo>
                  <a:pt x="54652" y="16323"/>
                  <a:pt x="54592" y="16202"/>
                  <a:pt x="54592" y="16080"/>
                </a:cubicBezTo>
                <a:close/>
                <a:moveTo>
                  <a:pt x="6627" y="16262"/>
                </a:moveTo>
                <a:cubicBezTo>
                  <a:pt x="6718" y="16354"/>
                  <a:pt x="6627" y="16506"/>
                  <a:pt x="6445" y="16566"/>
                </a:cubicBezTo>
                <a:lnTo>
                  <a:pt x="6262" y="16506"/>
                </a:lnTo>
                <a:lnTo>
                  <a:pt x="6232" y="16506"/>
                </a:lnTo>
                <a:cubicBezTo>
                  <a:pt x="6141" y="16597"/>
                  <a:pt x="6080" y="16627"/>
                  <a:pt x="6050" y="16627"/>
                </a:cubicBezTo>
                <a:lnTo>
                  <a:pt x="6050" y="16566"/>
                </a:lnTo>
                <a:cubicBezTo>
                  <a:pt x="6050" y="16506"/>
                  <a:pt x="6171" y="16414"/>
                  <a:pt x="6354" y="16414"/>
                </a:cubicBezTo>
                <a:lnTo>
                  <a:pt x="6445" y="16354"/>
                </a:lnTo>
                <a:lnTo>
                  <a:pt x="6627" y="16262"/>
                </a:lnTo>
                <a:close/>
                <a:moveTo>
                  <a:pt x="67267" y="15958"/>
                </a:moveTo>
                <a:cubicBezTo>
                  <a:pt x="67358" y="15958"/>
                  <a:pt x="67449" y="16141"/>
                  <a:pt x="67479" y="16202"/>
                </a:cubicBezTo>
                <a:cubicBezTo>
                  <a:pt x="67510" y="16232"/>
                  <a:pt x="67631" y="16323"/>
                  <a:pt x="67662" y="16354"/>
                </a:cubicBezTo>
                <a:cubicBezTo>
                  <a:pt x="67692" y="16384"/>
                  <a:pt x="67631" y="16597"/>
                  <a:pt x="67571" y="16658"/>
                </a:cubicBezTo>
                <a:cubicBezTo>
                  <a:pt x="67479" y="16688"/>
                  <a:pt x="67358" y="16749"/>
                  <a:pt x="67267" y="16779"/>
                </a:cubicBezTo>
                <a:cubicBezTo>
                  <a:pt x="67236" y="16779"/>
                  <a:pt x="67297" y="16688"/>
                  <a:pt x="67419" y="16566"/>
                </a:cubicBezTo>
                <a:lnTo>
                  <a:pt x="67084" y="16536"/>
                </a:lnTo>
                <a:lnTo>
                  <a:pt x="66902" y="16536"/>
                </a:lnTo>
                <a:cubicBezTo>
                  <a:pt x="66811" y="16384"/>
                  <a:pt x="66750" y="16262"/>
                  <a:pt x="66780" y="16232"/>
                </a:cubicBezTo>
                <a:lnTo>
                  <a:pt x="66841" y="16232"/>
                </a:lnTo>
                <a:cubicBezTo>
                  <a:pt x="66871" y="16202"/>
                  <a:pt x="66811" y="16171"/>
                  <a:pt x="66780" y="16141"/>
                </a:cubicBezTo>
                <a:cubicBezTo>
                  <a:pt x="66750" y="16141"/>
                  <a:pt x="66780" y="16110"/>
                  <a:pt x="66811" y="16050"/>
                </a:cubicBezTo>
                <a:cubicBezTo>
                  <a:pt x="66963" y="15989"/>
                  <a:pt x="67115" y="15958"/>
                  <a:pt x="67267" y="15958"/>
                </a:cubicBezTo>
                <a:close/>
                <a:moveTo>
                  <a:pt x="84882" y="16834"/>
                </a:moveTo>
                <a:cubicBezTo>
                  <a:pt x="84895" y="16834"/>
                  <a:pt x="84910" y="16836"/>
                  <a:pt x="84927" y="16840"/>
                </a:cubicBezTo>
                <a:cubicBezTo>
                  <a:pt x="85109" y="16901"/>
                  <a:pt x="84866" y="16931"/>
                  <a:pt x="84927" y="16962"/>
                </a:cubicBezTo>
                <a:lnTo>
                  <a:pt x="84987" y="17022"/>
                </a:lnTo>
                <a:cubicBezTo>
                  <a:pt x="85070" y="17078"/>
                  <a:pt x="84826" y="17209"/>
                  <a:pt x="84735" y="17209"/>
                </a:cubicBezTo>
                <a:cubicBezTo>
                  <a:pt x="84727" y="17209"/>
                  <a:pt x="84719" y="17207"/>
                  <a:pt x="84714" y="17205"/>
                </a:cubicBezTo>
                <a:cubicBezTo>
                  <a:pt x="84653" y="17144"/>
                  <a:pt x="84683" y="17114"/>
                  <a:pt x="84835" y="17114"/>
                </a:cubicBezTo>
                <a:lnTo>
                  <a:pt x="84805" y="16962"/>
                </a:lnTo>
                <a:cubicBezTo>
                  <a:pt x="84779" y="16909"/>
                  <a:pt x="84798" y="16834"/>
                  <a:pt x="84882" y="16834"/>
                </a:cubicBezTo>
                <a:close/>
                <a:moveTo>
                  <a:pt x="19059" y="17478"/>
                </a:moveTo>
                <a:lnTo>
                  <a:pt x="19059" y="17600"/>
                </a:lnTo>
                <a:lnTo>
                  <a:pt x="19089" y="17661"/>
                </a:lnTo>
                <a:cubicBezTo>
                  <a:pt x="19120" y="17691"/>
                  <a:pt x="19241" y="17721"/>
                  <a:pt x="19272" y="17752"/>
                </a:cubicBezTo>
                <a:lnTo>
                  <a:pt x="19302" y="17782"/>
                </a:lnTo>
                <a:cubicBezTo>
                  <a:pt x="19281" y="17804"/>
                  <a:pt x="19214" y="17825"/>
                  <a:pt x="19144" y="17825"/>
                </a:cubicBezTo>
                <a:cubicBezTo>
                  <a:pt x="19115" y="17825"/>
                  <a:pt x="19086" y="17822"/>
                  <a:pt x="19059" y="17813"/>
                </a:cubicBezTo>
                <a:lnTo>
                  <a:pt x="18968" y="17813"/>
                </a:lnTo>
                <a:cubicBezTo>
                  <a:pt x="18907" y="17813"/>
                  <a:pt x="18846" y="17843"/>
                  <a:pt x="18785" y="17843"/>
                </a:cubicBezTo>
                <a:lnTo>
                  <a:pt x="18755" y="17843"/>
                </a:lnTo>
                <a:cubicBezTo>
                  <a:pt x="18694" y="17813"/>
                  <a:pt x="18694" y="17752"/>
                  <a:pt x="18755" y="17752"/>
                </a:cubicBezTo>
                <a:lnTo>
                  <a:pt x="18785" y="17752"/>
                </a:lnTo>
                <a:cubicBezTo>
                  <a:pt x="18877" y="17721"/>
                  <a:pt x="18968" y="17630"/>
                  <a:pt x="18998" y="17539"/>
                </a:cubicBezTo>
                <a:cubicBezTo>
                  <a:pt x="19029" y="17509"/>
                  <a:pt x="19029" y="17478"/>
                  <a:pt x="19059" y="17478"/>
                </a:cubicBezTo>
                <a:close/>
                <a:moveTo>
                  <a:pt x="15564" y="17417"/>
                </a:moveTo>
                <a:cubicBezTo>
                  <a:pt x="15594" y="17417"/>
                  <a:pt x="15655" y="17417"/>
                  <a:pt x="15716" y="17448"/>
                </a:cubicBezTo>
                <a:cubicBezTo>
                  <a:pt x="15716" y="17478"/>
                  <a:pt x="15442" y="17630"/>
                  <a:pt x="15412" y="17752"/>
                </a:cubicBezTo>
                <a:cubicBezTo>
                  <a:pt x="15366" y="17820"/>
                  <a:pt x="15337" y="17854"/>
                  <a:pt x="15326" y="17854"/>
                </a:cubicBezTo>
                <a:cubicBezTo>
                  <a:pt x="15322" y="17854"/>
                  <a:pt x="15320" y="17851"/>
                  <a:pt x="15320" y="17843"/>
                </a:cubicBezTo>
                <a:cubicBezTo>
                  <a:pt x="15290" y="17782"/>
                  <a:pt x="15199" y="17752"/>
                  <a:pt x="15138" y="17752"/>
                </a:cubicBezTo>
                <a:lnTo>
                  <a:pt x="15077" y="17752"/>
                </a:lnTo>
                <a:lnTo>
                  <a:pt x="14986" y="17782"/>
                </a:lnTo>
                <a:cubicBezTo>
                  <a:pt x="14981" y="17784"/>
                  <a:pt x="14976" y="17785"/>
                  <a:pt x="14971" y="17785"/>
                </a:cubicBezTo>
                <a:cubicBezTo>
                  <a:pt x="14892" y="17785"/>
                  <a:pt x="14872" y="17568"/>
                  <a:pt x="14986" y="17539"/>
                </a:cubicBezTo>
                <a:lnTo>
                  <a:pt x="15472" y="17539"/>
                </a:lnTo>
                <a:lnTo>
                  <a:pt x="15564" y="17417"/>
                </a:lnTo>
                <a:close/>
                <a:moveTo>
                  <a:pt x="13613" y="16948"/>
                </a:moveTo>
                <a:cubicBezTo>
                  <a:pt x="13672" y="16948"/>
                  <a:pt x="13801" y="17067"/>
                  <a:pt x="13801" y="17144"/>
                </a:cubicBezTo>
                <a:cubicBezTo>
                  <a:pt x="13801" y="17235"/>
                  <a:pt x="13831" y="17326"/>
                  <a:pt x="13892" y="17417"/>
                </a:cubicBezTo>
                <a:cubicBezTo>
                  <a:pt x="13895" y="17419"/>
                  <a:pt x="13899" y="17420"/>
                  <a:pt x="13902" y="17420"/>
                </a:cubicBezTo>
                <a:cubicBezTo>
                  <a:pt x="13959" y="17420"/>
                  <a:pt x="14013" y="17199"/>
                  <a:pt x="14013" y="17114"/>
                </a:cubicBezTo>
                <a:cubicBezTo>
                  <a:pt x="14017" y="17102"/>
                  <a:pt x="14025" y="17097"/>
                  <a:pt x="14034" y="17097"/>
                </a:cubicBezTo>
                <a:cubicBezTo>
                  <a:pt x="14101" y="17097"/>
                  <a:pt x="14283" y="17342"/>
                  <a:pt x="14257" y="17448"/>
                </a:cubicBezTo>
                <a:cubicBezTo>
                  <a:pt x="14257" y="17529"/>
                  <a:pt x="14162" y="17556"/>
                  <a:pt x="14090" y="17556"/>
                </a:cubicBezTo>
                <a:cubicBezTo>
                  <a:pt x="14054" y="17556"/>
                  <a:pt x="14024" y="17549"/>
                  <a:pt x="14013" y="17539"/>
                </a:cubicBezTo>
                <a:cubicBezTo>
                  <a:pt x="14007" y="17536"/>
                  <a:pt x="14000" y="17534"/>
                  <a:pt x="13994" y="17534"/>
                </a:cubicBezTo>
                <a:cubicBezTo>
                  <a:pt x="13940" y="17534"/>
                  <a:pt x="13892" y="17637"/>
                  <a:pt x="13892" y="17691"/>
                </a:cubicBezTo>
                <a:cubicBezTo>
                  <a:pt x="13892" y="17701"/>
                  <a:pt x="13885" y="17705"/>
                  <a:pt x="13873" y="17705"/>
                </a:cubicBezTo>
                <a:cubicBezTo>
                  <a:pt x="13814" y="17705"/>
                  <a:pt x="13628" y="17600"/>
                  <a:pt x="13527" y="17600"/>
                </a:cubicBezTo>
                <a:cubicBezTo>
                  <a:pt x="13436" y="17630"/>
                  <a:pt x="13405" y="17661"/>
                  <a:pt x="13466" y="17721"/>
                </a:cubicBezTo>
                <a:lnTo>
                  <a:pt x="13527" y="17752"/>
                </a:lnTo>
                <a:lnTo>
                  <a:pt x="13557" y="17782"/>
                </a:lnTo>
                <a:cubicBezTo>
                  <a:pt x="13588" y="17843"/>
                  <a:pt x="13557" y="17904"/>
                  <a:pt x="13497" y="17934"/>
                </a:cubicBezTo>
                <a:lnTo>
                  <a:pt x="13466" y="17934"/>
                </a:lnTo>
                <a:lnTo>
                  <a:pt x="13253" y="17843"/>
                </a:lnTo>
                <a:cubicBezTo>
                  <a:pt x="13141" y="17805"/>
                  <a:pt x="13016" y="17779"/>
                  <a:pt x="12895" y="17779"/>
                </a:cubicBezTo>
                <a:cubicBezTo>
                  <a:pt x="12820" y="17779"/>
                  <a:pt x="12746" y="17789"/>
                  <a:pt x="12676" y="17813"/>
                </a:cubicBezTo>
                <a:cubicBezTo>
                  <a:pt x="12671" y="17822"/>
                  <a:pt x="12665" y="17827"/>
                  <a:pt x="12657" y="17827"/>
                </a:cubicBezTo>
                <a:cubicBezTo>
                  <a:pt x="12618" y="17827"/>
                  <a:pt x="12554" y="17712"/>
                  <a:pt x="12554" y="17661"/>
                </a:cubicBezTo>
                <a:cubicBezTo>
                  <a:pt x="12538" y="17656"/>
                  <a:pt x="12521" y="17652"/>
                  <a:pt x="12503" y="17648"/>
                </a:cubicBezTo>
                <a:lnTo>
                  <a:pt x="12503" y="17648"/>
                </a:lnTo>
                <a:cubicBezTo>
                  <a:pt x="12583" y="17626"/>
                  <a:pt x="12667" y="17615"/>
                  <a:pt x="12752" y="17615"/>
                </a:cubicBezTo>
                <a:cubicBezTo>
                  <a:pt x="12851" y="17615"/>
                  <a:pt x="12950" y="17630"/>
                  <a:pt x="13041" y="17661"/>
                </a:cubicBezTo>
                <a:cubicBezTo>
                  <a:pt x="13101" y="17661"/>
                  <a:pt x="13132" y="17630"/>
                  <a:pt x="13101" y="17600"/>
                </a:cubicBezTo>
                <a:lnTo>
                  <a:pt x="13101" y="17569"/>
                </a:lnTo>
                <a:lnTo>
                  <a:pt x="13101" y="17509"/>
                </a:lnTo>
                <a:cubicBezTo>
                  <a:pt x="13101" y="17464"/>
                  <a:pt x="13264" y="17436"/>
                  <a:pt x="13399" y="17436"/>
                </a:cubicBezTo>
                <a:cubicBezTo>
                  <a:pt x="13449" y="17436"/>
                  <a:pt x="13494" y="17440"/>
                  <a:pt x="13527" y="17448"/>
                </a:cubicBezTo>
                <a:cubicBezTo>
                  <a:pt x="13618" y="17448"/>
                  <a:pt x="13679" y="17417"/>
                  <a:pt x="13649" y="17357"/>
                </a:cubicBezTo>
                <a:lnTo>
                  <a:pt x="13618" y="17296"/>
                </a:lnTo>
                <a:lnTo>
                  <a:pt x="13588" y="17235"/>
                </a:lnTo>
                <a:cubicBezTo>
                  <a:pt x="13618" y="17205"/>
                  <a:pt x="13557" y="17022"/>
                  <a:pt x="13588" y="16962"/>
                </a:cubicBezTo>
                <a:cubicBezTo>
                  <a:pt x="13593" y="16952"/>
                  <a:pt x="13601" y="16948"/>
                  <a:pt x="13613" y="16948"/>
                </a:cubicBezTo>
                <a:close/>
                <a:moveTo>
                  <a:pt x="69071" y="17679"/>
                </a:moveTo>
                <a:cubicBezTo>
                  <a:pt x="69133" y="17679"/>
                  <a:pt x="69182" y="17707"/>
                  <a:pt x="69182" y="17752"/>
                </a:cubicBezTo>
                <a:cubicBezTo>
                  <a:pt x="69151" y="17873"/>
                  <a:pt x="69090" y="17965"/>
                  <a:pt x="68999" y="18025"/>
                </a:cubicBezTo>
                <a:lnTo>
                  <a:pt x="68938" y="18056"/>
                </a:lnTo>
                <a:cubicBezTo>
                  <a:pt x="68908" y="18056"/>
                  <a:pt x="68847" y="18025"/>
                  <a:pt x="68817" y="17995"/>
                </a:cubicBezTo>
                <a:lnTo>
                  <a:pt x="68786" y="17965"/>
                </a:lnTo>
                <a:cubicBezTo>
                  <a:pt x="68847" y="17873"/>
                  <a:pt x="68908" y="17752"/>
                  <a:pt x="68999" y="17691"/>
                </a:cubicBezTo>
                <a:cubicBezTo>
                  <a:pt x="69024" y="17683"/>
                  <a:pt x="69048" y="17679"/>
                  <a:pt x="69071" y="17679"/>
                </a:cubicBezTo>
                <a:close/>
                <a:moveTo>
                  <a:pt x="15776" y="17721"/>
                </a:moveTo>
                <a:cubicBezTo>
                  <a:pt x="15776" y="17721"/>
                  <a:pt x="15837" y="17782"/>
                  <a:pt x="15898" y="17873"/>
                </a:cubicBezTo>
                <a:lnTo>
                  <a:pt x="15959" y="17904"/>
                </a:lnTo>
                <a:cubicBezTo>
                  <a:pt x="15969" y="17909"/>
                  <a:pt x="15981" y="17911"/>
                  <a:pt x="15995" y="17911"/>
                </a:cubicBezTo>
                <a:cubicBezTo>
                  <a:pt x="16023" y="17911"/>
                  <a:pt x="16055" y="17904"/>
                  <a:pt x="16080" y="17904"/>
                </a:cubicBezTo>
                <a:cubicBezTo>
                  <a:pt x="16118" y="17904"/>
                  <a:pt x="16141" y="17919"/>
                  <a:pt x="16111" y="17995"/>
                </a:cubicBezTo>
                <a:cubicBezTo>
                  <a:pt x="16090" y="18046"/>
                  <a:pt x="16070" y="18063"/>
                  <a:pt x="16051" y="18063"/>
                </a:cubicBezTo>
                <a:cubicBezTo>
                  <a:pt x="16013" y="18063"/>
                  <a:pt x="15979" y="17995"/>
                  <a:pt x="15959" y="17995"/>
                </a:cubicBezTo>
                <a:cubicBezTo>
                  <a:pt x="15928" y="18025"/>
                  <a:pt x="15928" y="18086"/>
                  <a:pt x="15898" y="18117"/>
                </a:cubicBezTo>
                <a:lnTo>
                  <a:pt x="15868" y="18147"/>
                </a:lnTo>
                <a:cubicBezTo>
                  <a:pt x="15861" y="18149"/>
                  <a:pt x="15856" y="18150"/>
                  <a:pt x="15850" y="18150"/>
                </a:cubicBezTo>
                <a:cubicBezTo>
                  <a:pt x="15769" y="18150"/>
                  <a:pt x="15716" y="17961"/>
                  <a:pt x="15716" y="17904"/>
                </a:cubicBezTo>
                <a:cubicBezTo>
                  <a:pt x="15716" y="17843"/>
                  <a:pt x="15746" y="17782"/>
                  <a:pt x="15776" y="17721"/>
                </a:cubicBezTo>
                <a:close/>
                <a:moveTo>
                  <a:pt x="26366" y="18173"/>
                </a:moveTo>
                <a:cubicBezTo>
                  <a:pt x="26373" y="18173"/>
                  <a:pt x="26379" y="18175"/>
                  <a:pt x="26384" y="18177"/>
                </a:cubicBezTo>
                <a:cubicBezTo>
                  <a:pt x="26445" y="18208"/>
                  <a:pt x="26476" y="18269"/>
                  <a:pt x="26415" y="18329"/>
                </a:cubicBezTo>
                <a:lnTo>
                  <a:pt x="26445" y="18329"/>
                </a:lnTo>
                <a:cubicBezTo>
                  <a:pt x="26412" y="18380"/>
                  <a:pt x="26351" y="18402"/>
                  <a:pt x="26297" y="18402"/>
                </a:cubicBezTo>
                <a:cubicBezTo>
                  <a:pt x="26254" y="18402"/>
                  <a:pt x="26216" y="18387"/>
                  <a:pt x="26202" y="18360"/>
                </a:cubicBezTo>
                <a:cubicBezTo>
                  <a:pt x="26174" y="18304"/>
                  <a:pt x="26298" y="18173"/>
                  <a:pt x="26366" y="18173"/>
                </a:cubicBezTo>
                <a:close/>
                <a:moveTo>
                  <a:pt x="14105" y="18238"/>
                </a:moveTo>
                <a:cubicBezTo>
                  <a:pt x="14135" y="18269"/>
                  <a:pt x="14135" y="18299"/>
                  <a:pt x="14135" y="18299"/>
                </a:cubicBezTo>
                <a:lnTo>
                  <a:pt x="13953" y="18481"/>
                </a:lnTo>
                <a:cubicBezTo>
                  <a:pt x="13979" y="18497"/>
                  <a:pt x="14004" y="18513"/>
                  <a:pt x="14027" y="18526"/>
                </a:cubicBezTo>
                <a:lnTo>
                  <a:pt x="14027" y="18526"/>
                </a:lnTo>
                <a:cubicBezTo>
                  <a:pt x="13872" y="18470"/>
                  <a:pt x="13705" y="18445"/>
                  <a:pt x="13557" y="18421"/>
                </a:cubicBezTo>
                <a:cubicBezTo>
                  <a:pt x="13525" y="18429"/>
                  <a:pt x="13501" y="18432"/>
                  <a:pt x="13486" y="18432"/>
                </a:cubicBezTo>
                <a:cubicBezTo>
                  <a:pt x="13445" y="18432"/>
                  <a:pt x="13468" y="18404"/>
                  <a:pt x="13557" y="18360"/>
                </a:cubicBezTo>
                <a:lnTo>
                  <a:pt x="13649" y="18329"/>
                </a:lnTo>
                <a:cubicBezTo>
                  <a:pt x="13770" y="18299"/>
                  <a:pt x="13922" y="18269"/>
                  <a:pt x="14074" y="18238"/>
                </a:cubicBezTo>
                <a:close/>
                <a:moveTo>
                  <a:pt x="10033" y="18329"/>
                </a:moveTo>
                <a:cubicBezTo>
                  <a:pt x="10102" y="18329"/>
                  <a:pt x="10173" y="18339"/>
                  <a:pt x="10244" y="18360"/>
                </a:cubicBezTo>
                <a:cubicBezTo>
                  <a:pt x="10077" y="18510"/>
                  <a:pt x="10002" y="18578"/>
                  <a:pt x="9917" y="18578"/>
                </a:cubicBezTo>
                <a:cubicBezTo>
                  <a:pt x="9848" y="18578"/>
                  <a:pt x="9773" y="18533"/>
                  <a:pt x="9636" y="18451"/>
                </a:cubicBezTo>
                <a:cubicBezTo>
                  <a:pt x="9758" y="18370"/>
                  <a:pt x="9893" y="18329"/>
                  <a:pt x="10033" y="18329"/>
                </a:cubicBezTo>
                <a:close/>
                <a:moveTo>
                  <a:pt x="12318" y="18406"/>
                </a:moveTo>
                <a:cubicBezTo>
                  <a:pt x="12407" y="18406"/>
                  <a:pt x="12502" y="18449"/>
                  <a:pt x="12615" y="18572"/>
                </a:cubicBezTo>
                <a:cubicBezTo>
                  <a:pt x="12458" y="18631"/>
                  <a:pt x="12276" y="18665"/>
                  <a:pt x="12093" y="18665"/>
                </a:cubicBezTo>
                <a:cubicBezTo>
                  <a:pt x="11992" y="18665"/>
                  <a:pt x="11891" y="18655"/>
                  <a:pt x="11794" y="18633"/>
                </a:cubicBezTo>
                <a:cubicBezTo>
                  <a:pt x="11996" y="18573"/>
                  <a:pt x="12144" y="18406"/>
                  <a:pt x="12318" y="18406"/>
                </a:cubicBezTo>
                <a:close/>
                <a:moveTo>
                  <a:pt x="24621" y="18269"/>
                </a:moveTo>
                <a:cubicBezTo>
                  <a:pt x="24637" y="18269"/>
                  <a:pt x="24652" y="18284"/>
                  <a:pt x="24652" y="18299"/>
                </a:cubicBezTo>
                <a:cubicBezTo>
                  <a:pt x="24682" y="18390"/>
                  <a:pt x="24682" y="18481"/>
                  <a:pt x="24652" y="18572"/>
                </a:cubicBezTo>
                <a:lnTo>
                  <a:pt x="24409" y="18633"/>
                </a:lnTo>
                <a:lnTo>
                  <a:pt x="24226" y="18633"/>
                </a:lnTo>
                <a:cubicBezTo>
                  <a:pt x="24211" y="18724"/>
                  <a:pt x="24204" y="18770"/>
                  <a:pt x="24200" y="18770"/>
                </a:cubicBezTo>
                <a:cubicBezTo>
                  <a:pt x="24196" y="18770"/>
                  <a:pt x="24196" y="18724"/>
                  <a:pt x="24196" y="18633"/>
                </a:cubicBezTo>
                <a:lnTo>
                  <a:pt x="23922" y="18664"/>
                </a:lnTo>
                <a:lnTo>
                  <a:pt x="23770" y="18664"/>
                </a:lnTo>
                <a:cubicBezTo>
                  <a:pt x="23811" y="18583"/>
                  <a:pt x="23865" y="18529"/>
                  <a:pt x="23914" y="18529"/>
                </a:cubicBezTo>
                <a:cubicBezTo>
                  <a:pt x="23939" y="18529"/>
                  <a:pt x="23963" y="18542"/>
                  <a:pt x="23983" y="18572"/>
                </a:cubicBezTo>
                <a:cubicBezTo>
                  <a:pt x="23991" y="18580"/>
                  <a:pt x="24005" y="18583"/>
                  <a:pt x="24024" y="18583"/>
                </a:cubicBezTo>
                <a:cubicBezTo>
                  <a:pt x="24163" y="18583"/>
                  <a:pt x="24564" y="18409"/>
                  <a:pt x="24591" y="18329"/>
                </a:cubicBezTo>
                <a:cubicBezTo>
                  <a:pt x="24591" y="18284"/>
                  <a:pt x="24606" y="18269"/>
                  <a:pt x="24621" y="18269"/>
                </a:cubicBezTo>
                <a:close/>
                <a:moveTo>
                  <a:pt x="18657" y="18461"/>
                </a:moveTo>
                <a:cubicBezTo>
                  <a:pt x="18689" y="18461"/>
                  <a:pt x="18732" y="18476"/>
                  <a:pt x="18785" y="18512"/>
                </a:cubicBezTo>
                <a:cubicBezTo>
                  <a:pt x="18846" y="18572"/>
                  <a:pt x="19150" y="18572"/>
                  <a:pt x="19089" y="18633"/>
                </a:cubicBezTo>
                <a:cubicBezTo>
                  <a:pt x="19029" y="18694"/>
                  <a:pt x="19181" y="18755"/>
                  <a:pt x="19241" y="18755"/>
                </a:cubicBezTo>
                <a:cubicBezTo>
                  <a:pt x="19424" y="18694"/>
                  <a:pt x="19576" y="18664"/>
                  <a:pt x="19758" y="18664"/>
                </a:cubicBezTo>
                <a:cubicBezTo>
                  <a:pt x="19880" y="18694"/>
                  <a:pt x="19910" y="18785"/>
                  <a:pt x="19880" y="18785"/>
                </a:cubicBezTo>
                <a:cubicBezTo>
                  <a:pt x="19834" y="18800"/>
                  <a:pt x="19789" y="18808"/>
                  <a:pt x="19747" y="18808"/>
                </a:cubicBezTo>
                <a:cubicBezTo>
                  <a:pt x="19705" y="18808"/>
                  <a:pt x="19667" y="18800"/>
                  <a:pt x="19637" y="18785"/>
                </a:cubicBezTo>
                <a:lnTo>
                  <a:pt x="19515" y="18876"/>
                </a:lnTo>
                <a:cubicBezTo>
                  <a:pt x="19509" y="18883"/>
                  <a:pt x="19499" y="18885"/>
                  <a:pt x="19487" y="18885"/>
                </a:cubicBezTo>
                <a:cubicBezTo>
                  <a:pt x="19438" y="18885"/>
                  <a:pt x="19351" y="18846"/>
                  <a:pt x="19302" y="18846"/>
                </a:cubicBezTo>
                <a:cubicBezTo>
                  <a:pt x="19211" y="18846"/>
                  <a:pt x="19120" y="18876"/>
                  <a:pt x="19029" y="18907"/>
                </a:cubicBezTo>
                <a:lnTo>
                  <a:pt x="18998" y="18907"/>
                </a:lnTo>
                <a:lnTo>
                  <a:pt x="18573" y="18724"/>
                </a:lnTo>
                <a:lnTo>
                  <a:pt x="18603" y="18512"/>
                </a:lnTo>
                <a:lnTo>
                  <a:pt x="18603" y="18481"/>
                </a:lnTo>
                <a:cubicBezTo>
                  <a:pt x="18616" y="18469"/>
                  <a:pt x="18634" y="18461"/>
                  <a:pt x="18657" y="18461"/>
                </a:cubicBezTo>
                <a:close/>
                <a:moveTo>
                  <a:pt x="15442" y="18664"/>
                </a:moveTo>
                <a:cubicBezTo>
                  <a:pt x="15594" y="18664"/>
                  <a:pt x="15351" y="18907"/>
                  <a:pt x="15199" y="18937"/>
                </a:cubicBezTo>
                <a:cubicBezTo>
                  <a:pt x="15077" y="18937"/>
                  <a:pt x="14956" y="18876"/>
                  <a:pt x="14895" y="18755"/>
                </a:cubicBezTo>
                <a:cubicBezTo>
                  <a:pt x="14895" y="18724"/>
                  <a:pt x="14933" y="18709"/>
                  <a:pt x="14990" y="18709"/>
                </a:cubicBezTo>
                <a:cubicBezTo>
                  <a:pt x="15047" y="18709"/>
                  <a:pt x="15123" y="18724"/>
                  <a:pt x="15199" y="18755"/>
                </a:cubicBezTo>
                <a:lnTo>
                  <a:pt x="15320" y="18724"/>
                </a:lnTo>
                <a:lnTo>
                  <a:pt x="15442" y="18664"/>
                </a:lnTo>
                <a:close/>
                <a:moveTo>
                  <a:pt x="17874" y="18755"/>
                </a:moveTo>
                <a:lnTo>
                  <a:pt x="17995" y="18816"/>
                </a:lnTo>
                <a:lnTo>
                  <a:pt x="18056" y="18816"/>
                </a:lnTo>
                <a:cubicBezTo>
                  <a:pt x="18147" y="18846"/>
                  <a:pt x="18178" y="18907"/>
                  <a:pt x="18117" y="18968"/>
                </a:cubicBezTo>
                <a:lnTo>
                  <a:pt x="18147" y="18968"/>
                </a:lnTo>
                <a:cubicBezTo>
                  <a:pt x="18109" y="18980"/>
                  <a:pt x="18035" y="18988"/>
                  <a:pt x="17957" y="18988"/>
                </a:cubicBezTo>
                <a:cubicBezTo>
                  <a:pt x="17846" y="18988"/>
                  <a:pt x="17727" y="18973"/>
                  <a:pt x="17691" y="18937"/>
                </a:cubicBezTo>
                <a:cubicBezTo>
                  <a:pt x="17661" y="18846"/>
                  <a:pt x="17752" y="18785"/>
                  <a:pt x="17874" y="18755"/>
                </a:cubicBezTo>
                <a:close/>
                <a:moveTo>
                  <a:pt x="8269" y="18512"/>
                </a:moveTo>
                <a:cubicBezTo>
                  <a:pt x="8299" y="18512"/>
                  <a:pt x="8360" y="18512"/>
                  <a:pt x="8390" y="18542"/>
                </a:cubicBezTo>
                <a:lnTo>
                  <a:pt x="8512" y="18633"/>
                </a:lnTo>
                <a:cubicBezTo>
                  <a:pt x="8603" y="18724"/>
                  <a:pt x="8664" y="18846"/>
                  <a:pt x="8694" y="18968"/>
                </a:cubicBezTo>
                <a:cubicBezTo>
                  <a:pt x="8694" y="18983"/>
                  <a:pt x="8671" y="18990"/>
                  <a:pt x="8637" y="18990"/>
                </a:cubicBezTo>
                <a:cubicBezTo>
                  <a:pt x="8603" y="18990"/>
                  <a:pt x="8557" y="18983"/>
                  <a:pt x="8512" y="18968"/>
                </a:cubicBezTo>
                <a:cubicBezTo>
                  <a:pt x="8542" y="18816"/>
                  <a:pt x="8390" y="18876"/>
                  <a:pt x="8329" y="18816"/>
                </a:cubicBezTo>
                <a:cubicBezTo>
                  <a:pt x="8275" y="18761"/>
                  <a:pt x="8318" y="18659"/>
                  <a:pt x="8198" y="18659"/>
                </a:cubicBezTo>
                <a:cubicBezTo>
                  <a:pt x="8184" y="18659"/>
                  <a:pt x="8167" y="18660"/>
                  <a:pt x="8147" y="18664"/>
                </a:cubicBezTo>
                <a:cubicBezTo>
                  <a:pt x="8147" y="18664"/>
                  <a:pt x="8117" y="18572"/>
                  <a:pt x="8117" y="18572"/>
                </a:cubicBezTo>
                <a:cubicBezTo>
                  <a:pt x="8147" y="18542"/>
                  <a:pt x="8208" y="18512"/>
                  <a:pt x="8269" y="18512"/>
                </a:cubicBezTo>
                <a:close/>
                <a:moveTo>
                  <a:pt x="9484" y="18572"/>
                </a:moveTo>
                <a:cubicBezTo>
                  <a:pt x="9545" y="18572"/>
                  <a:pt x="9576" y="18603"/>
                  <a:pt x="9576" y="18633"/>
                </a:cubicBezTo>
                <a:lnTo>
                  <a:pt x="9576" y="18664"/>
                </a:lnTo>
                <a:cubicBezTo>
                  <a:pt x="9576" y="18694"/>
                  <a:pt x="9515" y="18755"/>
                  <a:pt x="9576" y="18785"/>
                </a:cubicBezTo>
                <a:cubicBezTo>
                  <a:pt x="9636" y="18846"/>
                  <a:pt x="9667" y="18876"/>
                  <a:pt x="9576" y="18907"/>
                </a:cubicBezTo>
                <a:lnTo>
                  <a:pt x="9396" y="18996"/>
                </a:lnTo>
                <a:lnTo>
                  <a:pt x="9396" y="18996"/>
                </a:lnTo>
                <a:cubicBezTo>
                  <a:pt x="9370" y="18958"/>
                  <a:pt x="9338" y="18917"/>
                  <a:pt x="9302" y="18876"/>
                </a:cubicBezTo>
                <a:lnTo>
                  <a:pt x="9484" y="18572"/>
                </a:lnTo>
                <a:close/>
                <a:moveTo>
                  <a:pt x="16872" y="18856"/>
                </a:moveTo>
                <a:cubicBezTo>
                  <a:pt x="16913" y="18856"/>
                  <a:pt x="16956" y="18870"/>
                  <a:pt x="16992" y="18907"/>
                </a:cubicBezTo>
                <a:lnTo>
                  <a:pt x="16810" y="18968"/>
                </a:lnTo>
                <a:lnTo>
                  <a:pt x="16658" y="18998"/>
                </a:lnTo>
                <a:cubicBezTo>
                  <a:pt x="16679" y="18934"/>
                  <a:pt x="16775" y="18856"/>
                  <a:pt x="16872" y="18856"/>
                </a:cubicBezTo>
                <a:close/>
                <a:moveTo>
                  <a:pt x="14081" y="18774"/>
                </a:moveTo>
                <a:cubicBezTo>
                  <a:pt x="14101" y="18774"/>
                  <a:pt x="14120" y="18778"/>
                  <a:pt x="14135" y="18785"/>
                </a:cubicBezTo>
                <a:cubicBezTo>
                  <a:pt x="14226" y="18846"/>
                  <a:pt x="14165" y="19059"/>
                  <a:pt x="14135" y="19120"/>
                </a:cubicBezTo>
                <a:cubicBezTo>
                  <a:pt x="14135" y="19150"/>
                  <a:pt x="14097" y="19165"/>
                  <a:pt x="14044" y="19165"/>
                </a:cubicBezTo>
                <a:cubicBezTo>
                  <a:pt x="13991" y="19165"/>
                  <a:pt x="13922" y="19150"/>
                  <a:pt x="13861" y="19120"/>
                </a:cubicBezTo>
                <a:lnTo>
                  <a:pt x="14013" y="18968"/>
                </a:lnTo>
                <a:cubicBezTo>
                  <a:pt x="14013" y="18968"/>
                  <a:pt x="14013" y="18937"/>
                  <a:pt x="14013" y="18907"/>
                </a:cubicBezTo>
                <a:lnTo>
                  <a:pt x="13953" y="18876"/>
                </a:lnTo>
                <a:cubicBezTo>
                  <a:pt x="13953" y="18808"/>
                  <a:pt x="14021" y="18774"/>
                  <a:pt x="14081" y="18774"/>
                </a:cubicBezTo>
                <a:close/>
                <a:moveTo>
                  <a:pt x="16202" y="18702"/>
                </a:moveTo>
                <a:cubicBezTo>
                  <a:pt x="16225" y="18702"/>
                  <a:pt x="16247" y="18709"/>
                  <a:pt x="16263" y="18724"/>
                </a:cubicBezTo>
                <a:cubicBezTo>
                  <a:pt x="16323" y="18785"/>
                  <a:pt x="16354" y="18876"/>
                  <a:pt x="16354" y="18968"/>
                </a:cubicBezTo>
                <a:cubicBezTo>
                  <a:pt x="16384" y="19028"/>
                  <a:pt x="16323" y="19089"/>
                  <a:pt x="16293" y="19150"/>
                </a:cubicBezTo>
                <a:lnTo>
                  <a:pt x="16293" y="19180"/>
                </a:lnTo>
                <a:lnTo>
                  <a:pt x="16202" y="19180"/>
                </a:lnTo>
                <a:cubicBezTo>
                  <a:pt x="16141" y="19120"/>
                  <a:pt x="16080" y="19059"/>
                  <a:pt x="16050" y="18998"/>
                </a:cubicBezTo>
                <a:cubicBezTo>
                  <a:pt x="16019" y="18937"/>
                  <a:pt x="16050" y="18846"/>
                  <a:pt x="16080" y="18785"/>
                </a:cubicBezTo>
                <a:lnTo>
                  <a:pt x="16141" y="18724"/>
                </a:lnTo>
                <a:cubicBezTo>
                  <a:pt x="16156" y="18709"/>
                  <a:pt x="16179" y="18702"/>
                  <a:pt x="16202" y="18702"/>
                </a:cubicBezTo>
                <a:close/>
                <a:moveTo>
                  <a:pt x="10396" y="19059"/>
                </a:moveTo>
                <a:lnTo>
                  <a:pt x="10487" y="19089"/>
                </a:lnTo>
                <a:lnTo>
                  <a:pt x="10670" y="19120"/>
                </a:lnTo>
                <a:cubicBezTo>
                  <a:pt x="10611" y="19237"/>
                  <a:pt x="10539" y="19304"/>
                  <a:pt x="10480" y="19304"/>
                </a:cubicBezTo>
                <a:cubicBezTo>
                  <a:pt x="10447" y="19304"/>
                  <a:pt x="10418" y="19284"/>
                  <a:pt x="10396" y="19241"/>
                </a:cubicBezTo>
                <a:lnTo>
                  <a:pt x="10305" y="19180"/>
                </a:lnTo>
                <a:lnTo>
                  <a:pt x="10244" y="19150"/>
                </a:lnTo>
                <a:cubicBezTo>
                  <a:pt x="10214" y="19089"/>
                  <a:pt x="10275" y="19059"/>
                  <a:pt x="10396" y="19059"/>
                </a:cubicBezTo>
                <a:close/>
                <a:moveTo>
                  <a:pt x="5486" y="18889"/>
                </a:moveTo>
                <a:cubicBezTo>
                  <a:pt x="5503" y="18889"/>
                  <a:pt x="5536" y="18910"/>
                  <a:pt x="5594" y="18968"/>
                </a:cubicBezTo>
                <a:lnTo>
                  <a:pt x="5685" y="18968"/>
                </a:lnTo>
                <a:cubicBezTo>
                  <a:pt x="5776" y="18998"/>
                  <a:pt x="5898" y="18998"/>
                  <a:pt x="5959" y="19059"/>
                </a:cubicBezTo>
                <a:lnTo>
                  <a:pt x="6019" y="19120"/>
                </a:lnTo>
                <a:cubicBezTo>
                  <a:pt x="6050" y="19211"/>
                  <a:pt x="5989" y="19302"/>
                  <a:pt x="5898" y="19302"/>
                </a:cubicBezTo>
                <a:lnTo>
                  <a:pt x="5867" y="19302"/>
                </a:lnTo>
                <a:cubicBezTo>
                  <a:pt x="5852" y="19317"/>
                  <a:pt x="5845" y="19325"/>
                  <a:pt x="5837" y="19325"/>
                </a:cubicBezTo>
                <a:cubicBezTo>
                  <a:pt x="5829" y="19325"/>
                  <a:pt x="5822" y="19317"/>
                  <a:pt x="5807" y="19302"/>
                </a:cubicBezTo>
                <a:cubicBezTo>
                  <a:pt x="5776" y="19302"/>
                  <a:pt x="5746" y="19302"/>
                  <a:pt x="5746" y="19272"/>
                </a:cubicBezTo>
                <a:lnTo>
                  <a:pt x="5807" y="19120"/>
                </a:lnTo>
                <a:cubicBezTo>
                  <a:pt x="5655" y="19089"/>
                  <a:pt x="5533" y="19028"/>
                  <a:pt x="5472" y="18907"/>
                </a:cubicBezTo>
                <a:cubicBezTo>
                  <a:pt x="5472" y="18896"/>
                  <a:pt x="5476" y="18889"/>
                  <a:pt x="5486" y="18889"/>
                </a:cubicBezTo>
                <a:close/>
                <a:moveTo>
                  <a:pt x="12344" y="18975"/>
                </a:moveTo>
                <a:cubicBezTo>
                  <a:pt x="12363" y="18975"/>
                  <a:pt x="12372" y="18992"/>
                  <a:pt x="12372" y="19028"/>
                </a:cubicBezTo>
                <a:cubicBezTo>
                  <a:pt x="12372" y="19089"/>
                  <a:pt x="12342" y="19393"/>
                  <a:pt x="12220" y="19393"/>
                </a:cubicBezTo>
                <a:cubicBezTo>
                  <a:pt x="12098" y="19393"/>
                  <a:pt x="12068" y="19302"/>
                  <a:pt x="12098" y="19180"/>
                </a:cubicBezTo>
                <a:lnTo>
                  <a:pt x="12190" y="19089"/>
                </a:lnTo>
                <a:cubicBezTo>
                  <a:pt x="12263" y="19016"/>
                  <a:pt x="12315" y="18975"/>
                  <a:pt x="12344" y="18975"/>
                </a:cubicBezTo>
                <a:close/>
                <a:moveTo>
                  <a:pt x="13713" y="18755"/>
                </a:moveTo>
                <a:cubicBezTo>
                  <a:pt x="13755" y="18755"/>
                  <a:pt x="13770" y="18785"/>
                  <a:pt x="13740" y="18846"/>
                </a:cubicBezTo>
                <a:lnTo>
                  <a:pt x="13740" y="18907"/>
                </a:lnTo>
                <a:cubicBezTo>
                  <a:pt x="13740" y="18998"/>
                  <a:pt x="13770" y="19089"/>
                  <a:pt x="13770" y="19150"/>
                </a:cubicBezTo>
                <a:lnTo>
                  <a:pt x="13801" y="19241"/>
                </a:lnTo>
                <a:cubicBezTo>
                  <a:pt x="13831" y="19302"/>
                  <a:pt x="13831" y="19363"/>
                  <a:pt x="13801" y="19424"/>
                </a:cubicBezTo>
                <a:cubicBezTo>
                  <a:pt x="13796" y="19428"/>
                  <a:pt x="13791" y="19430"/>
                  <a:pt x="13785" y="19430"/>
                </a:cubicBezTo>
                <a:cubicBezTo>
                  <a:pt x="13746" y="19430"/>
                  <a:pt x="13675" y="19359"/>
                  <a:pt x="13649" y="19332"/>
                </a:cubicBezTo>
                <a:cubicBezTo>
                  <a:pt x="13645" y="19329"/>
                  <a:pt x="13640" y="19327"/>
                  <a:pt x="13634" y="19327"/>
                </a:cubicBezTo>
                <a:cubicBezTo>
                  <a:pt x="13591" y="19327"/>
                  <a:pt x="13487" y="19398"/>
                  <a:pt x="13408" y="19398"/>
                </a:cubicBezTo>
                <a:cubicBezTo>
                  <a:pt x="13396" y="19398"/>
                  <a:pt x="13385" y="19397"/>
                  <a:pt x="13375" y="19393"/>
                </a:cubicBezTo>
                <a:cubicBezTo>
                  <a:pt x="13284" y="19363"/>
                  <a:pt x="13193" y="19332"/>
                  <a:pt x="13132" y="19302"/>
                </a:cubicBezTo>
                <a:cubicBezTo>
                  <a:pt x="13101" y="19302"/>
                  <a:pt x="13071" y="19272"/>
                  <a:pt x="13132" y="19241"/>
                </a:cubicBezTo>
                <a:lnTo>
                  <a:pt x="13132" y="19211"/>
                </a:lnTo>
                <a:lnTo>
                  <a:pt x="13223" y="19120"/>
                </a:lnTo>
                <a:cubicBezTo>
                  <a:pt x="13233" y="19094"/>
                  <a:pt x="13229" y="19083"/>
                  <a:pt x="13213" y="19083"/>
                </a:cubicBezTo>
                <a:cubicBezTo>
                  <a:pt x="13138" y="19083"/>
                  <a:pt x="12812" y="19338"/>
                  <a:pt x="12737" y="19363"/>
                </a:cubicBezTo>
                <a:cubicBezTo>
                  <a:pt x="12729" y="19365"/>
                  <a:pt x="12721" y="19367"/>
                  <a:pt x="12713" y="19367"/>
                </a:cubicBezTo>
                <a:cubicBezTo>
                  <a:pt x="12630" y="19367"/>
                  <a:pt x="12554" y="19233"/>
                  <a:pt x="12554" y="19150"/>
                </a:cubicBezTo>
                <a:cubicBezTo>
                  <a:pt x="12554" y="19124"/>
                  <a:pt x="12598" y="19115"/>
                  <a:pt x="12655" y="19115"/>
                </a:cubicBezTo>
                <a:cubicBezTo>
                  <a:pt x="12733" y="19115"/>
                  <a:pt x="12836" y="19132"/>
                  <a:pt x="12889" y="19150"/>
                </a:cubicBezTo>
                <a:cubicBezTo>
                  <a:pt x="12905" y="19155"/>
                  <a:pt x="12922" y="19158"/>
                  <a:pt x="12939" y="19158"/>
                </a:cubicBezTo>
                <a:cubicBezTo>
                  <a:pt x="13020" y="19158"/>
                  <a:pt x="13107" y="19103"/>
                  <a:pt x="13132" y="19028"/>
                </a:cubicBezTo>
                <a:cubicBezTo>
                  <a:pt x="13162" y="18907"/>
                  <a:pt x="13253" y="18816"/>
                  <a:pt x="13375" y="18785"/>
                </a:cubicBezTo>
                <a:lnTo>
                  <a:pt x="13497" y="18846"/>
                </a:lnTo>
                <a:lnTo>
                  <a:pt x="13527" y="18846"/>
                </a:lnTo>
                <a:cubicBezTo>
                  <a:pt x="13603" y="18785"/>
                  <a:pt x="13671" y="18755"/>
                  <a:pt x="13713" y="18755"/>
                </a:cubicBezTo>
                <a:close/>
                <a:moveTo>
                  <a:pt x="15747" y="19003"/>
                </a:moveTo>
                <a:cubicBezTo>
                  <a:pt x="15792" y="19061"/>
                  <a:pt x="15997" y="19319"/>
                  <a:pt x="15898" y="19393"/>
                </a:cubicBezTo>
                <a:cubicBezTo>
                  <a:pt x="15827" y="19446"/>
                  <a:pt x="15767" y="19479"/>
                  <a:pt x="15741" y="19479"/>
                </a:cubicBezTo>
                <a:cubicBezTo>
                  <a:pt x="15722" y="19479"/>
                  <a:pt x="15720" y="19462"/>
                  <a:pt x="15746" y="19424"/>
                </a:cubicBezTo>
                <a:cubicBezTo>
                  <a:pt x="15776" y="19273"/>
                  <a:pt x="15776" y="19153"/>
                  <a:pt x="15747" y="19003"/>
                </a:cubicBezTo>
                <a:close/>
                <a:moveTo>
                  <a:pt x="14652" y="18998"/>
                </a:moveTo>
                <a:lnTo>
                  <a:pt x="14773" y="19028"/>
                </a:lnTo>
                <a:cubicBezTo>
                  <a:pt x="14864" y="19059"/>
                  <a:pt x="14925" y="19180"/>
                  <a:pt x="14864" y="19211"/>
                </a:cubicBezTo>
                <a:cubicBezTo>
                  <a:pt x="14826" y="19250"/>
                  <a:pt x="14787" y="19301"/>
                  <a:pt x="14740" y="19301"/>
                </a:cubicBezTo>
                <a:cubicBezTo>
                  <a:pt x="14713" y="19301"/>
                  <a:pt x="14684" y="19285"/>
                  <a:pt x="14652" y="19241"/>
                </a:cubicBezTo>
                <a:cubicBezTo>
                  <a:pt x="14644" y="19234"/>
                  <a:pt x="14636" y="19230"/>
                  <a:pt x="14629" y="19230"/>
                </a:cubicBezTo>
                <a:cubicBezTo>
                  <a:pt x="14606" y="19230"/>
                  <a:pt x="14583" y="19264"/>
                  <a:pt x="14560" y="19332"/>
                </a:cubicBezTo>
                <a:cubicBezTo>
                  <a:pt x="14530" y="19393"/>
                  <a:pt x="14500" y="19424"/>
                  <a:pt x="14469" y="19454"/>
                </a:cubicBezTo>
                <a:cubicBezTo>
                  <a:pt x="14409" y="19484"/>
                  <a:pt x="14378" y="19484"/>
                  <a:pt x="14317" y="19484"/>
                </a:cubicBezTo>
                <a:lnTo>
                  <a:pt x="14287" y="19484"/>
                </a:lnTo>
                <a:cubicBezTo>
                  <a:pt x="14287" y="19424"/>
                  <a:pt x="14409" y="19211"/>
                  <a:pt x="14378" y="19150"/>
                </a:cubicBezTo>
                <a:cubicBezTo>
                  <a:pt x="14378" y="19059"/>
                  <a:pt x="14500" y="18998"/>
                  <a:pt x="14652" y="18998"/>
                </a:cubicBezTo>
                <a:close/>
                <a:moveTo>
                  <a:pt x="7448" y="18846"/>
                </a:moveTo>
                <a:cubicBezTo>
                  <a:pt x="7539" y="18846"/>
                  <a:pt x="7630" y="18846"/>
                  <a:pt x="7721" y="18876"/>
                </a:cubicBezTo>
                <a:cubicBezTo>
                  <a:pt x="7813" y="18937"/>
                  <a:pt x="7752" y="18968"/>
                  <a:pt x="7721" y="19028"/>
                </a:cubicBezTo>
                <a:lnTo>
                  <a:pt x="7691" y="19120"/>
                </a:lnTo>
                <a:cubicBezTo>
                  <a:pt x="7691" y="19241"/>
                  <a:pt x="7752" y="19332"/>
                  <a:pt x="7813" y="19332"/>
                </a:cubicBezTo>
                <a:lnTo>
                  <a:pt x="7843" y="19363"/>
                </a:lnTo>
                <a:lnTo>
                  <a:pt x="7904" y="19363"/>
                </a:lnTo>
                <a:cubicBezTo>
                  <a:pt x="7965" y="19393"/>
                  <a:pt x="7965" y="19484"/>
                  <a:pt x="7904" y="19515"/>
                </a:cubicBezTo>
                <a:lnTo>
                  <a:pt x="7782" y="19515"/>
                </a:lnTo>
                <a:cubicBezTo>
                  <a:pt x="7630" y="19515"/>
                  <a:pt x="7539" y="19393"/>
                  <a:pt x="7539" y="19272"/>
                </a:cubicBezTo>
                <a:lnTo>
                  <a:pt x="7448" y="19180"/>
                </a:lnTo>
                <a:cubicBezTo>
                  <a:pt x="7387" y="19120"/>
                  <a:pt x="7569" y="18998"/>
                  <a:pt x="7387" y="18937"/>
                </a:cubicBezTo>
                <a:cubicBezTo>
                  <a:pt x="7387" y="18937"/>
                  <a:pt x="7448" y="18846"/>
                  <a:pt x="7448" y="18846"/>
                </a:cubicBezTo>
                <a:close/>
                <a:moveTo>
                  <a:pt x="11146" y="18934"/>
                </a:moveTo>
                <a:cubicBezTo>
                  <a:pt x="11256" y="18934"/>
                  <a:pt x="11519" y="19124"/>
                  <a:pt x="11491" y="19180"/>
                </a:cubicBezTo>
                <a:cubicBezTo>
                  <a:pt x="11484" y="19201"/>
                  <a:pt x="11483" y="19209"/>
                  <a:pt x="11487" y="19209"/>
                </a:cubicBezTo>
                <a:cubicBezTo>
                  <a:pt x="11502" y="19209"/>
                  <a:pt x="11578" y="19106"/>
                  <a:pt x="11673" y="19059"/>
                </a:cubicBezTo>
                <a:cubicBezTo>
                  <a:pt x="11718" y="19044"/>
                  <a:pt x="11764" y="19036"/>
                  <a:pt x="11802" y="19036"/>
                </a:cubicBezTo>
                <a:cubicBezTo>
                  <a:pt x="11840" y="19036"/>
                  <a:pt x="11870" y="19044"/>
                  <a:pt x="11886" y="19059"/>
                </a:cubicBezTo>
                <a:cubicBezTo>
                  <a:pt x="11916" y="19120"/>
                  <a:pt x="11794" y="19363"/>
                  <a:pt x="11703" y="19393"/>
                </a:cubicBezTo>
                <a:cubicBezTo>
                  <a:pt x="11612" y="19454"/>
                  <a:pt x="11460" y="19576"/>
                  <a:pt x="11339" y="19667"/>
                </a:cubicBezTo>
                <a:lnTo>
                  <a:pt x="11217" y="19515"/>
                </a:lnTo>
                <a:lnTo>
                  <a:pt x="11126" y="19363"/>
                </a:lnTo>
                <a:cubicBezTo>
                  <a:pt x="11106" y="19367"/>
                  <a:pt x="11087" y="19369"/>
                  <a:pt x="11068" y="19369"/>
                </a:cubicBezTo>
                <a:cubicBezTo>
                  <a:pt x="10943" y="19369"/>
                  <a:pt x="10844" y="19282"/>
                  <a:pt x="10791" y="19150"/>
                </a:cubicBezTo>
                <a:cubicBezTo>
                  <a:pt x="10791" y="19089"/>
                  <a:pt x="11035" y="18968"/>
                  <a:pt x="11126" y="18937"/>
                </a:cubicBezTo>
                <a:cubicBezTo>
                  <a:pt x="11132" y="18935"/>
                  <a:pt x="11139" y="18934"/>
                  <a:pt x="11146" y="18934"/>
                </a:cubicBezTo>
                <a:close/>
                <a:moveTo>
                  <a:pt x="9910" y="18907"/>
                </a:moveTo>
                <a:cubicBezTo>
                  <a:pt x="9940" y="18998"/>
                  <a:pt x="9940" y="19089"/>
                  <a:pt x="9940" y="19180"/>
                </a:cubicBezTo>
                <a:cubicBezTo>
                  <a:pt x="9963" y="19249"/>
                  <a:pt x="9986" y="19283"/>
                  <a:pt x="10022" y="19283"/>
                </a:cubicBezTo>
                <a:cubicBezTo>
                  <a:pt x="10033" y="19283"/>
                  <a:pt x="10047" y="19279"/>
                  <a:pt x="10062" y="19272"/>
                </a:cubicBezTo>
                <a:lnTo>
                  <a:pt x="10123" y="19272"/>
                </a:lnTo>
                <a:cubicBezTo>
                  <a:pt x="10132" y="19263"/>
                  <a:pt x="10143" y="19259"/>
                  <a:pt x="10156" y="19259"/>
                </a:cubicBezTo>
                <a:cubicBezTo>
                  <a:pt x="10186" y="19259"/>
                  <a:pt x="10223" y="19280"/>
                  <a:pt x="10244" y="19302"/>
                </a:cubicBezTo>
                <a:lnTo>
                  <a:pt x="10275" y="19332"/>
                </a:lnTo>
                <a:cubicBezTo>
                  <a:pt x="10244" y="19363"/>
                  <a:pt x="10001" y="19363"/>
                  <a:pt x="9910" y="19424"/>
                </a:cubicBezTo>
                <a:lnTo>
                  <a:pt x="9545" y="19728"/>
                </a:lnTo>
                <a:lnTo>
                  <a:pt x="9332" y="19667"/>
                </a:lnTo>
                <a:lnTo>
                  <a:pt x="9272" y="19667"/>
                </a:lnTo>
                <a:lnTo>
                  <a:pt x="9120" y="19728"/>
                </a:lnTo>
                <a:cubicBezTo>
                  <a:pt x="9094" y="19689"/>
                  <a:pt x="9031" y="19672"/>
                  <a:pt x="8949" y="19672"/>
                </a:cubicBezTo>
                <a:cubicBezTo>
                  <a:pt x="8835" y="19672"/>
                  <a:pt x="8683" y="19705"/>
                  <a:pt x="8542" y="19758"/>
                </a:cubicBezTo>
                <a:lnTo>
                  <a:pt x="8299" y="19667"/>
                </a:lnTo>
                <a:lnTo>
                  <a:pt x="8147" y="19606"/>
                </a:lnTo>
                <a:cubicBezTo>
                  <a:pt x="8108" y="19490"/>
                  <a:pt x="8229" y="19448"/>
                  <a:pt x="8361" y="19448"/>
                </a:cubicBezTo>
                <a:cubicBezTo>
                  <a:pt x="8437" y="19448"/>
                  <a:pt x="8517" y="19462"/>
                  <a:pt x="8573" y="19484"/>
                </a:cubicBezTo>
                <a:cubicBezTo>
                  <a:pt x="8605" y="19493"/>
                  <a:pt x="8631" y="19496"/>
                  <a:pt x="8651" y="19496"/>
                </a:cubicBezTo>
                <a:cubicBezTo>
                  <a:pt x="8704" y="19496"/>
                  <a:pt x="8708" y="19468"/>
                  <a:pt x="8664" y="19424"/>
                </a:cubicBezTo>
                <a:lnTo>
                  <a:pt x="8664" y="19363"/>
                </a:lnTo>
                <a:cubicBezTo>
                  <a:pt x="8664" y="19302"/>
                  <a:pt x="8755" y="19302"/>
                  <a:pt x="8785" y="19302"/>
                </a:cubicBezTo>
                <a:cubicBezTo>
                  <a:pt x="8876" y="19363"/>
                  <a:pt x="8937" y="19424"/>
                  <a:pt x="9028" y="19515"/>
                </a:cubicBezTo>
                <a:lnTo>
                  <a:pt x="9302" y="19424"/>
                </a:lnTo>
                <a:lnTo>
                  <a:pt x="9424" y="19393"/>
                </a:lnTo>
                <a:cubicBezTo>
                  <a:pt x="9501" y="19362"/>
                  <a:pt x="9523" y="19293"/>
                  <a:pt x="9499" y="19199"/>
                </a:cubicBezTo>
                <a:lnTo>
                  <a:pt x="9499" y="19199"/>
                </a:lnTo>
                <a:cubicBezTo>
                  <a:pt x="9603" y="19146"/>
                  <a:pt x="9708" y="19090"/>
                  <a:pt x="9819" y="19028"/>
                </a:cubicBezTo>
                <a:cubicBezTo>
                  <a:pt x="9819" y="18968"/>
                  <a:pt x="9910" y="18907"/>
                  <a:pt x="9910" y="18907"/>
                </a:cubicBezTo>
                <a:close/>
                <a:moveTo>
                  <a:pt x="5716" y="19480"/>
                </a:moveTo>
                <a:cubicBezTo>
                  <a:pt x="5758" y="19480"/>
                  <a:pt x="5789" y="19489"/>
                  <a:pt x="5776" y="19515"/>
                </a:cubicBezTo>
                <a:cubicBezTo>
                  <a:pt x="5776" y="19576"/>
                  <a:pt x="5807" y="19667"/>
                  <a:pt x="5867" y="19697"/>
                </a:cubicBezTo>
                <a:cubicBezTo>
                  <a:pt x="5898" y="19728"/>
                  <a:pt x="5898" y="19758"/>
                  <a:pt x="5837" y="19788"/>
                </a:cubicBezTo>
                <a:cubicBezTo>
                  <a:pt x="5819" y="19797"/>
                  <a:pt x="5786" y="19801"/>
                  <a:pt x="5747" y="19801"/>
                </a:cubicBezTo>
                <a:cubicBezTo>
                  <a:pt x="5655" y="19801"/>
                  <a:pt x="5533" y="19779"/>
                  <a:pt x="5533" y="19758"/>
                </a:cubicBezTo>
                <a:cubicBezTo>
                  <a:pt x="5533" y="19667"/>
                  <a:pt x="5533" y="19606"/>
                  <a:pt x="5563" y="19515"/>
                </a:cubicBezTo>
                <a:cubicBezTo>
                  <a:pt x="5581" y="19497"/>
                  <a:pt x="5659" y="19480"/>
                  <a:pt x="5716" y="19480"/>
                </a:cubicBezTo>
                <a:close/>
                <a:moveTo>
                  <a:pt x="6454" y="19541"/>
                </a:moveTo>
                <a:cubicBezTo>
                  <a:pt x="6490" y="19541"/>
                  <a:pt x="6561" y="19672"/>
                  <a:pt x="6506" y="19728"/>
                </a:cubicBezTo>
                <a:cubicBezTo>
                  <a:pt x="6384" y="19788"/>
                  <a:pt x="6262" y="19819"/>
                  <a:pt x="6110" y="19819"/>
                </a:cubicBezTo>
                <a:cubicBezTo>
                  <a:pt x="6050" y="19758"/>
                  <a:pt x="5989" y="19697"/>
                  <a:pt x="6050" y="19636"/>
                </a:cubicBezTo>
                <a:cubicBezTo>
                  <a:pt x="6141" y="19606"/>
                  <a:pt x="6232" y="19606"/>
                  <a:pt x="6293" y="19606"/>
                </a:cubicBezTo>
                <a:cubicBezTo>
                  <a:pt x="6304" y="19612"/>
                  <a:pt x="6317" y="19614"/>
                  <a:pt x="6330" y="19614"/>
                </a:cubicBezTo>
                <a:cubicBezTo>
                  <a:pt x="6385" y="19614"/>
                  <a:pt x="6445" y="19570"/>
                  <a:pt x="6445" y="19545"/>
                </a:cubicBezTo>
                <a:cubicBezTo>
                  <a:pt x="6448" y="19542"/>
                  <a:pt x="6451" y="19541"/>
                  <a:pt x="6454" y="19541"/>
                </a:cubicBezTo>
                <a:close/>
                <a:moveTo>
                  <a:pt x="2748" y="19669"/>
                </a:moveTo>
                <a:cubicBezTo>
                  <a:pt x="2884" y="19669"/>
                  <a:pt x="3155" y="19771"/>
                  <a:pt x="3132" y="19819"/>
                </a:cubicBezTo>
                <a:cubicBezTo>
                  <a:pt x="3132" y="19849"/>
                  <a:pt x="3117" y="19864"/>
                  <a:pt x="3098" y="19864"/>
                </a:cubicBezTo>
                <a:cubicBezTo>
                  <a:pt x="3079" y="19864"/>
                  <a:pt x="3056" y="19849"/>
                  <a:pt x="3041" y="19819"/>
                </a:cubicBezTo>
                <a:cubicBezTo>
                  <a:pt x="3029" y="19796"/>
                  <a:pt x="2985" y="19790"/>
                  <a:pt x="2930" y="19790"/>
                </a:cubicBezTo>
                <a:cubicBezTo>
                  <a:pt x="2871" y="19790"/>
                  <a:pt x="2799" y="19797"/>
                  <a:pt x="2745" y="19797"/>
                </a:cubicBezTo>
                <a:cubicBezTo>
                  <a:pt x="2714" y="19797"/>
                  <a:pt x="2690" y="19795"/>
                  <a:pt x="2676" y="19788"/>
                </a:cubicBezTo>
                <a:lnTo>
                  <a:pt x="2676" y="19697"/>
                </a:lnTo>
                <a:cubicBezTo>
                  <a:pt x="2682" y="19677"/>
                  <a:pt x="2710" y="19669"/>
                  <a:pt x="2748" y="19669"/>
                </a:cubicBezTo>
                <a:close/>
                <a:moveTo>
                  <a:pt x="71097" y="19819"/>
                </a:moveTo>
                <a:lnTo>
                  <a:pt x="71218" y="19880"/>
                </a:lnTo>
                <a:cubicBezTo>
                  <a:pt x="71248" y="19910"/>
                  <a:pt x="71279" y="19940"/>
                  <a:pt x="71309" y="19940"/>
                </a:cubicBezTo>
                <a:lnTo>
                  <a:pt x="71370" y="19971"/>
                </a:lnTo>
                <a:cubicBezTo>
                  <a:pt x="71431" y="20031"/>
                  <a:pt x="71340" y="20092"/>
                  <a:pt x="71157" y="20123"/>
                </a:cubicBezTo>
                <a:lnTo>
                  <a:pt x="71005" y="20153"/>
                </a:lnTo>
                <a:cubicBezTo>
                  <a:pt x="70945" y="20153"/>
                  <a:pt x="70914" y="20123"/>
                  <a:pt x="70884" y="20092"/>
                </a:cubicBezTo>
                <a:lnTo>
                  <a:pt x="70853" y="20062"/>
                </a:lnTo>
                <a:cubicBezTo>
                  <a:pt x="70853" y="20001"/>
                  <a:pt x="70945" y="19880"/>
                  <a:pt x="71097" y="19819"/>
                </a:cubicBezTo>
                <a:close/>
                <a:moveTo>
                  <a:pt x="426" y="19606"/>
                </a:moveTo>
                <a:cubicBezTo>
                  <a:pt x="426" y="19606"/>
                  <a:pt x="518" y="19728"/>
                  <a:pt x="548" y="19758"/>
                </a:cubicBezTo>
                <a:cubicBezTo>
                  <a:pt x="576" y="19813"/>
                  <a:pt x="654" y="19944"/>
                  <a:pt x="691" y="19944"/>
                </a:cubicBezTo>
                <a:cubicBezTo>
                  <a:pt x="694" y="19944"/>
                  <a:pt x="697" y="19943"/>
                  <a:pt x="700" y="19940"/>
                </a:cubicBezTo>
                <a:cubicBezTo>
                  <a:pt x="709" y="19922"/>
                  <a:pt x="720" y="19915"/>
                  <a:pt x="732" y="19915"/>
                </a:cubicBezTo>
                <a:cubicBezTo>
                  <a:pt x="761" y="19915"/>
                  <a:pt x="791" y="19958"/>
                  <a:pt x="791" y="20001"/>
                </a:cubicBezTo>
                <a:cubicBezTo>
                  <a:pt x="791" y="20031"/>
                  <a:pt x="730" y="20123"/>
                  <a:pt x="609" y="20153"/>
                </a:cubicBezTo>
                <a:cubicBezTo>
                  <a:pt x="592" y="20162"/>
                  <a:pt x="574" y="20165"/>
                  <a:pt x="556" y="20165"/>
                </a:cubicBezTo>
                <a:cubicBezTo>
                  <a:pt x="449" y="20165"/>
                  <a:pt x="344" y="20027"/>
                  <a:pt x="396" y="20001"/>
                </a:cubicBezTo>
                <a:cubicBezTo>
                  <a:pt x="457" y="20001"/>
                  <a:pt x="426" y="19819"/>
                  <a:pt x="426" y="19758"/>
                </a:cubicBezTo>
                <a:cubicBezTo>
                  <a:pt x="396" y="19697"/>
                  <a:pt x="396" y="19667"/>
                  <a:pt x="426" y="19606"/>
                </a:cubicBezTo>
                <a:close/>
                <a:moveTo>
                  <a:pt x="6901" y="19484"/>
                </a:moveTo>
                <a:cubicBezTo>
                  <a:pt x="6901" y="19636"/>
                  <a:pt x="6901" y="19788"/>
                  <a:pt x="6840" y="19940"/>
                </a:cubicBezTo>
                <a:lnTo>
                  <a:pt x="6840" y="20123"/>
                </a:lnTo>
                <a:cubicBezTo>
                  <a:pt x="6840" y="20183"/>
                  <a:pt x="6810" y="20214"/>
                  <a:pt x="6779" y="20244"/>
                </a:cubicBezTo>
                <a:lnTo>
                  <a:pt x="6688" y="20244"/>
                </a:lnTo>
                <a:cubicBezTo>
                  <a:pt x="6688" y="20183"/>
                  <a:pt x="6688" y="20123"/>
                  <a:pt x="6688" y="20092"/>
                </a:cubicBezTo>
                <a:lnTo>
                  <a:pt x="6688" y="20062"/>
                </a:lnTo>
                <a:cubicBezTo>
                  <a:pt x="6718" y="20062"/>
                  <a:pt x="6718" y="20001"/>
                  <a:pt x="6688" y="20001"/>
                </a:cubicBezTo>
                <a:lnTo>
                  <a:pt x="6688" y="20031"/>
                </a:lnTo>
                <a:cubicBezTo>
                  <a:pt x="6627" y="19910"/>
                  <a:pt x="6597" y="19758"/>
                  <a:pt x="6627" y="19636"/>
                </a:cubicBezTo>
                <a:cubicBezTo>
                  <a:pt x="6688" y="19576"/>
                  <a:pt x="6749" y="19515"/>
                  <a:pt x="6840" y="19484"/>
                </a:cubicBezTo>
                <a:close/>
                <a:moveTo>
                  <a:pt x="4135" y="19849"/>
                </a:moveTo>
                <a:lnTo>
                  <a:pt x="4256" y="19940"/>
                </a:lnTo>
                <a:cubicBezTo>
                  <a:pt x="4348" y="20031"/>
                  <a:pt x="4348" y="20092"/>
                  <a:pt x="4256" y="20092"/>
                </a:cubicBezTo>
                <a:cubicBezTo>
                  <a:pt x="4135" y="20092"/>
                  <a:pt x="4044" y="20305"/>
                  <a:pt x="3983" y="20335"/>
                </a:cubicBezTo>
                <a:lnTo>
                  <a:pt x="3922" y="20335"/>
                </a:lnTo>
                <a:cubicBezTo>
                  <a:pt x="3892" y="20335"/>
                  <a:pt x="3892" y="20305"/>
                  <a:pt x="3892" y="20275"/>
                </a:cubicBezTo>
                <a:cubicBezTo>
                  <a:pt x="3892" y="20214"/>
                  <a:pt x="3922" y="20092"/>
                  <a:pt x="3922" y="20092"/>
                </a:cubicBezTo>
                <a:cubicBezTo>
                  <a:pt x="4135" y="20092"/>
                  <a:pt x="4074" y="20062"/>
                  <a:pt x="3983" y="19971"/>
                </a:cubicBezTo>
                <a:cubicBezTo>
                  <a:pt x="3983" y="19940"/>
                  <a:pt x="3983" y="19880"/>
                  <a:pt x="4013" y="19849"/>
                </a:cubicBezTo>
                <a:close/>
                <a:moveTo>
                  <a:pt x="60521" y="20088"/>
                </a:moveTo>
                <a:cubicBezTo>
                  <a:pt x="60538" y="20088"/>
                  <a:pt x="60549" y="20097"/>
                  <a:pt x="60549" y="20123"/>
                </a:cubicBezTo>
                <a:cubicBezTo>
                  <a:pt x="60549" y="20148"/>
                  <a:pt x="60592" y="20258"/>
                  <a:pt x="60641" y="20258"/>
                </a:cubicBezTo>
                <a:cubicBezTo>
                  <a:pt x="60651" y="20258"/>
                  <a:pt x="60661" y="20254"/>
                  <a:pt x="60671" y="20244"/>
                </a:cubicBezTo>
                <a:lnTo>
                  <a:pt x="60792" y="20244"/>
                </a:lnTo>
                <a:cubicBezTo>
                  <a:pt x="60823" y="20275"/>
                  <a:pt x="60823" y="20487"/>
                  <a:pt x="60732" y="20487"/>
                </a:cubicBezTo>
                <a:cubicBezTo>
                  <a:pt x="60610" y="20487"/>
                  <a:pt x="60519" y="20457"/>
                  <a:pt x="60428" y="20427"/>
                </a:cubicBezTo>
                <a:cubicBezTo>
                  <a:pt x="60367" y="20335"/>
                  <a:pt x="60367" y="20214"/>
                  <a:pt x="60428" y="20123"/>
                </a:cubicBezTo>
                <a:cubicBezTo>
                  <a:pt x="60463" y="20105"/>
                  <a:pt x="60498" y="20088"/>
                  <a:pt x="60521" y="20088"/>
                </a:cubicBezTo>
                <a:close/>
                <a:moveTo>
                  <a:pt x="2140" y="20104"/>
                </a:moveTo>
                <a:cubicBezTo>
                  <a:pt x="2148" y="20104"/>
                  <a:pt x="2155" y="20110"/>
                  <a:pt x="2159" y="20123"/>
                </a:cubicBezTo>
                <a:cubicBezTo>
                  <a:pt x="2189" y="20214"/>
                  <a:pt x="2250" y="20457"/>
                  <a:pt x="2189" y="20518"/>
                </a:cubicBezTo>
                <a:cubicBezTo>
                  <a:pt x="2174" y="20525"/>
                  <a:pt x="2157" y="20529"/>
                  <a:pt x="2139" y="20529"/>
                </a:cubicBezTo>
                <a:cubicBezTo>
                  <a:pt x="2085" y="20529"/>
                  <a:pt x="2022" y="20495"/>
                  <a:pt x="1977" y="20427"/>
                </a:cubicBezTo>
                <a:lnTo>
                  <a:pt x="2007" y="20396"/>
                </a:lnTo>
                <a:cubicBezTo>
                  <a:pt x="1981" y="20318"/>
                  <a:pt x="2090" y="20104"/>
                  <a:pt x="2140" y="20104"/>
                </a:cubicBezTo>
                <a:close/>
                <a:moveTo>
                  <a:pt x="70914" y="20548"/>
                </a:moveTo>
                <a:lnTo>
                  <a:pt x="70912" y="20553"/>
                </a:lnTo>
                <a:lnTo>
                  <a:pt x="70912" y="20553"/>
                </a:lnTo>
                <a:cubicBezTo>
                  <a:pt x="70913" y="20552"/>
                  <a:pt x="70914" y="20550"/>
                  <a:pt x="70914" y="20548"/>
                </a:cubicBezTo>
                <a:close/>
                <a:moveTo>
                  <a:pt x="60002" y="19940"/>
                </a:moveTo>
                <a:cubicBezTo>
                  <a:pt x="60124" y="19940"/>
                  <a:pt x="60276" y="20244"/>
                  <a:pt x="60184" y="20335"/>
                </a:cubicBezTo>
                <a:cubicBezTo>
                  <a:pt x="60063" y="20457"/>
                  <a:pt x="59941" y="20518"/>
                  <a:pt x="59789" y="20609"/>
                </a:cubicBezTo>
                <a:cubicBezTo>
                  <a:pt x="59698" y="20609"/>
                  <a:pt x="59637" y="20579"/>
                  <a:pt x="59607" y="20487"/>
                </a:cubicBezTo>
                <a:lnTo>
                  <a:pt x="59607" y="20427"/>
                </a:lnTo>
                <a:lnTo>
                  <a:pt x="59607" y="20396"/>
                </a:lnTo>
                <a:cubicBezTo>
                  <a:pt x="59637" y="20335"/>
                  <a:pt x="59850" y="20183"/>
                  <a:pt x="59972" y="20153"/>
                </a:cubicBezTo>
                <a:cubicBezTo>
                  <a:pt x="60063" y="20153"/>
                  <a:pt x="60063" y="20092"/>
                  <a:pt x="59972" y="20062"/>
                </a:cubicBezTo>
                <a:cubicBezTo>
                  <a:pt x="59850" y="20031"/>
                  <a:pt x="59729" y="20001"/>
                  <a:pt x="59637" y="19940"/>
                </a:cubicBezTo>
                <a:close/>
                <a:moveTo>
                  <a:pt x="3477" y="19993"/>
                </a:moveTo>
                <a:cubicBezTo>
                  <a:pt x="3548" y="19993"/>
                  <a:pt x="3654" y="20043"/>
                  <a:pt x="3679" y="20092"/>
                </a:cubicBezTo>
                <a:cubicBezTo>
                  <a:pt x="3709" y="20214"/>
                  <a:pt x="3709" y="20366"/>
                  <a:pt x="3679" y="20487"/>
                </a:cubicBezTo>
                <a:cubicBezTo>
                  <a:pt x="3648" y="20579"/>
                  <a:pt x="3466" y="20670"/>
                  <a:pt x="3405" y="20670"/>
                </a:cubicBezTo>
                <a:cubicBezTo>
                  <a:pt x="3344" y="20670"/>
                  <a:pt x="3436" y="20487"/>
                  <a:pt x="3496" y="20427"/>
                </a:cubicBezTo>
                <a:cubicBezTo>
                  <a:pt x="3588" y="20366"/>
                  <a:pt x="3588" y="20275"/>
                  <a:pt x="3496" y="20244"/>
                </a:cubicBezTo>
                <a:cubicBezTo>
                  <a:pt x="3436" y="20214"/>
                  <a:pt x="3375" y="20031"/>
                  <a:pt x="3436" y="20001"/>
                </a:cubicBezTo>
                <a:cubicBezTo>
                  <a:pt x="3447" y="19996"/>
                  <a:pt x="3461" y="19993"/>
                  <a:pt x="3477" y="19993"/>
                </a:cubicBezTo>
                <a:close/>
                <a:moveTo>
                  <a:pt x="6202" y="20609"/>
                </a:moveTo>
                <a:cubicBezTo>
                  <a:pt x="6354" y="20609"/>
                  <a:pt x="6384" y="20609"/>
                  <a:pt x="6293" y="20639"/>
                </a:cubicBezTo>
                <a:cubicBezTo>
                  <a:pt x="6171" y="20731"/>
                  <a:pt x="6080" y="20822"/>
                  <a:pt x="6019" y="20974"/>
                </a:cubicBezTo>
                <a:cubicBezTo>
                  <a:pt x="6019" y="20980"/>
                  <a:pt x="6017" y="20982"/>
                  <a:pt x="6013" y="20982"/>
                </a:cubicBezTo>
                <a:cubicBezTo>
                  <a:pt x="5998" y="20982"/>
                  <a:pt x="5959" y="20938"/>
                  <a:pt x="5959" y="20913"/>
                </a:cubicBezTo>
                <a:cubicBezTo>
                  <a:pt x="5928" y="20822"/>
                  <a:pt x="5928" y="20700"/>
                  <a:pt x="5959" y="20609"/>
                </a:cubicBezTo>
                <a:close/>
                <a:moveTo>
                  <a:pt x="1534" y="20269"/>
                </a:moveTo>
                <a:cubicBezTo>
                  <a:pt x="1566" y="20269"/>
                  <a:pt x="1612" y="20355"/>
                  <a:pt x="1612" y="20487"/>
                </a:cubicBezTo>
                <a:lnTo>
                  <a:pt x="1521" y="20579"/>
                </a:lnTo>
                <a:cubicBezTo>
                  <a:pt x="1369" y="20700"/>
                  <a:pt x="1217" y="20822"/>
                  <a:pt x="1430" y="20974"/>
                </a:cubicBezTo>
                <a:cubicBezTo>
                  <a:pt x="1407" y="21018"/>
                  <a:pt x="1352" y="21046"/>
                  <a:pt x="1301" y="21046"/>
                </a:cubicBezTo>
                <a:cubicBezTo>
                  <a:pt x="1282" y="21046"/>
                  <a:pt x="1263" y="21043"/>
                  <a:pt x="1247" y="21035"/>
                </a:cubicBezTo>
                <a:cubicBezTo>
                  <a:pt x="1217" y="20883"/>
                  <a:pt x="1217" y="20731"/>
                  <a:pt x="1247" y="20579"/>
                </a:cubicBezTo>
                <a:cubicBezTo>
                  <a:pt x="1338" y="20487"/>
                  <a:pt x="1430" y="20366"/>
                  <a:pt x="1521" y="20275"/>
                </a:cubicBezTo>
                <a:cubicBezTo>
                  <a:pt x="1525" y="20271"/>
                  <a:pt x="1529" y="20269"/>
                  <a:pt x="1534" y="20269"/>
                </a:cubicBezTo>
                <a:close/>
                <a:moveTo>
                  <a:pt x="79334" y="1"/>
                </a:moveTo>
                <a:cubicBezTo>
                  <a:pt x="79303" y="1"/>
                  <a:pt x="79303" y="62"/>
                  <a:pt x="79303" y="153"/>
                </a:cubicBezTo>
                <a:lnTo>
                  <a:pt x="79425" y="153"/>
                </a:lnTo>
                <a:cubicBezTo>
                  <a:pt x="79425" y="183"/>
                  <a:pt x="79364" y="274"/>
                  <a:pt x="79303" y="274"/>
                </a:cubicBezTo>
                <a:lnTo>
                  <a:pt x="79273" y="274"/>
                </a:lnTo>
                <a:lnTo>
                  <a:pt x="79182" y="214"/>
                </a:lnTo>
                <a:cubicBezTo>
                  <a:pt x="79138" y="148"/>
                  <a:pt x="78984" y="98"/>
                  <a:pt x="78889" y="98"/>
                </a:cubicBezTo>
                <a:cubicBezTo>
                  <a:pt x="78853" y="98"/>
                  <a:pt x="78825" y="105"/>
                  <a:pt x="78817" y="122"/>
                </a:cubicBezTo>
                <a:cubicBezTo>
                  <a:pt x="78787" y="138"/>
                  <a:pt x="78764" y="145"/>
                  <a:pt x="78749" y="145"/>
                </a:cubicBezTo>
                <a:cubicBezTo>
                  <a:pt x="78733" y="145"/>
                  <a:pt x="78726" y="138"/>
                  <a:pt x="78726" y="122"/>
                </a:cubicBezTo>
                <a:lnTo>
                  <a:pt x="78635" y="122"/>
                </a:lnTo>
                <a:cubicBezTo>
                  <a:pt x="78559" y="138"/>
                  <a:pt x="78475" y="145"/>
                  <a:pt x="78391" y="145"/>
                </a:cubicBezTo>
                <a:cubicBezTo>
                  <a:pt x="78308" y="145"/>
                  <a:pt x="78224" y="138"/>
                  <a:pt x="78148" y="122"/>
                </a:cubicBezTo>
                <a:cubicBezTo>
                  <a:pt x="78103" y="107"/>
                  <a:pt x="78057" y="100"/>
                  <a:pt x="78012" y="100"/>
                </a:cubicBezTo>
                <a:cubicBezTo>
                  <a:pt x="77966" y="100"/>
                  <a:pt x="77920" y="107"/>
                  <a:pt x="77875" y="122"/>
                </a:cubicBezTo>
                <a:lnTo>
                  <a:pt x="77784" y="153"/>
                </a:lnTo>
                <a:cubicBezTo>
                  <a:pt x="77616" y="138"/>
                  <a:pt x="77442" y="130"/>
                  <a:pt x="77267" y="130"/>
                </a:cubicBezTo>
                <a:cubicBezTo>
                  <a:pt x="77092" y="130"/>
                  <a:pt x="76917" y="138"/>
                  <a:pt x="76750" y="153"/>
                </a:cubicBezTo>
                <a:cubicBezTo>
                  <a:pt x="76710" y="173"/>
                  <a:pt x="76666" y="183"/>
                  <a:pt x="76621" y="183"/>
                </a:cubicBezTo>
                <a:cubicBezTo>
                  <a:pt x="76531" y="183"/>
                  <a:pt x="76436" y="143"/>
                  <a:pt x="76355" y="62"/>
                </a:cubicBezTo>
                <a:cubicBezTo>
                  <a:pt x="76355" y="40"/>
                  <a:pt x="76279" y="19"/>
                  <a:pt x="76181" y="19"/>
                </a:cubicBezTo>
                <a:cubicBezTo>
                  <a:pt x="76140" y="19"/>
                  <a:pt x="76096" y="22"/>
                  <a:pt x="76051" y="31"/>
                </a:cubicBezTo>
                <a:lnTo>
                  <a:pt x="76051" y="214"/>
                </a:lnTo>
                <a:cubicBezTo>
                  <a:pt x="75990" y="244"/>
                  <a:pt x="75929" y="244"/>
                  <a:pt x="75899" y="244"/>
                </a:cubicBezTo>
                <a:lnTo>
                  <a:pt x="75625" y="153"/>
                </a:lnTo>
                <a:cubicBezTo>
                  <a:pt x="75413" y="183"/>
                  <a:pt x="75200" y="214"/>
                  <a:pt x="74987" y="214"/>
                </a:cubicBezTo>
                <a:cubicBezTo>
                  <a:pt x="74984" y="210"/>
                  <a:pt x="74981" y="209"/>
                  <a:pt x="74977" y="209"/>
                </a:cubicBezTo>
                <a:cubicBezTo>
                  <a:pt x="74950" y="209"/>
                  <a:pt x="74923" y="311"/>
                  <a:pt x="74896" y="366"/>
                </a:cubicBezTo>
                <a:cubicBezTo>
                  <a:pt x="74896" y="373"/>
                  <a:pt x="74889" y="377"/>
                  <a:pt x="74877" y="377"/>
                </a:cubicBezTo>
                <a:cubicBezTo>
                  <a:pt x="74839" y="377"/>
                  <a:pt x="74746" y="337"/>
                  <a:pt x="74653" y="244"/>
                </a:cubicBezTo>
                <a:cubicBezTo>
                  <a:pt x="74592" y="284"/>
                  <a:pt x="74538" y="298"/>
                  <a:pt x="74487" y="298"/>
                </a:cubicBezTo>
                <a:cubicBezTo>
                  <a:pt x="74386" y="298"/>
                  <a:pt x="74298" y="244"/>
                  <a:pt x="74197" y="244"/>
                </a:cubicBezTo>
                <a:cubicBezTo>
                  <a:pt x="74166" y="274"/>
                  <a:pt x="74106" y="274"/>
                  <a:pt x="74075" y="305"/>
                </a:cubicBezTo>
                <a:cubicBezTo>
                  <a:pt x="73984" y="366"/>
                  <a:pt x="73863" y="426"/>
                  <a:pt x="73741" y="487"/>
                </a:cubicBezTo>
                <a:cubicBezTo>
                  <a:pt x="73711" y="426"/>
                  <a:pt x="73680" y="366"/>
                  <a:pt x="73680" y="335"/>
                </a:cubicBezTo>
                <a:cubicBezTo>
                  <a:pt x="73680" y="305"/>
                  <a:pt x="73650" y="274"/>
                  <a:pt x="73619" y="274"/>
                </a:cubicBezTo>
                <a:cubicBezTo>
                  <a:pt x="73619" y="305"/>
                  <a:pt x="73589" y="366"/>
                  <a:pt x="73589" y="426"/>
                </a:cubicBezTo>
                <a:cubicBezTo>
                  <a:pt x="73589" y="436"/>
                  <a:pt x="73572" y="440"/>
                  <a:pt x="73547" y="440"/>
                </a:cubicBezTo>
                <a:cubicBezTo>
                  <a:pt x="73498" y="440"/>
                  <a:pt x="73417" y="426"/>
                  <a:pt x="73376" y="426"/>
                </a:cubicBezTo>
                <a:cubicBezTo>
                  <a:pt x="73370" y="420"/>
                  <a:pt x="73359" y="418"/>
                  <a:pt x="73345" y="418"/>
                </a:cubicBezTo>
                <a:cubicBezTo>
                  <a:pt x="73289" y="418"/>
                  <a:pt x="73182" y="457"/>
                  <a:pt x="73133" y="457"/>
                </a:cubicBezTo>
                <a:cubicBezTo>
                  <a:pt x="73072" y="426"/>
                  <a:pt x="72981" y="426"/>
                  <a:pt x="72920" y="426"/>
                </a:cubicBezTo>
                <a:lnTo>
                  <a:pt x="72799" y="305"/>
                </a:lnTo>
                <a:cubicBezTo>
                  <a:pt x="72616" y="426"/>
                  <a:pt x="72434" y="518"/>
                  <a:pt x="72221" y="548"/>
                </a:cubicBezTo>
                <a:cubicBezTo>
                  <a:pt x="72069" y="548"/>
                  <a:pt x="71917" y="518"/>
                  <a:pt x="71765" y="487"/>
                </a:cubicBezTo>
                <a:lnTo>
                  <a:pt x="71735" y="639"/>
                </a:lnTo>
                <a:cubicBezTo>
                  <a:pt x="71735" y="668"/>
                  <a:pt x="71729" y="679"/>
                  <a:pt x="71719" y="679"/>
                </a:cubicBezTo>
                <a:cubicBezTo>
                  <a:pt x="71699" y="679"/>
                  <a:pt x="71664" y="629"/>
                  <a:pt x="71644" y="609"/>
                </a:cubicBezTo>
                <a:cubicBezTo>
                  <a:pt x="71644" y="578"/>
                  <a:pt x="71583" y="548"/>
                  <a:pt x="71583" y="548"/>
                </a:cubicBezTo>
                <a:lnTo>
                  <a:pt x="71461" y="578"/>
                </a:lnTo>
                <a:cubicBezTo>
                  <a:pt x="71393" y="606"/>
                  <a:pt x="71325" y="621"/>
                  <a:pt x="71259" y="621"/>
                </a:cubicBezTo>
                <a:cubicBezTo>
                  <a:pt x="71179" y="621"/>
                  <a:pt x="71103" y="598"/>
                  <a:pt x="71036" y="548"/>
                </a:cubicBezTo>
                <a:lnTo>
                  <a:pt x="70884" y="669"/>
                </a:lnTo>
                <a:lnTo>
                  <a:pt x="70823" y="730"/>
                </a:lnTo>
                <a:lnTo>
                  <a:pt x="70428" y="730"/>
                </a:lnTo>
                <a:lnTo>
                  <a:pt x="70428" y="700"/>
                </a:lnTo>
                <a:cubicBezTo>
                  <a:pt x="70367" y="669"/>
                  <a:pt x="70337" y="639"/>
                  <a:pt x="70276" y="639"/>
                </a:cubicBezTo>
                <a:cubicBezTo>
                  <a:pt x="70268" y="647"/>
                  <a:pt x="70253" y="651"/>
                  <a:pt x="70234" y="651"/>
                </a:cubicBezTo>
                <a:cubicBezTo>
                  <a:pt x="70182" y="651"/>
                  <a:pt x="70099" y="623"/>
                  <a:pt x="70033" y="578"/>
                </a:cubicBezTo>
                <a:lnTo>
                  <a:pt x="69881" y="669"/>
                </a:lnTo>
                <a:cubicBezTo>
                  <a:pt x="69789" y="730"/>
                  <a:pt x="69729" y="852"/>
                  <a:pt x="69638" y="882"/>
                </a:cubicBezTo>
                <a:lnTo>
                  <a:pt x="69577" y="882"/>
                </a:lnTo>
                <a:cubicBezTo>
                  <a:pt x="69486" y="882"/>
                  <a:pt x="69455" y="791"/>
                  <a:pt x="69486" y="761"/>
                </a:cubicBezTo>
                <a:cubicBezTo>
                  <a:pt x="69486" y="761"/>
                  <a:pt x="69455" y="730"/>
                  <a:pt x="69394" y="700"/>
                </a:cubicBezTo>
                <a:lnTo>
                  <a:pt x="69364" y="700"/>
                </a:lnTo>
                <a:cubicBezTo>
                  <a:pt x="69306" y="738"/>
                  <a:pt x="69261" y="777"/>
                  <a:pt x="69197" y="777"/>
                </a:cubicBezTo>
                <a:cubicBezTo>
                  <a:pt x="69159" y="777"/>
                  <a:pt x="69116" y="764"/>
                  <a:pt x="69060" y="730"/>
                </a:cubicBezTo>
                <a:cubicBezTo>
                  <a:pt x="69019" y="703"/>
                  <a:pt x="68972" y="688"/>
                  <a:pt x="68924" y="688"/>
                </a:cubicBezTo>
                <a:cubicBezTo>
                  <a:pt x="68866" y="688"/>
                  <a:pt x="68806" y="710"/>
                  <a:pt x="68756" y="761"/>
                </a:cubicBezTo>
                <a:lnTo>
                  <a:pt x="68665" y="821"/>
                </a:lnTo>
                <a:cubicBezTo>
                  <a:pt x="68651" y="825"/>
                  <a:pt x="68633" y="826"/>
                  <a:pt x="68613" y="826"/>
                </a:cubicBezTo>
                <a:cubicBezTo>
                  <a:pt x="68511" y="826"/>
                  <a:pt x="68343" y="787"/>
                  <a:pt x="68230" y="787"/>
                </a:cubicBezTo>
                <a:cubicBezTo>
                  <a:pt x="68176" y="787"/>
                  <a:pt x="68135" y="796"/>
                  <a:pt x="68118" y="821"/>
                </a:cubicBezTo>
                <a:cubicBezTo>
                  <a:pt x="68103" y="852"/>
                  <a:pt x="68019" y="859"/>
                  <a:pt x="67928" y="859"/>
                </a:cubicBezTo>
                <a:cubicBezTo>
                  <a:pt x="67837" y="859"/>
                  <a:pt x="67738" y="852"/>
                  <a:pt x="67692" y="852"/>
                </a:cubicBezTo>
                <a:cubicBezTo>
                  <a:pt x="67510" y="882"/>
                  <a:pt x="67327" y="943"/>
                  <a:pt x="67145" y="1065"/>
                </a:cubicBezTo>
                <a:lnTo>
                  <a:pt x="66932" y="913"/>
                </a:lnTo>
                <a:cubicBezTo>
                  <a:pt x="66917" y="897"/>
                  <a:pt x="66902" y="890"/>
                  <a:pt x="66887" y="890"/>
                </a:cubicBezTo>
                <a:cubicBezTo>
                  <a:pt x="66871" y="890"/>
                  <a:pt x="66856" y="897"/>
                  <a:pt x="66841" y="913"/>
                </a:cubicBezTo>
                <a:lnTo>
                  <a:pt x="66780" y="1125"/>
                </a:lnTo>
                <a:cubicBezTo>
                  <a:pt x="66568" y="1065"/>
                  <a:pt x="66324" y="1034"/>
                  <a:pt x="66112" y="1004"/>
                </a:cubicBezTo>
                <a:lnTo>
                  <a:pt x="65990" y="1095"/>
                </a:lnTo>
                <a:cubicBezTo>
                  <a:pt x="65960" y="1095"/>
                  <a:pt x="65929" y="973"/>
                  <a:pt x="65899" y="943"/>
                </a:cubicBezTo>
                <a:cubicBezTo>
                  <a:pt x="65899" y="920"/>
                  <a:pt x="65894" y="910"/>
                  <a:pt x="65887" y="910"/>
                </a:cubicBezTo>
                <a:cubicBezTo>
                  <a:pt x="65876" y="910"/>
                  <a:pt x="65857" y="936"/>
                  <a:pt x="65838" y="973"/>
                </a:cubicBezTo>
                <a:lnTo>
                  <a:pt x="65808" y="973"/>
                </a:lnTo>
                <a:cubicBezTo>
                  <a:pt x="65747" y="973"/>
                  <a:pt x="65716" y="1004"/>
                  <a:pt x="65656" y="1004"/>
                </a:cubicBezTo>
                <a:cubicBezTo>
                  <a:pt x="65595" y="1004"/>
                  <a:pt x="65534" y="1004"/>
                  <a:pt x="65504" y="973"/>
                </a:cubicBezTo>
                <a:lnTo>
                  <a:pt x="65413" y="821"/>
                </a:lnTo>
                <a:cubicBezTo>
                  <a:pt x="65291" y="882"/>
                  <a:pt x="65169" y="943"/>
                  <a:pt x="65078" y="1065"/>
                </a:cubicBezTo>
                <a:cubicBezTo>
                  <a:pt x="65070" y="1073"/>
                  <a:pt x="65062" y="1077"/>
                  <a:pt x="65054" y="1077"/>
                </a:cubicBezTo>
                <a:cubicBezTo>
                  <a:pt x="65034" y="1077"/>
                  <a:pt x="65017" y="1048"/>
                  <a:pt x="65017" y="1004"/>
                </a:cubicBezTo>
                <a:lnTo>
                  <a:pt x="65017" y="973"/>
                </a:lnTo>
                <a:lnTo>
                  <a:pt x="65017" y="943"/>
                </a:lnTo>
                <a:cubicBezTo>
                  <a:pt x="65002" y="897"/>
                  <a:pt x="64979" y="875"/>
                  <a:pt x="64949" y="875"/>
                </a:cubicBezTo>
                <a:cubicBezTo>
                  <a:pt x="64919" y="875"/>
                  <a:pt x="64881" y="897"/>
                  <a:pt x="64835" y="943"/>
                </a:cubicBezTo>
                <a:lnTo>
                  <a:pt x="64683" y="1004"/>
                </a:lnTo>
                <a:lnTo>
                  <a:pt x="64501" y="1095"/>
                </a:lnTo>
                <a:cubicBezTo>
                  <a:pt x="64479" y="1091"/>
                  <a:pt x="64458" y="1089"/>
                  <a:pt x="64437" y="1089"/>
                </a:cubicBezTo>
                <a:cubicBezTo>
                  <a:pt x="64309" y="1089"/>
                  <a:pt x="64197" y="1160"/>
                  <a:pt x="64197" y="1186"/>
                </a:cubicBezTo>
                <a:cubicBezTo>
                  <a:pt x="64197" y="1200"/>
                  <a:pt x="64185" y="1206"/>
                  <a:pt x="64167" y="1206"/>
                </a:cubicBezTo>
                <a:cubicBezTo>
                  <a:pt x="64106" y="1206"/>
                  <a:pt x="63970" y="1142"/>
                  <a:pt x="63923" y="1095"/>
                </a:cubicBezTo>
                <a:cubicBezTo>
                  <a:pt x="63893" y="1080"/>
                  <a:pt x="63862" y="1072"/>
                  <a:pt x="63836" y="1072"/>
                </a:cubicBezTo>
                <a:cubicBezTo>
                  <a:pt x="63809" y="1072"/>
                  <a:pt x="63786" y="1080"/>
                  <a:pt x="63771" y="1095"/>
                </a:cubicBezTo>
                <a:cubicBezTo>
                  <a:pt x="63765" y="1101"/>
                  <a:pt x="63757" y="1103"/>
                  <a:pt x="63748" y="1103"/>
                </a:cubicBezTo>
                <a:cubicBezTo>
                  <a:pt x="63707" y="1103"/>
                  <a:pt x="63638" y="1059"/>
                  <a:pt x="63589" y="1034"/>
                </a:cubicBezTo>
                <a:cubicBezTo>
                  <a:pt x="63585" y="1030"/>
                  <a:pt x="63579" y="1028"/>
                  <a:pt x="63572" y="1028"/>
                </a:cubicBezTo>
                <a:cubicBezTo>
                  <a:pt x="63526" y="1028"/>
                  <a:pt x="63428" y="1103"/>
                  <a:pt x="63376" y="1156"/>
                </a:cubicBezTo>
                <a:cubicBezTo>
                  <a:pt x="63285" y="1186"/>
                  <a:pt x="63194" y="1217"/>
                  <a:pt x="63072" y="1217"/>
                </a:cubicBezTo>
                <a:lnTo>
                  <a:pt x="62981" y="1217"/>
                </a:lnTo>
                <a:cubicBezTo>
                  <a:pt x="62950" y="1224"/>
                  <a:pt x="62922" y="1228"/>
                  <a:pt x="62895" y="1228"/>
                </a:cubicBezTo>
                <a:cubicBezTo>
                  <a:pt x="62816" y="1228"/>
                  <a:pt x="62753" y="1194"/>
                  <a:pt x="62707" y="1125"/>
                </a:cubicBezTo>
                <a:lnTo>
                  <a:pt x="62616" y="1034"/>
                </a:lnTo>
                <a:cubicBezTo>
                  <a:pt x="62525" y="1095"/>
                  <a:pt x="62434" y="1156"/>
                  <a:pt x="62343" y="1217"/>
                </a:cubicBezTo>
                <a:lnTo>
                  <a:pt x="62160" y="1034"/>
                </a:lnTo>
                <a:cubicBezTo>
                  <a:pt x="61978" y="1156"/>
                  <a:pt x="61765" y="1247"/>
                  <a:pt x="61552" y="1308"/>
                </a:cubicBezTo>
                <a:lnTo>
                  <a:pt x="61431" y="1277"/>
                </a:lnTo>
                <a:cubicBezTo>
                  <a:pt x="61401" y="1266"/>
                  <a:pt x="61372" y="1261"/>
                  <a:pt x="61345" y="1261"/>
                </a:cubicBezTo>
                <a:cubicBezTo>
                  <a:pt x="61234" y="1261"/>
                  <a:pt x="61145" y="1344"/>
                  <a:pt x="61096" y="1369"/>
                </a:cubicBezTo>
                <a:cubicBezTo>
                  <a:pt x="61063" y="1380"/>
                  <a:pt x="61030" y="1387"/>
                  <a:pt x="61001" y="1387"/>
                </a:cubicBezTo>
                <a:cubicBezTo>
                  <a:pt x="60951" y="1387"/>
                  <a:pt x="60914" y="1366"/>
                  <a:pt x="60914" y="1308"/>
                </a:cubicBezTo>
                <a:lnTo>
                  <a:pt x="60914" y="1277"/>
                </a:lnTo>
                <a:cubicBezTo>
                  <a:pt x="60823" y="1262"/>
                  <a:pt x="60732" y="1255"/>
                  <a:pt x="60640" y="1255"/>
                </a:cubicBezTo>
                <a:cubicBezTo>
                  <a:pt x="60549" y="1255"/>
                  <a:pt x="60458" y="1262"/>
                  <a:pt x="60367" y="1277"/>
                </a:cubicBezTo>
                <a:lnTo>
                  <a:pt x="60032" y="1277"/>
                </a:lnTo>
                <a:cubicBezTo>
                  <a:pt x="59941" y="1338"/>
                  <a:pt x="59850" y="1399"/>
                  <a:pt x="59759" y="1429"/>
                </a:cubicBezTo>
                <a:cubicBezTo>
                  <a:pt x="59698" y="1353"/>
                  <a:pt x="59599" y="1346"/>
                  <a:pt x="59508" y="1346"/>
                </a:cubicBezTo>
                <a:cubicBezTo>
                  <a:pt x="59485" y="1346"/>
                  <a:pt x="59463" y="1346"/>
                  <a:pt x="59442" y="1346"/>
                </a:cubicBezTo>
                <a:cubicBezTo>
                  <a:pt x="59378" y="1346"/>
                  <a:pt x="59326" y="1342"/>
                  <a:pt x="59303" y="1308"/>
                </a:cubicBezTo>
                <a:cubicBezTo>
                  <a:pt x="59264" y="1282"/>
                  <a:pt x="59242" y="1273"/>
                  <a:pt x="59225" y="1273"/>
                </a:cubicBezTo>
                <a:cubicBezTo>
                  <a:pt x="59201" y="1273"/>
                  <a:pt x="59186" y="1290"/>
                  <a:pt x="59151" y="1308"/>
                </a:cubicBezTo>
                <a:cubicBezTo>
                  <a:pt x="59090" y="1369"/>
                  <a:pt x="58999" y="1399"/>
                  <a:pt x="58938" y="1399"/>
                </a:cubicBezTo>
                <a:lnTo>
                  <a:pt x="58877" y="1399"/>
                </a:lnTo>
                <a:cubicBezTo>
                  <a:pt x="58862" y="1353"/>
                  <a:pt x="58824" y="1331"/>
                  <a:pt x="58786" y="1331"/>
                </a:cubicBezTo>
                <a:cubicBezTo>
                  <a:pt x="58748" y="1331"/>
                  <a:pt x="58710" y="1353"/>
                  <a:pt x="58695" y="1399"/>
                </a:cubicBezTo>
                <a:lnTo>
                  <a:pt x="58482" y="1369"/>
                </a:lnTo>
                <a:cubicBezTo>
                  <a:pt x="58330" y="1429"/>
                  <a:pt x="58178" y="1460"/>
                  <a:pt x="58026" y="1490"/>
                </a:cubicBezTo>
                <a:lnTo>
                  <a:pt x="57966" y="1490"/>
                </a:lnTo>
                <a:cubicBezTo>
                  <a:pt x="57905" y="1490"/>
                  <a:pt x="57844" y="1460"/>
                  <a:pt x="57783" y="1460"/>
                </a:cubicBezTo>
                <a:cubicBezTo>
                  <a:pt x="57770" y="1486"/>
                  <a:pt x="57752" y="1495"/>
                  <a:pt x="57732" y="1495"/>
                </a:cubicBezTo>
                <a:cubicBezTo>
                  <a:pt x="57686" y="1495"/>
                  <a:pt x="57627" y="1450"/>
                  <a:pt x="57572" y="1450"/>
                </a:cubicBezTo>
                <a:cubicBezTo>
                  <a:pt x="57538" y="1450"/>
                  <a:pt x="57506" y="1467"/>
                  <a:pt x="57479" y="1521"/>
                </a:cubicBezTo>
                <a:cubicBezTo>
                  <a:pt x="57458" y="1585"/>
                  <a:pt x="57421" y="1604"/>
                  <a:pt x="57378" y="1604"/>
                </a:cubicBezTo>
                <a:cubicBezTo>
                  <a:pt x="57319" y="1604"/>
                  <a:pt x="57249" y="1568"/>
                  <a:pt x="57193" y="1568"/>
                </a:cubicBezTo>
                <a:cubicBezTo>
                  <a:pt x="57175" y="1568"/>
                  <a:pt x="57159" y="1572"/>
                  <a:pt x="57145" y="1581"/>
                </a:cubicBezTo>
                <a:lnTo>
                  <a:pt x="57084" y="1612"/>
                </a:lnTo>
                <a:cubicBezTo>
                  <a:pt x="57077" y="1615"/>
                  <a:pt x="57068" y="1617"/>
                  <a:pt x="57056" y="1617"/>
                </a:cubicBezTo>
                <a:cubicBezTo>
                  <a:pt x="56959" y="1617"/>
                  <a:pt x="56706" y="1517"/>
                  <a:pt x="56598" y="1490"/>
                </a:cubicBezTo>
                <a:cubicBezTo>
                  <a:pt x="56385" y="1490"/>
                  <a:pt x="56203" y="1521"/>
                  <a:pt x="56020" y="1612"/>
                </a:cubicBezTo>
                <a:lnTo>
                  <a:pt x="55777" y="1612"/>
                </a:lnTo>
                <a:cubicBezTo>
                  <a:pt x="55720" y="1620"/>
                  <a:pt x="55665" y="1624"/>
                  <a:pt x="55612" y="1624"/>
                </a:cubicBezTo>
                <a:cubicBezTo>
                  <a:pt x="55467" y="1624"/>
                  <a:pt x="55333" y="1595"/>
                  <a:pt x="55200" y="1551"/>
                </a:cubicBezTo>
                <a:lnTo>
                  <a:pt x="55048" y="1490"/>
                </a:lnTo>
                <a:cubicBezTo>
                  <a:pt x="54926" y="1612"/>
                  <a:pt x="54774" y="1612"/>
                  <a:pt x="54744" y="1612"/>
                </a:cubicBezTo>
                <a:cubicBezTo>
                  <a:pt x="54744" y="1604"/>
                  <a:pt x="54739" y="1600"/>
                  <a:pt x="54732" y="1600"/>
                </a:cubicBezTo>
                <a:cubicBezTo>
                  <a:pt x="54711" y="1600"/>
                  <a:pt x="54667" y="1628"/>
                  <a:pt x="54622" y="1673"/>
                </a:cubicBezTo>
                <a:lnTo>
                  <a:pt x="54409" y="1673"/>
                </a:lnTo>
                <a:cubicBezTo>
                  <a:pt x="54283" y="1673"/>
                  <a:pt x="54029" y="1567"/>
                  <a:pt x="53896" y="1567"/>
                </a:cubicBezTo>
                <a:cubicBezTo>
                  <a:pt x="53869" y="1567"/>
                  <a:pt x="53847" y="1571"/>
                  <a:pt x="53832" y="1581"/>
                </a:cubicBezTo>
                <a:cubicBezTo>
                  <a:pt x="53801" y="1612"/>
                  <a:pt x="53718" y="1612"/>
                  <a:pt x="53638" y="1612"/>
                </a:cubicBezTo>
                <a:cubicBezTo>
                  <a:pt x="53558" y="1612"/>
                  <a:pt x="53482" y="1612"/>
                  <a:pt x="53467" y="1642"/>
                </a:cubicBezTo>
                <a:cubicBezTo>
                  <a:pt x="53457" y="1652"/>
                  <a:pt x="53426" y="1656"/>
                  <a:pt x="53388" y="1656"/>
                </a:cubicBezTo>
                <a:cubicBezTo>
                  <a:pt x="53312" y="1656"/>
                  <a:pt x="53204" y="1642"/>
                  <a:pt x="53163" y="1642"/>
                </a:cubicBezTo>
                <a:cubicBezTo>
                  <a:pt x="53155" y="1638"/>
                  <a:pt x="53146" y="1636"/>
                  <a:pt x="53136" y="1636"/>
                </a:cubicBezTo>
                <a:cubicBezTo>
                  <a:pt x="53071" y="1636"/>
                  <a:pt x="52973" y="1719"/>
                  <a:pt x="52920" y="1825"/>
                </a:cubicBezTo>
                <a:lnTo>
                  <a:pt x="52586" y="1764"/>
                </a:lnTo>
                <a:lnTo>
                  <a:pt x="52403" y="1764"/>
                </a:lnTo>
                <a:cubicBezTo>
                  <a:pt x="52339" y="1785"/>
                  <a:pt x="52274" y="1807"/>
                  <a:pt x="52210" y="1807"/>
                </a:cubicBezTo>
                <a:cubicBezTo>
                  <a:pt x="52183" y="1807"/>
                  <a:pt x="52156" y="1803"/>
                  <a:pt x="52130" y="1794"/>
                </a:cubicBezTo>
                <a:lnTo>
                  <a:pt x="51734" y="1612"/>
                </a:lnTo>
                <a:cubicBezTo>
                  <a:pt x="51430" y="1733"/>
                  <a:pt x="51096" y="1825"/>
                  <a:pt x="50762" y="1855"/>
                </a:cubicBezTo>
                <a:cubicBezTo>
                  <a:pt x="50701" y="1916"/>
                  <a:pt x="50640" y="1916"/>
                  <a:pt x="50579" y="1946"/>
                </a:cubicBezTo>
                <a:lnTo>
                  <a:pt x="50549" y="1946"/>
                </a:lnTo>
                <a:cubicBezTo>
                  <a:pt x="50519" y="1916"/>
                  <a:pt x="50458" y="1825"/>
                  <a:pt x="50458" y="1825"/>
                </a:cubicBezTo>
                <a:lnTo>
                  <a:pt x="50306" y="1885"/>
                </a:lnTo>
                <a:cubicBezTo>
                  <a:pt x="50154" y="1916"/>
                  <a:pt x="50002" y="1946"/>
                  <a:pt x="49850" y="1946"/>
                </a:cubicBezTo>
                <a:lnTo>
                  <a:pt x="49455" y="1946"/>
                </a:lnTo>
                <a:cubicBezTo>
                  <a:pt x="49303" y="1946"/>
                  <a:pt x="49181" y="1977"/>
                  <a:pt x="49060" y="1977"/>
                </a:cubicBezTo>
                <a:cubicBezTo>
                  <a:pt x="49027" y="1968"/>
                  <a:pt x="48992" y="1965"/>
                  <a:pt x="48957" y="1965"/>
                </a:cubicBezTo>
                <a:cubicBezTo>
                  <a:pt x="48861" y="1965"/>
                  <a:pt x="48762" y="1993"/>
                  <a:pt x="48695" y="2037"/>
                </a:cubicBezTo>
                <a:lnTo>
                  <a:pt x="48604" y="2037"/>
                </a:lnTo>
                <a:cubicBezTo>
                  <a:pt x="48543" y="2007"/>
                  <a:pt x="48482" y="2007"/>
                  <a:pt x="48452" y="2007"/>
                </a:cubicBezTo>
                <a:cubicBezTo>
                  <a:pt x="48400" y="2085"/>
                  <a:pt x="48336" y="2107"/>
                  <a:pt x="48269" y="2107"/>
                </a:cubicBezTo>
                <a:cubicBezTo>
                  <a:pt x="48179" y="2107"/>
                  <a:pt x="48083" y="2068"/>
                  <a:pt x="47996" y="2068"/>
                </a:cubicBezTo>
                <a:cubicBezTo>
                  <a:pt x="47905" y="2068"/>
                  <a:pt x="47844" y="2098"/>
                  <a:pt x="47753" y="2128"/>
                </a:cubicBezTo>
                <a:lnTo>
                  <a:pt x="47601" y="2159"/>
                </a:lnTo>
                <a:cubicBezTo>
                  <a:pt x="47601" y="2130"/>
                  <a:pt x="47591" y="2116"/>
                  <a:pt x="47574" y="2116"/>
                </a:cubicBezTo>
                <a:cubicBezTo>
                  <a:pt x="47536" y="2116"/>
                  <a:pt x="47461" y="2177"/>
                  <a:pt x="47357" y="2280"/>
                </a:cubicBezTo>
                <a:lnTo>
                  <a:pt x="47114" y="2098"/>
                </a:lnTo>
                <a:cubicBezTo>
                  <a:pt x="47093" y="2077"/>
                  <a:pt x="47064" y="2066"/>
                  <a:pt x="47035" y="2066"/>
                </a:cubicBezTo>
                <a:cubicBezTo>
                  <a:pt x="46983" y="2066"/>
                  <a:pt x="46932" y="2100"/>
                  <a:pt x="46932" y="2159"/>
                </a:cubicBezTo>
                <a:lnTo>
                  <a:pt x="46932" y="2189"/>
                </a:lnTo>
                <a:cubicBezTo>
                  <a:pt x="46841" y="2220"/>
                  <a:pt x="46750" y="2220"/>
                  <a:pt x="46628" y="2220"/>
                </a:cubicBezTo>
                <a:lnTo>
                  <a:pt x="46476" y="2220"/>
                </a:lnTo>
                <a:cubicBezTo>
                  <a:pt x="46473" y="2223"/>
                  <a:pt x="46464" y="2225"/>
                  <a:pt x="46451" y="2225"/>
                </a:cubicBezTo>
                <a:cubicBezTo>
                  <a:pt x="46375" y="2225"/>
                  <a:pt x="46153" y="2172"/>
                  <a:pt x="46006" y="2172"/>
                </a:cubicBezTo>
                <a:cubicBezTo>
                  <a:pt x="45961" y="2172"/>
                  <a:pt x="45923" y="2177"/>
                  <a:pt x="45898" y="2189"/>
                </a:cubicBezTo>
                <a:cubicBezTo>
                  <a:pt x="45595" y="2311"/>
                  <a:pt x="45291" y="2402"/>
                  <a:pt x="44987" y="2493"/>
                </a:cubicBezTo>
                <a:cubicBezTo>
                  <a:pt x="44804" y="2493"/>
                  <a:pt x="44600" y="2560"/>
                  <a:pt x="44506" y="2560"/>
                </a:cubicBezTo>
                <a:cubicBezTo>
                  <a:pt x="44491" y="2560"/>
                  <a:pt x="44479" y="2558"/>
                  <a:pt x="44470" y="2554"/>
                </a:cubicBezTo>
                <a:cubicBezTo>
                  <a:pt x="44466" y="2550"/>
                  <a:pt x="44459" y="2548"/>
                  <a:pt x="44452" y="2548"/>
                </a:cubicBezTo>
                <a:cubicBezTo>
                  <a:pt x="44406" y="2548"/>
                  <a:pt x="44309" y="2615"/>
                  <a:pt x="44257" y="2615"/>
                </a:cubicBezTo>
                <a:cubicBezTo>
                  <a:pt x="44227" y="2615"/>
                  <a:pt x="44014" y="2554"/>
                  <a:pt x="43801" y="2493"/>
                </a:cubicBezTo>
                <a:lnTo>
                  <a:pt x="43558" y="2493"/>
                </a:lnTo>
                <a:cubicBezTo>
                  <a:pt x="43436" y="2493"/>
                  <a:pt x="43315" y="2524"/>
                  <a:pt x="43224" y="2554"/>
                </a:cubicBezTo>
                <a:lnTo>
                  <a:pt x="43132" y="2615"/>
                </a:lnTo>
                <a:lnTo>
                  <a:pt x="43041" y="2615"/>
                </a:lnTo>
                <a:cubicBezTo>
                  <a:pt x="42920" y="2584"/>
                  <a:pt x="42828" y="2554"/>
                  <a:pt x="42707" y="2554"/>
                </a:cubicBezTo>
                <a:cubicBezTo>
                  <a:pt x="42646" y="2539"/>
                  <a:pt x="42578" y="2531"/>
                  <a:pt x="42517" y="2531"/>
                </a:cubicBezTo>
                <a:cubicBezTo>
                  <a:pt x="42456" y="2531"/>
                  <a:pt x="42403" y="2539"/>
                  <a:pt x="42373" y="2554"/>
                </a:cubicBezTo>
                <a:cubicBezTo>
                  <a:pt x="42335" y="2591"/>
                  <a:pt x="42305" y="2605"/>
                  <a:pt x="42279" y="2605"/>
                </a:cubicBezTo>
                <a:cubicBezTo>
                  <a:pt x="42212" y="2605"/>
                  <a:pt x="42173" y="2514"/>
                  <a:pt x="42107" y="2514"/>
                </a:cubicBezTo>
                <a:cubicBezTo>
                  <a:pt x="42095" y="2514"/>
                  <a:pt x="42083" y="2517"/>
                  <a:pt x="42069" y="2524"/>
                </a:cubicBezTo>
                <a:lnTo>
                  <a:pt x="42038" y="2554"/>
                </a:lnTo>
                <a:cubicBezTo>
                  <a:pt x="41977" y="2584"/>
                  <a:pt x="41886" y="2736"/>
                  <a:pt x="41825" y="2736"/>
                </a:cubicBezTo>
                <a:cubicBezTo>
                  <a:pt x="41785" y="2736"/>
                  <a:pt x="41663" y="2763"/>
                  <a:pt x="41596" y="2763"/>
                </a:cubicBezTo>
                <a:cubicBezTo>
                  <a:pt x="41562" y="2763"/>
                  <a:pt x="41542" y="2757"/>
                  <a:pt x="41552" y="2736"/>
                </a:cubicBezTo>
                <a:cubicBezTo>
                  <a:pt x="41552" y="2676"/>
                  <a:pt x="41370" y="2676"/>
                  <a:pt x="41278" y="2676"/>
                </a:cubicBezTo>
                <a:lnTo>
                  <a:pt x="40974" y="2706"/>
                </a:lnTo>
                <a:lnTo>
                  <a:pt x="40974" y="2858"/>
                </a:lnTo>
                <a:lnTo>
                  <a:pt x="40974" y="2949"/>
                </a:lnTo>
                <a:cubicBezTo>
                  <a:pt x="40731" y="2919"/>
                  <a:pt x="40518" y="2858"/>
                  <a:pt x="40306" y="2767"/>
                </a:cubicBezTo>
                <a:cubicBezTo>
                  <a:pt x="40282" y="2763"/>
                  <a:pt x="40258" y="2761"/>
                  <a:pt x="40234" y="2761"/>
                </a:cubicBezTo>
                <a:cubicBezTo>
                  <a:pt x="40077" y="2761"/>
                  <a:pt x="39929" y="2844"/>
                  <a:pt x="39850" y="2949"/>
                </a:cubicBezTo>
                <a:lnTo>
                  <a:pt x="39637" y="2767"/>
                </a:lnTo>
                <a:lnTo>
                  <a:pt x="39607" y="2736"/>
                </a:lnTo>
                <a:cubicBezTo>
                  <a:pt x="39485" y="2797"/>
                  <a:pt x="39394" y="2858"/>
                  <a:pt x="39303" y="2919"/>
                </a:cubicBezTo>
                <a:lnTo>
                  <a:pt x="39272" y="2919"/>
                </a:lnTo>
                <a:lnTo>
                  <a:pt x="39090" y="2949"/>
                </a:lnTo>
                <a:cubicBezTo>
                  <a:pt x="38847" y="2919"/>
                  <a:pt x="38603" y="2888"/>
                  <a:pt x="38391" y="2828"/>
                </a:cubicBezTo>
                <a:lnTo>
                  <a:pt x="38239" y="2888"/>
                </a:lnTo>
                <a:cubicBezTo>
                  <a:pt x="38087" y="2980"/>
                  <a:pt x="37965" y="3071"/>
                  <a:pt x="37844" y="3162"/>
                </a:cubicBezTo>
                <a:lnTo>
                  <a:pt x="37783" y="3223"/>
                </a:lnTo>
                <a:cubicBezTo>
                  <a:pt x="37631" y="3344"/>
                  <a:pt x="37448" y="3405"/>
                  <a:pt x="37266" y="3435"/>
                </a:cubicBezTo>
                <a:lnTo>
                  <a:pt x="37236" y="3253"/>
                </a:lnTo>
                <a:lnTo>
                  <a:pt x="37205" y="3162"/>
                </a:lnTo>
                <a:cubicBezTo>
                  <a:pt x="37205" y="3096"/>
                  <a:pt x="37174" y="3046"/>
                  <a:pt x="37111" y="3046"/>
                </a:cubicBezTo>
                <a:cubicBezTo>
                  <a:pt x="37086" y="3046"/>
                  <a:pt x="37057" y="3054"/>
                  <a:pt x="37023" y="3071"/>
                </a:cubicBezTo>
                <a:lnTo>
                  <a:pt x="36962" y="3040"/>
                </a:lnTo>
                <a:lnTo>
                  <a:pt x="36871" y="2980"/>
                </a:lnTo>
                <a:cubicBezTo>
                  <a:pt x="36780" y="3071"/>
                  <a:pt x="36689" y="3132"/>
                  <a:pt x="36597" y="3162"/>
                </a:cubicBezTo>
                <a:lnTo>
                  <a:pt x="36415" y="3162"/>
                </a:lnTo>
                <a:cubicBezTo>
                  <a:pt x="36308" y="3126"/>
                  <a:pt x="36201" y="3112"/>
                  <a:pt x="36095" y="3112"/>
                </a:cubicBezTo>
                <a:cubicBezTo>
                  <a:pt x="36019" y="3112"/>
                  <a:pt x="35943" y="3119"/>
                  <a:pt x="35868" y="3132"/>
                </a:cubicBezTo>
                <a:cubicBezTo>
                  <a:pt x="35777" y="3132"/>
                  <a:pt x="35503" y="3192"/>
                  <a:pt x="35412" y="3192"/>
                </a:cubicBezTo>
                <a:lnTo>
                  <a:pt x="35047" y="3192"/>
                </a:lnTo>
                <a:lnTo>
                  <a:pt x="34926" y="3284"/>
                </a:lnTo>
                <a:lnTo>
                  <a:pt x="34804" y="3284"/>
                </a:lnTo>
                <a:cubicBezTo>
                  <a:pt x="34782" y="3219"/>
                  <a:pt x="34746" y="3200"/>
                  <a:pt x="34706" y="3200"/>
                </a:cubicBezTo>
                <a:cubicBezTo>
                  <a:pt x="34650" y="3200"/>
                  <a:pt x="34589" y="3236"/>
                  <a:pt x="34555" y="3236"/>
                </a:cubicBezTo>
                <a:cubicBezTo>
                  <a:pt x="34544" y="3236"/>
                  <a:pt x="34535" y="3232"/>
                  <a:pt x="34530" y="3223"/>
                </a:cubicBezTo>
                <a:cubicBezTo>
                  <a:pt x="34524" y="3216"/>
                  <a:pt x="34512" y="3214"/>
                  <a:pt x="34497" y="3214"/>
                </a:cubicBezTo>
                <a:cubicBezTo>
                  <a:pt x="34454" y="3214"/>
                  <a:pt x="34384" y="3232"/>
                  <a:pt x="34321" y="3232"/>
                </a:cubicBezTo>
                <a:cubicBezTo>
                  <a:pt x="34298" y="3232"/>
                  <a:pt x="34276" y="3229"/>
                  <a:pt x="34257" y="3223"/>
                </a:cubicBezTo>
                <a:cubicBezTo>
                  <a:pt x="34235" y="3214"/>
                  <a:pt x="34217" y="3210"/>
                  <a:pt x="34200" y="3210"/>
                </a:cubicBezTo>
                <a:cubicBezTo>
                  <a:pt x="34103" y="3210"/>
                  <a:pt x="34092" y="3344"/>
                  <a:pt x="34014" y="3344"/>
                </a:cubicBezTo>
                <a:lnTo>
                  <a:pt x="33771" y="3314"/>
                </a:lnTo>
                <a:lnTo>
                  <a:pt x="33649" y="3375"/>
                </a:lnTo>
                <a:lnTo>
                  <a:pt x="33619" y="3405"/>
                </a:lnTo>
                <a:cubicBezTo>
                  <a:pt x="33406" y="3344"/>
                  <a:pt x="33193" y="3284"/>
                  <a:pt x="32980" y="3284"/>
                </a:cubicBezTo>
                <a:cubicBezTo>
                  <a:pt x="32798" y="3284"/>
                  <a:pt x="32646" y="3314"/>
                  <a:pt x="32616" y="3314"/>
                </a:cubicBezTo>
                <a:lnTo>
                  <a:pt x="32616" y="3435"/>
                </a:lnTo>
                <a:cubicBezTo>
                  <a:pt x="32494" y="3405"/>
                  <a:pt x="32403" y="3344"/>
                  <a:pt x="32281" y="3344"/>
                </a:cubicBezTo>
                <a:lnTo>
                  <a:pt x="32251" y="3344"/>
                </a:lnTo>
                <a:lnTo>
                  <a:pt x="32008" y="3527"/>
                </a:lnTo>
                <a:cubicBezTo>
                  <a:pt x="31925" y="3508"/>
                  <a:pt x="31839" y="3498"/>
                  <a:pt x="31754" y="3498"/>
                </a:cubicBezTo>
                <a:cubicBezTo>
                  <a:pt x="31558" y="3498"/>
                  <a:pt x="31366" y="3552"/>
                  <a:pt x="31217" y="3679"/>
                </a:cubicBezTo>
                <a:cubicBezTo>
                  <a:pt x="31171" y="3772"/>
                  <a:pt x="31124" y="3811"/>
                  <a:pt x="31092" y="3811"/>
                </a:cubicBezTo>
                <a:cubicBezTo>
                  <a:pt x="31081" y="3811"/>
                  <a:pt x="31073" y="3807"/>
                  <a:pt x="31065" y="3800"/>
                </a:cubicBezTo>
                <a:lnTo>
                  <a:pt x="31065" y="3770"/>
                </a:lnTo>
                <a:lnTo>
                  <a:pt x="31096" y="3587"/>
                </a:lnTo>
                <a:cubicBezTo>
                  <a:pt x="31031" y="3555"/>
                  <a:pt x="30955" y="3546"/>
                  <a:pt x="30879" y="3546"/>
                </a:cubicBezTo>
                <a:cubicBezTo>
                  <a:pt x="30775" y="3546"/>
                  <a:pt x="30672" y="3564"/>
                  <a:pt x="30603" y="3564"/>
                </a:cubicBezTo>
                <a:cubicBezTo>
                  <a:pt x="30581" y="3564"/>
                  <a:pt x="30563" y="3562"/>
                  <a:pt x="30549" y="3557"/>
                </a:cubicBezTo>
                <a:cubicBezTo>
                  <a:pt x="30488" y="3542"/>
                  <a:pt x="30435" y="3534"/>
                  <a:pt x="30381" y="3534"/>
                </a:cubicBezTo>
                <a:cubicBezTo>
                  <a:pt x="30328" y="3534"/>
                  <a:pt x="30275" y="3542"/>
                  <a:pt x="30214" y="3557"/>
                </a:cubicBezTo>
                <a:cubicBezTo>
                  <a:pt x="30205" y="3562"/>
                  <a:pt x="30193" y="3563"/>
                  <a:pt x="30178" y="3563"/>
                </a:cubicBezTo>
                <a:cubicBezTo>
                  <a:pt x="30119" y="3563"/>
                  <a:pt x="30026" y="3536"/>
                  <a:pt x="29966" y="3536"/>
                </a:cubicBezTo>
                <a:cubicBezTo>
                  <a:pt x="29939" y="3536"/>
                  <a:pt x="29918" y="3541"/>
                  <a:pt x="29910" y="3557"/>
                </a:cubicBezTo>
                <a:cubicBezTo>
                  <a:pt x="29910" y="3618"/>
                  <a:pt x="29880" y="3648"/>
                  <a:pt x="29850" y="3648"/>
                </a:cubicBezTo>
                <a:lnTo>
                  <a:pt x="29819" y="3648"/>
                </a:lnTo>
                <a:lnTo>
                  <a:pt x="29546" y="3587"/>
                </a:lnTo>
                <a:lnTo>
                  <a:pt x="28907" y="3800"/>
                </a:lnTo>
                <a:lnTo>
                  <a:pt x="28846" y="3861"/>
                </a:lnTo>
                <a:cubicBezTo>
                  <a:pt x="28755" y="3831"/>
                  <a:pt x="28664" y="3800"/>
                  <a:pt x="28603" y="3739"/>
                </a:cubicBezTo>
                <a:lnTo>
                  <a:pt x="27995" y="3739"/>
                </a:lnTo>
                <a:cubicBezTo>
                  <a:pt x="27904" y="3770"/>
                  <a:pt x="27783" y="3770"/>
                  <a:pt x="27752" y="3800"/>
                </a:cubicBezTo>
                <a:cubicBezTo>
                  <a:pt x="27710" y="3863"/>
                  <a:pt x="27669" y="3882"/>
                  <a:pt x="27627" y="3882"/>
                </a:cubicBezTo>
                <a:cubicBezTo>
                  <a:pt x="27557" y="3882"/>
                  <a:pt x="27487" y="3827"/>
                  <a:pt x="27417" y="3827"/>
                </a:cubicBezTo>
                <a:cubicBezTo>
                  <a:pt x="27407" y="3827"/>
                  <a:pt x="27397" y="3828"/>
                  <a:pt x="27387" y="3831"/>
                </a:cubicBezTo>
                <a:lnTo>
                  <a:pt x="27236" y="3861"/>
                </a:lnTo>
                <a:cubicBezTo>
                  <a:pt x="26962" y="3922"/>
                  <a:pt x="26719" y="4013"/>
                  <a:pt x="26506" y="4165"/>
                </a:cubicBezTo>
                <a:lnTo>
                  <a:pt x="26202" y="4104"/>
                </a:lnTo>
                <a:lnTo>
                  <a:pt x="26172" y="4104"/>
                </a:lnTo>
                <a:cubicBezTo>
                  <a:pt x="26143" y="4104"/>
                  <a:pt x="26007" y="4320"/>
                  <a:pt x="25915" y="4320"/>
                </a:cubicBezTo>
                <a:cubicBezTo>
                  <a:pt x="25909" y="4320"/>
                  <a:pt x="25903" y="4319"/>
                  <a:pt x="25898" y="4317"/>
                </a:cubicBezTo>
                <a:cubicBezTo>
                  <a:pt x="25777" y="4287"/>
                  <a:pt x="25685" y="4074"/>
                  <a:pt x="25685" y="4013"/>
                </a:cubicBezTo>
                <a:cubicBezTo>
                  <a:pt x="25685" y="4004"/>
                  <a:pt x="25670" y="4000"/>
                  <a:pt x="25647" y="4000"/>
                </a:cubicBezTo>
                <a:cubicBezTo>
                  <a:pt x="25592" y="4000"/>
                  <a:pt x="25494" y="4022"/>
                  <a:pt x="25473" y="4043"/>
                </a:cubicBezTo>
                <a:cubicBezTo>
                  <a:pt x="25461" y="4049"/>
                  <a:pt x="25446" y="4052"/>
                  <a:pt x="25429" y="4052"/>
                </a:cubicBezTo>
                <a:cubicBezTo>
                  <a:pt x="25358" y="4052"/>
                  <a:pt x="25254" y="4007"/>
                  <a:pt x="25229" y="3983"/>
                </a:cubicBezTo>
                <a:cubicBezTo>
                  <a:pt x="25017" y="3983"/>
                  <a:pt x="24865" y="4043"/>
                  <a:pt x="24713" y="4165"/>
                </a:cubicBezTo>
                <a:lnTo>
                  <a:pt x="23345" y="4165"/>
                </a:lnTo>
                <a:lnTo>
                  <a:pt x="23162" y="4347"/>
                </a:lnTo>
                <a:cubicBezTo>
                  <a:pt x="23102" y="4347"/>
                  <a:pt x="23071" y="4347"/>
                  <a:pt x="23041" y="4317"/>
                </a:cubicBezTo>
                <a:cubicBezTo>
                  <a:pt x="23015" y="4264"/>
                  <a:pt x="23034" y="4189"/>
                  <a:pt x="22942" y="4189"/>
                </a:cubicBezTo>
                <a:cubicBezTo>
                  <a:pt x="22927" y="4189"/>
                  <a:pt x="22910" y="4191"/>
                  <a:pt x="22889" y="4195"/>
                </a:cubicBezTo>
                <a:cubicBezTo>
                  <a:pt x="22859" y="4195"/>
                  <a:pt x="22828" y="4287"/>
                  <a:pt x="22767" y="4317"/>
                </a:cubicBezTo>
                <a:cubicBezTo>
                  <a:pt x="22676" y="4378"/>
                  <a:pt x="22585" y="4408"/>
                  <a:pt x="22463" y="4439"/>
                </a:cubicBezTo>
                <a:lnTo>
                  <a:pt x="22068" y="4439"/>
                </a:lnTo>
                <a:cubicBezTo>
                  <a:pt x="21987" y="4439"/>
                  <a:pt x="21906" y="4493"/>
                  <a:pt x="21816" y="4493"/>
                </a:cubicBezTo>
                <a:cubicBezTo>
                  <a:pt x="21771" y="4493"/>
                  <a:pt x="21724" y="4479"/>
                  <a:pt x="21673" y="4439"/>
                </a:cubicBezTo>
                <a:cubicBezTo>
                  <a:pt x="21582" y="4439"/>
                  <a:pt x="21369" y="4530"/>
                  <a:pt x="21217" y="4591"/>
                </a:cubicBezTo>
                <a:lnTo>
                  <a:pt x="21035" y="4530"/>
                </a:lnTo>
                <a:cubicBezTo>
                  <a:pt x="20974" y="4499"/>
                  <a:pt x="20852" y="4469"/>
                  <a:pt x="20822" y="4469"/>
                </a:cubicBezTo>
                <a:cubicBezTo>
                  <a:pt x="20731" y="4515"/>
                  <a:pt x="20624" y="4522"/>
                  <a:pt x="20518" y="4522"/>
                </a:cubicBezTo>
                <a:cubicBezTo>
                  <a:pt x="20465" y="4522"/>
                  <a:pt x="20412" y="4520"/>
                  <a:pt x="20360" y="4520"/>
                </a:cubicBezTo>
                <a:cubicBezTo>
                  <a:pt x="20309" y="4520"/>
                  <a:pt x="20260" y="4522"/>
                  <a:pt x="20214" y="4530"/>
                </a:cubicBezTo>
                <a:cubicBezTo>
                  <a:pt x="20184" y="4530"/>
                  <a:pt x="20153" y="4560"/>
                  <a:pt x="20153" y="4560"/>
                </a:cubicBezTo>
                <a:lnTo>
                  <a:pt x="20123" y="4743"/>
                </a:lnTo>
                <a:cubicBezTo>
                  <a:pt x="19849" y="4651"/>
                  <a:pt x="19576" y="4591"/>
                  <a:pt x="19272" y="4591"/>
                </a:cubicBezTo>
                <a:lnTo>
                  <a:pt x="19029" y="4773"/>
                </a:lnTo>
                <a:lnTo>
                  <a:pt x="18968" y="4834"/>
                </a:lnTo>
                <a:cubicBezTo>
                  <a:pt x="18846" y="4803"/>
                  <a:pt x="18725" y="4743"/>
                  <a:pt x="18634" y="4682"/>
                </a:cubicBezTo>
                <a:lnTo>
                  <a:pt x="18573" y="4621"/>
                </a:lnTo>
                <a:lnTo>
                  <a:pt x="18390" y="4712"/>
                </a:lnTo>
                <a:lnTo>
                  <a:pt x="18299" y="4743"/>
                </a:lnTo>
                <a:cubicBezTo>
                  <a:pt x="18290" y="4747"/>
                  <a:pt x="18282" y="4749"/>
                  <a:pt x="18273" y="4749"/>
                </a:cubicBezTo>
                <a:cubicBezTo>
                  <a:pt x="18242" y="4749"/>
                  <a:pt x="18216" y="4721"/>
                  <a:pt x="18178" y="4721"/>
                </a:cubicBezTo>
                <a:cubicBezTo>
                  <a:pt x="18160" y="4721"/>
                  <a:pt x="18141" y="4727"/>
                  <a:pt x="18117" y="4743"/>
                </a:cubicBezTo>
                <a:cubicBezTo>
                  <a:pt x="18056" y="4803"/>
                  <a:pt x="18026" y="4894"/>
                  <a:pt x="17965" y="4925"/>
                </a:cubicBezTo>
                <a:cubicBezTo>
                  <a:pt x="17919" y="4940"/>
                  <a:pt x="17874" y="4948"/>
                  <a:pt x="17828" y="4948"/>
                </a:cubicBezTo>
                <a:cubicBezTo>
                  <a:pt x="17782" y="4948"/>
                  <a:pt x="17737" y="4940"/>
                  <a:pt x="17691" y="4925"/>
                </a:cubicBezTo>
                <a:lnTo>
                  <a:pt x="17630" y="4894"/>
                </a:lnTo>
                <a:cubicBezTo>
                  <a:pt x="17621" y="4875"/>
                  <a:pt x="17605" y="4865"/>
                  <a:pt x="17587" y="4865"/>
                </a:cubicBezTo>
                <a:cubicBezTo>
                  <a:pt x="17548" y="4865"/>
                  <a:pt x="17499" y="4912"/>
                  <a:pt x="17478" y="5016"/>
                </a:cubicBezTo>
                <a:lnTo>
                  <a:pt x="17296" y="4955"/>
                </a:lnTo>
                <a:lnTo>
                  <a:pt x="17235" y="4955"/>
                </a:lnTo>
                <a:cubicBezTo>
                  <a:pt x="17114" y="4925"/>
                  <a:pt x="17023" y="4894"/>
                  <a:pt x="16901" y="4894"/>
                </a:cubicBezTo>
                <a:lnTo>
                  <a:pt x="16901" y="4925"/>
                </a:lnTo>
                <a:cubicBezTo>
                  <a:pt x="16871" y="5046"/>
                  <a:pt x="16749" y="5046"/>
                  <a:pt x="16658" y="5046"/>
                </a:cubicBezTo>
                <a:lnTo>
                  <a:pt x="16232" y="5046"/>
                </a:lnTo>
                <a:cubicBezTo>
                  <a:pt x="16141" y="5046"/>
                  <a:pt x="16019" y="5077"/>
                  <a:pt x="15959" y="5168"/>
                </a:cubicBezTo>
                <a:lnTo>
                  <a:pt x="15898" y="5229"/>
                </a:lnTo>
                <a:lnTo>
                  <a:pt x="15594" y="5229"/>
                </a:lnTo>
                <a:cubicBezTo>
                  <a:pt x="15533" y="5229"/>
                  <a:pt x="15442" y="5198"/>
                  <a:pt x="15412" y="5107"/>
                </a:cubicBezTo>
                <a:cubicBezTo>
                  <a:pt x="15412" y="5088"/>
                  <a:pt x="15403" y="5081"/>
                  <a:pt x="15390" y="5081"/>
                </a:cubicBezTo>
                <a:cubicBezTo>
                  <a:pt x="15361" y="5081"/>
                  <a:pt x="15311" y="5117"/>
                  <a:pt x="15290" y="5138"/>
                </a:cubicBezTo>
                <a:cubicBezTo>
                  <a:pt x="15290" y="5150"/>
                  <a:pt x="15279" y="5155"/>
                  <a:pt x="15262" y="5155"/>
                </a:cubicBezTo>
                <a:cubicBezTo>
                  <a:pt x="15215" y="5155"/>
                  <a:pt x="15122" y="5120"/>
                  <a:pt x="15075" y="5120"/>
                </a:cubicBezTo>
                <a:cubicBezTo>
                  <a:pt x="15058" y="5120"/>
                  <a:pt x="15047" y="5125"/>
                  <a:pt x="15047" y="5138"/>
                </a:cubicBezTo>
                <a:cubicBezTo>
                  <a:pt x="15047" y="5176"/>
                  <a:pt x="15036" y="5193"/>
                  <a:pt x="15017" y="5193"/>
                </a:cubicBezTo>
                <a:cubicBezTo>
                  <a:pt x="14991" y="5193"/>
                  <a:pt x="14948" y="5160"/>
                  <a:pt x="14895" y="5107"/>
                </a:cubicBezTo>
                <a:lnTo>
                  <a:pt x="14682" y="5198"/>
                </a:lnTo>
                <a:cubicBezTo>
                  <a:pt x="14647" y="5222"/>
                  <a:pt x="14608" y="5232"/>
                  <a:pt x="14568" y="5232"/>
                </a:cubicBezTo>
                <a:cubicBezTo>
                  <a:pt x="14502" y="5232"/>
                  <a:pt x="14434" y="5206"/>
                  <a:pt x="14378" y="5168"/>
                </a:cubicBezTo>
                <a:lnTo>
                  <a:pt x="14257" y="5077"/>
                </a:lnTo>
                <a:cubicBezTo>
                  <a:pt x="14230" y="5155"/>
                  <a:pt x="14069" y="5302"/>
                  <a:pt x="14025" y="5302"/>
                </a:cubicBezTo>
                <a:cubicBezTo>
                  <a:pt x="14017" y="5302"/>
                  <a:pt x="14013" y="5298"/>
                  <a:pt x="14013" y="5290"/>
                </a:cubicBezTo>
                <a:cubicBezTo>
                  <a:pt x="14013" y="5268"/>
                  <a:pt x="14007" y="5260"/>
                  <a:pt x="13995" y="5260"/>
                </a:cubicBezTo>
                <a:cubicBezTo>
                  <a:pt x="13962" y="5260"/>
                  <a:pt x="13891" y="5324"/>
                  <a:pt x="13827" y="5324"/>
                </a:cubicBezTo>
                <a:cubicBezTo>
                  <a:pt x="13818" y="5324"/>
                  <a:pt x="13809" y="5323"/>
                  <a:pt x="13801" y="5320"/>
                </a:cubicBezTo>
                <a:cubicBezTo>
                  <a:pt x="13649" y="5259"/>
                  <a:pt x="13497" y="5229"/>
                  <a:pt x="13314" y="5198"/>
                </a:cubicBezTo>
                <a:cubicBezTo>
                  <a:pt x="13162" y="5259"/>
                  <a:pt x="12980" y="5290"/>
                  <a:pt x="12828" y="5320"/>
                </a:cubicBezTo>
                <a:lnTo>
                  <a:pt x="12646" y="5350"/>
                </a:lnTo>
                <a:lnTo>
                  <a:pt x="12433" y="5350"/>
                </a:lnTo>
                <a:cubicBezTo>
                  <a:pt x="12352" y="5377"/>
                  <a:pt x="12150" y="5477"/>
                  <a:pt x="12064" y="5477"/>
                </a:cubicBezTo>
                <a:cubicBezTo>
                  <a:pt x="12053" y="5477"/>
                  <a:pt x="12044" y="5475"/>
                  <a:pt x="12038" y="5472"/>
                </a:cubicBezTo>
                <a:cubicBezTo>
                  <a:pt x="12031" y="5469"/>
                  <a:pt x="12021" y="5467"/>
                  <a:pt x="12008" y="5467"/>
                </a:cubicBezTo>
                <a:cubicBezTo>
                  <a:pt x="11923" y="5467"/>
                  <a:pt x="11721" y="5538"/>
                  <a:pt x="11599" y="5538"/>
                </a:cubicBezTo>
                <a:cubicBezTo>
                  <a:pt x="11581" y="5538"/>
                  <a:pt x="11565" y="5536"/>
                  <a:pt x="11551" y="5533"/>
                </a:cubicBezTo>
                <a:cubicBezTo>
                  <a:pt x="11430" y="5502"/>
                  <a:pt x="11308" y="5502"/>
                  <a:pt x="11187" y="5502"/>
                </a:cubicBezTo>
                <a:cubicBezTo>
                  <a:pt x="11156" y="5533"/>
                  <a:pt x="11035" y="5654"/>
                  <a:pt x="10974" y="5654"/>
                </a:cubicBezTo>
                <a:cubicBezTo>
                  <a:pt x="10941" y="5646"/>
                  <a:pt x="10909" y="5642"/>
                  <a:pt x="10877" y="5642"/>
                </a:cubicBezTo>
                <a:cubicBezTo>
                  <a:pt x="10789" y="5642"/>
                  <a:pt x="10706" y="5671"/>
                  <a:pt x="10639" y="5715"/>
                </a:cubicBezTo>
                <a:lnTo>
                  <a:pt x="10518" y="5776"/>
                </a:lnTo>
                <a:cubicBezTo>
                  <a:pt x="10518" y="5776"/>
                  <a:pt x="10487" y="5746"/>
                  <a:pt x="10457" y="5746"/>
                </a:cubicBezTo>
                <a:cubicBezTo>
                  <a:pt x="10342" y="5714"/>
                  <a:pt x="10223" y="5697"/>
                  <a:pt x="10105" y="5697"/>
                </a:cubicBezTo>
                <a:cubicBezTo>
                  <a:pt x="9882" y="5697"/>
                  <a:pt x="9664" y="5758"/>
                  <a:pt x="9484" y="5898"/>
                </a:cubicBezTo>
                <a:lnTo>
                  <a:pt x="9454" y="5898"/>
                </a:lnTo>
                <a:cubicBezTo>
                  <a:pt x="9450" y="5902"/>
                  <a:pt x="9439" y="5904"/>
                  <a:pt x="9424" y="5904"/>
                </a:cubicBezTo>
                <a:cubicBezTo>
                  <a:pt x="9332" y="5904"/>
                  <a:pt x="9072" y="5837"/>
                  <a:pt x="8968" y="5837"/>
                </a:cubicBezTo>
                <a:lnTo>
                  <a:pt x="8117" y="5837"/>
                </a:lnTo>
                <a:lnTo>
                  <a:pt x="7873" y="5958"/>
                </a:lnTo>
                <a:cubicBezTo>
                  <a:pt x="7738" y="6043"/>
                  <a:pt x="7603" y="6062"/>
                  <a:pt x="7463" y="6062"/>
                </a:cubicBezTo>
                <a:cubicBezTo>
                  <a:pt x="7351" y="6062"/>
                  <a:pt x="7235" y="6050"/>
                  <a:pt x="7114" y="6050"/>
                </a:cubicBezTo>
                <a:cubicBezTo>
                  <a:pt x="7114" y="6050"/>
                  <a:pt x="7083" y="5989"/>
                  <a:pt x="7083" y="5958"/>
                </a:cubicBezTo>
                <a:cubicBezTo>
                  <a:pt x="7064" y="5892"/>
                  <a:pt x="7045" y="5870"/>
                  <a:pt x="7025" y="5870"/>
                </a:cubicBezTo>
                <a:cubicBezTo>
                  <a:pt x="6983" y="5870"/>
                  <a:pt x="6933" y="5961"/>
                  <a:pt x="6861" y="5961"/>
                </a:cubicBezTo>
                <a:cubicBezTo>
                  <a:pt x="6854" y="5961"/>
                  <a:pt x="6847" y="5960"/>
                  <a:pt x="6840" y="5958"/>
                </a:cubicBezTo>
                <a:lnTo>
                  <a:pt x="6749" y="5928"/>
                </a:lnTo>
                <a:lnTo>
                  <a:pt x="6749" y="5928"/>
                </a:lnTo>
                <a:cubicBezTo>
                  <a:pt x="6779" y="6050"/>
                  <a:pt x="6232" y="6110"/>
                  <a:pt x="6019" y="6141"/>
                </a:cubicBezTo>
                <a:cubicBezTo>
                  <a:pt x="5970" y="6149"/>
                  <a:pt x="5919" y="6153"/>
                  <a:pt x="5867" y="6153"/>
                </a:cubicBezTo>
                <a:cubicBezTo>
                  <a:pt x="5725" y="6153"/>
                  <a:pt x="5575" y="6124"/>
                  <a:pt x="5442" y="6080"/>
                </a:cubicBezTo>
                <a:cubicBezTo>
                  <a:pt x="5438" y="6076"/>
                  <a:pt x="5432" y="6074"/>
                  <a:pt x="5425" y="6074"/>
                </a:cubicBezTo>
                <a:cubicBezTo>
                  <a:pt x="5379" y="6074"/>
                  <a:pt x="5281" y="6149"/>
                  <a:pt x="5229" y="6201"/>
                </a:cubicBezTo>
                <a:cubicBezTo>
                  <a:pt x="5220" y="6210"/>
                  <a:pt x="5209" y="6214"/>
                  <a:pt x="5197" y="6214"/>
                </a:cubicBezTo>
                <a:cubicBezTo>
                  <a:pt x="5168" y="6214"/>
                  <a:pt x="5138" y="6193"/>
                  <a:pt x="5138" y="6171"/>
                </a:cubicBezTo>
                <a:cubicBezTo>
                  <a:pt x="5130" y="6164"/>
                  <a:pt x="5117" y="6160"/>
                  <a:pt x="5099" y="6160"/>
                </a:cubicBezTo>
                <a:cubicBezTo>
                  <a:pt x="5047" y="6160"/>
                  <a:pt x="4955" y="6194"/>
                  <a:pt x="4864" y="6262"/>
                </a:cubicBezTo>
                <a:lnTo>
                  <a:pt x="4743" y="6323"/>
                </a:lnTo>
                <a:cubicBezTo>
                  <a:pt x="4682" y="6353"/>
                  <a:pt x="4591" y="6384"/>
                  <a:pt x="4560" y="6384"/>
                </a:cubicBezTo>
                <a:lnTo>
                  <a:pt x="4530" y="6353"/>
                </a:lnTo>
                <a:cubicBezTo>
                  <a:pt x="4514" y="6338"/>
                  <a:pt x="4492" y="6330"/>
                  <a:pt x="4466" y="6330"/>
                </a:cubicBezTo>
                <a:cubicBezTo>
                  <a:pt x="4391" y="6330"/>
                  <a:pt x="4278" y="6393"/>
                  <a:pt x="4165" y="6505"/>
                </a:cubicBezTo>
                <a:lnTo>
                  <a:pt x="3952" y="6566"/>
                </a:lnTo>
                <a:cubicBezTo>
                  <a:pt x="3831" y="6581"/>
                  <a:pt x="3709" y="6589"/>
                  <a:pt x="3591" y="6589"/>
                </a:cubicBezTo>
                <a:cubicBezTo>
                  <a:pt x="3474" y="6589"/>
                  <a:pt x="3360" y="6581"/>
                  <a:pt x="3253" y="6566"/>
                </a:cubicBezTo>
                <a:lnTo>
                  <a:pt x="3041" y="6475"/>
                </a:lnTo>
                <a:lnTo>
                  <a:pt x="2797" y="6688"/>
                </a:lnTo>
                <a:cubicBezTo>
                  <a:pt x="2788" y="6697"/>
                  <a:pt x="2780" y="6700"/>
                  <a:pt x="2771" y="6700"/>
                </a:cubicBezTo>
                <a:cubicBezTo>
                  <a:pt x="2749" y="6700"/>
                  <a:pt x="2728" y="6679"/>
                  <a:pt x="2706" y="6657"/>
                </a:cubicBezTo>
                <a:lnTo>
                  <a:pt x="2645" y="6627"/>
                </a:lnTo>
                <a:cubicBezTo>
                  <a:pt x="2630" y="6612"/>
                  <a:pt x="2615" y="6604"/>
                  <a:pt x="2600" y="6604"/>
                </a:cubicBezTo>
                <a:cubicBezTo>
                  <a:pt x="2585" y="6604"/>
                  <a:pt x="2569" y="6612"/>
                  <a:pt x="2554" y="6627"/>
                </a:cubicBezTo>
                <a:lnTo>
                  <a:pt x="2372" y="6657"/>
                </a:lnTo>
                <a:cubicBezTo>
                  <a:pt x="2463" y="6749"/>
                  <a:pt x="2341" y="6840"/>
                  <a:pt x="2129" y="6840"/>
                </a:cubicBezTo>
                <a:lnTo>
                  <a:pt x="1855" y="6840"/>
                </a:lnTo>
                <a:cubicBezTo>
                  <a:pt x="1734" y="6840"/>
                  <a:pt x="1642" y="6901"/>
                  <a:pt x="1551" y="6992"/>
                </a:cubicBezTo>
                <a:cubicBezTo>
                  <a:pt x="1551" y="7053"/>
                  <a:pt x="1642" y="7144"/>
                  <a:pt x="1764" y="7205"/>
                </a:cubicBezTo>
                <a:lnTo>
                  <a:pt x="1885" y="7265"/>
                </a:lnTo>
                <a:lnTo>
                  <a:pt x="1916" y="7265"/>
                </a:lnTo>
                <a:cubicBezTo>
                  <a:pt x="1916" y="7326"/>
                  <a:pt x="1855" y="7357"/>
                  <a:pt x="1794" y="7357"/>
                </a:cubicBezTo>
                <a:cubicBezTo>
                  <a:pt x="1734" y="7357"/>
                  <a:pt x="1703" y="7326"/>
                  <a:pt x="1673" y="7296"/>
                </a:cubicBezTo>
                <a:lnTo>
                  <a:pt x="1551" y="7296"/>
                </a:lnTo>
                <a:lnTo>
                  <a:pt x="1430" y="7326"/>
                </a:lnTo>
                <a:cubicBezTo>
                  <a:pt x="1369" y="7235"/>
                  <a:pt x="1095" y="7144"/>
                  <a:pt x="1095" y="7083"/>
                </a:cubicBezTo>
                <a:cubicBezTo>
                  <a:pt x="1089" y="7070"/>
                  <a:pt x="1067" y="7064"/>
                  <a:pt x="1037" y="7064"/>
                </a:cubicBezTo>
                <a:cubicBezTo>
                  <a:pt x="928" y="7064"/>
                  <a:pt x="704" y="7140"/>
                  <a:pt x="609" y="7235"/>
                </a:cubicBezTo>
                <a:cubicBezTo>
                  <a:pt x="518" y="7296"/>
                  <a:pt x="487" y="7448"/>
                  <a:pt x="518" y="7569"/>
                </a:cubicBezTo>
                <a:lnTo>
                  <a:pt x="730" y="7417"/>
                </a:lnTo>
                <a:cubicBezTo>
                  <a:pt x="791" y="7478"/>
                  <a:pt x="882" y="7509"/>
                  <a:pt x="943" y="7569"/>
                </a:cubicBezTo>
                <a:lnTo>
                  <a:pt x="974" y="7600"/>
                </a:lnTo>
                <a:cubicBezTo>
                  <a:pt x="1004" y="7660"/>
                  <a:pt x="578" y="7782"/>
                  <a:pt x="518" y="7812"/>
                </a:cubicBezTo>
                <a:cubicBezTo>
                  <a:pt x="366" y="7904"/>
                  <a:pt x="244" y="7995"/>
                  <a:pt x="92" y="8086"/>
                </a:cubicBezTo>
                <a:cubicBezTo>
                  <a:pt x="31" y="8147"/>
                  <a:pt x="31" y="8238"/>
                  <a:pt x="62" y="8299"/>
                </a:cubicBezTo>
                <a:lnTo>
                  <a:pt x="62" y="8360"/>
                </a:lnTo>
                <a:lnTo>
                  <a:pt x="62" y="8390"/>
                </a:lnTo>
                <a:cubicBezTo>
                  <a:pt x="1" y="8420"/>
                  <a:pt x="153" y="8481"/>
                  <a:pt x="183" y="8481"/>
                </a:cubicBezTo>
                <a:cubicBezTo>
                  <a:pt x="244" y="8512"/>
                  <a:pt x="305" y="8967"/>
                  <a:pt x="426" y="9089"/>
                </a:cubicBezTo>
                <a:cubicBezTo>
                  <a:pt x="548" y="9241"/>
                  <a:pt x="548" y="9454"/>
                  <a:pt x="426" y="9636"/>
                </a:cubicBezTo>
                <a:lnTo>
                  <a:pt x="275" y="9697"/>
                </a:lnTo>
                <a:cubicBezTo>
                  <a:pt x="123" y="9788"/>
                  <a:pt x="123" y="9849"/>
                  <a:pt x="275" y="9940"/>
                </a:cubicBezTo>
                <a:lnTo>
                  <a:pt x="335" y="9971"/>
                </a:lnTo>
                <a:cubicBezTo>
                  <a:pt x="396" y="10001"/>
                  <a:pt x="366" y="10092"/>
                  <a:pt x="335" y="10123"/>
                </a:cubicBezTo>
                <a:cubicBezTo>
                  <a:pt x="305" y="10153"/>
                  <a:pt x="305" y="10183"/>
                  <a:pt x="366" y="10214"/>
                </a:cubicBezTo>
                <a:lnTo>
                  <a:pt x="426" y="10214"/>
                </a:lnTo>
                <a:cubicBezTo>
                  <a:pt x="518" y="10275"/>
                  <a:pt x="609" y="10305"/>
                  <a:pt x="730" y="10305"/>
                </a:cubicBezTo>
                <a:lnTo>
                  <a:pt x="913" y="10275"/>
                </a:lnTo>
                <a:cubicBezTo>
                  <a:pt x="933" y="10356"/>
                  <a:pt x="967" y="10383"/>
                  <a:pt x="987" y="10383"/>
                </a:cubicBezTo>
                <a:cubicBezTo>
                  <a:pt x="997" y="10383"/>
                  <a:pt x="1004" y="10376"/>
                  <a:pt x="1004" y="10366"/>
                </a:cubicBezTo>
                <a:cubicBezTo>
                  <a:pt x="1012" y="10358"/>
                  <a:pt x="1036" y="10354"/>
                  <a:pt x="1066" y="10354"/>
                </a:cubicBezTo>
                <a:cubicBezTo>
                  <a:pt x="1149" y="10354"/>
                  <a:pt x="1286" y="10382"/>
                  <a:pt x="1308" y="10426"/>
                </a:cubicBezTo>
                <a:cubicBezTo>
                  <a:pt x="1326" y="10462"/>
                  <a:pt x="1364" y="10477"/>
                  <a:pt x="1393" y="10477"/>
                </a:cubicBezTo>
                <a:cubicBezTo>
                  <a:pt x="1414" y="10477"/>
                  <a:pt x="1430" y="10469"/>
                  <a:pt x="1430" y="10457"/>
                </a:cubicBezTo>
                <a:cubicBezTo>
                  <a:pt x="1430" y="10453"/>
                  <a:pt x="1433" y="10451"/>
                  <a:pt x="1439" y="10451"/>
                </a:cubicBezTo>
                <a:cubicBezTo>
                  <a:pt x="1478" y="10451"/>
                  <a:pt x="1636" y="10534"/>
                  <a:pt x="1794" y="10639"/>
                </a:cubicBezTo>
                <a:lnTo>
                  <a:pt x="1946" y="10578"/>
                </a:lnTo>
                <a:lnTo>
                  <a:pt x="2098" y="10548"/>
                </a:lnTo>
                <a:cubicBezTo>
                  <a:pt x="2189" y="10609"/>
                  <a:pt x="2372" y="10700"/>
                  <a:pt x="2463" y="10730"/>
                </a:cubicBezTo>
                <a:lnTo>
                  <a:pt x="2493" y="10700"/>
                </a:lnTo>
                <a:cubicBezTo>
                  <a:pt x="2566" y="10645"/>
                  <a:pt x="2650" y="10634"/>
                  <a:pt x="2739" y="10634"/>
                </a:cubicBezTo>
                <a:cubicBezTo>
                  <a:pt x="2797" y="10634"/>
                  <a:pt x="2858" y="10639"/>
                  <a:pt x="2919" y="10639"/>
                </a:cubicBezTo>
                <a:cubicBezTo>
                  <a:pt x="3314" y="10670"/>
                  <a:pt x="3679" y="10700"/>
                  <a:pt x="4074" y="10730"/>
                </a:cubicBezTo>
                <a:lnTo>
                  <a:pt x="4408" y="10761"/>
                </a:lnTo>
                <a:cubicBezTo>
                  <a:pt x="4545" y="10776"/>
                  <a:pt x="4689" y="10784"/>
                  <a:pt x="4834" y="10784"/>
                </a:cubicBezTo>
                <a:cubicBezTo>
                  <a:pt x="4978" y="10784"/>
                  <a:pt x="5123" y="10776"/>
                  <a:pt x="5259" y="10761"/>
                </a:cubicBezTo>
                <a:lnTo>
                  <a:pt x="5290" y="10791"/>
                </a:lnTo>
                <a:lnTo>
                  <a:pt x="5381" y="10822"/>
                </a:lnTo>
                <a:lnTo>
                  <a:pt x="5715" y="10730"/>
                </a:lnTo>
                <a:lnTo>
                  <a:pt x="5837" y="10791"/>
                </a:lnTo>
                <a:cubicBezTo>
                  <a:pt x="5898" y="10822"/>
                  <a:pt x="5989" y="10822"/>
                  <a:pt x="6050" y="10822"/>
                </a:cubicBezTo>
                <a:lnTo>
                  <a:pt x="6232" y="10822"/>
                </a:lnTo>
                <a:cubicBezTo>
                  <a:pt x="6445" y="10822"/>
                  <a:pt x="6688" y="10852"/>
                  <a:pt x="6901" y="10882"/>
                </a:cubicBezTo>
                <a:lnTo>
                  <a:pt x="7053" y="10822"/>
                </a:lnTo>
                <a:cubicBezTo>
                  <a:pt x="7083" y="10806"/>
                  <a:pt x="7121" y="10806"/>
                  <a:pt x="7155" y="10806"/>
                </a:cubicBezTo>
                <a:cubicBezTo>
                  <a:pt x="7190" y="10806"/>
                  <a:pt x="7220" y="10806"/>
                  <a:pt x="7235" y="10791"/>
                </a:cubicBezTo>
                <a:cubicBezTo>
                  <a:pt x="7311" y="10761"/>
                  <a:pt x="7387" y="10746"/>
                  <a:pt x="7459" y="10746"/>
                </a:cubicBezTo>
                <a:cubicBezTo>
                  <a:pt x="7531" y="10746"/>
                  <a:pt x="7600" y="10761"/>
                  <a:pt x="7661" y="10791"/>
                </a:cubicBezTo>
                <a:lnTo>
                  <a:pt x="7782" y="10791"/>
                </a:lnTo>
                <a:cubicBezTo>
                  <a:pt x="7854" y="10734"/>
                  <a:pt x="7946" y="10704"/>
                  <a:pt x="8043" y="10704"/>
                </a:cubicBezTo>
                <a:cubicBezTo>
                  <a:pt x="8150" y="10704"/>
                  <a:pt x="8264" y="10741"/>
                  <a:pt x="8360" y="10822"/>
                </a:cubicBezTo>
                <a:cubicBezTo>
                  <a:pt x="8368" y="10817"/>
                  <a:pt x="8376" y="10816"/>
                  <a:pt x="8385" y="10816"/>
                </a:cubicBezTo>
                <a:cubicBezTo>
                  <a:pt x="8437" y="10816"/>
                  <a:pt x="8486" y="10891"/>
                  <a:pt x="8512" y="10943"/>
                </a:cubicBezTo>
                <a:cubicBezTo>
                  <a:pt x="8515" y="10946"/>
                  <a:pt x="8521" y="10948"/>
                  <a:pt x="8530" y="10948"/>
                </a:cubicBezTo>
                <a:cubicBezTo>
                  <a:pt x="8599" y="10948"/>
                  <a:pt x="8826" y="10845"/>
                  <a:pt x="8907" y="10791"/>
                </a:cubicBezTo>
                <a:cubicBezTo>
                  <a:pt x="8968" y="10730"/>
                  <a:pt x="9028" y="10700"/>
                  <a:pt x="9120" y="10670"/>
                </a:cubicBezTo>
                <a:cubicBezTo>
                  <a:pt x="9150" y="10670"/>
                  <a:pt x="9180" y="10670"/>
                  <a:pt x="9180" y="10700"/>
                </a:cubicBezTo>
                <a:lnTo>
                  <a:pt x="9180" y="10791"/>
                </a:lnTo>
                <a:cubicBezTo>
                  <a:pt x="9180" y="10822"/>
                  <a:pt x="9211" y="10882"/>
                  <a:pt x="9302" y="10882"/>
                </a:cubicBezTo>
                <a:lnTo>
                  <a:pt x="9332" y="10852"/>
                </a:lnTo>
                <a:cubicBezTo>
                  <a:pt x="9363" y="10837"/>
                  <a:pt x="9401" y="10829"/>
                  <a:pt x="9439" y="10829"/>
                </a:cubicBezTo>
                <a:cubicBezTo>
                  <a:pt x="9477" y="10829"/>
                  <a:pt x="9515" y="10837"/>
                  <a:pt x="9545" y="10852"/>
                </a:cubicBezTo>
                <a:lnTo>
                  <a:pt x="9697" y="10943"/>
                </a:lnTo>
                <a:cubicBezTo>
                  <a:pt x="9829" y="11022"/>
                  <a:pt x="9596" y="11101"/>
                  <a:pt x="9432" y="11101"/>
                </a:cubicBezTo>
                <a:cubicBezTo>
                  <a:pt x="9407" y="11101"/>
                  <a:pt x="9383" y="11099"/>
                  <a:pt x="9363" y="11095"/>
                </a:cubicBezTo>
                <a:cubicBezTo>
                  <a:pt x="9330" y="11087"/>
                  <a:pt x="9300" y="11083"/>
                  <a:pt x="9271" y="11083"/>
                </a:cubicBezTo>
                <a:cubicBezTo>
                  <a:pt x="9192" y="11083"/>
                  <a:pt x="9126" y="11111"/>
                  <a:pt x="9059" y="11156"/>
                </a:cubicBezTo>
                <a:cubicBezTo>
                  <a:pt x="9028" y="11186"/>
                  <a:pt x="9028" y="11278"/>
                  <a:pt x="8998" y="11308"/>
                </a:cubicBezTo>
                <a:cubicBezTo>
                  <a:pt x="8998" y="11317"/>
                  <a:pt x="8990" y="11321"/>
                  <a:pt x="8977" y="11321"/>
                </a:cubicBezTo>
                <a:cubicBezTo>
                  <a:pt x="8945" y="11321"/>
                  <a:pt x="8880" y="11299"/>
                  <a:pt x="8816" y="11278"/>
                </a:cubicBezTo>
                <a:lnTo>
                  <a:pt x="8755" y="11247"/>
                </a:lnTo>
                <a:lnTo>
                  <a:pt x="8725" y="11247"/>
                </a:lnTo>
                <a:cubicBezTo>
                  <a:pt x="8664" y="11278"/>
                  <a:pt x="8664" y="11338"/>
                  <a:pt x="8694" y="11369"/>
                </a:cubicBezTo>
                <a:cubicBezTo>
                  <a:pt x="8725" y="11369"/>
                  <a:pt x="8542" y="11399"/>
                  <a:pt x="8451" y="11399"/>
                </a:cubicBezTo>
                <a:cubicBezTo>
                  <a:pt x="8390" y="11399"/>
                  <a:pt x="8299" y="11278"/>
                  <a:pt x="8299" y="11217"/>
                </a:cubicBezTo>
                <a:cubicBezTo>
                  <a:pt x="8289" y="11197"/>
                  <a:pt x="8279" y="11186"/>
                  <a:pt x="8269" y="11186"/>
                </a:cubicBezTo>
                <a:cubicBezTo>
                  <a:pt x="8248" y="11186"/>
                  <a:pt x="8228" y="11227"/>
                  <a:pt x="8208" y="11308"/>
                </a:cubicBezTo>
                <a:lnTo>
                  <a:pt x="8177" y="11308"/>
                </a:lnTo>
                <a:lnTo>
                  <a:pt x="7965" y="11338"/>
                </a:lnTo>
                <a:cubicBezTo>
                  <a:pt x="8025" y="11490"/>
                  <a:pt x="8086" y="11612"/>
                  <a:pt x="8117" y="11764"/>
                </a:cubicBezTo>
                <a:cubicBezTo>
                  <a:pt x="8117" y="11785"/>
                  <a:pt x="8105" y="11796"/>
                  <a:pt x="8084" y="11796"/>
                </a:cubicBezTo>
                <a:cubicBezTo>
                  <a:pt x="8044" y="11796"/>
                  <a:pt x="7972" y="11762"/>
                  <a:pt x="7873" y="11703"/>
                </a:cubicBezTo>
                <a:lnTo>
                  <a:pt x="7752" y="11825"/>
                </a:lnTo>
                <a:lnTo>
                  <a:pt x="7691" y="11855"/>
                </a:lnTo>
                <a:cubicBezTo>
                  <a:pt x="7509" y="11764"/>
                  <a:pt x="7600" y="11521"/>
                  <a:pt x="7661" y="11399"/>
                </a:cubicBezTo>
                <a:cubicBezTo>
                  <a:pt x="7696" y="11363"/>
                  <a:pt x="7699" y="11351"/>
                  <a:pt x="7688" y="11351"/>
                </a:cubicBezTo>
                <a:cubicBezTo>
                  <a:pt x="7670" y="11351"/>
                  <a:pt x="7618" y="11381"/>
                  <a:pt x="7600" y="11399"/>
                </a:cubicBezTo>
                <a:cubicBezTo>
                  <a:pt x="7596" y="11403"/>
                  <a:pt x="7589" y="11404"/>
                  <a:pt x="7578" y="11404"/>
                </a:cubicBezTo>
                <a:cubicBezTo>
                  <a:pt x="7515" y="11404"/>
                  <a:pt x="7338" y="11351"/>
                  <a:pt x="7211" y="11351"/>
                </a:cubicBezTo>
                <a:cubicBezTo>
                  <a:pt x="7172" y="11351"/>
                  <a:pt x="7139" y="11356"/>
                  <a:pt x="7114" y="11369"/>
                </a:cubicBezTo>
                <a:cubicBezTo>
                  <a:pt x="6992" y="11399"/>
                  <a:pt x="6931" y="11490"/>
                  <a:pt x="6870" y="11582"/>
                </a:cubicBezTo>
                <a:cubicBezTo>
                  <a:pt x="6870" y="11587"/>
                  <a:pt x="6873" y="11589"/>
                  <a:pt x="6879" y="11589"/>
                </a:cubicBezTo>
                <a:cubicBezTo>
                  <a:pt x="6904" y="11589"/>
                  <a:pt x="6983" y="11535"/>
                  <a:pt x="7083" y="11460"/>
                </a:cubicBezTo>
                <a:lnTo>
                  <a:pt x="7205" y="11612"/>
                </a:lnTo>
                <a:lnTo>
                  <a:pt x="7235" y="11673"/>
                </a:lnTo>
                <a:cubicBezTo>
                  <a:pt x="7266" y="11733"/>
                  <a:pt x="7205" y="11794"/>
                  <a:pt x="7144" y="11794"/>
                </a:cubicBezTo>
                <a:lnTo>
                  <a:pt x="6992" y="11794"/>
                </a:lnTo>
                <a:cubicBezTo>
                  <a:pt x="6962" y="11794"/>
                  <a:pt x="6901" y="11855"/>
                  <a:pt x="6901" y="11946"/>
                </a:cubicBezTo>
                <a:lnTo>
                  <a:pt x="6779" y="11916"/>
                </a:lnTo>
                <a:lnTo>
                  <a:pt x="6658" y="11855"/>
                </a:lnTo>
                <a:cubicBezTo>
                  <a:pt x="6658" y="11789"/>
                  <a:pt x="6579" y="11739"/>
                  <a:pt x="6500" y="11739"/>
                </a:cubicBezTo>
                <a:cubicBezTo>
                  <a:pt x="6470" y="11739"/>
                  <a:pt x="6440" y="11747"/>
                  <a:pt x="6414" y="11764"/>
                </a:cubicBezTo>
                <a:lnTo>
                  <a:pt x="6323" y="11825"/>
                </a:lnTo>
                <a:cubicBezTo>
                  <a:pt x="6293" y="11825"/>
                  <a:pt x="6232" y="11825"/>
                  <a:pt x="6202" y="11794"/>
                </a:cubicBezTo>
                <a:lnTo>
                  <a:pt x="6202" y="11703"/>
                </a:lnTo>
                <a:lnTo>
                  <a:pt x="6232" y="11673"/>
                </a:lnTo>
                <a:cubicBezTo>
                  <a:pt x="6202" y="11612"/>
                  <a:pt x="6202" y="11551"/>
                  <a:pt x="6171" y="11521"/>
                </a:cubicBezTo>
                <a:cubicBezTo>
                  <a:pt x="6171" y="11513"/>
                  <a:pt x="6170" y="11510"/>
                  <a:pt x="6167" y="11510"/>
                </a:cubicBezTo>
                <a:cubicBezTo>
                  <a:pt x="6150" y="11510"/>
                  <a:pt x="6080" y="11680"/>
                  <a:pt x="6080" y="11733"/>
                </a:cubicBezTo>
                <a:cubicBezTo>
                  <a:pt x="6080" y="11764"/>
                  <a:pt x="5776" y="11855"/>
                  <a:pt x="5685" y="11916"/>
                </a:cubicBezTo>
                <a:cubicBezTo>
                  <a:pt x="5624" y="11946"/>
                  <a:pt x="5563" y="11977"/>
                  <a:pt x="5533" y="12037"/>
                </a:cubicBezTo>
                <a:cubicBezTo>
                  <a:pt x="5594" y="12068"/>
                  <a:pt x="5685" y="12068"/>
                  <a:pt x="5776" y="12098"/>
                </a:cubicBezTo>
                <a:cubicBezTo>
                  <a:pt x="5837" y="12098"/>
                  <a:pt x="5898" y="12220"/>
                  <a:pt x="5898" y="12281"/>
                </a:cubicBezTo>
                <a:cubicBezTo>
                  <a:pt x="5898" y="12296"/>
                  <a:pt x="5875" y="12303"/>
                  <a:pt x="5841" y="12303"/>
                </a:cubicBezTo>
                <a:cubicBezTo>
                  <a:pt x="5807" y="12303"/>
                  <a:pt x="5761" y="12296"/>
                  <a:pt x="5715" y="12281"/>
                </a:cubicBezTo>
                <a:lnTo>
                  <a:pt x="5594" y="12281"/>
                </a:lnTo>
                <a:cubicBezTo>
                  <a:pt x="5563" y="12281"/>
                  <a:pt x="5533" y="12372"/>
                  <a:pt x="5563" y="12402"/>
                </a:cubicBezTo>
                <a:lnTo>
                  <a:pt x="5594" y="12402"/>
                </a:lnTo>
                <a:cubicBezTo>
                  <a:pt x="5634" y="12410"/>
                  <a:pt x="5675" y="12414"/>
                  <a:pt x="5716" y="12414"/>
                </a:cubicBezTo>
                <a:cubicBezTo>
                  <a:pt x="5827" y="12414"/>
                  <a:pt x="5938" y="12386"/>
                  <a:pt x="6050" y="12341"/>
                </a:cubicBezTo>
                <a:lnTo>
                  <a:pt x="6414" y="12341"/>
                </a:lnTo>
                <a:cubicBezTo>
                  <a:pt x="6354" y="12220"/>
                  <a:pt x="6232" y="12129"/>
                  <a:pt x="6080" y="12068"/>
                </a:cubicBezTo>
                <a:cubicBezTo>
                  <a:pt x="6019" y="12068"/>
                  <a:pt x="6080" y="11977"/>
                  <a:pt x="6110" y="11946"/>
                </a:cubicBezTo>
                <a:cubicBezTo>
                  <a:pt x="6141" y="11946"/>
                  <a:pt x="6262" y="12068"/>
                  <a:pt x="6323" y="12098"/>
                </a:cubicBezTo>
                <a:cubicBezTo>
                  <a:pt x="6384" y="12129"/>
                  <a:pt x="6445" y="12341"/>
                  <a:pt x="6506" y="12402"/>
                </a:cubicBezTo>
                <a:cubicBezTo>
                  <a:pt x="6627" y="12463"/>
                  <a:pt x="6749" y="12493"/>
                  <a:pt x="6901" y="12493"/>
                </a:cubicBezTo>
                <a:cubicBezTo>
                  <a:pt x="6962" y="12493"/>
                  <a:pt x="7022" y="12676"/>
                  <a:pt x="7022" y="12737"/>
                </a:cubicBezTo>
                <a:cubicBezTo>
                  <a:pt x="7022" y="12772"/>
                  <a:pt x="6981" y="12787"/>
                  <a:pt x="6922" y="12787"/>
                </a:cubicBezTo>
                <a:cubicBezTo>
                  <a:pt x="6880" y="12787"/>
                  <a:pt x="6830" y="12780"/>
                  <a:pt x="6779" y="12767"/>
                </a:cubicBezTo>
                <a:lnTo>
                  <a:pt x="6749" y="12645"/>
                </a:lnTo>
                <a:lnTo>
                  <a:pt x="6718" y="12554"/>
                </a:lnTo>
                <a:cubicBezTo>
                  <a:pt x="6536" y="12554"/>
                  <a:pt x="6354" y="12554"/>
                  <a:pt x="6202" y="12493"/>
                </a:cubicBezTo>
                <a:lnTo>
                  <a:pt x="6202" y="12493"/>
                </a:lnTo>
                <a:lnTo>
                  <a:pt x="6232" y="12737"/>
                </a:lnTo>
                <a:cubicBezTo>
                  <a:pt x="6232" y="12767"/>
                  <a:pt x="6202" y="12828"/>
                  <a:pt x="6171" y="12828"/>
                </a:cubicBezTo>
                <a:lnTo>
                  <a:pt x="5837" y="12828"/>
                </a:lnTo>
                <a:cubicBezTo>
                  <a:pt x="5533" y="12980"/>
                  <a:pt x="5351" y="13162"/>
                  <a:pt x="5411" y="13253"/>
                </a:cubicBezTo>
                <a:lnTo>
                  <a:pt x="5442" y="13253"/>
                </a:lnTo>
                <a:lnTo>
                  <a:pt x="5655" y="13192"/>
                </a:lnTo>
                <a:cubicBezTo>
                  <a:pt x="5682" y="13179"/>
                  <a:pt x="5711" y="13172"/>
                  <a:pt x="5741" y="13172"/>
                </a:cubicBezTo>
                <a:cubicBezTo>
                  <a:pt x="5902" y="13172"/>
                  <a:pt x="6062" y="13363"/>
                  <a:pt x="5959" y="13466"/>
                </a:cubicBezTo>
                <a:cubicBezTo>
                  <a:pt x="5867" y="13557"/>
                  <a:pt x="5959" y="13618"/>
                  <a:pt x="6019" y="13618"/>
                </a:cubicBezTo>
                <a:cubicBezTo>
                  <a:pt x="6080" y="13618"/>
                  <a:pt x="6110" y="13466"/>
                  <a:pt x="6110" y="13405"/>
                </a:cubicBezTo>
                <a:cubicBezTo>
                  <a:pt x="6110" y="13344"/>
                  <a:pt x="6232" y="13253"/>
                  <a:pt x="6384" y="13223"/>
                </a:cubicBezTo>
                <a:lnTo>
                  <a:pt x="6506" y="13192"/>
                </a:lnTo>
                <a:cubicBezTo>
                  <a:pt x="6566" y="13192"/>
                  <a:pt x="6597" y="13192"/>
                  <a:pt x="6627" y="13223"/>
                </a:cubicBezTo>
                <a:cubicBezTo>
                  <a:pt x="6627" y="13284"/>
                  <a:pt x="6627" y="13314"/>
                  <a:pt x="6597" y="13344"/>
                </a:cubicBezTo>
                <a:cubicBezTo>
                  <a:pt x="6571" y="13337"/>
                  <a:pt x="6547" y="13334"/>
                  <a:pt x="6526" y="13334"/>
                </a:cubicBezTo>
                <a:cubicBezTo>
                  <a:pt x="6375" y="13334"/>
                  <a:pt x="6339" y="13504"/>
                  <a:pt x="6232" y="13557"/>
                </a:cubicBezTo>
                <a:lnTo>
                  <a:pt x="6202" y="13557"/>
                </a:lnTo>
                <a:cubicBezTo>
                  <a:pt x="6171" y="13588"/>
                  <a:pt x="6232" y="13618"/>
                  <a:pt x="6323" y="13679"/>
                </a:cubicBezTo>
                <a:lnTo>
                  <a:pt x="6354" y="13648"/>
                </a:lnTo>
                <a:lnTo>
                  <a:pt x="6627" y="13527"/>
                </a:lnTo>
                <a:lnTo>
                  <a:pt x="6627" y="13527"/>
                </a:lnTo>
                <a:cubicBezTo>
                  <a:pt x="6627" y="13648"/>
                  <a:pt x="6566" y="13770"/>
                  <a:pt x="6445" y="13831"/>
                </a:cubicBezTo>
                <a:cubicBezTo>
                  <a:pt x="6384" y="13861"/>
                  <a:pt x="6566" y="14044"/>
                  <a:pt x="6658" y="14044"/>
                </a:cubicBezTo>
                <a:cubicBezTo>
                  <a:pt x="6749" y="14013"/>
                  <a:pt x="6779" y="13861"/>
                  <a:pt x="6749" y="13800"/>
                </a:cubicBezTo>
                <a:cubicBezTo>
                  <a:pt x="6740" y="13783"/>
                  <a:pt x="6765" y="13776"/>
                  <a:pt x="6807" y="13776"/>
                </a:cubicBezTo>
                <a:cubicBezTo>
                  <a:pt x="6915" y="13776"/>
                  <a:pt x="7139" y="13826"/>
                  <a:pt x="7205" y="13892"/>
                </a:cubicBezTo>
                <a:cubicBezTo>
                  <a:pt x="7326" y="13952"/>
                  <a:pt x="7205" y="14135"/>
                  <a:pt x="7144" y="14165"/>
                </a:cubicBezTo>
                <a:cubicBezTo>
                  <a:pt x="7083" y="14196"/>
                  <a:pt x="7205" y="14256"/>
                  <a:pt x="7266" y="14256"/>
                </a:cubicBezTo>
                <a:cubicBezTo>
                  <a:pt x="7296" y="14256"/>
                  <a:pt x="7326" y="14287"/>
                  <a:pt x="7387" y="14317"/>
                </a:cubicBezTo>
                <a:cubicBezTo>
                  <a:pt x="7296" y="14317"/>
                  <a:pt x="7205" y="14348"/>
                  <a:pt x="7114" y="14348"/>
                </a:cubicBezTo>
                <a:cubicBezTo>
                  <a:pt x="7022" y="14348"/>
                  <a:pt x="6962" y="14439"/>
                  <a:pt x="6962" y="14499"/>
                </a:cubicBezTo>
                <a:lnTo>
                  <a:pt x="6931" y="14560"/>
                </a:lnTo>
                <a:lnTo>
                  <a:pt x="6870" y="14651"/>
                </a:lnTo>
                <a:cubicBezTo>
                  <a:pt x="6817" y="14687"/>
                  <a:pt x="6753" y="14702"/>
                  <a:pt x="6685" y="14702"/>
                </a:cubicBezTo>
                <a:cubicBezTo>
                  <a:pt x="6637" y="14702"/>
                  <a:pt x="6586" y="14694"/>
                  <a:pt x="6536" y="14682"/>
                </a:cubicBezTo>
                <a:lnTo>
                  <a:pt x="6475" y="14651"/>
                </a:lnTo>
                <a:cubicBezTo>
                  <a:pt x="6414" y="14591"/>
                  <a:pt x="6323" y="14530"/>
                  <a:pt x="6354" y="14469"/>
                </a:cubicBezTo>
                <a:cubicBezTo>
                  <a:pt x="6378" y="14433"/>
                  <a:pt x="6406" y="14421"/>
                  <a:pt x="6436" y="14421"/>
                </a:cubicBezTo>
                <a:cubicBezTo>
                  <a:pt x="6481" y="14421"/>
                  <a:pt x="6529" y="14451"/>
                  <a:pt x="6566" y="14469"/>
                </a:cubicBezTo>
                <a:cubicBezTo>
                  <a:pt x="6593" y="14478"/>
                  <a:pt x="6617" y="14482"/>
                  <a:pt x="6639" y="14482"/>
                </a:cubicBezTo>
                <a:cubicBezTo>
                  <a:pt x="6693" y="14482"/>
                  <a:pt x="6736" y="14460"/>
                  <a:pt x="6779" y="14439"/>
                </a:cubicBezTo>
                <a:lnTo>
                  <a:pt x="6901" y="14378"/>
                </a:lnTo>
                <a:cubicBezTo>
                  <a:pt x="6901" y="14287"/>
                  <a:pt x="6840" y="14226"/>
                  <a:pt x="6749" y="14165"/>
                </a:cubicBezTo>
                <a:cubicBezTo>
                  <a:pt x="6658" y="14226"/>
                  <a:pt x="6597" y="14317"/>
                  <a:pt x="6566" y="14408"/>
                </a:cubicBezTo>
                <a:lnTo>
                  <a:pt x="6384" y="14256"/>
                </a:lnTo>
                <a:cubicBezTo>
                  <a:pt x="6354" y="14256"/>
                  <a:pt x="6293" y="14317"/>
                  <a:pt x="6232" y="14348"/>
                </a:cubicBezTo>
                <a:cubicBezTo>
                  <a:pt x="6202" y="14348"/>
                  <a:pt x="6141" y="14378"/>
                  <a:pt x="6110" y="14408"/>
                </a:cubicBezTo>
                <a:lnTo>
                  <a:pt x="6080" y="14408"/>
                </a:lnTo>
                <a:cubicBezTo>
                  <a:pt x="6080" y="14439"/>
                  <a:pt x="6323" y="14560"/>
                  <a:pt x="6384" y="14651"/>
                </a:cubicBezTo>
                <a:cubicBezTo>
                  <a:pt x="6414" y="14743"/>
                  <a:pt x="6171" y="14834"/>
                  <a:pt x="6080" y="14834"/>
                </a:cubicBezTo>
                <a:cubicBezTo>
                  <a:pt x="5930" y="14855"/>
                  <a:pt x="5764" y="14877"/>
                  <a:pt x="5594" y="14877"/>
                </a:cubicBezTo>
                <a:cubicBezTo>
                  <a:pt x="5523" y="14877"/>
                  <a:pt x="5452" y="14873"/>
                  <a:pt x="5381" y="14864"/>
                </a:cubicBezTo>
                <a:cubicBezTo>
                  <a:pt x="5320" y="14834"/>
                  <a:pt x="5252" y="14819"/>
                  <a:pt x="5195" y="14819"/>
                </a:cubicBezTo>
                <a:cubicBezTo>
                  <a:pt x="5138" y="14819"/>
                  <a:pt x="5092" y="14834"/>
                  <a:pt x="5077" y="14864"/>
                </a:cubicBezTo>
                <a:lnTo>
                  <a:pt x="5016" y="14925"/>
                </a:lnTo>
                <a:lnTo>
                  <a:pt x="4986" y="14955"/>
                </a:lnTo>
                <a:cubicBezTo>
                  <a:pt x="4925" y="14955"/>
                  <a:pt x="4864" y="14925"/>
                  <a:pt x="4834" y="14895"/>
                </a:cubicBezTo>
                <a:lnTo>
                  <a:pt x="4834" y="14834"/>
                </a:lnTo>
                <a:cubicBezTo>
                  <a:pt x="4834" y="14803"/>
                  <a:pt x="4864" y="14743"/>
                  <a:pt x="4864" y="14743"/>
                </a:cubicBezTo>
                <a:cubicBezTo>
                  <a:pt x="4682" y="14560"/>
                  <a:pt x="4864" y="14560"/>
                  <a:pt x="5047" y="14560"/>
                </a:cubicBezTo>
                <a:cubicBezTo>
                  <a:pt x="5077" y="14530"/>
                  <a:pt x="4955" y="14469"/>
                  <a:pt x="4925" y="14439"/>
                </a:cubicBezTo>
                <a:cubicBezTo>
                  <a:pt x="4914" y="14433"/>
                  <a:pt x="4903" y="14431"/>
                  <a:pt x="4890" y="14431"/>
                </a:cubicBezTo>
                <a:cubicBezTo>
                  <a:pt x="4833" y="14431"/>
                  <a:pt x="4762" y="14485"/>
                  <a:pt x="4712" y="14560"/>
                </a:cubicBezTo>
                <a:lnTo>
                  <a:pt x="4682" y="14621"/>
                </a:lnTo>
                <a:lnTo>
                  <a:pt x="4621" y="14682"/>
                </a:lnTo>
                <a:cubicBezTo>
                  <a:pt x="4530" y="14743"/>
                  <a:pt x="4621" y="14834"/>
                  <a:pt x="4651" y="14834"/>
                </a:cubicBezTo>
                <a:cubicBezTo>
                  <a:pt x="4682" y="14864"/>
                  <a:pt x="4651" y="14925"/>
                  <a:pt x="4651" y="14925"/>
                </a:cubicBezTo>
                <a:cubicBezTo>
                  <a:pt x="4621" y="14955"/>
                  <a:pt x="4530" y="15107"/>
                  <a:pt x="4560" y="15107"/>
                </a:cubicBezTo>
                <a:cubicBezTo>
                  <a:pt x="4621" y="15138"/>
                  <a:pt x="4591" y="15259"/>
                  <a:pt x="4500" y="15381"/>
                </a:cubicBezTo>
                <a:lnTo>
                  <a:pt x="4530" y="15411"/>
                </a:lnTo>
                <a:cubicBezTo>
                  <a:pt x="4560" y="15503"/>
                  <a:pt x="4560" y="15563"/>
                  <a:pt x="4500" y="15594"/>
                </a:cubicBezTo>
                <a:cubicBezTo>
                  <a:pt x="4439" y="15655"/>
                  <a:pt x="4439" y="15715"/>
                  <a:pt x="4500" y="15746"/>
                </a:cubicBezTo>
                <a:cubicBezTo>
                  <a:pt x="4560" y="15776"/>
                  <a:pt x="4651" y="15806"/>
                  <a:pt x="4560" y="15898"/>
                </a:cubicBezTo>
                <a:lnTo>
                  <a:pt x="4408" y="16050"/>
                </a:lnTo>
                <a:cubicBezTo>
                  <a:pt x="4500" y="16110"/>
                  <a:pt x="4621" y="16171"/>
                  <a:pt x="4773" y="16171"/>
                </a:cubicBezTo>
                <a:cubicBezTo>
                  <a:pt x="4803" y="16171"/>
                  <a:pt x="4803" y="16110"/>
                  <a:pt x="4803" y="16019"/>
                </a:cubicBezTo>
                <a:lnTo>
                  <a:pt x="4955" y="16110"/>
                </a:lnTo>
                <a:lnTo>
                  <a:pt x="5077" y="16202"/>
                </a:lnTo>
                <a:cubicBezTo>
                  <a:pt x="5259" y="16202"/>
                  <a:pt x="5472" y="16141"/>
                  <a:pt x="5655" y="16050"/>
                </a:cubicBezTo>
                <a:lnTo>
                  <a:pt x="5807" y="15989"/>
                </a:lnTo>
                <a:lnTo>
                  <a:pt x="5807" y="15989"/>
                </a:lnTo>
                <a:cubicBezTo>
                  <a:pt x="5837" y="16019"/>
                  <a:pt x="5563" y="16354"/>
                  <a:pt x="5351" y="16354"/>
                </a:cubicBezTo>
                <a:cubicBezTo>
                  <a:pt x="5138" y="16354"/>
                  <a:pt x="5047" y="16414"/>
                  <a:pt x="5168" y="16506"/>
                </a:cubicBezTo>
                <a:lnTo>
                  <a:pt x="5047" y="16597"/>
                </a:lnTo>
                <a:cubicBezTo>
                  <a:pt x="4986" y="16658"/>
                  <a:pt x="4803" y="16658"/>
                  <a:pt x="4803" y="16810"/>
                </a:cubicBezTo>
                <a:lnTo>
                  <a:pt x="4803" y="16840"/>
                </a:lnTo>
                <a:cubicBezTo>
                  <a:pt x="4712" y="16810"/>
                  <a:pt x="4651" y="16749"/>
                  <a:pt x="4591" y="16658"/>
                </a:cubicBezTo>
                <a:cubicBezTo>
                  <a:pt x="4591" y="16658"/>
                  <a:pt x="4550" y="16644"/>
                  <a:pt x="4487" y="16644"/>
                </a:cubicBezTo>
                <a:cubicBezTo>
                  <a:pt x="4456" y="16644"/>
                  <a:pt x="4418" y="16647"/>
                  <a:pt x="4378" y="16658"/>
                </a:cubicBezTo>
                <a:lnTo>
                  <a:pt x="4287" y="16688"/>
                </a:lnTo>
                <a:cubicBezTo>
                  <a:pt x="4256" y="16688"/>
                  <a:pt x="4226" y="16718"/>
                  <a:pt x="4226" y="16749"/>
                </a:cubicBezTo>
                <a:cubicBezTo>
                  <a:pt x="4226" y="16779"/>
                  <a:pt x="4256" y="16840"/>
                  <a:pt x="4287" y="16840"/>
                </a:cubicBezTo>
                <a:cubicBezTo>
                  <a:pt x="4500" y="16870"/>
                  <a:pt x="4439" y="16962"/>
                  <a:pt x="4348" y="17022"/>
                </a:cubicBezTo>
                <a:lnTo>
                  <a:pt x="4287" y="17053"/>
                </a:lnTo>
                <a:cubicBezTo>
                  <a:pt x="4226" y="17083"/>
                  <a:pt x="4287" y="17205"/>
                  <a:pt x="4317" y="17235"/>
                </a:cubicBezTo>
                <a:cubicBezTo>
                  <a:pt x="4348" y="17235"/>
                  <a:pt x="4439" y="17174"/>
                  <a:pt x="4500" y="17053"/>
                </a:cubicBezTo>
                <a:lnTo>
                  <a:pt x="4651" y="17174"/>
                </a:lnTo>
                <a:lnTo>
                  <a:pt x="4712" y="17205"/>
                </a:lnTo>
                <a:cubicBezTo>
                  <a:pt x="4803" y="17296"/>
                  <a:pt x="4651" y="17569"/>
                  <a:pt x="4682" y="17630"/>
                </a:cubicBezTo>
                <a:cubicBezTo>
                  <a:pt x="4712" y="17721"/>
                  <a:pt x="4925" y="17721"/>
                  <a:pt x="4986" y="17721"/>
                </a:cubicBezTo>
                <a:cubicBezTo>
                  <a:pt x="5047" y="17706"/>
                  <a:pt x="5100" y="17699"/>
                  <a:pt x="5153" y="17699"/>
                </a:cubicBezTo>
                <a:cubicBezTo>
                  <a:pt x="5206" y="17699"/>
                  <a:pt x="5259" y="17706"/>
                  <a:pt x="5320" y="17721"/>
                </a:cubicBezTo>
                <a:cubicBezTo>
                  <a:pt x="5326" y="17724"/>
                  <a:pt x="5331" y="17725"/>
                  <a:pt x="5336" y="17725"/>
                </a:cubicBezTo>
                <a:cubicBezTo>
                  <a:pt x="5391" y="17725"/>
                  <a:pt x="5442" y="17592"/>
                  <a:pt x="5442" y="17509"/>
                </a:cubicBezTo>
                <a:cubicBezTo>
                  <a:pt x="5442" y="17499"/>
                  <a:pt x="5449" y="17495"/>
                  <a:pt x="5462" y="17495"/>
                </a:cubicBezTo>
                <a:cubicBezTo>
                  <a:pt x="5529" y="17495"/>
                  <a:pt x="5736" y="17614"/>
                  <a:pt x="5685" y="17691"/>
                </a:cubicBezTo>
                <a:cubicBezTo>
                  <a:pt x="5655" y="17782"/>
                  <a:pt x="5807" y="17782"/>
                  <a:pt x="5898" y="17782"/>
                </a:cubicBezTo>
                <a:cubicBezTo>
                  <a:pt x="5959" y="17721"/>
                  <a:pt x="5989" y="17661"/>
                  <a:pt x="5959" y="17569"/>
                </a:cubicBezTo>
                <a:cubicBezTo>
                  <a:pt x="5928" y="17539"/>
                  <a:pt x="6232" y="17509"/>
                  <a:pt x="6323" y="17478"/>
                </a:cubicBezTo>
                <a:cubicBezTo>
                  <a:pt x="6414" y="17478"/>
                  <a:pt x="6475" y="17357"/>
                  <a:pt x="6475" y="17296"/>
                </a:cubicBezTo>
                <a:cubicBezTo>
                  <a:pt x="6475" y="17294"/>
                  <a:pt x="6477" y="17292"/>
                  <a:pt x="6479" y="17292"/>
                </a:cubicBezTo>
                <a:cubicBezTo>
                  <a:pt x="6511" y="17292"/>
                  <a:pt x="6718" y="17450"/>
                  <a:pt x="6718" y="17478"/>
                </a:cubicBezTo>
                <a:cubicBezTo>
                  <a:pt x="6749" y="17539"/>
                  <a:pt x="6597" y="17569"/>
                  <a:pt x="6536" y="17600"/>
                </a:cubicBezTo>
                <a:cubicBezTo>
                  <a:pt x="6445" y="17600"/>
                  <a:pt x="6688" y="17752"/>
                  <a:pt x="6749" y="17782"/>
                </a:cubicBezTo>
                <a:cubicBezTo>
                  <a:pt x="6761" y="17786"/>
                  <a:pt x="6774" y="17788"/>
                  <a:pt x="6789" y="17788"/>
                </a:cubicBezTo>
                <a:cubicBezTo>
                  <a:pt x="6888" y="17788"/>
                  <a:pt x="7046" y="17705"/>
                  <a:pt x="7205" y="17600"/>
                </a:cubicBezTo>
                <a:lnTo>
                  <a:pt x="7418" y="17752"/>
                </a:lnTo>
                <a:lnTo>
                  <a:pt x="7448" y="17782"/>
                </a:lnTo>
                <a:cubicBezTo>
                  <a:pt x="7569" y="17752"/>
                  <a:pt x="7448" y="17630"/>
                  <a:pt x="7387" y="17569"/>
                </a:cubicBezTo>
                <a:cubicBezTo>
                  <a:pt x="7326" y="17539"/>
                  <a:pt x="7539" y="17509"/>
                  <a:pt x="7630" y="17509"/>
                </a:cubicBezTo>
                <a:cubicBezTo>
                  <a:pt x="7721" y="17509"/>
                  <a:pt x="7813" y="17691"/>
                  <a:pt x="7813" y="17752"/>
                </a:cubicBezTo>
                <a:cubicBezTo>
                  <a:pt x="7813" y="17769"/>
                  <a:pt x="7820" y="17776"/>
                  <a:pt x="7832" y="17776"/>
                </a:cubicBezTo>
                <a:cubicBezTo>
                  <a:pt x="7864" y="17776"/>
                  <a:pt x="7929" y="17726"/>
                  <a:pt x="7995" y="17661"/>
                </a:cubicBezTo>
                <a:lnTo>
                  <a:pt x="8086" y="17600"/>
                </a:lnTo>
                <a:lnTo>
                  <a:pt x="8117" y="17569"/>
                </a:lnTo>
                <a:cubicBezTo>
                  <a:pt x="8208" y="17569"/>
                  <a:pt x="8269" y="17661"/>
                  <a:pt x="8269" y="17752"/>
                </a:cubicBezTo>
                <a:cubicBezTo>
                  <a:pt x="8238" y="17782"/>
                  <a:pt x="8360" y="17782"/>
                  <a:pt x="8542" y="17782"/>
                </a:cubicBezTo>
                <a:lnTo>
                  <a:pt x="8664" y="17904"/>
                </a:lnTo>
                <a:lnTo>
                  <a:pt x="8725" y="17965"/>
                </a:lnTo>
                <a:cubicBezTo>
                  <a:pt x="8785" y="17873"/>
                  <a:pt x="8876" y="17691"/>
                  <a:pt x="8937" y="17691"/>
                </a:cubicBezTo>
                <a:cubicBezTo>
                  <a:pt x="8962" y="17683"/>
                  <a:pt x="8986" y="17679"/>
                  <a:pt x="9011" y="17679"/>
                </a:cubicBezTo>
                <a:cubicBezTo>
                  <a:pt x="9077" y="17679"/>
                  <a:pt x="9144" y="17707"/>
                  <a:pt x="9211" y="17752"/>
                </a:cubicBezTo>
                <a:lnTo>
                  <a:pt x="9302" y="17661"/>
                </a:lnTo>
                <a:lnTo>
                  <a:pt x="9363" y="17630"/>
                </a:lnTo>
                <a:cubicBezTo>
                  <a:pt x="9374" y="17633"/>
                  <a:pt x="9384" y="17634"/>
                  <a:pt x="9393" y="17634"/>
                </a:cubicBezTo>
                <a:cubicBezTo>
                  <a:pt x="9484" y="17634"/>
                  <a:pt x="9482" y="17503"/>
                  <a:pt x="9454" y="17448"/>
                </a:cubicBezTo>
                <a:cubicBezTo>
                  <a:pt x="9424" y="17387"/>
                  <a:pt x="9515" y="17357"/>
                  <a:pt x="9636" y="17357"/>
                </a:cubicBezTo>
                <a:lnTo>
                  <a:pt x="9728" y="17326"/>
                </a:lnTo>
                <a:lnTo>
                  <a:pt x="9819" y="17296"/>
                </a:lnTo>
                <a:cubicBezTo>
                  <a:pt x="9836" y="17284"/>
                  <a:pt x="9852" y="17279"/>
                  <a:pt x="9867" y="17279"/>
                </a:cubicBezTo>
                <a:cubicBezTo>
                  <a:pt x="9930" y="17279"/>
                  <a:pt x="9965" y="17368"/>
                  <a:pt x="9940" y="17417"/>
                </a:cubicBezTo>
                <a:cubicBezTo>
                  <a:pt x="9940" y="17478"/>
                  <a:pt x="9788" y="17509"/>
                  <a:pt x="9728" y="17509"/>
                </a:cubicBezTo>
                <a:cubicBezTo>
                  <a:pt x="9667" y="17509"/>
                  <a:pt x="9819" y="17752"/>
                  <a:pt x="9880" y="17813"/>
                </a:cubicBezTo>
                <a:cubicBezTo>
                  <a:pt x="9904" y="17849"/>
                  <a:pt x="9937" y="17866"/>
                  <a:pt x="9972" y="17866"/>
                </a:cubicBezTo>
                <a:cubicBezTo>
                  <a:pt x="10027" y="17866"/>
                  <a:pt x="10086" y="17825"/>
                  <a:pt x="10123" y="17752"/>
                </a:cubicBezTo>
                <a:lnTo>
                  <a:pt x="10366" y="17752"/>
                </a:lnTo>
                <a:cubicBezTo>
                  <a:pt x="10427" y="17752"/>
                  <a:pt x="10548" y="17721"/>
                  <a:pt x="10548" y="17721"/>
                </a:cubicBezTo>
                <a:cubicBezTo>
                  <a:pt x="10571" y="17692"/>
                  <a:pt x="10595" y="17682"/>
                  <a:pt x="10619" y="17682"/>
                </a:cubicBezTo>
                <a:cubicBezTo>
                  <a:pt x="10666" y="17682"/>
                  <a:pt x="10715" y="17718"/>
                  <a:pt x="10756" y="17718"/>
                </a:cubicBezTo>
                <a:cubicBezTo>
                  <a:pt x="10782" y="17718"/>
                  <a:pt x="10804" y="17704"/>
                  <a:pt x="10822" y="17661"/>
                </a:cubicBezTo>
                <a:lnTo>
                  <a:pt x="10852" y="17630"/>
                </a:lnTo>
                <a:cubicBezTo>
                  <a:pt x="10897" y="17621"/>
                  <a:pt x="10939" y="17618"/>
                  <a:pt x="10979" y="17618"/>
                </a:cubicBezTo>
                <a:cubicBezTo>
                  <a:pt x="11078" y="17618"/>
                  <a:pt x="11170" y="17639"/>
                  <a:pt x="11278" y="17661"/>
                </a:cubicBezTo>
                <a:lnTo>
                  <a:pt x="11399" y="17661"/>
                </a:lnTo>
                <a:cubicBezTo>
                  <a:pt x="11478" y="17661"/>
                  <a:pt x="11600" y="17594"/>
                  <a:pt x="11653" y="17594"/>
                </a:cubicBezTo>
                <a:cubicBezTo>
                  <a:pt x="11662" y="17594"/>
                  <a:pt x="11669" y="17595"/>
                  <a:pt x="11673" y="17600"/>
                </a:cubicBezTo>
                <a:cubicBezTo>
                  <a:pt x="11727" y="17645"/>
                  <a:pt x="11770" y="17660"/>
                  <a:pt x="11807" y="17660"/>
                </a:cubicBezTo>
                <a:cubicBezTo>
                  <a:pt x="11896" y="17660"/>
                  <a:pt x="11952" y="17569"/>
                  <a:pt x="12038" y="17569"/>
                </a:cubicBezTo>
                <a:cubicBezTo>
                  <a:pt x="12133" y="17569"/>
                  <a:pt x="12210" y="17588"/>
                  <a:pt x="12298" y="17626"/>
                </a:cubicBezTo>
                <a:lnTo>
                  <a:pt x="12298" y="17626"/>
                </a:lnTo>
                <a:cubicBezTo>
                  <a:pt x="12243" y="17628"/>
                  <a:pt x="12186" y="17638"/>
                  <a:pt x="12129" y="17661"/>
                </a:cubicBezTo>
                <a:cubicBezTo>
                  <a:pt x="11977" y="17752"/>
                  <a:pt x="11794" y="17813"/>
                  <a:pt x="11643" y="17843"/>
                </a:cubicBezTo>
                <a:lnTo>
                  <a:pt x="11187" y="17843"/>
                </a:lnTo>
                <a:lnTo>
                  <a:pt x="11217" y="18025"/>
                </a:lnTo>
                <a:cubicBezTo>
                  <a:pt x="11217" y="18086"/>
                  <a:pt x="10974" y="18329"/>
                  <a:pt x="10913" y="18329"/>
                </a:cubicBezTo>
                <a:lnTo>
                  <a:pt x="10883" y="18329"/>
                </a:lnTo>
                <a:cubicBezTo>
                  <a:pt x="10883" y="18208"/>
                  <a:pt x="10883" y="18086"/>
                  <a:pt x="10943" y="17965"/>
                </a:cubicBezTo>
                <a:cubicBezTo>
                  <a:pt x="10974" y="17904"/>
                  <a:pt x="10639" y="17873"/>
                  <a:pt x="10518" y="17873"/>
                </a:cubicBezTo>
                <a:cubicBezTo>
                  <a:pt x="10366" y="17873"/>
                  <a:pt x="10427" y="17934"/>
                  <a:pt x="10457" y="17934"/>
                </a:cubicBezTo>
                <a:cubicBezTo>
                  <a:pt x="10305" y="17995"/>
                  <a:pt x="10123" y="18025"/>
                  <a:pt x="9940" y="18056"/>
                </a:cubicBezTo>
                <a:cubicBezTo>
                  <a:pt x="9919" y="18060"/>
                  <a:pt x="9900" y="18062"/>
                  <a:pt x="9884" y="18062"/>
                </a:cubicBezTo>
                <a:cubicBezTo>
                  <a:pt x="9781" y="18062"/>
                  <a:pt x="9762" y="17991"/>
                  <a:pt x="9788" y="17965"/>
                </a:cubicBezTo>
                <a:cubicBezTo>
                  <a:pt x="9788" y="17965"/>
                  <a:pt x="9758" y="17934"/>
                  <a:pt x="9636" y="17934"/>
                </a:cubicBezTo>
                <a:lnTo>
                  <a:pt x="9606" y="17934"/>
                </a:lnTo>
                <a:lnTo>
                  <a:pt x="9515" y="18025"/>
                </a:lnTo>
                <a:cubicBezTo>
                  <a:pt x="9484" y="18056"/>
                  <a:pt x="9424" y="18117"/>
                  <a:pt x="9393" y="18208"/>
                </a:cubicBezTo>
                <a:cubicBezTo>
                  <a:pt x="9393" y="18360"/>
                  <a:pt x="9211" y="18360"/>
                  <a:pt x="9120" y="18421"/>
                </a:cubicBezTo>
                <a:cubicBezTo>
                  <a:pt x="8998" y="18512"/>
                  <a:pt x="9150" y="18664"/>
                  <a:pt x="8998" y="18755"/>
                </a:cubicBezTo>
                <a:lnTo>
                  <a:pt x="8937" y="18785"/>
                </a:lnTo>
                <a:cubicBezTo>
                  <a:pt x="8876" y="18785"/>
                  <a:pt x="8816" y="18785"/>
                  <a:pt x="8785" y="18724"/>
                </a:cubicBezTo>
                <a:cubicBezTo>
                  <a:pt x="8816" y="18603"/>
                  <a:pt x="8876" y="18512"/>
                  <a:pt x="8968" y="18421"/>
                </a:cubicBezTo>
                <a:cubicBezTo>
                  <a:pt x="9059" y="18360"/>
                  <a:pt x="9150" y="18269"/>
                  <a:pt x="9272" y="18208"/>
                </a:cubicBezTo>
                <a:cubicBezTo>
                  <a:pt x="9332" y="18177"/>
                  <a:pt x="9302" y="18025"/>
                  <a:pt x="9272" y="17995"/>
                </a:cubicBezTo>
                <a:cubicBezTo>
                  <a:pt x="9262" y="17976"/>
                  <a:pt x="9247" y="17969"/>
                  <a:pt x="9230" y="17969"/>
                </a:cubicBezTo>
                <a:cubicBezTo>
                  <a:pt x="9193" y="17969"/>
                  <a:pt x="9150" y="18004"/>
                  <a:pt x="9150" y="18025"/>
                </a:cubicBezTo>
                <a:cubicBezTo>
                  <a:pt x="9086" y="18047"/>
                  <a:pt x="9021" y="18068"/>
                  <a:pt x="8957" y="18068"/>
                </a:cubicBezTo>
                <a:cubicBezTo>
                  <a:pt x="8930" y="18068"/>
                  <a:pt x="8903" y="18065"/>
                  <a:pt x="8876" y="18056"/>
                </a:cubicBezTo>
                <a:lnTo>
                  <a:pt x="8816" y="18086"/>
                </a:lnTo>
                <a:cubicBezTo>
                  <a:pt x="8737" y="18145"/>
                  <a:pt x="8646" y="18179"/>
                  <a:pt x="8550" y="18179"/>
                </a:cubicBezTo>
                <a:cubicBezTo>
                  <a:pt x="8498" y="18179"/>
                  <a:pt x="8444" y="18168"/>
                  <a:pt x="8390" y="18147"/>
                </a:cubicBezTo>
                <a:lnTo>
                  <a:pt x="8056" y="17965"/>
                </a:lnTo>
                <a:cubicBezTo>
                  <a:pt x="7905" y="18065"/>
                  <a:pt x="7733" y="18124"/>
                  <a:pt x="7557" y="18124"/>
                </a:cubicBezTo>
                <a:cubicBezTo>
                  <a:pt x="7521" y="18124"/>
                  <a:pt x="7484" y="18122"/>
                  <a:pt x="7448" y="18117"/>
                </a:cubicBezTo>
                <a:cubicBezTo>
                  <a:pt x="7442" y="18114"/>
                  <a:pt x="7435" y="18112"/>
                  <a:pt x="7427" y="18112"/>
                </a:cubicBezTo>
                <a:cubicBezTo>
                  <a:pt x="7364" y="18112"/>
                  <a:pt x="7233" y="18192"/>
                  <a:pt x="7156" y="18192"/>
                </a:cubicBezTo>
                <a:cubicBezTo>
                  <a:pt x="7139" y="18192"/>
                  <a:pt x="7124" y="18188"/>
                  <a:pt x="7114" y="18177"/>
                </a:cubicBezTo>
                <a:cubicBezTo>
                  <a:pt x="7100" y="18168"/>
                  <a:pt x="7083" y="18164"/>
                  <a:pt x="7062" y="18164"/>
                </a:cubicBezTo>
                <a:cubicBezTo>
                  <a:pt x="6948" y="18164"/>
                  <a:pt x="6738" y="18301"/>
                  <a:pt x="6506" y="18481"/>
                </a:cubicBezTo>
                <a:lnTo>
                  <a:pt x="6171" y="18238"/>
                </a:lnTo>
                <a:cubicBezTo>
                  <a:pt x="6141" y="18238"/>
                  <a:pt x="6110" y="18269"/>
                  <a:pt x="6080" y="18269"/>
                </a:cubicBezTo>
                <a:lnTo>
                  <a:pt x="6019" y="18299"/>
                </a:lnTo>
                <a:lnTo>
                  <a:pt x="5594" y="18360"/>
                </a:lnTo>
                <a:lnTo>
                  <a:pt x="5472" y="18329"/>
                </a:lnTo>
                <a:lnTo>
                  <a:pt x="5351" y="18329"/>
                </a:lnTo>
                <a:cubicBezTo>
                  <a:pt x="5259" y="18390"/>
                  <a:pt x="5199" y="18451"/>
                  <a:pt x="5107" y="18481"/>
                </a:cubicBezTo>
                <a:cubicBezTo>
                  <a:pt x="4986" y="18451"/>
                  <a:pt x="4834" y="18421"/>
                  <a:pt x="4712" y="18390"/>
                </a:cubicBezTo>
                <a:cubicBezTo>
                  <a:pt x="4591" y="18421"/>
                  <a:pt x="4560" y="18451"/>
                  <a:pt x="4591" y="18512"/>
                </a:cubicBezTo>
                <a:lnTo>
                  <a:pt x="4621" y="18512"/>
                </a:lnTo>
                <a:cubicBezTo>
                  <a:pt x="4682" y="18603"/>
                  <a:pt x="4682" y="18664"/>
                  <a:pt x="4560" y="18664"/>
                </a:cubicBezTo>
                <a:cubicBezTo>
                  <a:pt x="4530" y="18664"/>
                  <a:pt x="4469" y="18633"/>
                  <a:pt x="4469" y="18572"/>
                </a:cubicBezTo>
                <a:lnTo>
                  <a:pt x="4439" y="18542"/>
                </a:lnTo>
                <a:cubicBezTo>
                  <a:pt x="4439" y="18497"/>
                  <a:pt x="4426" y="18477"/>
                  <a:pt x="4403" y="18477"/>
                </a:cubicBezTo>
                <a:cubicBezTo>
                  <a:pt x="4364" y="18477"/>
                  <a:pt x="4292" y="18537"/>
                  <a:pt x="4196" y="18633"/>
                </a:cubicBezTo>
                <a:lnTo>
                  <a:pt x="4044" y="18664"/>
                </a:lnTo>
                <a:lnTo>
                  <a:pt x="3861" y="18724"/>
                </a:lnTo>
                <a:cubicBezTo>
                  <a:pt x="3770" y="18664"/>
                  <a:pt x="3618" y="18633"/>
                  <a:pt x="3496" y="18633"/>
                </a:cubicBezTo>
                <a:lnTo>
                  <a:pt x="3436" y="18633"/>
                </a:lnTo>
                <a:cubicBezTo>
                  <a:pt x="3363" y="18633"/>
                  <a:pt x="3290" y="18672"/>
                  <a:pt x="3248" y="18672"/>
                </a:cubicBezTo>
                <a:cubicBezTo>
                  <a:pt x="3237" y="18672"/>
                  <a:pt x="3229" y="18670"/>
                  <a:pt x="3223" y="18664"/>
                </a:cubicBezTo>
                <a:lnTo>
                  <a:pt x="2980" y="18512"/>
                </a:lnTo>
                <a:cubicBezTo>
                  <a:pt x="2919" y="18633"/>
                  <a:pt x="2858" y="18724"/>
                  <a:pt x="2828" y="18846"/>
                </a:cubicBezTo>
                <a:lnTo>
                  <a:pt x="2828" y="18907"/>
                </a:lnTo>
                <a:lnTo>
                  <a:pt x="2858" y="18937"/>
                </a:lnTo>
                <a:cubicBezTo>
                  <a:pt x="2889" y="18998"/>
                  <a:pt x="2645" y="19120"/>
                  <a:pt x="2524" y="19150"/>
                </a:cubicBezTo>
                <a:cubicBezTo>
                  <a:pt x="2433" y="19150"/>
                  <a:pt x="2585" y="18907"/>
                  <a:pt x="2554" y="18846"/>
                </a:cubicBezTo>
                <a:cubicBezTo>
                  <a:pt x="2554" y="18816"/>
                  <a:pt x="2341" y="18816"/>
                  <a:pt x="2281" y="18816"/>
                </a:cubicBezTo>
                <a:lnTo>
                  <a:pt x="1916" y="18876"/>
                </a:lnTo>
                <a:lnTo>
                  <a:pt x="1794" y="18846"/>
                </a:lnTo>
                <a:lnTo>
                  <a:pt x="1703" y="18816"/>
                </a:lnTo>
                <a:cubicBezTo>
                  <a:pt x="1551" y="18876"/>
                  <a:pt x="1308" y="19028"/>
                  <a:pt x="1247" y="19028"/>
                </a:cubicBezTo>
                <a:cubicBezTo>
                  <a:pt x="1065" y="19059"/>
                  <a:pt x="882" y="19150"/>
                  <a:pt x="730" y="19241"/>
                </a:cubicBezTo>
                <a:cubicBezTo>
                  <a:pt x="670" y="19272"/>
                  <a:pt x="601" y="19287"/>
                  <a:pt x="533" y="19287"/>
                </a:cubicBezTo>
                <a:cubicBezTo>
                  <a:pt x="464" y="19287"/>
                  <a:pt x="396" y="19272"/>
                  <a:pt x="335" y="19241"/>
                </a:cubicBezTo>
                <a:cubicBezTo>
                  <a:pt x="305" y="19180"/>
                  <a:pt x="244" y="19120"/>
                  <a:pt x="214" y="19059"/>
                </a:cubicBezTo>
                <a:cubicBezTo>
                  <a:pt x="214" y="19023"/>
                  <a:pt x="195" y="19006"/>
                  <a:pt x="166" y="19006"/>
                </a:cubicBezTo>
                <a:cubicBezTo>
                  <a:pt x="123" y="19006"/>
                  <a:pt x="56" y="19046"/>
                  <a:pt x="1" y="19120"/>
                </a:cubicBezTo>
                <a:lnTo>
                  <a:pt x="183" y="19272"/>
                </a:lnTo>
                <a:cubicBezTo>
                  <a:pt x="214" y="19302"/>
                  <a:pt x="183" y="19424"/>
                  <a:pt x="183" y="19424"/>
                </a:cubicBezTo>
                <a:lnTo>
                  <a:pt x="92" y="19424"/>
                </a:lnTo>
                <a:lnTo>
                  <a:pt x="62" y="19454"/>
                </a:lnTo>
                <a:cubicBezTo>
                  <a:pt x="31" y="19484"/>
                  <a:pt x="153" y="19697"/>
                  <a:pt x="123" y="19758"/>
                </a:cubicBezTo>
                <a:cubicBezTo>
                  <a:pt x="62" y="19910"/>
                  <a:pt x="62" y="20092"/>
                  <a:pt x="123" y="20244"/>
                </a:cubicBezTo>
                <a:cubicBezTo>
                  <a:pt x="123" y="20335"/>
                  <a:pt x="366" y="20396"/>
                  <a:pt x="487" y="20427"/>
                </a:cubicBezTo>
                <a:cubicBezTo>
                  <a:pt x="609" y="20427"/>
                  <a:pt x="670" y="20548"/>
                  <a:pt x="609" y="20639"/>
                </a:cubicBezTo>
                <a:cubicBezTo>
                  <a:pt x="578" y="20700"/>
                  <a:pt x="639" y="20761"/>
                  <a:pt x="670" y="20761"/>
                </a:cubicBezTo>
                <a:cubicBezTo>
                  <a:pt x="730" y="20791"/>
                  <a:pt x="426" y="20943"/>
                  <a:pt x="396" y="21035"/>
                </a:cubicBezTo>
                <a:cubicBezTo>
                  <a:pt x="366" y="21126"/>
                  <a:pt x="335" y="21217"/>
                  <a:pt x="335" y="21308"/>
                </a:cubicBezTo>
                <a:lnTo>
                  <a:pt x="366" y="21338"/>
                </a:lnTo>
                <a:cubicBezTo>
                  <a:pt x="396" y="21369"/>
                  <a:pt x="426" y="21399"/>
                  <a:pt x="457" y="21430"/>
                </a:cubicBezTo>
                <a:lnTo>
                  <a:pt x="518" y="21430"/>
                </a:lnTo>
                <a:cubicBezTo>
                  <a:pt x="520" y="21432"/>
                  <a:pt x="522" y="21433"/>
                  <a:pt x="525" y="21433"/>
                </a:cubicBezTo>
                <a:cubicBezTo>
                  <a:pt x="564" y="21433"/>
                  <a:pt x="672" y="21241"/>
                  <a:pt x="700" y="21156"/>
                </a:cubicBezTo>
                <a:cubicBezTo>
                  <a:pt x="730" y="21065"/>
                  <a:pt x="791" y="21004"/>
                  <a:pt x="791" y="21004"/>
                </a:cubicBezTo>
                <a:lnTo>
                  <a:pt x="791" y="21004"/>
                </a:lnTo>
                <a:cubicBezTo>
                  <a:pt x="791" y="21156"/>
                  <a:pt x="791" y="21278"/>
                  <a:pt x="761" y="21399"/>
                </a:cubicBezTo>
                <a:cubicBezTo>
                  <a:pt x="755" y="21421"/>
                  <a:pt x="762" y="21430"/>
                  <a:pt x="776" y="21430"/>
                </a:cubicBezTo>
                <a:cubicBezTo>
                  <a:pt x="845" y="21430"/>
                  <a:pt x="1097" y="21236"/>
                  <a:pt x="1247" y="21187"/>
                </a:cubicBezTo>
                <a:cubicBezTo>
                  <a:pt x="1276" y="21181"/>
                  <a:pt x="1299" y="21178"/>
                  <a:pt x="1316" y="21178"/>
                </a:cubicBezTo>
                <a:cubicBezTo>
                  <a:pt x="1388" y="21178"/>
                  <a:pt x="1363" y="21223"/>
                  <a:pt x="1338" y="21247"/>
                </a:cubicBezTo>
                <a:cubicBezTo>
                  <a:pt x="1338" y="21308"/>
                  <a:pt x="1156" y="21278"/>
                  <a:pt x="1126" y="21338"/>
                </a:cubicBezTo>
                <a:cubicBezTo>
                  <a:pt x="1098" y="21367"/>
                  <a:pt x="1381" y="21524"/>
                  <a:pt x="1544" y="21524"/>
                </a:cubicBezTo>
                <a:cubicBezTo>
                  <a:pt x="1557" y="21524"/>
                  <a:pt x="1570" y="21523"/>
                  <a:pt x="1582" y="21521"/>
                </a:cubicBezTo>
                <a:cubicBezTo>
                  <a:pt x="1734" y="21521"/>
                  <a:pt x="1764" y="21490"/>
                  <a:pt x="1612" y="21460"/>
                </a:cubicBezTo>
                <a:lnTo>
                  <a:pt x="1642" y="21308"/>
                </a:lnTo>
                <a:lnTo>
                  <a:pt x="1673" y="21187"/>
                </a:lnTo>
                <a:cubicBezTo>
                  <a:pt x="1612" y="21065"/>
                  <a:pt x="1551" y="20943"/>
                  <a:pt x="1551" y="20822"/>
                </a:cubicBezTo>
                <a:cubicBezTo>
                  <a:pt x="1551" y="20810"/>
                  <a:pt x="1557" y="20805"/>
                  <a:pt x="1566" y="20805"/>
                </a:cubicBezTo>
                <a:cubicBezTo>
                  <a:pt x="1606" y="20805"/>
                  <a:pt x="1709" y="20888"/>
                  <a:pt x="1734" y="20913"/>
                </a:cubicBezTo>
                <a:cubicBezTo>
                  <a:pt x="1743" y="20932"/>
                  <a:pt x="1758" y="20939"/>
                  <a:pt x="1776" y="20939"/>
                </a:cubicBezTo>
                <a:cubicBezTo>
                  <a:pt x="1815" y="20939"/>
                  <a:pt x="1865" y="20904"/>
                  <a:pt x="1885" y="20883"/>
                </a:cubicBezTo>
                <a:cubicBezTo>
                  <a:pt x="1891" y="20871"/>
                  <a:pt x="1897" y="20866"/>
                  <a:pt x="1903" y="20866"/>
                </a:cubicBezTo>
                <a:cubicBezTo>
                  <a:pt x="1927" y="20866"/>
                  <a:pt x="1952" y="20955"/>
                  <a:pt x="1977" y="21004"/>
                </a:cubicBezTo>
                <a:cubicBezTo>
                  <a:pt x="1977" y="21024"/>
                  <a:pt x="1994" y="21031"/>
                  <a:pt x="2018" y="21031"/>
                </a:cubicBezTo>
                <a:cubicBezTo>
                  <a:pt x="2068" y="21031"/>
                  <a:pt x="2149" y="21004"/>
                  <a:pt x="2189" y="21004"/>
                </a:cubicBezTo>
                <a:cubicBezTo>
                  <a:pt x="2250" y="21004"/>
                  <a:pt x="2250" y="20731"/>
                  <a:pt x="2220" y="20609"/>
                </a:cubicBezTo>
                <a:cubicBezTo>
                  <a:pt x="2189" y="20518"/>
                  <a:pt x="2402" y="20427"/>
                  <a:pt x="2463" y="20427"/>
                </a:cubicBezTo>
                <a:cubicBezTo>
                  <a:pt x="2554" y="20427"/>
                  <a:pt x="2645" y="20457"/>
                  <a:pt x="2645" y="20487"/>
                </a:cubicBezTo>
                <a:cubicBezTo>
                  <a:pt x="2645" y="20487"/>
                  <a:pt x="2524" y="20518"/>
                  <a:pt x="2493" y="20518"/>
                </a:cubicBezTo>
                <a:cubicBezTo>
                  <a:pt x="2463" y="20518"/>
                  <a:pt x="2433" y="20670"/>
                  <a:pt x="2463" y="20731"/>
                </a:cubicBezTo>
                <a:cubicBezTo>
                  <a:pt x="2463" y="20761"/>
                  <a:pt x="2372" y="20943"/>
                  <a:pt x="2433" y="20974"/>
                </a:cubicBezTo>
                <a:cubicBezTo>
                  <a:pt x="2463" y="20989"/>
                  <a:pt x="2493" y="20997"/>
                  <a:pt x="2524" y="20997"/>
                </a:cubicBezTo>
                <a:cubicBezTo>
                  <a:pt x="2554" y="20997"/>
                  <a:pt x="2585" y="20989"/>
                  <a:pt x="2615" y="20974"/>
                </a:cubicBezTo>
                <a:lnTo>
                  <a:pt x="2615" y="20943"/>
                </a:lnTo>
                <a:lnTo>
                  <a:pt x="2645" y="20852"/>
                </a:lnTo>
                <a:cubicBezTo>
                  <a:pt x="2659" y="20810"/>
                  <a:pt x="2687" y="20787"/>
                  <a:pt x="2718" y="20787"/>
                </a:cubicBezTo>
                <a:cubicBezTo>
                  <a:pt x="2754" y="20787"/>
                  <a:pt x="2795" y="20817"/>
                  <a:pt x="2828" y="20883"/>
                </a:cubicBezTo>
                <a:lnTo>
                  <a:pt x="3010" y="20791"/>
                </a:lnTo>
                <a:lnTo>
                  <a:pt x="3041" y="20761"/>
                </a:lnTo>
                <a:cubicBezTo>
                  <a:pt x="3049" y="20752"/>
                  <a:pt x="3059" y="20749"/>
                  <a:pt x="3069" y="20749"/>
                </a:cubicBezTo>
                <a:cubicBezTo>
                  <a:pt x="3134" y="20749"/>
                  <a:pt x="3231" y="20891"/>
                  <a:pt x="3284" y="20943"/>
                </a:cubicBezTo>
                <a:cubicBezTo>
                  <a:pt x="3297" y="20950"/>
                  <a:pt x="3312" y="20952"/>
                  <a:pt x="3329" y="20952"/>
                </a:cubicBezTo>
                <a:cubicBezTo>
                  <a:pt x="3375" y="20952"/>
                  <a:pt x="3431" y="20935"/>
                  <a:pt x="3466" y="20935"/>
                </a:cubicBezTo>
                <a:cubicBezTo>
                  <a:pt x="3480" y="20935"/>
                  <a:pt x="3490" y="20937"/>
                  <a:pt x="3496" y="20943"/>
                </a:cubicBezTo>
                <a:cubicBezTo>
                  <a:pt x="3524" y="20943"/>
                  <a:pt x="3652" y="21195"/>
                  <a:pt x="3744" y="21195"/>
                </a:cubicBezTo>
                <a:cubicBezTo>
                  <a:pt x="3753" y="21195"/>
                  <a:pt x="3762" y="21192"/>
                  <a:pt x="3770" y="21187"/>
                </a:cubicBezTo>
                <a:cubicBezTo>
                  <a:pt x="3800" y="21126"/>
                  <a:pt x="3861" y="21095"/>
                  <a:pt x="3922" y="21095"/>
                </a:cubicBezTo>
                <a:cubicBezTo>
                  <a:pt x="3952" y="21095"/>
                  <a:pt x="3983" y="21035"/>
                  <a:pt x="4013" y="21004"/>
                </a:cubicBezTo>
                <a:lnTo>
                  <a:pt x="4013" y="20791"/>
                </a:lnTo>
                <a:cubicBezTo>
                  <a:pt x="4135" y="20791"/>
                  <a:pt x="4287" y="20791"/>
                  <a:pt x="4439" y="20822"/>
                </a:cubicBezTo>
                <a:lnTo>
                  <a:pt x="4439" y="20700"/>
                </a:lnTo>
                <a:cubicBezTo>
                  <a:pt x="4408" y="20639"/>
                  <a:pt x="4439" y="20609"/>
                  <a:pt x="4560" y="20579"/>
                </a:cubicBezTo>
                <a:cubicBezTo>
                  <a:pt x="4682" y="20579"/>
                  <a:pt x="4560" y="20518"/>
                  <a:pt x="4560" y="20487"/>
                </a:cubicBezTo>
                <a:lnTo>
                  <a:pt x="4560" y="20427"/>
                </a:lnTo>
                <a:cubicBezTo>
                  <a:pt x="4560" y="20423"/>
                  <a:pt x="4567" y="20421"/>
                  <a:pt x="4579" y="20421"/>
                </a:cubicBezTo>
                <a:cubicBezTo>
                  <a:pt x="4658" y="20421"/>
                  <a:pt x="4963" y="20503"/>
                  <a:pt x="5016" y="20609"/>
                </a:cubicBezTo>
                <a:cubicBezTo>
                  <a:pt x="5047" y="20731"/>
                  <a:pt x="5047" y="20852"/>
                  <a:pt x="5047" y="20974"/>
                </a:cubicBezTo>
                <a:cubicBezTo>
                  <a:pt x="5056" y="20983"/>
                  <a:pt x="5075" y="20986"/>
                  <a:pt x="5103" y="20986"/>
                </a:cubicBezTo>
                <a:cubicBezTo>
                  <a:pt x="5171" y="20986"/>
                  <a:pt x="5291" y="20965"/>
                  <a:pt x="5442" y="20943"/>
                </a:cubicBezTo>
                <a:lnTo>
                  <a:pt x="5594" y="20883"/>
                </a:lnTo>
                <a:cubicBezTo>
                  <a:pt x="5624" y="20852"/>
                  <a:pt x="5655" y="20761"/>
                  <a:pt x="5685" y="20761"/>
                </a:cubicBezTo>
                <a:cubicBezTo>
                  <a:pt x="5807" y="20761"/>
                  <a:pt x="5807" y="20791"/>
                  <a:pt x="5807" y="20913"/>
                </a:cubicBezTo>
                <a:cubicBezTo>
                  <a:pt x="5807" y="21004"/>
                  <a:pt x="5867" y="21004"/>
                  <a:pt x="5959" y="21004"/>
                </a:cubicBezTo>
                <a:cubicBezTo>
                  <a:pt x="6050" y="21004"/>
                  <a:pt x="6110" y="21004"/>
                  <a:pt x="6110" y="20913"/>
                </a:cubicBezTo>
                <a:lnTo>
                  <a:pt x="6110" y="20822"/>
                </a:lnTo>
                <a:cubicBezTo>
                  <a:pt x="6141" y="20776"/>
                  <a:pt x="6209" y="20761"/>
                  <a:pt x="6278" y="20761"/>
                </a:cubicBezTo>
                <a:cubicBezTo>
                  <a:pt x="6346" y="20761"/>
                  <a:pt x="6414" y="20776"/>
                  <a:pt x="6445" y="20791"/>
                </a:cubicBezTo>
                <a:cubicBezTo>
                  <a:pt x="6506" y="20822"/>
                  <a:pt x="6566" y="20822"/>
                  <a:pt x="6658" y="20822"/>
                </a:cubicBezTo>
                <a:cubicBezTo>
                  <a:pt x="6684" y="20796"/>
                  <a:pt x="6845" y="20724"/>
                  <a:pt x="6947" y="20724"/>
                </a:cubicBezTo>
                <a:cubicBezTo>
                  <a:pt x="6964" y="20724"/>
                  <a:pt x="6979" y="20726"/>
                  <a:pt x="6992" y="20731"/>
                </a:cubicBezTo>
                <a:cubicBezTo>
                  <a:pt x="6994" y="20732"/>
                  <a:pt x="6997" y="20732"/>
                  <a:pt x="7000" y="20732"/>
                </a:cubicBezTo>
                <a:cubicBezTo>
                  <a:pt x="7069" y="20732"/>
                  <a:pt x="7269" y="20391"/>
                  <a:pt x="7357" y="20275"/>
                </a:cubicBezTo>
                <a:lnTo>
                  <a:pt x="7539" y="20366"/>
                </a:lnTo>
                <a:cubicBezTo>
                  <a:pt x="7661" y="20487"/>
                  <a:pt x="7782" y="20548"/>
                  <a:pt x="7934" y="20579"/>
                </a:cubicBezTo>
                <a:lnTo>
                  <a:pt x="8086" y="20609"/>
                </a:lnTo>
                <a:cubicBezTo>
                  <a:pt x="8208" y="20548"/>
                  <a:pt x="8329" y="20427"/>
                  <a:pt x="8360" y="20305"/>
                </a:cubicBezTo>
                <a:cubicBezTo>
                  <a:pt x="8360" y="20244"/>
                  <a:pt x="8360" y="20183"/>
                  <a:pt x="8329" y="20183"/>
                </a:cubicBezTo>
                <a:lnTo>
                  <a:pt x="8238" y="20183"/>
                </a:lnTo>
                <a:lnTo>
                  <a:pt x="8329" y="20153"/>
                </a:lnTo>
                <a:lnTo>
                  <a:pt x="8360" y="20123"/>
                </a:lnTo>
                <a:cubicBezTo>
                  <a:pt x="8451" y="20123"/>
                  <a:pt x="8512" y="20335"/>
                  <a:pt x="8542" y="20396"/>
                </a:cubicBezTo>
                <a:cubicBezTo>
                  <a:pt x="8542" y="20425"/>
                  <a:pt x="8557" y="20436"/>
                  <a:pt x="8578" y="20436"/>
                </a:cubicBezTo>
                <a:cubicBezTo>
                  <a:pt x="8623" y="20436"/>
                  <a:pt x="8694" y="20387"/>
                  <a:pt x="8694" y="20366"/>
                </a:cubicBezTo>
                <a:cubicBezTo>
                  <a:pt x="8698" y="20362"/>
                  <a:pt x="8706" y="20360"/>
                  <a:pt x="8716" y="20360"/>
                </a:cubicBezTo>
                <a:cubicBezTo>
                  <a:pt x="8779" y="20360"/>
                  <a:pt x="8937" y="20435"/>
                  <a:pt x="8937" y="20487"/>
                </a:cubicBezTo>
                <a:cubicBezTo>
                  <a:pt x="8937" y="20548"/>
                  <a:pt x="8968" y="20609"/>
                  <a:pt x="9028" y="20639"/>
                </a:cubicBezTo>
                <a:lnTo>
                  <a:pt x="9059" y="20639"/>
                </a:lnTo>
                <a:cubicBezTo>
                  <a:pt x="9089" y="20639"/>
                  <a:pt x="9150" y="20639"/>
                  <a:pt x="9120" y="20579"/>
                </a:cubicBezTo>
                <a:cubicBezTo>
                  <a:pt x="9120" y="20518"/>
                  <a:pt x="9120" y="20427"/>
                  <a:pt x="9089" y="20396"/>
                </a:cubicBezTo>
                <a:lnTo>
                  <a:pt x="8968" y="20244"/>
                </a:lnTo>
                <a:cubicBezTo>
                  <a:pt x="8993" y="20227"/>
                  <a:pt x="9021" y="20220"/>
                  <a:pt x="9049" y="20220"/>
                </a:cubicBezTo>
                <a:cubicBezTo>
                  <a:pt x="9122" y="20220"/>
                  <a:pt x="9197" y="20270"/>
                  <a:pt x="9241" y="20335"/>
                </a:cubicBezTo>
                <a:cubicBezTo>
                  <a:pt x="9302" y="20457"/>
                  <a:pt x="9363" y="20548"/>
                  <a:pt x="9424" y="20639"/>
                </a:cubicBezTo>
                <a:cubicBezTo>
                  <a:pt x="9432" y="20644"/>
                  <a:pt x="9441" y="20646"/>
                  <a:pt x="9449" y="20646"/>
                </a:cubicBezTo>
                <a:cubicBezTo>
                  <a:pt x="9500" y="20646"/>
                  <a:pt x="9545" y="20574"/>
                  <a:pt x="9545" y="20548"/>
                </a:cubicBezTo>
                <a:cubicBezTo>
                  <a:pt x="9576" y="20518"/>
                  <a:pt x="9728" y="20487"/>
                  <a:pt x="9758" y="20487"/>
                </a:cubicBezTo>
                <a:cubicBezTo>
                  <a:pt x="9819" y="20487"/>
                  <a:pt x="9880" y="20700"/>
                  <a:pt x="9880" y="20761"/>
                </a:cubicBezTo>
                <a:cubicBezTo>
                  <a:pt x="9880" y="20775"/>
                  <a:pt x="9886" y="20781"/>
                  <a:pt x="9897" y="20781"/>
                </a:cubicBezTo>
                <a:cubicBezTo>
                  <a:pt x="9959" y="20781"/>
                  <a:pt x="10167" y="20595"/>
                  <a:pt x="10244" y="20518"/>
                </a:cubicBezTo>
                <a:cubicBezTo>
                  <a:pt x="10335" y="20396"/>
                  <a:pt x="10396" y="20305"/>
                  <a:pt x="10335" y="20305"/>
                </a:cubicBezTo>
                <a:lnTo>
                  <a:pt x="10275" y="20275"/>
                </a:lnTo>
                <a:cubicBezTo>
                  <a:pt x="10275" y="20214"/>
                  <a:pt x="10335" y="20153"/>
                  <a:pt x="10396" y="20123"/>
                </a:cubicBezTo>
                <a:lnTo>
                  <a:pt x="10639" y="20335"/>
                </a:lnTo>
                <a:cubicBezTo>
                  <a:pt x="10776" y="20351"/>
                  <a:pt x="10905" y="20358"/>
                  <a:pt x="11031" y="20358"/>
                </a:cubicBezTo>
                <a:cubicBezTo>
                  <a:pt x="11156" y="20358"/>
                  <a:pt x="11278" y="20351"/>
                  <a:pt x="11399" y="20335"/>
                </a:cubicBezTo>
                <a:cubicBezTo>
                  <a:pt x="11430" y="20305"/>
                  <a:pt x="11217" y="20183"/>
                  <a:pt x="11095" y="20183"/>
                </a:cubicBezTo>
                <a:cubicBezTo>
                  <a:pt x="11073" y="20189"/>
                  <a:pt x="11052" y="20192"/>
                  <a:pt x="11031" y="20192"/>
                </a:cubicBezTo>
                <a:cubicBezTo>
                  <a:pt x="10940" y="20192"/>
                  <a:pt x="10866" y="20142"/>
                  <a:pt x="10791" y="20092"/>
                </a:cubicBezTo>
                <a:lnTo>
                  <a:pt x="10761" y="20001"/>
                </a:lnTo>
                <a:cubicBezTo>
                  <a:pt x="10761" y="19971"/>
                  <a:pt x="10761" y="19880"/>
                  <a:pt x="10791" y="19880"/>
                </a:cubicBezTo>
                <a:cubicBezTo>
                  <a:pt x="10814" y="19872"/>
                  <a:pt x="10835" y="19868"/>
                  <a:pt x="10854" y="19868"/>
                </a:cubicBezTo>
                <a:cubicBezTo>
                  <a:pt x="10909" y="19868"/>
                  <a:pt x="10943" y="19902"/>
                  <a:pt x="10943" y="19971"/>
                </a:cubicBezTo>
                <a:lnTo>
                  <a:pt x="10943" y="20001"/>
                </a:lnTo>
                <a:cubicBezTo>
                  <a:pt x="10954" y="20011"/>
                  <a:pt x="10970" y="20015"/>
                  <a:pt x="10990" y="20015"/>
                </a:cubicBezTo>
                <a:cubicBezTo>
                  <a:pt x="11028" y="20015"/>
                  <a:pt x="11075" y="20001"/>
                  <a:pt x="11095" y="20001"/>
                </a:cubicBezTo>
                <a:cubicBezTo>
                  <a:pt x="11278" y="19910"/>
                  <a:pt x="11460" y="19819"/>
                  <a:pt x="11643" y="19758"/>
                </a:cubicBezTo>
                <a:cubicBezTo>
                  <a:pt x="11734" y="19758"/>
                  <a:pt x="11734" y="19940"/>
                  <a:pt x="11734" y="20001"/>
                </a:cubicBezTo>
                <a:cubicBezTo>
                  <a:pt x="11718" y="20031"/>
                  <a:pt x="11794" y="20031"/>
                  <a:pt x="11886" y="20031"/>
                </a:cubicBezTo>
                <a:cubicBezTo>
                  <a:pt x="11977" y="20031"/>
                  <a:pt x="12083" y="20031"/>
                  <a:pt x="12129" y="20062"/>
                </a:cubicBezTo>
                <a:cubicBezTo>
                  <a:pt x="12220" y="20153"/>
                  <a:pt x="12281" y="20244"/>
                  <a:pt x="12311" y="20335"/>
                </a:cubicBezTo>
                <a:cubicBezTo>
                  <a:pt x="12316" y="20346"/>
                  <a:pt x="12325" y="20350"/>
                  <a:pt x="12336" y="20350"/>
                </a:cubicBezTo>
                <a:cubicBezTo>
                  <a:pt x="12390" y="20350"/>
                  <a:pt x="12504" y="20244"/>
                  <a:pt x="12554" y="20244"/>
                </a:cubicBezTo>
                <a:cubicBezTo>
                  <a:pt x="12615" y="20244"/>
                  <a:pt x="12737" y="20487"/>
                  <a:pt x="12798" y="20548"/>
                </a:cubicBezTo>
                <a:cubicBezTo>
                  <a:pt x="12806" y="20551"/>
                  <a:pt x="12815" y="20552"/>
                  <a:pt x="12825" y="20552"/>
                </a:cubicBezTo>
                <a:cubicBezTo>
                  <a:pt x="12925" y="20552"/>
                  <a:pt x="13093" y="20427"/>
                  <a:pt x="13010" y="20427"/>
                </a:cubicBezTo>
                <a:cubicBezTo>
                  <a:pt x="12919" y="20396"/>
                  <a:pt x="12858" y="20366"/>
                  <a:pt x="12767" y="20305"/>
                </a:cubicBezTo>
                <a:lnTo>
                  <a:pt x="12828" y="20244"/>
                </a:lnTo>
                <a:cubicBezTo>
                  <a:pt x="12863" y="20191"/>
                  <a:pt x="12929" y="20159"/>
                  <a:pt x="13002" y="20159"/>
                </a:cubicBezTo>
                <a:cubicBezTo>
                  <a:pt x="13055" y="20159"/>
                  <a:pt x="13111" y="20176"/>
                  <a:pt x="13162" y="20214"/>
                </a:cubicBezTo>
                <a:lnTo>
                  <a:pt x="13314" y="20305"/>
                </a:lnTo>
                <a:cubicBezTo>
                  <a:pt x="13273" y="20208"/>
                  <a:pt x="13250" y="20111"/>
                  <a:pt x="13244" y="20029"/>
                </a:cubicBezTo>
                <a:lnTo>
                  <a:pt x="13244" y="20029"/>
                </a:lnTo>
                <a:cubicBezTo>
                  <a:pt x="13217" y="20038"/>
                  <a:pt x="13197" y="20043"/>
                  <a:pt x="13182" y="20043"/>
                </a:cubicBezTo>
                <a:cubicBezTo>
                  <a:pt x="13150" y="20043"/>
                  <a:pt x="13135" y="20021"/>
                  <a:pt x="13101" y="19971"/>
                </a:cubicBezTo>
                <a:lnTo>
                  <a:pt x="13071" y="19940"/>
                </a:lnTo>
                <a:lnTo>
                  <a:pt x="13071" y="19940"/>
                </a:lnTo>
                <a:cubicBezTo>
                  <a:pt x="13128" y="19947"/>
                  <a:pt x="13185" y="19958"/>
                  <a:pt x="13242" y="19972"/>
                </a:cubicBezTo>
                <a:lnTo>
                  <a:pt x="13242" y="19972"/>
                </a:lnTo>
                <a:cubicBezTo>
                  <a:pt x="13243" y="19900"/>
                  <a:pt x="13257" y="19845"/>
                  <a:pt x="13284" y="19819"/>
                </a:cubicBezTo>
                <a:lnTo>
                  <a:pt x="13436" y="19819"/>
                </a:lnTo>
                <a:cubicBezTo>
                  <a:pt x="13453" y="19802"/>
                  <a:pt x="13472" y="19794"/>
                  <a:pt x="13493" y="19794"/>
                </a:cubicBezTo>
                <a:cubicBezTo>
                  <a:pt x="13545" y="19794"/>
                  <a:pt x="13605" y="19844"/>
                  <a:pt x="13649" y="19910"/>
                </a:cubicBezTo>
                <a:lnTo>
                  <a:pt x="13436" y="19971"/>
                </a:lnTo>
                <a:lnTo>
                  <a:pt x="13332" y="19997"/>
                </a:lnTo>
                <a:lnTo>
                  <a:pt x="13332" y="19997"/>
                </a:lnTo>
                <a:cubicBezTo>
                  <a:pt x="13302" y="19987"/>
                  <a:pt x="13272" y="19979"/>
                  <a:pt x="13242" y="19972"/>
                </a:cubicBezTo>
                <a:lnTo>
                  <a:pt x="13242" y="19972"/>
                </a:lnTo>
                <a:cubicBezTo>
                  <a:pt x="13241" y="19990"/>
                  <a:pt x="13242" y="20009"/>
                  <a:pt x="13244" y="20029"/>
                </a:cubicBezTo>
                <a:lnTo>
                  <a:pt x="13244" y="20029"/>
                </a:lnTo>
                <a:cubicBezTo>
                  <a:pt x="13263" y="20022"/>
                  <a:pt x="13286" y="20012"/>
                  <a:pt x="13314" y="20001"/>
                </a:cubicBezTo>
                <a:lnTo>
                  <a:pt x="13332" y="19997"/>
                </a:lnTo>
                <a:lnTo>
                  <a:pt x="13332" y="19997"/>
                </a:lnTo>
                <a:cubicBezTo>
                  <a:pt x="13485" y="20044"/>
                  <a:pt x="13634" y="20117"/>
                  <a:pt x="13770" y="20214"/>
                </a:cubicBezTo>
                <a:cubicBezTo>
                  <a:pt x="13794" y="20250"/>
                  <a:pt x="13823" y="20262"/>
                  <a:pt x="13850" y="20262"/>
                </a:cubicBezTo>
                <a:cubicBezTo>
                  <a:pt x="13893" y="20262"/>
                  <a:pt x="13934" y="20232"/>
                  <a:pt x="13953" y="20214"/>
                </a:cubicBezTo>
                <a:cubicBezTo>
                  <a:pt x="13953" y="20153"/>
                  <a:pt x="14135" y="20153"/>
                  <a:pt x="14317" y="20153"/>
                </a:cubicBezTo>
                <a:lnTo>
                  <a:pt x="14378" y="20123"/>
                </a:lnTo>
                <a:lnTo>
                  <a:pt x="14448" y="20061"/>
                </a:lnTo>
                <a:lnTo>
                  <a:pt x="14448" y="20061"/>
                </a:lnTo>
                <a:cubicBezTo>
                  <a:pt x="14455" y="20062"/>
                  <a:pt x="14462" y="20062"/>
                  <a:pt x="14469" y="20062"/>
                </a:cubicBezTo>
                <a:lnTo>
                  <a:pt x="14500" y="20092"/>
                </a:lnTo>
                <a:cubicBezTo>
                  <a:pt x="14526" y="20040"/>
                  <a:pt x="14552" y="20010"/>
                  <a:pt x="14559" y="19965"/>
                </a:cubicBezTo>
                <a:lnTo>
                  <a:pt x="14559" y="19965"/>
                </a:lnTo>
                <a:lnTo>
                  <a:pt x="14448" y="20061"/>
                </a:lnTo>
                <a:lnTo>
                  <a:pt x="14448" y="20061"/>
                </a:lnTo>
                <a:cubicBezTo>
                  <a:pt x="14364" y="20057"/>
                  <a:pt x="14280" y="20029"/>
                  <a:pt x="14196" y="20001"/>
                </a:cubicBezTo>
                <a:cubicBezTo>
                  <a:pt x="14105" y="19971"/>
                  <a:pt x="13983" y="19910"/>
                  <a:pt x="13861" y="19880"/>
                </a:cubicBezTo>
                <a:cubicBezTo>
                  <a:pt x="13861" y="19849"/>
                  <a:pt x="13861" y="19819"/>
                  <a:pt x="13861" y="19788"/>
                </a:cubicBezTo>
                <a:lnTo>
                  <a:pt x="13861" y="19758"/>
                </a:lnTo>
                <a:cubicBezTo>
                  <a:pt x="14013" y="19788"/>
                  <a:pt x="14165" y="19849"/>
                  <a:pt x="14317" y="19940"/>
                </a:cubicBezTo>
                <a:lnTo>
                  <a:pt x="14560" y="19940"/>
                </a:lnTo>
                <a:cubicBezTo>
                  <a:pt x="14560" y="19949"/>
                  <a:pt x="14560" y="19957"/>
                  <a:pt x="14559" y="19965"/>
                </a:cubicBezTo>
                <a:lnTo>
                  <a:pt x="14559" y="19965"/>
                </a:lnTo>
                <a:lnTo>
                  <a:pt x="14621" y="19910"/>
                </a:lnTo>
                <a:cubicBezTo>
                  <a:pt x="14621" y="20015"/>
                  <a:pt x="14665" y="20047"/>
                  <a:pt x="14702" y="20047"/>
                </a:cubicBezTo>
                <a:cubicBezTo>
                  <a:pt x="14718" y="20047"/>
                  <a:pt x="14733" y="20041"/>
                  <a:pt x="14743" y="20031"/>
                </a:cubicBezTo>
                <a:cubicBezTo>
                  <a:pt x="14751" y="20015"/>
                  <a:pt x="14765" y="20007"/>
                  <a:pt x="14781" y="20007"/>
                </a:cubicBezTo>
                <a:cubicBezTo>
                  <a:pt x="14822" y="20007"/>
                  <a:pt x="14881" y="20057"/>
                  <a:pt x="14925" y="20123"/>
                </a:cubicBezTo>
                <a:lnTo>
                  <a:pt x="14956" y="20123"/>
                </a:lnTo>
                <a:cubicBezTo>
                  <a:pt x="15119" y="20123"/>
                  <a:pt x="15265" y="20213"/>
                  <a:pt x="15420" y="20213"/>
                </a:cubicBezTo>
                <a:cubicBezTo>
                  <a:pt x="15467" y="20213"/>
                  <a:pt x="15514" y="20205"/>
                  <a:pt x="15564" y="20183"/>
                </a:cubicBezTo>
                <a:cubicBezTo>
                  <a:pt x="15655" y="20153"/>
                  <a:pt x="15716" y="20123"/>
                  <a:pt x="15776" y="20092"/>
                </a:cubicBezTo>
                <a:cubicBezTo>
                  <a:pt x="15807" y="20062"/>
                  <a:pt x="15776" y="20001"/>
                  <a:pt x="15776" y="19971"/>
                </a:cubicBezTo>
                <a:cubicBezTo>
                  <a:pt x="15776" y="19940"/>
                  <a:pt x="15716" y="19940"/>
                  <a:pt x="15685" y="19940"/>
                </a:cubicBezTo>
                <a:cubicBezTo>
                  <a:pt x="15655" y="19971"/>
                  <a:pt x="15624" y="19971"/>
                  <a:pt x="15594" y="19971"/>
                </a:cubicBezTo>
                <a:cubicBezTo>
                  <a:pt x="15561" y="20004"/>
                  <a:pt x="15518" y="20028"/>
                  <a:pt x="15482" y="20028"/>
                </a:cubicBezTo>
                <a:cubicBezTo>
                  <a:pt x="15451" y="20028"/>
                  <a:pt x="15425" y="20012"/>
                  <a:pt x="15412" y="19971"/>
                </a:cubicBezTo>
                <a:cubicBezTo>
                  <a:pt x="15351" y="19910"/>
                  <a:pt x="15381" y="19849"/>
                  <a:pt x="15503" y="19849"/>
                </a:cubicBezTo>
                <a:lnTo>
                  <a:pt x="15746" y="19849"/>
                </a:lnTo>
                <a:cubicBezTo>
                  <a:pt x="15776" y="19788"/>
                  <a:pt x="15716" y="19667"/>
                  <a:pt x="15594" y="19606"/>
                </a:cubicBezTo>
                <a:lnTo>
                  <a:pt x="15746" y="19545"/>
                </a:lnTo>
                <a:cubicBezTo>
                  <a:pt x="15781" y="19527"/>
                  <a:pt x="15807" y="19520"/>
                  <a:pt x="15827" y="19520"/>
                </a:cubicBezTo>
                <a:cubicBezTo>
                  <a:pt x="15910" y="19520"/>
                  <a:pt x="15885" y="19648"/>
                  <a:pt x="15959" y="19697"/>
                </a:cubicBezTo>
                <a:lnTo>
                  <a:pt x="15989" y="19697"/>
                </a:lnTo>
                <a:cubicBezTo>
                  <a:pt x="15996" y="19711"/>
                  <a:pt x="16007" y="19717"/>
                  <a:pt x="16018" y="19717"/>
                </a:cubicBezTo>
                <a:cubicBezTo>
                  <a:pt x="16057" y="19717"/>
                  <a:pt x="16111" y="19653"/>
                  <a:pt x="16111" y="19606"/>
                </a:cubicBezTo>
                <a:cubicBezTo>
                  <a:pt x="16111" y="19576"/>
                  <a:pt x="16141" y="19545"/>
                  <a:pt x="16171" y="19515"/>
                </a:cubicBezTo>
                <a:cubicBezTo>
                  <a:pt x="16171" y="19606"/>
                  <a:pt x="16202" y="19667"/>
                  <a:pt x="16232" y="19728"/>
                </a:cubicBezTo>
                <a:cubicBezTo>
                  <a:pt x="16232" y="19748"/>
                  <a:pt x="16242" y="19758"/>
                  <a:pt x="16259" y="19758"/>
                </a:cubicBezTo>
                <a:cubicBezTo>
                  <a:pt x="16293" y="19758"/>
                  <a:pt x="16354" y="19717"/>
                  <a:pt x="16415" y="19636"/>
                </a:cubicBezTo>
                <a:lnTo>
                  <a:pt x="16536" y="19545"/>
                </a:lnTo>
                <a:lnTo>
                  <a:pt x="16567" y="19545"/>
                </a:lnTo>
                <a:cubicBezTo>
                  <a:pt x="16627" y="19545"/>
                  <a:pt x="16688" y="19606"/>
                  <a:pt x="16688" y="19636"/>
                </a:cubicBezTo>
                <a:cubicBezTo>
                  <a:pt x="16597" y="19728"/>
                  <a:pt x="16475" y="19819"/>
                  <a:pt x="16384" y="19910"/>
                </a:cubicBezTo>
                <a:cubicBezTo>
                  <a:pt x="16315" y="19933"/>
                  <a:pt x="16456" y="19991"/>
                  <a:pt x="16581" y="19991"/>
                </a:cubicBezTo>
                <a:cubicBezTo>
                  <a:pt x="16621" y="19991"/>
                  <a:pt x="16659" y="19985"/>
                  <a:pt x="16688" y="19971"/>
                </a:cubicBezTo>
                <a:cubicBezTo>
                  <a:pt x="16779" y="19940"/>
                  <a:pt x="16840" y="19880"/>
                  <a:pt x="16871" y="19788"/>
                </a:cubicBezTo>
                <a:cubicBezTo>
                  <a:pt x="16840" y="19758"/>
                  <a:pt x="16931" y="19636"/>
                  <a:pt x="17053" y="19545"/>
                </a:cubicBezTo>
                <a:lnTo>
                  <a:pt x="17144" y="19454"/>
                </a:lnTo>
                <a:lnTo>
                  <a:pt x="17175" y="19424"/>
                </a:lnTo>
                <a:cubicBezTo>
                  <a:pt x="17190" y="19408"/>
                  <a:pt x="17213" y="19401"/>
                  <a:pt x="17239" y="19401"/>
                </a:cubicBezTo>
                <a:cubicBezTo>
                  <a:pt x="17266" y="19401"/>
                  <a:pt x="17296" y="19408"/>
                  <a:pt x="17327" y="19424"/>
                </a:cubicBezTo>
                <a:lnTo>
                  <a:pt x="17327" y="19484"/>
                </a:lnTo>
                <a:lnTo>
                  <a:pt x="17357" y="19545"/>
                </a:lnTo>
                <a:cubicBezTo>
                  <a:pt x="17387" y="19606"/>
                  <a:pt x="17266" y="19697"/>
                  <a:pt x="17235" y="19697"/>
                </a:cubicBezTo>
                <a:cubicBezTo>
                  <a:pt x="17175" y="19697"/>
                  <a:pt x="17144" y="19849"/>
                  <a:pt x="17144" y="19910"/>
                </a:cubicBezTo>
                <a:cubicBezTo>
                  <a:pt x="17144" y="19940"/>
                  <a:pt x="17175" y="20001"/>
                  <a:pt x="17235" y="20031"/>
                </a:cubicBezTo>
                <a:lnTo>
                  <a:pt x="17266" y="20031"/>
                </a:lnTo>
                <a:cubicBezTo>
                  <a:pt x="17296" y="20031"/>
                  <a:pt x="17327" y="19971"/>
                  <a:pt x="17327" y="19971"/>
                </a:cubicBezTo>
                <a:cubicBezTo>
                  <a:pt x="17175" y="19849"/>
                  <a:pt x="17266" y="19849"/>
                  <a:pt x="17387" y="19849"/>
                </a:cubicBezTo>
                <a:lnTo>
                  <a:pt x="17478" y="19849"/>
                </a:lnTo>
                <a:cubicBezTo>
                  <a:pt x="17500" y="19860"/>
                  <a:pt x="17518" y="19865"/>
                  <a:pt x="17532" y="19865"/>
                </a:cubicBezTo>
                <a:cubicBezTo>
                  <a:pt x="17597" y="19865"/>
                  <a:pt x="17584" y="19756"/>
                  <a:pt x="17509" y="19606"/>
                </a:cubicBezTo>
                <a:lnTo>
                  <a:pt x="17691" y="19606"/>
                </a:lnTo>
                <a:cubicBezTo>
                  <a:pt x="17782" y="19667"/>
                  <a:pt x="17843" y="19728"/>
                  <a:pt x="17904" y="19758"/>
                </a:cubicBezTo>
                <a:lnTo>
                  <a:pt x="17965" y="19758"/>
                </a:lnTo>
                <a:cubicBezTo>
                  <a:pt x="18026" y="19758"/>
                  <a:pt x="18026" y="19728"/>
                  <a:pt x="18026" y="19697"/>
                </a:cubicBezTo>
                <a:lnTo>
                  <a:pt x="17995" y="19667"/>
                </a:lnTo>
                <a:cubicBezTo>
                  <a:pt x="17968" y="19611"/>
                  <a:pt x="18268" y="19480"/>
                  <a:pt x="18413" y="19480"/>
                </a:cubicBezTo>
                <a:cubicBezTo>
                  <a:pt x="18427" y="19480"/>
                  <a:pt x="18440" y="19482"/>
                  <a:pt x="18451" y="19484"/>
                </a:cubicBezTo>
                <a:cubicBezTo>
                  <a:pt x="18603" y="19545"/>
                  <a:pt x="18451" y="19971"/>
                  <a:pt x="18512" y="20062"/>
                </a:cubicBezTo>
                <a:cubicBezTo>
                  <a:pt x="18523" y="20106"/>
                  <a:pt x="18534" y="20122"/>
                  <a:pt x="18543" y="20122"/>
                </a:cubicBezTo>
                <a:cubicBezTo>
                  <a:pt x="18560" y="20122"/>
                  <a:pt x="18573" y="20070"/>
                  <a:pt x="18573" y="20031"/>
                </a:cubicBezTo>
                <a:cubicBezTo>
                  <a:pt x="18603" y="19910"/>
                  <a:pt x="18664" y="19849"/>
                  <a:pt x="18755" y="19788"/>
                </a:cubicBezTo>
                <a:lnTo>
                  <a:pt x="18846" y="19788"/>
                </a:lnTo>
                <a:cubicBezTo>
                  <a:pt x="18937" y="19788"/>
                  <a:pt x="19089" y="19819"/>
                  <a:pt x="19089" y="19819"/>
                </a:cubicBezTo>
                <a:lnTo>
                  <a:pt x="19120" y="20062"/>
                </a:lnTo>
                <a:cubicBezTo>
                  <a:pt x="19272" y="20001"/>
                  <a:pt x="19150" y="19788"/>
                  <a:pt x="19059" y="19728"/>
                </a:cubicBezTo>
                <a:cubicBezTo>
                  <a:pt x="18998" y="19667"/>
                  <a:pt x="18937" y="19606"/>
                  <a:pt x="18877" y="19576"/>
                </a:cubicBezTo>
                <a:lnTo>
                  <a:pt x="18907" y="19484"/>
                </a:lnTo>
                <a:cubicBezTo>
                  <a:pt x="18925" y="19431"/>
                  <a:pt x="18953" y="19399"/>
                  <a:pt x="18985" y="19399"/>
                </a:cubicBezTo>
                <a:cubicBezTo>
                  <a:pt x="19008" y="19399"/>
                  <a:pt x="19034" y="19416"/>
                  <a:pt x="19059" y="19454"/>
                </a:cubicBezTo>
                <a:lnTo>
                  <a:pt x="19150" y="19484"/>
                </a:lnTo>
                <a:lnTo>
                  <a:pt x="19211" y="19484"/>
                </a:lnTo>
                <a:cubicBezTo>
                  <a:pt x="19252" y="19493"/>
                  <a:pt x="19295" y="19496"/>
                  <a:pt x="19339" y="19496"/>
                </a:cubicBezTo>
                <a:cubicBezTo>
                  <a:pt x="19461" y="19496"/>
                  <a:pt x="19594" y="19468"/>
                  <a:pt x="19728" y="19424"/>
                </a:cubicBezTo>
                <a:cubicBezTo>
                  <a:pt x="19756" y="19405"/>
                  <a:pt x="19776" y="19398"/>
                  <a:pt x="19787" y="19398"/>
                </a:cubicBezTo>
                <a:cubicBezTo>
                  <a:pt x="19813" y="19398"/>
                  <a:pt x="19800" y="19433"/>
                  <a:pt x="19758" y="19454"/>
                </a:cubicBezTo>
                <a:cubicBezTo>
                  <a:pt x="19728" y="19484"/>
                  <a:pt x="19758" y="19545"/>
                  <a:pt x="19880" y="19545"/>
                </a:cubicBezTo>
                <a:lnTo>
                  <a:pt x="19941" y="19515"/>
                </a:lnTo>
                <a:cubicBezTo>
                  <a:pt x="20001" y="19484"/>
                  <a:pt x="19971" y="19393"/>
                  <a:pt x="20062" y="19393"/>
                </a:cubicBezTo>
                <a:cubicBezTo>
                  <a:pt x="20123" y="19393"/>
                  <a:pt x="20214" y="19454"/>
                  <a:pt x="20305" y="19454"/>
                </a:cubicBezTo>
                <a:lnTo>
                  <a:pt x="20366" y="19454"/>
                </a:lnTo>
                <a:cubicBezTo>
                  <a:pt x="20378" y="19442"/>
                  <a:pt x="20393" y="19437"/>
                  <a:pt x="20409" y="19437"/>
                </a:cubicBezTo>
                <a:cubicBezTo>
                  <a:pt x="20480" y="19437"/>
                  <a:pt x="20585" y="19526"/>
                  <a:pt x="20609" y="19576"/>
                </a:cubicBezTo>
                <a:cubicBezTo>
                  <a:pt x="20670" y="19667"/>
                  <a:pt x="20761" y="19728"/>
                  <a:pt x="20852" y="19788"/>
                </a:cubicBezTo>
                <a:lnTo>
                  <a:pt x="20913" y="19788"/>
                </a:lnTo>
                <a:lnTo>
                  <a:pt x="21004" y="19758"/>
                </a:lnTo>
                <a:cubicBezTo>
                  <a:pt x="20944" y="19667"/>
                  <a:pt x="20913" y="19545"/>
                  <a:pt x="20913" y="19424"/>
                </a:cubicBezTo>
                <a:lnTo>
                  <a:pt x="20974" y="19332"/>
                </a:lnTo>
                <a:lnTo>
                  <a:pt x="20974" y="19302"/>
                </a:lnTo>
                <a:cubicBezTo>
                  <a:pt x="21035" y="19302"/>
                  <a:pt x="21096" y="19363"/>
                  <a:pt x="21096" y="19363"/>
                </a:cubicBezTo>
                <a:cubicBezTo>
                  <a:pt x="21065" y="19424"/>
                  <a:pt x="21065" y="19484"/>
                  <a:pt x="21035" y="19545"/>
                </a:cubicBezTo>
                <a:lnTo>
                  <a:pt x="21248" y="19545"/>
                </a:lnTo>
                <a:cubicBezTo>
                  <a:pt x="21308" y="19576"/>
                  <a:pt x="21308" y="19606"/>
                  <a:pt x="21278" y="19636"/>
                </a:cubicBezTo>
                <a:lnTo>
                  <a:pt x="21248" y="19667"/>
                </a:lnTo>
                <a:lnTo>
                  <a:pt x="21217" y="19697"/>
                </a:lnTo>
                <a:cubicBezTo>
                  <a:pt x="21156" y="19758"/>
                  <a:pt x="21187" y="19788"/>
                  <a:pt x="21248" y="19788"/>
                </a:cubicBezTo>
                <a:lnTo>
                  <a:pt x="21339" y="19788"/>
                </a:lnTo>
                <a:cubicBezTo>
                  <a:pt x="21369" y="19788"/>
                  <a:pt x="21491" y="19576"/>
                  <a:pt x="21521" y="19515"/>
                </a:cubicBezTo>
                <a:cubicBezTo>
                  <a:pt x="21521" y="19489"/>
                  <a:pt x="21548" y="19480"/>
                  <a:pt x="21582" y="19480"/>
                </a:cubicBezTo>
                <a:cubicBezTo>
                  <a:pt x="21628" y="19480"/>
                  <a:pt x="21686" y="19497"/>
                  <a:pt x="21703" y="19515"/>
                </a:cubicBezTo>
                <a:cubicBezTo>
                  <a:pt x="21764" y="19515"/>
                  <a:pt x="21795" y="19515"/>
                  <a:pt x="21825" y="19484"/>
                </a:cubicBezTo>
                <a:lnTo>
                  <a:pt x="21855" y="19424"/>
                </a:lnTo>
                <a:cubicBezTo>
                  <a:pt x="21916" y="19424"/>
                  <a:pt x="21947" y="19545"/>
                  <a:pt x="21947" y="19606"/>
                </a:cubicBezTo>
                <a:cubicBezTo>
                  <a:pt x="21947" y="19667"/>
                  <a:pt x="22311" y="19667"/>
                  <a:pt x="22433" y="19667"/>
                </a:cubicBezTo>
                <a:cubicBezTo>
                  <a:pt x="22534" y="19667"/>
                  <a:pt x="22690" y="19694"/>
                  <a:pt x="22800" y="19694"/>
                </a:cubicBezTo>
                <a:cubicBezTo>
                  <a:pt x="22855" y="19694"/>
                  <a:pt x="22899" y="19687"/>
                  <a:pt x="22919" y="19667"/>
                </a:cubicBezTo>
                <a:cubicBezTo>
                  <a:pt x="22950" y="19636"/>
                  <a:pt x="23010" y="19576"/>
                  <a:pt x="23071" y="19576"/>
                </a:cubicBezTo>
                <a:cubicBezTo>
                  <a:pt x="23076" y="19573"/>
                  <a:pt x="23081" y="19572"/>
                  <a:pt x="23085" y="19572"/>
                </a:cubicBezTo>
                <a:cubicBezTo>
                  <a:pt x="23141" y="19572"/>
                  <a:pt x="23193" y="19732"/>
                  <a:pt x="23193" y="19788"/>
                </a:cubicBezTo>
                <a:cubicBezTo>
                  <a:pt x="23193" y="19819"/>
                  <a:pt x="23223" y="19880"/>
                  <a:pt x="23254" y="19910"/>
                </a:cubicBezTo>
                <a:cubicBezTo>
                  <a:pt x="23314" y="19819"/>
                  <a:pt x="23345" y="19758"/>
                  <a:pt x="23375" y="19697"/>
                </a:cubicBezTo>
                <a:cubicBezTo>
                  <a:pt x="23406" y="19636"/>
                  <a:pt x="23436" y="19606"/>
                  <a:pt x="23466" y="19576"/>
                </a:cubicBezTo>
                <a:lnTo>
                  <a:pt x="23649" y="19606"/>
                </a:lnTo>
                <a:cubicBezTo>
                  <a:pt x="23801" y="19515"/>
                  <a:pt x="23983" y="19454"/>
                  <a:pt x="24166" y="19393"/>
                </a:cubicBezTo>
                <a:cubicBezTo>
                  <a:pt x="24257" y="19393"/>
                  <a:pt x="24166" y="19484"/>
                  <a:pt x="24135" y="19545"/>
                </a:cubicBezTo>
                <a:cubicBezTo>
                  <a:pt x="24105" y="19576"/>
                  <a:pt x="24226" y="19667"/>
                  <a:pt x="24287" y="19697"/>
                </a:cubicBezTo>
                <a:cubicBezTo>
                  <a:pt x="24348" y="19697"/>
                  <a:pt x="24439" y="19576"/>
                  <a:pt x="24500" y="19576"/>
                </a:cubicBezTo>
                <a:cubicBezTo>
                  <a:pt x="24621" y="19606"/>
                  <a:pt x="24743" y="19667"/>
                  <a:pt x="24834" y="19728"/>
                </a:cubicBezTo>
                <a:lnTo>
                  <a:pt x="24986" y="19728"/>
                </a:lnTo>
                <a:cubicBezTo>
                  <a:pt x="25108" y="19697"/>
                  <a:pt x="25229" y="19667"/>
                  <a:pt x="25321" y="19606"/>
                </a:cubicBezTo>
                <a:lnTo>
                  <a:pt x="25351" y="19606"/>
                </a:lnTo>
                <a:cubicBezTo>
                  <a:pt x="25442" y="19636"/>
                  <a:pt x="25533" y="19667"/>
                  <a:pt x="25594" y="19697"/>
                </a:cubicBezTo>
                <a:lnTo>
                  <a:pt x="25655" y="19758"/>
                </a:lnTo>
                <a:lnTo>
                  <a:pt x="25746" y="19819"/>
                </a:lnTo>
                <a:cubicBezTo>
                  <a:pt x="25868" y="19880"/>
                  <a:pt x="25989" y="19971"/>
                  <a:pt x="26050" y="19971"/>
                </a:cubicBezTo>
                <a:cubicBezTo>
                  <a:pt x="26055" y="19976"/>
                  <a:pt x="26060" y="19978"/>
                  <a:pt x="26065" y="19978"/>
                </a:cubicBezTo>
                <a:cubicBezTo>
                  <a:pt x="26088" y="19978"/>
                  <a:pt x="26100" y="19919"/>
                  <a:pt x="26050" y="19819"/>
                </a:cubicBezTo>
                <a:lnTo>
                  <a:pt x="26050" y="19758"/>
                </a:lnTo>
                <a:cubicBezTo>
                  <a:pt x="26080" y="19728"/>
                  <a:pt x="26080" y="19667"/>
                  <a:pt x="26141" y="19667"/>
                </a:cubicBezTo>
                <a:cubicBezTo>
                  <a:pt x="26172" y="19667"/>
                  <a:pt x="26232" y="19667"/>
                  <a:pt x="26263" y="19697"/>
                </a:cubicBezTo>
                <a:lnTo>
                  <a:pt x="26293" y="19728"/>
                </a:lnTo>
                <a:cubicBezTo>
                  <a:pt x="26324" y="19788"/>
                  <a:pt x="26384" y="19849"/>
                  <a:pt x="26445" y="19880"/>
                </a:cubicBezTo>
                <a:cubicBezTo>
                  <a:pt x="26476" y="19880"/>
                  <a:pt x="26536" y="19849"/>
                  <a:pt x="26567" y="19819"/>
                </a:cubicBezTo>
                <a:lnTo>
                  <a:pt x="26567" y="19788"/>
                </a:lnTo>
                <a:lnTo>
                  <a:pt x="26567" y="19728"/>
                </a:lnTo>
                <a:cubicBezTo>
                  <a:pt x="26567" y="19697"/>
                  <a:pt x="26711" y="19697"/>
                  <a:pt x="26863" y="19697"/>
                </a:cubicBezTo>
                <a:cubicBezTo>
                  <a:pt x="27015" y="19697"/>
                  <a:pt x="27175" y="19697"/>
                  <a:pt x="27205" y="19667"/>
                </a:cubicBezTo>
                <a:cubicBezTo>
                  <a:pt x="27251" y="19652"/>
                  <a:pt x="27296" y="19644"/>
                  <a:pt x="27338" y="19644"/>
                </a:cubicBezTo>
                <a:cubicBezTo>
                  <a:pt x="27380" y="19644"/>
                  <a:pt x="27418" y="19652"/>
                  <a:pt x="27448" y="19667"/>
                </a:cubicBezTo>
                <a:lnTo>
                  <a:pt x="27509" y="19728"/>
                </a:lnTo>
                <a:lnTo>
                  <a:pt x="27539" y="19728"/>
                </a:lnTo>
                <a:cubicBezTo>
                  <a:pt x="27600" y="19728"/>
                  <a:pt x="27631" y="19667"/>
                  <a:pt x="27631" y="19667"/>
                </a:cubicBezTo>
                <a:cubicBezTo>
                  <a:pt x="27631" y="19636"/>
                  <a:pt x="27570" y="19515"/>
                  <a:pt x="27631" y="19484"/>
                </a:cubicBezTo>
                <a:cubicBezTo>
                  <a:pt x="27691" y="19484"/>
                  <a:pt x="27904" y="19515"/>
                  <a:pt x="27904" y="19545"/>
                </a:cubicBezTo>
                <a:cubicBezTo>
                  <a:pt x="27904" y="19606"/>
                  <a:pt x="27904" y="19667"/>
                  <a:pt x="27965" y="19728"/>
                </a:cubicBezTo>
                <a:lnTo>
                  <a:pt x="28026" y="19728"/>
                </a:lnTo>
                <a:cubicBezTo>
                  <a:pt x="28056" y="19636"/>
                  <a:pt x="28087" y="19545"/>
                  <a:pt x="28117" y="19454"/>
                </a:cubicBezTo>
                <a:cubicBezTo>
                  <a:pt x="28117" y="19431"/>
                  <a:pt x="28157" y="19421"/>
                  <a:pt x="28211" y="19421"/>
                </a:cubicBezTo>
                <a:cubicBezTo>
                  <a:pt x="28299" y="19421"/>
                  <a:pt x="28425" y="19447"/>
                  <a:pt x="28482" y="19484"/>
                </a:cubicBezTo>
                <a:cubicBezTo>
                  <a:pt x="28573" y="19515"/>
                  <a:pt x="28512" y="19667"/>
                  <a:pt x="28421" y="19728"/>
                </a:cubicBezTo>
                <a:cubicBezTo>
                  <a:pt x="28385" y="19763"/>
                  <a:pt x="28391" y="19778"/>
                  <a:pt x="28427" y="19778"/>
                </a:cubicBezTo>
                <a:cubicBezTo>
                  <a:pt x="28452" y="19778"/>
                  <a:pt x="28492" y="19771"/>
                  <a:pt x="28543" y="19758"/>
                </a:cubicBezTo>
                <a:lnTo>
                  <a:pt x="28786" y="19758"/>
                </a:lnTo>
                <a:cubicBezTo>
                  <a:pt x="28907" y="19758"/>
                  <a:pt x="29029" y="19788"/>
                  <a:pt x="29029" y="19819"/>
                </a:cubicBezTo>
                <a:lnTo>
                  <a:pt x="29029" y="19880"/>
                </a:lnTo>
                <a:cubicBezTo>
                  <a:pt x="29051" y="19924"/>
                  <a:pt x="29106" y="19952"/>
                  <a:pt x="29158" y="19952"/>
                </a:cubicBezTo>
                <a:cubicBezTo>
                  <a:pt x="29176" y="19952"/>
                  <a:pt x="29195" y="19948"/>
                  <a:pt x="29211" y="19940"/>
                </a:cubicBezTo>
                <a:lnTo>
                  <a:pt x="29211" y="19849"/>
                </a:lnTo>
                <a:cubicBezTo>
                  <a:pt x="29242" y="19788"/>
                  <a:pt x="29272" y="19728"/>
                  <a:pt x="29333" y="19697"/>
                </a:cubicBezTo>
                <a:lnTo>
                  <a:pt x="29485" y="19697"/>
                </a:lnTo>
                <a:lnTo>
                  <a:pt x="29485" y="19667"/>
                </a:lnTo>
                <a:lnTo>
                  <a:pt x="29515" y="19636"/>
                </a:lnTo>
                <a:cubicBezTo>
                  <a:pt x="29515" y="19627"/>
                  <a:pt x="29528" y="19624"/>
                  <a:pt x="29547" y="19624"/>
                </a:cubicBezTo>
                <a:cubicBezTo>
                  <a:pt x="29594" y="19624"/>
                  <a:pt x="29676" y="19645"/>
                  <a:pt x="29698" y="19667"/>
                </a:cubicBezTo>
                <a:cubicBezTo>
                  <a:pt x="29743" y="19682"/>
                  <a:pt x="29796" y="19690"/>
                  <a:pt x="29850" y="19690"/>
                </a:cubicBezTo>
                <a:cubicBezTo>
                  <a:pt x="29903" y="19690"/>
                  <a:pt x="29956" y="19682"/>
                  <a:pt x="30002" y="19667"/>
                </a:cubicBezTo>
                <a:lnTo>
                  <a:pt x="30062" y="19758"/>
                </a:lnTo>
                <a:lnTo>
                  <a:pt x="30093" y="19788"/>
                </a:lnTo>
                <a:cubicBezTo>
                  <a:pt x="30153" y="19788"/>
                  <a:pt x="30184" y="19819"/>
                  <a:pt x="30245" y="19819"/>
                </a:cubicBezTo>
                <a:lnTo>
                  <a:pt x="30366" y="19758"/>
                </a:lnTo>
                <a:lnTo>
                  <a:pt x="30731" y="19758"/>
                </a:lnTo>
                <a:cubicBezTo>
                  <a:pt x="30786" y="19717"/>
                  <a:pt x="30828" y="19700"/>
                  <a:pt x="30870" y="19700"/>
                </a:cubicBezTo>
                <a:cubicBezTo>
                  <a:pt x="30920" y="19700"/>
                  <a:pt x="30968" y="19725"/>
                  <a:pt x="31035" y="19758"/>
                </a:cubicBezTo>
                <a:lnTo>
                  <a:pt x="31126" y="19819"/>
                </a:lnTo>
                <a:cubicBezTo>
                  <a:pt x="31248" y="19819"/>
                  <a:pt x="31369" y="19819"/>
                  <a:pt x="31491" y="19788"/>
                </a:cubicBezTo>
                <a:cubicBezTo>
                  <a:pt x="31552" y="19788"/>
                  <a:pt x="31552" y="19576"/>
                  <a:pt x="31552" y="19515"/>
                </a:cubicBezTo>
                <a:cubicBezTo>
                  <a:pt x="31582" y="19454"/>
                  <a:pt x="31643" y="19363"/>
                  <a:pt x="31704" y="19302"/>
                </a:cubicBezTo>
                <a:cubicBezTo>
                  <a:pt x="31704" y="19300"/>
                  <a:pt x="31705" y="19299"/>
                  <a:pt x="31707" y="19299"/>
                </a:cubicBezTo>
                <a:cubicBezTo>
                  <a:pt x="31736" y="19299"/>
                  <a:pt x="31921" y="19454"/>
                  <a:pt x="31977" y="19454"/>
                </a:cubicBezTo>
                <a:cubicBezTo>
                  <a:pt x="32068" y="19484"/>
                  <a:pt x="32068" y="19515"/>
                  <a:pt x="32008" y="19515"/>
                </a:cubicBezTo>
                <a:lnTo>
                  <a:pt x="31916" y="19515"/>
                </a:lnTo>
                <a:cubicBezTo>
                  <a:pt x="31856" y="19515"/>
                  <a:pt x="31795" y="19636"/>
                  <a:pt x="31795" y="19697"/>
                </a:cubicBezTo>
                <a:cubicBezTo>
                  <a:pt x="31795" y="19728"/>
                  <a:pt x="31947" y="19758"/>
                  <a:pt x="32008" y="19758"/>
                </a:cubicBezTo>
                <a:cubicBezTo>
                  <a:pt x="32056" y="19758"/>
                  <a:pt x="32338" y="19836"/>
                  <a:pt x="32527" y="19836"/>
                </a:cubicBezTo>
                <a:cubicBezTo>
                  <a:pt x="32574" y="19836"/>
                  <a:pt x="32616" y="19831"/>
                  <a:pt x="32646" y="19819"/>
                </a:cubicBezTo>
                <a:cubicBezTo>
                  <a:pt x="32697" y="19793"/>
                  <a:pt x="32754" y="19784"/>
                  <a:pt x="32805" y="19784"/>
                </a:cubicBezTo>
                <a:cubicBezTo>
                  <a:pt x="32874" y="19784"/>
                  <a:pt x="32932" y="19801"/>
                  <a:pt x="32950" y="19819"/>
                </a:cubicBezTo>
                <a:cubicBezTo>
                  <a:pt x="32950" y="19826"/>
                  <a:pt x="32954" y="19830"/>
                  <a:pt x="32960" y="19830"/>
                </a:cubicBezTo>
                <a:cubicBezTo>
                  <a:pt x="32980" y="19830"/>
                  <a:pt x="33026" y="19796"/>
                  <a:pt x="33071" y="19728"/>
                </a:cubicBezTo>
                <a:lnTo>
                  <a:pt x="33132" y="19667"/>
                </a:lnTo>
                <a:cubicBezTo>
                  <a:pt x="33193" y="19606"/>
                  <a:pt x="33284" y="19576"/>
                  <a:pt x="33375" y="19545"/>
                </a:cubicBezTo>
                <a:cubicBezTo>
                  <a:pt x="33406" y="19545"/>
                  <a:pt x="33497" y="19606"/>
                  <a:pt x="33558" y="19606"/>
                </a:cubicBezTo>
                <a:cubicBezTo>
                  <a:pt x="33710" y="19636"/>
                  <a:pt x="33619" y="19728"/>
                  <a:pt x="33649" y="19819"/>
                </a:cubicBezTo>
                <a:lnTo>
                  <a:pt x="33649" y="19849"/>
                </a:lnTo>
                <a:cubicBezTo>
                  <a:pt x="33667" y="19885"/>
                  <a:pt x="33695" y="19899"/>
                  <a:pt x="33728" y="19899"/>
                </a:cubicBezTo>
                <a:cubicBezTo>
                  <a:pt x="33751" y="19899"/>
                  <a:pt x="33776" y="19892"/>
                  <a:pt x="33801" y="19880"/>
                </a:cubicBezTo>
                <a:lnTo>
                  <a:pt x="33831" y="19849"/>
                </a:lnTo>
                <a:cubicBezTo>
                  <a:pt x="33862" y="19819"/>
                  <a:pt x="33892" y="19788"/>
                  <a:pt x="33892" y="19788"/>
                </a:cubicBezTo>
                <a:cubicBezTo>
                  <a:pt x="33983" y="19819"/>
                  <a:pt x="34135" y="19849"/>
                  <a:pt x="34135" y="19910"/>
                </a:cubicBezTo>
                <a:lnTo>
                  <a:pt x="34196" y="20123"/>
                </a:lnTo>
                <a:cubicBezTo>
                  <a:pt x="34348" y="20062"/>
                  <a:pt x="34439" y="19971"/>
                  <a:pt x="34409" y="19940"/>
                </a:cubicBezTo>
                <a:lnTo>
                  <a:pt x="34378" y="19940"/>
                </a:lnTo>
                <a:lnTo>
                  <a:pt x="34348" y="19910"/>
                </a:lnTo>
                <a:cubicBezTo>
                  <a:pt x="34287" y="19910"/>
                  <a:pt x="34287" y="19819"/>
                  <a:pt x="34318" y="19788"/>
                </a:cubicBezTo>
                <a:lnTo>
                  <a:pt x="34378" y="19788"/>
                </a:lnTo>
                <a:lnTo>
                  <a:pt x="34500" y="19758"/>
                </a:lnTo>
                <a:cubicBezTo>
                  <a:pt x="34713" y="19758"/>
                  <a:pt x="34895" y="19758"/>
                  <a:pt x="35108" y="19819"/>
                </a:cubicBezTo>
                <a:lnTo>
                  <a:pt x="35260" y="19788"/>
                </a:lnTo>
                <a:lnTo>
                  <a:pt x="35351" y="19788"/>
                </a:lnTo>
                <a:cubicBezTo>
                  <a:pt x="35382" y="19788"/>
                  <a:pt x="35351" y="19728"/>
                  <a:pt x="35351" y="19728"/>
                </a:cubicBezTo>
                <a:lnTo>
                  <a:pt x="35290" y="19667"/>
                </a:lnTo>
                <a:cubicBezTo>
                  <a:pt x="35473" y="19667"/>
                  <a:pt x="35625" y="19697"/>
                  <a:pt x="35807" y="19728"/>
                </a:cubicBezTo>
                <a:lnTo>
                  <a:pt x="36020" y="19636"/>
                </a:lnTo>
                <a:lnTo>
                  <a:pt x="36111" y="19606"/>
                </a:lnTo>
                <a:cubicBezTo>
                  <a:pt x="36202" y="19606"/>
                  <a:pt x="36293" y="19697"/>
                  <a:pt x="36263" y="19819"/>
                </a:cubicBezTo>
                <a:cubicBezTo>
                  <a:pt x="36233" y="19849"/>
                  <a:pt x="36354" y="19910"/>
                  <a:pt x="36415" y="19940"/>
                </a:cubicBezTo>
                <a:cubicBezTo>
                  <a:pt x="36476" y="19940"/>
                  <a:pt x="36506" y="19940"/>
                  <a:pt x="36506" y="19880"/>
                </a:cubicBezTo>
                <a:lnTo>
                  <a:pt x="36506" y="19849"/>
                </a:lnTo>
                <a:cubicBezTo>
                  <a:pt x="36537" y="19758"/>
                  <a:pt x="36415" y="19606"/>
                  <a:pt x="36628" y="19545"/>
                </a:cubicBezTo>
                <a:lnTo>
                  <a:pt x="36628" y="19788"/>
                </a:lnTo>
                <a:lnTo>
                  <a:pt x="36628" y="19819"/>
                </a:lnTo>
                <a:cubicBezTo>
                  <a:pt x="36628" y="19849"/>
                  <a:pt x="36681" y="19864"/>
                  <a:pt x="36761" y="19864"/>
                </a:cubicBezTo>
                <a:cubicBezTo>
                  <a:pt x="36841" y="19864"/>
                  <a:pt x="36947" y="19849"/>
                  <a:pt x="37053" y="19819"/>
                </a:cubicBezTo>
                <a:lnTo>
                  <a:pt x="37236" y="19788"/>
                </a:lnTo>
                <a:cubicBezTo>
                  <a:pt x="37293" y="19780"/>
                  <a:pt x="37350" y="19776"/>
                  <a:pt x="37406" y="19776"/>
                </a:cubicBezTo>
                <a:cubicBezTo>
                  <a:pt x="37560" y="19776"/>
                  <a:pt x="37710" y="19805"/>
                  <a:pt x="37844" y="19849"/>
                </a:cubicBezTo>
                <a:lnTo>
                  <a:pt x="37904" y="19880"/>
                </a:lnTo>
                <a:cubicBezTo>
                  <a:pt x="37911" y="19883"/>
                  <a:pt x="37917" y="19884"/>
                  <a:pt x="37922" y="19884"/>
                </a:cubicBezTo>
                <a:cubicBezTo>
                  <a:pt x="37965" y="19884"/>
                  <a:pt x="37965" y="19775"/>
                  <a:pt x="37965" y="19667"/>
                </a:cubicBezTo>
                <a:lnTo>
                  <a:pt x="38148" y="19667"/>
                </a:lnTo>
                <a:cubicBezTo>
                  <a:pt x="38391" y="19667"/>
                  <a:pt x="38208" y="19819"/>
                  <a:pt x="38269" y="19910"/>
                </a:cubicBezTo>
                <a:lnTo>
                  <a:pt x="38269" y="19940"/>
                </a:lnTo>
                <a:cubicBezTo>
                  <a:pt x="38269" y="19949"/>
                  <a:pt x="38277" y="19953"/>
                  <a:pt x="38289" y="19953"/>
                </a:cubicBezTo>
                <a:cubicBezTo>
                  <a:pt x="38317" y="19953"/>
                  <a:pt x="38369" y="19931"/>
                  <a:pt x="38391" y="19910"/>
                </a:cubicBezTo>
                <a:cubicBezTo>
                  <a:pt x="38421" y="19849"/>
                  <a:pt x="38421" y="19788"/>
                  <a:pt x="38360" y="19758"/>
                </a:cubicBezTo>
                <a:lnTo>
                  <a:pt x="38452" y="19697"/>
                </a:lnTo>
                <a:cubicBezTo>
                  <a:pt x="38484" y="19673"/>
                  <a:pt x="38507" y="19664"/>
                  <a:pt x="38526" y="19664"/>
                </a:cubicBezTo>
                <a:cubicBezTo>
                  <a:pt x="38577" y="19664"/>
                  <a:pt x="38589" y="19736"/>
                  <a:pt x="38634" y="19758"/>
                </a:cubicBezTo>
                <a:lnTo>
                  <a:pt x="38725" y="19819"/>
                </a:lnTo>
                <a:cubicBezTo>
                  <a:pt x="38816" y="19788"/>
                  <a:pt x="38907" y="19667"/>
                  <a:pt x="38938" y="19667"/>
                </a:cubicBezTo>
                <a:cubicBezTo>
                  <a:pt x="39090" y="19728"/>
                  <a:pt x="39211" y="19758"/>
                  <a:pt x="39363" y="19758"/>
                </a:cubicBezTo>
                <a:lnTo>
                  <a:pt x="39455" y="19697"/>
                </a:lnTo>
                <a:lnTo>
                  <a:pt x="39728" y="19515"/>
                </a:lnTo>
                <a:cubicBezTo>
                  <a:pt x="39744" y="19594"/>
                  <a:pt x="39777" y="19640"/>
                  <a:pt x="39821" y="19640"/>
                </a:cubicBezTo>
                <a:cubicBezTo>
                  <a:pt x="39862" y="19640"/>
                  <a:pt x="39913" y="19602"/>
                  <a:pt x="39971" y="19515"/>
                </a:cubicBezTo>
                <a:lnTo>
                  <a:pt x="40214" y="19697"/>
                </a:lnTo>
                <a:lnTo>
                  <a:pt x="40275" y="19728"/>
                </a:lnTo>
                <a:cubicBezTo>
                  <a:pt x="40306" y="19740"/>
                  <a:pt x="40349" y="19745"/>
                  <a:pt x="40398" y="19745"/>
                </a:cubicBezTo>
                <a:cubicBezTo>
                  <a:pt x="40559" y="19745"/>
                  <a:pt x="40787" y="19692"/>
                  <a:pt x="40879" y="19692"/>
                </a:cubicBezTo>
                <a:cubicBezTo>
                  <a:pt x="40895" y="19692"/>
                  <a:pt x="40907" y="19694"/>
                  <a:pt x="40914" y="19697"/>
                </a:cubicBezTo>
                <a:cubicBezTo>
                  <a:pt x="40974" y="19758"/>
                  <a:pt x="40914" y="19819"/>
                  <a:pt x="40883" y="19819"/>
                </a:cubicBezTo>
                <a:cubicBezTo>
                  <a:pt x="40853" y="19849"/>
                  <a:pt x="40944" y="19940"/>
                  <a:pt x="41005" y="19971"/>
                </a:cubicBezTo>
                <a:cubicBezTo>
                  <a:pt x="41007" y="19973"/>
                  <a:pt x="41010" y="19975"/>
                  <a:pt x="41013" y="19975"/>
                </a:cubicBezTo>
                <a:cubicBezTo>
                  <a:pt x="41040" y="19975"/>
                  <a:pt x="41063" y="19833"/>
                  <a:pt x="41035" y="19667"/>
                </a:cubicBezTo>
                <a:lnTo>
                  <a:pt x="41339" y="19606"/>
                </a:lnTo>
                <a:lnTo>
                  <a:pt x="41582" y="19515"/>
                </a:lnTo>
                <a:cubicBezTo>
                  <a:pt x="41696" y="19583"/>
                  <a:pt x="41810" y="19617"/>
                  <a:pt x="41937" y="19617"/>
                </a:cubicBezTo>
                <a:cubicBezTo>
                  <a:pt x="41979" y="19617"/>
                  <a:pt x="42023" y="19614"/>
                  <a:pt x="42069" y="19606"/>
                </a:cubicBezTo>
                <a:cubicBezTo>
                  <a:pt x="42114" y="19591"/>
                  <a:pt x="42160" y="19583"/>
                  <a:pt x="42209" y="19583"/>
                </a:cubicBezTo>
                <a:cubicBezTo>
                  <a:pt x="42259" y="19583"/>
                  <a:pt x="42312" y="19591"/>
                  <a:pt x="42373" y="19606"/>
                </a:cubicBezTo>
                <a:lnTo>
                  <a:pt x="42433" y="19667"/>
                </a:lnTo>
                <a:cubicBezTo>
                  <a:pt x="42482" y="19716"/>
                  <a:pt x="42531" y="19747"/>
                  <a:pt x="42575" y="19747"/>
                </a:cubicBezTo>
                <a:cubicBezTo>
                  <a:pt x="42613" y="19747"/>
                  <a:pt x="42648" y="19723"/>
                  <a:pt x="42677" y="19667"/>
                </a:cubicBezTo>
                <a:cubicBezTo>
                  <a:pt x="42709" y="19602"/>
                  <a:pt x="42777" y="19571"/>
                  <a:pt x="42842" y="19571"/>
                </a:cubicBezTo>
                <a:cubicBezTo>
                  <a:pt x="42898" y="19571"/>
                  <a:pt x="42952" y="19594"/>
                  <a:pt x="42980" y="19636"/>
                </a:cubicBezTo>
                <a:lnTo>
                  <a:pt x="43041" y="19788"/>
                </a:lnTo>
                <a:cubicBezTo>
                  <a:pt x="43132" y="19728"/>
                  <a:pt x="43284" y="19667"/>
                  <a:pt x="43406" y="19606"/>
                </a:cubicBezTo>
                <a:cubicBezTo>
                  <a:pt x="43497" y="19606"/>
                  <a:pt x="43558" y="19606"/>
                  <a:pt x="43649" y="19636"/>
                </a:cubicBezTo>
                <a:lnTo>
                  <a:pt x="43680" y="19667"/>
                </a:lnTo>
                <a:lnTo>
                  <a:pt x="43710" y="19697"/>
                </a:lnTo>
                <a:cubicBezTo>
                  <a:pt x="43740" y="19712"/>
                  <a:pt x="43771" y="19720"/>
                  <a:pt x="43801" y="19720"/>
                </a:cubicBezTo>
                <a:cubicBezTo>
                  <a:pt x="43832" y="19720"/>
                  <a:pt x="43862" y="19712"/>
                  <a:pt x="43892" y="19697"/>
                </a:cubicBezTo>
                <a:lnTo>
                  <a:pt x="43892" y="19545"/>
                </a:lnTo>
                <a:cubicBezTo>
                  <a:pt x="43984" y="19545"/>
                  <a:pt x="44105" y="19697"/>
                  <a:pt x="44105" y="19788"/>
                </a:cubicBezTo>
                <a:cubicBezTo>
                  <a:pt x="44105" y="19849"/>
                  <a:pt x="44075" y="20062"/>
                  <a:pt x="44014" y="20092"/>
                </a:cubicBezTo>
                <a:cubicBezTo>
                  <a:pt x="43923" y="20123"/>
                  <a:pt x="44166" y="20275"/>
                  <a:pt x="44196" y="20366"/>
                </a:cubicBezTo>
                <a:cubicBezTo>
                  <a:pt x="44257" y="20457"/>
                  <a:pt x="44166" y="20518"/>
                  <a:pt x="44014" y="20518"/>
                </a:cubicBezTo>
                <a:lnTo>
                  <a:pt x="43862" y="20518"/>
                </a:lnTo>
                <a:cubicBezTo>
                  <a:pt x="43771" y="20518"/>
                  <a:pt x="43649" y="20731"/>
                  <a:pt x="43680" y="20731"/>
                </a:cubicBezTo>
                <a:lnTo>
                  <a:pt x="43984" y="20761"/>
                </a:lnTo>
                <a:cubicBezTo>
                  <a:pt x="43965" y="20870"/>
                  <a:pt x="44078" y="20925"/>
                  <a:pt x="44165" y="20925"/>
                </a:cubicBezTo>
                <a:cubicBezTo>
                  <a:pt x="44223" y="20925"/>
                  <a:pt x="44269" y="20901"/>
                  <a:pt x="44257" y="20852"/>
                </a:cubicBezTo>
                <a:cubicBezTo>
                  <a:pt x="44227" y="20761"/>
                  <a:pt x="44348" y="20700"/>
                  <a:pt x="44409" y="20700"/>
                </a:cubicBezTo>
                <a:cubicBezTo>
                  <a:pt x="44470" y="20731"/>
                  <a:pt x="44500" y="20791"/>
                  <a:pt x="44531" y="20883"/>
                </a:cubicBezTo>
                <a:lnTo>
                  <a:pt x="44622" y="20852"/>
                </a:lnTo>
                <a:cubicBezTo>
                  <a:pt x="44804" y="20791"/>
                  <a:pt x="44591" y="20761"/>
                  <a:pt x="44622" y="20731"/>
                </a:cubicBezTo>
                <a:cubicBezTo>
                  <a:pt x="44652" y="20700"/>
                  <a:pt x="44774" y="20700"/>
                  <a:pt x="44774" y="20700"/>
                </a:cubicBezTo>
                <a:lnTo>
                  <a:pt x="44835" y="20791"/>
                </a:lnTo>
                <a:cubicBezTo>
                  <a:pt x="44850" y="20837"/>
                  <a:pt x="44911" y="20852"/>
                  <a:pt x="44979" y="20852"/>
                </a:cubicBezTo>
                <a:cubicBezTo>
                  <a:pt x="45047" y="20852"/>
                  <a:pt x="45123" y="20837"/>
                  <a:pt x="45169" y="20822"/>
                </a:cubicBezTo>
                <a:cubicBezTo>
                  <a:pt x="45230" y="20791"/>
                  <a:pt x="45108" y="20761"/>
                  <a:pt x="45047" y="20731"/>
                </a:cubicBezTo>
                <a:cubicBezTo>
                  <a:pt x="44987" y="20731"/>
                  <a:pt x="44987" y="20670"/>
                  <a:pt x="45047" y="20639"/>
                </a:cubicBezTo>
                <a:lnTo>
                  <a:pt x="45047" y="20579"/>
                </a:lnTo>
                <a:cubicBezTo>
                  <a:pt x="45047" y="20518"/>
                  <a:pt x="45108" y="20427"/>
                  <a:pt x="44956" y="20427"/>
                </a:cubicBezTo>
                <a:lnTo>
                  <a:pt x="44926" y="20427"/>
                </a:lnTo>
                <a:cubicBezTo>
                  <a:pt x="44898" y="20483"/>
                  <a:pt x="44714" y="20643"/>
                  <a:pt x="44614" y="20643"/>
                </a:cubicBezTo>
                <a:cubicBezTo>
                  <a:pt x="44606" y="20643"/>
                  <a:pt x="44598" y="20642"/>
                  <a:pt x="44591" y="20639"/>
                </a:cubicBezTo>
                <a:cubicBezTo>
                  <a:pt x="44500" y="20639"/>
                  <a:pt x="44500" y="20153"/>
                  <a:pt x="44409" y="19971"/>
                </a:cubicBezTo>
                <a:cubicBezTo>
                  <a:pt x="44334" y="19846"/>
                  <a:pt x="44341" y="19742"/>
                  <a:pt x="44413" y="19742"/>
                </a:cubicBezTo>
                <a:cubicBezTo>
                  <a:pt x="44429" y="19742"/>
                  <a:pt x="44448" y="19747"/>
                  <a:pt x="44470" y="19758"/>
                </a:cubicBezTo>
                <a:lnTo>
                  <a:pt x="44835" y="19758"/>
                </a:lnTo>
                <a:cubicBezTo>
                  <a:pt x="44875" y="19766"/>
                  <a:pt x="44918" y="19770"/>
                  <a:pt x="44962" y="19770"/>
                </a:cubicBezTo>
                <a:cubicBezTo>
                  <a:pt x="45082" y="19770"/>
                  <a:pt x="45210" y="19742"/>
                  <a:pt x="45321" y="19697"/>
                </a:cubicBezTo>
                <a:lnTo>
                  <a:pt x="45412" y="19788"/>
                </a:lnTo>
                <a:cubicBezTo>
                  <a:pt x="45439" y="19816"/>
                  <a:pt x="45485" y="19831"/>
                  <a:pt x="45536" y="19831"/>
                </a:cubicBezTo>
                <a:cubicBezTo>
                  <a:pt x="45597" y="19831"/>
                  <a:pt x="45666" y="19808"/>
                  <a:pt x="45716" y="19758"/>
                </a:cubicBezTo>
                <a:cubicBezTo>
                  <a:pt x="45719" y="19755"/>
                  <a:pt x="45722" y="19754"/>
                  <a:pt x="45726" y="19754"/>
                </a:cubicBezTo>
                <a:cubicBezTo>
                  <a:pt x="45754" y="19754"/>
                  <a:pt x="45808" y="19818"/>
                  <a:pt x="45879" y="19818"/>
                </a:cubicBezTo>
                <a:cubicBezTo>
                  <a:pt x="45903" y="19818"/>
                  <a:pt x="45931" y="19810"/>
                  <a:pt x="45959" y="19788"/>
                </a:cubicBezTo>
                <a:lnTo>
                  <a:pt x="46111" y="19697"/>
                </a:lnTo>
                <a:cubicBezTo>
                  <a:pt x="46324" y="19788"/>
                  <a:pt x="46506" y="19819"/>
                  <a:pt x="46719" y="19849"/>
                </a:cubicBezTo>
                <a:lnTo>
                  <a:pt x="46871" y="19758"/>
                </a:lnTo>
                <a:cubicBezTo>
                  <a:pt x="46902" y="19758"/>
                  <a:pt x="47084" y="19971"/>
                  <a:pt x="47236" y="19971"/>
                </a:cubicBezTo>
                <a:cubicBezTo>
                  <a:pt x="47357" y="19971"/>
                  <a:pt x="47388" y="20092"/>
                  <a:pt x="47357" y="20153"/>
                </a:cubicBezTo>
                <a:cubicBezTo>
                  <a:pt x="47327" y="20244"/>
                  <a:pt x="47297" y="20335"/>
                  <a:pt x="47297" y="20427"/>
                </a:cubicBezTo>
                <a:lnTo>
                  <a:pt x="47418" y="20427"/>
                </a:lnTo>
                <a:cubicBezTo>
                  <a:pt x="47601" y="20396"/>
                  <a:pt x="47418" y="20305"/>
                  <a:pt x="47418" y="20305"/>
                </a:cubicBezTo>
                <a:cubicBezTo>
                  <a:pt x="47418" y="20275"/>
                  <a:pt x="47449" y="20244"/>
                  <a:pt x="47479" y="20244"/>
                </a:cubicBezTo>
                <a:lnTo>
                  <a:pt x="47570" y="20244"/>
                </a:lnTo>
                <a:cubicBezTo>
                  <a:pt x="47540" y="20214"/>
                  <a:pt x="47509" y="20062"/>
                  <a:pt x="47509" y="20001"/>
                </a:cubicBezTo>
                <a:cubicBezTo>
                  <a:pt x="47509" y="19940"/>
                  <a:pt x="47722" y="19880"/>
                  <a:pt x="47965" y="19880"/>
                </a:cubicBezTo>
                <a:lnTo>
                  <a:pt x="48178" y="20001"/>
                </a:lnTo>
                <a:cubicBezTo>
                  <a:pt x="48195" y="20007"/>
                  <a:pt x="48215" y="20009"/>
                  <a:pt x="48237" y="20009"/>
                </a:cubicBezTo>
                <a:cubicBezTo>
                  <a:pt x="48335" y="20009"/>
                  <a:pt x="48480" y="19960"/>
                  <a:pt x="48604" y="19910"/>
                </a:cubicBezTo>
                <a:lnTo>
                  <a:pt x="48634" y="19910"/>
                </a:lnTo>
                <a:cubicBezTo>
                  <a:pt x="48641" y="19890"/>
                  <a:pt x="48647" y="19882"/>
                  <a:pt x="48654" y="19882"/>
                </a:cubicBezTo>
                <a:cubicBezTo>
                  <a:pt x="48676" y="19882"/>
                  <a:pt x="48695" y="19990"/>
                  <a:pt x="48695" y="20062"/>
                </a:cubicBezTo>
                <a:cubicBezTo>
                  <a:pt x="48695" y="20183"/>
                  <a:pt x="48664" y="20305"/>
                  <a:pt x="48664" y="20427"/>
                </a:cubicBezTo>
                <a:cubicBezTo>
                  <a:pt x="48695" y="20579"/>
                  <a:pt x="48756" y="20700"/>
                  <a:pt x="48816" y="20822"/>
                </a:cubicBezTo>
                <a:lnTo>
                  <a:pt x="48573" y="20852"/>
                </a:lnTo>
                <a:cubicBezTo>
                  <a:pt x="48573" y="20913"/>
                  <a:pt x="48604" y="20943"/>
                  <a:pt x="48634" y="20943"/>
                </a:cubicBezTo>
                <a:lnTo>
                  <a:pt x="48725" y="20943"/>
                </a:lnTo>
                <a:cubicBezTo>
                  <a:pt x="48816" y="20913"/>
                  <a:pt x="48877" y="20700"/>
                  <a:pt x="48877" y="20639"/>
                </a:cubicBezTo>
                <a:cubicBezTo>
                  <a:pt x="48877" y="20548"/>
                  <a:pt x="48877" y="20487"/>
                  <a:pt x="48908" y="20396"/>
                </a:cubicBezTo>
                <a:cubicBezTo>
                  <a:pt x="48938" y="20366"/>
                  <a:pt x="48968" y="20335"/>
                  <a:pt x="48999" y="20305"/>
                </a:cubicBezTo>
                <a:cubicBezTo>
                  <a:pt x="49029" y="20305"/>
                  <a:pt x="48968" y="20275"/>
                  <a:pt x="48908" y="20244"/>
                </a:cubicBezTo>
                <a:cubicBezTo>
                  <a:pt x="48877" y="20244"/>
                  <a:pt x="49029" y="20123"/>
                  <a:pt x="49090" y="20062"/>
                </a:cubicBezTo>
                <a:cubicBezTo>
                  <a:pt x="49097" y="20059"/>
                  <a:pt x="49105" y="20057"/>
                  <a:pt x="49116" y="20057"/>
                </a:cubicBezTo>
                <a:cubicBezTo>
                  <a:pt x="49201" y="20057"/>
                  <a:pt x="49401" y="20160"/>
                  <a:pt x="49455" y="20214"/>
                </a:cubicBezTo>
                <a:cubicBezTo>
                  <a:pt x="49462" y="20228"/>
                  <a:pt x="49475" y="20234"/>
                  <a:pt x="49493" y="20234"/>
                </a:cubicBezTo>
                <a:cubicBezTo>
                  <a:pt x="49549" y="20234"/>
                  <a:pt x="49644" y="20169"/>
                  <a:pt x="49668" y="20123"/>
                </a:cubicBezTo>
                <a:cubicBezTo>
                  <a:pt x="49705" y="20085"/>
                  <a:pt x="49754" y="20059"/>
                  <a:pt x="49808" y="20059"/>
                </a:cubicBezTo>
                <a:cubicBezTo>
                  <a:pt x="49841" y="20059"/>
                  <a:pt x="49876" y="20069"/>
                  <a:pt x="49911" y="20092"/>
                </a:cubicBezTo>
                <a:lnTo>
                  <a:pt x="50002" y="20092"/>
                </a:lnTo>
                <a:cubicBezTo>
                  <a:pt x="50018" y="20088"/>
                  <a:pt x="50034" y="20086"/>
                  <a:pt x="50050" y="20086"/>
                </a:cubicBezTo>
                <a:cubicBezTo>
                  <a:pt x="50161" y="20086"/>
                  <a:pt x="50279" y="20173"/>
                  <a:pt x="50306" y="20305"/>
                </a:cubicBezTo>
                <a:cubicBezTo>
                  <a:pt x="50397" y="20518"/>
                  <a:pt x="50549" y="20700"/>
                  <a:pt x="50792" y="20791"/>
                </a:cubicBezTo>
                <a:cubicBezTo>
                  <a:pt x="50853" y="20822"/>
                  <a:pt x="50883" y="20883"/>
                  <a:pt x="50944" y="20913"/>
                </a:cubicBezTo>
                <a:cubicBezTo>
                  <a:pt x="50975" y="20913"/>
                  <a:pt x="50975" y="20791"/>
                  <a:pt x="50944" y="20761"/>
                </a:cubicBezTo>
                <a:cubicBezTo>
                  <a:pt x="50944" y="20731"/>
                  <a:pt x="51005" y="20639"/>
                  <a:pt x="51035" y="20609"/>
                </a:cubicBezTo>
                <a:cubicBezTo>
                  <a:pt x="51066" y="20579"/>
                  <a:pt x="51005" y="20518"/>
                  <a:pt x="50853" y="20518"/>
                </a:cubicBezTo>
                <a:lnTo>
                  <a:pt x="50883" y="20366"/>
                </a:lnTo>
                <a:cubicBezTo>
                  <a:pt x="50853" y="20366"/>
                  <a:pt x="50792" y="20335"/>
                  <a:pt x="50762" y="20335"/>
                </a:cubicBezTo>
                <a:cubicBezTo>
                  <a:pt x="50731" y="20366"/>
                  <a:pt x="50701" y="20396"/>
                  <a:pt x="50701" y="20457"/>
                </a:cubicBezTo>
                <a:cubicBezTo>
                  <a:pt x="50701" y="20457"/>
                  <a:pt x="50762" y="20487"/>
                  <a:pt x="50762" y="20518"/>
                </a:cubicBezTo>
                <a:cubicBezTo>
                  <a:pt x="50762" y="20548"/>
                  <a:pt x="50731" y="20609"/>
                  <a:pt x="50701" y="20609"/>
                </a:cubicBezTo>
                <a:cubicBezTo>
                  <a:pt x="50610" y="20579"/>
                  <a:pt x="50519" y="20518"/>
                  <a:pt x="50519" y="20487"/>
                </a:cubicBezTo>
                <a:lnTo>
                  <a:pt x="50549" y="20305"/>
                </a:lnTo>
                <a:cubicBezTo>
                  <a:pt x="50502" y="20247"/>
                  <a:pt x="50577" y="20229"/>
                  <a:pt x="50693" y="20229"/>
                </a:cubicBezTo>
                <a:cubicBezTo>
                  <a:pt x="50880" y="20229"/>
                  <a:pt x="51173" y="20275"/>
                  <a:pt x="51248" y="20275"/>
                </a:cubicBezTo>
                <a:cubicBezTo>
                  <a:pt x="51400" y="20244"/>
                  <a:pt x="51461" y="20153"/>
                  <a:pt x="51461" y="20123"/>
                </a:cubicBezTo>
                <a:cubicBezTo>
                  <a:pt x="51435" y="20097"/>
                  <a:pt x="51499" y="20025"/>
                  <a:pt x="51536" y="20025"/>
                </a:cubicBezTo>
                <a:cubicBezTo>
                  <a:pt x="51542" y="20025"/>
                  <a:pt x="51548" y="20027"/>
                  <a:pt x="51552" y="20031"/>
                </a:cubicBezTo>
                <a:cubicBezTo>
                  <a:pt x="51674" y="20062"/>
                  <a:pt x="51826" y="20092"/>
                  <a:pt x="51947" y="20123"/>
                </a:cubicBezTo>
                <a:lnTo>
                  <a:pt x="52099" y="20123"/>
                </a:lnTo>
                <a:cubicBezTo>
                  <a:pt x="52099" y="20153"/>
                  <a:pt x="51978" y="20214"/>
                  <a:pt x="51917" y="20214"/>
                </a:cubicBezTo>
                <a:cubicBezTo>
                  <a:pt x="51856" y="20214"/>
                  <a:pt x="51917" y="20366"/>
                  <a:pt x="51978" y="20427"/>
                </a:cubicBezTo>
                <a:cubicBezTo>
                  <a:pt x="52008" y="20487"/>
                  <a:pt x="51917" y="20579"/>
                  <a:pt x="51795" y="20639"/>
                </a:cubicBezTo>
                <a:lnTo>
                  <a:pt x="51795" y="20609"/>
                </a:lnTo>
                <a:lnTo>
                  <a:pt x="51613" y="20487"/>
                </a:lnTo>
                <a:lnTo>
                  <a:pt x="51613" y="20487"/>
                </a:lnTo>
                <a:cubicBezTo>
                  <a:pt x="51582" y="20609"/>
                  <a:pt x="51856" y="20700"/>
                  <a:pt x="51978" y="20700"/>
                </a:cubicBezTo>
                <a:lnTo>
                  <a:pt x="52646" y="20700"/>
                </a:lnTo>
                <a:lnTo>
                  <a:pt x="52646" y="20427"/>
                </a:lnTo>
                <a:cubicBezTo>
                  <a:pt x="52642" y="20422"/>
                  <a:pt x="52634" y="20421"/>
                  <a:pt x="52622" y="20421"/>
                </a:cubicBezTo>
                <a:cubicBezTo>
                  <a:pt x="52552" y="20421"/>
                  <a:pt x="52364" y="20492"/>
                  <a:pt x="52312" y="20518"/>
                </a:cubicBezTo>
                <a:cubicBezTo>
                  <a:pt x="52304" y="20523"/>
                  <a:pt x="52296" y="20526"/>
                  <a:pt x="52288" y="20526"/>
                </a:cubicBezTo>
                <a:cubicBezTo>
                  <a:pt x="52206" y="20526"/>
                  <a:pt x="52138" y="20266"/>
                  <a:pt x="52221" y="20183"/>
                </a:cubicBezTo>
                <a:cubicBezTo>
                  <a:pt x="52373" y="20092"/>
                  <a:pt x="52525" y="20031"/>
                  <a:pt x="52677" y="20031"/>
                </a:cubicBezTo>
                <a:lnTo>
                  <a:pt x="53072" y="20031"/>
                </a:lnTo>
                <a:lnTo>
                  <a:pt x="53133" y="20123"/>
                </a:lnTo>
                <a:lnTo>
                  <a:pt x="53133" y="20153"/>
                </a:lnTo>
                <a:cubicBezTo>
                  <a:pt x="53102" y="20183"/>
                  <a:pt x="53133" y="20244"/>
                  <a:pt x="53224" y="20244"/>
                </a:cubicBezTo>
                <a:lnTo>
                  <a:pt x="53285" y="20275"/>
                </a:lnTo>
                <a:lnTo>
                  <a:pt x="53345" y="20275"/>
                </a:lnTo>
                <a:cubicBezTo>
                  <a:pt x="53350" y="20280"/>
                  <a:pt x="53356" y="20282"/>
                  <a:pt x="53362" y="20282"/>
                </a:cubicBezTo>
                <a:cubicBezTo>
                  <a:pt x="53432" y="20282"/>
                  <a:pt x="53571" y="20001"/>
                  <a:pt x="53710" y="20001"/>
                </a:cubicBezTo>
                <a:cubicBezTo>
                  <a:pt x="53870" y="20001"/>
                  <a:pt x="54262" y="20164"/>
                  <a:pt x="54459" y="20164"/>
                </a:cubicBezTo>
                <a:cubicBezTo>
                  <a:pt x="54488" y="20164"/>
                  <a:pt x="54512" y="20161"/>
                  <a:pt x="54531" y="20153"/>
                </a:cubicBezTo>
                <a:cubicBezTo>
                  <a:pt x="54683" y="20123"/>
                  <a:pt x="54926" y="20092"/>
                  <a:pt x="54987" y="20062"/>
                </a:cubicBezTo>
                <a:cubicBezTo>
                  <a:pt x="55009" y="20047"/>
                  <a:pt x="55024" y="20041"/>
                  <a:pt x="55034" y="20041"/>
                </a:cubicBezTo>
                <a:cubicBezTo>
                  <a:pt x="55065" y="20041"/>
                  <a:pt x="55048" y="20100"/>
                  <a:pt x="55048" y="20123"/>
                </a:cubicBezTo>
                <a:cubicBezTo>
                  <a:pt x="55017" y="20153"/>
                  <a:pt x="55078" y="20244"/>
                  <a:pt x="55108" y="20275"/>
                </a:cubicBezTo>
                <a:cubicBezTo>
                  <a:pt x="55291" y="20457"/>
                  <a:pt x="55412" y="20670"/>
                  <a:pt x="55504" y="20883"/>
                </a:cubicBezTo>
                <a:cubicBezTo>
                  <a:pt x="55504" y="21004"/>
                  <a:pt x="55534" y="21126"/>
                  <a:pt x="55534" y="21247"/>
                </a:cubicBezTo>
                <a:lnTo>
                  <a:pt x="56020" y="21247"/>
                </a:lnTo>
                <a:cubicBezTo>
                  <a:pt x="56034" y="21250"/>
                  <a:pt x="56046" y="21251"/>
                  <a:pt x="56057" y="21251"/>
                </a:cubicBezTo>
                <a:cubicBezTo>
                  <a:pt x="56161" y="21251"/>
                  <a:pt x="56103" y="21126"/>
                  <a:pt x="56020" y="21126"/>
                </a:cubicBezTo>
                <a:cubicBezTo>
                  <a:pt x="55929" y="21126"/>
                  <a:pt x="55807" y="21065"/>
                  <a:pt x="55747" y="20974"/>
                </a:cubicBezTo>
                <a:lnTo>
                  <a:pt x="55655" y="20913"/>
                </a:lnTo>
                <a:cubicBezTo>
                  <a:pt x="55595" y="20883"/>
                  <a:pt x="55655" y="20791"/>
                  <a:pt x="55777" y="20791"/>
                </a:cubicBezTo>
                <a:cubicBezTo>
                  <a:pt x="55807" y="20791"/>
                  <a:pt x="55838" y="20670"/>
                  <a:pt x="55838" y="20609"/>
                </a:cubicBezTo>
                <a:lnTo>
                  <a:pt x="55807" y="20487"/>
                </a:lnTo>
                <a:cubicBezTo>
                  <a:pt x="55905" y="20463"/>
                  <a:pt x="56121" y="20379"/>
                  <a:pt x="56234" y="20379"/>
                </a:cubicBezTo>
                <a:cubicBezTo>
                  <a:pt x="56261" y="20379"/>
                  <a:pt x="56282" y="20384"/>
                  <a:pt x="56294" y="20396"/>
                </a:cubicBezTo>
                <a:cubicBezTo>
                  <a:pt x="56302" y="20399"/>
                  <a:pt x="56310" y="20400"/>
                  <a:pt x="56317" y="20400"/>
                </a:cubicBezTo>
                <a:cubicBezTo>
                  <a:pt x="56390" y="20400"/>
                  <a:pt x="56410" y="20272"/>
                  <a:pt x="56355" y="20244"/>
                </a:cubicBezTo>
                <a:cubicBezTo>
                  <a:pt x="56294" y="20214"/>
                  <a:pt x="56415" y="20123"/>
                  <a:pt x="56476" y="20092"/>
                </a:cubicBezTo>
                <a:cubicBezTo>
                  <a:pt x="56628" y="20062"/>
                  <a:pt x="56780" y="20062"/>
                  <a:pt x="56932" y="20062"/>
                </a:cubicBezTo>
                <a:lnTo>
                  <a:pt x="57054" y="20001"/>
                </a:lnTo>
                <a:lnTo>
                  <a:pt x="57206" y="19940"/>
                </a:lnTo>
                <a:cubicBezTo>
                  <a:pt x="57388" y="19971"/>
                  <a:pt x="57449" y="20123"/>
                  <a:pt x="57418" y="20153"/>
                </a:cubicBezTo>
                <a:cubicBezTo>
                  <a:pt x="57403" y="20168"/>
                  <a:pt x="57441" y="20176"/>
                  <a:pt x="57491" y="20176"/>
                </a:cubicBezTo>
                <a:cubicBezTo>
                  <a:pt x="57540" y="20176"/>
                  <a:pt x="57601" y="20168"/>
                  <a:pt x="57631" y="20153"/>
                </a:cubicBezTo>
                <a:cubicBezTo>
                  <a:pt x="57635" y="20151"/>
                  <a:pt x="57639" y="20150"/>
                  <a:pt x="57643" y="20150"/>
                </a:cubicBezTo>
                <a:cubicBezTo>
                  <a:pt x="57709" y="20150"/>
                  <a:pt x="57847" y="20373"/>
                  <a:pt x="57905" y="20487"/>
                </a:cubicBezTo>
                <a:cubicBezTo>
                  <a:pt x="57966" y="20579"/>
                  <a:pt x="58026" y="20670"/>
                  <a:pt x="58087" y="20731"/>
                </a:cubicBezTo>
                <a:cubicBezTo>
                  <a:pt x="58130" y="20752"/>
                  <a:pt x="58188" y="20774"/>
                  <a:pt x="58240" y="20774"/>
                </a:cubicBezTo>
                <a:cubicBezTo>
                  <a:pt x="58262" y="20774"/>
                  <a:pt x="58282" y="20770"/>
                  <a:pt x="58300" y="20761"/>
                </a:cubicBezTo>
                <a:lnTo>
                  <a:pt x="58300" y="20670"/>
                </a:lnTo>
                <a:cubicBezTo>
                  <a:pt x="58361" y="20639"/>
                  <a:pt x="58421" y="20639"/>
                  <a:pt x="58482" y="20639"/>
                </a:cubicBezTo>
                <a:cubicBezTo>
                  <a:pt x="58543" y="20639"/>
                  <a:pt x="58634" y="20700"/>
                  <a:pt x="58695" y="20700"/>
                </a:cubicBezTo>
                <a:cubicBezTo>
                  <a:pt x="58756" y="20700"/>
                  <a:pt x="58786" y="20700"/>
                  <a:pt x="58817" y="20670"/>
                </a:cubicBezTo>
                <a:cubicBezTo>
                  <a:pt x="58817" y="20639"/>
                  <a:pt x="58786" y="20579"/>
                  <a:pt x="58786" y="20548"/>
                </a:cubicBezTo>
                <a:lnTo>
                  <a:pt x="58756" y="20518"/>
                </a:lnTo>
                <a:cubicBezTo>
                  <a:pt x="58742" y="20511"/>
                  <a:pt x="58722" y="20509"/>
                  <a:pt x="58699" y="20509"/>
                </a:cubicBezTo>
                <a:cubicBezTo>
                  <a:pt x="58659" y="20509"/>
                  <a:pt x="58610" y="20516"/>
                  <a:pt x="58572" y="20516"/>
                </a:cubicBezTo>
                <a:cubicBezTo>
                  <a:pt x="58538" y="20516"/>
                  <a:pt x="58513" y="20510"/>
                  <a:pt x="58513" y="20487"/>
                </a:cubicBezTo>
                <a:cubicBezTo>
                  <a:pt x="58543" y="20396"/>
                  <a:pt x="58604" y="20305"/>
                  <a:pt x="58634" y="20244"/>
                </a:cubicBezTo>
                <a:cubicBezTo>
                  <a:pt x="58649" y="20230"/>
                  <a:pt x="58667" y="20224"/>
                  <a:pt x="58686" y="20224"/>
                </a:cubicBezTo>
                <a:cubicBezTo>
                  <a:pt x="58746" y="20224"/>
                  <a:pt x="58817" y="20282"/>
                  <a:pt x="58817" y="20305"/>
                </a:cubicBezTo>
                <a:cubicBezTo>
                  <a:pt x="58847" y="20335"/>
                  <a:pt x="58877" y="20366"/>
                  <a:pt x="58908" y="20366"/>
                </a:cubicBezTo>
                <a:cubicBezTo>
                  <a:pt x="58877" y="20275"/>
                  <a:pt x="58847" y="20183"/>
                  <a:pt x="58786" y="20092"/>
                </a:cubicBezTo>
                <a:cubicBezTo>
                  <a:pt x="58786" y="20031"/>
                  <a:pt x="59060" y="19971"/>
                  <a:pt x="59181" y="19971"/>
                </a:cubicBezTo>
                <a:cubicBezTo>
                  <a:pt x="59303" y="19971"/>
                  <a:pt x="59212" y="20092"/>
                  <a:pt x="59151" y="20123"/>
                </a:cubicBezTo>
                <a:cubicBezTo>
                  <a:pt x="59090" y="20153"/>
                  <a:pt x="59181" y="20214"/>
                  <a:pt x="59333" y="20244"/>
                </a:cubicBezTo>
                <a:lnTo>
                  <a:pt x="59394" y="20366"/>
                </a:lnTo>
                <a:cubicBezTo>
                  <a:pt x="59394" y="20396"/>
                  <a:pt x="59425" y="20427"/>
                  <a:pt x="59394" y="20457"/>
                </a:cubicBezTo>
                <a:cubicBezTo>
                  <a:pt x="59364" y="20487"/>
                  <a:pt x="59273" y="20487"/>
                  <a:pt x="59242" y="20487"/>
                </a:cubicBezTo>
                <a:lnTo>
                  <a:pt x="59151" y="20457"/>
                </a:lnTo>
                <a:cubicBezTo>
                  <a:pt x="59090" y="20518"/>
                  <a:pt x="59029" y="20609"/>
                  <a:pt x="58969" y="20700"/>
                </a:cubicBezTo>
                <a:cubicBezTo>
                  <a:pt x="58969" y="20731"/>
                  <a:pt x="58999" y="20791"/>
                  <a:pt x="59029" y="20791"/>
                </a:cubicBezTo>
                <a:lnTo>
                  <a:pt x="59090" y="20791"/>
                </a:lnTo>
                <a:cubicBezTo>
                  <a:pt x="59121" y="20791"/>
                  <a:pt x="59121" y="20731"/>
                  <a:pt x="59151" y="20700"/>
                </a:cubicBezTo>
                <a:lnTo>
                  <a:pt x="59181" y="20670"/>
                </a:lnTo>
                <a:cubicBezTo>
                  <a:pt x="59199" y="20661"/>
                  <a:pt x="59217" y="20657"/>
                  <a:pt x="59234" y="20657"/>
                </a:cubicBezTo>
                <a:cubicBezTo>
                  <a:pt x="59275" y="20657"/>
                  <a:pt x="59312" y="20679"/>
                  <a:pt x="59333" y="20700"/>
                </a:cubicBezTo>
                <a:lnTo>
                  <a:pt x="59333" y="20761"/>
                </a:lnTo>
                <a:cubicBezTo>
                  <a:pt x="59333" y="20822"/>
                  <a:pt x="59364" y="20883"/>
                  <a:pt x="59242" y="20913"/>
                </a:cubicBezTo>
                <a:cubicBezTo>
                  <a:pt x="59181" y="20913"/>
                  <a:pt x="59121" y="21004"/>
                  <a:pt x="59090" y="21065"/>
                </a:cubicBezTo>
                <a:lnTo>
                  <a:pt x="58999" y="21187"/>
                </a:lnTo>
                <a:cubicBezTo>
                  <a:pt x="59151" y="21247"/>
                  <a:pt x="59273" y="21278"/>
                  <a:pt x="59303" y="21278"/>
                </a:cubicBezTo>
                <a:lnTo>
                  <a:pt x="59333" y="21278"/>
                </a:lnTo>
                <a:cubicBezTo>
                  <a:pt x="59333" y="21278"/>
                  <a:pt x="59333" y="21247"/>
                  <a:pt x="59333" y="21247"/>
                </a:cubicBezTo>
                <a:lnTo>
                  <a:pt x="59364" y="21065"/>
                </a:lnTo>
                <a:cubicBezTo>
                  <a:pt x="59577" y="21035"/>
                  <a:pt x="59577" y="20913"/>
                  <a:pt x="59516" y="20822"/>
                </a:cubicBezTo>
                <a:cubicBezTo>
                  <a:pt x="59485" y="20761"/>
                  <a:pt x="59637" y="20761"/>
                  <a:pt x="59668" y="20761"/>
                </a:cubicBezTo>
                <a:cubicBezTo>
                  <a:pt x="59729" y="20791"/>
                  <a:pt x="59759" y="20822"/>
                  <a:pt x="59789" y="20852"/>
                </a:cubicBezTo>
                <a:cubicBezTo>
                  <a:pt x="59911" y="20852"/>
                  <a:pt x="60032" y="20822"/>
                  <a:pt x="60124" y="20761"/>
                </a:cubicBezTo>
                <a:lnTo>
                  <a:pt x="60215" y="20639"/>
                </a:lnTo>
                <a:lnTo>
                  <a:pt x="60306" y="20548"/>
                </a:lnTo>
                <a:cubicBezTo>
                  <a:pt x="60428" y="20639"/>
                  <a:pt x="60549" y="20761"/>
                  <a:pt x="60640" y="20883"/>
                </a:cubicBezTo>
                <a:lnTo>
                  <a:pt x="60701" y="20943"/>
                </a:lnTo>
                <a:cubicBezTo>
                  <a:pt x="60732" y="20943"/>
                  <a:pt x="60792" y="20791"/>
                  <a:pt x="60792" y="20731"/>
                </a:cubicBezTo>
                <a:cubicBezTo>
                  <a:pt x="60792" y="20670"/>
                  <a:pt x="61036" y="20579"/>
                  <a:pt x="61096" y="20579"/>
                </a:cubicBezTo>
                <a:cubicBezTo>
                  <a:pt x="61172" y="20563"/>
                  <a:pt x="61241" y="20556"/>
                  <a:pt x="61309" y="20556"/>
                </a:cubicBezTo>
                <a:cubicBezTo>
                  <a:pt x="61377" y="20556"/>
                  <a:pt x="61446" y="20563"/>
                  <a:pt x="61522" y="20579"/>
                </a:cubicBezTo>
                <a:cubicBezTo>
                  <a:pt x="61613" y="20670"/>
                  <a:pt x="61704" y="20761"/>
                  <a:pt x="61704" y="20913"/>
                </a:cubicBezTo>
                <a:cubicBezTo>
                  <a:pt x="61717" y="20938"/>
                  <a:pt x="61729" y="20953"/>
                  <a:pt x="61740" y="20953"/>
                </a:cubicBezTo>
                <a:cubicBezTo>
                  <a:pt x="61755" y="20953"/>
                  <a:pt x="61765" y="20923"/>
                  <a:pt x="61765" y="20852"/>
                </a:cubicBezTo>
                <a:lnTo>
                  <a:pt x="61826" y="20791"/>
                </a:lnTo>
                <a:cubicBezTo>
                  <a:pt x="61856" y="20731"/>
                  <a:pt x="61947" y="20670"/>
                  <a:pt x="62008" y="20609"/>
                </a:cubicBezTo>
                <a:cubicBezTo>
                  <a:pt x="61970" y="20587"/>
                  <a:pt x="61933" y="20564"/>
                  <a:pt x="61897" y="20541"/>
                </a:cubicBezTo>
                <a:lnTo>
                  <a:pt x="61897" y="20541"/>
                </a:lnTo>
                <a:cubicBezTo>
                  <a:pt x="61885" y="20554"/>
                  <a:pt x="61871" y="20566"/>
                  <a:pt x="61856" y="20579"/>
                </a:cubicBezTo>
                <a:lnTo>
                  <a:pt x="61461" y="20457"/>
                </a:lnTo>
                <a:cubicBezTo>
                  <a:pt x="61431" y="20457"/>
                  <a:pt x="61400" y="20457"/>
                  <a:pt x="61370" y="20427"/>
                </a:cubicBezTo>
                <a:lnTo>
                  <a:pt x="61309" y="20427"/>
                </a:lnTo>
                <a:cubicBezTo>
                  <a:pt x="61218" y="20396"/>
                  <a:pt x="61188" y="20335"/>
                  <a:pt x="61218" y="20275"/>
                </a:cubicBezTo>
                <a:lnTo>
                  <a:pt x="61309" y="20275"/>
                </a:lnTo>
                <a:cubicBezTo>
                  <a:pt x="61429" y="20323"/>
                  <a:pt x="61554" y="20356"/>
                  <a:pt x="61681" y="20378"/>
                </a:cubicBezTo>
                <a:lnTo>
                  <a:pt x="61681" y="20378"/>
                </a:lnTo>
                <a:cubicBezTo>
                  <a:pt x="61602" y="20309"/>
                  <a:pt x="61528" y="20234"/>
                  <a:pt x="61461" y="20153"/>
                </a:cubicBezTo>
                <a:lnTo>
                  <a:pt x="61248" y="20214"/>
                </a:lnTo>
                <a:lnTo>
                  <a:pt x="61157" y="20214"/>
                </a:lnTo>
                <a:cubicBezTo>
                  <a:pt x="61127" y="20183"/>
                  <a:pt x="61066" y="20183"/>
                  <a:pt x="61066" y="20153"/>
                </a:cubicBezTo>
                <a:cubicBezTo>
                  <a:pt x="61066" y="20123"/>
                  <a:pt x="61096" y="20062"/>
                  <a:pt x="61096" y="20062"/>
                </a:cubicBezTo>
                <a:cubicBezTo>
                  <a:pt x="61196" y="20012"/>
                  <a:pt x="61335" y="19963"/>
                  <a:pt x="61400" y="19963"/>
                </a:cubicBezTo>
                <a:cubicBezTo>
                  <a:pt x="61414" y="19963"/>
                  <a:pt x="61425" y="19965"/>
                  <a:pt x="61431" y="19971"/>
                </a:cubicBezTo>
                <a:cubicBezTo>
                  <a:pt x="61484" y="20015"/>
                  <a:pt x="61527" y="20031"/>
                  <a:pt x="61565" y="20031"/>
                </a:cubicBezTo>
                <a:cubicBezTo>
                  <a:pt x="61654" y="20031"/>
                  <a:pt x="61710" y="19940"/>
                  <a:pt x="61795" y="19940"/>
                </a:cubicBezTo>
                <a:cubicBezTo>
                  <a:pt x="61826" y="19971"/>
                  <a:pt x="61856" y="19971"/>
                  <a:pt x="61887" y="19971"/>
                </a:cubicBezTo>
                <a:lnTo>
                  <a:pt x="61826" y="20183"/>
                </a:lnTo>
                <a:cubicBezTo>
                  <a:pt x="61941" y="20222"/>
                  <a:pt x="61996" y="20309"/>
                  <a:pt x="61974" y="20406"/>
                </a:cubicBezTo>
                <a:lnTo>
                  <a:pt x="61974" y="20406"/>
                </a:lnTo>
                <a:cubicBezTo>
                  <a:pt x="61875" y="20403"/>
                  <a:pt x="61778" y="20394"/>
                  <a:pt x="61681" y="20378"/>
                </a:cubicBezTo>
                <a:lnTo>
                  <a:pt x="61681" y="20378"/>
                </a:lnTo>
                <a:cubicBezTo>
                  <a:pt x="61749" y="20436"/>
                  <a:pt x="61821" y="20491"/>
                  <a:pt x="61897" y="20541"/>
                </a:cubicBezTo>
                <a:lnTo>
                  <a:pt x="61897" y="20541"/>
                </a:lnTo>
                <a:cubicBezTo>
                  <a:pt x="61939" y="20496"/>
                  <a:pt x="61964" y="20450"/>
                  <a:pt x="61974" y="20406"/>
                </a:cubicBezTo>
                <a:lnTo>
                  <a:pt x="61974" y="20406"/>
                </a:lnTo>
                <a:cubicBezTo>
                  <a:pt x="61998" y="20407"/>
                  <a:pt x="62022" y="20407"/>
                  <a:pt x="62045" y="20407"/>
                </a:cubicBezTo>
                <a:cubicBezTo>
                  <a:pt x="62124" y="20407"/>
                  <a:pt x="62203" y="20403"/>
                  <a:pt x="62282" y="20396"/>
                </a:cubicBezTo>
                <a:cubicBezTo>
                  <a:pt x="62288" y="20384"/>
                  <a:pt x="62298" y="20379"/>
                  <a:pt x="62311" y="20379"/>
                </a:cubicBezTo>
                <a:cubicBezTo>
                  <a:pt x="62365" y="20379"/>
                  <a:pt x="62458" y="20463"/>
                  <a:pt x="62434" y="20487"/>
                </a:cubicBezTo>
                <a:cubicBezTo>
                  <a:pt x="62373" y="20518"/>
                  <a:pt x="62312" y="20579"/>
                  <a:pt x="62282" y="20639"/>
                </a:cubicBezTo>
                <a:cubicBezTo>
                  <a:pt x="62282" y="20670"/>
                  <a:pt x="62616" y="20670"/>
                  <a:pt x="62707" y="20670"/>
                </a:cubicBezTo>
                <a:cubicBezTo>
                  <a:pt x="62829" y="20670"/>
                  <a:pt x="62829" y="20366"/>
                  <a:pt x="62829" y="20275"/>
                </a:cubicBezTo>
                <a:cubicBezTo>
                  <a:pt x="62798" y="20183"/>
                  <a:pt x="62768" y="20062"/>
                  <a:pt x="62768" y="20062"/>
                </a:cubicBezTo>
                <a:cubicBezTo>
                  <a:pt x="62768" y="20031"/>
                  <a:pt x="62798" y="20001"/>
                  <a:pt x="62859" y="20001"/>
                </a:cubicBezTo>
                <a:lnTo>
                  <a:pt x="62890" y="20001"/>
                </a:lnTo>
                <a:cubicBezTo>
                  <a:pt x="62950" y="20031"/>
                  <a:pt x="62981" y="20062"/>
                  <a:pt x="63011" y="20123"/>
                </a:cubicBezTo>
                <a:lnTo>
                  <a:pt x="63072" y="20275"/>
                </a:lnTo>
                <a:cubicBezTo>
                  <a:pt x="63125" y="20434"/>
                  <a:pt x="63271" y="20524"/>
                  <a:pt x="63428" y="20524"/>
                </a:cubicBezTo>
                <a:cubicBezTo>
                  <a:pt x="63451" y="20524"/>
                  <a:pt x="63474" y="20522"/>
                  <a:pt x="63498" y="20518"/>
                </a:cubicBezTo>
                <a:lnTo>
                  <a:pt x="63650" y="20639"/>
                </a:lnTo>
                <a:lnTo>
                  <a:pt x="63710" y="20639"/>
                </a:lnTo>
                <a:cubicBezTo>
                  <a:pt x="63741" y="20609"/>
                  <a:pt x="63741" y="20579"/>
                  <a:pt x="63710" y="20548"/>
                </a:cubicBezTo>
                <a:cubicBezTo>
                  <a:pt x="63710" y="20548"/>
                  <a:pt x="63528" y="20457"/>
                  <a:pt x="63558" y="20396"/>
                </a:cubicBezTo>
                <a:cubicBezTo>
                  <a:pt x="63619" y="20305"/>
                  <a:pt x="63619" y="20214"/>
                  <a:pt x="63619" y="20092"/>
                </a:cubicBezTo>
                <a:lnTo>
                  <a:pt x="63710" y="20031"/>
                </a:lnTo>
                <a:lnTo>
                  <a:pt x="63710" y="20001"/>
                </a:lnTo>
                <a:lnTo>
                  <a:pt x="63771" y="19971"/>
                </a:lnTo>
                <a:cubicBezTo>
                  <a:pt x="63789" y="19962"/>
                  <a:pt x="63804" y="19958"/>
                  <a:pt x="63817" y="19958"/>
                </a:cubicBezTo>
                <a:cubicBezTo>
                  <a:pt x="63850" y="19958"/>
                  <a:pt x="63871" y="19980"/>
                  <a:pt x="63893" y="20001"/>
                </a:cubicBezTo>
                <a:cubicBezTo>
                  <a:pt x="63862" y="20092"/>
                  <a:pt x="63832" y="20183"/>
                  <a:pt x="63802" y="20244"/>
                </a:cubicBezTo>
                <a:cubicBezTo>
                  <a:pt x="63741" y="20275"/>
                  <a:pt x="63893" y="20548"/>
                  <a:pt x="63923" y="20639"/>
                </a:cubicBezTo>
                <a:cubicBezTo>
                  <a:pt x="63935" y="20657"/>
                  <a:pt x="63947" y="20664"/>
                  <a:pt x="63958" y="20664"/>
                </a:cubicBezTo>
                <a:cubicBezTo>
                  <a:pt x="64005" y="20664"/>
                  <a:pt x="64045" y="20536"/>
                  <a:pt x="64045" y="20487"/>
                </a:cubicBezTo>
                <a:cubicBezTo>
                  <a:pt x="64045" y="20427"/>
                  <a:pt x="64197" y="20335"/>
                  <a:pt x="64288" y="20335"/>
                </a:cubicBezTo>
                <a:cubicBezTo>
                  <a:pt x="64349" y="20305"/>
                  <a:pt x="64197" y="20214"/>
                  <a:pt x="64136" y="20183"/>
                </a:cubicBezTo>
                <a:cubicBezTo>
                  <a:pt x="64075" y="20153"/>
                  <a:pt x="64136" y="20092"/>
                  <a:pt x="64166" y="20062"/>
                </a:cubicBezTo>
                <a:cubicBezTo>
                  <a:pt x="64197" y="20062"/>
                  <a:pt x="64257" y="19971"/>
                  <a:pt x="64257" y="19880"/>
                </a:cubicBezTo>
                <a:lnTo>
                  <a:pt x="64349" y="19940"/>
                </a:lnTo>
                <a:cubicBezTo>
                  <a:pt x="64440" y="19971"/>
                  <a:pt x="64501" y="20031"/>
                  <a:pt x="64531" y="20092"/>
                </a:cubicBezTo>
                <a:lnTo>
                  <a:pt x="64561" y="20153"/>
                </a:lnTo>
                <a:cubicBezTo>
                  <a:pt x="64561" y="20244"/>
                  <a:pt x="64561" y="20335"/>
                  <a:pt x="64622" y="20427"/>
                </a:cubicBezTo>
                <a:lnTo>
                  <a:pt x="64653" y="20457"/>
                </a:lnTo>
                <a:cubicBezTo>
                  <a:pt x="64713" y="20487"/>
                  <a:pt x="64774" y="20487"/>
                  <a:pt x="64835" y="20548"/>
                </a:cubicBezTo>
                <a:lnTo>
                  <a:pt x="64896" y="20579"/>
                </a:lnTo>
                <a:cubicBezTo>
                  <a:pt x="64900" y="20588"/>
                  <a:pt x="64905" y="20592"/>
                  <a:pt x="64909" y="20592"/>
                </a:cubicBezTo>
                <a:cubicBezTo>
                  <a:pt x="64935" y="20592"/>
                  <a:pt x="64957" y="20455"/>
                  <a:pt x="64957" y="20275"/>
                </a:cubicBezTo>
                <a:lnTo>
                  <a:pt x="65017" y="20305"/>
                </a:lnTo>
                <a:lnTo>
                  <a:pt x="65017" y="20092"/>
                </a:lnTo>
                <a:cubicBezTo>
                  <a:pt x="65053" y="20083"/>
                  <a:pt x="65089" y="20080"/>
                  <a:pt x="65123" y="20080"/>
                </a:cubicBezTo>
                <a:cubicBezTo>
                  <a:pt x="65208" y="20080"/>
                  <a:pt x="65287" y="20101"/>
                  <a:pt x="65352" y="20123"/>
                </a:cubicBezTo>
                <a:cubicBezTo>
                  <a:pt x="65443" y="20123"/>
                  <a:pt x="65534" y="20305"/>
                  <a:pt x="65534" y="20366"/>
                </a:cubicBezTo>
                <a:cubicBezTo>
                  <a:pt x="65534" y="20427"/>
                  <a:pt x="65595" y="20518"/>
                  <a:pt x="65656" y="20548"/>
                </a:cubicBezTo>
                <a:cubicBezTo>
                  <a:pt x="65777" y="20609"/>
                  <a:pt x="65929" y="20639"/>
                  <a:pt x="66081" y="20639"/>
                </a:cubicBezTo>
                <a:cubicBezTo>
                  <a:pt x="66172" y="20609"/>
                  <a:pt x="66233" y="20427"/>
                  <a:pt x="66203" y="20335"/>
                </a:cubicBezTo>
                <a:cubicBezTo>
                  <a:pt x="66203" y="20275"/>
                  <a:pt x="66324" y="20244"/>
                  <a:pt x="66355" y="20244"/>
                </a:cubicBezTo>
                <a:cubicBezTo>
                  <a:pt x="66416" y="20244"/>
                  <a:pt x="66446" y="20335"/>
                  <a:pt x="66446" y="20457"/>
                </a:cubicBezTo>
                <a:lnTo>
                  <a:pt x="66446" y="20579"/>
                </a:lnTo>
                <a:lnTo>
                  <a:pt x="66446" y="20609"/>
                </a:lnTo>
                <a:cubicBezTo>
                  <a:pt x="66507" y="20609"/>
                  <a:pt x="66537" y="20427"/>
                  <a:pt x="66537" y="20366"/>
                </a:cubicBezTo>
                <a:cubicBezTo>
                  <a:pt x="66568" y="20275"/>
                  <a:pt x="66628" y="20214"/>
                  <a:pt x="66720" y="20183"/>
                </a:cubicBezTo>
                <a:lnTo>
                  <a:pt x="66659" y="20123"/>
                </a:lnTo>
                <a:cubicBezTo>
                  <a:pt x="66636" y="20054"/>
                  <a:pt x="66630" y="20020"/>
                  <a:pt x="66693" y="20020"/>
                </a:cubicBezTo>
                <a:cubicBezTo>
                  <a:pt x="66714" y="20020"/>
                  <a:pt x="66742" y="20024"/>
                  <a:pt x="66780" y="20031"/>
                </a:cubicBezTo>
                <a:lnTo>
                  <a:pt x="67145" y="20031"/>
                </a:lnTo>
                <a:lnTo>
                  <a:pt x="67267" y="20001"/>
                </a:lnTo>
                <a:lnTo>
                  <a:pt x="67419" y="19971"/>
                </a:lnTo>
                <a:cubicBezTo>
                  <a:pt x="67432" y="19968"/>
                  <a:pt x="67445" y="19967"/>
                  <a:pt x="67458" y="19967"/>
                </a:cubicBezTo>
                <a:cubicBezTo>
                  <a:pt x="67623" y="19967"/>
                  <a:pt x="67757" y="20141"/>
                  <a:pt x="67814" y="20366"/>
                </a:cubicBezTo>
                <a:lnTo>
                  <a:pt x="67540" y="20518"/>
                </a:lnTo>
                <a:lnTo>
                  <a:pt x="67510" y="20518"/>
                </a:lnTo>
                <a:cubicBezTo>
                  <a:pt x="67449" y="20518"/>
                  <a:pt x="67388" y="20487"/>
                  <a:pt x="67388" y="20427"/>
                </a:cubicBezTo>
                <a:lnTo>
                  <a:pt x="67388" y="20396"/>
                </a:lnTo>
                <a:cubicBezTo>
                  <a:pt x="67419" y="20335"/>
                  <a:pt x="67419" y="20275"/>
                  <a:pt x="67449" y="20214"/>
                </a:cubicBezTo>
                <a:lnTo>
                  <a:pt x="67479" y="20153"/>
                </a:lnTo>
                <a:cubicBezTo>
                  <a:pt x="67515" y="20117"/>
                  <a:pt x="67436" y="20103"/>
                  <a:pt x="67346" y="20103"/>
                </a:cubicBezTo>
                <a:cubicBezTo>
                  <a:pt x="67282" y="20103"/>
                  <a:pt x="67213" y="20110"/>
                  <a:pt x="67175" y="20123"/>
                </a:cubicBezTo>
                <a:cubicBezTo>
                  <a:pt x="67054" y="20153"/>
                  <a:pt x="67145" y="20366"/>
                  <a:pt x="67145" y="20427"/>
                </a:cubicBezTo>
                <a:cubicBezTo>
                  <a:pt x="67175" y="20548"/>
                  <a:pt x="67236" y="20639"/>
                  <a:pt x="67327" y="20670"/>
                </a:cubicBezTo>
                <a:lnTo>
                  <a:pt x="67449" y="20670"/>
                </a:lnTo>
                <a:lnTo>
                  <a:pt x="67540" y="20700"/>
                </a:lnTo>
                <a:cubicBezTo>
                  <a:pt x="67605" y="20722"/>
                  <a:pt x="67715" y="20743"/>
                  <a:pt x="67774" y="20743"/>
                </a:cubicBezTo>
                <a:cubicBezTo>
                  <a:pt x="67798" y="20743"/>
                  <a:pt x="67814" y="20739"/>
                  <a:pt x="67814" y="20731"/>
                </a:cubicBezTo>
                <a:cubicBezTo>
                  <a:pt x="67814" y="20609"/>
                  <a:pt x="67814" y="20487"/>
                  <a:pt x="67875" y="20396"/>
                </a:cubicBezTo>
                <a:cubicBezTo>
                  <a:pt x="67935" y="20305"/>
                  <a:pt x="67783" y="20001"/>
                  <a:pt x="67875" y="19940"/>
                </a:cubicBezTo>
                <a:cubicBezTo>
                  <a:pt x="67935" y="19910"/>
                  <a:pt x="68027" y="19880"/>
                  <a:pt x="68118" y="19849"/>
                </a:cubicBezTo>
                <a:lnTo>
                  <a:pt x="68330" y="19940"/>
                </a:lnTo>
                <a:lnTo>
                  <a:pt x="68391" y="19910"/>
                </a:lnTo>
                <a:cubicBezTo>
                  <a:pt x="68482" y="19940"/>
                  <a:pt x="68581" y="19955"/>
                  <a:pt x="68680" y="19955"/>
                </a:cubicBezTo>
                <a:cubicBezTo>
                  <a:pt x="68779" y="19955"/>
                  <a:pt x="68878" y="19940"/>
                  <a:pt x="68969" y="19910"/>
                </a:cubicBezTo>
                <a:cubicBezTo>
                  <a:pt x="68983" y="19905"/>
                  <a:pt x="69002" y="19904"/>
                  <a:pt x="69027" y="19904"/>
                </a:cubicBezTo>
                <a:cubicBezTo>
                  <a:pt x="69121" y="19904"/>
                  <a:pt x="69280" y="19931"/>
                  <a:pt x="69386" y="19931"/>
                </a:cubicBezTo>
                <a:cubicBezTo>
                  <a:pt x="69433" y="19931"/>
                  <a:pt x="69470" y="19926"/>
                  <a:pt x="69486" y="19910"/>
                </a:cubicBezTo>
                <a:cubicBezTo>
                  <a:pt x="69546" y="19880"/>
                  <a:pt x="69638" y="19849"/>
                  <a:pt x="69729" y="19849"/>
                </a:cubicBezTo>
                <a:lnTo>
                  <a:pt x="70002" y="19940"/>
                </a:lnTo>
                <a:lnTo>
                  <a:pt x="70124" y="19910"/>
                </a:lnTo>
                <a:cubicBezTo>
                  <a:pt x="70154" y="19895"/>
                  <a:pt x="70185" y="19895"/>
                  <a:pt x="70211" y="19895"/>
                </a:cubicBezTo>
                <a:cubicBezTo>
                  <a:pt x="70238" y="19895"/>
                  <a:pt x="70261" y="19895"/>
                  <a:pt x="70276" y="19880"/>
                </a:cubicBezTo>
                <a:lnTo>
                  <a:pt x="70367" y="19788"/>
                </a:lnTo>
                <a:cubicBezTo>
                  <a:pt x="70519" y="19849"/>
                  <a:pt x="70641" y="19940"/>
                  <a:pt x="70701" y="20062"/>
                </a:cubicBezTo>
                <a:lnTo>
                  <a:pt x="70610" y="20183"/>
                </a:lnTo>
                <a:lnTo>
                  <a:pt x="70610" y="20214"/>
                </a:lnTo>
                <a:cubicBezTo>
                  <a:pt x="70580" y="20214"/>
                  <a:pt x="70458" y="20153"/>
                  <a:pt x="70428" y="20123"/>
                </a:cubicBezTo>
                <a:cubicBezTo>
                  <a:pt x="70367" y="20123"/>
                  <a:pt x="70276" y="20123"/>
                  <a:pt x="70215" y="20183"/>
                </a:cubicBezTo>
                <a:cubicBezTo>
                  <a:pt x="70185" y="20244"/>
                  <a:pt x="70154" y="20335"/>
                  <a:pt x="70124" y="20427"/>
                </a:cubicBezTo>
                <a:cubicBezTo>
                  <a:pt x="70124" y="20518"/>
                  <a:pt x="70185" y="20579"/>
                  <a:pt x="70215" y="20639"/>
                </a:cubicBezTo>
                <a:cubicBezTo>
                  <a:pt x="70276" y="20700"/>
                  <a:pt x="70124" y="20822"/>
                  <a:pt x="70063" y="20852"/>
                </a:cubicBezTo>
                <a:cubicBezTo>
                  <a:pt x="69972" y="20913"/>
                  <a:pt x="69941" y="20974"/>
                  <a:pt x="69941" y="21035"/>
                </a:cubicBezTo>
                <a:lnTo>
                  <a:pt x="69972" y="21065"/>
                </a:lnTo>
                <a:lnTo>
                  <a:pt x="70002" y="21126"/>
                </a:lnTo>
                <a:cubicBezTo>
                  <a:pt x="70093" y="21126"/>
                  <a:pt x="70154" y="21095"/>
                  <a:pt x="70124" y="21065"/>
                </a:cubicBezTo>
                <a:cubicBezTo>
                  <a:pt x="70124" y="21065"/>
                  <a:pt x="70124" y="20943"/>
                  <a:pt x="70154" y="20943"/>
                </a:cubicBezTo>
                <a:lnTo>
                  <a:pt x="70367" y="20943"/>
                </a:lnTo>
                <a:cubicBezTo>
                  <a:pt x="70397" y="20943"/>
                  <a:pt x="70428" y="21065"/>
                  <a:pt x="70428" y="21095"/>
                </a:cubicBezTo>
                <a:cubicBezTo>
                  <a:pt x="70428" y="21105"/>
                  <a:pt x="70435" y="21110"/>
                  <a:pt x="70448" y="21110"/>
                </a:cubicBezTo>
                <a:cubicBezTo>
                  <a:pt x="70514" y="21110"/>
                  <a:pt x="70717" y="21004"/>
                  <a:pt x="70793" y="21004"/>
                </a:cubicBezTo>
                <a:cubicBezTo>
                  <a:pt x="70884" y="21004"/>
                  <a:pt x="70823" y="20731"/>
                  <a:pt x="70884" y="20609"/>
                </a:cubicBezTo>
                <a:lnTo>
                  <a:pt x="70912" y="20553"/>
                </a:lnTo>
                <a:lnTo>
                  <a:pt x="70912" y="20553"/>
                </a:lnTo>
                <a:cubicBezTo>
                  <a:pt x="70910" y="20554"/>
                  <a:pt x="70908" y="20554"/>
                  <a:pt x="70906" y="20554"/>
                </a:cubicBezTo>
                <a:cubicBezTo>
                  <a:pt x="70873" y="20554"/>
                  <a:pt x="70754" y="20483"/>
                  <a:pt x="70701" y="20457"/>
                </a:cubicBezTo>
                <a:cubicBezTo>
                  <a:pt x="70671" y="20427"/>
                  <a:pt x="70914" y="20335"/>
                  <a:pt x="71005" y="20305"/>
                </a:cubicBezTo>
                <a:cubicBezTo>
                  <a:pt x="71046" y="20297"/>
                  <a:pt x="71089" y="20293"/>
                  <a:pt x="71132" y="20293"/>
                </a:cubicBezTo>
                <a:cubicBezTo>
                  <a:pt x="71251" y="20293"/>
                  <a:pt x="71372" y="20321"/>
                  <a:pt x="71461" y="20366"/>
                </a:cubicBezTo>
                <a:cubicBezTo>
                  <a:pt x="71469" y="20369"/>
                  <a:pt x="71478" y="20370"/>
                  <a:pt x="71488" y="20370"/>
                </a:cubicBezTo>
                <a:cubicBezTo>
                  <a:pt x="71583" y="20370"/>
                  <a:pt x="71732" y="20239"/>
                  <a:pt x="71704" y="20183"/>
                </a:cubicBezTo>
                <a:cubicBezTo>
                  <a:pt x="71613" y="20092"/>
                  <a:pt x="71552" y="20001"/>
                  <a:pt x="71431" y="19910"/>
                </a:cubicBezTo>
                <a:lnTo>
                  <a:pt x="71613" y="19849"/>
                </a:lnTo>
                <a:lnTo>
                  <a:pt x="71735" y="19819"/>
                </a:lnTo>
                <a:cubicBezTo>
                  <a:pt x="71796" y="19940"/>
                  <a:pt x="71887" y="20062"/>
                  <a:pt x="71887" y="20092"/>
                </a:cubicBezTo>
                <a:cubicBezTo>
                  <a:pt x="71917" y="20092"/>
                  <a:pt x="72008" y="19940"/>
                  <a:pt x="72039" y="19880"/>
                </a:cubicBezTo>
                <a:cubicBezTo>
                  <a:pt x="72074" y="19844"/>
                  <a:pt x="72120" y="19829"/>
                  <a:pt x="72165" y="19829"/>
                </a:cubicBezTo>
                <a:cubicBezTo>
                  <a:pt x="72196" y="19829"/>
                  <a:pt x="72226" y="19837"/>
                  <a:pt x="72252" y="19849"/>
                </a:cubicBezTo>
                <a:lnTo>
                  <a:pt x="72890" y="19849"/>
                </a:lnTo>
                <a:lnTo>
                  <a:pt x="72981" y="19819"/>
                </a:lnTo>
                <a:lnTo>
                  <a:pt x="73072" y="19788"/>
                </a:lnTo>
                <a:cubicBezTo>
                  <a:pt x="73113" y="19796"/>
                  <a:pt x="73158" y="19800"/>
                  <a:pt x="73205" y="19800"/>
                </a:cubicBezTo>
                <a:cubicBezTo>
                  <a:pt x="73334" y="19800"/>
                  <a:pt x="73478" y="19772"/>
                  <a:pt x="73589" y="19728"/>
                </a:cubicBezTo>
                <a:lnTo>
                  <a:pt x="73680" y="19788"/>
                </a:lnTo>
                <a:lnTo>
                  <a:pt x="73893" y="19910"/>
                </a:lnTo>
                <a:cubicBezTo>
                  <a:pt x="74075" y="19880"/>
                  <a:pt x="74258" y="19849"/>
                  <a:pt x="74440" y="19849"/>
                </a:cubicBezTo>
                <a:cubicBezTo>
                  <a:pt x="74470" y="19849"/>
                  <a:pt x="74562" y="20001"/>
                  <a:pt x="74562" y="20062"/>
                </a:cubicBezTo>
                <a:cubicBezTo>
                  <a:pt x="74567" y="20072"/>
                  <a:pt x="74572" y="20076"/>
                  <a:pt x="74578" y="20076"/>
                </a:cubicBezTo>
                <a:cubicBezTo>
                  <a:pt x="74610" y="20076"/>
                  <a:pt x="74653" y="19961"/>
                  <a:pt x="74653" y="19910"/>
                </a:cubicBezTo>
                <a:cubicBezTo>
                  <a:pt x="74957" y="19819"/>
                  <a:pt x="75291" y="19788"/>
                  <a:pt x="75625" y="19788"/>
                </a:cubicBezTo>
                <a:cubicBezTo>
                  <a:pt x="75869" y="19819"/>
                  <a:pt x="76173" y="19819"/>
                  <a:pt x="76203" y="19849"/>
                </a:cubicBezTo>
                <a:cubicBezTo>
                  <a:pt x="76229" y="19849"/>
                  <a:pt x="76367" y="19916"/>
                  <a:pt x="76425" y="19916"/>
                </a:cubicBezTo>
                <a:cubicBezTo>
                  <a:pt x="76434" y="19916"/>
                  <a:pt x="76442" y="19914"/>
                  <a:pt x="76446" y="19910"/>
                </a:cubicBezTo>
                <a:cubicBezTo>
                  <a:pt x="76537" y="19880"/>
                  <a:pt x="76629" y="19849"/>
                  <a:pt x="76720" y="19849"/>
                </a:cubicBezTo>
                <a:lnTo>
                  <a:pt x="76811" y="19880"/>
                </a:lnTo>
                <a:lnTo>
                  <a:pt x="77054" y="19940"/>
                </a:lnTo>
                <a:cubicBezTo>
                  <a:pt x="77303" y="19913"/>
                  <a:pt x="77653" y="19784"/>
                  <a:pt x="77782" y="19784"/>
                </a:cubicBezTo>
                <a:cubicBezTo>
                  <a:pt x="77795" y="19784"/>
                  <a:pt x="77806" y="19786"/>
                  <a:pt x="77814" y="19788"/>
                </a:cubicBezTo>
                <a:cubicBezTo>
                  <a:pt x="77892" y="19814"/>
                  <a:pt x="78150" y="19953"/>
                  <a:pt x="78260" y="19953"/>
                </a:cubicBezTo>
                <a:cubicBezTo>
                  <a:pt x="78278" y="19953"/>
                  <a:pt x="78292" y="19949"/>
                  <a:pt x="78300" y="19940"/>
                </a:cubicBezTo>
                <a:cubicBezTo>
                  <a:pt x="78391" y="19880"/>
                  <a:pt x="78635" y="19910"/>
                  <a:pt x="78665" y="19880"/>
                </a:cubicBezTo>
                <a:cubicBezTo>
                  <a:pt x="78693" y="19823"/>
                  <a:pt x="78801" y="19633"/>
                  <a:pt x="78890" y="19633"/>
                </a:cubicBezTo>
                <a:cubicBezTo>
                  <a:pt x="78896" y="19633"/>
                  <a:pt x="78902" y="19634"/>
                  <a:pt x="78908" y="19636"/>
                </a:cubicBezTo>
                <a:cubicBezTo>
                  <a:pt x="78969" y="19667"/>
                  <a:pt x="79151" y="19788"/>
                  <a:pt x="79334" y="19880"/>
                </a:cubicBezTo>
                <a:lnTo>
                  <a:pt x="79486" y="19819"/>
                </a:lnTo>
                <a:cubicBezTo>
                  <a:pt x="79547" y="19819"/>
                  <a:pt x="79594" y="19778"/>
                  <a:pt x="79646" y="19778"/>
                </a:cubicBezTo>
                <a:cubicBezTo>
                  <a:pt x="79671" y="19778"/>
                  <a:pt x="79698" y="19788"/>
                  <a:pt x="79729" y="19819"/>
                </a:cubicBezTo>
                <a:cubicBezTo>
                  <a:pt x="79729" y="19823"/>
                  <a:pt x="79732" y="19825"/>
                  <a:pt x="79737" y="19825"/>
                </a:cubicBezTo>
                <a:cubicBezTo>
                  <a:pt x="79770" y="19825"/>
                  <a:pt x="79894" y="19754"/>
                  <a:pt x="79972" y="19728"/>
                </a:cubicBezTo>
                <a:cubicBezTo>
                  <a:pt x="80063" y="19697"/>
                  <a:pt x="80154" y="19667"/>
                  <a:pt x="80246" y="19667"/>
                </a:cubicBezTo>
                <a:cubicBezTo>
                  <a:pt x="80276" y="19636"/>
                  <a:pt x="80306" y="19515"/>
                  <a:pt x="80367" y="19515"/>
                </a:cubicBezTo>
                <a:cubicBezTo>
                  <a:pt x="80379" y="19512"/>
                  <a:pt x="80389" y="19511"/>
                  <a:pt x="80399" y="19511"/>
                </a:cubicBezTo>
                <a:cubicBezTo>
                  <a:pt x="80515" y="19511"/>
                  <a:pt x="80491" y="19667"/>
                  <a:pt x="80519" y="19667"/>
                </a:cubicBezTo>
                <a:lnTo>
                  <a:pt x="80610" y="19667"/>
                </a:lnTo>
                <a:lnTo>
                  <a:pt x="80732" y="19545"/>
                </a:lnTo>
                <a:cubicBezTo>
                  <a:pt x="80794" y="19554"/>
                  <a:pt x="80859" y="19558"/>
                  <a:pt x="80926" y="19558"/>
                </a:cubicBezTo>
                <a:cubicBezTo>
                  <a:pt x="81087" y="19558"/>
                  <a:pt x="81259" y="19536"/>
                  <a:pt x="81431" y="19515"/>
                </a:cubicBezTo>
                <a:cubicBezTo>
                  <a:pt x="81463" y="19499"/>
                  <a:pt x="81507" y="19493"/>
                  <a:pt x="81557" y="19493"/>
                </a:cubicBezTo>
                <a:cubicBezTo>
                  <a:pt x="81669" y="19493"/>
                  <a:pt x="81807" y="19521"/>
                  <a:pt x="81893" y="19521"/>
                </a:cubicBezTo>
                <a:cubicBezTo>
                  <a:pt x="81916" y="19521"/>
                  <a:pt x="81934" y="19519"/>
                  <a:pt x="81948" y="19515"/>
                </a:cubicBezTo>
                <a:cubicBezTo>
                  <a:pt x="82009" y="19484"/>
                  <a:pt x="82069" y="19469"/>
                  <a:pt x="82130" y="19469"/>
                </a:cubicBezTo>
                <a:cubicBezTo>
                  <a:pt x="82191" y="19469"/>
                  <a:pt x="82252" y="19484"/>
                  <a:pt x="82313" y="19515"/>
                </a:cubicBezTo>
                <a:lnTo>
                  <a:pt x="82404" y="19424"/>
                </a:lnTo>
                <a:lnTo>
                  <a:pt x="82464" y="19332"/>
                </a:lnTo>
                <a:lnTo>
                  <a:pt x="83437" y="19332"/>
                </a:lnTo>
                <a:cubicBezTo>
                  <a:pt x="83468" y="19272"/>
                  <a:pt x="83498" y="19211"/>
                  <a:pt x="83528" y="19120"/>
                </a:cubicBezTo>
                <a:cubicBezTo>
                  <a:pt x="83528" y="19089"/>
                  <a:pt x="83498" y="18968"/>
                  <a:pt x="83437" y="18937"/>
                </a:cubicBezTo>
                <a:cubicBezTo>
                  <a:pt x="83407" y="18907"/>
                  <a:pt x="83528" y="18816"/>
                  <a:pt x="83680" y="18755"/>
                </a:cubicBezTo>
                <a:lnTo>
                  <a:pt x="83680" y="19059"/>
                </a:lnTo>
                <a:cubicBezTo>
                  <a:pt x="83711" y="19079"/>
                  <a:pt x="83738" y="19089"/>
                  <a:pt x="83761" y="19089"/>
                </a:cubicBezTo>
                <a:cubicBezTo>
                  <a:pt x="83809" y="19089"/>
                  <a:pt x="83842" y="19049"/>
                  <a:pt x="83863" y="18968"/>
                </a:cubicBezTo>
                <a:lnTo>
                  <a:pt x="84045" y="18998"/>
                </a:lnTo>
                <a:lnTo>
                  <a:pt x="84167" y="18998"/>
                </a:lnTo>
                <a:cubicBezTo>
                  <a:pt x="84288" y="18998"/>
                  <a:pt x="84349" y="18937"/>
                  <a:pt x="84288" y="18846"/>
                </a:cubicBezTo>
                <a:lnTo>
                  <a:pt x="84288" y="18816"/>
                </a:lnTo>
                <a:lnTo>
                  <a:pt x="84349" y="18724"/>
                </a:lnTo>
                <a:cubicBezTo>
                  <a:pt x="84258" y="18694"/>
                  <a:pt x="84227" y="18603"/>
                  <a:pt x="84197" y="18512"/>
                </a:cubicBezTo>
                <a:lnTo>
                  <a:pt x="84227" y="18512"/>
                </a:lnTo>
                <a:lnTo>
                  <a:pt x="84410" y="18451"/>
                </a:lnTo>
                <a:cubicBezTo>
                  <a:pt x="84449" y="18510"/>
                  <a:pt x="84514" y="18543"/>
                  <a:pt x="84579" y="18543"/>
                </a:cubicBezTo>
                <a:cubicBezTo>
                  <a:pt x="84615" y="18543"/>
                  <a:pt x="84651" y="18533"/>
                  <a:pt x="84683" y="18512"/>
                </a:cubicBezTo>
                <a:cubicBezTo>
                  <a:pt x="84699" y="18481"/>
                  <a:pt x="84767" y="18481"/>
                  <a:pt x="84835" y="18481"/>
                </a:cubicBezTo>
                <a:cubicBezTo>
                  <a:pt x="84904" y="18481"/>
                  <a:pt x="84972" y="18481"/>
                  <a:pt x="84987" y="18451"/>
                </a:cubicBezTo>
                <a:cubicBezTo>
                  <a:pt x="85003" y="18421"/>
                  <a:pt x="85033" y="18405"/>
                  <a:pt x="85060" y="18405"/>
                </a:cubicBezTo>
                <a:cubicBezTo>
                  <a:pt x="85086" y="18405"/>
                  <a:pt x="85109" y="18421"/>
                  <a:pt x="85109" y="18451"/>
                </a:cubicBezTo>
                <a:cubicBezTo>
                  <a:pt x="85109" y="18453"/>
                  <a:pt x="85109" y="18454"/>
                  <a:pt x="85110" y="18454"/>
                </a:cubicBezTo>
                <a:cubicBezTo>
                  <a:pt x="85120" y="18454"/>
                  <a:pt x="85194" y="18267"/>
                  <a:pt x="85109" y="18238"/>
                </a:cubicBezTo>
                <a:cubicBezTo>
                  <a:pt x="85048" y="18177"/>
                  <a:pt x="85139" y="18056"/>
                  <a:pt x="85170" y="18056"/>
                </a:cubicBezTo>
                <a:cubicBezTo>
                  <a:pt x="85188" y="18047"/>
                  <a:pt x="85203" y="18043"/>
                  <a:pt x="85215" y="18043"/>
                </a:cubicBezTo>
                <a:cubicBezTo>
                  <a:pt x="85246" y="18043"/>
                  <a:pt x="85261" y="18065"/>
                  <a:pt x="85261" y="18086"/>
                </a:cubicBezTo>
                <a:lnTo>
                  <a:pt x="85322" y="18117"/>
                </a:lnTo>
                <a:cubicBezTo>
                  <a:pt x="85339" y="18125"/>
                  <a:pt x="85355" y="18129"/>
                  <a:pt x="85369" y="18129"/>
                </a:cubicBezTo>
                <a:cubicBezTo>
                  <a:pt x="85403" y="18129"/>
                  <a:pt x="85431" y="18108"/>
                  <a:pt x="85474" y="18086"/>
                </a:cubicBezTo>
                <a:cubicBezTo>
                  <a:pt x="85443" y="18025"/>
                  <a:pt x="85413" y="17965"/>
                  <a:pt x="85382" y="17904"/>
                </a:cubicBezTo>
                <a:cubicBezTo>
                  <a:pt x="85382" y="17889"/>
                  <a:pt x="85306" y="17889"/>
                  <a:pt x="85219" y="17889"/>
                </a:cubicBezTo>
                <a:cubicBezTo>
                  <a:pt x="85132" y="17889"/>
                  <a:pt x="85033" y="17889"/>
                  <a:pt x="84987" y="17873"/>
                </a:cubicBezTo>
                <a:cubicBezTo>
                  <a:pt x="84927" y="17873"/>
                  <a:pt x="85139" y="17630"/>
                  <a:pt x="85261" y="17630"/>
                </a:cubicBezTo>
                <a:cubicBezTo>
                  <a:pt x="85382" y="17630"/>
                  <a:pt x="85504" y="17509"/>
                  <a:pt x="85504" y="17448"/>
                </a:cubicBezTo>
                <a:cubicBezTo>
                  <a:pt x="85504" y="17357"/>
                  <a:pt x="85595" y="17357"/>
                  <a:pt x="85626" y="17357"/>
                </a:cubicBezTo>
                <a:cubicBezTo>
                  <a:pt x="85631" y="17362"/>
                  <a:pt x="85637" y="17365"/>
                  <a:pt x="85643" y="17365"/>
                </a:cubicBezTo>
                <a:cubicBezTo>
                  <a:pt x="85667" y="17365"/>
                  <a:pt x="85686" y="17320"/>
                  <a:pt x="85686" y="17296"/>
                </a:cubicBezTo>
                <a:lnTo>
                  <a:pt x="85595" y="17265"/>
                </a:lnTo>
                <a:cubicBezTo>
                  <a:pt x="85504" y="17265"/>
                  <a:pt x="85352" y="16992"/>
                  <a:pt x="85352" y="16870"/>
                </a:cubicBezTo>
                <a:cubicBezTo>
                  <a:pt x="85322" y="16688"/>
                  <a:pt x="85261" y="16506"/>
                  <a:pt x="85139" y="16323"/>
                </a:cubicBezTo>
                <a:cubicBezTo>
                  <a:pt x="85118" y="16302"/>
                  <a:pt x="85005" y="16280"/>
                  <a:pt x="84941" y="16280"/>
                </a:cubicBezTo>
                <a:cubicBezTo>
                  <a:pt x="84914" y="16280"/>
                  <a:pt x="84896" y="16284"/>
                  <a:pt x="84896" y="16293"/>
                </a:cubicBezTo>
                <a:cubicBezTo>
                  <a:pt x="84866" y="16354"/>
                  <a:pt x="84866" y="16384"/>
                  <a:pt x="84835" y="16384"/>
                </a:cubicBezTo>
                <a:cubicBezTo>
                  <a:pt x="84832" y="16387"/>
                  <a:pt x="84829" y="16389"/>
                  <a:pt x="84825" y="16389"/>
                </a:cubicBezTo>
                <a:cubicBezTo>
                  <a:pt x="84799" y="16389"/>
                  <a:pt x="84775" y="16289"/>
                  <a:pt x="84775" y="16262"/>
                </a:cubicBezTo>
                <a:cubicBezTo>
                  <a:pt x="84775" y="16232"/>
                  <a:pt x="84562" y="16232"/>
                  <a:pt x="84471" y="16232"/>
                </a:cubicBezTo>
                <a:cubicBezTo>
                  <a:pt x="84458" y="16236"/>
                  <a:pt x="84447" y="16238"/>
                  <a:pt x="84439" y="16238"/>
                </a:cubicBezTo>
                <a:cubicBezTo>
                  <a:pt x="84388" y="16238"/>
                  <a:pt x="84414" y="16171"/>
                  <a:pt x="84440" y="16171"/>
                </a:cubicBezTo>
                <a:cubicBezTo>
                  <a:pt x="84440" y="16141"/>
                  <a:pt x="84410" y="16110"/>
                  <a:pt x="84349" y="16080"/>
                </a:cubicBezTo>
                <a:lnTo>
                  <a:pt x="84227" y="16202"/>
                </a:lnTo>
                <a:cubicBezTo>
                  <a:pt x="84045" y="16141"/>
                  <a:pt x="83832" y="16110"/>
                  <a:pt x="83650" y="16110"/>
                </a:cubicBezTo>
                <a:cubicBezTo>
                  <a:pt x="83528" y="16171"/>
                  <a:pt x="83437" y="16262"/>
                  <a:pt x="83346" y="16384"/>
                </a:cubicBezTo>
                <a:lnTo>
                  <a:pt x="83164" y="16262"/>
                </a:lnTo>
                <a:cubicBezTo>
                  <a:pt x="83151" y="16275"/>
                  <a:pt x="83138" y="16281"/>
                  <a:pt x="83126" y="16281"/>
                </a:cubicBezTo>
                <a:cubicBezTo>
                  <a:pt x="83080" y="16281"/>
                  <a:pt x="83042" y="16194"/>
                  <a:pt x="83042" y="16050"/>
                </a:cubicBezTo>
                <a:lnTo>
                  <a:pt x="82799" y="16080"/>
                </a:lnTo>
                <a:cubicBezTo>
                  <a:pt x="82768" y="16080"/>
                  <a:pt x="82647" y="15989"/>
                  <a:pt x="82647" y="15958"/>
                </a:cubicBezTo>
                <a:cubicBezTo>
                  <a:pt x="82647" y="15958"/>
                  <a:pt x="82647" y="15898"/>
                  <a:pt x="82647" y="15867"/>
                </a:cubicBezTo>
                <a:cubicBezTo>
                  <a:pt x="82708" y="15837"/>
                  <a:pt x="82738" y="15837"/>
                  <a:pt x="82799" y="15837"/>
                </a:cubicBezTo>
                <a:lnTo>
                  <a:pt x="82860" y="15837"/>
                </a:lnTo>
                <a:cubicBezTo>
                  <a:pt x="82884" y="15847"/>
                  <a:pt x="82903" y="15851"/>
                  <a:pt x="82919" y="15851"/>
                </a:cubicBezTo>
                <a:cubicBezTo>
                  <a:pt x="83002" y="15851"/>
                  <a:pt x="82976" y="15731"/>
                  <a:pt x="82951" y="15655"/>
                </a:cubicBezTo>
                <a:cubicBezTo>
                  <a:pt x="82936" y="15624"/>
                  <a:pt x="82913" y="15609"/>
                  <a:pt x="82886" y="15609"/>
                </a:cubicBezTo>
                <a:cubicBezTo>
                  <a:pt x="82860" y="15609"/>
                  <a:pt x="82829" y="15624"/>
                  <a:pt x="82799" y="15655"/>
                </a:cubicBezTo>
                <a:lnTo>
                  <a:pt x="82738" y="15655"/>
                </a:lnTo>
                <a:lnTo>
                  <a:pt x="82616" y="15685"/>
                </a:lnTo>
                <a:cubicBezTo>
                  <a:pt x="82495" y="15685"/>
                  <a:pt x="82343" y="15655"/>
                  <a:pt x="82252" y="15594"/>
                </a:cubicBezTo>
                <a:cubicBezTo>
                  <a:pt x="82241" y="15583"/>
                  <a:pt x="82231" y="15578"/>
                  <a:pt x="82222" y="15578"/>
                </a:cubicBezTo>
                <a:cubicBezTo>
                  <a:pt x="82181" y="15578"/>
                  <a:pt x="82161" y="15687"/>
                  <a:pt x="82161" y="15837"/>
                </a:cubicBezTo>
                <a:lnTo>
                  <a:pt x="82373" y="15867"/>
                </a:lnTo>
                <a:lnTo>
                  <a:pt x="82616" y="15898"/>
                </a:lnTo>
                <a:cubicBezTo>
                  <a:pt x="82586" y="16019"/>
                  <a:pt x="82282" y="16110"/>
                  <a:pt x="82191" y="16110"/>
                </a:cubicBezTo>
                <a:cubicBezTo>
                  <a:pt x="82130" y="16110"/>
                  <a:pt x="82039" y="15989"/>
                  <a:pt x="82009" y="15928"/>
                </a:cubicBezTo>
                <a:cubicBezTo>
                  <a:pt x="82009" y="15918"/>
                  <a:pt x="82006" y="15914"/>
                  <a:pt x="82002" y="15914"/>
                </a:cubicBezTo>
                <a:cubicBezTo>
                  <a:pt x="81980" y="15914"/>
                  <a:pt x="81912" y="16024"/>
                  <a:pt x="81887" y="16050"/>
                </a:cubicBezTo>
                <a:cubicBezTo>
                  <a:pt x="81826" y="16110"/>
                  <a:pt x="81765" y="16171"/>
                  <a:pt x="81705" y="16202"/>
                </a:cubicBezTo>
                <a:lnTo>
                  <a:pt x="81644" y="16202"/>
                </a:lnTo>
                <a:cubicBezTo>
                  <a:pt x="81674" y="16080"/>
                  <a:pt x="81705" y="15989"/>
                  <a:pt x="81765" y="15898"/>
                </a:cubicBezTo>
                <a:lnTo>
                  <a:pt x="81826" y="15806"/>
                </a:lnTo>
                <a:cubicBezTo>
                  <a:pt x="81808" y="15771"/>
                  <a:pt x="81780" y="15756"/>
                  <a:pt x="81748" y="15756"/>
                </a:cubicBezTo>
                <a:cubicBezTo>
                  <a:pt x="81725" y="15756"/>
                  <a:pt x="81699" y="15764"/>
                  <a:pt x="81674" y="15776"/>
                </a:cubicBezTo>
                <a:cubicBezTo>
                  <a:pt x="81674" y="15776"/>
                  <a:pt x="81613" y="15685"/>
                  <a:pt x="81613" y="15624"/>
                </a:cubicBezTo>
                <a:cubicBezTo>
                  <a:pt x="81613" y="15594"/>
                  <a:pt x="81492" y="15533"/>
                  <a:pt x="81340" y="15533"/>
                </a:cubicBezTo>
                <a:lnTo>
                  <a:pt x="81249" y="15533"/>
                </a:lnTo>
                <a:cubicBezTo>
                  <a:pt x="81127" y="15563"/>
                  <a:pt x="81066" y="15685"/>
                  <a:pt x="80975" y="15715"/>
                </a:cubicBezTo>
                <a:cubicBezTo>
                  <a:pt x="80580" y="15806"/>
                  <a:pt x="80550" y="15898"/>
                  <a:pt x="80702" y="16202"/>
                </a:cubicBezTo>
                <a:lnTo>
                  <a:pt x="80702" y="16232"/>
                </a:lnTo>
                <a:cubicBezTo>
                  <a:pt x="80683" y="16251"/>
                  <a:pt x="80658" y="16258"/>
                  <a:pt x="80632" y="16258"/>
                </a:cubicBezTo>
                <a:cubicBezTo>
                  <a:pt x="80574" y="16258"/>
                  <a:pt x="80510" y="16223"/>
                  <a:pt x="80489" y="16202"/>
                </a:cubicBezTo>
                <a:cubicBezTo>
                  <a:pt x="80489" y="16180"/>
                  <a:pt x="80382" y="16159"/>
                  <a:pt x="80320" y="16159"/>
                </a:cubicBezTo>
                <a:cubicBezTo>
                  <a:pt x="80294" y="16159"/>
                  <a:pt x="80276" y="16162"/>
                  <a:pt x="80276" y="16171"/>
                </a:cubicBezTo>
                <a:cubicBezTo>
                  <a:pt x="80276" y="16202"/>
                  <a:pt x="80185" y="16202"/>
                  <a:pt x="80094" y="16202"/>
                </a:cubicBezTo>
                <a:lnTo>
                  <a:pt x="80033" y="16262"/>
                </a:lnTo>
                <a:cubicBezTo>
                  <a:pt x="80002" y="16323"/>
                  <a:pt x="79942" y="16354"/>
                  <a:pt x="79911" y="16384"/>
                </a:cubicBezTo>
                <a:lnTo>
                  <a:pt x="79850" y="16414"/>
                </a:lnTo>
                <a:cubicBezTo>
                  <a:pt x="79849" y="16415"/>
                  <a:pt x="79847" y="16416"/>
                  <a:pt x="79846" y="16416"/>
                </a:cubicBezTo>
                <a:cubicBezTo>
                  <a:pt x="79806" y="16416"/>
                  <a:pt x="80068" y="15958"/>
                  <a:pt x="80215" y="15958"/>
                </a:cubicBezTo>
                <a:cubicBezTo>
                  <a:pt x="80337" y="15928"/>
                  <a:pt x="80458" y="15837"/>
                  <a:pt x="80458" y="15776"/>
                </a:cubicBezTo>
                <a:cubicBezTo>
                  <a:pt x="80337" y="15761"/>
                  <a:pt x="80208" y="15753"/>
                  <a:pt x="80078" y="15753"/>
                </a:cubicBezTo>
                <a:cubicBezTo>
                  <a:pt x="79949" y="15753"/>
                  <a:pt x="79820" y="15761"/>
                  <a:pt x="79698" y="15776"/>
                </a:cubicBezTo>
                <a:cubicBezTo>
                  <a:pt x="79591" y="15798"/>
                  <a:pt x="79484" y="15819"/>
                  <a:pt x="79376" y="15819"/>
                </a:cubicBezTo>
                <a:cubicBezTo>
                  <a:pt x="79332" y="15819"/>
                  <a:pt x="79287" y="15815"/>
                  <a:pt x="79243" y="15806"/>
                </a:cubicBezTo>
                <a:lnTo>
                  <a:pt x="79182" y="15806"/>
                </a:lnTo>
                <a:cubicBezTo>
                  <a:pt x="79060" y="15776"/>
                  <a:pt x="78908" y="15746"/>
                  <a:pt x="78756" y="15746"/>
                </a:cubicBezTo>
                <a:cubicBezTo>
                  <a:pt x="78735" y="15749"/>
                  <a:pt x="78715" y="15751"/>
                  <a:pt x="78696" y="15751"/>
                </a:cubicBezTo>
                <a:cubicBezTo>
                  <a:pt x="78580" y="15751"/>
                  <a:pt x="78488" y="15698"/>
                  <a:pt x="78391" y="15698"/>
                </a:cubicBezTo>
                <a:cubicBezTo>
                  <a:pt x="78361" y="15698"/>
                  <a:pt x="78331" y="15703"/>
                  <a:pt x="78300" y="15715"/>
                </a:cubicBezTo>
                <a:lnTo>
                  <a:pt x="78179" y="15776"/>
                </a:lnTo>
                <a:cubicBezTo>
                  <a:pt x="78057" y="15746"/>
                  <a:pt x="77966" y="15746"/>
                  <a:pt x="77844" y="15746"/>
                </a:cubicBezTo>
                <a:cubicBezTo>
                  <a:pt x="77814" y="15776"/>
                  <a:pt x="77784" y="15837"/>
                  <a:pt x="77753" y="15867"/>
                </a:cubicBezTo>
                <a:lnTo>
                  <a:pt x="77632" y="15806"/>
                </a:lnTo>
                <a:lnTo>
                  <a:pt x="77571" y="15776"/>
                </a:lnTo>
                <a:cubicBezTo>
                  <a:pt x="77495" y="15806"/>
                  <a:pt x="77426" y="15822"/>
                  <a:pt x="77362" y="15822"/>
                </a:cubicBezTo>
                <a:cubicBezTo>
                  <a:pt x="77297" y="15822"/>
                  <a:pt x="77236" y="15806"/>
                  <a:pt x="77176" y="15776"/>
                </a:cubicBezTo>
                <a:cubicBezTo>
                  <a:pt x="77176" y="15773"/>
                  <a:pt x="77171" y="15771"/>
                  <a:pt x="77164" y="15771"/>
                </a:cubicBezTo>
                <a:cubicBezTo>
                  <a:pt x="77112" y="15771"/>
                  <a:pt x="76902" y="15842"/>
                  <a:pt x="76832" y="15842"/>
                </a:cubicBezTo>
                <a:cubicBezTo>
                  <a:pt x="76822" y="15842"/>
                  <a:pt x="76814" y="15840"/>
                  <a:pt x="76811" y="15837"/>
                </a:cubicBezTo>
                <a:cubicBezTo>
                  <a:pt x="76759" y="15811"/>
                  <a:pt x="76616" y="15740"/>
                  <a:pt x="76558" y="15740"/>
                </a:cubicBezTo>
                <a:cubicBezTo>
                  <a:pt x="76549" y="15740"/>
                  <a:pt x="76542" y="15741"/>
                  <a:pt x="76537" y="15746"/>
                </a:cubicBezTo>
                <a:cubicBezTo>
                  <a:pt x="76477" y="15776"/>
                  <a:pt x="76416" y="15776"/>
                  <a:pt x="76355" y="15806"/>
                </a:cubicBezTo>
                <a:lnTo>
                  <a:pt x="76294" y="15806"/>
                </a:lnTo>
                <a:lnTo>
                  <a:pt x="76173" y="15837"/>
                </a:lnTo>
                <a:cubicBezTo>
                  <a:pt x="76127" y="15822"/>
                  <a:pt x="76051" y="15822"/>
                  <a:pt x="75979" y="15822"/>
                </a:cubicBezTo>
                <a:cubicBezTo>
                  <a:pt x="75907" y="15822"/>
                  <a:pt x="75838" y="15822"/>
                  <a:pt x="75808" y="15806"/>
                </a:cubicBezTo>
                <a:cubicBezTo>
                  <a:pt x="75747" y="15776"/>
                  <a:pt x="75686" y="15746"/>
                  <a:pt x="75625" y="15746"/>
                </a:cubicBezTo>
                <a:cubicBezTo>
                  <a:pt x="75605" y="15746"/>
                  <a:pt x="75517" y="15759"/>
                  <a:pt x="75452" y="15759"/>
                </a:cubicBezTo>
                <a:cubicBezTo>
                  <a:pt x="75419" y="15759"/>
                  <a:pt x="75392" y="15756"/>
                  <a:pt x="75382" y="15746"/>
                </a:cubicBezTo>
                <a:cubicBezTo>
                  <a:pt x="75322" y="15715"/>
                  <a:pt x="75230" y="15655"/>
                  <a:pt x="75170" y="15624"/>
                </a:cubicBezTo>
                <a:lnTo>
                  <a:pt x="75139" y="15655"/>
                </a:lnTo>
                <a:lnTo>
                  <a:pt x="74957" y="15806"/>
                </a:lnTo>
                <a:cubicBezTo>
                  <a:pt x="74829" y="15752"/>
                  <a:pt x="74745" y="15741"/>
                  <a:pt x="74705" y="15741"/>
                </a:cubicBezTo>
                <a:cubicBezTo>
                  <a:pt x="74678" y="15741"/>
                  <a:pt x="74671" y="15746"/>
                  <a:pt x="74683" y="15746"/>
                </a:cubicBezTo>
                <a:cubicBezTo>
                  <a:pt x="74714" y="15776"/>
                  <a:pt x="74866" y="15928"/>
                  <a:pt x="74835" y="15989"/>
                </a:cubicBezTo>
                <a:cubicBezTo>
                  <a:pt x="74774" y="16019"/>
                  <a:pt x="74714" y="16019"/>
                  <a:pt x="74714" y="16019"/>
                </a:cubicBezTo>
                <a:lnTo>
                  <a:pt x="74683" y="15867"/>
                </a:lnTo>
                <a:cubicBezTo>
                  <a:pt x="74470" y="15806"/>
                  <a:pt x="74288" y="15746"/>
                  <a:pt x="74075" y="15746"/>
                </a:cubicBezTo>
                <a:lnTo>
                  <a:pt x="73954" y="15685"/>
                </a:lnTo>
                <a:cubicBezTo>
                  <a:pt x="73942" y="15679"/>
                  <a:pt x="73929" y="15676"/>
                  <a:pt x="73917" y="15676"/>
                </a:cubicBezTo>
                <a:cubicBezTo>
                  <a:pt x="73869" y="15676"/>
                  <a:pt x="73820" y="15715"/>
                  <a:pt x="73771" y="15715"/>
                </a:cubicBezTo>
                <a:cubicBezTo>
                  <a:pt x="73680" y="15715"/>
                  <a:pt x="73619" y="15746"/>
                  <a:pt x="73528" y="15746"/>
                </a:cubicBezTo>
                <a:cubicBezTo>
                  <a:pt x="73450" y="15746"/>
                  <a:pt x="73350" y="15679"/>
                  <a:pt x="73303" y="15679"/>
                </a:cubicBezTo>
                <a:cubicBezTo>
                  <a:pt x="73296" y="15679"/>
                  <a:pt x="73289" y="15681"/>
                  <a:pt x="73285" y="15685"/>
                </a:cubicBezTo>
                <a:cubicBezTo>
                  <a:pt x="73212" y="15740"/>
                  <a:pt x="73150" y="15751"/>
                  <a:pt x="73086" y="15751"/>
                </a:cubicBezTo>
                <a:cubicBezTo>
                  <a:pt x="73043" y="15751"/>
                  <a:pt x="72999" y="15746"/>
                  <a:pt x="72951" y="15746"/>
                </a:cubicBezTo>
                <a:lnTo>
                  <a:pt x="72738" y="15776"/>
                </a:lnTo>
                <a:cubicBezTo>
                  <a:pt x="72555" y="15898"/>
                  <a:pt x="72495" y="15989"/>
                  <a:pt x="72525" y="15989"/>
                </a:cubicBezTo>
                <a:lnTo>
                  <a:pt x="72586" y="15989"/>
                </a:lnTo>
                <a:cubicBezTo>
                  <a:pt x="72525" y="16050"/>
                  <a:pt x="72464" y="16141"/>
                  <a:pt x="72373" y="16202"/>
                </a:cubicBezTo>
                <a:cubicBezTo>
                  <a:pt x="72362" y="16207"/>
                  <a:pt x="72344" y="16210"/>
                  <a:pt x="72324" y="16210"/>
                </a:cubicBezTo>
                <a:cubicBezTo>
                  <a:pt x="72237" y="16210"/>
                  <a:pt x="72088" y="16165"/>
                  <a:pt x="72039" y="16141"/>
                </a:cubicBezTo>
                <a:cubicBezTo>
                  <a:pt x="71948" y="16110"/>
                  <a:pt x="71704" y="16019"/>
                  <a:pt x="71522" y="15958"/>
                </a:cubicBezTo>
                <a:lnTo>
                  <a:pt x="71492" y="16202"/>
                </a:lnTo>
                <a:cubicBezTo>
                  <a:pt x="71431" y="16202"/>
                  <a:pt x="71370" y="16171"/>
                  <a:pt x="71340" y="16141"/>
                </a:cubicBezTo>
                <a:cubicBezTo>
                  <a:pt x="71370" y="16050"/>
                  <a:pt x="71431" y="15958"/>
                  <a:pt x="71492" y="15867"/>
                </a:cubicBezTo>
                <a:lnTo>
                  <a:pt x="71613" y="15928"/>
                </a:lnTo>
                <a:cubicBezTo>
                  <a:pt x="71646" y="15953"/>
                  <a:pt x="71675" y="15962"/>
                  <a:pt x="71701" y="15962"/>
                </a:cubicBezTo>
                <a:cubicBezTo>
                  <a:pt x="71770" y="15962"/>
                  <a:pt x="71820" y="15898"/>
                  <a:pt x="71887" y="15898"/>
                </a:cubicBezTo>
                <a:lnTo>
                  <a:pt x="72343" y="15958"/>
                </a:lnTo>
                <a:lnTo>
                  <a:pt x="72373" y="15867"/>
                </a:lnTo>
                <a:cubicBezTo>
                  <a:pt x="72191" y="15776"/>
                  <a:pt x="72008" y="15746"/>
                  <a:pt x="71826" y="15746"/>
                </a:cubicBezTo>
                <a:cubicBezTo>
                  <a:pt x="71735" y="15746"/>
                  <a:pt x="71644" y="15563"/>
                  <a:pt x="71644" y="15472"/>
                </a:cubicBezTo>
                <a:cubicBezTo>
                  <a:pt x="71644" y="15416"/>
                  <a:pt x="71650" y="15392"/>
                  <a:pt x="71660" y="15392"/>
                </a:cubicBezTo>
                <a:cubicBezTo>
                  <a:pt x="71672" y="15392"/>
                  <a:pt x="71688" y="15423"/>
                  <a:pt x="71704" y="15472"/>
                </a:cubicBezTo>
                <a:lnTo>
                  <a:pt x="71735" y="15503"/>
                </a:lnTo>
                <a:lnTo>
                  <a:pt x="71765" y="15563"/>
                </a:lnTo>
                <a:cubicBezTo>
                  <a:pt x="71774" y="15572"/>
                  <a:pt x="71786" y="15576"/>
                  <a:pt x="71800" y="15576"/>
                </a:cubicBezTo>
                <a:cubicBezTo>
                  <a:pt x="71877" y="15576"/>
                  <a:pt x="72022" y="15469"/>
                  <a:pt x="72107" y="15469"/>
                </a:cubicBezTo>
                <a:cubicBezTo>
                  <a:pt x="72115" y="15469"/>
                  <a:pt x="72123" y="15470"/>
                  <a:pt x="72130" y="15472"/>
                </a:cubicBezTo>
                <a:cubicBezTo>
                  <a:pt x="72172" y="15493"/>
                  <a:pt x="72330" y="15529"/>
                  <a:pt x="72423" y="15529"/>
                </a:cubicBezTo>
                <a:cubicBezTo>
                  <a:pt x="72465" y="15529"/>
                  <a:pt x="72495" y="15521"/>
                  <a:pt x="72495" y="15503"/>
                </a:cubicBezTo>
                <a:cubicBezTo>
                  <a:pt x="72495" y="15481"/>
                  <a:pt x="72510" y="15471"/>
                  <a:pt x="72536" y="15471"/>
                </a:cubicBezTo>
                <a:cubicBezTo>
                  <a:pt x="72585" y="15471"/>
                  <a:pt x="72670" y="15504"/>
                  <a:pt x="72768" y="15563"/>
                </a:cubicBezTo>
                <a:lnTo>
                  <a:pt x="73072" y="15411"/>
                </a:lnTo>
                <a:cubicBezTo>
                  <a:pt x="73113" y="15411"/>
                  <a:pt x="73207" y="15398"/>
                  <a:pt x="73275" y="15398"/>
                </a:cubicBezTo>
                <a:cubicBezTo>
                  <a:pt x="73309" y="15398"/>
                  <a:pt x="73336" y="15401"/>
                  <a:pt x="73346" y="15411"/>
                </a:cubicBezTo>
                <a:lnTo>
                  <a:pt x="73528" y="15563"/>
                </a:lnTo>
                <a:cubicBezTo>
                  <a:pt x="73749" y="15563"/>
                  <a:pt x="74146" y="15438"/>
                  <a:pt x="74308" y="15438"/>
                </a:cubicBezTo>
                <a:cubicBezTo>
                  <a:pt x="74324" y="15438"/>
                  <a:pt x="74338" y="15439"/>
                  <a:pt x="74349" y="15442"/>
                </a:cubicBezTo>
                <a:cubicBezTo>
                  <a:pt x="74470" y="15442"/>
                  <a:pt x="74744" y="15503"/>
                  <a:pt x="74957" y="15503"/>
                </a:cubicBezTo>
                <a:lnTo>
                  <a:pt x="75170" y="15472"/>
                </a:lnTo>
                <a:cubicBezTo>
                  <a:pt x="75200" y="15411"/>
                  <a:pt x="75230" y="15351"/>
                  <a:pt x="75261" y="15259"/>
                </a:cubicBezTo>
                <a:cubicBezTo>
                  <a:pt x="75261" y="15250"/>
                  <a:pt x="75262" y="15245"/>
                  <a:pt x="75265" y="15245"/>
                </a:cubicBezTo>
                <a:cubicBezTo>
                  <a:pt x="75279" y="15245"/>
                  <a:pt x="75322" y="15360"/>
                  <a:pt x="75322" y="15411"/>
                </a:cubicBezTo>
                <a:cubicBezTo>
                  <a:pt x="75337" y="15427"/>
                  <a:pt x="75405" y="15434"/>
                  <a:pt x="75477" y="15434"/>
                </a:cubicBezTo>
                <a:cubicBezTo>
                  <a:pt x="75549" y="15434"/>
                  <a:pt x="75625" y="15427"/>
                  <a:pt x="75656" y="15411"/>
                </a:cubicBezTo>
                <a:cubicBezTo>
                  <a:pt x="75697" y="15403"/>
                  <a:pt x="75737" y="15399"/>
                  <a:pt x="75778" y="15399"/>
                </a:cubicBezTo>
                <a:cubicBezTo>
                  <a:pt x="75889" y="15399"/>
                  <a:pt x="76001" y="15428"/>
                  <a:pt x="76112" y="15472"/>
                </a:cubicBezTo>
                <a:lnTo>
                  <a:pt x="76264" y="15411"/>
                </a:lnTo>
                <a:lnTo>
                  <a:pt x="76325" y="15381"/>
                </a:lnTo>
                <a:cubicBezTo>
                  <a:pt x="76385" y="15381"/>
                  <a:pt x="76294" y="15320"/>
                  <a:pt x="76112" y="15229"/>
                </a:cubicBezTo>
                <a:lnTo>
                  <a:pt x="75960" y="15168"/>
                </a:lnTo>
                <a:cubicBezTo>
                  <a:pt x="75808" y="15077"/>
                  <a:pt x="75929" y="14986"/>
                  <a:pt x="75838" y="14895"/>
                </a:cubicBezTo>
                <a:cubicBezTo>
                  <a:pt x="75777" y="14834"/>
                  <a:pt x="75929" y="14834"/>
                  <a:pt x="75990" y="14803"/>
                </a:cubicBezTo>
                <a:lnTo>
                  <a:pt x="76051" y="14803"/>
                </a:lnTo>
                <a:cubicBezTo>
                  <a:pt x="76056" y="14798"/>
                  <a:pt x="76060" y="14796"/>
                  <a:pt x="76061" y="14796"/>
                </a:cubicBezTo>
                <a:lnTo>
                  <a:pt x="76061" y="14796"/>
                </a:lnTo>
                <a:cubicBezTo>
                  <a:pt x="76068" y="14796"/>
                  <a:pt x="76030" y="14855"/>
                  <a:pt x="75929" y="14955"/>
                </a:cubicBezTo>
                <a:lnTo>
                  <a:pt x="76233" y="15016"/>
                </a:lnTo>
                <a:lnTo>
                  <a:pt x="76385" y="15047"/>
                </a:lnTo>
                <a:cubicBezTo>
                  <a:pt x="76537" y="15168"/>
                  <a:pt x="76720" y="15442"/>
                  <a:pt x="76811" y="15442"/>
                </a:cubicBezTo>
                <a:cubicBezTo>
                  <a:pt x="76902" y="15442"/>
                  <a:pt x="76841" y="15138"/>
                  <a:pt x="76750" y="15077"/>
                </a:cubicBezTo>
                <a:cubicBezTo>
                  <a:pt x="76689" y="15016"/>
                  <a:pt x="76629" y="14955"/>
                  <a:pt x="76537" y="14925"/>
                </a:cubicBezTo>
                <a:lnTo>
                  <a:pt x="76507" y="14895"/>
                </a:lnTo>
                <a:cubicBezTo>
                  <a:pt x="76477" y="14834"/>
                  <a:pt x="76568" y="14803"/>
                  <a:pt x="76598" y="14803"/>
                </a:cubicBezTo>
                <a:cubicBezTo>
                  <a:pt x="76629" y="14803"/>
                  <a:pt x="76689" y="14803"/>
                  <a:pt x="76720" y="14834"/>
                </a:cubicBezTo>
                <a:lnTo>
                  <a:pt x="76780" y="14803"/>
                </a:lnTo>
                <a:lnTo>
                  <a:pt x="77054" y="14743"/>
                </a:lnTo>
                <a:cubicBezTo>
                  <a:pt x="77145" y="14834"/>
                  <a:pt x="77236" y="14925"/>
                  <a:pt x="77328" y="14986"/>
                </a:cubicBezTo>
                <a:cubicBezTo>
                  <a:pt x="77328" y="14988"/>
                  <a:pt x="77328" y="14989"/>
                  <a:pt x="77329" y="14989"/>
                </a:cubicBezTo>
                <a:cubicBezTo>
                  <a:pt x="77336" y="14989"/>
                  <a:pt x="77388" y="14820"/>
                  <a:pt x="77388" y="14651"/>
                </a:cubicBezTo>
                <a:cubicBezTo>
                  <a:pt x="77449" y="14621"/>
                  <a:pt x="77480" y="14621"/>
                  <a:pt x="77540" y="14621"/>
                </a:cubicBezTo>
                <a:cubicBezTo>
                  <a:pt x="77571" y="14621"/>
                  <a:pt x="77571" y="14682"/>
                  <a:pt x="77571" y="14712"/>
                </a:cubicBezTo>
                <a:lnTo>
                  <a:pt x="77540" y="14773"/>
                </a:lnTo>
                <a:cubicBezTo>
                  <a:pt x="77510" y="14834"/>
                  <a:pt x="77510" y="14925"/>
                  <a:pt x="77540" y="14925"/>
                </a:cubicBezTo>
                <a:lnTo>
                  <a:pt x="77753" y="14986"/>
                </a:lnTo>
                <a:cubicBezTo>
                  <a:pt x="77784" y="15077"/>
                  <a:pt x="77814" y="15168"/>
                  <a:pt x="77844" y="15259"/>
                </a:cubicBezTo>
                <a:lnTo>
                  <a:pt x="77875" y="15259"/>
                </a:lnTo>
                <a:lnTo>
                  <a:pt x="78088" y="15229"/>
                </a:lnTo>
                <a:cubicBezTo>
                  <a:pt x="78176" y="15151"/>
                  <a:pt x="78269" y="15074"/>
                  <a:pt x="78356" y="15003"/>
                </a:cubicBezTo>
                <a:lnTo>
                  <a:pt x="78356" y="15003"/>
                </a:lnTo>
                <a:cubicBezTo>
                  <a:pt x="78378" y="15008"/>
                  <a:pt x="78400" y="15012"/>
                  <a:pt x="78422" y="15016"/>
                </a:cubicBezTo>
                <a:lnTo>
                  <a:pt x="78452" y="15047"/>
                </a:lnTo>
                <a:lnTo>
                  <a:pt x="78513" y="15077"/>
                </a:lnTo>
                <a:cubicBezTo>
                  <a:pt x="78533" y="15067"/>
                  <a:pt x="78553" y="15054"/>
                  <a:pt x="78573" y="15037"/>
                </a:cubicBezTo>
                <a:lnTo>
                  <a:pt x="78573" y="15037"/>
                </a:lnTo>
                <a:cubicBezTo>
                  <a:pt x="78585" y="15082"/>
                  <a:pt x="78596" y="15126"/>
                  <a:pt x="78604" y="15168"/>
                </a:cubicBezTo>
                <a:lnTo>
                  <a:pt x="78635" y="15168"/>
                </a:lnTo>
                <a:cubicBezTo>
                  <a:pt x="78787" y="15199"/>
                  <a:pt x="78969" y="15229"/>
                  <a:pt x="79121" y="15229"/>
                </a:cubicBezTo>
                <a:cubicBezTo>
                  <a:pt x="79182" y="15229"/>
                  <a:pt x="79212" y="15229"/>
                  <a:pt x="79273" y="15199"/>
                </a:cubicBezTo>
                <a:lnTo>
                  <a:pt x="79334" y="15138"/>
                </a:lnTo>
                <a:cubicBezTo>
                  <a:pt x="79395" y="15107"/>
                  <a:pt x="79303" y="14986"/>
                  <a:pt x="79182" y="14864"/>
                </a:cubicBezTo>
                <a:lnTo>
                  <a:pt x="79091" y="14773"/>
                </a:lnTo>
                <a:lnTo>
                  <a:pt x="78999" y="14682"/>
                </a:lnTo>
                <a:cubicBezTo>
                  <a:pt x="78908" y="14591"/>
                  <a:pt x="78999" y="14530"/>
                  <a:pt x="79060" y="14530"/>
                </a:cubicBezTo>
                <a:cubicBezTo>
                  <a:pt x="79066" y="14533"/>
                  <a:pt x="79071" y="14534"/>
                  <a:pt x="79077" y="14534"/>
                </a:cubicBezTo>
                <a:cubicBezTo>
                  <a:pt x="79137" y="14534"/>
                  <a:pt x="79215" y="14400"/>
                  <a:pt x="79243" y="14317"/>
                </a:cubicBezTo>
                <a:cubicBezTo>
                  <a:pt x="79243" y="14226"/>
                  <a:pt x="79030" y="14196"/>
                  <a:pt x="78969" y="14196"/>
                </a:cubicBezTo>
                <a:cubicBezTo>
                  <a:pt x="78878" y="14196"/>
                  <a:pt x="78817" y="14165"/>
                  <a:pt x="78817" y="14074"/>
                </a:cubicBezTo>
                <a:cubicBezTo>
                  <a:pt x="78817" y="14044"/>
                  <a:pt x="78635" y="13952"/>
                  <a:pt x="78543" y="13952"/>
                </a:cubicBezTo>
                <a:lnTo>
                  <a:pt x="78391" y="13952"/>
                </a:lnTo>
                <a:cubicBezTo>
                  <a:pt x="78452" y="14013"/>
                  <a:pt x="78483" y="14044"/>
                  <a:pt x="78513" y="14044"/>
                </a:cubicBezTo>
                <a:cubicBezTo>
                  <a:pt x="78543" y="14074"/>
                  <a:pt x="78574" y="14104"/>
                  <a:pt x="78574" y="14165"/>
                </a:cubicBezTo>
                <a:cubicBezTo>
                  <a:pt x="78543" y="14196"/>
                  <a:pt x="78483" y="14226"/>
                  <a:pt x="78422" y="14256"/>
                </a:cubicBezTo>
                <a:cubicBezTo>
                  <a:pt x="78391" y="14287"/>
                  <a:pt x="78300" y="14317"/>
                  <a:pt x="78270" y="14317"/>
                </a:cubicBezTo>
                <a:lnTo>
                  <a:pt x="78179" y="14287"/>
                </a:lnTo>
                <a:cubicBezTo>
                  <a:pt x="78239" y="14165"/>
                  <a:pt x="78300" y="14074"/>
                  <a:pt x="78331" y="13952"/>
                </a:cubicBezTo>
                <a:lnTo>
                  <a:pt x="78148" y="13922"/>
                </a:lnTo>
                <a:lnTo>
                  <a:pt x="78027" y="13922"/>
                </a:lnTo>
                <a:cubicBezTo>
                  <a:pt x="78027" y="13861"/>
                  <a:pt x="78057" y="13770"/>
                  <a:pt x="78148" y="13740"/>
                </a:cubicBezTo>
                <a:lnTo>
                  <a:pt x="78209" y="13800"/>
                </a:lnTo>
                <a:lnTo>
                  <a:pt x="78239" y="13831"/>
                </a:lnTo>
                <a:cubicBezTo>
                  <a:pt x="78249" y="13834"/>
                  <a:pt x="78259" y="13836"/>
                  <a:pt x="78268" y="13836"/>
                </a:cubicBezTo>
                <a:cubicBezTo>
                  <a:pt x="78344" y="13836"/>
                  <a:pt x="78395" y="13736"/>
                  <a:pt x="78422" y="13709"/>
                </a:cubicBezTo>
                <a:cubicBezTo>
                  <a:pt x="78422" y="13648"/>
                  <a:pt x="78483" y="13648"/>
                  <a:pt x="78543" y="13648"/>
                </a:cubicBezTo>
                <a:lnTo>
                  <a:pt x="78665" y="13648"/>
                </a:lnTo>
                <a:cubicBezTo>
                  <a:pt x="78695" y="13648"/>
                  <a:pt x="78665" y="13770"/>
                  <a:pt x="78635" y="13861"/>
                </a:cubicBezTo>
                <a:lnTo>
                  <a:pt x="78817" y="13922"/>
                </a:lnTo>
                <a:cubicBezTo>
                  <a:pt x="78817" y="13943"/>
                  <a:pt x="78846" y="13978"/>
                  <a:pt x="78894" y="13978"/>
                </a:cubicBezTo>
                <a:cubicBezTo>
                  <a:pt x="78915" y="13978"/>
                  <a:pt x="78941" y="13971"/>
                  <a:pt x="78969" y="13952"/>
                </a:cubicBezTo>
                <a:lnTo>
                  <a:pt x="78999" y="13922"/>
                </a:lnTo>
                <a:cubicBezTo>
                  <a:pt x="79151" y="13618"/>
                  <a:pt x="79121" y="13618"/>
                  <a:pt x="79364" y="13618"/>
                </a:cubicBezTo>
                <a:lnTo>
                  <a:pt x="79698" y="13618"/>
                </a:lnTo>
                <a:cubicBezTo>
                  <a:pt x="80033" y="13527"/>
                  <a:pt x="80276" y="13314"/>
                  <a:pt x="80246" y="13223"/>
                </a:cubicBezTo>
                <a:cubicBezTo>
                  <a:pt x="80215" y="13162"/>
                  <a:pt x="80154" y="13101"/>
                  <a:pt x="80124" y="13101"/>
                </a:cubicBezTo>
                <a:lnTo>
                  <a:pt x="80002" y="13192"/>
                </a:lnTo>
                <a:cubicBezTo>
                  <a:pt x="79970" y="13201"/>
                  <a:pt x="79937" y="13204"/>
                  <a:pt x="79905" y="13204"/>
                </a:cubicBezTo>
                <a:cubicBezTo>
                  <a:pt x="79816" y="13204"/>
                  <a:pt x="79727" y="13176"/>
                  <a:pt x="79638" y="13132"/>
                </a:cubicBezTo>
                <a:lnTo>
                  <a:pt x="79668" y="13010"/>
                </a:lnTo>
                <a:lnTo>
                  <a:pt x="79698" y="12858"/>
                </a:lnTo>
                <a:cubicBezTo>
                  <a:pt x="79597" y="12731"/>
                  <a:pt x="79454" y="12668"/>
                  <a:pt x="79391" y="12668"/>
                </a:cubicBezTo>
                <a:cubicBezTo>
                  <a:pt x="79378" y="12668"/>
                  <a:pt x="79369" y="12671"/>
                  <a:pt x="79364" y="12676"/>
                </a:cubicBezTo>
                <a:cubicBezTo>
                  <a:pt x="79311" y="12711"/>
                  <a:pt x="79257" y="12726"/>
                  <a:pt x="79210" y="12726"/>
                </a:cubicBezTo>
                <a:cubicBezTo>
                  <a:pt x="79177" y="12726"/>
                  <a:pt x="79146" y="12719"/>
                  <a:pt x="79121" y="12706"/>
                </a:cubicBezTo>
                <a:lnTo>
                  <a:pt x="78999" y="12676"/>
                </a:lnTo>
                <a:lnTo>
                  <a:pt x="78969" y="12676"/>
                </a:lnTo>
                <a:cubicBezTo>
                  <a:pt x="78908" y="12676"/>
                  <a:pt x="78695" y="12706"/>
                  <a:pt x="78483" y="12706"/>
                </a:cubicBezTo>
                <a:lnTo>
                  <a:pt x="78270" y="12676"/>
                </a:lnTo>
                <a:lnTo>
                  <a:pt x="78088" y="12676"/>
                </a:lnTo>
                <a:cubicBezTo>
                  <a:pt x="77954" y="12596"/>
                  <a:pt x="77774" y="12422"/>
                  <a:pt x="77691" y="12422"/>
                </a:cubicBezTo>
                <a:cubicBezTo>
                  <a:pt x="77679" y="12422"/>
                  <a:pt x="77669" y="12425"/>
                  <a:pt x="77662" y="12433"/>
                </a:cubicBezTo>
                <a:cubicBezTo>
                  <a:pt x="77632" y="12463"/>
                  <a:pt x="77510" y="12463"/>
                  <a:pt x="77510" y="12463"/>
                </a:cubicBezTo>
                <a:cubicBezTo>
                  <a:pt x="77480" y="12524"/>
                  <a:pt x="77449" y="12585"/>
                  <a:pt x="77419" y="12645"/>
                </a:cubicBezTo>
                <a:cubicBezTo>
                  <a:pt x="77415" y="12649"/>
                  <a:pt x="77411" y="12650"/>
                  <a:pt x="77405" y="12650"/>
                </a:cubicBezTo>
                <a:cubicBezTo>
                  <a:pt x="77357" y="12650"/>
                  <a:pt x="77233" y="12551"/>
                  <a:pt x="77206" y="12524"/>
                </a:cubicBezTo>
                <a:cubicBezTo>
                  <a:pt x="77200" y="12512"/>
                  <a:pt x="77191" y="12507"/>
                  <a:pt x="77179" y="12507"/>
                </a:cubicBezTo>
                <a:cubicBezTo>
                  <a:pt x="77132" y="12507"/>
                  <a:pt x="77048" y="12591"/>
                  <a:pt x="77024" y="12615"/>
                </a:cubicBezTo>
                <a:cubicBezTo>
                  <a:pt x="76993" y="12645"/>
                  <a:pt x="76963" y="12661"/>
                  <a:pt x="76932" y="12661"/>
                </a:cubicBezTo>
                <a:cubicBezTo>
                  <a:pt x="76902" y="12661"/>
                  <a:pt x="76872" y="12645"/>
                  <a:pt x="76841" y="12615"/>
                </a:cubicBezTo>
                <a:lnTo>
                  <a:pt x="76811" y="12585"/>
                </a:lnTo>
                <a:cubicBezTo>
                  <a:pt x="76750" y="12554"/>
                  <a:pt x="76659" y="12524"/>
                  <a:pt x="76568" y="12524"/>
                </a:cubicBezTo>
                <a:cubicBezTo>
                  <a:pt x="76479" y="12562"/>
                  <a:pt x="76379" y="12579"/>
                  <a:pt x="76277" y="12579"/>
                </a:cubicBezTo>
                <a:cubicBezTo>
                  <a:pt x="76136" y="12579"/>
                  <a:pt x="75992" y="12546"/>
                  <a:pt x="75869" y="12493"/>
                </a:cubicBezTo>
                <a:lnTo>
                  <a:pt x="75413" y="12493"/>
                </a:lnTo>
                <a:cubicBezTo>
                  <a:pt x="75230" y="12493"/>
                  <a:pt x="75200" y="12341"/>
                  <a:pt x="75230" y="12311"/>
                </a:cubicBezTo>
                <a:cubicBezTo>
                  <a:pt x="75242" y="12289"/>
                  <a:pt x="75290" y="12283"/>
                  <a:pt x="75351" y="12283"/>
                </a:cubicBezTo>
                <a:cubicBezTo>
                  <a:pt x="75419" y="12283"/>
                  <a:pt x="75501" y="12290"/>
                  <a:pt x="75567" y="12290"/>
                </a:cubicBezTo>
                <a:cubicBezTo>
                  <a:pt x="75604" y="12290"/>
                  <a:pt x="75635" y="12287"/>
                  <a:pt x="75656" y="12281"/>
                </a:cubicBezTo>
                <a:cubicBezTo>
                  <a:pt x="75717" y="12250"/>
                  <a:pt x="75777" y="12189"/>
                  <a:pt x="75838" y="12159"/>
                </a:cubicBezTo>
                <a:lnTo>
                  <a:pt x="75838" y="12129"/>
                </a:lnTo>
                <a:cubicBezTo>
                  <a:pt x="75838" y="12098"/>
                  <a:pt x="75808" y="12068"/>
                  <a:pt x="75808" y="12068"/>
                </a:cubicBezTo>
                <a:cubicBezTo>
                  <a:pt x="75747" y="12053"/>
                  <a:pt x="75679" y="12045"/>
                  <a:pt x="75606" y="12045"/>
                </a:cubicBezTo>
                <a:cubicBezTo>
                  <a:pt x="75534" y="12045"/>
                  <a:pt x="75458" y="12053"/>
                  <a:pt x="75382" y="12068"/>
                </a:cubicBezTo>
                <a:cubicBezTo>
                  <a:pt x="75322" y="12068"/>
                  <a:pt x="75322" y="12098"/>
                  <a:pt x="75230" y="12098"/>
                </a:cubicBezTo>
                <a:cubicBezTo>
                  <a:pt x="75112" y="12074"/>
                  <a:pt x="75011" y="11939"/>
                  <a:pt x="74915" y="11939"/>
                </a:cubicBezTo>
                <a:cubicBezTo>
                  <a:pt x="74888" y="11939"/>
                  <a:pt x="74862" y="11950"/>
                  <a:pt x="74835" y="11977"/>
                </a:cubicBezTo>
                <a:lnTo>
                  <a:pt x="74683" y="12189"/>
                </a:lnTo>
                <a:cubicBezTo>
                  <a:pt x="74926" y="12220"/>
                  <a:pt x="75018" y="12341"/>
                  <a:pt x="74987" y="12372"/>
                </a:cubicBezTo>
                <a:lnTo>
                  <a:pt x="74866" y="12493"/>
                </a:lnTo>
                <a:lnTo>
                  <a:pt x="74774" y="12493"/>
                </a:lnTo>
                <a:cubicBezTo>
                  <a:pt x="74630" y="12473"/>
                  <a:pt x="74500" y="12397"/>
                  <a:pt x="74375" y="12397"/>
                </a:cubicBezTo>
                <a:cubicBezTo>
                  <a:pt x="74315" y="12397"/>
                  <a:pt x="74256" y="12414"/>
                  <a:pt x="74197" y="12463"/>
                </a:cubicBezTo>
                <a:cubicBezTo>
                  <a:pt x="74191" y="12469"/>
                  <a:pt x="74182" y="12471"/>
                  <a:pt x="74172" y="12471"/>
                </a:cubicBezTo>
                <a:cubicBezTo>
                  <a:pt x="74131" y="12471"/>
                  <a:pt x="74063" y="12433"/>
                  <a:pt x="74014" y="12433"/>
                </a:cubicBezTo>
                <a:lnTo>
                  <a:pt x="73954" y="12433"/>
                </a:lnTo>
                <a:cubicBezTo>
                  <a:pt x="73802" y="12463"/>
                  <a:pt x="73680" y="12493"/>
                  <a:pt x="73528" y="12554"/>
                </a:cubicBezTo>
                <a:lnTo>
                  <a:pt x="72525" y="12554"/>
                </a:lnTo>
                <a:cubicBezTo>
                  <a:pt x="72509" y="12603"/>
                  <a:pt x="72484" y="12634"/>
                  <a:pt x="72459" y="12634"/>
                </a:cubicBezTo>
                <a:cubicBezTo>
                  <a:pt x="72438" y="12634"/>
                  <a:pt x="72418" y="12611"/>
                  <a:pt x="72404" y="12554"/>
                </a:cubicBezTo>
                <a:lnTo>
                  <a:pt x="72343" y="12463"/>
                </a:lnTo>
                <a:cubicBezTo>
                  <a:pt x="72312" y="12433"/>
                  <a:pt x="72282" y="12402"/>
                  <a:pt x="72252" y="12402"/>
                </a:cubicBezTo>
                <a:cubicBezTo>
                  <a:pt x="72191" y="12402"/>
                  <a:pt x="72160" y="12433"/>
                  <a:pt x="72160" y="12463"/>
                </a:cubicBezTo>
                <a:lnTo>
                  <a:pt x="72130" y="12524"/>
                </a:lnTo>
                <a:cubicBezTo>
                  <a:pt x="72130" y="12553"/>
                  <a:pt x="72118" y="12563"/>
                  <a:pt x="72101" y="12563"/>
                </a:cubicBezTo>
                <a:cubicBezTo>
                  <a:pt x="72065" y="12563"/>
                  <a:pt x="72008" y="12514"/>
                  <a:pt x="72008" y="12493"/>
                </a:cubicBezTo>
                <a:cubicBezTo>
                  <a:pt x="71978" y="12433"/>
                  <a:pt x="71978" y="12402"/>
                  <a:pt x="72008" y="12341"/>
                </a:cubicBezTo>
                <a:cubicBezTo>
                  <a:pt x="72008" y="12341"/>
                  <a:pt x="71948" y="12311"/>
                  <a:pt x="71917" y="12311"/>
                </a:cubicBezTo>
                <a:lnTo>
                  <a:pt x="71826" y="12372"/>
                </a:lnTo>
                <a:cubicBezTo>
                  <a:pt x="71735" y="12463"/>
                  <a:pt x="71613" y="12493"/>
                  <a:pt x="71492" y="12493"/>
                </a:cubicBezTo>
                <a:lnTo>
                  <a:pt x="71461" y="12524"/>
                </a:lnTo>
                <a:cubicBezTo>
                  <a:pt x="71426" y="12547"/>
                  <a:pt x="71387" y="12557"/>
                  <a:pt x="71349" y="12557"/>
                </a:cubicBezTo>
                <a:cubicBezTo>
                  <a:pt x="71286" y="12557"/>
                  <a:pt x="71225" y="12531"/>
                  <a:pt x="71188" y="12493"/>
                </a:cubicBezTo>
                <a:cubicBezTo>
                  <a:pt x="71127" y="12402"/>
                  <a:pt x="71066" y="12341"/>
                  <a:pt x="71036" y="12250"/>
                </a:cubicBezTo>
                <a:cubicBezTo>
                  <a:pt x="71036" y="12189"/>
                  <a:pt x="71036" y="12159"/>
                  <a:pt x="71097" y="12129"/>
                </a:cubicBezTo>
                <a:cubicBezTo>
                  <a:pt x="71127" y="12129"/>
                  <a:pt x="71188" y="12159"/>
                  <a:pt x="71218" y="12159"/>
                </a:cubicBezTo>
                <a:lnTo>
                  <a:pt x="71248" y="12159"/>
                </a:lnTo>
                <a:cubicBezTo>
                  <a:pt x="71253" y="12163"/>
                  <a:pt x="71258" y="12165"/>
                  <a:pt x="71264" y="12165"/>
                </a:cubicBezTo>
                <a:cubicBezTo>
                  <a:pt x="71303" y="12165"/>
                  <a:pt x="71374" y="12090"/>
                  <a:pt x="71400" y="12037"/>
                </a:cubicBezTo>
                <a:cubicBezTo>
                  <a:pt x="71431" y="11977"/>
                  <a:pt x="71340" y="11946"/>
                  <a:pt x="71218" y="11946"/>
                </a:cubicBezTo>
                <a:lnTo>
                  <a:pt x="71188" y="11977"/>
                </a:lnTo>
                <a:lnTo>
                  <a:pt x="71066" y="12037"/>
                </a:lnTo>
                <a:cubicBezTo>
                  <a:pt x="71005" y="12083"/>
                  <a:pt x="70937" y="12106"/>
                  <a:pt x="70869" y="12106"/>
                </a:cubicBezTo>
                <a:cubicBezTo>
                  <a:pt x="70800" y="12106"/>
                  <a:pt x="70732" y="12083"/>
                  <a:pt x="70671" y="12037"/>
                </a:cubicBezTo>
                <a:lnTo>
                  <a:pt x="70306" y="12037"/>
                </a:lnTo>
                <a:cubicBezTo>
                  <a:pt x="70245" y="12068"/>
                  <a:pt x="70245" y="12159"/>
                  <a:pt x="70276" y="12189"/>
                </a:cubicBezTo>
                <a:lnTo>
                  <a:pt x="70337" y="12189"/>
                </a:lnTo>
                <a:lnTo>
                  <a:pt x="70580" y="12250"/>
                </a:lnTo>
                <a:cubicBezTo>
                  <a:pt x="70853" y="12372"/>
                  <a:pt x="70945" y="12554"/>
                  <a:pt x="70914" y="12554"/>
                </a:cubicBezTo>
                <a:lnTo>
                  <a:pt x="70793" y="12554"/>
                </a:lnTo>
                <a:lnTo>
                  <a:pt x="70762" y="12524"/>
                </a:lnTo>
                <a:lnTo>
                  <a:pt x="70671" y="12433"/>
                </a:lnTo>
                <a:cubicBezTo>
                  <a:pt x="70580" y="12493"/>
                  <a:pt x="70489" y="12554"/>
                  <a:pt x="70397" y="12585"/>
                </a:cubicBezTo>
                <a:lnTo>
                  <a:pt x="70337" y="12585"/>
                </a:lnTo>
                <a:lnTo>
                  <a:pt x="70154" y="12645"/>
                </a:lnTo>
                <a:cubicBezTo>
                  <a:pt x="70106" y="12609"/>
                  <a:pt x="70054" y="12592"/>
                  <a:pt x="70004" y="12592"/>
                </a:cubicBezTo>
                <a:cubicBezTo>
                  <a:pt x="69927" y="12592"/>
                  <a:pt x="69857" y="12633"/>
                  <a:pt x="69820" y="12706"/>
                </a:cubicBezTo>
                <a:cubicBezTo>
                  <a:pt x="69814" y="12718"/>
                  <a:pt x="69803" y="12723"/>
                  <a:pt x="69788" y="12723"/>
                </a:cubicBezTo>
                <a:cubicBezTo>
                  <a:pt x="69724" y="12723"/>
                  <a:pt x="69596" y="12634"/>
                  <a:pt x="69546" y="12585"/>
                </a:cubicBezTo>
                <a:cubicBezTo>
                  <a:pt x="69516" y="12554"/>
                  <a:pt x="69402" y="12547"/>
                  <a:pt x="69280" y="12547"/>
                </a:cubicBezTo>
                <a:cubicBezTo>
                  <a:pt x="69159" y="12547"/>
                  <a:pt x="69030" y="12554"/>
                  <a:pt x="68969" y="12554"/>
                </a:cubicBezTo>
                <a:cubicBezTo>
                  <a:pt x="68878" y="12554"/>
                  <a:pt x="68786" y="12524"/>
                  <a:pt x="68695" y="12524"/>
                </a:cubicBezTo>
                <a:lnTo>
                  <a:pt x="68634" y="12524"/>
                </a:lnTo>
                <a:cubicBezTo>
                  <a:pt x="68574" y="12524"/>
                  <a:pt x="68543" y="12463"/>
                  <a:pt x="68543" y="12463"/>
                </a:cubicBezTo>
                <a:cubicBezTo>
                  <a:pt x="68452" y="12493"/>
                  <a:pt x="68330" y="12524"/>
                  <a:pt x="68239" y="12585"/>
                </a:cubicBezTo>
                <a:cubicBezTo>
                  <a:pt x="68215" y="12593"/>
                  <a:pt x="68190" y="12596"/>
                  <a:pt x="68167" y="12596"/>
                </a:cubicBezTo>
                <a:cubicBezTo>
                  <a:pt x="68101" y="12596"/>
                  <a:pt x="68041" y="12568"/>
                  <a:pt x="67996" y="12524"/>
                </a:cubicBezTo>
                <a:cubicBezTo>
                  <a:pt x="67990" y="12512"/>
                  <a:pt x="67981" y="12507"/>
                  <a:pt x="67970" y="12507"/>
                </a:cubicBezTo>
                <a:cubicBezTo>
                  <a:pt x="67923" y="12507"/>
                  <a:pt x="67838" y="12596"/>
                  <a:pt x="67814" y="12645"/>
                </a:cubicBezTo>
                <a:cubicBezTo>
                  <a:pt x="67801" y="12658"/>
                  <a:pt x="67788" y="12664"/>
                  <a:pt x="67775" y="12664"/>
                </a:cubicBezTo>
                <a:cubicBezTo>
                  <a:pt x="67727" y="12664"/>
                  <a:pt x="67679" y="12582"/>
                  <a:pt x="67631" y="12463"/>
                </a:cubicBezTo>
                <a:lnTo>
                  <a:pt x="67601" y="12372"/>
                </a:lnTo>
                <a:cubicBezTo>
                  <a:pt x="67598" y="12368"/>
                  <a:pt x="67594" y="12367"/>
                  <a:pt x="67590" y="12367"/>
                </a:cubicBezTo>
                <a:cubicBezTo>
                  <a:pt x="67558" y="12367"/>
                  <a:pt x="67510" y="12466"/>
                  <a:pt x="67510" y="12493"/>
                </a:cubicBezTo>
                <a:cubicBezTo>
                  <a:pt x="67419" y="12524"/>
                  <a:pt x="67327" y="12539"/>
                  <a:pt x="67236" y="12539"/>
                </a:cubicBezTo>
                <a:cubicBezTo>
                  <a:pt x="67145" y="12539"/>
                  <a:pt x="67054" y="12524"/>
                  <a:pt x="66963" y="12493"/>
                </a:cubicBezTo>
                <a:cubicBezTo>
                  <a:pt x="66908" y="12466"/>
                  <a:pt x="66847" y="12451"/>
                  <a:pt x="66789" y="12451"/>
                </a:cubicBezTo>
                <a:cubicBezTo>
                  <a:pt x="66717" y="12451"/>
                  <a:pt x="66648" y="12474"/>
                  <a:pt x="66598" y="12524"/>
                </a:cubicBezTo>
                <a:lnTo>
                  <a:pt x="66507" y="12585"/>
                </a:lnTo>
                <a:cubicBezTo>
                  <a:pt x="66385" y="12524"/>
                  <a:pt x="66233" y="12493"/>
                  <a:pt x="66081" y="12493"/>
                </a:cubicBezTo>
                <a:lnTo>
                  <a:pt x="65990" y="12554"/>
                </a:lnTo>
                <a:cubicBezTo>
                  <a:pt x="65949" y="12588"/>
                  <a:pt x="65913" y="12601"/>
                  <a:pt x="65880" y="12601"/>
                </a:cubicBezTo>
                <a:cubicBezTo>
                  <a:pt x="65778" y="12601"/>
                  <a:pt x="65699" y="12484"/>
                  <a:pt x="65588" y="12484"/>
                </a:cubicBezTo>
                <a:cubicBezTo>
                  <a:pt x="65571" y="12484"/>
                  <a:pt x="65553" y="12487"/>
                  <a:pt x="65534" y="12493"/>
                </a:cubicBezTo>
                <a:cubicBezTo>
                  <a:pt x="65498" y="12458"/>
                  <a:pt x="65463" y="12445"/>
                  <a:pt x="65432" y="12445"/>
                </a:cubicBezTo>
                <a:cubicBezTo>
                  <a:pt x="65385" y="12445"/>
                  <a:pt x="65352" y="12475"/>
                  <a:pt x="65352" y="12493"/>
                </a:cubicBezTo>
                <a:cubicBezTo>
                  <a:pt x="65352" y="12554"/>
                  <a:pt x="65291" y="12585"/>
                  <a:pt x="65230" y="12585"/>
                </a:cubicBezTo>
                <a:lnTo>
                  <a:pt x="65169" y="12585"/>
                </a:lnTo>
                <a:lnTo>
                  <a:pt x="65017" y="12676"/>
                </a:lnTo>
                <a:cubicBezTo>
                  <a:pt x="64961" y="12653"/>
                  <a:pt x="64876" y="12647"/>
                  <a:pt x="64786" y="12647"/>
                </a:cubicBezTo>
                <a:cubicBezTo>
                  <a:pt x="64688" y="12647"/>
                  <a:pt x="64585" y="12654"/>
                  <a:pt x="64508" y="12654"/>
                </a:cubicBezTo>
                <a:cubicBezTo>
                  <a:pt x="64465" y="12654"/>
                  <a:pt x="64430" y="12652"/>
                  <a:pt x="64409" y="12645"/>
                </a:cubicBezTo>
                <a:cubicBezTo>
                  <a:pt x="64318" y="12615"/>
                  <a:pt x="64166" y="12554"/>
                  <a:pt x="64075" y="12493"/>
                </a:cubicBezTo>
                <a:lnTo>
                  <a:pt x="64014" y="12493"/>
                </a:lnTo>
                <a:cubicBezTo>
                  <a:pt x="63923" y="12524"/>
                  <a:pt x="63862" y="12615"/>
                  <a:pt x="63771" y="12645"/>
                </a:cubicBezTo>
                <a:cubicBezTo>
                  <a:pt x="63741" y="12661"/>
                  <a:pt x="63710" y="12668"/>
                  <a:pt x="63680" y="12668"/>
                </a:cubicBezTo>
                <a:cubicBezTo>
                  <a:pt x="63650" y="12668"/>
                  <a:pt x="63619" y="12661"/>
                  <a:pt x="63589" y="12645"/>
                </a:cubicBezTo>
                <a:lnTo>
                  <a:pt x="63467" y="12524"/>
                </a:lnTo>
                <a:cubicBezTo>
                  <a:pt x="63315" y="12554"/>
                  <a:pt x="63194" y="12554"/>
                  <a:pt x="63072" y="12554"/>
                </a:cubicBezTo>
                <a:cubicBezTo>
                  <a:pt x="62981" y="12493"/>
                  <a:pt x="62920" y="12463"/>
                  <a:pt x="62829" y="12372"/>
                </a:cubicBezTo>
                <a:lnTo>
                  <a:pt x="62677" y="12463"/>
                </a:lnTo>
                <a:cubicBezTo>
                  <a:pt x="62670" y="12466"/>
                  <a:pt x="62662" y="12468"/>
                  <a:pt x="62653" y="12468"/>
                </a:cubicBezTo>
                <a:cubicBezTo>
                  <a:pt x="62578" y="12468"/>
                  <a:pt x="62430" y="12368"/>
                  <a:pt x="62403" y="12341"/>
                </a:cubicBezTo>
                <a:cubicBezTo>
                  <a:pt x="62373" y="12311"/>
                  <a:pt x="62403" y="12220"/>
                  <a:pt x="62434" y="12159"/>
                </a:cubicBezTo>
                <a:lnTo>
                  <a:pt x="62495" y="12129"/>
                </a:lnTo>
                <a:cubicBezTo>
                  <a:pt x="62555" y="12098"/>
                  <a:pt x="62586" y="12007"/>
                  <a:pt x="62586" y="12007"/>
                </a:cubicBezTo>
                <a:lnTo>
                  <a:pt x="62343" y="12007"/>
                </a:lnTo>
                <a:cubicBezTo>
                  <a:pt x="62264" y="12007"/>
                  <a:pt x="62097" y="12074"/>
                  <a:pt x="62012" y="12074"/>
                </a:cubicBezTo>
                <a:cubicBezTo>
                  <a:pt x="61998" y="12074"/>
                  <a:pt x="61986" y="12072"/>
                  <a:pt x="61978" y="12068"/>
                </a:cubicBezTo>
                <a:cubicBezTo>
                  <a:pt x="61958" y="12058"/>
                  <a:pt x="61927" y="12054"/>
                  <a:pt x="61893" y="12054"/>
                </a:cubicBezTo>
                <a:cubicBezTo>
                  <a:pt x="61826" y="12054"/>
                  <a:pt x="61745" y="12068"/>
                  <a:pt x="61704" y="12068"/>
                </a:cubicBezTo>
                <a:cubicBezTo>
                  <a:pt x="61643" y="12068"/>
                  <a:pt x="61583" y="12068"/>
                  <a:pt x="61522" y="12098"/>
                </a:cubicBezTo>
                <a:cubicBezTo>
                  <a:pt x="61502" y="12098"/>
                  <a:pt x="61508" y="12112"/>
                  <a:pt x="61533" y="12112"/>
                </a:cubicBezTo>
                <a:cubicBezTo>
                  <a:pt x="61545" y="12112"/>
                  <a:pt x="61562" y="12108"/>
                  <a:pt x="61583" y="12098"/>
                </a:cubicBezTo>
                <a:lnTo>
                  <a:pt x="61613" y="12129"/>
                </a:lnTo>
                <a:cubicBezTo>
                  <a:pt x="61674" y="12159"/>
                  <a:pt x="61674" y="12250"/>
                  <a:pt x="61674" y="12250"/>
                </a:cubicBezTo>
                <a:lnTo>
                  <a:pt x="61613" y="12281"/>
                </a:lnTo>
                <a:cubicBezTo>
                  <a:pt x="61522" y="12311"/>
                  <a:pt x="61613" y="12341"/>
                  <a:pt x="61795" y="12372"/>
                </a:cubicBezTo>
                <a:lnTo>
                  <a:pt x="61856" y="12281"/>
                </a:lnTo>
                <a:cubicBezTo>
                  <a:pt x="61890" y="12180"/>
                  <a:pt x="61923" y="12135"/>
                  <a:pt x="61972" y="12135"/>
                </a:cubicBezTo>
                <a:cubicBezTo>
                  <a:pt x="62012" y="12135"/>
                  <a:pt x="62061" y="12165"/>
                  <a:pt x="62130" y="12220"/>
                </a:cubicBezTo>
                <a:cubicBezTo>
                  <a:pt x="62150" y="12220"/>
                  <a:pt x="62197" y="12139"/>
                  <a:pt x="62236" y="12139"/>
                </a:cubicBezTo>
                <a:cubicBezTo>
                  <a:pt x="62255" y="12139"/>
                  <a:pt x="62272" y="12159"/>
                  <a:pt x="62282" y="12220"/>
                </a:cubicBezTo>
                <a:lnTo>
                  <a:pt x="62312" y="12281"/>
                </a:lnTo>
                <a:cubicBezTo>
                  <a:pt x="62282" y="12372"/>
                  <a:pt x="62130" y="12463"/>
                  <a:pt x="62069" y="12463"/>
                </a:cubicBezTo>
                <a:cubicBezTo>
                  <a:pt x="62008" y="12433"/>
                  <a:pt x="61978" y="12433"/>
                  <a:pt x="61917" y="12402"/>
                </a:cubicBezTo>
                <a:cubicBezTo>
                  <a:pt x="61917" y="12402"/>
                  <a:pt x="61856" y="12493"/>
                  <a:pt x="61856" y="12524"/>
                </a:cubicBezTo>
                <a:lnTo>
                  <a:pt x="61461" y="12524"/>
                </a:lnTo>
                <a:cubicBezTo>
                  <a:pt x="61188" y="12524"/>
                  <a:pt x="60944" y="12433"/>
                  <a:pt x="60732" y="12281"/>
                </a:cubicBezTo>
                <a:lnTo>
                  <a:pt x="60519" y="12463"/>
                </a:lnTo>
                <a:cubicBezTo>
                  <a:pt x="60458" y="12433"/>
                  <a:pt x="60397" y="12402"/>
                  <a:pt x="60367" y="12372"/>
                </a:cubicBezTo>
                <a:lnTo>
                  <a:pt x="60336" y="12311"/>
                </a:lnTo>
                <a:cubicBezTo>
                  <a:pt x="60336" y="12230"/>
                  <a:pt x="60530" y="12124"/>
                  <a:pt x="60637" y="12124"/>
                </a:cubicBezTo>
                <a:cubicBezTo>
                  <a:pt x="60650" y="12124"/>
                  <a:pt x="60661" y="12125"/>
                  <a:pt x="60671" y="12129"/>
                </a:cubicBezTo>
                <a:cubicBezTo>
                  <a:pt x="60695" y="12137"/>
                  <a:pt x="60711" y="12141"/>
                  <a:pt x="60719" y="12141"/>
                </a:cubicBezTo>
                <a:cubicBezTo>
                  <a:pt x="60741" y="12141"/>
                  <a:pt x="60707" y="12112"/>
                  <a:pt x="60640" y="12068"/>
                </a:cubicBezTo>
                <a:lnTo>
                  <a:pt x="60549" y="12037"/>
                </a:lnTo>
                <a:lnTo>
                  <a:pt x="60458" y="11977"/>
                </a:lnTo>
                <a:cubicBezTo>
                  <a:pt x="60336" y="11946"/>
                  <a:pt x="60306" y="11916"/>
                  <a:pt x="60397" y="11885"/>
                </a:cubicBezTo>
                <a:lnTo>
                  <a:pt x="60580" y="11885"/>
                </a:lnTo>
                <a:cubicBezTo>
                  <a:pt x="60667" y="11903"/>
                  <a:pt x="60816" y="11921"/>
                  <a:pt x="60932" y="11921"/>
                </a:cubicBezTo>
                <a:cubicBezTo>
                  <a:pt x="61016" y="11921"/>
                  <a:pt x="61083" y="11911"/>
                  <a:pt x="61096" y="11885"/>
                </a:cubicBezTo>
                <a:cubicBezTo>
                  <a:pt x="61188" y="11825"/>
                  <a:pt x="61279" y="11764"/>
                  <a:pt x="61370" y="11733"/>
                </a:cubicBezTo>
                <a:lnTo>
                  <a:pt x="61552" y="11764"/>
                </a:lnTo>
                <a:lnTo>
                  <a:pt x="61765" y="11855"/>
                </a:lnTo>
                <a:cubicBezTo>
                  <a:pt x="62069" y="11794"/>
                  <a:pt x="62464" y="11764"/>
                  <a:pt x="62525" y="11764"/>
                </a:cubicBezTo>
                <a:cubicBezTo>
                  <a:pt x="62534" y="11768"/>
                  <a:pt x="62546" y="11770"/>
                  <a:pt x="62560" y="11770"/>
                </a:cubicBezTo>
                <a:cubicBezTo>
                  <a:pt x="62630" y="11770"/>
                  <a:pt x="62754" y="11727"/>
                  <a:pt x="62824" y="11727"/>
                </a:cubicBezTo>
                <a:cubicBezTo>
                  <a:pt x="62838" y="11727"/>
                  <a:pt x="62850" y="11729"/>
                  <a:pt x="62859" y="11733"/>
                </a:cubicBezTo>
                <a:cubicBezTo>
                  <a:pt x="62868" y="11738"/>
                  <a:pt x="62880" y="11740"/>
                  <a:pt x="62893" y="11740"/>
                </a:cubicBezTo>
                <a:cubicBezTo>
                  <a:pt x="62958" y="11740"/>
                  <a:pt x="63065" y="11697"/>
                  <a:pt x="63129" y="11697"/>
                </a:cubicBezTo>
                <a:cubicBezTo>
                  <a:pt x="63143" y="11697"/>
                  <a:pt x="63154" y="11699"/>
                  <a:pt x="63163" y="11703"/>
                </a:cubicBezTo>
                <a:cubicBezTo>
                  <a:pt x="63224" y="11718"/>
                  <a:pt x="63277" y="11726"/>
                  <a:pt x="63330" y="11726"/>
                </a:cubicBezTo>
                <a:cubicBezTo>
                  <a:pt x="63384" y="11726"/>
                  <a:pt x="63437" y="11718"/>
                  <a:pt x="63498" y="11703"/>
                </a:cubicBezTo>
                <a:lnTo>
                  <a:pt x="64379" y="11703"/>
                </a:lnTo>
                <a:cubicBezTo>
                  <a:pt x="64412" y="11711"/>
                  <a:pt x="64444" y="11715"/>
                  <a:pt x="64476" y="11715"/>
                </a:cubicBezTo>
                <a:cubicBezTo>
                  <a:pt x="64564" y="11715"/>
                  <a:pt x="64647" y="11687"/>
                  <a:pt x="64713" y="11642"/>
                </a:cubicBezTo>
                <a:lnTo>
                  <a:pt x="64774" y="11551"/>
                </a:lnTo>
                <a:cubicBezTo>
                  <a:pt x="64926" y="11582"/>
                  <a:pt x="65139" y="11612"/>
                  <a:pt x="65200" y="11642"/>
                </a:cubicBezTo>
                <a:cubicBezTo>
                  <a:pt x="65337" y="11658"/>
                  <a:pt x="65473" y="11665"/>
                  <a:pt x="65606" y="11665"/>
                </a:cubicBezTo>
                <a:cubicBezTo>
                  <a:pt x="65739" y="11665"/>
                  <a:pt x="65868" y="11658"/>
                  <a:pt x="65990" y="11642"/>
                </a:cubicBezTo>
                <a:lnTo>
                  <a:pt x="66324" y="11612"/>
                </a:lnTo>
                <a:cubicBezTo>
                  <a:pt x="66446" y="11612"/>
                  <a:pt x="66568" y="11639"/>
                  <a:pt x="66680" y="11639"/>
                </a:cubicBezTo>
                <a:cubicBezTo>
                  <a:pt x="66736" y="11639"/>
                  <a:pt x="66790" y="11632"/>
                  <a:pt x="66841" y="11612"/>
                </a:cubicBezTo>
                <a:lnTo>
                  <a:pt x="67023" y="11521"/>
                </a:lnTo>
                <a:cubicBezTo>
                  <a:pt x="67130" y="11551"/>
                  <a:pt x="67236" y="11566"/>
                  <a:pt x="67343" y="11566"/>
                </a:cubicBezTo>
                <a:cubicBezTo>
                  <a:pt x="67449" y="11566"/>
                  <a:pt x="67555" y="11551"/>
                  <a:pt x="67662" y="11521"/>
                </a:cubicBezTo>
                <a:lnTo>
                  <a:pt x="67844" y="11551"/>
                </a:lnTo>
                <a:cubicBezTo>
                  <a:pt x="67951" y="11566"/>
                  <a:pt x="68057" y="11574"/>
                  <a:pt x="68163" y="11574"/>
                </a:cubicBezTo>
                <a:cubicBezTo>
                  <a:pt x="68270" y="11574"/>
                  <a:pt x="68376" y="11566"/>
                  <a:pt x="68482" y="11551"/>
                </a:cubicBezTo>
                <a:lnTo>
                  <a:pt x="68634" y="11521"/>
                </a:lnTo>
                <a:cubicBezTo>
                  <a:pt x="68817" y="11521"/>
                  <a:pt x="68999" y="11551"/>
                  <a:pt x="69182" y="11612"/>
                </a:cubicBezTo>
                <a:lnTo>
                  <a:pt x="69334" y="11551"/>
                </a:lnTo>
                <a:cubicBezTo>
                  <a:pt x="69379" y="11536"/>
                  <a:pt x="69425" y="11528"/>
                  <a:pt x="69474" y="11528"/>
                </a:cubicBezTo>
                <a:cubicBezTo>
                  <a:pt x="69524" y="11528"/>
                  <a:pt x="69577" y="11536"/>
                  <a:pt x="69638" y="11551"/>
                </a:cubicBezTo>
                <a:lnTo>
                  <a:pt x="70306" y="11551"/>
                </a:lnTo>
                <a:cubicBezTo>
                  <a:pt x="70352" y="11551"/>
                  <a:pt x="70413" y="11559"/>
                  <a:pt x="70466" y="11559"/>
                </a:cubicBezTo>
                <a:cubicBezTo>
                  <a:pt x="70519" y="11559"/>
                  <a:pt x="70565" y="11551"/>
                  <a:pt x="70580" y="11521"/>
                </a:cubicBezTo>
                <a:cubicBezTo>
                  <a:pt x="70599" y="11501"/>
                  <a:pt x="70616" y="11494"/>
                  <a:pt x="70631" y="11494"/>
                </a:cubicBezTo>
                <a:cubicBezTo>
                  <a:pt x="70673" y="11494"/>
                  <a:pt x="70705" y="11547"/>
                  <a:pt x="70757" y="11547"/>
                </a:cubicBezTo>
                <a:cubicBezTo>
                  <a:pt x="70776" y="11547"/>
                  <a:pt x="70797" y="11540"/>
                  <a:pt x="70823" y="11521"/>
                </a:cubicBezTo>
                <a:cubicBezTo>
                  <a:pt x="70848" y="11502"/>
                  <a:pt x="70872" y="11495"/>
                  <a:pt x="70895" y="11495"/>
                </a:cubicBezTo>
                <a:cubicBezTo>
                  <a:pt x="70967" y="11495"/>
                  <a:pt x="71032" y="11564"/>
                  <a:pt x="71105" y="11564"/>
                </a:cubicBezTo>
                <a:cubicBezTo>
                  <a:pt x="71122" y="11564"/>
                  <a:pt x="71139" y="11560"/>
                  <a:pt x="71157" y="11551"/>
                </a:cubicBezTo>
                <a:cubicBezTo>
                  <a:pt x="71279" y="11521"/>
                  <a:pt x="71431" y="11490"/>
                  <a:pt x="71583" y="11460"/>
                </a:cubicBezTo>
                <a:lnTo>
                  <a:pt x="71613" y="11460"/>
                </a:lnTo>
                <a:cubicBezTo>
                  <a:pt x="71689" y="11475"/>
                  <a:pt x="71765" y="11483"/>
                  <a:pt x="71841" y="11483"/>
                </a:cubicBezTo>
                <a:cubicBezTo>
                  <a:pt x="71917" y="11483"/>
                  <a:pt x="71993" y="11475"/>
                  <a:pt x="72069" y="11460"/>
                </a:cubicBezTo>
                <a:lnTo>
                  <a:pt x="72768" y="11460"/>
                </a:lnTo>
                <a:cubicBezTo>
                  <a:pt x="73011" y="11430"/>
                  <a:pt x="73285" y="11399"/>
                  <a:pt x="73528" y="11399"/>
                </a:cubicBezTo>
                <a:cubicBezTo>
                  <a:pt x="73632" y="11399"/>
                  <a:pt x="73759" y="11332"/>
                  <a:pt x="73831" y="11332"/>
                </a:cubicBezTo>
                <a:cubicBezTo>
                  <a:pt x="73843" y="11332"/>
                  <a:pt x="73854" y="11334"/>
                  <a:pt x="73863" y="11338"/>
                </a:cubicBezTo>
                <a:lnTo>
                  <a:pt x="74014" y="11430"/>
                </a:lnTo>
                <a:cubicBezTo>
                  <a:pt x="74136" y="11399"/>
                  <a:pt x="74410" y="11369"/>
                  <a:pt x="74562" y="11308"/>
                </a:cubicBezTo>
                <a:lnTo>
                  <a:pt x="74744" y="11308"/>
                </a:lnTo>
                <a:cubicBezTo>
                  <a:pt x="74835" y="11308"/>
                  <a:pt x="74926" y="11399"/>
                  <a:pt x="74987" y="11399"/>
                </a:cubicBezTo>
                <a:cubicBezTo>
                  <a:pt x="75078" y="11399"/>
                  <a:pt x="75200" y="11308"/>
                  <a:pt x="75261" y="11308"/>
                </a:cubicBezTo>
                <a:cubicBezTo>
                  <a:pt x="75322" y="11308"/>
                  <a:pt x="75369" y="11362"/>
                  <a:pt x="75421" y="11362"/>
                </a:cubicBezTo>
                <a:cubicBezTo>
                  <a:pt x="75446" y="11362"/>
                  <a:pt x="75473" y="11348"/>
                  <a:pt x="75504" y="11308"/>
                </a:cubicBezTo>
                <a:cubicBezTo>
                  <a:pt x="75534" y="11308"/>
                  <a:pt x="75686" y="11338"/>
                  <a:pt x="75777" y="11369"/>
                </a:cubicBezTo>
                <a:lnTo>
                  <a:pt x="75869" y="11369"/>
                </a:lnTo>
                <a:cubicBezTo>
                  <a:pt x="75960" y="11369"/>
                  <a:pt x="76081" y="11338"/>
                  <a:pt x="76203" y="11308"/>
                </a:cubicBezTo>
                <a:lnTo>
                  <a:pt x="76902" y="11308"/>
                </a:lnTo>
                <a:cubicBezTo>
                  <a:pt x="77008" y="11293"/>
                  <a:pt x="77107" y="11285"/>
                  <a:pt x="77206" y="11285"/>
                </a:cubicBezTo>
                <a:cubicBezTo>
                  <a:pt x="77305" y="11285"/>
                  <a:pt x="77404" y="11293"/>
                  <a:pt x="77510" y="11308"/>
                </a:cubicBezTo>
                <a:lnTo>
                  <a:pt x="77540" y="11308"/>
                </a:lnTo>
                <a:cubicBezTo>
                  <a:pt x="77692" y="11247"/>
                  <a:pt x="77844" y="11186"/>
                  <a:pt x="77996" y="11156"/>
                </a:cubicBezTo>
                <a:cubicBezTo>
                  <a:pt x="78118" y="11156"/>
                  <a:pt x="78209" y="11095"/>
                  <a:pt x="78239" y="11004"/>
                </a:cubicBezTo>
                <a:cubicBezTo>
                  <a:pt x="78239" y="10943"/>
                  <a:pt x="78483" y="10913"/>
                  <a:pt x="78574" y="10913"/>
                </a:cubicBezTo>
                <a:cubicBezTo>
                  <a:pt x="78695" y="10913"/>
                  <a:pt x="78726" y="11065"/>
                  <a:pt x="78695" y="11126"/>
                </a:cubicBezTo>
                <a:cubicBezTo>
                  <a:pt x="78665" y="11156"/>
                  <a:pt x="78787" y="11186"/>
                  <a:pt x="78969" y="11186"/>
                </a:cubicBezTo>
                <a:lnTo>
                  <a:pt x="79091" y="11186"/>
                </a:lnTo>
                <a:lnTo>
                  <a:pt x="79243" y="11247"/>
                </a:lnTo>
                <a:cubicBezTo>
                  <a:pt x="79395" y="11186"/>
                  <a:pt x="79547" y="11126"/>
                  <a:pt x="79668" y="11034"/>
                </a:cubicBezTo>
                <a:lnTo>
                  <a:pt x="79820" y="11156"/>
                </a:lnTo>
                <a:cubicBezTo>
                  <a:pt x="79826" y="11168"/>
                  <a:pt x="79840" y="11173"/>
                  <a:pt x="79858" y="11173"/>
                </a:cubicBezTo>
                <a:cubicBezTo>
                  <a:pt x="79932" y="11173"/>
                  <a:pt x="80088" y="11095"/>
                  <a:pt x="80185" y="11095"/>
                </a:cubicBezTo>
                <a:cubicBezTo>
                  <a:pt x="80286" y="11095"/>
                  <a:pt x="80374" y="11109"/>
                  <a:pt x="80466" y="11109"/>
                </a:cubicBezTo>
                <a:cubicBezTo>
                  <a:pt x="80512" y="11109"/>
                  <a:pt x="80560" y="11105"/>
                  <a:pt x="80610" y="11095"/>
                </a:cubicBezTo>
                <a:cubicBezTo>
                  <a:pt x="80732" y="11095"/>
                  <a:pt x="80884" y="11065"/>
                  <a:pt x="81036" y="11034"/>
                </a:cubicBezTo>
                <a:lnTo>
                  <a:pt x="81157" y="11034"/>
                </a:lnTo>
                <a:cubicBezTo>
                  <a:pt x="81309" y="11034"/>
                  <a:pt x="81309" y="10822"/>
                  <a:pt x="81249" y="10761"/>
                </a:cubicBezTo>
                <a:cubicBezTo>
                  <a:pt x="81218" y="10700"/>
                  <a:pt x="81127" y="10548"/>
                  <a:pt x="81036" y="10426"/>
                </a:cubicBezTo>
                <a:lnTo>
                  <a:pt x="81036" y="10244"/>
                </a:lnTo>
                <a:cubicBezTo>
                  <a:pt x="81136" y="10169"/>
                  <a:pt x="81215" y="10115"/>
                  <a:pt x="81257" y="10115"/>
                </a:cubicBezTo>
                <a:cubicBezTo>
                  <a:pt x="81266" y="10115"/>
                  <a:pt x="81274" y="10117"/>
                  <a:pt x="81279" y="10123"/>
                </a:cubicBezTo>
                <a:lnTo>
                  <a:pt x="81370" y="10123"/>
                </a:lnTo>
                <a:cubicBezTo>
                  <a:pt x="81401" y="9940"/>
                  <a:pt x="81431" y="9758"/>
                  <a:pt x="81461" y="9575"/>
                </a:cubicBezTo>
                <a:cubicBezTo>
                  <a:pt x="81461" y="9454"/>
                  <a:pt x="81218" y="9271"/>
                  <a:pt x="81188" y="9211"/>
                </a:cubicBezTo>
                <a:cubicBezTo>
                  <a:pt x="81127" y="9150"/>
                  <a:pt x="81157" y="9089"/>
                  <a:pt x="81188" y="9089"/>
                </a:cubicBezTo>
                <a:cubicBezTo>
                  <a:pt x="81279" y="9028"/>
                  <a:pt x="81401" y="8998"/>
                  <a:pt x="81492" y="8937"/>
                </a:cubicBezTo>
                <a:lnTo>
                  <a:pt x="81309" y="8785"/>
                </a:lnTo>
                <a:lnTo>
                  <a:pt x="81279" y="8755"/>
                </a:lnTo>
                <a:cubicBezTo>
                  <a:pt x="81340" y="8664"/>
                  <a:pt x="81309" y="8572"/>
                  <a:pt x="81249" y="8572"/>
                </a:cubicBezTo>
                <a:lnTo>
                  <a:pt x="81188" y="8572"/>
                </a:lnTo>
                <a:cubicBezTo>
                  <a:pt x="81127" y="8572"/>
                  <a:pt x="81097" y="8512"/>
                  <a:pt x="81097" y="8481"/>
                </a:cubicBezTo>
                <a:cubicBezTo>
                  <a:pt x="81097" y="8481"/>
                  <a:pt x="81127" y="8420"/>
                  <a:pt x="81157" y="8420"/>
                </a:cubicBezTo>
                <a:lnTo>
                  <a:pt x="81279" y="8420"/>
                </a:lnTo>
                <a:cubicBezTo>
                  <a:pt x="81334" y="8365"/>
                  <a:pt x="81465" y="8234"/>
                  <a:pt x="81534" y="8234"/>
                </a:cubicBezTo>
                <a:cubicBezTo>
                  <a:pt x="81541" y="8234"/>
                  <a:pt x="81547" y="8235"/>
                  <a:pt x="81553" y="8238"/>
                </a:cubicBezTo>
                <a:cubicBezTo>
                  <a:pt x="81560" y="8245"/>
                  <a:pt x="81567" y="8249"/>
                  <a:pt x="81575" y="8249"/>
                </a:cubicBezTo>
                <a:cubicBezTo>
                  <a:pt x="81627" y="8249"/>
                  <a:pt x="81674" y="8075"/>
                  <a:pt x="81674" y="7995"/>
                </a:cubicBezTo>
                <a:cubicBezTo>
                  <a:pt x="81674" y="7934"/>
                  <a:pt x="81644" y="7873"/>
                  <a:pt x="81613" y="7812"/>
                </a:cubicBezTo>
                <a:cubicBezTo>
                  <a:pt x="81610" y="7809"/>
                  <a:pt x="81606" y="7808"/>
                  <a:pt x="81602" y="7808"/>
                </a:cubicBezTo>
                <a:cubicBezTo>
                  <a:pt x="81570" y="7808"/>
                  <a:pt x="81519" y="7907"/>
                  <a:pt x="81492" y="7934"/>
                </a:cubicBezTo>
                <a:cubicBezTo>
                  <a:pt x="81492" y="7964"/>
                  <a:pt x="81461" y="7995"/>
                  <a:pt x="81401" y="7995"/>
                </a:cubicBezTo>
                <a:cubicBezTo>
                  <a:pt x="81431" y="7904"/>
                  <a:pt x="81461" y="7812"/>
                  <a:pt x="81492" y="7721"/>
                </a:cubicBezTo>
                <a:cubicBezTo>
                  <a:pt x="81510" y="7686"/>
                  <a:pt x="81559" y="7671"/>
                  <a:pt x="81602" y="7671"/>
                </a:cubicBezTo>
                <a:cubicBezTo>
                  <a:pt x="81633" y="7671"/>
                  <a:pt x="81662" y="7678"/>
                  <a:pt x="81674" y="7691"/>
                </a:cubicBezTo>
                <a:cubicBezTo>
                  <a:pt x="81710" y="7700"/>
                  <a:pt x="81745" y="7703"/>
                  <a:pt x="81780" y="7703"/>
                </a:cubicBezTo>
                <a:cubicBezTo>
                  <a:pt x="81864" y="7703"/>
                  <a:pt x="81944" y="7682"/>
                  <a:pt x="82009" y="7660"/>
                </a:cubicBezTo>
                <a:lnTo>
                  <a:pt x="82130" y="7600"/>
                </a:lnTo>
                <a:lnTo>
                  <a:pt x="82191" y="7569"/>
                </a:lnTo>
                <a:cubicBezTo>
                  <a:pt x="82221" y="7509"/>
                  <a:pt x="82100" y="7417"/>
                  <a:pt x="82039" y="7387"/>
                </a:cubicBezTo>
                <a:cubicBezTo>
                  <a:pt x="82028" y="7381"/>
                  <a:pt x="82017" y="7379"/>
                  <a:pt x="82006" y="7379"/>
                </a:cubicBezTo>
                <a:cubicBezTo>
                  <a:pt x="81957" y="7379"/>
                  <a:pt x="81912" y="7428"/>
                  <a:pt x="81887" y="7478"/>
                </a:cubicBezTo>
                <a:lnTo>
                  <a:pt x="81857" y="7509"/>
                </a:lnTo>
                <a:lnTo>
                  <a:pt x="81765" y="7539"/>
                </a:lnTo>
                <a:cubicBezTo>
                  <a:pt x="81644" y="7509"/>
                  <a:pt x="81522" y="7448"/>
                  <a:pt x="81431" y="7387"/>
                </a:cubicBezTo>
                <a:lnTo>
                  <a:pt x="81431" y="7326"/>
                </a:lnTo>
                <a:lnTo>
                  <a:pt x="81431" y="7235"/>
                </a:lnTo>
                <a:cubicBezTo>
                  <a:pt x="81492" y="7113"/>
                  <a:pt x="81431" y="6992"/>
                  <a:pt x="81340" y="6931"/>
                </a:cubicBezTo>
                <a:lnTo>
                  <a:pt x="81249" y="6870"/>
                </a:lnTo>
                <a:cubicBezTo>
                  <a:pt x="81203" y="6825"/>
                  <a:pt x="81180" y="6802"/>
                  <a:pt x="81142" y="6802"/>
                </a:cubicBezTo>
                <a:cubicBezTo>
                  <a:pt x="81104" y="6802"/>
                  <a:pt x="81051" y="6825"/>
                  <a:pt x="80945" y="6870"/>
                </a:cubicBezTo>
                <a:lnTo>
                  <a:pt x="80762" y="6870"/>
                </a:lnTo>
                <a:cubicBezTo>
                  <a:pt x="80610" y="6870"/>
                  <a:pt x="80580" y="6566"/>
                  <a:pt x="80580" y="6475"/>
                </a:cubicBezTo>
                <a:cubicBezTo>
                  <a:pt x="80580" y="6353"/>
                  <a:pt x="80519" y="6262"/>
                  <a:pt x="80458" y="6201"/>
                </a:cubicBezTo>
                <a:cubicBezTo>
                  <a:pt x="80428" y="6186"/>
                  <a:pt x="80398" y="6179"/>
                  <a:pt x="80367" y="6179"/>
                </a:cubicBezTo>
                <a:cubicBezTo>
                  <a:pt x="80337" y="6179"/>
                  <a:pt x="80306" y="6186"/>
                  <a:pt x="80276" y="6201"/>
                </a:cubicBezTo>
                <a:cubicBezTo>
                  <a:pt x="80215" y="6232"/>
                  <a:pt x="80124" y="6262"/>
                  <a:pt x="80063" y="6293"/>
                </a:cubicBezTo>
                <a:lnTo>
                  <a:pt x="80063" y="6201"/>
                </a:lnTo>
                <a:lnTo>
                  <a:pt x="80002" y="6019"/>
                </a:lnTo>
                <a:cubicBezTo>
                  <a:pt x="79820" y="6110"/>
                  <a:pt x="79607" y="6201"/>
                  <a:pt x="79395" y="6262"/>
                </a:cubicBezTo>
                <a:cubicBezTo>
                  <a:pt x="79354" y="6262"/>
                  <a:pt x="79178" y="6249"/>
                  <a:pt x="79057" y="6249"/>
                </a:cubicBezTo>
                <a:cubicBezTo>
                  <a:pt x="78996" y="6249"/>
                  <a:pt x="78949" y="6252"/>
                  <a:pt x="78939" y="6262"/>
                </a:cubicBezTo>
                <a:cubicBezTo>
                  <a:pt x="78930" y="6279"/>
                  <a:pt x="78916" y="6286"/>
                  <a:pt x="78896" y="6286"/>
                </a:cubicBezTo>
                <a:cubicBezTo>
                  <a:pt x="78843" y="6286"/>
                  <a:pt x="78754" y="6230"/>
                  <a:pt x="78665" y="6141"/>
                </a:cubicBezTo>
                <a:lnTo>
                  <a:pt x="78513" y="6232"/>
                </a:lnTo>
                <a:lnTo>
                  <a:pt x="78300" y="6353"/>
                </a:lnTo>
                <a:cubicBezTo>
                  <a:pt x="78148" y="6293"/>
                  <a:pt x="77966" y="6262"/>
                  <a:pt x="77814" y="6232"/>
                </a:cubicBezTo>
                <a:lnTo>
                  <a:pt x="77662" y="6232"/>
                </a:lnTo>
                <a:cubicBezTo>
                  <a:pt x="77480" y="6232"/>
                  <a:pt x="77297" y="6232"/>
                  <a:pt x="77145" y="6201"/>
                </a:cubicBezTo>
                <a:lnTo>
                  <a:pt x="77054" y="6384"/>
                </a:lnTo>
                <a:lnTo>
                  <a:pt x="77024" y="6445"/>
                </a:lnTo>
                <a:cubicBezTo>
                  <a:pt x="76902" y="6414"/>
                  <a:pt x="76811" y="6323"/>
                  <a:pt x="76720" y="6232"/>
                </a:cubicBezTo>
                <a:lnTo>
                  <a:pt x="76598" y="6353"/>
                </a:lnTo>
                <a:lnTo>
                  <a:pt x="76537" y="6384"/>
                </a:lnTo>
                <a:cubicBezTo>
                  <a:pt x="76493" y="6428"/>
                  <a:pt x="76432" y="6457"/>
                  <a:pt x="76379" y="6457"/>
                </a:cubicBezTo>
                <a:cubicBezTo>
                  <a:pt x="76359" y="6457"/>
                  <a:pt x="76341" y="6453"/>
                  <a:pt x="76325" y="6445"/>
                </a:cubicBezTo>
                <a:lnTo>
                  <a:pt x="76294" y="6445"/>
                </a:lnTo>
                <a:cubicBezTo>
                  <a:pt x="76233" y="6414"/>
                  <a:pt x="76173" y="6384"/>
                  <a:pt x="76112" y="6384"/>
                </a:cubicBezTo>
                <a:cubicBezTo>
                  <a:pt x="76090" y="6378"/>
                  <a:pt x="76070" y="6376"/>
                  <a:pt x="76050" y="6376"/>
                </a:cubicBezTo>
                <a:cubicBezTo>
                  <a:pt x="75959" y="6376"/>
                  <a:pt x="75888" y="6430"/>
                  <a:pt x="75838" y="6505"/>
                </a:cubicBezTo>
                <a:cubicBezTo>
                  <a:pt x="75803" y="6577"/>
                  <a:pt x="75788" y="6606"/>
                  <a:pt x="75770" y="6606"/>
                </a:cubicBezTo>
                <a:cubicBezTo>
                  <a:pt x="75757" y="6606"/>
                  <a:pt x="75742" y="6591"/>
                  <a:pt x="75717" y="6566"/>
                </a:cubicBezTo>
                <a:lnTo>
                  <a:pt x="75625" y="6475"/>
                </a:lnTo>
                <a:lnTo>
                  <a:pt x="75109" y="6414"/>
                </a:lnTo>
                <a:lnTo>
                  <a:pt x="74987" y="6505"/>
                </a:lnTo>
                <a:lnTo>
                  <a:pt x="74957" y="6536"/>
                </a:lnTo>
                <a:cubicBezTo>
                  <a:pt x="74896" y="6536"/>
                  <a:pt x="74805" y="6445"/>
                  <a:pt x="74805" y="6323"/>
                </a:cubicBezTo>
                <a:lnTo>
                  <a:pt x="74774" y="6232"/>
                </a:lnTo>
                <a:cubicBezTo>
                  <a:pt x="74744" y="6201"/>
                  <a:pt x="74714" y="6201"/>
                  <a:pt x="74683" y="6201"/>
                </a:cubicBezTo>
                <a:cubicBezTo>
                  <a:pt x="74653" y="6201"/>
                  <a:pt x="74622" y="6262"/>
                  <a:pt x="74622" y="6262"/>
                </a:cubicBezTo>
                <a:cubicBezTo>
                  <a:pt x="74683" y="6323"/>
                  <a:pt x="74744" y="6353"/>
                  <a:pt x="74653" y="6414"/>
                </a:cubicBezTo>
                <a:cubicBezTo>
                  <a:pt x="74592" y="6475"/>
                  <a:pt x="74531" y="6505"/>
                  <a:pt x="74470" y="6536"/>
                </a:cubicBezTo>
                <a:lnTo>
                  <a:pt x="74349" y="6566"/>
                </a:lnTo>
                <a:cubicBezTo>
                  <a:pt x="74197" y="6536"/>
                  <a:pt x="74045" y="6475"/>
                  <a:pt x="73893" y="6414"/>
                </a:cubicBezTo>
                <a:cubicBezTo>
                  <a:pt x="73886" y="6411"/>
                  <a:pt x="73879" y="6410"/>
                  <a:pt x="73872" y="6410"/>
                </a:cubicBezTo>
                <a:cubicBezTo>
                  <a:pt x="73807" y="6410"/>
                  <a:pt x="73707" y="6515"/>
                  <a:pt x="73680" y="6597"/>
                </a:cubicBezTo>
                <a:cubicBezTo>
                  <a:pt x="73650" y="6657"/>
                  <a:pt x="73589" y="6657"/>
                  <a:pt x="73589" y="6657"/>
                </a:cubicBezTo>
                <a:cubicBezTo>
                  <a:pt x="73589" y="6657"/>
                  <a:pt x="73528" y="6505"/>
                  <a:pt x="73467" y="6505"/>
                </a:cubicBezTo>
                <a:cubicBezTo>
                  <a:pt x="73459" y="6510"/>
                  <a:pt x="73452" y="6511"/>
                  <a:pt x="73446" y="6511"/>
                </a:cubicBezTo>
                <a:cubicBezTo>
                  <a:pt x="73408" y="6511"/>
                  <a:pt x="73415" y="6436"/>
                  <a:pt x="73467" y="6384"/>
                </a:cubicBezTo>
                <a:lnTo>
                  <a:pt x="73315" y="6384"/>
                </a:lnTo>
                <a:cubicBezTo>
                  <a:pt x="73275" y="6384"/>
                  <a:pt x="73261" y="6357"/>
                  <a:pt x="73239" y="6357"/>
                </a:cubicBezTo>
                <a:cubicBezTo>
                  <a:pt x="73228" y="6357"/>
                  <a:pt x="73214" y="6364"/>
                  <a:pt x="73194" y="6384"/>
                </a:cubicBezTo>
                <a:cubicBezTo>
                  <a:pt x="73163" y="6445"/>
                  <a:pt x="73103" y="6505"/>
                  <a:pt x="73042" y="6566"/>
                </a:cubicBezTo>
                <a:cubicBezTo>
                  <a:pt x="72981" y="6566"/>
                  <a:pt x="72920" y="6536"/>
                  <a:pt x="72890" y="6475"/>
                </a:cubicBezTo>
                <a:cubicBezTo>
                  <a:pt x="72829" y="6475"/>
                  <a:pt x="72738" y="6505"/>
                  <a:pt x="72647" y="6566"/>
                </a:cubicBezTo>
                <a:lnTo>
                  <a:pt x="72525" y="6475"/>
                </a:lnTo>
                <a:lnTo>
                  <a:pt x="72373" y="6353"/>
                </a:lnTo>
                <a:cubicBezTo>
                  <a:pt x="72464" y="6323"/>
                  <a:pt x="72616" y="6110"/>
                  <a:pt x="72707" y="6110"/>
                </a:cubicBezTo>
                <a:cubicBezTo>
                  <a:pt x="72716" y="6114"/>
                  <a:pt x="72723" y="6116"/>
                  <a:pt x="72730" y="6116"/>
                </a:cubicBezTo>
                <a:cubicBezTo>
                  <a:pt x="72775" y="6116"/>
                  <a:pt x="72795" y="6037"/>
                  <a:pt x="72768" y="5958"/>
                </a:cubicBezTo>
                <a:lnTo>
                  <a:pt x="72829" y="5958"/>
                </a:lnTo>
                <a:cubicBezTo>
                  <a:pt x="72844" y="5951"/>
                  <a:pt x="72861" y="5947"/>
                  <a:pt x="72878" y="5947"/>
                </a:cubicBezTo>
                <a:cubicBezTo>
                  <a:pt x="72930" y="5947"/>
                  <a:pt x="72981" y="5981"/>
                  <a:pt x="72981" y="6050"/>
                </a:cubicBezTo>
                <a:cubicBezTo>
                  <a:pt x="72981" y="6080"/>
                  <a:pt x="73072" y="6110"/>
                  <a:pt x="73133" y="6110"/>
                </a:cubicBezTo>
                <a:lnTo>
                  <a:pt x="73619" y="6110"/>
                </a:lnTo>
                <a:cubicBezTo>
                  <a:pt x="73648" y="6139"/>
                  <a:pt x="73809" y="6326"/>
                  <a:pt x="73879" y="6326"/>
                </a:cubicBezTo>
                <a:cubicBezTo>
                  <a:pt x="73884" y="6326"/>
                  <a:pt x="73889" y="6325"/>
                  <a:pt x="73893" y="6323"/>
                </a:cubicBezTo>
                <a:cubicBezTo>
                  <a:pt x="73984" y="6293"/>
                  <a:pt x="73923" y="6201"/>
                  <a:pt x="73863" y="6171"/>
                </a:cubicBezTo>
                <a:cubicBezTo>
                  <a:pt x="73832" y="6171"/>
                  <a:pt x="73863" y="5989"/>
                  <a:pt x="73863" y="5928"/>
                </a:cubicBezTo>
                <a:cubicBezTo>
                  <a:pt x="73893" y="5867"/>
                  <a:pt x="73923" y="5806"/>
                  <a:pt x="73954" y="5806"/>
                </a:cubicBezTo>
                <a:cubicBezTo>
                  <a:pt x="73984" y="5806"/>
                  <a:pt x="74014" y="5958"/>
                  <a:pt x="74014" y="6019"/>
                </a:cubicBezTo>
                <a:cubicBezTo>
                  <a:pt x="74014" y="6042"/>
                  <a:pt x="74041" y="6052"/>
                  <a:pt x="74074" y="6052"/>
                </a:cubicBezTo>
                <a:cubicBezTo>
                  <a:pt x="74127" y="6052"/>
                  <a:pt x="74197" y="6026"/>
                  <a:pt x="74197" y="5989"/>
                </a:cubicBezTo>
                <a:cubicBezTo>
                  <a:pt x="74197" y="5928"/>
                  <a:pt x="74379" y="5837"/>
                  <a:pt x="74592" y="5776"/>
                </a:cubicBezTo>
                <a:lnTo>
                  <a:pt x="74744" y="5806"/>
                </a:lnTo>
                <a:cubicBezTo>
                  <a:pt x="74874" y="5806"/>
                  <a:pt x="75005" y="5873"/>
                  <a:pt x="75097" y="5873"/>
                </a:cubicBezTo>
                <a:cubicBezTo>
                  <a:pt x="75112" y="5873"/>
                  <a:pt x="75126" y="5871"/>
                  <a:pt x="75139" y="5867"/>
                </a:cubicBezTo>
                <a:lnTo>
                  <a:pt x="75291" y="5746"/>
                </a:lnTo>
                <a:cubicBezTo>
                  <a:pt x="75443" y="5806"/>
                  <a:pt x="75625" y="5837"/>
                  <a:pt x="75808" y="5837"/>
                </a:cubicBezTo>
                <a:cubicBezTo>
                  <a:pt x="75869" y="5806"/>
                  <a:pt x="76051" y="5776"/>
                  <a:pt x="76203" y="5746"/>
                </a:cubicBezTo>
                <a:lnTo>
                  <a:pt x="76385" y="5776"/>
                </a:lnTo>
                <a:lnTo>
                  <a:pt x="76537" y="5806"/>
                </a:lnTo>
                <a:cubicBezTo>
                  <a:pt x="76811" y="5746"/>
                  <a:pt x="77054" y="5715"/>
                  <a:pt x="77328" y="5685"/>
                </a:cubicBezTo>
                <a:lnTo>
                  <a:pt x="77540" y="5624"/>
                </a:lnTo>
                <a:cubicBezTo>
                  <a:pt x="77566" y="5624"/>
                  <a:pt x="77718" y="5730"/>
                  <a:pt x="77820" y="5730"/>
                </a:cubicBezTo>
                <a:cubicBezTo>
                  <a:pt x="77841" y="5730"/>
                  <a:pt x="77860" y="5725"/>
                  <a:pt x="77875" y="5715"/>
                </a:cubicBezTo>
                <a:cubicBezTo>
                  <a:pt x="78027" y="5654"/>
                  <a:pt x="78179" y="5624"/>
                  <a:pt x="78361" y="5624"/>
                </a:cubicBezTo>
                <a:lnTo>
                  <a:pt x="78513" y="5624"/>
                </a:lnTo>
                <a:cubicBezTo>
                  <a:pt x="78665" y="5624"/>
                  <a:pt x="78787" y="5594"/>
                  <a:pt x="78908" y="5502"/>
                </a:cubicBezTo>
                <a:lnTo>
                  <a:pt x="78969" y="5472"/>
                </a:lnTo>
                <a:cubicBezTo>
                  <a:pt x="78984" y="5411"/>
                  <a:pt x="78999" y="5381"/>
                  <a:pt x="79022" y="5381"/>
                </a:cubicBezTo>
                <a:cubicBezTo>
                  <a:pt x="79045" y="5381"/>
                  <a:pt x="79075" y="5411"/>
                  <a:pt x="79121" y="5472"/>
                </a:cubicBezTo>
                <a:lnTo>
                  <a:pt x="79182" y="5533"/>
                </a:lnTo>
                <a:cubicBezTo>
                  <a:pt x="79190" y="5537"/>
                  <a:pt x="79201" y="5539"/>
                  <a:pt x="79213" y="5539"/>
                </a:cubicBezTo>
                <a:cubicBezTo>
                  <a:pt x="79285" y="5539"/>
                  <a:pt x="79408" y="5472"/>
                  <a:pt x="79486" y="5472"/>
                </a:cubicBezTo>
                <a:cubicBezTo>
                  <a:pt x="79543" y="5477"/>
                  <a:pt x="79601" y="5480"/>
                  <a:pt x="79660" y="5480"/>
                </a:cubicBezTo>
                <a:cubicBezTo>
                  <a:pt x="79943" y="5480"/>
                  <a:pt x="80237" y="5421"/>
                  <a:pt x="80489" y="5320"/>
                </a:cubicBezTo>
                <a:lnTo>
                  <a:pt x="80580" y="5320"/>
                </a:lnTo>
                <a:cubicBezTo>
                  <a:pt x="80619" y="5379"/>
                  <a:pt x="80656" y="5400"/>
                  <a:pt x="80691" y="5400"/>
                </a:cubicBezTo>
                <a:cubicBezTo>
                  <a:pt x="80764" y="5400"/>
                  <a:pt x="80832" y="5310"/>
                  <a:pt x="80914" y="5290"/>
                </a:cubicBezTo>
                <a:cubicBezTo>
                  <a:pt x="81036" y="5290"/>
                  <a:pt x="81036" y="5107"/>
                  <a:pt x="80914" y="5077"/>
                </a:cubicBezTo>
                <a:lnTo>
                  <a:pt x="80823" y="5046"/>
                </a:lnTo>
                <a:cubicBezTo>
                  <a:pt x="80823" y="4992"/>
                  <a:pt x="80896" y="4890"/>
                  <a:pt x="80954" y="4890"/>
                </a:cubicBezTo>
                <a:cubicBezTo>
                  <a:pt x="80962" y="4890"/>
                  <a:pt x="80969" y="4891"/>
                  <a:pt x="80975" y="4894"/>
                </a:cubicBezTo>
                <a:cubicBezTo>
                  <a:pt x="81036" y="4955"/>
                  <a:pt x="81097" y="5046"/>
                  <a:pt x="81157" y="5138"/>
                </a:cubicBezTo>
                <a:lnTo>
                  <a:pt x="81218" y="5198"/>
                </a:lnTo>
                <a:lnTo>
                  <a:pt x="81249" y="5229"/>
                </a:lnTo>
                <a:cubicBezTo>
                  <a:pt x="81309" y="5229"/>
                  <a:pt x="81340" y="5077"/>
                  <a:pt x="81340" y="4864"/>
                </a:cubicBezTo>
                <a:lnTo>
                  <a:pt x="81309" y="4682"/>
                </a:lnTo>
                <a:lnTo>
                  <a:pt x="81279" y="4530"/>
                </a:lnTo>
                <a:cubicBezTo>
                  <a:pt x="81401" y="4530"/>
                  <a:pt x="81401" y="4469"/>
                  <a:pt x="81309" y="4347"/>
                </a:cubicBezTo>
                <a:lnTo>
                  <a:pt x="81218" y="4256"/>
                </a:lnTo>
                <a:cubicBezTo>
                  <a:pt x="81188" y="4226"/>
                  <a:pt x="81249" y="4135"/>
                  <a:pt x="81249" y="4135"/>
                </a:cubicBezTo>
                <a:cubicBezTo>
                  <a:pt x="81492" y="4104"/>
                  <a:pt x="81461" y="3952"/>
                  <a:pt x="81522" y="3800"/>
                </a:cubicBezTo>
                <a:lnTo>
                  <a:pt x="81522" y="3770"/>
                </a:lnTo>
                <a:cubicBezTo>
                  <a:pt x="81553" y="3709"/>
                  <a:pt x="81309" y="3466"/>
                  <a:pt x="81309" y="3375"/>
                </a:cubicBezTo>
                <a:cubicBezTo>
                  <a:pt x="81309" y="3314"/>
                  <a:pt x="81370" y="3284"/>
                  <a:pt x="81431" y="3284"/>
                </a:cubicBezTo>
                <a:cubicBezTo>
                  <a:pt x="81433" y="3286"/>
                  <a:pt x="81435" y="3286"/>
                  <a:pt x="81437" y="3286"/>
                </a:cubicBezTo>
                <a:cubicBezTo>
                  <a:pt x="81465" y="3286"/>
                  <a:pt x="81492" y="3097"/>
                  <a:pt x="81492" y="3040"/>
                </a:cubicBezTo>
                <a:cubicBezTo>
                  <a:pt x="81492" y="3010"/>
                  <a:pt x="81674" y="2858"/>
                  <a:pt x="81735" y="2797"/>
                </a:cubicBezTo>
                <a:cubicBezTo>
                  <a:pt x="81796" y="2767"/>
                  <a:pt x="81674" y="2706"/>
                  <a:pt x="81644" y="2706"/>
                </a:cubicBezTo>
                <a:cubicBezTo>
                  <a:pt x="81613" y="2706"/>
                  <a:pt x="81826" y="2372"/>
                  <a:pt x="81826" y="2250"/>
                </a:cubicBezTo>
                <a:cubicBezTo>
                  <a:pt x="81826" y="2159"/>
                  <a:pt x="81796" y="2068"/>
                  <a:pt x="81765" y="1977"/>
                </a:cubicBezTo>
                <a:cubicBezTo>
                  <a:pt x="81705" y="1977"/>
                  <a:pt x="81644" y="1977"/>
                  <a:pt x="81583" y="2007"/>
                </a:cubicBezTo>
                <a:cubicBezTo>
                  <a:pt x="81579" y="2009"/>
                  <a:pt x="81577" y="2010"/>
                  <a:pt x="81574" y="2010"/>
                </a:cubicBezTo>
                <a:cubicBezTo>
                  <a:pt x="81540" y="2010"/>
                  <a:pt x="81680" y="1794"/>
                  <a:pt x="81765" y="1794"/>
                </a:cubicBezTo>
                <a:cubicBezTo>
                  <a:pt x="81887" y="1855"/>
                  <a:pt x="82039" y="1885"/>
                  <a:pt x="82191" y="1885"/>
                </a:cubicBezTo>
                <a:cubicBezTo>
                  <a:pt x="82282" y="1855"/>
                  <a:pt x="82221" y="1733"/>
                  <a:pt x="82069" y="1581"/>
                </a:cubicBezTo>
                <a:lnTo>
                  <a:pt x="81948" y="1460"/>
                </a:lnTo>
                <a:lnTo>
                  <a:pt x="81917" y="1399"/>
                </a:lnTo>
                <a:cubicBezTo>
                  <a:pt x="81948" y="1308"/>
                  <a:pt x="81887" y="1186"/>
                  <a:pt x="81765" y="1156"/>
                </a:cubicBezTo>
                <a:lnTo>
                  <a:pt x="81583" y="1186"/>
                </a:lnTo>
                <a:lnTo>
                  <a:pt x="81370" y="1247"/>
                </a:lnTo>
                <a:cubicBezTo>
                  <a:pt x="81461" y="1125"/>
                  <a:pt x="81461" y="1065"/>
                  <a:pt x="81370" y="1065"/>
                </a:cubicBezTo>
                <a:lnTo>
                  <a:pt x="81249" y="1065"/>
                </a:lnTo>
                <a:lnTo>
                  <a:pt x="80945" y="1034"/>
                </a:lnTo>
                <a:cubicBezTo>
                  <a:pt x="80854" y="791"/>
                  <a:pt x="80762" y="548"/>
                  <a:pt x="80641" y="335"/>
                </a:cubicBezTo>
                <a:cubicBezTo>
                  <a:pt x="80621" y="306"/>
                  <a:pt x="80599" y="292"/>
                  <a:pt x="80577" y="292"/>
                </a:cubicBezTo>
                <a:cubicBezTo>
                  <a:pt x="80531" y="292"/>
                  <a:pt x="80489" y="353"/>
                  <a:pt x="80489" y="457"/>
                </a:cubicBezTo>
                <a:lnTo>
                  <a:pt x="80276" y="335"/>
                </a:lnTo>
                <a:cubicBezTo>
                  <a:pt x="80124" y="244"/>
                  <a:pt x="79911" y="214"/>
                  <a:pt x="79729" y="214"/>
                </a:cubicBezTo>
                <a:cubicBezTo>
                  <a:pt x="79668" y="214"/>
                  <a:pt x="79607" y="183"/>
                  <a:pt x="79577" y="153"/>
                </a:cubicBezTo>
                <a:lnTo>
                  <a:pt x="79516" y="153"/>
                </a:lnTo>
                <a:cubicBezTo>
                  <a:pt x="79455" y="92"/>
                  <a:pt x="79395" y="31"/>
                  <a:pt x="79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3"/>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lvl1pPr indent="0" lvl="0" marL="0" marR="0" rtl="0" algn="l">
              <a:lnSpc>
                <a:spcPct val="100000"/>
              </a:lnSpc>
              <a:spcBef>
                <a:spcPts val="0"/>
              </a:spcBef>
              <a:spcAft>
                <a:spcPts val="0"/>
              </a:spcAft>
              <a:buSzPts val="2800"/>
              <a:buNone/>
              <a:defRPr b="1">
                <a:latin typeface="Poiret One"/>
                <a:ea typeface="Poiret One"/>
                <a:cs typeface="Poiret One"/>
                <a:sym typeface="Poiret 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912" name="Google Shape;912;p23"/>
          <p:cNvSpPr txBox="1"/>
          <p:nvPr>
            <p:ph idx="1" type="subTitle"/>
          </p:nvPr>
        </p:nvSpPr>
        <p:spPr>
          <a:xfrm>
            <a:off x="790325" y="2028925"/>
            <a:ext cx="3348300" cy="15150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800"/>
              <a:buNone/>
              <a:defRPr sz="1600">
                <a:solidFill>
                  <a:srgbClr val="FFFFFF"/>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p:cSld name="CUSTOM_6">
    <p:spTree>
      <p:nvGrpSpPr>
        <p:cNvPr id="913" name="Shape 913"/>
        <p:cNvGrpSpPr/>
        <p:nvPr/>
      </p:nvGrpSpPr>
      <p:grpSpPr>
        <a:xfrm>
          <a:off x="0" y="0"/>
          <a:ext cx="0" cy="0"/>
          <a:chOff x="0" y="0"/>
          <a:chExt cx="0" cy="0"/>
        </a:xfrm>
      </p:grpSpPr>
      <p:sp>
        <p:nvSpPr>
          <p:cNvPr id="914" name="Google Shape;914;p24"/>
          <p:cNvSpPr txBox="1"/>
          <p:nvPr>
            <p:ph type="title"/>
          </p:nvPr>
        </p:nvSpPr>
        <p:spPr>
          <a:xfrm flipH="1">
            <a:off x="4200725" y="2612900"/>
            <a:ext cx="4292400" cy="9846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b="1" sz="5900">
                <a:latin typeface="Poiret One"/>
                <a:ea typeface="Poiret One"/>
                <a:cs typeface="Poiret One"/>
                <a:sym typeface="Poiret One"/>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915" name="Google Shape;915;p24"/>
          <p:cNvSpPr txBox="1"/>
          <p:nvPr>
            <p:ph hasCustomPrompt="1" idx="2" type="title"/>
          </p:nvPr>
        </p:nvSpPr>
        <p:spPr>
          <a:xfrm flipH="1">
            <a:off x="5776625" y="1071525"/>
            <a:ext cx="2716500" cy="13731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12000"/>
              <a:buNone/>
              <a:defRPr sz="12000">
                <a:solidFill>
                  <a:schemeClr val="l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916" name="Google Shape;916;p24"/>
          <p:cNvSpPr txBox="1"/>
          <p:nvPr>
            <p:ph idx="1" type="subTitle"/>
          </p:nvPr>
        </p:nvSpPr>
        <p:spPr>
          <a:xfrm flipH="1">
            <a:off x="3508675" y="3597325"/>
            <a:ext cx="4941300" cy="421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8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917" name="Google Shape;917;p24"/>
          <p:cNvSpPr/>
          <p:nvPr/>
        </p:nvSpPr>
        <p:spPr>
          <a:xfrm flipH="1">
            <a:off x="-90937" y="2022233"/>
            <a:ext cx="3594163" cy="3242328"/>
          </a:xfrm>
          <a:custGeom>
            <a:rect b="b" l="l" r="r" t="t"/>
            <a:pathLst>
              <a:path extrusionOk="0" h="127450" w="141280">
                <a:moveTo>
                  <a:pt x="71825" y="36202"/>
                </a:moveTo>
                <a:cubicBezTo>
                  <a:pt x="71916" y="36293"/>
                  <a:pt x="71612" y="36689"/>
                  <a:pt x="71825" y="36658"/>
                </a:cubicBezTo>
                <a:lnTo>
                  <a:pt x="71521" y="37114"/>
                </a:lnTo>
                <a:cubicBezTo>
                  <a:pt x="71369" y="37144"/>
                  <a:pt x="71795" y="36415"/>
                  <a:pt x="71460" y="36871"/>
                </a:cubicBezTo>
                <a:cubicBezTo>
                  <a:pt x="71430" y="36749"/>
                  <a:pt x="71673" y="36445"/>
                  <a:pt x="71825" y="36202"/>
                </a:cubicBezTo>
                <a:close/>
                <a:moveTo>
                  <a:pt x="72919" y="33923"/>
                </a:moveTo>
                <a:cubicBezTo>
                  <a:pt x="72950" y="34014"/>
                  <a:pt x="72737" y="34257"/>
                  <a:pt x="72798" y="34287"/>
                </a:cubicBezTo>
                <a:cubicBezTo>
                  <a:pt x="72615" y="34682"/>
                  <a:pt x="72555" y="34470"/>
                  <a:pt x="72464" y="34530"/>
                </a:cubicBezTo>
                <a:cubicBezTo>
                  <a:pt x="72251" y="34774"/>
                  <a:pt x="71886" y="35503"/>
                  <a:pt x="71825" y="35230"/>
                </a:cubicBezTo>
                <a:cubicBezTo>
                  <a:pt x="72129" y="34743"/>
                  <a:pt x="72494" y="34287"/>
                  <a:pt x="72919" y="33892"/>
                </a:cubicBezTo>
                <a:close/>
                <a:moveTo>
                  <a:pt x="71916" y="36293"/>
                </a:moveTo>
                <a:lnTo>
                  <a:pt x="72464" y="35533"/>
                </a:lnTo>
                <a:cubicBezTo>
                  <a:pt x="72615" y="35625"/>
                  <a:pt x="72038" y="36567"/>
                  <a:pt x="71916" y="36263"/>
                </a:cubicBezTo>
                <a:close/>
                <a:moveTo>
                  <a:pt x="77722" y="26871"/>
                </a:moveTo>
                <a:cubicBezTo>
                  <a:pt x="77631" y="27205"/>
                  <a:pt x="77448" y="27479"/>
                  <a:pt x="77175" y="27722"/>
                </a:cubicBezTo>
                <a:cubicBezTo>
                  <a:pt x="76962" y="28026"/>
                  <a:pt x="77266" y="27935"/>
                  <a:pt x="77144" y="28178"/>
                </a:cubicBezTo>
                <a:lnTo>
                  <a:pt x="75959" y="29758"/>
                </a:lnTo>
                <a:cubicBezTo>
                  <a:pt x="75533" y="30245"/>
                  <a:pt x="76111" y="29424"/>
                  <a:pt x="76263" y="29242"/>
                </a:cubicBezTo>
                <a:cubicBezTo>
                  <a:pt x="76111" y="29211"/>
                  <a:pt x="75746" y="29728"/>
                  <a:pt x="75655" y="29546"/>
                </a:cubicBezTo>
                <a:cubicBezTo>
                  <a:pt x="75442" y="29819"/>
                  <a:pt x="75746" y="29758"/>
                  <a:pt x="75625" y="30001"/>
                </a:cubicBezTo>
                <a:cubicBezTo>
                  <a:pt x="74956" y="30974"/>
                  <a:pt x="74682" y="30913"/>
                  <a:pt x="74257" y="31187"/>
                </a:cubicBezTo>
                <a:cubicBezTo>
                  <a:pt x="74014" y="31673"/>
                  <a:pt x="73679" y="32099"/>
                  <a:pt x="73254" y="32433"/>
                </a:cubicBezTo>
                <a:cubicBezTo>
                  <a:pt x="73679" y="31612"/>
                  <a:pt x="74713" y="30670"/>
                  <a:pt x="75321" y="30001"/>
                </a:cubicBezTo>
                <a:cubicBezTo>
                  <a:pt x="75169" y="30062"/>
                  <a:pt x="74986" y="30336"/>
                  <a:pt x="74926" y="30214"/>
                </a:cubicBezTo>
                <a:cubicBezTo>
                  <a:pt x="75382" y="29637"/>
                  <a:pt x="75868" y="28968"/>
                  <a:pt x="76081" y="29090"/>
                </a:cubicBezTo>
                <a:cubicBezTo>
                  <a:pt x="76840" y="28299"/>
                  <a:pt x="77023" y="27509"/>
                  <a:pt x="77600" y="26749"/>
                </a:cubicBezTo>
                <a:cubicBezTo>
                  <a:pt x="77540" y="26810"/>
                  <a:pt x="77813" y="26749"/>
                  <a:pt x="77935" y="26506"/>
                </a:cubicBezTo>
                <a:cubicBezTo>
                  <a:pt x="77813" y="26384"/>
                  <a:pt x="77418" y="26992"/>
                  <a:pt x="77388" y="26597"/>
                </a:cubicBezTo>
                <a:cubicBezTo>
                  <a:pt x="77874" y="26172"/>
                  <a:pt x="77874" y="25868"/>
                  <a:pt x="78178" y="25473"/>
                </a:cubicBezTo>
                <a:cubicBezTo>
                  <a:pt x="78451" y="25169"/>
                  <a:pt x="78725" y="24865"/>
                  <a:pt x="78938" y="24561"/>
                </a:cubicBezTo>
                <a:cubicBezTo>
                  <a:pt x="78968" y="24591"/>
                  <a:pt x="78816" y="24773"/>
                  <a:pt x="78755" y="24895"/>
                </a:cubicBezTo>
                <a:cubicBezTo>
                  <a:pt x="78482" y="25533"/>
                  <a:pt x="78907" y="25655"/>
                  <a:pt x="78269" y="26567"/>
                </a:cubicBezTo>
                <a:cubicBezTo>
                  <a:pt x="78512" y="26141"/>
                  <a:pt x="78239" y="26050"/>
                  <a:pt x="78421" y="25655"/>
                </a:cubicBezTo>
                <a:cubicBezTo>
                  <a:pt x="78330" y="25625"/>
                  <a:pt x="78148" y="25928"/>
                  <a:pt x="78026" y="26080"/>
                </a:cubicBezTo>
                <a:cubicBezTo>
                  <a:pt x="78026" y="26293"/>
                  <a:pt x="78056" y="26506"/>
                  <a:pt x="78117" y="26688"/>
                </a:cubicBezTo>
                <a:cubicBezTo>
                  <a:pt x="77904" y="27023"/>
                  <a:pt x="77813" y="26901"/>
                  <a:pt x="77722" y="26871"/>
                </a:cubicBezTo>
                <a:close/>
                <a:moveTo>
                  <a:pt x="74135" y="33132"/>
                </a:moveTo>
                <a:cubicBezTo>
                  <a:pt x="74378" y="33163"/>
                  <a:pt x="73892" y="33831"/>
                  <a:pt x="73649" y="33983"/>
                </a:cubicBezTo>
                <a:cubicBezTo>
                  <a:pt x="73558" y="33892"/>
                  <a:pt x="73831" y="33527"/>
                  <a:pt x="74135" y="33132"/>
                </a:cubicBezTo>
                <a:close/>
                <a:moveTo>
                  <a:pt x="76749" y="29637"/>
                </a:moveTo>
                <a:lnTo>
                  <a:pt x="76506" y="29971"/>
                </a:lnTo>
                <a:cubicBezTo>
                  <a:pt x="76172" y="30518"/>
                  <a:pt x="76050" y="30397"/>
                  <a:pt x="75807" y="30670"/>
                </a:cubicBezTo>
                <a:cubicBezTo>
                  <a:pt x="74743" y="32038"/>
                  <a:pt x="75959" y="30427"/>
                  <a:pt x="76081" y="30123"/>
                </a:cubicBezTo>
                <a:cubicBezTo>
                  <a:pt x="76293" y="30001"/>
                  <a:pt x="76628" y="29515"/>
                  <a:pt x="76749" y="29637"/>
                </a:cubicBezTo>
                <a:close/>
                <a:moveTo>
                  <a:pt x="75047" y="32099"/>
                </a:moveTo>
                <a:cubicBezTo>
                  <a:pt x="74895" y="32312"/>
                  <a:pt x="74713" y="32524"/>
                  <a:pt x="74530" y="32707"/>
                </a:cubicBezTo>
                <a:cubicBezTo>
                  <a:pt x="74591" y="32433"/>
                  <a:pt x="75138" y="31825"/>
                  <a:pt x="74774" y="31856"/>
                </a:cubicBezTo>
                <a:cubicBezTo>
                  <a:pt x="75047" y="31521"/>
                  <a:pt x="75108" y="31947"/>
                  <a:pt x="75047" y="32099"/>
                </a:cubicBezTo>
                <a:close/>
                <a:moveTo>
                  <a:pt x="73163" y="33588"/>
                </a:moveTo>
                <a:cubicBezTo>
                  <a:pt x="72828" y="34014"/>
                  <a:pt x="73011" y="33497"/>
                  <a:pt x="73284" y="33223"/>
                </a:cubicBezTo>
                <a:cubicBezTo>
                  <a:pt x="73071" y="33254"/>
                  <a:pt x="72494" y="34318"/>
                  <a:pt x="72281" y="34409"/>
                </a:cubicBezTo>
                <a:cubicBezTo>
                  <a:pt x="72433" y="33953"/>
                  <a:pt x="72707" y="33862"/>
                  <a:pt x="73041" y="33254"/>
                </a:cubicBezTo>
                <a:cubicBezTo>
                  <a:pt x="73193" y="33315"/>
                  <a:pt x="73527" y="32798"/>
                  <a:pt x="73619" y="32980"/>
                </a:cubicBezTo>
                <a:cubicBezTo>
                  <a:pt x="73467" y="33284"/>
                  <a:pt x="73102" y="33375"/>
                  <a:pt x="73163" y="33588"/>
                </a:cubicBezTo>
                <a:close/>
                <a:moveTo>
                  <a:pt x="70944" y="36962"/>
                </a:moveTo>
                <a:cubicBezTo>
                  <a:pt x="70609" y="36992"/>
                  <a:pt x="71582" y="35533"/>
                  <a:pt x="71704" y="35868"/>
                </a:cubicBezTo>
                <a:cubicBezTo>
                  <a:pt x="71400" y="36172"/>
                  <a:pt x="71126" y="36537"/>
                  <a:pt x="70944" y="36962"/>
                </a:cubicBezTo>
                <a:close/>
                <a:moveTo>
                  <a:pt x="13830" y="121675"/>
                </a:moveTo>
                <a:cubicBezTo>
                  <a:pt x="13617" y="121857"/>
                  <a:pt x="14438" y="121766"/>
                  <a:pt x="14833" y="121796"/>
                </a:cubicBezTo>
                <a:cubicBezTo>
                  <a:pt x="14651" y="121918"/>
                  <a:pt x="13861" y="121979"/>
                  <a:pt x="13830" y="121796"/>
                </a:cubicBezTo>
                <a:cubicBezTo>
                  <a:pt x="13435" y="121796"/>
                  <a:pt x="13709" y="122009"/>
                  <a:pt x="13435" y="122040"/>
                </a:cubicBezTo>
                <a:cubicBezTo>
                  <a:pt x="12979" y="121918"/>
                  <a:pt x="12371" y="122040"/>
                  <a:pt x="11946" y="121979"/>
                </a:cubicBezTo>
                <a:cubicBezTo>
                  <a:pt x="11885" y="121979"/>
                  <a:pt x="12067" y="121796"/>
                  <a:pt x="12006" y="121796"/>
                </a:cubicBezTo>
                <a:cubicBezTo>
                  <a:pt x="11976" y="121766"/>
                  <a:pt x="10760" y="121827"/>
                  <a:pt x="11368" y="121644"/>
                </a:cubicBezTo>
                <a:cubicBezTo>
                  <a:pt x="11703" y="121584"/>
                  <a:pt x="12067" y="121644"/>
                  <a:pt x="12341" y="121857"/>
                </a:cubicBezTo>
                <a:cubicBezTo>
                  <a:pt x="12706" y="121857"/>
                  <a:pt x="13070" y="121827"/>
                  <a:pt x="13435" y="121736"/>
                </a:cubicBezTo>
                <a:cubicBezTo>
                  <a:pt x="13222" y="121462"/>
                  <a:pt x="12858" y="121736"/>
                  <a:pt x="12371" y="121736"/>
                </a:cubicBezTo>
                <a:cubicBezTo>
                  <a:pt x="12067" y="121523"/>
                  <a:pt x="10912" y="121584"/>
                  <a:pt x="9788" y="121584"/>
                </a:cubicBezTo>
                <a:cubicBezTo>
                  <a:pt x="9666" y="121067"/>
                  <a:pt x="9544" y="120520"/>
                  <a:pt x="9484" y="119973"/>
                </a:cubicBezTo>
                <a:lnTo>
                  <a:pt x="9879" y="121492"/>
                </a:lnTo>
                <a:lnTo>
                  <a:pt x="13040" y="121492"/>
                </a:lnTo>
                <a:lnTo>
                  <a:pt x="16596" y="121553"/>
                </a:lnTo>
                <a:cubicBezTo>
                  <a:pt x="16140" y="121705"/>
                  <a:pt x="14317" y="121462"/>
                  <a:pt x="13830" y="121675"/>
                </a:cubicBezTo>
                <a:close/>
                <a:moveTo>
                  <a:pt x="20213" y="120915"/>
                </a:moveTo>
                <a:cubicBezTo>
                  <a:pt x="20487" y="120641"/>
                  <a:pt x="21308" y="120824"/>
                  <a:pt x="21824" y="120733"/>
                </a:cubicBezTo>
                <a:cubicBezTo>
                  <a:pt x="22128" y="120672"/>
                  <a:pt x="22007" y="120672"/>
                  <a:pt x="22615" y="120733"/>
                </a:cubicBezTo>
                <a:cubicBezTo>
                  <a:pt x="22949" y="121158"/>
                  <a:pt x="20396" y="120884"/>
                  <a:pt x="20213" y="120884"/>
                </a:cubicBezTo>
                <a:close/>
                <a:moveTo>
                  <a:pt x="18450" y="120702"/>
                </a:moveTo>
                <a:cubicBezTo>
                  <a:pt x="18298" y="120763"/>
                  <a:pt x="18146" y="120884"/>
                  <a:pt x="18450" y="120884"/>
                </a:cubicBezTo>
                <a:cubicBezTo>
                  <a:pt x="18845" y="120915"/>
                  <a:pt x="18937" y="120763"/>
                  <a:pt x="18663" y="120763"/>
                </a:cubicBezTo>
                <a:cubicBezTo>
                  <a:pt x="19028" y="120581"/>
                  <a:pt x="19605" y="120854"/>
                  <a:pt x="20244" y="120763"/>
                </a:cubicBezTo>
                <a:lnTo>
                  <a:pt x="20244" y="120884"/>
                </a:lnTo>
                <a:cubicBezTo>
                  <a:pt x="18724" y="120945"/>
                  <a:pt x="17295" y="121128"/>
                  <a:pt x="16049" y="121128"/>
                </a:cubicBezTo>
                <a:cubicBezTo>
                  <a:pt x="15411" y="121128"/>
                  <a:pt x="15289" y="120915"/>
                  <a:pt x="14469" y="121036"/>
                </a:cubicBezTo>
                <a:cubicBezTo>
                  <a:pt x="14256" y="120976"/>
                  <a:pt x="14408" y="120945"/>
                  <a:pt x="14469" y="120854"/>
                </a:cubicBezTo>
                <a:cubicBezTo>
                  <a:pt x="14286" y="120763"/>
                  <a:pt x="14073" y="120702"/>
                  <a:pt x="13830" y="120733"/>
                </a:cubicBezTo>
                <a:lnTo>
                  <a:pt x="13374" y="120702"/>
                </a:lnTo>
                <a:lnTo>
                  <a:pt x="13040" y="120672"/>
                </a:lnTo>
                <a:cubicBezTo>
                  <a:pt x="13040" y="120611"/>
                  <a:pt x="13070" y="120581"/>
                  <a:pt x="13162" y="120581"/>
                </a:cubicBezTo>
                <a:cubicBezTo>
                  <a:pt x="13313" y="120581"/>
                  <a:pt x="13465" y="120581"/>
                  <a:pt x="13587" y="120581"/>
                </a:cubicBezTo>
                <a:cubicBezTo>
                  <a:pt x="13982" y="120611"/>
                  <a:pt x="14317" y="120641"/>
                  <a:pt x="14104" y="120550"/>
                </a:cubicBezTo>
                <a:cubicBezTo>
                  <a:pt x="14469" y="120368"/>
                  <a:pt x="14681" y="120733"/>
                  <a:pt x="14864" y="120793"/>
                </a:cubicBezTo>
                <a:cubicBezTo>
                  <a:pt x="15380" y="120702"/>
                  <a:pt x="15380" y="120915"/>
                  <a:pt x="15472" y="120915"/>
                </a:cubicBezTo>
                <a:cubicBezTo>
                  <a:pt x="15684" y="120945"/>
                  <a:pt x="16079" y="120884"/>
                  <a:pt x="16262" y="120915"/>
                </a:cubicBezTo>
                <a:cubicBezTo>
                  <a:pt x="16353" y="120945"/>
                  <a:pt x="16262" y="121128"/>
                  <a:pt x="16627" y="121067"/>
                </a:cubicBezTo>
                <a:cubicBezTo>
                  <a:pt x="16839" y="121067"/>
                  <a:pt x="16718" y="120976"/>
                  <a:pt x="16627" y="120945"/>
                </a:cubicBezTo>
                <a:cubicBezTo>
                  <a:pt x="16383" y="120763"/>
                  <a:pt x="16231" y="120945"/>
                  <a:pt x="15654" y="120793"/>
                </a:cubicBezTo>
                <a:cubicBezTo>
                  <a:pt x="15624" y="120793"/>
                  <a:pt x="15958" y="120702"/>
                  <a:pt x="15867" y="120672"/>
                </a:cubicBezTo>
                <a:cubicBezTo>
                  <a:pt x="15532" y="120611"/>
                  <a:pt x="14712" y="120763"/>
                  <a:pt x="14864" y="120550"/>
                </a:cubicBezTo>
                <a:cubicBezTo>
                  <a:pt x="16505" y="120550"/>
                  <a:pt x="17295" y="120641"/>
                  <a:pt x="18450" y="120672"/>
                </a:cubicBezTo>
                <a:close/>
                <a:moveTo>
                  <a:pt x="18055" y="120884"/>
                </a:moveTo>
                <a:cubicBezTo>
                  <a:pt x="17660" y="120854"/>
                  <a:pt x="17690" y="120702"/>
                  <a:pt x="17052" y="120763"/>
                </a:cubicBezTo>
                <a:cubicBezTo>
                  <a:pt x="16809" y="120915"/>
                  <a:pt x="17873" y="121006"/>
                  <a:pt x="18055" y="120854"/>
                </a:cubicBezTo>
                <a:close/>
                <a:moveTo>
                  <a:pt x="72068" y="34682"/>
                </a:moveTo>
                <a:cubicBezTo>
                  <a:pt x="71612" y="35321"/>
                  <a:pt x="71400" y="35169"/>
                  <a:pt x="70913" y="35989"/>
                </a:cubicBezTo>
                <a:cubicBezTo>
                  <a:pt x="71035" y="35473"/>
                  <a:pt x="71339" y="35017"/>
                  <a:pt x="71795" y="34713"/>
                </a:cubicBezTo>
                <a:cubicBezTo>
                  <a:pt x="71947" y="34135"/>
                  <a:pt x="72312" y="33619"/>
                  <a:pt x="72767" y="33284"/>
                </a:cubicBezTo>
                <a:cubicBezTo>
                  <a:pt x="73163" y="32980"/>
                  <a:pt x="72433" y="33649"/>
                  <a:pt x="72190" y="34044"/>
                </a:cubicBezTo>
                <a:cubicBezTo>
                  <a:pt x="71977" y="34378"/>
                  <a:pt x="72099" y="34470"/>
                  <a:pt x="72068" y="34682"/>
                </a:cubicBezTo>
                <a:close/>
                <a:moveTo>
                  <a:pt x="24195" y="120520"/>
                </a:moveTo>
                <a:cubicBezTo>
                  <a:pt x="24955" y="120489"/>
                  <a:pt x="25958" y="120824"/>
                  <a:pt x="24773" y="120824"/>
                </a:cubicBezTo>
                <a:cubicBezTo>
                  <a:pt x="25472" y="120641"/>
                  <a:pt x="24074" y="120733"/>
                  <a:pt x="24195" y="120520"/>
                </a:cubicBezTo>
                <a:close/>
                <a:moveTo>
                  <a:pt x="22584" y="120945"/>
                </a:moveTo>
                <a:lnTo>
                  <a:pt x="23587" y="120945"/>
                </a:lnTo>
                <a:cubicBezTo>
                  <a:pt x="23891" y="121158"/>
                  <a:pt x="22280" y="121128"/>
                  <a:pt x="22584" y="120945"/>
                </a:cubicBezTo>
                <a:close/>
                <a:moveTo>
                  <a:pt x="70944" y="37631"/>
                </a:moveTo>
                <a:lnTo>
                  <a:pt x="71248" y="37175"/>
                </a:lnTo>
                <a:lnTo>
                  <a:pt x="71460" y="37327"/>
                </a:lnTo>
                <a:lnTo>
                  <a:pt x="71157" y="37783"/>
                </a:lnTo>
                <a:cubicBezTo>
                  <a:pt x="71217" y="37448"/>
                  <a:pt x="71065" y="37752"/>
                  <a:pt x="70944" y="37631"/>
                </a:cubicBezTo>
                <a:close/>
                <a:moveTo>
                  <a:pt x="12706" y="120459"/>
                </a:moveTo>
                <a:cubicBezTo>
                  <a:pt x="12827" y="120307"/>
                  <a:pt x="13283" y="120337"/>
                  <a:pt x="13344" y="120155"/>
                </a:cubicBezTo>
                <a:cubicBezTo>
                  <a:pt x="14681" y="120185"/>
                  <a:pt x="16414" y="120125"/>
                  <a:pt x="17478" y="120246"/>
                </a:cubicBezTo>
                <a:cubicBezTo>
                  <a:pt x="16292" y="120398"/>
                  <a:pt x="14864" y="120216"/>
                  <a:pt x="13709" y="120277"/>
                </a:cubicBezTo>
                <a:cubicBezTo>
                  <a:pt x="13587" y="120307"/>
                  <a:pt x="13465" y="120307"/>
                  <a:pt x="13344" y="120337"/>
                </a:cubicBezTo>
                <a:lnTo>
                  <a:pt x="13131" y="120398"/>
                </a:lnTo>
                <a:cubicBezTo>
                  <a:pt x="13010" y="120429"/>
                  <a:pt x="12858" y="120459"/>
                  <a:pt x="12706" y="120459"/>
                </a:cubicBezTo>
                <a:close/>
                <a:moveTo>
                  <a:pt x="23678" y="67753"/>
                </a:moveTo>
                <a:cubicBezTo>
                  <a:pt x="23678" y="68482"/>
                  <a:pt x="23040" y="69364"/>
                  <a:pt x="22341" y="70640"/>
                </a:cubicBezTo>
                <a:cubicBezTo>
                  <a:pt x="22250" y="70397"/>
                  <a:pt x="22767" y="69759"/>
                  <a:pt x="23040" y="69212"/>
                </a:cubicBezTo>
                <a:cubicBezTo>
                  <a:pt x="23314" y="68665"/>
                  <a:pt x="23405" y="68239"/>
                  <a:pt x="23678" y="67753"/>
                </a:cubicBezTo>
                <a:close/>
                <a:moveTo>
                  <a:pt x="79272" y="25321"/>
                </a:moveTo>
                <a:cubicBezTo>
                  <a:pt x="78786" y="25989"/>
                  <a:pt x="79698" y="25229"/>
                  <a:pt x="79120" y="25959"/>
                </a:cubicBezTo>
                <a:cubicBezTo>
                  <a:pt x="79242" y="25898"/>
                  <a:pt x="79455" y="25625"/>
                  <a:pt x="79485" y="25746"/>
                </a:cubicBezTo>
                <a:cubicBezTo>
                  <a:pt x="79303" y="26020"/>
                  <a:pt x="79090" y="26293"/>
                  <a:pt x="78847" y="26506"/>
                </a:cubicBezTo>
                <a:cubicBezTo>
                  <a:pt x="78634" y="26780"/>
                  <a:pt x="78208" y="27479"/>
                  <a:pt x="78148" y="27235"/>
                </a:cubicBezTo>
                <a:cubicBezTo>
                  <a:pt x="78330" y="26932"/>
                  <a:pt x="78543" y="26688"/>
                  <a:pt x="78816" y="26476"/>
                </a:cubicBezTo>
                <a:cubicBezTo>
                  <a:pt x="79059" y="26111"/>
                  <a:pt x="78664" y="26324"/>
                  <a:pt x="78664" y="26354"/>
                </a:cubicBezTo>
                <a:cubicBezTo>
                  <a:pt x="78664" y="26172"/>
                  <a:pt x="79181" y="25625"/>
                  <a:pt x="78816" y="25716"/>
                </a:cubicBezTo>
                <a:cubicBezTo>
                  <a:pt x="79485" y="25077"/>
                  <a:pt x="79394" y="24743"/>
                  <a:pt x="79910" y="24287"/>
                </a:cubicBezTo>
                <a:cubicBezTo>
                  <a:pt x="79880" y="24409"/>
                  <a:pt x="79850" y="24530"/>
                  <a:pt x="79910" y="24561"/>
                </a:cubicBezTo>
                <a:cubicBezTo>
                  <a:pt x="79728" y="24773"/>
                  <a:pt x="79363" y="25442"/>
                  <a:pt x="79272" y="25321"/>
                </a:cubicBezTo>
                <a:close/>
                <a:moveTo>
                  <a:pt x="10791" y="119821"/>
                </a:moveTo>
                <a:cubicBezTo>
                  <a:pt x="10882" y="119821"/>
                  <a:pt x="10943" y="119942"/>
                  <a:pt x="10973" y="120094"/>
                </a:cubicBezTo>
                <a:cubicBezTo>
                  <a:pt x="11064" y="120094"/>
                  <a:pt x="11155" y="120125"/>
                  <a:pt x="11216" y="120185"/>
                </a:cubicBezTo>
                <a:cubicBezTo>
                  <a:pt x="11338" y="120185"/>
                  <a:pt x="11368" y="120125"/>
                  <a:pt x="11429" y="120064"/>
                </a:cubicBezTo>
                <a:cubicBezTo>
                  <a:pt x="11611" y="120216"/>
                  <a:pt x="12006" y="120033"/>
                  <a:pt x="12250" y="120003"/>
                </a:cubicBezTo>
                <a:cubicBezTo>
                  <a:pt x="12371" y="120003"/>
                  <a:pt x="12766" y="119942"/>
                  <a:pt x="12645" y="120155"/>
                </a:cubicBezTo>
                <a:cubicBezTo>
                  <a:pt x="12189" y="120064"/>
                  <a:pt x="11824" y="120307"/>
                  <a:pt x="11520" y="120337"/>
                </a:cubicBezTo>
                <a:cubicBezTo>
                  <a:pt x="11307" y="120307"/>
                  <a:pt x="11095" y="120277"/>
                  <a:pt x="10882" y="120216"/>
                </a:cubicBezTo>
                <a:cubicBezTo>
                  <a:pt x="10851" y="120064"/>
                  <a:pt x="10821" y="119942"/>
                  <a:pt x="10791" y="119821"/>
                </a:cubicBezTo>
                <a:close/>
                <a:moveTo>
                  <a:pt x="100397" y="122040"/>
                </a:moveTo>
                <a:cubicBezTo>
                  <a:pt x="100671" y="122283"/>
                  <a:pt x="98604" y="122465"/>
                  <a:pt x="98817" y="122100"/>
                </a:cubicBezTo>
                <a:cubicBezTo>
                  <a:pt x="99212" y="122100"/>
                  <a:pt x="99060" y="122283"/>
                  <a:pt x="99607" y="122222"/>
                </a:cubicBezTo>
                <a:cubicBezTo>
                  <a:pt x="100093" y="122222"/>
                  <a:pt x="99394" y="122070"/>
                  <a:pt x="99242" y="122040"/>
                </a:cubicBezTo>
                <a:cubicBezTo>
                  <a:pt x="98361" y="122040"/>
                  <a:pt x="98725" y="122404"/>
                  <a:pt x="97814" y="122374"/>
                </a:cubicBezTo>
                <a:cubicBezTo>
                  <a:pt x="97966" y="122161"/>
                  <a:pt x="98695" y="121918"/>
                  <a:pt x="99425" y="121918"/>
                </a:cubicBezTo>
                <a:cubicBezTo>
                  <a:pt x="99911" y="121918"/>
                  <a:pt x="99880" y="122040"/>
                  <a:pt x="100397" y="122040"/>
                </a:cubicBezTo>
                <a:close/>
                <a:moveTo>
                  <a:pt x="83983" y="121857"/>
                </a:moveTo>
                <a:cubicBezTo>
                  <a:pt x="83497" y="121888"/>
                  <a:pt x="82707" y="122009"/>
                  <a:pt x="82798" y="121736"/>
                </a:cubicBezTo>
                <a:cubicBezTo>
                  <a:pt x="83193" y="121736"/>
                  <a:pt x="83132" y="121888"/>
                  <a:pt x="83771" y="121857"/>
                </a:cubicBezTo>
                <a:cubicBezTo>
                  <a:pt x="83953" y="121644"/>
                  <a:pt x="82980" y="121766"/>
                  <a:pt x="83224" y="121523"/>
                </a:cubicBezTo>
                <a:cubicBezTo>
                  <a:pt x="83740" y="121553"/>
                  <a:pt x="85108" y="121766"/>
                  <a:pt x="84804" y="121523"/>
                </a:cubicBezTo>
                <a:cubicBezTo>
                  <a:pt x="85078" y="121371"/>
                  <a:pt x="85868" y="121553"/>
                  <a:pt x="85777" y="121736"/>
                </a:cubicBezTo>
                <a:cubicBezTo>
                  <a:pt x="85534" y="121736"/>
                  <a:pt x="85199" y="121675"/>
                  <a:pt x="84987" y="121736"/>
                </a:cubicBezTo>
                <a:cubicBezTo>
                  <a:pt x="84865" y="121736"/>
                  <a:pt x="84804" y="121827"/>
                  <a:pt x="84774" y="121857"/>
                </a:cubicBezTo>
                <a:cubicBezTo>
                  <a:pt x="84531" y="121888"/>
                  <a:pt x="84227" y="121827"/>
                  <a:pt x="83983" y="121857"/>
                </a:cubicBezTo>
                <a:close/>
                <a:moveTo>
                  <a:pt x="86901" y="122647"/>
                </a:moveTo>
                <a:cubicBezTo>
                  <a:pt x="86294" y="122799"/>
                  <a:pt x="84865" y="122678"/>
                  <a:pt x="83923" y="122708"/>
                </a:cubicBezTo>
                <a:cubicBezTo>
                  <a:pt x="84196" y="122617"/>
                  <a:pt x="84470" y="122526"/>
                  <a:pt x="84348" y="122283"/>
                </a:cubicBezTo>
                <a:cubicBezTo>
                  <a:pt x="85017" y="122222"/>
                  <a:pt x="84652" y="122465"/>
                  <a:pt x="84743" y="122587"/>
                </a:cubicBezTo>
                <a:cubicBezTo>
                  <a:pt x="85260" y="122647"/>
                  <a:pt x="84987" y="122465"/>
                  <a:pt x="85139" y="122404"/>
                </a:cubicBezTo>
                <a:cubicBezTo>
                  <a:pt x="85321" y="122343"/>
                  <a:pt x="85625" y="122343"/>
                  <a:pt x="85534" y="122404"/>
                </a:cubicBezTo>
                <a:cubicBezTo>
                  <a:pt x="85625" y="122313"/>
                  <a:pt x="85594" y="122252"/>
                  <a:pt x="85351" y="122161"/>
                </a:cubicBezTo>
                <a:cubicBezTo>
                  <a:pt x="85230" y="122131"/>
                  <a:pt x="85108" y="122222"/>
                  <a:pt x="85139" y="122222"/>
                </a:cubicBezTo>
                <a:cubicBezTo>
                  <a:pt x="84956" y="122192"/>
                  <a:pt x="84348" y="121948"/>
                  <a:pt x="83953" y="122040"/>
                </a:cubicBezTo>
                <a:cubicBezTo>
                  <a:pt x="84348" y="121888"/>
                  <a:pt x="84774" y="121888"/>
                  <a:pt x="85139" y="122040"/>
                </a:cubicBezTo>
                <a:cubicBezTo>
                  <a:pt x="86202" y="122040"/>
                  <a:pt x="86142" y="121857"/>
                  <a:pt x="87145" y="121979"/>
                </a:cubicBezTo>
                <a:cubicBezTo>
                  <a:pt x="87114" y="122131"/>
                  <a:pt x="86476" y="122100"/>
                  <a:pt x="85929" y="122100"/>
                </a:cubicBezTo>
                <a:lnTo>
                  <a:pt x="85929" y="122283"/>
                </a:lnTo>
                <a:cubicBezTo>
                  <a:pt x="86689" y="122283"/>
                  <a:pt x="86749" y="122070"/>
                  <a:pt x="87509" y="122222"/>
                </a:cubicBezTo>
                <a:cubicBezTo>
                  <a:pt x="87753" y="122222"/>
                  <a:pt x="87692" y="122100"/>
                  <a:pt x="87722" y="122040"/>
                </a:cubicBezTo>
                <a:cubicBezTo>
                  <a:pt x="88269" y="121979"/>
                  <a:pt x="88117" y="122161"/>
                  <a:pt x="88512" y="122161"/>
                </a:cubicBezTo>
                <a:cubicBezTo>
                  <a:pt x="89090" y="122161"/>
                  <a:pt x="88908" y="121948"/>
                  <a:pt x="89698" y="122040"/>
                </a:cubicBezTo>
                <a:cubicBezTo>
                  <a:pt x="89698" y="122252"/>
                  <a:pt x="89151" y="122283"/>
                  <a:pt x="88512" y="122283"/>
                </a:cubicBezTo>
                <a:cubicBezTo>
                  <a:pt x="87783" y="122404"/>
                  <a:pt x="87905" y="122526"/>
                  <a:pt x="87692" y="122708"/>
                </a:cubicBezTo>
                <a:cubicBezTo>
                  <a:pt x="86932" y="122799"/>
                  <a:pt x="87661" y="122435"/>
                  <a:pt x="86901" y="122526"/>
                </a:cubicBezTo>
                <a:cubicBezTo>
                  <a:pt x="86658" y="122556"/>
                  <a:pt x="86719" y="122647"/>
                  <a:pt x="86901" y="122647"/>
                </a:cubicBezTo>
                <a:close/>
                <a:moveTo>
                  <a:pt x="97874" y="121340"/>
                </a:moveTo>
                <a:cubicBezTo>
                  <a:pt x="98148" y="121249"/>
                  <a:pt x="98269" y="121401"/>
                  <a:pt x="98665" y="121401"/>
                </a:cubicBezTo>
                <a:cubicBezTo>
                  <a:pt x="99090" y="121401"/>
                  <a:pt x="99242" y="121340"/>
                  <a:pt x="99455" y="121340"/>
                </a:cubicBezTo>
                <a:cubicBezTo>
                  <a:pt x="100002" y="121371"/>
                  <a:pt x="100306" y="121523"/>
                  <a:pt x="100823" y="121523"/>
                </a:cubicBezTo>
                <a:cubicBezTo>
                  <a:pt x="100306" y="121857"/>
                  <a:pt x="99455" y="121371"/>
                  <a:pt x="98665" y="121584"/>
                </a:cubicBezTo>
                <a:cubicBezTo>
                  <a:pt x="98421" y="121462"/>
                  <a:pt x="98148" y="121371"/>
                  <a:pt x="97874" y="121340"/>
                </a:cubicBezTo>
                <a:close/>
                <a:moveTo>
                  <a:pt x="95078" y="121523"/>
                </a:moveTo>
                <a:cubicBezTo>
                  <a:pt x="95017" y="121401"/>
                  <a:pt x="96020" y="121340"/>
                  <a:pt x="96081" y="121462"/>
                </a:cubicBezTo>
                <a:cubicBezTo>
                  <a:pt x="96598" y="121340"/>
                  <a:pt x="97114" y="121249"/>
                  <a:pt x="97662" y="121280"/>
                </a:cubicBezTo>
                <a:cubicBezTo>
                  <a:pt x="96658" y="121371"/>
                  <a:pt x="97297" y="121553"/>
                  <a:pt x="98057" y="121584"/>
                </a:cubicBezTo>
                <a:cubicBezTo>
                  <a:pt x="97175" y="121918"/>
                  <a:pt x="96355" y="121492"/>
                  <a:pt x="95260" y="121644"/>
                </a:cubicBezTo>
                <a:cubicBezTo>
                  <a:pt x="95321" y="121584"/>
                  <a:pt x="95230" y="121553"/>
                  <a:pt x="95078" y="121523"/>
                </a:cubicBezTo>
                <a:close/>
                <a:moveTo>
                  <a:pt x="77448" y="121827"/>
                </a:moveTo>
                <a:lnTo>
                  <a:pt x="78056" y="121827"/>
                </a:lnTo>
                <a:cubicBezTo>
                  <a:pt x="77935" y="121979"/>
                  <a:pt x="77844" y="122161"/>
                  <a:pt x="77236" y="122131"/>
                </a:cubicBezTo>
                <a:cubicBezTo>
                  <a:pt x="77053" y="121979"/>
                  <a:pt x="77540" y="121979"/>
                  <a:pt x="77448" y="121827"/>
                </a:cubicBezTo>
                <a:close/>
                <a:moveTo>
                  <a:pt x="77600" y="122647"/>
                </a:moveTo>
                <a:cubicBezTo>
                  <a:pt x="77965" y="122678"/>
                  <a:pt x="77935" y="122830"/>
                  <a:pt x="78573" y="122769"/>
                </a:cubicBezTo>
                <a:cubicBezTo>
                  <a:pt x="78786" y="122739"/>
                  <a:pt x="78786" y="122617"/>
                  <a:pt x="79181" y="122647"/>
                </a:cubicBezTo>
                <a:cubicBezTo>
                  <a:pt x="79151" y="122739"/>
                  <a:pt x="79151" y="122830"/>
                  <a:pt x="79363" y="122830"/>
                </a:cubicBezTo>
                <a:cubicBezTo>
                  <a:pt x="78877" y="122891"/>
                  <a:pt x="77631" y="122982"/>
                  <a:pt x="77600" y="122647"/>
                </a:cubicBezTo>
                <a:close/>
                <a:moveTo>
                  <a:pt x="79576" y="122769"/>
                </a:moveTo>
                <a:cubicBezTo>
                  <a:pt x="79789" y="122526"/>
                  <a:pt x="80518" y="122799"/>
                  <a:pt x="81369" y="122708"/>
                </a:cubicBezTo>
                <a:cubicBezTo>
                  <a:pt x="80974" y="122435"/>
                  <a:pt x="82707" y="122769"/>
                  <a:pt x="83345" y="122587"/>
                </a:cubicBezTo>
                <a:cubicBezTo>
                  <a:pt x="83497" y="122860"/>
                  <a:pt x="82312" y="122769"/>
                  <a:pt x="81765" y="122769"/>
                </a:cubicBezTo>
                <a:cubicBezTo>
                  <a:pt x="80944" y="122799"/>
                  <a:pt x="80032" y="122921"/>
                  <a:pt x="79576" y="122769"/>
                </a:cubicBezTo>
                <a:close/>
                <a:moveTo>
                  <a:pt x="79181" y="122465"/>
                </a:moveTo>
                <a:cubicBezTo>
                  <a:pt x="79181" y="122404"/>
                  <a:pt x="79424" y="122404"/>
                  <a:pt x="79576" y="122404"/>
                </a:cubicBezTo>
                <a:cubicBezTo>
                  <a:pt x="79576" y="122283"/>
                  <a:pt x="79424" y="122222"/>
                  <a:pt x="79181" y="122222"/>
                </a:cubicBezTo>
                <a:cubicBezTo>
                  <a:pt x="79151" y="122131"/>
                  <a:pt x="80336" y="122131"/>
                  <a:pt x="79607" y="122009"/>
                </a:cubicBezTo>
                <a:cubicBezTo>
                  <a:pt x="79698" y="121796"/>
                  <a:pt x="80306" y="122070"/>
                  <a:pt x="80397" y="122100"/>
                </a:cubicBezTo>
                <a:cubicBezTo>
                  <a:pt x="80610" y="122100"/>
                  <a:pt x="80944" y="122070"/>
                  <a:pt x="81187" y="122100"/>
                </a:cubicBezTo>
                <a:cubicBezTo>
                  <a:pt x="81278" y="122100"/>
                  <a:pt x="81309" y="122192"/>
                  <a:pt x="81369" y="122222"/>
                </a:cubicBezTo>
                <a:cubicBezTo>
                  <a:pt x="81673" y="122252"/>
                  <a:pt x="82069" y="122161"/>
                  <a:pt x="81947" y="122343"/>
                </a:cubicBezTo>
                <a:cubicBezTo>
                  <a:pt x="82312" y="122343"/>
                  <a:pt x="82950" y="122283"/>
                  <a:pt x="82737" y="122465"/>
                </a:cubicBezTo>
                <a:cubicBezTo>
                  <a:pt x="82251" y="122374"/>
                  <a:pt x="81552" y="122404"/>
                  <a:pt x="80974" y="122343"/>
                </a:cubicBezTo>
                <a:cubicBezTo>
                  <a:pt x="80610" y="122283"/>
                  <a:pt x="80275" y="121948"/>
                  <a:pt x="79789" y="122222"/>
                </a:cubicBezTo>
                <a:cubicBezTo>
                  <a:pt x="80123" y="122313"/>
                  <a:pt x="81096" y="122252"/>
                  <a:pt x="80974" y="122526"/>
                </a:cubicBezTo>
                <a:cubicBezTo>
                  <a:pt x="79971" y="122587"/>
                  <a:pt x="80002" y="122313"/>
                  <a:pt x="79181" y="122465"/>
                </a:cubicBezTo>
                <a:close/>
                <a:moveTo>
                  <a:pt x="100428" y="121462"/>
                </a:moveTo>
                <a:cubicBezTo>
                  <a:pt x="100306" y="121401"/>
                  <a:pt x="100215" y="121340"/>
                  <a:pt x="100428" y="121340"/>
                </a:cubicBezTo>
                <a:cubicBezTo>
                  <a:pt x="101279" y="121280"/>
                  <a:pt x="103194" y="121371"/>
                  <a:pt x="104592" y="121340"/>
                </a:cubicBezTo>
                <a:cubicBezTo>
                  <a:pt x="105321" y="121280"/>
                  <a:pt x="105321" y="121432"/>
                  <a:pt x="104592" y="121401"/>
                </a:cubicBezTo>
                <a:cubicBezTo>
                  <a:pt x="103224" y="121492"/>
                  <a:pt x="101826" y="121523"/>
                  <a:pt x="100428" y="121462"/>
                </a:cubicBezTo>
                <a:close/>
                <a:moveTo>
                  <a:pt x="80427" y="121644"/>
                </a:moveTo>
                <a:cubicBezTo>
                  <a:pt x="80792" y="121553"/>
                  <a:pt x="80670" y="121310"/>
                  <a:pt x="81430" y="121340"/>
                </a:cubicBezTo>
                <a:cubicBezTo>
                  <a:pt x="80822" y="121432"/>
                  <a:pt x="81947" y="121675"/>
                  <a:pt x="81005" y="121644"/>
                </a:cubicBezTo>
                <a:cubicBezTo>
                  <a:pt x="81126" y="121796"/>
                  <a:pt x="82008" y="121675"/>
                  <a:pt x="81795" y="121918"/>
                </a:cubicBezTo>
                <a:cubicBezTo>
                  <a:pt x="81035" y="121736"/>
                  <a:pt x="80123" y="121918"/>
                  <a:pt x="79029" y="121766"/>
                </a:cubicBezTo>
                <a:cubicBezTo>
                  <a:pt x="79546" y="121614"/>
                  <a:pt x="78725" y="121736"/>
                  <a:pt x="78847" y="121523"/>
                </a:cubicBezTo>
                <a:cubicBezTo>
                  <a:pt x="79758" y="121462"/>
                  <a:pt x="79607" y="121705"/>
                  <a:pt x="80427" y="121675"/>
                </a:cubicBezTo>
                <a:close/>
                <a:moveTo>
                  <a:pt x="80853" y="121036"/>
                </a:moveTo>
                <a:cubicBezTo>
                  <a:pt x="80214" y="120884"/>
                  <a:pt x="82281" y="121067"/>
                  <a:pt x="82251" y="120915"/>
                </a:cubicBezTo>
                <a:cubicBezTo>
                  <a:pt x="82798" y="121006"/>
                  <a:pt x="83102" y="120854"/>
                  <a:pt x="83619" y="120976"/>
                </a:cubicBezTo>
                <a:cubicBezTo>
                  <a:pt x="82889" y="121006"/>
                  <a:pt x="81886" y="121219"/>
                  <a:pt x="81430" y="121158"/>
                </a:cubicBezTo>
                <a:cubicBezTo>
                  <a:pt x="82099" y="121036"/>
                  <a:pt x="81613" y="121036"/>
                  <a:pt x="80853" y="121036"/>
                </a:cubicBezTo>
                <a:close/>
                <a:moveTo>
                  <a:pt x="94652" y="122040"/>
                </a:moveTo>
                <a:cubicBezTo>
                  <a:pt x="95078" y="122070"/>
                  <a:pt x="95108" y="121918"/>
                  <a:pt x="95260" y="121918"/>
                </a:cubicBezTo>
                <a:cubicBezTo>
                  <a:pt x="95777" y="121918"/>
                  <a:pt x="95503" y="122070"/>
                  <a:pt x="96051" y="122100"/>
                </a:cubicBezTo>
                <a:cubicBezTo>
                  <a:pt x="95595" y="122313"/>
                  <a:pt x="96111" y="122435"/>
                  <a:pt x="95230" y="122495"/>
                </a:cubicBezTo>
                <a:cubicBezTo>
                  <a:pt x="95108" y="122283"/>
                  <a:pt x="95595" y="122313"/>
                  <a:pt x="95443" y="122100"/>
                </a:cubicBezTo>
                <a:cubicBezTo>
                  <a:pt x="94956" y="122070"/>
                  <a:pt x="94318" y="122313"/>
                  <a:pt x="94835" y="122404"/>
                </a:cubicBezTo>
                <a:cubicBezTo>
                  <a:pt x="94804" y="122495"/>
                  <a:pt x="94652" y="122465"/>
                  <a:pt x="94652" y="122404"/>
                </a:cubicBezTo>
                <a:lnTo>
                  <a:pt x="94257" y="122404"/>
                </a:lnTo>
                <a:cubicBezTo>
                  <a:pt x="94136" y="122222"/>
                  <a:pt x="94804" y="122283"/>
                  <a:pt x="94683" y="122100"/>
                </a:cubicBezTo>
                <a:cubicBezTo>
                  <a:pt x="93801" y="122161"/>
                  <a:pt x="93619" y="122283"/>
                  <a:pt x="92889" y="122161"/>
                </a:cubicBezTo>
                <a:cubicBezTo>
                  <a:pt x="92920" y="121979"/>
                  <a:pt x="93345" y="121948"/>
                  <a:pt x="93710" y="121857"/>
                </a:cubicBezTo>
                <a:cubicBezTo>
                  <a:pt x="94318" y="121857"/>
                  <a:pt x="94196" y="122009"/>
                  <a:pt x="94652" y="122040"/>
                </a:cubicBezTo>
                <a:close/>
                <a:moveTo>
                  <a:pt x="118270" y="121280"/>
                </a:moveTo>
                <a:cubicBezTo>
                  <a:pt x="117875" y="121158"/>
                  <a:pt x="119850" y="121219"/>
                  <a:pt x="120458" y="121188"/>
                </a:cubicBezTo>
                <a:cubicBezTo>
                  <a:pt x="120094" y="121492"/>
                  <a:pt x="119091" y="121219"/>
                  <a:pt x="118270" y="121280"/>
                </a:cubicBezTo>
                <a:close/>
                <a:moveTo>
                  <a:pt x="110489" y="122587"/>
                </a:moveTo>
                <a:cubicBezTo>
                  <a:pt x="111005" y="122708"/>
                  <a:pt x="111522" y="122769"/>
                  <a:pt x="112069" y="122708"/>
                </a:cubicBezTo>
                <a:cubicBezTo>
                  <a:pt x="111978" y="122891"/>
                  <a:pt x="110701" y="122921"/>
                  <a:pt x="110671" y="122769"/>
                </a:cubicBezTo>
                <a:cubicBezTo>
                  <a:pt x="110580" y="122921"/>
                  <a:pt x="109881" y="122860"/>
                  <a:pt x="109668" y="122982"/>
                </a:cubicBezTo>
                <a:cubicBezTo>
                  <a:pt x="110276" y="123164"/>
                  <a:pt x="111583" y="122921"/>
                  <a:pt x="111856" y="122891"/>
                </a:cubicBezTo>
                <a:cubicBezTo>
                  <a:pt x="111826" y="122891"/>
                  <a:pt x="111887" y="123012"/>
                  <a:pt x="111856" y="123012"/>
                </a:cubicBezTo>
                <a:cubicBezTo>
                  <a:pt x="112130" y="122982"/>
                  <a:pt x="112403" y="122891"/>
                  <a:pt x="112677" y="122769"/>
                </a:cubicBezTo>
                <a:cubicBezTo>
                  <a:pt x="112859" y="122739"/>
                  <a:pt x="113072" y="122769"/>
                  <a:pt x="113255" y="122891"/>
                </a:cubicBezTo>
                <a:cubicBezTo>
                  <a:pt x="113710" y="122830"/>
                  <a:pt x="114166" y="122799"/>
                  <a:pt x="114653" y="122799"/>
                </a:cubicBezTo>
                <a:cubicBezTo>
                  <a:pt x="115413" y="122708"/>
                  <a:pt x="114683" y="123073"/>
                  <a:pt x="115413" y="122982"/>
                </a:cubicBezTo>
                <a:cubicBezTo>
                  <a:pt x="115686" y="122951"/>
                  <a:pt x="115443" y="122891"/>
                  <a:pt x="115230" y="122860"/>
                </a:cubicBezTo>
                <a:cubicBezTo>
                  <a:pt x="115382" y="122739"/>
                  <a:pt x="116355" y="122830"/>
                  <a:pt x="116811" y="122799"/>
                </a:cubicBezTo>
                <a:cubicBezTo>
                  <a:pt x="116568" y="122891"/>
                  <a:pt x="116051" y="122891"/>
                  <a:pt x="115808" y="122982"/>
                </a:cubicBezTo>
                <a:cubicBezTo>
                  <a:pt x="115869" y="123043"/>
                  <a:pt x="116021" y="123043"/>
                  <a:pt x="116021" y="123103"/>
                </a:cubicBezTo>
                <a:cubicBezTo>
                  <a:pt x="116355" y="123073"/>
                  <a:pt x="116689" y="122982"/>
                  <a:pt x="117024" y="122921"/>
                </a:cubicBezTo>
                <a:cubicBezTo>
                  <a:pt x="116811" y="123134"/>
                  <a:pt x="118543" y="123043"/>
                  <a:pt x="118999" y="123073"/>
                </a:cubicBezTo>
                <a:cubicBezTo>
                  <a:pt x="118604" y="123164"/>
                  <a:pt x="118209" y="123225"/>
                  <a:pt x="117784" y="123286"/>
                </a:cubicBezTo>
                <a:cubicBezTo>
                  <a:pt x="117844" y="123377"/>
                  <a:pt x="118270" y="123316"/>
                  <a:pt x="118574" y="123347"/>
                </a:cubicBezTo>
                <a:cubicBezTo>
                  <a:pt x="117966" y="123529"/>
                  <a:pt x="115656" y="123620"/>
                  <a:pt x="114410" y="123620"/>
                </a:cubicBezTo>
                <a:cubicBezTo>
                  <a:pt x="114075" y="123620"/>
                  <a:pt x="114014" y="123590"/>
                  <a:pt x="114014" y="123499"/>
                </a:cubicBezTo>
                <a:cubicBezTo>
                  <a:pt x="113802" y="123529"/>
                  <a:pt x="113862" y="123620"/>
                  <a:pt x="113650" y="123620"/>
                </a:cubicBezTo>
                <a:cubicBezTo>
                  <a:pt x="113224" y="123650"/>
                  <a:pt x="113315" y="123499"/>
                  <a:pt x="113255" y="123499"/>
                </a:cubicBezTo>
                <a:cubicBezTo>
                  <a:pt x="113011" y="123499"/>
                  <a:pt x="112920" y="123620"/>
                  <a:pt x="112647" y="123620"/>
                </a:cubicBezTo>
                <a:cubicBezTo>
                  <a:pt x="112221" y="123650"/>
                  <a:pt x="111644" y="123529"/>
                  <a:pt x="111096" y="123529"/>
                </a:cubicBezTo>
                <a:cubicBezTo>
                  <a:pt x="110185" y="123529"/>
                  <a:pt x="109394" y="123620"/>
                  <a:pt x="108513" y="123590"/>
                </a:cubicBezTo>
                <a:cubicBezTo>
                  <a:pt x="107723" y="123590"/>
                  <a:pt x="106993" y="123438"/>
                  <a:pt x="106142" y="123438"/>
                </a:cubicBezTo>
                <a:cubicBezTo>
                  <a:pt x="105929" y="123438"/>
                  <a:pt x="105716" y="123438"/>
                  <a:pt x="105534" y="123499"/>
                </a:cubicBezTo>
                <a:cubicBezTo>
                  <a:pt x="104197" y="123499"/>
                  <a:pt x="102920" y="123286"/>
                  <a:pt x="101765" y="123499"/>
                </a:cubicBezTo>
                <a:cubicBezTo>
                  <a:pt x="101583" y="123438"/>
                  <a:pt x="101370" y="123377"/>
                  <a:pt x="101187" y="123377"/>
                </a:cubicBezTo>
                <a:cubicBezTo>
                  <a:pt x="101339" y="123225"/>
                  <a:pt x="102403" y="123377"/>
                  <a:pt x="102191" y="123103"/>
                </a:cubicBezTo>
                <a:cubicBezTo>
                  <a:pt x="101643" y="123195"/>
                  <a:pt x="101096" y="123286"/>
                  <a:pt x="100580" y="123438"/>
                </a:cubicBezTo>
                <a:cubicBezTo>
                  <a:pt x="99637" y="123225"/>
                  <a:pt x="97935" y="123407"/>
                  <a:pt x="96628" y="123316"/>
                </a:cubicBezTo>
                <a:cubicBezTo>
                  <a:pt x="96355" y="123286"/>
                  <a:pt x="96081" y="123225"/>
                  <a:pt x="95838" y="123134"/>
                </a:cubicBezTo>
                <a:cubicBezTo>
                  <a:pt x="95351" y="123043"/>
                  <a:pt x="94652" y="123103"/>
                  <a:pt x="94470" y="122951"/>
                </a:cubicBezTo>
                <a:cubicBezTo>
                  <a:pt x="94622" y="122647"/>
                  <a:pt x="95595" y="122891"/>
                  <a:pt x="96051" y="122891"/>
                </a:cubicBezTo>
                <a:cubicBezTo>
                  <a:pt x="96658" y="122891"/>
                  <a:pt x="97388" y="122860"/>
                  <a:pt x="97844" y="122891"/>
                </a:cubicBezTo>
                <a:cubicBezTo>
                  <a:pt x="97966" y="122891"/>
                  <a:pt x="98087" y="122860"/>
                  <a:pt x="98209" y="122830"/>
                </a:cubicBezTo>
                <a:cubicBezTo>
                  <a:pt x="98361" y="122830"/>
                  <a:pt x="98756" y="122951"/>
                  <a:pt x="98817" y="122951"/>
                </a:cubicBezTo>
                <a:cubicBezTo>
                  <a:pt x="99029" y="122951"/>
                  <a:pt x="99516" y="122891"/>
                  <a:pt x="99789" y="122891"/>
                </a:cubicBezTo>
                <a:cubicBezTo>
                  <a:pt x="100336" y="122921"/>
                  <a:pt x="100853" y="122921"/>
                  <a:pt x="101400" y="122799"/>
                </a:cubicBezTo>
                <a:cubicBezTo>
                  <a:pt x="101431" y="122982"/>
                  <a:pt x="100580" y="123043"/>
                  <a:pt x="101400" y="123134"/>
                </a:cubicBezTo>
                <a:cubicBezTo>
                  <a:pt x="101674" y="123103"/>
                  <a:pt x="101309" y="123043"/>
                  <a:pt x="101400" y="122951"/>
                </a:cubicBezTo>
                <a:cubicBezTo>
                  <a:pt x="101826" y="122860"/>
                  <a:pt x="102494" y="122860"/>
                  <a:pt x="102586" y="122678"/>
                </a:cubicBezTo>
                <a:cubicBezTo>
                  <a:pt x="104136" y="122769"/>
                  <a:pt x="105139" y="122708"/>
                  <a:pt x="106324" y="122860"/>
                </a:cubicBezTo>
                <a:cubicBezTo>
                  <a:pt x="106902" y="122860"/>
                  <a:pt x="107449" y="122739"/>
                  <a:pt x="107935" y="122465"/>
                </a:cubicBezTo>
                <a:cubicBezTo>
                  <a:pt x="108543" y="122526"/>
                  <a:pt x="109121" y="122556"/>
                  <a:pt x="109729" y="122526"/>
                </a:cubicBezTo>
                <a:lnTo>
                  <a:pt x="109729" y="122769"/>
                </a:lnTo>
                <a:cubicBezTo>
                  <a:pt x="110215" y="122799"/>
                  <a:pt x="110549" y="122769"/>
                  <a:pt x="110489" y="122587"/>
                </a:cubicBezTo>
                <a:close/>
                <a:moveTo>
                  <a:pt x="103346" y="122830"/>
                </a:moveTo>
                <a:cubicBezTo>
                  <a:pt x="103376" y="122891"/>
                  <a:pt x="103558" y="122921"/>
                  <a:pt x="103710" y="122951"/>
                </a:cubicBezTo>
                <a:cubicBezTo>
                  <a:pt x="103710" y="122647"/>
                  <a:pt x="103163" y="122830"/>
                  <a:pt x="102555" y="122830"/>
                </a:cubicBezTo>
                <a:cubicBezTo>
                  <a:pt x="102707" y="122921"/>
                  <a:pt x="102586" y="123134"/>
                  <a:pt x="102920" y="123195"/>
                </a:cubicBezTo>
                <a:cubicBezTo>
                  <a:pt x="103376" y="123043"/>
                  <a:pt x="102677" y="122921"/>
                  <a:pt x="103376" y="122830"/>
                </a:cubicBezTo>
                <a:close/>
                <a:moveTo>
                  <a:pt x="104713" y="122921"/>
                </a:moveTo>
                <a:cubicBezTo>
                  <a:pt x="104105" y="122921"/>
                  <a:pt x="104197" y="123103"/>
                  <a:pt x="103710" y="123134"/>
                </a:cubicBezTo>
                <a:cubicBezTo>
                  <a:pt x="103710" y="123073"/>
                  <a:pt x="103376" y="123043"/>
                  <a:pt x="103315" y="123134"/>
                </a:cubicBezTo>
                <a:cubicBezTo>
                  <a:pt x="104075" y="123043"/>
                  <a:pt x="103619" y="123347"/>
                  <a:pt x="104318" y="123316"/>
                </a:cubicBezTo>
                <a:cubicBezTo>
                  <a:pt x="104136" y="123073"/>
                  <a:pt x="104805" y="123134"/>
                  <a:pt x="104713" y="122951"/>
                </a:cubicBezTo>
                <a:close/>
                <a:moveTo>
                  <a:pt x="106112" y="123043"/>
                </a:moveTo>
                <a:cubicBezTo>
                  <a:pt x="106020" y="122860"/>
                  <a:pt x="105352" y="122891"/>
                  <a:pt x="104926" y="122799"/>
                </a:cubicBezTo>
                <a:cubicBezTo>
                  <a:pt x="104744" y="122982"/>
                  <a:pt x="105200" y="122982"/>
                  <a:pt x="105109" y="123134"/>
                </a:cubicBezTo>
                <a:cubicBezTo>
                  <a:pt x="105595" y="123164"/>
                  <a:pt x="105534" y="123012"/>
                  <a:pt x="106112" y="123073"/>
                </a:cubicBezTo>
                <a:close/>
                <a:moveTo>
                  <a:pt x="114622" y="123377"/>
                </a:moveTo>
                <a:cubicBezTo>
                  <a:pt x="114774" y="123377"/>
                  <a:pt x="114835" y="123407"/>
                  <a:pt x="114805" y="123499"/>
                </a:cubicBezTo>
                <a:cubicBezTo>
                  <a:pt x="115291" y="123438"/>
                  <a:pt x="115838" y="123438"/>
                  <a:pt x="115808" y="123225"/>
                </a:cubicBezTo>
                <a:cubicBezTo>
                  <a:pt x="115413" y="123195"/>
                  <a:pt x="114987" y="123255"/>
                  <a:pt x="114622" y="123377"/>
                </a:cubicBezTo>
                <a:close/>
                <a:moveTo>
                  <a:pt x="108695" y="123225"/>
                </a:moveTo>
                <a:cubicBezTo>
                  <a:pt x="108057" y="123316"/>
                  <a:pt x="106750" y="123103"/>
                  <a:pt x="107084" y="123225"/>
                </a:cubicBezTo>
                <a:cubicBezTo>
                  <a:pt x="107327" y="123286"/>
                  <a:pt x="109121" y="123347"/>
                  <a:pt x="108695" y="123225"/>
                </a:cubicBezTo>
                <a:close/>
                <a:moveTo>
                  <a:pt x="109303" y="122799"/>
                </a:moveTo>
                <a:cubicBezTo>
                  <a:pt x="109182" y="122404"/>
                  <a:pt x="107267" y="122799"/>
                  <a:pt x="107115" y="122982"/>
                </a:cubicBezTo>
                <a:cubicBezTo>
                  <a:pt x="108239" y="123043"/>
                  <a:pt x="108057" y="122708"/>
                  <a:pt x="109273" y="122799"/>
                </a:cubicBezTo>
                <a:close/>
                <a:moveTo>
                  <a:pt x="25593" y="120672"/>
                </a:moveTo>
                <a:cubicBezTo>
                  <a:pt x="26262" y="120702"/>
                  <a:pt x="25867" y="120398"/>
                  <a:pt x="26596" y="120489"/>
                </a:cubicBezTo>
                <a:cubicBezTo>
                  <a:pt x="26505" y="120672"/>
                  <a:pt x="25776" y="120641"/>
                  <a:pt x="25958" y="120915"/>
                </a:cubicBezTo>
                <a:cubicBezTo>
                  <a:pt x="25624" y="120915"/>
                  <a:pt x="25533" y="120793"/>
                  <a:pt x="25593" y="120672"/>
                </a:cubicBezTo>
                <a:close/>
                <a:moveTo>
                  <a:pt x="137267" y="121644"/>
                </a:moveTo>
                <a:cubicBezTo>
                  <a:pt x="136994" y="121918"/>
                  <a:pt x="136264" y="121644"/>
                  <a:pt x="135474" y="121736"/>
                </a:cubicBezTo>
                <a:cubicBezTo>
                  <a:pt x="134987" y="121614"/>
                  <a:pt x="136781" y="121675"/>
                  <a:pt x="137267" y="121644"/>
                </a:cubicBezTo>
                <a:close/>
                <a:moveTo>
                  <a:pt x="100792" y="122070"/>
                </a:moveTo>
                <a:cubicBezTo>
                  <a:pt x="101552" y="121979"/>
                  <a:pt x="101187" y="122252"/>
                  <a:pt x="101795" y="122192"/>
                </a:cubicBezTo>
                <a:cubicBezTo>
                  <a:pt x="101491" y="122404"/>
                  <a:pt x="100823" y="122131"/>
                  <a:pt x="100610" y="122283"/>
                </a:cubicBezTo>
                <a:cubicBezTo>
                  <a:pt x="99941" y="122192"/>
                  <a:pt x="101157" y="122252"/>
                  <a:pt x="100792" y="122070"/>
                </a:cubicBezTo>
                <a:close/>
                <a:moveTo>
                  <a:pt x="102160" y="122647"/>
                </a:moveTo>
                <a:cubicBezTo>
                  <a:pt x="102251" y="122769"/>
                  <a:pt x="101795" y="122739"/>
                  <a:pt x="101765" y="122830"/>
                </a:cubicBezTo>
                <a:cubicBezTo>
                  <a:pt x="101279" y="122769"/>
                  <a:pt x="100823" y="122769"/>
                  <a:pt x="100367" y="122830"/>
                </a:cubicBezTo>
                <a:cubicBezTo>
                  <a:pt x="100671" y="122526"/>
                  <a:pt x="101248" y="122708"/>
                  <a:pt x="102160" y="122647"/>
                </a:cubicBezTo>
                <a:close/>
                <a:moveTo>
                  <a:pt x="106568" y="121310"/>
                </a:moveTo>
                <a:lnTo>
                  <a:pt x="107388" y="121310"/>
                </a:lnTo>
                <a:cubicBezTo>
                  <a:pt x="107267" y="121371"/>
                  <a:pt x="107175" y="121401"/>
                  <a:pt x="107175" y="121492"/>
                </a:cubicBezTo>
                <a:lnTo>
                  <a:pt x="107540" y="121492"/>
                </a:lnTo>
                <a:cubicBezTo>
                  <a:pt x="107783" y="121492"/>
                  <a:pt x="107753" y="121371"/>
                  <a:pt x="107540" y="121371"/>
                </a:cubicBezTo>
                <a:cubicBezTo>
                  <a:pt x="107783" y="121188"/>
                  <a:pt x="108300" y="121401"/>
                  <a:pt x="108543" y="121432"/>
                </a:cubicBezTo>
                <a:cubicBezTo>
                  <a:pt x="108574" y="121310"/>
                  <a:pt x="108300" y="121310"/>
                  <a:pt x="108361" y="121188"/>
                </a:cubicBezTo>
                <a:cubicBezTo>
                  <a:pt x="108817" y="121401"/>
                  <a:pt x="109394" y="121340"/>
                  <a:pt x="110306" y="121280"/>
                </a:cubicBezTo>
                <a:cubicBezTo>
                  <a:pt x="110245" y="121432"/>
                  <a:pt x="109394" y="121340"/>
                  <a:pt x="109516" y="121553"/>
                </a:cubicBezTo>
                <a:cubicBezTo>
                  <a:pt x="109303" y="121523"/>
                  <a:pt x="109121" y="121492"/>
                  <a:pt x="108938" y="121432"/>
                </a:cubicBezTo>
                <a:cubicBezTo>
                  <a:pt x="108847" y="121432"/>
                  <a:pt x="108786" y="121492"/>
                  <a:pt x="108726" y="121553"/>
                </a:cubicBezTo>
                <a:cubicBezTo>
                  <a:pt x="108300" y="121553"/>
                  <a:pt x="107875" y="121492"/>
                  <a:pt x="106932" y="121553"/>
                </a:cubicBezTo>
                <a:cubicBezTo>
                  <a:pt x="106963" y="121432"/>
                  <a:pt x="106416" y="121492"/>
                  <a:pt x="106568" y="121310"/>
                </a:cubicBezTo>
                <a:close/>
                <a:moveTo>
                  <a:pt x="81582" y="22585"/>
                </a:moveTo>
                <a:cubicBezTo>
                  <a:pt x="81734" y="22676"/>
                  <a:pt x="81309" y="23284"/>
                  <a:pt x="81066" y="23466"/>
                </a:cubicBezTo>
                <a:cubicBezTo>
                  <a:pt x="80974" y="23345"/>
                  <a:pt x="81278" y="22980"/>
                  <a:pt x="81582" y="22585"/>
                </a:cubicBezTo>
                <a:close/>
                <a:moveTo>
                  <a:pt x="105169" y="121888"/>
                </a:moveTo>
                <a:cubicBezTo>
                  <a:pt x="105990" y="121888"/>
                  <a:pt x="106598" y="122131"/>
                  <a:pt x="106963" y="121796"/>
                </a:cubicBezTo>
                <a:cubicBezTo>
                  <a:pt x="107723" y="121736"/>
                  <a:pt x="107510" y="121948"/>
                  <a:pt x="108148" y="121918"/>
                </a:cubicBezTo>
                <a:cubicBezTo>
                  <a:pt x="108908" y="121979"/>
                  <a:pt x="109182" y="121675"/>
                  <a:pt x="109729" y="121857"/>
                </a:cubicBezTo>
                <a:cubicBezTo>
                  <a:pt x="109212" y="122009"/>
                  <a:pt x="108665" y="122070"/>
                  <a:pt x="108118" y="122040"/>
                </a:cubicBezTo>
                <a:cubicBezTo>
                  <a:pt x="107145" y="122100"/>
                  <a:pt x="105352" y="122161"/>
                  <a:pt x="105169" y="121888"/>
                </a:cubicBezTo>
                <a:close/>
                <a:moveTo>
                  <a:pt x="104774" y="121948"/>
                </a:moveTo>
                <a:cubicBezTo>
                  <a:pt x="104622" y="122435"/>
                  <a:pt x="103072" y="121979"/>
                  <a:pt x="102191" y="122192"/>
                </a:cubicBezTo>
                <a:cubicBezTo>
                  <a:pt x="102434" y="121918"/>
                  <a:pt x="102312" y="122131"/>
                  <a:pt x="101826" y="122009"/>
                </a:cubicBezTo>
                <a:cubicBezTo>
                  <a:pt x="102494" y="121705"/>
                  <a:pt x="103741" y="122192"/>
                  <a:pt x="104774" y="121948"/>
                </a:cubicBezTo>
                <a:close/>
                <a:moveTo>
                  <a:pt x="106355" y="122495"/>
                </a:moveTo>
                <a:cubicBezTo>
                  <a:pt x="106689" y="122495"/>
                  <a:pt x="106780" y="122435"/>
                  <a:pt x="107145" y="122435"/>
                </a:cubicBezTo>
                <a:cubicBezTo>
                  <a:pt x="107449" y="122678"/>
                  <a:pt x="106294" y="122465"/>
                  <a:pt x="106324" y="122617"/>
                </a:cubicBezTo>
                <a:cubicBezTo>
                  <a:pt x="105412" y="122587"/>
                  <a:pt x="104561" y="122495"/>
                  <a:pt x="103376" y="122495"/>
                </a:cubicBezTo>
                <a:cubicBezTo>
                  <a:pt x="103042" y="122343"/>
                  <a:pt x="105777" y="122495"/>
                  <a:pt x="106324" y="122495"/>
                </a:cubicBezTo>
                <a:close/>
                <a:moveTo>
                  <a:pt x="136234" y="117055"/>
                </a:moveTo>
                <a:cubicBezTo>
                  <a:pt x="135717" y="117328"/>
                  <a:pt x="135535" y="117693"/>
                  <a:pt x="134623" y="117875"/>
                </a:cubicBezTo>
                <a:cubicBezTo>
                  <a:pt x="134501" y="117906"/>
                  <a:pt x="133954" y="117906"/>
                  <a:pt x="133650" y="117967"/>
                </a:cubicBezTo>
                <a:cubicBezTo>
                  <a:pt x="133042" y="118118"/>
                  <a:pt x="132434" y="118149"/>
                  <a:pt x="131857" y="118118"/>
                </a:cubicBezTo>
                <a:cubicBezTo>
                  <a:pt x="131431" y="118149"/>
                  <a:pt x="131188" y="118270"/>
                  <a:pt x="130854" y="118331"/>
                </a:cubicBezTo>
                <a:cubicBezTo>
                  <a:pt x="127996" y="118331"/>
                  <a:pt x="126203" y="118514"/>
                  <a:pt x="124319" y="118422"/>
                </a:cubicBezTo>
                <a:cubicBezTo>
                  <a:pt x="124531" y="118331"/>
                  <a:pt x="124714" y="118301"/>
                  <a:pt x="124927" y="118270"/>
                </a:cubicBezTo>
                <a:cubicBezTo>
                  <a:pt x="124805" y="118088"/>
                  <a:pt x="124410" y="118210"/>
                  <a:pt x="123954" y="118240"/>
                </a:cubicBezTo>
                <a:cubicBezTo>
                  <a:pt x="123802" y="118027"/>
                  <a:pt x="122768" y="117906"/>
                  <a:pt x="122373" y="117997"/>
                </a:cubicBezTo>
                <a:cubicBezTo>
                  <a:pt x="122920" y="118210"/>
                  <a:pt x="123528" y="118331"/>
                  <a:pt x="124136" y="118362"/>
                </a:cubicBezTo>
                <a:cubicBezTo>
                  <a:pt x="123376" y="118514"/>
                  <a:pt x="122677" y="118331"/>
                  <a:pt x="121765" y="118453"/>
                </a:cubicBezTo>
                <a:cubicBezTo>
                  <a:pt x="122100" y="118240"/>
                  <a:pt x="121188" y="118240"/>
                  <a:pt x="122160" y="118179"/>
                </a:cubicBezTo>
                <a:cubicBezTo>
                  <a:pt x="121765" y="118088"/>
                  <a:pt x="121370" y="118088"/>
                  <a:pt x="120975" y="118149"/>
                </a:cubicBezTo>
                <a:cubicBezTo>
                  <a:pt x="121005" y="118331"/>
                  <a:pt x="121735" y="118301"/>
                  <a:pt x="121553" y="118574"/>
                </a:cubicBezTo>
                <a:lnTo>
                  <a:pt x="120550" y="118574"/>
                </a:lnTo>
                <a:cubicBezTo>
                  <a:pt x="121857" y="118483"/>
                  <a:pt x="120337" y="118179"/>
                  <a:pt x="119790" y="118331"/>
                </a:cubicBezTo>
                <a:cubicBezTo>
                  <a:pt x="119759" y="118422"/>
                  <a:pt x="120215" y="118362"/>
                  <a:pt x="120367" y="118392"/>
                </a:cubicBezTo>
                <a:cubicBezTo>
                  <a:pt x="120823" y="118514"/>
                  <a:pt x="119273" y="118422"/>
                  <a:pt x="118787" y="118544"/>
                </a:cubicBezTo>
                <a:cubicBezTo>
                  <a:pt x="118665" y="118483"/>
                  <a:pt x="118331" y="118483"/>
                  <a:pt x="118391" y="118362"/>
                </a:cubicBezTo>
                <a:cubicBezTo>
                  <a:pt x="117814" y="118514"/>
                  <a:pt x="116872" y="118270"/>
                  <a:pt x="116233" y="118179"/>
                </a:cubicBezTo>
                <a:cubicBezTo>
                  <a:pt x="117267" y="118088"/>
                  <a:pt x="118483" y="118027"/>
                  <a:pt x="118635" y="117663"/>
                </a:cubicBezTo>
                <a:cubicBezTo>
                  <a:pt x="118847" y="117663"/>
                  <a:pt x="118756" y="117784"/>
                  <a:pt x="118999" y="117784"/>
                </a:cubicBezTo>
                <a:cubicBezTo>
                  <a:pt x="119607" y="117723"/>
                  <a:pt x="118817" y="117663"/>
                  <a:pt x="118999" y="117541"/>
                </a:cubicBezTo>
                <a:cubicBezTo>
                  <a:pt x="119759" y="117571"/>
                  <a:pt x="119972" y="117450"/>
                  <a:pt x="120610" y="117450"/>
                </a:cubicBezTo>
                <a:cubicBezTo>
                  <a:pt x="120793" y="117632"/>
                  <a:pt x="120154" y="117571"/>
                  <a:pt x="119790" y="117602"/>
                </a:cubicBezTo>
                <a:cubicBezTo>
                  <a:pt x="119607" y="117875"/>
                  <a:pt x="121188" y="117723"/>
                  <a:pt x="121370" y="117602"/>
                </a:cubicBezTo>
                <a:cubicBezTo>
                  <a:pt x="122009" y="117541"/>
                  <a:pt x="121826" y="117784"/>
                  <a:pt x="122556" y="117693"/>
                </a:cubicBezTo>
                <a:lnTo>
                  <a:pt x="123164" y="117511"/>
                </a:lnTo>
                <a:cubicBezTo>
                  <a:pt x="123164" y="117359"/>
                  <a:pt x="122525" y="117511"/>
                  <a:pt x="122586" y="117511"/>
                </a:cubicBezTo>
                <a:cubicBezTo>
                  <a:pt x="122312" y="117511"/>
                  <a:pt x="122252" y="117389"/>
                  <a:pt x="121978" y="117389"/>
                </a:cubicBezTo>
                <a:cubicBezTo>
                  <a:pt x="121461" y="117450"/>
                  <a:pt x="120945" y="117450"/>
                  <a:pt x="120398" y="117389"/>
                </a:cubicBezTo>
                <a:lnTo>
                  <a:pt x="125747" y="117146"/>
                </a:lnTo>
                <a:cubicBezTo>
                  <a:pt x="125504" y="117389"/>
                  <a:pt x="125534" y="117571"/>
                  <a:pt x="125717" y="117754"/>
                </a:cubicBezTo>
                <a:cubicBezTo>
                  <a:pt x="126325" y="117784"/>
                  <a:pt x="126294" y="117632"/>
                  <a:pt x="126902" y="117693"/>
                </a:cubicBezTo>
                <a:cubicBezTo>
                  <a:pt x="127449" y="117602"/>
                  <a:pt x="126386" y="117571"/>
                  <a:pt x="126720" y="117359"/>
                </a:cubicBezTo>
                <a:lnTo>
                  <a:pt x="127723" y="117359"/>
                </a:lnTo>
                <a:cubicBezTo>
                  <a:pt x="127632" y="117085"/>
                  <a:pt x="127085" y="117146"/>
                  <a:pt x="126325" y="117207"/>
                </a:cubicBezTo>
                <a:cubicBezTo>
                  <a:pt x="126841" y="116963"/>
                  <a:pt x="128361" y="117024"/>
                  <a:pt x="129303" y="116903"/>
                </a:cubicBezTo>
                <a:cubicBezTo>
                  <a:pt x="129212" y="116963"/>
                  <a:pt x="129091" y="117024"/>
                  <a:pt x="129121" y="117115"/>
                </a:cubicBezTo>
                <a:cubicBezTo>
                  <a:pt x="129455" y="117085"/>
                  <a:pt x="129759" y="117024"/>
                  <a:pt x="130094" y="116963"/>
                </a:cubicBezTo>
                <a:cubicBezTo>
                  <a:pt x="130003" y="116872"/>
                  <a:pt x="129851" y="116842"/>
                  <a:pt x="129729" y="116842"/>
                </a:cubicBezTo>
                <a:cubicBezTo>
                  <a:pt x="130550" y="116629"/>
                  <a:pt x="132069" y="116629"/>
                  <a:pt x="133285" y="116538"/>
                </a:cubicBezTo>
                <a:cubicBezTo>
                  <a:pt x="133073" y="116629"/>
                  <a:pt x="133073" y="116690"/>
                  <a:pt x="133468" y="116720"/>
                </a:cubicBezTo>
                <a:cubicBezTo>
                  <a:pt x="133893" y="116751"/>
                  <a:pt x="134288" y="116477"/>
                  <a:pt x="133893" y="116477"/>
                </a:cubicBezTo>
                <a:cubicBezTo>
                  <a:pt x="133924" y="116325"/>
                  <a:pt x="134714" y="116416"/>
                  <a:pt x="135079" y="116386"/>
                </a:cubicBezTo>
                <a:cubicBezTo>
                  <a:pt x="135565" y="116568"/>
                  <a:pt x="135626" y="116903"/>
                  <a:pt x="136234" y="117055"/>
                </a:cubicBezTo>
                <a:close/>
                <a:moveTo>
                  <a:pt x="122191" y="117936"/>
                </a:moveTo>
                <a:cubicBezTo>
                  <a:pt x="122221" y="117754"/>
                  <a:pt x="120702" y="117693"/>
                  <a:pt x="120610" y="117906"/>
                </a:cubicBezTo>
                <a:cubicBezTo>
                  <a:pt x="121127" y="117997"/>
                  <a:pt x="121401" y="117875"/>
                  <a:pt x="122160" y="117936"/>
                </a:cubicBezTo>
                <a:close/>
                <a:moveTo>
                  <a:pt x="125747" y="117845"/>
                </a:moveTo>
                <a:cubicBezTo>
                  <a:pt x="125139" y="117693"/>
                  <a:pt x="124927" y="117693"/>
                  <a:pt x="125170" y="117359"/>
                </a:cubicBezTo>
                <a:cubicBezTo>
                  <a:pt x="124136" y="117298"/>
                  <a:pt x="124866" y="117723"/>
                  <a:pt x="124562" y="117723"/>
                </a:cubicBezTo>
                <a:cubicBezTo>
                  <a:pt x="124258" y="117571"/>
                  <a:pt x="122708" y="117571"/>
                  <a:pt x="122768" y="117875"/>
                </a:cubicBezTo>
                <a:cubicBezTo>
                  <a:pt x="123376" y="117936"/>
                  <a:pt x="123255" y="117784"/>
                  <a:pt x="123559" y="117723"/>
                </a:cubicBezTo>
                <a:cubicBezTo>
                  <a:pt x="124349" y="117784"/>
                  <a:pt x="125048" y="118088"/>
                  <a:pt x="125717" y="117845"/>
                </a:cubicBezTo>
                <a:close/>
                <a:moveTo>
                  <a:pt x="129911" y="117419"/>
                </a:moveTo>
                <a:cubicBezTo>
                  <a:pt x="129455" y="117359"/>
                  <a:pt x="128969" y="117359"/>
                  <a:pt x="128544" y="117480"/>
                </a:cubicBezTo>
                <a:cubicBezTo>
                  <a:pt x="128240" y="117511"/>
                  <a:pt x="127267" y="117419"/>
                  <a:pt x="127541" y="117632"/>
                </a:cubicBezTo>
                <a:cubicBezTo>
                  <a:pt x="127571" y="117754"/>
                  <a:pt x="128392" y="117632"/>
                  <a:pt x="128513" y="117723"/>
                </a:cubicBezTo>
                <a:cubicBezTo>
                  <a:pt x="128756" y="117419"/>
                  <a:pt x="129395" y="117571"/>
                  <a:pt x="129881" y="117419"/>
                </a:cubicBezTo>
                <a:close/>
                <a:moveTo>
                  <a:pt x="129516" y="117784"/>
                </a:moveTo>
                <a:cubicBezTo>
                  <a:pt x="129455" y="117936"/>
                  <a:pt x="129911" y="117936"/>
                  <a:pt x="130276" y="117967"/>
                </a:cubicBezTo>
                <a:cubicBezTo>
                  <a:pt x="130459" y="117754"/>
                  <a:pt x="130003" y="117754"/>
                  <a:pt x="129486" y="117784"/>
                </a:cubicBezTo>
                <a:close/>
                <a:moveTo>
                  <a:pt x="130914" y="117267"/>
                </a:moveTo>
                <a:cubicBezTo>
                  <a:pt x="130641" y="117237"/>
                  <a:pt x="130337" y="117298"/>
                  <a:pt x="130124" y="117450"/>
                </a:cubicBezTo>
                <a:cubicBezTo>
                  <a:pt x="130367" y="117511"/>
                  <a:pt x="130641" y="117511"/>
                  <a:pt x="130914" y="117511"/>
                </a:cubicBezTo>
                <a:close/>
                <a:moveTo>
                  <a:pt x="131522" y="117055"/>
                </a:moveTo>
                <a:cubicBezTo>
                  <a:pt x="131340" y="117115"/>
                  <a:pt x="130975" y="117511"/>
                  <a:pt x="131705" y="117450"/>
                </a:cubicBezTo>
                <a:cubicBezTo>
                  <a:pt x="131978" y="117419"/>
                  <a:pt x="132100" y="116963"/>
                  <a:pt x="131492" y="117055"/>
                </a:cubicBezTo>
                <a:close/>
                <a:moveTo>
                  <a:pt x="134288" y="116781"/>
                </a:moveTo>
                <a:cubicBezTo>
                  <a:pt x="134501" y="116781"/>
                  <a:pt x="134440" y="116690"/>
                  <a:pt x="134076" y="116720"/>
                </a:cubicBezTo>
                <a:cubicBezTo>
                  <a:pt x="134015" y="116903"/>
                  <a:pt x="134319" y="116994"/>
                  <a:pt x="134866" y="117024"/>
                </a:cubicBezTo>
                <a:cubicBezTo>
                  <a:pt x="135018" y="116811"/>
                  <a:pt x="134197" y="116933"/>
                  <a:pt x="134258" y="116781"/>
                </a:cubicBezTo>
                <a:close/>
                <a:moveTo>
                  <a:pt x="40487" y="120763"/>
                </a:moveTo>
                <a:cubicBezTo>
                  <a:pt x="40001" y="120672"/>
                  <a:pt x="38937" y="120763"/>
                  <a:pt x="38907" y="120550"/>
                </a:cubicBezTo>
                <a:cubicBezTo>
                  <a:pt x="39758" y="120520"/>
                  <a:pt x="40001" y="120672"/>
                  <a:pt x="40882" y="120641"/>
                </a:cubicBezTo>
                <a:cubicBezTo>
                  <a:pt x="40791" y="120702"/>
                  <a:pt x="40457" y="120672"/>
                  <a:pt x="40457" y="120763"/>
                </a:cubicBezTo>
                <a:close/>
                <a:moveTo>
                  <a:pt x="39910" y="120520"/>
                </a:moveTo>
                <a:cubicBezTo>
                  <a:pt x="39241" y="120368"/>
                  <a:pt x="40822" y="120246"/>
                  <a:pt x="41095" y="120398"/>
                </a:cubicBezTo>
                <a:cubicBezTo>
                  <a:pt x="40852" y="120520"/>
                  <a:pt x="40092" y="120277"/>
                  <a:pt x="39879" y="120520"/>
                </a:cubicBezTo>
                <a:close/>
                <a:moveTo>
                  <a:pt x="46445" y="120429"/>
                </a:moveTo>
                <a:cubicBezTo>
                  <a:pt x="46354" y="120550"/>
                  <a:pt x="44712" y="120854"/>
                  <a:pt x="44044" y="120550"/>
                </a:cubicBezTo>
                <a:cubicBezTo>
                  <a:pt x="43679" y="120581"/>
                  <a:pt x="43314" y="120641"/>
                  <a:pt x="42858" y="120641"/>
                </a:cubicBezTo>
                <a:cubicBezTo>
                  <a:pt x="42828" y="120611"/>
                  <a:pt x="42949" y="120581"/>
                  <a:pt x="43071" y="120581"/>
                </a:cubicBezTo>
                <a:cubicBezTo>
                  <a:pt x="43101" y="120550"/>
                  <a:pt x="42980" y="120520"/>
                  <a:pt x="42858" y="120520"/>
                </a:cubicBezTo>
                <a:cubicBezTo>
                  <a:pt x="43496" y="120246"/>
                  <a:pt x="45472" y="120824"/>
                  <a:pt x="45442" y="120368"/>
                </a:cubicBezTo>
                <a:cubicBezTo>
                  <a:pt x="45989" y="120307"/>
                  <a:pt x="45928" y="120459"/>
                  <a:pt x="46414" y="120429"/>
                </a:cubicBezTo>
                <a:close/>
                <a:moveTo>
                  <a:pt x="38299" y="120611"/>
                </a:moveTo>
                <a:cubicBezTo>
                  <a:pt x="37356" y="120550"/>
                  <a:pt x="37265" y="120793"/>
                  <a:pt x="36323" y="120733"/>
                </a:cubicBezTo>
                <a:cubicBezTo>
                  <a:pt x="36353" y="120459"/>
                  <a:pt x="37569" y="120581"/>
                  <a:pt x="37934" y="120429"/>
                </a:cubicBezTo>
                <a:cubicBezTo>
                  <a:pt x="38238" y="120489"/>
                  <a:pt x="39089" y="120672"/>
                  <a:pt x="38481" y="120824"/>
                </a:cubicBezTo>
                <a:cubicBezTo>
                  <a:pt x="38481" y="121006"/>
                  <a:pt x="39271" y="120611"/>
                  <a:pt x="39271" y="120824"/>
                </a:cubicBezTo>
                <a:cubicBezTo>
                  <a:pt x="39302" y="121006"/>
                  <a:pt x="38390" y="120976"/>
                  <a:pt x="37904" y="120915"/>
                </a:cubicBezTo>
                <a:cubicBezTo>
                  <a:pt x="37691" y="120733"/>
                  <a:pt x="38177" y="120733"/>
                  <a:pt x="38268" y="120611"/>
                </a:cubicBezTo>
                <a:close/>
                <a:moveTo>
                  <a:pt x="43618" y="121036"/>
                </a:moveTo>
                <a:cubicBezTo>
                  <a:pt x="42372" y="120945"/>
                  <a:pt x="41825" y="121036"/>
                  <a:pt x="40457" y="120945"/>
                </a:cubicBezTo>
                <a:cubicBezTo>
                  <a:pt x="40639" y="120672"/>
                  <a:pt x="41430" y="120581"/>
                  <a:pt x="42463" y="120581"/>
                </a:cubicBezTo>
                <a:cubicBezTo>
                  <a:pt x="42767" y="120824"/>
                  <a:pt x="41612" y="120581"/>
                  <a:pt x="41673" y="120763"/>
                </a:cubicBezTo>
                <a:cubicBezTo>
                  <a:pt x="42250" y="120976"/>
                  <a:pt x="43284" y="120702"/>
                  <a:pt x="43588" y="121036"/>
                </a:cubicBezTo>
                <a:close/>
                <a:moveTo>
                  <a:pt x="86020" y="121097"/>
                </a:moveTo>
                <a:cubicBezTo>
                  <a:pt x="85990" y="121006"/>
                  <a:pt x="86354" y="120945"/>
                  <a:pt x="86020" y="120915"/>
                </a:cubicBezTo>
                <a:cubicBezTo>
                  <a:pt x="86324" y="120733"/>
                  <a:pt x="86901" y="120976"/>
                  <a:pt x="86810" y="121097"/>
                </a:cubicBezTo>
                <a:close/>
                <a:moveTo>
                  <a:pt x="34925" y="120854"/>
                </a:moveTo>
                <a:cubicBezTo>
                  <a:pt x="35442" y="120793"/>
                  <a:pt x="35897" y="120945"/>
                  <a:pt x="36901" y="120854"/>
                </a:cubicBezTo>
                <a:cubicBezTo>
                  <a:pt x="36840" y="120976"/>
                  <a:pt x="35958" y="120884"/>
                  <a:pt x="36080" y="121097"/>
                </a:cubicBezTo>
                <a:cubicBezTo>
                  <a:pt x="35594" y="121036"/>
                  <a:pt x="34803" y="121067"/>
                  <a:pt x="34894" y="120854"/>
                </a:cubicBezTo>
                <a:close/>
                <a:moveTo>
                  <a:pt x="27235" y="120094"/>
                </a:moveTo>
                <a:cubicBezTo>
                  <a:pt x="27387" y="119973"/>
                  <a:pt x="29271" y="119912"/>
                  <a:pt x="29818" y="120094"/>
                </a:cubicBezTo>
                <a:cubicBezTo>
                  <a:pt x="29970" y="120337"/>
                  <a:pt x="29454" y="120094"/>
                  <a:pt x="29210" y="120094"/>
                </a:cubicBezTo>
                <a:cubicBezTo>
                  <a:pt x="28633" y="120094"/>
                  <a:pt x="27691" y="120185"/>
                  <a:pt x="27204" y="120094"/>
                </a:cubicBezTo>
                <a:close/>
                <a:moveTo>
                  <a:pt x="45806" y="120976"/>
                </a:moveTo>
                <a:cubicBezTo>
                  <a:pt x="47053" y="120976"/>
                  <a:pt x="45958" y="120611"/>
                  <a:pt x="47205" y="120611"/>
                </a:cubicBezTo>
                <a:cubicBezTo>
                  <a:pt x="47083" y="120763"/>
                  <a:pt x="46566" y="120824"/>
                  <a:pt x="46597" y="121036"/>
                </a:cubicBezTo>
                <a:cubicBezTo>
                  <a:pt x="45776" y="121036"/>
                  <a:pt x="44864" y="121188"/>
                  <a:pt x="44621" y="120884"/>
                </a:cubicBezTo>
                <a:cubicBezTo>
                  <a:pt x="45199" y="120976"/>
                  <a:pt x="46293" y="120733"/>
                  <a:pt x="45776" y="120976"/>
                </a:cubicBezTo>
                <a:close/>
                <a:moveTo>
                  <a:pt x="30791" y="120003"/>
                </a:moveTo>
                <a:cubicBezTo>
                  <a:pt x="31277" y="119881"/>
                  <a:pt x="32584" y="120003"/>
                  <a:pt x="33375" y="119973"/>
                </a:cubicBezTo>
                <a:cubicBezTo>
                  <a:pt x="32524" y="120094"/>
                  <a:pt x="31642" y="120094"/>
                  <a:pt x="30791" y="120003"/>
                </a:cubicBezTo>
                <a:close/>
                <a:moveTo>
                  <a:pt x="32949" y="120581"/>
                </a:moveTo>
                <a:cubicBezTo>
                  <a:pt x="33435" y="120702"/>
                  <a:pt x="33527" y="120550"/>
                  <a:pt x="34135" y="120641"/>
                </a:cubicBezTo>
                <a:cubicBezTo>
                  <a:pt x="34074" y="120763"/>
                  <a:pt x="33375" y="120702"/>
                  <a:pt x="33314" y="120824"/>
                </a:cubicBezTo>
                <a:cubicBezTo>
                  <a:pt x="33040" y="120793"/>
                  <a:pt x="32949" y="120702"/>
                  <a:pt x="32919" y="120581"/>
                </a:cubicBezTo>
                <a:close/>
                <a:moveTo>
                  <a:pt x="27782" y="120733"/>
                </a:moveTo>
                <a:cubicBezTo>
                  <a:pt x="27843" y="120581"/>
                  <a:pt x="27508" y="120520"/>
                  <a:pt x="26992" y="120550"/>
                </a:cubicBezTo>
                <a:cubicBezTo>
                  <a:pt x="27478" y="120246"/>
                  <a:pt x="28572" y="120581"/>
                  <a:pt x="29393" y="120429"/>
                </a:cubicBezTo>
                <a:cubicBezTo>
                  <a:pt x="29575" y="120520"/>
                  <a:pt x="29545" y="120672"/>
                  <a:pt x="29970" y="120672"/>
                </a:cubicBezTo>
                <a:cubicBezTo>
                  <a:pt x="30548" y="120641"/>
                  <a:pt x="29788" y="120550"/>
                  <a:pt x="29970" y="120429"/>
                </a:cubicBezTo>
                <a:cubicBezTo>
                  <a:pt x="30213" y="120489"/>
                  <a:pt x="30487" y="120520"/>
                  <a:pt x="30761" y="120489"/>
                </a:cubicBezTo>
                <a:cubicBezTo>
                  <a:pt x="30943" y="120611"/>
                  <a:pt x="30153" y="120702"/>
                  <a:pt x="30761" y="120763"/>
                </a:cubicBezTo>
                <a:cubicBezTo>
                  <a:pt x="30669" y="120854"/>
                  <a:pt x="29727" y="120945"/>
                  <a:pt x="29545" y="120793"/>
                </a:cubicBezTo>
                <a:cubicBezTo>
                  <a:pt x="29180" y="120793"/>
                  <a:pt x="29302" y="120976"/>
                  <a:pt x="28754" y="120915"/>
                </a:cubicBezTo>
                <a:cubicBezTo>
                  <a:pt x="28663" y="120793"/>
                  <a:pt x="29058" y="120793"/>
                  <a:pt x="29362" y="120793"/>
                </a:cubicBezTo>
                <a:cubicBezTo>
                  <a:pt x="29423" y="120702"/>
                  <a:pt x="29180" y="120702"/>
                  <a:pt x="29180" y="120611"/>
                </a:cubicBezTo>
                <a:cubicBezTo>
                  <a:pt x="28420" y="120702"/>
                  <a:pt x="28207" y="120976"/>
                  <a:pt x="27174" y="120976"/>
                </a:cubicBezTo>
                <a:cubicBezTo>
                  <a:pt x="27691" y="120702"/>
                  <a:pt x="26900" y="120854"/>
                  <a:pt x="26384" y="120915"/>
                </a:cubicBezTo>
                <a:cubicBezTo>
                  <a:pt x="26353" y="120793"/>
                  <a:pt x="26627" y="120793"/>
                  <a:pt x="26596" y="120672"/>
                </a:cubicBezTo>
                <a:cubicBezTo>
                  <a:pt x="27174" y="120611"/>
                  <a:pt x="27144" y="120763"/>
                  <a:pt x="27751" y="120733"/>
                </a:cubicBezTo>
                <a:close/>
                <a:moveTo>
                  <a:pt x="35381" y="119851"/>
                </a:moveTo>
                <a:cubicBezTo>
                  <a:pt x="35837" y="119973"/>
                  <a:pt x="36597" y="119881"/>
                  <a:pt x="37356" y="119851"/>
                </a:cubicBezTo>
                <a:cubicBezTo>
                  <a:pt x="37721" y="119851"/>
                  <a:pt x="37782" y="119912"/>
                  <a:pt x="38147" y="119912"/>
                </a:cubicBezTo>
                <a:cubicBezTo>
                  <a:pt x="38512" y="119912"/>
                  <a:pt x="38572" y="119851"/>
                  <a:pt x="38937" y="119851"/>
                </a:cubicBezTo>
                <a:cubicBezTo>
                  <a:pt x="40457" y="119881"/>
                  <a:pt x="42524" y="119912"/>
                  <a:pt x="44499" y="119912"/>
                </a:cubicBezTo>
                <a:cubicBezTo>
                  <a:pt x="44408" y="120246"/>
                  <a:pt x="43162" y="120003"/>
                  <a:pt x="42706" y="120003"/>
                </a:cubicBezTo>
                <a:cubicBezTo>
                  <a:pt x="42129" y="120003"/>
                  <a:pt x="41764" y="120185"/>
                  <a:pt x="41308" y="120064"/>
                </a:cubicBezTo>
                <a:cubicBezTo>
                  <a:pt x="41065" y="120064"/>
                  <a:pt x="41095" y="120185"/>
                  <a:pt x="41308" y="120185"/>
                </a:cubicBezTo>
                <a:cubicBezTo>
                  <a:pt x="41095" y="120337"/>
                  <a:pt x="40426" y="120125"/>
                  <a:pt x="40518" y="120003"/>
                </a:cubicBezTo>
                <a:cubicBezTo>
                  <a:pt x="38815" y="120064"/>
                  <a:pt x="37600" y="119942"/>
                  <a:pt x="36353" y="120094"/>
                </a:cubicBezTo>
                <a:cubicBezTo>
                  <a:pt x="35958" y="120033"/>
                  <a:pt x="35411" y="120003"/>
                  <a:pt x="35350" y="119851"/>
                </a:cubicBezTo>
                <a:close/>
                <a:moveTo>
                  <a:pt x="87813" y="120976"/>
                </a:moveTo>
                <a:cubicBezTo>
                  <a:pt x="87297" y="120824"/>
                  <a:pt x="88999" y="120763"/>
                  <a:pt x="89394" y="120854"/>
                </a:cubicBezTo>
                <a:cubicBezTo>
                  <a:pt x="89272" y="121036"/>
                  <a:pt x="87874" y="120793"/>
                  <a:pt x="87783" y="120976"/>
                </a:cubicBezTo>
                <a:close/>
                <a:moveTo>
                  <a:pt x="90093" y="122556"/>
                </a:moveTo>
                <a:cubicBezTo>
                  <a:pt x="89698" y="122465"/>
                  <a:pt x="89303" y="122435"/>
                  <a:pt x="88908" y="122435"/>
                </a:cubicBezTo>
                <a:cubicBezTo>
                  <a:pt x="88786" y="122192"/>
                  <a:pt x="90245" y="122495"/>
                  <a:pt x="90093" y="122495"/>
                </a:cubicBezTo>
                <a:cubicBezTo>
                  <a:pt x="90245" y="122495"/>
                  <a:pt x="91035" y="122435"/>
                  <a:pt x="91674" y="122435"/>
                </a:cubicBezTo>
                <a:cubicBezTo>
                  <a:pt x="92190" y="122465"/>
                  <a:pt x="92737" y="122465"/>
                  <a:pt x="93254" y="122435"/>
                </a:cubicBezTo>
                <a:cubicBezTo>
                  <a:pt x="93315" y="122526"/>
                  <a:pt x="93589" y="122556"/>
                  <a:pt x="94044" y="122556"/>
                </a:cubicBezTo>
                <a:cubicBezTo>
                  <a:pt x="93406" y="122739"/>
                  <a:pt x="92616" y="122495"/>
                  <a:pt x="91674" y="122495"/>
                </a:cubicBezTo>
                <a:cubicBezTo>
                  <a:pt x="91066" y="122465"/>
                  <a:pt x="90610" y="122556"/>
                  <a:pt x="90093" y="122526"/>
                </a:cubicBezTo>
                <a:close/>
                <a:moveTo>
                  <a:pt x="88360" y="121371"/>
                </a:moveTo>
                <a:cubicBezTo>
                  <a:pt x="88512" y="121553"/>
                  <a:pt x="87692" y="121432"/>
                  <a:pt x="87935" y="121675"/>
                </a:cubicBezTo>
                <a:cubicBezTo>
                  <a:pt x="87601" y="121675"/>
                  <a:pt x="87449" y="121614"/>
                  <a:pt x="87357" y="121553"/>
                </a:cubicBezTo>
                <a:cubicBezTo>
                  <a:pt x="87722" y="121492"/>
                  <a:pt x="87631" y="121280"/>
                  <a:pt x="88360" y="121340"/>
                </a:cubicBezTo>
                <a:close/>
                <a:moveTo>
                  <a:pt x="87357" y="121553"/>
                </a:moveTo>
                <a:cubicBezTo>
                  <a:pt x="86810" y="121553"/>
                  <a:pt x="87570" y="121948"/>
                  <a:pt x="86749" y="121857"/>
                </a:cubicBezTo>
                <a:cubicBezTo>
                  <a:pt x="86506" y="121705"/>
                  <a:pt x="87357" y="121614"/>
                  <a:pt x="86749" y="121553"/>
                </a:cubicBezTo>
                <a:cubicBezTo>
                  <a:pt x="86841" y="121401"/>
                  <a:pt x="87297" y="121401"/>
                  <a:pt x="87357" y="121553"/>
                </a:cubicBezTo>
                <a:close/>
                <a:moveTo>
                  <a:pt x="88117" y="122556"/>
                </a:moveTo>
                <a:cubicBezTo>
                  <a:pt x="88725" y="122526"/>
                  <a:pt x="88877" y="122739"/>
                  <a:pt x="89303" y="122617"/>
                </a:cubicBezTo>
                <a:cubicBezTo>
                  <a:pt x="89911" y="122678"/>
                  <a:pt x="87661" y="122891"/>
                  <a:pt x="88087" y="122526"/>
                </a:cubicBezTo>
                <a:close/>
                <a:moveTo>
                  <a:pt x="55989" y="119517"/>
                </a:moveTo>
                <a:cubicBezTo>
                  <a:pt x="56810" y="119517"/>
                  <a:pt x="56749" y="119608"/>
                  <a:pt x="57387" y="119517"/>
                </a:cubicBezTo>
                <a:cubicBezTo>
                  <a:pt x="57387" y="119851"/>
                  <a:pt x="56202" y="119426"/>
                  <a:pt x="56384" y="119821"/>
                </a:cubicBezTo>
                <a:cubicBezTo>
                  <a:pt x="55685" y="119851"/>
                  <a:pt x="56050" y="119608"/>
                  <a:pt x="55989" y="119486"/>
                </a:cubicBezTo>
                <a:close/>
                <a:moveTo>
                  <a:pt x="77783" y="119486"/>
                </a:moveTo>
                <a:cubicBezTo>
                  <a:pt x="78847" y="119304"/>
                  <a:pt x="80245" y="119517"/>
                  <a:pt x="81339" y="119486"/>
                </a:cubicBezTo>
                <a:cubicBezTo>
                  <a:pt x="82221" y="119456"/>
                  <a:pt x="82768" y="119243"/>
                  <a:pt x="83345" y="119365"/>
                </a:cubicBezTo>
                <a:cubicBezTo>
                  <a:pt x="83376" y="119547"/>
                  <a:pt x="82585" y="119456"/>
                  <a:pt x="82160" y="119486"/>
                </a:cubicBezTo>
                <a:cubicBezTo>
                  <a:pt x="81765" y="119517"/>
                  <a:pt x="81461" y="119608"/>
                  <a:pt x="81157" y="119608"/>
                </a:cubicBezTo>
                <a:cubicBezTo>
                  <a:pt x="80853" y="119608"/>
                  <a:pt x="80853" y="119547"/>
                  <a:pt x="80762" y="119547"/>
                </a:cubicBezTo>
                <a:cubicBezTo>
                  <a:pt x="80549" y="119547"/>
                  <a:pt x="79971" y="119699"/>
                  <a:pt x="79789" y="119486"/>
                </a:cubicBezTo>
                <a:cubicBezTo>
                  <a:pt x="79120" y="119577"/>
                  <a:pt x="78421" y="119577"/>
                  <a:pt x="77752" y="119456"/>
                </a:cubicBezTo>
                <a:close/>
                <a:moveTo>
                  <a:pt x="91126" y="122192"/>
                </a:moveTo>
                <a:cubicBezTo>
                  <a:pt x="90792" y="122252"/>
                  <a:pt x="90458" y="122313"/>
                  <a:pt x="90123" y="122313"/>
                </a:cubicBezTo>
                <a:cubicBezTo>
                  <a:pt x="89971" y="122070"/>
                  <a:pt x="90792" y="122070"/>
                  <a:pt x="91096" y="122161"/>
                </a:cubicBezTo>
                <a:close/>
                <a:moveTo>
                  <a:pt x="93102" y="121280"/>
                </a:moveTo>
                <a:cubicBezTo>
                  <a:pt x="93497" y="121371"/>
                  <a:pt x="93892" y="121432"/>
                  <a:pt x="94288" y="121462"/>
                </a:cubicBezTo>
                <a:cubicBezTo>
                  <a:pt x="93649" y="121948"/>
                  <a:pt x="91856" y="121705"/>
                  <a:pt x="90519" y="121736"/>
                </a:cubicBezTo>
                <a:cubicBezTo>
                  <a:pt x="90275" y="121736"/>
                  <a:pt x="90336" y="121827"/>
                  <a:pt x="90306" y="121918"/>
                </a:cubicBezTo>
                <a:cubicBezTo>
                  <a:pt x="89759" y="121675"/>
                  <a:pt x="89212" y="121918"/>
                  <a:pt x="88512" y="121979"/>
                </a:cubicBezTo>
                <a:cubicBezTo>
                  <a:pt x="87874" y="122009"/>
                  <a:pt x="87996" y="121796"/>
                  <a:pt x="87540" y="121796"/>
                </a:cubicBezTo>
                <a:cubicBezTo>
                  <a:pt x="88178" y="121614"/>
                  <a:pt x="88908" y="121857"/>
                  <a:pt x="89698" y="121736"/>
                </a:cubicBezTo>
                <a:cubicBezTo>
                  <a:pt x="90063" y="121614"/>
                  <a:pt x="90093" y="121401"/>
                  <a:pt x="90701" y="121401"/>
                </a:cubicBezTo>
                <a:cubicBezTo>
                  <a:pt x="90762" y="121523"/>
                  <a:pt x="90519" y="121523"/>
                  <a:pt x="90519" y="121584"/>
                </a:cubicBezTo>
                <a:cubicBezTo>
                  <a:pt x="91704" y="121492"/>
                  <a:pt x="93102" y="121796"/>
                  <a:pt x="93102" y="121280"/>
                </a:cubicBezTo>
                <a:close/>
                <a:moveTo>
                  <a:pt x="89607" y="119912"/>
                </a:moveTo>
                <a:cubicBezTo>
                  <a:pt x="89819" y="119638"/>
                  <a:pt x="90579" y="119638"/>
                  <a:pt x="91400" y="119729"/>
                </a:cubicBezTo>
                <a:cubicBezTo>
                  <a:pt x="91643" y="119608"/>
                  <a:pt x="93102" y="119486"/>
                  <a:pt x="92981" y="119790"/>
                </a:cubicBezTo>
                <a:cubicBezTo>
                  <a:pt x="91856" y="119821"/>
                  <a:pt x="90336" y="119973"/>
                  <a:pt x="89637" y="119912"/>
                </a:cubicBezTo>
                <a:close/>
                <a:moveTo>
                  <a:pt x="135109" y="40093"/>
                </a:moveTo>
                <a:cubicBezTo>
                  <a:pt x="135018" y="39151"/>
                  <a:pt x="135170" y="37600"/>
                  <a:pt x="135109" y="36537"/>
                </a:cubicBezTo>
                <a:cubicBezTo>
                  <a:pt x="135231" y="37722"/>
                  <a:pt x="135231" y="38907"/>
                  <a:pt x="135109" y="40093"/>
                </a:cubicBezTo>
                <a:close/>
                <a:moveTo>
                  <a:pt x="13222" y="124623"/>
                </a:moveTo>
                <a:cubicBezTo>
                  <a:pt x="13435" y="124441"/>
                  <a:pt x="13982" y="124562"/>
                  <a:pt x="14469" y="124593"/>
                </a:cubicBezTo>
                <a:cubicBezTo>
                  <a:pt x="14317" y="124775"/>
                  <a:pt x="13769" y="124654"/>
                  <a:pt x="13222" y="124623"/>
                </a:cubicBezTo>
                <a:close/>
                <a:moveTo>
                  <a:pt x="14681" y="124319"/>
                </a:moveTo>
                <a:lnTo>
                  <a:pt x="12706" y="124319"/>
                </a:lnTo>
                <a:cubicBezTo>
                  <a:pt x="12675" y="124258"/>
                  <a:pt x="13405" y="124198"/>
                  <a:pt x="13800" y="124198"/>
                </a:cubicBezTo>
                <a:cubicBezTo>
                  <a:pt x="14286" y="124167"/>
                  <a:pt x="14742" y="124228"/>
                  <a:pt x="14681" y="124319"/>
                </a:cubicBezTo>
                <a:close/>
                <a:moveTo>
                  <a:pt x="14438" y="124958"/>
                </a:moveTo>
                <a:cubicBezTo>
                  <a:pt x="14286" y="125140"/>
                  <a:pt x="13891" y="125018"/>
                  <a:pt x="13435" y="125018"/>
                </a:cubicBezTo>
                <a:cubicBezTo>
                  <a:pt x="13465" y="124866"/>
                  <a:pt x="14195" y="124866"/>
                  <a:pt x="14469" y="124958"/>
                </a:cubicBezTo>
                <a:close/>
                <a:moveTo>
                  <a:pt x="5806" y="116173"/>
                </a:moveTo>
                <a:cubicBezTo>
                  <a:pt x="5623" y="116112"/>
                  <a:pt x="5532" y="115231"/>
                  <a:pt x="5411" y="114836"/>
                </a:cubicBezTo>
                <a:cubicBezTo>
                  <a:pt x="5684" y="114957"/>
                  <a:pt x="5654" y="115596"/>
                  <a:pt x="5806" y="116173"/>
                </a:cubicBezTo>
                <a:close/>
                <a:moveTo>
                  <a:pt x="14803" y="125505"/>
                </a:moveTo>
                <a:cubicBezTo>
                  <a:pt x="16201" y="125413"/>
                  <a:pt x="16900" y="125565"/>
                  <a:pt x="17964" y="125535"/>
                </a:cubicBezTo>
                <a:cubicBezTo>
                  <a:pt x="17660" y="125778"/>
                  <a:pt x="18845" y="125535"/>
                  <a:pt x="18542" y="125778"/>
                </a:cubicBezTo>
                <a:cubicBezTo>
                  <a:pt x="17903" y="125717"/>
                  <a:pt x="17295" y="125748"/>
                  <a:pt x="16779" y="125717"/>
                </a:cubicBezTo>
                <a:cubicBezTo>
                  <a:pt x="16718" y="125717"/>
                  <a:pt x="16809" y="125596"/>
                  <a:pt x="16779" y="125596"/>
                </a:cubicBezTo>
                <a:cubicBezTo>
                  <a:pt x="16596" y="125535"/>
                  <a:pt x="15988" y="125626"/>
                  <a:pt x="15776" y="125596"/>
                </a:cubicBezTo>
                <a:cubicBezTo>
                  <a:pt x="15472" y="125626"/>
                  <a:pt x="15836" y="125687"/>
                  <a:pt x="15563" y="125839"/>
                </a:cubicBezTo>
                <a:cubicBezTo>
                  <a:pt x="15107" y="125626"/>
                  <a:pt x="14529" y="125839"/>
                  <a:pt x="13800" y="125687"/>
                </a:cubicBezTo>
                <a:cubicBezTo>
                  <a:pt x="13557" y="125687"/>
                  <a:pt x="13678" y="125748"/>
                  <a:pt x="13800" y="125748"/>
                </a:cubicBezTo>
                <a:cubicBezTo>
                  <a:pt x="13678" y="125839"/>
                  <a:pt x="13526" y="125839"/>
                  <a:pt x="13405" y="125809"/>
                </a:cubicBezTo>
                <a:cubicBezTo>
                  <a:pt x="13192" y="125748"/>
                  <a:pt x="12979" y="125717"/>
                  <a:pt x="12766" y="125687"/>
                </a:cubicBezTo>
                <a:cubicBezTo>
                  <a:pt x="12736" y="125657"/>
                  <a:pt x="12858" y="125626"/>
                  <a:pt x="13010" y="125626"/>
                </a:cubicBezTo>
                <a:lnTo>
                  <a:pt x="13496" y="125565"/>
                </a:lnTo>
                <a:cubicBezTo>
                  <a:pt x="13739" y="125535"/>
                  <a:pt x="13891" y="125505"/>
                  <a:pt x="13617" y="125444"/>
                </a:cubicBezTo>
                <a:cubicBezTo>
                  <a:pt x="13982" y="125292"/>
                  <a:pt x="14620" y="125565"/>
                  <a:pt x="14195" y="125717"/>
                </a:cubicBezTo>
                <a:cubicBezTo>
                  <a:pt x="14377" y="125626"/>
                  <a:pt x="14924" y="125687"/>
                  <a:pt x="14803" y="125505"/>
                </a:cubicBezTo>
                <a:close/>
                <a:moveTo>
                  <a:pt x="18845" y="124228"/>
                </a:moveTo>
                <a:cubicBezTo>
                  <a:pt x="18694" y="124441"/>
                  <a:pt x="17387" y="124319"/>
                  <a:pt x="16657" y="124350"/>
                </a:cubicBezTo>
                <a:cubicBezTo>
                  <a:pt x="17083" y="124076"/>
                  <a:pt x="18055" y="124380"/>
                  <a:pt x="18845" y="124228"/>
                </a:cubicBezTo>
                <a:close/>
                <a:moveTo>
                  <a:pt x="4195" y="113225"/>
                </a:moveTo>
                <a:cubicBezTo>
                  <a:pt x="4347" y="113225"/>
                  <a:pt x="4316" y="112921"/>
                  <a:pt x="4316" y="112617"/>
                </a:cubicBezTo>
                <a:cubicBezTo>
                  <a:pt x="4225" y="112465"/>
                  <a:pt x="4134" y="112343"/>
                  <a:pt x="4043" y="112252"/>
                </a:cubicBezTo>
                <a:cubicBezTo>
                  <a:pt x="3982" y="111796"/>
                  <a:pt x="3891" y="111340"/>
                  <a:pt x="3769" y="110915"/>
                </a:cubicBezTo>
                <a:cubicBezTo>
                  <a:pt x="4043" y="111340"/>
                  <a:pt x="3982" y="110945"/>
                  <a:pt x="4225" y="111431"/>
                </a:cubicBezTo>
                <a:cubicBezTo>
                  <a:pt x="4316" y="112191"/>
                  <a:pt x="4134" y="111401"/>
                  <a:pt x="3982" y="111462"/>
                </a:cubicBezTo>
                <a:cubicBezTo>
                  <a:pt x="4164" y="112131"/>
                  <a:pt x="4408" y="112070"/>
                  <a:pt x="4560" y="113164"/>
                </a:cubicBezTo>
                <a:cubicBezTo>
                  <a:pt x="4225" y="113164"/>
                  <a:pt x="4499" y="113559"/>
                  <a:pt x="4651" y="114349"/>
                </a:cubicBezTo>
                <a:cubicBezTo>
                  <a:pt x="4377" y="114410"/>
                  <a:pt x="4195" y="113711"/>
                  <a:pt x="3982" y="112860"/>
                </a:cubicBezTo>
                <a:cubicBezTo>
                  <a:pt x="4073" y="112799"/>
                  <a:pt x="4134" y="113012"/>
                  <a:pt x="4195" y="113225"/>
                </a:cubicBezTo>
                <a:close/>
                <a:moveTo>
                  <a:pt x="18177" y="125170"/>
                </a:moveTo>
                <a:cubicBezTo>
                  <a:pt x="18420" y="125049"/>
                  <a:pt x="19241" y="125231"/>
                  <a:pt x="19970" y="125170"/>
                </a:cubicBezTo>
                <a:cubicBezTo>
                  <a:pt x="19909" y="125383"/>
                  <a:pt x="18694" y="125201"/>
                  <a:pt x="18207" y="125170"/>
                </a:cubicBezTo>
                <a:close/>
                <a:moveTo>
                  <a:pt x="16140" y="126021"/>
                </a:moveTo>
                <a:cubicBezTo>
                  <a:pt x="16171" y="126143"/>
                  <a:pt x="15441" y="126052"/>
                  <a:pt x="15168" y="126082"/>
                </a:cubicBezTo>
                <a:cubicBezTo>
                  <a:pt x="15259" y="125839"/>
                  <a:pt x="15867" y="125900"/>
                  <a:pt x="16171" y="126021"/>
                </a:cubicBezTo>
                <a:close/>
                <a:moveTo>
                  <a:pt x="3222" y="109577"/>
                </a:moveTo>
                <a:cubicBezTo>
                  <a:pt x="3009" y="109243"/>
                  <a:pt x="2857" y="108848"/>
                  <a:pt x="2766" y="108453"/>
                </a:cubicBezTo>
                <a:cubicBezTo>
                  <a:pt x="2949" y="108422"/>
                  <a:pt x="3101" y="109121"/>
                  <a:pt x="3222" y="109608"/>
                </a:cubicBezTo>
                <a:close/>
                <a:moveTo>
                  <a:pt x="2097" y="103924"/>
                </a:moveTo>
                <a:cubicBezTo>
                  <a:pt x="2067" y="104167"/>
                  <a:pt x="2097" y="104380"/>
                  <a:pt x="2128" y="104592"/>
                </a:cubicBezTo>
                <a:cubicBezTo>
                  <a:pt x="1915" y="104197"/>
                  <a:pt x="1794" y="103741"/>
                  <a:pt x="1763" y="103316"/>
                </a:cubicBezTo>
                <a:cubicBezTo>
                  <a:pt x="1915" y="103377"/>
                  <a:pt x="1976" y="103893"/>
                  <a:pt x="2097" y="103954"/>
                </a:cubicBezTo>
                <a:close/>
                <a:moveTo>
                  <a:pt x="19636" y="124228"/>
                </a:moveTo>
                <a:cubicBezTo>
                  <a:pt x="22341" y="124289"/>
                  <a:pt x="23040" y="124258"/>
                  <a:pt x="25745" y="124319"/>
                </a:cubicBezTo>
                <a:cubicBezTo>
                  <a:pt x="26384" y="124441"/>
                  <a:pt x="25046" y="124380"/>
                  <a:pt x="24560" y="124380"/>
                </a:cubicBezTo>
                <a:lnTo>
                  <a:pt x="19210" y="124350"/>
                </a:lnTo>
                <a:cubicBezTo>
                  <a:pt x="19149" y="124258"/>
                  <a:pt x="19393" y="124228"/>
                  <a:pt x="19636" y="124228"/>
                </a:cubicBezTo>
                <a:close/>
                <a:moveTo>
                  <a:pt x="2614" y="94562"/>
                </a:moveTo>
                <a:cubicBezTo>
                  <a:pt x="2918" y="93650"/>
                  <a:pt x="3070" y="93802"/>
                  <a:pt x="3131" y="94045"/>
                </a:cubicBezTo>
                <a:cubicBezTo>
                  <a:pt x="2949" y="94714"/>
                  <a:pt x="2797" y="94410"/>
                  <a:pt x="2645" y="94562"/>
                </a:cubicBezTo>
                <a:close/>
                <a:moveTo>
                  <a:pt x="6110" y="85778"/>
                </a:moveTo>
                <a:cubicBezTo>
                  <a:pt x="6322" y="85322"/>
                  <a:pt x="6505" y="85048"/>
                  <a:pt x="6626" y="85170"/>
                </a:cubicBezTo>
                <a:cubicBezTo>
                  <a:pt x="6414" y="85626"/>
                  <a:pt x="6231" y="85899"/>
                  <a:pt x="6110" y="85778"/>
                </a:cubicBezTo>
                <a:close/>
                <a:moveTo>
                  <a:pt x="2493" y="92981"/>
                </a:moveTo>
                <a:cubicBezTo>
                  <a:pt x="2949" y="91644"/>
                  <a:pt x="3587" y="90337"/>
                  <a:pt x="4408" y="89151"/>
                </a:cubicBezTo>
                <a:cubicBezTo>
                  <a:pt x="4742" y="88604"/>
                  <a:pt x="4468" y="88635"/>
                  <a:pt x="4863" y="87996"/>
                </a:cubicBezTo>
                <a:cubicBezTo>
                  <a:pt x="4894" y="88057"/>
                  <a:pt x="4833" y="88209"/>
                  <a:pt x="4863" y="88240"/>
                </a:cubicBezTo>
                <a:cubicBezTo>
                  <a:pt x="5228" y="87601"/>
                  <a:pt x="5563" y="86963"/>
                  <a:pt x="5806" y="86264"/>
                </a:cubicBezTo>
                <a:cubicBezTo>
                  <a:pt x="5958" y="86629"/>
                  <a:pt x="6292" y="85990"/>
                  <a:pt x="6596" y="85595"/>
                </a:cubicBezTo>
                <a:cubicBezTo>
                  <a:pt x="6626" y="86173"/>
                  <a:pt x="5745" y="87176"/>
                  <a:pt x="5441" y="87449"/>
                </a:cubicBezTo>
                <a:cubicBezTo>
                  <a:pt x="5593" y="87662"/>
                  <a:pt x="5380" y="88574"/>
                  <a:pt x="5015" y="89030"/>
                </a:cubicBezTo>
                <a:cubicBezTo>
                  <a:pt x="4833" y="89030"/>
                  <a:pt x="5319" y="88331"/>
                  <a:pt x="5228" y="88240"/>
                </a:cubicBezTo>
                <a:cubicBezTo>
                  <a:pt x="4985" y="88300"/>
                  <a:pt x="4955" y="88847"/>
                  <a:pt x="4924" y="88969"/>
                </a:cubicBezTo>
                <a:cubicBezTo>
                  <a:pt x="4772" y="89121"/>
                  <a:pt x="4529" y="89851"/>
                  <a:pt x="4347" y="90063"/>
                </a:cubicBezTo>
                <a:cubicBezTo>
                  <a:pt x="4316" y="90063"/>
                  <a:pt x="4256" y="89972"/>
                  <a:pt x="4225" y="89972"/>
                </a:cubicBezTo>
                <a:cubicBezTo>
                  <a:pt x="4104" y="90215"/>
                  <a:pt x="4104" y="90458"/>
                  <a:pt x="3952" y="90793"/>
                </a:cubicBezTo>
                <a:cubicBezTo>
                  <a:pt x="3830" y="91127"/>
                  <a:pt x="3769" y="91036"/>
                  <a:pt x="3708" y="91158"/>
                </a:cubicBezTo>
                <a:cubicBezTo>
                  <a:pt x="3617" y="91492"/>
                  <a:pt x="3465" y="91826"/>
                  <a:pt x="3253" y="92130"/>
                </a:cubicBezTo>
                <a:cubicBezTo>
                  <a:pt x="3192" y="92191"/>
                  <a:pt x="3070" y="92434"/>
                  <a:pt x="3009" y="92495"/>
                </a:cubicBezTo>
                <a:cubicBezTo>
                  <a:pt x="2857" y="92738"/>
                  <a:pt x="2949" y="91948"/>
                  <a:pt x="2493" y="93012"/>
                </a:cubicBezTo>
                <a:close/>
                <a:moveTo>
                  <a:pt x="3009" y="92252"/>
                </a:moveTo>
                <a:cubicBezTo>
                  <a:pt x="3374" y="91310"/>
                  <a:pt x="4043" y="90854"/>
                  <a:pt x="3648" y="90641"/>
                </a:cubicBezTo>
                <a:cubicBezTo>
                  <a:pt x="3374" y="91218"/>
                  <a:pt x="2857" y="92130"/>
                  <a:pt x="3009" y="92282"/>
                </a:cubicBezTo>
                <a:close/>
                <a:moveTo>
                  <a:pt x="4316" y="110185"/>
                </a:moveTo>
                <a:cubicBezTo>
                  <a:pt x="4560" y="110246"/>
                  <a:pt x="4620" y="111097"/>
                  <a:pt x="4681" y="111523"/>
                </a:cubicBezTo>
                <a:cubicBezTo>
                  <a:pt x="4560" y="111492"/>
                  <a:pt x="4468" y="110580"/>
                  <a:pt x="4316" y="110216"/>
                </a:cubicBezTo>
                <a:close/>
                <a:moveTo>
                  <a:pt x="3921" y="109851"/>
                </a:moveTo>
                <a:cubicBezTo>
                  <a:pt x="4164" y="110246"/>
                  <a:pt x="4316" y="111462"/>
                  <a:pt x="4529" y="112161"/>
                </a:cubicBezTo>
                <a:cubicBezTo>
                  <a:pt x="4316" y="111796"/>
                  <a:pt x="4134" y="110580"/>
                  <a:pt x="3921" y="109881"/>
                </a:cubicBezTo>
                <a:close/>
                <a:moveTo>
                  <a:pt x="9544" y="83194"/>
                </a:moveTo>
                <a:cubicBezTo>
                  <a:pt x="9544" y="82768"/>
                  <a:pt x="9879" y="82495"/>
                  <a:pt x="10244" y="81765"/>
                </a:cubicBezTo>
                <a:cubicBezTo>
                  <a:pt x="10578" y="81401"/>
                  <a:pt x="9727" y="82829"/>
                  <a:pt x="9544" y="83224"/>
                </a:cubicBezTo>
                <a:close/>
                <a:moveTo>
                  <a:pt x="6353" y="89121"/>
                </a:moveTo>
                <a:cubicBezTo>
                  <a:pt x="6718" y="88270"/>
                  <a:pt x="7143" y="87449"/>
                  <a:pt x="7599" y="86659"/>
                </a:cubicBezTo>
                <a:cubicBezTo>
                  <a:pt x="8025" y="85869"/>
                  <a:pt x="9575" y="83072"/>
                  <a:pt x="8785" y="84592"/>
                </a:cubicBezTo>
                <a:cubicBezTo>
                  <a:pt x="8177" y="85778"/>
                  <a:pt x="7022" y="87875"/>
                  <a:pt x="6353" y="89151"/>
                </a:cubicBezTo>
                <a:close/>
                <a:moveTo>
                  <a:pt x="53801" y="49515"/>
                </a:moveTo>
                <a:cubicBezTo>
                  <a:pt x="54408" y="49576"/>
                  <a:pt x="52372" y="50032"/>
                  <a:pt x="51794" y="50397"/>
                </a:cubicBezTo>
                <a:cubicBezTo>
                  <a:pt x="52220" y="50032"/>
                  <a:pt x="52737" y="49819"/>
                  <a:pt x="53284" y="49759"/>
                </a:cubicBezTo>
                <a:cubicBezTo>
                  <a:pt x="53527" y="49667"/>
                  <a:pt x="53801" y="49576"/>
                  <a:pt x="53801" y="49515"/>
                </a:cubicBezTo>
                <a:close/>
                <a:moveTo>
                  <a:pt x="56658" y="48664"/>
                </a:moveTo>
                <a:cubicBezTo>
                  <a:pt x="55959" y="48877"/>
                  <a:pt x="55260" y="49060"/>
                  <a:pt x="54408" y="49424"/>
                </a:cubicBezTo>
                <a:cubicBezTo>
                  <a:pt x="54834" y="49090"/>
                  <a:pt x="56475" y="48421"/>
                  <a:pt x="56658" y="48664"/>
                </a:cubicBezTo>
                <a:close/>
                <a:moveTo>
                  <a:pt x="58086" y="48664"/>
                </a:moveTo>
                <a:cubicBezTo>
                  <a:pt x="58573" y="48512"/>
                  <a:pt x="58208" y="48847"/>
                  <a:pt x="58178" y="48908"/>
                </a:cubicBezTo>
                <a:cubicBezTo>
                  <a:pt x="57843" y="48999"/>
                  <a:pt x="57539" y="49060"/>
                  <a:pt x="57205" y="49120"/>
                </a:cubicBezTo>
                <a:cubicBezTo>
                  <a:pt x="57296" y="48908"/>
                  <a:pt x="58117" y="48938"/>
                  <a:pt x="58086" y="48664"/>
                </a:cubicBezTo>
                <a:close/>
                <a:moveTo>
                  <a:pt x="27387" y="124410"/>
                </a:moveTo>
                <a:cubicBezTo>
                  <a:pt x="28359" y="124319"/>
                  <a:pt x="29362" y="124319"/>
                  <a:pt x="30335" y="124410"/>
                </a:cubicBezTo>
                <a:cubicBezTo>
                  <a:pt x="29362" y="124593"/>
                  <a:pt x="27995" y="124410"/>
                  <a:pt x="27387" y="124410"/>
                </a:cubicBezTo>
                <a:close/>
                <a:moveTo>
                  <a:pt x="6870" y="85534"/>
                </a:moveTo>
                <a:cubicBezTo>
                  <a:pt x="6444" y="85170"/>
                  <a:pt x="7204" y="83741"/>
                  <a:pt x="7994" y="82768"/>
                </a:cubicBezTo>
                <a:cubicBezTo>
                  <a:pt x="8116" y="82495"/>
                  <a:pt x="7903" y="82677"/>
                  <a:pt x="7812" y="82860"/>
                </a:cubicBezTo>
                <a:cubicBezTo>
                  <a:pt x="7903" y="82282"/>
                  <a:pt x="8481" y="81765"/>
                  <a:pt x="8754" y="81340"/>
                </a:cubicBezTo>
                <a:cubicBezTo>
                  <a:pt x="8876" y="81127"/>
                  <a:pt x="8724" y="81249"/>
                  <a:pt x="8693" y="81309"/>
                </a:cubicBezTo>
                <a:cubicBezTo>
                  <a:pt x="8967" y="80641"/>
                  <a:pt x="9332" y="80002"/>
                  <a:pt x="9788" y="79425"/>
                </a:cubicBezTo>
                <a:cubicBezTo>
                  <a:pt x="9848" y="79121"/>
                  <a:pt x="10304" y="78422"/>
                  <a:pt x="10031" y="78422"/>
                </a:cubicBezTo>
                <a:cubicBezTo>
                  <a:pt x="10578" y="77814"/>
                  <a:pt x="10912" y="76993"/>
                  <a:pt x="11399" y="76021"/>
                </a:cubicBezTo>
                <a:cubicBezTo>
                  <a:pt x="11703" y="75625"/>
                  <a:pt x="11885" y="75777"/>
                  <a:pt x="12250" y="75139"/>
                </a:cubicBezTo>
                <a:cubicBezTo>
                  <a:pt x="12371" y="74653"/>
                  <a:pt x="11611" y="76021"/>
                  <a:pt x="11733" y="75291"/>
                </a:cubicBezTo>
                <a:cubicBezTo>
                  <a:pt x="11915" y="74896"/>
                  <a:pt x="12037" y="74744"/>
                  <a:pt x="12098" y="74835"/>
                </a:cubicBezTo>
                <a:cubicBezTo>
                  <a:pt x="12706" y="73619"/>
                  <a:pt x="13648" y="72099"/>
                  <a:pt x="14013" y="71127"/>
                </a:cubicBezTo>
                <a:cubicBezTo>
                  <a:pt x="14195" y="70762"/>
                  <a:pt x="14347" y="70610"/>
                  <a:pt x="14469" y="70701"/>
                </a:cubicBezTo>
                <a:cubicBezTo>
                  <a:pt x="14408" y="70306"/>
                  <a:pt x="14924" y="69333"/>
                  <a:pt x="15472" y="68543"/>
                </a:cubicBezTo>
                <a:cubicBezTo>
                  <a:pt x="15441" y="68270"/>
                  <a:pt x="15897" y="67540"/>
                  <a:pt x="16079" y="67054"/>
                </a:cubicBezTo>
                <a:cubicBezTo>
                  <a:pt x="16231" y="67054"/>
                  <a:pt x="16049" y="67358"/>
                  <a:pt x="15897" y="67631"/>
                </a:cubicBezTo>
                <a:cubicBezTo>
                  <a:pt x="16262" y="67297"/>
                  <a:pt x="16414" y="66507"/>
                  <a:pt x="16779" y="66112"/>
                </a:cubicBezTo>
                <a:cubicBezTo>
                  <a:pt x="16900" y="65929"/>
                  <a:pt x="16779" y="65990"/>
                  <a:pt x="16748" y="66081"/>
                </a:cubicBezTo>
                <a:cubicBezTo>
                  <a:pt x="16627" y="65777"/>
                  <a:pt x="16931" y="65838"/>
                  <a:pt x="17083" y="65595"/>
                </a:cubicBezTo>
                <a:lnTo>
                  <a:pt x="17538" y="64713"/>
                </a:lnTo>
                <a:cubicBezTo>
                  <a:pt x="17690" y="64440"/>
                  <a:pt x="17842" y="64136"/>
                  <a:pt x="18025" y="63862"/>
                </a:cubicBezTo>
                <a:cubicBezTo>
                  <a:pt x="18116" y="63680"/>
                  <a:pt x="18268" y="63528"/>
                  <a:pt x="18420" y="63376"/>
                </a:cubicBezTo>
                <a:cubicBezTo>
                  <a:pt x="18542" y="63163"/>
                  <a:pt x="18542" y="62829"/>
                  <a:pt x="18694" y="62494"/>
                </a:cubicBezTo>
                <a:cubicBezTo>
                  <a:pt x="18845" y="62190"/>
                  <a:pt x="18967" y="62190"/>
                  <a:pt x="19119" y="61917"/>
                </a:cubicBezTo>
                <a:cubicBezTo>
                  <a:pt x="19180" y="61765"/>
                  <a:pt x="19271" y="61613"/>
                  <a:pt x="19332" y="61461"/>
                </a:cubicBezTo>
                <a:cubicBezTo>
                  <a:pt x="19940" y="60640"/>
                  <a:pt x="20517" y="60184"/>
                  <a:pt x="21004" y="59607"/>
                </a:cubicBezTo>
                <a:cubicBezTo>
                  <a:pt x="20791" y="59728"/>
                  <a:pt x="20608" y="59880"/>
                  <a:pt x="20426" y="60063"/>
                </a:cubicBezTo>
                <a:cubicBezTo>
                  <a:pt x="21277" y="59029"/>
                  <a:pt x="22432" y="58361"/>
                  <a:pt x="23344" y="57874"/>
                </a:cubicBezTo>
                <a:cubicBezTo>
                  <a:pt x="23709" y="57692"/>
                  <a:pt x="24013" y="57449"/>
                  <a:pt x="24378" y="57266"/>
                </a:cubicBezTo>
                <a:cubicBezTo>
                  <a:pt x="24499" y="57206"/>
                  <a:pt x="24864" y="57084"/>
                  <a:pt x="25229" y="56932"/>
                </a:cubicBezTo>
                <a:cubicBezTo>
                  <a:pt x="25472" y="56780"/>
                  <a:pt x="25229" y="56810"/>
                  <a:pt x="25381" y="56719"/>
                </a:cubicBezTo>
                <a:cubicBezTo>
                  <a:pt x="25715" y="56476"/>
                  <a:pt x="26353" y="56324"/>
                  <a:pt x="26688" y="56142"/>
                </a:cubicBezTo>
                <a:cubicBezTo>
                  <a:pt x="26688" y="56263"/>
                  <a:pt x="26414" y="56415"/>
                  <a:pt x="25988" y="56567"/>
                </a:cubicBezTo>
                <a:cubicBezTo>
                  <a:pt x="26779" y="56355"/>
                  <a:pt x="25806" y="56902"/>
                  <a:pt x="26323" y="56841"/>
                </a:cubicBezTo>
                <a:cubicBezTo>
                  <a:pt x="26414" y="56750"/>
                  <a:pt x="26536" y="56689"/>
                  <a:pt x="26657" y="56628"/>
                </a:cubicBezTo>
                <a:cubicBezTo>
                  <a:pt x="27204" y="56355"/>
                  <a:pt x="26444" y="56567"/>
                  <a:pt x="26566" y="56385"/>
                </a:cubicBezTo>
                <a:cubicBezTo>
                  <a:pt x="26688" y="56203"/>
                  <a:pt x="26961" y="56233"/>
                  <a:pt x="27296" y="56081"/>
                </a:cubicBezTo>
                <a:cubicBezTo>
                  <a:pt x="27356" y="56051"/>
                  <a:pt x="27782" y="55747"/>
                  <a:pt x="27812" y="55716"/>
                </a:cubicBezTo>
                <a:cubicBezTo>
                  <a:pt x="27903" y="55686"/>
                  <a:pt x="28724" y="55564"/>
                  <a:pt x="28511" y="55351"/>
                </a:cubicBezTo>
                <a:cubicBezTo>
                  <a:pt x="28906" y="55139"/>
                  <a:pt x="28815" y="55351"/>
                  <a:pt x="29119" y="55230"/>
                </a:cubicBezTo>
                <a:cubicBezTo>
                  <a:pt x="29393" y="55108"/>
                  <a:pt x="29454" y="55048"/>
                  <a:pt x="29423" y="54956"/>
                </a:cubicBezTo>
                <a:cubicBezTo>
                  <a:pt x="30213" y="54774"/>
                  <a:pt x="30973" y="54470"/>
                  <a:pt x="31642" y="54014"/>
                </a:cubicBezTo>
                <a:cubicBezTo>
                  <a:pt x="32159" y="53923"/>
                  <a:pt x="32676" y="53771"/>
                  <a:pt x="33162" y="53589"/>
                </a:cubicBezTo>
                <a:cubicBezTo>
                  <a:pt x="33192" y="53467"/>
                  <a:pt x="32979" y="53528"/>
                  <a:pt x="32767" y="53619"/>
                </a:cubicBezTo>
                <a:cubicBezTo>
                  <a:pt x="33040" y="53406"/>
                  <a:pt x="33435" y="53345"/>
                  <a:pt x="34013" y="53011"/>
                </a:cubicBezTo>
                <a:cubicBezTo>
                  <a:pt x="34347" y="52859"/>
                  <a:pt x="34074" y="52768"/>
                  <a:pt x="34317" y="52646"/>
                </a:cubicBezTo>
                <a:cubicBezTo>
                  <a:pt x="34925" y="52494"/>
                  <a:pt x="35077" y="52160"/>
                  <a:pt x="35350" y="52008"/>
                </a:cubicBezTo>
                <a:cubicBezTo>
                  <a:pt x="35502" y="51917"/>
                  <a:pt x="35958" y="51795"/>
                  <a:pt x="36262" y="51643"/>
                </a:cubicBezTo>
                <a:cubicBezTo>
                  <a:pt x="37539" y="50974"/>
                  <a:pt x="40153" y="50032"/>
                  <a:pt x="42189" y="49242"/>
                </a:cubicBezTo>
                <a:cubicBezTo>
                  <a:pt x="42615" y="49090"/>
                  <a:pt x="43192" y="48695"/>
                  <a:pt x="43527" y="48786"/>
                </a:cubicBezTo>
                <a:cubicBezTo>
                  <a:pt x="43952" y="48664"/>
                  <a:pt x="43740" y="48573"/>
                  <a:pt x="44044" y="48452"/>
                </a:cubicBezTo>
                <a:cubicBezTo>
                  <a:pt x="46202" y="47661"/>
                  <a:pt x="47721" y="46962"/>
                  <a:pt x="49272" y="46567"/>
                </a:cubicBezTo>
                <a:cubicBezTo>
                  <a:pt x="48664" y="46993"/>
                  <a:pt x="47752" y="47053"/>
                  <a:pt x="47083" y="47479"/>
                </a:cubicBezTo>
                <a:cubicBezTo>
                  <a:pt x="46870" y="47783"/>
                  <a:pt x="47782" y="47357"/>
                  <a:pt x="48208" y="47175"/>
                </a:cubicBezTo>
                <a:cubicBezTo>
                  <a:pt x="48390" y="47084"/>
                  <a:pt x="48603" y="47053"/>
                  <a:pt x="48785" y="47023"/>
                </a:cubicBezTo>
                <a:cubicBezTo>
                  <a:pt x="49241" y="46810"/>
                  <a:pt x="49393" y="46628"/>
                  <a:pt x="49697" y="46537"/>
                </a:cubicBezTo>
                <a:cubicBezTo>
                  <a:pt x="50731" y="46294"/>
                  <a:pt x="51977" y="45868"/>
                  <a:pt x="52463" y="45442"/>
                </a:cubicBezTo>
                <a:cubicBezTo>
                  <a:pt x="54135" y="44895"/>
                  <a:pt x="55442" y="44227"/>
                  <a:pt x="56627" y="44044"/>
                </a:cubicBezTo>
                <a:cubicBezTo>
                  <a:pt x="57630" y="43436"/>
                  <a:pt x="59758" y="42859"/>
                  <a:pt x="61126" y="42433"/>
                </a:cubicBezTo>
                <a:cubicBezTo>
                  <a:pt x="61187" y="42160"/>
                  <a:pt x="61673" y="42190"/>
                  <a:pt x="62099" y="42008"/>
                </a:cubicBezTo>
                <a:lnTo>
                  <a:pt x="62129" y="41856"/>
                </a:lnTo>
                <a:cubicBezTo>
                  <a:pt x="62159" y="41673"/>
                  <a:pt x="62190" y="41491"/>
                  <a:pt x="62220" y="41309"/>
                </a:cubicBezTo>
                <a:lnTo>
                  <a:pt x="62251" y="41157"/>
                </a:lnTo>
                <a:cubicBezTo>
                  <a:pt x="62251" y="41096"/>
                  <a:pt x="62251" y="41066"/>
                  <a:pt x="62281" y="41005"/>
                </a:cubicBezTo>
                <a:lnTo>
                  <a:pt x="62342" y="40792"/>
                </a:lnTo>
                <a:cubicBezTo>
                  <a:pt x="62403" y="40518"/>
                  <a:pt x="62494" y="40275"/>
                  <a:pt x="62585" y="40032"/>
                </a:cubicBezTo>
                <a:cubicBezTo>
                  <a:pt x="63071" y="38786"/>
                  <a:pt x="63649" y="37540"/>
                  <a:pt x="64317" y="36354"/>
                </a:cubicBezTo>
                <a:cubicBezTo>
                  <a:pt x="64865" y="35321"/>
                  <a:pt x="65655" y="34378"/>
                  <a:pt x="65928" y="33558"/>
                </a:cubicBezTo>
                <a:cubicBezTo>
                  <a:pt x="66415" y="33223"/>
                  <a:pt x="66506" y="32737"/>
                  <a:pt x="66871" y="32160"/>
                </a:cubicBezTo>
                <a:cubicBezTo>
                  <a:pt x="67083" y="31886"/>
                  <a:pt x="67144" y="31916"/>
                  <a:pt x="67296" y="31704"/>
                </a:cubicBezTo>
                <a:cubicBezTo>
                  <a:pt x="67965" y="30761"/>
                  <a:pt x="68694" y="29576"/>
                  <a:pt x="69485" y="28512"/>
                </a:cubicBezTo>
                <a:cubicBezTo>
                  <a:pt x="69880" y="27965"/>
                  <a:pt x="70336" y="27479"/>
                  <a:pt x="70701" y="26962"/>
                </a:cubicBezTo>
                <a:cubicBezTo>
                  <a:pt x="70944" y="26628"/>
                  <a:pt x="71096" y="26293"/>
                  <a:pt x="71339" y="25928"/>
                </a:cubicBezTo>
                <a:cubicBezTo>
                  <a:pt x="71552" y="25594"/>
                  <a:pt x="71947" y="25260"/>
                  <a:pt x="72220" y="24865"/>
                </a:cubicBezTo>
                <a:cubicBezTo>
                  <a:pt x="72585" y="24318"/>
                  <a:pt x="72889" y="23710"/>
                  <a:pt x="73345" y="23254"/>
                </a:cubicBezTo>
                <a:cubicBezTo>
                  <a:pt x="73467" y="23102"/>
                  <a:pt x="73375" y="23071"/>
                  <a:pt x="73375" y="23010"/>
                </a:cubicBezTo>
                <a:cubicBezTo>
                  <a:pt x="73740" y="22615"/>
                  <a:pt x="74074" y="22220"/>
                  <a:pt x="74378" y="21795"/>
                </a:cubicBezTo>
                <a:cubicBezTo>
                  <a:pt x="74986" y="21369"/>
                  <a:pt x="75503" y="20852"/>
                  <a:pt x="75929" y="20244"/>
                </a:cubicBezTo>
                <a:cubicBezTo>
                  <a:pt x="76293" y="20032"/>
                  <a:pt x="75655" y="21065"/>
                  <a:pt x="76050" y="21126"/>
                </a:cubicBezTo>
                <a:cubicBezTo>
                  <a:pt x="76324" y="21035"/>
                  <a:pt x="76658" y="20275"/>
                  <a:pt x="76871" y="20001"/>
                </a:cubicBezTo>
                <a:cubicBezTo>
                  <a:pt x="77023" y="19728"/>
                  <a:pt x="76780" y="20001"/>
                  <a:pt x="76810" y="19697"/>
                </a:cubicBezTo>
                <a:cubicBezTo>
                  <a:pt x="77205" y="19059"/>
                  <a:pt x="77236" y="19485"/>
                  <a:pt x="77600" y="19059"/>
                </a:cubicBezTo>
                <a:cubicBezTo>
                  <a:pt x="78087" y="18512"/>
                  <a:pt x="77813" y="18512"/>
                  <a:pt x="78208" y="18026"/>
                </a:cubicBezTo>
                <a:cubicBezTo>
                  <a:pt x="78269" y="18117"/>
                  <a:pt x="78451" y="17904"/>
                  <a:pt x="78512" y="18026"/>
                </a:cubicBezTo>
                <a:cubicBezTo>
                  <a:pt x="78968" y="17509"/>
                  <a:pt x="78907" y="17357"/>
                  <a:pt x="79303" y="16871"/>
                </a:cubicBezTo>
                <a:cubicBezTo>
                  <a:pt x="79424" y="16901"/>
                  <a:pt x="79272" y="17114"/>
                  <a:pt x="79333" y="17175"/>
                </a:cubicBezTo>
                <a:cubicBezTo>
                  <a:pt x="79728" y="16567"/>
                  <a:pt x="80062" y="15989"/>
                  <a:pt x="80458" y="15776"/>
                </a:cubicBezTo>
                <a:cubicBezTo>
                  <a:pt x="80579" y="15594"/>
                  <a:pt x="80458" y="15655"/>
                  <a:pt x="80397" y="15746"/>
                </a:cubicBezTo>
                <a:cubicBezTo>
                  <a:pt x="80792" y="15047"/>
                  <a:pt x="81309" y="14439"/>
                  <a:pt x="81856" y="13861"/>
                </a:cubicBezTo>
                <a:cubicBezTo>
                  <a:pt x="82069" y="13557"/>
                  <a:pt x="81795" y="13649"/>
                  <a:pt x="82190" y="13375"/>
                </a:cubicBezTo>
                <a:cubicBezTo>
                  <a:pt x="82403" y="13010"/>
                  <a:pt x="82585" y="12646"/>
                  <a:pt x="82707" y="12250"/>
                </a:cubicBezTo>
                <a:cubicBezTo>
                  <a:pt x="82920" y="12068"/>
                  <a:pt x="83011" y="12190"/>
                  <a:pt x="83254" y="11946"/>
                </a:cubicBezTo>
                <a:cubicBezTo>
                  <a:pt x="83315" y="11734"/>
                  <a:pt x="83436" y="11582"/>
                  <a:pt x="83558" y="11430"/>
                </a:cubicBezTo>
                <a:cubicBezTo>
                  <a:pt x="83436" y="11308"/>
                  <a:pt x="83224" y="11582"/>
                  <a:pt x="83163" y="11339"/>
                </a:cubicBezTo>
                <a:cubicBezTo>
                  <a:pt x="83467" y="10913"/>
                  <a:pt x="83345" y="11156"/>
                  <a:pt x="83376" y="11247"/>
                </a:cubicBezTo>
                <a:cubicBezTo>
                  <a:pt x="83740" y="10852"/>
                  <a:pt x="83619" y="10761"/>
                  <a:pt x="83953" y="10396"/>
                </a:cubicBezTo>
                <a:cubicBezTo>
                  <a:pt x="84287" y="10032"/>
                  <a:pt x="84987" y="9910"/>
                  <a:pt x="84956" y="9332"/>
                </a:cubicBezTo>
                <a:cubicBezTo>
                  <a:pt x="84865" y="9302"/>
                  <a:pt x="84500" y="9758"/>
                  <a:pt x="84561" y="9819"/>
                </a:cubicBezTo>
                <a:cubicBezTo>
                  <a:pt x="84287" y="10062"/>
                  <a:pt x="84227" y="9819"/>
                  <a:pt x="84014" y="9910"/>
                </a:cubicBezTo>
                <a:cubicBezTo>
                  <a:pt x="84318" y="9393"/>
                  <a:pt x="84683" y="8937"/>
                  <a:pt x="85078" y="8512"/>
                </a:cubicBezTo>
                <a:cubicBezTo>
                  <a:pt x="85108" y="8664"/>
                  <a:pt x="84287" y="9424"/>
                  <a:pt x="84500" y="9484"/>
                </a:cubicBezTo>
                <a:cubicBezTo>
                  <a:pt x="85230" y="8785"/>
                  <a:pt x="85868" y="7995"/>
                  <a:pt x="86415" y="7174"/>
                </a:cubicBezTo>
                <a:cubicBezTo>
                  <a:pt x="86993" y="6658"/>
                  <a:pt x="88208" y="5624"/>
                  <a:pt x="88269" y="5959"/>
                </a:cubicBezTo>
                <a:cubicBezTo>
                  <a:pt x="89090" y="5503"/>
                  <a:pt x="88816" y="5411"/>
                  <a:pt x="89546" y="5077"/>
                </a:cubicBezTo>
                <a:cubicBezTo>
                  <a:pt x="89971" y="4895"/>
                  <a:pt x="89424" y="5199"/>
                  <a:pt x="89120" y="5381"/>
                </a:cubicBezTo>
                <a:cubicBezTo>
                  <a:pt x="89303" y="5472"/>
                  <a:pt x="90671" y="4864"/>
                  <a:pt x="89971" y="5472"/>
                </a:cubicBezTo>
                <a:cubicBezTo>
                  <a:pt x="90519" y="5290"/>
                  <a:pt x="91035" y="5077"/>
                  <a:pt x="91552" y="4834"/>
                </a:cubicBezTo>
                <a:cubicBezTo>
                  <a:pt x="91157" y="4864"/>
                  <a:pt x="90762" y="4986"/>
                  <a:pt x="90397" y="5138"/>
                </a:cubicBezTo>
                <a:cubicBezTo>
                  <a:pt x="90731" y="4895"/>
                  <a:pt x="89911" y="4955"/>
                  <a:pt x="90974" y="4500"/>
                </a:cubicBezTo>
                <a:cubicBezTo>
                  <a:pt x="92008" y="4074"/>
                  <a:pt x="90731" y="4682"/>
                  <a:pt x="91035" y="4743"/>
                </a:cubicBezTo>
                <a:cubicBezTo>
                  <a:pt x="91795" y="4469"/>
                  <a:pt x="91978" y="4196"/>
                  <a:pt x="92403" y="4317"/>
                </a:cubicBezTo>
                <a:cubicBezTo>
                  <a:pt x="93041" y="4074"/>
                  <a:pt x="92160" y="4226"/>
                  <a:pt x="92342" y="4074"/>
                </a:cubicBezTo>
                <a:cubicBezTo>
                  <a:pt x="92798" y="4044"/>
                  <a:pt x="93832" y="3740"/>
                  <a:pt x="94561" y="3648"/>
                </a:cubicBezTo>
                <a:cubicBezTo>
                  <a:pt x="94956" y="3679"/>
                  <a:pt x="94196" y="3952"/>
                  <a:pt x="95017" y="3892"/>
                </a:cubicBezTo>
                <a:cubicBezTo>
                  <a:pt x="95230" y="3892"/>
                  <a:pt x="95443" y="3800"/>
                  <a:pt x="95625" y="3679"/>
                </a:cubicBezTo>
                <a:cubicBezTo>
                  <a:pt x="95564" y="3588"/>
                  <a:pt x="94987" y="3740"/>
                  <a:pt x="94987" y="3648"/>
                </a:cubicBezTo>
                <a:cubicBezTo>
                  <a:pt x="94744" y="3466"/>
                  <a:pt x="95625" y="3436"/>
                  <a:pt x="95990" y="3345"/>
                </a:cubicBezTo>
                <a:cubicBezTo>
                  <a:pt x="95807" y="3162"/>
                  <a:pt x="95169" y="3436"/>
                  <a:pt x="94531" y="3527"/>
                </a:cubicBezTo>
                <a:cubicBezTo>
                  <a:pt x="94865" y="3132"/>
                  <a:pt x="95959" y="3223"/>
                  <a:pt x="96993" y="3041"/>
                </a:cubicBezTo>
                <a:cubicBezTo>
                  <a:pt x="96932" y="3132"/>
                  <a:pt x="96658" y="3193"/>
                  <a:pt x="96598" y="3284"/>
                </a:cubicBezTo>
                <a:cubicBezTo>
                  <a:pt x="97905" y="3010"/>
                  <a:pt x="97905" y="3284"/>
                  <a:pt x="98421" y="3345"/>
                </a:cubicBezTo>
                <a:cubicBezTo>
                  <a:pt x="98543" y="3314"/>
                  <a:pt x="98665" y="3284"/>
                  <a:pt x="98786" y="3253"/>
                </a:cubicBezTo>
                <a:cubicBezTo>
                  <a:pt x="98482" y="3071"/>
                  <a:pt x="97935" y="3041"/>
                  <a:pt x="97753" y="2828"/>
                </a:cubicBezTo>
                <a:cubicBezTo>
                  <a:pt x="98209" y="2828"/>
                  <a:pt x="98573" y="2828"/>
                  <a:pt x="98573" y="3010"/>
                </a:cubicBezTo>
                <a:cubicBezTo>
                  <a:pt x="98938" y="3041"/>
                  <a:pt x="99273" y="2919"/>
                  <a:pt x="99576" y="2706"/>
                </a:cubicBezTo>
                <a:cubicBezTo>
                  <a:pt x="99820" y="2706"/>
                  <a:pt x="99941" y="2797"/>
                  <a:pt x="99972" y="2919"/>
                </a:cubicBezTo>
                <a:cubicBezTo>
                  <a:pt x="100610" y="2797"/>
                  <a:pt x="100215" y="2737"/>
                  <a:pt x="101157" y="2706"/>
                </a:cubicBezTo>
                <a:cubicBezTo>
                  <a:pt x="101491" y="2706"/>
                  <a:pt x="101978" y="2645"/>
                  <a:pt x="101978" y="2737"/>
                </a:cubicBezTo>
                <a:cubicBezTo>
                  <a:pt x="102707" y="2615"/>
                  <a:pt x="101887" y="2554"/>
                  <a:pt x="102343" y="2402"/>
                </a:cubicBezTo>
                <a:lnTo>
                  <a:pt x="101765" y="2463"/>
                </a:lnTo>
                <a:cubicBezTo>
                  <a:pt x="101947" y="2311"/>
                  <a:pt x="103194" y="2250"/>
                  <a:pt x="102950" y="2524"/>
                </a:cubicBezTo>
                <a:cubicBezTo>
                  <a:pt x="103832" y="2372"/>
                  <a:pt x="104166" y="2463"/>
                  <a:pt x="104957" y="2372"/>
                </a:cubicBezTo>
                <a:cubicBezTo>
                  <a:pt x="104470" y="2281"/>
                  <a:pt x="102829" y="2463"/>
                  <a:pt x="103346" y="2159"/>
                </a:cubicBezTo>
                <a:cubicBezTo>
                  <a:pt x="103893" y="2098"/>
                  <a:pt x="103801" y="2311"/>
                  <a:pt x="104349" y="2250"/>
                </a:cubicBezTo>
                <a:cubicBezTo>
                  <a:pt x="104470" y="2189"/>
                  <a:pt x="104592" y="2159"/>
                  <a:pt x="104713" y="2129"/>
                </a:cubicBezTo>
                <a:cubicBezTo>
                  <a:pt x="104713" y="2037"/>
                  <a:pt x="104470" y="2037"/>
                  <a:pt x="104501" y="1916"/>
                </a:cubicBezTo>
                <a:cubicBezTo>
                  <a:pt x="104257" y="1916"/>
                  <a:pt x="103984" y="1977"/>
                  <a:pt x="103710" y="2068"/>
                </a:cubicBezTo>
                <a:cubicBezTo>
                  <a:pt x="103346" y="1946"/>
                  <a:pt x="104957" y="1794"/>
                  <a:pt x="105321" y="1886"/>
                </a:cubicBezTo>
                <a:cubicBezTo>
                  <a:pt x="105352" y="2007"/>
                  <a:pt x="105078" y="2037"/>
                  <a:pt x="105139" y="2159"/>
                </a:cubicBezTo>
                <a:cubicBezTo>
                  <a:pt x="105899" y="1977"/>
                  <a:pt x="107236" y="1855"/>
                  <a:pt x="107540" y="2068"/>
                </a:cubicBezTo>
                <a:cubicBezTo>
                  <a:pt x="107905" y="1916"/>
                  <a:pt x="107358" y="1855"/>
                  <a:pt x="107115" y="1794"/>
                </a:cubicBezTo>
                <a:cubicBezTo>
                  <a:pt x="108209" y="1521"/>
                  <a:pt x="109182" y="1946"/>
                  <a:pt x="110519" y="1612"/>
                </a:cubicBezTo>
                <a:cubicBezTo>
                  <a:pt x="111157" y="1521"/>
                  <a:pt x="110793" y="1825"/>
                  <a:pt x="111522" y="1673"/>
                </a:cubicBezTo>
                <a:cubicBezTo>
                  <a:pt x="112160" y="1673"/>
                  <a:pt x="111948" y="1460"/>
                  <a:pt x="112343" y="1430"/>
                </a:cubicBezTo>
                <a:cubicBezTo>
                  <a:pt x="113285" y="1490"/>
                  <a:pt x="113893" y="1338"/>
                  <a:pt x="114531" y="1460"/>
                </a:cubicBezTo>
                <a:cubicBezTo>
                  <a:pt x="114744" y="1399"/>
                  <a:pt x="114744" y="1308"/>
                  <a:pt x="115139" y="1308"/>
                </a:cubicBezTo>
                <a:cubicBezTo>
                  <a:pt x="115413" y="1217"/>
                  <a:pt x="115382" y="1065"/>
                  <a:pt x="115717" y="1004"/>
                </a:cubicBezTo>
                <a:cubicBezTo>
                  <a:pt x="115504" y="943"/>
                  <a:pt x="115565" y="882"/>
                  <a:pt x="115929" y="882"/>
                </a:cubicBezTo>
                <a:cubicBezTo>
                  <a:pt x="115990" y="1065"/>
                  <a:pt x="115382" y="1278"/>
                  <a:pt x="116142" y="1308"/>
                </a:cubicBezTo>
                <a:cubicBezTo>
                  <a:pt x="116628" y="1247"/>
                  <a:pt x="115838" y="1217"/>
                  <a:pt x="116142" y="1065"/>
                </a:cubicBezTo>
                <a:cubicBezTo>
                  <a:pt x="116902" y="1065"/>
                  <a:pt x="117388" y="852"/>
                  <a:pt x="117935" y="822"/>
                </a:cubicBezTo>
                <a:cubicBezTo>
                  <a:pt x="118695" y="791"/>
                  <a:pt x="119212" y="974"/>
                  <a:pt x="120124" y="913"/>
                </a:cubicBezTo>
                <a:cubicBezTo>
                  <a:pt x="120610" y="913"/>
                  <a:pt x="120033" y="639"/>
                  <a:pt x="120732" y="700"/>
                </a:cubicBezTo>
                <a:cubicBezTo>
                  <a:pt x="121370" y="670"/>
                  <a:pt x="120823" y="791"/>
                  <a:pt x="120945" y="822"/>
                </a:cubicBezTo>
                <a:cubicBezTo>
                  <a:pt x="121036" y="852"/>
                  <a:pt x="121583" y="822"/>
                  <a:pt x="121522" y="974"/>
                </a:cubicBezTo>
                <a:cubicBezTo>
                  <a:pt x="122343" y="882"/>
                  <a:pt x="121796" y="761"/>
                  <a:pt x="122130" y="609"/>
                </a:cubicBezTo>
                <a:cubicBezTo>
                  <a:pt x="122860" y="670"/>
                  <a:pt x="123619" y="639"/>
                  <a:pt x="124349" y="548"/>
                </a:cubicBezTo>
                <a:cubicBezTo>
                  <a:pt x="124775" y="670"/>
                  <a:pt x="124319" y="730"/>
                  <a:pt x="124136" y="852"/>
                </a:cubicBezTo>
                <a:cubicBezTo>
                  <a:pt x="124410" y="913"/>
                  <a:pt x="124683" y="913"/>
                  <a:pt x="124957" y="882"/>
                </a:cubicBezTo>
                <a:lnTo>
                  <a:pt x="125534" y="822"/>
                </a:lnTo>
                <a:lnTo>
                  <a:pt x="125838" y="791"/>
                </a:lnTo>
                <a:lnTo>
                  <a:pt x="126294" y="761"/>
                </a:lnTo>
                <a:cubicBezTo>
                  <a:pt x="126142" y="852"/>
                  <a:pt x="126203" y="913"/>
                  <a:pt x="126142" y="974"/>
                </a:cubicBezTo>
                <a:cubicBezTo>
                  <a:pt x="125930" y="1065"/>
                  <a:pt x="125747" y="1126"/>
                  <a:pt x="125534" y="1126"/>
                </a:cubicBezTo>
                <a:cubicBezTo>
                  <a:pt x="125565" y="1186"/>
                  <a:pt x="125686" y="1186"/>
                  <a:pt x="125838" y="1186"/>
                </a:cubicBezTo>
                <a:lnTo>
                  <a:pt x="126537" y="1186"/>
                </a:lnTo>
                <a:cubicBezTo>
                  <a:pt x="127176" y="1186"/>
                  <a:pt x="126689" y="913"/>
                  <a:pt x="126902" y="822"/>
                </a:cubicBezTo>
                <a:cubicBezTo>
                  <a:pt x="127814" y="822"/>
                  <a:pt x="127693" y="578"/>
                  <a:pt x="128787" y="609"/>
                </a:cubicBezTo>
                <a:cubicBezTo>
                  <a:pt x="129182" y="609"/>
                  <a:pt x="129091" y="487"/>
                  <a:pt x="129182" y="396"/>
                </a:cubicBezTo>
                <a:cubicBezTo>
                  <a:pt x="129942" y="427"/>
                  <a:pt x="130671" y="427"/>
                  <a:pt x="131370" y="396"/>
                </a:cubicBezTo>
                <a:lnTo>
                  <a:pt x="132434" y="396"/>
                </a:lnTo>
                <a:lnTo>
                  <a:pt x="132951" y="396"/>
                </a:lnTo>
                <a:cubicBezTo>
                  <a:pt x="133103" y="396"/>
                  <a:pt x="133285" y="396"/>
                  <a:pt x="133437" y="457"/>
                </a:cubicBezTo>
                <a:cubicBezTo>
                  <a:pt x="133468" y="943"/>
                  <a:pt x="133498" y="1399"/>
                  <a:pt x="133559" y="1855"/>
                </a:cubicBezTo>
                <a:cubicBezTo>
                  <a:pt x="133589" y="2159"/>
                  <a:pt x="133650" y="2037"/>
                  <a:pt x="133711" y="2098"/>
                </a:cubicBezTo>
                <a:cubicBezTo>
                  <a:pt x="133832" y="3466"/>
                  <a:pt x="133984" y="4469"/>
                  <a:pt x="134106" y="5351"/>
                </a:cubicBezTo>
                <a:cubicBezTo>
                  <a:pt x="134106" y="5411"/>
                  <a:pt x="133984" y="5351"/>
                  <a:pt x="133984" y="5381"/>
                </a:cubicBezTo>
                <a:cubicBezTo>
                  <a:pt x="133984" y="5685"/>
                  <a:pt x="134197" y="6627"/>
                  <a:pt x="134228" y="6962"/>
                </a:cubicBezTo>
                <a:cubicBezTo>
                  <a:pt x="134288" y="7296"/>
                  <a:pt x="134410" y="7144"/>
                  <a:pt x="134471" y="7387"/>
                </a:cubicBezTo>
                <a:cubicBezTo>
                  <a:pt x="134592" y="7478"/>
                  <a:pt x="134562" y="7326"/>
                  <a:pt x="134532" y="7205"/>
                </a:cubicBezTo>
                <a:cubicBezTo>
                  <a:pt x="134532" y="7053"/>
                  <a:pt x="134471" y="6688"/>
                  <a:pt x="134623" y="6901"/>
                </a:cubicBezTo>
                <a:cubicBezTo>
                  <a:pt x="134653" y="7053"/>
                  <a:pt x="134684" y="7174"/>
                  <a:pt x="134714" y="7235"/>
                </a:cubicBezTo>
                <a:cubicBezTo>
                  <a:pt x="134744" y="7296"/>
                  <a:pt x="134744" y="7357"/>
                  <a:pt x="134744" y="7418"/>
                </a:cubicBezTo>
                <a:cubicBezTo>
                  <a:pt x="134744" y="7478"/>
                  <a:pt x="134714" y="7569"/>
                  <a:pt x="134684" y="7661"/>
                </a:cubicBezTo>
                <a:cubicBezTo>
                  <a:pt x="134623" y="7782"/>
                  <a:pt x="134592" y="7965"/>
                  <a:pt x="134836" y="8421"/>
                </a:cubicBezTo>
                <a:cubicBezTo>
                  <a:pt x="134744" y="8481"/>
                  <a:pt x="134684" y="8269"/>
                  <a:pt x="134592" y="8269"/>
                </a:cubicBezTo>
                <a:cubicBezTo>
                  <a:pt x="134653" y="8816"/>
                  <a:pt x="135048" y="9180"/>
                  <a:pt x="134927" y="9484"/>
                </a:cubicBezTo>
                <a:cubicBezTo>
                  <a:pt x="134987" y="9697"/>
                  <a:pt x="135079" y="9606"/>
                  <a:pt x="135170" y="9606"/>
                </a:cubicBezTo>
                <a:cubicBezTo>
                  <a:pt x="135352" y="10487"/>
                  <a:pt x="135656" y="11339"/>
                  <a:pt x="136082" y="12159"/>
                </a:cubicBezTo>
                <a:cubicBezTo>
                  <a:pt x="135991" y="12159"/>
                  <a:pt x="135899" y="11643"/>
                  <a:pt x="135778" y="11673"/>
                </a:cubicBezTo>
                <a:cubicBezTo>
                  <a:pt x="135656" y="11977"/>
                  <a:pt x="136750" y="13436"/>
                  <a:pt x="136234" y="12311"/>
                </a:cubicBezTo>
                <a:cubicBezTo>
                  <a:pt x="136386" y="12342"/>
                  <a:pt x="136568" y="13132"/>
                  <a:pt x="136750" y="13436"/>
                </a:cubicBezTo>
                <a:cubicBezTo>
                  <a:pt x="136598" y="13405"/>
                  <a:pt x="136659" y="13618"/>
                  <a:pt x="136598" y="13709"/>
                </a:cubicBezTo>
                <a:cubicBezTo>
                  <a:pt x="136690" y="13892"/>
                  <a:pt x="136690" y="13770"/>
                  <a:pt x="136659" y="13679"/>
                </a:cubicBezTo>
                <a:cubicBezTo>
                  <a:pt x="137054" y="13983"/>
                  <a:pt x="137206" y="15351"/>
                  <a:pt x="137632" y="15442"/>
                </a:cubicBezTo>
                <a:cubicBezTo>
                  <a:pt x="137905" y="15928"/>
                  <a:pt x="137632" y="15898"/>
                  <a:pt x="137997" y="16475"/>
                </a:cubicBezTo>
                <a:cubicBezTo>
                  <a:pt x="138179" y="16475"/>
                  <a:pt x="137997" y="16171"/>
                  <a:pt x="137875" y="15928"/>
                </a:cubicBezTo>
                <a:cubicBezTo>
                  <a:pt x="138057" y="16019"/>
                  <a:pt x="138361" y="16840"/>
                  <a:pt x="138422" y="17053"/>
                </a:cubicBezTo>
                <a:cubicBezTo>
                  <a:pt x="138605" y="17327"/>
                  <a:pt x="138483" y="16749"/>
                  <a:pt x="138848" y="17448"/>
                </a:cubicBezTo>
                <a:cubicBezTo>
                  <a:pt x="139091" y="17752"/>
                  <a:pt x="138969" y="17782"/>
                  <a:pt x="138848" y="17843"/>
                </a:cubicBezTo>
                <a:cubicBezTo>
                  <a:pt x="139000" y="18117"/>
                  <a:pt x="139182" y="18360"/>
                  <a:pt x="139364" y="18573"/>
                </a:cubicBezTo>
                <a:lnTo>
                  <a:pt x="139668" y="18937"/>
                </a:lnTo>
                <a:cubicBezTo>
                  <a:pt x="139699" y="18968"/>
                  <a:pt x="139820" y="19120"/>
                  <a:pt x="139912" y="19241"/>
                </a:cubicBezTo>
                <a:lnTo>
                  <a:pt x="140185" y="19606"/>
                </a:lnTo>
                <a:cubicBezTo>
                  <a:pt x="140276" y="19789"/>
                  <a:pt x="140337" y="19971"/>
                  <a:pt x="140489" y="20184"/>
                </a:cubicBezTo>
                <a:cubicBezTo>
                  <a:pt x="140611" y="20366"/>
                  <a:pt x="140763" y="20548"/>
                  <a:pt x="140915" y="20731"/>
                </a:cubicBezTo>
                <a:cubicBezTo>
                  <a:pt x="141006" y="20883"/>
                  <a:pt x="141219" y="21065"/>
                  <a:pt x="141249" y="21339"/>
                </a:cubicBezTo>
                <a:cubicBezTo>
                  <a:pt x="141279" y="21582"/>
                  <a:pt x="141219" y="21886"/>
                  <a:pt x="141188" y="22220"/>
                </a:cubicBezTo>
                <a:cubicBezTo>
                  <a:pt x="141188" y="22828"/>
                  <a:pt x="141158" y="23497"/>
                  <a:pt x="141127" y="24166"/>
                </a:cubicBezTo>
                <a:cubicBezTo>
                  <a:pt x="141127" y="24561"/>
                  <a:pt x="141097" y="25199"/>
                  <a:pt x="141067" y="25564"/>
                </a:cubicBezTo>
                <a:cubicBezTo>
                  <a:pt x="141067" y="26080"/>
                  <a:pt x="141219" y="26536"/>
                  <a:pt x="141036" y="26932"/>
                </a:cubicBezTo>
                <a:cubicBezTo>
                  <a:pt x="140945" y="27205"/>
                  <a:pt x="140915" y="27479"/>
                  <a:pt x="140945" y="27722"/>
                </a:cubicBezTo>
                <a:cubicBezTo>
                  <a:pt x="140975" y="27813"/>
                  <a:pt x="141006" y="27874"/>
                  <a:pt x="141036" y="27935"/>
                </a:cubicBezTo>
                <a:cubicBezTo>
                  <a:pt x="141036" y="28026"/>
                  <a:pt x="140702" y="29302"/>
                  <a:pt x="141036" y="29515"/>
                </a:cubicBezTo>
                <a:cubicBezTo>
                  <a:pt x="141036" y="30305"/>
                  <a:pt x="141036" y="30761"/>
                  <a:pt x="141006" y="31916"/>
                </a:cubicBezTo>
                <a:cubicBezTo>
                  <a:pt x="141006" y="32129"/>
                  <a:pt x="141036" y="32767"/>
                  <a:pt x="141036" y="32707"/>
                </a:cubicBezTo>
                <a:cubicBezTo>
                  <a:pt x="141006" y="32980"/>
                  <a:pt x="140915" y="33011"/>
                  <a:pt x="140884" y="33284"/>
                </a:cubicBezTo>
                <a:cubicBezTo>
                  <a:pt x="140854" y="33923"/>
                  <a:pt x="141067" y="33862"/>
                  <a:pt x="140854" y="34287"/>
                </a:cubicBezTo>
                <a:lnTo>
                  <a:pt x="141006" y="34895"/>
                </a:lnTo>
                <a:cubicBezTo>
                  <a:pt x="140945" y="37813"/>
                  <a:pt x="140884" y="40670"/>
                  <a:pt x="140915" y="43224"/>
                </a:cubicBezTo>
                <a:cubicBezTo>
                  <a:pt x="140884" y="43376"/>
                  <a:pt x="140823" y="43497"/>
                  <a:pt x="140732" y="43619"/>
                </a:cubicBezTo>
                <a:cubicBezTo>
                  <a:pt x="140975" y="45534"/>
                  <a:pt x="140854" y="47479"/>
                  <a:pt x="140854" y="49394"/>
                </a:cubicBezTo>
                <a:cubicBezTo>
                  <a:pt x="140823" y="49911"/>
                  <a:pt x="141097" y="49576"/>
                  <a:pt x="141006" y="50184"/>
                </a:cubicBezTo>
                <a:cubicBezTo>
                  <a:pt x="140823" y="50093"/>
                  <a:pt x="140763" y="50427"/>
                  <a:pt x="140671" y="50762"/>
                </a:cubicBezTo>
                <a:cubicBezTo>
                  <a:pt x="140884" y="50914"/>
                  <a:pt x="140823" y="50215"/>
                  <a:pt x="141006" y="50367"/>
                </a:cubicBezTo>
                <a:cubicBezTo>
                  <a:pt x="141006" y="50883"/>
                  <a:pt x="140975" y="51339"/>
                  <a:pt x="140854" y="51370"/>
                </a:cubicBezTo>
                <a:cubicBezTo>
                  <a:pt x="140884" y="51613"/>
                  <a:pt x="140975" y="51734"/>
                  <a:pt x="141067" y="51765"/>
                </a:cubicBezTo>
                <a:cubicBezTo>
                  <a:pt x="141067" y="53163"/>
                  <a:pt x="141006" y="53619"/>
                  <a:pt x="140945" y="55139"/>
                </a:cubicBezTo>
                <a:cubicBezTo>
                  <a:pt x="140671" y="54592"/>
                  <a:pt x="140641" y="54592"/>
                  <a:pt x="140276" y="54470"/>
                </a:cubicBezTo>
                <a:cubicBezTo>
                  <a:pt x="140246" y="54896"/>
                  <a:pt x="140368" y="54865"/>
                  <a:pt x="140459" y="54896"/>
                </a:cubicBezTo>
                <a:cubicBezTo>
                  <a:pt x="140398" y="55443"/>
                  <a:pt x="140185" y="55443"/>
                  <a:pt x="140064" y="55655"/>
                </a:cubicBezTo>
                <a:cubicBezTo>
                  <a:pt x="140124" y="56628"/>
                  <a:pt x="139851" y="57479"/>
                  <a:pt x="140064" y="58057"/>
                </a:cubicBezTo>
                <a:cubicBezTo>
                  <a:pt x="140064" y="58482"/>
                  <a:pt x="139942" y="58300"/>
                  <a:pt x="139942" y="58634"/>
                </a:cubicBezTo>
                <a:cubicBezTo>
                  <a:pt x="139942" y="58847"/>
                  <a:pt x="140033" y="58786"/>
                  <a:pt x="140033" y="59029"/>
                </a:cubicBezTo>
                <a:cubicBezTo>
                  <a:pt x="140064" y="59728"/>
                  <a:pt x="139912" y="59789"/>
                  <a:pt x="139912" y="60428"/>
                </a:cubicBezTo>
                <a:cubicBezTo>
                  <a:pt x="139790" y="60519"/>
                  <a:pt x="139668" y="60701"/>
                  <a:pt x="139699" y="61400"/>
                </a:cubicBezTo>
                <a:cubicBezTo>
                  <a:pt x="139881" y="61856"/>
                  <a:pt x="139820" y="59759"/>
                  <a:pt x="139881" y="61005"/>
                </a:cubicBezTo>
                <a:cubicBezTo>
                  <a:pt x="139881" y="61279"/>
                  <a:pt x="139881" y="61522"/>
                  <a:pt x="139851" y="61795"/>
                </a:cubicBezTo>
                <a:cubicBezTo>
                  <a:pt x="139851" y="62282"/>
                  <a:pt x="139942" y="62403"/>
                  <a:pt x="139942" y="62616"/>
                </a:cubicBezTo>
                <a:cubicBezTo>
                  <a:pt x="139942" y="62950"/>
                  <a:pt x="139881" y="63011"/>
                  <a:pt x="139851" y="63376"/>
                </a:cubicBezTo>
                <a:cubicBezTo>
                  <a:pt x="139820" y="64926"/>
                  <a:pt x="139851" y="66841"/>
                  <a:pt x="139760" y="67753"/>
                </a:cubicBezTo>
                <a:cubicBezTo>
                  <a:pt x="139760" y="67996"/>
                  <a:pt x="139851" y="67935"/>
                  <a:pt x="139912" y="67966"/>
                </a:cubicBezTo>
                <a:cubicBezTo>
                  <a:pt x="139760" y="69151"/>
                  <a:pt x="139790" y="70367"/>
                  <a:pt x="139972" y="71552"/>
                </a:cubicBezTo>
                <a:cubicBezTo>
                  <a:pt x="139942" y="71887"/>
                  <a:pt x="139912" y="72191"/>
                  <a:pt x="139851" y="72525"/>
                </a:cubicBezTo>
                <a:cubicBezTo>
                  <a:pt x="139881" y="72738"/>
                  <a:pt x="139912" y="72951"/>
                  <a:pt x="139972" y="73133"/>
                </a:cubicBezTo>
                <a:cubicBezTo>
                  <a:pt x="139972" y="73376"/>
                  <a:pt x="139851" y="73406"/>
                  <a:pt x="139820" y="73528"/>
                </a:cubicBezTo>
                <a:cubicBezTo>
                  <a:pt x="139820" y="73619"/>
                  <a:pt x="139820" y="74440"/>
                  <a:pt x="139820" y="74501"/>
                </a:cubicBezTo>
                <a:cubicBezTo>
                  <a:pt x="139851" y="74896"/>
                  <a:pt x="139851" y="75291"/>
                  <a:pt x="139820" y="75717"/>
                </a:cubicBezTo>
                <a:cubicBezTo>
                  <a:pt x="139912" y="75656"/>
                  <a:pt x="139912" y="75200"/>
                  <a:pt x="139912" y="74926"/>
                </a:cubicBezTo>
                <a:cubicBezTo>
                  <a:pt x="140064" y="74440"/>
                  <a:pt x="139912" y="76233"/>
                  <a:pt x="139912" y="76720"/>
                </a:cubicBezTo>
                <a:cubicBezTo>
                  <a:pt x="139790" y="76233"/>
                  <a:pt x="139699" y="77267"/>
                  <a:pt x="139608" y="76476"/>
                </a:cubicBezTo>
                <a:cubicBezTo>
                  <a:pt x="139456" y="76628"/>
                  <a:pt x="139760" y="76872"/>
                  <a:pt x="139608" y="77480"/>
                </a:cubicBezTo>
                <a:cubicBezTo>
                  <a:pt x="139760" y="77753"/>
                  <a:pt x="139881" y="76993"/>
                  <a:pt x="139881" y="77510"/>
                </a:cubicBezTo>
                <a:cubicBezTo>
                  <a:pt x="139851" y="78270"/>
                  <a:pt x="139790" y="77419"/>
                  <a:pt x="139668" y="77875"/>
                </a:cubicBezTo>
                <a:cubicBezTo>
                  <a:pt x="139638" y="78270"/>
                  <a:pt x="139820" y="78118"/>
                  <a:pt x="139851" y="78300"/>
                </a:cubicBezTo>
                <a:cubicBezTo>
                  <a:pt x="139851" y="78452"/>
                  <a:pt x="139729" y="79334"/>
                  <a:pt x="139942" y="79090"/>
                </a:cubicBezTo>
                <a:cubicBezTo>
                  <a:pt x="139942" y="80185"/>
                  <a:pt x="139820" y="80945"/>
                  <a:pt x="139760" y="81856"/>
                </a:cubicBezTo>
                <a:cubicBezTo>
                  <a:pt x="139577" y="81735"/>
                  <a:pt x="139486" y="82252"/>
                  <a:pt x="139364" y="81826"/>
                </a:cubicBezTo>
                <a:cubicBezTo>
                  <a:pt x="139243" y="83012"/>
                  <a:pt x="139182" y="84197"/>
                  <a:pt x="139243" y="85382"/>
                </a:cubicBezTo>
                <a:cubicBezTo>
                  <a:pt x="139243" y="85565"/>
                  <a:pt x="139273" y="85565"/>
                  <a:pt x="139334" y="85595"/>
                </a:cubicBezTo>
                <a:cubicBezTo>
                  <a:pt x="139334" y="87237"/>
                  <a:pt x="139030" y="89060"/>
                  <a:pt x="139243" y="89942"/>
                </a:cubicBezTo>
                <a:cubicBezTo>
                  <a:pt x="139152" y="90793"/>
                  <a:pt x="138969" y="92100"/>
                  <a:pt x="139273" y="92130"/>
                </a:cubicBezTo>
                <a:cubicBezTo>
                  <a:pt x="139243" y="92677"/>
                  <a:pt x="139243" y="93194"/>
                  <a:pt x="139273" y="93741"/>
                </a:cubicBezTo>
                <a:cubicBezTo>
                  <a:pt x="139273" y="94106"/>
                  <a:pt x="139152" y="94592"/>
                  <a:pt x="139152" y="94927"/>
                </a:cubicBezTo>
                <a:cubicBezTo>
                  <a:pt x="139182" y="95109"/>
                  <a:pt x="139212" y="95322"/>
                  <a:pt x="139273" y="95535"/>
                </a:cubicBezTo>
                <a:cubicBezTo>
                  <a:pt x="139304" y="96325"/>
                  <a:pt x="139212" y="97297"/>
                  <a:pt x="139212" y="98088"/>
                </a:cubicBezTo>
                <a:cubicBezTo>
                  <a:pt x="139212" y="98787"/>
                  <a:pt x="139121" y="100003"/>
                  <a:pt x="139152" y="101067"/>
                </a:cubicBezTo>
                <a:cubicBezTo>
                  <a:pt x="139182" y="101766"/>
                  <a:pt x="139273" y="102252"/>
                  <a:pt x="139273" y="102860"/>
                </a:cubicBezTo>
                <a:cubicBezTo>
                  <a:pt x="139212" y="103589"/>
                  <a:pt x="139212" y="104319"/>
                  <a:pt x="139243" y="105048"/>
                </a:cubicBezTo>
                <a:cubicBezTo>
                  <a:pt x="139061" y="104896"/>
                  <a:pt x="139030" y="105231"/>
                  <a:pt x="138878" y="105231"/>
                </a:cubicBezTo>
                <a:cubicBezTo>
                  <a:pt x="138939" y="104471"/>
                  <a:pt x="138635" y="104775"/>
                  <a:pt x="138665" y="104197"/>
                </a:cubicBezTo>
                <a:cubicBezTo>
                  <a:pt x="138483" y="104380"/>
                  <a:pt x="138726" y="104836"/>
                  <a:pt x="138605" y="105383"/>
                </a:cubicBezTo>
                <a:cubicBezTo>
                  <a:pt x="138422" y="104896"/>
                  <a:pt x="138088" y="104684"/>
                  <a:pt x="137936" y="105535"/>
                </a:cubicBezTo>
                <a:cubicBezTo>
                  <a:pt x="137905" y="105626"/>
                  <a:pt x="138027" y="105991"/>
                  <a:pt x="138027" y="106143"/>
                </a:cubicBezTo>
                <a:cubicBezTo>
                  <a:pt x="138027" y="106568"/>
                  <a:pt x="137905" y="107541"/>
                  <a:pt x="137905" y="108331"/>
                </a:cubicBezTo>
                <a:cubicBezTo>
                  <a:pt x="137905" y="109061"/>
                  <a:pt x="138057" y="109395"/>
                  <a:pt x="137905" y="110064"/>
                </a:cubicBezTo>
                <a:cubicBezTo>
                  <a:pt x="138118" y="110520"/>
                  <a:pt x="137997" y="112435"/>
                  <a:pt x="138179" y="113559"/>
                </a:cubicBezTo>
                <a:cubicBezTo>
                  <a:pt x="138240" y="113833"/>
                  <a:pt x="138301" y="114106"/>
                  <a:pt x="138422" y="114410"/>
                </a:cubicBezTo>
                <a:cubicBezTo>
                  <a:pt x="138605" y="115352"/>
                  <a:pt x="138605" y="116295"/>
                  <a:pt x="138787" y="117024"/>
                </a:cubicBezTo>
                <a:cubicBezTo>
                  <a:pt x="138513" y="117024"/>
                  <a:pt x="138635" y="117450"/>
                  <a:pt x="138483" y="117541"/>
                </a:cubicBezTo>
                <a:cubicBezTo>
                  <a:pt x="138544" y="117815"/>
                  <a:pt x="138544" y="118118"/>
                  <a:pt x="138483" y="118392"/>
                </a:cubicBezTo>
                <a:cubicBezTo>
                  <a:pt x="138422" y="118635"/>
                  <a:pt x="138453" y="118909"/>
                  <a:pt x="138544" y="119152"/>
                </a:cubicBezTo>
                <a:cubicBezTo>
                  <a:pt x="138209" y="119030"/>
                  <a:pt x="138301" y="119304"/>
                  <a:pt x="138483" y="119669"/>
                </a:cubicBezTo>
                <a:cubicBezTo>
                  <a:pt x="137905" y="119426"/>
                  <a:pt x="138361" y="120216"/>
                  <a:pt x="138209" y="120429"/>
                </a:cubicBezTo>
                <a:cubicBezTo>
                  <a:pt x="138057" y="120216"/>
                  <a:pt x="137997" y="120246"/>
                  <a:pt x="137875" y="120094"/>
                </a:cubicBezTo>
                <a:cubicBezTo>
                  <a:pt x="137845" y="120185"/>
                  <a:pt x="138057" y="120429"/>
                  <a:pt x="138209" y="120641"/>
                </a:cubicBezTo>
                <a:cubicBezTo>
                  <a:pt x="137845" y="120429"/>
                  <a:pt x="137997" y="120702"/>
                  <a:pt x="137662" y="120429"/>
                </a:cubicBezTo>
                <a:cubicBezTo>
                  <a:pt x="137541" y="120429"/>
                  <a:pt x="137662" y="120611"/>
                  <a:pt x="137753" y="120763"/>
                </a:cubicBezTo>
                <a:cubicBezTo>
                  <a:pt x="137602" y="120611"/>
                  <a:pt x="137541" y="120763"/>
                  <a:pt x="137358" y="120641"/>
                </a:cubicBezTo>
                <a:cubicBezTo>
                  <a:pt x="137267" y="120550"/>
                  <a:pt x="137206" y="120459"/>
                  <a:pt x="137146" y="120368"/>
                </a:cubicBezTo>
                <a:cubicBezTo>
                  <a:pt x="136963" y="120246"/>
                  <a:pt x="136933" y="120581"/>
                  <a:pt x="136750" y="120368"/>
                </a:cubicBezTo>
                <a:cubicBezTo>
                  <a:pt x="136690" y="120246"/>
                  <a:pt x="136720" y="120125"/>
                  <a:pt x="136629" y="120003"/>
                </a:cubicBezTo>
                <a:cubicBezTo>
                  <a:pt x="136477" y="119790"/>
                  <a:pt x="136264" y="119577"/>
                  <a:pt x="135991" y="119456"/>
                </a:cubicBezTo>
                <a:cubicBezTo>
                  <a:pt x="135747" y="118848"/>
                  <a:pt x="135656" y="118787"/>
                  <a:pt x="135474" y="118210"/>
                </a:cubicBezTo>
                <a:cubicBezTo>
                  <a:pt x="135383" y="117997"/>
                  <a:pt x="135322" y="118088"/>
                  <a:pt x="135231" y="118058"/>
                </a:cubicBezTo>
                <a:cubicBezTo>
                  <a:pt x="135170" y="117085"/>
                  <a:pt x="134836" y="115261"/>
                  <a:pt x="135139" y="114532"/>
                </a:cubicBezTo>
                <a:cubicBezTo>
                  <a:pt x="135079" y="114015"/>
                  <a:pt x="135079" y="113498"/>
                  <a:pt x="135048" y="112982"/>
                </a:cubicBezTo>
                <a:cubicBezTo>
                  <a:pt x="134653" y="112890"/>
                  <a:pt x="134562" y="113590"/>
                  <a:pt x="134288" y="113742"/>
                </a:cubicBezTo>
                <a:cubicBezTo>
                  <a:pt x="134167" y="112435"/>
                  <a:pt x="133893" y="113893"/>
                  <a:pt x="133711" y="113346"/>
                </a:cubicBezTo>
                <a:lnTo>
                  <a:pt x="133711" y="112526"/>
                </a:lnTo>
                <a:cubicBezTo>
                  <a:pt x="133559" y="112526"/>
                  <a:pt x="133528" y="112860"/>
                  <a:pt x="133316" y="112708"/>
                </a:cubicBezTo>
                <a:cubicBezTo>
                  <a:pt x="133346" y="111614"/>
                  <a:pt x="133346" y="111431"/>
                  <a:pt x="133407" y="110489"/>
                </a:cubicBezTo>
                <a:cubicBezTo>
                  <a:pt x="133589" y="110276"/>
                  <a:pt x="133680" y="110003"/>
                  <a:pt x="133680" y="109699"/>
                </a:cubicBezTo>
                <a:cubicBezTo>
                  <a:pt x="133680" y="109000"/>
                  <a:pt x="133498" y="109699"/>
                  <a:pt x="133498" y="109304"/>
                </a:cubicBezTo>
                <a:lnTo>
                  <a:pt x="133528" y="108483"/>
                </a:lnTo>
                <a:lnTo>
                  <a:pt x="133802" y="108513"/>
                </a:lnTo>
                <a:cubicBezTo>
                  <a:pt x="133772" y="107723"/>
                  <a:pt x="134045" y="107146"/>
                  <a:pt x="133802" y="106933"/>
                </a:cubicBezTo>
                <a:cubicBezTo>
                  <a:pt x="133680" y="106933"/>
                  <a:pt x="133863" y="108118"/>
                  <a:pt x="133559" y="107906"/>
                </a:cubicBezTo>
                <a:lnTo>
                  <a:pt x="133832" y="101766"/>
                </a:lnTo>
                <a:cubicBezTo>
                  <a:pt x="133832" y="101522"/>
                  <a:pt x="133711" y="101462"/>
                  <a:pt x="133711" y="101158"/>
                </a:cubicBezTo>
                <a:cubicBezTo>
                  <a:pt x="133589" y="101158"/>
                  <a:pt x="133528" y="101492"/>
                  <a:pt x="133346" y="101340"/>
                </a:cubicBezTo>
                <a:cubicBezTo>
                  <a:pt x="133316" y="100367"/>
                  <a:pt x="133164" y="100459"/>
                  <a:pt x="133285" y="99334"/>
                </a:cubicBezTo>
                <a:cubicBezTo>
                  <a:pt x="133103" y="99121"/>
                  <a:pt x="133164" y="99760"/>
                  <a:pt x="133133" y="100124"/>
                </a:cubicBezTo>
                <a:cubicBezTo>
                  <a:pt x="133073" y="100732"/>
                  <a:pt x="133073" y="99760"/>
                  <a:pt x="133103" y="99516"/>
                </a:cubicBezTo>
                <a:cubicBezTo>
                  <a:pt x="133225" y="98149"/>
                  <a:pt x="133103" y="95808"/>
                  <a:pt x="133468" y="95383"/>
                </a:cubicBezTo>
                <a:cubicBezTo>
                  <a:pt x="133285" y="94866"/>
                  <a:pt x="133255" y="94319"/>
                  <a:pt x="133346" y="93772"/>
                </a:cubicBezTo>
                <a:cubicBezTo>
                  <a:pt x="133437" y="93832"/>
                  <a:pt x="133346" y="94379"/>
                  <a:pt x="133437" y="94379"/>
                </a:cubicBezTo>
                <a:cubicBezTo>
                  <a:pt x="133528" y="94379"/>
                  <a:pt x="133498" y="94197"/>
                  <a:pt x="133559" y="94197"/>
                </a:cubicBezTo>
                <a:cubicBezTo>
                  <a:pt x="133559" y="93711"/>
                  <a:pt x="133528" y="93255"/>
                  <a:pt x="133346" y="93194"/>
                </a:cubicBezTo>
                <a:cubicBezTo>
                  <a:pt x="133346" y="91796"/>
                  <a:pt x="133620" y="90732"/>
                  <a:pt x="133498" y="89607"/>
                </a:cubicBezTo>
                <a:cubicBezTo>
                  <a:pt x="133650" y="90641"/>
                  <a:pt x="133680" y="88787"/>
                  <a:pt x="133528" y="88635"/>
                </a:cubicBezTo>
                <a:cubicBezTo>
                  <a:pt x="133589" y="87388"/>
                  <a:pt x="133680" y="85929"/>
                  <a:pt x="133680" y="84866"/>
                </a:cubicBezTo>
                <a:cubicBezTo>
                  <a:pt x="133680" y="81978"/>
                  <a:pt x="134136" y="78270"/>
                  <a:pt x="133924" y="76142"/>
                </a:cubicBezTo>
                <a:cubicBezTo>
                  <a:pt x="133984" y="75777"/>
                  <a:pt x="134045" y="76142"/>
                  <a:pt x="134106" y="76142"/>
                </a:cubicBezTo>
                <a:cubicBezTo>
                  <a:pt x="134106" y="75929"/>
                  <a:pt x="134136" y="75808"/>
                  <a:pt x="134197" y="75777"/>
                </a:cubicBezTo>
                <a:cubicBezTo>
                  <a:pt x="134197" y="75200"/>
                  <a:pt x="134076" y="75291"/>
                  <a:pt x="134106" y="74774"/>
                </a:cubicBezTo>
                <a:cubicBezTo>
                  <a:pt x="134106" y="74410"/>
                  <a:pt x="134258" y="73954"/>
                  <a:pt x="134288" y="73589"/>
                </a:cubicBezTo>
                <a:cubicBezTo>
                  <a:pt x="134228" y="73255"/>
                  <a:pt x="134197" y="72920"/>
                  <a:pt x="134197" y="72586"/>
                </a:cubicBezTo>
                <a:cubicBezTo>
                  <a:pt x="134197" y="72160"/>
                  <a:pt x="134258" y="71978"/>
                  <a:pt x="134410" y="72008"/>
                </a:cubicBezTo>
                <a:cubicBezTo>
                  <a:pt x="134349" y="71583"/>
                  <a:pt x="134167" y="71522"/>
                  <a:pt x="134258" y="70610"/>
                </a:cubicBezTo>
                <a:cubicBezTo>
                  <a:pt x="134349" y="70671"/>
                  <a:pt x="134288" y="71005"/>
                  <a:pt x="134380" y="71036"/>
                </a:cubicBezTo>
                <a:cubicBezTo>
                  <a:pt x="134501" y="70792"/>
                  <a:pt x="134410" y="70185"/>
                  <a:pt x="134501" y="69637"/>
                </a:cubicBezTo>
                <a:cubicBezTo>
                  <a:pt x="134501" y="69577"/>
                  <a:pt x="134623" y="69303"/>
                  <a:pt x="134653" y="69273"/>
                </a:cubicBezTo>
                <a:cubicBezTo>
                  <a:pt x="134744" y="67814"/>
                  <a:pt x="134653" y="66233"/>
                  <a:pt x="134744" y="65291"/>
                </a:cubicBezTo>
                <a:cubicBezTo>
                  <a:pt x="134714" y="65139"/>
                  <a:pt x="134653" y="65017"/>
                  <a:pt x="134562" y="64896"/>
                </a:cubicBezTo>
                <a:cubicBezTo>
                  <a:pt x="134836" y="64136"/>
                  <a:pt x="134714" y="62738"/>
                  <a:pt x="134684" y="61704"/>
                </a:cubicBezTo>
                <a:lnTo>
                  <a:pt x="134866" y="61704"/>
                </a:lnTo>
                <a:cubicBezTo>
                  <a:pt x="134836" y="61279"/>
                  <a:pt x="134866" y="60640"/>
                  <a:pt x="134744" y="60519"/>
                </a:cubicBezTo>
                <a:cubicBezTo>
                  <a:pt x="134836" y="59911"/>
                  <a:pt x="134896" y="60762"/>
                  <a:pt x="134987" y="60731"/>
                </a:cubicBezTo>
                <a:cubicBezTo>
                  <a:pt x="134987" y="60276"/>
                  <a:pt x="134957" y="59789"/>
                  <a:pt x="134866" y="59333"/>
                </a:cubicBezTo>
                <a:cubicBezTo>
                  <a:pt x="134957" y="58391"/>
                  <a:pt x="134957" y="57479"/>
                  <a:pt x="134866" y="56537"/>
                </a:cubicBezTo>
                <a:lnTo>
                  <a:pt x="135018" y="55777"/>
                </a:lnTo>
                <a:cubicBezTo>
                  <a:pt x="134836" y="52646"/>
                  <a:pt x="134866" y="49546"/>
                  <a:pt x="135139" y="46446"/>
                </a:cubicBezTo>
                <a:cubicBezTo>
                  <a:pt x="135109" y="45959"/>
                  <a:pt x="135048" y="45473"/>
                  <a:pt x="135018" y="45047"/>
                </a:cubicBezTo>
                <a:cubicBezTo>
                  <a:pt x="135079" y="44257"/>
                  <a:pt x="135200" y="43649"/>
                  <a:pt x="135231" y="42676"/>
                </a:cubicBezTo>
                <a:lnTo>
                  <a:pt x="135474" y="42707"/>
                </a:lnTo>
                <a:cubicBezTo>
                  <a:pt x="135413" y="41977"/>
                  <a:pt x="135170" y="40762"/>
                  <a:pt x="135474" y="40123"/>
                </a:cubicBezTo>
                <a:cubicBezTo>
                  <a:pt x="135626" y="40366"/>
                  <a:pt x="135443" y="41157"/>
                  <a:pt x="135413" y="41491"/>
                </a:cubicBezTo>
                <a:cubicBezTo>
                  <a:pt x="135443" y="41977"/>
                  <a:pt x="135687" y="41977"/>
                  <a:pt x="135626" y="42707"/>
                </a:cubicBezTo>
                <a:cubicBezTo>
                  <a:pt x="135717" y="42464"/>
                  <a:pt x="135778" y="42190"/>
                  <a:pt x="135778" y="41917"/>
                </a:cubicBezTo>
                <a:cubicBezTo>
                  <a:pt x="135839" y="42585"/>
                  <a:pt x="136143" y="42251"/>
                  <a:pt x="136234" y="42555"/>
                </a:cubicBezTo>
                <a:cubicBezTo>
                  <a:pt x="136477" y="43315"/>
                  <a:pt x="136264" y="44348"/>
                  <a:pt x="136386" y="45351"/>
                </a:cubicBezTo>
                <a:cubicBezTo>
                  <a:pt x="136355" y="45746"/>
                  <a:pt x="136325" y="46202"/>
                  <a:pt x="136173" y="46111"/>
                </a:cubicBezTo>
                <a:cubicBezTo>
                  <a:pt x="136203" y="46385"/>
                  <a:pt x="136234" y="46658"/>
                  <a:pt x="136264" y="46932"/>
                </a:cubicBezTo>
                <a:cubicBezTo>
                  <a:pt x="136355" y="46901"/>
                  <a:pt x="136416" y="46598"/>
                  <a:pt x="136416" y="46142"/>
                </a:cubicBezTo>
                <a:cubicBezTo>
                  <a:pt x="136538" y="46628"/>
                  <a:pt x="136386" y="48026"/>
                  <a:pt x="136325" y="48512"/>
                </a:cubicBezTo>
                <a:cubicBezTo>
                  <a:pt x="136143" y="48269"/>
                  <a:pt x="136173" y="48421"/>
                  <a:pt x="135991" y="48695"/>
                </a:cubicBezTo>
                <a:cubicBezTo>
                  <a:pt x="135991" y="49181"/>
                  <a:pt x="136203" y="49364"/>
                  <a:pt x="135991" y="49880"/>
                </a:cubicBezTo>
                <a:cubicBezTo>
                  <a:pt x="136082" y="49850"/>
                  <a:pt x="136112" y="49941"/>
                  <a:pt x="136112" y="50093"/>
                </a:cubicBezTo>
                <a:cubicBezTo>
                  <a:pt x="136294" y="50063"/>
                  <a:pt x="136082" y="48452"/>
                  <a:pt x="136355" y="48725"/>
                </a:cubicBezTo>
                <a:cubicBezTo>
                  <a:pt x="136355" y="49515"/>
                  <a:pt x="136294" y="50306"/>
                  <a:pt x="136203" y="51096"/>
                </a:cubicBezTo>
                <a:cubicBezTo>
                  <a:pt x="136203" y="51856"/>
                  <a:pt x="136416" y="51126"/>
                  <a:pt x="136507" y="51522"/>
                </a:cubicBezTo>
                <a:cubicBezTo>
                  <a:pt x="136538" y="50914"/>
                  <a:pt x="136386" y="50367"/>
                  <a:pt x="136568" y="49941"/>
                </a:cubicBezTo>
                <a:cubicBezTo>
                  <a:pt x="136659" y="49971"/>
                  <a:pt x="136750" y="50093"/>
                  <a:pt x="136781" y="50367"/>
                </a:cubicBezTo>
                <a:cubicBezTo>
                  <a:pt x="136902" y="50184"/>
                  <a:pt x="136994" y="49971"/>
                  <a:pt x="136994" y="49789"/>
                </a:cubicBezTo>
                <a:cubicBezTo>
                  <a:pt x="136902" y="49060"/>
                  <a:pt x="136811" y="50123"/>
                  <a:pt x="136690" y="49941"/>
                </a:cubicBezTo>
                <a:cubicBezTo>
                  <a:pt x="136720" y="49515"/>
                  <a:pt x="136598" y="49576"/>
                  <a:pt x="136507" y="49546"/>
                </a:cubicBezTo>
                <a:cubicBezTo>
                  <a:pt x="136507" y="49151"/>
                  <a:pt x="136568" y="48756"/>
                  <a:pt x="136629" y="48360"/>
                </a:cubicBezTo>
                <a:cubicBezTo>
                  <a:pt x="136690" y="48421"/>
                  <a:pt x="136659" y="48847"/>
                  <a:pt x="136659" y="49151"/>
                </a:cubicBezTo>
                <a:cubicBezTo>
                  <a:pt x="136933" y="48877"/>
                  <a:pt x="136659" y="48087"/>
                  <a:pt x="136568" y="47753"/>
                </a:cubicBezTo>
                <a:cubicBezTo>
                  <a:pt x="136598" y="47297"/>
                  <a:pt x="136720" y="46810"/>
                  <a:pt x="136902" y="46385"/>
                </a:cubicBezTo>
                <a:cubicBezTo>
                  <a:pt x="136872" y="45990"/>
                  <a:pt x="136568" y="46294"/>
                  <a:pt x="136659" y="45564"/>
                </a:cubicBezTo>
                <a:cubicBezTo>
                  <a:pt x="136720" y="45351"/>
                  <a:pt x="136842" y="45169"/>
                  <a:pt x="136994" y="45017"/>
                </a:cubicBezTo>
                <a:cubicBezTo>
                  <a:pt x="136963" y="44743"/>
                  <a:pt x="136811" y="44743"/>
                  <a:pt x="136781" y="44409"/>
                </a:cubicBezTo>
                <a:cubicBezTo>
                  <a:pt x="136811" y="42524"/>
                  <a:pt x="136994" y="40062"/>
                  <a:pt x="137054" y="37661"/>
                </a:cubicBezTo>
                <a:cubicBezTo>
                  <a:pt x="137085" y="37205"/>
                  <a:pt x="136872" y="37418"/>
                  <a:pt x="136902" y="37053"/>
                </a:cubicBezTo>
                <a:cubicBezTo>
                  <a:pt x="136781" y="37296"/>
                  <a:pt x="136720" y="37570"/>
                  <a:pt x="136750" y="37844"/>
                </a:cubicBezTo>
                <a:cubicBezTo>
                  <a:pt x="136568" y="37266"/>
                  <a:pt x="136325" y="38026"/>
                  <a:pt x="136173" y="38178"/>
                </a:cubicBezTo>
                <a:lnTo>
                  <a:pt x="136173" y="37783"/>
                </a:lnTo>
                <a:lnTo>
                  <a:pt x="136173" y="37418"/>
                </a:lnTo>
                <a:cubicBezTo>
                  <a:pt x="136325" y="37722"/>
                  <a:pt x="136507" y="37600"/>
                  <a:pt x="136538" y="36841"/>
                </a:cubicBezTo>
                <a:cubicBezTo>
                  <a:pt x="136355" y="36689"/>
                  <a:pt x="136446" y="37540"/>
                  <a:pt x="136203" y="37236"/>
                </a:cubicBezTo>
                <a:cubicBezTo>
                  <a:pt x="136355" y="36567"/>
                  <a:pt x="136355" y="35898"/>
                  <a:pt x="136203" y="35260"/>
                </a:cubicBezTo>
                <a:cubicBezTo>
                  <a:pt x="136082" y="35594"/>
                  <a:pt x="136203" y="36020"/>
                  <a:pt x="136173" y="36445"/>
                </a:cubicBezTo>
                <a:cubicBezTo>
                  <a:pt x="136082" y="37023"/>
                  <a:pt x="135991" y="37600"/>
                  <a:pt x="135839" y="38208"/>
                </a:cubicBezTo>
                <a:cubicBezTo>
                  <a:pt x="135778" y="37904"/>
                  <a:pt x="135535" y="37448"/>
                  <a:pt x="135474" y="38148"/>
                </a:cubicBezTo>
                <a:cubicBezTo>
                  <a:pt x="135413" y="37540"/>
                  <a:pt x="135322" y="36932"/>
                  <a:pt x="135231" y="36354"/>
                </a:cubicBezTo>
                <a:cubicBezTo>
                  <a:pt x="135200" y="35807"/>
                  <a:pt x="135352" y="35959"/>
                  <a:pt x="135383" y="35564"/>
                </a:cubicBezTo>
                <a:cubicBezTo>
                  <a:pt x="135413" y="35047"/>
                  <a:pt x="135413" y="34500"/>
                  <a:pt x="135383" y="33983"/>
                </a:cubicBezTo>
                <a:cubicBezTo>
                  <a:pt x="135383" y="33649"/>
                  <a:pt x="135474" y="33649"/>
                  <a:pt x="135474" y="33406"/>
                </a:cubicBezTo>
                <a:cubicBezTo>
                  <a:pt x="135474" y="32707"/>
                  <a:pt x="135413" y="32190"/>
                  <a:pt x="135474" y="31612"/>
                </a:cubicBezTo>
                <a:cubicBezTo>
                  <a:pt x="135565" y="30397"/>
                  <a:pt x="135626" y="27935"/>
                  <a:pt x="135656" y="26658"/>
                </a:cubicBezTo>
                <a:cubicBezTo>
                  <a:pt x="135656" y="26293"/>
                  <a:pt x="135869" y="25685"/>
                  <a:pt x="135656" y="25473"/>
                </a:cubicBezTo>
                <a:cubicBezTo>
                  <a:pt x="135656" y="24925"/>
                  <a:pt x="135808" y="25108"/>
                  <a:pt x="135808" y="24682"/>
                </a:cubicBezTo>
                <a:cubicBezTo>
                  <a:pt x="135869" y="24348"/>
                  <a:pt x="135778" y="24318"/>
                  <a:pt x="135717" y="24287"/>
                </a:cubicBezTo>
                <a:cubicBezTo>
                  <a:pt x="135687" y="23649"/>
                  <a:pt x="135930" y="24014"/>
                  <a:pt x="135930" y="23618"/>
                </a:cubicBezTo>
                <a:cubicBezTo>
                  <a:pt x="135960" y="23436"/>
                  <a:pt x="135960" y="23223"/>
                  <a:pt x="135930" y="23010"/>
                </a:cubicBezTo>
                <a:cubicBezTo>
                  <a:pt x="135930" y="22859"/>
                  <a:pt x="135899" y="22707"/>
                  <a:pt x="135869" y="22555"/>
                </a:cubicBezTo>
                <a:cubicBezTo>
                  <a:pt x="135778" y="22403"/>
                  <a:pt x="135687" y="22494"/>
                  <a:pt x="135626" y="22494"/>
                </a:cubicBezTo>
                <a:cubicBezTo>
                  <a:pt x="135535" y="22251"/>
                  <a:pt x="135443" y="22038"/>
                  <a:pt x="135322" y="21825"/>
                </a:cubicBezTo>
                <a:cubicBezTo>
                  <a:pt x="135109" y="21430"/>
                  <a:pt x="134805" y="21004"/>
                  <a:pt x="134532" y="20518"/>
                </a:cubicBezTo>
                <a:cubicBezTo>
                  <a:pt x="134410" y="20396"/>
                  <a:pt x="134288" y="20305"/>
                  <a:pt x="134167" y="20244"/>
                </a:cubicBezTo>
                <a:cubicBezTo>
                  <a:pt x="133285" y="18725"/>
                  <a:pt x="132465" y="17144"/>
                  <a:pt x="131766" y="15533"/>
                </a:cubicBezTo>
                <a:cubicBezTo>
                  <a:pt x="130884" y="13557"/>
                  <a:pt x="130185" y="11491"/>
                  <a:pt x="129607" y="9393"/>
                </a:cubicBezTo>
                <a:lnTo>
                  <a:pt x="129152" y="7965"/>
                </a:lnTo>
                <a:cubicBezTo>
                  <a:pt x="128969" y="7205"/>
                  <a:pt x="128939" y="6323"/>
                  <a:pt x="128787" y="5776"/>
                </a:cubicBezTo>
                <a:cubicBezTo>
                  <a:pt x="128787" y="6384"/>
                  <a:pt x="128696" y="6354"/>
                  <a:pt x="128604" y="5837"/>
                </a:cubicBezTo>
                <a:lnTo>
                  <a:pt x="128604" y="5776"/>
                </a:lnTo>
                <a:lnTo>
                  <a:pt x="128544" y="5776"/>
                </a:lnTo>
                <a:lnTo>
                  <a:pt x="127358" y="5776"/>
                </a:lnTo>
                <a:lnTo>
                  <a:pt x="126112" y="5776"/>
                </a:lnTo>
                <a:lnTo>
                  <a:pt x="124623" y="5807"/>
                </a:lnTo>
                <a:cubicBezTo>
                  <a:pt x="124319" y="5807"/>
                  <a:pt x="124288" y="5776"/>
                  <a:pt x="124045" y="5776"/>
                </a:cubicBezTo>
                <a:cubicBezTo>
                  <a:pt x="123680" y="5776"/>
                  <a:pt x="123164" y="5867"/>
                  <a:pt x="122677" y="5867"/>
                </a:cubicBezTo>
                <a:cubicBezTo>
                  <a:pt x="122252" y="5867"/>
                  <a:pt x="121917" y="5837"/>
                  <a:pt x="121674" y="5837"/>
                </a:cubicBezTo>
                <a:cubicBezTo>
                  <a:pt x="121097" y="5959"/>
                  <a:pt x="120519" y="6019"/>
                  <a:pt x="119911" y="6050"/>
                </a:cubicBezTo>
                <a:cubicBezTo>
                  <a:pt x="119729" y="6019"/>
                  <a:pt x="119516" y="5989"/>
                  <a:pt x="119334" y="5928"/>
                </a:cubicBezTo>
                <a:cubicBezTo>
                  <a:pt x="119030" y="5959"/>
                  <a:pt x="118695" y="6141"/>
                  <a:pt x="118361" y="6171"/>
                </a:cubicBezTo>
                <a:cubicBezTo>
                  <a:pt x="118239" y="6171"/>
                  <a:pt x="117996" y="6111"/>
                  <a:pt x="117753" y="6141"/>
                </a:cubicBezTo>
                <a:cubicBezTo>
                  <a:pt x="117267" y="6171"/>
                  <a:pt x="116750" y="6323"/>
                  <a:pt x="116203" y="6354"/>
                </a:cubicBezTo>
                <a:cubicBezTo>
                  <a:pt x="115625" y="6384"/>
                  <a:pt x="113559" y="6475"/>
                  <a:pt x="112859" y="6566"/>
                </a:cubicBezTo>
                <a:cubicBezTo>
                  <a:pt x="112647" y="6597"/>
                  <a:pt x="112677" y="6749"/>
                  <a:pt x="112282" y="6718"/>
                </a:cubicBezTo>
                <a:cubicBezTo>
                  <a:pt x="112221" y="6627"/>
                  <a:pt x="112464" y="6597"/>
                  <a:pt x="112464" y="6536"/>
                </a:cubicBezTo>
                <a:cubicBezTo>
                  <a:pt x="112100" y="6536"/>
                  <a:pt x="112039" y="6627"/>
                  <a:pt x="111674" y="6658"/>
                </a:cubicBezTo>
                <a:cubicBezTo>
                  <a:pt x="111644" y="6718"/>
                  <a:pt x="111735" y="6749"/>
                  <a:pt x="111887" y="6749"/>
                </a:cubicBezTo>
                <a:cubicBezTo>
                  <a:pt x="111796" y="6931"/>
                  <a:pt x="111279" y="6810"/>
                  <a:pt x="111492" y="6658"/>
                </a:cubicBezTo>
                <a:cubicBezTo>
                  <a:pt x="111127" y="6749"/>
                  <a:pt x="110732" y="6810"/>
                  <a:pt x="110337" y="6810"/>
                </a:cubicBezTo>
                <a:cubicBezTo>
                  <a:pt x="110185" y="6810"/>
                  <a:pt x="109273" y="7022"/>
                  <a:pt x="108969" y="7053"/>
                </a:cubicBezTo>
                <a:cubicBezTo>
                  <a:pt x="108574" y="7083"/>
                  <a:pt x="108209" y="7053"/>
                  <a:pt x="107783" y="7083"/>
                </a:cubicBezTo>
                <a:cubicBezTo>
                  <a:pt x="106628" y="7235"/>
                  <a:pt x="105139" y="7448"/>
                  <a:pt x="104075" y="7539"/>
                </a:cubicBezTo>
                <a:cubicBezTo>
                  <a:pt x="103589" y="7569"/>
                  <a:pt x="103011" y="7752"/>
                  <a:pt x="102525" y="7813"/>
                </a:cubicBezTo>
                <a:cubicBezTo>
                  <a:pt x="102343" y="7813"/>
                  <a:pt x="102130" y="7813"/>
                  <a:pt x="101947" y="7813"/>
                </a:cubicBezTo>
                <a:cubicBezTo>
                  <a:pt x="101339" y="7843"/>
                  <a:pt x="100792" y="8025"/>
                  <a:pt x="100367" y="8056"/>
                </a:cubicBezTo>
                <a:cubicBezTo>
                  <a:pt x="99972" y="8117"/>
                  <a:pt x="99668" y="8056"/>
                  <a:pt x="99394" y="8056"/>
                </a:cubicBezTo>
                <a:cubicBezTo>
                  <a:pt x="99029" y="8086"/>
                  <a:pt x="98482" y="8117"/>
                  <a:pt x="98239" y="8147"/>
                </a:cubicBezTo>
                <a:cubicBezTo>
                  <a:pt x="98057" y="8177"/>
                  <a:pt x="97722" y="8329"/>
                  <a:pt x="97662" y="8360"/>
                </a:cubicBezTo>
                <a:cubicBezTo>
                  <a:pt x="97449" y="8360"/>
                  <a:pt x="97266" y="8360"/>
                  <a:pt x="97054" y="8360"/>
                </a:cubicBezTo>
                <a:cubicBezTo>
                  <a:pt x="96719" y="8390"/>
                  <a:pt x="96658" y="8481"/>
                  <a:pt x="96294" y="8512"/>
                </a:cubicBezTo>
                <a:cubicBezTo>
                  <a:pt x="95929" y="8573"/>
                  <a:pt x="95534" y="8542"/>
                  <a:pt x="95200" y="8633"/>
                </a:cubicBezTo>
                <a:cubicBezTo>
                  <a:pt x="94652" y="8725"/>
                  <a:pt x="93406" y="9241"/>
                  <a:pt x="92585" y="9393"/>
                </a:cubicBezTo>
                <a:cubicBezTo>
                  <a:pt x="92464" y="9545"/>
                  <a:pt x="91522" y="10001"/>
                  <a:pt x="90823" y="10548"/>
                </a:cubicBezTo>
                <a:cubicBezTo>
                  <a:pt x="90671" y="10700"/>
                  <a:pt x="90367" y="10852"/>
                  <a:pt x="90184" y="11004"/>
                </a:cubicBezTo>
                <a:cubicBezTo>
                  <a:pt x="88938" y="12190"/>
                  <a:pt x="87874" y="14013"/>
                  <a:pt x="86658" y="15442"/>
                </a:cubicBezTo>
                <a:cubicBezTo>
                  <a:pt x="86415" y="15716"/>
                  <a:pt x="86081" y="15898"/>
                  <a:pt x="85898" y="16354"/>
                </a:cubicBezTo>
                <a:cubicBezTo>
                  <a:pt x="85990" y="16354"/>
                  <a:pt x="86172" y="16080"/>
                  <a:pt x="86324" y="15898"/>
                </a:cubicBezTo>
                <a:cubicBezTo>
                  <a:pt x="86142" y="16323"/>
                  <a:pt x="85047" y="17813"/>
                  <a:pt x="84926" y="17570"/>
                </a:cubicBezTo>
                <a:cubicBezTo>
                  <a:pt x="84956" y="17782"/>
                  <a:pt x="84683" y="17995"/>
                  <a:pt x="84287" y="18603"/>
                </a:cubicBezTo>
                <a:cubicBezTo>
                  <a:pt x="84044" y="19150"/>
                  <a:pt x="83710" y="19667"/>
                  <a:pt x="83315" y="20123"/>
                </a:cubicBezTo>
                <a:cubicBezTo>
                  <a:pt x="83163" y="20123"/>
                  <a:pt x="83406" y="19819"/>
                  <a:pt x="83588" y="19576"/>
                </a:cubicBezTo>
                <a:cubicBezTo>
                  <a:pt x="83467" y="19606"/>
                  <a:pt x="83132" y="19789"/>
                  <a:pt x="83558" y="19272"/>
                </a:cubicBezTo>
                <a:cubicBezTo>
                  <a:pt x="83345" y="19272"/>
                  <a:pt x="83345" y="19667"/>
                  <a:pt x="83072" y="19910"/>
                </a:cubicBezTo>
                <a:cubicBezTo>
                  <a:pt x="83132" y="19758"/>
                  <a:pt x="83102" y="19667"/>
                  <a:pt x="83011" y="19606"/>
                </a:cubicBezTo>
                <a:cubicBezTo>
                  <a:pt x="82616" y="20001"/>
                  <a:pt x="82768" y="20062"/>
                  <a:pt x="82464" y="20427"/>
                </a:cubicBezTo>
                <a:cubicBezTo>
                  <a:pt x="82403" y="20093"/>
                  <a:pt x="81856" y="20731"/>
                  <a:pt x="81734" y="21096"/>
                </a:cubicBezTo>
                <a:cubicBezTo>
                  <a:pt x="82038" y="21035"/>
                  <a:pt x="82555" y="20366"/>
                  <a:pt x="82828" y="20457"/>
                </a:cubicBezTo>
                <a:cubicBezTo>
                  <a:pt x="82707" y="20761"/>
                  <a:pt x="82403" y="21217"/>
                  <a:pt x="82403" y="21430"/>
                </a:cubicBezTo>
                <a:cubicBezTo>
                  <a:pt x="82190" y="21612"/>
                  <a:pt x="82069" y="21521"/>
                  <a:pt x="81825" y="21703"/>
                </a:cubicBezTo>
                <a:cubicBezTo>
                  <a:pt x="81491" y="22159"/>
                  <a:pt x="81765" y="22281"/>
                  <a:pt x="82129" y="21703"/>
                </a:cubicBezTo>
                <a:cubicBezTo>
                  <a:pt x="81977" y="22190"/>
                  <a:pt x="81552" y="22555"/>
                  <a:pt x="81066" y="22615"/>
                </a:cubicBezTo>
                <a:cubicBezTo>
                  <a:pt x="80944" y="22980"/>
                  <a:pt x="80458" y="23618"/>
                  <a:pt x="80792" y="23679"/>
                </a:cubicBezTo>
                <a:cubicBezTo>
                  <a:pt x="80640" y="23892"/>
                  <a:pt x="80458" y="24135"/>
                  <a:pt x="80488" y="24196"/>
                </a:cubicBezTo>
                <a:cubicBezTo>
                  <a:pt x="80154" y="24439"/>
                  <a:pt x="79637" y="25199"/>
                  <a:pt x="79424" y="25108"/>
                </a:cubicBezTo>
                <a:cubicBezTo>
                  <a:pt x="79728" y="24682"/>
                  <a:pt x="80002" y="24287"/>
                  <a:pt x="80032" y="24591"/>
                </a:cubicBezTo>
                <a:lnTo>
                  <a:pt x="80640" y="23801"/>
                </a:lnTo>
                <a:cubicBezTo>
                  <a:pt x="80549" y="23527"/>
                  <a:pt x="80002" y="24530"/>
                  <a:pt x="79910" y="24226"/>
                </a:cubicBezTo>
                <a:cubicBezTo>
                  <a:pt x="80062" y="23922"/>
                  <a:pt x="80275" y="23679"/>
                  <a:pt x="80549" y="23466"/>
                </a:cubicBezTo>
                <a:cubicBezTo>
                  <a:pt x="80366" y="23375"/>
                  <a:pt x="79880" y="24044"/>
                  <a:pt x="79667" y="24014"/>
                </a:cubicBezTo>
                <a:cubicBezTo>
                  <a:pt x="79303" y="24500"/>
                  <a:pt x="79303" y="24865"/>
                  <a:pt x="78907" y="25169"/>
                </a:cubicBezTo>
                <a:cubicBezTo>
                  <a:pt x="78695" y="24956"/>
                  <a:pt x="79394" y="23740"/>
                  <a:pt x="79120" y="23801"/>
                </a:cubicBezTo>
                <a:cubicBezTo>
                  <a:pt x="79303" y="23375"/>
                  <a:pt x="79819" y="22980"/>
                  <a:pt x="80154" y="22342"/>
                </a:cubicBezTo>
                <a:cubicBezTo>
                  <a:pt x="80062" y="22676"/>
                  <a:pt x="80214" y="22372"/>
                  <a:pt x="80336" y="22494"/>
                </a:cubicBezTo>
                <a:cubicBezTo>
                  <a:pt x="80914" y="21764"/>
                  <a:pt x="80245" y="21947"/>
                  <a:pt x="80883" y="21156"/>
                </a:cubicBezTo>
                <a:cubicBezTo>
                  <a:pt x="81187" y="20761"/>
                  <a:pt x="81066" y="21004"/>
                  <a:pt x="81096" y="21065"/>
                </a:cubicBezTo>
                <a:cubicBezTo>
                  <a:pt x="81400" y="20761"/>
                  <a:pt x="81187" y="20761"/>
                  <a:pt x="81369" y="20518"/>
                </a:cubicBezTo>
                <a:cubicBezTo>
                  <a:pt x="81856" y="19758"/>
                  <a:pt x="81947" y="20001"/>
                  <a:pt x="82403" y="19333"/>
                </a:cubicBezTo>
                <a:cubicBezTo>
                  <a:pt x="82737" y="18755"/>
                  <a:pt x="82038" y="19576"/>
                  <a:pt x="82038" y="19302"/>
                </a:cubicBezTo>
                <a:cubicBezTo>
                  <a:pt x="82221" y="19272"/>
                  <a:pt x="82616" y="18542"/>
                  <a:pt x="82737" y="18573"/>
                </a:cubicBezTo>
                <a:cubicBezTo>
                  <a:pt x="83011" y="18208"/>
                  <a:pt x="82494" y="18664"/>
                  <a:pt x="82373" y="18785"/>
                </a:cubicBezTo>
                <a:cubicBezTo>
                  <a:pt x="82585" y="18330"/>
                  <a:pt x="83254" y="17691"/>
                  <a:pt x="83467" y="17114"/>
                </a:cubicBezTo>
                <a:cubicBezTo>
                  <a:pt x="83072" y="17266"/>
                  <a:pt x="83132" y="17752"/>
                  <a:pt x="82798" y="18117"/>
                </a:cubicBezTo>
                <a:cubicBezTo>
                  <a:pt x="82616" y="18086"/>
                  <a:pt x="82129" y="18694"/>
                  <a:pt x="82312" y="18208"/>
                </a:cubicBezTo>
                <a:cubicBezTo>
                  <a:pt x="81704" y="18907"/>
                  <a:pt x="81977" y="18968"/>
                  <a:pt x="81461" y="19576"/>
                </a:cubicBezTo>
                <a:cubicBezTo>
                  <a:pt x="81035" y="20123"/>
                  <a:pt x="81248" y="19606"/>
                  <a:pt x="80822" y="20336"/>
                </a:cubicBezTo>
                <a:cubicBezTo>
                  <a:pt x="80610" y="20670"/>
                  <a:pt x="80549" y="20883"/>
                  <a:pt x="80306" y="21187"/>
                </a:cubicBezTo>
                <a:cubicBezTo>
                  <a:pt x="79971" y="21521"/>
                  <a:pt x="79637" y="21825"/>
                  <a:pt x="79333" y="22190"/>
                </a:cubicBezTo>
                <a:cubicBezTo>
                  <a:pt x="78999" y="22767"/>
                  <a:pt x="79698" y="21764"/>
                  <a:pt x="79607" y="22159"/>
                </a:cubicBezTo>
                <a:cubicBezTo>
                  <a:pt x="79303" y="22889"/>
                  <a:pt x="78026" y="24044"/>
                  <a:pt x="78026" y="24439"/>
                </a:cubicBezTo>
                <a:cubicBezTo>
                  <a:pt x="77661" y="24743"/>
                  <a:pt x="77357" y="25077"/>
                  <a:pt x="77114" y="25473"/>
                </a:cubicBezTo>
                <a:cubicBezTo>
                  <a:pt x="77053" y="24986"/>
                  <a:pt x="77874" y="24682"/>
                  <a:pt x="78026" y="24166"/>
                </a:cubicBezTo>
                <a:cubicBezTo>
                  <a:pt x="77418" y="24561"/>
                  <a:pt x="76719" y="25229"/>
                  <a:pt x="76111" y="25685"/>
                </a:cubicBezTo>
                <a:cubicBezTo>
                  <a:pt x="75837" y="26384"/>
                  <a:pt x="76689" y="25473"/>
                  <a:pt x="76992" y="25138"/>
                </a:cubicBezTo>
                <a:cubicBezTo>
                  <a:pt x="77114" y="25351"/>
                  <a:pt x="76081" y="26384"/>
                  <a:pt x="76567" y="26324"/>
                </a:cubicBezTo>
                <a:cubicBezTo>
                  <a:pt x="76354" y="26597"/>
                  <a:pt x="76233" y="26719"/>
                  <a:pt x="76111" y="26719"/>
                </a:cubicBezTo>
                <a:cubicBezTo>
                  <a:pt x="76050" y="27084"/>
                  <a:pt x="75412" y="27843"/>
                  <a:pt x="74895" y="28542"/>
                </a:cubicBezTo>
                <a:cubicBezTo>
                  <a:pt x="74834" y="28421"/>
                  <a:pt x="75412" y="27813"/>
                  <a:pt x="75230" y="27783"/>
                </a:cubicBezTo>
                <a:cubicBezTo>
                  <a:pt x="74926" y="28056"/>
                  <a:pt x="74591" y="28421"/>
                  <a:pt x="74257" y="28755"/>
                </a:cubicBezTo>
                <a:cubicBezTo>
                  <a:pt x="73953" y="29181"/>
                  <a:pt x="74196" y="29211"/>
                  <a:pt x="74318" y="29333"/>
                </a:cubicBezTo>
                <a:cubicBezTo>
                  <a:pt x="73983" y="29667"/>
                  <a:pt x="73497" y="30518"/>
                  <a:pt x="73315" y="30549"/>
                </a:cubicBezTo>
                <a:cubicBezTo>
                  <a:pt x="73041" y="30397"/>
                  <a:pt x="73892" y="29910"/>
                  <a:pt x="73923" y="29515"/>
                </a:cubicBezTo>
                <a:cubicBezTo>
                  <a:pt x="73375" y="29789"/>
                  <a:pt x="73284" y="30488"/>
                  <a:pt x="72798" y="30913"/>
                </a:cubicBezTo>
                <a:cubicBezTo>
                  <a:pt x="72889" y="31005"/>
                  <a:pt x="73071" y="30792"/>
                  <a:pt x="73132" y="30913"/>
                </a:cubicBezTo>
                <a:lnTo>
                  <a:pt x="72068" y="32342"/>
                </a:lnTo>
                <a:cubicBezTo>
                  <a:pt x="71582" y="32737"/>
                  <a:pt x="72919" y="31217"/>
                  <a:pt x="72615" y="31248"/>
                </a:cubicBezTo>
                <a:cubicBezTo>
                  <a:pt x="72220" y="31552"/>
                  <a:pt x="71825" y="32464"/>
                  <a:pt x="71369" y="33041"/>
                </a:cubicBezTo>
                <a:cubicBezTo>
                  <a:pt x="72160" y="32312"/>
                  <a:pt x="70792" y="33983"/>
                  <a:pt x="70427" y="34561"/>
                </a:cubicBezTo>
                <a:cubicBezTo>
                  <a:pt x="70032" y="34956"/>
                  <a:pt x="70974" y="33710"/>
                  <a:pt x="71187" y="33436"/>
                </a:cubicBezTo>
                <a:cubicBezTo>
                  <a:pt x="70822" y="33497"/>
                  <a:pt x="70275" y="34622"/>
                  <a:pt x="70062" y="35017"/>
                </a:cubicBezTo>
                <a:cubicBezTo>
                  <a:pt x="69637" y="35351"/>
                  <a:pt x="68755" y="36506"/>
                  <a:pt x="68634" y="37114"/>
                </a:cubicBezTo>
                <a:cubicBezTo>
                  <a:pt x="68877" y="36962"/>
                  <a:pt x="69363" y="35959"/>
                  <a:pt x="69728" y="35503"/>
                </a:cubicBezTo>
                <a:cubicBezTo>
                  <a:pt x="69849" y="35564"/>
                  <a:pt x="69363" y="36111"/>
                  <a:pt x="69242" y="36354"/>
                </a:cubicBezTo>
                <a:cubicBezTo>
                  <a:pt x="68877" y="36962"/>
                  <a:pt x="68421" y="37631"/>
                  <a:pt x="68421" y="37904"/>
                </a:cubicBezTo>
                <a:cubicBezTo>
                  <a:pt x="67752" y="38755"/>
                  <a:pt x="67448" y="39515"/>
                  <a:pt x="66840" y="40762"/>
                </a:cubicBezTo>
                <a:cubicBezTo>
                  <a:pt x="66780" y="40944"/>
                  <a:pt x="66901" y="40944"/>
                  <a:pt x="66810" y="41157"/>
                </a:cubicBezTo>
                <a:cubicBezTo>
                  <a:pt x="66628" y="41643"/>
                  <a:pt x="66506" y="41704"/>
                  <a:pt x="66384" y="41582"/>
                </a:cubicBezTo>
                <a:cubicBezTo>
                  <a:pt x="66324" y="41917"/>
                  <a:pt x="66232" y="42190"/>
                  <a:pt x="66141" y="42464"/>
                </a:cubicBezTo>
                <a:cubicBezTo>
                  <a:pt x="66050" y="42707"/>
                  <a:pt x="65928" y="43041"/>
                  <a:pt x="65837" y="43315"/>
                </a:cubicBezTo>
                <a:cubicBezTo>
                  <a:pt x="65624" y="43892"/>
                  <a:pt x="65473" y="44500"/>
                  <a:pt x="65412" y="45108"/>
                </a:cubicBezTo>
                <a:lnTo>
                  <a:pt x="65412" y="45108"/>
                </a:lnTo>
                <a:cubicBezTo>
                  <a:pt x="65351" y="45199"/>
                  <a:pt x="65260" y="45139"/>
                  <a:pt x="65260" y="45139"/>
                </a:cubicBezTo>
                <a:cubicBezTo>
                  <a:pt x="65290" y="45078"/>
                  <a:pt x="65290" y="45047"/>
                  <a:pt x="65290" y="44987"/>
                </a:cubicBezTo>
                <a:cubicBezTo>
                  <a:pt x="65290" y="44895"/>
                  <a:pt x="65290" y="44774"/>
                  <a:pt x="65260" y="44683"/>
                </a:cubicBezTo>
                <a:cubicBezTo>
                  <a:pt x="65229" y="44743"/>
                  <a:pt x="65229" y="44835"/>
                  <a:pt x="65199" y="44895"/>
                </a:cubicBezTo>
                <a:cubicBezTo>
                  <a:pt x="65199" y="44926"/>
                  <a:pt x="65169" y="44956"/>
                  <a:pt x="65169" y="44987"/>
                </a:cubicBezTo>
                <a:lnTo>
                  <a:pt x="65047" y="44987"/>
                </a:lnTo>
                <a:cubicBezTo>
                  <a:pt x="64986" y="44987"/>
                  <a:pt x="64895" y="45017"/>
                  <a:pt x="64834" y="45017"/>
                </a:cubicBezTo>
                <a:cubicBezTo>
                  <a:pt x="64591" y="45139"/>
                  <a:pt x="64713" y="45260"/>
                  <a:pt x="64986" y="45169"/>
                </a:cubicBezTo>
                <a:cubicBezTo>
                  <a:pt x="64591" y="45564"/>
                  <a:pt x="63558" y="45777"/>
                  <a:pt x="62767" y="46142"/>
                </a:cubicBezTo>
                <a:cubicBezTo>
                  <a:pt x="62767" y="46233"/>
                  <a:pt x="62798" y="46324"/>
                  <a:pt x="63071" y="46233"/>
                </a:cubicBezTo>
                <a:cubicBezTo>
                  <a:pt x="62555" y="46537"/>
                  <a:pt x="61947" y="46567"/>
                  <a:pt x="61308" y="46932"/>
                </a:cubicBezTo>
                <a:cubicBezTo>
                  <a:pt x="61703" y="46658"/>
                  <a:pt x="61278" y="46567"/>
                  <a:pt x="60822" y="46689"/>
                </a:cubicBezTo>
                <a:cubicBezTo>
                  <a:pt x="60913" y="46476"/>
                  <a:pt x="61248" y="46628"/>
                  <a:pt x="61582" y="46446"/>
                </a:cubicBezTo>
                <a:cubicBezTo>
                  <a:pt x="61582" y="46294"/>
                  <a:pt x="61369" y="46294"/>
                  <a:pt x="60974" y="46446"/>
                </a:cubicBezTo>
                <a:cubicBezTo>
                  <a:pt x="60184" y="46780"/>
                  <a:pt x="61156" y="46719"/>
                  <a:pt x="60731" y="46993"/>
                </a:cubicBezTo>
                <a:cubicBezTo>
                  <a:pt x="60001" y="47145"/>
                  <a:pt x="59302" y="47327"/>
                  <a:pt x="58633" y="47601"/>
                </a:cubicBezTo>
                <a:lnTo>
                  <a:pt x="58603" y="47418"/>
                </a:lnTo>
                <a:cubicBezTo>
                  <a:pt x="57661" y="47753"/>
                  <a:pt x="57448" y="48057"/>
                  <a:pt x="56415" y="48421"/>
                </a:cubicBezTo>
                <a:cubicBezTo>
                  <a:pt x="56627" y="48148"/>
                  <a:pt x="56080" y="48391"/>
                  <a:pt x="55989" y="48360"/>
                </a:cubicBezTo>
                <a:cubicBezTo>
                  <a:pt x="55837" y="48330"/>
                  <a:pt x="56019" y="48087"/>
                  <a:pt x="55533" y="48269"/>
                </a:cubicBezTo>
                <a:cubicBezTo>
                  <a:pt x="54986" y="48634"/>
                  <a:pt x="56263" y="48178"/>
                  <a:pt x="56050" y="48543"/>
                </a:cubicBezTo>
                <a:cubicBezTo>
                  <a:pt x="55320" y="48847"/>
                  <a:pt x="55442" y="48512"/>
                  <a:pt x="54682" y="48847"/>
                </a:cubicBezTo>
                <a:cubicBezTo>
                  <a:pt x="54439" y="48968"/>
                  <a:pt x="54712" y="48968"/>
                  <a:pt x="54895" y="48908"/>
                </a:cubicBezTo>
                <a:cubicBezTo>
                  <a:pt x="54560" y="49212"/>
                  <a:pt x="54074" y="49120"/>
                  <a:pt x="53588" y="49303"/>
                </a:cubicBezTo>
                <a:cubicBezTo>
                  <a:pt x="53101" y="49485"/>
                  <a:pt x="52615" y="49789"/>
                  <a:pt x="52129" y="50002"/>
                </a:cubicBezTo>
                <a:cubicBezTo>
                  <a:pt x="51703" y="50123"/>
                  <a:pt x="51247" y="50275"/>
                  <a:pt x="50852" y="50488"/>
                </a:cubicBezTo>
                <a:cubicBezTo>
                  <a:pt x="50761" y="50397"/>
                  <a:pt x="50974" y="50306"/>
                  <a:pt x="50974" y="50215"/>
                </a:cubicBezTo>
                <a:cubicBezTo>
                  <a:pt x="50396" y="50427"/>
                  <a:pt x="50305" y="50701"/>
                  <a:pt x="49880" y="50701"/>
                </a:cubicBezTo>
                <a:cubicBezTo>
                  <a:pt x="49788" y="50579"/>
                  <a:pt x="50396" y="50427"/>
                  <a:pt x="50396" y="50336"/>
                </a:cubicBezTo>
                <a:cubicBezTo>
                  <a:pt x="49667" y="50519"/>
                  <a:pt x="49910" y="50671"/>
                  <a:pt x="49302" y="50883"/>
                </a:cubicBezTo>
                <a:cubicBezTo>
                  <a:pt x="49484" y="50974"/>
                  <a:pt x="50123" y="50731"/>
                  <a:pt x="50153" y="50944"/>
                </a:cubicBezTo>
                <a:cubicBezTo>
                  <a:pt x="50031" y="50974"/>
                  <a:pt x="49545" y="51218"/>
                  <a:pt x="49424" y="51218"/>
                </a:cubicBezTo>
                <a:cubicBezTo>
                  <a:pt x="49302" y="51218"/>
                  <a:pt x="49667" y="51035"/>
                  <a:pt x="49576" y="51035"/>
                </a:cubicBezTo>
                <a:cubicBezTo>
                  <a:pt x="48907" y="51066"/>
                  <a:pt x="48238" y="51218"/>
                  <a:pt x="47630" y="51461"/>
                </a:cubicBezTo>
                <a:cubicBezTo>
                  <a:pt x="47144" y="51704"/>
                  <a:pt x="48238" y="51370"/>
                  <a:pt x="47691" y="51674"/>
                </a:cubicBezTo>
                <a:lnTo>
                  <a:pt x="46384" y="52130"/>
                </a:lnTo>
                <a:lnTo>
                  <a:pt x="46323" y="51947"/>
                </a:lnTo>
                <a:cubicBezTo>
                  <a:pt x="45898" y="52038"/>
                  <a:pt x="45898" y="52130"/>
                  <a:pt x="45563" y="52251"/>
                </a:cubicBezTo>
                <a:cubicBezTo>
                  <a:pt x="44925" y="52464"/>
                  <a:pt x="44803" y="52312"/>
                  <a:pt x="44499" y="52737"/>
                </a:cubicBezTo>
                <a:cubicBezTo>
                  <a:pt x="44895" y="52646"/>
                  <a:pt x="45776" y="52464"/>
                  <a:pt x="44743" y="52889"/>
                </a:cubicBezTo>
                <a:cubicBezTo>
                  <a:pt x="45107" y="52889"/>
                  <a:pt x="46171" y="52373"/>
                  <a:pt x="46810" y="52160"/>
                </a:cubicBezTo>
                <a:cubicBezTo>
                  <a:pt x="46931" y="52342"/>
                  <a:pt x="46019" y="52585"/>
                  <a:pt x="45533" y="52798"/>
                </a:cubicBezTo>
                <a:lnTo>
                  <a:pt x="43892" y="53437"/>
                </a:lnTo>
                <a:lnTo>
                  <a:pt x="43800" y="53133"/>
                </a:lnTo>
                <a:cubicBezTo>
                  <a:pt x="43040" y="53437"/>
                  <a:pt x="42828" y="53649"/>
                  <a:pt x="43162" y="53740"/>
                </a:cubicBezTo>
                <a:lnTo>
                  <a:pt x="42037" y="54166"/>
                </a:lnTo>
                <a:cubicBezTo>
                  <a:pt x="42098" y="54075"/>
                  <a:pt x="42341" y="53953"/>
                  <a:pt x="42372" y="53832"/>
                </a:cubicBezTo>
                <a:cubicBezTo>
                  <a:pt x="41521" y="54227"/>
                  <a:pt x="41186" y="54196"/>
                  <a:pt x="40305" y="54592"/>
                </a:cubicBezTo>
                <a:cubicBezTo>
                  <a:pt x="40335" y="54531"/>
                  <a:pt x="40487" y="54470"/>
                  <a:pt x="40457" y="54409"/>
                </a:cubicBezTo>
                <a:cubicBezTo>
                  <a:pt x="39028" y="54926"/>
                  <a:pt x="38268" y="55321"/>
                  <a:pt x="36961" y="55777"/>
                </a:cubicBezTo>
                <a:cubicBezTo>
                  <a:pt x="36870" y="56051"/>
                  <a:pt x="36353" y="56355"/>
                  <a:pt x="35381" y="56689"/>
                </a:cubicBezTo>
                <a:cubicBezTo>
                  <a:pt x="35533" y="56902"/>
                  <a:pt x="36414" y="56203"/>
                  <a:pt x="36901" y="56203"/>
                </a:cubicBezTo>
                <a:cubicBezTo>
                  <a:pt x="36657" y="56476"/>
                  <a:pt x="35533" y="56810"/>
                  <a:pt x="34925" y="57084"/>
                </a:cubicBezTo>
                <a:cubicBezTo>
                  <a:pt x="34834" y="57023"/>
                  <a:pt x="35016" y="56932"/>
                  <a:pt x="35259" y="56810"/>
                </a:cubicBezTo>
                <a:cubicBezTo>
                  <a:pt x="34590" y="57023"/>
                  <a:pt x="35198" y="56598"/>
                  <a:pt x="34773" y="56689"/>
                </a:cubicBezTo>
                <a:cubicBezTo>
                  <a:pt x="33922" y="56993"/>
                  <a:pt x="35077" y="56719"/>
                  <a:pt x="34469" y="56993"/>
                </a:cubicBezTo>
                <a:cubicBezTo>
                  <a:pt x="33679" y="57418"/>
                  <a:pt x="33983" y="56932"/>
                  <a:pt x="33131" y="57358"/>
                </a:cubicBezTo>
                <a:cubicBezTo>
                  <a:pt x="32797" y="57510"/>
                  <a:pt x="33496" y="57479"/>
                  <a:pt x="33071" y="57753"/>
                </a:cubicBezTo>
                <a:cubicBezTo>
                  <a:pt x="32554" y="57783"/>
                  <a:pt x="31551" y="58513"/>
                  <a:pt x="31916" y="58087"/>
                </a:cubicBezTo>
                <a:cubicBezTo>
                  <a:pt x="31095" y="58543"/>
                  <a:pt x="30274" y="58938"/>
                  <a:pt x="29393" y="59242"/>
                </a:cubicBezTo>
                <a:cubicBezTo>
                  <a:pt x="29241" y="59607"/>
                  <a:pt x="30213" y="59060"/>
                  <a:pt x="30730" y="58847"/>
                </a:cubicBezTo>
                <a:cubicBezTo>
                  <a:pt x="30669" y="59151"/>
                  <a:pt x="29970" y="59242"/>
                  <a:pt x="29484" y="59455"/>
                </a:cubicBezTo>
                <a:cubicBezTo>
                  <a:pt x="29150" y="59668"/>
                  <a:pt x="28785" y="59880"/>
                  <a:pt x="28420" y="60032"/>
                </a:cubicBezTo>
                <a:cubicBezTo>
                  <a:pt x="28177" y="59941"/>
                  <a:pt x="28603" y="59728"/>
                  <a:pt x="29089" y="59546"/>
                </a:cubicBezTo>
                <a:cubicBezTo>
                  <a:pt x="29028" y="59424"/>
                  <a:pt x="28572" y="59637"/>
                  <a:pt x="28147" y="59820"/>
                </a:cubicBezTo>
                <a:cubicBezTo>
                  <a:pt x="28177" y="59637"/>
                  <a:pt x="28299" y="59516"/>
                  <a:pt x="27843" y="59607"/>
                </a:cubicBezTo>
                <a:cubicBezTo>
                  <a:pt x="27630" y="59759"/>
                  <a:pt x="28147" y="59759"/>
                  <a:pt x="27599" y="60063"/>
                </a:cubicBezTo>
                <a:cubicBezTo>
                  <a:pt x="27447" y="60306"/>
                  <a:pt x="28451" y="59941"/>
                  <a:pt x="27873" y="60276"/>
                </a:cubicBezTo>
                <a:cubicBezTo>
                  <a:pt x="27417" y="60488"/>
                  <a:pt x="27660" y="60336"/>
                  <a:pt x="27660" y="60245"/>
                </a:cubicBezTo>
                <a:cubicBezTo>
                  <a:pt x="26748" y="60701"/>
                  <a:pt x="26536" y="60762"/>
                  <a:pt x="25593" y="61248"/>
                </a:cubicBezTo>
                <a:cubicBezTo>
                  <a:pt x="25411" y="60975"/>
                  <a:pt x="26475" y="60853"/>
                  <a:pt x="26353" y="60640"/>
                </a:cubicBezTo>
                <a:cubicBezTo>
                  <a:pt x="25897" y="60640"/>
                  <a:pt x="25837" y="60853"/>
                  <a:pt x="25259" y="61066"/>
                </a:cubicBezTo>
                <a:cubicBezTo>
                  <a:pt x="24894" y="61279"/>
                  <a:pt x="25350" y="61248"/>
                  <a:pt x="25350" y="61218"/>
                </a:cubicBezTo>
                <a:cubicBezTo>
                  <a:pt x="25320" y="61491"/>
                  <a:pt x="24773" y="61522"/>
                  <a:pt x="25016" y="61735"/>
                </a:cubicBezTo>
                <a:cubicBezTo>
                  <a:pt x="24408" y="62069"/>
                  <a:pt x="24195" y="62525"/>
                  <a:pt x="23739" y="62738"/>
                </a:cubicBezTo>
                <a:cubicBezTo>
                  <a:pt x="23526" y="63133"/>
                  <a:pt x="23283" y="63498"/>
                  <a:pt x="22979" y="63832"/>
                </a:cubicBezTo>
                <a:cubicBezTo>
                  <a:pt x="22584" y="64440"/>
                  <a:pt x="22219" y="65078"/>
                  <a:pt x="21885" y="65716"/>
                </a:cubicBezTo>
                <a:cubicBezTo>
                  <a:pt x="21520" y="66476"/>
                  <a:pt x="21520" y="66567"/>
                  <a:pt x="21095" y="67084"/>
                </a:cubicBezTo>
                <a:cubicBezTo>
                  <a:pt x="21004" y="67267"/>
                  <a:pt x="21125" y="67267"/>
                  <a:pt x="21004" y="67479"/>
                </a:cubicBezTo>
                <a:cubicBezTo>
                  <a:pt x="19727" y="69698"/>
                  <a:pt x="19210" y="71127"/>
                  <a:pt x="18086" y="72890"/>
                </a:cubicBezTo>
                <a:cubicBezTo>
                  <a:pt x="17994" y="73103"/>
                  <a:pt x="18116" y="73072"/>
                  <a:pt x="17994" y="73315"/>
                </a:cubicBezTo>
                <a:cubicBezTo>
                  <a:pt x="17812" y="73741"/>
                  <a:pt x="17690" y="73619"/>
                  <a:pt x="17478" y="74136"/>
                </a:cubicBezTo>
                <a:cubicBezTo>
                  <a:pt x="17174" y="74227"/>
                  <a:pt x="17508" y="73680"/>
                  <a:pt x="17478" y="73467"/>
                </a:cubicBezTo>
                <a:cubicBezTo>
                  <a:pt x="17934" y="73042"/>
                  <a:pt x="18268" y="72525"/>
                  <a:pt x="18420" y="71947"/>
                </a:cubicBezTo>
                <a:cubicBezTo>
                  <a:pt x="18207" y="71947"/>
                  <a:pt x="18055" y="72586"/>
                  <a:pt x="17751" y="72920"/>
                </a:cubicBezTo>
                <a:cubicBezTo>
                  <a:pt x="17690" y="73011"/>
                  <a:pt x="17569" y="72920"/>
                  <a:pt x="17508" y="73011"/>
                </a:cubicBezTo>
                <a:cubicBezTo>
                  <a:pt x="17295" y="73285"/>
                  <a:pt x="17143" y="73680"/>
                  <a:pt x="16900" y="74014"/>
                </a:cubicBezTo>
                <a:cubicBezTo>
                  <a:pt x="16961" y="74349"/>
                  <a:pt x="17235" y="73467"/>
                  <a:pt x="17295" y="73802"/>
                </a:cubicBezTo>
                <a:cubicBezTo>
                  <a:pt x="17235" y="74106"/>
                  <a:pt x="16748" y="75230"/>
                  <a:pt x="17295" y="74470"/>
                </a:cubicBezTo>
                <a:cubicBezTo>
                  <a:pt x="17326" y="74622"/>
                  <a:pt x="16566" y="76142"/>
                  <a:pt x="16475" y="75838"/>
                </a:cubicBezTo>
                <a:cubicBezTo>
                  <a:pt x="16201" y="76841"/>
                  <a:pt x="15350" y="78087"/>
                  <a:pt x="14560" y="79546"/>
                </a:cubicBezTo>
                <a:cubicBezTo>
                  <a:pt x="13709" y="81157"/>
                  <a:pt x="12706" y="83163"/>
                  <a:pt x="12037" y="84471"/>
                </a:cubicBezTo>
                <a:cubicBezTo>
                  <a:pt x="11824" y="84987"/>
                  <a:pt x="11733" y="84774"/>
                  <a:pt x="11551" y="85109"/>
                </a:cubicBezTo>
                <a:cubicBezTo>
                  <a:pt x="11429" y="85413"/>
                  <a:pt x="11277" y="85717"/>
                  <a:pt x="11095" y="85990"/>
                </a:cubicBezTo>
                <a:cubicBezTo>
                  <a:pt x="10943" y="86294"/>
                  <a:pt x="11125" y="86355"/>
                  <a:pt x="10699" y="86933"/>
                </a:cubicBezTo>
                <a:cubicBezTo>
                  <a:pt x="10365" y="87145"/>
                  <a:pt x="10760" y="86568"/>
                  <a:pt x="10821" y="86294"/>
                </a:cubicBezTo>
                <a:cubicBezTo>
                  <a:pt x="10851" y="86173"/>
                  <a:pt x="10821" y="85990"/>
                  <a:pt x="10851" y="85869"/>
                </a:cubicBezTo>
                <a:cubicBezTo>
                  <a:pt x="10943" y="85626"/>
                  <a:pt x="11551" y="84957"/>
                  <a:pt x="11277" y="84957"/>
                </a:cubicBezTo>
                <a:cubicBezTo>
                  <a:pt x="11155" y="84957"/>
                  <a:pt x="11186" y="85230"/>
                  <a:pt x="11003" y="85474"/>
                </a:cubicBezTo>
                <a:cubicBezTo>
                  <a:pt x="10943" y="85534"/>
                  <a:pt x="10669" y="85443"/>
                  <a:pt x="10456" y="86081"/>
                </a:cubicBezTo>
                <a:cubicBezTo>
                  <a:pt x="10547" y="86233"/>
                  <a:pt x="10851" y="85261"/>
                  <a:pt x="10912" y="85656"/>
                </a:cubicBezTo>
                <a:cubicBezTo>
                  <a:pt x="10517" y="86507"/>
                  <a:pt x="9757" y="87449"/>
                  <a:pt x="9392" y="88209"/>
                </a:cubicBezTo>
                <a:cubicBezTo>
                  <a:pt x="9575" y="88300"/>
                  <a:pt x="10031" y="87085"/>
                  <a:pt x="10304" y="86902"/>
                </a:cubicBezTo>
                <a:cubicBezTo>
                  <a:pt x="10639" y="86781"/>
                  <a:pt x="10274" y="87388"/>
                  <a:pt x="10426" y="87449"/>
                </a:cubicBezTo>
                <a:cubicBezTo>
                  <a:pt x="9666" y="88969"/>
                  <a:pt x="8815" y="90458"/>
                  <a:pt x="7903" y="91917"/>
                </a:cubicBezTo>
                <a:cubicBezTo>
                  <a:pt x="7478" y="93072"/>
                  <a:pt x="7022" y="94197"/>
                  <a:pt x="6474" y="95291"/>
                </a:cubicBezTo>
                <a:cubicBezTo>
                  <a:pt x="6626" y="95504"/>
                  <a:pt x="6809" y="95200"/>
                  <a:pt x="7022" y="94714"/>
                </a:cubicBezTo>
                <a:cubicBezTo>
                  <a:pt x="7143" y="94835"/>
                  <a:pt x="6778" y="95504"/>
                  <a:pt x="6870" y="95656"/>
                </a:cubicBezTo>
                <a:cubicBezTo>
                  <a:pt x="7082" y="95717"/>
                  <a:pt x="7052" y="95170"/>
                  <a:pt x="7143" y="94957"/>
                </a:cubicBezTo>
                <a:cubicBezTo>
                  <a:pt x="7356" y="94379"/>
                  <a:pt x="7690" y="93832"/>
                  <a:pt x="8055" y="93103"/>
                </a:cubicBezTo>
                <a:cubicBezTo>
                  <a:pt x="8116" y="92920"/>
                  <a:pt x="7994" y="92920"/>
                  <a:pt x="8116" y="92708"/>
                </a:cubicBezTo>
                <a:cubicBezTo>
                  <a:pt x="8298" y="92282"/>
                  <a:pt x="8541" y="91917"/>
                  <a:pt x="8845" y="91553"/>
                </a:cubicBezTo>
                <a:cubicBezTo>
                  <a:pt x="9028" y="91158"/>
                  <a:pt x="8663" y="91735"/>
                  <a:pt x="8785" y="91310"/>
                </a:cubicBezTo>
                <a:cubicBezTo>
                  <a:pt x="9544" y="90154"/>
                  <a:pt x="10031" y="88726"/>
                  <a:pt x="10791" y="87662"/>
                </a:cubicBezTo>
                <a:cubicBezTo>
                  <a:pt x="10730" y="88240"/>
                  <a:pt x="11459" y="86781"/>
                  <a:pt x="11672" y="86811"/>
                </a:cubicBezTo>
                <a:cubicBezTo>
                  <a:pt x="11946" y="86355"/>
                  <a:pt x="11307" y="86811"/>
                  <a:pt x="11763" y="86173"/>
                </a:cubicBezTo>
                <a:cubicBezTo>
                  <a:pt x="11672" y="86173"/>
                  <a:pt x="11551" y="86446"/>
                  <a:pt x="11429" y="86659"/>
                </a:cubicBezTo>
                <a:cubicBezTo>
                  <a:pt x="11064" y="87176"/>
                  <a:pt x="11520" y="86294"/>
                  <a:pt x="11642" y="86112"/>
                </a:cubicBezTo>
                <a:cubicBezTo>
                  <a:pt x="11946" y="85747"/>
                  <a:pt x="12219" y="85352"/>
                  <a:pt x="12462" y="84957"/>
                </a:cubicBezTo>
                <a:cubicBezTo>
                  <a:pt x="12402" y="84683"/>
                  <a:pt x="12158" y="85291"/>
                  <a:pt x="11976" y="85595"/>
                </a:cubicBezTo>
                <a:cubicBezTo>
                  <a:pt x="11824" y="85474"/>
                  <a:pt x="12219" y="85048"/>
                  <a:pt x="12402" y="84683"/>
                </a:cubicBezTo>
                <a:cubicBezTo>
                  <a:pt x="12766" y="83954"/>
                  <a:pt x="13283" y="82799"/>
                  <a:pt x="13861" y="81856"/>
                </a:cubicBezTo>
                <a:cubicBezTo>
                  <a:pt x="14013" y="81856"/>
                  <a:pt x="13830" y="82191"/>
                  <a:pt x="13678" y="82464"/>
                </a:cubicBezTo>
                <a:cubicBezTo>
                  <a:pt x="14104" y="82282"/>
                  <a:pt x="14195" y="81461"/>
                  <a:pt x="14225" y="81157"/>
                </a:cubicBezTo>
                <a:cubicBezTo>
                  <a:pt x="14985" y="79759"/>
                  <a:pt x="15320" y="79790"/>
                  <a:pt x="15928" y="78513"/>
                </a:cubicBezTo>
                <a:cubicBezTo>
                  <a:pt x="15806" y="78239"/>
                  <a:pt x="15441" y="79303"/>
                  <a:pt x="15168" y="79638"/>
                </a:cubicBezTo>
                <a:cubicBezTo>
                  <a:pt x="15624" y="78148"/>
                  <a:pt x="16839" y="76598"/>
                  <a:pt x="17387" y="75443"/>
                </a:cubicBezTo>
                <a:cubicBezTo>
                  <a:pt x="17417" y="75291"/>
                  <a:pt x="17447" y="75169"/>
                  <a:pt x="17478" y="75017"/>
                </a:cubicBezTo>
                <a:cubicBezTo>
                  <a:pt x="17599" y="74744"/>
                  <a:pt x="17569" y="75109"/>
                  <a:pt x="17569" y="75078"/>
                </a:cubicBezTo>
                <a:cubicBezTo>
                  <a:pt x="17751" y="74744"/>
                  <a:pt x="17873" y="74288"/>
                  <a:pt x="18025" y="73984"/>
                </a:cubicBezTo>
                <a:cubicBezTo>
                  <a:pt x="18390" y="73285"/>
                  <a:pt x="18663" y="73224"/>
                  <a:pt x="18937" y="72677"/>
                </a:cubicBezTo>
                <a:cubicBezTo>
                  <a:pt x="19028" y="72464"/>
                  <a:pt x="18906" y="72464"/>
                  <a:pt x="18876" y="72403"/>
                </a:cubicBezTo>
                <a:cubicBezTo>
                  <a:pt x="19818" y="70792"/>
                  <a:pt x="20396" y="69242"/>
                  <a:pt x="21186" y="68239"/>
                </a:cubicBezTo>
                <a:cubicBezTo>
                  <a:pt x="21308" y="68026"/>
                  <a:pt x="21156" y="68148"/>
                  <a:pt x="21125" y="68209"/>
                </a:cubicBezTo>
                <a:cubicBezTo>
                  <a:pt x="21490" y="67297"/>
                  <a:pt x="21976" y="66415"/>
                  <a:pt x="22584" y="65625"/>
                </a:cubicBezTo>
                <a:cubicBezTo>
                  <a:pt x="22736" y="65260"/>
                  <a:pt x="22919" y="64865"/>
                  <a:pt x="22979" y="64561"/>
                </a:cubicBezTo>
                <a:cubicBezTo>
                  <a:pt x="23374" y="63923"/>
                  <a:pt x="23891" y="63346"/>
                  <a:pt x="24499" y="62890"/>
                </a:cubicBezTo>
                <a:cubicBezTo>
                  <a:pt x="25137" y="62403"/>
                  <a:pt x="25867" y="62008"/>
                  <a:pt x="26627" y="61735"/>
                </a:cubicBezTo>
                <a:cubicBezTo>
                  <a:pt x="26961" y="61887"/>
                  <a:pt x="27478" y="61735"/>
                  <a:pt x="27539" y="62008"/>
                </a:cubicBezTo>
                <a:cubicBezTo>
                  <a:pt x="28967" y="61279"/>
                  <a:pt x="29788" y="61035"/>
                  <a:pt x="31277" y="60367"/>
                </a:cubicBezTo>
                <a:cubicBezTo>
                  <a:pt x="31399" y="60276"/>
                  <a:pt x="31490" y="60184"/>
                  <a:pt x="31581" y="60032"/>
                </a:cubicBezTo>
                <a:cubicBezTo>
                  <a:pt x="31855" y="59880"/>
                  <a:pt x="32189" y="59789"/>
                  <a:pt x="32493" y="59728"/>
                </a:cubicBezTo>
                <a:cubicBezTo>
                  <a:pt x="32919" y="59516"/>
                  <a:pt x="32250" y="59637"/>
                  <a:pt x="32068" y="59698"/>
                </a:cubicBezTo>
                <a:cubicBezTo>
                  <a:pt x="31217" y="59972"/>
                  <a:pt x="31156" y="60367"/>
                  <a:pt x="30457" y="60458"/>
                </a:cubicBezTo>
                <a:cubicBezTo>
                  <a:pt x="30943" y="60093"/>
                  <a:pt x="31460" y="59789"/>
                  <a:pt x="32037" y="59576"/>
                </a:cubicBezTo>
                <a:cubicBezTo>
                  <a:pt x="31885" y="59546"/>
                  <a:pt x="31764" y="59576"/>
                  <a:pt x="31642" y="59607"/>
                </a:cubicBezTo>
                <a:cubicBezTo>
                  <a:pt x="31703" y="59455"/>
                  <a:pt x="31885" y="59485"/>
                  <a:pt x="32007" y="59455"/>
                </a:cubicBezTo>
                <a:cubicBezTo>
                  <a:pt x="32098" y="59455"/>
                  <a:pt x="32493" y="59333"/>
                  <a:pt x="32432" y="59546"/>
                </a:cubicBezTo>
                <a:lnTo>
                  <a:pt x="33162" y="59242"/>
                </a:lnTo>
                <a:cubicBezTo>
                  <a:pt x="33375" y="59181"/>
                  <a:pt x="33557" y="59151"/>
                  <a:pt x="33770" y="59121"/>
                </a:cubicBezTo>
                <a:cubicBezTo>
                  <a:pt x="34074" y="58999"/>
                  <a:pt x="34043" y="58786"/>
                  <a:pt x="34621" y="58634"/>
                </a:cubicBezTo>
                <a:cubicBezTo>
                  <a:pt x="34742" y="58817"/>
                  <a:pt x="35685" y="58330"/>
                  <a:pt x="35837" y="58513"/>
                </a:cubicBezTo>
                <a:cubicBezTo>
                  <a:pt x="36384" y="58209"/>
                  <a:pt x="35502" y="58421"/>
                  <a:pt x="35928" y="58148"/>
                </a:cubicBezTo>
                <a:cubicBezTo>
                  <a:pt x="36475" y="57874"/>
                  <a:pt x="36840" y="57844"/>
                  <a:pt x="36536" y="58087"/>
                </a:cubicBezTo>
                <a:cubicBezTo>
                  <a:pt x="36901" y="57722"/>
                  <a:pt x="37934" y="57692"/>
                  <a:pt x="37752" y="57388"/>
                </a:cubicBezTo>
                <a:cubicBezTo>
                  <a:pt x="37539" y="57236"/>
                  <a:pt x="36961" y="57935"/>
                  <a:pt x="36840" y="57783"/>
                </a:cubicBezTo>
                <a:cubicBezTo>
                  <a:pt x="36566" y="57662"/>
                  <a:pt x="37600" y="57358"/>
                  <a:pt x="37873" y="57206"/>
                </a:cubicBezTo>
                <a:cubicBezTo>
                  <a:pt x="38025" y="57114"/>
                  <a:pt x="38299" y="56902"/>
                  <a:pt x="38390" y="56871"/>
                </a:cubicBezTo>
                <a:cubicBezTo>
                  <a:pt x="39332" y="56415"/>
                  <a:pt x="40822" y="55807"/>
                  <a:pt x="41369" y="55777"/>
                </a:cubicBezTo>
                <a:cubicBezTo>
                  <a:pt x="41825" y="55503"/>
                  <a:pt x="42676" y="55321"/>
                  <a:pt x="43375" y="54987"/>
                </a:cubicBezTo>
                <a:cubicBezTo>
                  <a:pt x="43740" y="54804"/>
                  <a:pt x="44074" y="54592"/>
                  <a:pt x="44408" y="54379"/>
                </a:cubicBezTo>
                <a:cubicBezTo>
                  <a:pt x="43557" y="54531"/>
                  <a:pt x="42980" y="55017"/>
                  <a:pt x="42220" y="55260"/>
                </a:cubicBezTo>
                <a:cubicBezTo>
                  <a:pt x="42463" y="54896"/>
                  <a:pt x="43253" y="54652"/>
                  <a:pt x="43800" y="54409"/>
                </a:cubicBezTo>
                <a:cubicBezTo>
                  <a:pt x="44378" y="54196"/>
                  <a:pt x="45168" y="54014"/>
                  <a:pt x="46019" y="53619"/>
                </a:cubicBezTo>
                <a:cubicBezTo>
                  <a:pt x="46262" y="53740"/>
                  <a:pt x="45594" y="53923"/>
                  <a:pt x="45563" y="54044"/>
                </a:cubicBezTo>
                <a:cubicBezTo>
                  <a:pt x="46110" y="53771"/>
                  <a:pt x="46384" y="53528"/>
                  <a:pt x="46962" y="53254"/>
                </a:cubicBezTo>
                <a:cubicBezTo>
                  <a:pt x="47417" y="53285"/>
                  <a:pt x="47752" y="52981"/>
                  <a:pt x="48633" y="52737"/>
                </a:cubicBezTo>
                <a:cubicBezTo>
                  <a:pt x="48633" y="52555"/>
                  <a:pt x="47630" y="53193"/>
                  <a:pt x="47843" y="52829"/>
                </a:cubicBezTo>
                <a:cubicBezTo>
                  <a:pt x="48390" y="52585"/>
                  <a:pt x="49302" y="52342"/>
                  <a:pt x="49302" y="52160"/>
                </a:cubicBezTo>
                <a:cubicBezTo>
                  <a:pt x="49788" y="52069"/>
                  <a:pt x="50427" y="51856"/>
                  <a:pt x="50670" y="51947"/>
                </a:cubicBezTo>
                <a:cubicBezTo>
                  <a:pt x="50943" y="51795"/>
                  <a:pt x="51369" y="51643"/>
                  <a:pt x="51156" y="51491"/>
                </a:cubicBezTo>
                <a:cubicBezTo>
                  <a:pt x="51612" y="51248"/>
                  <a:pt x="52007" y="51400"/>
                  <a:pt x="51886" y="51157"/>
                </a:cubicBezTo>
                <a:cubicBezTo>
                  <a:pt x="52554" y="50914"/>
                  <a:pt x="52646" y="51096"/>
                  <a:pt x="53071" y="51035"/>
                </a:cubicBezTo>
                <a:cubicBezTo>
                  <a:pt x="53557" y="50792"/>
                  <a:pt x="52554" y="51126"/>
                  <a:pt x="52797" y="50823"/>
                </a:cubicBezTo>
                <a:cubicBezTo>
                  <a:pt x="54165" y="50519"/>
                  <a:pt x="55138" y="49911"/>
                  <a:pt x="56323" y="49576"/>
                </a:cubicBezTo>
                <a:cubicBezTo>
                  <a:pt x="56506" y="49455"/>
                  <a:pt x="56475" y="49364"/>
                  <a:pt x="56840" y="49242"/>
                </a:cubicBezTo>
                <a:cubicBezTo>
                  <a:pt x="56445" y="49698"/>
                  <a:pt x="57296" y="49212"/>
                  <a:pt x="57509" y="49333"/>
                </a:cubicBezTo>
                <a:cubicBezTo>
                  <a:pt x="57691" y="49151"/>
                  <a:pt x="58968" y="48604"/>
                  <a:pt x="58512" y="48634"/>
                </a:cubicBezTo>
                <a:cubicBezTo>
                  <a:pt x="58633" y="48391"/>
                  <a:pt x="58907" y="48573"/>
                  <a:pt x="59089" y="48512"/>
                </a:cubicBezTo>
                <a:cubicBezTo>
                  <a:pt x="59606" y="48269"/>
                  <a:pt x="58785" y="48452"/>
                  <a:pt x="59211" y="48208"/>
                </a:cubicBezTo>
                <a:cubicBezTo>
                  <a:pt x="60123" y="47905"/>
                  <a:pt x="60974" y="47570"/>
                  <a:pt x="61764" y="47266"/>
                </a:cubicBezTo>
                <a:lnTo>
                  <a:pt x="64348" y="46294"/>
                </a:lnTo>
                <a:cubicBezTo>
                  <a:pt x="64743" y="46172"/>
                  <a:pt x="64804" y="46233"/>
                  <a:pt x="65108" y="46111"/>
                </a:cubicBezTo>
                <a:cubicBezTo>
                  <a:pt x="65503" y="45990"/>
                  <a:pt x="65868" y="45777"/>
                  <a:pt x="66202" y="45564"/>
                </a:cubicBezTo>
                <a:cubicBezTo>
                  <a:pt x="66232" y="45321"/>
                  <a:pt x="66293" y="45108"/>
                  <a:pt x="66354" y="44835"/>
                </a:cubicBezTo>
                <a:cubicBezTo>
                  <a:pt x="66384" y="44531"/>
                  <a:pt x="66506" y="44227"/>
                  <a:pt x="66688" y="43953"/>
                </a:cubicBezTo>
                <a:cubicBezTo>
                  <a:pt x="66780" y="43467"/>
                  <a:pt x="66871" y="42980"/>
                  <a:pt x="67023" y="42524"/>
                </a:cubicBezTo>
                <a:cubicBezTo>
                  <a:pt x="67144" y="42129"/>
                  <a:pt x="67296" y="41795"/>
                  <a:pt x="67387" y="41461"/>
                </a:cubicBezTo>
                <a:cubicBezTo>
                  <a:pt x="68087" y="39515"/>
                  <a:pt x="68968" y="38117"/>
                  <a:pt x="69910" y="37509"/>
                </a:cubicBezTo>
                <a:cubicBezTo>
                  <a:pt x="70062" y="37722"/>
                  <a:pt x="70275" y="37783"/>
                  <a:pt x="70609" y="37327"/>
                </a:cubicBezTo>
                <a:cubicBezTo>
                  <a:pt x="70670" y="37418"/>
                  <a:pt x="70549" y="37692"/>
                  <a:pt x="70305" y="38026"/>
                </a:cubicBezTo>
                <a:cubicBezTo>
                  <a:pt x="70640" y="37752"/>
                  <a:pt x="70488" y="38664"/>
                  <a:pt x="71005" y="37844"/>
                </a:cubicBezTo>
                <a:cubicBezTo>
                  <a:pt x="70701" y="38391"/>
                  <a:pt x="70974" y="38512"/>
                  <a:pt x="70913" y="38847"/>
                </a:cubicBezTo>
                <a:cubicBezTo>
                  <a:pt x="70883" y="38999"/>
                  <a:pt x="70518" y="39455"/>
                  <a:pt x="70731" y="39394"/>
                </a:cubicBezTo>
                <a:cubicBezTo>
                  <a:pt x="70214" y="40154"/>
                  <a:pt x="69758" y="41005"/>
                  <a:pt x="69394" y="41886"/>
                </a:cubicBezTo>
                <a:cubicBezTo>
                  <a:pt x="69211" y="42281"/>
                  <a:pt x="69059" y="42707"/>
                  <a:pt x="68907" y="43132"/>
                </a:cubicBezTo>
                <a:lnTo>
                  <a:pt x="68725" y="43588"/>
                </a:lnTo>
                <a:cubicBezTo>
                  <a:pt x="68664" y="43801"/>
                  <a:pt x="68603" y="44014"/>
                  <a:pt x="68542" y="44227"/>
                </a:cubicBezTo>
                <a:cubicBezTo>
                  <a:pt x="68451" y="44652"/>
                  <a:pt x="68360" y="45047"/>
                  <a:pt x="68269" y="45473"/>
                </a:cubicBezTo>
                <a:cubicBezTo>
                  <a:pt x="68117" y="45990"/>
                  <a:pt x="67965" y="46385"/>
                  <a:pt x="67813" y="46962"/>
                </a:cubicBezTo>
                <a:lnTo>
                  <a:pt x="67813" y="47053"/>
                </a:lnTo>
                <a:cubicBezTo>
                  <a:pt x="67114" y="47357"/>
                  <a:pt x="66384" y="47661"/>
                  <a:pt x="65564" y="47935"/>
                </a:cubicBezTo>
                <a:cubicBezTo>
                  <a:pt x="65017" y="48117"/>
                  <a:pt x="64865" y="48117"/>
                  <a:pt x="64317" y="48330"/>
                </a:cubicBezTo>
                <a:cubicBezTo>
                  <a:pt x="63922" y="48452"/>
                  <a:pt x="63558" y="48634"/>
                  <a:pt x="63193" y="48816"/>
                </a:cubicBezTo>
                <a:cubicBezTo>
                  <a:pt x="62980" y="48908"/>
                  <a:pt x="62737" y="48968"/>
                  <a:pt x="62494" y="48968"/>
                </a:cubicBezTo>
                <a:cubicBezTo>
                  <a:pt x="62281" y="49060"/>
                  <a:pt x="62403" y="49120"/>
                  <a:pt x="62159" y="49212"/>
                </a:cubicBezTo>
                <a:cubicBezTo>
                  <a:pt x="61643" y="49364"/>
                  <a:pt x="61156" y="49607"/>
                  <a:pt x="60670" y="49759"/>
                </a:cubicBezTo>
                <a:cubicBezTo>
                  <a:pt x="60457" y="49789"/>
                  <a:pt x="60275" y="49819"/>
                  <a:pt x="60062" y="49819"/>
                </a:cubicBezTo>
                <a:cubicBezTo>
                  <a:pt x="59880" y="49911"/>
                  <a:pt x="59758" y="50063"/>
                  <a:pt x="59545" y="50154"/>
                </a:cubicBezTo>
                <a:cubicBezTo>
                  <a:pt x="59120" y="50336"/>
                  <a:pt x="58603" y="50397"/>
                  <a:pt x="58238" y="50549"/>
                </a:cubicBezTo>
                <a:cubicBezTo>
                  <a:pt x="57874" y="50701"/>
                  <a:pt x="57874" y="50823"/>
                  <a:pt x="57539" y="50944"/>
                </a:cubicBezTo>
                <a:cubicBezTo>
                  <a:pt x="56931" y="51187"/>
                  <a:pt x="56323" y="51400"/>
                  <a:pt x="55685" y="51552"/>
                </a:cubicBezTo>
                <a:cubicBezTo>
                  <a:pt x="55351" y="51643"/>
                  <a:pt x="55351" y="51734"/>
                  <a:pt x="55351" y="51826"/>
                </a:cubicBezTo>
                <a:cubicBezTo>
                  <a:pt x="54196" y="52130"/>
                  <a:pt x="52737" y="52768"/>
                  <a:pt x="51095" y="53406"/>
                </a:cubicBezTo>
                <a:cubicBezTo>
                  <a:pt x="50731" y="53437"/>
                  <a:pt x="51339" y="53011"/>
                  <a:pt x="50639" y="53254"/>
                </a:cubicBezTo>
                <a:cubicBezTo>
                  <a:pt x="50092" y="53528"/>
                  <a:pt x="50974" y="53376"/>
                  <a:pt x="50548" y="53619"/>
                </a:cubicBezTo>
                <a:cubicBezTo>
                  <a:pt x="49120" y="54166"/>
                  <a:pt x="48633" y="54318"/>
                  <a:pt x="47235" y="54896"/>
                </a:cubicBezTo>
                <a:cubicBezTo>
                  <a:pt x="47296" y="54804"/>
                  <a:pt x="47448" y="54683"/>
                  <a:pt x="47752" y="54561"/>
                </a:cubicBezTo>
                <a:cubicBezTo>
                  <a:pt x="47053" y="54561"/>
                  <a:pt x="46870" y="55078"/>
                  <a:pt x="46901" y="55108"/>
                </a:cubicBezTo>
                <a:cubicBezTo>
                  <a:pt x="46050" y="55473"/>
                  <a:pt x="47083" y="54835"/>
                  <a:pt x="46475" y="55078"/>
                </a:cubicBezTo>
                <a:cubicBezTo>
                  <a:pt x="46080" y="55199"/>
                  <a:pt x="46141" y="55291"/>
                  <a:pt x="46171" y="55382"/>
                </a:cubicBezTo>
                <a:lnTo>
                  <a:pt x="44864" y="55899"/>
                </a:lnTo>
                <a:cubicBezTo>
                  <a:pt x="44530" y="55899"/>
                  <a:pt x="44864" y="55807"/>
                  <a:pt x="44803" y="55655"/>
                </a:cubicBezTo>
                <a:lnTo>
                  <a:pt x="44256" y="55868"/>
                </a:lnTo>
                <a:cubicBezTo>
                  <a:pt x="43861" y="56051"/>
                  <a:pt x="45016" y="55838"/>
                  <a:pt x="43952" y="56263"/>
                </a:cubicBezTo>
                <a:cubicBezTo>
                  <a:pt x="43192" y="56567"/>
                  <a:pt x="43952" y="56142"/>
                  <a:pt x="43709" y="56081"/>
                </a:cubicBezTo>
                <a:cubicBezTo>
                  <a:pt x="43192" y="56294"/>
                  <a:pt x="43284" y="56142"/>
                  <a:pt x="42980" y="56385"/>
                </a:cubicBezTo>
                <a:cubicBezTo>
                  <a:pt x="42554" y="56537"/>
                  <a:pt x="42980" y="56658"/>
                  <a:pt x="42919" y="56810"/>
                </a:cubicBezTo>
                <a:lnTo>
                  <a:pt x="41642" y="57327"/>
                </a:lnTo>
                <a:cubicBezTo>
                  <a:pt x="41764" y="57206"/>
                  <a:pt x="41794" y="57114"/>
                  <a:pt x="41733" y="56993"/>
                </a:cubicBezTo>
                <a:cubicBezTo>
                  <a:pt x="41521" y="57175"/>
                  <a:pt x="40761" y="57388"/>
                  <a:pt x="41095" y="57540"/>
                </a:cubicBezTo>
                <a:cubicBezTo>
                  <a:pt x="40092" y="57996"/>
                  <a:pt x="39515" y="58117"/>
                  <a:pt x="39180" y="58057"/>
                </a:cubicBezTo>
                <a:cubicBezTo>
                  <a:pt x="38846" y="58148"/>
                  <a:pt x="38451" y="58665"/>
                  <a:pt x="38268" y="58421"/>
                </a:cubicBezTo>
                <a:cubicBezTo>
                  <a:pt x="37782" y="58695"/>
                  <a:pt x="38785" y="58482"/>
                  <a:pt x="37782" y="58817"/>
                </a:cubicBezTo>
                <a:cubicBezTo>
                  <a:pt x="37934" y="58847"/>
                  <a:pt x="38056" y="58847"/>
                  <a:pt x="38208" y="58786"/>
                </a:cubicBezTo>
                <a:cubicBezTo>
                  <a:pt x="38086" y="58847"/>
                  <a:pt x="36597" y="59668"/>
                  <a:pt x="36870" y="59212"/>
                </a:cubicBezTo>
                <a:cubicBezTo>
                  <a:pt x="36323" y="59424"/>
                  <a:pt x="36505" y="59576"/>
                  <a:pt x="35837" y="59820"/>
                </a:cubicBezTo>
                <a:lnTo>
                  <a:pt x="35776" y="59637"/>
                </a:lnTo>
                <a:cubicBezTo>
                  <a:pt x="35715" y="59789"/>
                  <a:pt x="35259" y="59972"/>
                  <a:pt x="35138" y="60124"/>
                </a:cubicBezTo>
                <a:cubicBezTo>
                  <a:pt x="34803" y="60276"/>
                  <a:pt x="34469" y="60336"/>
                  <a:pt x="34135" y="60276"/>
                </a:cubicBezTo>
                <a:cubicBezTo>
                  <a:pt x="34195" y="60549"/>
                  <a:pt x="32828" y="61005"/>
                  <a:pt x="32554" y="61127"/>
                </a:cubicBezTo>
                <a:cubicBezTo>
                  <a:pt x="32767" y="61127"/>
                  <a:pt x="32949" y="61066"/>
                  <a:pt x="33131" y="60975"/>
                </a:cubicBezTo>
                <a:cubicBezTo>
                  <a:pt x="32220" y="61552"/>
                  <a:pt x="30882" y="61856"/>
                  <a:pt x="29697" y="62434"/>
                </a:cubicBezTo>
                <a:cubicBezTo>
                  <a:pt x="29210" y="62342"/>
                  <a:pt x="28724" y="62342"/>
                  <a:pt x="28268" y="62434"/>
                </a:cubicBezTo>
                <a:cubicBezTo>
                  <a:pt x="27721" y="62616"/>
                  <a:pt x="27995" y="62738"/>
                  <a:pt x="27508" y="62920"/>
                </a:cubicBezTo>
                <a:cubicBezTo>
                  <a:pt x="28025" y="62920"/>
                  <a:pt x="27113" y="63406"/>
                  <a:pt x="27782" y="63194"/>
                </a:cubicBezTo>
                <a:cubicBezTo>
                  <a:pt x="27630" y="63406"/>
                  <a:pt x="26779" y="63680"/>
                  <a:pt x="27204" y="63832"/>
                </a:cubicBezTo>
                <a:cubicBezTo>
                  <a:pt x="26840" y="64075"/>
                  <a:pt x="26505" y="64318"/>
                  <a:pt x="26232" y="64561"/>
                </a:cubicBezTo>
                <a:cubicBezTo>
                  <a:pt x="25958" y="64744"/>
                  <a:pt x="25715" y="64987"/>
                  <a:pt x="25502" y="65260"/>
                </a:cubicBezTo>
                <a:cubicBezTo>
                  <a:pt x="24894" y="66081"/>
                  <a:pt x="24378" y="66993"/>
                  <a:pt x="23952" y="67905"/>
                </a:cubicBezTo>
                <a:cubicBezTo>
                  <a:pt x="23800" y="67692"/>
                  <a:pt x="24438" y="66780"/>
                  <a:pt x="24742" y="66203"/>
                </a:cubicBezTo>
                <a:cubicBezTo>
                  <a:pt x="25046" y="65625"/>
                  <a:pt x="25350" y="65260"/>
                  <a:pt x="25472" y="65017"/>
                </a:cubicBezTo>
                <a:cubicBezTo>
                  <a:pt x="25259" y="65108"/>
                  <a:pt x="25016" y="65443"/>
                  <a:pt x="24803" y="65504"/>
                </a:cubicBezTo>
                <a:cubicBezTo>
                  <a:pt x="24438" y="65990"/>
                  <a:pt x="24833" y="65960"/>
                  <a:pt x="24529" y="66476"/>
                </a:cubicBezTo>
                <a:lnTo>
                  <a:pt x="24408" y="66385"/>
                </a:lnTo>
                <a:cubicBezTo>
                  <a:pt x="24134" y="66993"/>
                  <a:pt x="23770" y="67510"/>
                  <a:pt x="23344" y="67996"/>
                </a:cubicBezTo>
                <a:cubicBezTo>
                  <a:pt x="23253" y="68209"/>
                  <a:pt x="23374" y="68178"/>
                  <a:pt x="23253" y="68422"/>
                </a:cubicBezTo>
                <a:lnTo>
                  <a:pt x="22584" y="69637"/>
                </a:lnTo>
                <a:cubicBezTo>
                  <a:pt x="22280" y="70033"/>
                  <a:pt x="22432" y="69698"/>
                  <a:pt x="22250" y="69881"/>
                </a:cubicBezTo>
                <a:cubicBezTo>
                  <a:pt x="21855" y="70580"/>
                  <a:pt x="22371" y="69881"/>
                  <a:pt x="22219" y="70337"/>
                </a:cubicBezTo>
                <a:cubicBezTo>
                  <a:pt x="21976" y="70792"/>
                  <a:pt x="21581" y="71400"/>
                  <a:pt x="21915" y="71309"/>
                </a:cubicBezTo>
                <a:cubicBezTo>
                  <a:pt x="21216" y="72312"/>
                  <a:pt x="20487" y="73954"/>
                  <a:pt x="19970" y="74774"/>
                </a:cubicBezTo>
                <a:cubicBezTo>
                  <a:pt x="20183" y="74106"/>
                  <a:pt x="21004" y="72829"/>
                  <a:pt x="21429" y="71947"/>
                </a:cubicBezTo>
                <a:cubicBezTo>
                  <a:pt x="21460" y="71704"/>
                  <a:pt x="21581" y="71370"/>
                  <a:pt x="21429" y="71248"/>
                </a:cubicBezTo>
                <a:cubicBezTo>
                  <a:pt x="21156" y="71704"/>
                  <a:pt x="21034" y="72008"/>
                  <a:pt x="21216" y="72039"/>
                </a:cubicBezTo>
                <a:cubicBezTo>
                  <a:pt x="20730" y="72647"/>
                  <a:pt x="20639" y="73224"/>
                  <a:pt x="20061" y="74136"/>
                </a:cubicBezTo>
                <a:cubicBezTo>
                  <a:pt x="20122" y="73893"/>
                  <a:pt x="20031" y="74014"/>
                  <a:pt x="19909" y="74045"/>
                </a:cubicBezTo>
                <a:cubicBezTo>
                  <a:pt x="19149" y="75565"/>
                  <a:pt x="18420" y="77024"/>
                  <a:pt x="17387" y="78999"/>
                </a:cubicBezTo>
                <a:cubicBezTo>
                  <a:pt x="17083" y="79364"/>
                  <a:pt x="17387" y="78574"/>
                  <a:pt x="17083" y="79030"/>
                </a:cubicBezTo>
                <a:cubicBezTo>
                  <a:pt x="16687" y="79790"/>
                  <a:pt x="17478" y="78938"/>
                  <a:pt x="16809" y="80033"/>
                </a:cubicBezTo>
                <a:cubicBezTo>
                  <a:pt x="16505" y="80306"/>
                  <a:pt x="16687" y="79607"/>
                  <a:pt x="16870" y="79151"/>
                </a:cubicBezTo>
                <a:cubicBezTo>
                  <a:pt x="16627" y="79151"/>
                  <a:pt x="16171" y="80246"/>
                  <a:pt x="16566" y="80124"/>
                </a:cubicBezTo>
                <a:cubicBezTo>
                  <a:pt x="16353" y="80428"/>
                  <a:pt x="16262" y="80762"/>
                  <a:pt x="16444" y="80489"/>
                </a:cubicBezTo>
                <a:cubicBezTo>
                  <a:pt x="14620" y="83923"/>
                  <a:pt x="11824" y="88847"/>
                  <a:pt x="10183" y="92191"/>
                </a:cubicBezTo>
                <a:cubicBezTo>
                  <a:pt x="10092" y="92404"/>
                  <a:pt x="10183" y="92313"/>
                  <a:pt x="10244" y="92221"/>
                </a:cubicBezTo>
                <a:cubicBezTo>
                  <a:pt x="10061" y="92647"/>
                  <a:pt x="9666" y="93316"/>
                  <a:pt x="9362" y="94106"/>
                </a:cubicBezTo>
                <a:cubicBezTo>
                  <a:pt x="9119" y="94106"/>
                  <a:pt x="9575" y="93468"/>
                  <a:pt x="9210" y="93802"/>
                </a:cubicBezTo>
                <a:cubicBezTo>
                  <a:pt x="9028" y="94045"/>
                  <a:pt x="8876" y="94319"/>
                  <a:pt x="8785" y="94592"/>
                </a:cubicBezTo>
                <a:cubicBezTo>
                  <a:pt x="8511" y="94987"/>
                  <a:pt x="9028" y="94015"/>
                  <a:pt x="9058" y="93711"/>
                </a:cubicBezTo>
                <a:cubicBezTo>
                  <a:pt x="8663" y="94319"/>
                  <a:pt x="8329" y="94775"/>
                  <a:pt x="8025" y="95413"/>
                </a:cubicBezTo>
                <a:cubicBezTo>
                  <a:pt x="8207" y="95717"/>
                  <a:pt x="8085" y="96355"/>
                  <a:pt x="8055" y="96902"/>
                </a:cubicBezTo>
                <a:cubicBezTo>
                  <a:pt x="7903" y="97297"/>
                  <a:pt x="7781" y="97693"/>
                  <a:pt x="7599" y="97601"/>
                </a:cubicBezTo>
                <a:cubicBezTo>
                  <a:pt x="7629" y="98361"/>
                  <a:pt x="7265" y="99182"/>
                  <a:pt x="7356" y="100793"/>
                </a:cubicBezTo>
                <a:cubicBezTo>
                  <a:pt x="7295" y="100915"/>
                  <a:pt x="7204" y="100975"/>
                  <a:pt x="7113" y="100945"/>
                </a:cubicBezTo>
                <a:cubicBezTo>
                  <a:pt x="7113" y="101340"/>
                  <a:pt x="7204" y="101279"/>
                  <a:pt x="7295" y="101279"/>
                </a:cubicBezTo>
                <a:cubicBezTo>
                  <a:pt x="7326" y="102252"/>
                  <a:pt x="7447" y="103164"/>
                  <a:pt x="7690" y="104106"/>
                </a:cubicBezTo>
                <a:cubicBezTo>
                  <a:pt x="7964" y="105687"/>
                  <a:pt x="8237" y="107389"/>
                  <a:pt x="8541" y="108848"/>
                </a:cubicBezTo>
                <a:cubicBezTo>
                  <a:pt x="8693" y="109547"/>
                  <a:pt x="8997" y="110185"/>
                  <a:pt x="8876" y="110580"/>
                </a:cubicBezTo>
                <a:cubicBezTo>
                  <a:pt x="8967" y="110824"/>
                  <a:pt x="9058" y="110884"/>
                  <a:pt x="9149" y="111158"/>
                </a:cubicBezTo>
                <a:cubicBezTo>
                  <a:pt x="9210" y="111462"/>
                  <a:pt x="9210" y="111796"/>
                  <a:pt x="9180" y="112131"/>
                </a:cubicBezTo>
                <a:cubicBezTo>
                  <a:pt x="9484" y="112982"/>
                  <a:pt x="9727" y="113863"/>
                  <a:pt x="9909" y="114745"/>
                </a:cubicBezTo>
                <a:cubicBezTo>
                  <a:pt x="10000" y="115261"/>
                  <a:pt x="10122" y="115778"/>
                  <a:pt x="10244" y="116356"/>
                </a:cubicBezTo>
                <a:cubicBezTo>
                  <a:pt x="10304" y="116629"/>
                  <a:pt x="10365" y="116903"/>
                  <a:pt x="10426" y="117207"/>
                </a:cubicBezTo>
                <a:cubicBezTo>
                  <a:pt x="10487" y="117450"/>
                  <a:pt x="10547" y="117693"/>
                  <a:pt x="10608" y="117936"/>
                </a:cubicBezTo>
                <a:cubicBezTo>
                  <a:pt x="10517" y="118240"/>
                  <a:pt x="10456" y="117784"/>
                  <a:pt x="10274" y="117906"/>
                </a:cubicBezTo>
                <a:cubicBezTo>
                  <a:pt x="10426" y="118453"/>
                  <a:pt x="10730" y="118179"/>
                  <a:pt x="10821" y="118878"/>
                </a:cubicBezTo>
                <a:cubicBezTo>
                  <a:pt x="10699" y="118848"/>
                  <a:pt x="10608" y="118666"/>
                  <a:pt x="10426" y="118878"/>
                </a:cubicBezTo>
                <a:cubicBezTo>
                  <a:pt x="10487" y="119334"/>
                  <a:pt x="10760" y="119152"/>
                  <a:pt x="10669" y="119669"/>
                </a:cubicBezTo>
                <a:cubicBezTo>
                  <a:pt x="10547" y="119669"/>
                  <a:pt x="10517" y="119152"/>
                  <a:pt x="10395" y="119182"/>
                </a:cubicBezTo>
                <a:cubicBezTo>
                  <a:pt x="10335" y="119577"/>
                  <a:pt x="10699" y="119669"/>
                  <a:pt x="10760" y="120337"/>
                </a:cubicBezTo>
                <a:cubicBezTo>
                  <a:pt x="10639" y="120520"/>
                  <a:pt x="10547" y="120337"/>
                  <a:pt x="10487" y="120003"/>
                </a:cubicBezTo>
                <a:cubicBezTo>
                  <a:pt x="10395" y="120307"/>
                  <a:pt x="10547" y="120368"/>
                  <a:pt x="10639" y="120489"/>
                </a:cubicBezTo>
                <a:cubicBezTo>
                  <a:pt x="10730" y="120459"/>
                  <a:pt x="10821" y="120459"/>
                  <a:pt x="10882" y="120459"/>
                </a:cubicBezTo>
                <a:cubicBezTo>
                  <a:pt x="10821" y="120611"/>
                  <a:pt x="11429" y="120489"/>
                  <a:pt x="11459" y="120611"/>
                </a:cubicBezTo>
                <a:cubicBezTo>
                  <a:pt x="11885" y="120489"/>
                  <a:pt x="12432" y="120216"/>
                  <a:pt x="12706" y="120307"/>
                </a:cubicBezTo>
                <a:cubicBezTo>
                  <a:pt x="12584" y="120368"/>
                  <a:pt x="12554" y="120520"/>
                  <a:pt x="12371" y="120611"/>
                </a:cubicBezTo>
                <a:cubicBezTo>
                  <a:pt x="12128" y="120611"/>
                  <a:pt x="12128" y="120520"/>
                  <a:pt x="11885" y="120550"/>
                </a:cubicBezTo>
                <a:cubicBezTo>
                  <a:pt x="11672" y="120824"/>
                  <a:pt x="12584" y="120702"/>
                  <a:pt x="12888" y="120672"/>
                </a:cubicBezTo>
                <a:cubicBezTo>
                  <a:pt x="12888" y="120854"/>
                  <a:pt x="12554" y="120854"/>
                  <a:pt x="12554" y="121067"/>
                </a:cubicBezTo>
                <a:cubicBezTo>
                  <a:pt x="12797" y="120976"/>
                  <a:pt x="12918" y="120884"/>
                  <a:pt x="13162" y="120793"/>
                </a:cubicBezTo>
                <a:cubicBezTo>
                  <a:pt x="13344" y="120793"/>
                  <a:pt x="13526" y="120824"/>
                  <a:pt x="13709" y="120884"/>
                </a:cubicBezTo>
                <a:cubicBezTo>
                  <a:pt x="13830" y="120945"/>
                  <a:pt x="13952" y="121006"/>
                  <a:pt x="14043" y="121067"/>
                </a:cubicBezTo>
                <a:lnTo>
                  <a:pt x="12341" y="121158"/>
                </a:lnTo>
                <a:cubicBezTo>
                  <a:pt x="11733" y="121158"/>
                  <a:pt x="11155" y="121158"/>
                  <a:pt x="10943" y="120976"/>
                </a:cubicBezTo>
                <a:cubicBezTo>
                  <a:pt x="10608" y="121006"/>
                  <a:pt x="11064" y="121067"/>
                  <a:pt x="10669" y="121158"/>
                </a:cubicBezTo>
                <a:lnTo>
                  <a:pt x="10122" y="121158"/>
                </a:lnTo>
                <a:cubicBezTo>
                  <a:pt x="9970" y="120702"/>
                  <a:pt x="9879" y="120216"/>
                  <a:pt x="9848" y="119729"/>
                </a:cubicBezTo>
                <a:cubicBezTo>
                  <a:pt x="9818" y="119577"/>
                  <a:pt x="9757" y="119669"/>
                  <a:pt x="9696" y="119669"/>
                </a:cubicBezTo>
                <a:cubicBezTo>
                  <a:pt x="9605" y="119213"/>
                  <a:pt x="9544" y="118818"/>
                  <a:pt x="9484" y="118483"/>
                </a:cubicBezTo>
                <a:cubicBezTo>
                  <a:pt x="9484" y="118331"/>
                  <a:pt x="9423" y="118149"/>
                  <a:pt x="9392" y="117997"/>
                </a:cubicBezTo>
                <a:cubicBezTo>
                  <a:pt x="9332" y="117815"/>
                  <a:pt x="9240" y="117602"/>
                  <a:pt x="9119" y="117419"/>
                </a:cubicBezTo>
                <a:cubicBezTo>
                  <a:pt x="9180" y="116872"/>
                  <a:pt x="8602" y="114897"/>
                  <a:pt x="8298" y="114167"/>
                </a:cubicBezTo>
                <a:cubicBezTo>
                  <a:pt x="8389" y="113833"/>
                  <a:pt x="8177" y="113012"/>
                  <a:pt x="8085" y="112374"/>
                </a:cubicBezTo>
                <a:cubicBezTo>
                  <a:pt x="7842" y="112374"/>
                  <a:pt x="8085" y="113194"/>
                  <a:pt x="8025" y="113590"/>
                </a:cubicBezTo>
                <a:cubicBezTo>
                  <a:pt x="7721" y="113407"/>
                  <a:pt x="7964" y="113225"/>
                  <a:pt x="7812" y="112647"/>
                </a:cubicBezTo>
                <a:cubicBezTo>
                  <a:pt x="7721" y="112222"/>
                  <a:pt x="7569" y="112586"/>
                  <a:pt x="7447" y="112495"/>
                </a:cubicBezTo>
                <a:cubicBezTo>
                  <a:pt x="7569" y="113225"/>
                  <a:pt x="7842" y="113924"/>
                  <a:pt x="8268" y="114562"/>
                </a:cubicBezTo>
                <a:cubicBezTo>
                  <a:pt x="8511" y="115778"/>
                  <a:pt x="8754" y="116720"/>
                  <a:pt x="8967" y="117602"/>
                </a:cubicBezTo>
                <a:cubicBezTo>
                  <a:pt x="9058" y="117967"/>
                  <a:pt x="9149" y="118362"/>
                  <a:pt x="9210" y="118726"/>
                </a:cubicBezTo>
                <a:cubicBezTo>
                  <a:pt x="9301" y="119122"/>
                  <a:pt x="9362" y="119456"/>
                  <a:pt x="9423" y="119821"/>
                </a:cubicBezTo>
                <a:cubicBezTo>
                  <a:pt x="9271" y="119486"/>
                  <a:pt x="9058" y="119699"/>
                  <a:pt x="8906" y="119152"/>
                </a:cubicBezTo>
                <a:cubicBezTo>
                  <a:pt x="8785" y="119304"/>
                  <a:pt x="9119" y="120094"/>
                  <a:pt x="9028" y="120307"/>
                </a:cubicBezTo>
                <a:cubicBezTo>
                  <a:pt x="9149" y="120307"/>
                  <a:pt x="9180" y="120155"/>
                  <a:pt x="9119" y="119851"/>
                </a:cubicBezTo>
                <a:cubicBezTo>
                  <a:pt x="9301" y="119790"/>
                  <a:pt x="9392" y="120641"/>
                  <a:pt x="9544" y="121128"/>
                </a:cubicBezTo>
                <a:cubicBezTo>
                  <a:pt x="9453" y="121219"/>
                  <a:pt x="9332" y="121249"/>
                  <a:pt x="9362" y="121523"/>
                </a:cubicBezTo>
                <a:cubicBezTo>
                  <a:pt x="9453" y="122009"/>
                  <a:pt x="9544" y="121736"/>
                  <a:pt x="9636" y="121796"/>
                </a:cubicBezTo>
                <a:cubicBezTo>
                  <a:pt x="9788" y="121766"/>
                  <a:pt x="9909" y="121766"/>
                  <a:pt x="10061" y="121796"/>
                </a:cubicBezTo>
                <a:cubicBezTo>
                  <a:pt x="9605" y="122009"/>
                  <a:pt x="9605" y="121948"/>
                  <a:pt x="10000" y="122100"/>
                </a:cubicBezTo>
                <a:cubicBezTo>
                  <a:pt x="10365" y="122070"/>
                  <a:pt x="10244" y="121979"/>
                  <a:pt x="9909" y="121979"/>
                </a:cubicBezTo>
                <a:cubicBezTo>
                  <a:pt x="10031" y="121888"/>
                  <a:pt x="10487" y="121979"/>
                  <a:pt x="10547" y="121857"/>
                </a:cubicBezTo>
                <a:cubicBezTo>
                  <a:pt x="10912" y="121979"/>
                  <a:pt x="11307" y="122040"/>
                  <a:pt x="10882" y="122252"/>
                </a:cubicBezTo>
                <a:cubicBezTo>
                  <a:pt x="11672" y="122283"/>
                  <a:pt x="11733" y="122040"/>
                  <a:pt x="12645" y="122131"/>
                </a:cubicBezTo>
                <a:cubicBezTo>
                  <a:pt x="13374" y="122131"/>
                  <a:pt x="13192" y="122404"/>
                  <a:pt x="13982" y="122374"/>
                </a:cubicBezTo>
                <a:cubicBezTo>
                  <a:pt x="14529" y="122313"/>
                  <a:pt x="15137" y="122222"/>
                  <a:pt x="14803" y="122009"/>
                </a:cubicBezTo>
                <a:cubicBezTo>
                  <a:pt x="15897" y="122009"/>
                  <a:pt x="16444" y="121918"/>
                  <a:pt x="16383" y="121705"/>
                </a:cubicBezTo>
                <a:cubicBezTo>
                  <a:pt x="16961" y="121644"/>
                  <a:pt x="16900" y="121796"/>
                  <a:pt x="17387" y="121766"/>
                </a:cubicBezTo>
                <a:cubicBezTo>
                  <a:pt x="17478" y="121888"/>
                  <a:pt x="17083" y="121888"/>
                  <a:pt x="16779" y="121888"/>
                </a:cubicBezTo>
                <a:cubicBezTo>
                  <a:pt x="16779" y="122070"/>
                  <a:pt x="17235" y="122131"/>
                  <a:pt x="17538" y="122192"/>
                </a:cubicBezTo>
                <a:cubicBezTo>
                  <a:pt x="17994" y="122100"/>
                  <a:pt x="18481" y="122100"/>
                  <a:pt x="18937" y="122192"/>
                </a:cubicBezTo>
                <a:cubicBezTo>
                  <a:pt x="19149" y="122404"/>
                  <a:pt x="18268" y="122252"/>
                  <a:pt x="18511" y="122465"/>
                </a:cubicBezTo>
                <a:cubicBezTo>
                  <a:pt x="18511" y="122587"/>
                  <a:pt x="19058" y="122435"/>
                  <a:pt x="18906" y="122343"/>
                </a:cubicBezTo>
                <a:cubicBezTo>
                  <a:pt x="19575" y="122343"/>
                  <a:pt x="19909" y="122222"/>
                  <a:pt x="20700" y="122283"/>
                </a:cubicBezTo>
                <a:cubicBezTo>
                  <a:pt x="20791" y="122131"/>
                  <a:pt x="20700" y="122040"/>
                  <a:pt x="20517" y="121979"/>
                </a:cubicBezTo>
                <a:cubicBezTo>
                  <a:pt x="20061" y="122040"/>
                  <a:pt x="19605" y="122040"/>
                  <a:pt x="19149" y="122009"/>
                </a:cubicBezTo>
                <a:cubicBezTo>
                  <a:pt x="19271" y="121705"/>
                  <a:pt x="18086" y="121796"/>
                  <a:pt x="18177" y="121523"/>
                </a:cubicBezTo>
                <a:cubicBezTo>
                  <a:pt x="20456" y="121584"/>
                  <a:pt x="24438" y="121462"/>
                  <a:pt x="26475" y="121644"/>
                </a:cubicBezTo>
                <a:cubicBezTo>
                  <a:pt x="26444" y="121918"/>
                  <a:pt x="26019" y="121705"/>
                  <a:pt x="25685" y="121675"/>
                </a:cubicBezTo>
                <a:lnTo>
                  <a:pt x="19757" y="121644"/>
                </a:lnTo>
                <a:cubicBezTo>
                  <a:pt x="20274" y="121766"/>
                  <a:pt x="21308" y="121736"/>
                  <a:pt x="21520" y="121979"/>
                </a:cubicBezTo>
                <a:cubicBezTo>
                  <a:pt x="22189" y="122009"/>
                  <a:pt x="21794" y="121736"/>
                  <a:pt x="22523" y="121796"/>
                </a:cubicBezTo>
                <a:cubicBezTo>
                  <a:pt x="22949" y="121766"/>
                  <a:pt x="22797" y="121918"/>
                  <a:pt x="23101" y="121918"/>
                </a:cubicBezTo>
                <a:cubicBezTo>
                  <a:pt x="23314" y="121979"/>
                  <a:pt x="23557" y="121948"/>
                  <a:pt x="23709" y="121796"/>
                </a:cubicBezTo>
                <a:cubicBezTo>
                  <a:pt x="23800" y="121796"/>
                  <a:pt x="23952" y="121857"/>
                  <a:pt x="24074" y="121857"/>
                </a:cubicBezTo>
                <a:cubicBezTo>
                  <a:pt x="24226" y="121857"/>
                  <a:pt x="24347" y="121827"/>
                  <a:pt x="24469" y="121796"/>
                </a:cubicBezTo>
                <a:cubicBezTo>
                  <a:pt x="25320" y="121888"/>
                  <a:pt x="26201" y="121888"/>
                  <a:pt x="27052" y="121796"/>
                </a:cubicBezTo>
                <a:cubicBezTo>
                  <a:pt x="27387" y="121766"/>
                  <a:pt x="27417" y="121857"/>
                  <a:pt x="27417" y="121918"/>
                </a:cubicBezTo>
                <a:cubicBezTo>
                  <a:pt x="28025" y="121888"/>
                  <a:pt x="27235" y="121796"/>
                  <a:pt x="27417" y="121675"/>
                </a:cubicBezTo>
                <a:cubicBezTo>
                  <a:pt x="27934" y="121675"/>
                  <a:pt x="27903" y="121827"/>
                  <a:pt x="28207" y="121857"/>
                </a:cubicBezTo>
                <a:cubicBezTo>
                  <a:pt x="28633" y="121857"/>
                  <a:pt x="28299" y="121644"/>
                  <a:pt x="28420" y="121553"/>
                </a:cubicBezTo>
                <a:cubicBezTo>
                  <a:pt x="30001" y="121523"/>
                  <a:pt x="31460" y="121462"/>
                  <a:pt x="32797" y="121462"/>
                </a:cubicBezTo>
                <a:cubicBezTo>
                  <a:pt x="33010" y="121462"/>
                  <a:pt x="33071" y="121584"/>
                  <a:pt x="33162" y="121584"/>
                </a:cubicBezTo>
                <a:cubicBezTo>
                  <a:pt x="33375" y="121584"/>
                  <a:pt x="34013" y="121553"/>
                  <a:pt x="34347" y="121523"/>
                </a:cubicBezTo>
                <a:cubicBezTo>
                  <a:pt x="34773" y="121523"/>
                  <a:pt x="35350" y="121614"/>
                  <a:pt x="35563" y="121492"/>
                </a:cubicBezTo>
                <a:cubicBezTo>
                  <a:pt x="35715" y="121523"/>
                  <a:pt x="36080" y="121523"/>
                  <a:pt x="36141" y="121614"/>
                </a:cubicBezTo>
                <a:cubicBezTo>
                  <a:pt x="37144" y="121432"/>
                  <a:pt x="39393" y="121675"/>
                  <a:pt x="40913" y="121523"/>
                </a:cubicBezTo>
                <a:cubicBezTo>
                  <a:pt x="41065" y="121705"/>
                  <a:pt x="40366" y="121644"/>
                  <a:pt x="40305" y="121766"/>
                </a:cubicBezTo>
                <a:cubicBezTo>
                  <a:pt x="39636" y="121705"/>
                  <a:pt x="38967" y="121705"/>
                  <a:pt x="38299" y="121766"/>
                </a:cubicBezTo>
                <a:cubicBezTo>
                  <a:pt x="37934" y="121796"/>
                  <a:pt x="38147" y="122009"/>
                  <a:pt x="37508" y="121948"/>
                </a:cubicBezTo>
                <a:cubicBezTo>
                  <a:pt x="38116" y="122161"/>
                  <a:pt x="38694" y="121827"/>
                  <a:pt x="39302" y="121827"/>
                </a:cubicBezTo>
                <a:cubicBezTo>
                  <a:pt x="39484" y="121979"/>
                  <a:pt x="40609" y="121827"/>
                  <a:pt x="40457" y="122100"/>
                </a:cubicBezTo>
                <a:cubicBezTo>
                  <a:pt x="40822" y="122009"/>
                  <a:pt x="40274" y="121827"/>
                  <a:pt x="40882" y="121705"/>
                </a:cubicBezTo>
                <a:cubicBezTo>
                  <a:pt x="41460" y="121675"/>
                  <a:pt x="41399" y="121796"/>
                  <a:pt x="41885" y="121796"/>
                </a:cubicBezTo>
                <a:cubicBezTo>
                  <a:pt x="42098" y="121584"/>
                  <a:pt x="41430" y="121675"/>
                  <a:pt x="41095" y="121644"/>
                </a:cubicBezTo>
                <a:cubicBezTo>
                  <a:pt x="41369" y="121492"/>
                  <a:pt x="42433" y="121492"/>
                  <a:pt x="43071" y="121492"/>
                </a:cubicBezTo>
                <a:lnTo>
                  <a:pt x="44651" y="121492"/>
                </a:lnTo>
                <a:cubicBezTo>
                  <a:pt x="44864" y="121492"/>
                  <a:pt x="45077" y="121553"/>
                  <a:pt x="45259" y="121614"/>
                </a:cubicBezTo>
                <a:cubicBezTo>
                  <a:pt x="45503" y="121614"/>
                  <a:pt x="45533" y="121492"/>
                  <a:pt x="45655" y="121492"/>
                </a:cubicBezTo>
                <a:cubicBezTo>
                  <a:pt x="46110" y="121462"/>
                  <a:pt x="46414" y="121644"/>
                  <a:pt x="46840" y="121432"/>
                </a:cubicBezTo>
                <a:cubicBezTo>
                  <a:pt x="47174" y="121401"/>
                  <a:pt x="47235" y="121492"/>
                  <a:pt x="47235" y="121553"/>
                </a:cubicBezTo>
                <a:cubicBezTo>
                  <a:pt x="47813" y="121553"/>
                  <a:pt x="47843" y="121432"/>
                  <a:pt x="48421" y="121432"/>
                </a:cubicBezTo>
                <a:cubicBezTo>
                  <a:pt x="48360" y="121553"/>
                  <a:pt x="48086" y="121584"/>
                  <a:pt x="47630" y="121553"/>
                </a:cubicBezTo>
                <a:cubicBezTo>
                  <a:pt x="47752" y="121675"/>
                  <a:pt x="48208" y="121705"/>
                  <a:pt x="48390" y="121827"/>
                </a:cubicBezTo>
                <a:cubicBezTo>
                  <a:pt x="48846" y="121796"/>
                  <a:pt x="49302" y="121766"/>
                  <a:pt x="49180" y="121584"/>
                </a:cubicBezTo>
                <a:cubicBezTo>
                  <a:pt x="49332" y="121614"/>
                  <a:pt x="50366" y="121736"/>
                  <a:pt x="50183" y="121523"/>
                </a:cubicBezTo>
                <a:cubicBezTo>
                  <a:pt x="50001" y="121371"/>
                  <a:pt x="49424" y="121614"/>
                  <a:pt x="48785" y="121523"/>
                </a:cubicBezTo>
                <a:cubicBezTo>
                  <a:pt x="49120" y="121432"/>
                  <a:pt x="49454" y="121401"/>
                  <a:pt x="49788" y="121401"/>
                </a:cubicBezTo>
                <a:cubicBezTo>
                  <a:pt x="49697" y="121219"/>
                  <a:pt x="48724" y="121280"/>
                  <a:pt x="48633" y="121067"/>
                </a:cubicBezTo>
                <a:cubicBezTo>
                  <a:pt x="48086" y="121158"/>
                  <a:pt x="47569" y="121128"/>
                  <a:pt x="47053" y="120945"/>
                </a:cubicBezTo>
                <a:cubicBezTo>
                  <a:pt x="47144" y="120793"/>
                  <a:pt x="47873" y="121188"/>
                  <a:pt x="48056" y="120884"/>
                </a:cubicBezTo>
                <a:cubicBezTo>
                  <a:pt x="47995" y="120824"/>
                  <a:pt x="47661" y="120824"/>
                  <a:pt x="47661" y="120884"/>
                </a:cubicBezTo>
                <a:cubicBezTo>
                  <a:pt x="47022" y="120733"/>
                  <a:pt x="48603" y="120489"/>
                  <a:pt x="47083" y="120520"/>
                </a:cubicBezTo>
                <a:cubicBezTo>
                  <a:pt x="47205" y="120216"/>
                  <a:pt x="48664" y="120641"/>
                  <a:pt x="48876" y="120337"/>
                </a:cubicBezTo>
                <a:cubicBezTo>
                  <a:pt x="48177" y="120216"/>
                  <a:pt x="47448" y="120155"/>
                  <a:pt x="46718" y="120125"/>
                </a:cubicBezTo>
                <a:cubicBezTo>
                  <a:pt x="46141" y="120185"/>
                  <a:pt x="46962" y="120277"/>
                  <a:pt x="46688" y="120459"/>
                </a:cubicBezTo>
                <a:cubicBezTo>
                  <a:pt x="46202" y="120398"/>
                  <a:pt x="46202" y="120185"/>
                  <a:pt x="45928" y="120064"/>
                </a:cubicBezTo>
                <a:cubicBezTo>
                  <a:pt x="45533" y="120125"/>
                  <a:pt x="45138" y="120125"/>
                  <a:pt x="44743" y="120064"/>
                </a:cubicBezTo>
                <a:cubicBezTo>
                  <a:pt x="45503" y="119760"/>
                  <a:pt x="46810" y="120003"/>
                  <a:pt x="48117" y="119912"/>
                </a:cubicBezTo>
                <a:cubicBezTo>
                  <a:pt x="48025" y="120003"/>
                  <a:pt x="47509" y="119942"/>
                  <a:pt x="47721" y="120155"/>
                </a:cubicBezTo>
                <a:cubicBezTo>
                  <a:pt x="48481" y="120216"/>
                  <a:pt x="48056" y="119881"/>
                  <a:pt x="48907" y="119973"/>
                </a:cubicBezTo>
                <a:cubicBezTo>
                  <a:pt x="48968" y="119881"/>
                  <a:pt x="48876" y="119851"/>
                  <a:pt x="48724" y="119851"/>
                </a:cubicBezTo>
                <a:cubicBezTo>
                  <a:pt x="49393" y="119729"/>
                  <a:pt x="50214" y="119638"/>
                  <a:pt x="50335" y="119365"/>
                </a:cubicBezTo>
                <a:cubicBezTo>
                  <a:pt x="50974" y="119304"/>
                  <a:pt x="50943" y="119456"/>
                  <a:pt x="51308" y="119486"/>
                </a:cubicBezTo>
                <a:cubicBezTo>
                  <a:pt x="52190" y="119547"/>
                  <a:pt x="52524" y="119426"/>
                  <a:pt x="53314" y="119426"/>
                </a:cubicBezTo>
                <a:cubicBezTo>
                  <a:pt x="53345" y="119577"/>
                  <a:pt x="53132" y="119638"/>
                  <a:pt x="52706" y="119608"/>
                </a:cubicBezTo>
                <a:cubicBezTo>
                  <a:pt x="53284" y="119912"/>
                  <a:pt x="54804" y="119608"/>
                  <a:pt x="54864" y="120003"/>
                </a:cubicBezTo>
                <a:cubicBezTo>
                  <a:pt x="55685" y="119912"/>
                  <a:pt x="54864" y="119638"/>
                  <a:pt x="54469" y="119547"/>
                </a:cubicBezTo>
                <a:cubicBezTo>
                  <a:pt x="54439" y="119426"/>
                  <a:pt x="55168" y="119547"/>
                  <a:pt x="55472" y="119517"/>
                </a:cubicBezTo>
                <a:cubicBezTo>
                  <a:pt x="54864" y="119699"/>
                  <a:pt x="55746" y="119790"/>
                  <a:pt x="55837" y="119942"/>
                </a:cubicBezTo>
                <a:cubicBezTo>
                  <a:pt x="56840" y="119851"/>
                  <a:pt x="57266" y="119577"/>
                  <a:pt x="58633" y="119577"/>
                </a:cubicBezTo>
                <a:cubicBezTo>
                  <a:pt x="59181" y="119547"/>
                  <a:pt x="59029" y="119729"/>
                  <a:pt x="59241" y="119790"/>
                </a:cubicBezTo>
                <a:cubicBezTo>
                  <a:pt x="59363" y="119760"/>
                  <a:pt x="59485" y="119729"/>
                  <a:pt x="59606" y="119729"/>
                </a:cubicBezTo>
                <a:cubicBezTo>
                  <a:pt x="60032" y="119638"/>
                  <a:pt x="59029" y="119547"/>
                  <a:pt x="59819" y="119456"/>
                </a:cubicBezTo>
                <a:cubicBezTo>
                  <a:pt x="60244" y="119456"/>
                  <a:pt x="60214" y="119547"/>
                  <a:pt x="60214" y="119669"/>
                </a:cubicBezTo>
                <a:cubicBezTo>
                  <a:pt x="60852" y="119547"/>
                  <a:pt x="61521" y="119486"/>
                  <a:pt x="62190" y="119486"/>
                </a:cubicBezTo>
                <a:cubicBezTo>
                  <a:pt x="62706" y="119517"/>
                  <a:pt x="62737" y="119699"/>
                  <a:pt x="63588" y="119608"/>
                </a:cubicBezTo>
                <a:cubicBezTo>
                  <a:pt x="63558" y="119547"/>
                  <a:pt x="63193" y="119547"/>
                  <a:pt x="62980" y="119547"/>
                </a:cubicBezTo>
                <a:cubicBezTo>
                  <a:pt x="63588" y="119365"/>
                  <a:pt x="65746" y="119577"/>
                  <a:pt x="66962" y="119456"/>
                </a:cubicBezTo>
                <a:cubicBezTo>
                  <a:pt x="67357" y="119517"/>
                  <a:pt x="67114" y="119760"/>
                  <a:pt x="67722" y="119760"/>
                </a:cubicBezTo>
                <a:cubicBezTo>
                  <a:pt x="67995" y="119729"/>
                  <a:pt x="67631" y="119669"/>
                  <a:pt x="67722" y="119577"/>
                </a:cubicBezTo>
                <a:cubicBezTo>
                  <a:pt x="68846" y="119577"/>
                  <a:pt x="70001" y="119608"/>
                  <a:pt x="70883" y="119517"/>
                </a:cubicBezTo>
                <a:cubicBezTo>
                  <a:pt x="70883" y="119699"/>
                  <a:pt x="71096" y="119821"/>
                  <a:pt x="71856" y="119790"/>
                </a:cubicBezTo>
                <a:cubicBezTo>
                  <a:pt x="71734" y="119699"/>
                  <a:pt x="71400" y="119699"/>
                  <a:pt x="71460" y="119577"/>
                </a:cubicBezTo>
                <a:cubicBezTo>
                  <a:pt x="71856" y="119517"/>
                  <a:pt x="71764" y="119699"/>
                  <a:pt x="71856" y="119699"/>
                </a:cubicBezTo>
                <a:cubicBezTo>
                  <a:pt x="72281" y="119760"/>
                  <a:pt x="72767" y="119547"/>
                  <a:pt x="73254" y="119699"/>
                </a:cubicBezTo>
                <a:cubicBezTo>
                  <a:pt x="72555" y="119942"/>
                  <a:pt x="71916" y="119760"/>
                  <a:pt x="70853" y="119821"/>
                </a:cubicBezTo>
                <a:cubicBezTo>
                  <a:pt x="70397" y="119851"/>
                  <a:pt x="70488" y="120033"/>
                  <a:pt x="69849" y="120003"/>
                </a:cubicBezTo>
                <a:cubicBezTo>
                  <a:pt x="70488" y="119790"/>
                  <a:pt x="68421" y="119942"/>
                  <a:pt x="68087" y="119821"/>
                </a:cubicBezTo>
                <a:lnTo>
                  <a:pt x="67479" y="120003"/>
                </a:lnTo>
                <a:cubicBezTo>
                  <a:pt x="66992" y="119942"/>
                  <a:pt x="66992" y="119729"/>
                  <a:pt x="66719" y="119608"/>
                </a:cubicBezTo>
                <a:cubicBezTo>
                  <a:pt x="66111" y="119790"/>
                  <a:pt x="66050" y="119456"/>
                  <a:pt x="65138" y="119547"/>
                </a:cubicBezTo>
                <a:cubicBezTo>
                  <a:pt x="64834" y="119942"/>
                  <a:pt x="66354" y="119821"/>
                  <a:pt x="65716" y="120125"/>
                </a:cubicBezTo>
                <a:cubicBezTo>
                  <a:pt x="65199" y="120003"/>
                  <a:pt x="64713" y="119881"/>
                  <a:pt x="64743" y="119608"/>
                </a:cubicBezTo>
                <a:cubicBezTo>
                  <a:pt x="63892" y="119547"/>
                  <a:pt x="63831" y="119760"/>
                  <a:pt x="64317" y="119851"/>
                </a:cubicBezTo>
                <a:cubicBezTo>
                  <a:pt x="64196" y="119973"/>
                  <a:pt x="63862" y="119881"/>
                  <a:pt x="63953" y="119790"/>
                </a:cubicBezTo>
                <a:cubicBezTo>
                  <a:pt x="63497" y="119790"/>
                  <a:pt x="63041" y="119760"/>
                  <a:pt x="62585" y="119669"/>
                </a:cubicBezTo>
                <a:cubicBezTo>
                  <a:pt x="62190" y="119638"/>
                  <a:pt x="62251" y="119942"/>
                  <a:pt x="62767" y="119851"/>
                </a:cubicBezTo>
                <a:cubicBezTo>
                  <a:pt x="62494" y="120033"/>
                  <a:pt x="61886" y="119729"/>
                  <a:pt x="61582" y="119912"/>
                </a:cubicBezTo>
                <a:cubicBezTo>
                  <a:pt x="61491" y="120003"/>
                  <a:pt x="61734" y="120003"/>
                  <a:pt x="61764" y="120094"/>
                </a:cubicBezTo>
                <a:cubicBezTo>
                  <a:pt x="62099" y="120003"/>
                  <a:pt x="63010" y="120125"/>
                  <a:pt x="62950" y="119912"/>
                </a:cubicBezTo>
                <a:cubicBezTo>
                  <a:pt x="63740" y="119851"/>
                  <a:pt x="63527" y="120094"/>
                  <a:pt x="64348" y="120033"/>
                </a:cubicBezTo>
                <a:cubicBezTo>
                  <a:pt x="64439" y="120185"/>
                  <a:pt x="63953" y="120125"/>
                  <a:pt x="63922" y="120216"/>
                </a:cubicBezTo>
                <a:cubicBezTo>
                  <a:pt x="63983" y="120368"/>
                  <a:pt x="64287" y="120155"/>
                  <a:pt x="64317" y="120155"/>
                </a:cubicBezTo>
                <a:cubicBezTo>
                  <a:pt x="64591" y="120155"/>
                  <a:pt x="64652" y="120307"/>
                  <a:pt x="64925" y="120307"/>
                </a:cubicBezTo>
                <a:cubicBezTo>
                  <a:pt x="65229" y="120246"/>
                  <a:pt x="65564" y="120185"/>
                  <a:pt x="65898" y="120185"/>
                </a:cubicBezTo>
                <a:cubicBezTo>
                  <a:pt x="66172" y="120155"/>
                  <a:pt x="66080" y="120033"/>
                  <a:pt x="66111" y="119912"/>
                </a:cubicBezTo>
                <a:cubicBezTo>
                  <a:pt x="66931" y="119912"/>
                  <a:pt x="67023" y="120094"/>
                  <a:pt x="67509" y="120185"/>
                </a:cubicBezTo>
                <a:cubicBezTo>
                  <a:pt x="68117" y="120216"/>
                  <a:pt x="68056" y="120033"/>
                  <a:pt x="68299" y="119942"/>
                </a:cubicBezTo>
                <a:cubicBezTo>
                  <a:pt x="68634" y="120033"/>
                  <a:pt x="68968" y="120155"/>
                  <a:pt x="69272" y="120307"/>
                </a:cubicBezTo>
                <a:cubicBezTo>
                  <a:pt x="69637" y="120064"/>
                  <a:pt x="70883" y="120064"/>
                  <a:pt x="71856" y="120003"/>
                </a:cubicBezTo>
                <a:cubicBezTo>
                  <a:pt x="71673" y="120246"/>
                  <a:pt x="72615" y="120094"/>
                  <a:pt x="73041" y="120155"/>
                </a:cubicBezTo>
                <a:cubicBezTo>
                  <a:pt x="73649" y="120125"/>
                  <a:pt x="73467" y="119821"/>
                  <a:pt x="74439" y="119912"/>
                </a:cubicBezTo>
                <a:cubicBezTo>
                  <a:pt x="74257" y="119973"/>
                  <a:pt x="74044" y="120003"/>
                  <a:pt x="73831" y="120033"/>
                </a:cubicBezTo>
                <a:cubicBezTo>
                  <a:pt x="73892" y="120185"/>
                  <a:pt x="74713" y="120064"/>
                  <a:pt x="74834" y="120033"/>
                </a:cubicBezTo>
                <a:cubicBezTo>
                  <a:pt x="74682" y="119973"/>
                  <a:pt x="74591" y="119881"/>
                  <a:pt x="74439" y="119851"/>
                </a:cubicBezTo>
                <a:cubicBezTo>
                  <a:pt x="73923" y="119638"/>
                  <a:pt x="73527" y="119760"/>
                  <a:pt x="73862" y="119577"/>
                </a:cubicBezTo>
                <a:lnTo>
                  <a:pt x="72099" y="119577"/>
                </a:lnTo>
                <a:cubicBezTo>
                  <a:pt x="72464" y="119365"/>
                  <a:pt x="73345" y="119577"/>
                  <a:pt x="74287" y="119547"/>
                </a:cubicBezTo>
                <a:cubicBezTo>
                  <a:pt x="74986" y="119517"/>
                  <a:pt x="76202" y="119486"/>
                  <a:pt x="77448" y="119547"/>
                </a:cubicBezTo>
                <a:cubicBezTo>
                  <a:pt x="77296" y="119729"/>
                  <a:pt x="77631" y="119760"/>
                  <a:pt x="77631" y="119912"/>
                </a:cubicBezTo>
                <a:cubicBezTo>
                  <a:pt x="78664" y="120003"/>
                  <a:pt x="79120" y="119881"/>
                  <a:pt x="80002" y="119973"/>
                </a:cubicBezTo>
                <a:cubicBezTo>
                  <a:pt x="79910" y="120125"/>
                  <a:pt x="79607" y="120216"/>
                  <a:pt x="79181" y="120216"/>
                </a:cubicBezTo>
                <a:cubicBezTo>
                  <a:pt x="79728" y="120429"/>
                  <a:pt x="80062" y="120003"/>
                  <a:pt x="80579" y="119973"/>
                </a:cubicBezTo>
                <a:cubicBezTo>
                  <a:pt x="81278" y="119942"/>
                  <a:pt x="81066" y="120216"/>
                  <a:pt x="81765" y="120185"/>
                </a:cubicBezTo>
                <a:cubicBezTo>
                  <a:pt x="82129" y="120185"/>
                  <a:pt x="81734" y="119912"/>
                  <a:pt x="81187" y="119973"/>
                </a:cubicBezTo>
                <a:cubicBezTo>
                  <a:pt x="81582" y="119669"/>
                  <a:pt x="81886" y="120094"/>
                  <a:pt x="82373" y="120125"/>
                </a:cubicBezTo>
                <a:cubicBezTo>
                  <a:pt x="83163" y="120033"/>
                  <a:pt x="82616" y="119912"/>
                  <a:pt x="82980" y="119729"/>
                </a:cubicBezTo>
                <a:cubicBezTo>
                  <a:pt x="83740" y="119760"/>
                  <a:pt x="82707" y="120003"/>
                  <a:pt x="83558" y="120033"/>
                </a:cubicBezTo>
                <a:cubicBezTo>
                  <a:pt x="83680" y="119881"/>
                  <a:pt x="84561" y="119973"/>
                  <a:pt x="84348" y="119729"/>
                </a:cubicBezTo>
                <a:cubicBezTo>
                  <a:pt x="84956" y="119851"/>
                  <a:pt x="86050" y="119669"/>
                  <a:pt x="85534" y="119851"/>
                </a:cubicBezTo>
                <a:cubicBezTo>
                  <a:pt x="86081" y="119821"/>
                  <a:pt x="87114" y="119942"/>
                  <a:pt x="87327" y="119790"/>
                </a:cubicBezTo>
                <a:cubicBezTo>
                  <a:pt x="87661" y="119851"/>
                  <a:pt x="87357" y="119912"/>
                  <a:pt x="87327" y="119973"/>
                </a:cubicBezTo>
                <a:cubicBezTo>
                  <a:pt x="87965" y="120033"/>
                  <a:pt x="87601" y="119790"/>
                  <a:pt x="87935" y="119729"/>
                </a:cubicBezTo>
                <a:cubicBezTo>
                  <a:pt x="88239" y="119973"/>
                  <a:pt x="88482" y="119638"/>
                  <a:pt x="89516" y="119729"/>
                </a:cubicBezTo>
                <a:cubicBezTo>
                  <a:pt x="89333" y="119851"/>
                  <a:pt x="89120" y="119973"/>
                  <a:pt x="88908" y="120033"/>
                </a:cubicBezTo>
                <a:cubicBezTo>
                  <a:pt x="85169" y="119973"/>
                  <a:pt x="83680" y="120246"/>
                  <a:pt x="80366" y="120277"/>
                </a:cubicBezTo>
                <a:cubicBezTo>
                  <a:pt x="80093" y="120307"/>
                  <a:pt x="80366" y="120398"/>
                  <a:pt x="80579" y="120398"/>
                </a:cubicBezTo>
                <a:cubicBezTo>
                  <a:pt x="79880" y="120459"/>
                  <a:pt x="79120" y="120550"/>
                  <a:pt x="78573" y="120520"/>
                </a:cubicBezTo>
                <a:cubicBezTo>
                  <a:pt x="78421" y="120520"/>
                  <a:pt x="78239" y="120398"/>
                  <a:pt x="77996" y="120398"/>
                </a:cubicBezTo>
                <a:cubicBezTo>
                  <a:pt x="77844" y="120398"/>
                  <a:pt x="77509" y="120459"/>
                  <a:pt x="77600" y="120459"/>
                </a:cubicBezTo>
                <a:cubicBezTo>
                  <a:pt x="77296" y="120429"/>
                  <a:pt x="77874" y="120277"/>
                  <a:pt x="76840" y="120337"/>
                </a:cubicBezTo>
                <a:cubicBezTo>
                  <a:pt x="77175" y="119973"/>
                  <a:pt x="78208" y="120246"/>
                  <a:pt x="78816" y="120155"/>
                </a:cubicBezTo>
                <a:cubicBezTo>
                  <a:pt x="77661" y="119912"/>
                  <a:pt x="76476" y="119760"/>
                  <a:pt x="75290" y="119790"/>
                </a:cubicBezTo>
                <a:cubicBezTo>
                  <a:pt x="75382" y="119729"/>
                  <a:pt x="75473" y="119669"/>
                  <a:pt x="75473" y="119577"/>
                </a:cubicBezTo>
                <a:cubicBezTo>
                  <a:pt x="74682" y="119638"/>
                  <a:pt x="75017" y="119881"/>
                  <a:pt x="75260" y="120094"/>
                </a:cubicBezTo>
                <a:cubicBezTo>
                  <a:pt x="76111" y="120155"/>
                  <a:pt x="75929" y="119881"/>
                  <a:pt x="76658" y="119912"/>
                </a:cubicBezTo>
                <a:cubicBezTo>
                  <a:pt x="76537" y="120185"/>
                  <a:pt x="75746" y="120459"/>
                  <a:pt x="77023" y="120520"/>
                </a:cubicBezTo>
                <a:cubicBezTo>
                  <a:pt x="75412" y="120520"/>
                  <a:pt x="73163" y="120793"/>
                  <a:pt x="71278" y="120581"/>
                </a:cubicBezTo>
                <a:cubicBezTo>
                  <a:pt x="70640" y="120763"/>
                  <a:pt x="69242" y="120672"/>
                  <a:pt x="68087" y="120672"/>
                </a:cubicBezTo>
                <a:cubicBezTo>
                  <a:pt x="67722" y="120702"/>
                  <a:pt x="67935" y="120915"/>
                  <a:pt x="67296" y="120854"/>
                </a:cubicBezTo>
                <a:cubicBezTo>
                  <a:pt x="67053" y="120824"/>
                  <a:pt x="66840" y="120641"/>
                  <a:pt x="66719" y="120429"/>
                </a:cubicBezTo>
                <a:cubicBezTo>
                  <a:pt x="65776" y="120489"/>
                  <a:pt x="65959" y="120429"/>
                  <a:pt x="64743" y="120489"/>
                </a:cubicBezTo>
                <a:cubicBezTo>
                  <a:pt x="64652" y="120611"/>
                  <a:pt x="64865" y="120641"/>
                  <a:pt x="64925" y="120733"/>
                </a:cubicBezTo>
                <a:cubicBezTo>
                  <a:pt x="65229" y="120611"/>
                  <a:pt x="66020" y="120611"/>
                  <a:pt x="66324" y="120489"/>
                </a:cubicBezTo>
                <a:cubicBezTo>
                  <a:pt x="67509" y="120884"/>
                  <a:pt x="65503" y="121036"/>
                  <a:pt x="64500" y="120915"/>
                </a:cubicBezTo>
                <a:cubicBezTo>
                  <a:pt x="64500" y="120915"/>
                  <a:pt x="64743" y="120793"/>
                  <a:pt x="64713" y="120793"/>
                </a:cubicBezTo>
                <a:cubicBezTo>
                  <a:pt x="64621" y="120793"/>
                  <a:pt x="63558" y="120793"/>
                  <a:pt x="63710" y="120915"/>
                </a:cubicBezTo>
                <a:cubicBezTo>
                  <a:pt x="62585" y="120884"/>
                  <a:pt x="60123" y="120915"/>
                  <a:pt x="58360" y="121006"/>
                </a:cubicBezTo>
                <a:cubicBezTo>
                  <a:pt x="57144" y="121067"/>
                  <a:pt x="55867" y="120945"/>
                  <a:pt x="54804" y="120976"/>
                </a:cubicBezTo>
                <a:cubicBezTo>
                  <a:pt x="54287" y="120976"/>
                  <a:pt x="53649" y="121128"/>
                  <a:pt x="53010" y="121158"/>
                </a:cubicBezTo>
                <a:cubicBezTo>
                  <a:pt x="52220" y="121188"/>
                  <a:pt x="51460" y="121158"/>
                  <a:pt x="51004" y="121340"/>
                </a:cubicBezTo>
                <a:cubicBezTo>
                  <a:pt x="51126" y="121553"/>
                  <a:pt x="52159" y="121462"/>
                  <a:pt x="52190" y="121705"/>
                </a:cubicBezTo>
                <a:cubicBezTo>
                  <a:pt x="53071" y="121584"/>
                  <a:pt x="54530" y="121644"/>
                  <a:pt x="54743" y="121918"/>
                </a:cubicBezTo>
                <a:cubicBezTo>
                  <a:pt x="54956" y="121675"/>
                  <a:pt x="55594" y="121584"/>
                  <a:pt x="56354" y="121523"/>
                </a:cubicBezTo>
                <a:cubicBezTo>
                  <a:pt x="56536" y="121340"/>
                  <a:pt x="56080" y="121371"/>
                  <a:pt x="56171" y="121219"/>
                </a:cubicBezTo>
                <a:cubicBezTo>
                  <a:pt x="57387" y="121158"/>
                  <a:pt x="56779" y="121553"/>
                  <a:pt x="56567" y="121705"/>
                </a:cubicBezTo>
                <a:cubicBezTo>
                  <a:pt x="56749" y="121766"/>
                  <a:pt x="57539" y="121705"/>
                  <a:pt x="58147" y="121796"/>
                </a:cubicBezTo>
                <a:cubicBezTo>
                  <a:pt x="58512" y="121796"/>
                  <a:pt x="57843" y="121553"/>
                  <a:pt x="58360" y="121462"/>
                </a:cubicBezTo>
                <a:cubicBezTo>
                  <a:pt x="58269" y="121371"/>
                  <a:pt x="57387" y="121675"/>
                  <a:pt x="56962" y="121462"/>
                </a:cubicBezTo>
                <a:cubicBezTo>
                  <a:pt x="57174" y="121401"/>
                  <a:pt x="57509" y="121371"/>
                  <a:pt x="57570" y="121219"/>
                </a:cubicBezTo>
                <a:cubicBezTo>
                  <a:pt x="59029" y="121310"/>
                  <a:pt x="60700" y="121219"/>
                  <a:pt x="62919" y="121249"/>
                </a:cubicBezTo>
                <a:cubicBezTo>
                  <a:pt x="63558" y="121401"/>
                  <a:pt x="61703" y="121219"/>
                  <a:pt x="61916" y="121432"/>
                </a:cubicBezTo>
                <a:cubicBezTo>
                  <a:pt x="61916" y="121614"/>
                  <a:pt x="62585" y="121584"/>
                  <a:pt x="63102" y="121584"/>
                </a:cubicBezTo>
                <a:cubicBezTo>
                  <a:pt x="63618" y="121584"/>
                  <a:pt x="63284" y="121340"/>
                  <a:pt x="63892" y="121401"/>
                </a:cubicBezTo>
                <a:cubicBezTo>
                  <a:pt x="63406" y="121584"/>
                  <a:pt x="64165" y="121644"/>
                  <a:pt x="64500" y="121584"/>
                </a:cubicBezTo>
                <a:cubicBezTo>
                  <a:pt x="64956" y="121523"/>
                  <a:pt x="64500" y="121310"/>
                  <a:pt x="64895" y="121523"/>
                </a:cubicBezTo>
                <a:cubicBezTo>
                  <a:pt x="65321" y="121736"/>
                  <a:pt x="65807" y="121766"/>
                  <a:pt x="66263" y="121644"/>
                </a:cubicBezTo>
                <a:cubicBezTo>
                  <a:pt x="66080" y="121523"/>
                  <a:pt x="65412" y="121553"/>
                  <a:pt x="65503" y="121340"/>
                </a:cubicBezTo>
                <a:cubicBezTo>
                  <a:pt x="66141" y="121310"/>
                  <a:pt x="66020" y="121492"/>
                  <a:pt x="66476" y="121523"/>
                </a:cubicBezTo>
                <a:cubicBezTo>
                  <a:pt x="66628" y="121492"/>
                  <a:pt x="66749" y="121492"/>
                  <a:pt x="66871" y="121462"/>
                </a:cubicBezTo>
                <a:cubicBezTo>
                  <a:pt x="67023" y="121310"/>
                  <a:pt x="66476" y="121340"/>
                  <a:pt x="66293" y="121280"/>
                </a:cubicBezTo>
                <a:cubicBezTo>
                  <a:pt x="66111" y="121128"/>
                  <a:pt x="66871" y="121219"/>
                  <a:pt x="66901" y="121219"/>
                </a:cubicBezTo>
                <a:cubicBezTo>
                  <a:pt x="67357" y="121188"/>
                  <a:pt x="67357" y="121097"/>
                  <a:pt x="67691" y="121097"/>
                </a:cubicBezTo>
                <a:cubicBezTo>
                  <a:pt x="68573" y="121067"/>
                  <a:pt x="69758" y="121128"/>
                  <a:pt x="70853" y="121097"/>
                </a:cubicBezTo>
                <a:cubicBezTo>
                  <a:pt x="70366" y="121249"/>
                  <a:pt x="70093" y="121158"/>
                  <a:pt x="69272" y="121158"/>
                </a:cubicBezTo>
                <a:cubicBezTo>
                  <a:pt x="69272" y="121310"/>
                  <a:pt x="69941" y="121280"/>
                  <a:pt x="70457" y="121280"/>
                </a:cubicBezTo>
                <a:cubicBezTo>
                  <a:pt x="70457" y="121462"/>
                  <a:pt x="70913" y="121523"/>
                  <a:pt x="71217" y="121584"/>
                </a:cubicBezTo>
                <a:cubicBezTo>
                  <a:pt x="71856" y="121492"/>
                  <a:pt x="70701" y="121432"/>
                  <a:pt x="71035" y="121219"/>
                </a:cubicBezTo>
                <a:cubicBezTo>
                  <a:pt x="72190" y="121188"/>
                  <a:pt x="71825" y="121584"/>
                  <a:pt x="72403" y="121736"/>
                </a:cubicBezTo>
                <a:cubicBezTo>
                  <a:pt x="73011" y="121736"/>
                  <a:pt x="73588" y="121766"/>
                  <a:pt x="74166" y="121857"/>
                </a:cubicBezTo>
                <a:cubicBezTo>
                  <a:pt x="74561" y="121857"/>
                  <a:pt x="74318" y="121644"/>
                  <a:pt x="74591" y="121614"/>
                </a:cubicBezTo>
                <a:cubicBezTo>
                  <a:pt x="75594" y="121553"/>
                  <a:pt x="75412" y="121888"/>
                  <a:pt x="76567" y="121796"/>
                </a:cubicBezTo>
                <a:cubicBezTo>
                  <a:pt x="76415" y="122070"/>
                  <a:pt x="77296" y="122070"/>
                  <a:pt x="77114" y="122374"/>
                </a:cubicBezTo>
                <a:cubicBezTo>
                  <a:pt x="76506" y="122252"/>
                  <a:pt x="75898" y="122313"/>
                  <a:pt x="75321" y="122526"/>
                </a:cubicBezTo>
                <a:cubicBezTo>
                  <a:pt x="75382" y="122617"/>
                  <a:pt x="75807" y="122587"/>
                  <a:pt x="76111" y="122617"/>
                </a:cubicBezTo>
                <a:cubicBezTo>
                  <a:pt x="75959" y="122647"/>
                  <a:pt x="75898" y="122739"/>
                  <a:pt x="75898" y="122860"/>
                </a:cubicBezTo>
                <a:cubicBezTo>
                  <a:pt x="75473" y="122860"/>
                  <a:pt x="75290" y="122799"/>
                  <a:pt x="75321" y="122678"/>
                </a:cubicBezTo>
                <a:cubicBezTo>
                  <a:pt x="75047" y="122617"/>
                  <a:pt x="74834" y="122921"/>
                  <a:pt x="74713" y="122739"/>
                </a:cubicBezTo>
                <a:cubicBezTo>
                  <a:pt x="74439" y="122617"/>
                  <a:pt x="74561" y="122587"/>
                  <a:pt x="75138" y="122617"/>
                </a:cubicBezTo>
                <a:cubicBezTo>
                  <a:pt x="74743" y="122495"/>
                  <a:pt x="74926" y="122283"/>
                  <a:pt x="75351" y="122222"/>
                </a:cubicBezTo>
                <a:cubicBezTo>
                  <a:pt x="75078" y="122040"/>
                  <a:pt x="74652" y="122343"/>
                  <a:pt x="74166" y="122283"/>
                </a:cubicBezTo>
                <a:cubicBezTo>
                  <a:pt x="74105" y="122131"/>
                  <a:pt x="73862" y="122040"/>
                  <a:pt x="73983" y="121857"/>
                </a:cubicBezTo>
                <a:cubicBezTo>
                  <a:pt x="73375" y="121857"/>
                  <a:pt x="73771" y="122161"/>
                  <a:pt x="73163" y="122161"/>
                </a:cubicBezTo>
                <a:cubicBezTo>
                  <a:pt x="73102" y="122313"/>
                  <a:pt x="73923" y="122192"/>
                  <a:pt x="73740" y="122404"/>
                </a:cubicBezTo>
                <a:cubicBezTo>
                  <a:pt x="73467" y="122374"/>
                  <a:pt x="72707" y="122465"/>
                  <a:pt x="72767" y="122343"/>
                </a:cubicBezTo>
                <a:cubicBezTo>
                  <a:pt x="72372" y="122495"/>
                  <a:pt x="71977" y="122556"/>
                  <a:pt x="71552" y="122526"/>
                </a:cubicBezTo>
                <a:cubicBezTo>
                  <a:pt x="71916" y="122313"/>
                  <a:pt x="71825" y="122131"/>
                  <a:pt x="70792" y="122192"/>
                </a:cubicBezTo>
                <a:cubicBezTo>
                  <a:pt x="70275" y="122070"/>
                  <a:pt x="71339" y="122040"/>
                  <a:pt x="70792" y="121888"/>
                </a:cubicBezTo>
                <a:cubicBezTo>
                  <a:pt x="70488" y="122040"/>
                  <a:pt x="70153" y="122070"/>
                  <a:pt x="69819" y="122009"/>
                </a:cubicBezTo>
                <a:cubicBezTo>
                  <a:pt x="69880" y="121918"/>
                  <a:pt x="69667" y="121888"/>
                  <a:pt x="69424" y="121888"/>
                </a:cubicBezTo>
                <a:cubicBezTo>
                  <a:pt x="69546" y="121736"/>
                  <a:pt x="69849" y="121523"/>
                  <a:pt x="69454" y="121401"/>
                </a:cubicBezTo>
                <a:cubicBezTo>
                  <a:pt x="69090" y="121432"/>
                  <a:pt x="69181" y="121644"/>
                  <a:pt x="68451" y="121584"/>
                </a:cubicBezTo>
                <a:cubicBezTo>
                  <a:pt x="68208" y="121340"/>
                  <a:pt x="69120" y="121462"/>
                  <a:pt x="68877" y="121188"/>
                </a:cubicBezTo>
                <a:cubicBezTo>
                  <a:pt x="68087" y="121097"/>
                  <a:pt x="68360" y="121371"/>
                  <a:pt x="68056" y="121432"/>
                </a:cubicBezTo>
                <a:cubicBezTo>
                  <a:pt x="67691" y="121401"/>
                  <a:pt x="68056" y="121158"/>
                  <a:pt x="67296" y="121249"/>
                </a:cubicBezTo>
                <a:cubicBezTo>
                  <a:pt x="67175" y="121310"/>
                  <a:pt x="67205" y="121492"/>
                  <a:pt x="66658" y="121553"/>
                </a:cubicBezTo>
                <a:cubicBezTo>
                  <a:pt x="66840" y="121705"/>
                  <a:pt x="67175" y="121401"/>
                  <a:pt x="67874" y="121492"/>
                </a:cubicBezTo>
                <a:cubicBezTo>
                  <a:pt x="67539" y="121675"/>
                  <a:pt x="68299" y="121614"/>
                  <a:pt x="68451" y="121675"/>
                </a:cubicBezTo>
                <a:cubicBezTo>
                  <a:pt x="68512" y="121736"/>
                  <a:pt x="68390" y="121827"/>
                  <a:pt x="68451" y="121888"/>
                </a:cubicBezTo>
                <a:cubicBezTo>
                  <a:pt x="68512" y="121918"/>
                  <a:pt x="68938" y="121948"/>
                  <a:pt x="68816" y="122070"/>
                </a:cubicBezTo>
                <a:cubicBezTo>
                  <a:pt x="68512" y="122131"/>
                  <a:pt x="68178" y="122131"/>
                  <a:pt x="67843" y="122131"/>
                </a:cubicBezTo>
                <a:cubicBezTo>
                  <a:pt x="67904" y="122040"/>
                  <a:pt x="68178" y="122040"/>
                  <a:pt x="68239" y="121948"/>
                </a:cubicBezTo>
                <a:cubicBezTo>
                  <a:pt x="67904" y="121888"/>
                  <a:pt x="67570" y="121948"/>
                  <a:pt x="67235" y="122070"/>
                </a:cubicBezTo>
                <a:cubicBezTo>
                  <a:pt x="67327" y="122343"/>
                  <a:pt x="68239" y="122313"/>
                  <a:pt x="68998" y="122252"/>
                </a:cubicBezTo>
                <a:cubicBezTo>
                  <a:pt x="69211" y="122435"/>
                  <a:pt x="68573" y="122374"/>
                  <a:pt x="68208" y="122374"/>
                </a:cubicBezTo>
                <a:cubicBezTo>
                  <a:pt x="68573" y="122526"/>
                  <a:pt x="68755" y="122678"/>
                  <a:pt x="68178" y="122799"/>
                </a:cubicBezTo>
                <a:cubicBezTo>
                  <a:pt x="68239" y="122860"/>
                  <a:pt x="68573" y="122860"/>
                  <a:pt x="68573" y="122921"/>
                </a:cubicBezTo>
                <a:cubicBezTo>
                  <a:pt x="69059" y="122921"/>
                  <a:pt x="69242" y="122708"/>
                  <a:pt x="69758" y="122860"/>
                </a:cubicBezTo>
                <a:cubicBezTo>
                  <a:pt x="69606" y="123164"/>
                  <a:pt x="67965" y="123012"/>
                  <a:pt x="66780" y="123043"/>
                </a:cubicBezTo>
                <a:cubicBezTo>
                  <a:pt x="66172" y="123103"/>
                  <a:pt x="65594" y="123134"/>
                  <a:pt x="64986" y="123103"/>
                </a:cubicBezTo>
                <a:cubicBezTo>
                  <a:pt x="65260" y="123043"/>
                  <a:pt x="65533" y="123012"/>
                  <a:pt x="65776" y="123043"/>
                </a:cubicBezTo>
                <a:cubicBezTo>
                  <a:pt x="65169" y="122921"/>
                  <a:pt x="65108" y="123103"/>
                  <a:pt x="64591" y="123103"/>
                </a:cubicBezTo>
                <a:cubicBezTo>
                  <a:pt x="64409" y="123103"/>
                  <a:pt x="64196" y="123043"/>
                  <a:pt x="64014" y="122982"/>
                </a:cubicBezTo>
                <a:cubicBezTo>
                  <a:pt x="63649" y="122982"/>
                  <a:pt x="63375" y="123134"/>
                  <a:pt x="63010" y="123164"/>
                </a:cubicBezTo>
                <a:cubicBezTo>
                  <a:pt x="62676" y="123164"/>
                  <a:pt x="62555" y="123073"/>
                  <a:pt x="62220" y="123073"/>
                </a:cubicBezTo>
                <a:cubicBezTo>
                  <a:pt x="61551" y="123073"/>
                  <a:pt x="60700" y="123225"/>
                  <a:pt x="60244" y="123073"/>
                </a:cubicBezTo>
                <a:cubicBezTo>
                  <a:pt x="60396" y="122769"/>
                  <a:pt x="61187" y="122647"/>
                  <a:pt x="62220" y="122799"/>
                </a:cubicBezTo>
                <a:cubicBezTo>
                  <a:pt x="62190" y="122587"/>
                  <a:pt x="61339" y="122617"/>
                  <a:pt x="60670" y="122587"/>
                </a:cubicBezTo>
                <a:cubicBezTo>
                  <a:pt x="60092" y="122647"/>
                  <a:pt x="60427" y="122678"/>
                  <a:pt x="60457" y="122830"/>
                </a:cubicBezTo>
                <a:cubicBezTo>
                  <a:pt x="60062" y="122830"/>
                  <a:pt x="59819" y="122830"/>
                  <a:pt x="59849" y="122951"/>
                </a:cubicBezTo>
                <a:cubicBezTo>
                  <a:pt x="59485" y="122951"/>
                  <a:pt x="58846" y="122891"/>
                  <a:pt x="59059" y="123073"/>
                </a:cubicBezTo>
                <a:cubicBezTo>
                  <a:pt x="59059" y="123195"/>
                  <a:pt x="59819" y="122982"/>
                  <a:pt x="60032" y="123134"/>
                </a:cubicBezTo>
                <a:cubicBezTo>
                  <a:pt x="59089" y="123316"/>
                  <a:pt x="57995" y="123134"/>
                  <a:pt x="56871" y="123195"/>
                </a:cubicBezTo>
                <a:cubicBezTo>
                  <a:pt x="56597" y="123195"/>
                  <a:pt x="56354" y="123316"/>
                  <a:pt x="56050" y="123316"/>
                </a:cubicBezTo>
                <a:lnTo>
                  <a:pt x="53071" y="123347"/>
                </a:lnTo>
                <a:cubicBezTo>
                  <a:pt x="51582" y="123377"/>
                  <a:pt x="49940" y="123407"/>
                  <a:pt x="48937" y="123316"/>
                </a:cubicBezTo>
                <a:cubicBezTo>
                  <a:pt x="48876" y="123316"/>
                  <a:pt x="48968" y="123225"/>
                  <a:pt x="48937" y="123195"/>
                </a:cubicBezTo>
                <a:cubicBezTo>
                  <a:pt x="48724" y="123134"/>
                  <a:pt x="48390" y="123316"/>
                  <a:pt x="48117" y="123255"/>
                </a:cubicBezTo>
                <a:cubicBezTo>
                  <a:pt x="48572" y="122860"/>
                  <a:pt x="47691" y="123377"/>
                  <a:pt x="46749" y="123255"/>
                </a:cubicBezTo>
                <a:cubicBezTo>
                  <a:pt x="46506" y="123255"/>
                  <a:pt x="46566" y="123377"/>
                  <a:pt x="46536" y="123438"/>
                </a:cubicBezTo>
                <a:cubicBezTo>
                  <a:pt x="45715" y="123438"/>
                  <a:pt x="44621" y="123499"/>
                  <a:pt x="44347" y="123316"/>
                </a:cubicBezTo>
                <a:cubicBezTo>
                  <a:pt x="43740" y="123286"/>
                  <a:pt x="43892" y="123499"/>
                  <a:pt x="43162" y="123407"/>
                </a:cubicBezTo>
                <a:cubicBezTo>
                  <a:pt x="43010" y="123195"/>
                  <a:pt x="43284" y="123134"/>
                  <a:pt x="43983" y="123164"/>
                </a:cubicBezTo>
                <a:cubicBezTo>
                  <a:pt x="44013" y="122982"/>
                  <a:pt x="43375" y="122982"/>
                  <a:pt x="42797" y="122982"/>
                </a:cubicBezTo>
                <a:cubicBezTo>
                  <a:pt x="42645" y="123164"/>
                  <a:pt x="42980" y="123225"/>
                  <a:pt x="42980" y="123377"/>
                </a:cubicBezTo>
                <a:cubicBezTo>
                  <a:pt x="33527" y="123559"/>
                  <a:pt x="23982" y="123377"/>
                  <a:pt x="14864" y="123316"/>
                </a:cubicBezTo>
                <a:cubicBezTo>
                  <a:pt x="13405" y="123316"/>
                  <a:pt x="11763" y="123316"/>
                  <a:pt x="9970" y="123286"/>
                </a:cubicBezTo>
                <a:cubicBezTo>
                  <a:pt x="9605" y="123286"/>
                  <a:pt x="9514" y="123347"/>
                  <a:pt x="9210" y="123347"/>
                </a:cubicBezTo>
                <a:lnTo>
                  <a:pt x="8298" y="123347"/>
                </a:lnTo>
                <a:cubicBezTo>
                  <a:pt x="8177" y="122708"/>
                  <a:pt x="7903" y="121584"/>
                  <a:pt x="7690" y="120550"/>
                </a:cubicBezTo>
                <a:cubicBezTo>
                  <a:pt x="7508" y="119821"/>
                  <a:pt x="7234" y="119061"/>
                  <a:pt x="7113" y="118301"/>
                </a:cubicBezTo>
                <a:cubicBezTo>
                  <a:pt x="6930" y="117389"/>
                  <a:pt x="6322" y="114623"/>
                  <a:pt x="5897" y="113103"/>
                </a:cubicBezTo>
                <a:cubicBezTo>
                  <a:pt x="5623" y="112222"/>
                  <a:pt x="5167" y="111127"/>
                  <a:pt x="5137" y="109820"/>
                </a:cubicBezTo>
                <a:cubicBezTo>
                  <a:pt x="4833" y="109030"/>
                  <a:pt x="4620" y="108179"/>
                  <a:pt x="4529" y="107328"/>
                </a:cubicBezTo>
                <a:cubicBezTo>
                  <a:pt x="4499" y="107450"/>
                  <a:pt x="4590" y="107784"/>
                  <a:pt x="4438" y="107723"/>
                </a:cubicBezTo>
                <a:cubicBezTo>
                  <a:pt x="4195" y="106264"/>
                  <a:pt x="3800" y="105200"/>
                  <a:pt x="3587" y="103377"/>
                </a:cubicBezTo>
                <a:cubicBezTo>
                  <a:pt x="3678" y="103437"/>
                  <a:pt x="3739" y="103711"/>
                  <a:pt x="3830" y="103741"/>
                </a:cubicBezTo>
                <a:cubicBezTo>
                  <a:pt x="3769" y="102921"/>
                  <a:pt x="3526" y="103255"/>
                  <a:pt x="3435" y="102738"/>
                </a:cubicBezTo>
                <a:cubicBezTo>
                  <a:pt x="3404" y="102252"/>
                  <a:pt x="3708" y="102617"/>
                  <a:pt x="3769" y="102738"/>
                </a:cubicBezTo>
                <a:cubicBezTo>
                  <a:pt x="3648" y="102161"/>
                  <a:pt x="3526" y="101887"/>
                  <a:pt x="3435" y="101310"/>
                </a:cubicBezTo>
                <a:cubicBezTo>
                  <a:pt x="3526" y="100641"/>
                  <a:pt x="3404" y="100215"/>
                  <a:pt x="3435" y="99395"/>
                </a:cubicBezTo>
                <a:cubicBezTo>
                  <a:pt x="3465" y="99030"/>
                  <a:pt x="3556" y="98696"/>
                  <a:pt x="3617" y="98361"/>
                </a:cubicBezTo>
                <a:cubicBezTo>
                  <a:pt x="3617" y="97510"/>
                  <a:pt x="3769" y="96659"/>
                  <a:pt x="4043" y="95838"/>
                </a:cubicBezTo>
                <a:cubicBezTo>
                  <a:pt x="4134" y="95656"/>
                  <a:pt x="4225" y="95474"/>
                  <a:pt x="4347" y="95291"/>
                </a:cubicBezTo>
                <a:cubicBezTo>
                  <a:pt x="4468" y="94957"/>
                  <a:pt x="4316" y="94683"/>
                  <a:pt x="4711" y="94319"/>
                </a:cubicBezTo>
                <a:cubicBezTo>
                  <a:pt x="5015" y="93285"/>
                  <a:pt x="5411" y="92252"/>
                  <a:pt x="5836" y="91249"/>
                </a:cubicBezTo>
                <a:cubicBezTo>
                  <a:pt x="5958" y="91006"/>
                  <a:pt x="6110" y="90762"/>
                  <a:pt x="6262" y="90550"/>
                </a:cubicBezTo>
                <a:cubicBezTo>
                  <a:pt x="6444" y="90246"/>
                  <a:pt x="6414" y="90154"/>
                  <a:pt x="6596" y="89820"/>
                </a:cubicBezTo>
                <a:cubicBezTo>
                  <a:pt x="6778" y="89486"/>
                  <a:pt x="6870" y="89516"/>
                  <a:pt x="6961" y="89364"/>
                </a:cubicBezTo>
                <a:cubicBezTo>
                  <a:pt x="7022" y="89273"/>
                  <a:pt x="7082" y="88999"/>
                  <a:pt x="7204" y="88817"/>
                </a:cubicBezTo>
                <a:cubicBezTo>
                  <a:pt x="7629" y="88057"/>
                  <a:pt x="8329" y="86933"/>
                  <a:pt x="8663" y="86233"/>
                </a:cubicBezTo>
                <a:cubicBezTo>
                  <a:pt x="8815" y="85899"/>
                  <a:pt x="8845" y="85656"/>
                  <a:pt x="9058" y="85291"/>
                </a:cubicBezTo>
                <a:cubicBezTo>
                  <a:pt x="9180" y="85139"/>
                  <a:pt x="9332" y="84987"/>
                  <a:pt x="9423" y="84835"/>
                </a:cubicBezTo>
                <a:cubicBezTo>
                  <a:pt x="9636" y="84258"/>
                  <a:pt x="9879" y="83711"/>
                  <a:pt x="10213" y="83224"/>
                </a:cubicBezTo>
                <a:cubicBezTo>
                  <a:pt x="10426" y="82829"/>
                  <a:pt x="10547" y="82343"/>
                  <a:pt x="10760" y="81948"/>
                </a:cubicBezTo>
                <a:cubicBezTo>
                  <a:pt x="10943" y="81613"/>
                  <a:pt x="11034" y="81613"/>
                  <a:pt x="11186" y="81279"/>
                </a:cubicBezTo>
                <a:cubicBezTo>
                  <a:pt x="11794" y="80094"/>
                  <a:pt x="12584" y="78483"/>
                  <a:pt x="13253" y="77206"/>
                </a:cubicBezTo>
                <a:cubicBezTo>
                  <a:pt x="13405" y="76902"/>
                  <a:pt x="13465" y="76932"/>
                  <a:pt x="13587" y="76689"/>
                </a:cubicBezTo>
                <a:cubicBezTo>
                  <a:pt x="14195" y="75504"/>
                  <a:pt x="14651" y="74410"/>
                  <a:pt x="15076" y="73650"/>
                </a:cubicBezTo>
                <a:cubicBezTo>
                  <a:pt x="15289" y="73285"/>
                  <a:pt x="15289" y="73437"/>
                  <a:pt x="15472" y="73194"/>
                </a:cubicBezTo>
                <a:cubicBezTo>
                  <a:pt x="15928" y="72251"/>
                  <a:pt x="16292" y="71400"/>
                  <a:pt x="16870" y="70337"/>
                </a:cubicBezTo>
                <a:cubicBezTo>
                  <a:pt x="16961" y="70276"/>
                  <a:pt x="17143" y="69972"/>
                  <a:pt x="17204" y="70093"/>
                </a:cubicBezTo>
                <a:cubicBezTo>
                  <a:pt x="17295" y="69881"/>
                  <a:pt x="17174" y="69881"/>
                  <a:pt x="17143" y="69820"/>
                </a:cubicBezTo>
                <a:cubicBezTo>
                  <a:pt x="17782" y="68726"/>
                  <a:pt x="17934" y="67722"/>
                  <a:pt x="18663" y="67023"/>
                </a:cubicBezTo>
                <a:cubicBezTo>
                  <a:pt x="18967" y="66385"/>
                  <a:pt x="18997" y="66385"/>
                  <a:pt x="19362" y="65595"/>
                </a:cubicBezTo>
                <a:cubicBezTo>
                  <a:pt x="19545" y="65443"/>
                  <a:pt x="19727" y="65169"/>
                  <a:pt x="19818" y="65412"/>
                </a:cubicBezTo>
                <a:cubicBezTo>
                  <a:pt x="20244" y="64653"/>
                  <a:pt x="19818" y="65139"/>
                  <a:pt x="19879" y="64774"/>
                </a:cubicBezTo>
                <a:cubicBezTo>
                  <a:pt x="20274" y="63923"/>
                  <a:pt x="20487" y="64014"/>
                  <a:pt x="20912" y="63224"/>
                </a:cubicBezTo>
                <a:cubicBezTo>
                  <a:pt x="21095" y="62890"/>
                  <a:pt x="20791" y="62981"/>
                  <a:pt x="20943" y="62707"/>
                </a:cubicBezTo>
                <a:cubicBezTo>
                  <a:pt x="21277" y="62282"/>
                  <a:pt x="21703" y="61735"/>
                  <a:pt x="22219" y="61187"/>
                </a:cubicBezTo>
                <a:cubicBezTo>
                  <a:pt x="22736" y="60640"/>
                  <a:pt x="23344" y="60154"/>
                  <a:pt x="24043" y="59759"/>
                </a:cubicBezTo>
                <a:cubicBezTo>
                  <a:pt x="24438" y="59546"/>
                  <a:pt x="24955" y="59394"/>
                  <a:pt x="25411" y="59151"/>
                </a:cubicBezTo>
                <a:cubicBezTo>
                  <a:pt x="26566" y="58604"/>
                  <a:pt x="28481" y="57540"/>
                  <a:pt x="29271" y="57510"/>
                </a:cubicBezTo>
                <a:cubicBezTo>
                  <a:pt x="29393" y="57418"/>
                  <a:pt x="29514" y="57297"/>
                  <a:pt x="29575" y="57175"/>
                </a:cubicBezTo>
                <a:cubicBezTo>
                  <a:pt x="30852" y="56810"/>
                  <a:pt x="31460" y="56203"/>
                  <a:pt x="32888" y="55777"/>
                </a:cubicBezTo>
                <a:cubicBezTo>
                  <a:pt x="33071" y="55412"/>
                  <a:pt x="33557" y="55382"/>
                  <a:pt x="34287" y="54987"/>
                </a:cubicBezTo>
                <a:cubicBezTo>
                  <a:pt x="34317" y="54896"/>
                  <a:pt x="33891" y="54956"/>
                  <a:pt x="33861" y="54987"/>
                </a:cubicBezTo>
                <a:cubicBezTo>
                  <a:pt x="33648" y="55048"/>
                  <a:pt x="33557" y="55230"/>
                  <a:pt x="33344" y="55321"/>
                </a:cubicBezTo>
                <a:cubicBezTo>
                  <a:pt x="33131" y="55412"/>
                  <a:pt x="32949" y="55382"/>
                  <a:pt x="32767" y="55503"/>
                </a:cubicBezTo>
                <a:cubicBezTo>
                  <a:pt x="32524" y="55625"/>
                  <a:pt x="32311" y="55807"/>
                  <a:pt x="32068" y="55929"/>
                </a:cubicBezTo>
                <a:cubicBezTo>
                  <a:pt x="31672" y="56081"/>
                  <a:pt x="31399" y="56142"/>
                  <a:pt x="30943" y="56324"/>
                </a:cubicBezTo>
                <a:cubicBezTo>
                  <a:pt x="30487" y="56507"/>
                  <a:pt x="29940" y="56810"/>
                  <a:pt x="29119" y="57114"/>
                </a:cubicBezTo>
                <a:cubicBezTo>
                  <a:pt x="28906" y="57145"/>
                  <a:pt x="28724" y="57206"/>
                  <a:pt x="28511" y="57206"/>
                </a:cubicBezTo>
                <a:cubicBezTo>
                  <a:pt x="28329" y="57297"/>
                  <a:pt x="27751" y="57631"/>
                  <a:pt x="27265" y="57814"/>
                </a:cubicBezTo>
                <a:cubicBezTo>
                  <a:pt x="26657" y="58087"/>
                  <a:pt x="26566" y="58148"/>
                  <a:pt x="25776" y="58482"/>
                </a:cubicBezTo>
                <a:cubicBezTo>
                  <a:pt x="24833" y="58877"/>
                  <a:pt x="23952" y="59394"/>
                  <a:pt x="23131" y="60002"/>
                </a:cubicBezTo>
                <a:cubicBezTo>
                  <a:pt x="23010" y="59941"/>
                  <a:pt x="23253" y="59789"/>
                  <a:pt x="23222" y="59698"/>
                </a:cubicBezTo>
                <a:cubicBezTo>
                  <a:pt x="22615" y="60093"/>
                  <a:pt x="22007" y="60731"/>
                  <a:pt x="21976" y="60458"/>
                </a:cubicBezTo>
                <a:cubicBezTo>
                  <a:pt x="21763" y="60671"/>
                  <a:pt x="21885" y="60701"/>
                  <a:pt x="21915" y="60792"/>
                </a:cubicBezTo>
                <a:cubicBezTo>
                  <a:pt x="21915" y="60853"/>
                  <a:pt x="22554" y="60215"/>
                  <a:pt x="22858" y="60063"/>
                </a:cubicBezTo>
                <a:cubicBezTo>
                  <a:pt x="22645" y="60367"/>
                  <a:pt x="22219" y="60762"/>
                  <a:pt x="21763" y="61248"/>
                </a:cubicBezTo>
                <a:cubicBezTo>
                  <a:pt x="21308" y="61735"/>
                  <a:pt x="20852" y="62251"/>
                  <a:pt x="20517" y="62707"/>
                </a:cubicBezTo>
                <a:cubicBezTo>
                  <a:pt x="20153" y="63163"/>
                  <a:pt x="20365" y="63437"/>
                  <a:pt x="20092" y="63498"/>
                </a:cubicBezTo>
                <a:cubicBezTo>
                  <a:pt x="19788" y="63801"/>
                  <a:pt x="20031" y="63346"/>
                  <a:pt x="20183" y="63011"/>
                </a:cubicBezTo>
                <a:cubicBezTo>
                  <a:pt x="20244" y="62798"/>
                  <a:pt x="20031" y="62981"/>
                  <a:pt x="20304" y="62555"/>
                </a:cubicBezTo>
                <a:cubicBezTo>
                  <a:pt x="20426" y="62403"/>
                  <a:pt x="20487" y="62403"/>
                  <a:pt x="20608" y="62221"/>
                </a:cubicBezTo>
                <a:cubicBezTo>
                  <a:pt x="20639" y="62282"/>
                  <a:pt x="20426" y="62586"/>
                  <a:pt x="20274" y="62829"/>
                </a:cubicBezTo>
                <a:cubicBezTo>
                  <a:pt x="20791" y="62312"/>
                  <a:pt x="21095" y="61552"/>
                  <a:pt x="21763" y="61005"/>
                </a:cubicBezTo>
                <a:cubicBezTo>
                  <a:pt x="21794" y="60731"/>
                  <a:pt x="21429" y="61096"/>
                  <a:pt x="21125" y="61461"/>
                </a:cubicBezTo>
                <a:cubicBezTo>
                  <a:pt x="20821" y="61795"/>
                  <a:pt x="20578" y="62160"/>
                  <a:pt x="20548" y="61856"/>
                </a:cubicBezTo>
                <a:cubicBezTo>
                  <a:pt x="19879" y="63011"/>
                  <a:pt x="19970" y="63498"/>
                  <a:pt x="19210" y="64622"/>
                </a:cubicBezTo>
                <a:cubicBezTo>
                  <a:pt x="19301" y="64987"/>
                  <a:pt x="19727" y="63832"/>
                  <a:pt x="19849" y="64075"/>
                </a:cubicBezTo>
                <a:cubicBezTo>
                  <a:pt x="19545" y="64744"/>
                  <a:pt x="19149" y="65352"/>
                  <a:pt x="18694" y="65929"/>
                </a:cubicBezTo>
                <a:cubicBezTo>
                  <a:pt x="18785" y="65595"/>
                  <a:pt x="19332" y="64592"/>
                  <a:pt x="18815" y="65078"/>
                </a:cubicBezTo>
                <a:cubicBezTo>
                  <a:pt x="18663" y="65443"/>
                  <a:pt x="18937" y="65352"/>
                  <a:pt x="18602" y="65868"/>
                </a:cubicBezTo>
                <a:cubicBezTo>
                  <a:pt x="18390" y="65534"/>
                  <a:pt x="17782" y="66902"/>
                  <a:pt x="17782" y="67236"/>
                </a:cubicBezTo>
                <a:cubicBezTo>
                  <a:pt x="18086" y="66963"/>
                  <a:pt x="18329" y="66628"/>
                  <a:pt x="18450" y="66264"/>
                </a:cubicBezTo>
                <a:cubicBezTo>
                  <a:pt x="18572" y="66537"/>
                  <a:pt x="18025" y="67175"/>
                  <a:pt x="17751" y="67692"/>
                </a:cubicBezTo>
                <a:cubicBezTo>
                  <a:pt x="17751" y="67145"/>
                  <a:pt x="17387" y="67874"/>
                  <a:pt x="17083" y="68178"/>
                </a:cubicBezTo>
                <a:cubicBezTo>
                  <a:pt x="17174" y="68513"/>
                  <a:pt x="17599" y="67692"/>
                  <a:pt x="17478" y="68178"/>
                </a:cubicBezTo>
                <a:cubicBezTo>
                  <a:pt x="17204" y="68634"/>
                  <a:pt x="17022" y="68482"/>
                  <a:pt x="16718" y="69090"/>
                </a:cubicBezTo>
                <a:cubicBezTo>
                  <a:pt x="16475" y="69607"/>
                  <a:pt x="16961" y="68878"/>
                  <a:pt x="17022" y="68817"/>
                </a:cubicBezTo>
                <a:cubicBezTo>
                  <a:pt x="16231" y="70580"/>
                  <a:pt x="14864" y="73072"/>
                  <a:pt x="13648" y="75352"/>
                </a:cubicBezTo>
                <a:cubicBezTo>
                  <a:pt x="13526" y="75534"/>
                  <a:pt x="12979" y="76203"/>
                  <a:pt x="13040" y="76598"/>
                </a:cubicBezTo>
                <a:cubicBezTo>
                  <a:pt x="12432" y="77510"/>
                  <a:pt x="11399" y="79425"/>
                  <a:pt x="11003" y="80215"/>
                </a:cubicBezTo>
                <a:cubicBezTo>
                  <a:pt x="10973" y="79850"/>
                  <a:pt x="11551" y="78969"/>
                  <a:pt x="11946" y="78239"/>
                </a:cubicBezTo>
                <a:cubicBezTo>
                  <a:pt x="12493" y="77176"/>
                  <a:pt x="13070" y="76203"/>
                  <a:pt x="13405" y="75413"/>
                </a:cubicBezTo>
                <a:cubicBezTo>
                  <a:pt x="13162" y="75352"/>
                  <a:pt x="13010" y="75808"/>
                  <a:pt x="12979" y="75382"/>
                </a:cubicBezTo>
                <a:cubicBezTo>
                  <a:pt x="12675" y="76051"/>
                  <a:pt x="12371" y="76264"/>
                  <a:pt x="12310" y="76598"/>
                </a:cubicBezTo>
                <a:cubicBezTo>
                  <a:pt x="12462" y="76416"/>
                  <a:pt x="12584" y="76294"/>
                  <a:pt x="12888" y="75808"/>
                </a:cubicBezTo>
                <a:cubicBezTo>
                  <a:pt x="12949" y="76355"/>
                  <a:pt x="12280" y="76841"/>
                  <a:pt x="11946" y="77540"/>
                </a:cubicBezTo>
                <a:cubicBezTo>
                  <a:pt x="12037" y="77692"/>
                  <a:pt x="12341" y="76750"/>
                  <a:pt x="12402" y="77115"/>
                </a:cubicBezTo>
                <a:cubicBezTo>
                  <a:pt x="10274" y="81157"/>
                  <a:pt x="7234" y="86720"/>
                  <a:pt x="4955" y="91127"/>
                </a:cubicBezTo>
                <a:cubicBezTo>
                  <a:pt x="4803" y="91462"/>
                  <a:pt x="4590" y="91735"/>
                  <a:pt x="4438" y="92039"/>
                </a:cubicBezTo>
                <a:cubicBezTo>
                  <a:pt x="4256" y="92465"/>
                  <a:pt x="4164" y="92829"/>
                  <a:pt x="3982" y="93224"/>
                </a:cubicBezTo>
                <a:cubicBezTo>
                  <a:pt x="3678" y="93893"/>
                  <a:pt x="3101" y="94623"/>
                  <a:pt x="3131" y="95261"/>
                </a:cubicBezTo>
                <a:cubicBezTo>
                  <a:pt x="2979" y="95291"/>
                  <a:pt x="2797" y="96082"/>
                  <a:pt x="2645" y="96264"/>
                </a:cubicBezTo>
                <a:cubicBezTo>
                  <a:pt x="2584" y="96568"/>
                  <a:pt x="2705" y="96538"/>
                  <a:pt x="2766" y="96325"/>
                </a:cubicBezTo>
                <a:cubicBezTo>
                  <a:pt x="2401" y="98301"/>
                  <a:pt x="2310" y="100337"/>
                  <a:pt x="2493" y="102374"/>
                </a:cubicBezTo>
                <a:cubicBezTo>
                  <a:pt x="2614" y="104045"/>
                  <a:pt x="2918" y="105717"/>
                  <a:pt x="3435" y="107328"/>
                </a:cubicBezTo>
                <a:cubicBezTo>
                  <a:pt x="3465" y="107632"/>
                  <a:pt x="3374" y="107328"/>
                  <a:pt x="3313" y="107358"/>
                </a:cubicBezTo>
                <a:cubicBezTo>
                  <a:pt x="3556" y="108118"/>
                  <a:pt x="3800" y="108878"/>
                  <a:pt x="3952" y="109668"/>
                </a:cubicBezTo>
                <a:cubicBezTo>
                  <a:pt x="3800" y="109668"/>
                  <a:pt x="3708" y="108939"/>
                  <a:pt x="3526" y="108939"/>
                </a:cubicBezTo>
                <a:cubicBezTo>
                  <a:pt x="3678" y="109547"/>
                  <a:pt x="4104" y="110368"/>
                  <a:pt x="4043" y="110854"/>
                </a:cubicBezTo>
                <a:cubicBezTo>
                  <a:pt x="3769" y="110884"/>
                  <a:pt x="3921" y="110033"/>
                  <a:pt x="3648" y="109912"/>
                </a:cubicBezTo>
                <a:cubicBezTo>
                  <a:pt x="3465" y="109334"/>
                  <a:pt x="3587" y="109213"/>
                  <a:pt x="3374" y="108574"/>
                </a:cubicBezTo>
                <a:cubicBezTo>
                  <a:pt x="3313" y="108453"/>
                  <a:pt x="3283" y="108301"/>
                  <a:pt x="3222" y="108179"/>
                </a:cubicBezTo>
                <a:cubicBezTo>
                  <a:pt x="3070" y="108149"/>
                  <a:pt x="3009" y="108270"/>
                  <a:pt x="3070" y="108605"/>
                </a:cubicBezTo>
                <a:cubicBezTo>
                  <a:pt x="2857" y="107997"/>
                  <a:pt x="2553" y="107936"/>
                  <a:pt x="2462" y="107906"/>
                </a:cubicBezTo>
                <a:cubicBezTo>
                  <a:pt x="2310" y="108301"/>
                  <a:pt x="2736" y="109061"/>
                  <a:pt x="2705" y="109486"/>
                </a:cubicBezTo>
                <a:cubicBezTo>
                  <a:pt x="2553" y="109638"/>
                  <a:pt x="2523" y="108878"/>
                  <a:pt x="2462" y="108726"/>
                </a:cubicBezTo>
                <a:cubicBezTo>
                  <a:pt x="2432" y="108574"/>
                  <a:pt x="2341" y="108635"/>
                  <a:pt x="2310" y="108544"/>
                </a:cubicBezTo>
                <a:cubicBezTo>
                  <a:pt x="2128" y="107997"/>
                  <a:pt x="1976" y="107267"/>
                  <a:pt x="1733" y="106355"/>
                </a:cubicBezTo>
                <a:cubicBezTo>
                  <a:pt x="1794" y="105991"/>
                  <a:pt x="2128" y="105991"/>
                  <a:pt x="2280" y="106477"/>
                </a:cubicBezTo>
                <a:cubicBezTo>
                  <a:pt x="2432" y="106629"/>
                  <a:pt x="2371" y="105687"/>
                  <a:pt x="2219" y="105656"/>
                </a:cubicBezTo>
                <a:cubicBezTo>
                  <a:pt x="2219" y="104988"/>
                  <a:pt x="2523" y="106021"/>
                  <a:pt x="2614" y="106021"/>
                </a:cubicBezTo>
                <a:cubicBezTo>
                  <a:pt x="2523" y="105595"/>
                  <a:pt x="2432" y="105383"/>
                  <a:pt x="2310" y="105444"/>
                </a:cubicBezTo>
                <a:cubicBezTo>
                  <a:pt x="2158" y="104775"/>
                  <a:pt x="2401" y="104957"/>
                  <a:pt x="2219" y="104167"/>
                </a:cubicBezTo>
                <a:cubicBezTo>
                  <a:pt x="2523" y="104501"/>
                  <a:pt x="2371" y="105535"/>
                  <a:pt x="2705" y="105808"/>
                </a:cubicBezTo>
                <a:cubicBezTo>
                  <a:pt x="2827" y="106507"/>
                  <a:pt x="2766" y="107389"/>
                  <a:pt x="3131" y="108027"/>
                </a:cubicBezTo>
                <a:cubicBezTo>
                  <a:pt x="3435" y="108240"/>
                  <a:pt x="2766" y="106447"/>
                  <a:pt x="3192" y="107176"/>
                </a:cubicBezTo>
                <a:cubicBezTo>
                  <a:pt x="2857" y="106386"/>
                  <a:pt x="2857" y="105808"/>
                  <a:pt x="2584" y="105200"/>
                </a:cubicBezTo>
                <a:cubicBezTo>
                  <a:pt x="2523" y="104805"/>
                  <a:pt x="2432" y="104288"/>
                  <a:pt x="2614" y="104349"/>
                </a:cubicBezTo>
                <a:cubicBezTo>
                  <a:pt x="2280" y="103498"/>
                  <a:pt x="2158" y="101644"/>
                  <a:pt x="2249" y="99972"/>
                </a:cubicBezTo>
                <a:cubicBezTo>
                  <a:pt x="2128" y="99030"/>
                  <a:pt x="2189" y="98088"/>
                  <a:pt x="2432" y="97176"/>
                </a:cubicBezTo>
                <a:cubicBezTo>
                  <a:pt x="2462" y="96477"/>
                  <a:pt x="2584" y="95808"/>
                  <a:pt x="2797" y="95139"/>
                </a:cubicBezTo>
                <a:cubicBezTo>
                  <a:pt x="2888" y="95139"/>
                  <a:pt x="2827" y="95443"/>
                  <a:pt x="2949" y="95443"/>
                </a:cubicBezTo>
                <a:cubicBezTo>
                  <a:pt x="3131" y="94896"/>
                  <a:pt x="2979" y="94866"/>
                  <a:pt x="3070" y="94531"/>
                </a:cubicBezTo>
                <a:cubicBezTo>
                  <a:pt x="3283" y="93802"/>
                  <a:pt x="3769" y="92890"/>
                  <a:pt x="3830" y="92465"/>
                </a:cubicBezTo>
                <a:cubicBezTo>
                  <a:pt x="3617" y="92677"/>
                  <a:pt x="3465" y="92920"/>
                  <a:pt x="3374" y="93194"/>
                </a:cubicBezTo>
                <a:cubicBezTo>
                  <a:pt x="3435" y="92769"/>
                  <a:pt x="3891" y="91887"/>
                  <a:pt x="3921" y="91553"/>
                </a:cubicBezTo>
                <a:cubicBezTo>
                  <a:pt x="4347" y="90671"/>
                  <a:pt x="4651" y="90550"/>
                  <a:pt x="5076" y="89820"/>
                </a:cubicBezTo>
                <a:cubicBezTo>
                  <a:pt x="5198" y="89516"/>
                  <a:pt x="4955" y="89851"/>
                  <a:pt x="4924" y="89699"/>
                </a:cubicBezTo>
                <a:cubicBezTo>
                  <a:pt x="5289" y="88939"/>
                  <a:pt x="5563" y="88847"/>
                  <a:pt x="5958" y="88027"/>
                </a:cubicBezTo>
                <a:cubicBezTo>
                  <a:pt x="6019" y="87814"/>
                  <a:pt x="5927" y="87753"/>
                  <a:pt x="6140" y="87419"/>
                </a:cubicBezTo>
                <a:cubicBezTo>
                  <a:pt x="6079" y="87297"/>
                  <a:pt x="5958" y="87510"/>
                  <a:pt x="5836" y="87723"/>
                </a:cubicBezTo>
                <a:cubicBezTo>
                  <a:pt x="6019" y="87206"/>
                  <a:pt x="6292" y="86750"/>
                  <a:pt x="6657" y="86355"/>
                </a:cubicBezTo>
                <a:cubicBezTo>
                  <a:pt x="6839" y="85929"/>
                  <a:pt x="6444" y="86507"/>
                  <a:pt x="6596" y="86081"/>
                </a:cubicBezTo>
                <a:cubicBezTo>
                  <a:pt x="6930" y="85534"/>
                  <a:pt x="7082" y="86051"/>
                  <a:pt x="7508" y="85018"/>
                </a:cubicBezTo>
                <a:cubicBezTo>
                  <a:pt x="7386" y="85109"/>
                  <a:pt x="7234" y="85382"/>
                  <a:pt x="7174" y="85261"/>
                </a:cubicBezTo>
                <a:cubicBezTo>
                  <a:pt x="7569" y="84744"/>
                  <a:pt x="7386" y="84562"/>
                  <a:pt x="7660" y="84197"/>
                </a:cubicBezTo>
                <a:cubicBezTo>
                  <a:pt x="7629" y="84227"/>
                  <a:pt x="7721" y="84471"/>
                  <a:pt x="7842" y="84288"/>
                </a:cubicBezTo>
                <a:cubicBezTo>
                  <a:pt x="7964" y="84106"/>
                  <a:pt x="7964" y="83741"/>
                  <a:pt x="7842" y="84045"/>
                </a:cubicBezTo>
                <a:cubicBezTo>
                  <a:pt x="7629" y="84045"/>
                  <a:pt x="8389" y="83133"/>
                  <a:pt x="8207" y="83103"/>
                </a:cubicBezTo>
                <a:cubicBezTo>
                  <a:pt x="7933" y="83255"/>
                  <a:pt x="7417" y="84774"/>
                  <a:pt x="7234" y="84379"/>
                </a:cubicBezTo>
                <a:cubicBezTo>
                  <a:pt x="7143" y="84622"/>
                  <a:pt x="7295" y="84592"/>
                  <a:pt x="7356" y="84683"/>
                </a:cubicBezTo>
                <a:close/>
                <a:moveTo>
                  <a:pt x="2006" y="107358"/>
                </a:moveTo>
                <a:cubicBezTo>
                  <a:pt x="2189" y="107298"/>
                  <a:pt x="2341" y="107176"/>
                  <a:pt x="2189" y="106507"/>
                </a:cubicBezTo>
                <a:lnTo>
                  <a:pt x="1794" y="106568"/>
                </a:lnTo>
                <a:close/>
                <a:moveTo>
                  <a:pt x="2766" y="107024"/>
                </a:moveTo>
                <a:lnTo>
                  <a:pt x="2614" y="106416"/>
                </a:lnTo>
                <a:cubicBezTo>
                  <a:pt x="2493" y="106659"/>
                  <a:pt x="2249" y="106720"/>
                  <a:pt x="2523" y="107693"/>
                </a:cubicBezTo>
                <a:cubicBezTo>
                  <a:pt x="2888" y="107997"/>
                  <a:pt x="2401" y="106751"/>
                  <a:pt x="2766" y="107024"/>
                </a:cubicBezTo>
                <a:close/>
                <a:moveTo>
                  <a:pt x="4711" y="90762"/>
                </a:moveTo>
                <a:cubicBezTo>
                  <a:pt x="4408" y="91310"/>
                  <a:pt x="4316" y="90732"/>
                  <a:pt x="3952" y="91765"/>
                </a:cubicBezTo>
                <a:cubicBezTo>
                  <a:pt x="4012" y="92100"/>
                  <a:pt x="4225" y="91553"/>
                  <a:pt x="4347" y="91522"/>
                </a:cubicBezTo>
                <a:cubicBezTo>
                  <a:pt x="4347" y="91705"/>
                  <a:pt x="4863" y="90671"/>
                  <a:pt x="4711" y="90762"/>
                </a:cubicBezTo>
                <a:close/>
                <a:moveTo>
                  <a:pt x="72068" y="122252"/>
                </a:moveTo>
                <a:cubicBezTo>
                  <a:pt x="72524" y="122161"/>
                  <a:pt x="73345" y="122192"/>
                  <a:pt x="73254" y="121948"/>
                </a:cubicBezTo>
                <a:cubicBezTo>
                  <a:pt x="72646" y="121888"/>
                  <a:pt x="72828" y="122100"/>
                  <a:pt x="72464" y="122131"/>
                </a:cubicBezTo>
                <a:cubicBezTo>
                  <a:pt x="72494" y="121979"/>
                  <a:pt x="72524" y="121827"/>
                  <a:pt x="72068" y="121827"/>
                </a:cubicBezTo>
                <a:close/>
                <a:moveTo>
                  <a:pt x="62767" y="122070"/>
                </a:moveTo>
                <a:lnTo>
                  <a:pt x="62159" y="122070"/>
                </a:lnTo>
                <a:cubicBezTo>
                  <a:pt x="62281" y="122283"/>
                  <a:pt x="61947" y="122313"/>
                  <a:pt x="61947" y="122465"/>
                </a:cubicBezTo>
                <a:cubicBezTo>
                  <a:pt x="62676" y="122465"/>
                  <a:pt x="62555" y="122222"/>
                  <a:pt x="62767" y="122070"/>
                </a:cubicBezTo>
                <a:close/>
                <a:moveTo>
                  <a:pt x="63132" y="122647"/>
                </a:moveTo>
                <a:cubicBezTo>
                  <a:pt x="62706" y="122830"/>
                  <a:pt x="62919" y="122951"/>
                  <a:pt x="62129" y="123073"/>
                </a:cubicBezTo>
                <a:cubicBezTo>
                  <a:pt x="62798" y="123073"/>
                  <a:pt x="64044" y="122799"/>
                  <a:pt x="63132" y="122647"/>
                </a:cubicBezTo>
                <a:close/>
                <a:moveTo>
                  <a:pt x="66719" y="122343"/>
                </a:moveTo>
                <a:cubicBezTo>
                  <a:pt x="66719" y="122526"/>
                  <a:pt x="65868" y="122708"/>
                  <a:pt x="66901" y="122739"/>
                </a:cubicBezTo>
                <a:cubicBezTo>
                  <a:pt x="66688" y="122495"/>
                  <a:pt x="67327" y="122526"/>
                  <a:pt x="67509" y="122435"/>
                </a:cubicBezTo>
                <a:cubicBezTo>
                  <a:pt x="67114" y="122435"/>
                  <a:pt x="67053" y="122343"/>
                  <a:pt x="66719" y="122343"/>
                </a:cubicBezTo>
                <a:close/>
                <a:moveTo>
                  <a:pt x="66536" y="121979"/>
                </a:moveTo>
                <a:cubicBezTo>
                  <a:pt x="66597" y="121888"/>
                  <a:pt x="66871" y="121857"/>
                  <a:pt x="66962" y="121796"/>
                </a:cubicBezTo>
                <a:cubicBezTo>
                  <a:pt x="66688" y="121736"/>
                  <a:pt x="66415" y="121705"/>
                  <a:pt x="66172" y="121736"/>
                </a:cubicBezTo>
                <a:cubicBezTo>
                  <a:pt x="66080" y="121857"/>
                  <a:pt x="66202" y="121948"/>
                  <a:pt x="66536" y="121979"/>
                </a:cubicBezTo>
                <a:close/>
                <a:moveTo>
                  <a:pt x="65503" y="122647"/>
                </a:moveTo>
                <a:cubicBezTo>
                  <a:pt x="65442" y="122739"/>
                  <a:pt x="65229" y="122769"/>
                  <a:pt x="65290" y="122891"/>
                </a:cubicBezTo>
                <a:cubicBezTo>
                  <a:pt x="65564" y="122891"/>
                  <a:pt x="65837" y="122921"/>
                  <a:pt x="66080" y="122982"/>
                </a:cubicBezTo>
                <a:cubicBezTo>
                  <a:pt x="66141" y="122799"/>
                  <a:pt x="66141" y="122647"/>
                  <a:pt x="65503" y="122647"/>
                </a:cubicBezTo>
                <a:close/>
                <a:moveTo>
                  <a:pt x="61795" y="121827"/>
                </a:moveTo>
                <a:cubicBezTo>
                  <a:pt x="62403" y="121979"/>
                  <a:pt x="63041" y="121766"/>
                  <a:pt x="63983" y="121827"/>
                </a:cubicBezTo>
                <a:cubicBezTo>
                  <a:pt x="64014" y="121918"/>
                  <a:pt x="64287" y="121918"/>
                  <a:pt x="64348" y="122009"/>
                </a:cubicBezTo>
                <a:cubicBezTo>
                  <a:pt x="64348" y="122100"/>
                  <a:pt x="64014" y="122070"/>
                  <a:pt x="63953" y="122131"/>
                </a:cubicBezTo>
                <a:cubicBezTo>
                  <a:pt x="64439" y="122192"/>
                  <a:pt x="64378" y="122404"/>
                  <a:pt x="65138" y="122404"/>
                </a:cubicBezTo>
                <a:cubicBezTo>
                  <a:pt x="65412" y="122374"/>
                  <a:pt x="65685" y="122313"/>
                  <a:pt x="65928" y="122222"/>
                </a:cubicBezTo>
                <a:cubicBezTo>
                  <a:pt x="65868" y="121888"/>
                  <a:pt x="65503" y="121675"/>
                  <a:pt x="64561" y="121644"/>
                </a:cubicBezTo>
                <a:cubicBezTo>
                  <a:pt x="64439" y="121766"/>
                  <a:pt x="64834" y="121736"/>
                  <a:pt x="64956" y="121766"/>
                </a:cubicBezTo>
                <a:cubicBezTo>
                  <a:pt x="65169" y="121827"/>
                  <a:pt x="65533" y="122040"/>
                  <a:pt x="65138" y="122070"/>
                </a:cubicBezTo>
                <a:cubicBezTo>
                  <a:pt x="64652" y="122040"/>
                  <a:pt x="64287" y="121918"/>
                  <a:pt x="64378" y="121705"/>
                </a:cubicBezTo>
                <a:cubicBezTo>
                  <a:pt x="63497" y="121675"/>
                  <a:pt x="62646" y="121736"/>
                  <a:pt x="61795" y="121827"/>
                </a:cubicBezTo>
                <a:close/>
                <a:moveTo>
                  <a:pt x="61460" y="120641"/>
                </a:moveTo>
                <a:cubicBezTo>
                  <a:pt x="61855" y="120672"/>
                  <a:pt x="62281" y="120641"/>
                  <a:pt x="62676" y="120520"/>
                </a:cubicBezTo>
                <a:cubicBezTo>
                  <a:pt x="61947" y="120641"/>
                  <a:pt x="62068" y="120520"/>
                  <a:pt x="61491" y="120459"/>
                </a:cubicBezTo>
                <a:close/>
                <a:moveTo>
                  <a:pt x="57357" y="119881"/>
                </a:moveTo>
                <a:cubicBezTo>
                  <a:pt x="57509" y="119942"/>
                  <a:pt x="58877" y="120064"/>
                  <a:pt x="58725" y="119821"/>
                </a:cubicBezTo>
                <a:cubicBezTo>
                  <a:pt x="58603" y="119699"/>
                  <a:pt x="57266" y="119729"/>
                  <a:pt x="57357" y="119881"/>
                </a:cubicBezTo>
                <a:close/>
                <a:moveTo>
                  <a:pt x="55320" y="120550"/>
                </a:moveTo>
                <a:cubicBezTo>
                  <a:pt x="56323" y="120520"/>
                  <a:pt x="57022" y="120824"/>
                  <a:pt x="57904" y="120641"/>
                </a:cubicBezTo>
                <a:cubicBezTo>
                  <a:pt x="58117" y="120307"/>
                  <a:pt x="57022" y="120368"/>
                  <a:pt x="56719" y="120489"/>
                </a:cubicBezTo>
                <a:cubicBezTo>
                  <a:pt x="55928" y="120520"/>
                  <a:pt x="55685" y="120368"/>
                  <a:pt x="55320" y="120550"/>
                </a:cubicBezTo>
                <a:close/>
                <a:moveTo>
                  <a:pt x="52554" y="120550"/>
                </a:moveTo>
                <a:cubicBezTo>
                  <a:pt x="53193" y="120763"/>
                  <a:pt x="54074" y="120368"/>
                  <a:pt x="54743" y="120550"/>
                </a:cubicBezTo>
                <a:cubicBezTo>
                  <a:pt x="54408" y="120216"/>
                  <a:pt x="53162" y="120429"/>
                  <a:pt x="52554" y="120520"/>
                </a:cubicBezTo>
                <a:close/>
                <a:moveTo>
                  <a:pt x="51794" y="119851"/>
                </a:moveTo>
                <a:cubicBezTo>
                  <a:pt x="52706" y="119851"/>
                  <a:pt x="53709" y="120155"/>
                  <a:pt x="54378" y="119881"/>
                </a:cubicBezTo>
                <a:cubicBezTo>
                  <a:pt x="53345" y="119942"/>
                  <a:pt x="52463" y="119669"/>
                  <a:pt x="51794" y="119851"/>
                </a:cubicBezTo>
                <a:close/>
                <a:moveTo>
                  <a:pt x="59150" y="122647"/>
                </a:moveTo>
                <a:cubicBezTo>
                  <a:pt x="59150" y="122678"/>
                  <a:pt x="59120" y="122708"/>
                  <a:pt x="58968" y="122708"/>
                </a:cubicBezTo>
                <a:cubicBezTo>
                  <a:pt x="58907" y="122860"/>
                  <a:pt x="59241" y="122921"/>
                  <a:pt x="59728" y="122891"/>
                </a:cubicBezTo>
                <a:cubicBezTo>
                  <a:pt x="59819" y="122708"/>
                  <a:pt x="59697" y="122617"/>
                  <a:pt x="59150" y="122617"/>
                </a:cubicBezTo>
                <a:close/>
                <a:moveTo>
                  <a:pt x="59029" y="121523"/>
                </a:moveTo>
                <a:cubicBezTo>
                  <a:pt x="58907" y="121766"/>
                  <a:pt x="60123" y="121614"/>
                  <a:pt x="60609" y="121644"/>
                </a:cubicBezTo>
                <a:cubicBezTo>
                  <a:pt x="60275" y="121857"/>
                  <a:pt x="60640" y="121888"/>
                  <a:pt x="61369" y="121918"/>
                </a:cubicBezTo>
                <a:cubicBezTo>
                  <a:pt x="61582" y="121492"/>
                  <a:pt x="59637" y="121462"/>
                  <a:pt x="59029" y="121492"/>
                </a:cubicBezTo>
                <a:close/>
                <a:moveTo>
                  <a:pt x="58998" y="121948"/>
                </a:moveTo>
                <a:cubicBezTo>
                  <a:pt x="59637" y="121918"/>
                  <a:pt x="59606" y="122070"/>
                  <a:pt x="59789" y="122161"/>
                </a:cubicBezTo>
                <a:cubicBezTo>
                  <a:pt x="60062" y="122161"/>
                  <a:pt x="60336" y="122131"/>
                  <a:pt x="60579" y="122040"/>
                </a:cubicBezTo>
                <a:cubicBezTo>
                  <a:pt x="59819" y="122009"/>
                  <a:pt x="59728" y="121918"/>
                  <a:pt x="60214" y="121766"/>
                </a:cubicBezTo>
                <a:cubicBezTo>
                  <a:pt x="59697" y="121736"/>
                  <a:pt x="58725" y="121918"/>
                  <a:pt x="58998" y="121948"/>
                </a:cubicBezTo>
                <a:close/>
                <a:moveTo>
                  <a:pt x="58755" y="122891"/>
                </a:moveTo>
                <a:cubicBezTo>
                  <a:pt x="58208" y="122799"/>
                  <a:pt x="58421" y="122495"/>
                  <a:pt x="57387" y="122556"/>
                </a:cubicBezTo>
                <a:cubicBezTo>
                  <a:pt x="57174" y="122708"/>
                  <a:pt x="57752" y="122708"/>
                  <a:pt x="57752" y="122830"/>
                </a:cubicBezTo>
                <a:cubicBezTo>
                  <a:pt x="57752" y="122860"/>
                  <a:pt x="57296" y="122891"/>
                  <a:pt x="57357" y="123012"/>
                </a:cubicBezTo>
                <a:cubicBezTo>
                  <a:pt x="57387" y="123073"/>
                  <a:pt x="57418" y="123164"/>
                  <a:pt x="58147" y="123134"/>
                </a:cubicBezTo>
                <a:cubicBezTo>
                  <a:pt x="57965" y="122769"/>
                  <a:pt x="58451" y="122982"/>
                  <a:pt x="58755" y="122860"/>
                </a:cubicBezTo>
                <a:close/>
                <a:moveTo>
                  <a:pt x="54226" y="122495"/>
                </a:moveTo>
                <a:cubicBezTo>
                  <a:pt x="54044" y="122100"/>
                  <a:pt x="55867" y="122587"/>
                  <a:pt x="55229" y="122192"/>
                </a:cubicBezTo>
                <a:cubicBezTo>
                  <a:pt x="55624" y="122222"/>
                  <a:pt x="56019" y="122192"/>
                  <a:pt x="56415" y="122070"/>
                </a:cubicBezTo>
                <a:cubicBezTo>
                  <a:pt x="57144" y="122222"/>
                  <a:pt x="57843" y="122343"/>
                  <a:pt x="58573" y="122404"/>
                </a:cubicBezTo>
                <a:lnTo>
                  <a:pt x="58573" y="122131"/>
                </a:lnTo>
                <a:cubicBezTo>
                  <a:pt x="57691" y="122161"/>
                  <a:pt x="57205" y="122100"/>
                  <a:pt x="57600" y="121888"/>
                </a:cubicBezTo>
                <a:cubicBezTo>
                  <a:pt x="56567" y="121888"/>
                  <a:pt x="55807" y="122009"/>
                  <a:pt x="54834" y="122070"/>
                </a:cubicBezTo>
                <a:cubicBezTo>
                  <a:pt x="55047" y="122313"/>
                  <a:pt x="52949" y="122252"/>
                  <a:pt x="54226" y="122465"/>
                </a:cubicBezTo>
                <a:close/>
                <a:moveTo>
                  <a:pt x="51977" y="123347"/>
                </a:moveTo>
                <a:cubicBezTo>
                  <a:pt x="52646" y="123316"/>
                  <a:pt x="53314" y="123225"/>
                  <a:pt x="53983" y="123103"/>
                </a:cubicBezTo>
                <a:cubicBezTo>
                  <a:pt x="54895" y="123225"/>
                  <a:pt x="55837" y="123255"/>
                  <a:pt x="56749" y="123255"/>
                </a:cubicBezTo>
                <a:cubicBezTo>
                  <a:pt x="56810" y="123103"/>
                  <a:pt x="56749" y="123012"/>
                  <a:pt x="56567" y="122951"/>
                </a:cubicBezTo>
                <a:cubicBezTo>
                  <a:pt x="56202" y="123012"/>
                  <a:pt x="55442" y="122951"/>
                  <a:pt x="55168" y="123043"/>
                </a:cubicBezTo>
                <a:cubicBezTo>
                  <a:pt x="55685" y="123164"/>
                  <a:pt x="55867" y="122982"/>
                  <a:pt x="56171" y="123134"/>
                </a:cubicBezTo>
                <a:cubicBezTo>
                  <a:pt x="55624" y="123225"/>
                  <a:pt x="55077" y="123195"/>
                  <a:pt x="54591" y="122982"/>
                </a:cubicBezTo>
                <a:cubicBezTo>
                  <a:pt x="55624" y="122891"/>
                  <a:pt x="54895" y="122739"/>
                  <a:pt x="55594" y="122617"/>
                </a:cubicBezTo>
                <a:cubicBezTo>
                  <a:pt x="55989" y="122617"/>
                  <a:pt x="56019" y="122678"/>
                  <a:pt x="56384" y="122678"/>
                </a:cubicBezTo>
                <a:cubicBezTo>
                  <a:pt x="56445" y="122495"/>
                  <a:pt x="55807" y="122526"/>
                  <a:pt x="55807" y="122374"/>
                </a:cubicBezTo>
                <a:cubicBezTo>
                  <a:pt x="55898" y="122313"/>
                  <a:pt x="56779" y="122283"/>
                  <a:pt x="56202" y="122252"/>
                </a:cubicBezTo>
                <a:cubicBezTo>
                  <a:pt x="55564" y="122283"/>
                  <a:pt x="55564" y="122587"/>
                  <a:pt x="54621" y="122526"/>
                </a:cubicBezTo>
                <a:cubicBezTo>
                  <a:pt x="55138" y="122830"/>
                  <a:pt x="54317" y="122830"/>
                  <a:pt x="54013" y="122860"/>
                </a:cubicBezTo>
                <a:cubicBezTo>
                  <a:pt x="54378" y="122860"/>
                  <a:pt x="53861" y="123073"/>
                  <a:pt x="53588" y="123103"/>
                </a:cubicBezTo>
                <a:cubicBezTo>
                  <a:pt x="53679" y="122769"/>
                  <a:pt x="52220" y="122951"/>
                  <a:pt x="52038" y="122708"/>
                </a:cubicBezTo>
                <a:lnTo>
                  <a:pt x="52038" y="123012"/>
                </a:lnTo>
                <a:cubicBezTo>
                  <a:pt x="52554" y="123012"/>
                  <a:pt x="53193" y="122982"/>
                  <a:pt x="53193" y="123164"/>
                </a:cubicBezTo>
                <a:cubicBezTo>
                  <a:pt x="52646" y="123195"/>
                  <a:pt x="51734" y="123043"/>
                  <a:pt x="51977" y="123316"/>
                </a:cubicBezTo>
                <a:close/>
                <a:moveTo>
                  <a:pt x="51065" y="122192"/>
                </a:moveTo>
                <a:cubicBezTo>
                  <a:pt x="50487" y="122252"/>
                  <a:pt x="50548" y="122100"/>
                  <a:pt x="50092" y="122131"/>
                </a:cubicBezTo>
                <a:cubicBezTo>
                  <a:pt x="49697" y="122435"/>
                  <a:pt x="51126" y="122374"/>
                  <a:pt x="51065" y="122192"/>
                </a:cubicBezTo>
                <a:close/>
                <a:moveTo>
                  <a:pt x="49849" y="122799"/>
                </a:moveTo>
                <a:cubicBezTo>
                  <a:pt x="50700" y="122830"/>
                  <a:pt x="50092" y="122647"/>
                  <a:pt x="50457" y="122617"/>
                </a:cubicBezTo>
                <a:cubicBezTo>
                  <a:pt x="50974" y="122617"/>
                  <a:pt x="51612" y="122647"/>
                  <a:pt x="51642" y="122495"/>
                </a:cubicBezTo>
                <a:cubicBezTo>
                  <a:pt x="50883" y="122435"/>
                  <a:pt x="50366" y="122587"/>
                  <a:pt x="50062" y="122495"/>
                </a:cubicBezTo>
                <a:cubicBezTo>
                  <a:pt x="50214" y="122678"/>
                  <a:pt x="49758" y="122678"/>
                  <a:pt x="49849" y="122799"/>
                </a:cubicBezTo>
                <a:close/>
                <a:moveTo>
                  <a:pt x="48633" y="123103"/>
                </a:moveTo>
                <a:cubicBezTo>
                  <a:pt x="48968" y="123103"/>
                  <a:pt x="49606" y="123286"/>
                  <a:pt x="49819" y="123103"/>
                </a:cubicBezTo>
                <a:cubicBezTo>
                  <a:pt x="49667" y="123103"/>
                  <a:pt x="49606" y="123043"/>
                  <a:pt x="49636" y="122982"/>
                </a:cubicBezTo>
                <a:cubicBezTo>
                  <a:pt x="49150" y="122982"/>
                  <a:pt x="48664" y="122982"/>
                  <a:pt x="48664" y="123134"/>
                </a:cubicBezTo>
                <a:close/>
                <a:moveTo>
                  <a:pt x="47265" y="122982"/>
                </a:moveTo>
                <a:cubicBezTo>
                  <a:pt x="46597" y="123043"/>
                  <a:pt x="47114" y="122769"/>
                  <a:pt x="46475" y="122830"/>
                </a:cubicBezTo>
                <a:cubicBezTo>
                  <a:pt x="46141" y="122860"/>
                  <a:pt x="46293" y="123043"/>
                  <a:pt x="45655" y="122951"/>
                </a:cubicBezTo>
                <a:cubicBezTo>
                  <a:pt x="45411" y="123164"/>
                  <a:pt x="46293" y="123012"/>
                  <a:pt x="46050" y="123225"/>
                </a:cubicBezTo>
                <a:cubicBezTo>
                  <a:pt x="45472" y="123225"/>
                  <a:pt x="45077" y="122951"/>
                  <a:pt x="44864" y="123225"/>
                </a:cubicBezTo>
                <a:cubicBezTo>
                  <a:pt x="45442" y="123225"/>
                  <a:pt x="45472" y="123347"/>
                  <a:pt x="46050" y="123347"/>
                </a:cubicBezTo>
                <a:cubicBezTo>
                  <a:pt x="46749" y="123195"/>
                  <a:pt x="47509" y="123073"/>
                  <a:pt x="48238" y="123043"/>
                </a:cubicBezTo>
                <a:cubicBezTo>
                  <a:pt x="48269" y="122982"/>
                  <a:pt x="48208" y="122860"/>
                  <a:pt x="48451" y="122860"/>
                </a:cubicBezTo>
                <a:cubicBezTo>
                  <a:pt x="49424" y="122799"/>
                  <a:pt x="47904" y="122799"/>
                  <a:pt x="47843" y="122921"/>
                </a:cubicBezTo>
                <a:cubicBezTo>
                  <a:pt x="47569" y="122921"/>
                  <a:pt x="47265" y="122647"/>
                  <a:pt x="47053" y="122860"/>
                </a:cubicBezTo>
                <a:cubicBezTo>
                  <a:pt x="47265" y="122891"/>
                  <a:pt x="47539" y="122951"/>
                  <a:pt x="47265" y="122982"/>
                </a:cubicBezTo>
                <a:close/>
                <a:moveTo>
                  <a:pt x="44895" y="122526"/>
                </a:moveTo>
                <a:cubicBezTo>
                  <a:pt x="45290" y="122587"/>
                  <a:pt x="45685" y="122617"/>
                  <a:pt x="46080" y="122587"/>
                </a:cubicBezTo>
                <a:cubicBezTo>
                  <a:pt x="46354" y="122374"/>
                  <a:pt x="45442" y="122526"/>
                  <a:pt x="45715" y="122343"/>
                </a:cubicBezTo>
                <a:cubicBezTo>
                  <a:pt x="46110" y="122343"/>
                  <a:pt x="46506" y="122343"/>
                  <a:pt x="46901" y="122404"/>
                </a:cubicBezTo>
                <a:cubicBezTo>
                  <a:pt x="47235" y="122283"/>
                  <a:pt x="46901" y="122313"/>
                  <a:pt x="46901" y="122161"/>
                </a:cubicBezTo>
                <a:cubicBezTo>
                  <a:pt x="46293" y="122222"/>
                  <a:pt x="45320" y="122161"/>
                  <a:pt x="45107" y="122343"/>
                </a:cubicBezTo>
                <a:cubicBezTo>
                  <a:pt x="46050" y="122374"/>
                  <a:pt x="44955" y="122465"/>
                  <a:pt x="44895" y="122526"/>
                </a:cubicBezTo>
                <a:close/>
                <a:moveTo>
                  <a:pt x="44074" y="122891"/>
                </a:moveTo>
                <a:cubicBezTo>
                  <a:pt x="43922" y="122769"/>
                  <a:pt x="43709" y="122313"/>
                  <a:pt x="43132" y="122526"/>
                </a:cubicBezTo>
                <a:cubicBezTo>
                  <a:pt x="43466" y="122526"/>
                  <a:pt x="43557" y="122617"/>
                  <a:pt x="43496" y="122769"/>
                </a:cubicBezTo>
                <a:cubicBezTo>
                  <a:pt x="43132" y="122769"/>
                  <a:pt x="42493" y="122708"/>
                  <a:pt x="42706" y="122891"/>
                </a:cubicBezTo>
                <a:cubicBezTo>
                  <a:pt x="43223" y="122860"/>
                  <a:pt x="43740" y="122891"/>
                  <a:pt x="44287" y="122951"/>
                </a:cubicBezTo>
                <a:cubicBezTo>
                  <a:pt x="44530" y="122951"/>
                  <a:pt x="45715" y="122982"/>
                  <a:pt x="45077" y="122891"/>
                </a:cubicBezTo>
                <a:close/>
                <a:moveTo>
                  <a:pt x="44743" y="122100"/>
                </a:moveTo>
                <a:cubicBezTo>
                  <a:pt x="44469" y="122040"/>
                  <a:pt x="42828" y="121918"/>
                  <a:pt x="43344" y="122009"/>
                </a:cubicBezTo>
                <a:cubicBezTo>
                  <a:pt x="43375" y="122131"/>
                  <a:pt x="44499" y="122252"/>
                  <a:pt x="44712" y="122100"/>
                </a:cubicBezTo>
                <a:close/>
                <a:moveTo>
                  <a:pt x="43162" y="121827"/>
                </a:moveTo>
                <a:cubicBezTo>
                  <a:pt x="43800" y="121918"/>
                  <a:pt x="43314" y="121644"/>
                  <a:pt x="43952" y="121705"/>
                </a:cubicBezTo>
                <a:cubicBezTo>
                  <a:pt x="44256" y="121705"/>
                  <a:pt x="44104" y="121888"/>
                  <a:pt x="44560" y="121827"/>
                </a:cubicBezTo>
                <a:lnTo>
                  <a:pt x="44560" y="121584"/>
                </a:lnTo>
                <a:cubicBezTo>
                  <a:pt x="43800" y="121644"/>
                  <a:pt x="43618" y="121523"/>
                  <a:pt x="42980" y="121523"/>
                </a:cubicBezTo>
                <a:cubicBezTo>
                  <a:pt x="42858" y="121705"/>
                  <a:pt x="43648" y="121705"/>
                  <a:pt x="43162" y="121827"/>
                </a:cubicBezTo>
                <a:close/>
                <a:moveTo>
                  <a:pt x="41551" y="122435"/>
                </a:moveTo>
                <a:cubicBezTo>
                  <a:pt x="41308" y="122647"/>
                  <a:pt x="43223" y="122678"/>
                  <a:pt x="42706" y="122587"/>
                </a:cubicBezTo>
                <a:cubicBezTo>
                  <a:pt x="41916" y="122647"/>
                  <a:pt x="42341" y="122374"/>
                  <a:pt x="41551" y="122435"/>
                </a:cubicBezTo>
                <a:close/>
                <a:moveTo>
                  <a:pt x="40791" y="121888"/>
                </a:moveTo>
                <a:cubicBezTo>
                  <a:pt x="41308" y="121979"/>
                  <a:pt x="41825" y="122070"/>
                  <a:pt x="42341" y="122070"/>
                </a:cubicBezTo>
                <a:cubicBezTo>
                  <a:pt x="42463" y="121857"/>
                  <a:pt x="41217" y="121736"/>
                  <a:pt x="40791" y="121888"/>
                </a:cubicBezTo>
                <a:close/>
                <a:moveTo>
                  <a:pt x="38603" y="122040"/>
                </a:moveTo>
                <a:cubicBezTo>
                  <a:pt x="39089" y="122100"/>
                  <a:pt x="40153" y="122313"/>
                  <a:pt x="40366" y="122040"/>
                </a:cubicBezTo>
                <a:cubicBezTo>
                  <a:pt x="39879" y="122040"/>
                  <a:pt x="38663" y="121857"/>
                  <a:pt x="38603" y="122040"/>
                </a:cubicBezTo>
                <a:close/>
                <a:moveTo>
                  <a:pt x="37752" y="122678"/>
                </a:moveTo>
                <a:cubicBezTo>
                  <a:pt x="38268" y="122647"/>
                  <a:pt x="38663" y="122951"/>
                  <a:pt x="38937" y="122799"/>
                </a:cubicBezTo>
                <a:cubicBezTo>
                  <a:pt x="38694" y="122708"/>
                  <a:pt x="38025" y="122435"/>
                  <a:pt x="37752" y="122678"/>
                </a:cubicBezTo>
                <a:close/>
                <a:moveTo>
                  <a:pt x="37721" y="123225"/>
                </a:moveTo>
                <a:cubicBezTo>
                  <a:pt x="38208" y="123347"/>
                  <a:pt x="39302" y="123286"/>
                  <a:pt x="40092" y="123316"/>
                </a:cubicBezTo>
                <a:cubicBezTo>
                  <a:pt x="40305" y="123073"/>
                  <a:pt x="38998" y="123286"/>
                  <a:pt x="39119" y="123043"/>
                </a:cubicBezTo>
                <a:cubicBezTo>
                  <a:pt x="39393" y="123043"/>
                  <a:pt x="39332" y="122891"/>
                  <a:pt x="38937" y="122921"/>
                </a:cubicBezTo>
                <a:cubicBezTo>
                  <a:pt x="38815" y="123012"/>
                  <a:pt x="39150" y="123255"/>
                  <a:pt x="38724" y="123225"/>
                </a:cubicBezTo>
                <a:cubicBezTo>
                  <a:pt x="38390" y="123073"/>
                  <a:pt x="38025" y="123073"/>
                  <a:pt x="37721" y="123225"/>
                </a:cubicBezTo>
                <a:close/>
                <a:moveTo>
                  <a:pt x="30426" y="123134"/>
                </a:moveTo>
                <a:cubicBezTo>
                  <a:pt x="30031" y="123073"/>
                  <a:pt x="29636" y="123043"/>
                  <a:pt x="29241" y="123043"/>
                </a:cubicBezTo>
                <a:cubicBezTo>
                  <a:pt x="28937" y="123255"/>
                  <a:pt x="30396" y="123225"/>
                  <a:pt x="30426" y="123134"/>
                </a:cubicBezTo>
                <a:close/>
                <a:moveTo>
                  <a:pt x="37205" y="121918"/>
                </a:moveTo>
                <a:cubicBezTo>
                  <a:pt x="37053" y="121918"/>
                  <a:pt x="36840" y="121918"/>
                  <a:pt x="36809" y="121979"/>
                </a:cubicBezTo>
                <a:cubicBezTo>
                  <a:pt x="37600" y="122040"/>
                  <a:pt x="37448" y="121796"/>
                  <a:pt x="37630" y="121675"/>
                </a:cubicBezTo>
                <a:lnTo>
                  <a:pt x="36840" y="121675"/>
                </a:lnTo>
                <a:cubicBezTo>
                  <a:pt x="36657" y="121827"/>
                  <a:pt x="37205" y="121796"/>
                  <a:pt x="37205" y="121918"/>
                </a:cubicBezTo>
                <a:close/>
                <a:moveTo>
                  <a:pt x="36566" y="123103"/>
                </a:moveTo>
                <a:cubicBezTo>
                  <a:pt x="36505" y="123255"/>
                  <a:pt x="36840" y="123286"/>
                  <a:pt x="37144" y="123347"/>
                </a:cubicBezTo>
                <a:cubicBezTo>
                  <a:pt x="37205" y="123255"/>
                  <a:pt x="37417" y="123225"/>
                  <a:pt x="37356" y="123103"/>
                </a:cubicBezTo>
                <a:close/>
                <a:moveTo>
                  <a:pt x="33831" y="121888"/>
                </a:moveTo>
                <a:cubicBezTo>
                  <a:pt x="34864" y="121979"/>
                  <a:pt x="35107" y="121796"/>
                  <a:pt x="35806" y="121796"/>
                </a:cubicBezTo>
                <a:cubicBezTo>
                  <a:pt x="35806" y="121948"/>
                  <a:pt x="35259" y="121948"/>
                  <a:pt x="35016" y="122040"/>
                </a:cubicBezTo>
                <a:cubicBezTo>
                  <a:pt x="35502" y="122100"/>
                  <a:pt x="35989" y="122040"/>
                  <a:pt x="36414" y="121796"/>
                </a:cubicBezTo>
                <a:cubicBezTo>
                  <a:pt x="35381" y="121705"/>
                  <a:pt x="34712" y="121827"/>
                  <a:pt x="34043" y="121584"/>
                </a:cubicBezTo>
                <a:cubicBezTo>
                  <a:pt x="34226" y="121766"/>
                  <a:pt x="33770" y="121736"/>
                  <a:pt x="33831" y="121888"/>
                </a:cubicBezTo>
                <a:close/>
                <a:moveTo>
                  <a:pt x="34378" y="122830"/>
                </a:moveTo>
                <a:cubicBezTo>
                  <a:pt x="32372" y="122891"/>
                  <a:pt x="35168" y="123012"/>
                  <a:pt x="35168" y="122769"/>
                </a:cubicBezTo>
                <a:cubicBezTo>
                  <a:pt x="34803" y="122769"/>
                  <a:pt x="34742" y="122830"/>
                  <a:pt x="34378" y="122830"/>
                </a:cubicBezTo>
                <a:close/>
                <a:moveTo>
                  <a:pt x="31794" y="122769"/>
                </a:moveTo>
                <a:lnTo>
                  <a:pt x="31794" y="123073"/>
                </a:lnTo>
                <a:cubicBezTo>
                  <a:pt x="31764" y="123164"/>
                  <a:pt x="30365" y="123103"/>
                  <a:pt x="30973" y="123195"/>
                </a:cubicBezTo>
                <a:cubicBezTo>
                  <a:pt x="31642" y="123164"/>
                  <a:pt x="32311" y="123195"/>
                  <a:pt x="32949" y="123255"/>
                </a:cubicBezTo>
                <a:cubicBezTo>
                  <a:pt x="33283" y="122951"/>
                  <a:pt x="31946" y="123164"/>
                  <a:pt x="32189" y="122891"/>
                </a:cubicBezTo>
                <a:cubicBezTo>
                  <a:pt x="32584" y="122891"/>
                  <a:pt x="32645" y="122830"/>
                  <a:pt x="32979" y="122830"/>
                </a:cubicBezTo>
                <a:cubicBezTo>
                  <a:pt x="32858" y="123164"/>
                  <a:pt x="34834" y="123407"/>
                  <a:pt x="35168" y="123012"/>
                </a:cubicBezTo>
                <a:cubicBezTo>
                  <a:pt x="34347" y="123012"/>
                  <a:pt x="33648" y="122982"/>
                  <a:pt x="33375" y="122951"/>
                </a:cubicBezTo>
                <a:cubicBezTo>
                  <a:pt x="33010" y="122647"/>
                  <a:pt x="34043" y="122799"/>
                  <a:pt x="33983" y="122587"/>
                </a:cubicBezTo>
                <a:cubicBezTo>
                  <a:pt x="33071" y="122587"/>
                  <a:pt x="32888" y="122799"/>
                  <a:pt x="31794" y="122769"/>
                </a:cubicBezTo>
                <a:close/>
                <a:moveTo>
                  <a:pt x="28906" y="121857"/>
                </a:moveTo>
                <a:cubicBezTo>
                  <a:pt x="29423" y="121827"/>
                  <a:pt x="29271" y="121979"/>
                  <a:pt x="29666" y="121979"/>
                </a:cubicBezTo>
                <a:cubicBezTo>
                  <a:pt x="30122" y="121918"/>
                  <a:pt x="29423" y="121827"/>
                  <a:pt x="29879" y="121796"/>
                </a:cubicBezTo>
                <a:cubicBezTo>
                  <a:pt x="29970" y="121918"/>
                  <a:pt x="30153" y="121796"/>
                  <a:pt x="30487" y="121796"/>
                </a:cubicBezTo>
                <a:cubicBezTo>
                  <a:pt x="30578" y="122009"/>
                  <a:pt x="30092" y="122009"/>
                  <a:pt x="30457" y="122131"/>
                </a:cubicBezTo>
                <a:cubicBezTo>
                  <a:pt x="30761" y="122131"/>
                  <a:pt x="31186" y="122131"/>
                  <a:pt x="31247" y="122070"/>
                </a:cubicBezTo>
                <a:cubicBezTo>
                  <a:pt x="31156" y="122070"/>
                  <a:pt x="31034" y="122009"/>
                  <a:pt x="31247" y="122009"/>
                </a:cubicBezTo>
                <a:cubicBezTo>
                  <a:pt x="32280" y="121918"/>
                  <a:pt x="32098" y="122192"/>
                  <a:pt x="32645" y="122252"/>
                </a:cubicBezTo>
                <a:cubicBezTo>
                  <a:pt x="32584" y="122009"/>
                  <a:pt x="33010" y="121918"/>
                  <a:pt x="32858" y="121644"/>
                </a:cubicBezTo>
                <a:cubicBezTo>
                  <a:pt x="32280" y="121675"/>
                  <a:pt x="31672" y="121644"/>
                  <a:pt x="31095" y="121553"/>
                </a:cubicBezTo>
                <a:cubicBezTo>
                  <a:pt x="31065" y="121644"/>
                  <a:pt x="31034" y="121705"/>
                  <a:pt x="30700" y="121675"/>
                </a:cubicBezTo>
                <a:cubicBezTo>
                  <a:pt x="30062" y="121675"/>
                  <a:pt x="30122" y="121492"/>
                  <a:pt x="29302" y="121553"/>
                </a:cubicBezTo>
                <a:cubicBezTo>
                  <a:pt x="29210" y="121675"/>
                  <a:pt x="28724" y="121675"/>
                  <a:pt x="28906" y="121857"/>
                </a:cubicBezTo>
                <a:close/>
                <a:moveTo>
                  <a:pt x="29058" y="122252"/>
                </a:moveTo>
                <a:cubicBezTo>
                  <a:pt x="29818" y="122404"/>
                  <a:pt x="29423" y="122465"/>
                  <a:pt x="30062" y="122313"/>
                </a:cubicBezTo>
                <a:cubicBezTo>
                  <a:pt x="29818" y="122556"/>
                  <a:pt x="30548" y="122495"/>
                  <a:pt x="30426" y="122678"/>
                </a:cubicBezTo>
                <a:cubicBezTo>
                  <a:pt x="30852" y="122739"/>
                  <a:pt x="31186" y="122495"/>
                  <a:pt x="30852" y="122495"/>
                </a:cubicBezTo>
                <a:cubicBezTo>
                  <a:pt x="30852" y="122556"/>
                  <a:pt x="30487" y="122587"/>
                  <a:pt x="30457" y="122495"/>
                </a:cubicBezTo>
                <a:lnTo>
                  <a:pt x="30457" y="122374"/>
                </a:lnTo>
                <a:cubicBezTo>
                  <a:pt x="30882" y="122343"/>
                  <a:pt x="31764" y="122465"/>
                  <a:pt x="31855" y="122343"/>
                </a:cubicBezTo>
                <a:cubicBezTo>
                  <a:pt x="31399" y="122252"/>
                  <a:pt x="30913" y="122252"/>
                  <a:pt x="30457" y="122343"/>
                </a:cubicBezTo>
                <a:cubicBezTo>
                  <a:pt x="29940" y="122100"/>
                  <a:pt x="29302" y="122192"/>
                  <a:pt x="28511" y="122131"/>
                </a:cubicBezTo>
                <a:cubicBezTo>
                  <a:pt x="28329" y="122283"/>
                  <a:pt x="28815" y="122192"/>
                  <a:pt x="29058" y="122252"/>
                </a:cubicBezTo>
                <a:close/>
                <a:moveTo>
                  <a:pt x="26870" y="122708"/>
                </a:moveTo>
                <a:cubicBezTo>
                  <a:pt x="27204" y="122739"/>
                  <a:pt x="27508" y="122769"/>
                  <a:pt x="27843" y="122860"/>
                </a:cubicBezTo>
                <a:lnTo>
                  <a:pt x="26444" y="122860"/>
                </a:lnTo>
                <a:cubicBezTo>
                  <a:pt x="26292" y="122921"/>
                  <a:pt x="26171" y="123012"/>
                  <a:pt x="26232" y="123164"/>
                </a:cubicBezTo>
                <a:cubicBezTo>
                  <a:pt x="27417" y="123255"/>
                  <a:pt x="27478" y="122982"/>
                  <a:pt x="28420" y="123012"/>
                </a:cubicBezTo>
                <a:cubicBezTo>
                  <a:pt x="28572" y="122860"/>
                  <a:pt x="28086" y="122891"/>
                  <a:pt x="28055" y="122799"/>
                </a:cubicBezTo>
                <a:cubicBezTo>
                  <a:pt x="28177" y="122799"/>
                  <a:pt x="28329" y="122739"/>
                  <a:pt x="28451" y="122678"/>
                </a:cubicBezTo>
                <a:cubicBezTo>
                  <a:pt x="28329" y="122678"/>
                  <a:pt x="28207" y="122647"/>
                  <a:pt x="28086" y="122617"/>
                </a:cubicBezTo>
                <a:cubicBezTo>
                  <a:pt x="27995" y="122556"/>
                  <a:pt x="28481" y="122495"/>
                  <a:pt x="27873" y="122495"/>
                </a:cubicBezTo>
                <a:cubicBezTo>
                  <a:pt x="28238" y="122799"/>
                  <a:pt x="26961" y="122556"/>
                  <a:pt x="26870" y="122708"/>
                </a:cubicBezTo>
                <a:close/>
                <a:moveTo>
                  <a:pt x="25107" y="122222"/>
                </a:moveTo>
                <a:cubicBezTo>
                  <a:pt x="25472" y="122313"/>
                  <a:pt x="26414" y="122252"/>
                  <a:pt x="27083" y="122283"/>
                </a:cubicBezTo>
                <a:cubicBezTo>
                  <a:pt x="26961" y="121918"/>
                  <a:pt x="25685" y="122070"/>
                  <a:pt x="25107" y="122222"/>
                </a:cubicBezTo>
                <a:close/>
                <a:moveTo>
                  <a:pt x="24438" y="122495"/>
                </a:moveTo>
                <a:lnTo>
                  <a:pt x="24104" y="122465"/>
                </a:lnTo>
                <a:cubicBezTo>
                  <a:pt x="23861" y="122435"/>
                  <a:pt x="23952" y="122343"/>
                  <a:pt x="23496" y="122313"/>
                </a:cubicBezTo>
                <a:cubicBezTo>
                  <a:pt x="23344" y="122313"/>
                  <a:pt x="22736" y="122283"/>
                  <a:pt x="22706" y="122435"/>
                </a:cubicBezTo>
                <a:cubicBezTo>
                  <a:pt x="23040" y="122495"/>
                  <a:pt x="23861" y="122374"/>
                  <a:pt x="23891" y="122526"/>
                </a:cubicBezTo>
                <a:cubicBezTo>
                  <a:pt x="22949" y="122465"/>
                  <a:pt x="23314" y="122678"/>
                  <a:pt x="23070" y="122708"/>
                </a:cubicBezTo>
                <a:cubicBezTo>
                  <a:pt x="22706" y="122617"/>
                  <a:pt x="22280" y="122617"/>
                  <a:pt x="21885" y="122617"/>
                </a:cubicBezTo>
                <a:cubicBezTo>
                  <a:pt x="22007" y="122891"/>
                  <a:pt x="23466" y="122769"/>
                  <a:pt x="24074" y="122891"/>
                </a:cubicBezTo>
                <a:cubicBezTo>
                  <a:pt x="24074" y="122951"/>
                  <a:pt x="23891" y="122951"/>
                  <a:pt x="23861" y="123012"/>
                </a:cubicBezTo>
                <a:cubicBezTo>
                  <a:pt x="24195" y="123043"/>
                  <a:pt x="24529" y="123043"/>
                  <a:pt x="24833" y="123012"/>
                </a:cubicBezTo>
                <a:cubicBezTo>
                  <a:pt x="25168" y="122769"/>
                  <a:pt x="23952" y="122982"/>
                  <a:pt x="24256" y="122769"/>
                </a:cubicBezTo>
                <a:lnTo>
                  <a:pt x="25259" y="122769"/>
                </a:lnTo>
                <a:cubicBezTo>
                  <a:pt x="25472" y="122495"/>
                  <a:pt x="24378" y="122739"/>
                  <a:pt x="24286" y="122556"/>
                </a:cubicBezTo>
                <a:cubicBezTo>
                  <a:pt x="24256" y="122495"/>
                  <a:pt x="24347" y="122495"/>
                  <a:pt x="24438" y="122465"/>
                </a:cubicBezTo>
                <a:cubicBezTo>
                  <a:pt x="24651" y="122526"/>
                  <a:pt x="24560" y="122495"/>
                  <a:pt x="24438" y="122495"/>
                </a:cubicBezTo>
                <a:close/>
                <a:moveTo>
                  <a:pt x="21338" y="122252"/>
                </a:moveTo>
                <a:cubicBezTo>
                  <a:pt x="22371" y="122313"/>
                  <a:pt x="21794" y="122161"/>
                  <a:pt x="22128" y="122131"/>
                </a:cubicBezTo>
                <a:cubicBezTo>
                  <a:pt x="22949" y="122100"/>
                  <a:pt x="23861" y="122283"/>
                  <a:pt x="24499" y="122222"/>
                </a:cubicBezTo>
                <a:cubicBezTo>
                  <a:pt x="24195" y="122222"/>
                  <a:pt x="24317" y="122070"/>
                  <a:pt x="24317" y="121948"/>
                </a:cubicBezTo>
                <a:cubicBezTo>
                  <a:pt x="23405" y="122131"/>
                  <a:pt x="22706" y="121979"/>
                  <a:pt x="21338" y="122009"/>
                </a:cubicBezTo>
                <a:close/>
                <a:moveTo>
                  <a:pt x="15988" y="122100"/>
                </a:moveTo>
                <a:cubicBezTo>
                  <a:pt x="15988" y="122192"/>
                  <a:pt x="16079" y="122222"/>
                  <a:pt x="16171" y="122283"/>
                </a:cubicBezTo>
                <a:cubicBezTo>
                  <a:pt x="16444" y="122313"/>
                  <a:pt x="16718" y="122252"/>
                  <a:pt x="16961" y="122100"/>
                </a:cubicBezTo>
                <a:cubicBezTo>
                  <a:pt x="16657" y="122009"/>
                  <a:pt x="16323" y="122009"/>
                  <a:pt x="15988" y="122100"/>
                </a:cubicBezTo>
                <a:close/>
                <a:moveTo>
                  <a:pt x="13769" y="122647"/>
                </a:moveTo>
                <a:cubicBezTo>
                  <a:pt x="14134" y="122617"/>
                  <a:pt x="14924" y="122708"/>
                  <a:pt x="14955" y="122587"/>
                </a:cubicBezTo>
                <a:cubicBezTo>
                  <a:pt x="14712" y="122495"/>
                  <a:pt x="13800" y="122465"/>
                  <a:pt x="13769" y="122647"/>
                </a:cubicBezTo>
                <a:close/>
                <a:moveTo>
                  <a:pt x="8845" y="123043"/>
                </a:moveTo>
                <a:cubicBezTo>
                  <a:pt x="9210" y="123164"/>
                  <a:pt x="9119" y="123043"/>
                  <a:pt x="9727" y="123043"/>
                </a:cubicBezTo>
                <a:cubicBezTo>
                  <a:pt x="10092" y="122830"/>
                  <a:pt x="8876" y="122799"/>
                  <a:pt x="8845" y="123073"/>
                </a:cubicBezTo>
                <a:close/>
                <a:moveTo>
                  <a:pt x="9149" y="122435"/>
                </a:moveTo>
                <a:cubicBezTo>
                  <a:pt x="9544" y="122495"/>
                  <a:pt x="10456" y="122678"/>
                  <a:pt x="11125" y="122495"/>
                </a:cubicBezTo>
                <a:cubicBezTo>
                  <a:pt x="10669" y="122465"/>
                  <a:pt x="9575" y="122313"/>
                  <a:pt x="9149" y="122435"/>
                </a:cubicBezTo>
                <a:close/>
                <a:moveTo>
                  <a:pt x="8997" y="118544"/>
                </a:moveTo>
                <a:cubicBezTo>
                  <a:pt x="9028" y="118787"/>
                  <a:pt x="8845" y="118726"/>
                  <a:pt x="9058" y="119243"/>
                </a:cubicBezTo>
                <a:lnTo>
                  <a:pt x="9210" y="119182"/>
                </a:lnTo>
                <a:cubicBezTo>
                  <a:pt x="9180" y="118939"/>
                  <a:pt x="9149" y="118544"/>
                  <a:pt x="9028" y="118544"/>
                </a:cubicBezTo>
                <a:close/>
                <a:moveTo>
                  <a:pt x="8450" y="117115"/>
                </a:moveTo>
                <a:cubicBezTo>
                  <a:pt x="8481" y="117784"/>
                  <a:pt x="8724" y="118574"/>
                  <a:pt x="8997" y="118362"/>
                </a:cubicBezTo>
                <a:cubicBezTo>
                  <a:pt x="8997" y="118270"/>
                  <a:pt x="8997" y="117632"/>
                  <a:pt x="8815" y="117632"/>
                </a:cubicBezTo>
                <a:cubicBezTo>
                  <a:pt x="8845" y="117754"/>
                  <a:pt x="8876" y="117875"/>
                  <a:pt x="8815" y="117845"/>
                </a:cubicBezTo>
                <a:cubicBezTo>
                  <a:pt x="8724" y="117207"/>
                  <a:pt x="8572" y="117267"/>
                  <a:pt x="8450" y="117115"/>
                </a:cubicBezTo>
                <a:close/>
                <a:moveTo>
                  <a:pt x="8055" y="114349"/>
                </a:moveTo>
                <a:cubicBezTo>
                  <a:pt x="7751" y="114319"/>
                  <a:pt x="8237" y="115140"/>
                  <a:pt x="8329" y="115504"/>
                </a:cubicBezTo>
                <a:cubicBezTo>
                  <a:pt x="8450" y="115991"/>
                  <a:pt x="8481" y="116872"/>
                  <a:pt x="8754" y="117024"/>
                </a:cubicBezTo>
                <a:cubicBezTo>
                  <a:pt x="8511" y="116173"/>
                  <a:pt x="8298" y="114897"/>
                  <a:pt x="8055" y="114349"/>
                </a:cubicBezTo>
                <a:close/>
                <a:moveTo>
                  <a:pt x="7022" y="112921"/>
                </a:moveTo>
                <a:cubicBezTo>
                  <a:pt x="6991" y="113194"/>
                  <a:pt x="7174" y="114106"/>
                  <a:pt x="7356" y="114076"/>
                </a:cubicBezTo>
                <a:cubicBezTo>
                  <a:pt x="7234" y="113742"/>
                  <a:pt x="7143" y="112921"/>
                  <a:pt x="7022" y="112921"/>
                </a:cubicBezTo>
                <a:close/>
                <a:moveTo>
                  <a:pt x="11307" y="120915"/>
                </a:moveTo>
                <a:cubicBezTo>
                  <a:pt x="11763" y="120915"/>
                  <a:pt x="11763" y="121097"/>
                  <a:pt x="12402" y="121036"/>
                </a:cubicBezTo>
                <a:cubicBezTo>
                  <a:pt x="12493" y="120702"/>
                  <a:pt x="11794" y="120793"/>
                  <a:pt x="11307" y="120915"/>
                </a:cubicBezTo>
                <a:close/>
                <a:moveTo>
                  <a:pt x="10244" y="120246"/>
                </a:moveTo>
                <a:cubicBezTo>
                  <a:pt x="10304" y="120459"/>
                  <a:pt x="10335" y="120672"/>
                  <a:pt x="10335" y="120915"/>
                </a:cubicBezTo>
                <a:cubicBezTo>
                  <a:pt x="10456" y="120976"/>
                  <a:pt x="10608" y="120976"/>
                  <a:pt x="10730" y="120915"/>
                </a:cubicBezTo>
                <a:cubicBezTo>
                  <a:pt x="10183" y="120854"/>
                  <a:pt x="10517" y="120763"/>
                  <a:pt x="10912" y="120672"/>
                </a:cubicBezTo>
                <a:lnTo>
                  <a:pt x="10517" y="120672"/>
                </a:lnTo>
                <a:cubicBezTo>
                  <a:pt x="10426" y="120398"/>
                  <a:pt x="10365" y="120216"/>
                  <a:pt x="10244" y="120216"/>
                </a:cubicBezTo>
                <a:close/>
                <a:moveTo>
                  <a:pt x="10395" y="118392"/>
                </a:moveTo>
                <a:cubicBezTo>
                  <a:pt x="10274" y="118544"/>
                  <a:pt x="10031" y="118574"/>
                  <a:pt x="10152" y="119030"/>
                </a:cubicBezTo>
                <a:cubicBezTo>
                  <a:pt x="10395" y="118939"/>
                  <a:pt x="10365" y="118635"/>
                  <a:pt x="10395" y="118362"/>
                </a:cubicBezTo>
                <a:close/>
                <a:moveTo>
                  <a:pt x="10000" y="118118"/>
                </a:moveTo>
                <a:cubicBezTo>
                  <a:pt x="10092" y="118878"/>
                  <a:pt x="9544" y="117693"/>
                  <a:pt x="9757" y="118635"/>
                </a:cubicBezTo>
                <a:cubicBezTo>
                  <a:pt x="10000" y="118757"/>
                  <a:pt x="10183" y="118362"/>
                  <a:pt x="10000" y="118088"/>
                </a:cubicBezTo>
                <a:close/>
                <a:moveTo>
                  <a:pt x="8572" y="113073"/>
                </a:moveTo>
                <a:cubicBezTo>
                  <a:pt x="8541" y="112860"/>
                  <a:pt x="8633" y="112860"/>
                  <a:pt x="8724" y="112860"/>
                </a:cubicBezTo>
                <a:cubicBezTo>
                  <a:pt x="8663" y="112586"/>
                  <a:pt x="8602" y="112313"/>
                  <a:pt x="8481" y="112100"/>
                </a:cubicBezTo>
                <a:cubicBezTo>
                  <a:pt x="8298" y="111948"/>
                  <a:pt x="8420" y="112921"/>
                  <a:pt x="8572" y="113042"/>
                </a:cubicBezTo>
                <a:close/>
                <a:moveTo>
                  <a:pt x="9028" y="111401"/>
                </a:moveTo>
                <a:cubicBezTo>
                  <a:pt x="8936" y="111431"/>
                  <a:pt x="8785" y="111371"/>
                  <a:pt x="8815" y="111614"/>
                </a:cubicBezTo>
                <a:cubicBezTo>
                  <a:pt x="8936" y="111553"/>
                  <a:pt x="8936" y="112191"/>
                  <a:pt x="8876" y="112222"/>
                </a:cubicBezTo>
                <a:cubicBezTo>
                  <a:pt x="8845" y="112252"/>
                  <a:pt x="8724" y="111735"/>
                  <a:pt x="8602" y="111857"/>
                </a:cubicBezTo>
                <a:cubicBezTo>
                  <a:pt x="8785" y="112708"/>
                  <a:pt x="9210" y="113863"/>
                  <a:pt x="9362" y="114745"/>
                </a:cubicBezTo>
                <a:cubicBezTo>
                  <a:pt x="9423" y="115231"/>
                  <a:pt x="9301" y="115474"/>
                  <a:pt x="9392" y="115930"/>
                </a:cubicBezTo>
                <a:cubicBezTo>
                  <a:pt x="9210" y="115322"/>
                  <a:pt x="8785" y="114289"/>
                  <a:pt x="8754" y="114653"/>
                </a:cubicBezTo>
                <a:cubicBezTo>
                  <a:pt x="9058" y="115018"/>
                  <a:pt x="9332" y="116325"/>
                  <a:pt x="9575" y="116508"/>
                </a:cubicBezTo>
                <a:cubicBezTo>
                  <a:pt x="9544" y="116477"/>
                  <a:pt x="9484" y="115900"/>
                  <a:pt x="9605" y="116112"/>
                </a:cubicBezTo>
                <a:cubicBezTo>
                  <a:pt x="9666" y="116447"/>
                  <a:pt x="10000" y="116872"/>
                  <a:pt x="9848" y="117055"/>
                </a:cubicBezTo>
                <a:cubicBezTo>
                  <a:pt x="9757" y="116842"/>
                  <a:pt x="9727" y="116508"/>
                  <a:pt x="9636" y="116508"/>
                </a:cubicBezTo>
                <a:cubicBezTo>
                  <a:pt x="9666" y="116842"/>
                  <a:pt x="9696" y="117176"/>
                  <a:pt x="9666" y="117511"/>
                </a:cubicBezTo>
                <a:cubicBezTo>
                  <a:pt x="9544" y="117298"/>
                  <a:pt x="9484" y="117328"/>
                  <a:pt x="9544" y="117723"/>
                </a:cubicBezTo>
                <a:cubicBezTo>
                  <a:pt x="9605" y="117632"/>
                  <a:pt x="9666" y="117815"/>
                  <a:pt x="9727" y="117936"/>
                </a:cubicBezTo>
                <a:cubicBezTo>
                  <a:pt x="9788" y="118058"/>
                  <a:pt x="9818" y="118118"/>
                  <a:pt x="9909" y="117997"/>
                </a:cubicBezTo>
                <a:cubicBezTo>
                  <a:pt x="9818" y="117632"/>
                  <a:pt x="9666" y="117450"/>
                  <a:pt x="9818" y="117267"/>
                </a:cubicBezTo>
                <a:lnTo>
                  <a:pt x="10517" y="117754"/>
                </a:lnTo>
                <a:lnTo>
                  <a:pt x="10335" y="116994"/>
                </a:lnTo>
                <a:cubicBezTo>
                  <a:pt x="10122" y="116751"/>
                  <a:pt x="10335" y="117784"/>
                  <a:pt x="10122" y="117237"/>
                </a:cubicBezTo>
                <a:cubicBezTo>
                  <a:pt x="10092" y="117024"/>
                  <a:pt x="9909" y="116386"/>
                  <a:pt x="10000" y="116447"/>
                </a:cubicBezTo>
                <a:cubicBezTo>
                  <a:pt x="10000" y="116447"/>
                  <a:pt x="10183" y="116963"/>
                  <a:pt x="10152" y="116811"/>
                </a:cubicBezTo>
                <a:cubicBezTo>
                  <a:pt x="10061" y="116234"/>
                  <a:pt x="9909" y="115656"/>
                  <a:pt x="9757" y="115079"/>
                </a:cubicBezTo>
                <a:cubicBezTo>
                  <a:pt x="9666" y="114684"/>
                  <a:pt x="9666" y="113954"/>
                  <a:pt x="9423" y="113954"/>
                </a:cubicBezTo>
                <a:cubicBezTo>
                  <a:pt x="9636" y="114866"/>
                  <a:pt x="9484" y="115140"/>
                  <a:pt x="9636" y="115930"/>
                </a:cubicBezTo>
                <a:cubicBezTo>
                  <a:pt x="9301" y="115383"/>
                  <a:pt x="9484" y="114775"/>
                  <a:pt x="9453" y="114349"/>
                </a:cubicBezTo>
                <a:cubicBezTo>
                  <a:pt x="9332" y="113954"/>
                  <a:pt x="8967" y="112951"/>
                  <a:pt x="9028" y="112617"/>
                </a:cubicBezTo>
                <a:cubicBezTo>
                  <a:pt x="9210" y="112556"/>
                  <a:pt x="9271" y="113893"/>
                  <a:pt x="9453" y="113529"/>
                </a:cubicBezTo>
                <a:cubicBezTo>
                  <a:pt x="9149" y="112617"/>
                  <a:pt x="9210" y="112313"/>
                  <a:pt x="9028" y="111371"/>
                </a:cubicBezTo>
                <a:close/>
                <a:moveTo>
                  <a:pt x="6748" y="107966"/>
                </a:moveTo>
                <a:cubicBezTo>
                  <a:pt x="6474" y="108392"/>
                  <a:pt x="6474" y="108939"/>
                  <a:pt x="6748" y="109365"/>
                </a:cubicBezTo>
                <a:cubicBezTo>
                  <a:pt x="6718" y="109243"/>
                  <a:pt x="6718" y="109091"/>
                  <a:pt x="6778" y="108969"/>
                </a:cubicBezTo>
                <a:cubicBezTo>
                  <a:pt x="6930" y="109395"/>
                  <a:pt x="7082" y="109851"/>
                  <a:pt x="7143" y="110307"/>
                </a:cubicBezTo>
                <a:cubicBezTo>
                  <a:pt x="6900" y="110124"/>
                  <a:pt x="7082" y="110641"/>
                  <a:pt x="6991" y="110732"/>
                </a:cubicBezTo>
                <a:cubicBezTo>
                  <a:pt x="7113" y="111401"/>
                  <a:pt x="7265" y="111462"/>
                  <a:pt x="7386" y="112070"/>
                </a:cubicBezTo>
                <a:cubicBezTo>
                  <a:pt x="7538" y="111918"/>
                  <a:pt x="7447" y="111918"/>
                  <a:pt x="7690" y="112009"/>
                </a:cubicBezTo>
                <a:close/>
                <a:moveTo>
                  <a:pt x="5441" y="102647"/>
                </a:moveTo>
                <a:cubicBezTo>
                  <a:pt x="5502" y="103225"/>
                  <a:pt x="5593" y="103802"/>
                  <a:pt x="5775" y="104349"/>
                </a:cubicBezTo>
                <a:cubicBezTo>
                  <a:pt x="5623" y="104440"/>
                  <a:pt x="5593" y="103802"/>
                  <a:pt x="5471" y="103802"/>
                </a:cubicBezTo>
                <a:cubicBezTo>
                  <a:pt x="5471" y="103954"/>
                  <a:pt x="5532" y="104197"/>
                  <a:pt x="5471" y="104197"/>
                </a:cubicBezTo>
                <a:lnTo>
                  <a:pt x="5563" y="104562"/>
                </a:lnTo>
                <a:cubicBezTo>
                  <a:pt x="5654" y="104592"/>
                  <a:pt x="5775" y="104471"/>
                  <a:pt x="5836" y="104714"/>
                </a:cubicBezTo>
                <a:cubicBezTo>
                  <a:pt x="5623" y="105018"/>
                  <a:pt x="6019" y="105717"/>
                  <a:pt x="6140" y="106234"/>
                </a:cubicBezTo>
                <a:lnTo>
                  <a:pt x="5958" y="106264"/>
                </a:lnTo>
                <a:cubicBezTo>
                  <a:pt x="6353" y="107024"/>
                  <a:pt x="6231" y="108331"/>
                  <a:pt x="6505" y="108392"/>
                </a:cubicBezTo>
                <a:cubicBezTo>
                  <a:pt x="6292" y="107571"/>
                  <a:pt x="6322" y="106933"/>
                  <a:pt x="6596" y="107358"/>
                </a:cubicBezTo>
                <a:cubicBezTo>
                  <a:pt x="6505" y="106781"/>
                  <a:pt x="6292" y="106203"/>
                  <a:pt x="6019" y="105687"/>
                </a:cubicBezTo>
                <a:cubicBezTo>
                  <a:pt x="5745" y="104684"/>
                  <a:pt x="5897" y="102951"/>
                  <a:pt x="5441" y="102647"/>
                </a:cubicBezTo>
                <a:close/>
                <a:moveTo>
                  <a:pt x="7174" y="98969"/>
                </a:moveTo>
                <a:cubicBezTo>
                  <a:pt x="7234" y="99456"/>
                  <a:pt x="7052" y="99577"/>
                  <a:pt x="7234" y="99790"/>
                </a:cubicBezTo>
                <a:cubicBezTo>
                  <a:pt x="7326" y="99425"/>
                  <a:pt x="7234" y="99486"/>
                  <a:pt x="7356" y="99000"/>
                </a:cubicBezTo>
                <a:close/>
                <a:moveTo>
                  <a:pt x="6201" y="97723"/>
                </a:moveTo>
                <a:cubicBezTo>
                  <a:pt x="6049" y="98057"/>
                  <a:pt x="5988" y="98392"/>
                  <a:pt x="5958" y="98756"/>
                </a:cubicBezTo>
                <a:cubicBezTo>
                  <a:pt x="6110" y="99060"/>
                  <a:pt x="6262" y="97753"/>
                  <a:pt x="6201" y="97723"/>
                </a:cubicBezTo>
                <a:close/>
                <a:moveTo>
                  <a:pt x="5684" y="97389"/>
                </a:moveTo>
                <a:cubicBezTo>
                  <a:pt x="5471" y="98604"/>
                  <a:pt x="5532" y="97176"/>
                  <a:pt x="5319" y="97693"/>
                </a:cubicBezTo>
                <a:cubicBezTo>
                  <a:pt x="5167" y="98361"/>
                  <a:pt x="5107" y="99060"/>
                  <a:pt x="5137" y="99760"/>
                </a:cubicBezTo>
                <a:cubicBezTo>
                  <a:pt x="5198" y="100246"/>
                  <a:pt x="5350" y="99456"/>
                  <a:pt x="5380" y="99972"/>
                </a:cubicBezTo>
                <a:cubicBezTo>
                  <a:pt x="5198" y="100459"/>
                  <a:pt x="5107" y="100975"/>
                  <a:pt x="5107" y="101492"/>
                </a:cubicBezTo>
                <a:cubicBezTo>
                  <a:pt x="5198" y="101826"/>
                  <a:pt x="5350" y="102009"/>
                  <a:pt x="5502" y="102070"/>
                </a:cubicBezTo>
                <a:cubicBezTo>
                  <a:pt x="5441" y="101370"/>
                  <a:pt x="5441" y="100550"/>
                  <a:pt x="5319" y="101310"/>
                </a:cubicBezTo>
                <a:cubicBezTo>
                  <a:pt x="5319" y="100641"/>
                  <a:pt x="5471" y="100307"/>
                  <a:pt x="5502" y="99608"/>
                </a:cubicBezTo>
                <a:cubicBezTo>
                  <a:pt x="5228" y="99152"/>
                  <a:pt x="5715" y="97997"/>
                  <a:pt x="5715" y="97419"/>
                </a:cubicBezTo>
                <a:close/>
                <a:moveTo>
                  <a:pt x="5441" y="97145"/>
                </a:moveTo>
                <a:cubicBezTo>
                  <a:pt x="5502" y="96902"/>
                  <a:pt x="5532" y="97024"/>
                  <a:pt x="5563" y="97176"/>
                </a:cubicBezTo>
                <a:cubicBezTo>
                  <a:pt x="5684" y="96659"/>
                  <a:pt x="5836" y="96842"/>
                  <a:pt x="5988" y="96325"/>
                </a:cubicBezTo>
                <a:cubicBezTo>
                  <a:pt x="6019" y="95930"/>
                  <a:pt x="5350" y="96659"/>
                  <a:pt x="5441" y="97145"/>
                </a:cubicBezTo>
                <a:close/>
                <a:moveTo>
                  <a:pt x="68968" y="42403"/>
                </a:moveTo>
                <a:cubicBezTo>
                  <a:pt x="69029" y="42221"/>
                  <a:pt x="69150" y="41977"/>
                  <a:pt x="69090" y="41917"/>
                </a:cubicBezTo>
                <a:cubicBezTo>
                  <a:pt x="68816" y="42464"/>
                  <a:pt x="68998" y="41339"/>
                  <a:pt x="68755" y="42129"/>
                </a:cubicBezTo>
                <a:cubicBezTo>
                  <a:pt x="68725" y="42312"/>
                  <a:pt x="68816" y="42221"/>
                  <a:pt x="68968" y="42403"/>
                </a:cubicBezTo>
                <a:close/>
                <a:moveTo>
                  <a:pt x="59637" y="48300"/>
                </a:moveTo>
                <a:cubicBezTo>
                  <a:pt x="60457" y="48026"/>
                  <a:pt x="60944" y="47935"/>
                  <a:pt x="61491" y="47570"/>
                </a:cubicBezTo>
                <a:cubicBezTo>
                  <a:pt x="60852" y="47753"/>
                  <a:pt x="60214" y="47996"/>
                  <a:pt x="59637" y="48300"/>
                </a:cubicBezTo>
                <a:close/>
                <a:moveTo>
                  <a:pt x="51430" y="53072"/>
                </a:moveTo>
                <a:cubicBezTo>
                  <a:pt x="51794" y="52920"/>
                  <a:pt x="52159" y="52798"/>
                  <a:pt x="52554" y="52707"/>
                </a:cubicBezTo>
                <a:cubicBezTo>
                  <a:pt x="52524" y="52525"/>
                  <a:pt x="51399" y="52859"/>
                  <a:pt x="51430" y="53072"/>
                </a:cubicBezTo>
                <a:close/>
                <a:moveTo>
                  <a:pt x="48694" y="54166"/>
                </a:moveTo>
                <a:cubicBezTo>
                  <a:pt x="49120" y="53832"/>
                  <a:pt x="49758" y="53862"/>
                  <a:pt x="50123" y="53558"/>
                </a:cubicBezTo>
                <a:cubicBezTo>
                  <a:pt x="49940" y="53558"/>
                  <a:pt x="48481" y="54014"/>
                  <a:pt x="48694" y="54166"/>
                </a:cubicBezTo>
                <a:close/>
                <a:moveTo>
                  <a:pt x="31186" y="61279"/>
                </a:moveTo>
                <a:cubicBezTo>
                  <a:pt x="31338" y="61127"/>
                  <a:pt x="31277" y="61005"/>
                  <a:pt x="31429" y="60853"/>
                </a:cubicBezTo>
                <a:lnTo>
                  <a:pt x="30700" y="61157"/>
                </a:lnTo>
                <a:cubicBezTo>
                  <a:pt x="30730" y="61309"/>
                  <a:pt x="30761" y="61461"/>
                  <a:pt x="31186" y="61279"/>
                </a:cubicBezTo>
                <a:close/>
                <a:moveTo>
                  <a:pt x="23770" y="64136"/>
                </a:moveTo>
                <a:cubicBezTo>
                  <a:pt x="24134" y="63649"/>
                  <a:pt x="24165" y="64045"/>
                  <a:pt x="24590" y="63467"/>
                </a:cubicBezTo>
                <a:cubicBezTo>
                  <a:pt x="24529" y="63254"/>
                  <a:pt x="24134" y="63710"/>
                  <a:pt x="24286" y="63346"/>
                </a:cubicBezTo>
                <a:cubicBezTo>
                  <a:pt x="24013" y="63528"/>
                  <a:pt x="23830" y="63801"/>
                  <a:pt x="23770" y="64136"/>
                </a:cubicBezTo>
                <a:close/>
                <a:moveTo>
                  <a:pt x="23618" y="67479"/>
                </a:moveTo>
                <a:cubicBezTo>
                  <a:pt x="23861" y="66902"/>
                  <a:pt x="23922" y="67084"/>
                  <a:pt x="24104" y="66841"/>
                </a:cubicBezTo>
                <a:cubicBezTo>
                  <a:pt x="23982" y="66719"/>
                  <a:pt x="23739" y="67054"/>
                  <a:pt x="23557" y="67206"/>
                </a:cubicBezTo>
                <a:cubicBezTo>
                  <a:pt x="23435" y="67145"/>
                  <a:pt x="23739" y="66689"/>
                  <a:pt x="23526" y="66719"/>
                </a:cubicBezTo>
                <a:cubicBezTo>
                  <a:pt x="22949" y="67753"/>
                  <a:pt x="23435" y="67206"/>
                  <a:pt x="23618" y="67479"/>
                </a:cubicBezTo>
                <a:close/>
                <a:moveTo>
                  <a:pt x="18116" y="77328"/>
                </a:moveTo>
                <a:cubicBezTo>
                  <a:pt x="18329" y="76993"/>
                  <a:pt x="18481" y="76598"/>
                  <a:pt x="18572" y="76203"/>
                </a:cubicBezTo>
                <a:cubicBezTo>
                  <a:pt x="18268" y="76872"/>
                  <a:pt x="17873" y="77145"/>
                  <a:pt x="18086" y="77297"/>
                </a:cubicBezTo>
                <a:close/>
                <a:moveTo>
                  <a:pt x="14590" y="81188"/>
                </a:moveTo>
                <a:lnTo>
                  <a:pt x="15076" y="80337"/>
                </a:lnTo>
                <a:cubicBezTo>
                  <a:pt x="14924" y="80033"/>
                  <a:pt x="14286" y="81249"/>
                  <a:pt x="14590" y="81188"/>
                </a:cubicBezTo>
                <a:close/>
                <a:moveTo>
                  <a:pt x="14651" y="83072"/>
                </a:moveTo>
                <a:cubicBezTo>
                  <a:pt x="14894" y="82616"/>
                  <a:pt x="15228" y="82069"/>
                  <a:pt x="15107" y="81978"/>
                </a:cubicBezTo>
                <a:cubicBezTo>
                  <a:pt x="14924" y="82343"/>
                  <a:pt x="14347" y="83133"/>
                  <a:pt x="14651" y="83072"/>
                </a:cubicBezTo>
                <a:close/>
                <a:moveTo>
                  <a:pt x="12979" y="85778"/>
                </a:moveTo>
                <a:cubicBezTo>
                  <a:pt x="13344" y="85200"/>
                  <a:pt x="13648" y="84258"/>
                  <a:pt x="13313" y="84592"/>
                </a:cubicBezTo>
                <a:cubicBezTo>
                  <a:pt x="13344" y="84714"/>
                  <a:pt x="12493" y="85899"/>
                  <a:pt x="12979" y="85778"/>
                </a:cubicBezTo>
                <a:close/>
                <a:moveTo>
                  <a:pt x="10000" y="89303"/>
                </a:moveTo>
                <a:cubicBezTo>
                  <a:pt x="10244" y="89273"/>
                  <a:pt x="10517" y="88908"/>
                  <a:pt x="10882" y="88209"/>
                </a:cubicBezTo>
                <a:cubicBezTo>
                  <a:pt x="10760" y="87753"/>
                  <a:pt x="10365" y="88695"/>
                  <a:pt x="10000" y="89303"/>
                </a:cubicBezTo>
                <a:close/>
                <a:moveTo>
                  <a:pt x="9332" y="93224"/>
                </a:moveTo>
                <a:cubicBezTo>
                  <a:pt x="9757" y="92799"/>
                  <a:pt x="9909" y="92100"/>
                  <a:pt x="10395" y="91613"/>
                </a:cubicBezTo>
                <a:cubicBezTo>
                  <a:pt x="10304" y="91431"/>
                  <a:pt x="10183" y="91857"/>
                  <a:pt x="10000" y="92069"/>
                </a:cubicBezTo>
                <a:cubicBezTo>
                  <a:pt x="9727" y="92404"/>
                  <a:pt x="9210" y="92920"/>
                  <a:pt x="9332" y="93224"/>
                </a:cubicBezTo>
                <a:close/>
                <a:moveTo>
                  <a:pt x="6505" y="95109"/>
                </a:moveTo>
                <a:cubicBezTo>
                  <a:pt x="6687" y="94562"/>
                  <a:pt x="6809" y="93954"/>
                  <a:pt x="6839" y="93376"/>
                </a:cubicBezTo>
                <a:cubicBezTo>
                  <a:pt x="6626" y="93863"/>
                  <a:pt x="6110" y="94531"/>
                  <a:pt x="6140" y="94957"/>
                </a:cubicBezTo>
                <a:cubicBezTo>
                  <a:pt x="6322" y="94562"/>
                  <a:pt x="6505" y="94957"/>
                  <a:pt x="6474" y="95109"/>
                </a:cubicBezTo>
                <a:close/>
                <a:moveTo>
                  <a:pt x="8389" y="90641"/>
                </a:moveTo>
                <a:cubicBezTo>
                  <a:pt x="8237" y="90398"/>
                  <a:pt x="7812" y="91553"/>
                  <a:pt x="7538" y="91948"/>
                </a:cubicBezTo>
                <a:cubicBezTo>
                  <a:pt x="7478" y="92221"/>
                  <a:pt x="7356" y="92465"/>
                  <a:pt x="7234" y="92677"/>
                </a:cubicBezTo>
                <a:cubicBezTo>
                  <a:pt x="7143" y="92495"/>
                  <a:pt x="7022" y="92647"/>
                  <a:pt x="6809" y="93133"/>
                </a:cubicBezTo>
                <a:cubicBezTo>
                  <a:pt x="6930" y="93346"/>
                  <a:pt x="7174" y="92708"/>
                  <a:pt x="7265" y="92920"/>
                </a:cubicBezTo>
                <a:cubicBezTo>
                  <a:pt x="7052" y="93255"/>
                  <a:pt x="6930" y="93650"/>
                  <a:pt x="6930" y="94076"/>
                </a:cubicBezTo>
                <a:cubicBezTo>
                  <a:pt x="7326" y="92951"/>
                  <a:pt x="7781" y="91522"/>
                  <a:pt x="8389" y="90610"/>
                </a:cubicBezTo>
                <a:close/>
                <a:moveTo>
                  <a:pt x="13435" y="81431"/>
                </a:moveTo>
                <a:cubicBezTo>
                  <a:pt x="13344" y="81553"/>
                  <a:pt x="13283" y="81583"/>
                  <a:pt x="13222" y="81522"/>
                </a:cubicBezTo>
                <a:cubicBezTo>
                  <a:pt x="13101" y="81856"/>
                  <a:pt x="12949" y="82130"/>
                  <a:pt x="12766" y="82404"/>
                </a:cubicBezTo>
                <a:cubicBezTo>
                  <a:pt x="12827" y="82647"/>
                  <a:pt x="13496" y="81309"/>
                  <a:pt x="13405" y="81401"/>
                </a:cubicBezTo>
                <a:close/>
                <a:moveTo>
                  <a:pt x="15107" y="78057"/>
                </a:moveTo>
                <a:cubicBezTo>
                  <a:pt x="14864" y="78422"/>
                  <a:pt x="14772" y="78695"/>
                  <a:pt x="14833" y="78817"/>
                </a:cubicBezTo>
                <a:cubicBezTo>
                  <a:pt x="14985" y="78604"/>
                  <a:pt x="15137" y="78391"/>
                  <a:pt x="15259" y="78148"/>
                </a:cubicBezTo>
                <a:close/>
                <a:moveTo>
                  <a:pt x="15806" y="76872"/>
                </a:moveTo>
                <a:cubicBezTo>
                  <a:pt x="15563" y="76963"/>
                  <a:pt x="15320" y="76932"/>
                  <a:pt x="14924" y="77723"/>
                </a:cubicBezTo>
                <a:cubicBezTo>
                  <a:pt x="15016" y="78027"/>
                  <a:pt x="15137" y="77571"/>
                  <a:pt x="15320" y="77480"/>
                </a:cubicBezTo>
                <a:cubicBezTo>
                  <a:pt x="15320" y="77480"/>
                  <a:pt x="15259" y="77783"/>
                  <a:pt x="15441" y="77540"/>
                </a:cubicBezTo>
                <a:close/>
                <a:moveTo>
                  <a:pt x="21794" y="64987"/>
                </a:moveTo>
                <a:cubicBezTo>
                  <a:pt x="21551" y="65321"/>
                  <a:pt x="21399" y="65686"/>
                  <a:pt x="21338" y="66081"/>
                </a:cubicBezTo>
                <a:cubicBezTo>
                  <a:pt x="21612" y="65564"/>
                  <a:pt x="21733" y="65625"/>
                  <a:pt x="22007" y="65108"/>
                </a:cubicBezTo>
                <a:close/>
                <a:moveTo>
                  <a:pt x="79789" y="23406"/>
                </a:moveTo>
                <a:cubicBezTo>
                  <a:pt x="79910" y="23436"/>
                  <a:pt x="79637" y="23862"/>
                  <a:pt x="79363" y="24378"/>
                </a:cubicBezTo>
                <a:cubicBezTo>
                  <a:pt x="79607" y="24044"/>
                  <a:pt x="79667" y="24257"/>
                  <a:pt x="79941" y="23801"/>
                </a:cubicBezTo>
                <a:cubicBezTo>
                  <a:pt x="79941" y="23679"/>
                  <a:pt x="80245" y="22737"/>
                  <a:pt x="79789" y="23406"/>
                </a:cubicBezTo>
                <a:close/>
                <a:moveTo>
                  <a:pt x="82281" y="19849"/>
                </a:moveTo>
                <a:cubicBezTo>
                  <a:pt x="82190" y="19971"/>
                  <a:pt x="82129" y="20001"/>
                  <a:pt x="82099" y="19910"/>
                </a:cubicBezTo>
                <a:cubicBezTo>
                  <a:pt x="81643" y="20427"/>
                  <a:pt x="81795" y="20518"/>
                  <a:pt x="81643" y="20822"/>
                </a:cubicBezTo>
                <a:cubicBezTo>
                  <a:pt x="81825" y="20548"/>
                  <a:pt x="82373" y="19941"/>
                  <a:pt x="82281" y="19849"/>
                </a:cubicBezTo>
                <a:close/>
                <a:moveTo>
                  <a:pt x="136203" y="44987"/>
                </a:moveTo>
                <a:cubicBezTo>
                  <a:pt x="136203" y="44470"/>
                  <a:pt x="136507" y="44196"/>
                  <a:pt x="136325" y="43801"/>
                </a:cubicBezTo>
                <a:cubicBezTo>
                  <a:pt x="136264" y="44014"/>
                  <a:pt x="136051" y="44683"/>
                  <a:pt x="136203" y="44987"/>
                </a:cubicBezTo>
                <a:close/>
                <a:moveTo>
                  <a:pt x="135656" y="47905"/>
                </a:moveTo>
                <a:cubicBezTo>
                  <a:pt x="135656" y="47540"/>
                  <a:pt x="135747" y="47449"/>
                  <a:pt x="135869" y="47540"/>
                </a:cubicBezTo>
                <a:cubicBezTo>
                  <a:pt x="135899" y="46901"/>
                  <a:pt x="135778" y="46810"/>
                  <a:pt x="135869" y="46142"/>
                </a:cubicBezTo>
                <a:cubicBezTo>
                  <a:pt x="135747" y="46081"/>
                  <a:pt x="135535" y="47084"/>
                  <a:pt x="135565" y="47297"/>
                </a:cubicBezTo>
                <a:cubicBezTo>
                  <a:pt x="135565" y="47388"/>
                  <a:pt x="135717" y="47297"/>
                  <a:pt x="135687" y="47509"/>
                </a:cubicBezTo>
                <a:cubicBezTo>
                  <a:pt x="135595" y="47509"/>
                  <a:pt x="135443" y="48026"/>
                  <a:pt x="135656" y="47905"/>
                </a:cubicBezTo>
                <a:close/>
                <a:moveTo>
                  <a:pt x="135899" y="51339"/>
                </a:moveTo>
                <a:cubicBezTo>
                  <a:pt x="136051" y="51430"/>
                  <a:pt x="136173" y="50306"/>
                  <a:pt x="136051" y="50154"/>
                </a:cubicBezTo>
                <a:cubicBezTo>
                  <a:pt x="135991" y="50519"/>
                  <a:pt x="135930" y="50914"/>
                  <a:pt x="135899" y="51309"/>
                </a:cubicBezTo>
                <a:close/>
                <a:moveTo>
                  <a:pt x="134076" y="109760"/>
                </a:moveTo>
                <a:cubicBezTo>
                  <a:pt x="133984" y="110520"/>
                  <a:pt x="134349" y="110550"/>
                  <a:pt x="134319" y="109790"/>
                </a:cubicBezTo>
                <a:close/>
                <a:moveTo>
                  <a:pt x="134197" y="104410"/>
                </a:moveTo>
                <a:cubicBezTo>
                  <a:pt x="133984" y="104349"/>
                  <a:pt x="133984" y="104988"/>
                  <a:pt x="133954" y="105565"/>
                </a:cubicBezTo>
                <a:cubicBezTo>
                  <a:pt x="134167" y="105717"/>
                  <a:pt x="134167" y="104988"/>
                  <a:pt x="134197" y="104410"/>
                </a:cubicBezTo>
                <a:close/>
                <a:moveTo>
                  <a:pt x="139000" y="102465"/>
                </a:moveTo>
                <a:cubicBezTo>
                  <a:pt x="138878" y="102708"/>
                  <a:pt x="138635" y="102343"/>
                  <a:pt x="138635" y="103012"/>
                </a:cubicBezTo>
                <a:cubicBezTo>
                  <a:pt x="138696" y="103194"/>
                  <a:pt x="138787" y="103285"/>
                  <a:pt x="138909" y="103255"/>
                </a:cubicBezTo>
                <a:cubicBezTo>
                  <a:pt x="138909" y="102860"/>
                  <a:pt x="139000" y="102829"/>
                  <a:pt x="139000" y="102465"/>
                </a:cubicBezTo>
                <a:close/>
                <a:moveTo>
                  <a:pt x="139334" y="97328"/>
                </a:moveTo>
                <a:cubicBezTo>
                  <a:pt x="139212" y="97267"/>
                  <a:pt x="139212" y="97571"/>
                  <a:pt x="139121" y="97693"/>
                </a:cubicBezTo>
                <a:cubicBezTo>
                  <a:pt x="139000" y="97571"/>
                  <a:pt x="138817" y="97267"/>
                  <a:pt x="138817" y="98088"/>
                </a:cubicBezTo>
                <a:cubicBezTo>
                  <a:pt x="138878" y="98088"/>
                  <a:pt x="138939" y="97997"/>
                  <a:pt x="139000" y="97905"/>
                </a:cubicBezTo>
                <a:cubicBezTo>
                  <a:pt x="138969" y="98331"/>
                  <a:pt x="139030" y="98544"/>
                  <a:pt x="139152" y="98513"/>
                </a:cubicBezTo>
                <a:cubicBezTo>
                  <a:pt x="139152" y="98118"/>
                  <a:pt x="139212" y="97723"/>
                  <a:pt x="139334" y="97358"/>
                </a:cubicBezTo>
                <a:close/>
                <a:moveTo>
                  <a:pt x="133589" y="96173"/>
                </a:moveTo>
                <a:cubicBezTo>
                  <a:pt x="133620" y="96750"/>
                  <a:pt x="133377" y="98027"/>
                  <a:pt x="133650" y="97966"/>
                </a:cubicBezTo>
                <a:cubicBezTo>
                  <a:pt x="133832" y="97814"/>
                  <a:pt x="133498" y="97662"/>
                  <a:pt x="133589" y="97176"/>
                </a:cubicBezTo>
                <a:cubicBezTo>
                  <a:pt x="133680" y="97176"/>
                  <a:pt x="133741" y="97145"/>
                  <a:pt x="133741" y="96811"/>
                </a:cubicBezTo>
                <a:cubicBezTo>
                  <a:pt x="133528" y="97085"/>
                  <a:pt x="133741" y="96142"/>
                  <a:pt x="133589" y="96203"/>
                </a:cubicBezTo>
                <a:close/>
                <a:moveTo>
                  <a:pt x="138909" y="95504"/>
                </a:moveTo>
                <a:cubicBezTo>
                  <a:pt x="138909" y="95990"/>
                  <a:pt x="138969" y="96750"/>
                  <a:pt x="139182" y="96507"/>
                </a:cubicBezTo>
                <a:cubicBezTo>
                  <a:pt x="139182" y="95747"/>
                  <a:pt x="138817" y="95322"/>
                  <a:pt x="139061" y="94501"/>
                </a:cubicBezTo>
                <a:cubicBezTo>
                  <a:pt x="138909" y="94319"/>
                  <a:pt x="138909" y="95139"/>
                  <a:pt x="138909" y="95504"/>
                </a:cubicBezTo>
                <a:close/>
                <a:moveTo>
                  <a:pt x="138696" y="93072"/>
                </a:moveTo>
                <a:cubicBezTo>
                  <a:pt x="138817" y="93407"/>
                  <a:pt x="138787" y="94076"/>
                  <a:pt x="139030" y="94106"/>
                </a:cubicBezTo>
                <a:cubicBezTo>
                  <a:pt x="139121" y="93224"/>
                  <a:pt x="138848" y="92252"/>
                  <a:pt x="138696" y="93103"/>
                </a:cubicBezTo>
                <a:close/>
                <a:moveTo>
                  <a:pt x="134197" y="80732"/>
                </a:moveTo>
                <a:cubicBezTo>
                  <a:pt x="134228" y="80276"/>
                  <a:pt x="134440" y="80397"/>
                  <a:pt x="134440" y="79759"/>
                </a:cubicBezTo>
                <a:cubicBezTo>
                  <a:pt x="134288" y="79638"/>
                  <a:pt x="134076" y="80549"/>
                  <a:pt x="134197" y="80762"/>
                </a:cubicBezTo>
                <a:close/>
                <a:moveTo>
                  <a:pt x="136477" y="66051"/>
                </a:moveTo>
                <a:lnTo>
                  <a:pt x="136720" y="66081"/>
                </a:lnTo>
                <a:lnTo>
                  <a:pt x="136750" y="65473"/>
                </a:lnTo>
                <a:cubicBezTo>
                  <a:pt x="136598" y="65443"/>
                  <a:pt x="136477" y="65534"/>
                  <a:pt x="136477" y="66051"/>
                </a:cubicBezTo>
                <a:close/>
                <a:moveTo>
                  <a:pt x="137176" y="41126"/>
                </a:moveTo>
                <a:cubicBezTo>
                  <a:pt x="137146" y="41704"/>
                  <a:pt x="137176" y="43011"/>
                  <a:pt x="137237" y="42707"/>
                </a:cubicBezTo>
                <a:cubicBezTo>
                  <a:pt x="137206" y="42312"/>
                  <a:pt x="137298" y="40731"/>
                  <a:pt x="137176" y="41126"/>
                </a:cubicBezTo>
                <a:close/>
                <a:moveTo>
                  <a:pt x="137723" y="38573"/>
                </a:moveTo>
                <a:cubicBezTo>
                  <a:pt x="137662" y="39059"/>
                  <a:pt x="137450" y="38968"/>
                  <a:pt x="137480" y="39758"/>
                </a:cubicBezTo>
                <a:cubicBezTo>
                  <a:pt x="137632" y="39728"/>
                  <a:pt x="137875" y="38907"/>
                  <a:pt x="137723" y="38573"/>
                </a:cubicBezTo>
                <a:close/>
                <a:moveTo>
                  <a:pt x="136933" y="36719"/>
                </a:moveTo>
                <a:cubicBezTo>
                  <a:pt x="137176" y="36810"/>
                  <a:pt x="137024" y="35564"/>
                  <a:pt x="136963" y="35321"/>
                </a:cubicBezTo>
                <a:cubicBezTo>
                  <a:pt x="136872" y="35777"/>
                  <a:pt x="136872" y="36233"/>
                  <a:pt x="136933" y="36689"/>
                </a:cubicBezTo>
                <a:close/>
                <a:moveTo>
                  <a:pt x="137845" y="29454"/>
                </a:moveTo>
                <a:cubicBezTo>
                  <a:pt x="137845" y="30001"/>
                  <a:pt x="137693" y="29819"/>
                  <a:pt x="137632" y="30032"/>
                </a:cubicBezTo>
                <a:cubicBezTo>
                  <a:pt x="137541" y="30609"/>
                  <a:pt x="137571" y="31217"/>
                  <a:pt x="137693" y="31825"/>
                </a:cubicBezTo>
                <a:cubicBezTo>
                  <a:pt x="137602" y="31856"/>
                  <a:pt x="137602" y="32251"/>
                  <a:pt x="137541" y="32403"/>
                </a:cubicBezTo>
                <a:cubicBezTo>
                  <a:pt x="137693" y="33497"/>
                  <a:pt x="137541" y="35017"/>
                  <a:pt x="137450" y="36172"/>
                </a:cubicBezTo>
                <a:cubicBezTo>
                  <a:pt x="137571" y="35989"/>
                  <a:pt x="137450" y="37296"/>
                  <a:pt x="137541" y="36567"/>
                </a:cubicBezTo>
                <a:cubicBezTo>
                  <a:pt x="137571" y="36202"/>
                  <a:pt x="137480" y="36141"/>
                  <a:pt x="137510" y="35777"/>
                </a:cubicBezTo>
                <a:cubicBezTo>
                  <a:pt x="137662" y="35716"/>
                  <a:pt x="137753" y="35017"/>
                  <a:pt x="137814" y="34622"/>
                </a:cubicBezTo>
                <a:cubicBezTo>
                  <a:pt x="137845" y="34196"/>
                  <a:pt x="137784" y="34105"/>
                  <a:pt x="137784" y="33619"/>
                </a:cubicBezTo>
                <a:cubicBezTo>
                  <a:pt x="137814" y="33132"/>
                  <a:pt x="137966" y="32494"/>
                  <a:pt x="137966" y="32038"/>
                </a:cubicBezTo>
                <a:cubicBezTo>
                  <a:pt x="137966" y="31856"/>
                  <a:pt x="137936" y="31643"/>
                  <a:pt x="137936" y="31430"/>
                </a:cubicBezTo>
                <a:cubicBezTo>
                  <a:pt x="137997" y="30913"/>
                  <a:pt x="138118" y="29454"/>
                  <a:pt x="137845" y="29424"/>
                </a:cubicBezTo>
                <a:close/>
                <a:moveTo>
                  <a:pt x="131310" y="6901"/>
                </a:moveTo>
                <a:cubicBezTo>
                  <a:pt x="131340" y="7387"/>
                  <a:pt x="131310" y="7873"/>
                  <a:pt x="131401" y="8299"/>
                </a:cubicBezTo>
                <a:cubicBezTo>
                  <a:pt x="131492" y="8633"/>
                  <a:pt x="131614" y="8937"/>
                  <a:pt x="131766" y="9241"/>
                </a:cubicBezTo>
                <a:cubicBezTo>
                  <a:pt x="131796" y="9424"/>
                  <a:pt x="131766" y="9393"/>
                  <a:pt x="131766" y="9454"/>
                </a:cubicBezTo>
                <a:cubicBezTo>
                  <a:pt x="131796" y="9636"/>
                  <a:pt x="131857" y="9606"/>
                  <a:pt x="131857" y="9636"/>
                </a:cubicBezTo>
                <a:cubicBezTo>
                  <a:pt x="132161" y="10609"/>
                  <a:pt x="132343" y="11126"/>
                  <a:pt x="132617" y="11278"/>
                </a:cubicBezTo>
                <a:cubicBezTo>
                  <a:pt x="132465" y="10579"/>
                  <a:pt x="131978" y="9515"/>
                  <a:pt x="131705" y="8451"/>
                </a:cubicBezTo>
                <a:cubicBezTo>
                  <a:pt x="131583" y="7904"/>
                  <a:pt x="131583" y="6992"/>
                  <a:pt x="131310" y="6870"/>
                </a:cubicBezTo>
                <a:close/>
                <a:moveTo>
                  <a:pt x="106598" y="7114"/>
                </a:moveTo>
                <a:cubicBezTo>
                  <a:pt x="106993" y="7144"/>
                  <a:pt x="107388" y="7114"/>
                  <a:pt x="107783" y="6992"/>
                </a:cubicBezTo>
                <a:cubicBezTo>
                  <a:pt x="107966" y="6749"/>
                  <a:pt x="106476" y="6962"/>
                  <a:pt x="106598" y="7083"/>
                </a:cubicBezTo>
                <a:close/>
                <a:moveTo>
                  <a:pt x="110124" y="6354"/>
                </a:moveTo>
                <a:cubicBezTo>
                  <a:pt x="109364" y="6293"/>
                  <a:pt x="109364" y="6718"/>
                  <a:pt x="109729" y="6688"/>
                </a:cubicBezTo>
                <a:cubicBezTo>
                  <a:pt x="109577" y="6506"/>
                  <a:pt x="110397" y="6566"/>
                  <a:pt x="110124" y="6354"/>
                </a:cubicBezTo>
                <a:close/>
                <a:moveTo>
                  <a:pt x="109121" y="6141"/>
                </a:moveTo>
                <a:cubicBezTo>
                  <a:pt x="109577" y="6111"/>
                  <a:pt x="109516" y="6323"/>
                  <a:pt x="110093" y="6232"/>
                </a:cubicBezTo>
                <a:cubicBezTo>
                  <a:pt x="111127" y="5989"/>
                  <a:pt x="109455" y="5776"/>
                  <a:pt x="109121" y="6111"/>
                </a:cubicBezTo>
                <a:close/>
                <a:moveTo>
                  <a:pt x="131006" y="6566"/>
                </a:moveTo>
                <a:cubicBezTo>
                  <a:pt x="131188" y="6566"/>
                  <a:pt x="131097" y="6050"/>
                  <a:pt x="131279" y="6019"/>
                </a:cubicBezTo>
                <a:cubicBezTo>
                  <a:pt x="131310" y="6171"/>
                  <a:pt x="131370" y="6414"/>
                  <a:pt x="131401" y="6384"/>
                </a:cubicBezTo>
                <a:cubicBezTo>
                  <a:pt x="131218" y="5229"/>
                  <a:pt x="130823" y="5381"/>
                  <a:pt x="131006" y="6566"/>
                </a:cubicBezTo>
                <a:close/>
                <a:moveTo>
                  <a:pt x="122373" y="852"/>
                </a:moveTo>
                <a:cubicBezTo>
                  <a:pt x="122920" y="913"/>
                  <a:pt x="123468" y="852"/>
                  <a:pt x="123984" y="730"/>
                </a:cubicBezTo>
                <a:cubicBezTo>
                  <a:pt x="123194" y="791"/>
                  <a:pt x="122768" y="609"/>
                  <a:pt x="122373" y="852"/>
                </a:cubicBezTo>
                <a:close/>
                <a:moveTo>
                  <a:pt x="116963" y="1217"/>
                </a:moveTo>
                <a:cubicBezTo>
                  <a:pt x="117723" y="1034"/>
                  <a:pt x="117692" y="1247"/>
                  <a:pt x="118361" y="1278"/>
                </a:cubicBezTo>
                <a:cubicBezTo>
                  <a:pt x="118391" y="1126"/>
                  <a:pt x="118756" y="1065"/>
                  <a:pt x="118361" y="943"/>
                </a:cubicBezTo>
                <a:cubicBezTo>
                  <a:pt x="118027" y="1065"/>
                  <a:pt x="116902" y="974"/>
                  <a:pt x="116963" y="1217"/>
                </a:cubicBezTo>
                <a:close/>
                <a:moveTo>
                  <a:pt x="105595" y="2281"/>
                </a:moveTo>
                <a:cubicBezTo>
                  <a:pt x="105838" y="2341"/>
                  <a:pt x="106568" y="2281"/>
                  <a:pt x="106598" y="2098"/>
                </a:cubicBezTo>
                <a:cubicBezTo>
                  <a:pt x="106324" y="2037"/>
                  <a:pt x="105625" y="2098"/>
                  <a:pt x="105595" y="2250"/>
                </a:cubicBezTo>
                <a:close/>
                <a:moveTo>
                  <a:pt x="106719" y="5472"/>
                </a:moveTo>
                <a:cubicBezTo>
                  <a:pt x="107419" y="5533"/>
                  <a:pt x="107601" y="5351"/>
                  <a:pt x="108300" y="5259"/>
                </a:cubicBezTo>
                <a:cubicBezTo>
                  <a:pt x="108118" y="5533"/>
                  <a:pt x="109060" y="5259"/>
                  <a:pt x="109090" y="5259"/>
                </a:cubicBezTo>
                <a:cubicBezTo>
                  <a:pt x="109516" y="5259"/>
                  <a:pt x="109607" y="5411"/>
                  <a:pt x="110093" y="5381"/>
                </a:cubicBezTo>
                <a:cubicBezTo>
                  <a:pt x="109941" y="5107"/>
                  <a:pt x="111157" y="5168"/>
                  <a:pt x="111248" y="4955"/>
                </a:cubicBezTo>
                <a:cubicBezTo>
                  <a:pt x="111613" y="4955"/>
                  <a:pt x="112251" y="4834"/>
                  <a:pt x="112069" y="5047"/>
                </a:cubicBezTo>
                <a:cubicBezTo>
                  <a:pt x="111431" y="5107"/>
                  <a:pt x="111248" y="4955"/>
                  <a:pt x="111066" y="5168"/>
                </a:cubicBezTo>
                <a:cubicBezTo>
                  <a:pt x="111400" y="5199"/>
                  <a:pt x="111735" y="5199"/>
                  <a:pt x="112069" y="5168"/>
                </a:cubicBezTo>
                <a:cubicBezTo>
                  <a:pt x="112434" y="5107"/>
                  <a:pt x="113680" y="4621"/>
                  <a:pt x="113832" y="4925"/>
                </a:cubicBezTo>
                <a:cubicBezTo>
                  <a:pt x="113710" y="4925"/>
                  <a:pt x="113589" y="4986"/>
                  <a:pt x="113832" y="4986"/>
                </a:cubicBezTo>
                <a:cubicBezTo>
                  <a:pt x="114075" y="4773"/>
                  <a:pt x="114987" y="5168"/>
                  <a:pt x="115200" y="4834"/>
                </a:cubicBezTo>
                <a:cubicBezTo>
                  <a:pt x="115078" y="4743"/>
                  <a:pt x="114440" y="4864"/>
                  <a:pt x="114410" y="4743"/>
                </a:cubicBezTo>
                <a:cubicBezTo>
                  <a:pt x="115352" y="4682"/>
                  <a:pt x="116081" y="4803"/>
                  <a:pt x="116598" y="4560"/>
                </a:cubicBezTo>
                <a:cubicBezTo>
                  <a:pt x="116750" y="4560"/>
                  <a:pt x="116902" y="4712"/>
                  <a:pt x="116963" y="4743"/>
                </a:cubicBezTo>
                <a:cubicBezTo>
                  <a:pt x="117145" y="4743"/>
                  <a:pt x="118239" y="4621"/>
                  <a:pt x="118361" y="4652"/>
                </a:cubicBezTo>
                <a:cubicBezTo>
                  <a:pt x="118391" y="4652"/>
                  <a:pt x="118331" y="4773"/>
                  <a:pt x="118361" y="4773"/>
                </a:cubicBezTo>
                <a:cubicBezTo>
                  <a:pt x="118756" y="4712"/>
                  <a:pt x="119151" y="4682"/>
                  <a:pt x="119546" y="4652"/>
                </a:cubicBezTo>
                <a:cubicBezTo>
                  <a:pt x="119577" y="4743"/>
                  <a:pt x="119486" y="4834"/>
                  <a:pt x="119729" y="4834"/>
                </a:cubicBezTo>
                <a:cubicBezTo>
                  <a:pt x="120154" y="4682"/>
                  <a:pt x="119698" y="4621"/>
                  <a:pt x="119546" y="4530"/>
                </a:cubicBezTo>
                <a:cubicBezTo>
                  <a:pt x="120367" y="4439"/>
                  <a:pt x="119759" y="4256"/>
                  <a:pt x="120732" y="4165"/>
                </a:cubicBezTo>
                <a:cubicBezTo>
                  <a:pt x="121097" y="4165"/>
                  <a:pt x="120975" y="4317"/>
                  <a:pt x="121522" y="4256"/>
                </a:cubicBezTo>
                <a:cubicBezTo>
                  <a:pt x="121765" y="4135"/>
                  <a:pt x="122039" y="4104"/>
                  <a:pt x="122312" y="4104"/>
                </a:cubicBezTo>
                <a:cubicBezTo>
                  <a:pt x="123619" y="3983"/>
                  <a:pt x="124927" y="3952"/>
                  <a:pt x="126234" y="3983"/>
                </a:cubicBezTo>
                <a:cubicBezTo>
                  <a:pt x="126477" y="3831"/>
                  <a:pt x="126750" y="3770"/>
                  <a:pt x="127024" y="3800"/>
                </a:cubicBezTo>
                <a:lnTo>
                  <a:pt x="128939" y="3709"/>
                </a:lnTo>
                <a:lnTo>
                  <a:pt x="129790" y="3679"/>
                </a:lnTo>
                <a:lnTo>
                  <a:pt x="130246" y="3679"/>
                </a:lnTo>
                <a:lnTo>
                  <a:pt x="130489" y="3679"/>
                </a:lnTo>
                <a:cubicBezTo>
                  <a:pt x="130519" y="3679"/>
                  <a:pt x="130550" y="3679"/>
                  <a:pt x="130580" y="3679"/>
                </a:cubicBezTo>
                <a:lnTo>
                  <a:pt x="130580" y="3800"/>
                </a:lnTo>
                <a:cubicBezTo>
                  <a:pt x="130641" y="4196"/>
                  <a:pt x="130702" y="4743"/>
                  <a:pt x="130793" y="5442"/>
                </a:cubicBezTo>
                <a:cubicBezTo>
                  <a:pt x="131158" y="5320"/>
                  <a:pt x="130884" y="4348"/>
                  <a:pt x="130762" y="3618"/>
                </a:cubicBezTo>
                <a:cubicBezTo>
                  <a:pt x="130762" y="3588"/>
                  <a:pt x="130762" y="3527"/>
                  <a:pt x="130702" y="3496"/>
                </a:cubicBezTo>
                <a:lnTo>
                  <a:pt x="130550" y="3496"/>
                </a:lnTo>
                <a:lnTo>
                  <a:pt x="130307" y="3496"/>
                </a:lnTo>
                <a:cubicBezTo>
                  <a:pt x="129091" y="3496"/>
                  <a:pt x="127996" y="3405"/>
                  <a:pt x="126902" y="3405"/>
                </a:cubicBezTo>
                <a:cubicBezTo>
                  <a:pt x="126902" y="3527"/>
                  <a:pt x="126720" y="3588"/>
                  <a:pt x="126446" y="3618"/>
                </a:cubicBezTo>
                <a:cubicBezTo>
                  <a:pt x="124744" y="3527"/>
                  <a:pt x="123863" y="3709"/>
                  <a:pt x="122282" y="3831"/>
                </a:cubicBezTo>
                <a:cubicBezTo>
                  <a:pt x="122160" y="3709"/>
                  <a:pt x="122860" y="3618"/>
                  <a:pt x="122100" y="3648"/>
                </a:cubicBezTo>
                <a:cubicBezTo>
                  <a:pt x="121857" y="3800"/>
                  <a:pt x="121340" y="3831"/>
                  <a:pt x="121097" y="3952"/>
                </a:cubicBezTo>
                <a:cubicBezTo>
                  <a:pt x="119638" y="3952"/>
                  <a:pt x="118239" y="4165"/>
                  <a:pt x="117540" y="4044"/>
                </a:cubicBezTo>
                <a:cubicBezTo>
                  <a:pt x="116811" y="4196"/>
                  <a:pt x="116081" y="4226"/>
                  <a:pt x="115352" y="4165"/>
                </a:cubicBezTo>
                <a:cubicBezTo>
                  <a:pt x="115595" y="4469"/>
                  <a:pt x="114349" y="4378"/>
                  <a:pt x="113984" y="4500"/>
                </a:cubicBezTo>
                <a:cubicBezTo>
                  <a:pt x="114045" y="4378"/>
                  <a:pt x="114501" y="4348"/>
                  <a:pt x="114562" y="4226"/>
                </a:cubicBezTo>
                <a:cubicBezTo>
                  <a:pt x="113893" y="4378"/>
                  <a:pt x="113619" y="4287"/>
                  <a:pt x="112799" y="4348"/>
                </a:cubicBezTo>
                <a:cubicBezTo>
                  <a:pt x="112464" y="4621"/>
                  <a:pt x="113650" y="4317"/>
                  <a:pt x="113589" y="4469"/>
                </a:cubicBezTo>
                <a:cubicBezTo>
                  <a:pt x="113467" y="4712"/>
                  <a:pt x="112647" y="4530"/>
                  <a:pt x="111796" y="4652"/>
                </a:cubicBezTo>
                <a:cubicBezTo>
                  <a:pt x="111796" y="4743"/>
                  <a:pt x="111735" y="4803"/>
                  <a:pt x="111431" y="4803"/>
                </a:cubicBezTo>
                <a:cubicBezTo>
                  <a:pt x="111796" y="4591"/>
                  <a:pt x="111340" y="4773"/>
                  <a:pt x="110823" y="4803"/>
                </a:cubicBezTo>
                <a:cubicBezTo>
                  <a:pt x="110002" y="4864"/>
                  <a:pt x="109364" y="4895"/>
                  <a:pt x="109060" y="5077"/>
                </a:cubicBezTo>
                <a:cubicBezTo>
                  <a:pt x="109030" y="4986"/>
                  <a:pt x="109090" y="4895"/>
                  <a:pt x="109242" y="4834"/>
                </a:cubicBezTo>
                <a:cubicBezTo>
                  <a:pt x="108513" y="4834"/>
                  <a:pt x="108634" y="5016"/>
                  <a:pt x="108270" y="5107"/>
                </a:cubicBezTo>
                <a:cubicBezTo>
                  <a:pt x="106993" y="5168"/>
                  <a:pt x="105838" y="5290"/>
                  <a:pt x="105504" y="5168"/>
                </a:cubicBezTo>
                <a:cubicBezTo>
                  <a:pt x="105534" y="5077"/>
                  <a:pt x="105838" y="4986"/>
                  <a:pt x="105504" y="4986"/>
                </a:cubicBezTo>
                <a:cubicBezTo>
                  <a:pt x="105200" y="5077"/>
                  <a:pt x="105200" y="5229"/>
                  <a:pt x="104926" y="5351"/>
                </a:cubicBezTo>
                <a:cubicBezTo>
                  <a:pt x="104379" y="5411"/>
                  <a:pt x="103984" y="5199"/>
                  <a:pt x="103741" y="5472"/>
                </a:cubicBezTo>
                <a:cubicBezTo>
                  <a:pt x="104592" y="5472"/>
                  <a:pt x="105260" y="5259"/>
                  <a:pt x="105534" y="5411"/>
                </a:cubicBezTo>
                <a:cubicBezTo>
                  <a:pt x="105200" y="5503"/>
                  <a:pt x="104622" y="5594"/>
                  <a:pt x="104166" y="5685"/>
                </a:cubicBezTo>
                <a:cubicBezTo>
                  <a:pt x="103315" y="5837"/>
                  <a:pt x="103862" y="5685"/>
                  <a:pt x="103163" y="5715"/>
                </a:cubicBezTo>
                <a:cubicBezTo>
                  <a:pt x="102251" y="6202"/>
                  <a:pt x="106811" y="5594"/>
                  <a:pt x="106719" y="5472"/>
                </a:cubicBezTo>
                <a:close/>
                <a:moveTo>
                  <a:pt x="97540" y="6840"/>
                </a:moveTo>
                <a:cubicBezTo>
                  <a:pt x="97631" y="6597"/>
                  <a:pt x="96810" y="6688"/>
                  <a:pt x="96537" y="6840"/>
                </a:cubicBezTo>
                <a:cubicBezTo>
                  <a:pt x="96415" y="7053"/>
                  <a:pt x="97236" y="6962"/>
                  <a:pt x="97540" y="6810"/>
                </a:cubicBezTo>
                <a:close/>
                <a:moveTo>
                  <a:pt x="92403" y="9272"/>
                </a:moveTo>
                <a:cubicBezTo>
                  <a:pt x="92798" y="9059"/>
                  <a:pt x="93224" y="8937"/>
                  <a:pt x="93649" y="8877"/>
                </a:cubicBezTo>
                <a:cubicBezTo>
                  <a:pt x="93528" y="8816"/>
                  <a:pt x="92950" y="8694"/>
                  <a:pt x="92798" y="8877"/>
                </a:cubicBezTo>
                <a:cubicBezTo>
                  <a:pt x="92889" y="8846"/>
                  <a:pt x="92981" y="8846"/>
                  <a:pt x="92981" y="8877"/>
                </a:cubicBezTo>
                <a:cubicBezTo>
                  <a:pt x="92737" y="8937"/>
                  <a:pt x="92555" y="9089"/>
                  <a:pt x="92403" y="9241"/>
                </a:cubicBezTo>
                <a:close/>
                <a:moveTo>
                  <a:pt x="91126" y="9211"/>
                </a:moveTo>
                <a:cubicBezTo>
                  <a:pt x="91461" y="9120"/>
                  <a:pt x="91765" y="8937"/>
                  <a:pt x="92008" y="8694"/>
                </a:cubicBezTo>
                <a:cubicBezTo>
                  <a:pt x="91643" y="8725"/>
                  <a:pt x="91339" y="8907"/>
                  <a:pt x="91126" y="9211"/>
                </a:cubicBezTo>
                <a:close/>
                <a:moveTo>
                  <a:pt x="90549" y="9211"/>
                </a:moveTo>
                <a:cubicBezTo>
                  <a:pt x="90671" y="9454"/>
                  <a:pt x="91005" y="9120"/>
                  <a:pt x="91339" y="8877"/>
                </a:cubicBezTo>
                <a:cubicBezTo>
                  <a:pt x="91400" y="8603"/>
                  <a:pt x="90823" y="9028"/>
                  <a:pt x="90549" y="9211"/>
                </a:cubicBezTo>
                <a:close/>
                <a:moveTo>
                  <a:pt x="88117" y="6597"/>
                </a:moveTo>
                <a:cubicBezTo>
                  <a:pt x="88786" y="6293"/>
                  <a:pt x="89029" y="5837"/>
                  <a:pt x="89485" y="5472"/>
                </a:cubicBezTo>
                <a:cubicBezTo>
                  <a:pt x="88695" y="5898"/>
                  <a:pt x="88239" y="6323"/>
                  <a:pt x="88117" y="6566"/>
                </a:cubicBezTo>
                <a:close/>
                <a:moveTo>
                  <a:pt x="87540" y="6597"/>
                </a:moveTo>
                <a:cubicBezTo>
                  <a:pt x="87509" y="6354"/>
                  <a:pt x="86993" y="6749"/>
                  <a:pt x="86506" y="7235"/>
                </a:cubicBezTo>
                <a:cubicBezTo>
                  <a:pt x="86537" y="7448"/>
                  <a:pt x="86993" y="7022"/>
                  <a:pt x="87540" y="6566"/>
                </a:cubicBezTo>
                <a:close/>
                <a:moveTo>
                  <a:pt x="85442" y="9150"/>
                </a:moveTo>
                <a:cubicBezTo>
                  <a:pt x="85838" y="8725"/>
                  <a:pt x="86202" y="8329"/>
                  <a:pt x="86111" y="8208"/>
                </a:cubicBezTo>
                <a:cubicBezTo>
                  <a:pt x="85807" y="8390"/>
                  <a:pt x="85199" y="9089"/>
                  <a:pt x="85442" y="9120"/>
                </a:cubicBezTo>
                <a:close/>
                <a:moveTo>
                  <a:pt x="86324" y="12950"/>
                </a:moveTo>
                <a:cubicBezTo>
                  <a:pt x="86841" y="12402"/>
                  <a:pt x="86446" y="12524"/>
                  <a:pt x="86841" y="12068"/>
                </a:cubicBezTo>
                <a:cubicBezTo>
                  <a:pt x="87114" y="11794"/>
                  <a:pt x="88269" y="10791"/>
                  <a:pt x="88208" y="10457"/>
                </a:cubicBezTo>
                <a:cubicBezTo>
                  <a:pt x="87692" y="10913"/>
                  <a:pt x="87327" y="11643"/>
                  <a:pt x="87023" y="11734"/>
                </a:cubicBezTo>
                <a:cubicBezTo>
                  <a:pt x="87084" y="11734"/>
                  <a:pt x="87388" y="11217"/>
                  <a:pt x="87114" y="11551"/>
                </a:cubicBezTo>
                <a:cubicBezTo>
                  <a:pt x="87023" y="11855"/>
                  <a:pt x="85990" y="12858"/>
                  <a:pt x="86324" y="12919"/>
                </a:cubicBezTo>
                <a:close/>
                <a:moveTo>
                  <a:pt x="83771" y="11278"/>
                </a:moveTo>
                <a:cubicBezTo>
                  <a:pt x="84075" y="10791"/>
                  <a:pt x="84135" y="10913"/>
                  <a:pt x="84439" y="10518"/>
                </a:cubicBezTo>
                <a:cubicBezTo>
                  <a:pt x="84348" y="10457"/>
                  <a:pt x="84257" y="10427"/>
                  <a:pt x="84105" y="10518"/>
                </a:cubicBezTo>
                <a:cubicBezTo>
                  <a:pt x="83923" y="10731"/>
                  <a:pt x="83801" y="10974"/>
                  <a:pt x="83771" y="11278"/>
                </a:cubicBezTo>
                <a:close/>
                <a:moveTo>
                  <a:pt x="82798" y="17934"/>
                </a:moveTo>
                <a:cubicBezTo>
                  <a:pt x="83284" y="17053"/>
                  <a:pt x="83862" y="16749"/>
                  <a:pt x="83923" y="16323"/>
                </a:cubicBezTo>
                <a:cubicBezTo>
                  <a:pt x="83528" y="16749"/>
                  <a:pt x="83315" y="16627"/>
                  <a:pt x="82859" y="17235"/>
                </a:cubicBezTo>
                <a:cubicBezTo>
                  <a:pt x="82798" y="17478"/>
                  <a:pt x="82859" y="17509"/>
                  <a:pt x="83041" y="17387"/>
                </a:cubicBezTo>
                <a:cubicBezTo>
                  <a:pt x="82920" y="17539"/>
                  <a:pt x="82828" y="17722"/>
                  <a:pt x="82798" y="17934"/>
                </a:cubicBezTo>
                <a:close/>
                <a:moveTo>
                  <a:pt x="81278" y="19241"/>
                </a:moveTo>
                <a:cubicBezTo>
                  <a:pt x="81613" y="18846"/>
                  <a:pt x="81613" y="18664"/>
                  <a:pt x="81430" y="18603"/>
                </a:cubicBezTo>
                <a:cubicBezTo>
                  <a:pt x="81126" y="19029"/>
                  <a:pt x="80974" y="19454"/>
                  <a:pt x="81278" y="19241"/>
                </a:cubicBezTo>
                <a:close/>
                <a:moveTo>
                  <a:pt x="74682" y="27904"/>
                </a:moveTo>
                <a:cubicBezTo>
                  <a:pt x="74774" y="27813"/>
                  <a:pt x="74865" y="27783"/>
                  <a:pt x="74895" y="27843"/>
                </a:cubicBezTo>
                <a:cubicBezTo>
                  <a:pt x="75290" y="27448"/>
                  <a:pt x="75625" y="26688"/>
                  <a:pt x="75746" y="26719"/>
                </a:cubicBezTo>
                <a:cubicBezTo>
                  <a:pt x="75807" y="26871"/>
                  <a:pt x="75230" y="27448"/>
                  <a:pt x="75412" y="27479"/>
                </a:cubicBezTo>
                <a:cubicBezTo>
                  <a:pt x="75929" y="26992"/>
                  <a:pt x="75807" y="26901"/>
                  <a:pt x="76202" y="26354"/>
                </a:cubicBezTo>
                <a:cubicBezTo>
                  <a:pt x="75868" y="26476"/>
                  <a:pt x="76050" y="26141"/>
                  <a:pt x="75777" y="26263"/>
                </a:cubicBezTo>
                <a:cubicBezTo>
                  <a:pt x="75412" y="26901"/>
                  <a:pt x="74986" y="27509"/>
                  <a:pt x="74682" y="27935"/>
                </a:cubicBezTo>
                <a:close/>
                <a:moveTo>
                  <a:pt x="68269" y="37874"/>
                </a:moveTo>
                <a:cubicBezTo>
                  <a:pt x="68421" y="37540"/>
                  <a:pt x="68542" y="37540"/>
                  <a:pt x="68694" y="37236"/>
                </a:cubicBezTo>
                <a:cubicBezTo>
                  <a:pt x="68482" y="37266"/>
                  <a:pt x="68694" y="36901"/>
                  <a:pt x="68542" y="36901"/>
                </a:cubicBezTo>
                <a:cubicBezTo>
                  <a:pt x="68360" y="37175"/>
                  <a:pt x="68269" y="37540"/>
                  <a:pt x="68269" y="37874"/>
                </a:cubicBezTo>
                <a:close/>
                <a:moveTo>
                  <a:pt x="67023" y="40275"/>
                </a:moveTo>
                <a:cubicBezTo>
                  <a:pt x="67266" y="40002"/>
                  <a:pt x="67479" y="39667"/>
                  <a:pt x="67631" y="39303"/>
                </a:cubicBezTo>
                <a:cubicBezTo>
                  <a:pt x="67570" y="39242"/>
                  <a:pt x="67479" y="39303"/>
                  <a:pt x="67387" y="39363"/>
                </a:cubicBezTo>
                <a:cubicBezTo>
                  <a:pt x="67509" y="38695"/>
                  <a:pt x="68056" y="38391"/>
                  <a:pt x="68117" y="37996"/>
                </a:cubicBezTo>
                <a:cubicBezTo>
                  <a:pt x="67843" y="38087"/>
                  <a:pt x="67418" y="39059"/>
                  <a:pt x="67144" y="39455"/>
                </a:cubicBezTo>
                <a:cubicBezTo>
                  <a:pt x="67205" y="39546"/>
                  <a:pt x="67357" y="39515"/>
                  <a:pt x="67266" y="39758"/>
                </a:cubicBezTo>
                <a:cubicBezTo>
                  <a:pt x="67144" y="39728"/>
                  <a:pt x="66962" y="40336"/>
                  <a:pt x="66840" y="40397"/>
                </a:cubicBezTo>
                <a:cubicBezTo>
                  <a:pt x="66506" y="41643"/>
                  <a:pt x="66688" y="40853"/>
                  <a:pt x="67023" y="40275"/>
                </a:cubicBezTo>
                <a:close/>
                <a:moveTo>
                  <a:pt x="44013" y="48847"/>
                </a:moveTo>
                <a:cubicBezTo>
                  <a:pt x="44773" y="48512"/>
                  <a:pt x="45077" y="48543"/>
                  <a:pt x="45472" y="48208"/>
                </a:cubicBezTo>
                <a:cubicBezTo>
                  <a:pt x="45259" y="48269"/>
                  <a:pt x="45351" y="48178"/>
                  <a:pt x="45442" y="48087"/>
                </a:cubicBezTo>
                <a:cubicBezTo>
                  <a:pt x="44864" y="48421"/>
                  <a:pt x="44135" y="48391"/>
                  <a:pt x="44013" y="48847"/>
                </a:cubicBezTo>
                <a:close/>
                <a:moveTo>
                  <a:pt x="43679" y="49090"/>
                </a:moveTo>
                <a:cubicBezTo>
                  <a:pt x="43709" y="49151"/>
                  <a:pt x="44044" y="49060"/>
                  <a:pt x="44044" y="48968"/>
                </a:cubicBezTo>
                <a:cubicBezTo>
                  <a:pt x="43679" y="49060"/>
                  <a:pt x="43588" y="48877"/>
                  <a:pt x="43040" y="49090"/>
                </a:cubicBezTo>
                <a:cubicBezTo>
                  <a:pt x="42949" y="49333"/>
                  <a:pt x="43557" y="49029"/>
                  <a:pt x="43679" y="49090"/>
                </a:cubicBezTo>
                <a:close/>
                <a:moveTo>
                  <a:pt x="41065" y="50002"/>
                </a:moveTo>
                <a:cubicBezTo>
                  <a:pt x="41338" y="50002"/>
                  <a:pt x="42189" y="49637"/>
                  <a:pt x="42129" y="49455"/>
                </a:cubicBezTo>
                <a:cubicBezTo>
                  <a:pt x="41642" y="49759"/>
                  <a:pt x="41217" y="49698"/>
                  <a:pt x="41065" y="50002"/>
                </a:cubicBezTo>
                <a:close/>
                <a:moveTo>
                  <a:pt x="38238" y="53497"/>
                </a:moveTo>
                <a:cubicBezTo>
                  <a:pt x="38694" y="53315"/>
                  <a:pt x="39089" y="53072"/>
                  <a:pt x="39484" y="52798"/>
                </a:cubicBezTo>
                <a:cubicBezTo>
                  <a:pt x="38663" y="53041"/>
                  <a:pt x="38512" y="53163"/>
                  <a:pt x="38238" y="53497"/>
                </a:cubicBezTo>
                <a:close/>
                <a:moveTo>
                  <a:pt x="36627" y="51856"/>
                </a:moveTo>
                <a:cubicBezTo>
                  <a:pt x="37326" y="51613"/>
                  <a:pt x="37508" y="51582"/>
                  <a:pt x="37691" y="51278"/>
                </a:cubicBezTo>
                <a:cubicBezTo>
                  <a:pt x="37265" y="51339"/>
                  <a:pt x="36901" y="51522"/>
                  <a:pt x="36627" y="51856"/>
                </a:cubicBezTo>
                <a:close/>
                <a:moveTo>
                  <a:pt x="24681" y="58969"/>
                </a:moveTo>
                <a:cubicBezTo>
                  <a:pt x="25077" y="58786"/>
                  <a:pt x="25472" y="58573"/>
                  <a:pt x="25837" y="58330"/>
                </a:cubicBezTo>
                <a:cubicBezTo>
                  <a:pt x="25745" y="58239"/>
                  <a:pt x="25624" y="58209"/>
                  <a:pt x="25350" y="58300"/>
                </a:cubicBezTo>
                <a:cubicBezTo>
                  <a:pt x="25685" y="58391"/>
                  <a:pt x="24864" y="58725"/>
                  <a:pt x="24681" y="58969"/>
                </a:cubicBezTo>
                <a:close/>
                <a:moveTo>
                  <a:pt x="23466" y="59546"/>
                </a:moveTo>
                <a:cubicBezTo>
                  <a:pt x="23618" y="59485"/>
                  <a:pt x="24165" y="59394"/>
                  <a:pt x="24256" y="59121"/>
                </a:cubicBezTo>
                <a:cubicBezTo>
                  <a:pt x="23648" y="59151"/>
                  <a:pt x="24742" y="58817"/>
                  <a:pt x="24985" y="58604"/>
                </a:cubicBezTo>
                <a:cubicBezTo>
                  <a:pt x="24773" y="58269"/>
                  <a:pt x="23587" y="59242"/>
                  <a:pt x="23466" y="59546"/>
                </a:cubicBezTo>
                <a:close/>
                <a:moveTo>
                  <a:pt x="17204" y="66385"/>
                </a:moveTo>
                <a:cubicBezTo>
                  <a:pt x="17417" y="66203"/>
                  <a:pt x="17964" y="65260"/>
                  <a:pt x="17812" y="65139"/>
                </a:cubicBezTo>
                <a:cubicBezTo>
                  <a:pt x="17690" y="65656"/>
                  <a:pt x="17265" y="65960"/>
                  <a:pt x="17204" y="66355"/>
                </a:cubicBezTo>
                <a:close/>
                <a:moveTo>
                  <a:pt x="13709" y="73042"/>
                </a:moveTo>
                <a:cubicBezTo>
                  <a:pt x="13678" y="72920"/>
                  <a:pt x="13709" y="72738"/>
                  <a:pt x="13861" y="72434"/>
                </a:cubicBezTo>
                <a:cubicBezTo>
                  <a:pt x="13739" y="72251"/>
                  <a:pt x="13526" y="72525"/>
                  <a:pt x="13313" y="72799"/>
                </a:cubicBezTo>
                <a:cubicBezTo>
                  <a:pt x="13435" y="72829"/>
                  <a:pt x="13344" y="73042"/>
                  <a:pt x="13162" y="73376"/>
                </a:cubicBezTo>
                <a:cubicBezTo>
                  <a:pt x="13283" y="73558"/>
                  <a:pt x="13496" y="73285"/>
                  <a:pt x="13709" y="73042"/>
                </a:cubicBezTo>
                <a:close/>
                <a:moveTo>
                  <a:pt x="12584" y="74440"/>
                </a:moveTo>
                <a:cubicBezTo>
                  <a:pt x="12766" y="74440"/>
                  <a:pt x="12949" y="74227"/>
                  <a:pt x="13192" y="74106"/>
                </a:cubicBezTo>
                <a:cubicBezTo>
                  <a:pt x="13010" y="74075"/>
                  <a:pt x="12949" y="73619"/>
                  <a:pt x="12584" y="74440"/>
                </a:cubicBezTo>
                <a:close/>
                <a:moveTo>
                  <a:pt x="13648" y="75078"/>
                </a:moveTo>
                <a:cubicBezTo>
                  <a:pt x="13921" y="74379"/>
                  <a:pt x="14681" y="73194"/>
                  <a:pt x="14560" y="72859"/>
                </a:cubicBezTo>
                <a:cubicBezTo>
                  <a:pt x="14317" y="73103"/>
                  <a:pt x="14499" y="73072"/>
                  <a:pt x="14347" y="73406"/>
                </a:cubicBezTo>
                <a:cubicBezTo>
                  <a:pt x="14073" y="73954"/>
                  <a:pt x="13374" y="74987"/>
                  <a:pt x="13648" y="75078"/>
                </a:cubicBezTo>
                <a:close/>
                <a:moveTo>
                  <a:pt x="10031" y="80762"/>
                </a:moveTo>
                <a:cubicBezTo>
                  <a:pt x="9909" y="81127"/>
                  <a:pt x="9666" y="81613"/>
                  <a:pt x="9757" y="81765"/>
                </a:cubicBezTo>
                <a:cubicBezTo>
                  <a:pt x="10000" y="81218"/>
                  <a:pt x="10092" y="81340"/>
                  <a:pt x="10304" y="80914"/>
                </a:cubicBezTo>
                <a:close/>
                <a:moveTo>
                  <a:pt x="10183" y="79698"/>
                </a:moveTo>
                <a:cubicBezTo>
                  <a:pt x="10365" y="79394"/>
                  <a:pt x="10487" y="79090"/>
                  <a:pt x="10578" y="78787"/>
                </a:cubicBezTo>
                <a:cubicBezTo>
                  <a:pt x="10547" y="78574"/>
                  <a:pt x="10122" y="78756"/>
                  <a:pt x="10183" y="78999"/>
                </a:cubicBezTo>
                <a:cubicBezTo>
                  <a:pt x="10456" y="78635"/>
                  <a:pt x="10213" y="79455"/>
                  <a:pt x="10183" y="79668"/>
                </a:cubicBezTo>
                <a:close/>
                <a:moveTo>
                  <a:pt x="8511" y="82373"/>
                </a:moveTo>
                <a:cubicBezTo>
                  <a:pt x="8693" y="81917"/>
                  <a:pt x="9423" y="80945"/>
                  <a:pt x="9149" y="80914"/>
                </a:cubicBezTo>
                <a:cubicBezTo>
                  <a:pt x="8967" y="81401"/>
                  <a:pt x="8237" y="82343"/>
                  <a:pt x="8511" y="82373"/>
                </a:cubicBezTo>
                <a:close/>
                <a:moveTo>
                  <a:pt x="8572" y="82404"/>
                </a:moveTo>
                <a:cubicBezTo>
                  <a:pt x="8815" y="82464"/>
                  <a:pt x="9392" y="80975"/>
                  <a:pt x="9788" y="80397"/>
                </a:cubicBezTo>
                <a:cubicBezTo>
                  <a:pt x="9696" y="80306"/>
                  <a:pt x="10061" y="79790"/>
                  <a:pt x="9909" y="79759"/>
                </a:cubicBezTo>
                <a:cubicBezTo>
                  <a:pt x="9301" y="80945"/>
                  <a:pt x="9301" y="81249"/>
                  <a:pt x="8572" y="82404"/>
                </a:cubicBezTo>
                <a:close/>
                <a:moveTo>
                  <a:pt x="118361" y="4560"/>
                </a:moveTo>
                <a:cubicBezTo>
                  <a:pt x="118483" y="4378"/>
                  <a:pt x="118908" y="4287"/>
                  <a:pt x="119546" y="4256"/>
                </a:cubicBezTo>
                <a:cubicBezTo>
                  <a:pt x="119394" y="4378"/>
                  <a:pt x="119182" y="4439"/>
                  <a:pt x="118969" y="4408"/>
                </a:cubicBezTo>
                <a:cubicBezTo>
                  <a:pt x="118939" y="4469"/>
                  <a:pt x="119030" y="4469"/>
                  <a:pt x="119151" y="4469"/>
                </a:cubicBezTo>
                <a:cubicBezTo>
                  <a:pt x="119091" y="4560"/>
                  <a:pt x="118665" y="4530"/>
                  <a:pt x="118361" y="4560"/>
                </a:cubicBezTo>
                <a:close/>
                <a:moveTo>
                  <a:pt x="64804" y="121219"/>
                </a:moveTo>
                <a:cubicBezTo>
                  <a:pt x="64682" y="121432"/>
                  <a:pt x="64044" y="121310"/>
                  <a:pt x="63618" y="121280"/>
                </a:cubicBezTo>
                <a:cubicBezTo>
                  <a:pt x="63801" y="121097"/>
                  <a:pt x="64409" y="121188"/>
                  <a:pt x="64804" y="121219"/>
                </a:cubicBezTo>
                <a:close/>
                <a:moveTo>
                  <a:pt x="66111" y="43649"/>
                </a:moveTo>
                <a:cubicBezTo>
                  <a:pt x="66080" y="43983"/>
                  <a:pt x="65989" y="44652"/>
                  <a:pt x="65868" y="45321"/>
                </a:cubicBezTo>
                <a:cubicBezTo>
                  <a:pt x="65868" y="45412"/>
                  <a:pt x="65776" y="45442"/>
                  <a:pt x="65716" y="45473"/>
                </a:cubicBezTo>
                <a:lnTo>
                  <a:pt x="65473" y="45534"/>
                </a:lnTo>
                <a:lnTo>
                  <a:pt x="65047" y="45686"/>
                </a:lnTo>
                <a:cubicBezTo>
                  <a:pt x="64804" y="45746"/>
                  <a:pt x="64561" y="45807"/>
                  <a:pt x="64317" y="45868"/>
                </a:cubicBezTo>
                <a:cubicBezTo>
                  <a:pt x="64135" y="45655"/>
                  <a:pt x="64652" y="45746"/>
                  <a:pt x="64986" y="45625"/>
                </a:cubicBezTo>
                <a:cubicBezTo>
                  <a:pt x="65108" y="45564"/>
                  <a:pt x="65229" y="45503"/>
                  <a:pt x="65351" y="45442"/>
                </a:cubicBezTo>
                <a:lnTo>
                  <a:pt x="65564" y="45351"/>
                </a:lnTo>
                <a:cubicBezTo>
                  <a:pt x="65624" y="45321"/>
                  <a:pt x="65716" y="45291"/>
                  <a:pt x="65746" y="45230"/>
                </a:cubicBezTo>
                <a:cubicBezTo>
                  <a:pt x="65837" y="44652"/>
                  <a:pt x="65989" y="44044"/>
                  <a:pt x="66111" y="43649"/>
                </a:cubicBezTo>
                <a:close/>
                <a:moveTo>
                  <a:pt x="40548" y="54713"/>
                </a:moveTo>
                <a:cubicBezTo>
                  <a:pt x="40001" y="55017"/>
                  <a:pt x="39241" y="55291"/>
                  <a:pt x="38177" y="55747"/>
                </a:cubicBezTo>
                <a:cubicBezTo>
                  <a:pt x="38937" y="55321"/>
                  <a:pt x="39727" y="54987"/>
                  <a:pt x="40548" y="54713"/>
                </a:cubicBezTo>
                <a:close/>
                <a:moveTo>
                  <a:pt x="47174" y="124623"/>
                </a:moveTo>
                <a:cubicBezTo>
                  <a:pt x="46840" y="124958"/>
                  <a:pt x="45381" y="124775"/>
                  <a:pt x="44591" y="124745"/>
                </a:cubicBezTo>
                <a:cubicBezTo>
                  <a:pt x="44044" y="124714"/>
                  <a:pt x="43101" y="124836"/>
                  <a:pt x="43010" y="124593"/>
                </a:cubicBezTo>
                <a:cubicBezTo>
                  <a:pt x="44378" y="124684"/>
                  <a:pt x="45776" y="124684"/>
                  <a:pt x="47144" y="124593"/>
                </a:cubicBezTo>
                <a:close/>
                <a:moveTo>
                  <a:pt x="70853" y="122708"/>
                </a:moveTo>
                <a:cubicBezTo>
                  <a:pt x="70488" y="122708"/>
                  <a:pt x="70427" y="122769"/>
                  <a:pt x="70062" y="122769"/>
                </a:cubicBezTo>
                <a:cubicBezTo>
                  <a:pt x="69880" y="122647"/>
                  <a:pt x="69758" y="122465"/>
                  <a:pt x="69698" y="122252"/>
                </a:cubicBezTo>
                <a:cubicBezTo>
                  <a:pt x="70305" y="122313"/>
                  <a:pt x="70792" y="122435"/>
                  <a:pt x="70853" y="122678"/>
                </a:cubicBezTo>
                <a:close/>
                <a:moveTo>
                  <a:pt x="51095" y="124836"/>
                </a:moveTo>
                <a:cubicBezTo>
                  <a:pt x="50639" y="124988"/>
                  <a:pt x="49332" y="124836"/>
                  <a:pt x="48512" y="124897"/>
                </a:cubicBezTo>
                <a:cubicBezTo>
                  <a:pt x="49120" y="124714"/>
                  <a:pt x="50366" y="124836"/>
                  <a:pt x="51095" y="124806"/>
                </a:cubicBezTo>
                <a:close/>
                <a:moveTo>
                  <a:pt x="33496" y="124471"/>
                </a:moveTo>
                <a:lnTo>
                  <a:pt x="36840" y="124471"/>
                </a:lnTo>
                <a:cubicBezTo>
                  <a:pt x="34986" y="124775"/>
                  <a:pt x="33314" y="124410"/>
                  <a:pt x="30700" y="124502"/>
                </a:cubicBezTo>
                <a:cubicBezTo>
                  <a:pt x="30335" y="124380"/>
                  <a:pt x="32676" y="124441"/>
                  <a:pt x="33496" y="124441"/>
                </a:cubicBezTo>
                <a:close/>
                <a:moveTo>
                  <a:pt x="72008" y="123012"/>
                </a:moveTo>
                <a:lnTo>
                  <a:pt x="70032" y="123012"/>
                </a:lnTo>
                <a:cubicBezTo>
                  <a:pt x="70427" y="122951"/>
                  <a:pt x="71947" y="122739"/>
                  <a:pt x="72038" y="123012"/>
                </a:cubicBezTo>
                <a:close/>
                <a:moveTo>
                  <a:pt x="77570" y="122830"/>
                </a:moveTo>
                <a:cubicBezTo>
                  <a:pt x="77175" y="122982"/>
                  <a:pt x="76780" y="122982"/>
                  <a:pt x="76385" y="122891"/>
                </a:cubicBezTo>
                <a:cubicBezTo>
                  <a:pt x="76780" y="122769"/>
                  <a:pt x="77175" y="122739"/>
                  <a:pt x="77570" y="122830"/>
                </a:cubicBezTo>
                <a:close/>
                <a:moveTo>
                  <a:pt x="74409" y="122951"/>
                </a:moveTo>
                <a:cubicBezTo>
                  <a:pt x="73740" y="123043"/>
                  <a:pt x="73071" y="123012"/>
                  <a:pt x="72403" y="122891"/>
                </a:cubicBezTo>
                <a:cubicBezTo>
                  <a:pt x="72950" y="122769"/>
                  <a:pt x="73467" y="122739"/>
                  <a:pt x="74014" y="122769"/>
                </a:cubicBezTo>
                <a:cubicBezTo>
                  <a:pt x="74014" y="122860"/>
                  <a:pt x="74166" y="122921"/>
                  <a:pt x="74409" y="122951"/>
                </a:cubicBezTo>
                <a:close/>
                <a:moveTo>
                  <a:pt x="55655" y="121492"/>
                </a:moveTo>
                <a:cubicBezTo>
                  <a:pt x="54834" y="121432"/>
                  <a:pt x="54864" y="121614"/>
                  <a:pt x="54256" y="121614"/>
                </a:cubicBezTo>
                <a:cubicBezTo>
                  <a:pt x="53801" y="121219"/>
                  <a:pt x="52980" y="121644"/>
                  <a:pt x="52494" y="121523"/>
                </a:cubicBezTo>
                <a:cubicBezTo>
                  <a:pt x="52585" y="121492"/>
                  <a:pt x="52706" y="121432"/>
                  <a:pt x="52706" y="121340"/>
                </a:cubicBezTo>
                <a:cubicBezTo>
                  <a:pt x="53101" y="121401"/>
                  <a:pt x="54013" y="121280"/>
                  <a:pt x="54074" y="121432"/>
                </a:cubicBezTo>
                <a:cubicBezTo>
                  <a:pt x="54530" y="121371"/>
                  <a:pt x="55715" y="121158"/>
                  <a:pt x="55655" y="121492"/>
                </a:cubicBezTo>
                <a:close/>
                <a:moveTo>
                  <a:pt x="135504" y="23862"/>
                </a:moveTo>
                <a:lnTo>
                  <a:pt x="135504" y="23284"/>
                </a:lnTo>
                <a:cubicBezTo>
                  <a:pt x="135504" y="23102"/>
                  <a:pt x="135595" y="22919"/>
                  <a:pt x="135443" y="22737"/>
                </a:cubicBezTo>
                <a:lnTo>
                  <a:pt x="135109" y="22220"/>
                </a:lnTo>
                <a:lnTo>
                  <a:pt x="134592" y="21308"/>
                </a:lnTo>
                <a:lnTo>
                  <a:pt x="135443" y="22494"/>
                </a:lnTo>
                <a:lnTo>
                  <a:pt x="135595" y="22737"/>
                </a:lnTo>
                <a:cubicBezTo>
                  <a:pt x="135626" y="22767"/>
                  <a:pt x="135656" y="22798"/>
                  <a:pt x="135687" y="22859"/>
                </a:cubicBezTo>
                <a:lnTo>
                  <a:pt x="135687" y="23010"/>
                </a:lnTo>
                <a:cubicBezTo>
                  <a:pt x="135687" y="23193"/>
                  <a:pt x="135687" y="23406"/>
                  <a:pt x="135656" y="23618"/>
                </a:cubicBezTo>
                <a:cubicBezTo>
                  <a:pt x="135656" y="23831"/>
                  <a:pt x="135595" y="23862"/>
                  <a:pt x="135504" y="23862"/>
                </a:cubicBezTo>
                <a:close/>
                <a:moveTo>
                  <a:pt x="74713" y="21248"/>
                </a:moveTo>
                <a:lnTo>
                  <a:pt x="75564" y="20123"/>
                </a:lnTo>
                <a:cubicBezTo>
                  <a:pt x="75594" y="20244"/>
                  <a:pt x="74865" y="21460"/>
                  <a:pt x="74713" y="21248"/>
                </a:cubicBezTo>
                <a:close/>
                <a:moveTo>
                  <a:pt x="140368" y="59880"/>
                </a:moveTo>
                <a:cubicBezTo>
                  <a:pt x="140459" y="59911"/>
                  <a:pt x="140520" y="60701"/>
                  <a:pt x="140489" y="61066"/>
                </a:cubicBezTo>
                <a:cubicBezTo>
                  <a:pt x="140489" y="61370"/>
                  <a:pt x="140398" y="62160"/>
                  <a:pt x="140276" y="62039"/>
                </a:cubicBezTo>
                <a:cubicBezTo>
                  <a:pt x="140398" y="61187"/>
                  <a:pt x="140276" y="60944"/>
                  <a:pt x="140368" y="59880"/>
                </a:cubicBezTo>
                <a:close/>
                <a:moveTo>
                  <a:pt x="80488" y="13436"/>
                </a:moveTo>
                <a:cubicBezTo>
                  <a:pt x="80974" y="12889"/>
                  <a:pt x="81430" y="12342"/>
                  <a:pt x="81825" y="11734"/>
                </a:cubicBezTo>
                <a:cubicBezTo>
                  <a:pt x="82312" y="11095"/>
                  <a:pt x="82889" y="10153"/>
                  <a:pt x="83132" y="10214"/>
                </a:cubicBezTo>
                <a:cubicBezTo>
                  <a:pt x="82251" y="11217"/>
                  <a:pt x="81005" y="13405"/>
                  <a:pt x="80488" y="13436"/>
                </a:cubicBezTo>
                <a:close/>
                <a:moveTo>
                  <a:pt x="130945" y="183"/>
                </a:moveTo>
                <a:cubicBezTo>
                  <a:pt x="130003" y="1"/>
                  <a:pt x="133042" y="31"/>
                  <a:pt x="133832" y="31"/>
                </a:cubicBezTo>
                <a:cubicBezTo>
                  <a:pt x="133832" y="62"/>
                  <a:pt x="133863" y="123"/>
                  <a:pt x="133863" y="153"/>
                </a:cubicBezTo>
                <a:cubicBezTo>
                  <a:pt x="133832" y="518"/>
                  <a:pt x="133863" y="852"/>
                  <a:pt x="133924" y="1217"/>
                </a:cubicBezTo>
                <a:cubicBezTo>
                  <a:pt x="133772" y="913"/>
                  <a:pt x="133711" y="548"/>
                  <a:pt x="133680" y="214"/>
                </a:cubicBezTo>
                <a:cubicBezTo>
                  <a:pt x="132769" y="153"/>
                  <a:pt x="131857" y="123"/>
                  <a:pt x="130945" y="183"/>
                </a:cubicBezTo>
                <a:close/>
                <a:moveTo>
                  <a:pt x="90944" y="4287"/>
                </a:moveTo>
                <a:cubicBezTo>
                  <a:pt x="91522" y="4044"/>
                  <a:pt x="92130" y="3892"/>
                  <a:pt x="92130" y="4074"/>
                </a:cubicBezTo>
                <a:cubicBezTo>
                  <a:pt x="91491" y="4256"/>
                  <a:pt x="90883" y="4500"/>
                  <a:pt x="90944" y="4287"/>
                </a:cubicBezTo>
                <a:close/>
                <a:moveTo>
                  <a:pt x="80093" y="14925"/>
                </a:moveTo>
                <a:cubicBezTo>
                  <a:pt x="79910" y="14864"/>
                  <a:pt x="80762" y="14074"/>
                  <a:pt x="80579" y="14044"/>
                </a:cubicBezTo>
                <a:cubicBezTo>
                  <a:pt x="80792" y="14013"/>
                  <a:pt x="81461" y="12767"/>
                  <a:pt x="81552" y="13041"/>
                </a:cubicBezTo>
                <a:cubicBezTo>
                  <a:pt x="81066" y="13709"/>
                  <a:pt x="80640" y="14074"/>
                  <a:pt x="80093" y="14895"/>
                </a:cubicBezTo>
                <a:close/>
                <a:moveTo>
                  <a:pt x="76293" y="20001"/>
                </a:moveTo>
                <a:cubicBezTo>
                  <a:pt x="76810" y="19241"/>
                  <a:pt x="77053" y="19211"/>
                  <a:pt x="77509" y="18694"/>
                </a:cubicBezTo>
                <a:cubicBezTo>
                  <a:pt x="77479" y="18694"/>
                  <a:pt x="76354" y="20336"/>
                  <a:pt x="76293" y="19971"/>
                </a:cubicBezTo>
                <a:close/>
                <a:moveTo>
                  <a:pt x="80640" y="14591"/>
                </a:moveTo>
                <a:cubicBezTo>
                  <a:pt x="81005" y="14074"/>
                  <a:pt x="81461" y="13466"/>
                  <a:pt x="81613" y="13618"/>
                </a:cubicBezTo>
                <a:cubicBezTo>
                  <a:pt x="81339" y="13801"/>
                  <a:pt x="80762" y="14773"/>
                  <a:pt x="80640" y="14591"/>
                </a:cubicBezTo>
                <a:close/>
                <a:moveTo>
                  <a:pt x="82342" y="12646"/>
                </a:moveTo>
                <a:cubicBezTo>
                  <a:pt x="82251" y="12402"/>
                  <a:pt x="81795" y="13253"/>
                  <a:pt x="81734" y="12919"/>
                </a:cubicBezTo>
                <a:cubicBezTo>
                  <a:pt x="82099" y="12402"/>
                  <a:pt x="82281" y="12524"/>
                  <a:pt x="82707" y="11946"/>
                </a:cubicBezTo>
                <a:cubicBezTo>
                  <a:pt x="82768" y="12038"/>
                  <a:pt x="82616" y="12311"/>
                  <a:pt x="82312" y="12646"/>
                </a:cubicBezTo>
                <a:close/>
                <a:moveTo>
                  <a:pt x="135322" y="33558"/>
                </a:moveTo>
                <a:cubicBezTo>
                  <a:pt x="135109" y="33163"/>
                  <a:pt x="135261" y="32038"/>
                  <a:pt x="135291" y="31369"/>
                </a:cubicBezTo>
                <a:cubicBezTo>
                  <a:pt x="135352" y="29515"/>
                  <a:pt x="135413" y="28056"/>
                  <a:pt x="135474" y="26415"/>
                </a:cubicBezTo>
                <a:cubicBezTo>
                  <a:pt x="135504" y="25625"/>
                  <a:pt x="135322" y="24530"/>
                  <a:pt x="135626" y="24257"/>
                </a:cubicBezTo>
                <a:cubicBezTo>
                  <a:pt x="135413" y="25837"/>
                  <a:pt x="135565" y="27539"/>
                  <a:pt x="135504" y="29211"/>
                </a:cubicBezTo>
                <a:cubicBezTo>
                  <a:pt x="135443" y="30488"/>
                  <a:pt x="135322" y="31977"/>
                  <a:pt x="135322" y="33558"/>
                </a:cubicBezTo>
                <a:close/>
                <a:moveTo>
                  <a:pt x="132829" y="18238"/>
                </a:moveTo>
                <a:cubicBezTo>
                  <a:pt x="132465" y="17630"/>
                  <a:pt x="132161" y="17023"/>
                  <a:pt x="131918" y="16354"/>
                </a:cubicBezTo>
                <a:cubicBezTo>
                  <a:pt x="132313" y="16779"/>
                  <a:pt x="132586" y="17600"/>
                  <a:pt x="132829" y="18238"/>
                </a:cubicBezTo>
                <a:close/>
                <a:moveTo>
                  <a:pt x="129152" y="7387"/>
                </a:moveTo>
                <a:cubicBezTo>
                  <a:pt x="129030" y="7144"/>
                  <a:pt x="128939" y="6901"/>
                  <a:pt x="128908" y="6627"/>
                </a:cubicBezTo>
                <a:cubicBezTo>
                  <a:pt x="129121" y="6384"/>
                  <a:pt x="129060" y="7174"/>
                  <a:pt x="129152" y="7418"/>
                </a:cubicBezTo>
                <a:close/>
                <a:moveTo>
                  <a:pt x="131796" y="15959"/>
                </a:moveTo>
                <a:cubicBezTo>
                  <a:pt x="131583" y="16080"/>
                  <a:pt x="130793" y="13892"/>
                  <a:pt x="130732" y="13466"/>
                </a:cubicBezTo>
                <a:cubicBezTo>
                  <a:pt x="131036" y="13892"/>
                  <a:pt x="131431" y="15229"/>
                  <a:pt x="131826" y="15959"/>
                </a:cubicBezTo>
                <a:close/>
                <a:moveTo>
                  <a:pt x="134896" y="48421"/>
                </a:moveTo>
                <a:cubicBezTo>
                  <a:pt x="134744" y="47783"/>
                  <a:pt x="134866" y="47297"/>
                  <a:pt x="134896" y="46415"/>
                </a:cubicBezTo>
                <a:cubicBezTo>
                  <a:pt x="135048" y="46719"/>
                  <a:pt x="134896" y="47813"/>
                  <a:pt x="134896" y="48421"/>
                </a:cubicBezTo>
                <a:close/>
                <a:moveTo>
                  <a:pt x="134562" y="64288"/>
                </a:moveTo>
                <a:cubicBezTo>
                  <a:pt x="134380" y="64075"/>
                  <a:pt x="134562" y="63589"/>
                  <a:pt x="134562" y="63102"/>
                </a:cubicBezTo>
                <a:cubicBezTo>
                  <a:pt x="134592" y="61400"/>
                  <a:pt x="134623" y="58999"/>
                  <a:pt x="134684" y="57358"/>
                </a:cubicBezTo>
                <a:cubicBezTo>
                  <a:pt x="135018" y="57662"/>
                  <a:pt x="134744" y="58634"/>
                  <a:pt x="134714" y="59151"/>
                </a:cubicBezTo>
                <a:cubicBezTo>
                  <a:pt x="134684" y="60580"/>
                  <a:pt x="134653" y="62039"/>
                  <a:pt x="134562" y="64288"/>
                </a:cubicBezTo>
                <a:close/>
                <a:moveTo>
                  <a:pt x="135200" y="36141"/>
                </a:moveTo>
                <a:cubicBezTo>
                  <a:pt x="135018" y="35868"/>
                  <a:pt x="135139" y="33740"/>
                  <a:pt x="135291" y="33953"/>
                </a:cubicBezTo>
                <a:cubicBezTo>
                  <a:pt x="135200" y="34530"/>
                  <a:pt x="135291" y="35138"/>
                  <a:pt x="135200" y="36141"/>
                </a:cubicBezTo>
                <a:close/>
                <a:moveTo>
                  <a:pt x="134987" y="46050"/>
                </a:moveTo>
                <a:cubicBezTo>
                  <a:pt x="134836" y="46020"/>
                  <a:pt x="134896" y="45108"/>
                  <a:pt x="134987" y="44865"/>
                </a:cubicBezTo>
                <a:cubicBezTo>
                  <a:pt x="135109" y="44926"/>
                  <a:pt x="134957" y="45716"/>
                  <a:pt x="134987" y="46050"/>
                </a:cubicBezTo>
                <a:close/>
                <a:moveTo>
                  <a:pt x="64105" y="36476"/>
                </a:moveTo>
                <a:cubicBezTo>
                  <a:pt x="64196" y="36020"/>
                  <a:pt x="64986" y="34865"/>
                  <a:pt x="65412" y="34196"/>
                </a:cubicBezTo>
                <a:cubicBezTo>
                  <a:pt x="65260" y="34622"/>
                  <a:pt x="64469" y="35746"/>
                  <a:pt x="64105" y="36476"/>
                </a:cubicBezTo>
                <a:close/>
                <a:moveTo>
                  <a:pt x="4043" y="113681"/>
                </a:moveTo>
                <a:cubicBezTo>
                  <a:pt x="3891" y="113438"/>
                  <a:pt x="3769" y="112830"/>
                  <a:pt x="3587" y="112556"/>
                </a:cubicBezTo>
                <a:cubicBezTo>
                  <a:pt x="3556" y="112678"/>
                  <a:pt x="3526" y="112799"/>
                  <a:pt x="3556" y="112951"/>
                </a:cubicBezTo>
                <a:cubicBezTo>
                  <a:pt x="3283" y="112678"/>
                  <a:pt x="3648" y="112647"/>
                  <a:pt x="3435" y="112161"/>
                </a:cubicBezTo>
                <a:cubicBezTo>
                  <a:pt x="3739" y="112617"/>
                  <a:pt x="3952" y="113134"/>
                  <a:pt x="4043" y="113681"/>
                </a:cubicBezTo>
                <a:close/>
                <a:moveTo>
                  <a:pt x="5015" y="118331"/>
                </a:moveTo>
                <a:cubicBezTo>
                  <a:pt x="4651" y="118240"/>
                  <a:pt x="4681" y="117419"/>
                  <a:pt x="4590" y="116811"/>
                </a:cubicBezTo>
                <a:cubicBezTo>
                  <a:pt x="4772" y="116903"/>
                  <a:pt x="4863" y="117875"/>
                  <a:pt x="5015" y="118331"/>
                </a:cubicBezTo>
                <a:close/>
                <a:moveTo>
                  <a:pt x="2797" y="112100"/>
                </a:moveTo>
                <a:cubicBezTo>
                  <a:pt x="2645" y="111523"/>
                  <a:pt x="2523" y="110915"/>
                  <a:pt x="2705" y="110884"/>
                </a:cubicBezTo>
                <a:cubicBezTo>
                  <a:pt x="2584" y="111067"/>
                  <a:pt x="3070" y="112222"/>
                  <a:pt x="2797" y="112100"/>
                </a:cubicBezTo>
                <a:close/>
                <a:moveTo>
                  <a:pt x="4012" y="116477"/>
                </a:moveTo>
                <a:cubicBezTo>
                  <a:pt x="3769" y="116234"/>
                  <a:pt x="3739" y="115352"/>
                  <a:pt x="3769" y="115140"/>
                </a:cubicBezTo>
                <a:cubicBezTo>
                  <a:pt x="3648" y="114653"/>
                  <a:pt x="3496" y="114562"/>
                  <a:pt x="3526" y="114167"/>
                </a:cubicBezTo>
                <a:cubicBezTo>
                  <a:pt x="3860" y="114775"/>
                  <a:pt x="3921" y="115930"/>
                  <a:pt x="4012" y="116477"/>
                </a:cubicBezTo>
                <a:close/>
                <a:moveTo>
                  <a:pt x="3313" y="112191"/>
                </a:moveTo>
                <a:cubicBezTo>
                  <a:pt x="3131" y="112039"/>
                  <a:pt x="3161" y="111583"/>
                  <a:pt x="3040" y="111249"/>
                </a:cubicBezTo>
                <a:cubicBezTo>
                  <a:pt x="2979" y="111127"/>
                  <a:pt x="2888" y="111097"/>
                  <a:pt x="2857" y="111067"/>
                </a:cubicBezTo>
                <a:cubicBezTo>
                  <a:pt x="2766" y="110763"/>
                  <a:pt x="2857" y="110702"/>
                  <a:pt x="2797" y="110489"/>
                </a:cubicBezTo>
                <a:cubicBezTo>
                  <a:pt x="2553" y="110124"/>
                  <a:pt x="2401" y="109729"/>
                  <a:pt x="2341" y="109334"/>
                </a:cubicBezTo>
                <a:cubicBezTo>
                  <a:pt x="2493" y="109121"/>
                  <a:pt x="2553" y="109760"/>
                  <a:pt x="2645" y="110094"/>
                </a:cubicBezTo>
                <a:cubicBezTo>
                  <a:pt x="2827" y="109972"/>
                  <a:pt x="3009" y="110489"/>
                  <a:pt x="2918" y="109851"/>
                </a:cubicBezTo>
                <a:cubicBezTo>
                  <a:pt x="3192" y="110033"/>
                  <a:pt x="2949" y="110246"/>
                  <a:pt x="2979" y="110428"/>
                </a:cubicBezTo>
                <a:cubicBezTo>
                  <a:pt x="3040" y="110702"/>
                  <a:pt x="3101" y="110459"/>
                  <a:pt x="3161" y="110611"/>
                </a:cubicBezTo>
                <a:cubicBezTo>
                  <a:pt x="3253" y="110884"/>
                  <a:pt x="3192" y="111431"/>
                  <a:pt x="3404" y="111979"/>
                </a:cubicBezTo>
                <a:cubicBezTo>
                  <a:pt x="3313" y="111948"/>
                  <a:pt x="3313" y="112039"/>
                  <a:pt x="3313" y="112191"/>
                </a:cubicBezTo>
                <a:close/>
                <a:moveTo>
                  <a:pt x="1186" y="100580"/>
                </a:moveTo>
                <a:cubicBezTo>
                  <a:pt x="1216" y="99395"/>
                  <a:pt x="1003" y="99121"/>
                  <a:pt x="1277" y="97632"/>
                </a:cubicBezTo>
                <a:cubicBezTo>
                  <a:pt x="1398" y="97784"/>
                  <a:pt x="1459" y="97297"/>
                  <a:pt x="1520" y="96933"/>
                </a:cubicBezTo>
                <a:cubicBezTo>
                  <a:pt x="1642" y="97601"/>
                  <a:pt x="1490" y="99000"/>
                  <a:pt x="1277" y="99851"/>
                </a:cubicBezTo>
                <a:cubicBezTo>
                  <a:pt x="1429" y="99851"/>
                  <a:pt x="1490" y="99425"/>
                  <a:pt x="1581" y="99881"/>
                </a:cubicBezTo>
                <a:cubicBezTo>
                  <a:pt x="1581" y="99121"/>
                  <a:pt x="1642" y="98331"/>
                  <a:pt x="1794" y="97571"/>
                </a:cubicBezTo>
                <a:cubicBezTo>
                  <a:pt x="1976" y="96720"/>
                  <a:pt x="2249" y="96051"/>
                  <a:pt x="2462" y="95960"/>
                </a:cubicBezTo>
                <a:cubicBezTo>
                  <a:pt x="2219" y="96902"/>
                  <a:pt x="1976" y="97267"/>
                  <a:pt x="1824" y="98240"/>
                </a:cubicBezTo>
                <a:cubicBezTo>
                  <a:pt x="1763" y="98544"/>
                  <a:pt x="1915" y="99091"/>
                  <a:pt x="1976" y="98513"/>
                </a:cubicBezTo>
                <a:cubicBezTo>
                  <a:pt x="1976" y="100033"/>
                  <a:pt x="1854" y="102556"/>
                  <a:pt x="2189" y="103711"/>
                </a:cubicBezTo>
                <a:cubicBezTo>
                  <a:pt x="1915" y="103377"/>
                  <a:pt x="1824" y="102191"/>
                  <a:pt x="1733" y="101766"/>
                </a:cubicBezTo>
                <a:cubicBezTo>
                  <a:pt x="1581" y="101583"/>
                  <a:pt x="1550" y="102586"/>
                  <a:pt x="1702" y="102647"/>
                </a:cubicBezTo>
                <a:cubicBezTo>
                  <a:pt x="1611" y="103498"/>
                  <a:pt x="1459" y="101796"/>
                  <a:pt x="1459" y="101279"/>
                </a:cubicBezTo>
                <a:cubicBezTo>
                  <a:pt x="1550" y="100854"/>
                  <a:pt x="1642" y="101401"/>
                  <a:pt x="1794" y="101522"/>
                </a:cubicBezTo>
                <a:cubicBezTo>
                  <a:pt x="1733" y="100823"/>
                  <a:pt x="1763" y="100124"/>
                  <a:pt x="1854" y="99456"/>
                </a:cubicBezTo>
                <a:cubicBezTo>
                  <a:pt x="1611" y="99243"/>
                  <a:pt x="1672" y="100215"/>
                  <a:pt x="1642" y="100367"/>
                </a:cubicBezTo>
                <a:cubicBezTo>
                  <a:pt x="1611" y="100428"/>
                  <a:pt x="1520" y="100003"/>
                  <a:pt x="1520" y="100124"/>
                </a:cubicBezTo>
                <a:cubicBezTo>
                  <a:pt x="1490" y="100246"/>
                  <a:pt x="1520" y="101006"/>
                  <a:pt x="1307" y="100823"/>
                </a:cubicBezTo>
                <a:cubicBezTo>
                  <a:pt x="1307" y="100580"/>
                  <a:pt x="1246" y="100641"/>
                  <a:pt x="1186" y="100580"/>
                </a:cubicBezTo>
                <a:close/>
                <a:moveTo>
                  <a:pt x="2401" y="112343"/>
                </a:moveTo>
                <a:cubicBezTo>
                  <a:pt x="2189" y="111583"/>
                  <a:pt x="1824" y="110945"/>
                  <a:pt x="1611" y="110276"/>
                </a:cubicBezTo>
                <a:cubicBezTo>
                  <a:pt x="1429" y="109790"/>
                  <a:pt x="1642" y="110003"/>
                  <a:pt x="1429" y="109517"/>
                </a:cubicBezTo>
                <a:cubicBezTo>
                  <a:pt x="760" y="107845"/>
                  <a:pt x="304" y="106112"/>
                  <a:pt x="31" y="104349"/>
                </a:cubicBezTo>
                <a:cubicBezTo>
                  <a:pt x="61" y="104136"/>
                  <a:pt x="0" y="103589"/>
                  <a:pt x="91" y="103407"/>
                </a:cubicBezTo>
                <a:cubicBezTo>
                  <a:pt x="335" y="103346"/>
                  <a:pt x="426" y="104714"/>
                  <a:pt x="608" y="104076"/>
                </a:cubicBezTo>
                <a:cubicBezTo>
                  <a:pt x="821" y="104866"/>
                  <a:pt x="730" y="105079"/>
                  <a:pt x="973" y="105808"/>
                </a:cubicBezTo>
                <a:cubicBezTo>
                  <a:pt x="1246" y="105778"/>
                  <a:pt x="912" y="104532"/>
                  <a:pt x="790" y="103589"/>
                </a:cubicBezTo>
                <a:cubicBezTo>
                  <a:pt x="912" y="103559"/>
                  <a:pt x="973" y="103863"/>
                  <a:pt x="1094" y="103802"/>
                </a:cubicBezTo>
                <a:cubicBezTo>
                  <a:pt x="1003" y="104957"/>
                  <a:pt x="1490" y="106386"/>
                  <a:pt x="1794" y="107814"/>
                </a:cubicBezTo>
                <a:cubicBezTo>
                  <a:pt x="1702" y="107936"/>
                  <a:pt x="1611" y="107571"/>
                  <a:pt x="1550" y="107237"/>
                </a:cubicBezTo>
                <a:cubicBezTo>
                  <a:pt x="1459" y="106933"/>
                  <a:pt x="1277" y="106690"/>
                  <a:pt x="1064" y="106477"/>
                </a:cubicBezTo>
                <a:cubicBezTo>
                  <a:pt x="1064" y="107267"/>
                  <a:pt x="1246" y="107115"/>
                  <a:pt x="1398" y="107480"/>
                </a:cubicBezTo>
                <a:cubicBezTo>
                  <a:pt x="1763" y="109091"/>
                  <a:pt x="1885" y="110428"/>
                  <a:pt x="2341" y="111583"/>
                </a:cubicBezTo>
                <a:cubicBezTo>
                  <a:pt x="2310" y="111827"/>
                  <a:pt x="2341" y="112100"/>
                  <a:pt x="2401" y="112343"/>
                </a:cubicBezTo>
                <a:close/>
                <a:moveTo>
                  <a:pt x="1429" y="108696"/>
                </a:moveTo>
                <a:cubicBezTo>
                  <a:pt x="1490" y="108635"/>
                  <a:pt x="1398" y="108270"/>
                  <a:pt x="1429" y="108088"/>
                </a:cubicBezTo>
                <a:cubicBezTo>
                  <a:pt x="1155" y="107997"/>
                  <a:pt x="1429" y="108878"/>
                  <a:pt x="1550" y="109486"/>
                </a:cubicBezTo>
                <a:cubicBezTo>
                  <a:pt x="1854" y="110793"/>
                  <a:pt x="1581" y="109273"/>
                  <a:pt x="1429" y="108696"/>
                </a:cubicBezTo>
                <a:close/>
                <a:moveTo>
                  <a:pt x="1186" y="102677"/>
                </a:moveTo>
                <a:cubicBezTo>
                  <a:pt x="1277" y="102708"/>
                  <a:pt x="1277" y="103103"/>
                  <a:pt x="1368" y="103103"/>
                </a:cubicBezTo>
                <a:cubicBezTo>
                  <a:pt x="1459" y="103103"/>
                  <a:pt x="1277" y="102161"/>
                  <a:pt x="1307" y="101735"/>
                </a:cubicBezTo>
                <a:cubicBezTo>
                  <a:pt x="1246" y="101735"/>
                  <a:pt x="1277" y="102039"/>
                  <a:pt x="1277" y="102222"/>
                </a:cubicBezTo>
                <a:cubicBezTo>
                  <a:pt x="1094" y="102343"/>
                  <a:pt x="942" y="101583"/>
                  <a:pt x="1064" y="102677"/>
                </a:cubicBezTo>
                <a:cubicBezTo>
                  <a:pt x="851" y="102161"/>
                  <a:pt x="912" y="102009"/>
                  <a:pt x="912" y="101279"/>
                </a:cubicBezTo>
                <a:cubicBezTo>
                  <a:pt x="912" y="101097"/>
                  <a:pt x="1003" y="101766"/>
                  <a:pt x="1003" y="101735"/>
                </a:cubicBezTo>
                <a:cubicBezTo>
                  <a:pt x="1034" y="101826"/>
                  <a:pt x="912" y="100398"/>
                  <a:pt x="942" y="100063"/>
                </a:cubicBezTo>
                <a:cubicBezTo>
                  <a:pt x="1094" y="99972"/>
                  <a:pt x="1064" y="100428"/>
                  <a:pt x="1064" y="100793"/>
                </a:cubicBezTo>
                <a:cubicBezTo>
                  <a:pt x="1398" y="101826"/>
                  <a:pt x="1611" y="102890"/>
                  <a:pt x="1733" y="103985"/>
                </a:cubicBezTo>
                <a:cubicBezTo>
                  <a:pt x="1672" y="103863"/>
                  <a:pt x="1611" y="103741"/>
                  <a:pt x="1520" y="103772"/>
                </a:cubicBezTo>
                <a:cubicBezTo>
                  <a:pt x="1672" y="104228"/>
                  <a:pt x="1854" y="104167"/>
                  <a:pt x="1976" y="105048"/>
                </a:cubicBezTo>
                <a:cubicBezTo>
                  <a:pt x="1794" y="104988"/>
                  <a:pt x="1733" y="105140"/>
                  <a:pt x="1854" y="105687"/>
                </a:cubicBezTo>
                <a:cubicBezTo>
                  <a:pt x="1429" y="105535"/>
                  <a:pt x="1368" y="104410"/>
                  <a:pt x="1186" y="103589"/>
                </a:cubicBezTo>
                <a:cubicBezTo>
                  <a:pt x="1338" y="103559"/>
                  <a:pt x="1338" y="103924"/>
                  <a:pt x="1429" y="103589"/>
                </a:cubicBezTo>
                <a:cubicBezTo>
                  <a:pt x="1368" y="103194"/>
                  <a:pt x="1186" y="103377"/>
                  <a:pt x="1186" y="102677"/>
                </a:cubicBezTo>
                <a:close/>
                <a:moveTo>
                  <a:pt x="5593" y="118818"/>
                </a:moveTo>
                <a:cubicBezTo>
                  <a:pt x="5471" y="118787"/>
                  <a:pt x="5411" y="118240"/>
                  <a:pt x="5319" y="118270"/>
                </a:cubicBezTo>
                <a:lnTo>
                  <a:pt x="4955" y="116720"/>
                </a:lnTo>
                <a:cubicBezTo>
                  <a:pt x="4803" y="116052"/>
                  <a:pt x="4590" y="115231"/>
                  <a:pt x="4772" y="115140"/>
                </a:cubicBezTo>
                <a:cubicBezTo>
                  <a:pt x="4924" y="115596"/>
                  <a:pt x="4772" y="115596"/>
                  <a:pt x="4955" y="116112"/>
                </a:cubicBezTo>
                <a:lnTo>
                  <a:pt x="5137" y="116082"/>
                </a:lnTo>
                <a:cubicBezTo>
                  <a:pt x="5198" y="115504"/>
                  <a:pt x="4894" y="114957"/>
                  <a:pt x="4681" y="113954"/>
                </a:cubicBezTo>
                <a:cubicBezTo>
                  <a:pt x="4863" y="113681"/>
                  <a:pt x="4924" y="114532"/>
                  <a:pt x="5046" y="114897"/>
                </a:cubicBezTo>
                <a:cubicBezTo>
                  <a:pt x="5137" y="115201"/>
                  <a:pt x="5319" y="115535"/>
                  <a:pt x="5380" y="115839"/>
                </a:cubicBezTo>
                <a:cubicBezTo>
                  <a:pt x="5654" y="116811"/>
                  <a:pt x="5836" y="117845"/>
                  <a:pt x="6079" y="118514"/>
                </a:cubicBezTo>
                <a:cubicBezTo>
                  <a:pt x="6049" y="119030"/>
                  <a:pt x="5897" y="118270"/>
                  <a:pt x="5745" y="118392"/>
                </a:cubicBezTo>
                <a:cubicBezTo>
                  <a:pt x="5927" y="118179"/>
                  <a:pt x="5563" y="116720"/>
                  <a:pt x="5319" y="116052"/>
                </a:cubicBezTo>
                <a:cubicBezTo>
                  <a:pt x="5167" y="116234"/>
                  <a:pt x="5167" y="116629"/>
                  <a:pt x="5289" y="117267"/>
                </a:cubicBezTo>
                <a:cubicBezTo>
                  <a:pt x="5471" y="117359"/>
                  <a:pt x="5471" y="117146"/>
                  <a:pt x="5319" y="116659"/>
                </a:cubicBezTo>
                <a:cubicBezTo>
                  <a:pt x="5654" y="117359"/>
                  <a:pt x="5441" y="118058"/>
                  <a:pt x="5593" y="118818"/>
                </a:cubicBezTo>
                <a:close/>
                <a:moveTo>
                  <a:pt x="1398" y="96902"/>
                </a:moveTo>
                <a:cubicBezTo>
                  <a:pt x="1338" y="95869"/>
                  <a:pt x="1794" y="95717"/>
                  <a:pt x="2158" y="94379"/>
                </a:cubicBezTo>
                <a:cubicBezTo>
                  <a:pt x="1794" y="95322"/>
                  <a:pt x="1794" y="94744"/>
                  <a:pt x="2097" y="93832"/>
                </a:cubicBezTo>
                <a:cubicBezTo>
                  <a:pt x="2310" y="94076"/>
                  <a:pt x="2493" y="93042"/>
                  <a:pt x="2888" y="92708"/>
                </a:cubicBezTo>
                <a:cubicBezTo>
                  <a:pt x="2888" y="92860"/>
                  <a:pt x="2705" y="93650"/>
                  <a:pt x="3040" y="92799"/>
                </a:cubicBezTo>
                <a:cubicBezTo>
                  <a:pt x="3192" y="93072"/>
                  <a:pt x="2675" y="93832"/>
                  <a:pt x="2432" y="94501"/>
                </a:cubicBezTo>
                <a:cubicBezTo>
                  <a:pt x="2371" y="94288"/>
                  <a:pt x="2827" y="93346"/>
                  <a:pt x="2462" y="93498"/>
                </a:cubicBezTo>
                <a:cubicBezTo>
                  <a:pt x="2401" y="93711"/>
                  <a:pt x="2462" y="93711"/>
                  <a:pt x="2493" y="93772"/>
                </a:cubicBezTo>
                <a:cubicBezTo>
                  <a:pt x="2310" y="94258"/>
                  <a:pt x="2128" y="94775"/>
                  <a:pt x="1976" y="95322"/>
                </a:cubicBezTo>
                <a:cubicBezTo>
                  <a:pt x="1885" y="95686"/>
                  <a:pt x="2371" y="95048"/>
                  <a:pt x="2037" y="96082"/>
                </a:cubicBezTo>
                <a:cubicBezTo>
                  <a:pt x="1763" y="96507"/>
                  <a:pt x="1824" y="94987"/>
                  <a:pt x="1398" y="96902"/>
                </a:cubicBezTo>
                <a:close/>
                <a:moveTo>
                  <a:pt x="9271" y="125626"/>
                </a:moveTo>
                <a:cubicBezTo>
                  <a:pt x="10365" y="125626"/>
                  <a:pt x="9970" y="125778"/>
                  <a:pt x="11155" y="125687"/>
                </a:cubicBezTo>
                <a:cubicBezTo>
                  <a:pt x="11277" y="125930"/>
                  <a:pt x="8967" y="125778"/>
                  <a:pt x="9271" y="125626"/>
                </a:cubicBezTo>
                <a:close/>
                <a:moveTo>
                  <a:pt x="129516" y="121766"/>
                </a:moveTo>
                <a:cubicBezTo>
                  <a:pt x="130003" y="121614"/>
                  <a:pt x="131279" y="121705"/>
                  <a:pt x="132100" y="121675"/>
                </a:cubicBezTo>
                <a:cubicBezTo>
                  <a:pt x="131644" y="121827"/>
                  <a:pt x="130337" y="121705"/>
                  <a:pt x="129516" y="121766"/>
                </a:cubicBezTo>
                <a:close/>
                <a:moveTo>
                  <a:pt x="9636" y="125505"/>
                </a:moveTo>
                <a:cubicBezTo>
                  <a:pt x="8967" y="125565"/>
                  <a:pt x="8085" y="125626"/>
                  <a:pt x="7842" y="125809"/>
                </a:cubicBezTo>
                <a:lnTo>
                  <a:pt x="6444" y="125809"/>
                </a:lnTo>
                <a:cubicBezTo>
                  <a:pt x="6322" y="125170"/>
                  <a:pt x="6231" y="124623"/>
                  <a:pt x="6322" y="124471"/>
                </a:cubicBezTo>
                <a:cubicBezTo>
                  <a:pt x="6353" y="124897"/>
                  <a:pt x="6444" y="125292"/>
                  <a:pt x="6535" y="125687"/>
                </a:cubicBezTo>
                <a:cubicBezTo>
                  <a:pt x="7143" y="125687"/>
                  <a:pt x="7842" y="125657"/>
                  <a:pt x="8298" y="125626"/>
                </a:cubicBezTo>
                <a:cubicBezTo>
                  <a:pt x="8329" y="125565"/>
                  <a:pt x="7933" y="125565"/>
                  <a:pt x="7690" y="125565"/>
                </a:cubicBezTo>
                <a:cubicBezTo>
                  <a:pt x="8329" y="125413"/>
                  <a:pt x="8997" y="125413"/>
                  <a:pt x="9666" y="125505"/>
                </a:cubicBezTo>
                <a:close/>
                <a:moveTo>
                  <a:pt x="132586" y="124836"/>
                </a:moveTo>
                <a:cubicBezTo>
                  <a:pt x="132525" y="124958"/>
                  <a:pt x="132221" y="124988"/>
                  <a:pt x="131766" y="124958"/>
                </a:cubicBezTo>
                <a:cubicBezTo>
                  <a:pt x="131766" y="125140"/>
                  <a:pt x="132100" y="125079"/>
                  <a:pt x="131766" y="125231"/>
                </a:cubicBezTo>
                <a:cubicBezTo>
                  <a:pt x="131036" y="125353"/>
                  <a:pt x="130215" y="125322"/>
                  <a:pt x="129395" y="125383"/>
                </a:cubicBezTo>
                <a:cubicBezTo>
                  <a:pt x="128118" y="125474"/>
                  <a:pt x="126781" y="125596"/>
                  <a:pt x="125413" y="125626"/>
                </a:cubicBezTo>
                <a:cubicBezTo>
                  <a:pt x="125200" y="125626"/>
                  <a:pt x="125018" y="125596"/>
                  <a:pt x="124805" y="125565"/>
                </a:cubicBezTo>
                <a:cubicBezTo>
                  <a:pt x="122829" y="125596"/>
                  <a:pt x="120823" y="125809"/>
                  <a:pt x="118847" y="125900"/>
                </a:cubicBezTo>
                <a:cubicBezTo>
                  <a:pt x="118513" y="125900"/>
                  <a:pt x="118027" y="125809"/>
                  <a:pt x="117662" y="125839"/>
                </a:cubicBezTo>
                <a:cubicBezTo>
                  <a:pt x="117449" y="125839"/>
                  <a:pt x="117115" y="125961"/>
                  <a:pt x="116872" y="125961"/>
                </a:cubicBezTo>
                <a:cubicBezTo>
                  <a:pt x="116568" y="125961"/>
                  <a:pt x="116203" y="125900"/>
                  <a:pt x="115869" y="125930"/>
                </a:cubicBezTo>
                <a:cubicBezTo>
                  <a:pt x="114501" y="125961"/>
                  <a:pt x="112799" y="126052"/>
                  <a:pt x="111309" y="126021"/>
                </a:cubicBezTo>
                <a:cubicBezTo>
                  <a:pt x="111492" y="125839"/>
                  <a:pt x="111036" y="125869"/>
                  <a:pt x="111127" y="125717"/>
                </a:cubicBezTo>
                <a:cubicBezTo>
                  <a:pt x="110337" y="125778"/>
                  <a:pt x="111188" y="125839"/>
                  <a:pt x="111127" y="126021"/>
                </a:cubicBezTo>
                <a:cubicBezTo>
                  <a:pt x="109668" y="126082"/>
                  <a:pt x="108969" y="126021"/>
                  <a:pt x="108361" y="126234"/>
                </a:cubicBezTo>
                <a:cubicBezTo>
                  <a:pt x="107905" y="126356"/>
                  <a:pt x="107783" y="126173"/>
                  <a:pt x="107571" y="126173"/>
                </a:cubicBezTo>
                <a:cubicBezTo>
                  <a:pt x="107115" y="126173"/>
                  <a:pt x="106719" y="126356"/>
                  <a:pt x="106172" y="126173"/>
                </a:cubicBezTo>
                <a:cubicBezTo>
                  <a:pt x="106385" y="126568"/>
                  <a:pt x="105595" y="126265"/>
                  <a:pt x="105169" y="126417"/>
                </a:cubicBezTo>
                <a:cubicBezTo>
                  <a:pt x="105443" y="126477"/>
                  <a:pt x="105716" y="126568"/>
                  <a:pt x="105960" y="126720"/>
                </a:cubicBezTo>
                <a:cubicBezTo>
                  <a:pt x="106264" y="126629"/>
                  <a:pt x="105868" y="126508"/>
                  <a:pt x="106355" y="126356"/>
                </a:cubicBezTo>
                <a:cubicBezTo>
                  <a:pt x="106993" y="126325"/>
                  <a:pt x="107054" y="126447"/>
                  <a:pt x="107753" y="126386"/>
                </a:cubicBezTo>
                <a:lnTo>
                  <a:pt x="107753" y="126660"/>
                </a:lnTo>
                <a:cubicBezTo>
                  <a:pt x="108422" y="126660"/>
                  <a:pt x="107875" y="126325"/>
                  <a:pt x="108756" y="126265"/>
                </a:cubicBezTo>
                <a:cubicBezTo>
                  <a:pt x="108756" y="126386"/>
                  <a:pt x="108513" y="126417"/>
                  <a:pt x="108543" y="126508"/>
                </a:cubicBezTo>
                <a:cubicBezTo>
                  <a:pt x="109303" y="126568"/>
                  <a:pt x="109577" y="126295"/>
                  <a:pt x="110124" y="126447"/>
                </a:cubicBezTo>
                <a:cubicBezTo>
                  <a:pt x="110853" y="126234"/>
                  <a:pt x="111583" y="126143"/>
                  <a:pt x="112343" y="126173"/>
                </a:cubicBezTo>
                <a:cubicBezTo>
                  <a:pt x="111948" y="126295"/>
                  <a:pt x="111552" y="126356"/>
                  <a:pt x="111127" y="126386"/>
                </a:cubicBezTo>
                <a:cubicBezTo>
                  <a:pt x="111400" y="126447"/>
                  <a:pt x="111644" y="126508"/>
                  <a:pt x="111917" y="126568"/>
                </a:cubicBezTo>
                <a:cubicBezTo>
                  <a:pt x="112343" y="126568"/>
                  <a:pt x="111735" y="126417"/>
                  <a:pt x="111735" y="126447"/>
                </a:cubicBezTo>
                <a:cubicBezTo>
                  <a:pt x="111826" y="126325"/>
                  <a:pt x="112069" y="126447"/>
                  <a:pt x="112312" y="126356"/>
                </a:cubicBezTo>
                <a:cubicBezTo>
                  <a:pt x="112616" y="126295"/>
                  <a:pt x="112647" y="126052"/>
                  <a:pt x="113315" y="126234"/>
                </a:cubicBezTo>
                <a:cubicBezTo>
                  <a:pt x="113528" y="126417"/>
                  <a:pt x="112890" y="126325"/>
                  <a:pt x="112707" y="126356"/>
                </a:cubicBezTo>
                <a:cubicBezTo>
                  <a:pt x="112555" y="126417"/>
                  <a:pt x="112768" y="126599"/>
                  <a:pt x="112312" y="126629"/>
                </a:cubicBezTo>
                <a:cubicBezTo>
                  <a:pt x="113072" y="126872"/>
                  <a:pt x="113498" y="126690"/>
                  <a:pt x="114288" y="126720"/>
                </a:cubicBezTo>
                <a:cubicBezTo>
                  <a:pt x="114288" y="126447"/>
                  <a:pt x="113498" y="126690"/>
                  <a:pt x="113315" y="126538"/>
                </a:cubicBezTo>
                <a:cubicBezTo>
                  <a:pt x="113072" y="126295"/>
                  <a:pt x="113984" y="126386"/>
                  <a:pt x="114106" y="126234"/>
                </a:cubicBezTo>
                <a:cubicBezTo>
                  <a:pt x="114774" y="126295"/>
                  <a:pt x="114197" y="126356"/>
                  <a:pt x="114288" y="126538"/>
                </a:cubicBezTo>
                <a:cubicBezTo>
                  <a:pt x="114714" y="126751"/>
                  <a:pt x="115200" y="126812"/>
                  <a:pt x="115686" y="126781"/>
                </a:cubicBezTo>
                <a:cubicBezTo>
                  <a:pt x="115686" y="126994"/>
                  <a:pt x="114926" y="127176"/>
                  <a:pt x="114683" y="126964"/>
                </a:cubicBezTo>
                <a:cubicBezTo>
                  <a:pt x="114136" y="127024"/>
                  <a:pt x="115200" y="127085"/>
                  <a:pt x="114866" y="127298"/>
                </a:cubicBezTo>
                <a:cubicBezTo>
                  <a:pt x="114440" y="127450"/>
                  <a:pt x="113923" y="127298"/>
                  <a:pt x="113467" y="127298"/>
                </a:cubicBezTo>
                <a:cubicBezTo>
                  <a:pt x="113285" y="127298"/>
                  <a:pt x="113042" y="127359"/>
                  <a:pt x="112677" y="127359"/>
                </a:cubicBezTo>
                <a:cubicBezTo>
                  <a:pt x="111765" y="127359"/>
                  <a:pt x="110701" y="127237"/>
                  <a:pt x="109698" y="127237"/>
                </a:cubicBezTo>
                <a:cubicBezTo>
                  <a:pt x="109303" y="127237"/>
                  <a:pt x="109151" y="127328"/>
                  <a:pt x="108908" y="127328"/>
                </a:cubicBezTo>
                <a:cubicBezTo>
                  <a:pt x="107479" y="127328"/>
                  <a:pt x="105716" y="127237"/>
                  <a:pt x="104349" y="127268"/>
                </a:cubicBezTo>
                <a:cubicBezTo>
                  <a:pt x="103741" y="127268"/>
                  <a:pt x="103315" y="127237"/>
                  <a:pt x="102768" y="127207"/>
                </a:cubicBezTo>
                <a:cubicBezTo>
                  <a:pt x="99425" y="127116"/>
                  <a:pt x="95929" y="127116"/>
                  <a:pt x="92646" y="126933"/>
                </a:cubicBezTo>
                <a:cubicBezTo>
                  <a:pt x="92342" y="126903"/>
                  <a:pt x="92160" y="126842"/>
                  <a:pt x="91856" y="126812"/>
                </a:cubicBezTo>
                <a:cubicBezTo>
                  <a:pt x="91187" y="126751"/>
                  <a:pt x="90519" y="126812"/>
                  <a:pt x="89698" y="126812"/>
                </a:cubicBezTo>
                <a:cubicBezTo>
                  <a:pt x="89151" y="126751"/>
                  <a:pt x="88634" y="126751"/>
                  <a:pt x="88087" y="126812"/>
                </a:cubicBezTo>
                <a:cubicBezTo>
                  <a:pt x="87479" y="126842"/>
                  <a:pt x="87570" y="126629"/>
                  <a:pt x="87114" y="126629"/>
                </a:cubicBezTo>
                <a:cubicBezTo>
                  <a:pt x="86142" y="126751"/>
                  <a:pt x="85017" y="126538"/>
                  <a:pt x="83953" y="126690"/>
                </a:cubicBezTo>
                <a:cubicBezTo>
                  <a:pt x="83588" y="126690"/>
                  <a:pt x="83953" y="126447"/>
                  <a:pt x="84348" y="126477"/>
                </a:cubicBezTo>
                <a:cubicBezTo>
                  <a:pt x="83619" y="126265"/>
                  <a:pt x="82555" y="126568"/>
                  <a:pt x="82737" y="126690"/>
                </a:cubicBezTo>
                <a:cubicBezTo>
                  <a:pt x="82038" y="126629"/>
                  <a:pt x="81096" y="126629"/>
                  <a:pt x="80974" y="126356"/>
                </a:cubicBezTo>
                <a:cubicBezTo>
                  <a:pt x="80032" y="126660"/>
                  <a:pt x="78451" y="126143"/>
                  <a:pt x="77600" y="126477"/>
                </a:cubicBezTo>
                <a:cubicBezTo>
                  <a:pt x="77236" y="126538"/>
                  <a:pt x="77144" y="126356"/>
                  <a:pt x="77023" y="126356"/>
                </a:cubicBezTo>
                <a:cubicBezTo>
                  <a:pt x="76810" y="126386"/>
                  <a:pt x="76628" y="126386"/>
                  <a:pt x="76415" y="126417"/>
                </a:cubicBezTo>
                <a:cubicBezTo>
                  <a:pt x="75564" y="126356"/>
                  <a:pt x="74044" y="126204"/>
                  <a:pt x="72859" y="126204"/>
                </a:cubicBezTo>
                <a:cubicBezTo>
                  <a:pt x="72585" y="126204"/>
                  <a:pt x="71886" y="126234"/>
                  <a:pt x="71856" y="126325"/>
                </a:cubicBezTo>
                <a:cubicBezTo>
                  <a:pt x="71643" y="126325"/>
                  <a:pt x="71704" y="126234"/>
                  <a:pt x="71673" y="126143"/>
                </a:cubicBezTo>
                <a:cubicBezTo>
                  <a:pt x="70761" y="126204"/>
                  <a:pt x="69819" y="126204"/>
                  <a:pt x="68907" y="126143"/>
                </a:cubicBezTo>
                <a:cubicBezTo>
                  <a:pt x="68694" y="126143"/>
                  <a:pt x="68755" y="126234"/>
                  <a:pt x="68694" y="126265"/>
                </a:cubicBezTo>
                <a:cubicBezTo>
                  <a:pt x="67965" y="126143"/>
                  <a:pt x="67539" y="126325"/>
                  <a:pt x="67114" y="126143"/>
                </a:cubicBezTo>
                <a:cubicBezTo>
                  <a:pt x="66688" y="126113"/>
                  <a:pt x="66810" y="126265"/>
                  <a:pt x="66506" y="126265"/>
                </a:cubicBezTo>
                <a:cubicBezTo>
                  <a:pt x="65807" y="126173"/>
                  <a:pt x="65077" y="126113"/>
                  <a:pt x="64348" y="126143"/>
                </a:cubicBezTo>
                <a:cubicBezTo>
                  <a:pt x="63831" y="126143"/>
                  <a:pt x="62858" y="126173"/>
                  <a:pt x="62555" y="126173"/>
                </a:cubicBezTo>
                <a:cubicBezTo>
                  <a:pt x="62129" y="126204"/>
                  <a:pt x="61734" y="126295"/>
                  <a:pt x="61369" y="126295"/>
                </a:cubicBezTo>
                <a:cubicBezTo>
                  <a:pt x="59910" y="126356"/>
                  <a:pt x="58421" y="126295"/>
                  <a:pt x="57174" y="126265"/>
                </a:cubicBezTo>
                <a:cubicBezTo>
                  <a:pt x="56019" y="126265"/>
                  <a:pt x="54773" y="126477"/>
                  <a:pt x="54013" y="126265"/>
                </a:cubicBezTo>
                <a:cubicBezTo>
                  <a:pt x="53679" y="126265"/>
                  <a:pt x="53557" y="126356"/>
                  <a:pt x="53193" y="126386"/>
                </a:cubicBezTo>
                <a:cubicBezTo>
                  <a:pt x="52858" y="126386"/>
                  <a:pt x="52858" y="126295"/>
                  <a:pt x="52615" y="126295"/>
                </a:cubicBezTo>
                <a:cubicBezTo>
                  <a:pt x="52159" y="126295"/>
                  <a:pt x="51521" y="126417"/>
                  <a:pt x="51035" y="126417"/>
                </a:cubicBezTo>
                <a:cubicBezTo>
                  <a:pt x="49880" y="126417"/>
                  <a:pt x="48846" y="126295"/>
                  <a:pt x="47661" y="126325"/>
                </a:cubicBezTo>
                <a:cubicBezTo>
                  <a:pt x="47357" y="126325"/>
                  <a:pt x="47296" y="126386"/>
                  <a:pt x="47053" y="126386"/>
                </a:cubicBezTo>
                <a:cubicBezTo>
                  <a:pt x="46718" y="126386"/>
                  <a:pt x="46414" y="126325"/>
                  <a:pt x="46080" y="126325"/>
                </a:cubicBezTo>
                <a:cubicBezTo>
                  <a:pt x="45806" y="126325"/>
                  <a:pt x="45503" y="126447"/>
                  <a:pt x="45259" y="126447"/>
                </a:cubicBezTo>
                <a:cubicBezTo>
                  <a:pt x="45168" y="126447"/>
                  <a:pt x="44895" y="126386"/>
                  <a:pt x="44682" y="126386"/>
                </a:cubicBezTo>
                <a:cubicBezTo>
                  <a:pt x="44317" y="126386"/>
                  <a:pt x="44256" y="126447"/>
                  <a:pt x="43892" y="126447"/>
                </a:cubicBezTo>
                <a:cubicBezTo>
                  <a:pt x="42372" y="126447"/>
                  <a:pt x="40700" y="126356"/>
                  <a:pt x="39332" y="126417"/>
                </a:cubicBezTo>
                <a:cubicBezTo>
                  <a:pt x="38998" y="126417"/>
                  <a:pt x="38998" y="126325"/>
                  <a:pt x="38724" y="126356"/>
                </a:cubicBezTo>
                <a:cubicBezTo>
                  <a:pt x="38025" y="126356"/>
                  <a:pt x="37083" y="126599"/>
                  <a:pt x="35958" y="126386"/>
                </a:cubicBezTo>
                <a:cubicBezTo>
                  <a:pt x="35168" y="126568"/>
                  <a:pt x="34043" y="126386"/>
                  <a:pt x="32584" y="126417"/>
                </a:cubicBezTo>
                <a:cubicBezTo>
                  <a:pt x="32615" y="126295"/>
                  <a:pt x="33253" y="126386"/>
                  <a:pt x="33192" y="126234"/>
                </a:cubicBezTo>
                <a:cubicBezTo>
                  <a:pt x="32919" y="126204"/>
                  <a:pt x="32645" y="126265"/>
                  <a:pt x="32402" y="126417"/>
                </a:cubicBezTo>
                <a:cubicBezTo>
                  <a:pt x="32007" y="126295"/>
                  <a:pt x="31095" y="126356"/>
                  <a:pt x="30426" y="126356"/>
                </a:cubicBezTo>
                <a:cubicBezTo>
                  <a:pt x="29970" y="126325"/>
                  <a:pt x="30183" y="126538"/>
                  <a:pt x="29818" y="126538"/>
                </a:cubicBezTo>
                <a:cubicBezTo>
                  <a:pt x="27812" y="126568"/>
                  <a:pt x="25958" y="126417"/>
                  <a:pt x="24256" y="126508"/>
                </a:cubicBezTo>
                <a:cubicBezTo>
                  <a:pt x="23800" y="126508"/>
                  <a:pt x="23496" y="126599"/>
                  <a:pt x="23070" y="126599"/>
                </a:cubicBezTo>
                <a:cubicBezTo>
                  <a:pt x="21824" y="126629"/>
                  <a:pt x="20548" y="126538"/>
                  <a:pt x="19301" y="126538"/>
                </a:cubicBezTo>
                <a:cubicBezTo>
                  <a:pt x="18937" y="126538"/>
                  <a:pt x="18481" y="126599"/>
                  <a:pt x="18116" y="126568"/>
                </a:cubicBezTo>
                <a:cubicBezTo>
                  <a:pt x="17751" y="126568"/>
                  <a:pt x="17538" y="126477"/>
                  <a:pt x="17143" y="126447"/>
                </a:cubicBezTo>
                <a:cubicBezTo>
                  <a:pt x="16718" y="126417"/>
                  <a:pt x="16505" y="126508"/>
                  <a:pt x="16140" y="126508"/>
                </a:cubicBezTo>
                <a:lnTo>
                  <a:pt x="9909" y="126356"/>
                </a:lnTo>
                <a:cubicBezTo>
                  <a:pt x="9788" y="126173"/>
                  <a:pt x="11247" y="126356"/>
                  <a:pt x="12341" y="126325"/>
                </a:cubicBezTo>
                <a:cubicBezTo>
                  <a:pt x="12523" y="126325"/>
                  <a:pt x="12736" y="126295"/>
                  <a:pt x="12979" y="126265"/>
                </a:cubicBezTo>
                <a:lnTo>
                  <a:pt x="13374" y="126234"/>
                </a:lnTo>
                <a:lnTo>
                  <a:pt x="13587" y="126204"/>
                </a:lnTo>
                <a:cubicBezTo>
                  <a:pt x="13891" y="126173"/>
                  <a:pt x="14134" y="126173"/>
                  <a:pt x="14195" y="126325"/>
                </a:cubicBezTo>
                <a:cubicBezTo>
                  <a:pt x="14894" y="126356"/>
                  <a:pt x="14681" y="126113"/>
                  <a:pt x="15380" y="126143"/>
                </a:cubicBezTo>
                <a:cubicBezTo>
                  <a:pt x="15380" y="126234"/>
                  <a:pt x="15532" y="126295"/>
                  <a:pt x="15745" y="126325"/>
                </a:cubicBezTo>
                <a:cubicBezTo>
                  <a:pt x="15654" y="126173"/>
                  <a:pt x="16444" y="126052"/>
                  <a:pt x="16961" y="126265"/>
                </a:cubicBezTo>
                <a:cubicBezTo>
                  <a:pt x="17174" y="126052"/>
                  <a:pt x="16201" y="126173"/>
                  <a:pt x="16383" y="125961"/>
                </a:cubicBezTo>
                <a:lnTo>
                  <a:pt x="19362" y="125900"/>
                </a:lnTo>
                <a:cubicBezTo>
                  <a:pt x="19545" y="125687"/>
                  <a:pt x="18481" y="125809"/>
                  <a:pt x="18785" y="125535"/>
                </a:cubicBezTo>
                <a:cubicBezTo>
                  <a:pt x="20153" y="125687"/>
                  <a:pt x="21095" y="125322"/>
                  <a:pt x="22128" y="125626"/>
                </a:cubicBezTo>
                <a:cubicBezTo>
                  <a:pt x="22554" y="125596"/>
                  <a:pt x="22554" y="125535"/>
                  <a:pt x="22341" y="125444"/>
                </a:cubicBezTo>
                <a:cubicBezTo>
                  <a:pt x="22797" y="125353"/>
                  <a:pt x="23070" y="125596"/>
                  <a:pt x="23131" y="125444"/>
                </a:cubicBezTo>
                <a:cubicBezTo>
                  <a:pt x="23618" y="125444"/>
                  <a:pt x="22888" y="125596"/>
                  <a:pt x="22919" y="125687"/>
                </a:cubicBezTo>
                <a:cubicBezTo>
                  <a:pt x="24165" y="125505"/>
                  <a:pt x="25441" y="125474"/>
                  <a:pt x="26688" y="125565"/>
                </a:cubicBezTo>
                <a:cubicBezTo>
                  <a:pt x="26688" y="125505"/>
                  <a:pt x="26444" y="125535"/>
                  <a:pt x="26323" y="125505"/>
                </a:cubicBezTo>
                <a:cubicBezTo>
                  <a:pt x="27022" y="125505"/>
                  <a:pt x="28846" y="125383"/>
                  <a:pt x="29879" y="125535"/>
                </a:cubicBezTo>
                <a:cubicBezTo>
                  <a:pt x="30578" y="125565"/>
                  <a:pt x="30365" y="125322"/>
                  <a:pt x="31095" y="125353"/>
                </a:cubicBezTo>
                <a:cubicBezTo>
                  <a:pt x="31460" y="125444"/>
                  <a:pt x="31855" y="125505"/>
                  <a:pt x="32250" y="125505"/>
                </a:cubicBezTo>
                <a:cubicBezTo>
                  <a:pt x="32584" y="125505"/>
                  <a:pt x="32645" y="125444"/>
                  <a:pt x="32676" y="125383"/>
                </a:cubicBezTo>
                <a:cubicBezTo>
                  <a:pt x="33101" y="125413"/>
                  <a:pt x="33739" y="125505"/>
                  <a:pt x="33861" y="125322"/>
                </a:cubicBezTo>
                <a:cubicBezTo>
                  <a:pt x="33709" y="125170"/>
                  <a:pt x="32736" y="125292"/>
                  <a:pt x="32280" y="125231"/>
                </a:cubicBezTo>
                <a:cubicBezTo>
                  <a:pt x="32341" y="125079"/>
                  <a:pt x="32220" y="124988"/>
                  <a:pt x="31703" y="124988"/>
                </a:cubicBezTo>
                <a:cubicBezTo>
                  <a:pt x="31551" y="125018"/>
                  <a:pt x="31429" y="125049"/>
                  <a:pt x="31308" y="125049"/>
                </a:cubicBezTo>
                <a:cubicBezTo>
                  <a:pt x="31429" y="125109"/>
                  <a:pt x="31733" y="125109"/>
                  <a:pt x="31672" y="125231"/>
                </a:cubicBezTo>
                <a:cubicBezTo>
                  <a:pt x="26779" y="125079"/>
                  <a:pt x="24621" y="125231"/>
                  <a:pt x="20001" y="125109"/>
                </a:cubicBezTo>
                <a:cubicBezTo>
                  <a:pt x="19757" y="125018"/>
                  <a:pt x="19909" y="124988"/>
                  <a:pt x="20001" y="124897"/>
                </a:cubicBezTo>
                <a:cubicBezTo>
                  <a:pt x="18724" y="124897"/>
                  <a:pt x="17660" y="124958"/>
                  <a:pt x="16627" y="124897"/>
                </a:cubicBezTo>
                <a:cubicBezTo>
                  <a:pt x="16414" y="124897"/>
                  <a:pt x="16475" y="125018"/>
                  <a:pt x="16231" y="125018"/>
                </a:cubicBezTo>
                <a:cubicBezTo>
                  <a:pt x="15684" y="124988"/>
                  <a:pt x="15107" y="124927"/>
                  <a:pt x="15259" y="124684"/>
                </a:cubicBezTo>
                <a:cubicBezTo>
                  <a:pt x="14712" y="124775"/>
                  <a:pt x="14620" y="124745"/>
                  <a:pt x="14833" y="124958"/>
                </a:cubicBezTo>
                <a:cubicBezTo>
                  <a:pt x="14651" y="124897"/>
                  <a:pt x="14651" y="124806"/>
                  <a:pt x="14256" y="124806"/>
                </a:cubicBezTo>
                <a:cubicBezTo>
                  <a:pt x="14347" y="124593"/>
                  <a:pt x="15107" y="124593"/>
                  <a:pt x="15472" y="124441"/>
                </a:cubicBezTo>
                <a:cubicBezTo>
                  <a:pt x="16049" y="124532"/>
                  <a:pt x="16657" y="124562"/>
                  <a:pt x="17235" y="124502"/>
                </a:cubicBezTo>
                <a:cubicBezTo>
                  <a:pt x="17538" y="124745"/>
                  <a:pt x="16566" y="124532"/>
                  <a:pt x="16627" y="124684"/>
                </a:cubicBezTo>
                <a:cubicBezTo>
                  <a:pt x="17022" y="124836"/>
                  <a:pt x="18207" y="124714"/>
                  <a:pt x="17630" y="124502"/>
                </a:cubicBezTo>
                <a:cubicBezTo>
                  <a:pt x="18390" y="124562"/>
                  <a:pt x="18785" y="124380"/>
                  <a:pt x="19210" y="124502"/>
                </a:cubicBezTo>
                <a:cubicBezTo>
                  <a:pt x="19301" y="124654"/>
                  <a:pt x="18937" y="124623"/>
                  <a:pt x="18633" y="124623"/>
                </a:cubicBezTo>
                <a:cubicBezTo>
                  <a:pt x="18906" y="124806"/>
                  <a:pt x="19909" y="124684"/>
                  <a:pt x="19818" y="124502"/>
                </a:cubicBezTo>
                <a:cubicBezTo>
                  <a:pt x="20943" y="124593"/>
                  <a:pt x="22067" y="124593"/>
                  <a:pt x="23192" y="124532"/>
                </a:cubicBezTo>
                <a:cubicBezTo>
                  <a:pt x="23739" y="124562"/>
                  <a:pt x="24013" y="124684"/>
                  <a:pt x="24560" y="124745"/>
                </a:cubicBezTo>
                <a:cubicBezTo>
                  <a:pt x="24773" y="124745"/>
                  <a:pt x="24712" y="124623"/>
                  <a:pt x="24955" y="124623"/>
                </a:cubicBezTo>
                <a:cubicBezTo>
                  <a:pt x="26809" y="124654"/>
                  <a:pt x="29180" y="124562"/>
                  <a:pt x="30700" y="124714"/>
                </a:cubicBezTo>
                <a:cubicBezTo>
                  <a:pt x="30882" y="124927"/>
                  <a:pt x="30092" y="124806"/>
                  <a:pt x="29697" y="124836"/>
                </a:cubicBezTo>
                <a:cubicBezTo>
                  <a:pt x="30396" y="125049"/>
                  <a:pt x="31156" y="124745"/>
                  <a:pt x="31490" y="124654"/>
                </a:cubicBezTo>
                <a:cubicBezTo>
                  <a:pt x="33983" y="124806"/>
                  <a:pt x="35837" y="124806"/>
                  <a:pt x="38238" y="124775"/>
                </a:cubicBezTo>
                <a:cubicBezTo>
                  <a:pt x="38360" y="124866"/>
                  <a:pt x="38815" y="124806"/>
                  <a:pt x="38420" y="124958"/>
                </a:cubicBezTo>
                <a:cubicBezTo>
                  <a:pt x="39028" y="125018"/>
                  <a:pt x="38907" y="124866"/>
                  <a:pt x="39211" y="124836"/>
                </a:cubicBezTo>
                <a:cubicBezTo>
                  <a:pt x="40791" y="124927"/>
                  <a:pt x="42554" y="124958"/>
                  <a:pt x="43983" y="124927"/>
                </a:cubicBezTo>
                <a:cubicBezTo>
                  <a:pt x="44712" y="124897"/>
                  <a:pt x="45655" y="124866"/>
                  <a:pt x="46354" y="124866"/>
                </a:cubicBezTo>
                <a:cubicBezTo>
                  <a:pt x="46962" y="124866"/>
                  <a:pt x="47387" y="124958"/>
                  <a:pt x="47934" y="124958"/>
                </a:cubicBezTo>
                <a:cubicBezTo>
                  <a:pt x="48238" y="124958"/>
                  <a:pt x="48603" y="124897"/>
                  <a:pt x="48937" y="124897"/>
                </a:cubicBezTo>
                <a:cubicBezTo>
                  <a:pt x="49241" y="124897"/>
                  <a:pt x="49393" y="125018"/>
                  <a:pt x="49728" y="125018"/>
                </a:cubicBezTo>
                <a:cubicBezTo>
                  <a:pt x="49971" y="125018"/>
                  <a:pt x="51612" y="124988"/>
                  <a:pt x="52098" y="124927"/>
                </a:cubicBezTo>
                <a:cubicBezTo>
                  <a:pt x="52311" y="124897"/>
                  <a:pt x="52250" y="124806"/>
                  <a:pt x="52494" y="124806"/>
                </a:cubicBezTo>
                <a:cubicBezTo>
                  <a:pt x="52949" y="124866"/>
                  <a:pt x="53436" y="124897"/>
                  <a:pt x="53892" y="124866"/>
                </a:cubicBezTo>
                <a:cubicBezTo>
                  <a:pt x="54560" y="124866"/>
                  <a:pt x="54712" y="125018"/>
                  <a:pt x="55077" y="124806"/>
                </a:cubicBezTo>
                <a:cubicBezTo>
                  <a:pt x="55715" y="124806"/>
                  <a:pt x="55715" y="124988"/>
                  <a:pt x="56445" y="124958"/>
                </a:cubicBezTo>
                <a:cubicBezTo>
                  <a:pt x="56415" y="124866"/>
                  <a:pt x="56111" y="124897"/>
                  <a:pt x="55867" y="124897"/>
                </a:cubicBezTo>
                <a:cubicBezTo>
                  <a:pt x="56080" y="124623"/>
                  <a:pt x="56627" y="124836"/>
                  <a:pt x="57053" y="124836"/>
                </a:cubicBezTo>
                <a:cubicBezTo>
                  <a:pt x="59545" y="124836"/>
                  <a:pt x="61764" y="124775"/>
                  <a:pt x="64773" y="124866"/>
                </a:cubicBezTo>
                <a:cubicBezTo>
                  <a:pt x="65716" y="124897"/>
                  <a:pt x="67418" y="124897"/>
                  <a:pt x="68755" y="124866"/>
                </a:cubicBezTo>
                <a:cubicBezTo>
                  <a:pt x="69120" y="124866"/>
                  <a:pt x="69150" y="124958"/>
                  <a:pt x="69546" y="124927"/>
                </a:cubicBezTo>
                <a:cubicBezTo>
                  <a:pt x="70336" y="124927"/>
                  <a:pt x="71308" y="124775"/>
                  <a:pt x="71704" y="125018"/>
                </a:cubicBezTo>
                <a:cubicBezTo>
                  <a:pt x="71886" y="124866"/>
                  <a:pt x="73710" y="124806"/>
                  <a:pt x="74105" y="124897"/>
                </a:cubicBezTo>
                <a:cubicBezTo>
                  <a:pt x="74196" y="124927"/>
                  <a:pt x="73649" y="124988"/>
                  <a:pt x="73497" y="124958"/>
                </a:cubicBezTo>
                <a:cubicBezTo>
                  <a:pt x="73436" y="125079"/>
                  <a:pt x="74622" y="125079"/>
                  <a:pt x="74287" y="124897"/>
                </a:cubicBezTo>
                <a:cubicBezTo>
                  <a:pt x="74804" y="125018"/>
                  <a:pt x="75351" y="125079"/>
                  <a:pt x="75868" y="125018"/>
                </a:cubicBezTo>
                <a:cubicBezTo>
                  <a:pt x="75868" y="124958"/>
                  <a:pt x="75625" y="124988"/>
                  <a:pt x="75503" y="124958"/>
                </a:cubicBezTo>
                <a:cubicBezTo>
                  <a:pt x="76293" y="124806"/>
                  <a:pt x="77935" y="124958"/>
                  <a:pt x="79059" y="124897"/>
                </a:cubicBezTo>
                <a:cubicBezTo>
                  <a:pt x="80032" y="125140"/>
                  <a:pt x="81035" y="125231"/>
                  <a:pt x="82038" y="125170"/>
                </a:cubicBezTo>
                <a:cubicBezTo>
                  <a:pt x="81917" y="125049"/>
                  <a:pt x="81035" y="125170"/>
                  <a:pt x="81278" y="124927"/>
                </a:cubicBezTo>
                <a:cubicBezTo>
                  <a:pt x="82403" y="124988"/>
                  <a:pt x="82585" y="124745"/>
                  <a:pt x="83862" y="124806"/>
                </a:cubicBezTo>
                <a:cubicBezTo>
                  <a:pt x="84591" y="124836"/>
                  <a:pt x="85382" y="124927"/>
                  <a:pt x="86233" y="124927"/>
                </a:cubicBezTo>
                <a:cubicBezTo>
                  <a:pt x="86202" y="124988"/>
                  <a:pt x="85838" y="124988"/>
                  <a:pt x="85625" y="124988"/>
                </a:cubicBezTo>
                <a:cubicBezTo>
                  <a:pt x="86050" y="125140"/>
                  <a:pt x="86962" y="124988"/>
                  <a:pt x="86415" y="124806"/>
                </a:cubicBezTo>
                <a:cubicBezTo>
                  <a:pt x="86871" y="124775"/>
                  <a:pt x="87175" y="124806"/>
                  <a:pt x="87205" y="124927"/>
                </a:cubicBezTo>
                <a:cubicBezTo>
                  <a:pt x="88391" y="124745"/>
                  <a:pt x="90306" y="124897"/>
                  <a:pt x="91765" y="124806"/>
                </a:cubicBezTo>
                <a:cubicBezTo>
                  <a:pt x="91096" y="124988"/>
                  <a:pt x="92616" y="125049"/>
                  <a:pt x="92950" y="124927"/>
                </a:cubicBezTo>
                <a:cubicBezTo>
                  <a:pt x="92859" y="124684"/>
                  <a:pt x="91947" y="125079"/>
                  <a:pt x="92160" y="124806"/>
                </a:cubicBezTo>
                <a:cubicBezTo>
                  <a:pt x="94075" y="124775"/>
                  <a:pt x="96385" y="124836"/>
                  <a:pt x="97722" y="124806"/>
                </a:cubicBezTo>
                <a:cubicBezTo>
                  <a:pt x="97662" y="124897"/>
                  <a:pt x="97905" y="124897"/>
                  <a:pt x="97905" y="124988"/>
                </a:cubicBezTo>
                <a:lnTo>
                  <a:pt x="98513" y="124806"/>
                </a:lnTo>
                <a:cubicBezTo>
                  <a:pt x="99364" y="124806"/>
                  <a:pt x="100276" y="124806"/>
                  <a:pt x="101096" y="124806"/>
                </a:cubicBezTo>
                <a:cubicBezTo>
                  <a:pt x="102525" y="124745"/>
                  <a:pt x="104075" y="124836"/>
                  <a:pt x="105656" y="124836"/>
                </a:cubicBezTo>
                <a:cubicBezTo>
                  <a:pt x="106020" y="124836"/>
                  <a:pt x="106476" y="124775"/>
                  <a:pt x="106841" y="124775"/>
                </a:cubicBezTo>
                <a:cubicBezTo>
                  <a:pt x="108513" y="124745"/>
                  <a:pt x="111461" y="124806"/>
                  <a:pt x="113589" y="124714"/>
                </a:cubicBezTo>
                <a:cubicBezTo>
                  <a:pt x="114227" y="124714"/>
                  <a:pt x="114774" y="124623"/>
                  <a:pt x="115382" y="124593"/>
                </a:cubicBezTo>
                <a:cubicBezTo>
                  <a:pt x="116659" y="124532"/>
                  <a:pt x="117875" y="124593"/>
                  <a:pt x="119151" y="124562"/>
                </a:cubicBezTo>
                <a:lnTo>
                  <a:pt x="123711" y="124380"/>
                </a:lnTo>
                <a:cubicBezTo>
                  <a:pt x="124075" y="124380"/>
                  <a:pt x="124136" y="124441"/>
                  <a:pt x="124501" y="124441"/>
                </a:cubicBezTo>
                <a:cubicBezTo>
                  <a:pt x="124866" y="124410"/>
                  <a:pt x="125048" y="124350"/>
                  <a:pt x="125291" y="124350"/>
                </a:cubicBezTo>
                <a:cubicBezTo>
                  <a:pt x="125808" y="124350"/>
                  <a:pt x="126386" y="124502"/>
                  <a:pt x="126872" y="124258"/>
                </a:cubicBezTo>
                <a:lnTo>
                  <a:pt x="132039" y="124198"/>
                </a:lnTo>
                <a:cubicBezTo>
                  <a:pt x="132069" y="124319"/>
                  <a:pt x="131796" y="124319"/>
                  <a:pt x="131826" y="124441"/>
                </a:cubicBezTo>
                <a:lnTo>
                  <a:pt x="130246" y="124471"/>
                </a:lnTo>
                <a:cubicBezTo>
                  <a:pt x="129820" y="124471"/>
                  <a:pt x="130155" y="124684"/>
                  <a:pt x="130033" y="124775"/>
                </a:cubicBezTo>
                <a:cubicBezTo>
                  <a:pt x="130459" y="124806"/>
                  <a:pt x="130337" y="124654"/>
                  <a:pt x="130641" y="124654"/>
                </a:cubicBezTo>
                <a:cubicBezTo>
                  <a:pt x="131127" y="124623"/>
                  <a:pt x="130823" y="124745"/>
                  <a:pt x="131006" y="124775"/>
                </a:cubicBezTo>
                <a:cubicBezTo>
                  <a:pt x="131218" y="124775"/>
                  <a:pt x="131431" y="124745"/>
                  <a:pt x="131614" y="124684"/>
                </a:cubicBezTo>
                <a:cubicBezTo>
                  <a:pt x="132100" y="124714"/>
                  <a:pt x="132161" y="124958"/>
                  <a:pt x="132586" y="124836"/>
                </a:cubicBezTo>
                <a:close/>
                <a:moveTo>
                  <a:pt x="29302" y="124927"/>
                </a:moveTo>
                <a:cubicBezTo>
                  <a:pt x="28876" y="124927"/>
                  <a:pt x="28511" y="124623"/>
                  <a:pt x="28116" y="124836"/>
                </a:cubicBezTo>
                <a:cubicBezTo>
                  <a:pt x="28511" y="124836"/>
                  <a:pt x="28906" y="125140"/>
                  <a:pt x="29302" y="124927"/>
                </a:cubicBezTo>
                <a:close/>
                <a:moveTo>
                  <a:pt x="20943" y="125809"/>
                </a:moveTo>
                <a:cubicBezTo>
                  <a:pt x="20548" y="125717"/>
                  <a:pt x="20001" y="125717"/>
                  <a:pt x="19545" y="125657"/>
                </a:cubicBezTo>
                <a:cubicBezTo>
                  <a:pt x="19423" y="125900"/>
                  <a:pt x="20578" y="126052"/>
                  <a:pt x="20730" y="125991"/>
                </a:cubicBezTo>
                <a:cubicBezTo>
                  <a:pt x="20153" y="125961"/>
                  <a:pt x="21034" y="125900"/>
                  <a:pt x="20912" y="125809"/>
                </a:cubicBezTo>
                <a:close/>
                <a:moveTo>
                  <a:pt x="22858" y="126508"/>
                </a:moveTo>
                <a:cubicBezTo>
                  <a:pt x="22858" y="126325"/>
                  <a:pt x="21551" y="126234"/>
                  <a:pt x="21308" y="126356"/>
                </a:cubicBezTo>
                <a:cubicBezTo>
                  <a:pt x="21824" y="126477"/>
                  <a:pt x="22341" y="126508"/>
                  <a:pt x="22858" y="126508"/>
                </a:cubicBezTo>
                <a:close/>
                <a:moveTo>
                  <a:pt x="29606" y="126356"/>
                </a:moveTo>
                <a:cubicBezTo>
                  <a:pt x="29180" y="126295"/>
                  <a:pt x="27964" y="126173"/>
                  <a:pt x="27843" y="126386"/>
                </a:cubicBezTo>
                <a:cubicBezTo>
                  <a:pt x="28511" y="126295"/>
                  <a:pt x="29028" y="126508"/>
                  <a:pt x="29606" y="126356"/>
                </a:cubicBezTo>
                <a:close/>
                <a:moveTo>
                  <a:pt x="34651" y="125018"/>
                </a:moveTo>
                <a:cubicBezTo>
                  <a:pt x="34378" y="124866"/>
                  <a:pt x="32858" y="125079"/>
                  <a:pt x="33253" y="125140"/>
                </a:cubicBezTo>
                <a:cubicBezTo>
                  <a:pt x="33435" y="124988"/>
                  <a:pt x="34530" y="125170"/>
                  <a:pt x="34651" y="125018"/>
                </a:cubicBezTo>
                <a:close/>
                <a:moveTo>
                  <a:pt x="48056" y="126143"/>
                </a:moveTo>
                <a:cubicBezTo>
                  <a:pt x="47600" y="126082"/>
                  <a:pt x="47114" y="126082"/>
                  <a:pt x="46658" y="126204"/>
                </a:cubicBezTo>
                <a:cubicBezTo>
                  <a:pt x="47083" y="126265"/>
                  <a:pt x="47934" y="126386"/>
                  <a:pt x="48056" y="126173"/>
                </a:cubicBezTo>
                <a:close/>
                <a:moveTo>
                  <a:pt x="54013" y="126082"/>
                </a:moveTo>
                <a:cubicBezTo>
                  <a:pt x="53953" y="125930"/>
                  <a:pt x="53466" y="126143"/>
                  <a:pt x="53405" y="126173"/>
                </a:cubicBezTo>
                <a:lnTo>
                  <a:pt x="55199" y="126173"/>
                </a:lnTo>
                <a:cubicBezTo>
                  <a:pt x="55381" y="125991"/>
                  <a:pt x="54408" y="126113"/>
                  <a:pt x="54013" y="126082"/>
                </a:cubicBezTo>
                <a:close/>
                <a:moveTo>
                  <a:pt x="78026" y="125626"/>
                </a:moveTo>
                <a:cubicBezTo>
                  <a:pt x="77692" y="125565"/>
                  <a:pt x="77327" y="125626"/>
                  <a:pt x="77023" y="125809"/>
                </a:cubicBezTo>
                <a:cubicBezTo>
                  <a:pt x="77540" y="125809"/>
                  <a:pt x="78056" y="125809"/>
                  <a:pt x="78026" y="125626"/>
                </a:cubicBezTo>
                <a:close/>
                <a:moveTo>
                  <a:pt x="79059" y="125079"/>
                </a:moveTo>
                <a:cubicBezTo>
                  <a:pt x="78299" y="125140"/>
                  <a:pt x="76719" y="124806"/>
                  <a:pt x="76476" y="125140"/>
                </a:cubicBezTo>
                <a:cubicBezTo>
                  <a:pt x="77236" y="125201"/>
                  <a:pt x="76780" y="125170"/>
                  <a:pt x="77053" y="125079"/>
                </a:cubicBezTo>
                <a:cubicBezTo>
                  <a:pt x="77692" y="124866"/>
                  <a:pt x="78938" y="125474"/>
                  <a:pt x="79059" y="125079"/>
                </a:cubicBezTo>
                <a:close/>
                <a:moveTo>
                  <a:pt x="83406" y="124958"/>
                </a:moveTo>
                <a:cubicBezTo>
                  <a:pt x="83041" y="124866"/>
                  <a:pt x="82190" y="124958"/>
                  <a:pt x="82221" y="125140"/>
                </a:cubicBezTo>
                <a:cubicBezTo>
                  <a:pt x="82616" y="125201"/>
                  <a:pt x="83041" y="125140"/>
                  <a:pt x="83406" y="124958"/>
                </a:cubicBezTo>
                <a:close/>
                <a:moveTo>
                  <a:pt x="83801" y="125079"/>
                </a:moveTo>
                <a:cubicBezTo>
                  <a:pt x="84379" y="125079"/>
                  <a:pt x="84409" y="125231"/>
                  <a:pt x="84987" y="125201"/>
                </a:cubicBezTo>
                <a:cubicBezTo>
                  <a:pt x="85260" y="124988"/>
                  <a:pt x="83983" y="124958"/>
                  <a:pt x="83801" y="125079"/>
                </a:cubicBezTo>
                <a:close/>
                <a:moveTo>
                  <a:pt x="92251" y="126508"/>
                </a:moveTo>
                <a:lnTo>
                  <a:pt x="91461" y="126508"/>
                </a:lnTo>
                <a:cubicBezTo>
                  <a:pt x="91126" y="126812"/>
                  <a:pt x="92464" y="126751"/>
                  <a:pt x="92251" y="126508"/>
                </a:cubicBezTo>
                <a:close/>
                <a:moveTo>
                  <a:pt x="95230" y="126447"/>
                </a:moveTo>
                <a:cubicBezTo>
                  <a:pt x="94166" y="126538"/>
                  <a:pt x="94622" y="126143"/>
                  <a:pt x="93649" y="126204"/>
                </a:cubicBezTo>
                <a:cubicBezTo>
                  <a:pt x="93649" y="126417"/>
                  <a:pt x="94318" y="126417"/>
                  <a:pt x="94622" y="126508"/>
                </a:cubicBezTo>
                <a:cubicBezTo>
                  <a:pt x="94865" y="126720"/>
                  <a:pt x="93984" y="126568"/>
                  <a:pt x="94227" y="126781"/>
                </a:cubicBezTo>
                <a:cubicBezTo>
                  <a:pt x="94592" y="126812"/>
                  <a:pt x="94956" y="126690"/>
                  <a:pt x="95230" y="126447"/>
                </a:cubicBezTo>
                <a:close/>
                <a:moveTo>
                  <a:pt x="101552" y="127055"/>
                </a:moveTo>
                <a:lnTo>
                  <a:pt x="102343" y="127055"/>
                </a:lnTo>
                <a:cubicBezTo>
                  <a:pt x="102525" y="126812"/>
                  <a:pt x="101400" y="126812"/>
                  <a:pt x="101552" y="127055"/>
                </a:cubicBezTo>
                <a:close/>
                <a:moveTo>
                  <a:pt x="102768" y="126447"/>
                </a:moveTo>
                <a:cubicBezTo>
                  <a:pt x="102373" y="126386"/>
                  <a:pt x="101947" y="126447"/>
                  <a:pt x="101583" y="126568"/>
                </a:cubicBezTo>
                <a:cubicBezTo>
                  <a:pt x="101704" y="126568"/>
                  <a:pt x="101826" y="126599"/>
                  <a:pt x="101947" y="126690"/>
                </a:cubicBezTo>
                <a:cubicBezTo>
                  <a:pt x="102464" y="126690"/>
                  <a:pt x="102738" y="126599"/>
                  <a:pt x="102768" y="126447"/>
                </a:cubicBezTo>
                <a:close/>
                <a:moveTo>
                  <a:pt x="113072" y="126872"/>
                </a:moveTo>
                <a:cubicBezTo>
                  <a:pt x="113437" y="127055"/>
                  <a:pt x="113832" y="127207"/>
                  <a:pt x="114227" y="127268"/>
                </a:cubicBezTo>
                <a:cubicBezTo>
                  <a:pt x="114562" y="127024"/>
                  <a:pt x="113680" y="127055"/>
                  <a:pt x="113467" y="127024"/>
                </a:cubicBezTo>
                <a:cubicBezTo>
                  <a:pt x="113376" y="127024"/>
                  <a:pt x="113498" y="126903"/>
                  <a:pt x="113467" y="126903"/>
                </a:cubicBezTo>
                <a:cubicBezTo>
                  <a:pt x="113467" y="126903"/>
                  <a:pt x="113011" y="126812"/>
                  <a:pt x="113072" y="126842"/>
                </a:cubicBezTo>
                <a:cubicBezTo>
                  <a:pt x="112829" y="126781"/>
                  <a:pt x="112555" y="126812"/>
                  <a:pt x="112282" y="126781"/>
                </a:cubicBezTo>
                <a:cubicBezTo>
                  <a:pt x="112069" y="126933"/>
                  <a:pt x="112707" y="126872"/>
                  <a:pt x="113072" y="126872"/>
                </a:cubicBezTo>
                <a:close/>
                <a:moveTo>
                  <a:pt x="111674" y="127085"/>
                </a:moveTo>
                <a:lnTo>
                  <a:pt x="110671" y="127085"/>
                </a:lnTo>
                <a:cubicBezTo>
                  <a:pt x="110367" y="127268"/>
                  <a:pt x="111978" y="127268"/>
                  <a:pt x="111674" y="127085"/>
                </a:cubicBezTo>
                <a:close/>
                <a:moveTo>
                  <a:pt x="109911" y="126660"/>
                </a:moveTo>
                <a:cubicBezTo>
                  <a:pt x="110063" y="126964"/>
                  <a:pt x="110914" y="126690"/>
                  <a:pt x="111279" y="126872"/>
                </a:cubicBezTo>
                <a:cubicBezTo>
                  <a:pt x="111218" y="126751"/>
                  <a:pt x="111856" y="126812"/>
                  <a:pt x="111887" y="126690"/>
                </a:cubicBezTo>
                <a:cubicBezTo>
                  <a:pt x="111127" y="126599"/>
                  <a:pt x="110793" y="126720"/>
                  <a:pt x="109911" y="126660"/>
                </a:cubicBezTo>
                <a:close/>
                <a:moveTo>
                  <a:pt x="108270" y="127207"/>
                </a:moveTo>
                <a:cubicBezTo>
                  <a:pt x="108786" y="127298"/>
                  <a:pt x="108847" y="127116"/>
                  <a:pt x="109273" y="127085"/>
                </a:cubicBezTo>
                <a:cubicBezTo>
                  <a:pt x="109485" y="127085"/>
                  <a:pt x="110337" y="127298"/>
                  <a:pt x="110276" y="127024"/>
                </a:cubicBezTo>
                <a:cubicBezTo>
                  <a:pt x="109911" y="126933"/>
                  <a:pt x="108270" y="126994"/>
                  <a:pt x="108300" y="127207"/>
                </a:cubicBezTo>
                <a:close/>
                <a:moveTo>
                  <a:pt x="105109" y="127116"/>
                </a:moveTo>
                <a:cubicBezTo>
                  <a:pt x="105595" y="127085"/>
                  <a:pt x="106142" y="127055"/>
                  <a:pt x="106112" y="126842"/>
                </a:cubicBezTo>
                <a:cubicBezTo>
                  <a:pt x="105656" y="126903"/>
                  <a:pt x="105109" y="126903"/>
                  <a:pt x="105109" y="127116"/>
                </a:cubicBezTo>
                <a:close/>
                <a:moveTo>
                  <a:pt x="125443" y="124988"/>
                </a:moveTo>
                <a:cubicBezTo>
                  <a:pt x="125352" y="124897"/>
                  <a:pt x="125382" y="124745"/>
                  <a:pt x="124866" y="124775"/>
                </a:cubicBezTo>
                <a:cubicBezTo>
                  <a:pt x="124501" y="124897"/>
                  <a:pt x="124410" y="124958"/>
                  <a:pt x="124653" y="125140"/>
                </a:cubicBezTo>
                <a:cubicBezTo>
                  <a:pt x="125200" y="125170"/>
                  <a:pt x="125048" y="125018"/>
                  <a:pt x="125443" y="124988"/>
                </a:cubicBezTo>
                <a:close/>
                <a:moveTo>
                  <a:pt x="128240" y="124593"/>
                </a:moveTo>
                <a:cubicBezTo>
                  <a:pt x="128088" y="124593"/>
                  <a:pt x="127966" y="124562"/>
                  <a:pt x="127844" y="124471"/>
                </a:cubicBezTo>
                <a:cubicBezTo>
                  <a:pt x="128057" y="124471"/>
                  <a:pt x="128361" y="124441"/>
                  <a:pt x="128057" y="124410"/>
                </a:cubicBezTo>
                <a:cubicBezTo>
                  <a:pt x="127601" y="124562"/>
                  <a:pt x="127358" y="124350"/>
                  <a:pt x="126659" y="124410"/>
                </a:cubicBezTo>
                <a:cubicBezTo>
                  <a:pt x="126568" y="124684"/>
                  <a:pt x="127389" y="124562"/>
                  <a:pt x="127844" y="124532"/>
                </a:cubicBezTo>
                <a:cubicBezTo>
                  <a:pt x="127784" y="124623"/>
                  <a:pt x="128088" y="124714"/>
                  <a:pt x="128240" y="124593"/>
                </a:cubicBezTo>
                <a:close/>
                <a:moveTo>
                  <a:pt x="6718" y="123407"/>
                </a:moveTo>
                <a:cubicBezTo>
                  <a:pt x="6383" y="122009"/>
                  <a:pt x="6201" y="121888"/>
                  <a:pt x="5806" y="120611"/>
                </a:cubicBezTo>
                <a:cubicBezTo>
                  <a:pt x="5745" y="120185"/>
                  <a:pt x="5715" y="119790"/>
                  <a:pt x="5715" y="119456"/>
                </a:cubicBezTo>
                <a:lnTo>
                  <a:pt x="5684" y="118970"/>
                </a:lnTo>
                <a:cubicBezTo>
                  <a:pt x="5684" y="118787"/>
                  <a:pt x="5715" y="118726"/>
                  <a:pt x="5715" y="118605"/>
                </a:cubicBezTo>
                <a:cubicBezTo>
                  <a:pt x="5958" y="118970"/>
                  <a:pt x="6110" y="119334"/>
                  <a:pt x="6231" y="119760"/>
                </a:cubicBezTo>
                <a:cubicBezTo>
                  <a:pt x="6383" y="120307"/>
                  <a:pt x="6566" y="120854"/>
                  <a:pt x="6748" y="121432"/>
                </a:cubicBezTo>
                <a:cubicBezTo>
                  <a:pt x="6414" y="120854"/>
                  <a:pt x="6201" y="120216"/>
                  <a:pt x="6079" y="119577"/>
                </a:cubicBezTo>
                <a:cubicBezTo>
                  <a:pt x="5897" y="119547"/>
                  <a:pt x="5958" y="120033"/>
                  <a:pt x="6170" y="120763"/>
                </a:cubicBezTo>
                <a:cubicBezTo>
                  <a:pt x="6322" y="120824"/>
                  <a:pt x="6687" y="121614"/>
                  <a:pt x="6961" y="122435"/>
                </a:cubicBezTo>
                <a:cubicBezTo>
                  <a:pt x="7234" y="123255"/>
                  <a:pt x="7417" y="124167"/>
                  <a:pt x="7265" y="124623"/>
                </a:cubicBezTo>
                <a:cubicBezTo>
                  <a:pt x="7113" y="123924"/>
                  <a:pt x="7143" y="123681"/>
                  <a:pt x="6930" y="123225"/>
                </a:cubicBezTo>
                <a:cubicBezTo>
                  <a:pt x="6961" y="123772"/>
                  <a:pt x="7052" y="124319"/>
                  <a:pt x="7204" y="124836"/>
                </a:cubicBezTo>
                <a:cubicBezTo>
                  <a:pt x="8298" y="124836"/>
                  <a:pt x="9484" y="124714"/>
                  <a:pt x="9970" y="124866"/>
                </a:cubicBezTo>
                <a:lnTo>
                  <a:pt x="10092" y="124623"/>
                </a:lnTo>
                <a:cubicBezTo>
                  <a:pt x="9058" y="124593"/>
                  <a:pt x="8693" y="124714"/>
                  <a:pt x="7781" y="124684"/>
                </a:cubicBezTo>
                <a:cubicBezTo>
                  <a:pt x="7538" y="124319"/>
                  <a:pt x="10608" y="124380"/>
                  <a:pt x="10699" y="124562"/>
                </a:cubicBezTo>
                <a:cubicBezTo>
                  <a:pt x="11429" y="124502"/>
                  <a:pt x="12189" y="124502"/>
                  <a:pt x="12949" y="124562"/>
                </a:cubicBezTo>
                <a:cubicBezTo>
                  <a:pt x="12675" y="124684"/>
                  <a:pt x="11885" y="124684"/>
                  <a:pt x="11733" y="124806"/>
                </a:cubicBezTo>
                <a:cubicBezTo>
                  <a:pt x="11216" y="124806"/>
                  <a:pt x="11611" y="124623"/>
                  <a:pt x="10943" y="124623"/>
                </a:cubicBezTo>
                <a:cubicBezTo>
                  <a:pt x="10547" y="124623"/>
                  <a:pt x="10760" y="124806"/>
                  <a:pt x="10304" y="124806"/>
                </a:cubicBezTo>
                <a:cubicBezTo>
                  <a:pt x="10335" y="124897"/>
                  <a:pt x="11003" y="124866"/>
                  <a:pt x="11429" y="124866"/>
                </a:cubicBezTo>
                <a:cubicBezTo>
                  <a:pt x="11003" y="125140"/>
                  <a:pt x="9666" y="125170"/>
                  <a:pt x="8602" y="125170"/>
                </a:cubicBezTo>
                <a:cubicBezTo>
                  <a:pt x="8085" y="125170"/>
                  <a:pt x="7538" y="125140"/>
                  <a:pt x="7022" y="125079"/>
                </a:cubicBezTo>
                <a:cubicBezTo>
                  <a:pt x="6930" y="124502"/>
                  <a:pt x="6870" y="123924"/>
                  <a:pt x="6718" y="123407"/>
                </a:cubicBezTo>
                <a:close/>
                <a:moveTo>
                  <a:pt x="6110" y="124289"/>
                </a:moveTo>
                <a:lnTo>
                  <a:pt x="5867" y="123347"/>
                </a:lnTo>
                <a:cubicBezTo>
                  <a:pt x="6170" y="124015"/>
                  <a:pt x="5867" y="122799"/>
                  <a:pt x="6079" y="122830"/>
                </a:cubicBezTo>
                <a:cubicBezTo>
                  <a:pt x="6322" y="123802"/>
                  <a:pt x="6201" y="123985"/>
                  <a:pt x="6110" y="124289"/>
                </a:cubicBezTo>
                <a:close/>
                <a:moveTo>
                  <a:pt x="10608" y="125444"/>
                </a:moveTo>
                <a:cubicBezTo>
                  <a:pt x="11824" y="125474"/>
                  <a:pt x="11733" y="125444"/>
                  <a:pt x="12493" y="125505"/>
                </a:cubicBezTo>
                <a:cubicBezTo>
                  <a:pt x="12493" y="125596"/>
                  <a:pt x="10092" y="125626"/>
                  <a:pt x="10639" y="125444"/>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4"/>
          <p:cNvSpPr/>
          <p:nvPr/>
        </p:nvSpPr>
        <p:spPr>
          <a:xfrm flipH="1">
            <a:off x="-1996" y="2113483"/>
            <a:ext cx="3398530" cy="3021763"/>
          </a:xfrm>
          <a:custGeom>
            <a:rect b="b" l="l" r="r" t="t"/>
            <a:pathLst>
              <a:path extrusionOk="0" h="118780" w="133590">
                <a:moveTo>
                  <a:pt x="126447" y="1"/>
                </a:moveTo>
                <a:cubicBezTo>
                  <a:pt x="115170" y="92"/>
                  <a:pt x="103924" y="913"/>
                  <a:pt x="92768" y="2463"/>
                </a:cubicBezTo>
                <a:cubicBezTo>
                  <a:pt x="90610" y="2767"/>
                  <a:pt x="88391" y="3101"/>
                  <a:pt x="86507" y="4165"/>
                </a:cubicBezTo>
                <a:cubicBezTo>
                  <a:pt x="84318" y="5381"/>
                  <a:pt x="82738" y="7448"/>
                  <a:pt x="81279" y="9454"/>
                </a:cubicBezTo>
                <a:cubicBezTo>
                  <a:pt x="76872" y="15381"/>
                  <a:pt x="72464" y="21338"/>
                  <a:pt x="68057" y="27266"/>
                </a:cubicBezTo>
                <a:cubicBezTo>
                  <a:pt x="64926" y="31491"/>
                  <a:pt x="61704" y="35928"/>
                  <a:pt x="60823" y="41065"/>
                </a:cubicBezTo>
                <a:cubicBezTo>
                  <a:pt x="48178" y="45503"/>
                  <a:pt x="35746" y="50427"/>
                  <a:pt x="23527" y="55807"/>
                </a:cubicBezTo>
                <a:cubicBezTo>
                  <a:pt x="21855" y="56537"/>
                  <a:pt x="20153" y="57327"/>
                  <a:pt x="18876" y="58603"/>
                </a:cubicBezTo>
                <a:cubicBezTo>
                  <a:pt x="18056" y="59576"/>
                  <a:pt x="17326" y="60640"/>
                  <a:pt x="16779" y="61795"/>
                </a:cubicBezTo>
                <a:lnTo>
                  <a:pt x="3739" y="86385"/>
                </a:lnTo>
                <a:cubicBezTo>
                  <a:pt x="2341" y="88999"/>
                  <a:pt x="913" y="91674"/>
                  <a:pt x="487" y="94592"/>
                </a:cubicBezTo>
                <a:cubicBezTo>
                  <a:pt x="1" y="97844"/>
                  <a:pt x="791" y="101157"/>
                  <a:pt x="1551" y="104379"/>
                </a:cubicBezTo>
                <a:cubicBezTo>
                  <a:pt x="2706" y="109151"/>
                  <a:pt x="3831" y="113954"/>
                  <a:pt x="4986" y="118756"/>
                </a:cubicBezTo>
                <a:cubicBezTo>
                  <a:pt x="8404" y="118752"/>
                  <a:pt x="11824" y="118750"/>
                  <a:pt x="15244" y="118750"/>
                </a:cubicBezTo>
                <a:cubicBezTo>
                  <a:pt x="28721" y="118750"/>
                  <a:pt x="42211" y="118780"/>
                  <a:pt x="55705" y="118780"/>
                </a:cubicBezTo>
                <a:cubicBezTo>
                  <a:pt x="81505" y="118780"/>
                  <a:pt x="107317" y="118670"/>
                  <a:pt x="133073" y="118027"/>
                </a:cubicBezTo>
                <a:cubicBezTo>
                  <a:pt x="129730" y="114288"/>
                  <a:pt x="130490" y="107145"/>
                  <a:pt x="130672" y="102191"/>
                </a:cubicBezTo>
                <a:cubicBezTo>
                  <a:pt x="131675" y="74105"/>
                  <a:pt x="132587" y="46749"/>
                  <a:pt x="133590" y="18664"/>
                </a:cubicBezTo>
                <a:cubicBezTo>
                  <a:pt x="129669" y="12980"/>
                  <a:pt x="127055" y="6809"/>
                  <a:pt x="126447"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seño personalizado 1">
  <p:cSld name="CUSTOM_1">
    <p:spTree>
      <p:nvGrpSpPr>
        <p:cNvPr id="919" name="Shape 919"/>
        <p:cNvGrpSpPr/>
        <p:nvPr/>
      </p:nvGrpSpPr>
      <p:grpSpPr>
        <a:xfrm>
          <a:off x="0" y="0"/>
          <a:ext cx="0" cy="0"/>
          <a:chOff x="0" y="0"/>
          <a:chExt cx="0" cy="0"/>
        </a:xfrm>
      </p:grpSpPr>
      <p:sp>
        <p:nvSpPr>
          <p:cNvPr id="920" name="Google Shape;920;p25"/>
          <p:cNvSpPr/>
          <p:nvPr/>
        </p:nvSpPr>
        <p:spPr>
          <a:xfrm>
            <a:off x="3339095" y="2298375"/>
            <a:ext cx="2465810" cy="902025"/>
          </a:xfrm>
          <a:custGeom>
            <a:rect b="b" l="l" r="r" t="t"/>
            <a:pathLst>
              <a:path extrusionOk="0" h="36081" w="127845">
                <a:moveTo>
                  <a:pt x="38967" y="1064"/>
                </a:moveTo>
                <a:cubicBezTo>
                  <a:pt x="39119" y="1125"/>
                  <a:pt x="39241" y="1216"/>
                  <a:pt x="39393" y="1308"/>
                </a:cubicBezTo>
                <a:cubicBezTo>
                  <a:pt x="39271" y="1247"/>
                  <a:pt x="39119" y="1156"/>
                  <a:pt x="38967" y="1064"/>
                </a:cubicBezTo>
                <a:close/>
                <a:moveTo>
                  <a:pt x="45502" y="3527"/>
                </a:moveTo>
                <a:cubicBezTo>
                  <a:pt x="45502" y="3587"/>
                  <a:pt x="45502" y="3648"/>
                  <a:pt x="45533" y="3739"/>
                </a:cubicBezTo>
                <a:lnTo>
                  <a:pt x="45502" y="3739"/>
                </a:lnTo>
                <a:cubicBezTo>
                  <a:pt x="45502" y="3679"/>
                  <a:pt x="45502" y="3587"/>
                  <a:pt x="45502" y="3527"/>
                </a:cubicBezTo>
                <a:close/>
                <a:moveTo>
                  <a:pt x="87783" y="6232"/>
                </a:moveTo>
                <a:cubicBezTo>
                  <a:pt x="87874" y="6262"/>
                  <a:pt x="87965" y="6293"/>
                  <a:pt x="88056" y="6353"/>
                </a:cubicBezTo>
                <a:lnTo>
                  <a:pt x="87509" y="6353"/>
                </a:lnTo>
                <a:lnTo>
                  <a:pt x="87783" y="6232"/>
                </a:lnTo>
                <a:close/>
                <a:moveTo>
                  <a:pt x="98359" y="6598"/>
                </a:moveTo>
                <a:lnTo>
                  <a:pt x="98359" y="6598"/>
                </a:lnTo>
                <a:cubicBezTo>
                  <a:pt x="98299" y="6658"/>
                  <a:pt x="98269" y="6719"/>
                  <a:pt x="98239" y="6779"/>
                </a:cubicBezTo>
                <a:lnTo>
                  <a:pt x="98209" y="6779"/>
                </a:lnTo>
                <a:cubicBezTo>
                  <a:pt x="98269" y="6719"/>
                  <a:pt x="98299" y="6658"/>
                  <a:pt x="98359" y="6598"/>
                </a:cubicBezTo>
                <a:close/>
                <a:moveTo>
                  <a:pt x="115625" y="6718"/>
                </a:moveTo>
                <a:lnTo>
                  <a:pt x="115625" y="6900"/>
                </a:lnTo>
                <a:cubicBezTo>
                  <a:pt x="115595" y="6840"/>
                  <a:pt x="115625" y="6779"/>
                  <a:pt x="115625" y="6718"/>
                </a:cubicBezTo>
                <a:close/>
                <a:moveTo>
                  <a:pt x="106081" y="9879"/>
                </a:moveTo>
                <a:lnTo>
                  <a:pt x="106081" y="9879"/>
                </a:lnTo>
                <a:cubicBezTo>
                  <a:pt x="106172" y="9910"/>
                  <a:pt x="106263" y="9940"/>
                  <a:pt x="106385" y="9940"/>
                </a:cubicBezTo>
                <a:cubicBezTo>
                  <a:pt x="106263" y="9940"/>
                  <a:pt x="106172" y="9940"/>
                  <a:pt x="106081" y="9879"/>
                </a:cubicBezTo>
                <a:close/>
                <a:moveTo>
                  <a:pt x="31703" y="28542"/>
                </a:moveTo>
                <a:cubicBezTo>
                  <a:pt x="31703" y="28633"/>
                  <a:pt x="31672" y="28725"/>
                  <a:pt x="31672" y="28785"/>
                </a:cubicBezTo>
                <a:cubicBezTo>
                  <a:pt x="31672" y="28725"/>
                  <a:pt x="31672" y="28633"/>
                  <a:pt x="31703" y="28542"/>
                </a:cubicBezTo>
                <a:close/>
                <a:moveTo>
                  <a:pt x="70610" y="32829"/>
                </a:moveTo>
                <a:lnTo>
                  <a:pt x="70610" y="32829"/>
                </a:lnTo>
                <a:cubicBezTo>
                  <a:pt x="70640" y="32859"/>
                  <a:pt x="70671" y="32889"/>
                  <a:pt x="70731" y="32889"/>
                </a:cubicBezTo>
                <a:lnTo>
                  <a:pt x="70731" y="32919"/>
                </a:lnTo>
                <a:cubicBezTo>
                  <a:pt x="70671" y="32889"/>
                  <a:pt x="70640" y="32859"/>
                  <a:pt x="70610" y="32829"/>
                </a:cubicBezTo>
                <a:close/>
                <a:moveTo>
                  <a:pt x="64986" y="32858"/>
                </a:moveTo>
                <a:lnTo>
                  <a:pt x="64986" y="32858"/>
                </a:lnTo>
                <a:cubicBezTo>
                  <a:pt x="64864" y="32889"/>
                  <a:pt x="64712" y="32919"/>
                  <a:pt x="64591" y="32950"/>
                </a:cubicBezTo>
                <a:cubicBezTo>
                  <a:pt x="64712" y="32919"/>
                  <a:pt x="64834" y="32889"/>
                  <a:pt x="64986" y="32858"/>
                </a:cubicBezTo>
                <a:close/>
                <a:moveTo>
                  <a:pt x="47868" y="33130"/>
                </a:moveTo>
                <a:cubicBezTo>
                  <a:pt x="47879" y="33131"/>
                  <a:pt x="47891" y="33132"/>
                  <a:pt x="47904" y="33132"/>
                </a:cubicBezTo>
                <a:lnTo>
                  <a:pt x="47873" y="33132"/>
                </a:lnTo>
                <a:cubicBezTo>
                  <a:pt x="47871" y="33131"/>
                  <a:pt x="47870" y="33131"/>
                  <a:pt x="47868" y="33130"/>
                </a:cubicBezTo>
                <a:close/>
                <a:moveTo>
                  <a:pt x="22536" y="0"/>
                </a:moveTo>
                <a:cubicBezTo>
                  <a:pt x="22398" y="0"/>
                  <a:pt x="22256" y="99"/>
                  <a:pt x="22098" y="305"/>
                </a:cubicBezTo>
                <a:cubicBezTo>
                  <a:pt x="22007" y="396"/>
                  <a:pt x="21915" y="487"/>
                  <a:pt x="21794" y="548"/>
                </a:cubicBezTo>
                <a:lnTo>
                  <a:pt x="20791" y="700"/>
                </a:lnTo>
                <a:lnTo>
                  <a:pt x="20487" y="700"/>
                </a:lnTo>
                <a:cubicBezTo>
                  <a:pt x="20275" y="676"/>
                  <a:pt x="20063" y="580"/>
                  <a:pt x="19865" y="580"/>
                </a:cubicBezTo>
                <a:cubicBezTo>
                  <a:pt x="19808" y="580"/>
                  <a:pt x="19751" y="588"/>
                  <a:pt x="19696" y="609"/>
                </a:cubicBezTo>
                <a:cubicBezTo>
                  <a:pt x="19598" y="665"/>
                  <a:pt x="19492" y="689"/>
                  <a:pt x="19386" y="689"/>
                </a:cubicBezTo>
                <a:cubicBezTo>
                  <a:pt x="19264" y="689"/>
                  <a:pt x="19142" y="657"/>
                  <a:pt x="19028" y="609"/>
                </a:cubicBezTo>
                <a:cubicBezTo>
                  <a:pt x="18845" y="517"/>
                  <a:pt x="18663" y="457"/>
                  <a:pt x="18450" y="365"/>
                </a:cubicBezTo>
                <a:cubicBezTo>
                  <a:pt x="18380" y="326"/>
                  <a:pt x="18318" y="307"/>
                  <a:pt x="18263" y="307"/>
                </a:cubicBezTo>
                <a:cubicBezTo>
                  <a:pt x="18105" y="307"/>
                  <a:pt x="18009" y="467"/>
                  <a:pt x="17964" y="761"/>
                </a:cubicBezTo>
                <a:lnTo>
                  <a:pt x="17143" y="882"/>
                </a:lnTo>
                <a:cubicBezTo>
                  <a:pt x="16809" y="913"/>
                  <a:pt x="16474" y="1004"/>
                  <a:pt x="16140" y="1034"/>
                </a:cubicBezTo>
                <a:cubicBezTo>
                  <a:pt x="14803" y="1095"/>
                  <a:pt x="13526" y="1399"/>
                  <a:pt x="12341" y="1916"/>
                </a:cubicBezTo>
                <a:lnTo>
                  <a:pt x="12067" y="1520"/>
                </a:lnTo>
                <a:cubicBezTo>
                  <a:pt x="12037" y="1551"/>
                  <a:pt x="12006" y="1551"/>
                  <a:pt x="11976" y="1581"/>
                </a:cubicBezTo>
                <a:lnTo>
                  <a:pt x="11702" y="1733"/>
                </a:lnTo>
                <a:cubicBezTo>
                  <a:pt x="11672" y="1612"/>
                  <a:pt x="11672" y="1460"/>
                  <a:pt x="11642" y="1338"/>
                </a:cubicBezTo>
                <a:cubicBezTo>
                  <a:pt x="11672" y="1186"/>
                  <a:pt x="11672" y="1064"/>
                  <a:pt x="11702" y="913"/>
                </a:cubicBezTo>
                <a:lnTo>
                  <a:pt x="11642" y="882"/>
                </a:lnTo>
                <a:lnTo>
                  <a:pt x="11429" y="1277"/>
                </a:lnTo>
                <a:cubicBezTo>
                  <a:pt x="11338" y="1460"/>
                  <a:pt x="11186" y="1794"/>
                  <a:pt x="11155" y="1794"/>
                </a:cubicBezTo>
                <a:cubicBezTo>
                  <a:pt x="11085" y="1752"/>
                  <a:pt x="11017" y="1734"/>
                  <a:pt x="10952" y="1734"/>
                </a:cubicBezTo>
                <a:cubicBezTo>
                  <a:pt x="10738" y="1734"/>
                  <a:pt x="10552" y="1928"/>
                  <a:pt x="10365" y="2068"/>
                </a:cubicBezTo>
                <a:cubicBezTo>
                  <a:pt x="10346" y="2067"/>
                  <a:pt x="10326" y="2067"/>
                  <a:pt x="10307" y="2067"/>
                </a:cubicBezTo>
                <a:cubicBezTo>
                  <a:pt x="8998" y="2067"/>
                  <a:pt x="7977" y="3081"/>
                  <a:pt x="6839" y="3800"/>
                </a:cubicBezTo>
                <a:lnTo>
                  <a:pt x="6778" y="3800"/>
                </a:lnTo>
                <a:cubicBezTo>
                  <a:pt x="6687" y="3648"/>
                  <a:pt x="6596" y="3527"/>
                  <a:pt x="6505" y="3375"/>
                </a:cubicBezTo>
                <a:cubicBezTo>
                  <a:pt x="6444" y="3223"/>
                  <a:pt x="6383" y="3131"/>
                  <a:pt x="6322" y="3010"/>
                </a:cubicBezTo>
                <a:cubicBezTo>
                  <a:pt x="6231" y="3101"/>
                  <a:pt x="6140" y="3223"/>
                  <a:pt x="6049" y="3344"/>
                </a:cubicBezTo>
                <a:cubicBezTo>
                  <a:pt x="5988" y="3496"/>
                  <a:pt x="5897" y="3618"/>
                  <a:pt x="5806" y="3739"/>
                </a:cubicBezTo>
                <a:cubicBezTo>
                  <a:pt x="5768" y="3777"/>
                  <a:pt x="5719" y="3803"/>
                  <a:pt x="5665" y="3803"/>
                </a:cubicBezTo>
                <a:cubicBezTo>
                  <a:pt x="5632" y="3803"/>
                  <a:pt x="5597" y="3793"/>
                  <a:pt x="5562" y="3770"/>
                </a:cubicBezTo>
                <a:cubicBezTo>
                  <a:pt x="5532" y="3770"/>
                  <a:pt x="5532" y="3618"/>
                  <a:pt x="5562" y="3496"/>
                </a:cubicBezTo>
                <a:cubicBezTo>
                  <a:pt x="5593" y="3405"/>
                  <a:pt x="5623" y="3344"/>
                  <a:pt x="5654" y="3253"/>
                </a:cubicBezTo>
                <a:cubicBezTo>
                  <a:pt x="5684" y="3040"/>
                  <a:pt x="5988" y="2736"/>
                  <a:pt x="5684" y="2615"/>
                </a:cubicBezTo>
                <a:cubicBezTo>
                  <a:pt x="5645" y="2599"/>
                  <a:pt x="5611" y="2592"/>
                  <a:pt x="5581" y="2592"/>
                </a:cubicBezTo>
                <a:cubicBezTo>
                  <a:pt x="5379" y="2592"/>
                  <a:pt x="5368" y="2916"/>
                  <a:pt x="5289" y="3101"/>
                </a:cubicBezTo>
                <a:cubicBezTo>
                  <a:pt x="5188" y="3429"/>
                  <a:pt x="5045" y="3610"/>
                  <a:pt x="4791" y="3610"/>
                </a:cubicBezTo>
                <a:cubicBezTo>
                  <a:pt x="4739" y="3610"/>
                  <a:pt x="4682" y="3603"/>
                  <a:pt x="4620" y="3587"/>
                </a:cubicBezTo>
                <a:cubicBezTo>
                  <a:pt x="4597" y="3576"/>
                  <a:pt x="4573" y="3571"/>
                  <a:pt x="4547" y="3571"/>
                </a:cubicBezTo>
                <a:cubicBezTo>
                  <a:pt x="4441" y="3571"/>
                  <a:pt x="4318" y="3660"/>
                  <a:pt x="4195" y="3709"/>
                </a:cubicBezTo>
                <a:cubicBezTo>
                  <a:pt x="4103" y="3709"/>
                  <a:pt x="4012" y="3770"/>
                  <a:pt x="3921" y="3800"/>
                </a:cubicBezTo>
                <a:lnTo>
                  <a:pt x="2644" y="4043"/>
                </a:lnTo>
                <a:lnTo>
                  <a:pt x="2097" y="4256"/>
                </a:lnTo>
                <a:cubicBezTo>
                  <a:pt x="2037" y="4286"/>
                  <a:pt x="1945" y="4317"/>
                  <a:pt x="1885" y="4378"/>
                </a:cubicBezTo>
                <a:lnTo>
                  <a:pt x="1793" y="4438"/>
                </a:lnTo>
                <a:lnTo>
                  <a:pt x="365" y="6171"/>
                </a:lnTo>
                <a:cubicBezTo>
                  <a:pt x="122" y="6445"/>
                  <a:pt x="0" y="6809"/>
                  <a:pt x="61" y="7174"/>
                </a:cubicBezTo>
                <a:cubicBezTo>
                  <a:pt x="122" y="7812"/>
                  <a:pt x="61" y="8481"/>
                  <a:pt x="61" y="9119"/>
                </a:cubicBezTo>
                <a:cubicBezTo>
                  <a:pt x="61" y="9271"/>
                  <a:pt x="91" y="9423"/>
                  <a:pt x="152" y="9575"/>
                </a:cubicBezTo>
                <a:cubicBezTo>
                  <a:pt x="426" y="10031"/>
                  <a:pt x="730" y="10396"/>
                  <a:pt x="730" y="11004"/>
                </a:cubicBezTo>
                <a:cubicBezTo>
                  <a:pt x="760" y="11095"/>
                  <a:pt x="790" y="11186"/>
                  <a:pt x="851" y="11247"/>
                </a:cubicBezTo>
                <a:cubicBezTo>
                  <a:pt x="1064" y="11642"/>
                  <a:pt x="1277" y="12068"/>
                  <a:pt x="1520" y="12463"/>
                </a:cubicBezTo>
                <a:cubicBezTo>
                  <a:pt x="1611" y="12706"/>
                  <a:pt x="1793" y="12888"/>
                  <a:pt x="1976" y="13040"/>
                </a:cubicBezTo>
                <a:cubicBezTo>
                  <a:pt x="2462" y="13314"/>
                  <a:pt x="2766" y="13831"/>
                  <a:pt x="2766" y="14378"/>
                </a:cubicBezTo>
                <a:cubicBezTo>
                  <a:pt x="2857" y="14499"/>
                  <a:pt x="2948" y="14651"/>
                  <a:pt x="3040" y="14773"/>
                </a:cubicBezTo>
                <a:cubicBezTo>
                  <a:pt x="3617" y="15411"/>
                  <a:pt x="3617" y="15411"/>
                  <a:pt x="3344" y="16293"/>
                </a:cubicBezTo>
                <a:cubicBezTo>
                  <a:pt x="3344" y="16293"/>
                  <a:pt x="3344" y="16323"/>
                  <a:pt x="3374" y="16414"/>
                </a:cubicBezTo>
                <a:lnTo>
                  <a:pt x="3739" y="16353"/>
                </a:lnTo>
                <a:lnTo>
                  <a:pt x="3860" y="16202"/>
                </a:lnTo>
                <a:cubicBezTo>
                  <a:pt x="3982" y="16232"/>
                  <a:pt x="4134" y="16232"/>
                  <a:pt x="4225" y="16323"/>
                </a:cubicBezTo>
                <a:cubicBezTo>
                  <a:pt x="4438" y="16597"/>
                  <a:pt x="4651" y="16870"/>
                  <a:pt x="4863" y="17144"/>
                </a:cubicBezTo>
                <a:cubicBezTo>
                  <a:pt x="4772" y="18360"/>
                  <a:pt x="4681" y="19606"/>
                  <a:pt x="4590" y="20822"/>
                </a:cubicBezTo>
                <a:cubicBezTo>
                  <a:pt x="4529" y="21582"/>
                  <a:pt x="4499" y="22493"/>
                  <a:pt x="5076" y="23010"/>
                </a:cubicBezTo>
                <a:cubicBezTo>
                  <a:pt x="5532" y="23436"/>
                  <a:pt x="6201" y="23466"/>
                  <a:pt x="6839" y="23466"/>
                </a:cubicBezTo>
                <a:lnTo>
                  <a:pt x="26019" y="23648"/>
                </a:lnTo>
                <a:cubicBezTo>
                  <a:pt x="26414" y="23831"/>
                  <a:pt x="26839" y="23922"/>
                  <a:pt x="27265" y="23922"/>
                </a:cubicBezTo>
                <a:lnTo>
                  <a:pt x="27812" y="23800"/>
                </a:lnTo>
                <a:cubicBezTo>
                  <a:pt x="27812" y="23831"/>
                  <a:pt x="27842" y="23892"/>
                  <a:pt x="27842" y="23922"/>
                </a:cubicBezTo>
                <a:cubicBezTo>
                  <a:pt x="27903" y="24287"/>
                  <a:pt x="27934" y="24682"/>
                  <a:pt x="27934" y="25047"/>
                </a:cubicBezTo>
                <a:cubicBezTo>
                  <a:pt x="27934" y="25503"/>
                  <a:pt x="27934" y="25959"/>
                  <a:pt x="27903" y="26414"/>
                </a:cubicBezTo>
                <a:cubicBezTo>
                  <a:pt x="27842" y="26779"/>
                  <a:pt x="27751" y="27114"/>
                  <a:pt x="27660" y="27418"/>
                </a:cubicBezTo>
                <a:cubicBezTo>
                  <a:pt x="27812" y="27387"/>
                  <a:pt x="27934" y="27326"/>
                  <a:pt x="28055" y="27235"/>
                </a:cubicBezTo>
                <a:cubicBezTo>
                  <a:pt x="28177" y="27144"/>
                  <a:pt x="28268" y="27022"/>
                  <a:pt x="28359" y="26901"/>
                </a:cubicBezTo>
                <a:lnTo>
                  <a:pt x="28359" y="26992"/>
                </a:lnTo>
                <a:cubicBezTo>
                  <a:pt x="28359" y="27114"/>
                  <a:pt x="28359" y="27266"/>
                  <a:pt x="28329" y="27387"/>
                </a:cubicBezTo>
                <a:cubicBezTo>
                  <a:pt x="28177" y="27752"/>
                  <a:pt x="28268" y="28177"/>
                  <a:pt x="28511" y="28512"/>
                </a:cubicBezTo>
                <a:cubicBezTo>
                  <a:pt x="28690" y="28461"/>
                  <a:pt x="28825" y="28346"/>
                  <a:pt x="28954" y="28346"/>
                </a:cubicBezTo>
                <a:cubicBezTo>
                  <a:pt x="28979" y="28346"/>
                  <a:pt x="29003" y="28350"/>
                  <a:pt x="29028" y="28360"/>
                </a:cubicBezTo>
                <a:cubicBezTo>
                  <a:pt x="29362" y="28481"/>
                  <a:pt x="29666" y="28664"/>
                  <a:pt x="29970" y="28846"/>
                </a:cubicBezTo>
                <a:cubicBezTo>
                  <a:pt x="30086" y="28482"/>
                  <a:pt x="30184" y="28307"/>
                  <a:pt x="30308" y="28307"/>
                </a:cubicBezTo>
                <a:cubicBezTo>
                  <a:pt x="30412" y="28307"/>
                  <a:pt x="30534" y="28429"/>
                  <a:pt x="30700" y="28664"/>
                </a:cubicBezTo>
                <a:cubicBezTo>
                  <a:pt x="30852" y="28877"/>
                  <a:pt x="31064" y="29059"/>
                  <a:pt x="31247" y="29241"/>
                </a:cubicBezTo>
                <a:lnTo>
                  <a:pt x="31338" y="29180"/>
                </a:lnTo>
                <a:cubicBezTo>
                  <a:pt x="31338" y="29484"/>
                  <a:pt x="31338" y="29758"/>
                  <a:pt x="31368" y="30092"/>
                </a:cubicBezTo>
                <a:lnTo>
                  <a:pt x="31703" y="30457"/>
                </a:lnTo>
                <a:lnTo>
                  <a:pt x="32159" y="30974"/>
                </a:lnTo>
                <a:cubicBezTo>
                  <a:pt x="32159" y="30791"/>
                  <a:pt x="32159" y="30670"/>
                  <a:pt x="32128" y="30427"/>
                </a:cubicBezTo>
                <a:lnTo>
                  <a:pt x="32128" y="30427"/>
                </a:lnTo>
                <a:cubicBezTo>
                  <a:pt x="32250" y="30518"/>
                  <a:pt x="32371" y="30639"/>
                  <a:pt x="32463" y="30761"/>
                </a:cubicBezTo>
                <a:cubicBezTo>
                  <a:pt x="32645" y="31126"/>
                  <a:pt x="32827" y="31491"/>
                  <a:pt x="33010" y="31855"/>
                </a:cubicBezTo>
                <a:lnTo>
                  <a:pt x="33405" y="32007"/>
                </a:lnTo>
                <a:cubicBezTo>
                  <a:pt x="33405" y="32098"/>
                  <a:pt x="33375" y="32220"/>
                  <a:pt x="33375" y="32311"/>
                </a:cubicBezTo>
                <a:cubicBezTo>
                  <a:pt x="33255" y="32788"/>
                  <a:pt x="33604" y="33528"/>
                  <a:pt x="33990" y="33528"/>
                </a:cubicBezTo>
                <a:cubicBezTo>
                  <a:pt x="33997" y="33528"/>
                  <a:pt x="34005" y="33528"/>
                  <a:pt x="34013" y="33527"/>
                </a:cubicBezTo>
                <a:cubicBezTo>
                  <a:pt x="34039" y="33524"/>
                  <a:pt x="34065" y="33523"/>
                  <a:pt x="34091" y="33523"/>
                </a:cubicBezTo>
                <a:cubicBezTo>
                  <a:pt x="34368" y="33523"/>
                  <a:pt x="34639" y="33667"/>
                  <a:pt x="34834" y="33861"/>
                </a:cubicBezTo>
                <a:cubicBezTo>
                  <a:pt x="35046" y="33983"/>
                  <a:pt x="35168" y="34226"/>
                  <a:pt x="35137" y="34469"/>
                </a:cubicBezTo>
                <a:lnTo>
                  <a:pt x="35472" y="34469"/>
                </a:lnTo>
                <a:cubicBezTo>
                  <a:pt x="35624" y="34409"/>
                  <a:pt x="35806" y="34378"/>
                  <a:pt x="35958" y="34378"/>
                </a:cubicBezTo>
                <a:cubicBezTo>
                  <a:pt x="36171" y="34378"/>
                  <a:pt x="36384" y="34409"/>
                  <a:pt x="36596" y="34439"/>
                </a:cubicBezTo>
                <a:cubicBezTo>
                  <a:pt x="36627" y="34956"/>
                  <a:pt x="36688" y="35472"/>
                  <a:pt x="36779" y="36080"/>
                </a:cubicBezTo>
                <a:lnTo>
                  <a:pt x="38359" y="35898"/>
                </a:lnTo>
                <a:lnTo>
                  <a:pt x="38542" y="35776"/>
                </a:lnTo>
                <a:cubicBezTo>
                  <a:pt x="38709" y="35792"/>
                  <a:pt x="38869" y="35799"/>
                  <a:pt x="39024" y="35799"/>
                </a:cubicBezTo>
                <a:cubicBezTo>
                  <a:pt x="39180" y="35799"/>
                  <a:pt x="39332" y="35792"/>
                  <a:pt x="39484" y="35776"/>
                </a:cubicBezTo>
                <a:cubicBezTo>
                  <a:pt x="39818" y="35685"/>
                  <a:pt x="40122" y="35594"/>
                  <a:pt x="40426" y="35503"/>
                </a:cubicBezTo>
                <a:cubicBezTo>
                  <a:pt x="40483" y="35495"/>
                  <a:pt x="40540" y="35491"/>
                  <a:pt x="40597" y="35491"/>
                </a:cubicBezTo>
                <a:cubicBezTo>
                  <a:pt x="40753" y="35491"/>
                  <a:pt x="40909" y="35519"/>
                  <a:pt x="41065" y="35564"/>
                </a:cubicBezTo>
                <a:cubicBezTo>
                  <a:pt x="41131" y="35593"/>
                  <a:pt x="41188" y="35606"/>
                  <a:pt x="41238" y="35606"/>
                </a:cubicBezTo>
                <a:cubicBezTo>
                  <a:pt x="41395" y="35606"/>
                  <a:pt x="41482" y="35474"/>
                  <a:pt x="41551" y="35290"/>
                </a:cubicBezTo>
                <a:lnTo>
                  <a:pt x="42797" y="35138"/>
                </a:lnTo>
                <a:lnTo>
                  <a:pt x="42919" y="35047"/>
                </a:lnTo>
                <a:lnTo>
                  <a:pt x="43010" y="35108"/>
                </a:lnTo>
                <a:cubicBezTo>
                  <a:pt x="43106" y="35162"/>
                  <a:pt x="43191" y="35185"/>
                  <a:pt x="43266" y="35185"/>
                </a:cubicBezTo>
                <a:cubicBezTo>
                  <a:pt x="43572" y="35185"/>
                  <a:pt x="43733" y="34804"/>
                  <a:pt x="43952" y="34560"/>
                </a:cubicBezTo>
                <a:lnTo>
                  <a:pt x="44347" y="34165"/>
                </a:lnTo>
                <a:cubicBezTo>
                  <a:pt x="44773" y="33983"/>
                  <a:pt x="45198" y="33861"/>
                  <a:pt x="45594" y="33709"/>
                </a:cubicBezTo>
                <a:cubicBezTo>
                  <a:pt x="46100" y="33533"/>
                  <a:pt x="46575" y="33341"/>
                  <a:pt x="47075" y="33341"/>
                </a:cubicBezTo>
                <a:cubicBezTo>
                  <a:pt x="47266" y="33341"/>
                  <a:pt x="47460" y="33369"/>
                  <a:pt x="47660" y="33436"/>
                </a:cubicBezTo>
                <a:cubicBezTo>
                  <a:pt x="47677" y="33444"/>
                  <a:pt x="47697" y="33448"/>
                  <a:pt x="47720" y="33448"/>
                </a:cubicBezTo>
                <a:cubicBezTo>
                  <a:pt x="47782" y="33448"/>
                  <a:pt x="47859" y="33420"/>
                  <a:pt x="47904" y="33375"/>
                </a:cubicBezTo>
                <a:cubicBezTo>
                  <a:pt x="47996" y="33282"/>
                  <a:pt x="48083" y="33247"/>
                  <a:pt x="48169" y="33247"/>
                </a:cubicBezTo>
                <a:cubicBezTo>
                  <a:pt x="48281" y="33247"/>
                  <a:pt x="48391" y="33306"/>
                  <a:pt x="48512" y="33375"/>
                </a:cubicBezTo>
                <a:cubicBezTo>
                  <a:pt x="48724" y="33497"/>
                  <a:pt x="48937" y="33588"/>
                  <a:pt x="49180" y="33649"/>
                </a:cubicBezTo>
                <a:lnTo>
                  <a:pt x="49332" y="33831"/>
                </a:lnTo>
                <a:cubicBezTo>
                  <a:pt x="49575" y="34074"/>
                  <a:pt x="49849" y="34348"/>
                  <a:pt x="50092" y="34591"/>
                </a:cubicBezTo>
                <a:cubicBezTo>
                  <a:pt x="50107" y="34606"/>
                  <a:pt x="50128" y="34612"/>
                  <a:pt x="50153" y="34612"/>
                </a:cubicBezTo>
                <a:cubicBezTo>
                  <a:pt x="50227" y="34612"/>
                  <a:pt x="50335" y="34560"/>
                  <a:pt x="50426" y="34560"/>
                </a:cubicBezTo>
                <a:cubicBezTo>
                  <a:pt x="50700" y="34469"/>
                  <a:pt x="51004" y="34348"/>
                  <a:pt x="51278" y="34226"/>
                </a:cubicBezTo>
                <a:cubicBezTo>
                  <a:pt x="51825" y="33922"/>
                  <a:pt x="52402" y="33740"/>
                  <a:pt x="53041" y="33740"/>
                </a:cubicBezTo>
                <a:cubicBezTo>
                  <a:pt x="53284" y="33861"/>
                  <a:pt x="53557" y="33953"/>
                  <a:pt x="53831" y="34044"/>
                </a:cubicBezTo>
                <a:cubicBezTo>
                  <a:pt x="53892" y="34058"/>
                  <a:pt x="53953" y="34064"/>
                  <a:pt x="54014" y="34064"/>
                </a:cubicBezTo>
                <a:cubicBezTo>
                  <a:pt x="54302" y="34064"/>
                  <a:pt x="54597" y="33936"/>
                  <a:pt x="54896" y="33936"/>
                </a:cubicBezTo>
                <a:cubicBezTo>
                  <a:pt x="55077" y="33936"/>
                  <a:pt x="55259" y="33983"/>
                  <a:pt x="55442" y="34135"/>
                </a:cubicBezTo>
                <a:cubicBezTo>
                  <a:pt x="55457" y="34150"/>
                  <a:pt x="55465" y="34158"/>
                  <a:pt x="55472" y="34158"/>
                </a:cubicBezTo>
                <a:cubicBezTo>
                  <a:pt x="55480" y="34158"/>
                  <a:pt x="55487" y="34150"/>
                  <a:pt x="55503" y="34135"/>
                </a:cubicBezTo>
                <a:cubicBezTo>
                  <a:pt x="55837" y="33953"/>
                  <a:pt x="56141" y="33770"/>
                  <a:pt x="56445" y="33527"/>
                </a:cubicBezTo>
                <a:cubicBezTo>
                  <a:pt x="56815" y="33263"/>
                  <a:pt x="57116" y="32860"/>
                  <a:pt x="57549" y="32860"/>
                </a:cubicBezTo>
                <a:cubicBezTo>
                  <a:pt x="57613" y="32860"/>
                  <a:pt x="57681" y="32869"/>
                  <a:pt x="57752" y="32889"/>
                </a:cubicBezTo>
                <a:lnTo>
                  <a:pt x="57965" y="32980"/>
                </a:lnTo>
                <a:cubicBezTo>
                  <a:pt x="58128" y="33143"/>
                  <a:pt x="58297" y="33191"/>
                  <a:pt x="58467" y="33191"/>
                </a:cubicBezTo>
                <a:cubicBezTo>
                  <a:pt x="58677" y="33191"/>
                  <a:pt x="58888" y="33118"/>
                  <a:pt x="59089" y="33102"/>
                </a:cubicBezTo>
                <a:cubicBezTo>
                  <a:pt x="59241" y="33102"/>
                  <a:pt x="59393" y="33132"/>
                  <a:pt x="59545" y="33223"/>
                </a:cubicBezTo>
                <a:cubicBezTo>
                  <a:pt x="59656" y="33310"/>
                  <a:pt x="59743" y="33356"/>
                  <a:pt x="59810" y="33356"/>
                </a:cubicBezTo>
                <a:cubicBezTo>
                  <a:pt x="59908" y="33356"/>
                  <a:pt x="59965" y="33257"/>
                  <a:pt x="60001" y="33041"/>
                </a:cubicBezTo>
                <a:cubicBezTo>
                  <a:pt x="60047" y="32811"/>
                  <a:pt x="60145" y="32703"/>
                  <a:pt x="60295" y="32703"/>
                </a:cubicBezTo>
                <a:cubicBezTo>
                  <a:pt x="60343" y="32703"/>
                  <a:pt x="60398" y="32714"/>
                  <a:pt x="60457" y="32737"/>
                </a:cubicBezTo>
                <a:lnTo>
                  <a:pt x="61339" y="33010"/>
                </a:lnTo>
                <a:cubicBezTo>
                  <a:pt x="61430" y="33162"/>
                  <a:pt x="61521" y="33314"/>
                  <a:pt x="61582" y="33375"/>
                </a:cubicBezTo>
                <a:cubicBezTo>
                  <a:pt x="61791" y="33296"/>
                  <a:pt x="61956" y="33150"/>
                  <a:pt x="62094" y="33150"/>
                </a:cubicBezTo>
                <a:cubicBezTo>
                  <a:pt x="62117" y="33150"/>
                  <a:pt x="62138" y="33154"/>
                  <a:pt x="62159" y="33162"/>
                </a:cubicBezTo>
                <a:cubicBezTo>
                  <a:pt x="62342" y="33193"/>
                  <a:pt x="62372" y="33497"/>
                  <a:pt x="62494" y="33709"/>
                </a:cubicBezTo>
                <a:cubicBezTo>
                  <a:pt x="62551" y="33308"/>
                  <a:pt x="62693" y="33111"/>
                  <a:pt x="62903" y="33111"/>
                </a:cubicBezTo>
                <a:cubicBezTo>
                  <a:pt x="63028" y="33111"/>
                  <a:pt x="63176" y="33179"/>
                  <a:pt x="63345" y="33314"/>
                </a:cubicBezTo>
                <a:cubicBezTo>
                  <a:pt x="63355" y="33324"/>
                  <a:pt x="63368" y="33328"/>
                  <a:pt x="63383" y="33328"/>
                </a:cubicBezTo>
                <a:cubicBezTo>
                  <a:pt x="63412" y="33328"/>
                  <a:pt x="63446" y="33314"/>
                  <a:pt x="63466" y="33314"/>
                </a:cubicBezTo>
                <a:cubicBezTo>
                  <a:pt x="63740" y="33375"/>
                  <a:pt x="64044" y="33405"/>
                  <a:pt x="64317" y="33466"/>
                </a:cubicBezTo>
                <a:cubicBezTo>
                  <a:pt x="64348" y="33466"/>
                  <a:pt x="64409" y="33649"/>
                  <a:pt x="64439" y="33740"/>
                </a:cubicBezTo>
                <a:cubicBezTo>
                  <a:pt x="64483" y="34030"/>
                  <a:pt x="64740" y="34270"/>
                  <a:pt x="64970" y="34270"/>
                </a:cubicBezTo>
                <a:cubicBezTo>
                  <a:pt x="65054" y="34270"/>
                  <a:pt x="65134" y="34238"/>
                  <a:pt x="65199" y="34165"/>
                </a:cubicBezTo>
                <a:cubicBezTo>
                  <a:pt x="65558" y="33696"/>
                  <a:pt x="66117" y="33427"/>
                  <a:pt x="66694" y="33427"/>
                </a:cubicBezTo>
                <a:cubicBezTo>
                  <a:pt x="66753" y="33427"/>
                  <a:pt x="66812" y="33430"/>
                  <a:pt x="66871" y="33436"/>
                </a:cubicBezTo>
                <a:cubicBezTo>
                  <a:pt x="67053" y="33436"/>
                  <a:pt x="67266" y="33405"/>
                  <a:pt x="67448" y="33345"/>
                </a:cubicBezTo>
                <a:cubicBezTo>
                  <a:pt x="67630" y="33436"/>
                  <a:pt x="67782" y="33527"/>
                  <a:pt x="67965" y="33618"/>
                </a:cubicBezTo>
                <a:cubicBezTo>
                  <a:pt x="68117" y="33649"/>
                  <a:pt x="68330" y="33618"/>
                  <a:pt x="68390" y="33679"/>
                </a:cubicBezTo>
                <a:cubicBezTo>
                  <a:pt x="68498" y="33840"/>
                  <a:pt x="68587" y="33895"/>
                  <a:pt x="68664" y="33895"/>
                </a:cubicBezTo>
                <a:cubicBezTo>
                  <a:pt x="68762" y="33895"/>
                  <a:pt x="68839" y="33808"/>
                  <a:pt x="68907" y="33740"/>
                </a:cubicBezTo>
                <a:cubicBezTo>
                  <a:pt x="69089" y="33861"/>
                  <a:pt x="69241" y="33953"/>
                  <a:pt x="69424" y="34074"/>
                </a:cubicBezTo>
                <a:cubicBezTo>
                  <a:pt x="69494" y="34109"/>
                  <a:pt x="69555" y="34125"/>
                  <a:pt x="69609" y="34125"/>
                </a:cubicBezTo>
                <a:cubicBezTo>
                  <a:pt x="69884" y="34125"/>
                  <a:pt x="69981" y="33735"/>
                  <a:pt x="70184" y="33557"/>
                </a:cubicBezTo>
                <a:lnTo>
                  <a:pt x="70488" y="33527"/>
                </a:lnTo>
                <a:lnTo>
                  <a:pt x="71582" y="33588"/>
                </a:lnTo>
                <a:cubicBezTo>
                  <a:pt x="71582" y="33557"/>
                  <a:pt x="71582" y="33527"/>
                  <a:pt x="71582" y="33527"/>
                </a:cubicBezTo>
                <a:cubicBezTo>
                  <a:pt x="71612" y="33375"/>
                  <a:pt x="71673" y="33132"/>
                  <a:pt x="71734" y="33132"/>
                </a:cubicBezTo>
                <a:cubicBezTo>
                  <a:pt x="71761" y="33127"/>
                  <a:pt x="71789" y="33124"/>
                  <a:pt x="71817" y="33124"/>
                </a:cubicBezTo>
                <a:cubicBezTo>
                  <a:pt x="71949" y="33124"/>
                  <a:pt x="72090" y="33178"/>
                  <a:pt x="72190" y="33253"/>
                </a:cubicBezTo>
                <a:cubicBezTo>
                  <a:pt x="72281" y="33314"/>
                  <a:pt x="72281" y="33557"/>
                  <a:pt x="72281" y="33679"/>
                </a:cubicBezTo>
                <a:cubicBezTo>
                  <a:pt x="72281" y="33831"/>
                  <a:pt x="72220" y="33892"/>
                  <a:pt x="72220" y="33983"/>
                </a:cubicBezTo>
                <a:cubicBezTo>
                  <a:pt x="72251" y="34135"/>
                  <a:pt x="72311" y="34257"/>
                  <a:pt x="72342" y="34378"/>
                </a:cubicBezTo>
                <a:cubicBezTo>
                  <a:pt x="72433" y="34317"/>
                  <a:pt x="72524" y="34226"/>
                  <a:pt x="72585" y="34135"/>
                </a:cubicBezTo>
                <a:cubicBezTo>
                  <a:pt x="72676" y="33983"/>
                  <a:pt x="72767" y="33801"/>
                  <a:pt x="72859" y="33649"/>
                </a:cubicBezTo>
                <a:lnTo>
                  <a:pt x="73132" y="34135"/>
                </a:lnTo>
                <a:cubicBezTo>
                  <a:pt x="73132" y="34165"/>
                  <a:pt x="73162" y="34165"/>
                  <a:pt x="73223" y="34196"/>
                </a:cubicBezTo>
                <a:cubicBezTo>
                  <a:pt x="73254" y="34105"/>
                  <a:pt x="73284" y="34013"/>
                  <a:pt x="73314" y="33922"/>
                </a:cubicBezTo>
                <a:cubicBezTo>
                  <a:pt x="73345" y="33405"/>
                  <a:pt x="73588" y="33253"/>
                  <a:pt x="73953" y="33223"/>
                </a:cubicBezTo>
                <a:cubicBezTo>
                  <a:pt x="74044" y="33193"/>
                  <a:pt x="74135" y="33162"/>
                  <a:pt x="74226" y="33102"/>
                </a:cubicBezTo>
                <a:cubicBezTo>
                  <a:pt x="74500" y="32919"/>
                  <a:pt x="74773" y="32737"/>
                  <a:pt x="75077" y="32554"/>
                </a:cubicBezTo>
                <a:cubicBezTo>
                  <a:pt x="75241" y="32472"/>
                  <a:pt x="75397" y="32355"/>
                  <a:pt x="75552" y="32355"/>
                </a:cubicBezTo>
                <a:cubicBezTo>
                  <a:pt x="75685" y="32355"/>
                  <a:pt x="75819" y="32440"/>
                  <a:pt x="75959" y="32706"/>
                </a:cubicBezTo>
                <a:lnTo>
                  <a:pt x="76293" y="32159"/>
                </a:lnTo>
                <a:cubicBezTo>
                  <a:pt x="76459" y="32180"/>
                  <a:pt x="76625" y="32229"/>
                  <a:pt x="76733" y="32229"/>
                </a:cubicBezTo>
                <a:cubicBezTo>
                  <a:pt x="76784" y="32229"/>
                  <a:pt x="76821" y="32219"/>
                  <a:pt x="76840" y="32190"/>
                </a:cubicBezTo>
                <a:cubicBezTo>
                  <a:pt x="76871" y="32159"/>
                  <a:pt x="76932" y="32129"/>
                  <a:pt x="76962" y="32098"/>
                </a:cubicBezTo>
                <a:lnTo>
                  <a:pt x="77144" y="32220"/>
                </a:lnTo>
                <a:lnTo>
                  <a:pt x="77418" y="32007"/>
                </a:lnTo>
                <a:cubicBezTo>
                  <a:pt x="77479" y="32038"/>
                  <a:pt x="77570" y="32038"/>
                  <a:pt x="77631" y="32068"/>
                </a:cubicBezTo>
                <a:cubicBezTo>
                  <a:pt x="77691" y="32098"/>
                  <a:pt x="77752" y="32159"/>
                  <a:pt x="77813" y="32220"/>
                </a:cubicBezTo>
                <a:lnTo>
                  <a:pt x="77813" y="32250"/>
                </a:lnTo>
                <a:cubicBezTo>
                  <a:pt x="77722" y="32372"/>
                  <a:pt x="77631" y="32524"/>
                  <a:pt x="77570" y="32676"/>
                </a:cubicBezTo>
                <a:cubicBezTo>
                  <a:pt x="77539" y="32798"/>
                  <a:pt x="77570" y="32950"/>
                  <a:pt x="77631" y="33041"/>
                </a:cubicBezTo>
                <a:cubicBezTo>
                  <a:pt x="77640" y="33059"/>
                  <a:pt x="77662" y="33066"/>
                  <a:pt x="77690" y="33066"/>
                </a:cubicBezTo>
                <a:cubicBezTo>
                  <a:pt x="77757" y="33066"/>
                  <a:pt x="77861" y="33023"/>
                  <a:pt x="77904" y="32980"/>
                </a:cubicBezTo>
                <a:cubicBezTo>
                  <a:pt x="77965" y="32889"/>
                  <a:pt x="77965" y="32889"/>
                  <a:pt x="77995" y="32858"/>
                </a:cubicBezTo>
                <a:cubicBezTo>
                  <a:pt x="78056" y="33041"/>
                  <a:pt x="78147" y="33223"/>
                  <a:pt x="78269" y="33497"/>
                </a:cubicBezTo>
                <a:lnTo>
                  <a:pt x="78451" y="33071"/>
                </a:lnTo>
                <a:lnTo>
                  <a:pt x="78451" y="33284"/>
                </a:lnTo>
                <a:lnTo>
                  <a:pt x="78603" y="33193"/>
                </a:lnTo>
                <a:lnTo>
                  <a:pt x="78755" y="33314"/>
                </a:lnTo>
                <a:lnTo>
                  <a:pt x="78846" y="33010"/>
                </a:lnTo>
                <a:lnTo>
                  <a:pt x="79242" y="32706"/>
                </a:lnTo>
                <a:cubicBezTo>
                  <a:pt x="79272" y="32676"/>
                  <a:pt x="79302" y="32646"/>
                  <a:pt x="79333" y="32615"/>
                </a:cubicBezTo>
                <a:cubicBezTo>
                  <a:pt x="79333" y="32554"/>
                  <a:pt x="79333" y="32494"/>
                  <a:pt x="79363" y="32463"/>
                </a:cubicBezTo>
                <a:cubicBezTo>
                  <a:pt x="79606" y="32463"/>
                  <a:pt x="79546" y="32159"/>
                  <a:pt x="79606" y="31946"/>
                </a:cubicBezTo>
                <a:lnTo>
                  <a:pt x="79789" y="31825"/>
                </a:lnTo>
                <a:cubicBezTo>
                  <a:pt x="79850" y="31673"/>
                  <a:pt x="79941" y="31551"/>
                  <a:pt x="80062" y="31460"/>
                </a:cubicBezTo>
                <a:cubicBezTo>
                  <a:pt x="80093" y="31430"/>
                  <a:pt x="80154" y="31399"/>
                  <a:pt x="80184" y="31369"/>
                </a:cubicBezTo>
                <a:cubicBezTo>
                  <a:pt x="80245" y="31339"/>
                  <a:pt x="80214" y="31339"/>
                  <a:pt x="80245" y="31308"/>
                </a:cubicBezTo>
                <a:cubicBezTo>
                  <a:pt x="80518" y="31126"/>
                  <a:pt x="80822" y="31004"/>
                  <a:pt x="81126" y="30943"/>
                </a:cubicBezTo>
                <a:lnTo>
                  <a:pt x="81521" y="31217"/>
                </a:lnTo>
                <a:lnTo>
                  <a:pt x="82008" y="30700"/>
                </a:lnTo>
                <a:cubicBezTo>
                  <a:pt x="82190" y="30761"/>
                  <a:pt x="82372" y="30883"/>
                  <a:pt x="82524" y="31004"/>
                </a:cubicBezTo>
                <a:cubicBezTo>
                  <a:pt x="82616" y="31065"/>
                  <a:pt x="82676" y="31065"/>
                  <a:pt x="82768" y="31065"/>
                </a:cubicBezTo>
                <a:lnTo>
                  <a:pt x="82859" y="31065"/>
                </a:lnTo>
                <a:lnTo>
                  <a:pt x="82859" y="31187"/>
                </a:lnTo>
                <a:lnTo>
                  <a:pt x="83132" y="31065"/>
                </a:lnTo>
                <a:lnTo>
                  <a:pt x="83771" y="31065"/>
                </a:lnTo>
                <a:cubicBezTo>
                  <a:pt x="84287" y="31065"/>
                  <a:pt x="84774" y="31035"/>
                  <a:pt x="85290" y="30974"/>
                </a:cubicBezTo>
                <a:cubicBezTo>
                  <a:pt x="85686" y="30943"/>
                  <a:pt x="86111" y="30852"/>
                  <a:pt x="86506" y="30791"/>
                </a:cubicBezTo>
                <a:lnTo>
                  <a:pt x="86506" y="30883"/>
                </a:lnTo>
                <a:lnTo>
                  <a:pt x="86506" y="30974"/>
                </a:lnTo>
                <a:lnTo>
                  <a:pt x="86597" y="31065"/>
                </a:lnTo>
                <a:cubicBezTo>
                  <a:pt x="86719" y="31126"/>
                  <a:pt x="86871" y="31187"/>
                  <a:pt x="86993" y="31247"/>
                </a:cubicBezTo>
                <a:cubicBezTo>
                  <a:pt x="87175" y="31278"/>
                  <a:pt x="87327" y="31247"/>
                  <a:pt x="87479" y="31308"/>
                </a:cubicBezTo>
                <a:cubicBezTo>
                  <a:pt x="87540" y="31343"/>
                  <a:pt x="87593" y="31358"/>
                  <a:pt x="87641" y="31358"/>
                </a:cubicBezTo>
                <a:cubicBezTo>
                  <a:pt x="87761" y="31358"/>
                  <a:pt x="87848" y="31265"/>
                  <a:pt x="87935" y="31156"/>
                </a:cubicBezTo>
                <a:cubicBezTo>
                  <a:pt x="88117" y="31004"/>
                  <a:pt x="88300" y="30913"/>
                  <a:pt x="88482" y="30822"/>
                </a:cubicBezTo>
                <a:lnTo>
                  <a:pt x="88634" y="30731"/>
                </a:lnTo>
                <a:cubicBezTo>
                  <a:pt x="88816" y="31004"/>
                  <a:pt x="88907" y="31308"/>
                  <a:pt x="88907" y="31643"/>
                </a:cubicBezTo>
                <a:cubicBezTo>
                  <a:pt x="88999" y="31582"/>
                  <a:pt x="89059" y="31551"/>
                  <a:pt x="89120" y="31521"/>
                </a:cubicBezTo>
                <a:cubicBezTo>
                  <a:pt x="89274" y="31393"/>
                  <a:pt x="89374" y="31324"/>
                  <a:pt x="89445" y="31324"/>
                </a:cubicBezTo>
                <a:cubicBezTo>
                  <a:pt x="89542" y="31324"/>
                  <a:pt x="89584" y="31453"/>
                  <a:pt x="89637" y="31734"/>
                </a:cubicBezTo>
                <a:cubicBezTo>
                  <a:pt x="89698" y="31946"/>
                  <a:pt x="89728" y="32190"/>
                  <a:pt x="89759" y="32311"/>
                </a:cubicBezTo>
                <a:cubicBezTo>
                  <a:pt x="90002" y="32098"/>
                  <a:pt x="90245" y="31916"/>
                  <a:pt x="90488" y="31703"/>
                </a:cubicBezTo>
                <a:lnTo>
                  <a:pt x="90731" y="32676"/>
                </a:lnTo>
                <a:cubicBezTo>
                  <a:pt x="90974" y="32250"/>
                  <a:pt x="90883" y="31703"/>
                  <a:pt x="91339" y="31582"/>
                </a:cubicBezTo>
                <a:cubicBezTo>
                  <a:pt x="91365" y="31371"/>
                  <a:pt x="91312" y="31320"/>
                  <a:pt x="91235" y="31320"/>
                </a:cubicBezTo>
                <a:cubicBezTo>
                  <a:pt x="91164" y="31320"/>
                  <a:pt x="91071" y="31365"/>
                  <a:pt x="91006" y="31365"/>
                </a:cubicBezTo>
                <a:cubicBezTo>
                  <a:pt x="90980" y="31365"/>
                  <a:pt x="90959" y="31358"/>
                  <a:pt x="90944" y="31339"/>
                </a:cubicBezTo>
                <a:lnTo>
                  <a:pt x="90944" y="30609"/>
                </a:lnTo>
                <a:cubicBezTo>
                  <a:pt x="91035" y="30639"/>
                  <a:pt x="91126" y="30731"/>
                  <a:pt x="91187" y="30822"/>
                </a:cubicBezTo>
                <a:cubicBezTo>
                  <a:pt x="91256" y="30959"/>
                  <a:pt x="91330" y="31022"/>
                  <a:pt x="91405" y="31022"/>
                </a:cubicBezTo>
                <a:cubicBezTo>
                  <a:pt x="91497" y="31022"/>
                  <a:pt x="91590" y="30928"/>
                  <a:pt x="91673" y="30761"/>
                </a:cubicBezTo>
                <a:cubicBezTo>
                  <a:pt x="91734" y="30670"/>
                  <a:pt x="91765" y="30518"/>
                  <a:pt x="91825" y="30518"/>
                </a:cubicBezTo>
                <a:cubicBezTo>
                  <a:pt x="91947" y="30457"/>
                  <a:pt x="92069" y="30457"/>
                  <a:pt x="92221" y="30427"/>
                </a:cubicBezTo>
                <a:lnTo>
                  <a:pt x="92221" y="30427"/>
                </a:lnTo>
                <a:cubicBezTo>
                  <a:pt x="92221" y="30579"/>
                  <a:pt x="92190" y="30731"/>
                  <a:pt x="92129" y="30852"/>
                </a:cubicBezTo>
                <a:cubicBezTo>
                  <a:pt x="91977" y="31126"/>
                  <a:pt x="91825" y="31339"/>
                  <a:pt x="92160" y="31521"/>
                </a:cubicBezTo>
                <a:cubicBezTo>
                  <a:pt x="92251" y="31551"/>
                  <a:pt x="92221" y="31794"/>
                  <a:pt x="92281" y="31855"/>
                </a:cubicBezTo>
                <a:cubicBezTo>
                  <a:pt x="92403" y="31977"/>
                  <a:pt x="92585" y="32098"/>
                  <a:pt x="92768" y="32129"/>
                </a:cubicBezTo>
                <a:cubicBezTo>
                  <a:pt x="92798" y="32129"/>
                  <a:pt x="92889" y="31946"/>
                  <a:pt x="92980" y="31855"/>
                </a:cubicBezTo>
                <a:cubicBezTo>
                  <a:pt x="93127" y="31620"/>
                  <a:pt x="93302" y="31215"/>
                  <a:pt x="93424" y="31215"/>
                </a:cubicBezTo>
                <a:cubicBezTo>
                  <a:pt x="93428" y="31215"/>
                  <a:pt x="93432" y="31216"/>
                  <a:pt x="93436" y="31217"/>
                </a:cubicBezTo>
                <a:cubicBezTo>
                  <a:pt x="93486" y="31228"/>
                  <a:pt x="93532" y="31234"/>
                  <a:pt x="93576" y="31234"/>
                </a:cubicBezTo>
                <a:cubicBezTo>
                  <a:pt x="93885" y="31234"/>
                  <a:pt x="94078" y="30974"/>
                  <a:pt x="94318" y="30761"/>
                </a:cubicBezTo>
                <a:cubicBezTo>
                  <a:pt x="94399" y="30707"/>
                  <a:pt x="94529" y="30604"/>
                  <a:pt x="94621" y="30604"/>
                </a:cubicBezTo>
                <a:cubicBezTo>
                  <a:pt x="94632" y="30604"/>
                  <a:pt x="94642" y="30606"/>
                  <a:pt x="94652" y="30609"/>
                </a:cubicBezTo>
                <a:cubicBezTo>
                  <a:pt x="94684" y="30615"/>
                  <a:pt x="94714" y="30618"/>
                  <a:pt x="94742" y="30618"/>
                </a:cubicBezTo>
                <a:cubicBezTo>
                  <a:pt x="95009" y="30618"/>
                  <a:pt x="95117" y="30367"/>
                  <a:pt x="95199" y="30092"/>
                </a:cubicBezTo>
                <a:cubicBezTo>
                  <a:pt x="95230" y="30032"/>
                  <a:pt x="95260" y="29940"/>
                  <a:pt x="95321" y="29849"/>
                </a:cubicBezTo>
                <a:lnTo>
                  <a:pt x="95443" y="29849"/>
                </a:lnTo>
                <a:lnTo>
                  <a:pt x="95534" y="31308"/>
                </a:lnTo>
                <a:lnTo>
                  <a:pt x="95625" y="31308"/>
                </a:lnTo>
                <a:cubicBezTo>
                  <a:pt x="95686" y="31095"/>
                  <a:pt x="95746" y="30913"/>
                  <a:pt x="95868" y="30731"/>
                </a:cubicBezTo>
                <a:cubicBezTo>
                  <a:pt x="95990" y="30518"/>
                  <a:pt x="96111" y="30335"/>
                  <a:pt x="95929" y="30123"/>
                </a:cubicBezTo>
                <a:cubicBezTo>
                  <a:pt x="95898" y="30062"/>
                  <a:pt x="95898" y="30001"/>
                  <a:pt x="95929" y="29940"/>
                </a:cubicBezTo>
                <a:cubicBezTo>
                  <a:pt x="95947" y="29905"/>
                  <a:pt x="95985" y="29890"/>
                  <a:pt x="96027" y="29890"/>
                </a:cubicBezTo>
                <a:cubicBezTo>
                  <a:pt x="96056" y="29890"/>
                  <a:pt x="96086" y="29897"/>
                  <a:pt x="96111" y="29910"/>
                </a:cubicBezTo>
                <a:cubicBezTo>
                  <a:pt x="96172" y="29940"/>
                  <a:pt x="96202" y="30001"/>
                  <a:pt x="96263" y="30062"/>
                </a:cubicBezTo>
                <a:cubicBezTo>
                  <a:pt x="96398" y="30197"/>
                  <a:pt x="96504" y="30268"/>
                  <a:pt x="96591" y="30268"/>
                </a:cubicBezTo>
                <a:cubicBezTo>
                  <a:pt x="96720" y="30268"/>
                  <a:pt x="96811" y="30114"/>
                  <a:pt x="96902" y="29788"/>
                </a:cubicBezTo>
                <a:lnTo>
                  <a:pt x="97449" y="29241"/>
                </a:lnTo>
                <a:cubicBezTo>
                  <a:pt x="97570" y="29059"/>
                  <a:pt x="97692" y="28907"/>
                  <a:pt x="97813" y="28755"/>
                </a:cubicBezTo>
                <a:cubicBezTo>
                  <a:pt x="97996" y="28633"/>
                  <a:pt x="98209" y="28512"/>
                  <a:pt x="98421" y="28390"/>
                </a:cubicBezTo>
                <a:lnTo>
                  <a:pt x="98786" y="28360"/>
                </a:lnTo>
                <a:lnTo>
                  <a:pt x="99060" y="28269"/>
                </a:lnTo>
                <a:lnTo>
                  <a:pt x="98391" y="27752"/>
                </a:lnTo>
                <a:lnTo>
                  <a:pt x="98391" y="27752"/>
                </a:lnTo>
                <a:cubicBezTo>
                  <a:pt x="98523" y="27796"/>
                  <a:pt x="98662" y="27847"/>
                  <a:pt x="98788" y="27847"/>
                </a:cubicBezTo>
                <a:cubicBezTo>
                  <a:pt x="98923" y="27847"/>
                  <a:pt x="99042" y="27788"/>
                  <a:pt x="99120" y="27600"/>
                </a:cubicBezTo>
                <a:cubicBezTo>
                  <a:pt x="99275" y="27271"/>
                  <a:pt x="99405" y="27115"/>
                  <a:pt x="99597" y="27115"/>
                </a:cubicBezTo>
                <a:cubicBezTo>
                  <a:pt x="99706" y="27115"/>
                  <a:pt x="99836" y="27166"/>
                  <a:pt x="100002" y="27266"/>
                </a:cubicBezTo>
                <a:cubicBezTo>
                  <a:pt x="99938" y="27734"/>
                  <a:pt x="99919" y="27874"/>
                  <a:pt x="100039" y="27874"/>
                </a:cubicBezTo>
                <a:cubicBezTo>
                  <a:pt x="100090" y="27874"/>
                  <a:pt x="100166" y="27849"/>
                  <a:pt x="100275" y="27813"/>
                </a:cubicBezTo>
                <a:lnTo>
                  <a:pt x="100883" y="27418"/>
                </a:lnTo>
                <a:lnTo>
                  <a:pt x="100944" y="27539"/>
                </a:lnTo>
                <a:lnTo>
                  <a:pt x="101035" y="26992"/>
                </a:lnTo>
                <a:lnTo>
                  <a:pt x="101309" y="26901"/>
                </a:lnTo>
                <a:lnTo>
                  <a:pt x="101886" y="26992"/>
                </a:lnTo>
                <a:lnTo>
                  <a:pt x="103011" y="27296"/>
                </a:lnTo>
                <a:cubicBezTo>
                  <a:pt x="103186" y="27377"/>
                  <a:pt x="103379" y="27416"/>
                  <a:pt x="103571" y="27416"/>
                </a:cubicBezTo>
                <a:cubicBezTo>
                  <a:pt x="103813" y="27416"/>
                  <a:pt x="104054" y="27354"/>
                  <a:pt x="104257" y="27235"/>
                </a:cubicBezTo>
                <a:lnTo>
                  <a:pt x="105564" y="26566"/>
                </a:lnTo>
                <a:lnTo>
                  <a:pt x="106841" y="26414"/>
                </a:lnTo>
                <a:lnTo>
                  <a:pt x="107662" y="26354"/>
                </a:lnTo>
                <a:cubicBezTo>
                  <a:pt x="107782" y="26430"/>
                  <a:pt x="107891" y="26471"/>
                  <a:pt x="107989" y="26471"/>
                </a:cubicBezTo>
                <a:cubicBezTo>
                  <a:pt x="108163" y="26471"/>
                  <a:pt x="108305" y="26341"/>
                  <a:pt x="108422" y="26050"/>
                </a:cubicBezTo>
                <a:cubicBezTo>
                  <a:pt x="108482" y="25928"/>
                  <a:pt x="108573" y="25837"/>
                  <a:pt x="108665" y="25715"/>
                </a:cubicBezTo>
                <a:lnTo>
                  <a:pt x="109577" y="25290"/>
                </a:lnTo>
                <a:cubicBezTo>
                  <a:pt x="109668" y="25259"/>
                  <a:pt x="109759" y="25229"/>
                  <a:pt x="109880" y="25229"/>
                </a:cubicBezTo>
                <a:cubicBezTo>
                  <a:pt x="110154" y="25168"/>
                  <a:pt x="110458" y="25229"/>
                  <a:pt x="110671" y="25077"/>
                </a:cubicBezTo>
                <a:cubicBezTo>
                  <a:pt x="110797" y="24950"/>
                  <a:pt x="110987" y="24887"/>
                  <a:pt x="111170" y="24887"/>
                </a:cubicBezTo>
                <a:cubicBezTo>
                  <a:pt x="111207" y="24887"/>
                  <a:pt x="111243" y="24890"/>
                  <a:pt x="111279" y="24895"/>
                </a:cubicBezTo>
                <a:cubicBezTo>
                  <a:pt x="111491" y="24925"/>
                  <a:pt x="111704" y="24925"/>
                  <a:pt x="111917" y="24955"/>
                </a:cubicBezTo>
                <a:cubicBezTo>
                  <a:pt x="111956" y="24963"/>
                  <a:pt x="111991" y="24967"/>
                  <a:pt x="112023" y="24967"/>
                </a:cubicBezTo>
                <a:cubicBezTo>
                  <a:pt x="112242" y="24967"/>
                  <a:pt x="112308" y="24788"/>
                  <a:pt x="112282" y="24469"/>
                </a:cubicBezTo>
                <a:lnTo>
                  <a:pt x="113042" y="24135"/>
                </a:lnTo>
                <a:cubicBezTo>
                  <a:pt x="113346" y="23983"/>
                  <a:pt x="113650" y="23831"/>
                  <a:pt x="113984" y="23709"/>
                </a:cubicBezTo>
                <a:cubicBezTo>
                  <a:pt x="115200" y="23253"/>
                  <a:pt x="116355" y="22615"/>
                  <a:pt x="117358" y="21764"/>
                </a:cubicBezTo>
                <a:lnTo>
                  <a:pt x="117753" y="22098"/>
                </a:lnTo>
                <a:cubicBezTo>
                  <a:pt x="117753" y="22068"/>
                  <a:pt x="117783" y="22037"/>
                  <a:pt x="117814" y="22007"/>
                </a:cubicBezTo>
                <a:lnTo>
                  <a:pt x="118027" y="21764"/>
                </a:lnTo>
                <a:cubicBezTo>
                  <a:pt x="118087" y="21916"/>
                  <a:pt x="118148" y="22037"/>
                  <a:pt x="118179" y="22159"/>
                </a:cubicBezTo>
                <a:cubicBezTo>
                  <a:pt x="118209" y="22311"/>
                  <a:pt x="118239" y="22433"/>
                  <a:pt x="118239" y="22585"/>
                </a:cubicBezTo>
                <a:lnTo>
                  <a:pt x="118361" y="22585"/>
                </a:lnTo>
                <a:lnTo>
                  <a:pt x="118452" y="22159"/>
                </a:lnTo>
                <a:cubicBezTo>
                  <a:pt x="118511" y="21983"/>
                  <a:pt x="118569" y="21610"/>
                  <a:pt x="118573" y="21610"/>
                </a:cubicBezTo>
                <a:cubicBezTo>
                  <a:pt x="118574" y="21610"/>
                  <a:pt x="118574" y="21611"/>
                  <a:pt x="118574" y="21612"/>
                </a:cubicBezTo>
                <a:cubicBezTo>
                  <a:pt x="118603" y="21617"/>
                  <a:pt x="118631" y="21619"/>
                  <a:pt x="118658" y="21619"/>
                </a:cubicBezTo>
                <a:cubicBezTo>
                  <a:pt x="118959" y="21619"/>
                  <a:pt x="119077" y="21321"/>
                  <a:pt x="119273" y="21126"/>
                </a:cubicBezTo>
                <a:cubicBezTo>
                  <a:pt x="120549" y="20761"/>
                  <a:pt x="121279" y="19484"/>
                  <a:pt x="122160" y="18451"/>
                </a:cubicBezTo>
                <a:lnTo>
                  <a:pt x="122221" y="18451"/>
                </a:lnTo>
                <a:cubicBezTo>
                  <a:pt x="122343" y="18572"/>
                  <a:pt x="122464" y="18664"/>
                  <a:pt x="122616" y="18785"/>
                </a:cubicBezTo>
                <a:cubicBezTo>
                  <a:pt x="122738" y="18876"/>
                  <a:pt x="122799" y="18968"/>
                  <a:pt x="122920" y="19059"/>
                </a:cubicBezTo>
                <a:cubicBezTo>
                  <a:pt x="122951" y="18937"/>
                  <a:pt x="123011" y="18785"/>
                  <a:pt x="123072" y="18664"/>
                </a:cubicBezTo>
                <a:cubicBezTo>
                  <a:pt x="123103" y="18512"/>
                  <a:pt x="123133" y="18360"/>
                  <a:pt x="123163" y="18208"/>
                </a:cubicBezTo>
                <a:cubicBezTo>
                  <a:pt x="123224" y="18116"/>
                  <a:pt x="123315" y="18086"/>
                  <a:pt x="123407" y="18086"/>
                </a:cubicBezTo>
                <a:cubicBezTo>
                  <a:pt x="123467" y="18086"/>
                  <a:pt x="123498" y="18268"/>
                  <a:pt x="123528" y="18360"/>
                </a:cubicBezTo>
                <a:cubicBezTo>
                  <a:pt x="123528" y="18451"/>
                  <a:pt x="123498" y="18542"/>
                  <a:pt x="123528" y="18633"/>
                </a:cubicBezTo>
                <a:cubicBezTo>
                  <a:pt x="123559" y="18846"/>
                  <a:pt x="123346" y="19211"/>
                  <a:pt x="123650" y="19271"/>
                </a:cubicBezTo>
                <a:cubicBezTo>
                  <a:pt x="123662" y="19273"/>
                  <a:pt x="123674" y="19273"/>
                  <a:pt x="123685" y="19273"/>
                </a:cubicBezTo>
                <a:cubicBezTo>
                  <a:pt x="123975" y="19273"/>
                  <a:pt x="123864" y="18898"/>
                  <a:pt x="123893" y="18664"/>
                </a:cubicBezTo>
                <a:cubicBezTo>
                  <a:pt x="123923" y="18268"/>
                  <a:pt x="124045" y="18025"/>
                  <a:pt x="124410" y="18025"/>
                </a:cubicBezTo>
                <a:cubicBezTo>
                  <a:pt x="124531" y="18025"/>
                  <a:pt x="124653" y="17873"/>
                  <a:pt x="124774" y="17782"/>
                </a:cubicBezTo>
                <a:cubicBezTo>
                  <a:pt x="124896" y="17721"/>
                  <a:pt x="124926" y="17691"/>
                  <a:pt x="125018" y="17630"/>
                </a:cubicBezTo>
                <a:lnTo>
                  <a:pt x="126173" y="17022"/>
                </a:lnTo>
                <a:lnTo>
                  <a:pt x="126568" y="16627"/>
                </a:lnTo>
                <a:cubicBezTo>
                  <a:pt x="126629" y="16566"/>
                  <a:pt x="126689" y="16505"/>
                  <a:pt x="126720" y="16445"/>
                </a:cubicBezTo>
                <a:lnTo>
                  <a:pt x="126781" y="16353"/>
                </a:lnTo>
                <a:lnTo>
                  <a:pt x="127692" y="14287"/>
                </a:lnTo>
                <a:cubicBezTo>
                  <a:pt x="127844" y="13952"/>
                  <a:pt x="127844" y="13587"/>
                  <a:pt x="127692" y="13253"/>
                </a:cubicBezTo>
                <a:cubicBezTo>
                  <a:pt x="127480" y="12645"/>
                  <a:pt x="127328" y="12007"/>
                  <a:pt x="127145" y="11369"/>
                </a:cubicBezTo>
                <a:cubicBezTo>
                  <a:pt x="127115" y="11217"/>
                  <a:pt x="127024" y="11095"/>
                  <a:pt x="126932" y="10973"/>
                </a:cubicBezTo>
                <a:cubicBezTo>
                  <a:pt x="126537" y="10609"/>
                  <a:pt x="126142" y="10366"/>
                  <a:pt x="125960" y="9758"/>
                </a:cubicBezTo>
                <a:cubicBezTo>
                  <a:pt x="125960" y="9666"/>
                  <a:pt x="125869" y="9636"/>
                  <a:pt x="125808" y="9575"/>
                </a:cubicBezTo>
                <a:cubicBezTo>
                  <a:pt x="125473" y="9241"/>
                  <a:pt x="125139" y="8876"/>
                  <a:pt x="124805" y="8572"/>
                </a:cubicBezTo>
                <a:cubicBezTo>
                  <a:pt x="124653" y="8390"/>
                  <a:pt x="124440" y="8238"/>
                  <a:pt x="124197" y="8147"/>
                </a:cubicBezTo>
                <a:cubicBezTo>
                  <a:pt x="123680" y="8025"/>
                  <a:pt x="123224" y="7630"/>
                  <a:pt x="123072" y="7113"/>
                </a:cubicBezTo>
                <a:cubicBezTo>
                  <a:pt x="122951" y="6992"/>
                  <a:pt x="122799" y="6870"/>
                  <a:pt x="122677" y="6779"/>
                </a:cubicBezTo>
                <a:cubicBezTo>
                  <a:pt x="121948" y="6353"/>
                  <a:pt x="121948" y="6353"/>
                  <a:pt x="121978" y="5441"/>
                </a:cubicBezTo>
                <a:cubicBezTo>
                  <a:pt x="121978" y="5411"/>
                  <a:pt x="121948" y="5381"/>
                  <a:pt x="121917" y="5320"/>
                </a:cubicBezTo>
                <a:lnTo>
                  <a:pt x="121583" y="5472"/>
                </a:lnTo>
                <a:lnTo>
                  <a:pt x="121492" y="5654"/>
                </a:lnTo>
                <a:cubicBezTo>
                  <a:pt x="121431" y="5654"/>
                  <a:pt x="121362" y="5662"/>
                  <a:pt x="121298" y="5662"/>
                </a:cubicBezTo>
                <a:cubicBezTo>
                  <a:pt x="121233" y="5662"/>
                  <a:pt x="121173" y="5654"/>
                  <a:pt x="121127" y="5624"/>
                </a:cubicBezTo>
                <a:cubicBezTo>
                  <a:pt x="120762" y="5381"/>
                  <a:pt x="120428" y="5107"/>
                  <a:pt x="120063" y="4864"/>
                </a:cubicBezTo>
                <a:cubicBezTo>
                  <a:pt x="119972" y="4803"/>
                  <a:pt x="119881" y="4742"/>
                  <a:pt x="119789" y="4742"/>
                </a:cubicBezTo>
                <a:cubicBezTo>
                  <a:pt x="119668" y="4771"/>
                  <a:pt x="119546" y="4784"/>
                  <a:pt x="119423" y="4784"/>
                </a:cubicBezTo>
                <a:cubicBezTo>
                  <a:pt x="119025" y="4784"/>
                  <a:pt x="118633" y="4641"/>
                  <a:pt x="118331" y="4408"/>
                </a:cubicBezTo>
                <a:cubicBezTo>
                  <a:pt x="118196" y="4312"/>
                  <a:pt x="118037" y="4252"/>
                  <a:pt x="117877" y="4252"/>
                </a:cubicBezTo>
                <a:cubicBezTo>
                  <a:pt x="117784" y="4252"/>
                  <a:pt x="117690" y="4272"/>
                  <a:pt x="117601" y="4317"/>
                </a:cubicBezTo>
                <a:cubicBezTo>
                  <a:pt x="117175" y="4621"/>
                  <a:pt x="116689" y="4803"/>
                  <a:pt x="116172" y="4894"/>
                </a:cubicBezTo>
                <a:cubicBezTo>
                  <a:pt x="115871" y="5171"/>
                  <a:pt x="115486" y="5343"/>
                  <a:pt x="115087" y="5343"/>
                </a:cubicBezTo>
                <a:cubicBezTo>
                  <a:pt x="115004" y="5343"/>
                  <a:pt x="114919" y="5336"/>
                  <a:pt x="114835" y="5320"/>
                </a:cubicBezTo>
                <a:cubicBezTo>
                  <a:pt x="114653" y="5274"/>
                  <a:pt x="114463" y="5251"/>
                  <a:pt x="114273" y="5251"/>
                </a:cubicBezTo>
                <a:cubicBezTo>
                  <a:pt x="114083" y="5251"/>
                  <a:pt x="113893" y="5274"/>
                  <a:pt x="113710" y="5320"/>
                </a:cubicBezTo>
                <a:lnTo>
                  <a:pt x="113406" y="5259"/>
                </a:lnTo>
                <a:cubicBezTo>
                  <a:pt x="113208" y="5100"/>
                  <a:pt x="113015" y="5051"/>
                  <a:pt x="112823" y="5051"/>
                </a:cubicBezTo>
                <a:cubicBezTo>
                  <a:pt x="112574" y="5051"/>
                  <a:pt x="112326" y="5134"/>
                  <a:pt x="112069" y="5168"/>
                </a:cubicBezTo>
                <a:lnTo>
                  <a:pt x="111978" y="5077"/>
                </a:lnTo>
                <a:cubicBezTo>
                  <a:pt x="111947" y="4894"/>
                  <a:pt x="111917" y="4682"/>
                  <a:pt x="111887" y="4499"/>
                </a:cubicBezTo>
                <a:cubicBezTo>
                  <a:pt x="111765" y="4134"/>
                  <a:pt x="111735" y="3770"/>
                  <a:pt x="112130" y="3648"/>
                </a:cubicBezTo>
                <a:cubicBezTo>
                  <a:pt x="112130" y="3587"/>
                  <a:pt x="112130" y="3527"/>
                  <a:pt x="112130" y="3496"/>
                </a:cubicBezTo>
                <a:cubicBezTo>
                  <a:pt x="112069" y="3496"/>
                  <a:pt x="111995" y="3483"/>
                  <a:pt x="111943" y="3483"/>
                </a:cubicBezTo>
                <a:cubicBezTo>
                  <a:pt x="111917" y="3483"/>
                  <a:pt x="111897" y="3486"/>
                  <a:pt x="111887" y="3496"/>
                </a:cubicBezTo>
                <a:cubicBezTo>
                  <a:pt x="111674" y="3739"/>
                  <a:pt x="111491" y="3982"/>
                  <a:pt x="111339" y="4256"/>
                </a:cubicBezTo>
                <a:cubicBezTo>
                  <a:pt x="111256" y="4402"/>
                  <a:pt x="111201" y="4533"/>
                  <a:pt x="111117" y="4533"/>
                </a:cubicBezTo>
                <a:cubicBezTo>
                  <a:pt x="111078" y="4533"/>
                  <a:pt x="111032" y="4505"/>
                  <a:pt x="110975" y="4438"/>
                </a:cubicBezTo>
                <a:cubicBezTo>
                  <a:pt x="110848" y="4286"/>
                  <a:pt x="110753" y="4213"/>
                  <a:pt x="110681" y="4213"/>
                </a:cubicBezTo>
                <a:cubicBezTo>
                  <a:pt x="110580" y="4213"/>
                  <a:pt x="110524" y="4355"/>
                  <a:pt x="110488" y="4621"/>
                </a:cubicBezTo>
                <a:cubicBezTo>
                  <a:pt x="110458" y="4682"/>
                  <a:pt x="110397" y="4773"/>
                  <a:pt x="110336" y="4834"/>
                </a:cubicBezTo>
                <a:lnTo>
                  <a:pt x="110154" y="5016"/>
                </a:lnTo>
                <a:lnTo>
                  <a:pt x="110063" y="5016"/>
                </a:lnTo>
                <a:lnTo>
                  <a:pt x="109729" y="4408"/>
                </a:lnTo>
                <a:lnTo>
                  <a:pt x="109455" y="4864"/>
                </a:lnTo>
                <a:cubicBezTo>
                  <a:pt x="109179" y="4538"/>
                  <a:pt x="108883" y="4316"/>
                  <a:pt x="108532" y="4316"/>
                </a:cubicBezTo>
                <a:cubicBezTo>
                  <a:pt x="108457" y="4316"/>
                  <a:pt x="108380" y="4326"/>
                  <a:pt x="108300" y="4347"/>
                </a:cubicBezTo>
                <a:cubicBezTo>
                  <a:pt x="107996" y="4438"/>
                  <a:pt x="107662" y="4530"/>
                  <a:pt x="107358" y="4621"/>
                </a:cubicBezTo>
                <a:cubicBezTo>
                  <a:pt x="107029" y="4659"/>
                  <a:pt x="106714" y="4784"/>
                  <a:pt x="106394" y="4784"/>
                </a:cubicBezTo>
                <a:cubicBezTo>
                  <a:pt x="106211" y="4784"/>
                  <a:pt x="106026" y="4743"/>
                  <a:pt x="105838" y="4621"/>
                </a:cubicBezTo>
                <a:cubicBezTo>
                  <a:pt x="105711" y="4548"/>
                  <a:pt x="105563" y="4454"/>
                  <a:pt x="105412" y="4454"/>
                </a:cubicBezTo>
                <a:cubicBezTo>
                  <a:pt x="105310" y="4454"/>
                  <a:pt x="105207" y="4498"/>
                  <a:pt x="105108" y="4621"/>
                </a:cubicBezTo>
                <a:lnTo>
                  <a:pt x="104956" y="4469"/>
                </a:lnTo>
                <a:cubicBezTo>
                  <a:pt x="104843" y="4786"/>
                  <a:pt x="104662" y="4901"/>
                  <a:pt x="104426" y="4901"/>
                </a:cubicBezTo>
                <a:cubicBezTo>
                  <a:pt x="104346" y="4901"/>
                  <a:pt x="104259" y="4887"/>
                  <a:pt x="104166" y="4864"/>
                </a:cubicBezTo>
                <a:cubicBezTo>
                  <a:pt x="103619" y="4773"/>
                  <a:pt x="103072" y="4712"/>
                  <a:pt x="102494" y="4682"/>
                </a:cubicBezTo>
                <a:cubicBezTo>
                  <a:pt x="102403" y="4682"/>
                  <a:pt x="102282" y="4742"/>
                  <a:pt x="102190" y="4773"/>
                </a:cubicBezTo>
                <a:cubicBezTo>
                  <a:pt x="101978" y="4834"/>
                  <a:pt x="101765" y="4864"/>
                  <a:pt x="101552" y="4894"/>
                </a:cubicBezTo>
                <a:cubicBezTo>
                  <a:pt x="101441" y="4904"/>
                  <a:pt x="101329" y="4908"/>
                  <a:pt x="101218" y="4908"/>
                </a:cubicBezTo>
                <a:cubicBezTo>
                  <a:pt x="100995" y="4908"/>
                  <a:pt x="100772" y="4894"/>
                  <a:pt x="100549" y="4894"/>
                </a:cubicBezTo>
                <a:lnTo>
                  <a:pt x="100610" y="5502"/>
                </a:lnTo>
                <a:cubicBezTo>
                  <a:pt x="100483" y="5601"/>
                  <a:pt x="100336" y="5647"/>
                  <a:pt x="100191" y="5647"/>
                </a:cubicBezTo>
                <a:cubicBezTo>
                  <a:pt x="100024" y="5647"/>
                  <a:pt x="99859" y="5586"/>
                  <a:pt x="99728" y="5472"/>
                </a:cubicBezTo>
                <a:cubicBezTo>
                  <a:pt x="99728" y="5198"/>
                  <a:pt x="99546" y="4955"/>
                  <a:pt x="99303" y="4864"/>
                </a:cubicBezTo>
                <a:cubicBezTo>
                  <a:pt x="98739" y="4801"/>
                  <a:pt x="98189" y="4681"/>
                  <a:pt x="97635" y="4681"/>
                </a:cubicBezTo>
                <a:cubicBezTo>
                  <a:pt x="97382" y="4681"/>
                  <a:pt x="97128" y="4706"/>
                  <a:pt x="96871" y="4773"/>
                </a:cubicBezTo>
                <a:lnTo>
                  <a:pt x="96294" y="5107"/>
                </a:lnTo>
                <a:cubicBezTo>
                  <a:pt x="96229" y="5078"/>
                  <a:pt x="96163" y="5065"/>
                  <a:pt x="96101" y="5065"/>
                </a:cubicBezTo>
                <a:cubicBezTo>
                  <a:pt x="95900" y="5065"/>
                  <a:pt x="95725" y="5203"/>
                  <a:pt x="95655" y="5411"/>
                </a:cubicBezTo>
                <a:lnTo>
                  <a:pt x="95746" y="5776"/>
                </a:lnTo>
                <a:cubicBezTo>
                  <a:pt x="95351" y="5867"/>
                  <a:pt x="95047" y="6171"/>
                  <a:pt x="94895" y="6536"/>
                </a:cubicBezTo>
                <a:lnTo>
                  <a:pt x="93254" y="6475"/>
                </a:lnTo>
                <a:cubicBezTo>
                  <a:pt x="93190" y="6453"/>
                  <a:pt x="93110" y="6432"/>
                  <a:pt x="93037" y="6432"/>
                </a:cubicBezTo>
                <a:cubicBezTo>
                  <a:pt x="93006" y="6432"/>
                  <a:pt x="92977" y="6436"/>
                  <a:pt x="92950" y="6445"/>
                </a:cubicBezTo>
                <a:cubicBezTo>
                  <a:pt x="92950" y="6445"/>
                  <a:pt x="92920" y="6445"/>
                  <a:pt x="92889" y="6475"/>
                </a:cubicBezTo>
                <a:lnTo>
                  <a:pt x="90123" y="6414"/>
                </a:lnTo>
                <a:cubicBezTo>
                  <a:pt x="89880" y="6019"/>
                  <a:pt x="89911" y="5928"/>
                  <a:pt x="90184" y="5441"/>
                </a:cubicBezTo>
                <a:lnTo>
                  <a:pt x="89911" y="5320"/>
                </a:lnTo>
                <a:lnTo>
                  <a:pt x="89181" y="5563"/>
                </a:lnTo>
                <a:cubicBezTo>
                  <a:pt x="88976" y="5631"/>
                  <a:pt x="88754" y="5666"/>
                  <a:pt x="88540" y="5666"/>
                </a:cubicBezTo>
                <a:cubicBezTo>
                  <a:pt x="88469" y="5666"/>
                  <a:pt x="88398" y="5662"/>
                  <a:pt x="88330" y="5654"/>
                </a:cubicBezTo>
                <a:cubicBezTo>
                  <a:pt x="88271" y="5639"/>
                  <a:pt x="88210" y="5632"/>
                  <a:pt x="88150" y="5632"/>
                </a:cubicBezTo>
                <a:cubicBezTo>
                  <a:pt x="87961" y="5632"/>
                  <a:pt x="87776" y="5706"/>
                  <a:pt x="87661" y="5867"/>
                </a:cubicBezTo>
                <a:cubicBezTo>
                  <a:pt x="87570" y="5928"/>
                  <a:pt x="87479" y="5989"/>
                  <a:pt x="87357" y="6019"/>
                </a:cubicBezTo>
                <a:cubicBezTo>
                  <a:pt x="87236" y="6080"/>
                  <a:pt x="87114" y="6049"/>
                  <a:pt x="86993" y="6110"/>
                </a:cubicBezTo>
                <a:cubicBezTo>
                  <a:pt x="86841" y="6171"/>
                  <a:pt x="86658" y="6262"/>
                  <a:pt x="86506" y="6353"/>
                </a:cubicBezTo>
                <a:lnTo>
                  <a:pt x="84895" y="6323"/>
                </a:lnTo>
                <a:cubicBezTo>
                  <a:pt x="84758" y="6080"/>
                  <a:pt x="84644" y="5958"/>
                  <a:pt x="84538" y="5958"/>
                </a:cubicBezTo>
                <a:cubicBezTo>
                  <a:pt x="84432" y="5958"/>
                  <a:pt x="84333" y="6080"/>
                  <a:pt x="84227" y="6323"/>
                </a:cubicBezTo>
                <a:lnTo>
                  <a:pt x="83558" y="6323"/>
                </a:lnTo>
                <a:cubicBezTo>
                  <a:pt x="83588" y="6262"/>
                  <a:pt x="83619" y="6201"/>
                  <a:pt x="83649" y="6141"/>
                </a:cubicBezTo>
                <a:lnTo>
                  <a:pt x="83649" y="6141"/>
                </a:lnTo>
                <a:lnTo>
                  <a:pt x="82798" y="6323"/>
                </a:lnTo>
                <a:lnTo>
                  <a:pt x="82433" y="6323"/>
                </a:lnTo>
                <a:lnTo>
                  <a:pt x="82464" y="6232"/>
                </a:lnTo>
                <a:cubicBezTo>
                  <a:pt x="82312" y="6232"/>
                  <a:pt x="82129" y="6262"/>
                  <a:pt x="81977" y="6323"/>
                </a:cubicBezTo>
                <a:cubicBezTo>
                  <a:pt x="79713" y="6308"/>
                  <a:pt x="77456" y="6300"/>
                  <a:pt x="75199" y="6300"/>
                </a:cubicBezTo>
                <a:cubicBezTo>
                  <a:pt x="72942" y="6300"/>
                  <a:pt x="70685" y="6308"/>
                  <a:pt x="68421" y="6323"/>
                </a:cubicBezTo>
                <a:cubicBezTo>
                  <a:pt x="68390" y="6201"/>
                  <a:pt x="68360" y="5989"/>
                  <a:pt x="68330" y="5806"/>
                </a:cubicBezTo>
                <a:cubicBezTo>
                  <a:pt x="68181" y="6121"/>
                  <a:pt x="68014" y="6273"/>
                  <a:pt x="67839" y="6273"/>
                </a:cubicBezTo>
                <a:cubicBezTo>
                  <a:pt x="67692" y="6273"/>
                  <a:pt x="67540" y="6166"/>
                  <a:pt x="67387" y="5958"/>
                </a:cubicBezTo>
                <a:cubicBezTo>
                  <a:pt x="67387" y="5943"/>
                  <a:pt x="67372" y="5943"/>
                  <a:pt x="67353" y="5943"/>
                </a:cubicBezTo>
                <a:cubicBezTo>
                  <a:pt x="67334" y="5943"/>
                  <a:pt x="67311" y="5943"/>
                  <a:pt x="67296" y="5928"/>
                </a:cubicBezTo>
                <a:cubicBezTo>
                  <a:pt x="67023" y="5806"/>
                  <a:pt x="66779" y="5685"/>
                  <a:pt x="66536" y="5563"/>
                </a:cubicBezTo>
                <a:cubicBezTo>
                  <a:pt x="66506" y="5533"/>
                  <a:pt x="66475" y="5381"/>
                  <a:pt x="66506" y="5289"/>
                </a:cubicBezTo>
                <a:cubicBezTo>
                  <a:pt x="66531" y="4942"/>
                  <a:pt x="66292" y="4595"/>
                  <a:pt x="66038" y="4595"/>
                </a:cubicBezTo>
                <a:cubicBezTo>
                  <a:pt x="65981" y="4595"/>
                  <a:pt x="65923" y="4612"/>
                  <a:pt x="65868" y="4651"/>
                </a:cubicBezTo>
                <a:cubicBezTo>
                  <a:pt x="65545" y="4879"/>
                  <a:pt x="65152" y="5000"/>
                  <a:pt x="64755" y="5000"/>
                </a:cubicBezTo>
                <a:cubicBezTo>
                  <a:pt x="64514" y="5000"/>
                  <a:pt x="64273" y="4955"/>
                  <a:pt x="64044" y="4864"/>
                </a:cubicBezTo>
                <a:cubicBezTo>
                  <a:pt x="63861" y="4803"/>
                  <a:pt x="63649" y="4803"/>
                  <a:pt x="63466" y="4803"/>
                </a:cubicBezTo>
                <a:cubicBezTo>
                  <a:pt x="63314" y="4651"/>
                  <a:pt x="63193" y="4530"/>
                  <a:pt x="63041" y="4408"/>
                </a:cubicBezTo>
                <a:cubicBezTo>
                  <a:pt x="62919" y="4317"/>
                  <a:pt x="62706" y="4317"/>
                  <a:pt x="62646" y="4226"/>
                </a:cubicBezTo>
                <a:cubicBezTo>
                  <a:pt x="62579" y="4010"/>
                  <a:pt x="62486" y="3939"/>
                  <a:pt x="62390" y="3939"/>
                </a:cubicBezTo>
                <a:cubicBezTo>
                  <a:pt x="62310" y="3939"/>
                  <a:pt x="62228" y="3988"/>
                  <a:pt x="62159" y="4043"/>
                </a:cubicBezTo>
                <a:cubicBezTo>
                  <a:pt x="62038" y="3861"/>
                  <a:pt x="61916" y="3709"/>
                  <a:pt x="61794" y="3557"/>
                </a:cubicBezTo>
                <a:cubicBezTo>
                  <a:pt x="61706" y="3483"/>
                  <a:pt x="61627" y="3454"/>
                  <a:pt x="61553" y="3454"/>
                </a:cubicBezTo>
                <a:cubicBezTo>
                  <a:pt x="61321" y="3454"/>
                  <a:pt x="61143" y="3738"/>
                  <a:pt x="60913" y="3830"/>
                </a:cubicBezTo>
                <a:lnTo>
                  <a:pt x="60639" y="3770"/>
                </a:lnTo>
                <a:lnTo>
                  <a:pt x="59606" y="3405"/>
                </a:lnTo>
                <a:cubicBezTo>
                  <a:pt x="59606" y="3405"/>
                  <a:pt x="59576" y="3435"/>
                  <a:pt x="59576" y="3466"/>
                </a:cubicBezTo>
                <a:cubicBezTo>
                  <a:pt x="59515" y="3587"/>
                  <a:pt x="59393" y="3800"/>
                  <a:pt x="59332" y="3800"/>
                </a:cubicBezTo>
                <a:cubicBezTo>
                  <a:pt x="59150" y="3770"/>
                  <a:pt x="59028" y="3679"/>
                  <a:pt x="58907" y="3557"/>
                </a:cubicBezTo>
                <a:cubicBezTo>
                  <a:pt x="58877" y="3466"/>
                  <a:pt x="58907" y="3253"/>
                  <a:pt x="58937" y="3101"/>
                </a:cubicBezTo>
                <a:cubicBezTo>
                  <a:pt x="58968" y="2949"/>
                  <a:pt x="59059" y="2919"/>
                  <a:pt x="59089" y="2827"/>
                </a:cubicBezTo>
                <a:cubicBezTo>
                  <a:pt x="59089" y="2706"/>
                  <a:pt x="59089" y="2554"/>
                  <a:pt x="59089" y="2432"/>
                </a:cubicBezTo>
                <a:cubicBezTo>
                  <a:pt x="58968" y="2463"/>
                  <a:pt x="58877" y="2523"/>
                  <a:pt x="58785" y="2584"/>
                </a:cubicBezTo>
                <a:cubicBezTo>
                  <a:pt x="58664" y="2706"/>
                  <a:pt x="58542" y="2858"/>
                  <a:pt x="58390" y="3010"/>
                </a:cubicBezTo>
                <a:lnTo>
                  <a:pt x="58299" y="2432"/>
                </a:lnTo>
                <a:cubicBezTo>
                  <a:pt x="58299" y="2402"/>
                  <a:pt x="58238" y="2402"/>
                  <a:pt x="58208" y="2371"/>
                </a:cubicBezTo>
                <a:cubicBezTo>
                  <a:pt x="58147" y="2432"/>
                  <a:pt x="58086" y="2523"/>
                  <a:pt x="58025" y="2584"/>
                </a:cubicBezTo>
                <a:cubicBezTo>
                  <a:pt x="57974" y="2918"/>
                  <a:pt x="57706" y="3122"/>
                  <a:pt x="57403" y="3122"/>
                </a:cubicBezTo>
                <a:cubicBezTo>
                  <a:pt x="57348" y="3122"/>
                  <a:pt x="57292" y="3115"/>
                  <a:pt x="57235" y="3101"/>
                </a:cubicBezTo>
                <a:cubicBezTo>
                  <a:pt x="57114" y="3101"/>
                  <a:pt x="57022" y="3101"/>
                  <a:pt x="56931" y="3131"/>
                </a:cubicBezTo>
                <a:cubicBezTo>
                  <a:pt x="56597" y="3223"/>
                  <a:pt x="56293" y="3314"/>
                  <a:pt x="55959" y="3405"/>
                </a:cubicBezTo>
                <a:cubicBezTo>
                  <a:pt x="55833" y="3430"/>
                  <a:pt x="55696" y="3476"/>
                  <a:pt x="55571" y="3476"/>
                </a:cubicBezTo>
                <a:cubicBezTo>
                  <a:pt x="55394" y="3476"/>
                  <a:pt x="55239" y="3384"/>
                  <a:pt x="55168" y="3010"/>
                </a:cubicBezTo>
                <a:lnTo>
                  <a:pt x="54682" y="3466"/>
                </a:lnTo>
                <a:cubicBezTo>
                  <a:pt x="54499" y="3387"/>
                  <a:pt x="54315" y="3241"/>
                  <a:pt x="54210" y="3241"/>
                </a:cubicBezTo>
                <a:cubicBezTo>
                  <a:pt x="54193" y="3241"/>
                  <a:pt x="54178" y="3245"/>
                  <a:pt x="54165" y="3253"/>
                </a:cubicBezTo>
                <a:cubicBezTo>
                  <a:pt x="54064" y="3316"/>
                  <a:pt x="53947" y="3348"/>
                  <a:pt x="53831" y="3348"/>
                </a:cubicBezTo>
                <a:cubicBezTo>
                  <a:pt x="53670" y="3348"/>
                  <a:pt x="53512" y="3286"/>
                  <a:pt x="53405" y="3162"/>
                </a:cubicBezTo>
                <a:cubicBezTo>
                  <a:pt x="53223" y="3010"/>
                  <a:pt x="53162" y="2767"/>
                  <a:pt x="53253" y="2554"/>
                </a:cubicBezTo>
                <a:cubicBezTo>
                  <a:pt x="53284" y="2250"/>
                  <a:pt x="53253" y="1916"/>
                  <a:pt x="53193" y="1612"/>
                </a:cubicBezTo>
                <a:lnTo>
                  <a:pt x="52889" y="2007"/>
                </a:lnTo>
                <a:lnTo>
                  <a:pt x="52645" y="1672"/>
                </a:lnTo>
                <a:lnTo>
                  <a:pt x="52463" y="1976"/>
                </a:lnTo>
                <a:lnTo>
                  <a:pt x="52311" y="2037"/>
                </a:lnTo>
                <a:cubicBezTo>
                  <a:pt x="52159" y="2098"/>
                  <a:pt x="51946" y="2098"/>
                  <a:pt x="51916" y="2189"/>
                </a:cubicBezTo>
                <a:cubicBezTo>
                  <a:pt x="51703" y="2675"/>
                  <a:pt x="51278" y="3040"/>
                  <a:pt x="50730" y="3131"/>
                </a:cubicBezTo>
                <a:cubicBezTo>
                  <a:pt x="50730" y="3162"/>
                  <a:pt x="50700" y="3162"/>
                  <a:pt x="50670" y="3192"/>
                </a:cubicBezTo>
                <a:cubicBezTo>
                  <a:pt x="50548" y="3253"/>
                  <a:pt x="50396" y="3283"/>
                  <a:pt x="50244" y="3344"/>
                </a:cubicBezTo>
                <a:cubicBezTo>
                  <a:pt x="49968" y="3477"/>
                  <a:pt x="49726" y="3541"/>
                  <a:pt x="49508" y="3541"/>
                </a:cubicBezTo>
                <a:cubicBezTo>
                  <a:pt x="49076" y="3541"/>
                  <a:pt x="48733" y="3291"/>
                  <a:pt x="48390" y="2827"/>
                </a:cubicBezTo>
                <a:cubicBezTo>
                  <a:pt x="48329" y="2767"/>
                  <a:pt x="48238" y="2706"/>
                  <a:pt x="48177" y="2706"/>
                </a:cubicBezTo>
                <a:cubicBezTo>
                  <a:pt x="47843" y="2584"/>
                  <a:pt x="47539" y="2493"/>
                  <a:pt x="47205" y="2432"/>
                </a:cubicBezTo>
                <a:cubicBezTo>
                  <a:pt x="46718" y="2311"/>
                  <a:pt x="46232" y="2189"/>
                  <a:pt x="45715" y="2098"/>
                </a:cubicBezTo>
                <a:cubicBezTo>
                  <a:pt x="45320" y="2007"/>
                  <a:pt x="44925" y="1976"/>
                  <a:pt x="44499" y="1916"/>
                </a:cubicBezTo>
                <a:lnTo>
                  <a:pt x="44499" y="1824"/>
                </a:lnTo>
                <a:lnTo>
                  <a:pt x="44530" y="1733"/>
                </a:lnTo>
                <a:lnTo>
                  <a:pt x="44469" y="1642"/>
                </a:lnTo>
                <a:cubicBezTo>
                  <a:pt x="44347" y="1551"/>
                  <a:pt x="44226" y="1429"/>
                  <a:pt x="44104" y="1368"/>
                </a:cubicBezTo>
                <a:cubicBezTo>
                  <a:pt x="43983" y="1277"/>
                  <a:pt x="43800" y="1247"/>
                  <a:pt x="43679" y="1156"/>
                </a:cubicBezTo>
                <a:cubicBezTo>
                  <a:pt x="43618" y="1095"/>
                  <a:pt x="43542" y="1064"/>
                  <a:pt x="43458" y="1064"/>
                </a:cubicBezTo>
                <a:cubicBezTo>
                  <a:pt x="43375" y="1064"/>
                  <a:pt x="43284" y="1095"/>
                  <a:pt x="43192" y="1156"/>
                </a:cubicBezTo>
                <a:cubicBezTo>
                  <a:pt x="43010" y="1247"/>
                  <a:pt x="42797" y="1308"/>
                  <a:pt x="42584" y="1338"/>
                </a:cubicBezTo>
                <a:cubicBezTo>
                  <a:pt x="42463" y="1368"/>
                  <a:pt x="42341" y="1429"/>
                  <a:pt x="42189" y="1460"/>
                </a:cubicBezTo>
                <a:cubicBezTo>
                  <a:pt x="42068" y="1490"/>
                  <a:pt x="41916" y="1490"/>
                  <a:pt x="41764" y="1490"/>
                </a:cubicBezTo>
                <a:cubicBezTo>
                  <a:pt x="40730" y="1460"/>
                  <a:pt x="39697" y="1490"/>
                  <a:pt x="38785" y="882"/>
                </a:cubicBezTo>
                <a:cubicBezTo>
                  <a:pt x="38679" y="837"/>
                  <a:pt x="38572" y="814"/>
                  <a:pt x="38466" y="814"/>
                </a:cubicBezTo>
                <a:cubicBezTo>
                  <a:pt x="38359" y="814"/>
                  <a:pt x="38253" y="837"/>
                  <a:pt x="38147" y="882"/>
                </a:cubicBezTo>
                <a:cubicBezTo>
                  <a:pt x="37721" y="1034"/>
                  <a:pt x="37326" y="1216"/>
                  <a:pt x="36931" y="1429"/>
                </a:cubicBezTo>
                <a:cubicBezTo>
                  <a:pt x="36835" y="1501"/>
                  <a:pt x="36725" y="1535"/>
                  <a:pt x="36617" y="1535"/>
                </a:cubicBezTo>
                <a:cubicBezTo>
                  <a:pt x="36452" y="1535"/>
                  <a:pt x="36293" y="1455"/>
                  <a:pt x="36201" y="1308"/>
                </a:cubicBezTo>
                <a:cubicBezTo>
                  <a:pt x="36065" y="1130"/>
                  <a:pt x="35989" y="1038"/>
                  <a:pt x="35929" y="1038"/>
                </a:cubicBezTo>
                <a:cubicBezTo>
                  <a:pt x="35854" y="1038"/>
                  <a:pt x="35802" y="1175"/>
                  <a:pt x="35685" y="1460"/>
                </a:cubicBezTo>
                <a:cubicBezTo>
                  <a:pt x="35590" y="1685"/>
                  <a:pt x="35485" y="1795"/>
                  <a:pt x="35353" y="1795"/>
                </a:cubicBezTo>
                <a:cubicBezTo>
                  <a:pt x="35272" y="1795"/>
                  <a:pt x="35181" y="1753"/>
                  <a:pt x="35077" y="1672"/>
                </a:cubicBezTo>
                <a:cubicBezTo>
                  <a:pt x="34955" y="1612"/>
                  <a:pt x="34834" y="1581"/>
                  <a:pt x="34712" y="1551"/>
                </a:cubicBezTo>
                <a:lnTo>
                  <a:pt x="34195" y="1368"/>
                </a:lnTo>
                <a:lnTo>
                  <a:pt x="34256" y="1186"/>
                </a:lnTo>
                <a:lnTo>
                  <a:pt x="34682" y="1186"/>
                </a:lnTo>
                <a:cubicBezTo>
                  <a:pt x="34864" y="1156"/>
                  <a:pt x="35077" y="1125"/>
                  <a:pt x="35289" y="1064"/>
                </a:cubicBezTo>
                <a:cubicBezTo>
                  <a:pt x="35350" y="1034"/>
                  <a:pt x="35411" y="913"/>
                  <a:pt x="35472" y="852"/>
                </a:cubicBezTo>
                <a:cubicBezTo>
                  <a:pt x="35411" y="761"/>
                  <a:pt x="35320" y="700"/>
                  <a:pt x="35229" y="669"/>
                </a:cubicBezTo>
                <a:cubicBezTo>
                  <a:pt x="35088" y="630"/>
                  <a:pt x="34944" y="611"/>
                  <a:pt x="34799" y="611"/>
                </a:cubicBezTo>
                <a:cubicBezTo>
                  <a:pt x="34380" y="611"/>
                  <a:pt x="33957" y="771"/>
                  <a:pt x="33618" y="1064"/>
                </a:cubicBezTo>
                <a:cubicBezTo>
                  <a:pt x="33221" y="1197"/>
                  <a:pt x="32824" y="1513"/>
                  <a:pt x="32388" y="1513"/>
                </a:cubicBezTo>
                <a:cubicBezTo>
                  <a:pt x="32322" y="1513"/>
                  <a:pt x="32256" y="1506"/>
                  <a:pt x="32189" y="1490"/>
                </a:cubicBezTo>
                <a:cubicBezTo>
                  <a:pt x="32037" y="1395"/>
                  <a:pt x="31885" y="1288"/>
                  <a:pt x="31726" y="1288"/>
                </a:cubicBezTo>
                <a:cubicBezTo>
                  <a:pt x="31630" y="1288"/>
                  <a:pt x="31532" y="1327"/>
                  <a:pt x="31429" y="1429"/>
                </a:cubicBezTo>
                <a:cubicBezTo>
                  <a:pt x="31230" y="1662"/>
                  <a:pt x="31076" y="1785"/>
                  <a:pt x="30923" y="1785"/>
                </a:cubicBezTo>
                <a:cubicBezTo>
                  <a:pt x="30796" y="1785"/>
                  <a:pt x="30669" y="1700"/>
                  <a:pt x="30517" y="1520"/>
                </a:cubicBezTo>
                <a:cubicBezTo>
                  <a:pt x="30749" y="1005"/>
                  <a:pt x="30785" y="905"/>
                  <a:pt x="30549" y="905"/>
                </a:cubicBezTo>
                <a:cubicBezTo>
                  <a:pt x="30507" y="905"/>
                  <a:pt x="30456" y="908"/>
                  <a:pt x="30396" y="913"/>
                </a:cubicBezTo>
                <a:lnTo>
                  <a:pt x="29697" y="1095"/>
                </a:lnTo>
                <a:lnTo>
                  <a:pt x="29666" y="973"/>
                </a:lnTo>
                <a:lnTo>
                  <a:pt x="29453" y="1460"/>
                </a:lnTo>
                <a:lnTo>
                  <a:pt x="29150" y="1490"/>
                </a:lnTo>
                <a:lnTo>
                  <a:pt x="28633" y="1247"/>
                </a:lnTo>
                <a:lnTo>
                  <a:pt x="27660" y="609"/>
                </a:lnTo>
                <a:cubicBezTo>
                  <a:pt x="27376" y="396"/>
                  <a:pt x="27037" y="275"/>
                  <a:pt x="26700" y="275"/>
                </a:cubicBezTo>
                <a:cubicBezTo>
                  <a:pt x="26604" y="275"/>
                  <a:pt x="26508" y="284"/>
                  <a:pt x="26414" y="305"/>
                </a:cubicBezTo>
                <a:lnTo>
                  <a:pt x="24985" y="578"/>
                </a:lnTo>
                <a:lnTo>
                  <a:pt x="23709" y="365"/>
                </a:lnTo>
                <a:lnTo>
                  <a:pt x="22918" y="244"/>
                </a:lnTo>
                <a:cubicBezTo>
                  <a:pt x="22787" y="84"/>
                  <a:pt x="22663" y="0"/>
                  <a:pt x="22536"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5"/>
          <p:cNvSpPr/>
          <p:nvPr/>
        </p:nvSpPr>
        <p:spPr>
          <a:xfrm>
            <a:off x="6045320" y="2298375"/>
            <a:ext cx="2465810" cy="902025"/>
          </a:xfrm>
          <a:custGeom>
            <a:rect b="b" l="l" r="r" t="t"/>
            <a:pathLst>
              <a:path extrusionOk="0" h="36081" w="127845">
                <a:moveTo>
                  <a:pt x="38967" y="1064"/>
                </a:moveTo>
                <a:cubicBezTo>
                  <a:pt x="39119" y="1125"/>
                  <a:pt x="39241" y="1216"/>
                  <a:pt x="39393" y="1308"/>
                </a:cubicBezTo>
                <a:cubicBezTo>
                  <a:pt x="39271" y="1247"/>
                  <a:pt x="39119" y="1156"/>
                  <a:pt x="38967" y="1064"/>
                </a:cubicBezTo>
                <a:close/>
                <a:moveTo>
                  <a:pt x="45502" y="3527"/>
                </a:moveTo>
                <a:cubicBezTo>
                  <a:pt x="45502" y="3587"/>
                  <a:pt x="45502" y="3648"/>
                  <a:pt x="45533" y="3739"/>
                </a:cubicBezTo>
                <a:lnTo>
                  <a:pt x="45502" y="3739"/>
                </a:lnTo>
                <a:cubicBezTo>
                  <a:pt x="45502" y="3679"/>
                  <a:pt x="45502" y="3587"/>
                  <a:pt x="45502" y="3527"/>
                </a:cubicBezTo>
                <a:close/>
                <a:moveTo>
                  <a:pt x="87783" y="6232"/>
                </a:moveTo>
                <a:cubicBezTo>
                  <a:pt x="87874" y="6262"/>
                  <a:pt x="87965" y="6293"/>
                  <a:pt x="88056" y="6353"/>
                </a:cubicBezTo>
                <a:lnTo>
                  <a:pt x="87509" y="6353"/>
                </a:lnTo>
                <a:lnTo>
                  <a:pt x="87783" y="6232"/>
                </a:lnTo>
                <a:close/>
                <a:moveTo>
                  <a:pt x="98359" y="6598"/>
                </a:moveTo>
                <a:lnTo>
                  <a:pt x="98359" y="6598"/>
                </a:lnTo>
                <a:cubicBezTo>
                  <a:pt x="98299" y="6658"/>
                  <a:pt x="98269" y="6719"/>
                  <a:pt x="98239" y="6779"/>
                </a:cubicBezTo>
                <a:lnTo>
                  <a:pt x="98209" y="6779"/>
                </a:lnTo>
                <a:cubicBezTo>
                  <a:pt x="98269" y="6719"/>
                  <a:pt x="98299" y="6658"/>
                  <a:pt x="98359" y="6598"/>
                </a:cubicBezTo>
                <a:close/>
                <a:moveTo>
                  <a:pt x="115625" y="6718"/>
                </a:moveTo>
                <a:lnTo>
                  <a:pt x="115625" y="6900"/>
                </a:lnTo>
                <a:cubicBezTo>
                  <a:pt x="115595" y="6840"/>
                  <a:pt x="115625" y="6779"/>
                  <a:pt x="115625" y="6718"/>
                </a:cubicBezTo>
                <a:close/>
                <a:moveTo>
                  <a:pt x="106081" y="9879"/>
                </a:moveTo>
                <a:lnTo>
                  <a:pt x="106081" y="9879"/>
                </a:lnTo>
                <a:cubicBezTo>
                  <a:pt x="106172" y="9910"/>
                  <a:pt x="106263" y="9940"/>
                  <a:pt x="106385" y="9940"/>
                </a:cubicBezTo>
                <a:cubicBezTo>
                  <a:pt x="106263" y="9940"/>
                  <a:pt x="106172" y="9940"/>
                  <a:pt x="106081" y="9879"/>
                </a:cubicBezTo>
                <a:close/>
                <a:moveTo>
                  <a:pt x="31703" y="28542"/>
                </a:moveTo>
                <a:cubicBezTo>
                  <a:pt x="31703" y="28633"/>
                  <a:pt x="31672" y="28725"/>
                  <a:pt x="31672" y="28785"/>
                </a:cubicBezTo>
                <a:cubicBezTo>
                  <a:pt x="31672" y="28725"/>
                  <a:pt x="31672" y="28633"/>
                  <a:pt x="31703" y="28542"/>
                </a:cubicBezTo>
                <a:close/>
                <a:moveTo>
                  <a:pt x="70610" y="32829"/>
                </a:moveTo>
                <a:lnTo>
                  <a:pt x="70610" y="32829"/>
                </a:lnTo>
                <a:cubicBezTo>
                  <a:pt x="70640" y="32859"/>
                  <a:pt x="70671" y="32889"/>
                  <a:pt x="70731" y="32889"/>
                </a:cubicBezTo>
                <a:lnTo>
                  <a:pt x="70731" y="32919"/>
                </a:lnTo>
                <a:cubicBezTo>
                  <a:pt x="70671" y="32889"/>
                  <a:pt x="70640" y="32859"/>
                  <a:pt x="70610" y="32829"/>
                </a:cubicBezTo>
                <a:close/>
                <a:moveTo>
                  <a:pt x="64986" y="32858"/>
                </a:moveTo>
                <a:lnTo>
                  <a:pt x="64986" y="32858"/>
                </a:lnTo>
                <a:cubicBezTo>
                  <a:pt x="64864" y="32889"/>
                  <a:pt x="64712" y="32919"/>
                  <a:pt x="64591" y="32950"/>
                </a:cubicBezTo>
                <a:cubicBezTo>
                  <a:pt x="64712" y="32919"/>
                  <a:pt x="64834" y="32889"/>
                  <a:pt x="64986" y="32858"/>
                </a:cubicBezTo>
                <a:close/>
                <a:moveTo>
                  <a:pt x="47868" y="33130"/>
                </a:moveTo>
                <a:cubicBezTo>
                  <a:pt x="47879" y="33131"/>
                  <a:pt x="47891" y="33132"/>
                  <a:pt x="47904" y="33132"/>
                </a:cubicBezTo>
                <a:lnTo>
                  <a:pt x="47873" y="33132"/>
                </a:lnTo>
                <a:cubicBezTo>
                  <a:pt x="47871" y="33131"/>
                  <a:pt x="47870" y="33131"/>
                  <a:pt x="47868" y="33130"/>
                </a:cubicBezTo>
                <a:close/>
                <a:moveTo>
                  <a:pt x="22536" y="0"/>
                </a:moveTo>
                <a:cubicBezTo>
                  <a:pt x="22398" y="0"/>
                  <a:pt x="22256" y="99"/>
                  <a:pt x="22098" y="305"/>
                </a:cubicBezTo>
                <a:cubicBezTo>
                  <a:pt x="22007" y="396"/>
                  <a:pt x="21915" y="487"/>
                  <a:pt x="21794" y="548"/>
                </a:cubicBezTo>
                <a:lnTo>
                  <a:pt x="20791" y="700"/>
                </a:lnTo>
                <a:lnTo>
                  <a:pt x="20487" y="700"/>
                </a:lnTo>
                <a:cubicBezTo>
                  <a:pt x="20275" y="676"/>
                  <a:pt x="20063" y="580"/>
                  <a:pt x="19865" y="580"/>
                </a:cubicBezTo>
                <a:cubicBezTo>
                  <a:pt x="19808" y="580"/>
                  <a:pt x="19751" y="588"/>
                  <a:pt x="19696" y="609"/>
                </a:cubicBezTo>
                <a:cubicBezTo>
                  <a:pt x="19598" y="665"/>
                  <a:pt x="19492" y="689"/>
                  <a:pt x="19386" y="689"/>
                </a:cubicBezTo>
                <a:cubicBezTo>
                  <a:pt x="19264" y="689"/>
                  <a:pt x="19142" y="657"/>
                  <a:pt x="19028" y="609"/>
                </a:cubicBezTo>
                <a:cubicBezTo>
                  <a:pt x="18845" y="517"/>
                  <a:pt x="18663" y="457"/>
                  <a:pt x="18450" y="365"/>
                </a:cubicBezTo>
                <a:cubicBezTo>
                  <a:pt x="18380" y="326"/>
                  <a:pt x="18318" y="307"/>
                  <a:pt x="18263" y="307"/>
                </a:cubicBezTo>
                <a:cubicBezTo>
                  <a:pt x="18105" y="307"/>
                  <a:pt x="18009" y="467"/>
                  <a:pt x="17964" y="761"/>
                </a:cubicBezTo>
                <a:lnTo>
                  <a:pt x="17143" y="882"/>
                </a:lnTo>
                <a:cubicBezTo>
                  <a:pt x="16809" y="913"/>
                  <a:pt x="16474" y="1004"/>
                  <a:pt x="16140" y="1034"/>
                </a:cubicBezTo>
                <a:cubicBezTo>
                  <a:pt x="14803" y="1095"/>
                  <a:pt x="13526" y="1399"/>
                  <a:pt x="12341" y="1916"/>
                </a:cubicBezTo>
                <a:lnTo>
                  <a:pt x="12067" y="1520"/>
                </a:lnTo>
                <a:cubicBezTo>
                  <a:pt x="12037" y="1551"/>
                  <a:pt x="12006" y="1551"/>
                  <a:pt x="11976" y="1581"/>
                </a:cubicBezTo>
                <a:lnTo>
                  <a:pt x="11702" y="1733"/>
                </a:lnTo>
                <a:cubicBezTo>
                  <a:pt x="11672" y="1612"/>
                  <a:pt x="11672" y="1460"/>
                  <a:pt x="11642" y="1338"/>
                </a:cubicBezTo>
                <a:cubicBezTo>
                  <a:pt x="11672" y="1186"/>
                  <a:pt x="11672" y="1064"/>
                  <a:pt x="11702" y="913"/>
                </a:cubicBezTo>
                <a:lnTo>
                  <a:pt x="11642" y="882"/>
                </a:lnTo>
                <a:lnTo>
                  <a:pt x="11429" y="1277"/>
                </a:lnTo>
                <a:cubicBezTo>
                  <a:pt x="11338" y="1460"/>
                  <a:pt x="11186" y="1794"/>
                  <a:pt x="11155" y="1794"/>
                </a:cubicBezTo>
                <a:cubicBezTo>
                  <a:pt x="11085" y="1752"/>
                  <a:pt x="11017" y="1734"/>
                  <a:pt x="10952" y="1734"/>
                </a:cubicBezTo>
                <a:cubicBezTo>
                  <a:pt x="10738" y="1734"/>
                  <a:pt x="10552" y="1928"/>
                  <a:pt x="10365" y="2068"/>
                </a:cubicBezTo>
                <a:cubicBezTo>
                  <a:pt x="10346" y="2067"/>
                  <a:pt x="10326" y="2067"/>
                  <a:pt x="10307" y="2067"/>
                </a:cubicBezTo>
                <a:cubicBezTo>
                  <a:pt x="8998" y="2067"/>
                  <a:pt x="7977" y="3081"/>
                  <a:pt x="6839" y="3800"/>
                </a:cubicBezTo>
                <a:lnTo>
                  <a:pt x="6778" y="3800"/>
                </a:lnTo>
                <a:cubicBezTo>
                  <a:pt x="6687" y="3648"/>
                  <a:pt x="6596" y="3527"/>
                  <a:pt x="6505" y="3375"/>
                </a:cubicBezTo>
                <a:cubicBezTo>
                  <a:pt x="6444" y="3223"/>
                  <a:pt x="6383" y="3131"/>
                  <a:pt x="6322" y="3010"/>
                </a:cubicBezTo>
                <a:cubicBezTo>
                  <a:pt x="6231" y="3101"/>
                  <a:pt x="6140" y="3223"/>
                  <a:pt x="6049" y="3344"/>
                </a:cubicBezTo>
                <a:cubicBezTo>
                  <a:pt x="5988" y="3496"/>
                  <a:pt x="5897" y="3618"/>
                  <a:pt x="5806" y="3739"/>
                </a:cubicBezTo>
                <a:cubicBezTo>
                  <a:pt x="5768" y="3777"/>
                  <a:pt x="5719" y="3803"/>
                  <a:pt x="5665" y="3803"/>
                </a:cubicBezTo>
                <a:cubicBezTo>
                  <a:pt x="5632" y="3803"/>
                  <a:pt x="5597" y="3793"/>
                  <a:pt x="5562" y="3770"/>
                </a:cubicBezTo>
                <a:cubicBezTo>
                  <a:pt x="5532" y="3770"/>
                  <a:pt x="5532" y="3618"/>
                  <a:pt x="5562" y="3496"/>
                </a:cubicBezTo>
                <a:cubicBezTo>
                  <a:pt x="5593" y="3405"/>
                  <a:pt x="5623" y="3344"/>
                  <a:pt x="5654" y="3253"/>
                </a:cubicBezTo>
                <a:cubicBezTo>
                  <a:pt x="5684" y="3040"/>
                  <a:pt x="5988" y="2736"/>
                  <a:pt x="5684" y="2615"/>
                </a:cubicBezTo>
                <a:cubicBezTo>
                  <a:pt x="5645" y="2599"/>
                  <a:pt x="5611" y="2592"/>
                  <a:pt x="5581" y="2592"/>
                </a:cubicBezTo>
                <a:cubicBezTo>
                  <a:pt x="5379" y="2592"/>
                  <a:pt x="5368" y="2916"/>
                  <a:pt x="5289" y="3101"/>
                </a:cubicBezTo>
                <a:cubicBezTo>
                  <a:pt x="5188" y="3429"/>
                  <a:pt x="5045" y="3610"/>
                  <a:pt x="4791" y="3610"/>
                </a:cubicBezTo>
                <a:cubicBezTo>
                  <a:pt x="4739" y="3610"/>
                  <a:pt x="4682" y="3603"/>
                  <a:pt x="4620" y="3587"/>
                </a:cubicBezTo>
                <a:cubicBezTo>
                  <a:pt x="4597" y="3576"/>
                  <a:pt x="4573" y="3571"/>
                  <a:pt x="4547" y="3571"/>
                </a:cubicBezTo>
                <a:cubicBezTo>
                  <a:pt x="4441" y="3571"/>
                  <a:pt x="4318" y="3660"/>
                  <a:pt x="4195" y="3709"/>
                </a:cubicBezTo>
                <a:cubicBezTo>
                  <a:pt x="4103" y="3709"/>
                  <a:pt x="4012" y="3770"/>
                  <a:pt x="3921" y="3800"/>
                </a:cubicBezTo>
                <a:lnTo>
                  <a:pt x="2644" y="4043"/>
                </a:lnTo>
                <a:lnTo>
                  <a:pt x="2097" y="4256"/>
                </a:lnTo>
                <a:cubicBezTo>
                  <a:pt x="2037" y="4286"/>
                  <a:pt x="1945" y="4317"/>
                  <a:pt x="1885" y="4378"/>
                </a:cubicBezTo>
                <a:lnTo>
                  <a:pt x="1793" y="4438"/>
                </a:lnTo>
                <a:lnTo>
                  <a:pt x="365" y="6171"/>
                </a:lnTo>
                <a:cubicBezTo>
                  <a:pt x="122" y="6445"/>
                  <a:pt x="0" y="6809"/>
                  <a:pt x="61" y="7174"/>
                </a:cubicBezTo>
                <a:cubicBezTo>
                  <a:pt x="122" y="7812"/>
                  <a:pt x="61" y="8481"/>
                  <a:pt x="61" y="9119"/>
                </a:cubicBezTo>
                <a:cubicBezTo>
                  <a:pt x="61" y="9271"/>
                  <a:pt x="91" y="9423"/>
                  <a:pt x="152" y="9575"/>
                </a:cubicBezTo>
                <a:cubicBezTo>
                  <a:pt x="426" y="10031"/>
                  <a:pt x="730" y="10396"/>
                  <a:pt x="730" y="11004"/>
                </a:cubicBezTo>
                <a:cubicBezTo>
                  <a:pt x="760" y="11095"/>
                  <a:pt x="790" y="11186"/>
                  <a:pt x="851" y="11247"/>
                </a:cubicBezTo>
                <a:cubicBezTo>
                  <a:pt x="1064" y="11642"/>
                  <a:pt x="1277" y="12068"/>
                  <a:pt x="1520" y="12463"/>
                </a:cubicBezTo>
                <a:cubicBezTo>
                  <a:pt x="1611" y="12706"/>
                  <a:pt x="1793" y="12888"/>
                  <a:pt x="1976" y="13040"/>
                </a:cubicBezTo>
                <a:cubicBezTo>
                  <a:pt x="2462" y="13314"/>
                  <a:pt x="2766" y="13831"/>
                  <a:pt x="2766" y="14378"/>
                </a:cubicBezTo>
                <a:cubicBezTo>
                  <a:pt x="2857" y="14499"/>
                  <a:pt x="2948" y="14651"/>
                  <a:pt x="3040" y="14773"/>
                </a:cubicBezTo>
                <a:cubicBezTo>
                  <a:pt x="3617" y="15411"/>
                  <a:pt x="3617" y="15411"/>
                  <a:pt x="3344" y="16293"/>
                </a:cubicBezTo>
                <a:cubicBezTo>
                  <a:pt x="3344" y="16293"/>
                  <a:pt x="3344" y="16323"/>
                  <a:pt x="3374" y="16414"/>
                </a:cubicBezTo>
                <a:lnTo>
                  <a:pt x="3739" y="16353"/>
                </a:lnTo>
                <a:lnTo>
                  <a:pt x="3860" y="16202"/>
                </a:lnTo>
                <a:cubicBezTo>
                  <a:pt x="3982" y="16232"/>
                  <a:pt x="4134" y="16232"/>
                  <a:pt x="4225" y="16323"/>
                </a:cubicBezTo>
                <a:cubicBezTo>
                  <a:pt x="4438" y="16597"/>
                  <a:pt x="4651" y="16870"/>
                  <a:pt x="4863" y="17144"/>
                </a:cubicBezTo>
                <a:cubicBezTo>
                  <a:pt x="4772" y="18360"/>
                  <a:pt x="4681" y="19606"/>
                  <a:pt x="4590" y="20822"/>
                </a:cubicBezTo>
                <a:cubicBezTo>
                  <a:pt x="4529" y="21582"/>
                  <a:pt x="4499" y="22493"/>
                  <a:pt x="5076" y="23010"/>
                </a:cubicBezTo>
                <a:cubicBezTo>
                  <a:pt x="5532" y="23436"/>
                  <a:pt x="6201" y="23466"/>
                  <a:pt x="6839" y="23466"/>
                </a:cubicBezTo>
                <a:lnTo>
                  <a:pt x="26019" y="23648"/>
                </a:lnTo>
                <a:cubicBezTo>
                  <a:pt x="26414" y="23831"/>
                  <a:pt x="26839" y="23922"/>
                  <a:pt x="27265" y="23922"/>
                </a:cubicBezTo>
                <a:lnTo>
                  <a:pt x="27812" y="23800"/>
                </a:lnTo>
                <a:cubicBezTo>
                  <a:pt x="27812" y="23831"/>
                  <a:pt x="27842" y="23892"/>
                  <a:pt x="27842" y="23922"/>
                </a:cubicBezTo>
                <a:cubicBezTo>
                  <a:pt x="27903" y="24287"/>
                  <a:pt x="27934" y="24682"/>
                  <a:pt x="27934" y="25047"/>
                </a:cubicBezTo>
                <a:cubicBezTo>
                  <a:pt x="27934" y="25503"/>
                  <a:pt x="27934" y="25959"/>
                  <a:pt x="27903" y="26414"/>
                </a:cubicBezTo>
                <a:cubicBezTo>
                  <a:pt x="27842" y="26779"/>
                  <a:pt x="27751" y="27114"/>
                  <a:pt x="27660" y="27418"/>
                </a:cubicBezTo>
                <a:cubicBezTo>
                  <a:pt x="27812" y="27387"/>
                  <a:pt x="27934" y="27326"/>
                  <a:pt x="28055" y="27235"/>
                </a:cubicBezTo>
                <a:cubicBezTo>
                  <a:pt x="28177" y="27144"/>
                  <a:pt x="28268" y="27022"/>
                  <a:pt x="28359" y="26901"/>
                </a:cubicBezTo>
                <a:lnTo>
                  <a:pt x="28359" y="26992"/>
                </a:lnTo>
                <a:cubicBezTo>
                  <a:pt x="28359" y="27114"/>
                  <a:pt x="28359" y="27266"/>
                  <a:pt x="28329" y="27387"/>
                </a:cubicBezTo>
                <a:cubicBezTo>
                  <a:pt x="28177" y="27752"/>
                  <a:pt x="28268" y="28177"/>
                  <a:pt x="28511" y="28512"/>
                </a:cubicBezTo>
                <a:cubicBezTo>
                  <a:pt x="28690" y="28461"/>
                  <a:pt x="28825" y="28346"/>
                  <a:pt x="28954" y="28346"/>
                </a:cubicBezTo>
                <a:cubicBezTo>
                  <a:pt x="28979" y="28346"/>
                  <a:pt x="29003" y="28350"/>
                  <a:pt x="29028" y="28360"/>
                </a:cubicBezTo>
                <a:cubicBezTo>
                  <a:pt x="29362" y="28481"/>
                  <a:pt x="29666" y="28664"/>
                  <a:pt x="29970" y="28846"/>
                </a:cubicBezTo>
                <a:cubicBezTo>
                  <a:pt x="30086" y="28482"/>
                  <a:pt x="30184" y="28307"/>
                  <a:pt x="30308" y="28307"/>
                </a:cubicBezTo>
                <a:cubicBezTo>
                  <a:pt x="30412" y="28307"/>
                  <a:pt x="30534" y="28429"/>
                  <a:pt x="30700" y="28664"/>
                </a:cubicBezTo>
                <a:cubicBezTo>
                  <a:pt x="30852" y="28877"/>
                  <a:pt x="31064" y="29059"/>
                  <a:pt x="31247" y="29241"/>
                </a:cubicBezTo>
                <a:lnTo>
                  <a:pt x="31338" y="29180"/>
                </a:lnTo>
                <a:cubicBezTo>
                  <a:pt x="31338" y="29484"/>
                  <a:pt x="31338" y="29758"/>
                  <a:pt x="31368" y="30092"/>
                </a:cubicBezTo>
                <a:lnTo>
                  <a:pt x="31703" y="30457"/>
                </a:lnTo>
                <a:lnTo>
                  <a:pt x="32159" y="30974"/>
                </a:lnTo>
                <a:cubicBezTo>
                  <a:pt x="32159" y="30791"/>
                  <a:pt x="32159" y="30670"/>
                  <a:pt x="32128" y="30427"/>
                </a:cubicBezTo>
                <a:lnTo>
                  <a:pt x="32128" y="30427"/>
                </a:lnTo>
                <a:cubicBezTo>
                  <a:pt x="32250" y="30518"/>
                  <a:pt x="32371" y="30639"/>
                  <a:pt x="32463" y="30761"/>
                </a:cubicBezTo>
                <a:cubicBezTo>
                  <a:pt x="32645" y="31126"/>
                  <a:pt x="32827" y="31491"/>
                  <a:pt x="33010" y="31855"/>
                </a:cubicBezTo>
                <a:lnTo>
                  <a:pt x="33405" y="32007"/>
                </a:lnTo>
                <a:cubicBezTo>
                  <a:pt x="33405" y="32098"/>
                  <a:pt x="33375" y="32220"/>
                  <a:pt x="33375" y="32311"/>
                </a:cubicBezTo>
                <a:cubicBezTo>
                  <a:pt x="33255" y="32788"/>
                  <a:pt x="33604" y="33528"/>
                  <a:pt x="33990" y="33528"/>
                </a:cubicBezTo>
                <a:cubicBezTo>
                  <a:pt x="33997" y="33528"/>
                  <a:pt x="34005" y="33528"/>
                  <a:pt x="34013" y="33527"/>
                </a:cubicBezTo>
                <a:cubicBezTo>
                  <a:pt x="34039" y="33524"/>
                  <a:pt x="34065" y="33523"/>
                  <a:pt x="34091" y="33523"/>
                </a:cubicBezTo>
                <a:cubicBezTo>
                  <a:pt x="34368" y="33523"/>
                  <a:pt x="34639" y="33667"/>
                  <a:pt x="34834" y="33861"/>
                </a:cubicBezTo>
                <a:cubicBezTo>
                  <a:pt x="35046" y="33983"/>
                  <a:pt x="35168" y="34226"/>
                  <a:pt x="35137" y="34469"/>
                </a:cubicBezTo>
                <a:lnTo>
                  <a:pt x="35472" y="34469"/>
                </a:lnTo>
                <a:cubicBezTo>
                  <a:pt x="35624" y="34409"/>
                  <a:pt x="35806" y="34378"/>
                  <a:pt x="35958" y="34378"/>
                </a:cubicBezTo>
                <a:cubicBezTo>
                  <a:pt x="36171" y="34378"/>
                  <a:pt x="36384" y="34409"/>
                  <a:pt x="36596" y="34439"/>
                </a:cubicBezTo>
                <a:cubicBezTo>
                  <a:pt x="36627" y="34956"/>
                  <a:pt x="36688" y="35472"/>
                  <a:pt x="36779" y="36080"/>
                </a:cubicBezTo>
                <a:lnTo>
                  <a:pt x="38359" y="35898"/>
                </a:lnTo>
                <a:lnTo>
                  <a:pt x="38542" y="35776"/>
                </a:lnTo>
                <a:cubicBezTo>
                  <a:pt x="38709" y="35792"/>
                  <a:pt x="38869" y="35799"/>
                  <a:pt x="39024" y="35799"/>
                </a:cubicBezTo>
                <a:cubicBezTo>
                  <a:pt x="39180" y="35799"/>
                  <a:pt x="39332" y="35792"/>
                  <a:pt x="39484" y="35776"/>
                </a:cubicBezTo>
                <a:cubicBezTo>
                  <a:pt x="39818" y="35685"/>
                  <a:pt x="40122" y="35594"/>
                  <a:pt x="40426" y="35503"/>
                </a:cubicBezTo>
                <a:cubicBezTo>
                  <a:pt x="40483" y="35495"/>
                  <a:pt x="40540" y="35491"/>
                  <a:pt x="40597" y="35491"/>
                </a:cubicBezTo>
                <a:cubicBezTo>
                  <a:pt x="40753" y="35491"/>
                  <a:pt x="40909" y="35519"/>
                  <a:pt x="41065" y="35564"/>
                </a:cubicBezTo>
                <a:cubicBezTo>
                  <a:pt x="41131" y="35593"/>
                  <a:pt x="41188" y="35606"/>
                  <a:pt x="41238" y="35606"/>
                </a:cubicBezTo>
                <a:cubicBezTo>
                  <a:pt x="41395" y="35606"/>
                  <a:pt x="41482" y="35474"/>
                  <a:pt x="41551" y="35290"/>
                </a:cubicBezTo>
                <a:lnTo>
                  <a:pt x="42797" y="35138"/>
                </a:lnTo>
                <a:lnTo>
                  <a:pt x="42919" y="35047"/>
                </a:lnTo>
                <a:lnTo>
                  <a:pt x="43010" y="35108"/>
                </a:lnTo>
                <a:cubicBezTo>
                  <a:pt x="43106" y="35162"/>
                  <a:pt x="43191" y="35185"/>
                  <a:pt x="43266" y="35185"/>
                </a:cubicBezTo>
                <a:cubicBezTo>
                  <a:pt x="43572" y="35185"/>
                  <a:pt x="43733" y="34804"/>
                  <a:pt x="43952" y="34560"/>
                </a:cubicBezTo>
                <a:lnTo>
                  <a:pt x="44347" y="34165"/>
                </a:lnTo>
                <a:cubicBezTo>
                  <a:pt x="44773" y="33983"/>
                  <a:pt x="45198" y="33861"/>
                  <a:pt x="45594" y="33709"/>
                </a:cubicBezTo>
                <a:cubicBezTo>
                  <a:pt x="46100" y="33533"/>
                  <a:pt x="46575" y="33341"/>
                  <a:pt x="47075" y="33341"/>
                </a:cubicBezTo>
                <a:cubicBezTo>
                  <a:pt x="47266" y="33341"/>
                  <a:pt x="47460" y="33369"/>
                  <a:pt x="47660" y="33436"/>
                </a:cubicBezTo>
                <a:cubicBezTo>
                  <a:pt x="47677" y="33444"/>
                  <a:pt x="47697" y="33448"/>
                  <a:pt x="47720" y="33448"/>
                </a:cubicBezTo>
                <a:cubicBezTo>
                  <a:pt x="47782" y="33448"/>
                  <a:pt x="47859" y="33420"/>
                  <a:pt x="47904" y="33375"/>
                </a:cubicBezTo>
                <a:cubicBezTo>
                  <a:pt x="47996" y="33282"/>
                  <a:pt x="48083" y="33247"/>
                  <a:pt x="48169" y="33247"/>
                </a:cubicBezTo>
                <a:cubicBezTo>
                  <a:pt x="48281" y="33247"/>
                  <a:pt x="48391" y="33306"/>
                  <a:pt x="48512" y="33375"/>
                </a:cubicBezTo>
                <a:cubicBezTo>
                  <a:pt x="48724" y="33497"/>
                  <a:pt x="48937" y="33588"/>
                  <a:pt x="49180" y="33649"/>
                </a:cubicBezTo>
                <a:lnTo>
                  <a:pt x="49332" y="33831"/>
                </a:lnTo>
                <a:cubicBezTo>
                  <a:pt x="49575" y="34074"/>
                  <a:pt x="49849" y="34348"/>
                  <a:pt x="50092" y="34591"/>
                </a:cubicBezTo>
                <a:cubicBezTo>
                  <a:pt x="50107" y="34606"/>
                  <a:pt x="50128" y="34612"/>
                  <a:pt x="50153" y="34612"/>
                </a:cubicBezTo>
                <a:cubicBezTo>
                  <a:pt x="50227" y="34612"/>
                  <a:pt x="50335" y="34560"/>
                  <a:pt x="50426" y="34560"/>
                </a:cubicBezTo>
                <a:cubicBezTo>
                  <a:pt x="50700" y="34469"/>
                  <a:pt x="51004" y="34348"/>
                  <a:pt x="51278" y="34226"/>
                </a:cubicBezTo>
                <a:cubicBezTo>
                  <a:pt x="51825" y="33922"/>
                  <a:pt x="52402" y="33740"/>
                  <a:pt x="53041" y="33740"/>
                </a:cubicBezTo>
                <a:cubicBezTo>
                  <a:pt x="53284" y="33861"/>
                  <a:pt x="53557" y="33953"/>
                  <a:pt x="53831" y="34044"/>
                </a:cubicBezTo>
                <a:cubicBezTo>
                  <a:pt x="53892" y="34058"/>
                  <a:pt x="53953" y="34064"/>
                  <a:pt x="54014" y="34064"/>
                </a:cubicBezTo>
                <a:cubicBezTo>
                  <a:pt x="54302" y="34064"/>
                  <a:pt x="54597" y="33936"/>
                  <a:pt x="54896" y="33936"/>
                </a:cubicBezTo>
                <a:cubicBezTo>
                  <a:pt x="55077" y="33936"/>
                  <a:pt x="55259" y="33983"/>
                  <a:pt x="55442" y="34135"/>
                </a:cubicBezTo>
                <a:cubicBezTo>
                  <a:pt x="55457" y="34150"/>
                  <a:pt x="55465" y="34158"/>
                  <a:pt x="55472" y="34158"/>
                </a:cubicBezTo>
                <a:cubicBezTo>
                  <a:pt x="55480" y="34158"/>
                  <a:pt x="55487" y="34150"/>
                  <a:pt x="55503" y="34135"/>
                </a:cubicBezTo>
                <a:cubicBezTo>
                  <a:pt x="55837" y="33953"/>
                  <a:pt x="56141" y="33770"/>
                  <a:pt x="56445" y="33527"/>
                </a:cubicBezTo>
                <a:cubicBezTo>
                  <a:pt x="56815" y="33263"/>
                  <a:pt x="57116" y="32860"/>
                  <a:pt x="57549" y="32860"/>
                </a:cubicBezTo>
                <a:cubicBezTo>
                  <a:pt x="57613" y="32860"/>
                  <a:pt x="57681" y="32869"/>
                  <a:pt x="57752" y="32889"/>
                </a:cubicBezTo>
                <a:lnTo>
                  <a:pt x="57965" y="32980"/>
                </a:lnTo>
                <a:cubicBezTo>
                  <a:pt x="58128" y="33143"/>
                  <a:pt x="58297" y="33191"/>
                  <a:pt x="58467" y="33191"/>
                </a:cubicBezTo>
                <a:cubicBezTo>
                  <a:pt x="58677" y="33191"/>
                  <a:pt x="58888" y="33118"/>
                  <a:pt x="59089" y="33102"/>
                </a:cubicBezTo>
                <a:cubicBezTo>
                  <a:pt x="59241" y="33102"/>
                  <a:pt x="59393" y="33132"/>
                  <a:pt x="59545" y="33223"/>
                </a:cubicBezTo>
                <a:cubicBezTo>
                  <a:pt x="59656" y="33310"/>
                  <a:pt x="59743" y="33356"/>
                  <a:pt x="59810" y="33356"/>
                </a:cubicBezTo>
                <a:cubicBezTo>
                  <a:pt x="59908" y="33356"/>
                  <a:pt x="59965" y="33257"/>
                  <a:pt x="60001" y="33041"/>
                </a:cubicBezTo>
                <a:cubicBezTo>
                  <a:pt x="60047" y="32811"/>
                  <a:pt x="60145" y="32703"/>
                  <a:pt x="60295" y="32703"/>
                </a:cubicBezTo>
                <a:cubicBezTo>
                  <a:pt x="60343" y="32703"/>
                  <a:pt x="60398" y="32714"/>
                  <a:pt x="60457" y="32737"/>
                </a:cubicBezTo>
                <a:lnTo>
                  <a:pt x="61339" y="33010"/>
                </a:lnTo>
                <a:cubicBezTo>
                  <a:pt x="61430" y="33162"/>
                  <a:pt x="61521" y="33314"/>
                  <a:pt x="61582" y="33375"/>
                </a:cubicBezTo>
                <a:cubicBezTo>
                  <a:pt x="61791" y="33296"/>
                  <a:pt x="61956" y="33150"/>
                  <a:pt x="62094" y="33150"/>
                </a:cubicBezTo>
                <a:cubicBezTo>
                  <a:pt x="62117" y="33150"/>
                  <a:pt x="62138" y="33154"/>
                  <a:pt x="62159" y="33162"/>
                </a:cubicBezTo>
                <a:cubicBezTo>
                  <a:pt x="62342" y="33193"/>
                  <a:pt x="62372" y="33497"/>
                  <a:pt x="62494" y="33709"/>
                </a:cubicBezTo>
                <a:cubicBezTo>
                  <a:pt x="62551" y="33308"/>
                  <a:pt x="62693" y="33111"/>
                  <a:pt x="62903" y="33111"/>
                </a:cubicBezTo>
                <a:cubicBezTo>
                  <a:pt x="63028" y="33111"/>
                  <a:pt x="63176" y="33179"/>
                  <a:pt x="63345" y="33314"/>
                </a:cubicBezTo>
                <a:cubicBezTo>
                  <a:pt x="63355" y="33324"/>
                  <a:pt x="63368" y="33328"/>
                  <a:pt x="63383" y="33328"/>
                </a:cubicBezTo>
                <a:cubicBezTo>
                  <a:pt x="63412" y="33328"/>
                  <a:pt x="63446" y="33314"/>
                  <a:pt x="63466" y="33314"/>
                </a:cubicBezTo>
                <a:cubicBezTo>
                  <a:pt x="63740" y="33375"/>
                  <a:pt x="64044" y="33405"/>
                  <a:pt x="64317" y="33466"/>
                </a:cubicBezTo>
                <a:cubicBezTo>
                  <a:pt x="64348" y="33466"/>
                  <a:pt x="64409" y="33649"/>
                  <a:pt x="64439" y="33740"/>
                </a:cubicBezTo>
                <a:cubicBezTo>
                  <a:pt x="64483" y="34030"/>
                  <a:pt x="64740" y="34270"/>
                  <a:pt x="64970" y="34270"/>
                </a:cubicBezTo>
                <a:cubicBezTo>
                  <a:pt x="65054" y="34270"/>
                  <a:pt x="65134" y="34238"/>
                  <a:pt x="65199" y="34165"/>
                </a:cubicBezTo>
                <a:cubicBezTo>
                  <a:pt x="65558" y="33696"/>
                  <a:pt x="66117" y="33427"/>
                  <a:pt x="66694" y="33427"/>
                </a:cubicBezTo>
                <a:cubicBezTo>
                  <a:pt x="66753" y="33427"/>
                  <a:pt x="66812" y="33430"/>
                  <a:pt x="66871" y="33436"/>
                </a:cubicBezTo>
                <a:cubicBezTo>
                  <a:pt x="67053" y="33436"/>
                  <a:pt x="67266" y="33405"/>
                  <a:pt x="67448" y="33345"/>
                </a:cubicBezTo>
                <a:cubicBezTo>
                  <a:pt x="67630" y="33436"/>
                  <a:pt x="67782" y="33527"/>
                  <a:pt x="67965" y="33618"/>
                </a:cubicBezTo>
                <a:cubicBezTo>
                  <a:pt x="68117" y="33649"/>
                  <a:pt x="68330" y="33618"/>
                  <a:pt x="68390" y="33679"/>
                </a:cubicBezTo>
                <a:cubicBezTo>
                  <a:pt x="68498" y="33840"/>
                  <a:pt x="68587" y="33895"/>
                  <a:pt x="68664" y="33895"/>
                </a:cubicBezTo>
                <a:cubicBezTo>
                  <a:pt x="68762" y="33895"/>
                  <a:pt x="68839" y="33808"/>
                  <a:pt x="68907" y="33740"/>
                </a:cubicBezTo>
                <a:cubicBezTo>
                  <a:pt x="69089" y="33861"/>
                  <a:pt x="69241" y="33953"/>
                  <a:pt x="69424" y="34074"/>
                </a:cubicBezTo>
                <a:cubicBezTo>
                  <a:pt x="69494" y="34109"/>
                  <a:pt x="69555" y="34125"/>
                  <a:pt x="69609" y="34125"/>
                </a:cubicBezTo>
                <a:cubicBezTo>
                  <a:pt x="69884" y="34125"/>
                  <a:pt x="69981" y="33735"/>
                  <a:pt x="70184" y="33557"/>
                </a:cubicBezTo>
                <a:lnTo>
                  <a:pt x="70488" y="33527"/>
                </a:lnTo>
                <a:lnTo>
                  <a:pt x="71582" y="33588"/>
                </a:lnTo>
                <a:cubicBezTo>
                  <a:pt x="71582" y="33557"/>
                  <a:pt x="71582" y="33527"/>
                  <a:pt x="71582" y="33527"/>
                </a:cubicBezTo>
                <a:cubicBezTo>
                  <a:pt x="71612" y="33375"/>
                  <a:pt x="71673" y="33132"/>
                  <a:pt x="71734" y="33132"/>
                </a:cubicBezTo>
                <a:cubicBezTo>
                  <a:pt x="71761" y="33127"/>
                  <a:pt x="71789" y="33124"/>
                  <a:pt x="71817" y="33124"/>
                </a:cubicBezTo>
                <a:cubicBezTo>
                  <a:pt x="71949" y="33124"/>
                  <a:pt x="72090" y="33178"/>
                  <a:pt x="72190" y="33253"/>
                </a:cubicBezTo>
                <a:cubicBezTo>
                  <a:pt x="72281" y="33314"/>
                  <a:pt x="72281" y="33557"/>
                  <a:pt x="72281" y="33679"/>
                </a:cubicBezTo>
                <a:cubicBezTo>
                  <a:pt x="72281" y="33831"/>
                  <a:pt x="72220" y="33892"/>
                  <a:pt x="72220" y="33983"/>
                </a:cubicBezTo>
                <a:cubicBezTo>
                  <a:pt x="72251" y="34135"/>
                  <a:pt x="72311" y="34257"/>
                  <a:pt x="72342" y="34378"/>
                </a:cubicBezTo>
                <a:cubicBezTo>
                  <a:pt x="72433" y="34317"/>
                  <a:pt x="72524" y="34226"/>
                  <a:pt x="72585" y="34135"/>
                </a:cubicBezTo>
                <a:cubicBezTo>
                  <a:pt x="72676" y="33983"/>
                  <a:pt x="72767" y="33801"/>
                  <a:pt x="72859" y="33649"/>
                </a:cubicBezTo>
                <a:lnTo>
                  <a:pt x="73132" y="34135"/>
                </a:lnTo>
                <a:cubicBezTo>
                  <a:pt x="73132" y="34165"/>
                  <a:pt x="73162" y="34165"/>
                  <a:pt x="73223" y="34196"/>
                </a:cubicBezTo>
                <a:cubicBezTo>
                  <a:pt x="73254" y="34105"/>
                  <a:pt x="73284" y="34013"/>
                  <a:pt x="73314" y="33922"/>
                </a:cubicBezTo>
                <a:cubicBezTo>
                  <a:pt x="73345" y="33405"/>
                  <a:pt x="73588" y="33253"/>
                  <a:pt x="73953" y="33223"/>
                </a:cubicBezTo>
                <a:cubicBezTo>
                  <a:pt x="74044" y="33193"/>
                  <a:pt x="74135" y="33162"/>
                  <a:pt x="74226" y="33102"/>
                </a:cubicBezTo>
                <a:cubicBezTo>
                  <a:pt x="74500" y="32919"/>
                  <a:pt x="74773" y="32737"/>
                  <a:pt x="75077" y="32554"/>
                </a:cubicBezTo>
                <a:cubicBezTo>
                  <a:pt x="75241" y="32472"/>
                  <a:pt x="75397" y="32355"/>
                  <a:pt x="75552" y="32355"/>
                </a:cubicBezTo>
                <a:cubicBezTo>
                  <a:pt x="75685" y="32355"/>
                  <a:pt x="75819" y="32440"/>
                  <a:pt x="75959" y="32706"/>
                </a:cubicBezTo>
                <a:lnTo>
                  <a:pt x="76293" y="32159"/>
                </a:lnTo>
                <a:cubicBezTo>
                  <a:pt x="76459" y="32180"/>
                  <a:pt x="76625" y="32229"/>
                  <a:pt x="76733" y="32229"/>
                </a:cubicBezTo>
                <a:cubicBezTo>
                  <a:pt x="76784" y="32229"/>
                  <a:pt x="76821" y="32219"/>
                  <a:pt x="76840" y="32190"/>
                </a:cubicBezTo>
                <a:cubicBezTo>
                  <a:pt x="76871" y="32159"/>
                  <a:pt x="76932" y="32129"/>
                  <a:pt x="76962" y="32098"/>
                </a:cubicBezTo>
                <a:lnTo>
                  <a:pt x="77144" y="32220"/>
                </a:lnTo>
                <a:lnTo>
                  <a:pt x="77418" y="32007"/>
                </a:lnTo>
                <a:cubicBezTo>
                  <a:pt x="77479" y="32038"/>
                  <a:pt x="77570" y="32038"/>
                  <a:pt x="77631" y="32068"/>
                </a:cubicBezTo>
                <a:cubicBezTo>
                  <a:pt x="77691" y="32098"/>
                  <a:pt x="77752" y="32159"/>
                  <a:pt x="77813" y="32220"/>
                </a:cubicBezTo>
                <a:lnTo>
                  <a:pt x="77813" y="32250"/>
                </a:lnTo>
                <a:cubicBezTo>
                  <a:pt x="77722" y="32372"/>
                  <a:pt x="77631" y="32524"/>
                  <a:pt x="77570" y="32676"/>
                </a:cubicBezTo>
                <a:cubicBezTo>
                  <a:pt x="77539" y="32798"/>
                  <a:pt x="77570" y="32950"/>
                  <a:pt x="77631" y="33041"/>
                </a:cubicBezTo>
                <a:cubicBezTo>
                  <a:pt x="77640" y="33059"/>
                  <a:pt x="77662" y="33066"/>
                  <a:pt x="77690" y="33066"/>
                </a:cubicBezTo>
                <a:cubicBezTo>
                  <a:pt x="77757" y="33066"/>
                  <a:pt x="77861" y="33023"/>
                  <a:pt x="77904" y="32980"/>
                </a:cubicBezTo>
                <a:cubicBezTo>
                  <a:pt x="77965" y="32889"/>
                  <a:pt x="77965" y="32889"/>
                  <a:pt x="77995" y="32858"/>
                </a:cubicBezTo>
                <a:cubicBezTo>
                  <a:pt x="78056" y="33041"/>
                  <a:pt x="78147" y="33223"/>
                  <a:pt x="78269" y="33497"/>
                </a:cubicBezTo>
                <a:lnTo>
                  <a:pt x="78451" y="33071"/>
                </a:lnTo>
                <a:lnTo>
                  <a:pt x="78451" y="33284"/>
                </a:lnTo>
                <a:lnTo>
                  <a:pt x="78603" y="33193"/>
                </a:lnTo>
                <a:lnTo>
                  <a:pt x="78755" y="33314"/>
                </a:lnTo>
                <a:lnTo>
                  <a:pt x="78846" y="33010"/>
                </a:lnTo>
                <a:lnTo>
                  <a:pt x="79242" y="32706"/>
                </a:lnTo>
                <a:cubicBezTo>
                  <a:pt x="79272" y="32676"/>
                  <a:pt x="79302" y="32646"/>
                  <a:pt x="79333" y="32615"/>
                </a:cubicBezTo>
                <a:cubicBezTo>
                  <a:pt x="79333" y="32554"/>
                  <a:pt x="79333" y="32494"/>
                  <a:pt x="79363" y="32463"/>
                </a:cubicBezTo>
                <a:cubicBezTo>
                  <a:pt x="79606" y="32463"/>
                  <a:pt x="79546" y="32159"/>
                  <a:pt x="79606" y="31946"/>
                </a:cubicBezTo>
                <a:lnTo>
                  <a:pt x="79789" y="31825"/>
                </a:lnTo>
                <a:cubicBezTo>
                  <a:pt x="79850" y="31673"/>
                  <a:pt x="79941" y="31551"/>
                  <a:pt x="80062" y="31460"/>
                </a:cubicBezTo>
                <a:cubicBezTo>
                  <a:pt x="80093" y="31430"/>
                  <a:pt x="80154" y="31399"/>
                  <a:pt x="80184" y="31369"/>
                </a:cubicBezTo>
                <a:cubicBezTo>
                  <a:pt x="80245" y="31339"/>
                  <a:pt x="80214" y="31339"/>
                  <a:pt x="80245" y="31308"/>
                </a:cubicBezTo>
                <a:cubicBezTo>
                  <a:pt x="80518" y="31126"/>
                  <a:pt x="80822" y="31004"/>
                  <a:pt x="81126" y="30943"/>
                </a:cubicBezTo>
                <a:lnTo>
                  <a:pt x="81521" y="31217"/>
                </a:lnTo>
                <a:lnTo>
                  <a:pt x="82008" y="30700"/>
                </a:lnTo>
                <a:cubicBezTo>
                  <a:pt x="82190" y="30761"/>
                  <a:pt x="82372" y="30883"/>
                  <a:pt x="82524" y="31004"/>
                </a:cubicBezTo>
                <a:cubicBezTo>
                  <a:pt x="82616" y="31065"/>
                  <a:pt x="82676" y="31065"/>
                  <a:pt x="82768" y="31065"/>
                </a:cubicBezTo>
                <a:lnTo>
                  <a:pt x="82859" y="31065"/>
                </a:lnTo>
                <a:lnTo>
                  <a:pt x="82859" y="31187"/>
                </a:lnTo>
                <a:lnTo>
                  <a:pt x="83132" y="31065"/>
                </a:lnTo>
                <a:lnTo>
                  <a:pt x="83771" y="31065"/>
                </a:lnTo>
                <a:cubicBezTo>
                  <a:pt x="84287" y="31065"/>
                  <a:pt x="84774" y="31035"/>
                  <a:pt x="85290" y="30974"/>
                </a:cubicBezTo>
                <a:cubicBezTo>
                  <a:pt x="85686" y="30943"/>
                  <a:pt x="86111" y="30852"/>
                  <a:pt x="86506" y="30791"/>
                </a:cubicBezTo>
                <a:lnTo>
                  <a:pt x="86506" y="30883"/>
                </a:lnTo>
                <a:lnTo>
                  <a:pt x="86506" y="30974"/>
                </a:lnTo>
                <a:lnTo>
                  <a:pt x="86597" y="31065"/>
                </a:lnTo>
                <a:cubicBezTo>
                  <a:pt x="86719" y="31126"/>
                  <a:pt x="86871" y="31187"/>
                  <a:pt x="86993" y="31247"/>
                </a:cubicBezTo>
                <a:cubicBezTo>
                  <a:pt x="87175" y="31278"/>
                  <a:pt x="87327" y="31247"/>
                  <a:pt x="87479" y="31308"/>
                </a:cubicBezTo>
                <a:cubicBezTo>
                  <a:pt x="87540" y="31343"/>
                  <a:pt x="87593" y="31358"/>
                  <a:pt x="87641" y="31358"/>
                </a:cubicBezTo>
                <a:cubicBezTo>
                  <a:pt x="87761" y="31358"/>
                  <a:pt x="87848" y="31265"/>
                  <a:pt x="87935" y="31156"/>
                </a:cubicBezTo>
                <a:cubicBezTo>
                  <a:pt x="88117" y="31004"/>
                  <a:pt x="88300" y="30913"/>
                  <a:pt x="88482" y="30822"/>
                </a:cubicBezTo>
                <a:lnTo>
                  <a:pt x="88634" y="30731"/>
                </a:lnTo>
                <a:cubicBezTo>
                  <a:pt x="88816" y="31004"/>
                  <a:pt x="88907" y="31308"/>
                  <a:pt x="88907" y="31643"/>
                </a:cubicBezTo>
                <a:cubicBezTo>
                  <a:pt x="88999" y="31582"/>
                  <a:pt x="89059" y="31551"/>
                  <a:pt x="89120" y="31521"/>
                </a:cubicBezTo>
                <a:cubicBezTo>
                  <a:pt x="89274" y="31393"/>
                  <a:pt x="89374" y="31324"/>
                  <a:pt x="89445" y="31324"/>
                </a:cubicBezTo>
                <a:cubicBezTo>
                  <a:pt x="89542" y="31324"/>
                  <a:pt x="89584" y="31453"/>
                  <a:pt x="89637" y="31734"/>
                </a:cubicBezTo>
                <a:cubicBezTo>
                  <a:pt x="89698" y="31946"/>
                  <a:pt x="89728" y="32190"/>
                  <a:pt x="89759" y="32311"/>
                </a:cubicBezTo>
                <a:cubicBezTo>
                  <a:pt x="90002" y="32098"/>
                  <a:pt x="90245" y="31916"/>
                  <a:pt x="90488" y="31703"/>
                </a:cubicBezTo>
                <a:lnTo>
                  <a:pt x="90731" y="32676"/>
                </a:lnTo>
                <a:cubicBezTo>
                  <a:pt x="90974" y="32250"/>
                  <a:pt x="90883" y="31703"/>
                  <a:pt x="91339" y="31582"/>
                </a:cubicBezTo>
                <a:cubicBezTo>
                  <a:pt x="91365" y="31371"/>
                  <a:pt x="91312" y="31320"/>
                  <a:pt x="91235" y="31320"/>
                </a:cubicBezTo>
                <a:cubicBezTo>
                  <a:pt x="91164" y="31320"/>
                  <a:pt x="91071" y="31365"/>
                  <a:pt x="91006" y="31365"/>
                </a:cubicBezTo>
                <a:cubicBezTo>
                  <a:pt x="90980" y="31365"/>
                  <a:pt x="90959" y="31358"/>
                  <a:pt x="90944" y="31339"/>
                </a:cubicBezTo>
                <a:lnTo>
                  <a:pt x="90944" y="30609"/>
                </a:lnTo>
                <a:cubicBezTo>
                  <a:pt x="91035" y="30639"/>
                  <a:pt x="91126" y="30731"/>
                  <a:pt x="91187" y="30822"/>
                </a:cubicBezTo>
                <a:cubicBezTo>
                  <a:pt x="91256" y="30959"/>
                  <a:pt x="91330" y="31022"/>
                  <a:pt x="91405" y="31022"/>
                </a:cubicBezTo>
                <a:cubicBezTo>
                  <a:pt x="91497" y="31022"/>
                  <a:pt x="91590" y="30928"/>
                  <a:pt x="91673" y="30761"/>
                </a:cubicBezTo>
                <a:cubicBezTo>
                  <a:pt x="91734" y="30670"/>
                  <a:pt x="91765" y="30518"/>
                  <a:pt x="91825" y="30518"/>
                </a:cubicBezTo>
                <a:cubicBezTo>
                  <a:pt x="91947" y="30457"/>
                  <a:pt x="92069" y="30457"/>
                  <a:pt x="92221" y="30427"/>
                </a:cubicBezTo>
                <a:lnTo>
                  <a:pt x="92221" y="30427"/>
                </a:lnTo>
                <a:cubicBezTo>
                  <a:pt x="92221" y="30579"/>
                  <a:pt x="92190" y="30731"/>
                  <a:pt x="92129" y="30852"/>
                </a:cubicBezTo>
                <a:cubicBezTo>
                  <a:pt x="91977" y="31126"/>
                  <a:pt x="91825" y="31339"/>
                  <a:pt x="92160" y="31521"/>
                </a:cubicBezTo>
                <a:cubicBezTo>
                  <a:pt x="92251" y="31551"/>
                  <a:pt x="92221" y="31794"/>
                  <a:pt x="92281" y="31855"/>
                </a:cubicBezTo>
                <a:cubicBezTo>
                  <a:pt x="92403" y="31977"/>
                  <a:pt x="92585" y="32098"/>
                  <a:pt x="92768" y="32129"/>
                </a:cubicBezTo>
                <a:cubicBezTo>
                  <a:pt x="92798" y="32129"/>
                  <a:pt x="92889" y="31946"/>
                  <a:pt x="92980" y="31855"/>
                </a:cubicBezTo>
                <a:cubicBezTo>
                  <a:pt x="93127" y="31620"/>
                  <a:pt x="93302" y="31215"/>
                  <a:pt x="93424" y="31215"/>
                </a:cubicBezTo>
                <a:cubicBezTo>
                  <a:pt x="93428" y="31215"/>
                  <a:pt x="93432" y="31216"/>
                  <a:pt x="93436" y="31217"/>
                </a:cubicBezTo>
                <a:cubicBezTo>
                  <a:pt x="93486" y="31228"/>
                  <a:pt x="93532" y="31234"/>
                  <a:pt x="93576" y="31234"/>
                </a:cubicBezTo>
                <a:cubicBezTo>
                  <a:pt x="93885" y="31234"/>
                  <a:pt x="94078" y="30974"/>
                  <a:pt x="94318" y="30761"/>
                </a:cubicBezTo>
                <a:cubicBezTo>
                  <a:pt x="94399" y="30707"/>
                  <a:pt x="94529" y="30604"/>
                  <a:pt x="94621" y="30604"/>
                </a:cubicBezTo>
                <a:cubicBezTo>
                  <a:pt x="94632" y="30604"/>
                  <a:pt x="94642" y="30606"/>
                  <a:pt x="94652" y="30609"/>
                </a:cubicBezTo>
                <a:cubicBezTo>
                  <a:pt x="94684" y="30615"/>
                  <a:pt x="94714" y="30618"/>
                  <a:pt x="94742" y="30618"/>
                </a:cubicBezTo>
                <a:cubicBezTo>
                  <a:pt x="95009" y="30618"/>
                  <a:pt x="95117" y="30367"/>
                  <a:pt x="95199" y="30092"/>
                </a:cubicBezTo>
                <a:cubicBezTo>
                  <a:pt x="95230" y="30032"/>
                  <a:pt x="95260" y="29940"/>
                  <a:pt x="95321" y="29849"/>
                </a:cubicBezTo>
                <a:lnTo>
                  <a:pt x="95443" y="29849"/>
                </a:lnTo>
                <a:lnTo>
                  <a:pt x="95534" y="31308"/>
                </a:lnTo>
                <a:lnTo>
                  <a:pt x="95625" y="31308"/>
                </a:lnTo>
                <a:cubicBezTo>
                  <a:pt x="95686" y="31095"/>
                  <a:pt x="95746" y="30913"/>
                  <a:pt x="95868" y="30731"/>
                </a:cubicBezTo>
                <a:cubicBezTo>
                  <a:pt x="95990" y="30518"/>
                  <a:pt x="96111" y="30335"/>
                  <a:pt x="95929" y="30123"/>
                </a:cubicBezTo>
                <a:cubicBezTo>
                  <a:pt x="95898" y="30062"/>
                  <a:pt x="95898" y="30001"/>
                  <a:pt x="95929" y="29940"/>
                </a:cubicBezTo>
                <a:cubicBezTo>
                  <a:pt x="95947" y="29905"/>
                  <a:pt x="95985" y="29890"/>
                  <a:pt x="96027" y="29890"/>
                </a:cubicBezTo>
                <a:cubicBezTo>
                  <a:pt x="96056" y="29890"/>
                  <a:pt x="96086" y="29897"/>
                  <a:pt x="96111" y="29910"/>
                </a:cubicBezTo>
                <a:cubicBezTo>
                  <a:pt x="96172" y="29940"/>
                  <a:pt x="96202" y="30001"/>
                  <a:pt x="96263" y="30062"/>
                </a:cubicBezTo>
                <a:cubicBezTo>
                  <a:pt x="96398" y="30197"/>
                  <a:pt x="96504" y="30268"/>
                  <a:pt x="96591" y="30268"/>
                </a:cubicBezTo>
                <a:cubicBezTo>
                  <a:pt x="96720" y="30268"/>
                  <a:pt x="96811" y="30114"/>
                  <a:pt x="96902" y="29788"/>
                </a:cubicBezTo>
                <a:lnTo>
                  <a:pt x="97449" y="29241"/>
                </a:lnTo>
                <a:cubicBezTo>
                  <a:pt x="97570" y="29059"/>
                  <a:pt x="97692" y="28907"/>
                  <a:pt x="97813" y="28755"/>
                </a:cubicBezTo>
                <a:cubicBezTo>
                  <a:pt x="97996" y="28633"/>
                  <a:pt x="98209" y="28512"/>
                  <a:pt x="98421" y="28390"/>
                </a:cubicBezTo>
                <a:lnTo>
                  <a:pt x="98786" y="28360"/>
                </a:lnTo>
                <a:lnTo>
                  <a:pt x="99060" y="28269"/>
                </a:lnTo>
                <a:lnTo>
                  <a:pt x="98391" y="27752"/>
                </a:lnTo>
                <a:lnTo>
                  <a:pt x="98391" y="27752"/>
                </a:lnTo>
                <a:cubicBezTo>
                  <a:pt x="98523" y="27796"/>
                  <a:pt x="98662" y="27847"/>
                  <a:pt x="98788" y="27847"/>
                </a:cubicBezTo>
                <a:cubicBezTo>
                  <a:pt x="98923" y="27847"/>
                  <a:pt x="99042" y="27788"/>
                  <a:pt x="99120" y="27600"/>
                </a:cubicBezTo>
                <a:cubicBezTo>
                  <a:pt x="99275" y="27271"/>
                  <a:pt x="99405" y="27115"/>
                  <a:pt x="99597" y="27115"/>
                </a:cubicBezTo>
                <a:cubicBezTo>
                  <a:pt x="99706" y="27115"/>
                  <a:pt x="99836" y="27166"/>
                  <a:pt x="100002" y="27266"/>
                </a:cubicBezTo>
                <a:cubicBezTo>
                  <a:pt x="99938" y="27734"/>
                  <a:pt x="99919" y="27874"/>
                  <a:pt x="100039" y="27874"/>
                </a:cubicBezTo>
                <a:cubicBezTo>
                  <a:pt x="100090" y="27874"/>
                  <a:pt x="100166" y="27849"/>
                  <a:pt x="100275" y="27813"/>
                </a:cubicBezTo>
                <a:lnTo>
                  <a:pt x="100883" y="27418"/>
                </a:lnTo>
                <a:lnTo>
                  <a:pt x="100944" y="27539"/>
                </a:lnTo>
                <a:lnTo>
                  <a:pt x="101035" y="26992"/>
                </a:lnTo>
                <a:lnTo>
                  <a:pt x="101309" y="26901"/>
                </a:lnTo>
                <a:lnTo>
                  <a:pt x="101886" y="26992"/>
                </a:lnTo>
                <a:lnTo>
                  <a:pt x="103011" y="27296"/>
                </a:lnTo>
                <a:cubicBezTo>
                  <a:pt x="103186" y="27377"/>
                  <a:pt x="103379" y="27416"/>
                  <a:pt x="103571" y="27416"/>
                </a:cubicBezTo>
                <a:cubicBezTo>
                  <a:pt x="103813" y="27416"/>
                  <a:pt x="104054" y="27354"/>
                  <a:pt x="104257" y="27235"/>
                </a:cubicBezTo>
                <a:lnTo>
                  <a:pt x="105564" y="26566"/>
                </a:lnTo>
                <a:lnTo>
                  <a:pt x="106841" y="26414"/>
                </a:lnTo>
                <a:lnTo>
                  <a:pt x="107662" y="26354"/>
                </a:lnTo>
                <a:cubicBezTo>
                  <a:pt x="107782" y="26430"/>
                  <a:pt x="107891" y="26471"/>
                  <a:pt x="107989" y="26471"/>
                </a:cubicBezTo>
                <a:cubicBezTo>
                  <a:pt x="108163" y="26471"/>
                  <a:pt x="108305" y="26341"/>
                  <a:pt x="108422" y="26050"/>
                </a:cubicBezTo>
                <a:cubicBezTo>
                  <a:pt x="108482" y="25928"/>
                  <a:pt x="108573" y="25837"/>
                  <a:pt x="108665" y="25715"/>
                </a:cubicBezTo>
                <a:lnTo>
                  <a:pt x="109577" y="25290"/>
                </a:lnTo>
                <a:cubicBezTo>
                  <a:pt x="109668" y="25259"/>
                  <a:pt x="109759" y="25229"/>
                  <a:pt x="109880" y="25229"/>
                </a:cubicBezTo>
                <a:cubicBezTo>
                  <a:pt x="110154" y="25168"/>
                  <a:pt x="110458" y="25229"/>
                  <a:pt x="110671" y="25077"/>
                </a:cubicBezTo>
                <a:cubicBezTo>
                  <a:pt x="110797" y="24950"/>
                  <a:pt x="110987" y="24887"/>
                  <a:pt x="111170" y="24887"/>
                </a:cubicBezTo>
                <a:cubicBezTo>
                  <a:pt x="111207" y="24887"/>
                  <a:pt x="111243" y="24890"/>
                  <a:pt x="111279" y="24895"/>
                </a:cubicBezTo>
                <a:cubicBezTo>
                  <a:pt x="111491" y="24925"/>
                  <a:pt x="111704" y="24925"/>
                  <a:pt x="111917" y="24955"/>
                </a:cubicBezTo>
                <a:cubicBezTo>
                  <a:pt x="111956" y="24963"/>
                  <a:pt x="111991" y="24967"/>
                  <a:pt x="112023" y="24967"/>
                </a:cubicBezTo>
                <a:cubicBezTo>
                  <a:pt x="112242" y="24967"/>
                  <a:pt x="112308" y="24788"/>
                  <a:pt x="112282" y="24469"/>
                </a:cubicBezTo>
                <a:lnTo>
                  <a:pt x="113042" y="24135"/>
                </a:lnTo>
                <a:cubicBezTo>
                  <a:pt x="113346" y="23983"/>
                  <a:pt x="113650" y="23831"/>
                  <a:pt x="113984" y="23709"/>
                </a:cubicBezTo>
                <a:cubicBezTo>
                  <a:pt x="115200" y="23253"/>
                  <a:pt x="116355" y="22615"/>
                  <a:pt x="117358" y="21764"/>
                </a:cubicBezTo>
                <a:lnTo>
                  <a:pt x="117753" y="22098"/>
                </a:lnTo>
                <a:cubicBezTo>
                  <a:pt x="117753" y="22068"/>
                  <a:pt x="117783" y="22037"/>
                  <a:pt x="117814" y="22007"/>
                </a:cubicBezTo>
                <a:lnTo>
                  <a:pt x="118027" y="21764"/>
                </a:lnTo>
                <a:cubicBezTo>
                  <a:pt x="118087" y="21916"/>
                  <a:pt x="118148" y="22037"/>
                  <a:pt x="118179" y="22159"/>
                </a:cubicBezTo>
                <a:cubicBezTo>
                  <a:pt x="118209" y="22311"/>
                  <a:pt x="118239" y="22433"/>
                  <a:pt x="118239" y="22585"/>
                </a:cubicBezTo>
                <a:lnTo>
                  <a:pt x="118361" y="22585"/>
                </a:lnTo>
                <a:lnTo>
                  <a:pt x="118452" y="22159"/>
                </a:lnTo>
                <a:cubicBezTo>
                  <a:pt x="118511" y="21983"/>
                  <a:pt x="118569" y="21610"/>
                  <a:pt x="118573" y="21610"/>
                </a:cubicBezTo>
                <a:cubicBezTo>
                  <a:pt x="118574" y="21610"/>
                  <a:pt x="118574" y="21611"/>
                  <a:pt x="118574" y="21612"/>
                </a:cubicBezTo>
                <a:cubicBezTo>
                  <a:pt x="118603" y="21617"/>
                  <a:pt x="118631" y="21619"/>
                  <a:pt x="118658" y="21619"/>
                </a:cubicBezTo>
                <a:cubicBezTo>
                  <a:pt x="118959" y="21619"/>
                  <a:pt x="119077" y="21321"/>
                  <a:pt x="119273" y="21126"/>
                </a:cubicBezTo>
                <a:cubicBezTo>
                  <a:pt x="120549" y="20761"/>
                  <a:pt x="121279" y="19484"/>
                  <a:pt x="122160" y="18451"/>
                </a:cubicBezTo>
                <a:lnTo>
                  <a:pt x="122221" y="18451"/>
                </a:lnTo>
                <a:cubicBezTo>
                  <a:pt x="122343" y="18572"/>
                  <a:pt x="122464" y="18664"/>
                  <a:pt x="122616" y="18785"/>
                </a:cubicBezTo>
                <a:cubicBezTo>
                  <a:pt x="122738" y="18876"/>
                  <a:pt x="122799" y="18968"/>
                  <a:pt x="122920" y="19059"/>
                </a:cubicBezTo>
                <a:cubicBezTo>
                  <a:pt x="122951" y="18937"/>
                  <a:pt x="123011" y="18785"/>
                  <a:pt x="123072" y="18664"/>
                </a:cubicBezTo>
                <a:cubicBezTo>
                  <a:pt x="123103" y="18512"/>
                  <a:pt x="123133" y="18360"/>
                  <a:pt x="123163" y="18208"/>
                </a:cubicBezTo>
                <a:cubicBezTo>
                  <a:pt x="123224" y="18116"/>
                  <a:pt x="123315" y="18086"/>
                  <a:pt x="123407" y="18086"/>
                </a:cubicBezTo>
                <a:cubicBezTo>
                  <a:pt x="123467" y="18086"/>
                  <a:pt x="123498" y="18268"/>
                  <a:pt x="123528" y="18360"/>
                </a:cubicBezTo>
                <a:cubicBezTo>
                  <a:pt x="123528" y="18451"/>
                  <a:pt x="123498" y="18542"/>
                  <a:pt x="123528" y="18633"/>
                </a:cubicBezTo>
                <a:cubicBezTo>
                  <a:pt x="123559" y="18846"/>
                  <a:pt x="123346" y="19211"/>
                  <a:pt x="123650" y="19271"/>
                </a:cubicBezTo>
                <a:cubicBezTo>
                  <a:pt x="123662" y="19273"/>
                  <a:pt x="123674" y="19273"/>
                  <a:pt x="123685" y="19273"/>
                </a:cubicBezTo>
                <a:cubicBezTo>
                  <a:pt x="123975" y="19273"/>
                  <a:pt x="123864" y="18898"/>
                  <a:pt x="123893" y="18664"/>
                </a:cubicBezTo>
                <a:cubicBezTo>
                  <a:pt x="123923" y="18268"/>
                  <a:pt x="124045" y="18025"/>
                  <a:pt x="124410" y="18025"/>
                </a:cubicBezTo>
                <a:cubicBezTo>
                  <a:pt x="124531" y="18025"/>
                  <a:pt x="124653" y="17873"/>
                  <a:pt x="124774" y="17782"/>
                </a:cubicBezTo>
                <a:cubicBezTo>
                  <a:pt x="124896" y="17721"/>
                  <a:pt x="124926" y="17691"/>
                  <a:pt x="125018" y="17630"/>
                </a:cubicBezTo>
                <a:lnTo>
                  <a:pt x="126173" y="17022"/>
                </a:lnTo>
                <a:lnTo>
                  <a:pt x="126568" y="16627"/>
                </a:lnTo>
                <a:cubicBezTo>
                  <a:pt x="126629" y="16566"/>
                  <a:pt x="126689" y="16505"/>
                  <a:pt x="126720" y="16445"/>
                </a:cubicBezTo>
                <a:lnTo>
                  <a:pt x="126781" y="16353"/>
                </a:lnTo>
                <a:lnTo>
                  <a:pt x="127692" y="14287"/>
                </a:lnTo>
                <a:cubicBezTo>
                  <a:pt x="127844" y="13952"/>
                  <a:pt x="127844" y="13587"/>
                  <a:pt x="127692" y="13253"/>
                </a:cubicBezTo>
                <a:cubicBezTo>
                  <a:pt x="127480" y="12645"/>
                  <a:pt x="127328" y="12007"/>
                  <a:pt x="127145" y="11369"/>
                </a:cubicBezTo>
                <a:cubicBezTo>
                  <a:pt x="127115" y="11217"/>
                  <a:pt x="127024" y="11095"/>
                  <a:pt x="126932" y="10973"/>
                </a:cubicBezTo>
                <a:cubicBezTo>
                  <a:pt x="126537" y="10609"/>
                  <a:pt x="126142" y="10366"/>
                  <a:pt x="125960" y="9758"/>
                </a:cubicBezTo>
                <a:cubicBezTo>
                  <a:pt x="125960" y="9666"/>
                  <a:pt x="125869" y="9636"/>
                  <a:pt x="125808" y="9575"/>
                </a:cubicBezTo>
                <a:cubicBezTo>
                  <a:pt x="125473" y="9241"/>
                  <a:pt x="125139" y="8876"/>
                  <a:pt x="124805" y="8572"/>
                </a:cubicBezTo>
                <a:cubicBezTo>
                  <a:pt x="124653" y="8390"/>
                  <a:pt x="124440" y="8238"/>
                  <a:pt x="124197" y="8147"/>
                </a:cubicBezTo>
                <a:cubicBezTo>
                  <a:pt x="123680" y="8025"/>
                  <a:pt x="123224" y="7630"/>
                  <a:pt x="123072" y="7113"/>
                </a:cubicBezTo>
                <a:cubicBezTo>
                  <a:pt x="122951" y="6992"/>
                  <a:pt x="122799" y="6870"/>
                  <a:pt x="122677" y="6779"/>
                </a:cubicBezTo>
                <a:cubicBezTo>
                  <a:pt x="121948" y="6353"/>
                  <a:pt x="121948" y="6353"/>
                  <a:pt x="121978" y="5441"/>
                </a:cubicBezTo>
                <a:cubicBezTo>
                  <a:pt x="121978" y="5411"/>
                  <a:pt x="121948" y="5381"/>
                  <a:pt x="121917" y="5320"/>
                </a:cubicBezTo>
                <a:lnTo>
                  <a:pt x="121583" y="5472"/>
                </a:lnTo>
                <a:lnTo>
                  <a:pt x="121492" y="5654"/>
                </a:lnTo>
                <a:cubicBezTo>
                  <a:pt x="121431" y="5654"/>
                  <a:pt x="121362" y="5662"/>
                  <a:pt x="121298" y="5662"/>
                </a:cubicBezTo>
                <a:cubicBezTo>
                  <a:pt x="121233" y="5662"/>
                  <a:pt x="121173" y="5654"/>
                  <a:pt x="121127" y="5624"/>
                </a:cubicBezTo>
                <a:cubicBezTo>
                  <a:pt x="120762" y="5381"/>
                  <a:pt x="120428" y="5107"/>
                  <a:pt x="120063" y="4864"/>
                </a:cubicBezTo>
                <a:cubicBezTo>
                  <a:pt x="119972" y="4803"/>
                  <a:pt x="119881" y="4742"/>
                  <a:pt x="119789" y="4742"/>
                </a:cubicBezTo>
                <a:cubicBezTo>
                  <a:pt x="119668" y="4771"/>
                  <a:pt x="119546" y="4784"/>
                  <a:pt x="119423" y="4784"/>
                </a:cubicBezTo>
                <a:cubicBezTo>
                  <a:pt x="119025" y="4784"/>
                  <a:pt x="118633" y="4641"/>
                  <a:pt x="118331" y="4408"/>
                </a:cubicBezTo>
                <a:cubicBezTo>
                  <a:pt x="118196" y="4312"/>
                  <a:pt x="118037" y="4252"/>
                  <a:pt x="117877" y="4252"/>
                </a:cubicBezTo>
                <a:cubicBezTo>
                  <a:pt x="117784" y="4252"/>
                  <a:pt x="117690" y="4272"/>
                  <a:pt x="117601" y="4317"/>
                </a:cubicBezTo>
                <a:cubicBezTo>
                  <a:pt x="117175" y="4621"/>
                  <a:pt x="116689" y="4803"/>
                  <a:pt x="116172" y="4894"/>
                </a:cubicBezTo>
                <a:cubicBezTo>
                  <a:pt x="115871" y="5171"/>
                  <a:pt x="115486" y="5343"/>
                  <a:pt x="115087" y="5343"/>
                </a:cubicBezTo>
                <a:cubicBezTo>
                  <a:pt x="115004" y="5343"/>
                  <a:pt x="114919" y="5336"/>
                  <a:pt x="114835" y="5320"/>
                </a:cubicBezTo>
                <a:cubicBezTo>
                  <a:pt x="114653" y="5274"/>
                  <a:pt x="114463" y="5251"/>
                  <a:pt x="114273" y="5251"/>
                </a:cubicBezTo>
                <a:cubicBezTo>
                  <a:pt x="114083" y="5251"/>
                  <a:pt x="113893" y="5274"/>
                  <a:pt x="113710" y="5320"/>
                </a:cubicBezTo>
                <a:lnTo>
                  <a:pt x="113406" y="5259"/>
                </a:lnTo>
                <a:cubicBezTo>
                  <a:pt x="113208" y="5100"/>
                  <a:pt x="113015" y="5051"/>
                  <a:pt x="112823" y="5051"/>
                </a:cubicBezTo>
                <a:cubicBezTo>
                  <a:pt x="112574" y="5051"/>
                  <a:pt x="112326" y="5134"/>
                  <a:pt x="112069" y="5168"/>
                </a:cubicBezTo>
                <a:lnTo>
                  <a:pt x="111978" y="5077"/>
                </a:lnTo>
                <a:cubicBezTo>
                  <a:pt x="111947" y="4894"/>
                  <a:pt x="111917" y="4682"/>
                  <a:pt x="111887" y="4499"/>
                </a:cubicBezTo>
                <a:cubicBezTo>
                  <a:pt x="111765" y="4134"/>
                  <a:pt x="111735" y="3770"/>
                  <a:pt x="112130" y="3648"/>
                </a:cubicBezTo>
                <a:cubicBezTo>
                  <a:pt x="112130" y="3587"/>
                  <a:pt x="112130" y="3527"/>
                  <a:pt x="112130" y="3496"/>
                </a:cubicBezTo>
                <a:cubicBezTo>
                  <a:pt x="112069" y="3496"/>
                  <a:pt x="111995" y="3483"/>
                  <a:pt x="111943" y="3483"/>
                </a:cubicBezTo>
                <a:cubicBezTo>
                  <a:pt x="111917" y="3483"/>
                  <a:pt x="111897" y="3486"/>
                  <a:pt x="111887" y="3496"/>
                </a:cubicBezTo>
                <a:cubicBezTo>
                  <a:pt x="111674" y="3739"/>
                  <a:pt x="111491" y="3982"/>
                  <a:pt x="111339" y="4256"/>
                </a:cubicBezTo>
                <a:cubicBezTo>
                  <a:pt x="111256" y="4402"/>
                  <a:pt x="111201" y="4533"/>
                  <a:pt x="111117" y="4533"/>
                </a:cubicBezTo>
                <a:cubicBezTo>
                  <a:pt x="111078" y="4533"/>
                  <a:pt x="111032" y="4505"/>
                  <a:pt x="110975" y="4438"/>
                </a:cubicBezTo>
                <a:cubicBezTo>
                  <a:pt x="110848" y="4286"/>
                  <a:pt x="110753" y="4213"/>
                  <a:pt x="110681" y="4213"/>
                </a:cubicBezTo>
                <a:cubicBezTo>
                  <a:pt x="110580" y="4213"/>
                  <a:pt x="110524" y="4355"/>
                  <a:pt x="110488" y="4621"/>
                </a:cubicBezTo>
                <a:cubicBezTo>
                  <a:pt x="110458" y="4682"/>
                  <a:pt x="110397" y="4773"/>
                  <a:pt x="110336" y="4834"/>
                </a:cubicBezTo>
                <a:lnTo>
                  <a:pt x="110154" y="5016"/>
                </a:lnTo>
                <a:lnTo>
                  <a:pt x="110063" y="5016"/>
                </a:lnTo>
                <a:lnTo>
                  <a:pt x="109729" y="4408"/>
                </a:lnTo>
                <a:lnTo>
                  <a:pt x="109455" y="4864"/>
                </a:lnTo>
                <a:cubicBezTo>
                  <a:pt x="109179" y="4538"/>
                  <a:pt x="108883" y="4316"/>
                  <a:pt x="108532" y="4316"/>
                </a:cubicBezTo>
                <a:cubicBezTo>
                  <a:pt x="108457" y="4316"/>
                  <a:pt x="108380" y="4326"/>
                  <a:pt x="108300" y="4347"/>
                </a:cubicBezTo>
                <a:cubicBezTo>
                  <a:pt x="107996" y="4438"/>
                  <a:pt x="107662" y="4530"/>
                  <a:pt x="107358" y="4621"/>
                </a:cubicBezTo>
                <a:cubicBezTo>
                  <a:pt x="107029" y="4659"/>
                  <a:pt x="106714" y="4784"/>
                  <a:pt x="106394" y="4784"/>
                </a:cubicBezTo>
                <a:cubicBezTo>
                  <a:pt x="106211" y="4784"/>
                  <a:pt x="106026" y="4743"/>
                  <a:pt x="105838" y="4621"/>
                </a:cubicBezTo>
                <a:cubicBezTo>
                  <a:pt x="105711" y="4548"/>
                  <a:pt x="105563" y="4454"/>
                  <a:pt x="105412" y="4454"/>
                </a:cubicBezTo>
                <a:cubicBezTo>
                  <a:pt x="105310" y="4454"/>
                  <a:pt x="105207" y="4498"/>
                  <a:pt x="105108" y="4621"/>
                </a:cubicBezTo>
                <a:lnTo>
                  <a:pt x="104956" y="4469"/>
                </a:lnTo>
                <a:cubicBezTo>
                  <a:pt x="104843" y="4786"/>
                  <a:pt x="104662" y="4901"/>
                  <a:pt x="104426" y="4901"/>
                </a:cubicBezTo>
                <a:cubicBezTo>
                  <a:pt x="104346" y="4901"/>
                  <a:pt x="104259" y="4887"/>
                  <a:pt x="104166" y="4864"/>
                </a:cubicBezTo>
                <a:cubicBezTo>
                  <a:pt x="103619" y="4773"/>
                  <a:pt x="103072" y="4712"/>
                  <a:pt x="102494" y="4682"/>
                </a:cubicBezTo>
                <a:cubicBezTo>
                  <a:pt x="102403" y="4682"/>
                  <a:pt x="102282" y="4742"/>
                  <a:pt x="102190" y="4773"/>
                </a:cubicBezTo>
                <a:cubicBezTo>
                  <a:pt x="101978" y="4834"/>
                  <a:pt x="101765" y="4864"/>
                  <a:pt x="101552" y="4894"/>
                </a:cubicBezTo>
                <a:cubicBezTo>
                  <a:pt x="101441" y="4904"/>
                  <a:pt x="101329" y="4908"/>
                  <a:pt x="101218" y="4908"/>
                </a:cubicBezTo>
                <a:cubicBezTo>
                  <a:pt x="100995" y="4908"/>
                  <a:pt x="100772" y="4894"/>
                  <a:pt x="100549" y="4894"/>
                </a:cubicBezTo>
                <a:lnTo>
                  <a:pt x="100610" y="5502"/>
                </a:lnTo>
                <a:cubicBezTo>
                  <a:pt x="100483" y="5601"/>
                  <a:pt x="100336" y="5647"/>
                  <a:pt x="100191" y="5647"/>
                </a:cubicBezTo>
                <a:cubicBezTo>
                  <a:pt x="100024" y="5647"/>
                  <a:pt x="99859" y="5586"/>
                  <a:pt x="99728" y="5472"/>
                </a:cubicBezTo>
                <a:cubicBezTo>
                  <a:pt x="99728" y="5198"/>
                  <a:pt x="99546" y="4955"/>
                  <a:pt x="99303" y="4864"/>
                </a:cubicBezTo>
                <a:cubicBezTo>
                  <a:pt x="98739" y="4801"/>
                  <a:pt x="98189" y="4681"/>
                  <a:pt x="97635" y="4681"/>
                </a:cubicBezTo>
                <a:cubicBezTo>
                  <a:pt x="97382" y="4681"/>
                  <a:pt x="97128" y="4706"/>
                  <a:pt x="96871" y="4773"/>
                </a:cubicBezTo>
                <a:lnTo>
                  <a:pt x="96294" y="5107"/>
                </a:lnTo>
                <a:cubicBezTo>
                  <a:pt x="96229" y="5078"/>
                  <a:pt x="96163" y="5065"/>
                  <a:pt x="96101" y="5065"/>
                </a:cubicBezTo>
                <a:cubicBezTo>
                  <a:pt x="95900" y="5065"/>
                  <a:pt x="95725" y="5203"/>
                  <a:pt x="95655" y="5411"/>
                </a:cubicBezTo>
                <a:lnTo>
                  <a:pt x="95746" y="5776"/>
                </a:lnTo>
                <a:cubicBezTo>
                  <a:pt x="95351" y="5867"/>
                  <a:pt x="95047" y="6171"/>
                  <a:pt x="94895" y="6536"/>
                </a:cubicBezTo>
                <a:lnTo>
                  <a:pt x="93254" y="6475"/>
                </a:lnTo>
                <a:cubicBezTo>
                  <a:pt x="93190" y="6453"/>
                  <a:pt x="93110" y="6432"/>
                  <a:pt x="93037" y="6432"/>
                </a:cubicBezTo>
                <a:cubicBezTo>
                  <a:pt x="93006" y="6432"/>
                  <a:pt x="92977" y="6436"/>
                  <a:pt x="92950" y="6445"/>
                </a:cubicBezTo>
                <a:cubicBezTo>
                  <a:pt x="92950" y="6445"/>
                  <a:pt x="92920" y="6445"/>
                  <a:pt x="92889" y="6475"/>
                </a:cubicBezTo>
                <a:lnTo>
                  <a:pt x="90123" y="6414"/>
                </a:lnTo>
                <a:cubicBezTo>
                  <a:pt x="89880" y="6019"/>
                  <a:pt x="89911" y="5928"/>
                  <a:pt x="90184" y="5441"/>
                </a:cubicBezTo>
                <a:lnTo>
                  <a:pt x="89911" y="5320"/>
                </a:lnTo>
                <a:lnTo>
                  <a:pt x="89181" y="5563"/>
                </a:lnTo>
                <a:cubicBezTo>
                  <a:pt x="88976" y="5631"/>
                  <a:pt x="88754" y="5666"/>
                  <a:pt x="88540" y="5666"/>
                </a:cubicBezTo>
                <a:cubicBezTo>
                  <a:pt x="88469" y="5666"/>
                  <a:pt x="88398" y="5662"/>
                  <a:pt x="88330" y="5654"/>
                </a:cubicBezTo>
                <a:cubicBezTo>
                  <a:pt x="88271" y="5639"/>
                  <a:pt x="88210" y="5632"/>
                  <a:pt x="88150" y="5632"/>
                </a:cubicBezTo>
                <a:cubicBezTo>
                  <a:pt x="87961" y="5632"/>
                  <a:pt x="87776" y="5706"/>
                  <a:pt x="87661" y="5867"/>
                </a:cubicBezTo>
                <a:cubicBezTo>
                  <a:pt x="87570" y="5928"/>
                  <a:pt x="87479" y="5989"/>
                  <a:pt x="87357" y="6019"/>
                </a:cubicBezTo>
                <a:cubicBezTo>
                  <a:pt x="87236" y="6080"/>
                  <a:pt x="87114" y="6049"/>
                  <a:pt x="86993" y="6110"/>
                </a:cubicBezTo>
                <a:cubicBezTo>
                  <a:pt x="86841" y="6171"/>
                  <a:pt x="86658" y="6262"/>
                  <a:pt x="86506" y="6353"/>
                </a:cubicBezTo>
                <a:lnTo>
                  <a:pt x="84895" y="6323"/>
                </a:lnTo>
                <a:cubicBezTo>
                  <a:pt x="84758" y="6080"/>
                  <a:pt x="84644" y="5958"/>
                  <a:pt x="84538" y="5958"/>
                </a:cubicBezTo>
                <a:cubicBezTo>
                  <a:pt x="84432" y="5958"/>
                  <a:pt x="84333" y="6080"/>
                  <a:pt x="84227" y="6323"/>
                </a:cubicBezTo>
                <a:lnTo>
                  <a:pt x="83558" y="6323"/>
                </a:lnTo>
                <a:cubicBezTo>
                  <a:pt x="83588" y="6262"/>
                  <a:pt x="83619" y="6201"/>
                  <a:pt x="83649" y="6141"/>
                </a:cubicBezTo>
                <a:lnTo>
                  <a:pt x="83649" y="6141"/>
                </a:lnTo>
                <a:lnTo>
                  <a:pt x="82798" y="6323"/>
                </a:lnTo>
                <a:lnTo>
                  <a:pt x="82433" y="6323"/>
                </a:lnTo>
                <a:lnTo>
                  <a:pt x="82464" y="6232"/>
                </a:lnTo>
                <a:cubicBezTo>
                  <a:pt x="82312" y="6232"/>
                  <a:pt x="82129" y="6262"/>
                  <a:pt x="81977" y="6323"/>
                </a:cubicBezTo>
                <a:cubicBezTo>
                  <a:pt x="79713" y="6308"/>
                  <a:pt x="77456" y="6300"/>
                  <a:pt x="75199" y="6300"/>
                </a:cubicBezTo>
                <a:cubicBezTo>
                  <a:pt x="72942" y="6300"/>
                  <a:pt x="70685" y="6308"/>
                  <a:pt x="68421" y="6323"/>
                </a:cubicBezTo>
                <a:cubicBezTo>
                  <a:pt x="68390" y="6201"/>
                  <a:pt x="68360" y="5989"/>
                  <a:pt x="68330" y="5806"/>
                </a:cubicBezTo>
                <a:cubicBezTo>
                  <a:pt x="68181" y="6121"/>
                  <a:pt x="68014" y="6273"/>
                  <a:pt x="67839" y="6273"/>
                </a:cubicBezTo>
                <a:cubicBezTo>
                  <a:pt x="67692" y="6273"/>
                  <a:pt x="67540" y="6166"/>
                  <a:pt x="67387" y="5958"/>
                </a:cubicBezTo>
                <a:cubicBezTo>
                  <a:pt x="67387" y="5943"/>
                  <a:pt x="67372" y="5943"/>
                  <a:pt x="67353" y="5943"/>
                </a:cubicBezTo>
                <a:cubicBezTo>
                  <a:pt x="67334" y="5943"/>
                  <a:pt x="67311" y="5943"/>
                  <a:pt x="67296" y="5928"/>
                </a:cubicBezTo>
                <a:cubicBezTo>
                  <a:pt x="67023" y="5806"/>
                  <a:pt x="66779" y="5685"/>
                  <a:pt x="66536" y="5563"/>
                </a:cubicBezTo>
                <a:cubicBezTo>
                  <a:pt x="66506" y="5533"/>
                  <a:pt x="66475" y="5381"/>
                  <a:pt x="66506" y="5289"/>
                </a:cubicBezTo>
                <a:cubicBezTo>
                  <a:pt x="66531" y="4942"/>
                  <a:pt x="66292" y="4595"/>
                  <a:pt x="66038" y="4595"/>
                </a:cubicBezTo>
                <a:cubicBezTo>
                  <a:pt x="65981" y="4595"/>
                  <a:pt x="65923" y="4612"/>
                  <a:pt x="65868" y="4651"/>
                </a:cubicBezTo>
                <a:cubicBezTo>
                  <a:pt x="65545" y="4879"/>
                  <a:pt x="65152" y="5000"/>
                  <a:pt x="64755" y="5000"/>
                </a:cubicBezTo>
                <a:cubicBezTo>
                  <a:pt x="64514" y="5000"/>
                  <a:pt x="64273" y="4955"/>
                  <a:pt x="64044" y="4864"/>
                </a:cubicBezTo>
                <a:cubicBezTo>
                  <a:pt x="63861" y="4803"/>
                  <a:pt x="63649" y="4803"/>
                  <a:pt x="63466" y="4803"/>
                </a:cubicBezTo>
                <a:cubicBezTo>
                  <a:pt x="63314" y="4651"/>
                  <a:pt x="63193" y="4530"/>
                  <a:pt x="63041" y="4408"/>
                </a:cubicBezTo>
                <a:cubicBezTo>
                  <a:pt x="62919" y="4317"/>
                  <a:pt x="62706" y="4317"/>
                  <a:pt x="62646" y="4226"/>
                </a:cubicBezTo>
                <a:cubicBezTo>
                  <a:pt x="62579" y="4010"/>
                  <a:pt x="62486" y="3939"/>
                  <a:pt x="62390" y="3939"/>
                </a:cubicBezTo>
                <a:cubicBezTo>
                  <a:pt x="62310" y="3939"/>
                  <a:pt x="62228" y="3988"/>
                  <a:pt x="62159" y="4043"/>
                </a:cubicBezTo>
                <a:cubicBezTo>
                  <a:pt x="62038" y="3861"/>
                  <a:pt x="61916" y="3709"/>
                  <a:pt x="61794" y="3557"/>
                </a:cubicBezTo>
                <a:cubicBezTo>
                  <a:pt x="61706" y="3483"/>
                  <a:pt x="61627" y="3454"/>
                  <a:pt x="61553" y="3454"/>
                </a:cubicBezTo>
                <a:cubicBezTo>
                  <a:pt x="61321" y="3454"/>
                  <a:pt x="61143" y="3738"/>
                  <a:pt x="60913" y="3830"/>
                </a:cubicBezTo>
                <a:lnTo>
                  <a:pt x="60639" y="3770"/>
                </a:lnTo>
                <a:lnTo>
                  <a:pt x="59606" y="3405"/>
                </a:lnTo>
                <a:cubicBezTo>
                  <a:pt x="59606" y="3405"/>
                  <a:pt x="59576" y="3435"/>
                  <a:pt x="59576" y="3466"/>
                </a:cubicBezTo>
                <a:cubicBezTo>
                  <a:pt x="59515" y="3587"/>
                  <a:pt x="59393" y="3800"/>
                  <a:pt x="59332" y="3800"/>
                </a:cubicBezTo>
                <a:cubicBezTo>
                  <a:pt x="59150" y="3770"/>
                  <a:pt x="59028" y="3679"/>
                  <a:pt x="58907" y="3557"/>
                </a:cubicBezTo>
                <a:cubicBezTo>
                  <a:pt x="58877" y="3466"/>
                  <a:pt x="58907" y="3253"/>
                  <a:pt x="58937" y="3101"/>
                </a:cubicBezTo>
                <a:cubicBezTo>
                  <a:pt x="58968" y="2949"/>
                  <a:pt x="59059" y="2919"/>
                  <a:pt x="59089" y="2827"/>
                </a:cubicBezTo>
                <a:cubicBezTo>
                  <a:pt x="59089" y="2706"/>
                  <a:pt x="59089" y="2554"/>
                  <a:pt x="59089" y="2432"/>
                </a:cubicBezTo>
                <a:cubicBezTo>
                  <a:pt x="58968" y="2463"/>
                  <a:pt x="58877" y="2523"/>
                  <a:pt x="58785" y="2584"/>
                </a:cubicBezTo>
                <a:cubicBezTo>
                  <a:pt x="58664" y="2706"/>
                  <a:pt x="58542" y="2858"/>
                  <a:pt x="58390" y="3010"/>
                </a:cubicBezTo>
                <a:lnTo>
                  <a:pt x="58299" y="2432"/>
                </a:lnTo>
                <a:cubicBezTo>
                  <a:pt x="58299" y="2402"/>
                  <a:pt x="58238" y="2402"/>
                  <a:pt x="58208" y="2371"/>
                </a:cubicBezTo>
                <a:cubicBezTo>
                  <a:pt x="58147" y="2432"/>
                  <a:pt x="58086" y="2523"/>
                  <a:pt x="58025" y="2584"/>
                </a:cubicBezTo>
                <a:cubicBezTo>
                  <a:pt x="57974" y="2918"/>
                  <a:pt x="57706" y="3122"/>
                  <a:pt x="57403" y="3122"/>
                </a:cubicBezTo>
                <a:cubicBezTo>
                  <a:pt x="57348" y="3122"/>
                  <a:pt x="57292" y="3115"/>
                  <a:pt x="57235" y="3101"/>
                </a:cubicBezTo>
                <a:cubicBezTo>
                  <a:pt x="57114" y="3101"/>
                  <a:pt x="57022" y="3101"/>
                  <a:pt x="56931" y="3131"/>
                </a:cubicBezTo>
                <a:cubicBezTo>
                  <a:pt x="56597" y="3223"/>
                  <a:pt x="56293" y="3314"/>
                  <a:pt x="55959" y="3405"/>
                </a:cubicBezTo>
                <a:cubicBezTo>
                  <a:pt x="55833" y="3430"/>
                  <a:pt x="55696" y="3476"/>
                  <a:pt x="55571" y="3476"/>
                </a:cubicBezTo>
                <a:cubicBezTo>
                  <a:pt x="55394" y="3476"/>
                  <a:pt x="55239" y="3384"/>
                  <a:pt x="55168" y="3010"/>
                </a:cubicBezTo>
                <a:lnTo>
                  <a:pt x="54682" y="3466"/>
                </a:lnTo>
                <a:cubicBezTo>
                  <a:pt x="54499" y="3387"/>
                  <a:pt x="54315" y="3241"/>
                  <a:pt x="54210" y="3241"/>
                </a:cubicBezTo>
                <a:cubicBezTo>
                  <a:pt x="54193" y="3241"/>
                  <a:pt x="54178" y="3245"/>
                  <a:pt x="54165" y="3253"/>
                </a:cubicBezTo>
                <a:cubicBezTo>
                  <a:pt x="54064" y="3316"/>
                  <a:pt x="53947" y="3348"/>
                  <a:pt x="53831" y="3348"/>
                </a:cubicBezTo>
                <a:cubicBezTo>
                  <a:pt x="53670" y="3348"/>
                  <a:pt x="53512" y="3286"/>
                  <a:pt x="53405" y="3162"/>
                </a:cubicBezTo>
                <a:cubicBezTo>
                  <a:pt x="53223" y="3010"/>
                  <a:pt x="53162" y="2767"/>
                  <a:pt x="53253" y="2554"/>
                </a:cubicBezTo>
                <a:cubicBezTo>
                  <a:pt x="53284" y="2250"/>
                  <a:pt x="53253" y="1916"/>
                  <a:pt x="53193" y="1612"/>
                </a:cubicBezTo>
                <a:lnTo>
                  <a:pt x="52889" y="2007"/>
                </a:lnTo>
                <a:lnTo>
                  <a:pt x="52645" y="1672"/>
                </a:lnTo>
                <a:lnTo>
                  <a:pt x="52463" y="1976"/>
                </a:lnTo>
                <a:lnTo>
                  <a:pt x="52311" y="2037"/>
                </a:lnTo>
                <a:cubicBezTo>
                  <a:pt x="52159" y="2098"/>
                  <a:pt x="51946" y="2098"/>
                  <a:pt x="51916" y="2189"/>
                </a:cubicBezTo>
                <a:cubicBezTo>
                  <a:pt x="51703" y="2675"/>
                  <a:pt x="51278" y="3040"/>
                  <a:pt x="50730" y="3131"/>
                </a:cubicBezTo>
                <a:cubicBezTo>
                  <a:pt x="50730" y="3162"/>
                  <a:pt x="50700" y="3162"/>
                  <a:pt x="50670" y="3192"/>
                </a:cubicBezTo>
                <a:cubicBezTo>
                  <a:pt x="50548" y="3253"/>
                  <a:pt x="50396" y="3283"/>
                  <a:pt x="50244" y="3344"/>
                </a:cubicBezTo>
                <a:cubicBezTo>
                  <a:pt x="49968" y="3477"/>
                  <a:pt x="49726" y="3541"/>
                  <a:pt x="49508" y="3541"/>
                </a:cubicBezTo>
                <a:cubicBezTo>
                  <a:pt x="49076" y="3541"/>
                  <a:pt x="48733" y="3291"/>
                  <a:pt x="48390" y="2827"/>
                </a:cubicBezTo>
                <a:cubicBezTo>
                  <a:pt x="48329" y="2767"/>
                  <a:pt x="48238" y="2706"/>
                  <a:pt x="48177" y="2706"/>
                </a:cubicBezTo>
                <a:cubicBezTo>
                  <a:pt x="47843" y="2584"/>
                  <a:pt x="47539" y="2493"/>
                  <a:pt x="47205" y="2432"/>
                </a:cubicBezTo>
                <a:cubicBezTo>
                  <a:pt x="46718" y="2311"/>
                  <a:pt x="46232" y="2189"/>
                  <a:pt x="45715" y="2098"/>
                </a:cubicBezTo>
                <a:cubicBezTo>
                  <a:pt x="45320" y="2007"/>
                  <a:pt x="44925" y="1976"/>
                  <a:pt x="44499" y="1916"/>
                </a:cubicBezTo>
                <a:lnTo>
                  <a:pt x="44499" y="1824"/>
                </a:lnTo>
                <a:lnTo>
                  <a:pt x="44530" y="1733"/>
                </a:lnTo>
                <a:lnTo>
                  <a:pt x="44469" y="1642"/>
                </a:lnTo>
                <a:cubicBezTo>
                  <a:pt x="44347" y="1551"/>
                  <a:pt x="44226" y="1429"/>
                  <a:pt x="44104" y="1368"/>
                </a:cubicBezTo>
                <a:cubicBezTo>
                  <a:pt x="43983" y="1277"/>
                  <a:pt x="43800" y="1247"/>
                  <a:pt x="43679" y="1156"/>
                </a:cubicBezTo>
                <a:cubicBezTo>
                  <a:pt x="43618" y="1095"/>
                  <a:pt x="43542" y="1064"/>
                  <a:pt x="43458" y="1064"/>
                </a:cubicBezTo>
                <a:cubicBezTo>
                  <a:pt x="43375" y="1064"/>
                  <a:pt x="43284" y="1095"/>
                  <a:pt x="43192" y="1156"/>
                </a:cubicBezTo>
                <a:cubicBezTo>
                  <a:pt x="43010" y="1247"/>
                  <a:pt x="42797" y="1308"/>
                  <a:pt x="42584" y="1338"/>
                </a:cubicBezTo>
                <a:cubicBezTo>
                  <a:pt x="42463" y="1368"/>
                  <a:pt x="42341" y="1429"/>
                  <a:pt x="42189" y="1460"/>
                </a:cubicBezTo>
                <a:cubicBezTo>
                  <a:pt x="42068" y="1490"/>
                  <a:pt x="41916" y="1490"/>
                  <a:pt x="41764" y="1490"/>
                </a:cubicBezTo>
                <a:cubicBezTo>
                  <a:pt x="40730" y="1460"/>
                  <a:pt x="39697" y="1490"/>
                  <a:pt x="38785" y="882"/>
                </a:cubicBezTo>
                <a:cubicBezTo>
                  <a:pt x="38679" y="837"/>
                  <a:pt x="38572" y="814"/>
                  <a:pt x="38466" y="814"/>
                </a:cubicBezTo>
                <a:cubicBezTo>
                  <a:pt x="38359" y="814"/>
                  <a:pt x="38253" y="837"/>
                  <a:pt x="38147" y="882"/>
                </a:cubicBezTo>
                <a:cubicBezTo>
                  <a:pt x="37721" y="1034"/>
                  <a:pt x="37326" y="1216"/>
                  <a:pt x="36931" y="1429"/>
                </a:cubicBezTo>
                <a:cubicBezTo>
                  <a:pt x="36835" y="1501"/>
                  <a:pt x="36725" y="1535"/>
                  <a:pt x="36617" y="1535"/>
                </a:cubicBezTo>
                <a:cubicBezTo>
                  <a:pt x="36452" y="1535"/>
                  <a:pt x="36293" y="1455"/>
                  <a:pt x="36201" y="1308"/>
                </a:cubicBezTo>
                <a:cubicBezTo>
                  <a:pt x="36065" y="1130"/>
                  <a:pt x="35989" y="1038"/>
                  <a:pt x="35929" y="1038"/>
                </a:cubicBezTo>
                <a:cubicBezTo>
                  <a:pt x="35854" y="1038"/>
                  <a:pt x="35802" y="1175"/>
                  <a:pt x="35685" y="1460"/>
                </a:cubicBezTo>
                <a:cubicBezTo>
                  <a:pt x="35590" y="1685"/>
                  <a:pt x="35485" y="1795"/>
                  <a:pt x="35353" y="1795"/>
                </a:cubicBezTo>
                <a:cubicBezTo>
                  <a:pt x="35272" y="1795"/>
                  <a:pt x="35181" y="1753"/>
                  <a:pt x="35077" y="1672"/>
                </a:cubicBezTo>
                <a:cubicBezTo>
                  <a:pt x="34955" y="1612"/>
                  <a:pt x="34834" y="1581"/>
                  <a:pt x="34712" y="1551"/>
                </a:cubicBezTo>
                <a:lnTo>
                  <a:pt x="34195" y="1368"/>
                </a:lnTo>
                <a:lnTo>
                  <a:pt x="34256" y="1186"/>
                </a:lnTo>
                <a:lnTo>
                  <a:pt x="34682" y="1186"/>
                </a:lnTo>
                <a:cubicBezTo>
                  <a:pt x="34864" y="1156"/>
                  <a:pt x="35077" y="1125"/>
                  <a:pt x="35289" y="1064"/>
                </a:cubicBezTo>
                <a:cubicBezTo>
                  <a:pt x="35350" y="1034"/>
                  <a:pt x="35411" y="913"/>
                  <a:pt x="35472" y="852"/>
                </a:cubicBezTo>
                <a:cubicBezTo>
                  <a:pt x="35411" y="761"/>
                  <a:pt x="35320" y="700"/>
                  <a:pt x="35229" y="669"/>
                </a:cubicBezTo>
                <a:cubicBezTo>
                  <a:pt x="35088" y="630"/>
                  <a:pt x="34944" y="611"/>
                  <a:pt x="34799" y="611"/>
                </a:cubicBezTo>
                <a:cubicBezTo>
                  <a:pt x="34380" y="611"/>
                  <a:pt x="33957" y="771"/>
                  <a:pt x="33618" y="1064"/>
                </a:cubicBezTo>
                <a:cubicBezTo>
                  <a:pt x="33221" y="1197"/>
                  <a:pt x="32824" y="1513"/>
                  <a:pt x="32388" y="1513"/>
                </a:cubicBezTo>
                <a:cubicBezTo>
                  <a:pt x="32322" y="1513"/>
                  <a:pt x="32256" y="1506"/>
                  <a:pt x="32189" y="1490"/>
                </a:cubicBezTo>
                <a:cubicBezTo>
                  <a:pt x="32037" y="1395"/>
                  <a:pt x="31885" y="1288"/>
                  <a:pt x="31726" y="1288"/>
                </a:cubicBezTo>
                <a:cubicBezTo>
                  <a:pt x="31630" y="1288"/>
                  <a:pt x="31532" y="1327"/>
                  <a:pt x="31429" y="1429"/>
                </a:cubicBezTo>
                <a:cubicBezTo>
                  <a:pt x="31230" y="1662"/>
                  <a:pt x="31076" y="1785"/>
                  <a:pt x="30923" y="1785"/>
                </a:cubicBezTo>
                <a:cubicBezTo>
                  <a:pt x="30796" y="1785"/>
                  <a:pt x="30669" y="1700"/>
                  <a:pt x="30517" y="1520"/>
                </a:cubicBezTo>
                <a:cubicBezTo>
                  <a:pt x="30749" y="1005"/>
                  <a:pt x="30785" y="905"/>
                  <a:pt x="30549" y="905"/>
                </a:cubicBezTo>
                <a:cubicBezTo>
                  <a:pt x="30507" y="905"/>
                  <a:pt x="30456" y="908"/>
                  <a:pt x="30396" y="913"/>
                </a:cubicBezTo>
                <a:lnTo>
                  <a:pt x="29697" y="1095"/>
                </a:lnTo>
                <a:lnTo>
                  <a:pt x="29666" y="973"/>
                </a:lnTo>
                <a:lnTo>
                  <a:pt x="29453" y="1460"/>
                </a:lnTo>
                <a:lnTo>
                  <a:pt x="29150" y="1490"/>
                </a:lnTo>
                <a:lnTo>
                  <a:pt x="28633" y="1247"/>
                </a:lnTo>
                <a:lnTo>
                  <a:pt x="27660" y="609"/>
                </a:lnTo>
                <a:cubicBezTo>
                  <a:pt x="27376" y="396"/>
                  <a:pt x="27037" y="275"/>
                  <a:pt x="26700" y="275"/>
                </a:cubicBezTo>
                <a:cubicBezTo>
                  <a:pt x="26604" y="275"/>
                  <a:pt x="26508" y="284"/>
                  <a:pt x="26414" y="305"/>
                </a:cubicBezTo>
                <a:lnTo>
                  <a:pt x="24985" y="578"/>
                </a:lnTo>
                <a:lnTo>
                  <a:pt x="23709" y="365"/>
                </a:lnTo>
                <a:lnTo>
                  <a:pt x="22918" y="244"/>
                </a:lnTo>
                <a:cubicBezTo>
                  <a:pt x="22787" y="84"/>
                  <a:pt x="22663" y="0"/>
                  <a:pt x="22536"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5"/>
          <p:cNvSpPr/>
          <p:nvPr/>
        </p:nvSpPr>
        <p:spPr>
          <a:xfrm>
            <a:off x="632870" y="2298375"/>
            <a:ext cx="2465810" cy="902025"/>
          </a:xfrm>
          <a:custGeom>
            <a:rect b="b" l="l" r="r" t="t"/>
            <a:pathLst>
              <a:path extrusionOk="0" h="36081" w="127845">
                <a:moveTo>
                  <a:pt x="38967" y="1064"/>
                </a:moveTo>
                <a:cubicBezTo>
                  <a:pt x="39119" y="1125"/>
                  <a:pt x="39241" y="1216"/>
                  <a:pt x="39393" y="1308"/>
                </a:cubicBezTo>
                <a:cubicBezTo>
                  <a:pt x="39271" y="1247"/>
                  <a:pt x="39119" y="1156"/>
                  <a:pt x="38967" y="1064"/>
                </a:cubicBezTo>
                <a:close/>
                <a:moveTo>
                  <a:pt x="45502" y="3527"/>
                </a:moveTo>
                <a:cubicBezTo>
                  <a:pt x="45502" y="3587"/>
                  <a:pt x="45502" y="3648"/>
                  <a:pt x="45533" y="3739"/>
                </a:cubicBezTo>
                <a:lnTo>
                  <a:pt x="45502" y="3739"/>
                </a:lnTo>
                <a:cubicBezTo>
                  <a:pt x="45502" y="3679"/>
                  <a:pt x="45502" y="3587"/>
                  <a:pt x="45502" y="3527"/>
                </a:cubicBezTo>
                <a:close/>
                <a:moveTo>
                  <a:pt x="87783" y="6232"/>
                </a:moveTo>
                <a:cubicBezTo>
                  <a:pt x="87874" y="6262"/>
                  <a:pt x="87965" y="6293"/>
                  <a:pt x="88056" y="6353"/>
                </a:cubicBezTo>
                <a:lnTo>
                  <a:pt x="87509" y="6353"/>
                </a:lnTo>
                <a:lnTo>
                  <a:pt x="87783" y="6232"/>
                </a:lnTo>
                <a:close/>
                <a:moveTo>
                  <a:pt x="98359" y="6598"/>
                </a:moveTo>
                <a:lnTo>
                  <a:pt x="98359" y="6598"/>
                </a:lnTo>
                <a:cubicBezTo>
                  <a:pt x="98299" y="6658"/>
                  <a:pt x="98269" y="6719"/>
                  <a:pt x="98239" y="6779"/>
                </a:cubicBezTo>
                <a:lnTo>
                  <a:pt x="98209" y="6779"/>
                </a:lnTo>
                <a:cubicBezTo>
                  <a:pt x="98269" y="6719"/>
                  <a:pt x="98299" y="6658"/>
                  <a:pt x="98359" y="6598"/>
                </a:cubicBezTo>
                <a:close/>
                <a:moveTo>
                  <a:pt x="115625" y="6718"/>
                </a:moveTo>
                <a:lnTo>
                  <a:pt x="115625" y="6900"/>
                </a:lnTo>
                <a:cubicBezTo>
                  <a:pt x="115595" y="6840"/>
                  <a:pt x="115625" y="6779"/>
                  <a:pt x="115625" y="6718"/>
                </a:cubicBezTo>
                <a:close/>
                <a:moveTo>
                  <a:pt x="106081" y="9879"/>
                </a:moveTo>
                <a:lnTo>
                  <a:pt x="106081" y="9879"/>
                </a:lnTo>
                <a:cubicBezTo>
                  <a:pt x="106172" y="9910"/>
                  <a:pt x="106263" y="9940"/>
                  <a:pt x="106385" y="9940"/>
                </a:cubicBezTo>
                <a:cubicBezTo>
                  <a:pt x="106263" y="9940"/>
                  <a:pt x="106172" y="9940"/>
                  <a:pt x="106081" y="9879"/>
                </a:cubicBezTo>
                <a:close/>
                <a:moveTo>
                  <a:pt x="31703" y="28542"/>
                </a:moveTo>
                <a:cubicBezTo>
                  <a:pt x="31703" y="28633"/>
                  <a:pt x="31672" y="28725"/>
                  <a:pt x="31672" y="28785"/>
                </a:cubicBezTo>
                <a:cubicBezTo>
                  <a:pt x="31672" y="28725"/>
                  <a:pt x="31672" y="28633"/>
                  <a:pt x="31703" y="28542"/>
                </a:cubicBezTo>
                <a:close/>
                <a:moveTo>
                  <a:pt x="70610" y="32829"/>
                </a:moveTo>
                <a:lnTo>
                  <a:pt x="70610" y="32829"/>
                </a:lnTo>
                <a:cubicBezTo>
                  <a:pt x="70640" y="32859"/>
                  <a:pt x="70671" y="32889"/>
                  <a:pt x="70731" y="32889"/>
                </a:cubicBezTo>
                <a:lnTo>
                  <a:pt x="70731" y="32919"/>
                </a:lnTo>
                <a:cubicBezTo>
                  <a:pt x="70671" y="32889"/>
                  <a:pt x="70640" y="32859"/>
                  <a:pt x="70610" y="32829"/>
                </a:cubicBezTo>
                <a:close/>
                <a:moveTo>
                  <a:pt x="64986" y="32858"/>
                </a:moveTo>
                <a:lnTo>
                  <a:pt x="64986" y="32858"/>
                </a:lnTo>
                <a:cubicBezTo>
                  <a:pt x="64864" y="32889"/>
                  <a:pt x="64712" y="32919"/>
                  <a:pt x="64591" y="32950"/>
                </a:cubicBezTo>
                <a:cubicBezTo>
                  <a:pt x="64712" y="32919"/>
                  <a:pt x="64834" y="32889"/>
                  <a:pt x="64986" y="32858"/>
                </a:cubicBezTo>
                <a:close/>
                <a:moveTo>
                  <a:pt x="47868" y="33130"/>
                </a:moveTo>
                <a:cubicBezTo>
                  <a:pt x="47879" y="33131"/>
                  <a:pt x="47891" y="33132"/>
                  <a:pt x="47904" y="33132"/>
                </a:cubicBezTo>
                <a:lnTo>
                  <a:pt x="47873" y="33132"/>
                </a:lnTo>
                <a:cubicBezTo>
                  <a:pt x="47871" y="33131"/>
                  <a:pt x="47870" y="33131"/>
                  <a:pt x="47868" y="33130"/>
                </a:cubicBezTo>
                <a:close/>
                <a:moveTo>
                  <a:pt x="22536" y="0"/>
                </a:moveTo>
                <a:cubicBezTo>
                  <a:pt x="22398" y="0"/>
                  <a:pt x="22256" y="99"/>
                  <a:pt x="22098" y="305"/>
                </a:cubicBezTo>
                <a:cubicBezTo>
                  <a:pt x="22007" y="396"/>
                  <a:pt x="21915" y="487"/>
                  <a:pt x="21794" y="548"/>
                </a:cubicBezTo>
                <a:lnTo>
                  <a:pt x="20791" y="700"/>
                </a:lnTo>
                <a:lnTo>
                  <a:pt x="20487" y="700"/>
                </a:lnTo>
                <a:cubicBezTo>
                  <a:pt x="20275" y="676"/>
                  <a:pt x="20063" y="580"/>
                  <a:pt x="19865" y="580"/>
                </a:cubicBezTo>
                <a:cubicBezTo>
                  <a:pt x="19808" y="580"/>
                  <a:pt x="19751" y="588"/>
                  <a:pt x="19696" y="609"/>
                </a:cubicBezTo>
                <a:cubicBezTo>
                  <a:pt x="19598" y="665"/>
                  <a:pt x="19492" y="689"/>
                  <a:pt x="19386" y="689"/>
                </a:cubicBezTo>
                <a:cubicBezTo>
                  <a:pt x="19264" y="689"/>
                  <a:pt x="19142" y="657"/>
                  <a:pt x="19028" y="609"/>
                </a:cubicBezTo>
                <a:cubicBezTo>
                  <a:pt x="18845" y="517"/>
                  <a:pt x="18663" y="457"/>
                  <a:pt x="18450" y="365"/>
                </a:cubicBezTo>
                <a:cubicBezTo>
                  <a:pt x="18380" y="326"/>
                  <a:pt x="18318" y="307"/>
                  <a:pt x="18263" y="307"/>
                </a:cubicBezTo>
                <a:cubicBezTo>
                  <a:pt x="18105" y="307"/>
                  <a:pt x="18009" y="467"/>
                  <a:pt x="17964" y="761"/>
                </a:cubicBezTo>
                <a:lnTo>
                  <a:pt x="17143" y="882"/>
                </a:lnTo>
                <a:cubicBezTo>
                  <a:pt x="16809" y="913"/>
                  <a:pt x="16474" y="1004"/>
                  <a:pt x="16140" y="1034"/>
                </a:cubicBezTo>
                <a:cubicBezTo>
                  <a:pt x="14803" y="1095"/>
                  <a:pt x="13526" y="1399"/>
                  <a:pt x="12341" y="1916"/>
                </a:cubicBezTo>
                <a:lnTo>
                  <a:pt x="12067" y="1520"/>
                </a:lnTo>
                <a:cubicBezTo>
                  <a:pt x="12037" y="1551"/>
                  <a:pt x="12006" y="1551"/>
                  <a:pt x="11976" y="1581"/>
                </a:cubicBezTo>
                <a:lnTo>
                  <a:pt x="11702" y="1733"/>
                </a:lnTo>
                <a:cubicBezTo>
                  <a:pt x="11672" y="1612"/>
                  <a:pt x="11672" y="1460"/>
                  <a:pt x="11642" y="1338"/>
                </a:cubicBezTo>
                <a:cubicBezTo>
                  <a:pt x="11672" y="1186"/>
                  <a:pt x="11672" y="1064"/>
                  <a:pt x="11702" y="913"/>
                </a:cubicBezTo>
                <a:lnTo>
                  <a:pt x="11642" y="882"/>
                </a:lnTo>
                <a:lnTo>
                  <a:pt x="11429" y="1277"/>
                </a:lnTo>
                <a:cubicBezTo>
                  <a:pt x="11338" y="1460"/>
                  <a:pt x="11186" y="1794"/>
                  <a:pt x="11155" y="1794"/>
                </a:cubicBezTo>
                <a:cubicBezTo>
                  <a:pt x="11085" y="1752"/>
                  <a:pt x="11017" y="1734"/>
                  <a:pt x="10952" y="1734"/>
                </a:cubicBezTo>
                <a:cubicBezTo>
                  <a:pt x="10738" y="1734"/>
                  <a:pt x="10552" y="1928"/>
                  <a:pt x="10365" y="2068"/>
                </a:cubicBezTo>
                <a:cubicBezTo>
                  <a:pt x="10346" y="2067"/>
                  <a:pt x="10326" y="2067"/>
                  <a:pt x="10307" y="2067"/>
                </a:cubicBezTo>
                <a:cubicBezTo>
                  <a:pt x="8998" y="2067"/>
                  <a:pt x="7977" y="3081"/>
                  <a:pt x="6839" y="3800"/>
                </a:cubicBezTo>
                <a:lnTo>
                  <a:pt x="6778" y="3800"/>
                </a:lnTo>
                <a:cubicBezTo>
                  <a:pt x="6687" y="3648"/>
                  <a:pt x="6596" y="3527"/>
                  <a:pt x="6505" y="3375"/>
                </a:cubicBezTo>
                <a:cubicBezTo>
                  <a:pt x="6444" y="3223"/>
                  <a:pt x="6383" y="3131"/>
                  <a:pt x="6322" y="3010"/>
                </a:cubicBezTo>
                <a:cubicBezTo>
                  <a:pt x="6231" y="3101"/>
                  <a:pt x="6140" y="3223"/>
                  <a:pt x="6049" y="3344"/>
                </a:cubicBezTo>
                <a:cubicBezTo>
                  <a:pt x="5988" y="3496"/>
                  <a:pt x="5897" y="3618"/>
                  <a:pt x="5806" y="3739"/>
                </a:cubicBezTo>
                <a:cubicBezTo>
                  <a:pt x="5768" y="3777"/>
                  <a:pt x="5719" y="3803"/>
                  <a:pt x="5665" y="3803"/>
                </a:cubicBezTo>
                <a:cubicBezTo>
                  <a:pt x="5632" y="3803"/>
                  <a:pt x="5597" y="3793"/>
                  <a:pt x="5562" y="3770"/>
                </a:cubicBezTo>
                <a:cubicBezTo>
                  <a:pt x="5532" y="3770"/>
                  <a:pt x="5532" y="3618"/>
                  <a:pt x="5562" y="3496"/>
                </a:cubicBezTo>
                <a:cubicBezTo>
                  <a:pt x="5593" y="3405"/>
                  <a:pt x="5623" y="3344"/>
                  <a:pt x="5654" y="3253"/>
                </a:cubicBezTo>
                <a:cubicBezTo>
                  <a:pt x="5684" y="3040"/>
                  <a:pt x="5988" y="2736"/>
                  <a:pt x="5684" y="2615"/>
                </a:cubicBezTo>
                <a:cubicBezTo>
                  <a:pt x="5645" y="2599"/>
                  <a:pt x="5611" y="2592"/>
                  <a:pt x="5581" y="2592"/>
                </a:cubicBezTo>
                <a:cubicBezTo>
                  <a:pt x="5379" y="2592"/>
                  <a:pt x="5368" y="2916"/>
                  <a:pt x="5289" y="3101"/>
                </a:cubicBezTo>
                <a:cubicBezTo>
                  <a:pt x="5188" y="3429"/>
                  <a:pt x="5045" y="3610"/>
                  <a:pt x="4791" y="3610"/>
                </a:cubicBezTo>
                <a:cubicBezTo>
                  <a:pt x="4739" y="3610"/>
                  <a:pt x="4682" y="3603"/>
                  <a:pt x="4620" y="3587"/>
                </a:cubicBezTo>
                <a:cubicBezTo>
                  <a:pt x="4597" y="3576"/>
                  <a:pt x="4573" y="3571"/>
                  <a:pt x="4547" y="3571"/>
                </a:cubicBezTo>
                <a:cubicBezTo>
                  <a:pt x="4441" y="3571"/>
                  <a:pt x="4318" y="3660"/>
                  <a:pt x="4195" y="3709"/>
                </a:cubicBezTo>
                <a:cubicBezTo>
                  <a:pt x="4103" y="3709"/>
                  <a:pt x="4012" y="3770"/>
                  <a:pt x="3921" y="3800"/>
                </a:cubicBezTo>
                <a:lnTo>
                  <a:pt x="2644" y="4043"/>
                </a:lnTo>
                <a:lnTo>
                  <a:pt x="2097" y="4256"/>
                </a:lnTo>
                <a:cubicBezTo>
                  <a:pt x="2037" y="4286"/>
                  <a:pt x="1945" y="4317"/>
                  <a:pt x="1885" y="4378"/>
                </a:cubicBezTo>
                <a:lnTo>
                  <a:pt x="1793" y="4438"/>
                </a:lnTo>
                <a:lnTo>
                  <a:pt x="365" y="6171"/>
                </a:lnTo>
                <a:cubicBezTo>
                  <a:pt x="122" y="6445"/>
                  <a:pt x="0" y="6809"/>
                  <a:pt x="61" y="7174"/>
                </a:cubicBezTo>
                <a:cubicBezTo>
                  <a:pt x="122" y="7812"/>
                  <a:pt x="61" y="8481"/>
                  <a:pt x="61" y="9119"/>
                </a:cubicBezTo>
                <a:cubicBezTo>
                  <a:pt x="61" y="9271"/>
                  <a:pt x="91" y="9423"/>
                  <a:pt x="152" y="9575"/>
                </a:cubicBezTo>
                <a:cubicBezTo>
                  <a:pt x="426" y="10031"/>
                  <a:pt x="730" y="10396"/>
                  <a:pt x="730" y="11004"/>
                </a:cubicBezTo>
                <a:cubicBezTo>
                  <a:pt x="760" y="11095"/>
                  <a:pt x="790" y="11186"/>
                  <a:pt x="851" y="11247"/>
                </a:cubicBezTo>
                <a:cubicBezTo>
                  <a:pt x="1064" y="11642"/>
                  <a:pt x="1277" y="12068"/>
                  <a:pt x="1520" y="12463"/>
                </a:cubicBezTo>
                <a:cubicBezTo>
                  <a:pt x="1611" y="12706"/>
                  <a:pt x="1793" y="12888"/>
                  <a:pt x="1976" y="13040"/>
                </a:cubicBezTo>
                <a:cubicBezTo>
                  <a:pt x="2462" y="13314"/>
                  <a:pt x="2766" y="13831"/>
                  <a:pt x="2766" y="14378"/>
                </a:cubicBezTo>
                <a:cubicBezTo>
                  <a:pt x="2857" y="14499"/>
                  <a:pt x="2948" y="14651"/>
                  <a:pt x="3040" y="14773"/>
                </a:cubicBezTo>
                <a:cubicBezTo>
                  <a:pt x="3617" y="15411"/>
                  <a:pt x="3617" y="15411"/>
                  <a:pt x="3344" y="16293"/>
                </a:cubicBezTo>
                <a:cubicBezTo>
                  <a:pt x="3344" y="16293"/>
                  <a:pt x="3344" y="16323"/>
                  <a:pt x="3374" y="16414"/>
                </a:cubicBezTo>
                <a:lnTo>
                  <a:pt x="3739" y="16353"/>
                </a:lnTo>
                <a:lnTo>
                  <a:pt x="3860" y="16202"/>
                </a:lnTo>
                <a:cubicBezTo>
                  <a:pt x="3982" y="16232"/>
                  <a:pt x="4134" y="16232"/>
                  <a:pt x="4225" y="16323"/>
                </a:cubicBezTo>
                <a:cubicBezTo>
                  <a:pt x="4438" y="16597"/>
                  <a:pt x="4651" y="16870"/>
                  <a:pt x="4863" y="17144"/>
                </a:cubicBezTo>
                <a:cubicBezTo>
                  <a:pt x="4772" y="18360"/>
                  <a:pt x="4681" y="19606"/>
                  <a:pt x="4590" y="20822"/>
                </a:cubicBezTo>
                <a:cubicBezTo>
                  <a:pt x="4529" y="21582"/>
                  <a:pt x="4499" y="22493"/>
                  <a:pt x="5076" y="23010"/>
                </a:cubicBezTo>
                <a:cubicBezTo>
                  <a:pt x="5532" y="23436"/>
                  <a:pt x="6201" y="23466"/>
                  <a:pt x="6839" y="23466"/>
                </a:cubicBezTo>
                <a:lnTo>
                  <a:pt x="26019" y="23648"/>
                </a:lnTo>
                <a:cubicBezTo>
                  <a:pt x="26414" y="23831"/>
                  <a:pt x="26839" y="23922"/>
                  <a:pt x="27265" y="23922"/>
                </a:cubicBezTo>
                <a:lnTo>
                  <a:pt x="27812" y="23800"/>
                </a:lnTo>
                <a:cubicBezTo>
                  <a:pt x="27812" y="23831"/>
                  <a:pt x="27842" y="23892"/>
                  <a:pt x="27842" y="23922"/>
                </a:cubicBezTo>
                <a:cubicBezTo>
                  <a:pt x="27903" y="24287"/>
                  <a:pt x="27934" y="24682"/>
                  <a:pt x="27934" y="25047"/>
                </a:cubicBezTo>
                <a:cubicBezTo>
                  <a:pt x="27934" y="25503"/>
                  <a:pt x="27934" y="25959"/>
                  <a:pt x="27903" y="26414"/>
                </a:cubicBezTo>
                <a:cubicBezTo>
                  <a:pt x="27842" y="26779"/>
                  <a:pt x="27751" y="27114"/>
                  <a:pt x="27660" y="27418"/>
                </a:cubicBezTo>
                <a:cubicBezTo>
                  <a:pt x="27812" y="27387"/>
                  <a:pt x="27934" y="27326"/>
                  <a:pt x="28055" y="27235"/>
                </a:cubicBezTo>
                <a:cubicBezTo>
                  <a:pt x="28177" y="27144"/>
                  <a:pt x="28268" y="27022"/>
                  <a:pt x="28359" y="26901"/>
                </a:cubicBezTo>
                <a:lnTo>
                  <a:pt x="28359" y="26992"/>
                </a:lnTo>
                <a:cubicBezTo>
                  <a:pt x="28359" y="27114"/>
                  <a:pt x="28359" y="27266"/>
                  <a:pt x="28329" y="27387"/>
                </a:cubicBezTo>
                <a:cubicBezTo>
                  <a:pt x="28177" y="27752"/>
                  <a:pt x="28268" y="28177"/>
                  <a:pt x="28511" y="28512"/>
                </a:cubicBezTo>
                <a:cubicBezTo>
                  <a:pt x="28690" y="28461"/>
                  <a:pt x="28825" y="28346"/>
                  <a:pt x="28954" y="28346"/>
                </a:cubicBezTo>
                <a:cubicBezTo>
                  <a:pt x="28979" y="28346"/>
                  <a:pt x="29003" y="28350"/>
                  <a:pt x="29028" y="28360"/>
                </a:cubicBezTo>
                <a:cubicBezTo>
                  <a:pt x="29362" y="28481"/>
                  <a:pt x="29666" y="28664"/>
                  <a:pt x="29970" y="28846"/>
                </a:cubicBezTo>
                <a:cubicBezTo>
                  <a:pt x="30086" y="28482"/>
                  <a:pt x="30184" y="28307"/>
                  <a:pt x="30308" y="28307"/>
                </a:cubicBezTo>
                <a:cubicBezTo>
                  <a:pt x="30412" y="28307"/>
                  <a:pt x="30534" y="28429"/>
                  <a:pt x="30700" y="28664"/>
                </a:cubicBezTo>
                <a:cubicBezTo>
                  <a:pt x="30852" y="28877"/>
                  <a:pt x="31064" y="29059"/>
                  <a:pt x="31247" y="29241"/>
                </a:cubicBezTo>
                <a:lnTo>
                  <a:pt x="31338" y="29180"/>
                </a:lnTo>
                <a:cubicBezTo>
                  <a:pt x="31338" y="29484"/>
                  <a:pt x="31338" y="29758"/>
                  <a:pt x="31368" y="30092"/>
                </a:cubicBezTo>
                <a:lnTo>
                  <a:pt x="31703" y="30457"/>
                </a:lnTo>
                <a:lnTo>
                  <a:pt x="32159" y="30974"/>
                </a:lnTo>
                <a:cubicBezTo>
                  <a:pt x="32159" y="30791"/>
                  <a:pt x="32159" y="30670"/>
                  <a:pt x="32128" y="30427"/>
                </a:cubicBezTo>
                <a:lnTo>
                  <a:pt x="32128" y="30427"/>
                </a:lnTo>
                <a:cubicBezTo>
                  <a:pt x="32250" y="30518"/>
                  <a:pt x="32371" y="30639"/>
                  <a:pt x="32463" y="30761"/>
                </a:cubicBezTo>
                <a:cubicBezTo>
                  <a:pt x="32645" y="31126"/>
                  <a:pt x="32827" y="31491"/>
                  <a:pt x="33010" y="31855"/>
                </a:cubicBezTo>
                <a:lnTo>
                  <a:pt x="33405" y="32007"/>
                </a:lnTo>
                <a:cubicBezTo>
                  <a:pt x="33405" y="32098"/>
                  <a:pt x="33375" y="32220"/>
                  <a:pt x="33375" y="32311"/>
                </a:cubicBezTo>
                <a:cubicBezTo>
                  <a:pt x="33255" y="32788"/>
                  <a:pt x="33604" y="33528"/>
                  <a:pt x="33990" y="33528"/>
                </a:cubicBezTo>
                <a:cubicBezTo>
                  <a:pt x="33997" y="33528"/>
                  <a:pt x="34005" y="33528"/>
                  <a:pt x="34013" y="33527"/>
                </a:cubicBezTo>
                <a:cubicBezTo>
                  <a:pt x="34039" y="33524"/>
                  <a:pt x="34065" y="33523"/>
                  <a:pt x="34091" y="33523"/>
                </a:cubicBezTo>
                <a:cubicBezTo>
                  <a:pt x="34368" y="33523"/>
                  <a:pt x="34639" y="33667"/>
                  <a:pt x="34834" y="33861"/>
                </a:cubicBezTo>
                <a:cubicBezTo>
                  <a:pt x="35046" y="33983"/>
                  <a:pt x="35168" y="34226"/>
                  <a:pt x="35137" y="34469"/>
                </a:cubicBezTo>
                <a:lnTo>
                  <a:pt x="35472" y="34469"/>
                </a:lnTo>
                <a:cubicBezTo>
                  <a:pt x="35624" y="34409"/>
                  <a:pt x="35806" y="34378"/>
                  <a:pt x="35958" y="34378"/>
                </a:cubicBezTo>
                <a:cubicBezTo>
                  <a:pt x="36171" y="34378"/>
                  <a:pt x="36384" y="34409"/>
                  <a:pt x="36596" y="34439"/>
                </a:cubicBezTo>
                <a:cubicBezTo>
                  <a:pt x="36627" y="34956"/>
                  <a:pt x="36688" y="35472"/>
                  <a:pt x="36779" y="36080"/>
                </a:cubicBezTo>
                <a:lnTo>
                  <a:pt x="38359" y="35898"/>
                </a:lnTo>
                <a:lnTo>
                  <a:pt x="38542" y="35776"/>
                </a:lnTo>
                <a:cubicBezTo>
                  <a:pt x="38709" y="35792"/>
                  <a:pt x="38869" y="35799"/>
                  <a:pt x="39024" y="35799"/>
                </a:cubicBezTo>
                <a:cubicBezTo>
                  <a:pt x="39180" y="35799"/>
                  <a:pt x="39332" y="35792"/>
                  <a:pt x="39484" y="35776"/>
                </a:cubicBezTo>
                <a:cubicBezTo>
                  <a:pt x="39818" y="35685"/>
                  <a:pt x="40122" y="35594"/>
                  <a:pt x="40426" y="35503"/>
                </a:cubicBezTo>
                <a:cubicBezTo>
                  <a:pt x="40483" y="35495"/>
                  <a:pt x="40540" y="35491"/>
                  <a:pt x="40597" y="35491"/>
                </a:cubicBezTo>
                <a:cubicBezTo>
                  <a:pt x="40753" y="35491"/>
                  <a:pt x="40909" y="35519"/>
                  <a:pt x="41065" y="35564"/>
                </a:cubicBezTo>
                <a:cubicBezTo>
                  <a:pt x="41131" y="35593"/>
                  <a:pt x="41188" y="35606"/>
                  <a:pt x="41238" y="35606"/>
                </a:cubicBezTo>
                <a:cubicBezTo>
                  <a:pt x="41395" y="35606"/>
                  <a:pt x="41482" y="35474"/>
                  <a:pt x="41551" y="35290"/>
                </a:cubicBezTo>
                <a:lnTo>
                  <a:pt x="42797" y="35138"/>
                </a:lnTo>
                <a:lnTo>
                  <a:pt x="42919" y="35047"/>
                </a:lnTo>
                <a:lnTo>
                  <a:pt x="43010" y="35108"/>
                </a:lnTo>
                <a:cubicBezTo>
                  <a:pt x="43106" y="35162"/>
                  <a:pt x="43191" y="35185"/>
                  <a:pt x="43266" y="35185"/>
                </a:cubicBezTo>
                <a:cubicBezTo>
                  <a:pt x="43572" y="35185"/>
                  <a:pt x="43733" y="34804"/>
                  <a:pt x="43952" y="34560"/>
                </a:cubicBezTo>
                <a:lnTo>
                  <a:pt x="44347" y="34165"/>
                </a:lnTo>
                <a:cubicBezTo>
                  <a:pt x="44773" y="33983"/>
                  <a:pt x="45198" y="33861"/>
                  <a:pt x="45594" y="33709"/>
                </a:cubicBezTo>
                <a:cubicBezTo>
                  <a:pt x="46100" y="33533"/>
                  <a:pt x="46575" y="33341"/>
                  <a:pt x="47075" y="33341"/>
                </a:cubicBezTo>
                <a:cubicBezTo>
                  <a:pt x="47266" y="33341"/>
                  <a:pt x="47460" y="33369"/>
                  <a:pt x="47660" y="33436"/>
                </a:cubicBezTo>
                <a:cubicBezTo>
                  <a:pt x="47677" y="33444"/>
                  <a:pt x="47697" y="33448"/>
                  <a:pt x="47720" y="33448"/>
                </a:cubicBezTo>
                <a:cubicBezTo>
                  <a:pt x="47782" y="33448"/>
                  <a:pt x="47859" y="33420"/>
                  <a:pt x="47904" y="33375"/>
                </a:cubicBezTo>
                <a:cubicBezTo>
                  <a:pt x="47996" y="33282"/>
                  <a:pt x="48083" y="33247"/>
                  <a:pt x="48169" y="33247"/>
                </a:cubicBezTo>
                <a:cubicBezTo>
                  <a:pt x="48281" y="33247"/>
                  <a:pt x="48391" y="33306"/>
                  <a:pt x="48512" y="33375"/>
                </a:cubicBezTo>
                <a:cubicBezTo>
                  <a:pt x="48724" y="33497"/>
                  <a:pt x="48937" y="33588"/>
                  <a:pt x="49180" y="33649"/>
                </a:cubicBezTo>
                <a:lnTo>
                  <a:pt x="49332" y="33831"/>
                </a:lnTo>
                <a:cubicBezTo>
                  <a:pt x="49575" y="34074"/>
                  <a:pt x="49849" y="34348"/>
                  <a:pt x="50092" y="34591"/>
                </a:cubicBezTo>
                <a:cubicBezTo>
                  <a:pt x="50107" y="34606"/>
                  <a:pt x="50128" y="34612"/>
                  <a:pt x="50153" y="34612"/>
                </a:cubicBezTo>
                <a:cubicBezTo>
                  <a:pt x="50227" y="34612"/>
                  <a:pt x="50335" y="34560"/>
                  <a:pt x="50426" y="34560"/>
                </a:cubicBezTo>
                <a:cubicBezTo>
                  <a:pt x="50700" y="34469"/>
                  <a:pt x="51004" y="34348"/>
                  <a:pt x="51278" y="34226"/>
                </a:cubicBezTo>
                <a:cubicBezTo>
                  <a:pt x="51825" y="33922"/>
                  <a:pt x="52402" y="33740"/>
                  <a:pt x="53041" y="33740"/>
                </a:cubicBezTo>
                <a:cubicBezTo>
                  <a:pt x="53284" y="33861"/>
                  <a:pt x="53557" y="33953"/>
                  <a:pt x="53831" y="34044"/>
                </a:cubicBezTo>
                <a:cubicBezTo>
                  <a:pt x="53892" y="34058"/>
                  <a:pt x="53953" y="34064"/>
                  <a:pt x="54014" y="34064"/>
                </a:cubicBezTo>
                <a:cubicBezTo>
                  <a:pt x="54302" y="34064"/>
                  <a:pt x="54597" y="33936"/>
                  <a:pt x="54896" y="33936"/>
                </a:cubicBezTo>
                <a:cubicBezTo>
                  <a:pt x="55077" y="33936"/>
                  <a:pt x="55259" y="33983"/>
                  <a:pt x="55442" y="34135"/>
                </a:cubicBezTo>
                <a:cubicBezTo>
                  <a:pt x="55457" y="34150"/>
                  <a:pt x="55465" y="34158"/>
                  <a:pt x="55472" y="34158"/>
                </a:cubicBezTo>
                <a:cubicBezTo>
                  <a:pt x="55480" y="34158"/>
                  <a:pt x="55487" y="34150"/>
                  <a:pt x="55503" y="34135"/>
                </a:cubicBezTo>
                <a:cubicBezTo>
                  <a:pt x="55837" y="33953"/>
                  <a:pt x="56141" y="33770"/>
                  <a:pt x="56445" y="33527"/>
                </a:cubicBezTo>
                <a:cubicBezTo>
                  <a:pt x="56815" y="33263"/>
                  <a:pt x="57116" y="32860"/>
                  <a:pt x="57549" y="32860"/>
                </a:cubicBezTo>
                <a:cubicBezTo>
                  <a:pt x="57613" y="32860"/>
                  <a:pt x="57681" y="32869"/>
                  <a:pt x="57752" y="32889"/>
                </a:cubicBezTo>
                <a:lnTo>
                  <a:pt x="57965" y="32980"/>
                </a:lnTo>
                <a:cubicBezTo>
                  <a:pt x="58128" y="33143"/>
                  <a:pt x="58297" y="33191"/>
                  <a:pt x="58467" y="33191"/>
                </a:cubicBezTo>
                <a:cubicBezTo>
                  <a:pt x="58677" y="33191"/>
                  <a:pt x="58888" y="33118"/>
                  <a:pt x="59089" y="33102"/>
                </a:cubicBezTo>
                <a:cubicBezTo>
                  <a:pt x="59241" y="33102"/>
                  <a:pt x="59393" y="33132"/>
                  <a:pt x="59545" y="33223"/>
                </a:cubicBezTo>
                <a:cubicBezTo>
                  <a:pt x="59656" y="33310"/>
                  <a:pt x="59743" y="33356"/>
                  <a:pt x="59810" y="33356"/>
                </a:cubicBezTo>
                <a:cubicBezTo>
                  <a:pt x="59908" y="33356"/>
                  <a:pt x="59965" y="33257"/>
                  <a:pt x="60001" y="33041"/>
                </a:cubicBezTo>
                <a:cubicBezTo>
                  <a:pt x="60047" y="32811"/>
                  <a:pt x="60145" y="32703"/>
                  <a:pt x="60295" y="32703"/>
                </a:cubicBezTo>
                <a:cubicBezTo>
                  <a:pt x="60343" y="32703"/>
                  <a:pt x="60398" y="32714"/>
                  <a:pt x="60457" y="32737"/>
                </a:cubicBezTo>
                <a:lnTo>
                  <a:pt x="61339" y="33010"/>
                </a:lnTo>
                <a:cubicBezTo>
                  <a:pt x="61430" y="33162"/>
                  <a:pt x="61521" y="33314"/>
                  <a:pt x="61582" y="33375"/>
                </a:cubicBezTo>
                <a:cubicBezTo>
                  <a:pt x="61791" y="33296"/>
                  <a:pt x="61956" y="33150"/>
                  <a:pt x="62094" y="33150"/>
                </a:cubicBezTo>
                <a:cubicBezTo>
                  <a:pt x="62117" y="33150"/>
                  <a:pt x="62138" y="33154"/>
                  <a:pt x="62159" y="33162"/>
                </a:cubicBezTo>
                <a:cubicBezTo>
                  <a:pt x="62342" y="33193"/>
                  <a:pt x="62372" y="33497"/>
                  <a:pt x="62494" y="33709"/>
                </a:cubicBezTo>
                <a:cubicBezTo>
                  <a:pt x="62551" y="33308"/>
                  <a:pt x="62693" y="33111"/>
                  <a:pt x="62903" y="33111"/>
                </a:cubicBezTo>
                <a:cubicBezTo>
                  <a:pt x="63028" y="33111"/>
                  <a:pt x="63176" y="33179"/>
                  <a:pt x="63345" y="33314"/>
                </a:cubicBezTo>
                <a:cubicBezTo>
                  <a:pt x="63355" y="33324"/>
                  <a:pt x="63368" y="33328"/>
                  <a:pt x="63383" y="33328"/>
                </a:cubicBezTo>
                <a:cubicBezTo>
                  <a:pt x="63412" y="33328"/>
                  <a:pt x="63446" y="33314"/>
                  <a:pt x="63466" y="33314"/>
                </a:cubicBezTo>
                <a:cubicBezTo>
                  <a:pt x="63740" y="33375"/>
                  <a:pt x="64044" y="33405"/>
                  <a:pt x="64317" y="33466"/>
                </a:cubicBezTo>
                <a:cubicBezTo>
                  <a:pt x="64348" y="33466"/>
                  <a:pt x="64409" y="33649"/>
                  <a:pt x="64439" y="33740"/>
                </a:cubicBezTo>
                <a:cubicBezTo>
                  <a:pt x="64483" y="34030"/>
                  <a:pt x="64740" y="34270"/>
                  <a:pt x="64970" y="34270"/>
                </a:cubicBezTo>
                <a:cubicBezTo>
                  <a:pt x="65054" y="34270"/>
                  <a:pt x="65134" y="34238"/>
                  <a:pt x="65199" y="34165"/>
                </a:cubicBezTo>
                <a:cubicBezTo>
                  <a:pt x="65558" y="33696"/>
                  <a:pt x="66117" y="33427"/>
                  <a:pt x="66694" y="33427"/>
                </a:cubicBezTo>
                <a:cubicBezTo>
                  <a:pt x="66753" y="33427"/>
                  <a:pt x="66812" y="33430"/>
                  <a:pt x="66871" y="33436"/>
                </a:cubicBezTo>
                <a:cubicBezTo>
                  <a:pt x="67053" y="33436"/>
                  <a:pt x="67266" y="33405"/>
                  <a:pt x="67448" y="33345"/>
                </a:cubicBezTo>
                <a:cubicBezTo>
                  <a:pt x="67630" y="33436"/>
                  <a:pt x="67782" y="33527"/>
                  <a:pt x="67965" y="33618"/>
                </a:cubicBezTo>
                <a:cubicBezTo>
                  <a:pt x="68117" y="33649"/>
                  <a:pt x="68330" y="33618"/>
                  <a:pt x="68390" y="33679"/>
                </a:cubicBezTo>
                <a:cubicBezTo>
                  <a:pt x="68498" y="33840"/>
                  <a:pt x="68587" y="33895"/>
                  <a:pt x="68664" y="33895"/>
                </a:cubicBezTo>
                <a:cubicBezTo>
                  <a:pt x="68762" y="33895"/>
                  <a:pt x="68839" y="33808"/>
                  <a:pt x="68907" y="33740"/>
                </a:cubicBezTo>
                <a:cubicBezTo>
                  <a:pt x="69089" y="33861"/>
                  <a:pt x="69241" y="33953"/>
                  <a:pt x="69424" y="34074"/>
                </a:cubicBezTo>
                <a:cubicBezTo>
                  <a:pt x="69494" y="34109"/>
                  <a:pt x="69555" y="34125"/>
                  <a:pt x="69609" y="34125"/>
                </a:cubicBezTo>
                <a:cubicBezTo>
                  <a:pt x="69884" y="34125"/>
                  <a:pt x="69981" y="33735"/>
                  <a:pt x="70184" y="33557"/>
                </a:cubicBezTo>
                <a:lnTo>
                  <a:pt x="70488" y="33527"/>
                </a:lnTo>
                <a:lnTo>
                  <a:pt x="71582" y="33588"/>
                </a:lnTo>
                <a:cubicBezTo>
                  <a:pt x="71582" y="33557"/>
                  <a:pt x="71582" y="33527"/>
                  <a:pt x="71582" y="33527"/>
                </a:cubicBezTo>
                <a:cubicBezTo>
                  <a:pt x="71612" y="33375"/>
                  <a:pt x="71673" y="33132"/>
                  <a:pt x="71734" y="33132"/>
                </a:cubicBezTo>
                <a:cubicBezTo>
                  <a:pt x="71761" y="33127"/>
                  <a:pt x="71789" y="33124"/>
                  <a:pt x="71817" y="33124"/>
                </a:cubicBezTo>
                <a:cubicBezTo>
                  <a:pt x="71949" y="33124"/>
                  <a:pt x="72090" y="33178"/>
                  <a:pt x="72190" y="33253"/>
                </a:cubicBezTo>
                <a:cubicBezTo>
                  <a:pt x="72281" y="33314"/>
                  <a:pt x="72281" y="33557"/>
                  <a:pt x="72281" y="33679"/>
                </a:cubicBezTo>
                <a:cubicBezTo>
                  <a:pt x="72281" y="33831"/>
                  <a:pt x="72220" y="33892"/>
                  <a:pt x="72220" y="33983"/>
                </a:cubicBezTo>
                <a:cubicBezTo>
                  <a:pt x="72251" y="34135"/>
                  <a:pt x="72311" y="34257"/>
                  <a:pt x="72342" y="34378"/>
                </a:cubicBezTo>
                <a:cubicBezTo>
                  <a:pt x="72433" y="34317"/>
                  <a:pt x="72524" y="34226"/>
                  <a:pt x="72585" y="34135"/>
                </a:cubicBezTo>
                <a:cubicBezTo>
                  <a:pt x="72676" y="33983"/>
                  <a:pt x="72767" y="33801"/>
                  <a:pt x="72859" y="33649"/>
                </a:cubicBezTo>
                <a:lnTo>
                  <a:pt x="73132" y="34135"/>
                </a:lnTo>
                <a:cubicBezTo>
                  <a:pt x="73132" y="34165"/>
                  <a:pt x="73162" y="34165"/>
                  <a:pt x="73223" y="34196"/>
                </a:cubicBezTo>
                <a:cubicBezTo>
                  <a:pt x="73254" y="34105"/>
                  <a:pt x="73284" y="34013"/>
                  <a:pt x="73314" y="33922"/>
                </a:cubicBezTo>
                <a:cubicBezTo>
                  <a:pt x="73345" y="33405"/>
                  <a:pt x="73588" y="33253"/>
                  <a:pt x="73953" y="33223"/>
                </a:cubicBezTo>
                <a:cubicBezTo>
                  <a:pt x="74044" y="33193"/>
                  <a:pt x="74135" y="33162"/>
                  <a:pt x="74226" y="33102"/>
                </a:cubicBezTo>
                <a:cubicBezTo>
                  <a:pt x="74500" y="32919"/>
                  <a:pt x="74773" y="32737"/>
                  <a:pt x="75077" y="32554"/>
                </a:cubicBezTo>
                <a:cubicBezTo>
                  <a:pt x="75241" y="32472"/>
                  <a:pt x="75397" y="32355"/>
                  <a:pt x="75552" y="32355"/>
                </a:cubicBezTo>
                <a:cubicBezTo>
                  <a:pt x="75685" y="32355"/>
                  <a:pt x="75819" y="32440"/>
                  <a:pt x="75959" y="32706"/>
                </a:cubicBezTo>
                <a:lnTo>
                  <a:pt x="76293" y="32159"/>
                </a:lnTo>
                <a:cubicBezTo>
                  <a:pt x="76459" y="32180"/>
                  <a:pt x="76625" y="32229"/>
                  <a:pt x="76733" y="32229"/>
                </a:cubicBezTo>
                <a:cubicBezTo>
                  <a:pt x="76784" y="32229"/>
                  <a:pt x="76821" y="32219"/>
                  <a:pt x="76840" y="32190"/>
                </a:cubicBezTo>
                <a:cubicBezTo>
                  <a:pt x="76871" y="32159"/>
                  <a:pt x="76932" y="32129"/>
                  <a:pt x="76962" y="32098"/>
                </a:cubicBezTo>
                <a:lnTo>
                  <a:pt x="77144" y="32220"/>
                </a:lnTo>
                <a:lnTo>
                  <a:pt x="77418" y="32007"/>
                </a:lnTo>
                <a:cubicBezTo>
                  <a:pt x="77479" y="32038"/>
                  <a:pt x="77570" y="32038"/>
                  <a:pt x="77631" y="32068"/>
                </a:cubicBezTo>
                <a:cubicBezTo>
                  <a:pt x="77691" y="32098"/>
                  <a:pt x="77752" y="32159"/>
                  <a:pt x="77813" y="32220"/>
                </a:cubicBezTo>
                <a:lnTo>
                  <a:pt x="77813" y="32250"/>
                </a:lnTo>
                <a:cubicBezTo>
                  <a:pt x="77722" y="32372"/>
                  <a:pt x="77631" y="32524"/>
                  <a:pt x="77570" y="32676"/>
                </a:cubicBezTo>
                <a:cubicBezTo>
                  <a:pt x="77539" y="32798"/>
                  <a:pt x="77570" y="32950"/>
                  <a:pt x="77631" y="33041"/>
                </a:cubicBezTo>
                <a:cubicBezTo>
                  <a:pt x="77640" y="33059"/>
                  <a:pt x="77662" y="33066"/>
                  <a:pt x="77690" y="33066"/>
                </a:cubicBezTo>
                <a:cubicBezTo>
                  <a:pt x="77757" y="33066"/>
                  <a:pt x="77861" y="33023"/>
                  <a:pt x="77904" y="32980"/>
                </a:cubicBezTo>
                <a:cubicBezTo>
                  <a:pt x="77965" y="32889"/>
                  <a:pt x="77965" y="32889"/>
                  <a:pt x="77995" y="32858"/>
                </a:cubicBezTo>
                <a:cubicBezTo>
                  <a:pt x="78056" y="33041"/>
                  <a:pt x="78147" y="33223"/>
                  <a:pt x="78269" y="33497"/>
                </a:cubicBezTo>
                <a:lnTo>
                  <a:pt x="78451" y="33071"/>
                </a:lnTo>
                <a:lnTo>
                  <a:pt x="78451" y="33284"/>
                </a:lnTo>
                <a:lnTo>
                  <a:pt x="78603" y="33193"/>
                </a:lnTo>
                <a:lnTo>
                  <a:pt x="78755" y="33314"/>
                </a:lnTo>
                <a:lnTo>
                  <a:pt x="78846" y="33010"/>
                </a:lnTo>
                <a:lnTo>
                  <a:pt x="79242" y="32706"/>
                </a:lnTo>
                <a:cubicBezTo>
                  <a:pt x="79272" y="32676"/>
                  <a:pt x="79302" y="32646"/>
                  <a:pt x="79333" y="32615"/>
                </a:cubicBezTo>
                <a:cubicBezTo>
                  <a:pt x="79333" y="32554"/>
                  <a:pt x="79333" y="32494"/>
                  <a:pt x="79363" y="32463"/>
                </a:cubicBezTo>
                <a:cubicBezTo>
                  <a:pt x="79606" y="32463"/>
                  <a:pt x="79546" y="32159"/>
                  <a:pt x="79606" y="31946"/>
                </a:cubicBezTo>
                <a:lnTo>
                  <a:pt x="79789" y="31825"/>
                </a:lnTo>
                <a:cubicBezTo>
                  <a:pt x="79850" y="31673"/>
                  <a:pt x="79941" y="31551"/>
                  <a:pt x="80062" y="31460"/>
                </a:cubicBezTo>
                <a:cubicBezTo>
                  <a:pt x="80093" y="31430"/>
                  <a:pt x="80154" y="31399"/>
                  <a:pt x="80184" y="31369"/>
                </a:cubicBezTo>
                <a:cubicBezTo>
                  <a:pt x="80245" y="31339"/>
                  <a:pt x="80214" y="31339"/>
                  <a:pt x="80245" y="31308"/>
                </a:cubicBezTo>
                <a:cubicBezTo>
                  <a:pt x="80518" y="31126"/>
                  <a:pt x="80822" y="31004"/>
                  <a:pt x="81126" y="30943"/>
                </a:cubicBezTo>
                <a:lnTo>
                  <a:pt x="81521" y="31217"/>
                </a:lnTo>
                <a:lnTo>
                  <a:pt x="82008" y="30700"/>
                </a:lnTo>
                <a:cubicBezTo>
                  <a:pt x="82190" y="30761"/>
                  <a:pt x="82372" y="30883"/>
                  <a:pt x="82524" y="31004"/>
                </a:cubicBezTo>
                <a:cubicBezTo>
                  <a:pt x="82616" y="31065"/>
                  <a:pt x="82676" y="31065"/>
                  <a:pt x="82768" y="31065"/>
                </a:cubicBezTo>
                <a:lnTo>
                  <a:pt x="82859" y="31065"/>
                </a:lnTo>
                <a:lnTo>
                  <a:pt x="82859" y="31187"/>
                </a:lnTo>
                <a:lnTo>
                  <a:pt x="83132" y="31065"/>
                </a:lnTo>
                <a:lnTo>
                  <a:pt x="83771" y="31065"/>
                </a:lnTo>
                <a:cubicBezTo>
                  <a:pt x="84287" y="31065"/>
                  <a:pt x="84774" y="31035"/>
                  <a:pt x="85290" y="30974"/>
                </a:cubicBezTo>
                <a:cubicBezTo>
                  <a:pt x="85686" y="30943"/>
                  <a:pt x="86111" y="30852"/>
                  <a:pt x="86506" y="30791"/>
                </a:cubicBezTo>
                <a:lnTo>
                  <a:pt x="86506" y="30883"/>
                </a:lnTo>
                <a:lnTo>
                  <a:pt x="86506" y="30974"/>
                </a:lnTo>
                <a:lnTo>
                  <a:pt x="86597" y="31065"/>
                </a:lnTo>
                <a:cubicBezTo>
                  <a:pt x="86719" y="31126"/>
                  <a:pt x="86871" y="31187"/>
                  <a:pt x="86993" y="31247"/>
                </a:cubicBezTo>
                <a:cubicBezTo>
                  <a:pt x="87175" y="31278"/>
                  <a:pt x="87327" y="31247"/>
                  <a:pt x="87479" y="31308"/>
                </a:cubicBezTo>
                <a:cubicBezTo>
                  <a:pt x="87540" y="31343"/>
                  <a:pt x="87593" y="31358"/>
                  <a:pt x="87641" y="31358"/>
                </a:cubicBezTo>
                <a:cubicBezTo>
                  <a:pt x="87761" y="31358"/>
                  <a:pt x="87848" y="31265"/>
                  <a:pt x="87935" y="31156"/>
                </a:cubicBezTo>
                <a:cubicBezTo>
                  <a:pt x="88117" y="31004"/>
                  <a:pt x="88300" y="30913"/>
                  <a:pt x="88482" y="30822"/>
                </a:cubicBezTo>
                <a:lnTo>
                  <a:pt x="88634" y="30731"/>
                </a:lnTo>
                <a:cubicBezTo>
                  <a:pt x="88816" y="31004"/>
                  <a:pt x="88907" y="31308"/>
                  <a:pt x="88907" y="31643"/>
                </a:cubicBezTo>
                <a:cubicBezTo>
                  <a:pt x="88999" y="31582"/>
                  <a:pt x="89059" y="31551"/>
                  <a:pt x="89120" y="31521"/>
                </a:cubicBezTo>
                <a:cubicBezTo>
                  <a:pt x="89274" y="31393"/>
                  <a:pt x="89374" y="31324"/>
                  <a:pt x="89445" y="31324"/>
                </a:cubicBezTo>
                <a:cubicBezTo>
                  <a:pt x="89542" y="31324"/>
                  <a:pt x="89584" y="31453"/>
                  <a:pt x="89637" y="31734"/>
                </a:cubicBezTo>
                <a:cubicBezTo>
                  <a:pt x="89698" y="31946"/>
                  <a:pt x="89728" y="32190"/>
                  <a:pt x="89759" y="32311"/>
                </a:cubicBezTo>
                <a:cubicBezTo>
                  <a:pt x="90002" y="32098"/>
                  <a:pt x="90245" y="31916"/>
                  <a:pt x="90488" y="31703"/>
                </a:cubicBezTo>
                <a:lnTo>
                  <a:pt x="90731" y="32676"/>
                </a:lnTo>
                <a:cubicBezTo>
                  <a:pt x="90974" y="32250"/>
                  <a:pt x="90883" y="31703"/>
                  <a:pt x="91339" y="31582"/>
                </a:cubicBezTo>
                <a:cubicBezTo>
                  <a:pt x="91365" y="31371"/>
                  <a:pt x="91312" y="31320"/>
                  <a:pt x="91235" y="31320"/>
                </a:cubicBezTo>
                <a:cubicBezTo>
                  <a:pt x="91164" y="31320"/>
                  <a:pt x="91071" y="31365"/>
                  <a:pt x="91006" y="31365"/>
                </a:cubicBezTo>
                <a:cubicBezTo>
                  <a:pt x="90980" y="31365"/>
                  <a:pt x="90959" y="31358"/>
                  <a:pt x="90944" y="31339"/>
                </a:cubicBezTo>
                <a:lnTo>
                  <a:pt x="90944" y="30609"/>
                </a:lnTo>
                <a:cubicBezTo>
                  <a:pt x="91035" y="30639"/>
                  <a:pt x="91126" y="30731"/>
                  <a:pt x="91187" y="30822"/>
                </a:cubicBezTo>
                <a:cubicBezTo>
                  <a:pt x="91256" y="30959"/>
                  <a:pt x="91330" y="31022"/>
                  <a:pt x="91405" y="31022"/>
                </a:cubicBezTo>
                <a:cubicBezTo>
                  <a:pt x="91497" y="31022"/>
                  <a:pt x="91590" y="30928"/>
                  <a:pt x="91673" y="30761"/>
                </a:cubicBezTo>
                <a:cubicBezTo>
                  <a:pt x="91734" y="30670"/>
                  <a:pt x="91765" y="30518"/>
                  <a:pt x="91825" y="30518"/>
                </a:cubicBezTo>
                <a:cubicBezTo>
                  <a:pt x="91947" y="30457"/>
                  <a:pt x="92069" y="30457"/>
                  <a:pt x="92221" y="30427"/>
                </a:cubicBezTo>
                <a:lnTo>
                  <a:pt x="92221" y="30427"/>
                </a:lnTo>
                <a:cubicBezTo>
                  <a:pt x="92221" y="30579"/>
                  <a:pt x="92190" y="30731"/>
                  <a:pt x="92129" y="30852"/>
                </a:cubicBezTo>
                <a:cubicBezTo>
                  <a:pt x="91977" y="31126"/>
                  <a:pt x="91825" y="31339"/>
                  <a:pt x="92160" y="31521"/>
                </a:cubicBezTo>
                <a:cubicBezTo>
                  <a:pt x="92251" y="31551"/>
                  <a:pt x="92221" y="31794"/>
                  <a:pt x="92281" y="31855"/>
                </a:cubicBezTo>
                <a:cubicBezTo>
                  <a:pt x="92403" y="31977"/>
                  <a:pt x="92585" y="32098"/>
                  <a:pt x="92768" y="32129"/>
                </a:cubicBezTo>
                <a:cubicBezTo>
                  <a:pt x="92798" y="32129"/>
                  <a:pt x="92889" y="31946"/>
                  <a:pt x="92980" y="31855"/>
                </a:cubicBezTo>
                <a:cubicBezTo>
                  <a:pt x="93127" y="31620"/>
                  <a:pt x="93302" y="31215"/>
                  <a:pt x="93424" y="31215"/>
                </a:cubicBezTo>
                <a:cubicBezTo>
                  <a:pt x="93428" y="31215"/>
                  <a:pt x="93432" y="31216"/>
                  <a:pt x="93436" y="31217"/>
                </a:cubicBezTo>
                <a:cubicBezTo>
                  <a:pt x="93486" y="31228"/>
                  <a:pt x="93532" y="31234"/>
                  <a:pt x="93576" y="31234"/>
                </a:cubicBezTo>
                <a:cubicBezTo>
                  <a:pt x="93885" y="31234"/>
                  <a:pt x="94078" y="30974"/>
                  <a:pt x="94318" y="30761"/>
                </a:cubicBezTo>
                <a:cubicBezTo>
                  <a:pt x="94399" y="30707"/>
                  <a:pt x="94529" y="30604"/>
                  <a:pt x="94621" y="30604"/>
                </a:cubicBezTo>
                <a:cubicBezTo>
                  <a:pt x="94632" y="30604"/>
                  <a:pt x="94642" y="30606"/>
                  <a:pt x="94652" y="30609"/>
                </a:cubicBezTo>
                <a:cubicBezTo>
                  <a:pt x="94684" y="30615"/>
                  <a:pt x="94714" y="30618"/>
                  <a:pt x="94742" y="30618"/>
                </a:cubicBezTo>
                <a:cubicBezTo>
                  <a:pt x="95009" y="30618"/>
                  <a:pt x="95117" y="30367"/>
                  <a:pt x="95199" y="30092"/>
                </a:cubicBezTo>
                <a:cubicBezTo>
                  <a:pt x="95230" y="30032"/>
                  <a:pt x="95260" y="29940"/>
                  <a:pt x="95321" y="29849"/>
                </a:cubicBezTo>
                <a:lnTo>
                  <a:pt x="95443" y="29849"/>
                </a:lnTo>
                <a:lnTo>
                  <a:pt x="95534" y="31308"/>
                </a:lnTo>
                <a:lnTo>
                  <a:pt x="95625" y="31308"/>
                </a:lnTo>
                <a:cubicBezTo>
                  <a:pt x="95686" y="31095"/>
                  <a:pt x="95746" y="30913"/>
                  <a:pt x="95868" y="30731"/>
                </a:cubicBezTo>
                <a:cubicBezTo>
                  <a:pt x="95990" y="30518"/>
                  <a:pt x="96111" y="30335"/>
                  <a:pt x="95929" y="30123"/>
                </a:cubicBezTo>
                <a:cubicBezTo>
                  <a:pt x="95898" y="30062"/>
                  <a:pt x="95898" y="30001"/>
                  <a:pt x="95929" y="29940"/>
                </a:cubicBezTo>
                <a:cubicBezTo>
                  <a:pt x="95947" y="29905"/>
                  <a:pt x="95985" y="29890"/>
                  <a:pt x="96027" y="29890"/>
                </a:cubicBezTo>
                <a:cubicBezTo>
                  <a:pt x="96056" y="29890"/>
                  <a:pt x="96086" y="29897"/>
                  <a:pt x="96111" y="29910"/>
                </a:cubicBezTo>
                <a:cubicBezTo>
                  <a:pt x="96172" y="29940"/>
                  <a:pt x="96202" y="30001"/>
                  <a:pt x="96263" y="30062"/>
                </a:cubicBezTo>
                <a:cubicBezTo>
                  <a:pt x="96398" y="30197"/>
                  <a:pt x="96504" y="30268"/>
                  <a:pt x="96591" y="30268"/>
                </a:cubicBezTo>
                <a:cubicBezTo>
                  <a:pt x="96720" y="30268"/>
                  <a:pt x="96811" y="30114"/>
                  <a:pt x="96902" y="29788"/>
                </a:cubicBezTo>
                <a:lnTo>
                  <a:pt x="97449" y="29241"/>
                </a:lnTo>
                <a:cubicBezTo>
                  <a:pt x="97570" y="29059"/>
                  <a:pt x="97692" y="28907"/>
                  <a:pt x="97813" y="28755"/>
                </a:cubicBezTo>
                <a:cubicBezTo>
                  <a:pt x="97996" y="28633"/>
                  <a:pt x="98209" y="28512"/>
                  <a:pt x="98421" y="28390"/>
                </a:cubicBezTo>
                <a:lnTo>
                  <a:pt x="98786" y="28360"/>
                </a:lnTo>
                <a:lnTo>
                  <a:pt x="99060" y="28269"/>
                </a:lnTo>
                <a:lnTo>
                  <a:pt x="98391" y="27752"/>
                </a:lnTo>
                <a:lnTo>
                  <a:pt x="98391" y="27752"/>
                </a:lnTo>
                <a:cubicBezTo>
                  <a:pt x="98523" y="27796"/>
                  <a:pt x="98662" y="27847"/>
                  <a:pt x="98788" y="27847"/>
                </a:cubicBezTo>
                <a:cubicBezTo>
                  <a:pt x="98923" y="27847"/>
                  <a:pt x="99042" y="27788"/>
                  <a:pt x="99120" y="27600"/>
                </a:cubicBezTo>
                <a:cubicBezTo>
                  <a:pt x="99275" y="27271"/>
                  <a:pt x="99405" y="27115"/>
                  <a:pt x="99597" y="27115"/>
                </a:cubicBezTo>
                <a:cubicBezTo>
                  <a:pt x="99706" y="27115"/>
                  <a:pt x="99836" y="27166"/>
                  <a:pt x="100002" y="27266"/>
                </a:cubicBezTo>
                <a:cubicBezTo>
                  <a:pt x="99938" y="27734"/>
                  <a:pt x="99919" y="27874"/>
                  <a:pt x="100039" y="27874"/>
                </a:cubicBezTo>
                <a:cubicBezTo>
                  <a:pt x="100090" y="27874"/>
                  <a:pt x="100166" y="27849"/>
                  <a:pt x="100275" y="27813"/>
                </a:cubicBezTo>
                <a:lnTo>
                  <a:pt x="100883" y="27418"/>
                </a:lnTo>
                <a:lnTo>
                  <a:pt x="100944" y="27539"/>
                </a:lnTo>
                <a:lnTo>
                  <a:pt x="101035" y="26992"/>
                </a:lnTo>
                <a:lnTo>
                  <a:pt x="101309" y="26901"/>
                </a:lnTo>
                <a:lnTo>
                  <a:pt x="101886" y="26992"/>
                </a:lnTo>
                <a:lnTo>
                  <a:pt x="103011" y="27296"/>
                </a:lnTo>
                <a:cubicBezTo>
                  <a:pt x="103186" y="27377"/>
                  <a:pt x="103379" y="27416"/>
                  <a:pt x="103571" y="27416"/>
                </a:cubicBezTo>
                <a:cubicBezTo>
                  <a:pt x="103813" y="27416"/>
                  <a:pt x="104054" y="27354"/>
                  <a:pt x="104257" y="27235"/>
                </a:cubicBezTo>
                <a:lnTo>
                  <a:pt x="105564" y="26566"/>
                </a:lnTo>
                <a:lnTo>
                  <a:pt x="106841" y="26414"/>
                </a:lnTo>
                <a:lnTo>
                  <a:pt x="107662" y="26354"/>
                </a:lnTo>
                <a:cubicBezTo>
                  <a:pt x="107782" y="26430"/>
                  <a:pt x="107891" y="26471"/>
                  <a:pt x="107989" y="26471"/>
                </a:cubicBezTo>
                <a:cubicBezTo>
                  <a:pt x="108163" y="26471"/>
                  <a:pt x="108305" y="26341"/>
                  <a:pt x="108422" y="26050"/>
                </a:cubicBezTo>
                <a:cubicBezTo>
                  <a:pt x="108482" y="25928"/>
                  <a:pt x="108573" y="25837"/>
                  <a:pt x="108665" y="25715"/>
                </a:cubicBezTo>
                <a:lnTo>
                  <a:pt x="109577" y="25290"/>
                </a:lnTo>
                <a:cubicBezTo>
                  <a:pt x="109668" y="25259"/>
                  <a:pt x="109759" y="25229"/>
                  <a:pt x="109880" y="25229"/>
                </a:cubicBezTo>
                <a:cubicBezTo>
                  <a:pt x="110154" y="25168"/>
                  <a:pt x="110458" y="25229"/>
                  <a:pt x="110671" y="25077"/>
                </a:cubicBezTo>
                <a:cubicBezTo>
                  <a:pt x="110797" y="24950"/>
                  <a:pt x="110987" y="24887"/>
                  <a:pt x="111170" y="24887"/>
                </a:cubicBezTo>
                <a:cubicBezTo>
                  <a:pt x="111207" y="24887"/>
                  <a:pt x="111243" y="24890"/>
                  <a:pt x="111279" y="24895"/>
                </a:cubicBezTo>
                <a:cubicBezTo>
                  <a:pt x="111491" y="24925"/>
                  <a:pt x="111704" y="24925"/>
                  <a:pt x="111917" y="24955"/>
                </a:cubicBezTo>
                <a:cubicBezTo>
                  <a:pt x="111956" y="24963"/>
                  <a:pt x="111991" y="24967"/>
                  <a:pt x="112023" y="24967"/>
                </a:cubicBezTo>
                <a:cubicBezTo>
                  <a:pt x="112242" y="24967"/>
                  <a:pt x="112308" y="24788"/>
                  <a:pt x="112282" y="24469"/>
                </a:cubicBezTo>
                <a:lnTo>
                  <a:pt x="113042" y="24135"/>
                </a:lnTo>
                <a:cubicBezTo>
                  <a:pt x="113346" y="23983"/>
                  <a:pt x="113650" y="23831"/>
                  <a:pt x="113984" y="23709"/>
                </a:cubicBezTo>
                <a:cubicBezTo>
                  <a:pt x="115200" y="23253"/>
                  <a:pt x="116355" y="22615"/>
                  <a:pt x="117358" y="21764"/>
                </a:cubicBezTo>
                <a:lnTo>
                  <a:pt x="117753" y="22098"/>
                </a:lnTo>
                <a:cubicBezTo>
                  <a:pt x="117753" y="22068"/>
                  <a:pt x="117783" y="22037"/>
                  <a:pt x="117814" y="22007"/>
                </a:cubicBezTo>
                <a:lnTo>
                  <a:pt x="118027" y="21764"/>
                </a:lnTo>
                <a:cubicBezTo>
                  <a:pt x="118087" y="21916"/>
                  <a:pt x="118148" y="22037"/>
                  <a:pt x="118179" y="22159"/>
                </a:cubicBezTo>
                <a:cubicBezTo>
                  <a:pt x="118209" y="22311"/>
                  <a:pt x="118239" y="22433"/>
                  <a:pt x="118239" y="22585"/>
                </a:cubicBezTo>
                <a:lnTo>
                  <a:pt x="118361" y="22585"/>
                </a:lnTo>
                <a:lnTo>
                  <a:pt x="118452" y="22159"/>
                </a:lnTo>
                <a:cubicBezTo>
                  <a:pt x="118511" y="21983"/>
                  <a:pt x="118569" y="21610"/>
                  <a:pt x="118573" y="21610"/>
                </a:cubicBezTo>
                <a:cubicBezTo>
                  <a:pt x="118574" y="21610"/>
                  <a:pt x="118574" y="21611"/>
                  <a:pt x="118574" y="21612"/>
                </a:cubicBezTo>
                <a:cubicBezTo>
                  <a:pt x="118603" y="21617"/>
                  <a:pt x="118631" y="21619"/>
                  <a:pt x="118658" y="21619"/>
                </a:cubicBezTo>
                <a:cubicBezTo>
                  <a:pt x="118959" y="21619"/>
                  <a:pt x="119077" y="21321"/>
                  <a:pt x="119273" y="21126"/>
                </a:cubicBezTo>
                <a:cubicBezTo>
                  <a:pt x="120549" y="20761"/>
                  <a:pt x="121279" y="19484"/>
                  <a:pt x="122160" y="18451"/>
                </a:cubicBezTo>
                <a:lnTo>
                  <a:pt x="122221" y="18451"/>
                </a:lnTo>
                <a:cubicBezTo>
                  <a:pt x="122343" y="18572"/>
                  <a:pt x="122464" y="18664"/>
                  <a:pt x="122616" y="18785"/>
                </a:cubicBezTo>
                <a:cubicBezTo>
                  <a:pt x="122738" y="18876"/>
                  <a:pt x="122799" y="18968"/>
                  <a:pt x="122920" y="19059"/>
                </a:cubicBezTo>
                <a:cubicBezTo>
                  <a:pt x="122951" y="18937"/>
                  <a:pt x="123011" y="18785"/>
                  <a:pt x="123072" y="18664"/>
                </a:cubicBezTo>
                <a:cubicBezTo>
                  <a:pt x="123103" y="18512"/>
                  <a:pt x="123133" y="18360"/>
                  <a:pt x="123163" y="18208"/>
                </a:cubicBezTo>
                <a:cubicBezTo>
                  <a:pt x="123224" y="18116"/>
                  <a:pt x="123315" y="18086"/>
                  <a:pt x="123407" y="18086"/>
                </a:cubicBezTo>
                <a:cubicBezTo>
                  <a:pt x="123467" y="18086"/>
                  <a:pt x="123498" y="18268"/>
                  <a:pt x="123528" y="18360"/>
                </a:cubicBezTo>
                <a:cubicBezTo>
                  <a:pt x="123528" y="18451"/>
                  <a:pt x="123498" y="18542"/>
                  <a:pt x="123528" y="18633"/>
                </a:cubicBezTo>
                <a:cubicBezTo>
                  <a:pt x="123559" y="18846"/>
                  <a:pt x="123346" y="19211"/>
                  <a:pt x="123650" y="19271"/>
                </a:cubicBezTo>
                <a:cubicBezTo>
                  <a:pt x="123662" y="19273"/>
                  <a:pt x="123674" y="19273"/>
                  <a:pt x="123685" y="19273"/>
                </a:cubicBezTo>
                <a:cubicBezTo>
                  <a:pt x="123975" y="19273"/>
                  <a:pt x="123864" y="18898"/>
                  <a:pt x="123893" y="18664"/>
                </a:cubicBezTo>
                <a:cubicBezTo>
                  <a:pt x="123923" y="18268"/>
                  <a:pt x="124045" y="18025"/>
                  <a:pt x="124410" y="18025"/>
                </a:cubicBezTo>
                <a:cubicBezTo>
                  <a:pt x="124531" y="18025"/>
                  <a:pt x="124653" y="17873"/>
                  <a:pt x="124774" y="17782"/>
                </a:cubicBezTo>
                <a:cubicBezTo>
                  <a:pt x="124896" y="17721"/>
                  <a:pt x="124926" y="17691"/>
                  <a:pt x="125018" y="17630"/>
                </a:cubicBezTo>
                <a:lnTo>
                  <a:pt x="126173" y="17022"/>
                </a:lnTo>
                <a:lnTo>
                  <a:pt x="126568" y="16627"/>
                </a:lnTo>
                <a:cubicBezTo>
                  <a:pt x="126629" y="16566"/>
                  <a:pt x="126689" y="16505"/>
                  <a:pt x="126720" y="16445"/>
                </a:cubicBezTo>
                <a:lnTo>
                  <a:pt x="126781" y="16353"/>
                </a:lnTo>
                <a:lnTo>
                  <a:pt x="127692" y="14287"/>
                </a:lnTo>
                <a:cubicBezTo>
                  <a:pt x="127844" y="13952"/>
                  <a:pt x="127844" y="13587"/>
                  <a:pt x="127692" y="13253"/>
                </a:cubicBezTo>
                <a:cubicBezTo>
                  <a:pt x="127480" y="12645"/>
                  <a:pt x="127328" y="12007"/>
                  <a:pt x="127145" y="11369"/>
                </a:cubicBezTo>
                <a:cubicBezTo>
                  <a:pt x="127115" y="11217"/>
                  <a:pt x="127024" y="11095"/>
                  <a:pt x="126932" y="10973"/>
                </a:cubicBezTo>
                <a:cubicBezTo>
                  <a:pt x="126537" y="10609"/>
                  <a:pt x="126142" y="10366"/>
                  <a:pt x="125960" y="9758"/>
                </a:cubicBezTo>
                <a:cubicBezTo>
                  <a:pt x="125960" y="9666"/>
                  <a:pt x="125869" y="9636"/>
                  <a:pt x="125808" y="9575"/>
                </a:cubicBezTo>
                <a:cubicBezTo>
                  <a:pt x="125473" y="9241"/>
                  <a:pt x="125139" y="8876"/>
                  <a:pt x="124805" y="8572"/>
                </a:cubicBezTo>
                <a:cubicBezTo>
                  <a:pt x="124653" y="8390"/>
                  <a:pt x="124440" y="8238"/>
                  <a:pt x="124197" y="8147"/>
                </a:cubicBezTo>
                <a:cubicBezTo>
                  <a:pt x="123680" y="8025"/>
                  <a:pt x="123224" y="7630"/>
                  <a:pt x="123072" y="7113"/>
                </a:cubicBezTo>
                <a:cubicBezTo>
                  <a:pt x="122951" y="6992"/>
                  <a:pt x="122799" y="6870"/>
                  <a:pt x="122677" y="6779"/>
                </a:cubicBezTo>
                <a:cubicBezTo>
                  <a:pt x="121948" y="6353"/>
                  <a:pt x="121948" y="6353"/>
                  <a:pt x="121978" y="5441"/>
                </a:cubicBezTo>
                <a:cubicBezTo>
                  <a:pt x="121978" y="5411"/>
                  <a:pt x="121948" y="5381"/>
                  <a:pt x="121917" y="5320"/>
                </a:cubicBezTo>
                <a:lnTo>
                  <a:pt x="121583" y="5472"/>
                </a:lnTo>
                <a:lnTo>
                  <a:pt x="121492" y="5654"/>
                </a:lnTo>
                <a:cubicBezTo>
                  <a:pt x="121431" y="5654"/>
                  <a:pt x="121362" y="5662"/>
                  <a:pt x="121298" y="5662"/>
                </a:cubicBezTo>
                <a:cubicBezTo>
                  <a:pt x="121233" y="5662"/>
                  <a:pt x="121173" y="5654"/>
                  <a:pt x="121127" y="5624"/>
                </a:cubicBezTo>
                <a:cubicBezTo>
                  <a:pt x="120762" y="5381"/>
                  <a:pt x="120428" y="5107"/>
                  <a:pt x="120063" y="4864"/>
                </a:cubicBezTo>
                <a:cubicBezTo>
                  <a:pt x="119972" y="4803"/>
                  <a:pt x="119881" y="4742"/>
                  <a:pt x="119789" y="4742"/>
                </a:cubicBezTo>
                <a:cubicBezTo>
                  <a:pt x="119668" y="4771"/>
                  <a:pt x="119546" y="4784"/>
                  <a:pt x="119423" y="4784"/>
                </a:cubicBezTo>
                <a:cubicBezTo>
                  <a:pt x="119025" y="4784"/>
                  <a:pt x="118633" y="4641"/>
                  <a:pt x="118331" y="4408"/>
                </a:cubicBezTo>
                <a:cubicBezTo>
                  <a:pt x="118196" y="4312"/>
                  <a:pt x="118037" y="4252"/>
                  <a:pt x="117877" y="4252"/>
                </a:cubicBezTo>
                <a:cubicBezTo>
                  <a:pt x="117784" y="4252"/>
                  <a:pt x="117690" y="4272"/>
                  <a:pt x="117601" y="4317"/>
                </a:cubicBezTo>
                <a:cubicBezTo>
                  <a:pt x="117175" y="4621"/>
                  <a:pt x="116689" y="4803"/>
                  <a:pt x="116172" y="4894"/>
                </a:cubicBezTo>
                <a:cubicBezTo>
                  <a:pt x="115871" y="5171"/>
                  <a:pt x="115486" y="5343"/>
                  <a:pt x="115087" y="5343"/>
                </a:cubicBezTo>
                <a:cubicBezTo>
                  <a:pt x="115004" y="5343"/>
                  <a:pt x="114919" y="5336"/>
                  <a:pt x="114835" y="5320"/>
                </a:cubicBezTo>
                <a:cubicBezTo>
                  <a:pt x="114653" y="5274"/>
                  <a:pt x="114463" y="5251"/>
                  <a:pt x="114273" y="5251"/>
                </a:cubicBezTo>
                <a:cubicBezTo>
                  <a:pt x="114083" y="5251"/>
                  <a:pt x="113893" y="5274"/>
                  <a:pt x="113710" y="5320"/>
                </a:cubicBezTo>
                <a:lnTo>
                  <a:pt x="113406" y="5259"/>
                </a:lnTo>
                <a:cubicBezTo>
                  <a:pt x="113208" y="5100"/>
                  <a:pt x="113015" y="5051"/>
                  <a:pt x="112823" y="5051"/>
                </a:cubicBezTo>
                <a:cubicBezTo>
                  <a:pt x="112574" y="5051"/>
                  <a:pt x="112326" y="5134"/>
                  <a:pt x="112069" y="5168"/>
                </a:cubicBezTo>
                <a:lnTo>
                  <a:pt x="111978" y="5077"/>
                </a:lnTo>
                <a:cubicBezTo>
                  <a:pt x="111947" y="4894"/>
                  <a:pt x="111917" y="4682"/>
                  <a:pt x="111887" y="4499"/>
                </a:cubicBezTo>
                <a:cubicBezTo>
                  <a:pt x="111765" y="4134"/>
                  <a:pt x="111735" y="3770"/>
                  <a:pt x="112130" y="3648"/>
                </a:cubicBezTo>
                <a:cubicBezTo>
                  <a:pt x="112130" y="3587"/>
                  <a:pt x="112130" y="3527"/>
                  <a:pt x="112130" y="3496"/>
                </a:cubicBezTo>
                <a:cubicBezTo>
                  <a:pt x="112069" y="3496"/>
                  <a:pt x="111995" y="3483"/>
                  <a:pt x="111943" y="3483"/>
                </a:cubicBezTo>
                <a:cubicBezTo>
                  <a:pt x="111917" y="3483"/>
                  <a:pt x="111897" y="3486"/>
                  <a:pt x="111887" y="3496"/>
                </a:cubicBezTo>
                <a:cubicBezTo>
                  <a:pt x="111674" y="3739"/>
                  <a:pt x="111491" y="3982"/>
                  <a:pt x="111339" y="4256"/>
                </a:cubicBezTo>
                <a:cubicBezTo>
                  <a:pt x="111256" y="4402"/>
                  <a:pt x="111201" y="4533"/>
                  <a:pt x="111117" y="4533"/>
                </a:cubicBezTo>
                <a:cubicBezTo>
                  <a:pt x="111078" y="4533"/>
                  <a:pt x="111032" y="4505"/>
                  <a:pt x="110975" y="4438"/>
                </a:cubicBezTo>
                <a:cubicBezTo>
                  <a:pt x="110848" y="4286"/>
                  <a:pt x="110753" y="4213"/>
                  <a:pt x="110681" y="4213"/>
                </a:cubicBezTo>
                <a:cubicBezTo>
                  <a:pt x="110580" y="4213"/>
                  <a:pt x="110524" y="4355"/>
                  <a:pt x="110488" y="4621"/>
                </a:cubicBezTo>
                <a:cubicBezTo>
                  <a:pt x="110458" y="4682"/>
                  <a:pt x="110397" y="4773"/>
                  <a:pt x="110336" y="4834"/>
                </a:cubicBezTo>
                <a:lnTo>
                  <a:pt x="110154" y="5016"/>
                </a:lnTo>
                <a:lnTo>
                  <a:pt x="110063" y="5016"/>
                </a:lnTo>
                <a:lnTo>
                  <a:pt x="109729" y="4408"/>
                </a:lnTo>
                <a:lnTo>
                  <a:pt x="109455" y="4864"/>
                </a:lnTo>
                <a:cubicBezTo>
                  <a:pt x="109179" y="4538"/>
                  <a:pt x="108883" y="4316"/>
                  <a:pt x="108532" y="4316"/>
                </a:cubicBezTo>
                <a:cubicBezTo>
                  <a:pt x="108457" y="4316"/>
                  <a:pt x="108380" y="4326"/>
                  <a:pt x="108300" y="4347"/>
                </a:cubicBezTo>
                <a:cubicBezTo>
                  <a:pt x="107996" y="4438"/>
                  <a:pt x="107662" y="4530"/>
                  <a:pt x="107358" y="4621"/>
                </a:cubicBezTo>
                <a:cubicBezTo>
                  <a:pt x="107029" y="4659"/>
                  <a:pt x="106714" y="4784"/>
                  <a:pt x="106394" y="4784"/>
                </a:cubicBezTo>
                <a:cubicBezTo>
                  <a:pt x="106211" y="4784"/>
                  <a:pt x="106026" y="4743"/>
                  <a:pt x="105838" y="4621"/>
                </a:cubicBezTo>
                <a:cubicBezTo>
                  <a:pt x="105711" y="4548"/>
                  <a:pt x="105563" y="4454"/>
                  <a:pt x="105412" y="4454"/>
                </a:cubicBezTo>
                <a:cubicBezTo>
                  <a:pt x="105310" y="4454"/>
                  <a:pt x="105207" y="4498"/>
                  <a:pt x="105108" y="4621"/>
                </a:cubicBezTo>
                <a:lnTo>
                  <a:pt x="104956" y="4469"/>
                </a:lnTo>
                <a:cubicBezTo>
                  <a:pt x="104843" y="4786"/>
                  <a:pt x="104662" y="4901"/>
                  <a:pt x="104426" y="4901"/>
                </a:cubicBezTo>
                <a:cubicBezTo>
                  <a:pt x="104346" y="4901"/>
                  <a:pt x="104259" y="4887"/>
                  <a:pt x="104166" y="4864"/>
                </a:cubicBezTo>
                <a:cubicBezTo>
                  <a:pt x="103619" y="4773"/>
                  <a:pt x="103072" y="4712"/>
                  <a:pt x="102494" y="4682"/>
                </a:cubicBezTo>
                <a:cubicBezTo>
                  <a:pt x="102403" y="4682"/>
                  <a:pt x="102282" y="4742"/>
                  <a:pt x="102190" y="4773"/>
                </a:cubicBezTo>
                <a:cubicBezTo>
                  <a:pt x="101978" y="4834"/>
                  <a:pt x="101765" y="4864"/>
                  <a:pt x="101552" y="4894"/>
                </a:cubicBezTo>
                <a:cubicBezTo>
                  <a:pt x="101441" y="4904"/>
                  <a:pt x="101329" y="4908"/>
                  <a:pt x="101218" y="4908"/>
                </a:cubicBezTo>
                <a:cubicBezTo>
                  <a:pt x="100995" y="4908"/>
                  <a:pt x="100772" y="4894"/>
                  <a:pt x="100549" y="4894"/>
                </a:cubicBezTo>
                <a:lnTo>
                  <a:pt x="100610" y="5502"/>
                </a:lnTo>
                <a:cubicBezTo>
                  <a:pt x="100483" y="5601"/>
                  <a:pt x="100336" y="5647"/>
                  <a:pt x="100191" y="5647"/>
                </a:cubicBezTo>
                <a:cubicBezTo>
                  <a:pt x="100024" y="5647"/>
                  <a:pt x="99859" y="5586"/>
                  <a:pt x="99728" y="5472"/>
                </a:cubicBezTo>
                <a:cubicBezTo>
                  <a:pt x="99728" y="5198"/>
                  <a:pt x="99546" y="4955"/>
                  <a:pt x="99303" y="4864"/>
                </a:cubicBezTo>
                <a:cubicBezTo>
                  <a:pt x="98739" y="4801"/>
                  <a:pt x="98189" y="4681"/>
                  <a:pt x="97635" y="4681"/>
                </a:cubicBezTo>
                <a:cubicBezTo>
                  <a:pt x="97382" y="4681"/>
                  <a:pt x="97128" y="4706"/>
                  <a:pt x="96871" y="4773"/>
                </a:cubicBezTo>
                <a:lnTo>
                  <a:pt x="96294" y="5107"/>
                </a:lnTo>
                <a:cubicBezTo>
                  <a:pt x="96229" y="5078"/>
                  <a:pt x="96163" y="5065"/>
                  <a:pt x="96101" y="5065"/>
                </a:cubicBezTo>
                <a:cubicBezTo>
                  <a:pt x="95900" y="5065"/>
                  <a:pt x="95725" y="5203"/>
                  <a:pt x="95655" y="5411"/>
                </a:cubicBezTo>
                <a:lnTo>
                  <a:pt x="95746" y="5776"/>
                </a:lnTo>
                <a:cubicBezTo>
                  <a:pt x="95351" y="5867"/>
                  <a:pt x="95047" y="6171"/>
                  <a:pt x="94895" y="6536"/>
                </a:cubicBezTo>
                <a:lnTo>
                  <a:pt x="93254" y="6475"/>
                </a:lnTo>
                <a:cubicBezTo>
                  <a:pt x="93190" y="6453"/>
                  <a:pt x="93110" y="6432"/>
                  <a:pt x="93037" y="6432"/>
                </a:cubicBezTo>
                <a:cubicBezTo>
                  <a:pt x="93006" y="6432"/>
                  <a:pt x="92977" y="6436"/>
                  <a:pt x="92950" y="6445"/>
                </a:cubicBezTo>
                <a:cubicBezTo>
                  <a:pt x="92950" y="6445"/>
                  <a:pt x="92920" y="6445"/>
                  <a:pt x="92889" y="6475"/>
                </a:cubicBezTo>
                <a:lnTo>
                  <a:pt x="90123" y="6414"/>
                </a:lnTo>
                <a:cubicBezTo>
                  <a:pt x="89880" y="6019"/>
                  <a:pt x="89911" y="5928"/>
                  <a:pt x="90184" y="5441"/>
                </a:cubicBezTo>
                <a:lnTo>
                  <a:pt x="89911" y="5320"/>
                </a:lnTo>
                <a:lnTo>
                  <a:pt x="89181" y="5563"/>
                </a:lnTo>
                <a:cubicBezTo>
                  <a:pt x="88976" y="5631"/>
                  <a:pt x="88754" y="5666"/>
                  <a:pt x="88540" y="5666"/>
                </a:cubicBezTo>
                <a:cubicBezTo>
                  <a:pt x="88469" y="5666"/>
                  <a:pt x="88398" y="5662"/>
                  <a:pt x="88330" y="5654"/>
                </a:cubicBezTo>
                <a:cubicBezTo>
                  <a:pt x="88271" y="5639"/>
                  <a:pt x="88210" y="5632"/>
                  <a:pt x="88150" y="5632"/>
                </a:cubicBezTo>
                <a:cubicBezTo>
                  <a:pt x="87961" y="5632"/>
                  <a:pt x="87776" y="5706"/>
                  <a:pt x="87661" y="5867"/>
                </a:cubicBezTo>
                <a:cubicBezTo>
                  <a:pt x="87570" y="5928"/>
                  <a:pt x="87479" y="5989"/>
                  <a:pt x="87357" y="6019"/>
                </a:cubicBezTo>
                <a:cubicBezTo>
                  <a:pt x="87236" y="6080"/>
                  <a:pt x="87114" y="6049"/>
                  <a:pt x="86993" y="6110"/>
                </a:cubicBezTo>
                <a:cubicBezTo>
                  <a:pt x="86841" y="6171"/>
                  <a:pt x="86658" y="6262"/>
                  <a:pt x="86506" y="6353"/>
                </a:cubicBezTo>
                <a:lnTo>
                  <a:pt x="84895" y="6323"/>
                </a:lnTo>
                <a:cubicBezTo>
                  <a:pt x="84758" y="6080"/>
                  <a:pt x="84644" y="5958"/>
                  <a:pt x="84538" y="5958"/>
                </a:cubicBezTo>
                <a:cubicBezTo>
                  <a:pt x="84432" y="5958"/>
                  <a:pt x="84333" y="6080"/>
                  <a:pt x="84227" y="6323"/>
                </a:cubicBezTo>
                <a:lnTo>
                  <a:pt x="83558" y="6323"/>
                </a:lnTo>
                <a:cubicBezTo>
                  <a:pt x="83588" y="6262"/>
                  <a:pt x="83619" y="6201"/>
                  <a:pt x="83649" y="6141"/>
                </a:cubicBezTo>
                <a:lnTo>
                  <a:pt x="83649" y="6141"/>
                </a:lnTo>
                <a:lnTo>
                  <a:pt x="82798" y="6323"/>
                </a:lnTo>
                <a:lnTo>
                  <a:pt x="82433" y="6323"/>
                </a:lnTo>
                <a:lnTo>
                  <a:pt x="82464" y="6232"/>
                </a:lnTo>
                <a:cubicBezTo>
                  <a:pt x="82312" y="6232"/>
                  <a:pt x="82129" y="6262"/>
                  <a:pt x="81977" y="6323"/>
                </a:cubicBezTo>
                <a:cubicBezTo>
                  <a:pt x="79713" y="6308"/>
                  <a:pt x="77456" y="6300"/>
                  <a:pt x="75199" y="6300"/>
                </a:cubicBezTo>
                <a:cubicBezTo>
                  <a:pt x="72942" y="6300"/>
                  <a:pt x="70685" y="6308"/>
                  <a:pt x="68421" y="6323"/>
                </a:cubicBezTo>
                <a:cubicBezTo>
                  <a:pt x="68390" y="6201"/>
                  <a:pt x="68360" y="5989"/>
                  <a:pt x="68330" y="5806"/>
                </a:cubicBezTo>
                <a:cubicBezTo>
                  <a:pt x="68181" y="6121"/>
                  <a:pt x="68014" y="6273"/>
                  <a:pt x="67839" y="6273"/>
                </a:cubicBezTo>
                <a:cubicBezTo>
                  <a:pt x="67692" y="6273"/>
                  <a:pt x="67540" y="6166"/>
                  <a:pt x="67387" y="5958"/>
                </a:cubicBezTo>
                <a:cubicBezTo>
                  <a:pt x="67387" y="5943"/>
                  <a:pt x="67372" y="5943"/>
                  <a:pt x="67353" y="5943"/>
                </a:cubicBezTo>
                <a:cubicBezTo>
                  <a:pt x="67334" y="5943"/>
                  <a:pt x="67311" y="5943"/>
                  <a:pt x="67296" y="5928"/>
                </a:cubicBezTo>
                <a:cubicBezTo>
                  <a:pt x="67023" y="5806"/>
                  <a:pt x="66779" y="5685"/>
                  <a:pt x="66536" y="5563"/>
                </a:cubicBezTo>
                <a:cubicBezTo>
                  <a:pt x="66506" y="5533"/>
                  <a:pt x="66475" y="5381"/>
                  <a:pt x="66506" y="5289"/>
                </a:cubicBezTo>
                <a:cubicBezTo>
                  <a:pt x="66531" y="4942"/>
                  <a:pt x="66292" y="4595"/>
                  <a:pt x="66038" y="4595"/>
                </a:cubicBezTo>
                <a:cubicBezTo>
                  <a:pt x="65981" y="4595"/>
                  <a:pt x="65923" y="4612"/>
                  <a:pt x="65868" y="4651"/>
                </a:cubicBezTo>
                <a:cubicBezTo>
                  <a:pt x="65545" y="4879"/>
                  <a:pt x="65152" y="5000"/>
                  <a:pt x="64755" y="5000"/>
                </a:cubicBezTo>
                <a:cubicBezTo>
                  <a:pt x="64514" y="5000"/>
                  <a:pt x="64273" y="4955"/>
                  <a:pt x="64044" y="4864"/>
                </a:cubicBezTo>
                <a:cubicBezTo>
                  <a:pt x="63861" y="4803"/>
                  <a:pt x="63649" y="4803"/>
                  <a:pt x="63466" y="4803"/>
                </a:cubicBezTo>
                <a:cubicBezTo>
                  <a:pt x="63314" y="4651"/>
                  <a:pt x="63193" y="4530"/>
                  <a:pt x="63041" y="4408"/>
                </a:cubicBezTo>
                <a:cubicBezTo>
                  <a:pt x="62919" y="4317"/>
                  <a:pt x="62706" y="4317"/>
                  <a:pt x="62646" y="4226"/>
                </a:cubicBezTo>
                <a:cubicBezTo>
                  <a:pt x="62579" y="4010"/>
                  <a:pt x="62486" y="3939"/>
                  <a:pt x="62390" y="3939"/>
                </a:cubicBezTo>
                <a:cubicBezTo>
                  <a:pt x="62310" y="3939"/>
                  <a:pt x="62228" y="3988"/>
                  <a:pt x="62159" y="4043"/>
                </a:cubicBezTo>
                <a:cubicBezTo>
                  <a:pt x="62038" y="3861"/>
                  <a:pt x="61916" y="3709"/>
                  <a:pt x="61794" y="3557"/>
                </a:cubicBezTo>
                <a:cubicBezTo>
                  <a:pt x="61706" y="3483"/>
                  <a:pt x="61627" y="3454"/>
                  <a:pt x="61553" y="3454"/>
                </a:cubicBezTo>
                <a:cubicBezTo>
                  <a:pt x="61321" y="3454"/>
                  <a:pt x="61143" y="3738"/>
                  <a:pt x="60913" y="3830"/>
                </a:cubicBezTo>
                <a:lnTo>
                  <a:pt x="60639" y="3770"/>
                </a:lnTo>
                <a:lnTo>
                  <a:pt x="59606" y="3405"/>
                </a:lnTo>
                <a:cubicBezTo>
                  <a:pt x="59606" y="3405"/>
                  <a:pt x="59576" y="3435"/>
                  <a:pt x="59576" y="3466"/>
                </a:cubicBezTo>
                <a:cubicBezTo>
                  <a:pt x="59515" y="3587"/>
                  <a:pt x="59393" y="3800"/>
                  <a:pt x="59332" y="3800"/>
                </a:cubicBezTo>
                <a:cubicBezTo>
                  <a:pt x="59150" y="3770"/>
                  <a:pt x="59028" y="3679"/>
                  <a:pt x="58907" y="3557"/>
                </a:cubicBezTo>
                <a:cubicBezTo>
                  <a:pt x="58877" y="3466"/>
                  <a:pt x="58907" y="3253"/>
                  <a:pt x="58937" y="3101"/>
                </a:cubicBezTo>
                <a:cubicBezTo>
                  <a:pt x="58968" y="2949"/>
                  <a:pt x="59059" y="2919"/>
                  <a:pt x="59089" y="2827"/>
                </a:cubicBezTo>
                <a:cubicBezTo>
                  <a:pt x="59089" y="2706"/>
                  <a:pt x="59089" y="2554"/>
                  <a:pt x="59089" y="2432"/>
                </a:cubicBezTo>
                <a:cubicBezTo>
                  <a:pt x="58968" y="2463"/>
                  <a:pt x="58877" y="2523"/>
                  <a:pt x="58785" y="2584"/>
                </a:cubicBezTo>
                <a:cubicBezTo>
                  <a:pt x="58664" y="2706"/>
                  <a:pt x="58542" y="2858"/>
                  <a:pt x="58390" y="3010"/>
                </a:cubicBezTo>
                <a:lnTo>
                  <a:pt x="58299" y="2432"/>
                </a:lnTo>
                <a:cubicBezTo>
                  <a:pt x="58299" y="2402"/>
                  <a:pt x="58238" y="2402"/>
                  <a:pt x="58208" y="2371"/>
                </a:cubicBezTo>
                <a:cubicBezTo>
                  <a:pt x="58147" y="2432"/>
                  <a:pt x="58086" y="2523"/>
                  <a:pt x="58025" y="2584"/>
                </a:cubicBezTo>
                <a:cubicBezTo>
                  <a:pt x="57974" y="2918"/>
                  <a:pt x="57706" y="3122"/>
                  <a:pt x="57403" y="3122"/>
                </a:cubicBezTo>
                <a:cubicBezTo>
                  <a:pt x="57348" y="3122"/>
                  <a:pt x="57292" y="3115"/>
                  <a:pt x="57235" y="3101"/>
                </a:cubicBezTo>
                <a:cubicBezTo>
                  <a:pt x="57114" y="3101"/>
                  <a:pt x="57022" y="3101"/>
                  <a:pt x="56931" y="3131"/>
                </a:cubicBezTo>
                <a:cubicBezTo>
                  <a:pt x="56597" y="3223"/>
                  <a:pt x="56293" y="3314"/>
                  <a:pt x="55959" y="3405"/>
                </a:cubicBezTo>
                <a:cubicBezTo>
                  <a:pt x="55833" y="3430"/>
                  <a:pt x="55696" y="3476"/>
                  <a:pt x="55571" y="3476"/>
                </a:cubicBezTo>
                <a:cubicBezTo>
                  <a:pt x="55394" y="3476"/>
                  <a:pt x="55239" y="3384"/>
                  <a:pt x="55168" y="3010"/>
                </a:cubicBezTo>
                <a:lnTo>
                  <a:pt x="54682" y="3466"/>
                </a:lnTo>
                <a:cubicBezTo>
                  <a:pt x="54499" y="3387"/>
                  <a:pt x="54315" y="3241"/>
                  <a:pt x="54210" y="3241"/>
                </a:cubicBezTo>
                <a:cubicBezTo>
                  <a:pt x="54193" y="3241"/>
                  <a:pt x="54178" y="3245"/>
                  <a:pt x="54165" y="3253"/>
                </a:cubicBezTo>
                <a:cubicBezTo>
                  <a:pt x="54064" y="3316"/>
                  <a:pt x="53947" y="3348"/>
                  <a:pt x="53831" y="3348"/>
                </a:cubicBezTo>
                <a:cubicBezTo>
                  <a:pt x="53670" y="3348"/>
                  <a:pt x="53512" y="3286"/>
                  <a:pt x="53405" y="3162"/>
                </a:cubicBezTo>
                <a:cubicBezTo>
                  <a:pt x="53223" y="3010"/>
                  <a:pt x="53162" y="2767"/>
                  <a:pt x="53253" y="2554"/>
                </a:cubicBezTo>
                <a:cubicBezTo>
                  <a:pt x="53284" y="2250"/>
                  <a:pt x="53253" y="1916"/>
                  <a:pt x="53193" y="1612"/>
                </a:cubicBezTo>
                <a:lnTo>
                  <a:pt x="52889" y="2007"/>
                </a:lnTo>
                <a:lnTo>
                  <a:pt x="52645" y="1672"/>
                </a:lnTo>
                <a:lnTo>
                  <a:pt x="52463" y="1976"/>
                </a:lnTo>
                <a:lnTo>
                  <a:pt x="52311" y="2037"/>
                </a:lnTo>
                <a:cubicBezTo>
                  <a:pt x="52159" y="2098"/>
                  <a:pt x="51946" y="2098"/>
                  <a:pt x="51916" y="2189"/>
                </a:cubicBezTo>
                <a:cubicBezTo>
                  <a:pt x="51703" y="2675"/>
                  <a:pt x="51278" y="3040"/>
                  <a:pt x="50730" y="3131"/>
                </a:cubicBezTo>
                <a:cubicBezTo>
                  <a:pt x="50730" y="3162"/>
                  <a:pt x="50700" y="3162"/>
                  <a:pt x="50670" y="3192"/>
                </a:cubicBezTo>
                <a:cubicBezTo>
                  <a:pt x="50548" y="3253"/>
                  <a:pt x="50396" y="3283"/>
                  <a:pt x="50244" y="3344"/>
                </a:cubicBezTo>
                <a:cubicBezTo>
                  <a:pt x="49968" y="3477"/>
                  <a:pt x="49726" y="3541"/>
                  <a:pt x="49508" y="3541"/>
                </a:cubicBezTo>
                <a:cubicBezTo>
                  <a:pt x="49076" y="3541"/>
                  <a:pt x="48733" y="3291"/>
                  <a:pt x="48390" y="2827"/>
                </a:cubicBezTo>
                <a:cubicBezTo>
                  <a:pt x="48329" y="2767"/>
                  <a:pt x="48238" y="2706"/>
                  <a:pt x="48177" y="2706"/>
                </a:cubicBezTo>
                <a:cubicBezTo>
                  <a:pt x="47843" y="2584"/>
                  <a:pt x="47539" y="2493"/>
                  <a:pt x="47205" y="2432"/>
                </a:cubicBezTo>
                <a:cubicBezTo>
                  <a:pt x="46718" y="2311"/>
                  <a:pt x="46232" y="2189"/>
                  <a:pt x="45715" y="2098"/>
                </a:cubicBezTo>
                <a:cubicBezTo>
                  <a:pt x="45320" y="2007"/>
                  <a:pt x="44925" y="1976"/>
                  <a:pt x="44499" y="1916"/>
                </a:cubicBezTo>
                <a:lnTo>
                  <a:pt x="44499" y="1824"/>
                </a:lnTo>
                <a:lnTo>
                  <a:pt x="44530" y="1733"/>
                </a:lnTo>
                <a:lnTo>
                  <a:pt x="44469" y="1642"/>
                </a:lnTo>
                <a:cubicBezTo>
                  <a:pt x="44347" y="1551"/>
                  <a:pt x="44226" y="1429"/>
                  <a:pt x="44104" y="1368"/>
                </a:cubicBezTo>
                <a:cubicBezTo>
                  <a:pt x="43983" y="1277"/>
                  <a:pt x="43800" y="1247"/>
                  <a:pt x="43679" y="1156"/>
                </a:cubicBezTo>
                <a:cubicBezTo>
                  <a:pt x="43618" y="1095"/>
                  <a:pt x="43542" y="1064"/>
                  <a:pt x="43458" y="1064"/>
                </a:cubicBezTo>
                <a:cubicBezTo>
                  <a:pt x="43375" y="1064"/>
                  <a:pt x="43284" y="1095"/>
                  <a:pt x="43192" y="1156"/>
                </a:cubicBezTo>
                <a:cubicBezTo>
                  <a:pt x="43010" y="1247"/>
                  <a:pt x="42797" y="1308"/>
                  <a:pt x="42584" y="1338"/>
                </a:cubicBezTo>
                <a:cubicBezTo>
                  <a:pt x="42463" y="1368"/>
                  <a:pt x="42341" y="1429"/>
                  <a:pt x="42189" y="1460"/>
                </a:cubicBezTo>
                <a:cubicBezTo>
                  <a:pt x="42068" y="1490"/>
                  <a:pt x="41916" y="1490"/>
                  <a:pt x="41764" y="1490"/>
                </a:cubicBezTo>
                <a:cubicBezTo>
                  <a:pt x="40730" y="1460"/>
                  <a:pt x="39697" y="1490"/>
                  <a:pt x="38785" y="882"/>
                </a:cubicBezTo>
                <a:cubicBezTo>
                  <a:pt x="38679" y="837"/>
                  <a:pt x="38572" y="814"/>
                  <a:pt x="38466" y="814"/>
                </a:cubicBezTo>
                <a:cubicBezTo>
                  <a:pt x="38359" y="814"/>
                  <a:pt x="38253" y="837"/>
                  <a:pt x="38147" y="882"/>
                </a:cubicBezTo>
                <a:cubicBezTo>
                  <a:pt x="37721" y="1034"/>
                  <a:pt x="37326" y="1216"/>
                  <a:pt x="36931" y="1429"/>
                </a:cubicBezTo>
                <a:cubicBezTo>
                  <a:pt x="36835" y="1501"/>
                  <a:pt x="36725" y="1535"/>
                  <a:pt x="36617" y="1535"/>
                </a:cubicBezTo>
                <a:cubicBezTo>
                  <a:pt x="36452" y="1535"/>
                  <a:pt x="36293" y="1455"/>
                  <a:pt x="36201" y="1308"/>
                </a:cubicBezTo>
                <a:cubicBezTo>
                  <a:pt x="36065" y="1130"/>
                  <a:pt x="35989" y="1038"/>
                  <a:pt x="35929" y="1038"/>
                </a:cubicBezTo>
                <a:cubicBezTo>
                  <a:pt x="35854" y="1038"/>
                  <a:pt x="35802" y="1175"/>
                  <a:pt x="35685" y="1460"/>
                </a:cubicBezTo>
                <a:cubicBezTo>
                  <a:pt x="35590" y="1685"/>
                  <a:pt x="35485" y="1795"/>
                  <a:pt x="35353" y="1795"/>
                </a:cubicBezTo>
                <a:cubicBezTo>
                  <a:pt x="35272" y="1795"/>
                  <a:pt x="35181" y="1753"/>
                  <a:pt x="35077" y="1672"/>
                </a:cubicBezTo>
                <a:cubicBezTo>
                  <a:pt x="34955" y="1612"/>
                  <a:pt x="34834" y="1581"/>
                  <a:pt x="34712" y="1551"/>
                </a:cubicBezTo>
                <a:lnTo>
                  <a:pt x="34195" y="1368"/>
                </a:lnTo>
                <a:lnTo>
                  <a:pt x="34256" y="1186"/>
                </a:lnTo>
                <a:lnTo>
                  <a:pt x="34682" y="1186"/>
                </a:lnTo>
                <a:cubicBezTo>
                  <a:pt x="34864" y="1156"/>
                  <a:pt x="35077" y="1125"/>
                  <a:pt x="35289" y="1064"/>
                </a:cubicBezTo>
                <a:cubicBezTo>
                  <a:pt x="35350" y="1034"/>
                  <a:pt x="35411" y="913"/>
                  <a:pt x="35472" y="852"/>
                </a:cubicBezTo>
                <a:cubicBezTo>
                  <a:pt x="35411" y="761"/>
                  <a:pt x="35320" y="700"/>
                  <a:pt x="35229" y="669"/>
                </a:cubicBezTo>
                <a:cubicBezTo>
                  <a:pt x="35088" y="630"/>
                  <a:pt x="34944" y="611"/>
                  <a:pt x="34799" y="611"/>
                </a:cubicBezTo>
                <a:cubicBezTo>
                  <a:pt x="34380" y="611"/>
                  <a:pt x="33957" y="771"/>
                  <a:pt x="33618" y="1064"/>
                </a:cubicBezTo>
                <a:cubicBezTo>
                  <a:pt x="33221" y="1197"/>
                  <a:pt x="32824" y="1513"/>
                  <a:pt x="32388" y="1513"/>
                </a:cubicBezTo>
                <a:cubicBezTo>
                  <a:pt x="32322" y="1513"/>
                  <a:pt x="32256" y="1506"/>
                  <a:pt x="32189" y="1490"/>
                </a:cubicBezTo>
                <a:cubicBezTo>
                  <a:pt x="32037" y="1395"/>
                  <a:pt x="31885" y="1288"/>
                  <a:pt x="31726" y="1288"/>
                </a:cubicBezTo>
                <a:cubicBezTo>
                  <a:pt x="31630" y="1288"/>
                  <a:pt x="31532" y="1327"/>
                  <a:pt x="31429" y="1429"/>
                </a:cubicBezTo>
                <a:cubicBezTo>
                  <a:pt x="31230" y="1662"/>
                  <a:pt x="31076" y="1785"/>
                  <a:pt x="30923" y="1785"/>
                </a:cubicBezTo>
                <a:cubicBezTo>
                  <a:pt x="30796" y="1785"/>
                  <a:pt x="30669" y="1700"/>
                  <a:pt x="30517" y="1520"/>
                </a:cubicBezTo>
                <a:cubicBezTo>
                  <a:pt x="30749" y="1005"/>
                  <a:pt x="30785" y="905"/>
                  <a:pt x="30549" y="905"/>
                </a:cubicBezTo>
                <a:cubicBezTo>
                  <a:pt x="30507" y="905"/>
                  <a:pt x="30456" y="908"/>
                  <a:pt x="30396" y="913"/>
                </a:cubicBezTo>
                <a:lnTo>
                  <a:pt x="29697" y="1095"/>
                </a:lnTo>
                <a:lnTo>
                  <a:pt x="29666" y="973"/>
                </a:lnTo>
                <a:lnTo>
                  <a:pt x="29453" y="1460"/>
                </a:lnTo>
                <a:lnTo>
                  <a:pt x="29150" y="1490"/>
                </a:lnTo>
                <a:lnTo>
                  <a:pt x="28633" y="1247"/>
                </a:lnTo>
                <a:lnTo>
                  <a:pt x="27660" y="609"/>
                </a:lnTo>
                <a:cubicBezTo>
                  <a:pt x="27376" y="396"/>
                  <a:pt x="27037" y="275"/>
                  <a:pt x="26700" y="275"/>
                </a:cubicBezTo>
                <a:cubicBezTo>
                  <a:pt x="26604" y="275"/>
                  <a:pt x="26508" y="284"/>
                  <a:pt x="26414" y="305"/>
                </a:cubicBezTo>
                <a:lnTo>
                  <a:pt x="24985" y="578"/>
                </a:lnTo>
                <a:lnTo>
                  <a:pt x="23709" y="365"/>
                </a:lnTo>
                <a:lnTo>
                  <a:pt x="22918" y="244"/>
                </a:lnTo>
                <a:cubicBezTo>
                  <a:pt x="22787" y="84"/>
                  <a:pt x="22663" y="0"/>
                  <a:pt x="22536"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5"/>
          <p:cNvSpPr txBox="1"/>
          <p:nvPr>
            <p:ph idx="1" type="body"/>
          </p:nvPr>
        </p:nvSpPr>
        <p:spPr>
          <a:xfrm>
            <a:off x="894225" y="3200400"/>
            <a:ext cx="1943100" cy="1127100"/>
          </a:xfrm>
          <a:prstGeom prst="rect">
            <a:avLst/>
          </a:prstGeom>
        </p:spPr>
        <p:txBody>
          <a:bodyPr anchorCtr="0" anchor="ctr" bIns="91425" lIns="91425" spcFirstLastPara="1" rIns="91425" wrap="square" tIns="91425">
            <a:noAutofit/>
          </a:bodyPr>
          <a:lstStyle>
            <a:lvl1pPr indent="-317500" lvl="0" marL="457200" rtl="0" algn="ctr">
              <a:lnSpc>
                <a:spcPct val="100000"/>
              </a:lnSpc>
              <a:spcBef>
                <a:spcPts val="0"/>
              </a:spcBef>
              <a:spcAft>
                <a:spcPts val="0"/>
              </a:spcAft>
              <a:buSzPts val="1400"/>
              <a:buChar char="●"/>
              <a:defRPr sz="1600"/>
            </a:lvl1pPr>
            <a:lvl2pPr indent="-304800" lvl="1" marL="914400" rtl="0">
              <a:spcBef>
                <a:spcPts val="0"/>
              </a:spcBef>
              <a:spcAft>
                <a:spcPts val="0"/>
              </a:spcAft>
              <a:buSzPts val="1200"/>
              <a:buChar char="○"/>
              <a:defRPr sz="1200"/>
            </a:lvl2pPr>
            <a:lvl3pPr indent="-304800" lvl="2" marL="1371600" rtl="0">
              <a:spcBef>
                <a:spcPts val="0"/>
              </a:spcBef>
              <a:spcAft>
                <a:spcPts val="0"/>
              </a:spcAft>
              <a:buSzPts val="1200"/>
              <a:buChar char="■"/>
              <a:defRPr sz="1200"/>
            </a:lvl3pPr>
            <a:lvl4pPr indent="-304800" lvl="3" marL="1828800" rtl="0">
              <a:spcBef>
                <a:spcPts val="0"/>
              </a:spcBef>
              <a:spcAft>
                <a:spcPts val="0"/>
              </a:spcAft>
              <a:buSzPts val="1200"/>
              <a:buChar char="●"/>
              <a:defRPr sz="1200"/>
            </a:lvl4pPr>
            <a:lvl5pPr indent="-304800" lvl="4" marL="2286000" rtl="0">
              <a:spcBef>
                <a:spcPts val="0"/>
              </a:spcBef>
              <a:spcAft>
                <a:spcPts val="0"/>
              </a:spcAft>
              <a:buSzPts val="1200"/>
              <a:buChar char="○"/>
              <a:defRPr sz="1200"/>
            </a:lvl5pPr>
            <a:lvl6pPr indent="-304800" lvl="5" marL="2743200" rtl="0">
              <a:spcBef>
                <a:spcPts val="0"/>
              </a:spcBef>
              <a:spcAft>
                <a:spcPts val="0"/>
              </a:spcAft>
              <a:buSzPts val="1200"/>
              <a:buChar char="■"/>
              <a:defRPr sz="1200"/>
            </a:lvl6pPr>
            <a:lvl7pPr indent="-304800" lvl="6" marL="3200400" rtl="0">
              <a:spcBef>
                <a:spcPts val="0"/>
              </a:spcBef>
              <a:spcAft>
                <a:spcPts val="0"/>
              </a:spcAft>
              <a:buSzPts val="1200"/>
              <a:buChar char="●"/>
              <a:defRPr sz="1200"/>
            </a:lvl7pPr>
            <a:lvl8pPr indent="-304800" lvl="7" marL="3657600" rtl="0">
              <a:spcBef>
                <a:spcPts val="0"/>
              </a:spcBef>
              <a:spcAft>
                <a:spcPts val="0"/>
              </a:spcAft>
              <a:buSzPts val="1200"/>
              <a:buChar char="○"/>
              <a:defRPr sz="1200"/>
            </a:lvl8pPr>
            <a:lvl9pPr indent="-304800" lvl="8" marL="4114800" rtl="0">
              <a:spcBef>
                <a:spcPts val="0"/>
              </a:spcBef>
              <a:spcAft>
                <a:spcPts val="0"/>
              </a:spcAft>
              <a:buSzPts val="1200"/>
              <a:buChar char="■"/>
              <a:defRPr sz="1200"/>
            </a:lvl9pPr>
          </a:lstStyle>
          <a:p/>
        </p:txBody>
      </p:sp>
      <p:sp>
        <p:nvSpPr>
          <p:cNvPr id="924" name="Google Shape;924;p25"/>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800"/>
              <a:buNone/>
              <a:defRPr b="1">
                <a:latin typeface="Poiret One"/>
                <a:ea typeface="Poiret One"/>
                <a:cs typeface="Poiret One"/>
                <a:sym typeface="Poiret 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925" name="Google Shape;925;p25"/>
          <p:cNvSpPr txBox="1"/>
          <p:nvPr>
            <p:ph idx="2" type="body"/>
          </p:nvPr>
        </p:nvSpPr>
        <p:spPr>
          <a:xfrm>
            <a:off x="3600450" y="3200400"/>
            <a:ext cx="1943100" cy="1127100"/>
          </a:xfrm>
          <a:prstGeom prst="rect">
            <a:avLst/>
          </a:prstGeom>
        </p:spPr>
        <p:txBody>
          <a:bodyPr anchorCtr="0" anchor="ctr" bIns="91425" lIns="91425" spcFirstLastPara="1" rIns="91425" wrap="square" tIns="91425">
            <a:noAutofit/>
          </a:bodyPr>
          <a:lstStyle>
            <a:lvl1pPr indent="-317500" lvl="0" marL="457200" rtl="0" algn="ctr">
              <a:lnSpc>
                <a:spcPct val="100000"/>
              </a:lnSpc>
              <a:spcBef>
                <a:spcPts val="0"/>
              </a:spcBef>
              <a:spcAft>
                <a:spcPts val="0"/>
              </a:spcAft>
              <a:buSzPts val="1400"/>
              <a:buChar char="●"/>
              <a:defRPr sz="1600"/>
            </a:lvl1pPr>
            <a:lvl2pPr indent="-304800" lvl="1" marL="914400" rtl="0">
              <a:spcBef>
                <a:spcPts val="0"/>
              </a:spcBef>
              <a:spcAft>
                <a:spcPts val="0"/>
              </a:spcAft>
              <a:buSzPts val="1200"/>
              <a:buChar char="○"/>
              <a:defRPr sz="1200"/>
            </a:lvl2pPr>
            <a:lvl3pPr indent="-304800" lvl="2" marL="1371600" rtl="0">
              <a:spcBef>
                <a:spcPts val="0"/>
              </a:spcBef>
              <a:spcAft>
                <a:spcPts val="0"/>
              </a:spcAft>
              <a:buSzPts val="1200"/>
              <a:buChar char="■"/>
              <a:defRPr sz="1200"/>
            </a:lvl3pPr>
            <a:lvl4pPr indent="-304800" lvl="3" marL="1828800" rtl="0">
              <a:spcBef>
                <a:spcPts val="0"/>
              </a:spcBef>
              <a:spcAft>
                <a:spcPts val="0"/>
              </a:spcAft>
              <a:buSzPts val="1200"/>
              <a:buChar char="●"/>
              <a:defRPr sz="1200"/>
            </a:lvl4pPr>
            <a:lvl5pPr indent="-304800" lvl="4" marL="2286000" rtl="0">
              <a:spcBef>
                <a:spcPts val="0"/>
              </a:spcBef>
              <a:spcAft>
                <a:spcPts val="0"/>
              </a:spcAft>
              <a:buSzPts val="1200"/>
              <a:buChar char="○"/>
              <a:defRPr sz="1200"/>
            </a:lvl5pPr>
            <a:lvl6pPr indent="-304800" lvl="5" marL="2743200" rtl="0">
              <a:spcBef>
                <a:spcPts val="0"/>
              </a:spcBef>
              <a:spcAft>
                <a:spcPts val="0"/>
              </a:spcAft>
              <a:buSzPts val="1200"/>
              <a:buChar char="■"/>
              <a:defRPr sz="1200"/>
            </a:lvl6pPr>
            <a:lvl7pPr indent="-304800" lvl="6" marL="3200400" rtl="0">
              <a:spcBef>
                <a:spcPts val="0"/>
              </a:spcBef>
              <a:spcAft>
                <a:spcPts val="0"/>
              </a:spcAft>
              <a:buSzPts val="1200"/>
              <a:buChar char="●"/>
              <a:defRPr sz="1200"/>
            </a:lvl7pPr>
            <a:lvl8pPr indent="-304800" lvl="7" marL="3657600" rtl="0">
              <a:spcBef>
                <a:spcPts val="0"/>
              </a:spcBef>
              <a:spcAft>
                <a:spcPts val="0"/>
              </a:spcAft>
              <a:buSzPts val="1200"/>
              <a:buChar char="○"/>
              <a:defRPr sz="1200"/>
            </a:lvl8pPr>
            <a:lvl9pPr indent="-304800" lvl="8" marL="4114800" rtl="0">
              <a:spcBef>
                <a:spcPts val="0"/>
              </a:spcBef>
              <a:spcAft>
                <a:spcPts val="0"/>
              </a:spcAft>
              <a:buSzPts val="1200"/>
              <a:buChar char="■"/>
              <a:defRPr sz="1200"/>
            </a:lvl9pPr>
          </a:lstStyle>
          <a:p/>
        </p:txBody>
      </p:sp>
      <p:sp>
        <p:nvSpPr>
          <p:cNvPr id="926" name="Google Shape;926;p25"/>
          <p:cNvSpPr txBox="1"/>
          <p:nvPr>
            <p:ph idx="3" type="body"/>
          </p:nvPr>
        </p:nvSpPr>
        <p:spPr>
          <a:xfrm>
            <a:off x="6306675" y="3200400"/>
            <a:ext cx="1943100" cy="1127100"/>
          </a:xfrm>
          <a:prstGeom prst="rect">
            <a:avLst/>
          </a:prstGeom>
        </p:spPr>
        <p:txBody>
          <a:bodyPr anchorCtr="0" anchor="ctr" bIns="91425" lIns="91425" spcFirstLastPara="1" rIns="91425" wrap="square" tIns="91425">
            <a:noAutofit/>
          </a:bodyPr>
          <a:lstStyle>
            <a:lvl1pPr indent="-317500" lvl="0" marL="457200" rtl="0" algn="ctr">
              <a:lnSpc>
                <a:spcPct val="100000"/>
              </a:lnSpc>
              <a:spcBef>
                <a:spcPts val="0"/>
              </a:spcBef>
              <a:spcAft>
                <a:spcPts val="0"/>
              </a:spcAft>
              <a:buSzPts val="1400"/>
              <a:buChar char="●"/>
              <a:defRPr sz="1600"/>
            </a:lvl1pPr>
            <a:lvl2pPr indent="-304800" lvl="1" marL="914400" rtl="0">
              <a:spcBef>
                <a:spcPts val="0"/>
              </a:spcBef>
              <a:spcAft>
                <a:spcPts val="0"/>
              </a:spcAft>
              <a:buSzPts val="1200"/>
              <a:buChar char="○"/>
              <a:defRPr sz="1200"/>
            </a:lvl2pPr>
            <a:lvl3pPr indent="-304800" lvl="2" marL="1371600" rtl="0">
              <a:spcBef>
                <a:spcPts val="0"/>
              </a:spcBef>
              <a:spcAft>
                <a:spcPts val="0"/>
              </a:spcAft>
              <a:buSzPts val="1200"/>
              <a:buChar char="■"/>
              <a:defRPr sz="1200"/>
            </a:lvl3pPr>
            <a:lvl4pPr indent="-304800" lvl="3" marL="1828800" rtl="0">
              <a:spcBef>
                <a:spcPts val="0"/>
              </a:spcBef>
              <a:spcAft>
                <a:spcPts val="0"/>
              </a:spcAft>
              <a:buSzPts val="1200"/>
              <a:buChar char="●"/>
              <a:defRPr sz="1200"/>
            </a:lvl4pPr>
            <a:lvl5pPr indent="-304800" lvl="4" marL="2286000" rtl="0">
              <a:spcBef>
                <a:spcPts val="0"/>
              </a:spcBef>
              <a:spcAft>
                <a:spcPts val="0"/>
              </a:spcAft>
              <a:buSzPts val="1200"/>
              <a:buChar char="○"/>
              <a:defRPr sz="1200"/>
            </a:lvl5pPr>
            <a:lvl6pPr indent="-304800" lvl="5" marL="2743200" rtl="0">
              <a:spcBef>
                <a:spcPts val="0"/>
              </a:spcBef>
              <a:spcAft>
                <a:spcPts val="0"/>
              </a:spcAft>
              <a:buSzPts val="1200"/>
              <a:buChar char="■"/>
              <a:defRPr sz="1200"/>
            </a:lvl6pPr>
            <a:lvl7pPr indent="-304800" lvl="6" marL="3200400" rtl="0">
              <a:spcBef>
                <a:spcPts val="0"/>
              </a:spcBef>
              <a:spcAft>
                <a:spcPts val="0"/>
              </a:spcAft>
              <a:buSzPts val="1200"/>
              <a:buChar char="●"/>
              <a:defRPr sz="1200"/>
            </a:lvl7pPr>
            <a:lvl8pPr indent="-304800" lvl="7" marL="3657600" rtl="0">
              <a:spcBef>
                <a:spcPts val="0"/>
              </a:spcBef>
              <a:spcAft>
                <a:spcPts val="0"/>
              </a:spcAft>
              <a:buSzPts val="1200"/>
              <a:buChar char="○"/>
              <a:defRPr sz="1200"/>
            </a:lvl8pPr>
            <a:lvl9pPr indent="-304800" lvl="8" marL="4114800" rtl="0">
              <a:spcBef>
                <a:spcPts val="0"/>
              </a:spcBef>
              <a:spcAft>
                <a:spcPts val="0"/>
              </a:spcAft>
              <a:buSzPts val="1200"/>
              <a:buChar char="■"/>
              <a:defRPr sz="1200"/>
            </a:lvl9pPr>
          </a:lstStyle>
          <a:p/>
        </p:txBody>
      </p:sp>
      <p:sp>
        <p:nvSpPr>
          <p:cNvPr id="927" name="Google Shape;927;p25"/>
          <p:cNvSpPr txBox="1"/>
          <p:nvPr>
            <p:ph idx="4" type="title"/>
          </p:nvPr>
        </p:nvSpPr>
        <p:spPr>
          <a:xfrm>
            <a:off x="698925" y="2520025"/>
            <a:ext cx="2333700" cy="302400"/>
          </a:xfrm>
          <a:prstGeom prst="rect">
            <a:avLst/>
          </a:prstGeom>
        </p:spPr>
        <p:txBody>
          <a:bodyPr anchorCtr="0" anchor="ctr" bIns="91425" lIns="91425" spcFirstLastPara="1" rIns="91425" wrap="square" tIns="91425">
            <a:noAutofit/>
          </a:bodyPr>
          <a:lstStyle>
            <a:lvl1pPr lvl="0" algn="ctr">
              <a:spcBef>
                <a:spcPts val="0"/>
              </a:spcBef>
              <a:spcAft>
                <a:spcPts val="0"/>
              </a:spcAft>
              <a:buSzPts val="2100"/>
              <a:buNone/>
              <a:defRPr b="1" sz="2200">
                <a:latin typeface="Poiret One"/>
                <a:ea typeface="Poiret One"/>
                <a:cs typeface="Poiret One"/>
                <a:sym typeface="Poiret One"/>
              </a:defRPr>
            </a:lvl1pPr>
            <a:lvl2pPr lvl="1">
              <a:spcBef>
                <a:spcPts val="0"/>
              </a:spcBef>
              <a:spcAft>
                <a:spcPts val="0"/>
              </a:spcAft>
              <a:buSzPts val="2100"/>
              <a:buNone/>
              <a:defRPr sz="2100">
                <a:latin typeface="Be Vietnam"/>
                <a:ea typeface="Be Vietnam"/>
                <a:cs typeface="Be Vietnam"/>
                <a:sym typeface="Be Vietnam"/>
              </a:defRPr>
            </a:lvl2pPr>
            <a:lvl3pPr lvl="2">
              <a:spcBef>
                <a:spcPts val="0"/>
              </a:spcBef>
              <a:spcAft>
                <a:spcPts val="0"/>
              </a:spcAft>
              <a:buSzPts val="2100"/>
              <a:buNone/>
              <a:defRPr sz="2100">
                <a:latin typeface="Be Vietnam"/>
                <a:ea typeface="Be Vietnam"/>
                <a:cs typeface="Be Vietnam"/>
                <a:sym typeface="Be Vietnam"/>
              </a:defRPr>
            </a:lvl3pPr>
            <a:lvl4pPr lvl="3">
              <a:spcBef>
                <a:spcPts val="0"/>
              </a:spcBef>
              <a:spcAft>
                <a:spcPts val="0"/>
              </a:spcAft>
              <a:buSzPts val="2100"/>
              <a:buNone/>
              <a:defRPr sz="2100">
                <a:latin typeface="Be Vietnam"/>
                <a:ea typeface="Be Vietnam"/>
                <a:cs typeface="Be Vietnam"/>
                <a:sym typeface="Be Vietnam"/>
              </a:defRPr>
            </a:lvl4pPr>
            <a:lvl5pPr lvl="4">
              <a:spcBef>
                <a:spcPts val="0"/>
              </a:spcBef>
              <a:spcAft>
                <a:spcPts val="0"/>
              </a:spcAft>
              <a:buSzPts val="2100"/>
              <a:buNone/>
              <a:defRPr sz="2100">
                <a:latin typeface="Be Vietnam"/>
                <a:ea typeface="Be Vietnam"/>
                <a:cs typeface="Be Vietnam"/>
                <a:sym typeface="Be Vietnam"/>
              </a:defRPr>
            </a:lvl5pPr>
            <a:lvl6pPr lvl="5">
              <a:spcBef>
                <a:spcPts val="0"/>
              </a:spcBef>
              <a:spcAft>
                <a:spcPts val="0"/>
              </a:spcAft>
              <a:buSzPts val="2100"/>
              <a:buNone/>
              <a:defRPr sz="2100">
                <a:latin typeface="Be Vietnam"/>
                <a:ea typeface="Be Vietnam"/>
                <a:cs typeface="Be Vietnam"/>
                <a:sym typeface="Be Vietnam"/>
              </a:defRPr>
            </a:lvl6pPr>
            <a:lvl7pPr lvl="6">
              <a:spcBef>
                <a:spcPts val="0"/>
              </a:spcBef>
              <a:spcAft>
                <a:spcPts val="0"/>
              </a:spcAft>
              <a:buSzPts val="2100"/>
              <a:buNone/>
              <a:defRPr sz="2100">
                <a:latin typeface="Be Vietnam"/>
                <a:ea typeface="Be Vietnam"/>
                <a:cs typeface="Be Vietnam"/>
                <a:sym typeface="Be Vietnam"/>
              </a:defRPr>
            </a:lvl7pPr>
            <a:lvl8pPr lvl="7">
              <a:spcBef>
                <a:spcPts val="0"/>
              </a:spcBef>
              <a:spcAft>
                <a:spcPts val="0"/>
              </a:spcAft>
              <a:buSzPts val="2100"/>
              <a:buNone/>
              <a:defRPr sz="2100">
                <a:latin typeface="Be Vietnam"/>
                <a:ea typeface="Be Vietnam"/>
                <a:cs typeface="Be Vietnam"/>
                <a:sym typeface="Be Vietnam"/>
              </a:defRPr>
            </a:lvl8pPr>
            <a:lvl9pPr lvl="8">
              <a:spcBef>
                <a:spcPts val="0"/>
              </a:spcBef>
              <a:spcAft>
                <a:spcPts val="0"/>
              </a:spcAft>
              <a:buSzPts val="2100"/>
              <a:buNone/>
              <a:defRPr sz="2100">
                <a:latin typeface="Be Vietnam"/>
                <a:ea typeface="Be Vietnam"/>
                <a:cs typeface="Be Vietnam"/>
                <a:sym typeface="Be Vietnam"/>
              </a:defRPr>
            </a:lvl9pPr>
          </a:lstStyle>
          <a:p/>
        </p:txBody>
      </p:sp>
      <p:sp>
        <p:nvSpPr>
          <p:cNvPr id="928" name="Google Shape;928;p25"/>
          <p:cNvSpPr txBox="1"/>
          <p:nvPr>
            <p:ph idx="5" type="title"/>
          </p:nvPr>
        </p:nvSpPr>
        <p:spPr>
          <a:xfrm>
            <a:off x="3405150" y="2520025"/>
            <a:ext cx="2333700" cy="302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100"/>
              <a:buNone/>
              <a:defRPr b="1" sz="2200">
                <a:latin typeface="Poiret One"/>
                <a:ea typeface="Poiret One"/>
                <a:cs typeface="Poiret One"/>
                <a:sym typeface="Poiret One"/>
              </a:defRPr>
            </a:lvl1pPr>
            <a:lvl2pPr lvl="1" rtl="0">
              <a:spcBef>
                <a:spcPts val="0"/>
              </a:spcBef>
              <a:spcAft>
                <a:spcPts val="0"/>
              </a:spcAft>
              <a:buSzPts val="2100"/>
              <a:buNone/>
              <a:defRPr sz="2100">
                <a:latin typeface="Be Vietnam"/>
                <a:ea typeface="Be Vietnam"/>
                <a:cs typeface="Be Vietnam"/>
                <a:sym typeface="Be Vietnam"/>
              </a:defRPr>
            </a:lvl2pPr>
            <a:lvl3pPr lvl="2" rtl="0">
              <a:spcBef>
                <a:spcPts val="0"/>
              </a:spcBef>
              <a:spcAft>
                <a:spcPts val="0"/>
              </a:spcAft>
              <a:buSzPts val="2100"/>
              <a:buNone/>
              <a:defRPr sz="2100">
                <a:latin typeface="Be Vietnam"/>
                <a:ea typeface="Be Vietnam"/>
                <a:cs typeface="Be Vietnam"/>
                <a:sym typeface="Be Vietnam"/>
              </a:defRPr>
            </a:lvl3pPr>
            <a:lvl4pPr lvl="3" rtl="0">
              <a:spcBef>
                <a:spcPts val="0"/>
              </a:spcBef>
              <a:spcAft>
                <a:spcPts val="0"/>
              </a:spcAft>
              <a:buSzPts val="2100"/>
              <a:buNone/>
              <a:defRPr sz="2100">
                <a:latin typeface="Be Vietnam"/>
                <a:ea typeface="Be Vietnam"/>
                <a:cs typeface="Be Vietnam"/>
                <a:sym typeface="Be Vietnam"/>
              </a:defRPr>
            </a:lvl4pPr>
            <a:lvl5pPr lvl="4" rtl="0">
              <a:spcBef>
                <a:spcPts val="0"/>
              </a:spcBef>
              <a:spcAft>
                <a:spcPts val="0"/>
              </a:spcAft>
              <a:buSzPts val="2100"/>
              <a:buNone/>
              <a:defRPr sz="2100">
                <a:latin typeface="Be Vietnam"/>
                <a:ea typeface="Be Vietnam"/>
                <a:cs typeface="Be Vietnam"/>
                <a:sym typeface="Be Vietnam"/>
              </a:defRPr>
            </a:lvl5pPr>
            <a:lvl6pPr lvl="5" rtl="0">
              <a:spcBef>
                <a:spcPts val="0"/>
              </a:spcBef>
              <a:spcAft>
                <a:spcPts val="0"/>
              </a:spcAft>
              <a:buSzPts val="2100"/>
              <a:buNone/>
              <a:defRPr sz="2100">
                <a:latin typeface="Be Vietnam"/>
                <a:ea typeface="Be Vietnam"/>
                <a:cs typeface="Be Vietnam"/>
                <a:sym typeface="Be Vietnam"/>
              </a:defRPr>
            </a:lvl6pPr>
            <a:lvl7pPr lvl="6" rtl="0">
              <a:spcBef>
                <a:spcPts val="0"/>
              </a:spcBef>
              <a:spcAft>
                <a:spcPts val="0"/>
              </a:spcAft>
              <a:buSzPts val="2100"/>
              <a:buNone/>
              <a:defRPr sz="2100">
                <a:latin typeface="Be Vietnam"/>
                <a:ea typeface="Be Vietnam"/>
                <a:cs typeface="Be Vietnam"/>
                <a:sym typeface="Be Vietnam"/>
              </a:defRPr>
            </a:lvl7pPr>
            <a:lvl8pPr lvl="7" rtl="0">
              <a:spcBef>
                <a:spcPts val="0"/>
              </a:spcBef>
              <a:spcAft>
                <a:spcPts val="0"/>
              </a:spcAft>
              <a:buSzPts val="2100"/>
              <a:buNone/>
              <a:defRPr sz="2100">
                <a:latin typeface="Be Vietnam"/>
                <a:ea typeface="Be Vietnam"/>
                <a:cs typeface="Be Vietnam"/>
                <a:sym typeface="Be Vietnam"/>
              </a:defRPr>
            </a:lvl8pPr>
            <a:lvl9pPr lvl="8" rtl="0">
              <a:spcBef>
                <a:spcPts val="0"/>
              </a:spcBef>
              <a:spcAft>
                <a:spcPts val="0"/>
              </a:spcAft>
              <a:buSzPts val="2100"/>
              <a:buNone/>
              <a:defRPr sz="2100">
                <a:latin typeface="Be Vietnam"/>
                <a:ea typeface="Be Vietnam"/>
                <a:cs typeface="Be Vietnam"/>
                <a:sym typeface="Be Vietnam"/>
              </a:defRPr>
            </a:lvl9pPr>
          </a:lstStyle>
          <a:p/>
        </p:txBody>
      </p:sp>
      <p:sp>
        <p:nvSpPr>
          <p:cNvPr id="929" name="Google Shape;929;p25"/>
          <p:cNvSpPr txBox="1"/>
          <p:nvPr>
            <p:ph idx="6" type="title"/>
          </p:nvPr>
        </p:nvSpPr>
        <p:spPr>
          <a:xfrm>
            <a:off x="6111375" y="2520025"/>
            <a:ext cx="2333700" cy="302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100"/>
              <a:buNone/>
              <a:defRPr b="1" sz="2200">
                <a:latin typeface="Poiret One"/>
                <a:ea typeface="Poiret One"/>
                <a:cs typeface="Poiret One"/>
                <a:sym typeface="Poiret One"/>
              </a:defRPr>
            </a:lvl1pPr>
            <a:lvl2pPr lvl="1" rtl="0">
              <a:spcBef>
                <a:spcPts val="0"/>
              </a:spcBef>
              <a:spcAft>
                <a:spcPts val="0"/>
              </a:spcAft>
              <a:buSzPts val="2100"/>
              <a:buNone/>
              <a:defRPr sz="2100">
                <a:latin typeface="Be Vietnam"/>
                <a:ea typeface="Be Vietnam"/>
                <a:cs typeface="Be Vietnam"/>
                <a:sym typeface="Be Vietnam"/>
              </a:defRPr>
            </a:lvl2pPr>
            <a:lvl3pPr lvl="2" rtl="0">
              <a:spcBef>
                <a:spcPts val="0"/>
              </a:spcBef>
              <a:spcAft>
                <a:spcPts val="0"/>
              </a:spcAft>
              <a:buSzPts val="2100"/>
              <a:buNone/>
              <a:defRPr sz="2100">
                <a:latin typeface="Be Vietnam"/>
                <a:ea typeface="Be Vietnam"/>
                <a:cs typeface="Be Vietnam"/>
                <a:sym typeface="Be Vietnam"/>
              </a:defRPr>
            </a:lvl3pPr>
            <a:lvl4pPr lvl="3" rtl="0">
              <a:spcBef>
                <a:spcPts val="0"/>
              </a:spcBef>
              <a:spcAft>
                <a:spcPts val="0"/>
              </a:spcAft>
              <a:buSzPts val="2100"/>
              <a:buNone/>
              <a:defRPr sz="2100">
                <a:latin typeface="Be Vietnam"/>
                <a:ea typeface="Be Vietnam"/>
                <a:cs typeface="Be Vietnam"/>
                <a:sym typeface="Be Vietnam"/>
              </a:defRPr>
            </a:lvl4pPr>
            <a:lvl5pPr lvl="4" rtl="0">
              <a:spcBef>
                <a:spcPts val="0"/>
              </a:spcBef>
              <a:spcAft>
                <a:spcPts val="0"/>
              </a:spcAft>
              <a:buSzPts val="2100"/>
              <a:buNone/>
              <a:defRPr sz="2100">
                <a:latin typeface="Be Vietnam"/>
                <a:ea typeface="Be Vietnam"/>
                <a:cs typeface="Be Vietnam"/>
                <a:sym typeface="Be Vietnam"/>
              </a:defRPr>
            </a:lvl5pPr>
            <a:lvl6pPr lvl="5" rtl="0">
              <a:spcBef>
                <a:spcPts val="0"/>
              </a:spcBef>
              <a:spcAft>
                <a:spcPts val="0"/>
              </a:spcAft>
              <a:buSzPts val="2100"/>
              <a:buNone/>
              <a:defRPr sz="2100">
                <a:latin typeface="Be Vietnam"/>
                <a:ea typeface="Be Vietnam"/>
                <a:cs typeface="Be Vietnam"/>
                <a:sym typeface="Be Vietnam"/>
              </a:defRPr>
            </a:lvl6pPr>
            <a:lvl7pPr lvl="6" rtl="0">
              <a:spcBef>
                <a:spcPts val="0"/>
              </a:spcBef>
              <a:spcAft>
                <a:spcPts val="0"/>
              </a:spcAft>
              <a:buSzPts val="2100"/>
              <a:buNone/>
              <a:defRPr sz="2100">
                <a:latin typeface="Be Vietnam"/>
                <a:ea typeface="Be Vietnam"/>
                <a:cs typeface="Be Vietnam"/>
                <a:sym typeface="Be Vietnam"/>
              </a:defRPr>
            </a:lvl7pPr>
            <a:lvl8pPr lvl="7" rtl="0">
              <a:spcBef>
                <a:spcPts val="0"/>
              </a:spcBef>
              <a:spcAft>
                <a:spcPts val="0"/>
              </a:spcAft>
              <a:buSzPts val="2100"/>
              <a:buNone/>
              <a:defRPr sz="2100">
                <a:latin typeface="Be Vietnam"/>
                <a:ea typeface="Be Vietnam"/>
                <a:cs typeface="Be Vietnam"/>
                <a:sym typeface="Be Vietnam"/>
              </a:defRPr>
            </a:lvl8pPr>
            <a:lvl9pPr lvl="8" rtl="0">
              <a:spcBef>
                <a:spcPts val="0"/>
              </a:spcBef>
              <a:spcAft>
                <a:spcPts val="0"/>
              </a:spcAft>
              <a:buSzPts val="2100"/>
              <a:buNone/>
              <a:defRPr sz="2100">
                <a:latin typeface="Be Vietnam"/>
                <a:ea typeface="Be Vietnam"/>
                <a:cs typeface="Be Vietnam"/>
                <a:sym typeface="Be Vietnam"/>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2">
    <p:spTree>
      <p:nvGrpSpPr>
        <p:cNvPr id="930" name="Shape 930"/>
        <p:cNvGrpSpPr/>
        <p:nvPr/>
      </p:nvGrpSpPr>
      <p:grpSpPr>
        <a:xfrm>
          <a:off x="0" y="0"/>
          <a:ext cx="0" cy="0"/>
          <a:chOff x="0" y="0"/>
          <a:chExt cx="0" cy="0"/>
        </a:xfrm>
      </p:grpSpPr>
      <p:sp>
        <p:nvSpPr>
          <p:cNvPr id="931" name="Google Shape;931;p26"/>
          <p:cNvSpPr/>
          <p:nvPr/>
        </p:nvSpPr>
        <p:spPr>
          <a:xfrm rot="-8375825">
            <a:off x="1346276" y="-103394"/>
            <a:ext cx="5857880" cy="5367912"/>
          </a:xfrm>
          <a:custGeom>
            <a:rect b="b" l="l" r="r" t="t"/>
            <a:pathLst>
              <a:path extrusionOk="0" h="112361" w="122617">
                <a:moveTo>
                  <a:pt x="90063" y="1"/>
                </a:moveTo>
                <a:cubicBezTo>
                  <a:pt x="59120" y="19971"/>
                  <a:pt x="30700" y="43831"/>
                  <a:pt x="2068" y="66962"/>
                </a:cubicBezTo>
                <a:cubicBezTo>
                  <a:pt x="1" y="80914"/>
                  <a:pt x="2220" y="95139"/>
                  <a:pt x="8390" y="107784"/>
                </a:cubicBezTo>
                <a:cubicBezTo>
                  <a:pt x="9119" y="109273"/>
                  <a:pt x="9940" y="110793"/>
                  <a:pt x="11338" y="111614"/>
                </a:cubicBezTo>
                <a:cubicBezTo>
                  <a:pt x="12234" y="112159"/>
                  <a:pt x="13234" y="112360"/>
                  <a:pt x="14271" y="112360"/>
                </a:cubicBezTo>
                <a:cubicBezTo>
                  <a:pt x="15664" y="112360"/>
                  <a:pt x="17122" y="111997"/>
                  <a:pt x="18481" y="111614"/>
                </a:cubicBezTo>
                <a:cubicBezTo>
                  <a:pt x="34257" y="107237"/>
                  <a:pt x="49880" y="102313"/>
                  <a:pt x="65321" y="96872"/>
                </a:cubicBezTo>
                <a:cubicBezTo>
                  <a:pt x="66628" y="96416"/>
                  <a:pt x="67965" y="95929"/>
                  <a:pt x="68847" y="94896"/>
                </a:cubicBezTo>
                <a:cubicBezTo>
                  <a:pt x="70276" y="93194"/>
                  <a:pt x="70032" y="90732"/>
                  <a:pt x="70184" y="88513"/>
                </a:cubicBezTo>
                <a:cubicBezTo>
                  <a:pt x="70792" y="78026"/>
                  <a:pt x="80732" y="70914"/>
                  <a:pt x="89668" y="65412"/>
                </a:cubicBezTo>
                <a:lnTo>
                  <a:pt x="108908" y="53588"/>
                </a:lnTo>
                <a:cubicBezTo>
                  <a:pt x="113255" y="50944"/>
                  <a:pt x="117814" y="47965"/>
                  <a:pt x="119699" y="43254"/>
                </a:cubicBezTo>
                <a:cubicBezTo>
                  <a:pt x="122617" y="35989"/>
                  <a:pt x="117784" y="27813"/>
                  <a:pt x="111705" y="22889"/>
                </a:cubicBezTo>
                <a:cubicBezTo>
                  <a:pt x="105626" y="17965"/>
                  <a:pt x="98148" y="14773"/>
                  <a:pt x="92738" y="9150"/>
                </a:cubicBezTo>
                <a:cubicBezTo>
                  <a:pt x="90185" y="6475"/>
                  <a:pt x="90428" y="3648"/>
                  <a:pt x="90063"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6"/>
          <p:cNvSpPr/>
          <p:nvPr/>
        </p:nvSpPr>
        <p:spPr>
          <a:xfrm rot="-8375825">
            <a:off x="1170325" y="-304414"/>
            <a:ext cx="6129426" cy="5866622"/>
          </a:xfrm>
          <a:custGeom>
            <a:rect b="b" l="l" r="r" t="t"/>
            <a:pathLst>
              <a:path extrusionOk="0" h="122800" w="128301">
                <a:moveTo>
                  <a:pt x="10821" y="105200"/>
                </a:moveTo>
                <a:cubicBezTo>
                  <a:pt x="10943" y="105170"/>
                  <a:pt x="11034" y="105565"/>
                  <a:pt x="11186" y="105413"/>
                </a:cubicBezTo>
                <a:lnTo>
                  <a:pt x="11308" y="105808"/>
                </a:lnTo>
                <a:cubicBezTo>
                  <a:pt x="11247" y="105930"/>
                  <a:pt x="10973" y="105322"/>
                  <a:pt x="11065" y="105747"/>
                </a:cubicBezTo>
                <a:cubicBezTo>
                  <a:pt x="10973" y="105747"/>
                  <a:pt x="10913" y="105413"/>
                  <a:pt x="10821" y="105200"/>
                </a:cubicBezTo>
                <a:close/>
                <a:moveTo>
                  <a:pt x="9757" y="103468"/>
                </a:moveTo>
                <a:cubicBezTo>
                  <a:pt x="9849" y="103468"/>
                  <a:pt x="9879" y="103741"/>
                  <a:pt x="9970" y="103711"/>
                </a:cubicBezTo>
                <a:cubicBezTo>
                  <a:pt x="10153" y="103984"/>
                  <a:pt x="9940" y="103954"/>
                  <a:pt x="9940" y="104015"/>
                </a:cubicBezTo>
                <a:cubicBezTo>
                  <a:pt x="9970" y="104258"/>
                  <a:pt x="10305" y="104835"/>
                  <a:pt x="10031" y="104775"/>
                </a:cubicBezTo>
                <a:cubicBezTo>
                  <a:pt x="9849" y="104379"/>
                  <a:pt x="9757" y="103923"/>
                  <a:pt x="9757" y="103468"/>
                </a:cubicBezTo>
                <a:close/>
                <a:moveTo>
                  <a:pt x="10943" y="105139"/>
                </a:moveTo>
                <a:lnTo>
                  <a:pt x="10730" y="104440"/>
                </a:lnTo>
                <a:cubicBezTo>
                  <a:pt x="10913" y="104379"/>
                  <a:pt x="11277" y="105200"/>
                  <a:pt x="10943" y="105139"/>
                </a:cubicBezTo>
                <a:close/>
                <a:moveTo>
                  <a:pt x="7812" y="97236"/>
                </a:moveTo>
                <a:cubicBezTo>
                  <a:pt x="7964" y="97449"/>
                  <a:pt x="8055" y="97723"/>
                  <a:pt x="8025" y="97966"/>
                </a:cubicBezTo>
                <a:cubicBezTo>
                  <a:pt x="8086" y="98239"/>
                  <a:pt x="8298" y="98027"/>
                  <a:pt x="8359" y="98239"/>
                </a:cubicBezTo>
                <a:cubicBezTo>
                  <a:pt x="8450" y="98726"/>
                  <a:pt x="8572" y="99212"/>
                  <a:pt x="8694" y="99698"/>
                </a:cubicBezTo>
                <a:cubicBezTo>
                  <a:pt x="8754" y="100154"/>
                  <a:pt x="8542" y="99455"/>
                  <a:pt x="8511" y="99273"/>
                </a:cubicBezTo>
                <a:cubicBezTo>
                  <a:pt x="8359" y="99334"/>
                  <a:pt x="8511" y="99790"/>
                  <a:pt x="8298" y="99790"/>
                </a:cubicBezTo>
                <a:cubicBezTo>
                  <a:pt x="8359" y="100033"/>
                  <a:pt x="8542" y="99820"/>
                  <a:pt x="8633" y="100002"/>
                </a:cubicBezTo>
                <a:cubicBezTo>
                  <a:pt x="8906" y="100854"/>
                  <a:pt x="8633" y="101036"/>
                  <a:pt x="8542" y="101431"/>
                </a:cubicBezTo>
                <a:cubicBezTo>
                  <a:pt x="8754" y="101796"/>
                  <a:pt x="8846" y="102191"/>
                  <a:pt x="8815" y="102616"/>
                </a:cubicBezTo>
                <a:cubicBezTo>
                  <a:pt x="8450" y="101978"/>
                  <a:pt x="8481" y="100914"/>
                  <a:pt x="8390" y="100215"/>
                </a:cubicBezTo>
                <a:cubicBezTo>
                  <a:pt x="8359" y="100337"/>
                  <a:pt x="8390" y="100580"/>
                  <a:pt x="8268" y="100550"/>
                </a:cubicBezTo>
                <a:cubicBezTo>
                  <a:pt x="8147" y="100002"/>
                  <a:pt x="7995" y="99395"/>
                  <a:pt x="8268" y="99334"/>
                </a:cubicBezTo>
                <a:cubicBezTo>
                  <a:pt x="8238" y="98452"/>
                  <a:pt x="7751" y="97996"/>
                  <a:pt x="7630" y="97297"/>
                </a:cubicBezTo>
                <a:cubicBezTo>
                  <a:pt x="7630" y="97328"/>
                  <a:pt x="7812" y="97145"/>
                  <a:pt x="7691" y="96963"/>
                </a:cubicBezTo>
                <a:cubicBezTo>
                  <a:pt x="7508" y="96963"/>
                  <a:pt x="7660" y="97480"/>
                  <a:pt x="7356" y="97358"/>
                </a:cubicBezTo>
                <a:cubicBezTo>
                  <a:pt x="7387" y="96841"/>
                  <a:pt x="7143" y="96689"/>
                  <a:pt x="7083" y="96294"/>
                </a:cubicBezTo>
                <a:cubicBezTo>
                  <a:pt x="7083" y="95990"/>
                  <a:pt x="7052" y="95686"/>
                  <a:pt x="6991" y="95382"/>
                </a:cubicBezTo>
                <a:cubicBezTo>
                  <a:pt x="7083" y="95382"/>
                  <a:pt x="7083" y="95565"/>
                  <a:pt x="7113" y="95686"/>
                </a:cubicBezTo>
                <a:cubicBezTo>
                  <a:pt x="7387" y="96173"/>
                  <a:pt x="7812" y="95960"/>
                  <a:pt x="8025" y="96780"/>
                </a:cubicBezTo>
                <a:cubicBezTo>
                  <a:pt x="7843" y="96416"/>
                  <a:pt x="7569" y="96568"/>
                  <a:pt x="7417" y="96264"/>
                </a:cubicBezTo>
                <a:cubicBezTo>
                  <a:pt x="7356" y="96294"/>
                  <a:pt x="7417" y="96537"/>
                  <a:pt x="7417" y="96720"/>
                </a:cubicBezTo>
                <a:cubicBezTo>
                  <a:pt x="7599" y="96811"/>
                  <a:pt x="7782" y="96872"/>
                  <a:pt x="7964" y="96932"/>
                </a:cubicBezTo>
                <a:cubicBezTo>
                  <a:pt x="8055" y="97236"/>
                  <a:pt x="7934" y="97236"/>
                  <a:pt x="7812" y="97267"/>
                </a:cubicBezTo>
                <a:close/>
                <a:moveTo>
                  <a:pt x="10031" y="102313"/>
                </a:moveTo>
                <a:cubicBezTo>
                  <a:pt x="10213" y="102161"/>
                  <a:pt x="10396" y="102738"/>
                  <a:pt x="10365" y="102981"/>
                </a:cubicBezTo>
                <a:cubicBezTo>
                  <a:pt x="10213" y="103012"/>
                  <a:pt x="10122" y="102708"/>
                  <a:pt x="10031" y="102313"/>
                </a:cubicBezTo>
                <a:close/>
                <a:moveTo>
                  <a:pt x="9210" y="99121"/>
                </a:moveTo>
                <a:lnTo>
                  <a:pt x="9271" y="99425"/>
                </a:lnTo>
                <a:cubicBezTo>
                  <a:pt x="9454" y="99881"/>
                  <a:pt x="9271" y="99881"/>
                  <a:pt x="9302" y="100185"/>
                </a:cubicBezTo>
                <a:cubicBezTo>
                  <a:pt x="9575" y="101461"/>
                  <a:pt x="9241" y="99972"/>
                  <a:pt x="9058" y="99790"/>
                </a:cubicBezTo>
                <a:cubicBezTo>
                  <a:pt x="9119" y="99607"/>
                  <a:pt x="8998" y="99151"/>
                  <a:pt x="9210" y="99151"/>
                </a:cubicBezTo>
                <a:close/>
                <a:moveTo>
                  <a:pt x="9879" y="101279"/>
                </a:moveTo>
                <a:cubicBezTo>
                  <a:pt x="9940" y="101461"/>
                  <a:pt x="9970" y="101674"/>
                  <a:pt x="9970" y="101857"/>
                </a:cubicBezTo>
                <a:cubicBezTo>
                  <a:pt x="9788" y="101735"/>
                  <a:pt x="9697" y="101097"/>
                  <a:pt x="9454" y="101370"/>
                </a:cubicBezTo>
                <a:cubicBezTo>
                  <a:pt x="9423" y="101066"/>
                  <a:pt x="9788" y="101188"/>
                  <a:pt x="9879" y="101279"/>
                </a:cubicBezTo>
                <a:close/>
                <a:moveTo>
                  <a:pt x="9697" y="103164"/>
                </a:moveTo>
                <a:cubicBezTo>
                  <a:pt x="9757" y="103589"/>
                  <a:pt x="9484" y="103224"/>
                  <a:pt x="9454" y="102920"/>
                </a:cubicBezTo>
                <a:cubicBezTo>
                  <a:pt x="9332" y="103072"/>
                  <a:pt x="9757" y="103923"/>
                  <a:pt x="9666" y="104106"/>
                </a:cubicBezTo>
                <a:cubicBezTo>
                  <a:pt x="9423" y="103832"/>
                  <a:pt x="9545" y="103589"/>
                  <a:pt x="9302" y="103103"/>
                </a:cubicBezTo>
                <a:cubicBezTo>
                  <a:pt x="9454" y="103042"/>
                  <a:pt x="9302" y="102586"/>
                  <a:pt x="9514" y="102586"/>
                </a:cubicBezTo>
                <a:cubicBezTo>
                  <a:pt x="9666" y="102860"/>
                  <a:pt x="9454" y="103133"/>
                  <a:pt x="9697" y="103194"/>
                </a:cubicBezTo>
                <a:close/>
                <a:moveTo>
                  <a:pt x="10761" y="106142"/>
                </a:moveTo>
                <a:cubicBezTo>
                  <a:pt x="10548" y="106386"/>
                  <a:pt x="10092" y="105048"/>
                  <a:pt x="10457" y="105139"/>
                </a:cubicBezTo>
                <a:cubicBezTo>
                  <a:pt x="10487" y="105504"/>
                  <a:pt x="10578" y="105838"/>
                  <a:pt x="10761" y="106142"/>
                </a:cubicBezTo>
                <a:close/>
                <a:moveTo>
                  <a:pt x="81704" y="78665"/>
                </a:moveTo>
                <a:cubicBezTo>
                  <a:pt x="81735" y="78969"/>
                  <a:pt x="82130" y="78422"/>
                  <a:pt x="82403" y="78270"/>
                </a:cubicBezTo>
                <a:cubicBezTo>
                  <a:pt x="82373" y="78452"/>
                  <a:pt x="81978" y="78908"/>
                  <a:pt x="81795" y="78786"/>
                </a:cubicBezTo>
                <a:cubicBezTo>
                  <a:pt x="81583" y="78969"/>
                  <a:pt x="81856" y="79029"/>
                  <a:pt x="81735" y="79212"/>
                </a:cubicBezTo>
                <a:cubicBezTo>
                  <a:pt x="81339" y="79364"/>
                  <a:pt x="81066" y="79789"/>
                  <a:pt x="80731" y="79972"/>
                </a:cubicBezTo>
                <a:cubicBezTo>
                  <a:pt x="80671" y="80002"/>
                  <a:pt x="80671" y="79789"/>
                  <a:pt x="80610" y="79789"/>
                </a:cubicBezTo>
                <a:cubicBezTo>
                  <a:pt x="80549" y="79820"/>
                  <a:pt x="79850" y="80610"/>
                  <a:pt x="80063" y="80124"/>
                </a:cubicBezTo>
                <a:cubicBezTo>
                  <a:pt x="80245" y="79850"/>
                  <a:pt x="80549" y="79668"/>
                  <a:pt x="80883" y="79637"/>
                </a:cubicBezTo>
                <a:cubicBezTo>
                  <a:pt x="81127" y="79455"/>
                  <a:pt x="81370" y="79181"/>
                  <a:pt x="81522" y="78908"/>
                </a:cubicBezTo>
                <a:cubicBezTo>
                  <a:pt x="81187" y="78817"/>
                  <a:pt x="81127" y="79242"/>
                  <a:pt x="80792" y="79546"/>
                </a:cubicBezTo>
                <a:cubicBezTo>
                  <a:pt x="80184" y="79637"/>
                  <a:pt x="78695" y="81522"/>
                  <a:pt x="77813" y="82191"/>
                </a:cubicBezTo>
                <a:cubicBezTo>
                  <a:pt x="79455" y="80306"/>
                  <a:pt x="81309" y="78604"/>
                  <a:pt x="83345" y="77145"/>
                </a:cubicBezTo>
                <a:cubicBezTo>
                  <a:pt x="83194" y="77570"/>
                  <a:pt x="81856" y="78239"/>
                  <a:pt x="81704" y="78665"/>
                </a:cubicBezTo>
                <a:close/>
                <a:moveTo>
                  <a:pt x="85230" y="74835"/>
                </a:moveTo>
                <a:cubicBezTo>
                  <a:pt x="85230" y="74440"/>
                  <a:pt x="85899" y="74257"/>
                  <a:pt x="86172" y="73923"/>
                </a:cubicBezTo>
                <a:cubicBezTo>
                  <a:pt x="86324" y="73741"/>
                  <a:pt x="86263" y="73801"/>
                  <a:pt x="86689" y="73558"/>
                </a:cubicBezTo>
                <a:cubicBezTo>
                  <a:pt x="87206" y="73832"/>
                  <a:pt x="85352" y="74744"/>
                  <a:pt x="85230" y="74835"/>
                </a:cubicBezTo>
                <a:close/>
                <a:moveTo>
                  <a:pt x="83953" y="75504"/>
                </a:moveTo>
                <a:cubicBezTo>
                  <a:pt x="83893" y="75625"/>
                  <a:pt x="83862" y="75807"/>
                  <a:pt x="84075" y="75686"/>
                </a:cubicBezTo>
                <a:cubicBezTo>
                  <a:pt x="84349" y="75504"/>
                  <a:pt x="84288" y="75352"/>
                  <a:pt x="84105" y="75473"/>
                </a:cubicBezTo>
                <a:cubicBezTo>
                  <a:pt x="84227" y="75108"/>
                  <a:pt x="84774" y="75078"/>
                  <a:pt x="85169" y="74713"/>
                </a:cubicBezTo>
                <a:lnTo>
                  <a:pt x="85230" y="74835"/>
                </a:lnTo>
                <a:cubicBezTo>
                  <a:pt x="84257" y="75595"/>
                  <a:pt x="83467" y="76446"/>
                  <a:pt x="82707" y="77054"/>
                </a:cubicBezTo>
                <a:cubicBezTo>
                  <a:pt x="82282" y="77388"/>
                  <a:pt x="82099" y="77266"/>
                  <a:pt x="81643" y="77814"/>
                </a:cubicBezTo>
                <a:cubicBezTo>
                  <a:pt x="81461" y="77874"/>
                  <a:pt x="81552" y="77783"/>
                  <a:pt x="81522" y="77662"/>
                </a:cubicBezTo>
                <a:cubicBezTo>
                  <a:pt x="81309" y="77601"/>
                  <a:pt x="80823" y="78057"/>
                  <a:pt x="80428" y="78330"/>
                </a:cubicBezTo>
                <a:cubicBezTo>
                  <a:pt x="80124" y="78239"/>
                  <a:pt x="81491" y="77540"/>
                  <a:pt x="81066" y="77570"/>
                </a:cubicBezTo>
                <a:cubicBezTo>
                  <a:pt x="81187" y="77206"/>
                  <a:pt x="81552" y="77449"/>
                  <a:pt x="81735" y="77388"/>
                </a:cubicBezTo>
                <a:cubicBezTo>
                  <a:pt x="81978" y="77054"/>
                  <a:pt x="82130" y="77236"/>
                  <a:pt x="82190" y="77206"/>
                </a:cubicBezTo>
                <a:cubicBezTo>
                  <a:pt x="82342" y="77115"/>
                  <a:pt x="82555" y="76871"/>
                  <a:pt x="82707" y="76811"/>
                </a:cubicBezTo>
                <a:cubicBezTo>
                  <a:pt x="82768" y="76780"/>
                  <a:pt x="82829" y="76963"/>
                  <a:pt x="83042" y="76719"/>
                </a:cubicBezTo>
                <a:cubicBezTo>
                  <a:pt x="83163" y="76598"/>
                  <a:pt x="83042" y="76628"/>
                  <a:pt x="82950" y="76628"/>
                </a:cubicBezTo>
                <a:cubicBezTo>
                  <a:pt x="82707" y="76628"/>
                  <a:pt x="82677" y="76811"/>
                  <a:pt x="82251" y="76993"/>
                </a:cubicBezTo>
                <a:cubicBezTo>
                  <a:pt x="82221" y="76993"/>
                  <a:pt x="82342" y="76750"/>
                  <a:pt x="82282" y="76780"/>
                </a:cubicBezTo>
                <a:cubicBezTo>
                  <a:pt x="82038" y="76902"/>
                  <a:pt x="81613" y="77449"/>
                  <a:pt x="81583" y="77175"/>
                </a:cubicBezTo>
                <a:cubicBezTo>
                  <a:pt x="82342" y="76567"/>
                  <a:pt x="83133" y="76020"/>
                  <a:pt x="83953" y="75504"/>
                </a:cubicBezTo>
                <a:close/>
                <a:moveTo>
                  <a:pt x="83801" y="75899"/>
                </a:moveTo>
                <a:cubicBezTo>
                  <a:pt x="83558" y="76051"/>
                  <a:pt x="83467" y="75899"/>
                  <a:pt x="83072" y="76263"/>
                </a:cubicBezTo>
                <a:cubicBezTo>
                  <a:pt x="83042" y="76507"/>
                  <a:pt x="83801" y="76081"/>
                  <a:pt x="83801" y="75868"/>
                </a:cubicBezTo>
                <a:close/>
                <a:moveTo>
                  <a:pt x="9757" y="104410"/>
                </a:moveTo>
                <a:cubicBezTo>
                  <a:pt x="9970" y="104987"/>
                  <a:pt x="9697" y="105048"/>
                  <a:pt x="9970" y="105747"/>
                </a:cubicBezTo>
                <a:cubicBezTo>
                  <a:pt x="9666" y="105474"/>
                  <a:pt x="9514" y="105048"/>
                  <a:pt x="9606" y="104623"/>
                </a:cubicBezTo>
                <a:cubicBezTo>
                  <a:pt x="9241" y="104288"/>
                  <a:pt x="9089" y="103802"/>
                  <a:pt x="9150" y="103346"/>
                </a:cubicBezTo>
                <a:cubicBezTo>
                  <a:pt x="9180" y="102951"/>
                  <a:pt x="9180" y="103711"/>
                  <a:pt x="9362" y="104045"/>
                </a:cubicBezTo>
                <a:cubicBezTo>
                  <a:pt x="9514" y="104410"/>
                  <a:pt x="9606" y="104288"/>
                  <a:pt x="9757" y="104410"/>
                </a:cubicBezTo>
                <a:close/>
                <a:moveTo>
                  <a:pt x="87631" y="72677"/>
                </a:moveTo>
                <a:cubicBezTo>
                  <a:pt x="88148" y="72312"/>
                  <a:pt x="88999" y="72190"/>
                  <a:pt x="88209" y="72707"/>
                </a:cubicBezTo>
                <a:cubicBezTo>
                  <a:pt x="88543" y="72221"/>
                  <a:pt x="87692" y="72950"/>
                  <a:pt x="87631" y="72677"/>
                </a:cubicBezTo>
                <a:close/>
                <a:moveTo>
                  <a:pt x="86841" y="73832"/>
                </a:moveTo>
                <a:lnTo>
                  <a:pt x="87510" y="73376"/>
                </a:lnTo>
                <a:cubicBezTo>
                  <a:pt x="87814" y="73406"/>
                  <a:pt x="86750" y="74105"/>
                  <a:pt x="86841" y="73832"/>
                </a:cubicBezTo>
                <a:close/>
                <a:moveTo>
                  <a:pt x="11308" y="106446"/>
                </a:moveTo>
                <a:lnTo>
                  <a:pt x="11156" y="106051"/>
                </a:lnTo>
                <a:lnTo>
                  <a:pt x="11429" y="105960"/>
                </a:lnTo>
                <a:lnTo>
                  <a:pt x="11581" y="106386"/>
                </a:lnTo>
                <a:cubicBezTo>
                  <a:pt x="11368" y="106173"/>
                  <a:pt x="11520" y="106416"/>
                  <a:pt x="11308" y="106446"/>
                </a:cubicBezTo>
                <a:close/>
                <a:moveTo>
                  <a:pt x="79911" y="78482"/>
                </a:moveTo>
                <a:cubicBezTo>
                  <a:pt x="79880" y="78270"/>
                  <a:pt x="80367" y="77905"/>
                  <a:pt x="80306" y="77692"/>
                </a:cubicBezTo>
                <a:cubicBezTo>
                  <a:pt x="81127" y="76932"/>
                  <a:pt x="82038" y="76203"/>
                  <a:pt x="83011" y="75595"/>
                </a:cubicBezTo>
                <a:cubicBezTo>
                  <a:pt x="82342" y="76324"/>
                  <a:pt x="81279" y="76871"/>
                  <a:pt x="80640" y="77570"/>
                </a:cubicBezTo>
                <a:cubicBezTo>
                  <a:pt x="80306" y="77966"/>
                  <a:pt x="80306" y="78178"/>
                  <a:pt x="79911" y="78482"/>
                </a:cubicBezTo>
                <a:close/>
                <a:moveTo>
                  <a:pt x="46263" y="106659"/>
                </a:moveTo>
                <a:cubicBezTo>
                  <a:pt x="46627" y="106173"/>
                  <a:pt x="47479" y="106051"/>
                  <a:pt x="48573" y="105747"/>
                </a:cubicBezTo>
                <a:cubicBezTo>
                  <a:pt x="48512" y="105990"/>
                  <a:pt x="47843" y="105990"/>
                  <a:pt x="47387" y="106173"/>
                </a:cubicBezTo>
                <a:cubicBezTo>
                  <a:pt x="46962" y="106325"/>
                  <a:pt x="46688" y="106568"/>
                  <a:pt x="46263" y="106659"/>
                </a:cubicBezTo>
                <a:close/>
                <a:moveTo>
                  <a:pt x="7873" y="95595"/>
                </a:moveTo>
                <a:cubicBezTo>
                  <a:pt x="7995" y="96233"/>
                  <a:pt x="8116" y="95291"/>
                  <a:pt x="8238" y="95990"/>
                </a:cubicBezTo>
                <a:cubicBezTo>
                  <a:pt x="8268" y="95869"/>
                  <a:pt x="8238" y="95625"/>
                  <a:pt x="8390" y="95656"/>
                </a:cubicBezTo>
                <a:cubicBezTo>
                  <a:pt x="8450" y="95899"/>
                  <a:pt x="8450" y="96173"/>
                  <a:pt x="8420" y="96416"/>
                </a:cubicBezTo>
                <a:cubicBezTo>
                  <a:pt x="8450" y="96689"/>
                  <a:pt x="8694" y="97267"/>
                  <a:pt x="8420" y="97176"/>
                </a:cubicBezTo>
                <a:cubicBezTo>
                  <a:pt x="8359" y="96932"/>
                  <a:pt x="8329" y="96689"/>
                  <a:pt x="8359" y="96416"/>
                </a:cubicBezTo>
                <a:cubicBezTo>
                  <a:pt x="8298" y="96112"/>
                  <a:pt x="8116" y="96416"/>
                  <a:pt x="8147" y="96446"/>
                </a:cubicBezTo>
                <a:cubicBezTo>
                  <a:pt x="7995" y="96385"/>
                  <a:pt x="8025" y="95777"/>
                  <a:pt x="7812" y="96051"/>
                </a:cubicBezTo>
                <a:cubicBezTo>
                  <a:pt x="7843" y="95352"/>
                  <a:pt x="7508" y="95230"/>
                  <a:pt x="7569" y="94714"/>
                </a:cubicBezTo>
                <a:cubicBezTo>
                  <a:pt x="7660" y="94774"/>
                  <a:pt x="7721" y="94866"/>
                  <a:pt x="7812" y="94835"/>
                </a:cubicBezTo>
                <a:cubicBezTo>
                  <a:pt x="7812" y="95048"/>
                  <a:pt x="8025" y="95595"/>
                  <a:pt x="7873" y="95595"/>
                </a:cubicBezTo>
                <a:close/>
                <a:moveTo>
                  <a:pt x="77479" y="80488"/>
                </a:moveTo>
                <a:cubicBezTo>
                  <a:pt x="77570" y="80154"/>
                  <a:pt x="77844" y="79881"/>
                  <a:pt x="78178" y="79759"/>
                </a:cubicBezTo>
                <a:cubicBezTo>
                  <a:pt x="78300" y="79637"/>
                  <a:pt x="78209" y="79607"/>
                  <a:pt x="78209" y="79546"/>
                </a:cubicBezTo>
                <a:cubicBezTo>
                  <a:pt x="78573" y="79394"/>
                  <a:pt x="78725" y="78969"/>
                  <a:pt x="78999" y="78695"/>
                </a:cubicBezTo>
                <a:cubicBezTo>
                  <a:pt x="79120" y="78543"/>
                  <a:pt x="79485" y="78118"/>
                  <a:pt x="79576" y="78330"/>
                </a:cubicBezTo>
                <a:cubicBezTo>
                  <a:pt x="78999" y="78756"/>
                  <a:pt x="78908" y="79242"/>
                  <a:pt x="78634" y="79516"/>
                </a:cubicBezTo>
                <a:cubicBezTo>
                  <a:pt x="78239" y="79911"/>
                  <a:pt x="77935" y="79941"/>
                  <a:pt x="77479" y="80488"/>
                </a:cubicBezTo>
                <a:close/>
                <a:moveTo>
                  <a:pt x="118361" y="33497"/>
                </a:moveTo>
                <a:cubicBezTo>
                  <a:pt x="118453" y="33102"/>
                  <a:pt x="119577" y="34317"/>
                  <a:pt x="119152" y="34439"/>
                </a:cubicBezTo>
                <a:cubicBezTo>
                  <a:pt x="118969" y="34165"/>
                  <a:pt x="119212" y="34165"/>
                  <a:pt x="118908" y="33861"/>
                </a:cubicBezTo>
                <a:cubicBezTo>
                  <a:pt x="118665" y="33558"/>
                  <a:pt x="118848" y="34105"/>
                  <a:pt x="118908" y="34226"/>
                </a:cubicBezTo>
                <a:cubicBezTo>
                  <a:pt x="119273" y="34773"/>
                  <a:pt x="119456" y="34317"/>
                  <a:pt x="119851" y="34925"/>
                </a:cubicBezTo>
                <a:cubicBezTo>
                  <a:pt x="119364" y="34834"/>
                  <a:pt x="118969" y="34591"/>
                  <a:pt x="118696" y="34196"/>
                </a:cubicBezTo>
                <a:cubicBezTo>
                  <a:pt x="118513" y="33861"/>
                  <a:pt x="118605" y="33801"/>
                  <a:pt x="118361" y="33497"/>
                </a:cubicBezTo>
                <a:close/>
                <a:moveTo>
                  <a:pt x="122890" y="45077"/>
                </a:moveTo>
                <a:cubicBezTo>
                  <a:pt x="122921" y="45442"/>
                  <a:pt x="123042" y="46050"/>
                  <a:pt x="122708" y="45959"/>
                </a:cubicBezTo>
                <a:cubicBezTo>
                  <a:pt x="122769" y="45685"/>
                  <a:pt x="122951" y="45716"/>
                  <a:pt x="122890" y="45229"/>
                </a:cubicBezTo>
                <a:cubicBezTo>
                  <a:pt x="122647" y="45108"/>
                  <a:pt x="122799" y="45837"/>
                  <a:pt x="122526" y="45655"/>
                </a:cubicBezTo>
                <a:cubicBezTo>
                  <a:pt x="122586" y="45260"/>
                  <a:pt x="122799" y="44226"/>
                  <a:pt x="122526" y="44470"/>
                </a:cubicBezTo>
                <a:cubicBezTo>
                  <a:pt x="122374" y="44287"/>
                  <a:pt x="122465" y="43679"/>
                  <a:pt x="122678" y="43710"/>
                </a:cubicBezTo>
                <a:cubicBezTo>
                  <a:pt x="122708" y="43892"/>
                  <a:pt x="122708" y="44166"/>
                  <a:pt x="122738" y="44318"/>
                </a:cubicBezTo>
                <a:cubicBezTo>
                  <a:pt x="122769" y="44409"/>
                  <a:pt x="122890" y="44439"/>
                  <a:pt x="122890" y="44470"/>
                </a:cubicBezTo>
                <a:cubicBezTo>
                  <a:pt x="122890" y="44652"/>
                  <a:pt x="122860" y="44895"/>
                  <a:pt x="122890" y="45077"/>
                </a:cubicBezTo>
                <a:close/>
                <a:moveTo>
                  <a:pt x="123620" y="42707"/>
                </a:moveTo>
                <a:cubicBezTo>
                  <a:pt x="123833" y="43163"/>
                  <a:pt x="123863" y="44348"/>
                  <a:pt x="123863" y="45108"/>
                </a:cubicBezTo>
                <a:cubicBezTo>
                  <a:pt x="123741" y="44895"/>
                  <a:pt x="123620" y="44682"/>
                  <a:pt x="123377" y="44774"/>
                </a:cubicBezTo>
                <a:cubicBezTo>
                  <a:pt x="123316" y="44257"/>
                  <a:pt x="123589" y="44530"/>
                  <a:pt x="123711" y="44470"/>
                </a:cubicBezTo>
                <a:cubicBezTo>
                  <a:pt x="123772" y="44044"/>
                  <a:pt x="123589" y="44287"/>
                  <a:pt x="123498" y="44166"/>
                </a:cubicBezTo>
                <a:cubicBezTo>
                  <a:pt x="123407" y="44014"/>
                  <a:pt x="123377" y="43801"/>
                  <a:pt x="123468" y="43831"/>
                </a:cubicBezTo>
                <a:cubicBezTo>
                  <a:pt x="123346" y="43770"/>
                  <a:pt x="123255" y="43801"/>
                  <a:pt x="123194" y="44014"/>
                </a:cubicBezTo>
                <a:cubicBezTo>
                  <a:pt x="123164" y="44105"/>
                  <a:pt x="123285" y="44196"/>
                  <a:pt x="123285" y="44166"/>
                </a:cubicBezTo>
                <a:cubicBezTo>
                  <a:pt x="123285" y="44318"/>
                  <a:pt x="122981" y="44774"/>
                  <a:pt x="123103" y="45077"/>
                </a:cubicBezTo>
                <a:cubicBezTo>
                  <a:pt x="122921" y="44804"/>
                  <a:pt x="122921" y="44470"/>
                  <a:pt x="123073" y="44166"/>
                </a:cubicBezTo>
                <a:cubicBezTo>
                  <a:pt x="122981" y="43345"/>
                  <a:pt x="122799" y="43436"/>
                  <a:pt x="122799" y="42646"/>
                </a:cubicBezTo>
                <a:cubicBezTo>
                  <a:pt x="123012" y="42646"/>
                  <a:pt x="123042" y="43132"/>
                  <a:pt x="123073" y="43527"/>
                </a:cubicBezTo>
                <a:lnTo>
                  <a:pt x="123285" y="43527"/>
                </a:lnTo>
                <a:cubicBezTo>
                  <a:pt x="123194" y="42919"/>
                  <a:pt x="122981" y="42950"/>
                  <a:pt x="123012" y="42311"/>
                </a:cubicBezTo>
                <a:cubicBezTo>
                  <a:pt x="122981" y="42129"/>
                  <a:pt x="122860" y="42190"/>
                  <a:pt x="122799" y="42190"/>
                </a:cubicBezTo>
                <a:cubicBezTo>
                  <a:pt x="122647" y="41795"/>
                  <a:pt x="122860" y="41856"/>
                  <a:pt x="122799" y="41552"/>
                </a:cubicBezTo>
                <a:cubicBezTo>
                  <a:pt x="122678" y="41126"/>
                  <a:pt x="122465" y="41339"/>
                  <a:pt x="122404" y="40701"/>
                </a:cubicBezTo>
                <a:cubicBezTo>
                  <a:pt x="122617" y="40640"/>
                  <a:pt x="122799" y="41065"/>
                  <a:pt x="122951" y="41521"/>
                </a:cubicBezTo>
                <a:cubicBezTo>
                  <a:pt x="123194" y="42038"/>
                  <a:pt x="123285" y="41947"/>
                  <a:pt x="123559" y="42068"/>
                </a:cubicBezTo>
                <a:cubicBezTo>
                  <a:pt x="123772" y="42646"/>
                  <a:pt x="123255" y="42129"/>
                  <a:pt x="123468" y="42707"/>
                </a:cubicBezTo>
                <a:cubicBezTo>
                  <a:pt x="123498" y="42919"/>
                  <a:pt x="123620" y="42859"/>
                  <a:pt x="123620" y="42707"/>
                </a:cubicBezTo>
                <a:close/>
                <a:moveTo>
                  <a:pt x="118939" y="35503"/>
                </a:moveTo>
                <a:cubicBezTo>
                  <a:pt x="118726" y="35381"/>
                  <a:pt x="118817" y="35229"/>
                  <a:pt x="118635" y="34956"/>
                </a:cubicBezTo>
                <a:cubicBezTo>
                  <a:pt x="118453" y="34713"/>
                  <a:pt x="118301" y="34682"/>
                  <a:pt x="118209" y="34530"/>
                </a:cubicBezTo>
                <a:cubicBezTo>
                  <a:pt x="118088" y="34196"/>
                  <a:pt x="117905" y="33892"/>
                  <a:pt x="117723" y="33588"/>
                </a:cubicBezTo>
                <a:cubicBezTo>
                  <a:pt x="118270" y="33649"/>
                  <a:pt x="118240" y="34530"/>
                  <a:pt x="118787" y="34865"/>
                </a:cubicBezTo>
                <a:cubicBezTo>
                  <a:pt x="118787" y="35077"/>
                  <a:pt x="118817" y="35320"/>
                  <a:pt x="118939" y="35503"/>
                </a:cubicBezTo>
                <a:close/>
                <a:moveTo>
                  <a:pt x="120246" y="37175"/>
                </a:moveTo>
                <a:cubicBezTo>
                  <a:pt x="120155" y="37296"/>
                  <a:pt x="119699" y="36688"/>
                  <a:pt x="119790" y="36536"/>
                </a:cubicBezTo>
                <a:cubicBezTo>
                  <a:pt x="119456" y="36324"/>
                  <a:pt x="119182" y="36020"/>
                  <a:pt x="118969" y="35655"/>
                </a:cubicBezTo>
                <a:cubicBezTo>
                  <a:pt x="119486" y="36232"/>
                  <a:pt x="119334" y="35716"/>
                  <a:pt x="119091" y="35199"/>
                </a:cubicBezTo>
                <a:cubicBezTo>
                  <a:pt x="119760" y="35564"/>
                  <a:pt x="119729" y="36354"/>
                  <a:pt x="120276" y="36962"/>
                </a:cubicBezTo>
                <a:cubicBezTo>
                  <a:pt x="120185" y="36992"/>
                  <a:pt x="120185" y="37083"/>
                  <a:pt x="120215" y="37175"/>
                </a:cubicBezTo>
                <a:close/>
                <a:moveTo>
                  <a:pt x="121918" y="49880"/>
                </a:moveTo>
                <a:cubicBezTo>
                  <a:pt x="121978" y="49728"/>
                  <a:pt x="122039" y="49606"/>
                  <a:pt x="122100" y="49454"/>
                </a:cubicBezTo>
                <a:cubicBezTo>
                  <a:pt x="122222" y="49606"/>
                  <a:pt x="122374" y="49728"/>
                  <a:pt x="122161" y="50154"/>
                </a:cubicBezTo>
                <a:cubicBezTo>
                  <a:pt x="121918" y="50184"/>
                  <a:pt x="122100" y="49880"/>
                  <a:pt x="121918" y="49880"/>
                </a:cubicBezTo>
                <a:close/>
                <a:moveTo>
                  <a:pt x="122769" y="50123"/>
                </a:moveTo>
                <a:cubicBezTo>
                  <a:pt x="122951" y="49850"/>
                  <a:pt x="123073" y="49941"/>
                  <a:pt x="123194" y="49424"/>
                </a:cubicBezTo>
                <a:cubicBezTo>
                  <a:pt x="123194" y="49242"/>
                  <a:pt x="123103" y="49211"/>
                  <a:pt x="123225" y="48907"/>
                </a:cubicBezTo>
                <a:cubicBezTo>
                  <a:pt x="123316" y="48968"/>
                  <a:pt x="123407" y="48999"/>
                  <a:pt x="123468" y="48816"/>
                </a:cubicBezTo>
                <a:cubicBezTo>
                  <a:pt x="123407" y="49211"/>
                  <a:pt x="123164" y="50214"/>
                  <a:pt x="122769" y="50123"/>
                </a:cubicBezTo>
                <a:close/>
                <a:moveTo>
                  <a:pt x="123437" y="48664"/>
                </a:moveTo>
                <a:cubicBezTo>
                  <a:pt x="123255" y="48421"/>
                  <a:pt x="123650" y="47904"/>
                  <a:pt x="123711" y="47205"/>
                </a:cubicBezTo>
                <a:cubicBezTo>
                  <a:pt x="123377" y="47479"/>
                  <a:pt x="123863" y="46141"/>
                  <a:pt x="123711" y="45594"/>
                </a:cubicBezTo>
                <a:cubicBezTo>
                  <a:pt x="124045" y="45503"/>
                  <a:pt x="123833" y="46445"/>
                  <a:pt x="123802" y="46901"/>
                </a:cubicBezTo>
                <a:cubicBezTo>
                  <a:pt x="123772" y="47540"/>
                  <a:pt x="123681" y="48299"/>
                  <a:pt x="123437" y="48634"/>
                </a:cubicBezTo>
                <a:close/>
                <a:moveTo>
                  <a:pt x="123012" y="48847"/>
                </a:moveTo>
                <a:cubicBezTo>
                  <a:pt x="122951" y="48816"/>
                  <a:pt x="123012" y="48634"/>
                  <a:pt x="123073" y="48543"/>
                </a:cubicBezTo>
                <a:cubicBezTo>
                  <a:pt x="122951" y="48482"/>
                  <a:pt x="122860" y="48573"/>
                  <a:pt x="122769" y="48755"/>
                </a:cubicBezTo>
                <a:cubicBezTo>
                  <a:pt x="122678" y="48755"/>
                  <a:pt x="122921" y="47874"/>
                  <a:pt x="122647" y="48391"/>
                </a:cubicBezTo>
                <a:cubicBezTo>
                  <a:pt x="122434" y="48269"/>
                  <a:pt x="122830" y="47904"/>
                  <a:pt x="122860" y="47843"/>
                </a:cubicBezTo>
                <a:cubicBezTo>
                  <a:pt x="122921" y="47661"/>
                  <a:pt x="122921" y="47388"/>
                  <a:pt x="122981" y="47236"/>
                </a:cubicBezTo>
                <a:cubicBezTo>
                  <a:pt x="123012" y="47175"/>
                  <a:pt x="123133" y="47175"/>
                  <a:pt x="123164" y="47114"/>
                </a:cubicBezTo>
                <a:cubicBezTo>
                  <a:pt x="123255" y="46901"/>
                  <a:pt x="123164" y="46567"/>
                  <a:pt x="123346" y="46658"/>
                </a:cubicBezTo>
                <a:cubicBezTo>
                  <a:pt x="123377" y="46385"/>
                  <a:pt x="123346" y="45898"/>
                  <a:pt x="123559" y="46050"/>
                </a:cubicBezTo>
                <a:cubicBezTo>
                  <a:pt x="123407" y="46445"/>
                  <a:pt x="123437" y="47023"/>
                  <a:pt x="123225" y="47448"/>
                </a:cubicBezTo>
                <a:cubicBezTo>
                  <a:pt x="123133" y="47722"/>
                  <a:pt x="122708" y="47874"/>
                  <a:pt x="122890" y="48330"/>
                </a:cubicBezTo>
                <a:cubicBezTo>
                  <a:pt x="123073" y="48087"/>
                  <a:pt x="123164" y="47327"/>
                  <a:pt x="123437" y="47479"/>
                </a:cubicBezTo>
                <a:cubicBezTo>
                  <a:pt x="123285" y="48269"/>
                  <a:pt x="123073" y="48178"/>
                  <a:pt x="123012" y="48816"/>
                </a:cubicBezTo>
                <a:close/>
                <a:moveTo>
                  <a:pt x="117845" y="33892"/>
                </a:moveTo>
                <a:cubicBezTo>
                  <a:pt x="117845" y="33983"/>
                  <a:pt x="117845" y="34105"/>
                  <a:pt x="117753" y="33983"/>
                </a:cubicBezTo>
                <a:cubicBezTo>
                  <a:pt x="117297" y="33527"/>
                  <a:pt x="116416" y="32342"/>
                  <a:pt x="115595" y="31643"/>
                </a:cubicBezTo>
                <a:cubicBezTo>
                  <a:pt x="115170" y="31308"/>
                  <a:pt x="115291" y="31187"/>
                  <a:pt x="115656" y="31582"/>
                </a:cubicBezTo>
                <a:cubicBezTo>
                  <a:pt x="116477" y="32251"/>
                  <a:pt x="117237" y="33010"/>
                  <a:pt x="117845" y="33861"/>
                </a:cubicBezTo>
                <a:close/>
                <a:moveTo>
                  <a:pt x="122404" y="47692"/>
                </a:moveTo>
                <a:cubicBezTo>
                  <a:pt x="122343" y="47388"/>
                  <a:pt x="122070" y="47418"/>
                  <a:pt x="122191" y="46932"/>
                </a:cubicBezTo>
                <a:cubicBezTo>
                  <a:pt x="122191" y="47357"/>
                  <a:pt x="122647" y="46628"/>
                  <a:pt x="122495" y="47266"/>
                </a:cubicBezTo>
                <a:cubicBezTo>
                  <a:pt x="122647" y="47236"/>
                  <a:pt x="122617" y="46536"/>
                  <a:pt x="122860" y="46749"/>
                </a:cubicBezTo>
                <a:cubicBezTo>
                  <a:pt x="122738" y="47053"/>
                  <a:pt x="122647" y="47357"/>
                  <a:pt x="122586" y="47661"/>
                </a:cubicBezTo>
                <a:cubicBezTo>
                  <a:pt x="122556" y="48026"/>
                  <a:pt x="122434" y="48421"/>
                  <a:pt x="122252" y="48725"/>
                </a:cubicBezTo>
                <a:cubicBezTo>
                  <a:pt x="122191" y="48330"/>
                  <a:pt x="122130" y="48938"/>
                  <a:pt x="121948" y="48786"/>
                </a:cubicBezTo>
                <a:cubicBezTo>
                  <a:pt x="122100" y="48117"/>
                  <a:pt x="122313" y="48299"/>
                  <a:pt x="122404" y="47692"/>
                </a:cubicBezTo>
                <a:close/>
                <a:moveTo>
                  <a:pt x="121766" y="47236"/>
                </a:moveTo>
                <a:cubicBezTo>
                  <a:pt x="121644" y="47448"/>
                  <a:pt x="121705" y="47205"/>
                  <a:pt x="121766" y="46932"/>
                </a:cubicBezTo>
                <a:cubicBezTo>
                  <a:pt x="121857" y="46628"/>
                  <a:pt x="121857" y="46293"/>
                  <a:pt x="121766" y="46293"/>
                </a:cubicBezTo>
                <a:cubicBezTo>
                  <a:pt x="121918" y="45898"/>
                  <a:pt x="121766" y="45716"/>
                  <a:pt x="121918" y="45321"/>
                </a:cubicBezTo>
                <a:cubicBezTo>
                  <a:pt x="122009" y="45837"/>
                  <a:pt x="122039" y="46354"/>
                  <a:pt x="122009" y="46871"/>
                </a:cubicBezTo>
                <a:cubicBezTo>
                  <a:pt x="121887" y="46385"/>
                  <a:pt x="121887" y="46749"/>
                  <a:pt x="121766" y="47236"/>
                </a:cubicBezTo>
                <a:close/>
                <a:moveTo>
                  <a:pt x="120854" y="37205"/>
                </a:moveTo>
                <a:cubicBezTo>
                  <a:pt x="120732" y="36901"/>
                  <a:pt x="120580" y="36962"/>
                  <a:pt x="120519" y="36871"/>
                </a:cubicBezTo>
                <a:cubicBezTo>
                  <a:pt x="120307" y="36536"/>
                  <a:pt x="120580" y="36597"/>
                  <a:pt x="120398" y="36232"/>
                </a:cubicBezTo>
                <a:cubicBezTo>
                  <a:pt x="120763" y="36415"/>
                  <a:pt x="120671" y="35989"/>
                  <a:pt x="121067" y="36567"/>
                </a:cubicBezTo>
                <a:cubicBezTo>
                  <a:pt x="120915" y="36749"/>
                  <a:pt x="120732" y="36415"/>
                  <a:pt x="120611" y="36627"/>
                </a:cubicBezTo>
                <a:cubicBezTo>
                  <a:pt x="120793" y="36992"/>
                  <a:pt x="121279" y="37266"/>
                  <a:pt x="121158" y="36871"/>
                </a:cubicBezTo>
                <a:cubicBezTo>
                  <a:pt x="121249" y="36871"/>
                  <a:pt x="121279" y="36992"/>
                  <a:pt x="121219" y="36992"/>
                </a:cubicBezTo>
                <a:lnTo>
                  <a:pt x="121401" y="37266"/>
                </a:lnTo>
                <a:cubicBezTo>
                  <a:pt x="121249" y="37479"/>
                  <a:pt x="121067" y="36962"/>
                  <a:pt x="120915" y="37175"/>
                </a:cubicBezTo>
                <a:cubicBezTo>
                  <a:pt x="121340" y="37722"/>
                  <a:pt x="121462" y="37813"/>
                  <a:pt x="121614" y="38390"/>
                </a:cubicBezTo>
                <a:cubicBezTo>
                  <a:pt x="121431" y="38451"/>
                  <a:pt x="121249" y="38147"/>
                  <a:pt x="121036" y="37965"/>
                </a:cubicBezTo>
                <a:cubicBezTo>
                  <a:pt x="120823" y="37509"/>
                  <a:pt x="121006" y="37509"/>
                  <a:pt x="120854" y="37205"/>
                </a:cubicBezTo>
                <a:close/>
                <a:moveTo>
                  <a:pt x="107176" y="25260"/>
                </a:moveTo>
                <a:cubicBezTo>
                  <a:pt x="107328" y="25533"/>
                  <a:pt x="106081" y="24591"/>
                  <a:pt x="105686" y="24378"/>
                </a:cubicBezTo>
                <a:cubicBezTo>
                  <a:pt x="106081" y="24256"/>
                  <a:pt x="106568" y="24956"/>
                  <a:pt x="107176" y="25260"/>
                </a:cubicBezTo>
                <a:close/>
                <a:moveTo>
                  <a:pt x="113012" y="27570"/>
                </a:moveTo>
                <a:cubicBezTo>
                  <a:pt x="112769" y="27205"/>
                  <a:pt x="112465" y="26901"/>
                  <a:pt x="112069" y="26688"/>
                </a:cubicBezTo>
                <a:cubicBezTo>
                  <a:pt x="112252" y="26567"/>
                  <a:pt x="113103" y="27144"/>
                  <a:pt x="113012" y="27296"/>
                </a:cubicBezTo>
                <a:cubicBezTo>
                  <a:pt x="113164" y="27205"/>
                  <a:pt x="113589" y="27600"/>
                  <a:pt x="113772" y="27600"/>
                </a:cubicBezTo>
                <a:cubicBezTo>
                  <a:pt x="113498" y="27144"/>
                  <a:pt x="112525" y="26719"/>
                  <a:pt x="112313" y="26627"/>
                </a:cubicBezTo>
                <a:cubicBezTo>
                  <a:pt x="112343" y="26627"/>
                  <a:pt x="112373" y="26506"/>
                  <a:pt x="112404" y="26506"/>
                </a:cubicBezTo>
                <a:cubicBezTo>
                  <a:pt x="112191" y="26415"/>
                  <a:pt x="111948" y="26354"/>
                  <a:pt x="111735" y="26384"/>
                </a:cubicBezTo>
                <a:cubicBezTo>
                  <a:pt x="111492" y="26232"/>
                  <a:pt x="111431" y="26111"/>
                  <a:pt x="111431" y="25989"/>
                </a:cubicBezTo>
                <a:cubicBezTo>
                  <a:pt x="111097" y="25837"/>
                  <a:pt x="110762" y="25655"/>
                  <a:pt x="110458" y="25442"/>
                </a:cubicBezTo>
                <a:cubicBezTo>
                  <a:pt x="109911" y="25168"/>
                  <a:pt x="110610" y="25168"/>
                  <a:pt x="110063" y="24895"/>
                </a:cubicBezTo>
                <a:cubicBezTo>
                  <a:pt x="109851" y="24804"/>
                  <a:pt x="109972" y="25016"/>
                  <a:pt x="110124" y="25108"/>
                </a:cubicBezTo>
                <a:cubicBezTo>
                  <a:pt x="109911" y="25168"/>
                  <a:pt x="109364" y="24652"/>
                  <a:pt x="109030" y="24469"/>
                </a:cubicBezTo>
                <a:cubicBezTo>
                  <a:pt x="109243" y="24500"/>
                  <a:pt x="109577" y="24712"/>
                  <a:pt x="109790" y="24743"/>
                </a:cubicBezTo>
                <a:cubicBezTo>
                  <a:pt x="109790" y="24682"/>
                  <a:pt x="109699" y="24591"/>
                  <a:pt x="109729" y="24530"/>
                </a:cubicBezTo>
                <a:cubicBezTo>
                  <a:pt x="109486" y="24439"/>
                  <a:pt x="109212" y="24348"/>
                  <a:pt x="108939" y="24287"/>
                </a:cubicBezTo>
                <a:cubicBezTo>
                  <a:pt x="109212" y="24165"/>
                  <a:pt x="108057" y="23466"/>
                  <a:pt x="107753" y="23253"/>
                </a:cubicBezTo>
                <a:cubicBezTo>
                  <a:pt x="108057" y="23345"/>
                  <a:pt x="108361" y="23466"/>
                  <a:pt x="108665" y="23588"/>
                </a:cubicBezTo>
                <a:cubicBezTo>
                  <a:pt x="108665" y="23497"/>
                  <a:pt x="108361" y="23345"/>
                  <a:pt x="108179" y="23223"/>
                </a:cubicBezTo>
                <a:cubicBezTo>
                  <a:pt x="108696" y="23314"/>
                  <a:pt x="110276" y="24226"/>
                  <a:pt x="111097" y="24804"/>
                </a:cubicBezTo>
                <a:cubicBezTo>
                  <a:pt x="111340" y="24956"/>
                  <a:pt x="111340" y="25016"/>
                  <a:pt x="111279" y="25108"/>
                </a:cubicBezTo>
                <a:cubicBezTo>
                  <a:pt x="111431" y="25168"/>
                  <a:pt x="111462" y="25077"/>
                  <a:pt x="111644" y="25168"/>
                </a:cubicBezTo>
                <a:cubicBezTo>
                  <a:pt x="111917" y="25320"/>
                  <a:pt x="111765" y="25412"/>
                  <a:pt x="111826" y="25472"/>
                </a:cubicBezTo>
                <a:cubicBezTo>
                  <a:pt x="111978" y="25563"/>
                  <a:pt x="112100" y="25503"/>
                  <a:pt x="112282" y="25624"/>
                </a:cubicBezTo>
                <a:cubicBezTo>
                  <a:pt x="112586" y="25807"/>
                  <a:pt x="112890" y="26202"/>
                  <a:pt x="113255" y="26475"/>
                </a:cubicBezTo>
                <a:cubicBezTo>
                  <a:pt x="113832" y="26901"/>
                  <a:pt x="114379" y="27205"/>
                  <a:pt x="114957" y="27691"/>
                </a:cubicBezTo>
                <a:cubicBezTo>
                  <a:pt x="115443" y="28086"/>
                  <a:pt x="115808" y="28633"/>
                  <a:pt x="116325" y="29120"/>
                </a:cubicBezTo>
                <a:cubicBezTo>
                  <a:pt x="116446" y="29211"/>
                  <a:pt x="116598" y="29302"/>
                  <a:pt x="116781" y="29363"/>
                </a:cubicBezTo>
                <a:cubicBezTo>
                  <a:pt x="117571" y="30092"/>
                  <a:pt x="118118" y="31035"/>
                  <a:pt x="118939" y="31582"/>
                </a:cubicBezTo>
                <a:cubicBezTo>
                  <a:pt x="119000" y="31764"/>
                  <a:pt x="119060" y="31916"/>
                  <a:pt x="119152" y="32068"/>
                </a:cubicBezTo>
                <a:cubicBezTo>
                  <a:pt x="118969" y="32068"/>
                  <a:pt x="118513" y="31308"/>
                  <a:pt x="118392" y="31612"/>
                </a:cubicBezTo>
                <a:cubicBezTo>
                  <a:pt x="118756" y="31886"/>
                  <a:pt x="119121" y="32159"/>
                  <a:pt x="119516" y="32372"/>
                </a:cubicBezTo>
                <a:cubicBezTo>
                  <a:pt x="119820" y="33102"/>
                  <a:pt x="120823" y="34135"/>
                  <a:pt x="121310" y="35108"/>
                </a:cubicBezTo>
                <a:cubicBezTo>
                  <a:pt x="121492" y="35442"/>
                  <a:pt x="121401" y="35472"/>
                  <a:pt x="121492" y="35746"/>
                </a:cubicBezTo>
                <a:cubicBezTo>
                  <a:pt x="121614" y="36172"/>
                  <a:pt x="121948" y="36627"/>
                  <a:pt x="121857" y="36840"/>
                </a:cubicBezTo>
                <a:cubicBezTo>
                  <a:pt x="121522" y="36871"/>
                  <a:pt x="121340" y="36080"/>
                  <a:pt x="121158" y="35746"/>
                </a:cubicBezTo>
                <a:cubicBezTo>
                  <a:pt x="120884" y="35320"/>
                  <a:pt x="120550" y="34865"/>
                  <a:pt x="120367" y="34530"/>
                </a:cubicBezTo>
                <a:cubicBezTo>
                  <a:pt x="120307" y="34439"/>
                  <a:pt x="120215" y="34378"/>
                  <a:pt x="120124" y="34317"/>
                </a:cubicBezTo>
                <a:cubicBezTo>
                  <a:pt x="120063" y="34165"/>
                  <a:pt x="120003" y="34013"/>
                  <a:pt x="119972" y="33861"/>
                </a:cubicBezTo>
                <a:cubicBezTo>
                  <a:pt x="119851" y="33710"/>
                  <a:pt x="119547" y="33436"/>
                  <a:pt x="119425" y="33254"/>
                </a:cubicBezTo>
                <a:cubicBezTo>
                  <a:pt x="119182" y="32889"/>
                  <a:pt x="118908" y="32554"/>
                  <a:pt x="118544" y="32311"/>
                </a:cubicBezTo>
                <a:cubicBezTo>
                  <a:pt x="118665" y="32129"/>
                  <a:pt x="119152" y="32646"/>
                  <a:pt x="118817" y="32099"/>
                </a:cubicBezTo>
                <a:cubicBezTo>
                  <a:pt x="118635" y="31916"/>
                  <a:pt x="118787" y="32190"/>
                  <a:pt x="118665" y="32220"/>
                </a:cubicBezTo>
                <a:cubicBezTo>
                  <a:pt x="118361" y="31977"/>
                  <a:pt x="117997" y="31612"/>
                  <a:pt x="117814" y="31673"/>
                </a:cubicBezTo>
                <a:cubicBezTo>
                  <a:pt x="117054" y="30670"/>
                  <a:pt x="116386" y="30153"/>
                  <a:pt x="115778" y="29393"/>
                </a:cubicBezTo>
                <a:cubicBezTo>
                  <a:pt x="115291" y="29029"/>
                  <a:pt x="114866" y="28846"/>
                  <a:pt x="114531" y="28877"/>
                </a:cubicBezTo>
                <a:cubicBezTo>
                  <a:pt x="114197" y="28542"/>
                  <a:pt x="113863" y="28238"/>
                  <a:pt x="113468" y="27965"/>
                </a:cubicBezTo>
                <a:lnTo>
                  <a:pt x="113650" y="27752"/>
                </a:lnTo>
                <a:cubicBezTo>
                  <a:pt x="113346" y="27509"/>
                  <a:pt x="113072" y="27387"/>
                  <a:pt x="113012" y="27570"/>
                </a:cubicBezTo>
                <a:close/>
                <a:moveTo>
                  <a:pt x="117480" y="31156"/>
                </a:moveTo>
                <a:cubicBezTo>
                  <a:pt x="117510" y="31065"/>
                  <a:pt x="117449" y="30944"/>
                  <a:pt x="117358" y="30822"/>
                </a:cubicBezTo>
                <a:cubicBezTo>
                  <a:pt x="117115" y="31035"/>
                  <a:pt x="117571" y="31247"/>
                  <a:pt x="117905" y="31612"/>
                </a:cubicBezTo>
                <a:cubicBezTo>
                  <a:pt x="117905" y="31430"/>
                  <a:pt x="118149" y="31339"/>
                  <a:pt x="117997" y="31095"/>
                </a:cubicBezTo>
                <a:cubicBezTo>
                  <a:pt x="117662" y="30944"/>
                  <a:pt x="117905" y="31460"/>
                  <a:pt x="117480" y="31156"/>
                </a:cubicBezTo>
                <a:close/>
                <a:moveTo>
                  <a:pt x="116781" y="30244"/>
                </a:moveTo>
                <a:cubicBezTo>
                  <a:pt x="117115" y="30640"/>
                  <a:pt x="117206" y="30427"/>
                  <a:pt x="117510" y="30670"/>
                </a:cubicBezTo>
                <a:cubicBezTo>
                  <a:pt x="117449" y="30731"/>
                  <a:pt x="117632" y="30944"/>
                  <a:pt x="117723" y="30913"/>
                </a:cubicBezTo>
                <a:cubicBezTo>
                  <a:pt x="117267" y="30518"/>
                  <a:pt x="117723" y="30548"/>
                  <a:pt x="117297" y="30184"/>
                </a:cubicBezTo>
                <a:cubicBezTo>
                  <a:pt x="117267" y="30488"/>
                  <a:pt x="116872" y="30062"/>
                  <a:pt x="116781" y="30244"/>
                </a:cubicBezTo>
                <a:close/>
                <a:moveTo>
                  <a:pt x="116051" y="29393"/>
                </a:moveTo>
                <a:cubicBezTo>
                  <a:pt x="115960" y="29576"/>
                  <a:pt x="116355" y="29940"/>
                  <a:pt x="116568" y="30244"/>
                </a:cubicBezTo>
                <a:cubicBezTo>
                  <a:pt x="116781" y="30184"/>
                  <a:pt x="116507" y="29971"/>
                  <a:pt x="116690" y="29880"/>
                </a:cubicBezTo>
                <a:cubicBezTo>
                  <a:pt x="116446" y="29606"/>
                  <a:pt x="116355" y="29728"/>
                  <a:pt x="116051" y="29393"/>
                </a:cubicBezTo>
                <a:close/>
                <a:moveTo>
                  <a:pt x="110823" y="24925"/>
                </a:moveTo>
                <a:cubicBezTo>
                  <a:pt x="110732" y="24834"/>
                  <a:pt x="110732" y="24773"/>
                  <a:pt x="110793" y="24712"/>
                </a:cubicBezTo>
                <a:cubicBezTo>
                  <a:pt x="110458" y="24530"/>
                  <a:pt x="110063" y="24348"/>
                  <a:pt x="109972" y="24500"/>
                </a:cubicBezTo>
                <a:cubicBezTo>
                  <a:pt x="110215" y="24743"/>
                  <a:pt x="110519" y="24864"/>
                  <a:pt x="110823" y="24925"/>
                </a:cubicBezTo>
                <a:close/>
                <a:moveTo>
                  <a:pt x="114592" y="27904"/>
                </a:moveTo>
                <a:cubicBezTo>
                  <a:pt x="115048" y="28147"/>
                  <a:pt x="115717" y="29029"/>
                  <a:pt x="115595" y="28694"/>
                </a:cubicBezTo>
                <a:cubicBezTo>
                  <a:pt x="115474" y="28512"/>
                  <a:pt x="114379" y="27570"/>
                  <a:pt x="114592" y="27904"/>
                </a:cubicBezTo>
                <a:close/>
                <a:moveTo>
                  <a:pt x="113893" y="27965"/>
                </a:moveTo>
                <a:cubicBezTo>
                  <a:pt x="113711" y="28360"/>
                  <a:pt x="115139" y="28968"/>
                  <a:pt x="115383" y="28907"/>
                </a:cubicBezTo>
                <a:cubicBezTo>
                  <a:pt x="114744" y="28269"/>
                  <a:pt x="114592" y="28664"/>
                  <a:pt x="113893" y="27965"/>
                </a:cubicBezTo>
                <a:close/>
                <a:moveTo>
                  <a:pt x="88665" y="72221"/>
                </a:moveTo>
                <a:cubicBezTo>
                  <a:pt x="89121" y="71947"/>
                  <a:pt x="88665" y="71856"/>
                  <a:pt x="89212" y="71613"/>
                </a:cubicBezTo>
                <a:cubicBezTo>
                  <a:pt x="89273" y="71795"/>
                  <a:pt x="88756" y="72099"/>
                  <a:pt x="89060" y="72282"/>
                </a:cubicBezTo>
                <a:cubicBezTo>
                  <a:pt x="88817" y="72403"/>
                  <a:pt x="88695" y="72373"/>
                  <a:pt x="88665" y="72221"/>
                </a:cubicBezTo>
                <a:close/>
                <a:moveTo>
                  <a:pt x="95625" y="15685"/>
                </a:moveTo>
                <a:cubicBezTo>
                  <a:pt x="95990" y="15624"/>
                  <a:pt x="96142" y="16232"/>
                  <a:pt x="96659" y="16627"/>
                </a:cubicBezTo>
                <a:cubicBezTo>
                  <a:pt x="96841" y="16992"/>
                  <a:pt x="95899" y="15928"/>
                  <a:pt x="95625" y="15685"/>
                </a:cubicBezTo>
                <a:close/>
                <a:moveTo>
                  <a:pt x="118209" y="33193"/>
                </a:moveTo>
                <a:cubicBezTo>
                  <a:pt x="117753" y="32828"/>
                  <a:pt x="118149" y="32858"/>
                  <a:pt x="117814" y="32524"/>
                </a:cubicBezTo>
                <a:cubicBezTo>
                  <a:pt x="118149" y="32554"/>
                  <a:pt x="118240" y="33162"/>
                  <a:pt x="118483" y="33193"/>
                </a:cubicBezTo>
                <a:cubicBezTo>
                  <a:pt x="118756" y="33649"/>
                  <a:pt x="118179" y="32889"/>
                  <a:pt x="118209" y="33193"/>
                </a:cubicBezTo>
                <a:close/>
                <a:moveTo>
                  <a:pt x="117966" y="31977"/>
                </a:moveTo>
                <a:cubicBezTo>
                  <a:pt x="118027" y="31825"/>
                  <a:pt x="118270" y="32129"/>
                  <a:pt x="118361" y="32068"/>
                </a:cubicBezTo>
                <a:cubicBezTo>
                  <a:pt x="118544" y="32403"/>
                  <a:pt x="118787" y="32706"/>
                  <a:pt x="119060" y="32950"/>
                </a:cubicBezTo>
                <a:cubicBezTo>
                  <a:pt x="118665" y="32950"/>
                  <a:pt x="118544" y="32463"/>
                  <a:pt x="117966" y="31977"/>
                </a:cubicBezTo>
                <a:close/>
                <a:moveTo>
                  <a:pt x="114501" y="30609"/>
                </a:moveTo>
                <a:lnTo>
                  <a:pt x="114045" y="30214"/>
                </a:lnTo>
                <a:cubicBezTo>
                  <a:pt x="114136" y="30214"/>
                  <a:pt x="114228" y="30244"/>
                  <a:pt x="114288" y="30153"/>
                </a:cubicBezTo>
                <a:lnTo>
                  <a:pt x="114045" y="29971"/>
                </a:lnTo>
                <a:cubicBezTo>
                  <a:pt x="113893" y="29849"/>
                  <a:pt x="113832" y="29971"/>
                  <a:pt x="113954" y="30062"/>
                </a:cubicBezTo>
                <a:cubicBezTo>
                  <a:pt x="113680" y="30123"/>
                  <a:pt x="113528" y="29667"/>
                  <a:pt x="113407" y="29545"/>
                </a:cubicBezTo>
                <a:cubicBezTo>
                  <a:pt x="113316" y="29636"/>
                  <a:pt x="113468" y="29758"/>
                  <a:pt x="113346" y="29849"/>
                </a:cubicBezTo>
                <a:cubicBezTo>
                  <a:pt x="113194" y="29424"/>
                  <a:pt x="112829" y="29211"/>
                  <a:pt x="112221" y="28816"/>
                </a:cubicBezTo>
                <a:cubicBezTo>
                  <a:pt x="112373" y="28694"/>
                  <a:pt x="112829" y="29211"/>
                  <a:pt x="112890" y="28968"/>
                </a:cubicBezTo>
                <a:cubicBezTo>
                  <a:pt x="113012" y="29059"/>
                  <a:pt x="113103" y="29211"/>
                  <a:pt x="113164" y="29333"/>
                </a:cubicBezTo>
                <a:cubicBezTo>
                  <a:pt x="113255" y="29393"/>
                  <a:pt x="113376" y="29333"/>
                  <a:pt x="113376" y="29333"/>
                </a:cubicBezTo>
                <a:cubicBezTo>
                  <a:pt x="113650" y="29545"/>
                  <a:pt x="113863" y="29788"/>
                  <a:pt x="114440" y="30214"/>
                </a:cubicBezTo>
                <a:cubicBezTo>
                  <a:pt x="114349" y="30305"/>
                  <a:pt x="114714" y="30548"/>
                  <a:pt x="114501" y="30609"/>
                </a:cubicBezTo>
                <a:close/>
                <a:moveTo>
                  <a:pt x="7660" y="92890"/>
                </a:moveTo>
                <a:cubicBezTo>
                  <a:pt x="7873" y="92829"/>
                  <a:pt x="7964" y="93407"/>
                  <a:pt x="7903" y="93619"/>
                </a:cubicBezTo>
                <a:cubicBezTo>
                  <a:pt x="7751" y="93619"/>
                  <a:pt x="7721" y="93255"/>
                  <a:pt x="7660" y="92890"/>
                </a:cubicBezTo>
                <a:close/>
                <a:moveTo>
                  <a:pt x="115717" y="30883"/>
                </a:moveTo>
                <a:cubicBezTo>
                  <a:pt x="115261" y="30427"/>
                  <a:pt x="115079" y="29910"/>
                  <a:pt x="114623" y="30001"/>
                </a:cubicBezTo>
                <a:cubicBezTo>
                  <a:pt x="114167" y="29697"/>
                  <a:pt x="114410" y="29606"/>
                  <a:pt x="114015" y="29302"/>
                </a:cubicBezTo>
                <a:cubicBezTo>
                  <a:pt x="113559" y="28907"/>
                  <a:pt x="113224" y="28998"/>
                  <a:pt x="112981" y="28603"/>
                </a:cubicBezTo>
                <a:cubicBezTo>
                  <a:pt x="113194" y="28573"/>
                  <a:pt x="113620" y="28846"/>
                  <a:pt x="114106" y="29211"/>
                </a:cubicBezTo>
                <a:cubicBezTo>
                  <a:pt x="114744" y="29636"/>
                  <a:pt x="115838" y="30518"/>
                  <a:pt x="115717" y="30883"/>
                </a:cubicBezTo>
                <a:close/>
                <a:moveTo>
                  <a:pt x="115990" y="31035"/>
                </a:moveTo>
                <a:cubicBezTo>
                  <a:pt x="116477" y="30731"/>
                  <a:pt x="116963" y="31947"/>
                  <a:pt x="117601" y="32311"/>
                </a:cubicBezTo>
                <a:cubicBezTo>
                  <a:pt x="117237" y="32372"/>
                  <a:pt x="117480" y="32311"/>
                  <a:pt x="117662" y="32676"/>
                </a:cubicBezTo>
                <a:cubicBezTo>
                  <a:pt x="117024" y="32494"/>
                  <a:pt x="116781" y="31399"/>
                  <a:pt x="116021" y="31035"/>
                </a:cubicBezTo>
                <a:close/>
                <a:moveTo>
                  <a:pt x="115504" y="29728"/>
                </a:moveTo>
                <a:cubicBezTo>
                  <a:pt x="115291" y="29545"/>
                  <a:pt x="115200" y="29576"/>
                  <a:pt x="114987" y="29363"/>
                </a:cubicBezTo>
                <a:cubicBezTo>
                  <a:pt x="114987" y="28968"/>
                  <a:pt x="115504" y="29788"/>
                  <a:pt x="115595" y="29636"/>
                </a:cubicBezTo>
                <a:cubicBezTo>
                  <a:pt x="116142" y="30153"/>
                  <a:pt x="116538" y="30700"/>
                  <a:pt x="117237" y="31369"/>
                </a:cubicBezTo>
                <a:cubicBezTo>
                  <a:pt x="117267" y="31673"/>
                  <a:pt x="115869" y="30001"/>
                  <a:pt x="115504" y="29728"/>
                </a:cubicBezTo>
                <a:close/>
                <a:moveTo>
                  <a:pt x="92525" y="19849"/>
                </a:moveTo>
                <a:cubicBezTo>
                  <a:pt x="93072" y="19971"/>
                  <a:pt x="93467" y="19819"/>
                  <a:pt x="94197" y="20214"/>
                </a:cubicBezTo>
                <a:cubicBezTo>
                  <a:pt x="94318" y="20275"/>
                  <a:pt x="94653" y="20609"/>
                  <a:pt x="94896" y="20761"/>
                </a:cubicBezTo>
                <a:cubicBezTo>
                  <a:pt x="95382" y="20974"/>
                  <a:pt x="95808" y="21278"/>
                  <a:pt x="96172" y="21673"/>
                </a:cubicBezTo>
                <a:cubicBezTo>
                  <a:pt x="96416" y="21825"/>
                  <a:pt x="96689" y="21946"/>
                  <a:pt x="96963" y="22038"/>
                </a:cubicBezTo>
                <a:cubicBezTo>
                  <a:pt x="98878" y="23588"/>
                  <a:pt x="100215" y="24256"/>
                  <a:pt x="101401" y="25229"/>
                </a:cubicBezTo>
                <a:cubicBezTo>
                  <a:pt x="101249" y="25199"/>
                  <a:pt x="101066" y="25168"/>
                  <a:pt x="100914" y="25077"/>
                </a:cubicBezTo>
                <a:cubicBezTo>
                  <a:pt x="100884" y="25320"/>
                  <a:pt x="101249" y="25412"/>
                  <a:pt x="101553" y="25594"/>
                </a:cubicBezTo>
                <a:cubicBezTo>
                  <a:pt x="101522" y="25837"/>
                  <a:pt x="102160" y="26415"/>
                  <a:pt x="102464" y="26536"/>
                </a:cubicBezTo>
                <a:cubicBezTo>
                  <a:pt x="102221" y="26080"/>
                  <a:pt x="101887" y="25685"/>
                  <a:pt x="101492" y="25381"/>
                </a:cubicBezTo>
                <a:cubicBezTo>
                  <a:pt x="102130" y="25594"/>
                  <a:pt x="102464" y="26080"/>
                  <a:pt x="103163" y="26384"/>
                </a:cubicBezTo>
                <a:cubicBezTo>
                  <a:pt x="102768" y="26415"/>
                  <a:pt x="103407" y="26810"/>
                  <a:pt x="102738" y="26445"/>
                </a:cubicBezTo>
                <a:cubicBezTo>
                  <a:pt x="102920" y="26688"/>
                  <a:pt x="103194" y="26870"/>
                  <a:pt x="103498" y="26992"/>
                </a:cubicBezTo>
                <a:cubicBezTo>
                  <a:pt x="103589" y="26810"/>
                  <a:pt x="103072" y="26506"/>
                  <a:pt x="103376" y="26354"/>
                </a:cubicBezTo>
                <a:lnTo>
                  <a:pt x="104015" y="26779"/>
                </a:lnTo>
                <a:cubicBezTo>
                  <a:pt x="103103" y="26293"/>
                  <a:pt x="103923" y="27266"/>
                  <a:pt x="104410" y="27357"/>
                </a:cubicBezTo>
                <a:cubicBezTo>
                  <a:pt x="104471" y="27266"/>
                  <a:pt x="104136" y="27144"/>
                  <a:pt x="104045" y="27022"/>
                </a:cubicBezTo>
                <a:cubicBezTo>
                  <a:pt x="103802" y="26719"/>
                  <a:pt x="104805" y="27478"/>
                  <a:pt x="105200" y="27600"/>
                </a:cubicBezTo>
                <a:cubicBezTo>
                  <a:pt x="105230" y="27722"/>
                  <a:pt x="105443" y="27843"/>
                  <a:pt x="105322" y="27934"/>
                </a:cubicBezTo>
                <a:cubicBezTo>
                  <a:pt x="105808" y="28056"/>
                  <a:pt x="106264" y="28664"/>
                  <a:pt x="106629" y="29029"/>
                </a:cubicBezTo>
                <a:cubicBezTo>
                  <a:pt x="105929" y="28694"/>
                  <a:pt x="105109" y="28208"/>
                  <a:pt x="104774" y="28481"/>
                </a:cubicBezTo>
                <a:cubicBezTo>
                  <a:pt x="104622" y="28360"/>
                  <a:pt x="104774" y="28299"/>
                  <a:pt x="104592" y="28208"/>
                </a:cubicBezTo>
                <a:cubicBezTo>
                  <a:pt x="104167" y="27965"/>
                  <a:pt x="104622" y="28390"/>
                  <a:pt x="104440" y="28421"/>
                </a:cubicBezTo>
                <a:cubicBezTo>
                  <a:pt x="103954" y="28056"/>
                  <a:pt x="103741" y="28086"/>
                  <a:pt x="103346" y="27813"/>
                </a:cubicBezTo>
                <a:cubicBezTo>
                  <a:pt x="103346" y="27539"/>
                  <a:pt x="103711" y="27874"/>
                  <a:pt x="103954" y="28026"/>
                </a:cubicBezTo>
                <a:cubicBezTo>
                  <a:pt x="104258" y="27843"/>
                  <a:pt x="103103" y="27296"/>
                  <a:pt x="102890" y="27357"/>
                </a:cubicBezTo>
                <a:cubicBezTo>
                  <a:pt x="102434" y="27083"/>
                  <a:pt x="102708" y="26962"/>
                  <a:pt x="102160" y="26719"/>
                </a:cubicBezTo>
                <a:lnTo>
                  <a:pt x="101644" y="26627"/>
                </a:lnTo>
                <a:cubicBezTo>
                  <a:pt x="101553" y="26749"/>
                  <a:pt x="102069" y="26901"/>
                  <a:pt x="102039" y="26870"/>
                </a:cubicBezTo>
                <a:cubicBezTo>
                  <a:pt x="102221" y="27022"/>
                  <a:pt x="102191" y="27114"/>
                  <a:pt x="102373" y="27266"/>
                </a:cubicBezTo>
                <a:cubicBezTo>
                  <a:pt x="102738" y="27448"/>
                  <a:pt x="103103" y="27661"/>
                  <a:pt x="103437" y="27934"/>
                </a:cubicBezTo>
                <a:cubicBezTo>
                  <a:pt x="102221" y="27266"/>
                  <a:pt x="100945" y="26506"/>
                  <a:pt x="99668" y="25715"/>
                </a:cubicBezTo>
                <a:cubicBezTo>
                  <a:pt x="100002" y="25594"/>
                  <a:pt x="100094" y="25412"/>
                  <a:pt x="100094" y="25168"/>
                </a:cubicBezTo>
                <a:cubicBezTo>
                  <a:pt x="99698" y="24834"/>
                  <a:pt x="99607" y="24986"/>
                  <a:pt x="99212" y="24652"/>
                </a:cubicBezTo>
                <a:cubicBezTo>
                  <a:pt x="98817" y="24439"/>
                  <a:pt x="99516" y="25016"/>
                  <a:pt x="99151" y="25016"/>
                </a:cubicBezTo>
                <a:lnTo>
                  <a:pt x="98452" y="24530"/>
                </a:lnTo>
                <a:cubicBezTo>
                  <a:pt x="98331" y="24834"/>
                  <a:pt x="98756" y="25047"/>
                  <a:pt x="99303" y="25381"/>
                </a:cubicBezTo>
                <a:cubicBezTo>
                  <a:pt x="98817" y="25381"/>
                  <a:pt x="97783" y="24530"/>
                  <a:pt x="97054" y="24104"/>
                </a:cubicBezTo>
                <a:cubicBezTo>
                  <a:pt x="97176" y="24104"/>
                  <a:pt x="97267" y="24104"/>
                  <a:pt x="97328" y="24044"/>
                </a:cubicBezTo>
                <a:cubicBezTo>
                  <a:pt x="97084" y="23892"/>
                  <a:pt x="96841" y="23770"/>
                  <a:pt x="96568" y="23649"/>
                </a:cubicBezTo>
                <a:cubicBezTo>
                  <a:pt x="96598" y="23770"/>
                  <a:pt x="96659" y="23892"/>
                  <a:pt x="96750" y="23953"/>
                </a:cubicBezTo>
                <a:cubicBezTo>
                  <a:pt x="96051" y="23679"/>
                  <a:pt x="94987" y="22828"/>
                  <a:pt x="94106" y="22159"/>
                </a:cubicBezTo>
                <a:cubicBezTo>
                  <a:pt x="94318" y="22220"/>
                  <a:pt x="94349" y="22159"/>
                  <a:pt x="94106" y="21886"/>
                </a:cubicBezTo>
                <a:cubicBezTo>
                  <a:pt x="93832" y="21612"/>
                  <a:pt x="93376" y="21582"/>
                  <a:pt x="93650" y="21855"/>
                </a:cubicBezTo>
                <a:cubicBezTo>
                  <a:pt x="93528" y="21946"/>
                  <a:pt x="93042" y="21338"/>
                  <a:pt x="92768" y="21156"/>
                </a:cubicBezTo>
                <a:cubicBezTo>
                  <a:pt x="92555" y="20670"/>
                  <a:pt x="92768" y="20335"/>
                  <a:pt x="92525" y="19849"/>
                </a:cubicBezTo>
                <a:close/>
                <a:moveTo>
                  <a:pt x="102556" y="26658"/>
                </a:moveTo>
                <a:cubicBezTo>
                  <a:pt x="102434" y="26840"/>
                  <a:pt x="103407" y="27539"/>
                  <a:pt x="103589" y="27418"/>
                </a:cubicBezTo>
                <a:cubicBezTo>
                  <a:pt x="103285" y="27083"/>
                  <a:pt x="103042" y="27083"/>
                  <a:pt x="102556" y="26658"/>
                </a:cubicBezTo>
                <a:close/>
                <a:moveTo>
                  <a:pt x="100094" y="25108"/>
                </a:moveTo>
                <a:cubicBezTo>
                  <a:pt x="100397" y="25533"/>
                  <a:pt x="100549" y="25624"/>
                  <a:pt x="100185" y="25807"/>
                </a:cubicBezTo>
                <a:cubicBezTo>
                  <a:pt x="100823" y="26354"/>
                  <a:pt x="100610" y="25624"/>
                  <a:pt x="100823" y="25746"/>
                </a:cubicBezTo>
                <a:cubicBezTo>
                  <a:pt x="100945" y="26050"/>
                  <a:pt x="101978" y="26749"/>
                  <a:pt x="102130" y="26445"/>
                </a:cubicBezTo>
                <a:cubicBezTo>
                  <a:pt x="101735" y="26111"/>
                  <a:pt x="101735" y="26323"/>
                  <a:pt x="101492" y="26202"/>
                </a:cubicBezTo>
                <a:cubicBezTo>
                  <a:pt x="101005" y="25776"/>
                  <a:pt x="100701" y="25168"/>
                  <a:pt x="100094" y="25108"/>
                </a:cubicBezTo>
                <a:close/>
                <a:moveTo>
                  <a:pt x="96963" y="23345"/>
                </a:moveTo>
                <a:cubicBezTo>
                  <a:pt x="97267" y="23649"/>
                  <a:pt x="97601" y="23892"/>
                  <a:pt x="97966" y="24013"/>
                </a:cubicBezTo>
                <a:cubicBezTo>
                  <a:pt x="98179" y="24135"/>
                  <a:pt x="98817" y="24712"/>
                  <a:pt x="98726" y="24408"/>
                </a:cubicBezTo>
                <a:cubicBezTo>
                  <a:pt x="98787" y="24256"/>
                  <a:pt x="98148" y="23953"/>
                  <a:pt x="98148" y="23801"/>
                </a:cubicBezTo>
                <a:cubicBezTo>
                  <a:pt x="97783" y="23922"/>
                  <a:pt x="97419" y="23466"/>
                  <a:pt x="96963" y="23345"/>
                </a:cubicBezTo>
                <a:close/>
                <a:moveTo>
                  <a:pt x="97510" y="23253"/>
                </a:moveTo>
                <a:cubicBezTo>
                  <a:pt x="97662" y="23132"/>
                  <a:pt x="97328" y="22889"/>
                  <a:pt x="97115" y="22676"/>
                </a:cubicBezTo>
                <a:cubicBezTo>
                  <a:pt x="96811" y="22737"/>
                  <a:pt x="97145" y="23010"/>
                  <a:pt x="97510" y="23253"/>
                </a:cubicBezTo>
                <a:close/>
                <a:moveTo>
                  <a:pt x="96203" y="22949"/>
                </a:moveTo>
                <a:cubicBezTo>
                  <a:pt x="96385" y="23101"/>
                  <a:pt x="96628" y="23223"/>
                  <a:pt x="96872" y="23193"/>
                </a:cubicBezTo>
                <a:cubicBezTo>
                  <a:pt x="96750" y="23010"/>
                  <a:pt x="96568" y="22858"/>
                  <a:pt x="96385" y="22737"/>
                </a:cubicBezTo>
                <a:close/>
                <a:moveTo>
                  <a:pt x="95656" y="22767"/>
                </a:moveTo>
                <a:cubicBezTo>
                  <a:pt x="95808" y="22828"/>
                  <a:pt x="96324" y="22706"/>
                  <a:pt x="95808" y="22342"/>
                </a:cubicBezTo>
                <a:cubicBezTo>
                  <a:pt x="95595" y="22159"/>
                  <a:pt x="95169" y="22494"/>
                  <a:pt x="95656" y="22767"/>
                </a:cubicBezTo>
                <a:close/>
                <a:moveTo>
                  <a:pt x="93589" y="21338"/>
                </a:moveTo>
                <a:cubicBezTo>
                  <a:pt x="93437" y="21217"/>
                  <a:pt x="93437" y="21308"/>
                  <a:pt x="93680" y="21521"/>
                </a:cubicBezTo>
                <a:cubicBezTo>
                  <a:pt x="93862" y="21369"/>
                  <a:pt x="93741" y="21126"/>
                  <a:pt x="93376" y="20761"/>
                </a:cubicBezTo>
                <a:cubicBezTo>
                  <a:pt x="93103" y="20822"/>
                  <a:pt x="93741" y="21247"/>
                  <a:pt x="93589" y="21338"/>
                </a:cubicBezTo>
                <a:close/>
                <a:moveTo>
                  <a:pt x="98695" y="66081"/>
                </a:moveTo>
                <a:cubicBezTo>
                  <a:pt x="98300" y="66233"/>
                  <a:pt x="97662" y="66750"/>
                  <a:pt x="97510" y="66567"/>
                </a:cubicBezTo>
                <a:cubicBezTo>
                  <a:pt x="98087" y="66172"/>
                  <a:pt x="98331" y="66202"/>
                  <a:pt x="98878" y="65807"/>
                </a:cubicBezTo>
                <a:cubicBezTo>
                  <a:pt x="98908" y="65899"/>
                  <a:pt x="98635" y="66020"/>
                  <a:pt x="98695" y="66081"/>
                </a:cubicBezTo>
                <a:close/>
                <a:moveTo>
                  <a:pt x="98148" y="66081"/>
                </a:moveTo>
                <a:cubicBezTo>
                  <a:pt x="97631" y="66233"/>
                  <a:pt x="98604" y="65473"/>
                  <a:pt x="98878" y="65503"/>
                </a:cubicBezTo>
                <a:cubicBezTo>
                  <a:pt x="98817" y="65716"/>
                  <a:pt x="98179" y="65777"/>
                  <a:pt x="98148" y="66081"/>
                </a:cubicBezTo>
                <a:close/>
                <a:moveTo>
                  <a:pt x="102495" y="63315"/>
                </a:moveTo>
                <a:cubicBezTo>
                  <a:pt x="102495" y="63467"/>
                  <a:pt x="101583" y="64440"/>
                  <a:pt x="100975" y="64409"/>
                </a:cubicBezTo>
                <a:cubicBezTo>
                  <a:pt x="100732" y="64622"/>
                  <a:pt x="100489" y="64804"/>
                  <a:pt x="100245" y="65017"/>
                </a:cubicBezTo>
                <a:cubicBezTo>
                  <a:pt x="100185" y="64956"/>
                  <a:pt x="100245" y="64926"/>
                  <a:pt x="100337" y="64865"/>
                </a:cubicBezTo>
                <a:cubicBezTo>
                  <a:pt x="100337" y="64804"/>
                  <a:pt x="100245" y="64835"/>
                  <a:pt x="100185" y="64865"/>
                </a:cubicBezTo>
                <a:cubicBezTo>
                  <a:pt x="100428" y="64348"/>
                  <a:pt x="102069" y="64075"/>
                  <a:pt x="101796" y="63619"/>
                </a:cubicBezTo>
                <a:cubicBezTo>
                  <a:pt x="102130" y="63376"/>
                  <a:pt x="102191" y="63528"/>
                  <a:pt x="102495" y="63315"/>
                </a:cubicBezTo>
                <a:close/>
                <a:moveTo>
                  <a:pt x="97145" y="66871"/>
                </a:moveTo>
                <a:cubicBezTo>
                  <a:pt x="96476" y="67206"/>
                  <a:pt x="96568" y="67449"/>
                  <a:pt x="95869" y="67783"/>
                </a:cubicBezTo>
                <a:cubicBezTo>
                  <a:pt x="95747" y="67540"/>
                  <a:pt x="96628" y="67145"/>
                  <a:pt x="96780" y="66841"/>
                </a:cubicBezTo>
                <a:cubicBezTo>
                  <a:pt x="97024" y="66750"/>
                  <a:pt x="97723" y="66598"/>
                  <a:pt x="97388" y="66962"/>
                </a:cubicBezTo>
                <a:cubicBezTo>
                  <a:pt x="97510" y="67145"/>
                  <a:pt x="97814" y="66446"/>
                  <a:pt x="97905" y="66628"/>
                </a:cubicBezTo>
                <a:cubicBezTo>
                  <a:pt x="98027" y="66902"/>
                  <a:pt x="97419" y="67175"/>
                  <a:pt x="97054" y="67327"/>
                </a:cubicBezTo>
                <a:cubicBezTo>
                  <a:pt x="96841" y="67206"/>
                  <a:pt x="97145" y="67023"/>
                  <a:pt x="97145" y="66871"/>
                </a:cubicBezTo>
                <a:close/>
                <a:moveTo>
                  <a:pt x="100945" y="65047"/>
                </a:moveTo>
                <a:cubicBezTo>
                  <a:pt x="100063" y="65503"/>
                  <a:pt x="99729" y="65807"/>
                  <a:pt x="98787" y="66263"/>
                </a:cubicBezTo>
                <a:cubicBezTo>
                  <a:pt x="98726" y="65929"/>
                  <a:pt x="99212" y="65503"/>
                  <a:pt x="99911" y="65108"/>
                </a:cubicBezTo>
                <a:cubicBezTo>
                  <a:pt x="100276" y="65199"/>
                  <a:pt x="99364" y="65473"/>
                  <a:pt x="99486" y="65595"/>
                </a:cubicBezTo>
                <a:cubicBezTo>
                  <a:pt x="100033" y="65564"/>
                  <a:pt x="100580" y="64865"/>
                  <a:pt x="100975" y="65047"/>
                </a:cubicBezTo>
                <a:close/>
                <a:moveTo>
                  <a:pt x="121948" y="43649"/>
                </a:moveTo>
                <a:cubicBezTo>
                  <a:pt x="121826" y="43710"/>
                  <a:pt x="121735" y="43436"/>
                  <a:pt x="121735" y="43649"/>
                </a:cubicBezTo>
                <a:cubicBezTo>
                  <a:pt x="121522" y="43467"/>
                  <a:pt x="121735" y="43041"/>
                  <a:pt x="121887" y="43071"/>
                </a:cubicBezTo>
                <a:close/>
                <a:moveTo>
                  <a:pt x="95017" y="68482"/>
                </a:moveTo>
                <a:cubicBezTo>
                  <a:pt x="95352" y="68209"/>
                  <a:pt x="95717" y="68178"/>
                  <a:pt x="96355" y="67661"/>
                </a:cubicBezTo>
                <a:cubicBezTo>
                  <a:pt x="96385" y="67844"/>
                  <a:pt x="95747" y="68087"/>
                  <a:pt x="95960" y="68239"/>
                </a:cubicBezTo>
                <a:cubicBezTo>
                  <a:pt x="95595" y="68361"/>
                  <a:pt x="95109" y="68725"/>
                  <a:pt x="95017" y="68482"/>
                </a:cubicBezTo>
                <a:close/>
                <a:moveTo>
                  <a:pt x="89425" y="70975"/>
                </a:moveTo>
                <a:cubicBezTo>
                  <a:pt x="89455" y="70792"/>
                  <a:pt x="90701" y="69941"/>
                  <a:pt x="91157" y="69911"/>
                </a:cubicBezTo>
                <a:cubicBezTo>
                  <a:pt x="91431" y="70063"/>
                  <a:pt x="90944" y="70063"/>
                  <a:pt x="90762" y="70154"/>
                </a:cubicBezTo>
                <a:cubicBezTo>
                  <a:pt x="90337" y="70458"/>
                  <a:pt x="89881" y="70731"/>
                  <a:pt x="89425" y="70975"/>
                </a:cubicBezTo>
                <a:close/>
                <a:moveTo>
                  <a:pt x="102404" y="64105"/>
                </a:moveTo>
                <a:cubicBezTo>
                  <a:pt x="103255" y="63558"/>
                  <a:pt x="102282" y="63649"/>
                  <a:pt x="103133" y="63163"/>
                </a:cubicBezTo>
                <a:cubicBezTo>
                  <a:pt x="103163" y="63376"/>
                  <a:pt x="102829" y="63619"/>
                  <a:pt x="102951" y="63832"/>
                </a:cubicBezTo>
                <a:cubicBezTo>
                  <a:pt x="102404" y="64166"/>
                  <a:pt x="101887" y="64713"/>
                  <a:pt x="101553" y="64500"/>
                </a:cubicBezTo>
                <a:cubicBezTo>
                  <a:pt x="101978" y="64318"/>
                  <a:pt x="102586" y="63649"/>
                  <a:pt x="102404" y="64105"/>
                </a:cubicBezTo>
                <a:close/>
                <a:moveTo>
                  <a:pt x="91765" y="69394"/>
                </a:moveTo>
                <a:cubicBezTo>
                  <a:pt x="92008" y="69060"/>
                  <a:pt x="92951" y="68634"/>
                  <a:pt x="93467" y="68269"/>
                </a:cubicBezTo>
                <a:cubicBezTo>
                  <a:pt x="92951" y="68725"/>
                  <a:pt x="92403" y="69120"/>
                  <a:pt x="91765" y="69394"/>
                </a:cubicBezTo>
                <a:close/>
                <a:moveTo>
                  <a:pt x="93528" y="69029"/>
                </a:moveTo>
                <a:cubicBezTo>
                  <a:pt x="93954" y="68938"/>
                  <a:pt x="93923" y="68756"/>
                  <a:pt x="94379" y="68604"/>
                </a:cubicBezTo>
                <a:cubicBezTo>
                  <a:pt x="94410" y="68756"/>
                  <a:pt x="93893" y="68968"/>
                  <a:pt x="93923" y="69120"/>
                </a:cubicBezTo>
                <a:cubicBezTo>
                  <a:pt x="93802" y="69181"/>
                  <a:pt x="93650" y="69151"/>
                  <a:pt x="93528" y="69029"/>
                </a:cubicBezTo>
                <a:close/>
                <a:moveTo>
                  <a:pt x="90154" y="71309"/>
                </a:moveTo>
                <a:cubicBezTo>
                  <a:pt x="90093" y="71127"/>
                  <a:pt x="89850" y="71248"/>
                  <a:pt x="89516" y="71461"/>
                </a:cubicBezTo>
                <a:cubicBezTo>
                  <a:pt x="89668" y="71005"/>
                  <a:pt x="90610" y="70853"/>
                  <a:pt x="91066" y="70367"/>
                </a:cubicBezTo>
                <a:cubicBezTo>
                  <a:pt x="91248" y="70367"/>
                  <a:pt x="91309" y="70519"/>
                  <a:pt x="91613" y="70367"/>
                </a:cubicBezTo>
                <a:cubicBezTo>
                  <a:pt x="91978" y="70063"/>
                  <a:pt x="91400" y="70306"/>
                  <a:pt x="91461" y="70124"/>
                </a:cubicBezTo>
                <a:cubicBezTo>
                  <a:pt x="91674" y="70063"/>
                  <a:pt x="91856" y="69972"/>
                  <a:pt x="92039" y="69850"/>
                </a:cubicBezTo>
                <a:cubicBezTo>
                  <a:pt x="92221" y="69880"/>
                  <a:pt x="91735" y="70306"/>
                  <a:pt x="92160" y="70093"/>
                </a:cubicBezTo>
                <a:cubicBezTo>
                  <a:pt x="92160" y="70215"/>
                  <a:pt x="91613" y="70701"/>
                  <a:pt x="91400" y="70640"/>
                </a:cubicBezTo>
                <a:cubicBezTo>
                  <a:pt x="91127" y="70792"/>
                  <a:pt x="91340" y="70914"/>
                  <a:pt x="90944" y="71096"/>
                </a:cubicBezTo>
                <a:cubicBezTo>
                  <a:pt x="90792" y="71005"/>
                  <a:pt x="91066" y="70853"/>
                  <a:pt x="91279" y="70701"/>
                </a:cubicBezTo>
                <a:cubicBezTo>
                  <a:pt x="91279" y="70579"/>
                  <a:pt x="91096" y="70701"/>
                  <a:pt x="91036" y="70610"/>
                </a:cubicBezTo>
                <a:cubicBezTo>
                  <a:pt x="90580" y="71005"/>
                  <a:pt x="90580" y="71370"/>
                  <a:pt x="89881" y="71795"/>
                </a:cubicBezTo>
                <a:cubicBezTo>
                  <a:pt x="90063" y="71309"/>
                  <a:pt x="89637" y="71795"/>
                  <a:pt x="89333" y="72069"/>
                </a:cubicBezTo>
                <a:cubicBezTo>
                  <a:pt x="89242" y="71978"/>
                  <a:pt x="89425" y="71856"/>
                  <a:pt x="89333" y="71765"/>
                </a:cubicBezTo>
                <a:cubicBezTo>
                  <a:pt x="89698" y="71491"/>
                  <a:pt x="89789" y="71643"/>
                  <a:pt x="90185" y="71339"/>
                </a:cubicBezTo>
                <a:close/>
                <a:moveTo>
                  <a:pt x="94744" y="67358"/>
                </a:moveTo>
                <a:cubicBezTo>
                  <a:pt x="95109" y="67297"/>
                  <a:pt x="95565" y="66871"/>
                  <a:pt x="96081" y="66537"/>
                </a:cubicBezTo>
                <a:cubicBezTo>
                  <a:pt x="96294" y="66415"/>
                  <a:pt x="96385" y="66446"/>
                  <a:pt x="96628" y="66294"/>
                </a:cubicBezTo>
                <a:cubicBezTo>
                  <a:pt x="96902" y="66142"/>
                  <a:pt x="96872" y="66050"/>
                  <a:pt x="97145" y="65899"/>
                </a:cubicBezTo>
                <a:cubicBezTo>
                  <a:pt x="98179" y="65291"/>
                  <a:pt x="99577" y="64470"/>
                  <a:pt x="100884" y="63619"/>
                </a:cubicBezTo>
                <a:cubicBezTo>
                  <a:pt x="101036" y="63984"/>
                  <a:pt x="100063" y="64288"/>
                  <a:pt x="99729" y="64470"/>
                </a:cubicBezTo>
                <a:cubicBezTo>
                  <a:pt x="99364" y="64713"/>
                  <a:pt x="99212" y="65017"/>
                  <a:pt x="98847" y="65108"/>
                </a:cubicBezTo>
                <a:cubicBezTo>
                  <a:pt x="98665" y="65199"/>
                  <a:pt x="98756" y="65291"/>
                  <a:pt x="98908" y="65230"/>
                </a:cubicBezTo>
                <a:cubicBezTo>
                  <a:pt x="98847" y="65443"/>
                  <a:pt x="98300" y="65534"/>
                  <a:pt x="98270" y="65351"/>
                </a:cubicBezTo>
                <a:cubicBezTo>
                  <a:pt x="97176" y="66111"/>
                  <a:pt x="96294" y="66537"/>
                  <a:pt x="95534" y="67175"/>
                </a:cubicBezTo>
                <a:cubicBezTo>
                  <a:pt x="95261" y="67266"/>
                  <a:pt x="94896" y="67479"/>
                  <a:pt x="94744" y="67358"/>
                </a:cubicBezTo>
                <a:close/>
                <a:moveTo>
                  <a:pt x="121614" y="42433"/>
                </a:moveTo>
                <a:cubicBezTo>
                  <a:pt x="121492" y="42798"/>
                  <a:pt x="121188" y="41673"/>
                  <a:pt x="121188" y="41369"/>
                </a:cubicBezTo>
                <a:cubicBezTo>
                  <a:pt x="121279" y="41369"/>
                  <a:pt x="121371" y="41643"/>
                  <a:pt x="121431" y="41886"/>
                </a:cubicBezTo>
                <a:cubicBezTo>
                  <a:pt x="121492" y="42160"/>
                  <a:pt x="121492" y="42403"/>
                  <a:pt x="121614" y="42403"/>
                </a:cubicBezTo>
                <a:close/>
                <a:moveTo>
                  <a:pt x="122799" y="40275"/>
                </a:moveTo>
                <a:cubicBezTo>
                  <a:pt x="122830" y="40609"/>
                  <a:pt x="122860" y="40913"/>
                  <a:pt x="122951" y="41217"/>
                </a:cubicBezTo>
                <a:cubicBezTo>
                  <a:pt x="122708" y="41369"/>
                  <a:pt x="122708" y="40184"/>
                  <a:pt x="122738" y="40305"/>
                </a:cubicBezTo>
                <a:cubicBezTo>
                  <a:pt x="122738" y="40184"/>
                  <a:pt x="122434" y="39606"/>
                  <a:pt x="122252" y="39150"/>
                </a:cubicBezTo>
                <a:cubicBezTo>
                  <a:pt x="122130" y="38755"/>
                  <a:pt x="121948" y="38360"/>
                  <a:pt x="121735" y="37995"/>
                </a:cubicBezTo>
                <a:cubicBezTo>
                  <a:pt x="121826" y="37935"/>
                  <a:pt x="121766" y="37691"/>
                  <a:pt x="121583" y="37387"/>
                </a:cubicBezTo>
                <a:cubicBezTo>
                  <a:pt x="121948" y="37752"/>
                  <a:pt x="122039" y="38421"/>
                  <a:pt x="122313" y="39120"/>
                </a:cubicBezTo>
                <a:cubicBezTo>
                  <a:pt x="122495" y="39485"/>
                  <a:pt x="122678" y="39880"/>
                  <a:pt x="122830" y="40275"/>
                </a:cubicBezTo>
                <a:close/>
                <a:moveTo>
                  <a:pt x="121918" y="41886"/>
                </a:moveTo>
                <a:cubicBezTo>
                  <a:pt x="122130" y="41734"/>
                  <a:pt x="122130" y="42372"/>
                  <a:pt x="122313" y="42129"/>
                </a:cubicBezTo>
                <a:cubicBezTo>
                  <a:pt x="122374" y="42372"/>
                  <a:pt x="122343" y="42494"/>
                  <a:pt x="122282" y="42585"/>
                </a:cubicBezTo>
                <a:cubicBezTo>
                  <a:pt x="122161" y="42342"/>
                  <a:pt x="121978" y="42463"/>
                  <a:pt x="121918" y="41886"/>
                </a:cubicBezTo>
                <a:close/>
                <a:moveTo>
                  <a:pt x="122282" y="42585"/>
                </a:moveTo>
                <a:cubicBezTo>
                  <a:pt x="122374" y="43011"/>
                  <a:pt x="122708" y="42342"/>
                  <a:pt x="122708" y="42950"/>
                </a:cubicBezTo>
                <a:cubicBezTo>
                  <a:pt x="122586" y="43163"/>
                  <a:pt x="122343" y="42585"/>
                  <a:pt x="122374" y="43011"/>
                </a:cubicBezTo>
                <a:cubicBezTo>
                  <a:pt x="122222" y="43011"/>
                  <a:pt x="122130" y="42646"/>
                  <a:pt x="122282" y="42585"/>
                </a:cubicBezTo>
                <a:close/>
                <a:moveTo>
                  <a:pt x="123255" y="41795"/>
                </a:moveTo>
                <a:cubicBezTo>
                  <a:pt x="123133" y="41308"/>
                  <a:pt x="123316" y="41126"/>
                  <a:pt x="123073" y="40852"/>
                </a:cubicBezTo>
                <a:cubicBezTo>
                  <a:pt x="123042" y="40579"/>
                  <a:pt x="123194" y="40883"/>
                  <a:pt x="123346" y="41217"/>
                </a:cubicBezTo>
                <a:cubicBezTo>
                  <a:pt x="123468" y="41521"/>
                  <a:pt x="123468" y="41916"/>
                  <a:pt x="123255" y="41795"/>
                </a:cubicBezTo>
                <a:close/>
                <a:moveTo>
                  <a:pt x="108361" y="58452"/>
                </a:moveTo>
                <a:cubicBezTo>
                  <a:pt x="108908" y="58117"/>
                  <a:pt x="108939" y="58239"/>
                  <a:pt x="109303" y="57904"/>
                </a:cubicBezTo>
                <a:cubicBezTo>
                  <a:pt x="109516" y="58239"/>
                  <a:pt x="108452" y="58330"/>
                  <a:pt x="108787" y="58604"/>
                </a:cubicBezTo>
                <a:cubicBezTo>
                  <a:pt x="108392" y="58938"/>
                  <a:pt x="108483" y="58543"/>
                  <a:pt x="108361" y="58452"/>
                </a:cubicBezTo>
                <a:close/>
                <a:moveTo>
                  <a:pt x="119577" y="48634"/>
                </a:moveTo>
                <a:cubicBezTo>
                  <a:pt x="119577" y="48299"/>
                  <a:pt x="119668" y="47965"/>
                  <a:pt x="119851" y="47661"/>
                </a:cubicBezTo>
                <a:cubicBezTo>
                  <a:pt x="119972" y="47327"/>
                  <a:pt x="120063" y="46992"/>
                  <a:pt x="120124" y="46658"/>
                </a:cubicBezTo>
                <a:cubicBezTo>
                  <a:pt x="120185" y="46141"/>
                  <a:pt x="119972" y="45807"/>
                  <a:pt x="120124" y="45503"/>
                </a:cubicBezTo>
                <a:cubicBezTo>
                  <a:pt x="120337" y="45473"/>
                  <a:pt x="120185" y="45929"/>
                  <a:pt x="120185" y="46202"/>
                </a:cubicBezTo>
                <a:cubicBezTo>
                  <a:pt x="120215" y="46385"/>
                  <a:pt x="120246" y="46597"/>
                  <a:pt x="120246" y="46810"/>
                </a:cubicBezTo>
                <a:cubicBezTo>
                  <a:pt x="120215" y="46962"/>
                  <a:pt x="120155" y="46962"/>
                  <a:pt x="120124" y="47023"/>
                </a:cubicBezTo>
                <a:cubicBezTo>
                  <a:pt x="120094" y="47144"/>
                  <a:pt x="120185" y="47509"/>
                  <a:pt x="119942" y="47570"/>
                </a:cubicBezTo>
                <a:cubicBezTo>
                  <a:pt x="119942" y="47965"/>
                  <a:pt x="119790" y="48330"/>
                  <a:pt x="119577" y="48634"/>
                </a:cubicBezTo>
                <a:close/>
                <a:moveTo>
                  <a:pt x="122161" y="39667"/>
                </a:moveTo>
                <a:cubicBezTo>
                  <a:pt x="122343" y="39849"/>
                  <a:pt x="122465" y="40093"/>
                  <a:pt x="122526" y="40336"/>
                </a:cubicBezTo>
                <a:cubicBezTo>
                  <a:pt x="122374" y="40518"/>
                  <a:pt x="122161" y="39910"/>
                  <a:pt x="122161" y="39667"/>
                </a:cubicBezTo>
                <a:close/>
                <a:moveTo>
                  <a:pt x="120671" y="38634"/>
                </a:moveTo>
                <a:cubicBezTo>
                  <a:pt x="120611" y="38330"/>
                  <a:pt x="120550" y="38026"/>
                  <a:pt x="120459" y="37752"/>
                </a:cubicBezTo>
                <a:cubicBezTo>
                  <a:pt x="121158" y="37904"/>
                  <a:pt x="121492" y="39302"/>
                  <a:pt x="121857" y="40245"/>
                </a:cubicBezTo>
                <a:cubicBezTo>
                  <a:pt x="121948" y="40397"/>
                  <a:pt x="122039" y="40336"/>
                  <a:pt x="122100" y="40336"/>
                </a:cubicBezTo>
                <a:cubicBezTo>
                  <a:pt x="121978" y="40792"/>
                  <a:pt x="122374" y="41096"/>
                  <a:pt x="122586" y="41612"/>
                </a:cubicBezTo>
                <a:cubicBezTo>
                  <a:pt x="122708" y="42099"/>
                  <a:pt x="122465" y="42038"/>
                  <a:pt x="122526" y="42403"/>
                </a:cubicBezTo>
                <a:cubicBezTo>
                  <a:pt x="122252" y="41947"/>
                  <a:pt x="122374" y="41339"/>
                  <a:pt x="122039" y="40822"/>
                </a:cubicBezTo>
                <a:cubicBezTo>
                  <a:pt x="121857" y="40609"/>
                  <a:pt x="121674" y="40670"/>
                  <a:pt x="121492" y="40214"/>
                </a:cubicBezTo>
                <a:cubicBezTo>
                  <a:pt x="121583" y="40153"/>
                  <a:pt x="121644" y="40305"/>
                  <a:pt x="121735" y="40275"/>
                </a:cubicBezTo>
                <a:cubicBezTo>
                  <a:pt x="121553" y="39880"/>
                  <a:pt x="121401" y="39485"/>
                  <a:pt x="121249" y="39059"/>
                </a:cubicBezTo>
                <a:cubicBezTo>
                  <a:pt x="121097" y="38725"/>
                  <a:pt x="120915" y="38512"/>
                  <a:pt x="120671" y="38634"/>
                </a:cubicBezTo>
                <a:close/>
                <a:moveTo>
                  <a:pt x="120155" y="41491"/>
                </a:moveTo>
                <a:cubicBezTo>
                  <a:pt x="119820" y="41460"/>
                  <a:pt x="119699" y="40974"/>
                  <a:pt x="119547" y="40427"/>
                </a:cubicBezTo>
                <a:cubicBezTo>
                  <a:pt x="119395" y="40336"/>
                  <a:pt x="118878" y="39485"/>
                  <a:pt x="119182" y="39424"/>
                </a:cubicBezTo>
                <a:cubicBezTo>
                  <a:pt x="119547" y="40123"/>
                  <a:pt x="120094" y="41035"/>
                  <a:pt x="120155" y="41491"/>
                </a:cubicBezTo>
                <a:close/>
                <a:moveTo>
                  <a:pt x="49789" y="40366"/>
                </a:moveTo>
                <a:cubicBezTo>
                  <a:pt x="49272" y="40944"/>
                  <a:pt x="48269" y="41612"/>
                  <a:pt x="47631" y="42190"/>
                </a:cubicBezTo>
                <a:cubicBezTo>
                  <a:pt x="48269" y="41521"/>
                  <a:pt x="48998" y="40883"/>
                  <a:pt x="49789" y="40366"/>
                </a:cubicBezTo>
                <a:close/>
                <a:moveTo>
                  <a:pt x="83558" y="81461"/>
                </a:moveTo>
                <a:cubicBezTo>
                  <a:pt x="83497" y="81248"/>
                  <a:pt x="83923" y="81036"/>
                  <a:pt x="84197" y="80823"/>
                </a:cubicBezTo>
                <a:cubicBezTo>
                  <a:pt x="84257" y="81066"/>
                  <a:pt x="83832" y="81279"/>
                  <a:pt x="83558" y="81461"/>
                </a:cubicBezTo>
                <a:close/>
                <a:moveTo>
                  <a:pt x="84136" y="80519"/>
                </a:moveTo>
                <a:lnTo>
                  <a:pt x="83133" y="81400"/>
                </a:lnTo>
                <a:cubicBezTo>
                  <a:pt x="82981" y="81279"/>
                  <a:pt x="84045" y="80276"/>
                  <a:pt x="84136" y="80519"/>
                </a:cubicBezTo>
                <a:close/>
                <a:moveTo>
                  <a:pt x="84440" y="81157"/>
                </a:moveTo>
                <a:cubicBezTo>
                  <a:pt x="84501" y="81400"/>
                  <a:pt x="84227" y="81491"/>
                  <a:pt x="83953" y="81704"/>
                </a:cubicBezTo>
                <a:cubicBezTo>
                  <a:pt x="83832" y="81552"/>
                  <a:pt x="84257" y="81218"/>
                  <a:pt x="84440" y="81157"/>
                </a:cubicBezTo>
                <a:close/>
                <a:moveTo>
                  <a:pt x="77935" y="87054"/>
                </a:moveTo>
                <a:cubicBezTo>
                  <a:pt x="77996" y="87175"/>
                  <a:pt x="77570" y="87662"/>
                  <a:pt x="77449" y="87935"/>
                </a:cubicBezTo>
                <a:cubicBezTo>
                  <a:pt x="77327" y="87692"/>
                  <a:pt x="77692" y="87419"/>
                  <a:pt x="77935" y="87054"/>
                </a:cubicBezTo>
                <a:close/>
                <a:moveTo>
                  <a:pt x="85048" y="81461"/>
                </a:moveTo>
                <a:cubicBezTo>
                  <a:pt x="85656" y="80944"/>
                  <a:pt x="86263" y="80488"/>
                  <a:pt x="86902" y="80032"/>
                </a:cubicBezTo>
                <a:cubicBezTo>
                  <a:pt x="86871" y="80367"/>
                  <a:pt x="87449" y="79668"/>
                  <a:pt x="87419" y="80002"/>
                </a:cubicBezTo>
                <a:cubicBezTo>
                  <a:pt x="86993" y="80215"/>
                  <a:pt x="86659" y="80549"/>
                  <a:pt x="86324" y="80732"/>
                </a:cubicBezTo>
                <a:cubicBezTo>
                  <a:pt x="86294" y="80732"/>
                  <a:pt x="86263" y="80610"/>
                  <a:pt x="86233" y="80610"/>
                </a:cubicBezTo>
                <a:cubicBezTo>
                  <a:pt x="86111" y="80640"/>
                  <a:pt x="85808" y="81005"/>
                  <a:pt x="85656" y="81066"/>
                </a:cubicBezTo>
                <a:cubicBezTo>
                  <a:pt x="85534" y="81248"/>
                  <a:pt x="85747" y="81127"/>
                  <a:pt x="85716" y="81370"/>
                </a:cubicBezTo>
                <a:cubicBezTo>
                  <a:pt x="85321" y="81431"/>
                  <a:pt x="85108" y="81856"/>
                  <a:pt x="84622" y="82099"/>
                </a:cubicBezTo>
                <a:cubicBezTo>
                  <a:pt x="84531" y="82221"/>
                  <a:pt x="84622" y="82191"/>
                  <a:pt x="84683" y="82160"/>
                </a:cubicBezTo>
                <a:cubicBezTo>
                  <a:pt x="84713" y="82403"/>
                  <a:pt x="84349" y="82343"/>
                  <a:pt x="84197" y="82464"/>
                </a:cubicBezTo>
                <a:cubicBezTo>
                  <a:pt x="84045" y="82403"/>
                  <a:pt x="84744" y="81765"/>
                  <a:pt x="84349" y="81978"/>
                </a:cubicBezTo>
                <a:cubicBezTo>
                  <a:pt x="84470" y="81674"/>
                  <a:pt x="84987" y="81583"/>
                  <a:pt x="84865" y="81917"/>
                </a:cubicBezTo>
                <a:cubicBezTo>
                  <a:pt x="84896" y="81765"/>
                  <a:pt x="85260" y="81552"/>
                  <a:pt x="85048" y="81461"/>
                </a:cubicBezTo>
                <a:close/>
                <a:moveTo>
                  <a:pt x="86537" y="78482"/>
                </a:moveTo>
                <a:cubicBezTo>
                  <a:pt x="86598" y="78756"/>
                  <a:pt x="85716" y="79212"/>
                  <a:pt x="85291" y="79607"/>
                </a:cubicBezTo>
                <a:cubicBezTo>
                  <a:pt x="85382" y="79151"/>
                  <a:pt x="86172" y="78969"/>
                  <a:pt x="86537" y="78482"/>
                </a:cubicBezTo>
                <a:close/>
                <a:moveTo>
                  <a:pt x="77631" y="89455"/>
                </a:moveTo>
                <a:cubicBezTo>
                  <a:pt x="77479" y="89364"/>
                  <a:pt x="77358" y="89546"/>
                  <a:pt x="77206" y="89698"/>
                </a:cubicBezTo>
                <a:cubicBezTo>
                  <a:pt x="77206" y="89820"/>
                  <a:pt x="77236" y="89941"/>
                  <a:pt x="77297" y="90033"/>
                </a:cubicBezTo>
                <a:cubicBezTo>
                  <a:pt x="77145" y="90306"/>
                  <a:pt x="76932" y="90428"/>
                  <a:pt x="76841" y="90853"/>
                </a:cubicBezTo>
                <a:cubicBezTo>
                  <a:pt x="76810" y="90458"/>
                  <a:pt x="76658" y="90701"/>
                  <a:pt x="76689" y="90337"/>
                </a:cubicBezTo>
                <a:cubicBezTo>
                  <a:pt x="76993" y="89911"/>
                  <a:pt x="76750" y="90397"/>
                  <a:pt x="76932" y="90458"/>
                </a:cubicBezTo>
                <a:cubicBezTo>
                  <a:pt x="77114" y="90002"/>
                  <a:pt x="76841" y="89911"/>
                  <a:pt x="77266" y="89273"/>
                </a:cubicBezTo>
                <a:cubicBezTo>
                  <a:pt x="77601" y="89486"/>
                  <a:pt x="77510" y="89121"/>
                  <a:pt x="77844" y="88665"/>
                </a:cubicBezTo>
                <a:cubicBezTo>
                  <a:pt x="78087" y="88817"/>
                  <a:pt x="77874" y="89242"/>
                  <a:pt x="77631" y="89759"/>
                </a:cubicBezTo>
                <a:cubicBezTo>
                  <a:pt x="77510" y="89789"/>
                  <a:pt x="77570" y="89607"/>
                  <a:pt x="77631" y="89455"/>
                </a:cubicBezTo>
                <a:close/>
                <a:moveTo>
                  <a:pt x="86780" y="79607"/>
                </a:moveTo>
                <a:cubicBezTo>
                  <a:pt x="86841" y="79394"/>
                  <a:pt x="87479" y="79212"/>
                  <a:pt x="87874" y="78817"/>
                </a:cubicBezTo>
                <a:cubicBezTo>
                  <a:pt x="87935" y="79029"/>
                  <a:pt x="87115" y="79425"/>
                  <a:pt x="86780" y="79607"/>
                </a:cubicBezTo>
                <a:close/>
                <a:moveTo>
                  <a:pt x="86172" y="81279"/>
                </a:moveTo>
                <a:cubicBezTo>
                  <a:pt x="86294" y="81400"/>
                  <a:pt x="85808" y="81613"/>
                  <a:pt x="85656" y="81795"/>
                </a:cubicBezTo>
                <a:cubicBezTo>
                  <a:pt x="85534" y="81552"/>
                  <a:pt x="85929" y="81340"/>
                  <a:pt x="86172" y="81279"/>
                </a:cubicBezTo>
                <a:close/>
                <a:moveTo>
                  <a:pt x="76810" y="91796"/>
                </a:moveTo>
                <a:cubicBezTo>
                  <a:pt x="76871" y="92069"/>
                  <a:pt x="76871" y="92343"/>
                  <a:pt x="76810" y="92616"/>
                </a:cubicBezTo>
                <a:cubicBezTo>
                  <a:pt x="76598" y="92555"/>
                  <a:pt x="76719" y="92130"/>
                  <a:pt x="76810" y="91796"/>
                </a:cubicBezTo>
                <a:close/>
                <a:moveTo>
                  <a:pt x="76051" y="95322"/>
                </a:moveTo>
                <a:cubicBezTo>
                  <a:pt x="76111" y="95200"/>
                  <a:pt x="76142" y="95078"/>
                  <a:pt x="76172" y="94926"/>
                </a:cubicBezTo>
                <a:cubicBezTo>
                  <a:pt x="76294" y="95200"/>
                  <a:pt x="76324" y="95473"/>
                  <a:pt x="76294" y="95747"/>
                </a:cubicBezTo>
                <a:cubicBezTo>
                  <a:pt x="76172" y="95686"/>
                  <a:pt x="76202" y="95382"/>
                  <a:pt x="76051" y="95322"/>
                </a:cubicBezTo>
                <a:close/>
                <a:moveTo>
                  <a:pt x="87023" y="78118"/>
                </a:moveTo>
                <a:cubicBezTo>
                  <a:pt x="88756" y="76993"/>
                  <a:pt x="89181" y="76598"/>
                  <a:pt x="91005" y="75564"/>
                </a:cubicBezTo>
                <a:cubicBezTo>
                  <a:pt x="91461" y="75382"/>
                  <a:pt x="90549" y="75899"/>
                  <a:pt x="90245" y="76111"/>
                </a:cubicBezTo>
                <a:cubicBezTo>
                  <a:pt x="89333" y="76719"/>
                  <a:pt x="87844" y="77692"/>
                  <a:pt x="86871" y="78422"/>
                </a:cubicBezTo>
                <a:cubicBezTo>
                  <a:pt x="86750" y="78391"/>
                  <a:pt x="86902" y="78239"/>
                  <a:pt x="87054" y="78118"/>
                </a:cubicBezTo>
                <a:close/>
                <a:moveTo>
                  <a:pt x="74288" y="103316"/>
                </a:moveTo>
                <a:cubicBezTo>
                  <a:pt x="73619" y="104106"/>
                  <a:pt x="73528" y="103832"/>
                  <a:pt x="73558" y="103589"/>
                </a:cubicBezTo>
                <a:cubicBezTo>
                  <a:pt x="74014" y="103072"/>
                  <a:pt x="74044" y="103376"/>
                  <a:pt x="74288" y="103316"/>
                </a:cubicBezTo>
                <a:close/>
                <a:moveTo>
                  <a:pt x="66810" y="108088"/>
                </a:moveTo>
                <a:cubicBezTo>
                  <a:pt x="66415" y="108240"/>
                  <a:pt x="66142" y="108270"/>
                  <a:pt x="66142" y="108088"/>
                </a:cubicBezTo>
                <a:cubicBezTo>
                  <a:pt x="66537" y="107936"/>
                  <a:pt x="66780" y="107905"/>
                  <a:pt x="66810" y="108088"/>
                </a:cubicBezTo>
                <a:close/>
                <a:moveTo>
                  <a:pt x="73771" y="104927"/>
                </a:moveTo>
                <a:cubicBezTo>
                  <a:pt x="73133" y="105504"/>
                  <a:pt x="72433" y="105960"/>
                  <a:pt x="71674" y="106325"/>
                </a:cubicBezTo>
                <a:cubicBezTo>
                  <a:pt x="71461" y="106416"/>
                  <a:pt x="71248" y="106477"/>
                  <a:pt x="71035" y="106568"/>
                </a:cubicBezTo>
                <a:lnTo>
                  <a:pt x="70701" y="106689"/>
                </a:lnTo>
                <a:lnTo>
                  <a:pt x="70458" y="106781"/>
                </a:lnTo>
                <a:cubicBezTo>
                  <a:pt x="70154" y="106872"/>
                  <a:pt x="69850" y="106933"/>
                  <a:pt x="69576" y="106993"/>
                </a:cubicBezTo>
                <a:cubicBezTo>
                  <a:pt x="69090" y="107115"/>
                  <a:pt x="69303" y="107328"/>
                  <a:pt x="68725" y="107419"/>
                </a:cubicBezTo>
                <a:cubicBezTo>
                  <a:pt x="68725" y="107358"/>
                  <a:pt x="68847" y="107328"/>
                  <a:pt x="68847" y="107237"/>
                </a:cubicBezTo>
                <a:cubicBezTo>
                  <a:pt x="68269" y="107419"/>
                  <a:pt x="67752" y="107632"/>
                  <a:pt x="67236" y="107936"/>
                </a:cubicBezTo>
                <a:cubicBezTo>
                  <a:pt x="67327" y="107571"/>
                  <a:pt x="66780" y="107753"/>
                  <a:pt x="66385" y="107784"/>
                </a:cubicBezTo>
                <a:cubicBezTo>
                  <a:pt x="66628" y="107358"/>
                  <a:pt x="67722" y="107328"/>
                  <a:pt x="68056" y="107358"/>
                </a:cubicBezTo>
                <a:cubicBezTo>
                  <a:pt x="68056" y="107085"/>
                  <a:pt x="68664" y="106598"/>
                  <a:pt x="69120" y="106568"/>
                </a:cubicBezTo>
                <a:cubicBezTo>
                  <a:pt x="69242" y="106720"/>
                  <a:pt x="68573" y="106811"/>
                  <a:pt x="68573" y="106963"/>
                </a:cubicBezTo>
                <a:cubicBezTo>
                  <a:pt x="68786" y="107115"/>
                  <a:pt x="69090" y="106781"/>
                  <a:pt x="69151" y="106689"/>
                </a:cubicBezTo>
                <a:cubicBezTo>
                  <a:pt x="69303" y="106689"/>
                  <a:pt x="69850" y="106355"/>
                  <a:pt x="70123" y="106355"/>
                </a:cubicBezTo>
                <a:cubicBezTo>
                  <a:pt x="70154" y="106355"/>
                  <a:pt x="70154" y="106507"/>
                  <a:pt x="70154" y="106507"/>
                </a:cubicBezTo>
                <a:cubicBezTo>
                  <a:pt x="70367" y="106416"/>
                  <a:pt x="70519" y="106234"/>
                  <a:pt x="70914" y="106051"/>
                </a:cubicBezTo>
                <a:cubicBezTo>
                  <a:pt x="71248" y="105869"/>
                  <a:pt x="71278" y="105960"/>
                  <a:pt x="71400" y="105899"/>
                </a:cubicBezTo>
                <a:cubicBezTo>
                  <a:pt x="71704" y="105747"/>
                  <a:pt x="71886" y="105474"/>
                  <a:pt x="72494" y="105322"/>
                </a:cubicBezTo>
                <a:cubicBezTo>
                  <a:pt x="72585" y="105291"/>
                  <a:pt x="72859" y="105139"/>
                  <a:pt x="72950" y="105109"/>
                </a:cubicBezTo>
                <a:cubicBezTo>
                  <a:pt x="73254" y="104987"/>
                  <a:pt x="72707" y="105747"/>
                  <a:pt x="73771" y="104927"/>
                </a:cubicBezTo>
                <a:close/>
                <a:moveTo>
                  <a:pt x="72829" y="105352"/>
                </a:moveTo>
                <a:cubicBezTo>
                  <a:pt x="71886" y="106051"/>
                  <a:pt x="70914" y="105960"/>
                  <a:pt x="71066" y="106446"/>
                </a:cubicBezTo>
                <a:cubicBezTo>
                  <a:pt x="71795" y="106142"/>
                  <a:pt x="72889" y="105595"/>
                  <a:pt x="72829" y="105352"/>
                </a:cubicBezTo>
                <a:close/>
                <a:moveTo>
                  <a:pt x="76020" y="90945"/>
                </a:moveTo>
                <a:cubicBezTo>
                  <a:pt x="75838" y="90793"/>
                  <a:pt x="76111" y="90276"/>
                  <a:pt x="76294" y="90002"/>
                </a:cubicBezTo>
                <a:cubicBezTo>
                  <a:pt x="76385" y="90124"/>
                  <a:pt x="76081" y="90671"/>
                  <a:pt x="76020" y="90945"/>
                </a:cubicBezTo>
                <a:close/>
                <a:moveTo>
                  <a:pt x="76233" y="91340"/>
                </a:moveTo>
                <a:cubicBezTo>
                  <a:pt x="76172" y="91005"/>
                  <a:pt x="76598" y="90245"/>
                  <a:pt x="76780" y="89820"/>
                </a:cubicBezTo>
                <a:cubicBezTo>
                  <a:pt x="76750" y="90063"/>
                  <a:pt x="76689" y="90276"/>
                  <a:pt x="76567" y="90519"/>
                </a:cubicBezTo>
                <a:cubicBezTo>
                  <a:pt x="76446" y="90762"/>
                  <a:pt x="76324" y="91097"/>
                  <a:pt x="76233" y="91340"/>
                </a:cubicBezTo>
                <a:close/>
                <a:moveTo>
                  <a:pt x="63254" y="107176"/>
                </a:moveTo>
                <a:cubicBezTo>
                  <a:pt x="63041" y="107480"/>
                  <a:pt x="62646" y="107419"/>
                  <a:pt x="62068" y="107632"/>
                </a:cubicBezTo>
                <a:cubicBezTo>
                  <a:pt x="61643" y="107632"/>
                  <a:pt x="62950" y="107297"/>
                  <a:pt x="63254" y="107176"/>
                </a:cubicBezTo>
                <a:close/>
                <a:moveTo>
                  <a:pt x="68300" y="105443"/>
                </a:moveTo>
                <a:cubicBezTo>
                  <a:pt x="67631" y="105778"/>
                  <a:pt x="66932" y="106021"/>
                  <a:pt x="66233" y="106203"/>
                </a:cubicBezTo>
                <a:cubicBezTo>
                  <a:pt x="65564" y="106446"/>
                  <a:pt x="63163" y="107237"/>
                  <a:pt x="64439" y="106750"/>
                </a:cubicBezTo>
                <a:close/>
                <a:moveTo>
                  <a:pt x="18572" y="117966"/>
                </a:moveTo>
                <a:cubicBezTo>
                  <a:pt x="18116" y="117753"/>
                  <a:pt x="19666" y="117814"/>
                  <a:pt x="20153" y="117510"/>
                </a:cubicBezTo>
                <a:cubicBezTo>
                  <a:pt x="19879" y="117753"/>
                  <a:pt x="19332" y="117997"/>
                  <a:pt x="18998" y="117845"/>
                </a:cubicBezTo>
                <a:cubicBezTo>
                  <a:pt x="18785" y="117905"/>
                  <a:pt x="18572" y="117905"/>
                  <a:pt x="18572" y="117966"/>
                </a:cubicBezTo>
                <a:close/>
                <a:moveTo>
                  <a:pt x="16505" y="117845"/>
                </a:moveTo>
                <a:cubicBezTo>
                  <a:pt x="17022" y="117966"/>
                  <a:pt x="17569" y="117966"/>
                  <a:pt x="18116" y="117905"/>
                </a:cubicBezTo>
                <a:cubicBezTo>
                  <a:pt x="17752" y="118149"/>
                  <a:pt x="16505" y="118179"/>
                  <a:pt x="16505" y="117845"/>
                </a:cubicBezTo>
                <a:close/>
                <a:moveTo>
                  <a:pt x="15837" y="117115"/>
                </a:moveTo>
                <a:cubicBezTo>
                  <a:pt x="15563" y="117024"/>
                  <a:pt x="15867" y="116902"/>
                  <a:pt x="15928" y="116872"/>
                </a:cubicBezTo>
                <a:cubicBezTo>
                  <a:pt x="16171" y="116933"/>
                  <a:pt x="16201" y="117054"/>
                  <a:pt x="16414" y="117115"/>
                </a:cubicBezTo>
                <a:cubicBezTo>
                  <a:pt x="16262" y="117298"/>
                  <a:pt x="15958" y="116872"/>
                  <a:pt x="15837" y="117146"/>
                </a:cubicBezTo>
                <a:close/>
                <a:moveTo>
                  <a:pt x="92069" y="74956"/>
                </a:moveTo>
                <a:cubicBezTo>
                  <a:pt x="92677" y="74470"/>
                  <a:pt x="93315" y="74045"/>
                  <a:pt x="94045" y="73741"/>
                </a:cubicBezTo>
                <a:cubicBezTo>
                  <a:pt x="93498" y="74288"/>
                  <a:pt x="92495" y="74713"/>
                  <a:pt x="92069" y="74956"/>
                </a:cubicBezTo>
                <a:close/>
                <a:moveTo>
                  <a:pt x="66172" y="107632"/>
                </a:moveTo>
                <a:cubicBezTo>
                  <a:pt x="66293" y="108240"/>
                  <a:pt x="65047" y="108635"/>
                  <a:pt x="64044" y="108726"/>
                </a:cubicBezTo>
                <a:cubicBezTo>
                  <a:pt x="63831" y="108817"/>
                  <a:pt x="64075" y="108848"/>
                  <a:pt x="64227" y="108787"/>
                </a:cubicBezTo>
                <a:cubicBezTo>
                  <a:pt x="63862" y="109152"/>
                  <a:pt x="63224" y="109030"/>
                  <a:pt x="62859" y="109121"/>
                </a:cubicBezTo>
                <a:cubicBezTo>
                  <a:pt x="62676" y="109182"/>
                  <a:pt x="62798" y="109212"/>
                  <a:pt x="62859" y="109182"/>
                </a:cubicBezTo>
                <a:cubicBezTo>
                  <a:pt x="62342" y="109455"/>
                  <a:pt x="61795" y="109607"/>
                  <a:pt x="61217" y="109668"/>
                </a:cubicBezTo>
                <a:cubicBezTo>
                  <a:pt x="61035" y="109820"/>
                  <a:pt x="60366" y="109972"/>
                  <a:pt x="60549" y="110155"/>
                </a:cubicBezTo>
                <a:cubicBezTo>
                  <a:pt x="59910" y="110155"/>
                  <a:pt x="59272" y="110489"/>
                  <a:pt x="58451" y="110793"/>
                </a:cubicBezTo>
                <a:cubicBezTo>
                  <a:pt x="58056" y="110823"/>
                  <a:pt x="57995" y="110550"/>
                  <a:pt x="57448" y="110732"/>
                </a:cubicBezTo>
                <a:cubicBezTo>
                  <a:pt x="57114" y="111006"/>
                  <a:pt x="58330" y="110611"/>
                  <a:pt x="57874" y="111036"/>
                </a:cubicBezTo>
                <a:cubicBezTo>
                  <a:pt x="57570" y="111158"/>
                  <a:pt x="57388" y="111188"/>
                  <a:pt x="57388" y="111036"/>
                </a:cubicBezTo>
                <a:cubicBezTo>
                  <a:pt x="56384" y="111431"/>
                  <a:pt x="54986" y="111735"/>
                  <a:pt x="54257" y="112130"/>
                </a:cubicBezTo>
                <a:cubicBezTo>
                  <a:pt x="53922" y="112221"/>
                  <a:pt x="53770" y="112221"/>
                  <a:pt x="53740" y="112070"/>
                </a:cubicBezTo>
                <a:cubicBezTo>
                  <a:pt x="53618" y="112373"/>
                  <a:pt x="52767" y="112647"/>
                  <a:pt x="52008" y="112769"/>
                </a:cubicBezTo>
                <a:cubicBezTo>
                  <a:pt x="51886" y="112981"/>
                  <a:pt x="51217" y="113133"/>
                  <a:pt x="50852" y="113346"/>
                </a:cubicBezTo>
                <a:cubicBezTo>
                  <a:pt x="50731" y="113225"/>
                  <a:pt x="51035" y="113133"/>
                  <a:pt x="51248" y="113073"/>
                </a:cubicBezTo>
                <a:cubicBezTo>
                  <a:pt x="50822" y="112981"/>
                  <a:pt x="50336" y="113437"/>
                  <a:pt x="49880" y="113437"/>
                </a:cubicBezTo>
                <a:cubicBezTo>
                  <a:pt x="49728" y="113498"/>
                  <a:pt x="49819" y="113528"/>
                  <a:pt x="49880" y="113498"/>
                </a:cubicBezTo>
                <a:cubicBezTo>
                  <a:pt x="49819" y="113802"/>
                  <a:pt x="49637" y="113528"/>
                  <a:pt x="49424" y="113559"/>
                </a:cubicBezTo>
                <a:lnTo>
                  <a:pt x="48664" y="113802"/>
                </a:lnTo>
                <a:cubicBezTo>
                  <a:pt x="48421" y="113863"/>
                  <a:pt x="48178" y="113984"/>
                  <a:pt x="47904" y="114015"/>
                </a:cubicBezTo>
                <a:cubicBezTo>
                  <a:pt x="47752" y="114045"/>
                  <a:pt x="47570" y="114045"/>
                  <a:pt x="47418" y="114015"/>
                </a:cubicBezTo>
                <a:cubicBezTo>
                  <a:pt x="47235" y="114076"/>
                  <a:pt x="47083" y="114319"/>
                  <a:pt x="46871" y="114410"/>
                </a:cubicBezTo>
                <a:cubicBezTo>
                  <a:pt x="46658" y="114501"/>
                  <a:pt x="46597" y="114410"/>
                  <a:pt x="46415" y="114471"/>
                </a:cubicBezTo>
                <a:cubicBezTo>
                  <a:pt x="46293" y="114532"/>
                  <a:pt x="46293" y="114592"/>
                  <a:pt x="46111" y="114653"/>
                </a:cubicBezTo>
                <a:cubicBezTo>
                  <a:pt x="45533" y="114805"/>
                  <a:pt x="45108" y="114775"/>
                  <a:pt x="44743" y="114987"/>
                </a:cubicBezTo>
                <a:cubicBezTo>
                  <a:pt x="44713" y="115018"/>
                  <a:pt x="44986" y="114987"/>
                  <a:pt x="45168" y="114957"/>
                </a:cubicBezTo>
                <a:cubicBezTo>
                  <a:pt x="44500" y="115170"/>
                  <a:pt x="43801" y="115352"/>
                  <a:pt x="43102" y="115474"/>
                </a:cubicBezTo>
                <a:cubicBezTo>
                  <a:pt x="42858" y="115535"/>
                  <a:pt x="42646" y="115687"/>
                  <a:pt x="42372" y="115778"/>
                </a:cubicBezTo>
                <a:cubicBezTo>
                  <a:pt x="42159" y="115778"/>
                  <a:pt x="41947" y="115839"/>
                  <a:pt x="41764" y="115899"/>
                </a:cubicBezTo>
                <a:cubicBezTo>
                  <a:pt x="41551" y="115960"/>
                  <a:pt x="41764" y="115991"/>
                  <a:pt x="41643" y="116082"/>
                </a:cubicBezTo>
                <a:cubicBezTo>
                  <a:pt x="41399" y="116234"/>
                  <a:pt x="40852" y="116234"/>
                  <a:pt x="40579" y="116386"/>
                </a:cubicBezTo>
                <a:cubicBezTo>
                  <a:pt x="40579" y="116264"/>
                  <a:pt x="40792" y="116143"/>
                  <a:pt x="41156" y="116082"/>
                </a:cubicBezTo>
                <a:cubicBezTo>
                  <a:pt x="40518" y="116143"/>
                  <a:pt x="41278" y="115747"/>
                  <a:pt x="40883" y="115717"/>
                </a:cubicBezTo>
                <a:cubicBezTo>
                  <a:pt x="40761" y="115747"/>
                  <a:pt x="40761" y="115839"/>
                  <a:pt x="40609" y="115869"/>
                </a:cubicBezTo>
                <a:cubicBezTo>
                  <a:pt x="40184" y="116051"/>
                  <a:pt x="40792" y="115960"/>
                  <a:pt x="40670" y="116143"/>
                </a:cubicBezTo>
                <a:cubicBezTo>
                  <a:pt x="40579" y="116295"/>
                  <a:pt x="40336" y="116203"/>
                  <a:pt x="40092" y="116325"/>
                </a:cubicBezTo>
                <a:cubicBezTo>
                  <a:pt x="40032" y="116325"/>
                  <a:pt x="39697" y="116568"/>
                  <a:pt x="39667" y="116598"/>
                </a:cubicBezTo>
                <a:cubicBezTo>
                  <a:pt x="39636" y="116598"/>
                  <a:pt x="38907" y="116598"/>
                  <a:pt x="39089" y="116842"/>
                </a:cubicBezTo>
                <a:cubicBezTo>
                  <a:pt x="38755" y="116963"/>
                  <a:pt x="38846" y="116750"/>
                  <a:pt x="38603" y="116842"/>
                </a:cubicBezTo>
                <a:cubicBezTo>
                  <a:pt x="38360" y="116902"/>
                  <a:pt x="38329" y="116963"/>
                  <a:pt x="38329" y="117054"/>
                </a:cubicBezTo>
                <a:cubicBezTo>
                  <a:pt x="37691" y="117054"/>
                  <a:pt x="37053" y="117237"/>
                  <a:pt x="36506" y="117571"/>
                </a:cubicBezTo>
                <a:cubicBezTo>
                  <a:pt x="36111" y="117571"/>
                  <a:pt x="35685" y="117632"/>
                  <a:pt x="35259" y="117723"/>
                </a:cubicBezTo>
                <a:cubicBezTo>
                  <a:pt x="35229" y="117845"/>
                  <a:pt x="35411" y="117814"/>
                  <a:pt x="35594" y="117784"/>
                </a:cubicBezTo>
                <a:cubicBezTo>
                  <a:pt x="35381" y="117966"/>
                  <a:pt x="35047" y="117905"/>
                  <a:pt x="34560" y="118149"/>
                </a:cubicBezTo>
                <a:cubicBezTo>
                  <a:pt x="34287" y="118240"/>
                  <a:pt x="34530" y="118422"/>
                  <a:pt x="34317" y="118513"/>
                </a:cubicBezTo>
                <a:cubicBezTo>
                  <a:pt x="33831" y="118544"/>
                  <a:pt x="33709" y="118878"/>
                  <a:pt x="33466" y="118969"/>
                </a:cubicBezTo>
                <a:cubicBezTo>
                  <a:pt x="33345" y="119030"/>
                  <a:pt x="32949" y="119091"/>
                  <a:pt x="32706" y="119182"/>
                </a:cubicBezTo>
                <a:cubicBezTo>
                  <a:pt x="31673" y="119608"/>
                  <a:pt x="29545" y="120124"/>
                  <a:pt x="27873" y="120550"/>
                </a:cubicBezTo>
                <a:cubicBezTo>
                  <a:pt x="27539" y="120641"/>
                  <a:pt x="27083" y="120975"/>
                  <a:pt x="26809" y="120763"/>
                </a:cubicBezTo>
                <a:cubicBezTo>
                  <a:pt x="26445" y="120823"/>
                  <a:pt x="26627" y="120975"/>
                  <a:pt x="26384" y="121036"/>
                </a:cubicBezTo>
                <a:cubicBezTo>
                  <a:pt x="24621" y="121492"/>
                  <a:pt x="23405" y="121918"/>
                  <a:pt x="22098" y="122070"/>
                </a:cubicBezTo>
                <a:cubicBezTo>
                  <a:pt x="22615" y="121705"/>
                  <a:pt x="23314" y="121827"/>
                  <a:pt x="23922" y="121492"/>
                </a:cubicBezTo>
                <a:cubicBezTo>
                  <a:pt x="24074" y="121188"/>
                  <a:pt x="23344" y="121492"/>
                  <a:pt x="22980" y="121614"/>
                </a:cubicBezTo>
                <a:cubicBezTo>
                  <a:pt x="22828" y="121644"/>
                  <a:pt x="22676" y="121675"/>
                  <a:pt x="22524" y="121705"/>
                </a:cubicBezTo>
                <a:cubicBezTo>
                  <a:pt x="22189" y="121827"/>
                  <a:pt x="22037" y="122009"/>
                  <a:pt x="21764" y="122039"/>
                </a:cubicBezTo>
                <a:cubicBezTo>
                  <a:pt x="20882" y="122130"/>
                  <a:pt x="19636" y="122343"/>
                  <a:pt x="19028" y="122678"/>
                </a:cubicBezTo>
                <a:cubicBezTo>
                  <a:pt x="18572" y="122708"/>
                  <a:pt x="18147" y="122738"/>
                  <a:pt x="17691" y="122769"/>
                </a:cubicBezTo>
                <a:cubicBezTo>
                  <a:pt x="17204" y="122799"/>
                  <a:pt x="16688" y="122799"/>
                  <a:pt x="16201" y="122769"/>
                </a:cubicBezTo>
                <a:cubicBezTo>
                  <a:pt x="15350" y="122708"/>
                  <a:pt x="14530" y="122465"/>
                  <a:pt x="13770" y="122070"/>
                </a:cubicBezTo>
                <a:cubicBezTo>
                  <a:pt x="12797" y="121857"/>
                  <a:pt x="11916" y="121401"/>
                  <a:pt x="11186" y="120732"/>
                </a:cubicBezTo>
                <a:cubicBezTo>
                  <a:pt x="10396" y="120003"/>
                  <a:pt x="9727" y="119182"/>
                  <a:pt x="9180" y="118270"/>
                </a:cubicBezTo>
                <a:cubicBezTo>
                  <a:pt x="8633" y="117997"/>
                  <a:pt x="8055" y="116507"/>
                  <a:pt x="7630" y="115504"/>
                </a:cubicBezTo>
                <a:cubicBezTo>
                  <a:pt x="7265" y="114714"/>
                  <a:pt x="6779" y="113984"/>
                  <a:pt x="6505" y="113316"/>
                </a:cubicBezTo>
                <a:cubicBezTo>
                  <a:pt x="6110" y="112343"/>
                  <a:pt x="5684" y="111370"/>
                  <a:pt x="5381" y="110550"/>
                </a:cubicBezTo>
                <a:cubicBezTo>
                  <a:pt x="5077" y="109759"/>
                  <a:pt x="4925" y="108787"/>
                  <a:pt x="4469" y="108270"/>
                </a:cubicBezTo>
                <a:cubicBezTo>
                  <a:pt x="4529" y="107784"/>
                  <a:pt x="4225" y="107510"/>
                  <a:pt x="4073" y="106993"/>
                </a:cubicBezTo>
                <a:cubicBezTo>
                  <a:pt x="4013" y="106841"/>
                  <a:pt x="3982" y="106689"/>
                  <a:pt x="3982" y="106507"/>
                </a:cubicBezTo>
                <a:cubicBezTo>
                  <a:pt x="3678" y="105656"/>
                  <a:pt x="3283" y="104592"/>
                  <a:pt x="2949" y="103559"/>
                </a:cubicBezTo>
                <a:cubicBezTo>
                  <a:pt x="2766" y="102981"/>
                  <a:pt x="2766" y="102434"/>
                  <a:pt x="2614" y="101948"/>
                </a:cubicBezTo>
                <a:cubicBezTo>
                  <a:pt x="2523" y="101613"/>
                  <a:pt x="2341" y="101340"/>
                  <a:pt x="2250" y="101005"/>
                </a:cubicBezTo>
                <a:cubicBezTo>
                  <a:pt x="2128" y="100671"/>
                  <a:pt x="2128" y="100246"/>
                  <a:pt x="2067" y="99850"/>
                </a:cubicBezTo>
                <a:cubicBezTo>
                  <a:pt x="1915" y="99334"/>
                  <a:pt x="1642" y="98817"/>
                  <a:pt x="1672" y="98270"/>
                </a:cubicBezTo>
                <a:cubicBezTo>
                  <a:pt x="1642" y="98118"/>
                  <a:pt x="1551" y="98148"/>
                  <a:pt x="1490" y="98118"/>
                </a:cubicBezTo>
                <a:cubicBezTo>
                  <a:pt x="1490" y="97692"/>
                  <a:pt x="1429" y="97236"/>
                  <a:pt x="1338" y="96811"/>
                </a:cubicBezTo>
                <a:cubicBezTo>
                  <a:pt x="1520" y="96203"/>
                  <a:pt x="1520" y="95595"/>
                  <a:pt x="1399" y="94987"/>
                </a:cubicBezTo>
                <a:cubicBezTo>
                  <a:pt x="1551" y="94622"/>
                  <a:pt x="1824" y="95595"/>
                  <a:pt x="2159" y="95382"/>
                </a:cubicBezTo>
                <a:cubicBezTo>
                  <a:pt x="2311" y="95170"/>
                  <a:pt x="2007" y="94562"/>
                  <a:pt x="1976" y="94258"/>
                </a:cubicBezTo>
                <a:cubicBezTo>
                  <a:pt x="1885" y="94014"/>
                  <a:pt x="1885" y="94288"/>
                  <a:pt x="1703" y="94106"/>
                </a:cubicBezTo>
                <a:cubicBezTo>
                  <a:pt x="1551" y="93498"/>
                  <a:pt x="1915" y="93741"/>
                  <a:pt x="1855" y="93285"/>
                </a:cubicBezTo>
                <a:cubicBezTo>
                  <a:pt x="1855" y="92677"/>
                  <a:pt x="1642" y="92829"/>
                  <a:pt x="1611" y="92312"/>
                </a:cubicBezTo>
                <a:cubicBezTo>
                  <a:pt x="1733" y="92312"/>
                  <a:pt x="1733" y="92100"/>
                  <a:pt x="1855" y="92130"/>
                </a:cubicBezTo>
                <a:cubicBezTo>
                  <a:pt x="1855" y="91583"/>
                  <a:pt x="1703" y="91522"/>
                  <a:pt x="1672" y="91005"/>
                </a:cubicBezTo>
                <a:cubicBezTo>
                  <a:pt x="1794" y="90945"/>
                  <a:pt x="1824" y="91157"/>
                  <a:pt x="1915" y="91157"/>
                </a:cubicBezTo>
                <a:cubicBezTo>
                  <a:pt x="1794" y="90549"/>
                  <a:pt x="1672" y="90033"/>
                  <a:pt x="1855" y="89698"/>
                </a:cubicBezTo>
                <a:cubicBezTo>
                  <a:pt x="1855" y="89486"/>
                  <a:pt x="1763" y="89607"/>
                  <a:pt x="1763" y="89698"/>
                </a:cubicBezTo>
                <a:cubicBezTo>
                  <a:pt x="1642" y="89060"/>
                  <a:pt x="1611" y="88391"/>
                  <a:pt x="1733" y="87753"/>
                </a:cubicBezTo>
                <a:cubicBezTo>
                  <a:pt x="1672" y="87449"/>
                  <a:pt x="1520" y="87631"/>
                  <a:pt x="1642" y="87267"/>
                </a:cubicBezTo>
                <a:cubicBezTo>
                  <a:pt x="1611" y="86932"/>
                  <a:pt x="1490" y="86598"/>
                  <a:pt x="1307" y="86294"/>
                </a:cubicBezTo>
                <a:cubicBezTo>
                  <a:pt x="1368" y="86081"/>
                  <a:pt x="1551" y="86081"/>
                  <a:pt x="1581" y="85808"/>
                </a:cubicBezTo>
                <a:cubicBezTo>
                  <a:pt x="1551" y="85656"/>
                  <a:pt x="1520" y="85473"/>
                  <a:pt x="1520" y="85321"/>
                </a:cubicBezTo>
                <a:cubicBezTo>
                  <a:pt x="1338" y="85321"/>
                  <a:pt x="1307" y="85595"/>
                  <a:pt x="1095" y="85473"/>
                </a:cubicBezTo>
                <a:cubicBezTo>
                  <a:pt x="1095" y="85048"/>
                  <a:pt x="1156" y="85291"/>
                  <a:pt x="1247" y="85321"/>
                </a:cubicBezTo>
                <a:cubicBezTo>
                  <a:pt x="1307" y="84865"/>
                  <a:pt x="1125" y="84896"/>
                  <a:pt x="1156" y="84501"/>
                </a:cubicBezTo>
                <a:cubicBezTo>
                  <a:pt x="1186" y="84106"/>
                  <a:pt x="1703" y="83680"/>
                  <a:pt x="1307" y="83346"/>
                </a:cubicBezTo>
                <a:cubicBezTo>
                  <a:pt x="1216" y="83376"/>
                  <a:pt x="1186" y="83832"/>
                  <a:pt x="1307" y="83832"/>
                </a:cubicBezTo>
                <a:cubicBezTo>
                  <a:pt x="1216" y="84106"/>
                  <a:pt x="1004" y="84014"/>
                  <a:pt x="882" y="84166"/>
                </a:cubicBezTo>
                <a:cubicBezTo>
                  <a:pt x="821" y="83710"/>
                  <a:pt x="791" y="83285"/>
                  <a:pt x="821" y="82829"/>
                </a:cubicBezTo>
                <a:cubicBezTo>
                  <a:pt x="973" y="82920"/>
                  <a:pt x="791" y="83741"/>
                  <a:pt x="1034" y="83680"/>
                </a:cubicBezTo>
                <a:cubicBezTo>
                  <a:pt x="1186" y="83072"/>
                  <a:pt x="1064" y="81826"/>
                  <a:pt x="852" y="81522"/>
                </a:cubicBezTo>
                <a:cubicBezTo>
                  <a:pt x="943" y="81005"/>
                  <a:pt x="882" y="79972"/>
                  <a:pt x="1216" y="80093"/>
                </a:cubicBezTo>
                <a:cubicBezTo>
                  <a:pt x="1307" y="79485"/>
                  <a:pt x="1064" y="79607"/>
                  <a:pt x="1125" y="79090"/>
                </a:cubicBezTo>
                <a:cubicBezTo>
                  <a:pt x="1216" y="78817"/>
                  <a:pt x="1186" y="79212"/>
                  <a:pt x="1186" y="79425"/>
                </a:cubicBezTo>
                <a:cubicBezTo>
                  <a:pt x="1399" y="79364"/>
                  <a:pt x="1520" y="78422"/>
                  <a:pt x="1763" y="78999"/>
                </a:cubicBezTo>
                <a:cubicBezTo>
                  <a:pt x="1885" y="78634"/>
                  <a:pt x="1915" y="78239"/>
                  <a:pt x="1855" y="77844"/>
                </a:cubicBezTo>
                <a:cubicBezTo>
                  <a:pt x="1733" y="78118"/>
                  <a:pt x="1672" y="78391"/>
                  <a:pt x="1642" y="78695"/>
                </a:cubicBezTo>
                <a:cubicBezTo>
                  <a:pt x="1551" y="78422"/>
                  <a:pt x="1216" y="78908"/>
                  <a:pt x="1247" y="78148"/>
                </a:cubicBezTo>
                <a:cubicBezTo>
                  <a:pt x="1307" y="77418"/>
                  <a:pt x="1338" y="78330"/>
                  <a:pt x="1520" y="78178"/>
                </a:cubicBezTo>
                <a:cubicBezTo>
                  <a:pt x="1581" y="77631"/>
                  <a:pt x="1368" y="77449"/>
                  <a:pt x="1642" y="77206"/>
                </a:cubicBezTo>
                <a:cubicBezTo>
                  <a:pt x="1642" y="76719"/>
                  <a:pt x="1459" y="77358"/>
                  <a:pt x="1368" y="77175"/>
                </a:cubicBezTo>
                <a:cubicBezTo>
                  <a:pt x="1429" y="76963"/>
                  <a:pt x="1490" y="76719"/>
                  <a:pt x="1490" y="76476"/>
                </a:cubicBezTo>
                <a:cubicBezTo>
                  <a:pt x="1490" y="76324"/>
                  <a:pt x="1520" y="76172"/>
                  <a:pt x="1520" y="76020"/>
                </a:cubicBezTo>
                <a:lnTo>
                  <a:pt x="1551" y="75777"/>
                </a:lnTo>
                <a:cubicBezTo>
                  <a:pt x="1551" y="75686"/>
                  <a:pt x="1581" y="75595"/>
                  <a:pt x="1581" y="75504"/>
                </a:cubicBezTo>
                <a:cubicBezTo>
                  <a:pt x="1763" y="75078"/>
                  <a:pt x="1824" y="75929"/>
                  <a:pt x="2007" y="75108"/>
                </a:cubicBezTo>
                <a:cubicBezTo>
                  <a:pt x="2067" y="74865"/>
                  <a:pt x="2037" y="74622"/>
                  <a:pt x="1946" y="74409"/>
                </a:cubicBezTo>
                <a:cubicBezTo>
                  <a:pt x="1855" y="74409"/>
                  <a:pt x="1824" y="75078"/>
                  <a:pt x="1733" y="75048"/>
                </a:cubicBezTo>
                <a:cubicBezTo>
                  <a:pt x="1459" y="75230"/>
                  <a:pt x="1733" y="74288"/>
                  <a:pt x="1733" y="73862"/>
                </a:cubicBezTo>
                <a:cubicBezTo>
                  <a:pt x="1459" y="73953"/>
                  <a:pt x="1581" y="74774"/>
                  <a:pt x="1459" y="75473"/>
                </a:cubicBezTo>
                <a:cubicBezTo>
                  <a:pt x="1156" y="74987"/>
                  <a:pt x="1581" y="73832"/>
                  <a:pt x="1703" y="72586"/>
                </a:cubicBezTo>
                <a:cubicBezTo>
                  <a:pt x="1763" y="72707"/>
                  <a:pt x="1763" y="73072"/>
                  <a:pt x="1824" y="73163"/>
                </a:cubicBezTo>
                <a:cubicBezTo>
                  <a:pt x="1855" y="72859"/>
                  <a:pt x="1885" y="72555"/>
                  <a:pt x="1946" y="72282"/>
                </a:cubicBezTo>
                <a:cubicBezTo>
                  <a:pt x="1946" y="72160"/>
                  <a:pt x="1976" y="72069"/>
                  <a:pt x="2007" y="72008"/>
                </a:cubicBezTo>
                <a:lnTo>
                  <a:pt x="2037" y="71917"/>
                </a:lnTo>
                <a:lnTo>
                  <a:pt x="2159" y="71856"/>
                </a:lnTo>
                <a:cubicBezTo>
                  <a:pt x="2432" y="71734"/>
                  <a:pt x="2645" y="71734"/>
                  <a:pt x="2949" y="71583"/>
                </a:cubicBezTo>
                <a:cubicBezTo>
                  <a:pt x="3070" y="71461"/>
                  <a:pt x="3070" y="71400"/>
                  <a:pt x="3253" y="71248"/>
                </a:cubicBezTo>
                <a:cubicBezTo>
                  <a:pt x="2797" y="71309"/>
                  <a:pt x="2159" y="71674"/>
                  <a:pt x="1794" y="71643"/>
                </a:cubicBezTo>
                <a:cubicBezTo>
                  <a:pt x="2280" y="71309"/>
                  <a:pt x="2675" y="71096"/>
                  <a:pt x="2827" y="71248"/>
                </a:cubicBezTo>
                <a:cubicBezTo>
                  <a:pt x="3435" y="70792"/>
                  <a:pt x="3526" y="70579"/>
                  <a:pt x="3618" y="70367"/>
                </a:cubicBezTo>
                <a:cubicBezTo>
                  <a:pt x="3922" y="70184"/>
                  <a:pt x="4073" y="70184"/>
                  <a:pt x="4195" y="70275"/>
                </a:cubicBezTo>
                <a:cubicBezTo>
                  <a:pt x="4317" y="70124"/>
                  <a:pt x="4469" y="70002"/>
                  <a:pt x="4560" y="69850"/>
                </a:cubicBezTo>
                <a:cubicBezTo>
                  <a:pt x="4621" y="69789"/>
                  <a:pt x="4681" y="69728"/>
                  <a:pt x="4742" y="69668"/>
                </a:cubicBezTo>
                <a:cubicBezTo>
                  <a:pt x="4864" y="69576"/>
                  <a:pt x="4985" y="69516"/>
                  <a:pt x="5077" y="69424"/>
                </a:cubicBezTo>
                <a:cubicBezTo>
                  <a:pt x="5289" y="69303"/>
                  <a:pt x="5593" y="69090"/>
                  <a:pt x="5654" y="69151"/>
                </a:cubicBezTo>
                <a:cubicBezTo>
                  <a:pt x="6080" y="68786"/>
                  <a:pt x="5472" y="69029"/>
                  <a:pt x="5715" y="68695"/>
                </a:cubicBezTo>
                <a:lnTo>
                  <a:pt x="5320" y="68968"/>
                </a:lnTo>
                <a:cubicBezTo>
                  <a:pt x="5381" y="68786"/>
                  <a:pt x="6171" y="68209"/>
                  <a:pt x="6171" y="68573"/>
                </a:cubicBezTo>
                <a:cubicBezTo>
                  <a:pt x="6688" y="68087"/>
                  <a:pt x="6961" y="68057"/>
                  <a:pt x="7447" y="67661"/>
                </a:cubicBezTo>
                <a:cubicBezTo>
                  <a:pt x="7052" y="67783"/>
                  <a:pt x="6049" y="68573"/>
                  <a:pt x="6201" y="68087"/>
                </a:cubicBezTo>
                <a:cubicBezTo>
                  <a:pt x="6536" y="67813"/>
                  <a:pt x="6627" y="68026"/>
                  <a:pt x="6961" y="67783"/>
                </a:cubicBezTo>
                <a:cubicBezTo>
                  <a:pt x="7022" y="67692"/>
                  <a:pt x="7022" y="67631"/>
                  <a:pt x="7143" y="67509"/>
                </a:cubicBezTo>
                <a:cubicBezTo>
                  <a:pt x="7083" y="67418"/>
                  <a:pt x="6900" y="67509"/>
                  <a:pt x="6870" y="67388"/>
                </a:cubicBezTo>
                <a:cubicBezTo>
                  <a:pt x="6596" y="67570"/>
                  <a:pt x="6566" y="67692"/>
                  <a:pt x="6414" y="67844"/>
                </a:cubicBezTo>
                <a:cubicBezTo>
                  <a:pt x="6080" y="67874"/>
                  <a:pt x="7083" y="67145"/>
                  <a:pt x="7387" y="67054"/>
                </a:cubicBezTo>
                <a:cubicBezTo>
                  <a:pt x="7478" y="67145"/>
                  <a:pt x="7326" y="67297"/>
                  <a:pt x="7447" y="67388"/>
                </a:cubicBezTo>
                <a:cubicBezTo>
                  <a:pt x="7812" y="66902"/>
                  <a:pt x="8663" y="66263"/>
                  <a:pt x="8967" y="66324"/>
                </a:cubicBezTo>
                <a:cubicBezTo>
                  <a:pt x="9150" y="66050"/>
                  <a:pt x="8724" y="66233"/>
                  <a:pt x="8542" y="66233"/>
                </a:cubicBezTo>
                <a:cubicBezTo>
                  <a:pt x="9089" y="65564"/>
                  <a:pt x="10031" y="65534"/>
                  <a:pt x="10700" y="64713"/>
                </a:cubicBezTo>
                <a:cubicBezTo>
                  <a:pt x="11034" y="64348"/>
                  <a:pt x="10973" y="64774"/>
                  <a:pt x="11368" y="64318"/>
                </a:cubicBezTo>
                <a:cubicBezTo>
                  <a:pt x="11794" y="64044"/>
                  <a:pt x="11520" y="63984"/>
                  <a:pt x="11764" y="63771"/>
                </a:cubicBezTo>
                <a:cubicBezTo>
                  <a:pt x="12432" y="63406"/>
                  <a:pt x="12736" y="63011"/>
                  <a:pt x="13223" y="62859"/>
                </a:cubicBezTo>
                <a:cubicBezTo>
                  <a:pt x="13314" y="62737"/>
                  <a:pt x="13253" y="62616"/>
                  <a:pt x="13496" y="62464"/>
                </a:cubicBezTo>
                <a:cubicBezTo>
                  <a:pt x="13618" y="62281"/>
                  <a:pt x="13527" y="62129"/>
                  <a:pt x="13709" y="61947"/>
                </a:cubicBezTo>
                <a:cubicBezTo>
                  <a:pt x="13527" y="61977"/>
                  <a:pt x="13527" y="61917"/>
                  <a:pt x="13739" y="61734"/>
                </a:cubicBezTo>
                <a:cubicBezTo>
                  <a:pt x="13891" y="61886"/>
                  <a:pt x="13648" y="62342"/>
                  <a:pt x="14165" y="62038"/>
                </a:cubicBezTo>
                <a:cubicBezTo>
                  <a:pt x="14469" y="61765"/>
                  <a:pt x="13922" y="62069"/>
                  <a:pt x="13982" y="61795"/>
                </a:cubicBezTo>
                <a:cubicBezTo>
                  <a:pt x="14499" y="61461"/>
                  <a:pt x="14682" y="61096"/>
                  <a:pt x="15016" y="60822"/>
                </a:cubicBezTo>
                <a:cubicBezTo>
                  <a:pt x="15472" y="60458"/>
                  <a:pt x="15928" y="60397"/>
                  <a:pt x="16475" y="59911"/>
                </a:cubicBezTo>
                <a:cubicBezTo>
                  <a:pt x="16779" y="59698"/>
                  <a:pt x="16201" y="59698"/>
                  <a:pt x="16718" y="59455"/>
                </a:cubicBezTo>
                <a:cubicBezTo>
                  <a:pt x="17083" y="59120"/>
                  <a:pt x="16840" y="59455"/>
                  <a:pt x="16931" y="59455"/>
                </a:cubicBezTo>
                <a:cubicBezTo>
                  <a:pt x="17022" y="59424"/>
                  <a:pt x="17326" y="59151"/>
                  <a:pt x="17417" y="59333"/>
                </a:cubicBezTo>
                <a:cubicBezTo>
                  <a:pt x="17843" y="58877"/>
                  <a:pt x="17417" y="58999"/>
                  <a:pt x="17539" y="58695"/>
                </a:cubicBezTo>
                <a:cubicBezTo>
                  <a:pt x="18025" y="58421"/>
                  <a:pt x="18481" y="58056"/>
                  <a:pt x="18876" y="57631"/>
                </a:cubicBezTo>
                <a:cubicBezTo>
                  <a:pt x="19211" y="57540"/>
                  <a:pt x="18998" y="57813"/>
                  <a:pt x="18967" y="57996"/>
                </a:cubicBezTo>
                <a:cubicBezTo>
                  <a:pt x="19241" y="57965"/>
                  <a:pt x="19727" y="57418"/>
                  <a:pt x="20122" y="56993"/>
                </a:cubicBezTo>
                <a:cubicBezTo>
                  <a:pt x="20183" y="57266"/>
                  <a:pt x="20396" y="57175"/>
                  <a:pt x="20031" y="57600"/>
                </a:cubicBezTo>
                <a:cubicBezTo>
                  <a:pt x="20122" y="57661"/>
                  <a:pt x="20366" y="57418"/>
                  <a:pt x="20548" y="57266"/>
                </a:cubicBezTo>
                <a:cubicBezTo>
                  <a:pt x="20822" y="57053"/>
                  <a:pt x="20426" y="56993"/>
                  <a:pt x="20426" y="56841"/>
                </a:cubicBezTo>
                <a:cubicBezTo>
                  <a:pt x="20791" y="56537"/>
                  <a:pt x="20578" y="56415"/>
                  <a:pt x="21034" y="56081"/>
                </a:cubicBezTo>
                <a:cubicBezTo>
                  <a:pt x="21156" y="55959"/>
                  <a:pt x="21065" y="55898"/>
                  <a:pt x="21034" y="55807"/>
                </a:cubicBezTo>
                <a:cubicBezTo>
                  <a:pt x="21885" y="55260"/>
                  <a:pt x="22554" y="54591"/>
                  <a:pt x="23253" y="54135"/>
                </a:cubicBezTo>
                <a:cubicBezTo>
                  <a:pt x="23375" y="54014"/>
                  <a:pt x="23314" y="53983"/>
                  <a:pt x="23314" y="53923"/>
                </a:cubicBezTo>
                <a:cubicBezTo>
                  <a:pt x="23831" y="53527"/>
                  <a:pt x="24165" y="53163"/>
                  <a:pt x="24530" y="52950"/>
                </a:cubicBezTo>
                <a:cubicBezTo>
                  <a:pt x="24560" y="52950"/>
                  <a:pt x="24591" y="53072"/>
                  <a:pt x="24621" y="53041"/>
                </a:cubicBezTo>
                <a:cubicBezTo>
                  <a:pt x="24743" y="53011"/>
                  <a:pt x="25077" y="52646"/>
                  <a:pt x="25229" y="52555"/>
                </a:cubicBezTo>
                <a:cubicBezTo>
                  <a:pt x="25381" y="52494"/>
                  <a:pt x="25229" y="52403"/>
                  <a:pt x="25381" y="52251"/>
                </a:cubicBezTo>
                <a:cubicBezTo>
                  <a:pt x="25381" y="51947"/>
                  <a:pt x="24955" y="52524"/>
                  <a:pt x="24986" y="52220"/>
                </a:cubicBezTo>
                <a:cubicBezTo>
                  <a:pt x="25411" y="51643"/>
                  <a:pt x="25533" y="52312"/>
                  <a:pt x="26050" y="51552"/>
                </a:cubicBezTo>
                <a:cubicBezTo>
                  <a:pt x="26141" y="51613"/>
                  <a:pt x="25989" y="51765"/>
                  <a:pt x="26050" y="51825"/>
                </a:cubicBezTo>
                <a:cubicBezTo>
                  <a:pt x="26475" y="51613"/>
                  <a:pt x="26597" y="51126"/>
                  <a:pt x="26901" y="51157"/>
                </a:cubicBezTo>
                <a:cubicBezTo>
                  <a:pt x="27053" y="51035"/>
                  <a:pt x="26931" y="50974"/>
                  <a:pt x="26901" y="50883"/>
                </a:cubicBezTo>
                <a:cubicBezTo>
                  <a:pt x="27569" y="50458"/>
                  <a:pt x="28177" y="49941"/>
                  <a:pt x="28694" y="49363"/>
                </a:cubicBezTo>
                <a:cubicBezTo>
                  <a:pt x="28724" y="49454"/>
                  <a:pt x="28329" y="49667"/>
                  <a:pt x="28420" y="49758"/>
                </a:cubicBezTo>
                <a:cubicBezTo>
                  <a:pt x="28694" y="49819"/>
                  <a:pt x="29575" y="48482"/>
                  <a:pt x="28785" y="49211"/>
                </a:cubicBezTo>
                <a:cubicBezTo>
                  <a:pt x="28755" y="49059"/>
                  <a:pt x="29393" y="48725"/>
                  <a:pt x="29606" y="48482"/>
                </a:cubicBezTo>
                <a:cubicBezTo>
                  <a:pt x="29636" y="48634"/>
                  <a:pt x="29788" y="48573"/>
                  <a:pt x="29910" y="48603"/>
                </a:cubicBezTo>
                <a:cubicBezTo>
                  <a:pt x="30031" y="48482"/>
                  <a:pt x="29910" y="48482"/>
                  <a:pt x="29849" y="48543"/>
                </a:cubicBezTo>
                <a:cubicBezTo>
                  <a:pt x="30001" y="48117"/>
                  <a:pt x="31186" y="47783"/>
                  <a:pt x="31126" y="47357"/>
                </a:cubicBezTo>
                <a:cubicBezTo>
                  <a:pt x="31490" y="47053"/>
                  <a:pt x="31521" y="47327"/>
                  <a:pt x="31946" y="46901"/>
                </a:cubicBezTo>
                <a:cubicBezTo>
                  <a:pt x="31916" y="46749"/>
                  <a:pt x="31703" y="46932"/>
                  <a:pt x="31490" y="47084"/>
                </a:cubicBezTo>
                <a:cubicBezTo>
                  <a:pt x="31521" y="46871"/>
                  <a:pt x="32220" y="46536"/>
                  <a:pt x="32402" y="46445"/>
                </a:cubicBezTo>
                <a:cubicBezTo>
                  <a:pt x="32585" y="46263"/>
                  <a:pt x="32098" y="46385"/>
                  <a:pt x="32645" y="45989"/>
                </a:cubicBezTo>
                <a:cubicBezTo>
                  <a:pt x="32889" y="45777"/>
                  <a:pt x="32919" y="45898"/>
                  <a:pt x="33010" y="45989"/>
                </a:cubicBezTo>
                <a:cubicBezTo>
                  <a:pt x="33466" y="45685"/>
                  <a:pt x="33679" y="45229"/>
                  <a:pt x="34135" y="44834"/>
                </a:cubicBezTo>
                <a:cubicBezTo>
                  <a:pt x="34196" y="44774"/>
                  <a:pt x="34317" y="44774"/>
                  <a:pt x="34408" y="44713"/>
                </a:cubicBezTo>
                <a:cubicBezTo>
                  <a:pt x="34591" y="44591"/>
                  <a:pt x="34591" y="44470"/>
                  <a:pt x="34621" y="44439"/>
                </a:cubicBezTo>
                <a:cubicBezTo>
                  <a:pt x="34895" y="44166"/>
                  <a:pt x="35442" y="43801"/>
                  <a:pt x="35959" y="43375"/>
                </a:cubicBezTo>
                <a:cubicBezTo>
                  <a:pt x="36171" y="43193"/>
                  <a:pt x="36597" y="42889"/>
                  <a:pt x="36810" y="42707"/>
                </a:cubicBezTo>
                <a:cubicBezTo>
                  <a:pt x="37144" y="42463"/>
                  <a:pt x="37326" y="42068"/>
                  <a:pt x="37691" y="42008"/>
                </a:cubicBezTo>
                <a:cubicBezTo>
                  <a:pt x="37874" y="41947"/>
                  <a:pt x="38086" y="41856"/>
                  <a:pt x="38208" y="41704"/>
                </a:cubicBezTo>
                <a:cubicBezTo>
                  <a:pt x="38238" y="41612"/>
                  <a:pt x="38238" y="41552"/>
                  <a:pt x="38269" y="41491"/>
                </a:cubicBezTo>
                <a:cubicBezTo>
                  <a:pt x="38299" y="41430"/>
                  <a:pt x="39333" y="41065"/>
                  <a:pt x="39211" y="40640"/>
                </a:cubicBezTo>
                <a:lnTo>
                  <a:pt x="40640" y="39454"/>
                </a:lnTo>
                <a:cubicBezTo>
                  <a:pt x="40822" y="39302"/>
                  <a:pt x="40974" y="39150"/>
                  <a:pt x="41095" y="38998"/>
                </a:cubicBezTo>
                <a:cubicBezTo>
                  <a:pt x="41278" y="38877"/>
                  <a:pt x="41369" y="38968"/>
                  <a:pt x="41551" y="38816"/>
                </a:cubicBezTo>
                <a:cubicBezTo>
                  <a:pt x="41947" y="38542"/>
                  <a:pt x="41764" y="38390"/>
                  <a:pt x="42190" y="38360"/>
                </a:cubicBezTo>
                <a:lnTo>
                  <a:pt x="42433" y="37904"/>
                </a:lnTo>
                <a:cubicBezTo>
                  <a:pt x="44226" y="36445"/>
                  <a:pt x="45989" y="35017"/>
                  <a:pt x="47479" y="33649"/>
                </a:cubicBezTo>
                <a:cubicBezTo>
                  <a:pt x="47600" y="33618"/>
                  <a:pt x="47752" y="33618"/>
                  <a:pt x="47874" y="33649"/>
                </a:cubicBezTo>
                <a:cubicBezTo>
                  <a:pt x="48877" y="32463"/>
                  <a:pt x="50123" y="31551"/>
                  <a:pt x="51248" y="30548"/>
                </a:cubicBezTo>
                <a:cubicBezTo>
                  <a:pt x="51582" y="30305"/>
                  <a:pt x="51187" y="30244"/>
                  <a:pt x="51643" y="30001"/>
                </a:cubicBezTo>
                <a:cubicBezTo>
                  <a:pt x="51704" y="30214"/>
                  <a:pt x="51947" y="30123"/>
                  <a:pt x="52220" y="30001"/>
                </a:cubicBezTo>
                <a:cubicBezTo>
                  <a:pt x="52190" y="29758"/>
                  <a:pt x="51795" y="30153"/>
                  <a:pt x="51764" y="29910"/>
                </a:cubicBezTo>
                <a:cubicBezTo>
                  <a:pt x="52068" y="29667"/>
                  <a:pt x="52372" y="29424"/>
                  <a:pt x="52463" y="29545"/>
                </a:cubicBezTo>
                <a:cubicBezTo>
                  <a:pt x="52585" y="29454"/>
                  <a:pt x="52615" y="29272"/>
                  <a:pt x="52555" y="29120"/>
                </a:cubicBezTo>
                <a:cubicBezTo>
                  <a:pt x="53406" y="28451"/>
                  <a:pt x="53740" y="28269"/>
                  <a:pt x="54682" y="27539"/>
                </a:cubicBezTo>
                <a:cubicBezTo>
                  <a:pt x="54530" y="27813"/>
                  <a:pt x="54561" y="28178"/>
                  <a:pt x="54743" y="28451"/>
                </a:cubicBezTo>
                <a:cubicBezTo>
                  <a:pt x="55047" y="28269"/>
                  <a:pt x="54926" y="28178"/>
                  <a:pt x="54895" y="28086"/>
                </a:cubicBezTo>
                <a:cubicBezTo>
                  <a:pt x="55260" y="27843"/>
                  <a:pt x="55381" y="28026"/>
                  <a:pt x="55655" y="28056"/>
                </a:cubicBezTo>
                <a:cubicBezTo>
                  <a:pt x="56172" y="27478"/>
                  <a:pt x="56871" y="27296"/>
                  <a:pt x="57084" y="26810"/>
                </a:cubicBezTo>
                <a:cubicBezTo>
                  <a:pt x="57327" y="26567"/>
                  <a:pt x="57327" y="26779"/>
                  <a:pt x="57540" y="26627"/>
                </a:cubicBezTo>
                <a:cubicBezTo>
                  <a:pt x="57661" y="26536"/>
                  <a:pt x="57540" y="26475"/>
                  <a:pt x="57722" y="26354"/>
                </a:cubicBezTo>
                <a:cubicBezTo>
                  <a:pt x="58117" y="25959"/>
                  <a:pt x="58239" y="26080"/>
                  <a:pt x="58634" y="25746"/>
                </a:cubicBezTo>
                <a:cubicBezTo>
                  <a:pt x="58786" y="25807"/>
                  <a:pt x="58968" y="25807"/>
                  <a:pt x="59394" y="25442"/>
                </a:cubicBezTo>
                <a:cubicBezTo>
                  <a:pt x="59546" y="25047"/>
                  <a:pt x="58299" y="26141"/>
                  <a:pt x="58999" y="25442"/>
                </a:cubicBezTo>
                <a:cubicBezTo>
                  <a:pt x="59181" y="25320"/>
                  <a:pt x="59333" y="25199"/>
                  <a:pt x="59515" y="25077"/>
                </a:cubicBezTo>
                <a:cubicBezTo>
                  <a:pt x="59819" y="24804"/>
                  <a:pt x="59819" y="24682"/>
                  <a:pt x="59941" y="24591"/>
                </a:cubicBezTo>
                <a:cubicBezTo>
                  <a:pt x="60154" y="24408"/>
                  <a:pt x="60245" y="24439"/>
                  <a:pt x="60488" y="24287"/>
                </a:cubicBezTo>
                <a:cubicBezTo>
                  <a:pt x="61461" y="23527"/>
                  <a:pt x="62616" y="22524"/>
                  <a:pt x="63224" y="22190"/>
                </a:cubicBezTo>
                <a:cubicBezTo>
                  <a:pt x="63376" y="22068"/>
                  <a:pt x="63284" y="22007"/>
                  <a:pt x="63224" y="21916"/>
                </a:cubicBezTo>
                <a:cubicBezTo>
                  <a:pt x="64075" y="21460"/>
                  <a:pt x="64804" y="20822"/>
                  <a:pt x="65412" y="20092"/>
                </a:cubicBezTo>
                <a:cubicBezTo>
                  <a:pt x="65625" y="19940"/>
                  <a:pt x="65868" y="19819"/>
                  <a:pt x="66081" y="19697"/>
                </a:cubicBezTo>
                <a:cubicBezTo>
                  <a:pt x="66324" y="19515"/>
                  <a:pt x="66324" y="19363"/>
                  <a:pt x="66415" y="19302"/>
                </a:cubicBezTo>
                <a:cubicBezTo>
                  <a:pt x="66537" y="19180"/>
                  <a:pt x="66658" y="19272"/>
                  <a:pt x="66719" y="19241"/>
                </a:cubicBezTo>
                <a:cubicBezTo>
                  <a:pt x="66810" y="19180"/>
                  <a:pt x="67297" y="18755"/>
                  <a:pt x="67327" y="18724"/>
                </a:cubicBezTo>
                <a:cubicBezTo>
                  <a:pt x="67540" y="18512"/>
                  <a:pt x="67813" y="18299"/>
                  <a:pt x="68056" y="18117"/>
                </a:cubicBezTo>
                <a:cubicBezTo>
                  <a:pt x="67965" y="18056"/>
                  <a:pt x="67722" y="18299"/>
                  <a:pt x="67509" y="18421"/>
                </a:cubicBezTo>
                <a:cubicBezTo>
                  <a:pt x="67145" y="18542"/>
                  <a:pt x="68330" y="17782"/>
                  <a:pt x="68664" y="17539"/>
                </a:cubicBezTo>
                <a:cubicBezTo>
                  <a:pt x="68452" y="17904"/>
                  <a:pt x="69151" y="17478"/>
                  <a:pt x="68725" y="17934"/>
                </a:cubicBezTo>
                <a:cubicBezTo>
                  <a:pt x="68938" y="17995"/>
                  <a:pt x="68847" y="17600"/>
                  <a:pt x="69303" y="17417"/>
                </a:cubicBezTo>
                <a:cubicBezTo>
                  <a:pt x="69394" y="17174"/>
                  <a:pt x="68847" y="17417"/>
                  <a:pt x="69151" y="17174"/>
                </a:cubicBezTo>
                <a:cubicBezTo>
                  <a:pt x="69667" y="16810"/>
                  <a:pt x="69151" y="17296"/>
                  <a:pt x="69546" y="17174"/>
                </a:cubicBezTo>
                <a:cubicBezTo>
                  <a:pt x="69789" y="17053"/>
                  <a:pt x="69607" y="16931"/>
                  <a:pt x="69698" y="16840"/>
                </a:cubicBezTo>
                <a:cubicBezTo>
                  <a:pt x="69759" y="16718"/>
                  <a:pt x="70367" y="16445"/>
                  <a:pt x="70093" y="16354"/>
                </a:cubicBezTo>
                <a:cubicBezTo>
                  <a:pt x="70762" y="15837"/>
                  <a:pt x="71309" y="15533"/>
                  <a:pt x="71917" y="15138"/>
                </a:cubicBezTo>
                <a:cubicBezTo>
                  <a:pt x="71977" y="15381"/>
                  <a:pt x="72342" y="15168"/>
                  <a:pt x="72160" y="15503"/>
                </a:cubicBezTo>
                <a:cubicBezTo>
                  <a:pt x="72981" y="15047"/>
                  <a:pt x="73771" y="14499"/>
                  <a:pt x="74470" y="13892"/>
                </a:cubicBezTo>
                <a:cubicBezTo>
                  <a:pt x="74561" y="13800"/>
                  <a:pt x="74561" y="13740"/>
                  <a:pt x="74531" y="13679"/>
                </a:cubicBezTo>
                <a:cubicBezTo>
                  <a:pt x="75564" y="12858"/>
                  <a:pt x="76902" y="12281"/>
                  <a:pt x="77358" y="11673"/>
                </a:cubicBezTo>
                <a:cubicBezTo>
                  <a:pt x="77935" y="11338"/>
                  <a:pt x="78877" y="10852"/>
                  <a:pt x="78695" y="10578"/>
                </a:cubicBezTo>
                <a:cubicBezTo>
                  <a:pt x="79060" y="10335"/>
                  <a:pt x="79394" y="10092"/>
                  <a:pt x="79698" y="9819"/>
                </a:cubicBezTo>
                <a:cubicBezTo>
                  <a:pt x="79972" y="9636"/>
                  <a:pt x="80336" y="9484"/>
                  <a:pt x="80519" y="9332"/>
                </a:cubicBezTo>
                <a:cubicBezTo>
                  <a:pt x="80731" y="9180"/>
                  <a:pt x="80762" y="9028"/>
                  <a:pt x="80853" y="8967"/>
                </a:cubicBezTo>
                <a:cubicBezTo>
                  <a:pt x="81339" y="8542"/>
                  <a:pt x="82008" y="8147"/>
                  <a:pt x="82525" y="7752"/>
                </a:cubicBezTo>
                <a:lnTo>
                  <a:pt x="83771" y="6901"/>
                </a:lnTo>
                <a:cubicBezTo>
                  <a:pt x="84379" y="6505"/>
                  <a:pt x="85048" y="6049"/>
                  <a:pt x="85686" y="5594"/>
                </a:cubicBezTo>
                <a:cubicBezTo>
                  <a:pt x="86476" y="5016"/>
                  <a:pt x="87023" y="4499"/>
                  <a:pt x="87783" y="3983"/>
                </a:cubicBezTo>
                <a:cubicBezTo>
                  <a:pt x="88665" y="3375"/>
                  <a:pt x="89516" y="2888"/>
                  <a:pt x="90458" y="2159"/>
                </a:cubicBezTo>
                <a:cubicBezTo>
                  <a:pt x="90245" y="2554"/>
                  <a:pt x="90640" y="2341"/>
                  <a:pt x="90580" y="2584"/>
                </a:cubicBezTo>
                <a:cubicBezTo>
                  <a:pt x="89729" y="3071"/>
                  <a:pt x="90033" y="3253"/>
                  <a:pt x="89394" y="3679"/>
                </a:cubicBezTo>
                <a:cubicBezTo>
                  <a:pt x="89577" y="3800"/>
                  <a:pt x="90124" y="3101"/>
                  <a:pt x="90762" y="2797"/>
                </a:cubicBezTo>
                <a:cubicBezTo>
                  <a:pt x="90124" y="3466"/>
                  <a:pt x="89941" y="4074"/>
                  <a:pt x="90792" y="3709"/>
                </a:cubicBezTo>
                <a:cubicBezTo>
                  <a:pt x="90884" y="3648"/>
                  <a:pt x="91279" y="3223"/>
                  <a:pt x="91461" y="3101"/>
                </a:cubicBezTo>
                <a:cubicBezTo>
                  <a:pt x="91917" y="2767"/>
                  <a:pt x="92890" y="2189"/>
                  <a:pt x="93771" y="1581"/>
                </a:cubicBezTo>
                <a:cubicBezTo>
                  <a:pt x="94136" y="1308"/>
                  <a:pt x="94470" y="1034"/>
                  <a:pt x="94805" y="791"/>
                </a:cubicBezTo>
                <a:cubicBezTo>
                  <a:pt x="94957" y="669"/>
                  <a:pt x="95109" y="578"/>
                  <a:pt x="95230" y="457"/>
                </a:cubicBezTo>
                <a:cubicBezTo>
                  <a:pt x="95321" y="426"/>
                  <a:pt x="95382" y="365"/>
                  <a:pt x="95473" y="335"/>
                </a:cubicBezTo>
                <a:cubicBezTo>
                  <a:pt x="95534" y="335"/>
                  <a:pt x="95595" y="335"/>
                  <a:pt x="95656" y="335"/>
                </a:cubicBezTo>
                <a:cubicBezTo>
                  <a:pt x="95808" y="214"/>
                  <a:pt x="95990" y="92"/>
                  <a:pt x="96172" y="1"/>
                </a:cubicBezTo>
                <a:cubicBezTo>
                  <a:pt x="96355" y="973"/>
                  <a:pt x="96507" y="2980"/>
                  <a:pt x="96720" y="4287"/>
                </a:cubicBezTo>
                <a:cubicBezTo>
                  <a:pt x="96780" y="4834"/>
                  <a:pt x="96932" y="4955"/>
                  <a:pt x="97024" y="5502"/>
                </a:cubicBezTo>
                <a:cubicBezTo>
                  <a:pt x="97328" y="7083"/>
                  <a:pt x="97328" y="9150"/>
                  <a:pt x="97540" y="10670"/>
                </a:cubicBezTo>
                <a:cubicBezTo>
                  <a:pt x="97236" y="10670"/>
                  <a:pt x="97449" y="11490"/>
                  <a:pt x="97297" y="11673"/>
                </a:cubicBezTo>
                <a:lnTo>
                  <a:pt x="97358" y="11946"/>
                </a:lnTo>
                <a:cubicBezTo>
                  <a:pt x="97358" y="12037"/>
                  <a:pt x="97358" y="12098"/>
                  <a:pt x="97358" y="12098"/>
                </a:cubicBezTo>
                <a:cubicBezTo>
                  <a:pt x="97388" y="12129"/>
                  <a:pt x="97388" y="12189"/>
                  <a:pt x="97358" y="12250"/>
                </a:cubicBezTo>
                <a:cubicBezTo>
                  <a:pt x="97358" y="12341"/>
                  <a:pt x="97328" y="12433"/>
                  <a:pt x="97297" y="12524"/>
                </a:cubicBezTo>
                <a:cubicBezTo>
                  <a:pt x="97206" y="12706"/>
                  <a:pt x="97206" y="12949"/>
                  <a:pt x="97267" y="13132"/>
                </a:cubicBezTo>
                <a:cubicBezTo>
                  <a:pt x="96932" y="13132"/>
                  <a:pt x="97054" y="13314"/>
                  <a:pt x="97176" y="13588"/>
                </a:cubicBezTo>
                <a:cubicBezTo>
                  <a:pt x="96659" y="13496"/>
                  <a:pt x="96993" y="14135"/>
                  <a:pt x="96841" y="14347"/>
                </a:cubicBezTo>
                <a:cubicBezTo>
                  <a:pt x="96720" y="14196"/>
                  <a:pt x="96628" y="14226"/>
                  <a:pt x="96537" y="14104"/>
                </a:cubicBezTo>
                <a:cubicBezTo>
                  <a:pt x="96476" y="14196"/>
                  <a:pt x="96689" y="14378"/>
                  <a:pt x="96811" y="14530"/>
                </a:cubicBezTo>
                <a:cubicBezTo>
                  <a:pt x="96476" y="14408"/>
                  <a:pt x="96628" y="14651"/>
                  <a:pt x="96294" y="14469"/>
                </a:cubicBezTo>
                <a:cubicBezTo>
                  <a:pt x="96172" y="14499"/>
                  <a:pt x="96264" y="14621"/>
                  <a:pt x="96355" y="14773"/>
                </a:cubicBezTo>
                <a:cubicBezTo>
                  <a:pt x="96203" y="14651"/>
                  <a:pt x="96142" y="14803"/>
                  <a:pt x="95990" y="14743"/>
                </a:cubicBezTo>
                <a:cubicBezTo>
                  <a:pt x="95929" y="14743"/>
                  <a:pt x="95838" y="14530"/>
                  <a:pt x="95808" y="14530"/>
                </a:cubicBezTo>
                <a:cubicBezTo>
                  <a:pt x="95625" y="14469"/>
                  <a:pt x="95595" y="14773"/>
                  <a:pt x="95413" y="14591"/>
                </a:cubicBezTo>
                <a:cubicBezTo>
                  <a:pt x="95352" y="14530"/>
                  <a:pt x="95413" y="14408"/>
                  <a:pt x="95321" y="14347"/>
                </a:cubicBezTo>
                <a:cubicBezTo>
                  <a:pt x="95139" y="14165"/>
                  <a:pt x="94926" y="14044"/>
                  <a:pt x="94683" y="14013"/>
                </a:cubicBezTo>
                <a:cubicBezTo>
                  <a:pt x="94501" y="13527"/>
                  <a:pt x="94318" y="13557"/>
                  <a:pt x="94166" y="13040"/>
                </a:cubicBezTo>
                <a:cubicBezTo>
                  <a:pt x="94075" y="12888"/>
                  <a:pt x="94014" y="12980"/>
                  <a:pt x="93923" y="13010"/>
                </a:cubicBezTo>
                <a:cubicBezTo>
                  <a:pt x="93862" y="12159"/>
                  <a:pt x="93528" y="10639"/>
                  <a:pt x="93802" y="9606"/>
                </a:cubicBezTo>
                <a:lnTo>
                  <a:pt x="93680" y="8177"/>
                </a:lnTo>
                <a:cubicBezTo>
                  <a:pt x="93285" y="8724"/>
                  <a:pt x="93194" y="9545"/>
                  <a:pt x="92981" y="10001"/>
                </a:cubicBezTo>
                <a:cubicBezTo>
                  <a:pt x="92859" y="9089"/>
                  <a:pt x="92677" y="10548"/>
                  <a:pt x="92495" y="10396"/>
                </a:cubicBezTo>
                <a:lnTo>
                  <a:pt x="92464" y="9879"/>
                </a:lnTo>
                <a:cubicBezTo>
                  <a:pt x="92343" y="10092"/>
                  <a:pt x="92343" y="10335"/>
                  <a:pt x="92160" y="10518"/>
                </a:cubicBezTo>
                <a:cubicBezTo>
                  <a:pt x="92160" y="9788"/>
                  <a:pt x="92130" y="9697"/>
                  <a:pt x="92130" y="9089"/>
                </a:cubicBezTo>
                <a:lnTo>
                  <a:pt x="92130" y="9089"/>
                </a:lnTo>
                <a:cubicBezTo>
                  <a:pt x="92221" y="8785"/>
                  <a:pt x="92251" y="8451"/>
                  <a:pt x="92251" y="8147"/>
                </a:cubicBezTo>
                <a:cubicBezTo>
                  <a:pt x="91887" y="8420"/>
                  <a:pt x="92130" y="8451"/>
                  <a:pt x="91917" y="8633"/>
                </a:cubicBezTo>
                <a:lnTo>
                  <a:pt x="91492" y="8876"/>
                </a:lnTo>
                <a:lnTo>
                  <a:pt x="91644" y="8451"/>
                </a:lnTo>
                <a:cubicBezTo>
                  <a:pt x="91188" y="8815"/>
                  <a:pt x="90975" y="8633"/>
                  <a:pt x="90762" y="9119"/>
                </a:cubicBezTo>
                <a:cubicBezTo>
                  <a:pt x="90701" y="9271"/>
                  <a:pt x="91461" y="8481"/>
                  <a:pt x="91188" y="9089"/>
                </a:cubicBezTo>
                <a:lnTo>
                  <a:pt x="87935" y="11156"/>
                </a:lnTo>
                <a:cubicBezTo>
                  <a:pt x="87814" y="11278"/>
                  <a:pt x="87783" y="11399"/>
                  <a:pt x="87662" y="11521"/>
                </a:cubicBezTo>
                <a:cubicBezTo>
                  <a:pt x="87692" y="11673"/>
                  <a:pt x="87874" y="11612"/>
                  <a:pt x="87844" y="11885"/>
                </a:cubicBezTo>
                <a:cubicBezTo>
                  <a:pt x="87419" y="12281"/>
                  <a:pt x="87540" y="12402"/>
                  <a:pt x="86993" y="12645"/>
                </a:cubicBezTo>
                <a:cubicBezTo>
                  <a:pt x="86993" y="12888"/>
                  <a:pt x="87236" y="12645"/>
                  <a:pt x="87388" y="12524"/>
                </a:cubicBezTo>
                <a:cubicBezTo>
                  <a:pt x="87692" y="12402"/>
                  <a:pt x="87267" y="12706"/>
                  <a:pt x="87175" y="12767"/>
                </a:cubicBezTo>
                <a:cubicBezTo>
                  <a:pt x="86963" y="12858"/>
                  <a:pt x="86780" y="12980"/>
                  <a:pt x="86628" y="13101"/>
                </a:cubicBezTo>
                <a:lnTo>
                  <a:pt x="85808" y="13679"/>
                </a:lnTo>
                <a:cubicBezTo>
                  <a:pt x="85291" y="14044"/>
                  <a:pt x="84804" y="14317"/>
                  <a:pt x="84561" y="14256"/>
                </a:cubicBezTo>
                <a:cubicBezTo>
                  <a:pt x="84349" y="14621"/>
                  <a:pt x="84014" y="14925"/>
                  <a:pt x="83619" y="15107"/>
                </a:cubicBezTo>
                <a:cubicBezTo>
                  <a:pt x="83589" y="15016"/>
                  <a:pt x="84014" y="14834"/>
                  <a:pt x="83953" y="14743"/>
                </a:cubicBezTo>
                <a:cubicBezTo>
                  <a:pt x="83893" y="14712"/>
                  <a:pt x="83771" y="14773"/>
                  <a:pt x="83741" y="14712"/>
                </a:cubicBezTo>
                <a:cubicBezTo>
                  <a:pt x="83467" y="14955"/>
                  <a:pt x="83194" y="15199"/>
                  <a:pt x="83224" y="15381"/>
                </a:cubicBezTo>
                <a:cubicBezTo>
                  <a:pt x="82373" y="16019"/>
                  <a:pt x="81552" y="16293"/>
                  <a:pt x="80914" y="16931"/>
                </a:cubicBezTo>
                <a:cubicBezTo>
                  <a:pt x="81461" y="16323"/>
                  <a:pt x="80306" y="17174"/>
                  <a:pt x="80276" y="17387"/>
                </a:cubicBezTo>
                <a:cubicBezTo>
                  <a:pt x="79485" y="17934"/>
                  <a:pt x="78513" y="18542"/>
                  <a:pt x="77844" y="19059"/>
                </a:cubicBezTo>
                <a:cubicBezTo>
                  <a:pt x="75990" y="20427"/>
                  <a:pt x="73467" y="21886"/>
                  <a:pt x="72281" y="23101"/>
                </a:cubicBezTo>
                <a:cubicBezTo>
                  <a:pt x="72038" y="23223"/>
                  <a:pt x="72190" y="23010"/>
                  <a:pt x="72160" y="22949"/>
                </a:cubicBezTo>
                <a:cubicBezTo>
                  <a:pt x="72038" y="23041"/>
                  <a:pt x="71947" y="23071"/>
                  <a:pt x="71886" y="23071"/>
                </a:cubicBezTo>
                <a:cubicBezTo>
                  <a:pt x="71522" y="23314"/>
                  <a:pt x="71643" y="23375"/>
                  <a:pt x="71309" y="23618"/>
                </a:cubicBezTo>
                <a:cubicBezTo>
                  <a:pt x="71096" y="23801"/>
                  <a:pt x="70701" y="23892"/>
                  <a:pt x="70488" y="24044"/>
                </a:cubicBezTo>
                <a:cubicBezTo>
                  <a:pt x="70245" y="24226"/>
                  <a:pt x="70245" y="24439"/>
                  <a:pt x="69911" y="24621"/>
                </a:cubicBezTo>
                <a:cubicBezTo>
                  <a:pt x="69607" y="24804"/>
                  <a:pt x="69485" y="24864"/>
                  <a:pt x="69424" y="24712"/>
                </a:cubicBezTo>
                <a:cubicBezTo>
                  <a:pt x="69211" y="24986"/>
                  <a:pt x="69303" y="25199"/>
                  <a:pt x="68664" y="25533"/>
                </a:cubicBezTo>
                <a:cubicBezTo>
                  <a:pt x="68664" y="25442"/>
                  <a:pt x="68908" y="25320"/>
                  <a:pt x="68847" y="25229"/>
                </a:cubicBezTo>
                <a:cubicBezTo>
                  <a:pt x="68634" y="25229"/>
                  <a:pt x="68330" y="25624"/>
                  <a:pt x="67935" y="25807"/>
                </a:cubicBezTo>
                <a:cubicBezTo>
                  <a:pt x="67874" y="25837"/>
                  <a:pt x="67601" y="25867"/>
                  <a:pt x="67601" y="25867"/>
                </a:cubicBezTo>
                <a:cubicBezTo>
                  <a:pt x="66628" y="26506"/>
                  <a:pt x="65716" y="27387"/>
                  <a:pt x="65108" y="27782"/>
                </a:cubicBezTo>
                <a:cubicBezTo>
                  <a:pt x="65017" y="27874"/>
                  <a:pt x="64986" y="27995"/>
                  <a:pt x="64956" y="28147"/>
                </a:cubicBezTo>
                <a:cubicBezTo>
                  <a:pt x="64348" y="28299"/>
                  <a:pt x="63558" y="29089"/>
                  <a:pt x="62950" y="29606"/>
                </a:cubicBezTo>
                <a:lnTo>
                  <a:pt x="62828" y="29454"/>
                </a:lnTo>
                <a:cubicBezTo>
                  <a:pt x="62585" y="29697"/>
                  <a:pt x="62190" y="29971"/>
                  <a:pt x="62220" y="30153"/>
                </a:cubicBezTo>
                <a:cubicBezTo>
                  <a:pt x="61795" y="30396"/>
                  <a:pt x="62251" y="29910"/>
                  <a:pt x="62190" y="29849"/>
                </a:cubicBezTo>
                <a:cubicBezTo>
                  <a:pt x="61886" y="30092"/>
                  <a:pt x="61613" y="30366"/>
                  <a:pt x="61430" y="30670"/>
                </a:cubicBezTo>
                <a:cubicBezTo>
                  <a:pt x="60792" y="31035"/>
                  <a:pt x="60214" y="31491"/>
                  <a:pt x="59728" y="32068"/>
                </a:cubicBezTo>
                <a:cubicBezTo>
                  <a:pt x="59546" y="32159"/>
                  <a:pt x="59363" y="32220"/>
                  <a:pt x="59151" y="32311"/>
                </a:cubicBezTo>
                <a:cubicBezTo>
                  <a:pt x="57418" y="34044"/>
                  <a:pt x="55503" y="35594"/>
                  <a:pt x="53467" y="36962"/>
                </a:cubicBezTo>
                <a:cubicBezTo>
                  <a:pt x="53193" y="37235"/>
                  <a:pt x="52950" y="37509"/>
                  <a:pt x="52707" y="37783"/>
                </a:cubicBezTo>
                <a:cubicBezTo>
                  <a:pt x="52159" y="38117"/>
                  <a:pt x="51643" y="38451"/>
                  <a:pt x="51126" y="38816"/>
                </a:cubicBezTo>
                <a:lnTo>
                  <a:pt x="50974" y="38573"/>
                </a:lnTo>
                <a:cubicBezTo>
                  <a:pt x="50579" y="39029"/>
                  <a:pt x="50001" y="39849"/>
                  <a:pt x="49454" y="39941"/>
                </a:cubicBezTo>
                <a:cubicBezTo>
                  <a:pt x="49485" y="39667"/>
                  <a:pt x="50093" y="39424"/>
                  <a:pt x="50336" y="39272"/>
                </a:cubicBezTo>
                <a:cubicBezTo>
                  <a:pt x="50579" y="38998"/>
                  <a:pt x="50427" y="38816"/>
                  <a:pt x="50913" y="38482"/>
                </a:cubicBezTo>
                <a:cubicBezTo>
                  <a:pt x="50701" y="38512"/>
                  <a:pt x="50488" y="38603"/>
                  <a:pt x="50336" y="38755"/>
                </a:cubicBezTo>
                <a:cubicBezTo>
                  <a:pt x="50670" y="38360"/>
                  <a:pt x="50275" y="38238"/>
                  <a:pt x="50397" y="37995"/>
                </a:cubicBezTo>
                <a:cubicBezTo>
                  <a:pt x="50640" y="37418"/>
                  <a:pt x="51430" y="37083"/>
                  <a:pt x="51947" y="36445"/>
                </a:cubicBezTo>
                <a:cubicBezTo>
                  <a:pt x="52220" y="36293"/>
                  <a:pt x="52494" y="36080"/>
                  <a:pt x="52585" y="36263"/>
                </a:cubicBezTo>
                <a:cubicBezTo>
                  <a:pt x="52737" y="36080"/>
                  <a:pt x="52828" y="35928"/>
                  <a:pt x="52980" y="35746"/>
                </a:cubicBezTo>
                <a:cubicBezTo>
                  <a:pt x="52889" y="35685"/>
                  <a:pt x="52676" y="35776"/>
                  <a:pt x="52403" y="36020"/>
                </a:cubicBezTo>
                <a:cubicBezTo>
                  <a:pt x="52615" y="35685"/>
                  <a:pt x="53558" y="35077"/>
                  <a:pt x="53892" y="34895"/>
                </a:cubicBezTo>
                <a:cubicBezTo>
                  <a:pt x="53892" y="35169"/>
                  <a:pt x="53953" y="35077"/>
                  <a:pt x="54226" y="35077"/>
                </a:cubicBezTo>
                <a:cubicBezTo>
                  <a:pt x="54530" y="34834"/>
                  <a:pt x="54500" y="34530"/>
                  <a:pt x="54926" y="34439"/>
                </a:cubicBezTo>
                <a:cubicBezTo>
                  <a:pt x="54865" y="34409"/>
                  <a:pt x="54895" y="34317"/>
                  <a:pt x="54986" y="34257"/>
                </a:cubicBezTo>
                <a:cubicBezTo>
                  <a:pt x="54834" y="34105"/>
                  <a:pt x="54014" y="35108"/>
                  <a:pt x="53983" y="34743"/>
                </a:cubicBezTo>
                <a:cubicBezTo>
                  <a:pt x="54470" y="34348"/>
                  <a:pt x="54986" y="33983"/>
                  <a:pt x="55503" y="33679"/>
                </a:cubicBezTo>
                <a:cubicBezTo>
                  <a:pt x="55959" y="33284"/>
                  <a:pt x="55381" y="33466"/>
                  <a:pt x="55564" y="33193"/>
                </a:cubicBezTo>
                <a:cubicBezTo>
                  <a:pt x="55169" y="33466"/>
                  <a:pt x="54956" y="33861"/>
                  <a:pt x="54561" y="33953"/>
                </a:cubicBezTo>
                <a:cubicBezTo>
                  <a:pt x="54500" y="33801"/>
                  <a:pt x="54530" y="33649"/>
                  <a:pt x="54652" y="33527"/>
                </a:cubicBezTo>
                <a:cubicBezTo>
                  <a:pt x="54470" y="33527"/>
                  <a:pt x="54318" y="33558"/>
                  <a:pt x="54166" y="33649"/>
                </a:cubicBezTo>
                <a:cubicBezTo>
                  <a:pt x="53770" y="34105"/>
                  <a:pt x="54500" y="33649"/>
                  <a:pt x="54470" y="33831"/>
                </a:cubicBezTo>
                <a:cubicBezTo>
                  <a:pt x="54196" y="34013"/>
                  <a:pt x="54287" y="34105"/>
                  <a:pt x="54348" y="34196"/>
                </a:cubicBezTo>
                <a:cubicBezTo>
                  <a:pt x="54014" y="34530"/>
                  <a:pt x="53862" y="34469"/>
                  <a:pt x="53558" y="34713"/>
                </a:cubicBezTo>
                <a:cubicBezTo>
                  <a:pt x="53558" y="34591"/>
                  <a:pt x="53831" y="34409"/>
                  <a:pt x="54014" y="34257"/>
                </a:cubicBezTo>
                <a:cubicBezTo>
                  <a:pt x="53649" y="34165"/>
                  <a:pt x="53375" y="34804"/>
                  <a:pt x="53223" y="35017"/>
                </a:cubicBezTo>
                <a:cubicBezTo>
                  <a:pt x="52919" y="35229"/>
                  <a:pt x="52585" y="35381"/>
                  <a:pt x="52220" y="35442"/>
                </a:cubicBezTo>
                <a:cubicBezTo>
                  <a:pt x="51977" y="35655"/>
                  <a:pt x="52372" y="35746"/>
                  <a:pt x="51886" y="36050"/>
                </a:cubicBezTo>
                <a:cubicBezTo>
                  <a:pt x="51704" y="36111"/>
                  <a:pt x="51491" y="36111"/>
                  <a:pt x="51308" y="36050"/>
                </a:cubicBezTo>
                <a:cubicBezTo>
                  <a:pt x="51187" y="36232"/>
                  <a:pt x="51278" y="36354"/>
                  <a:pt x="51096" y="36567"/>
                </a:cubicBezTo>
                <a:cubicBezTo>
                  <a:pt x="49941" y="37479"/>
                  <a:pt x="48360" y="38603"/>
                  <a:pt x="46871" y="39789"/>
                </a:cubicBezTo>
                <a:cubicBezTo>
                  <a:pt x="46567" y="39971"/>
                  <a:pt x="46871" y="40062"/>
                  <a:pt x="46627" y="40245"/>
                </a:cubicBezTo>
                <a:cubicBezTo>
                  <a:pt x="46840" y="40214"/>
                  <a:pt x="47053" y="40123"/>
                  <a:pt x="47205" y="40001"/>
                </a:cubicBezTo>
                <a:cubicBezTo>
                  <a:pt x="46992" y="40457"/>
                  <a:pt x="47600" y="40245"/>
                  <a:pt x="47813" y="40305"/>
                </a:cubicBezTo>
                <a:lnTo>
                  <a:pt x="47570" y="40518"/>
                </a:lnTo>
                <a:lnTo>
                  <a:pt x="47327" y="40701"/>
                </a:lnTo>
                <a:cubicBezTo>
                  <a:pt x="47387" y="40397"/>
                  <a:pt x="47205" y="40305"/>
                  <a:pt x="46719" y="40640"/>
                </a:cubicBezTo>
                <a:cubicBezTo>
                  <a:pt x="46749" y="40883"/>
                  <a:pt x="47175" y="40397"/>
                  <a:pt x="47175" y="40731"/>
                </a:cubicBezTo>
                <a:cubicBezTo>
                  <a:pt x="46658" y="40944"/>
                  <a:pt x="46232" y="41278"/>
                  <a:pt x="45959" y="41734"/>
                </a:cubicBezTo>
                <a:cubicBezTo>
                  <a:pt x="46263" y="41704"/>
                  <a:pt x="46415" y="41369"/>
                  <a:pt x="46719" y="41187"/>
                </a:cubicBezTo>
                <a:cubicBezTo>
                  <a:pt x="47114" y="40913"/>
                  <a:pt x="47539" y="40701"/>
                  <a:pt x="47995" y="40518"/>
                </a:cubicBezTo>
                <a:cubicBezTo>
                  <a:pt x="47874" y="40731"/>
                  <a:pt x="47752" y="41156"/>
                  <a:pt x="48238" y="40852"/>
                </a:cubicBezTo>
                <a:cubicBezTo>
                  <a:pt x="47904" y="41217"/>
                  <a:pt x="47600" y="41612"/>
                  <a:pt x="47327" y="42008"/>
                </a:cubicBezTo>
                <a:cubicBezTo>
                  <a:pt x="47023" y="42311"/>
                  <a:pt x="46992" y="42068"/>
                  <a:pt x="46749" y="42281"/>
                </a:cubicBezTo>
                <a:cubicBezTo>
                  <a:pt x="46415" y="42524"/>
                  <a:pt x="46111" y="42798"/>
                  <a:pt x="45807" y="43102"/>
                </a:cubicBezTo>
                <a:cubicBezTo>
                  <a:pt x="45624" y="43254"/>
                  <a:pt x="45564" y="43193"/>
                  <a:pt x="45412" y="43315"/>
                </a:cubicBezTo>
                <a:cubicBezTo>
                  <a:pt x="44986" y="43649"/>
                  <a:pt x="44713" y="43983"/>
                  <a:pt x="44317" y="44226"/>
                </a:cubicBezTo>
                <a:cubicBezTo>
                  <a:pt x="43558" y="44774"/>
                  <a:pt x="42038" y="45989"/>
                  <a:pt x="41247" y="46628"/>
                </a:cubicBezTo>
                <a:cubicBezTo>
                  <a:pt x="41035" y="46810"/>
                  <a:pt x="40548" y="46962"/>
                  <a:pt x="40548" y="47266"/>
                </a:cubicBezTo>
                <a:cubicBezTo>
                  <a:pt x="40244" y="47570"/>
                  <a:pt x="40244" y="47357"/>
                  <a:pt x="40001" y="47540"/>
                </a:cubicBezTo>
                <a:cubicBezTo>
                  <a:pt x="39758" y="47722"/>
                  <a:pt x="39788" y="47752"/>
                  <a:pt x="39819" y="47843"/>
                </a:cubicBezTo>
                <a:cubicBezTo>
                  <a:pt x="39454" y="48208"/>
                  <a:pt x="39515" y="47783"/>
                  <a:pt x="39211" y="48056"/>
                </a:cubicBezTo>
                <a:cubicBezTo>
                  <a:pt x="38725" y="48360"/>
                  <a:pt x="38603" y="48725"/>
                  <a:pt x="38208" y="48816"/>
                </a:cubicBezTo>
                <a:cubicBezTo>
                  <a:pt x="38086" y="48938"/>
                  <a:pt x="38177" y="48999"/>
                  <a:pt x="38208" y="49090"/>
                </a:cubicBezTo>
                <a:cubicBezTo>
                  <a:pt x="37600" y="49394"/>
                  <a:pt x="37022" y="49758"/>
                  <a:pt x="36536" y="50214"/>
                </a:cubicBezTo>
                <a:cubicBezTo>
                  <a:pt x="36475" y="50336"/>
                  <a:pt x="36415" y="50458"/>
                  <a:pt x="36415" y="50609"/>
                </a:cubicBezTo>
                <a:cubicBezTo>
                  <a:pt x="35047" y="51673"/>
                  <a:pt x="31673" y="54287"/>
                  <a:pt x="29484" y="56172"/>
                </a:cubicBezTo>
                <a:cubicBezTo>
                  <a:pt x="29150" y="56476"/>
                  <a:pt x="28937" y="56749"/>
                  <a:pt x="28572" y="57053"/>
                </a:cubicBezTo>
                <a:cubicBezTo>
                  <a:pt x="27813" y="57752"/>
                  <a:pt x="26992" y="58239"/>
                  <a:pt x="26414" y="58877"/>
                </a:cubicBezTo>
                <a:cubicBezTo>
                  <a:pt x="27083" y="58421"/>
                  <a:pt x="26992" y="58664"/>
                  <a:pt x="26323" y="59242"/>
                </a:cubicBezTo>
                <a:cubicBezTo>
                  <a:pt x="26688" y="58908"/>
                  <a:pt x="23770" y="61187"/>
                  <a:pt x="22767" y="62038"/>
                </a:cubicBezTo>
                <a:cubicBezTo>
                  <a:pt x="22584" y="62221"/>
                  <a:pt x="22524" y="62160"/>
                  <a:pt x="22372" y="62281"/>
                </a:cubicBezTo>
                <a:cubicBezTo>
                  <a:pt x="22129" y="62464"/>
                  <a:pt x="21855" y="62798"/>
                  <a:pt x="21551" y="63011"/>
                </a:cubicBezTo>
                <a:cubicBezTo>
                  <a:pt x="21217" y="63254"/>
                  <a:pt x="21034" y="63345"/>
                  <a:pt x="20913" y="63467"/>
                </a:cubicBezTo>
                <a:cubicBezTo>
                  <a:pt x="20609" y="63680"/>
                  <a:pt x="20518" y="64014"/>
                  <a:pt x="19879" y="64440"/>
                </a:cubicBezTo>
                <a:cubicBezTo>
                  <a:pt x="19758" y="64531"/>
                  <a:pt x="19606" y="64591"/>
                  <a:pt x="19423" y="64622"/>
                </a:cubicBezTo>
                <a:cubicBezTo>
                  <a:pt x="19241" y="64774"/>
                  <a:pt x="19150" y="65078"/>
                  <a:pt x="18937" y="65291"/>
                </a:cubicBezTo>
                <a:cubicBezTo>
                  <a:pt x="18876" y="65321"/>
                  <a:pt x="18694" y="65382"/>
                  <a:pt x="18542" y="65503"/>
                </a:cubicBezTo>
                <a:cubicBezTo>
                  <a:pt x="18238" y="65777"/>
                  <a:pt x="17995" y="66142"/>
                  <a:pt x="17660" y="66415"/>
                </a:cubicBezTo>
                <a:cubicBezTo>
                  <a:pt x="17326" y="66689"/>
                  <a:pt x="15989" y="67661"/>
                  <a:pt x="15563" y="68057"/>
                </a:cubicBezTo>
                <a:cubicBezTo>
                  <a:pt x="15441" y="68178"/>
                  <a:pt x="15563" y="68300"/>
                  <a:pt x="15290" y="68452"/>
                </a:cubicBezTo>
                <a:cubicBezTo>
                  <a:pt x="15198" y="68391"/>
                  <a:pt x="15350" y="68269"/>
                  <a:pt x="15290" y="68209"/>
                </a:cubicBezTo>
                <a:cubicBezTo>
                  <a:pt x="15077" y="68361"/>
                  <a:pt x="15077" y="68482"/>
                  <a:pt x="14834" y="68634"/>
                </a:cubicBezTo>
                <a:cubicBezTo>
                  <a:pt x="14864" y="68725"/>
                  <a:pt x="14955" y="68725"/>
                  <a:pt x="15046" y="68634"/>
                </a:cubicBezTo>
                <a:cubicBezTo>
                  <a:pt x="15107" y="68847"/>
                  <a:pt x="14682" y="68968"/>
                  <a:pt x="14712" y="68725"/>
                </a:cubicBezTo>
                <a:cubicBezTo>
                  <a:pt x="14530" y="68999"/>
                  <a:pt x="14317" y="69212"/>
                  <a:pt x="14043" y="69364"/>
                </a:cubicBezTo>
                <a:cubicBezTo>
                  <a:pt x="13922" y="69455"/>
                  <a:pt x="13435" y="70032"/>
                  <a:pt x="13283" y="70154"/>
                </a:cubicBezTo>
                <a:cubicBezTo>
                  <a:pt x="13101" y="70306"/>
                  <a:pt x="12767" y="70488"/>
                  <a:pt x="12523" y="70701"/>
                </a:cubicBezTo>
                <a:cubicBezTo>
                  <a:pt x="11794" y="71309"/>
                  <a:pt x="10913" y="72099"/>
                  <a:pt x="10244" y="72586"/>
                </a:cubicBezTo>
                <a:cubicBezTo>
                  <a:pt x="9909" y="72829"/>
                  <a:pt x="9636" y="73224"/>
                  <a:pt x="9332" y="73497"/>
                </a:cubicBezTo>
                <a:cubicBezTo>
                  <a:pt x="9150" y="73649"/>
                  <a:pt x="9089" y="73619"/>
                  <a:pt x="8937" y="73710"/>
                </a:cubicBezTo>
                <a:cubicBezTo>
                  <a:pt x="8754" y="73832"/>
                  <a:pt x="8602" y="73984"/>
                  <a:pt x="8450" y="74136"/>
                </a:cubicBezTo>
                <a:cubicBezTo>
                  <a:pt x="8390" y="74227"/>
                  <a:pt x="8298" y="74318"/>
                  <a:pt x="8238" y="74379"/>
                </a:cubicBezTo>
                <a:cubicBezTo>
                  <a:pt x="8086" y="74440"/>
                  <a:pt x="7934" y="74500"/>
                  <a:pt x="7782" y="74531"/>
                </a:cubicBezTo>
                <a:cubicBezTo>
                  <a:pt x="7630" y="74622"/>
                  <a:pt x="7478" y="74713"/>
                  <a:pt x="7326" y="74835"/>
                </a:cubicBezTo>
                <a:cubicBezTo>
                  <a:pt x="7326" y="74956"/>
                  <a:pt x="7356" y="75048"/>
                  <a:pt x="7417" y="75169"/>
                </a:cubicBezTo>
                <a:cubicBezTo>
                  <a:pt x="7417" y="75321"/>
                  <a:pt x="7326" y="75291"/>
                  <a:pt x="7295" y="75412"/>
                </a:cubicBezTo>
                <a:cubicBezTo>
                  <a:pt x="7265" y="75534"/>
                  <a:pt x="7356" y="75625"/>
                  <a:pt x="7295" y="75777"/>
                </a:cubicBezTo>
                <a:cubicBezTo>
                  <a:pt x="7265" y="75959"/>
                  <a:pt x="7174" y="76142"/>
                  <a:pt x="7143" y="76324"/>
                </a:cubicBezTo>
                <a:cubicBezTo>
                  <a:pt x="7143" y="76659"/>
                  <a:pt x="7295" y="77905"/>
                  <a:pt x="6991" y="78665"/>
                </a:cubicBezTo>
                <a:cubicBezTo>
                  <a:pt x="7083" y="78817"/>
                  <a:pt x="7113" y="79911"/>
                  <a:pt x="7052" y="80792"/>
                </a:cubicBezTo>
                <a:cubicBezTo>
                  <a:pt x="7052" y="81005"/>
                  <a:pt x="6961" y="81309"/>
                  <a:pt x="6961" y="81552"/>
                </a:cubicBezTo>
                <a:cubicBezTo>
                  <a:pt x="6961" y="82343"/>
                  <a:pt x="6991" y="83163"/>
                  <a:pt x="7022" y="83954"/>
                </a:cubicBezTo>
                <a:cubicBezTo>
                  <a:pt x="7083" y="84683"/>
                  <a:pt x="7083" y="85443"/>
                  <a:pt x="7083" y="86203"/>
                </a:cubicBezTo>
                <a:cubicBezTo>
                  <a:pt x="7052" y="86476"/>
                  <a:pt x="6870" y="86750"/>
                  <a:pt x="7022" y="87084"/>
                </a:cubicBezTo>
                <a:cubicBezTo>
                  <a:pt x="7113" y="87054"/>
                  <a:pt x="7083" y="86811"/>
                  <a:pt x="7083" y="86628"/>
                </a:cubicBezTo>
                <a:cubicBezTo>
                  <a:pt x="7235" y="86963"/>
                  <a:pt x="7326" y="88361"/>
                  <a:pt x="7022" y="88300"/>
                </a:cubicBezTo>
                <a:cubicBezTo>
                  <a:pt x="7204" y="88391"/>
                  <a:pt x="7113" y="88665"/>
                  <a:pt x="7235" y="89182"/>
                </a:cubicBezTo>
                <a:cubicBezTo>
                  <a:pt x="7387" y="89607"/>
                  <a:pt x="7478" y="90063"/>
                  <a:pt x="7478" y="90519"/>
                </a:cubicBezTo>
                <a:cubicBezTo>
                  <a:pt x="7326" y="90610"/>
                  <a:pt x="7326" y="90306"/>
                  <a:pt x="7295" y="90063"/>
                </a:cubicBezTo>
                <a:cubicBezTo>
                  <a:pt x="7235" y="90185"/>
                  <a:pt x="7083" y="90458"/>
                  <a:pt x="7083" y="89941"/>
                </a:cubicBezTo>
                <a:cubicBezTo>
                  <a:pt x="6870" y="90063"/>
                  <a:pt x="7174" y="90245"/>
                  <a:pt x="7143" y="90549"/>
                </a:cubicBezTo>
                <a:cubicBezTo>
                  <a:pt x="7083" y="90428"/>
                  <a:pt x="6961" y="90367"/>
                  <a:pt x="6840" y="90397"/>
                </a:cubicBezTo>
                <a:cubicBezTo>
                  <a:pt x="6840" y="90823"/>
                  <a:pt x="6991" y="90793"/>
                  <a:pt x="6991" y="91157"/>
                </a:cubicBezTo>
                <a:cubicBezTo>
                  <a:pt x="6688" y="91005"/>
                  <a:pt x="6688" y="91644"/>
                  <a:pt x="6870" y="91917"/>
                </a:cubicBezTo>
                <a:cubicBezTo>
                  <a:pt x="7052" y="91704"/>
                  <a:pt x="7022" y="91066"/>
                  <a:pt x="7326" y="90975"/>
                </a:cubicBezTo>
                <a:cubicBezTo>
                  <a:pt x="7447" y="91218"/>
                  <a:pt x="7508" y="91613"/>
                  <a:pt x="7660" y="91704"/>
                </a:cubicBezTo>
                <a:cubicBezTo>
                  <a:pt x="7599" y="91917"/>
                  <a:pt x="7417" y="91948"/>
                  <a:pt x="7387" y="92191"/>
                </a:cubicBezTo>
                <a:cubicBezTo>
                  <a:pt x="7447" y="92616"/>
                  <a:pt x="7751" y="92525"/>
                  <a:pt x="7630" y="92008"/>
                </a:cubicBezTo>
                <a:cubicBezTo>
                  <a:pt x="7873" y="92373"/>
                  <a:pt x="7782" y="92829"/>
                  <a:pt x="7417" y="93072"/>
                </a:cubicBezTo>
                <a:cubicBezTo>
                  <a:pt x="7599" y="93346"/>
                  <a:pt x="7691" y="93954"/>
                  <a:pt x="7995" y="93771"/>
                </a:cubicBezTo>
                <a:cubicBezTo>
                  <a:pt x="7995" y="93984"/>
                  <a:pt x="8055" y="94197"/>
                  <a:pt x="8147" y="94227"/>
                </a:cubicBezTo>
                <a:cubicBezTo>
                  <a:pt x="8055" y="94531"/>
                  <a:pt x="8207" y="95200"/>
                  <a:pt x="7964" y="95291"/>
                </a:cubicBezTo>
                <a:cubicBezTo>
                  <a:pt x="7873" y="94896"/>
                  <a:pt x="7812" y="94562"/>
                  <a:pt x="8086" y="94683"/>
                </a:cubicBezTo>
                <a:lnTo>
                  <a:pt x="7964" y="93923"/>
                </a:lnTo>
                <a:cubicBezTo>
                  <a:pt x="7660" y="93832"/>
                  <a:pt x="7995" y="94653"/>
                  <a:pt x="7691" y="94562"/>
                </a:cubicBezTo>
                <a:cubicBezTo>
                  <a:pt x="7569" y="94318"/>
                  <a:pt x="7569" y="94045"/>
                  <a:pt x="7660" y="93802"/>
                </a:cubicBezTo>
                <a:cubicBezTo>
                  <a:pt x="7417" y="93863"/>
                  <a:pt x="7569" y="94501"/>
                  <a:pt x="7356" y="94592"/>
                </a:cubicBezTo>
                <a:cubicBezTo>
                  <a:pt x="7417" y="95048"/>
                  <a:pt x="7721" y="95230"/>
                  <a:pt x="7599" y="95625"/>
                </a:cubicBezTo>
                <a:cubicBezTo>
                  <a:pt x="7295" y="95656"/>
                  <a:pt x="6900" y="94622"/>
                  <a:pt x="6779" y="94835"/>
                </a:cubicBezTo>
                <a:cubicBezTo>
                  <a:pt x="6566" y="94501"/>
                  <a:pt x="6688" y="94014"/>
                  <a:pt x="6505" y="93467"/>
                </a:cubicBezTo>
                <a:cubicBezTo>
                  <a:pt x="6657" y="93711"/>
                  <a:pt x="6596" y="93437"/>
                  <a:pt x="6779" y="93437"/>
                </a:cubicBezTo>
                <a:cubicBezTo>
                  <a:pt x="6718" y="92738"/>
                  <a:pt x="6262" y="93194"/>
                  <a:pt x="6232" y="92434"/>
                </a:cubicBezTo>
                <a:cubicBezTo>
                  <a:pt x="6171" y="92039"/>
                  <a:pt x="6262" y="92221"/>
                  <a:pt x="6353" y="92252"/>
                </a:cubicBezTo>
                <a:cubicBezTo>
                  <a:pt x="6353" y="91917"/>
                  <a:pt x="6171" y="92069"/>
                  <a:pt x="6140" y="91826"/>
                </a:cubicBezTo>
                <a:cubicBezTo>
                  <a:pt x="5988" y="91127"/>
                  <a:pt x="6292" y="91218"/>
                  <a:pt x="6171" y="90580"/>
                </a:cubicBezTo>
                <a:cubicBezTo>
                  <a:pt x="6019" y="90093"/>
                  <a:pt x="6019" y="90914"/>
                  <a:pt x="5836" y="90762"/>
                </a:cubicBezTo>
                <a:cubicBezTo>
                  <a:pt x="5958" y="90671"/>
                  <a:pt x="5776" y="90033"/>
                  <a:pt x="5897" y="90002"/>
                </a:cubicBezTo>
                <a:cubicBezTo>
                  <a:pt x="5867" y="89638"/>
                  <a:pt x="5745" y="90185"/>
                  <a:pt x="5715" y="90337"/>
                </a:cubicBezTo>
                <a:cubicBezTo>
                  <a:pt x="5593" y="89941"/>
                  <a:pt x="5684" y="89242"/>
                  <a:pt x="5472" y="88817"/>
                </a:cubicBezTo>
                <a:cubicBezTo>
                  <a:pt x="5229" y="89090"/>
                  <a:pt x="5624" y="89334"/>
                  <a:pt x="5593" y="89729"/>
                </a:cubicBezTo>
                <a:cubicBezTo>
                  <a:pt x="5441" y="89789"/>
                  <a:pt x="5472" y="90397"/>
                  <a:pt x="5289" y="90033"/>
                </a:cubicBezTo>
                <a:cubicBezTo>
                  <a:pt x="5259" y="90762"/>
                  <a:pt x="5532" y="90641"/>
                  <a:pt x="5532" y="91279"/>
                </a:cubicBezTo>
                <a:cubicBezTo>
                  <a:pt x="5563" y="91796"/>
                  <a:pt x="5350" y="91400"/>
                  <a:pt x="5532" y="92039"/>
                </a:cubicBezTo>
                <a:cubicBezTo>
                  <a:pt x="5624" y="92282"/>
                  <a:pt x="5715" y="92525"/>
                  <a:pt x="5776" y="92799"/>
                </a:cubicBezTo>
                <a:cubicBezTo>
                  <a:pt x="5715" y="93133"/>
                  <a:pt x="5684" y="93498"/>
                  <a:pt x="5684" y="93863"/>
                </a:cubicBezTo>
                <a:cubicBezTo>
                  <a:pt x="5836" y="94379"/>
                  <a:pt x="5654" y="93437"/>
                  <a:pt x="5897" y="93711"/>
                </a:cubicBezTo>
                <a:cubicBezTo>
                  <a:pt x="6171" y="94258"/>
                  <a:pt x="6080" y="95595"/>
                  <a:pt x="6353" y="95808"/>
                </a:cubicBezTo>
                <a:cubicBezTo>
                  <a:pt x="6262" y="96173"/>
                  <a:pt x="6292" y="96537"/>
                  <a:pt x="6384" y="96902"/>
                </a:cubicBezTo>
                <a:cubicBezTo>
                  <a:pt x="5988" y="96689"/>
                  <a:pt x="6384" y="96021"/>
                  <a:pt x="6110" y="95686"/>
                </a:cubicBezTo>
                <a:cubicBezTo>
                  <a:pt x="5958" y="96325"/>
                  <a:pt x="5836" y="96963"/>
                  <a:pt x="5776" y="97632"/>
                </a:cubicBezTo>
                <a:cubicBezTo>
                  <a:pt x="6110" y="98118"/>
                  <a:pt x="6049" y="97145"/>
                  <a:pt x="6019" y="96780"/>
                </a:cubicBezTo>
                <a:cubicBezTo>
                  <a:pt x="6292" y="96811"/>
                  <a:pt x="6292" y="97966"/>
                  <a:pt x="6627" y="97632"/>
                </a:cubicBezTo>
                <a:cubicBezTo>
                  <a:pt x="6688" y="97905"/>
                  <a:pt x="6657" y="98027"/>
                  <a:pt x="6566" y="98118"/>
                </a:cubicBezTo>
                <a:cubicBezTo>
                  <a:pt x="6809" y="98331"/>
                  <a:pt x="6900" y="99091"/>
                  <a:pt x="7052" y="99759"/>
                </a:cubicBezTo>
                <a:cubicBezTo>
                  <a:pt x="6900" y="99759"/>
                  <a:pt x="6900" y="99091"/>
                  <a:pt x="6718" y="99182"/>
                </a:cubicBezTo>
                <a:cubicBezTo>
                  <a:pt x="6718" y="99546"/>
                  <a:pt x="6718" y="99911"/>
                  <a:pt x="6779" y="100276"/>
                </a:cubicBezTo>
                <a:cubicBezTo>
                  <a:pt x="6870" y="100671"/>
                  <a:pt x="7052" y="100519"/>
                  <a:pt x="7235" y="100489"/>
                </a:cubicBezTo>
                <a:cubicBezTo>
                  <a:pt x="7295" y="100884"/>
                  <a:pt x="7599" y="101553"/>
                  <a:pt x="7478" y="101705"/>
                </a:cubicBezTo>
                <a:cubicBezTo>
                  <a:pt x="7174" y="101826"/>
                  <a:pt x="7387" y="101036"/>
                  <a:pt x="7113" y="100823"/>
                </a:cubicBezTo>
                <a:cubicBezTo>
                  <a:pt x="6931" y="101340"/>
                  <a:pt x="7387" y="101705"/>
                  <a:pt x="7387" y="102191"/>
                </a:cubicBezTo>
                <a:cubicBezTo>
                  <a:pt x="7508" y="102191"/>
                  <a:pt x="7478" y="101978"/>
                  <a:pt x="7630" y="101978"/>
                </a:cubicBezTo>
                <a:lnTo>
                  <a:pt x="7995" y="103316"/>
                </a:lnTo>
                <a:cubicBezTo>
                  <a:pt x="7995" y="103802"/>
                  <a:pt x="7721" y="102252"/>
                  <a:pt x="7539" y="102464"/>
                </a:cubicBezTo>
                <a:cubicBezTo>
                  <a:pt x="7478" y="102890"/>
                  <a:pt x="7934" y="103528"/>
                  <a:pt x="8086" y="104106"/>
                </a:cubicBezTo>
                <a:cubicBezTo>
                  <a:pt x="8086" y="103255"/>
                  <a:pt x="8420" y="104896"/>
                  <a:pt x="8633" y="105382"/>
                </a:cubicBezTo>
                <a:cubicBezTo>
                  <a:pt x="8663" y="105838"/>
                  <a:pt x="8329" y="104653"/>
                  <a:pt x="8238" y="104379"/>
                </a:cubicBezTo>
                <a:cubicBezTo>
                  <a:pt x="8025" y="104653"/>
                  <a:pt x="8542" y="105504"/>
                  <a:pt x="8724" y="105838"/>
                </a:cubicBezTo>
                <a:cubicBezTo>
                  <a:pt x="8663" y="106294"/>
                  <a:pt x="8906" y="107389"/>
                  <a:pt x="9302" y="107753"/>
                </a:cubicBezTo>
                <a:cubicBezTo>
                  <a:pt x="9393" y="107510"/>
                  <a:pt x="8967" y="106750"/>
                  <a:pt x="8876" y="106294"/>
                </a:cubicBezTo>
                <a:cubicBezTo>
                  <a:pt x="8998" y="106203"/>
                  <a:pt x="9058" y="106781"/>
                  <a:pt x="9180" y="106993"/>
                </a:cubicBezTo>
                <a:cubicBezTo>
                  <a:pt x="9362" y="107510"/>
                  <a:pt x="9545" y="108118"/>
                  <a:pt x="9788" y="108240"/>
                </a:cubicBezTo>
                <a:cubicBezTo>
                  <a:pt x="9879" y="109152"/>
                  <a:pt x="10244" y="109699"/>
                  <a:pt x="10609" y="110732"/>
                </a:cubicBezTo>
                <a:cubicBezTo>
                  <a:pt x="10700" y="110884"/>
                  <a:pt x="10791" y="110762"/>
                  <a:pt x="10852" y="110975"/>
                </a:cubicBezTo>
                <a:cubicBezTo>
                  <a:pt x="11034" y="111340"/>
                  <a:pt x="10973" y="111462"/>
                  <a:pt x="10761" y="111492"/>
                </a:cubicBezTo>
                <a:cubicBezTo>
                  <a:pt x="11399" y="112343"/>
                  <a:pt x="11338" y="113073"/>
                  <a:pt x="11855" y="113893"/>
                </a:cubicBezTo>
                <a:cubicBezTo>
                  <a:pt x="11855" y="114228"/>
                  <a:pt x="11703" y="113893"/>
                  <a:pt x="11551" y="113863"/>
                </a:cubicBezTo>
                <a:cubicBezTo>
                  <a:pt x="11672" y="114076"/>
                  <a:pt x="11581" y="114136"/>
                  <a:pt x="11672" y="114288"/>
                </a:cubicBezTo>
                <a:cubicBezTo>
                  <a:pt x="11764" y="114471"/>
                  <a:pt x="11946" y="114410"/>
                  <a:pt x="11855" y="114228"/>
                </a:cubicBezTo>
                <a:cubicBezTo>
                  <a:pt x="12280" y="114471"/>
                  <a:pt x="12463" y="115139"/>
                  <a:pt x="12827" y="115595"/>
                </a:cubicBezTo>
                <a:cubicBezTo>
                  <a:pt x="12919" y="115535"/>
                  <a:pt x="13010" y="115504"/>
                  <a:pt x="12919" y="115352"/>
                </a:cubicBezTo>
                <a:cubicBezTo>
                  <a:pt x="13223" y="115595"/>
                  <a:pt x="13283" y="116021"/>
                  <a:pt x="13679" y="116295"/>
                </a:cubicBezTo>
                <a:cubicBezTo>
                  <a:pt x="13375" y="116173"/>
                  <a:pt x="13344" y="116507"/>
                  <a:pt x="13527" y="116781"/>
                </a:cubicBezTo>
                <a:cubicBezTo>
                  <a:pt x="13314" y="116842"/>
                  <a:pt x="13375" y="116507"/>
                  <a:pt x="13192" y="116355"/>
                </a:cubicBezTo>
                <a:cubicBezTo>
                  <a:pt x="13040" y="116416"/>
                  <a:pt x="13071" y="116598"/>
                  <a:pt x="13283" y="116811"/>
                </a:cubicBezTo>
                <a:cubicBezTo>
                  <a:pt x="13739" y="117237"/>
                  <a:pt x="13496" y="116507"/>
                  <a:pt x="13831" y="116690"/>
                </a:cubicBezTo>
                <a:cubicBezTo>
                  <a:pt x="14165" y="117206"/>
                  <a:pt x="14195" y="117267"/>
                  <a:pt x="14925" y="117693"/>
                </a:cubicBezTo>
                <a:lnTo>
                  <a:pt x="14834" y="117875"/>
                </a:lnTo>
                <a:cubicBezTo>
                  <a:pt x="15472" y="118149"/>
                  <a:pt x="15745" y="117966"/>
                  <a:pt x="16475" y="118118"/>
                </a:cubicBezTo>
                <a:cubicBezTo>
                  <a:pt x="16262" y="118301"/>
                  <a:pt x="16688" y="118301"/>
                  <a:pt x="16718" y="118361"/>
                </a:cubicBezTo>
                <a:cubicBezTo>
                  <a:pt x="16779" y="118422"/>
                  <a:pt x="16597" y="118665"/>
                  <a:pt x="16992" y="118665"/>
                </a:cubicBezTo>
                <a:cubicBezTo>
                  <a:pt x="17478" y="118513"/>
                  <a:pt x="16475" y="118422"/>
                  <a:pt x="16749" y="118149"/>
                </a:cubicBezTo>
                <a:cubicBezTo>
                  <a:pt x="17296" y="118149"/>
                  <a:pt x="17144" y="118453"/>
                  <a:pt x="17721" y="118361"/>
                </a:cubicBezTo>
                <a:cubicBezTo>
                  <a:pt x="17934" y="118331"/>
                  <a:pt x="17721" y="118240"/>
                  <a:pt x="17569" y="118240"/>
                </a:cubicBezTo>
                <a:cubicBezTo>
                  <a:pt x="17873" y="118027"/>
                  <a:pt x="18207" y="118270"/>
                  <a:pt x="18603" y="118209"/>
                </a:cubicBezTo>
                <a:cubicBezTo>
                  <a:pt x="18998" y="118118"/>
                  <a:pt x="19363" y="117997"/>
                  <a:pt x="19758" y="117845"/>
                </a:cubicBezTo>
                <a:cubicBezTo>
                  <a:pt x="20092" y="117814"/>
                  <a:pt x="20457" y="117723"/>
                  <a:pt x="20791" y="117602"/>
                </a:cubicBezTo>
                <a:cubicBezTo>
                  <a:pt x="20852" y="117693"/>
                  <a:pt x="20670" y="117753"/>
                  <a:pt x="20670" y="117845"/>
                </a:cubicBezTo>
                <a:cubicBezTo>
                  <a:pt x="21156" y="117753"/>
                  <a:pt x="21217" y="117450"/>
                  <a:pt x="21581" y="117541"/>
                </a:cubicBezTo>
                <a:cubicBezTo>
                  <a:pt x="21642" y="117662"/>
                  <a:pt x="21156" y="117723"/>
                  <a:pt x="21156" y="117845"/>
                </a:cubicBezTo>
                <a:cubicBezTo>
                  <a:pt x="21733" y="117784"/>
                  <a:pt x="21551" y="117571"/>
                  <a:pt x="22037" y="117480"/>
                </a:cubicBezTo>
                <a:cubicBezTo>
                  <a:pt x="21885" y="117328"/>
                  <a:pt x="21369" y="117480"/>
                  <a:pt x="21338" y="117237"/>
                </a:cubicBezTo>
                <a:cubicBezTo>
                  <a:pt x="21460" y="117237"/>
                  <a:pt x="21855" y="117054"/>
                  <a:pt x="21946" y="117085"/>
                </a:cubicBezTo>
                <a:cubicBezTo>
                  <a:pt x="22037" y="117085"/>
                  <a:pt x="21733" y="117237"/>
                  <a:pt x="21825" y="117237"/>
                </a:cubicBezTo>
                <a:cubicBezTo>
                  <a:pt x="22341" y="117328"/>
                  <a:pt x="22888" y="117298"/>
                  <a:pt x="23405" y="117176"/>
                </a:cubicBezTo>
                <a:cubicBezTo>
                  <a:pt x="23800" y="116994"/>
                  <a:pt x="22919" y="117146"/>
                  <a:pt x="23344" y="116902"/>
                </a:cubicBezTo>
                <a:lnTo>
                  <a:pt x="24591" y="116720"/>
                </a:lnTo>
                <a:lnTo>
                  <a:pt x="24621" y="116902"/>
                </a:lnTo>
                <a:cubicBezTo>
                  <a:pt x="24955" y="116902"/>
                  <a:pt x="24955" y="116781"/>
                  <a:pt x="25229" y="116750"/>
                </a:cubicBezTo>
                <a:cubicBezTo>
                  <a:pt x="25776" y="116659"/>
                  <a:pt x="25837" y="116842"/>
                  <a:pt x="26110" y="116416"/>
                </a:cubicBezTo>
                <a:cubicBezTo>
                  <a:pt x="25776" y="116446"/>
                  <a:pt x="25077" y="116477"/>
                  <a:pt x="25898" y="116203"/>
                </a:cubicBezTo>
                <a:cubicBezTo>
                  <a:pt x="25594" y="116112"/>
                  <a:pt x="24773" y="116507"/>
                  <a:pt x="24226" y="116568"/>
                </a:cubicBezTo>
                <a:cubicBezTo>
                  <a:pt x="24104" y="116355"/>
                  <a:pt x="24864" y="116264"/>
                  <a:pt x="25259" y="116143"/>
                </a:cubicBezTo>
                <a:lnTo>
                  <a:pt x="26597" y="115778"/>
                </a:lnTo>
                <a:lnTo>
                  <a:pt x="26688" y="116112"/>
                </a:lnTo>
                <a:cubicBezTo>
                  <a:pt x="27326" y="115960"/>
                  <a:pt x="27478" y="115717"/>
                  <a:pt x="27205" y="115595"/>
                </a:cubicBezTo>
                <a:lnTo>
                  <a:pt x="28116" y="115352"/>
                </a:lnTo>
                <a:cubicBezTo>
                  <a:pt x="28086" y="115474"/>
                  <a:pt x="27873" y="115535"/>
                  <a:pt x="27843" y="115656"/>
                </a:cubicBezTo>
                <a:cubicBezTo>
                  <a:pt x="28542" y="115413"/>
                  <a:pt x="28816" y="115504"/>
                  <a:pt x="29515" y="115261"/>
                </a:cubicBezTo>
                <a:cubicBezTo>
                  <a:pt x="29515" y="115322"/>
                  <a:pt x="29393" y="115383"/>
                  <a:pt x="29393" y="115443"/>
                </a:cubicBezTo>
                <a:cubicBezTo>
                  <a:pt x="30579" y="115200"/>
                  <a:pt x="31186" y="114927"/>
                  <a:pt x="32281" y="114684"/>
                </a:cubicBezTo>
                <a:cubicBezTo>
                  <a:pt x="32341" y="114410"/>
                  <a:pt x="32767" y="114197"/>
                  <a:pt x="33557" y="114015"/>
                </a:cubicBezTo>
                <a:cubicBezTo>
                  <a:pt x="33436" y="113772"/>
                  <a:pt x="32737" y="114349"/>
                  <a:pt x="32311" y="114228"/>
                </a:cubicBezTo>
                <a:cubicBezTo>
                  <a:pt x="32554" y="114015"/>
                  <a:pt x="33466" y="113893"/>
                  <a:pt x="33952" y="113711"/>
                </a:cubicBezTo>
                <a:cubicBezTo>
                  <a:pt x="34044" y="113802"/>
                  <a:pt x="33861" y="113863"/>
                  <a:pt x="33679" y="113924"/>
                </a:cubicBezTo>
                <a:cubicBezTo>
                  <a:pt x="34226" y="113832"/>
                  <a:pt x="33740" y="114167"/>
                  <a:pt x="34074" y="114167"/>
                </a:cubicBezTo>
                <a:cubicBezTo>
                  <a:pt x="34773" y="114015"/>
                  <a:pt x="33831" y="114045"/>
                  <a:pt x="34317" y="113863"/>
                </a:cubicBezTo>
                <a:cubicBezTo>
                  <a:pt x="34986" y="113589"/>
                  <a:pt x="34712" y="114076"/>
                  <a:pt x="35411" y="113772"/>
                </a:cubicBezTo>
                <a:cubicBezTo>
                  <a:pt x="35715" y="113680"/>
                  <a:pt x="35108" y="113589"/>
                  <a:pt x="35472" y="113407"/>
                </a:cubicBezTo>
                <a:cubicBezTo>
                  <a:pt x="35898" y="113468"/>
                  <a:pt x="36718" y="112890"/>
                  <a:pt x="36415" y="113255"/>
                </a:cubicBezTo>
                <a:cubicBezTo>
                  <a:pt x="37083" y="112951"/>
                  <a:pt x="37782" y="112708"/>
                  <a:pt x="38512" y="112586"/>
                </a:cubicBezTo>
                <a:cubicBezTo>
                  <a:pt x="38633" y="112191"/>
                  <a:pt x="37843" y="112586"/>
                  <a:pt x="37387" y="112677"/>
                </a:cubicBezTo>
                <a:cubicBezTo>
                  <a:pt x="37448" y="112373"/>
                  <a:pt x="38025" y="112465"/>
                  <a:pt x="38421" y="112313"/>
                </a:cubicBezTo>
                <a:cubicBezTo>
                  <a:pt x="38816" y="112161"/>
                  <a:pt x="38907" y="111978"/>
                  <a:pt x="39302" y="111918"/>
                </a:cubicBezTo>
                <a:cubicBezTo>
                  <a:pt x="39484" y="112100"/>
                  <a:pt x="39150" y="112191"/>
                  <a:pt x="38755" y="112313"/>
                </a:cubicBezTo>
                <a:cubicBezTo>
                  <a:pt x="38816" y="112434"/>
                  <a:pt x="39150" y="112343"/>
                  <a:pt x="39515" y="112221"/>
                </a:cubicBezTo>
                <a:cubicBezTo>
                  <a:pt x="39484" y="112404"/>
                  <a:pt x="39393" y="112495"/>
                  <a:pt x="39758" y="112495"/>
                </a:cubicBezTo>
                <a:cubicBezTo>
                  <a:pt x="39971" y="112404"/>
                  <a:pt x="39515" y="112252"/>
                  <a:pt x="39971" y="112070"/>
                </a:cubicBezTo>
                <a:cubicBezTo>
                  <a:pt x="40092" y="111857"/>
                  <a:pt x="39272" y="112039"/>
                  <a:pt x="39728" y="111796"/>
                </a:cubicBezTo>
                <a:cubicBezTo>
                  <a:pt x="40123" y="111674"/>
                  <a:pt x="39940" y="111796"/>
                  <a:pt x="39910" y="111887"/>
                </a:cubicBezTo>
                <a:cubicBezTo>
                  <a:pt x="40518" y="111644"/>
                  <a:pt x="41095" y="111462"/>
                  <a:pt x="41703" y="111340"/>
                </a:cubicBezTo>
                <a:cubicBezTo>
                  <a:pt x="41825" y="111674"/>
                  <a:pt x="40943" y="111462"/>
                  <a:pt x="41035" y="111766"/>
                </a:cubicBezTo>
                <a:cubicBezTo>
                  <a:pt x="41399" y="111857"/>
                  <a:pt x="41460" y="111674"/>
                  <a:pt x="41947" y="111614"/>
                </a:cubicBezTo>
                <a:cubicBezTo>
                  <a:pt x="42281" y="111522"/>
                  <a:pt x="41916" y="111401"/>
                  <a:pt x="41916" y="111431"/>
                </a:cubicBezTo>
                <a:cubicBezTo>
                  <a:pt x="41977" y="111158"/>
                  <a:pt x="42463" y="111310"/>
                  <a:pt x="42281" y="111006"/>
                </a:cubicBezTo>
                <a:cubicBezTo>
                  <a:pt x="42858" y="110884"/>
                  <a:pt x="43193" y="110580"/>
                  <a:pt x="43618" y="110611"/>
                </a:cubicBezTo>
                <a:cubicBezTo>
                  <a:pt x="43892" y="110307"/>
                  <a:pt x="45290" y="110003"/>
                  <a:pt x="46415" y="109607"/>
                </a:cubicBezTo>
                <a:cubicBezTo>
                  <a:pt x="47053" y="109395"/>
                  <a:pt x="47083" y="109304"/>
                  <a:pt x="47631" y="109304"/>
                </a:cubicBezTo>
                <a:cubicBezTo>
                  <a:pt x="47783" y="109243"/>
                  <a:pt x="47691" y="109152"/>
                  <a:pt x="47904" y="109091"/>
                </a:cubicBezTo>
                <a:cubicBezTo>
                  <a:pt x="49819" y="108544"/>
                  <a:pt x="50883" y="107966"/>
                  <a:pt x="52494" y="107632"/>
                </a:cubicBezTo>
                <a:cubicBezTo>
                  <a:pt x="52646" y="107571"/>
                  <a:pt x="52555" y="107480"/>
                  <a:pt x="52767" y="107419"/>
                </a:cubicBezTo>
                <a:cubicBezTo>
                  <a:pt x="53102" y="107267"/>
                  <a:pt x="53132" y="107419"/>
                  <a:pt x="53527" y="107237"/>
                </a:cubicBezTo>
                <a:cubicBezTo>
                  <a:pt x="53740" y="107419"/>
                  <a:pt x="53284" y="107541"/>
                  <a:pt x="53163" y="107723"/>
                </a:cubicBezTo>
                <a:cubicBezTo>
                  <a:pt x="52676" y="107632"/>
                  <a:pt x="52190" y="107753"/>
                  <a:pt x="51795" y="107996"/>
                </a:cubicBezTo>
                <a:cubicBezTo>
                  <a:pt x="51947" y="108179"/>
                  <a:pt x="52342" y="107845"/>
                  <a:pt x="52737" y="107845"/>
                </a:cubicBezTo>
                <a:cubicBezTo>
                  <a:pt x="52828" y="107845"/>
                  <a:pt x="52859" y="107996"/>
                  <a:pt x="52919" y="107996"/>
                </a:cubicBezTo>
                <a:cubicBezTo>
                  <a:pt x="53193" y="107996"/>
                  <a:pt x="53527" y="107845"/>
                  <a:pt x="53831" y="107784"/>
                </a:cubicBezTo>
                <a:cubicBezTo>
                  <a:pt x="53953" y="107510"/>
                  <a:pt x="53345" y="107905"/>
                  <a:pt x="53467" y="107632"/>
                </a:cubicBezTo>
                <a:cubicBezTo>
                  <a:pt x="53649" y="107449"/>
                  <a:pt x="54530" y="107024"/>
                  <a:pt x="53801" y="107145"/>
                </a:cubicBezTo>
                <a:cubicBezTo>
                  <a:pt x="53862" y="107024"/>
                  <a:pt x="55108" y="106537"/>
                  <a:pt x="55017" y="106811"/>
                </a:cubicBezTo>
                <a:cubicBezTo>
                  <a:pt x="55685" y="106355"/>
                  <a:pt x="56871" y="106142"/>
                  <a:pt x="58117" y="105747"/>
                </a:cubicBezTo>
                <a:cubicBezTo>
                  <a:pt x="59485" y="105291"/>
                  <a:pt x="61157" y="104653"/>
                  <a:pt x="62220" y="104227"/>
                </a:cubicBezTo>
                <a:cubicBezTo>
                  <a:pt x="62585" y="104045"/>
                  <a:pt x="62555" y="104258"/>
                  <a:pt x="62859" y="104167"/>
                </a:cubicBezTo>
                <a:cubicBezTo>
                  <a:pt x="63072" y="104045"/>
                  <a:pt x="63345" y="103954"/>
                  <a:pt x="63619" y="103923"/>
                </a:cubicBezTo>
                <a:cubicBezTo>
                  <a:pt x="63831" y="103802"/>
                  <a:pt x="63771" y="103620"/>
                  <a:pt x="64318" y="103528"/>
                </a:cubicBezTo>
                <a:cubicBezTo>
                  <a:pt x="64652" y="103650"/>
                  <a:pt x="64105" y="103741"/>
                  <a:pt x="63923" y="103863"/>
                </a:cubicBezTo>
                <a:cubicBezTo>
                  <a:pt x="63831" y="103954"/>
                  <a:pt x="63771" y="104136"/>
                  <a:pt x="63679" y="104167"/>
                </a:cubicBezTo>
                <a:cubicBezTo>
                  <a:pt x="63497" y="104288"/>
                  <a:pt x="62798" y="104258"/>
                  <a:pt x="62950" y="104501"/>
                </a:cubicBezTo>
                <a:cubicBezTo>
                  <a:pt x="63041" y="104592"/>
                  <a:pt x="63163" y="104379"/>
                  <a:pt x="63406" y="104349"/>
                </a:cubicBezTo>
                <a:cubicBezTo>
                  <a:pt x="63467" y="104349"/>
                  <a:pt x="63619" y="104623"/>
                  <a:pt x="64044" y="104349"/>
                </a:cubicBezTo>
                <a:cubicBezTo>
                  <a:pt x="64044" y="104167"/>
                  <a:pt x="63406" y="104592"/>
                  <a:pt x="63558" y="104288"/>
                </a:cubicBezTo>
                <a:cubicBezTo>
                  <a:pt x="64227" y="103984"/>
                  <a:pt x="65169" y="103923"/>
                  <a:pt x="65807" y="103680"/>
                </a:cubicBezTo>
                <a:cubicBezTo>
                  <a:pt x="65716" y="103437"/>
                  <a:pt x="64835" y="103954"/>
                  <a:pt x="64561" y="103893"/>
                </a:cubicBezTo>
                <a:cubicBezTo>
                  <a:pt x="64287" y="103680"/>
                  <a:pt x="64835" y="103559"/>
                  <a:pt x="64743" y="103376"/>
                </a:cubicBezTo>
                <a:cubicBezTo>
                  <a:pt x="65990" y="102890"/>
                  <a:pt x="67297" y="102495"/>
                  <a:pt x="68604" y="102221"/>
                </a:cubicBezTo>
                <a:cubicBezTo>
                  <a:pt x="69303" y="101705"/>
                  <a:pt x="70002" y="101370"/>
                  <a:pt x="70670" y="100884"/>
                </a:cubicBezTo>
                <a:cubicBezTo>
                  <a:pt x="70549" y="100641"/>
                  <a:pt x="70336" y="100762"/>
                  <a:pt x="70063" y="100945"/>
                </a:cubicBezTo>
                <a:cubicBezTo>
                  <a:pt x="69971" y="100793"/>
                  <a:pt x="70397" y="100550"/>
                  <a:pt x="70336" y="100398"/>
                </a:cubicBezTo>
                <a:cubicBezTo>
                  <a:pt x="70123" y="100246"/>
                  <a:pt x="70123" y="100610"/>
                  <a:pt x="70002" y="100702"/>
                </a:cubicBezTo>
                <a:cubicBezTo>
                  <a:pt x="69667" y="100945"/>
                  <a:pt x="69272" y="101127"/>
                  <a:pt x="68908" y="101279"/>
                </a:cubicBezTo>
                <a:cubicBezTo>
                  <a:pt x="68786" y="101340"/>
                  <a:pt x="68908" y="101431"/>
                  <a:pt x="68756" y="101492"/>
                </a:cubicBezTo>
                <a:cubicBezTo>
                  <a:pt x="68452" y="101613"/>
                  <a:pt x="68117" y="101674"/>
                  <a:pt x="67783" y="101674"/>
                </a:cubicBezTo>
                <a:cubicBezTo>
                  <a:pt x="67479" y="101826"/>
                  <a:pt x="67996" y="101735"/>
                  <a:pt x="67692" y="101917"/>
                </a:cubicBezTo>
                <a:cubicBezTo>
                  <a:pt x="66658" y="102130"/>
                  <a:pt x="65625" y="102768"/>
                  <a:pt x="64591" y="102920"/>
                </a:cubicBezTo>
                <a:cubicBezTo>
                  <a:pt x="64926" y="102525"/>
                  <a:pt x="63710" y="103042"/>
                  <a:pt x="63588" y="102829"/>
                </a:cubicBezTo>
                <a:cubicBezTo>
                  <a:pt x="63193" y="102920"/>
                  <a:pt x="63831" y="103133"/>
                  <a:pt x="63193" y="103224"/>
                </a:cubicBezTo>
                <a:cubicBezTo>
                  <a:pt x="63254" y="103316"/>
                  <a:pt x="63497" y="103194"/>
                  <a:pt x="63649" y="103164"/>
                </a:cubicBezTo>
                <a:cubicBezTo>
                  <a:pt x="64166" y="103042"/>
                  <a:pt x="63436" y="103316"/>
                  <a:pt x="63254" y="103376"/>
                </a:cubicBezTo>
                <a:cubicBezTo>
                  <a:pt x="62859" y="103346"/>
                  <a:pt x="62494" y="103407"/>
                  <a:pt x="62160" y="103528"/>
                </a:cubicBezTo>
                <a:cubicBezTo>
                  <a:pt x="62068" y="103771"/>
                  <a:pt x="62524" y="103528"/>
                  <a:pt x="62768" y="103437"/>
                </a:cubicBezTo>
                <a:cubicBezTo>
                  <a:pt x="62828" y="103680"/>
                  <a:pt x="62372" y="103650"/>
                  <a:pt x="62068" y="103771"/>
                </a:cubicBezTo>
                <a:cubicBezTo>
                  <a:pt x="61278" y="104075"/>
                  <a:pt x="60518" y="104379"/>
                  <a:pt x="59728" y="104623"/>
                </a:cubicBezTo>
                <a:cubicBezTo>
                  <a:pt x="59606" y="104501"/>
                  <a:pt x="59880" y="104410"/>
                  <a:pt x="60123" y="104349"/>
                </a:cubicBezTo>
                <a:cubicBezTo>
                  <a:pt x="59728" y="104106"/>
                  <a:pt x="59302" y="104623"/>
                  <a:pt x="59120" y="104805"/>
                </a:cubicBezTo>
                <a:cubicBezTo>
                  <a:pt x="57935" y="105200"/>
                  <a:pt x="57722" y="104927"/>
                  <a:pt x="56688" y="105322"/>
                </a:cubicBezTo>
                <a:cubicBezTo>
                  <a:pt x="56628" y="105626"/>
                  <a:pt x="57418" y="105170"/>
                  <a:pt x="57752" y="105109"/>
                </a:cubicBezTo>
                <a:cubicBezTo>
                  <a:pt x="56719" y="105808"/>
                  <a:pt x="55138" y="105960"/>
                  <a:pt x="54226" y="106325"/>
                </a:cubicBezTo>
                <a:cubicBezTo>
                  <a:pt x="54105" y="106386"/>
                  <a:pt x="53983" y="106568"/>
                  <a:pt x="53953" y="106568"/>
                </a:cubicBezTo>
                <a:cubicBezTo>
                  <a:pt x="53740" y="106629"/>
                  <a:pt x="53953" y="106416"/>
                  <a:pt x="53922" y="106416"/>
                </a:cubicBezTo>
                <a:cubicBezTo>
                  <a:pt x="53618" y="106507"/>
                  <a:pt x="53345" y="106750"/>
                  <a:pt x="53071" y="106841"/>
                </a:cubicBezTo>
                <a:cubicBezTo>
                  <a:pt x="52494" y="107024"/>
                  <a:pt x="52281" y="106841"/>
                  <a:pt x="51825" y="107024"/>
                </a:cubicBezTo>
                <a:cubicBezTo>
                  <a:pt x="51643" y="107085"/>
                  <a:pt x="51734" y="107176"/>
                  <a:pt x="51734" y="107267"/>
                </a:cubicBezTo>
                <a:cubicBezTo>
                  <a:pt x="50305" y="107662"/>
                  <a:pt x="49150" y="108300"/>
                  <a:pt x="48147" y="108331"/>
                </a:cubicBezTo>
                <a:cubicBezTo>
                  <a:pt x="47965" y="108392"/>
                  <a:pt x="48117" y="108422"/>
                  <a:pt x="48147" y="108392"/>
                </a:cubicBezTo>
                <a:cubicBezTo>
                  <a:pt x="47661" y="108665"/>
                  <a:pt x="46293" y="109091"/>
                  <a:pt x="45898" y="109030"/>
                </a:cubicBezTo>
                <a:cubicBezTo>
                  <a:pt x="45594" y="109152"/>
                  <a:pt x="45320" y="109304"/>
                  <a:pt x="45047" y="109486"/>
                </a:cubicBezTo>
                <a:cubicBezTo>
                  <a:pt x="43861" y="109851"/>
                  <a:pt x="42159" y="110185"/>
                  <a:pt x="40792" y="110428"/>
                </a:cubicBezTo>
                <a:cubicBezTo>
                  <a:pt x="40518" y="110185"/>
                  <a:pt x="40032" y="110215"/>
                  <a:pt x="40032" y="109942"/>
                </a:cubicBezTo>
                <a:cubicBezTo>
                  <a:pt x="38785" y="110398"/>
                  <a:pt x="38147" y="110489"/>
                  <a:pt x="36901" y="110854"/>
                </a:cubicBezTo>
                <a:cubicBezTo>
                  <a:pt x="36810" y="110945"/>
                  <a:pt x="36718" y="111036"/>
                  <a:pt x="36658" y="111158"/>
                </a:cubicBezTo>
                <a:cubicBezTo>
                  <a:pt x="36415" y="111249"/>
                  <a:pt x="36171" y="111310"/>
                  <a:pt x="35898" y="111310"/>
                </a:cubicBezTo>
                <a:cubicBezTo>
                  <a:pt x="35533" y="111431"/>
                  <a:pt x="36111" y="111431"/>
                  <a:pt x="36232" y="111431"/>
                </a:cubicBezTo>
                <a:cubicBezTo>
                  <a:pt x="36962" y="111310"/>
                  <a:pt x="36992" y="110914"/>
                  <a:pt x="37570" y="110975"/>
                </a:cubicBezTo>
                <a:cubicBezTo>
                  <a:pt x="37174" y="111249"/>
                  <a:pt x="36749" y="111431"/>
                  <a:pt x="36293" y="111553"/>
                </a:cubicBezTo>
                <a:cubicBezTo>
                  <a:pt x="36384" y="111614"/>
                  <a:pt x="36506" y="111644"/>
                  <a:pt x="36627" y="111614"/>
                </a:cubicBezTo>
                <a:cubicBezTo>
                  <a:pt x="36566" y="111766"/>
                  <a:pt x="36384" y="111705"/>
                  <a:pt x="36323" y="111705"/>
                </a:cubicBezTo>
                <a:cubicBezTo>
                  <a:pt x="36232" y="111705"/>
                  <a:pt x="35898" y="111735"/>
                  <a:pt x="35928" y="111522"/>
                </a:cubicBezTo>
                <a:cubicBezTo>
                  <a:pt x="35746" y="111553"/>
                  <a:pt x="35563" y="111644"/>
                  <a:pt x="35351" y="111674"/>
                </a:cubicBezTo>
                <a:cubicBezTo>
                  <a:pt x="35168" y="111705"/>
                  <a:pt x="35016" y="111705"/>
                  <a:pt x="34864" y="111674"/>
                </a:cubicBezTo>
                <a:cubicBezTo>
                  <a:pt x="34591" y="111766"/>
                  <a:pt x="34621" y="111978"/>
                  <a:pt x="34135" y="112039"/>
                </a:cubicBezTo>
                <a:cubicBezTo>
                  <a:pt x="34044" y="111796"/>
                  <a:pt x="33253" y="112130"/>
                  <a:pt x="33132" y="111887"/>
                </a:cubicBezTo>
                <a:cubicBezTo>
                  <a:pt x="32706" y="112100"/>
                  <a:pt x="33436" y="112100"/>
                  <a:pt x="33071" y="112282"/>
                </a:cubicBezTo>
                <a:cubicBezTo>
                  <a:pt x="32615" y="112434"/>
                  <a:pt x="32311" y="112404"/>
                  <a:pt x="32585" y="112191"/>
                </a:cubicBezTo>
                <a:cubicBezTo>
                  <a:pt x="32281" y="112525"/>
                  <a:pt x="31430" y="112343"/>
                  <a:pt x="31582" y="112708"/>
                </a:cubicBezTo>
                <a:cubicBezTo>
                  <a:pt x="31764" y="112921"/>
                  <a:pt x="32250" y="112313"/>
                  <a:pt x="32341" y="112495"/>
                </a:cubicBezTo>
                <a:cubicBezTo>
                  <a:pt x="32554" y="112677"/>
                  <a:pt x="31734" y="112799"/>
                  <a:pt x="31490" y="112860"/>
                </a:cubicBezTo>
                <a:cubicBezTo>
                  <a:pt x="31369" y="112921"/>
                  <a:pt x="31126" y="113103"/>
                  <a:pt x="31065" y="113133"/>
                </a:cubicBezTo>
                <a:cubicBezTo>
                  <a:pt x="30305" y="113407"/>
                  <a:pt x="29059" y="113772"/>
                  <a:pt x="28633" y="113680"/>
                </a:cubicBezTo>
                <a:cubicBezTo>
                  <a:pt x="28268" y="113893"/>
                  <a:pt x="27569" y="113924"/>
                  <a:pt x="26992" y="114136"/>
                </a:cubicBezTo>
                <a:cubicBezTo>
                  <a:pt x="26688" y="114258"/>
                  <a:pt x="26414" y="114410"/>
                  <a:pt x="26141" y="114592"/>
                </a:cubicBezTo>
                <a:cubicBezTo>
                  <a:pt x="26840" y="114592"/>
                  <a:pt x="27265" y="114167"/>
                  <a:pt x="27934" y="114076"/>
                </a:cubicBezTo>
                <a:cubicBezTo>
                  <a:pt x="27721" y="114410"/>
                  <a:pt x="27083" y="114532"/>
                  <a:pt x="26627" y="114684"/>
                </a:cubicBezTo>
                <a:cubicBezTo>
                  <a:pt x="26019" y="114775"/>
                  <a:pt x="25411" y="114927"/>
                  <a:pt x="24803" y="115109"/>
                </a:cubicBezTo>
                <a:cubicBezTo>
                  <a:pt x="24621" y="114927"/>
                  <a:pt x="25168" y="114866"/>
                  <a:pt x="25199" y="114714"/>
                </a:cubicBezTo>
                <a:cubicBezTo>
                  <a:pt x="24743" y="114927"/>
                  <a:pt x="24499" y="115139"/>
                  <a:pt x="24043" y="115322"/>
                </a:cubicBezTo>
                <a:cubicBezTo>
                  <a:pt x="23679" y="115231"/>
                  <a:pt x="23405" y="115443"/>
                  <a:pt x="22676" y="115565"/>
                </a:cubicBezTo>
                <a:cubicBezTo>
                  <a:pt x="22676" y="115747"/>
                  <a:pt x="23496" y="115261"/>
                  <a:pt x="23314" y="115595"/>
                </a:cubicBezTo>
                <a:cubicBezTo>
                  <a:pt x="22888" y="115747"/>
                  <a:pt x="22129" y="115839"/>
                  <a:pt x="22159" y="116051"/>
                </a:cubicBezTo>
                <a:cubicBezTo>
                  <a:pt x="21764" y="116051"/>
                  <a:pt x="21217" y="116173"/>
                  <a:pt x="21004" y="116021"/>
                </a:cubicBezTo>
                <a:cubicBezTo>
                  <a:pt x="20822" y="116143"/>
                  <a:pt x="20457" y="116203"/>
                  <a:pt x="20639" y="116386"/>
                </a:cubicBezTo>
                <a:cubicBezTo>
                  <a:pt x="20244" y="116568"/>
                  <a:pt x="19970" y="116355"/>
                  <a:pt x="20062" y="116598"/>
                </a:cubicBezTo>
                <a:cubicBezTo>
                  <a:pt x="19545" y="116750"/>
                  <a:pt x="19484" y="116507"/>
                  <a:pt x="19180" y="116477"/>
                </a:cubicBezTo>
                <a:cubicBezTo>
                  <a:pt x="18785" y="116598"/>
                  <a:pt x="19545" y="116507"/>
                  <a:pt x="19363" y="116781"/>
                </a:cubicBezTo>
                <a:cubicBezTo>
                  <a:pt x="18907" y="116781"/>
                  <a:pt x="18481" y="116811"/>
                  <a:pt x="18025" y="116933"/>
                </a:cubicBezTo>
                <a:cubicBezTo>
                  <a:pt x="17691" y="116994"/>
                  <a:pt x="17326" y="117024"/>
                  <a:pt x="16961" y="116963"/>
                </a:cubicBezTo>
                <a:cubicBezTo>
                  <a:pt x="16840" y="117024"/>
                  <a:pt x="16840" y="117115"/>
                  <a:pt x="16627" y="117085"/>
                </a:cubicBezTo>
                <a:cubicBezTo>
                  <a:pt x="16931" y="116811"/>
                  <a:pt x="16384" y="116933"/>
                  <a:pt x="16384" y="116720"/>
                </a:cubicBezTo>
                <a:cubicBezTo>
                  <a:pt x="16232" y="116842"/>
                  <a:pt x="15502" y="116690"/>
                  <a:pt x="15654" y="116872"/>
                </a:cubicBezTo>
                <a:cubicBezTo>
                  <a:pt x="15472" y="117054"/>
                  <a:pt x="15502" y="116720"/>
                  <a:pt x="15381" y="116690"/>
                </a:cubicBezTo>
                <a:cubicBezTo>
                  <a:pt x="15107" y="116598"/>
                  <a:pt x="15441" y="116933"/>
                  <a:pt x="15168" y="116872"/>
                </a:cubicBezTo>
                <a:cubicBezTo>
                  <a:pt x="14712" y="116598"/>
                  <a:pt x="14317" y="116264"/>
                  <a:pt x="13982" y="115869"/>
                </a:cubicBezTo>
                <a:cubicBezTo>
                  <a:pt x="13648" y="115474"/>
                  <a:pt x="13344" y="115048"/>
                  <a:pt x="13071" y="114592"/>
                </a:cubicBezTo>
                <a:cubicBezTo>
                  <a:pt x="12979" y="114380"/>
                  <a:pt x="13040" y="114349"/>
                  <a:pt x="12949" y="114167"/>
                </a:cubicBezTo>
                <a:cubicBezTo>
                  <a:pt x="12706" y="113863"/>
                  <a:pt x="12493" y="113528"/>
                  <a:pt x="12311" y="113164"/>
                </a:cubicBezTo>
                <a:cubicBezTo>
                  <a:pt x="12220" y="112951"/>
                  <a:pt x="12159" y="112738"/>
                  <a:pt x="12189" y="112525"/>
                </a:cubicBezTo>
                <a:cubicBezTo>
                  <a:pt x="11946" y="112070"/>
                  <a:pt x="11612" y="111431"/>
                  <a:pt x="11368" y="110884"/>
                </a:cubicBezTo>
                <a:cubicBezTo>
                  <a:pt x="10639" y="109364"/>
                  <a:pt x="10244" y="108148"/>
                  <a:pt x="10457" y="107206"/>
                </a:cubicBezTo>
                <a:cubicBezTo>
                  <a:pt x="10730" y="107145"/>
                  <a:pt x="10943" y="107024"/>
                  <a:pt x="10821" y="106598"/>
                </a:cubicBezTo>
                <a:cubicBezTo>
                  <a:pt x="10973" y="106598"/>
                  <a:pt x="11065" y="106781"/>
                  <a:pt x="11156" y="107115"/>
                </a:cubicBezTo>
                <a:cubicBezTo>
                  <a:pt x="11156" y="106781"/>
                  <a:pt x="11794" y="107267"/>
                  <a:pt x="11551" y="106537"/>
                </a:cubicBezTo>
                <a:cubicBezTo>
                  <a:pt x="11764" y="106993"/>
                  <a:pt x="12037" y="106872"/>
                  <a:pt x="12280" y="107085"/>
                </a:cubicBezTo>
                <a:cubicBezTo>
                  <a:pt x="12372" y="107176"/>
                  <a:pt x="12432" y="107662"/>
                  <a:pt x="12554" y="107449"/>
                </a:cubicBezTo>
                <a:cubicBezTo>
                  <a:pt x="12919" y="108908"/>
                  <a:pt x="13618" y="110459"/>
                  <a:pt x="14165" y="111887"/>
                </a:cubicBezTo>
                <a:cubicBezTo>
                  <a:pt x="14256" y="112100"/>
                  <a:pt x="14256" y="112343"/>
                  <a:pt x="14347" y="112586"/>
                </a:cubicBezTo>
                <a:cubicBezTo>
                  <a:pt x="14499" y="112951"/>
                  <a:pt x="14742" y="113225"/>
                  <a:pt x="14894" y="113559"/>
                </a:cubicBezTo>
                <a:cubicBezTo>
                  <a:pt x="14955" y="113711"/>
                  <a:pt x="14986" y="113863"/>
                  <a:pt x="15077" y="113984"/>
                </a:cubicBezTo>
                <a:cubicBezTo>
                  <a:pt x="15138" y="114106"/>
                  <a:pt x="15259" y="114228"/>
                  <a:pt x="15350" y="114319"/>
                </a:cubicBezTo>
                <a:cubicBezTo>
                  <a:pt x="15411" y="114349"/>
                  <a:pt x="15472" y="114410"/>
                  <a:pt x="15411" y="114532"/>
                </a:cubicBezTo>
                <a:cubicBezTo>
                  <a:pt x="15472" y="114592"/>
                  <a:pt x="15533" y="114471"/>
                  <a:pt x="15593" y="114532"/>
                </a:cubicBezTo>
                <a:cubicBezTo>
                  <a:pt x="15685" y="114684"/>
                  <a:pt x="15837" y="114744"/>
                  <a:pt x="15928" y="114866"/>
                </a:cubicBezTo>
                <a:cubicBezTo>
                  <a:pt x="15989" y="114927"/>
                  <a:pt x="15989" y="115018"/>
                  <a:pt x="16019" y="115079"/>
                </a:cubicBezTo>
                <a:cubicBezTo>
                  <a:pt x="16080" y="115109"/>
                  <a:pt x="16171" y="115048"/>
                  <a:pt x="16232" y="115048"/>
                </a:cubicBezTo>
                <a:cubicBezTo>
                  <a:pt x="16384" y="115048"/>
                  <a:pt x="16475" y="115231"/>
                  <a:pt x="16627" y="115261"/>
                </a:cubicBezTo>
                <a:cubicBezTo>
                  <a:pt x="16749" y="115261"/>
                  <a:pt x="16779" y="115170"/>
                  <a:pt x="16870" y="115170"/>
                </a:cubicBezTo>
                <a:cubicBezTo>
                  <a:pt x="16961" y="115139"/>
                  <a:pt x="17083" y="115139"/>
                  <a:pt x="17174" y="115170"/>
                </a:cubicBezTo>
                <a:cubicBezTo>
                  <a:pt x="17296" y="115200"/>
                  <a:pt x="17417" y="115231"/>
                  <a:pt x="17569" y="115231"/>
                </a:cubicBezTo>
                <a:cubicBezTo>
                  <a:pt x="17721" y="115231"/>
                  <a:pt x="17752" y="115170"/>
                  <a:pt x="17752" y="115079"/>
                </a:cubicBezTo>
                <a:cubicBezTo>
                  <a:pt x="18390" y="115139"/>
                  <a:pt x="19363" y="114836"/>
                  <a:pt x="20670" y="114440"/>
                </a:cubicBezTo>
                <a:cubicBezTo>
                  <a:pt x="20974" y="114471"/>
                  <a:pt x="20487" y="114805"/>
                  <a:pt x="21065" y="114714"/>
                </a:cubicBezTo>
                <a:cubicBezTo>
                  <a:pt x="21490" y="114501"/>
                  <a:pt x="20761" y="114501"/>
                  <a:pt x="21125" y="114319"/>
                </a:cubicBezTo>
                <a:cubicBezTo>
                  <a:pt x="22311" y="114045"/>
                  <a:pt x="22706" y="113954"/>
                  <a:pt x="23831" y="113589"/>
                </a:cubicBezTo>
                <a:cubicBezTo>
                  <a:pt x="23770" y="113711"/>
                  <a:pt x="23648" y="113802"/>
                  <a:pt x="23405" y="113863"/>
                </a:cubicBezTo>
                <a:cubicBezTo>
                  <a:pt x="23709" y="113954"/>
                  <a:pt x="24043" y="113772"/>
                  <a:pt x="24104" y="113437"/>
                </a:cubicBezTo>
                <a:cubicBezTo>
                  <a:pt x="24773" y="113194"/>
                  <a:pt x="23952" y="113680"/>
                  <a:pt x="24439" y="113559"/>
                </a:cubicBezTo>
                <a:cubicBezTo>
                  <a:pt x="24773" y="113498"/>
                  <a:pt x="24712" y="113377"/>
                  <a:pt x="24712" y="113285"/>
                </a:cubicBezTo>
                <a:lnTo>
                  <a:pt x="25746" y="112981"/>
                </a:lnTo>
                <a:cubicBezTo>
                  <a:pt x="26019" y="113042"/>
                  <a:pt x="25746" y="113073"/>
                  <a:pt x="25806" y="113255"/>
                </a:cubicBezTo>
                <a:lnTo>
                  <a:pt x="26262" y="113133"/>
                </a:lnTo>
                <a:cubicBezTo>
                  <a:pt x="26566" y="113012"/>
                  <a:pt x="25654" y="113012"/>
                  <a:pt x="26506" y="112769"/>
                </a:cubicBezTo>
                <a:cubicBezTo>
                  <a:pt x="27113" y="112586"/>
                  <a:pt x="26506" y="112890"/>
                  <a:pt x="26718" y="113012"/>
                </a:cubicBezTo>
                <a:cubicBezTo>
                  <a:pt x="27113" y="112890"/>
                  <a:pt x="27053" y="113042"/>
                  <a:pt x="27296" y="112829"/>
                </a:cubicBezTo>
                <a:cubicBezTo>
                  <a:pt x="27630" y="112738"/>
                  <a:pt x="27296" y="112525"/>
                  <a:pt x="27357" y="112404"/>
                </a:cubicBezTo>
                <a:lnTo>
                  <a:pt x="28420" y="112100"/>
                </a:lnTo>
                <a:cubicBezTo>
                  <a:pt x="28329" y="112191"/>
                  <a:pt x="28268" y="112313"/>
                  <a:pt x="28329" y="112404"/>
                </a:cubicBezTo>
                <a:cubicBezTo>
                  <a:pt x="28481" y="112252"/>
                  <a:pt x="29120" y="112191"/>
                  <a:pt x="28846" y="111978"/>
                </a:cubicBezTo>
                <a:cubicBezTo>
                  <a:pt x="29667" y="111674"/>
                  <a:pt x="30123" y="111674"/>
                  <a:pt x="30427" y="111826"/>
                </a:cubicBezTo>
                <a:cubicBezTo>
                  <a:pt x="30700" y="111766"/>
                  <a:pt x="31004" y="111279"/>
                  <a:pt x="31186" y="111614"/>
                </a:cubicBezTo>
                <a:cubicBezTo>
                  <a:pt x="31551" y="111431"/>
                  <a:pt x="30761" y="111431"/>
                  <a:pt x="31551" y="111279"/>
                </a:cubicBezTo>
                <a:cubicBezTo>
                  <a:pt x="31460" y="111218"/>
                  <a:pt x="31338" y="111188"/>
                  <a:pt x="31217" y="111218"/>
                </a:cubicBezTo>
                <a:cubicBezTo>
                  <a:pt x="31308" y="111188"/>
                  <a:pt x="32524" y="110641"/>
                  <a:pt x="32311" y="111066"/>
                </a:cubicBezTo>
                <a:cubicBezTo>
                  <a:pt x="32767" y="110945"/>
                  <a:pt x="32615" y="110732"/>
                  <a:pt x="33162" y="110611"/>
                </a:cubicBezTo>
                <a:lnTo>
                  <a:pt x="33193" y="110793"/>
                </a:lnTo>
                <a:cubicBezTo>
                  <a:pt x="33253" y="110671"/>
                  <a:pt x="33618" y="110550"/>
                  <a:pt x="33740" y="110428"/>
                </a:cubicBezTo>
                <a:cubicBezTo>
                  <a:pt x="34013" y="110337"/>
                  <a:pt x="34317" y="110367"/>
                  <a:pt x="34560" y="110489"/>
                </a:cubicBezTo>
                <a:cubicBezTo>
                  <a:pt x="34500" y="110185"/>
                  <a:pt x="35624" y="110003"/>
                  <a:pt x="35837" y="109881"/>
                </a:cubicBezTo>
                <a:cubicBezTo>
                  <a:pt x="35685" y="109881"/>
                  <a:pt x="35533" y="109881"/>
                  <a:pt x="35381" y="109942"/>
                </a:cubicBezTo>
                <a:cubicBezTo>
                  <a:pt x="36141" y="109516"/>
                  <a:pt x="37235" y="109486"/>
                  <a:pt x="38208" y="109121"/>
                </a:cubicBezTo>
                <a:cubicBezTo>
                  <a:pt x="38573" y="109334"/>
                  <a:pt x="38998" y="109425"/>
                  <a:pt x="39424" y="109395"/>
                </a:cubicBezTo>
                <a:cubicBezTo>
                  <a:pt x="39880" y="109304"/>
                  <a:pt x="39636" y="109121"/>
                  <a:pt x="40123" y="109060"/>
                </a:cubicBezTo>
                <a:cubicBezTo>
                  <a:pt x="39606" y="108939"/>
                  <a:pt x="40518" y="108604"/>
                  <a:pt x="39880" y="108696"/>
                </a:cubicBezTo>
                <a:cubicBezTo>
                  <a:pt x="40032" y="108483"/>
                  <a:pt x="40943" y="108392"/>
                  <a:pt x="40518" y="108148"/>
                </a:cubicBezTo>
                <a:cubicBezTo>
                  <a:pt x="42190" y="107419"/>
                  <a:pt x="44591" y="106933"/>
                  <a:pt x="46141" y="106355"/>
                </a:cubicBezTo>
                <a:cubicBezTo>
                  <a:pt x="46141" y="106629"/>
                  <a:pt x="45290" y="106720"/>
                  <a:pt x="44713" y="106933"/>
                </a:cubicBezTo>
                <a:cubicBezTo>
                  <a:pt x="44196" y="107085"/>
                  <a:pt x="43709" y="107237"/>
                  <a:pt x="43223" y="107449"/>
                </a:cubicBezTo>
                <a:cubicBezTo>
                  <a:pt x="43558" y="107449"/>
                  <a:pt x="44013" y="107328"/>
                  <a:pt x="44196" y="107449"/>
                </a:cubicBezTo>
                <a:cubicBezTo>
                  <a:pt x="44804" y="107328"/>
                  <a:pt x="44500" y="107085"/>
                  <a:pt x="45017" y="106902"/>
                </a:cubicBezTo>
                <a:lnTo>
                  <a:pt x="45047" y="107054"/>
                </a:lnTo>
                <a:cubicBezTo>
                  <a:pt x="45533" y="106872"/>
                  <a:pt x="46050" y="106781"/>
                  <a:pt x="46567" y="106781"/>
                </a:cubicBezTo>
                <a:cubicBezTo>
                  <a:pt x="46719" y="106720"/>
                  <a:pt x="46627" y="106629"/>
                  <a:pt x="46840" y="106568"/>
                </a:cubicBezTo>
                <a:lnTo>
                  <a:pt x="47874" y="106234"/>
                </a:lnTo>
                <a:cubicBezTo>
                  <a:pt x="48238" y="106234"/>
                  <a:pt x="47995" y="106355"/>
                  <a:pt x="48238" y="106355"/>
                </a:cubicBezTo>
                <a:cubicBezTo>
                  <a:pt x="48816" y="106173"/>
                  <a:pt x="48147" y="106264"/>
                  <a:pt x="48451" y="106051"/>
                </a:cubicBezTo>
                <a:cubicBezTo>
                  <a:pt x="48846" y="105930"/>
                  <a:pt x="49424" y="105838"/>
                  <a:pt x="49150" y="105626"/>
                </a:cubicBezTo>
                <a:cubicBezTo>
                  <a:pt x="50093" y="105474"/>
                  <a:pt x="51400" y="104927"/>
                  <a:pt x="52129" y="104744"/>
                </a:cubicBezTo>
                <a:cubicBezTo>
                  <a:pt x="51673" y="105079"/>
                  <a:pt x="50518" y="105291"/>
                  <a:pt x="49789" y="105565"/>
                </a:cubicBezTo>
                <a:cubicBezTo>
                  <a:pt x="49637" y="105717"/>
                  <a:pt x="49393" y="105869"/>
                  <a:pt x="49424" y="106051"/>
                </a:cubicBezTo>
                <a:cubicBezTo>
                  <a:pt x="49819" y="105930"/>
                  <a:pt x="50062" y="105808"/>
                  <a:pt x="49971" y="105656"/>
                </a:cubicBezTo>
                <a:cubicBezTo>
                  <a:pt x="50579" y="105626"/>
                  <a:pt x="50944" y="105291"/>
                  <a:pt x="51734" y="105109"/>
                </a:cubicBezTo>
                <a:cubicBezTo>
                  <a:pt x="51582" y="105261"/>
                  <a:pt x="51704" y="105230"/>
                  <a:pt x="51795" y="105291"/>
                </a:cubicBezTo>
                <a:cubicBezTo>
                  <a:pt x="53041" y="104835"/>
                  <a:pt x="54257" y="104410"/>
                  <a:pt x="55898" y="103832"/>
                </a:cubicBezTo>
                <a:cubicBezTo>
                  <a:pt x="56293" y="103802"/>
                  <a:pt x="55685" y="104136"/>
                  <a:pt x="56141" y="104045"/>
                </a:cubicBezTo>
                <a:cubicBezTo>
                  <a:pt x="56749" y="103832"/>
                  <a:pt x="55807" y="103771"/>
                  <a:pt x="56780" y="103559"/>
                </a:cubicBezTo>
                <a:cubicBezTo>
                  <a:pt x="57144" y="103620"/>
                  <a:pt x="56688" y="103954"/>
                  <a:pt x="56324" y="104136"/>
                </a:cubicBezTo>
                <a:cubicBezTo>
                  <a:pt x="56476" y="104349"/>
                  <a:pt x="57327" y="103923"/>
                  <a:pt x="56992" y="103711"/>
                </a:cubicBezTo>
                <a:cubicBezTo>
                  <a:pt x="57296" y="103650"/>
                  <a:pt x="57509" y="103468"/>
                  <a:pt x="57266" y="103528"/>
                </a:cubicBezTo>
                <a:cubicBezTo>
                  <a:pt x="60154" y="102556"/>
                  <a:pt x="64409" y="101249"/>
                  <a:pt x="67114" y="100154"/>
                </a:cubicBezTo>
                <a:cubicBezTo>
                  <a:pt x="67266" y="100094"/>
                  <a:pt x="67175" y="100063"/>
                  <a:pt x="67084" y="100094"/>
                </a:cubicBezTo>
                <a:cubicBezTo>
                  <a:pt x="67266" y="100033"/>
                  <a:pt x="67479" y="99942"/>
                  <a:pt x="67692" y="99850"/>
                </a:cubicBezTo>
                <a:lnTo>
                  <a:pt x="67965" y="99729"/>
                </a:lnTo>
                <a:cubicBezTo>
                  <a:pt x="67996" y="99698"/>
                  <a:pt x="68056" y="99668"/>
                  <a:pt x="68117" y="99638"/>
                </a:cubicBezTo>
                <a:cubicBezTo>
                  <a:pt x="68269" y="99820"/>
                  <a:pt x="67965" y="99820"/>
                  <a:pt x="68208" y="99911"/>
                </a:cubicBezTo>
                <a:cubicBezTo>
                  <a:pt x="68452" y="100002"/>
                  <a:pt x="68482" y="99820"/>
                  <a:pt x="68543" y="99820"/>
                </a:cubicBezTo>
                <a:cubicBezTo>
                  <a:pt x="68756" y="99790"/>
                  <a:pt x="68330" y="99942"/>
                  <a:pt x="68300" y="100094"/>
                </a:cubicBezTo>
                <a:cubicBezTo>
                  <a:pt x="68604" y="100094"/>
                  <a:pt x="68908" y="100002"/>
                  <a:pt x="69181" y="99881"/>
                </a:cubicBezTo>
                <a:cubicBezTo>
                  <a:pt x="69090" y="99607"/>
                  <a:pt x="69090" y="99334"/>
                  <a:pt x="69120" y="99030"/>
                </a:cubicBezTo>
                <a:cubicBezTo>
                  <a:pt x="69242" y="98939"/>
                  <a:pt x="69333" y="98756"/>
                  <a:pt x="69546" y="98878"/>
                </a:cubicBezTo>
                <a:cubicBezTo>
                  <a:pt x="69515" y="98665"/>
                  <a:pt x="69546" y="98452"/>
                  <a:pt x="69607" y="98270"/>
                </a:cubicBezTo>
                <a:cubicBezTo>
                  <a:pt x="69667" y="98148"/>
                  <a:pt x="69698" y="98027"/>
                  <a:pt x="69728" y="97905"/>
                </a:cubicBezTo>
                <a:cubicBezTo>
                  <a:pt x="69759" y="97632"/>
                  <a:pt x="69759" y="97358"/>
                  <a:pt x="69789" y="97115"/>
                </a:cubicBezTo>
                <a:cubicBezTo>
                  <a:pt x="69819" y="97024"/>
                  <a:pt x="69941" y="96963"/>
                  <a:pt x="70063" y="96993"/>
                </a:cubicBezTo>
                <a:cubicBezTo>
                  <a:pt x="70093" y="96689"/>
                  <a:pt x="69971" y="96720"/>
                  <a:pt x="69850" y="96689"/>
                </a:cubicBezTo>
                <a:cubicBezTo>
                  <a:pt x="69971" y="96021"/>
                  <a:pt x="69880" y="95109"/>
                  <a:pt x="70032" y="93984"/>
                </a:cubicBezTo>
                <a:cubicBezTo>
                  <a:pt x="70123" y="93194"/>
                  <a:pt x="70275" y="92404"/>
                  <a:pt x="70519" y="91644"/>
                </a:cubicBezTo>
                <a:cubicBezTo>
                  <a:pt x="70640" y="91248"/>
                  <a:pt x="70762" y="90914"/>
                  <a:pt x="70853" y="90580"/>
                </a:cubicBezTo>
                <a:lnTo>
                  <a:pt x="71248" y="89607"/>
                </a:lnTo>
                <a:cubicBezTo>
                  <a:pt x="71491" y="88999"/>
                  <a:pt x="71522" y="88331"/>
                  <a:pt x="71886" y="88118"/>
                </a:cubicBezTo>
                <a:cubicBezTo>
                  <a:pt x="71947" y="87905"/>
                  <a:pt x="71886" y="87814"/>
                  <a:pt x="71977" y="87571"/>
                </a:cubicBezTo>
                <a:cubicBezTo>
                  <a:pt x="72129" y="87297"/>
                  <a:pt x="72312" y="87054"/>
                  <a:pt x="72555" y="86872"/>
                </a:cubicBezTo>
                <a:cubicBezTo>
                  <a:pt x="72798" y="86112"/>
                  <a:pt x="73193" y="85382"/>
                  <a:pt x="73649" y="84744"/>
                </a:cubicBezTo>
                <a:cubicBezTo>
                  <a:pt x="74196" y="84014"/>
                  <a:pt x="74774" y="83163"/>
                  <a:pt x="75443" y="82343"/>
                </a:cubicBezTo>
                <a:cubicBezTo>
                  <a:pt x="75838" y="82130"/>
                  <a:pt x="75382" y="82616"/>
                  <a:pt x="75595" y="82677"/>
                </a:cubicBezTo>
                <a:cubicBezTo>
                  <a:pt x="76111" y="82069"/>
                  <a:pt x="75686" y="81887"/>
                  <a:pt x="76446" y="81157"/>
                </a:cubicBezTo>
                <a:cubicBezTo>
                  <a:pt x="76446" y="81370"/>
                  <a:pt x="76233" y="81643"/>
                  <a:pt x="76506" y="81704"/>
                </a:cubicBezTo>
                <a:cubicBezTo>
                  <a:pt x="76932" y="81279"/>
                  <a:pt x="76750" y="81036"/>
                  <a:pt x="77266" y="80792"/>
                </a:cubicBezTo>
                <a:cubicBezTo>
                  <a:pt x="77297" y="80975"/>
                  <a:pt x="76780" y="81400"/>
                  <a:pt x="76841" y="81552"/>
                </a:cubicBezTo>
                <a:cubicBezTo>
                  <a:pt x="77236" y="81370"/>
                  <a:pt x="77266" y="80762"/>
                  <a:pt x="77874" y="80245"/>
                </a:cubicBezTo>
                <a:cubicBezTo>
                  <a:pt x="78057" y="80336"/>
                  <a:pt x="77874" y="80580"/>
                  <a:pt x="77570" y="80884"/>
                </a:cubicBezTo>
                <a:cubicBezTo>
                  <a:pt x="77965" y="80823"/>
                  <a:pt x="77874" y="80367"/>
                  <a:pt x="78209" y="80124"/>
                </a:cubicBezTo>
                <a:cubicBezTo>
                  <a:pt x="78330" y="80184"/>
                  <a:pt x="78756" y="79637"/>
                  <a:pt x="78908" y="79637"/>
                </a:cubicBezTo>
                <a:cubicBezTo>
                  <a:pt x="79151" y="79273"/>
                  <a:pt x="79364" y="78574"/>
                  <a:pt x="79759" y="78391"/>
                </a:cubicBezTo>
                <a:cubicBezTo>
                  <a:pt x="79698" y="78543"/>
                  <a:pt x="79789" y="78665"/>
                  <a:pt x="79728" y="78847"/>
                </a:cubicBezTo>
                <a:cubicBezTo>
                  <a:pt x="79516" y="79060"/>
                  <a:pt x="79424" y="79029"/>
                  <a:pt x="79212" y="79242"/>
                </a:cubicBezTo>
                <a:cubicBezTo>
                  <a:pt x="79364" y="79546"/>
                  <a:pt x="80002" y="78725"/>
                  <a:pt x="80276" y="78482"/>
                </a:cubicBezTo>
                <a:cubicBezTo>
                  <a:pt x="80428" y="78604"/>
                  <a:pt x="80124" y="78877"/>
                  <a:pt x="80276" y="78999"/>
                </a:cubicBezTo>
                <a:cubicBezTo>
                  <a:pt x="80428" y="78786"/>
                  <a:pt x="80458" y="78604"/>
                  <a:pt x="80610" y="78361"/>
                </a:cubicBezTo>
                <a:cubicBezTo>
                  <a:pt x="81005" y="77996"/>
                  <a:pt x="81127" y="78148"/>
                  <a:pt x="81370" y="78057"/>
                </a:cubicBezTo>
                <a:lnTo>
                  <a:pt x="80215" y="79212"/>
                </a:lnTo>
                <a:cubicBezTo>
                  <a:pt x="79850" y="79637"/>
                  <a:pt x="79424" y="79972"/>
                  <a:pt x="78938" y="80184"/>
                </a:cubicBezTo>
                <a:cubicBezTo>
                  <a:pt x="78695" y="80458"/>
                  <a:pt x="79151" y="80124"/>
                  <a:pt x="78969" y="80458"/>
                </a:cubicBezTo>
                <a:cubicBezTo>
                  <a:pt x="78452" y="80884"/>
                  <a:pt x="77874" y="81704"/>
                  <a:pt x="77449" y="81917"/>
                </a:cubicBezTo>
                <a:cubicBezTo>
                  <a:pt x="77327" y="82039"/>
                  <a:pt x="77418" y="82069"/>
                  <a:pt x="77449" y="82130"/>
                </a:cubicBezTo>
                <a:cubicBezTo>
                  <a:pt x="76841" y="82859"/>
                  <a:pt x="76263" y="83224"/>
                  <a:pt x="76051" y="83954"/>
                </a:cubicBezTo>
                <a:cubicBezTo>
                  <a:pt x="75625" y="84197"/>
                  <a:pt x="74744" y="85656"/>
                  <a:pt x="74561" y="86294"/>
                </a:cubicBezTo>
                <a:cubicBezTo>
                  <a:pt x="74288" y="86416"/>
                  <a:pt x="73923" y="87023"/>
                  <a:pt x="73649" y="87510"/>
                </a:cubicBezTo>
                <a:cubicBezTo>
                  <a:pt x="73862" y="87631"/>
                  <a:pt x="74136" y="86993"/>
                  <a:pt x="74409" y="86811"/>
                </a:cubicBezTo>
                <a:cubicBezTo>
                  <a:pt x="74561" y="87145"/>
                  <a:pt x="74196" y="87084"/>
                  <a:pt x="74014" y="87510"/>
                </a:cubicBezTo>
                <a:cubicBezTo>
                  <a:pt x="73862" y="87844"/>
                  <a:pt x="74196" y="87692"/>
                  <a:pt x="74257" y="87844"/>
                </a:cubicBezTo>
                <a:cubicBezTo>
                  <a:pt x="74592" y="87327"/>
                  <a:pt x="74804" y="86720"/>
                  <a:pt x="74835" y="86112"/>
                </a:cubicBezTo>
                <a:cubicBezTo>
                  <a:pt x="75382" y="85230"/>
                  <a:pt x="75899" y="84592"/>
                  <a:pt x="76294" y="83984"/>
                </a:cubicBezTo>
                <a:cubicBezTo>
                  <a:pt x="76750" y="83437"/>
                  <a:pt x="77206" y="82890"/>
                  <a:pt x="77692" y="82373"/>
                </a:cubicBezTo>
                <a:cubicBezTo>
                  <a:pt x="77510" y="82738"/>
                  <a:pt x="77783" y="82859"/>
                  <a:pt x="77479" y="83285"/>
                </a:cubicBezTo>
                <a:cubicBezTo>
                  <a:pt x="77631" y="83315"/>
                  <a:pt x="78026" y="82616"/>
                  <a:pt x="78209" y="82647"/>
                </a:cubicBezTo>
                <a:cubicBezTo>
                  <a:pt x="78148" y="82495"/>
                  <a:pt x="78026" y="82525"/>
                  <a:pt x="77844" y="82738"/>
                </a:cubicBezTo>
                <a:cubicBezTo>
                  <a:pt x="77692" y="82555"/>
                  <a:pt x="78300" y="82069"/>
                  <a:pt x="78604" y="81704"/>
                </a:cubicBezTo>
                <a:cubicBezTo>
                  <a:pt x="78665" y="81765"/>
                  <a:pt x="78725" y="81947"/>
                  <a:pt x="78908" y="81795"/>
                </a:cubicBezTo>
                <a:cubicBezTo>
                  <a:pt x="79333" y="81400"/>
                  <a:pt x="78695" y="81491"/>
                  <a:pt x="79303" y="81066"/>
                </a:cubicBezTo>
                <a:cubicBezTo>
                  <a:pt x="79242" y="81431"/>
                  <a:pt x="79212" y="81370"/>
                  <a:pt x="79637" y="81218"/>
                </a:cubicBezTo>
                <a:cubicBezTo>
                  <a:pt x="79820" y="80975"/>
                  <a:pt x="79607" y="81036"/>
                  <a:pt x="79455" y="81218"/>
                </a:cubicBezTo>
                <a:cubicBezTo>
                  <a:pt x="79394" y="81096"/>
                  <a:pt x="79759" y="80853"/>
                  <a:pt x="79698" y="80792"/>
                </a:cubicBezTo>
                <a:cubicBezTo>
                  <a:pt x="80032" y="80610"/>
                  <a:pt x="80367" y="80397"/>
                  <a:pt x="80306" y="80762"/>
                </a:cubicBezTo>
                <a:cubicBezTo>
                  <a:pt x="80792" y="80336"/>
                  <a:pt x="80610" y="80124"/>
                  <a:pt x="81248" y="79698"/>
                </a:cubicBezTo>
                <a:cubicBezTo>
                  <a:pt x="81704" y="79273"/>
                  <a:pt x="81795" y="79607"/>
                  <a:pt x="82251" y="79181"/>
                </a:cubicBezTo>
                <a:cubicBezTo>
                  <a:pt x="82525" y="78817"/>
                  <a:pt x="82859" y="78482"/>
                  <a:pt x="82494" y="78452"/>
                </a:cubicBezTo>
                <a:cubicBezTo>
                  <a:pt x="83163" y="77935"/>
                  <a:pt x="83437" y="77570"/>
                  <a:pt x="83254" y="77388"/>
                </a:cubicBezTo>
                <a:cubicBezTo>
                  <a:pt x="83589" y="77084"/>
                  <a:pt x="83649" y="77206"/>
                  <a:pt x="83923" y="76963"/>
                </a:cubicBezTo>
                <a:cubicBezTo>
                  <a:pt x="84075" y="77054"/>
                  <a:pt x="83832" y="77206"/>
                  <a:pt x="83649" y="77358"/>
                </a:cubicBezTo>
                <a:cubicBezTo>
                  <a:pt x="83771" y="77540"/>
                  <a:pt x="84075" y="77358"/>
                  <a:pt x="84349" y="77266"/>
                </a:cubicBezTo>
                <a:cubicBezTo>
                  <a:pt x="84561" y="76963"/>
                  <a:pt x="84865" y="76750"/>
                  <a:pt x="85230" y="76628"/>
                </a:cubicBezTo>
                <a:cubicBezTo>
                  <a:pt x="85504" y="76689"/>
                  <a:pt x="84835" y="76963"/>
                  <a:pt x="85139" y="77023"/>
                </a:cubicBezTo>
                <a:cubicBezTo>
                  <a:pt x="85230" y="77175"/>
                  <a:pt x="85443" y="76750"/>
                  <a:pt x="85291" y="76750"/>
                </a:cubicBezTo>
                <a:cubicBezTo>
                  <a:pt x="85656" y="76415"/>
                  <a:pt x="86020" y="76111"/>
                  <a:pt x="86415" y="75868"/>
                </a:cubicBezTo>
                <a:cubicBezTo>
                  <a:pt x="86385" y="75716"/>
                  <a:pt x="86233" y="75625"/>
                  <a:pt x="86081" y="75656"/>
                </a:cubicBezTo>
                <a:cubicBezTo>
                  <a:pt x="85838" y="75929"/>
                  <a:pt x="85534" y="76172"/>
                  <a:pt x="85230" y="76355"/>
                </a:cubicBezTo>
                <a:cubicBezTo>
                  <a:pt x="85108" y="76020"/>
                  <a:pt x="84409" y="76659"/>
                  <a:pt x="84288" y="76355"/>
                </a:cubicBezTo>
                <a:cubicBezTo>
                  <a:pt x="85747" y="75291"/>
                  <a:pt x="88330" y="73406"/>
                  <a:pt x="89789" y="72707"/>
                </a:cubicBezTo>
                <a:cubicBezTo>
                  <a:pt x="89941" y="72981"/>
                  <a:pt x="89516" y="72950"/>
                  <a:pt x="89303" y="73072"/>
                </a:cubicBezTo>
                <a:cubicBezTo>
                  <a:pt x="88148" y="73771"/>
                  <a:pt x="86507" y="74926"/>
                  <a:pt x="85382" y="75716"/>
                </a:cubicBezTo>
                <a:cubicBezTo>
                  <a:pt x="85808" y="75564"/>
                  <a:pt x="86446" y="75078"/>
                  <a:pt x="86719" y="75200"/>
                </a:cubicBezTo>
                <a:cubicBezTo>
                  <a:pt x="87206" y="74926"/>
                  <a:pt x="86719" y="74835"/>
                  <a:pt x="87267" y="74561"/>
                </a:cubicBezTo>
                <a:cubicBezTo>
                  <a:pt x="87540" y="74349"/>
                  <a:pt x="87510" y="74561"/>
                  <a:pt x="87722" y="74409"/>
                </a:cubicBezTo>
                <a:cubicBezTo>
                  <a:pt x="88118" y="74318"/>
                  <a:pt x="88026" y="74075"/>
                  <a:pt x="88057" y="74045"/>
                </a:cubicBezTo>
                <a:cubicBezTo>
                  <a:pt x="88087" y="74014"/>
                  <a:pt x="88270" y="73984"/>
                  <a:pt x="88361" y="73923"/>
                </a:cubicBezTo>
                <a:cubicBezTo>
                  <a:pt x="88513" y="73832"/>
                  <a:pt x="88543" y="73710"/>
                  <a:pt x="88574" y="73710"/>
                </a:cubicBezTo>
                <a:cubicBezTo>
                  <a:pt x="89181" y="73315"/>
                  <a:pt x="89729" y="73163"/>
                  <a:pt x="90306" y="72616"/>
                </a:cubicBezTo>
                <a:cubicBezTo>
                  <a:pt x="90519" y="72434"/>
                  <a:pt x="90580" y="72494"/>
                  <a:pt x="90640" y="72555"/>
                </a:cubicBezTo>
                <a:cubicBezTo>
                  <a:pt x="91005" y="72282"/>
                  <a:pt x="90428" y="72494"/>
                  <a:pt x="90488" y="72312"/>
                </a:cubicBezTo>
                <a:cubicBezTo>
                  <a:pt x="90823" y="72099"/>
                  <a:pt x="90914" y="72251"/>
                  <a:pt x="91127" y="72160"/>
                </a:cubicBezTo>
                <a:cubicBezTo>
                  <a:pt x="91431" y="72008"/>
                  <a:pt x="91066" y="71917"/>
                  <a:pt x="91096" y="71795"/>
                </a:cubicBezTo>
                <a:cubicBezTo>
                  <a:pt x="92130" y="71096"/>
                  <a:pt x="93072" y="70427"/>
                  <a:pt x="93984" y="69880"/>
                </a:cubicBezTo>
                <a:cubicBezTo>
                  <a:pt x="94106" y="69789"/>
                  <a:pt x="94227" y="69880"/>
                  <a:pt x="94318" y="69850"/>
                </a:cubicBezTo>
                <a:cubicBezTo>
                  <a:pt x="94470" y="69759"/>
                  <a:pt x="94865" y="69455"/>
                  <a:pt x="95078" y="69303"/>
                </a:cubicBezTo>
                <a:cubicBezTo>
                  <a:pt x="95261" y="69151"/>
                  <a:pt x="95777" y="68938"/>
                  <a:pt x="95838" y="68756"/>
                </a:cubicBezTo>
                <a:cubicBezTo>
                  <a:pt x="95960" y="68756"/>
                  <a:pt x="96203" y="68573"/>
                  <a:pt x="96294" y="68634"/>
                </a:cubicBezTo>
                <a:cubicBezTo>
                  <a:pt x="96841" y="68057"/>
                  <a:pt x="98513" y="67358"/>
                  <a:pt x="99425" y="66567"/>
                </a:cubicBezTo>
                <a:cubicBezTo>
                  <a:pt x="99668" y="66689"/>
                  <a:pt x="99151" y="66902"/>
                  <a:pt x="99151" y="67054"/>
                </a:cubicBezTo>
                <a:cubicBezTo>
                  <a:pt x="98695" y="67266"/>
                  <a:pt x="98239" y="67540"/>
                  <a:pt x="97814" y="67874"/>
                </a:cubicBezTo>
                <a:cubicBezTo>
                  <a:pt x="97571" y="68057"/>
                  <a:pt x="97844" y="68178"/>
                  <a:pt x="97388" y="68391"/>
                </a:cubicBezTo>
                <a:cubicBezTo>
                  <a:pt x="97935" y="68330"/>
                  <a:pt x="98118" y="67783"/>
                  <a:pt x="98543" y="67540"/>
                </a:cubicBezTo>
                <a:cubicBezTo>
                  <a:pt x="98756" y="67570"/>
                  <a:pt x="99425" y="66993"/>
                  <a:pt x="99486" y="67297"/>
                </a:cubicBezTo>
                <a:cubicBezTo>
                  <a:pt x="99668" y="67054"/>
                  <a:pt x="99182" y="67114"/>
                  <a:pt x="99546" y="66750"/>
                </a:cubicBezTo>
                <a:cubicBezTo>
                  <a:pt x="99881" y="66476"/>
                  <a:pt x="99911" y="66628"/>
                  <a:pt x="100245" y="66415"/>
                </a:cubicBezTo>
                <a:cubicBezTo>
                  <a:pt x="100276" y="66142"/>
                  <a:pt x="99881" y="66506"/>
                  <a:pt x="99638" y="66628"/>
                </a:cubicBezTo>
                <a:cubicBezTo>
                  <a:pt x="99729" y="66354"/>
                  <a:pt x="100458" y="65899"/>
                  <a:pt x="100884" y="65625"/>
                </a:cubicBezTo>
                <a:cubicBezTo>
                  <a:pt x="101279" y="65351"/>
                  <a:pt x="101644" y="65139"/>
                  <a:pt x="101948" y="64987"/>
                </a:cubicBezTo>
                <a:cubicBezTo>
                  <a:pt x="102100" y="64926"/>
                  <a:pt x="102252" y="64895"/>
                  <a:pt x="102404" y="64865"/>
                </a:cubicBezTo>
                <a:cubicBezTo>
                  <a:pt x="102556" y="64774"/>
                  <a:pt x="102525" y="64652"/>
                  <a:pt x="102616" y="64591"/>
                </a:cubicBezTo>
                <a:cubicBezTo>
                  <a:pt x="102890" y="64379"/>
                  <a:pt x="103224" y="64409"/>
                  <a:pt x="103376" y="64044"/>
                </a:cubicBezTo>
                <a:cubicBezTo>
                  <a:pt x="103589" y="63892"/>
                  <a:pt x="103650" y="63923"/>
                  <a:pt x="103711" y="63984"/>
                </a:cubicBezTo>
                <a:cubicBezTo>
                  <a:pt x="104106" y="63771"/>
                  <a:pt x="104045" y="63619"/>
                  <a:pt x="104440" y="63406"/>
                </a:cubicBezTo>
                <a:cubicBezTo>
                  <a:pt x="104471" y="63528"/>
                  <a:pt x="104288" y="63680"/>
                  <a:pt x="103984" y="63832"/>
                </a:cubicBezTo>
                <a:cubicBezTo>
                  <a:pt x="104136" y="63892"/>
                  <a:pt x="104440" y="63740"/>
                  <a:pt x="104653" y="63740"/>
                </a:cubicBezTo>
                <a:cubicBezTo>
                  <a:pt x="104926" y="63558"/>
                  <a:pt x="105230" y="63345"/>
                  <a:pt x="105048" y="63193"/>
                </a:cubicBezTo>
                <a:cubicBezTo>
                  <a:pt x="105170" y="63193"/>
                  <a:pt x="105929" y="62859"/>
                  <a:pt x="105686" y="62737"/>
                </a:cubicBezTo>
                <a:cubicBezTo>
                  <a:pt x="105474" y="62646"/>
                  <a:pt x="105200" y="63102"/>
                  <a:pt x="104744" y="63284"/>
                </a:cubicBezTo>
                <a:cubicBezTo>
                  <a:pt x="104805" y="63133"/>
                  <a:pt x="105109" y="62950"/>
                  <a:pt x="105352" y="62768"/>
                </a:cubicBezTo>
                <a:cubicBezTo>
                  <a:pt x="105139" y="62646"/>
                  <a:pt x="104562" y="63072"/>
                  <a:pt x="104379" y="62950"/>
                </a:cubicBezTo>
                <a:cubicBezTo>
                  <a:pt x="104075" y="63254"/>
                  <a:pt x="103650" y="63436"/>
                  <a:pt x="103224" y="63467"/>
                </a:cubicBezTo>
                <a:cubicBezTo>
                  <a:pt x="103224" y="63284"/>
                  <a:pt x="103923" y="63345"/>
                  <a:pt x="103863" y="63011"/>
                </a:cubicBezTo>
                <a:cubicBezTo>
                  <a:pt x="103771" y="62950"/>
                  <a:pt x="103559" y="63102"/>
                  <a:pt x="103589" y="63163"/>
                </a:cubicBezTo>
                <a:cubicBezTo>
                  <a:pt x="103072" y="63284"/>
                  <a:pt x="103984" y="62403"/>
                  <a:pt x="102981" y="63041"/>
                </a:cubicBezTo>
                <a:cubicBezTo>
                  <a:pt x="102890" y="62737"/>
                  <a:pt x="104136" y="62525"/>
                  <a:pt x="104075" y="62129"/>
                </a:cubicBezTo>
                <a:cubicBezTo>
                  <a:pt x="103559" y="62312"/>
                  <a:pt x="103012" y="62555"/>
                  <a:pt x="102525" y="62859"/>
                </a:cubicBezTo>
                <a:cubicBezTo>
                  <a:pt x="102130" y="63133"/>
                  <a:pt x="102768" y="62889"/>
                  <a:pt x="102677" y="63163"/>
                </a:cubicBezTo>
                <a:cubicBezTo>
                  <a:pt x="102312" y="63315"/>
                  <a:pt x="102221" y="63102"/>
                  <a:pt x="101948" y="63102"/>
                </a:cubicBezTo>
                <a:cubicBezTo>
                  <a:pt x="101644" y="63315"/>
                  <a:pt x="101461" y="63558"/>
                  <a:pt x="101157" y="63588"/>
                </a:cubicBezTo>
                <a:cubicBezTo>
                  <a:pt x="101461" y="62981"/>
                  <a:pt x="102495" y="62707"/>
                  <a:pt x="103315" y="62038"/>
                </a:cubicBezTo>
                <a:cubicBezTo>
                  <a:pt x="103315" y="62160"/>
                  <a:pt x="102951" y="62342"/>
                  <a:pt x="103194" y="62433"/>
                </a:cubicBezTo>
                <a:cubicBezTo>
                  <a:pt x="103741" y="62190"/>
                  <a:pt x="103255" y="62069"/>
                  <a:pt x="103893" y="61765"/>
                </a:cubicBezTo>
                <a:cubicBezTo>
                  <a:pt x="103893" y="61704"/>
                  <a:pt x="103802" y="61704"/>
                  <a:pt x="103680" y="61734"/>
                </a:cubicBezTo>
                <a:cubicBezTo>
                  <a:pt x="104075" y="61370"/>
                  <a:pt x="104562" y="60944"/>
                  <a:pt x="104471" y="60610"/>
                </a:cubicBezTo>
                <a:cubicBezTo>
                  <a:pt x="104866" y="60306"/>
                  <a:pt x="104957" y="60458"/>
                  <a:pt x="105230" y="60306"/>
                </a:cubicBezTo>
                <a:cubicBezTo>
                  <a:pt x="105838" y="60002"/>
                  <a:pt x="105990" y="59759"/>
                  <a:pt x="106507" y="59455"/>
                </a:cubicBezTo>
                <a:cubicBezTo>
                  <a:pt x="106629" y="59576"/>
                  <a:pt x="106507" y="59698"/>
                  <a:pt x="106233" y="59880"/>
                </a:cubicBezTo>
                <a:cubicBezTo>
                  <a:pt x="106781" y="59941"/>
                  <a:pt x="107632" y="58999"/>
                  <a:pt x="107905" y="59363"/>
                </a:cubicBezTo>
                <a:cubicBezTo>
                  <a:pt x="108422" y="58938"/>
                  <a:pt x="107692" y="59029"/>
                  <a:pt x="107388" y="59090"/>
                </a:cubicBezTo>
                <a:cubicBezTo>
                  <a:pt x="107297" y="58968"/>
                  <a:pt x="107844" y="58786"/>
                  <a:pt x="108027" y="58634"/>
                </a:cubicBezTo>
                <a:cubicBezTo>
                  <a:pt x="107723" y="59059"/>
                  <a:pt x="108392" y="58756"/>
                  <a:pt x="108544" y="58877"/>
                </a:cubicBezTo>
                <a:cubicBezTo>
                  <a:pt x="109121" y="58391"/>
                  <a:pt x="109243" y="57935"/>
                  <a:pt x="110185" y="57388"/>
                </a:cubicBezTo>
                <a:cubicBezTo>
                  <a:pt x="110519" y="57145"/>
                  <a:pt x="110519" y="57357"/>
                  <a:pt x="110702" y="57327"/>
                </a:cubicBezTo>
                <a:cubicBezTo>
                  <a:pt x="110793" y="57266"/>
                  <a:pt x="110793" y="57205"/>
                  <a:pt x="110914" y="57114"/>
                </a:cubicBezTo>
                <a:cubicBezTo>
                  <a:pt x="111158" y="56871"/>
                  <a:pt x="110458" y="57175"/>
                  <a:pt x="110914" y="56780"/>
                </a:cubicBezTo>
                <a:cubicBezTo>
                  <a:pt x="111188" y="56597"/>
                  <a:pt x="111218" y="56719"/>
                  <a:pt x="111279" y="56810"/>
                </a:cubicBezTo>
                <a:cubicBezTo>
                  <a:pt x="111613" y="56445"/>
                  <a:pt x="112009" y="56111"/>
                  <a:pt x="112434" y="55838"/>
                </a:cubicBezTo>
                <a:cubicBezTo>
                  <a:pt x="112769" y="55655"/>
                  <a:pt x="112921" y="55807"/>
                  <a:pt x="113376" y="55382"/>
                </a:cubicBezTo>
                <a:cubicBezTo>
                  <a:pt x="113316" y="55351"/>
                  <a:pt x="113133" y="55503"/>
                  <a:pt x="112981" y="55564"/>
                </a:cubicBezTo>
                <a:cubicBezTo>
                  <a:pt x="113224" y="55169"/>
                  <a:pt x="114683" y="54470"/>
                  <a:pt x="115231" y="53801"/>
                </a:cubicBezTo>
                <a:cubicBezTo>
                  <a:pt x="115474" y="53679"/>
                  <a:pt x="115535" y="54014"/>
                  <a:pt x="115838" y="53740"/>
                </a:cubicBezTo>
                <a:cubicBezTo>
                  <a:pt x="115990" y="53588"/>
                  <a:pt x="115747" y="53710"/>
                  <a:pt x="115717" y="53558"/>
                </a:cubicBezTo>
                <a:cubicBezTo>
                  <a:pt x="116294" y="53132"/>
                  <a:pt x="116811" y="52646"/>
                  <a:pt x="117237" y="52068"/>
                </a:cubicBezTo>
                <a:cubicBezTo>
                  <a:pt x="117389" y="52190"/>
                  <a:pt x="117601" y="52190"/>
                  <a:pt x="117875" y="51795"/>
                </a:cubicBezTo>
                <a:cubicBezTo>
                  <a:pt x="117784" y="51795"/>
                  <a:pt x="117632" y="51947"/>
                  <a:pt x="117571" y="51825"/>
                </a:cubicBezTo>
                <a:cubicBezTo>
                  <a:pt x="117662" y="51582"/>
                  <a:pt x="117784" y="51765"/>
                  <a:pt x="117845" y="51734"/>
                </a:cubicBezTo>
                <a:cubicBezTo>
                  <a:pt x="118027" y="51552"/>
                  <a:pt x="118088" y="51187"/>
                  <a:pt x="118392" y="51065"/>
                </a:cubicBezTo>
                <a:cubicBezTo>
                  <a:pt x="118331" y="51552"/>
                  <a:pt x="117905" y="51765"/>
                  <a:pt x="117480" y="52312"/>
                </a:cubicBezTo>
                <a:cubicBezTo>
                  <a:pt x="117297" y="52555"/>
                  <a:pt x="117480" y="52676"/>
                  <a:pt x="117146" y="52950"/>
                </a:cubicBezTo>
                <a:cubicBezTo>
                  <a:pt x="117297" y="52464"/>
                  <a:pt x="116386" y="53588"/>
                  <a:pt x="116112" y="53619"/>
                </a:cubicBezTo>
                <a:cubicBezTo>
                  <a:pt x="116051" y="53740"/>
                  <a:pt x="115990" y="53892"/>
                  <a:pt x="115899" y="54044"/>
                </a:cubicBezTo>
                <a:cubicBezTo>
                  <a:pt x="115595" y="54227"/>
                  <a:pt x="115474" y="54044"/>
                  <a:pt x="115231" y="54044"/>
                </a:cubicBezTo>
                <a:cubicBezTo>
                  <a:pt x="114987" y="54470"/>
                  <a:pt x="114744" y="54196"/>
                  <a:pt x="114288" y="54652"/>
                </a:cubicBezTo>
                <a:cubicBezTo>
                  <a:pt x="114349" y="55108"/>
                  <a:pt x="115139" y="54379"/>
                  <a:pt x="114987" y="54926"/>
                </a:cubicBezTo>
                <a:cubicBezTo>
                  <a:pt x="114592" y="55047"/>
                  <a:pt x="114258" y="55138"/>
                  <a:pt x="114076" y="54895"/>
                </a:cubicBezTo>
                <a:cubicBezTo>
                  <a:pt x="113559" y="55199"/>
                  <a:pt x="113650" y="55412"/>
                  <a:pt x="114015" y="55260"/>
                </a:cubicBezTo>
                <a:cubicBezTo>
                  <a:pt x="114015" y="55412"/>
                  <a:pt x="113741" y="55503"/>
                  <a:pt x="113711" y="55382"/>
                </a:cubicBezTo>
                <a:cubicBezTo>
                  <a:pt x="113437" y="55594"/>
                  <a:pt x="113133" y="55746"/>
                  <a:pt x="112799" y="55807"/>
                </a:cubicBezTo>
                <a:cubicBezTo>
                  <a:pt x="112556" y="55959"/>
                  <a:pt x="112799" y="56202"/>
                  <a:pt x="113012" y="55929"/>
                </a:cubicBezTo>
                <a:cubicBezTo>
                  <a:pt x="112981" y="56202"/>
                  <a:pt x="112404" y="56172"/>
                  <a:pt x="112313" y="56476"/>
                </a:cubicBezTo>
                <a:cubicBezTo>
                  <a:pt x="112343" y="56567"/>
                  <a:pt x="112495" y="56476"/>
                  <a:pt x="112556" y="56567"/>
                </a:cubicBezTo>
                <a:cubicBezTo>
                  <a:pt x="112708" y="56354"/>
                  <a:pt x="113346" y="56050"/>
                  <a:pt x="113194" y="55898"/>
                </a:cubicBezTo>
                <a:cubicBezTo>
                  <a:pt x="113650" y="55503"/>
                  <a:pt x="113650" y="55838"/>
                  <a:pt x="114106" y="55442"/>
                </a:cubicBezTo>
                <a:cubicBezTo>
                  <a:pt x="114258" y="55534"/>
                  <a:pt x="113924" y="55686"/>
                  <a:pt x="113984" y="55777"/>
                </a:cubicBezTo>
                <a:cubicBezTo>
                  <a:pt x="114106" y="55868"/>
                  <a:pt x="114167" y="55564"/>
                  <a:pt x="114197" y="55564"/>
                </a:cubicBezTo>
                <a:cubicBezTo>
                  <a:pt x="114349" y="55442"/>
                  <a:pt x="114471" y="55564"/>
                  <a:pt x="114623" y="55412"/>
                </a:cubicBezTo>
                <a:cubicBezTo>
                  <a:pt x="114775" y="55290"/>
                  <a:pt x="114866" y="55078"/>
                  <a:pt x="115139" y="54865"/>
                </a:cubicBezTo>
                <a:cubicBezTo>
                  <a:pt x="115291" y="54743"/>
                  <a:pt x="115139" y="54652"/>
                  <a:pt x="115079" y="54561"/>
                </a:cubicBezTo>
                <a:cubicBezTo>
                  <a:pt x="115535" y="54166"/>
                  <a:pt x="115717" y="54318"/>
                  <a:pt x="116051" y="54166"/>
                </a:cubicBezTo>
                <a:cubicBezTo>
                  <a:pt x="116416" y="53923"/>
                  <a:pt x="116234" y="53801"/>
                  <a:pt x="116294" y="53619"/>
                </a:cubicBezTo>
                <a:cubicBezTo>
                  <a:pt x="116568" y="53527"/>
                  <a:pt x="116872" y="53497"/>
                  <a:pt x="117146" y="53497"/>
                </a:cubicBezTo>
                <a:cubicBezTo>
                  <a:pt x="117146" y="53102"/>
                  <a:pt x="117753" y="52524"/>
                  <a:pt x="118149" y="51977"/>
                </a:cubicBezTo>
                <a:cubicBezTo>
                  <a:pt x="118240" y="52220"/>
                  <a:pt x="118574" y="51643"/>
                  <a:pt x="118756" y="51461"/>
                </a:cubicBezTo>
                <a:cubicBezTo>
                  <a:pt x="118969" y="51096"/>
                  <a:pt x="118635" y="51035"/>
                  <a:pt x="119060" y="50549"/>
                </a:cubicBezTo>
                <a:cubicBezTo>
                  <a:pt x="119060" y="50701"/>
                  <a:pt x="119030" y="50822"/>
                  <a:pt x="118969" y="50944"/>
                </a:cubicBezTo>
                <a:cubicBezTo>
                  <a:pt x="119121" y="51005"/>
                  <a:pt x="119304" y="50488"/>
                  <a:pt x="119304" y="50397"/>
                </a:cubicBezTo>
                <a:cubicBezTo>
                  <a:pt x="119212" y="50458"/>
                  <a:pt x="119121" y="50458"/>
                  <a:pt x="119000" y="50518"/>
                </a:cubicBezTo>
                <a:cubicBezTo>
                  <a:pt x="118665" y="50670"/>
                  <a:pt x="118605" y="50944"/>
                  <a:pt x="118574" y="50640"/>
                </a:cubicBezTo>
                <a:cubicBezTo>
                  <a:pt x="118361" y="50944"/>
                  <a:pt x="118118" y="51248"/>
                  <a:pt x="117875" y="51521"/>
                </a:cubicBezTo>
                <a:cubicBezTo>
                  <a:pt x="117845" y="51217"/>
                  <a:pt x="118361" y="50913"/>
                  <a:pt x="118665" y="50397"/>
                </a:cubicBezTo>
                <a:cubicBezTo>
                  <a:pt x="118878" y="50032"/>
                  <a:pt x="119273" y="49394"/>
                  <a:pt x="119577" y="48755"/>
                </a:cubicBezTo>
                <a:cubicBezTo>
                  <a:pt x="119729" y="48907"/>
                  <a:pt x="119851" y="48755"/>
                  <a:pt x="120003" y="48816"/>
                </a:cubicBezTo>
                <a:cubicBezTo>
                  <a:pt x="120276" y="48239"/>
                  <a:pt x="120307" y="47935"/>
                  <a:pt x="120519" y="47448"/>
                </a:cubicBezTo>
                <a:cubicBezTo>
                  <a:pt x="120671" y="47570"/>
                  <a:pt x="120732" y="47813"/>
                  <a:pt x="120641" y="47995"/>
                </a:cubicBezTo>
                <a:cubicBezTo>
                  <a:pt x="121006" y="47722"/>
                  <a:pt x="120550" y="47388"/>
                  <a:pt x="120580" y="47084"/>
                </a:cubicBezTo>
                <a:cubicBezTo>
                  <a:pt x="120641" y="46658"/>
                  <a:pt x="120915" y="46840"/>
                  <a:pt x="120915" y="46385"/>
                </a:cubicBezTo>
                <a:cubicBezTo>
                  <a:pt x="120915" y="46172"/>
                  <a:pt x="120641" y="46385"/>
                  <a:pt x="120671" y="46749"/>
                </a:cubicBezTo>
                <a:cubicBezTo>
                  <a:pt x="120367" y="46445"/>
                  <a:pt x="120823" y="46324"/>
                  <a:pt x="120884" y="46020"/>
                </a:cubicBezTo>
                <a:cubicBezTo>
                  <a:pt x="120854" y="45503"/>
                  <a:pt x="120671" y="45837"/>
                  <a:pt x="120519" y="45625"/>
                </a:cubicBezTo>
                <a:cubicBezTo>
                  <a:pt x="120550" y="45138"/>
                  <a:pt x="120823" y="45777"/>
                  <a:pt x="120854" y="45260"/>
                </a:cubicBezTo>
                <a:cubicBezTo>
                  <a:pt x="120702" y="45169"/>
                  <a:pt x="120793" y="44622"/>
                  <a:pt x="120519" y="44743"/>
                </a:cubicBezTo>
                <a:cubicBezTo>
                  <a:pt x="120671" y="44378"/>
                  <a:pt x="120337" y="43710"/>
                  <a:pt x="120611" y="43983"/>
                </a:cubicBezTo>
                <a:cubicBezTo>
                  <a:pt x="120519" y="43649"/>
                  <a:pt x="120580" y="42980"/>
                  <a:pt x="120367" y="42889"/>
                </a:cubicBezTo>
                <a:cubicBezTo>
                  <a:pt x="120367" y="42646"/>
                  <a:pt x="120489" y="42828"/>
                  <a:pt x="120580" y="42828"/>
                </a:cubicBezTo>
                <a:cubicBezTo>
                  <a:pt x="120550" y="42403"/>
                  <a:pt x="120307" y="42707"/>
                  <a:pt x="120215" y="42524"/>
                </a:cubicBezTo>
                <a:cubicBezTo>
                  <a:pt x="120428" y="42251"/>
                  <a:pt x="120033" y="42190"/>
                  <a:pt x="119942" y="41521"/>
                </a:cubicBezTo>
                <a:cubicBezTo>
                  <a:pt x="120094" y="41552"/>
                  <a:pt x="120246" y="41734"/>
                  <a:pt x="120398" y="41795"/>
                </a:cubicBezTo>
                <a:cubicBezTo>
                  <a:pt x="120611" y="42767"/>
                  <a:pt x="120823" y="43740"/>
                  <a:pt x="120945" y="44682"/>
                </a:cubicBezTo>
                <a:cubicBezTo>
                  <a:pt x="121097" y="45564"/>
                  <a:pt x="121067" y="46445"/>
                  <a:pt x="120884" y="47327"/>
                </a:cubicBezTo>
                <a:cubicBezTo>
                  <a:pt x="120884" y="47509"/>
                  <a:pt x="121006" y="47357"/>
                  <a:pt x="121067" y="47236"/>
                </a:cubicBezTo>
                <a:cubicBezTo>
                  <a:pt x="121067" y="47448"/>
                  <a:pt x="121036" y="47692"/>
                  <a:pt x="121006" y="47904"/>
                </a:cubicBezTo>
                <a:cubicBezTo>
                  <a:pt x="120975" y="48117"/>
                  <a:pt x="120915" y="48330"/>
                  <a:pt x="120854" y="48512"/>
                </a:cubicBezTo>
                <a:cubicBezTo>
                  <a:pt x="120793" y="48603"/>
                  <a:pt x="120641" y="48664"/>
                  <a:pt x="120580" y="48816"/>
                </a:cubicBezTo>
                <a:cubicBezTo>
                  <a:pt x="120580" y="48907"/>
                  <a:pt x="120550" y="49151"/>
                  <a:pt x="120580" y="49090"/>
                </a:cubicBezTo>
                <a:cubicBezTo>
                  <a:pt x="120459" y="49272"/>
                  <a:pt x="120459" y="48847"/>
                  <a:pt x="120215" y="49515"/>
                </a:cubicBezTo>
                <a:cubicBezTo>
                  <a:pt x="120094" y="49302"/>
                  <a:pt x="120124" y="49059"/>
                  <a:pt x="120246" y="48877"/>
                </a:cubicBezTo>
                <a:cubicBezTo>
                  <a:pt x="120367" y="48695"/>
                  <a:pt x="120459" y="48482"/>
                  <a:pt x="120489" y="48239"/>
                </a:cubicBezTo>
                <a:cubicBezTo>
                  <a:pt x="120033" y="48816"/>
                  <a:pt x="119608" y="49424"/>
                  <a:pt x="119243" y="50062"/>
                </a:cubicBezTo>
                <a:cubicBezTo>
                  <a:pt x="119243" y="50002"/>
                  <a:pt x="119182" y="49910"/>
                  <a:pt x="119121" y="49850"/>
                </a:cubicBezTo>
                <a:cubicBezTo>
                  <a:pt x="118908" y="50306"/>
                  <a:pt x="119243" y="50275"/>
                  <a:pt x="119516" y="50275"/>
                </a:cubicBezTo>
                <a:cubicBezTo>
                  <a:pt x="119851" y="49819"/>
                  <a:pt x="119516" y="49789"/>
                  <a:pt x="119760" y="49394"/>
                </a:cubicBezTo>
                <a:cubicBezTo>
                  <a:pt x="120003" y="49606"/>
                  <a:pt x="120063" y="50214"/>
                  <a:pt x="120489" y="49485"/>
                </a:cubicBezTo>
                <a:cubicBezTo>
                  <a:pt x="120094" y="50427"/>
                  <a:pt x="119456" y="51917"/>
                  <a:pt x="118331" y="52707"/>
                </a:cubicBezTo>
                <a:cubicBezTo>
                  <a:pt x="118209" y="53163"/>
                  <a:pt x="117389" y="53831"/>
                  <a:pt x="116781" y="54379"/>
                </a:cubicBezTo>
                <a:cubicBezTo>
                  <a:pt x="116568" y="54561"/>
                  <a:pt x="116842" y="54652"/>
                  <a:pt x="116446" y="54895"/>
                </a:cubicBezTo>
                <a:cubicBezTo>
                  <a:pt x="116234" y="54956"/>
                  <a:pt x="115990" y="54926"/>
                  <a:pt x="115808" y="54774"/>
                </a:cubicBezTo>
                <a:cubicBezTo>
                  <a:pt x="115291" y="55260"/>
                  <a:pt x="115413" y="55138"/>
                  <a:pt x="114683" y="55716"/>
                </a:cubicBezTo>
                <a:cubicBezTo>
                  <a:pt x="114714" y="55868"/>
                  <a:pt x="114866" y="55807"/>
                  <a:pt x="114957" y="55868"/>
                </a:cubicBezTo>
                <a:cubicBezTo>
                  <a:pt x="115079" y="55594"/>
                  <a:pt x="115565" y="55260"/>
                  <a:pt x="115626" y="55017"/>
                </a:cubicBezTo>
                <a:cubicBezTo>
                  <a:pt x="116598" y="54834"/>
                  <a:pt x="115504" y="55868"/>
                  <a:pt x="114835" y="56202"/>
                </a:cubicBezTo>
                <a:cubicBezTo>
                  <a:pt x="114835" y="56202"/>
                  <a:pt x="114896" y="55990"/>
                  <a:pt x="114866" y="55990"/>
                </a:cubicBezTo>
                <a:cubicBezTo>
                  <a:pt x="114866" y="56020"/>
                  <a:pt x="114136" y="56506"/>
                  <a:pt x="114349" y="56537"/>
                </a:cubicBezTo>
                <a:cubicBezTo>
                  <a:pt x="113620" y="57023"/>
                  <a:pt x="112069" y="58056"/>
                  <a:pt x="110914" y="58877"/>
                </a:cubicBezTo>
                <a:cubicBezTo>
                  <a:pt x="110124" y="59424"/>
                  <a:pt x="109182" y="59850"/>
                  <a:pt x="108513" y="60306"/>
                </a:cubicBezTo>
                <a:cubicBezTo>
                  <a:pt x="108179" y="60549"/>
                  <a:pt x="107814" y="60944"/>
                  <a:pt x="107419" y="61218"/>
                </a:cubicBezTo>
                <a:cubicBezTo>
                  <a:pt x="106902" y="61582"/>
                  <a:pt x="106355" y="61856"/>
                  <a:pt x="106173" y="62221"/>
                </a:cubicBezTo>
                <a:cubicBezTo>
                  <a:pt x="106355" y="62373"/>
                  <a:pt x="107024" y="61886"/>
                  <a:pt x="107176" y="62099"/>
                </a:cubicBezTo>
                <a:cubicBezTo>
                  <a:pt x="107692" y="61613"/>
                  <a:pt x="108696" y="61066"/>
                  <a:pt x="108999" y="61218"/>
                </a:cubicBezTo>
                <a:cubicBezTo>
                  <a:pt x="108999" y="60914"/>
                  <a:pt x="109395" y="60579"/>
                  <a:pt x="109881" y="60215"/>
                </a:cubicBezTo>
                <a:cubicBezTo>
                  <a:pt x="109881" y="59971"/>
                  <a:pt x="109607" y="60184"/>
                  <a:pt x="109577" y="60002"/>
                </a:cubicBezTo>
                <a:cubicBezTo>
                  <a:pt x="110337" y="59424"/>
                  <a:pt x="110185" y="60063"/>
                  <a:pt x="110124" y="60306"/>
                </a:cubicBezTo>
                <a:cubicBezTo>
                  <a:pt x="110276" y="60275"/>
                  <a:pt x="110793" y="59911"/>
                  <a:pt x="111218" y="59728"/>
                </a:cubicBezTo>
                <a:cubicBezTo>
                  <a:pt x="111462" y="59576"/>
                  <a:pt x="110884" y="59637"/>
                  <a:pt x="111188" y="59363"/>
                </a:cubicBezTo>
                <a:cubicBezTo>
                  <a:pt x="111066" y="59272"/>
                  <a:pt x="110671" y="59941"/>
                  <a:pt x="110246" y="59911"/>
                </a:cubicBezTo>
                <a:cubicBezTo>
                  <a:pt x="110337" y="59759"/>
                  <a:pt x="110550" y="59576"/>
                  <a:pt x="110519" y="59424"/>
                </a:cubicBezTo>
                <a:cubicBezTo>
                  <a:pt x="111522" y="58908"/>
                  <a:pt x="112617" y="58148"/>
                  <a:pt x="114045" y="57236"/>
                </a:cubicBezTo>
                <a:cubicBezTo>
                  <a:pt x="114531" y="57084"/>
                  <a:pt x="113255" y="57752"/>
                  <a:pt x="113528" y="57844"/>
                </a:cubicBezTo>
                <a:cubicBezTo>
                  <a:pt x="113620" y="57965"/>
                  <a:pt x="114015" y="57661"/>
                  <a:pt x="114349" y="57449"/>
                </a:cubicBezTo>
                <a:cubicBezTo>
                  <a:pt x="114714" y="57236"/>
                  <a:pt x="114319" y="57145"/>
                  <a:pt x="114744" y="56932"/>
                </a:cubicBezTo>
                <a:cubicBezTo>
                  <a:pt x="114562" y="57297"/>
                  <a:pt x="115048" y="57053"/>
                  <a:pt x="115231" y="56841"/>
                </a:cubicBezTo>
                <a:cubicBezTo>
                  <a:pt x="115474" y="56597"/>
                  <a:pt x="115048" y="56597"/>
                  <a:pt x="115443" y="56628"/>
                </a:cubicBezTo>
                <a:cubicBezTo>
                  <a:pt x="115838" y="56597"/>
                  <a:pt x="116173" y="56415"/>
                  <a:pt x="116386" y="56081"/>
                </a:cubicBezTo>
                <a:cubicBezTo>
                  <a:pt x="116203" y="56081"/>
                  <a:pt x="115778" y="56415"/>
                  <a:pt x="115717" y="56172"/>
                </a:cubicBezTo>
                <a:cubicBezTo>
                  <a:pt x="116082" y="55868"/>
                  <a:pt x="116142" y="56081"/>
                  <a:pt x="116416" y="55898"/>
                </a:cubicBezTo>
                <a:cubicBezTo>
                  <a:pt x="116507" y="55807"/>
                  <a:pt x="116507" y="55746"/>
                  <a:pt x="116629" y="55655"/>
                </a:cubicBezTo>
                <a:cubicBezTo>
                  <a:pt x="116598" y="55442"/>
                  <a:pt x="116294" y="55716"/>
                  <a:pt x="116142" y="55746"/>
                </a:cubicBezTo>
                <a:cubicBezTo>
                  <a:pt x="115930" y="55716"/>
                  <a:pt x="116446" y="55442"/>
                  <a:pt x="116477" y="55412"/>
                </a:cubicBezTo>
                <a:cubicBezTo>
                  <a:pt x="116690" y="55169"/>
                  <a:pt x="116659" y="55108"/>
                  <a:pt x="116842" y="54926"/>
                </a:cubicBezTo>
                <a:cubicBezTo>
                  <a:pt x="117328" y="54500"/>
                  <a:pt x="118027" y="53953"/>
                  <a:pt x="118574" y="53345"/>
                </a:cubicBezTo>
                <a:cubicBezTo>
                  <a:pt x="118453" y="53740"/>
                  <a:pt x="118209" y="53801"/>
                  <a:pt x="117784" y="54227"/>
                </a:cubicBezTo>
                <a:cubicBezTo>
                  <a:pt x="117905" y="54348"/>
                  <a:pt x="118240" y="53983"/>
                  <a:pt x="118513" y="53710"/>
                </a:cubicBezTo>
                <a:cubicBezTo>
                  <a:pt x="118665" y="53862"/>
                  <a:pt x="118908" y="53649"/>
                  <a:pt x="119152" y="53527"/>
                </a:cubicBezTo>
                <a:cubicBezTo>
                  <a:pt x="119395" y="53102"/>
                  <a:pt x="118787" y="53679"/>
                  <a:pt x="118787" y="53345"/>
                </a:cubicBezTo>
                <a:cubicBezTo>
                  <a:pt x="119304" y="52707"/>
                  <a:pt x="119486" y="53193"/>
                  <a:pt x="119881" y="52980"/>
                </a:cubicBezTo>
                <a:cubicBezTo>
                  <a:pt x="120155" y="52616"/>
                  <a:pt x="120459" y="52312"/>
                  <a:pt x="120793" y="51977"/>
                </a:cubicBezTo>
                <a:cubicBezTo>
                  <a:pt x="120945" y="51734"/>
                  <a:pt x="120671" y="51765"/>
                  <a:pt x="120732" y="51582"/>
                </a:cubicBezTo>
                <a:cubicBezTo>
                  <a:pt x="121127" y="50913"/>
                  <a:pt x="121340" y="51217"/>
                  <a:pt x="121674" y="50397"/>
                </a:cubicBezTo>
                <a:cubicBezTo>
                  <a:pt x="121918" y="50640"/>
                  <a:pt x="122161" y="50032"/>
                  <a:pt x="122434" y="50275"/>
                </a:cubicBezTo>
                <a:cubicBezTo>
                  <a:pt x="122130" y="50670"/>
                  <a:pt x="121948" y="51157"/>
                  <a:pt x="121948" y="51643"/>
                </a:cubicBezTo>
                <a:cubicBezTo>
                  <a:pt x="122070" y="51643"/>
                  <a:pt x="122191" y="51339"/>
                  <a:pt x="122343" y="51126"/>
                </a:cubicBezTo>
                <a:cubicBezTo>
                  <a:pt x="122313" y="51248"/>
                  <a:pt x="122374" y="51339"/>
                  <a:pt x="122465" y="51400"/>
                </a:cubicBezTo>
                <a:cubicBezTo>
                  <a:pt x="122313" y="51734"/>
                  <a:pt x="122161" y="51825"/>
                  <a:pt x="122070" y="51704"/>
                </a:cubicBezTo>
                <a:cubicBezTo>
                  <a:pt x="121887" y="51886"/>
                  <a:pt x="122070" y="52190"/>
                  <a:pt x="121857" y="52160"/>
                </a:cubicBezTo>
                <a:cubicBezTo>
                  <a:pt x="121614" y="52281"/>
                  <a:pt x="121644" y="52190"/>
                  <a:pt x="121918" y="51825"/>
                </a:cubicBezTo>
                <a:cubicBezTo>
                  <a:pt x="121644" y="52008"/>
                  <a:pt x="121522" y="51734"/>
                  <a:pt x="121644" y="51430"/>
                </a:cubicBezTo>
                <a:cubicBezTo>
                  <a:pt x="121371" y="51491"/>
                  <a:pt x="121462" y="51947"/>
                  <a:pt x="121188" y="52251"/>
                </a:cubicBezTo>
                <a:cubicBezTo>
                  <a:pt x="121036" y="52190"/>
                  <a:pt x="120854" y="52312"/>
                  <a:pt x="120732" y="52099"/>
                </a:cubicBezTo>
                <a:cubicBezTo>
                  <a:pt x="120459" y="52464"/>
                  <a:pt x="120915" y="52433"/>
                  <a:pt x="120641" y="52798"/>
                </a:cubicBezTo>
                <a:cubicBezTo>
                  <a:pt x="120732" y="52950"/>
                  <a:pt x="121036" y="52342"/>
                  <a:pt x="121127" y="52585"/>
                </a:cubicBezTo>
                <a:cubicBezTo>
                  <a:pt x="120945" y="52768"/>
                  <a:pt x="120671" y="53315"/>
                  <a:pt x="120580" y="53193"/>
                </a:cubicBezTo>
                <a:cubicBezTo>
                  <a:pt x="120519" y="53527"/>
                  <a:pt x="120367" y="53831"/>
                  <a:pt x="120124" y="54075"/>
                </a:cubicBezTo>
                <a:cubicBezTo>
                  <a:pt x="120124" y="53710"/>
                  <a:pt x="119942" y="53619"/>
                  <a:pt x="119456" y="54287"/>
                </a:cubicBezTo>
                <a:cubicBezTo>
                  <a:pt x="119060" y="54470"/>
                  <a:pt x="119608" y="53831"/>
                  <a:pt x="119212" y="54014"/>
                </a:cubicBezTo>
                <a:cubicBezTo>
                  <a:pt x="119152" y="54287"/>
                  <a:pt x="119000" y="54531"/>
                  <a:pt x="118756" y="54652"/>
                </a:cubicBezTo>
                <a:cubicBezTo>
                  <a:pt x="118726" y="54531"/>
                  <a:pt x="118574" y="54652"/>
                  <a:pt x="118453" y="54774"/>
                </a:cubicBezTo>
                <a:cubicBezTo>
                  <a:pt x="118422" y="54591"/>
                  <a:pt x="118392" y="54257"/>
                  <a:pt x="118057" y="54348"/>
                </a:cubicBezTo>
                <a:cubicBezTo>
                  <a:pt x="117905" y="54561"/>
                  <a:pt x="118118" y="54683"/>
                  <a:pt x="117632" y="55017"/>
                </a:cubicBezTo>
                <a:cubicBezTo>
                  <a:pt x="117328" y="54926"/>
                  <a:pt x="117905" y="54561"/>
                  <a:pt x="117601" y="54500"/>
                </a:cubicBezTo>
                <a:cubicBezTo>
                  <a:pt x="117115" y="54804"/>
                  <a:pt x="117419" y="54895"/>
                  <a:pt x="117328" y="55108"/>
                </a:cubicBezTo>
                <a:cubicBezTo>
                  <a:pt x="117085" y="55260"/>
                  <a:pt x="117115" y="54865"/>
                  <a:pt x="116720" y="55321"/>
                </a:cubicBezTo>
                <a:cubicBezTo>
                  <a:pt x="116720" y="55412"/>
                  <a:pt x="116872" y="55564"/>
                  <a:pt x="116598" y="55868"/>
                </a:cubicBezTo>
                <a:cubicBezTo>
                  <a:pt x="116781" y="55929"/>
                  <a:pt x="116781" y="55503"/>
                  <a:pt x="117237" y="55260"/>
                </a:cubicBezTo>
                <a:cubicBezTo>
                  <a:pt x="117176" y="55534"/>
                  <a:pt x="117601" y="55138"/>
                  <a:pt x="117723" y="55108"/>
                </a:cubicBezTo>
                <a:cubicBezTo>
                  <a:pt x="117814" y="55108"/>
                  <a:pt x="117814" y="55260"/>
                  <a:pt x="117845" y="55290"/>
                </a:cubicBezTo>
                <a:cubicBezTo>
                  <a:pt x="117905" y="55290"/>
                  <a:pt x="118179" y="55078"/>
                  <a:pt x="118240" y="55230"/>
                </a:cubicBezTo>
                <a:cubicBezTo>
                  <a:pt x="118088" y="55442"/>
                  <a:pt x="117905" y="55655"/>
                  <a:pt x="117693" y="55777"/>
                </a:cubicBezTo>
                <a:cubicBezTo>
                  <a:pt x="117693" y="55686"/>
                  <a:pt x="117845" y="55534"/>
                  <a:pt x="117814" y="55442"/>
                </a:cubicBezTo>
                <a:cubicBezTo>
                  <a:pt x="117571" y="55564"/>
                  <a:pt x="117389" y="55777"/>
                  <a:pt x="117297" y="56020"/>
                </a:cubicBezTo>
                <a:cubicBezTo>
                  <a:pt x="117541" y="56263"/>
                  <a:pt x="118088" y="55746"/>
                  <a:pt x="118483" y="55290"/>
                </a:cubicBezTo>
                <a:cubicBezTo>
                  <a:pt x="118726" y="55351"/>
                  <a:pt x="118301" y="55625"/>
                  <a:pt x="118118" y="55807"/>
                </a:cubicBezTo>
                <a:cubicBezTo>
                  <a:pt x="118422" y="55746"/>
                  <a:pt x="118665" y="55746"/>
                  <a:pt x="118392" y="56202"/>
                </a:cubicBezTo>
                <a:cubicBezTo>
                  <a:pt x="118483" y="56233"/>
                  <a:pt x="118665" y="56020"/>
                  <a:pt x="118726" y="56081"/>
                </a:cubicBezTo>
                <a:cubicBezTo>
                  <a:pt x="119030" y="55807"/>
                  <a:pt x="118969" y="55534"/>
                  <a:pt x="119395" y="55382"/>
                </a:cubicBezTo>
                <a:cubicBezTo>
                  <a:pt x="119516" y="55716"/>
                  <a:pt x="118422" y="56506"/>
                  <a:pt x="117693" y="57114"/>
                </a:cubicBezTo>
                <a:cubicBezTo>
                  <a:pt x="117358" y="57449"/>
                  <a:pt x="116994" y="57752"/>
                  <a:pt x="116598" y="58026"/>
                </a:cubicBezTo>
                <a:cubicBezTo>
                  <a:pt x="116538" y="57996"/>
                  <a:pt x="116933" y="57661"/>
                  <a:pt x="117085" y="57600"/>
                </a:cubicBezTo>
                <a:cubicBezTo>
                  <a:pt x="116568" y="57783"/>
                  <a:pt x="116659" y="57996"/>
                  <a:pt x="116325" y="58208"/>
                </a:cubicBezTo>
                <a:cubicBezTo>
                  <a:pt x="116173" y="58300"/>
                  <a:pt x="116021" y="58360"/>
                  <a:pt x="115869" y="58360"/>
                </a:cubicBezTo>
                <a:cubicBezTo>
                  <a:pt x="115656" y="58543"/>
                  <a:pt x="115565" y="58816"/>
                  <a:pt x="115322" y="58999"/>
                </a:cubicBezTo>
                <a:cubicBezTo>
                  <a:pt x="115079" y="59181"/>
                  <a:pt x="114987" y="59120"/>
                  <a:pt x="114744" y="59272"/>
                </a:cubicBezTo>
                <a:cubicBezTo>
                  <a:pt x="114319" y="59576"/>
                  <a:pt x="113832" y="60093"/>
                  <a:pt x="113407" y="60123"/>
                </a:cubicBezTo>
                <a:cubicBezTo>
                  <a:pt x="113346" y="59759"/>
                  <a:pt x="113802" y="59303"/>
                  <a:pt x="114562" y="58999"/>
                </a:cubicBezTo>
                <a:cubicBezTo>
                  <a:pt x="114379" y="58816"/>
                  <a:pt x="113863" y="59211"/>
                  <a:pt x="113376" y="59485"/>
                </a:cubicBezTo>
                <a:cubicBezTo>
                  <a:pt x="113042" y="59759"/>
                  <a:pt x="113285" y="59667"/>
                  <a:pt x="113376" y="59789"/>
                </a:cubicBezTo>
                <a:cubicBezTo>
                  <a:pt x="113103" y="59941"/>
                  <a:pt x="112981" y="60063"/>
                  <a:pt x="113042" y="60184"/>
                </a:cubicBezTo>
                <a:cubicBezTo>
                  <a:pt x="112829" y="60336"/>
                  <a:pt x="112343" y="60518"/>
                  <a:pt x="112586" y="60640"/>
                </a:cubicBezTo>
                <a:cubicBezTo>
                  <a:pt x="112677" y="60731"/>
                  <a:pt x="113042" y="60245"/>
                  <a:pt x="113285" y="60275"/>
                </a:cubicBezTo>
                <a:cubicBezTo>
                  <a:pt x="112738" y="60822"/>
                  <a:pt x="111917" y="61126"/>
                  <a:pt x="111188" y="61643"/>
                </a:cubicBezTo>
                <a:cubicBezTo>
                  <a:pt x="111036" y="61765"/>
                  <a:pt x="110914" y="61947"/>
                  <a:pt x="110732" y="62069"/>
                </a:cubicBezTo>
                <a:lnTo>
                  <a:pt x="108756" y="63345"/>
                </a:lnTo>
                <a:cubicBezTo>
                  <a:pt x="107753" y="63984"/>
                  <a:pt x="106659" y="64683"/>
                  <a:pt x="105929" y="65047"/>
                </a:cubicBezTo>
                <a:cubicBezTo>
                  <a:pt x="105929" y="65047"/>
                  <a:pt x="105899" y="64926"/>
                  <a:pt x="105869" y="64926"/>
                </a:cubicBezTo>
                <a:cubicBezTo>
                  <a:pt x="105717" y="64956"/>
                  <a:pt x="105565" y="65260"/>
                  <a:pt x="105382" y="65321"/>
                </a:cubicBezTo>
                <a:cubicBezTo>
                  <a:pt x="105443" y="64743"/>
                  <a:pt x="105139" y="65595"/>
                  <a:pt x="104440" y="65868"/>
                </a:cubicBezTo>
                <a:cubicBezTo>
                  <a:pt x="104288" y="65990"/>
                  <a:pt x="104379" y="66050"/>
                  <a:pt x="104410" y="66142"/>
                </a:cubicBezTo>
                <a:cubicBezTo>
                  <a:pt x="103863" y="66446"/>
                  <a:pt x="103163" y="66962"/>
                  <a:pt x="102890" y="66902"/>
                </a:cubicBezTo>
                <a:cubicBezTo>
                  <a:pt x="102434" y="67114"/>
                  <a:pt x="102677" y="67266"/>
                  <a:pt x="102160" y="67509"/>
                </a:cubicBezTo>
                <a:cubicBezTo>
                  <a:pt x="101917" y="67358"/>
                  <a:pt x="102069" y="67175"/>
                  <a:pt x="102556" y="66932"/>
                </a:cubicBezTo>
                <a:cubicBezTo>
                  <a:pt x="102464" y="66750"/>
                  <a:pt x="102039" y="66993"/>
                  <a:pt x="101644" y="67236"/>
                </a:cubicBezTo>
                <a:cubicBezTo>
                  <a:pt x="101644" y="67479"/>
                  <a:pt x="101917" y="67388"/>
                  <a:pt x="101978" y="67509"/>
                </a:cubicBezTo>
                <a:cubicBezTo>
                  <a:pt x="98878" y="69576"/>
                  <a:pt x="95686" y="71522"/>
                  <a:pt x="92525" y="73437"/>
                </a:cubicBezTo>
                <a:cubicBezTo>
                  <a:pt x="89394" y="75291"/>
                  <a:pt x="86415" y="77327"/>
                  <a:pt x="83589" y="79546"/>
                </a:cubicBezTo>
                <a:cubicBezTo>
                  <a:pt x="82677" y="80306"/>
                  <a:pt x="81947" y="80975"/>
                  <a:pt x="81066" y="81765"/>
                </a:cubicBezTo>
                <a:cubicBezTo>
                  <a:pt x="80883" y="81947"/>
                  <a:pt x="80944" y="82008"/>
                  <a:pt x="80792" y="82160"/>
                </a:cubicBezTo>
                <a:cubicBezTo>
                  <a:pt x="80428" y="82495"/>
                  <a:pt x="79698" y="83194"/>
                  <a:pt x="79090" y="83862"/>
                </a:cubicBezTo>
                <a:cubicBezTo>
                  <a:pt x="78756" y="84227"/>
                  <a:pt x="78543" y="84653"/>
                  <a:pt x="78178" y="85048"/>
                </a:cubicBezTo>
                <a:cubicBezTo>
                  <a:pt x="77783" y="85534"/>
                  <a:pt x="77418" y="86020"/>
                  <a:pt x="77054" y="86507"/>
                </a:cubicBezTo>
                <a:cubicBezTo>
                  <a:pt x="76658" y="87115"/>
                  <a:pt x="76294" y="87753"/>
                  <a:pt x="75990" y="88422"/>
                </a:cubicBezTo>
                <a:cubicBezTo>
                  <a:pt x="75747" y="89212"/>
                  <a:pt x="75412" y="90002"/>
                  <a:pt x="74987" y="90701"/>
                </a:cubicBezTo>
                <a:cubicBezTo>
                  <a:pt x="74926" y="91097"/>
                  <a:pt x="74835" y="91400"/>
                  <a:pt x="74744" y="91704"/>
                </a:cubicBezTo>
                <a:cubicBezTo>
                  <a:pt x="74683" y="92008"/>
                  <a:pt x="74592" y="92282"/>
                  <a:pt x="74470" y="92555"/>
                </a:cubicBezTo>
                <a:cubicBezTo>
                  <a:pt x="74561" y="92464"/>
                  <a:pt x="74592" y="92221"/>
                  <a:pt x="74713" y="92312"/>
                </a:cubicBezTo>
                <a:cubicBezTo>
                  <a:pt x="74348" y="93346"/>
                  <a:pt x="74409" y="94166"/>
                  <a:pt x="74227" y="95473"/>
                </a:cubicBezTo>
                <a:cubicBezTo>
                  <a:pt x="74136" y="95413"/>
                  <a:pt x="74136" y="95200"/>
                  <a:pt x="74044" y="95139"/>
                </a:cubicBezTo>
                <a:cubicBezTo>
                  <a:pt x="73923" y="95747"/>
                  <a:pt x="74257" y="95565"/>
                  <a:pt x="74288" y="95899"/>
                </a:cubicBezTo>
                <a:cubicBezTo>
                  <a:pt x="74318" y="96264"/>
                  <a:pt x="73984" y="95960"/>
                  <a:pt x="73953" y="95869"/>
                </a:cubicBezTo>
                <a:cubicBezTo>
                  <a:pt x="73953" y="96325"/>
                  <a:pt x="74075" y="96537"/>
                  <a:pt x="74105" y="96993"/>
                </a:cubicBezTo>
                <a:cubicBezTo>
                  <a:pt x="73984" y="97510"/>
                  <a:pt x="74075" y="97814"/>
                  <a:pt x="73984" y="98513"/>
                </a:cubicBezTo>
                <a:cubicBezTo>
                  <a:pt x="73953" y="98847"/>
                  <a:pt x="73832" y="99121"/>
                  <a:pt x="73771" y="99395"/>
                </a:cubicBezTo>
                <a:cubicBezTo>
                  <a:pt x="73740" y="100154"/>
                  <a:pt x="73497" y="100884"/>
                  <a:pt x="73072" y="101522"/>
                </a:cubicBezTo>
                <a:cubicBezTo>
                  <a:pt x="72950" y="101674"/>
                  <a:pt x="72829" y="101796"/>
                  <a:pt x="72646" y="101917"/>
                </a:cubicBezTo>
                <a:cubicBezTo>
                  <a:pt x="72464" y="102130"/>
                  <a:pt x="72525" y="102434"/>
                  <a:pt x="72038" y="102586"/>
                </a:cubicBezTo>
                <a:cubicBezTo>
                  <a:pt x="71339" y="103316"/>
                  <a:pt x="70519" y="103893"/>
                  <a:pt x="69607" y="104288"/>
                </a:cubicBezTo>
                <a:cubicBezTo>
                  <a:pt x="69394" y="104349"/>
                  <a:pt x="69181" y="104410"/>
                  <a:pt x="68968" y="104440"/>
                </a:cubicBezTo>
                <a:cubicBezTo>
                  <a:pt x="68695" y="104531"/>
                  <a:pt x="68664" y="104623"/>
                  <a:pt x="68391" y="104714"/>
                </a:cubicBezTo>
                <a:cubicBezTo>
                  <a:pt x="68087" y="104805"/>
                  <a:pt x="68026" y="104714"/>
                  <a:pt x="67904" y="104744"/>
                </a:cubicBezTo>
                <a:cubicBezTo>
                  <a:pt x="67813" y="104744"/>
                  <a:pt x="67661" y="104896"/>
                  <a:pt x="67479" y="104957"/>
                </a:cubicBezTo>
                <a:cubicBezTo>
                  <a:pt x="66841" y="105139"/>
                  <a:pt x="65807" y="105382"/>
                  <a:pt x="65230" y="105626"/>
                </a:cubicBezTo>
                <a:cubicBezTo>
                  <a:pt x="64986" y="105747"/>
                  <a:pt x="64865" y="105899"/>
                  <a:pt x="64531" y="106021"/>
                </a:cubicBezTo>
                <a:cubicBezTo>
                  <a:pt x="64379" y="105990"/>
                  <a:pt x="64196" y="105990"/>
                  <a:pt x="64044" y="106021"/>
                </a:cubicBezTo>
                <a:cubicBezTo>
                  <a:pt x="63649" y="106264"/>
                  <a:pt x="63193" y="106416"/>
                  <a:pt x="62737" y="106537"/>
                </a:cubicBezTo>
                <a:cubicBezTo>
                  <a:pt x="62403" y="106629"/>
                  <a:pt x="62068" y="106902"/>
                  <a:pt x="61734" y="106993"/>
                </a:cubicBezTo>
                <a:cubicBezTo>
                  <a:pt x="61461" y="107115"/>
                  <a:pt x="61400" y="107024"/>
                  <a:pt x="61126" y="107145"/>
                </a:cubicBezTo>
                <a:lnTo>
                  <a:pt x="57752" y="108392"/>
                </a:lnTo>
                <a:cubicBezTo>
                  <a:pt x="57509" y="108483"/>
                  <a:pt x="57448" y="108392"/>
                  <a:pt x="57266" y="108452"/>
                </a:cubicBezTo>
                <a:cubicBezTo>
                  <a:pt x="56263" y="108817"/>
                  <a:pt x="55412" y="109212"/>
                  <a:pt x="54774" y="109425"/>
                </a:cubicBezTo>
                <a:cubicBezTo>
                  <a:pt x="54470" y="109516"/>
                  <a:pt x="54530" y="109425"/>
                  <a:pt x="54287" y="109425"/>
                </a:cubicBezTo>
                <a:cubicBezTo>
                  <a:pt x="53497" y="109729"/>
                  <a:pt x="52859" y="110033"/>
                  <a:pt x="51947" y="110307"/>
                </a:cubicBezTo>
                <a:cubicBezTo>
                  <a:pt x="51825" y="110276"/>
                  <a:pt x="51582" y="110337"/>
                  <a:pt x="51612" y="110215"/>
                </a:cubicBezTo>
                <a:cubicBezTo>
                  <a:pt x="51430" y="110276"/>
                  <a:pt x="51521" y="110367"/>
                  <a:pt x="51491" y="110459"/>
                </a:cubicBezTo>
                <a:cubicBezTo>
                  <a:pt x="50518" y="110732"/>
                  <a:pt x="49941" y="111279"/>
                  <a:pt x="49120" y="111218"/>
                </a:cubicBezTo>
                <a:cubicBezTo>
                  <a:pt x="48603" y="111431"/>
                  <a:pt x="48573" y="111401"/>
                  <a:pt x="47934" y="111644"/>
                </a:cubicBezTo>
                <a:cubicBezTo>
                  <a:pt x="47752" y="111614"/>
                  <a:pt x="47479" y="111644"/>
                  <a:pt x="47570" y="111401"/>
                </a:cubicBezTo>
                <a:cubicBezTo>
                  <a:pt x="46901" y="111614"/>
                  <a:pt x="47418" y="111614"/>
                  <a:pt x="47175" y="111826"/>
                </a:cubicBezTo>
                <a:cubicBezTo>
                  <a:pt x="46506" y="112100"/>
                  <a:pt x="46415" y="111887"/>
                  <a:pt x="45807" y="112100"/>
                </a:cubicBezTo>
                <a:cubicBezTo>
                  <a:pt x="45533" y="112191"/>
                  <a:pt x="45776" y="112343"/>
                  <a:pt x="45564" y="112465"/>
                </a:cubicBezTo>
                <a:cubicBezTo>
                  <a:pt x="44804" y="112556"/>
                  <a:pt x="43801" y="113042"/>
                  <a:pt x="42737" y="113316"/>
                </a:cubicBezTo>
                <a:cubicBezTo>
                  <a:pt x="42402" y="113407"/>
                  <a:pt x="42007" y="113407"/>
                  <a:pt x="41643" y="113498"/>
                </a:cubicBezTo>
                <a:cubicBezTo>
                  <a:pt x="40731" y="113772"/>
                  <a:pt x="39120" y="114532"/>
                  <a:pt x="38481" y="114380"/>
                </a:cubicBezTo>
                <a:cubicBezTo>
                  <a:pt x="38390" y="114440"/>
                  <a:pt x="38299" y="114532"/>
                  <a:pt x="38238" y="114653"/>
                </a:cubicBezTo>
                <a:cubicBezTo>
                  <a:pt x="37205" y="114775"/>
                  <a:pt x="36718" y="115291"/>
                  <a:pt x="35533" y="115443"/>
                </a:cubicBezTo>
                <a:cubicBezTo>
                  <a:pt x="35351" y="115839"/>
                  <a:pt x="34986" y="115747"/>
                  <a:pt x="34378" y="115991"/>
                </a:cubicBezTo>
                <a:cubicBezTo>
                  <a:pt x="34348" y="116082"/>
                  <a:pt x="34682" y="116143"/>
                  <a:pt x="34743" y="116112"/>
                </a:cubicBezTo>
                <a:cubicBezTo>
                  <a:pt x="34895" y="116082"/>
                  <a:pt x="34986" y="115930"/>
                  <a:pt x="35168" y="115869"/>
                </a:cubicBezTo>
                <a:cubicBezTo>
                  <a:pt x="35320" y="115808"/>
                  <a:pt x="35472" y="115869"/>
                  <a:pt x="35624" y="115778"/>
                </a:cubicBezTo>
                <a:cubicBezTo>
                  <a:pt x="35776" y="115717"/>
                  <a:pt x="35989" y="115535"/>
                  <a:pt x="36202" y="115474"/>
                </a:cubicBezTo>
                <a:cubicBezTo>
                  <a:pt x="36506" y="115383"/>
                  <a:pt x="36749" y="115383"/>
                  <a:pt x="37114" y="115291"/>
                </a:cubicBezTo>
                <a:cubicBezTo>
                  <a:pt x="37600" y="115109"/>
                  <a:pt x="38117" y="114957"/>
                  <a:pt x="38633" y="114836"/>
                </a:cubicBezTo>
                <a:cubicBezTo>
                  <a:pt x="38785" y="114836"/>
                  <a:pt x="38968" y="114836"/>
                  <a:pt x="39120" y="114836"/>
                </a:cubicBezTo>
                <a:cubicBezTo>
                  <a:pt x="39272" y="114805"/>
                  <a:pt x="39758" y="114562"/>
                  <a:pt x="40153" y="114471"/>
                </a:cubicBezTo>
                <a:cubicBezTo>
                  <a:pt x="40640" y="114319"/>
                  <a:pt x="40700" y="114288"/>
                  <a:pt x="41339" y="114106"/>
                </a:cubicBezTo>
                <a:cubicBezTo>
                  <a:pt x="41886" y="113954"/>
                  <a:pt x="42615" y="113741"/>
                  <a:pt x="43436" y="113468"/>
                </a:cubicBezTo>
                <a:cubicBezTo>
                  <a:pt x="43527" y="113559"/>
                  <a:pt x="43345" y="113620"/>
                  <a:pt x="43345" y="113711"/>
                </a:cubicBezTo>
                <a:cubicBezTo>
                  <a:pt x="43801" y="113589"/>
                  <a:pt x="44317" y="113377"/>
                  <a:pt x="44287" y="113650"/>
                </a:cubicBezTo>
                <a:cubicBezTo>
                  <a:pt x="44469" y="113589"/>
                  <a:pt x="44409" y="113498"/>
                  <a:pt x="44409" y="113407"/>
                </a:cubicBezTo>
                <a:cubicBezTo>
                  <a:pt x="44409" y="113255"/>
                  <a:pt x="43861" y="113528"/>
                  <a:pt x="43649" y="113559"/>
                </a:cubicBezTo>
                <a:cubicBezTo>
                  <a:pt x="44013" y="113194"/>
                  <a:pt x="45077" y="112951"/>
                  <a:pt x="45868" y="112799"/>
                </a:cubicBezTo>
                <a:cubicBezTo>
                  <a:pt x="46232" y="112769"/>
                  <a:pt x="46232" y="112404"/>
                  <a:pt x="46445" y="112556"/>
                </a:cubicBezTo>
                <a:cubicBezTo>
                  <a:pt x="46779" y="112586"/>
                  <a:pt x="46415" y="112708"/>
                  <a:pt x="46202" y="112829"/>
                </a:cubicBezTo>
                <a:cubicBezTo>
                  <a:pt x="46050" y="112921"/>
                  <a:pt x="46293" y="112981"/>
                  <a:pt x="45928" y="113073"/>
                </a:cubicBezTo>
                <a:cubicBezTo>
                  <a:pt x="45807" y="113103"/>
                  <a:pt x="45776" y="113042"/>
                  <a:pt x="45624" y="113103"/>
                </a:cubicBezTo>
                <a:cubicBezTo>
                  <a:pt x="45624" y="113012"/>
                  <a:pt x="45868" y="112951"/>
                  <a:pt x="46050" y="112890"/>
                </a:cubicBezTo>
                <a:cubicBezTo>
                  <a:pt x="45533" y="112860"/>
                  <a:pt x="45077" y="113225"/>
                  <a:pt x="44530" y="113255"/>
                </a:cubicBezTo>
                <a:cubicBezTo>
                  <a:pt x="44409" y="113711"/>
                  <a:pt x="45716" y="112921"/>
                  <a:pt x="45533" y="113407"/>
                </a:cubicBezTo>
                <a:cubicBezTo>
                  <a:pt x="46354" y="113042"/>
                  <a:pt x="46506" y="112647"/>
                  <a:pt x="47570" y="112495"/>
                </a:cubicBezTo>
                <a:cubicBezTo>
                  <a:pt x="47691" y="112130"/>
                  <a:pt x="46840" y="112617"/>
                  <a:pt x="46871" y="112343"/>
                </a:cubicBezTo>
                <a:cubicBezTo>
                  <a:pt x="47418" y="112100"/>
                  <a:pt x="47965" y="111978"/>
                  <a:pt x="48542" y="111948"/>
                </a:cubicBezTo>
                <a:cubicBezTo>
                  <a:pt x="48330" y="112130"/>
                  <a:pt x="47479" y="112404"/>
                  <a:pt x="48056" y="112465"/>
                </a:cubicBezTo>
                <a:cubicBezTo>
                  <a:pt x="48330" y="112373"/>
                  <a:pt x="48086" y="112191"/>
                  <a:pt x="48603" y="112100"/>
                </a:cubicBezTo>
                <a:cubicBezTo>
                  <a:pt x="48573" y="112525"/>
                  <a:pt x="49637" y="112039"/>
                  <a:pt x="49789" y="111796"/>
                </a:cubicBezTo>
                <a:cubicBezTo>
                  <a:pt x="49485" y="111735"/>
                  <a:pt x="49150" y="111796"/>
                  <a:pt x="48877" y="111918"/>
                </a:cubicBezTo>
                <a:cubicBezTo>
                  <a:pt x="48938" y="111614"/>
                  <a:pt x="49606" y="111644"/>
                  <a:pt x="50032" y="111492"/>
                </a:cubicBezTo>
                <a:cubicBezTo>
                  <a:pt x="49789" y="111857"/>
                  <a:pt x="50397" y="111674"/>
                  <a:pt x="50761" y="111705"/>
                </a:cubicBezTo>
                <a:cubicBezTo>
                  <a:pt x="50852" y="111401"/>
                  <a:pt x="50153" y="111644"/>
                  <a:pt x="50488" y="111340"/>
                </a:cubicBezTo>
                <a:cubicBezTo>
                  <a:pt x="50913" y="111279"/>
                  <a:pt x="50944" y="111522"/>
                  <a:pt x="51460" y="111340"/>
                </a:cubicBezTo>
                <a:cubicBezTo>
                  <a:pt x="51886" y="111188"/>
                  <a:pt x="51187" y="111340"/>
                  <a:pt x="51126" y="111310"/>
                </a:cubicBezTo>
                <a:cubicBezTo>
                  <a:pt x="52555" y="110702"/>
                  <a:pt x="54682" y="110063"/>
                  <a:pt x="56597" y="109425"/>
                </a:cubicBezTo>
                <a:cubicBezTo>
                  <a:pt x="56780" y="109364"/>
                  <a:pt x="57479" y="109334"/>
                  <a:pt x="57631" y="109000"/>
                </a:cubicBezTo>
                <a:cubicBezTo>
                  <a:pt x="58695" y="108756"/>
                  <a:pt x="59758" y="108422"/>
                  <a:pt x="60761" y="108057"/>
                </a:cubicBezTo>
                <a:cubicBezTo>
                  <a:pt x="60609" y="108361"/>
                  <a:pt x="59819" y="108513"/>
                  <a:pt x="59181" y="108726"/>
                </a:cubicBezTo>
                <a:cubicBezTo>
                  <a:pt x="58391" y="108969"/>
                  <a:pt x="57600" y="109243"/>
                  <a:pt x="56810" y="109577"/>
                </a:cubicBezTo>
                <a:cubicBezTo>
                  <a:pt x="56932" y="109790"/>
                  <a:pt x="57266" y="109607"/>
                  <a:pt x="57084" y="109911"/>
                </a:cubicBezTo>
                <a:cubicBezTo>
                  <a:pt x="57600" y="109668"/>
                  <a:pt x="57904" y="109759"/>
                  <a:pt x="58117" y="109577"/>
                </a:cubicBezTo>
                <a:cubicBezTo>
                  <a:pt x="57935" y="109607"/>
                  <a:pt x="57783" y="109607"/>
                  <a:pt x="57327" y="109699"/>
                </a:cubicBezTo>
                <a:cubicBezTo>
                  <a:pt x="57570" y="109243"/>
                  <a:pt x="58239" y="109425"/>
                  <a:pt x="58816" y="109212"/>
                </a:cubicBezTo>
                <a:cubicBezTo>
                  <a:pt x="58816" y="109030"/>
                  <a:pt x="58147" y="109455"/>
                  <a:pt x="58330" y="109152"/>
                </a:cubicBezTo>
                <a:lnTo>
                  <a:pt x="64196" y="107237"/>
                </a:lnTo>
                <a:lnTo>
                  <a:pt x="67297" y="106203"/>
                </a:lnTo>
                <a:cubicBezTo>
                  <a:pt x="68360" y="105808"/>
                  <a:pt x="69211" y="105565"/>
                  <a:pt x="70336" y="105109"/>
                </a:cubicBezTo>
                <a:cubicBezTo>
                  <a:pt x="70670" y="104957"/>
                  <a:pt x="71035" y="104866"/>
                  <a:pt x="71370" y="104683"/>
                </a:cubicBezTo>
                <a:cubicBezTo>
                  <a:pt x="71734" y="104471"/>
                  <a:pt x="72099" y="104197"/>
                  <a:pt x="72433" y="103923"/>
                </a:cubicBezTo>
                <a:cubicBezTo>
                  <a:pt x="73041" y="103559"/>
                  <a:pt x="73862" y="103072"/>
                  <a:pt x="73984" y="102404"/>
                </a:cubicBezTo>
                <a:cubicBezTo>
                  <a:pt x="74166" y="102464"/>
                  <a:pt x="74531" y="101735"/>
                  <a:pt x="74713" y="101583"/>
                </a:cubicBezTo>
                <a:cubicBezTo>
                  <a:pt x="74804" y="101309"/>
                  <a:pt x="74683" y="101309"/>
                  <a:pt x="74592" y="101522"/>
                </a:cubicBezTo>
                <a:cubicBezTo>
                  <a:pt x="74926" y="100580"/>
                  <a:pt x="75139" y="99607"/>
                  <a:pt x="75230" y="98635"/>
                </a:cubicBezTo>
                <a:cubicBezTo>
                  <a:pt x="75351" y="97692"/>
                  <a:pt x="75382" y="96993"/>
                  <a:pt x="75412" y="96294"/>
                </a:cubicBezTo>
                <a:cubicBezTo>
                  <a:pt x="75443" y="95595"/>
                  <a:pt x="75503" y="95018"/>
                  <a:pt x="75564" y="94501"/>
                </a:cubicBezTo>
                <a:cubicBezTo>
                  <a:pt x="75655" y="93954"/>
                  <a:pt x="75655" y="93437"/>
                  <a:pt x="75716" y="92981"/>
                </a:cubicBezTo>
                <a:cubicBezTo>
                  <a:pt x="75807" y="92799"/>
                  <a:pt x="75777" y="93011"/>
                  <a:pt x="75868" y="93011"/>
                </a:cubicBezTo>
                <a:cubicBezTo>
                  <a:pt x="75868" y="92464"/>
                  <a:pt x="75959" y="91917"/>
                  <a:pt x="76142" y="91400"/>
                </a:cubicBezTo>
                <a:cubicBezTo>
                  <a:pt x="76324" y="91492"/>
                  <a:pt x="76081" y="91948"/>
                  <a:pt x="76233" y="92008"/>
                </a:cubicBezTo>
                <a:cubicBezTo>
                  <a:pt x="76385" y="91613"/>
                  <a:pt x="76324" y="90975"/>
                  <a:pt x="76628" y="90732"/>
                </a:cubicBezTo>
                <a:cubicBezTo>
                  <a:pt x="76902" y="90853"/>
                  <a:pt x="76354" y="91218"/>
                  <a:pt x="76598" y="91431"/>
                </a:cubicBezTo>
                <a:cubicBezTo>
                  <a:pt x="76506" y="91826"/>
                  <a:pt x="76263" y="91796"/>
                  <a:pt x="76233" y="92282"/>
                </a:cubicBezTo>
                <a:cubicBezTo>
                  <a:pt x="76233" y="92404"/>
                  <a:pt x="76263" y="92434"/>
                  <a:pt x="76233" y="92555"/>
                </a:cubicBezTo>
                <a:cubicBezTo>
                  <a:pt x="76385" y="92647"/>
                  <a:pt x="76506" y="92586"/>
                  <a:pt x="76567" y="92373"/>
                </a:cubicBezTo>
                <a:cubicBezTo>
                  <a:pt x="76537" y="92647"/>
                  <a:pt x="76689" y="92890"/>
                  <a:pt x="76902" y="93011"/>
                </a:cubicBezTo>
                <a:cubicBezTo>
                  <a:pt x="77236" y="92890"/>
                  <a:pt x="77054" y="92282"/>
                  <a:pt x="77297" y="92100"/>
                </a:cubicBezTo>
                <a:cubicBezTo>
                  <a:pt x="77510" y="92100"/>
                  <a:pt x="77236" y="92464"/>
                  <a:pt x="77236" y="92586"/>
                </a:cubicBezTo>
                <a:cubicBezTo>
                  <a:pt x="77236" y="92707"/>
                  <a:pt x="77327" y="92677"/>
                  <a:pt x="77327" y="92738"/>
                </a:cubicBezTo>
                <a:cubicBezTo>
                  <a:pt x="77327" y="93103"/>
                  <a:pt x="77114" y="93528"/>
                  <a:pt x="77114" y="94045"/>
                </a:cubicBezTo>
                <a:cubicBezTo>
                  <a:pt x="76932" y="94258"/>
                  <a:pt x="76598" y="94106"/>
                  <a:pt x="76598" y="93832"/>
                </a:cubicBezTo>
                <a:cubicBezTo>
                  <a:pt x="76446" y="93711"/>
                  <a:pt x="76263" y="94227"/>
                  <a:pt x="76385" y="94318"/>
                </a:cubicBezTo>
                <a:cubicBezTo>
                  <a:pt x="76233" y="94683"/>
                  <a:pt x="76202" y="94014"/>
                  <a:pt x="76081" y="93984"/>
                </a:cubicBezTo>
                <a:cubicBezTo>
                  <a:pt x="76020" y="94258"/>
                  <a:pt x="76081" y="94410"/>
                  <a:pt x="76233" y="94410"/>
                </a:cubicBezTo>
                <a:cubicBezTo>
                  <a:pt x="76233" y="94805"/>
                  <a:pt x="75990" y="94683"/>
                  <a:pt x="75990" y="95170"/>
                </a:cubicBezTo>
                <a:cubicBezTo>
                  <a:pt x="75747" y="94926"/>
                  <a:pt x="76202" y="94349"/>
                  <a:pt x="75929" y="94106"/>
                </a:cubicBezTo>
                <a:cubicBezTo>
                  <a:pt x="75959" y="93650"/>
                  <a:pt x="76385" y="93194"/>
                  <a:pt x="76263" y="92707"/>
                </a:cubicBezTo>
                <a:cubicBezTo>
                  <a:pt x="76020" y="92464"/>
                  <a:pt x="76020" y="93741"/>
                  <a:pt x="75899" y="93163"/>
                </a:cubicBezTo>
                <a:cubicBezTo>
                  <a:pt x="75899" y="93711"/>
                  <a:pt x="75777" y="94075"/>
                  <a:pt x="75899" y="94501"/>
                </a:cubicBezTo>
                <a:cubicBezTo>
                  <a:pt x="75838" y="94744"/>
                  <a:pt x="75807" y="95048"/>
                  <a:pt x="75625" y="94987"/>
                </a:cubicBezTo>
                <a:cubicBezTo>
                  <a:pt x="75747" y="95534"/>
                  <a:pt x="75625" y="96780"/>
                  <a:pt x="75443" y="98148"/>
                </a:cubicBezTo>
                <a:cubicBezTo>
                  <a:pt x="75564" y="99030"/>
                  <a:pt x="75412" y="99942"/>
                  <a:pt x="75047" y="100762"/>
                </a:cubicBezTo>
                <a:cubicBezTo>
                  <a:pt x="74956" y="101461"/>
                  <a:pt x="74713" y="102100"/>
                  <a:pt x="74318" y="102708"/>
                </a:cubicBezTo>
                <a:cubicBezTo>
                  <a:pt x="74196" y="102647"/>
                  <a:pt x="74348" y="102373"/>
                  <a:pt x="74227" y="102343"/>
                </a:cubicBezTo>
                <a:cubicBezTo>
                  <a:pt x="73923" y="102799"/>
                  <a:pt x="74014" y="102860"/>
                  <a:pt x="73832" y="103194"/>
                </a:cubicBezTo>
                <a:cubicBezTo>
                  <a:pt x="73376" y="103802"/>
                  <a:pt x="72464" y="104410"/>
                  <a:pt x="72160" y="104714"/>
                </a:cubicBezTo>
                <a:cubicBezTo>
                  <a:pt x="72464" y="104653"/>
                  <a:pt x="72737" y="104501"/>
                  <a:pt x="72981" y="104288"/>
                </a:cubicBezTo>
                <a:cubicBezTo>
                  <a:pt x="72737" y="104683"/>
                  <a:pt x="71795" y="105200"/>
                  <a:pt x="71491" y="105474"/>
                </a:cubicBezTo>
                <a:cubicBezTo>
                  <a:pt x="71126" y="105656"/>
                  <a:pt x="70731" y="105778"/>
                  <a:pt x="70336" y="105838"/>
                </a:cubicBezTo>
                <a:cubicBezTo>
                  <a:pt x="70032" y="105869"/>
                  <a:pt x="69759" y="105930"/>
                  <a:pt x="69485" y="106021"/>
                </a:cubicBezTo>
                <a:cubicBezTo>
                  <a:pt x="69242" y="106112"/>
                  <a:pt x="69576" y="106082"/>
                  <a:pt x="69546" y="106203"/>
                </a:cubicBezTo>
                <a:cubicBezTo>
                  <a:pt x="68877" y="106446"/>
                  <a:pt x="68695" y="106325"/>
                  <a:pt x="67996" y="106598"/>
                </a:cubicBezTo>
                <a:cubicBezTo>
                  <a:pt x="67874" y="106689"/>
                  <a:pt x="67904" y="106781"/>
                  <a:pt x="67601" y="106872"/>
                </a:cubicBezTo>
                <a:cubicBezTo>
                  <a:pt x="67570" y="106993"/>
                  <a:pt x="67752" y="106963"/>
                  <a:pt x="67935" y="106902"/>
                </a:cubicBezTo>
                <a:cubicBezTo>
                  <a:pt x="67570" y="107145"/>
                  <a:pt x="67145" y="107267"/>
                  <a:pt x="66719" y="107237"/>
                </a:cubicBezTo>
                <a:cubicBezTo>
                  <a:pt x="66415" y="107389"/>
                  <a:pt x="66932" y="107297"/>
                  <a:pt x="66628" y="107480"/>
                </a:cubicBezTo>
                <a:cubicBezTo>
                  <a:pt x="66142" y="107601"/>
                  <a:pt x="66293" y="107115"/>
                  <a:pt x="65503" y="107510"/>
                </a:cubicBezTo>
                <a:cubicBezTo>
                  <a:pt x="65625" y="107541"/>
                  <a:pt x="65868" y="107480"/>
                  <a:pt x="65868" y="107601"/>
                </a:cubicBezTo>
                <a:cubicBezTo>
                  <a:pt x="65321" y="107662"/>
                  <a:pt x="65351" y="107966"/>
                  <a:pt x="64986" y="107996"/>
                </a:cubicBezTo>
                <a:cubicBezTo>
                  <a:pt x="65017" y="107996"/>
                  <a:pt x="65078" y="107753"/>
                  <a:pt x="64926" y="107784"/>
                </a:cubicBezTo>
                <a:cubicBezTo>
                  <a:pt x="64743" y="107814"/>
                  <a:pt x="64561" y="108088"/>
                  <a:pt x="64804" y="107966"/>
                </a:cubicBezTo>
                <a:cubicBezTo>
                  <a:pt x="64926" y="108148"/>
                  <a:pt x="63983" y="108209"/>
                  <a:pt x="64105" y="108361"/>
                </a:cubicBezTo>
                <a:cubicBezTo>
                  <a:pt x="64348" y="108483"/>
                  <a:pt x="65473" y="107814"/>
                  <a:pt x="65382" y="108209"/>
                </a:cubicBezTo>
                <a:cubicBezTo>
                  <a:pt x="65564" y="108118"/>
                  <a:pt x="65442" y="108027"/>
                  <a:pt x="65442" y="107905"/>
                </a:cubicBezTo>
                <a:close/>
                <a:moveTo>
                  <a:pt x="77145" y="93467"/>
                </a:moveTo>
                <a:cubicBezTo>
                  <a:pt x="76932" y="93437"/>
                  <a:pt x="76719" y="93467"/>
                  <a:pt x="76658" y="93832"/>
                </a:cubicBezTo>
                <a:lnTo>
                  <a:pt x="77054" y="93923"/>
                </a:lnTo>
                <a:cubicBezTo>
                  <a:pt x="77084" y="93771"/>
                  <a:pt x="77114" y="93619"/>
                  <a:pt x="77145" y="93467"/>
                </a:cubicBezTo>
                <a:close/>
                <a:moveTo>
                  <a:pt x="76233" y="93376"/>
                </a:moveTo>
                <a:cubicBezTo>
                  <a:pt x="76202" y="93498"/>
                  <a:pt x="76172" y="93619"/>
                  <a:pt x="76172" y="93771"/>
                </a:cubicBezTo>
                <a:cubicBezTo>
                  <a:pt x="76385" y="93680"/>
                  <a:pt x="76658" y="93711"/>
                  <a:pt x="76750" y="93103"/>
                </a:cubicBezTo>
                <a:cubicBezTo>
                  <a:pt x="76506" y="92829"/>
                  <a:pt x="76506" y="93680"/>
                  <a:pt x="76233" y="93376"/>
                </a:cubicBezTo>
                <a:close/>
                <a:moveTo>
                  <a:pt x="70245" y="105565"/>
                </a:moveTo>
                <a:cubicBezTo>
                  <a:pt x="70883" y="105322"/>
                  <a:pt x="70579" y="105899"/>
                  <a:pt x="71643" y="105261"/>
                </a:cubicBezTo>
                <a:cubicBezTo>
                  <a:pt x="71765" y="104927"/>
                  <a:pt x="71218" y="105261"/>
                  <a:pt x="71096" y="105200"/>
                </a:cubicBezTo>
                <a:cubicBezTo>
                  <a:pt x="71187" y="105048"/>
                  <a:pt x="70063" y="105534"/>
                  <a:pt x="70245" y="105565"/>
                </a:cubicBezTo>
                <a:close/>
                <a:moveTo>
                  <a:pt x="120094" y="53558"/>
                </a:moveTo>
                <a:cubicBezTo>
                  <a:pt x="120246" y="53224"/>
                  <a:pt x="120671" y="52768"/>
                  <a:pt x="120398" y="52646"/>
                </a:cubicBezTo>
                <a:cubicBezTo>
                  <a:pt x="120063" y="52980"/>
                  <a:pt x="120337" y="52980"/>
                  <a:pt x="120185" y="53254"/>
                </a:cubicBezTo>
                <a:cubicBezTo>
                  <a:pt x="120063" y="53102"/>
                  <a:pt x="119942" y="52980"/>
                  <a:pt x="119729" y="53254"/>
                </a:cubicBezTo>
                <a:close/>
                <a:moveTo>
                  <a:pt x="114379" y="58087"/>
                </a:moveTo>
                <a:lnTo>
                  <a:pt x="114015" y="58330"/>
                </a:lnTo>
                <a:cubicBezTo>
                  <a:pt x="114197" y="58452"/>
                  <a:pt x="114015" y="58634"/>
                  <a:pt x="114076" y="58786"/>
                </a:cubicBezTo>
                <a:cubicBezTo>
                  <a:pt x="114592" y="58482"/>
                  <a:pt x="114349" y="58300"/>
                  <a:pt x="114410" y="58087"/>
                </a:cubicBezTo>
                <a:close/>
                <a:moveTo>
                  <a:pt x="114957" y="58452"/>
                </a:moveTo>
                <a:cubicBezTo>
                  <a:pt x="114805" y="58816"/>
                  <a:pt x="114987" y="58816"/>
                  <a:pt x="114562" y="59303"/>
                </a:cubicBezTo>
                <a:cubicBezTo>
                  <a:pt x="115048" y="58968"/>
                  <a:pt x="115656" y="58178"/>
                  <a:pt x="114987" y="58452"/>
                </a:cubicBezTo>
                <a:close/>
                <a:moveTo>
                  <a:pt x="117085" y="56537"/>
                </a:moveTo>
                <a:cubicBezTo>
                  <a:pt x="117206" y="56689"/>
                  <a:pt x="116781" y="57266"/>
                  <a:pt x="117449" y="56749"/>
                </a:cubicBezTo>
                <a:cubicBezTo>
                  <a:pt x="117176" y="56658"/>
                  <a:pt x="117571" y="56385"/>
                  <a:pt x="117601" y="56202"/>
                </a:cubicBezTo>
                <a:cubicBezTo>
                  <a:pt x="117389" y="56385"/>
                  <a:pt x="117297" y="56354"/>
                  <a:pt x="117085" y="56537"/>
                </a:cubicBezTo>
                <a:close/>
                <a:moveTo>
                  <a:pt x="116690" y="56293"/>
                </a:moveTo>
                <a:cubicBezTo>
                  <a:pt x="116659" y="56172"/>
                  <a:pt x="116842" y="56020"/>
                  <a:pt x="116811" y="55929"/>
                </a:cubicBezTo>
                <a:cubicBezTo>
                  <a:pt x="116629" y="55990"/>
                  <a:pt x="116446" y="56111"/>
                  <a:pt x="116294" y="56233"/>
                </a:cubicBezTo>
                <a:cubicBezTo>
                  <a:pt x="116386" y="56385"/>
                  <a:pt x="116507" y="56415"/>
                  <a:pt x="116720" y="56293"/>
                </a:cubicBezTo>
                <a:close/>
                <a:moveTo>
                  <a:pt x="116507" y="57357"/>
                </a:moveTo>
                <a:cubicBezTo>
                  <a:pt x="116507" y="57479"/>
                  <a:pt x="116386" y="57600"/>
                  <a:pt x="116538" y="57692"/>
                </a:cubicBezTo>
                <a:cubicBezTo>
                  <a:pt x="116690" y="57570"/>
                  <a:pt x="116872" y="57449"/>
                  <a:pt x="117085" y="57388"/>
                </a:cubicBezTo>
                <a:cubicBezTo>
                  <a:pt x="117024" y="57175"/>
                  <a:pt x="116902" y="57053"/>
                  <a:pt x="116538" y="57357"/>
                </a:cubicBezTo>
                <a:close/>
                <a:moveTo>
                  <a:pt x="113589" y="58269"/>
                </a:moveTo>
                <a:cubicBezTo>
                  <a:pt x="114076" y="58178"/>
                  <a:pt x="114349" y="57661"/>
                  <a:pt x="114987" y="57327"/>
                </a:cubicBezTo>
                <a:cubicBezTo>
                  <a:pt x="115079" y="57388"/>
                  <a:pt x="115261" y="57297"/>
                  <a:pt x="115383" y="57327"/>
                </a:cubicBezTo>
                <a:cubicBezTo>
                  <a:pt x="115474" y="57388"/>
                  <a:pt x="115200" y="57540"/>
                  <a:pt x="115200" y="57631"/>
                </a:cubicBezTo>
                <a:cubicBezTo>
                  <a:pt x="115535" y="57449"/>
                  <a:pt x="115656" y="57692"/>
                  <a:pt x="116112" y="57327"/>
                </a:cubicBezTo>
                <a:cubicBezTo>
                  <a:pt x="116264" y="57175"/>
                  <a:pt x="116386" y="56993"/>
                  <a:pt x="116507" y="56780"/>
                </a:cubicBezTo>
                <a:cubicBezTo>
                  <a:pt x="116264" y="56537"/>
                  <a:pt x="115869" y="56506"/>
                  <a:pt x="115261" y="56901"/>
                </a:cubicBezTo>
                <a:cubicBezTo>
                  <a:pt x="115261" y="57084"/>
                  <a:pt x="115474" y="56871"/>
                  <a:pt x="115595" y="56841"/>
                </a:cubicBezTo>
                <a:cubicBezTo>
                  <a:pt x="115778" y="56810"/>
                  <a:pt x="116142" y="56810"/>
                  <a:pt x="115899" y="57023"/>
                </a:cubicBezTo>
                <a:cubicBezTo>
                  <a:pt x="115565" y="57205"/>
                  <a:pt x="115261" y="57297"/>
                  <a:pt x="115170" y="57023"/>
                </a:cubicBezTo>
                <a:cubicBezTo>
                  <a:pt x="114623" y="57388"/>
                  <a:pt x="114106" y="57813"/>
                  <a:pt x="113589" y="58269"/>
                </a:cubicBezTo>
                <a:close/>
                <a:moveTo>
                  <a:pt x="112647" y="57297"/>
                </a:moveTo>
                <a:cubicBezTo>
                  <a:pt x="113042" y="57084"/>
                  <a:pt x="113285" y="56871"/>
                  <a:pt x="113346" y="56689"/>
                </a:cubicBezTo>
                <a:cubicBezTo>
                  <a:pt x="112951" y="57084"/>
                  <a:pt x="112951" y="56932"/>
                  <a:pt x="112556" y="57114"/>
                </a:cubicBezTo>
                <a:close/>
                <a:moveTo>
                  <a:pt x="109486" y="58269"/>
                </a:moveTo>
                <a:cubicBezTo>
                  <a:pt x="109607" y="58269"/>
                  <a:pt x="110610" y="57783"/>
                  <a:pt x="110367" y="57631"/>
                </a:cubicBezTo>
                <a:cubicBezTo>
                  <a:pt x="110246" y="57570"/>
                  <a:pt x="109364" y="58148"/>
                  <a:pt x="109516" y="58269"/>
                </a:cubicBezTo>
                <a:close/>
                <a:moveTo>
                  <a:pt x="108513" y="59728"/>
                </a:moveTo>
                <a:cubicBezTo>
                  <a:pt x="109151" y="59303"/>
                  <a:pt x="109820" y="59272"/>
                  <a:pt x="110276" y="58756"/>
                </a:cubicBezTo>
                <a:cubicBezTo>
                  <a:pt x="110246" y="58330"/>
                  <a:pt x="109547" y="58847"/>
                  <a:pt x="109425" y="59120"/>
                </a:cubicBezTo>
                <a:cubicBezTo>
                  <a:pt x="108939" y="59455"/>
                  <a:pt x="108665" y="59394"/>
                  <a:pt x="108544" y="59728"/>
                </a:cubicBezTo>
                <a:close/>
                <a:moveTo>
                  <a:pt x="106629" y="60883"/>
                </a:moveTo>
                <a:cubicBezTo>
                  <a:pt x="107206" y="60792"/>
                  <a:pt x="107571" y="60063"/>
                  <a:pt x="108118" y="59971"/>
                </a:cubicBezTo>
                <a:cubicBezTo>
                  <a:pt x="107723" y="59789"/>
                  <a:pt x="107024" y="60518"/>
                  <a:pt x="106659" y="60853"/>
                </a:cubicBezTo>
                <a:close/>
                <a:moveTo>
                  <a:pt x="105747" y="60518"/>
                </a:moveTo>
                <a:cubicBezTo>
                  <a:pt x="106355" y="60154"/>
                  <a:pt x="107206" y="60002"/>
                  <a:pt x="107480" y="59485"/>
                </a:cubicBezTo>
                <a:cubicBezTo>
                  <a:pt x="106872" y="59971"/>
                  <a:pt x="106081" y="60093"/>
                  <a:pt x="105747" y="60518"/>
                </a:cubicBezTo>
                <a:close/>
                <a:moveTo>
                  <a:pt x="112313" y="60123"/>
                </a:moveTo>
                <a:cubicBezTo>
                  <a:pt x="112313" y="60154"/>
                  <a:pt x="112343" y="60184"/>
                  <a:pt x="112221" y="60245"/>
                </a:cubicBezTo>
                <a:cubicBezTo>
                  <a:pt x="112282" y="60427"/>
                  <a:pt x="112525" y="60336"/>
                  <a:pt x="112860" y="60123"/>
                </a:cubicBezTo>
                <a:cubicBezTo>
                  <a:pt x="112829" y="59941"/>
                  <a:pt x="112677" y="59880"/>
                  <a:pt x="112343" y="60123"/>
                </a:cubicBezTo>
                <a:close/>
                <a:moveTo>
                  <a:pt x="111553" y="59120"/>
                </a:moveTo>
                <a:cubicBezTo>
                  <a:pt x="111613" y="59394"/>
                  <a:pt x="112313" y="58725"/>
                  <a:pt x="112708" y="58573"/>
                </a:cubicBezTo>
                <a:cubicBezTo>
                  <a:pt x="112586" y="58908"/>
                  <a:pt x="112860" y="58786"/>
                  <a:pt x="113376" y="58482"/>
                </a:cubicBezTo>
                <a:cubicBezTo>
                  <a:pt x="113255" y="58026"/>
                  <a:pt x="111978" y="58816"/>
                  <a:pt x="111583" y="59120"/>
                </a:cubicBezTo>
                <a:close/>
                <a:moveTo>
                  <a:pt x="111826" y="59546"/>
                </a:moveTo>
                <a:cubicBezTo>
                  <a:pt x="112221" y="59211"/>
                  <a:pt x="112282" y="59363"/>
                  <a:pt x="112465" y="59394"/>
                </a:cubicBezTo>
                <a:cubicBezTo>
                  <a:pt x="112647" y="59272"/>
                  <a:pt x="112829" y="59120"/>
                  <a:pt x="112921" y="58938"/>
                </a:cubicBezTo>
                <a:cubicBezTo>
                  <a:pt x="112404" y="59242"/>
                  <a:pt x="112282" y="59181"/>
                  <a:pt x="112525" y="58877"/>
                </a:cubicBezTo>
                <a:cubicBezTo>
                  <a:pt x="112161" y="59059"/>
                  <a:pt x="111613" y="59607"/>
                  <a:pt x="111826" y="59546"/>
                </a:cubicBezTo>
                <a:close/>
                <a:moveTo>
                  <a:pt x="112221" y="60518"/>
                </a:moveTo>
                <a:cubicBezTo>
                  <a:pt x="111796" y="60670"/>
                  <a:pt x="111765" y="60306"/>
                  <a:pt x="111097" y="60792"/>
                </a:cubicBezTo>
                <a:cubicBezTo>
                  <a:pt x="111036" y="61005"/>
                  <a:pt x="111431" y="60762"/>
                  <a:pt x="111492" y="60853"/>
                </a:cubicBezTo>
                <a:cubicBezTo>
                  <a:pt x="111522" y="60883"/>
                  <a:pt x="111218" y="61126"/>
                  <a:pt x="111340" y="61218"/>
                </a:cubicBezTo>
                <a:cubicBezTo>
                  <a:pt x="111462" y="61278"/>
                  <a:pt x="111462" y="61309"/>
                  <a:pt x="111948" y="61005"/>
                </a:cubicBezTo>
                <a:cubicBezTo>
                  <a:pt x="111613" y="60762"/>
                  <a:pt x="112069" y="60762"/>
                  <a:pt x="112221" y="60518"/>
                </a:cubicBezTo>
                <a:close/>
                <a:moveTo>
                  <a:pt x="108939" y="62008"/>
                </a:moveTo>
                <a:cubicBezTo>
                  <a:pt x="108574" y="61734"/>
                  <a:pt x="110094" y="61430"/>
                  <a:pt x="109425" y="61309"/>
                </a:cubicBezTo>
                <a:cubicBezTo>
                  <a:pt x="109729" y="61157"/>
                  <a:pt x="109972" y="60974"/>
                  <a:pt x="110154" y="60701"/>
                </a:cubicBezTo>
                <a:cubicBezTo>
                  <a:pt x="110732" y="60549"/>
                  <a:pt x="111279" y="60367"/>
                  <a:pt x="111796" y="60123"/>
                </a:cubicBezTo>
                <a:lnTo>
                  <a:pt x="111674" y="59880"/>
                </a:lnTo>
                <a:cubicBezTo>
                  <a:pt x="111097" y="60245"/>
                  <a:pt x="110702" y="60427"/>
                  <a:pt x="110854" y="60032"/>
                </a:cubicBezTo>
                <a:cubicBezTo>
                  <a:pt x="110154" y="60488"/>
                  <a:pt x="109729" y="60914"/>
                  <a:pt x="109091" y="61339"/>
                </a:cubicBezTo>
                <a:cubicBezTo>
                  <a:pt x="109395" y="61522"/>
                  <a:pt x="107936" y="62312"/>
                  <a:pt x="108908" y="62008"/>
                </a:cubicBezTo>
                <a:close/>
                <a:moveTo>
                  <a:pt x="107936" y="63740"/>
                </a:moveTo>
                <a:cubicBezTo>
                  <a:pt x="108361" y="63436"/>
                  <a:pt x="108756" y="63072"/>
                  <a:pt x="109121" y="62707"/>
                </a:cubicBezTo>
                <a:cubicBezTo>
                  <a:pt x="109820" y="62433"/>
                  <a:pt x="110458" y="62099"/>
                  <a:pt x="111066" y="61704"/>
                </a:cubicBezTo>
                <a:cubicBezTo>
                  <a:pt x="111036" y="61552"/>
                  <a:pt x="110914" y="61461"/>
                  <a:pt x="110762" y="61461"/>
                </a:cubicBezTo>
                <a:cubicBezTo>
                  <a:pt x="110550" y="61674"/>
                  <a:pt x="110003" y="61947"/>
                  <a:pt x="109881" y="62160"/>
                </a:cubicBezTo>
                <a:cubicBezTo>
                  <a:pt x="110306" y="62038"/>
                  <a:pt x="110337" y="61795"/>
                  <a:pt x="110610" y="61825"/>
                </a:cubicBezTo>
                <a:cubicBezTo>
                  <a:pt x="110306" y="62129"/>
                  <a:pt x="109881" y="62312"/>
                  <a:pt x="109455" y="62342"/>
                </a:cubicBezTo>
                <a:cubicBezTo>
                  <a:pt x="110094" y="61825"/>
                  <a:pt x="109516" y="61947"/>
                  <a:pt x="109911" y="61582"/>
                </a:cubicBezTo>
                <a:cubicBezTo>
                  <a:pt x="110154" y="61400"/>
                  <a:pt x="110246" y="61461"/>
                  <a:pt x="110489" y="61309"/>
                </a:cubicBezTo>
                <a:cubicBezTo>
                  <a:pt x="110428" y="61126"/>
                  <a:pt x="110003" y="61430"/>
                  <a:pt x="109911" y="61248"/>
                </a:cubicBezTo>
                <a:cubicBezTo>
                  <a:pt x="109942" y="61187"/>
                  <a:pt x="110519" y="60762"/>
                  <a:pt x="110124" y="60974"/>
                </a:cubicBezTo>
                <a:cubicBezTo>
                  <a:pt x="109699" y="61309"/>
                  <a:pt x="109881" y="61552"/>
                  <a:pt x="109212" y="61917"/>
                </a:cubicBezTo>
                <a:cubicBezTo>
                  <a:pt x="109729" y="61977"/>
                  <a:pt x="109182" y="62312"/>
                  <a:pt x="108999" y="62464"/>
                </a:cubicBezTo>
                <a:cubicBezTo>
                  <a:pt x="109243" y="62312"/>
                  <a:pt x="109030" y="62737"/>
                  <a:pt x="108847" y="62859"/>
                </a:cubicBezTo>
                <a:cubicBezTo>
                  <a:pt x="108726" y="62525"/>
                  <a:pt x="107844" y="63284"/>
                  <a:pt x="107571" y="63163"/>
                </a:cubicBezTo>
                <a:lnTo>
                  <a:pt x="107753" y="63467"/>
                </a:lnTo>
                <a:cubicBezTo>
                  <a:pt x="108118" y="63224"/>
                  <a:pt x="108513" y="62950"/>
                  <a:pt x="108635" y="63072"/>
                </a:cubicBezTo>
                <a:cubicBezTo>
                  <a:pt x="108270" y="63315"/>
                  <a:pt x="107601" y="63588"/>
                  <a:pt x="107936" y="63740"/>
                </a:cubicBezTo>
                <a:close/>
                <a:moveTo>
                  <a:pt x="106659" y="63072"/>
                </a:moveTo>
                <a:cubicBezTo>
                  <a:pt x="106294" y="63345"/>
                  <a:pt x="106264" y="63193"/>
                  <a:pt x="105960" y="63406"/>
                </a:cubicBezTo>
                <a:cubicBezTo>
                  <a:pt x="105869" y="63832"/>
                  <a:pt x="106781" y="63193"/>
                  <a:pt x="106659" y="63072"/>
                </a:cubicBezTo>
                <a:close/>
                <a:moveTo>
                  <a:pt x="106203" y="64136"/>
                </a:moveTo>
                <a:cubicBezTo>
                  <a:pt x="106781" y="63832"/>
                  <a:pt x="106264" y="63892"/>
                  <a:pt x="106477" y="63740"/>
                </a:cubicBezTo>
                <a:cubicBezTo>
                  <a:pt x="106841" y="63497"/>
                  <a:pt x="107297" y="63284"/>
                  <a:pt x="107237" y="63133"/>
                </a:cubicBezTo>
                <a:cubicBezTo>
                  <a:pt x="106689" y="63376"/>
                  <a:pt x="106416" y="63740"/>
                  <a:pt x="106173" y="63771"/>
                </a:cubicBezTo>
                <a:cubicBezTo>
                  <a:pt x="106355" y="63862"/>
                  <a:pt x="106051" y="64044"/>
                  <a:pt x="106173" y="64166"/>
                </a:cubicBezTo>
                <a:close/>
                <a:moveTo>
                  <a:pt x="105565" y="64926"/>
                </a:moveTo>
                <a:cubicBezTo>
                  <a:pt x="105778" y="64774"/>
                  <a:pt x="106325" y="64713"/>
                  <a:pt x="106355" y="64440"/>
                </a:cubicBezTo>
                <a:cubicBezTo>
                  <a:pt x="106264" y="64500"/>
                  <a:pt x="106173" y="64500"/>
                  <a:pt x="106173" y="64409"/>
                </a:cubicBezTo>
                <a:cubicBezTo>
                  <a:pt x="105808" y="64591"/>
                  <a:pt x="105504" y="64804"/>
                  <a:pt x="105565" y="64926"/>
                </a:cubicBezTo>
                <a:close/>
                <a:moveTo>
                  <a:pt x="104562" y="65382"/>
                </a:moveTo>
                <a:cubicBezTo>
                  <a:pt x="104167" y="65716"/>
                  <a:pt x="104349" y="65260"/>
                  <a:pt x="103954" y="65595"/>
                </a:cubicBezTo>
                <a:cubicBezTo>
                  <a:pt x="103771" y="65747"/>
                  <a:pt x="103954" y="65838"/>
                  <a:pt x="103498" y="66020"/>
                </a:cubicBezTo>
                <a:cubicBezTo>
                  <a:pt x="103437" y="66324"/>
                  <a:pt x="103954" y="65807"/>
                  <a:pt x="103893" y="66111"/>
                </a:cubicBezTo>
                <a:cubicBezTo>
                  <a:pt x="103498" y="66354"/>
                  <a:pt x="103103" y="66263"/>
                  <a:pt x="103103" y="66598"/>
                </a:cubicBezTo>
                <a:cubicBezTo>
                  <a:pt x="103467" y="66354"/>
                  <a:pt x="103589" y="66476"/>
                  <a:pt x="103954" y="66202"/>
                </a:cubicBezTo>
                <a:cubicBezTo>
                  <a:pt x="104349" y="65777"/>
                  <a:pt x="104774" y="65382"/>
                  <a:pt x="105261" y="65017"/>
                </a:cubicBezTo>
                <a:cubicBezTo>
                  <a:pt x="105230" y="64926"/>
                  <a:pt x="105139" y="64865"/>
                  <a:pt x="105291" y="64774"/>
                </a:cubicBezTo>
                <a:cubicBezTo>
                  <a:pt x="105899" y="64288"/>
                  <a:pt x="104896" y="64926"/>
                  <a:pt x="104926" y="65078"/>
                </a:cubicBezTo>
                <a:cubicBezTo>
                  <a:pt x="104744" y="65169"/>
                  <a:pt x="104379" y="65078"/>
                  <a:pt x="104349" y="65321"/>
                </a:cubicBezTo>
                <a:cubicBezTo>
                  <a:pt x="104501" y="65260"/>
                  <a:pt x="104714" y="65260"/>
                  <a:pt x="104562" y="65382"/>
                </a:cubicBezTo>
                <a:close/>
                <a:moveTo>
                  <a:pt x="102708" y="65929"/>
                </a:moveTo>
                <a:cubicBezTo>
                  <a:pt x="103012" y="65838"/>
                  <a:pt x="103285" y="65686"/>
                  <a:pt x="103559" y="65503"/>
                </a:cubicBezTo>
                <a:cubicBezTo>
                  <a:pt x="103589" y="65199"/>
                  <a:pt x="103072" y="65716"/>
                  <a:pt x="103133" y="65412"/>
                </a:cubicBezTo>
                <a:cubicBezTo>
                  <a:pt x="103528" y="65139"/>
                  <a:pt x="103650" y="65199"/>
                  <a:pt x="103984" y="64987"/>
                </a:cubicBezTo>
                <a:cubicBezTo>
                  <a:pt x="104136" y="64743"/>
                  <a:pt x="103923" y="64926"/>
                  <a:pt x="103832" y="64774"/>
                </a:cubicBezTo>
                <a:cubicBezTo>
                  <a:pt x="103467" y="65047"/>
                  <a:pt x="102768" y="65412"/>
                  <a:pt x="102738" y="65655"/>
                </a:cubicBezTo>
                <a:cubicBezTo>
                  <a:pt x="103376" y="65291"/>
                  <a:pt x="102708" y="65838"/>
                  <a:pt x="102708" y="65929"/>
                </a:cubicBezTo>
                <a:close/>
                <a:moveTo>
                  <a:pt x="102373" y="66628"/>
                </a:moveTo>
                <a:cubicBezTo>
                  <a:pt x="102191" y="66567"/>
                  <a:pt x="101796" y="66233"/>
                  <a:pt x="101522" y="66658"/>
                </a:cubicBezTo>
                <a:cubicBezTo>
                  <a:pt x="101765" y="66537"/>
                  <a:pt x="101856" y="66567"/>
                  <a:pt x="101917" y="66750"/>
                </a:cubicBezTo>
                <a:cubicBezTo>
                  <a:pt x="101674" y="66902"/>
                  <a:pt x="101218" y="67084"/>
                  <a:pt x="101431" y="67175"/>
                </a:cubicBezTo>
                <a:cubicBezTo>
                  <a:pt x="101796" y="66962"/>
                  <a:pt x="102160" y="66750"/>
                  <a:pt x="102556" y="66598"/>
                </a:cubicBezTo>
                <a:cubicBezTo>
                  <a:pt x="102738" y="66506"/>
                  <a:pt x="103528" y="66020"/>
                  <a:pt x="103042" y="66202"/>
                </a:cubicBezTo>
                <a:close/>
                <a:moveTo>
                  <a:pt x="102343" y="65595"/>
                </a:moveTo>
                <a:cubicBezTo>
                  <a:pt x="102130" y="65655"/>
                  <a:pt x="100975" y="66202"/>
                  <a:pt x="101370" y="66081"/>
                </a:cubicBezTo>
                <a:cubicBezTo>
                  <a:pt x="101461" y="66202"/>
                  <a:pt x="102252" y="65838"/>
                  <a:pt x="102343" y="65595"/>
                </a:cubicBezTo>
                <a:close/>
                <a:moveTo>
                  <a:pt x="101127" y="65990"/>
                </a:moveTo>
                <a:cubicBezTo>
                  <a:pt x="101613" y="65807"/>
                  <a:pt x="101127" y="65747"/>
                  <a:pt x="101613" y="65534"/>
                </a:cubicBezTo>
                <a:cubicBezTo>
                  <a:pt x="101826" y="65412"/>
                  <a:pt x="101796" y="65625"/>
                  <a:pt x="102069" y="65412"/>
                </a:cubicBezTo>
                <a:lnTo>
                  <a:pt x="101917" y="65169"/>
                </a:lnTo>
                <a:cubicBezTo>
                  <a:pt x="101461" y="65534"/>
                  <a:pt x="101249" y="65503"/>
                  <a:pt x="100823" y="65777"/>
                </a:cubicBezTo>
                <a:cubicBezTo>
                  <a:pt x="100884" y="65990"/>
                  <a:pt x="101370" y="65655"/>
                  <a:pt x="101127" y="65990"/>
                </a:cubicBezTo>
                <a:close/>
                <a:moveTo>
                  <a:pt x="100397" y="67236"/>
                </a:moveTo>
                <a:cubicBezTo>
                  <a:pt x="100367" y="67540"/>
                  <a:pt x="101674" y="66780"/>
                  <a:pt x="101279" y="66871"/>
                </a:cubicBezTo>
                <a:cubicBezTo>
                  <a:pt x="100793" y="67266"/>
                  <a:pt x="100884" y="66841"/>
                  <a:pt x="100397" y="67236"/>
                </a:cubicBezTo>
                <a:close/>
                <a:moveTo>
                  <a:pt x="99577" y="67023"/>
                </a:moveTo>
                <a:cubicBezTo>
                  <a:pt x="99972" y="66902"/>
                  <a:pt x="100367" y="66750"/>
                  <a:pt x="100732" y="66567"/>
                </a:cubicBezTo>
                <a:cubicBezTo>
                  <a:pt x="100671" y="66294"/>
                  <a:pt x="99759" y="66719"/>
                  <a:pt x="99577" y="67023"/>
                </a:cubicBezTo>
                <a:close/>
                <a:moveTo>
                  <a:pt x="98209" y="68087"/>
                </a:moveTo>
                <a:cubicBezTo>
                  <a:pt x="98543" y="67935"/>
                  <a:pt x="99394" y="67692"/>
                  <a:pt x="99394" y="67358"/>
                </a:cubicBezTo>
                <a:cubicBezTo>
                  <a:pt x="99060" y="67509"/>
                  <a:pt x="98118" y="67874"/>
                  <a:pt x="98209" y="68087"/>
                </a:cubicBezTo>
                <a:close/>
                <a:moveTo>
                  <a:pt x="97996" y="69029"/>
                </a:moveTo>
                <a:cubicBezTo>
                  <a:pt x="98331" y="68786"/>
                  <a:pt x="98756" y="68908"/>
                  <a:pt x="98878" y="68634"/>
                </a:cubicBezTo>
                <a:cubicBezTo>
                  <a:pt x="98635" y="68665"/>
                  <a:pt x="97996" y="68665"/>
                  <a:pt x="97996" y="69029"/>
                </a:cubicBezTo>
                <a:close/>
                <a:moveTo>
                  <a:pt x="98300" y="69576"/>
                </a:moveTo>
                <a:cubicBezTo>
                  <a:pt x="98695" y="69485"/>
                  <a:pt x="99394" y="68938"/>
                  <a:pt x="99942" y="68665"/>
                </a:cubicBezTo>
                <a:cubicBezTo>
                  <a:pt x="99942" y="68330"/>
                  <a:pt x="99182" y="69090"/>
                  <a:pt x="99151" y="68816"/>
                </a:cubicBezTo>
                <a:cubicBezTo>
                  <a:pt x="99334" y="68695"/>
                  <a:pt x="99182" y="68573"/>
                  <a:pt x="98938" y="68786"/>
                </a:cubicBezTo>
                <a:cubicBezTo>
                  <a:pt x="98908" y="68908"/>
                  <a:pt x="99273" y="68999"/>
                  <a:pt x="98969" y="69151"/>
                </a:cubicBezTo>
                <a:cubicBezTo>
                  <a:pt x="98695" y="69151"/>
                  <a:pt x="98422" y="69303"/>
                  <a:pt x="98300" y="69576"/>
                </a:cubicBezTo>
                <a:close/>
                <a:moveTo>
                  <a:pt x="93315" y="72494"/>
                </a:moveTo>
                <a:cubicBezTo>
                  <a:pt x="93011" y="72677"/>
                  <a:pt x="92890" y="72616"/>
                  <a:pt x="92495" y="72920"/>
                </a:cubicBezTo>
                <a:cubicBezTo>
                  <a:pt x="92403" y="73224"/>
                  <a:pt x="93376" y="72586"/>
                  <a:pt x="93315" y="72494"/>
                </a:cubicBezTo>
                <a:close/>
                <a:moveTo>
                  <a:pt x="97206" y="68543"/>
                </a:moveTo>
                <a:cubicBezTo>
                  <a:pt x="97084" y="68604"/>
                  <a:pt x="96932" y="68695"/>
                  <a:pt x="96963" y="68756"/>
                </a:cubicBezTo>
                <a:cubicBezTo>
                  <a:pt x="97510" y="68482"/>
                  <a:pt x="97267" y="68330"/>
                  <a:pt x="97328" y="68117"/>
                </a:cubicBezTo>
                <a:lnTo>
                  <a:pt x="96811" y="68452"/>
                </a:lnTo>
                <a:cubicBezTo>
                  <a:pt x="96780" y="68665"/>
                  <a:pt x="97115" y="68421"/>
                  <a:pt x="97206" y="68543"/>
                </a:cubicBezTo>
                <a:close/>
                <a:moveTo>
                  <a:pt x="97449" y="69911"/>
                </a:moveTo>
                <a:cubicBezTo>
                  <a:pt x="97510" y="70093"/>
                  <a:pt x="97753" y="70002"/>
                  <a:pt x="97966" y="69911"/>
                </a:cubicBezTo>
                <a:cubicBezTo>
                  <a:pt x="97966" y="69820"/>
                  <a:pt x="98087" y="69698"/>
                  <a:pt x="97966" y="69607"/>
                </a:cubicBezTo>
                <a:close/>
                <a:moveTo>
                  <a:pt x="94926" y="69911"/>
                </a:moveTo>
                <a:cubicBezTo>
                  <a:pt x="95656" y="69576"/>
                  <a:pt x="95717" y="69303"/>
                  <a:pt x="96203" y="68999"/>
                </a:cubicBezTo>
                <a:cubicBezTo>
                  <a:pt x="96294" y="69151"/>
                  <a:pt x="95899" y="69364"/>
                  <a:pt x="95777" y="69576"/>
                </a:cubicBezTo>
                <a:cubicBezTo>
                  <a:pt x="96294" y="69455"/>
                  <a:pt x="96446" y="68999"/>
                  <a:pt x="96598" y="68756"/>
                </a:cubicBezTo>
                <a:cubicBezTo>
                  <a:pt x="95838" y="69090"/>
                  <a:pt x="95443" y="69516"/>
                  <a:pt x="94896" y="69546"/>
                </a:cubicBezTo>
                <a:cubicBezTo>
                  <a:pt x="95109" y="69637"/>
                  <a:pt x="94774" y="69789"/>
                  <a:pt x="94926" y="69911"/>
                </a:cubicBezTo>
                <a:close/>
                <a:moveTo>
                  <a:pt x="95838" y="70579"/>
                </a:moveTo>
                <a:cubicBezTo>
                  <a:pt x="94501" y="71461"/>
                  <a:pt x="96476" y="70427"/>
                  <a:pt x="96324" y="70215"/>
                </a:cubicBezTo>
                <a:cubicBezTo>
                  <a:pt x="96081" y="70336"/>
                  <a:pt x="96051" y="70427"/>
                  <a:pt x="95838" y="70579"/>
                </a:cubicBezTo>
                <a:close/>
                <a:moveTo>
                  <a:pt x="94075" y="71583"/>
                </a:moveTo>
                <a:lnTo>
                  <a:pt x="94227" y="71886"/>
                </a:lnTo>
                <a:cubicBezTo>
                  <a:pt x="94258" y="71978"/>
                  <a:pt x="93285" y="72494"/>
                  <a:pt x="93771" y="72312"/>
                </a:cubicBezTo>
                <a:cubicBezTo>
                  <a:pt x="94197" y="72038"/>
                  <a:pt x="94653" y="71765"/>
                  <a:pt x="95139" y="71552"/>
                </a:cubicBezTo>
                <a:cubicBezTo>
                  <a:pt x="95169" y="71127"/>
                  <a:pt x="94379" y="71886"/>
                  <a:pt x="94410" y="71522"/>
                </a:cubicBezTo>
                <a:cubicBezTo>
                  <a:pt x="94653" y="71370"/>
                  <a:pt x="94653" y="71279"/>
                  <a:pt x="94896" y="71157"/>
                </a:cubicBezTo>
                <a:cubicBezTo>
                  <a:pt x="94987" y="71522"/>
                  <a:pt x="96446" y="70914"/>
                  <a:pt x="96476" y="70427"/>
                </a:cubicBezTo>
                <a:cubicBezTo>
                  <a:pt x="95929" y="70762"/>
                  <a:pt x="95413" y="71005"/>
                  <a:pt x="95230" y="71096"/>
                </a:cubicBezTo>
                <a:cubicBezTo>
                  <a:pt x="94805" y="70975"/>
                  <a:pt x="95595" y="70671"/>
                  <a:pt x="95413" y="70488"/>
                </a:cubicBezTo>
                <a:cubicBezTo>
                  <a:pt x="94805" y="70853"/>
                  <a:pt x="94835" y="71157"/>
                  <a:pt x="94075" y="71552"/>
                </a:cubicBezTo>
                <a:close/>
                <a:moveTo>
                  <a:pt x="91583" y="71947"/>
                </a:moveTo>
                <a:cubicBezTo>
                  <a:pt x="91917" y="71704"/>
                  <a:pt x="91917" y="71917"/>
                  <a:pt x="92191" y="71765"/>
                </a:cubicBezTo>
                <a:cubicBezTo>
                  <a:pt x="92434" y="71491"/>
                  <a:pt x="91947" y="71704"/>
                  <a:pt x="92221" y="71491"/>
                </a:cubicBezTo>
                <a:cubicBezTo>
                  <a:pt x="92343" y="71552"/>
                  <a:pt x="92373" y="71370"/>
                  <a:pt x="92616" y="71248"/>
                </a:cubicBezTo>
                <a:cubicBezTo>
                  <a:pt x="92799" y="71400"/>
                  <a:pt x="92464" y="71583"/>
                  <a:pt x="92799" y="71552"/>
                </a:cubicBezTo>
                <a:cubicBezTo>
                  <a:pt x="92981" y="71431"/>
                  <a:pt x="93285" y="71279"/>
                  <a:pt x="93285" y="71157"/>
                </a:cubicBezTo>
                <a:cubicBezTo>
                  <a:pt x="93224" y="71218"/>
                  <a:pt x="93103" y="71218"/>
                  <a:pt x="93254" y="71096"/>
                </a:cubicBezTo>
                <a:cubicBezTo>
                  <a:pt x="93893" y="70610"/>
                  <a:pt x="93923" y="70944"/>
                  <a:pt x="94318" y="70792"/>
                </a:cubicBezTo>
                <a:cubicBezTo>
                  <a:pt x="94136" y="70579"/>
                  <a:pt x="94379" y="70306"/>
                  <a:pt x="94106" y="70093"/>
                </a:cubicBezTo>
                <a:cubicBezTo>
                  <a:pt x="93741" y="70397"/>
                  <a:pt x="93315" y="70610"/>
                  <a:pt x="92890" y="70762"/>
                </a:cubicBezTo>
                <a:cubicBezTo>
                  <a:pt x="92920" y="70853"/>
                  <a:pt x="92920" y="70944"/>
                  <a:pt x="92677" y="71066"/>
                </a:cubicBezTo>
                <a:cubicBezTo>
                  <a:pt x="92282" y="71309"/>
                  <a:pt x="92191" y="71096"/>
                  <a:pt x="91674" y="71491"/>
                </a:cubicBezTo>
                <a:cubicBezTo>
                  <a:pt x="91704" y="71613"/>
                  <a:pt x="91370" y="71795"/>
                  <a:pt x="91583" y="71917"/>
                </a:cubicBezTo>
                <a:close/>
                <a:moveTo>
                  <a:pt x="91917" y="72251"/>
                </a:moveTo>
                <a:cubicBezTo>
                  <a:pt x="92525" y="72069"/>
                  <a:pt x="92312" y="72312"/>
                  <a:pt x="92616" y="71886"/>
                </a:cubicBezTo>
                <a:cubicBezTo>
                  <a:pt x="92616" y="72221"/>
                  <a:pt x="93042" y="71856"/>
                  <a:pt x="93103" y="72099"/>
                </a:cubicBezTo>
                <a:cubicBezTo>
                  <a:pt x="93406" y="71978"/>
                  <a:pt x="93467" y="71583"/>
                  <a:pt x="93254" y="71765"/>
                </a:cubicBezTo>
                <a:cubicBezTo>
                  <a:pt x="93285" y="71826"/>
                  <a:pt x="93072" y="71978"/>
                  <a:pt x="92981" y="71917"/>
                </a:cubicBezTo>
                <a:lnTo>
                  <a:pt x="92920" y="71795"/>
                </a:lnTo>
                <a:cubicBezTo>
                  <a:pt x="93163" y="71583"/>
                  <a:pt x="93832" y="71339"/>
                  <a:pt x="93832" y="71157"/>
                </a:cubicBezTo>
                <a:cubicBezTo>
                  <a:pt x="93467" y="71279"/>
                  <a:pt x="93163" y="71461"/>
                  <a:pt x="92890" y="71734"/>
                </a:cubicBezTo>
                <a:cubicBezTo>
                  <a:pt x="92403" y="71734"/>
                  <a:pt x="92039" y="72099"/>
                  <a:pt x="91461" y="72373"/>
                </a:cubicBezTo>
                <a:cubicBezTo>
                  <a:pt x="91461" y="72555"/>
                  <a:pt x="91735" y="72251"/>
                  <a:pt x="91917" y="72221"/>
                </a:cubicBezTo>
                <a:close/>
                <a:moveTo>
                  <a:pt x="90732" y="73619"/>
                </a:moveTo>
                <a:cubicBezTo>
                  <a:pt x="90975" y="73497"/>
                  <a:pt x="91309" y="73315"/>
                  <a:pt x="91461" y="73345"/>
                </a:cubicBezTo>
                <a:lnTo>
                  <a:pt x="90549" y="73893"/>
                </a:lnTo>
                <a:cubicBezTo>
                  <a:pt x="90458" y="73984"/>
                  <a:pt x="90488" y="74166"/>
                  <a:pt x="90610" y="74257"/>
                </a:cubicBezTo>
                <a:cubicBezTo>
                  <a:pt x="91431" y="73832"/>
                  <a:pt x="91309" y="73558"/>
                  <a:pt x="91947" y="73163"/>
                </a:cubicBezTo>
                <a:cubicBezTo>
                  <a:pt x="91947" y="73011"/>
                  <a:pt x="91644" y="73193"/>
                  <a:pt x="91552" y="73163"/>
                </a:cubicBezTo>
                <a:cubicBezTo>
                  <a:pt x="91552" y="73163"/>
                  <a:pt x="91765" y="72920"/>
                  <a:pt x="91765" y="72890"/>
                </a:cubicBezTo>
                <a:cubicBezTo>
                  <a:pt x="91765" y="72890"/>
                  <a:pt x="91461" y="72981"/>
                  <a:pt x="91461" y="72981"/>
                </a:cubicBezTo>
                <a:cubicBezTo>
                  <a:pt x="91370" y="72950"/>
                  <a:pt x="91644" y="72677"/>
                  <a:pt x="91248" y="72950"/>
                </a:cubicBezTo>
                <a:cubicBezTo>
                  <a:pt x="91704" y="73072"/>
                  <a:pt x="90701" y="73406"/>
                  <a:pt x="90732" y="73589"/>
                </a:cubicBezTo>
                <a:close/>
                <a:moveTo>
                  <a:pt x="89273" y="73893"/>
                </a:moveTo>
                <a:cubicBezTo>
                  <a:pt x="89577" y="73832"/>
                  <a:pt x="90154" y="73376"/>
                  <a:pt x="90610" y="73133"/>
                </a:cubicBezTo>
                <a:cubicBezTo>
                  <a:pt x="90306" y="72798"/>
                  <a:pt x="89546" y="73497"/>
                  <a:pt x="89273" y="73862"/>
                </a:cubicBezTo>
                <a:close/>
                <a:moveTo>
                  <a:pt x="88999" y="74440"/>
                </a:moveTo>
                <a:lnTo>
                  <a:pt x="88756" y="74561"/>
                </a:lnTo>
                <a:cubicBezTo>
                  <a:pt x="88574" y="74622"/>
                  <a:pt x="88574" y="74500"/>
                  <a:pt x="88300" y="74713"/>
                </a:cubicBezTo>
                <a:cubicBezTo>
                  <a:pt x="88209" y="74774"/>
                  <a:pt x="87783" y="74987"/>
                  <a:pt x="87844" y="75169"/>
                </a:cubicBezTo>
                <a:cubicBezTo>
                  <a:pt x="88087" y="75048"/>
                  <a:pt x="88574" y="74592"/>
                  <a:pt x="88665" y="74713"/>
                </a:cubicBezTo>
                <a:cubicBezTo>
                  <a:pt x="87996" y="75048"/>
                  <a:pt x="88391" y="75078"/>
                  <a:pt x="88239" y="75230"/>
                </a:cubicBezTo>
                <a:cubicBezTo>
                  <a:pt x="87966" y="75321"/>
                  <a:pt x="87692" y="75473"/>
                  <a:pt x="87449" y="75686"/>
                </a:cubicBezTo>
                <a:cubicBezTo>
                  <a:pt x="87662" y="75868"/>
                  <a:pt x="88543" y="75139"/>
                  <a:pt x="88999" y="74956"/>
                </a:cubicBezTo>
                <a:cubicBezTo>
                  <a:pt x="89029" y="75017"/>
                  <a:pt x="88938" y="75108"/>
                  <a:pt x="88938" y="75169"/>
                </a:cubicBezTo>
                <a:cubicBezTo>
                  <a:pt x="89181" y="75078"/>
                  <a:pt x="89425" y="74926"/>
                  <a:pt x="89607" y="74744"/>
                </a:cubicBezTo>
                <a:cubicBezTo>
                  <a:pt x="89637" y="74409"/>
                  <a:pt x="88999" y="75139"/>
                  <a:pt x="89060" y="74744"/>
                </a:cubicBezTo>
                <a:lnTo>
                  <a:pt x="89729" y="74318"/>
                </a:lnTo>
                <a:cubicBezTo>
                  <a:pt x="89729" y="73984"/>
                  <a:pt x="89121" y="74683"/>
                  <a:pt x="88969" y="74561"/>
                </a:cubicBezTo>
                <a:cubicBezTo>
                  <a:pt x="88878" y="74531"/>
                  <a:pt x="88969" y="74470"/>
                  <a:pt x="88999" y="74409"/>
                </a:cubicBezTo>
                <a:cubicBezTo>
                  <a:pt x="89151" y="74349"/>
                  <a:pt x="89090" y="74349"/>
                  <a:pt x="88999" y="74409"/>
                </a:cubicBezTo>
                <a:close/>
                <a:moveTo>
                  <a:pt x="86841" y="75595"/>
                </a:moveTo>
                <a:cubicBezTo>
                  <a:pt x="87540" y="75169"/>
                  <a:pt x="87084" y="75260"/>
                  <a:pt x="87267" y="75108"/>
                </a:cubicBezTo>
                <a:cubicBezTo>
                  <a:pt x="87783" y="74713"/>
                  <a:pt x="88482" y="74500"/>
                  <a:pt x="88878" y="74136"/>
                </a:cubicBezTo>
                <a:cubicBezTo>
                  <a:pt x="88665" y="74257"/>
                  <a:pt x="88665" y="74075"/>
                  <a:pt x="88604" y="73984"/>
                </a:cubicBezTo>
                <a:cubicBezTo>
                  <a:pt x="88087" y="74561"/>
                  <a:pt x="87540" y="74713"/>
                  <a:pt x="86689" y="75352"/>
                </a:cubicBezTo>
                <a:close/>
                <a:moveTo>
                  <a:pt x="83345" y="77966"/>
                </a:moveTo>
                <a:cubicBezTo>
                  <a:pt x="83406" y="78057"/>
                  <a:pt x="83497" y="78057"/>
                  <a:pt x="83589" y="78057"/>
                </a:cubicBezTo>
                <a:cubicBezTo>
                  <a:pt x="83801" y="77935"/>
                  <a:pt x="83923" y="77722"/>
                  <a:pt x="83984" y="77479"/>
                </a:cubicBezTo>
                <a:cubicBezTo>
                  <a:pt x="83710" y="77570"/>
                  <a:pt x="83497" y="77753"/>
                  <a:pt x="83345" y="77966"/>
                </a:cubicBezTo>
                <a:close/>
                <a:moveTo>
                  <a:pt x="82403" y="79546"/>
                </a:moveTo>
                <a:cubicBezTo>
                  <a:pt x="82586" y="79333"/>
                  <a:pt x="83163" y="79029"/>
                  <a:pt x="83072" y="78908"/>
                </a:cubicBezTo>
                <a:cubicBezTo>
                  <a:pt x="82859" y="78938"/>
                  <a:pt x="82282" y="79394"/>
                  <a:pt x="82403" y="79546"/>
                </a:cubicBezTo>
                <a:close/>
                <a:moveTo>
                  <a:pt x="80215" y="82221"/>
                </a:moveTo>
                <a:cubicBezTo>
                  <a:pt x="80519" y="82099"/>
                  <a:pt x="80367" y="82069"/>
                  <a:pt x="80671" y="81795"/>
                </a:cubicBezTo>
                <a:cubicBezTo>
                  <a:pt x="80579" y="81491"/>
                  <a:pt x="79972" y="82099"/>
                  <a:pt x="80215" y="82191"/>
                </a:cubicBezTo>
                <a:close/>
                <a:moveTo>
                  <a:pt x="79637" y="81826"/>
                </a:moveTo>
                <a:cubicBezTo>
                  <a:pt x="79941" y="81613"/>
                  <a:pt x="80640" y="81248"/>
                  <a:pt x="80792" y="80823"/>
                </a:cubicBezTo>
                <a:cubicBezTo>
                  <a:pt x="80519" y="81005"/>
                  <a:pt x="79728" y="81522"/>
                  <a:pt x="79637" y="81795"/>
                </a:cubicBezTo>
                <a:close/>
                <a:moveTo>
                  <a:pt x="76993" y="83467"/>
                </a:moveTo>
                <a:cubicBezTo>
                  <a:pt x="77175" y="83285"/>
                  <a:pt x="77236" y="83498"/>
                  <a:pt x="77510" y="83042"/>
                </a:cubicBezTo>
                <a:lnTo>
                  <a:pt x="77327" y="82920"/>
                </a:lnTo>
                <a:cubicBezTo>
                  <a:pt x="77206" y="83072"/>
                  <a:pt x="76962" y="83315"/>
                  <a:pt x="76993" y="83437"/>
                </a:cubicBezTo>
                <a:close/>
                <a:moveTo>
                  <a:pt x="76415" y="84653"/>
                </a:moveTo>
                <a:cubicBezTo>
                  <a:pt x="76780" y="84257"/>
                  <a:pt x="77206" y="83741"/>
                  <a:pt x="76871" y="83589"/>
                </a:cubicBezTo>
                <a:cubicBezTo>
                  <a:pt x="76810" y="83650"/>
                  <a:pt x="76354" y="83954"/>
                  <a:pt x="76476" y="84075"/>
                </a:cubicBezTo>
                <a:cubicBezTo>
                  <a:pt x="76537" y="84014"/>
                  <a:pt x="76598" y="83954"/>
                  <a:pt x="76628" y="84014"/>
                </a:cubicBezTo>
                <a:cubicBezTo>
                  <a:pt x="76263" y="84318"/>
                  <a:pt x="76446" y="84470"/>
                  <a:pt x="76415" y="84622"/>
                </a:cubicBezTo>
                <a:close/>
                <a:moveTo>
                  <a:pt x="74987" y="86324"/>
                </a:moveTo>
                <a:cubicBezTo>
                  <a:pt x="75230" y="86568"/>
                  <a:pt x="75291" y="85747"/>
                  <a:pt x="75473" y="85504"/>
                </a:cubicBezTo>
                <a:cubicBezTo>
                  <a:pt x="75686" y="85169"/>
                  <a:pt x="76263" y="84713"/>
                  <a:pt x="76172" y="84379"/>
                </a:cubicBezTo>
                <a:cubicBezTo>
                  <a:pt x="75747" y="85017"/>
                  <a:pt x="75047" y="85808"/>
                  <a:pt x="74987" y="86324"/>
                </a:cubicBezTo>
                <a:close/>
                <a:moveTo>
                  <a:pt x="74987" y="87844"/>
                </a:moveTo>
                <a:cubicBezTo>
                  <a:pt x="75139" y="87692"/>
                  <a:pt x="75534" y="87084"/>
                  <a:pt x="75382" y="86993"/>
                </a:cubicBezTo>
                <a:cubicBezTo>
                  <a:pt x="75260" y="87236"/>
                  <a:pt x="74835" y="87723"/>
                  <a:pt x="74987" y="87814"/>
                </a:cubicBezTo>
                <a:close/>
                <a:moveTo>
                  <a:pt x="79151" y="79881"/>
                </a:moveTo>
                <a:cubicBezTo>
                  <a:pt x="79546" y="79516"/>
                  <a:pt x="79728" y="79607"/>
                  <a:pt x="80184" y="79090"/>
                </a:cubicBezTo>
                <a:cubicBezTo>
                  <a:pt x="79972" y="78786"/>
                  <a:pt x="79424" y="79455"/>
                  <a:pt x="79151" y="79881"/>
                </a:cubicBezTo>
                <a:close/>
                <a:moveTo>
                  <a:pt x="77844" y="81127"/>
                </a:moveTo>
                <a:cubicBezTo>
                  <a:pt x="78148" y="80640"/>
                  <a:pt x="78604" y="80671"/>
                  <a:pt x="78695" y="80367"/>
                </a:cubicBezTo>
                <a:cubicBezTo>
                  <a:pt x="78178" y="80762"/>
                  <a:pt x="78300" y="80519"/>
                  <a:pt x="78482" y="80154"/>
                </a:cubicBezTo>
                <a:cubicBezTo>
                  <a:pt x="78148" y="80488"/>
                  <a:pt x="77844" y="80884"/>
                  <a:pt x="77844" y="81096"/>
                </a:cubicBezTo>
                <a:close/>
                <a:moveTo>
                  <a:pt x="76081" y="82191"/>
                </a:moveTo>
                <a:cubicBezTo>
                  <a:pt x="76294" y="82191"/>
                  <a:pt x="76446" y="82434"/>
                  <a:pt x="76810" y="81947"/>
                </a:cubicBezTo>
                <a:cubicBezTo>
                  <a:pt x="76658" y="81704"/>
                  <a:pt x="76354" y="81978"/>
                  <a:pt x="76081" y="82191"/>
                </a:cubicBezTo>
                <a:close/>
                <a:moveTo>
                  <a:pt x="76020" y="82798"/>
                </a:moveTo>
                <a:cubicBezTo>
                  <a:pt x="76658" y="82160"/>
                  <a:pt x="75929" y="83558"/>
                  <a:pt x="76628" y="82677"/>
                </a:cubicBezTo>
                <a:cubicBezTo>
                  <a:pt x="76628" y="82343"/>
                  <a:pt x="76172" y="82373"/>
                  <a:pt x="76020" y="82768"/>
                </a:cubicBezTo>
                <a:close/>
                <a:moveTo>
                  <a:pt x="73680" y="86689"/>
                </a:moveTo>
                <a:cubicBezTo>
                  <a:pt x="73588" y="86872"/>
                  <a:pt x="73497" y="86811"/>
                  <a:pt x="73436" y="86750"/>
                </a:cubicBezTo>
                <a:cubicBezTo>
                  <a:pt x="73285" y="86932"/>
                  <a:pt x="73224" y="87145"/>
                  <a:pt x="73163" y="87388"/>
                </a:cubicBezTo>
                <a:cubicBezTo>
                  <a:pt x="73285" y="87571"/>
                  <a:pt x="73740" y="86872"/>
                  <a:pt x="73680" y="86689"/>
                </a:cubicBezTo>
                <a:close/>
                <a:moveTo>
                  <a:pt x="72281" y="87510"/>
                </a:moveTo>
                <a:cubicBezTo>
                  <a:pt x="72373" y="87510"/>
                  <a:pt x="72494" y="87662"/>
                  <a:pt x="72616" y="87479"/>
                </a:cubicBezTo>
                <a:cubicBezTo>
                  <a:pt x="72464" y="87479"/>
                  <a:pt x="72829" y="87023"/>
                  <a:pt x="72889" y="87023"/>
                </a:cubicBezTo>
                <a:cubicBezTo>
                  <a:pt x="72981" y="87084"/>
                  <a:pt x="72737" y="87449"/>
                  <a:pt x="72920" y="87449"/>
                </a:cubicBezTo>
                <a:cubicBezTo>
                  <a:pt x="73254" y="86659"/>
                  <a:pt x="73649" y="85899"/>
                  <a:pt x="74105" y="85169"/>
                </a:cubicBezTo>
                <a:cubicBezTo>
                  <a:pt x="74379" y="84805"/>
                  <a:pt x="74652" y="84805"/>
                  <a:pt x="74895" y="84470"/>
                </a:cubicBezTo>
                <a:cubicBezTo>
                  <a:pt x="74592" y="84926"/>
                  <a:pt x="74257" y="85838"/>
                  <a:pt x="74531" y="85656"/>
                </a:cubicBezTo>
                <a:cubicBezTo>
                  <a:pt x="74470" y="85230"/>
                  <a:pt x="75169" y="84318"/>
                  <a:pt x="75139" y="84014"/>
                </a:cubicBezTo>
                <a:cubicBezTo>
                  <a:pt x="75139" y="84075"/>
                  <a:pt x="74774" y="84440"/>
                  <a:pt x="74835" y="84227"/>
                </a:cubicBezTo>
                <a:cubicBezTo>
                  <a:pt x="75017" y="84014"/>
                  <a:pt x="75078" y="83528"/>
                  <a:pt x="75321" y="83528"/>
                </a:cubicBezTo>
                <a:cubicBezTo>
                  <a:pt x="75199" y="83710"/>
                  <a:pt x="75017" y="83923"/>
                  <a:pt x="75078" y="83984"/>
                </a:cubicBezTo>
                <a:cubicBezTo>
                  <a:pt x="75291" y="83832"/>
                  <a:pt x="75534" y="83467"/>
                  <a:pt x="75716" y="83437"/>
                </a:cubicBezTo>
                <a:cubicBezTo>
                  <a:pt x="75686" y="83650"/>
                  <a:pt x="75716" y="83680"/>
                  <a:pt x="75990" y="83437"/>
                </a:cubicBezTo>
                <a:cubicBezTo>
                  <a:pt x="75747" y="83406"/>
                  <a:pt x="76294" y="82950"/>
                  <a:pt x="75929" y="82950"/>
                </a:cubicBezTo>
                <a:cubicBezTo>
                  <a:pt x="75686" y="83285"/>
                  <a:pt x="75716" y="83437"/>
                  <a:pt x="75473" y="83437"/>
                </a:cubicBezTo>
                <a:cubicBezTo>
                  <a:pt x="75382" y="83163"/>
                  <a:pt x="75351" y="82890"/>
                  <a:pt x="75291" y="82647"/>
                </a:cubicBezTo>
                <a:cubicBezTo>
                  <a:pt x="75169" y="82829"/>
                  <a:pt x="75017" y="82981"/>
                  <a:pt x="74895" y="83163"/>
                </a:cubicBezTo>
                <a:cubicBezTo>
                  <a:pt x="74895" y="83467"/>
                  <a:pt x="75443" y="82768"/>
                  <a:pt x="75199" y="83224"/>
                </a:cubicBezTo>
                <a:cubicBezTo>
                  <a:pt x="75108" y="83346"/>
                  <a:pt x="74774" y="83832"/>
                  <a:pt x="74744" y="83741"/>
                </a:cubicBezTo>
                <a:cubicBezTo>
                  <a:pt x="74744" y="83741"/>
                  <a:pt x="74987" y="83315"/>
                  <a:pt x="74895" y="83406"/>
                </a:cubicBezTo>
                <a:cubicBezTo>
                  <a:pt x="74561" y="83802"/>
                  <a:pt x="74257" y="84227"/>
                  <a:pt x="73984" y="84683"/>
                </a:cubicBezTo>
                <a:cubicBezTo>
                  <a:pt x="73801" y="84957"/>
                  <a:pt x="73345" y="85443"/>
                  <a:pt x="73528" y="85595"/>
                </a:cubicBezTo>
                <a:cubicBezTo>
                  <a:pt x="73923" y="84865"/>
                  <a:pt x="74227" y="84835"/>
                  <a:pt x="74652" y="84318"/>
                </a:cubicBezTo>
                <a:cubicBezTo>
                  <a:pt x="74531" y="84835"/>
                  <a:pt x="73953" y="85017"/>
                  <a:pt x="73740" y="85321"/>
                </a:cubicBezTo>
                <a:cubicBezTo>
                  <a:pt x="73588" y="85656"/>
                  <a:pt x="73224" y="86537"/>
                  <a:pt x="72950" y="86689"/>
                </a:cubicBezTo>
                <a:cubicBezTo>
                  <a:pt x="72768" y="86598"/>
                  <a:pt x="73588" y="85747"/>
                  <a:pt x="73193" y="85838"/>
                </a:cubicBezTo>
                <a:cubicBezTo>
                  <a:pt x="72920" y="86598"/>
                  <a:pt x="72677" y="86750"/>
                  <a:pt x="72281" y="87510"/>
                </a:cubicBezTo>
                <a:close/>
                <a:moveTo>
                  <a:pt x="72585" y="91157"/>
                </a:moveTo>
                <a:cubicBezTo>
                  <a:pt x="73011" y="91036"/>
                  <a:pt x="73285" y="90641"/>
                  <a:pt x="73285" y="90185"/>
                </a:cubicBezTo>
                <a:cubicBezTo>
                  <a:pt x="73224" y="90306"/>
                  <a:pt x="73133" y="90397"/>
                  <a:pt x="73041" y="90458"/>
                </a:cubicBezTo>
                <a:cubicBezTo>
                  <a:pt x="73072" y="90063"/>
                  <a:pt x="73193" y="89698"/>
                  <a:pt x="73345" y="89334"/>
                </a:cubicBezTo>
                <a:cubicBezTo>
                  <a:pt x="73497" y="89607"/>
                  <a:pt x="73588" y="89151"/>
                  <a:pt x="73740" y="89151"/>
                </a:cubicBezTo>
                <a:cubicBezTo>
                  <a:pt x="74014" y="88665"/>
                  <a:pt x="73892" y="88543"/>
                  <a:pt x="74166" y="88087"/>
                </a:cubicBezTo>
                <a:cubicBezTo>
                  <a:pt x="73923" y="88087"/>
                  <a:pt x="73984" y="88148"/>
                  <a:pt x="73832" y="87935"/>
                </a:cubicBezTo>
                <a:cubicBezTo>
                  <a:pt x="73345" y="88969"/>
                  <a:pt x="72920" y="90063"/>
                  <a:pt x="72585" y="91157"/>
                </a:cubicBezTo>
                <a:close/>
                <a:moveTo>
                  <a:pt x="72160" y="95747"/>
                </a:moveTo>
                <a:cubicBezTo>
                  <a:pt x="72190" y="95170"/>
                  <a:pt x="72190" y="94683"/>
                  <a:pt x="72190" y="94288"/>
                </a:cubicBezTo>
                <a:cubicBezTo>
                  <a:pt x="72373" y="94258"/>
                  <a:pt x="72221" y="94774"/>
                  <a:pt x="72342" y="94805"/>
                </a:cubicBezTo>
                <a:cubicBezTo>
                  <a:pt x="72373" y="94683"/>
                  <a:pt x="72403" y="94470"/>
                  <a:pt x="72464" y="94470"/>
                </a:cubicBezTo>
                <a:lnTo>
                  <a:pt x="72494" y="94166"/>
                </a:lnTo>
                <a:cubicBezTo>
                  <a:pt x="72403" y="94106"/>
                  <a:pt x="72221" y="94197"/>
                  <a:pt x="72251" y="93954"/>
                </a:cubicBezTo>
                <a:cubicBezTo>
                  <a:pt x="72585" y="93771"/>
                  <a:pt x="72312" y="93103"/>
                  <a:pt x="72433" y="92647"/>
                </a:cubicBezTo>
                <a:lnTo>
                  <a:pt x="72646" y="92707"/>
                </a:lnTo>
                <a:cubicBezTo>
                  <a:pt x="72585" y="92008"/>
                  <a:pt x="73254" y="91127"/>
                  <a:pt x="73011" y="90945"/>
                </a:cubicBezTo>
                <a:cubicBezTo>
                  <a:pt x="72889" y="91613"/>
                  <a:pt x="72585" y="92100"/>
                  <a:pt x="72494" y="91644"/>
                </a:cubicBezTo>
                <a:cubicBezTo>
                  <a:pt x="72342" y="92282"/>
                  <a:pt x="72221" y="92829"/>
                  <a:pt x="72373" y="93163"/>
                </a:cubicBezTo>
                <a:cubicBezTo>
                  <a:pt x="72281" y="93984"/>
                  <a:pt x="71643" y="95443"/>
                  <a:pt x="72160" y="95747"/>
                </a:cubicBezTo>
                <a:close/>
                <a:moveTo>
                  <a:pt x="69971" y="98270"/>
                </a:moveTo>
                <a:cubicBezTo>
                  <a:pt x="69911" y="98027"/>
                  <a:pt x="70093" y="97966"/>
                  <a:pt x="69880" y="97875"/>
                </a:cubicBezTo>
                <a:cubicBezTo>
                  <a:pt x="69789" y="97996"/>
                  <a:pt x="69880" y="97996"/>
                  <a:pt x="69759" y="98209"/>
                </a:cubicBezTo>
                <a:close/>
                <a:moveTo>
                  <a:pt x="71066" y="99273"/>
                </a:moveTo>
                <a:cubicBezTo>
                  <a:pt x="71218" y="99091"/>
                  <a:pt x="71278" y="98878"/>
                  <a:pt x="71309" y="98635"/>
                </a:cubicBezTo>
                <a:cubicBezTo>
                  <a:pt x="71126" y="98422"/>
                  <a:pt x="70974" y="99243"/>
                  <a:pt x="71066" y="99273"/>
                </a:cubicBezTo>
                <a:close/>
                <a:moveTo>
                  <a:pt x="71582" y="99668"/>
                </a:moveTo>
                <a:cubicBezTo>
                  <a:pt x="71856" y="98817"/>
                  <a:pt x="71765" y="99881"/>
                  <a:pt x="72008" y="99546"/>
                </a:cubicBezTo>
                <a:cubicBezTo>
                  <a:pt x="72160" y="99060"/>
                  <a:pt x="72251" y="98543"/>
                  <a:pt x="72221" y="98027"/>
                </a:cubicBezTo>
                <a:cubicBezTo>
                  <a:pt x="72190" y="97662"/>
                  <a:pt x="72008" y="98270"/>
                  <a:pt x="71977" y="97844"/>
                </a:cubicBezTo>
                <a:cubicBezTo>
                  <a:pt x="72190" y="97480"/>
                  <a:pt x="72342" y="97084"/>
                  <a:pt x="72373" y="96689"/>
                </a:cubicBezTo>
                <a:cubicBezTo>
                  <a:pt x="72342" y="96446"/>
                  <a:pt x="72221" y="96264"/>
                  <a:pt x="72008" y="96173"/>
                </a:cubicBezTo>
                <a:cubicBezTo>
                  <a:pt x="71977" y="96750"/>
                  <a:pt x="71947" y="97388"/>
                  <a:pt x="72129" y="96811"/>
                </a:cubicBezTo>
                <a:cubicBezTo>
                  <a:pt x="72069" y="97328"/>
                  <a:pt x="71886" y="97601"/>
                  <a:pt x="71826" y="98118"/>
                </a:cubicBezTo>
                <a:cubicBezTo>
                  <a:pt x="72099" y="98513"/>
                  <a:pt x="71552" y="99273"/>
                  <a:pt x="71582" y="99668"/>
                </a:cubicBezTo>
                <a:close/>
                <a:moveTo>
                  <a:pt x="71856" y="99942"/>
                </a:moveTo>
                <a:cubicBezTo>
                  <a:pt x="71765" y="100094"/>
                  <a:pt x="71734" y="99972"/>
                  <a:pt x="71734" y="99881"/>
                </a:cubicBezTo>
                <a:cubicBezTo>
                  <a:pt x="71582" y="100215"/>
                  <a:pt x="71430" y="100033"/>
                  <a:pt x="71248" y="100367"/>
                </a:cubicBezTo>
                <a:cubicBezTo>
                  <a:pt x="71187" y="100671"/>
                  <a:pt x="71947" y="100367"/>
                  <a:pt x="71856" y="99972"/>
                </a:cubicBezTo>
                <a:close/>
                <a:moveTo>
                  <a:pt x="13344" y="110307"/>
                </a:moveTo>
                <a:cubicBezTo>
                  <a:pt x="13253" y="110124"/>
                  <a:pt x="13192" y="109911"/>
                  <a:pt x="13101" y="109911"/>
                </a:cubicBezTo>
                <a:cubicBezTo>
                  <a:pt x="13253" y="110428"/>
                  <a:pt x="12615" y="109668"/>
                  <a:pt x="12949" y="110307"/>
                </a:cubicBezTo>
                <a:cubicBezTo>
                  <a:pt x="13071" y="110428"/>
                  <a:pt x="13101" y="110307"/>
                  <a:pt x="13344" y="110307"/>
                </a:cubicBezTo>
                <a:close/>
                <a:moveTo>
                  <a:pt x="15107" y="116568"/>
                </a:moveTo>
                <a:cubicBezTo>
                  <a:pt x="14712" y="116295"/>
                  <a:pt x="14590" y="116051"/>
                  <a:pt x="14226" y="115899"/>
                </a:cubicBezTo>
                <a:cubicBezTo>
                  <a:pt x="14438" y="116203"/>
                  <a:pt x="14742" y="116446"/>
                  <a:pt x="15107" y="116568"/>
                </a:cubicBezTo>
                <a:close/>
                <a:moveTo>
                  <a:pt x="20426" y="114714"/>
                </a:moveTo>
                <a:cubicBezTo>
                  <a:pt x="20153" y="114805"/>
                  <a:pt x="19849" y="114866"/>
                  <a:pt x="19575" y="114866"/>
                </a:cubicBezTo>
                <a:cubicBezTo>
                  <a:pt x="19606" y="115079"/>
                  <a:pt x="20457" y="114957"/>
                  <a:pt x="20426" y="114744"/>
                </a:cubicBezTo>
                <a:close/>
                <a:moveTo>
                  <a:pt x="22645" y="114045"/>
                </a:moveTo>
                <a:cubicBezTo>
                  <a:pt x="22281" y="114319"/>
                  <a:pt x="21764" y="114167"/>
                  <a:pt x="21460" y="114440"/>
                </a:cubicBezTo>
                <a:cubicBezTo>
                  <a:pt x="21642" y="114471"/>
                  <a:pt x="22828" y="114288"/>
                  <a:pt x="22645" y="114045"/>
                </a:cubicBezTo>
                <a:close/>
                <a:moveTo>
                  <a:pt x="37022" y="109972"/>
                </a:moveTo>
                <a:cubicBezTo>
                  <a:pt x="36870" y="110094"/>
                  <a:pt x="36931" y="110276"/>
                  <a:pt x="36810" y="110398"/>
                </a:cubicBezTo>
                <a:lnTo>
                  <a:pt x="37387" y="110215"/>
                </a:lnTo>
                <a:cubicBezTo>
                  <a:pt x="37357" y="110063"/>
                  <a:pt x="37357" y="109881"/>
                  <a:pt x="37022" y="109972"/>
                </a:cubicBezTo>
                <a:close/>
                <a:moveTo>
                  <a:pt x="44226" y="109334"/>
                </a:moveTo>
                <a:cubicBezTo>
                  <a:pt x="43679" y="109516"/>
                  <a:pt x="43861" y="109121"/>
                  <a:pt x="43132" y="109455"/>
                </a:cubicBezTo>
                <a:cubicBezTo>
                  <a:pt x="43132" y="109668"/>
                  <a:pt x="43679" y="109455"/>
                  <a:pt x="43375" y="109729"/>
                </a:cubicBezTo>
                <a:cubicBezTo>
                  <a:pt x="43679" y="109668"/>
                  <a:pt x="43983" y="109547"/>
                  <a:pt x="44226" y="109334"/>
                </a:cubicBezTo>
                <a:close/>
                <a:moveTo>
                  <a:pt x="46141" y="106902"/>
                </a:moveTo>
                <a:cubicBezTo>
                  <a:pt x="45716" y="107145"/>
                  <a:pt x="45776" y="106902"/>
                  <a:pt x="45503" y="106963"/>
                </a:cubicBezTo>
                <a:cubicBezTo>
                  <a:pt x="45533" y="107176"/>
                  <a:pt x="45868" y="107115"/>
                  <a:pt x="46050" y="107176"/>
                </a:cubicBezTo>
                <a:cubicBezTo>
                  <a:pt x="46080" y="107297"/>
                  <a:pt x="45685" y="107389"/>
                  <a:pt x="45837" y="107510"/>
                </a:cubicBezTo>
                <a:cubicBezTo>
                  <a:pt x="46749" y="107267"/>
                  <a:pt x="46141" y="107267"/>
                  <a:pt x="46172" y="106933"/>
                </a:cubicBezTo>
                <a:close/>
                <a:moveTo>
                  <a:pt x="54652" y="104440"/>
                </a:moveTo>
                <a:cubicBezTo>
                  <a:pt x="54318" y="104501"/>
                  <a:pt x="54044" y="104653"/>
                  <a:pt x="53801" y="104866"/>
                </a:cubicBezTo>
                <a:cubicBezTo>
                  <a:pt x="54348" y="104653"/>
                  <a:pt x="54743" y="104775"/>
                  <a:pt x="54652" y="104440"/>
                </a:cubicBezTo>
                <a:close/>
                <a:moveTo>
                  <a:pt x="58877" y="104531"/>
                </a:moveTo>
                <a:lnTo>
                  <a:pt x="58117" y="104775"/>
                </a:lnTo>
                <a:cubicBezTo>
                  <a:pt x="58087" y="105079"/>
                  <a:pt x="59120" y="104744"/>
                  <a:pt x="58877" y="104531"/>
                </a:cubicBezTo>
                <a:close/>
                <a:moveTo>
                  <a:pt x="59789" y="103133"/>
                </a:moveTo>
                <a:cubicBezTo>
                  <a:pt x="59394" y="103255"/>
                  <a:pt x="58907" y="103376"/>
                  <a:pt x="58938" y="103559"/>
                </a:cubicBezTo>
                <a:cubicBezTo>
                  <a:pt x="59211" y="103407"/>
                  <a:pt x="60002" y="103346"/>
                  <a:pt x="59789" y="103133"/>
                </a:cubicBezTo>
                <a:close/>
                <a:moveTo>
                  <a:pt x="62190" y="102556"/>
                </a:moveTo>
                <a:cubicBezTo>
                  <a:pt x="61673" y="102677"/>
                  <a:pt x="61005" y="103103"/>
                  <a:pt x="61400" y="103103"/>
                </a:cubicBezTo>
                <a:cubicBezTo>
                  <a:pt x="61430" y="103012"/>
                  <a:pt x="62585" y="102860"/>
                  <a:pt x="62190" y="102556"/>
                </a:cubicBezTo>
                <a:close/>
                <a:moveTo>
                  <a:pt x="65898" y="102404"/>
                </a:moveTo>
                <a:cubicBezTo>
                  <a:pt x="65716" y="102252"/>
                  <a:pt x="65351" y="102282"/>
                  <a:pt x="64774" y="102495"/>
                </a:cubicBezTo>
                <a:cubicBezTo>
                  <a:pt x="64622" y="102920"/>
                  <a:pt x="65351" y="102586"/>
                  <a:pt x="65898" y="102404"/>
                </a:cubicBezTo>
                <a:close/>
                <a:moveTo>
                  <a:pt x="68148" y="100154"/>
                </a:moveTo>
                <a:cubicBezTo>
                  <a:pt x="67783" y="100094"/>
                  <a:pt x="67327" y="100458"/>
                  <a:pt x="66780" y="100428"/>
                </a:cubicBezTo>
                <a:cubicBezTo>
                  <a:pt x="66719" y="100641"/>
                  <a:pt x="67053" y="100428"/>
                  <a:pt x="67236" y="100428"/>
                </a:cubicBezTo>
                <a:cubicBezTo>
                  <a:pt x="67570" y="100398"/>
                  <a:pt x="68148" y="100458"/>
                  <a:pt x="68148" y="100154"/>
                </a:cubicBezTo>
                <a:close/>
                <a:moveTo>
                  <a:pt x="70610" y="101036"/>
                </a:moveTo>
                <a:cubicBezTo>
                  <a:pt x="70306" y="101309"/>
                  <a:pt x="70063" y="101644"/>
                  <a:pt x="69880" y="102039"/>
                </a:cubicBezTo>
                <a:cubicBezTo>
                  <a:pt x="70215" y="101857"/>
                  <a:pt x="70853" y="101674"/>
                  <a:pt x="70914" y="101340"/>
                </a:cubicBezTo>
                <a:cubicBezTo>
                  <a:pt x="70640" y="101522"/>
                  <a:pt x="70549" y="101127"/>
                  <a:pt x="70610" y="101036"/>
                </a:cubicBezTo>
                <a:close/>
                <a:moveTo>
                  <a:pt x="67661" y="102768"/>
                </a:moveTo>
                <a:cubicBezTo>
                  <a:pt x="67661" y="103042"/>
                  <a:pt x="68482" y="102556"/>
                  <a:pt x="68847" y="102495"/>
                </a:cubicBezTo>
                <a:cubicBezTo>
                  <a:pt x="68999" y="102373"/>
                  <a:pt x="69151" y="102282"/>
                  <a:pt x="69333" y="102221"/>
                </a:cubicBezTo>
                <a:cubicBezTo>
                  <a:pt x="69333" y="102404"/>
                  <a:pt x="69515" y="102434"/>
                  <a:pt x="69819" y="102221"/>
                </a:cubicBezTo>
                <a:cubicBezTo>
                  <a:pt x="69819" y="101978"/>
                  <a:pt x="69424" y="102252"/>
                  <a:pt x="69424" y="102009"/>
                </a:cubicBezTo>
                <a:cubicBezTo>
                  <a:pt x="69911" y="101857"/>
                  <a:pt x="69880" y="101644"/>
                  <a:pt x="70002" y="101461"/>
                </a:cubicBezTo>
                <a:cubicBezTo>
                  <a:pt x="69667" y="101735"/>
                  <a:pt x="69303" y="101978"/>
                  <a:pt x="68938" y="102221"/>
                </a:cubicBezTo>
                <a:cubicBezTo>
                  <a:pt x="68543" y="102464"/>
                  <a:pt x="68087" y="102647"/>
                  <a:pt x="67631" y="102768"/>
                </a:cubicBezTo>
                <a:close/>
                <a:moveTo>
                  <a:pt x="59789" y="105322"/>
                </a:moveTo>
                <a:cubicBezTo>
                  <a:pt x="59880" y="105291"/>
                  <a:pt x="59971" y="105322"/>
                  <a:pt x="59971" y="105413"/>
                </a:cubicBezTo>
                <a:cubicBezTo>
                  <a:pt x="60184" y="105291"/>
                  <a:pt x="60427" y="105200"/>
                  <a:pt x="60701" y="105170"/>
                </a:cubicBezTo>
                <a:cubicBezTo>
                  <a:pt x="60792" y="104927"/>
                  <a:pt x="59667" y="105322"/>
                  <a:pt x="59789" y="105322"/>
                </a:cubicBezTo>
                <a:close/>
                <a:moveTo>
                  <a:pt x="56992" y="106386"/>
                </a:moveTo>
                <a:cubicBezTo>
                  <a:pt x="57327" y="106294"/>
                  <a:pt x="57540" y="106173"/>
                  <a:pt x="57540" y="106051"/>
                </a:cubicBezTo>
                <a:cubicBezTo>
                  <a:pt x="57327" y="106082"/>
                  <a:pt x="57144" y="106112"/>
                  <a:pt x="56932" y="106173"/>
                </a:cubicBezTo>
                <a:close/>
                <a:moveTo>
                  <a:pt x="55929" y="106659"/>
                </a:moveTo>
                <a:cubicBezTo>
                  <a:pt x="56202" y="106902"/>
                  <a:pt x="56628" y="106963"/>
                  <a:pt x="56932" y="106750"/>
                </a:cubicBezTo>
                <a:cubicBezTo>
                  <a:pt x="57023" y="106477"/>
                  <a:pt x="56719" y="106689"/>
                  <a:pt x="56567" y="106598"/>
                </a:cubicBezTo>
                <a:cubicBezTo>
                  <a:pt x="56567" y="106598"/>
                  <a:pt x="56749" y="106416"/>
                  <a:pt x="56536" y="106477"/>
                </a:cubicBezTo>
                <a:close/>
                <a:moveTo>
                  <a:pt x="46111" y="110215"/>
                </a:moveTo>
                <a:cubicBezTo>
                  <a:pt x="46415" y="110155"/>
                  <a:pt x="46719" y="110003"/>
                  <a:pt x="46962" y="109790"/>
                </a:cubicBezTo>
                <a:cubicBezTo>
                  <a:pt x="46506" y="109942"/>
                  <a:pt x="46445" y="109790"/>
                  <a:pt x="46020" y="109942"/>
                </a:cubicBezTo>
                <a:close/>
                <a:moveTo>
                  <a:pt x="6809" y="94349"/>
                </a:moveTo>
                <a:cubicBezTo>
                  <a:pt x="6931" y="94258"/>
                  <a:pt x="7052" y="94653"/>
                  <a:pt x="7204" y="95048"/>
                </a:cubicBezTo>
                <a:cubicBezTo>
                  <a:pt x="7143" y="94744"/>
                  <a:pt x="7356" y="94835"/>
                  <a:pt x="7235" y="94440"/>
                </a:cubicBezTo>
                <a:cubicBezTo>
                  <a:pt x="7143" y="94379"/>
                  <a:pt x="6688" y="93741"/>
                  <a:pt x="6809" y="94349"/>
                </a:cubicBezTo>
                <a:close/>
                <a:moveTo>
                  <a:pt x="6262" y="91036"/>
                </a:moveTo>
                <a:cubicBezTo>
                  <a:pt x="6262" y="91157"/>
                  <a:pt x="6232" y="91218"/>
                  <a:pt x="6140" y="91188"/>
                </a:cubicBezTo>
                <a:cubicBezTo>
                  <a:pt x="6140" y="91704"/>
                  <a:pt x="6323" y="91674"/>
                  <a:pt x="6444" y="91948"/>
                </a:cubicBezTo>
                <a:cubicBezTo>
                  <a:pt x="6353" y="91674"/>
                  <a:pt x="6414" y="91036"/>
                  <a:pt x="6262" y="91036"/>
                </a:cubicBezTo>
                <a:close/>
                <a:moveTo>
                  <a:pt x="51916" y="36901"/>
                </a:moveTo>
                <a:cubicBezTo>
                  <a:pt x="51612" y="37175"/>
                  <a:pt x="51217" y="37053"/>
                  <a:pt x="51126" y="37418"/>
                </a:cubicBezTo>
                <a:cubicBezTo>
                  <a:pt x="51278" y="37357"/>
                  <a:pt x="51856" y="37205"/>
                  <a:pt x="51916" y="36901"/>
                </a:cubicBezTo>
                <a:close/>
                <a:moveTo>
                  <a:pt x="54044" y="35898"/>
                </a:moveTo>
                <a:cubicBezTo>
                  <a:pt x="53831" y="36050"/>
                  <a:pt x="53710" y="36050"/>
                  <a:pt x="53679" y="35898"/>
                </a:cubicBezTo>
                <a:cubicBezTo>
                  <a:pt x="53254" y="36172"/>
                  <a:pt x="53284" y="36324"/>
                  <a:pt x="52859" y="36597"/>
                </a:cubicBezTo>
                <a:cubicBezTo>
                  <a:pt x="52889" y="36719"/>
                  <a:pt x="53618" y="36384"/>
                  <a:pt x="53740" y="36263"/>
                </a:cubicBezTo>
                <a:cubicBezTo>
                  <a:pt x="53801" y="36202"/>
                  <a:pt x="53618" y="36141"/>
                  <a:pt x="53801" y="36050"/>
                </a:cubicBezTo>
                <a:cubicBezTo>
                  <a:pt x="53862" y="36172"/>
                  <a:pt x="54287" y="36020"/>
                  <a:pt x="54044" y="35898"/>
                </a:cubicBezTo>
                <a:close/>
                <a:moveTo>
                  <a:pt x="55959" y="33953"/>
                </a:moveTo>
                <a:cubicBezTo>
                  <a:pt x="55898" y="33770"/>
                  <a:pt x="55138" y="34226"/>
                  <a:pt x="55138" y="34409"/>
                </a:cubicBezTo>
                <a:cubicBezTo>
                  <a:pt x="55412" y="34287"/>
                  <a:pt x="55685" y="34135"/>
                  <a:pt x="55929" y="33953"/>
                </a:cubicBezTo>
                <a:close/>
                <a:moveTo>
                  <a:pt x="92464" y="7691"/>
                </a:moveTo>
                <a:cubicBezTo>
                  <a:pt x="92464" y="8329"/>
                  <a:pt x="92738" y="7752"/>
                  <a:pt x="92647" y="7265"/>
                </a:cubicBezTo>
                <a:close/>
                <a:moveTo>
                  <a:pt x="89333" y="9879"/>
                </a:moveTo>
                <a:cubicBezTo>
                  <a:pt x="89303" y="10153"/>
                  <a:pt x="89637" y="9910"/>
                  <a:pt x="89972" y="9727"/>
                </a:cubicBezTo>
                <a:cubicBezTo>
                  <a:pt x="90063" y="9332"/>
                  <a:pt x="89668" y="9636"/>
                  <a:pt x="89303" y="9849"/>
                </a:cubicBezTo>
                <a:close/>
                <a:moveTo>
                  <a:pt x="87358" y="4834"/>
                </a:moveTo>
                <a:cubicBezTo>
                  <a:pt x="87662" y="4773"/>
                  <a:pt x="87327" y="5411"/>
                  <a:pt x="88057" y="4894"/>
                </a:cubicBezTo>
                <a:cubicBezTo>
                  <a:pt x="88239" y="4682"/>
                  <a:pt x="88361" y="4469"/>
                  <a:pt x="88270" y="4347"/>
                </a:cubicBezTo>
                <a:cubicBezTo>
                  <a:pt x="87844" y="4621"/>
                  <a:pt x="87753" y="4560"/>
                  <a:pt x="87358" y="4834"/>
                </a:cubicBezTo>
                <a:close/>
                <a:moveTo>
                  <a:pt x="82038" y="8177"/>
                </a:moveTo>
                <a:cubicBezTo>
                  <a:pt x="82069" y="8329"/>
                  <a:pt x="82282" y="8177"/>
                  <a:pt x="82434" y="8177"/>
                </a:cubicBezTo>
                <a:cubicBezTo>
                  <a:pt x="82434" y="8390"/>
                  <a:pt x="82342" y="8663"/>
                  <a:pt x="82859" y="8299"/>
                </a:cubicBezTo>
                <a:cubicBezTo>
                  <a:pt x="82829" y="8208"/>
                  <a:pt x="82738" y="8208"/>
                  <a:pt x="82616" y="8208"/>
                </a:cubicBezTo>
                <a:cubicBezTo>
                  <a:pt x="82920" y="8025"/>
                  <a:pt x="83011" y="7873"/>
                  <a:pt x="82920" y="7782"/>
                </a:cubicBezTo>
                <a:cubicBezTo>
                  <a:pt x="82646" y="7964"/>
                  <a:pt x="82342" y="8116"/>
                  <a:pt x="82038" y="8177"/>
                </a:cubicBezTo>
                <a:close/>
                <a:moveTo>
                  <a:pt x="85048" y="13922"/>
                </a:moveTo>
                <a:cubicBezTo>
                  <a:pt x="85382" y="13618"/>
                  <a:pt x="86324" y="13223"/>
                  <a:pt x="86142" y="13010"/>
                </a:cubicBezTo>
                <a:cubicBezTo>
                  <a:pt x="85929" y="12919"/>
                  <a:pt x="86020" y="13284"/>
                  <a:pt x="85656" y="13436"/>
                </a:cubicBezTo>
                <a:cubicBezTo>
                  <a:pt x="85595" y="13375"/>
                  <a:pt x="85534" y="13314"/>
                  <a:pt x="85321" y="13496"/>
                </a:cubicBezTo>
                <a:cubicBezTo>
                  <a:pt x="85656" y="13557"/>
                  <a:pt x="84896" y="13800"/>
                  <a:pt x="85048" y="13922"/>
                </a:cubicBezTo>
                <a:close/>
                <a:moveTo>
                  <a:pt x="81157" y="9423"/>
                </a:moveTo>
                <a:cubicBezTo>
                  <a:pt x="81461" y="9211"/>
                  <a:pt x="81917" y="8755"/>
                  <a:pt x="81643" y="8694"/>
                </a:cubicBezTo>
                <a:cubicBezTo>
                  <a:pt x="81157" y="9059"/>
                  <a:pt x="81096" y="9575"/>
                  <a:pt x="80428" y="9758"/>
                </a:cubicBezTo>
                <a:cubicBezTo>
                  <a:pt x="80397" y="9971"/>
                  <a:pt x="80914" y="9606"/>
                  <a:pt x="81157" y="9423"/>
                </a:cubicBezTo>
                <a:close/>
                <a:moveTo>
                  <a:pt x="79759" y="10761"/>
                </a:moveTo>
                <a:cubicBezTo>
                  <a:pt x="79880" y="10518"/>
                  <a:pt x="80336" y="10214"/>
                  <a:pt x="80215" y="10001"/>
                </a:cubicBezTo>
                <a:cubicBezTo>
                  <a:pt x="79546" y="10305"/>
                  <a:pt x="79120" y="11065"/>
                  <a:pt x="79759" y="10761"/>
                </a:cubicBezTo>
                <a:close/>
                <a:moveTo>
                  <a:pt x="75017" y="20761"/>
                </a:moveTo>
                <a:cubicBezTo>
                  <a:pt x="74713" y="20974"/>
                  <a:pt x="74652" y="20731"/>
                  <a:pt x="74257" y="21035"/>
                </a:cubicBezTo>
                <a:cubicBezTo>
                  <a:pt x="74288" y="21247"/>
                  <a:pt x="74987" y="20974"/>
                  <a:pt x="75017" y="20761"/>
                </a:cubicBezTo>
                <a:close/>
                <a:moveTo>
                  <a:pt x="64470" y="25989"/>
                </a:moveTo>
                <a:lnTo>
                  <a:pt x="64318" y="25776"/>
                </a:lnTo>
                <a:lnTo>
                  <a:pt x="63923" y="26050"/>
                </a:lnTo>
                <a:cubicBezTo>
                  <a:pt x="63983" y="26232"/>
                  <a:pt x="64135" y="26263"/>
                  <a:pt x="64470" y="25989"/>
                </a:cubicBezTo>
                <a:close/>
                <a:moveTo>
                  <a:pt x="48907" y="38056"/>
                </a:moveTo>
                <a:cubicBezTo>
                  <a:pt x="49272" y="37813"/>
                  <a:pt x="50062" y="37114"/>
                  <a:pt x="49819" y="37205"/>
                </a:cubicBezTo>
                <a:cubicBezTo>
                  <a:pt x="49606" y="37418"/>
                  <a:pt x="48603" y="38178"/>
                  <a:pt x="48907" y="38056"/>
                </a:cubicBezTo>
                <a:close/>
                <a:moveTo>
                  <a:pt x="46992" y="38907"/>
                </a:moveTo>
                <a:cubicBezTo>
                  <a:pt x="47327" y="38694"/>
                  <a:pt x="47418" y="38907"/>
                  <a:pt x="47874" y="38512"/>
                </a:cubicBezTo>
                <a:cubicBezTo>
                  <a:pt x="47783" y="38390"/>
                  <a:pt x="47114" y="38603"/>
                  <a:pt x="47023" y="38907"/>
                </a:cubicBezTo>
                <a:close/>
                <a:moveTo>
                  <a:pt x="46475" y="40549"/>
                </a:moveTo>
                <a:cubicBezTo>
                  <a:pt x="46354" y="40305"/>
                  <a:pt x="45716" y="41065"/>
                  <a:pt x="45624" y="41217"/>
                </a:cubicBezTo>
                <a:cubicBezTo>
                  <a:pt x="45898" y="41035"/>
                  <a:pt x="46324" y="40852"/>
                  <a:pt x="46475" y="40549"/>
                </a:cubicBezTo>
                <a:close/>
                <a:moveTo>
                  <a:pt x="41491" y="43527"/>
                </a:moveTo>
                <a:cubicBezTo>
                  <a:pt x="41795" y="43223"/>
                  <a:pt x="41825" y="43467"/>
                  <a:pt x="41977" y="43406"/>
                </a:cubicBezTo>
                <a:cubicBezTo>
                  <a:pt x="42402" y="43163"/>
                  <a:pt x="42737" y="42828"/>
                  <a:pt x="43010" y="42433"/>
                </a:cubicBezTo>
                <a:cubicBezTo>
                  <a:pt x="43102" y="42494"/>
                  <a:pt x="43345" y="42281"/>
                  <a:pt x="43466" y="42251"/>
                </a:cubicBezTo>
                <a:cubicBezTo>
                  <a:pt x="43983" y="41552"/>
                  <a:pt x="45017" y="40883"/>
                  <a:pt x="45776" y="40397"/>
                </a:cubicBezTo>
                <a:cubicBezTo>
                  <a:pt x="45594" y="40397"/>
                  <a:pt x="46445" y="39819"/>
                  <a:pt x="45928" y="40093"/>
                </a:cubicBezTo>
                <a:cubicBezTo>
                  <a:pt x="45685" y="40245"/>
                  <a:pt x="45716" y="40366"/>
                  <a:pt x="45472" y="40518"/>
                </a:cubicBezTo>
                <a:cubicBezTo>
                  <a:pt x="45351" y="40427"/>
                  <a:pt x="44865" y="40701"/>
                  <a:pt x="44591" y="40883"/>
                </a:cubicBezTo>
                <a:cubicBezTo>
                  <a:pt x="44317" y="41035"/>
                  <a:pt x="44317" y="41187"/>
                  <a:pt x="44013" y="41400"/>
                </a:cubicBezTo>
                <a:cubicBezTo>
                  <a:pt x="43709" y="41643"/>
                  <a:pt x="43223" y="41856"/>
                  <a:pt x="42919" y="42068"/>
                </a:cubicBezTo>
                <a:cubicBezTo>
                  <a:pt x="42767" y="42190"/>
                  <a:pt x="42828" y="42251"/>
                  <a:pt x="42615" y="42403"/>
                </a:cubicBezTo>
                <a:cubicBezTo>
                  <a:pt x="42250" y="42646"/>
                  <a:pt x="41339" y="43284"/>
                  <a:pt x="41491" y="43527"/>
                </a:cubicBezTo>
                <a:close/>
                <a:moveTo>
                  <a:pt x="26809" y="55442"/>
                </a:moveTo>
                <a:cubicBezTo>
                  <a:pt x="27113" y="55230"/>
                  <a:pt x="27509" y="55138"/>
                  <a:pt x="27782" y="54926"/>
                </a:cubicBezTo>
                <a:cubicBezTo>
                  <a:pt x="28086" y="54713"/>
                  <a:pt x="28086" y="54561"/>
                  <a:pt x="28329" y="54348"/>
                </a:cubicBezTo>
                <a:cubicBezTo>
                  <a:pt x="28451" y="54227"/>
                  <a:pt x="28451" y="54318"/>
                  <a:pt x="28481" y="54287"/>
                </a:cubicBezTo>
                <a:cubicBezTo>
                  <a:pt x="28542" y="54257"/>
                  <a:pt x="28572" y="54196"/>
                  <a:pt x="28572" y="54135"/>
                </a:cubicBezTo>
                <a:cubicBezTo>
                  <a:pt x="29180" y="53619"/>
                  <a:pt x="29484" y="53315"/>
                  <a:pt x="29515" y="53041"/>
                </a:cubicBezTo>
                <a:cubicBezTo>
                  <a:pt x="28998" y="53345"/>
                  <a:pt x="28420" y="54044"/>
                  <a:pt x="27752" y="54622"/>
                </a:cubicBezTo>
                <a:cubicBezTo>
                  <a:pt x="27417" y="54895"/>
                  <a:pt x="26749" y="55108"/>
                  <a:pt x="26809" y="55442"/>
                </a:cubicBezTo>
                <a:close/>
                <a:moveTo>
                  <a:pt x="11551" y="71248"/>
                </a:moveTo>
                <a:cubicBezTo>
                  <a:pt x="11855" y="71066"/>
                  <a:pt x="12128" y="70975"/>
                  <a:pt x="12280" y="70671"/>
                </a:cubicBezTo>
                <a:cubicBezTo>
                  <a:pt x="12250" y="70397"/>
                  <a:pt x="11368" y="71187"/>
                  <a:pt x="11551" y="71248"/>
                </a:cubicBezTo>
                <a:close/>
                <a:moveTo>
                  <a:pt x="13435" y="69120"/>
                </a:moveTo>
                <a:cubicBezTo>
                  <a:pt x="12919" y="69364"/>
                  <a:pt x="13162" y="69759"/>
                  <a:pt x="13405" y="69607"/>
                </a:cubicBezTo>
                <a:cubicBezTo>
                  <a:pt x="13192" y="69485"/>
                  <a:pt x="13800" y="69181"/>
                  <a:pt x="13466" y="69120"/>
                </a:cubicBezTo>
                <a:close/>
                <a:moveTo>
                  <a:pt x="12645" y="69333"/>
                </a:moveTo>
                <a:cubicBezTo>
                  <a:pt x="12949" y="69120"/>
                  <a:pt x="13010" y="69333"/>
                  <a:pt x="13375" y="68999"/>
                </a:cubicBezTo>
                <a:cubicBezTo>
                  <a:pt x="13891" y="68361"/>
                  <a:pt x="12645" y="68877"/>
                  <a:pt x="12645" y="69333"/>
                </a:cubicBezTo>
                <a:close/>
                <a:moveTo>
                  <a:pt x="26718" y="55868"/>
                </a:moveTo>
                <a:cubicBezTo>
                  <a:pt x="26627" y="55686"/>
                  <a:pt x="26323" y="55898"/>
                  <a:pt x="26232" y="55716"/>
                </a:cubicBezTo>
                <a:cubicBezTo>
                  <a:pt x="26323" y="55625"/>
                  <a:pt x="26475" y="55534"/>
                  <a:pt x="26414" y="55473"/>
                </a:cubicBezTo>
                <a:cubicBezTo>
                  <a:pt x="25806" y="56020"/>
                  <a:pt x="25958" y="56445"/>
                  <a:pt x="26718" y="55868"/>
                </a:cubicBezTo>
                <a:close/>
                <a:moveTo>
                  <a:pt x="17812" y="58816"/>
                </a:moveTo>
                <a:cubicBezTo>
                  <a:pt x="18207" y="58604"/>
                  <a:pt x="18542" y="58330"/>
                  <a:pt x="18755" y="57965"/>
                </a:cubicBezTo>
                <a:cubicBezTo>
                  <a:pt x="18299" y="58360"/>
                  <a:pt x="17904" y="58421"/>
                  <a:pt x="17812" y="58816"/>
                </a:cubicBezTo>
                <a:close/>
                <a:moveTo>
                  <a:pt x="14621" y="61552"/>
                </a:moveTo>
                <a:cubicBezTo>
                  <a:pt x="14986" y="61066"/>
                  <a:pt x="15107" y="61248"/>
                  <a:pt x="15563" y="60974"/>
                </a:cubicBezTo>
                <a:cubicBezTo>
                  <a:pt x="15472" y="60822"/>
                  <a:pt x="15654" y="60610"/>
                  <a:pt x="15350" y="60701"/>
                </a:cubicBezTo>
                <a:cubicBezTo>
                  <a:pt x="15198" y="60944"/>
                  <a:pt x="14438" y="61370"/>
                  <a:pt x="14621" y="61552"/>
                </a:cubicBezTo>
                <a:close/>
                <a:moveTo>
                  <a:pt x="7782" y="67266"/>
                </a:moveTo>
                <a:cubicBezTo>
                  <a:pt x="7995" y="67206"/>
                  <a:pt x="8450" y="66871"/>
                  <a:pt x="8359" y="66719"/>
                </a:cubicBezTo>
                <a:cubicBezTo>
                  <a:pt x="8147" y="66780"/>
                  <a:pt x="7691" y="67114"/>
                  <a:pt x="7782" y="67266"/>
                </a:cubicBezTo>
                <a:close/>
                <a:moveTo>
                  <a:pt x="10578" y="69728"/>
                </a:moveTo>
                <a:cubicBezTo>
                  <a:pt x="11095" y="69485"/>
                  <a:pt x="11125" y="69272"/>
                  <a:pt x="11520" y="68877"/>
                </a:cubicBezTo>
                <a:cubicBezTo>
                  <a:pt x="11581" y="69181"/>
                  <a:pt x="12007" y="68573"/>
                  <a:pt x="12037" y="68543"/>
                </a:cubicBezTo>
                <a:cubicBezTo>
                  <a:pt x="12311" y="68361"/>
                  <a:pt x="12493" y="68452"/>
                  <a:pt x="12797" y="68209"/>
                </a:cubicBezTo>
                <a:cubicBezTo>
                  <a:pt x="12523" y="68057"/>
                  <a:pt x="13375" y="67570"/>
                  <a:pt x="13314" y="67358"/>
                </a:cubicBezTo>
                <a:cubicBezTo>
                  <a:pt x="13527" y="67206"/>
                  <a:pt x="13891" y="66810"/>
                  <a:pt x="13891" y="67084"/>
                </a:cubicBezTo>
                <a:cubicBezTo>
                  <a:pt x="13527" y="67418"/>
                  <a:pt x="13283" y="67358"/>
                  <a:pt x="13314" y="67631"/>
                </a:cubicBezTo>
                <a:cubicBezTo>
                  <a:pt x="13557" y="67509"/>
                  <a:pt x="13770" y="67388"/>
                  <a:pt x="13952" y="67175"/>
                </a:cubicBezTo>
                <a:cubicBezTo>
                  <a:pt x="14165" y="66993"/>
                  <a:pt x="14682" y="65990"/>
                  <a:pt x="14986" y="66202"/>
                </a:cubicBezTo>
                <a:cubicBezTo>
                  <a:pt x="14894" y="66263"/>
                  <a:pt x="14864" y="66354"/>
                  <a:pt x="15016" y="66263"/>
                </a:cubicBezTo>
                <a:cubicBezTo>
                  <a:pt x="15046" y="65959"/>
                  <a:pt x="15928" y="65929"/>
                  <a:pt x="15837" y="65534"/>
                </a:cubicBezTo>
                <a:cubicBezTo>
                  <a:pt x="15685" y="65534"/>
                  <a:pt x="15350" y="65899"/>
                  <a:pt x="15259" y="65807"/>
                </a:cubicBezTo>
                <a:cubicBezTo>
                  <a:pt x="15837" y="65321"/>
                  <a:pt x="16414" y="65139"/>
                  <a:pt x="16566" y="64652"/>
                </a:cubicBezTo>
                <a:cubicBezTo>
                  <a:pt x="16657" y="64591"/>
                  <a:pt x="16870" y="64652"/>
                  <a:pt x="16931" y="64622"/>
                </a:cubicBezTo>
                <a:cubicBezTo>
                  <a:pt x="17052" y="64561"/>
                  <a:pt x="17691" y="63984"/>
                  <a:pt x="17782" y="63953"/>
                </a:cubicBezTo>
                <a:cubicBezTo>
                  <a:pt x="17812" y="63953"/>
                  <a:pt x="17873" y="64075"/>
                  <a:pt x="17873" y="64075"/>
                </a:cubicBezTo>
                <a:cubicBezTo>
                  <a:pt x="18116" y="63892"/>
                  <a:pt x="18299" y="63558"/>
                  <a:pt x="18572" y="63406"/>
                </a:cubicBezTo>
                <a:cubicBezTo>
                  <a:pt x="18633" y="63467"/>
                  <a:pt x="18663" y="63588"/>
                  <a:pt x="18815" y="63497"/>
                </a:cubicBezTo>
                <a:cubicBezTo>
                  <a:pt x="18998" y="63163"/>
                  <a:pt x="18663" y="63315"/>
                  <a:pt x="18481" y="63315"/>
                </a:cubicBezTo>
                <a:cubicBezTo>
                  <a:pt x="18937" y="62859"/>
                  <a:pt x="18451" y="62981"/>
                  <a:pt x="19028" y="62433"/>
                </a:cubicBezTo>
                <a:cubicBezTo>
                  <a:pt x="19241" y="62251"/>
                  <a:pt x="19271" y="62464"/>
                  <a:pt x="19575" y="62160"/>
                </a:cubicBezTo>
                <a:cubicBezTo>
                  <a:pt x="19575" y="62008"/>
                  <a:pt x="19849" y="61795"/>
                  <a:pt x="20001" y="61674"/>
                </a:cubicBezTo>
                <a:cubicBezTo>
                  <a:pt x="20761" y="60974"/>
                  <a:pt x="21551" y="60336"/>
                  <a:pt x="22432" y="59759"/>
                </a:cubicBezTo>
                <a:cubicBezTo>
                  <a:pt x="22463" y="59515"/>
                  <a:pt x="22584" y="59333"/>
                  <a:pt x="22797" y="59211"/>
                </a:cubicBezTo>
                <a:cubicBezTo>
                  <a:pt x="24074" y="58117"/>
                  <a:pt x="24651" y="57600"/>
                  <a:pt x="26019" y="56476"/>
                </a:cubicBezTo>
                <a:cubicBezTo>
                  <a:pt x="25806" y="55990"/>
                  <a:pt x="25016" y="57084"/>
                  <a:pt x="24591" y="57418"/>
                </a:cubicBezTo>
                <a:cubicBezTo>
                  <a:pt x="23831" y="58026"/>
                  <a:pt x="23071" y="58482"/>
                  <a:pt x="22432" y="58968"/>
                </a:cubicBezTo>
                <a:cubicBezTo>
                  <a:pt x="22493" y="59059"/>
                  <a:pt x="22432" y="59181"/>
                  <a:pt x="22311" y="59333"/>
                </a:cubicBezTo>
                <a:cubicBezTo>
                  <a:pt x="21156" y="60063"/>
                  <a:pt x="20730" y="60640"/>
                  <a:pt x="19818" y="61491"/>
                </a:cubicBezTo>
                <a:cubicBezTo>
                  <a:pt x="19666" y="61430"/>
                  <a:pt x="20031" y="61035"/>
                  <a:pt x="19575" y="61430"/>
                </a:cubicBezTo>
                <a:cubicBezTo>
                  <a:pt x="19515" y="61643"/>
                  <a:pt x="19211" y="61917"/>
                  <a:pt x="19150" y="62129"/>
                </a:cubicBezTo>
                <a:cubicBezTo>
                  <a:pt x="18207" y="62798"/>
                  <a:pt x="17448" y="63619"/>
                  <a:pt x="16900" y="63832"/>
                </a:cubicBezTo>
                <a:cubicBezTo>
                  <a:pt x="16536" y="64288"/>
                  <a:pt x="16080" y="64652"/>
                  <a:pt x="15563" y="64895"/>
                </a:cubicBezTo>
                <a:cubicBezTo>
                  <a:pt x="15928" y="65047"/>
                  <a:pt x="15046" y="65503"/>
                  <a:pt x="14864" y="65807"/>
                </a:cubicBezTo>
                <a:cubicBezTo>
                  <a:pt x="14834" y="65655"/>
                  <a:pt x="15138" y="65412"/>
                  <a:pt x="15077" y="65291"/>
                </a:cubicBezTo>
                <a:cubicBezTo>
                  <a:pt x="14742" y="65716"/>
                  <a:pt x="14469" y="65747"/>
                  <a:pt x="13982" y="66172"/>
                </a:cubicBezTo>
                <a:cubicBezTo>
                  <a:pt x="13952" y="66537"/>
                  <a:pt x="14530" y="65777"/>
                  <a:pt x="14590" y="65929"/>
                </a:cubicBezTo>
                <a:cubicBezTo>
                  <a:pt x="14651" y="66202"/>
                  <a:pt x="13982" y="66385"/>
                  <a:pt x="13527" y="66871"/>
                </a:cubicBezTo>
                <a:cubicBezTo>
                  <a:pt x="13557" y="66962"/>
                  <a:pt x="13587" y="67023"/>
                  <a:pt x="13375" y="67175"/>
                </a:cubicBezTo>
                <a:cubicBezTo>
                  <a:pt x="13466" y="66810"/>
                  <a:pt x="13283" y="67175"/>
                  <a:pt x="12949" y="67418"/>
                </a:cubicBezTo>
                <a:cubicBezTo>
                  <a:pt x="12432" y="67783"/>
                  <a:pt x="12037" y="68087"/>
                  <a:pt x="11946" y="68391"/>
                </a:cubicBezTo>
                <a:cubicBezTo>
                  <a:pt x="11855" y="68330"/>
                  <a:pt x="11855" y="68178"/>
                  <a:pt x="11916" y="68087"/>
                </a:cubicBezTo>
                <a:cubicBezTo>
                  <a:pt x="11399" y="68391"/>
                  <a:pt x="11612" y="68513"/>
                  <a:pt x="11429" y="68725"/>
                </a:cubicBezTo>
                <a:cubicBezTo>
                  <a:pt x="10609" y="69333"/>
                  <a:pt x="9909" y="69911"/>
                  <a:pt x="9575" y="69941"/>
                </a:cubicBezTo>
                <a:cubicBezTo>
                  <a:pt x="9545" y="69850"/>
                  <a:pt x="9697" y="69637"/>
                  <a:pt x="9454" y="69759"/>
                </a:cubicBezTo>
                <a:cubicBezTo>
                  <a:pt x="9332" y="69972"/>
                  <a:pt x="9423" y="70154"/>
                  <a:pt x="9302" y="70336"/>
                </a:cubicBezTo>
                <a:cubicBezTo>
                  <a:pt x="8967" y="70610"/>
                  <a:pt x="8542" y="70549"/>
                  <a:pt x="8572" y="70914"/>
                </a:cubicBezTo>
                <a:cubicBezTo>
                  <a:pt x="9150" y="70579"/>
                  <a:pt x="9484" y="70124"/>
                  <a:pt x="9757" y="70154"/>
                </a:cubicBezTo>
                <a:cubicBezTo>
                  <a:pt x="9575" y="70367"/>
                  <a:pt x="9241" y="70671"/>
                  <a:pt x="8998" y="70944"/>
                </a:cubicBezTo>
                <a:cubicBezTo>
                  <a:pt x="8511" y="71431"/>
                  <a:pt x="8785" y="71066"/>
                  <a:pt x="8329" y="71370"/>
                </a:cubicBezTo>
                <a:cubicBezTo>
                  <a:pt x="7995" y="72221"/>
                  <a:pt x="10761" y="69820"/>
                  <a:pt x="10578" y="69728"/>
                </a:cubicBezTo>
                <a:close/>
                <a:moveTo>
                  <a:pt x="5715" y="74470"/>
                </a:moveTo>
                <a:cubicBezTo>
                  <a:pt x="5502" y="74257"/>
                  <a:pt x="5411" y="74835"/>
                  <a:pt x="5502" y="75078"/>
                </a:cubicBezTo>
                <a:cubicBezTo>
                  <a:pt x="5715" y="75230"/>
                  <a:pt x="5806" y="74713"/>
                  <a:pt x="5715" y="74470"/>
                </a:cubicBezTo>
                <a:close/>
                <a:moveTo>
                  <a:pt x="6657" y="78938"/>
                </a:moveTo>
                <a:cubicBezTo>
                  <a:pt x="6688" y="78543"/>
                  <a:pt x="6748" y="78118"/>
                  <a:pt x="6870" y="77753"/>
                </a:cubicBezTo>
                <a:cubicBezTo>
                  <a:pt x="6718" y="77844"/>
                  <a:pt x="6384" y="78239"/>
                  <a:pt x="6505" y="78452"/>
                </a:cubicBezTo>
                <a:cubicBezTo>
                  <a:pt x="6505" y="78361"/>
                  <a:pt x="6536" y="78270"/>
                  <a:pt x="6596" y="78330"/>
                </a:cubicBezTo>
                <a:cubicBezTo>
                  <a:pt x="6566" y="78513"/>
                  <a:pt x="6596" y="78756"/>
                  <a:pt x="6657" y="78938"/>
                </a:cubicBezTo>
                <a:close/>
                <a:moveTo>
                  <a:pt x="5897" y="79911"/>
                </a:moveTo>
                <a:cubicBezTo>
                  <a:pt x="6049" y="79637"/>
                  <a:pt x="6049" y="79303"/>
                  <a:pt x="5897" y="78999"/>
                </a:cubicBezTo>
                <a:cubicBezTo>
                  <a:pt x="5776" y="79303"/>
                  <a:pt x="5776" y="79637"/>
                  <a:pt x="5928" y="79911"/>
                </a:cubicBezTo>
                <a:close/>
                <a:moveTo>
                  <a:pt x="5532" y="80336"/>
                </a:moveTo>
                <a:cubicBezTo>
                  <a:pt x="5806" y="80397"/>
                  <a:pt x="5745" y="79972"/>
                  <a:pt x="5715" y="79577"/>
                </a:cubicBezTo>
                <a:cubicBezTo>
                  <a:pt x="5502" y="79425"/>
                  <a:pt x="5593" y="80063"/>
                  <a:pt x="5532" y="80336"/>
                </a:cubicBezTo>
                <a:close/>
                <a:moveTo>
                  <a:pt x="1581" y="80488"/>
                </a:moveTo>
                <a:cubicBezTo>
                  <a:pt x="1763" y="80032"/>
                  <a:pt x="1490" y="79698"/>
                  <a:pt x="1429" y="79333"/>
                </a:cubicBezTo>
                <a:cubicBezTo>
                  <a:pt x="1399" y="79911"/>
                  <a:pt x="1429" y="80306"/>
                  <a:pt x="1581" y="80488"/>
                </a:cubicBezTo>
                <a:close/>
                <a:moveTo>
                  <a:pt x="1125" y="80762"/>
                </a:moveTo>
                <a:cubicBezTo>
                  <a:pt x="943" y="80671"/>
                  <a:pt x="882" y="81096"/>
                  <a:pt x="882" y="81583"/>
                </a:cubicBezTo>
                <a:cubicBezTo>
                  <a:pt x="1125" y="81643"/>
                  <a:pt x="1125" y="81248"/>
                  <a:pt x="1156" y="80762"/>
                </a:cubicBezTo>
                <a:close/>
                <a:moveTo>
                  <a:pt x="1490" y="83072"/>
                </a:moveTo>
                <a:cubicBezTo>
                  <a:pt x="1490" y="82677"/>
                  <a:pt x="1520" y="82282"/>
                  <a:pt x="1368" y="82251"/>
                </a:cubicBezTo>
                <a:cubicBezTo>
                  <a:pt x="1247" y="82495"/>
                  <a:pt x="1247" y="83163"/>
                  <a:pt x="1490" y="83072"/>
                </a:cubicBezTo>
                <a:close/>
                <a:moveTo>
                  <a:pt x="4864" y="84926"/>
                </a:moveTo>
                <a:cubicBezTo>
                  <a:pt x="4955" y="84349"/>
                  <a:pt x="4681" y="84622"/>
                  <a:pt x="4712" y="84166"/>
                </a:cubicBezTo>
                <a:cubicBezTo>
                  <a:pt x="4773" y="83862"/>
                  <a:pt x="5077" y="82647"/>
                  <a:pt x="4742" y="82464"/>
                </a:cubicBezTo>
                <a:cubicBezTo>
                  <a:pt x="4681" y="83011"/>
                  <a:pt x="4833" y="83650"/>
                  <a:pt x="4651" y="83862"/>
                </a:cubicBezTo>
                <a:cubicBezTo>
                  <a:pt x="4681" y="83832"/>
                  <a:pt x="4621" y="83376"/>
                  <a:pt x="4590" y="83710"/>
                </a:cubicBezTo>
                <a:cubicBezTo>
                  <a:pt x="4742" y="83954"/>
                  <a:pt x="4560" y="85078"/>
                  <a:pt x="4894" y="84926"/>
                </a:cubicBezTo>
                <a:close/>
                <a:moveTo>
                  <a:pt x="1490" y="85169"/>
                </a:moveTo>
                <a:cubicBezTo>
                  <a:pt x="1429" y="84713"/>
                  <a:pt x="1581" y="84774"/>
                  <a:pt x="1551" y="84379"/>
                </a:cubicBezTo>
                <a:cubicBezTo>
                  <a:pt x="1429" y="84349"/>
                  <a:pt x="1307" y="84409"/>
                  <a:pt x="1277" y="84531"/>
                </a:cubicBezTo>
                <a:cubicBezTo>
                  <a:pt x="1247" y="84774"/>
                  <a:pt x="1338" y="84987"/>
                  <a:pt x="1490" y="85169"/>
                </a:cubicBezTo>
                <a:close/>
                <a:moveTo>
                  <a:pt x="5289" y="89698"/>
                </a:moveTo>
                <a:cubicBezTo>
                  <a:pt x="5046" y="88938"/>
                  <a:pt x="5381" y="88452"/>
                  <a:pt x="5107" y="88179"/>
                </a:cubicBezTo>
                <a:cubicBezTo>
                  <a:pt x="5077" y="88665"/>
                  <a:pt x="4803" y="88695"/>
                  <a:pt x="4833" y="89273"/>
                </a:cubicBezTo>
                <a:cubicBezTo>
                  <a:pt x="4955" y="89455"/>
                  <a:pt x="5016" y="89455"/>
                  <a:pt x="5107" y="89273"/>
                </a:cubicBezTo>
                <a:cubicBezTo>
                  <a:pt x="5137" y="89516"/>
                  <a:pt x="5229" y="89638"/>
                  <a:pt x="5320" y="89698"/>
                </a:cubicBezTo>
                <a:close/>
                <a:moveTo>
                  <a:pt x="4925" y="91279"/>
                </a:moveTo>
                <a:cubicBezTo>
                  <a:pt x="4925" y="90884"/>
                  <a:pt x="4803" y="90793"/>
                  <a:pt x="4621" y="90823"/>
                </a:cubicBezTo>
                <a:cubicBezTo>
                  <a:pt x="4681" y="91248"/>
                  <a:pt x="4864" y="91583"/>
                  <a:pt x="4955" y="91309"/>
                </a:cubicBezTo>
                <a:close/>
                <a:moveTo>
                  <a:pt x="6232" y="99729"/>
                </a:moveTo>
                <a:cubicBezTo>
                  <a:pt x="6232" y="99607"/>
                  <a:pt x="6232" y="99546"/>
                  <a:pt x="6353" y="99546"/>
                </a:cubicBezTo>
                <a:cubicBezTo>
                  <a:pt x="6323" y="99091"/>
                  <a:pt x="6019" y="98513"/>
                  <a:pt x="6110" y="98483"/>
                </a:cubicBezTo>
                <a:cubicBezTo>
                  <a:pt x="6232" y="98452"/>
                  <a:pt x="6292" y="99151"/>
                  <a:pt x="6444" y="99060"/>
                </a:cubicBezTo>
                <a:cubicBezTo>
                  <a:pt x="6444" y="98483"/>
                  <a:pt x="6323" y="98513"/>
                  <a:pt x="6171" y="97996"/>
                </a:cubicBezTo>
                <a:cubicBezTo>
                  <a:pt x="6019" y="98270"/>
                  <a:pt x="5897" y="97996"/>
                  <a:pt x="5776" y="98209"/>
                </a:cubicBezTo>
                <a:cubicBezTo>
                  <a:pt x="6049" y="98756"/>
                  <a:pt x="6140" y="99334"/>
                  <a:pt x="6262" y="99729"/>
                </a:cubicBezTo>
                <a:close/>
                <a:moveTo>
                  <a:pt x="9454" y="108483"/>
                </a:moveTo>
                <a:cubicBezTo>
                  <a:pt x="9332" y="108209"/>
                  <a:pt x="9393" y="108148"/>
                  <a:pt x="9302" y="107875"/>
                </a:cubicBezTo>
                <a:cubicBezTo>
                  <a:pt x="9150" y="108057"/>
                  <a:pt x="9058" y="107723"/>
                  <a:pt x="8937" y="107845"/>
                </a:cubicBezTo>
                <a:cubicBezTo>
                  <a:pt x="9028" y="108118"/>
                  <a:pt x="9241" y="108331"/>
                  <a:pt x="9484" y="108483"/>
                </a:cubicBezTo>
                <a:close/>
                <a:moveTo>
                  <a:pt x="10244" y="110489"/>
                </a:moveTo>
                <a:cubicBezTo>
                  <a:pt x="10153" y="110155"/>
                  <a:pt x="10244" y="109851"/>
                  <a:pt x="10031" y="109607"/>
                </a:cubicBezTo>
                <a:cubicBezTo>
                  <a:pt x="9940" y="109607"/>
                  <a:pt x="9909" y="109699"/>
                  <a:pt x="9879" y="109820"/>
                </a:cubicBezTo>
                <a:cubicBezTo>
                  <a:pt x="9484" y="109395"/>
                  <a:pt x="9697" y="108878"/>
                  <a:pt x="9423" y="108665"/>
                </a:cubicBezTo>
                <a:cubicBezTo>
                  <a:pt x="9302" y="108878"/>
                  <a:pt x="9666" y="109638"/>
                  <a:pt x="9757" y="110033"/>
                </a:cubicBezTo>
                <a:cubicBezTo>
                  <a:pt x="9849" y="110033"/>
                  <a:pt x="9970" y="109911"/>
                  <a:pt x="10061" y="110094"/>
                </a:cubicBezTo>
                <a:cubicBezTo>
                  <a:pt x="9940" y="110155"/>
                  <a:pt x="10213" y="110580"/>
                  <a:pt x="10183" y="110702"/>
                </a:cubicBezTo>
                <a:cubicBezTo>
                  <a:pt x="10761" y="111553"/>
                  <a:pt x="10365" y="111006"/>
                  <a:pt x="10274" y="110489"/>
                </a:cubicBezTo>
                <a:close/>
                <a:moveTo>
                  <a:pt x="26475" y="120671"/>
                </a:moveTo>
                <a:cubicBezTo>
                  <a:pt x="25837" y="120884"/>
                  <a:pt x="25594" y="120793"/>
                  <a:pt x="25259" y="121097"/>
                </a:cubicBezTo>
                <a:cubicBezTo>
                  <a:pt x="25472" y="121036"/>
                  <a:pt x="25381" y="121127"/>
                  <a:pt x="25290" y="121219"/>
                </a:cubicBezTo>
                <a:cubicBezTo>
                  <a:pt x="25837" y="120975"/>
                  <a:pt x="26384" y="121158"/>
                  <a:pt x="26506" y="120671"/>
                </a:cubicBezTo>
                <a:close/>
                <a:moveTo>
                  <a:pt x="26749" y="120459"/>
                </a:moveTo>
                <a:cubicBezTo>
                  <a:pt x="26718" y="120398"/>
                  <a:pt x="26445" y="120459"/>
                  <a:pt x="26445" y="120550"/>
                </a:cubicBezTo>
                <a:cubicBezTo>
                  <a:pt x="26749" y="120519"/>
                  <a:pt x="26809" y="120732"/>
                  <a:pt x="27265" y="120611"/>
                </a:cubicBezTo>
                <a:cubicBezTo>
                  <a:pt x="27357" y="120368"/>
                  <a:pt x="26870" y="120580"/>
                  <a:pt x="26779" y="120459"/>
                </a:cubicBezTo>
                <a:close/>
                <a:moveTo>
                  <a:pt x="28876" y="120003"/>
                </a:moveTo>
                <a:cubicBezTo>
                  <a:pt x="28664" y="119972"/>
                  <a:pt x="27965" y="120216"/>
                  <a:pt x="28025" y="120398"/>
                </a:cubicBezTo>
                <a:cubicBezTo>
                  <a:pt x="28420" y="120185"/>
                  <a:pt x="28785" y="120307"/>
                  <a:pt x="28907" y="120003"/>
                </a:cubicBezTo>
                <a:close/>
                <a:moveTo>
                  <a:pt x="31156" y="116842"/>
                </a:moveTo>
                <a:cubicBezTo>
                  <a:pt x="30822" y="116963"/>
                  <a:pt x="30457" y="117115"/>
                  <a:pt x="30153" y="117358"/>
                </a:cubicBezTo>
                <a:cubicBezTo>
                  <a:pt x="30852" y="117267"/>
                  <a:pt x="30974" y="117146"/>
                  <a:pt x="31186" y="116842"/>
                </a:cubicBezTo>
                <a:close/>
                <a:moveTo>
                  <a:pt x="32493" y="118909"/>
                </a:moveTo>
                <a:cubicBezTo>
                  <a:pt x="31916" y="119061"/>
                  <a:pt x="31794" y="119030"/>
                  <a:pt x="31612" y="119304"/>
                </a:cubicBezTo>
                <a:cubicBezTo>
                  <a:pt x="31977" y="119364"/>
                  <a:pt x="32311" y="119212"/>
                  <a:pt x="32524" y="118909"/>
                </a:cubicBezTo>
                <a:close/>
                <a:moveTo>
                  <a:pt x="42220" y="113984"/>
                </a:moveTo>
                <a:cubicBezTo>
                  <a:pt x="41916" y="114045"/>
                  <a:pt x="41612" y="114167"/>
                  <a:pt x="41339" y="114319"/>
                </a:cubicBezTo>
                <a:cubicBezTo>
                  <a:pt x="41399" y="114471"/>
                  <a:pt x="41551" y="114532"/>
                  <a:pt x="41703" y="114501"/>
                </a:cubicBezTo>
                <a:cubicBezTo>
                  <a:pt x="41460" y="114258"/>
                  <a:pt x="42099" y="114167"/>
                  <a:pt x="42250" y="113984"/>
                </a:cubicBezTo>
                <a:close/>
                <a:moveTo>
                  <a:pt x="43162" y="113832"/>
                </a:moveTo>
                <a:cubicBezTo>
                  <a:pt x="43041" y="113832"/>
                  <a:pt x="42615" y="113711"/>
                  <a:pt x="42524" y="113954"/>
                </a:cubicBezTo>
                <a:cubicBezTo>
                  <a:pt x="43010" y="114136"/>
                  <a:pt x="42159" y="114106"/>
                  <a:pt x="41977" y="114288"/>
                </a:cubicBezTo>
                <a:cubicBezTo>
                  <a:pt x="42159" y="114653"/>
                  <a:pt x="43071" y="114045"/>
                  <a:pt x="43193" y="113832"/>
                </a:cubicBezTo>
                <a:close/>
                <a:moveTo>
                  <a:pt x="49728" y="112981"/>
                </a:moveTo>
                <a:cubicBezTo>
                  <a:pt x="49515" y="112951"/>
                  <a:pt x="48664" y="113194"/>
                  <a:pt x="48694" y="113377"/>
                </a:cubicBezTo>
                <a:cubicBezTo>
                  <a:pt x="49090" y="113103"/>
                  <a:pt x="49515" y="113225"/>
                  <a:pt x="49758" y="112981"/>
                </a:cubicBezTo>
                <a:close/>
                <a:moveTo>
                  <a:pt x="55381" y="111127"/>
                </a:moveTo>
                <a:cubicBezTo>
                  <a:pt x="55351" y="111218"/>
                  <a:pt x="55229" y="111310"/>
                  <a:pt x="54986" y="111401"/>
                </a:cubicBezTo>
                <a:cubicBezTo>
                  <a:pt x="54986" y="111614"/>
                  <a:pt x="55260" y="111614"/>
                  <a:pt x="55533" y="111583"/>
                </a:cubicBezTo>
                <a:cubicBezTo>
                  <a:pt x="55473" y="111462"/>
                  <a:pt x="55625" y="111370"/>
                  <a:pt x="55929" y="111310"/>
                </a:cubicBezTo>
                <a:cubicBezTo>
                  <a:pt x="55989" y="111066"/>
                  <a:pt x="55716" y="111097"/>
                  <a:pt x="55442" y="111127"/>
                </a:cubicBezTo>
                <a:close/>
                <a:moveTo>
                  <a:pt x="56840" y="111006"/>
                </a:moveTo>
                <a:cubicBezTo>
                  <a:pt x="56658" y="110884"/>
                  <a:pt x="56476" y="110793"/>
                  <a:pt x="56263" y="110762"/>
                </a:cubicBezTo>
                <a:cubicBezTo>
                  <a:pt x="56415" y="110914"/>
                  <a:pt x="56233" y="111310"/>
                  <a:pt x="56871" y="111006"/>
                </a:cubicBezTo>
                <a:close/>
                <a:moveTo>
                  <a:pt x="56445" y="109699"/>
                </a:moveTo>
                <a:cubicBezTo>
                  <a:pt x="55929" y="109972"/>
                  <a:pt x="54804" y="110185"/>
                  <a:pt x="54743" y="110519"/>
                </a:cubicBezTo>
                <a:cubicBezTo>
                  <a:pt x="55017" y="110519"/>
                  <a:pt x="54895" y="110428"/>
                  <a:pt x="55169" y="110307"/>
                </a:cubicBezTo>
                <a:cubicBezTo>
                  <a:pt x="55655" y="110124"/>
                  <a:pt x="56628" y="109942"/>
                  <a:pt x="56476" y="109668"/>
                </a:cubicBezTo>
                <a:close/>
                <a:moveTo>
                  <a:pt x="61673" y="108544"/>
                </a:moveTo>
                <a:cubicBezTo>
                  <a:pt x="61917" y="108392"/>
                  <a:pt x="62312" y="108240"/>
                  <a:pt x="62342" y="108027"/>
                </a:cubicBezTo>
                <a:cubicBezTo>
                  <a:pt x="61917" y="108240"/>
                  <a:pt x="61917" y="108057"/>
                  <a:pt x="61582" y="108209"/>
                </a:cubicBezTo>
                <a:close/>
                <a:moveTo>
                  <a:pt x="61035" y="109182"/>
                </a:moveTo>
                <a:cubicBezTo>
                  <a:pt x="60792" y="109243"/>
                  <a:pt x="60549" y="109364"/>
                  <a:pt x="60306" y="109486"/>
                </a:cubicBezTo>
                <a:cubicBezTo>
                  <a:pt x="60245" y="109699"/>
                  <a:pt x="60609" y="109881"/>
                  <a:pt x="60701" y="109668"/>
                </a:cubicBezTo>
                <a:cubicBezTo>
                  <a:pt x="60366" y="109729"/>
                  <a:pt x="60944" y="109334"/>
                  <a:pt x="61065" y="109212"/>
                </a:cubicBezTo>
                <a:close/>
                <a:moveTo>
                  <a:pt x="63467" y="108604"/>
                </a:moveTo>
                <a:cubicBezTo>
                  <a:pt x="63132" y="108787"/>
                  <a:pt x="62160" y="108908"/>
                  <a:pt x="62342" y="109121"/>
                </a:cubicBezTo>
                <a:cubicBezTo>
                  <a:pt x="62737" y="108969"/>
                  <a:pt x="63679" y="108848"/>
                  <a:pt x="63527" y="108604"/>
                </a:cubicBezTo>
                <a:close/>
                <a:moveTo>
                  <a:pt x="63467" y="108544"/>
                </a:moveTo>
                <a:cubicBezTo>
                  <a:pt x="63345" y="108270"/>
                  <a:pt x="62220" y="108878"/>
                  <a:pt x="61643" y="109000"/>
                </a:cubicBezTo>
                <a:cubicBezTo>
                  <a:pt x="61673" y="109121"/>
                  <a:pt x="61187" y="109212"/>
                  <a:pt x="61278" y="109334"/>
                </a:cubicBezTo>
                <a:cubicBezTo>
                  <a:pt x="62281" y="109000"/>
                  <a:pt x="62433" y="108787"/>
                  <a:pt x="63497" y="108544"/>
                </a:cubicBezTo>
                <a:close/>
                <a:moveTo>
                  <a:pt x="17752" y="63923"/>
                </a:moveTo>
                <a:cubicBezTo>
                  <a:pt x="17721" y="63710"/>
                  <a:pt x="17934" y="63436"/>
                  <a:pt x="18329" y="63102"/>
                </a:cubicBezTo>
                <a:cubicBezTo>
                  <a:pt x="18329" y="63224"/>
                  <a:pt x="18238" y="63345"/>
                  <a:pt x="18025" y="63497"/>
                </a:cubicBezTo>
                <a:cubicBezTo>
                  <a:pt x="18025" y="63588"/>
                  <a:pt x="18116" y="63497"/>
                  <a:pt x="18207" y="63467"/>
                </a:cubicBezTo>
                <a:cubicBezTo>
                  <a:pt x="18207" y="63558"/>
                  <a:pt x="17934" y="63771"/>
                  <a:pt x="17752" y="63923"/>
                </a:cubicBezTo>
                <a:close/>
                <a:moveTo>
                  <a:pt x="115139" y="56415"/>
                </a:moveTo>
                <a:cubicBezTo>
                  <a:pt x="115200" y="56658"/>
                  <a:pt x="114714" y="56810"/>
                  <a:pt x="114440" y="56993"/>
                </a:cubicBezTo>
                <a:cubicBezTo>
                  <a:pt x="114471" y="56719"/>
                  <a:pt x="114896" y="56567"/>
                  <a:pt x="115139" y="56415"/>
                </a:cubicBezTo>
                <a:close/>
                <a:moveTo>
                  <a:pt x="11581" y="112799"/>
                </a:moveTo>
                <a:cubicBezTo>
                  <a:pt x="12007" y="113377"/>
                  <a:pt x="12341" y="114015"/>
                  <a:pt x="12554" y="114714"/>
                </a:cubicBezTo>
                <a:cubicBezTo>
                  <a:pt x="12311" y="114836"/>
                  <a:pt x="12432" y="114501"/>
                  <a:pt x="12341" y="114319"/>
                </a:cubicBezTo>
                <a:cubicBezTo>
                  <a:pt x="12007" y="114015"/>
                  <a:pt x="11764" y="113225"/>
                  <a:pt x="11581" y="112799"/>
                </a:cubicBezTo>
                <a:close/>
                <a:moveTo>
                  <a:pt x="29302" y="115079"/>
                </a:moveTo>
                <a:cubicBezTo>
                  <a:pt x="29758" y="114866"/>
                  <a:pt x="30366" y="114744"/>
                  <a:pt x="31247" y="114471"/>
                </a:cubicBezTo>
                <a:cubicBezTo>
                  <a:pt x="30639" y="114744"/>
                  <a:pt x="29971" y="114957"/>
                  <a:pt x="29302" y="115079"/>
                </a:cubicBezTo>
                <a:close/>
                <a:moveTo>
                  <a:pt x="105443" y="66962"/>
                </a:moveTo>
                <a:cubicBezTo>
                  <a:pt x="105443" y="67388"/>
                  <a:pt x="104319" y="67813"/>
                  <a:pt x="103771" y="68117"/>
                </a:cubicBezTo>
                <a:cubicBezTo>
                  <a:pt x="103376" y="68330"/>
                  <a:pt x="102829" y="68847"/>
                  <a:pt x="102616" y="68665"/>
                </a:cubicBezTo>
                <a:cubicBezTo>
                  <a:pt x="103589" y="68178"/>
                  <a:pt x="104531" y="67601"/>
                  <a:pt x="105443" y="66962"/>
                </a:cubicBezTo>
                <a:close/>
                <a:moveTo>
                  <a:pt x="119790" y="54591"/>
                </a:moveTo>
                <a:cubicBezTo>
                  <a:pt x="119577" y="54804"/>
                  <a:pt x="119608" y="54895"/>
                  <a:pt x="119364" y="55108"/>
                </a:cubicBezTo>
                <a:cubicBezTo>
                  <a:pt x="119152" y="55108"/>
                  <a:pt x="118969" y="55047"/>
                  <a:pt x="118787" y="54895"/>
                </a:cubicBezTo>
                <a:cubicBezTo>
                  <a:pt x="119182" y="54622"/>
                  <a:pt x="119547" y="54439"/>
                  <a:pt x="119790" y="54591"/>
                </a:cubicBezTo>
                <a:close/>
                <a:moveTo>
                  <a:pt x="108209" y="65534"/>
                </a:moveTo>
                <a:cubicBezTo>
                  <a:pt x="107966" y="65838"/>
                  <a:pt x="107024" y="66294"/>
                  <a:pt x="106507" y="66628"/>
                </a:cubicBezTo>
                <a:cubicBezTo>
                  <a:pt x="106811" y="66233"/>
                  <a:pt x="107692" y="65838"/>
                  <a:pt x="108209" y="65534"/>
                </a:cubicBezTo>
                <a:close/>
                <a:moveTo>
                  <a:pt x="96172" y="72464"/>
                </a:moveTo>
                <a:lnTo>
                  <a:pt x="98452" y="71096"/>
                </a:lnTo>
                <a:cubicBezTo>
                  <a:pt x="97358" y="72130"/>
                  <a:pt x="96051" y="72494"/>
                  <a:pt x="94349" y="73649"/>
                </a:cubicBezTo>
                <a:cubicBezTo>
                  <a:pt x="94014" y="73710"/>
                  <a:pt x="95625" y="72798"/>
                  <a:pt x="96172" y="72464"/>
                </a:cubicBezTo>
                <a:close/>
                <a:moveTo>
                  <a:pt x="120671" y="54135"/>
                </a:moveTo>
                <a:cubicBezTo>
                  <a:pt x="120337" y="54531"/>
                  <a:pt x="119942" y="54926"/>
                  <a:pt x="119577" y="55321"/>
                </a:cubicBezTo>
                <a:cubicBezTo>
                  <a:pt x="119760" y="55078"/>
                  <a:pt x="120428" y="54014"/>
                  <a:pt x="120671" y="54135"/>
                </a:cubicBezTo>
                <a:close/>
                <a:moveTo>
                  <a:pt x="122951" y="50184"/>
                </a:moveTo>
                <a:cubicBezTo>
                  <a:pt x="122981" y="50549"/>
                  <a:pt x="122830" y="50853"/>
                  <a:pt x="122617" y="51126"/>
                </a:cubicBezTo>
                <a:cubicBezTo>
                  <a:pt x="122617" y="50761"/>
                  <a:pt x="122738" y="50458"/>
                  <a:pt x="122981" y="50184"/>
                </a:cubicBezTo>
                <a:close/>
                <a:moveTo>
                  <a:pt x="121826" y="52555"/>
                </a:moveTo>
                <a:cubicBezTo>
                  <a:pt x="121583" y="53041"/>
                  <a:pt x="121249" y="53497"/>
                  <a:pt x="120793" y="53801"/>
                </a:cubicBezTo>
                <a:cubicBezTo>
                  <a:pt x="120975" y="53406"/>
                  <a:pt x="121188" y="53011"/>
                  <a:pt x="121492" y="52707"/>
                </a:cubicBezTo>
                <a:cubicBezTo>
                  <a:pt x="121553" y="52768"/>
                  <a:pt x="121705" y="52707"/>
                  <a:pt x="121826" y="52555"/>
                </a:cubicBezTo>
                <a:close/>
                <a:moveTo>
                  <a:pt x="109303" y="60488"/>
                </a:moveTo>
                <a:cubicBezTo>
                  <a:pt x="108726" y="60762"/>
                  <a:pt x="108878" y="60914"/>
                  <a:pt x="108452" y="61157"/>
                </a:cubicBezTo>
                <a:cubicBezTo>
                  <a:pt x="107905" y="61005"/>
                  <a:pt x="107601" y="61734"/>
                  <a:pt x="107206" y="61825"/>
                </a:cubicBezTo>
                <a:cubicBezTo>
                  <a:pt x="107267" y="61734"/>
                  <a:pt x="107297" y="61643"/>
                  <a:pt x="107237" y="61582"/>
                </a:cubicBezTo>
                <a:cubicBezTo>
                  <a:pt x="107540" y="61430"/>
                  <a:pt x="108088" y="60974"/>
                  <a:pt x="108209" y="61066"/>
                </a:cubicBezTo>
                <a:cubicBezTo>
                  <a:pt x="108483" y="60822"/>
                  <a:pt x="109182" y="60154"/>
                  <a:pt x="109303" y="60488"/>
                </a:cubicBezTo>
                <a:close/>
                <a:moveTo>
                  <a:pt x="39849" y="48421"/>
                </a:moveTo>
                <a:cubicBezTo>
                  <a:pt x="39029" y="49151"/>
                  <a:pt x="38177" y="49819"/>
                  <a:pt x="37266" y="50458"/>
                </a:cubicBezTo>
                <a:cubicBezTo>
                  <a:pt x="37965" y="49758"/>
                  <a:pt x="38725" y="49090"/>
                  <a:pt x="39515" y="48482"/>
                </a:cubicBezTo>
                <a:cubicBezTo>
                  <a:pt x="39697" y="48299"/>
                  <a:pt x="39788" y="48360"/>
                  <a:pt x="39849" y="48421"/>
                </a:cubicBezTo>
                <a:close/>
                <a:moveTo>
                  <a:pt x="1095" y="96325"/>
                </a:moveTo>
                <a:lnTo>
                  <a:pt x="912" y="95200"/>
                </a:lnTo>
                <a:cubicBezTo>
                  <a:pt x="1034" y="95200"/>
                  <a:pt x="1399" y="96355"/>
                  <a:pt x="1095" y="96325"/>
                </a:cubicBezTo>
                <a:close/>
                <a:moveTo>
                  <a:pt x="58026" y="25746"/>
                </a:moveTo>
                <a:cubicBezTo>
                  <a:pt x="57995" y="25624"/>
                  <a:pt x="58421" y="25168"/>
                  <a:pt x="58664" y="25016"/>
                </a:cubicBezTo>
                <a:cubicBezTo>
                  <a:pt x="58907" y="24834"/>
                  <a:pt x="59394" y="24530"/>
                  <a:pt x="59424" y="24712"/>
                </a:cubicBezTo>
                <a:cubicBezTo>
                  <a:pt x="58816" y="25047"/>
                  <a:pt x="58725" y="25260"/>
                  <a:pt x="58026" y="25746"/>
                </a:cubicBezTo>
                <a:close/>
                <a:moveTo>
                  <a:pt x="152" y="88300"/>
                </a:moveTo>
                <a:cubicBezTo>
                  <a:pt x="244" y="87935"/>
                  <a:pt x="152" y="87145"/>
                  <a:pt x="152" y="86476"/>
                </a:cubicBezTo>
                <a:cubicBezTo>
                  <a:pt x="152" y="85808"/>
                  <a:pt x="0" y="84896"/>
                  <a:pt x="244" y="84835"/>
                </a:cubicBezTo>
                <a:cubicBezTo>
                  <a:pt x="152" y="85899"/>
                  <a:pt x="548" y="87996"/>
                  <a:pt x="152" y="88300"/>
                </a:cubicBezTo>
                <a:close/>
                <a:moveTo>
                  <a:pt x="21521" y="55138"/>
                </a:moveTo>
                <a:cubicBezTo>
                  <a:pt x="20974" y="55290"/>
                  <a:pt x="22402" y="54348"/>
                  <a:pt x="22493" y="54105"/>
                </a:cubicBezTo>
                <a:cubicBezTo>
                  <a:pt x="22554" y="54135"/>
                  <a:pt x="22767" y="53953"/>
                  <a:pt x="22919" y="53862"/>
                </a:cubicBezTo>
                <a:cubicBezTo>
                  <a:pt x="22919" y="54227"/>
                  <a:pt x="21642" y="54895"/>
                  <a:pt x="21521" y="55138"/>
                </a:cubicBezTo>
                <a:close/>
                <a:moveTo>
                  <a:pt x="973" y="78118"/>
                </a:moveTo>
                <a:cubicBezTo>
                  <a:pt x="1034" y="77692"/>
                  <a:pt x="1064" y="77297"/>
                  <a:pt x="1247" y="77327"/>
                </a:cubicBezTo>
                <a:cubicBezTo>
                  <a:pt x="1216" y="77814"/>
                  <a:pt x="1186" y="78209"/>
                  <a:pt x="973" y="78118"/>
                </a:cubicBezTo>
                <a:close/>
                <a:moveTo>
                  <a:pt x="821" y="89425"/>
                </a:moveTo>
                <a:cubicBezTo>
                  <a:pt x="639" y="89516"/>
                  <a:pt x="821" y="88513"/>
                  <a:pt x="639" y="88604"/>
                </a:cubicBezTo>
                <a:cubicBezTo>
                  <a:pt x="821" y="88452"/>
                  <a:pt x="517" y="87327"/>
                  <a:pt x="791" y="87479"/>
                </a:cubicBezTo>
                <a:cubicBezTo>
                  <a:pt x="821" y="88148"/>
                  <a:pt x="730" y="88604"/>
                  <a:pt x="821" y="89425"/>
                </a:cubicBezTo>
                <a:close/>
                <a:moveTo>
                  <a:pt x="1399" y="94653"/>
                </a:moveTo>
                <a:cubicBezTo>
                  <a:pt x="1247" y="93893"/>
                  <a:pt x="1459" y="93711"/>
                  <a:pt x="1399" y="93163"/>
                </a:cubicBezTo>
                <a:cubicBezTo>
                  <a:pt x="1429" y="93194"/>
                  <a:pt x="1733" y="94805"/>
                  <a:pt x="1399" y="94653"/>
                </a:cubicBezTo>
                <a:close/>
                <a:moveTo>
                  <a:pt x="1095" y="88938"/>
                </a:moveTo>
                <a:cubicBezTo>
                  <a:pt x="1064" y="88391"/>
                  <a:pt x="1004" y="87814"/>
                  <a:pt x="1216" y="87814"/>
                </a:cubicBezTo>
                <a:cubicBezTo>
                  <a:pt x="1125" y="88057"/>
                  <a:pt x="1338" y="88969"/>
                  <a:pt x="1095" y="88908"/>
                </a:cubicBezTo>
                <a:close/>
                <a:moveTo>
                  <a:pt x="1186" y="86811"/>
                </a:moveTo>
                <a:cubicBezTo>
                  <a:pt x="943" y="86689"/>
                  <a:pt x="1125" y="87479"/>
                  <a:pt x="852" y="87297"/>
                </a:cubicBezTo>
                <a:cubicBezTo>
                  <a:pt x="821" y="86750"/>
                  <a:pt x="1064" y="86750"/>
                  <a:pt x="1034" y="86172"/>
                </a:cubicBezTo>
                <a:cubicBezTo>
                  <a:pt x="1156" y="86172"/>
                  <a:pt x="1186" y="86416"/>
                  <a:pt x="1186" y="86811"/>
                </a:cubicBezTo>
                <a:close/>
                <a:moveTo>
                  <a:pt x="45746" y="43558"/>
                </a:moveTo>
                <a:cubicBezTo>
                  <a:pt x="45655" y="43953"/>
                  <a:pt x="44895" y="44378"/>
                  <a:pt x="44469" y="44713"/>
                </a:cubicBezTo>
                <a:lnTo>
                  <a:pt x="41399" y="47114"/>
                </a:lnTo>
                <a:cubicBezTo>
                  <a:pt x="40883" y="47509"/>
                  <a:pt x="40396" y="48269"/>
                  <a:pt x="40001" y="48117"/>
                </a:cubicBezTo>
                <a:cubicBezTo>
                  <a:pt x="41095" y="47479"/>
                  <a:pt x="42007" y="46445"/>
                  <a:pt x="43071" y="45655"/>
                </a:cubicBezTo>
                <a:cubicBezTo>
                  <a:pt x="43831" y="45047"/>
                  <a:pt x="44773" y="44378"/>
                  <a:pt x="45746" y="43558"/>
                </a:cubicBezTo>
                <a:close/>
                <a:moveTo>
                  <a:pt x="35199" y="52068"/>
                </a:moveTo>
                <a:cubicBezTo>
                  <a:pt x="34804" y="52433"/>
                  <a:pt x="34408" y="52768"/>
                  <a:pt x="33952" y="53041"/>
                </a:cubicBezTo>
                <a:cubicBezTo>
                  <a:pt x="34135" y="52646"/>
                  <a:pt x="34743" y="52312"/>
                  <a:pt x="35199" y="52068"/>
                </a:cubicBezTo>
                <a:close/>
                <a:moveTo>
                  <a:pt x="28056" y="57631"/>
                </a:moveTo>
                <a:cubicBezTo>
                  <a:pt x="27843" y="57935"/>
                  <a:pt x="27569" y="58208"/>
                  <a:pt x="27296" y="58421"/>
                </a:cubicBezTo>
                <a:cubicBezTo>
                  <a:pt x="27022" y="58300"/>
                  <a:pt x="27813" y="57904"/>
                  <a:pt x="28056" y="57631"/>
                </a:cubicBezTo>
                <a:close/>
                <a:moveTo>
                  <a:pt x="33679" y="53193"/>
                </a:moveTo>
                <a:cubicBezTo>
                  <a:pt x="33861" y="53376"/>
                  <a:pt x="32433" y="54348"/>
                  <a:pt x="32129" y="54500"/>
                </a:cubicBezTo>
                <a:cubicBezTo>
                  <a:pt x="32311" y="54135"/>
                  <a:pt x="33223" y="53619"/>
                  <a:pt x="33679" y="53193"/>
                </a:cubicBezTo>
                <a:close/>
                <a:moveTo>
                  <a:pt x="54895" y="36293"/>
                </a:moveTo>
                <a:cubicBezTo>
                  <a:pt x="54622" y="36719"/>
                  <a:pt x="54257" y="36871"/>
                  <a:pt x="53710" y="37296"/>
                </a:cubicBezTo>
                <a:cubicBezTo>
                  <a:pt x="53801" y="37023"/>
                  <a:pt x="54561" y="36597"/>
                  <a:pt x="54895" y="36293"/>
                </a:cubicBezTo>
                <a:close/>
                <a:moveTo>
                  <a:pt x="64713" y="28573"/>
                </a:moveTo>
                <a:cubicBezTo>
                  <a:pt x="64713" y="28846"/>
                  <a:pt x="64287" y="28937"/>
                  <a:pt x="64014" y="29181"/>
                </a:cubicBezTo>
                <a:cubicBezTo>
                  <a:pt x="62950" y="30001"/>
                  <a:pt x="61491" y="31187"/>
                  <a:pt x="60427" y="31977"/>
                </a:cubicBezTo>
                <a:cubicBezTo>
                  <a:pt x="60397" y="31521"/>
                  <a:pt x="61187" y="31278"/>
                  <a:pt x="61491" y="31035"/>
                </a:cubicBezTo>
                <a:cubicBezTo>
                  <a:pt x="62372" y="30336"/>
                  <a:pt x="63254" y="29636"/>
                  <a:pt x="64713" y="28573"/>
                </a:cubicBezTo>
                <a:close/>
                <a:moveTo>
                  <a:pt x="47357" y="42311"/>
                </a:moveTo>
                <a:cubicBezTo>
                  <a:pt x="47357" y="42615"/>
                  <a:pt x="45959" y="43618"/>
                  <a:pt x="45989" y="43375"/>
                </a:cubicBezTo>
                <a:cubicBezTo>
                  <a:pt x="46415" y="43163"/>
                  <a:pt x="46719" y="42767"/>
                  <a:pt x="47357" y="42311"/>
                </a:cubicBezTo>
                <a:close/>
                <a:moveTo>
                  <a:pt x="53436" y="37418"/>
                </a:moveTo>
                <a:cubicBezTo>
                  <a:pt x="53527" y="37570"/>
                  <a:pt x="52950" y="37995"/>
                  <a:pt x="52737" y="38056"/>
                </a:cubicBezTo>
                <a:cubicBezTo>
                  <a:pt x="52646" y="37904"/>
                  <a:pt x="53223" y="37631"/>
                  <a:pt x="53406" y="37418"/>
                </a:cubicBezTo>
                <a:close/>
                <a:moveTo>
                  <a:pt x="5229" y="110793"/>
                </a:moveTo>
                <a:cubicBezTo>
                  <a:pt x="4955" y="110519"/>
                  <a:pt x="4742" y="109486"/>
                  <a:pt x="4469" y="108939"/>
                </a:cubicBezTo>
                <a:cubicBezTo>
                  <a:pt x="4742" y="109212"/>
                  <a:pt x="4985" y="110215"/>
                  <a:pt x="5229" y="110793"/>
                </a:cubicBezTo>
                <a:close/>
                <a:moveTo>
                  <a:pt x="77996" y="89364"/>
                </a:moveTo>
                <a:cubicBezTo>
                  <a:pt x="77996" y="89577"/>
                  <a:pt x="77844" y="89941"/>
                  <a:pt x="77844" y="90154"/>
                </a:cubicBezTo>
                <a:cubicBezTo>
                  <a:pt x="77935" y="90154"/>
                  <a:pt x="78026" y="90093"/>
                  <a:pt x="78087" y="90002"/>
                </a:cubicBezTo>
                <a:cubicBezTo>
                  <a:pt x="78209" y="90276"/>
                  <a:pt x="77844" y="90093"/>
                  <a:pt x="77783" y="90428"/>
                </a:cubicBezTo>
                <a:cubicBezTo>
                  <a:pt x="77753" y="90154"/>
                  <a:pt x="77783" y="89577"/>
                  <a:pt x="77996" y="89364"/>
                </a:cubicBezTo>
                <a:close/>
                <a:moveTo>
                  <a:pt x="79820" y="86750"/>
                </a:moveTo>
                <a:cubicBezTo>
                  <a:pt x="80032" y="87054"/>
                  <a:pt x="79546" y="87358"/>
                  <a:pt x="79272" y="87662"/>
                </a:cubicBezTo>
                <a:cubicBezTo>
                  <a:pt x="79212" y="87510"/>
                  <a:pt x="79668" y="87054"/>
                  <a:pt x="79820" y="86750"/>
                </a:cubicBezTo>
                <a:close/>
                <a:moveTo>
                  <a:pt x="78361" y="90823"/>
                </a:moveTo>
                <a:cubicBezTo>
                  <a:pt x="78178" y="91157"/>
                  <a:pt x="78117" y="91522"/>
                  <a:pt x="77905" y="91431"/>
                </a:cubicBezTo>
                <a:cubicBezTo>
                  <a:pt x="77996" y="91431"/>
                  <a:pt x="78057" y="91218"/>
                  <a:pt x="78117" y="91036"/>
                </a:cubicBezTo>
                <a:cubicBezTo>
                  <a:pt x="78178" y="90884"/>
                  <a:pt x="78269" y="90732"/>
                  <a:pt x="78361" y="90823"/>
                </a:cubicBezTo>
                <a:close/>
                <a:moveTo>
                  <a:pt x="79576" y="88209"/>
                </a:moveTo>
                <a:cubicBezTo>
                  <a:pt x="79607" y="88482"/>
                  <a:pt x="79181" y="88878"/>
                  <a:pt x="79029" y="88938"/>
                </a:cubicBezTo>
                <a:cubicBezTo>
                  <a:pt x="78877" y="89212"/>
                  <a:pt x="78938" y="89334"/>
                  <a:pt x="78725" y="89486"/>
                </a:cubicBezTo>
                <a:cubicBezTo>
                  <a:pt x="78786" y="89030"/>
                  <a:pt x="79303" y="88482"/>
                  <a:pt x="79576" y="88209"/>
                </a:cubicBezTo>
                <a:close/>
                <a:moveTo>
                  <a:pt x="77905" y="90489"/>
                </a:moveTo>
                <a:cubicBezTo>
                  <a:pt x="78026" y="90641"/>
                  <a:pt x="77722" y="90884"/>
                  <a:pt x="77722" y="91097"/>
                </a:cubicBezTo>
                <a:cubicBezTo>
                  <a:pt x="77722" y="91188"/>
                  <a:pt x="77813" y="91248"/>
                  <a:pt x="77813" y="91248"/>
                </a:cubicBezTo>
                <a:cubicBezTo>
                  <a:pt x="77783" y="91461"/>
                  <a:pt x="77661" y="91431"/>
                  <a:pt x="77631" y="91583"/>
                </a:cubicBezTo>
                <a:cubicBezTo>
                  <a:pt x="77601" y="91735"/>
                  <a:pt x="77783" y="92008"/>
                  <a:pt x="77570" y="92343"/>
                </a:cubicBezTo>
                <a:cubicBezTo>
                  <a:pt x="77327" y="92404"/>
                  <a:pt x="77570" y="92039"/>
                  <a:pt x="77601" y="91826"/>
                </a:cubicBezTo>
                <a:cubicBezTo>
                  <a:pt x="77388" y="91826"/>
                  <a:pt x="77449" y="91461"/>
                  <a:pt x="77236" y="91826"/>
                </a:cubicBezTo>
                <a:cubicBezTo>
                  <a:pt x="77054" y="91613"/>
                  <a:pt x="77388" y="91613"/>
                  <a:pt x="77418" y="91492"/>
                </a:cubicBezTo>
                <a:cubicBezTo>
                  <a:pt x="77479" y="91400"/>
                  <a:pt x="77327" y="91431"/>
                  <a:pt x="77327" y="91340"/>
                </a:cubicBezTo>
                <a:cubicBezTo>
                  <a:pt x="77358" y="91127"/>
                  <a:pt x="77631" y="90914"/>
                  <a:pt x="77722" y="90549"/>
                </a:cubicBezTo>
                <a:cubicBezTo>
                  <a:pt x="77813" y="90580"/>
                  <a:pt x="77874" y="90580"/>
                  <a:pt x="77905" y="90489"/>
                </a:cubicBezTo>
                <a:close/>
                <a:moveTo>
                  <a:pt x="76628" y="97753"/>
                </a:moveTo>
                <a:cubicBezTo>
                  <a:pt x="76598" y="98239"/>
                  <a:pt x="76628" y="98483"/>
                  <a:pt x="76628" y="98969"/>
                </a:cubicBezTo>
                <a:cubicBezTo>
                  <a:pt x="76628" y="99516"/>
                  <a:pt x="76537" y="100063"/>
                  <a:pt x="76354" y="100580"/>
                </a:cubicBezTo>
                <a:cubicBezTo>
                  <a:pt x="76233" y="100398"/>
                  <a:pt x="76142" y="100884"/>
                  <a:pt x="75990" y="101249"/>
                </a:cubicBezTo>
                <a:cubicBezTo>
                  <a:pt x="76020" y="100246"/>
                  <a:pt x="76202" y="99243"/>
                  <a:pt x="76537" y="98300"/>
                </a:cubicBezTo>
                <a:cubicBezTo>
                  <a:pt x="76385" y="98300"/>
                  <a:pt x="76294" y="98635"/>
                  <a:pt x="76202" y="98270"/>
                </a:cubicBezTo>
                <a:cubicBezTo>
                  <a:pt x="76172" y="99030"/>
                  <a:pt x="76020" y="99820"/>
                  <a:pt x="75777" y="100550"/>
                </a:cubicBezTo>
                <a:cubicBezTo>
                  <a:pt x="75503" y="101370"/>
                  <a:pt x="75078" y="101978"/>
                  <a:pt x="74835" y="101978"/>
                </a:cubicBezTo>
                <a:cubicBezTo>
                  <a:pt x="75291" y="101127"/>
                  <a:pt x="75564" y="100793"/>
                  <a:pt x="75807" y="99881"/>
                </a:cubicBezTo>
                <a:cubicBezTo>
                  <a:pt x="75899" y="99577"/>
                  <a:pt x="75777" y="98999"/>
                  <a:pt x="75655" y="99577"/>
                </a:cubicBezTo>
                <a:cubicBezTo>
                  <a:pt x="75655" y="99212"/>
                  <a:pt x="75716" y="98726"/>
                  <a:pt x="75777" y="98300"/>
                </a:cubicBezTo>
                <a:cubicBezTo>
                  <a:pt x="75807" y="97905"/>
                  <a:pt x="75838" y="97540"/>
                  <a:pt x="75868" y="97176"/>
                </a:cubicBezTo>
                <a:cubicBezTo>
                  <a:pt x="75929" y="96598"/>
                  <a:pt x="75959" y="96021"/>
                  <a:pt x="75929" y="95443"/>
                </a:cubicBezTo>
                <a:cubicBezTo>
                  <a:pt x="76172" y="95686"/>
                  <a:pt x="76081" y="96477"/>
                  <a:pt x="76142" y="96841"/>
                </a:cubicBezTo>
                <a:cubicBezTo>
                  <a:pt x="76294" y="96963"/>
                  <a:pt x="76446" y="96264"/>
                  <a:pt x="76294" y="96203"/>
                </a:cubicBezTo>
                <a:cubicBezTo>
                  <a:pt x="76506" y="95656"/>
                  <a:pt x="76446" y="96780"/>
                  <a:pt x="76415" y="97206"/>
                </a:cubicBezTo>
                <a:cubicBezTo>
                  <a:pt x="76263" y="97510"/>
                  <a:pt x="76202" y="97084"/>
                  <a:pt x="76081" y="96993"/>
                </a:cubicBezTo>
                <a:cubicBezTo>
                  <a:pt x="76051" y="97540"/>
                  <a:pt x="75990" y="98118"/>
                  <a:pt x="75868" y="98635"/>
                </a:cubicBezTo>
                <a:cubicBezTo>
                  <a:pt x="75990" y="98787"/>
                  <a:pt x="76051" y="98543"/>
                  <a:pt x="76081" y="98361"/>
                </a:cubicBezTo>
                <a:cubicBezTo>
                  <a:pt x="76111" y="98179"/>
                  <a:pt x="76142" y="97966"/>
                  <a:pt x="76142" y="97875"/>
                </a:cubicBezTo>
                <a:cubicBezTo>
                  <a:pt x="76172" y="97814"/>
                  <a:pt x="76233" y="98179"/>
                  <a:pt x="76294" y="98088"/>
                </a:cubicBezTo>
                <a:cubicBezTo>
                  <a:pt x="76324" y="97996"/>
                  <a:pt x="76324" y="97388"/>
                  <a:pt x="76537" y="97571"/>
                </a:cubicBezTo>
                <a:cubicBezTo>
                  <a:pt x="76506" y="97723"/>
                  <a:pt x="76598" y="97692"/>
                  <a:pt x="76628" y="97753"/>
                </a:cubicBezTo>
                <a:close/>
                <a:moveTo>
                  <a:pt x="78847" y="90914"/>
                </a:moveTo>
                <a:cubicBezTo>
                  <a:pt x="78665" y="91370"/>
                  <a:pt x="78786" y="91826"/>
                  <a:pt x="78725" y="92221"/>
                </a:cubicBezTo>
                <a:cubicBezTo>
                  <a:pt x="78665" y="92525"/>
                  <a:pt x="78543" y="92343"/>
                  <a:pt x="78573" y="92647"/>
                </a:cubicBezTo>
                <a:cubicBezTo>
                  <a:pt x="78604" y="93011"/>
                  <a:pt x="78573" y="93407"/>
                  <a:pt x="78513" y="93771"/>
                </a:cubicBezTo>
                <a:cubicBezTo>
                  <a:pt x="78452" y="94227"/>
                  <a:pt x="78482" y="94774"/>
                  <a:pt x="78421" y="95382"/>
                </a:cubicBezTo>
                <a:cubicBezTo>
                  <a:pt x="78300" y="95473"/>
                  <a:pt x="78300" y="95777"/>
                  <a:pt x="78178" y="95869"/>
                </a:cubicBezTo>
                <a:cubicBezTo>
                  <a:pt x="77844" y="95869"/>
                  <a:pt x="78026" y="95109"/>
                  <a:pt x="77722" y="95443"/>
                </a:cubicBezTo>
                <a:cubicBezTo>
                  <a:pt x="77631" y="94987"/>
                  <a:pt x="77813" y="94926"/>
                  <a:pt x="77753" y="94501"/>
                </a:cubicBezTo>
                <a:cubicBezTo>
                  <a:pt x="77479" y="94501"/>
                  <a:pt x="77449" y="95139"/>
                  <a:pt x="77418" y="95656"/>
                </a:cubicBezTo>
                <a:cubicBezTo>
                  <a:pt x="77297" y="95656"/>
                  <a:pt x="77297" y="95473"/>
                  <a:pt x="77145" y="95504"/>
                </a:cubicBezTo>
                <a:cubicBezTo>
                  <a:pt x="77297" y="95170"/>
                  <a:pt x="77358" y="94835"/>
                  <a:pt x="77388" y="94470"/>
                </a:cubicBezTo>
                <a:cubicBezTo>
                  <a:pt x="77388" y="94075"/>
                  <a:pt x="77449" y="93650"/>
                  <a:pt x="77540" y="93255"/>
                </a:cubicBezTo>
                <a:cubicBezTo>
                  <a:pt x="77692" y="93255"/>
                  <a:pt x="77631" y="93467"/>
                  <a:pt x="77601" y="93650"/>
                </a:cubicBezTo>
                <a:cubicBezTo>
                  <a:pt x="77570" y="93923"/>
                  <a:pt x="77753" y="94014"/>
                  <a:pt x="77874" y="94166"/>
                </a:cubicBezTo>
                <a:cubicBezTo>
                  <a:pt x="78087" y="93802"/>
                  <a:pt x="77874" y="93802"/>
                  <a:pt x="77844" y="93589"/>
                </a:cubicBezTo>
                <a:cubicBezTo>
                  <a:pt x="77935" y="93163"/>
                  <a:pt x="78087" y="92768"/>
                  <a:pt x="78239" y="92373"/>
                </a:cubicBezTo>
                <a:cubicBezTo>
                  <a:pt x="78391" y="92008"/>
                  <a:pt x="78513" y="91644"/>
                  <a:pt x="78543" y="91248"/>
                </a:cubicBezTo>
                <a:cubicBezTo>
                  <a:pt x="78665" y="91188"/>
                  <a:pt x="78786" y="91066"/>
                  <a:pt x="78847" y="90914"/>
                </a:cubicBezTo>
                <a:close/>
                <a:moveTo>
                  <a:pt x="78269" y="93011"/>
                </a:moveTo>
                <a:cubicBezTo>
                  <a:pt x="78148" y="93011"/>
                  <a:pt x="78117" y="93224"/>
                  <a:pt x="78057" y="93315"/>
                </a:cubicBezTo>
                <a:cubicBezTo>
                  <a:pt x="78300" y="93437"/>
                  <a:pt x="78330" y="92920"/>
                  <a:pt x="78421" y="92616"/>
                </a:cubicBezTo>
                <a:cubicBezTo>
                  <a:pt x="78695" y="91887"/>
                  <a:pt x="78239" y="92707"/>
                  <a:pt x="78269" y="93042"/>
                </a:cubicBezTo>
                <a:close/>
                <a:moveTo>
                  <a:pt x="76841" y="96233"/>
                </a:moveTo>
                <a:cubicBezTo>
                  <a:pt x="76780" y="96203"/>
                  <a:pt x="76810" y="95929"/>
                  <a:pt x="76719" y="95929"/>
                </a:cubicBezTo>
                <a:cubicBezTo>
                  <a:pt x="76567" y="95929"/>
                  <a:pt x="76658" y="96568"/>
                  <a:pt x="76598" y="96841"/>
                </a:cubicBezTo>
                <a:cubicBezTo>
                  <a:pt x="76689" y="96841"/>
                  <a:pt x="76658" y="96659"/>
                  <a:pt x="76689" y="96537"/>
                </a:cubicBezTo>
                <a:cubicBezTo>
                  <a:pt x="76902" y="96477"/>
                  <a:pt x="76993" y="96993"/>
                  <a:pt x="76993" y="96233"/>
                </a:cubicBezTo>
                <a:cubicBezTo>
                  <a:pt x="77145" y="96598"/>
                  <a:pt x="77084" y="96720"/>
                  <a:pt x="77023" y="97236"/>
                </a:cubicBezTo>
                <a:cubicBezTo>
                  <a:pt x="77023" y="97358"/>
                  <a:pt x="76932" y="96841"/>
                  <a:pt x="76962" y="96872"/>
                </a:cubicBezTo>
                <a:cubicBezTo>
                  <a:pt x="76902" y="96811"/>
                  <a:pt x="76962" y="97875"/>
                  <a:pt x="76871" y="98148"/>
                </a:cubicBezTo>
                <a:cubicBezTo>
                  <a:pt x="76719" y="98239"/>
                  <a:pt x="76780" y="97844"/>
                  <a:pt x="76780" y="97571"/>
                </a:cubicBezTo>
                <a:cubicBezTo>
                  <a:pt x="76506" y="96872"/>
                  <a:pt x="76385" y="96112"/>
                  <a:pt x="76476" y="95352"/>
                </a:cubicBezTo>
                <a:cubicBezTo>
                  <a:pt x="76506" y="95443"/>
                  <a:pt x="76567" y="95504"/>
                  <a:pt x="76658" y="95504"/>
                </a:cubicBezTo>
                <a:cubicBezTo>
                  <a:pt x="76598" y="95230"/>
                  <a:pt x="76354" y="95230"/>
                  <a:pt x="76476" y="94714"/>
                </a:cubicBezTo>
                <a:cubicBezTo>
                  <a:pt x="76658" y="94774"/>
                  <a:pt x="76780" y="94714"/>
                  <a:pt x="76780" y="94379"/>
                </a:cubicBezTo>
                <a:cubicBezTo>
                  <a:pt x="77206" y="94592"/>
                  <a:pt x="76902" y="95139"/>
                  <a:pt x="76993" y="95656"/>
                </a:cubicBezTo>
                <a:cubicBezTo>
                  <a:pt x="76810" y="95656"/>
                  <a:pt x="76871" y="95413"/>
                  <a:pt x="76719" y="95656"/>
                </a:cubicBezTo>
                <a:cubicBezTo>
                  <a:pt x="76750" y="95869"/>
                  <a:pt x="76932" y="95777"/>
                  <a:pt x="76841" y="96233"/>
                </a:cubicBezTo>
                <a:close/>
                <a:moveTo>
                  <a:pt x="79698" y="86112"/>
                </a:moveTo>
                <a:cubicBezTo>
                  <a:pt x="79759" y="86203"/>
                  <a:pt x="79455" y="86446"/>
                  <a:pt x="79546" y="86537"/>
                </a:cubicBezTo>
                <a:lnTo>
                  <a:pt x="78938" y="87419"/>
                </a:lnTo>
                <a:cubicBezTo>
                  <a:pt x="78634" y="87814"/>
                  <a:pt x="78391" y="88300"/>
                  <a:pt x="78178" y="88209"/>
                </a:cubicBezTo>
                <a:cubicBezTo>
                  <a:pt x="78300" y="87935"/>
                  <a:pt x="78421" y="88027"/>
                  <a:pt x="78573" y="87692"/>
                </a:cubicBezTo>
                <a:lnTo>
                  <a:pt x="78391" y="87571"/>
                </a:lnTo>
                <a:cubicBezTo>
                  <a:pt x="77996" y="87753"/>
                  <a:pt x="77965" y="88239"/>
                  <a:pt x="77570" y="88817"/>
                </a:cubicBezTo>
                <a:cubicBezTo>
                  <a:pt x="77266" y="88817"/>
                  <a:pt x="77692" y="88391"/>
                  <a:pt x="77813" y="88148"/>
                </a:cubicBezTo>
                <a:cubicBezTo>
                  <a:pt x="77905" y="87905"/>
                  <a:pt x="77935" y="87662"/>
                  <a:pt x="78026" y="87479"/>
                </a:cubicBezTo>
                <a:cubicBezTo>
                  <a:pt x="78421" y="86872"/>
                  <a:pt x="78877" y="86294"/>
                  <a:pt x="79120" y="85838"/>
                </a:cubicBezTo>
                <a:cubicBezTo>
                  <a:pt x="79485" y="85656"/>
                  <a:pt x="79090" y="86081"/>
                  <a:pt x="79303" y="86172"/>
                </a:cubicBezTo>
                <a:cubicBezTo>
                  <a:pt x="78999" y="86081"/>
                  <a:pt x="78452" y="86993"/>
                  <a:pt x="78239" y="87449"/>
                </a:cubicBezTo>
                <a:cubicBezTo>
                  <a:pt x="78452" y="87449"/>
                  <a:pt x="78725" y="87297"/>
                  <a:pt x="78999" y="86963"/>
                </a:cubicBezTo>
                <a:cubicBezTo>
                  <a:pt x="78908" y="86780"/>
                  <a:pt x="78756" y="86872"/>
                  <a:pt x="78573" y="87175"/>
                </a:cubicBezTo>
                <a:cubicBezTo>
                  <a:pt x="78786" y="86659"/>
                  <a:pt x="79333" y="86507"/>
                  <a:pt x="79698" y="86142"/>
                </a:cubicBezTo>
                <a:close/>
                <a:moveTo>
                  <a:pt x="76111" y="101309"/>
                </a:moveTo>
                <a:cubicBezTo>
                  <a:pt x="75990" y="102373"/>
                  <a:pt x="75534" y="102464"/>
                  <a:pt x="74713" y="103680"/>
                </a:cubicBezTo>
                <a:cubicBezTo>
                  <a:pt x="75443" y="102860"/>
                  <a:pt x="75230" y="103437"/>
                  <a:pt x="74561" y="104258"/>
                </a:cubicBezTo>
                <a:cubicBezTo>
                  <a:pt x="74440" y="103923"/>
                  <a:pt x="73801" y="104896"/>
                  <a:pt x="73193" y="105018"/>
                </a:cubicBezTo>
                <a:cubicBezTo>
                  <a:pt x="73315" y="104866"/>
                  <a:pt x="73892" y="104197"/>
                  <a:pt x="73072" y="104835"/>
                </a:cubicBezTo>
                <a:cubicBezTo>
                  <a:pt x="73102" y="104501"/>
                  <a:pt x="74014" y="104045"/>
                  <a:pt x="74440" y="103437"/>
                </a:cubicBezTo>
                <a:cubicBezTo>
                  <a:pt x="74470" y="103711"/>
                  <a:pt x="73619" y="104440"/>
                  <a:pt x="74014" y="104440"/>
                </a:cubicBezTo>
                <a:cubicBezTo>
                  <a:pt x="74196" y="104258"/>
                  <a:pt x="74105" y="104227"/>
                  <a:pt x="74105" y="104136"/>
                </a:cubicBezTo>
                <a:cubicBezTo>
                  <a:pt x="74500" y="103741"/>
                  <a:pt x="74865" y="103285"/>
                  <a:pt x="75169" y="102768"/>
                </a:cubicBezTo>
                <a:cubicBezTo>
                  <a:pt x="75351" y="102434"/>
                  <a:pt x="74713" y="102920"/>
                  <a:pt x="75291" y="101978"/>
                </a:cubicBezTo>
                <a:cubicBezTo>
                  <a:pt x="75655" y="101613"/>
                  <a:pt x="75321" y="103164"/>
                  <a:pt x="76111" y="101309"/>
                </a:cubicBezTo>
                <a:close/>
                <a:moveTo>
                  <a:pt x="83011" y="83467"/>
                </a:moveTo>
                <a:cubicBezTo>
                  <a:pt x="83406" y="83133"/>
                  <a:pt x="83406" y="83376"/>
                  <a:pt x="83680" y="82950"/>
                </a:cubicBezTo>
                <a:cubicBezTo>
                  <a:pt x="83893" y="83102"/>
                  <a:pt x="83072" y="83650"/>
                  <a:pt x="83011" y="83467"/>
                </a:cubicBezTo>
                <a:close/>
                <a:moveTo>
                  <a:pt x="100185" y="19697"/>
                </a:moveTo>
                <a:cubicBezTo>
                  <a:pt x="99820" y="19606"/>
                  <a:pt x="99060" y="18876"/>
                  <a:pt x="98543" y="18481"/>
                </a:cubicBezTo>
                <a:cubicBezTo>
                  <a:pt x="98908" y="18603"/>
                  <a:pt x="99668" y="19363"/>
                  <a:pt x="100185" y="19697"/>
                </a:cubicBezTo>
                <a:close/>
                <a:moveTo>
                  <a:pt x="83011" y="83285"/>
                </a:moveTo>
                <a:cubicBezTo>
                  <a:pt x="82859" y="83528"/>
                  <a:pt x="82646" y="83832"/>
                  <a:pt x="82738" y="84045"/>
                </a:cubicBezTo>
                <a:cubicBezTo>
                  <a:pt x="82342" y="84349"/>
                  <a:pt x="82008" y="84805"/>
                  <a:pt x="81795" y="84683"/>
                </a:cubicBezTo>
                <a:cubicBezTo>
                  <a:pt x="82160" y="84440"/>
                  <a:pt x="82464" y="84136"/>
                  <a:pt x="82707" y="83771"/>
                </a:cubicBezTo>
                <a:cubicBezTo>
                  <a:pt x="82646" y="83741"/>
                  <a:pt x="82525" y="83862"/>
                  <a:pt x="82434" y="83923"/>
                </a:cubicBezTo>
                <a:cubicBezTo>
                  <a:pt x="82525" y="83619"/>
                  <a:pt x="82738" y="83406"/>
                  <a:pt x="83011" y="83285"/>
                </a:cubicBezTo>
                <a:close/>
                <a:moveTo>
                  <a:pt x="100549" y="15563"/>
                </a:moveTo>
                <a:cubicBezTo>
                  <a:pt x="100641" y="15503"/>
                  <a:pt x="100853" y="15594"/>
                  <a:pt x="101066" y="15837"/>
                </a:cubicBezTo>
                <a:cubicBezTo>
                  <a:pt x="101218" y="15685"/>
                  <a:pt x="100975" y="15563"/>
                  <a:pt x="101249" y="15624"/>
                </a:cubicBezTo>
                <a:cubicBezTo>
                  <a:pt x="101765" y="15898"/>
                  <a:pt x="102221" y="16232"/>
                  <a:pt x="102708" y="16566"/>
                </a:cubicBezTo>
                <a:lnTo>
                  <a:pt x="105200" y="18086"/>
                </a:lnTo>
                <a:cubicBezTo>
                  <a:pt x="105322" y="18177"/>
                  <a:pt x="105443" y="18269"/>
                  <a:pt x="105534" y="18390"/>
                </a:cubicBezTo>
                <a:cubicBezTo>
                  <a:pt x="106781" y="19241"/>
                  <a:pt x="108209" y="19879"/>
                  <a:pt x="109547" y="20670"/>
                </a:cubicBezTo>
                <a:cubicBezTo>
                  <a:pt x="109790" y="20822"/>
                  <a:pt x="110063" y="21095"/>
                  <a:pt x="110306" y="21247"/>
                </a:cubicBezTo>
                <a:cubicBezTo>
                  <a:pt x="110458" y="21338"/>
                  <a:pt x="110762" y="21369"/>
                  <a:pt x="110914" y="21490"/>
                </a:cubicBezTo>
                <a:cubicBezTo>
                  <a:pt x="111097" y="21582"/>
                  <a:pt x="111340" y="21855"/>
                  <a:pt x="111553" y="21977"/>
                </a:cubicBezTo>
                <a:cubicBezTo>
                  <a:pt x="112647" y="22615"/>
                  <a:pt x="113711" y="23314"/>
                  <a:pt x="114714" y="24074"/>
                </a:cubicBezTo>
                <a:cubicBezTo>
                  <a:pt x="114471" y="24135"/>
                  <a:pt x="114805" y="24348"/>
                  <a:pt x="114653" y="24439"/>
                </a:cubicBezTo>
                <a:cubicBezTo>
                  <a:pt x="115231" y="24773"/>
                  <a:pt x="114683" y="24317"/>
                  <a:pt x="114866" y="24165"/>
                </a:cubicBezTo>
                <a:cubicBezTo>
                  <a:pt x="115899" y="24864"/>
                  <a:pt x="116325" y="25290"/>
                  <a:pt x="116872" y="25442"/>
                </a:cubicBezTo>
                <a:cubicBezTo>
                  <a:pt x="117297" y="25563"/>
                  <a:pt x="117206" y="25807"/>
                  <a:pt x="117358" y="25928"/>
                </a:cubicBezTo>
                <a:cubicBezTo>
                  <a:pt x="117662" y="26202"/>
                  <a:pt x="118088" y="26263"/>
                  <a:pt x="118331" y="26779"/>
                </a:cubicBezTo>
                <a:cubicBezTo>
                  <a:pt x="118483" y="26293"/>
                  <a:pt x="118817" y="27022"/>
                  <a:pt x="119182" y="27174"/>
                </a:cubicBezTo>
                <a:cubicBezTo>
                  <a:pt x="119030" y="26931"/>
                  <a:pt x="118939" y="26688"/>
                  <a:pt x="118908" y="26415"/>
                </a:cubicBezTo>
                <a:cubicBezTo>
                  <a:pt x="118605" y="26293"/>
                  <a:pt x="118787" y="26658"/>
                  <a:pt x="118331" y="26475"/>
                </a:cubicBezTo>
                <a:cubicBezTo>
                  <a:pt x="117875" y="26141"/>
                  <a:pt x="117936" y="25959"/>
                  <a:pt x="117419" y="25594"/>
                </a:cubicBezTo>
                <a:lnTo>
                  <a:pt x="117601" y="25412"/>
                </a:lnTo>
                <a:cubicBezTo>
                  <a:pt x="117176" y="25016"/>
                  <a:pt x="117267" y="25624"/>
                  <a:pt x="116659" y="25168"/>
                </a:cubicBezTo>
                <a:cubicBezTo>
                  <a:pt x="116720" y="25077"/>
                  <a:pt x="116902" y="25168"/>
                  <a:pt x="116963" y="25077"/>
                </a:cubicBezTo>
                <a:cubicBezTo>
                  <a:pt x="116477" y="24591"/>
                  <a:pt x="116112" y="24682"/>
                  <a:pt x="115838" y="24287"/>
                </a:cubicBezTo>
                <a:cubicBezTo>
                  <a:pt x="115231" y="24104"/>
                  <a:pt x="114653" y="23801"/>
                  <a:pt x="114167" y="23405"/>
                </a:cubicBezTo>
                <a:cubicBezTo>
                  <a:pt x="114501" y="23497"/>
                  <a:pt x="114805" y="23618"/>
                  <a:pt x="115109" y="23831"/>
                </a:cubicBezTo>
                <a:cubicBezTo>
                  <a:pt x="114987" y="23618"/>
                  <a:pt x="114835" y="23436"/>
                  <a:pt x="114683" y="23284"/>
                </a:cubicBezTo>
                <a:cubicBezTo>
                  <a:pt x="114379" y="23071"/>
                  <a:pt x="114714" y="23497"/>
                  <a:pt x="114744" y="23466"/>
                </a:cubicBezTo>
                <a:cubicBezTo>
                  <a:pt x="114592" y="23527"/>
                  <a:pt x="114501" y="23314"/>
                  <a:pt x="114288" y="23253"/>
                </a:cubicBezTo>
                <a:cubicBezTo>
                  <a:pt x="114076" y="23162"/>
                  <a:pt x="113863" y="23375"/>
                  <a:pt x="113528" y="22858"/>
                </a:cubicBezTo>
                <a:cubicBezTo>
                  <a:pt x="113498" y="22615"/>
                  <a:pt x="113863" y="23010"/>
                  <a:pt x="114015" y="23041"/>
                </a:cubicBezTo>
                <a:cubicBezTo>
                  <a:pt x="114167" y="23071"/>
                  <a:pt x="114136" y="22797"/>
                  <a:pt x="114471" y="23010"/>
                </a:cubicBezTo>
                <a:cubicBezTo>
                  <a:pt x="114106" y="22433"/>
                  <a:pt x="113711" y="22372"/>
                  <a:pt x="113164" y="21946"/>
                </a:cubicBezTo>
                <a:cubicBezTo>
                  <a:pt x="112981" y="22220"/>
                  <a:pt x="113680" y="22372"/>
                  <a:pt x="113741" y="22585"/>
                </a:cubicBezTo>
                <a:cubicBezTo>
                  <a:pt x="113741" y="22949"/>
                  <a:pt x="113164" y="22433"/>
                  <a:pt x="112981" y="22494"/>
                </a:cubicBezTo>
                <a:cubicBezTo>
                  <a:pt x="112556" y="22129"/>
                  <a:pt x="112981" y="22342"/>
                  <a:pt x="113042" y="22129"/>
                </a:cubicBezTo>
                <a:cubicBezTo>
                  <a:pt x="112890" y="21734"/>
                  <a:pt x="112617" y="21430"/>
                  <a:pt x="112252" y="21247"/>
                </a:cubicBezTo>
                <a:cubicBezTo>
                  <a:pt x="112404" y="21065"/>
                  <a:pt x="113012" y="21217"/>
                  <a:pt x="113042" y="21521"/>
                </a:cubicBezTo>
                <a:cubicBezTo>
                  <a:pt x="113468" y="21734"/>
                  <a:pt x="112769" y="21187"/>
                  <a:pt x="113103" y="21156"/>
                </a:cubicBezTo>
                <a:cubicBezTo>
                  <a:pt x="113498" y="21217"/>
                  <a:pt x="113741" y="21582"/>
                  <a:pt x="114076" y="21825"/>
                </a:cubicBezTo>
                <a:cubicBezTo>
                  <a:pt x="114288" y="21916"/>
                  <a:pt x="114471" y="22007"/>
                  <a:pt x="114683" y="22129"/>
                </a:cubicBezTo>
                <a:cubicBezTo>
                  <a:pt x="115291" y="22585"/>
                  <a:pt x="115960" y="23223"/>
                  <a:pt x="116659" y="23770"/>
                </a:cubicBezTo>
                <a:cubicBezTo>
                  <a:pt x="116963" y="23983"/>
                  <a:pt x="117085" y="24013"/>
                  <a:pt x="117267" y="24135"/>
                </a:cubicBezTo>
                <a:cubicBezTo>
                  <a:pt x="118209" y="24895"/>
                  <a:pt x="119486" y="26111"/>
                  <a:pt x="120428" y="26992"/>
                </a:cubicBezTo>
                <a:cubicBezTo>
                  <a:pt x="120763" y="27326"/>
                  <a:pt x="121097" y="27722"/>
                  <a:pt x="121401" y="28117"/>
                </a:cubicBezTo>
                <a:cubicBezTo>
                  <a:pt x="123559" y="30518"/>
                  <a:pt x="125322" y="33284"/>
                  <a:pt x="126538" y="36293"/>
                </a:cubicBezTo>
                <a:cubicBezTo>
                  <a:pt x="126629" y="36536"/>
                  <a:pt x="126690" y="36810"/>
                  <a:pt x="126720" y="37053"/>
                </a:cubicBezTo>
                <a:cubicBezTo>
                  <a:pt x="126903" y="37722"/>
                  <a:pt x="127237" y="38299"/>
                  <a:pt x="127480" y="39120"/>
                </a:cubicBezTo>
                <a:cubicBezTo>
                  <a:pt x="127602" y="39637"/>
                  <a:pt x="127723" y="40153"/>
                  <a:pt x="127906" y="40670"/>
                </a:cubicBezTo>
                <a:cubicBezTo>
                  <a:pt x="128088" y="41308"/>
                  <a:pt x="127845" y="41248"/>
                  <a:pt x="127906" y="41704"/>
                </a:cubicBezTo>
                <a:cubicBezTo>
                  <a:pt x="128210" y="42707"/>
                  <a:pt x="128149" y="43892"/>
                  <a:pt x="128301" y="45047"/>
                </a:cubicBezTo>
                <a:cubicBezTo>
                  <a:pt x="128301" y="45442"/>
                  <a:pt x="128027" y="45047"/>
                  <a:pt x="128088" y="44622"/>
                </a:cubicBezTo>
                <a:cubicBezTo>
                  <a:pt x="127966" y="45017"/>
                  <a:pt x="127966" y="45442"/>
                  <a:pt x="128058" y="45837"/>
                </a:cubicBezTo>
                <a:cubicBezTo>
                  <a:pt x="128088" y="46202"/>
                  <a:pt x="128179" y="46445"/>
                  <a:pt x="128240" y="46354"/>
                </a:cubicBezTo>
                <a:cubicBezTo>
                  <a:pt x="128118" y="47114"/>
                  <a:pt x="127966" y="48147"/>
                  <a:pt x="127662" y="48208"/>
                </a:cubicBezTo>
                <a:cubicBezTo>
                  <a:pt x="127814" y="49302"/>
                  <a:pt x="126751" y="50792"/>
                  <a:pt x="126751" y="51734"/>
                </a:cubicBezTo>
                <a:cubicBezTo>
                  <a:pt x="126629" y="52129"/>
                  <a:pt x="126416" y="52160"/>
                  <a:pt x="126355" y="52251"/>
                </a:cubicBezTo>
                <a:cubicBezTo>
                  <a:pt x="126295" y="52494"/>
                  <a:pt x="126234" y="52707"/>
                  <a:pt x="126112" y="52920"/>
                </a:cubicBezTo>
                <a:cubicBezTo>
                  <a:pt x="125474" y="53953"/>
                  <a:pt x="124714" y="54956"/>
                  <a:pt x="123924" y="55898"/>
                </a:cubicBezTo>
                <a:cubicBezTo>
                  <a:pt x="123741" y="56111"/>
                  <a:pt x="123316" y="56658"/>
                  <a:pt x="123377" y="56749"/>
                </a:cubicBezTo>
                <a:cubicBezTo>
                  <a:pt x="123225" y="56901"/>
                  <a:pt x="123194" y="56749"/>
                  <a:pt x="123103" y="56749"/>
                </a:cubicBezTo>
                <a:cubicBezTo>
                  <a:pt x="122556" y="57449"/>
                  <a:pt x="121918" y="58056"/>
                  <a:pt x="121219" y="58604"/>
                </a:cubicBezTo>
                <a:cubicBezTo>
                  <a:pt x="121067" y="58725"/>
                  <a:pt x="121158" y="58756"/>
                  <a:pt x="121158" y="58816"/>
                </a:cubicBezTo>
                <a:cubicBezTo>
                  <a:pt x="120550" y="59181"/>
                  <a:pt x="120398" y="59546"/>
                  <a:pt x="119942" y="59637"/>
                </a:cubicBezTo>
                <a:cubicBezTo>
                  <a:pt x="119608" y="59850"/>
                  <a:pt x="119820" y="59911"/>
                  <a:pt x="119608" y="60093"/>
                </a:cubicBezTo>
                <a:cubicBezTo>
                  <a:pt x="119060" y="60397"/>
                  <a:pt x="118513" y="60731"/>
                  <a:pt x="117966" y="61096"/>
                </a:cubicBezTo>
                <a:cubicBezTo>
                  <a:pt x="117601" y="61339"/>
                  <a:pt x="116963" y="61856"/>
                  <a:pt x="116750" y="62008"/>
                </a:cubicBezTo>
                <a:cubicBezTo>
                  <a:pt x="116477" y="62221"/>
                  <a:pt x="116234" y="62464"/>
                  <a:pt x="115990" y="62646"/>
                </a:cubicBezTo>
                <a:cubicBezTo>
                  <a:pt x="114987" y="63345"/>
                  <a:pt x="113954" y="63923"/>
                  <a:pt x="113133" y="64409"/>
                </a:cubicBezTo>
                <a:cubicBezTo>
                  <a:pt x="112282" y="64895"/>
                  <a:pt x="111644" y="65595"/>
                  <a:pt x="110975" y="65716"/>
                </a:cubicBezTo>
                <a:cubicBezTo>
                  <a:pt x="110762" y="65868"/>
                  <a:pt x="110762" y="65990"/>
                  <a:pt x="110519" y="66142"/>
                </a:cubicBezTo>
                <a:cubicBezTo>
                  <a:pt x="110276" y="66294"/>
                  <a:pt x="110246" y="66233"/>
                  <a:pt x="110094" y="66324"/>
                </a:cubicBezTo>
                <a:cubicBezTo>
                  <a:pt x="109790" y="66537"/>
                  <a:pt x="109425" y="66902"/>
                  <a:pt x="109091" y="67084"/>
                </a:cubicBezTo>
                <a:cubicBezTo>
                  <a:pt x="108331" y="67570"/>
                  <a:pt x="107571" y="67874"/>
                  <a:pt x="106781" y="68391"/>
                </a:cubicBezTo>
                <a:cubicBezTo>
                  <a:pt x="106568" y="68543"/>
                  <a:pt x="106568" y="68604"/>
                  <a:pt x="106385" y="68695"/>
                </a:cubicBezTo>
                <a:cubicBezTo>
                  <a:pt x="106173" y="68847"/>
                  <a:pt x="105929" y="68908"/>
                  <a:pt x="105686" y="69060"/>
                </a:cubicBezTo>
                <a:cubicBezTo>
                  <a:pt x="105474" y="69181"/>
                  <a:pt x="105382" y="69394"/>
                  <a:pt x="105230" y="69485"/>
                </a:cubicBezTo>
                <a:cubicBezTo>
                  <a:pt x="105170" y="69546"/>
                  <a:pt x="104957" y="69576"/>
                  <a:pt x="104805" y="69668"/>
                </a:cubicBezTo>
                <a:cubicBezTo>
                  <a:pt x="104562" y="69820"/>
                  <a:pt x="104562" y="69911"/>
                  <a:pt x="104288" y="70063"/>
                </a:cubicBezTo>
                <a:cubicBezTo>
                  <a:pt x="103255" y="70671"/>
                  <a:pt x="102100" y="71279"/>
                  <a:pt x="101218" y="71917"/>
                </a:cubicBezTo>
                <a:cubicBezTo>
                  <a:pt x="101005" y="72069"/>
                  <a:pt x="100945" y="71978"/>
                  <a:pt x="100793" y="72099"/>
                </a:cubicBezTo>
                <a:cubicBezTo>
                  <a:pt x="100306" y="72403"/>
                  <a:pt x="99820" y="73011"/>
                  <a:pt x="98938" y="73285"/>
                </a:cubicBezTo>
                <a:cubicBezTo>
                  <a:pt x="98543" y="73771"/>
                  <a:pt x="97662" y="74075"/>
                  <a:pt x="96720" y="74713"/>
                </a:cubicBezTo>
                <a:cubicBezTo>
                  <a:pt x="96659" y="74592"/>
                  <a:pt x="97145" y="74409"/>
                  <a:pt x="97024" y="74288"/>
                </a:cubicBezTo>
                <a:cubicBezTo>
                  <a:pt x="96811" y="74379"/>
                  <a:pt x="96628" y="74561"/>
                  <a:pt x="96568" y="74804"/>
                </a:cubicBezTo>
                <a:cubicBezTo>
                  <a:pt x="96264" y="74835"/>
                  <a:pt x="95686" y="75291"/>
                  <a:pt x="95200" y="75564"/>
                </a:cubicBezTo>
                <a:cubicBezTo>
                  <a:pt x="94896" y="75716"/>
                  <a:pt x="95169" y="75807"/>
                  <a:pt x="94926" y="75990"/>
                </a:cubicBezTo>
                <a:cubicBezTo>
                  <a:pt x="93619" y="76841"/>
                  <a:pt x="92373" y="77449"/>
                  <a:pt x="91340" y="78209"/>
                </a:cubicBezTo>
                <a:cubicBezTo>
                  <a:pt x="91066" y="78422"/>
                  <a:pt x="90914" y="78634"/>
                  <a:pt x="90671" y="78817"/>
                </a:cubicBezTo>
                <a:cubicBezTo>
                  <a:pt x="89911" y="79364"/>
                  <a:pt x="89090" y="79820"/>
                  <a:pt x="88330" y="80336"/>
                </a:cubicBezTo>
                <a:cubicBezTo>
                  <a:pt x="88118" y="80519"/>
                  <a:pt x="87905" y="80762"/>
                  <a:pt x="87692" y="80914"/>
                </a:cubicBezTo>
                <a:cubicBezTo>
                  <a:pt x="87449" y="81066"/>
                  <a:pt x="87267" y="81066"/>
                  <a:pt x="87023" y="81218"/>
                </a:cubicBezTo>
                <a:cubicBezTo>
                  <a:pt x="86780" y="81400"/>
                  <a:pt x="86719" y="81552"/>
                  <a:pt x="86507" y="81735"/>
                </a:cubicBezTo>
                <a:cubicBezTo>
                  <a:pt x="85656" y="82373"/>
                  <a:pt x="84683" y="83102"/>
                  <a:pt x="83832" y="83802"/>
                </a:cubicBezTo>
                <a:cubicBezTo>
                  <a:pt x="83649" y="83710"/>
                  <a:pt x="84227" y="83437"/>
                  <a:pt x="84531" y="83102"/>
                </a:cubicBezTo>
                <a:cubicBezTo>
                  <a:pt x="84713" y="82920"/>
                  <a:pt x="85017" y="82251"/>
                  <a:pt x="85291" y="82464"/>
                </a:cubicBezTo>
                <a:cubicBezTo>
                  <a:pt x="85686" y="82160"/>
                  <a:pt x="85412" y="82039"/>
                  <a:pt x="85808" y="81765"/>
                </a:cubicBezTo>
                <a:cubicBezTo>
                  <a:pt x="85899" y="81856"/>
                  <a:pt x="86020" y="81826"/>
                  <a:pt x="86172" y="81765"/>
                </a:cubicBezTo>
                <a:cubicBezTo>
                  <a:pt x="86020" y="81674"/>
                  <a:pt x="86385" y="81218"/>
                  <a:pt x="86811" y="81157"/>
                </a:cubicBezTo>
                <a:cubicBezTo>
                  <a:pt x="86780" y="80853"/>
                  <a:pt x="86324" y="81400"/>
                  <a:pt x="86263" y="81157"/>
                </a:cubicBezTo>
                <a:cubicBezTo>
                  <a:pt x="86993" y="80519"/>
                  <a:pt x="87358" y="80306"/>
                  <a:pt x="87966" y="79789"/>
                </a:cubicBezTo>
                <a:cubicBezTo>
                  <a:pt x="87905" y="79485"/>
                  <a:pt x="87388" y="80093"/>
                  <a:pt x="87388" y="79698"/>
                </a:cubicBezTo>
                <a:cubicBezTo>
                  <a:pt x="88270" y="79212"/>
                  <a:pt x="88665" y="78482"/>
                  <a:pt x="89485" y="78330"/>
                </a:cubicBezTo>
                <a:cubicBezTo>
                  <a:pt x="89698" y="78118"/>
                  <a:pt x="89668" y="78057"/>
                  <a:pt x="89485" y="78057"/>
                </a:cubicBezTo>
                <a:cubicBezTo>
                  <a:pt x="89698" y="77783"/>
                  <a:pt x="90033" y="77905"/>
                  <a:pt x="89972" y="77722"/>
                </a:cubicBezTo>
                <a:cubicBezTo>
                  <a:pt x="90276" y="77540"/>
                  <a:pt x="89941" y="77966"/>
                  <a:pt x="90002" y="78057"/>
                </a:cubicBezTo>
                <a:cubicBezTo>
                  <a:pt x="90671" y="77358"/>
                  <a:pt x="91461" y="76811"/>
                  <a:pt x="92312" y="76385"/>
                </a:cubicBezTo>
                <a:cubicBezTo>
                  <a:pt x="92282" y="76324"/>
                  <a:pt x="92130" y="76415"/>
                  <a:pt x="92039" y="76476"/>
                </a:cubicBezTo>
                <a:cubicBezTo>
                  <a:pt x="92495" y="76172"/>
                  <a:pt x="93619" y="75321"/>
                  <a:pt x="94379" y="75048"/>
                </a:cubicBezTo>
                <a:cubicBezTo>
                  <a:pt x="94865" y="74774"/>
                  <a:pt x="94562" y="74622"/>
                  <a:pt x="95078" y="74379"/>
                </a:cubicBezTo>
                <a:cubicBezTo>
                  <a:pt x="95382" y="74288"/>
                  <a:pt x="95686" y="74166"/>
                  <a:pt x="95929" y="73984"/>
                </a:cubicBezTo>
                <a:cubicBezTo>
                  <a:pt x="96172" y="73862"/>
                  <a:pt x="96172" y="73801"/>
                  <a:pt x="96142" y="73710"/>
                </a:cubicBezTo>
                <a:cubicBezTo>
                  <a:pt x="96446" y="73558"/>
                  <a:pt x="96932" y="73406"/>
                  <a:pt x="96902" y="73163"/>
                </a:cubicBezTo>
                <a:cubicBezTo>
                  <a:pt x="96720" y="73072"/>
                  <a:pt x="96142" y="73589"/>
                  <a:pt x="95808" y="73741"/>
                </a:cubicBezTo>
                <a:cubicBezTo>
                  <a:pt x="95747" y="73558"/>
                  <a:pt x="95595" y="73528"/>
                  <a:pt x="95261" y="73741"/>
                </a:cubicBezTo>
                <a:cubicBezTo>
                  <a:pt x="95169" y="73832"/>
                  <a:pt x="95169" y="73893"/>
                  <a:pt x="95017" y="73984"/>
                </a:cubicBezTo>
                <a:cubicBezTo>
                  <a:pt x="95139" y="73984"/>
                  <a:pt x="95352" y="73832"/>
                  <a:pt x="95413" y="73984"/>
                </a:cubicBezTo>
                <a:cubicBezTo>
                  <a:pt x="92039" y="75868"/>
                  <a:pt x="90762" y="76871"/>
                  <a:pt x="87814" y="78786"/>
                </a:cubicBezTo>
                <a:cubicBezTo>
                  <a:pt x="87601" y="78786"/>
                  <a:pt x="87692" y="78725"/>
                  <a:pt x="87692" y="78604"/>
                </a:cubicBezTo>
                <a:cubicBezTo>
                  <a:pt x="86932" y="79181"/>
                  <a:pt x="86294" y="79698"/>
                  <a:pt x="85656" y="80124"/>
                </a:cubicBezTo>
                <a:cubicBezTo>
                  <a:pt x="85534" y="80245"/>
                  <a:pt x="85656" y="80306"/>
                  <a:pt x="85504" y="80428"/>
                </a:cubicBezTo>
                <a:cubicBezTo>
                  <a:pt x="85169" y="80640"/>
                  <a:pt x="84804" y="80884"/>
                  <a:pt x="84713" y="80610"/>
                </a:cubicBezTo>
                <a:cubicBezTo>
                  <a:pt x="84470" y="80914"/>
                  <a:pt x="84409" y="80944"/>
                  <a:pt x="84653" y="81005"/>
                </a:cubicBezTo>
                <a:cubicBezTo>
                  <a:pt x="84531" y="81066"/>
                  <a:pt x="84440" y="80975"/>
                  <a:pt x="84227" y="81157"/>
                </a:cubicBezTo>
                <a:cubicBezTo>
                  <a:pt x="84105" y="80944"/>
                  <a:pt x="84561" y="80580"/>
                  <a:pt x="84683" y="80276"/>
                </a:cubicBezTo>
                <a:cubicBezTo>
                  <a:pt x="85078" y="80093"/>
                  <a:pt x="85443" y="79850"/>
                  <a:pt x="85777" y="79516"/>
                </a:cubicBezTo>
                <a:cubicBezTo>
                  <a:pt x="86081" y="79577"/>
                  <a:pt x="85382" y="79850"/>
                  <a:pt x="85534" y="79972"/>
                </a:cubicBezTo>
                <a:cubicBezTo>
                  <a:pt x="85868" y="79911"/>
                  <a:pt x="86476" y="79273"/>
                  <a:pt x="86020" y="79333"/>
                </a:cubicBezTo>
                <a:cubicBezTo>
                  <a:pt x="86507" y="79060"/>
                  <a:pt x="86628" y="78695"/>
                  <a:pt x="86963" y="78634"/>
                </a:cubicBezTo>
                <a:cubicBezTo>
                  <a:pt x="87115" y="78695"/>
                  <a:pt x="86871" y="78877"/>
                  <a:pt x="86689" y="78999"/>
                </a:cubicBezTo>
                <a:cubicBezTo>
                  <a:pt x="86963" y="79029"/>
                  <a:pt x="87479" y="78482"/>
                  <a:pt x="87327" y="78361"/>
                </a:cubicBezTo>
                <a:cubicBezTo>
                  <a:pt x="88087" y="77935"/>
                  <a:pt x="88786" y="77449"/>
                  <a:pt x="89455" y="76902"/>
                </a:cubicBezTo>
                <a:cubicBezTo>
                  <a:pt x="89850" y="76689"/>
                  <a:pt x="90093" y="76689"/>
                  <a:pt x="90458" y="76507"/>
                </a:cubicBezTo>
                <a:cubicBezTo>
                  <a:pt x="90580" y="76385"/>
                  <a:pt x="90458" y="76324"/>
                  <a:pt x="90640" y="76203"/>
                </a:cubicBezTo>
                <a:cubicBezTo>
                  <a:pt x="91856" y="75473"/>
                  <a:pt x="93346" y="74409"/>
                  <a:pt x="94470" y="73923"/>
                </a:cubicBezTo>
                <a:cubicBezTo>
                  <a:pt x="94713" y="74045"/>
                  <a:pt x="94075" y="74288"/>
                  <a:pt x="93862" y="74470"/>
                </a:cubicBezTo>
                <a:cubicBezTo>
                  <a:pt x="94440" y="74379"/>
                  <a:pt x="94774" y="73801"/>
                  <a:pt x="94957" y="73558"/>
                </a:cubicBezTo>
                <a:cubicBezTo>
                  <a:pt x="96537" y="72738"/>
                  <a:pt x="98057" y="71856"/>
                  <a:pt x="99516" y="70883"/>
                </a:cubicBezTo>
                <a:cubicBezTo>
                  <a:pt x="99668" y="70914"/>
                  <a:pt x="99942" y="70671"/>
                  <a:pt x="99759" y="70975"/>
                </a:cubicBezTo>
                <a:cubicBezTo>
                  <a:pt x="100215" y="70792"/>
                  <a:pt x="100033" y="70671"/>
                  <a:pt x="100215" y="70519"/>
                </a:cubicBezTo>
                <a:cubicBezTo>
                  <a:pt x="101340" y="69972"/>
                  <a:pt x="102404" y="69333"/>
                  <a:pt x="103467" y="68634"/>
                </a:cubicBezTo>
                <a:cubicBezTo>
                  <a:pt x="103954" y="68330"/>
                  <a:pt x="104562" y="67905"/>
                  <a:pt x="105018" y="67631"/>
                </a:cubicBezTo>
                <a:cubicBezTo>
                  <a:pt x="105443" y="67358"/>
                  <a:pt x="105778" y="67266"/>
                  <a:pt x="106142" y="67023"/>
                </a:cubicBezTo>
                <a:cubicBezTo>
                  <a:pt x="106325" y="66902"/>
                  <a:pt x="106537" y="66689"/>
                  <a:pt x="106781" y="66567"/>
                </a:cubicBezTo>
                <a:cubicBezTo>
                  <a:pt x="106993" y="66446"/>
                  <a:pt x="107145" y="66506"/>
                  <a:pt x="107358" y="66354"/>
                </a:cubicBezTo>
                <a:cubicBezTo>
                  <a:pt x="107601" y="66233"/>
                  <a:pt x="108604" y="65534"/>
                  <a:pt x="108878" y="65291"/>
                </a:cubicBezTo>
                <a:cubicBezTo>
                  <a:pt x="108999" y="65169"/>
                  <a:pt x="108908" y="65108"/>
                  <a:pt x="109091" y="64987"/>
                </a:cubicBezTo>
                <a:cubicBezTo>
                  <a:pt x="109425" y="64895"/>
                  <a:pt x="109759" y="64713"/>
                  <a:pt x="110063" y="64500"/>
                </a:cubicBezTo>
                <a:cubicBezTo>
                  <a:pt x="110489" y="64196"/>
                  <a:pt x="110702" y="64288"/>
                  <a:pt x="110823" y="63953"/>
                </a:cubicBezTo>
                <a:cubicBezTo>
                  <a:pt x="111249" y="63680"/>
                  <a:pt x="111340" y="63832"/>
                  <a:pt x="111826" y="63497"/>
                </a:cubicBezTo>
                <a:cubicBezTo>
                  <a:pt x="111765" y="63436"/>
                  <a:pt x="111553" y="63588"/>
                  <a:pt x="111401" y="63680"/>
                </a:cubicBezTo>
                <a:cubicBezTo>
                  <a:pt x="111401" y="63345"/>
                  <a:pt x="111857" y="63315"/>
                  <a:pt x="112161" y="63133"/>
                </a:cubicBezTo>
                <a:cubicBezTo>
                  <a:pt x="113802" y="62129"/>
                  <a:pt x="115322" y="61157"/>
                  <a:pt x="117480" y="59759"/>
                </a:cubicBezTo>
                <a:cubicBezTo>
                  <a:pt x="118422" y="59151"/>
                  <a:pt x="119304" y="58421"/>
                  <a:pt x="120155" y="57661"/>
                </a:cubicBezTo>
                <a:cubicBezTo>
                  <a:pt x="120398" y="57449"/>
                  <a:pt x="120489" y="57479"/>
                  <a:pt x="120732" y="57266"/>
                </a:cubicBezTo>
                <a:cubicBezTo>
                  <a:pt x="121249" y="56749"/>
                  <a:pt x="121735" y="55990"/>
                  <a:pt x="122161" y="55898"/>
                </a:cubicBezTo>
                <a:cubicBezTo>
                  <a:pt x="122161" y="55686"/>
                  <a:pt x="123164" y="54318"/>
                  <a:pt x="123468" y="54075"/>
                </a:cubicBezTo>
                <a:cubicBezTo>
                  <a:pt x="123529" y="54014"/>
                  <a:pt x="123285" y="54470"/>
                  <a:pt x="123164" y="54561"/>
                </a:cubicBezTo>
                <a:cubicBezTo>
                  <a:pt x="123225" y="54683"/>
                  <a:pt x="123893" y="53801"/>
                  <a:pt x="123559" y="53923"/>
                </a:cubicBezTo>
                <a:cubicBezTo>
                  <a:pt x="123954" y="53588"/>
                  <a:pt x="124258" y="53163"/>
                  <a:pt x="124471" y="52707"/>
                </a:cubicBezTo>
                <a:cubicBezTo>
                  <a:pt x="124410" y="52676"/>
                  <a:pt x="124319" y="52889"/>
                  <a:pt x="124228" y="53011"/>
                </a:cubicBezTo>
                <a:cubicBezTo>
                  <a:pt x="124471" y="52251"/>
                  <a:pt x="125322" y="50883"/>
                  <a:pt x="125565" y="49789"/>
                </a:cubicBezTo>
                <a:cubicBezTo>
                  <a:pt x="125808" y="49454"/>
                  <a:pt x="125991" y="49090"/>
                  <a:pt x="126112" y="48695"/>
                </a:cubicBezTo>
                <a:cubicBezTo>
                  <a:pt x="126295" y="48147"/>
                  <a:pt x="126416" y="47600"/>
                  <a:pt x="126447" y="47023"/>
                </a:cubicBezTo>
                <a:cubicBezTo>
                  <a:pt x="126325" y="47114"/>
                  <a:pt x="126295" y="47995"/>
                  <a:pt x="126082" y="47722"/>
                </a:cubicBezTo>
                <a:cubicBezTo>
                  <a:pt x="126173" y="47327"/>
                  <a:pt x="126203" y="46932"/>
                  <a:pt x="126143" y="46536"/>
                </a:cubicBezTo>
                <a:cubicBezTo>
                  <a:pt x="126143" y="46202"/>
                  <a:pt x="126143" y="45837"/>
                  <a:pt x="126143" y="45229"/>
                </a:cubicBezTo>
                <a:cubicBezTo>
                  <a:pt x="126173" y="44895"/>
                  <a:pt x="126203" y="44530"/>
                  <a:pt x="126234" y="44135"/>
                </a:cubicBezTo>
                <a:cubicBezTo>
                  <a:pt x="126234" y="43770"/>
                  <a:pt x="126203" y="43375"/>
                  <a:pt x="126143" y="42980"/>
                </a:cubicBezTo>
                <a:cubicBezTo>
                  <a:pt x="126234" y="43011"/>
                  <a:pt x="126234" y="43315"/>
                  <a:pt x="126295" y="43527"/>
                </a:cubicBezTo>
                <a:cubicBezTo>
                  <a:pt x="126416" y="43102"/>
                  <a:pt x="126143" y="42281"/>
                  <a:pt x="125991" y="42798"/>
                </a:cubicBezTo>
                <a:cubicBezTo>
                  <a:pt x="125930" y="42372"/>
                  <a:pt x="125899" y="42129"/>
                  <a:pt x="126021" y="42038"/>
                </a:cubicBezTo>
                <a:cubicBezTo>
                  <a:pt x="125596" y="41004"/>
                  <a:pt x="125292" y="39242"/>
                  <a:pt x="124684" y="38086"/>
                </a:cubicBezTo>
                <a:cubicBezTo>
                  <a:pt x="125109" y="38573"/>
                  <a:pt x="124684" y="37235"/>
                  <a:pt x="124349" y="37053"/>
                </a:cubicBezTo>
                <a:cubicBezTo>
                  <a:pt x="124197" y="37235"/>
                  <a:pt x="124927" y="37813"/>
                  <a:pt x="124532" y="37752"/>
                </a:cubicBezTo>
                <a:cubicBezTo>
                  <a:pt x="123863" y="36232"/>
                  <a:pt x="123073" y="34804"/>
                  <a:pt x="122130" y="33436"/>
                </a:cubicBezTo>
                <a:cubicBezTo>
                  <a:pt x="122252" y="33436"/>
                  <a:pt x="122130" y="33254"/>
                  <a:pt x="122222" y="33193"/>
                </a:cubicBezTo>
                <a:cubicBezTo>
                  <a:pt x="122070" y="33071"/>
                  <a:pt x="121887" y="32980"/>
                  <a:pt x="121735" y="32889"/>
                </a:cubicBezTo>
                <a:cubicBezTo>
                  <a:pt x="121310" y="32251"/>
                  <a:pt x="120854" y="31673"/>
                  <a:pt x="120337" y="31126"/>
                </a:cubicBezTo>
                <a:cubicBezTo>
                  <a:pt x="119516" y="30184"/>
                  <a:pt x="118635" y="29150"/>
                  <a:pt x="117662" y="28208"/>
                </a:cubicBezTo>
                <a:cubicBezTo>
                  <a:pt x="117419" y="27995"/>
                  <a:pt x="117085" y="27782"/>
                  <a:pt x="116842" y="27570"/>
                </a:cubicBezTo>
                <a:cubicBezTo>
                  <a:pt x="115413" y="26354"/>
                  <a:pt x="113924" y="25229"/>
                  <a:pt x="112343" y="24196"/>
                </a:cubicBezTo>
                <a:cubicBezTo>
                  <a:pt x="111887" y="23892"/>
                  <a:pt x="111492" y="23740"/>
                  <a:pt x="111066" y="23497"/>
                </a:cubicBezTo>
                <a:cubicBezTo>
                  <a:pt x="110185" y="22949"/>
                  <a:pt x="109395" y="22342"/>
                  <a:pt x="108544" y="21825"/>
                </a:cubicBezTo>
                <a:cubicBezTo>
                  <a:pt x="107480" y="21187"/>
                  <a:pt x="106416" y="20609"/>
                  <a:pt x="105474" y="20001"/>
                </a:cubicBezTo>
                <a:cubicBezTo>
                  <a:pt x="105261" y="19879"/>
                  <a:pt x="105261" y="19788"/>
                  <a:pt x="105018" y="19636"/>
                </a:cubicBezTo>
                <a:cubicBezTo>
                  <a:pt x="104774" y="19484"/>
                  <a:pt x="104622" y="19454"/>
                  <a:pt x="104471" y="19363"/>
                </a:cubicBezTo>
                <a:cubicBezTo>
                  <a:pt x="104136" y="19120"/>
                  <a:pt x="103863" y="18755"/>
                  <a:pt x="103437" y="18724"/>
                </a:cubicBezTo>
                <a:cubicBezTo>
                  <a:pt x="101948" y="17630"/>
                  <a:pt x="101735" y="17539"/>
                  <a:pt x="100367" y="16414"/>
                </a:cubicBezTo>
                <a:cubicBezTo>
                  <a:pt x="100428" y="16293"/>
                  <a:pt x="100580" y="16414"/>
                  <a:pt x="100671" y="16293"/>
                </a:cubicBezTo>
                <a:lnTo>
                  <a:pt x="101583" y="17022"/>
                </a:lnTo>
                <a:cubicBezTo>
                  <a:pt x="101796" y="17205"/>
                  <a:pt x="101765" y="16870"/>
                  <a:pt x="101917" y="16840"/>
                </a:cubicBezTo>
                <a:cubicBezTo>
                  <a:pt x="101674" y="16597"/>
                  <a:pt x="101674" y="16810"/>
                  <a:pt x="101461" y="16688"/>
                </a:cubicBezTo>
                <a:cubicBezTo>
                  <a:pt x="101188" y="16475"/>
                  <a:pt x="101431" y="16506"/>
                  <a:pt x="101340" y="16384"/>
                </a:cubicBezTo>
                <a:cubicBezTo>
                  <a:pt x="101249" y="16293"/>
                  <a:pt x="101097" y="16202"/>
                  <a:pt x="100945" y="16171"/>
                </a:cubicBezTo>
                <a:cubicBezTo>
                  <a:pt x="100732" y="15898"/>
                  <a:pt x="100853" y="15654"/>
                  <a:pt x="100549" y="15563"/>
                </a:cubicBezTo>
                <a:close/>
                <a:moveTo>
                  <a:pt x="93650" y="74652"/>
                </a:moveTo>
                <a:cubicBezTo>
                  <a:pt x="93406" y="74804"/>
                  <a:pt x="92951" y="74713"/>
                  <a:pt x="92829" y="75078"/>
                </a:cubicBezTo>
                <a:cubicBezTo>
                  <a:pt x="93072" y="74896"/>
                  <a:pt x="93528" y="75017"/>
                  <a:pt x="93650" y="74652"/>
                </a:cubicBezTo>
                <a:close/>
                <a:moveTo>
                  <a:pt x="88847" y="78969"/>
                </a:moveTo>
                <a:cubicBezTo>
                  <a:pt x="88543" y="79121"/>
                  <a:pt x="88239" y="79273"/>
                  <a:pt x="87935" y="79455"/>
                </a:cubicBezTo>
                <a:cubicBezTo>
                  <a:pt x="87996" y="79698"/>
                  <a:pt x="88786" y="79333"/>
                  <a:pt x="88847" y="79242"/>
                </a:cubicBezTo>
                <a:cubicBezTo>
                  <a:pt x="88482" y="79455"/>
                  <a:pt x="88969" y="78999"/>
                  <a:pt x="88847" y="78969"/>
                </a:cubicBezTo>
                <a:close/>
                <a:moveTo>
                  <a:pt x="90488" y="78786"/>
                </a:moveTo>
                <a:cubicBezTo>
                  <a:pt x="90367" y="78604"/>
                  <a:pt x="89516" y="79090"/>
                  <a:pt x="89425" y="79333"/>
                </a:cubicBezTo>
                <a:cubicBezTo>
                  <a:pt x="89820" y="79212"/>
                  <a:pt x="90185" y="79029"/>
                  <a:pt x="90488" y="78786"/>
                </a:cubicBezTo>
                <a:close/>
                <a:moveTo>
                  <a:pt x="94683" y="75868"/>
                </a:moveTo>
                <a:cubicBezTo>
                  <a:pt x="94379" y="76020"/>
                  <a:pt x="93528" y="76385"/>
                  <a:pt x="93558" y="76628"/>
                </a:cubicBezTo>
                <a:cubicBezTo>
                  <a:pt x="93984" y="76263"/>
                  <a:pt x="94410" y="76263"/>
                  <a:pt x="94683" y="75868"/>
                </a:cubicBezTo>
                <a:close/>
                <a:moveTo>
                  <a:pt x="97297" y="72525"/>
                </a:moveTo>
                <a:cubicBezTo>
                  <a:pt x="97024" y="72494"/>
                  <a:pt x="96112" y="73315"/>
                  <a:pt x="96416" y="73224"/>
                </a:cubicBezTo>
                <a:cubicBezTo>
                  <a:pt x="96446" y="73011"/>
                  <a:pt x="97267" y="72707"/>
                  <a:pt x="97297" y="72525"/>
                </a:cubicBezTo>
                <a:close/>
                <a:moveTo>
                  <a:pt x="106933" y="68057"/>
                </a:moveTo>
                <a:cubicBezTo>
                  <a:pt x="106598" y="68178"/>
                  <a:pt x="106264" y="68391"/>
                  <a:pt x="106051" y="68695"/>
                </a:cubicBezTo>
                <a:cubicBezTo>
                  <a:pt x="106355" y="68543"/>
                  <a:pt x="106993" y="68300"/>
                  <a:pt x="106933" y="68057"/>
                </a:cubicBezTo>
                <a:close/>
                <a:moveTo>
                  <a:pt x="110884" y="65534"/>
                </a:moveTo>
                <a:cubicBezTo>
                  <a:pt x="110762" y="65412"/>
                  <a:pt x="110550" y="65807"/>
                  <a:pt x="110550" y="65899"/>
                </a:cubicBezTo>
                <a:lnTo>
                  <a:pt x="111765" y="65169"/>
                </a:lnTo>
                <a:cubicBezTo>
                  <a:pt x="111765" y="64865"/>
                  <a:pt x="111188" y="65382"/>
                  <a:pt x="110884" y="65534"/>
                </a:cubicBezTo>
                <a:close/>
                <a:moveTo>
                  <a:pt x="126021" y="51005"/>
                </a:moveTo>
                <a:cubicBezTo>
                  <a:pt x="125839" y="51309"/>
                  <a:pt x="125747" y="51673"/>
                  <a:pt x="125808" y="52008"/>
                </a:cubicBezTo>
                <a:cubicBezTo>
                  <a:pt x="126021" y="51552"/>
                  <a:pt x="126203" y="51065"/>
                  <a:pt x="126021" y="51005"/>
                </a:cubicBezTo>
                <a:close/>
                <a:moveTo>
                  <a:pt x="125747" y="49819"/>
                </a:moveTo>
                <a:cubicBezTo>
                  <a:pt x="125626" y="50579"/>
                  <a:pt x="124684" y="51825"/>
                  <a:pt x="124866" y="52190"/>
                </a:cubicBezTo>
                <a:cubicBezTo>
                  <a:pt x="125261" y="51552"/>
                  <a:pt x="125018" y="51947"/>
                  <a:pt x="125048" y="51643"/>
                </a:cubicBezTo>
                <a:cubicBezTo>
                  <a:pt x="125140" y="51035"/>
                  <a:pt x="126173" y="50062"/>
                  <a:pt x="125747" y="49819"/>
                </a:cubicBezTo>
                <a:close/>
                <a:moveTo>
                  <a:pt x="126355" y="45594"/>
                </a:moveTo>
                <a:cubicBezTo>
                  <a:pt x="126234" y="45959"/>
                  <a:pt x="126234" y="46780"/>
                  <a:pt x="126477" y="46780"/>
                </a:cubicBezTo>
                <a:cubicBezTo>
                  <a:pt x="126568" y="46385"/>
                  <a:pt x="126507" y="45959"/>
                  <a:pt x="126355" y="45594"/>
                </a:cubicBezTo>
                <a:close/>
                <a:moveTo>
                  <a:pt x="126477" y="45199"/>
                </a:moveTo>
                <a:cubicBezTo>
                  <a:pt x="126447" y="44652"/>
                  <a:pt x="126629" y="44622"/>
                  <a:pt x="126599" y="44044"/>
                </a:cubicBezTo>
                <a:cubicBezTo>
                  <a:pt x="126355" y="43831"/>
                  <a:pt x="126325" y="45017"/>
                  <a:pt x="126477" y="45229"/>
                </a:cubicBezTo>
                <a:close/>
                <a:moveTo>
                  <a:pt x="126264" y="36840"/>
                </a:moveTo>
                <a:lnTo>
                  <a:pt x="126538" y="37570"/>
                </a:lnTo>
                <a:cubicBezTo>
                  <a:pt x="126963" y="37752"/>
                  <a:pt x="126386" y="36567"/>
                  <a:pt x="126264" y="36871"/>
                </a:cubicBezTo>
                <a:close/>
                <a:moveTo>
                  <a:pt x="124896" y="34348"/>
                </a:moveTo>
                <a:cubicBezTo>
                  <a:pt x="125474" y="35169"/>
                  <a:pt x="124896" y="34986"/>
                  <a:pt x="125352" y="35776"/>
                </a:cubicBezTo>
                <a:cubicBezTo>
                  <a:pt x="125565" y="35685"/>
                  <a:pt x="125292" y="35108"/>
                  <a:pt x="125231" y="34804"/>
                </a:cubicBezTo>
                <a:cubicBezTo>
                  <a:pt x="125322" y="34500"/>
                  <a:pt x="125596" y="35320"/>
                  <a:pt x="125687" y="35017"/>
                </a:cubicBezTo>
                <a:cubicBezTo>
                  <a:pt x="125352" y="34439"/>
                  <a:pt x="125140" y="34500"/>
                  <a:pt x="124896" y="34348"/>
                </a:cubicBezTo>
                <a:close/>
                <a:moveTo>
                  <a:pt x="122009" y="29120"/>
                </a:moveTo>
                <a:cubicBezTo>
                  <a:pt x="121857" y="28937"/>
                  <a:pt x="121674" y="28725"/>
                  <a:pt x="121522" y="28573"/>
                </a:cubicBezTo>
                <a:cubicBezTo>
                  <a:pt x="121219" y="28633"/>
                  <a:pt x="121918" y="29393"/>
                  <a:pt x="122009" y="29120"/>
                </a:cubicBezTo>
                <a:close/>
                <a:moveTo>
                  <a:pt x="120732" y="28725"/>
                </a:moveTo>
                <a:cubicBezTo>
                  <a:pt x="120945" y="29029"/>
                  <a:pt x="121249" y="29302"/>
                  <a:pt x="121583" y="29454"/>
                </a:cubicBezTo>
                <a:cubicBezTo>
                  <a:pt x="121492" y="29363"/>
                  <a:pt x="121431" y="29211"/>
                  <a:pt x="121431" y="29089"/>
                </a:cubicBezTo>
                <a:cubicBezTo>
                  <a:pt x="121127" y="28755"/>
                  <a:pt x="120884" y="28633"/>
                  <a:pt x="120732" y="28755"/>
                </a:cubicBezTo>
                <a:close/>
                <a:moveTo>
                  <a:pt x="114076" y="22433"/>
                </a:moveTo>
                <a:cubicBezTo>
                  <a:pt x="113893" y="22129"/>
                  <a:pt x="113893" y="21886"/>
                  <a:pt x="113498" y="21551"/>
                </a:cubicBezTo>
                <a:cubicBezTo>
                  <a:pt x="113103" y="21582"/>
                  <a:pt x="113772" y="21977"/>
                  <a:pt x="113863" y="22129"/>
                </a:cubicBezTo>
                <a:cubicBezTo>
                  <a:pt x="113924" y="22190"/>
                  <a:pt x="113772" y="22220"/>
                  <a:pt x="113802" y="22250"/>
                </a:cubicBezTo>
                <a:cubicBezTo>
                  <a:pt x="113802" y="22250"/>
                  <a:pt x="114045" y="22524"/>
                  <a:pt x="114045" y="22494"/>
                </a:cubicBezTo>
                <a:cubicBezTo>
                  <a:pt x="114167" y="22676"/>
                  <a:pt x="114379" y="22767"/>
                  <a:pt x="114531" y="22949"/>
                </a:cubicBezTo>
                <a:cubicBezTo>
                  <a:pt x="114805" y="22858"/>
                  <a:pt x="114319" y="22615"/>
                  <a:pt x="114076" y="22433"/>
                </a:cubicBezTo>
                <a:close/>
                <a:moveTo>
                  <a:pt x="115170" y="22949"/>
                </a:moveTo>
                <a:lnTo>
                  <a:pt x="115869" y="23466"/>
                </a:lnTo>
                <a:cubicBezTo>
                  <a:pt x="116203" y="23436"/>
                  <a:pt x="115079" y="22615"/>
                  <a:pt x="115170" y="22949"/>
                </a:cubicBezTo>
                <a:close/>
                <a:moveTo>
                  <a:pt x="116112" y="24256"/>
                </a:moveTo>
                <a:cubicBezTo>
                  <a:pt x="116203" y="23861"/>
                  <a:pt x="115413" y="23679"/>
                  <a:pt x="115322" y="23314"/>
                </a:cubicBezTo>
                <a:cubicBezTo>
                  <a:pt x="115261" y="23466"/>
                  <a:pt x="114866" y="23101"/>
                  <a:pt x="114775" y="23193"/>
                </a:cubicBezTo>
                <a:cubicBezTo>
                  <a:pt x="115261" y="23618"/>
                  <a:pt x="115565" y="23709"/>
                  <a:pt x="116112" y="24256"/>
                </a:cubicBezTo>
                <a:close/>
                <a:moveTo>
                  <a:pt x="117601" y="24621"/>
                </a:moveTo>
                <a:cubicBezTo>
                  <a:pt x="117328" y="24287"/>
                  <a:pt x="117146" y="24408"/>
                  <a:pt x="116842" y="24196"/>
                </a:cubicBezTo>
                <a:cubicBezTo>
                  <a:pt x="116690" y="24104"/>
                  <a:pt x="116264" y="23466"/>
                  <a:pt x="116112" y="23740"/>
                </a:cubicBezTo>
                <a:cubicBezTo>
                  <a:pt x="116294" y="23983"/>
                  <a:pt x="117449" y="24864"/>
                  <a:pt x="117601" y="24621"/>
                </a:cubicBezTo>
                <a:close/>
                <a:moveTo>
                  <a:pt x="119729" y="26658"/>
                </a:moveTo>
                <a:cubicBezTo>
                  <a:pt x="119395" y="26384"/>
                  <a:pt x="118969" y="26050"/>
                  <a:pt x="118848" y="26232"/>
                </a:cubicBezTo>
                <a:cubicBezTo>
                  <a:pt x="119243" y="26475"/>
                  <a:pt x="119608" y="26840"/>
                  <a:pt x="119729" y="26658"/>
                </a:cubicBezTo>
                <a:close/>
                <a:moveTo>
                  <a:pt x="104805" y="18664"/>
                </a:moveTo>
                <a:cubicBezTo>
                  <a:pt x="104774" y="18816"/>
                  <a:pt x="104683" y="18937"/>
                  <a:pt x="105018" y="19150"/>
                </a:cubicBezTo>
                <a:cubicBezTo>
                  <a:pt x="105322" y="19180"/>
                  <a:pt x="105413" y="19150"/>
                  <a:pt x="105382" y="18876"/>
                </a:cubicBezTo>
                <a:cubicBezTo>
                  <a:pt x="105078" y="18603"/>
                  <a:pt x="105048" y="18816"/>
                  <a:pt x="104805" y="18664"/>
                </a:cubicBezTo>
                <a:close/>
                <a:moveTo>
                  <a:pt x="102829" y="17782"/>
                </a:moveTo>
                <a:cubicBezTo>
                  <a:pt x="102920" y="17873"/>
                  <a:pt x="102981" y="17965"/>
                  <a:pt x="103012" y="18086"/>
                </a:cubicBezTo>
                <a:cubicBezTo>
                  <a:pt x="102860" y="17995"/>
                  <a:pt x="102677" y="17873"/>
                  <a:pt x="102829" y="18056"/>
                </a:cubicBezTo>
                <a:cubicBezTo>
                  <a:pt x="103194" y="18117"/>
                  <a:pt x="103224" y="18390"/>
                  <a:pt x="103680" y="18664"/>
                </a:cubicBezTo>
                <a:cubicBezTo>
                  <a:pt x="103923" y="18451"/>
                  <a:pt x="103346" y="18177"/>
                  <a:pt x="103042" y="18025"/>
                </a:cubicBezTo>
                <a:cubicBezTo>
                  <a:pt x="103133" y="17965"/>
                  <a:pt x="102981" y="17752"/>
                  <a:pt x="102829" y="17782"/>
                </a:cubicBezTo>
                <a:close/>
                <a:moveTo>
                  <a:pt x="81127" y="84379"/>
                </a:moveTo>
                <a:cubicBezTo>
                  <a:pt x="80823" y="84744"/>
                  <a:pt x="80579" y="85169"/>
                  <a:pt x="80397" y="85625"/>
                </a:cubicBezTo>
                <a:cubicBezTo>
                  <a:pt x="80093" y="85808"/>
                  <a:pt x="79789" y="85960"/>
                  <a:pt x="79455" y="86112"/>
                </a:cubicBezTo>
                <a:cubicBezTo>
                  <a:pt x="79455" y="85716"/>
                  <a:pt x="79850" y="85169"/>
                  <a:pt x="80154" y="84622"/>
                </a:cubicBezTo>
                <a:cubicBezTo>
                  <a:pt x="80093" y="84987"/>
                  <a:pt x="79941" y="85321"/>
                  <a:pt x="79728" y="85595"/>
                </a:cubicBezTo>
                <a:cubicBezTo>
                  <a:pt x="79820" y="85747"/>
                  <a:pt x="80002" y="85595"/>
                  <a:pt x="80215" y="85291"/>
                </a:cubicBezTo>
                <a:cubicBezTo>
                  <a:pt x="80002" y="84987"/>
                  <a:pt x="80883" y="83437"/>
                  <a:pt x="81431" y="83680"/>
                </a:cubicBezTo>
                <a:cubicBezTo>
                  <a:pt x="81187" y="83923"/>
                  <a:pt x="81035" y="83923"/>
                  <a:pt x="80944" y="84197"/>
                </a:cubicBezTo>
                <a:cubicBezTo>
                  <a:pt x="81552" y="83984"/>
                  <a:pt x="82038" y="82859"/>
                  <a:pt x="82555" y="82768"/>
                </a:cubicBezTo>
                <a:lnTo>
                  <a:pt x="82373" y="82555"/>
                </a:lnTo>
                <a:cubicBezTo>
                  <a:pt x="81947" y="82890"/>
                  <a:pt x="81917" y="83102"/>
                  <a:pt x="81583" y="83406"/>
                </a:cubicBezTo>
                <a:cubicBezTo>
                  <a:pt x="81066" y="83346"/>
                  <a:pt x="82342" y="82191"/>
                  <a:pt x="82525" y="82312"/>
                </a:cubicBezTo>
                <a:cubicBezTo>
                  <a:pt x="82768" y="81978"/>
                  <a:pt x="83072" y="81704"/>
                  <a:pt x="83406" y="81522"/>
                </a:cubicBezTo>
                <a:cubicBezTo>
                  <a:pt x="83376" y="81704"/>
                  <a:pt x="83072" y="81978"/>
                  <a:pt x="83133" y="82130"/>
                </a:cubicBezTo>
                <a:cubicBezTo>
                  <a:pt x="82950" y="82312"/>
                  <a:pt x="82920" y="82008"/>
                  <a:pt x="82677" y="82251"/>
                </a:cubicBezTo>
                <a:cubicBezTo>
                  <a:pt x="82555" y="82434"/>
                  <a:pt x="82798" y="82464"/>
                  <a:pt x="82616" y="82616"/>
                </a:cubicBezTo>
                <a:cubicBezTo>
                  <a:pt x="82707" y="82647"/>
                  <a:pt x="82920" y="82403"/>
                  <a:pt x="83072" y="82282"/>
                </a:cubicBezTo>
                <a:cubicBezTo>
                  <a:pt x="83133" y="82616"/>
                  <a:pt x="82738" y="83072"/>
                  <a:pt x="82373" y="83406"/>
                </a:cubicBezTo>
                <a:cubicBezTo>
                  <a:pt x="82008" y="83771"/>
                  <a:pt x="81491" y="83984"/>
                  <a:pt x="81127" y="84379"/>
                </a:cubicBezTo>
                <a:close/>
                <a:moveTo>
                  <a:pt x="81856" y="84926"/>
                </a:moveTo>
                <a:lnTo>
                  <a:pt x="81583" y="85200"/>
                </a:lnTo>
                <a:cubicBezTo>
                  <a:pt x="81704" y="84865"/>
                  <a:pt x="81339" y="85261"/>
                  <a:pt x="81248" y="85078"/>
                </a:cubicBezTo>
                <a:cubicBezTo>
                  <a:pt x="81522" y="84744"/>
                  <a:pt x="81704" y="84835"/>
                  <a:pt x="81856" y="84926"/>
                </a:cubicBezTo>
                <a:close/>
                <a:moveTo>
                  <a:pt x="83285" y="82950"/>
                </a:moveTo>
                <a:cubicBezTo>
                  <a:pt x="83497" y="82738"/>
                  <a:pt x="83710" y="82555"/>
                  <a:pt x="83953" y="82403"/>
                </a:cubicBezTo>
                <a:cubicBezTo>
                  <a:pt x="84014" y="82495"/>
                  <a:pt x="83254" y="83224"/>
                  <a:pt x="83285" y="8295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6"/>
          <p:cNvSpPr txBox="1"/>
          <p:nvPr>
            <p:ph type="title"/>
          </p:nvPr>
        </p:nvSpPr>
        <p:spPr>
          <a:xfrm>
            <a:off x="2093350" y="1560500"/>
            <a:ext cx="3757500" cy="6033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b="1" sz="3800">
                <a:latin typeface="Poiret One"/>
                <a:ea typeface="Poiret One"/>
                <a:cs typeface="Poiret One"/>
                <a:sym typeface="Poiret 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34" name="Google Shape;934;p26"/>
          <p:cNvSpPr txBox="1"/>
          <p:nvPr>
            <p:ph idx="1" type="body"/>
          </p:nvPr>
        </p:nvSpPr>
        <p:spPr>
          <a:xfrm>
            <a:off x="2093350" y="2163750"/>
            <a:ext cx="5257800" cy="1571700"/>
          </a:xfrm>
          <a:prstGeom prst="rect">
            <a:avLst/>
          </a:prstGeom>
        </p:spPr>
        <p:txBody>
          <a:bodyPr anchorCtr="0" anchor="ctr" bIns="91425" lIns="91425" spcFirstLastPara="1" rIns="91425" wrap="square" tIns="91425">
            <a:noAutofit/>
          </a:bodyPr>
          <a:lstStyle>
            <a:lvl1pPr indent="-304800" lvl="0" marL="457200" rtl="0">
              <a:lnSpc>
                <a:spcPct val="100000"/>
              </a:lnSpc>
              <a:spcBef>
                <a:spcPts val="0"/>
              </a:spcBef>
              <a:spcAft>
                <a:spcPts val="0"/>
              </a:spcAft>
              <a:buSzPts val="1200"/>
              <a:buChar char="●"/>
              <a:defRPr sz="1600"/>
            </a:lvl1pPr>
            <a:lvl2pPr indent="-304800" lvl="1" marL="914400" rtl="0">
              <a:spcBef>
                <a:spcPts val="0"/>
              </a:spcBef>
              <a:spcAft>
                <a:spcPts val="0"/>
              </a:spcAft>
              <a:buSzPts val="1200"/>
              <a:buChar char="○"/>
              <a:defRPr sz="1200"/>
            </a:lvl2pPr>
            <a:lvl3pPr indent="-304800" lvl="2" marL="1371600" rtl="0">
              <a:spcBef>
                <a:spcPts val="0"/>
              </a:spcBef>
              <a:spcAft>
                <a:spcPts val="0"/>
              </a:spcAft>
              <a:buSzPts val="1200"/>
              <a:buChar char="■"/>
              <a:defRPr sz="1200"/>
            </a:lvl3pPr>
            <a:lvl4pPr indent="-304800" lvl="3" marL="1828800" rtl="0">
              <a:spcBef>
                <a:spcPts val="0"/>
              </a:spcBef>
              <a:spcAft>
                <a:spcPts val="0"/>
              </a:spcAft>
              <a:buSzPts val="1200"/>
              <a:buChar char="●"/>
              <a:defRPr sz="1200"/>
            </a:lvl4pPr>
            <a:lvl5pPr indent="-304800" lvl="4" marL="2286000" rtl="0">
              <a:spcBef>
                <a:spcPts val="0"/>
              </a:spcBef>
              <a:spcAft>
                <a:spcPts val="0"/>
              </a:spcAft>
              <a:buSzPts val="1200"/>
              <a:buChar char="○"/>
              <a:defRPr sz="1200"/>
            </a:lvl5pPr>
            <a:lvl6pPr indent="-304800" lvl="5" marL="2743200" rtl="0">
              <a:spcBef>
                <a:spcPts val="0"/>
              </a:spcBef>
              <a:spcAft>
                <a:spcPts val="0"/>
              </a:spcAft>
              <a:buSzPts val="1200"/>
              <a:buChar char="■"/>
              <a:defRPr sz="1200"/>
            </a:lvl6pPr>
            <a:lvl7pPr indent="-304800" lvl="6" marL="3200400" rtl="0">
              <a:spcBef>
                <a:spcPts val="0"/>
              </a:spcBef>
              <a:spcAft>
                <a:spcPts val="0"/>
              </a:spcAft>
              <a:buSzPts val="1200"/>
              <a:buChar char="●"/>
              <a:defRPr sz="1200"/>
            </a:lvl7pPr>
            <a:lvl8pPr indent="-304800" lvl="7" marL="3657600" rtl="0">
              <a:spcBef>
                <a:spcPts val="0"/>
              </a:spcBef>
              <a:spcAft>
                <a:spcPts val="0"/>
              </a:spcAft>
              <a:buSzPts val="1200"/>
              <a:buChar char="○"/>
              <a:defRPr sz="1200"/>
            </a:lvl8pPr>
            <a:lvl9pPr indent="-304800" lvl="8" marL="4114800" rtl="0">
              <a:spcBef>
                <a:spcPts val="0"/>
              </a:spcBef>
              <a:spcAft>
                <a:spcPts val="0"/>
              </a:spcAft>
              <a:buSzPts val="1200"/>
              <a:buChar char="■"/>
              <a:defRPr sz="1200"/>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3">
    <p:spTree>
      <p:nvGrpSpPr>
        <p:cNvPr id="935" name="Shape 935"/>
        <p:cNvGrpSpPr/>
        <p:nvPr/>
      </p:nvGrpSpPr>
      <p:grpSpPr>
        <a:xfrm>
          <a:off x="0" y="0"/>
          <a:ext cx="0" cy="0"/>
          <a:chOff x="0" y="0"/>
          <a:chExt cx="0" cy="0"/>
        </a:xfrm>
      </p:grpSpPr>
      <p:grpSp>
        <p:nvGrpSpPr>
          <p:cNvPr id="936" name="Google Shape;936;p27"/>
          <p:cNvGrpSpPr/>
          <p:nvPr/>
        </p:nvGrpSpPr>
        <p:grpSpPr>
          <a:xfrm>
            <a:off x="-253915" y="1633739"/>
            <a:ext cx="1315177" cy="4258930"/>
            <a:chOff x="2278800" y="6962750"/>
            <a:chExt cx="725575" cy="2349625"/>
          </a:xfrm>
        </p:grpSpPr>
        <p:sp>
          <p:nvSpPr>
            <p:cNvPr id="937" name="Google Shape;937;p27"/>
            <p:cNvSpPr/>
            <p:nvPr/>
          </p:nvSpPr>
          <p:spPr>
            <a:xfrm rot="-5400000">
              <a:off x="1551888" y="7859888"/>
              <a:ext cx="2179400" cy="725575"/>
            </a:xfrm>
            <a:custGeom>
              <a:rect b="b" l="l" r="r" t="t"/>
              <a:pathLst>
                <a:path extrusionOk="0" h="29023" w="87176">
                  <a:moveTo>
                    <a:pt x="19879" y="1440"/>
                  </a:moveTo>
                  <a:cubicBezTo>
                    <a:pt x="19879" y="1440"/>
                    <a:pt x="19879" y="1442"/>
                    <a:pt x="19879" y="1445"/>
                  </a:cubicBezTo>
                  <a:lnTo>
                    <a:pt x="19879" y="1475"/>
                  </a:lnTo>
                  <a:cubicBezTo>
                    <a:pt x="19880" y="1478"/>
                    <a:pt x="19881" y="1480"/>
                    <a:pt x="19882" y="1483"/>
                  </a:cubicBezTo>
                  <a:lnTo>
                    <a:pt x="19882" y="1483"/>
                  </a:lnTo>
                  <a:cubicBezTo>
                    <a:pt x="19880" y="1457"/>
                    <a:pt x="19880" y="1440"/>
                    <a:pt x="19879" y="1440"/>
                  </a:cubicBezTo>
                  <a:close/>
                  <a:moveTo>
                    <a:pt x="25705" y="2387"/>
                  </a:moveTo>
                  <a:cubicBezTo>
                    <a:pt x="25697" y="2403"/>
                    <a:pt x="25690" y="2423"/>
                    <a:pt x="25685" y="2448"/>
                  </a:cubicBezTo>
                  <a:lnTo>
                    <a:pt x="25685" y="2478"/>
                  </a:lnTo>
                  <a:cubicBezTo>
                    <a:pt x="25674" y="2484"/>
                    <a:pt x="25662" y="2487"/>
                    <a:pt x="25649" y="2487"/>
                  </a:cubicBezTo>
                  <a:cubicBezTo>
                    <a:pt x="25593" y="2487"/>
                    <a:pt x="25527" y="2437"/>
                    <a:pt x="25503" y="2387"/>
                  </a:cubicBezTo>
                  <a:close/>
                  <a:moveTo>
                    <a:pt x="74956" y="3896"/>
                  </a:moveTo>
                  <a:cubicBezTo>
                    <a:pt x="74969" y="3896"/>
                    <a:pt x="74980" y="3900"/>
                    <a:pt x="74987" y="3907"/>
                  </a:cubicBezTo>
                  <a:cubicBezTo>
                    <a:pt x="75017" y="3937"/>
                    <a:pt x="74926" y="4089"/>
                    <a:pt x="74896" y="4181"/>
                  </a:cubicBezTo>
                  <a:cubicBezTo>
                    <a:pt x="74835" y="4241"/>
                    <a:pt x="74774" y="4272"/>
                    <a:pt x="74744" y="4272"/>
                  </a:cubicBezTo>
                  <a:lnTo>
                    <a:pt x="74713" y="4272"/>
                  </a:lnTo>
                  <a:cubicBezTo>
                    <a:pt x="74683" y="4241"/>
                    <a:pt x="74500" y="4211"/>
                    <a:pt x="74470" y="4120"/>
                  </a:cubicBezTo>
                  <a:lnTo>
                    <a:pt x="74683" y="4059"/>
                  </a:lnTo>
                  <a:lnTo>
                    <a:pt x="74774" y="4029"/>
                  </a:lnTo>
                  <a:cubicBezTo>
                    <a:pt x="74844" y="3936"/>
                    <a:pt x="74913" y="3896"/>
                    <a:pt x="74956" y="3896"/>
                  </a:cubicBezTo>
                  <a:close/>
                  <a:moveTo>
                    <a:pt x="42737" y="6582"/>
                  </a:moveTo>
                  <a:lnTo>
                    <a:pt x="42828" y="6612"/>
                  </a:lnTo>
                  <a:cubicBezTo>
                    <a:pt x="42980" y="6643"/>
                    <a:pt x="42950" y="6764"/>
                    <a:pt x="42798" y="6825"/>
                  </a:cubicBezTo>
                  <a:lnTo>
                    <a:pt x="42676" y="6916"/>
                  </a:lnTo>
                  <a:cubicBezTo>
                    <a:pt x="42653" y="6924"/>
                    <a:pt x="42627" y="6928"/>
                    <a:pt x="42598" y="6928"/>
                  </a:cubicBezTo>
                  <a:cubicBezTo>
                    <a:pt x="42513" y="6928"/>
                    <a:pt x="42410" y="6893"/>
                    <a:pt x="42342" y="6825"/>
                  </a:cubicBezTo>
                  <a:cubicBezTo>
                    <a:pt x="42342" y="6795"/>
                    <a:pt x="42342" y="6764"/>
                    <a:pt x="42372" y="6734"/>
                  </a:cubicBezTo>
                  <a:cubicBezTo>
                    <a:pt x="42494" y="6703"/>
                    <a:pt x="42676" y="6764"/>
                    <a:pt x="42676" y="6582"/>
                  </a:cubicBezTo>
                  <a:close/>
                  <a:moveTo>
                    <a:pt x="39244" y="7458"/>
                  </a:moveTo>
                  <a:cubicBezTo>
                    <a:pt x="39268" y="7458"/>
                    <a:pt x="39290" y="7463"/>
                    <a:pt x="39302" y="7463"/>
                  </a:cubicBezTo>
                  <a:cubicBezTo>
                    <a:pt x="39363" y="7494"/>
                    <a:pt x="39333" y="7585"/>
                    <a:pt x="39302" y="7615"/>
                  </a:cubicBezTo>
                  <a:lnTo>
                    <a:pt x="39211" y="7706"/>
                  </a:lnTo>
                  <a:cubicBezTo>
                    <a:pt x="39134" y="7732"/>
                    <a:pt x="39057" y="7742"/>
                    <a:pt x="38994" y="7742"/>
                  </a:cubicBezTo>
                  <a:cubicBezTo>
                    <a:pt x="38907" y="7742"/>
                    <a:pt x="38846" y="7724"/>
                    <a:pt x="38846" y="7706"/>
                  </a:cubicBezTo>
                  <a:cubicBezTo>
                    <a:pt x="38846" y="7676"/>
                    <a:pt x="38877" y="7585"/>
                    <a:pt x="38907" y="7585"/>
                  </a:cubicBezTo>
                  <a:lnTo>
                    <a:pt x="38937" y="7585"/>
                  </a:lnTo>
                  <a:cubicBezTo>
                    <a:pt x="38975" y="7610"/>
                    <a:pt x="39013" y="7625"/>
                    <a:pt x="39046" y="7625"/>
                  </a:cubicBezTo>
                  <a:cubicBezTo>
                    <a:pt x="39094" y="7625"/>
                    <a:pt x="39132" y="7595"/>
                    <a:pt x="39150" y="7524"/>
                  </a:cubicBezTo>
                  <a:cubicBezTo>
                    <a:pt x="39168" y="7469"/>
                    <a:pt x="39209" y="7458"/>
                    <a:pt x="39244" y="7458"/>
                  </a:cubicBezTo>
                  <a:close/>
                  <a:moveTo>
                    <a:pt x="76659" y="7585"/>
                  </a:moveTo>
                  <a:cubicBezTo>
                    <a:pt x="76780" y="7615"/>
                    <a:pt x="76811" y="7646"/>
                    <a:pt x="76750" y="7706"/>
                  </a:cubicBezTo>
                  <a:cubicBezTo>
                    <a:pt x="76683" y="7751"/>
                    <a:pt x="76600" y="7779"/>
                    <a:pt x="76513" y="7779"/>
                  </a:cubicBezTo>
                  <a:cubicBezTo>
                    <a:pt x="76481" y="7779"/>
                    <a:pt x="76448" y="7775"/>
                    <a:pt x="76415" y="7767"/>
                  </a:cubicBezTo>
                  <a:cubicBezTo>
                    <a:pt x="76385" y="7706"/>
                    <a:pt x="76537" y="7585"/>
                    <a:pt x="76659" y="7585"/>
                  </a:cubicBezTo>
                  <a:close/>
                  <a:moveTo>
                    <a:pt x="39758" y="7524"/>
                  </a:moveTo>
                  <a:cubicBezTo>
                    <a:pt x="39971" y="7524"/>
                    <a:pt x="40153" y="7524"/>
                    <a:pt x="40153" y="7585"/>
                  </a:cubicBezTo>
                  <a:lnTo>
                    <a:pt x="40153" y="7615"/>
                  </a:lnTo>
                  <a:cubicBezTo>
                    <a:pt x="40123" y="7676"/>
                    <a:pt x="40214" y="7828"/>
                    <a:pt x="40062" y="7828"/>
                  </a:cubicBezTo>
                  <a:lnTo>
                    <a:pt x="39849" y="7828"/>
                  </a:lnTo>
                  <a:cubicBezTo>
                    <a:pt x="39872" y="7715"/>
                    <a:pt x="39861" y="7653"/>
                    <a:pt x="39817" y="7653"/>
                  </a:cubicBezTo>
                  <a:cubicBezTo>
                    <a:pt x="39801" y="7653"/>
                    <a:pt x="39782" y="7660"/>
                    <a:pt x="39758" y="7676"/>
                  </a:cubicBezTo>
                  <a:lnTo>
                    <a:pt x="39667" y="7737"/>
                  </a:lnTo>
                  <a:cubicBezTo>
                    <a:pt x="39637" y="7737"/>
                    <a:pt x="39576" y="7706"/>
                    <a:pt x="39545" y="7676"/>
                  </a:cubicBezTo>
                  <a:cubicBezTo>
                    <a:pt x="39545" y="7676"/>
                    <a:pt x="39545" y="7585"/>
                    <a:pt x="39576" y="7585"/>
                  </a:cubicBezTo>
                  <a:lnTo>
                    <a:pt x="39758" y="7524"/>
                  </a:lnTo>
                  <a:close/>
                  <a:moveTo>
                    <a:pt x="41380" y="7338"/>
                  </a:moveTo>
                  <a:cubicBezTo>
                    <a:pt x="41397" y="7338"/>
                    <a:pt x="41413" y="7347"/>
                    <a:pt x="41430" y="7372"/>
                  </a:cubicBezTo>
                  <a:cubicBezTo>
                    <a:pt x="41455" y="7423"/>
                    <a:pt x="41353" y="7538"/>
                    <a:pt x="41283" y="7538"/>
                  </a:cubicBezTo>
                  <a:cubicBezTo>
                    <a:pt x="41270" y="7538"/>
                    <a:pt x="41257" y="7534"/>
                    <a:pt x="41248" y="7524"/>
                  </a:cubicBezTo>
                  <a:cubicBezTo>
                    <a:pt x="41193" y="7485"/>
                    <a:pt x="41146" y="7470"/>
                    <a:pt x="41104" y="7470"/>
                  </a:cubicBezTo>
                  <a:cubicBezTo>
                    <a:pt x="40984" y="7470"/>
                    <a:pt x="40904" y="7593"/>
                    <a:pt x="40792" y="7615"/>
                  </a:cubicBezTo>
                  <a:cubicBezTo>
                    <a:pt x="40670" y="7615"/>
                    <a:pt x="40700" y="7767"/>
                    <a:pt x="40700" y="7858"/>
                  </a:cubicBezTo>
                  <a:cubicBezTo>
                    <a:pt x="40685" y="7874"/>
                    <a:pt x="40662" y="7881"/>
                    <a:pt x="40640" y="7881"/>
                  </a:cubicBezTo>
                  <a:cubicBezTo>
                    <a:pt x="40617" y="7881"/>
                    <a:pt x="40594" y="7874"/>
                    <a:pt x="40579" y="7858"/>
                  </a:cubicBezTo>
                  <a:cubicBezTo>
                    <a:pt x="40548" y="7737"/>
                    <a:pt x="40548" y="7615"/>
                    <a:pt x="40609" y="7524"/>
                  </a:cubicBezTo>
                  <a:lnTo>
                    <a:pt x="40700" y="7463"/>
                  </a:lnTo>
                  <a:cubicBezTo>
                    <a:pt x="40822" y="7403"/>
                    <a:pt x="40974" y="7372"/>
                    <a:pt x="41126" y="7372"/>
                  </a:cubicBezTo>
                  <a:cubicBezTo>
                    <a:pt x="41135" y="7363"/>
                    <a:pt x="41144" y="7360"/>
                    <a:pt x="41153" y="7360"/>
                  </a:cubicBezTo>
                  <a:cubicBezTo>
                    <a:pt x="41177" y="7360"/>
                    <a:pt x="41205" y="7381"/>
                    <a:pt x="41248" y="7403"/>
                  </a:cubicBezTo>
                  <a:cubicBezTo>
                    <a:pt x="41292" y="7403"/>
                    <a:pt x="41336" y="7338"/>
                    <a:pt x="41380" y="7338"/>
                  </a:cubicBezTo>
                  <a:close/>
                  <a:moveTo>
                    <a:pt x="38268" y="7899"/>
                  </a:moveTo>
                  <a:cubicBezTo>
                    <a:pt x="38303" y="7899"/>
                    <a:pt x="38342" y="7914"/>
                    <a:pt x="38360" y="7950"/>
                  </a:cubicBezTo>
                  <a:cubicBezTo>
                    <a:pt x="38421" y="8010"/>
                    <a:pt x="38360" y="8041"/>
                    <a:pt x="38269" y="8071"/>
                  </a:cubicBezTo>
                  <a:lnTo>
                    <a:pt x="38147" y="8102"/>
                  </a:lnTo>
                  <a:cubicBezTo>
                    <a:pt x="38079" y="8170"/>
                    <a:pt x="37993" y="8204"/>
                    <a:pt x="37929" y="8204"/>
                  </a:cubicBezTo>
                  <a:cubicBezTo>
                    <a:pt x="37908" y="8204"/>
                    <a:pt x="37889" y="8200"/>
                    <a:pt x="37874" y="8193"/>
                  </a:cubicBezTo>
                  <a:cubicBezTo>
                    <a:pt x="37874" y="8132"/>
                    <a:pt x="37874" y="8041"/>
                    <a:pt x="37904" y="8010"/>
                  </a:cubicBezTo>
                  <a:cubicBezTo>
                    <a:pt x="37995" y="7950"/>
                    <a:pt x="38086" y="7919"/>
                    <a:pt x="38208" y="7919"/>
                  </a:cubicBezTo>
                  <a:cubicBezTo>
                    <a:pt x="38221" y="7907"/>
                    <a:pt x="38244" y="7899"/>
                    <a:pt x="38268" y="7899"/>
                  </a:cubicBezTo>
                  <a:close/>
                  <a:moveTo>
                    <a:pt x="85473" y="7919"/>
                  </a:moveTo>
                  <a:cubicBezTo>
                    <a:pt x="85504" y="7950"/>
                    <a:pt x="85473" y="8071"/>
                    <a:pt x="85382" y="8193"/>
                  </a:cubicBezTo>
                  <a:lnTo>
                    <a:pt x="85261" y="8254"/>
                  </a:lnTo>
                  <a:lnTo>
                    <a:pt x="85230" y="8254"/>
                  </a:lnTo>
                  <a:cubicBezTo>
                    <a:pt x="85048" y="8132"/>
                    <a:pt x="85078" y="7980"/>
                    <a:pt x="85291" y="7919"/>
                  </a:cubicBezTo>
                  <a:close/>
                  <a:moveTo>
                    <a:pt x="80440" y="8322"/>
                  </a:moveTo>
                  <a:cubicBezTo>
                    <a:pt x="80402" y="8352"/>
                    <a:pt x="80365" y="8379"/>
                    <a:pt x="80331" y="8401"/>
                  </a:cubicBezTo>
                  <a:lnTo>
                    <a:pt x="80331" y="8401"/>
                  </a:lnTo>
                  <a:cubicBezTo>
                    <a:pt x="80402" y="8386"/>
                    <a:pt x="80431" y="8355"/>
                    <a:pt x="80440" y="8322"/>
                  </a:cubicBezTo>
                  <a:close/>
                  <a:moveTo>
                    <a:pt x="80331" y="8401"/>
                  </a:moveTo>
                  <a:cubicBezTo>
                    <a:pt x="80323" y="8403"/>
                    <a:pt x="80315" y="8404"/>
                    <a:pt x="80306" y="8406"/>
                  </a:cubicBezTo>
                  <a:lnTo>
                    <a:pt x="80215" y="8436"/>
                  </a:lnTo>
                  <a:cubicBezTo>
                    <a:pt x="80215" y="8445"/>
                    <a:pt x="80220" y="8450"/>
                    <a:pt x="80229" y="8450"/>
                  </a:cubicBezTo>
                  <a:cubicBezTo>
                    <a:pt x="80249" y="8450"/>
                    <a:pt x="80286" y="8431"/>
                    <a:pt x="80331" y="8401"/>
                  </a:cubicBezTo>
                  <a:close/>
                  <a:moveTo>
                    <a:pt x="37478" y="8102"/>
                  </a:moveTo>
                  <a:lnTo>
                    <a:pt x="37478" y="8102"/>
                  </a:lnTo>
                  <a:cubicBezTo>
                    <a:pt x="37600" y="8223"/>
                    <a:pt x="37509" y="8406"/>
                    <a:pt x="37418" y="8436"/>
                  </a:cubicBezTo>
                  <a:cubicBezTo>
                    <a:pt x="37387" y="8451"/>
                    <a:pt x="37349" y="8459"/>
                    <a:pt x="37311" y="8459"/>
                  </a:cubicBezTo>
                  <a:cubicBezTo>
                    <a:pt x="37273" y="8459"/>
                    <a:pt x="37235" y="8451"/>
                    <a:pt x="37205" y="8436"/>
                  </a:cubicBezTo>
                  <a:cubicBezTo>
                    <a:pt x="37175" y="8406"/>
                    <a:pt x="37144" y="8254"/>
                    <a:pt x="37235" y="8223"/>
                  </a:cubicBezTo>
                  <a:lnTo>
                    <a:pt x="37327" y="8193"/>
                  </a:lnTo>
                  <a:lnTo>
                    <a:pt x="37478" y="8102"/>
                  </a:lnTo>
                  <a:close/>
                  <a:moveTo>
                    <a:pt x="77936" y="8068"/>
                  </a:moveTo>
                  <a:cubicBezTo>
                    <a:pt x="78044" y="8068"/>
                    <a:pt x="77973" y="8223"/>
                    <a:pt x="78057" y="8223"/>
                  </a:cubicBezTo>
                  <a:lnTo>
                    <a:pt x="78422" y="8254"/>
                  </a:lnTo>
                  <a:cubicBezTo>
                    <a:pt x="78178" y="8375"/>
                    <a:pt x="77905" y="8436"/>
                    <a:pt x="77601" y="8436"/>
                  </a:cubicBezTo>
                  <a:lnTo>
                    <a:pt x="77388" y="8497"/>
                  </a:lnTo>
                  <a:lnTo>
                    <a:pt x="77206" y="8588"/>
                  </a:lnTo>
                  <a:cubicBezTo>
                    <a:pt x="77174" y="8596"/>
                    <a:pt x="77148" y="8600"/>
                    <a:pt x="77128" y="8600"/>
                  </a:cubicBezTo>
                  <a:cubicBezTo>
                    <a:pt x="76990" y="8600"/>
                    <a:pt x="77093" y="8427"/>
                    <a:pt x="77358" y="8162"/>
                  </a:cubicBezTo>
                  <a:lnTo>
                    <a:pt x="77449" y="8102"/>
                  </a:lnTo>
                  <a:lnTo>
                    <a:pt x="77479" y="8102"/>
                  </a:lnTo>
                  <a:cubicBezTo>
                    <a:pt x="77540" y="8132"/>
                    <a:pt x="77540" y="8162"/>
                    <a:pt x="77540" y="8193"/>
                  </a:cubicBezTo>
                  <a:lnTo>
                    <a:pt x="77540" y="8254"/>
                  </a:lnTo>
                  <a:lnTo>
                    <a:pt x="77692" y="8254"/>
                  </a:lnTo>
                  <a:cubicBezTo>
                    <a:pt x="77753" y="8193"/>
                    <a:pt x="77783" y="8132"/>
                    <a:pt x="77814" y="8071"/>
                  </a:cubicBezTo>
                  <a:lnTo>
                    <a:pt x="77905" y="8071"/>
                  </a:lnTo>
                  <a:cubicBezTo>
                    <a:pt x="77916" y="8069"/>
                    <a:pt x="77927" y="8068"/>
                    <a:pt x="77936" y="8068"/>
                  </a:cubicBezTo>
                  <a:close/>
                  <a:moveTo>
                    <a:pt x="38421" y="8162"/>
                  </a:moveTo>
                  <a:cubicBezTo>
                    <a:pt x="38451" y="8162"/>
                    <a:pt x="38542" y="8193"/>
                    <a:pt x="38542" y="8193"/>
                  </a:cubicBezTo>
                  <a:cubicBezTo>
                    <a:pt x="38542" y="8254"/>
                    <a:pt x="38542" y="8314"/>
                    <a:pt x="38512" y="8375"/>
                  </a:cubicBezTo>
                  <a:cubicBezTo>
                    <a:pt x="38451" y="8436"/>
                    <a:pt x="38360" y="8497"/>
                    <a:pt x="38299" y="8558"/>
                  </a:cubicBezTo>
                  <a:lnTo>
                    <a:pt x="38117" y="8710"/>
                  </a:lnTo>
                  <a:cubicBezTo>
                    <a:pt x="37934" y="8558"/>
                    <a:pt x="37995" y="8466"/>
                    <a:pt x="38269" y="8466"/>
                  </a:cubicBezTo>
                  <a:lnTo>
                    <a:pt x="38390" y="8314"/>
                  </a:lnTo>
                  <a:cubicBezTo>
                    <a:pt x="38421" y="8284"/>
                    <a:pt x="38390" y="8254"/>
                    <a:pt x="38390" y="8223"/>
                  </a:cubicBezTo>
                  <a:cubicBezTo>
                    <a:pt x="38390" y="8193"/>
                    <a:pt x="38390" y="8162"/>
                    <a:pt x="38421" y="8162"/>
                  </a:cubicBezTo>
                  <a:close/>
                  <a:moveTo>
                    <a:pt x="78514" y="8589"/>
                  </a:moveTo>
                  <a:lnTo>
                    <a:pt x="78514" y="8589"/>
                  </a:lnTo>
                  <a:cubicBezTo>
                    <a:pt x="78574" y="8621"/>
                    <a:pt x="78603" y="8862"/>
                    <a:pt x="78513" y="8862"/>
                  </a:cubicBezTo>
                  <a:cubicBezTo>
                    <a:pt x="78422" y="8892"/>
                    <a:pt x="78330" y="9044"/>
                    <a:pt x="78330" y="9105"/>
                  </a:cubicBezTo>
                  <a:cubicBezTo>
                    <a:pt x="78300" y="9135"/>
                    <a:pt x="78270" y="9196"/>
                    <a:pt x="78239" y="9196"/>
                  </a:cubicBezTo>
                  <a:cubicBezTo>
                    <a:pt x="78178" y="9165"/>
                    <a:pt x="78118" y="9105"/>
                    <a:pt x="78057" y="9044"/>
                  </a:cubicBezTo>
                  <a:cubicBezTo>
                    <a:pt x="77996" y="8983"/>
                    <a:pt x="77935" y="8922"/>
                    <a:pt x="78148" y="8892"/>
                  </a:cubicBezTo>
                  <a:cubicBezTo>
                    <a:pt x="78361" y="8862"/>
                    <a:pt x="78118" y="8801"/>
                    <a:pt x="78148" y="8770"/>
                  </a:cubicBezTo>
                  <a:lnTo>
                    <a:pt x="78239" y="8679"/>
                  </a:lnTo>
                  <a:cubicBezTo>
                    <a:pt x="78295" y="8623"/>
                    <a:pt x="78402" y="8593"/>
                    <a:pt x="78514" y="8589"/>
                  </a:cubicBezTo>
                  <a:close/>
                  <a:moveTo>
                    <a:pt x="77470" y="8940"/>
                  </a:moveTo>
                  <a:cubicBezTo>
                    <a:pt x="77525" y="8940"/>
                    <a:pt x="77601" y="8962"/>
                    <a:pt x="77601" y="8983"/>
                  </a:cubicBezTo>
                  <a:lnTo>
                    <a:pt x="77631" y="9044"/>
                  </a:lnTo>
                  <a:cubicBezTo>
                    <a:pt x="77631" y="9165"/>
                    <a:pt x="77601" y="9257"/>
                    <a:pt x="77510" y="9257"/>
                  </a:cubicBezTo>
                  <a:lnTo>
                    <a:pt x="77327" y="9257"/>
                  </a:lnTo>
                  <a:cubicBezTo>
                    <a:pt x="77312" y="9261"/>
                    <a:pt x="77298" y="9262"/>
                    <a:pt x="77286" y="9262"/>
                  </a:cubicBezTo>
                  <a:cubicBezTo>
                    <a:pt x="77208" y="9262"/>
                    <a:pt x="77221" y="9176"/>
                    <a:pt x="77327" y="9044"/>
                  </a:cubicBezTo>
                  <a:lnTo>
                    <a:pt x="77418" y="8953"/>
                  </a:lnTo>
                  <a:cubicBezTo>
                    <a:pt x="77427" y="8944"/>
                    <a:pt x="77447" y="8940"/>
                    <a:pt x="77470" y="8940"/>
                  </a:cubicBezTo>
                  <a:close/>
                  <a:moveTo>
                    <a:pt x="36327" y="8554"/>
                  </a:moveTo>
                  <a:cubicBezTo>
                    <a:pt x="36376" y="8572"/>
                    <a:pt x="36427" y="8594"/>
                    <a:pt x="36475" y="8618"/>
                  </a:cubicBezTo>
                  <a:lnTo>
                    <a:pt x="36540" y="8610"/>
                  </a:lnTo>
                  <a:lnTo>
                    <a:pt x="36540" y="8610"/>
                  </a:lnTo>
                  <a:cubicBezTo>
                    <a:pt x="36613" y="8648"/>
                    <a:pt x="36681" y="8689"/>
                    <a:pt x="36749" y="8740"/>
                  </a:cubicBezTo>
                  <a:cubicBezTo>
                    <a:pt x="36779" y="8770"/>
                    <a:pt x="36749" y="8831"/>
                    <a:pt x="36719" y="8831"/>
                  </a:cubicBezTo>
                  <a:lnTo>
                    <a:pt x="36567" y="8740"/>
                  </a:lnTo>
                  <a:lnTo>
                    <a:pt x="36567" y="8740"/>
                  </a:lnTo>
                  <a:cubicBezTo>
                    <a:pt x="36506" y="8831"/>
                    <a:pt x="36536" y="8953"/>
                    <a:pt x="36627" y="8953"/>
                  </a:cubicBezTo>
                  <a:lnTo>
                    <a:pt x="36688" y="8983"/>
                  </a:lnTo>
                  <a:cubicBezTo>
                    <a:pt x="36688" y="9013"/>
                    <a:pt x="36688" y="9074"/>
                    <a:pt x="36688" y="9105"/>
                  </a:cubicBezTo>
                  <a:cubicBezTo>
                    <a:pt x="36627" y="9135"/>
                    <a:pt x="36597" y="9135"/>
                    <a:pt x="36536" y="9135"/>
                  </a:cubicBezTo>
                  <a:lnTo>
                    <a:pt x="36445" y="9074"/>
                  </a:lnTo>
                  <a:cubicBezTo>
                    <a:pt x="36384" y="9044"/>
                    <a:pt x="36331" y="9029"/>
                    <a:pt x="36297" y="9029"/>
                  </a:cubicBezTo>
                  <a:cubicBezTo>
                    <a:pt x="36263" y="9029"/>
                    <a:pt x="36247" y="9044"/>
                    <a:pt x="36263" y="9074"/>
                  </a:cubicBezTo>
                  <a:lnTo>
                    <a:pt x="36263" y="9135"/>
                  </a:lnTo>
                  <a:lnTo>
                    <a:pt x="36293" y="9257"/>
                  </a:lnTo>
                  <a:lnTo>
                    <a:pt x="35989" y="9378"/>
                  </a:lnTo>
                  <a:cubicBezTo>
                    <a:pt x="35955" y="9327"/>
                    <a:pt x="35920" y="9309"/>
                    <a:pt x="35886" y="9309"/>
                  </a:cubicBezTo>
                  <a:cubicBezTo>
                    <a:pt x="35813" y="9309"/>
                    <a:pt x="35740" y="9388"/>
                    <a:pt x="35667" y="9388"/>
                  </a:cubicBezTo>
                  <a:cubicBezTo>
                    <a:pt x="35653" y="9388"/>
                    <a:pt x="35638" y="9385"/>
                    <a:pt x="35624" y="9378"/>
                  </a:cubicBezTo>
                  <a:cubicBezTo>
                    <a:pt x="35594" y="9378"/>
                    <a:pt x="35564" y="9348"/>
                    <a:pt x="35564" y="9317"/>
                  </a:cubicBezTo>
                  <a:cubicBezTo>
                    <a:pt x="35564" y="9264"/>
                    <a:pt x="35553" y="9232"/>
                    <a:pt x="35521" y="9232"/>
                  </a:cubicBezTo>
                  <a:cubicBezTo>
                    <a:pt x="35497" y="9232"/>
                    <a:pt x="35463" y="9249"/>
                    <a:pt x="35412" y="9287"/>
                  </a:cubicBezTo>
                  <a:cubicBezTo>
                    <a:pt x="35320" y="9257"/>
                    <a:pt x="35290" y="9196"/>
                    <a:pt x="35290" y="9135"/>
                  </a:cubicBezTo>
                  <a:lnTo>
                    <a:pt x="35320" y="9105"/>
                  </a:lnTo>
                  <a:lnTo>
                    <a:pt x="35442" y="8983"/>
                  </a:lnTo>
                  <a:cubicBezTo>
                    <a:pt x="35511" y="9024"/>
                    <a:pt x="35604" y="9041"/>
                    <a:pt x="35686" y="9041"/>
                  </a:cubicBezTo>
                  <a:cubicBezTo>
                    <a:pt x="35785" y="9041"/>
                    <a:pt x="35868" y="9016"/>
                    <a:pt x="35868" y="8983"/>
                  </a:cubicBezTo>
                  <a:cubicBezTo>
                    <a:pt x="35868" y="8953"/>
                    <a:pt x="35928" y="8922"/>
                    <a:pt x="35989" y="8922"/>
                  </a:cubicBezTo>
                  <a:cubicBezTo>
                    <a:pt x="35989" y="8937"/>
                    <a:pt x="35997" y="8945"/>
                    <a:pt x="36008" y="8945"/>
                  </a:cubicBezTo>
                  <a:cubicBezTo>
                    <a:pt x="36019" y="8945"/>
                    <a:pt x="36035" y="8937"/>
                    <a:pt x="36050" y="8922"/>
                  </a:cubicBezTo>
                  <a:lnTo>
                    <a:pt x="36080" y="8892"/>
                  </a:lnTo>
                  <a:cubicBezTo>
                    <a:pt x="36111" y="8770"/>
                    <a:pt x="36171" y="8710"/>
                    <a:pt x="36263" y="8618"/>
                  </a:cubicBezTo>
                  <a:lnTo>
                    <a:pt x="36327" y="8554"/>
                  </a:lnTo>
                  <a:close/>
                  <a:moveTo>
                    <a:pt x="27387" y="9500"/>
                  </a:moveTo>
                  <a:cubicBezTo>
                    <a:pt x="27509" y="9561"/>
                    <a:pt x="27539" y="9713"/>
                    <a:pt x="27418" y="9804"/>
                  </a:cubicBezTo>
                  <a:lnTo>
                    <a:pt x="27205" y="9804"/>
                  </a:lnTo>
                  <a:cubicBezTo>
                    <a:pt x="27053" y="9743"/>
                    <a:pt x="27053" y="9621"/>
                    <a:pt x="27174" y="9530"/>
                  </a:cubicBezTo>
                  <a:lnTo>
                    <a:pt x="27296" y="9500"/>
                  </a:lnTo>
                  <a:close/>
                  <a:moveTo>
                    <a:pt x="76152" y="9248"/>
                  </a:moveTo>
                  <a:cubicBezTo>
                    <a:pt x="76216" y="9248"/>
                    <a:pt x="76305" y="9293"/>
                    <a:pt x="76355" y="9317"/>
                  </a:cubicBezTo>
                  <a:lnTo>
                    <a:pt x="76385" y="9317"/>
                  </a:lnTo>
                  <a:cubicBezTo>
                    <a:pt x="76446" y="9317"/>
                    <a:pt x="76385" y="9378"/>
                    <a:pt x="76263" y="9439"/>
                  </a:cubicBezTo>
                  <a:cubicBezTo>
                    <a:pt x="76172" y="9500"/>
                    <a:pt x="75959" y="9773"/>
                    <a:pt x="75899" y="9834"/>
                  </a:cubicBezTo>
                  <a:lnTo>
                    <a:pt x="75807" y="9743"/>
                  </a:lnTo>
                  <a:cubicBezTo>
                    <a:pt x="75777" y="9713"/>
                    <a:pt x="75716" y="9621"/>
                    <a:pt x="75807" y="9591"/>
                  </a:cubicBezTo>
                  <a:cubicBezTo>
                    <a:pt x="75899" y="9561"/>
                    <a:pt x="75959" y="9561"/>
                    <a:pt x="75959" y="9439"/>
                  </a:cubicBezTo>
                  <a:cubicBezTo>
                    <a:pt x="75990" y="9348"/>
                    <a:pt x="76051" y="9287"/>
                    <a:pt x="76111" y="9257"/>
                  </a:cubicBezTo>
                  <a:cubicBezTo>
                    <a:pt x="76123" y="9251"/>
                    <a:pt x="76137" y="9248"/>
                    <a:pt x="76152" y="9248"/>
                  </a:cubicBezTo>
                  <a:close/>
                  <a:moveTo>
                    <a:pt x="86385" y="9409"/>
                  </a:moveTo>
                  <a:cubicBezTo>
                    <a:pt x="86446" y="9500"/>
                    <a:pt x="86446" y="9591"/>
                    <a:pt x="86385" y="9652"/>
                  </a:cubicBezTo>
                  <a:cubicBezTo>
                    <a:pt x="86331" y="9706"/>
                    <a:pt x="86180" y="9809"/>
                    <a:pt x="86126" y="9809"/>
                  </a:cubicBezTo>
                  <a:cubicBezTo>
                    <a:pt x="86120" y="9809"/>
                    <a:pt x="86115" y="9807"/>
                    <a:pt x="86112" y="9804"/>
                  </a:cubicBezTo>
                  <a:cubicBezTo>
                    <a:pt x="86105" y="9790"/>
                    <a:pt x="86089" y="9784"/>
                    <a:pt x="86069" y="9784"/>
                  </a:cubicBezTo>
                  <a:cubicBezTo>
                    <a:pt x="86003" y="9784"/>
                    <a:pt x="85885" y="9848"/>
                    <a:pt x="85838" y="9895"/>
                  </a:cubicBezTo>
                  <a:cubicBezTo>
                    <a:pt x="85824" y="9902"/>
                    <a:pt x="85811" y="9906"/>
                    <a:pt x="85800" y="9906"/>
                  </a:cubicBezTo>
                  <a:cubicBezTo>
                    <a:pt x="85766" y="9906"/>
                    <a:pt x="85754" y="9866"/>
                    <a:pt x="85777" y="9773"/>
                  </a:cubicBezTo>
                  <a:lnTo>
                    <a:pt x="85838" y="9743"/>
                  </a:lnTo>
                  <a:cubicBezTo>
                    <a:pt x="85929" y="9652"/>
                    <a:pt x="86020" y="9561"/>
                    <a:pt x="86112" y="9500"/>
                  </a:cubicBezTo>
                  <a:cubicBezTo>
                    <a:pt x="86172" y="9439"/>
                    <a:pt x="86233" y="9409"/>
                    <a:pt x="86324" y="9409"/>
                  </a:cubicBezTo>
                  <a:close/>
                  <a:moveTo>
                    <a:pt x="79911" y="9561"/>
                  </a:moveTo>
                  <a:cubicBezTo>
                    <a:pt x="80124" y="9561"/>
                    <a:pt x="80276" y="9621"/>
                    <a:pt x="80215" y="9652"/>
                  </a:cubicBezTo>
                  <a:lnTo>
                    <a:pt x="80184" y="9652"/>
                  </a:lnTo>
                  <a:lnTo>
                    <a:pt x="80154" y="9743"/>
                  </a:lnTo>
                  <a:cubicBezTo>
                    <a:pt x="80124" y="9834"/>
                    <a:pt x="80032" y="9925"/>
                    <a:pt x="79941" y="9956"/>
                  </a:cubicBezTo>
                  <a:lnTo>
                    <a:pt x="79911" y="9956"/>
                  </a:lnTo>
                  <a:cubicBezTo>
                    <a:pt x="79850" y="9925"/>
                    <a:pt x="79880" y="9804"/>
                    <a:pt x="79729" y="9804"/>
                  </a:cubicBezTo>
                  <a:lnTo>
                    <a:pt x="79668" y="9804"/>
                  </a:lnTo>
                  <a:cubicBezTo>
                    <a:pt x="79607" y="9773"/>
                    <a:pt x="79607" y="9682"/>
                    <a:pt x="79668" y="9591"/>
                  </a:cubicBezTo>
                  <a:lnTo>
                    <a:pt x="79729" y="9591"/>
                  </a:lnTo>
                  <a:lnTo>
                    <a:pt x="79911" y="9561"/>
                  </a:lnTo>
                  <a:close/>
                  <a:moveTo>
                    <a:pt x="76659" y="9500"/>
                  </a:moveTo>
                  <a:lnTo>
                    <a:pt x="76659" y="9530"/>
                  </a:lnTo>
                  <a:lnTo>
                    <a:pt x="76659" y="9591"/>
                  </a:lnTo>
                  <a:cubicBezTo>
                    <a:pt x="76598" y="9652"/>
                    <a:pt x="76567" y="9682"/>
                    <a:pt x="76507" y="9743"/>
                  </a:cubicBezTo>
                  <a:cubicBezTo>
                    <a:pt x="76476" y="9773"/>
                    <a:pt x="76476" y="9865"/>
                    <a:pt x="76507" y="9895"/>
                  </a:cubicBezTo>
                  <a:cubicBezTo>
                    <a:pt x="76628" y="9986"/>
                    <a:pt x="76476" y="9986"/>
                    <a:pt x="76446" y="9986"/>
                  </a:cubicBezTo>
                  <a:cubicBezTo>
                    <a:pt x="76385" y="9986"/>
                    <a:pt x="76294" y="9925"/>
                    <a:pt x="76294" y="9925"/>
                  </a:cubicBezTo>
                  <a:cubicBezTo>
                    <a:pt x="76241" y="9960"/>
                    <a:pt x="76189" y="9996"/>
                    <a:pt x="76142" y="9996"/>
                  </a:cubicBezTo>
                  <a:cubicBezTo>
                    <a:pt x="76111" y="9996"/>
                    <a:pt x="76082" y="9980"/>
                    <a:pt x="76058" y="9939"/>
                  </a:cubicBezTo>
                  <a:lnTo>
                    <a:pt x="76058" y="9939"/>
                  </a:lnTo>
                  <a:cubicBezTo>
                    <a:pt x="76005" y="9966"/>
                    <a:pt x="75953" y="9981"/>
                    <a:pt x="75910" y="9981"/>
                  </a:cubicBezTo>
                  <a:cubicBezTo>
                    <a:pt x="75864" y="9981"/>
                    <a:pt x="75827" y="9964"/>
                    <a:pt x="75807" y="9925"/>
                  </a:cubicBezTo>
                  <a:lnTo>
                    <a:pt x="75625" y="10077"/>
                  </a:lnTo>
                  <a:cubicBezTo>
                    <a:pt x="75595" y="10077"/>
                    <a:pt x="75504" y="10047"/>
                    <a:pt x="75504" y="10047"/>
                  </a:cubicBezTo>
                  <a:lnTo>
                    <a:pt x="75473" y="9925"/>
                  </a:lnTo>
                  <a:cubicBezTo>
                    <a:pt x="75462" y="9869"/>
                    <a:pt x="75488" y="9851"/>
                    <a:pt x="75533" y="9851"/>
                  </a:cubicBezTo>
                  <a:cubicBezTo>
                    <a:pt x="75609" y="9851"/>
                    <a:pt x="75742" y="9906"/>
                    <a:pt x="75838" y="9925"/>
                  </a:cubicBezTo>
                  <a:cubicBezTo>
                    <a:pt x="75849" y="9928"/>
                    <a:pt x="75861" y="9929"/>
                    <a:pt x="75874" y="9929"/>
                  </a:cubicBezTo>
                  <a:cubicBezTo>
                    <a:pt x="75924" y="9929"/>
                    <a:pt x="75989" y="9913"/>
                    <a:pt x="76063" y="9885"/>
                  </a:cubicBezTo>
                  <a:lnTo>
                    <a:pt x="76063" y="9885"/>
                  </a:lnTo>
                  <a:cubicBezTo>
                    <a:pt x="76055" y="9902"/>
                    <a:pt x="76051" y="9917"/>
                    <a:pt x="76051" y="9925"/>
                  </a:cubicBezTo>
                  <a:cubicBezTo>
                    <a:pt x="76053" y="9930"/>
                    <a:pt x="76056" y="9935"/>
                    <a:pt x="76058" y="9939"/>
                  </a:cubicBezTo>
                  <a:lnTo>
                    <a:pt x="76058" y="9939"/>
                  </a:lnTo>
                  <a:cubicBezTo>
                    <a:pt x="76120" y="9908"/>
                    <a:pt x="76184" y="9860"/>
                    <a:pt x="76239" y="9801"/>
                  </a:cubicBezTo>
                  <a:lnTo>
                    <a:pt x="76239" y="9801"/>
                  </a:lnTo>
                  <a:cubicBezTo>
                    <a:pt x="76177" y="9835"/>
                    <a:pt x="76117" y="9864"/>
                    <a:pt x="76063" y="9885"/>
                  </a:cubicBezTo>
                  <a:lnTo>
                    <a:pt x="76063" y="9885"/>
                  </a:lnTo>
                  <a:cubicBezTo>
                    <a:pt x="76084" y="9838"/>
                    <a:pt x="76128" y="9773"/>
                    <a:pt x="76172" y="9773"/>
                  </a:cubicBezTo>
                  <a:cubicBezTo>
                    <a:pt x="76263" y="9743"/>
                    <a:pt x="76355" y="9682"/>
                    <a:pt x="76415" y="9561"/>
                  </a:cubicBezTo>
                  <a:lnTo>
                    <a:pt x="76446" y="9530"/>
                  </a:lnTo>
                  <a:cubicBezTo>
                    <a:pt x="76449" y="9527"/>
                    <a:pt x="76451" y="9526"/>
                    <a:pt x="76452" y="9526"/>
                  </a:cubicBezTo>
                  <a:lnTo>
                    <a:pt x="76452" y="9526"/>
                  </a:lnTo>
                  <a:cubicBezTo>
                    <a:pt x="76462" y="9526"/>
                    <a:pt x="76396" y="9637"/>
                    <a:pt x="76233" y="9773"/>
                  </a:cubicBezTo>
                  <a:lnTo>
                    <a:pt x="76263" y="9773"/>
                  </a:lnTo>
                  <a:cubicBezTo>
                    <a:pt x="76255" y="9783"/>
                    <a:pt x="76247" y="9792"/>
                    <a:pt x="76239" y="9801"/>
                  </a:cubicBezTo>
                  <a:lnTo>
                    <a:pt x="76239" y="9801"/>
                  </a:lnTo>
                  <a:cubicBezTo>
                    <a:pt x="76375" y="9726"/>
                    <a:pt x="76523" y="9622"/>
                    <a:pt x="76659" y="9500"/>
                  </a:cubicBezTo>
                  <a:close/>
                  <a:moveTo>
                    <a:pt x="79242" y="9652"/>
                  </a:moveTo>
                  <a:lnTo>
                    <a:pt x="79242" y="9652"/>
                  </a:lnTo>
                  <a:cubicBezTo>
                    <a:pt x="79333" y="9682"/>
                    <a:pt x="79212" y="9773"/>
                    <a:pt x="78999" y="9925"/>
                  </a:cubicBezTo>
                  <a:lnTo>
                    <a:pt x="79029" y="10138"/>
                  </a:lnTo>
                  <a:lnTo>
                    <a:pt x="78969" y="10138"/>
                  </a:lnTo>
                  <a:cubicBezTo>
                    <a:pt x="78949" y="10112"/>
                    <a:pt x="78929" y="10103"/>
                    <a:pt x="78907" y="10103"/>
                  </a:cubicBezTo>
                  <a:cubicBezTo>
                    <a:pt x="78849" y="10103"/>
                    <a:pt x="78784" y="10173"/>
                    <a:pt x="78726" y="10173"/>
                  </a:cubicBezTo>
                  <a:cubicBezTo>
                    <a:pt x="78705" y="10173"/>
                    <a:pt x="78684" y="10164"/>
                    <a:pt x="78665" y="10138"/>
                  </a:cubicBezTo>
                  <a:lnTo>
                    <a:pt x="78665" y="10047"/>
                  </a:lnTo>
                  <a:cubicBezTo>
                    <a:pt x="78969" y="10017"/>
                    <a:pt x="79029" y="9743"/>
                    <a:pt x="79242" y="9652"/>
                  </a:cubicBezTo>
                  <a:close/>
                  <a:moveTo>
                    <a:pt x="37671" y="10133"/>
                  </a:moveTo>
                  <a:cubicBezTo>
                    <a:pt x="37753" y="10133"/>
                    <a:pt x="37835" y="10143"/>
                    <a:pt x="37874" y="10169"/>
                  </a:cubicBezTo>
                  <a:cubicBezTo>
                    <a:pt x="37965" y="10260"/>
                    <a:pt x="37965" y="10320"/>
                    <a:pt x="37843" y="10320"/>
                  </a:cubicBezTo>
                  <a:lnTo>
                    <a:pt x="37813" y="10320"/>
                  </a:lnTo>
                  <a:cubicBezTo>
                    <a:pt x="37691" y="10320"/>
                    <a:pt x="37448" y="10229"/>
                    <a:pt x="37448" y="10169"/>
                  </a:cubicBezTo>
                  <a:cubicBezTo>
                    <a:pt x="37448" y="10151"/>
                    <a:pt x="37560" y="10133"/>
                    <a:pt x="37671" y="10133"/>
                  </a:cubicBezTo>
                  <a:close/>
                  <a:moveTo>
                    <a:pt x="26688" y="9652"/>
                  </a:moveTo>
                  <a:cubicBezTo>
                    <a:pt x="26810" y="9652"/>
                    <a:pt x="26779" y="9682"/>
                    <a:pt x="26658" y="9743"/>
                  </a:cubicBezTo>
                  <a:lnTo>
                    <a:pt x="26627" y="9804"/>
                  </a:lnTo>
                  <a:cubicBezTo>
                    <a:pt x="26597" y="9865"/>
                    <a:pt x="26718" y="9895"/>
                    <a:pt x="26779" y="9895"/>
                  </a:cubicBezTo>
                  <a:cubicBezTo>
                    <a:pt x="26810" y="9895"/>
                    <a:pt x="26840" y="9895"/>
                    <a:pt x="26688" y="9986"/>
                  </a:cubicBezTo>
                  <a:cubicBezTo>
                    <a:pt x="26506" y="10077"/>
                    <a:pt x="26354" y="10169"/>
                    <a:pt x="26202" y="10290"/>
                  </a:cubicBezTo>
                  <a:lnTo>
                    <a:pt x="26171" y="10320"/>
                  </a:lnTo>
                  <a:cubicBezTo>
                    <a:pt x="26148" y="10336"/>
                    <a:pt x="26122" y="10344"/>
                    <a:pt x="26097" y="10344"/>
                  </a:cubicBezTo>
                  <a:cubicBezTo>
                    <a:pt x="26023" y="10344"/>
                    <a:pt x="25951" y="10281"/>
                    <a:pt x="25928" y="10169"/>
                  </a:cubicBezTo>
                  <a:lnTo>
                    <a:pt x="26171" y="10138"/>
                  </a:lnTo>
                  <a:cubicBezTo>
                    <a:pt x="26262" y="10138"/>
                    <a:pt x="26323" y="10077"/>
                    <a:pt x="26414" y="10017"/>
                  </a:cubicBezTo>
                  <a:cubicBezTo>
                    <a:pt x="26445" y="10017"/>
                    <a:pt x="26323" y="9986"/>
                    <a:pt x="26384" y="9895"/>
                  </a:cubicBezTo>
                  <a:cubicBezTo>
                    <a:pt x="26445" y="9682"/>
                    <a:pt x="26445" y="9652"/>
                    <a:pt x="26627" y="9652"/>
                  </a:cubicBezTo>
                  <a:close/>
                  <a:moveTo>
                    <a:pt x="78376" y="10214"/>
                  </a:moveTo>
                  <a:cubicBezTo>
                    <a:pt x="78422" y="10214"/>
                    <a:pt x="78467" y="10229"/>
                    <a:pt x="78513" y="10260"/>
                  </a:cubicBezTo>
                  <a:lnTo>
                    <a:pt x="78452" y="10260"/>
                  </a:lnTo>
                  <a:cubicBezTo>
                    <a:pt x="78482" y="10290"/>
                    <a:pt x="78756" y="10472"/>
                    <a:pt x="78756" y="10533"/>
                  </a:cubicBezTo>
                  <a:cubicBezTo>
                    <a:pt x="78756" y="10594"/>
                    <a:pt x="78725" y="10624"/>
                    <a:pt x="78695" y="10624"/>
                  </a:cubicBezTo>
                  <a:cubicBezTo>
                    <a:pt x="78695" y="10564"/>
                    <a:pt x="78665" y="10503"/>
                    <a:pt x="78573" y="10503"/>
                  </a:cubicBezTo>
                  <a:cubicBezTo>
                    <a:pt x="78452" y="10503"/>
                    <a:pt x="78422" y="10472"/>
                    <a:pt x="78361" y="10381"/>
                  </a:cubicBezTo>
                  <a:lnTo>
                    <a:pt x="78239" y="10260"/>
                  </a:lnTo>
                  <a:cubicBezTo>
                    <a:pt x="78285" y="10229"/>
                    <a:pt x="78330" y="10214"/>
                    <a:pt x="78376" y="10214"/>
                  </a:cubicBezTo>
                  <a:close/>
                  <a:moveTo>
                    <a:pt x="30700" y="10472"/>
                  </a:moveTo>
                  <a:lnTo>
                    <a:pt x="30518" y="10564"/>
                  </a:lnTo>
                  <a:lnTo>
                    <a:pt x="30336" y="10624"/>
                  </a:lnTo>
                  <a:cubicBezTo>
                    <a:pt x="30304" y="10650"/>
                    <a:pt x="30281" y="10661"/>
                    <a:pt x="30267" y="10661"/>
                  </a:cubicBezTo>
                  <a:cubicBezTo>
                    <a:pt x="30250" y="10661"/>
                    <a:pt x="30247" y="10644"/>
                    <a:pt x="30256" y="10619"/>
                  </a:cubicBezTo>
                  <a:lnTo>
                    <a:pt x="30256" y="10619"/>
                  </a:lnTo>
                  <a:cubicBezTo>
                    <a:pt x="30389" y="10573"/>
                    <a:pt x="30539" y="10524"/>
                    <a:pt x="30700" y="10472"/>
                  </a:cubicBezTo>
                  <a:close/>
                  <a:moveTo>
                    <a:pt x="29940" y="10229"/>
                  </a:moveTo>
                  <a:cubicBezTo>
                    <a:pt x="30059" y="10277"/>
                    <a:pt x="30141" y="10343"/>
                    <a:pt x="30214" y="10428"/>
                  </a:cubicBezTo>
                  <a:lnTo>
                    <a:pt x="30214" y="10428"/>
                  </a:lnTo>
                  <a:cubicBezTo>
                    <a:pt x="30152" y="10449"/>
                    <a:pt x="30082" y="10474"/>
                    <a:pt x="30003" y="10503"/>
                  </a:cubicBezTo>
                  <a:lnTo>
                    <a:pt x="29971" y="10503"/>
                  </a:lnTo>
                  <a:cubicBezTo>
                    <a:pt x="29964" y="10500"/>
                    <a:pt x="29957" y="10498"/>
                    <a:pt x="29950" y="10498"/>
                  </a:cubicBezTo>
                  <a:cubicBezTo>
                    <a:pt x="29916" y="10498"/>
                    <a:pt x="29878" y="10530"/>
                    <a:pt x="29846" y="10562"/>
                  </a:cubicBezTo>
                  <a:lnTo>
                    <a:pt x="29846" y="10562"/>
                  </a:lnTo>
                  <a:cubicBezTo>
                    <a:pt x="29727" y="10607"/>
                    <a:pt x="29596" y="10659"/>
                    <a:pt x="29454" y="10716"/>
                  </a:cubicBezTo>
                  <a:lnTo>
                    <a:pt x="29484" y="10594"/>
                  </a:lnTo>
                  <a:lnTo>
                    <a:pt x="29515" y="10503"/>
                  </a:lnTo>
                  <a:cubicBezTo>
                    <a:pt x="29515" y="10421"/>
                    <a:pt x="29550" y="10392"/>
                    <a:pt x="29587" y="10392"/>
                  </a:cubicBezTo>
                  <a:cubicBezTo>
                    <a:pt x="29619" y="10392"/>
                    <a:pt x="29653" y="10414"/>
                    <a:pt x="29667" y="10442"/>
                  </a:cubicBezTo>
                  <a:cubicBezTo>
                    <a:pt x="29678" y="10447"/>
                    <a:pt x="29688" y="10450"/>
                    <a:pt x="29699" y="10450"/>
                  </a:cubicBezTo>
                  <a:cubicBezTo>
                    <a:pt x="29750" y="10450"/>
                    <a:pt x="29805" y="10396"/>
                    <a:pt x="29880" y="10320"/>
                  </a:cubicBezTo>
                  <a:lnTo>
                    <a:pt x="29940" y="10229"/>
                  </a:lnTo>
                  <a:close/>
                  <a:moveTo>
                    <a:pt x="80762" y="9621"/>
                  </a:moveTo>
                  <a:lnTo>
                    <a:pt x="80853" y="9743"/>
                  </a:lnTo>
                  <a:cubicBezTo>
                    <a:pt x="80914" y="9804"/>
                    <a:pt x="80944" y="9895"/>
                    <a:pt x="80792" y="9895"/>
                  </a:cubicBezTo>
                  <a:cubicBezTo>
                    <a:pt x="80772" y="9895"/>
                    <a:pt x="80765" y="9881"/>
                    <a:pt x="80754" y="9881"/>
                  </a:cubicBezTo>
                  <a:cubicBezTo>
                    <a:pt x="80748" y="9881"/>
                    <a:pt x="80742" y="9885"/>
                    <a:pt x="80732" y="9895"/>
                  </a:cubicBezTo>
                  <a:cubicBezTo>
                    <a:pt x="80732" y="9925"/>
                    <a:pt x="80701" y="9986"/>
                    <a:pt x="80701" y="10017"/>
                  </a:cubicBezTo>
                  <a:cubicBezTo>
                    <a:pt x="80721" y="10047"/>
                    <a:pt x="80738" y="10057"/>
                    <a:pt x="80753" y="10057"/>
                  </a:cubicBezTo>
                  <a:cubicBezTo>
                    <a:pt x="80782" y="10057"/>
                    <a:pt x="80802" y="10017"/>
                    <a:pt x="80823" y="10017"/>
                  </a:cubicBezTo>
                  <a:lnTo>
                    <a:pt x="80884" y="10017"/>
                  </a:lnTo>
                  <a:cubicBezTo>
                    <a:pt x="80900" y="10011"/>
                    <a:pt x="80914" y="10009"/>
                    <a:pt x="80926" y="10009"/>
                  </a:cubicBezTo>
                  <a:cubicBezTo>
                    <a:pt x="80982" y="10009"/>
                    <a:pt x="80989" y="10063"/>
                    <a:pt x="80914" y="10138"/>
                  </a:cubicBezTo>
                  <a:lnTo>
                    <a:pt x="80671" y="10138"/>
                  </a:lnTo>
                  <a:cubicBezTo>
                    <a:pt x="80580" y="10169"/>
                    <a:pt x="80488" y="10229"/>
                    <a:pt x="80458" y="10229"/>
                  </a:cubicBezTo>
                  <a:lnTo>
                    <a:pt x="80306" y="10169"/>
                  </a:lnTo>
                  <a:cubicBezTo>
                    <a:pt x="80306" y="10143"/>
                    <a:pt x="80301" y="10132"/>
                    <a:pt x="80292" y="10132"/>
                  </a:cubicBezTo>
                  <a:cubicBezTo>
                    <a:pt x="80247" y="10132"/>
                    <a:pt x="80108" y="10397"/>
                    <a:pt x="80032" y="10472"/>
                  </a:cubicBezTo>
                  <a:cubicBezTo>
                    <a:pt x="79972" y="10564"/>
                    <a:pt x="79850" y="10746"/>
                    <a:pt x="79789" y="10746"/>
                  </a:cubicBezTo>
                  <a:cubicBezTo>
                    <a:pt x="79698" y="10746"/>
                    <a:pt x="79577" y="10776"/>
                    <a:pt x="79516" y="10837"/>
                  </a:cubicBezTo>
                  <a:lnTo>
                    <a:pt x="79455" y="10837"/>
                  </a:lnTo>
                  <a:cubicBezTo>
                    <a:pt x="79364" y="10807"/>
                    <a:pt x="79364" y="10716"/>
                    <a:pt x="79273" y="10685"/>
                  </a:cubicBezTo>
                  <a:cubicBezTo>
                    <a:pt x="79212" y="10624"/>
                    <a:pt x="79090" y="10624"/>
                    <a:pt x="78999" y="10594"/>
                  </a:cubicBezTo>
                  <a:lnTo>
                    <a:pt x="78969" y="10564"/>
                  </a:lnTo>
                  <a:cubicBezTo>
                    <a:pt x="78944" y="10514"/>
                    <a:pt x="79138" y="10426"/>
                    <a:pt x="79262" y="10426"/>
                  </a:cubicBezTo>
                  <a:cubicBezTo>
                    <a:pt x="79291" y="10426"/>
                    <a:pt x="79316" y="10430"/>
                    <a:pt x="79333" y="10442"/>
                  </a:cubicBezTo>
                  <a:cubicBezTo>
                    <a:pt x="79372" y="10480"/>
                    <a:pt x="79399" y="10497"/>
                    <a:pt x="79416" y="10497"/>
                  </a:cubicBezTo>
                  <a:cubicBezTo>
                    <a:pt x="79439" y="10497"/>
                    <a:pt x="79442" y="10465"/>
                    <a:pt x="79425" y="10412"/>
                  </a:cubicBezTo>
                  <a:lnTo>
                    <a:pt x="79880" y="10412"/>
                  </a:lnTo>
                  <a:cubicBezTo>
                    <a:pt x="79941" y="10199"/>
                    <a:pt x="80154" y="10108"/>
                    <a:pt x="80215" y="10108"/>
                  </a:cubicBezTo>
                  <a:cubicBezTo>
                    <a:pt x="80217" y="10110"/>
                    <a:pt x="80220" y="10111"/>
                    <a:pt x="80224" y="10111"/>
                  </a:cubicBezTo>
                  <a:cubicBezTo>
                    <a:pt x="80273" y="10111"/>
                    <a:pt x="80461" y="9953"/>
                    <a:pt x="80510" y="9953"/>
                  </a:cubicBezTo>
                  <a:cubicBezTo>
                    <a:pt x="80514" y="9953"/>
                    <a:pt x="80517" y="9954"/>
                    <a:pt x="80519" y="9956"/>
                  </a:cubicBezTo>
                  <a:cubicBezTo>
                    <a:pt x="80580" y="9956"/>
                    <a:pt x="80549" y="9804"/>
                    <a:pt x="80519" y="9773"/>
                  </a:cubicBezTo>
                  <a:cubicBezTo>
                    <a:pt x="80488" y="9713"/>
                    <a:pt x="80610" y="9652"/>
                    <a:pt x="80762" y="9621"/>
                  </a:cubicBezTo>
                  <a:close/>
                  <a:moveTo>
                    <a:pt x="29710" y="10823"/>
                  </a:moveTo>
                  <a:lnTo>
                    <a:pt x="29710" y="10823"/>
                  </a:lnTo>
                  <a:cubicBezTo>
                    <a:pt x="29727" y="10827"/>
                    <a:pt x="29744" y="10830"/>
                    <a:pt x="29758" y="10837"/>
                  </a:cubicBezTo>
                  <a:lnTo>
                    <a:pt x="29788" y="10837"/>
                  </a:lnTo>
                  <a:cubicBezTo>
                    <a:pt x="29788" y="10898"/>
                    <a:pt x="29758" y="10928"/>
                    <a:pt x="29728" y="10928"/>
                  </a:cubicBezTo>
                  <a:lnTo>
                    <a:pt x="29606" y="10928"/>
                  </a:lnTo>
                  <a:cubicBezTo>
                    <a:pt x="29545" y="10916"/>
                    <a:pt x="29587" y="10879"/>
                    <a:pt x="29710" y="10823"/>
                  </a:cubicBezTo>
                  <a:close/>
                  <a:moveTo>
                    <a:pt x="78695" y="10746"/>
                  </a:moveTo>
                  <a:cubicBezTo>
                    <a:pt x="78786" y="10746"/>
                    <a:pt x="78847" y="10807"/>
                    <a:pt x="78847" y="10868"/>
                  </a:cubicBezTo>
                  <a:lnTo>
                    <a:pt x="78817" y="10868"/>
                  </a:lnTo>
                  <a:cubicBezTo>
                    <a:pt x="78817" y="10906"/>
                    <a:pt x="78719" y="10945"/>
                    <a:pt x="78633" y="10945"/>
                  </a:cubicBezTo>
                  <a:cubicBezTo>
                    <a:pt x="78582" y="10945"/>
                    <a:pt x="78535" y="10932"/>
                    <a:pt x="78513" y="10898"/>
                  </a:cubicBezTo>
                  <a:cubicBezTo>
                    <a:pt x="78452" y="10837"/>
                    <a:pt x="78482" y="10746"/>
                    <a:pt x="78573" y="10746"/>
                  </a:cubicBezTo>
                  <a:close/>
                  <a:moveTo>
                    <a:pt x="76816" y="10750"/>
                  </a:moveTo>
                  <a:cubicBezTo>
                    <a:pt x="76952" y="10750"/>
                    <a:pt x="77054" y="10787"/>
                    <a:pt x="77054" y="10868"/>
                  </a:cubicBezTo>
                  <a:cubicBezTo>
                    <a:pt x="77030" y="11011"/>
                    <a:pt x="76987" y="11060"/>
                    <a:pt x="76941" y="11060"/>
                  </a:cubicBezTo>
                  <a:cubicBezTo>
                    <a:pt x="76928" y="11060"/>
                    <a:pt x="76915" y="11057"/>
                    <a:pt x="76902" y="11050"/>
                  </a:cubicBezTo>
                  <a:lnTo>
                    <a:pt x="76871" y="11050"/>
                  </a:lnTo>
                  <a:cubicBezTo>
                    <a:pt x="76858" y="11037"/>
                    <a:pt x="76846" y="11032"/>
                    <a:pt x="76833" y="11032"/>
                  </a:cubicBezTo>
                  <a:cubicBezTo>
                    <a:pt x="76799" y="11032"/>
                    <a:pt x="76767" y="11068"/>
                    <a:pt x="76742" y="11068"/>
                  </a:cubicBezTo>
                  <a:cubicBezTo>
                    <a:pt x="76734" y="11068"/>
                    <a:pt x="76726" y="11063"/>
                    <a:pt x="76719" y="11050"/>
                  </a:cubicBezTo>
                  <a:cubicBezTo>
                    <a:pt x="76689" y="10959"/>
                    <a:pt x="76750" y="10928"/>
                    <a:pt x="76871" y="10928"/>
                  </a:cubicBezTo>
                  <a:cubicBezTo>
                    <a:pt x="76871" y="10903"/>
                    <a:pt x="76789" y="10796"/>
                    <a:pt x="76692" y="10759"/>
                  </a:cubicBezTo>
                  <a:lnTo>
                    <a:pt x="76692" y="10759"/>
                  </a:lnTo>
                  <a:cubicBezTo>
                    <a:pt x="76735" y="10753"/>
                    <a:pt x="76777" y="10750"/>
                    <a:pt x="76816" y="10750"/>
                  </a:cubicBezTo>
                  <a:close/>
                  <a:moveTo>
                    <a:pt x="76294" y="10716"/>
                  </a:moveTo>
                  <a:lnTo>
                    <a:pt x="76294" y="10746"/>
                  </a:lnTo>
                  <a:lnTo>
                    <a:pt x="76324" y="10807"/>
                  </a:lnTo>
                  <a:cubicBezTo>
                    <a:pt x="76356" y="10817"/>
                    <a:pt x="76377" y="10832"/>
                    <a:pt x="76386" y="10847"/>
                  </a:cubicBezTo>
                  <a:lnTo>
                    <a:pt x="76386" y="10847"/>
                  </a:lnTo>
                  <a:cubicBezTo>
                    <a:pt x="76396" y="10844"/>
                    <a:pt x="76406" y="10841"/>
                    <a:pt x="76415" y="10837"/>
                  </a:cubicBezTo>
                  <a:cubicBezTo>
                    <a:pt x="76445" y="10824"/>
                    <a:pt x="76475" y="10812"/>
                    <a:pt x="76507" y="10802"/>
                  </a:cubicBezTo>
                  <a:lnTo>
                    <a:pt x="76507" y="10802"/>
                  </a:lnTo>
                  <a:cubicBezTo>
                    <a:pt x="76470" y="10825"/>
                    <a:pt x="76430" y="10853"/>
                    <a:pt x="76389" y="10882"/>
                  </a:cubicBezTo>
                  <a:lnTo>
                    <a:pt x="76389" y="10882"/>
                  </a:lnTo>
                  <a:cubicBezTo>
                    <a:pt x="76382" y="10899"/>
                    <a:pt x="76363" y="10914"/>
                    <a:pt x="76331" y="10926"/>
                  </a:cubicBezTo>
                  <a:lnTo>
                    <a:pt x="76331" y="10926"/>
                  </a:lnTo>
                  <a:cubicBezTo>
                    <a:pt x="76350" y="10911"/>
                    <a:pt x="76370" y="10896"/>
                    <a:pt x="76389" y="10882"/>
                  </a:cubicBezTo>
                  <a:lnTo>
                    <a:pt x="76389" y="10882"/>
                  </a:lnTo>
                  <a:cubicBezTo>
                    <a:pt x="76395" y="10870"/>
                    <a:pt x="76393" y="10858"/>
                    <a:pt x="76386" y="10847"/>
                  </a:cubicBezTo>
                  <a:lnTo>
                    <a:pt x="76386" y="10847"/>
                  </a:lnTo>
                  <a:cubicBezTo>
                    <a:pt x="76227" y="10900"/>
                    <a:pt x="76113" y="10942"/>
                    <a:pt x="76056" y="10959"/>
                  </a:cubicBezTo>
                  <a:lnTo>
                    <a:pt x="76081" y="10959"/>
                  </a:lnTo>
                  <a:cubicBezTo>
                    <a:pt x="76111" y="10959"/>
                    <a:pt x="76172" y="10928"/>
                    <a:pt x="76263" y="10928"/>
                  </a:cubicBezTo>
                  <a:lnTo>
                    <a:pt x="76324" y="10928"/>
                  </a:lnTo>
                  <a:cubicBezTo>
                    <a:pt x="76327" y="10928"/>
                    <a:pt x="76329" y="10927"/>
                    <a:pt x="76331" y="10926"/>
                  </a:cubicBezTo>
                  <a:lnTo>
                    <a:pt x="76331" y="10926"/>
                  </a:lnTo>
                  <a:cubicBezTo>
                    <a:pt x="76212" y="11018"/>
                    <a:pt x="76111" y="11111"/>
                    <a:pt x="76142" y="11111"/>
                  </a:cubicBezTo>
                  <a:cubicBezTo>
                    <a:pt x="76203" y="11141"/>
                    <a:pt x="76111" y="11202"/>
                    <a:pt x="76051" y="11202"/>
                  </a:cubicBezTo>
                  <a:lnTo>
                    <a:pt x="75929" y="11202"/>
                  </a:lnTo>
                  <a:lnTo>
                    <a:pt x="75868" y="11172"/>
                  </a:lnTo>
                  <a:cubicBezTo>
                    <a:pt x="75827" y="11172"/>
                    <a:pt x="75927" y="11058"/>
                    <a:pt x="76024" y="10967"/>
                  </a:cubicBezTo>
                  <a:lnTo>
                    <a:pt x="76024" y="10967"/>
                  </a:lnTo>
                  <a:cubicBezTo>
                    <a:pt x="76031" y="10966"/>
                    <a:pt x="76042" y="10963"/>
                    <a:pt x="76056" y="10959"/>
                  </a:cubicBezTo>
                  <a:lnTo>
                    <a:pt x="76032" y="10959"/>
                  </a:lnTo>
                  <a:cubicBezTo>
                    <a:pt x="76074" y="10920"/>
                    <a:pt x="76115" y="10886"/>
                    <a:pt x="76142" y="10868"/>
                  </a:cubicBezTo>
                  <a:cubicBezTo>
                    <a:pt x="76233" y="10807"/>
                    <a:pt x="76294" y="10716"/>
                    <a:pt x="76294" y="10716"/>
                  </a:cubicBezTo>
                  <a:close/>
                  <a:moveTo>
                    <a:pt x="84309" y="10499"/>
                  </a:moveTo>
                  <a:cubicBezTo>
                    <a:pt x="84338" y="10499"/>
                    <a:pt x="84361" y="10529"/>
                    <a:pt x="84409" y="10594"/>
                  </a:cubicBezTo>
                  <a:lnTo>
                    <a:pt x="84440" y="10655"/>
                  </a:lnTo>
                  <a:cubicBezTo>
                    <a:pt x="84501" y="10716"/>
                    <a:pt x="84440" y="10807"/>
                    <a:pt x="84318" y="10807"/>
                  </a:cubicBezTo>
                  <a:cubicBezTo>
                    <a:pt x="84197" y="10807"/>
                    <a:pt x="83923" y="11141"/>
                    <a:pt x="83741" y="11202"/>
                  </a:cubicBezTo>
                  <a:lnTo>
                    <a:pt x="83558" y="11232"/>
                  </a:lnTo>
                  <a:lnTo>
                    <a:pt x="83498" y="11232"/>
                  </a:lnTo>
                  <a:cubicBezTo>
                    <a:pt x="83376" y="11141"/>
                    <a:pt x="83315" y="11020"/>
                    <a:pt x="83346" y="10898"/>
                  </a:cubicBezTo>
                  <a:cubicBezTo>
                    <a:pt x="83376" y="10807"/>
                    <a:pt x="83437" y="10746"/>
                    <a:pt x="83528" y="10746"/>
                  </a:cubicBezTo>
                  <a:lnTo>
                    <a:pt x="83558" y="10776"/>
                  </a:lnTo>
                  <a:lnTo>
                    <a:pt x="83619" y="10837"/>
                  </a:lnTo>
                  <a:cubicBezTo>
                    <a:pt x="83662" y="10895"/>
                    <a:pt x="83712" y="10925"/>
                    <a:pt x="83759" y="10925"/>
                  </a:cubicBezTo>
                  <a:cubicBezTo>
                    <a:pt x="83812" y="10925"/>
                    <a:pt x="83861" y="10887"/>
                    <a:pt x="83893" y="10807"/>
                  </a:cubicBezTo>
                  <a:lnTo>
                    <a:pt x="83954" y="10746"/>
                  </a:lnTo>
                  <a:cubicBezTo>
                    <a:pt x="84014" y="10685"/>
                    <a:pt x="84075" y="10685"/>
                    <a:pt x="84197" y="10564"/>
                  </a:cubicBezTo>
                  <a:cubicBezTo>
                    <a:pt x="84253" y="10521"/>
                    <a:pt x="84283" y="10499"/>
                    <a:pt x="84309" y="10499"/>
                  </a:cubicBezTo>
                  <a:close/>
                  <a:moveTo>
                    <a:pt x="77722" y="11020"/>
                  </a:moveTo>
                  <a:lnTo>
                    <a:pt x="77722" y="11050"/>
                  </a:lnTo>
                  <a:cubicBezTo>
                    <a:pt x="77731" y="11042"/>
                    <a:pt x="77741" y="11038"/>
                    <a:pt x="77752" y="11038"/>
                  </a:cubicBezTo>
                  <a:cubicBezTo>
                    <a:pt x="77822" y="11038"/>
                    <a:pt x="77935" y="11184"/>
                    <a:pt x="77935" y="11263"/>
                  </a:cubicBezTo>
                  <a:cubicBezTo>
                    <a:pt x="77926" y="11281"/>
                    <a:pt x="77907" y="11288"/>
                    <a:pt x="77883" y="11288"/>
                  </a:cubicBezTo>
                  <a:cubicBezTo>
                    <a:pt x="77826" y="11288"/>
                    <a:pt x="77744" y="11245"/>
                    <a:pt x="77722" y="11202"/>
                  </a:cubicBezTo>
                  <a:cubicBezTo>
                    <a:pt x="77662" y="11141"/>
                    <a:pt x="77662" y="11080"/>
                    <a:pt x="77722" y="11020"/>
                  </a:cubicBezTo>
                  <a:close/>
                  <a:moveTo>
                    <a:pt x="25594" y="10776"/>
                  </a:moveTo>
                  <a:cubicBezTo>
                    <a:pt x="25776" y="10928"/>
                    <a:pt x="25837" y="11050"/>
                    <a:pt x="25746" y="11050"/>
                  </a:cubicBezTo>
                  <a:cubicBezTo>
                    <a:pt x="25655" y="11050"/>
                    <a:pt x="25381" y="11141"/>
                    <a:pt x="25442" y="11202"/>
                  </a:cubicBezTo>
                  <a:lnTo>
                    <a:pt x="25472" y="11293"/>
                  </a:lnTo>
                  <a:cubicBezTo>
                    <a:pt x="25472" y="11324"/>
                    <a:pt x="25472" y="11354"/>
                    <a:pt x="25411" y="11384"/>
                  </a:cubicBezTo>
                  <a:cubicBezTo>
                    <a:pt x="25381" y="11384"/>
                    <a:pt x="25320" y="11384"/>
                    <a:pt x="25290" y="11354"/>
                  </a:cubicBezTo>
                  <a:cubicBezTo>
                    <a:pt x="25229" y="11293"/>
                    <a:pt x="25168" y="11172"/>
                    <a:pt x="25168" y="11111"/>
                  </a:cubicBezTo>
                  <a:cubicBezTo>
                    <a:pt x="25229" y="10989"/>
                    <a:pt x="25320" y="10898"/>
                    <a:pt x="25411" y="10807"/>
                  </a:cubicBezTo>
                  <a:lnTo>
                    <a:pt x="25472" y="10807"/>
                  </a:lnTo>
                  <a:lnTo>
                    <a:pt x="25594" y="10776"/>
                  </a:lnTo>
                  <a:close/>
                  <a:moveTo>
                    <a:pt x="75482" y="11067"/>
                  </a:moveTo>
                  <a:cubicBezTo>
                    <a:pt x="75534" y="11067"/>
                    <a:pt x="75554" y="11121"/>
                    <a:pt x="75534" y="11202"/>
                  </a:cubicBezTo>
                  <a:lnTo>
                    <a:pt x="75473" y="11263"/>
                  </a:lnTo>
                  <a:cubicBezTo>
                    <a:pt x="75412" y="11324"/>
                    <a:pt x="75382" y="11415"/>
                    <a:pt x="75443" y="11476"/>
                  </a:cubicBezTo>
                  <a:cubicBezTo>
                    <a:pt x="75504" y="11536"/>
                    <a:pt x="75412" y="11567"/>
                    <a:pt x="75321" y="11567"/>
                  </a:cubicBezTo>
                  <a:lnTo>
                    <a:pt x="75200" y="11567"/>
                  </a:lnTo>
                  <a:cubicBezTo>
                    <a:pt x="75200" y="11415"/>
                    <a:pt x="75260" y="11232"/>
                    <a:pt x="75382" y="11111"/>
                  </a:cubicBezTo>
                  <a:cubicBezTo>
                    <a:pt x="75422" y="11080"/>
                    <a:pt x="75456" y="11067"/>
                    <a:pt x="75482" y="11067"/>
                  </a:cubicBezTo>
                  <a:close/>
                  <a:moveTo>
                    <a:pt x="77001" y="11217"/>
                  </a:moveTo>
                  <a:cubicBezTo>
                    <a:pt x="77046" y="11217"/>
                    <a:pt x="77099" y="11232"/>
                    <a:pt x="77145" y="11263"/>
                  </a:cubicBezTo>
                  <a:lnTo>
                    <a:pt x="77206" y="11324"/>
                  </a:lnTo>
                  <a:cubicBezTo>
                    <a:pt x="77236" y="11384"/>
                    <a:pt x="77206" y="11445"/>
                    <a:pt x="77084" y="11445"/>
                  </a:cubicBezTo>
                  <a:lnTo>
                    <a:pt x="76963" y="11445"/>
                  </a:lnTo>
                  <a:cubicBezTo>
                    <a:pt x="76871" y="11536"/>
                    <a:pt x="76750" y="11567"/>
                    <a:pt x="76689" y="11567"/>
                  </a:cubicBezTo>
                  <a:lnTo>
                    <a:pt x="76689" y="11536"/>
                  </a:lnTo>
                  <a:cubicBezTo>
                    <a:pt x="76719" y="11506"/>
                    <a:pt x="76750" y="11415"/>
                    <a:pt x="76780" y="11415"/>
                  </a:cubicBezTo>
                  <a:cubicBezTo>
                    <a:pt x="76871" y="11415"/>
                    <a:pt x="76902" y="11384"/>
                    <a:pt x="76902" y="11293"/>
                  </a:cubicBezTo>
                  <a:lnTo>
                    <a:pt x="76902" y="11263"/>
                  </a:lnTo>
                  <a:cubicBezTo>
                    <a:pt x="76917" y="11232"/>
                    <a:pt x="76955" y="11217"/>
                    <a:pt x="77001" y="11217"/>
                  </a:cubicBezTo>
                  <a:close/>
                  <a:moveTo>
                    <a:pt x="84064" y="11186"/>
                  </a:moveTo>
                  <a:cubicBezTo>
                    <a:pt x="84095" y="11186"/>
                    <a:pt x="84136" y="11290"/>
                    <a:pt x="84136" y="11415"/>
                  </a:cubicBezTo>
                  <a:lnTo>
                    <a:pt x="84409" y="11415"/>
                  </a:lnTo>
                  <a:cubicBezTo>
                    <a:pt x="84409" y="11415"/>
                    <a:pt x="84409" y="11536"/>
                    <a:pt x="84409" y="11536"/>
                  </a:cubicBezTo>
                  <a:lnTo>
                    <a:pt x="84318" y="11597"/>
                  </a:lnTo>
                  <a:cubicBezTo>
                    <a:pt x="84299" y="11610"/>
                    <a:pt x="84279" y="11616"/>
                    <a:pt x="84258" y="11616"/>
                  </a:cubicBezTo>
                  <a:cubicBezTo>
                    <a:pt x="84179" y="11616"/>
                    <a:pt x="84093" y="11529"/>
                    <a:pt x="84045" y="11384"/>
                  </a:cubicBezTo>
                  <a:lnTo>
                    <a:pt x="84045" y="11263"/>
                  </a:lnTo>
                  <a:lnTo>
                    <a:pt x="84045" y="11202"/>
                  </a:lnTo>
                  <a:cubicBezTo>
                    <a:pt x="84050" y="11191"/>
                    <a:pt x="84057" y="11186"/>
                    <a:pt x="84064" y="11186"/>
                  </a:cubicBezTo>
                  <a:close/>
                  <a:moveTo>
                    <a:pt x="29089" y="10898"/>
                  </a:moveTo>
                  <a:cubicBezTo>
                    <a:pt x="29211" y="10898"/>
                    <a:pt x="29180" y="11172"/>
                    <a:pt x="29089" y="11172"/>
                  </a:cubicBezTo>
                  <a:cubicBezTo>
                    <a:pt x="28998" y="11172"/>
                    <a:pt x="28968" y="11293"/>
                    <a:pt x="29028" y="11415"/>
                  </a:cubicBezTo>
                  <a:lnTo>
                    <a:pt x="29089" y="11536"/>
                  </a:lnTo>
                  <a:cubicBezTo>
                    <a:pt x="29089" y="11567"/>
                    <a:pt x="28998" y="11628"/>
                    <a:pt x="28998" y="11658"/>
                  </a:cubicBezTo>
                  <a:cubicBezTo>
                    <a:pt x="28998" y="11658"/>
                    <a:pt x="28877" y="11628"/>
                    <a:pt x="28877" y="11597"/>
                  </a:cubicBezTo>
                  <a:lnTo>
                    <a:pt x="28816" y="11536"/>
                  </a:lnTo>
                  <a:cubicBezTo>
                    <a:pt x="28790" y="11461"/>
                    <a:pt x="28493" y="11301"/>
                    <a:pt x="28341" y="11301"/>
                  </a:cubicBezTo>
                  <a:cubicBezTo>
                    <a:pt x="28309" y="11301"/>
                    <a:pt x="28284" y="11308"/>
                    <a:pt x="28269" y="11324"/>
                  </a:cubicBezTo>
                  <a:cubicBezTo>
                    <a:pt x="28056" y="11445"/>
                    <a:pt x="27873" y="11536"/>
                    <a:pt x="27661" y="11628"/>
                  </a:cubicBezTo>
                  <a:lnTo>
                    <a:pt x="27448" y="11658"/>
                  </a:lnTo>
                  <a:lnTo>
                    <a:pt x="27418" y="11658"/>
                  </a:lnTo>
                  <a:cubicBezTo>
                    <a:pt x="27387" y="11628"/>
                    <a:pt x="27357" y="11567"/>
                    <a:pt x="27387" y="11506"/>
                  </a:cubicBezTo>
                  <a:lnTo>
                    <a:pt x="27418" y="11506"/>
                  </a:lnTo>
                  <a:cubicBezTo>
                    <a:pt x="27569" y="11476"/>
                    <a:pt x="27691" y="11536"/>
                    <a:pt x="27813" y="11415"/>
                  </a:cubicBezTo>
                  <a:lnTo>
                    <a:pt x="27843" y="11415"/>
                  </a:lnTo>
                  <a:cubicBezTo>
                    <a:pt x="27870" y="11419"/>
                    <a:pt x="27896" y="11420"/>
                    <a:pt x="27923" y="11420"/>
                  </a:cubicBezTo>
                  <a:cubicBezTo>
                    <a:pt x="28107" y="11420"/>
                    <a:pt x="28280" y="11327"/>
                    <a:pt x="28360" y="11141"/>
                  </a:cubicBezTo>
                  <a:lnTo>
                    <a:pt x="28542" y="11020"/>
                  </a:lnTo>
                  <a:lnTo>
                    <a:pt x="28573" y="10989"/>
                  </a:lnTo>
                  <a:cubicBezTo>
                    <a:pt x="28595" y="10997"/>
                    <a:pt x="28620" y="11001"/>
                    <a:pt x="28645" y="11001"/>
                  </a:cubicBezTo>
                  <a:cubicBezTo>
                    <a:pt x="28721" y="11001"/>
                    <a:pt x="28801" y="10966"/>
                    <a:pt x="28846" y="10898"/>
                  </a:cubicBezTo>
                  <a:close/>
                  <a:moveTo>
                    <a:pt x="82960" y="11197"/>
                  </a:moveTo>
                  <a:cubicBezTo>
                    <a:pt x="82985" y="11197"/>
                    <a:pt x="83019" y="11211"/>
                    <a:pt x="83072" y="11232"/>
                  </a:cubicBezTo>
                  <a:cubicBezTo>
                    <a:pt x="83087" y="11237"/>
                    <a:pt x="83105" y="11239"/>
                    <a:pt x="83124" y="11239"/>
                  </a:cubicBezTo>
                  <a:cubicBezTo>
                    <a:pt x="83162" y="11239"/>
                    <a:pt x="83206" y="11232"/>
                    <a:pt x="83247" y="11232"/>
                  </a:cubicBezTo>
                  <a:cubicBezTo>
                    <a:pt x="83308" y="11232"/>
                    <a:pt x="83361" y="11248"/>
                    <a:pt x="83376" y="11324"/>
                  </a:cubicBezTo>
                  <a:cubicBezTo>
                    <a:pt x="83376" y="11384"/>
                    <a:pt x="83498" y="11476"/>
                    <a:pt x="83376" y="11536"/>
                  </a:cubicBezTo>
                  <a:cubicBezTo>
                    <a:pt x="83346" y="11567"/>
                    <a:pt x="83376" y="11688"/>
                    <a:pt x="83376" y="11688"/>
                  </a:cubicBezTo>
                  <a:cubicBezTo>
                    <a:pt x="83346" y="11719"/>
                    <a:pt x="83315" y="11749"/>
                    <a:pt x="83285" y="11749"/>
                  </a:cubicBezTo>
                  <a:cubicBezTo>
                    <a:pt x="83254" y="11719"/>
                    <a:pt x="83163" y="11719"/>
                    <a:pt x="83163" y="11688"/>
                  </a:cubicBezTo>
                  <a:lnTo>
                    <a:pt x="83163" y="11597"/>
                  </a:lnTo>
                  <a:cubicBezTo>
                    <a:pt x="83163" y="11530"/>
                    <a:pt x="83108" y="11509"/>
                    <a:pt x="83053" y="11509"/>
                  </a:cubicBezTo>
                  <a:cubicBezTo>
                    <a:pt x="83008" y="11509"/>
                    <a:pt x="82964" y="11523"/>
                    <a:pt x="82950" y="11536"/>
                  </a:cubicBezTo>
                  <a:cubicBezTo>
                    <a:pt x="82890" y="11567"/>
                    <a:pt x="82859" y="11567"/>
                    <a:pt x="82798" y="11567"/>
                  </a:cubicBezTo>
                  <a:cubicBezTo>
                    <a:pt x="82798" y="11506"/>
                    <a:pt x="82829" y="11476"/>
                    <a:pt x="82859" y="11445"/>
                  </a:cubicBezTo>
                  <a:lnTo>
                    <a:pt x="82859" y="11384"/>
                  </a:lnTo>
                  <a:cubicBezTo>
                    <a:pt x="82899" y="11246"/>
                    <a:pt x="82913" y="11197"/>
                    <a:pt x="82960" y="11197"/>
                  </a:cubicBezTo>
                  <a:close/>
                  <a:moveTo>
                    <a:pt x="83741" y="11726"/>
                  </a:moveTo>
                  <a:cubicBezTo>
                    <a:pt x="83802" y="11726"/>
                    <a:pt x="83862" y="11734"/>
                    <a:pt x="83923" y="11749"/>
                  </a:cubicBezTo>
                  <a:cubicBezTo>
                    <a:pt x="84014" y="11749"/>
                    <a:pt x="84014" y="11871"/>
                    <a:pt x="83923" y="11992"/>
                  </a:cubicBezTo>
                  <a:lnTo>
                    <a:pt x="83771" y="11871"/>
                  </a:lnTo>
                  <a:cubicBezTo>
                    <a:pt x="83736" y="11847"/>
                    <a:pt x="83706" y="11838"/>
                    <a:pt x="83678" y="11838"/>
                  </a:cubicBezTo>
                  <a:cubicBezTo>
                    <a:pt x="83634" y="11838"/>
                    <a:pt x="83596" y="11863"/>
                    <a:pt x="83558" y="11901"/>
                  </a:cubicBezTo>
                  <a:lnTo>
                    <a:pt x="83528" y="11931"/>
                  </a:lnTo>
                  <a:cubicBezTo>
                    <a:pt x="83406" y="11931"/>
                    <a:pt x="83498" y="11779"/>
                    <a:pt x="83558" y="11749"/>
                  </a:cubicBezTo>
                  <a:cubicBezTo>
                    <a:pt x="83619" y="11734"/>
                    <a:pt x="83680" y="11726"/>
                    <a:pt x="83741" y="11726"/>
                  </a:cubicBezTo>
                  <a:close/>
                  <a:moveTo>
                    <a:pt x="30133" y="11032"/>
                  </a:moveTo>
                  <a:cubicBezTo>
                    <a:pt x="30241" y="11032"/>
                    <a:pt x="30487" y="11241"/>
                    <a:pt x="30487" y="11293"/>
                  </a:cubicBezTo>
                  <a:cubicBezTo>
                    <a:pt x="30487" y="11354"/>
                    <a:pt x="30457" y="11354"/>
                    <a:pt x="30427" y="11354"/>
                  </a:cubicBezTo>
                  <a:lnTo>
                    <a:pt x="30366" y="11354"/>
                  </a:lnTo>
                  <a:cubicBezTo>
                    <a:pt x="30336" y="11354"/>
                    <a:pt x="30305" y="11567"/>
                    <a:pt x="30305" y="11628"/>
                  </a:cubicBezTo>
                  <a:cubicBezTo>
                    <a:pt x="30305" y="11672"/>
                    <a:pt x="30256" y="11700"/>
                    <a:pt x="30218" y="11700"/>
                  </a:cubicBezTo>
                  <a:cubicBezTo>
                    <a:pt x="30204" y="11700"/>
                    <a:pt x="30192" y="11696"/>
                    <a:pt x="30184" y="11688"/>
                  </a:cubicBezTo>
                  <a:cubicBezTo>
                    <a:pt x="30153" y="11688"/>
                    <a:pt x="30092" y="11749"/>
                    <a:pt x="30062" y="11810"/>
                  </a:cubicBezTo>
                  <a:cubicBezTo>
                    <a:pt x="30062" y="11814"/>
                    <a:pt x="30060" y="11816"/>
                    <a:pt x="30055" y="11816"/>
                  </a:cubicBezTo>
                  <a:cubicBezTo>
                    <a:pt x="30029" y="11816"/>
                    <a:pt x="29932" y="11745"/>
                    <a:pt x="29880" y="11719"/>
                  </a:cubicBezTo>
                  <a:cubicBezTo>
                    <a:pt x="29868" y="11695"/>
                    <a:pt x="29856" y="11686"/>
                    <a:pt x="29845" y="11686"/>
                  </a:cubicBezTo>
                  <a:cubicBezTo>
                    <a:pt x="29826" y="11686"/>
                    <a:pt x="29807" y="11712"/>
                    <a:pt x="29788" y="11749"/>
                  </a:cubicBezTo>
                  <a:lnTo>
                    <a:pt x="29788" y="11871"/>
                  </a:lnTo>
                  <a:cubicBezTo>
                    <a:pt x="29667" y="11901"/>
                    <a:pt x="29576" y="11931"/>
                    <a:pt x="29484" y="11992"/>
                  </a:cubicBezTo>
                  <a:cubicBezTo>
                    <a:pt x="29479" y="12003"/>
                    <a:pt x="29474" y="12008"/>
                    <a:pt x="29469" y="12008"/>
                  </a:cubicBezTo>
                  <a:cubicBezTo>
                    <a:pt x="29445" y="12008"/>
                    <a:pt x="29429" y="11894"/>
                    <a:pt x="29454" y="11719"/>
                  </a:cubicBezTo>
                  <a:lnTo>
                    <a:pt x="29272" y="11597"/>
                  </a:lnTo>
                  <a:cubicBezTo>
                    <a:pt x="29272" y="11597"/>
                    <a:pt x="29302" y="11506"/>
                    <a:pt x="29332" y="11506"/>
                  </a:cubicBezTo>
                  <a:cubicBezTo>
                    <a:pt x="29350" y="11497"/>
                    <a:pt x="29365" y="11493"/>
                    <a:pt x="29380" y="11493"/>
                  </a:cubicBezTo>
                  <a:cubicBezTo>
                    <a:pt x="29414" y="11493"/>
                    <a:pt x="29441" y="11515"/>
                    <a:pt x="29484" y="11536"/>
                  </a:cubicBezTo>
                  <a:lnTo>
                    <a:pt x="29545" y="11597"/>
                  </a:lnTo>
                  <a:cubicBezTo>
                    <a:pt x="29562" y="11608"/>
                    <a:pt x="29578" y="11613"/>
                    <a:pt x="29593" y="11613"/>
                  </a:cubicBezTo>
                  <a:cubicBezTo>
                    <a:pt x="29657" y="11613"/>
                    <a:pt x="29697" y="11519"/>
                    <a:pt x="29697" y="11445"/>
                  </a:cubicBezTo>
                  <a:cubicBezTo>
                    <a:pt x="29697" y="11354"/>
                    <a:pt x="29728" y="11324"/>
                    <a:pt x="29788" y="11324"/>
                  </a:cubicBezTo>
                  <a:cubicBezTo>
                    <a:pt x="29792" y="11326"/>
                    <a:pt x="29797" y="11326"/>
                    <a:pt x="29802" y="11326"/>
                  </a:cubicBezTo>
                  <a:cubicBezTo>
                    <a:pt x="29876" y="11326"/>
                    <a:pt x="30064" y="11135"/>
                    <a:pt x="30092" y="11050"/>
                  </a:cubicBezTo>
                  <a:cubicBezTo>
                    <a:pt x="30101" y="11037"/>
                    <a:pt x="30115" y="11032"/>
                    <a:pt x="30133" y="11032"/>
                  </a:cubicBezTo>
                  <a:close/>
                  <a:moveTo>
                    <a:pt x="27168" y="11597"/>
                  </a:moveTo>
                  <a:cubicBezTo>
                    <a:pt x="27186" y="11597"/>
                    <a:pt x="27208" y="11612"/>
                    <a:pt x="27235" y="11658"/>
                  </a:cubicBezTo>
                  <a:cubicBezTo>
                    <a:pt x="27235" y="11658"/>
                    <a:pt x="27174" y="11719"/>
                    <a:pt x="27144" y="11749"/>
                  </a:cubicBezTo>
                  <a:cubicBezTo>
                    <a:pt x="26962" y="11779"/>
                    <a:pt x="26840" y="11871"/>
                    <a:pt x="26749" y="11992"/>
                  </a:cubicBezTo>
                  <a:lnTo>
                    <a:pt x="26718" y="12053"/>
                  </a:lnTo>
                  <a:cubicBezTo>
                    <a:pt x="26673" y="12068"/>
                    <a:pt x="26627" y="12076"/>
                    <a:pt x="26582" y="12076"/>
                  </a:cubicBezTo>
                  <a:cubicBezTo>
                    <a:pt x="26536" y="12076"/>
                    <a:pt x="26490" y="12068"/>
                    <a:pt x="26445" y="12053"/>
                  </a:cubicBezTo>
                  <a:cubicBezTo>
                    <a:pt x="26414" y="12053"/>
                    <a:pt x="26414" y="12023"/>
                    <a:pt x="26445" y="12023"/>
                  </a:cubicBezTo>
                  <a:lnTo>
                    <a:pt x="26445" y="11992"/>
                  </a:lnTo>
                  <a:lnTo>
                    <a:pt x="26506" y="11901"/>
                  </a:lnTo>
                  <a:cubicBezTo>
                    <a:pt x="26627" y="11749"/>
                    <a:pt x="26749" y="11628"/>
                    <a:pt x="26931" y="11597"/>
                  </a:cubicBezTo>
                  <a:lnTo>
                    <a:pt x="27083" y="11658"/>
                  </a:lnTo>
                  <a:cubicBezTo>
                    <a:pt x="27086" y="11660"/>
                    <a:pt x="27088" y="11661"/>
                    <a:pt x="27090" y="11661"/>
                  </a:cubicBezTo>
                  <a:cubicBezTo>
                    <a:pt x="27109" y="11661"/>
                    <a:pt x="27130" y="11597"/>
                    <a:pt x="27168" y="11597"/>
                  </a:cubicBezTo>
                  <a:close/>
                  <a:moveTo>
                    <a:pt x="73539" y="11680"/>
                  </a:moveTo>
                  <a:cubicBezTo>
                    <a:pt x="73572" y="11680"/>
                    <a:pt x="73676" y="11735"/>
                    <a:pt x="73801" y="11810"/>
                  </a:cubicBezTo>
                  <a:lnTo>
                    <a:pt x="73619" y="11962"/>
                  </a:lnTo>
                  <a:lnTo>
                    <a:pt x="73497" y="12053"/>
                  </a:lnTo>
                  <a:cubicBezTo>
                    <a:pt x="73430" y="12166"/>
                    <a:pt x="73379" y="12228"/>
                    <a:pt x="73357" y="12228"/>
                  </a:cubicBezTo>
                  <a:cubicBezTo>
                    <a:pt x="73349" y="12228"/>
                    <a:pt x="73345" y="12221"/>
                    <a:pt x="73345" y="12205"/>
                  </a:cubicBezTo>
                  <a:lnTo>
                    <a:pt x="73345" y="12175"/>
                  </a:lnTo>
                  <a:cubicBezTo>
                    <a:pt x="73376" y="12114"/>
                    <a:pt x="73102" y="12023"/>
                    <a:pt x="73102" y="11962"/>
                  </a:cubicBezTo>
                  <a:lnTo>
                    <a:pt x="73133" y="11931"/>
                  </a:lnTo>
                  <a:cubicBezTo>
                    <a:pt x="73182" y="11882"/>
                    <a:pt x="73252" y="11832"/>
                    <a:pt x="73293" y="11832"/>
                  </a:cubicBezTo>
                  <a:cubicBezTo>
                    <a:pt x="73302" y="11832"/>
                    <a:pt x="73309" y="11835"/>
                    <a:pt x="73315" y="11840"/>
                  </a:cubicBezTo>
                  <a:lnTo>
                    <a:pt x="73467" y="11931"/>
                  </a:lnTo>
                  <a:cubicBezTo>
                    <a:pt x="73467" y="11840"/>
                    <a:pt x="73497" y="11779"/>
                    <a:pt x="73528" y="11688"/>
                  </a:cubicBezTo>
                  <a:cubicBezTo>
                    <a:pt x="73528" y="11683"/>
                    <a:pt x="73532" y="11680"/>
                    <a:pt x="73539" y="11680"/>
                  </a:cubicBezTo>
                  <a:close/>
                  <a:moveTo>
                    <a:pt x="85266" y="12097"/>
                  </a:moveTo>
                  <a:cubicBezTo>
                    <a:pt x="85145" y="12129"/>
                    <a:pt x="85005" y="12167"/>
                    <a:pt x="84867" y="12205"/>
                  </a:cubicBezTo>
                  <a:lnTo>
                    <a:pt x="84867" y="12205"/>
                  </a:lnTo>
                  <a:cubicBezTo>
                    <a:pt x="84887" y="12205"/>
                    <a:pt x="84906" y="12205"/>
                    <a:pt x="84926" y="12205"/>
                  </a:cubicBezTo>
                  <a:cubicBezTo>
                    <a:pt x="85063" y="12205"/>
                    <a:pt x="85200" y="12205"/>
                    <a:pt x="85230" y="12235"/>
                  </a:cubicBezTo>
                  <a:lnTo>
                    <a:pt x="85230" y="12175"/>
                  </a:lnTo>
                  <a:cubicBezTo>
                    <a:pt x="85242" y="12148"/>
                    <a:pt x="85254" y="12122"/>
                    <a:pt x="85266" y="12097"/>
                  </a:cubicBezTo>
                  <a:close/>
                  <a:moveTo>
                    <a:pt x="33709" y="11871"/>
                  </a:moveTo>
                  <a:lnTo>
                    <a:pt x="33801" y="11962"/>
                  </a:lnTo>
                  <a:cubicBezTo>
                    <a:pt x="33861" y="12023"/>
                    <a:pt x="33892" y="12083"/>
                    <a:pt x="33892" y="12175"/>
                  </a:cubicBezTo>
                  <a:lnTo>
                    <a:pt x="33892" y="12235"/>
                  </a:lnTo>
                  <a:cubicBezTo>
                    <a:pt x="33876" y="12251"/>
                    <a:pt x="33860" y="12259"/>
                    <a:pt x="33846" y="12259"/>
                  </a:cubicBezTo>
                  <a:cubicBezTo>
                    <a:pt x="33806" y="12259"/>
                    <a:pt x="33778" y="12196"/>
                    <a:pt x="33801" y="12083"/>
                  </a:cubicBezTo>
                  <a:lnTo>
                    <a:pt x="33557" y="12083"/>
                  </a:lnTo>
                  <a:cubicBezTo>
                    <a:pt x="33513" y="12128"/>
                    <a:pt x="33452" y="12156"/>
                    <a:pt x="33399" y="12156"/>
                  </a:cubicBezTo>
                  <a:cubicBezTo>
                    <a:pt x="33379" y="12156"/>
                    <a:pt x="33361" y="12152"/>
                    <a:pt x="33345" y="12144"/>
                  </a:cubicBezTo>
                  <a:cubicBezTo>
                    <a:pt x="33284" y="12114"/>
                    <a:pt x="33466" y="11992"/>
                    <a:pt x="33709" y="11871"/>
                  </a:cubicBezTo>
                  <a:close/>
                  <a:moveTo>
                    <a:pt x="81693" y="11848"/>
                  </a:moveTo>
                  <a:cubicBezTo>
                    <a:pt x="81765" y="11848"/>
                    <a:pt x="81856" y="11855"/>
                    <a:pt x="81947" y="11871"/>
                  </a:cubicBezTo>
                  <a:lnTo>
                    <a:pt x="82069" y="11931"/>
                  </a:lnTo>
                  <a:cubicBezTo>
                    <a:pt x="82160" y="11992"/>
                    <a:pt x="82251" y="12053"/>
                    <a:pt x="82251" y="12175"/>
                  </a:cubicBezTo>
                  <a:lnTo>
                    <a:pt x="82221" y="12296"/>
                  </a:lnTo>
                  <a:cubicBezTo>
                    <a:pt x="82200" y="12301"/>
                    <a:pt x="82179" y="12304"/>
                    <a:pt x="82159" y="12304"/>
                  </a:cubicBezTo>
                  <a:cubicBezTo>
                    <a:pt x="82059" y="12304"/>
                    <a:pt x="81967" y="12245"/>
                    <a:pt x="81917" y="12144"/>
                  </a:cubicBezTo>
                  <a:cubicBezTo>
                    <a:pt x="81917" y="12123"/>
                    <a:pt x="81888" y="12088"/>
                    <a:pt x="81850" y="12088"/>
                  </a:cubicBezTo>
                  <a:cubicBezTo>
                    <a:pt x="81833" y="12088"/>
                    <a:pt x="81814" y="12095"/>
                    <a:pt x="81795" y="12114"/>
                  </a:cubicBezTo>
                  <a:lnTo>
                    <a:pt x="81643" y="12114"/>
                  </a:lnTo>
                  <a:cubicBezTo>
                    <a:pt x="81640" y="12113"/>
                    <a:pt x="81636" y="12112"/>
                    <a:pt x="81632" y="12111"/>
                  </a:cubicBezTo>
                  <a:lnTo>
                    <a:pt x="81632" y="12111"/>
                  </a:lnTo>
                  <a:cubicBezTo>
                    <a:pt x="81579" y="11993"/>
                    <a:pt x="81542" y="11892"/>
                    <a:pt x="81552" y="11871"/>
                  </a:cubicBezTo>
                  <a:cubicBezTo>
                    <a:pt x="81567" y="11855"/>
                    <a:pt x="81621" y="11848"/>
                    <a:pt x="81693" y="11848"/>
                  </a:cubicBezTo>
                  <a:close/>
                  <a:moveTo>
                    <a:pt x="76172" y="11384"/>
                  </a:moveTo>
                  <a:cubicBezTo>
                    <a:pt x="76385" y="11536"/>
                    <a:pt x="76537" y="11688"/>
                    <a:pt x="76537" y="11779"/>
                  </a:cubicBezTo>
                  <a:lnTo>
                    <a:pt x="76537" y="11840"/>
                  </a:lnTo>
                  <a:lnTo>
                    <a:pt x="76415" y="11840"/>
                  </a:lnTo>
                  <a:cubicBezTo>
                    <a:pt x="76415" y="11779"/>
                    <a:pt x="76385" y="11749"/>
                    <a:pt x="76385" y="11688"/>
                  </a:cubicBezTo>
                  <a:lnTo>
                    <a:pt x="76385" y="11658"/>
                  </a:lnTo>
                  <a:cubicBezTo>
                    <a:pt x="76355" y="11628"/>
                    <a:pt x="76203" y="11597"/>
                    <a:pt x="76111" y="11597"/>
                  </a:cubicBezTo>
                  <a:cubicBezTo>
                    <a:pt x="76051" y="11597"/>
                    <a:pt x="76020" y="11719"/>
                    <a:pt x="76081" y="11840"/>
                  </a:cubicBezTo>
                  <a:lnTo>
                    <a:pt x="75807" y="11840"/>
                  </a:lnTo>
                  <a:cubicBezTo>
                    <a:pt x="75716" y="11840"/>
                    <a:pt x="75686" y="12023"/>
                    <a:pt x="75564" y="12083"/>
                  </a:cubicBezTo>
                  <a:lnTo>
                    <a:pt x="75473" y="12114"/>
                  </a:lnTo>
                  <a:cubicBezTo>
                    <a:pt x="75451" y="12158"/>
                    <a:pt x="75412" y="12187"/>
                    <a:pt x="75369" y="12187"/>
                  </a:cubicBezTo>
                  <a:cubicBezTo>
                    <a:pt x="75354" y="12187"/>
                    <a:pt x="75337" y="12183"/>
                    <a:pt x="75321" y="12175"/>
                  </a:cubicBezTo>
                  <a:lnTo>
                    <a:pt x="75260" y="12175"/>
                  </a:lnTo>
                  <a:cubicBezTo>
                    <a:pt x="75200" y="12175"/>
                    <a:pt x="75139" y="12205"/>
                    <a:pt x="75108" y="12235"/>
                  </a:cubicBezTo>
                  <a:lnTo>
                    <a:pt x="75017" y="12357"/>
                  </a:lnTo>
                  <a:cubicBezTo>
                    <a:pt x="74935" y="12341"/>
                    <a:pt x="74772" y="12315"/>
                    <a:pt x="74588" y="12286"/>
                  </a:cubicBezTo>
                  <a:lnTo>
                    <a:pt x="74588" y="12286"/>
                  </a:lnTo>
                  <a:cubicBezTo>
                    <a:pt x="74658" y="12238"/>
                    <a:pt x="74713" y="12194"/>
                    <a:pt x="74713" y="12175"/>
                  </a:cubicBezTo>
                  <a:cubicBezTo>
                    <a:pt x="74713" y="12114"/>
                    <a:pt x="75048" y="12023"/>
                    <a:pt x="75200" y="11992"/>
                  </a:cubicBezTo>
                  <a:cubicBezTo>
                    <a:pt x="75321" y="11962"/>
                    <a:pt x="75382" y="11901"/>
                    <a:pt x="75352" y="11871"/>
                  </a:cubicBezTo>
                  <a:lnTo>
                    <a:pt x="75352" y="11810"/>
                  </a:lnTo>
                  <a:lnTo>
                    <a:pt x="75352" y="11749"/>
                  </a:lnTo>
                  <a:cubicBezTo>
                    <a:pt x="75382" y="11688"/>
                    <a:pt x="75504" y="11688"/>
                    <a:pt x="75534" y="11688"/>
                  </a:cubicBezTo>
                  <a:cubicBezTo>
                    <a:pt x="75542" y="11692"/>
                    <a:pt x="75550" y="11694"/>
                    <a:pt x="75559" y="11694"/>
                  </a:cubicBezTo>
                  <a:cubicBezTo>
                    <a:pt x="75619" y="11694"/>
                    <a:pt x="75698" y="11612"/>
                    <a:pt x="75777" y="11506"/>
                  </a:cubicBezTo>
                  <a:lnTo>
                    <a:pt x="75959" y="11445"/>
                  </a:lnTo>
                  <a:lnTo>
                    <a:pt x="76172" y="11384"/>
                  </a:lnTo>
                  <a:close/>
                  <a:moveTo>
                    <a:pt x="81431" y="12114"/>
                  </a:moveTo>
                  <a:cubicBezTo>
                    <a:pt x="81454" y="12114"/>
                    <a:pt x="81494" y="12149"/>
                    <a:pt x="81513" y="12205"/>
                  </a:cubicBezTo>
                  <a:lnTo>
                    <a:pt x="81513" y="12205"/>
                  </a:lnTo>
                  <a:cubicBezTo>
                    <a:pt x="81499" y="12242"/>
                    <a:pt x="81491" y="12284"/>
                    <a:pt x="81491" y="12327"/>
                  </a:cubicBezTo>
                  <a:lnTo>
                    <a:pt x="81491" y="12296"/>
                  </a:lnTo>
                  <a:cubicBezTo>
                    <a:pt x="81491" y="12345"/>
                    <a:pt x="81469" y="12363"/>
                    <a:pt x="81439" y="12363"/>
                  </a:cubicBezTo>
                  <a:cubicBezTo>
                    <a:pt x="81376" y="12363"/>
                    <a:pt x="81279" y="12286"/>
                    <a:pt x="81279" y="12266"/>
                  </a:cubicBezTo>
                  <a:cubicBezTo>
                    <a:pt x="81309" y="12205"/>
                    <a:pt x="81339" y="12144"/>
                    <a:pt x="81370" y="12114"/>
                  </a:cubicBezTo>
                  <a:close/>
                  <a:moveTo>
                    <a:pt x="74531" y="12323"/>
                  </a:moveTo>
                  <a:cubicBezTo>
                    <a:pt x="74562" y="12327"/>
                    <a:pt x="74592" y="12327"/>
                    <a:pt x="74622" y="12327"/>
                  </a:cubicBezTo>
                  <a:cubicBezTo>
                    <a:pt x="74713" y="12327"/>
                    <a:pt x="74744" y="12387"/>
                    <a:pt x="74713" y="12418"/>
                  </a:cubicBezTo>
                  <a:cubicBezTo>
                    <a:pt x="74713" y="12448"/>
                    <a:pt x="74622" y="12479"/>
                    <a:pt x="74592" y="12479"/>
                  </a:cubicBezTo>
                  <a:lnTo>
                    <a:pt x="74322" y="12449"/>
                  </a:lnTo>
                  <a:lnTo>
                    <a:pt x="74322" y="12449"/>
                  </a:lnTo>
                  <a:cubicBezTo>
                    <a:pt x="74367" y="12424"/>
                    <a:pt x="74452" y="12374"/>
                    <a:pt x="74531" y="12323"/>
                  </a:cubicBezTo>
                  <a:close/>
                  <a:moveTo>
                    <a:pt x="28466" y="12061"/>
                  </a:moveTo>
                  <a:cubicBezTo>
                    <a:pt x="28481" y="12061"/>
                    <a:pt x="28497" y="12068"/>
                    <a:pt x="28512" y="12083"/>
                  </a:cubicBezTo>
                  <a:cubicBezTo>
                    <a:pt x="28542" y="12083"/>
                    <a:pt x="28573" y="12114"/>
                    <a:pt x="28573" y="12114"/>
                  </a:cubicBezTo>
                  <a:lnTo>
                    <a:pt x="28603" y="12205"/>
                  </a:lnTo>
                  <a:cubicBezTo>
                    <a:pt x="28664" y="12296"/>
                    <a:pt x="28633" y="12418"/>
                    <a:pt x="28573" y="12418"/>
                  </a:cubicBezTo>
                  <a:lnTo>
                    <a:pt x="28542" y="12387"/>
                  </a:lnTo>
                  <a:lnTo>
                    <a:pt x="28238" y="12357"/>
                  </a:lnTo>
                  <a:cubicBezTo>
                    <a:pt x="28185" y="12446"/>
                    <a:pt x="28142" y="12493"/>
                    <a:pt x="28116" y="12493"/>
                  </a:cubicBezTo>
                  <a:cubicBezTo>
                    <a:pt x="28097" y="12493"/>
                    <a:pt x="28086" y="12469"/>
                    <a:pt x="28086" y="12418"/>
                  </a:cubicBezTo>
                  <a:lnTo>
                    <a:pt x="28086" y="12357"/>
                  </a:lnTo>
                  <a:cubicBezTo>
                    <a:pt x="28056" y="12327"/>
                    <a:pt x="28025" y="12235"/>
                    <a:pt x="28025" y="12235"/>
                  </a:cubicBezTo>
                  <a:cubicBezTo>
                    <a:pt x="27904" y="12235"/>
                    <a:pt x="27843" y="12175"/>
                    <a:pt x="27873" y="12114"/>
                  </a:cubicBezTo>
                  <a:cubicBezTo>
                    <a:pt x="27938" y="12092"/>
                    <a:pt x="28002" y="12071"/>
                    <a:pt x="28067" y="12071"/>
                  </a:cubicBezTo>
                  <a:cubicBezTo>
                    <a:pt x="28094" y="12071"/>
                    <a:pt x="28120" y="12075"/>
                    <a:pt x="28147" y="12083"/>
                  </a:cubicBezTo>
                  <a:cubicBezTo>
                    <a:pt x="28238" y="12114"/>
                    <a:pt x="28269" y="12205"/>
                    <a:pt x="28360" y="12235"/>
                  </a:cubicBezTo>
                  <a:cubicBezTo>
                    <a:pt x="28481" y="12235"/>
                    <a:pt x="28542" y="12205"/>
                    <a:pt x="28421" y="12114"/>
                  </a:cubicBezTo>
                  <a:cubicBezTo>
                    <a:pt x="28390" y="12114"/>
                    <a:pt x="28421" y="12083"/>
                    <a:pt x="28421" y="12083"/>
                  </a:cubicBezTo>
                  <a:cubicBezTo>
                    <a:pt x="28436" y="12068"/>
                    <a:pt x="28451" y="12061"/>
                    <a:pt x="28466" y="12061"/>
                  </a:cubicBezTo>
                  <a:close/>
                  <a:moveTo>
                    <a:pt x="81852" y="12507"/>
                  </a:moveTo>
                  <a:lnTo>
                    <a:pt x="81917" y="12539"/>
                  </a:lnTo>
                  <a:cubicBezTo>
                    <a:pt x="81915" y="12549"/>
                    <a:pt x="81910" y="12553"/>
                    <a:pt x="81904" y="12553"/>
                  </a:cubicBezTo>
                  <a:cubicBezTo>
                    <a:pt x="81893" y="12553"/>
                    <a:pt x="81874" y="12536"/>
                    <a:pt x="81852" y="12507"/>
                  </a:cubicBezTo>
                  <a:close/>
                  <a:moveTo>
                    <a:pt x="72118" y="12193"/>
                  </a:moveTo>
                  <a:cubicBezTo>
                    <a:pt x="72195" y="12193"/>
                    <a:pt x="72284" y="12221"/>
                    <a:pt x="72373" y="12266"/>
                  </a:cubicBezTo>
                  <a:lnTo>
                    <a:pt x="72373" y="12296"/>
                  </a:lnTo>
                  <a:cubicBezTo>
                    <a:pt x="72342" y="12327"/>
                    <a:pt x="72312" y="12357"/>
                    <a:pt x="72251" y="12357"/>
                  </a:cubicBezTo>
                  <a:cubicBezTo>
                    <a:pt x="72224" y="12350"/>
                    <a:pt x="72198" y="12346"/>
                    <a:pt x="72175" y="12346"/>
                  </a:cubicBezTo>
                  <a:cubicBezTo>
                    <a:pt x="72095" y="12346"/>
                    <a:pt x="72045" y="12391"/>
                    <a:pt x="72069" y="12509"/>
                  </a:cubicBezTo>
                  <a:cubicBezTo>
                    <a:pt x="72069" y="12539"/>
                    <a:pt x="72038" y="12600"/>
                    <a:pt x="72008" y="12600"/>
                  </a:cubicBezTo>
                  <a:cubicBezTo>
                    <a:pt x="72002" y="12600"/>
                    <a:pt x="71995" y="12598"/>
                    <a:pt x="71989" y="12596"/>
                  </a:cubicBezTo>
                  <a:lnTo>
                    <a:pt x="71989" y="12596"/>
                  </a:lnTo>
                  <a:cubicBezTo>
                    <a:pt x="71956" y="12393"/>
                    <a:pt x="71944" y="12205"/>
                    <a:pt x="72038" y="12205"/>
                  </a:cubicBezTo>
                  <a:cubicBezTo>
                    <a:pt x="72063" y="12197"/>
                    <a:pt x="72089" y="12193"/>
                    <a:pt x="72118" y="12193"/>
                  </a:cubicBezTo>
                  <a:close/>
                  <a:moveTo>
                    <a:pt x="79760" y="12215"/>
                  </a:moveTo>
                  <a:cubicBezTo>
                    <a:pt x="79830" y="12215"/>
                    <a:pt x="79901" y="12237"/>
                    <a:pt x="79972" y="12296"/>
                  </a:cubicBezTo>
                  <a:lnTo>
                    <a:pt x="80032" y="12327"/>
                  </a:lnTo>
                  <a:cubicBezTo>
                    <a:pt x="80032" y="12387"/>
                    <a:pt x="80002" y="12448"/>
                    <a:pt x="79941" y="12448"/>
                  </a:cubicBezTo>
                  <a:lnTo>
                    <a:pt x="79880" y="12448"/>
                  </a:lnTo>
                  <a:cubicBezTo>
                    <a:pt x="79820" y="12448"/>
                    <a:pt x="79759" y="12418"/>
                    <a:pt x="79698" y="12418"/>
                  </a:cubicBezTo>
                  <a:cubicBezTo>
                    <a:pt x="79669" y="12411"/>
                    <a:pt x="79641" y="12407"/>
                    <a:pt x="79613" y="12407"/>
                  </a:cubicBezTo>
                  <a:cubicBezTo>
                    <a:pt x="79524" y="12407"/>
                    <a:pt x="79448" y="12446"/>
                    <a:pt x="79425" y="12539"/>
                  </a:cubicBezTo>
                  <a:lnTo>
                    <a:pt x="79425" y="12600"/>
                  </a:lnTo>
                  <a:cubicBezTo>
                    <a:pt x="79412" y="12613"/>
                    <a:pt x="79399" y="12619"/>
                    <a:pt x="79387" y="12619"/>
                  </a:cubicBezTo>
                  <a:cubicBezTo>
                    <a:pt x="79340" y="12619"/>
                    <a:pt x="79297" y="12532"/>
                    <a:pt x="79273" y="12387"/>
                  </a:cubicBezTo>
                  <a:lnTo>
                    <a:pt x="79425" y="12327"/>
                  </a:lnTo>
                  <a:cubicBezTo>
                    <a:pt x="79536" y="12271"/>
                    <a:pt x="79648" y="12215"/>
                    <a:pt x="79760" y="12215"/>
                  </a:cubicBezTo>
                  <a:close/>
                  <a:moveTo>
                    <a:pt x="1738" y="12272"/>
                  </a:moveTo>
                  <a:cubicBezTo>
                    <a:pt x="1772" y="12272"/>
                    <a:pt x="1812" y="12279"/>
                    <a:pt x="1855" y="12296"/>
                  </a:cubicBezTo>
                  <a:cubicBezTo>
                    <a:pt x="2007" y="12327"/>
                    <a:pt x="1946" y="12631"/>
                    <a:pt x="1885" y="12631"/>
                  </a:cubicBezTo>
                  <a:cubicBezTo>
                    <a:pt x="1824" y="12631"/>
                    <a:pt x="1672" y="12448"/>
                    <a:pt x="1642" y="12387"/>
                  </a:cubicBezTo>
                  <a:cubicBezTo>
                    <a:pt x="1598" y="12322"/>
                    <a:pt x="1649" y="12272"/>
                    <a:pt x="1738" y="12272"/>
                  </a:cubicBezTo>
                  <a:close/>
                  <a:moveTo>
                    <a:pt x="72006" y="12691"/>
                  </a:moveTo>
                  <a:cubicBezTo>
                    <a:pt x="72011" y="12720"/>
                    <a:pt x="72017" y="12749"/>
                    <a:pt x="72022" y="12777"/>
                  </a:cubicBezTo>
                  <a:lnTo>
                    <a:pt x="72022" y="12777"/>
                  </a:lnTo>
                  <a:cubicBezTo>
                    <a:pt x="72034" y="12755"/>
                    <a:pt x="72027" y="12729"/>
                    <a:pt x="72008" y="12691"/>
                  </a:cubicBezTo>
                  <a:close/>
                  <a:moveTo>
                    <a:pt x="26019" y="12615"/>
                  </a:moveTo>
                  <a:cubicBezTo>
                    <a:pt x="26073" y="12615"/>
                    <a:pt x="26126" y="12631"/>
                    <a:pt x="26171" y="12661"/>
                  </a:cubicBezTo>
                  <a:cubicBezTo>
                    <a:pt x="26202" y="12691"/>
                    <a:pt x="26202" y="12752"/>
                    <a:pt x="26141" y="12783"/>
                  </a:cubicBezTo>
                  <a:cubicBezTo>
                    <a:pt x="26129" y="12794"/>
                    <a:pt x="26109" y="12799"/>
                    <a:pt x="26084" y="12799"/>
                  </a:cubicBezTo>
                  <a:cubicBezTo>
                    <a:pt x="25978" y="12799"/>
                    <a:pt x="25794" y="12710"/>
                    <a:pt x="25867" y="12661"/>
                  </a:cubicBezTo>
                  <a:cubicBezTo>
                    <a:pt x="25913" y="12631"/>
                    <a:pt x="25966" y="12615"/>
                    <a:pt x="26019" y="12615"/>
                  </a:cubicBezTo>
                  <a:close/>
                  <a:moveTo>
                    <a:pt x="26840" y="12266"/>
                  </a:moveTo>
                  <a:cubicBezTo>
                    <a:pt x="26931" y="12357"/>
                    <a:pt x="27083" y="12418"/>
                    <a:pt x="27053" y="12570"/>
                  </a:cubicBezTo>
                  <a:cubicBezTo>
                    <a:pt x="27053" y="12600"/>
                    <a:pt x="27083" y="12661"/>
                    <a:pt x="27114" y="12661"/>
                  </a:cubicBezTo>
                  <a:cubicBezTo>
                    <a:pt x="27387" y="12722"/>
                    <a:pt x="27205" y="12813"/>
                    <a:pt x="27114" y="12874"/>
                  </a:cubicBezTo>
                  <a:lnTo>
                    <a:pt x="27083" y="12904"/>
                  </a:lnTo>
                  <a:cubicBezTo>
                    <a:pt x="27022" y="12904"/>
                    <a:pt x="26901" y="12661"/>
                    <a:pt x="26840" y="12570"/>
                  </a:cubicBezTo>
                  <a:cubicBezTo>
                    <a:pt x="26815" y="12520"/>
                    <a:pt x="26770" y="12470"/>
                    <a:pt x="26705" y="12470"/>
                  </a:cubicBezTo>
                  <a:cubicBezTo>
                    <a:pt x="26690" y="12470"/>
                    <a:pt x="26674" y="12473"/>
                    <a:pt x="26658" y="12479"/>
                  </a:cubicBezTo>
                  <a:cubicBezTo>
                    <a:pt x="26645" y="12491"/>
                    <a:pt x="26632" y="12499"/>
                    <a:pt x="26624" y="12499"/>
                  </a:cubicBezTo>
                  <a:cubicBezTo>
                    <a:pt x="26612" y="12499"/>
                    <a:pt x="26609" y="12484"/>
                    <a:pt x="26627" y="12448"/>
                  </a:cubicBezTo>
                  <a:cubicBezTo>
                    <a:pt x="26688" y="12387"/>
                    <a:pt x="26749" y="12266"/>
                    <a:pt x="26840" y="12266"/>
                  </a:cubicBezTo>
                  <a:close/>
                  <a:moveTo>
                    <a:pt x="70731" y="12722"/>
                  </a:moveTo>
                  <a:cubicBezTo>
                    <a:pt x="70762" y="12722"/>
                    <a:pt x="70823" y="12752"/>
                    <a:pt x="70823" y="12813"/>
                  </a:cubicBezTo>
                  <a:cubicBezTo>
                    <a:pt x="70823" y="12843"/>
                    <a:pt x="70519" y="12995"/>
                    <a:pt x="70458" y="12995"/>
                  </a:cubicBezTo>
                  <a:lnTo>
                    <a:pt x="70367" y="12995"/>
                  </a:lnTo>
                  <a:cubicBezTo>
                    <a:pt x="70245" y="12965"/>
                    <a:pt x="70154" y="12935"/>
                    <a:pt x="70154" y="12874"/>
                  </a:cubicBezTo>
                  <a:cubicBezTo>
                    <a:pt x="70164" y="12853"/>
                    <a:pt x="70194" y="12847"/>
                    <a:pt x="70234" y="12847"/>
                  </a:cubicBezTo>
                  <a:cubicBezTo>
                    <a:pt x="70313" y="12847"/>
                    <a:pt x="70427" y="12874"/>
                    <a:pt x="70488" y="12874"/>
                  </a:cubicBezTo>
                  <a:lnTo>
                    <a:pt x="70549" y="12843"/>
                  </a:lnTo>
                  <a:cubicBezTo>
                    <a:pt x="70610" y="12783"/>
                    <a:pt x="70671" y="12752"/>
                    <a:pt x="70731" y="12722"/>
                  </a:cubicBezTo>
                  <a:close/>
                  <a:moveTo>
                    <a:pt x="80403" y="12687"/>
                  </a:moveTo>
                  <a:cubicBezTo>
                    <a:pt x="80540" y="12687"/>
                    <a:pt x="80790" y="12818"/>
                    <a:pt x="80762" y="12874"/>
                  </a:cubicBezTo>
                  <a:cubicBezTo>
                    <a:pt x="80701" y="12904"/>
                    <a:pt x="80640" y="12965"/>
                    <a:pt x="80549" y="12995"/>
                  </a:cubicBezTo>
                  <a:lnTo>
                    <a:pt x="80519" y="12995"/>
                  </a:lnTo>
                  <a:lnTo>
                    <a:pt x="80397" y="12935"/>
                  </a:lnTo>
                  <a:cubicBezTo>
                    <a:pt x="80306" y="12843"/>
                    <a:pt x="80276" y="12752"/>
                    <a:pt x="80367" y="12691"/>
                  </a:cubicBezTo>
                  <a:cubicBezTo>
                    <a:pt x="80378" y="12689"/>
                    <a:pt x="80390" y="12687"/>
                    <a:pt x="80403" y="12687"/>
                  </a:cubicBezTo>
                  <a:close/>
                  <a:moveTo>
                    <a:pt x="73663" y="12593"/>
                  </a:moveTo>
                  <a:cubicBezTo>
                    <a:pt x="73750" y="12593"/>
                    <a:pt x="73806" y="12607"/>
                    <a:pt x="73771" y="12631"/>
                  </a:cubicBezTo>
                  <a:lnTo>
                    <a:pt x="73710" y="12661"/>
                  </a:lnTo>
                  <a:cubicBezTo>
                    <a:pt x="73619" y="12752"/>
                    <a:pt x="73437" y="12813"/>
                    <a:pt x="73406" y="12904"/>
                  </a:cubicBezTo>
                  <a:lnTo>
                    <a:pt x="73315" y="13086"/>
                  </a:lnTo>
                  <a:cubicBezTo>
                    <a:pt x="73163" y="13026"/>
                    <a:pt x="73133" y="12843"/>
                    <a:pt x="73254" y="12722"/>
                  </a:cubicBezTo>
                  <a:cubicBezTo>
                    <a:pt x="73310" y="12629"/>
                    <a:pt x="73526" y="12593"/>
                    <a:pt x="73663" y="12593"/>
                  </a:cubicBezTo>
                  <a:close/>
                  <a:moveTo>
                    <a:pt x="78458" y="12862"/>
                  </a:moveTo>
                  <a:cubicBezTo>
                    <a:pt x="78478" y="12862"/>
                    <a:pt x="78496" y="12866"/>
                    <a:pt x="78513" y="12874"/>
                  </a:cubicBezTo>
                  <a:cubicBezTo>
                    <a:pt x="78604" y="12904"/>
                    <a:pt x="78543" y="13056"/>
                    <a:pt x="78422" y="13117"/>
                  </a:cubicBezTo>
                  <a:cubicBezTo>
                    <a:pt x="78411" y="13120"/>
                    <a:pt x="78401" y="13121"/>
                    <a:pt x="78391" y="13121"/>
                  </a:cubicBezTo>
                  <a:cubicBezTo>
                    <a:pt x="78295" y="13121"/>
                    <a:pt x="78272" y="12990"/>
                    <a:pt x="78300" y="12935"/>
                  </a:cubicBezTo>
                  <a:cubicBezTo>
                    <a:pt x="78344" y="12890"/>
                    <a:pt x="78405" y="12862"/>
                    <a:pt x="78458" y="12862"/>
                  </a:cubicBezTo>
                  <a:close/>
                  <a:moveTo>
                    <a:pt x="71819" y="12584"/>
                  </a:moveTo>
                  <a:cubicBezTo>
                    <a:pt x="71831" y="12584"/>
                    <a:pt x="71844" y="12585"/>
                    <a:pt x="71859" y="12588"/>
                  </a:cubicBezTo>
                  <a:lnTo>
                    <a:pt x="71859" y="12588"/>
                  </a:lnTo>
                  <a:cubicBezTo>
                    <a:pt x="71858" y="12592"/>
                    <a:pt x="71857" y="12596"/>
                    <a:pt x="71856" y="12600"/>
                  </a:cubicBezTo>
                  <a:cubicBezTo>
                    <a:pt x="71856" y="12600"/>
                    <a:pt x="71947" y="12661"/>
                    <a:pt x="71978" y="12691"/>
                  </a:cubicBezTo>
                  <a:lnTo>
                    <a:pt x="72006" y="12691"/>
                  </a:lnTo>
                  <a:cubicBezTo>
                    <a:pt x="72002" y="12674"/>
                    <a:pt x="71999" y="12656"/>
                    <a:pt x="71996" y="12638"/>
                  </a:cubicBezTo>
                  <a:lnTo>
                    <a:pt x="71996" y="12638"/>
                  </a:lnTo>
                  <a:cubicBezTo>
                    <a:pt x="72010" y="12645"/>
                    <a:pt x="72024" y="12653"/>
                    <a:pt x="72038" y="12661"/>
                  </a:cubicBezTo>
                  <a:cubicBezTo>
                    <a:pt x="72190" y="12752"/>
                    <a:pt x="72342" y="12874"/>
                    <a:pt x="72434" y="13056"/>
                  </a:cubicBezTo>
                  <a:cubicBezTo>
                    <a:pt x="72418" y="13086"/>
                    <a:pt x="72358" y="13086"/>
                    <a:pt x="72297" y="13086"/>
                  </a:cubicBezTo>
                  <a:cubicBezTo>
                    <a:pt x="72236" y="13086"/>
                    <a:pt x="72175" y="13086"/>
                    <a:pt x="72160" y="13117"/>
                  </a:cubicBezTo>
                  <a:cubicBezTo>
                    <a:pt x="72130" y="13178"/>
                    <a:pt x="71917" y="13178"/>
                    <a:pt x="71886" y="13238"/>
                  </a:cubicBezTo>
                  <a:cubicBezTo>
                    <a:pt x="71866" y="13259"/>
                    <a:pt x="71839" y="13269"/>
                    <a:pt x="71810" y="13269"/>
                  </a:cubicBezTo>
                  <a:cubicBezTo>
                    <a:pt x="71751" y="13269"/>
                    <a:pt x="71684" y="13228"/>
                    <a:pt x="71643" y="13147"/>
                  </a:cubicBezTo>
                  <a:lnTo>
                    <a:pt x="71856" y="13117"/>
                  </a:lnTo>
                  <a:lnTo>
                    <a:pt x="72069" y="13056"/>
                  </a:lnTo>
                  <a:cubicBezTo>
                    <a:pt x="72069" y="13007"/>
                    <a:pt x="72046" y="12899"/>
                    <a:pt x="72022" y="12777"/>
                  </a:cubicBezTo>
                  <a:lnTo>
                    <a:pt x="72022" y="12777"/>
                  </a:lnTo>
                  <a:cubicBezTo>
                    <a:pt x="72015" y="12790"/>
                    <a:pt x="72001" y="12801"/>
                    <a:pt x="71978" y="12813"/>
                  </a:cubicBezTo>
                  <a:lnTo>
                    <a:pt x="71947" y="12813"/>
                  </a:lnTo>
                  <a:cubicBezTo>
                    <a:pt x="71886" y="12813"/>
                    <a:pt x="71856" y="12813"/>
                    <a:pt x="71826" y="12783"/>
                  </a:cubicBezTo>
                  <a:lnTo>
                    <a:pt x="71765" y="12691"/>
                  </a:lnTo>
                  <a:cubicBezTo>
                    <a:pt x="71731" y="12623"/>
                    <a:pt x="71754" y="12584"/>
                    <a:pt x="71819" y="12584"/>
                  </a:cubicBezTo>
                  <a:close/>
                  <a:moveTo>
                    <a:pt x="29051" y="13140"/>
                  </a:moveTo>
                  <a:cubicBezTo>
                    <a:pt x="29089" y="13140"/>
                    <a:pt x="29104" y="13162"/>
                    <a:pt x="29089" y="13208"/>
                  </a:cubicBezTo>
                  <a:lnTo>
                    <a:pt x="29059" y="13178"/>
                  </a:lnTo>
                  <a:cubicBezTo>
                    <a:pt x="28907" y="13299"/>
                    <a:pt x="28755" y="13360"/>
                    <a:pt x="28573" y="13360"/>
                  </a:cubicBezTo>
                  <a:cubicBezTo>
                    <a:pt x="28512" y="13360"/>
                    <a:pt x="28451" y="13330"/>
                    <a:pt x="28390" y="13299"/>
                  </a:cubicBezTo>
                  <a:cubicBezTo>
                    <a:pt x="28481" y="13269"/>
                    <a:pt x="28542" y="13269"/>
                    <a:pt x="28633" y="13269"/>
                  </a:cubicBezTo>
                  <a:lnTo>
                    <a:pt x="28785" y="13238"/>
                  </a:lnTo>
                  <a:lnTo>
                    <a:pt x="28877" y="13208"/>
                  </a:lnTo>
                  <a:cubicBezTo>
                    <a:pt x="28952" y="13162"/>
                    <a:pt x="29013" y="13140"/>
                    <a:pt x="29051" y="13140"/>
                  </a:cubicBezTo>
                  <a:close/>
                  <a:moveTo>
                    <a:pt x="30537" y="13214"/>
                  </a:moveTo>
                  <a:cubicBezTo>
                    <a:pt x="30566" y="13214"/>
                    <a:pt x="30592" y="13221"/>
                    <a:pt x="30609" y="13238"/>
                  </a:cubicBezTo>
                  <a:cubicBezTo>
                    <a:pt x="30670" y="13330"/>
                    <a:pt x="30487" y="13451"/>
                    <a:pt x="30396" y="13482"/>
                  </a:cubicBezTo>
                  <a:cubicBezTo>
                    <a:pt x="30372" y="13490"/>
                    <a:pt x="30347" y="13494"/>
                    <a:pt x="30325" y="13494"/>
                  </a:cubicBezTo>
                  <a:cubicBezTo>
                    <a:pt x="30263" y="13494"/>
                    <a:pt x="30214" y="13465"/>
                    <a:pt x="30214" y="13421"/>
                  </a:cubicBezTo>
                  <a:cubicBezTo>
                    <a:pt x="30214" y="13347"/>
                    <a:pt x="30413" y="13214"/>
                    <a:pt x="30537" y="13214"/>
                  </a:cubicBezTo>
                  <a:close/>
                  <a:moveTo>
                    <a:pt x="70942" y="13048"/>
                  </a:moveTo>
                  <a:cubicBezTo>
                    <a:pt x="70953" y="13048"/>
                    <a:pt x="70964" y="13051"/>
                    <a:pt x="70975" y="13056"/>
                  </a:cubicBezTo>
                  <a:lnTo>
                    <a:pt x="70944" y="13056"/>
                  </a:lnTo>
                  <a:cubicBezTo>
                    <a:pt x="71005" y="13117"/>
                    <a:pt x="71430" y="13451"/>
                    <a:pt x="71430" y="13512"/>
                  </a:cubicBezTo>
                  <a:cubicBezTo>
                    <a:pt x="71430" y="13603"/>
                    <a:pt x="71248" y="13634"/>
                    <a:pt x="71187" y="13634"/>
                  </a:cubicBezTo>
                  <a:cubicBezTo>
                    <a:pt x="71035" y="13573"/>
                    <a:pt x="70914" y="13512"/>
                    <a:pt x="70823" y="13421"/>
                  </a:cubicBezTo>
                  <a:lnTo>
                    <a:pt x="70792" y="13330"/>
                  </a:lnTo>
                  <a:lnTo>
                    <a:pt x="70762" y="13238"/>
                  </a:lnTo>
                  <a:cubicBezTo>
                    <a:pt x="70812" y="13112"/>
                    <a:pt x="70884" y="13048"/>
                    <a:pt x="70942" y="13048"/>
                  </a:cubicBezTo>
                  <a:close/>
                  <a:moveTo>
                    <a:pt x="25590" y="13149"/>
                  </a:moveTo>
                  <a:cubicBezTo>
                    <a:pt x="25616" y="13149"/>
                    <a:pt x="25639" y="13168"/>
                    <a:pt x="25655" y="13208"/>
                  </a:cubicBezTo>
                  <a:lnTo>
                    <a:pt x="25715" y="13360"/>
                  </a:lnTo>
                  <a:cubicBezTo>
                    <a:pt x="25715" y="13451"/>
                    <a:pt x="25746" y="13482"/>
                    <a:pt x="25837" y="13482"/>
                  </a:cubicBezTo>
                  <a:cubicBezTo>
                    <a:pt x="25867" y="13542"/>
                    <a:pt x="25837" y="13634"/>
                    <a:pt x="25776" y="13664"/>
                  </a:cubicBezTo>
                  <a:lnTo>
                    <a:pt x="25746" y="13664"/>
                  </a:lnTo>
                  <a:lnTo>
                    <a:pt x="25320" y="13542"/>
                  </a:lnTo>
                  <a:cubicBezTo>
                    <a:pt x="25410" y="13296"/>
                    <a:pt x="25516" y="13149"/>
                    <a:pt x="25590" y="13149"/>
                  </a:cubicBezTo>
                  <a:close/>
                  <a:moveTo>
                    <a:pt x="77510" y="13421"/>
                  </a:moveTo>
                  <a:cubicBezTo>
                    <a:pt x="77570" y="13542"/>
                    <a:pt x="77510" y="13664"/>
                    <a:pt x="77388" y="13664"/>
                  </a:cubicBezTo>
                  <a:cubicBezTo>
                    <a:pt x="77266" y="13664"/>
                    <a:pt x="77023" y="13542"/>
                    <a:pt x="77114" y="13421"/>
                  </a:cubicBezTo>
                  <a:close/>
                  <a:moveTo>
                    <a:pt x="26566" y="13755"/>
                  </a:moveTo>
                  <a:cubicBezTo>
                    <a:pt x="26597" y="13755"/>
                    <a:pt x="26627" y="13786"/>
                    <a:pt x="26627" y="13816"/>
                  </a:cubicBezTo>
                  <a:lnTo>
                    <a:pt x="26627" y="13846"/>
                  </a:lnTo>
                  <a:lnTo>
                    <a:pt x="26597" y="14029"/>
                  </a:lnTo>
                  <a:cubicBezTo>
                    <a:pt x="26521" y="14050"/>
                    <a:pt x="26446" y="14060"/>
                    <a:pt x="26377" y="14060"/>
                  </a:cubicBezTo>
                  <a:cubicBezTo>
                    <a:pt x="26252" y="14060"/>
                    <a:pt x="26150" y="14027"/>
                    <a:pt x="26110" y="13968"/>
                  </a:cubicBezTo>
                  <a:lnTo>
                    <a:pt x="26293" y="13877"/>
                  </a:lnTo>
                  <a:cubicBezTo>
                    <a:pt x="26384" y="13877"/>
                    <a:pt x="26445" y="13786"/>
                    <a:pt x="26506" y="13755"/>
                  </a:cubicBezTo>
                  <a:close/>
                  <a:moveTo>
                    <a:pt x="78700" y="13511"/>
                  </a:moveTo>
                  <a:cubicBezTo>
                    <a:pt x="78737" y="13511"/>
                    <a:pt x="78777" y="13533"/>
                    <a:pt x="78817" y="13573"/>
                  </a:cubicBezTo>
                  <a:lnTo>
                    <a:pt x="78756" y="13573"/>
                  </a:lnTo>
                  <a:cubicBezTo>
                    <a:pt x="78594" y="13573"/>
                    <a:pt x="78672" y="13765"/>
                    <a:pt x="78542" y="13765"/>
                  </a:cubicBezTo>
                  <a:cubicBezTo>
                    <a:pt x="78525" y="13765"/>
                    <a:pt x="78506" y="13762"/>
                    <a:pt x="78482" y="13755"/>
                  </a:cubicBezTo>
                  <a:cubicBezTo>
                    <a:pt x="78452" y="13743"/>
                    <a:pt x="78425" y="13738"/>
                    <a:pt x="78401" y="13738"/>
                  </a:cubicBezTo>
                  <a:cubicBezTo>
                    <a:pt x="78302" y="13738"/>
                    <a:pt x="78239" y="13816"/>
                    <a:pt x="78118" y="13816"/>
                  </a:cubicBezTo>
                  <a:cubicBezTo>
                    <a:pt x="77966" y="13846"/>
                    <a:pt x="77844" y="13877"/>
                    <a:pt x="77814" y="13998"/>
                  </a:cubicBezTo>
                  <a:cubicBezTo>
                    <a:pt x="77783" y="14090"/>
                    <a:pt x="77722" y="14059"/>
                    <a:pt x="77631" y="14090"/>
                  </a:cubicBezTo>
                  <a:cubicBezTo>
                    <a:pt x="77555" y="14122"/>
                    <a:pt x="77494" y="14139"/>
                    <a:pt x="77446" y="14139"/>
                  </a:cubicBezTo>
                  <a:cubicBezTo>
                    <a:pt x="77361" y="14139"/>
                    <a:pt x="77316" y="14085"/>
                    <a:pt x="77297" y="13968"/>
                  </a:cubicBezTo>
                  <a:lnTo>
                    <a:pt x="77297" y="13877"/>
                  </a:lnTo>
                  <a:cubicBezTo>
                    <a:pt x="77297" y="13831"/>
                    <a:pt x="77350" y="13816"/>
                    <a:pt x="77411" y="13816"/>
                  </a:cubicBezTo>
                  <a:cubicBezTo>
                    <a:pt x="77472" y="13816"/>
                    <a:pt x="77540" y="13831"/>
                    <a:pt x="77570" y="13846"/>
                  </a:cubicBezTo>
                  <a:cubicBezTo>
                    <a:pt x="77631" y="13877"/>
                    <a:pt x="77692" y="13877"/>
                    <a:pt x="77692" y="13877"/>
                  </a:cubicBezTo>
                  <a:lnTo>
                    <a:pt x="77692" y="13846"/>
                  </a:lnTo>
                  <a:cubicBezTo>
                    <a:pt x="77722" y="13816"/>
                    <a:pt x="77692" y="13694"/>
                    <a:pt x="77722" y="13694"/>
                  </a:cubicBezTo>
                  <a:cubicBezTo>
                    <a:pt x="77844" y="13664"/>
                    <a:pt x="77966" y="13634"/>
                    <a:pt x="78118" y="13634"/>
                  </a:cubicBezTo>
                  <a:cubicBezTo>
                    <a:pt x="78143" y="13627"/>
                    <a:pt x="78170" y="13625"/>
                    <a:pt x="78198" y="13625"/>
                  </a:cubicBezTo>
                  <a:cubicBezTo>
                    <a:pt x="78273" y="13625"/>
                    <a:pt x="78352" y="13642"/>
                    <a:pt x="78417" y="13642"/>
                  </a:cubicBezTo>
                  <a:cubicBezTo>
                    <a:pt x="78441" y="13642"/>
                    <a:pt x="78463" y="13640"/>
                    <a:pt x="78482" y="13634"/>
                  </a:cubicBezTo>
                  <a:lnTo>
                    <a:pt x="78573" y="13634"/>
                  </a:lnTo>
                  <a:cubicBezTo>
                    <a:pt x="78608" y="13548"/>
                    <a:pt x="78652" y="13511"/>
                    <a:pt x="78700" y="13511"/>
                  </a:cubicBezTo>
                  <a:close/>
                  <a:moveTo>
                    <a:pt x="76263" y="14120"/>
                  </a:moveTo>
                  <a:cubicBezTo>
                    <a:pt x="76324" y="14120"/>
                    <a:pt x="76415" y="14150"/>
                    <a:pt x="76446" y="14211"/>
                  </a:cubicBezTo>
                  <a:lnTo>
                    <a:pt x="76237" y="14391"/>
                  </a:lnTo>
                  <a:lnTo>
                    <a:pt x="76237" y="14391"/>
                  </a:lnTo>
                  <a:cubicBezTo>
                    <a:pt x="76251" y="14307"/>
                    <a:pt x="76242" y="14206"/>
                    <a:pt x="76263" y="14120"/>
                  </a:cubicBezTo>
                  <a:close/>
                  <a:moveTo>
                    <a:pt x="69090" y="13694"/>
                  </a:moveTo>
                  <a:cubicBezTo>
                    <a:pt x="69120" y="13694"/>
                    <a:pt x="69120" y="13725"/>
                    <a:pt x="69120" y="13816"/>
                  </a:cubicBezTo>
                  <a:cubicBezTo>
                    <a:pt x="69120" y="13838"/>
                    <a:pt x="69158" y="13844"/>
                    <a:pt x="69208" y="13844"/>
                  </a:cubicBezTo>
                  <a:cubicBezTo>
                    <a:pt x="69263" y="13844"/>
                    <a:pt x="69333" y="13837"/>
                    <a:pt x="69386" y="13837"/>
                  </a:cubicBezTo>
                  <a:cubicBezTo>
                    <a:pt x="69416" y="13837"/>
                    <a:pt x="69441" y="13839"/>
                    <a:pt x="69455" y="13846"/>
                  </a:cubicBezTo>
                  <a:lnTo>
                    <a:pt x="69455" y="13877"/>
                  </a:lnTo>
                  <a:cubicBezTo>
                    <a:pt x="69424" y="13938"/>
                    <a:pt x="69364" y="13968"/>
                    <a:pt x="69485" y="13968"/>
                  </a:cubicBezTo>
                  <a:cubicBezTo>
                    <a:pt x="69491" y="13974"/>
                    <a:pt x="69497" y="13976"/>
                    <a:pt x="69504" y="13976"/>
                  </a:cubicBezTo>
                  <a:cubicBezTo>
                    <a:pt x="69529" y="13976"/>
                    <a:pt x="69558" y="13938"/>
                    <a:pt x="69607" y="13938"/>
                  </a:cubicBezTo>
                  <a:lnTo>
                    <a:pt x="69668" y="13938"/>
                  </a:lnTo>
                  <a:cubicBezTo>
                    <a:pt x="69728" y="13938"/>
                    <a:pt x="69759" y="13968"/>
                    <a:pt x="69789" y="14029"/>
                  </a:cubicBezTo>
                  <a:lnTo>
                    <a:pt x="69728" y="14090"/>
                  </a:lnTo>
                  <a:cubicBezTo>
                    <a:pt x="69668" y="14150"/>
                    <a:pt x="69607" y="14211"/>
                    <a:pt x="69516" y="14242"/>
                  </a:cubicBezTo>
                  <a:lnTo>
                    <a:pt x="69333" y="14394"/>
                  </a:lnTo>
                  <a:cubicBezTo>
                    <a:pt x="69212" y="14242"/>
                    <a:pt x="69090" y="14090"/>
                    <a:pt x="68999" y="13907"/>
                  </a:cubicBezTo>
                  <a:cubicBezTo>
                    <a:pt x="68999" y="13846"/>
                    <a:pt x="69029" y="13755"/>
                    <a:pt x="69090" y="13694"/>
                  </a:cubicBezTo>
                  <a:close/>
                  <a:moveTo>
                    <a:pt x="76236" y="14394"/>
                  </a:moveTo>
                  <a:cubicBezTo>
                    <a:pt x="76353" y="14394"/>
                    <a:pt x="76340" y="14394"/>
                    <a:pt x="76232" y="14411"/>
                  </a:cubicBezTo>
                  <a:lnTo>
                    <a:pt x="76232" y="14411"/>
                  </a:lnTo>
                  <a:cubicBezTo>
                    <a:pt x="76234" y="14405"/>
                    <a:pt x="76235" y="14399"/>
                    <a:pt x="76236" y="14394"/>
                  </a:cubicBezTo>
                  <a:close/>
                  <a:moveTo>
                    <a:pt x="76750" y="14090"/>
                  </a:moveTo>
                  <a:lnTo>
                    <a:pt x="76932" y="14150"/>
                  </a:lnTo>
                  <a:cubicBezTo>
                    <a:pt x="77114" y="14211"/>
                    <a:pt x="77236" y="14272"/>
                    <a:pt x="77114" y="14272"/>
                  </a:cubicBezTo>
                  <a:lnTo>
                    <a:pt x="77145" y="14272"/>
                  </a:lnTo>
                  <a:cubicBezTo>
                    <a:pt x="77054" y="14272"/>
                    <a:pt x="76932" y="14485"/>
                    <a:pt x="76871" y="14515"/>
                  </a:cubicBezTo>
                  <a:lnTo>
                    <a:pt x="76841" y="14515"/>
                  </a:lnTo>
                  <a:cubicBezTo>
                    <a:pt x="76780" y="14485"/>
                    <a:pt x="76780" y="14424"/>
                    <a:pt x="76780" y="14394"/>
                  </a:cubicBezTo>
                  <a:cubicBezTo>
                    <a:pt x="76841" y="14333"/>
                    <a:pt x="76932" y="14242"/>
                    <a:pt x="76719" y="14242"/>
                  </a:cubicBezTo>
                  <a:cubicBezTo>
                    <a:pt x="76689" y="14242"/>
                    <a:pt x="76659" y="14150"/>
                    <a:pt x="76659" y="14120"/>
                  </a:cubicBezTo>
                  <a:cubicBezTo>
                    <a:pt x="76659" y="14120"/>
                    <a:pt x="76750" y="14090"/>
                    <a:pt x="76750" y="14090"/>
                  </a:cubicBezTo>
                  <a:close/>
                  <a:moveTo>
                    <a:pt x="75899" y="14333"/>
                  </a:moveTo>
                  <a:cubicBezTo>
                    <a:pt x="75929" y="14333"/>
                    <a:pt x="76020" y="14363"/>
                    <a:pt x="76020" y="14363"/>
                  </a:cubicBezTo>
                  <a:lnTo>
                    <a:pt x="76020" y="14424"/>
                  </a:lnTo>
                  <a:cubicBezTo>
                    <a:pt x="76020" y="14431"/>
                    <a:pt x="76006" y="14442"/>
                    <a:pt x="75983" y="14456"/>
                  </a:cubicBezTo>
                  <a:lnTo>
                    <a:pt x="75983" y="14456"/>
                  </a:lnTo>
                  <a:cubicBezTo>
                    <a:pt x="75701" y="14513"/>
                    <a:pt x="75245" y="14670"/>
                    <a:pt x="75130" y="14670"/>
                  </a:cubicBezTo>
                  <a:cubicBezTo>
                    <a:pt x="75120" y="14670"/>
                    <a:pt x="75113" y="14669"/>
                    <a:pt x="75108" y="14667"/>
                  </a:cubicBezTo>
                  <a:cubicBezTo>
                    <a:pt x="75169" y="14606"/>
                    <a:pt x="75230" y="14515"/>
                    <a:pt x="75260" y="14515"/>
                  </a:cubicBezTo>
                  <a:cubicBezTo>
                    <a:pt x="75504" y="14515"/>
                    <a:pt x="75716" y="14454"/>
                    <a:pt x="75899" y="14333"/>
                  </a:cubicBezTo>
                  <a:close/>
                  <a:moveTo>
                    <a:pt x="78284" y="14715"/>
                  </a:moveTo>
                  <a:cubicBezTo>
                    <a:pt x="78257" y="14732"/>
                    <a:pt x="78240" y="14745"/>
                    <a:pt x="78242" y="14745"/>
                  </a:cubicBezTo>
                  <a:cubicBezTo>
                    <a:pt x="78243" y="14745"/>
                    <a:pt x="78252" y="14740"/>
                    <a:pt x="78270" y="14728"/>
                  </a:cubicBezTo>
                  <a:cubicBezTo>
                    <a:pt x="78275" y="14724"/>
                    <a:pt x="78280" y="14720"/>
                    <a:pt x="78284" y="14715"/>
                  </a:cubicBezTo>
                  <a:close/>
                  <a:moveTo>
                    <a:pt x="76223" y="14444"/>
                  </a:moveTo>
                  <a:lnTo>
                    <a:pt x="76385" y="14606"/>
                  </a:lnTo>
                  <a:cubicBezTo>
                    <a:pt x="76415" y="14606"/>
                    <a:pt x="76355" y="14728"/>
                    <a:pt x="76324" y="14728"/>
                  </a:cubicBezTo>
                  <a:lnTo>
                    <a:pt x="76203" y="14758"/>
                  </a:lnTo>
                  <a:cubicBezTo>
                    <a:pt x="76111" y="14758"/>
                    <a:pt x="76020" y="14728"/>
                    <a:pt x="75929" y="14697"/>
                  </a:cubicBezTo>
                  <a:cubicBezTo>
                    <a:pt x="75990" y="14637"/>
                    <a:pt x="76081" y="14576"/>
                    <a:pt x="76142" y="14545"/>
                  </a:cubicBezTo>
                  <a:lnTo>
                    <a:pt x="76203" y="14485"/>
                  </a:lnTo>
                  <a:cubicBezTo>
                    <a:pt x="76211" y="14472"/>
                    <a:pt x="76218" y="14459"/>
                    <a:pt x="76223" y="14444"/>
                  </a:cubicBezTo>
                  <a:close/>
                  <a:moveTo>
                    <a:pt x="26536" y="14515"/>
                  </a:moveTo>
                  <a:cubicBezTo>
                    <a:pt x="26566" y="14515"/>
                    <a:pt x="26688" y="14758"/>
                    <a:pt x="26688" y="14849"/>
                  </a:cubicBezTo>
                  <a:cubicBezTo>
                    <a:pt x="26688" y="14869"/>
                    <a:pt x="26677" y="14878"/>
                    <a:pt x="26659" y="14878"/>
                  </a:cubicBezTo>
                  <a:cubicBezTo>
                    <a:pt x="26594" y="14878"/>
                    <a:pt x="26445" y="14769"/>
                    <a:pt x="26445" y="14697"/>
                  </a:cubicBezTo>
                  <a:cubicBezTo>
                    <a:pt x="26445" y="14606"/>
                    <a:pt x="26475" y="14515"/>
                    <a:pt x="26506" y="14515"/>
                  </a:cubicBezTo>
                  <a:close/>
                  <a:moveTo>
                    <a:pt x="68535" y="13945"/>
                  </a:moveTo>
                  <a:cubicBezTo>
                    <a:pt x="68596" y="13945"/>
                    <a:pt x="68695" y="13953"/>
                    <a:pt x="68816" y="13968"/>
                  </a:cubicBezTo>
                  <a:lnTo>
                    <a:pt x="68938" y="14090"/>
                  </a:lnTo>
                  <a:cubicBezTo>
                    <a:pt x="68968" y="14181"/>
                    <a:pt x="68968" y="14242"/>
                    <a:pt x="68938" y="14333"/>
                  </a:cubicBezTo>
                  <a:cubicBezTo>
                    <a:pt x="68905" y="14366"/>
                    <a:pt x="68871" y="14390"/>
                    <a:pt x="68828" y="14390"/>
                  </a:cubicBezTo>
                  <a:cubicBezTo>
                    <a:pt x="68792" y="14390"/>
                    <a:pt x="68750" y="14374"/>
                    <a:pt x="68695" y="14333"/>
                  </a:cubicBezTo>
                  <a:cubicBezTo>
                    <a:pt x="68604" y="14333"/>
                    <a:pt x="68513" y="14363"/>
                    <a:pt x="68452" y="14394"/>
                  </a:cubicBezTo>
                  <a:cubicBezTo>
                    <a:pt x="68361" y="14485"/>
                    <a:pt x="68300" y="14576"/>
                    <a:pt x="68209" y="14667"/>
                  </a:cubicBezTo>
                  <a:cubicBezTo>
                    <a:pt x="68178" y="14697"/>
                    <a:pt x="68117" y="14728"/>
                    <a:pt x="68087" y="14728"/>
                  </a:cubicBezTo>
                  <a:lnTo>
                    <a:pt x="67753" y="14576"/>
                  </a:lnTo>
                  <a:cubicBezTo>
                    <a:pt x="67449" y="14728"/>
                    <a:pt x="67236" y="14880"/>
                    <a:pt x="67236" y="14941"/>
                  </a:cubicBezTo>
                  <a:cubicBezTo>
                    <a:pt x="67236" y="14996"/>
                    <a:pt x="67185" y="15127"/>
                    <a:pt x="67131" y="15127"/>
                  </a:cubicBezTo>
                  <a:cubicBezTo>
                    <a:pt x="67125" y="15127"/>
                    <a:pt x="67120" y="15126"/>
                    <a:pt x="67114" y="15123"/>
                  </a:cubicBezTo>
                  <a:lnTo>
                    <a:pt x="67114" y="15093"/>
                  </a:lnTo>
                  <a:cubicBezTo>
                    <a:pt x="67175" y="14941"/>
                    <a:pt x="66810" y="15032"/>
                    <a:pt x="66932" y="14880"/>
                  </a:cubicBezTo>
                  <a:cubicBezTo>
                    <a:pt x="66962" y="14819"/>
                    <a:pt x="67145" y="14758"/>
                    <a:pt x="67175" y="14728"/>
                  </a:cubicBezTo>
                  <a:cubicBezTo>
                    <a:pt x="67236" y="14667"/>
                    <a:pt x="67114" y="14576"/>
                    <a:pt x="67236" y="14515"/>
                  </a:cubicBezTo>
                  <a:lnTo>
                    <a:pt x="67418" y="14485"/>
                  </a:lnTo>
                  <a:cubicBezTo>
                    <a:pt x="67509" y="14515"/>
                    <a:pt x="67631" y="14545"/>
                    <a:pt x="67722" y="14545"/>
                  </a:cubicBezTo>
                  <a:lnTo>
                    <a:pt x="67722" y="14515"/>
                  </a:lnTo>
                  <a:cubicBezTo>
                    <a:pt x="67753" y="14424"/>
                    <a:pt x="67661" y="14302"/>
                    <a:pt x="67813" y="14242"/>
                  </a:cubicBezTo>
                  <a:lnTo>
                    <a:pt x="67935" y="14211"/>
                  </a:lnTo>
                  <a:cubicBezTo>
                    <a:pt x="68057" y="14211"/>
                    <a:pt x="68246" y="14238"/>
                    <a:pt x="68376" y="14238"/>
                  </a:cubicBezTo>
                  <a:cubicBezTo>
                    <a:pt x="68442" y="14238"/>
                    <a:pt x="68492" y="14231"/>
                    <a:pt x="68513" y="14211"/>
                  </a:cubicBezTo>
                  <a:cubicBezTo>
                    <a:pt x="68604" y="14150"/>
                    <a:pt x="68543" y="14029"/>
                    <a:pt x="68482" y="13968"/>
                  </a:cubicBezTo>
                  <a:cubicBezTo>
                    <a:pt x="68452" y="13953"/>
                    <a:pt x="68475" y="13945"/>
                    <a:pt x="68535" y="13945"/>
                  </a:cubicBezTo>
                  <a:close/>
                  <a:moveTo>
                    <a:pt x="75017" y="15032"/>
                  </a:moveTo>
                  <a:lnTo>
                    <a:pt x="75017" y="15032"/>
                  </a:lnTo>
                  <a:cubicBezTo>
                    <a:pt x="75024" y="15088"/>
                    <a:pt x="75028" y="15144"/>
                    <a:pt x="75029" y="15199"/>
                  </a:cubicBezTo>
                  <a:lnTo>
                    <a:pt x="75029" y="15199"/>
                  </a:lnTo>
                  <a:cubicBezTo>
                    <a:pt x="75022" y="15173"/>
                    <a:pt x="75017" y="15148"/>
                    <a:pt x="75017" y="15123"/>
                  </a:cubicBezTo>
                  <a:lnTo>
                    <a:pt x="75017" y="15032"/>
                  </a:lnTo>
                  <a:close/>
                  <a:moveTo>
                    <a:pt x="75230" y="14971"/>
                  </a:moveTo>
                  <a:cubicBezTo>
                    <a:pt x="75230" y="15062"/>
                    <a:pt x="75230" y="15153"/>
                    <a:pt x="75200" y="15245"/>
                  </a:cubicBezTo>
                  <a:lnTo>
                    <a:pt x="75321" y="15366"/>
                  </a:lnTo>
                  <a:lnTo>
                    <a:pt x="75382" y="15427"/>
                  </a:lnTo>
                  <a:cubicBezTo>
                    <a:pt x="75382" y="15528"/>
                    <a:pt x="75278" y="15587"/>
                    <a:pt x="75155" y="15587"/>
                  </a:cubicBezTo>
                  <a:cubicBezTo>
                    <a:pt x="75130" y="15587"/>
                    <a:pt x="75104" y="15584"/>
                    <a:pt x="75078" y="15579"/>
                  </a:cubicBezTo>
                  <a:lnTo>
                    <a:pt x="75078" y="15427"/>
                  </a:lnTo>
                  <a:cubicBezTo>
                    <a:pt x="75078" y="15368"/>
                    <a:pt x="75064" y="15316"/>
                    <a:pt x="75049" y="15268"/>
                  </a:cubicBezTo>
                  <a:lnTo>
                    <a:pt x="75049" y="15268"/>
                  </a:lnTo>
                  <a:cubicBezTo>
                    <a:pt x="75107" y="15164"/>
                    <a:pt x="75168" y="15064"/>
                    <a:pt x="75230" y="14971"/>
                  </a:cubicBezTo>
                  <a:close/>
                  <a:moveTo>
                    <a:pt x="66142" y="14880"/>
                  </a:moveTo>
                  <a:cubicBezTo>
                    <a:pt x="66202" y="14910"/>
                    <a:pt x="65868" y="15245"/>
                    <a:pt x="65746" y="15245"/>
                  </a:cubicBezTo>
                  <a:cubicBezTo>
                    <a:pt x="65655" y="15245"/>
                    <a:pt x="65686" y="15366"/>
                    <a:pt x="65807" y="15488"/>
                  </a:cubicBezTo>
                  <a:lnTo>
                    <a:pt x="65503" y="15549"/>
                  </a:lnTo>
                  <a:lnTo>
                    <a:pt x="65412" y="15549"/>
                  </a:lnTo>
                  <a:cubicBezTo>
                    <a:pt x="65392" y="15579"/>
                    <a:pt x="65368" y="15592"/>
                    <a:pt x="65345" y="15592"/>
                  </a:cubicBezTo>
                  <a:cubicBezTo>
                    <a:pt x="65297" y="15592"/>
                    <a:pt x="65250" y="15538"/>
                    <a:pt x="65230" y="15457"/>
                  </a:cubicBezTo>
                  <a:lnTo>
                    <a:pt x="65291" y="15366"/>
                  </a:lnTo>
                  <a:lnTo>
                    <a:pt x="65321" y="15305"/>
                  </a:lnTo>
                  <a:cubicBezTo>
                    <a:pt x="65473" y="15275"/>
                    <a:pt x="65564" y="15153"/>
                    <a:pt x="65595" y="15032"/>
                  </a:cubicBezTo>
                  <a:lnTo>
                    <a:pt x="65807" y="15062"/>
                  </a:lnTo>
                  <a:lnTo>
                    <a:pt x="65898" y="15093"/>
                  </a:lnTo>
                  <a:cubicBezTo>
                    <a:pt x="65929" y="15032"/>
                    <a:pt x="66081" y="14880"/>
                    <a:pt x="66142" y="14880"/>
                  </a:cubicBezTo>
                  <a:close/>
                  <a:moveTo>
                    <a:pt x="74654" y="15629"/>
                  </a:moveTo>
                  <a:cubicBezTo>
                    <a:pt x="74653" y="15629"/>
                    <a:pt x="74652" y="15632"/>
                    <a:pt x="74652" y="15640"/>
                  </a:cubicBezTo>
                  <a:cubicBezTo>
                    <a:pt x="74652" y="15645"/>
                    <a:pt x="74654" y="15649"/>
                    <a:pt x="74657" y="15654"/>
                  </a:cubicBezTo>
                  <a:lnTo>
                    <a:pt x="74657" y="15654"/>
                  </a:lnTo>
                  <a:cubicBezTo>
                    <a:pt x="74656" y="15639"/>
                    <a:pt x="74655" y="15629"/>
                    <a:pt x="74654" y="15629"/>
                  </a:cubicBezTo>
                  <a:close/>
                  <a:moveTo>
                    <a:pt x="72000" y="16000"/>
                  </a:moveTo>
                  <a:cubicBezTo>
                    <a:pt x="71998" y="16000"/>
                    <a:pt x="71996" y="16000"/>
                    <a:pt x="71994" y="16000"/>
                  </a:cubicBezTo>
                  <a:lnTo>
                    <a:pt x="71994" y="16000"/>
                  </a:lnTo>
                  <a:cubicBezTo>
                    <a:pt x="71999" y="16013"/>
                    <a:pt x="72003" y="16020"/>
                    <a:pt x="72005" y="16020"/>
                  </a:cubicBezTo>
                  <a:cubicBezTo>
                    <a:pt x="72007" y="16020"/>
                    <a:pt x="72008" y="16015"/>
                    <a:pt x="72008" y="16004"/>
                  </a:cubicBezTo>
                  <a:cubicBezTo>
                    <a:pt x="72008" y="16001"/>
                    <a:pt x="72005" y="16000"/>
                    <a:pt x="72000" y="16000"/>
                  </a:cubicBezTo>
                  <a:close/>
                  <a:moveTo>
                    <a:pt x="22965" y="15617"/>
                  </a:moveTo>
                  <a:cubicBezTo>
                    <a:pt x="22987" y="15617"/>
                    <a:pt x="23010" y="15625"/>
                    <a:pt x="23041" y="15640"/>
                  </a:cubicBezTo>
                  <a:lnTo>
                    <a:pt x="23132" y="15701"/>
                  </a:lnTo>
                  <a:cubicBezTo>
                    <a:pt x="23193" y="15701"/>
                    <a:pt x="23253" y="15701"/>
                    <a:pt x="23314" y="15761"/>
                  </a:cubicBezTo>
                  <a:lnTo>
                    <a:pt x="23193" y="15761"/>
                  </a:lnTo>
                  <a:lnTo>
                    <a:pt x="23132" y="15731"/>
                  </a:lnTo>
                  <a:cubicBezTo>
                    <a:pt x="23071" y="15761"/>
                    <a:pt x="23041" y="15792"/>
                    <a:pt x="23041" y="15822"/>
                  </a:cubicBezTo>
                  <a:cubicBezTo>
                    <a:pt x="23041" y="15852"/>
                    <a:pt x="23041" y="15883"/>
                    <a:pt x="23101" y="15913"/>
                  </a:cubicBezTo>
                  <a:cubicBezTo>
                    <a:pt x="23206" y="15948"/>
                    <a:pt x="23311" y="16003"/>
                    <a:pt x="23416" y="16003"/>
                  </a:cubicBezTo>
                  <a:cubicBezTo>
                    <a:pt x="23493" y="16003"/>
                    <a:pt x="23571" y="15973"/>
                    <a:pt x="23648" y="15883"/>
                  </a:cubicBezTo>
                  <a:lnTo>
                    <a:pt x="23648" y="15883"/>
                  </a:lnTo>
                  <a:cubicBezTo>
                    <a:pt x="23770" y="15913"/>
                    <a:pt x="23527" y="16126"/>
                    <a:pt x="23405" y="16187"/>
                  </a:cubicBezTo>
                  <a:cubicBezTo>
                    <a:pt x="23380" y="16200"/>
                    <a:pt x="23349" y="16206"/>
                    <a:pt x="23315" y="16206"/>
                  </a:cubicBezTo>
                  <a:cubicBezTo>
                    <a:pt x="23186" y="16206"/>
                    <a:pt x="23009" y="16118"/>
                    <a:pt x="22889" y="15974"/>
                  </a:cubicBezTo>
                  <a:lnTo>
                    <a:pt x="22889" y="15761"/>
                  </a:lnTo>
                  <a:cubicBezTo>
                    <a:pt x="22889" y="15731"/>
                    <a:pt x="22858" y="15670"/>
                    <a:pt x="22889" y="15640"/>
                  </a:cubicBezTo>
                  <a:cubicBezTo>
                    <a:pt x="22919" y="15625"/>
                    <a:pt x="22942" y="15617"/>
                    <a:pt x="22965" y="15617"/>
                  </a:cubicBezTo>
                  <a:close/>
                  <a:moveTo>
                    <a:pt x="22281" y="16369"/>
                  </a:moveTo>
                  <a:cubicBezTo>
                    <a:pt x="22372" y="16369"/>
                    <a:pt x="22493" y="16491"/>
                    <a:pt x="22524" y="16673"/>
                  </a:cubicBezTo>
                  <a:lnTo>
                    <a:pt x="22311" y="16795"/>
                  </a:lnTo>
                  <a:lnTo>
                    <a:pt x="22098" y="16916"/>
                  </a:lnTo>
                  <a:lnTo>
                    <a:pt x="22037" y="16947"/>
                  </a:lnTo>
                  <a:cubicBezTo>
                    <a:pt x="22031" y="16950"/>
                    <a:pt x="22025" y="16952"/>
                    <a:pt x="22020" y="16952"/>
                  </a:cubicBezTo>
                  <a:cubicBezTo>
                    <a:pt x="21977" y="16952"/>
                    <a:pt x="21980" y="16849"/>
                    <a:pt x="22007" y="16795"/>
                  </a:cubicBezTo>
                  <a:cubicBezTo>
                    <a:pt x="22037" y="16764"/>
                    <a:pt x="22037" y="16704"/>
                    <a:pt x="22007" y="16643"/>
                  </a:cubicBezTo>
                  <a:cubicBezTo>
                    <a:pt x="21977" y="16582"/>
                    <a:pt x="22159" y="16400"/>
                    <a:pt x="22281" y="16369"/>
                  </a:cubicBezTo>
                  <a:close/>
                  <a:moveTo>
                    <a:pt x="21014" y="16923"/>
                  </a:moveTo>
                  <a:cubicBezTo>
                    <a:pt x="21031" y="16923"/>
                    <a:pt x="21049" y="16931"/>
                    <a:pt x="21065" y="16947"/>
                  </a:cubicBezTo>
                  <a:lnTo>
                    <a:pt x="21034" y="16947"/>
                  </a:lnTo>
                  <a:cubicBezTo>
                    <a:pt x="21054" y="16960"/>
                    <a:pt x="21080" y="16964"/>
                    <a:pt x="21109" y="16964"/>
                  </a:cubicBezTo>
                  <a:cubicBezTo>
                    <a:pt x="21189" y="16964"/>
                    <a:pt x="21295" y="16929"/>
                    <a:pt x="21355" y="16929"/>
                  </a:cubicBezTo>
                  <a:cubicBezTo>
                    <a:pt x="21377" y="16929"/>
                    <a:pt x="21393" y="16934"/>
                    <a:pt x="21399" y="16947"/>
                  </a:cubicBezTo>
                  <a:lnTo>
                    <a:pt x="21308" y="17008"/>
                  </a:lnTo>
                  <a:cubicBezTo>
                    <a:pt x="21247" y="17099"/>
                    <a:pt x="21156" y="17160"/>
                    <a:pt x="21034" y="17160"/>
                  </a:cubicBezTo>
                  <a:lnTo>
                    <a:pt x="21004" y="17129"/>
                  </a:lnTo>
                  <a:lnTo>
                    <a:pt x="20913" y="17099"/>
                  </a:lnTo>
                  <a:cubicBezTo>
                    <a:pt x="20913" y="16986"/>
                    <a:pt x="20963" y="16923"/>
                    <a:pt x="21014" y="16923"/>
                  </a:cubicBezTo>
                  <a:close/>
                  <a:moveTo>
                    <a:pt x="70215" y="17068"/>
                  </a:moveTo>
                  <a:cubicBezTo>
                    <a:pt x="70245" y="17068"/>
                    <a:pt x="70282" y="17143"/>
                    <a:pt x="70298" y="17225"/>
                  </a:cubicBezTo>
                  <a:lnTo>
                    <a:pt x="70298" y="17225"/>
                  </a:lnTo>
                  <a:cubicBezTo>
                    <a:pt x="70185" y="17143"/>
                    <a:pt x="70187" y="17068"/>
                    <a:pt x="70215" y="17068"/>
                  </a:cubicBezTo>
                  <a:close/>
                  <a:moveTo>
                    <a:pt x="3800" y="19774"/>
                  </a:moveTo>
                  <a:cubicBezTo>
                    <a:pt x="3648" y="19804"/>
                    <a:pt x="3618" y="19834"/>
                    <a:pt x="3739" y="19834"/>
                  </a:cubicBezTo>
                  <a:cubicBezTo>
                    <a:pt x="3742" y="19835"/>
                    <a:pt x="3745" y="19836"/>
                    <a:pt x="3748" y="19836"/>
                  </a:cubicBezTo>
                  <a:lnTo>
                    <a:pt x="3748" y="19836"/>
                  </a:lnTo>
                  <a:lnTo>
                    <a:pt x="3800" y="19774"/>
                  </a:lnTo>
                  <a:close/>
                  <a:moveTo>
                    <a:pt x="59242" y="20138"/>
                  </a:moveTo>
                  <a:lnTo>
                    <a:pt x="59394" y="20260"/>
                  </a:lnTo>
                  <a:lnTo>
                    <a:pt x="59455" y="20321"/>
                  </a:lnTo>
                  <a:cubicBezTo>
                    <a:pt x="59546" y="20351"/>
                    <a:pt x="59607" y="20412"/>
                    <a:pt x="59546" y="20442"/>
                  </a:cubicBezTo>
                  <a:cubicBezTo>
                    <a:pt x="59537" y="20446"/>
                    <a:pt x="59525" y="20448"/>
                    <a:pt x="59511" y="20448"/>
                  </a:cubicBezTo>
                  <a:cubicBezTo>
                    <a:pt x="59420" y="20448"/>
                    <a:pt x="59229" y="20377"/>
                    <a:pt x="59151" y="20351"/>
                  </a:cubicBezTo>
                  <a:lnTo>
                    <a:pt x="59090" y="20381"/>
                  </a:lnTo>
                  <a:cubicBezTo>
                    <a:pt x="59059" y="20442"/>
                    <a:pt x="59059" y="20533"/>
                    <a:pt x="59059" y="20594"/>
                  </a:cubicBezTo>
                  <a:lnTo>
                    <a:pt x="58999" y="20594"/>
                  </a:lnTo>
                  <a:cubicBezTo>
                    <a:pt x="58938" y="20594"/>
                    <a:pt x="58877" y="20564"/>
                    <a:pt x="58877" y="20533"/>
                  </a:cubicBezTo>
                  <a:lnTo>
                    <a:pt x="58847" y="20442"/>
                  </a:lnTo>
                  <a:cubicBezTo>
                    <a:pt x="58968" y="20351"/>
                    <a:pt x="59120" y="20229"/>
                    <a:pt x="59242" y="20138"/>
                  </a:cubicBezTo>
                  <a:close/>
                  <a:moveTo>
                    <a:pt x="60575" y="20389"/>
                  </a:moveTo>
                  <a:cubicBezTo>
                    <a:pt x="60610" y="20389"/>
                    <a:pt x="60640" y="20397"/>
                    <a:pt x="60670" y="20412"/>
                  </a:cubicBezTo>
                  <a:cubicBezTo>
                    <a:pt x="60731" y="20473"/>
                    <a:pt x="60579" y="20594"/>
                    <a:pt x="60488" y="20655"/>
                  </a:cubicBezTo>
                  <a:cubicBezTo>
                    <a:pt x="60460" y="20674"/>
                    <a:pt x="60443" y="20681"/>
                    <a:pt x="60435" y="20681"/>
                  </a:cubicBezTo>
                  <a:cubicBezTo>
                    <a:pt x="60416" y="20681"/>
                    <a:pt x="60437" y="20646"/>
                    <a:pt x="60458" y="20625"/>
                  </a:cubicBezTo>
                  <a:cubicBezTo>
                    <a:pt x="60518" y="20594"/>
                    <a:pt x="60397" y="20412"/>
                    <a:pt x="60458" y="20412"/>
                  </a:cubicBezTo>
                  <a:cubicBezTo>
                    <a:pt x="60503" y="20397"/>
                    <a:pt x="60541" y="20389"/>
                    <a:pt x="60575" y="20389"/>
                  </a:cubicBezTo>
                  <a:close/>
                  <a:moveTo>
                    <a:pt x="58816" y="20442"/>
                  </a:moveTo>
                  <a:cubicBezTo>
                    <a:pt x="58847" y="20473"/>
                    <a:pt x="58847" y="20564"/>
                    <a:pt x="58847" y="20564"/>
                  </a:cubicBezTo>
                  <a:lnTo>
                    <a:pt x="58725" y="20655"/>
                  </a:lnTo>
                  <a:cubicBezTo>
                    <a:pt x="58604" y="20746"/>
                    <a:pt x="58482" y="20807"/>
                    <a:pt x="58330" y="20837"/>
                  </a:cubicBezTo>
                  <a:lnTo>
                    <a:pt x="58360" y="20807"/>
                  </a:lnTo>
                  <a:cubicBezTo>
                    <a:pt x="58330" y="20777"/>
                    <a:pt x="58360" y="20716"/>
                    <a:pt x="58391" y="20716"/>
                  </a:cubicBezTo>
                  <a:cubicBezTo>
                    <a:pt x="58543" y="20716"/>
                    <a:pt x="58664" y="20625"/>
                    <a:pt x="58664" y="20473"/>
                  </a:cubicBezTo>
                  <a:cubicBezTo>
                    <a:pt x="58725" y="20442"/>
                    <a:pt x="58755" y="20442"/>
                    <a:pt x="58816" y="20442"/>
                  </a:cubicBezTo>
                  <a:close/>
                  <a:moveTo>
                    <a:pt x="60154" y="20473"/>
                  </a:moveTo>
                  <a:lnTo>
                    <a:pt x="60154" y="20594"/>
                  </a:lnTo>
                  <a:cubicBezTo>
                    <a:pt x="60154" y="20675"/>
                    <a:pt x="60100" y="20689"/>
                    <a:pt x="60037" y="20689"/>
                  </a:cubicBezTo>
                  <a:cubicBezTo>
                    <a:pt x="60005" y="20689"/>
                    <a:pt x="59971" y="20685"/>
                    <a:pt x="59941" y="20685"/>
                  </a:cubicBezTo>
                  <a:cubicBezTo>
                    <a:pt x="59759" y="20716"/>
                    <a:pt x="59880" y="20837"/>
                    <a:pt x="59880" y="20868"/>
                  </a:cubicBezTo>
                  <a:cubicBezTo>
                    <a:pt x="59880" y="20898"/>
                    <a:pt x="59911" y="20989"/>
                    <a:pt x="59880" y="20989"/>
                  </a:cubicBezTo>
                  <a:lnTo>
                    <a:pt x="59819" y="21050"/>
                  </a:lnTo>
                  <a:cubicBezTo>
                    <a:pt x="59759" y="20989"/>
                    <a:pt x="59728" y="20929"/>
                    <a:pt x="59667" y="20868"/>
                  </a:cubicBezTo>
                  <a:lnTo>
                    <a:pt x="59637" y="20868"/>
                  </a:lnTo>
                  <a:cubicBezTo>
                    <a:pt x="59630" y="20861"/>
                    <a:pt x="59623" y="20859"/>
                    <a:pt x="59616" y="20859"/>
                  </a:cubicBezTo>
                  <a:cubicBezTo>
                    <a:pt x="59604" y="20859"/>
                    <a:pt x="59592" y="20866"/>
                    <a:pt x="59579" y="20866"/>
                  </a:cubicBezTo>
                  <a:cubicBezTo>
                    <a:pt x="59568" y="20866"/>
                    <a:pt x="59557" y="20860"/>
                    <a:pt x="59546" y="20837"/>
                  </a:cubicBezTo>
                  <a:cubicBezTo>
                    <a:pt x="59515" y="20777"/>
                    <a:pt x="59485" y="20685"/>
                    <a:pt x="59515" y="20655"/>
                  </a:cubicBezTo>
                  <a:lnTo>
                    <a:pt x="59607" y="20564"/>
                  </a:lnTo>
                  <a:cubicBezTo>
                    <a:pt x="59667" y="20533"/>
                    <a:pt x="59759" y="20503"/>
                    <a:pt x="59819" y="20503"/>
                  </a:cubicBezTo>
                  <a:cubicBezTo>
                    <a:pt x="59941" y="20503"/>
                    <a:pt x="60032" y="20503"/>
                    <a:pt x="60154" y="20473"/>
                  </a:cubicBezTo>
                  <a:close/>
                  <a:moveTo>
                    <a:pt x="57950" y="20826"/>
                  </a:moveTo>
                  <a:cubicBezTo>
                    <a:pt x="57994" y="20826"/>
                    <a:pt x="58034" y="20860"/>
                    <a:pt x="58056" y="20929"/>
                  </a:cubicBezTo>
                  <a:cubicBezTo>
                    <a:pt x="58056" y="20989"/>
                    <a:pt x="57904" y="20989"/>
                    <a:pt x="57874" y="20989"/>
                  </a:cubicBezTo>
                  <a:cubicBezTo>
                    <a:pt x="57868" y="20984"/>
                    <a:pt x="57862" y="20981"/>
                    <a:pt x="57857" y="20981"/>
                  </a:cubicBezTo>
                  <a:cubicBezTo>
                    <a:pt x="57834" y="20981"/>
                    <a:pt x="57819" y="21026"/>
                    <a:pt x="57844" y="21050"/>
                  </a:cubicBezTo>
                  <a:cubicBezTo>
                    <a:pt x="57874" y="21081"/>
                    <a:pt x="57844" y="21111"/>
                    <a:pt x="57783" y="21111"/>
                  </a:cubicBezTo>
                  <a:cubicBezTo>
                    <a:pt x="57722" y="21111"/>
                    <a:pt x="57570" y="20989"/>
                    <a:pt x="57570" y="20959"/>
                  </a:cubicBezTo>
                  <a:cubicBezTo>
                    <a:pt x="57570" y="20929"/>
                    <a:pt x="57813" y="20837"/>
                    <a:pt x="57904" y="20837"/>
                  </a:cubicBezTo>
                  <a:cubicBezTo>
                    <a:pt x="57920" y="20830"/>
                    <a:pt x="57935" y="20826"/>
                    <a:pt x="57950" y="20826"/>
                  </a:cubicBezTo>
                  <a:close/>
                  <a:moveTo>
                    <a:pt x="59333" y="20944"/>
                  </a:moveTo>
                  <a:cubicBezTo>
                    <a:pt x="59371" y="20944"/>
                    <a:pt x="59394" y="20959"/>
                    <a:pt x="59394" y="20989"/>
                  </a:cubicBezTo>
                  <a:lnTo>
                    <a:pt x="59394" y="21020"/>
                  </a:lnTo>
                  <a:cubicBezTo>
                    <a:pt x="59394" y="21050"/>
                    <a:pt x="59303" y="21141"/>
                    <a:pt x="59272" y="21141"/>
                  </a:cubicBezTo>
                  <a:cubicBezTo>
                    <a:pt x="59270" y="21139"/>
                    <a:pt x="59268" y="21138"/>
                    <a:pt x="59265" y="21138"/>
                  </a:cubicBezTo>
                  <a:cubicBezTo>
                    <a:pt x="59225" y="21138"/>
                    <a:pt x="59103" y="21296"/>
                    <a:pt x="59018" y="21296"/>
                  </a:cubicBezTo>
                  <a:cubicBezTo>
                    <a:pt x="59011" y="21296"/>
                    <a:pt x="59005" y="21295"/>
                    <a:pt x="58999" y="21293"/>
                  </a:cubicBezTo>
                  <a:cubicBezTo>
                    <a:pt x="58907" y="21263"/>
                    <a:pt x="59059" y="21050"/>
                    <a:pt x="59181" y="20989"/>
                  </a:cubicBezTo>
                  <a:cubicBezTo>
                    <a:pt x="59242" y="20959"/>
                    <a:pt x="59295" y="20944"/>
                    <a:pt x="59333" y="20944"/>
                  </a:cubicBezTo>
                  <a:close/>
                  <a:moveTo>
                    <a:pt x="56293" y="21293"/>
                  </a:moveTo>
                  <a:cubicBezTo>
                    <a:pt x="56476" y="21354"/>
                    <a:pt x="56506" y="21476"/>
                    <a:pt x="56415" y="21567"/>
                  </a:cubicBezTo>
                  <a:lnTo>
                    <a:pt x="56354" y="21567"/>
                  </a:lnTo>
                  <a:cubicBezTo>
                    <a:pt x="56322" y="21599"/>
                    <a:pt x="56276" y="21612"/>
                    <a:pt x="56236" y="21617"/>
                  </a:cubicBezTo>
                  <a:lnTo>
                    <a:pt x="56236" y="21617"/>
                  </a:lnTo>
                  <a:lnTo>
                    <a:pt x="56293" y="21445"/>
                  </a:lnTo>
                  <a:lnTo>
                    <a:pt x="56293" y="21293"/>
                  </a:lnTo>
                  <a:close/>
                  <a:moveTo>
                    <a:pt x="56162" y="21618"/>
                  </a:moveTo>
                  <a:cubicBezTo>
                    <a:pt x="56164" y="21618"/>
                    <a:pt x="56170" y="21619"/>
                    <a:pt x="56180" y="21620"/>
                  </a:cubicBezTo>
                  <a:lnTo>
                    <a:pt x="56180" y="21620"/>
                  </a:lnTo>
                  <a:cubicBezTo>
                    <a:pt x="56166" y="21619"/>
                    <a:pt x="56158" y="21618"/>
                    <a:pt x="56162" y="21618"/>
                  </a:cubicBezTo>
                  <a:close/>
                  <a:moveTo>
                    <a:pt x="55021" y="21876"/>
                  </a:moveTo>
                  <a:cubicBezTo>
                    <a:pt x="55120" y="21876"/>
                    <a:pt x="55248" y="21998"/>
                    <a:pt x="55199" y="22023"/>
                  </a:cubicBezTo>
                  <a:cubicBezTo>
                    <a:pt x="55128" y="22058"/>
                    <a:pt x="55057" y="22073"/>
                    <a:pt x="54992" y="22073"/>
                  </a:cubicBezTo>
                  <a:cubicBezTo>
                    <a:pt x="54946" y="22073"/>
                    <a:pt x="54903" y="22066"/>
                    <a:pt x="54865" y="22053"/>
                  </a:cubicBezTo>
                  <a:cubicBezTo>
                    <a:pt x="54854" y="22048"/>
                    <a:pt x="54844" y="22045"/>
                    <a:pt x="54835" y="22045"/>
                  </a:cubicBezTo>
                  <a:cubicBezTo>
                    <a:pt x="54795" y="22045"/>
                    <a:pt x="54779" y="22095"/>
                    <a:pt x="54804" y="22144"/>
                  </a:cubicBezTo>
                  <a:cubicBezTo>
                    <a:pt x="54682" y="22236"/>
                    <a:pt x="54561" y="22327"/>
                    <a:pt x="54409" y="22357"/>
                  </a:cubicBezTo>
                  <a:cubicBezTo>
                    <a:pt x="54402" y="22361"/>
                    <a:pt x="54394" y="22362"/>
                    <a:pt x="54386" y="22362"/>
                  </a:cubicBezTo>
                  <a:cubicBezTo>
                    <a:pt x="54316" y="22362"/>
                    <a:pt x="54193" y="22266"/>
                    <a:pt x="54166" y="22266"/>
                  </a:cubicBezTo>
                  <a:cubicBezTo>
                    <a:pt x="54166" y="22236"/>
                    <a:pt x="54227" y="22175"/>
                    <a:pt x="54227" y="22114"/>
                  </a:cubicBezTo>
                  <a:lnTo>
                    <a:pt x="54379" y="21992"/>
                  </a:lnTo>
                  <a:cubicBezTo>
                    <a:pt x="54409" y="21992"/>
                    <a:pt x="54470" y="21962"/>
                    <a:pt x="54500" y="21962"/>
                  </a:cubicBezTo>
                  <a:lnTo>
                    <a:pt x="54591" y="21962"/>
                  </a:lnTo>
                  <a:cubicBezTo>
                    <a:pt x="54624" y="21970"/>
                    <a:pt x="54656" y="21974"/>
                    <a:pt x="54689" y="21974"/>
                  </a:cubicBezTo>
                  <a:cubicBezTo>
                    <a:pt x="54778" y="21974"/>
                    <a:pt x="54867" y="21946"/>
                    <a:pt x="54956" y="21901"/>
                  </a:cubicBezTo>
                  <a:cubicBezTo>
                    <a:pt x="54974" y="21883"/>
                    <a:pt x="54997" y="21876"/>
                    <a:pt x="55021" y="21876"/>
                  </a:cubicBezTo>
                  <a:close/>
                  <a:moveTo>
                    <a:pt x="25209" y="22059"/>
                  </a:moveTo>
                  <a:cubicBezTo>
                    <a:pt x="25233" y="22059"/>
                    <a:pt x="25251" y="22067"/>
                    <a:pt x="25259" y="22084"/>
                  </a:cubicBezTo>
                  <a:cubicBezTo>
                    <a:pt x="25290" y="22114"/>
                    <a:pt x="25107" y="22388"/>
                    <a:pt x="25016" y="22418"/>
                  </a:cubicBezTo>
                  <a:cubicBezTo>
                    <a:pt x="24970" y="22441"/>
                    <a:pt x="24923" y="22451"/>
                    <a:pt x="24877" y="22451"/>
                  </a:cubicBezTo>
                  <a:cubicBezTo>
                    <a:pt x="24802" y="22451"/>
                    <a:pt x="24727" y="22425"/>
                    <a:pt x="24652" y="22388"/>
                  </a:cubicBezTo>
                  <a:lnTo>
                    <a:pt x="24834" y="22266"/>
                  </a:lnTo>
                  <a:lnTo>
                    <a:pt x="24955" y="22175"/>
                  </a:lnTo>
                  <a:cubicBezTo>
                    <a:pt x="25043" y="22109"/>
                    <a:pt x="25147" y="22059"/>
                    <a:pt x="25209" y="22059"/>
                  </a:cubicBezTo>
                  <a:close/>
                  <a:moveTo>
                    <a:pt x="55516" y="22320"/>
                  </a:moveTo>
                  <a:cubicBezTo>
                    <a:pt x="55527" y="22320"/>
                    <a:pt x="55534" y="22322"/>
                    <a:pt x="55534" y="22327"/>
                  </a:cubicBezTo>
                  <a:cubicBezTo>
                    <a:pt x="55564" y="22357"/>
                    <a:pt x="55382" y="22540"/>
                    <a:pt x="55321" y="22600"/>
                  </a:cubicBezTo>
                  <a:cubicBezTo>
                    <a:pt x="55309" y="22612"/>
                    <a:pt x="55292" y="22617"/>
                    <a:pt x="55271" y="22617"/>
                  </a:cubicBezTo>
                  <a:cubicBezTo>
                    <a:pt x="55184" y="22617"/>
                    <a:pt x="55036" y="22528"/>
                    <a:pt x="54986" y="22479"/>
                  </a:cubicBezTo>
                  <a:cubicBezTo>
                    <a:pt x="54926" y="22418"/>
                    <a:pt x="54956" y="22357"/>
                    <a:pt x="55108" y="22357"/>
                  </a:cubicBezTo>
                  <a:cubicBezTo>
                    <a:pt x="55126" y="22362"/>
                    <a:pt x="55148" y="22363"/>
                    <a:pt x="55172" y="22363"/>
                  </a:cubicBezTo>
                  <a:cubicBezTo>
                    <a:pt x="55288" y="22363"/>
                    <a:pt x="55460" y="22320"/>
                    <a:pt x="55516" y="22320"/>
                  </a:cubicBezTo>
                  <a:close/>
                  <a:moveTo>
                    <a:pt x="51764" y="22965"/>
                  </a:moveTo>
                  <a:lnTo>
                    <a:pt x="51886" y="23026"/>
                  </a:lnTo>
                  <a:cubicBezTo>
                    <a:pt x="52008" y="23117"/>
                    <a:pt x="52008" y="23269"/>
                    <a:pt x="51886" y="23360"/>
                  </a:cubicBezTo>
                  <a:lnTo>
                    <a:pt x="51877" y="23369"/>
                  </a:lnTo>
                  <a:lnTo>
                    <a:pt x="51877" y="23369"/>
                  </a:lnTo>
                  <a:cubicBezTo>
                    <a:pt x="51837" y="23356"/>
                    <a:pt x="51797" y="23341"/>
                    <a:pt x="51756" y="23326"/>
                  </a:cubicBezTo>
                  <a:lnTo>
                    <a:pt x="51756" y="23326"/>
                  </a:lnTo>
                  <a:cubicBezTo>
                    <a:pt x="51755" y="23369"/>
                    <a:pt x="51750" y="23413"/>
                    <a:pt x="51744" y="23457"/>
                  </a:cubicBezTo>
                  <a:lnTo>
                    <a:pt x="51744" y="23457"/>
                  </a:lnTo>
                  <a:cubicBezTo>
                    <a:pt x="51702" y="23441"/>
                    <a:pt x="51667" y="23382"/>
                    <a:pt x="51634" y="23382"/>
                  </a:cubicBezTo>
                  <a:cubicBezTo>
                    <a:pt x="51616" y="23382"/>
                    <a:pt x="51599" y="23400"/>
                    <a:pt x="51582" y="23451"/>
                  </a:cubicBezTo>
                  <a:cubicBezTo>
                    <a:pt x="51552" y="23543"/>
                    <a:pt x="51491" y="23543"/>
                    <a:pt x="51400" y="23543"/>
                  </a:cubicBezTo>
                  <a:cubicBezTo>
                    <a:pt x="51369" y="23512"/>
                    <a:pt x="51309" y="23512"/>
                    <a:pt x="51278" y="23451"/>
                  </a:cubicBezTo>
                  <a:cubicBezTo>
                    <a:pt x="51278" y="23451"/>
                    <a:pt x="51278" y="23421"/>
                    <a:pt x="51339" y="23391"/>
                  </a:cubicBezTo>
                  <a:cubicBezTo>
                    <a:pt x="51400" y="23330"/>
                    <a:pt x="51491" y="23330"/>
                    <a:pt x="51552" y="23299"/>
                  </a:cubicBezTo>
                  <a:lnTo>
                    <a:pt x="51612" y="23269"/>
                  </a:lnTo>
                  <a:cubicBezTo>
                    <a:pt x="51660" y="23288"/>
                    <a:pt x="51708" y="23307"/>
                    <a:pt x="51756" y="23326"/>
                  </a:cubicBezTo>
                  <a:lnTo>
                    <a:pt x="51756" y="23326"/>
                  </a:lnTo>
                  <a:cubicBezTo>
                    <a:pt x="51759" y="23236"/>
                    <a:pt x="51752" y="23146"/>
                    <a:pt x="51734" y="23056"/>
                  </a:cubicBezTo>
                  <a:cubicBezTo>
                    <a:pt x="51704" y="23026"/>
                    <a:pt x="51734" y="22965"/>
                    <a:pt x="51764" y="22965"/>
                  </a:cubicBezTo>
                  <a:close/>
                  <a:moveTo>
                    <a:pt x="29211" y="23391"/>
                  </a:moveTo>
                  <a:lnTo>
                    <a:pt x="29211" y="23421"/>
                  </a:lnTo>
                  <a:cubicBezTo>
                    <a:pt x="29262" y="23489"/>
                    <a:pt x="29342" y="23529"/>
                    <a:pt x="29424" y="23529"/>
                  </a:cubicBezTo>
                  <a:cubicBezTo>
                    <a:pt x="29488" y="23529"/>
                    <a:pt x="29553" y="23505"/>
                    <a:pt x="29606" y="23451"/>
                  </a:cubicBezTo>
                  <a:lnTo>
                    <a:pt x="29606" y="23451"/>
                  </a:lnTo>
                  <a:cubicBezTo>
                    <a:pt x="29636" y="23482"/>
                    <a:pt x="29545" y="23664"/>
                    <a:pt x="29454" y="23695"/>
                  </a:cubicBezTo>
                  <a:cubicBezTo>
                    <a:pt x="29419" y="23718"/>
                    <a:pt x="29384" y="23728"/>
                    <a:pt x="29351" y="23728"/>
                  </a:cubicBezTo>
                  <a:cubicBezTo>
                    <a:pt x="29298" y="23728"/>
                    <a:pt x="29248" y="23702"/>
                    <a:pt x="29211" y="23664"/>
                  </a:cubicBezTo>
                  <a:cubicBezTo>
                    <a:pt x="29180" y="23573"/>
                    <a:pt x="29089" y="23391"/>
                    <a:pt x="29211" y="23391"/>
                  </a:cubicBezTo>
                  <a:close/>
                  <a:moveTo>
                    <a:pt x="50811" y="23413"/>
                  </a:moveTo>
                  <a:cubicBezTo>
                    <a:pt x="50883" y="23413"/>
                    <a:pt x="50944" y="23463"/>
                    <a:pt x="50944" y="23512"/>
                  </a:cubicBezTo>
                  <a:lnTo>
                    <a:pt x="50883" y="23573"/>
                  </a:lnTo>
                  <a:lnTo>
                    <a:pt x="50822" y="23634"/>
                  </a:lnTo>
                  <a:cubicBezTo>
                    <a:pt x="50741" y="23715"/>
                    <a:pt x="50562" y="23821"/>
                    <a:pt x="50482" y="23821"/>
                  </a:cubicBezTo>
                  <a:cubicBezTo>
                    <a:pt x="50472" y="23821"/>
                    <a:pt x="50464" y="23819"/>
                    <a:pt x="50457" y="23816"/>
                  </a:cubicBezTo>
                  <a:cubicBezTo>
                    <a:pt x="50366" y="23786"/>
                    <a:pt x="50305" y="23695"/>
                    <a:pt x="50245" y="23603"/>
                  </a:cubicBezTo>
                  <a:cubicBezTo>
                    <a:pt x="50245" y="23543"/>
                    <a:pt x="50275" y="23543"/>
                    <a:pt x="50366" y="23543"/>
                  </a:cubicBezTo>
                  <a:lnTo>
                    <a:pt x="50366" y="23512"/>
                  </a:lnTo>
                  <a:cubicBezTo>
                    <a:pt x="50419" y="23530"/>
                    <a:pt x="50502" y="23547"/>
                    <a:pt x="50569" y="23547"/>
                  </a:cubicBezTo>
                  <a:cubicBezTo>
                    <a:pt x="50617" y="23547"/>
                    <a:pt x="50657" y="23538"/>
                    <a:pt x="50670" y="23512"/>
                  </a:cubicBezTo>
                  <a:lnTo>
                    <a:pt x="50701" y="23482"/>
                  </a:lnTo>
                  <a:lnTo>
                    <a:pt x="50761" y="23421"/>
                  </a:lnTo>
                  <a:cubicBezTo>
                    <a:pt x="50778" y="23415"/>
                    <a:pt x="50795" y="23413"/>
                    <a:pt x="50811" y="23413"/>
                  </a:cubicBezTo>
                  <a:close/>
                  <a:moveTo>
                    <a:pt x="27144" y="24211"/>
                  </a:moveTo>
                  <a:cubicBezTo>
                    <a:pt x="27509" y="24211"/>
                    <a:pt x="27509" y="24211"/>
                    <a:pt x="27509" y="24576"/>
                  </a:cubicBezTo>
                  <a:cubicBezTo>
                    <a:pt x="27326" y="24485"/>
                    <a:pt x="27053" y="24485"/>
                    <a:pt x="27144" y="24211"/>
                  </a:cubicBezTo>
                  <a:close/>
                  <a:moveTo>
                    <a:pt x="13010" y="24302"/>
                  </a:moveTo>
                  <a:lnTo>
                    <a:pt x="13010" y="24302"/>
                  </a:lnTo>
                  <a:cubicBezTo>
                    <a:pt x="13040" y="24454"/>
                    <a:pt x="12980" y="24606"/>
                    <a:pt x="12888" y="24698"/>
                  </a:cubicBezTo>
                  <a:lnTo>
                    <a:pt x="12828" y="24728"/>
                  </a:lnTo>
                  <a:lnTo>
                    <a:pt x="12767" y="24789"/>
                  </a:lnTo>
                  <a:cubicBezTo>
                    <a:pt x="12714" y="24842"/>
                    <a:pt x="12640" y="24874"/>
                    <a:pt x="12570" y="24874"/>
                  </a:cubicBezTo>
                  <a:cubicBezTo>
                    <a:pt x="12519" y="24874"/>
                    <a:pt x="12471" y="24857"/>
                    <a:pt x="12432" y="24819"/>
                  </a:cubicBezTo>
                  <a:lnTo>
                    <a:pt x="12372" y="24758"/>
                  </a:lnTo>
                  <a:lnTo>
                    <a:pt x="12372" y="24606"/>
                  </a:lnTo>
                  <a:lnTo>
                    <a:pt x="12432" y="24606"/>
                  </a:lnTo>
                  <a:cubicBezTo>
                    <a:pt x="12463" y="24667"/>
                    <a:pt x="12493" y="24698"/>
                    <a:pt x="12524" y="24728"/>
                  </a:cubicBezTo>
                  <a:cubicBezTo>
                    <a:pt x="12532" y="24736"/>
                    <a:pt x="12542" y="24740"/>
                    <a:pt x="12553" y="24740"/>
                  </a:cubicBezTo>
                  <a:cubicBezTo>
                    <a:pt x="12582" y="24740"/>
                    <a:pt x="12615" y="24712"/>
                    <a:pt x="12615" y="24667"/>
                  </a:cubicBezTo>
                  <a:lnTo>
                    <a:pt x="12645" y="24606"/>
                  </a:lnTo>
                  <a:cubicBezTo>
                    <a:pt x="12676" y="24515"/>
                    <a:pt x="12736" y="24394"/>
                    <a:pt x="12828" y="24363"/>
                  </a:cubicBezTo>
                  <a:lnTo>
                    <a:pt x="13010" y="24302"/>
                  </a:lnTo>
                  <a:close/>
                  <a:moveTo>
                    <a:pt x="11516" y="24390"/>
                  </a:moveTo>
                  <a:cubicBezTo>
                    <a:pt x="11548" y="24390"/>
                    <a:pt x="11581" y="24394"/>
                    <a:pt x="11612" y="24394"/>
                  </a:cubicBezTo>
                  <a:cubicBezTo>
                    <a:pt x="11703" y="24394"/>
                    <a:pt x="11764" y="24454"/>
                    <a:pt x="11703" y="24515"/>
                  </a:cubicBezTo>
                  <a:cubicBezTo>
                    <a:pt x="11612" y="24576"/>
                    <a:pt x="11460" y="24606"/>
                    <a:pt x="11429" y="24667"/>
                  </a:cubicBezTo>
                  <a:lnTo>
                    <a:pt x="11369" y="24789"/>
                  </a:lnTo>
                  <a:cubicBezTo>
                    <a:pt x="11343" y="24776"/>
                    <a:pt x="11318" y="24769"/>
                    <a:pt x="11295" y="24769"/>
                  </a:cubicBezTo>
                  <a:cubicBezTo>
                    <a:pt x="11263" y="24769"/>
                    <a:pt x="11234" y="24784"/>
                    <a:pt x="11217" y="24819"/>
                  </a:cubicBezTo>
                  <a:lnTo>
                    <a:pt x="11156" y="24880"/>
                  </a:lnTo>
                  <a:cubicBezTo>
                    <a:pt x="11095" y="24880"/>
                    <a:pt x="11065" y="24850"/>
                    <a:pt x="11034" y="24819"/>
                  </a:cubicBezTo>
                  <a:cubicBezTo>
                    <a:pt x="11034" y="24789"/>
                    <a:pt x="11034" y="24789"/>
                    <a:pt x="11065" y="24758"/>
                  </a:cubicBezTo>
                  <a:lnTo>
                    <a:pt x="11065" y="24728"/>
                  </a:lnTo>
                  <a:cubicBezTo>
                    <a:pt x="11017" y="24585"/>
                    <a:pt x="11007" y="24535"/>
                    <a:pt x="11122" y="24535"/>
                  </a:cubicBezTo>
                  <a:cubicBezTo>
                    <a:pt x="11154" y="24535"/>
                    <a:pt x="11195" y="24539"/>
                    <a:pt x="11247" y="24546"/>
                  </a:cubicBezTo>
                  <a:cubicBezTo>
                    <a:pt x="11308" y="24546"/>
                    <a:pt x="11399" y="24515"/>
                    <a:pt x="11399" y="24485"/>
                  </a:cubicBezTo>
                  <a:cubicBezTo>
                    <a:pt x="11399" y="24404"/>
                    <a:pt x="11453" y="24390"/>
                    <a:pt x="11516" y="24390"/>
                  </a:cubicBezTo>
                  <a:close/>
                  <a:moveTo>
                    <a:pt x="45229" y="25598"/>
                  </a:moveTo>
                  <a:cubicBezTo>
                    <a:pt x="45319" y="25598"/>
                    <a:pt x="45404" y="25632"/>
                    <a:pt x="45473" y="25701"/>
                  </a:cubicBezTo>
                  <a:cubicBezTo>
                    <a:pt x="45527" y="25755"/>
                    <a:pt x="45509" y="25953"/>
                    <a:pt x="45354" y="25953"/>
                  </a:cubicBezTo>
                  <a:cubicBezTo>
                    <a:pt x="45335" y="25953"/>
                    <a:pt x="45314" y="25950"/>
                    <a:pt x="45290" y="25944"/>
                  </a:cubicBezTo>
                  <a:lnTo>
                    <a:pt x="45260" y="25822"/>
                  </a:lnTo>
                  <a:cubicBezTo>
                    <a:pt x="45224" y="25751"/>
                    <a:pt x="45189" y="25722"/>
                    <a:pt x="45141" y="25722"/>
                  </a:cubicBezTo>
                  <a:cubicBezTo>
                    <a:pt x="45107" y="25722"/>
                    <a:pt x="45067" y="25736"/>
                    <a:pt x="45017" y="25761"/>
                  </a:cubicBezTo>
                  <a:cubicBezTo>
                    <a:pt x="44956" y="25731"/>
                    <a:pt x="44956" y="25670"/>
                    <a:pt x="44986" y="25609"/>
                  </a:cubicBezTo>
                  <a:lnTo>
                    <a:pt x="45138" y="25609"/>
                  </a:lnTo>
                  <a:cubicBezTo>
                    <a:pt x="45169" y="25602"/>
                    <a:pt x="45199" y="25598"/>
                    <a:pt x="45229" y="25598"/>
                  </a:cubicBezTo>
                  <a:close/>
                  <a:moveTo>
                    <a:pt x="45505" y="26172"/>
                  </a:moveTo>
                  <a:cubicBezTo>
                    <a:pt x="45527" y="26172"/>
                    <a:pt x="45547" y="26177"/>
                    <a:pt x="45564" y="26187"/>
                  </a:cubicBezTo>
                  <a:cubicBezTo>
                    <a:pt x="45685" y="26248"/>
                    <a:pt x="45655" y="26309"/>
                    <a:pt x="45473" y="26309"/>
                  </a:cubicBezTo>
                  <a:lnTo>
                    <a:pt x="45351" y="26309"/>
                  </a:lnTo>
                  <a:cubicBezTo>
                    <a:pt x="45322" y="26301"/>
                    <a:pt x="45297" y="26298"/>
                    <a:pt x="45275" y="26298"/>
                  </a:cubicBezTo>
                  <a:cubicBezTo>
                    <a:pt x="45261" y="26298"/>
                    <a:pt x="45248" y="26299"/>
                    <a:pt x="45237" y="26302"/>
                  </a:cubicBezTo>
                  <a:lnTo>
                    <a:pt x="45237" y="26302"/>
                  </a:lnTo>
                  <a:cubicBezTo>
                    <a:pt x="45315" y="26235"/>
                    <a:pt x="45424" y="26172"/>
                    <a:pt x="45505" y="26172"/>
                  </a:cubicBezTo>
                  <a:close/>
                  <a:moveTo>
                    <a:pt x="45179" y="26359"/>
                  </a:moveTo>
                  <a:lnTo>
                    <a:pt x="45179" y="26359"/>
                  </a:lnTo>
                  <a:cubicBezTo>
                    <a:pt x="45172" y="26378"/>
                    <a:pt x="45169" y="26401"/>
                    <a:pt x="45169" y="26430"/>
                  </a:cubicBezTo>
                  <a:lnTo>
                    <a:pt x="45169" y="26461"/>
                  </a:lnTo>
                  <a:cubicBezTo>
                    <a:pt x="45114" y="26461"/>
                    <a:pt x="45130" y="26414"/>
                    <a:pt x="45179" y="26359"/>
                  </a:cubicBezTo>
                  <a:close/>
                  <a:moveTo>
                    <a:pt x="67911" y="0"/>
                  </a:moveTo>
                  <a:cubicBezTo>
                    <a:pt x="67849" y="0"/>
                    <a:pt x="67795" y="42"/>
                    <a:pt x="67753" y="168"/>
                  </a:cubicBezTo>
                  <a:cubicBezTo>
                    <a:pt x="67753" y="199"/>
                    <a:pt x="67661" y="199"/>
                    <a:pt x="67601" y="199"/>
                  </a:cubicBezTo>
                  <a:lnTo>
                    <a:pt x="67540" y="229"/>
                  </a:lnTo>
                  <a:cubicBezTo>
                    <a:pt x="67418" y="260"/>
                    <a:pt x="67449" y="381"/>
                    <a:pt x="67601" y="503"/>
                  </a:cubicBezTo>
                  <a:lnTo>
                    <a:pt x="67570" y="655"/>
                  </a:lnTo>
                  <a:cubicBezTo>
                    <a:pt x="67570" y="685"/>
                    <a:pt x="67570" y="746"/>
                    <a:pt x="67601" y="776"/>
                  </a:cubicBezTo>
                  <a:lnTo>
                    <a:pt x="67631" y="776"/>
                  </a:lnTo>
                  <a:cubicBezTo>
                    <a:pt x="67722" y="807"/>
                    <a:pt x="67692" y="837"/>
                    <a:pt x="67631" y="837"/>
                  </a:cubicBezTo>
                  <a:lnTo>
                    <a:pt x="67631" y="867"/>
                  </a:lnTo>
                  <a:lnTo>
                    <a:pt x="67540" y="1080"/>
                  </a:lnTo>
                  <a:cubicBezTo>
                    <a:pt x="67464" y="1095"/>
                    <a:pt x="67388" y="1103"/>
                    <a:pt x="67308" y="1103"/>
                  </a:cubicBezTo>
                  <a:cubicBezTo>
                    <a:pt x="67228" y="1103"/>
                    <a:pt x="67145" y="1095"/>
                    <a:pt x="67054" y="1080"/>
                  </a:cubicBezTo>
                  <a:cubicBezTo>
                    <a:pt x="67008" y="1065"/>
                    <a:pt x="66962" y="1057"/>
                    <a:pt x="66917" y="1057"/>
                  </a:cubicBezTo>
                  <a:cubicBezTo>
                    <a:pt x="66871" y="1057"/>
                    <a:pt x="66826" y="1065"/>
                    <a:pt x="66780" y="1080"/>
                  </a:cubicBezTo>
                  <a:lnTo>
                    <a:pt x="66689" y="1141"/>
                  </a:lnTo>
                  <a:cubicBezTo>
                    <a:pt x="66622" y="1191"/>
                    <a:pt x="66592" y="1214"/>
                    <a:pt x="66573" y="1214"/>
                  </a:cubicBezTo>
                  <a:cubicBezTo>
                    <a:pt x="66558" y="1214"/>
                    <a:pt x="66550" y="1199"/>
                    <a:pt x="66537" y="1171"/>
                  </a:cubicBezTo>
                  <a:cubicBezTo>
                    <a:pt x="66506" y="1141"/>
                    <a:pt x="66476" y="1080"/>
                    <a:pt x="66446" y="1050"/>
                  </a:cubicBezTo>
                  <a:cubicBezTo>
                    <a:pt x="66415" y="1019"/>
                    <a:pt x="66385" y="989"/>
                    <a:pt x="66324" y="989"/>
                  </a:cubicBezTo>
                  <a:cubicBezTo>
                    <a:pt x="66294" y="1019"/>
                    <a:pt x="66263" y="1050"/>
                    <a:pt x="66263" y="1080"/>
                  </a:cubicBezTo>
                  <a:cubicBezTo>
                    <a:pt x="66233" y="1141"/>
                    <a:pt x="66294" y="1232"/>
                    <a:pt x="66111" y="1263"/>
                  </a:cubicBezTo>
                  <a:cubicBezTo>
                    <a:pt x="65990" y="1323"/>
                    <a:pt x="65838" y="1384"/>
                    <a:pt x="65716" y="1475"/>
                  </a:cubicBezTo>
                  <a:cubicBezTo>
                    <a:pt x="65611" y="1502"/>
                    <a:pt x="65462" y="1573"/>
                    <a:pt x="65403" y="1573"/>
                  </a:cubicBezTo>
                  <a:cubicBezTo>
                    <a:pt x="65393" y="1573"/>
                    <a:pt x="65386" y="1571"/>
                    <a:pt x="65382" y="1567"/>
                  </a:cubicBezTo>
                  <a:lnTo>
                    <a:pt x="65199" y="1445"/>
                  </a:lnTo>
                  <a:cubicBezTo>
                    <a:pt x="65108" y="1536"/>
                    <a:pt x="65017" y="1627"/>
                    <a:pt x="64987" y="1749"/>
                  </a:cubicBezTo>
                  <a:lnTo>
                    <a:pt x="64865" y="1749"/>
                  </a:lnTo>
                  <a:cubicBezTo>
                    <a:pt x="64835" y="1749"/>
                    <a:pt x="64743" y="1536"/>
                    <a:pt x="64743" y="1506"/>
                  </a:cubicBezTo>
                  <a:lnTo>
                    <a:pt x="64743" y="1384"/>
                  </a:lnTo>
                  <a:cubicBezTo>
                    <a:pt x="64895" y="1323"/>
                    <a:pt x="64743" y="1323"/>
                    <a:pt x="64652" y="1323"/>
                  </a:cubicBezTo>
                  <a:cubicBezTo>
                    <a:pt x="64591" y="1354"/>
                    <a:pt x="64591" y="1567"/>
                    <a:pt x="64591" y="1627"/>
                  </a:cubicBezTo>
                  <a:cubicBezTo>
                    <a:pt x="64569" y="1696"/>
                    <a:pt x="64512" y="1730"/>
                    <a:pt x="64433" y="1730"/>
                  </a:cubicBezTo>
                  <a:cubicBezTo>
                    <a:pt x="64407" y="1730"/>
                    <a:pt x="64379" y="1726"/>
                    <a:pt x="64348" y="1719"/>
                  </a:cubicBezTo>
                  <a:lnTo>
                    <a:pt x="64257" y="1688"/>
                  </a:lnTo>
                  <a:cubicBezTo>
                    <a:pt x="64136" y="1627"/>
                    <a:pt x="64257" y="1567"/>
                    <a:pt x="64257" y="1567"/>
                  </a:cubicBezTo>
                  <a:lnTo>
                    <a:pt x="64196" y="1536"/>
                  </a:lnTo>
                  <a:cubicBezTo>
                    <a:pt x="64161" y="1513"/>
                    <a:pt x="64122" y="1503"/>
                    <a:pt x="64080" y="1503"/>
                  </a:cubicBezTo>
                  <a:cubicBezTo>
                    <a:pt x="64012" y="1503"/>
                    <a:pt x="63937" y="1529"/>
                    <a:pt x="63862" y="1567"/>
                  </a:cubicBezTo>
                  <a:lnTo>
                    <a:pt x="63862" y="1597"/>
                  </a:lnTo>
                  <a:lnTo>
                    <a:pt x="63953" y="1749"/>
                  </a:lnTo>
                  <a:cubicBezTo>
                    <a:pt x="63862" y="1810"/>
                    <a:pt x="63771" y="1871"/>
                    <a:pt x="63649" y="1901"/>
                  </a:cubicBezTo>
                  <a:cubicBezTo>
                    <a:pt x="63588" y="1931"/>
                    <a:pt x="63406" y="2114"/>
                    <a:pt x="63315" y="2114"/>
                  </a:cubicBezTo>
                  <a:lnTo>
                    <a:pt x="62798" y="2114"/>
                  </a:lnTo>
                  <a:cubicBezTo>
                    <a:pt x="62707" y="2144"/>
                    <a:pt x="62616" y="2144"/>
                    <a:pt x="62525" y="2174"/>
                  </a:cubicBezTo>
                  <a:cubicBezTo>
                    <a:pt x="62452" y="2174"/>
                    <a:pt x="62359" y="2136"/>
                    <a:pt x="62278" y="2136"/>
                  </a:cubicBezTo>
                  <a:cubicBezTo>
                    <a:pt x="62258" y="2136"/>
                    <a:pt x="62239" y="2138"/>
                    <a:pt x="62221" y="2144"/>
                  </a:cubicBezTo>
                  <a:cubicBezTo>
                    <a:pt x="62160" y="2174"/>
                    <a:pt x="62129" y="2296"/>
                    <a:pt x="62069" y="2326"/>
                  </a:cubicBezTo>
                  <a:cubicBezTo>
                    <a:pt x="61977" y="2326"/>
                    <a:pt x="61886" y="2326"/>
                    <a:pt x="61795" y="2296"/>
                  </a:cubicBezTo>
                  <a:lnTo>
                    <a:pt x="61643" y="2266"/>
                  </a:lnTo>
                  <a:cubicBezTo>
                    <a:pt x="61430" y="2357"/>
                    <a:pt x="61248" y="2478"/>
                    <a:pt x="61066" y="2630"/>
                  </a:cubicBezTo>
                  <a:cubicBezTo>
                    <a:pt x="60988" y="2688"/>
                    <a:pt x="60899" y="2709"/>
                    <a:pt x="60813" y="2709"/>
                  </a:cubicBezTo>
                  <a:cubicBezTo>
                    <a:pt x="60763" y="2709"/>
                    <a:pt x="60715" y="2702"/>
                    <a:pt x="60670" y="2691"/>
                  </a:cubicBezTo>
                  <a:lnTo>
                    <a:pt x="60579" y="2661"/>
                  </a:lnTo>
                  <a:lnTo>
                    <a:pt x="60458" y="2661"/>
                  </a:lnTo>
                  <a:cubicBezTo>
                    <a:pt x="60441" y="2655"/>
                    <a:pt x="60425" y="2653"/>
                    <a:pt x="60410" y="2653"/>
                  </a:cubicBezTo>
                  <a:cubicBezTo>
                    <a:pt x="60336" y="2653"/>
                    <a:pt x="60270" y="2707"/>
                    <a:pt x="60245" y="2782"/>
                  </a:cubicBezTo>
                  <a:cubicBezTo>
                    <a:pt x="60230" y="2798"/>
                    <a:pt x="60184" y="2798"/>
                    <a:pt x="60138" y="2798"/>
                  </a:cubicBezTo>
                  <a:cubicBezTo>
                    <a:pt x="60093" y="2798"/>
                    <a:pt x="60047" y="2798"/>
                    <a:pt x="60032" y="2813"/>
                  </a:cubicBezTo>
                  <a:cubicBezTo>
                    <a:pt x="59971" y="2813"/>
                    <a:pt x="59941" y="2843"/>
                    <a:pt x="59911" y="2904"/>
                  </a:cubicBezTo>
                  <a:cubicBezTo>
                    <a:pt x="59728" y="2934"/>
                    <a:pt x="59515" y="2995"/>
                    <a:pt x="59333" y="3086"/>
                  </a:cubicBezTo>
                  <a:lnTo>
                    <a:pt x="59272" y="3117"/>
                  </a:lnTo>
                  <a:cubicBezTo>
                    <a:pt x="59239" y="3103"/>
                    <a:pt x="59206" y="3097"/>
                    <a:pt x="59173" y="3097"/>
                  </a:cubicBezTo>
                  <a:cubicBezTo>
                    <a:pt x="59057" y="3097"/>
                    <a:pt x="58948" y="3174"/>
                    <a:pt x="58877" y="3269"/>
                  </a:cubicBezTo>
                  <a:lnTo>
                    <a:pt x="58330" y="3269"/>
                  </a:lnTo>
                  <a:cubicBezTo>
                    <a:pt x="58178" y="3360"/>
                    <a:pt x="57904" y="3542"/>
                    <a:pt x="57844" y="3573"/>
                  </a:cubicBezTo>
                  <a:cubicBezTo>
                    <a:pt x="57841" y="3575"/>
                    <a:pt x="57836" y="3577"/>
                    <a:pt x="57831" y="3577"/>
                  </a:cubicBezTo>
                  <a:cubicBezTo>
                    <a:pt x="57771" y="3577"/>
                    <a:pt x="57565" y="3446"/>
                    <a:pt x="57509" y="3390"/>
                  </a:cubicBezTo>
                  <a:cubicBezTo>
                    <a:pt x="57477" y="3369"/>
                    <a:pt x="57452" y="3359"/>
                    <a:pt x="57435" y="3359"/>
                  </a:cubicBezTo>
                  <a:cubicBezTo>
                    <a:pt x="57404" y="3359"/>
                    <a:pt x="57398" y="3392"/>
                    <a:pt x="57418" y="3451"/>
                  </a:cubicBezTo>
                  <a:lnTo>
                    <a:pt x="57448" y="3542"/>
                  </a:lnTo>
                  <a:lnTo>
                    <a:pt x="57448" y="3603"/>
                  </a:lnTo>
                  <a:cubicBezTo>
                    <a:pt x="57540" y="3633"/>
                    <a:pt x="57448" y="3725"/>
                    <a:pt x="57236" y="3846"/>
                  </a:cubicBezTo>
                  <a:lnTo>
                    <a:pt x="57053" y="3877"/>
                  </a:lnTo>
                  <a:lnTo>
                    <a:pt x="56932" y="3907"/>
                  </a:lnTo>
                  <a:cubicBezTo>
                    <a:pt x="56719" y="3968"/>
                    <a:pt x="56537" y="3998"/>
                    <a:pt x="56354" y="4029"/>
                  </a:cubicBezTo>
                  <a:lnTo>
                    <a:pt x="56233" y="4181"/>
                  </a:lnTo>
                  <a:cubicBezTo>
                    <a:pt x="56188" y="4225"/>
                    <a:pt x="56147" y="4245"/>
                    <a:pt x="56114" y="4245"/>
                  </a:cubicBezTo>
                  <a:cubicBezTo>
                    <a:pt x="56056" y="4245"/>
                    <a:pt x="56020" y="4186"/>
                    <a:pt x="56020" y="4089"/>
                  </a:cubicBezTo>
                  <a:cubicBezTo>
                    <a:pt x="55929" y="4089"/>
                    <a:pt x="55868" y="4150"/>
                    <a:pt x="55898" y="4181"/>
                  </a:cubicBezTo>
                  <a:cubicBezTo>
                    <a:pt x="55898" y="4181"/>
                    <a:pt x="55807" y="4241"/>
                    <a:pt x="55746" y="4241"/>
                  </a:cubicBezTo>
                  <a:cubicBezTo>
                    <a:pt x="55686" y="4241"/>
                    <a:pt x="55686" y="4363"/>
                    <a:pt x="55686" y="4393"/>
                  </a:cubicBezTo>
                  <a:cubicBezTo>
                    <a:pt x="55686" y="4424"/>
                    <a:pt x="55564" y="4454"/>
                    <a:pt x="55503" y="4454"/>
                  </a:cubicBezTo>
                  <a:cubicBezTo>
                    <a:pt x="55473" y="4454"/>
                    <a:pt x="55412" y="4272"/>
                    <a:pt x="55412" y="4211"/>
                  </a:cubicBezTo>
                  <a:cubicBezTo>
                    <a:pt x="55412" y="4150"/>
                    <a:pt x="55382" y="4089"/>
                    <a:pt x="55321" y="4089"/>
                  </a:cubicBezTo>
                  <a:cubicBezTo>
                    <a:pt x="55321" y="4150"/>
                    <a:pt x="55290" y="4241"/>
                    <a:pt x="55290" y="4333"/>
                  </a:cubicBezTo>
                  <a:cubicBezTo>
                    <a:pt x="55290" y="4424"/>
                    <a:pt x="55138" y="4454"/>
                    <a:pt x="54956" y="4454"/>
                  </a:cubicBezTo>
                  <a:lnTo>
                    <a:pt x="54926" y="4637"/>
                  </a:lnTo>
                  <a:cubicBezTo>
                    <a:pt x="54926" y="4661"/>
                    <a:pt x="54985" y="4744"/>
                    <a:pt x="54944" y="4744"/>
                  </a:cubicBezTo>
                  <a:cubicBezTo>
                    <a:pt x="54935" y="4744"/>
                    <a:pt x="54919" y="4740"/>
                    <a:pt x="54895" y="4728"/>
                  </a:cubicBezTo>
                  <a:lnTo>
                    <a:pt x="54591" y="4576"/>
                  </a:lnTo>
                  <a:cubicBezTo>
                    <a:pt x="54409" y="4758"/>
                    <a:pt x="54348" y="4880"/>
                    <a:pt x="54500" y="4880"/>
                  </a:cubicBezTo>
                  <a:lnTo>
                    <a:pt x="54591" y="4880"/>
                  </a:lnTo>
                  <a:cubicBezTo>
                    <a:pt x="54606" y="4864"/>
                    <a:pt x="54622" y="4857"/>
                    <a:pt x="54637" y="4857"/>
                  </a:cubicBezTo>
                  <a:cubicBezTo>
                    <a:pt x="54652" y="4857"/>
                    <a:pt x="54667" y="4864"/>
                    <a:pt x="54682" y="4880"/>
                  </a:cubicBezTo>
                  <a:lnTo>
                    <a:pt x="54682" y="4910"/>
                  </a:lnTo>
                  <a:cubicBezTo>
                    <a:pt x="54682" y="4940"/>
                    <a:pt x="54287" y="5001"/>
                    <a:pt x="54135" y="5001"/>
                  </a:cubicBezTo>
                  <a:cubicBezTo>
                    <a:pt x="53983" y="5001"/>
                    <a:pt x="53831" y="5092"/>
                    <a:pt x="53801" y="5244"/>
                  </a:cubicBezTo>
                  <a:lnTo>
                    <a:pt x="53588" y="5244"/>
                  </a:lnTo>
                  <a:cubicBezTo>
                    <a:pt x="53497" y="5275"/>
                    <a:pt x="53436" y="5305"/>
                    <a:pt x="53375" y="5336"/>
                  </a:cubicBezTo>
                  <a:cubicBezTo>
                    <a:pt x="53291" y="5399"/>
                    <a:pt x="53221" y="5491"/>
                    <a:pt x="53126" y="5491"/>
                  </a:cubicBezTo>
                  <a:cubicBezTo>
                    <a:pt x="53083" y="5491"/>
                    <a:pt x="53036" y="5473"/>
                    <a:pt x="52980" y="5427"/>
                  </a:cubicBezTo>
                  <a:cubicBezTo>
                    <a:pt x="52971" y="5418"/>
                    <a:pt x="52960" y="5414"/>
                    <a:pt x="52947" y="5414"/>
                  </a:cubicBezTo>
                  <a:cubicBezTo>
                    <a:pt x="52914" y="5414"/>
                    <a:pt x="52871" y="5436"/>
                    <a:pt x="52828" y="5457"/>
                  </a:cubicBezTo>
                  <a:cubicBezTo>
                    <a:pt x="52676" y="5548"/>
                    <a:pt x="52494" y="5640"/>
                    <a:pt x="52281" y="5670"/>
                  </a:cubicBezTo>
                  <a:cubicBezTo>
                    <a:pt x="52220" y="5670"/>
                    <a:pt x="52160" y="5670"/>
                    <a:pt x="52099" y="5761"/>
                  </a:cubicBezTo>
                  <a:cubicBezTo>
                    <a:pt x="52008" y="5913"/>
                    <a:pt x="51764" y="5883"/>
                    <a:pt x="51582" y="5974"/>
                  </a:cubicBezTo>
                  <a:lnTo>
                    <a:pt x="51521" y="5974"/>
                  </a:lnTo>
                  <a:cubicBezTo>
                    <a:pt x="51448" y="5919"/>
                    <a:pt x="51375" y="5908"/>
                    <a:pt x="51329" y="5908"/>
                  </a:cubicBezTo>
                  <a:cubicBezTo>
                    <a:pt x="51298" y="5908"/>
                    <a:pt x="51278" y="5913"/>
                    <a:pt x="51278" y="5913"/>
                  </a:cubicBezTo>
                  <a:cubicBezTo>
                    <a:pt x="51278" y="5944"/>
                    <a:pt x="51278" y="6126"/>
                    <a:pt x="51217" y="6126"/>
                  </a:cubicBezTo>
                  <a:cubicBezTo>
                    <a:pt x="51065" y="6156"/>
                    <a:pt x="50913" y="6217"/>
                    <a:pt x="50761" y="6278"/>
                  </a:cubicBezTo>
                  <a:lnTo>
                    <a:pt x="50579" y="6308"/>
                  </a:lnTo>
                  <a:lnTo>
                    <a:pt x="50488" y="6339"/>
                  </a:lnTo>
                  <a:cubicBezTo>
                    <a:pt x="50427" y="6369"/>
                    <a:pt x="50366" y="6430"/>
                    <a:pt x="50305" y="6460"/>
                  </a:cubicBezTo>
                  <a:cubicBezTo>
                    <a:pt x="50249" y="6423"/>
                    <a:pt x="50207" y="6408"/>
                    <a:pt x="50174" y="6408"/>
                  </a:cubicBezTo>
                  <a:cubicBezTo>
                    <a:pt x="50101" y="6408"/>
                    <a:pt x="50074" y="6479"/>
                    <a:pt x="50032" y="6521"/>
                  </a:cubicBezTo>
                  <a:cubicBezTo>
                    <a:pt x="49971" y="6612"/>
                    <a:pt x="49789" y="6673"/>
                    <a:pt x="49728" y="6764"/>
                  </a:cubicBezTo>
                  <a:cubicBezTo>
                    <a:pt x="49715" y="6783"/>
                    <a:pt x="49698" y="6790"/>
                    <a:pt x="49676" y="6790"/>
                  </a:cubicBezTo>
                  <a:cubicBezTo>
                    <a:pt x="49610" y="6790"/>
                    <a:pt x="49508" y="6721"/>
                    <a:pt x="49421" y="6721"/>
                  </a:cubicBezTo>
                  <a:cubicBezTo>
                    <a:pt x="49401" y="6721"/>
                    <a:pt x="49381" y="6725"/>
                    <a:pt x="49363" y="6734"/>
                  </a:cubicBezTo>
                  <a:lnTo>
                    <a:pt x="49302" y="6734"/>
                  </a:lnTo>
                  <a:lnTo>
                    <a:pt x="49120" y="6916"/>
                  </a:lnTo>
                  <a:cubicBezTo>
                    <a:pt x="49027" y="6823"/>
                    <a:pt x="48934" y="6787"/>
                    <a:pt x="48869" y="6787"/>
                  </a:cubicBezTo>
                  <a:cubicBezTo>
                    <a:pt x="48827" y="6787"/>
                    <a:pt x="48797" y="6801"/>
                    <a:pt x="48786" y="6825"/>
                  </a:cubicBezTo>
                  <a:cubicBezTo>
                    <a:pt x="48786" y="6911"/>
                    <a:pt x="48622" y="7162"/>
                    <a:pt x="48527" y="7162"/>
                  </a:cubicBezTo>
                  <a:cubicBezTo>
                    <a:pt x="48522" y="7162"/>
                    <a:pt x="48517" y="7161"/>
                    <a:pt x="48512" y="7159"/>
                  </a:cubicBezTo>
                  <a:cubicBezTo>
                    <a:pt x="48495" y="7148"/>
                    <a:pt x="48474" y="7143"/>
                    <a:pt x="48452" y="7143"/>
                  </a:cubicBezTo>
                  <a:cubicBezTo>
                    <a:pt x="48357" y="7143"/>
                    <a:pt x="48233" y="7232"/>
                    <a:pt x="48208" y="7281"/>
                  </a:cubicBezTo>
                  <a:cubicBezTo>
                    <a:pt x="48199" y="7290"/>
                    <a:pt x="48180" y="7294"/>
                    <a:pt x="48156" y="7294"/>
                  </a:cubicBezTo>
                  <a:cubicBezTo>
                    <a:pt x="48097" y="7294"/>
                    <a:pt x="48008" y="7272"/>
                    <a:pt x="47965" y="7251"/>
                  </a:cubicBezTo>
                  <a:cubicBezTo>
                    <a:pt x="47935" y="7220"/>
                    <a:pt x="48056" y="7068"/>
                    <a:pt x="48087" y="7038"/>
                  </a:cubicBezTo>
                  <a:cubicBezTo>
                    <a:pt x="48117" y="7007"/>
                    <a:pt x="48117" y="6855"/>
                    <a:pt x="48117" y="6795"/>
                  </a:cubicBezTo>
                  <a:cubicBezTo>
                    <a:pt x="48026" y="6703"/>
                    <a:pt x="47935" y="6643"/>
                    <a:pt x="47843" y="6582"/>
                  </a:cubicBezTo>
                  <a:cubicBezTo>
                    <a:pt x="47813" y="6567"/>
                    <a:pt x="47775" y="6559"/>
                    <a:pt x="47737" y="6559"/>
                  </a:cubicBezTo>
                  <a:cubicBezTo>
                    <a:pt x="47699" y="6559"/>
                    <a:pt x="47661" y="6567"/>
                    <a:pt x="47631" y="6582"/>
                  </a:cubicBezTo>
                  <a:lnTo>
                    <a:pt x="47600" y="6582"/>
                  </a:lnTo>
                  <a:cubicBezTo>
                    <a:pt x="47418" y="6612"/>
                    <a:pt x="47327" y="6673"/>
                    <a:pt x="47479" y="6825"/>
                  </a:cubicBezTo>
                  <a:cubicBezTo>
                    <a:pt x="47509" y="6825"/>
                    <a:pt x="47479" y="6825"/>
                    <a:pt x="47479" y="6886"/>
                  </a:cubicBezTo>
                  <a:cubicBezTo>
                    <a:pt x="47479" y="6911"/>
                    <a:pt x="47457" y="6918"/>
                    <a:pt x="47429" y="6918"/>
                  </a:cubicBezTo>
                  <a:cubicBezTo>
                    <a:pt x="47402" y="6918"/>
                    <a:pt x="47368" y="6912"/>
                    <a:pt x="47344" y="6912"/>
                  </a:cubicBezTo>
                  <a:cubicBezTo>
                    <a:pt x="47306" y="6912"/>
                    <a:pt x="47290" y="6927"/>
                    <a:pt x="47357" y="7007"/>
                  </a:cubicBezTo>
                  <a:lnTo>
                    <a:pt x="47387" y="7068"/>
                  </a:lnTo>
                  <a:cubicBezTo>
                    <a:pt x="47387" y="7159"/>
                    <a:pt x="47266" y="7281"/>
                    <a:pt x="47296" y="7342"/>
                  </a:cubicBezTo>
                  <a:cubicBezTo>
                    <a:pt x="47327" y="7372"/>
                    <a:pt x="47296" y="7403"/>
                    <a:pt x="47175" y="7403"/>
                  </a:cubicBezTo>
                  <a:lnTo>
                    <a:pt x="47084" y="7403"/>
                  </a:lnTo>
                  <a:cubicBezTo>
                    <a:pt x="46992" y="7372"/>
                    <a:pt x="46901" y="7342"/>
                    <a:pt x="46810" y="7342"/>
                  </a:cubicBezTo>
                  <a:cubicBezTo>
                    <a:pt x="46810" y="7311"/>
                    <a:pt x="46992" y="7251"/>
                    <a:pt x="47084" y="7251"/>
                  </a:cubicBezTo>
                  <a:cubicBezTo>
                    <a:pt x="47144" y="7251"/>
                    <a:pt x="47175" y="7220"/>
                    <a:pt x="47114" y="7190"/>
                  </a:cubicBezTo>
                  <a:lnTo>
                    <a:pt x="47114" y="7159"/>
                  </a:lnTo>
                  <a:cubicBezTo>
                    <a:pt x="47114" y="7099"/>
                    <a:pt x="47266" y="7038"/>
                    <a:pt x="47084" y="6947"/>
                  </a:cubicBezTo>
                  <a:cubicBezTo>
                    <a:pt x="47051" y="6930"/>
                    <a:pt x="47025" y="6924"/>
                    <a:pt x="47003" y="6924"/>
                  </a:cubicBezTo>
                  <a:cubicBezTo>
                    <a:pt x="46900" y="6924"/>
                    <a:pt x="46896" y="7068"/>
                    <a:pt x="46871" y="7068"/>
                  </a:cubicBezTo>
                  <a:lnTo>
                    <a:pt x="46628" y="7068"/>
                  </a:lnTo>
                  <a:cubicBezTo>
                    <a:pt x="46628" y="7068"/>
                    <a:pt x="46597" y="6947"/>
                    <a:pt x="46628" y="6947"/>
                  </a:cubicBezTo>
                  <a:cubicBezTo>
                    <a:pt x="46749" y="6825"/>
                    <a:pt x="46658" y="6825"/>
                    <a:pt x="46567" y="6825"/>
                  </a:cubicBezTo>
                  <a:cubicBezTo>
                    <a:pt x="46506" y="6825"/>
                    <a:pt x="46472" y="6866"/>
                    <a:pt x="46420" y="6866"/>
                  </a:cubicBezTo>
                  <a:cubicBezTo>
                    <a:pt x="46395" y="6866"/>
                    <a:pt x="46364" y="6855"/>
                    <a:pt x="46324" y="6825"/>
                  </a:cubicBezTo>
                  <a:lnTo>
                    <a:pt x="46232" y="6764"/>
                  </a:lnTo>
                  <a:cubicBezTo>
                    <a:pt x="46043" y="6764"/>
                    <a:pt x="45662" y="6956"/>
                    <a:pt x="45516" y="6956"/>
                  </a:cubicBezTo>
                  <a:cubicBezTo>
                    <a:pt x="45497" y="6956"/>
                    <a:pt x="45483" y="6953"/>
                    <a:pt x="45473" y="6947"/>
                  </a:cubicBezTo>
                  <a:cubicBezTo>
                    <a:pt x="45351" y="6916"/>
                    <a:pt x="45533" y="6764"/>
                    <a:pt x="45655" y="6764"/>
                  </a:cubicBezTo>
                  <a:cubicBezTo>
                    <a:pt x="45777" y="6764"/>
                    <a:pt x="45716" y="6551"/>
                    <a:pt x="45625" y="6551"/>
                  </a:cubicBezTo>
                  <a:cubicBezTo>
                    <a:pt x="45533" y="6551"/>
                    <a:pt x="45564" y="6491"/>
                    <a:pt x="45685" y="6460"/>
                  </a:cubicBezTo>
                  <a:lnTo>
                    <a:pt x="45807" y="6399"/>
                  </a:lnTo>
                  <a:cubicBezTo>
                    <a:pt x="45837" y="6369"/>
                    <a:pt x="45837" y="6278"/>
                    <a:pt x="45837" y="6278"/>
                  </a:cubicBezTo>
                  <a:cubicBezTo>
                    <a:pt x="45607" y="6220"/>
                    <a:pt x="45513" y="5972"/>
                    <a:pt x="45245" y="5972"/>
                  </a:cubicBezTo>
                  <a:cubicBezTo>
                    <a:pt x="45230" y="5972"/>
                    <a:pt x="45215" y="5972"/>
                    <a:pt x="45199" y="5974"/>
                  </a:cubicBezTo>
                  <a:lnTo>
                    <a:pt x="45169" y="5974"/>
                  </a:lnTo>
                  <a:cubicBezTo>
                    <a:pt x="45169" y="6004"/>
                    <a:pt x="45199" y="6065"/>
                    <a:pt x="45199" y="6096"/>
                  </a:cubicBezTo>
                  <a:cubicBezTo>
                    <a:pt x="45214" y="6111"/>
                    <a:pt x="45191" y="6118"/>
                    <a:pt x="45138" y="6118"/>
                  </a:cubicBezTo>
                  <a:cubicBezTo>
                    <a:pt x="45085" y="6118"/>
                    <a:pt x="45001" y="6111"/>
                    <a:pt x="44895" y="6096"/>
                  </a:cubicBezTo>
                  <a:lnTo>
                    <a:pt x="44895" y="6278"/>
                  </a:lnTo>
                  <a:cubicBezTo>
                    <a:pt x="44865" y="6308"/>
                    <a:pt x="44834" y="6308"/>
                    <a:pt x="44773" y="6308"/>
                  </a:cubicBezTo>
                  <a:cubicBezTo>
                    <a:pt x="44728" y="6262"/>
                    <a:pt x="44686" y="6247"/>
                    <a:pt x="44646" y="6247"/>
                  </a:cubicBezTo>
                  <a:cubicBezTo>
                    <a:pt x="44579" y="6247"/>
                    <a:pt x="44515" y="6289"/>
                    <a:pt x="44439" y="6308"/>
                  </a:cubicBezTo>
                  <a:lnTo>
                    <a:pt x="44348" y="6339"/>
                  </a:lnTo>
                  <a:cubicBezTo>
                    <a:pt x="44166" y="6278"/>
                    <a:pt x="44318" y="6126"/>
                    <a:pt x="44378" y="6065"/>
                  </a:cubicBezTo>
                  <a:cubicBezTo>
                    <a:pt x="44470" y="6035"/>
                    <a:pt x="44348" y="5974"/>
                    <a:pt x="44287" y="5974"/>
                  </a:cubicBezTo>
                  <a:cubicBezTo>
                    <a:pt x="44226" y="5974"/>
                    <a:pt x="44257" y="5913"/>
                    <a:pt x="44318" y="5822"/>
                  </a:cubicBezTo>
                  <a:lnTo>
                    <a:pt x="44409" y="5792"/>
                  </a:lnTo>
                  <a:cubicBezTo>
                    <a:pt x="44561" y="5700"/>
                    <a:pt x="44500" y="5609"/>
                    <a:pt x="44500" y="5488"/>
                  </a:cubicBezTo>
                  <a:lnTo>
                    <a:pt x="44500" y="5457"/>
                  </a:lnTo>
                  <a:cubicBezTo>
                    <a:pt x="44484" y="5449"/>
                    <a:pt x="44465" y="5445"/>
                    <a:pt x="44446" y="5445"/>
                  </a:cubicBezTo>
                  <a:cubicBezTo>
                    <a:pt x="44395" y="5445"/>
                    <a:pt x="44340" y="5473"/>
                    <a:pt x="44318" y="5518"/>
                  </a:cubicBezTo>
                  <a:cubicBezTo>
                    <a:pt x="44500" y="5640"/>
                    <a:pt x="44318" y="5731"/>
                    <a:pt x="44257" y="5731"/>
                  </a:cubicBezTo>
                  <a:lnTo>
                    <a:pt x="44135" y="5761"/>
                  </a:lnTo>
                  <a:cubicBezTo>
                    <a:pt x="43983" y="5731"/>
                    <a:pt x="43922" y="5609"/>
                    <a:pt x="43953" y="5579"/>
                  </a:cubicBezTo>
                  <a:cubicBezTo>
                    <a:pt x="43953" y="5518"/>
                    <a:pt x="43862" y="5457"/>
                    <a:pt x="43740" y="5427"/>
                  </a:cubicBezTo>
                  <a:lnTo>
                    <a:pt x="43679" y="5548"/>
                  </a:lnTo>
                  <a:cubicBezTo>
                    <a:pt x="43679" y="5579"/>
                    <a:pt x="43618" y="5640"/>
                    <a:pt x="43618" y="5640"/>
                  </a:cubicBezTo>
                  <a:lnTo>
                    <a:pt x="43345" y="5579"/>
                  </a:lnTo>
                  <a:cubicBezTo>
                    <a:pt x="43324" y="5706"/>
                    <a:pt x="43273" y="5759"/>
                    <a:pt x="43224" y="5759"/>
                  </a:cubicBezTo>
                  <a:cubicBezTo>
                    <a:pt x="43202" y="5759"/>
                    <a:pt x="43181" y="5749"/>
                    <a:pt x="43162" y="5731"/>
                  </a:cubicBezTo>
                  <a:cubicBezTo>
                    <a:pt x="43147" y="5700"/>
                    <a:pt x="43124" y="5685"/>
                    <a:pt x="43098" y="5685"/>
                  </a:cubicBezTo>
                  <a:cubicBezTo>
                    <a:pt x="43071" y="5685"/>
                    <a:pt x="43041" y="5700"/>
                    <a:pt x="43011" y="5731"/>
                  </a:cubicBezTo>
                  <a:lnTo>
                    <a:pt x="42980" y="5761"/>
                  </a:lnTo>
                  <a:lnTo>
                    <a:pt x="42919" y="5852"/>
                  </a:lnTo>
                  <a:cubicBezTo>
                    <a:pt x="42884" y="5876"/>
                    <a:pt x="42841" y="5885"/>
                    <a:pt x="42795" y="5885"/>
                  </a:cubicBezTo>
                  <a:cubicBezTo>
                    <a:pt x="42721" y="5885"/>
                    <a:pt x="42641" y="5860"/>
                    <a:pt x="42585" y="5822"/>
                  </a:cubicBezTo>
                  <a:lnTo>
                    <a:pt x="42433" y="5822"/>
                  </a:lnTo>
                  <a:cubicBezTo>
                    <a:pt x="42372" y="5822"/>
                    <a:pt x="42403" y="5883"/>
                    <a:pt x="42494" y="5944"/>
                  </a:cubicBezTo>
                  <a:lnTo>
                    <a:pt x="42524" y="6004"/>
                  </a:lnTo>
                  <a:cubicBezTo>
                    <a:pt x="42555" y="6035"/>
                    <a:pt x="42555" y="6096"/>
                    <a:pt x="42524" y="6126"/>
                  </a:cubicBezTo>
                  <a:lnTo>
                    <a:pt x="42403" y="6126"/>
                  </a:lnTo>
                  <a:lnTo>
                    <a:pt x="42311" y="6065"/>
                  </a:lnTo>
                  <a:cubicBezTo>
                    <a:pt x="42300" y="6057"/>
                    <a:pt x="42284" y="6054"/>
                    <a:pt x="42265" y="6054"/>
                  </a:cubicBezTo>
                  <a:cubicBezTo>
                    <a:pt x="42143" y="6054"/>
                    <a:pt x="41888" y="6190"/>
                    <a:pt x="41786" y="6190"/>
                  </a:cubicBezTo>
                  <a:cubicBezTo>
                    <a:pt x="41778" y="6190"/>
                    <a:pt x="41770" y="6189"/>
                    <a:pt x="41764" y="6187"/>
                  </a:cubicBezTo>
                  <a:cubicBezTo>
                    <a:pt x="41748" y="6181"/>
                    <a:pt x="41733" y="6179"/>
                    <a:pt x="41720" y="6179"/>
                  </a:cubicBezTo>
                  <a:cubicBezTo>
                    <a:pt x="41664" y="6179"/>
                    <a:pt x="41648" y="6228"/>
                    <a:pt x="41673" y="6278"/>
                  </a:cubicBezTo>
                  <a:lnTo>
                    <a:pt x="41491" y="6278"/>
                  </a:lnTo>
                  <a:cubicBezTo>
                    <a:pt x="41369" y="6308"/>
                    <a:pt x="41248" y="6460"/>
                    <a:pt x="41278" y="6521"/>
                  </a:cubicBezTo>
                  <a:cubicBezTo>
                    <a:pt x="41339" y="6612"/>
                    <a:pt x="41339" y="6673"/>
                    <a:pt x="41278" y="6703"/>
                  </a:cubicBezTo>
                  <a:cubicBezTo>
                    <a:pt x="41217" y="6703"/>
                    <a:pt x="41156" y="6643"/>
                    <a:pt x="41065" y="6612"/>
                  </a:cubicBezTo>
                  <a:lnTo>
                    <a:pt x="41035" y="6612"/>
                  </a:lnTo>
                  <a:cubicBezTo>
                    <a:pt x="41033" y="6610"/>
                    <a:pt x="41031" y="6610"/>
                    <a:pt x="41029" y="6610"/>
                  </a:cubicBezTo>
                  <a:cubicBezTo>
                    <a:pt x="40993" y="6610"/>
                    <a:pt x="40894" y="6812"/>
                    <a:pt x="40910" y="6930"/>
                  </a:cubicBezTo>
                  <a:lnTo>
                    <a:pt x="40910" y="6930"/>
                  </a:lnTo>
                  <a:lnTo>
                    <a:pt x="40883" y="6916"/>
                  </a:lnTo>
                  <a:lnTo>
                    <a:pt x="40792" y="6855"/>
                  </a:lnTo>
                  <a:cubicBezTo>
                    <a:pt x="40772" y="6852"/>
                    <a:pt x="40754" y="6851"/>
                    <a:pt x="40738" y="6851"/>
                  </a:cubicBezTo>
                  <a:cubicBezTo>
                    <a:pt x="40610" y="6851"/>
                    <a:pt x="40613" y="6950"/>
                    <a:pt x="40640" y="6977"/>
                  </a:cubicBezTo>
                  <a:cubicBezTo>
                    <a:pt x="40670" y="6977"/>
                    <a:pt x="40700" y="7007"/>
                    <a:pt x="40700" y="7068"/>
                  </a:cubicBezTo>
                  <a:cubicBezTo>
                    <a:pt x="40579" y="7038"/>
                    <a:pt x="40457" y="6977"/>
                    <a:pt x="40336" y="6947"/>
                  </a:cubicBezTo>
                  <a:cubicBezTo>
                    <a:pt x="40311" y="6938"/>
                    <a:pt x="40287" y="6935"/>
                    <a:pt x="40263" y="6935"/>
                  </a:cubicBezTo>
                  <a:cubicBezTo>
                    <a:pt x="40198" y="6935"/>
                    <a:pt x="40137" y="6963"/>
                    <a:pt x="40093" y="7007"/>
                  </a:cubicBezTo>
                  <a:cubicBezTo>
                    <a:pt x="40093" y="7018"/>
                    <a:pt x="40076" y="7021"/>
                    <a:pt x="40050" y="7021"/>
                  </a:cubicBezTo>
                  <a:cubicBezTo>
                    <a:pt x="39998" y="7021"/>
                    <a:pt x="39910" y="7007"/>
                    <a:pt x="39849" y="7007"/>
                  </a:cubicBezTo>
                  <a:cubicBezTo>
                    <a:pt x="39841" y="7003"/>
                    <a:pt x="39834" y="7001"/>
                    <a:pt x="39830" y="7001"/>
                  </a:cubicBezTo>
                  <a:cubicBezTo>
                    <a:pt x="39805" y="7001"/>
                    <a:pt x="39849" y="7068"/>
                    <a:pt x="39849" y="7068"/>
                  </a:cubicBezTo>
                  <a:cubicBezTo>
                    <a:pt x="39880" y="7099"/>
                    <a:pt x="39819" y="7159"/>
                    <a:pt x="39697" y="7220"/>
                  </a:cubicBezTo>
                  <a:lnTo>
                    <a:pt x="39606" y="7251"/>
                  </a:lnTo>
                  <a:cubicBezTo>
                    <a:pt x="39532" y="7275"/>
                    <a:pt x="39439" y="7320"/>
                    <a:pt x="39373" y="7320"/>
                  </a:cubicBezTo>
                  <a:cubicBezTo>
                    <a:pt x="39358" y="7320"/>
                    <a:pt x="39344" y="7317"/>
                    <a:pt x="39333" y="7311"/>
                  </a:cubicBezTo>
                  <a:lnTo>
                    <a:pt x="39181" y="7190"/>
                  </a:lnTo>
                  <a:cubicBezTo>
                    <a:pt x="39120" y="7311"/>
                    <a:pt x="38725" y="7403"/>
                    <a:pt x="38634" y="7494"/>
                  </a:cubicBezTo>
                  <a:cubicBezTo>
                    <a:pt x="38542" y="7554"/>
                    <a:pt x="38603" y="7646"/>
                    <a:pt x="38755" y="7706"/>
                  </a:cubicBezTo>
                  <a:lnTo>
                    <a:pt x="38786" y="7858"/>
                  </a:lnTo>
                  <a:cubicBezTo>
                    <a:pt x="38816" y="7950"/>
                    <a:pt x="38846" y="7980"/>
                    <a:pt x="38755" y="8010"/>
                  </a:cubicBezTo>
                  <a:cubicBezTo>
                    <a:pt x="38740" y="8041"/>
                    <a:pt x="38702" y="8056"/>
                    <a:pt x="38660" y="8056"/>
                  </a:cubicBezTo>
                  <a:cubicBezTo>
                    <a:pt x="38618" y="8056"/>
                    <a:pt x="38573" y="8041"/>
                    <a:pt x="38542" y="8010"/>
                  </a:cubicBezTo>
                  <a:cubicBezTo>
                    <a:pt x="38512" y="7980"/>
                    <a:pt x="38451" y="7980"/>
                    <a:pt x="38451" y="7919"/>
                  </a:cubicBezTo>
                  <a:lnTo>
                    <a:pt x="38360" y="7767"/>
                  </a:lnTo>
                  <a:cubicBezTo>
                    <a:pt x="38254" y="7752"/>
                    <a:pt x="38147" y="7744"/>
                    <a:pt x="38041" y="7744"/>
                  </a:cubicBezTo>
                  <a:cubicBezTo>
                    <a:pt x="37934" y="7744"/>
                    <a:pt x="37828" y="7752"/>
                    <a:pt x="37722" y="7767"/>
                  </a:cubicBezTo>
                  <a:lnTo>
                    <a:pt x="37691" y="7889"/>
                  </a:lnTo>
                  <a:cubicBezTo>
                    <a:pt x="37673" y="7924"/>
                    <a:pt x="37645" y="7939"/>
                    <a:pt x="37607" y="7939"/>
                  </a:cubicBezTo>
                  <a:cubicBezTo>
                    <a:pt x="37579" y="7939"/>
                    <a:pt x="37547" y="7932"/>
                    <a:pt x="37509" y="7919"/>
                  </a:cubicBezTo>
                  <a:cubicBezTo>
                    <a:pt x="37433" y="7889"/>
                    <a:pt x="37357" y="7874"/>
                    <a:pt x="37281" y="7874"/>
                  </a:cubicBezTo>
                  <a:cubicBezTo>
                    <a:pt x="37205" y="7874"/>
                    <a:pt x="37129" y="7889"/>
                    <a:pt x="37053" y="7919"/>
                  </a:cubicBezTo>
                  <a:cubicBezTo>
                    <a:pt x="36992" y="7919"/>
                    <a:pt x="36992" y="8071"/>
                    <a:pt x="36840" y="8071"/>
                  </a:cubicBezTo>
                  <a:cubicBezTo>
                    <a:pt x="36810" y="8102"/>
                    <a:pt x="36992" y="8193"/>
                    <a:pt x="36840" y="8254"/>
                  </a:cubicBezTo>
                  <a:lnTo>
                    <a:pt x="36779" y="8284"/>
                  </a:lnTo>
                  <a:cubicBezTo>
                    <a:pt x="36658" y="8314"/>
                    <a:pt x="36719" y="8436"/>
                    <a:pt x="36779" y="8436"/>
                  </a:cubicBezTo>
                  <a:cubicBezTo>
                    <a:pt x="36901" y="8466"/>
                    <a:pt x="37023" y="8466"/>
                    <a:pt x="37144" y="8466"/>
                  </a:cubicBezTo>
                  <a:lnTo>
                    <a:pt x="37114" y="8649"/>
                  </a:lnTo>
                  <a:cubicBezTo>
                    <a:pt x="37114" y="8679"/>
                    <a:pt x="37083" y="8710"/>
                    <a:pt x="37083" y="8710"/>
                  </a:cubicBezTo>
                  <a:cubicBezTo>
                    <a:pt x="37053" y="8725"/>
                    <a:pt x="37030" y="8732"/>
                    <a:pt x="37007" y="8732"/>
                  </a:cubicBezTo>
                  <a:cubicBezTo>
                    <a:pt x="36985" y="8732"/>
                    <a:pt x="36962" y="8725"/>
                    <a:pt x="36931" y="8710"/>
                  </a:cubicBezTo>
                  <a:cubicBezTo>
                    <a:pt x="36931" y="8588"/>
                    <a:pt x="36840" y="8588"/>
                    <a:pt x="36719" y="8588"/>
                  </a:cubicBezTo>
                  <a:lnTo>
                    <a:pt x="36540" y="8610"/>
                  </a:lnTo>
                  <a:lnTo>
                    <a:pt x="36540" y="8610"/>
                  </a:lnTo>
                  <a:cubicBezTo>
                    <a:pt x="36482" y="8581"/>
                    <a:pt x="36421" y="8554"/>
                    <a:pt x="36354" y="8527"/>
                  </a:cubicBezTo>
                  <a:lnTo>
                    <a:pt x="36327" y="8554"/>
                  </a:lnTo>
                  <a:lnTo>
                    <a:pt x="36327" y="8554"/>
                  </a:lnTo>
                  <a:cubicBezTo>
                    <a:pt x="36243" y="8523"/>
                    <a:pt x="36162" y="8503"/>
                    <a:pt x="36102" y="8503"/>
                  </a:cubicBezTo>
                  <a:cubicBezTo>
                    <a:pt x="36065" y="8503"/>
                    <a:pt x="36036" y="8510"/>
                    <a:pt x="36019" y="8527"/>
                  </a:cubicBezTo>
                  <a:lnTo>
                    <a:pt x="35959" y="8558"/>
                  </a:lnTo>
                  <a:cubicBezTo>
                    <a:pt x="35861" y="8627"/>
                    <a:pt x="35777" y="8665"/>
                    <a:pt x="35705" y="8665"/>
                  </a:cubicBezTo>
                  <a:cubicBezTo>
                    <a:pt x="35619" y="8665"/>
                    <a:pt x="35552" y="8612"/>
                    <a:pt x="35503" y="8497"/>
                  </a:cubicBezTo>
                  <a:lnTo>
                    <a:pt x="35412" y="8345"/>
                  </a:lnTo>
                  <a:cubicBezTo>
                    <a:pt x="35323" y="8309"/>
                    <a:pt x="35234" y="8294"/>
                    <a:pt x="35151" y="8294"/>
                  </a:cubicBezTo>
                  <a:cubicBezTo>
                    <a:pt x="35092" y="8294"/>
                    <a:pt x="35036" y="8302"/>
                    <a:pt x="34986" y="8314"/>
                  </a:cubicBezTo>
                  <a:lnTo>
                    <a:pt x="34956" y="8193"/>
                  </a:lnTo>
                  <a:cubicBezTo>
                    <a:pt x="34942" y="8165"/>
                    <a:pt x="34910" y="8150"/>
                    <a:pt x="34873" y="8150"/>
                  </a:cubicBezTo>
                  <a:cubicBezTo>
                    <a:pt x="34828" y="8150"/>
                    <a:pt x="34776" y="8173"/>
                    <a:pt x="34743" y="8223"/>
                  </a:cubicBezTo>
                  <a:cubicBezTo>
                    <a:pt x="34682" y="8314"/>
                    <a:pt x="34591" y="8406"/>
                    <a:pt x="34469" y="8497"/>
                  </a:cubicBezTo>
                  <a:lnTo>
                    <a:pt x="34409" y="8527"/>
                  </a:lnTo>
                  <a:cubicBezTo>
                    <a:pt x="34372" y="8513"/>
                    <a:pt x="34337" y="8507"/>
                    <a:pt x="34305" y="8507"/>
                  </a:cubicBezTo>
                  <a:cubicBezTo>
                    <a:pt x="34205" y="8507"/>
                    <a:pt x="34135" y="8565"/>
                    <a:pt x="34135" y="8588"/>
                  </a:cubicBezTo>
                  <a:cubicBezTo>
                    <a:pt x="34135" y="8618"/>
                    <a:pt x="34317" y="8649"/>
                    <a:pt x="34561" y="8649"/>
                  </a:cubicBezTo>
                  <a:cubicBezTo>
                    <a:pt x="34609" y="8698"/>
                    <a:pt x="34658" y="8729"/>
                    <a:pt x="34707" y="8729"/>
                  </a:cubicBezTo>
                  <a:cubicBezTo>
                    <a:pt x="34749" y="8729"/>
                    <a:pt x="34792" y="8705"/>
                    <a:pt x="34834" y="8649"/>
                  </a:cubicBezTo>
                  <a:cubicBezTo>
                    <a:pt x="34834" y="8618"/>
                    <a:pt x="34895" y="8588"/>
                    <a:pt x="34956" y="8588"/>
                  </a:cubicBezTo>
                  <a:lnTo>
                    <a:pt x="35260" y="8436"/>
                  </a:lnTo>
                  <a:lnTo>
                    <a:pt x="35260" y="8436"/>
                  </a:lnTo>
                  <a:cubicBezTo>
                    <a:pt x="35320" y="8649"/>
                    <a:pt x="35290" y="8831"/>
                    <a:pt x="35229" y="8831"/>
                  </a:cubicBezTo>
                  <a:lnTo>
                    <a:pt x="35138" y="8831"/>
                  </a:lnTo>
                  <a:cubicBezTo>
                    <a:pt x="34956" y="8831"/>
                    <a:pt x="34773" y="8922"/>
                    <a:pt x="34682" y="9105"/>
                  </a:cubicBezTo>
                  <a:cubicBezTo>
                    <a:pt x="34633" y="9154"/>
                    <a:pt x="34643" y="9243"/>
                    <a:pt x="34569" y="9243"/>
                  </a:cubicBezTo>
                  <a:cubicBezTo>
                    <a:pt x="34551" y="9243"/>
                    <a:pt x="34529" y="9238"/>
                    <a:pt x="34500" y="9226"/>
                  </a:cubicBezTo>
                  <a:lnTo>
                    <a:pt x="34439" y="9226"/>
                  </a:lnTo>
                  <a:cubicBezTo>
                    <a:pt x="34421" y="9191"/>
                    <a:pt x="34362" y="9176"/>
                    <a:pt x="34309" y="9176"/>
                  </a:cubicBezTo>
                  <a:cubicBezTo>
                    <a:pt x="34272" y="9176"/>
                    <a:pt x="34239" y="9183"/>
                    <a:pt x="34226" y="9196"/>
                  </a:cubicBezTo>
                  <a:cubicBezTo>
                    <a:pt x="34115" y="9240"/>
                    <a:pt x="34004" y="9269"/>
                    <a:pt x="33880" y="9269"/>
                  </a:cubicBezTo>
                  <a:cubicBezTo>
                    <a:pt x="33835" y="9269"/>
                    <a:pt x="33789" y="9265"/>
                    <a:pt x="33740" y="9257"/>
                  </a:cubicBezTo>
                  <a:lnTo>
                    <a:pt x="33679" y="9500"/>
                  </a:lnTo>
                  <a:lnTo>
                    <a:pt x="33314" y="9500"/>
                  </a:lnTo>
                  <a:cubicBezTo>
                    <a:pt x="33253" y="9530"/>
                    <a:pt x="33497" y="9591"/>
                    <a:pt x="33588" y="9682"/>
                  </a:cubicBezTo>
                  <a:cubicBezTo>
                    <a:pt x="33607" y="9711"/>
                    <a:pt x="33630" y="9725"/>
                    <a:pt x="33652" y="9725"/>
                  </a:cubicBezTo>
                  <a:cubicBezTo>
                    <a:pt x="33698" y="9725"/>
                    <a:pt x="33740" y="9664"/>
                    <a:pt x="33740" y="9561"/>
                  </a:cubicBezTo>
                  <a:lnTo>
                    <a:pt x="33892" y="9469"/>
                  </a:lnTo>
                  <a:cubicBezTo>
                    <a:pt x="33953" y="9439"/>
                    <a:pt x="34013" y="9409"/>
                    <a:pt x="34074" y="9409"/>
                  </a:cubicBezTo>
                  <a:cubicBezTo>
                    <a:pt x="34126" y="9409"/>
                    <a:pt x="34178" y="9476"/>
                    <a:pt x="34250" y="9476"/>
                  </a:cubicBezTo>
                  <a:cubicBezTo>
                    <a:pt x="34262" y="9476"/>
                    <a:pt x="34274" y="9474"/>
                    <a:pt x="34287" y="9469"/>
                  </a:cubicBezTo>
                  <a:cubicBezTo>
                    <a:pt x="34348" y="9469"/>
                    <a:pt x="34409" y="9348"/>
                    <a:pt x="34469" y="9348"/>
                  </a:cubicBezTo>
                  <a:cubicBezTo>
                    <a:pt x="34530" y="9348"/>
                    <a:pt x="34621" y="9348"/>
                    <a:pt x="34682" y="9378"/>
                  </a:cubicBezTo>
                  <a:cubicBezTo>
                    <a:pt x="34721" y="9417"/>
                    <a:pt x="34747" y="9455"/>
                    <a:pt x="34792" y="9455"/>
                  </a:cubicBezTo>
                  <a:cubicBezTo>
                    <a:pt x="34818" y="9455"/>
                    <a:pt x="34850" y="9442"/>
                    <a:pt x="34895" y="9409"/>
                  </a:cubicBezTo>
                  <a:lnTo>
                    <a:pt x="35016" y="9348"/>
                  </a:lnTo>
                  <a:cubicBezTo>
                    <a:pt x="35138" y="9500"/>
                    <a:pt x="35138" y="9713"/>
                    <a:pt x="35016" y="9834"/>
                  </a:cubicBezTo>
                  <a:lnTo>
                    <a:pt x="34773" y="9834"/>
                  </a:lnTo>
                  <a:cubicBezTo>
                    <a:pt x="34621" y="9834"/>
                    <a:pt x="34500" y="9865"/>
                    <a:pt x="34409" y="9925"/>
                  </a:cubicBezTo>
                  <a:lnTo>
                    <a:pt x="34317" y="9986"/>
                  </a:lnTo>
                  <a:cubicBezTo>
                    <a:pt x="34300" y="10039"/>
                    <a:pt x="34272" y="10072"/>
                    <a:pt x="34234" y="10072"/>
                  </a:cubicBezTo>
                  <a:cubicBezTo>
                    <a:pt x="34206" y="10072"/>
                    <a:pt x="34173" y="10055"/>
                    <a:pt x="34135" y="10017"/>
                  </a:cubicBezTo>
                  <a:lnTo>
                    <a:pt x="34044" y="9956"/>
                  </a:lnTo>
                  <a:lnTo>
                    <a:pt x="33953" y="9925"/>
                  </a:lnTo>
                  <a:cubicBezTo>
                    <a:pt x="33944" y="9901"/>
                    <a:pt x="33925" y="9890"/>
                    <a:pt x="33899" y="9890"/>
                  </a:cubicBezTo>
                  <a:cubicBezTo>
                    <a:pt x="33827" y="9890"/>
                    <a:pt x="33699" y="9974"/>
                    <a:pt x="33588" y="10108"/>
                  </a:cubicBezTo>
                  <a:lnTo>
                    <a:pt x="33618" y="10351"/>
                  </a:lnTo>
                  <a:cubicBezTo>
                    <a:pt x="33618" y="10351"/>
                    <a:pt x="33557" y="10412"/>
                    <a:pt x="33527" y="10412"/>
                  </a:cubicBezTo>
                  <a:cubicBezTo>
                    <a:pt x="33497" y="10412"/>
                    <a:pt x="33436" y="10381"/>
                    <a:pt x="33405" y="10381"/>
                  </a:cubicBezTo>
                  <a:lnTo>
                    <a:pt x="33405" y="10290"/>
                  </a:lnTo>
                  <a:cubicBezTo>
                    <a:pt x="33375" y="10260"/>
                    <a:pt x="33314" y="10260"/>
                    <a:pt x="33284" y="10260"/>
                  </a:cubicBezTo>
                  <a:cubicBezTo>
                    <a:pt x="33253" y="10260"/>
                    <a:pt x="33223" y="10320"/>
                    <a:pt x="33223" y="10320"/>
                  </a:cubicBezTo>
                  <a:cubicBezTo>
                    <a:pt x="33223" y="10320"/>
                    <a:pt x="33223" y="10351"/>
                    <a:pt x="33223" y="10351"/>
                  </a:cubicBezTo>
                  <a:lnTo>
                    <a:pt x="33284" y="10624"/>
                  </a:lnTo>
                  <a:cubicBezTo>
                    <a:pt x="33093" y="10768"/>
                    <a:pt x="32902" y="10817"/>
                    <a:pt x="32829" y="10817"/>
                  </a:cubicBezTo>
                  <a:cubicBezTo>
                    <a:pt x="32809" y="10817"/>
                    <a:pt x="32798" y="10813"/>
                    <a:pt x="32798" y="10807"/>
                  </a:cubicBezTo>
                  <a:cubicBezTo>
                    <a:pt x="32767" y="10746"/>
                    <a:pt x="32706" y="10685"/>
                    <a:pt x="32646" y="10624"/>
                  </a:cubicBezTo>
                  <a:cubicBezTo>
                    <a:pt x="32615" y="10624"/>
                    <a:pt x="32585" y="10746"/>
                    <a:pt x="32524" y="10746"/>
                  </a:cubicBezTo>
                  <a:cubicBezTo>
                    <a:pt x="32433" y="10746"/>
                    <a:pt x="32402" y="10837"/>
                    <a:pt x="32433" y="10928"/>
                  </a:cubicBezTo>
                  <a:lnTo>
                    <a:pt x="32311" y="10928"/>
                  </a:lnTo>
                  <a:cubicBezTo>
                    <a:pt x="32280" y="10923"/>
                    <a:pt x="32249" y="10921"/>
                    <a:pt x="32218" y="10921"/>
                  </a:cubicBezTo>
                  <a:cubicBezTo>
                    <a:pt x="32068" y="10921"/>
                    <a:pt x="31926" y="10980"/>
                    <a:pt x="31825" y="11080"/>
                  </a:cubicBezTo>
                  <a:cubicBezTo>
                    <a:pt x="31794" y="11096"/>
                    <a:pt x="31764" y="11103"/>
                    <a:pt x="31734" y="11103"/>
                  </a:cubicBezTo>
                  <a:cubicBezTo>
                    <a:pt x="31703" y="11103"/>
                    <a:pt x="31673" y="11096"/>
                    <a:pt x="31643" y="11080"/>
                  </a:cubicBezTo>
                  <a:lnTo>
                    <a:pt x="31612" y="11080"/>
                  </a:lnTo>
                  <a:cubicBezTo>
                    <a:pt x="31582" y="11020"/>
                    <a:pt x="31673" y="10928"/>
                    <a:pt x="31764" y="10868"/>
                  </a:cubicBezTo>
                  <a:lnTo>
                    <a:pt x="31825" y="10776"/>
                  </a:lnTo>
                  <a:cubicBezTo>
                    <a:pt x="31837" y="10753"/>
                    <a:pt x="31852" y="10744"/>
                    <a:pt x="31869" y="10744"/>
                  </a:cubicBezTo>
                  <a:cubicBezTo>
                    <a:pt x="31919" y="10744"/>
                    <a:pt x="31987" y="10824"/>
                    <a:pt x="32031" y="10824"/>
                  </a:cubicBezTo>
                  <a:cubicBezTo>
                    <a:pt x="32048" y="10824"/>
                    <a:pt x="32061" y="10811"/>
                    <a:pt x="32068" y="10776"/>
                  </a:cubicBezTo>
                  <a:lnTo>
                    <a:pt x="32129" y="10655"/>
                  </a:lnTo>
                  <a:cubicBezTo>
                    <a:pt x="32220" y="10655"/>
                    <a:pt x="32250" y="10503"/>
                    <a:pt x="32250" y="10442"/>
                  </a:cubicBezTo>
                  <a:cubicBezTo>
                    <a:pt x="32234" y="10409"/>
                    <a:pt x="32318" y="10385"/>
                    <a:pt x="32402" y="10385"/>
                  </a:cubicBezTo>
                  <a:cubicBezTo>
                    <a:pt x="32471" y="10385"/>
                    <a:pt x="32541" y="10401"/>
                    <a:pt x="32554" y="10442"/>
                  </a:cubicBezTo>
                  <a:cubicBezTo>
                    <a:pt x="32570" y="10488"/>
                    <a:pt x="32615" y="10495"/>
                    <a:pt x="32668" y="10495"/>
                  </a:cubicBezTo>
                  <a:cubicBezTo>
                    <a:pt x="32695" y="10495"/>
                    <a:pt x="32723" y="10493"/>
                    <a:pt x="32751" y="10493"/>
                  </a:cubicBezTo>
                  <a:cubicBezTo>
                    <a:pt x="32779" y="10493"/>
                    <a:pt x="32805" y="10495"/>
                    <a:pt x="32828" y="10503"/>
                  </a:cubicBezTo>
                  <a:cubicBezTo>
                    <a:pt x="32919" y="10503"/>
                    <a:pt x="33041" y="10351"/>
                    <a:pt x="33041" y="10290"/>
                  </a:cubicBezTo>
                  <a:cubicBezTo>
                    <a:pt x="33071" y="10199"/>
                    <a:pt x="33132" y="10108"/>
                    <a:pt x="33223" y="10047"/>
                  </a:cubicBezTo>
                  <a:lnTo>
                    <a:pt x="33223" y="9834"/>
                  </a:lnTo>
                  <a:cubicBezTo>
                    <a:pt x="33223" y="9743"/>
                    <a:pt x="33162" y="9652"/>
                    <a:pt x="33071" y="9652"/>
                  </a:cubicBezTo>
                  <a:cubicBezTo>
                    <a:pt x="32889" y="9682"/>
                    <a:pt x="32706" y="9773"/>
                    <a:pt x="32554" y="9895"/>
                  </a:cubicBezTo>
                  <a:lnTo>
                    <a:pt x="32281" y="9986"/>
                  </a:lnTo>
                  <a:lnTo>
                    <a:pt x="32159" y="10047"/>
                  </a:lnTo>
                  <a:cubicBezTo>
                    <a:pt x="32112" y="10028"/>
                    <a:pt x="32065" y="10021"/>
                    <a:pt x="32022" y="10021"/>
                  </a:cubicBezTo>
                  <a:cubicBezTo>
                    <a:pt x="31928" y="10021"/>
                    <a:pt x="31855" y="10056"/>
                    <a:pt x="31855" y="10077"/>
                  </a:cubicBezTo>
                  <a:cubicBezTo>
                    <a:pt x="31855" y="10093"/>
                    <a:pt x="31832" y="10100"/>
                    <a:pt x="31794" y="10100"/>
                  </a:cubicBezTo>
                  <a:cubicBezTo>
                    <a:pt x="31756" y="10100"/>
                    <a:pt x="31703" y="10093"/>
                    <a:pt x="31643" y="10077"/>
                  </a:cubicBezTo>
                  <a:lnTo>
                    <a:pt x="31612" y="10108"/>
                  </a:lnTo>
                  <a:lnTo>
                    <a:pt x="31430" y="10199"/>
                  </a:lnTo>
                  <a:cubicBezTo>
                    <a:pt x="31358" y="10235"/>
                    <a:pt x="31287" y="10247"/>
                    <a:pt x="31226" y="10247"/>
                  </a:cubicBezTo>
                  <a:cubicBezTo>
                    <a:pt x="31132" y="10247"/>
                    <a:pt x="31065" y="10217"/>
                    <a:pt x="31065" y="10199"/>
                  </a:cubicBezTo>
                  <a:cubicBezTo>
                    <a:pt x="31217" y="10047"/>
                    <a:pt x="31399" y="9956"/>
                    <a:pt x="31582" y="9925"/>
                  </a:cubicBezTo>
                  <a:cubicBezTo>
                    <a:pt x="31734" y="9925"/>
                    <a:pt x="31886" y="9865"/>
                    <a:pt x="31886" y="9834"/>
                  </a:cubicBezTo>
                  <a:cubicBezTo>
                    <a:pt x="32159" y="9804"/>
                    <a:pt x="32402" y="9713"/>
                    <a:pt x="32585" y="9500"/>
                  </a:cubicBezTo>
                  <a:lnTo>
                    <a:pt x="32737" y="9378"/>
                  </a:lnTo>
                  <a:cubicBezTo>
                    <a:pt x="32876" y="9285"/>
                    <a:pt x="33033" y="9246"/>
                    <a:pt x="33113" y="9246"/>
                  </a:cubicBezTo>
                  <a:cubicBezTo>
                    <a:pt x="33138" y="9246"/>
                    <a:pt x="33155" y="9249"/>
                    <a:pt x="33162" y="9257"/>
                  </a:cubicBezTo>
                  <a:cubicBezTo>
                    <a:pt x="33168" y="9263"/>
                    <a:pt x="33181" y="9265"/>
                    <a:pt x="33197" y="9265"/>
                  </a:cubicBezTo>
                  <a:cubicBezTo>
                    <a:pt x="33261" y="9265"/>
                    <a:pt x="33387" y="9226"/>
                    <a:pt x="33436" y="9226"/>
                  </a:cubicBezTo>
                  <a:cubicBezTo>
                    <a:pt x="33527" y="9226"/>
                    <a:pt x="33618" y="9196"/>
                    <a:pt x="33709" y="9196"/>
                  </a:cubicBezTo>
                  <a:lnTo>
                    <a:pt x="33770" y="9135"/>
                  </a:lnTo>
                  <a:lnTo>
                    <a:pt x="33953" y="9044"/>
                  </a:lnTo>
                  <a:cubicBezTo>
                    <a:pt x="33861" y="8922"/>
                    <a:pt x="33709" y="8831"/>
                    <a:pt x="33557" y="8801"/>
                  </a:cubicBezTo>
                  <a:lnTo>
                    <a:pt x="33527" y="8862"/>
                  </a:lnTo>
                  <a:cubicBezTo>
                    <a:pt x="33405" y="8922"/>
                    <a:pt x="33253" y="8953"/>
                    <a:pt x="33132" y="8953"/>
                  </a:cubicBezTo>
                  <a:lnTo>
                    <a:pt x="32889" y="8922"/>
                  </a:lnTo>
                  <a:cubicBezTo>
                    <a:pt x="32676" y="8983"/>
                    <a:pt x="32494" y="9135"/>
                    <a:pt x="32402" y="9317"/>
                  </a:cubicBezTo>
                  <a:cubicBezTo>
                    <a:pt x="32402" y="9329"/>
                    <a:pt x="32395" y="9334"/>
                    <a:pt x="32384" y="9334"/>
                  </a:cubicBezTo>
                  <a:cubicBezTo>
                    <a:pt x="32336" y="9334"/>
                    <a:pt x="32208" y="9251"/>
                    <a:pt x="32159" y="9226"/>
                  </a:cubicBezTo>
                  <a:cubicBezTo>
                    <a:pt x="32141" y="9208"/>
                    <a:pt x="32113" y="9201"/>
                    <a:pt x="32083" y="9201"/>
                  </a:cubicBezTo>
                  <a:cubicBezTo>
                    <a:pt x="32010" y="9201"/>
                    <a:pt x="31925" y="9244"/>
                    <a:pt x="31946" y="9287"/>
                  </a:cubicBezTo>
                  <a:cubicBezTo>
                    <a:pt x="31946" y="9348"/>
                    <a:pt x="31825" y="9378"/>
                    <a:pt x="31764" y="9378"/>
                  </a:cubicBezTo>
                  <a:lnTo>
                    <a:pt x="31095" y="9378"/>
                  </a:lnTo>
                  <a:lnTo>
                    <a:pt x="30883" y="9561"/>
                  </a:lnTo>
                  <a:cubicBezTo>
                    <a:pt x="30822" y="9621"/>
                    <a:pt x="30670" y="9621"/>
                    <a:pt x="30548" y="9621"/>
                  </a:cubicBezTo>
                  <a:lnTo>
                    <a:pt x="30518" y="9621"/>
                  </a:lnTo>
                  <a:cubicBezTo>
                    <a:pt x="30548" y="9682"/>
                    <a:pt x="30548" y="9773"/>
                    <a:pt x="30548" y="9834"/>
                  </a:cubicBezTo>
                  <a:cubicBezTo>
                    <a:pt x="30563" y="9865"/>
                    <a:pt x="30541" y="9880"/>
                    <a:pt x="30491" y="9880"/>
                  </a:cubicBezTo>
                  <a:cubicBezTo>
                    <a:pt x="30442" y="9880"/>
                    <a:pt x="30366" y="9865"/>
                    <a:pt x="30275" y="9834"/>
                  </a:cubicBezTo>
                  <a:lnTo>
                    <a:pt x="30184" y="9865"/>
                  </a:lnTo>
                  <a:cubicBezTo>
                    <a:pt x="30062" y="9925"/>
                    <a:pt x="29940" y="9986"/>
                    <a:pt x="29819" y="10047"/>
                  </a:cubicBezTo>
                  <a:cubicBezTo>
                    <a:pt x="29728" y="10077"/>
                    <a:pt x="29636" y="10077"/>
                    <a:pt x="29576" y="10077"/>
                  </a:cubicBezTo>
                  <a:cubicBezTo>
                    <a:pt x="29272" y="10199"/>
                    <a:pt x="28907" y="10199"/>
                    <a:pt x="28725" y="10472"/>
                  </a:cubicBezTo>
                  <a:lnTo>
                    <a:pt x="28664" y="10564"/>
                  </a:lnTo>
                  <a:cubicBezTo>
                    <a:pt x="28542" y="10685"/>
                    <a:pt x="28390" y="10746"/>
                    <a:pt x="28238" y="10746"/>
                  </a:cubicBezTo>
                  <a:cubicBezTo>
                    <a:pt x="28147" y="10746"/>
                    <a:pt x="28025" y="10564"/>
                    <a:pt x="27965" y="10564"/>
                  </a:cubicBezTo>
                  <a:cubicBezTo>
                    <a:pt x="27843" y="10594"/>
                    <a:pt x="27691" y="10594"/>
                    <a:pt x="27569" y="10594"/>
                  </a:cubicBezTo>
                  <a:cubicBezTo>
                    <a:pt x="27509" y="10624"/>
                    <a:pt x="27539" y="10685"/>
                    <a:pt x="27630" y="10776"/>
                  </a:cubicBezTo>
                  <a:lnTo>
                    <a:pt x="27661" y="10868"/>
                  </a:lnTo>
                  <a:lnTo>
                    <a:pt x="27661" y="10898"/>
                  </a:lnTo>
                  <a:cubicBezTo>
                    <a:pt x="27600" y="10928"/>
                    <a:pt x="27539" y="10944"/>
                    <a:pt x="27478" y="10944"/>
                  </a:cubicBezTo>
                  <a:cubicBezTo>
                    <a:pt x="27418" y="10944"/>
                    <a:pt x="27357" y="10928"/>
                    <a:pt x="27296" y="10898"/>
                  </a:cubicBezTo>
                  <a:lnTo>
                    <a:pt x="27205" y="10868"/>
                  </a:lnTo>
                  <a:cubicBezTo>
                    <a:pt x="27174" y="10837"/>
                    <a:pt x="27144" y="10716"/>
                    <a:pt x="27144" y="10716"/>
                  </a:cubicBezTo>
                  <a:lnTo>
                    <a:pt x="27387" y="10564"/>
                  </a:lnTo>
                  <a:cubicBezTo>
                    <a:pt x="27235" y="10412"/>
                    <a:pt x="27266" y="10229"/>
                    <a:pt x="27387" y="10229"/>
                  </a:cubicBezTo>
                  <a:lnTo>
                    <a:pt x="27478" y="10260"/>
                  </a:lnTo>
                  <a:lnTo>
                    <a:pt x="27600" y="10320"/>
                  </a:lnTo>
                  <a:cubicBezTo>
                    <a:pt x="27721" y="10320"/>
                    <a:pt x="27843" y="10290"/>
                    <a:pt x="27843" y="10290"/>
                  </a:cubicBezTo>
                  <a:cubicBezTo>
                    <a:pt x="27752" y="10199"/>
                    <a:pt x="27600" y="10169"/>
                    <a:pt x="27661" y="10047"/>
                  </a:cubicBezTo>
                  <a:cubicBezTo>
                    <a:pt x="27693" y="9982"/>
                    <a:pt x="27743" y="9952"/>
                    <a:pt x="27801" y="9952"/>
                  </a:cubicBezTo>
                  <a:cubicBezTo>
                    <a:pt x="27852" y="9952"/>
                    <a:pt x="27908" y="9974"/>
                    <a:pt x="27965" y="10017"/>
                  </a:cubicBezTo>
                  <a:cubicBezTo>
                    <a:pt x="27965" y="10017"/>
                    <a:pt x="28056" y="9956"/>
                    <a:pt x="28056" y="9956"/>
                  </a:cubicBezTo>
                  <a:cubicBezTo>
                    <a:pt x="28056" y="9834"/>
                    <a:pt x="28117" y="9834"/>
                    <a:pt x="28238" y="9834"/>
                  </a:cubicBezTo>
                  <a:lnTo>
                    <a:pt x="28299" y="9834"/>
                  </a:lnTo>
                  <a:cubicBezTo>
                    <a:pt x="28421" y="9834"/>
                    <a:pt x="28360" y="9713"/>
                    <a:pt x="28299" y="9682"/>
                  </a:cubicBezTo>
                  <a:cubicBezTo>
                    <a:pt x="28269" y="9682"/>
                    <a:pt x="28360" y="9591"/>
                    <a:pt x="28390" y="9561"/>
                  </a:cubicBezTo>
                  <a:cubicBezTo>
                    <a:pt x="28421" y="9561"/>
                    <a:pt x="28390" y="9500"/>
                    <a:pt x="28329" y="9439"/>
                  </a:cubicBezTo>
                  <a:lnTo>
                    <a:pt x="28512" y="9439"/>
                  </a:lnTo>
                  <a:cubicBezTo>
                    <a:pt x="28603" y="9409"/>
                    <a:pt x="28573" y="9317"/>
                    <a:pt x="28512" y="9287"/>
                  </a:cubicBezTo>
                  <a:cubicBezTo>
                    <a:pt x="28451" y="9226"/>
                    <a:pt x="28360" y="9226"/>
                    <a:pt x="28299" y="9196"/>
                  </a:cubicBezTo>
                  <a:cubicBezTo>
                    <a:pt x="28299" y="9181"/>
                    <a:pt x="28337" y="9173"/>
                    <a:pt x="28383" y="9173"/>
                  </a:cubicBezTo>
                  <a:cubicBezTo>
                    <a:pt x="28428" y="9173"/>
                    <a:pt x="28481" y="9181"/>
                    <a:pt x="28512" y="9196"/>
                  </a:cubicBezTo>
                  <a:cubicBezTo>
                    <a:pt x="28573" y="9196"/>
                    <a:pt x="28390" y="8892"/>
                    <a:pt x="28269" y="8862"/>
                  </a:cubicBezTo>
                  <a:cubicBezTo>
                    <a:pt x="28238" y="8854"/>
                    <a:pt x="28206" y="8850"/>
                    <a:pt x="28173" y="8850"/>
                  </a:cubicBezTo>
                  <a:cubicBezTo>
                    <a:pt x="28075" y="8850"/>
                    <a:pt x="27972" y="8884"/>
                    <a:pt x="27904" y="8953"/>
                  </a:cubicBezTo>
                  <a:cubicBezTo>
                    <a:pt x="27904" y="8983"/>
                    <a:pt x="27934" y="9105"/>
                    <a:pt x="27965" y="9135"/>
                  </a:cubicBezTo>
                  <a:cubicBezTo>
                    <a:pt x="27976" y="9158"/>
                    <a:pt x="27975" y="9168"/>
                    <a:pt x="27960" y="9168"/>
                  </a:cubicBezTo>
                  <a:cubicBezTo>
                    <a:pt x="27935" y="9168"/>
                    <a:pt x="27876" y="9142"/>
                    <a:pt x="27782" y="9105"/>
                  </a:cubicBezTo>
                  <a:lnTo>
                    <a:pt x="27691" y="9044"/>
                  </a:lnTo>
                  <a:cubicBezTo>
                    <a:pt x="27509" y="8953"/>
                    <a:pt x="27478" y="8862"/>
                    <a:pt x="27661" y="8770"/>
                  </a:cubicBezTo>
                  <a:lnTo>
                    <a:pt x="27752" y="8710"/>
                  </a:lnTo>
                  <a:cubicBezTo>
                    <a:pt x="27873" y="8710"/>
                    <a:pt x="27934" y="8527"/>
                    <a:pt x="27873" y="8375"/>
                  </a:cubicBezTo>
                  <a:lnTo>
                    <a:pt x="28117" y="8132"/>
                  </a:lnTo>
                  <a:cubicBezTo>
                    <a:pt x="28177" y="8071"/>
                    <a:pt x="28147" y="7950"/>
                    <a:pt x="28208" y="7919"/>
                  </a:cubicBezTo>
                  <a:cubicBezTo>
                    <a:pt x="28228" y="7899"/>
                    <a:pt x="28255" y="7892"/>
                    <a:pt x="28285" y="7892"/>
                  </a:cubicBezTo>
                  <a:cubicBezTo>
                    <a:pt x="28346" y="7892"/>
                    <a:pt x="28421" y="7919"/>
                    <a:pt x="28481" y="7919"/>
                  </a:cubicBezTo>
                  <a:cubicBezTo>
                    <a:pt x="28512" y="7919"/>
                    <a:pt x="28512" y="7889"/>
                    <a:pt x="28573" y="7828"/>
                  </a:cubicBezTo>
                  <a:cubicBezTo>
                    <a:pt x="28618" y="7798"/>
                    <a:pt x="28656" y="7782"/>
                    <a:pt x="28690" y="7782"/>
                  </a:cubicBezTo>
                  <a:cubicBezTo>
                    <a:pt x="28725" y="7782"/>
                    <a:pt x="28755" y="7798"/>
                    <a:pt x="28785" y="7828"/>
                  </a:cubicBezTo>
                  <a:lnTo>
                    <a:pt x="28846" y="7858"/>
                  </a:lnTo>
                  <a:cubicBezTo>
                    <a:pt x="28937" y="7858"/>
                    <a:pt x="28968" y="7828"/>
                    <a:pt x="28968" y="7798"/>
                  </a:cubicBezTo>
                  <a:lnTo>
                    <a:pt x="28937" y="7798"/>
                  </a:lnTo>
                  <a:lnTo>
                    <a:pt x="28725" y="7737"/>
                  </a:lnTo>
                  <a:cubicBezTo>
                    <a:pt x="28755" y="7585"/>
                    <a:pt x="28816" y="7372"/>
                    <a:pt x="28877" y="7220"/>
                  </a:cubicBezTo>
                  <a:lnTo>
                    <a:pt x="29089" y="7281"/>
                  </a:lnTo>
                  <a:cubicBezTo>
                    <a:pt x="29120" y="7281"/>
                    <a:pt x="29211" y="7220"/>
                    <a:pt x="29211" y="7190"/>
                  </a:cubicBezTo>
                  <a:cubicBezTo>
                    <a:pt x="29241" y="6947"/>
                    <a:pt x="28907" y="6855"/>
                    <a:pt x="28816" y="6673"/>
                  </a:cubicBezTo>
                  <a:cubicBezTo>
                    <a:pt x="28785" y="6612"/>
                    <a:pt x="28709" y="6597"/>
                    <a:pt x="28633" y="6597"/>
                  </a:cubicBezTo>
                  <a:cubicBezTo>
                    <a:pt x="28557" y="6597"/>
                    <a:pt x="28481" y="6612"/>
                    <a:pt x="28451" y="6612"/>
                  </a:cubicBezTo>
                  <a:cubicBezTo>
                    <a:pt x="28360" y="6612"/>
                    <a:pt x="28299" y="6673"/>
                    <a:pt x="28238" y="6673"/>
                  </a:cubicBezTo>
                  <a:cubicBezTo>
                    <a:pt x="28147" y="6673"/>
                    <a:pt x="28086" y="6612"/>
                    <a:pt x="28025" y="6612"/>
                  </a:cubicBezTo>
                  <a:lnTo>
                    <a:pt x="27965" y="6612"/>
                  </a:lnTo>
                  <a:cubicBezTo>
                    <a:pt x="27939" y="6625"/>
                    <a:pt x="27919" y="6632"/>
                    <a:pt x="27905" y="6632"/>
                  </a:cubicBezTo>
                  <a:cubicBezTo>
                    <a:pt x="27884" y="6632"/>
                    <a:pt x="27873" y="6617"/>
                    <a:pt x="27873" y="6582"/>
                  </a:cubicBezTo>
                  <a:lnTo>
                    <a:pt x="27965" y="6521"/>
                  </a:lnTo>
                  <a:lnTo>
                    <a:pt x="28117" y="6430"/>
                  </a:lnTo>
                  <a:cubicBezTo>
                    <a:pt x="28238" y="6308"/>
                    <a:pt x="28208" y="6096"/>
                    <a:pt x="28056" y="5974"/>
                  </a:cubicBezTo>
                  <a:lnTo>
                    <a:pt x="28086" y="5944"/>
                  </a:lnTo>
                  <a:lnTo>
                    <a:pt x="28147" y="5822"/>
                  </a:lnTo>
                  <a:cubicBezTo>
                    <a:pt x="28056" y="5761"/>
                    <a:pt x="27539" y="5427"/>
                    <a:pt x="27569" y="5305"/>
                  </a:cubicBezTo>
                  <a:cubicBezTo>
                    <a:pt x="27569" y="5254"/>
                    <a:pt x="27586" y="5235"/>
                    <a:pt x="27605" y="5235"/>
                  </a:cubicBezTo>
                  <a:cubicBezTo>
                    <a:pt x="27630" y="5235"/>
                    <a:pt x="27661" y="5270"/>
                    <a:pt x="27661" y="5305"/>
                  </a:cubicBezTo>
                  <a:cubicBezTo>
                    <a:pt x="27661" y="5328"/>
                    <a:pt x="27674" y="5338"/>
                    <a:pt x="27694" y="5338"/>
                  </a:cubicBezTo>
                  <a:cubicBezTo>
                    <a:pt x="27726" y="5338"/>
                    <a:pt x="27775" y="5312"/>
                    <a:pt x="27813" y="5275"/>
                  </a:cubicBezTo>
                  <a:lnTo>
                    <a:pt x="27843" y="5214"/>
                  </a:lnTo>
                  <a:lnTo>
                    <a:pt x="27873" y="5153"/>
                  </a:lnTo>
                  <a:cubicBezTo>
                    <a:pt x="27904" y="5092"/>
                    <a:pt x="27904" y="5032"/>
                    <a:pt x="27813" y="5032"/>
                  </a:cubicBezTo>
                  <a:lnTo>
                    <a:pt x="27721" y="5032"/>
                  </a:lnTo>
                  <a:cubicBezTo>
                    <a:pt x="27691" y="5032"/>
                    <a:pt x="27661" y="4971"/>
                    <a:pt x="27691" y="4910"/>
                  </a:cubicBezTo>
                  <a:lnTo>
                    <a:pt x="27721" y="4880"/>
                  </a:lnTo>
                  <a:cubicBezTo>
                    <a:pt x="27782" y="4849"/>
                    <a:pt x="27843" y="4819"/>
                    <a:pt x="27843" y="4788"/>
                  </a:cubicBezTo>
                  <a:cubicBezTo>
                    <a:pt x="27843" y="4697"/>
                    <a:pt x="27904" y="4637"/>
                    <a:pt x="27965" y="4576"/>
                  </a:cubicBezTo>
                  <a:lnTo>
                    <a:pt x="28056" y="4485"/>
                  </a:lnTo>
                  <a:cubicBezTo>
                    <a:pt x="27934" y="4424"/>
                    <a:pt x="27813" y="4333"/>
                    <a:pt x="27691" y="4241"/>
                  </a:cubicBezTo>
                  <a:cubicBezTo>
                    <a:pt x="27661" y="4181"/>
                    <a:pt x="27813" y="4059"/>
                    <a:pt x="27873" y="4029"/>
                  </a:cubicBezTo>
                  <a:cubicBezTo>
                    <a:pt x="27904" y="3998"/>
                    <a:pt x="27691" y="3968"/>
                    <a:pt x="27600" y="3968"/>
                  </a:cubicBezTo>
                  <a:cubicBezTo>
                    <a:pt x="27539" y="3968"/>
                    <a:pt x="27448" y="4029"/>
                    <a:pt x="27448" y="4120"/>
                  </a:cubicBezTo>
                  <a:cubicBezTo>
                    <a:pt x="27357" y="4211"/>
                    <a:pt x="27235" y="4272"/>
                    <a:pt x="27114" y="4272"/>
                  </a:cubicBezTo>
                  <a:cubicBezTo>
                    <a:pt x="27108" y="4274"/>
                    <a:pt x="27103" y="4274"/>
                    <a:pt x="27098" y="4274"/>
                  </a:cubicBezTo>
                  <a:cubicBezTo>
                    <a:pt x="27012" y="4274"/>
                    <a:pt x="26931" y="4055"/>
                    <a:pt x="26931" y="3998"/>
                  </a:cubicBezTo>
                  <a:cubicBezTo>
                    <a:pt x="26931" y="3937"/>
                    <a:pt x="27144" y="3877"/>
                    <a:pt x="27205" y="3877"/>
                  </a:cubicBezTo>
                  <a:cubicBezTo>
                    <a:pt x="27266" y="3877"/>
                    <a:pt x="27357" y="3785"/>
                    <a:pt x="27387" y="3725"/>
                  </a:cubicBezTo>
                  <a:cubicBezTo>
                    <a:pt x="27387" y="3694"/>
                    <a:pt x="27144" y="3573"/>
                    <a:pt x="27144" y="3542"/>
                  </a:cubicBezTo>
                  <a:cubicBezTo>
                    <a:pt x="27137" y="3528"/>
                    <a:pt x="27126" y="3522"/>
                    <a:pt x="27113" y="3522"/>
                  </a:cubicBezTo>
                  <a:cubicBezTo>
                    <a:pt x="27073" y="3522"/>
                    <a:pt x="27015" y="3580"/>
                    <a:pt x="26992" y="3603"/>
                  </a:cubicBezTo>
                  <a:cubicBezTo>
                    <a:pt x="26992" y="3611"/>
                    <a:pt x="26988" y="3615"/>
                    <a:pt x="26981" y="3615"/>
                  </a:cubicBezTo>
                  <a:cubicBezTo>
                    <a:pt x="26964" y="3615"/>
                    <a:pt x="26931" y="3587"/>
                    <a:pt x="26931" y="3542"/>
                  </a:cubicBezTo>
                  <a:lnTo>
                    <a:pt x="26931" y="3421"/>
                  </a:lnTo>
                  <a:cubicBezTo>
                    <a:pt x="26931" y="3269"/>
                    <a:pt x="26901" y="3117"/>
                    <a:pt x="26840" y="2995"/>
                  </a:cubicBezTo>
                  <a:lnTo>
                    <a:pt x="26779" y="2904"/>
                  </a:lnTo>
                  <a:cubicBezTo>
                    <a:pt x="26597" y="2965"/>
                    <a:pt x="26414" y="2965"/>
                    <a:pt x="26232" y="2965"/>
                  </a:cubicBezTo>
                  <a:lnTo>
                    <a:pt x="26110" y="2722"/>
                  </a:lnTo>
                  <a:cubicBezTo>
                    <a:pt x="26171" y="2661"/>
                    <a:pt x="26141" y="2570"/>
                    <a:pt x="26019" y="2478"/>
                  </a:cubicBezTo>
                  <a:lnTo>
                    <a:pt x="25928" y="2418"/>
                  </a:lnTo>
                  <a:cubicBezTo>
                    <a:pt x="25867" y="2372"/>
                    <a:pt x="25814" y="2342"/>
                    <a:pt x="25772" y="2342"/>
                  </a:cubicBezTo>
                  <a:cubicBezTo>
                    <a:pt x="25763" y="2342"/>
                    <a:pt x="25754" y="2343"/>
                    <a:pt x="25745" y="2347"/>
                  </a:cubicBezTo>
                  <a:lnTo>
                    <a:pt x="25745" y="2347"/>
                  </a:lnTo>
                  <a:cubicBezTo>
                    <a:pt x="25740" y="2090"/>
                    <a:pt x="25682" y="1871"/>
                    <a:pt x="25624" y="1871"/>
                  </a:cubicBezTo>
                  <a:lnTo>
                    <a:pt x="25563" y="1871"/>
                  </a:lnTo>
                  <a:cubicBezTo>
                    <a:pt x="25533" y="1871"/>
                    <a:pt x="25442" y="1840"/>
                    <a:pt x="25442" y="1810"/>
                  </a:cubicBezTo>
                  <a:cubicBezTo>
                    <a:pt x="25422" y="1729"/>
                    <a:pt x="25482" y="1715"/>
                    <a:pt x="25534" y="1715"/>
                  </a:cubicBezTo>
                  <a:cubicBezTo>
                    <a:pt x="25560" y="1715"/>
                    <a:pt x="25584" y="1719"/>
                    <a:pt x="25594" y="1719"/>
                  </a:cubicBezTo>
                  <a:lnTo>
                    <a:pt x="25715" y="1719"/>
                  </a:lnTo>
                  <a:cubicBezTo>
                    <a:pt x="25749" y="1752"/>
                    <a:pt x="25783" y="1765"/>
                    <a:pt x="25815" y="1765"/>
                  </a:cubicBezTo>
                  <a:cubicBezTo>
                    <a:pt x="25900" y="1765"/>
                    <a:pt x="25975" y="1680"/>
                    <a:pt x="26019" y="1658"/>
                  </a:cubicBezTo>
                  <a:cubicBezTo>
                    <a:pt x="26080" y="1658"/>
                    <a:pt x="26019" y="1384"/>
                    <a:pt x="25959" y="1354"/>
                  </a:cubicBezTo>
                  <a:cubicBezTo>
                    <a:pt x="25898" y="1293"/>
                    <a:pt x="25807" y="1263"/>
                    <a:pt x="25746" y="1202"/>
                  </a:cubicBezTo>
                  <a:cubicBezTo>
                    <a:pt x="25667" y="1143"/>
                    <a:pt x="25525" y="1109"/>
                    <a:pt x="25435" y="1109"/>
                  </a:cubicBezTo>
                  <a:cubicBezTo>
                    <a:pt x="25385" y="1109"/>
                    <a:pt x="25351" y="1119"/>
                    <a:pt x="25351" y="1141"/>
                  </a:cubicBezTo>
                  <a:cubicBezTo>
                    <a:pt x="25351" y="1323"/>
                    <a:pt x="25168" y="1323"/>
                    <a:pt x="25077" y="1323"/>
                  </a:cubicBezTo>
                  <a:lnTo>
                    <a:pt x="24986" y="1354"/>
                  </a:lnTo>
                  <a:cubicBezTo>
                    <a:pt x="24864" y="1293"/>
                    <a:pt x="24803" y="1202"/>
                    <a:pt x="24773" y="1050"/>
                  </a:cubicBezTo>
                  <a:cubicBezTo>
                    <a:pt x="24803" y="1019"/>
                    <a:pt x="24652" y="898"/>
                    <a:pt x="24591" y="867"/>
                  </a:cubicBezTo>
                  <a:cubicBezTo>
                    <a:pt x="24589" y="866"/>
                    <a:pt x="24587" y="865"/>
                    <a:pt x="24585" y="865"/>
                  </a:cubicBezTo>
                  <a:cubicBezTo>
                    <a:pt x="24545" y="865"/>
                    <a:pt x="24404" y="1119"/>
                    <a:pt x="24317" y="1263"/>
                  </a:cubicBezTo>
                  <a:cubicBezTo>
                    <a:pt x="24250" y="1352"/>
                    <a:pt x="24184" y="1408"/>
                    <a:pt x="24141" y="1408"/>
                  </a:cubicBezTo>
                  <a:cubicBezTo>
                    <a:pt x="24125" y="1408"/>
                    <a:pt x="24113" y="1400"/>
                    <a:pt x="24104" y="1384"/>
                  </a:cubicBezTo>
                  <a:lnTo>
                    <a:pt x="24104" y="1354"/>
                  </a:lnTo>
                  <a:lnTo>
                    <a:pt x="24165" y="1263"/>
                  </a:lnTo>
                  <a:cubicBezTo>
                    <a:pt x="24104" y="1141"/>
                    <a:pt x="24013" y="1019"/>
                    <a:pt x="23922" y="898"/>
                  </a:cubicBezTo>
                  <a:lnTo>
                    <a:pt x="23861" y="807"/>
                  </a:lnTo>
                  <a:cubicBezTo>
                    <a:pt x="23823" y="755"/>
                    <a:pt x="23784" y="736"/>
                    <a:pt x="23746" y="736"/>
                  </a:cubicBezTo>
                  <a:cubicBezTo>
                    <a:pt x="23693" y="736"/>
                    <a:pt x="23640" y="772"/>
                    <a:pt x="23588" y="807"/>
                  </a:cubicBezTo>
                  <a:cubicBezTo>
                    <a:pt x="23496" y="837"/>
                    <a:pt x="23436" y="959"/>
                    <a:pt x="23375" y="959"/>
                  </a:cubicBezTo>
                  <a:lnTo>
                    <a:pt x="23010" y="959"/>
                  </a:lnTo>
                  <a:cubicBezTo>
                    <a:pt x="22776" y="842"/>
                    <a:pt x="22567" y="787"/>
                    <a:pt x="22432" y="787"/>
                  </a:cubicBezTo>
                  <a:cubicBezTo>
                    <a:pt x="22356" y="787"/>
                    <a:pt x="22302" y="804"/>
                    <a:pt x="22281" y="837"/>
                  </a:cubicBezTo>
                  <a:lnTo>
                    <a:pt x="22220" y="898"/>
                  </a:lnTo>
                  <a:lnTo>
                    <a:pt x="22189" y="959"/>
                  </a:lnTo>
                  <a:cubicBezTo>
                    <a:pt x="22098" y="989"/>
                    <a:pt x="21977" y="1019"/>
                    <a:pt x="21885" y="1019"/>
                  </a:cubicBezTo>
                  <a:lnTo>
                    <a:pt x="21825" y="1111"/>
                  </a:lnTo>
                  <a:lnTo>
                    <a:pt x="21794" y="1171"/>
                  </a:lnTo>
                  <a:cubicBezTo>
                    <a:pt x="21794" y="1202"/>
                    <a:pt x="21741" y="1217"/>
                    <a:pt x="21658" y="1217"/>
                  </a:cubicBezTo>
                  <a:cubicBezTo>
                    <a:pt x="21574" y="1217"/>
                    <a:pt x="21460" y="1202"/>
                    <a:pt x="21338" y="1171"/>
                  </a:cubicBezTo>
                  <a:lnTo>
                    <a:pt x="21095" y="1445"/>
                  </a:lnTo>
                  <a:cubicBezTo>
                    <a:pt x="21065" y="1475"/>
                    <a:pt x="21034" y="1506"/>
                    <a:pt x="21004" y="1536"/>
                  </a:cubicBezTo>
                  <a:lnTo>
                    <a:pt x="20427" y="1415"/>
                  </a:lnTo>
                  <a:cubicBezTo>
                    <a:pt x="20345" y="1374"/>
                    <a:pt x="20275" y="1345"/>
                    <a:pt x="20218" y="1345"/>
                  </a:cubicBezTo>
                  <a:cubicBezTo>
                    <a:pt x="20147" y="1345"/>
                    <a:pt x="20095" y="1388"/>
                    <a:pt x="20062" y="1506"/>
                  </a:cubicBezTo>
                  <a:cubicBezTo>
                    <a:pt x="20048" y="1533"/>
                    <a:pt x="20016" y="1548"/>
                    <a:pt x="19982" y="1548"/>
                  </a:cubicBezTo>
                  <a:cubicBezTo>
                    <a:pt x="19943" y="1548"/>
                    <a:pt x="19901" y="1528"/>
                    <a:pt x="19882" y="1483"/>
                  </a:cubicBezTo>
                  <a:lnTo>
                    <a:pt x="19882" y="1483"/>
                  </a:lnTo>
                  <a:cubicBezTo>
                    <a:pt x="19886" y="1525"/>
                    <a:pt x="19893" y="1591"/>
                    <a:pt x="19910" y="1658"/>
                  </a:cubicBezTo>
                  <a:lnTo>
                    <a:pt x="19636" y="1475"/>
                  </a:lnTo>
                  <a:cubicBezTo>
                    <a:pt x="19605" y="1444"/>
                    <a:pt x="19559" y="1427"/>
                    <a:pt x="19513" y="1427"/>
                  </a:cubicBezTo>
                  <a:cubicBezTo>
                    <a:pt x="19427" y="1427"/>
                    <a:pt x="19343" y="1488"/>
                    <a:pt x="19363" y="1627"/>
                  </a:cubicBezTo>
                  <a:cubicBezTo>
                    <a:pt x="19363" y="1627"/>
                    <a:pt x="19332" y="1688"/>
                    <a:pt x="19332" y="1688"/>
                  </a:cubicBezTo>
                  <a:cubicBezTo>
                    <a:pt x="19150" y="1688"/>
                    <a:pt x="19028" y="1810"/>
                    <a:pt x="18907" y="1840"/>
                  </a:cubicBezTo>
                  <a:cubicBezTo>
                    <a:pt x="18755" y="1901"/>
                    <a:pt x="18603" y="1901"/>
                    <a:pt x="18451" y="1931"/>
                  </a:cubicBezTo>
                  <a:lnTo>
                    <a:pt x="18390" y="1931"/>
                  </a:lnTo>
                  <a:cubicBezTo>
                    <a:pt x="18323" y="1887"/>
                    <a:pt x="18264" y="1867"/>
                    <a:pt x="18217" y="1867"/>
                  </a:cubicBezTo>
                  <a:cubicBezTo>
                    <a:pt x="18135" y="1867"/>
                    <a:pt x="18086" y="1926"/>
                    <a:pt x="18086" y="2023"/>
                  </a:cubicBezTo>
                  <a:lnTo>
                    <a:pt x="17934" y="2053"/>
                  </a:lnTo>
                  <a:cubicBezTo>
                    <a:pt x="17914" y="2063"/>
                    <a:pt x="17890" y="2066"/>
                    <a:pt x="17867" y="2066"/>
                  </a:cubicBezTo>
                  <a:cubicBezTo>
                    <a:pt x="17819" y="2066"/>
                    <a:pt x="17772" y="2053"/>
                    <a:pt x="17752" y="2053"/>
                  </a:cubicBezTo>
                  <a:cubicBezTo>
                    <a:pt x="17691" y="2114"/>
                    <a:pt x="17630" y="2144"/>
                    <a:pt x="17569" y="2205"/>
                  </a:cubicBezTo>
                  <a:cubicBezTo>
                    <a:pt x="17478" y="2266"/>
                    <a:pt x="17387" y="2326"/>
                    <a:pt x="17265" y="2357"/>
                  </a:cubicBezTo>
                  <a:lnTo>
                    <a:pt x="17205" y="2357"/>
                  </a:lnTo>
                  <a:cubicBezTo>
                    <a:pt x="17188" y="2351"/>
                    <a:pt x="17172" y="2349"/>
                    <a:pt x="17157" y="2349"/>
                  </a:cubicBezTo>
                  <a:cubicBezTo>
                    <a:pt x="17091" y="2349"/>
                    <a:pt x="17041" y="2398"/>
                    <a:pt x="16992" y="2448"/>
                  </a:cubicBezTo>
                  <a:cubicBezTo>
                    <a:pt x="16992" y="2463"/>
                    <a:pt x="16961" y="2471"/>
                    <a:pt x="16916" y="2471"/>
                  </a:cubicBezTo>
                  <a:cubicBezTo>
                    <a:pt x="16870" y="2471"/>
                    <a:pt x="16809" y="2463"/>
                    <a:pt x="16749" y="2448"/>
                  </a:cubicBezTo>
                  <a:lnTo>
                    <a:pt x="16627" y="2418"/>
                  </a:lnTo>
                  <a:cubicBezTo>
                    <a:pt x="16611" y="2416"/>
                    <a:pt x="16597" y="2415"/>
                    <a:pt x="16585" y="2415"/>
                  </a:cubicBezTo>
                  <a:cubicBezTo>
                    <a:pt x="16422" y="2415"/>
                    <a:pt x="16678" y="2600"/>
                    <a:pt x="16536" y="2600"/>
                  </a:cubicBezTo>
                  <a:lnTo>
                    <a:pt x="16505" y="2600"/>
                  </a:lnTo>
                  <a:cubicBezTo>
                    <a:pt x="16384" y="2661"/>
                    <a:pt x="16232" y="2722"/>
                    <a:pt x="16080" y="2722"/>
                  </a:cubicBezTo>
                  <a:lnTo>
                    <a:pt x="15867" y="2691"/>
                  </a:lnTo>
                  <a:cubicBezTo>
                    <a:pt x="15824" y="2670"/>
                    <a:pt x="15777" y="2660"/>
                    <a:pt x="15731" y="2660"/>
                  </a:cubicBezTo>
                  <a:cubicBezTo>
                    <a:pt x="15646" y="2660"/>
                    <a:pt x="15561" y="2693"/>
                    <a:pt x="15502" y="2752"/>
                  </a:cubicBezTo>
                  <a:lnTo>
                    <a:pt x="15472" y="2782"/>
                  </a:lnTo>
                  <a:cubicBezTo>
                    <a:pt x="15443" y="2771"/>
                    <a:pt x="15418" y="2766"/>
                    <a:pt x="15398" y="2766"/>
                  </a:cubicBezTo>
                  <a:cubicBezTo>
                    <a:pt x="15310" y="2766"/>
                    <a:pt x="15290" y="2855"/>
                    <a:pt x="15290" y="2904"/>
                  </a:cubicBezTo>
                  <a:cubicBezTo>
                    <a:pt x="15320" y="2934"/>
                    <a:pt x="15229" y="3026"/>
                    <a:pt x="15138" y="3086"/>
                  </a:cubicBezTo>
                  <a:cubicBezTo>
                    <a:pt x="15069" y="3035"/>
                    <a:pt x="15010" y="3015"/>
                    <a:pt x="14959" y="3015"/>
                  </a:cubicBezTo>
                  <a:cubicBezTo>
                    <a:pt x="14830" y="3015"/>
                    <a:pt x="14756" y="3143"/>
                    <a:pt x="14712" y="3208"/>
                  </a:cubicBezTo>
                  <a:cubicBezTo>
                    <a:pt x="14591" y="3390"/>
                    <a:pt x="14378" y="3421"/>
                    <a:pt x="14195" y="3542"/>
                  </a:cubicBezTo>
                  <a:cubicBezTo>
                    <a:pt x="14013" y="3664"/>
                    <a:pt x="13800" y="3755"/>
                    <a:pt x="13557" y="3785"/>
                  </a:cubicBezTo>
                  <a:cubicBezTo>
                    <a:pt x="13405" y="3785"/>
                    <a:pt x="13253" y="3846"/>
                    <a:pt x="13132" y="3968"/>
                  </a:cubicBezTo>
                  <a:lnTo>
                    <a:pt x="13101" y="3968"/>
                  </a:lnTo>
                  <a:cubicBezTo>
                    <a:pt x="13010" y="3968"/>
                    <a:pt x="12919" y="3937"/>
                    <a:pt x="12828" y="3907"/>
                  </a:cubicBezTo>
                  <a:lnTo>
                    <a:pt x="12736" y="4029"/>
                  </a:lnTo>
                  <a:cubicBezTo>
                    <a:pt x="12684" y="4108"/>
                    <a:pt x="12608" y="4187"/>
                    <a:pt x="12510" y="4187"/>
                  </a:cubicBezTo>
                  <a:cubicBezTo>
                    <a:pt x="12495" y="4187"/>
                    <a:pt x="12479" y="4185"/>
                    <a:pt x="12463" y="4181"/>
                  </a:cubicBezTo>
                  <a:lnTo>
                    <a:pt x="12311" y="4181"/>
                  </a:lnTo>
                  <a:cubicBezTo>
                    <a:pt x="12402" y="4241"/>
                    <a:pt x="12463" y="4333"/>
                    <a:pt x="12463" y="4333"/>
                  </a:cubicBezTo>
                  <a:lnTo>
                    <a:pt x="12311" y="4333"/>
                  </a:lnTo>
                  <a:cubicBezTo>
                    <a:pt x="11946" y="4333"/>
                    <a:pt x="11885" y="4393"/>
                    <a:pt x="11794" y="4667"/>
                  </a:cubicBezTo>
                  <a:cubicBezTo>
                    <a:pt x="11746" y="4786"/>
                    <a:pt x="11623" y="4868"/>
                    <a:pt x="11484" y="4868"/>
                  </a:cubicBezTo>
                  <a:cubicBezTo>
                    <a:pt x="11447" y="4868"/>
                    <a:pt x="11408" y="4862"/>
                    <a:pt x="11369" y="4849"/>
                  </a:cubicBezTo>
                  <a:cubicBezTo>
                    <a:pt x="11308" y="4849"/>
                    <a:pt x="11277" y="5032"/>
                    <a:pt x="11247" y="5062"/>
                  </a:cubicBezTo>
                  <a:cubicBezTo>
                    <a:pt x="11247" y="5123"/>
                    <a:pt x="11125" y="5123"/>
                    <a:pt x="11095" y="5123"/>
                  </a:cubicBezTo>
                  <a:cubicBezTo>
                    <a:pt x="11034" y="5123"/>
                    <a:pt x="10882" y="5336"/>
                    <a:pt x="10761" y="5336"/>
                  </a:cubicBezTo>
                  <a:cubicBezTo>
                    <a:pt x="10748" y="5332"/>
                    <a:pt x="10736" y="5330"/>
                    <a:pt x="10724" y="5330"/>
                  </a:cubicBezTo>
                  <a:cubicBezTo>
                    <a:pt x="10646" y="5330"/>
                    <a:pt x="10574" y="5409"/>
                    <a:pt x="10548" y="5488"/>
                  </a:cubicBezTo>
                  <a:cubicBezTo>
                    <a:pt x="10396" y="5518"/>
                    <a:pt x="10244" y="5533"/>
                    <a:pt x="10092" y="5533"/>
                  </a:cubicBezTo>
                  <a:cubicBezTo>
                    <a:pt x="9940" y="5533"/>
                    <a:pt x="9788" y="5518"/>
                    <a:pt x="9636" y="5488"/>
                  </a:cubicBezTo>
                  <a:lnTo>
                    <a:pt x="9362" y="5883"/>
                  </a:lnTo>
                  <a:lnTo>
                    <a:pt x="9241" y="6065"/>
                  </a:lnTo>
                  <a:cubicBezTo>
                    <a:pt x="8998" y="6156"/>
                    <a:pt x="8785" y="6278"/>
                    <a:pt x="8572" y="6430"/>
                  </a:cubicBezTo>
                  <a:cubicBezTo>
                    <a:pt x="8481" y="6491"/>
                    <a:pt x="8542" y="6612"/>
                    <a:pt x="8724" y="6734"/>
                  </a:cubicBezTo>
                  <a:lnTo>
                    <a:pt x="8907" y="6643"/>
                  </a:lnTo>
                  <a:lnTo>
                    <a:pt x="9089" y="6551"/>
                  </a:lnTo>
                  <a:lnTo>
                    <a:pt x="9089" y="6551"/>
                  </a:lnTo>
                  <a:cubicBezTo>
                    <a:pt x="9180" y="6673"/>
                    <a:pt x="9089" y="6795"/>
                    <a:pt x="8876" y="6825"/>
                  </a:cubicBezTo>
                  <a:lnTo>
                    <a:pt x="8846" y="6886"/>
                  </a:lnTo>
                  <a:cubicBezTo>
                    <a:pt x="8786" y="6945"/>
                    <a:pt x="8766" y="6992"/>
                    <a:pt x="8725" y="6992"/>
                  </a:cubicBezTo>
                  <a:cubicBezTo>
                    <a:pt x="8703" y="6992"/>
                    <a:pt x="8675" y="6978"/>
                    <a:pt x="8633" y="6947"/>
                  </a:cubicBezTo>
                  <a:cubicBezTo>
                    <a:pt x="8624" y="6938"/>
                    <a:pt x="8613" y="6934"/>
                    <a:pt x="8600" y="6934"/>
                  </a:cubicBezTo>
                  <a:cubicBezTo>
                    <a:pt x="8570" y="6934"/>
                    <a:pt x="8533" y="6955"/>
                    <a:pt x="8511" y="6977"/>
                  </a:cubicBezTo>
                  <a:lnTo>
                    <a:pt x="8329" y="7099"/>
                  </a:lnTo>
                  <a:cubicBezTo>
                    <a:pt x="8268" y="7007"/>
                    <a:pt x="8299" y="6886"/>
                    <a:pt x="8420" y="6825"/>
                  </a:cubicBezTo>
                  <a:lnTo>
                    <a:pt x="7569" y="6825"/>
                  </a:lnTo>
                  <a:cubicBezTo>
                    <a:pt x="7508" y="6825"/>
                    <a:pt x="7387" y="6916"/>
                    <a:pt x="7387" y="6947"/>
                  </a:cubicBezTo>
                  <a:cubicBezTo>
                    <a:pt x="7356" y="7068"/>
                    <a:pt x="7296" y="7099"/>
                    <a:pt x="7204" y="7099"/>
                  </a:cubicBezTo>
                  <a:cubicBezTo>
                    <a:pt x="6992" y="7129"/>
                    <a:pt x="6840" y="7281"/>
                    <a:pt x="6900" y="7403"/>
                  </a:cubicBezTo>
                  <a:cubicBezTo>
                    <a:pt x="7022" y="7585"/>
                    <a:pt x="6870" y="7615"/>
                    <a:pt x="6718" y="7676"/>
                  </a:cubicBezTo>
                  <a:lnTo>
                    <a:pt x="6657" y="7676"/>
                  </a:lnTo>
                  <a:cubicBezTo>
                    <a:pt x="6538" y="7676"/>
                    <a:pt x="6536" y="7792"/>
                    <a:pt x="6564" y="7882"/>
                  </a:cubicBezTo>
                  <a:lnTo>
                    <a:pt x="6564" y="7882"/>
                  </a:lnTo>
                  <a:cubicBezTo>
                    <a:pt x="6568" y="7864"/>
                    <a:pt x="6578" y="7846"/>
                    <a:pt x="6596" y="7828"/>
                  </a:cubicBezTo>
                  <a:cubicBezTo>
                    <a:pt x="6659" y="7807"/>
                    <a:pt x="6722" y="7772"/>
                    <a:pt x="6775" y="7772"/>
                  </a:cubicBezTo>
                  <a:cubicBezTo>
                    <a:pt x="6799" y="7772"/>
                    <a:pt x="6821" y="7779"/>
                    <a:pt x="6840" y="7798"/>
                  </a:cubicBezTo>
                  <a:cubicBezTo>
                    <a:pt x="6931" y="7828"/>
                    <a:pt x="7022" y="7889"/>
                    <a:pt x="6961" y="7980"/>
                  </a:cubicBezTo>
                  <a:lnTo>
                    <a:pt x="6900" y="8041"/>
                  </a:lnTo>
                  <a:cubicBezTo>
                    <a:pt x="6837" y="8025"/>
                    <a:pt x="6723" y="7984"/>
                    <a:pt x="6624" y="7948"/>
                  </a:cubicBezTo>
                  <a:lnTo>
                    <a:pt x="6624" y="7948"/>
                  </a:lnTo>
                  <a:cubicBezTo>
                    <a:pt x="6646" y="7987"/>
                    <a:pt x="6657" y="8035"/>
                    <a:pt x="6657" y="8071"/>
                  </a:cubicBezTo>
                  <a:lnTo>
                    <a:pt x="6596" y="8010"/>
                  </a:lnTo>
                  <a:cubicBezTo>
                    <a:pt x="6582" y="7982"/>
                    <a:pt x="6568" y="7955"/>
                    <a:pt x="6563" y="7927"/>
                  </a:cubicBezTo>
                  <a:lnTo>
                    <a:pt x="6563" y="7927"/>
                  </a:lnTo>
                  <a:cubicBezTo>
                    <a:pt x="6583" y="7933"/>
                    <a:pt x="6603" y="7941"/>
                    <a:pt x="6624" y="7948"/>
                  </a:cubicBezTo>
                  <a:lnTo>
                    <a:pt x="6624" y="7948"/>
                  </a:lnTo>
                  <a:cubicBezTo>
                    <a:pt x="6610" y="7923"/>
                    <a:pt x="6590" y="7901"/>
                    <a:pt x="6566" y="7889"/>
                  </a:cubicBezTo>
                  <a:cubicBezTo>
                    <a:pt x="6565" y="7887"/>
                    <a:pt x="6565" y="7885"/>
                    <a:pt x="6564" y="7882"/>
                  </a:cubicBezTo>
                  <a:lnTo>
                    <a:pt x="6564" y="7882"/>
                  </a:lnTo>
                  <a:cubicBezTo>
                    <a:pt x="6560" y="7897"/>
                    <a:pt x="6561" y="7912"/>
                    <a:pt x="6563" y="7927"/>
                  </a:cubicBezTo>
                  <a:lnTo>
                    <a:pt x="6563" y="7927"/>
                  </a:lnTo>
                  <a:cubicBezTo>
                    <a:pt x="6502" y="7905"/>
                    <a:pt x="6455" y="7889"/>
                    <a:pt x="6444" y="7889"/>
                  </a:cubicBezTo>
                  <a:cubicBezTo>
                    <a:pt x="6441" y="7892"/>
                    <a:pt x="6438" y="7894"/>
                    <a:pt x="6434" y="7894"/>
                  </a:cubicBezTo>
                  <a:cubicBezTo>
                    <a:pt x="6402" y="7894"/>
                    <a:pt x="6353" y="7791"/>
                    <a:pt x="6353" y="7737"/>
                  </a:cubicBezTo>
                  <a:cubicBezTo>
                    <a:pt x="6351" y="7735"/>
                    <a:pt x="6348" y="7733"/>
                    <a:pt x="6343" y="7733"/>
                  </a:cubicBezTo>
                  <a:cubicBezTo>
                    <a:pt x="6292" y="7733"/>
                    <a:pt x="6106" y="7896"/>
                    <a:pt x="6049" y="7980"/>
                  </a:cubicBezTo>
                  <a:cubicBezTo>
                    <a:pt x="6030" y="8038"/>
                    <a:pt x="5986" y="8059"/>
                    <a:pt x="5957" y="8059"/>
                  </a:cubicBezTo>
                  <a:cubicBezTo>
                    <a:pt x="5940" y="8059"/>
                    <a:pt x="5928" y="8052"/>
                    <a:pt x="5928" y="8041"/>
                  </a:cubicBezTo>
                  <a:cubicBezTo>
                    <a:pt x="5867" y="8010"/>
                    <a:pt x="5776" y="7980"/>
                    <a:pt x="5715" y="7980"/>
                  </a:cubicBezTo>
                  <a:lnTo>
                    <a:pt x="5624" y="8041"/>
                  </a:lnTo>
                  <a:lnTo>
                    <a:pt x="5198" y="8406"/>
                  </a:lnTo>
                  <a:cubicBezTo>
                    <a:pt x="5168" y="8436"/>
                    <a:pt x="5107" y="8466"/>
                    <a:pt x="5046" y="8497"/>
                  </a:cubicBezTo>
                  <a:lnTo>
                    <a:pt x="5016" y="8497"/>
                  </a:lnTo>
                  <a:cubicBezTo>
                    <a:pt x="5003" y="8484"/>
                    <a:pt x="4991" y="8477"/>
                    <a:pt x="4980" y="8477"/>
                  </a:cubicBezTo>
                  <a:cubicBezTo>
                    <a:pt x="4966" y="8477"/>
                    <a:pt x="4955" y="8492"/>
                    <a:pt x="4955" y="8527"/>
                  </a:cubicBezTo>
                  <a:lnTo>
                    <a:pt x="4955" y="8588"/>
                  </a:lnTo>
                  <a:lnTo>
                    <a:pt x="4955" y="8618"/>
                  </a:lnTo>
                  <a:cubicBezTo>
                    <a:pt x="4977" y="8640"/>
                    <a:pt x="4952" y="8661"/>
                    <a:pt x="4915" y="8661"/>
                  </a:cubicBezTo>
                  <a:cubicBezTo>
                    <a:pt x="4900" y="8661"/>
                    <a:pt x="4882" y="8658"/>
                    <a:pt x="4864" y="8649"/>
                  </a:cubicBezTo>
                  <a:lnTo>
                    <a:pt x="4834" y="8649"/>
                  </a:lnTo>
                  <a:cubicBezTo>
                    <a:pt x="4682" y="8740"/>
                    <a:pt x="4530" y="8831"/>
                    <a:pt x="4378" y="8953"/>
                  </a:cubicBezTo>
                  <a:lnTo>
                    <a:pt x="4347" y="8983"/>
                  </a:lnTo>
                  <a:cubicBezTo>
                    <a:pt x="4367" y="9042"/>
                    <a:pt x="4310" y="9076"/>
                    <a:pt x="4219" y="9076"/>
                  </a:cubicBezTo>
                  <a:cubicBezTo>
                    <a:pt x="4169" y="9076"/>
                    <a:pt x="4108" y="9065"/>
                    <a:pt x="4043" y="9044"/>
                  </a:cubicBezTo>
                  <a:lnTo>
                    <a:pt x="3982" y="9257"/>
                  </a:lnTo>
                  <a:cubicBezTo>
                    <a:pt x="3952" y="9317"/>
                    <a:pt x="4013" y="9378"/>
                    <a:pt x="3861" y="9409"/>
                  </a:cubicBezTo>
                  <a:cubicBezTo>
                    <a:pt x="3723" y="9436"/>
                    <a:pt x="3559" y="9565"/>
                    <a:pt x="3416" y="9565"/>
                  </a:cubicBezTo>
                  <a:cubicBezTo>
                    <a:pt x="3402" y="9565"/>
                    <a:pt x="3388" y="9563"/>
                    <a:pt x="3375" y="9561"/>
                  </a:cubicBezTo>
                  <a:cubicBezTo>
                    <a:pt x="3342" y="9552"/>
                    <a:pt x="3314" y="9549"/>
                    <a:pt x="3292" y="9549"/>
                  </a:cubicBezTo>
                  <a:cubicBezTo>
                    <a:pt x="3231" y="9549"/>
                    <a:pt x="3217" y="9577"/>
                    <a:pt x="3283" y="9621"/>
                  </a:cubicBezTo>
                  <a:lnTo>
                    <a:pt x="3405" y="9743"/>
                  </a:lnTo>
                  <a:cubicBezTo>
                    <a:pt x="3359" y="9773"/>
                    <a:pt x="3306" y="9789"/>
                    <a:pt x="3249" y="9789"/>
                  </a:cubicBezTo>
                  <a:cubicBezTo>
                    <a:pt x="3192" y="9789"/>
                    <a:pt x="3131" y="9773"/>
                    <a:pt x="3071" y="9743"/>
                  </a:cubicBezTo>
                  <a:lnTo>
                    <a:pt x="3010" y="9834"/>
                  </a:lnTo>
                  <a:cubicBezTo>
                    <a:pt x="2949" y="9895"/>
                    <a:pt x="2858" y="9986"/>
                    <a:pt x="2797" y="10077"/>
                  </a:cubicBezTo>
                  <a:cubicBezTo>
                    <a:pt x="2736" y="10108"/>
                    <a:pt x="2706" y="10138"/>
                    <a:pt x="2645" y="10138"/>
                  </a:cubicBezTo>
                  <a:lnTo>
                    <a:pt x="2463" y="9956"/>
                  </a:lnTo>
                  <a:cubicBezTo>
                    <a:pt x="2341" y="10047"/>
                    <a:pt x="2219" y="10169"/>
                    <a:pt x="2128" y="10260"/>
                  </a:cubicBezTo>
                  <a:lnTo>
                    <a:pt x="2128" y="10290"/>
                  </a:lnTo>
                  <a:cubicBezTo>
                    <a:pt x="2159" y="10381"/>
                    <a:pt x="2189" y="10503"/>
                    <a:pt x="2250" y="10503"/>
                  </a:cubicBezTo>
                  <a:lnTo>
                    <a:pt x="2493" y="10533"/>
                  </a:lnTo>
                  <a:cubicBezTo>
                    <a:pt x="2523" y="10685"/>
                    <a:pt x="2311" y="10807"/>
                    <a:pt x="2250" y="10807"/>
                  </a:cubicBezTo>
                  <a:cubicBezTo>
                    <a:pt x="2159" y="10807"/>
                    <a:pt x="2067" y="11020"/>
                    <a:pt x="1976" y="11050"/>
                  </a:cubicBezTo>
                  <a:cubicBezTo>
                    <a:pt x="1855" y="11080"/>
                    <a:pt x="1824" y="11141"/>
                    <a:pt x="1855" y="11172"/>
                  </a:cubicBezTo>
                  <a:lnTo>
                    <a:pt x="1885" y="11172"/>
                  </a:lnTo>
                  <a:cubicBezTo>
                    <a:pt x="2128" y="11263"/>
                    <a:pt x="2189" y="11415"/>
                    <a:pt x="2067" y="11567"/>
                  </a:cubicBezTo>
                  <a:lnTo>
                    <a:pt x="1926" y="11765"/>
                  </a:lnTo>
                  <a:lnTo>
                    <a:pt x="1926" y="11765"/>
                  </a:lnTo>
                  <a:cubicBezTo>
                    <a:pt x="1884" y="11773"/>
                    <a:pt x="1813" y="11786"/>
                    <a:pt x="1745" y="11786"/>
                  </a:cubicBezTo>
                  <a:cubicBezTo>
                    <a:pt x="1720" y="11786"/>
                    <a:pt x="1695" y="11784"/>
                    <a:pt x="1672" y="11779"/>
                  </a:cubicBezTo>
                  <a:cubicBezTo>
                    <a:pt x="1596" y="11764"/>
                    <a:pt x="1528" y="11757"/>
                    <a:pt x="1479" y="11757"/>
                  </a:cubicBezTo>
                  <a:cubicBezTo>
                    <a:pt x="1429" y="11757"/>
                    <a:pt x="1399" y="11764"/>
                    <a:pt x="1399" y="11779"/>
                  </a:cubicBezTo>
                  <a:lnTo>
                    <a:pt x="1429" y="11810"/>
                  </a:lnTo>
                  <a:cubicBezTo>
                    <a:pt x="1439" y="11820"/>
                    <a:pt x="1466" y="11820"/>
                    <a:pt x="1494" y="11820"/>
                  </a:cubicBezTo>
                  <a:cubicBezTo>
                    <a:pt x="1551" y="11820"/>
                    <a:pt x="1612" y="11820"/>
                    <a:pt x="1551" y="11901"/>
                  </a:cubicBezTo>
                  <a:lnTo>
                    <a:pt x="1490" y="11992"/>
                  </a:lnTo>
                  <a:cubicBezTo>
                    <a:pt x="1476" y="12033"/>
                    <a:pt x="1382" y="12050"/>
                    <a:pt x="1272" y="12050"/>
                  </a:cubicBezTo>
                  <a:cubicBezTo>
                    <a:pt x="1137" y="12050"/>
                    <a:pt x="979" y="12026"/>
                    <a:pt x="912" y="11992"/>
                  </a:cubicBezTo>
                  <a:cubicBezTo>
                    <a:pt x="874" y="11963"/>
                    <a:pt x="841" y="11953"/>
                    <a:pt x="817" y="11953"/>
                  </a:cubicBezTo>
                  <a:cubicBezTo>
                    <a:pt x="765" y="11953"/>
                    <a:pt x="749" y="12002"/>
                    <a:pt x="791" y="12023"/>
                  </a:cubicBezTo>
                  <a:cubicBezTo>
                    <a:pt x="882" y="12114"/>
                    <a:pt x="973" y="12175"/>
                    <a:pt x="1095" y="12205"/>
                  </a:cubicBezTo>
                  <a:cubicBezTo>
                    <a:pt x="1156" y="12235"/>
                    <a:pt x="1156" y="12327"/>
                    <a:pt x="1095" y="12387"/>
                  </a:cubicBezTo>
                  <a:lnTo>
                    <a:pt x="1034" y="12387"/>
                  </a:lnTo>
                  <a:cubicBezTo>
                    <a:pt x="943" y="12418"/>
                    <a:pt x="821" y="12448"/>
                    <a:pt x="760" y="12479"/>
                  </a:cubicBezTo>
                  <a:cubicBezTo>
                    <a:pt x="669" y="12479"/>
                    <a:pt x="548" y="12479"/>
                    <a:pt x="578" y="12600"/>
                  </a:cubicBezTo>
                  <a:lnTo>
                    <a:pt x="578" y="12661"/>
                  </a:lnTo>
                  <a:cubicBezTo>
                    <a:pt x="540" y="12719"/>
                    <a:pt x="611" y="12740"/>
                    <a:pt x="692" y="12740"/>
                  </a:cubicBezTo>
                  <a:cubicBezTo>
                    <a:pt x="738" y="12740"/>
                    <a:pt x="788" y="12733"/>
                    <a:pt x="821" y="12722"/>
                  </a:cubicBezTo>
                  <a:cubicBezTo>
                    <a:pt x="906" y="12693"/>
                    <a:pt x="1045" y="12506"/>
                    <a:pt x="1112" y="12506"/>
                  </a:cubicBezTo>
                  <a:cubicBezTo>
                    <a:pt x="1117" y="12506"/>
                    <a:pt x="1121" y="12507"/>
                    <a:pt x="1125" y="12509"/>
                  </a:cubicBezTo>
                  <a:cubicBezTo>
                    <a:pt x="1186" y="12539"/>
                    <a:pt x="1308" y="12783"/>
                    <a:pt x="1308" y="12843"/>
                  </a:cubicBezTo>
                  <a:cubicBezTo>
                    <a:pt x="1338" y="12904"/>
                    <a:pt x="1186" y="13056"/>
                    <a:pt x="1125" y="13086"/>
                  </a:cubicBezTo>
                  <a:cubicBezTo>
                    <a:pt x="1064" y="13086"/>
                    <a:pt x="1004" y="13086"/>
                    <a:pt x="943" y="13026"/>
                  </a:cubicBezTo>
                  <a:cubicBezTo>
                    <a:pt x="943" y="13022"/>
                    <a:pt x="942" y="13020"/>
                    <a:pt x="941" y="13020"/>
                  </a:cubicBezTo>
                  <a:cubicBezTo>
                    <a:pt x="935" y="13020"/>
                    <a:pt x="908" y="13102"/>
                    <a:pt x="882" y="13208"/>
                  </a:cubicBezTo>
                  <a:lnTo>
                    <a:pt x="1004" y="13299"/>
                  </a:lnTo>
                  <a:cubicBezTo>
                    <a:pt x="1064" y="13330"/>
                    <a:pt x="1095" y="13421"/>
                    <a:pt x="1064" y="13482"/>
                  </a:cubicBezTo>
                  <a:cubicBezTo>
                    <a:pt x="973" y="13634"/>
                    <a:pt x="852" y="13786"/>
                    <a:pt x="730" y="13907"/>
                  </a:cubicBezTo>
                  <a:lnTo>
                    <a:pt x="669" y="13907"/>
                  </a:lnTo>
                  <a:cubicBezTo>
                    <a:pt x="661" y="13890"/>
                    <a:pt x="643" y="13883"/>
                    <a:pt x="619" y="13883"/>
                  </a:cubicBezTo>
                  <a:cubicBezTo>
                    <a:pt x="556" y="13883"/>
                    <a:pt x="453" y="13933"/>
                    <a:pt x="365" y="13998"/>
                  </a:cubicBezTo>
                  <a:lnTo>
                    <a:pt x="487" y="14120"/>
                  </a:lnTo>
                  <a:cubicBezTo>
                    <a:pt x="578" y="14211"/>
                    <a:pt x="578" y="14302"/>
                    <a:pt x="517" y="14394"/>
                  </a:cubicBezTo>
                  <a:cubicBezTo>
                    <a:pt x="497" y="14434"/>
                    <a:pt x="473" y="14448"/>
                    <a:pt x="446" y="14448"/>
                  </a:cubicBezTo>
                  <a:cubicBezTo>
                    <a:pt x="392" y="14448"/>
                    <a:pt x="325" y="14394"/>
                    <a:pt x="244" y="14394"/>
                  </a:cubicBezTo>
                  <a:cubicBezTo>
                    <a:pt x="153" y="14394"/>
                    <a:pt x="1" y="14515"/>
                    <a:pt x="61" y="14576"/>
                  </a:cubicBezTo>
                  <a:cubicBezTo>
                    <a:pt x="84" y="14620"/>
                    <a:pt x="106" y="14713"/>
                    <a:pt x="187" y="14713"/>
                  </a:cubicBezTo>
                  <a:cubicBezTo>
                    <a:pt x="217" y="14713"/>
                    <a:pt x="255" y="14700"/>
                    <a:pt x="305" y="14667"/>
                  </a:cubicBezTo>
                  <a:cubicBezTo>
                    <a:pt x="365" y="14606"/>
                    <a:pt x="487" y="14637"/>
                    <a:pt x="548" y="14576"/>
                  </a:cubicBezTo>
                  <a:lnTo>
                    <a:pt x="639" y="14545"/>
                  </a:lnTo>
                  <a:cubicBezTo>
                    <a:pt x="669" y="14454"/>
                    <a:pt x="791" y="14454"/>
                    <a:pt x="821" y="14454"/>
                  </a:cubicBezTo>
                  <a:cubicBezTo>
                    <a:pt x="821" y="14457"/>
                    <a:pt x="822" y="14458"/>
                    <a:pt x="822" y="14458"/>
                  </a:cubicBezTo>
                  <a:cubicBezTo>
                    <a:pt x="831" y="14458"/>
                    <a:pt x="889" y="14300"/>
                    <a:pt x="973" y="14272"/>
                  </a:cubicBezTo>
                  <a:cubicBezTo>
                    <a:pt x="1031" y="14214"/>
                    <a:pt x="1225" y="13966"/>
                    <a:pt x="1323" y="13966"/>
                  </a:cubicBezTo>
                  <a:cubicBezTo>
                    <a:pt x="1328" y="13966"/>
                    <a:pt x="1333" y="13966"/>
                    <a:pt x="1338" y="13968"/>
                  </a:cubicBezTo>
                  <a:cubicBezTo>
                    <a:pt x="1460" y="13998"/>
                    <a:pt x="1460" y="14150"/>
                    <a:pt x="1368" y="14272"/>
                  </a:cubicBezTo>
                  <a:lnTo>
                    <a:pt x="1551" y="14394"/>
                  </a:lnTo>
                  <a:cubicBezTo>
                    <a:pt x="1672" y="14454"/>
                    <a:pt x="1764" y="14545"/>
                    <a:pt x="1855" y="14637"/>
                  </a:cubicBezTo>
                  <a:cubicBezTo>
                    <a:pt x="1885" y="14728"/>
                    <a:pt x="1885" y="14789"/>
                    <a:pt x="1855" y="14849"/>
                  </a:cubicBezTo>
                  <a:lnTo>
                    <a:pt x="1642" y="14910"/>
                  </a:lnTo>
                  <a:cubicBezTo>
                    <a:pt x="1556" y="15053"/>
                    <a:pt x="1740" y="15278"/>
                    <a:pt x="1863" y="15278"/>
                  </a:cubicBezTo>
                  <a:cubicBezTo>
                    <a:pt x="1871" y="15278"/>
                    <a:pt x="1878" y="15277"/>
                    <a:pt x="1885" y="15275"/>
                  </a:cubicBezTo>
                  <a:cubicBezTo>
                    <a:pt x="1892" y="15271"/>
                    <a:pt x="1897" y="15266"/>
                    <a:pt x="1903" y="15262"/>
                  </a:cubicBezTo>
                  <a:lnTo>
                    <a:pt x="1903" y="15262"/>
                  </a:lnTo>
                  <a:lnTo>
                    <a:pt x="1976" y="15336"/>
                  </a:lnTo>
                  <a:lnTo>
                    <a:pt x="2007" y="15366"/>
                  </a:lnTo>
                  <a:cubicBezTo>
                    <a:pt x="2067" y="15457"/>
                    <a:pt x="1946" y="15579"/>
                    <a:pt x="1794" y="15640"/>
                  </a:cubicBezTo>
                  <a:lnTo>
                    <a:pt x="1794" y="15822"/>
                  </a:lnTo>
                  <a:lnTo>
                    <a:pt x="1794" y="15883"/>
                  </a:lnTo>
                  <a:cubicBezTo>
                    <a:pt x="1824" y="15944"/>
                    <a:pt x="1976" y="16004"/>
                    <a:pt x="2037" y="16004"/>
                  </a:cubicBezTo>
                  <a:cubicBezTo>
                    <a:pt x="2098" y="16004"/>
                    <a:pt x="2098" y="16156"/>
                    <a:pt x="2098" y="16217"/>
                  </a:cubicBezTo>
                  <a:cubicBezTo>
                    <a:pt x="2098" y="16248"/>
                    <a:pt x="2060" y="16255"/>
                    <a:pt x="2014" y="16255"/>
                  </a:cubicBezTo>
                  <a:cubicBezTo>
                    <a:pt x="1969" y="16255"/>
                    <a:pt x="1916" y="16248"/>
                    <a:pt x="1885" y="16248"/>
                  </a:cubicBezTo>
                  <a:cubicBezTo>
                    <a:pt x="1855" y="16278"/>
                    <a:pt x="1794" y="16339"/>
                    <a:pt x="1733" y="16460"/>
                  </a:cubicBezTo>
                  <a:lnTo>
                    <a:pt x="1885" y="16521"/>
                  </a:lnTo>
                  <a:cubicBezTo>
                    <a:pt x="1946" y="16521"/>
                    <a:pt x="1976" y="16582"/>
                    <a:pt x="1976" y="16612"/>
                  </a:cubicBezTo>
                  <a:lnTo>
                    <a:pt x="1976" y="16825"/>
                  </a:lnTo>
                  <a:cubicBezTo>
                    <a:pt x="2067" y="17068"/>
                    <a:pt x="2159" y="17220"/>
                    <a:pt x="2219" y="17220"/>
                  </a:cubicBezTo>
                  <a:lnTo>
                    <a:pt x="2219" y="17190"/>
                  </a:lnTo>
                  <a:lnTo>
                    <a:pt x="2341" y="17008"/>
                  </a:lnTo>
                  <a:cubicBezTo>
                    <a:pt x="2493" y="16947"/>
                    <a:pt x="2645" y="16856"/>
                    <a:pt x="2797" y="16764"/>
                  </a:cubicBezTo>
                  <a:lnTo>
                    <a:pt x="2827" y="16734"/>
                  </a:lnTo>
                  <a:cubicBezTo>
                    <a:pt x="2949" y="16643"/>
                    <a:pt x="3071" y="16552"/>
                    <a:pt x="3223" y="16491"/>
                  </a:cubicBezTo>
                  <a:cubicBezTo>
                    <a:pt x="3227" y="16487"/>
                    <a:pt x="3232" y="16485"/>
                    <a:pt x="3239" y="16485"/>
                  </a:cubicBezTo>
                  <a:cubicBezTo>
                    <a:pt x="3278" y="16485"/>
                    <a:pt x="3353" y="16556"/>
                    <a:pt x="3405" y="16582"/>
                  </a:cubicBezTo>
                  <a:lnTo>
                    <a:pt x="3435" y="16582"/>
                  </a:lnTo>
                  <a:cubicBezTo>
                    <a:pt x="3435" y="16612"/>
                    <a:pt x="3283" y="16643"/>
                    <a:pt x="3223" y="16643"/>
                  </a:cubicBezTo>
                  <a:cubicBezTo>
                    <a:pt x="3162" y="16643"/>
                    <a:pt x="3283" y="16916"/>
                    <a:pt x="3283" y="17038"/>
                  </a:cubicBezTo>
                  <a:cubicBezTo>
                    <a:pt x="3253" y="17129"/>
                    <a:pt x="3101" y="17220"/>
                    <a:pt x="3040" y="17251"/>
                  </a:cubicBezTo>
                  <a:cubicBezTo>
                    <a:pt x="2979" y="17251"/>
                    <a:pt x="3071" y="17615"/>
                    <a:pt x="2979" y="17676"/>
                  </a:cubicBezTo>
                  <a:cubicBezTo>
                    <a:pt x="2919" y="17767"/>
                    <a:pt x="2827" y="17798"/>
                    <a:pt x="2736" y="17859"/>
                  </a:cubicBezTo>
                  <a:lnTo>
                    <a:pt x="2797" y="17919"/>
                  </a:lnTo>
                  <a:cubicBezTo>
                    <a:pt x="2797" y="17950"/>
                    <a:pt x="2827" y="18011"/>
                    <a:pt x="2797" y="18041"/>
                  </a:cubicBezTo>
                  <a:cubicBezTo>
                    <a:pt x="2706" y="18163"/>
                    <a:pt x="2463" y="18193"/>
                    <a:pt x="2493" y="18406"/>
                  </a:cubicBezTo>
                  <a:cubicBezTo>
                    <a:pt x="2402" y="18406"/>
                    <a:pt x="2371" y="18497"/>
                    <a:pt x="2371" y="18497"/>
                  </a:cubicBezTo>
                  <a:cubicBezTo>
                    <a:pt x="2402" y="18527"/>
                    <a:pt x="2311" y="18558"/>
                    <a:pt x="2280" y="18558"/>
                  </a:cubicBezTo>
                  <a:cubicBezTo>
                    <a:pt x="2280" y="18588"/>
                    <a:pt x="2250" y="18618"/>
                    <a:pt x="2280" y="18618"/>
                  </a:cubicBezTo>
                  <a:lnTo>
                    <a:pt x="2280" y="18710"/>
                  </a:lnTo>
                  <a:cubicBezTo>
                    <a:pt x="2280" y="18770"/>
                    <a:pt x="2493" y="18801"/>
                    <a:pt x="2554" y="18801"/>
                  </a:cubicBezTo>
                  <a:cubicBezTo>
                    <a:pt x="2645" y="18801"/>
                    <a:pt x="2767" y="19014"/>
                    <a:pt x="2706" y="19044"/>
                  </a:cubicBezTo>
                  <a:cubicBezTo>
                    <a:pt x="2688" y="19056"/>
                    <a:pt x="2662" y="19061"/>
                    <a:pt x="2632" y="19061"/>
                  </a:cubicBezTo>
                  <a:cubicBezTo>
                    <a:pt x="2512" y="19061"/>
                    <a:pt x="2323" y="18983"/>
                    <a:pt x="2250" y="18983"/>
                  </a:cubicBezTo>
                  <a:cubicBezTo>
                    <a:pt x="2128" y="19014"/>
                    <a:pt x="2098" y="19074"/>
                    <a:pt x="2159" y="19166"/>
                  </a:cubicBezTo>
                  <a:lnTo>
                    <a:pt x="2037" y="19226"/>
                  </a:lnTo>
                  <a:lnTo>
                    <a:pt x="1946" y="19287"/>
                  </a:lnTo>
                  <a:cubicBezTo>
                    <a:pt x="1794" y="19378"/>
                    <a:pt x="1733" y="19439"/>
                    <a:pt x="1794" y="19470"/>
                  </a:cubicBezTo>
                  <a:lnTo>
                    <a:pt x="1824" y="19470"/>
                  </a:lnTo>
                  <a:cubicBezTo>
                    <a:pt x="1905" y="19486"/>
                    <a:pt x="1995" y="19519"/>
                    <a:pt x="2080" y="19519"/>
                  </a:cubicBezTo>
                  <a:cubicBezTo>
                    <a:pt x="2154" y="19519"/>
                    <a:pt x="2224" y="19494"/>
                    <a:pt x="2280" y="19409"/>
                  </a:cubicBezTo>
                  <a:lnTo>
                    <a:pt x="2371" y="19257"/>
                  </a:lnTo>
                  <a:cubicBezTo>
                    <a:pt x="2615" y="19287"/>
                    <a:pt x="2706" y="19378"/>
                    <a:pt x="2615" y="19439"/>
                  </a:cubicBezTo>
                  <a:lnTo>
                    <a:pt x="2554" y="19500"/>
                  </a:lnTo>
                  <a:lnTo>
                    <a:pt x="2554" y="19530"/>
                  </a:lnTo>
                  <a:cubicBezTo>
                    <a:pt x="2569" y="19546"/>
                    <a:pt x="2630" y="19546"/>
                    <a:pt x="2694" y="19546"/>
                  </a:cubicBezTo>
                  <a:cubicBezTo>
                    <a:pt x="2759" y="19546"/>
                    <a:pt x="2827" y="19546"/>
                    <a:pt x="2858" y="19561"/>
                  </a:cubicBezTo>
                  <a:cubicBezTo>
                    <a:pt x="2979" y="19622"/>
                    <a:pt x="3101" y="19652"/>
                    <a:pt x="3223" y="19682"/>
                  </a:cubicBezTo>
                  <a:cubicBezTo>
                    <a:pt x="3226" y="19684"/>
                    <a:pt x="3230" y="19684"/>
                    <a:pt x="3234" y="19684"/>
                  </a:cubicBezTo>
                  <a:cubicBezTo>
                    <a:pt x="3311" y="19684"/>
                    <a:pt x="3282" y="19373"/>
                    <a:pt x="3253" y="19257"/>
                  </a:cubicBezTo>
                  <a:cubicBezTo>
                    <a:pt x="3236" y="19190"/>
                    <a:pt x="3321" y="19169"/>
                    <a:pt x="3417" y="19169"/>
                  </a:cubicBezTo>
                  <a:cubicBezTo>
                    <a:pt x="3494" y="19169"/>
                    <a:pt x="3577" y="19182"/>
                    <a:pt x="3618" y="19196"/>
                  </a:cubicBezTo>
                  <a:cubicBezTo>
                    <a:pt x="3709" y="19257"/>
                    <a:pt x="3709" y="19378"/>
                    <a:pt x="3618" y="19470"/>
                  </a:cubicBezTo>
                  <a:lnTo>
                    <a:pt x="3466" y="19318"/>
                  </a:lnTo>
                  <a:lnTo>
                    <a:pt x="3375" y="19318"/>
                  </a:lnTo>
                  <a:cubicBezTo>
                    <a:pt x="3375" y="19348"/>
                    <a:pt x="3375" y="19378"/>
                    <a:pt x="3375" y="19409"/>
                  </a:cubicBezTo>
                  <a:cubicBezTo>
                    <a:pt x="3496" y="19470"/>
                    <a:pt x="3587" y="19500"/>
                    <a:pt x="3709" y="19500"/>
                  </a:cubicBezTo>
                  <a:lnTo>
                    <a:pt x="3830" y="19409"/>
                  </a:lnTo>
                  <a:cubicBezTo>
                    <a:pt x="3982" y="19500"/>
                    <a:pt x="4104" y="19591"/>
                    <a:pt x="4226" y="19682"/>
                  </a:cubicBezTo>
                  <a:lnTo>
                    <a:pt x="4347" y="19561"/>
                  </a:lnTo>
                  <a:cubicBezTo>
                    <a:pt x="4369" y="19539"/>
                    <a:pt x="4398" y="19529"/>
                    <a:pt x="4427" y="19529"/>
                  </a:cubicBezTo>
                  <a:cubicBezTo>
                    <a:pt x="4479" y="19529"/>
                    <a:pt x="4530" y="19563"/>
                    <a:pt x="4530" y="19622"/>
                  </a:cubicBezTo>
                  <a:cubicBezTo>
                    <a:pt x="4530" y="19682"/>
                    <a:pt x="4560" y="19804"/>
                    <a:pt x="4408" y="19804"/>
                  </a:cubicBezTo>
                  <a:lnTo>
                    <a:pt x="4226" y="19774"/>
                  </a:lnTo>
                  <a:cubicBezTo>
                    <a:pt x="4206" y="19831"/>
                    <a:pt x="4065" y="19852"/>
                    <a:pt x="3933" y="19852"/>
                  </a:cubicBezTo>
                  <a:cubicBezTo>
                    <a:pt x="3861" y="19852"/>
                    <a:pt x="3793" y="19846"/>
                    <a:pt x="3748" y="19836"/>
                  </a:cubicBezTo>
                  <a:lnTo>
                    <a:pt x="3748" y="19836"/>
                  </a:lnTo>
                  <a:lnTo>
                    <a:pt x="3648" y="19956"/>
                  </a:lnTo>
                  <a:cubicBezTo>
                    <a:pt x="3557" y="20047"/>
                    <a:pt x="3526" y="20199"/>
                    <a:pt x="3678" y="20199"/>
                  </a:cubicBezTo>
                  <a:lnTo>
                    <a:pt x="3922" y="20199"/>
                  </a:lnTo>
                  <a:cubicBezTo>
                    <a:pt x="3891" y="20351"/>
                    <a:pt x="4134" y="20533"/>
                    <a:pt x="4104" y="20625"/>
                  </a:cubicBezTo>
                  <a:cubicBezTo>
                    <a:pt x="4074" y="20716"/>
                    <a:pt x="4226" y="20807"/>
                    <a:pt x="4438" y="20807"/>
                  </a:cubicBezTo>
                  <a:lnTo>
                    <a:pt x="4408" y="21141"/>
                  </a:lnTo>
                  <a:lnTo>
                    <a:pt x="4408" y="21263"/>
                  </a:lnTo>
                  <a:cubicBezTo>
                    <a:pt x="4499" y="21354"/>
                    <a:pt x="4682" y="21597"/>
                    <a:pt x="4621" y="21658"/>
                  </a:cubicBezTo>
                  <a:cubicBezTo>
                    <a:pt x="4590" y="21688"/>
                    <a:pt x="4773" y="21840"/>
                    <a:pt x="4864" y="21840"/>
                  </a:cubicBezTo>
                  <a:cubicBezTo>
                    <a:pt x="4955" y="21840"/>
                    <a:pt x="5016" y="21810"/>
                    <a:pt x="5046" y="21719"/>
                  </a:cubicBezTo>
                  <a:cubicBezTo>
                    <a:pt x="5046" y="21688"/>
                    <a:pt x="4894" y="21628"/>
                    <a:pt x="4834" y="21597"/>
                  </a:cubicBezTo>
                  <a:cubicBezTo>
                    <a:pt x="4773" y="21597"/>
                    <a:pt x="4742" y="21567"/>
                    <a:pt x="4803" y="21536"/>
                  </a:cubicBezTo>
                  <a:lnTo>
                    <a:pt x="4834" y="21536"/>
                  </a:lnTo>
                  <a:cubicBezTo>
                    <a:pt x="4985" y="21536"/>
                    <a:pt x="4985" y="21445"/>
                    <a:pt x="4894" y="21384"/>
                  </a:cubicBezTo>
                  <a:lnTo>
                    <a:pt x="4834" y="21324"/>
                  </a:lnTo>
                  <a:cubicBezTo>
                    <a:pt x="4682" y="21263"/>
                    <a:pt x="4773" y="21263"/>
                    <a:pt x="5016" y="21263"/>
                  </a:cubicBezTo>
                  <a:lnTo>
                    <a:pt x="5168" y="21354"/>
                  </a:lnTo>
                  <a:cubicBezTo>
                    <a:pt x="5229" y="21415"/>
                    <a:pt x="5289" y="21536"/>
                    <a:pt x="5229" y="21567"/>
                  </a:cubicBezTo>
                  <a:cubicBezTo>
                    <a:pt x="5077" y="21719"/>
                    <a:pt x="5229" y="21780"/>
                    <a:pt x="5350" y="21780"/>
                  </a:cubicBezTo>
                  <a:lnTo>
                    <a:pt x="5502" y="21810"/>
                  </a:lnTo>
                  <a:cubicBezTo>
                    <a:pt x="5715" y="21810"/>
                    <a:pt x="5897" y="21901"/>
                    <a:pt x="5897" y="22023"/>
                  </a:cubicBezTo>
                  <a:lnTo>
                    <a:pt x="6019" y="22114"/>
                  </a:lnTo>
                  <a:cubicBezTo>
                    <a:pt x="6110" y="22175"/>
                    <a:pt x="6171" y="22266"/>
                    <a:pt x="5958" y="22296"/>
                  </a:cubicBezTo>
                  <a:lnTo>
                    <a:pt x="5928" y="22296"/>
                  </a:lnTo>
                  <a:cubicBezTo>
                    <a:pt x="5806" y="22388"/>
                    <a:pt x="5685" y="22448"/>
                    <a:pt x="5533" y="22448"/>
                  </a:cubicBezTo>
                  <a:cubicBezTo>
                    <a:pt x="5441" y="22418"/>
                    <a:pt x="5350" y="22357"/>
                    <a:pt x="5350" y="22236"/>
                  </a:cubicBezTo>
                  <a:lnTo>
                    <a:pt x="5381" y="22144"/>
                  </a:lnTo>
                  <a:lnTo>
                    <a:pt x="5441" y="21901"/>
                  </a:lnTo>
                  <a:cubicBezTo>
                    <a:pt x="5289" y="21871"/>
                    <a:pt x="5107" y="21871"/>
                    <a:pt x="5107" y="21871"/>
                  </a:cubicBezTo>
                  <a:cubicBezTo>
                    <a:pt x="5077" y="21871"/>
                    <a:pt x="5137" y="21992"/>
                    <a:pt x="5198" y="22053"/>
                  </a:cubicBezTo>
                  <a:cubicBezTo>
                    <a:pt x="5229" y="22114"/>
                    <a:pt x="4955" y="22266"/>
                    <a:pt x="4894" y="22327"/>
                  </a:cubicBezTo>
                  <a:cubicBezTo>
                    <a:pt x="4834" y="22357"/>
                    <a:pt x="4925" y="22448"/>
                    <a:pt x="5107" y="22479"/>
                  </a:cubicBezTo>
                  <a:lnTo>
                    <a:pt x="5229" y="22540"/>
                  </a:lnTo>
                  <a:cubicBezTo>
                    <a:pt x="5289" y="22540"/>
                    <a:pt x="5350" y="22570"/>
                    <a:pt x="5350" y="22631"/>
                  </a:cubicBezTo>
                  <a:lnTo>
                    <a:pt x="5411" y="22752"/>
                  </a:lnTo>
                  <a:cubicBezTo>
                    <a:pt x="5472" y="22904"/>
                    <a:pt x="5533" y="23026"/>
                    <a:pt x="5593" y="23026"/>
                  </a:cubicBezTo>
                  <a:lnTo>
                    <a:pt x="5624" y="23026"/>
                  </a:lnTo>
                  <a:cubicBezTo>
                    <a:pt x="5638" y="23031"/>
                    <a:pt x="5654" y="23032"/>
                    <a:pt x="5670" y="23032"/>
                  </a:cubicBezTo>
                  <a:cubicBezTo>
                    <a:pt x="5709" y="23032"/>
                    <a:pt x="5751" y="23021"/>
                    <a:pt x="5786" y="23021"/>
                  </a:cubicBezTo>
                  <a:cubicBezTo>
                    <a:pt x="5824" y="23021"/>
                    <a:pt x="5854" y="23034"/>
                    <a:pt x="5867" y="23087"/>
                  </a:cubicBezTo>
                  <a:lnTo>
                    <a:pt x="5897" y="23178"/>
                  </a:lnTo>
                  <a:cubicBezTo>
                    <a:pt x="5806" y="23208"/>
                    <a:pt x="5715" y="23239"/>
                    <a:pt x="5715" y="23269"/>
                  </a:cubicBezTo>
                  <a:cubicBezTo>
                    <a:pt x="5776" y="23299"/>
                    <a:pt x="5837" y="23299"/>
                    <a:pt x="5837" y="23299"/>
                  </a:cubicBezTo>
                  <a:cubicBezTo>
                    <a:pt x="5849" y="23390"/>
                    <a:pt x="5873" y="23420"/>
                    <a:pt x="5904" y="23420"/>
                  </a:cubicBezTo>
                  <a:cubicBezTo>
                    <a:pt x="5944" y="23420"/>
                    <a:pt x="5997" y="23365"/>
                    <a:pt x="6049" y="23330"/>
                  </a:cubicBezTo>
                  <a:lnTo>
                    <a:pt x="6080" y="23299"/>
                  </a:lnTo>
                  <a:cubicBezTo>
                    <a:pt x="6095" y="23292"/>
                    <a:pt x="6108" y="23288"/>
                    <a:pt x="6119" y="23288"/>
                  </a:cubicBezTo>
                  <a:cubicBezTo>
                    <a:pt x="6152" y="23288"/>
                    <a:pt x="6163" y="23322"/>
                    <a:pt x="6141" y="23391"/>
                  </a:cubicBezTo>
                  <a:lnTo>
                    <a:pt x="6110" y="23421"/>
                  </a:lnTo>
                  <a:cubicBezTo>
                    <a:pt x="5897" y="23664"/>
                    <a:pt x="5867" y="23755"/>
                    <a:pt x="6110" y="23938"/>
                  </a:cubicBezTo>
                  <a:lnTo>
                    <a:pt x="6292" y="24090"/>
                  </a:lnTo>
                  <a:cubicBezTo>
                    <a:pt x="6232" y="24242"/>
                    <a:pt x="6080" y="24394"/>
                    <a:pt x="5897" y="24424"/>
                  </a:cubicBezTo>
                  <a:lnTo>
                    <a:pt x="5897" y="24211"/>
                  </a:lnTo>
                  <a:cubicBezTo>
                    <a:pt x="5897" y="24181"/>
                    <a:pt x="5897" y="24150"/>
                    <a:pt x="5867" y="24120"/>
                  </a:cubicBezTo>
                  <a:lnTo>
                    <a:pt x="5837" y="24120"/>
                  </a:lnTo>
                  <a:cubicBezTo>
                    <a:pt x="5776" y="24120"/>
                    <a:pt x="5806" y="24333"/>
                    <a:pt x="5837" y="24394"/>
                  </a:cubicBezTo>
                  <a:cubicBezTo>
                    <a:pt x="5928" y="24546"/>
                    <a:pt x="6080" y="24698"/>
                    <a:pt x="6232" y="24789"/>
                  </a:cubicBezTo>
                  <a:lnTo>
                    <a:pt x="6475" y="24637"/>
                  </a:lnTo>
                  <a:cubicBezTo>
                    <a:pt x="6475" y="24637"/>
                    <a:pt x="6556" y="24677"/>
                    <a:pt x="6619" y="24677"/>
                  </a:cubicBezTo>
                  <a:cubicBezTo>
                    <a:pt x="6650" y="24677"/>
                    <a:pt x="6678" y="24667"/>
                    <a:pt x="6688" y="24637"/>
                  </a:cubicBezTo>
                  <a:lnTo>
                    <a:pt x="6718" y="24454"/>
                  </a:lnTo>
                  <a:cubicBezTo>
                    <a:pt x="6931" y="24424"/>
                    <a:pt x="7144" y="24363"/>
                    <a:pt x="7326" y="24333"/>
                  </a:cubicBezTo>
                  <a:lnTo>
                    <a:pt x="7448" y="24485"/>
                  </a:lnTo>
                  <a:lnTo>
                    <a:pt x="7508" y="24546"/>
                  </a:lnTo>
                  <a:cubicBezTo>
                    <a:pt x="7569" y="24667"/>
                    <a:pt x="7569" y="24819"/>
                    <a:pt x="7508" y="24971"/>
                  </a:cubicBezTo>
                  <a:cubicBezTo>
                    <a:pt x="7508" y="25062"/>
                    <a:pt x="7721" y="25214"/>
                    <a:pt x="7812" y="25214"/>
                  </a:cubicBezTo>
                  <a:cubicBezTo>
                    <a:pt x="7934" y="25214"/>
                    <a:pt x="8025" y="25184"/>
                    <a:pt x="8086" y="25093"/>
                  </a:cubicBezTo>
                  <a:lnTo>
                    <a:pt x="8147" y="25032"/>
                  </a:lnTo>
                  <a:cubicBezTo>
                    <a:pt x="8167" y="25019"/>
                    <a:pt x="8188" y="25014"/>
                    <a:pt x="8209" y="25014"/>
                  </a:cubicBezTo>
                  <a:cubicBezTo>
                    <a:pt x="8300" y="25014"/>
                    <a:pt x="8391" y="25109"/>
                    <a:pt x="8491" y="25109"/>
                  </a:cubicBezTo>
                  <a:cubicBezTo>
                    <a:pt x="8537" y="25109"/>
                    <a:pt x="8584" y="25089"/>
                    <a:pt x="8633" y="25032"/>
                  </a:cubicBezTo>
                  <a:cubicBezTo>
                    <a:pt x="8633" y="25062"/>
                    <a:pt x="8663" y="25062"/>
                    <a:pt x="8694" y="25093"/>
                  </a:cubicBezTo>
                  <a:lnTo>
                    <a:pt x="8755" y="25123"/>
                  </a:lnTo>
                  <a:cubicBezTo>
                    <a:pt x="8846" y="25184"/>
                    <a:pt x="8633" y="25366"/>
                    <a:pt x="8603" y="25488"/>
                  </a:cubicBezTo>
                  <a:cubicBezTo>
                    <a:pt x="8584" y="25543"/>
                    <a:pt x="8665" y="25554"/>
                    <a:pt x="8745" y="25554"/>
                  </a:cubicBezTo>
                  <a:cubicBezTo>
                    <a:pt x="8798" y="25554"/>
                    <a:pt x="8852" y="25549"/>
                    <a:pt x="8876" y="25549"/>
                  </a:cubicBezTo>
                  <a:cubicBezTo>
                    <a:pt x="9028" y="25488"/>
                    <a:pt x="9180" y="25457"/>
                    <a:pt x="9332" y="25427"/>
                  </a:cubicBezTo>
                  <a:lnTo>
                    <a:pt x="9454" y="25609"/>
                  </a:lnTo>
                  <a:lnTo>
                    <a:pt x="9606" y="25488"/>
                  </a:lnTo>
                  <a:cubicBezTo>
                    <a:pt x="9632" y="25504"/>
                    <a:pt x="9655" y="25511"/>
                    <a:pt x="9673" y="25511"/>
                  </a:cubicBezTo>
                  <a:cubicBezTo>
                    <a:pt x="9761" y="25511"/>
                    <a:pt x="9779" y="25366"/>
                    <a:pt x="9879" y="25366"/>
                  </a:cubicBezTo>
                  <a:cubicBezTo>
                    <a:pt x="10031" y="25366"/>
                    <a:pt x="10153" y="25427"/>
                    <a:pt x="10305" y="25427"/>
                  </a:cubicBezTo>
                  <a:cubicBezTo>
                    <a:pt x="10335" y="25427"/>
                    <a:pt x="10366" y="25366"/>
                    <a:pt x="10426" y="25336"/>
                  </a:cubicBezTo>
                  <a:cubicBezTo>
                    <a:pt x="10457" y="25336"/>
                    <a:pt x="10487" y="25306"/>
                    <a:pt x="10518" y="25306"/>
                  </a:cubicBezTo>
                  <a:cubicBezTo>
                    <a:pt x="10639" y="25336"/>
                    <a:pt x="10730" y="25366"/>
                    <a:pt x="10821" y="25397"/>
                  </a:cubicBezTo>
                  <a:lnTo>
                    <a:pt x="10882" y="25427"/>
                  </a:lnTo>
                  <a:cubicBezTo>
                    <a:pt x="10862" y="25508"/>
                    <a:pt x="11071" y="25549"/>
                    <a:pt x="11258" y="25549"/>
                  </a:cubicBezTo>
                  <a:cubicBezTo>
                    <a:pt x="11352" y="25549"/>
                    <a:pt x="11440" y="25539"/>
                    <a:pt x="11490" y="25518"/>
                  </a:cubicBezTo>
                  <a:cubicBezTo>
                    <a:pt x="11642" y="25457"/>
                    <a:pt x="11703" y="25336"/>
                    <a:pt x="11642" y="25275"/>
                  </a:cubicBezTo>
                  <a:lnTo>
                    <a:pt x="11551" y="25214"/>
                  </a:lnTo>
                  <a:lnTo>
                    <a:pt x="11490" y="25123"/>
                  </a:lnTo>
                  <a:cubicBezTo>
                    <a:pt x="11369" y="25062"/>
                    <a:pt x="11642" y="24971"/>
                    <a:pt x="11764" y="24971"/>
                  </a:cubicBezTo>
                  <a:cubicBezTo>
                    <a:pt x="11885" y="25002"/>
                    <a:pt x="11885" y="25032"/>
                    <a:pt x="11855" y="25032"/>
                  </a:cubicBezTo>
                  <a:cubicBezTo>
                    <a:pt x="11825" y="25062"/>
                    <a:pt x="11916" y="25245"/>
                    <a:pt x="11946" y="25336"/>
                  </a:cubicBezTo>
                  <a:cubicBezTo>
                    <a:pt x="11968" y="25357"/>
                    <a:pt x="11993" y="25368"/>
                    <a:pt x="12021" y="25368"/>
                  </a:cubicBezTo>
                  <a:cubicBezTo>
                    <a:pt x="12071" y="25368"/>
                    <a:pt x="12130" y="25334"/>
                    <a:pt x="12189" y="25275"/>
                  </a:cubicBezTo>
                  <a:lnTo>
                    <a:pt x="12280" y="25184"/>
                  </a:lnTo>
                  <a:lnTo>
                    <a:pt x="12311" y="25154"/>
                  </a:lnTo>
                  <a:cubicBezTo>
                    <a:pt x="12402" y="25123"/>
                    <a:pt x="12524" y="25123"/>
                    <a:pt x="12615" y="25093"/>
                  </a:cubicBezTo>
                  <a:lnTo>
                    <a:pt x="12706" y="25123"/>
                  </a:lnTo>
                  <a:cubicBezTo>
                    <a:pt x="12722" y="25126"/>
                    <a:pt x="12737" y="25128"/>
                    <a:pt x="12751" y="25128"/>
                  </a:cubicBezTo>
                  <a:cubicBezTo>
                    <a:pt x="12865" y="25128"/>
                    <a:pt x="12892" y="25025"/>
                    <a:pt x="12919" y="24971"/>
                  </a:cubicBezTo>
                  <a:cubicBezTo>
                    <a:pt x="12980" y="24910"/>
                    <a:pt x="13040" y="24880"/>
                    <a:pt x="13132" y="24880"/>
                  </a:cubicBezTo>
                  <a:cubicBezTo>
                    <a:pt x="13178" y="24903"/>
                    <a:pt x="13216" y="24913"/>
                    <a:pt x="13249" y="24913"/>
                  </a:cubicBezTo>
                  <a:cubicBezTo>
                    <a:pt x="13304" y="24913"/>
                    <a:pt x="13349" y="24887"/>
                    <a:pt x="13405" y="24850"/>
                  </a:cubicBezTo>
                  <a:cubicBezTo>
                    <a:pt x="13587" y="24667"/>
                    <a:pt x="13922" y="24667"/>
                    <a:pt x="14074" y="24454"/>
                  </a:cubicBezTo>
                  <a:cubicBezTo>
                    <a:pt x="14165" y="24363"/>
                    <a:pt x="14347" y="24424"/>
                    <a:pt x="14530" y="24363"/>
                  </a:cubicBezTo>
                  <a:cubicBezTo>
                    <a:pt x="14712" y="24333"/>
                    <a:pt x="14955" y="24363"/>
                    <a:pt x="14986" y="24120"/>
                  </a:cubicBezTo>
                  <a:lnTo>
                    <a:pt x="15046" y="24120"/>
                  </a:lnTo>
                  <a:lnTo>
                    <a:pt x="15350" y="24090"/>
                  </a:lnTo>
                  <a:cubicBezTo>
                    <a:pt x="15350" y="23968"/>
                    <a:pt x="15107" y="23847"/>
                    <a:pt x="15016" y="23847"/>
                  </a:cubicBezTo>
                  <a:cubicBezTo>
                    <a:pt x="14925" y="23847"/>
                    <a:pt x="14955" y="23786"/>
                    <a:pt x="15077" y="23695"/>
                  </a:cubicBezTo>
                  <a:lnTo>
                    <a:pt x="15198" y="23634"/>
                  </a:lnTo>
                  <a:cubicBezTo>
                    <a:pt x="15290" y="23573"/>
                    <a:pt x="15381" y="23512"/>
                    <a:pt x="15472" y="23451"/>
                  </a:cubicBezTo>
                  <a:cubicBezTo>
                    <a:pt x="15533" y="23391"/>
                    <a:pt x="15563" y="23360"/>
                    <a:pt x="15590" y="23360"/>
                  </a:cubicBezTo>
                  <a:cubicBezTo>
                    <a:pt x="15616" y="23360"/>
                    <a:pt x="15639" y="23391"/>
                    <a:pt x="15685" y="23451"/>
                  </a:cubicBezTo>
                  <a:lnTo>
                    <a:pt x="15715" y="23512"/>
                  </a:lnTo>
                  <a:cubicBezTo>
                    <a:pt x="15746" y="23543"/>
                    <a:pt x="15563" y="23695"/>
                    <a:pt x="15502" y="23725"/>
                  </a:cubicBezTo>
                  <a:cubicBezTo>
                    <a:pt x="15442" y="23786"/>
                    <a:pt x="15533" y="23968"/>
                    <a:pt x="15715" y="24090"/>
                  </a:cubicBezTo>
                  <a:lnTo>
                    <a:pt x="15806" y="23786"/>
                  </a:lnTo>
                  <a:lnTo>
                    <a:pt x="15806" y="23755"/>
                  </a:lnTo>
                  <a:cubicBezTo>
                    <a:pt x="15958" y="23755"/>
                    <a:pt x="16050" y="23664"/>
                    <a:pt x="16080" y="23543"/>
                  </a:cubicBezTo>
                  <a:cubicBezTo>
                    <a:pt x="16080" y="23521"/>
                    <a:pt x="16095" y="23511"/>
                    <a:pt x="16120" y="23511"/>
                  </a:cubicBezTo>
                  <a:cubicBezTo>
                    <a:pt x="16166" y="23511"/>
                    <a:pt x="16245" y="23544"/>
                    <a:pt x="16323" y="23603"/>
                  </a:cubicBezTo>
                  <a:lnTo>
                    <a:pt x="16536" y="23603"/>
                  </a:lnTo>
                  <a:cubicBezTo>
                    <a:pt x="16607" y="23568"/>
                    <a:pt x="16689" y="23553"/>
                    <a:pt x="16769" y="23553"/>
                  </a:cubicBezTo>
                  <a:cubicBezTo>
                    <a:pt x="16825" y="23553"/>
                    <a:pt x="16881" y="23560"/>
                    <a:pt x="16931" y="23573"/>
                  </a:cubicBezTo>
                  <a:cubicBezTo>
                    <a:pt x="16992" y="23573"/>
                    <a:pt x="17053" y="23603"/>
                    <a:pt x="17113" y="23603"/>
                  </a:cubicBezTo>
                  <a:cubicBezTo>
                    <a:pt x="17144" y="23573"/>
                    <a:pt x="17144" y="23543"/>
                    <a:pt x="17113" y="23512"/>
                  </a:cubicBezTo>
                  <a:lnTo>
                    <a:pt x="17113" y="23451"/>
                  </a:lnTo>
                  <a:cubicBezTo>
                    <a:pt x="17136" y="23407"/>
                    <a:pt x="17174" y="23379"/>
                    <a:pt x="17217" y="23379"/>
                  </a:cubicBezTo>
                  <a:cubicBezTo>
                    <a:pt x="17233" y="23379"/>
                    <a:pt x="17249" y="23382"/>
                    <a:pt x="17265" y="23391"/>
                  </a:cubicBezTo>
                  <a:lnTo>
                    <a:pt x="17296" y="23421"/>
                  </a:lnTo>
                  <a:lnTo>
                    <a:pt x="17357" y="23451"/>
                  </a:lnTo>
                  <a:cubicBezTo>
                    <a:pt x="17372" y="23467"/>
                    <a:pt x="17395" y="23474"/>
                    <a:pt x="17417" y="23474"/>
                  </a:cubicBezTo>
                  <a:cubicBezTo>
                    <a:pt x="17440" y="23474"/>
                    <a:pt x="17463" y="23467"/>
                    <a:pt x="17478" y="23451"/>
                  </a:cubicBezTo>
                  <a:lnTo>
                    <a:pt x="17509" y="23421"/>
                  </a:lnTo>
                  <a:cubicBezTo>
                    <a:pt x="17539" y="23391"/>
                    <a:pt x="17569" y="23391"/>
                    <a:pt x="17600" y="23391"/>
                  </a:cubicBezTo>
                  <a:lnTo>
                    <a:pt x="17995" y="23360"/>
                  </a:lnTo>
                  <a:cubicBezTo>
                    <a:pt x="18046" y="23391"/>
                    <a:pt x="18103" y="23404"/>
                    <a:pt x="18161" y="23404"/>
                  </a:cubicBezTo>
                  <a:cubicBezTo>
                    <a:pt x="18279" y="23404"/>
                    <a:pt x="18400" y="23350"/>
                    <a:pt x="18481" y="23269"/>
                  </a:cubicBezTo>
                  <a:cubicBezTo>
                    <a:pt x="18542" y="23178"/>
                    <a:pt x="18633" y="23117"/>
                    <a:pt x="18755" y="23117"/>
                  </a:cubicBezTo>
                  <a:lnTo>
                    <a:pt x="18907" y="23117"/>
                  </a:lnTo>
                  <a:cubicBezTo>
                    <a:pt x="18923" y="23112"/>
                    <a:pt x="18935" y="23109"/>
                    <a:pt x="18944" y="23109"/>
                  </a:cubicBezTo>
                  <a:cubicBezTo>
                    <a:pt x="18985" y="23109"/>
                    <a:pt x="18951" y="23164"/>
                    <a:pt x="18876" y="23239"/>
                  </a:cubicBezTo>
                  <a:lnTo>
                    <a:pt x="18785" y="23330"/>
                  </a:lnTo>
                  <a:cubicBezTo>
                    <a:pt x="18664" y="23421"/>
                    <a:pt x="18664" y="23573"/>
                    <a:pt x="18542" y="23664"/>
                  </a:cubicBezTo>
                  <a:lnTo>
                    <a:pt x="18481" y="23695"/>
                  </a:lnTo>
                  <a:cubicBezTo>
                    <a:pt x="18390" y="23755"/>
                    <a:pt x="18299" y="23786"/>
                    <a:pt x="18208" y="23786"/>
                  </a:cubicBezTo>
                  <a:lnTo>
                    <a:pt x="18177" y="23786"/>
                  </a:lnTo>
                  <a:cubicBezTo>
                    <a:pt x="18116" y="23786"/>
                    <a:pt x="18086" y="23725"/>
                    <a:pt x="18056" y="23725"/>
                  </a:cubicBezTo>
                  <a:cubicBezTo>
                    <a:pt x="17979" y="23744"/>
                    <a:pt x="17902" y="23800"/>
                    <a:pt x="17817" y="23800"/>
                  </a:cubicBezTo>
                  <a:cubicBezTo>
                    <a:pt x="17768" y="23800"/>
                    <a:pt x="17716" y="23781"/>
                    <a:pt x="17660" y="23725"/>
                  </a:cubicBezTo>
                  <a:cubicBezTo>
                    <a:pt x="17658" y="23723"/>
                    <a:pt x="17655" y="23722"/>
                    <a:pt x="17650" y="23722"/>
                  </a:cubicBezTo>
                  <a:cubicBezTo>
                    <a:pt x="17590" y="23722"/>
                    <a:pt x="17354" y="23884"/>
                    <a:pt x="17326" y="23968"/>
                  </a:cubicBezTo>
                  <a:cubicBezTo>
                    <a:pt x="17326" y="23999"/>
                    <a:pt x="17357" y="24029"/>
                    <a:pt x="17357" y="24059"/>
                  </a:cubicBezTo>
                  <a:cubicBezTo>
                    <a:pt x="17373" y="24063"/>
                    <a:pt x="17388" y="24064"/>
                    <a:pt x="17403" y="24064"/>
                  </a:cubicBezTo>
                  <a:cubicBezTo>
                    <a:pt x="17522" y="24064"/>
                    <a:pt x="17579" y="23962"/>
                    <a:pt x="17660" y="23907"/>
                  </a:cubicBezTo>
                  <a:cubicBezTo>
                    <a:pt x="17691" y="23907"/>
                    <a:pt x="17691" y="23999"/>
                    <a:pt x="17691" y="24090"/>
                  </a:cubicBezTo>
                  <a:lnTo>
                    <a:pt x="17752" y="24120"/>
                  </a:lnTo>
                  <a:lnTo>
                    <a:pt x="17812" y="24150"/>
                  </a:lnTo>
                  <a:cubicBezTo>
                    <a:pt x="17934" y="24150"/>
                    <a:pt x="18056" y="24363"/>
                    <a:pt x="18056" y="24394"/>
                  </a:cubicBezTo>
                  <a:cubicBezTo>
                    <a:pt x="18056" y="24454"/>
                    <a:pt x="18208" y="24454"/>
                    <a:pt x="18238" y="24454"/>
                  </a:cubicBezTo>
                  <a:cubicBezTo>
                    <a:pt x="18246" y="24450"/>
                    <a:pt x="18254" y="24448"/>
                    <a:pt x="18261" y="24448"/>
                  </a:cubicBezTo>
                  <a:cubicBezTo>
                    <a:pt x="18307" y="24448"/>
                    <a:pt x="18333" y="24524"/>
                    <a:pt x="18360" y="24576"/>
                  </a:cubicBezTo>
                  <a:cubicBezTo>
                    <a:pt x="18360" y="24582"/>
                    <a:pt x="18365" y="24584"/>
                    <a:pt x="18374" y="24584"/>
                  </a:cubicBezTo>
                  <a:cubicBezTo>
                    <a:pt x="18413" y="24584"/>
                    <a:pt x="18517" y="24540"/>
                    <a:pt x="18542" y="24515"/>
                  </a:cubicBezTo>
                  <a:cubicBezTo>
                    <a:pt x="18545" y="24514"/>
                    <a:pt x="18548" y="24513"/>
                    <a:pt x="18551" y="24513"/>
                  </a:cubicBezTo>
                  <a:cubicBezTo>
                    <a:pt x="18596" y="24513"/>
                    <a:pt x="18536" y="24762"/>
                    <a:pt x="18420" y="24819"/>
                  </a:cubicBezTo>
                  <a:cubicBezTo>
                    <a:pt x="18329" y="24880"/>
                    <a:pt x="18390" y="25002"/>
                    <a:pt x="18572" y="25093"/>
                  </a:cubicBezTo>
                  <a:lnTo>
                    <a:pt x="18785" y="25062"/>
                  </a:lnTo>
                  <a:lnTo>
                    <a:pt x="18816" y="25062"/>
                  </a:lnTo>
                  <a:cubicBezTo>
                    <a:pt x="18846" y="25032"/>
                    <a:pt x="18664" y="24971"/>
                    <a:pt x="18603" y="24971"/>
                  </a:cubicBezTo>
                  <a:cubicBezTo>
                    <a:pt x="18512" y="24971"/>
                    <a:pt x="18664" y="24880"/>
                    <a:pt x="18724" y="24850"/>
                  </a:cubicBezTo>
                  <a:cubicBezTo>
                    <a:pt x="18785" y="24850"/>
                    <a:pt x="18876" y="24941"/>
                    <a:pt x="18937" y="25062"/>
                  </a:cubicBezTo>
                  <a:lnTo>
                    <a:pt x="19028" y="25184"/>
                  </a:lnTo>
                  <a:cubicBezTo>
                    <a:pt x="19059" y="25245"/>
                    <a:pt x="18937" y="25336"/>
                    <a:pt x="18816" y="25336"/>
                  </a:cubicBezTo>
                  <a:cubicBezTo>
                    <a:pt x="18755" y="25397"/>
                    <a:pt x="18755" y="25457"/>
                    <a:pt x="18816" y="25518"/>
                  </a:cubicBezTo>
                  <a:lnTo>
                    <a:pt x="18846" y="25518"/>
                  </a:lnTo>
                  <a:cubicBezTo>
                    <a:pt x="19059" y="25579"/>
                    <a:pt x="19150" y="25670"/>
                    <a:pt x="18998" y="25853"/>
                  </a:cubicBezTo>
                  <a:cubicBezTo>
                    <a:pt x="18998" y="25853"/>
                    <a:pt x="19028" y="25913"/>
                    <a:pt x="19028" y="25913"/>
                  </a:cubicBezTo>
                  <a:lnTo>
                    <a:pt x="19211" y="26035"/>
                  </a:lnTo>
                  <a:cubicBezTo>
                    <a:pt x="19268" y="26043"/>
                    <a:pt x="19318" y="26047"/>
                    <a:pt x="19361" y="26047"/>
                  </a:cubicBezTo>
                  <a:cubicBezTo>
                    <a:pt x="19478" y="26047"/>
                    <a:pt x="19537" y="26019"/>
                    <a:pt x="19515" y="25974"/>
                  </a:cubicBezTo>
                  <a:lnTo>
                    <a:pt x="19484" y="25974"/>
                  </a:lnTo>
                  <a:cubicBezTo>
                    <a:pt x="19211" y="25913"/>
                    <a:pt x="19211" y="25731"/>
                    <a:pt x="19302" y="25640"/>
                  </a:cubicBezTo>
                  <a:lnTo>
                    <a:pt x="19393" y="25488"/>
                  </a:lnTo>
                  <a:cubicBezTo>
                    <a:pt x="19393" y="25366"/>
                    <a:pt x="19211" y="25123"/>
                    <a:pt x="19211" y="25032"/>
                  </a:cubicBezTo>
                  <a:cubicBezTo>
                    <a:pt x="19211" y="24971"/>
                    <a:pt x="19332" y="24910"/>
                    <a:pt x="19363" y="24910"/>
                  </a:cubicBezTo>
                  <a:cubicBezTo>
                    <a:pt x="19423" y="24910"/>
                    <a:pt x="19484" y="24819"/>
                    <a:pt x="19484" y="24758"/>
                  </a:cubicBezTo>
                  <a:lnTo>
                    <a:pt x="19484" y="24667"/>
                  </a:lnTo>
                  <a:cubicBezTo>
                    <a:pt x="19484" y="24637"/>
                    <a:pt x="19515" y="24606"/>
                    <a:pt x="19545" y="24576"/>
                  </a:cubicBezTo>
                  <a:cubicBezTo>
                    <a:pt x="19575" y="24576"/>
                    <a:pt x="19667" y="24637"/>
                    <a:pt x="19667" y="24637"/>
                  </a:cubicBezTo>
                  <a:lnTo>
                    <a:pt x="19667" y="24758"/>
                  </a:lnTo>
                  <a:cubicBezTo>
                    <a:pt x="19712" y="24743"/>
                    <a:pt x="19758" y="24736"/>
                    <a:pt x="19796" y="24736"/>
                  </a:cubicBezTo>
                  <a:cubicBezTo>
                    <a:pt x="19834" y="24736"/>
                    <a:pt x="19864" y="24743"/>
                    <a:pt x="19879" y="24758"/>
                  </a:cubicBezTo>
                  <a:cubicBezTo>
                    <a:pt x="19788" y="24850"/>
                    <a:pt x="19667" y="24941"/>
                    <a:pt x="19575" y="25002"/>
                  </a:cubicBezTo>
                  <a:lnTo>
                    <a:pt x="19423" y="25062"/>
                  </a:lnTo>
                  <a:cubicBezTo>
                    <a:pt x="19393" y="25214"/>
                    <a:pt x="19393" y="25366"/>
                    <a:pt x="19393" y="25488"/>
                  </a:cubicBezTo>
                  <a:lnTo>
                    <a:pt x="19606" y="25579"/>
                  </a:lnTo>
                  <a:cubicBezTo>
                    <a:pt x="19727" y="25609"/>
                    <a:pt x="19819" y="25731"/>
                    <a:pt x="19788" y="25883"/>
                  </a:cubicBezTo>
                  <a:cubicBezTo>
                    <a:pt x="19788" y="25883"/>
                    <a:pt x="19819" y="25913"/>
                    <a:pt x="19849" y="25913"/>
                  </a:cubicBezTo>
                  <a:cubicBezTo>
                    <a:pt x="20001" y="25944"/>
                    <a:pt x="20001" y="25944"/>
                    <a:pt x="19940" y="26005"/>
                  </a:cubicBezTo>
                  <a:lnTo>
                    <a:pt x="19849" y="26126"/>
                  </a:lnTo>
                  <a:cubicBezTo>
                    <a:pt x="19827" y="26121"/>
                    <a:pt x="19807" y="26118"/>
                    <a:pt x="19787" y="26118"/>
                  </a:cubicBezTo>
                  <a:cubicBezTo>
                    <a:pt x="19696" y="26118"/>
                    <a:pt x="19625" y="26173"/>
                    <a:pt x="19575" y="26248"/>
                  </a:cubicBezTo>
                  <a:cubicBezTo>
                    <a:pt x="19575" y="26278"/>
                    <a:pt x="19515" y="26339"/>
                    <a:pt x="19423" y="26339"/>
                  </a:cubicBezTo>
                  <a:lnTo>
                    <a:pt x="19393" y="26369"/>
                  </a:lnTo>
                  <a:lnTo>
                    <a:pt x="19363" y="26369"/>
                  </a:lnTo>
                  <a:cubicBezTo>
                    <a:pt x="19363" y="26400"/>
                    <a:pt x="19393" y="26430"/>
                    <a:pt x="19423" y="26461"/>
                  </a:cubicBezTo>
                  <a:lnTo>
                    <a:pt x="19819" y="26369"/>
                  </a:lnTo>
                  <a:lnTo>
                    <a:pt x="19819" y="26613"/>
                  </a:lnTo>
                  <a:cubicBezTo>
                    <a:pt x="19819" y="26673"/>
                    <a:pt x="19910" y="26734"/>
                    <a:pt x="19971" y="26825"/>
                  </a:cubicBezTo>
                  <a:lnTo>
                    <a:pt x="19971" y="26856"/>
                  </a:lnTo>
                  <a:cubicBezTo>
                    <a:pt x="19940" y="26886"/>
                    <a:pt x="20001" y="26916"/>
                    <a:pt x="20062" y="26916"/>
                  </a:cubicBezTo>
                  <a:lnTo>
                    <a:pt x="20062" y="26886"/>
                  </a:lnTo>
                  <a:lnTo>
                    <a:pt x="20123" y="26795"/>
                  </a:lnTo>
                  <a:cubicBezTo>
                    <a:pt x="20183" y="26673"/>
                    <a:pt x="20518" y="26643"/>
                    <a:pt x="20548" y="26582"/>
                  </a:cubicBezTo>
                  <a:cubicBezTo>
                    <a:pt x="20578" y="26521"/>
                    <a:pt x="20487" y="26369"/>
                    <a:pt x="20427" y="26339"/>
                  </a:cubicBezTo>
                  <a:cubicBezTo>
                    <a:pt x="20366" y="26309"/>
                    <a:pt x="20275" y="26278"/>
                    <a:pt x="20183" y="26278"/>
                  </a:cubicBezTo>
                  <a:cubicBezTo>
                    <a:pt x="20123" y="26278"/>
                    <a:pt x="20123" y="26157"/>
                    <a:pt x="20183" y="26005"/>
                  </a:cubicBezTo>
                  <a:lnTo>
                    <a:pt x="20396" y="26126"/>
                  </a:lnTo>
                  <a:cubicBezTo>
                    <a:pt x="20427" y="26126"/>
                    <a:pt x="20457" y="26187"/>
                    <a:pt x="20487" y="26187"/>
                  </a:cubicBezTo>
                  <a:lnTo>
                    <a:pt x="20548" y="26187"/>
                  </a:lnTo>
                  <a:cubicBezTo>
                    <a:pt x="20559" y="26193"/>
                    <a:pt x="20570" y="26195"/>
                    <a:pt x="20581" y="26195"/>
                  </a:cubicBezTo>
                  <a:cubicBezTo>
                    <a:pt x="20629" y="26195"/>
                    <a:pt x="20670" y="26145"/>
                    <a:pt x="20670" y="26096"/>
                  </a:cubicBezTo>
                  <a:lnTo>
                    <a:pt x="20670" y="26065"/>
                  </a:lnTo>
                  <a:lnTo>
                    <a:pt x="20670" y="26005"/>
                  </a:lnTo>
                  <a:cubicBezTo>
                    <a:pt x="20647" y="25960"/>
                    <a:pt x="20674" y="25932"/>
                    <a:pt x="20726" y="25932"/>
                  </a:cubicBezTo>
                  <a:cubicBezTo>
                    <a:pt x="20745" y="25932"/>
                    <a:pt x="20767" y="25936"/>
                    <a:pt x="20791" y="25944"/>
                  </a:cubicBezTo>
                  <a:lnTo>
                    <a:pt x="20822" y="25974"/>
                  </a:lnTo>
                  <a:cubicBezTo>
                    <a:pt x="20974" y="26035"/>
                    <a:pt x="21186" y="26065"/>
                    <a:pt x="21126" y="26248"/>
                  </a:cubicBezTo>
                  <a:cubicBezTo>
                    <a:pt x="21126" y="26278"/>
                    <a:pt x="21156" y="26309"/>
                    <a:pt x="21217" y="26309"/>
                  </a:cubicBezTo>
                  <a:cubicBezTo>
                    <a:pt x="21247" y="26309"/>
                    <a:pt x="21338" y="26278"/>
                    <a:pt x="21338" y="26248"/>
                  </a:cubicBezTo>
                  <a:lnTo>
                    <a:pt x="21399" y="26157"/>
                  </a:lnTo>
                  <a:cubicBezTo>
                    <a:pt x="21419" y="26098"/>
                    <a:pt x="21476" y="26064"/>
                    <a:pt x="21539" y="26064"/>
                  </a:cubicBezTo>
                  <a:cubicBezTo>
                    <a:pt x="21574" y="26064"/>
                    <a:pt x="21610" y="26074"/>
                    <a:pt x="21642" y="26096"/>
                  </a:cubicBezTo>
                  <a:cubicBezTo>
                    <a:pt x="21658" y="26111"/>
                    <a:pt x="21680" y="26119"/>
                    <a:pt x="21707" y="26119"/>
                  </a:cubicBezTo>
                  <a:cubicBezTo>
                    <a:pt x="21734" y="26119"/>
                    <a:pt x="21764" y="26111"/>
                    <a:pt x="21794" y="26096"/>
                  </a:cubicBezTo>
                  <a:lnTo>
                    <a:pt x="21825" y="26035"/>
                  </a:lnTo>
                  <a:lnTo>
                    <a:pt x="21885" y="25944"/>
                  </a:lnTo>
                  <a:cubicBezTo>
                    <a:pt x="21977" y="25822"/>
                    <a:pt x="22098" y="25731"/>
                    <a:pt x="22281" y="25701"/>
                  </a:cubicBezTo>
                  <a:lnTo>
                    <a:pt x="22402" y="25792"/>
                  </a:lnTo>
                  <a:cubicBezTo>
                    <a:pt x="22428" y="25805"/>
                    <a:pt x="22453" y="25811"/>
                    <a:pt x="22475" y="25811"/>
                  </a:cubicBezTo>
                  <a:cubicBezTo>
                    <a:pt x="22557" y="25811"/>
                    <a:pt x="22608" y="25729"/>
                    <a:pt x="22585" y="25609"/>
                  </a:cubicBezTo>
                  <a:lnTo>
                    <a:pt x="22585" y="25579"/>
                  </a:lnTo>
                  <a:cubicBezTo>
                    <a:pt x="22607" y="25535"/>
                    <a:pt x="22662" y="25506"/>
                    <a:pt x="22713" y="25506"/>
                  </a:cubicBezTo>
                  <a:cubicBezTo>
                    <a:pt x="22732" y="25506"/>
                    <a:pt x="22751" y="25510"/>
                    <a:pt x="22767" y="25518"/>
                  </a:cubicBezTo>
                  <a:lnTo>
                    <a:pt x="22767" y="25549"/>
                  </a:lnTo>
                  <a:lnTo>
                    <a:pt x="22828" y="25701"/>
                  </a:lnTo>
                  <a:cubicBezTo>
                    <a:pt x="22949" y="25670"/>
                    <a:pt x="23071" y="25397"/>
                    <a:pt x="23010" y="25336"/>
                  </a:cubicBezTo>
                  <a:cubicBezTo>
                    <a:pt x="22949" y="25275"/>
                    <a:pt x="22889" y="25214"/>
                    <a:pt x="22797" y="25154"/>
                  </a:cubicBezTo>
                  <a:lnTo>
                    <a:pt x="22797" y="25123"/>
                  </a:lnTo>
                  <a:lnTo>
                    <a:pt x="22797" y="25062"/>
                  </a:lnTo>
                  <a:cubicBezTo>
                    <a:pt x="22828" y="25032"/>
                    <a:pt x="23101" y="24941"/>
                    <a:pt x="23101" y="24880"/>
                  </a:cubicBezTo>
                  <a:cubicBezTo>
                    <a:pt x="23089" y="24842"/>
                    <a:pt x="23097" y="24825"/>
                    <a:pt x="23120" y="24825"/>
                  </a:cubicBezTo>
                  <a:cubicBezTo>
                    <a:pt x="23153" y="24825"/>
                    <a:pt x="23213" y="24857"/>
                    <a:pt x="23284" y="24910"/>
                  </a:cubicBezTo>
                  <a:lnTo>
                    <a:pt x="23193" y="25002"/>
                  </a:lnTo>
                  <a:cubicBezTo>
                    <a:pt x="23101" y="25093"/>
                    <a:pt x="23132" y="25123"/>
                    <a:pt x="23223" y="25184"/>
                  </a:cubicBezTo>
                  <a:lnTo>
                    <a:pt x="23253" y="25245"/>
                  </a:lnTo>
                  <a:cubicBezTo>
                    <a:pt x="23263" y="25255"/>
                    <a:pt x="23287" y="25258"/>
                    <a:pt x="23315" y="25258"/>
                  </a:cubicBezTo>
                  <a:cubicBezTo>
                    <a:pt x="23372" y="25258"/>
                    <a:pt x="23446" y="25245"/>
                    <a:pt x="23466" y="25245"/>
                  </a:cubicBezTo>
                  <a:cubicBezTo>
                    <a:pt x="23557" y="25245"/>
                    <a:pt x="23618" y="25214"/>
                    <a:pt x="23709" y="25214"/>
                  </a:cubicBezTo>
                  <a:lnTo>
                    <a:pt x="23709" y="25457"/>
                  </a:lnTo>
                  <a:cubicBezTo>
                    <a:pt x="23740" y="25488"/>
                    <a:pt x="23770" y="25549"/>
                    <a:pt x="23800" y="25579"/>
                  </a:cubicBezTo>
                  <a:lnTo>
                    <a:pt x="23861" y="25670"/>
                  </a:lnTo>
                  <a:cubicBezTo>
                    <a:pt x="23892" y="25701"/>
                    <a:pt x="23930" y="25716"/>
                    <a:pt x="23968" y="25716"/>
                  </a:cubicBezTo>
                  <a:cubicBezTo>
                    <a:pt x="24006" y="25716"/>
                    <a:pt x="24044" y="25701"/>
                    <a:pt x="24074" y="25670"/>
                  </a:cubicBezTo>
                  <a:cubicBezTo>
                    <a:pt x="24104" y="25609"/>
                    <a:pt x="24013" y="25579"/>
                    <a:pt x="23892" y="25579"/>
                  </a:cubicBezTo>
                  <a:lnTo>
                    <a:pt x="23892" y="25427"/>
                  </a:lnTo>
                  <a:lnTo>
                    <a:pt x="23892" y="25214"/>
                  </a:lnTo>
                  <a:cubicBezTo>
                    <a:pt x="24029" y="25097"/>
                    <a:pt x="24166" y="25029"/>
                    <a:pt x="24263" y="25029"/>
                  </a:cubicBezTo>
                  <a:cubicBezTo>
                    <a:pt x="24316" y="25029"/>
                    <a:pt x="24356" y="25050"/>
                    <a:pt x="24378" y="25093"/>
                  </a:cubicBezTo>
                  <a:lnTo>
                    <a:pt x="24226" y="25184"/>
                  </a:lnTo>
                  <a:lnTo>
                    <a:pt x="24196" y="25184"/>
                  </a:lnTo>
                  <a:cubicBezTo>
                    <a:pt x="24196" y="25245"/>
                    <a:pt x="24378" y="25275"/>
                    <a:pt x="24408" y="25275"/>
                  </a:cubicBezTo>
                  <a:cubicBezTo>
                    <a:pt x="24469" y="25275"/>
                    <a:pt x="24439" y="25184"/>
                    <a:pt x="24348" y="25032"/>
                  </a:cubicBezTo>
                  <a:lnTo>
                    <a:pt x="24530" y="24910"/>
                  </a:lnTo>
                  <a:lnTo>
                    <a:pt x="24682" y="24789"/>
                  </a:lnTo>
                  <a:cubicBezTo>
                    <a:pt x="24773" y="24606"/>
                    <a:pt x="25320" y="24576"/>
                    <a:pt x="25472" y="24485"/>
                  </a:cubicBezTo>
                  <a:cubicBezTo>
                    <a:pt x="25505" y="24465"/>
                    <a:pt x="25541" y="24457"/>
                    <a:pt x="25577" y="24457"/>
                  </a:cubicBezTo>
                  <a:cubicBezTo>
                    <a:pt x="25708" y="24457"/>
                    <a:pt x="25844" y="24565"/>
                    <a:pt x="25867" y="24637"/>
                  </a:cubicBezTo>
                  <a:cubicBezTo>
                    <a:pt x="25891" y="24673"/>
                    <a:pt x="25911" y="24690"/>
                    <a:pt x="25927" y="24690"/>
                  </a:cubicBezTo>
                  <a:cubicBezTo>
                    <a:pt x="25952" y="24690"/>
                    <a:pt x="25971" y="24650"/>
                    <a:pt x="25989" y="24576"/>
                  </a:cubicBezTo>
                  <a:lnTo>
                    <a:pt x="25928" y="24515"/>
                  </a:lnTo>
                  <a:lnTo>
                    <a:pt x="25685" y="24333"/>
                  </a:lnTo>
                  <a:cubicBezTo>
                    <a:pt x="25898" y="24302"/>
                    <a:pt x="25959" y="24211"/>
                    <a:pt x="25928" y="24150"/>
                  </a:cubicBezTo>
                  <a:cubicBezTo>
                    <a:pt x="25898" y="24120"/>
                    <a:pt x="25928" y="24029"/>
                    <a:pt x="25959" y="23999"/>
                  </a:cubicBezTo>
                  <a:cubicBezTo>
                    <a:pt x="25964" y="23993"/>
                    <a:pt x="25971" y="23990"/>
                    <a:pt x="25979" y="23990"/>
                  </a:cubicBezTo>
                  <a:cubicBezTo>
                    <a:pt x="26010" y="23990"/>
                    <a:pt x="26050" y="24035"/>
                    <a:pt x="26050" y="24059"/>
                  </a:cubicBezTo>
                  <a:cubicBezTo>
                    <a:pt x="26056" y="24065"/>
                    <a:pt x="26066" y="24068"/>
                    <a:pt x="26079" y="24068"/>
                  </a:cubicBezTo>
                  <a:cubicBezTo>
                    <a:pt x="26135" y="24068"/>
                    <a:pt x="26244" y="24023"/>
                    <a:pt x="26293" y="23999"/>
                  </a:cubicBezTo>
                  <a:cubicBezTo>
                    <a:pt x="26304" y="23993"/>
                    <a:pt x="26315" y="23991"/>
                    <a:pt x="26328" y="23991"/>
                  </a:cubicBezTo>
                  <a:cubicBezTo>
                    <a:pt x="26384" y="23991"/>
                    <a:pt x="26450" y="24045"/>
                    <a:pt x="26475" y="24120"/>
                  </a:cubicBezTo>
                  <a:lnTo>
                    <a:pt x="26506" y="24211"/>
                  </a:lnTo>
                  <a:lnTo>
                    <a:pt x="26566" y="24272"/>
                  </a:lnTo>
                  <a:cubicBezTo>
                    <a:pt x="26597" y="24333"/>
                    <a:pt x="26627" y="24394"/>
                    <a:pt x="26658" y="24454"/>
                  </a:cubicBezTo>
                  <a:cubicBezTo>
                    <a:pt x="26536" y="24394"/>
                    <a:pt x="26414" y="24363"/>
                    <a:pt x="26323" y="24302"/>
                  </a:cubicBezTo>
                  <a:cubicBezTo>
                    <a:pt x="26303" y="24289"/>
                    <a:pt x="26285" y="24283"/>
                    <a:pt x="26269" y="24283"/>
                  </a:cubicBezTo>
                  <a:cubicBezTo>
                    <a:pt x="26211" y="24283"/>
                    <a:pt x="26185" y="24360"/>
                    <a:pt x="26232" y="24454"/>
                  </a:cubicBezTo>
                  <a:lnTo>
                    <a:pt x="26202" y="24546"/>
                  </a:lnTo>
                  <a:cubicBezTo>
                    <a:pt x="26171" y="24606"/>
                    <a:pt x="26141" y="24698"/>
                    <a:pt x="26202" y="24698"/>
                  </a:cubicBezTo>
                  <a:cubicBezTo>
                    <a:pt x="26234" y="24714"/>
                    <a:pt x="26284" y="24747"/>
                    <a:pt x="26333" y="24747"/>
                  </a:cubicBezTo>
                  <a:cubicBezTo>
                    <a:pt x="26375" y="24747"/>
                    <a:pt x="26417" y="24722"/>
                    <a:pt x="26445" y="24637"/>
                  </a:cubicBezTo>
                  <a:cubicBezTo>
                    <a:pt x="26506" y="24485"/>
                    <a:pt x="26749" y="24546"/>
                    <a:pt x="26901" y="24485"/>
                  </a:cubicBezTo>
                  <a:cubicBezTo>
                    <a:pt x="26901" y="24480"/>
                    <a:pt x="26907" y="24477"/>
                    <a:pt x="26917" y="24477"/>
                  </a:cubicBezTo>
                  <a:cubicBezTo>
                    <a:pt x="26965" y="24477"/>
                    <a:pt x="27098" y="24536"/>
                    <a:pt x="27022" y="24637"/>
                  </a:cubicBezTo>
                  <a:lnTo>
                    <a:pt x="26870" y="24758"/>
                  </a:lnTo>
                  <a:cubicBezTo>
                    <a:pt x="26913" y="24780"/>
                    <a:pt x="26957" y="24790"/>
                    <a:pt x="26997" y="24790"/>
                  </a:cubicBezTo>
                  <a:cubicBezTo>
                    <a:pt x="27070" y="24790"/>
                    <a:pt x="27135" y="24756"/>
                    <a:pt x="27174" y="24698"/>
                  </a:cubicBezTo>
                  <a:cubicBezTo>
                    <a:pt x="27192" y="24680"/>
                    <a:pt x="27220" y="24663"/>
                    <a:pt x="27257" y="24663"/>
                  </a:cubicBezTo>
                  <a:cubicBezTo>
                    <a:pt x="27285" y="24663"/>
                    <a:pt x="27318" y="24672"/>
                    <a:pt x="27357" y="24698"/>
                  </a:cubicBezTo>
                  <a:lnTo>
                    <a:pt x="27418" y="24728"/>
                  </a:lnTo>
                  <a:cubicBezTo>
                    <a:pt x="27446" y="24735"/>
                    <a:pt x="27483" y="24739"/>
                    <a:pt x="27524" y="24739"/>
                  </a:cubicBezTo>
                  <a:cubicBezTo>
                    <a:pt x="27656" y="24739"/>
                    <a:pt x="27827" y="24699"/>
                    <a:pt x="27873" y="24606"/>
                  </a:cubicBezTo>
                  <a:cubicBezTo>
                    <a:pt x="27934" y="24454"/>
                    <a:pt x="27721" y="24485"/>
                    <a:pt x="27691" y="24454"/>
                  </a:cubicBezTo>
                  <a:cubicBezTo>
                    <a:pt x="27691" y="24454"/>
                    <a:pt x="27691" y="24394"/>
                    <a:pt x="27691" y="24394"/>
                  </a:cubicBezTo>
                  <a:cubicBezTo>
                    <a:pt x="27843" y="24272"/>
                    <a:pt x="27691" y="24211"/>
                    <a:pt x="27630" y="24120"/>
                  </a:cubicBezTo>
                  <a:cubicBezTo>
                    <a:pt x="27569" y="24059"/>
                    <a:pt x="27569" y="23999"/>
                    <a:pt x="27630" y="23907"/>
                  </a:cubicBezTo>
                  <a:lnTo>
                    <a:pt x="27721" y="23816"/>
                  </a:lnTo>
                  <a:cubicBezTo>
                    <a:pt x="27478" y="23816"/>
                    <a:pt x="27266" y="23755"/>
                    <a:pt x="27053" y="23695"/>
                  </a:cubicBezTo>
                  <a:lnTo>
                    <a:pt x="27205" y="23573"/>
                  </a:lnTo>
                  <a:lnTo>
                    <a:pt x="27326" y="23482"/>
                  </a:lnTo>
                  <a:cubicBezTo>
                    <a:pt x="27448" y="23482"/>
                    <a:pt x="27569" y="23482"/>
                    <a:pt x="27661" y="23543"/>
                  </a:cubicBezTo>
                  <a:lnTo>
                    <a:pt x="27661" y="23573"/>
                  </a:lnTo>
                  <a:cubicBezTo>
                    <a:pt x="27661" y="23603"/>
                    <a:pt x="27357" y="23664"/>
                    <a:pt x="27357" y="23725"/>
                  </a:cubicBezTo>
                  <a:cubicBezTo>
                    <a:pt x="27357" y="23733"/>
                    <a:pt x="27368" y="23736"/>
                    <a:pt x="27388" y="23736"/>
                  </a:cubicBezTo>
                  <a:cubicBezTo>
                    <a:pt x="27448" y="23736"/>
                    <a:pt x="27585" y="23702"/>
                    <a:pt x="27721" y="23634"/>
                  </a:cubicBezTo>
                  <a:lnTo>
                    <a:pt x="27752" y="23634"/>
                  </a:lnTo>
                  <a:lnTo>
                    <a:pt x="27813" y="23603"/>
                  </a:lnTo>
                  <a:cubicBezTo>
                    <a:pt x="27829" y="23595"/>
                    <a:pt x="27845" y="23591"/>
                    <a:pt x="27861" y="23591"/>
                  </a:cubicBezTo>
                  <a:cubicBezTo>
                    <a:pt x="27904" y="23591"/>
                    <a:pt x="27942" y="23620"/>
                    <a:pt x="27965" y="23664"/>
                  </a:cubicBezTo>
                  <a:lnTo>
                    <a:pt x="27965" y="23725"/>
                  </a:lnTo>
                  <a:lnTo>
                    <a:pt x="27934" y="23786"/>
                  </a:lnTo>
                  <a:cubicBezTo>
                    <a:pt x="27843" y="23877"/>
                    <a:pt x="27843" y="23999"/>
                    <a:pt x="27934" y="24059"/>
                  </a:cubicBezTo>
                  <a:lnTo>
                    <a:pt x="27995" y="24059"/>
                  </a:lnTo>
                  <a:cubicBezTo>
                    <a:pt x="28025" y="24059"/>
                    <a:pt x="28056" y="24029"/>
                    <a:pt x="28086" y="23999"/>
                  </a:cubicBezTo>
                  <a:cubicBezTo>
                    <a:pt x="28147" y="23938"/>
                    <a:pt x="28208" y="23877"/>
                    <a:pt x="28299" y="23877"/>
                  </a:cubicBezTo>
                  <a:lnTo>
                    <a:pt x="28360" y="23877"/>
                  </a:lnTo>
                  <a:cubicBezTo>
                    <a:pt x="28451" y="23877"/>
                    <a:pt x="28512" y="23786"/>
                    <a:pt x="28512" y="23664"/>
                  </a:cubicBezTo>
                  <a:lnTo>
                    <a:pt x="28542" y="23573"/>
                  </a:lnTo>
                  <a:cubicBezTo>
                    <a:pt x="28573" y="23512"/>
                    <a:pt x="28664" y="23482"/>
                    <a:pt x="28725" y="23482"/>
                  </a:cubicBezTo>
                  <a:cubicBezTo>
                    <a:pt x="28738" y="23478"/>
                    <a:pt x="28749" y="23477"/>
                    <a:pt x="28759" y="23477"/>
                  </a:cubicBezTo>
                  <a:cubicBezTo>
                    <a:pt x="28840" y="23477"/>
                    <a:pt x="28816" y="23580"/>
                    <a:pt x="28816" y="23634"/>
                  </a:cubicBezTo>
                  <a:lnTo>
                    <a:pt x="28846" y="23847"/>
                  </a:lnTo>
                  <a:cubicBezTo>
                    <a:pt x="28896" y="23796"/>
                    <a:pt x="28947" y="23774"/>
                    <a:pt x="28981" y="23774"/>
                  </a:cubicBezTo>
                  <a:cubicBezTo>
                    <a:pt x="29010" y="23774"/>
                    <a:pt x="29028" y="23789"/>
                    <a:pt x="29028" y="23816"/>
                  </a:cubicBezTo>
                  <a:cubicBezTo>
                    <a:pt x="29028" y="23847"/>
                    <a:pt x="29089" y="23847"/>
                    <a:pt x="29180" y="23847"/>
                  </a:cubicBezTo>
                  <a:lnTo>
                    <a:pt x="29211" y="23877"/>
                  </a:lnTo>
                  <a:cubicBezTo>
                    <a:pt x="29272" y="23907"/>
                    <a:pt x="29326" y="23917"/>
                    <a:pt x="29376" y="23917"/>
                  </a:cubicBezTo>
                  <a:cubicBezTo>
                    <a:pt x="29478" y="23917"/>
                    <a:pt x="29565" y="23877"/>
                    <a:pt x="29667" y="23877"/>
                  </a:cubicBezTo>
                  <a:cubicBezTo>
                    <a:pt x="29880" y="23877"/>
                    <a:pt x="29910" y="23755"/>
                    <a:pt x="30001" y="23634"/>
                  </a:cubicBezTo>
                  <a:lnTo>
                    <a:pt x="30032" y="23603"/>
                  </a:lnTo>
                  <a:cubicBezTo>
                    <a:pt x="30049" y="23586"/>
                    <a:pt x="30075" y="23578"/>
                    <a:pt x="30105" y="23578"/>
                  </a:cubicBezTo>
                  <a:cubicBezTo>
                    <a:pt x="30179" y="23578"/>
                    <a:pt x="30280" y="23621"/>
                    <a:pt x="30366" y="23664"/>
                  </a:cubicBezTo>
                  <a:lnTo>
                    <a:pt x="30457" y="23695"/>
                  </a:lnTo>
                  <a:lnTo>
                    <a:pt x="30670" y="23725"/>
                  </a:lnTo>
                  <a:cubicBezTo>
                    <a:pt x="30670" y="23786"/>
                    <a:pt x="30677" y="23816"/>
                    <a:pt x="30685" y="23816"/>
                  </a:cubicBezTo>
                  <a:cubicBezTo>
                    <a:pt x="30693" y="23816"/>
                    <a:pt x="30700" y="23786"/>
                    <a:pt x="30700" y="23725"/>
                  </a:cubicBezTo>
                  <a:lnTo>
                    <a:pt x="30670" y="23664"/>
                  </a:lnTo>
                  <a:lnTo>
                    <a:pt x="30639" y="23573"/>
                  </a:lnTo>
                  <a:cubicBezTo>
                    <a:pt x="30587" y="23538"/>
                    <a:pt x="30676" y="23503"/>
                    <a:pt x="30761" y="23503"/>
                  </a:cubicBezTo>
                  <a:cubicBezTo>
                    <a:pt x="30823" y="23503"/>
                    <a:pt x="30883" y="23522"/>
                    <a:pt x="30883" y="23573"/>
                  </a:cubicBezTo>
                  <a:cubicBezTo>
                    <a:pt x="30905" y="23662"/>
                    <a:pt x="30943" y="23718"/>
                    <a:pt x="30974" y="23718"/>
                  </a:cubicBezTo>
                  <a:cubicBezTo>
                    <a:pt x="30986" y="23718"/>
                    <a:pt x="30996" y="23711"/>
                    <a:pt x="31004" y="23695"/>
                  </a:cubicBezTo>
                  <a:lnTo>
                    <a:pt x="31035" y="23695"/>
                  </a:lnTo>
                  <a:cubicBezTo>
                    <a:pt x="31217" y="23695"/>
                    <a:pt x="31278" y="23695"/>
                    <a:pt x="31369" y="23603"/>
                  </a:cubicBezTo>
                  <a:cubicBezTo>
                    <a:pt x="31460" y="23482"/>
                    <a:pt x="31582" y="23451"/>
                    <a:pt x="31734" y="23451"/>
                  </a:cubicBezTo>
                  <a:cubicBezTo>
                    <a:pt x="31825" y="23451"/>
                    <a:pt x="31916" y="23451"/>
                    <a:pt x="32007" y="23391"/>
                  </a:cubicBezTo>
                  <a:cubicBezTo>
                    <a:pt x="32032" y="23378"/>
                    <a:pt x="32068" y="23371"/>
                    <a:pt x="32103" y="23371"/>
                  </a:cubicBezTo>
                  <a:cubicBezTo>
                    <a:pt x="32153" y="23371"/>
                    <a:pt x="32202" y="23385"/>
                    <a:pt x="32220" y="23421"/>
                  </a:cubicBezTo>
                  <a:lnTo>
                    <a:pt x="32281" y="23482"/>
                  </a:lnTo>
                  <a:cubicBezTo>
                    <a:pt x="32340" y="23541"/>
                    <a:pt x="32399" y="23574"/>
                    <a:pt x="32466" y="23574"/>
                  </a:cubicBezTo>
                  <a:cubicBezTo>
                    <a:pt x="32502" y="23574"/>
                    <a:pt x="32542" y="23564"/>
                    <a:pt x="32585" y="23543"/>
                  </a:cubicBezTo>
                  <a:lnTo>
                    <a:pt x="32433" y="23421"/>
                  </a:lnTo>
                  <a:cubicBezTo>
                    <a:pt x="32372" y="23391"/>
                    <a:pt x="32372" y="23299"/>
                    <a:pt x="32494" y="23299"/>
                  </a:cubicBezTo>
                  <a:lnTo>
                    <a:pt x="32585" y="23299"/>
                  </a:lnTo>
                  <a:cubicBezTo>
                    <a:pt x="32600" y="23292"/>
                    <a:pt x="32615" y="23288"/>
                    <a:pt x="32630" y="23288"/>
                  </a:cubicBezTo>
                  <a:cubicBezTo>
                    <a:pt x="32674" y="23288"/>
                    <a:pt x="32714" y="23322"/>
                    <a:pt x="32737" y="23391"/>
                  </a:cubicBezTo>
                  <a:lnTo>
                    <a:pt x="32767" y="23482"/>
                  </a:lnTo>
                  <a:cubicBezTo>
                    <a:pt x="32798" y="23543"/>
                    <a:pt x="33102" y="24059"/>
                    <a:pt x="33102" y="24059"/>
                  </a:cubicBezTo>
                  <a:lnTo>
                    <a:pt x="33102" y="24120"/>
                  </a:lnTo>
                  <a:cubicBezTo>
                    <a:pt x="32767" y="24211"/>
                    <a:pt x="32950" y="24363"/>
                    <a:pt x="33010" y="24515"/>
                  </a:cubicBezTo>
                  <a:cubicBezTo>
                    <a:pt x="33071" y="24606"/>
                    <a:pt x="33102" y="24728"/>
                    <a:pt x="33162" y="24850"/>
                  </a:cubicBezTo>
                  <a:lnTo>
                    <a:pt x="33193" y="24971"/>
                  </a:lnTo>
                  <a:cubicBezTo>
                    <a:pt x="33255" y="24980"/>
                    <a:pt x="33307" y="24984"/>
                    <a:pt x="33348" y="24984"/>
                  </a:cubicBezTo>
                  <a:cubicBezTo>
                    <a:pt x="33448" y="24984"/>
                    <a:pt x="33488" y="24962"/>
                    <a:pt x="33466" y="24941"/>
                  </a:cubicBezTo>
                  <a:cubicBezTo>
                    <a:pt x="33436" y="24941"/>
                    <a:pt x="33618" y="24910"/>
                    <a:pt x="33679" y="24910"/>
                  </a:cubicBezTo>
                  <a:cubicBezTo>
                    <a:pt x="33709" y="24910"/>
                    <a:pt x="33679" y="25123"/>
                    <a:pt x="33740" y="25214"/>
                  </a:cubicBezTo>
                  <a:cubicBezTo>
                    <a:pt x="33752" y="25226"/>
                    <a:pt x="33764" y="25231"/>
                    <a:pt x="33775" y="25231"/>
                  </a:cubicBezTo>
                  <a:cubicBezTo>
                    <a:pt x="33822" y="25231"/>
                    <a:pt x="33861" y="25148"/>
                    <a:pt x="33861" y="25123"/>
                  </a:cubicBezTo>
                  <a:cubicBezTo>
                    <a:pt x="33861" y="25071"/>
                    <a:pt x="34088" y="24996"/>
                    <a:pt x="34189" y="24996"/>
                  </a:cubicBezTo>
                  <a:cubicBezTo>
                    <a:pt x="34205" y="24996"/>
                    <a:pt x="34218" y="24997"/>
                    <a:pt x="34226" y="25002"/>
                  </a:cubicBezTo>
                  <a:cubicBezTo>
                    <a:pt x="34317" y="25062"/>
                    <a:pt x="34348" y="25123"/>
                    <a:pt x="34348" y="25123"/>
                  </a:cubicBezTo>
                  <a:cubicBezTo>
                    <a:pt x="34257" y="25154"/>
                    <a:pt x="34105" y="25123"/>
                    <a:pt x="34044" y="25214"/>
                  </a:cubicBezTo>
                  <a:cubicBezTo>
                    <a:pt x="33983" y="25306"/>
                    <a:pt x="33953" y="25427"/>
                    <a:pt x="33892" y="25518"/>
                  </a:cubicBezTo>
                  <a:cubicBezTo>
                    <a:pt x="33892" y="25518"/>
                    <a:pt x="33953" y="25549"/>
                    <a:pt x="33983" y="25579"/>
                  </a:cubicBezTo>
                  <a:lnTo>
                    <a:pt x="34013" y="25579"/>
                  </a:lnTo>
                  <a:cubicBezTo>
                    <a:pt x="34044" y="25609"/>
                    <a:pt x="34135" y="25761"/>
                    <a:pt x="34257" y="25913"/>
                  </a:cubicBezTo>
                  <a:lnTo>
                    <a:pt x="33922" y="25913"/>
                  </a:lnTo>
                  <a:cubicBezTo>
                    <a:pt x="33922" y="25913"/>
                    <a:pt x="33892" y="26035"/>
                    <a:pt x="33922" y="26035"/>
                  </a:cubicBezTo>
                  <a:cubicBezTo>
                    <a:pt x="34013" y="26096"/>
                    <a:pt x="34044" y="26217"/>
                    <a:pt x="33983" y="26278"/>
                  </a:cubicBezTo>
                  <a:lnTo>
                    <a:pt x="33922" y="26369"/>
                  </a:lnTo>
                  <a:cubicBezTo>
                    <a:pt x="33801" y="26400"/>
                    <a:pt x="33953" y="26521"/>
                    <a:pt x="34044" y="26552"/>
                  </a:cubicBezTo>
                  <a:cubicBezTo>
                    <a:pt x="34135" y="26582"/>
                    <a:pt x="34165" y="26643"/>
                    <a:pt x="34074" y="26704"/>
                  </a:cubicBezTo>
                  <a:lnTo>
                    <a:pt x="33953" y="26704"/>
                  </a:lnTo>
                  <a:cubicBezTo>
                    <a:pt x="33947" y="26701"/>
                    <a:pt x="33941" y="26700"/>
                    <a:pt x="33936" y="26700"/>
                  </a:cubicBezTo>
                  <a:cubicBezTo>
                    <a:pt x="33877" y="26700"/>
                    <a:pt x="33806" y="26831"/>
                    <a:pt x="33861" y="26886"/>
                  </a:cubicBezTo>
                  <a:cubicBezTo>
                    <a:pt x="33870" y="26890"/>
                    <a:pt x="33881" y="26892"/>
                    <a:pt x="33894" y="26892"/>
                  </a:cubicBezTo>
                  <a:cubicBezTo>
                    <a:pt x="33972" y="26892"/>
                    <a:pt x="34118" y="26825"/>
                    <a:pt x="34196" y="26825"/>
                  </a:cubicBezTo>
                  <a:cubicBezTo>
                    <a:pt x="34257" y="26825"/>
                    <a:pt x="34196" y="26886"/>
                    <a:pt x="34074" y="26977"/>
                  </a:cubicBezTo>
                  <a:lnTo>
                    <a:pt x="34287" y="27038"/>
                  </a:lnTo>
                  <a:lnTo>
                    <a:pt x="34378" y="27068"/>
                  </a:lnTo>
                  <a:cubicBezTo>
                    <a:pt x="34439" y="27129"/>
                    <a:pt x="34439" y="27190"/>
                    <a:pt x="34409" y="27251"/>
                  </a:cubicBezTo>
                  <a:cubicBezTo>
                    <a:pt x="34393" y="27266"/>
                    <a:pt x="34378" y="27274"/>
                    <a:pt x="34363" y="27274"/>
                  </a:cubicBezTo>
                  <a:cubicBezTo>
                    <a:pt x="34348" y="27274"/>
                    <a:pt x="34333" y="27266"/>
                    <a:pt x="34317" y="27251"/>
                  </a:cubicBezTo>
                  <a:cubicBezTo>
                    <a:pt x="34317" y="27129"/>
                    <a:pt x="34196" y="27129"/>
                    <a:pt x="34105" y="27129"/>
                  </a:cubicBezTo>
                  <a:cubicBezTo>
                    <a:pt x="34044" y="27129"/>
                    <a:pt x="34013" y="27190"/>
                    <a:pt x="34013" y="27251"/>
                  </a:cubicBezTo>
                  <a:cubicBezTo>
                    <a:pt x="33983" y="27372"/>
                    <a:pt x="34044" y="27372"/>
                    <a:pt x="34165" y="27372"/>
                  </a:cubicBezTo>
                  <a:lnTo>
                    <a:pt x="34226" y="27372"/>
                  </a:lnTo>
                  <a:cubicBezTo>
                    <a:pt x="34317" y="27464"/>
                    <a:pt x="34439" y="27524"/>
                    <a:pt x="34561" y="27555"/>
                  </a:cubicBezTo>
                  <a:lnTo>
                    <a:pt x="34652" y="27676"/>
                  </a:lnTo>
                  <a:lnTo>
                    <a:pt x="34773" y="27828"/>
                  </a:lnTo>
                  <a:cubicBezTo>
                    <a:pt x="34682" y="27920"/>
                    <a:pt x="34743" y="28132"/>
                    <a:pt x="34804" y="28132"/>
                  </a:cubicBezTo>
                  <a:cubicBezTo>
                    <a:pt x="34895" y="28132"/>
                    <a:pt x="34986" y="28163"/>
                    <a:pt x="35047" y="28223"/>
                  </a:cubicBezTo>
                  <a:lnTo>
                    <a:pt x="35229" y="28223"/>
                  </a:lnTo>
                  <a:cubicBezTo>
                    <a:pt x="35290" y="28315"/>
                    <a:pt x="35442" y="28375"/>
                    <a:pt x="35412" y="28527"/>
                  </a:cubicBezTo>
                  <a:cubicBezTo>
                    <a:pt x="35412" y="28619"/>
                    <a:pt x="35442" y="28740"/>
                    <a:pt x="35472" y="28831"/>
                  </a:cubicBezTo>
                  <a:cubicBezTo>
                    <a:pt x="35442" y="28831"/>
                    <a:pt x="35503" y="28892"/>
                    <a:pt x="35594" y="28892"/>
                  </a:cubicBezTo>
                  <a:lnTo>
                    <a:pt x="35685" y="28923"/>
                  </a:lnTo>
                  <a:cubicBezTo>
                    <a:pt x="35716" y="28923"/>
                    <a:pt x="35716" y="28953"/>
                    <a:pt x="35716" y="28953"/>
                  </a:cubicBezTo>
                  <a:lnTo>
                    <a:pt x="35807" y="29014"/>
                  </a:lnTo>
                  <a:cubicBezTo>
                    <a:pt x="35989" y="28983"/>
                    <a:pt x="36171" y="28953"/>
                    <a:pt x="36323" y="28923"/>
                  </a:cubicBezTo>
                  <a:cubicBezTo>
                    <a:pt x="36445" y="28953"/>
                    <a:pt x="36567" y="28983"/>
                    <a:pt x="36688" y="29014"/>
                  </a:cubicBezTo>
                  <a:cubicBezTo>
                    <a:pt x="36707" y="29020"/>
                    <a:pt x="36739" y="29023"/>
                    <a:pt x="36777" y="29023"/>
                  </a:cubicBezTo>
                  <a:cubicBezTo>
                    <a:pt x="36883" y="29023"/>
                    <a:pt x="37041" y="29005"/>
                    <a:pt x="37146" y="29005"/>
                  </a:cubicBezTo>
                  <a:cubicBezTo>
                    <a:pt x="37185" y="29005"/>
                    <a:pt x="37216" y="29007"/>
                    <a:pt x="37235" y="29014"/>
                  </a:cubicBezTo>
                  <a:cubicBezTo>
                    <a:pt x="37387" y="29014"/>
                    <a:pt x="37509" y="28983"/>
                    <a:pt x="37600" y="28892"/>
                  </a:cubicBezTo>
                  <a:cubicBezTo>
                    <a:pt x="37630" y="28801"/>
                    <a:pt x="37691" y="28740"/>
                    <a:pt x="37752" y="28679"/>
                  </a:cubicBezTo>
                  <a:lnTo>
                    <a:pt x="37782" y="28588"/>
                  </a:lnTo>
                  <a:cubicBezTo>
                    <a:pt x="37782" y="28558"/>
                    <a:pt x="37782" y="28527"/>
                    <a:pt x="37782" y="28467"/>
                  </a:cubicBezTo>
                  <a:cubicBezTo>
                    <a:pt x="37813" y="28436"/>
                    <a:pt x="37843" y="28406"/>
                    <a:pt x="37874" y="28406"/>
                  </a:cubicBezTo>
                  <a:cubicBezTo>
                    <a:pt x="37904" y="28406"/>
                    <a:pt x="37995" y="28406"/>
                    <a:pt x="37995" y="28467"/>
                  </a:cubicBezTo>
                  <a:cubicBezTo>
                    <a:pt x="37995" y="28527"/>
                    <a:pt x="37965" y="28588"/>
                    <a:pt x="37995" y="28679"/>
                  </a:cubicBezTo>
                  <a:lnTo>
                    <a:pt x="38056" y="28892"/>
                  </a:lnTo>
                  <a:cubicBezTo>
                    <a:pt x="38105" y="28900"/>
                    <a:pt x="38154" y="28904"/>
                    <a:pt x="38202" y="28904"/>
                  </a:cubicBezTo>
                  <a:cubicBezTo>
                    <a:pt x="38334" y="28904"/>
                    <a:pt x="38461" y="28876"/>
                    <a:pt x="38573" y="28831"/>
                  </a:cubicBezTo>
                  <a:cubicBezTo>
                    <a:pt x="38573" y="28771"/>
                    <a:pt x="38421" y="28740"/>
                    <a:pt x="38390" y="28710"/>
                  </a:cubicBezTo>
                  <a:cubicBezTo>
                    <a:pt x="38330" y="28710"/>
                    <a:pt x="38269" y="28558"/>
                    <a:pt x="38269" y="28497"/>
                  </a:cubicBezTo>
                  <a:cubicBezTo>
                    <a:pt x="38238" y="28436"/>
                    <a:pt x="38178" y="28375"/>
                    <a:pt x="38086" y="28315"/>
                  </a:cubicBezTo>
                  <a:lnTo>
                    <a:pt x="38026" y="28315"/>
                  </a:lnTo>
                  <a:cubicBezTo>
                    <a:pt x="37934" y="28315"/>
                    <a:pt x="37843" y="28315"/>
                    <a:pt x="37874" y="28223"/>
                  </a:cubicBezTo>
                  <a:cubicBezTo>
                    <a:pt x="37891" y="28170"/>
                    <a:pt x="37919" y="28138"/>
                    <a:pt x="37963" y="28138"/>
                  </a:cubicBezTo>
                  <a:cubicBezTo>
                    <a:pt x="37995" y="28138"/>
                    <a:pt x="38035" y="28155"/>
                    <a:pt x="38086" y="28193"/>
                  </a:cubicBezTo>
                  <a:cubicBezTo>
                    <a:pt x="38128" y="28234"/>
                    <a:pt x="38163" y="28251"/>
                    <a:pt x="38197" y="28251"/>
                  </a:cubicBezTo>
                  <a:cubicBezTo>
                    <a:pt x="38239" y="28251"/>
                    <a:pt x="38280" y="28226"/>
                    <a:pt x="38330" y="28193"/>
                  </a:cubicBezTo>
                  <a:lnTo>
                    <a:pt x="38360" y="28193"/>
                  </a:lnTo>
                  <a:cubicBezTo>
                    <a:pt x="38421" y="28223"/>
                    <a:pt x="38451" y="28284"/>
                    <a:pt x="38451" y="28315"/>
                  </a:cubicBezTo>
                  <a:lnTo>
                    <a:pt x="38421" y="28345"/>
                  </a:lnTo>
                  <a:lnTo>
                    <a:pt x="38360" y="28375"/>
                  </a:lnTo>
                  <a:cubicBezTo>
                    <a:pt x="38299" y="28406"/>
                    <a:pt x="38421" y="28527"/>
                    <a:pt x="38634" y="28649"/>
                  </a:cubicBezTo>
                  <a:lnTo>
                    <a:pt x="38846" y="28679"/>
                  </a:lnTo>
                  <a:cubicBezTo>
                    <a:pt x="38877" y="28649"/>
                    <a:pt x="38846" y="28527"/>
                    <a:pt x="38846" y="28497"/>
                  </a:cubicBezTo>
                  <a:cubicBezTo>
                    <a:pt x="38816" y="28467"/>
                    <a:pt x="38968" y="28436"/>
                    <a:pt x="38998" y="28436"/>
                  </a:cubicBezTo>
                  <a:cubicBezTo>
                    <a:pt x="39029" y="28436"/>
                    <a:pt x="39059" y="28679"/>
                    <a:pt x="38998" y="28740"/>
                  </a:cubicBezTo>
                  <a:cubicBezTo>
                    <a:pt x="38937" y="28801"/>
                    <a:pt x="38725" y="28953"/>
                    <a:pt x="38786" y="28983"/>
                  </a:cubicBezTo>
                  <a:cubicBezTo>
                    <a:pt x="38790" y="28986"/>
                    <a:pt x="38796" y="28987"/>
                    <a:pt x="38804" y="28987"/>
                  </a:cubicBezTo>
                  <a:cubicBezTo>
                    <a:pt x="38896" y="28987"/>
                    <a:pt x="39190" y="28827"/>
                    <a:pt x="39302" y="28771"/>
                  </a:cubicBezTo>
                  <a:cubicBezTo>
                    <a:pt x="39424" y="28740"/>
                    <a:pt x="39576" y="28740"/>
                    <a:pt x="39697" y="28740"/>
                  </a:cubicBezTo>
                  <a:lnTo>
                    <a:pt x="39789" y="28740"/>
                  </a:lnTo>
                  <a:cubicBezTo>
                    <a:pt x="40032" y="28710"/>
                    <a:pt x="40275" y="28588"/>
                    <a:pt x="40457" y="28436"/>
                  </a:cubicBezTo>
                  <a:lnTo>
                    <a:pt x="40670" y="28315"/>
                  </a:lnTo>
                  <a:cubicBezTo>
                    <a:pt x="40731" y="28102"/>
                    <a:pt x="40822" y="27920"/>
                    <a:pt x="40883" y="27768"/>
                  </a:cubicBezTo>
                  <a:cubicBezTo>
                    <a:pt x="40894" y="27762"/>
                    <a:pt x="40909" y="27759"/>
                    <a:pt x="40926" y="27759"/>
                  </a:cubicBezTo>
                  <a:cubicBezTo>
                    <a:pt x="40998" y="27759"/>
                    <a:pt x="41107" y="27804"/>
                    <a:pt x="41156" y="27828"/>
                  </a:cubicBezTo>
                  <a:cubicBezTo>
                    <a:pt x="41164" y="27832"/>
                    <a:pt x="41171" y="27834"/>
                    <a:pt x="41177" y="27834"/>
                  </a:cubicBezTo>
                  <a:cubicBezTo>
                    <a:pt x="41217" y="27834"/>
                    <a:pt x="41217" y="27748"/>
                    <a:pt x="41217" y="27616"/>
                  </a:cubicBezTo>
                  <a:lnTo>
                    <a:pt x="41521" y="27616"/>
                  </a:lnTo>
                  <a:cubicBezTo>
                    <a:pt x="41567" y="27684"/>
                    <a:pt x="41612" y="27718"/>
                    <a:pt x="41632" y="27718"/>
                  </a:cubicBezTo>
                  <a:cubicBezTo>
                    <a:pt x="41639" y="27718"/>
                    <a:pt x="41643" y="27714"/>
                    <a:pt x="41643" y="27707"/>
                  </a:cubicBezTo>
                  <a:lnTo>
                    <a:pt x="41643" y="27676"/>
                  </a:lnTo>
                  <a:lnTo>
                    <a:pt x="41643" y="27646"/>
                  </a:lnTo>
                  <a:cubicBezTo>
                    <a:pt x="41643" y="27646"/>
                    <a:pt x="41855" y="27798"/>
                    <a:pt x="41916" y="27859"/>
                  </a:cubicBezTo>
                  <a:cubicBezTo>
                    <a:pt x="41962" y="27904"/>
                    <a:pt x="42015" y="27927"/>
                    <a:pt x="42068" y="27927"/>
                  </a:cubicBezTo>
                  <a:cubicBezTo>
                    <a:pt x="42121" y="27927"/>
                    <a:pt x="42175" y="27904"/>
                    <a:pt x="42220" y="27859"/>
                  </a:cubicBezTo>
                  <a:lnTo>
                    <a:pt x="42281" y="27859"/>
                  </a:lnTo>
                  <a:cubicBezTo>
                    <a:pt x="42305" y="27863"/>
                    <a:pt x="42327" y="27865"/>
                    <a:pt x="42345" y="27865"/>
                  </a:cubicBezTo>
                  <a:cubicBezTo>
                    <a:pt x="42463" y="27865"/>
                    <a:pt x="42463" y="27786"/>
                    <a:pt x="42463" y="27707"/>
                  </a:cubicBezTo>
                  <a:cubicBezTo>
                    <a:pt x="42463" y="27636"/>
                    <a:pt x="42495" y="27606"/>
                    <a:pt x="42533" y="27606"/>
                  </a:cubicBezTo>
                  <a:cubicBezTo>
                    <a:pt x="42560" y="27606"/>
                    <a:pt x="42590" y="27621"/>
                    <a:pt x="42615" y="27646"/>
                  </a:cubicBezTo>
                  <a:cubicBezTo>
                    <a:pt x="42651" y="27682"/>
                    <a:pt x="42701" y="27699"/>
                    <a:pt x="42753" y="27699"/>
                  </a:cubicBezTo>
                  <a:cubicBezTo>
                    <a:pt x="42832" y="27699"/>
                    <a:pt x="42913" y="27659"/>
                    <a:pt x="42950" y="27585"/>
                  </a:cubicBezTo>
                  <a:lnTo>
                    <a:pt x="42980" y="27464"/>
                  </a:lnTo>
                  <a:cubicBezTo>
                    <a:pt x="43162" y="27464"/>
                    <a:pt x="43345" y="27403"/>
                    <a:pt x="43497" y="27372"/>
                  </a:cubicBezTo>
                  <a:cubicBezTo>
                    <a:pt x="43588" y="27312"/>
                    <a:pt x="43649" y="27251"/>
                    <a:pt x="43710" y="27190"/>
                  </a:cubicBezTo>
                  <a:lnTo>
                    <a:pt x="43801" y="27251"/>
                  </a:lnTo>
                  <a:lnTo>
                    <a:pt x="43892" y="27312"/>
                  </a:lnTo>
                  <a:cubicBezTo>
                    <a:pt x="44014" y="27190"/>
                    <a:pt x="44166" y="27099"/>
                    <a:pt x="44318" y="27008"/>
                  </a:cubicBezTo>
                  <a:lnTo>
                    <a:pt x="44470" y="27008"/>
                  </a:lnTo>
                  <a:cubicBezTo>
                    <a:pt x="44491" y="27013"/>
                    <a:pt x="44510" y="27016"/>
                    <a:pt x="44526" y="27016"/>
                  </a:cubicBezTo>
                  <a:cubicBezTo>
                    <a:pt x="44601" y="27016"/>
                    <a:pt x="44621" y="26961"/>
                    <a:pt x="44621" y="26886"/>
                  </a:cubicBezTo>
                  <a:lnTo>
                    <a:pt x="44621" y="26856"/>
                  </a:lnTo>
                  <a:cubicBezTo>
                    <a:pt x="44713" y="26795"/>
                    <a:pt x="44804" y="26734"/>
                    <a:pt x="44925" y="26704"/>
                  </a:cubicBezTo>
                  <a:lnTo>
                    <a:pt x="45077" y="26765"/>
                  </a:lnTo>
                  <a:lnTo>
                    <a:pt x="45169" y="26795"/>
                  </a:lnTo>
                  <a:cubicBezTo>
                    <a:pt x="45351" y="26673"/>
                    <a:pt x="45837" y="26552"/>
                    <a:pt x="45898" y="26491"/>
                  </a:cubicBezTo>
                  <a:cubicBezTo>
                    <a:pt x="46020" y="26369"/>
                    <a:pt x="46172" y="26278"/>
                    <a:pt x="46293" y="26187"/>
                  </a:cubicBezTo>
                  <a:lnTo>
                    <a:pt x="46597" y="26187"/>
                  </a:lnTo>
                  <a:cubicBezTo>
                    <a:pt x="46536" y="26096"/>
                    <a:pt x="46476" y="26005"/>
                    <a:pt x="46415" y="25913"/>
                  </a:cubicBezTo>
                  <a:cubicBezTo>
                    <a:pt x="46384" y="25883"/>
                    <a:pt x="46476" y="25883"/>
                    <a:pt x="46597" y="25883"/>
                  </a:cubicBezTo>
                  <a:lnTo>
                    <a:pt x="46567" y="25761"/>
                  </a:lnTo>
                  <a:lnTo>
                    <a:pt x="46536" y="25579"/>
                  </a:lnTo>
                  <a:lnTo>
                    <a:pt x="46536" y="25579"/>
                  </a:lnTo>
                  <a:cubicBezTo>
                    <a:pt x="46546" y="25585"/>
                    <a:pt x="46556" y="25588"/>
                    <a:pt x="46569" y="25588"/>
                  </a:cubicBezTo>
                  <a:cubicBezTo>
                    <a:pt x="46681" y="25588"/>
                    <a:pt x="46916" y="25366"/>
                    <a:pt x="47053" y="25366"/>
                  </a:cubicBezTo>
                  <a:lnTo>
                    <a:pt x="47448" y="25366"/>
                  </a:lnTo>
                  <a:cubicBezTo>
                    <a:pt x="47479" y="25397"/>
                    <a:pt x="47509" y="25518"/>
                    <a:pt x="47479" y="25549"/>
                  </a:cubicBezTo>
                  <a:cubicBezTo>
                    <a:pt x="47479" y="25579"/>
                    <a:pt x="47357" y="25609"/>
                    <a:pt x="47357" y="25609"/>
                  </a:cubicBezTo>
                  <a:cubicBezTo>
                    <a:pt x="47327" y="25609"/>
                    <a:pt x="47266" y="25640"/>
                    <a:pt x="47266" y="25701"/>
                  </a:cubicBezTo>
                  <a:lnTo>
                    <a:pt x="47114" y="25731"/>
                  </a:lnTo>
                  <a:lnTo>
                    <a:pt x="46962" y="25761"/>
                  </a:lnTo>
                  <a:cubicBezTo>
                    <a:pt x="46871" y="25792"/>
                    <a:pt x="46780" y="25853"/>
                    <a:pt x="46719" y="25974"/>
                  </a:cubicBezTo>
                  <a:cubicBezTo>
                    <a:pt x="46790" y="26010"/>
                    <a:pt x="46872" y="26025"/>
                    <a:pt x="46952" y="26025"/>
                  </a:cubicBezTo>
                  <a:cubicBezTo>
                    <a:pt x="47008" y="26025"/>
                    <a:pt x="47064" y="26017"/>
                    <a:pt x="47114" y="26005"/>
                  </a:cubicBezTo>
                  <a:cubicBezTo>
                    <a:pt x="47327" y="25944"/>
                    <a:pt x="47539" y="25822"/>
                    <a:pt x="47752" y="25731"/>
                  </a:cubicBezTo>
                  <a:lnTo>
                    <a:pt x="47995" y="25670"/>
                  </a:lnTo>
                  <a:lnTo>
                    <a:pt x="48208" y="25640"/>
                  </a:lnTo>
                  <a:cubicBezTo>
                    <a:pt x="48421" y="25549"/>
                    <a:pt x="48725" y="25397"/>
                    <a:pt x="48755" y="25366"/>
                  </a:cubicBezTo>
                  <a:cubicBezTo>
                    <a:pt x="48816" y="25306"/>
                    <a:pt x="48907" y="25245"/>
                    <a:pt x="48938" y="25154"/>
                  </a:cubicBezTo>
                  <a:lnTo>
                    <a:pt x="48816" y="25062"/>
                  </a:lnTo>
                  <a:cubicBezTo>
                    <a:pt x="48755" y="25032"/>
                    <a:pt x="48725" y="25002"/>
                    <a:pt x="48786" y="24941"/>
                  </a:cubicBezTo>
                  <a:cubicBezTo>
                    <a:pt x="48938" y="24880"/>
                    <a:pt x="49090" y="24819"/>
                    <a:pt x="49242" y="24789"/>
                  </a:cubicBezTo>
                  <a:cubicBezTo>
                    <a:pt x="49272" y="24758"/>
                    <a:pt x="49272" y="24758"/>
                    <a:pt x="49363" y="24698"/>
                  </a:cubicBezTo>
                  <a:cubicBezTo>
                    <a:pt x="49394" y="24652"/>
                    <a:pt x="49424" y="24629"/>
                    <a:pt x="49454" y="24629"/>
                  </a:cubicBezTo>
                  <a:cubicBezTo>
                    <a:pt x="49485" y="24629"/>
                    <a:pt x="49515" y="24652"/>
                    <a:pt x="49546" y="24698"/>
                  </a:cubicBezTo>
                  <a:lnTo>
                    <a:pt x="49637" y="24789"/>
                  </a:lnTo>
                  <a:cubicBezTo>
                    <a:pt x="49673" y="24825"/>
                    <a:pt x="49709" y="24842"/>
                    <a:pt x="49741" y="24842"/>
                  </a:cubicBezTo>
                  <a:cubicBezTo>
                    <a:pt x="49790" y="24842"/>
                    <a:pt x="49831" y="24802"/>
                    <a:pt x="49850" y="24728"/>
                  </a:cubicBezTo>
                  <a:lnTo>
                    <a:pt x="49606" y="24728"/>
                  </a:lnTo>
                  <a:cubicBezTo>
                    <a:pt x="49606" y="24606"/>
                    <a:pt x="49667" y="24485"/>
                    <a:pt x="49789" y="24424"/>
                  </a:cubicBezTo>
                  <a:cubicBezTo>
                    <a:pt x="49806" y="24406"/>
                    <a:pt x="49895" y="24389"/>
                    <a:pt x="49972" y="24389"/>
                  </a:cubicBezTo>
                  <a:cubicBezTo>
                    <a:pt x="50029" y="24389"/>
                    <a:pt x="50080" y="24398"/>
                    <a:pt x="50093" y="24424"/>
                  </a:cubicBezTo>
                  <a:cubicBezTo>
                    <a:pt x="50106" y="24450"/>
                    <a:pt x="50135" y="24459"/>
                    <a:pt x="50166" y="24459"/>
                  </a:cubicBezTo>
                  <a:cubicBezTo>
                    <a:pt x="50210" y="24459"/>
                    <a:pt x="50258" y="24442"/>
                    <a:pt x="50275" y="24424"/>
                  </a:cubicBezTo>
                  <a:cubicBezTo>
                    <a:pt x="50275" y="24420"/>
                    <a:pt x="50279" y="24418"/>
                    <a:pt x="50286" y="24418"/>
                  </a:cubicBezTo>
                  <a:cubicBezTo>
                    <a:pt x="50331" y="24418"/>
                    <a:pt x="50512" y="24501"/>
                    <a:pt x="50670" y="24606"/>
                  </a:cubicBezTo>
                  <a:lnTo>
                    <a:pt x="50853" y="24485"/>
                  </a:lnTo>
                  <a:lnTo>
                    <a:pt x="50974" y="24424"/>
                  </a:lnTo>
                  <a:cubicBezTo>
                    <a:pt x="50944" y="24242"/>
                    <a:pt x="51187" y="24059"/>
                    <a:pt x="51248" y="24029"/>
                  </a:cubicBezTo>
                  <a:cubicBezTo>
                    <a:pt x="51309" y="23968"/>
                    <a:pt x="51400" y="23877"/>
                    <a:pt x="51430" y="23816"/>
                  </a:cubicBezTo>
                  <a:lnTo>
                    <a:pt x="51339" y="23786"/>
                  </a:lnTo>
                  <a:lnTo>
                    <a:pt x="51309" y="23786"/>
                  </a:lnTo>
                  <a:cubicBezTo>
                    <a:pt x="51217" y="23755"/>
                    <a:pt x="51278" y="23695"/>
                    <a:pt x="51309" y="23664"/>
                  </a:cubicBezTo>
                  <a:cubicBezTo>
                    <a:pt x="51309" y="23658"/>
                    <a:pt x="51314" y="23656"/>
                    <a:pt x="51323" y="23656"/>
                  </a:cubicBezTo>
                  <a:cubicBezTo>
                    <a:pt x="51362" y="23656"/>
                    <a:pt x="51466" y="23700"/>
                    <a:pt x="51491" y="23725"/>
                  </a:cubicBezTo>
                  <a:cubicBezTo>
                    <a:pt x="51494" y="23728"/>
                    <a:pt x="51497" y="23729"/>
                    <a:pt x="51502" y="23729"/>
                  </a:cubicBezTo>
                  <a:cubicBezTo>
                    <a:pt x="51548" y="23729"/>
                    <a:pt x="51679" y="23595"/>
                    <a:pt x="51734" y="23512"/>
                  </a:cubicBezTo>
                  <a:cubicBezTo>
                    <a:pt x="51738" y="23494"/>
                    <a:pt x="51741" y="23476"/>
                    <a:pt x="51744" y="23457"/>
                  </a:cubicBezTo>
                  <a:lnTo>
                    <a:pt x="51744" y="23457"/>
                  </a:lnTo>
                  <a:cubicBezTo>
                    <a:pt x="51750" y="23460"/>
                    <a:pt x="51757" y="23461"/>
                    <a:pt x="51764" y="23461"/>
                  </a:cubicBezTo>
                  <a:cubicBezTo>
                    <a:pt x="51774" y="23461"/>
                    <a:pt x="51784" y="23458"/>
                    <a:pt x="51795" y="23451"/>
                  </a:cubicBezTo>
                  <a:lnTo>
                    <a:pt x="51877" y="23369"/>
                  </a:lnTo>
                  <a:lnTo>
                    <a:pt x="51877" y="23369"/>
                  </a:lnTo>
                  <a:cubicBezTo>
                    <a:pt x="51941" y="23390"/>
                    <a:pt x="52005" y="23408"/>
                    <a:pt x="52068" y="23421"/>
                  </a:cubicBezTo>
                  <a:cubicBezTo>
                    <a:pt x="52220" y="23421"/>
                    <a:pt x="52372" y="23391"/>
                    <a:pt x="52494" y="23391"/>
                  </a:cubicBezTo>
                  <a:cubicBezTo>
                    <a:pt x="52555" y="23330"/>
                    <a:pt x="52494" y="23026"/>
                    <a:pt x="52433" y="22935"/>
                  </a:cubicBezTo>
                  <a:cubicBezTo>
                    <a:pt x="52403" y="22843"/>
                    <a:pt x="52433" y="22722"/>
                    <a:pt x="52555" y="22691"/>
                  </a:cubicBezTo>
                  <a:lnTo>
                    <a:pt x="52616" y="22874"/>
                  </a:lnTo>
                  <a:lnTo>
                    <a:pt x="52616" y="22904"/>
                  </a:lnTo>
                  <a:cubicBezTo>
                    <a:pt x="52616" y="22949"/>
                    <a:pt x="52648" y="22977"/>
                    <a:pt x="52689" y="22977"/>
                  </a:cubicBezTo>
                  <a:cubicBezTo>
                    <a:pt x="52705" y="22977"/>
                    <a:pt x="52721" y="22973"/>
                    <a:pt x="52737" y="22965"/>
                  </a:cubicBezTo>
                  <a:lnTo>
                    <a:pt x="52828" y="23026"/>
                  </a:lnTo>
                  <a:cubicBezTo>
                    <a:pt x="52887" y="23085"/>
                    <a:pt x="52971" y="23118"/>
                    <a:pt x="53048" y="23118"/>
                  </a:cubicBezTo>
                  <a:cubicBezTo>
                    <a:pt x="53090" y="23118"/>
                    <a:pt x="53130" y="23108"/>
                    <a:pt x="53163" y="23087"/>
                  </a:cubicBezTo>
                  <a:cubicBezTo>
                    <a:pt x="53193" y="23056"/>
                    <a:pt x="53223" y="23026"/>
                    <a:pt x="53284" y="23026"/>
                  </a:cubicBezTo>
                  <a:cubicBezTo>
                    <a:pt x="53254" y="23117"/>
                    <a:pt x="53254" y="23178"/>
                    <a:pt x="53223" y="23239"/>
                  </a:cubicBezTo>
                  <a:cubicBezTo>
                    <a:pt x="53214" y="23257"/>
                    <a:pt x="53231" y="23265"/>
                    <a:pt x="53261" y="23265"/>
                  </a:cubicBezTo>
                  <a:cubicBezTo>
                    <a:pt x="53329" y="23265"/>
                    <a:pt x="53465" y="23229"/>
                    <a:pt x="53527" y="23208"/>
                  </a:cubicBezTo>
                  <a:cubicBezTo>
                    <a:pt x="53619" y="23178"/>
                    <a:pt x="53619" y="22995"/>
                    <a:pt x="53679" y="22965"/>
                  </a:cubicBezTo>
                  <a:cubicBezTo>
                    <a:pt x="53740" y="22965"/>
                    <a:pt x="53801" y="23147"/>
                    <a:pt x="53801" y="23239"/>
                  </a:cubicBezTo>
                  <a:cubicBezTo>
                    <a:pt x="53801" y="23253"/>
                    <a:pt x="53819" y="23259"/>
                    <a:pt x="53848" y="23259"/>
                  </a:cubicBezTo>
                  <a:cubicBezTo>
                    <a:pt x="53945" y="23259"/>
                    <a:pt x="54164" y="23194"/>
                    <a:pt x="54257" y="23147"/>
                  </a:cubicBezTo>
                  <a:cubicBezTo>
                    <a:pt x="54379" y="23056"/>
                    <a:pt x="54348" y="22965"/>
                    <a:pt x="54135" y="22904"/>
                  </a:cubicBezTo>
                  <a:lnTo>
                    <a:pt x="53983" y="22874"/>
                  </a:lnTo>
                  <a:lnTo>
                    <a:pt x="53862" y="22813"/>
                  </a:lnTo>
                  <a:cubicBezTo>
                    <a:pt x="53892" y="22752"/>
                    <a:pt x="53831" y="22691"/>
                    <a:pt x="53710" y="22631"/>
                  </a:cubicBezTo>
                  <a:lnTo>
                    <a:pt x="53740" y="22479"/>
                  </a:lnTo>
                  <a:cubicBezTo>
                    <a:pt x="53619" y="22448"/>
                    <a:pt x="53375" y="22327"/>
                    <a:pt x="53375" y="22205"/>
                  </a:cubicBezTo>
                  <a:cubicBezTo>
                    <a:pt x="53375" y="22164"/>
                    <a:pt x="53394" y="22148"/>
                    <a:pt x="53426" y="22148"/>
                  </a:cubicBezTo>
                  <a:cubicBezTo>
                    <a:pt x="53464" y="22148"/>
                    <a:pt x="53522" y="22172"/>
                    <a:pt x="53588" y="22205"/>
                  </a:cubicBezTo>
                  <a:lnTo>
                    <a:pt x="53649" y="22296"/>
                  </a:lnTo>
                  <a:cubicBezTo>
                    <a:pt x="53705" y="22334"/>
                    <a:pt x="53773" y="22360"/>
                    <a:pt x="53839" y="22360"/>
                  </a:cubicBezTo>
                  <a:cubicBezTo>
                    <a:pt x="53879" y="22360"/>
                    <a:pt x="53918" y="22350"/>
                    <a:pt x="53953" y="22327"/>
                  </a:cubicBezTo>
                  <a:cubicBezTo>
                    <a:pt x="53988" y="22309"/>
                    <a:pt x="54023" y="22292"/>
                    <a:pt x="54052" y="22292"/>
                  </a:cubicBezTo>
                  <a:cubicBezTo>
                    <a:pt x="54074" y="22292"/>
                    <a:pt x="54092" y="22301"/>
                    <a:pt x="54105" y="22327"/>
                  </a:cubicBezTo>
                  <a:lnTo>
                    <a:pt x="54135" y="22357"/>
                  </a:lnTo>
                  <a:cubicBezTo>
                    <a:pt x="54166" y="22418"/>
                    <a:pt x="54135" y="22479"/>
                    <a:pt x="54075" y="22509"/>
                  </a:cubicBezTo>
                  <a:lnTo>
                    <a:pt x="53953" y="22509"/>
                  </a:lnTo>
                  <a:cubicBezTo>
                    <a:pt x="53943" y="22506"/>
                    <a:pt x="53934" y="22504"/>
                    <a:pt x="53925" y="22504"/>
                  </a:cubicBezTo>
                  <a:cubicBezTo>
                    <a:pt x="53856" y="22504"/>
                    <a:pt x="53835" y="22604"/>
                    <a:pt x="53862" y="22631"/>
                  </a:cubicBezTo>
                  <a:cubicBezTo>
                    <a:pt x="53983" y="22722"/>
                    <a:pt x="54135" y="22783"/>
                    <a:pt x="54287" y="22783"/>
                  </a:cubicBezTo>
                  <a:cubicBezTo>
                    <a:pt x="54439" y="22752"/>
                    <a:pt x="54561" y="22631"/>
                    <a:pt x="54622" y="22479"/>
                  </a:cubicBezTo>
                  <a:lnTo>
                    <a:pt x="54774" y="22540"/>
                  </a:lnTo>
                  <a:lnTo>
                    <a:pt x="54865" y="22570"/>
                  </a:lnTo>
                  <a:cubicBezTo>
                    <a:pt x="54986" y="22631"/>
                    <a:pt x="54804" y="22874"/>
                    <a:pt x="54743" y="22965"/>
                  </a:cubicBezTo>
                  <a:cubicBezTo>
                    <a:pt x="54702" y="22992"/>
                    <a:pt x="54698" y="23007"/>
                    <a:pt x="54720" y="23007"/>
                  </a:cubicBezTo>
                  <a:cubicBezTo>
                    <a:pt x="54746" y="23007"/>
                    <a:pt x="54812" y="22985"/>
                    <a:pt x="54895" y="22935"/>
                  </a:cubicBezTo>
                  <a:lnTo>
                    <a:pt x="54926" y="22935"/>
                  </a:lnTo>
                  <a:lnTo>
                    <a:pt x="55108" y="23026"/>
                  </a:lnTo>
                  <a:cubicBezTo>
                    <a:pt x="55230" y="22935"/>
                    <a:pt x="55412" y="22843"/>
                    <a:pt x="55564" y="22783"/>
                  </a:cubicBezTo>
                  <a:cubicBezTo>
                    <a:pt x="55625" y="22783"/>
                    <a:pt x="55686" y="22752"/>
                    <a:pt x="55746" y="22722"/>
                  </a:cubicBezTo>
                  <a:cubicBezTo>
                    <a:pt x="55777" y="22479"/>
                    <a:pt x="56172" y="22540"/>
                    <a:pt x="56263" y="22357"/>
                  </a:cubicBezTo>
                  <a:cubicBezTo>
                    <a:pt x="56293" y="22357"/>
                    <a:pt x="56354" y="22388"/>
                    <a:pt x="56385" y="22388"/>
                  </a:cubicBezTo>
                  <a:cubicBezTo>
                    <a:pt x="56415" y="22403"/>
                    <a:pt x="56461" y="22418"/>
                    <a:pt x="56499" y="22418"/>
                  </a:cubicBezTo>
                  <a:cubicBezTo>
                    <a:pt x="56537" y="22418"/>
                    <a:pt x="56567" y="22403"/>
                    <a:pt x="56567" y="22357"/>
                  </a:cubicBezTo>
                  <a:cubicBezTo>
                    <a:pt x="56567" y="22327"/>
                    <a:pt x="56476" y="22266"/>
                    <a:pt x="56445" y="22266"/>
                  </a:cubicBezTo>
                  <a:cubicBezTo>
                    <a:pt x="56382" y="22228"/>
                    <a:pt x="56307" y="22211"/>
                    <a:pt x="56231" y="22211"/>
                  </a:cubicBezTo>
                  <a:cubicBezTo>
                    <a:pt x="56126" y="22211"/>
                    <a:pt x="56017" y="22243"/>
                    <a:pt x="55929" y="22296"/>
                  </a:cubicBezTo>
                  <a:lnTo>
                    <a:pt x="55898" y="22327"/>
                  </a:lnTo>
                  <a:cubicBezTo>
                    <a:pt x="55807" y="22327"/>
                    <a:pt x="55898" y="22114"/>
                    <a:pt x="56020" y="22084"/>
                  </a:cubicBezTo>
                  <a:cubicBezTo>
                    <a:pt x="56141" y="22053"/>
                    <a:pt x="56172" y="21962"/>
                    <a:pt x="56141" y="21932"/>
                  </a:cubicBezTo>
                  <a:cubicBezTo>
                    <a:pt x="56141" y="21901"/>
                    <a:pt x="56658" y="21932"/>
                    <a:pt x="56810" y="21840"/>
                  </a:cubicBezTo>
                  <a:cubicBezTo>
                    <a:pt x="56838" y="21826"/>
                    <a:pt x="56860" y="21820"/>
                    <a:pt x="56878" y="21820"/>
                  </a:cubicBezTo>
                  <a:cubicBezTo>
                    <a:pt x="56975" y="21820"/>
                    <a:pt x="56927" y="22006"/>
                    <a:pt x="56901" y="22084"/>
                  </a:cubicBezTo>
                  <a:cubicBezTo>
                    <a:pt x="56876" y="22135"/>
                    <a:pt x="56877" y="22154"/>
                    <a:pt x="56890" y="22154"/>
                  </a:cubicBezTo>
                  <a:cubicBezTo>
                    <a:pt x="56907" y="22154"/>
                    <a:pt x="56945" y="22119"/>
                    <a:pt x="56962" y="22084"/>
                  </a:cubicBezTo>
                  <a:cubicBezTo>
                    <a:pt x="57023" y="22053"/>
                    <a:pt x="57084" y="22023"/>
                    <a:pt x="57145" y="22023"/>
                  </a:cubicBezTo>
                  <a:lnTo>
                    <a:pt x="57145" y="22053"/>
                  </a:lnTo>
                  <a:lnTo>
                    <a:pt x="57296" y="22144"/>
                  </a:lnTo>
                  <a:cubicBezTo>
                    <a:pt x="57448" y="22114"/>
                    <a:pt x="57631" y="21840"/>
                    <a:pt x="57722" y="21810"/>
                  </a:cubicBezTo>
                  <a:cubicBezTo>
                    <a:pt x="57813" y="21780"/>
                    <a:pt x="57752" y="21749"/>
                    <a:pt x="57570" y="21749"/>
                  </a:cubicBezTo>
                  <a:lnTo>
                    <a:pt x="57540" y="21597"/>
                  </a:lnTo>
                  <a:cubicBezTo>
                    <a:pt x="57540" y="21567"/>
                    <a:pt x="57540" y="21536"/>
                    <a:pt x="57540" y="21506"/>
                  </a:cubicBezTo>
                  <a:cubicBezTo>
                    <a:pt x="57556" y="21482"/>
                    <a:pt x="57583" y="21475"/>
                    <a:pt x="57615" y="21475"/>
                  </a:cubicBezTo>
                  <a:cubicBezTo>
                    <a:pt x="57657" y="21475"/>
                    <a:pt x="57706" y="21486"/>
                    <a:pt x="57748" y="21486"/>
                  </a:cubicBezTo>
                  <a:cubicBezTo>
                    <a:pt x="57794" y="21486"/>
                    <a:pt x="57832" y="21473"/>
                    <a:pt x="57844" y="21415"/>
                  </a:cubicBezTo>
                  <a:cubicBezTo>
                    <a:pt x="57874" y="21263"/>
                    <a:pt x="57996" y="21263"/>
                    <a:pt x="58148" y="21263"/>
                  </a:cubicBezTo>
                  <a:lnTo>
                    <a:pt x="58239" y="21263"/>
                  </a:lnTo>
                  <a:cubicBezTo>
                    <a:pt x="58264" y="21246"/>
                    <a:pt x="58292" y="21238"/>
                    <a:pt x="58320" y="21238"/>
                  </a:cubicBezTo>
                  <a:cubicBezTo>
                    <a:pt x="58391" y="21238"/>
                    <a:pt x="58460" y="21288"/>
                    <a:pt x="58482" y="21354"/>
                  </a:cubicBezTo>
                  <a:cubicBezTo>
                    <a:pt x="58512" y="21415"/>
                    <a:pt x="58300" y="21415"/>
                    <a:pt x="58208" y="21415"/>
                  </a:cubicBezTo>
                  <a:cubicBezTo>
                    <a:pt x="58117" y="21415"/>
                    <a:pt x="58026" y="21415"/>
                    <a:pt x="57904" y="21476"/>
                  </a:cubicBezTo>
                  <a:lnTo>
                    <a:pt x="57874" y="21567"/>
                  </a:lnTo>
                  <a:lnTo>
                    <a:pt x="57874" y="21628"/>
                  </a:lnTo>
                  <a:cubicBezTo>
                    <a:pt x="57874" y="21663"/>
                    <a:pt x="57895" y="21678"/>
                    <a:pt x="57918" y="21678"/>
                  </a:cubicBezTo>
                  <a:cubicBezTo>
                    <a:pt x="57935" y="21678"/>
                    <a:pt x="57953" y="21671"/>
                    <a:pt x="57965" y="21658"/>
                  </a:cubicBezTo>
                  <a:cubicBezTo>
                    <a:pt x="57971" y="21653"/>
                    <a:pt x="57978" y="21650"/>
                    <a:pt x="57987" y="21650"/>
                  </a:cubicBezTo>
                  <a:cubicBezTo>
                    <a:pt x="58028" y="21650"/>
                    <a:pt x="58103" y="21705"/>
                    <a:pt x="58178" y="21780"/>
                  </a:cubicBezTo>
                  <a:lnTo>
                    <a:pt x="58452" y="21780"/>
                  </a:lnTo>
                  <a:cubicBezTo>
                    <a:pt x="58664" y="21688"/>
                    <a:pt x="59029" y="21476"/>
                    <a:pt x="59120" y="21476"/>
                  </a:cubicBezTo>
                  <a:cubicBezTo>
                    <a:pt x="59156" y="21467"/>
                    <a:pt x="59191" y="21463"/>
                    <a:pt x="59227" y="21463"/>
                  </a:cubicBezTo>
                  <a:cubicBezTo>
                    <a:pt x="59313" y="21463"/>
                    <a:pt x="59399" y="21485"/>
                    <a:pt x="59485" y="21506"/>
                  </a:cubicBezTo>
                  <a:lnTo>
                    <a:pt x="59607" y="21476"/>
                  </a:lnTo>
                  <a:cubicBezTo>
                    <a:pt x="59789" y="21445"/>
                    <a:pt x="59607" y="21293"/>
                    <a:pt x="59728" y="21263"/>
                  </a:cubicBezTo>
                  <a:lnTo>
                    <a:pt x="59880" y="21263"/>
                  </a:lnTo>
                  <a:lnTo>
                    <a:pt x="60214" y="21111"/>
                  </a:lnTo>
                  <a:cubicBezTo>
                    <a:pt x="60458" y="20989"/>
                    <a:pt x="60731" y="20929"/>
                    <a:pt x="61035" y="20929"/>
                  </a:cubicBezTo>
                  <a:cubicBezTo>
                    <a:pt x="61035" y="20935"/>
                    <a:pt x="61036" y="20937"/>
                    <a:pt x="61038" y="20937"/>
                  </a:cubicBezTo>
                  <a:cubicBezTo>
                    <a:pt x="61053" y="20937"/>
                    <a:pt x="61135" y="20713"/>
                    <a:pt x="61218" y="20685"/>
                  </a:cubicBezTo>
                  <a:cubicBezTo>
                    <a:pt x="61312" y="20662"/>
                    <a:pt x="61533" y="20565"/>
                    <a:pt x="61643" y="20565"/>
                  </a:cubicBezTo>
                  <a:cubicBezTo>
                    <a:pt x="61675" y="20565"/>
                    <a:pt x="61697" y="20574"/>
                    <a:pt x="61704" y="20594"/>
                  </a:cubicBezTo>
                  <a:cubicBezTo>
                    <a:pt x="61704" y="20623"/>
                    <a:pt x="61713" y="20634"/>
                    <a:pt x="61727" y="20634"/>
                  </a:cubicBezTo>
                  <a:cubicBezTo>
                    <a:pt x="61759" y="20634"/>
                    <a:pt x="61814" y="20585"/>
                    <a:pt x="61856" y="20564"/>
                  </a:cubicBezTo>
                  <a:cubicBezTo>
                    <a:pt x="61977" y="20503"/>
                    <a:pt x="62099" y="20473"/>
                    <a:pt x="62251" y="20442"/>
                  </a:cubicBezTo>
                  <a:lnTo>
                    <a:pt x="62342" y="20381"/>
                  </a:lnTo>
                  <a:cubicBezTo>
                    <a:pt x="62399" y="20344"/>
                    <a:pt x="62478" y="20318"/>
                    <a:pt x="62559" y="20318"/>
                  </a:cubicBezTo>
                  <a:cubicBezTo>
                    <a:pt x="62610" y="20318"/>
                    <a:pt x="62660" y="20328"/>
                    <a:pt x="62707" y="20351"/>
                  </a:cubicBezTo>
                  <a:cubicBezTo>
                    <a:pt x="62754" y="20389"/>
                    <a:pt x="62792" y="20403"/>
                    <a:pt x="62825" y="20403"/>
                  </a:cubicBezTo>
                  <a:cubicBezTo>
                    <a:pt x="62897" y="20403"/>
                    <a:pt x="62939" y="20332"/>
                    <a:pt x="62980" y="20290"/>
                  </a:cubicBezTo>
                  <a:cubicBezTo>
                    <a:pt x="63011" y="20229"/>
                    <a:pt x="62980" y="20169"/>
                    <a:pt x="63102" y="20169"/>
                  </a:cubicBezTo>
                  <a:cubicBezTo>
                    <a:pt x="63224" y="20138"/>
                    <a:pt x="63315" y="20108"/>
                    <a:pt x="63406" y="20017"/>
                  </a:cubicBezTo>
                  <a:cubicBezTo>
                    <a:pt x="63431" y="19998"/>
                    <a:pt x="63454" y="19991"/>
                    <a:pt x="63475" y="19991"/>
                  </a:cubicBezTo>
                  <a:cubicBezTo>
                    <a:pt x="63539" y="19991"/>
                    <a:pt x="63586" y="20060"/>
                    <a:pt x="63641" y="20060"/>
                  </a:cubicBezTo>
                  <a:cubicBezTo>
                    <a:pt x="63653" y="20060"/>
                    <a:pt x="63666" y="20056"/>
                    <a:pt x="63680" y="20047"/>
                  </a:cubicBezTo>
                  <a:cubicBezTo>
                    <a:pt x="63984" y="19925"/>
                    <a:pt x="64318" y="19804"/>
                    <a:pt x="64591" y="19622"/>
                  </a:cubicBezTo>
                  <a:cubicBezTo>
                    <a:pt x="64653" y="19601"/>
                    <a:pt x="64659" y="19538"/>
                    <a:pt x="64704" y="19538"/>
                  </a:cubicBezTo>
                  <a:cubicBezTo>
                    <a:pt x="64726" y="19538"/>
                    <a:pt x="64755" y="19552"/>
                    <a:pt x="64804" y="19591"/>
                  </a:cubicBezTo>
                  <a:cubicBezTo>
                    <a:pt x="64835" y="19561"/>
                    <a:pt x="64895" y="19530"/>
                    <a:pt x="64926" y="19500"/>
                  </a:cubicBezTo>
                  <a:cubicBezTo>
                    <a:pt x="65092" y="19389"/>
                    <a:pt x="65208" y="19253"/>
                    <a:pt x="65412" y="19253"/>
                  </a:cubicBezTo>
                  <a:cubicBezTo>
                    <a:pt x="65431" y="19253"/>
                    <a:pt x="65452" y="19254"/>
                    <a:pt x="65473" y="19257"/>
                  </a:cubicBezTo>
                  <a:cubicBezTo>
                    <a:pt x="65625" y="19257"/>
                    <a:pt x="65686" y="19166"/>
                    <a:pt x="65777" y="19105"/>
                  </a:cubicBezTo>
                  <a:lnTo>
                    <a:pt x="65868" y="19074"/>
                  </a:lnTo>
                  <a:cubicBezTo>
                    <a:pt x="65990" y="19044"/>
                    <a:pt x="66202" y="19014"/>
                    <a:pt x="66263" y="18983"/>
                  </a:cubicBezTo>
                  <a:cubicBezTo>
                    <a:pt x="66294" y="18983"/>
                    <a:pt x="66537" y="18831"/>
                    <a:pt x="66628" y="18801"/>
                  </a:cubicBezTo>
                  <a:cubicBezTo>
                    <a:pt x="66719" y="18770"/>
                    <a:pt x="67023" y="18679"/>
                    <a:pt x="67297" y="18649"/>
                  </a:cubicBezTo>
                  <a:lnTo>
                    <a:pt x="67540" y="18588"/>
                  </a:lnTo>
                  <a:cubicBezTo>
                    <a:pt x="67692" y="18527"/>
                    <a:pt x="67874" y="18497"/>
                    <a:pt x="67935" y="18345"/>
                  </a:cubicBezTo>
                  <a:cubicBezTo>
                    <a:pt x="67935" y="18315"/>
                    <a:pt x="68057" y="18345"/>
                    <a:pt x="68087" y="18284"/>
                  </a:cubicBezTo>
                  <a:cubicBezTo>
                    <a:pt x="68117" y="18193"/>
                    <a:pt x="68026" y="18163"/>
                    <a:pt x="67935" y="18163"/>
                  </a:cubicBezTo>
                  <a:cubicBezTo>
                    <a:pt x="67905" y="18132"/>
                    <a:pt x="67874" y="18102"/>
                    <a:pt x="67874" y="18041"/>
                  </a:cubicBezTo>
                  <a:cubicBezTo>
                    <a:pt x="67905" y="18011"/>
                    <a:pt x="67935" y="18011"/>
                    <a:pt x="67996" y="17980"/>
                  </a:cubicBezTo>
                  <a:lnTo>
                    <a:pt x="68087" y="17980"/>
                  </a:lnTo>
                  <a:cubicBezTo>
                    <a:pt x="68095" y="17983"/>
                    <a:pt x="68103" y="17984"/>
                    <a:pt x="68112" y="17984"/>
                  </a:cubicBezTo>
                  <a:cubicBezTo>
                    <a:pt x="68199" y="17984"/>
                    <a:pt x="68300" y="17853"/>
                    <a:pt x="68300" y="17798"/>
                  </a:cubicBezTo>
                  <a:cubicBezTo>
                    <a:pt x="68300" y="17776"/>
                    <a:pt x="68311" y="17766"/>
                    <a:pt x="68330" y="17766"/>
                  </a:cubicBezTo>
                  <a:cubicBezTo>
                    <a:pt x="68364" y="17766"/>
                    <a:pt x="68423" y="17800"/>
                    <a:pt x="68482" y="17859"/>
                  </a:cubicBezTo>
                  <a:lnTo>
                    <a:pt x="68482" y="17919"/>
                  </a:lnTo>
                  <a:lnTo>
                    <a:pt x="68482" y="17950"/>
                  </a:lnTo>
                  <a:cubicBezTo>
                    <a:pt x="68421" y="18041"/>
                    <a:pt x="68482" y="18071"/>
                    <a:pt x="68573" y="18071"/>
                  </a:cubicBezTo>
                  <a:lnTo>
                    <a:pt x="68664" y="18071"/>
                  </a:lnTo>
                  <a:cubicBezTo>
                    <a:pt x="68968" y="18071"/>
                    <a:pt x="69090" y="18011"/>
                    <a:pt x="69181" y="17798"/>
                  </a:cubicBezTo>
                  <a:cubicBezTo>
                    <a:pt x="69212" y="17767"/>
                    <a:pt x="68968" y="17707"/>
                    <a:pt x="69212" y="17646"/>
                  </a:cubicBezTo>
                  <a:cubicBezTo>
                    <a:pt x="69303" y="17646"/>
                    <a:pt x="69364" y="17433"/>
                    <a:pt x="69424" y="17433"/>
                  </a:cubicBezTo>
                  <a:lnTo>
                    <a:pt x="69607" y="17433"/>
                  </a:lnTo>
                  <a:cubicBezTo>
                    <a:pt x="69652" y="17372"/>
                    <a:pt x="69683" y="17342"/>
                    <a:pt x="69698" y="17342"/>
                  </a:cubicBezTo>
                  <a:cubicBezTo>
                    <a:pt x="69713" y="17342"/>
                    <a:pt x="69713" y="17372"/>
                    <a:pt x="69698" y="17433"/>
                  </a:cubicBezTo>
                  <a:lnTo>
                    <a:pt x="69637" y="17494"/>
                  </a:lnTo>
                  <a:lnTo>
                    <a:pt x="69607" y="17585"/>
                  </a:lnTo>
                  <a:cubicBezTo>
                    <a:pt x="69516" y="17615"/>
                    <a:pt x="69455" y="17707"/>
                    <a:pt x="69394" y="17798"/>
                  </a:cubicBezTo>
                  <a:lnTo>
                    <a:pt x="69424" y="17798"/>
                  </a:lnTo>
                  <a:cubicBezTo>
                    <a:pt x="69458" y="17809"/>
                    <a:pt x="69491" y="17816"/>
                    <a:pt x="69520" y="17816"/>
                  </a:cubicBezTo>
                  <a:cubicBezTo>
                    <a:pt x="69570" y="17816"/>
                    <a:pt x="69607" y="17795"/>
                    <a:pt x="69607" y="17737"/>
                  </a:cubicBezTo>
                  <a:cubicBezTo>
                    <a:pt x="69607" y="17687"/>
                    <a:pt x="69616" y="17664"/>
                    <a:pt x="69639" y="17664"/>
                  </a:cubicBezTo>
                  <a:cubicBezTo>
                    <a:pt x="69659" y="17664"/>
                    <a:pt x="69687" y="17679"/>
                    <a:pt x="69728" y="17707"/>
                  </a:cubicBezTo>
                  <a:lnTo>
                    <a:pt x="69759" y="17737"/>
                  </a:lnTo>
                  <a:cubicBezTo>
                    <a:pt x="69850" y="17737"/>
                    <a:pt x="69850" y="17585"/>
                    <a:pt x="69759" y="17372"/>
                  </a:cubicBezTo>
                  <a:lnTo>
                    <a:pt x="70002" y="17342"/>
                  </a:lnTo>
                  <a:lnTo>
                    <a:pt x="70303" y="17260"/>
                  </a:lnTo>
                  <a:lnTo>
                    <a:pt x="70303" y="17260"/>
                  </a:lnTo>
                  <a:cubicBezTo>
                    <a:pt x="70311" y="17334"/>
                    <a:pt x="70298" y="17407"/>
                    <a:pt x="70245" y="17433"/>
                  </a:cubicBezTo>
                  <a:cubicBezTo>
                    <a:pt x="70134" y="17488"/>
                    <a:pt x="70225" y="17619"/>
                    <a:pt x="70311" y="17619"/>
                  </a:cubicBezTo>
                  <a:cubicBezTo>
                    <a:pt x="70320" y="17619"/>
                    <a:pt x="70328" y="17618"/>
                    <a:pt x="70336" y="17615"/>
                  </a:cubicBezTo>
                  <a:cubicBezTo>
                    <a:pt x="70397" y="17615"/>
                    <a:pt x="70792" y="17403"/>
                    <a:pt x="70883" y="17403"/>
                  </a:cubicBezTo>
                  <a:cubicBezTo>
                    <a:pt x="70944" y="17372"/>
                    <a:pt x="70883" y="17251"/>
                    <a:pt x="70792" y="17251"/>
                  </a:cubicBezTo>
                  <a:cubicBezTo>
                    <a:pt x="70731" y="17220"/>
                    <a:pt x="70671" y="17220"/>
                    <a:pt x="70579" y="17190"/>
                  </a:cubicBezTo>
                  <a:cubicBezTo>
                    <a:pt x="70549" y="17160"/>
                    <a:pt x="70640" y="17068"/>
                    <a:pt x="70731" y="16977"/>
                  </a:cubicBezTo>
                  <a:lnTo>
                    <a:pt x="70853" y="16916"/>
                  </a:lnTo>
                  <a:lnTo>
                    <a:pt x="70975" y="16825"/>
                  </a:lnTo>
                  <a:cubicBezTo>
                    <a:pt x="71035" y="16795"/>
                    <a:pt x="71104" y="16780"/>
                    <a:pt x="71172" y="16780"/>
                  </a:cubicBezTo>
                  <a:cubicBezTo>
                    <a:pt x="71241" y="16780"/>
                    <a:pt x="71309" y="16795"/>
                    <a:pt x="71370" y="16825"/>
                  </a:cubicBezTo>
                  <a:cubicBezTo>
                    <a:pt x="71430" y="16856"/>
                    <a:pt x="71339" y="16856"/>
                    <a:pt x="71157" y="16856"/>
                  </a:cubicBezTo>
                  <a:lnTo>
                    <a:pt x="71096" y="17008"/>
                  </a:lnTo>
                  <a:cubicBezTo>
                    <a:pt x="71157" y="17068"/>
                    <a:pt x="71248" y="17099"/>
                    <a:pt x="71309" y="17160"/>
                  </a:cubicBezTo>
                  <a:cubicBezTo>
                    <a:pt x="71320" y="17165"/>
                    <a:pt x="71330" y="17167"/>
                    <a:pt x="71341" y="17167"/>
                  </a:cubicBezTo>
                  <a:cubicBezTo>
                    <a:pt x="71389" y="17167"/>
                    <a:pt x="71430" y="17113"/>
                    <a:pt x="71430" y="17038"/>
                  </a:cubicBezTo>
                  <a:lnTo>
                    <a:pt x="71613" y="17038"/>
                  </a:lnTo>
                  <a:cubicBezTo>
                    <a:pt x="71674" y="17038"/>
                    <a:pt x="71765" y="16977"/>
                    <a:pt x="71826" y="16977"/>
                  </a:cubicBezTo>
                  <a:lnTo>
                    <a:pt x="71886" y="16977"/>
                  </a:lnTo>
                  <a:cubicBezTo>
                    <a:pt x="71910" y="16989"/>
                    <a:pt x="71929" y="16994"/>
                    <a:pt x="71945" y="16994"/>
                  </a:cubicBezTo>
                  <a:cubicBezTo>
                    <a:pt x="72008" y="16994"/>
                    <a:pt x="72008" y="16910"/>
                    <a:pt x="72008" y="16886"/>
                  </a:cubicBezTo>
                  <a:cubicBezTo>
                    <a:pt x="71978" y="16825"/>
                    <a:pt x="72069" y="16795"/>
                    <a:pt x="72190" y="16795"/>
                  </a:cubicBezTo>
                  <a:lnTo>
                    <a:pt x="72251" y="16795"/>
                  </a:lnTo>
                  <a:cubicBezTo>
                    <a:pt x="72336" y="16795"/>
                    <a:pt x="72421" y="16804"/>
                    <a:pt x="72501" y="16804"/>
                  </a:cubicBezTo>
                  <a:cubicBezTo>
                    <a:pt x="72620" y="16804"/>
                    <a:pt x="72725" y="16783"/>
                    <a:pt x="72798" y="16673"/>
                  </a:cubicBezTo>
                  <a:lnTo>
                    <a:pt x="72920" y="16673"/>
                  </a:lnTo>
                  <a:cubicBezTo>
                    <a:pt x="72981" y="16673"/>
                    <a:pt x="73041" y="16704"/>
                    <a:pt x="73102" y="16734"/>
                  </a:cubicBezTo>
                  <a:lnTo>
                    <a:pt x="73133" y="16764"/>
                  </a:lnTo>
                  <a:cubicBezTo>
                    <a:pt x="73133" y="16781"/>
                    <a:pt x="73135" y="16788"/>
                    <a:pt x="73139" y="16788"/>
                  </a:cubicBezTo>
                  <a:cubicBezTo>
                    <a:pt x="73149" y="16788"/>
                    <a:pt x="73171" y="16732"/>
                    <a:pt x="73193" y="16643"/>
                  </a:cubicBezTo>
                  <a:lnTo>
                    <a:pt x="73224" y="16552"/>
                  </a:lnTo>
                  <a:lnTo>
                    <a:pt x="73224" y="16460"/>
                  </a:lnTo>
                  <a:cubicBezTo>
                    <a:pt x="73274" y="16385"/>
                    <a:pt x="72995" y="16331"/>
                    <a:pt x="72809" y="16331"/>
                  </a:cubicBezTo>
                  <a:cubicBezTo>
                    <a:pt x="72770" y="16331"/>
                    <a:pt x="72734" y="16333"/>
                    <a:pt x="72707" y="16339"/>
                  </a:cubicBezTo>
                  <a:cubicBezTo>
                    <a:pt x="72555" y="16339"/>
                    <a:pt x="72525" y="16248"/>
                    <a:pt x="72646" y="16096"/>
                  </a:cubicBezTo>
                  <a:lnTo>
                    <a:pt x="72859" y="16096"/>
                  </a:lnTo>
                  <a:cubicBezTo>
                    <a:pt x="72871" y="16100"/>
                    <a:pt x="72884" y="16102"/>
                    <a:pt x="72897" y="16102"/>
                  </a:cubicBezTo>
                  <a:cubicBezTo>
                    <a:pt x="72981" y="16102"/>
                    <a:pt x="73076" y="16023"/>
                    <a:pt x="73102" y="15944"/>
                  </a:cubicBezTo>
                  <a:cubicBezTo>
                    <a:pt x="73133" y="15913"/>
                    <a:pt x="73224" y="15852"/>
                    <a:pt x="73224" y="15852"/>
                  </a:cubicBezTo>
                  <a:lnTo>
                    <a:pt x="73285" y="15883"/>
                  </a:lnTo>
                  <a:cubicBezTo>
                    <a:pt x="73345" y="15944"/>
                    <a:pt x="73254" y="16156"/>
                    <a:pt x="73345" y="16187"/>
                  </a:cubicBezTo>
                  <a:cubicBezTo>
                    <a:pt x="73437" y="16187"/>
                    <a:pt x="73467" y="16278"/>
                    <a:pt x="73437" y="16308"/>
                  </a:cubicBezTo>
                  <a:lnTo>
                    <a:pt x="73619" y="16308"/>
                  </a:lnTo>
                  <a:cubicBezTo>
                    <a:pt x="73680" y="16339"/>
                    <a:pt x="73771" y="16339"/>
                    <a:pt x="73862" y="16339"/>
                  </a:cubicBezTo>
                  <a:cubicBezTo>
                    <a:pt x="73953" y="16339"/>
                    <a:pt x="74014" y="16278"/>
                    <a:pt x="74105" y="16278"/>
                  </a:cubicBezTo>
                  <a:lnTo>
                    <a:pt x="74166" y="16278"/>
                  </a:lnTo>
                  <a:cubicBezTo>
                    <a:pt x="74171" y="16280"/>
                    <a:pt x="74177" y="16281"/>
                    <a:pt x="74182" y="16281"/>
                  </a:cubicBezTo>
                  <a:cubicBezTo>
                    <a:pt x="74267" y="16281"/>
                    <a:pt x="74343" y="16060"/>
                    <a:pt x="74257" y="15974"/>
                  </a:cubicBezTo>
                  <a:cubicBezTo>
                    <a:pt x="74216" y="15947"/>
                    <a:pt x="74169" y="15932"/>
                    <a:pt x="74121" y="15932"/>
                  </a:cubicBezTo>
                  <a:cubicBezTo>
                    <a:pt x="74063" y="15932"/>
                    <a:pt x="74004" y="15954"/>
                    <a:pt x="73953" y="16004"/>
                  </a:cubicBezTo>
                  <a:lnTo>
                    <a:pt x="73923" y="16096"/>
                  </a:lnTo>
                  <a:lnTo>
                    <a:pt x="73893" y="16126"/>
                  </a:lnTo>
                  <a:cubicBezTo>
                    <a:pt x="73877" y="16141"/>
                    <a:pt x="73855" y="16149"/>
                    <a:pt x="73828" y="16149"/>
                  </a:cubicBezTo>
                  <a:cubicBezTo>
                    <a:pt x="73801" y="16149"/>
                    <a:pt x="73771" y="16141"/>
                    <a:pt x="73741" y="16126"/>
                  </a:cubicBezTo>
                  <a:lnTo>
                    <a:pt x="73710" y="16096"/>
                  </a:lnTo>
                  <a:lnTo>
                    <a:pt x="73649" y="15974"/>
                  </a:lnTo>
                  <a:cubicBezTo>
                    <a:pt x="73649" y="15883"/>
                    <a:pt x="73710" y="15822"/>
                    <a:pt x="73801" y="15822"/>
                  </a:cubicBezTo>
                  <a:cubicBezTo>
                    <a:pt x="73832" y="15822"/>
                    <a:pt x="74075" y="15609"/>
                    <a:pt x="74196" y="15579"/>
                  </a:cubicBezTo>
                  <a:cubicBezTo>
                    <a:pt x="74318" y="15579"/>
                    <a:pt x="74196" y="15427"/>
                    <a:pt x="74196" y="15366"/>
                  </a:cubicBezTo>
                  <a:cubicBezTo>
                    <a:pt x="74190" y="15353"/>
                    <a:pt x="74179" y="15347"/>
                    <a:pt x="74165" y="15347"/>
                  </a:cubicBezTo>
                  <a:cubicBezTo>
                    <a:pt x="74113" y="15347"/>
                    <a:pt x="74012" y="15429"/>
                    <a:pt x="73893" y="15549"/>
                  </a:cubicBezTo>
                  <a:lnTo>
                    <a:pt x="73497" y="15609"/>
                  </a:lnTo>
                  <a:lnTo>
                    <a:pt x="73467" y="15609"/>
                  </a:lnTo>
                  <a:cubicBezTo>
                    <a:pt x="73406" y="15640"/>
                    <a:pt x="73345" y="15701"/>
                    <a:pt x="73285" y="15761"/>
                  </a:cubicBezTo>
                  <a:lnTo>
                    <a:pt x="73163" y="15640"/>
                  </a:lnTo>
                  <a:cubicBezTo>
                    <a:pt x="73133" y="15609"/>
                    <a:pt x="73102" y="15609"/>
                    <a:pt x="73072" y="15609"/>
                  </a:cubicBezTo>
                  <a:cubicBezTo>
                    <a:pt x="73041" y="15609"/>
                    <a:pt x="72981" y="15640"/>
                    <a:pt x="72981" y="15670"/>
                  </a:cubicBezTo>
                  <a:cubicBezTo>
                    <a:pt x="72950" y="15731"/>
                    <a:pt x="72950" y="15822"/>
                    <a:pt x="72889" y="15852"/>
                  </a:cubicBezTo>
                  <a:cubicBezTo>
                    <a:pt x="72707" y="15944"/>
                    <a:pt x="72525" y="16035"/>
                    <a:pt x="72312" y="16065"/>
                  </a:cubicBezTo>
                  <a:lnTo>
                    <a:pt x="72190" y="16096"/>
                  </a:lnTo>
                  <a:cubicBezTo>
                    <a:pt x="72038" y="16096"/>
                    <a:pt x="71856" y="16126"/>
                    <a:pt x="71674" y="16156"/>
                  </a:cubicBezTo>
                  <a:lnTo>
                    <a:pt x="71643" y="16339"/>
                  </a:lnTo>
                  <a:lnTo>
                    <a:pt x="71643" y="16369"/>
                  </a:lnTo>
                  <a:cubicBezTo>
                    <a:pt x="71679" y="16405"/>
                    <a:pt x="71729" y="16422"/>
                    <a:pt x="71784" y="16422"/>
                  </a:cubicBezTo>
                  <a:cubicBezTo>
                    <a:pt x="71869" y="16422"/>
                    <a:pt x="71965" y="16382"/>
                    <a:pt x="72038" y="16308"/>
                  </a:cubicBezTo>
                  <a:lnTo>
                    <a:pt x="72160" y="16217"/>
                  </a:lnTo>
                  <a:cubicBezTo>
                    <a:pt x="72182" y="16206"/>
                    <a:pt x="72196" y="16199"/>
                    <a:pt x="72208" y="16199"/>
                  </a:cubicBezTo>
                  <a:cubicBezTo>
                    <a:pt x="72229" y="16199"/>
                    <a:pt x="72243" y="16220"/>
                    <a:pt x="72282" y="16278"/>
                  </a:cubicBezTo>
                  <a:cubicBezTo>
                    <a:pt x="72342" y="16339"/>
                    <a:pt x="72373" y="16400"/>
                    <a:pt x="72434" y="16430"/>
                  </a:cubicBezTo>
                  <a:lnTo>
                    <a:pt x="72494" y="16491"/>
                  </a:lnTo>
                  <a:cubicBezTo>
                    <a:pt x="72528" y="16541"/>
                    <a:pt x="72478" y="16564"/>
                    <a:pt x="72417" y="16564"/>
                  </a:cubicBezTo>
                  <a:cubicBezTo>
                    <a:pt x="72367" y="16564"/>
                    <a:pt x="72309" y="16549"/>
                    <a:pt x="72282" y="16521"/>
                  </a:cubicBezTo>
                  <a:cubicBezTo>
                    <a:pt x="72231" y="16509"/>
                    <a:pt x="72176" y="16501"/>
                    <a:pt x="72119" y="16501"/>
                  </a:cubicBezTo>
                  <a:cubicBezTo>
                    <a:pt x="72039" y="16501"/>
                    <a:pt x="71958" y="16516"/>
                    <a:pt x="71886" y="16552"/>
                  </a:cubicBezTo>
                  <a:cubicBezTo>
                    <a:pt x="71851" y="16569"/>
                    <a:pt x="71715" y="16587"/>
                    <a:pt x="71606" y="16587"/>
                  </a:cubicBezTo>
                  <a:cubicBezTo>
                    <a:pt x="71526" y="16587"/>
                    <a:pt x="71461" y="16577"/>
                    <a:pt x="71461" y="16552"/>
                  </a:cubicBezTo>
                  <a:cubicBezTo>
                    <a:pt x="71461" y="16491"/>
                    <a:pt x="71430" y="16400"/>
                    <a:pt x="71430" y="16339"/>
                  </a:cubicBezTo>
                  <a:lnTo>
                    <a:pt x="71430" y="16308"/>
                  </a:lnTo>
                  <a:cubicBezTo>
                    <a:pt x="71426" y="16304"/>
                    <a:pt x="71420" y="16302"/>
                    <a:pt x="71413" y="16302"/>
                  </a:cubicBezTo>
                  <a:cubicBezTo>
                    <a:pt x="71368" y="16302"/>
                    <a:pt x="71270" y="16378"/>
                    <a:pt x="71218" y="16430"/>
                  </a:cubicBezTo>
                  <a:cubicBezTo>
                    <a:pt x="71211" y="16433"/>
                    <a:pt x="71205" y="16435"/>
                    <a:pt x="71201" y="16435"/>
                  </a:cubicBezTo>
                  <a:cubicBezTo>
                    <a:pt x="71163" y="16435"/>
                    <a:pt x="71187" y="16335"/>
                    <a:pt x="71187" y="16308"/>
                  </a:cubicBezTo>
                  <a:cubicBezTo>
                    <a:pt x="71218" y="16248"/>
                    <a:pt x="71279" y="16156"/>
                    <a:pt x="71339" y="16126"/>
                  </a:cubicBezTo>
                  <a:cubicBezTo>
                    <a:pt x="71430" y="16065"/>
                    <a:pt x="71491" y="16035"/>
                    <a:pt x="71582" y="16035"/>
                  </a:cubicBezTo>
                  <a:lnTo>
                    <a:pt x="71613" y="16065"/>
                  </a:lnTo>
                  <a:lnTo>
                    <a:pt x="71704" y="16096"/>
                  </a:lnTo>
                  <a:cubicBezTo>
                    <a:pt x="71756" y="16096"/>
                    <a:pt x="71940" y="16007"/>
                    <a:pt x="71994" y="16000"/>
                  </a:cubicBezTo>
                  <a:lnTo>
                    <a:pt x="71994" y="16000"/>
                  </a:lnTo>
                  <a:cubicBezTo>
                    <a:pt x="71979" y="15964"/>
                    <a:pt x="71953" y="15883"/>
                    <a:pt x="71917" y="15792"/>
                  </a:cubicBezTo>
                  <a:lnTo>
                    <a:pt x="72038" y="15792"/>
                  </a:lnTo>
                  <a:cubicBezTo>
                    <a:pt x="72130" y="15792"/>
                    <a:pt x="72221" y="15792"/>
                    <a:pt x="72282" y="15822"/>
                  </a:cubicBezTo>
                  <a:lnTo>
                    <a:pt x="72373" y="15883"/>
                  </a:lnTo>
                  <a:cubicBezTo>
                    <a:pt x="72494" y="15852"/>
                    <a:pt x="72555" y="15792"/>
                    <a:pt x="72525" y="15792"/>
                  </a:cubicBezTo>
                  <a:lnTo>
                    <a:pt x="72494" y="15761"/>
                  </a:lnTo>
                  <a:cubicBezTo>
                    <a:pt x="72434" y="15731"/>
                    <a:pt x="72434" y="15640"/>
                    <a:pt x="72494" y="15609"/>
                  </a:cubicBezTo>
                  <a:lnTo>
                    <a:pt x="72646" y="15609"/>
                  </a:lnTo>
                  <a:cubicBezTo>
                    <a:pt x="72677" y="15617"/>
                    <a:pt x="72707" y="15621"/>
                    <a:pt x="72737" y="15621"/>
                  </a:cubicBezTo>
                  <a:cubicBezTo>
                    <a:pt x="72825" y="15621"/>
                    <a:pt x="72905" y="15587"/>
                    <a:pt x="72950" y="15518"/>
                  </a:cubicBezTo>
                  <a:lnTo>
                    <a:pt x="73011" y="15457"/>
                  </a:lnTo>
                  <a:lnTo>
                    <a:pt x="73072" y="15397"/>
                  </a:lnTo>
                  <a:cubicBezTo>
                    <a:pt x="73092" y="15376"/>
                    <a:pt x="73126" y="15370"/>
                    <a:pt x="73164" y="15370"/>
                  </a:cubicBezTo>
                  <a:cubicBezTo>
                    <a:pt x="73241" y="15370"/>
                    <a:pt x="73335" y="15397"/>
                    <a:pt x="73376" y="15397"/>
                  </a:cubicBezTo>
                  <a:cubicBezTo>
                    <a:pt x="73467" y="15397"/>
                    <a:pt x="73558" y="15427"/>
                    <a:pt x="73649" y="15427"/>
                  </a:cubicBezTo>
                  <a:cubicBezTo>
                    <a:pt x="73652" y="15428"/>
                    <a:pt x="73654" y="15429"/>
                    <a:pt x="73655" y="15429"/>
                  </a:cubicBezTo>
                  <a:cubicBezTo>
                    <a:pt x="73699" y="15429"/>
                    <a:pt x="73560" y="15061"/>
                    <a:pt x="73619" y="15032"/>
                  </a:cubicBezTo>
                  <a:cubicBezTo>
                    <a:pt x="73629" y="15022"/>
                    <a:pt x="73640" y="15018"/>
                    <a:pt x="73653" y="15018"/>
                  </a:cubicBezTo>
                  <a:cubicBezTo>
                    <a:pt x="73717" y="15018"/>
                    <a:pt x="73811" y="15133"/>
                    <a:pt x="73862" y="15184"/>
                  </a:cubicBezTo>
                  <a:cubicBezTo>
                    <a:pt x="73877" y="15198"/>
                    <a:pt x="73900" y="15204"/>
                    <a:pt x="73928" y="15204"/>
                  </a:cubicBezTo>
                  <a:cubicBezTo>
                    <a:pt x="74016" y="15204"/>
                    <a:pt x="74150" y="15146"/>
                    <a:pt x="74196" y="15123"/>
                  </a:cubicBezTo>
                  <a:cubicBezTo>
                    <a:pt x="74204" y="15115"/>
                    <a:pt x="74213" y="15112"/>
                    <a:pt x="74223" y="15112"/>
                  </a:cubicBezTo>
                  <a:cubicBezTo>
                    <a:pt x="74294" y="15112"/>
                    <a:pt x="74417" y="15279"/>
                    <a:pt x="74470" y="15305"/>
                  </a:cubicBezTo>
                  <a:cubicBezTo>
                    <a:pt x="74481" y="15311"/>
                    <a:pt x="74491" y="15313"/>
                    <a:pt x="74500" y="15313"/>
                  </a:cubicBezTo>
                  <a:cubicBezTo>
                    <a:pt x="74541" y="15313"/>
                    <a:pt x="74561" y="15259"/>
                    <a:pt x="74561" y="15184"/>
                  </a:cubicBezTo>
                  <a:lnTo>
                    <a:pt x="74561" y="15093"/>
                  </a:lnTo>
                  <a:cubicBezTo>
                    <a:pt x="74561" y="14971"/>
                    <a:pt x="74500" y="14849"/>
                    <a:pt x="74713" y="14849"/>
                  </a:cubicBezTo>
                  <a:cubicBezTo>
                    <a:pt x="74744" y="14849"/>
                    <a:pt x="74744" y="14728"/>
                    <a:pt x="74774" y="14697"/>
                  </a:cubicBezTo>
                  <a:cubicBezTo>
                    <a:pt x="74774" y="14667"/>
                    <a:pt x="74835" y="14606"/>
                    <a:pt x="74835" y="14606"/>
                  </a:cubicBezTo>
                  <a:cubicBezTo>
                    <a:pt x="74896" y="14637"/>
                    <a:pt x="74956" y="14667"/>
                    <a:pt x="74987" y="14697"/>
                  </a:cubicBezTo>
                  <a:cubicBezTo>
                    <a:pt x="75078" y="14728"/>
                    <a:pt x="75048" y="14758"/>
                    <a:pt x="74987" y="14789"/>
                  </a:cubicBezTo>
                  <a:cubicBezTo>
                    <a:pt x="74956" y="14849"/>
                    <a:pt x="74926" y="14941"/>
                    <a:pt x="74896" y="14941"/>
                  </a:cubicBezTo>
                  <a:cubicBezTo>
                    <a:pt x="74713" y="14941"/>
                    <a:pt x="74774" y="15062"/>
                    <a:pt x="74713" y="15123"/>
                  </a:cubicBezTo>
                  <a:cubicBezTo>
                    <a:pt x="74592" y="15214"/>
                    <a:pt x="74804" y="15214"/>
                    <a:pt x="74804" y="15275"/>
                  </a:cubicBezTo>
                  <a:cubicBezTo>
                    <a:pt x="74835" y="15336"/>
                    <a:pt x="74835" y="15397"/>
                    <a:pt x="74865" y="15457"/>
                  </a:cubicBezTo>
                  <a:lnTo>
                    <a:pt x="74896" y="15579"/>
                  </a:lnTo>
                  <a:cubicBezTo>
                    <a:pt x="74934" y="15489"/>
                    <a:pt x="74978" y="15399"/>
                    <a:pt x="75025" y="15311"/>
                  </a:cubicBezTo>
                  <a:lnTo>
                    <a:pt x="75025" y="15311"/>
                  </a:lnTo>
                  <a:cubicBezTo>
                    <a:pt x="75015" y="15458"/>
                    <a:pt x="74982" y="15600"/>
                    <a:pt x="74926" y="15731"/>
                  </a:cubicBezTo>
                  <a:cubicBezTo>
                    <a:pt x="74920" y="15736"/>
                    <a:pt x="74908" y="15739"/>
                    <a:pt x="74891" y="15739"/>
                  </a:cubicBezTo>
                  <a:cubicBezTo>
                    <a:pt x="74822" y="15739"/>
                    <a:pt x="74683" y="15699"/>
                    <a:pt x="74657" y="15654"/>
                  </a:cubicBezTo>
                  <a:lnTo>
                    <a:pt x="74657" y="15654"/>
                  </a:lnTo>
                  <a:cubicBezTo>
                    <a:pt x="74659" y="15705"/>
                    <a:pt x="74653" y="15822"/>
                    <a:pt x="74592" y="15883"/>
                  </a:cubicBezTo>
                  <a:cubicBezTo>
                    <a:pt x="74500" y="15974"/>
                    <a:pt x="74531" y="16035"/>
                    <a:pt x="74683" y="16035"/>
                  </a:cubicBezTo>
                  <a:lnTo>
                    <a:pt x="74744" y="16004"/>
                  </a:lnTo>
                  <a:cubicBezTo>
                    <a:pt x="74827" y="15963"/>
                    <a:pt x="74896" y="15878"/>
                    <a:pt x="74990" y="15878"/>
                  </a:cubicBezTo>
                  <a:cubicBezTo>
                    <a:pt x="75033" y="15878"/>
                    <a:pt x="75081" y="15896"/>
                    <a:pt x="75139" y="15944"/>
                  </a:cubicBezTo>
                  <a:cubicBezTo>
                    <a:pt x="75139" y="15950"/>
                    <a:pt x="75144" y="15952"/>
                    <a:pt x="75151" y="15952"/>
                  </a:cubicBezTo>
                  <a:cubicBezTo>
                    <a:pt x="75183" y="15952"/>
                    <a:pt x="75260" y="15913"/>
                    <a:pt x="75260" y="15913"/>
                  </a:cubicBezTo>
                  <a:cubicBezTo>
                    <a:pt x="75260" y="15792"/>
                    <a:pt x="75382" y="15731"/>
                    <a:pt x="75504" y="15701"/>
                  </a:cubicBezTo>
                  <a:cubicBezTo>
                    <a:pt x="75564" y="15701"/>
                    <a:pt x="75625" y="15488"/>
                    <a:pt x="75625" y="15457"/>
                  </a:cubicBezTo>
                  <a:cubicBezTo>
                    <a:pt x="75625" y="15427"/>
                    <a:pt x="75625" y="15366"/>
                    <a:pt x="75625" y="15366"/>
                  </a:cubicBezTo>
                  <a:lnTo>
                    <a:pt x="75716" y="15366"/>
                  </a:lnTo>
                  <a:lnTo>
                    <a:pt x="75899" y="15427"/>
                  </a:lnTo>
                  <a:cubicBezTo>
                    <a:pt x="75899" y="15488"/>
                    <a:pt x="75943" y="15510"/>
                    <a:pt x="76001" y="15510"/>
                  </a:cubicBezTo>
                  <a:cubicBezTo>
                    <a:pt x="76085" y="15510"/>
                    <a:pt x="76197" y="15463"/>
                    <a:pt x="76233" y="15427"/>
                  </a:cubicBezTo>
                  <a:cubicBezTo>
                    <a:pt x="76324" y="15366"/>
                    <a:pt x="76415" y="15305"/>
                    <a:pt x="76507" y="15245"/>
                  </a:cubicBezTo>
                  <a:lnTo>
                    <a:pt x="76598" y="15305"/>
                  </a:lnTo>
                  <a:lnTo>
                    <a:pt x="76628" y="15305"/>
                  </a:lnTo>
                  <a:cubicBezTo>
                    <a:pt x="76689" y="15275"/>
                    <a:pt x="76780" y="15245"/>
                    <a:pt x="76841" y="15184"/>
                  </a:cubicBezTo>
                  <a:lnTo>
                    <a:pt x="76932" y="15123"/>
                  </a:lnTo>
                  <a:cubicBezTo>
                    <a:pt x="76993" y="15093"/>
                    <a:pt x="77145" y="15062"/>
                    <a:pt x="77175" y="15062"/>
                  </a:cubicBezTo>
                  <a:cubicBezTo>
                    <a:pt x="77206" y="15032"/>
                    <a:pt x="77145" y="14941"/>
                    <a:pt x="77145" y="14849"/>
                  </a:cubicBezTo>
                  <a:lnTo>
                    <a:pt x="77145" y="14819"/>
                  </a:lnTo>
                  <a:cubicBezTo>
                    <a:pt x="77157" y="14807"/>
                    <a:pt x="77170" y="14802"/>
                    <a:pt x="77185" y="14802"/>
                  </a:cubicBezTo>
                  <a:cubicBezTo>
                    <a:pt x="77278" y="14802"/>
                    <a:pt x="77421" y="15004"/>
                    <a:pt x="77548" y="15004"/>
                  </a:cubicBezTo>
                  <a:cubicBezTo>
                    <a:pt x="77556" y="15004"/>
                    <a:pt x="77563" y="15003"/>
                    <a:pt x="77570" y="15001"/>
                  </a:cubicBezTo>
                  <a:cubicBezTo>
                    <a:pt x="77692" y="14971"/>
                    <a:pt x="77570" y="14728"/>
                    <a:pt x="77601" y="14667"/>
                  </a:cubicBezTo>
                  <a:cubicBezTo>
                    <a:pt x="77753" y="14545"/>
                    <a:pt x="77935" y="14454"/>
                    <a:pt x="78118" y="14424"/>
                  </a:cubicBezTo>
                  <a:cubicBezTo>
                    <a:pt x="78124" y="14422"/>
                    <a:pt x="78130" y="14422"/>
                    <a:pt x="78137" y="14422"/>
                  </a:cubicBezTo>
                  <a:cubicBezTo>
                    <a:pt x="78244" y="14422"/>
                    <a:pt x="78343" y="14640"/>
                    <a:pt x="78284" y="14715"/>
                  </a:cubicBezTo>
                  <a:lnTo>
                    <a:pt x="78284" y="14715"/>
                  </a:lnTo>
                  <a:cubicBezTo>
                    <a:pt x="78326" y="14688"/>
                    <a:pt x="78392" y="14652"/>
                    <a:pt x="78452" y="14637"/>
                  </a:cubicBezTo>
                  <a:cubicBezTo>
                    <a:pt x="78634" y="14515"/>
                    <a:pt x="78817" y="14424"/>
                    <a:pt x="79029" y="14333"/>
                  </a:cubicBezTo>
                  <a:cubicBezTo>
                    <a:pt x="79151" y="14302"/>
                    <a:pt x="79090" y="14150"/>
                    <a:pt x="79029" y="14090"/>
                  </a:cubicBezTo>
                  <a:cubicBezTo>
                    <a:pt x="79007" y="14045"/>
                    <a:pt x="79050" y="14017"/>
                    <a:pt x="79134" y="14017"/>
                  </a:cubicBezTo>
                  <a:cubicBezTo>
                    <a:pt x="79165" y="14017"/>
                    <a:pt x="79201" y="14021"/>
                    <a:pt x="79242" y="14029"/>
                  </a:cubicBezTo>
                  <a:lnTo>
                    <a:pt x="79303" y="14090"/>
                  </a:lnTo>
                  <a:cubicBezTo>
                    <a:pt x="79381" y="14148"/>
                    <a:pt x="79485" y="14182"/>
                    <a:pt x="79582" y="14182"/>
                  </a:cubicBezTo>
                  <a:cubicBezTo>
                    <a:pt x="79635" y="14182"/>
                    <a:pt x="79685" y="14172"/>
                    <a:pt x="79729" y="14150"/>
                  </a:cubicBezTo>
                  <a:cubicBezTo>
                    <a:pt x="79880" y="14120"/>
                    <a:pt x="80032" y="14059"/>
                    <a:pt x="80154" y="13968"/>
                  </a:cubicBezTo>
                  <a:cubicBezTo>
                    <a:pt x="80184" y="13968"/>
                    <a:pt x="80184" y="13907"/>
                    <a:pt x="80184" y="13877"/>
                  </a:cubicBezTo>
                  <a:cubicBezTo>
                    <a:pt x="80163" y="13855"/>
                    <a:pt x="80126" y="13834"/>
                    <a:pt x="80096" y="13834"/>
                  </a:cubicBezTo>
                  <a:cubicBezTo>
                    <a:pt x="80083" y="13834"/>
                    <a:pt x="80072" y="13837"/>
                    <a:pt x="80063" y="13846"/>
                  </a:cubicBezTo>
                  <a:lnTo>
                    <a:pt x="79972" y="13846"/>
                  </a:lnTo>
                  <a:cubicBezTo>
                    <a:pt x="79964" y="13849"/>
                    <a:pt x="79957" y="13850"/>
                    <a:pt x="79952" y="13850"/>
                  </a:cubicBezTo>
                  <a:cubicBezTo>
                    <a:pt x="79896" y="13850"/>
                    <a:pt x="79972" y="13717"/>
                    <a:pt x="79972" y="13634"/>
                  </a:cubicBezTo>
                  <a:cubicBezTo>
                    <a:pt x="79972" y="13451"/>
                    <a:pt x="80032" y="13269"/>
                    <a:pt x="80124" y="13117"/>
                  </a:cubicBezTo>
                  <a:cubicBezTo>
                    <a:pt x="80138" y="13103"/>
                    <a:pt x="80150" y="13097"/>
                    <a:pt x="80161" y="13097"/>
                  </a:cubicBezTo>
                  <a:cubicBezTo>
                    <a:pt x="80223" y="13097"/>
                    <a:pt x="80241" y="13283"/>
                    <a:pt x="80215" y="13360"/>
                  </a:cubicBezTo>
                  <a:cubicBezTo>
                    <a:pt x="80215" y="13482"/>
                    <a:pt x="80245" y="13634"/>
                    <a:pt x="80336" y="13786"/>
                  </a:cubicBezTo>
                  <a:cubicBezTo>
                    <a:pt x="80403" y="13830"/>
                    <a:pt x="80454" y="13858"/>
                    <a:pt x="80476" y="13858"/>
                  </a:cubicBezTo>
                  <a:cubicBezTo>
                    <a:pt x="80480" y="13858"/>
                    <a:pt x="80483" y="13857"/>
                    <a:pt x="80485" y="13856"/>
                  </a:cubicBezTo>
                  <a:lnTo>
                    <a:pt x="80485" y="13856"/>
                  </a:lnTo>
                  <a:lnTo>
                    <a:pt x="80488" y="13877"/>
                  </a:lnTo>
                  <a:lnTo>
                    <a:pt x="80488" y="13846"/>
                  </a:lnTo>
                  <a:cubicBezTo>
                    <a:pt x="80488" y="13851"/>
                    <a:pt x="80487" y="13854"/>
                    <a:pt x="80485" y="13856"/>
                  </a:cubicBezTo>
                  <a:lnTo>
                    <a:pt x="80485" y="13856"/>
                  </a:lnTo>
                  <a:lnTo>
                    <a:pt x="80458" y="13694"/>
                  </a:lnTo>
                  <a:cubicBezTo>
                    <a:pt x="80481" y="13533"/>
                    <a:pt x="80626" y="13459"/>
                    <a:pt x="80695" y="13459"/>
                  </a:cubicBezTo>
                  <a:cubicBezTo>
                    <a:pt x="80717" y="13459"/>
                    <a:pt x="80732" y="13467"/>
                    <a:pt x="80732" y="13482"/>
                  </a:cubicBezTo>
                  <a:cubicBezTo>
                    <a:pt x="80701" y="13573"/>
                    <a:pt x="80701" y="13664"/>
                    <a:pt x="80732" y="13786"/>
                  </a:cubicBezTo>
                  <a:cubicBezTo>
                    <a:pt x="80737" y="13791"/>
                    <a:pt x="80742" y="13793"/>
                    <a:pt x="80748" y="13793"/>
                  </a:cubicBezTo>
                  <a:cubicBezTo>
                    <a:pt x="80772" y="13793"/>
                    <a:pt x="80792" y="13739"/>
                    <a:pt x="80792" y="13664"/>
                  </a:cubicBezTo>
                  <a:lnTo>
                    <a:pt x="80944" y="13603"/>
                  </a:lnTo>
                  <a:lnTo>
                    <a:pt x="81339" y="13542"/>
                  </a:lnTo>
                  <a:cubicBezTo>
                    <a:pt x="81370" y="13512"/>
                    <a:pt x="81400" y="13512"/>
                    <a:pt x="81431" y="13482"/>
                  </a:cubicBezTo>
                  <a:cubicBezTo>
                    <a:pt x="81461" y="13451"/>
                    <a:pt x="81370" y="13299"/>
                    <a:pt x="81370" y="13299"/>
                  </a:cubicBezTo>
                  <a:cubicBezTo>
                    <a:pt x="81324" y="13330"/>
                    <a:pt x="81294" y="13345"/>
                    <a:pt x="81267" y="13345"/>
                  </a:cubicBezTo>
                  <a:cubicBezTo>
                    <a:pt x="81241" y="13345"/>
                    <a:pt x="81218" y="13330"/>
                    <a:pt x="81188" y="13299"/>
                  </a:cubicBezTo>
                  <a:lnTo>
                    <a:pt x="81127" y="13238"/>
                  </a:lnTo>
                  <a:cubicBezTo>
                    <a:pt x="81036" y="13208"/>
                    <a:pt x="81036" y="13147"/>
                    <a:pt x="81157" y="13086"/>
                  </a:cubicBezTo>
                  <a:lnTo>
                    <a:pt x="81248" y="13086"/>
                  </a:lnTo>
                  <a:cubicBezTo>
                    <a:pt x="81279" y="13071"/>
                    <a:pt x="81309" y="13064"/>
                    <a:pt x="81336" y="13064"/>
                  </a:cubicBezTo>
                  <a:cubicBezTo>
                    <a:pt x="81362" y="13064"/>
                    <a:pt x="81385" y="13071"/>
                    <a:pt x="81400" y="13086"/>
                  </a:cubicBezTo>
                  <a:cubicBezTo>
                    <a:pt x="81491" y="13299"/>
                    <a:pt x="81735" y="13208"/>
                    <a:pt x="81917" y="13299"/>
                  </a:cubicBezTo>
                  <a:lnTo>
                    <a:pt x="81947" y="13299"/>
                  </a:lnTo>
                  <a:cubicBezTo>
                    <a:pt x="82069" y="13238"/>
                    <a:pt x="81917" y="13086"/>
                    <a:pt x="81856" y="13056"/>
                  </a:cubicBezTo>
                  <a:cubicBezTo>
                    <a:pt x="81765" y="12995"/>
                    <a:pt x="81917" y="12843"/>
                    <a:pt x="81978" y="12783"/>
                  </a:cubicBezTo>
                  <a:cubicBezTo>
                    <a:pt x="82069" y="12722"/>
                    <a:pt x="82130" y="12661"/>
                    <a:pt x="82221" y="12631"/>
                  </a:cubicBezTo>
                  <a:lnTo>
                    <a:pt x="82282" y="12691"/>
                  </a:lnTo>
                  <a:lnTo>
                    <a:pt x="82495" y="12691"/>
                  </a:lnTo>
                  <a:lnTo>
                    <a:pt x="82647" y="12631"/>
                  </a:lnTo>
                  <a:cubicBezTo>
                    <a:pt x="82555" y="12570"/>
                    <a:pt x="82616" y="12509"/>
                    <a:pt x="82677" y="12509"/>
                  </a:cubicBezTo>
                  <a:cubicBezTo>
                    <a:pt x="82707" y="12509"/>
                    <a:pt x="82738" y="12448"/>
                    <a:pt x="82738" y="12418"/>
                  </a:cubicBezTo>
                  <a:cubicBezTo>
                    <a:pt x="82738" y="12403"/>
                    <a:pt x="82730" y="12395"/>
                    <a:pt x="82719" y="12395"/>
                  </a:cubicBezTo>
                  <a:cubicBezTo>
                    <a:pt x="82707" y="12395"/>
                    <a:pt x="82692" y="12403"/>
                    <a:pt x="82677" y="12418"/>
                  </a:cubicBezTo>
                  <a:lnTo>
                    <a:pt x="82555" y="12418"/>
                  </a:lnTo>
                  <a:cubicBezTo>
                    <a:pt x="82464" y="12418"/>
                    <a:pt x="82373" y="12296"/>
                    <a:pt x="82373" y="12266"/>
                  </a:cubicBezTo>
                  <a:cubicBezTo>
                    <a:pt x="82373" y="12205"/>
                    <a:pt x="82495" y="12175"/>
                    <a:pt x="82555" y="12175"/>
                  </a:cubicBezTo>
                  <a:cubicBezTo>
                    <a:pt x="82616" y="12175"/>
                    <a:pt x="82647" y="12114"/>
                    <a:pt x="82616" y="12023"/>
                  </a:cubicBezTo>
                  <a:lnTo>
                    <a:pt x="82738" y="11992"/>
                  </a:lnTo>
                  <a:lnTo>
                    <a:pt x="82829" y="11992"/>
                  </a:lnTo>
                  <a:cubicBezTo>
                    <a:pt x="82890" y="11931"/>
                    <a:pt x="82890" y="11840"/>
                    <a:pt x="82829" y="11810"/>
                  </a:cubicBezTo>
                  <a:cubicBezTo>
                    <a:pt x="82786" y="11788"/>
                    <a:pt x="82864" y="11767"/>
                    <a:pt x="82936" y="11767"/>
                  </a:cubicBezTo>
                  <a:cubicBezTo>
                    <a:pt x="82965" y="11767"/>
                    <a:pt x="82993" y="11771"/>
                    <a:pt x="83011" y="11779"/>
                  </a:cubicBezTo>
                  <a:cubicBezTo>
                    <a:pt x="83102" y="11840"/>
                    <a:pt x="83133" y="11931"/>
                    <a:pt x="83133" y="12053"/>
                  </a:cubicBezTo>
                  <a:lnTo>
                    <a:pt x="83133" y="12175"/>
                  </a:lnTo>
                  <a:cubicBezTo>
                    <a:pt x="83285" y="12205"/>
                    <a:pt x="83437" y="12327"/>
                    <a:pt x="83558" y="12327"/>
                  </a:cubicBezTo>
                  <a:lnTo>
                    <a:pt x="83741" y="12327"/>
                  </a:lnTo>
                  <a:cubicBezTo>
                    <a:pt x="83862" y="12327"/>
                    <a:pt x="84014" y="12357"/>
                    <a:pt x="84106" y="12448"/>
                  </a:cubicBezTo>
                  <a:lnTo>
                    <a:pt x="84075" y="12479"/>
                  </a:lnTo>
                  <a:cubicBezTo>
                    <a:pt x="83984" y="12509"/>
                    <a:pt x="84257" y="12631"/>
                    <a:pt x="84379" y="12631"/>
                  </a:cubicBezTo>
                  <a:cubicBezTo>
                    <a:pt x="84393" y="12628"/>
                    <a:pt x="84406" y="12627"/>
                    <a:pt x="84418" y="12627"/>
                  </a:cubicBezTo>
                  <a:cubicBezTo>
                    <a:pt x="84536" y="12627"/>
                    <a:pt x="84561" y="12752"/>
                    <a:pt x="84561" y="12752"/>
                  </a:cubicBezTo>
                  <a:cubicBezTo>
                    <a:pt x="84541" y="12752"/>
                    <a:pt x="84778" y="12806"/>
                    <a:pt x="84982" y="12806"/>
                  </a:cubicBezTo>
                  <a:cubicBezTo>
                    <a:pt x="85085" y="12806"/>
                    <a:pt x="85179" y="12793"/>
                    <a:pt x="85230" y="12752"/>
                  </a:cubicBezTo>
                  <a:cubicBezTo>
                    <a:pt x="85321" y="12570"/>
                    <a:pt x="85321" y="12387"/>
                    <a:pt x="85230" y="12235"/>
                  </a:cubicBezTo>
                  <a:lnTo>
                    <a:pt x="85230" y="12418"/>
                  </a:lnTo>
                  <a:cubicBezTo>
                    <a:pt x="85230" y="12509"/>
                    <a:pt x="85048" y="12600"/>
                    <a:pt x="84926" y="12661"/>
                  </a:cubicBezTo>
                  <a:cubicBezTo>
                    <a:pt x="84899" y="12675"/>
                    <a:pt x="84860" y="12688"/>
                    <a:pt x="84824" y="12688"/>
                  </a:cubicBezTo>
                  <a:cubicBezTo>
                    <a:pt x="84781" y="12688"/>
                    <a:pt x="84744" y="12667"/>
                    <a:pt x="84744" y="12600"/>
                  </a:cubicBezTo>
                  <a:cubicBezTo>
                    <a:pt x="84744" y="12570"/>
                    <a:pt x="84683" y="12509"/>
                    <a:pt x="84653" y="12509"/>
                  </a:cubicBezTo>
                  <a:cubicBezTo>
                    <a:pt x="84637" y="12511"/>
                    <a:pt x="84622" y="12511"/>
                    <a:pt x="84608" y="12511"/>
                  </a:cubicBezTo>
                  <a:cubicBezTo>
                    <a:pt x="84354" y="12511"/>
                    <a:pt x="84400" y="12263"/>
                    <a:pt x="84227" y="12205"/>
                  </a:cubicBezTo>
                  <a:cubicBezTo>
                    <a:pt x="84227" y="12205"/>
                    <a:pt x="84257" y="12083"/>
                    <a:pt x="84288" y="12083"/>
                  </a:cubicBezTo>
                  <a:cubicBezTo>
                    <a:pt x="84318" y="12083"/>
                    <a:pt x="84379" y="12083"/>
                    <a:pt x="84409" y="12114"/>
                  </a:cubicBezTo>
                  <a:lnTo>
                    <a:pt x="84409" y="12327"/>
                  </a:lnTo>
                  <a:cubicBezTo>
                    <a:pt x="84533" y="12296"/>
                    <a:pt x="84699" y="12251"/>
                    <a:pt x="84867" y="12205"/>
                  </a:cubicBezTo>
                  <a:lnTo>
                    <a:pt x="84867" y="12205"/>
                  </a:lnTo>
                  <a:cubicBezTo>
                    <a:pt x="84752" y="12204"/>
                    <a:pt x="84648" y="12201"/>
                    <a:pt x="84622" y="12175"/>
                  </a:cubicBezTo>
                  <a:cubicBezTo>
                    <a:pt x="84531" y="12114"/>
                    <a:pt x="84561" y="12023"/>
                    <a:pt x="84653" y="11931"/>
                  </a:cubicBezTo>
                  <a:lnTo>
                    <a:pt x="84713" y="11871"/>
                  </a:lnTo>
                  <a:lnTo>
                    <a:pt x="84835" y="11749"/>
                  </a:lnTo>
                  <a:cubicBezTo>
                    <a:pt x="84911" y="11779"/>
                    <a:pt x="84987" y="11795"/>
                    <a:pt x="85063" y="11795"/>
                  </a:cubicBezTo>
                  <a:cubicBezTo>
                    <a:pt x="85139" y="11795"/>
                    <a:pt x="85215" y="11779"/>
                    <a:pt x="85291" y="11749"/>
                  </a:cubicBezTo>
                  <a:lnTo>
                    <a:pt x="85352" y="11597"/>
                  </a:lnTo>
                  <a:cubicBezTo>
                    <a:pt x="85382" y="11536"/>
                    <a:pt x="85413" y="11476"/>
                    <a:pt x="85473" y="11445"/>
                  </a:cubicBezTo>
                  <a:cubicBezTo>
                    <a:pt x="85519" y="11415"/>
                    <a:pt x="85572" y="11392"/>
                    <a:pt x="85625" y="11392"/>
                  </a:cubicBezTo>
                  <a:cubicBezTo>
                    <a:pt x="85678" y="11392"/>
                    <a:pt x="85732" y="11415"/>
                    <a:pt x="85777" y="11476"/>
                  </a:cubicBezTo>
                  <a:lnTo>
                    <a:pt x="85838" y="11567"/>
                  </a:lnTo>
                  <a:cubicBezTo>
                    <a:pt x="85915" y="11643"/>
                    <a:pt x="85841" y="11763"/>
                    <a:pt x="85797" y="11763"/>
                  </a:cubicBezTo>
                  <a:cubicBezTo>
                    <a:pt x="85789" y="11763"/>
                    <a:pt x="85782" y="11759"/>
                    <a:pt x="85777" y="11749"/>
                  </a:cubicBezTo>
                  <a:cubicBezTo>
                    <a:pt x="85773" y="11745"/>
                    <a:pt x="85765" y="11743"/>
                    <a:pt x="85754" y="11743"/>
                  </a:cubicBezTo>
                  <a:cubicBezTo>
                    <a:pt x="85689" y="11743"/>
                    <a:pt x="85525" y="11810"/>
                    <a:pt x="85473" y="11810"/>
                  </a:cubicBezTo>
                  <a:cubicBezTo>
                    <a:pt x="85447" y="11810"/>
                    <a:pt x="85350" y="11926"/>
                    <a:pt x="85266" y="12097"/>
                  </a:cubicBezTo>
                  <a:lnTo>
                    <a:pt x="85266" y="12097"/>
                  </a:lnTo>
                  <a:cubicBezTo>
                    <a:pt x="85431" y="12054"/>
                    <a:pt x="85560" y="12023"/>
                    <a:pt x="85595" y="12023"/>
                  </a:cubicBezTo>
                  <a:cubicBezTo>
                    <a:pt x="85716" y="12023"/>
                    <a:pt x="85838" y="12053"/>
                    <a:pt x="85960" y="12114"/>
                  </a:cubicBezTo>
                  <a:lnTo>
                    <a:pt x="86020" y="11992"/>
                  </a:lnTo>
                  <a:lnTo>
                    <a:pt x="86081" y="11901"/>
                  </a:lnTo>
                  <a:cubicBezTo>
                    <a:pt x="86203" y="11810"/>
                    <a:pt x="86324" y="11688"/>
                    <a:pt x="86385" y="11536"/>
                  </a:cubicBezTo>
                  <a:lnTo>
                    <a:pt x="86142" y="11445"/>
                  </a:lnTo>
                  <a:lnTo>
                    <a:pt x="86081" y="11415"/>
                  </a:lnTo>
                  <a:cubicBezTo>
                    <a:pt x="86059" y="11302"/>
                    <a:pt x="85969" y="11239"/>
                    <a:pt x="85875" y="11239"/>
                  </a:cubicBezTo>
                  <a:cubicBezTo>
                    <a:pt x="85842" y="11239"/>
                    <a:pt x="85809" y="11247"/>
                    <a:pt x="85777" y="11263"/>
                  </a:cubicBezTo>
                  <a:lnTo>
                    <a:pt x="85473" y="11263"/>
                  </a:lnTo>
                  <a:cubicBezTo>
                    <a:pt x="85291" y="11354"/>
                    <a:pt x="85139" y="11445"/>
                    <a:pt x="85139" y="11476"/>
                  </a:cubicBezTo>
                  <a:cubicBezTo>
                    <a:pt x="85048" y="11567"/>
                    <a:pt x="84926" y="11628"/>
                    <a:pt x="84805" y="11628"/>
                  </a:cubicBezTo>
                  <a:cubicBezTo>
                    <a:pt x="84713" y="11597"/>
                    <a:pt x="84622" y="11506"/>
                    <a:pt x="84622" y="11415"/>
                  </a:cubicBezTo>
                  <a:cubicBezTo>
                    <a:pt x="84622" y="11365"/>
                    <a:pt x="84642" y="11315"/>
                    <a:pt x="84716" y="11315"/>
                  </a:cubicBezTo>
                  <a:cubicBezTo>
                    <a:pt x="84733" y="11315"/>
                    <a:pt x="84752" y="11318"/>
                    <a:pt x="84774" y="11324"/>
                  </a:cubicBezTo>
                  <a:lnTo>
                    <a:pt x="84835" y="11324"/>
                  </a:lnTo>
                  <a:cubicBezTo>
                    <a:pt x="84926" y="11324"/>
                    <a:pt x="85017" y="11354"/>
                    <a:pt x="85078" y="11384"/>
                  </a:cubicBezTo>
                  <a:cubicBezTo>
                    <a:pt x="85109" y="11384"/>
                    <a:pt x="85139" y="11232"/>
                    <a:pt x="85139" y="11172"/>
                  </a:cubicBezTo>
                  <a:cubicBezTo>
                    <a:pt x="85139" y="11080"/>
                    <a:pt x="85109" y="11080"/>
                    <a:pt x="85048" y="11080"/>
                  </a:cubicBezTo>
                  <a:lnTo>
                    <a:pt x="85017" y="11141"/>
                  </a:lnTo>
                  <a:cubicBezTo>
                    <a:pt x="85002" y="11156"/>
                    <a:pt x="84979" y="11164"/>
                    <a:pt x="84953" y="11164"/>
                  </a:cubicBezTo>
                  <a:cubicBezTo>
                    <a:pt x="84926" y="11164"/>
                    <a:pt x="84896" y="11156"/>
                    <a:pt x="84865" y="11141"/>
                  </a:cubicBezTo>
                  <a:lnTo>
                    <a:pt x="84865" y="11111"/>
                  </a:lnTo>
                  <a:lnTo>
                    <a:pt x="84805" y="10959"/>
                  </a:lnTo>
                  <a:cubicBezTo>
                    <a:pt x="84744" y="10776"/>
                    <a:pt x="84713" y="10624"/>
                    <a:pt x="84744" y="10624"/>
                  </a:cubicBezTo>
                  <a:lnTo>
                    <a:pt x="84926" y="10655"/>
                  </a:lnTo>
                  <a:cubicBezTo>
                    <a:pt x="84955" y="10768"/>
                    <a:pt x="85116" y="10962"/>
                    <a:pt x="85186" y="10962"/>
                  </a:cubicBezTo>
                  <a:cubicBezTo>
                    <a:pt x="85191" y="10962"/>
                    <a:pt x="85196" y="10961"/>
                    <a:pt x="85200" y="10959"/>
                  </a:cubicBezTo>
                  <a:cubicBezTo>
                    <a:pt x="85216" y="10953"/>
                    <a:pt x="85231" y="10951"/>
                    <a:pt x="85245" y="10951"/>
                  </a:cubicBezTo>
                  <a:cubicBezTo>
                    <a:pt x="85311" y="10951"/>
                    <a:pt x="85352" y="11005"/>
                    <a:pt x="85352" y="11080"/>
                  </a:cubicBezTo>
                  <a:lnTo>
                    <a:pt x="85504" y="11050"/>
                  </a:lnTo>
                  <a:lnTo>
                    <a:pt x="85595" y="11020"/>
                  </a:lnTo>
                  <a:cubicBezTo>
                    <a:pt x="85747" y="10959"/>
                    <a:pt x="85564" y="10807"/>
                    <a:pt x="85504" y="10807"/>
                  </a:cubicBezTo>
                  <a:cubicBezTo>
                    <a:pt x="85413" y="10776"/>
                    <a:pt x="85413" y="10655"/>
                    <a:pt x="85443" y="10594"/>
                  </a:cubicBezTo>
                  <a:lnTo>
                    <a:pt x="85686" y="10594"/>
                  </a:lnTo>
                  <a:cubicBezTo>
                    <a:pt x="85899" y="10533"/>
                    <a:pt x="86081" y="10442"/>
                    <a:pt x="86233" y="10320"/>
                  </a:cubicBezTo>
                  <a:lnTo>
                    <a:pt x="86294" y="10138"/>
                  </a:lnTo>
                  <a:cubicBezTo>
                    <a:pt x="86313" y="10045"/>
                    <a:pt x="86331" y="10009"/>
                    <a:pt x="86378" y="10009"/>
                  </a:cubicBezTo>
                  <a:cubicBezTo>
                    <a:pt x="86407" y="10009"/>
                    <a:pt x="86448" y="10023"/>
                    <a:pt x="86507" y="10047"/>
                  </a:cubicBezTo>
                  <a:cubicBezTo>
                    <a:pt x="86534" y="10063"/>
                    <a:pt x="86552" y="10070"/>
                    <a:pt x="86565" y="10070"/>
                  </a:cubicBezTo>
                  <a:cubicBezTo>
                    <a:pt x="86624" y="10070"/>
                    <a:pt x="86564" y="9925"/>
                    <a:pt x="86689" y="9925"/>
                  </a:cubicBezTo>
                  <a:cubicBezTo>
                    <a:pt x="86902" y="9895"/>
                    <a:pt x="87054" y="9804"/>
                    <a:pt x="87175" y="9652"/>
                  </a:cubicBezTo>
                  <a:cubicBezTo>
                    <a:pt x="87175" y="9642"/>
                    <a:pt x="87155" y="9638"/>
                    <a:pt x="87126" y="9638"/>
                  </a:cubicBezTo>
                  <a:cubicBezTo>
                    <a:pt x="87067" y="9638"/>
                    <a:pt x="86973" y="9652"/>
                    <a:pt x="86932" y="9652"/>
                  </a:cubicBezTo>
                  <a:cubicBezTo>
                    <a:pt x="86925" y="9654"/>
                    <a:pt x="86919" y="9655"/>
                    <a:pt x="86912" y="9655"/>
                  </a:cubicBezTo>
                  <a:cubicBezTo>
                    <a:pt x="86832" y="9655"/>
                    <a:pt x="86780" y="9495"/>
                    <a:pt x="86780" y="9439"/>
                  </a:cubicBezTo>
                  <a:cubicBezTo>
                    <a:pt x="86780" y="9378"/>
                    <a:pt x="86628" y="9226"/>
                    <a:pt x="86568" y="9196"/>
                  </a:cubicBezTo>
                  <a:cubicBezTo>
                    <a:pt x="86507" y="9165"/>
                    <a:pt x="86568" y="9074"/>
                    <a:pt x="86689" y="9013"/>
                  </a:cubicBezTo>
                  <a:lnTo>
                    <a:pt x="86780" y="8953"/>
                  </a:lnTo>
                  <a:cubicBezTo>
                    <a:pt x="86811" y="8953"/>
                    <a:pt x="86780" y="8892"/>
                    <a:pt x="86780" y="8892"/>
                  </a:cubicBezTo>
                  <a:cubicBezTo>
                    <a:pt x="86780" y="8892"/>
                    <a:pt x="86780" y="8878"/>
                    <a:pt x="86762" y="8878"/>
                  </a:cubicBezTo>
                  <a:cubicBezTo>
                    <a:pt x="86753" y="8878"/>
                    <a:pt x="86740" y="8882"/>
                    <a:pt x="86720" y="8892"/>
                  </a:cubicBezTo>
                  <a:cubicBezTo>
                    <a:pt x="86659" y="8892"/>
                    <a:pt x="86598" y="8953"/>
                    <a:pt x="86537" y="8953"/>
                  </a:cubicBezTo>
                  <a:cubicBezTo>
                    <a:pt x="86385" y="8892"/>
                    <a:pt x="86598" y="8831"/>
                    <a:pt x="86537" y="8801"/>
                  </a:cubicBezTo>
                  <a:cubicBezTo>
                    <a:pt x="86514" y="8778"/>
                    <a:pt x="86491" y="8719"/>
                    <a:pt x="86428" y="8719"/>
                  </a:cubicBezTo>
                  <a:cubicBezTo>
                    <a:pt x="86408" y="8719"/>
                    <a:pt x="86384" y="8725"/>
                    <a:pt x="86355" y="8740"/>
                  </a:cubicBezTo>
                  <a:cubicBezTo>
                    <a:pt x="86294" y="8770"/>
                    <a:pt x="86226" y="8786"/>
                    <a:pt x="86157" y="8786"/>
                  </a:cubicBezTo>
                  <a:cubicBezTo>
                    <a:pt x="86089" y="8786"/>
                    <a:pt x="86020" y="8770"/>
                    <a:pt x="85960" y="8740"/>
                  </a:cubicBezTo>
                  <a:cubicBezTo>
                    <a:pt x="85938" y="8735"/>
                    <a:pt x="85918" y="8732"/>
                    <a:pt x="85899" y="8732"/>
                  </a:cubicBezTo>
                  <a:cubicBezTo>
                    <a:pt x="85811" y="8732"/>
                    <a:pt x="85758" y="8786"/>
                    <a:pt x="85808" y="8862"/>
                  </a:cubicBezTo>
                  <a:lnTo>
                    <a:pt x="85868" y="8983"/>
                  </a:lnTo>
                  <a:cubicBezTo>
                    <a:pt x="85853" y="9044"/>
                    <a:pt x="85808" y="9067"/>
                    <a:pt x="85762" y="9067"/>
                  </a:cubicBezTo>
                  <a:cubicBezTo>
                    <a:pt x="85716" y="9067"/>
                    <a:pt x="85671" y="9044"/>
                    <a:pt x="85656" y="9013"/>
                  </a:cubicBezTo>
                  <a:cubicBezTo>
                    <a:pt x="85595" y="8953"/>
                    <a:pt x="85504" y="8892"/>
                    <a:pt x="85413" y="8862"/>
                  </a:cubicBezTo>
                  <a:lnTo>
                    <a:pt x="85321" y="8892"/>
                  </a:lnTo>
                  <a:cubicBezTo>
                    <a:pt x="85291" y="8907"/>
                    <a:pt x="85261" y="8915"/>
                    <a:pt x="85234" y="8915"/>
                  </a:cubicBezTo>
                  <a:cubicBezTo>
                    <a:pt x="85207" y="8915"/>
                    <a:pt x="85185" y="8907"/>
                    <a:pt x="85169" y="8892"/>
                  </a:cubicBezTo>
                  <a:cubicBezTo>
                    <a:pt x="85078" y="8892"/>
                    <a:pt x="85017" y="8862"/>
                    <a:pt x="84957" y="8831"/>
                  </a:cubicBezTo>
                  <a:lnTo>
                    <a:pt x="84805" y="8710"/>
                  </a:lnTo>
                  <a:lnTo>
                    <a:pt x="84805" y="8710"/>
                  </a:lnTo>
                  <a:cubicBezTo>
                    <a:pt x="84774" y="8831"/>
                    <a:pt x="84774" y="8953"/>
                    <a:pt x="84835" y="9044"/>
                  </a:cubicBezTo>
                  <a:lnTo>
                    <a:pt x="84653" y="8983"/>
                  </a:lnTo>
                  <a:cubicBezTo>
                    <a:pt x="84516" y="8952"/>
                    <a:pt x="84405" y="8935"/>
                    <a:pt x="84312" y="8935"/>
                  </a:cubicBezTo>
                  <a:cubicBezTo>
                    <a:pt x="84135" y="8935"/>
                    <a:pt x="84023" y="8996"/>
                    <a:pt x="83923" y="9135"/>
                  </a:cubicBezTo>
                  <a:cubicBezTo>
                    <a:pt x="83862" y="9165"/>
                    <a:pt x="84014" y="9226"/>
                    <a:pt x="83923" y="9257"/>
                  </a:cubicBezTo>
                  <a:cubicBezTo>
                    <a:pt x="83902" y="9262"/>
                    <a:pt x="83883" y="9265"/>
                    <a:pt x="83867" y="9265"/>
                  </a:cubicBezTo>
                  <a:cubicBezTo>
                    <a:pt x="83792" y="9265"/>
                    <a:pt x="83771" y="9210"/>
                    <a:pt x="83771" y="9135"/>
                  </a:cubicBezTo>
                  <a:lnTo>
                    <a:pt x="83771" y="9074"/>
                  </a:lnTo>
                  <a:cubicBezTo>
                    <a:pt x="83710" y="9013"/>
                    <a:pt x="83771" y="8953"/>
                    <a:pt x="83954" y="8953"/>
                  </a:cubicBezTo>
                  <a:lnTo>
                    <a:pt x="83954" y="8892"/>
                  </a:lnTo>
                  <a:lnTo>
                    <a:pt x="84106" y="8679"/>
                  </a:lnTo>
                  <a:cubicBezTo>
                    <a:pt x="84133" y="8691"/>
                    <a:pt x="84165" y="8696"/>
                    <a:pt x="84198" y="8696"/>
                  </a:cubicBezTo>
                  <a:cubicBezTo>
                    <a:pt x="84218" y="8696"/>
                    <a:pt x="84238" y="8694"/>
                    <a:pt x="84260" y="8691"/>
                  </a:cubicBezTo>
                  <a:lnTo>
                    <a:pt x="84260" y="8691"/>
                  </a:lnTo>
                  <a:cubicBezTo>
                    <a:pt x="84261" y="8691"/>
                    <a:pt x="84263" y="8691"/>
                    <a:pt x="84264" y="8691"/>
                  </a:cubicBezTo>
                  <a:cubicBezTo>
                    <a:pt x="84274" y="8691"/>
                    <a:pt x="84281" y="8690"/>
                    <a:pt x="84284" y="8686"/>
                  </a:cubicBezTo>
                  <a:lnTo>
                    <a:pt x="84284" y="8686"/>
                  </a:lnTo>
                  <a:cubicBezTo>
                    <a:pt x="84276" y="8688"/>
                    <a:pt x="84268" y="8690"/>
                    <a:pt x="84260" y="8691"/>
                  </a:cubicBezTo>
                  <a:lnTo>
                    <a:pt x="84260" y="8691"/>
                  </a:lnTo>
                  <a:cubicBezTo>
                    <a:pt x="84217" y="8689"/>
                    <a:pt x="84131" y="8661"/>
                    <a:pt x="84045" y="8618"/>
                  </a:cubicBezTo>
                  <a:lnTo>
                    <a:pt x="83923" y="8558"/>
                  </a:lnTo>
                  <a:lnTo>
                    <a:pt x="83802" y="8527"/>
                  </a:lnTo>
                  <a:cubicBezTo>
                    <a:pt x="83741" y="8512"/>
                    <a:pt x="83680" y="8504"/>
                    <a:pt x="83634" y="8504"/>
                  </a:cubicBezTo>
                  <a:cubicBezTo>
                    <a:pt x="83589" y="8504"/>
                    <a:pt x="83558" y="8512"/>
                    <a:pt x="83558" y="8527"/>
                  </a:cubicBezTo>
                  <a:lnTo>
                    <a:pt x="83589" y="8527"/>
                  </a:lnTo>
                  <a:cubicBezTo>
                    <a:pt x="83558" y="8649"/>
                    <a:pt x="83589" y="8862"/>
                    <a:pt x="83528" y="8862"/>
                  </a:cubicBezTo>
                  <a:cubicBezTo>
                    <a:pt x="83505" y="8868"/>
                    <a:pt x="83484" y="8871"/>
                    <a:pt x="83467" y="8871"/>
                  </a:cubicBezTo>
                  <a:cubicBezTo>
                    <a:pt x="83326" y="8871"/>
                    <a:pt x="83363" y="8676"/>
                    <a:pt x="83254" y="8649"/>
                  </a:cubicBezTo>
                  <a:lnTo>
                    <a:pt x="83224" y="8649"/>
                  </a:lnTo>
                  <a:cubicBezTo>
                    <a:pt x="83221" y="8646"/>
                    <a:pt x="83219" y="8645"/>
                    <a:pt x="83216" y="8645"/>
                  </a:cubicBezTo>
                  <a:cubicBezTo>
                    <a:pt x="83188" y="8645"/>
                    <a:pt x="83163" y="8773"/>
                    <a:pt x="83163" y="8801"/>
                  </a:cubicBezTo>
                  <a:cubicBezTo>
                    <a:pt x="83163" y="8862"/>
                    <a:pt x="83315" y="8953"/>
                    <a:pt x="83467" y="8983"/>
                  </a:cubicBezTo>
                  <a:lnTo>
                    <a:pt x="83528" y="9074"/>
                  </a:lnTo>
                  <a:lnTo>
                    <a:pt x="83619" y="9165"/>
                  </a:lnTo>
                  <a:cubicBezTo>
                    <a:pt x="83558" y="9257"/>
                    <a:pt x="83528" y="9409"/>
                    <a:pt x="83498" y="9530"/>
                  </a:cubicBezTo>
                  <a:cubicBezTo>
                    <a:pt x="83508" y="9552"/>
                    <a:pt x="83504" y="9562"/>
                    <a:pt x="83487" y="9562"/>
                  </a:cubicBezTo>
                  <a:cubicBezTo>
                    <a:pt x="83456" y="9562"/>
                    <a:pt x="83383" y="9528"/>
                    <a:pt x="83285" y="9469"/>
                  </a:cubicBezTo>
                  <a:lnTo>
                    <a:pt x="82950" y="9469"/>
                  </a:lnTo>
                  <a:cubicBezTo>
                    <a:pt x="82864" y="9448"/>
                    <a:pt x="82778" y="9438"/>
                    <a:pt x="82693" y="9438"/>
                  </a:cubicBezTo>
                  <a:cubicBezTo>
                    <a:pt x="82539" y="9438"/>
                    <a:pt x="82389" y="9471"/>
                    <a:pt x="82251" y="9530"/>
                  </a:cubicBezTo>
                  <a:cubicBezTo>
                    <a:pt x="82099" y="9621"/>
                    <a:pt x="82130" y="9743"/>
                    <a:pt x="82160" y="9773"/>
                  </a:cubicBezTo>
                  <a:cubicBezTo>
                    <a:pt x="82191" y="9804"/>
                    <a:pt x="82099" y="9865"/>
                    <a:pt x="81978" y="9956"/>
                  </a:cubicBezTo>
                  <a:lnTo>
                    <a:pt x="81856" y="10017"/>
                  </a:lnTo>
                  <a:cubicBezTo>
                    <a:pt x="81796" y="10053"/>
                    <a:pt x="81732" y="10070"/>
                    <a:pt x="81670" y="10070"/>
                  </a:cubicBezTo>
                  <a:cubicBezTo>
                    <a:pt x="81575" y="10070"/>
                    <a:pt x="81486" y="10029"/>
                    <a:pt x="81431" y="9956"/>
                  </a:cubicBezTo>
                  <a:cubicBezTo>
                    <a:pt x="81415" y="9941"/>
                    <a:pt x="81393" y="9933"/>
                    <a:pt x="81370" y="9933"/>
                  </a:cubicBezTo>
                  <a:cubicBezTo>
                    <a:pt x="81347" y="9933"/>
                    <a:pt x="81324" y="9941"/>
                    <a:pt x="81309" y="9956"/>
                  </a:cubicBezTo>
                  <a:cubicBezTo>
                    <a:pt x="81283" y="9981"/>
                    <a:pt x="81247" y="9991"/>
                    <a:pt x="81213" y="9991"/>
                  </a:cubicBezTo>
                  <a:cubicBezTo>
                    <a:pt x="81167" y="9991"/>
                    <a:pt x="81127" y="9973"/>
                    <a:pt x="81127" y="9956"/>
                  </a:cubicBezTo>
                  <a:cubicBezTo>
                    <a:pt x="81096" y="9925"/>
                    <a:pt x="81157" y="9834"/>
                    <a:pt x="81188" y="9804"/>
                  </a:cubicBezTo>
                  <a:cubicBezTo>
                    <a:pt x="81309" y="9713"/>
                    <a:pt x="81431" y="9652"/>
                    <a:pt x="81522" y="9561"/>
                  </a:cubicBezTo>
                  <a:cubicBezTo>
                    <a:pt x="81613" y="9500"/>
                    <a:pt x="81674" y="9409"/>
                    <a:pt x="81735" y="9317"/>
                  </a:cubicBezTo>
                  <a:cubicBezTo>
                    <a:pt x="81735" y="9317"/>
                    <a:pt x="81735" y="9287"/>
                    <a:pt x="81704" y="9257"/>
                  </a:cubicBezTo>
                  <a:cubicBezTo>
                    <a:pt x="81699" y="9254"/>
                    <a:pt x="81694" y="9253"/>
                    <a:pt x="81689" y="9253"/>
                  </a:cubicBezTo>
                  <a:cubicBezTo>
                    <a:pt x="81649" y="9253"/>
                    <a:pt x="81593" y="9308"/>
                    <a:pt x="81557" y="9308"/>
                  </a:cubicBezTo>
                  <a:cubicBezTo>
                    <a:pt x="81536" y="9308"/>
                    <a:pt x="81522" y="9289"/>
                    <a:pt x="81522" y="9226"/>
                  </a:cubicBezTo>
                  <a:cubicBezTo>
                    <a:pt x="81522" y="9165"/>
                    <a:pt x="81643" y="9135"/>
                    <a:pt x="81674" y="9074"/>
                  </a:cubicBezTo>
                  <a:cubicBezTo>
                    <a:pt x="81704" y="9013"/>
                    <a:pt x="81704" y="8922"/>
                    <a:pt x="81765" y="8862"/>
                  </a:cubicBezTo>
                  <a:cubicBezTo>
                    <a:pt x="81826" y="8801"/>
                    <a:pt x="81917" y="8740"/>
                    <a:pt x="82008" y="8740"/>
                  </a:cubicBezTo>
                  <a:cubicBezTo>
                    <a:pt x="82024" y="8735"/>
                    <a:pt x="82038" y="8732"/>
                    <a:pt x="82049" y="8732"/>
                  </a:cubicBezTo>
                  <a:cubicBezTo>
                    <a:pt x="82101" y="8732"/>
                    <a:pt x="82110" y="8786"/>
                    <a:pt x="82160" y="8862"/>
                  </a:cubicBezTo>
                  <a:lnTo>
                    <a:pt x="82251" y="9013"/>
                  </a:lnTo>
                  <a:cubicBezTo>
                    <a:pt x="82302" y="9140"/>
                    <a:pt x="82416" y="9203"/>
                    <a:pt x="82541" y="9203"/>
                  </a:cubicBezTo>
                  <a:cubicBezTo>
                    <a:pt x="82565" y="9203"/>
                    <a:pt x="82591" y="9201"/>
                    <a:pt x="82616" y="9196"/>
                  </a:cubicBezTo>
                  <a:cubicBezTo>
                    <a:pt x="82707" y="9135"/>
                    <a:pt x="82586" y="8983"/>
                    <a:pt x="82525" y="8922"/>
                  </a:cubicBezTo>
                  <a:cubicBezTo>
                    <a:pt x="82464" y="8862"/>
                    <a:pt x="82555" y="8740"/>
                    <a:pt x="82707" y="8618"/>
                  </a:cubicBezTo>
                  <a:lnTo>
                    <a:pt x="82920" y="8649"/>
                  </a:lnTo>
                  <a:lnTo>
                    <a:pt x="83163" y="8649"/>
                  </a:lnTo>
                  <a:lnTo>
                    <a:pt x="83194" y="8466"/>
                  </a:lnTo>
                  <a:cubicBezTo>
                    <a:pt x="83210" y="8469"/>
                    <a:pt x="83227" y="8470"/>
                    <a:pt x="83243" y="8470"/>
                  </a:cubicBezTo>
                  <a:cubicBezTo>
                    <a:pt x="83443" y="8470"/>
                    <a:pt x="83654" y="8314"/>
                    <a:pt x="83710" y="8314"/>
                  </a:cubicBezTo>
                  <a:cubicBezTo>
                    <a:pt x="83802" y="8314"/>
                    <a:pt x="83862" y="8223"/>
                    <a:pt x="83832" y="8102"/>
                  </a:cubicBezTo>
                  <a:lnTo>
                    <a:pt x="83984" y="8041"/>
                  </a:lnTo>
                  <a:lnTo>
                    <a:pt x="84045" y="7980"/>
                  </a:lnTo>
                  <a:cubicBezTo>
                    <a:pt x="84136" y="8041"/>
                    <a:pt x="84227" y="8102"/>
                    <a:pt x="84318" y="8162"/>
                  </a:cubicBezTo>
                  <a:lnTo>
                    <a:pt x="84440" y="8102"/>
                  </a:lnTo>
                  <a:lnTo>
                    <a:pt x="84470" y="8041"/>
                  </a:lnTo>
                  <a:cubicBezTo>
                    <a:pt x="84485" y="8031"/>
                    <a:pt x="84501" y="8027"/>
                    <a:pt x="84518" y="8027"/>
                  </a:cubicBezTo>
                  <a:cubicBezTo>
                    <a:pt x="84607" y="8027"/>
                    <a:pt x="84718" y="8142"/>
                    <a:pt x="84744" y="8193"/>
                  </a:cubicBezTo>
                  <a:cubicBezTo>
                    <a:pt x="84744" y="8284"/>
                    <a:pt x="84349" y="8254"/>
                    <a:pt x="84166" y="8284"/>
                  </a:cubicBezTo>
                  <a:cubicBezTo>
                    <a:pt x="84014" y="8314"/>
                    <a:pt x="83893" y="8375"/>
                    <a:pt x="83923" y="8466"/>
                  </a:cubicBezTo>
                  <a:lnTo>
                    <a:pt x="83954" y="8466"/>
                  </a:lnTo>
                  <a:lnTo>
                    <a:pt x="84257" y="8497"/>
                  </a:lnTo>
                  <a:cubicBezTo>
                    <a:pt x="84318" y="8558"/>
                    <a:pt x="84318" y="8649"/>
                    <a:pt x="84288" y="8679"/>
                  </a:cubicBezTo>
                  <a:cubicBezTo>
                    <a:pt x="84288" y="8682"/>
                    <a:pt x="84287" y="8685"/>
                    <a:pt x="84284" y="8686"/>
                  </a:cubicBezTo>
                  <a:lnTo>
                    <a:pt x="84284" y="8686"/>
                  </a:lnTo>
                  <a:cubicBezTo>
                    <a:pt x="84478" y="8646"/>
                    <a:pt x="84705" y="8495"/>
                    <a:pt x="84789" y="8495"/>
                  </a:cubicBezTo>
                  <a:cubicBezTo>
                    <a:pt x="84795" y="8495"/>
                    <a:pt x="84800" y="8495"/>
                    <a:pt x="84805" y="8497"/>
                  </a:cubicBezTo>
                  <a:cubicBezTo>
                    <a:pt x="84820" y="8504"/>
                    <a:pt x="84837" y="8508"/>
                    <a:pt x="84856" y="8508"/>
                  </a:cubicBezTo>
                  <a:cubicBezTo>
                    <a:pt x="84975" y="8508"/>
                    <a:pt x="85151" y="8372"/>
                    <a:pt x="85240" y="8372"/>
                  </a:cubicBezTo>
                  <a:cubicBezTo>
                    <a:pt x="85248" y="8372"/>
                    <a:pt x="85254" y="8373"/>
                    <a:pt x="85261" y="8375"/>
                  </a:cubicBezTo>
                  <a:cubicBezTo>
                    <a:pt x="85413" y="8375"/>
                    <a:pt x="85534" y="8345"/>
                    <a:pt x="85595" y="8254"/>
                  </a:cubicBezTo>
                  <a:cubicBezTo>
                    <a:pt x="85747" y="8132"/>
                    <a:pt x="85899" y="8041"/>
                    <a:pt x="86081" y="8010"/>
                  </a:cubicBezTo>
                  <a:lnTo>
                    <a:pt x="85899" y="8010"/>
                  </a:lnTo>
                  <a:cubicBezTo>
                    <a:pt x="85808" y="8010"/>
                    <a:pt x="85777" y="7828"/>
                    <a:pt x="85808" y="7798"/>
                  </a:cubicBezTo>
                  <a:cubicBezTo>
                    <a:pt x="85899" y="7676"/>
                    <a:pt x="85990" y="7585"/>
                    <a:pt x="86112" y="7524"/>
                  </a:cubicBezTo>
                  <a:lnTo>
                    <a:pt x="85960" y="7311"/>
                  </a:lnTo>
                  <a:cubicBezTo>
                    <a:pt x="85868" y="7220"/>
                    <a:pt x="86020" y="7129"/>
                    <a:pt x="86142" y="7068"/>
                  </a:cubicBezTo>
                  <a:lnTo>
                    <a:pt x="86203" y="7068"/>
                  </a:lnTo>
                  <a:cubicBezTo>
                    <a:pt x="86233" y="7038"/>
                    <a:pt x="86203" y="6947"/>
                    <a:pt x="86172" y="6916"/>
                  </a:cubicBezTo>
                  <a:lnTo>
                    <a:pt x="86112" y="6916"/>
                  </a:lnTo>
                  <a:cubicBezTo>
                    <a:pt x="85990" y="6916"/>
                    <a:pt x="85899" y="6886"/>
                    <a:pt x="85990" y="6795"/>
                  </a:cubicBezTo>
                  <a:lnTo>
                    <a:pt x="86112" y="6643"/>
                  </a:lnTo>
                  <a:cubicBezTo>
                    <a:pt x="86102" y="6638"/>
                    <a:pt x="86091" y="6635"/>
                    <a:pt x="86080" y="6635"/>
                  </a:cubicBezTo>
                  <a:cubicBezTo>
                    <a:pt x="85955" y="6635"/>
                    <a:pt x="85765" y="6921"/>
                    <a:pt x="85625" y="6977"/>
                  </a:cubicBezTo>
                  <a:cubicBezTo>
                    <a:pt x="85593" y="6985"/>
                    <a:pt x="85558" y="6989"/>
                    <a:pt x="85523" y="6989"/>
                  </a:cubicBezTo>
                  <a:cubicBezTo>
                    <a:pt x="85427" y="6989"/>
                    <a:pt x="85327" y="6961"/>
                    <a:pt x="85261" y="6916"/>
                  </a:cubicBezTo>
                  <a:cubicBezTo>
                    <a:pt x="85252" y="6899"/>
                    <a:pt x="85236" y="6892"/>
                    <a:pt x="85217" y="6892"/>
                  </a:cubicBezTo>
                  <a:cubicBezTo>
                    <a:pt x="85167" y="6892"/>
                    <a:pt x="85092" y="6942"/>
                    <a:pt x="85048" y="7007"/>
                  </a:cubicBezTo>
                  <a:lnTo>
                    <a:pt x="84835" y="7007"/>
                  </a:lnTo>
                  <a:cubicBezTo>
                    <a:pt x="84713" y="7007"/>
                    <a:pt x="84835" y="7190"/>
                    <a:pt x="84896" y="7220"/>
                  </a:cubicBezTo>
                  <a:cubicBezTo>
                    <a:pt x="84957" y="7281"/>
                    <a:pt x="84926" y="7403"/>
                    <a:pt x="84835" y="7524"/>
                  </a:cubicBezTo>
                  <a:lnTo>
                    <a:pt x="84683" y="7554"/>
                  </a:lnTo>
                  <a:cubicBezTo>
                    <a:pt x="84683" y="7570"/>
                    <a:pt x="84675" y="7577"/>
                    <a:pt x="84664" y="7577"/>
                  </a:cubicBezTo>
                  <a:cubicBezTo>
                    <a:pt x="84653" y="7577"/>
                    <a:pt x="84637" y="7570"/>
                    <a:pt x="84622" y="7554"/>
                  </a:cubicBezTo>
                  <a:lnTo>
                    <a:pt x="84622" y="7494"/>
                  </a:lnTo>
                  <a:lnTo>
                    <a:pt x="84683" y="7463"/>
                  </a:lnTo>
                  <a:cubicBezTo>
                    <a:pt x="84774" y="7433"/>
                    <a:pt x="84713" y="7342"/>
                    <a:pt x="84561" y="7251"/>
                  </a:cubicBezTo>
                  <a:lnTo>
                    <a:pt x="84288" y="7403"/>
                  </a:lnTo>
                  <a:cubicBezTo>
                    <a:pt x="84257" y="7418"/>
                    <a:pt x="84227" y="7425"/>
                    <a:pt x="84200" y="7425"/>
                  </a:cubicBezTo>
                  <a:cubicBezTo>
                    <a:pt x="84174" y="7425"/>
                    <a:pt x="84151" y="7418"/>
                    <a:pt x="84136" y="7403"/>
                  </a:cubicBezTo>
                  <a:cubicBezTo>
                    <a:pt x="84075" y="7372"/>
                    <a:pt x="84014" y="7357"/>
                    <a:pt x="83957" y="7357"/>
                  </a:cubicBezTo>
                  <a:cubicBezTo>
                    <a:pt x="83900" y="7357"/>
                    <a:pt x="83847" y="7372"/>
                    <a:pt x="83802" y="7403"/>
                  </a:cubicBezTo>
                  <a:lnTo>
                    <a:pt x="83710" y="7463"/>
                  </a:lnTo>
                  <a:cubicBezTo>
                    <a:pt x="83558" y="7494"/>
                    <a:pt x="83498" y="7554"/>
                    <a:pt x="83528" y="7585"/>
                  </a:cubicBezTo>
                  <a:lnTo>
                    <a:pt x="83528" y="7646"/>
                  </a:lnTo>
                  <a:lnTo>
                    <a:pt x="83528" y="7676"/>
                  </a:lnTo>
                  <a:cubicBezTo>
                    <a:pt x="83528" y="7737"/>
                    <a:pt x="83467" y="7798"/>
                    <a:pt x="83406" y="7798"/>
                  </a:cubicBezTo>
                  <a:lnTo>
                    <a:pt x="83376" y="7767"/>
                  </a:lnTo>
                  <a:lnTo>
                    <a:pt x="83285" y="7706"/>
                  </a:lnTo>
                  <a:cubicBezTo>
                    <a:pt x="83230" y="7679"/>
                    <a:pt x="83169" y="7664"/>
                    <a:pt x="83108" y="7664"/>
                  </a:cubicBezTo>
                  <a:cubicBezTo>
                    <a:pt x="83033" y="7664"/>
                    <a:pt x="82957" y="7687"/>
                    <a:pt x="82890" y="7737"/>
                  </a:cubicBezTo>
                  <a:lnTo>
                    <a:pt x="82738" y="7706"/>
                  </a:lnTo>
                  <a:lnTo>
                    <a:pt x="82525" y="7646"/>
                  </a:lnTo>
                  <a:cubicBezTo>
                    <a:pt x="82555" y="7524"/>
                    <a:pt x="82525" y="7433"/>
                    <a:pt x="82495" y="7311"/>
                  </a:cubicBezTo>
                  <a:cubicBezTo>
                    <a:pt x="82434" y="7311"/>
                    <a:pt x="82373" y="7311"/>
                    <a:pt x="82312" y="7342"/>
                  </a:cubicBezTo>
                  <a:cubicBezTo>
                    <a:pt x="82282" y="7403"/>
                    <a:pt x="82251" y="7463"/>
                    <a:pt x="82282" y="7524"/>
                  </a:cubicBezTo>
                  <a:lnTo>
                    <a:pt x="82160" y="7524"/>
                  </a:lnTo>
                  <a:cubicBezTo>
                    <a:pt x="82008" y="7524"/>
                    <a:pt x="82069" y="7433"/>
                    <a:pt x="82008" y="7403"/>
                  </a:cubicBezTo>
                  <a:cubicBezTo>
                    <a:pt x="82006" y="7401"/>
                    <a:pt x="82004" y="7400"/>
                    <a:pt x="82002" y="7400"/>
                  </a:cubicBezTo>
                  <a:cubicBezTo>
                    <a:pt x="81974" y="7400"/>
                    <a:pt x="81947" y="7589"/>
                    <a:pt x="81947" y="7646"/>
                  </a:cubicBezTo>
                  <a:cubicBezTo>
                    <a:pt x="81947" y="7737"/>
                    <a:pt x="81795" y="7767"/>
                    <a:pt x="81735" y="7767"/>
                  </a:cubicBezTo>
                  <a:cubicBezTo>
                    <a:pt x="81613" y="7798"/>
                    <a:pt x="81491" y="7858"/>
                    <a:pt x="81400" y="7950"/>
                  </a:cubicBezTo>
                  <a:lnTo>
                    <a:pt x="81279" y="8071"/>
                  </a:lnTo>
                  <a:lnTo>
                    <a:pt x="81218" y="8132"/>
                  </a:lnTo>
                  <a:cubicBezTo>
                    <a:pt x="81172" y="8200"/>
                    <a:pt x="81195" y="8235"/>
                    <a:pt x="81261" y="8235"/>
                  </a:cubicBezTo>
                  <a:cubicBezTo>
                    <a:pt x="81282" y="8235"/>
                    <a:pt x="81309" y="8231"/>
                    <a:pt x="81339" y="8223"/>
                  </a:cubicBezTo>
                  <a:lnTo>
                    <a:pt x="81461" y="8223"/>
                  </a:lnTo>
                  <a:cubicBezTo>
                    <a:pt x="81488" y="8223"/>
                    <a:pt x="81235" y="8386"/>
                    <a:pt x="81110" y="8386"/>
                  </a:cubicBezTo>
                  <a:cubicBezTo>
                    <a:pt x="81093" y="8386"/>
                    <a:pt x="81077" y="8383"/>
                    <a:pt x="81066" y="8375"/>
                  </a:cubicBezTo>
                  <a:cubicBezTo>
                    <a:pt x="81005" y="8314"/>
                    <a:pt x="80975" y="8193"/>
                    <a:pt x="81005" y="8102"/>
                  </a:cubicBezTo>
                  <a:cubicBezTo>
                    <a:pt x="81020" y="8071"/>
                    <a:pt x="81013" y="8056"/>
                    <a:pt x="80990" y="8056"/>
                  </a:cubicBezTo>
                  <a:cubicBezTo>
                    <a:pt x="80967" y="8056"/>
                    <a:pt x="80929" y="8071"/>
                    <a:pt x="80884" y="8102"/>
                  </a:cubicBezTo>
                  <a:lnTo>
                    <a:pt x="80884" y="8132"/>
                  </a:lnTo>
                  <a:cubicBezTo>
                    <a:pt x="80853" y="8193"/>
                    <a:pt x="80853" y="8254"/>
                    <a:pt x="80853" y="8345"/>
                  </a:cubicBezTo>
                  <a:cubicBezTo>
                    <a:pt x="80853" y="8436"/>
                    <a:pt x="80792" y="8527"/>
                    <a:pt x="80671" y="8558"/>
                  </a:cubicBezTo>
                  <a:lnTo>
                    <a:pt x="80549" y="8588"/>
                  </a:lnTo>
                  <a:cubicBezTo>
                    <a:pt x="80336" y="8527"/>
                    <a:pt x="80093" y="8466"/>
                    <a:pt x="79880" y="8406"/>
                  </a:cubicBezTo>
                  <a:cubicBezTo>
                    <a:pt x="79872" y="8403"/>
                    <a:pt x="79863" y="8402"/>
                    <a:pt x="79852" y="8402"/>
                  </a:cubicBezTo>
                  <a:cubicBezTo>
                    <a:pt x="79747" y="8402"/>
                    <a:pt x="79543" y="8530"/>
                    <a:pt x="79516" y="8558"/>
                  </a:cubicBezTo>
                  <a:cubicBezTo>
                    <a:pt x="79506" y="8576"/>
                    <a:pt x="79482" y="8584"/>
                    <a:pt x="79452" y="8584"/>
                  </a:cubicBezTo>
                  <a:cubicBezTo>
                    <a:pt x="79384" y="8584"/>
                    <a:pt x="79284" y="8548"/>
                    <a:pt x="79242" y="8527"/>
                  </a:cubicBezTo>
                  <a:cubicBezTo>
                    <a:pt x="79181" y="8466"/>
                    <a:pt x="79151" y="8375"/>
                    <a:pt x="79181" y="8254"/>
                  </a:cubicBezTo>
                  <a:cubicBezTo>
                    <a:pt x="79242" y="8193"/>
                    <a:pt x="79364" y="8132"/>
                    <a:pt x="79455" y="8132"/>
                  </a:cubicBezTo>
                  <a:lnTo>
                    <a:pt x="79607" y="8132"/>
                  </a:lnTo>
                  <a:cubicBezTo>
                    <a:pt x="79637" y="8132"/>
                    <a:pt x="79668" y="8193"/>
                    <a:pt x="79729" y="8223"/>
                  </a:cubicBezTo>
                  <a:lnTo>
                    <a:pt x="79759" y="8254"/>
                  </a:lnTo>
                  <a:cubicBezTo>
                    <a:pt x="79789" y="8269"/>
                    <a:pt x="79820" y="8276"/>
                    <a:pt x="79846" y="8276"/>
                  </a:cubicBezTo>
                  <a:cubicBezTo>
                    <a:pt x="79873" y="8276"/>
                    <a:pt x="79896" y="8269"/>
                    <a:pt x="79911" y="8254"/>
                  </a:cubicBezTo>
                  <a:lnTo>
                    <a:pt x="79911" y="8223"/>
                  </a:lnTo>
                  <a:lnTo>
                    <a:pt x="79911" y="8162"/>
                  </a:lnTo>
                  <a:cubicBezTo>
                    <a:pt x="79911" y="8137"/>
                    <a:pt x="79933" y="8127"/>
                    <a:pt x="79960" y="8127"/>
                  </a:cubicBezTo>
                  <a:cubicBezTo>
                    <a:pt x="79997" y="8127"/>
                    <a:pt x="80045" y="8145"/>
                    <a:pt x="80063" y="8162"/>
                  </a:cubicBezTo>
                  <a:cubicBezTo>
                    <a:pt x="80070" y="8170"/>
                    <a:pt x="80084" y="8174"/>
                    <a:pt x="80101" y="8174"/>
                  </a:cubicBezTo>
                  <a:cubicBezTo>
                    <a:pt x="80154" y="8174"/>
                    <a:pt x="80245" y="8140"/>
                    <a:pt x="80336" y="8071"/>
                  </a:cubicBezTo>
                  <a:lnTo>
                    <a:pt x="80397" y="8193"/>
                  </a:lnTo>
                  <a:cubicBezTo>
                    <a:pt x="80415" y="8211"/>
                    <a:pt x="80453" y="8270"/>
                    <a:pt x="80440" y="8322"/>
                  </a:cubicBezTo>
                  <a:lnTo>
                    <a:pt x="80440" y="8322"/>
                  </a:lnTo>
                  <a:cubicBezTo>
                    <a:pt x="80563" y="8225"/>
                    <a:pt x="80687" y="8103"/>
                    <a:pt x="80671" y="8071"/>
                  </a:cubicBezTo>
                  <a:cubicBezTo>
                    <a:pt x="80671" y="8044"/>
                    <a:pt x="80655" y="8036"/>
                    <a:pt x="80631" y="8036"/>
                  </a:cubicBezTo>
                  <a:cubicBezTo>
                    <a:pt x="80591" y="8036"/>
                    <a:pt x="80530" y="8059"/>
                    <a:pt x="80482" y="8059"/>
                  </a:cubicBezTo>
                  <a:cubicBezTo>
                    <a:pt x="80460" y="8059"/>
                    <a:pt x="80441" y="8054"/>
                    <a:pt x="80428" y="8041"/>
                  </a:cubicBezTo>
                  <a:cubicBezTo>
                    <a:pt x="80367" y="7980"/>
                    <a:pt x="80519" y="7737"/>
                    <a:pt x="80610" y="7646"/>
                  </a:cubicBezTo>
                  <a:cubicBezTo>
                    <a:pt x="80671" y="7585"/>
                    <a:pt x="80580" y="7463"/>
                    <a:pt x="80549" y="7433"/>
                  </a:cubicBezTo>
                  <a:cubicBezTo>
                    <a:pt x="80488" y="7433"/>
                    <a:pt x="80428" y="7524"/>
                    <a:pt x="80397" y="7554"/>
                  </a:cubicBezTo>
                  <a:cubicBezTo>
                    <a:pt x="80397" y="7580"/>
                    <a:pt x="80376" y="7590"/>
                    <a:pt x="80346" y="7590"/>
                  </a:cubicBezTo>
                  <a:cubicBezTo>
                    <a:pt x="80305" y="7590"/>
                    <a:pt x="80250" y="7572"/>
                    <a:pt x="80215" y="7554"/>
                  </a:cubicBezTo>
                  <a:cubicBezTo>
                    <a:pt x="80154" y="7554"/>
                    <a:pt x="80184" y="7433"/>
                    <a:pt x="80154" y="7372"/>
                  </a:cubicBezTo>
                  <a:cubicBezTo>
                    <a:pt x="80124" y="7342"/>
                    <a:pt x="80184" y="7281"/>
                    <a:pt x="80306" y="7251"/>
                  </a:cubicBezTo>
                  <a:lnTo>
                    <a:pt x="80367" y="7220"/>
                  </a:lnTo>
                  <a:cubicBezTo>
                    <a:pt x="80397" y="7190"/>
                    <a:pt x="80397" y="7099"/>
                    <a:pt x="80397" y="7099"/>
                  </a:cubicBezTo>
                  <a:lnTo>
                    <a:pt x="80306" y="7038"/>
                  </a:lnTo>
                  <a:cubicBezTo>
                    <a:pt x="80267" y="7012"/>
                    <a:pt x="80231" y="7001"/>
                    <a:pt x="80199" y="7001"/>
                  </a:cubicBezTo>
                  <a:cubicBezTo>
                    <a:pt x="80077" y="7001"/>
                    <a:pt x="80002" y="7148"/>
                    <a:pt x="80002" y="7220"/>
                  </a:cubicBezTo>
                  <a:lnTo>
                    <a:pt x="80002" y="7554"/>
                  </a:lnTo>
                  <a:lnTo>
                    <a:pt x="79637" y="7554"/>
                  </a:lnTo>
                  <a:cubicBezTo>
                    <a:pt x="79577" y="7585"/>
                    <a:pt x="79516" y="7676"/>
                    <a:pt x="79546" y="7767"/>
                  </a:cubicBezTo>
                  <a:lnTo>
                    <a:pt x="79425" y="7798"/>
                  </a:lnTo>
                  <a:cubicBezTo>
                    <a:pt x="79303" y="7858"/>
                    <a:pt x="79121" y="7828"/>
                    <a:pt x="79090" y="8010"/>
                  </a:cubicBezTo>
                  <a:cubicBezTo>
                    <a:pt x="79060" y="8041"/>
                    <a:pt x="78999" y="8041"/>
                    <a:pt x="78969" y="8041"/>
                  </a:cubicBezTo>
                  <a:lnTo>
                    <a:pt x="78756" y="7858"/>
                  </a:lnTo>
                  <a:cubicBezTo>
                    <a:pt x="78646" y="7969"/>
                    <a:pt x="78520" y="8047"/>
                    <a:pt x="78424" y="8047"/>
                  </a:cubicBezTo>
                  <a:cubicBezTo>
                    <a:pt x="78387" y="8047"/>
                    <a:pt x="78355" y="8036"/>
                    <a:pt x="78330" y="8010"/>
                  </a:cubicBezTo>
                  <a:lnTo>
                    <a:pt x="78300" y="7950"/>
                  </a:lnTo>
                  <a:lnTo>
                    <a:pt x="78270" y="7858"/>
                  </a:lnTo>
                  <a:cubicBezTo>
                    <a:pt x="78330" y="7798"/>
                    <a:pt x="78330" y="7463"/>
                    <a:pt x="78209" y="7433"/>
                  </a:cubicBezTo>
                  <a:cubicBezTo>
                    <a:pt x="78199" y="7431"/>
                    <a:pt x="78189" y="7430"/>
                    <a:pt x="78179" y="7430"/>
                  </a:cubicBezTo>
                  <a:cubicBezTo>
                    <a:pt x="78047" y="7430"/>
                    <a:pt x="77807" y="7590"/>
                    <a:pt x="77722" y="7646"/>
                  </a:cubicBezTo>
                  <a:cubicBezTo>
                    <a:pt x="77695" y="7687"/>
                    <a:pt x="77630" y="7703"/>
                    <a:pt x="77562" y="7703"/>
                  </a:cubicBezTo>
                  <a:cubicBezTo>
                    <a:pt x="77479" y="7703"/>
                    <a:pt x="77391" y="7679"/>
                    <a:pt x="77358" y="7646"/>
                  </a:cubicBezTo>
                  <a:cubicBezTo>
                    <a:pt x="77342" y="7630"/>
                    <a:pt x="77320" y="7623"/>
                    <a:pt x="77293" y="7623"/>
                  </a:cubicBezTo>
                  <a:cubicBezTo>
                    <a:pt x="77266" y="7623"/>
                    <a:pt x="77236" y="7630"/>
                    <a:pt x="77206" y="7646"/>
                  </a:cubicBezTo>
                  <a:cubicBezTo>
                    <a:pt x="77114" y="7585"/>
                    <a:pt x="77054" y="7494"/>
                    <a:pt x="76993" y="7403"/>
                  </a:cubicBezTo>
                  <a:lnTo>
                    <a:pt x="76750" y="7372"/>
                  </a:lnTo>
                  <a:cubicBezTo>
                    <a:pt x="76719" y="7342"/>
                    <a:pt x="76719" y="7281"/>
                    <a:pt x="76750" y="7220"/>
                  </a:cubicBezTo>
                  <a:cubicBezTo>
                    <a:pt x="76780" y="7190"/>
                    <a:pt x="76871" y="7099"/>
                    <a:pt x="76871" y="7099"/>
                  </a:cubicBezTo>
                  <a:cubicBezTo>
                    <a:pt x="76719" y="6947"/>
                    <a:pt x="76902" y="6947"/>
                    <a:pt x="76993" y="6886"/>
                  </a:cubicBezTo>
                  <a:lnTo>
                    <a:pt x="77023" y="6855"/>
                  </a:lnTo>
                  <a:cubicBezTo>
                    <a:pt x="77145" y="6855"/>
                    <a:pt x="77054" y="6825"/>
                    <a:pt x="76871" y="6764"/>
                  </a:cubicBezTo>
                  <a:lnTo>
                    <a:pt x="76689" y="6886"/>
                  </a:lnTo>
                  <a:cubicBezTo>
                    <a:pt x="76628" y="6855"/>
                    <a:pt x="76628" y="6734"/>
                    <a:pt x="76628" y="6673"/>
                  </a:cubicBezTo>
                  <a:cubicBezTo>
                    <a:pt x="76659" y="6643"/>
                    <a:pt x="76476" y="6430"/>
                    <a:pt x="76415" y="6399"/>
                  </a:cubicBezTo>
                  <a:cubicBezTo>
                    <a:pt x="76390" y="6374"/>
                    <a:pt x="76342" y="6364"/>
                    <a:pt x="76292" y="6364"/>
                  </a:cubicBezTo>
                  <a:cubicBezTo>
                    <a:pt x="76222" y="6364"/>
                    <a:pt x="76147" y="6382"/>
                    <a:pt x="76111" y="6399"/>
                  </a:cubicBezTo>
                  <a:cubicBezTo>
                    <a:pt x="76051" y="6430"/>
                    <a:pt x="76020" y="6521"/>
                    <a:pt x="76051" y="6582"/>
                  </a:cubicBezTo>
                  <a:lnTo>
                    <a:pt x="75929" y="6582"/>
                  </a:lnTo>
                  <a:cubicBezTo>
                    <a:pt x="75868" y="6551"/>
                    <a:pt x="75807" y="6491"/>
                    <a:pt x="75716" y="6491"/>
                  </a:cubicBezTo>
                  <a:cubicBezTo>
                    <a:pt x="75655" y="6521"/>
                    <a:pt x="75595" y="6612"/>
                    <a:pt x="75534" y="6643"/>
                  </a:cubicBezTo>
                  <a:cubicBezTo>
                    <a:pt x="75504" y="6658"/>
                    <a:pt x="75443" y="6665"/>
                    <a:pt x="75390" y="6665"/>
                  </a:cubicBezTo>
                  <a:cubicBezTo>
                    <a:pt x="75336" y="6665"/>
                    <a:pt x="75291" y="6658"/>
                    <a:pt x="75291" y="6643"/>
                  </a:cubicBezTo>
                  <a:lnTo>
                    <a:pt x="75260" y="6551"/>
                  </a:lnTo>
                  <a:cubicBezTo>
                    <a:pt x="75169" y="6491"/>
                    <a:pt x="75108" y="6460"/>
                    <a:pt x="75139" y="6430"/>
                  </a:cubicBezTo>
                  <a:lnTo>
                    <a:pt x="75169" y="6430"/>
                  </a:lnTo>
                  <a:cubicBezTo>
                    <a:pt x="75230" y="6369"/>
                    <a:pt x="75291" y="6339"/>
                    <a:pt x="75352" y="6278"/>
                  </a:cubicBezTo>
                  <a:cubicBezTo>
                    <a:pt x="75412" y="6217"/>
                    <a:pt x="75412" y="6126"/>
                    <a:pt x="75473" y="6065"/>
                  </a:cubicBezTo>
                  <a:lnTo>
                    <a:pt x="75534" y="6004"/>
                  </a:lnTo>
                  <a:cubicBezTo>
                    <a:pt x="75625" y="6004"/>
                    <a:pt x="75747" y="5944"/>
                    <a:pt x="75807" y="5883"/>
                  </a:cubicBezTo>
                  <a:lnTo>
                    <a:pt x="75868" y="5852"/>
                  </a:lnTo>
                  <a:lnTo>
                    <a:pt x="75959" y="5822"/>
                  </a:lnTo>
                  <a:cubicBezTo>
                    <a:pt x="75929" y="5792"/>
                    <a:pt x="75838" y="5609"/>
                    <a:pt x="75868" y="5609"/>
                  </a:cubicBezTo>
                  <a:cubicBezTo>
                    <a:pt x="75878" y="5599"/>
                    <a:pt x="75858" y="5596"/>
                    <a:pt x="75822" y="5596"/>
                  </a:cubicBezTo>
                  <a:cubicBezTo>
                    <a:pt x="75750" y="5596"/>
                    <a:pt x="75615" y="5609"/>
                    <a:pt x="75534" y="5609"/>
                  </a:cubicBezTo>
                  <a:cubicBezTo>
                    <a:pt x="75412" y="5609"/>
                    <a:pt x="75291" y="5518"/>
                    <a:pt x="75260" y="5427"/>
                  </a:cubicBezTo>
                  <a:lnTo>
                    <a:pt x="75352" y="5244"/>
                  </a:lnTo>
                  <a:cubicBezTo>
                    <a:pt x="75382" y="5214"/>
                    <a:pt x="75382" y="5153"/>
                    <a:pt x="75352" y="5123"/>
                  </a:cubicBezTo>
                  <a:cubicBezTo>
                    <a:pt x="75291" y="5062"/>
                    <a:pt x="75230" y="5032"/>
                    <a:pt x="75169" y="4971"/>
                  </a:cubicBezTo>
                  <a:cubicBezTo>
                    <a:pt x="75230" y="4910"/>
                    <a:pt x="75473" y="4940"/>
                    <a:pt x="75564" y="4910"/>
                  </a:cubicBezTo>
                  <a:cubicBezTo>
                    <a:pt x="75655" y="4880"/>
                    <a:pt x="75686" y="4697"/>
                    <a:pt x="75655" y="4515"/>
                  </a:cubicBezTo>
                  <a:lnTo>
                    <a:pt x="75716" y="4424"/>
                  </a:lnTo>
                  <a:cubicBezTo>
                    <a:pt x="75807" y="4302"/>
                    <a:pt x="75716" y="4181"/>
                    <a:pt x="75655" y="4120"/>
                  </a:cubicBezTo>
                  <a:cubicBezTo>
                    <a:pt x="75534" y="3998"/>
                    <a:pt x="75443" y="3755"/>
                    <a:pt x="75200" y="3755"/>
                  </a:cubicBezTo>
                  <a:cubicBezTo>
                    <a:pt x="75040" y="3755"/>
                    <a:pt x="75113" y="3592"/>
                    <a:pt x="74991" y="3592"/>
                  </a:cubicBezTo>
                  <a:cubicBezTo>
                    <a:pt x="74974" y="3592"/>
                    <a:pt x="74953" y="3595"/>
                    <a:pt x="74926" y="3603"/>
                  </a:cubicBezTo>
                  <a:cubicBezTo>
                    <a:pt x="74926" y="3603"/>
                    <a:pt x="74865" y="3573"/>
                    <a:pt x="74896" y="3542"/>
                  </a:cubicBezTo>
                  <a:cubicBezTo>
                    <a:pt x="74896" y="3481"/>
                    <a:pt x="74956" y="3451"/>
                    <a:pt x="74956" y="3390"/>
                  </a:cubicBezTo>
                  <a:cubicBezTo>
                    <a:pt x="74956" y="3330"/>
                    <a:pt x="74956" y="3299"/>
                    <a:pt x="74926" y="3238"/>
                  </a:cubicBezTo>
                  <a:cubicBezTo>
                    <a:pt x="74896" y="3208"/>
                    <a:pt x="74804" y="3147"/>
                    <a:pt x="74774" y="3117"/>
                  </a:cubicBezTo>
                  <a:cubicBezTo>
                    <a:pt x="74774" y="3117"/>
                    <a:pt x="74804" y="3026"/>
                    <a:pt x="74804" y="3026"/>
                  </a:cubicBezTo>
                  <a:lnTo>
                    <a:pt x="74835" y="3026"/>
                  </a:lnTo>
                  <a:cubicBezTo>
                    <a:pt x="74926" y="3056"/>
                    <a:pt x="75017" y="3117"/>
                    <a:pt x="75078" y="3208"/>
                  </a:cubicBezTo>
                  <a:lnTo>
                    <a:pt x="75139" y="3269"/>
                  </a:lnTo>
                  <a:cubicBezTo>
                    <a:pt x="75200" y="3269"/>
                    <a:pt x="75139" y="3178"/>
                    <a:pt x="75108" y="3117"/>
                  </a:cubicBezTo>
                  <a:cubicBezTo>
                    <a:pt x="75048" y="3086"/>
                    <a:pt x="75230" y="2965"/>
                    <a:pt x="75291" y="2934"/>
                  </a:cubicBezTo>
                  <a:cubicBezTo>
                    <a:pt x="75321" y="2904"/>
                    <a:pt x="75291" y="2813"/>
                    <a:pt x="75139" y="2752"/>
                  </a:cubicBezTo>
                  <a:lnTo>
                    <a:pt x="75108" y="2782"/>
                  </a:lnTo>
                  <a:cubicBezTo>
                    <a:pt x="75044" y="2819"/>
                    <a:pt x="74997" y="2834"/>
                    <a:pt x="74962" y="2834"/>
                  </a:cubicBezTo>
                  <a:cubicBezTo>
                    <a:pt x="74880" y="2834"/>
                    <a:pt x="74865" y="2755"/>
                    <a:pt x="74865" y="2691"/>
                  </a:cubicBezTo>
                  <a:cubicBezTo>
                    <a:pt x="74865" y="2600"/>
                    <a:pt x="74774" y="2600"/>
                    <a:pt x="74713" y="2600"/>
                  </a:cubicBezTo>
                  <a:lnTo>
                    <a:pt x="74652" y="2600"/>
                  </a:lnTo>
                  <a:cubicBezTo>
                    <a:pt x="74531" y="2509"/>
                    <a:pt x="74409" y="2418"/>
                    <a:pt x="74318" y="2296"/>
                  </a:cubicBezTo>
                  <a:lnTo>
                    <a:pt x="74227" y="2144"/>
                  </a:lnTo>
                  <a:cubicBezTo>
                    <a:pt x="74166" y="2023"/>
                    <a:pt x="74045" y="1962"/>
                    <a:pt x="74288" y="1931"/>
                  </a:cubicBezTo>
                  <a:cubicBezTo>
                    <a:pt x="74257" y="1749"/>
                    <a:pt x="74166" y="1536"/>
                    <a:pt x="74105" y="1354"/>
                  </a:cubicBezTo>
                  <a:lnTo>
                    <a:pt x="74409" y="1263"/>
                  </a:lnTo>
                  <a:cubicBezTo>
                    <a:pt x="74561" y="1232"/>
                    <a:pt x="74561" y="1232"/>
                    <a:pt x="74500" y="1171"/>
                  </a:cubicBezTo>
                  <a:cubicBezTo>
                    <a:pt x="74440" y="1111"/>
                    <a:pt x="74348" y="1080"/>
                    <a:pt x="74227" y="1080"/>
                  </a:cubicBezTo>
                  <a:lnTo>
                    <a:pt x="74166" y="1080"/>
                  </a:lnTo>
                  <a:cubicBezTo>
                    <a:pt x="74105" y="1050"/>
                    <a:pt x="74105" y="959"/>
                    <a:pt x="74166" y="928"/>
                  </a:cubicBezTo>
                  <a:cubicBezTo>
                    <a:pt x="74196" y="898"/>
                    <a:pt x="74045" y="685"/>
                    <a:pt x="73984" y="624"/>
                  </a:cubicBezTo>
                  <a:cubicBezTo>
                    <a:pt x="73893" y="564"/>
                    <a:pt x="73741" y="260"/>
                    <a:pt x="73649" y="229"/>
                  </a:cubicBezTo>
                  <a:cubicBezTo>
                    <a:pt x="73528" y="260"/>
                    <a:pt x="73406" y="290"/>
                    <a:pt x="73285" y="381"/>
                  </a:cubicBezTo>
                  <a:cubicBezTo>
                    <a:pt x="73278" y="384"/>
                    <a:pt x="73268" y="386"/>
                    <a:pt x="73254" y="386"/>
                  </a:cubicBezTo>
                  <a:cubicBezTo>
                    <a:pt x="73146" y="386"/>
                    <a:pt x="72842" y="287"/>
                    <a:pt x="72707" y="260"/>
                  </a:cubicBezTo>
                  <a:cubicBezTo>
                    <a:pt x="72586" y="260"/>
                    <a:pt x="72525" y="442"/>
                    <a:pt x="72525" y="533"/>
                  </a:cubicBezTo>
                  <a:cubicBezTo>
                    <a:pt x="72532" y="555"/>
                    <a:pt x="72520" y="565"/>
                    <a:pt x="72497" y="565"/>
                  </a:cubicBezTo>
                  <a:cubicBezTo>
                    <a:pt x="72427" y="565"/>
                    <a:pt x="72259" y="473"/>
                    <a:pt x="72282" y="381"/>
                  </a:cubicBezTo>
                  <a:cubicBezTo>
                    <a:pt x="72299" y="310"/>
                    <a:pt x="72275" y="280"/>
                    <a:pt x="72222" y="280"/>
                  </a:cubicBezTo>
                  <a:cubicBezTo>
                    <a:pt x="72184" y="280"/>
                    <a:pt x="72132" y="295"/>
                    <a:pt x="72069" y="320"/>
                  </a:cubicBezTo>
                  <a:lnTo>
                    <a:pt x="71886" y="199"/>
                  </a:lnTo>
                  <a:lnTo>
                    <a:pt x="71765" y="138"/>
                  </a:lnTo>
                  <a:cubicBezTo>
                    <a:pt x="71522" y="168"/>
                    <a:pt x="71400" y="260"/>
                    <a:pt x="71400" y="290"/>
                  </a:cubicBezTo>
                  <a:cubicBezTo>
                    <a:pt x="71430" y="290"/>
                    <a:pt x="71339" y="351"/>
                    <a:pt x="71218" y="412"/>
                  </a:cubicBezTo>
                  <a:lnTo>
                    <a:pt x="70944" y="412"/>
                  </a:lnTo>
                  <a:cubicBezTo>
                    <a:pt x="70933" y="409"/>
                    <a:pt x="70920" y="408"/>
                    <a:pt x="70908" y="408"/>
                  </a:cubicBezTo>
                  <a:cubicBezTo>
                    <a:pt x="70756" y="408"/>
                    <a:pt x="70540" y="566"/>
                    <a:pt x="70427" y="594"/>
                  </a:cubicBezTo>
                  <a:cubicBezTo>
                    <a:pt x="70367" y="624"/>
                    <a:pt x="70306" y="655"/>
                    <a:pt x="70215" y="655"/>
                  </a:cubicBezTo>
                  <a:cubicBezTo>
                    <a:pt x="70184" y="564"/>
                    <a:pt x="70306" y="442"/>
                    <a:pt x="70123" y="442"/>
                  </a:cubicBezTo>
                  <a:cubicBezTo>
                    <a:pt x="70083" y="442"/>
                    <a:pt x="70036" y="430"/>
                    <a:pt x="69997" y="430"/>
                  </a:cubicBezTo>
                  <a:cubicBezTo>
                    <a:pt x="69948" y="430"/>
                    <a:pt x="69911" y="449"/>
                    <a:pt x="69911" y="533"/>
                  </a:cubicBezTo>
                  <a:cubicBezTo>
                    <a:pt x="69911" y="564"/>
                    <a:pt x="69850" y="594"/>
                    <a:pt x="69820" y="594"/>
                  </a:cubicBezTo>
                  <a:lnTo>
                    <a:pt x="69698" y="594"/>
                  </a:lnTo>
                  <a:cubicBezTo>
                    <a:pt x="69666" y="610"/>
                    <a:pt x="69628" y="615"/>
                    <a:pt x="69588" y="615"/>
                  </a:cubicBezTo>
                  <a:cubicBezTo>
                    <a:pt x="69498" y="615"/>
                    <a:pt x="69399" y="588"/>
                    <a:pt x="69340" y="588"/>
                  </a:cubicBezTo>
                  <a:cubicBezTo>
                    <a:pt x="69325" y="588"/>
                    <a:pt x="69312" y="589"/>
                    <a:pt x="69303" y="594"/>
                  </a:cubicBezTo>
                  <a:cubicBezTo>
                    <a:pt x="69258" y="603"/>
                    <a:pt x="69214" y="607"/>
                    <a:pt x="69169" y="607"/>
                  </a:cubicBezTo>
                  <a:cubicBezTo>
                    <a:pt x="69062" y="607"/>
                    <a:pt x="68954" y="585"/>
                    <a:pt x="68847" y="564"/>
                  </a:cubicBezTo>
                  <a:lnTo>
                    <a:pt x="68664" y="472"/>
                  </a:lnTo>
                  <a:cubicBezTo>
                    <a:pt x="68648" y="464"/>
                    <a:pt x="68629" y="460"/>
                    <a:pt x="68609" y="460"/>
                  </a:cubicBezTo>
                  <a:cubicBezTo>
                    <a:pt x="68481" y="460"/>
                    <a:pt x="68300" y="611"/>
                    <a:pt x="68300" y="715"/>
                  </a:cubicBezTo>
                  <a:lnTo>
                    <a:pt x="68300" y="746"/>
                  </a:lnTo>
                  <a:cubicBezTo>
                    <a:pt x="68330" y="807"/>
                    <a:pt x="68300" y="807"/>
                    <a:pt x="68239" y="807"/>
                  </a:cubicBezTo>
                  <a:lnTo>
                    <a:pt x="68087" y="807"/>
                  </a:lnTo>
                  <a:cubicBezTo>
                    <a:pt x="68070" y="812"/>
                    <a:pt x="68053" y="815"/>
                    <a:pt x="68037" y="815"/>
                  </a:cubicBezTo>
                  <a:cubicBezTo>
                    <a:pt x="67965" y="815"/>
                    <a:pt x="67905" y="765"/>
                    <a:pt x="67905" y="715"/>
                  </a:cubicBezTo>
                  <a:lnTo>
                    <a:pt x="67874" y="655"/>
                  </a:lnTo>
                  <a:cubicBezTo>
                    <a:pt x="67753" y="351"/>
                    <a:pt x="67753" y="351"/>
                    <a:pt x="68087" y="199"/>
                  </a:cubicBezTo>
                  <a:lnTo>
                    <a:pt x="68148" y="168"/>
                  </a:lnTo>
                  <a:cubicBezTo>
                    <a:pt x="68239" y="138"/>
                    <a:pt x="68269" y="108"/>
                    <a:pt x="68178" y="108"/>
                  </a:cubicBezTo>
                  <a:lnTo>
                    <a:pt x="68148" y="108"/>
                  </a:lnTo>
                  <a:cubicBezTo>
                    <a:pt x="68066" y="58"/>
                    <a:pt x="67984" y="0"/>
                    <a:pt x="679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7"/>
            <p:cNvSpPr/>
            <p:nvPr/>
          </p:nvSpPr>
          <p:spPr>
            <a:xfrm rot="-5400000">
              <a:off x="2646600" y="7156150"/>
              <a:ext cx="82100" cy="50950"/>
            </a:xfrm>
            <a:custGeom>
              <a:rect b="b" l="l" r="r" t="t"/>
              <a:pathLst>
                <a:path extrusionOk="0" h="2038" w="3284">
                  <a:moveTo>
                    <a:pt x="3040" y="1"/>
                  </a:moveTo>
                  <a:cubicBezTo>
                    <a:pt x="2980" y="31"/>
                    <a:pt x="2919" y="62"/>
                    <a:pt x="2888" y="122"/>
                  </a:cubicBezTo>
                  <a:cubicBezTo>
                    <a:pt x="2858" y="153"/>
                    <a:pt x="2812" y="168"/>
                    <a:pt x="2767" y="168"/>
                  </a:cubicBezTo>
                  <a:cubicBezTo>
                    <a:pt x="2721" y="168"/>
                    <a:pt x="2676" y="153"/>
                    <a:pt x="2645" y="122"/>
                  </a:cubicBezTo>
                  <a:cubicBezTo>
                    <a:pt x="2615" y="122"/>
                    <a:pt x="2524" y="305"/>
                    <a:pt x="2432" y="335"/>
                  </a:cubicBezTo>
                  <a:cubicBezTo>
                    <a:pt x="2311" y="335"/>
                    <a:pt x="2220" y="305"/>
                    <a:pt x="2159" y="214"/>
                  </a:cubicBezTo>
                  <a:cubicBezTo>
                    <a:pt x="2156" y="211"/>
                    <a:pt x="2153" y="210"/>
                    <a:pt x="2150" y="210"/>
                  </a:cubicBezTo>
                  <a:cubicBezTo>
                    <a:pt x="2118" y="210"/>
                    <a:pt x="2065" y="353"/>
                    <a:pt x="2037" y="548"/>
                  </a:cubicBezTo>
                  <a:lnTo>
                    <a:pt x="1764" y="609"/>
                  </a:lnTo>
                  <a:cubicBezTo>
                    <a:pt x="1551" y="669"/>
                    <a:pt x="1338" y="700"/>
                    <a:pt x="1125" y="730"/>
                  </a:cubicBezTo>
                  <a:lnTo>
                    <a:pt x="1095" y="730"/>
                  </a:lnTo>
                  <a:cubicBezTo>
                    <a:pt x="1034" y="730"/>
                    <a:pt x="1034" y="761"/>
                    <a:pt x="1034" y="821"/>
                  </a:cubicBezTo>
                  <a:lnTo>
                    <a:pt x="1065" y="821"/>
                  </a:lnTo>
                  <a:cubicBezTo>
                    <a:pt x="1217" y="882"/>
                    <a:pt x="1429" y="943"/>
                    <a:pt x="1612" y="1034"/>
                  </a:cubicBezTo>
                  <a:cubicBezTo>
                    <a:pt x="1673" y="1065"/>
                    <a:pt x="1733" y="1186"/>
                    <a:pt x="1733" y="1186"/>
                  </a:cubicBezTo>
                  <a:cubicBezTo>
                    <a:pt x="1733" y="1217"/>
                    <a:pt x="1673" y="1247"/>
                    <a:pt x="1673" y="1247"/>
                  </a:cubicBezTo>
                  <a:cubicBezTo>
                    <a:pt x="1627" y="1247"/>
                    <a:pt x="1574" y="1262"/>
                    <a:pt x="1528" y="1262"/>
                  </a:cubicBezTo>
                  <a:cubicBezTo>
                    <a:pt x="1483" y="1262"/>
                    <a:pt x="1445" y="1247"/>
                    <a:pt x="1429" y="1186"/>
                  </a:cubicBezTo>
                  <a:cubicBezTo>
                    <a:pt x="1429" y="1156"/>
                    <a:pt x="1369" y="1095"/>
                    <a:pt x="1369" y="1095"/>
                  </a:cubicBezTo>
                  <a:cubicBezTo>
                    <a:pt x="1288" y="1086"/>
                    <a:pt x="1211" y="1082"/>
                    <a:pt x="1135" y="1082"/>
                  </a:cubicBezTo>
                  <a:cubicBezTo>
                    <a:pt x="953" y="1082"/>
                    <a:pt x="781" y="1104"/>
                    <a:pt x="609" y="1125"/>
                  </a:cubicBezTo>
                  <a:cubicBezTo>
                    <a:pt x="577" y="1138"/>
                    <a:pt x="547" y="1143"/>
                    <a:pt x="520" y="1143"/>
                  </a:cubicBezTo>
                  <a:cubicBezTo>
                    <a:pt x="448" y="1143"/>
                    <a:pt x="395" y="1108"/>
                    <a:pt x="363" y="1108"/>
                  </a:cubicBezTo>
                  <a:cubicBezTo>
                    <a:pt x="351" y="1108"/>
                    <a:pt x="342" y="1113"/>
                    <a:pt x="335" y="1125"/>
                  </a:cubicBezTo>
                  <a:lnTo>
                    <a:pt x="214" y="1247"/>
                  </a:lnTo>
                  <a:cubicBezTo>
                    <a:pt x="175" y="1218"/>
                    <a:pt x="140" y="1207"/>
                    <a:pt x="109" y="1207"/>
                  </a:cubicBezTo>
                  <a:cubicBezTo>
                    <a:pt x="43" y="1207"/>
                    <a:pt x="1" y="1257"/>
                    <a:pt x="1" y="1277"/>
                  </a:cubicBezTo>
                  <a:cubicBezTo>
                    <a:pt x="1" y="1308"/>
                    <a:pt x="305" y="1308"/>
                    <a:pt x="426" y="1308"/>
                  </a:cubicBezTo>
                  <a:cubicBezTo>
                    <a:pt x="548" y="1308"/>
                    <a:pt x="578" y="1399"/>
                    <a:pt x="548" y="1429"/>
                  </a:cubicBezTo>
                  <a:cubicBezTo>
                    <a:pt x="518" y="1460"/>
                    <a:pt x="578" y="1581"/>
                    <a:pt x="700" y="1703"/>
                  </a:cubicBezTo>
                  <a:lnTo>
                    <a:pt x="518" y="1794"/>
                  </a:lnTo>
                  <a:lnTo>
                    <a:pt x="457" y="1825"/>
                  </a:lnTo>
                  <a:cubicBezTo>
                    <a:pt x="487" y="1946"/>
                    <a:pt x="578" y="2007"/>
                    <a:pt x="700" y="2037"/>
                  </a:cubicBezTo>
                  <a:lnTo>
                    <a:pt x="761" y="2007"/>
                  </a:lnTo>
                  <a:lnTo>
                    <a:pt x="852" y="1916"/>
                  </a:lnTo>
                  <a:cubicBezTo>
                    <a:pt x="943" y="1794"/>
                    <a:pt x="1034" y="1642"/>
                    <a:pt x="1065" y="1490"/>
                  </a:cubicBezTo>
                  <a:lnTo>
                    <a:pt x="1004" y="1369"/>
                  </a:lnTo>
                  <a:lnTo>
                    <a:pt x="913" y="1369"/>
                  </a:lnTo>
                  <a:cubicBezTo>
                    <a:pt x="896" y="1377"/>
                    <a:pt x="882" y="1380"/>
                    <a:pt x="870" y="1380"/>
                  </a:cubicBezTo>
                  <a:cubicBezTo>
                    <a:pt x="838" y="1380"/>
                    <a:pt x="821" y="1352"/>
                    <a:pt x="821" y="1308"/>
                  </a:cubicBezTo>
                  <a:lnTo>
                    <a:pt x="821" y="1277"/>
                  </a:lnTo>
                  <a:lnTo>
                    <a:pt x="943" y="1125"/>
                  </a:lnTo>
                  <a:cubicBezTo>
                    <a:pt x="1125" y="1156"/>
                    <a:pt x="1217" y="1308"/>
                    <a:pt x="1247" y="1460"/>
                  </a:cubicBezTo>
                  <a:cubicBezTo>
                    <a:pt x="1217" y="1581"/>
                    <a:pt x="1217" y="1703"/>
                    <a:pt x="1277" y="1825"/>
                  </a:cubicBezTo>
                  <a:cubicBezTo>
                    <a:pt x="1289" y="1836"/>
                    <a:pt x="1304" y="1841"/>
                    <a:pt x="1321" y="1841"/>
                  </a:cubicBezTo>
                  <a:cubicBezTo>
                    <a:pt x="1392" y="1841"/>
                    <a:pt x="1496" y="1752"/>
                    <a:pt x="1521" y="1703"/>
                  </a:cubicBezTo>
                  <a:cubicBezTo>
                    <a:pt x="1551" y="1642"/>
                    <a:pt x="1855" y="1551"/>
                    <a:pt x="1855" y="1460"/>
                  </a:cubicBezTo>
                  <a:cubicBezTo>
                    <a:pt x="1855" y="1373"/>
                    <a:pt x="1937" y="1123"/>
                    <a:pt x="2049" y="1123"/>
                  </a:cubicBezTo>
                  <a:cubicBezTo>
                    <a:pt x="2055" y="1123"/>
                    <a:pt x="2061" y="1124"/>
                    <a:pt x="2068" y="1125"/>
                  </a:cubicBezTo>
                  <a:cubicBezTo>
                    <a:pt x="2159" y="1125"/>
                    <a:pt x="2159" y="1247"/>
                    <a:pt x="2037" y="1369"/>
                  </a:cubicBezTo>
                  <a:lnTo>
                    <a:pt x="1976" y="1460"/>
                  </a:lnTo>
                  <a:lnTo>
                    <a:pt x="1946" y="1490"/>
                  </a:lnTo>
                  <a:cubicBezTo>
                    <a:pt x="1946" y="1521"/>
                    <a:pt x="2098" y="1581"/>
                    <a:pt x="2128" y="1581"/>
                  </a:cubicBezTo>
                  <a:cubicBezTo>
                    <a:pt x="2189" y="1581"/>
                    <a:pt x="2250" y="1399"/>
                    <a:pt x="2250" y="1338"/>
                  </a:cubicBezTo>
                  <a:cubicBezTo>
                    <a:pt x="2269" y="1301"/>
                    <a:pt x="2299" y="1275"/>
                    <a:pt x="2341" y="1275"/>
                  </a:cubicBezTo>
                  <a:cubicBezTo>
                    <a:pt x="2367" y="1275"/>
                    <a:pt x="2398" y="1285"/>
                    <a:pt x="2432" y="1308"/>
                  </a:cubicBezTo>
                  <a:lnTo>
                    <a:pt x="2463" y="1308"/>
                  </a:lnTo>
                  <a:cubicBezTo>
                    <a:pt x="2503" y="1308"/>
                    <a:pt x="2557" y="1321"/>
                    <a:pt x="2607" y="1321"/>
                  </a:cubicBezTo>
                  <a:cubicBezTo>
                    <a:pt x="2632" y="1321"/>
                    <a:pt x="2655" y="1318"/>
                    <a:pt x="2676" y="1308"/>
                  </a:cubicBezTo>
                  <a:lnTo>
                    <a:pt x="2706" y="1308"/>
                  </a:lnTo>
                  <a:cubicBezTo>
                    <a:pt x="2736" y="1277"/>
                    <a:pt x="2676" y="1186"/>
                    <a:pt x="2554" y="1125"/>
                  </a:cubicBezTo>
                  <a:lnTo>
                    <a:pt x="2524" y="1034"/>
                  </a:lnTo>
                  <a:cubicBezTo>
                    <a:pt x="2493" y="1019"/>
                    <a:pt x="2463" y="1011"/>
                    <a:pt x="2432" y="1011"/>
                  </a:cubicBezTo>
                  <a:cubicBezTo>
                    <a:pt x="2402" y="1011"/>
                    <a:pt x="2372" y="1019"/>
                    <a:pt x="2341" y="1034"/>
                  </a:cubicBezTo>
                  <a:lnTo>
                    <a:pt x="2280" y="1034"/>
                  </a:lnTo>
                  <a:cubicBezTo>
                    <a:pt x="2268" y="1037"/>
                    <a:pt x="2258" y="1039"/>
                    <a:pt x="2249" y="1039"/>
                  </a:cubicBezTo>
                  <a:cubicBezTo>
                    <a:pt x="2172" y="1039"/>
                    <a:pt x="2235" y="921"/>
                    <a:pt x="2372" y="730"/>
                  </a:cubicBezTo>
                  <a:lnTo>
                    <a:pt x="2676" y="761"/>
                  </a:lnTo>
                  <a:lnTo>
                    <a:pt x="2767" y="761"/>
                  </a:lnTo>
                  <a:cubicBezTo>
                    <a:pt x="2888" y="761"/>
                    <a:pt x="2919" y="669"/>
                    <a:pt x="2858" y="578"/>
                  </a:cubicBezTo>
                  <a:lnTo>
                    <a:pt x="3040" y="457"/>
                  </a:lnTo>
                  <a:cubicBezTo>
                    <a:pt x="3101" y="426"/>
                    <a:pt x="3192" y="396"/>
                    <a:pt x="3253" y="366"/>
                  </a:cubicBezTo>
                  <a:cubicBezTo>
                    <a:pt x="3223" y="305"/>
                    <a:pt x="3192" y="274"/>
                    <a:pt x="3132" y="274"/>
                  </a:cubicBezTo>
                  <a:cubicBezTo>
                    <a:pt x="3126" y="280"/>
                    <a:pt x="3121" y="282"/>
                    <a:pt x="3118" y="282"/>
                  </a:cubicBezTo>
                  <a:cubicBezTo>
                    <a:pt x="3102" y="282"/>
                    <a:pt x="3107" y="233"/>
                    <a:pt x="3132" y="183"/>
                  </a:cubicBezTo>
                  <a:cubicBezTo>
                    <a:pt x="3253" y="183"/>
                    <a:pt x="3284" y="92"/>
                    <a:pt x="3253" y="62"/>
                  </a:cubicBezTo>
                  <a:cubicBezTo>
                    <a:pt x="3223" y="1"/>
                    <a:pt x="3101" y="1"/>
                    <a:pt x="3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7"/>
            <p:cNvSpPr/>
            <p:nvPr/>
          </p:nvSpPr>
          <p:spPr>
            <a:xfrm rot="-5400000">
              <a:off x="2687413" y="7215938"/>
              <a:ext cx="77225" cy="27400"/>
            </a:xfrm>
            <a:custGeom>
              <a:rect b="b" l="l" r="r" t="t"/>
              <a:pathLst>
                <a:path extrusionOk="0" h="1096" w="3089">
                  <a:moveTo>
                    <a:pt x="730" y="1"/>
                  </a:moveTo>
                  <a:cubicBezTo>
                    <a:pt x="638" y="1"/>
                    <a:pt x="547" y="31"/>
                    <a:pt x="456" y="62"/>
                  </a:cubicBezTo>
                  <a:cubicBezTo>
                    <a:pt x="426" y="62"/>
                    <a:pt x="365" y="122"/>
                    <a:pt x="365" y="153"/>
                  </a:cubicBezTo>
                  <a:cubicBezTo>
                    <a:pt x="395" y="183"/>
                    <a:pt x="426" y="214"/>
                    <a:pt x="456" y="214"/>
                  </a:cubicBezTo>
                  <a:lnTo>
                    <a:pt x="517" y="244"/>
                  </a:lnTo>
                  <a:cubicBezTo>
                    <a:pt x="608" y="244"/>
                    <a:pt x="669" y="426"/>
                    <a:pt x="669" y="457"/>
                  </a:cubicBezTo>
                  <a:cubicBezTo>
                    <a:pt x="669" y="473"/>
                    <a:pt x="658" y="481"/>
                    <a:pt x="638" y="481"/>
                  </a:cubicBezTo>
                  <a:cubicBezTo>
                    <a:pt x="585" y="481"/>
                    <a:pt x="468" y="424"/>
                    <a:pt x="334" y="335"/>
                  </a:cubicBezTo>
                  <a:lnTo>
                    <a:pt x="243" y="244"/>
                  </a:lnTo>
                  <a:lnTo>
                    <a:pt x="122" y="122"/>
                  </a:lnTo>
                  <a:lnTo>
                    <a:pt x="122" y="122"/>
                  </a:lnTo>
                  <a:cubicBezTo>
                    <a:pt x="0" y="183"/>
                    <a:pt x="213" y="457"/>
                    <a:pt x="334" y="548"/>
                  </a:cubicBezTo>
                  <a:cubicBezTo>
                    <a:pt x="456" y="609"/>
                    <a:pt x="486" y="730"/>
                    <a:pt x="365" y="791"/>
                  </a:cubicBezTo>
                  <a:lnTo>
                    <a:pt x="365" y="822"/>
                  </a:lnTo>
                  <a:cubicBezTo>
                    <a:pt x="395" y="974"/>
                    <a:pt x="304" y="974"/>
                    <a:pt x="152" y="974"/>
                  </a:cubicBezTo>
                  <a:lnTo>
                    <a:pt x="122" y="974"/>
                  </a:lnTo>
                  <a:cubicBezTo>
                    <a:pt x="91" y="1034"/>
                    <a:pt x="122" y="1095"/>
                    <a:pt x="213" y="1095"/>
                  </a:cubicBezTo>
                  <a:lnTo>
                    <a:pt x="274" y="1065"/>
                  </a:lnTo>
                  <a:lnTo>
                    <a:pt x="426" y="1004"/>
                  </a:lnTo>
                  <a:cubicBezTo>
                    <a:pt x="458" y="1020"/>
                    <a:pt x="486" y="1028"/>
                    <a:pt x="509" y="1028"/>
                  </a:cubicBezTo>
                  <a:cubicBezTo>
                    <a:pt x="571" y="1028"/>
                    <a:pt x="592" y="971"/>
                    <a:pt x="547" y="882"/>
                  </a:cubicBezTo>
                  <a:lnTo>
                    <a:pt x="669" y="761"/>
                  </a:lnTo>
                  <a:lnTo>
                    <a:pt x="699" y="761"/>
                  </a:lnTo>
                  <a:cubicBezTo>
                    <a:pt x="821" y="791"/>
                    <a:pt x="912" y="822"/>
                    <a:pt x="1003" y="882"/>
                  </a:cubicBezTo>
                  <a:cubicBezTo>
                    <a:pt x="1011" y="886"/>
                    <a:pt x="1022" y="888"/>
                    <a:pt x="1034" y="888"/>
                  </a:cubicBezTo>
                  <a:cubicBezTo>
                    <a:pt x="1111" y="888"/>
                    <a:pt x="1250" y="813"/>
                    <a:pt x="1277" y="761"/>
                  </a:cubicBezTo>
                  <a:cubicBezTo>
                    <a:pt x="1299" y="750"/>
                    <a:pt x="1321" y="743"/>
                    <a:pt x="1342" y="743"/>
                  </a:cubicBezTo>
                  <a:cubicBezTo>
                    <a:pt x="1378" y="743"/>
                    <a:pt x="1409" y="764"/>
                    <a:pt x="1429" y="822"/>
                  </a:cubicBezTo>
                  <a:lnTo>
                    <a:pt x="1489" y="761"/>
                  </a:lnTo>
                  <a:cubicBezTo>
                    <a:pt x="1550" y="700"/>
                    <a:pt x="1581" y="700"/>
                    <a:pt x="1641" y="670"/>
                  </a:cubicBezTo>
                  <a:lnTo>
                    <a:pt x="1824" y="670"/>
                  </a:lnTo>
                  <a:cubicBezTo>
                    <a:pt x="2006" y="700"/>
                    <a:pt x="2189" y="791"/>
                    <a:pt x="2310" y="943"/>
                  </a:cubicBezTo>
                  <a:cubicBezTo>
                    <a:pt x="2318" y="967"/>
                    <a:pt x="2339" y="976"/>
                    <a:pt x="2366" y="976"/>
                  </a:cubicBezTo>
                  <a:cubicBezTo>
                    <a:pt x="2442" y="976"/>
                    <a:pt x="2569" y="905"/>
                    <a:pt x="2614" y="882"/>
                  </a:cubicBezTo>
                  <a:cubicBezTo>
                    <a:pt x="2650" y="847"/>
                    <a:pt x="2696" y="832"/>
                    <a:pt x="2740" y="832"/>
                  </a:cubicBezTo>
                  <a:cubicBezTo>
                    <a:pt x="2771" y="832"/>
                    <a:pt x="2802" y="839"/>
                    <a:pt x="2827" y="852"/>
                  </a:cubicBezTo>
                  <a:lnTo>
                    <a:pt x="2918" y="852"/>
                  </a:lnTo>
                  <a:lnTo>
                    <a:pt x="2979" y="882"/>
                  </a:lnTo>
                  <a:cubicBezTo>
                    <a:pt x="2991" y="886"/>
                    <a:pt x="3002" y="888"/>
                    <a:pt x="3011" y="888"/>
                  </a:cubicBezTo>
                  <a:cubicBezTo>
                    <a:pt x="3076" y="888"/>
                    <a:pt x="3088" y="806"/>
                    <a:pt x="3009" y="700"/>
                  </a:cubicBezTo>
                  <a:lnTo>
                    <a:pt x="2796" y="578"/>
                  </a:lnTo>
                  <a:cubicBezTo>
                    <a:pt x="2741" y="556"/>
                    <a:pt x="2702" y="547"/>
                    <a:pt x="2674" y="547"/>
                  </a:cubicBezTo>
                  <a:cubicBezTo>
                    <a:pt x="2548" y="547"/>
                    <a:pt x="2647" y="730"/>
                    <a:pt x="2523" y="730"/>
                  </a:cubicBezTo>
                  <a:cubicBezTo>
                    <a:pt x="2488" y="730"/>
                    <a:pt x="2434" y="750"/>
                    <a:pt x="2393" y="750"/>
                  </a:cubicBezTo>
                  <a:cubicBezTo>
                    <a:pt x="2363" y="750"/>
                    <a:pt x="2341" y="739"/>
                    <a:pt x="2341" y="700"/>
                  </a:cubicBezTo>
                  <a:cubicBezTo>
                    <a:pt x="2318" y="632"/>
                    <a:pt x="2312" y="597"/>
                    <a:pt x="2259" y="597"/>
                  </a:cubicBezTo>
                  <a:cubicBezTo>
                    <a:pt x="2242" y="597"/>
                    <a:pt x="2219" y="601"/>
                    <a:pt x="2189" y="609"/>
                  </a:cubicBezTo>
                  <a:cubicBezTo>
                    <a:pt x="2037" y="609"/>
                    <a:pt x="2006" y="548"/>
                    <a:pt x="2006" y="457"/>
                  </a:cubicBezTo>
                  <a:lnTo>
                    <a:pt x="2006" y="426"/>
                  </a:lnTo>
                  <a:cubicBezTo>
                    <a:pt x="2000" y="415"/>
                    <a:pt x="1991" y="410"/>
                    <a:pt x="1979" y="410"/>
                  </a:cubicBezTo>
                  <a:cubicBezTo>
                    <a:pt x="1932" y="410"/>
                    <a:pt x="1848" y="493"/>
                    <a:pt x="1824" y="518"/>
                  </a:cubicBezTo>
                  <a:cubicBezTo>
                    <a:pt x="1733" y="578"/>
                    <a:pt x="1611" y="639"/>
                    <a:pt x="1489" y="670"/>
                  </a:cubicBezTo>
                  <a:lnTo>
                    <a:pt x="1368" y="578"/>
                  </a:lnTo>
                  <a:cubicBezTo>
                    <a:pt x="1307" y="518"/>
                    <a:pt x="1246" y="396"/>
                    <a:pt x="1216" y="305"/>
                  </a:cubicBezTo>
                  <a:cubicBezTo>
                    <a:pt x="1216" y="274"/>
                    <a:pt x="1246" y="274"/>
                    <a:pt x="1277" y="274"/>
                  </a:cubicBezTo>
                  <a:cubicBezTo>
                    <a:pt x="1337" y="274"/>
                    <a:pt x="1368" y="274"/>
                    <a:pt x="1398" y="305"/>
                  </a:cubicBezTo>
                  <a:cubicBezTo>
                    <a:pt x="1459" y="381"/>
                    <a:pt x="1527" y="411"/>
                    <a:pt x="1600" y="411"/>
                  </a:cubicBezTo>
                  <a:cubicBezTo>
                    <a:pt x="1672" y="411"/>
                    <a:pt x="1748" y="381"/>
                    <a:pt x="1824" y="335"/>
                  </a:cubicBezTo>
                  <a:cubicBezTo>
                    <a:pt x="1915" y="335"/>
                    <a:pt x="1915" y="244"/>
                    <a:pt x="1915" y="214"/>
                  </a:cubicBezTo>
                  <a:cubicBezTo>
                    <a:pt x="1915" y="167"/>
                    <a:pt x="1736" y="102"/>
                    <a:pt x="1639" y="102"/>
                  </a:cubicBezTo>
                  <a:cubicBezTo>
                    <a:pt x="1610" y="102"/>
                    <a:pt x="1588" y="108"/>
                    <a:pt x="1581" y="122"/>
                  </a:cubicBezTo>
                  <a:cubicBezTo>
                    <a:pt x="1558" y="167"/>
                    <a:pt x="1520" y="195"/>
                    <a:pt x="1477" y="195"/>
                  </a:cubicBezTo>
                  <a:cubicBezTo>
                    <a:pt x="1461" y="195"/>
                    <a:pt x="1445" y="191"/>
                    <a:pt x="1429" y="183"/>
                  </a:cubicBezTo>
                  <a:lnTo>
                    <a:pt x="1368" y="122"/>
                  </a:lnTo>
                  <a:lnTo>
                    <a:pt x="1277" y="62"/>
                  </a:lnTo>
                  <a:cubicBezTo>
                    <a:pt x="1231" y="46"/>
                    <a:pt x="1185" y="39"/>
                    <a:pt x="1140" y="39"/>
                  </a:cubicBezTo>
                  <a:cubicBezTo>
                    <a:pt x="1094" y="39"/>
                    <a:pt x="1049" y="46"/>
                    <a:pt x="1003" y="62"/>
                  </a:cubicBezTo>
                  <a:lnTo>
                    <a:pt x="973" y="31"/>
                  </a:lnTo>
                  <a:cubicBezTo>
                    <a:pt x="882" y="31"/>
                    <a:pt x="790" y="1"/>
                    <a:pt x="7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7"/>
            <p:cNvSpPr/>
            <p:nvPr/>
          </p:nvSpPr>
          <p:spPr>
            <a:xfrm rot="-5400000">
              <a:off x="2596063" y="7064588"/>
              <a:ext cx="101100" cy="43325"/>
            </a:xfrm>
            <a:custGeom>
              <a:rect b="b" l="l" r="r" t="t"/>
              <a:pathLst>
                <a:path extrusionOk="0" h="1733" w="4044">
                  <a:moveTo>
                    <a:pt x="3491" y="444"/>
                  </a:moveTo>
                  <a:cubicBezTo>
                    <a:pt x="3502" y="444"/>
                    <a:pt x="3514" y="448"/>
                    <a:pt x="3526" y="456"/>
                  </a:cubicBezTo>
                  <a:lnTo>
                    <a:pt x="3648" y="456"/>
                  </a:lnTo>
                  <a:cubicBezTo>
                    <a:pt x="3678" y="487"/>
                    <a:pt x="3709" y="517"/>
                    <a:pt x="3678" y="548"/>
                  </a:cubicBezTo>
                  <a:lnTo>
                    <a:pt x="3648" y="548"/>
                  </a:lnTo>
                  <a:cubicBezTo>
                    <a:pt x="3607" y="575"/>
                    <a:pt x="3573" y="608"/>
                    <a:pt x="3550" y="644"/>
                  </a:cubicBezTo>
                  <a:lnTo>
                    <a:pt x="3550" y="644"/>
                  </a:lnTo>
                  <a:cubicBezTo>
                    <a:pt x="3520" y="633"/>
                    <a:pt x="3492" y="622"/>
                    <a:pt x="3466" y="608"/>
                  </a:cubicBezTo>
                  <a:cubicBezTo>
                    <a:pt x="3413" y="582"/>
                    <a:pt x="3428" y="444"/>
                    <a:pt x="3491" y="444"/>
                  </a:cubicBezTo>
                  <a:close/>
                  <a:moveTo>
                    <a:pt x="3101" y="0"/>
                  </a:moveTo>
                  <a:lnTo>
                    <a:pt x="2949" y="92"/>
                  </a:lnTo>
                  <a:cubicBezTo>
                    <a:pt x="2797" y="213"/>
                    <a:pt x="2645" y="365"/>
                    <a:pt x="2615" y="396"/>
                  </a:cubicBezTo>
                  <a:lnTo>
                    <a:pt x="2554" y="396"/>
                  </a:lnTo>
                  <a:lnTo>
                    <a:pt x="2371" y="456"/>
                  </a:lnTo>
                  <a:cubicBezTo>
                    <a:pt x="2352" y="361"/>
                    <a:pt x="2321" y="314"/>
                    <a:pt x="2279" y="314"/>
                  </a:cubicBezTo>
                  <a:cubicBezTo>
                    <a:pt x="2253" y="314"/>
                    <a:pt x="2223" y="331"/>
                    <a:pt x="2189" y="365"/>
                  </a:cubicBezTo>
                  <a:lnTo>
                    <a:pt x="2189" y="426"/>
                  </a:lnTo>
                  <a:cubicBezTo>
                    <a:pt x="2189" y="517"/>
                    <a:pt x="2098" y="517"/>
                    <a:pt x="2037" y="578"/>
                  </a:cubicBezTo>
                  <a:lnTo>
                    <a:pt x="1824" y="730"/>
                  </a:lnTo>
                  <a:lnTo>
                    <a:pt x="1885" y="760"/>
                  </a:lnTo>
                  <a:cubicBezTo>
                    <a:pt x="1893" y="768"/>
                    <a:pt x="1908" y="772"/>
                    <a:pt x="1927" y="772"/>
                  </a:cubicBezTo>
                  <a:cubicBezTo>
                    <a:pt x="1981" y="772"/>
                    <a:pt x="2070" y="744"/>
                    <a:pt x="2159" y="699"/>
                  </a:cubicBezTo>
                  <a:lnTo>
                    <a:pt x="2250" y="639"/>
                  </a:lnTo>
                  <a:cubicBezTo>
                    <a:pt x="2320" y="615"/>
                    <a:pt x="2373" y="519"/>
                    <a:pt x="2449" y="519"/>
                  </a:cubicBezTo>
                  <a:cubicBezTo>
                    <a:pt x="2472" y="519"/>
                    <a:pt x="2496" y="527"/>
                    <a:pt x="2523" y="548"/>
                  </a:cubicBezTo>
                  <a:lnTo>
                    <a:pt x="2675" y="669"/>
                  </a:lnTo>
                  <a:cubicBezTo>
                    <a:pt x="2703" y="641"/>
                    <a:pt x="2745" y="631"/>
                    <a:pt x="2792" y="631"/>
                  </a:cubicBezTo>
                  <a:cubicBezTo>
                    <a:pt x="2900" y="631"/>
                    <a:pt x="3037" y="688"/>
                    <a:pt x="3101" y="730"/>
                  </a:cubicBezTo>
                  <a:cubicBezTo>
                    <a:pt x="3162" y="791"/>
                    <a:pt x="3192" y="882"/>
                    <a:pt x="3162" y="973"/>
                  </a:cubicBezTo>
                  <a:cubicBezTo>
                    <a:pt x="3131" y="1034"/>
                    <a:pt x="3405" y="1034"/>
                    <a:pt x="3435" y="1095"/>
                  </a:cubicBezTo>
                  <a:cubicBezTo>
                    <a:pt x="3443" y="1119"/>
                    <a:pt x="3454" y="1130"/>
                    <a:pt x="3465" y="1130"/>
                  </a:cubicBezTo>
                  <a:cubicBezTo>
                    <a:pt x="3496" y="1130"/>
                    <a:pt x="3535" y="1046"/>
                    <a:pt x="3557" y="912"/>
                  </a:cubicBezTo>
                  <a:lnTo>
                    <a:pt x="3678" y="851"/>
                  </a:lnTo>
                  <a:lnTo>
                    <a:pt x="3891" y="730"/>
                  </a:lnTo>
                  <a:cubicBezTo>
                    <a:pt x="3813" y="714"/>
                    <a:pt x="3735" y="699"/>
                    <a:pt x="3661" y="679"/>
                  </a:cubicBezTo>
                  <a:lnTo>
                    <a:pt x="3661" y="679"/>
                  </a:lnTo>
                  <a:cubicBezTo>
                    <a:pt x="3739" y="612"/>
                    <a:pt x="3830" y="554"/>
                    <a:pt x="3922" y="517"/>
                  </a:cubicBezTo>
                  <a:cubicBezTo>
                    <a:pt x="3982" y="517"/>
                    <a:pt x="4043" y="456"/>
                    <a:pt x="4043" y="365"/>
                  </a:cubicBezTo>
                  <a:lnTo>
                    <a:pt x="4013" y="304"/>
                  </a:lnTo>
                  <a:cubicBezTo>
                    <a:pt x="3982" y="274"/>
                    <a:pt x="3891" y="274"/>
                    <a:pt x="3861" y="244"/>
                  </a:cubicBezTo>
                  <a:lnTo>
                    <a:pt x="3800" y="213"/>
                  </a:lnTo>
                  <a:cubicBezTo>
                    <a:pt x="3788" y="190"/>
                    <a:pt x="3777" y="180"/>
                    <a:pt x="3769" y="180"/>
                  </a:cubicBezTo>
                  <a:cubicBezTo>
                    <a:pt x="3755" y="180"/>
                    <a:pt x="3751" y="206"/>
                    <a:pt x="3770" y="244"/>
                  </a:cubicBezTo>
                  <a:lnTo>
                    <a:pt x="3496" y="244"/>
                  </a:lnTo>
                  <a:cubicBezTo>
                    <a:pt x="3344" y="244"/>
                    <a:pt x="3253" y="365"/>
                    <a:pt x="3283" y="487"/>
                  </a:cubicBezTo>
                  <a:lnTo>
                    <a:pt x="3131" y="487"/>
                  </a:lnTo>
                  <a:cubicBezTo>
                    <a:pt x="3040" y="487"/>
                    <a:pt x="2918" y="365"/>
                    <a:pt x="2918" y="335"/>
                  </a:cubicBezTo>
                  <a:cubicBezTo>
                    <a:pt x="2888" y="335"/>
                    <a:pt x="2949" y="244"/>
                    <a:pt x="3010" y="213"/>
                  </a:cubicBezTo>
                  <a:cubicBezTo>
                    <a:pt x="3040" y="183"/>
                    <a:pt x="3131" y="183"/>
                    <a:pt x="3162" y="152"/>
                  </a:cubicBezTo>
                  <a:cubicBezTo>
                    <a:pt x="3192" y="122"/>
                    <a:pt x="3222" y="92"/>
                    <a:pt x="3222" y="31"/>
                  </a:cubicBezTo>
                  <a:cubicBezTo>
                    <a:pt x="3192" y="31"/>
                    <a:pt x="3101" y="0"/>
                    <a:pt x="3101" y="0"/>
                  </a:cubicBezTo>
                  <a:close/>
                  <a:moveTo>
                    <a:pt x="1637" y="635"/>
                  </a:moveTo>
                  <a:cubicBezTo>
                    <a:pt x="1584" y="635"/>
                    <a:pt x="1530" y="639"/>
                    <a:pt x="1490" y="639"/>
                  </a:cubicBezTo>
                  <a:cubicBezTo>
                    <a:pt x="1368" y="669"/>
                    <a:pt x="1095" y="791"/>
                    <a:pt x="973" y="791"/>
                  </a:cubicBezTo>
                  <a:cubicBezTo>
                    <a:pt x="882" y="821"/>
                    <a:pt x="791" y="851"/>
                    <a:pt x="700" y="882"/>
                  </a:cubicBezTo>
                  <a:cubicBezTo>
                    <a:pt x="669" y="943"/>
                    <a:pt x="852" y="973"/>
                    <a:pt x="912" y="973"/>
                  </a:cubicBezTo>
                  <a:cubicBezTo>
                    <a:pt x="1004" y="973"/>
                    <a:pt x="1034" y="1155"/>
                    <a:pt x="1034" y="1216"/>
                  </a:cubicBezTo>
                  <a:cubicBezTo>
                    <a:pt x="1034" y="1277"/>
                    <a:pt x="973" y="1307"/>
                    <a:pt x="943" y="1307"/>
                  </a:cubicBezTo>
                  <a:lnTo>
                    <a:pt x="821" y="1247"/>
                  </a:lnTo>
                  <a:cubicBezTo>
                    <a:pt x="734" y="1181"/>
                    <a:pt x="646" y="1131"/>
                    <a:pt x="604" y="1131"/>
                  </a:cubicBezTo>
                  <a:cubicBezTo>
                    <a:pt x="587" y="1131"/>
                    <a:pt x="578" y="1138"/>
                    <a:pt x="578" y="1155"/>
                  </a:cubicBezTo>
                  <a:lnTo>
                    <a:pt x="578" y="1186"/>
                  </a:lnTo>
                  <a:lnTo>
                    <a:pt x="548" y="1247"/>
                  </a:lnTo>
                  <a:cubicBezTo>
                    <a:pt x="513" y="1264"/>
                    <a:pt x="477" y="1282"/>
                    <a:pt x="442" y="1282"/>
                  </a:cubicBezTo>
                  <a:cubicBezTo>
                    <a:pt x="417" y="1282"/>
                    <a:pt x="391" y="1272"/>
                    <a:pt x="365" y="1247"/>
                  </a:cubicBezTo>
                  <a:lnTo>
                    <a:pt x="304" y="1216"/>
                  </a:lnTo>
                  <a:cubicBezTo>
                    <a:pt x="304" y="1216"/>
                    <a:pt x="365" y="1125"/>
                    <a:pt x="365" y="1095"/>
                  </a:cubicBezTo>
                  <a:cubicBezTo>
                    <a:pt x="335" y="1064"/>
                    <a:pt x="304" y="1003"/>
                    <a:pt x="274" y="1003"/>
                  </a:cubicBezTo>
                  <a:cubicBezTo>
                    <a:pt x="244" y="1003"/>
                    <a:pt x="183" y="1034"/>
                    <a:pt x="152" y="1034"/>
                  </a:cubicBezTo>
                  <a:lnTo>
                    <a:pt x="244" y="1186"/>
                  </a:lnTo>
                  <a:cubicBezTo>
                    <a:pt x="92" y="1247"/>
                    <a:pt x="0" y="1307"/>
                    <a:pt x="31" y="1307"/>
                  </a:cubicBezTo>
                  <a:lnTo>
                    <a:pt x="61" y="1307"/>
                  </a:lnTo>
                  <a:cubicBezTo>
                    <a:pt x="76" y="1306"/>
                    <a:pt x="89" y="1305"/>
                    <a:pt x="102" y="1305"/>
                  </a:cubicBezTo>
                  <a:cubicBezTo>
                    <a:pt x="312" y="1305"/>
                    <a:pt x="378" y="1522"/>
                    <a:pt x="578" y="1551"/>
                  </a:cubicBezTo>
                  <a:cubicBezTo>
                    <a:pt x="578" y="1642"/>
                    <a:pt x="608" y="1703"/>
                    <a:pt x="700" y="1733"/>
                  </a:cubicBezTo>
                  <a:cubicBezTo>
                    <a:pt x="760" y="1733"/>
                    <a:pt x="821" y="1703"/>
                    <a:pt x="882" y="1672"/>
                  </a:cubicBezTo>
                  <a:lnTo>
                    <a:pt x="852" y="1611"/>
                  </a:lnTo>
                  <a:lnTo>
                    <a:pt x="791" y="1520"/>
                  </a:lnTo>
                  <a:cubicBezTo>
                    <a:pt x="745" y="1452"/>
                    <a:pt x="853" y="1418"/>
                    <a:pt x="936" y="1418"/>
                  </a:cubicBezTo>
                  <a:cubicBezTo>
                    <a:pt x="964" y="1418"/>
                    <a:pt x="988" y="1421"/>
                    <a:pt x="1004" y="1429"/>
                  </a:cubicBezTo>
                  <a:cubicBezTo>
                    <a:pt x="1012" y="1432"/>
                    <a:pt x="1019" y="1433"/>
                    <a:pt x="1026" y="1433"/>
                  </a:cubicBezTo>
                  <a:cubicBezTo>
                    <a:pt x="1100" y="1433"/>
                    <a:pt x="1128" y="1299"/>
                    <a:pt x="1156" y="1216"/>
                  </a:cubicBezTo>
                  <a:cubicBezTo>
                    <a:pt x="1156" y="1155"/>
                    <a:pt x="1368" y="973"/>
                    <a:pt x="1399" y="882"/>
                  </a:cubicBezTo>
                  <a:cubicBezTo>
                    <a:pt x="1399" y="821"/>
                    <a:pt x="1520" y="760"/>
                    <a:pt x="1551" y="760"/>
                  </a:cubicBezTo>
                  <a:cubicBezTo>
                    <a:pt x="1551" y="766"/>
                    <a:pt x="1554" y="768"/>
                    <a:pt x="1559" y="768"/>
                  </a:cubicBezTo>
                  <a:cubicBezTo>
                    <a:pt x="1582" y="768"/>
                    <a:pt x="1653" y="714"/>
                    <a:pt x="1703" y="639"/>
                  </a:cubicBezTo>
                  <a:lnTo>
                    <a:pt x="1824" y="730"/>
                  </a:lnTo>
                  <a:cubicBezTo>
                    <a:pt x="1844" y="649"/>
                    <a:pt x="1743" y="635"/>
                    <a:pt x="1637" y="63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7"/>
            <p:cNvSpPr/>
            <p:nvPr/>
          </p:nvSpPr>
          <p:spPr>
            <a:xfrm rot="-5400000">
              <a:off x="2685075" y="7139600"/>
              <a:ext cx="82075" cy="44525"/>
            </a:xfrm>
            <a:custGeom>
              <a:rect b="b" l="l" r="r" t="t"/>
              <a:pathLst>
                <a:path extrusionOk="0" h="1781" w="3283">
                  <a:moveTo>
                    <a:pt x="3168" y="1"/>
                  </a:moveTo>
                  <a:cubicBezTo>
                    <a:pt x="3034" y="1"/>
                    <a:pt x="3013" y="103"/>
                    <a:pt x="3040" y="158"/>
                  </a:cubicBezTo>
                  <a:cubicBezTo>
                    <a:pt x="3040" y="249"/>
                    <a:pt x="2979" y="340"/>
                    <a:pt x="2918" y="340"/>
                  </a:cubicBezTo>
                  <a:cubicBezTo>
                    <a:pt x="2827" y="370"/>
                    <a:pt x="2736" y="492"/>
                    <a:pt x="2736" y="674"/>
                  </a:cubicBezTo>
                  <a:lnTo>
                    <a:pt x="2523" y="765"/>
                  </a:lnTo>
                  <a:lnTo>
                    <a:pt x="2493" y="765"/>
                  </a:lnTo>
                  <a:cubicBezTo>
                    <a:pt x="2401" y="857"/>
                    <a:pt x="2401" y="857"/>
                    <a:pt x="2097" y="917"/>
                  </a:cubicBezTo>
                  <a:lnTo>
                    <a:pt x="2006" y="948"/>
                  </a:lnTo>
                  <a:cubicBezTo>
                    <a:pt x="1985" y="956"/>
                    <a:pt x="1965" y="960"/>
                    <a:pt x="1946" y="960"/>
                  </a:cubicBezTo>
                  <a:cubicBezTo>
                    <a:pt x="1831" y="960"/>
                    <a:pt x="1763" y="818"/>
                    <a:pt x="1763" y="765"/>
                  </a:cubicBezTo>
                  <a:cubicBezTo>
                    <a:pt x="1763" y="747"/>
                    <a:pt x="1757" y="739"/>
                    <a:pt x="1746" y="739"/>
                  </a:cubicBezTo>
                  <a:cubicBezTo>
                    <a:pt x="1702" y="739"/>
                    <a:pt x="1575" y="880"/>
                    <a:pt x="1429" y="1100"/>
                  </a:cubicBezTo>
                  <a:lnTo>
                    <a:pt x="1125" y="1161"/>
                  </a:lnTo>
                  <a:lnTo>
                    <a:pt x="1034" y="1191"/>
                  </a:lnTo>
                  <a:cubicBezTo>
                    <a:pt x="973" y="1282"/>
                    <a:pt x="882" y="1313"/>
                    <a:pt x="790" y="1313"/>
                  </a:cubicBezTo>
                  <a:cubicBezTo>
                    <a:pt x="638" y="1343"/>
                    <a:pt x="486" y="1404"/>
                    <a:pt x="334" y="1495"/>
                  </a:cubicBezTo>
                  <a:lnTo>
                    <a:pt x="122" y="1373"/>
                  </a:lnTo>
                  <a:lnTo>
                    <a:pt x="91" y="1373"/>
                  </a:lnTo>
                  <a:cubicBezTo>
                    <a:pt x="61" y="1404"/>
                    <a:pt x="30" y="1434"/>
                    <a:pt x="0" y="1465"/>
                  </a:cubicBezTo>
                  <a:cubicBezTo>
                    <a:pt x="30" y="1525"/>
                    <a:pt x="61" y="1586"/>
                    <a:pt x="91" y="1616"/>
                  </a:cubicBezTo>
                  <a:cubicBezTo>
                    <a:pt x="116" y="1666"/>
                    <a:pt x="300" y="1755"/>
                    <a:pt x="385" y="1755"/>
                  </a:cubicBezTo>
                  <a:cubicBezTo>
                    <a:pt x="405" y="1755"/>
                    <a:pt x="420" y="1750"/>
                    <a:pt x="426" y="1738"/>
                  </a:cubicBezTo>
                  <a:cubicBezTo>
                    <a:pt x="435" y="1729"/>
                    <a:pt x="449" y="1725"/>
                    <a:pt x="464" y="1725"/>
                  </a:cubicBezTo>
                  <a:cubicBezTo>
                    <a:pt x="502" y="1725"/>
                    <a:pt x="547" y="1747"/>
                    <a:pt x="547" y="1768"/>
                  </a:cubicBezTo>
                  <a:cubicBezTo>
                    <a:pt x="555" y="1777"/>
                    <a:pt x="566" y="1780"/>
                    <a:pt x="578" y="1780"/>
                  </a:cubicBezTo>
                  <a:cubicBezTo>
                    <a:pt x="610" y="1780"/>
                    <a:pt x="655" y="1752"/>
                    <a:pt x="699" y="1708"/>
                  </a:cubicBezTo>
                  <a:lnTo>
                    <a:pt x="730" y="1647"/>
                  </a:lnTo>
                  <a:lnTo>
                    <a:pt x="760" y="1647"/>
                  </a:lnTo>
                  <a:cubicBezTo>
                    <a:pt x="765" y="1642"/>
                    <a:pt x="775" y="1640"/>
                    <a:pt x="791" y="1640"/>
                  </a:cubicBezTo>
                  <a:cubicBezTo>
                    <a:pt x="850" y="1640"/>
                    <a:pt x="979" y="1668"/>
                    <a:pt x="1079" y="1668"/>
                  </a:cubicBezTo>
                  <a:cubicBezTo>
                    <a:pt x="1123" y="1668"/>
                    <a:pt x="1162" y="1663"/>
                    <a:pt x="1185" y="1647"/>
                  </a:cubicBezTo>
                  <a:cubicBezTo>
                    <a:pt x="1277" y="1556"/>
                    <a:pt x="1185" y="1495"/>
                    <a:pt x="1125" y="1495"/>
                  </a:cubicBezTo>
                  <a:cubicBezTo>
                    <a:pt x="1064" y="1465"/>
                    <a:pt x="1277" y="1313"/>
                    <a:pt x="1368" y="1252"/>
                  </a:cubicBezTo>
                  <a:cubicBezTo>
                    <a:pt x="1395" y="1246"/>
                    <a:pt x="1423" y="1244"/>
                    <a:pt x="1451" y="1244"/>
                  </a:cubicBezTo>
                  <a:cubicBezTo>
                    <a:pt x="1584" y="1244"/>
                    <a:pt x="1729" y="1298"/>
                    <a:pt x="1854" y="1373"/>
                  </a:cubicBezTo>
                  <a:lnTo>
                    <a:pt x="1945" y="1282"/>
                  </a:lnTo>
                  <a:cubicBezTo>
                    <a:pt x="2104" y="1150"/>
                    <a:pt x="2309" y="1064"/>
                    <a:pt x="2520" y="1064"/>
                  </a:cubicBezTo>
                  <a:cubicBezTo>
                    <a:pt x="2551" y="1064"/>
                    <a:pt x="2583" y="1065"/>
                    <a:pt x="2614" y="1069"/>
                  </a:cubicBezTo>
                  <a:lnTo>
                    <a:pt x="2675" y="1069"/>
                  </a:lnTo>
                  <a:cubicBezTo>
                    <a:pt x="2736" y="1009"/>
                    <a:pt x="2736" y="917"/>
                    <a:pt x="2675" y="887"/>
                  </a:cubicBezTo>
                  <a:cubicBezTo>
                    <a:pt x="2619" y="859"/>
                    <a:pt x="2770" y="701"/>
                    <a:pt x="2889" y="701"/>
                  </a:cubicBezTo>
                  <a:cubicBezTo>
                    <a:pt x="2899" y="701"/>
                    <a:pt x="2909" y="702"/>
                    <a:pt x="2918" y="705"/>
                  </a:cubicBezTo>
                  <a:cubicBezTo>
                    <a:pt x="2934" y="716"/>
                    <a:pt x="2949" y="721"/>
                    <a:pt x="2961" y="721"/>
                  </a:cubicBezTo>
                  <a:cubicBezTo>
                    <a:pt x="3017" y="721"/>
                    <a:pt x="3029" y="616"/>
                    <a:pt x="2979" y="492"/>
                  </a:cubicBezTo>
                  <a:lnTo>
                    <a:pt x="3283" y="492"/>
                  </a:lnTo>
                  <a:cubicBezTo>
                    <a:pt x="3283" y="431"/>
                    <a:pt x="3283" y="401"/>
                    <a:pt x="3283" y="340"/>
                  </a:cubicBezTo>
                  <a:cubicBezTo>
                    <a:pt x="3252" y="309"/>
                    <a:pt x="3222" y="249"/>
                    <a:pt x="3222" y="188"/>
                  </a:cubicBezTo>
                  <a:lnTo>
                    <a:pt x="3222" y="6"/>
                  </a:lnTo>
                  <a:cubicBezTo>
                    <a:pt x="3202" y="2"/>
                    <a:pt x="3184" y="1"/>
                    <a:pt x="3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7"/>
            <p:cNvSpPr/>
            <p:nvPr/>
          </p:nvSpPr>
          <p:spPr>
            <a:xfrm rot="-5400000">
              <a:off x="2727813" y="7268513"/>
              <a:ext cx="58525" cy="42800"/>
            </a:xfrm>
            <a:custGeom>
              <a:rect b="b" l="l" r="r" t="t"/>
              <a:pathLst>
                <a:path extrusionOk="0" h="1712" w="2341">
                  <a:moveTo>
                    <a:pt x="1960" y="1"/>
                  </a:moveTo>
                  <a:cubicBezTo>
                    <a:pt x="1945" y="1"/>
                    <a:pt x="1922" y="12"/>
                    <a:pt x="1885" y="40"/>
                  </a:cubicBezTo>
                  <a:lnTo>
                    <a:pt x="1824" y="70"/>
                  </a:lnTo>
                  <a:cubicBezTo>
                    <a:pt x="1763" y="70"/>
                    <a:pt x="1703" y="192"/>
                    <a:pt x="1763" y="374"/>
                  </a:cubicBezTo>
                  <a:lnTo>
                    <a:pt x="1460" y="343"/>
                  </a:lnTo>
                  <a:cubicBezTo>
                    <a:pt x="1399" y="343"/>
                    <a:pt x="1338" y="404"/>
                    <a:pt x="1277" y="465"/>
                  </a:cubicBezTo>
                  <a:lnTo>
                    <a:pt x="1125" y="556"/>
                  </a:lnTo>
                  <a:cubicBezTo>
                    <a:pt x="1105" y="475"/>
                    <a:pt x="1004" y="435"/>
                    <a:pt x="929" y="435"/>
                  </a:cubicBezTo>
                  <a:cubicBezTo>
                    <a:pt x="892" y="435"/>
                    <a:pt x="862" y="445"/>
                    <a:pt x="852" y="465"/>
                  </a:cubicBezTo>
                  <a:cubicBezTo>
                    <a:pt x="821" y="526"/>
                    <a:pt x="548" y="647"/>
                    <a:pt x="548" y="708"/>
                  </a:cubicBezTo>
                  <a:cubicBezTo>
                    <a:pt x="560" y="744"/>
                    <a:pt x="553" y="761"/>
                    <a:pt x="532" y="761"/>
                  </a:cubicBezTo>
                  <a:cubicBezTo>
                    <a:pt x="501" y="761"/>
                    <a:pt x="439" y="721"/>
                    <a:pt x="365" y="647"/>
                  </a:cubicBezTo>
                  <a:lnTo>
                    <a:pt x="183" y="678"/>
                  </a:lnTo>
                  <a:lnTo>
                    <a:pt x="31" y="678"/>
                  </a:lnTo>
                  <a:cubicBezTo>
                    <a:pt x="1" y="830"/>
                    <a:pt x="31" y="1012"/>
                    <a:pt x="152" y="1164"/>
                  </a:cubicBezTo>
                  <a:lnTo>
                    <a:pt x="213" y="1164"/>
                  </a:lnTo>
                  <a:cubicBezTo>
                    <a:pt x="274" y="1073"/>
                    <a:pt x="335" y="1012"/>
                    <a:pt x="365" y="921"/>
                  </a:cubicBezTo>
                  <a:cubicBezTo>
                    <a:pt x="380" y="891"/>
                    <a:pt x="403" y="875"/>
                    <a:pt x="430" y="875"/>
                  </a:cubicBezTo>
                  <a:cubicBezTo>
                    <a:pt x="456" y="875"/>
                    <a:pt x="487" y="891"/>
                    <a:pt x="517" y="921"/>
                  </a:cubicBezTo>
                  <a:lnTo>
                    <a:pt x="608" y="982"/>
                  </a:lnTo>
                  <a:lnTo>
                    <a:pt x="760" y="1043"/>
                  </a:lnTo>
                  <a:cubicBezTo>
                    <a:pt x="639" y="1103"/>
                    <a:pt x="669" y="1195"/>
                    <a:pt x="791" y="1225"/>
                  </a:cubicBezTo>
                  <a:lnTo>
                    <a:pt x="912" y="1316"/>
                  </a:lnTo>
                  <a:cubicBezTo>
                    <a:pt x="1095" y="1438"/>
                    <a:pt x="1095" y="1438"/>
                    <a:pt x="912" y="1590"/>
                  </a:cubicBezTo>
                  <a:lnTo>
                    <a:pt x="882" y="1590"/>
                  </a:lnTo>
                  <a:cubicBezTo>
                    <a:pt x="852" y="1620"/>
                    <a:pt x="912" y="1681"/>
                    <a:pt x="1004" y="1711"/>
                  </a:cubicBezTo>
                  <a:lnTo>
                    <a:pt x="1034" y="1681"/>
                  </a:lnTo>
                  <a:cubicBezTo>
                    <a:pt x="1186" y="1590"/>
                    <a:pt x="1216" y="1377"/>
                    <a:pt x="1125" y="1225"/>
                  </a:cubicBezTo>
                  <a:lnTo>
                    <a:pt x="1034" y="1134"/>
                  </a:lnTo>
                  <a:cubicBezTo>
                    <a:pt x="943" y="1073"/>
                    <a:pt x="943" y="891"/>
                    <a:pt x="882" y="891"/>
                  </a:cubicBezTo>
                  <a:cubicBezTo>
                    <a:pt x="821" y="860"/>
                    <a:pt x="791" y="830"/>
                    <a:pt x="730" y="769"/>
                  </a:cubicBezTo>
                  <a:lnTo>
                    <a:pt x="760" y="769"/>
                  </a:lnTo>
                  <a:lnTo>
                    <a:pt x="821" y="708"/>
                  </a:lnTo>
                  <a:cubicBezTo>
                    <a:pt x="844" y="697"/>
                    <a:pt x="868" y="692"/>
                    <a:pt x="890" y="692"/>
                  </a:cubicBezTo>
                  <a:cubicBezTo>
                    <a:pt x="985" y="692"/>
                    <a:pt x="1064" y="781"/>
                    <a:pt x="1064" y="830"/>
                  </a:cubicBezTo>
                  <a:cubicBezTo>
                    <a:pt x="1080" y="845"/>
                    <a:pt x="1102" y="853"/>
                    <a:pt x="1125" y="853"/>
                  </a:cubicBezTo>
                  <a:cubicBezTo>
                    <a:pt x="1148" y="853"/>
                    <a:pt x="1171" y="845"/>
                    <a:pt x="1186" y="830"/>
                  </a:cubicBezTo>
                  <a:cubicBezTo>
                    <a:pt x="1216" y="830"/>
                    <a:pt x="1338" y="891"/>
                    <a:pt x="1368" y="921"/>
                  </a:cubicBezTo>
                  <a:cubicBezTo>
                    <a:pt x="1399" y="921"/>
                    <a:pt x="1490" y="891"/>
                    <a:pt x="1611" y="830"/>
                  </a:cubicBezTo>
                  <a:lnTo>
                    <a:pt x="1733" y="799"/>
                  </a:lnTo>
                  <a:lnTo>
                    <a:pt x="1855" y="739"/>
                  </a:lnTo>
                  <a:cubicBezTo>
                    <a:pt x="1824" y="647"/>
                    <a:pt x="1794" y="495"/>
                    <a:pt x="1794" y="404"/>
                  </a:cubicBezTo>
                  <a:lnTo>
                    <a:pt x="1824" y="404"/>
                  </a:lnTo>
                  <a:cubicBezTo>
                    <a:pt x="1841" y="399"/>
                    <a:pt x="1857" y="396"/>
                    <a:pt x="1871" y="396"/>
                  </a:cubicBezTo>
                  <a:cubicBezTo>
                    <a:pt x="1936" y="396"/>
                    <a:pt x="1976" y="446"/>
                    <a:pt x="1976" y="495"/>
                  </a:cubicBezTo>
                  <a:cubicBezTo>
                    <a:pt x="1976" y="556"/>
                    <a:pt x="1946" y="647"/>
                    <a:pt x="2098" y="647"/>
                  </a:cubicBezTo>
                  <a:cubicBezTo>
                    <a:pt x="2128" y="647"/>
                    <a:pt x="2159" y="587"/>
                    <a:pt x="2189" y="556"/>
                  </a:cubicBezTo>
                  <a:lnTo>
                    <a:pt x="2250" y="526"/>
                  </a:lnTo>
                  <a:cubicBezTo>
                    <a:pt x="2341" y="465"/>
                    <a:pt x="2341" y="404"/>
                    <a:pt x="2250" y="343"/>
                  </a:cubicBezTo>
                  <a:lnTo>
                    <a:pt x="2159" y="313"/>
                  </a:lnTo>
                  <a:lnTo>
                    <a:pt x="2037" y="283"/>
                  </a:lnTo>
                  <a:cubicBezTo>
                    <a:pt x="2067" y="222"/>
                    <a:pt x="2067" y="161"/>
                    <a:pt x="2007" y="131"/>
                  </a:cubicBezTo>
                  <a:lnTo>
                    <a:pt x="2007" y="100"/>
                  </a:lnTo>
                  <a:cubicBezTo>
                    <a:pt x="1985" y="58"/>
                    <a:pt x="1994" y="1"/>
                    <a:pt x="19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7"/>
            <p:cNvSpPr/>
            <p:nvPr/>
          </p:nvSpPr>
          <p:spPr>
            <a:xfrm rot="-5400000">
              <a:off x="2639488" y="7067938"/>
              <a:ext cx="43350" cy="35125"/>
            </a:xfrm>
            <a:custGeom>
              <a:rect b="b" l="l" r="r" t="t"/>
              <a:pathLst>
                <a:path extrusionOk="0" h="1405" w="1734">
                  <a:moveTo>
                    <a:pt x="1556" y="1"/>
                  </a:moveTo>
                  <a:cubicBezTo>
                    <a:pt x="1504" y="1"/>
                    <a:pt x="1430" y="55"/>
                    <a:pt x="1369" y="136"/>
                  </a:cubicBezTo>
                  <a:lnTo>
                    <a:pt x="1338" y="227"/>
                  </a:lnTo>
                  <a:cubicBezTo>
                    <a:pt x="1308" y="288"/>
                    <a:pt x="1399" y="349"/>
                    <a:pt x="1369" y="409"/>
                  </a:cubicBezTo>
                  <a:lnTo>
                    <a:pt x="1308" y="501"/>
                  </a:lnTo>
                  <a:cubicBezTo>
                    <a:pt x="1216" y="574"/>
                    <a:pt x="1102" y="614"/>
                    <a:pt x="985" y="614"/>
                  </a:cubicBezTo>
                  <a:cubicBezTo>
                    <a:pt x="909" y="614"/>
                    <a:pt x="833" y="597"/>
                    <a:pt x="761" y="561"/>
                  </a:cubicBezTo>
                  <a:lnTo>
                    <a:pt x="974" y="409"/>
                  </a:lnTo>
                  <a:cubicBezTo>
                    <a:pt x="1004" y="379"/>
                    <a:pt x="1004" y="288"/>
                    <a:pt x="1004" y="257"/>
                  </a:cubicBezTo>
                  <a:lnTo>
                    <a:pt x="1004" y="197"/>
                  </a:lnTo>
                  <a:cubicBezTo>
                    <a:pt x="1040" y="161"/>
                    <a:pt x="1010" y="148"/>
                    <a:pt x="953" y="148"/>
                  </a:cubicBezTo>
                  <a:cubicBezTo>
                    <a:pt x="866" y="148"/>
                    <a:pt x="713" y="178"/>
                    <a:pt x="639" y="197"/>
                  </a:cubicBezTo>
                  <a:cubicBezTo>
                    <a:pt x="518" y="227"/>
                    <a:pt x="730" y="379"/>
                    <a:pt x="761" y="440"/>
                  </a:cubicBezTo>
                  <a:cubicBezTo>
                    <a:pt x="791" y="531"/>
                    <a:pt x="578" y="531"/>
                    <a:pt x="274" y="531"/>
                  </a:cubicBezTo>
                  <a:lnTo>
                    <a:pt x="123" y="744"/>
                  </a:lnTo>
                  <a:lnTo>
                    <a:pt x="123" y="774"/>
                  </a:lnTo>
                  <a:cubicBezTo>
                    <a:pt x="107" y="767"/>
                    <a:pt x="92" y="763"/>
                    <a:pt x="78" y="763"/>
                  </a:cubicBezTo>
                  <a:cubicBezTo>
                    <a:pt x="35" y="763"/>
                    <a:pt x="1" y="797"/>
                    <a:pt x="1" y="865"/>
                  </a:cubicBezTo>
                  <a:cubicBezTo>
                    <a:pt x="1" y="957"/>
                    <a:pt x="31" y="1078"/>
                    <a:pt x="92" y="1169"/>
                  </a:cubicBezTo>
                  <a:cubicBezTo>
                    <a:pt x="153" y="1230"/>
                    <a:pt x="183" y="1291"/>
                    <a:pt x="183" y="1352"/>
                  </a:cubicBezTo>
                  <a:lnTo>
                    <a:pt x="214" y="1352"/>
                  </a:lnTo>
                  <a:lnTo>
                    <a:pt x="366" y="1382"/>
                  </a:lnTo>
                  <a:cubicBezTo>
                    <a:pt x="411" y="1397"/>
                    <a:pt x="464" y="1405"/>
                    <a:pt x="518" y="1405"/>
                  </a:cubicBezTo>
                  <a:cubicBezTo>
                    <a:pt x="571" y="1405"/>
                    <a:pt x="624" y="1397"/>
                    <a:pt x="670" y="1382"/>
                  </a:cubicBezTo>
                  <a:cubicBezTo>
                    <a:pt x="578" y="1352"/>
                    <a:pt x="487" y="1291"/>
                    <a:pt x="396" y="1260"/>
                  </a:cubicBezTo>
                  <a:cubicBezTo>
                    <a:pt x="335" y="1260"/>
                    <a:pt x="274" y="1200"/>
                    <a:pt x="274" y="1109"/>
                  </a:cubicBezTo>
                  <a:lnTo>
                    <a:pt x="274" y="1048"/>
                  </a:lnTo>
                  <a:cubicBezTo>
                    <a:pt x="244" y="987"/>
                    <a:pt x="183" y="957"/>
                    <a:pt x="183" y="896"/>
                  </a:cubicBezTo>
                  <a:cubicBezTo>
                    <a:pt x="183" y="835"/>
                    <a:pt x="457" y="683"/>
                    <a:pt x="548" y="683"/>
                  </a:cubicBezTo>
                  <a:cubicBezTo>
                    <a:pt x="639" y="713"/>
                    <a:pt x="761" y="744"/>
                    <a:pt x="852" y="774"/>
                  </a:cubicBezTo>
                  <a:lnTo>
                    <a:pt x="882" y="774"/>
                  </a:lnTo>
                  <a:cubicBezTo>
                    <a:pt x="882" y="865"/>
                    <a:pt x="974" y="1078"/>
                    <a:pt x="1034" y="1109"/>
                  </a:cubicBezTo>
                  <a:cubicBezTo>
                    <a:pt x="1044" y="1112"/>
                    <a:pt x="1053" y="1113"/>
                    <a:pt x="1060" y="1113"/>
                  </a:cubicBezTo>
                  <a:cubicBezTo>
                    <a:pt x="1119" y="1113"/>
                    <a:pt x="1092" y="1011"/>
                    <a:pt x="1065" y="957"/>
                  </a:cubicBezTo>
                  <a:cubicBezTo>
                    <a:pt x="1034" y="896"/>
                    <a:pt x="1278" y="713"/>
                    <a:pt x="1338" y="653"/>
                  </a:cubicBezTo>
                  <a:cubicBezTo>
                    <a:pt x="1399" y="561"/>
                    <a:pt x="1460" y="470"/>
                    <a:pt x="1521" y="349"/>
                  </a:cubicBezTo>
                  <a:cubicBezTo>
                    <a:pt x="1521" y="288"/>
                    <a:pt x="1551" y="227"/>
                    <a:pt x="1581" y="166"/>
                  </a:cubicBezTo>
                  <a:lnTo>
                    <a:pt x="1612" y="166"/>
                  </a:lnTo>
                  <a:cubicBezTo>
                    <a:pt x="1733" y="166"/>
                    <a:pt x="1703" y="136"/>
                    <a:pt x="1642" y="75"/>
                  </a:cubicBezTo>
                  <a:lnTo>
                    <a:pt x="1612" y="45"/>
                  </a:lnTo>
                  <a:cubicBezTo>
                    <a:pt x="1602" y="14"/>
                    <a:pt x="1581" y="1"/>
                    <a:pt x="15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7"/>
            <p:cNvSpPr/>
            <p:nvPr/>
          </p:nvSpPr>
          <p:spPr>
            <a:xfrm rot="-5400000">
              <a:off x="2593713" y="6973463"/>
              <a:ext cx="41075" cy="19650"/>
            </a:xfrm>
            <a:custGeom>
              <a:rect b="b" l="l" r="r" t="t"/>
              <a:pathLst>
                <a:path extrusionOk="0" h="786" w="1643">
                  <a:moveTo>
                    <a:pt x="517" y="1"/>
                  </a:moveTo>
                  <a:cubicBezTo>
                    <a:pt x="396" y="31"/>
                    <a:pt x="305" y="153"/>
                    <a:pt x="335" y="305"/>
                  </a:cubicBezTo>
                  <a:cubicBezTo>
                    <a:pt x="335" y="426"/>
                    <a:pt x="1" y="761"/>
                    <a:pt x="31" y="761"/>
                  </a:cubicBezTo>
                  <a:cubicBezTo>
                    <a:pt x="31" y="765"/>
                    <a:pt x="36" y="767"/>
                    <a:pt x="44" y="767"/>
                  </a:cubicBezTo>
                  <a:cubicBezTo>
                    <a:pt x="77" y="767"/>
                    <a:pt x="162" y="739"/>
                    <a:pt x="220" y="739"/>
                  </a:cubicBezTo>
                  <a:cubicBezTo>
                    <a:pt x="246" y="739"/>
                    <a:pt x="266" y="745"/>
                    <a:pt x="274" y="761"/>
                  </a:cubicBezTo>
                  <a:cubicBezTo>
                    <a:pt x="286" y="778"/>
                    <a:pt x="302" y="785"/>
                    <a:pt x="321" y="785"/>
                  </a:cubicBezTo>
                  <a:cubicBezTo>
                    <a:pt x="400" y="785"/>
                    <a:pt x="529" y="652"/>
                    <a:pt x="578" y="578"/>
                  </a:cubicBezTo>
                  <a:cubicBezTo>
                    <a:pt x="590" y="561"/>
                    <a:pt x="602" y="553"/>
                    <a:pt x="613" y="553"/>
                  </a:cubicBezTo>
                  <a:cubicBezTo>
                    <a:pt x="660" y="553"/>
                    <a:pt x="700" y="681"/>
                    <a:pt x="700" y="730"/>
                  </a:cubicBezTo>
                  <a:cubicBezTo>
                    <a:pt x="700" y="761"/>
                    <a:pt x="723" y="776"/>
                    <a:pt x="757" y="776"/>
                  </a:cubicBezTo>
                  <a:cubicBezTo>
                    <a:pt x="791" y="776"/>
                    <a:pt x="837" y="761"/>
                    <a:pt x="882" y="730"/>
                  </a:cubicBezTo>
                  <a:lnTo>
                    <a:pt x="882" y="669"/>
                  </a:lnTo>
                  <a:cubicBezTo>
                    <a:pt x="902" y="531"/>
                    <a:pt x="909" y="482"/>
                    <a:pt x="962" y="482"/>
                  </a:cubicBezTo>
                  <a:cubicBezTo>
                    <a:pt x="990" y="482"/>
                    <a:pt x="1031" y="496"/>
                    <a:pt x="1095" y="517"/>
                  </a:cubicBezTo>
                  <a:lnTo>
                    <a:pt x="1277" y="609"/>
                  </a:lnTo>
                  <a:cubicBezTo>
                    <a:pt x="1369" y="654"/>
                    <a:pt x="1460" y="677"/>
                    <a:pt x="1528" y="677"/>
                  </a:cubicBezTo>
                  <a:cubicBezTo>
                    <a:pt x="1597" y="677"/>
                    <a:pt x="1642" y="654"/>
                    <a:pt x="1642" y="609"/>
                  </a:cubicBezTo>
                  <a:lnTo>
                    <a:pt x="1612" y="548"/>
                  </a:lnTo>
                  <a:cubicBezTo>
                    <a:pt x="1581" y="487"/>
                    <a:pt x="1460" y="457"/>
                    <a:pt x="1429" y="396"/>
                  </a:cubicBezTo>
                  <a:cubicBezTo>
                    <a:pt x="1277" y="153"/>
                    <a:pt x="1277" y="153"/>
                    <a:pt x="973" y="153"/>
                  </a:cubicBezTo>
                  <a:cubicBezTo>
                    <a:pt x="947" y="144"/>
                    <a:pt x="920" y="140"/>
                    <a:pt x="893" y="140"/>
                  </a:cubicBezTo>
                  <a:cubicBezTo>
                    <a:pt x="829" y="140"/>
                    <a:pt x="764" y="162"/>
                    <a:pt x="700" y="183"/>
                  </a:cubicBezTo>
                  <a:cubicBezTo>
                    <a:pt x="664" y="201"/>
                    <a:pt x="642" y="208"/>
                    <a:pt x="627" y="208"/>
                  </a:cubicBezTo>
                  <a:cubicBezTo>
                    <a:pt x="591" y="208"/>
                    <a:pt x="600" y="165"/>
                    <a:pt x="578" y="122"/>
                  </a:cubicBezTo>
                  <a:lnTo>
                    <a:pt x="5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7"/>
            <p:cNvSpPr/>
            <p:nvPr/>
          </p:nvSpPr>
          <p:spPr>
            <a:xfrm rot="-5400000">
              <a:off x="2598375" y="7015150"/>
              <a:ext cx="40825" cy="23125"/>
            </a:xfrm>
            <a:custGeom>
              <a:rect b="b" l="l" r="r" t="t"/>
              <a:pathLst>
                <a:path extrusionOk="0" h="925" w="1633">
                  <a:moveTo>
                    <a:pt x="1534" y="0"/>
                  </a:moveTo>
                  <a:cubicBezTo>
                    <a:pt x="1522" y="0"/>
                    <a:pt x="1507" y="3"/>
                    <a:pt x="1490" y="10"/>
                  </a:cubicBezTo>
                  <a:lnTo>
                    <a:pt x="1490" y="71"/>
                  </a:lnTo>
                  <a:lnTo>
                    <a:pt x="1490" y="345"/>
                  </a:lnTo>
                  <a:cubicBezTo>
                    <a:pt x="1450" y="354"/>
                    <a:pt x="1414" y="359"/>
                    <a:pt x="1381" y="359"/>
                  </a:cubicBezTo>
                  <a:cubicBezTo>
                    <a:pt x="1211" y="359"/>
                    <a:pt x="1130" y="244"/>
                    <a:pt x="1155" y="193"/>
                  </a:cubicBezTo>
                  <a:cubicBezTo>
                    <a:pt x="1155" y="176"/>
                    <a:pt x="1151" y="169"/>
                    <a:pt x="1142" y="169"/>
                  </a:cubicBezTo>
                  <a:cubicBezTo>
                    <a:pt x="1118" y="169"/>
                    <a:pt x="1062" y="225"/>
                    <a:pt x="973" y="314"/>
                  </a:cubicBezTo>
                  <a:lnTo>
                    <a:pt x="973" y="436"/>
                  </a:lnTo>
                  <a:cubicBezTo>
                    <a:pt x="973" y="466"/>
                    <a:pt x="912" y="497"/>
                    <a:pt x="882" y="497"/>
                  </a:cubicBezTo>
                  <a:cubicBezTo>
                    <a:pt x="851" y="497"/>
                    <a:pt x="790" y="466"/>
                    <a:pt x="790" y="466"/>
                  </a:cubicBezTo>
                  <a:lnTo>
                    <a:pt x="821" y="253"/>
                  </a:lnTo>
                  <a:cubicBezTo>
                    <a:pt x="760" y="223"/>
                    <a:pt x="697" y="212"/>
                    <a:pt x="636" y="212"/>
                  </a:cubicBezTo>
                  <a:cubicBezTo>
                    <a:pt x="450" y="212"/>
                    <a:pt x="274" y="314"/>
                    <a:pt x="183" y="314"/>
                  </a:cubicBezTo>
                  <a:cubicBezTo>
                    <a:pt x="61" y="314"/>
                    <a:pt x="0" y="649"/>
                    <a:pt x="61" y="709"/>
                  </a:cubicBezTo>
                  <a:cubicBezTo>
                    <a:pt x="69" y="718"/>
                    <a:pt x="79" y="721"/>
                    <a:pt x="91" y="721"/>
                  </a:cubicBezTo>
                  <a:cubicBezTo>
                    <a:pt x="124" y="721"/>
                    <a:pt x="168" y="693"/>
                    <a:pt x="213" y="649"/>
                  </a:cubicBezTo>
                  <a:lnTo>
                    <a:pt x="243" y="618"/>
                  </a:lnTo>
                  <a:cubicBezTo>
                    <a:pt x="274" y="588"/>
                    <a:pt x="335" y="557"/>
                    <a:pt x="335" y="527"/>
                  </a:cubicBezTo>
                  <a:lnTo>
                    <a:pt x="335" y="314"/>
                  </a:lnTo>
                  <a:cubicBezTo>
                    <a:pt x="487" y="345"/>
                    <a:pt x="638" y="466"/>
                    <a:pt x="669" y="649"/>
                  </a:cubicBezTo>
                  <a:lnTo>
                    <a:pt x="608" y="740"/>
                  </a:lnTo>
                  <a:cubicBezTo>
                    <a:pt x="578" y="801"/>
                    <a:pt x="578" y="801"/>
                    <a:pt x="669" y="831"/>
                  </a:cubicBezTo>
                  <a:lnTo>
                    <a:pt x="760" y="861"/>
                  </a:lnTo>
                  <a:cubicBezTo>
                    <a:pt x="835" y="899"/>
                    <a:pt x="899" y="925"/>
                    <a:pt x="936" y="925"/>
                  </a:cubicBezTo>
                  <a:cubicBezTo>
                    <a:pt x="960" y="925"/>
                    <a:pt x="973" y="915"/>
                    <a:pt x="973" y="892"/>
                  </a:cubicBezTo>
                  <a:lnTo>
                    <a:pt x="851" y="770"/>
                  </a:lnTo>
                  <a:cubicBezTo>
                    <a:pt x="973" y="709"/>
                    <a:pt x="1125" y="618"/>
                    <a:pt x="1125" y="588"/>
                  </a:cubicBezTo>
                  <a:cubicBezTo>
                    <a:pt x="1125" y="557"/>
                    <a:pt x="1155" y="527"/>
                    <a:pt x="1186" y="527"/>
                  </a:cubicBezTo>
                  <a:cubicBezTo>
                    <a:pt x="1186" y="588"/>
                    <a:pt x="1155" y="679"/>
                    <a:pt x="1155" y="740"/>
                  </a:cubicBezTo>
                  <a:cubicBezTo>
                    <a:pt x="1125" y="801"/>
                    <a:pt x="1186" y="831"/>
                    <a:pt x="1246" y="861"/>
                  </a:cubicBezTo>
                  <a:lnTo>
                    <a:pt x="1398" y="557"/>
                  </a:lnTo>
                  <a:cubicBezTo>
                    <a:pt x="1587" y="207"/>
                    <a:pt x="1632" y="0"/>
                    <a:pt x="15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7"/>
            <p:cNvSpPr/>
            <p:nvPr/>
          </p:nvSpPr>
          <p:spPr>
            <a:xfrm rot="-5400000">
              <a:off x="2533813" y="7118488"/>
              <a:ext cx="54750" cy="22925"/>
            </a:xfrm>
            <a:custGeom>
              <a:rect b="b" l="l" r="r" t="t"/>
              <a:pathLst>
                <a:path extrusionOk="0" h="917" w="2190">
                  <a:moveTo>
                    <a:pt x="1156" y="0"/>
                  </a:moveTo>
                  <a:cubicBezTo>
                    <a:pt x="1095" y="0"/>
                    <a:pt x="1095" y="122"/>
                    <a:pt x="1156" y="304"/>
                  </a:cubicBezTo>
                  <a:lnTo>
                    <a:pt x="1156" y="487"/>
                  </a:lnTo>
                  <a:cubicBezTo>
                    <a:pt x="973" y="487"/>
                    <a:pt x="791" y="426"/>
                    <a:pt x="609" y="365"/>
                  </a:cubicBezTo>
                  <a:lnTo>
                    <a:pt x="426" y="487"/>
                  </a:lnTo>
                  <a:cubicBezTo>
                    <a:pt x="408" y="496"/>
                    <a:pt x="383" y="502"/>
                    <a:pt x="358" y="502"/>
                  </a:cubicBezTo>
                  <a:cubicBezTo>
                    <a:pt x="302" y="502"/>
                    <a:pt x="244" y="470"/>
                    <a:pt x="244" y="365"/>
                  </a:cubicBezTo>
                  <a:cubicBezTo>
                    <a:pt x="244" y="304"/>
                    <a:pt x="244" y="243"/>
                    <a:pt x="122" y="243"/>
                  </a:cubicBezTo>
                  <a:lnTo>
                    <a:pt x="92" y="243"/>
                  </a:lnTo>
                  <a:cubicBezTo>
                    <a:pt x="1" y="304"/>
                    <a:pt x="31" y="365"/>
                    <a:pt x="92" y="395"/>
                  </a:cubicBezTo>
                  <a:lnTo>
                    <a:pt x="183" y="456"/>
                  </a:lnTo>
                  <a:cubicBezTo>
                    <a:pt x="244" y="517"/>
                    <a:pt x="305" y="608"/>
                    <a:pt x="366" y="669"/>
                  </a:cubicBezTo>
                  <a:lnTo>
                    <a:pt x="305" y="699"/>
                  </a:lnTo>
                  <a:cubicBezTo>
                    <a:pt x="244" y="760"/>
                    <a:pt x="274" y="791"/>
                    <a:pt x="335" y="791"/>
                  </a:cubicBezTo>
                  <a:cubicBezTo>
                    <a:pt x="396" y="791"/>
                    <a:pt x="457" y="730"/>
                    <a:pt x="518" y="730"/>
                  </a:cubicBezTo>
                  <a:lnTo>
                    <a:pt x="548" y="730"/>
                  </a:lnTo>
                  <a:cubicBezTo>
                    <a:pt x="561" y="742"/>
                    <a:pt x="578" y="750"/>
                    <a:pt x="595" y="750"/>
                  </a:cubicBezTo>
                  <a:cubicBezTo>
                    <a:pt x="618" y="750"/>
                    <a:pt x="639" y="735"/>
                    <a:pt x="639" y="699"/>
                  </a:cubicBezTo>
                  <a:lnTo>
                    <a:pt x="670" y="639"/>
                  </a:lnTo>
                  <a:cubicBezTo>
                    <a:pt x="694" y="614"/>
                    <a:pt x="699" y="569"/>
                    <a:pt x="748" y="569"/>
                  </a:cubicBezTo>
                  <a:cubicBezTo>
                    <a:pt x="760" y="569"/>
                    <a:pt x="774" y="572"/>
                    <a:pt x="791" y="578"/>
                  </a:cubicBezTo>
                  <a:cubicBezTo>
                    <a:pt x="852" y="608"/>
                    <a:pt x="943" y="669"/>
                    <a:pt x="973" y="669"/>
                  </a:cubicBezTo>
                  <a:cubicBezTo>
                    <a:pt x="986" y="675"/>
                    <a:pt x="999" y="678"/>
                    <a:pt x="1012" y="678"/>
                  </a:cubicBezTo>
                  <a:cubicBezTo>
                    <a:pt x="1047" y="678"/>
                    <a:pt x="1082" y="660"/>
                    <a:pt x="1117" y="660"/>
                  </a:cubicBezTo>
                  <a:cubicBezTo>
                    <a:pt x="1130" y="660"/>
                    <a:pt x="1143" y="663"/>
                    <a:pt x="1156" y="669"/>
                  </a:cubicBezTo>
                  <a:cubicBezTo>
                    <a:pt x="1217" y="730"/>
                    <a:pt x="1217" y="791"/>
                    <a:pt x="1277" y="851"/>
                  </a:cubicBezTo>
                  <a:lnTo>
                    <a:pt x="1338" y="882"/>
                  </a:lnTo>
                  <a:cubicBezTo>
                    <a:pt x="1351" y="907"/>
                    <a:pt x="1386" y="917"/>
                    <a:pt x="1426" y="917"/>
                  </a:cubicBezTo>
                  <a:cubicBezTo>
                    <a:pt x="1481" y="917"/>
                    <a:pt x="1546" y="899"/>
                    <a:pt x="1581" y="882"/>
                  </a:cubicBezTo>
                  <a:cubicBezTo>
                    <a:pt x="1612" y="851"/>
                    <a:pt x="1521" y="760"/>
                    <a:pt x="1460" y="730"/>
                  </a:cubicBezTo>
                  <a:cubicBezTo>
                    <a:pt x="1399" y="699"/>
                    <a:pt x="1581" y="639"/>
                    <a:pt x="1642" y="608"/>
                  </a:cubicBezTo>
                  <a:cubicBezTo>
                    <a:pt x="1703" y="547"/>
                    <a:pt x="1764" y="487"/>
                    <a:pt x="1794" y="395"/>
                  </a:cubicBezTo>
                  <a:cubicBezTo>
                    <a:pt x="1825" y="365"/>
                    <a:pt x="2007" y="304"/>
                    <a:pt x="2098" y="304"/>
                  </a:cubicBezTo>
                  <a:cubicBezTo>
                    <a:pt x="2189" y="304"/>
                    <a:pt x="2189" y="213"/>
                    <a:pt x="2068" y="61"/>
                  </a:cubicBezTo>
                  <a:lnTo>
                    <a:pt x="1855" y="213"/>
                  </a:lnTo>
                  <a:cubicBezTo>
                    <a:pt x="1764" y="274"/>
                    <a:pt x="1642" y="335"/>
                    <a:pt x="1521" y="335"/>
                  </a:cubicBezTo>
                  <a:lnTo>
                    <a:pt x="1490" y="335"/>
                  </a:lnTo>
                  <a:cubicBezTo>
                    <a:pt x="1429" y="335"/>
                    <a:pt x="1369" y="152"/>
                    <a:pt x="1369" y="91"/>
                  </a:cubicBezTo>
                  <a:cubicBezTo>
                    <a:pt x="1369" y="31"/>
                    <a:pt x="1217" y="0"/>
                    <a:pt x="1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7"/>
            <p:cNvSpPr/>
            <p:nvPr/>
          </p:nvSpPr>
          <p:spPr>
            <a:xfrm rot="-5400000">
              <a:off x="2445238" y="7256463"/>
              <a:ext cx="45600" cy="23575"/>
            </a:xfrm>
            <a:custGeom>
              <a:rect b="b" l="l" r="r" t="t"/>
              <a:pathLst>
                <a:path extrusionOk="0" h="943" w="1824">
                  <a:moveTo>
                    <a:pt x="1277" y="1"/>
                  </a:moveTo>
                  <a:cubicBezTo>
                    <a:pt x="1216" y="31"/>
                    <a:pt x="1155" y="31"/>
                    <a:pt x="1094" y="61"/>
                  </a:cubicBezTo>
                  <a:cubicBezTo>
                    <a:pt x="1094" y="170"/>
                    <a:pt x="1017" y="185"/>
                    <a:pt x="939" y="185"/>
                  </a:cubicBezTo>
                  <a:cubicBezTo>
                    <a:pt x="908" y="185"/>
                    <a:pt x="877" y="183"/>
                    <a:pt x="851" y="183"/>
                  </a:cubicBezTo>
                  <a:lnTo>
                    <a:pt x="790" y="183"/>
                  </a:lnTo>
                  <a:cubicBezTo>
                    <a:pt x="699" y="213"/>
                    <a:pt x="608" y="274"/>
                    <a:pt x="547" y="335"/>
                  </a:cubicBezTo>
                  <a:lnTo>
                    <a:pt x="426" y="335"/>
                  </a:lnTo>
                  <a:cubicBezTo>
                    <a:pt x="395" y="320"/>
                    <a:pt x="357" y="312"/>
                    <a:pt x="316" y="312"/>
                  </a:cubicBezTo>
                  <a:cubicBezTo>
                    <a:pt x="274" y="312"/>
                    <a:pt x="228" y="320"/>
                    <a:pt x="183" y="335"/>
                  </a:cubicBezTo>
                  <a:cubicBezTo>
                    <a:pt x="122" y="365"/>
                    <a:pt x="0" y="426"/>
                    <a:pt x="61" y="517"/>
                  </a:cubicBezTo>
                  <a:cubicBezTo>
                    <a:pt x="152" y="608"/>
                    <a:pt x="183" y="669"/>
                    <a:pt x="61" y="760"/>
                  </a:cubicBezTo>
                  <a:cubicBezTo>
                    <a:pt x="61" y="791"/>
                    <a:pt x="152" y="943"/>
                    <a:pt x="183" y="943"/>
                  </a:cubicBezTo>
                  <a:lnTo>
                    <a:pt x="304" y="943"/>
                  </a:lnTo>
                  <a:cubicBezTo>
                    <a:pt x="335" y="943"/>
                    <a:pt x="365" y="912"/>
                    <a:pt x="365" y="882"/>
                  </a:cubicBezTo>
                  <a:cubicBezTo>
                    <a:pt x="335" y="852"/>
                    <a:pt x="304" y="821"/>
                    <a:pt x="304" y="791"/>
                  </a:cubicBezTo>
                  <a:cubicBezTo>
                    <a:pt x="248" y="622"/>
                    <a:pt x="374" y="453"/>
                    <a:pt x="538" y="453"/>
                  </a:cubicBezTo>
                  <a:cubicBezTo>
                    <a:pt x="551" y="453"/>
                    <a:pt x="564" y="454"/>
                    <a:pt x="578" y="456"/>
                  </a:cubicBezTo>
                  <a:cubicBezTo>
                    <a:pt x="646" y="484"/>
                    <a:pt x="690" y="499"/>
                    <a:pt x="725" y="499"/>
                  </a:cubicBezTo>
                  <a:cubicBezTo>
                    <a:pt x="769" y="499"/>
                    <a:pt x="801" y="476"/>
                    <a:pt x="851" y="426"/>
                  </a:cubicBezTo>
                  <a:lnTo>
                    <a:pt x="912" y="396"/>
                  </a:lnTo>
                  <a:cubicBezTo>
                    <a:pt x="1003" y="396"/>
                    <a:pt x="1155" y="213"/>
                    <a:pt x="1186" y="183"/>
                  </a:cubicBezTo>
                  <a:cubicBezTo>
                    <a:pt x="1277" y="122"/>
                    <a:pt x="1368" y="61"/>
                    <a:pt x="1490" y="61"/>
                  </a:cubicBezTo>
                  <a:cubicBezTo>
                    <a:pt x="1495" y="59"/>
                    <a:pt x="1500" y="57"/>
                    <a:pt x="1505" y="57"/>
                  </a:cubicBezTo>
                  <a:cubicBezTo>
                    <a:pt x="1556" y="57"/>
                    <a:pt x="1581" y="186"/>
                    <a:pt x="1581" y="213"/>
                  </a:cubicBezTo>
                  <a:cubicBezTo>
                    <a:pt x="1611" y="274"/>
                    <a:pt x="1611" y="305"/>
                    <a:pt x="1642" y="335"/>
                  </a:cubicBezTo>
                  <a:cubicBezTo>
                    <a:pt x="1657" y="350"/>
                    <a:pt x="1672" y="358"/>
                    <a:pt x="1687" y="358"/>
                  </a:cubicBezTo>
                  <a:cubicBezTo>
                    <a:pt x="1702" y="358"/>
                    <a:pt x="1718" y="350"/>
                    <a:pt x="1733" y="335"/>
                  </a:cubicBezTo>
                  <a:cubicBezTo>
                    <a:pt x="1763" y="274"/>
                    <a:pt x="1794" y="213"/>
                    <a:pt x="1824" y="122"/>
                  </a:cubicBezTo>
                  <a:cubicBezTo>
                    <a:pt x="1824" y="61"/>
                    <a:pt x="1642"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7"/>
            <p:cNvSpPr/>
            <p:nvPr/>
          </p:nvSpPr>
          <p:spPr>
            <a:xfrm rot="-5400000">
              <a:off x="2742250" y="7585600"/>
              <a:ext cx="45075" cy="30425"/>
            </a:xfrm>
            <a:custGeom>
              <a:rect b="b" l="l" r="r" t="t"/>
              <a:pathLst>
                <a:path extrusionOk="0" h="1217" w="1803">
                  <a:moveTo>
                    <a:pt x="1620" y="0"/>
                  </a:moveTo>
                  <a:lnTo>
                    <a:pt x="1529" y="61"/>
                  </a:lnTo>
                  <a:cubicBezTo>
                    <a:pt x="1438" y="152"/>
                    <a:pt x="1468" y="365"/>
                    <a:pt x="1377" y="365"/>
                  </a:cubicBezTo>
                  <a:cubicBezTo>
                    <a:pt x="1372" y="367"/>
                    <a:pt x="1368" y="368"/>
                    <a:pt x="1363" y="368"/>
                  </a:cubicBezTo>
                  <a:cubicBezTo>
                    <a:pt x="1303" y="368"/>
                    <a:pt x="1225" y="206"/>
                    <a:pt x="1225" y="122"/>
                  </a:cubicBezTo>
                  <a:cubicBezTo>
                    <a:pt x="1221" y="114"/>
                    <a:pt x="1217" y="111"/>
                    <a:pt x="1211" y="111"/>
                  </a:cubicBezTo>
                  <a:cubicBezTo>
                    <a:pt x="1173" y="111"/>
                    <a:pt x="1100" y="281"/>
                    <a:pt x="1073" y="335"/>
                  </a:cubicBezTo>
                  <a:cubicBezTo>
                    <a:pt x="1043" y="426"/>
                    <a:pt x="982" y="517"/>
                    <a:pt x="952" y="578"/>
                  </a:cubicBezTo>
                  <a:lnTo>
                    <a:pt x="860" y="547"/>
                  </a:lnTo>
                  <a:lnTo>
                    <a:pt x="800" y="547"/>
                  </a:lnTo>
                  <a:cubicBezTo>
                    <a:pt x="678" y="547"/>
                    <a:pt x="556" y="578"/>
                    <a:pt x="465" y="608"/>
                  </a:cubicBezTo>
                  <a:lnTo>
                    <a:pt x="313" y="699"/>
                  </a:lnTo>
                  <a:lnTo>
                    <a:pt x="161" y="760"/>
                  </a:lnTo>
                  <a:cubicBezTo>
                    <a:pt x="60" y="887"/>
                    <a:pt x="1" y="950"/>
                    <a:pt x="37" y="950"/>
                  </a:cubicBezTo>
                  <a:cubicBezTo>
                    <a:pt x="44" y="950"/>
                    <a:pt x="55" y="948"/>
                    <a:pt x="70" y="943"/>
                  </a:cubicBezTo>
                  <a:lnTo>
                    <a:pt x="131" y="943"/>
                  </a:lnTo>
                  <a:cubicBezTo>
                    <a:pt x="192" y="943"/>
                    <a:pt x="252" y="943"/>
                    <a:pt x="283" y="973"/>
                  </a:cubicBezTo>
                  <a:lnTo>
                    <a:pt x="283" y="1216"/>
                  </a:lnTo>
                  <a:cubicBezTo>
                    <a:pt x="435" y="1155"/>
                    <a:pt x="556" y="1094"/>
                    <a:pt x="708" y="1034"/>
                  </a:cubicBezTo>
                  <a:lnTo>
                    <a:pt x="708" y="1003"/>
                  </a:lnTo>
                  <a:cubicBezTo>
                    <a:pt x="708" y="962"/>
                    <a:pt x="696" y="946"/>
                    <a:pt x="677" y="946"/>
                  </a:cubicBezTo>
                  <a:cubicBezTo>
                    <a:pt x="653" y="946"/>
                    <a:pt x="620" y="970"/>
                    <a:pt x="587" y="1003"/>
                  </a:cubicBezTo>
                  <a:cubicBezTo>
                    <a:pt x="560" y="1017"/>
                    <a:pt x="526" y="1030"/>
                    <a:pt x="495" y="1030"/>
                  </a:cubicBezTo>
                  <a:cubicBezTo>
                    <a:pt x="457" y="1030"/>
                    <a:pt x="421" y="1010"/>
                    <a:pt x="404" y="943"/>
                  </a:cubicBezTo>
                  <a:cubicBezTo>
                    <a:pt x="374" y="851"/>
                    <a:pt x="496" y="791"/>
                    <a:pt x="678" y="760"/>
                  </a:cubicBezTo>
                  <a:cubicBezTo>
                    <a:pt x="830" y="760"/>
                    <a:pt x="800" y="851"/>
                    <a:pt x="800" y="943"/>
                  </a:cubicBezTo>
                  <a:lnTo>
                    <a:pt x="800" y="973"/>
                  </a:lnTo>
                  <a:cubicBezTo>
                    <a:pt x="830" y="1003"/>
                    <a:pt x="860" y="1003"/>
                    <a:pt x="891" y="1003"/>
                  </a:cubicBezTo>
                  <a:lnTo>
                    <a:pt x="891" y="882"/>
                  </a:lnTo>
                  <a:cubicBezTo>
                    <a:pt x="891" y="821"/>
                    <a:pt x="1195" y="699"/>
                    <a:pt x="1529" y="639"/>
                  </a:cubicBezTo>
                  <a:lnTo>
                    <a:pt x="1559" y="274"/>
                  </a:lnTo>
                  <a:cubicBezTo>
                    <a:pt x="1559" y="243"/>
                    <a:pt x="1590" y="243"/>
                    <a:pt x="1651" y="243"/>
                  </a:cubicBezTo>
                  <a:cubicBezTo>
                    <a:pt x="1803" y="213"/>
                    <a:pt x="1742" y="122"/>
                    <a:pt x="1742" y="31"/>
                  </a:cubicBezTo>
                  <a:cubicBezTo>
                    <a:pt x="1742" y="31"/>
                    <a:pt x="1620" y="0"/>
                    <a:pt x="1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7"/>
            <p:cNvSpPr/>
            <p:nvPr/>
          </p:nvSpPr>
          <p:spPr>
            <a:xfrm rot="-5400000">
              <a:off x="2809375" y="7640800"/>
              <a:ext cx="32700" cy="24650"/>
            </a:xfrm>
            <a:custGeom>
              <a:rect b="b" l="l" r="r" t="t"/>
              <a:pathLst>
                <a:path extrusionOk="0" h="986" w="1308">
                  <a:moveTo>
                    <a:pt x="790" y="0"/>
                  </a:moveTo>
                  <a:cubicBezTo>
                    <a:pt x="730" y="0"/>
                    <a:pt x="821" y="244"/>
                    <a:pt x="790" y="365"/>
                  </a:cubicBezTo>
                  <a:cubicBezTo>
                    <a:pt x="760" y="487"/>
                    <a:pt x="274" y="426"/>
                    <a:pt x="243" y="487"/>
                  </a:cubicBezTo>
                  <a:cubicBezTo>
                    <a:pt x="182" y="548"/>
                    <a:pt x="274" y="608"/>
                    <a:pt x="334" y="669"/>
                  </a:cubicBezTo>
                  <a:cubicBezTo>
                    <a:pt x="395" y="700"/>
                    <a:pt x="304" y="700"/>
                    <a:pt x="152" y="700"/>
                  </a:cubicBezTo>
                  <a:lnTo>
                    <a:pt x="61" y="730"/>
                  </a:lnTo>
                  <a:lnTo>
                    <a:pt x="30" y="730"/>
                  </a:lnTo>
                  <a:cubicBezTo>
                    <a:pt x="0" y="791"/>
                    <a:pt x="0" y="852"/>
                    <a:pt x="61" y="852"/>
                  </a:cubicBezTo>
                  <a:cubicBezTo>
                    <a:pt x="122" y="821"/>
                    <a:pt x="166" y="808"/>
                    <a:pt x="197" y="808"/>
                  </a:cubicBezTo>
                  <a:cubicBezTo>
                    <a:pt x="260" y="808"/>
                    <a:pt x="274" y="862"/>
                    <a:pt x="274" y="943"/>
                  </a:cubicBezTo>
                  <a:lnTo>
                    <a:pt x="274" y="973"/>
                  </a:lnTo>
                  <a:cubicBezTo>
                    <a:pt x="278" y="982"/>
                    <a:pt x="284" y="985"/>
                    <a:pt x="293" y="985"/>
                  </a:cubicBezTo>
                  <a:cubicBezTo>
                    <a:pt x="344" y="985"/>
                    <a:pt x="464" y="839"/>
                    <a:pt x="517" y="760"/>
                  </a:cubicBezTo>
                  <a:cubicBezTo>
                    <a:pt x="547" y="700"/>
                    <a:pt x="608" y="669"/>
                    <a:pt x="669" y="608"/>
                  </a:cubicBezTo>
                  <a:cubicBezTo>
                    <a:pt x="730" y="639"/>
                    <a:pt x="790" y="669"/>
                    <a:pt x="821" y="730"/>
                  </a:cubicBezTo>
                  <a:lnTo>
                    <a:pt x="882" y="791"/>
                  </a:lnTo>
                  <a:cubicBezTo>
                    <a:pt x="912" y="806"/>
                    <a:pt x="942" y="814"/>
                    <a:pt x="973" y="814"/>
                  </a:cubicBezTo>
                  <a:cubicBezTo>
                    <a:pt x="1003" y="814"/>
                    <a:pt x="1034" y="806"/>
                    <a:pt x="1064" y="791"/>
                  </a:cubicBezTo>
                  <a:lnTo>
                    <a:pt x="1125" y="730"/>
                  </a:lnTo>
                  <a:cubicBezTo>
                    <a:pt x="1064" y="669"/>
                    <a:pt x="942" y="608"/>
                    <a:pt x="912" y="578"/>
                  </a:cubicBezTo>
                  <a:cubicBezTo>
                    <a:pt x="912" y="548"/>
                    <a:pt x="942" y="517"/>
                    <a:pt x="973" y="487"/>
                  </a:cubicBezTo>
                  <a:lnTo>
                    <a:pt x="1034" y="487"/>
                  </a:lnTo>
                  <a:cubicBezTo>
                    <a:pt x="1216" y="456"/>
                    <a:pt x="1307" y="396"/>
                    <a:pt x="1307" y="244"/>
                  </a:cubicBezTo>
                  <a:lnTo>
                    <a:pt x="1307" y="152"/>
                  </a:lnTo>
                  <a:cubicBezTo>
                    <a:pt x="1296" y="109"/>
                    <a:pt x="1273" y="93"/>
                    <a:pt x="1247" y="93"/>
                  </a:cubicBezTo>
                  <a:cubicBezTo>
                    <a:pt x="1201" y="93"/>
                    <a:pt x="1144" y="144"/>
                    <a:pt x="1125" y="183"/>
                  </a:cubicBezTo>
                  <a:cubicBezTo>
                    <a:pt x="1116" y="201"/>
                    <a:pt x="1091" y="208"/>
                    <a:pt x="1062" y="208"/>
                  </a:cubicBezTo>
                  <a:cubicBezTo>
                    <a:pt x="991" y="208"/>
                    <a:pt x="890" y="165"/>
                    <a:pt x="912" y="122"/>
                  </a:cubicBezTo>
                  <a:cubicBezTo>
                    <a:pt x="973" y="31"/>
                    <a:pt x="851" y="0"/>
                    <a:pt x="7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7"/>
            <p:cNvSpPr/>
            <p:nvPr/>
          </p:nvSpPr>
          <p:spPr>
            <a:xfrm rot="-5400000">
              <a:off x="2450100" y="8366950"/>
              <a:ext cx="30000" cy="18850"/>
            </a:xfrm>
            <a:custGeom>
              <a:rect b="b" l="l" r="r" t="t"/>
              <a:pathLst>
                <a:path extrusionOk="0" h="754" w="1200">
                  <a:moveTo>
                    <a:pt x="657" y="1"/>
                  </a:moveTo>
                  <a:cubicBezTo>
                    <a:pt x="635" y="1"/>
                    <a:pt x="578" y="69"/>
                    <a:pt x="487" y="206"/>
                  </a:cubicBezTo>
                  <a:lnTo>
                    <a:pt x="365" y="328"/>
                  </a:lnTo>
                  <a:cubicBezTo>
                    <a:pt x="348" y="333"/>
                    <a:pt x="330" y="336"/>
                    <a:pt x="313" y="336"/>
                  </a:cubicBezTo>
                  <a:cubicBezTo>
                    <a:pt x="242" y="336"/>
                    <a:pt x="183" y="291"/>
                    <a:pt x="183" y="267"/>
                  </a:cubicBezTo>
                  <a:cubicBezTo>
                    <a:pt x="161" y="224"/>
                    <a:pt x="155" y="181"/>
                    <a:pt x="121" y="181"/>
                  </a:cubicBezTo>
                  <a:cubicBezTo>
                    <a:pt x="107" y="181"/>
                    <a:pt x="88" y="188"/>
                    <a:pt x="61" y="206"/>
                  </a:cubicBezTo>
                  <a:cubicBezTo>
                    <a:pt x="31" y="236"/>
                    <a:pt x="31" y="267"/>
                    <a:pt x="0" y="328"/>
                  </a:cubicBezTo>
                  <a:lnTo>
                    <a:pt x="31" y="449"/>
                  </a:lnTo>
                  <a:cubicBezTo>
                    <a:pt x="91" y="571"/>
                    <a:pt x="213" y="662"/>
                    <a:pt x="335" y="723"/>
                  </a:cubicBezTo>
                  <a:lnTo>
                    <a:pt x="426" y="753"/>
                  </a:lnTo>
                  <a:lnTo>
                    <a:pt x="487" y="753"/>
                  </a:lnTo>
                  <a:cubicBezTo>
                    <a:pt x="487" y="753"/>
                    <a:pt x="487" y="571"/>
                    <a:pt x="487" y="510"/>
                  </a:cubicBezTo>
                  <a:cubicBezTo>
                    <a:pt x="456" y="449"/>
                    <a:pt x="547" y="419"/>
                    <a:pt x="638" y="419"/>
                  </a:cubicBezTo>
                  <a:lnTo>
                    <a:pt x="730" y="419"/>
                  </a:lnTo>
                  <a:cubicBezTo>
                    <a:pt x="790" y="419"/>
                    <a:pt x="851" y="449"/>
                    <a:pt x="882" y="449"/>
                  </a:cubicBezTo>
                  <a:lnTo>
                    <a:pt x="1064" y="328"/>
                  </a:lnTo>
                  <a:cubicBezTo>
                    <a:pt x="1199" y="238"/>
                    <a:pt x="1084" y="131"/>
                    <a:pt x="966" y="131"/>
                  </a:cubicBezTo>
                  <a:cubicBezTo>
                    <a:pt x="925" y="131"/>
                    <a:pt x="883" y="144"/>
                    <a:pt x="851" y="176"/>
                  </a:cubicBezTo>
                  <a:cubicBezTo>
                    <a:pt x="806" y="221"/>
                    <a:pt x="760" y="244"/>
                    <a:pt x="726" y="244"/>
                  </a:cubicBezTo>
                  <a:cubicBezTo>
                    <a:pt x="692" y="244"/>
                    <a:pt x="669" y="221"/>
                    <a:pt x="669" y="176"/>
                  </a:cubicBezTo>
                  <a:lnTo>
                    <a:pt x="669" y="24"/>
                  </a:lnTo>
                  <a:cubicBezTo>
                    <a:pt x="669" y="8"/>
                    <a:pt x="665" y="1"/>
                    <a:pt x="6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7"/>
            <p:cNvSpPr/>
            <p:nvPr/>
          </p:nvSpPr>
          <p:spPr>
            <a:xfrm rot="-5400000">
              <a:off x="2722875" y="7323800"/>
              <a:ext cx="34225" cy="18825"/>
            </a:xfrm>
            <a:custGeom>
              <a:rect b="b" l="l" r="r" t="t"/>
              <a:pathLst>
                <a:path extrusionOk="0" h="753" w="1369">
                  <a:moveTo>
                    <a:pt x="1095" y="0"/>
                  </a:moveTo>
                  <a:cubicBezTo>
                    <a:pt x="943" y="31"/>
                    <a:pt x="851" y="122"/>
                    <a:pt x="851" y="183"/>
                  </a:cubicBezTo>
                  <a:cubicBezTo>
                    <a:pt x="882" y="213"/>
                    <a:pt x="760" y="213"/>
                    <a:pt x="699" y="213"/>
                  </a:cubicBezTo>
                  <a:cubicBezTo>
                    <a:pt x="639" y="213"/>
                    <a:pt x="547" y="274"/>
                    <a:pt x="517" y="365"/>
                  </a:cubicBezTo>
                  <a:lnTo>
                    <a:pt x="456" y="396"/>
                  </a:lnTo>
                  <a:cubicBezTo>
                    <a:pt x="344" y="452"/>
                    <a:pt x="387" y="612"/>
                    <a:pt x="275" y="612"/>
                  </a:cubicBezTo>
                  <a:cubicBezTo>
                    <a:pt x="265" y="612"/>
                    <a:pt x="255" y="611"/>
                    <a:pt x="243" y="608"/>
                  </a:cubicBezTo>
                  <a:cubicBezTo>
                    <a:pt x="91" y="578"/>
                    <a:pt x="213" y="456"/>
                    <a:pt x="152" y="396"/>
                  </a:cubicBezTo>
                  <a:lnTo>
                    <a:pt x="152" y="365"/>
                  </a:lnTo>
                  <a:cubicBezTo>
                    <a:pt x="91" y="365"/>
                    <a:pt x="31" y="365"/>
                    <a:pt x="0" y="396"/>
                  </a:cubicBezTo>
                  <a:lnTo>
                    <a:pt x="0" y="426"/>
                  </a:lnTo>
                  <a:lnTo>
                    <a:pt x="0" y="456"/>
                  </a:lnTo>
                  <a:cubicBezTo>
                    <a:pt x="31" y="487"/>
                    <a:pt x="61" y="699"/>
                    <a:pt x="152" y="730"/>
                  </a:cubicBezTo>
                  <a:cubicBezTo>
                    <a:pt x="228" y="745"/>
                    <a:pt x="304" y="753"/>
                    <a:pt x="384" y="753"/>
                  </a:cubicBezTo>
                  <a:cubicBezTo>
                    <a:pt x="464" y="753"/>
                    <a:pt x="547" y="745"/>
                    <a:pt x="639" y="730"/>
                  </a:cubicBezTo>
                  <a:lnTo>
                    <a:pt x="578" y="517"/>
                  </a:lnTo>
                  <a:lnTo>
                    <a:pt x="578" y="487"/>
                  </a:lnTo>
                  <a:cubicBezTo>
                    <a:pt x="656" y="428"/>
                    <a:pt x="748" y="394"/>
                    <a:pt x="810" y="394"/>
                  </a:cubicBezTo>
                  <a:cubicBezTo>
                    <a:pt x="845" y="394"/>
                    <a:pt x="871" y="404"/>
                    <a:pt x="882" y="426"/>
                  </a:cubicBezTo>
                  <a:lnTo>
                    <a:pt x="882" y="456"/>
                  </a:lnTo>
                  <a:cubicBezTo>
                    <a:pt x="882" y="517"/>
                    <a:pt x="882" y="578"/>
                    <a:pt x="912" y="608"/>
                  </a:cubicBezTo>
                  <a:lnTo>
                    <a:pt x="973" y="639"/>
                  </a:lnTo>
                  <a:cubicBezTo>
                    <a:pt x="1034" y="639"/>
                    <a:pt x="1125" y="669"/>
                    <a:pt x="1216" y="730"/>
                  </a:cubicBezTo>
                  <a:cubicBezTo>
                    <a:pt x="1216" y="739"/>
                    <a:pt x="1224" y="742"/>
                    <a:pt x="1236" y="742"/>
                  </a:cubicBezTo>
                  <a:cubicBezTo>
                    <a:pt x="1264" y="742"/>
                    <a:pt x="1316" y="721"/>
                    <a:pt x="1338" y="699"/>
                  </a:cubicBezTo>
                  <a:cubicBezTo>
                    <a:pt x="1368" y="669"/>
                    <a:pt x="1307" y="578"/>
                    <a:pt x="1186" y="487"/>
                  </a:cubicBezTo>
                  <a:lnTo>
                    <a:pt x="1095" y="396"/>
                  </a:lnTo>
                  <a:cubicBezTo>
                    <a:pt x="1125" y="304"/>
                    <a:pt x="1155" y="244"/>
                    <a:pt x="1186" y="183"/>
                  </a:cubicBezTo>
                  <a:lnTo>
                    <a:pt x="1155" y="122"/>
                  </a:lnTo>
                  <a:lnTo>
                    <a:pt x="109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7"/>
            <p:cNvSpPr/>
            <p:nvPr/>
          </p:nvSpPr>
          <p:spPr>
            <a:xfrm rot="-5400000">
              <a:off x="2732175" y="7204200"/>
              <a:ext cx="27375" cy="18675"/>
            </a:xfrm>
            <a:custGeom>
              <a:rect b="b" l="l" r="r" t="t"/>
              <a:pathLst>
                <a:path extrusionOk="0" h="747" w="1095">
                  <a:moveTo>
                    <a:pt x="382" y="1"/>
                  </a:moveTo>
                  <a:cubicBezTo>
                    <a:pt x="324" y="1"/>
                    <a:pt x="248" y="18"/>
                    <a:pt x="213" y="36"/>
                  </a:cubicBezTo>
                  <a:cubicBezTo>
                    <a:pt x="152" y="66"/>
                    <a:pt x="213" y="188"/>
                    <a:pt x="244" y="249"/>
                  </a:cubicBezTo>
                  <a:cubicBezTo>
                    <a:pt x="304" y="309"/>
                    <a:pt x="152" y="370"/>
                    <a:pt x="61" y="401"/>
                  </a:cubicBezTo>
                  <a:cubicBezTo>
                    <a:pt x="0" y="401"/>
                    <a:pt x="122" y="492"/>
                    <a:pt x="152" y="492"/>
                  </a:cubicBezTo>
                  <a:cubicBezTo>
                    <a:pt x="244" y="492"/>
                    <a:pt x="335" y="461"/>
                    <a:pt x="396" y="431"/>
                  </a:cubicBezTo>
                  <a:cubicBezTo>
                    <a:pt x="417" y="410"/>
                    <a:pt x="446" y="399"/>
                    <a:pt x="482" y="399"/>
                  </a:cubicBezTo>
                  <a:cubicBezTo>
                    <a:pt x="546" y="399"/>
                    <a:pt x="632" y="433"/>
                    <a:pt x="730" y="492"/>
                  </a:cubicBezTo>
                  <a:lnTo>
                    <a:pt x="821" y="553"/>
                  </a:lnTo>
                  <a:cubicBezTo>
                    <a:pt x="882" y="583"/>
                    <a:pt x="912" y="613"/>
                    <a:pt x="912" y="674"/>
                  </a:cubicBezTo>
                  <a:lnTo>
                    <a:pt x="912" y="735"/>
                  </a:lnTo>
                  <a:cubicBezTo>
                    <a:pt x="929" y="743"/>
                    <a:pt x="947" y="747"/>
                    <a:pt x="966" y="747"/>
                  </a:cubicBezTo>
                  <a:cubicBezTo>
                    <a:pt x="1018" y="747"/>
                    <a:pt x="1072" y="719"/>
                    <a:pt x="1095" y="674"/>
                  </a:cubicBezTo>
                  <a:lnTo>
                    <a:pt x="1095" y="613"/>
                  </a:lnTo>
                  <a:lnTo>
                    <a:pt x="1095" y="583"/>
                  </a:lnTo>
                  <a:cubicBezTo>
                    <a:pt x="1095" y="492"/>
                    <a:pt x="1064" y="401"/>
                    <a:pt x="1064" y="309"/>
                  </a:cubicBezTo>
                  <a:cubicBezTo>
                    <a:pt x="997" y="265"/>
                    <a:pt x="931" y="237"/>
                    <a:pt x="864" y="237"/>
                  </a:cubicBezTo>
                  <a:cubicBezTo>
                    <a:pt x="840" y="237"/>
                    <a:pt x="815" y="241"/>
                    <a:pt x="791" y="249"/>
                  </a:cubicBezTo>
                  <a:cubicBezTo>
                    <a:pt x="700" y="249"/>
                    <a:pt x="426" y="66"/>
                    <a:pt x="456" y="36"/>
                  </a:cubicBezTo>
                  <a:cubicBezTo>
                    <a:pt x="456" y="10"/>
                    <a:pt x="424" y="1"/>
                    <a:pt x="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27"/>
            <p:cNvSpPr/>
            <p:nvPr/>
          </p:nvSpPr>
          <p:spPr>
            <a:xfrm rot="-5400000">
              <a:off x="2654113" y="6987213"/>
              <a:ext cx="30350" cy="16425"/>
            </a:xfrm>
            <a:custGeom>
              <a:rect b="b" l="l" r="r" t="t"/>
              <a:pathLst>
                <a:path extrusionOk="0" h="657" w="1214">
                  <a:moveTo>
                    <a:pt x="853" y="0"/>
                  </a:moveTo>
                  <a:cubicBezTo>
                    <a:pt x="777" y="0"/>
                    <a:pt x="824" y="120"/>
                    <a:pt x="849" y="197"/>
                  </a:cubicBezTo>
                  <a:cubicBezTo>
                    <a:pt x="849" y="288"/>
                    <a:pt x="576" y="440"/>
                    <a:pt x="485" y="501"/>
                  </a:cubicBezTo>
                  <a:cubicBezTo>
                    <a:pt x="363" y="501"/>
                    <a:pt x="272" y="470"/>
                    <a:pt x="181" y="379"/>
                  </a:cubicBezTo>
                  <a:cubicBezTo>
                    <a:pt x="159" y="358"/>
                    <a:pt x="137" y="347"/>
                    <a:pt x="117" y="347"/>
                  </a:cubicBezTo>
                  <a:cubicBezTo>
                    <a:pt x="81" y="347"/>
                    <a:pt x="48" y="381"/>
                    <a:pt x="29" y="440"/>
                  </a:cubicBezTo>
                  <a:cubicBezTo>
                    <a:pt x="0" y="496"/>
                    <a:pt x="154" y="656"/>
                    <a:pt x="250" y="656"/>
                  </a:cubicBezTo>
                  <a:cubicBezTo>
                    <a:pt x="257" y="656"/>
                    <a:pt x="265" y="655"/>
                    <a:pt x="272" y="653"/>
                  </a:cubicBezTo>
                  <a:lnTo>
                    <a:pt x="363" y="653"/>
                  </a:lnTo>
                  <a:cubicBezTo>
                    <a:pt x="381" y="654"/>
                    <a:pt x="398" y="655"/>
                    <a:pt x="415" y="655"/>
                  </a:cubicBezTo>
                  <a:cubicBezTo>
                    <a:pt x="685" y="655"/>
                    <a:pt x="833" y="440"/>
                    <a:pt x="1062" y="440"/>
                  </a:cubicBezTo>
                  <a:cubicBezTo>
                    <a:pt x="1092" y="410"/>
                    <a:pt x="1153" y="349"/>
                    <a:pt x="1153" y="349"/>
                  </a:cubicBezTo>
                  <a:lnTo>
                    <a:pt x="940" y="197"/>
                  </a:lnTo>
                  <a:cubicBezTo>
                    <a:pt x="1123" y="136"/>
                    <a:pt x="1214" y="45"/>
                    <a:pt x="1123" y="14"/>
                  </a:cubicBezTo>
                  <a:lnTo>
                    <a:pt x="910" y="14"/>
                  </a:lnTo>
                  <a:cubicBezTo>
                    <a:pt x="886" y="5"/>
                    <a:pt x="867" y="0"/>
                    <a:pt x="8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27"/>
            <p:cNvSpPr/>
            <p:nvPr/>
          </p:nvSpPr>
          <p:spPr>
            <a:xfrm rot="-5400000">
              <a:off x="2680125" y="7082000"/>
              <a:ext cx="40300" cy="13050"/>
            </a:xfrm>
            <a:custGeom>
              <a:rect b="b" l="l" r="r" t="t"/>
              <a:pathLst>
                <a:path extrusionOk="0" h="522" w="1612">
                  <a:moveTo>
                    <a:pt x="1093" y="0"/>
                  </a:moveTo>
                  <a:cubicBezTo>
                    <a:pt x="1063" y="0"/>
                    <a:pt x="1033" y="4"/>
                    <a:pt x="1003" y="14"/>
                  </a:cubicBezTo>
                  <a:lnTo>
                    <a:pt x="730" y="106"/>
                  </a:lnTo>
                  <a:cubicBezTo>
                    <a:pt x="638" y="85"/>
                    <a:pt x="561" y="75"/>
                    <a:pt x="500" y="75"/>
                  </a:cubicBezTo>
                  <a:cubicBezTo>
                    <a:pt x="378" y="75"/>
                    <a:pt x="324" y="116"/>
                    <a:pt x="365" y="197"/>
                  </a:cubicBezTo>
                  <a:lnTo>
                    <a:pt x="183" y="258"/>
                  </a:lnTo>
                  <a:lnTo>
                    <a:pt x="91" y="288"/>
                  </a:lnTo>
                  <a:cubicBezTo>
                    <a:pt x="0" y="349"/>
                    <a:pt x="213" y="410"/>
                    <a:pt x="243" y="501"/>
                  </a:cubicBezTo>
                  <a:cubicBezTo>
                    <a:pt x="251" y="515"/>
                    <a:pt x="261" y="521"/>
                    <a:pt x="274" y="521"/>
                  </a:cubicBezTo>
                  <a:cubicBezTo>
                    <a:pt x="312" y="521"/>
                    <a:pt x="365" y="463"/>
                    <a:pt x="365" y="440"/>
                  </a:cubicBezTo>
                  <a:cubicBezTo>
                    <a:pt x="365" y="379"/>
                    <a:pt x="547" y="379"/>
                    <a:pt x="730" y="379"/>
                  </a:cubicBezTo>
                  <a:lnTo>
                    <a:pt x="851" y="227"/>
                  </a:lnTo>
                  <a:cubicBezTo>
                    <a:pt x="912" y="197"/>
                    <a:pt x="1003" y="166"/>
                    <a:pt x="1064" y="166"/>
                  </a:cubicBezTo>
                  <a:lnTo>
                    <a:pt x="1246" y="166"/>
                  </a:lnTo>
                  <a:cubicBezTo>
                    <a:pt x="1316" y="190"/>
                    <a:pt x="1386" y="199"/>
                    <a:pt x="1445" y="199"/>
                  </a:cubicBezTo>
                  <a:cubicBezTo>
                    <a:pt x="1541" y="199"/>
                    <a:pt x="1611" y="174"/>
                    <a:pt x="1611" y="136"/>
                  </a:cubicBezTo>
                  <a:lnTo>
                    <a:pt x="1581" y="136"/>
                  </a:lnTo>
                  <a:cubicBezTo>
                    <a:pt x="1403" y="111"/>
                    <a:pt x="1246" y="0"/>
                    <a:pt x="10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7"/>
            <p:cNvSpPr/>
            <p:nvPr/>
          </p:nvSpPr>
          <p:spPr>
            <a:xfrm rot="-5400000">
              <a:off x="2789475" y="7578650"/>
              <a:ext cx="28125" cy="18275"/>
            </a:xfrm>
            <a:custGeom>
              <a:rect b="b" l="l" r="r" t="t"/>
              <a:pathLst>
                <a:path extrusionOk="0" h="731" w="1125">
                  <a:moveTo>
                    <a:pt x="882" y="1"/>
                  </a:moveTo>
                  <a:lnTo>
                    <a:pt x="851" y="153"/>
                  </a:lnTo>
                  <a:cubicBezTo>
                    <a:pt x="851" y="210"/>
                    <a:pt x="815" y="232"/>
                    <a:pt x="772" y="232"/>
                  </a:cubicBezTo>
                  <a:cubicBezTo>
                    <a:pt x="748" y="232"/>
                    <a:pt x="722" y="224"/>
                    <a:pt x="699" y="213"/>
                  </a:cubicBezTo>
                  <a:lnTo>
                    <a:pt x="578" y="183"/>
                  </a:lnTo>
                  <a:cubicBezTo>
                    <a:pt x="557" y="169"/>
                    <a:pt x="527" y="163"/>
                    <a:pt x="494" y="163"/>
                  </a:cubicBezTo>
                  <a:cubicBezTo>
                    <a:pt x="383" y="163"/>
                    <a:pt x="229" y="227"/>
                    <a:pt x="183" y="274"/>
                  </a:cubicBezTo>
                  <a:cubicBezTo>
                    <a:pt x="122" y="335"/>
                    <a:pt x="152" y="457"/>
                    <a:pt x="213" y="517"/>
                  </a:cubicBezTo>
                  <a:cubicBezTo>
                    <a:pt x="243" y="548"/>
                    <a:pt x="122" y="669"/>
                    <a:pt x="61" y="669"/>
                  </a:cubicBezTo>
                  <a:cubicBezTo>
                    <a:pt x="0" y="700"/>
                    <a:pt x="183" y="730"/>
                    <a:pt x="243" y="730"/>
                  </a:cubicBezTo>
                  <a:cubicBezTo>
                    <a:pt x="304" y="730"/>
                    <a:pt x="365" y="578"/>
                    <a:pt x="365" y="517"/>
                  </a:cubicBezTo>
                  <a:cubicBezTo>
                    <a:pt x="365" y="457"/>
                    <a:pt x="426" y="426"/>
                    <a:pt x="517" y="426"/>
                  </a:cubicBezTo>
                  <a:cubicBezTo>
                    <a:pt x="590" y="426"/>
                    <a:pt x="896" y="348"/>
                    <a:pt x="1000" y="348"/>
                  </a:cubicBezTo>
                  <a:cubicBezTo>
                    <a:pt x="1026" y="348"/>
                    <a:pt x="1040" y="353"/>
                    <a:pt x="1034" y="365"/>
                  </a:cubicBezTo>
                  <a:cubicBezTo>
                    <a:pt x="1034" y="379"/>
                    <a:pt x="1037" y="385"/>
                    <a:pt x="1042" y="385"/>
                  </a:cubicBezTo>
                  <a:cubicBezTo>
                    <a:pt x="1058" y="385"/>
                    <a:pt x="1095" y="314"/>
                    <a:pt x="1095" y="244"/>
                  </a:cubicBezTo>
                  <a:cubicBezTo>
                    <a:pt x="1125" y="153"/>
                    <a:pt x="1034" y="3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7"/>
            <p:cNvSpPr/>
            <p:nvPr/>
          </p:nvSpPr>
          <p:spPr>
            <a:xfrm rot="-5400000">
              <a:off x="2682538" y="7056063"/>
              <a:ext cx="24350" cy="18575"/>
            </a:xfrm>
            <a:custGeom>
              <a:rect b="b" l="l" r="r" t="t"/>
              <a:pathLst>
                <a:path extrusionOk="0" h="743" w="974">
                  <a:moveTo>
                    <a:pt x="729" y="0"/>
                  </a:moveTo>
                  <a:cubicBezTo>
                    <a:pt x="610" y="0"/>
                    <a:pt x="503" y="22"/>
                    <a:pt x="395" y="43"/>
                  </a:cubicBezTo>
                  <a:lnTo>
                    <a:pt x="213" y="74"/>
                  </a:lnTo>
                  <a:cubicBezTo>
                    <a:pt x="169" y="74"/>
                    <a:pt x="125" y="10"/>
                    <a:pt x="92" y="10"/>
                  </a:cubicBezTo>
                  <a:cubicBezTo>
                    <a:pt x="80" y="10"/>
                    <a:pt x="69" y="19"/>
                    <a:pt x="61" y="43"/>
                  </a:cubicBezTo>
                  <a:cubicBezTo>
                    <a:pt x="0" y="135"/>
                    <a:pt x="92" y="135"/>
                    <a:pt x="183" y="165"/>
                  </a:cubicBezTo>
                  <a:lnTo>
                    <a:pt x="304" y="195"/>
                  </a:lnTo>
                  <a:cubicBezTo>
                    <a:pt x="332" y="223"/>
                    <a:pt x="371" y="238"/>
                    <a:pt x="415" y="238"/>
                  </a:cubicBezTo>
                  <a:cubicBezTo>
                    <a:pt x="468" y="238"/>
                    <a:pt x="528" y="215"/>
                    <a:pt x="578" y="165"/>
                  </a:cubicBezTo>
                  <a:cubicBezTo>
                    <a:pt x="578" y="161"/>
                    <a:pt x="583" y="159"/>
                    <a:pt x="593" y="159"/>
                  </a:cubicBezTo>
                  <a:cubicBezTo>
                    <a:pt x="653" y="159"/>
                    <a:pt x="878" y="238"/>
                    <a:pt x="851" y="317"/>
                  </a:cubicBezTo>
                  <a:cubicBezTo>
                    <a:pt x="791" y="378"/>
                    <a:pt x="578" y="591"/>
                    <a:pt x="517" y="591"/>
                  </a:cubicBezTo>
                  <a:cubicBezTo>
                    <a:pt x="426" y="591"/>
                    <a:pt x="456" y="651"/>
                    <a:pt x="547" y="743"/>
                  </a:cubicBezTo>
                  <a:lnTo>
                    <a:pt x="639" y="743"/>
                  </a:lnTo>
                  <a:cubicBezTo>
                    <a:pt x="791" y="743"/>
                    <a:pt x="821" y="621"/>
                    <a:pt x="882" y="530"/>
                  </a:cubicBezTo>
                  <a:lnTo>
                    <a:pt x="973" y="378"/>
                  </a:lnTo>
                  <a:cubicBezTo>
                    <a:pt x="973" y="195"/>
                    <a:pt x="943" y="13"/>
                    <a:pt x="882" y="13"/>
                  </a:cubicBezTo>
                  <a:cubicBezTo>
                    <a:pt x="828" y="4"/>
                    <a:pt x="778" y="0"/>
                    <a:pt x="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7"/>
            <p:cNvSpPr/>
            <p:nvPr/>
          </p:nvSpPr>
          <p:spPr>
            <a:xfrm rot="-5400000">
              <a:off x="2705150" y="7472000"/>
              <a:ext cx="23475" cy="17375"/>
            </a:xfrm>
            <a:custGeom>
              <a:rect b="b" l="l" r="r" t="t"/>
              <a:pathLst>
                <a:path extrusionOk="0" h="695" w="939">
                  <a:moveTo>
                    <a:pt x="821" y="166"/>
                  </a:moveTo>
                  <a:lnTo>
                    <a:pt x="765" y="190"/>
                  </a:lnTo>
                  <a:lnTo>
                    <a:pt x="760" y="227"/>
                  </a:lnTo>
                  <a:cubicBezTo>
                    <a:pt x="832" y="263"/>
                    <a:pt x="880" y="280"/>
                    <a:pt x="903" y="280"/>
                  </a:cubicBezTo>
                  <a:cubicBezTo>
                    <a:pt x="938" y="280"/>
                    <a:pt x="913" y="239"/>
                    <a:pt x="821" y="166"/>
                  </a:cubicBezTo>
                  <a:close/>
                  <a:moveTo>
                    <a:pt x="773" y="0"/>
                  </a:moveTo>
                  <a:cubicBezTo>
                    <a:pt x="764" y="0"/>
                    <a:pt x="750" y="4"/>
                    <a:pt x="730" y="14"/>
                  </a:cubicBezTo>
                  <a:cubicBezTo>
                    <a:pt x="699" y="14"/>
                    <a:pt x="608" y="44"/>
                    <a:pt x="608" y="44"/>
                  </a:cubicBezTo>
                  <a:cubicBezTo>
                    <a:pt x="608" y="257"/>
                    <a:pt x="365" y="196"/>
                    <a:pt x="243" y="257"/>
                  </a:cubicBezTo>
                  <a:lnTo>
                    <a:pt x="0" y="348"/>
                  </a:lnTo>
                  <a:cubicBezTo>
                    <a:pt x="31" y="439"/>
                    <a:pt x="61" y="561"/>
                    <a:pt x="91" y="683"/>
                  </a:cubicBezTo>
                  <a:cubicBezTo>
                    <a:pt x="91" y="691"/>
                    <a:pt x="122" y="695"/>
                    <a:pt x="167" y="695"/>
                  </a:cubicBezTo>
                  <a:cubicBezTo>
                    <a:pt x="291" y="695"/>
                    <a:pt x="525" y="666"/>
                    <a:pt x="547" y="622"/>
                  </a:cubicBezTo>
                  <a:cubicBezTo>
                    <a:pt x="547" y="561"/>
                    <a:pt x="547" y="500"/>
                    <a:pt x="547" y="500"/>
                  </a:cubicBezTo>
                  <a:cubicBezTo>
                    <a:pt x="543" y="496"/>
                    <a:pt x="537" y="494"/>
                    <a:pt x="530" y="494"/>
                  </a:cubicBezTo>
                  <a:cubicBezTo>
                    <a:pt x="485" y="494"/>
                    <a:pt x="395" y="565"/>
                    <a:pt x="395" y="591"/>
                  </a:cubicBezTo>
                  <a:cubicBezTo>
                    <a:pt x="387" y="609"/>
                    <a:pt x="370" y="617"/>
                    <a:pt x="349" y="617"/>
                  </a:cubicBezTo>
                  <a:cubicBezTo>
                    <a:pt x="299" y="617"/>
                    <a:pt x="226" y="574"/>
                    <a:pt x="183" y="531"/>
                  </a:cubicBezTo>
                  <a:cubicBezTo>
                    <a:pt x="152" y="500"/>
                    <a:pt x="274" y="409"/>
                    <a:pt x="456" y="348"/>
                  </a:cubicBezTo>
                  <a:lnTo>
                    <a:pt x="608" y="257"/>
                  </a:lnTo>
                  <a:lnTo>
                    <a:pt x="765" y="190"/>
                  </a:lnTo>
                  <a:lnTo>
                    <a:pt x="791" y="14"/>
                  </a:lnTo>
                  <a:cubicBezTo>
                    <a:pt x="791" y="14"/>
                    <a:pt x="791" y="0"/>
                    <a:pt x="7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7"/>
            <p:cNvSpPr/>
            <p:nvPr/>
          </p:nvSpPr>
          <p:spPr>
            <a:xfrm rot="-5400000">
              <a:off x="2584663" y="7226163"/>
              <a:ext cx="18550" cy="21575"/>
            </a:xfrm>
            <a:custGeom>
              <a:rect b="b" l="l" r="r" t="t"/>
              <a:pathLst>
                <a:path extrusionOk="0" h="863" w="742">
                  <a:moveTo>
                    <a:pt x="183" y="1"/>
                  </a:moveTo>
                  <a:cubicBezTo>
                    <a:pt x="92" y="1"/>
                    <a:pt x="92" y="31"/>
                    <a:pt x="183" y="92"/>
                  </a:cubicBezTo>
                  <a:lnTo>
                    <a:pt x="244" y="122"/>
                  </a:lnTo>
                  <a:lnTo>
                    <a:pt x="274" y="183"/>
                  </a:lnTo>
                  <a:cubicBezTo>
                    <a:pt x="274" y="244"/>
                    <a:pt x="183" y="305"/>
                    <a:pt x="152" y="305"/>
                  </a:cubicBezTo>
                  <a:cubicBezTo>
                    <a:pt x="122" y="335"/>
                    <a:pt x="61" y="365"/>
                    <a:pt x="31" y="396"/>
                  </a:cubicBezTo>
                  <a:lnTo>
                    <a:pt x="1" y="457"/>
                  </a:lnTo>
                  <a:lnTo>
                    <a:pt x="1" y="487"/>
                  </a:lnTo>
                  <a:cubicBezTo>
                    <a:pt x="10" y="506"/>
                    <a:pt x="31" y="513"/>
                    <a:pt x="57" y="513"/>
                  </a:cubicBezTo>
                  <a:cubicBezTo>
                    <a:pt x="113" y="513"/>
                    <a:pt x="192" y="478"/>
                    <a:pt x="213" y="457"/>
                  </a:cubicBezTo>
                  <a:cubicBezTo>
                    <a:pt x="217" y="453"/>
                    <a:pt x="219" y="452"/>
                    <a:pt x="222" y="452"/>
                  </a:cubicBezTo>
                  <a:cubicBezTo>
                    <a:pt x="243" y="452"/>
                    <a:pt x="240" y="554"/>
                    <a:pt x="213" y="609"/>
                  </a:cubicBezTo>
                  <a:cubicBezTo>
                    <a:pt x="152" y="669"/>
                    <a:pt x="122" y="761"/>
                    <a:pt x="122" y="852"/>
                  </a:cubicBezTo>
                  <a:cubicBezTo>
                    <a:pt x="122" y="859"/>
                    <a:pt x="125" y="863"/>
                    <a:pt x="130" y="863"/>
                  </a:cubicBezTo>
                  <a:cubicBezTo>
                    <a:pt x="165" y="863"/>
                    <a:pt x="312" y="692"/>
                    <a:pt x="365" y="639"/>
                  </a:cubicBezTo>
                  <a:cubicBezTo>
                    <a:pt x="404" y="581"/>
                    <a:pt x="503" y="560"/>
                    <a:pt x="587" y="560"/>
                  </a:cubicBezTo>
                  <a:cubicBezTo>
                    <a:pt x="635" y="560"/>
                    <a:pt x="677" y="567"/>
                    <a:pt x="700" y="578"/>
                  </a:cubicBezTo>
                  <a:cubicBezTo>
                    <a:pt x="706" y="581"/>
                    <a:pt x="711" y="583"/>
                    <a:pt x="714" y="583"/>
                  </a:cubicBezTo>
                  <a:cubicBezTo>
                    <a:pt x="741" y="583"/>
                    <a:pt x="666" y="480"/>
                    <a:pt x="639" y="426"/>
                  </a:cubicBezTo>
                  <a:cubicBezTo>
                    <a:pt x="578" y="365"/>
                    <a:pt x="335" y="213"/>
                    <a:pt x="396" y="183"/>
                  </a:cubicBezTo>
                  <a:cubicBezTo>
                    <a:pt x="456" y="153"/>
                    <a:pt x="426" y="61"/>
                    <a:pt x="365" y="31"/>
                  </a:cubicBezTo>
                  <a:lnTo>
                    <a:pt x="304" y="31"/>
                  </a:lnTo>
                  <a:lnTo>
                    <a:pt x="1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7"/>
            <p:cNvSpPr/>
            <p:nvPr/>
          </p:nvSpPr>
          <p:spPr>
            <a:xfrm rot="-5400000">
              <a:off x="2698513" y="7208363"/>
              <a:ext cx="21300" cy="14925"/>
            </a:xfrm>
            <a:custGeom>
              <a:rect b="b" l="l" r="r" t="t"/>
              <a:pathLst>
                <a:path extrusionOk="0" h="597" w="852">
                  <a:moveTo>
                    <a:pt x="627" y="0"/>
                  </a:moveTo>
                  <a:cubicBezTo>
                    <a:pt x="595" y="0"/>
                    <a:pt x="568" y="10"/>
                    <a:pt x="548" y="31"/>
                  </a:cubicBezTo>
                  <a:lnTo>
                    <a:pt x="487" y="92"/>
                  </a:lnTo>
                  <a:cubicBezTo>
                    <a:pt x="457" y="152"/>
                    <a:pt x="366" y="152"/>
                    <a:pt x="366" y="152"/>
                  </a:cubicBezTo>
                  <a:cubicBezTo>
                    <a:pt x="319" y="106"/>
                    <a:pt x="268" y="86"/>
                    <a:pt x="221" y="86"/>
                  </a:cubicBezTo>
                  <a:cubicBezTo>
                    <a:pt x="146" y="86"/>
                    <a:pt x="80" y="138"/>
                    <a:pt x="62" y="213"/>
                  </a:cubicBezTo>
                  <a:cubicBezTo>
                    <a:pt x="1" y="335"/>
                    <a:pt x="122" y="395"/>
                    <a:pt x="274" y="426"/>
                  </a:cubicBezTo>
                  <a:cubicBezTo>
                    <a:pt x="295" y="426"/>
                    <a:pt x="318" y="422"/>
                    <a:pt x="342" y="422"/>
                  </a:cubicBezTo>
                  <a:cubicBezTo>
                    <a:pt x="389" y="422"/>
                    <a:pt x="436" y="436"/>
                    <a:pt x="457" y="517"/>
                  </a:cubicBezTo>
                  <a:cubicBezTo>
                    <a:pt x="457" y="575"/>
                    <a:pt x="493" y="596"/>
                    <a:pt x="536" y="596"/>
                  </a:cubicBezTo>
                  <a:cubicBezTo>
                    <a:pt x="560" y="596"/>
                    <a:pt x="586" y="589"/>
                    <a:pt x="609" y="578"/>
                  </a:cubicBezTo>
                  <a:lnTo>
                    <a:pt x="639" y="547"/>
                  </a:lnTo>
                  <a:cubicBezTo>
                    <a:pt x="639" y="456"/>
                    <a:pt x="639" y="365"/>
                    <a:pt x="609" y="244"/>
                  </a:cubicBezTo>
                  <a:lnTo>
                    <a:pt x="670" y="244"/>
                  </a:lnTo>
                  <a:lnTo>
                    <a:pt x="852" y="122"/>
                  </a:lnTo>
                  <a:cubicBezTo>
                    <a:pt x="771" y="41"/>
                    <a:pt x="690" y="0"/>
                    <a:pt x="6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7"/>
            <p:cNvSpPr/>
            <p:nvPr/>
          </p:nvSpPr>
          <p:spPr>
            <a:xfrm rot="-5400000">
              <a:off x="2721313" y="7493013"/>
              <a:ext cx="28900" cy="15525"/>
            </a:xfrm>
            <a:custGeom>
              <a:rect b="b" l="l" r="r" t="t"/>
              <a:pathLst>
                <a:path extrusionOk="0" h="621" w="1156">
                  <a:moveTo>
                    <a:pt x="628" y="1"/>
                  </a:moveTo>
                  <a:cubicBezTo>
                    <a:pt x="538" y="1"/>
                    <a:pt x="487" y="35"/>
                    <a:pt x="487" y="103"/>
                  </a:cubicBezTo>
                  <a:cubicBezTo>
                    <a:pt x="456" y="195"/>
                    <a:pt x="365" y="286"/>
                    <a:pt x="274" y="347"/>
                  </a:cubicBezTo>
                  <a:cubicBezTo>
                    <a:pt x="244" y="347"/>
                    <a:pt x="152" y="225"/>
                    <a:pt x="122" y="164"/>
                  </a:cubicBezTo>
                  <a:cubicBezTo>
                    <a:pt x="122" y="152"/>
                    <a:pt x="119" y="146"/>
                    <a:pt x="115" y="146"/>
                  </a:cubicBezTo>
                  <a:cubicBezTo>
                    <a:pt x="97" y="146"/>
                    <a:pt x="49" y="238"/>
                    <a:pt x="0" y="407"/>
                  </a:cubicBezTo>
                  <a:lnTo>
                    <a:pt x="183" y="499"/>
                  </a:lnTo>
                  <a:lnTo>
                    <a:pt x="396" y="620"/>
                  </a:lnTo>
                  <a:cubicBezTo>
                    <a:pt x="487" y="559"/>
                    <a:pt x="578" y="438"/>
                    <a:pt x="608" y="316"/>
                  </a:cubicBezTo>
                  <a:cubicBezTo>
                    <a:pt x="578" y="255"/>
                    <a:pt x="639" y="225"/>
                    <a:pt x="700" y="225"/>
                  </a:cubicBezTo>
                  <a:lnTo>
                    <a:pt x="791" y="225"/>
                  </a:lnTo>
                  <a:cubicBezTo>
                    <a:pt x="815" y="225"/>
                    <a:pt x="976" y="303"/>
                    <a:pt x="1054" y="303"/>
                  </a:cubicBezTo>
                  <a:cubicBezTo>
                    <a:pt x="1074" y="303"/>
                    <a:pt x="1089" y="298"/>
                    <a:pt x="1095" y="286"/>
                  </a:cubicBezTo>
                  <a:cubicBezTo>
                    <a:pt x="1155" y="225"/>
                    <a:pt x="852" y="73"/>
                    <a:pt x="730" y="12"/>
                  </a:cubicBezTo>
                  <a:cubicBezTo>
                    <a:pt x="692" y="5"/>
                    <a:pt x="658" y="1"/>
                    <a:pt x="6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7"/>
            <p:cNvSpPr/>
            <p:nvPr/>
          </p:nvSpPr>
          <p:spPr>
            <a:xfrm rot="-5400000">
              <a:off x="2674325" y="7132125"/>
              <a:ext cx="20025" cy="16675"/>
            </a:xfrm>
            <a:custGeom>
              <a:rect b="b" l="l" r="r" t="t"/>
              <a:pathLst>
                <a:path extrusionOk="0" h="667" w="801">
                  <a:moveTo>
                    <a:pt x="490" y="1"/>
                  </a:moveTo>
                  <a:cubicBezTo>
                    <a:pt x="427" y="1"/>
                    <a:pt x="396" y="51"/>
                    <a:pt x="396" y="116"/>
                  </a:cubicBezTo>
                  <a:cubicBezTo>
                    <a:pt x="396" y="208"/>
                    <a:pt x="61" y="268"/>
                    <a:pt x="31" y="329"/>
                  </a:cubicBezTo>
                  <a:cubicBezTo>
                    <a:pt x="0" y="390"/>
                    <a:pt x="0" y="603"/>
                    <a:pt x="61" y="664"/>
                  </a:cubicBezTo>
                  <a:cubicBezTo>
                    <a:pt x="67" y="666"/>
                    <a:pt x="73" y="667"/>
                    <a:pt x="78" y="667"/>
                  </a:cubicBezTo>
                  <a:cubicBezTo>
                    <a:pt x="156" y="667"/>
                    <a:pt x="183" y="475"/>
                    <a:pt x="183" y="390"/>
                  </a:cubicBezTo>
                  <a:cubicBezTo>
                    <a:pt x="183" y="346"/>
                    <a:pt x="215" y="317"/>
                    <a:pt x="245" y="317"/>
                  </a:cubicBezTo>
                  <a:cubicBezTo>
                    <a:pt x="255" y="317"/>
                    <a:pt x="266" y="321"/>
                    <a:pt x="274" y="329"/>
                  </a:cubicBezTo>
                  <a:cubicBezTo>
                    <a:pt x="274" y="422"/>
                    <a:pt x="309" y="462"/>
                    <a:pt x="367" y="462"/>
                  </a:cubicBezTo>
                  <a:cubicBezTo>
                    <a:pt x="385" y="462"/>
                    <a:pt x="404" y="458"/>
                    <a:pt x="426" y="451"/>
                  </a:cubicBezTo>
                  <a:cubicBezTo>
                    <a:pt x="547" y="420"/>
                    <a:pt x="396" y="360"/>
                    <a:pt x="396" y="329"/>
                  </a:cubicBezTo>
                  <a:cubicBezTo>
                    <a:pt x="370" y="254"/>
                    <a:pt x="407" y="200"/>
                    <a:pt x="489" y="200"/>
                  </a:cubicBezTo>
                  <a:cubicBezTo>
                    <a:pt x="506" y="200"/>
                    <a:pt x="526" y="202"/>
                    <a:pt x="547" y="208"/>
                  </a:cubicBezTo>
                  <a:lnTo>
                    <a:pt x="669" y="238"/>
                  </a:lnTo>
                  <a:cubicBezTo>
                    <a:pt x="686" y="245"/>
                    <a:pt x="700" y="248"/>
                    <a:pt x="711" y="248"/>
                  </a:cubicBezTo>
                  <a:cubicBezTo>
                    <a:pt x="800" y="248"/>
                    <a:pt x="713" y="52"/>
                    <a:pt x="578" y="25"/>
                  </a:cubicBezTo>
                  <a:cubicBezTo>
                    <a:pt x="544" y="8"/>
                    <a:pt x="515" y="1"/>
                    <a:pt x="4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27"/>
            <p:cNvSpPr/>
            <p:nvPr/>
          </p:nvSpPr>
          <p:spPr>
            <a:xfrm rot="-5400000">
              <a:off x="2696938" y="7229088"/>
              <a:ext cx="15975" cy="13750"/>
            </a:xfrm>
            <a:custGeom>
              <a:rect b="b" l="l" r="r" t="t"/>
              <a:pathLst>
                <a:path extrusionOk="0" h="550" w="639">
                  <a:moveTo>
                    <a:pt x="204" y="0"/>
                  </a:moveTo>
                  <a:cubicBezTo>
                    <a:pt x="165" y="0"/>
                    <a:pt x="126" y="8"/>
                    <a:pt x="92" y="25"/>
                  </a:cubicBezTo>
                  <a:cubicBezTo>
                    <a:pt x="1" y="86"/>
                    <a:pt x="31" y="146"/>
                    <a:pt x="92" y="177"/>
                  </a:cubicBezTo>
                  <a:lnTo>
                    <a:pt x="213" y="177"/>
                  </a:lnTo>
                  <a:cubicBezTo>
                    <a:pt x="274" y="238"/>
                    <a:pt x="335" y="329"/>
                    <a:pt x="365" y="420"/>
                  </a:cubicBezTo>
                  <a:lnTo>
                    <a:pt x="153" y="420"/>
                  </a:lnTo>
                  <a:cubicBezTo>
                    <a:pt x="103" y="495"/>
                    <a:pt x="156" y="549"/>
                    <a:pt x="294" y="549"/>
                  </a:cubicBezTo>
                  <a:cubicBezTo>
                    <a:pt x="324" y="549"/>
                    <a:pt x="358" y="547"/>
                    <a:pt x="396" y="541"/>
                  </a:cubicBezTo>
                  <a:lnTo>
                    <a:pt x="487" y="511"/>
                  </a:lnTo>
                  <a:cubicBezTo>
                    <a:pt x="578" y="450"/>
                    <a:pt x="639" y="268"/>
                    <a:pt x="639" y="238"/>
                  </a:cubicBezTo>
                  <a:lnTo>
                    <a:pt x="457" y="116"/>
                  </a:lnTo>
                  <a:cubicBezTo>
                    <a:pt x="413" y="50"/>
                    <a:pt x="306"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7"/>
            <p:cNvSpPr/>
            <p:nvPr/>
          </p:nvSpPr>
          <p:spPr>
            <a:xfrm rot="-5400000">
              <a:off x="2460400" y="7235150"/>
              <a:ext cx="15850" cy="12400"/>
            </a:xfrm>
            <a:custGeom>
              <a:rect b="b" l="l" r="r" t="t"/>
              <a:pathLst>
                <a:path extrusionOk="0" h="496" w="634">
                  <a:moveTo>
                    <a:pt x="340" y="1"/>
                  </a:moveTo>
                  <a:cubicBezTo>
                    <a:pt x="314" y="1"/>
                    <a:pt x="291" y="3"/>
                    <a:pt x="274" y="9"/>
                  </a:cubicBezTo>
                  <a:cubicBezTo>
                    <a:pt x="214" y="39"/>
                    <a:pt x="123" y="70"/>
                    <a:pt x="62" y="100"/>
                  </a:cubicBezTo>
                  <a:cubicBezTo>
                    <a:pt x="31" y="221"/>
                    <a:pt x="1" y="313"/>
                    <a:pt x="1" y="434"/>
                  </a:cubicBezTo>
                  <a:lnTo>
                    <a:pt x="214" y="465"/>
                  </a:lnTo>
                  <a:lnTo>
                    <a:pt x="366" y="495"/>
                  </a:lnTo>
                  <a:cubicBezTo>
                    <a:pt x="457" y="373"/>
                    <a:pt x="548" y="252"/>
                    <a:pt x="609" y="100"/>
                  </a:cubicBezTo>
                  <a:cubicBezTo>
                    <a:pt x="634" y="50"/>
                    <a:pt x="456" y="1"/>
                    <a:pt x="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7"/>
            <p:cNvSpPr/>
            <p:nvPr/>
          </p:nvSpPr>
          <p:spPr>
            <a:xfrm rot="-5400000">
              <a:off x="2775025" y="7276975"/>
              <a:ext cx="21300" cy="16000"/>
            </a:xfrm>
            <a:custGeom>
              <a:rect b="b" l="l" r="r" t="t"/>
              <a:pathLst>
                <a:path extrusionOk="0" h="640" w="852">
                  <a:moveTo>
                    <a:pt x="457" y="1"/>
                  </a:moveTo>
                  <a:cubicBezTo>
                    <a:pt x="396" y="1"/>
                    <a:pt x="366" y="31"/>
                    <a:pt x="335" y="62"/>
                  </a:cubicBezTo>
                  <a:cubicBezTo>
                    <a:pt x="305" y="122"/>
                    <a:pt x="244" y="183"/>
                    <a:pt x="274" y="214"/>
                  </a:cubicBezTo>
                  <a:lnTo>
                    <a:pt x="305" y="274"/>
                  </a:lnTo>
                  <a:cubicBezTo>
                    <a:pt x="396" y="335"/>
                    <a:pt x="183" y="487"/>
                    <a:pt x="92" y="518"/>
                  </a:cubicBezTo>
                  <a:cubicBezTo>
                    <a:pt x="1" y="548"/>
                    <a:pt x="122" y="609"/>
                    <a:pt x="396" y="639"/>
                  </a:cubicBezTo>
                  <a:lnTo>
                    <a:pt x="578" y="457"/>
                  </a:lnTo>
                  <a:lnTo>
                    <a:pt x="609" y="426"/>
                  </a:lnTo>
                  <a:lnTo>
                    <a:pt x="852" y="426"/>
                  </a:lnTo>
                  <a:cubicBezTo>
                    <a:pt x="852" y="396"/>
                    <a:pt x="609" y="244"/>
                    <a:pt x="548" y="183"/>
                  </a:cubicBezTo>
                  <a:lnTo>
                    <a:pt x="548" y="62"/>
                  </a:lnTo>
                  <a:cubicBezTo>
                    <a:pt x="548" y="62"/>
                    <a:pt x="487" y="1"/>
                    <a:pt x="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7"/>
            <p:cNvSpPr/>
            <p:nvPr/>
          </p:nvSpPr>
          <p:spPr>
            <a:xfrm rot="-5400000">
              <a:off x="2613438" y="7252938"/>
              <a:ext cx="13700" cy="15425"/>
            </a:xfrm>
            <a:custGeom>
              <a:rect b="b" l="l" r="r" t="t"/>
              <a:pathLst>
                <a:path extrusionOk="0" h="617" w="548">
                  <a:moveTo>
                    <a:pt x="219" y="1"/>
                  </a:moveTo>
                  <a:cubicBezTo>
                    <a:pt x="197" y="1"/>
                    <a:pt x="175" y="3"/>
                    <a:pt x="152" y="9"/>
                  </a:cubicBezTo>
                  <a:lnTo>
                    <a:pt x="92" y="70"/>
                  </a:lnTo>
                  <a:cubicBezTo>
                    <a:pt x="0" y="131"/>
                    <a:pt x="0" y="191"/>
                    <a:pt x="152" y="222"/>
                  </a:cubicBezTo>
                  <a:lnTo>
                    <a:pt x="183" y="222"/>
                  </a:lnTo>
                  <a:cubicBezTo>
                    <a:pt x="213" y="222"/>
                    <a:pt x="152" y="283"/>
                    <a:pt x="61" y="313"/>
                  </a:cubicBezTo>
                  <a:lnTo>
                    <a:pt x="31" y="374"/>
                  </a:lnTo>
                  <a:lnTo>
                    <a:pt x="0" y="465"/>
                  </a:lnTo>
                  <a:cubicBezTo>
                    <a:pt x="31" y="556"/>
                    <a:pt x="183" y="617"/>
                    <a:pt x="213" y="617"/>
                  </a:cubicBezTo>
                  <a:cubicBezTo>
                    <a:pt x="274" y="617"/>
                    <a:pt x="274" y="465"/>
                    <a:pt x="213" y="283"/>
                  </a:cubicBezTo>
                  <a:lnTo>
                    <a:pt x="548" y="283"/>
                  </a:lnTo>
                  <a:lnTo>
                    <a:pt x="548" y="191"/>
                  </a:lnTo>
                  <a:lnTo>
                    <a:pt x="487" y="100"/>
                  </a:lnTo>
                  <a:cubicBezTo>
                    <a:pt x="412" y="51"/>
                    <a:pt x="318" y="1"/>
                    <a:pt x="2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7"/>
            <p:cNvSpPr/>
            <p:nvPr/>
          </p:nvSpPr>
          <p:spPr>
            <a:xfrm rot="-5400000">
              <a:off x="2722100" y="7271575"/>
              <a:ext cx="22825" cy="19175"/>
            </a:xfrm>
            <a:custGeom>
              <a:rect b="b" l="l" r="r" t="t"/>
              <a:pathLst>
                <a:path extrusionOk="0" h="767" w="913">
                  <a:moveTo>
                    <a:pt x="563" y="0"/>
                  </a:moveTo>
                  <a:cubicBezTo>
                    <a:pt x="547" y="0"/>
                    <a:pt x="532" y="8"/>
                    <a:pt x="517" y="23"/>
                  </a:cubicBezTo>
                  <a:lnTo>
                    <a:pt x="487" y="297"/>
                  </a:lnTo>
                  <a:cubicBezTo>
                    <a:pt x="304" y="418"/>
                    <a:pt x="152" y="570"/>
                    <a:pt x="0" y="753"/>
                  </a:cubicBezTo>
                  <a:cubicBezTo>
                    <a:pt x="0" y="753"/>
                    <a:pt x="27" y="766"/>
                    <a:pt x="72" y="766"/>
                  </a:cubicBezTo>
                  <a:cubicBezTo>
                    <a:pt x="95" y="766"/>
                    <a:pt x="122" y="763"/>
                    <a:pt x="152" y="753"/>
                  </a:cubicBezTo>
                  <a:cubicBezTo>
                    <a:pt x="238" y="724"/>
                    <a:pt x="432" y="507"/>
                    <a:pt x="505" y="507"/>
                  </a:cubicBezTo>
                  <a:cubicBezTo>
                    <a:pt x="509" y="507"/>
                    <a:pt x="514" y="508"/>
                    <a:pt x="517" y="510"/>
                  </a:cubicBezTo>
                  <a:cubicBezTo>
                    <a:pt x="558" y="510"/>
                    <a:pt x="598" y="523"/>
                    <a:pt x="621" y="523"/>
                  </a:cubicBezTo>
                  <a:cubicBezTo>
                    <a:pt x="632" y="523"/>
                    <a:pt x="639" y="520"/>
                    <a:pt x="639" y="510"/>
                  </a:cubicBezTo>
                  <a:lnTo>
                    <a:pt x="639" y="479"/>
                  </a:lnTo>
                  <a:cubicBezTo>
                    <a:pt x="547" y="388"/>
                    <a:pt x="517" y="297"/>
                    <a:pt x="669" y="236"/>
                  </a:cubicBezTo>
                  <a:cubicBezTo>
                    <a:pt x="760" y="175"/>
                    <a:pt x="851" y="145"/>
                    <a:pt x="912" y="114"/>
                  </a:cubicBezTo>
                  <a:cubicBezTo>
                    <a:pt x="912" y="54"/>
                    <a:pt x="851" y="23"/>
                    <a:pt x="851" y="23"/>
                  </a:cubicBezTo>
                  <a:cubicBezTo>
                    <a:pt x="821" y="54"/>
                    <a:pt x="775" y="69"/>
                    <a:pt x="730" y="69"/>
                  </a:cubicBezTo>
                  <a:cubicBezTo>
                    <a:pt x="684" y="69"/>
                    <a:pt x="639" y="54"/>
                    <a:pt x="608" y="23"/>
                  </a:cubicBezTo>
                  <a:cubicBezTo>
                    <a:pt x="593" y="8"/>
                    <a:pt x="578" y="0"/>
                    <a:pt x="5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7"/>
            <p:cNvSpPr/>
            <p:nvPr/>
          </p:nvSpPr>
          <p:spPr>
            <a:xfrm rot="-5400000">
              <a:off x="2665088" y="7110313"/>
              <a:ext cx="18250" cy="11925"/>
            </a:xfrm>
            <a:custGeom>
              <a:rect b="b" l="l" r="r" t="t"/>
              <a:pathLst>
                <a:path extrusionOk="0" h="477" w="730">
                  <a:moveTo>
                    <a:pt x="183" y="1"/>
                  </a:moveTo>
                  <a:cubicBezTo>
                    <a:pt x="122" y="1"/>
                    <a:pt x="122" y="62"/>
                    <a:pt x="122" y="123"/>
                  </a:cubicBezTo>
                  <a:cubicBezTo>
                    <a:pt x="122" y="153"/>
                    <a:pt x="0" y="396"/>
                    <a:pt x="31" y="457"/>
                  </a:cubicBezTo>
                  <a:cubicBezTo>
                    <a:pt x="45" y="471"/>
                    <a:pt x="66" y="477"/>
                    <a:pt x="90" y="477"/>
                  </a:cubicBezTo>
                  <a:cubicBezTo>
                    <a:pt x="170" y="477"/>
                    <a:pt x="288" y="412"/>
                    <a:pt x="335" y="366"/>
                  </a:cubicBezTo>
                  <a:cubicBezTo>
                    <a:pt x="344" y="347"/>
                    <a:pt x="371" y="340"/>
                    <a:pt x="406" y="340"/>
                  </a:cubicBezTo>
                  <a:cubicBezTo>
                    <a:pt x="483" y="340"/>
                    <a:pt x="597" y="375"/>
                    <a:pt x="639" y="396"/>
                  </a:cubicBezTo>
                  <a:cubicBezTo>
                    <a:pt x="655" y="404"/>
                    <a:pt x="667" y="408"/>
                    <a:pt x="676" y="408"/>
                  </a:cubicBezTo>
                  <a:cubicBezTo>
                    <a:pt x="700" y="408"/>
                    <a:pt x="700" y="380"/>
                    <a:pt x="700" y="335"/>
                  </a:cubicBezTo>
                  <a:lnTo>
                    <a:pt x="700" y="305"/>
                  </a:lnTo>
                  <a:lnTo>
                    <a:pt x="700" y="244"/>
                  </a:lnTo>
                  <a:cubicBezTo>
                    <a:pt x="730" y="153"/>
                    <a:pt x="669" y="92"/>
                    <a:pt x="608" y="62"/>
                  </a:cubicBezTo>
                  <a:lnTo>
                    <a:pt x="578" y="92"/>
                  </a:lnTo>
                  <a:lnTo>
                    <a:pt x="396" y="214"/>
                  </a:lnTo>
                  <a:cubicBezTo>
                    <a:pt x="365" y="123"/>
                    <a:pt x="274" y="3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7"/>
            <p:cNvSpPr/>
            <p:nvPr/>
          </p:nvSpPr>
          <p:spPr>
            <a:xfrm rot="-5400000">
              <a:off x="2665550" y="7353675"/>
              <a:ext cx="26525" cy="9325"/>
            </a:xfrm>
            <a:custGeom>
              <a:rect b="b" l="l" r="r" t="t"/>
              <a:pathLst>
                <a:path extrusionOk="0" h="373" w="1061">
                  <a:moveTo>
                    <a:pt x="619" y="0"/>
                  </a:moveTo>
                  <a:cubicBezTo>
                    <a:pt x="487" y="0"/>
                    <a:pt x="349" y="59"/>
                    <a:pt x="274" y="160"/>
                  </a:cubicBezTo>
                  <a:cubicBezTo>
                    <a:pt x="243" y="160"/>
                    <a:pt x="152" y="130"/>
                    <a:pt x="91" y="130"/>
                  </a:cubicBezTo>
                  <a:lnTo>
                    <a:pt x="61" y="130"/>
                  </a:lnTo>
                  <a:cubicBezTo>
                    <a:pt x="55" y="124"/>
                    <a:pt x="49" y="121"/>
                    <a:pt x="44" y="121"/>
                  </a:cubicBezTo>
                  <a:cubicBezTo>
                    <a:pt x="20" y="121"/>
                    <a:pt x="0" y="166"/>
                    <a:pt x="0" y="190"/>
                  </a:cubicBezTo>
                  <a:lnTo>
                    <a:pt x="0" y="221"/>
                  </a:lnTo>
                  <a:lnTo>
                    <a:pt x="31" y="282"/>
                  </a:lnTo>
                  <a:cubicBezTo>
                    <a:pt x="39" y="286"/>
                    <a:pt x="51" y="288"/>
                    <a:pt x="66" y="288"/>
                  </a:cubicBezTo>
                  <a:cubicBezTo>
                    <a:pt x="156" y="288"/>
                    <a:pt x="347" y="217"/>
                    <a:pt x="426" y="190"/>
                  </a:cubicBezTo>
                  <a:cubicBezTo>
                    <a:pt x="439" y="177"/>
                    <a:pt x="452" y="171"/>
                    <a:pt x="464" y="171"/>
                  </a:cubicBezTo>
                  <a:cubicBezTo>
                    <a:pt x="508" y="171"/>
                    <a:pt x="541" y="253"/>
                    <a:pt x="517" y="373"/>
                  </a:cubicBezTo>
                  <a:lnTo>
                    <a:pt x="760" y="190"/>
                  </a:lnTo>
                  <a:lnTo>
                    <a:pt x="760" y="160"/>
                  </a:lnTo>
                  <a:cubicBezTo>
                    <a:pt x="821" y="190"/>
                    <a:pt x="882" y="206"/>
                    <a:pt x="931" y="206"/>
                  </a:cubicBezTo>
                  <a:cubicBezTo>
                    <a:pt x="980" y="206"/>
                    <a:pt x="1018" y="190"/>
                    <a:pt x="1034" y="160"/>
                  </a:cubicBezTo>
                  <a:cubicBezTo>
                    <a:pt x="1061" y="106"/>
                    <a:pt x="1015" y="3"/>
                    <a:pt x="876" y="3"/>
                  </a:cubicBezTo>
                  <a:cubicBezTo>
                    <a:pt x="859" y="3"/>
                    <a:pt x="841" y="5"/>
                    <a:pt x="821" y="8"/>
                  </a:cubicBezTo>
                  <a:lnTo>
                    <a:pt x="699" y="8"/>
                  </a:lnTo>
                  <a:cubicBezTo>
                    <a:pt x="673" y="3"/>
                    <a:pt x="646" y="0"/>
                    <a:pt x="6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7"/>
            <p:cNvSpPr/>
            <p:nvPr/>
          </p:nvSpPr>
          <p:spPr>
            <a:xfrm rot="-5400000">
              <a:off x="2467763" y="8407013"/>
              <a:ext cx="19775" cy="12800"/>
            </a:xfrm>
            <a:custGeom>
              <a:rect b="b" l="l" r="r" t="t"/>
              <a:pathLst>
                <a:path extrusionOk="0" h="512" w="791">
                  <a:moveTo>
                    <a:pt x="643" y="1"/>
                  </a:moveTo>
                  <a:cubicBezTo>
                    <a:pt x="624" y="1"/>
                    <a:pt x="608" y="24"/>
                    <a:pt x="608" y="69"/>
                  </a:cubicBezTo>
                  <a:lnTo>
                    <a:pt x="639" y="69"/>
                  </a:lnTo>
                  <a:lnTo>
                    <a:pt x="724" y="154"/>
                  </a:lnTo>
                  <a:lnTo>
                    <a:pt x="724" y="154"/>
                  </a:lnTo>
                  <a:cubicBezTo>
                    <a:pt x="723" y="117"/>
                    <a:pt x="716" y="85"/>
                    <a:pt x="700" y="69"/>
                  </a:cubicBezTo>
                  <a:cubicBezTo>
                    <a:pt x="684" y="24"/>
                    <a:pt x="662" y="1"/>
                    <a:pt x="643" y="1"/>
                  </a:cubicBezTo>
                  <a:close/>
                  <a:moveTo>
                    <a:pt x="724" y="154"/>
                  </a:moveTo>
                  <a:cubicBezTo>
                    <a:pt x="724" y="179"/>
                    <a:pt x="720" y="206"/>
                    <a:pt x="714" y="234"/>
                  </a:cubicBezTo>
                  <a:lnTo>
                    <a:pt x="714" y="234"/>
                  </a:lnTo>
                  <a:cubicBezTo>
                    <a:pt x="740" y="230"/>
                    <a:pt x="766" y="226"/>
                    <a:pt x="791" y="221"/>
                  </a:cubicBezTo>
                  <a:lnTo>
                    <a:pt x="724" y="154"/>
                  </a:lnTo>
                  <a:close/>
                  <a:moveTo>
                    <a:pt x="714" y="234"/>
                  </a:moveTo>
                  <a:cubicBezTo>
                    <a:pt x="580" y="252"/>
                    <a:pt x="432" y="252"/>
                    <a:pt x="305" y="252"/>
                  </a:cubicBezTo>
                  <a:lnTo>
                    <a:pt x="183" y="343"/>
                  </a:lnTo>
                  <a:cubicBezTo>
                    <a:pt x="122" y="373"/>
                    <a:pt x="1" y="434"/>
                    <a:pt x="1" y="434"/>
                  </a:cubicBezTo>
                  <a:lnTo>
                    <a:pt x="31" y="495"/>
                  </a:lnTo>
                  <a:cubicBezTo>
                    <a:pt x="43" y="507"/>
                    <a:pt x="66" y="512"/>
                    <a:pt x="97" y="512"/>
                  </a:cubicBezTo>
                  <a:cubicBezTo>
                    <a:pt x="225" y="512"/>
                    <a:pt x="480" y="428"/>
                    <a:pt x="578" y="404"/>
                  </a:cubicBezTo>
                  <a:cubicBezTo>
                    <a:pt x="646" y="404"/>
                    <a:pt x="694" y="319"/>
                    <a:pt x="714" y="2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7"/>
            <p:cNvSpPr/>
            <p:nvPr/>
          </p:nvSpPr>
          <p:spPr>
            <a:xfrm rot="-5400000">
              <a:off x="2666850" y="7388825"/>
              <a:ext cx="26000" cy="9750"/>
            </a:xfrm>
            <a:custGeom>
              <a:rect b="b" l="l" r="r" t="t"/>
              <a:pathLst>
                <a:path extrusionOk="0" h="390" w="1040">
                  <a:moveTo>
                    <a:pt x="689" y="1"/>
                  </a:moveTo>
                  <a:cubicBezTo>
                    <a:pt x="570" y="1"/>
                    <a:pt x="513" y="100"/>
                    <a:pt x="432" y="127"/>
                  </a:cubicBezTo>
                  <a:cubicBezTo>
                    <a:pt x="432" y="137"/>
                    <a:pt x="428" y="141"/>
                    <a:pt x="421" y="141"/>
                  </a:cubicBezTo>
                  <a:cubicBezTo>
                    <a:pt x="408" y="141"/>
                    <a:pt x="381" y="127"/>
                    <a:pt x="340" y="127"/>
                  </a:cubicBezTo>
                  <a:cubicBezTo>
                    <a:pt x="300" y="127"/>
                    <a:pt x="246" y="114"/>
                    <a:pt x="205" y="114"/>
                  </a:cubicBezTo>
                  <a:cubicBezTo>
                    <a:pt x="185" y="114"/>
                    <a:pt x="168" y="117"/>
                    <a:pt x="158" y="127"/>
                  </a:cubicBezTo>
                  <a:lnTo>
                    <a:pt x="97" y="188"/>
                  </a:lnTo>
                  <a:cubicBezTo>
                    <a:pt x="7" y="301"/>
                    <a:pt x="0" y="363"/>
                    <a:pt x="65" y="363"/>
                  </a:cubicBezTo>
                  <a:cubicBezTo>
                    <a:pt x="88" y="363"/>
                    <a:pt x="119" y="356"/>
                    <a:pt x="158" y="340"/>
                  </a:cubicBezTo>
                  <a:lnTo>
                    <a:pt x="219" y="309"/>
                  </a:lnTo>
                  <a:lnTo>
                    <a:pt x="280" y="249"/>
                  </a:lnTo>
                  <a:cubicBezTo>
                    <a:pt x="346" y="249"/>
                    <a:pt x="509" y="313"/>
                    <a:pt x="593" y="313"/>
                  </a:cubicBezTo>
                  <a:cubicBezTo>
                    <a:pt x="624" y="313"/>
                    <a:pt x="644" y="304"/>
                    <a:pt x="644" y="279"/>
                  </a:cubicBezTo>
                  <a:cubicBezTo>
                    <a:pt x="637" y="265"/>
                    <a:pt x="640" y="259"/>
                    <a:pt x="649" y="259"/>
                  </a:cubicBezTo>
                  <a:cubicBezTo>
                    <a:pt x="678" y="259"/>
                    <a:pt x="773" y="324"/>
                    <a:pt x="796" y="370"/>
                  </a:cubicBezTo>
                  <a:cubicBezTo>
                    <a:pt x="809" y="383"/>
                    <a:pt x="825" y="389"/>
                    <a:pt x="842" y="389"/>
                  </a:cubicBezTo>
                  <a:cubicBezTo>
                    <a:pt x="906" y="389"/>
                    <a:pt x="992" y="307"/>
                    <a:pt x="1039" y="188"/>
                  </a:cubicBezTo>
                  <a:lnTo>
                    <a:pt x="887" y="188"/>
                  </a:lnTo>
                  <a:cubicBezTo>
                    <a:pt x="736" y="157"/>
                    <a:pt x="796" y="36"/>
                    <a:pt x="736" y="5"/>
                  </a:cubicBezTo>
                  <a:cubicBezTo>
                    <a:pt x="719" y="2"/>
                    <a:pt x="703" y="1"/>
                    <a:pt x="6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7"/>
            <p:cNvSpPr/>
            <p:nvPr/>
          </p:nvSpPr>
          <p:spPr>
            <a:xfrm rot="-5400000">
              <a:off x="2732238" y="7301538"/>
              <a:ext cx="17500" cy="10175"/>
            </a:xfrm>
            <a:custGeom>
              <a:rect b="b" l="l" r="r" t="t"/>
              <a:pathLst>
                <a:path extrusionOk="0" h="407" w="700">
                  <a:moveTo>
                    <a:pt x="304" y="0"/>
                  </a:moveTo>
                  <a:cubicBezTo>
                    <a:pt x="213" y="31"/>
                    <a:pt x="122" y="61"/>
                    <a:pt x="0" y="122"/>
                  </a:cubicBezTo>
                  <a:cubicBezTo>
                    <a:pt x="0" y="183"/>
                    <a:pt x="92" y="183"/>
                    <a:pt x="122" y="183"/>
                  </a:cubicBezTo>
                  <a:cubicBezTo>
                    <a:pt x="124" y="180"/>
                    <a:pt x="126" y="180"/>
                    <a:pt x="129" y="180"/>
                  </a:cubicBezTo>
                  <a:cubicBezTo>
                    <a:pt x="161" y="180"/>
                    <a:pt x="219" y="367"/>
                    <a:pt x="304" y="395"/>
                  </a:cubicBezTo>
                  <a:cubicBezTo>
                    <a:pt x="327" y="403"/>
                    <a:pt x="352" y="407"/>
                    <a:pt x="378" y="407"/>
                  </a:cubicBezTo>
                  <a:cubicBezTo>
                    <a:pt x="455" y="407"/>
                    <a:pt x="540" y="372"/>
                    <a:pt x="608" y="304"/>
                  </a:cubicBezTo>
                  <a:lnTo>
                    <a:pt x="669" y="243"/>
                  </a:lnTo>
                  <a:lnTo>
                    <a:pt x="700" y="213"/>
                  </a:lnTo>
                  <a:cubicBezTo>
                    <a:pt x="700" y="152"/>
                    <a:pt x="669" y="91"/>
                    <a:pt x="608" y="91"/>
                  </a:cubicBezTo>
                  <a:lnTo>
                    <a:pt x="548" y="91"/>
                  </a:lnTo>
                  <a:cubicBezTo>
                    <a:pt x="517" y="91"/>
                    <a:pt x="517" y="122"/>
                    <a:pt x="456" y="152"/>
                  </a:cubicBezTo>
                  <a:cubicBezTo>
                    <a:pt x="436" y="162"/>
                    <a:pt x="423" y="169"/>
                    <a:pt x="413" y="169"/>
                  </a:cubicBezTo>
                  <a:cubicBezTo>
                    <a:pt x="392" y="169"/>
                    <a:pt x="386" y="142"/>
                    <a:pt x="365" y="61"/>
                  </a:cubicBezTo>
                  <a:cubicBezTo>
                    <a:pt x="365" y="31"/>
                    <a:pt x="335" y="0"/>
                    <a:pt x="3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7"/>
            <p:cNvSpPr/>
            <p:nvPr/>
          </p:nvSpPr>
          <p:spPr>
            <a:xfrm rot="-5400000">
              <a:off x="2678550" y="7375725"/>
              <a:ext cx="18950" cy="9150"/>
            </a:xfrm>
            <a:custGeom>
              <a:rect b="b" l="l" r="r" t="t"/>
              <a:pathLst>
                <a:path extrusionOk="0" h="366" w="758">
                  <a:moveTo>
                    <a:pt x="514" y="1"/>
                  </a:moveTo>
                  <a:cubicBezTo>
                    <a:pt x="454" y="1"/>
                    <a:pt x="393" y="122"/>
                    <a:pt x="393" y="153"/>
                  </a:cubicBezTo>
                  <a:cubicBezTo>
                    <a:pt x="393" y="214"/>
                    <a:pt x="302" y="214"/>
                    <a:pt x="210" y="214"/>
                  </a:cubicBezTo>
                  <a:cubicBezTo>
                    <a:pt x="202" y="211"/>
                    <a:pt x="194" y="210"/>
                    <a:pt x="185" y="210"/>
                  </a:cubicBezTo>
                  <a:cubicBezTo>
                    <a:pt x="99" y="210"/>
                    <a:pt x="0" y="338"/>
                    <a:pt x="28" y="366"/>
                  </a:cubicBezTo>
                  <a:cubicBezTo>
                    <a:pt x="180" y="366"/>
                    <a:pt x="332" y="366"/>
                    <a:pt x="484" y="305"/>
                  </a:cubicBezTo>
                  <a:lnTo>
                    <a:pt x="727" y="305"/>
                  </a:lnTo>
                  <a:cubicBezTo>
                    <a:pt x="758" y="274"/>
                    <a:pt x="727" y="214"/>
                    <a:pt x="666" y="183"/>
                  </a:cubicBezTo>
                  <a:lnTo>
                    <a:pt x="666" y="153"/>
                  </a:lnTo>
                  <a:lnTo>
                    <a:pt x="636" y="92"/>
                  </a:lnTo>
                  <a:cubicBezTo>
                    <a:pt x="666" y="31"/>
                    <a:pt x="545" y="1"/>
                    <a:pt x="5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7"/>
            <p:cNvSpPr/>
            <p:nvPr/>
          </p:nvSpPr>
          <p:spPr>
            <a:xfrm rot="-5400000">
              <a:off x="2555225" y="9281000"/>
              <a:ext cx="12925" cy="5725"/>
            </a:xfrm>
            <a:custGeom>
              <a:rect b="b" l="l" r="r" t="t"/>
              <a:pathLst>
                <a:path extrusionOk="0" h="229" w="517">
                  <a:moveTo>
                    <a:pt x="122" y="1"/>
                  </a:moveTo>
                  <a:cubicBezTo>
                    <a:pt x="30" y="1"/>
                    <a:pt x="0" y="62"/>
                    <a:pt x="91" y="123"/>
                  </a:cubicBezTo>
                  <a:cubicBezTo>
                    <a:pt x="131" y="182"/>
                    <a:pt x="261" y="228"/>
                    <a:pt x="355" y="228"/>
                  </a:cubicBezTo>
                  <a:cubicBezTo>
                    <a:pt x="405" y="228"/>
                    <a:pt x="445" y="215"/>
                    <a:pt x="456" y="183"/>
                  </a:cubicBezTo>
                  <a:cubicBezTo>
                    <a:pt x="517" y="123"/>
                    <a:pt x="243" y="31"/>
                    <a:pt x="1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7"/>
            <p:cNvSpPr/>
            <p:nvPr/>
          </p:nvSpPr>
          <p:spPr>
            <a:xfrm rot="-5400000">
              <a:off x="2762050" y="7343025"/>
              <a:ext cx="15225" cy="14575"/>
            </a:xfrm>
            <a:custGeom>
              <a:rect b="b" l="l" r="r" t="t"/>
              <a:pathLst>
                <a:path extrusionOk="0" h="583" w="609">
                  <a:moveTo>
                    <a:pt x="372" y="0"/>
                  </a:moveTo>
                  <a:cubicBezTo>
                    <a:pt x="355" y="0"/>
                    <a:pt x="335" y="18"/>
                    <a:pt x="335" y="35"/>
                  </a:cubicBezTo>
                  <a:cubicBezTo>
                    <a:pt x="304" y="96"/>
                    <a:pt x="274" y="187"/>
                    <a:pt x="274" y="279"/>
                  </a:cubicBezTo>
                  <a:lnTo>
                    <a:pt x="152" y="339"/>
                  </a:lnTo>
                  <a:lnTo>
                    <a:pt x="92" y="370"/>
                  </a:lnTo>
                  <a:cubicBezTo>
                    <a:pt x="0" y="370"/>
                    <a:pt x="213" y="582"/>
                    <a:pt x="335" y="582"/>
                  </a:cubicBezTo>
                  <a:cubicBezTo>
                    <a:pt x="456" y="552"/>
                    <a:pt x="304" y="522"/>
                    <a:pt x="244" y="491"/>
                  </a:cubicBezTo>
                  <a:cubicBezTo>
                    <a:pt x="183" y="491"/>
                    <a:pt x="213" y="431"/>
                    <a:pt x="304" y="400"/>
                  </a:cubicBezTo>
                  <a:lnTo>
                    <a:pt x="395" y="339"/>
                  </a:lnTo>
                  <a:lnTo>
                    <a:pt x="487" y="309"/>
                  </a:lnTo>
                  <a:cubicBezTo>
                    <a:pt x="547" y="248"/>
                    <a:pt x="578" y="187"/>
                    <a:pt x="608" y="96"/>
                  </a:cubicBezTo>
                  <a:cubicBezTo>
                    <a:pt x="608" y="96"/>
                    <a:pt x="395" y="66"/>
                    <a:pt x="395" y="35"/>
                  </a:cubicBezTo>
                  <a:cubicBezTo>
                    <a:pt x="395" y="10"/>
                    <a:pt x="385" y="0"/>
                    <a:pt x="3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7"/>
            <p:cNvSpPr/>
            <p:nvPr/>
          </p:nvSpPr>
          <p:spPr>
            <a:xfrm rot="-5400000">
              <a:off x="2775675" y="7543050"/>
              <a:ext cx="14350" cy="8800"/>
            </a:xfrm>
            <a:custGeom>
              <a:rect b="b" l="l" r="r" t="t"/>
              <a:pathLst>
                <a:path extrusionOk="0" h="352" w="574">
                  <a:moveTo>
                    <a:pt x="421" y="0"/>
                  </a:moveTo>
                  <a:lnTo>
                    <a:pt x="209" y="152"/>
                  </a:lnTo>
                  <a:lnTo>
                    <a:pt x="26" y="152"/>
                  </a:lnTo>
                  <a:cubicBezTo>
                    <a:pt x="18" y="144"/>
                    <a:pt x="12" y="140"/>
                    <a:pt x="9" y="140"/>
                  </a:cubicBezTo>
                  <a:cubicBezTo>
                    <a:pt x="0" y="140"/>
                    <a:pt x="12" y="169"/>
                    <a:pt x="57" y="213"/>
                  </a:cubicBezTo>
                  <a:cubicBezTo>
                    <a:pt x="106" y="262"/>
                    <a:pt x="254" y="351"/>
                    <a:pt x="326" y="351"/>
                  </a:cubicBezTo>
                  <a:cubicBezTo>
                    <a:pt x="342" y="351"/>
                    <a:pt x="355" y="346"/>
                    <a:pt x="361" y="335"/>
                  </a:cubicBezTo>
                  <a:lnTo>
                    <a:pt x="452" y="274"/>
                  </a:lnTo>
                  <a:lnTo>
                    <a:pt x="482" y="243"/>
                  </a:lnTo>
                  <a:cubicBezTo>
                    <a:pt x="573" y="213"/>
                    <a:pt x="543" y="122"/>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7"/>
            <p:cNvSpPr/>
            <p:nvPr/>
          </p:nvSpPr>
          <p:spPr>
            <a:xfrm rot="-5400000">
              <a:off x="2634450" y="7304325"/>
              <a:ext cx="17500" cy="12200"/>
            </a:xfrm>
            <a:custGeom>
              <a:rect b="b" l="l" r="r" t="t"/>
              <a:pathLst>
                <a:path extrusionOk="0" h="488" w="700">
                  <a:moveTo>
                    <a:pt x="548" y="1"/>
                  </a:moveTo>
                  <a:lnTo>
                    <a:pt x="487" y="62"/>
                  </a:lnTo>
                  <a:cubicBezTo>
                    <a:pt x="426" y="92"/>
                    <a:pt x="517" y="274"/>
                    <a:pt x="456" y="305"/>
                  </a:cubicBezTo>
                  <a:cubicBezTo>
                    <a:pt x="335" y="365"/>
                    <a:pt x="213" y="396"/>
                    <a:pt x="92" y="457"/>
                  </a:cubicBezTo>
                  <a:cubicBezTo>
                    <a:pt x="1" y="457"/>
                    <a:pt x="61" y="487"/>
                    <a:pt x="213" y="487"/>
                  </a:cubicBezTo>
                  <a:cubicBezTo>
                    <a:pt x="426" y="426"/>
                    <a:pt x="578" y="305"/>
                    <a:pt x="700" y="122"/>
                  </a:cubicBezTo>
                  <a:cubicBezTo>
                    <a:pt x="639" y="92"/>
                    <a:pt x="608" y="3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7"/>
            <p:cNvSpPr/>
            <p:nvPr/>
          </p:nvSpPr>
          <p:spPr>
            <a:xfrm rot="-5400000">
              <a:off x="2763375" y="7329925"/>
              <a:ext cx="16475" cy="10675"/>
            </a:xfrm>
            <a:custGeom>
              <a:rect b="b" l="l" r="r" t="t"/>
              <a:pathLst>
                <a:path extrusionOk="0" h="427" w="659">
                  <a:moveTo>
                    <a:pt x="457" y="1"/>
                  </a:moveTo>
                  <a:cubicBezTo>
                    <a:pt x="396" y="31"/>
                    <a:pt x="366" y="62"/>
                    <a:pt x="366" y="62"/>
                  </a:cubicBezTo>
                  <a:lnTo>
                    <a:pt x="366" y="92"/>
                  </a:lnTo>
                  <a:lnTo>
                    <a:pt x="396" y="153"/>
                  </a:lnTo>
                  <a:cubicBezTo>
                    <a:pt x="396" y="214"/>
                    <a:pt x="183" y="275"/>
                    <a:pt x="92" y="275"/>
                  </a:cubicBezTo>
                  <a:cubicBezTo>
                    <a:pt x="1" y="275"/>
                    <a:pt x="31" y="335"/>
                    <a:pt x="153" y="426"/>
                  </a:cubicBezTo>
                  <a:lnTo>
                    <a:pt x="335" y="335"/>
                  </a:lnTo>
                  <a:cubicBezTo>
                    <a:pt x="402" y="346"/>
                    <a:pt x="465" y="353"/>
                    <a:pt x="516" y="353"/>
                  </a:cubicBezTo>
                  <a:cubicBezTo>
                    <a:pt x="604" y="353"/>
                    <a:pt x="658" y="332"/>
                    <a:pt x="639" y="275"/>
                  </a:cubicBezTo>
                  <a:lnTo>
                    <a:pt x="609" y="183"/>
                  </a:lnTo>
                  <a:cubicBezTo>
                    <a:pt x="578" y="123"/>
                    <a:pt x="518" y="62"/>
                    <a:pt x="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7"/>
            <p:cNvSpPr/>
            <p:nvPr/>
          </p:nvSpPr>
          <p:spPr>
            <a:xfrm rot="-5400000">
              <a:off x="2761888" y="7513513"/>
              <a:ext cx="12950" cy="13275"/>
            </a:xfrm>
            <a:custGeom>
              <a:rect b="b" l="l" r="r" t="t"/>
              <a:pathLst>
                <a:path extrusionOk="0" h="531" w="518">
                  <a:moveTo>
                    <a:pt x="183" y="1"/>
                  </a:moveTo>
                  <a:cubicBezTo>
                    <a:pt x="92" y="1"/>
                    <a:pt x="0" y="274"/>
                    <a:pt x="31" y="335"/>
                  </a:cubicBezTo>
                  <a:cubicBezTo>
                    <a:pt x="92" y="426"/>
                    <a:pt x="183" y="487"/>
                    <a:pt x="304" y="487"/>
                  </a:cubicBezTo>
                  <a:lnTo>
                    <a:pt x="426" y="517"/>
                  </a:lnTo>
                  <a:cubicBezTo>
                    <a:pt x="436" y="527"/>
                    <a:pt x="446" y="531"/>
                    <a:pt x="456" y="531"/>
                  </a:cubicBezTo>
                  <a:cubicBezTo>
                    <a:pt x="477" y="531"/>
                    <a:pt x="497" y="517"/>
                    <a:pt x="517" y="517"/>
                  </a:cubicBezTo>
                  <a:cubicBezTo>
                    <a:pt x="517" y="457"/>
                    <a:pt x="517" y="396"/>
                    <a:pt x="517" y="396"/>
                  </a:cubicBezTo>
                  <a:lnTo>
                    <a:pt x="365" y="335"/>
                  </a:lnTo>
                  <a:cubicBezTo>
                    <a:pt x="244" y="305"/>
                    <a:pt x="183" y="153"/>
                    <a:pt x="244" y="31"/>
                  </a:cubicBezTo>
                  <a:cubicBezTo>
                    <a:pt x="304" y="1"/>
                    <a:pt x="274"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7"/>
            <p:cNvSpPr/>
            <p:nvPr/>
          </p:nvSpPr>
          <p:spPr>
            <a:xfrm rot="-5400000">
              <a:off x="2493150" y="8457125"/>
              <a:ext cx="13700" cy="12850"/>
            </a:xfrm>
            <a:custGeom>
              <a:rect b="b" l="l" r="r" t="t"/>
              <a:pathLst>
                <a:path extrusionOk="0" h="514" w="548">
                  <a:moveTo>
                    <a:pt x="134" y="0"/>
                  </a:moveTo>
                  <a:cubicBezTo>
                    <a:pt x="115" y="0"/>
                    <a:pt x="91" y="7"/>
                    <a:pt x="61" y="27"/>
                  </a:cubicBezTo>
                  <a:cubicBezTo>
                    <a:pt x="0" y="88"/>
                    <a:pt x="30" y="149"/>
                    <a:pt x="91" y="179"/>
                  </a:cubicBezTo>
                  <a:lnTo>
                    <a:pt x="122" y="179"/>
                  </a:lnTo>
                  <a:cubicBezTo>
                    <a:pt x="122" y="179"/>
                    <a:pt x="162" y="193"/>
                    <a:pt x="216" y="193"/>
                  </a:cubicBezTo>
                  <a:cubicBezTo>
                    <a:pt x="243" y="193"/>
                    <a:pt x="274" y="189"/>
                    <a:pt x="304" y="179"/>
                  </a:cubicBezTo>
                  <a:lnTo>
                    <a:pt x="334" y="301"/>
                  </a:lnTo>
                  <a:lnTo>
                    <a:pt x="426" y="514"/>
                  </a:lnTo>
                  <a:cubicBezTo>
                    <a:pt x="517" y="422"/>
                    <a:pt x="547" y="271"/>
                    <a:pt x="517" y="149"/>
                  </a:cubicBezTo>
                  <a:cubicBezTo>
                    <a:pt x="456" y="88"/>
                    <a:pt x="365" y="58"/>
                    <a:pt x="304" y="27"/>
                  </a:cubicBezTo>
                  <a:lnTo>
                    <a:pt x="213" y="27"/>
                  </a:lnTo>
                  <a:cubicBezTo>
                    <a:pt x="193" y="27"/>
                    <a:pt x="172" y="0"/>
                    <a:pt x="1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7"/>
            <p:cNvSpPr/>
            <p:nvPr/>
          </p:nvSpPr>
          <p:spPr>
            <a:xfrm rot="-5400000">
              <a:off x="2778063" y="7639463"/>
              <a:ext cx="12950" cy="9125"/>
            </a:xfrm>
            <a:custGeom>
              <a:rect b="b" l="l" r="r" t="t"/>
              <a:pathLst>
                <a:path extrusionOk="0" h="365" w="518">
                  <a:moveTo>
                    <a:pt x="92" y="0"/>
                  </a:moveTo>
                  <a:cubicBezTo>
                    <a:pt x="31" y="0"/>
                    <a:pt x="1" y="91"/>
                    <a:pt x="31" y="213"/>
                  </a:cubicBezTo>
                  <a:lnTo>
                    <a:pt x="153" y="274"/>
                  </a:lnTo>
                  <a:lnTo>
                    <a:pt x="335" y="365"/>
                  </a:lnTo>
                  <a:cubicBezTo>
                    <a:pt x="487" y="243"/>
                    <a:pt x="518" y="152"/>
                    <a:pt x="487" y="152"/>
                  </a:cubicBezTo>
                  <a:cubicBezTo>
                    <a:pt x="396" y="152"/>
                    <a:pt x="305" y="61"/>
                    <a:pt x="305" y="30"/>
                  </a:cubicBezTo>
                  <a:cubicBezTo>
                    <a:pt x="305" y="30"/>
                    <a:pt x="153" y="0"/>
                    <a:pt x="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7"/>
            <p:cNvSpPr/>
            <p:nvPr/>
          </p:nvSpPr>
          <p:spPr>
            <a:xfrm rot="-5400000">
              <a:off x="2765538" y="7577213"/>
              <a:ext cx="13700" cy="9725"/>
            </a:xfrm>
            <a:custGeom>
              <a:rect b="b" l="l" r="r" t="t"/>
              <a:pathLst>
                <a:path extrusionOk="0" h="389" w="548">
                  <a:moveTo>
                    <a:pt x="351" y="1"/>
                  </a:moveTo>
                  <a:cubicBezTo>
                    <a:pt x="312" y="1"/>
                    <a:pt x="228" y="171"/>
                    <a:pt x="122" y="225"/>
                  </a:cubicBezTo>
                  <a:cubicBezTo>
                    <a:pt x="0" y="285"/>
                    <a:pt x="0" y="346"/>
                    <a:pt x="152" y="376"/>
                  </a:cubicBezTo>
                  <a:cubicBezTo>
                    <a:pt x="185" y="385"/>
                    <a:pt x="219" y="388"/>
                    <a:pt x="255" y="388"/>
                  </a:cubicBezTo>
                  <a:cubicBezTo>
                    <a:pt x="353" y="388"/>
                    <a:pt x="458" y="360"/>
                    <a:pt x="547" y="316"/>
                  </a:cubicBezTo>
                  <a:cubicBezTo>
                    <a:pt x="486" y="225"/>
                    <a:pt x="426" y="133"/>
                    <a:pt x="365" y="12"/>
                  </a:cubicBezTo>
                  <a:cubicBezTo>
                    <a:pt x="361" y="4"/>
                    <a:pt x="356" y="1"/>
                    <a:pt x="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7"/>
            <p:cNvSpPr/>
            <p:nvPr/>
          </p:nvSpPr>
          <p:spPr>
            <a:xfrm rot="-5400000">
              <a:off x="2715763" y="7053563"/>
              <a:ext cx="17500" cy="7625"/>
            </a:xfrm>
            <a:custGeom>
              <a:rect b="b" l="l" r="r" t="t"/>
              <a:pathLst>
                <a:path extrusionOk="0" h="305" w="700">
                  <a:moveTo>
                    <a:pt x="639" y="0"/>
                  </a:moveTo>
                  <a:cubicBezTo>
                    <a:pt x="426" y="31"/>
                    <a:pt x="243" y="91"/>
                    <a:pt x="61" y="152"/>
                  </a:cubicBezTo>
                  <a:cubicBezTo>
                    <a:pt x="0" y="183"/>
                    <a:pt x="0" y="213"/>
                    <a:pt x="0" y="274"/>
                  </a:cubicBezTo>
                  <a:cubicBezTo>
                    <a:pt x="31" y="304"/>
                    <a:pt x="61" y="304"/>
                    <a:pt x="91" y="304"/>
                  </a:cubicBezTo>
                  <a:cubicBezTo>
                    <a:pt x="304" y="274"/>
                    <a:pt x="456" y="213"/>
                    <a:pt x="639" y="183"/>
                  </a:cubicBezTo>
                  <a:lnTo>
                    <a:pt x="669" y="183"/>
                  </a:lnTo>
                  <a:cubicBezTo>
                    <a:pt x="699" y="122"/>
                    <a:pt x="699" y="31"/>
                    <a:pt x="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7"/>
            <p:cNvSpPr/>
            <p:nvPr/>
          </p:nvSpPr>
          <p:spPr>
            <a:xfrm rot="-5400000">
              <a:off x="2643700" y="7323475"/>
              <a:ext cx="10675" cy="9625"/>
            </a:xfrm>
            <a:custGeom>
              <a:rect b="b" l="l" r="r" t="t"/>
              <a:pathLst>
                <a:path extrusionOk="0" h="385" w="427">
                  <a:moveTo>
                    <a:pt x="126" y="1"/>
                  </a:moveTo>
                  <a:cubicBezTo>
                    <a:pt x="57" y="1"/>
                    <a:pt x="1" y="83"/>
                    <a:pt x="1" y="202"/>
                  </a:cubicBezTo>
                  <a:lnTo>
                    <a:pt x="1" y="293"/>
                  </a:lnTo>
                  <a:cubicBezTo>
                    <a:pt x="1" y="324"/>
                    <a:pt x="31" y="354"/>
                    <a:pt x="92" y="384"/>
                  </a:cubicBezTo>
                  <a:cubicBezTo>
                    <a:pt x="123" y="354"/>
                    <a:pt x="183" y="354"/>
                    <a:pt x="214" y="324"/>
                  </a:cubicBezTo>
                  <a:cubicBezTo>
                    <a:pt x="244" y="293"/>
                    <a:pt x="214" y="232"/>
                    <a:pt x="244" y="232"/>
                  </a:cubicBezTo>
                  <a:cubicBezTo>
                    <a:pt x="247" y="230"/>
                    <a:pt x="250" y="229"/>
                    <a:pt x="253" y="229"/>
                  </a:cubicBezTo>
                  <a:cubicBezTo>
                    <a:pt x="278" y="229"/>
                    <a:pt x="329" y="284"/>
                    <a:pt x="370" y="284"/>
                  </a:cubicBezTo>
                  <a:cubicBezTo>
                    <a:pt x="395" y="284"/>
                    <a:pt x="416" y="265"/>
                    <a:pt x="427" y="202"/>
                  </a:cubicBezTo>
                  <a:cubicBezTo>
                    <a:pt x="427" y="80"/>
                    <a:pt x="366" y="20"/>
                    <a:pt x="244" y="20"/>
                  </a:cubicBezTo>
                  <a:lnTo>
                    <a:pt x="183" y="20"/>
                  </a:lnTo>
                  <a:cubicBezTo>
                    <a:pt x="164" y="7"/>
                    <a:pt x="144" y="1"/>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7"/>
            <p:cNvSpPr/>
            <p:nvPr/>
          </p:nvSpPr>
          <p:spPr>
            <a:xfrm rot="-5400000">
              <a:off x="2671988" y="7024388"/>
              <a:ext cx="15225" cy="10500"/>
            </a:xfrm>
            <a:custGeom>
              <a:rect b="b" l="l" r="r" t="t"/>
              <a:pathLst>
                <a:path extrusionOk="0" h="420" w="609">
                  <a:moveTo>
                    <a:pt x="31" y="0"/>
                  </a:moveTo>
                  <a:cubicBezTo>
                    <a:pt x="0" y="61"/>
                    <a:pt x="183" y="334"/>
                    <a:pt x="304" y="395"/>
                  </a:cubicBezTo>
                  <a:cubicBezTo>
                    <a:pt x="337" y="412"/>
                    <a:pt x="369" y="419"/>
                    <a:pt x="401" y="419"/>
                  </a:cubicBezTo>
                  <a:cubicBezTo>
                    <a:pt x="487" y="419"/>
                    <a:pt x="564" y="363"/>
                    <a:pt x="608" y="274"/>
                  </a:cubicBezTo>
                  <a:lnTo>
                    <a:pt x="395" y="274"/>
                  </a:lnTo>
                  <a:cubicBezTo>
                    <a:pt x="183" y="274"/>
                    <a:pt x="183" y="182"/>
                    <a:pt x="183" y="61"/>
                  </a:cubicBezTo>
                  <a:cubicBezTo>
                    <a:pt x="152" y="30"/>
                    <a:pt x="92" y="0"/>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7"/>
            <p:cNvSpPr/>
            <p:nvPr/>
          </p:nvSpPr>
          <p:spPr>
            <a:xfrm rot="-5400000">
              <a:off x="2768188" y="7302063"/>
              <a:ext cx="7525" cy="14550"/>
            </a:xfrm>
            <a:custGeom>
              <a:rect b="b" l="l" r="r" t="t"/>
              <a:pathLst>
                <a:path extrusionOk="0" h="582" w="301">
                  <a:moveTo>
                    <a:pt x="202" y="1"/>
                  </a:moveTo>
                  <a:cubicBezTo>
                    <a:pt x="196" y="1"/>
                    <a:pt x="190" y="2"/>
                    <a:pt x="183" y="4"/>
                  </a:cubicBezTo>
                  <a:cubicBezTo>
                    <a:pt x="122" y="65"/>
                    <a:pt x="1" y="126"/>
                    <a:pt x="153" y="156"/>
                  </a:cubicBezTo>
                  <a:lnTo>
                    <a:pt x="92" y="278"/>
                  </a:lnTo>
                  <a:cubicBezTo>
                    <a:pt x="92" y="339"/>
                    <a:pt x="31" y="460"/>
                    <a:pt x="1" y="490"/>
                  </a:cubicBezTo>
                  <a:cubicBezTo>
                    <a:pt x="1" y="521"/>
                    <a:pt x="31" y="582"/>
                    <a:pt x="92" y="582"/>
                  </a:cubicBezTo>
                  <a:cubicBezTo>
                    <a:pt x="122" y="582"/>
                    <a:pt x="213" y="551"/>
                    <a:pt x="213" y="551"/>
                  </a:cubicBezTo>
                  <a:lnTo>
                    <a:pt x="244" y="369"/>
                  </a:lnTo>
                  <a:cubicBezTo>
                    <a:pt x="300" y="172"/>
                    <a:pt x="278"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7"/>
            <p:cNvSpPr/>
            <p:nvPr/>
          </p:nvSpPr>
          <p:spPr>
            <a:xfrm rot="-5400000">
              <a:off x="2768288" y="7528588"/>
              <a:ext cx="12950" cy="10475"/>
            </a:xfrm>
            <a:custGeom>
              <a:rect b="b" l="l" r="r" t="t"/>
              <a:pathLst>
                <a:path extrusionOk="0" h="419" w="518">
                  <a:moveTo>
                    <a:pt x="84" y="0"/>
                  </a:moveTo>
                  <a:cubicBezTo>
                    <a:pt x="61" y="0"/>
                    <a:pt x="31" y="8"/>
                    <a:pt x="0" y="23"/>
                  </a:cubicBezTo>
                  <a:lnTo>
                    <a:pt x="0" y="145"/>
                  </a:lnTo>
                  <a:cubicBezTo>
                    <a:pt x="31" y="205"/>
                    <a:pt x="244" y="418"/>
                    <a:pt x="365" y="418"/>
                  </a:cubicBezTo>
                  <a:cubicBezTo>
                    <a:pt x="487" y="418"/>
                    <a:pt x="517" y="357"/>
                    <a:pt x="456" y="296"/>
                  </a:cubicBezTo>
                  <a:lnTo>
                    <a:pt x="396" y="236"/>
                  </a:lnTo>
                  <a:lnTo>
                    <a:pt x="335" y="114"/>
                  </a:lnTo>
                  <a:cubicBezTo>
                    <a:pt x="320" y="122"/>
                    <a:pt x="301" y="126"/>
                    <a:pt x="280" y="126"/>
                  </a:cubicBezTo>
                  <a:cubicBezTo>
                    <a:pt x="219" y="126"/>
                    <a:pt x="145" y="91"/>
                    <a:pt x="122" y="23"/>
                  </a:cubicBezTo>
                  <a:cubicBezTo>
                    <a:pt x="122" y="8"/>
                    <a:pt x="107" y="0"/>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7"/>
            <p:cNvSpPr/>
            <p:nvPr/>
          </p:nvSpPr>
          <p:spPr>
            <a:xfrm rot="-5400000">
              <a:off x="2705788" y="7107988"/>
              <a:ext cx="11425" cy="8200"/>
            </a:xfrm>
            <a:custGeom>
              <a:rect b="b" l="l" r="r" t="t"/>
              <a:pathLst>
                <a:path extrusionOk="0" h="328" w="457">
                  <a:moveTo>
                    <a:pt x="122" y="0"/>
                  </a:moveTo>
                  <a:cubicBezTo>
                    <a:pt x="99" y="0"/>
                    <a:pt x="76" y="16"/>
                    <a:pt x="61" y="46"/>
                  </a:cubicBezTo>
                  <a:lnTo>
                    <a:pt x="31" y="76"/>
                  </a:lnTo>
                  <a:cubicBezTo>
                    <a:pt x="0" y="107"/>
                    <a:pt x="31" y="167"/>
                    <a:pt x="61" y="198"/>
                  </a:cubicBezTo>
                  <a:lnTo>
                    <a:pt x="122" y="259"/>
                  </a:lnTo>
                  <a:cubicBezTo>
                    <a:pt x="168" y="304"/>
                    <a:pt x="228" y="327"/>
                    <a:pt x="289" y="327"/>
                  </a:cubicBezTo>
                  <a:cubicBezTo>
                    <a:pt x="350" y="327"/>
                    <a:pt x="411" y="304"/>
                    <a:pt x="456" y="259"/>
                  </a:cubicBezTo>
                  <a:lnTo>
                    <a:pt x="213" y="76"/>
                  </a:lnTo>
                  <a:lnTo>
                    <a:pt x="183" y="46"/>
                  </a:lnTo>
                  <a:cubicBezTo>
                    <a:pt x="168" y="16"/>
                    <a:pt x="145" y="0"/>
                    <a:pt x="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7"/>
            <p:cNvSpPr/>
            <p:nvPr/>
          </p:nvSpPr>
          <p:spPr>
            <a:xfrm rot="-5400000">
              <a:off x="2754875" y="7324475"/>
              <a:ext cx="10675" cy="7625"/>
            </a:xfrm>
            <a:custGeom>
              <a:rect b="b" l="l" r="r" t="t"/>
              <a:pathLst>
                <a:path extrusionOk="0" h="305" w="427">
                  <a:moveTo>
                    <a:pt x="214" y="1"/>
                  </a:moveTo>
                  <a:cubicBezTo>
                    <a:pt x="183" y="1"/>
                    <a:pt x="153" y="1"/>
                    <a:pt x="92" y="62"/>
                  </a:cubicBezTo>
                  <a:lnTo>
                    <a:pt x="62" y="122"/>
                  </a:lnTo>
                  <a:cubicBezTo>
                    <a:pt x="1" y="244"/>
                    <a:pt x="244" y="305"/>
                    <a:pt x="335" y="305"/>
                  </a:cubicBezTo>
                  <a:cubicBezTo>
                    <a:pt x="427" y="305"/>
                    <a:pt x="396" y="274"/>
                    <a:pt x="244" y="244"/>
                  </a:cubicBezTo>
                  <a:lnTo>
                    <a:pt x="305" y="62"/>
                  </a:lnTo>
                  <a:cubicBezTo>
                    <a:pt x="305" y="62"/>
                    <a:pt x="244" y="1"/>
                    <a:pt x="2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27"/>
            <p:cNvSpPr/>
            <p:nvPr/>
          </p:nvSpPr>
          <p:spPr>
            <a:xfrm rot="-5400000">
              <a:off x="2769663" y="7238163"/>
              <a:ext cx="10650" cy="10025"/>
            </a:xfrm>
            <a:custGeom>
              <a:rect b="b" l="l" r="r" t="t"/>
              <a:pathLst>
                <a:path extrusionOk="0" h="401" w="426">
                  <a:moveTo>
                    <a:pt x="308" y="0"/>
                  </a:moveTo>
                  <a:cubicBezTo>
                    <a:pt x="253" y="0"/>
                    <a:pt x="187" y="18"/>
                    <a:pt x="152" y="35"/>
                  </a:cubicBezTo>
                  <a:cubicBezTo>
                    <a:pt x="92" y="66"/>
                    <a:pt x="213" y="127"/>
                    <a:pt x="243" y="127"/>
                  </a:cubicBezTo>
                  <a:cubicBezTo>
                    <a:pt x="274" y="157"/>
                    <a:pt x="152" y="278"/>
                    <a:pt x="92" y="309"/>
                  </a:cubicBezTo>
                  <a:cubicBezTo>
                    <a:pt x="31" y="339"/>
                    <a:pt x="0" y="400"/>
                    <a:pt x="0" y="400"/>
                  </a:cubicBezTo>
                  <a:cubicBezTo>
                    <a:pt x="122" y="370"/>
                    <a:pt x="243" y="339"/>
                    <a:pt x="335" y="278"/>
                  </a:cubicBezTo>
                  <a:cubicBezTo>
                    <a:pt x="426" y="248"/>
                    <a:pt x="426" y="96"/>
                    <a:pt x="395" y="35"/>
                  </a:cubicBezTo>
                  <a:cubicBezTo>
                    <a:pt x="383" y="10"/>
                    <a:pt x="348" y="0"/>
                    <a:pt x="3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27"/>
            <p:cNvSpPr/>
            <p:nvPr/>
          </p:nvSpPr>
          <p:spPr>
            <a:xfrm rot="-5400000">
              <a:off x="2654963" y="7308888"/>
              <a:ext cx="13700" cy="9925"/>
            </a:xfrm>
            <a:custGeom>
              <a:rect b="b" l="l" r="r" t="t"/>
              <a:pathLst>
                <a:path extrusionOk="0" h="397" w="548">
                  <a:moveTo>
                    <a:pt x="426" y="1"/>
                  </a:moveTo>
                  <a:lnTo>
                    <a:pt x="305" y="62"/>
                  </a:lnTo>
                  <a:cubicBezTo>
                    <a:pt x="183" y="123"/>
                    <a:pt x="92" y="214"/>
                    <a:pt x="1" y="335"/>
                  </a:cubicBezTo>
                  <a:cubicBezTo>
                    <a:pt x="1" y="335"/>
                    <a:pt x="31" y="396"/>
                    <a:pt x="31" y="396"/>
                  </a:cubicBezTo>
                  <a:lnTo>
                    <a:pt x="92" y="396"/>
                  </a:lnTo>
                  <a:cubicBezTo>
                    <a:pt x="183" y="335"/>
                    <a:pt x="244" y="275"/>
                    <a:pt x="335" y="214"/>
                  </a:cubicBezTo>
                  <a:lnTo>
                    <a:pt x="517" y="214"/>
                  </a:lnTo>
                  <a:cubicBezTo>
                    <a:pt x="548" y="214"/>
                    <a:pt x="517" y="123"/>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7"/>
            <p:cNvSpPr/>
            <p:nvPr/>
          </p:nvSpPr>
          <p:spPr>
            <a:xfrm rot="-5400000">
              <a:off x="2777950" y="7213800"/>
              <a:ext cx="12750" cy="9550"/>
            </a:xfrm>
            <a:custGeom>
              <a:rect b="b" l="l" r="r" t="t"/>
              <a:pathLst>
                <a:path extrusionOk="0" h="382" w="510">
                  <a:moveTo>
                    <a:pt x="204" y="0"/>
                  </a:moveTo>
                  <a:cubicBezTo>
                    <a:pt x="175" y="0"/>
                    <a:pt x="143" y="40"/>
                    <a:pt x="92" y="108"/>
                  </a:cubicBezTo>
                  <a:lnTo>
                    <a:pt x="61" y="139"/>
                  </a:lnTo>
                  <a:cubicBezTo>
                    <a:pt x="1" y="169"/>
                    <a:pt x="61" y="230"/>
                    <a:pt x="213" y="260"/>
                  </a:cubicBezTo>
                  <a:lnTo>
                    <a:pt x="274" y="291"/>
                  </a:lnTo>
                  <a:lnTo>
                    <a:pt x="457" y="382"/>
                  </a:lnTo>
                  <a:cubicBezTo>
                    <a:pt x="509" y="303"/>
                    <a:pt x="471" y="224"/>
                    <a:pt x="380" y="224"/>
                  </a:cubicBezTo>
                  <a:cubicBezTo>
                    <a:pt x="366" y="224"/>
                    <a:pt x="351" y="226"/>
                    <a:pt x="335" y="230"/>
                  </a:cubicBezTo>
                  <a:lnTo>
                    <a:pt x="274" y="78"/>
                  </a:lnTo>
                  <a:cubicBezTo>
                    <a:pt x="247" y="25"/>
                    <a:pt x="227"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27"/>
            <p:cNvSpPr/>
            <p:nvPr/>
          </p:nvSpPr>
          <p:spPr>
            <a:xfrm rot="-5400000">
              <a:off x="2598713" y="7251163"/>
              <a:ext cx="8375" cy="6050"/>
            </a:xfrm>
            <a:custGeom>
              <a:rect b="b" l="l" r="r" t="t"/>
              <a:pathLst>
                <a:path extrusionOk="0" h="242" w="335">
                  <a:moveTo>
                    <a:pt x="243" y="0"/>
                  </a:moveTo>
                  <a:cubicBezTo>
                    <a:pt x="183" y="0"/>
                    <a:pt x="0" y="152"/>
                    <a:pt x="0" y="213"/>
                  </a:cubicBezTo>
                  <a:cubicBezTo>
                    <a:pt x="0" y="233"/>
                    <a:pt x="9" y="242"/>
                    <a:pt x="24" y="242"/>
                  </a:cubicBezTo>
                  <a:cubicBezTo>
                    <a:pt x="75" y="242"/>
                    <a:pt x="196" y="139"/>
                    <a:pt x="243" y="92"/>
                  </a:cubicBezTo>
                  <a:cubicBezTo>
                    <a:pt x="335" y="31"/>
                    <a:pt x="335" y="0"/>
                    <a:pt x="2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27"/>
            <p:cNvSpPr/>
            <p:nvPr/>
          </p:nvSpPr>
          <p:spPr>
            <a:xfrm rot="-5400000">
              <a:off x="2638175" y="7273225"/>
              <a:ext cx="9750" cy="7350"/>
            </a:xfrm>
            <a:custGeom>
              <a:rect b="b" l="l" r="r" t="t"/>
              <a:pathLst>
                <a:path extrusionOk="0" h="294" w="390">
                  <a:moveTo>
                    <a:pt x="328" y="1"/>
                  </a:moveTo>
                  <a:cubicBezTo>
                    <a:pt x="237" y="1"/>
                    <a:pt x="176" y="1"/>
                    <a:pt x="85" y="31"/>
                  </a:cubicBezTo>
                  <a:lnTo>
                    <a:pt x="24" y="92"/>
                  </a:lnTo>
                  <a:cubicBezTo>
                    <a:pt x="0" y="212"/>
                    <a:pt x="52" y="294"/>
                    <a:pt x="149" y="294"/>
                  </a:cubicBezTo>
                  <a:cubicBezTo>
                    <a:pt x="175" y="294"/>
                    <a:pt x="205" y="287"/>
                    <a:pt x="237" y="274"/>
                  </a:cubicBezTo>
                  <a:lnTo>
                    <a:pt x="328" y="244"/>
                  </a:lnTo>
                  <a:cubicBezTo>
                    <a:pt x="359" y="183"/>
                    <a:pt x="389" y="122"/>
                    <a:pt x="389" y="62"/>
                  </a:cubicBezTo>
                  <a:cubicBezTo>
                    <a:pt x="389" y="62"/>
                    <a:pt x="328" y="1"/>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 name="Google Shape;994;p27"/>
          <p:cNvGrpSpPr/>
          <p:nvPr/>
        </p:nvGrpSpPr>
        <p:grpSpPr>
          <a:xfrm flipH="1" rot="10800000">
            <a:off x="8264408" y="-577042"/>
            <a:ext cx="1153275" cy="4517892"/>
            <a:chOff x="3623725" y="7009875"/>
            <a:chExt cx="641100" cy="2511475"/>
          </a:xfrm>
        </p:grpSpPr>
        <p:sp>
          <p:nvSpPr>
            <p:cNvPr id="995" name="Google Shape;995;p27"/>
            <p:cNvSpPr/>
            <p:nvPr/>
          </p:nvSpPr>
          <p:spPr>
            <a:xfrm rot="-5400000">
              <a:off x="2990213" y="8246738"/>
              <a:ext cx="1908125" cy="641100"/>
            </a:xfrm>
            <a:custGeom>
              <a:rect b="b" l="l" r="r" t="t"/>
              <a:pathLst>
                <a:path extrusionOk="0" h="25644" w="76325">
                  <a:moveTo>
                    <a:pt x="69642" y="8267"/>
                  </a:moveTo>
                  <a:lnTo>
                    <a:pt x="69642" y="8267"/>
                  </a:lnTo>
                  <a:cubicBezTo>
                    <a:pt x="69634" y="8285"/>
                    <a:pt x="69630" y="8297"/>
                    <a:pt x="69632" y="8297"/>
                  </a:cubicBezTo>
                  <a:cubicBezTo>
                    <a:pt x="69632" y="8297"/>
                    <a:pt x="69634" y="8294"/>
                    <a:pt x="69637" y="8287"/>
                  </a:cubicBezTo>
                  <a:cubicBezTo>
                    <a:pt x="69639" y="8281"/>
                    <a:pt x="69641" y="8274"/>
                    <a:pt x="69642" y="8267"/>
                  </a:cubicBezTo>
                  <a:close/>
                  <a:moveTo>
                    <a:pt x="56233" y="14701"/>
                  </a:moveTo>
                  <a:cubicBezTo>
                    <a:pt x="56240" y="14701"/>
                    <a:pt x="56235" y="14702"/>
                    <a:pt x="56223" y="14704"/>
                  </a:cubicBezTo>
                  <a:lnTo>
                    <a:pt x="56223" y="14704"/>
                  </a:lnTo>
                  <a:cubicBezTo>
                    <a:pt x="56226" y="14703"/>
                    <a:pt x="56230" y="14702"/>
                    <a:pt x="56233" y="14701"/>
                  </a:cubicBezTo>
                  <a:close/>
                  <a:moveTo>
                    <a:pt x="57564" y="14653"/>
                  </a:moveTo>
                  <a:cubicBezTo>
                    <a:pt x="57551" y="14722"/>
                    <a:pt x="57540" y="14783"/>
                    <a:pt x="57540" y="14822"/>
                  </a:cubicBezTo>
                  <a:cubicBezTo>
                    <a:pt x="57537" y="14831"/>
                    <a:pt x="57535" y="14840"/>
                    <a:pt x="57533" y="14849"/>
                  </a:cubicBezTo>
                  <a:lnTo>
                    <a:pt x="57533" y="14849"/>
                  </a:lnTo>
                  <a:cubicBezTo>
                    <a:pt x="57472" y="14816"/>
                    <a:pt x="57469" y="14795"/>
                    <a:pt x="57540" y="14701"/>
                  </a:cubicBezTo>
                  <a:lnTo>
                    <a:pt x="57564" y="14653"/>
                  </a:lnTo>
                  <a:close/>
                  <a:moveTo>
                    <a:pt x="55982" y="14731"/>
                  </a:moveTo>
                  <a:cubicBezTo>
                    <a:pt x="55940" y="14823"/>
                    <a:pt x="55885" y="14943"/>
                    <a:pt x="55838" y="14974"/>
                  </a:cubicBezTo>
                  <a:cubicBezTo>
                    <a:pt x="55814" y="14997"/>
                    <a:pt x="55787" y="15007"/>
                    <a:pt x="55758" y="15007"/>
                  </a:cubicBezTo>
                  <a:cubicBezTo>
                    <a:pt x="55712" y="15007"/>
                    <a:pt x="55662" y="14981"/>
                    <a:pt x="55625" y="14944"/>
                  </a:cubicBezTo>
                  <a:cubicBezTo>
                    <a:pt x="55595" y="14913"/>
                    <a:pt x="55625" y="14822"/>
                    <a:pt x="55686" y="14731"/>
                  </a:cubicBezTo>
                  <a:lnTo>
                    <a:pt x="55929" y="14731"/>
                  </a:lnTo>
                  <a:cubicBezTo>
                    <a:pt x="55946" y="14731"/>
                    <a:pt x="55963" y="14731"/>
                    <a:pt x="55982" y="14731"/>
                  </a:cubicBezTo>
                  <a:close/>
                  <a:moveTo>
                    <a:pt x="22372" y="15369"/>
                  </a:moveTo>
                  <a:cubicBezTo>
                    <a:pt x="22372" y="15552"/>
                    <a:pt x="22342" y="15704"/>
                    <a:pt x="22342" y="15825"/>
                  </a:cubicBezTo>
                  <a:cubicBezTo>
                    <a:pt x="21946" y="15673"/>
                    <a:pt x="21946" y="15612"/>
                    <a:pt x="22372" y="15369"/>
                  </a:cubicBezTo>
                  <a:close/>
                  <a:moveTo>
                    <a:pt x="52878" y="1"/>
                  </a:moveTo>
                  <a:cubicBezTo>
                    <a:pt x="52844" y="1"/>
                    <a:pt x="52817" y="7"/>
                    <a:pt x="52798" y="20"/>
                  </a:cubicBezTo>
                  <a:lnTo>
                    <a:pt x="52555" y="20"/>
                  </a:lnTo>
                  <a:cubicBezTo>
                    <a:pt x="52403" y="20"/>
                    <a:pt x="52251" y="50"/>
                    <a:pt x="52099" y="111"/>
                  </a:cubicBezTo>
                  <a:cubicBezTo>
                    <a:pt x="52069" y="141"/>
                    <a:pt x="52038" y="202"/>
                    <a:pt x="52069" y="263"/>
                  </a:cubicBezTo>
                  <a:lnTo>
                    <a:pt x="52069" y="293"/>
                  </a:lnTo>
                  <a:cubicBezTo>
                    <a:pt x="52060" y="302"/>
                    <a:pt x="52043" y="306"/>
                    <a:pt x="52023" y="306"/>
                  </a:cubicBezTo>
                  <a:cubicBezTo>
                    <a:pt x="51975" y="306"/>
                    <a:pt x="51908" y="284"/>
                    <a:pt x="51886" y="263"/>
                  </a:cubicBezTo>
                  <a:cubicBezTo>
                    <a:pt x="51881" y="257"/>
                    <a:pt x="51871" y="255"/>
                    <a:pt x="51857" y="255"/>
                  </a:cubicBezTo>
                  <a:cubicBezTo>
                    <a:pt x="51793" y="255"/>
                    <a:pt x="51652" y="309"/>
                    <a:pt x="51552" y="384"/>
                  </a:cubicBezTo>
                  <a:cubicBezTo>
                    <a:pt x="51339" y="445"/>
                    <a:pt x="51096" y="506"/>
                    <a:pt x="50883" y="567"/>
                  </a:cubicBezTo>
                  <a:cubicBezTo>
                    <a:pt x="50762" y="597"/>
                    <a:pt x="50518" y="962"/>
                    <a:pt x="50336" y="992"/>
                  </a:cubicBezTo>
                  <a:cubicBezTo>
                    <a:pt x="50214" y="992"/>
                    <a:pt x="50062" y="1023"/>
                    <a:pt x="49911" y="1023"/>
                  </a:cubicBezTo>
                  <a:lnTo>
                    <a:pt x="49850" y="1023"/>
                  </a:lnTo>
                  <a:cubicBezTo>
                    <a:pt x="49728" y="1023"/>
                    <a:pt x="49728" y="1144"/>
                    <a:pt x="49698" y="1144"/>
                  </a:cubicBezTo>
                  <a:lnTo>
                    <a:pt x="49546" y="1175"/>
                  </a:lnTo>
                  <a:cubicBezTo>
                    <a:pt x="49424" y="1205"/>
                    <a:pt x="49333" y="1266"/>
                    <a:pt x="49242" y="1327"/>
                  </a:cubicBezTo>
                  <a:lnTo>
                    <a:pt x="49242" y="1387"/>
                  </a:lnTo>
                  <a:cubicBezTo>
                    <a:pt x="49288" y="1480"/>
                    <a:pt x="49281" y="1520"/>
                    <a:pt x="49249" y="1520"/>
                  </a:cubicBezTo>
                  <a:cubicBezTo>
                    <a:pt x="49238" y="1520"/>
                    <a:pt x="49226" y="1516"/>
                    <a:pt x="49211" y="1509"/>
                  </a:cubicBezTo>
                  <a:lnTo>
                    <a:pt x="49090" y="1418"/>
                  </a:lnTo>
                  <a:cubicBezTo>
                    <a:pt x="48938" y="1448"/>
                    <a:pt x="48816" y="1479"/>
                    <a:pt x="48664" y="1509"/>
                  </a:cubicBezTo>
                  <a:lnTo>
                    <a:pt x="48634" y="1509"/>
                  </a:lnTo>
                  <a:cubicBezTo>
                    <a:pt x="48572" y="1488"/>
                    <a:pt x="48524" y="1439"/>
                    <a:pt x="48461" y="1439"/>
                  </a:cubicBezTo>
                  <a:cubicBezTo>
                    <a:pt x="48431" y="1439"/>
                    <a:pt x="48399" y="1450"/>
                    <a:pt x="48360" y="1479"/>
                  </a:cubicBezTo>
                  <a:lnTo>
                    <a:pt x="48269" y="1539"/>
                  </a:lnTo>
                  <a:cubicBezTo>
                    <a:pt x="48330" y="1600"/>
                    <a:pt x="48239" y="1631"/>
                    <a:pt x="48178" y="1631"/>
                  </a:cubicBezTo>
                  <a:cubicBezTo>
                    <a:pt x="48087" y="1631"/>
                    <a:pt x="47996" y="1691"/>
                    <a:pt x="47935" y="1752"/>
                  </a:cubicBezTo>
                  <a:lnTo>
                    <a:pt x="47844" y="1813"/>
                  </a:lnTo>
                  <a:lnTo>
                    <a:pt x="47783" y="1874"/>
                  </a:lnTo>
                  <a:cubicBezTo>
                    <a:pt x="47661" y="1965"/>
                    <a:pt x="47570" y="1995"/>
                    <a:pt x="47418" y="1995"/>
                  </a:cubicBezTo>
                  <a:lnTo>
                    <a:pt x="47357" y="2056"/>
                  </a:lnTo>
                  <a:cubicBezTo>
                    <a:pt x="47266" y="2117"/>
                    <a:pt x="47145" y="2147"/>
                    <a:pt x="47053" y="2178"/>
                  </a:cubicBezTo>
                  <a:cubicBezTo>
                    <a:pt x="47023" y="2208"/>
                    <a:pt x="46962" y="2238"/>
                    <a:pt x="46932" y="2269"/>
                  </a:cubicBezTo>
                  <a:cubicBezTo>
                    <a:pt x="46871" y="2330"/>
                    <a:pt x="46749" y="2390"/>
                    <a:pt x="46749" y="2390"/>
                  </a:cubicBezTo>
                  <a:cubicBezTo>
                    <a:pt x="46707" y="2366"/>
                    <a:pt x="46679" y="2356"/>
                    <a:pt x="46661" y="2356"/>
                  </a:cubicBezTo>
                  <a:cubicBezTo>
                    <a:pt x="46588" y="2356"/>
                    <a:pt x="46670" y="2512"/>
                    <a:pt x="46597" y="2512"/>
                  </a:cubicBezTo>
                  <a:cubicBezTo>
                    <a:pt x="46557" y="2502"/>
                    <a:pt x="46516" y="2498"/>
                    <a:pt x="46477" y="2498"/>
                  </a:cubicBezTo>
                  <a:cubicBezTo>
                    <a:pt x="46398" y="2498"/>
                    <a:pt x="46324" y="2512"/>
                    <a:pt x="46263" y="2512"/>
                  </a:cubicBezTo>
                  <a:lnTo>
                    <a:pt x="46172" y="2542"/>
                  </a:lnTo>
                  <a:cubicBezTo>
                    <a:pt x="46081" y="2603"/>
                    <a:pt x="46081" y="2725"/>
                    <a:pt x="46020" y="2755"/>
                  </a:cubicBezTo>
                  <a:cubicBezTo>
                    <a:pt x="45989" y="2755"/>
                    <a:pt x="45868" y="2816"/>
                    <a:pt x="45777" y="2846"/>
                  </a:cubicBezTo>
                  <a:lnTo>
                    <a:pt x="45564" y="2846"/>
                  </a:lnTo>
                  <a:cubicBezTo>
                    <a:pt x="45473" y="2907"/>
                    <a:pt x="45321" y="3029"/>
                    <a:pt x="45169" y="3120"/>
                  </a:cubicBezTo>
                  <a:lnTo>
                    <a:pt x="44986" y="3120"/>
                  </a:lnTo>
                  <a:cubicBezTo>
                    <a:pt x="44956" y="3120"/>
                    <a:pt x="44895" y="3120"/>
                    <a:pt x="44865" y="3150"/>
                  </a:cubicBezTo>
                  <a:lnTo>
                    <a:pt x="44774" y="3272"/>
                  </a:lnTo>
                  <a:cubicBezTo>
                    <a:pt x="44694" y="3404"/>
                    <a:pt x="44615" y="3490"/>
                    <a:pt x="44596" y="3490"/>
                  </a:cubicBezTo>
                  <a:cubicBezTo>
                    <a:pt x="44593" y="3490"/>
                    <a:pt x="44591" y="3489"/>
                    <a:pt x="44591" y="3485"/>
                  </a:cubicBezTo>
                  <a:lnTo>
                    <a:pt x="44561" y="3485"/>
                  </a:lnTo>
                  <a:lnTo>
                    <a:pt x="44530" y="3424"/>
                  </a:lnTo>
                  <a:lnTo>
                    <a:pt x="44378" y="3424"/>
                  </a:lnTo>
                  <a:cubicBezTo>
                    <a:pt x="44378" y="3454"/>
                    <a:pt x="44318" y="3637"/>
                    <a:pt x="44257" y="3667"/>
                  </a:cubicBezTo>
                  <a:cubicBezTo>
                    <a:pt x="44166" y="3697"/>
                    <a:pt x="43771" y="3849"/>
                    <a:pt x="43649" y="3910"/>
                  </a:cubicBezTo>
                  <a:cubicBezTo>
                    <a:pt x="43527" y="3971"/>
                    <a:pt x="43436" y="4032"/>
                    <a:pt x="43467" y="4062"/>
                  </a:cubicBezTo>
                  <a:cubicBezTo>
                    <a:pt x="43497" y="4093"/>
                    <a:pt x="43467" y="4123"/>
                    <a:pt x="43406" y="4123"/>
                  </a:cubicBezTo>
                  <a:lnTo>
                    <a:pt x="43284" y="4123"/>
                  </a:lnTo>
                  <a:cubicBezTo>
                    <a:pt x="43193" y="4123"/>
                    <a:pt x="43071" y="4245"/>
                    <a:pt x="43011" y="4245"/>
                  </a:cubicBezTo>
                  <a:cubicBezTo>
                    <a:pt x="42859" y="4275"/>
                    <a:pt x="42707" y="4336"/>
                    <a:pt x="42555" y="4427"/>
                  </a:cubicBezTo>
                  <a:cubicBezTo>
                    <a:pt x="42524" y="4457"/>
                    <a:pt x="42479" y="4473"/>
                    <a:pt x="42429" y="4473"/>
                  </a:cubicBezTo>
                  <a:cubicBezTo>
                    <a:pt x="42380" y="4473"/>
                    <a:pt x="42327" y="4457"/>
                    <a:pt x="42281" y="4427"/>
                  </a:cubicBezTo>
                  <a:cubicBezTo>
                    <a:pt x="42279" y="4425"/>
                    <a:pt x="42277" y="4424"/>
                    <a:pt x="42275" y="4424"/>
                  </a:cubicBezTo>
                  <a:cubicBezTo>
                    <a:pt x="42240" y="4424"/>
                    <a:pt x="42154" y="4641"/>
                    <a:pt x="42068" y="4670"/>
                  </a:cubicBezTo>
                  <a:cubicBezTo>
                    <a:pt x="41886" y="4700"/>
                    <a:pt x="41734" y="4700"/>
                    <a:pt x="41552" y="4700"/>
                  </a:cubicBezTo>
                  <a:cubicBezTo>
                    <a:pt x="41461" y="4700"/>
                    <a:pt x="41582" y="4518"/>
                    <a:pt x="41612" y="4427"/>
                  </a:cubicBezTo>
                  <a:cubicBezTo>
                    <a:pt x="41612" y="4383"/>
                    <a:pt x="41597" y="4367"/>
                    <a:pt x="41575" y="4367"/>
                  </a:cubicBezTo>
                  <a:cubicBezTo>
                    <a:pt x="41537" y="4367"/>
                    <a:pt x="41480" y="4418"/>
                    <a:pt x="41461" y="4457"/>
                  </a:cubicBezTo>
                  <a:cubicBezTo>
                    <a:pt x="41445" y="4473"/>
                    <a:pt x="41429" y="4481"/>
                    <a:pt x="41414" y="4481"/>
                  </a:cubicBezTo>
                  <a:cubicBezTo>
                    <a:pt x="41372" y="4481"/>
                    <a:pt x="41339" y="4418"/>
                    <a:pt x="41339" y="4305"/>
                  </a:cubicBezTo>
                  <a:lnTo>
                    <a:pt x="41369" y="4275"/>
                  </a:lnTo>
                  <a:lnTo>
                    <a:pt x="41582" y="4153"/>
                  </a:lnTo>
                  <a:cubicBezTo>
                    <a:pt x="41430" y="4062"/>
                    <a:pt x="41278" y="4001"/>
                    <a:pt x="41096" y="3941"/>
                  </a:cubicBezTo>
                  <a:lnTo>
                    <a:pt x="41005" y="3880"/>
                  </a:lnTo>
                  <a:lnTo>
                    <a:pt x="40913" y="3819"/>
                  </a:lnTo>
                  <a:cubicBezTo>
                    <a:pt x="40835" y="3760"/>
                    <a:pt x="40756" y="3727"/>
                    <a:pt x="40670" y="3727"/>
                  </a:cubicBezTo>
                  <a:cubicBezTo>
                    <a:pt x="40622" y="3727"/>
                    <a:pt x="40572" y="3737"/>
                    <a:pt x="40518" y="3758"/>
                  </a:cubicBezTo>
                  <a:cubicBezTo>
                    <a:pt x="40513" y="3764"/>
                    <a:pt x="40508" y="3766"/>
                    <a:pt x="40505" y="3766"/>
                  </a:cubicBezTo>
                  <a:cubicBezTo>
                    <a:pt x="40469" y="3766"/>
                    <a:pt x="40529" y="3512"/>
                    <a:pt x="40640" y="3485"/>
                  </a:cubicBezTo>
                  <a:cubicBezTo>
                    <a:pt x="40761" y="3454"/>
                    <a:pt x="40731" y="3241"/>
                    <a:pt x="40670" y="3241"/>
                  </a:cubicBezTo>
                  <a:cubicBezTo>
                    <a:pt x="40457" y="3241"/>
                    <a:pt x="40245" y="3241"/>
                    <a:pt x="40032" y="3272"/>
                  </a:cubicBezTo>
                  <a:cubicBezTo>
                    <a:pt x="39880" y="3272"/>
                    <a:pt x="39363" y="3424"/>
                    <a:pt x="39181" y="3454"/>
                  </a:cubicBezTo>
                  <a:cubicBezTo>
                    <a:pt x="38998" y="3515"/>
                    <a:pt x="38786" y="3576"/>
                    <a:pt x="38725" y="3576"/>
                  </a:cubicBezTo>
                  <a:lnTo>
                    <a:pt x="38664" y="3606"/>
                  </a:lnTo>
                  <a:lnTo>
                    <a:pt x="38360" y="3789"/>
                  </a:lnTo>
                  <a:lnTo>
                    <a:pt x="38239" y="3880"/>
                  </a:lnTo>
                  <a:cubicBezTo>
                    <a:pt x="38170" y="3948"/>
                    <a:pt x="38068" y="3982"/>
                    <a:pt x="37969" y="3982"/>
                  </a:cubicBezTo>
                  <a:cubicBezTo>
                    <a:pt x="37937" y="3982"/>
                    <a:pt x="37904" y="3979"/>
                    <a:pt x="37874" y="3971"/>
                  </a:cubicBezTo>
                  <a:lnTo>
                    <a:pt x="37783" y="3971"/>
                  </a:lnTo>
                  <a:cubicBezTo>
                    <a:pt x="37631" y="3971"/>
                    <a:pt x="37509" y="4001"/>
                    <a:pt x="37357" y="4032"/>
                  </a:cubicBezTo>
                  <a:lnTo>
                    <a:pt x="37236" y="4093"/>
                  </a:lnTo>
                  <a:lnTo>
                    <a:pt x="37175" y="4123"/>
                  </a:lnTo>
                  <a:cubicBezTo>
                    <a:pt x="37151" y="4146"/>
                    <a:pt x="37118" y="4156"/>
                    <a:pt x="37080" y="4156"/>
                  </a:cubicBezTo>
                  <a:cubicBezTo>
                    <a:pt x="36971" y="4156"/>
                    <a:pt x="36825" y="4077"/>
                    <a:pt x="36780" y="4032"/>
                  </a:cubicBezTo>
                  <a:cubicBezTo>
                    <a:pt x="36773" y="4025"/>
                    <a:pt x="36765" y="4022"/>
                    <a:pt x="36757" y="4022"/>
                  </a:cubicBezTo>
                  <a:cubicBezTo>
                    <a:pt x="36687" y="4022"/>
                    <a:pt x="36563" y="4224"/>
                    <a:pt x="36536" y="4305"/>
                  </a:cubicBezTo>
                  <a:cubicBezTo>
                    <a:pt x="36476" y="4397"/>
                    <a:pt x="36384" y="4457"/>
                    <a:pt x="36293" y="4457"/>
                  </a:cubicBezTo>
                  <a:cubicBezTo>
                    <a:pt x="36263" y="4457"/>
                    <a:pt x="36202" y="4397"/>
                    <a:pt x="36202" y="4336"/>
                  </a:cubicBezTo>
                  <a:lnTo>
                    <a:pt x="36202" y="4275"/>
                  </a:lnTo>
                  <a:lnTo>
                    <a:pt x="36202" y="4245"/>
                  </a:lnTo>
                  <a:cubicBezTo>
                    <a:pt x="36202" y="4209"/>
                    <a:pt x="36178" y="4192"/>
                    <a:pt x="36140" y="4192"/>
                  </a:cubicBezTo>
                  <a:cubicBezTo>
                    <a:pt x="36082" y="4192"/>
                    <a:pt x="35990" y="4232"/>
                    <a:pt x="35898" y="4305"/>
                  </a:cubicBezTo>
                  <a:lnTo>
                    <a:pt x="35837" y="4305"/>
                  </a:lnTo>
                  <a:cubicBezTo>
                    <a:pt x="35788" y="4272"/>
                    <a:pt x="35756" y="4260"/>
                    <a:pt x="35736" y="4260"/>
                  </a:cubicBezTo>
                  <a:cubicBezTo>
                    <a:pt x="35683" y="4260"/>
                    <a:pt x="35716" y="4352"/>
                    <a:pt x="35716" y="4397"/>
                  </a:cubicBezTo>
                  <a:lnTo>
                    <a:pt x="35716" y="4427"/>
                  </a:lnTo>
                  <a:cubicBezTo>
                    <a:pt x="35716" y="4442"/>
                    <a:pt x="35777" y="4457"/>
                    <a:pt x="35845" y="4457"/>
                  </a:cubicBezTo>
                  <a:cubicBezTo>
                    <a:pt x="35913" y="4457"/>
                    <a:pt x="35989" y="4442"/>
                    <a:pt x="36020" y="4397"/>
                  </a:cubicBezTo>
                  <a:cubicBezTo>
                    <a:pt x="36025" y="4387"/>
                    <a:pt x="36029" y="4382"/>
                    <a:pt x="36034" y="4382"/>
                  </a:cubicBezTo>
                  <a:cubicBezTo>
                    <a:pt x="36059" y="4382"/>
                    <a:pt x="36080" y="4498"/>
                    <a:pt x="36080" y="4549"/>
                  </a:cubicBezTo>
                  <a:cubicBezTo>
                    <a:pt x="36080" y="4579"/>
                    <a:pt x="35625" y="4640"/>
                    <a:pt x="35503" y="4731"/>
                  </a:cubicBezTo>
                  <a:cubicBezTo>
                    <a:pt x="35477" y="4736"/>
                    <a:pt x="35450" y="4739"/>
                    <a:pt x="35423" y="4739"/>
                  </a:cubicBezTo>
                  <a:cubicBezTo>
                    <a:pt x="35291" y="4739"/>
                    <a:pt x="35153" y="4680"/>
                    <a:pt x="35077" y="4579"/>
                  </a:cubicBezTo>
                  <a:cubicBezTo>
                    <a:pt x="35056" y="4536"/>
                    <a:pt x="35019" y="4493"/>
                    <a:pt x="34978" y="4493"/>
                  </a:cubicBezTo>
                  <a:cubicBezTo>
                    <a:pt x="34961" y="4493"/>
                    <a:pt x="34943" y="4500"/>
                    <a:pt x="34925" y="4518"/>
                  </a:cubicBezTo>
                  <a:lnTo>
                    <a:pt x="34895" y="4549"/>
                  </a:lnTo>
                  <a:lnTo>
                    <a:pt x="34591" y="4761"/>
                  </a:lnTo>
                  <a:cubicBezTo>
                    <a:pt x="34591" y="4913"/>
                    <a:pt x="34561" y="5035"/>
                    <a:pt x="34561" y="5156"/>
                  </a:cubicBezTo>
                  <a:cubicBezTo>
                    <a:pt x="34555" y="5168"/>
                    <a:pt x="34545" y="5173"/>
                    <a:pt x="34534" y="5173"/>
                  </a:cubicBezTo>
                  <a:cubicBezTo>
                    <a:pt x="34486" y="5173"/>
                    <a:pt x="34403" y="5090"/>
                    <a:pt x="34378" y="5065"/>
                  </a:cubicBezTo>
                  <a:cubicBezTo>
                    <a:pt x="34370" y="5049"/>
                    <a:pt x="34362" y="5041"/>
                    <a:pt x="34353" y="5041"/>
                  </a:cubicBezTo>
                  <a:cubicBezTo>
                    <a:pt x="34329" y="5041"/>
                    <a:pt x="34301" y="5098"/>
                    <a:pt x="34257" y="5187"/>
                  </a:cubicBezTo>
                  <a:lnTo>
                    <a:pt x="34105" y="5187"/>
                  </a:lnTo>
                  <a:cubicBezTo>
                    <a:pt x="34069" y="5178"/>
                    <a:pt x="34034" y="5174"/>
                    <a:pt x="33999" y="5174"/>
                  </a:cubicBezTo>
                  <a:cubicBezTo>
                    <a:pt x="33915" y="5174"/>
                    <a:pt x="33835" y="5196"/>
                    <a:pt x="33770" y="5217"/>
                  </a:cubicBezTo>
                  <a:lnTo>
                    <a:pt x="33649" y="5248"/>
                  </a:lnTo>
                  <a:cubicBezTo>
                    <a:pt x="33527" y="5278"/>
                    <a:pt x="33406" y="5278"/>
                    <a:pt x="33254" y="5278"/>
                  </a:cubicBezTo>
                  <a:cubicBezTo>
                    <a:pt x="33497" y="5156"/>
                    <a:pt x="33497" y="5096"/>
                    <a:pt x="33345" y="4974"/>
                  </a:cubicBezTo>
                  <a:lnTo>
                    <a:pt x="33254" y="4974"/>
                  </a:lnTo>
                  <a:cubicBezTo>
                    <a:pt x="33162" y="5187"/>
                    <a:pt x="32859" y="5126"/>
                    <a:pt x="32646" y="5248"/>
                  </a:cubicBezTo>
                  <a:lnTo>
                    <a:pt x="32433" y="5369"/>
                  </a:lnTo>
                  <a:cubicBezTo>
                    <a:pt x="32463" y="5460"/>
                    <a:pt x="32463" y="5552"/>
                    <a:pt x="32494" y="5643"/>
                  </a:cubicBezTo>
                  <a:cubicBezTo>
                    <a:pt x="32524" y="5673"/>
                    <a:pt x="32494" y="5734"/>
                    <a:pt x="32463" y="5734"/>
                  </a:cubicBezTo>
                  <a:cubicBezTo>
                    <a:pt x="32403" y="5673"/>
                    <a:pt x="32372" y="5552"/>
                    <a:pt x="32311" y="5460"/>
                  </a:cubicBezTo>
                  <a:cubicBezTo>
                    <a:pt x="32289" y="5416"/>
                    <a:pt x="32169" y="5388"/>
                    <a:pt x="32023" y="5388"/>
                  </a:cubicBezTo>
                  <a:cubicBezTo>
                    <a:pt x="31969" y="5388"/>
                    <a:pt x="31912" y="5391"/>
                    <a:pt x="31855" y="5400"/>
                  </a:cubicBezTo>
                  <a:lnTo>
                    <a:pt x="31734" y="5521"/>
                  </a:lnTo>
                  <a:lnTo>
                    <a:pt x="31612" y="5612"/>
                  </a:lnTo>
                  <a:cubicBezTo>
                    <a:pt x="31308" y="5673"/>
                    <a:pt x="30974" y="5764"/>
                    <a:pt x="30670" y="5856"/>
                  </a:cubicBezTo>
                  <a:cubicBezTo>
                    <a:pt x="30488" y="5916"/>
                    <a:pt x="30305" y="6007"/>
                    <a:pt x="30123" y="6129"/>
                  </a:cubicBezTo>
                  <a:lnTo>
                    <a:pt x="30001" y="6159"/>
                  </a:lnTo>
                  <a:lnTo>
                    <a:pt x="29849" y="6190"/>
                  </a:lnTo>
                  <a:cubicBezTo>
                    <a:pt x="29789" y="6251"/>
                    <a:pt x="29697" y="6311"/>
                    <a:pt x="29576" y="6342"/>
                  </a:cubicBezTo>
                  <a:lnTo>
                    <a:pt x="29545" y="6311"/>
                  </a:lnTo>
                  <a:cubicBezTo>
                    <a:pt x="29525" y="6291"/>
                    <a:pt x="29508" y="6284"/>
                    <a:pt x="29492" y="6284"/>
                  </a:cubicBezTo>
                  <a:cubicBezTo>
                    <a:pt x="29461" y="6284"/>
                    <a:pt x="29434" y="6311"/>
                    <a:pt x="29393" y="6311"/>
                  </a:cubicBezTo>
                  <a:lnTo>
                    <a:pt x="29272" y="6342"/>
                  </a:lnTo>
                  <a:cubicBezTo>
                    <a:pt x="29211" y="6433"/>
                    <a:pt x="29089" y="6524"/>
                    <a:pt x="28968" y="6585"/>
                  </a:cubicBezTo>
                  <a:lnTo>
                    <a:pt x="28725" y="6585"/>
                  </a:lnTo>
                  <a:cubicBezTo>
                    <a:pt x="28725" y="6676"/>
                    <a:pt x="28573" y="6737"/>
                    <a:pt x="28512" y="6798"/>
                  </a:cubicBezTo>
                  <a:cubicBezTo>
                    <a:pt x="28496" y="6806"/>
                    <a:pt x="28477" y="6810"/>
                    <a:pt x="28458" y="6810"/>
                  </a:cubicBezTo>
                  <a:cubicBezTo>
                    <a:pt x="28404" y="6810"/>
                    <a:pt x="28344" y="6781"/>
                    <a:pt x="28299" y="6737"/>
                  </a:cubicBezTo>
                  <a:cubicBezTo>
                    <a:pt x="28294" y="6727"/>
                    <a:pt x="28288" y="6723"/>
                    <a:pt x="28282" y="6723"/>
                  </a:cubicBezTo>
                  <a:cubicBezTo>
                    <a:pt x="28250" y="6723"/>
                    <a:pt x="28203" y="6833"/>
                    <a:pt x="28178" y="6859"/>
                  </a:cubicBezTo>
                  <a:cubicBezTo>
                    <a:pt x="28178" y="6880"/>
                    <a:pt x="28147" y="6902"/>
                    <a:pt x="28097" y="6902"/>
                  </a:cubicBezTo>
                  <a:cubicBezTo>
                    <a:pt x="28076" y="6902"/>
                    <a:pt x="28052" y="6898"/>
                    <a:pt x="28026" y="6889"/>
                  </a:cubicBezTo>
                  <a:lnTo>
                    <a:pt x="27934" y="6950"/>
                  </a:lnTo>
                  <a:cubicBezTo>
                    <a:pt x="27813" y="7071"/>
                    <a:pt x="27630" y="7193"/>
                    <a:pt x="27448" y="7254"/>
                  </a:cubicBezTo>
                  <a:cubicBezTo>
                    <a:pt x="27357" y="7254"/>
                    <a:pt x="27235" y="7284"/>
                    <a:pt x="27114" y="7315"/>
                  </a:cubicBezTo>
                  <a:lnTo>
                    <a:pt x="27083" y="7345"/>
                  </a:lnTo>
                  <a:lnTo>
                    <a:pt x="27053" y="7375"/>
                  </a:lnTo>
                  <a:cubicBezTo>
                    <a:pt x="27053" y="7425"/>
                    <a:pt x="27035" y="7448"/>
                    <a:pt x="27008" y="7448"/>
                  </a:cubicBezTo>
                  <a:cubicBezTo>
                    <a:pt x="26986" y="7448"/>
                    <a:pt x="26959" y="7433"/>
                    <a:pt x="26931" y="7406"/>
                  </a:cubicBezTo>
                  <a:lnTo>
                    <a:pt x="26840" y="7497"/>
                  </a:lnTo>
                  <a:cubicBezTo>
                    <a:pt x="26837" y="7500"/>
                    <a:pt x="26834" y="7501"/>
                    <a:pt x="26829" y="7501"/>
                  </a:cubicBezTo>
                  <a:cubicBezTo>
                    <a:pt x="26804" y="7501"/>
                    <a:pt x="26756" y="7459"/>
                    <a:pt x="26723" y="7459"/>
                  </a:cubicBezTo>
                  <a:cubicBezTo>
                    <a:pt x="26703" y="7459"/>
                    <a:pt x="26688" y="7475"/>
                    <a:pt x="26688" y="7527"/>
                  </a:cubicBezTo>
                  <a:cubicBezTo>
                    <a:pt x="26681" y="7565"/>
                    <a:pt x="26667" y="7579"/>
                    <a:pt x="26651" y="7579"/>
                  </a:cubicBezTo>
                  <a:cubicBezTo>
                    <a:pt x="26612" y="7579"/>
                    <a:pt x="26555" y="7506"/>
                    <a:pt x="26510" y="7506"/>
                  </a:cubicBezTo>
                  <a:cubicBezTo>
                    <a:pt x="26497" y="7506"/>
                    <a:pt x="26486" y="7512"/>
                    <a:pt x="26475" y="7527"/>
                  </a:cubicBezTo>
                  <a:lnTo>
                    <a:pt x="26415" y="7618"/>
                  </a:lnTo>
                  <a:cubicBezTo>
                    <a:pt x="26293" y="7710"/>
                    <a:pt x="26141" y="7801"/>
                    <a:pt x="25989" y="7862"/>
                  </a:cubicBezTo>
                  <a:cubicBezTo>
                    <a:pt x="25898" y="7892"/>
                    <a:pt x="25807" y="7892"/>
                    <a:pt x="25776" y="7892"/>
                  </a:cubicBezTo>
                  <a:cubicBezTo>
                    <a:pt x="25716" y="7922"/>
                    <a:pt x="25655" y="7953"/>
                    <a:pt x="25594" y="7983"/>
                  </a:cubicBezTo>
                  <a:lnTo>
                    <a:pt x="25533" y="8044"/>
                  </a:lnTo>
                  <a:cubicBezTo>
                    <a:pt x="25452" y="8125"/>
                    <a:pt x="25322" y="8231"/>
                    <a:pt x="25252" y="8231"/>
                  </a:cubicBezTo>
                  <a:cubicBezTo>
                    <a:pt x="25243" y="8231"/>
                    <a:pt x="25236" y="8230"/>
                    <a:pt x="25229" y="8226"/>
                  </a:cubicBezTo>
                  <a:lnTo>
                    <a:pt x="25077" y="8196"/>
                  </a:lnTo>
                  <a:cubicBezTo>
                    <a:pt x="25016" y="8318"/>
                    <a:pt x="24925" y="8409"/>
                    <a:pt x="24864" y="8500"/>
                  </a:cubicBezTo>
                  <a:cubicBezTo>
                    <a:pt x="24773" y="8530"/>
                    <a:pt x="24682" y="8530"/>
                    <a:pt x="24621" y="8530"/>
                  </a:cubicBezTo>
                  <a:cubicBezTo>
                    <a:pt x="24560" y="8530"/>
                    <a:pt x="24560" y="8591"/>
                    <a:pt x="24621" y="8652"/>
                  </a:cubicBezTo>
                  <a:cubicBezTo>
                    <a:pt x="24560" y="8682"/>
                    <a:pt x="24469" y="8713"/>
                    <a:pt x="24409" y="8743"/>
                  </a:cubicBezTo>
                  <a:lnTo>
                    <a:pt x="24226" y="8773"/>
                  </a:lnTo>
                  <a:cubicBezTo>
                    <a:pt x="24105" y="8834"/>
                    <a:pt x="23709" y="8895"/>
                    <a:pt x="23649" y="8956"/>
                  </a:cubicBezTo>
                  <a:cubicBezTo>
                    <a:pt x="23618" y="9017"/>
                    <a:pt x="23466" y="9199"/>
                    <a:pt x="23345" y="9351"/>
                  </a:cubicBezTo>
                  <a:lnTo>
                    <a:pt x="23071" y="9321"/>
                  </a:lnTo>
                  <a:cubicBezTo>
                    <a:pt x="23071" y="9321"/>
                    <a:pt x="23041" y="9381"/>
                    <a:pt x="23010" y="9412"/>
                  </a:cubicBezTo>
                  <a:lnTo>
                    <a:pt x="22950" y="9473"/>
                  </a:lnTo>
                  <a:cubicBezTo>
                    <a:pt x="22922" y="9514"/>
                    <a:pt x="22888" y="9530"/>
                    <a:pt x="22857" y="9530"/>
                  </a:cubicBezTo>
                  <a:cubicBezTo>
                    <a:pt x="22819" y="9530"/>
                    <a:pt x="22784" y="9506"/>
                    <a:pt x="22767" y="9473"/>
                  </a:cubicBezTo>
                  <a:lnTo>
                    <a:pt x="22737" y="9442"/>
                  </a:lnTo>
                  <a:lnTo>
                    <a:pt x="22646" y="9442"/>
                  </a:lnTo>
                  <a:cubicBezTo>
                    <a:pt x="22646" y="9533"/>
                    <a:pt x="22646" y="9625"/>
                    <a:pt x="22646" y="9716"/>
                  </a:cubicBezTo>
                  <a:lnTo>
                    <a:pt x="22463" y="9746"/>
                  </a:lnTo>
                  <a:lnTo>
                    <a:pt x="22159" y="9837"/>
                  </a:lnTo>
                  <a:cubicBezTo>
                    <a:pt x="21916" y="9959"/>
                    <a:pt x="21643" y="10080"/>
                    <a:pt x="21369" y="10172"/>
                  </a:cubicBezTo>
                  <a:cubicBezTo>
                    <a:pt x="21278" y="10172"/>
                    <a:pt x="21339" y="10080"/>
                    <a:pt x="21521" y="9929"/>
                  </a:cubicBezTo>
                  <a:lnTo>
                    <a:pt x="21612" y="9837"/>
                  </a:lnTo>
                  <a:lnTo>
                    <a:pt x="21734" y="9746"/>
                  </a:lnTo>
                  <a:cubicBezTo>
                    <a:pt x="21855" y="9655"/>
                    <a:pt x="22190" y="9533"/>
                    <a:pt x="22159" y="9473"/>
                  </a:cubicBezTo>
                  <a:cubicBezTo>
                    <a:pt x="22159" y="9412"/>
                    <a:pt x="22372" y="9229"/>
                    <a:pt x="22433" y="9169"/>
                  </a:cubicBezTo>
                  <a:cubicBezTo>
                    <a:pt x="22554" y="9047"/>
                    <a:pt x="22706" y="8925"/>
                    <a:pt x="22858" y="8834"/>
                  </a:cubicBezTo>
                  <a:lnTo>
                    <a:pt x="23010" y="8713"/>
                  </a:lnTo>
                  <a:cubicBezTo>
                    <a:pt x="23071" y="8652"/>
                    <a:pt x="23162" y="8591"/>
                    <a:pt x="23193" y="8561"/>
                  </a:cubicBezTo>
                  <a:cubicBezTo>
                    <a:pt x="23223" y="8530"/>
                    <a:pt x="23010" y="8470"/>
                    <a:pt x="23223" y="8409"/>
                  </a:cubicBezTo>
                  <a:lnTo>
                    <a:pt x="23345" y="8378"/>
                  </a:lnTo>
                  <a:cubicBezTo>
                    <a:pt x="23466" y="8226"/>
                    <a:pt x="23740" y="8014"/>
                    <a:pt x="23770" y="7953"/>
                  </a:cubicBezTo>
                  <a:cubicBezTo>
                    <a:pt x="23861" y="7831"/>
                    <a:pt x="23922" y="7679"/>
                    <a:pt x="23953" y="7527"/>
                  </a:cubicBezTo>
                  <a:lnTo>
                    <a:pt x="24074" y="7436"/>
                  </a:lnTo>
                  <a:lnTo>
                    <a:pt x="24348" y="7254"/>
                  </a:lnTo>
                  <a:cubicBezTo>
                    <a:pt x="24439" y="7102"/>
                    <a:pt x="24500" y="6919"/>
                    <a:pt x="24560" y="6737"/>
                  </a:cubicBezTo>
                  <a:cubicBezTo>
                    <a:pt x="24530" y="6707"/>
                    <a:pt x="24500" y="6615"/>
                    <a:pt x="24469" y="6555"/>
                  </a:cubicBezTo>
                  <a:lnTo>
                    <a:pt x="24469" y="6494"/>
                  </a:lnTo>
                  <a:lnTo>
                    <a:pt x="24439" y="6433"/>
                  </a:lnTo>
                  <a:cubicBezTo>
                    <a:pt x="24409" y="6372"/>
                    <a:pt x="24439" y="6281"/>
                    <a:pt x="24500" y="6251"/>
                  </a:cubicBezTo>
                  <a:cubicBezTo>
                    <a:pt x="24560" y="6220"/>
                    <a:pt x="24560" y="6159"/>
                    <a:pt x="24500" y="6129"/>
                  </a:cubicBezTo>
                  <a:lnTo>
                    <a:pt x="24439" y="6099"/>
                  </a:lnTo>
                  <a:cubicBezTo>
                    <a:pt x="24439" y="6068"/>
                    <a:pt x="24378" y="6068"/>
                    <a:pt x="24378" y="6068"/>
                  </a:cubicBezTo>
                  <a:cubicBezTo>
                    <a:pt x="24325" y="6108"/>
                    <a:pt x="24278" y="6131"/>
                    <a:pt x="24239" y="6131"/>
                  </a:cubicBezTo>
                  <a:cubicBezTo>
                    <a:pt x="24189" y="6131"/>
                    <a:pt x="24152" y="6093"/>
                    <a:pt x="24135" y="6007"/>
                  </a:cubicBezTo>
                  <a:lnTo>
                    <a:pt x="24135" y="5977"/>
                  </a:lnTo>
                  <a:cubicBezTo>
                    <a:pt x="24013" y="5947"/>
                    <a:pt x="23740" y="5856"/>
                    <a:pt x="23709" y="5795"/>
                  </a:cubicBezTo>
                  <a:lnTo>
                    <a:pt x="23588" y="5552"/>
                  </a:lnTo>
                  <a:lnTo>
                    <a:pt x="23527" y="5521"/>
                  </a:lnTo>
                  <a:cubicBezTo>
                    <a:pt x="23375" y="5460"/>
                    <a:pt x="23314" y="5278"/>
                    <a:pt x="23375" y="5126"/>
                  </a:cubicBezTo>
                  <a:lnTo>
                    <a:pt x="23405" y="4822"/>
                  </a:lnTo>
                  <a:cubicBezTo>
                    <a:pt x="23223" y="4579"/>
                    <a:pt x="23010" y="4305"/>
                    <a:pt x="22980" y="4275"/>
                  </a:cubicBezTo>
                  <a:cubicBezTo>
                    <a:pt x="22980" y="4245"/>
                    <a:pt x="22950" y="4001"/>
                    <a:pt x="22858" y="3941"/>
                  </a:cubicBezTo>
                  <a:cubicBezTo>
                    <a:pt x="22798" y="3880"/>
                    <a:pt x="22767" y="3758"/>
                    <a:pt x="22798" y="3667"/>
                  </a:cubicBezTo>
                  <a:lnTo>
                    <a:pt x="22858" y="3606"/>
                  </a:lnTo>
                  <a:cubicBezTo>
                    <a:pt x="22919" y="3545"/>
                    <a:pt x="22980" y="3515"/>
                    <a:pt x="22919" y="3393"/>
                  </a:cubicBezTo>
                  <a:cubicBezTo>
                    <a:pt x="22767" y="3241"/>
                    <a:pt x="23041" y="3333"/>
                    <a:pt x="23041" y="3272"/>
                  </a:cubicBezTo>
                  <a:cubicBezTo>
                    <a:pt x="23041" y="3241"/>
                    <a:pt x="23071" y="3211"/>
                    <a:pt x="23041" y="3181"/>
                  </a:cubicBezTo>
                  <a:lnTo>
                    <a:pt x="22980" y="3090"/>
                  </a:lnTo>
                  <a:cubicBezTo>
                    <a:pt x="22945" y="3066"/>
                    <a:pt x="22906" y="3056"/>
                    <a:pt x="22867" y="3056"/>
                  </a:cubicBezTo>
                  <a:cubicBezTo>
                    <a:pt x="22805" y="3056"/>
                    <a:pt x="22744" y="3082"/>
                    <a:pt x="22706" y="3120"/>
                  </a:cubicBezTo>
                  <a:lnTo>
                    <a:pt x="22615" y="3090"/>
                  </a:lnTo>
                  <a:cubicBezTo>
                    <a:pt x="22524" y="3059"/>
                    <a:pt x="22646" y="2877"/>
                    <a:pt x="22676" y="2846"/>
                  </a:cubicBezTo>
                  <a:cubicBezTo>
                    <a:pt x="22706" y="2816"/>
                    <a:pt x="22554" y="2664"/>
                    <a:pt x="22281" y="2482"/>
                  </a:cubicBezTo>
                  <a:lnTo>
                    <a:pt x="22159" y="2269"/>
                  </a:lnTo>
                  <a:lnTo>
                    <a:pt x="22098" y="2147"/>
                  </a:lnTo>
                  <a:cubicBezTo>
                    <a:pt x="22007" y="2056"/>
                    <a:pt x="22007" y="1904"/>
                    <a:pt x="22007" y="1904"/>
                  </a:cubicBezTo>
                  <a:cubicBezTo>
                    <a:pt x="22038" y="1874"/>
                    <a:pt x="21794" y="1752"/>
                    <a:pt x="21703" y="1691"/>
                  </a:cubicBezTo>
                  <a:cubicBezTo>
                    <a:pt x="21643" y="1631"/>
                    <a:pt x="21430" y="1479"/>
                    <a:pt x="21278" y="1357"/>
                  </a:cubicBezTo>
                  <a:lnTo>
                    <a:pt x="21126" y="1296"/>
                  </a:lnTo>
                  <a:lnTo>
                    <a:pt x="21095" y="1296"/>
                  </a:lnTo>
                  <a:cubicBezTo>
                    <a:pt x="21053" y="1317"/>
                    <a:pt x="20910" y="1353"/>
                    <a:pt x="20825" y="1353"/>
                  </a:cubicBezTo>
                  <a:cubicBezTo>
                    <a:pt x="20787" y="1353"/>
                    <a:pt x="20761" y="1345"/>
                    <a:pt x="20761" y="1327"/>
                  </a:cubicBezTo>
                  <a:cubicBezTo>
                    <a:pt x="20761" y="1281"/>
                    <a:pt x="20723" y="1266"/>
                    <a:pt x="20677" y="1266"/>
                  </a:cubicBezTo>
                  <a:cubicBezTo>
                    <a:pt x="20632" y="1266"/>
                    <a:pt x="20579" y="1281"/>
                    <a:pt x="20548" y="1296"/>
                  </a:cubicBezTo>
                  <a:cubicBezTo>
                    <a:pt x="20487" y="1296"/>
                    <a:pt x="20275" y="1235"/>
                    <a:pt x="20214" y="1235"/>
                  </a:cubicBezTo>
                  <a:lnTo>
                    <a:pt x="19667" y="1357"/>
                  </a:lnTo>
                  <a:lnTo>
                    <a:pt x="19484" y="1296"/>
                  </a:lnTo>
                  <a:lnTo>
                    <a:pt x="19241" y="1235"/>
                  </a:lnTo>
                  <a:cubicBezTo>
                    <a:pt x="19080" y="1282"/>
                    <a:pt x="18620" y="1398"/>
                    <a:pt x="18328" y="1398"/>
                  </a:cubicBezTo>
                  <a:cubicBezTo>
                    <a:pt x="18236" y="1398"/>
                    <a:pt x="18160" y="1386"/>
                    <a:pt x="18117" y="1357"/>
                  </a:cubicBezTo>
                  <a:cubicBezTo>
                    <a:pt x="17965" y="1266"/>
                    <a:pt x="17813" y="1205"/>
                    <a:pt x="17661" y="1144"/>
                  </a:cubicBezTo>
                  <a:cubicBezTo>
                    <a:pt x="17634" y="1144"/>
                    <a:pt x="17415" y="1048"/>
                    <a:pt x="17302" y="1048"/>
                  </a:cubicBezTo>
                  <a:cubicBezTo>
                    <a:pt x="17288" y="1048"/>
                    <a:pt x="17276" y="1050"/>
                    <a:pt x="17266" y="1053"/>
                  </a:cubicBezTo>
                  <a:cubicBezTo>
                    <a:pt x="17053" y="1114"/>
                    <a:pt x="16870" y="1144"/>
                    <a:pt x="16658" y="1205"/>
                  </a:cubicBezTo>
                  <a:cubicBezTo>
                    <a:pt x="16506" y="1205"/>
                    <a:pt x="16384" y="1235"/>
                    <a:pt x="16384" y="1266"/>
                  </a:cubicBezTo>
                  <a:cubicBezTo>
                    <a:pt x="16384" y="1280"/>
                    <a:pt x="16375" y="1286"/>
                    <a:pt x="16361" y="1286"/>
                  </a:cubicBezTo>
                  <a:cubicBezTo>
                    <a:pt x="16316" y="1286"/>
                    <a:pt x="16217" y="1228"/>
                    <a:pt x="16171" y="1205"/>
                  </a:cubicBezTo>
                  <a:cubicBezTo>
                    <a:pt x="16169" y="1202"/>
                    <a:pt x="16163" y="1201"/>
                    <a:pt x="16156" y="1201"/>
                  </a:cubicBezTo>
                  <a:cubicBezTo>
                    <a:pt x="16082" y="1201"/>
                    <a:pt x="15796" y="1329"/>
                    <a:pt x="15685" y="1357"/>
                  </a:cubicBezTo>
                  <a:cubicBezTo>
                    <a:pt x="15533" y="1387"/>
                    <a:pt x="15411" y="1448"/>
                    <a:pt x="15259" y="1509"/>
                  </a:cubicBezTo>
                  <a:cubicBezTo>
                    <a:pt x="15214" y="1524"/>
                    <a:pt x="15161" y="1532"/>
                    <a:pt x="15104" y="1532"/>
                  </a:cubicBezTo>
                  <a:cubicBezTo>
                    <a:pt x="15047" y="1532"/>
                    <a:pt x="14986" y="1524"/>
                    <a:pt x="14925" y="1509"/>
                  </a:cubicBezTo>
                  <a:lnTo>
                    <a:pt x="14712" y="1509"/>
                  </a:lnTo>
                  <a:cubicBezTo>
                    <a:pt x="14500" y="1691"/>
                    <a:pt x="14226" y="1783"/>
                    <a:pt x="13952" y="1813"/>
                  </a:cubicBezTo>
                  <a:lnTo>
                    <a:pt x="13770" y="1843"/>
                  </a:lnTo>
                  <a:cubicBezTo>
                    <a:pt x="13770" y="1934"/>
                    <a:pt x="13709" y="2026"/>
                    <a:pt x="13648" y="2086"/>
                  </a:cubicBezTo>
                  <a:lnTo>
                    <a:pt x="13588" y="2086"/>
                  </a:lnTo>
                  <a:cubicBezTo>
                    <a:pt x="13588" y="2093"/>
                    <a:pt x="13585" y="2095"/>
                    <a:pt x="13581" y="2095"/>
                  </a:cubicBezTo>
                  <a:cubicBezTo>
                    <a:pt x="13566" y="2095"/>
                    <a:pt x="13527" y="2056"/>
                    <a:pt x="13527" y="2056"/>
                  </a:cubicBezTo>
                  <a:lnTo>
                    <a:pt x="13557" y="2026"/>
                  </a:lnTo>
                  <a:cubicBezTo>
                    <a:pt x="13588" y="1995"/>
                    <a:pt x="13557" y="1934"/>
                    <a:pt x="13466" y="1934"/>
                  </a:cubicBezTo>
                  <a:lnTo>
                    <a:pt x="13436" y="1965"/>
                  </a:lnTo>
                  <a:lnTo>
                    <a:pt x="13314" y="2026"/>
                  </a:lnTo>
                  <a:cubicBezTo>
                    <a:pt x="13223" y="2094"/>
                    <a:pt x="13132" y="2128"/>
                    <a:pt x="13028" y="2128"/>
                  </a:cubicBezTo>
                  <a:cubicBezTo>
                    <a:pt x="12993" y="2128"/>
                    <a:pt x="12957" y="2124"/>
                    <a:pt x="12919" y="2117"/>
                  </a:cubicBezTo>
                  <a:lnTo>
                    <a:pt x="12858" y="2178"/>
                  </a:lnTo>
                  <a:lnTo>
                    <a:pt x="12797" y="2208"/>
                  </a:lnTo>
                  <a:cubicBezTo>
                    <a:pt x="12645" y="2208"/>
                    <a:pt x="12615" y="2330"/>
                    <a:pt x="12645" y="2360"/>
                  </a:cubicBezTo>
                  <a:cubicBezTo>
                    <a:pt x="12676" y="2421"/>
                    <a:pt x="12554" y="2421"/>
                    <a:pt x="12402" y="2421"/>
                  </a:cubicBezTo>
                  <a:lnTo>
                    <a:pt x="12281" y="2451"/>
                  </a:lnTo>
                  <a:lnTo>
                    <a:pt x="12159" y="2482"/>
                  </a:lnTo>
                  <a:cubicBezTo>
                    <a:pt x="12123" y="2517"/>
                    <a:pt x="12073" y="2530"/>
                    <a:pt x="12022" y="2530"/>
                  </a:cubicBezTo>
                  <a:cubicBezTo>
                    <a:pt x="11943" y="2530"/>
                    <a:pt x="11862" y="2500"/>
                    <a:pt x="11825" y="2482"/>
                  </a:cubicBezTo>
                  <a:cubicBezTo>
                    <a:pt x="11820" y="2479"/>
                    <a:pt x="11814" y="2478"/>
                    <a:pt x="11807" y="2478"/>
                  </a:cubicBezTo>
                  <a:cubicBezTo>
                    <a:pt x="11719" y="2478"/>
                    <a:pt x="11453" y="2638"/>
                    <a:pt x="11369" y="2694"/>
                  </a:cubicBezTo>
                  <a:cubicBezTo>
                    <a:pt x="11247" y="2725"/>
                    <a:pt x="11004" y="2786"/>
                    <a:pt x="10974" y="2816"/>
                  </a:cubicBezTo>
                  <a:cubicBezTo>
                    <a:pt x="10943" y="2846"/>
                    <a:pt x="10609" y="2968"/>
                    <a:pt x="10214" y="3120"/>
                  </a:cubicBezTo>
                  <a:lnTo>
                    <a:pt x="10001" y="3424"/>
                  </a:lnTo>
                  <a:lnTo>
                    <a:pt x="9910" y="3424"/>
                  </a:lnTo>
                  <a:lnTo>
                    <a:pt x="9849" y="3485"/>
                  </a:lnTo>
                  <a:cubicBezTo>
                    <a:pt x="9842" y="3481"/>
                    <a:pt x="9835" y="3480"/>
                    <a:pt x="9827" y="3480"/>
                  </a:cubicBezTo>
                  <a:cubicBezTo>
                    <a:pt x="9762" y="3480"/>
                    <a:pt x="9656" y="3576"/>
                    <a:pt x="9575" y="3576"/>
                  </a:cubicBezTo>
                  <a:cubicBezTo>
                    <a:pt x="9567" y="3573"/>
                    <a:pt x="9558" y="3572"/>
                    <a:pt x="9548" y="3572"/>
                  </a:cubicBezTo>
                  <a:cubicBezTo>
                    <a:pt x="9447" y="3572"/>
                    <a:pt x="9266" y="3697"/>
                    <a:pt x="9211" y="3697"/>
                  </a:cubicBezTo>
                  <a:cubicBezTo>
                    <a:pt x="9119" y="3697"/>
                    <a:pt x="9028" y="3758"/>
                    <a:pt x="8998" y="3819"/>
                  </a:cubicBezTo>
                  <a:lnTo>
                    <a:pt x="8998" y="3849"/>
                  </a:lnTo>
                  <a:lnTo>
                    <a:pt x="8907" y="3941"/>
                  </a:lnTo>
                  <a:lnTo>
                    <a:pt x="8846" y="4062"/>
                  </a:lnTo>
                  <a:cubicBezTo>
                    <a:pt x="8785" y="4017"/>
                    <a:pt x="8717" y="3994"/>
                    <a:pt x="8648" y="3994"/>
                  </a:cubicBezTo>
                  <a:cubicBezTo>
                    <a:pt x="8580" y="3994"/>
                    <a:pt x="8512" y="4017"/>
                    <a:pt x="8451" y="4062"/>
                  </a:cubicBezTo>
                  <a:lnTo>
                    <a:pt x="8390" y="4123"/>
                  </a:lnTo>
                  <a:cubicBezTo>
                    <a:pt x="8349" y="4163"/>
                    <a:pt x="8319" y="4177"/>
                    <a:pt x="8295" y="4177"/>
                  </a:cubicBezTo>
                  <a:cubicBezTo>
                    <a:pt x="8248" y="4177"/>
                    <a:pt x="8228" y="4123"/>
                    <a:pt x="8208" y="4123"/>
                  </a:cubicBezTo>
                  <a:cubicBezTo>
                    <a:pt x="8116" y="4153"/>
                    <a:pt x="8025" y="4214"/>
                    <a:pt x="7995" y="4305"/>
                  </a:cubicBezTo>
                  <a:cubicBezTo>
                    <a:pt x="7904" y="4488"/>
                    <a:pt x="7721" y="4518"/>
                    <a:pt x="7539" y="4518"/>
                  </a:cubicBezTo>
                  <a:cubicBezTo>
                    <a:pt x="7478" y="4518"/>
                    <a:pt x="7417" y="4549"/>
                    <a:pt x="7357" y="4549"/>
                  </a:cubicBezTo>
                  <a:cubicBezTo>
                    <a:pt x="7265" y="4609"/>
                    <a:pt x="7205" y="4640"/>
                    <a:pt x="7113" y="4700"/>
                  </a:cubicBezTo>
                  <a:cubicBezTo>
                    <a:pt x="7022" y="4731"/>
                    <a:pt x="6901" y="4792"/>
                    <a:pt x="6809" y="4822"/>
                  </a:cubicBezTo>
                  <a:lnTo>
                    <a:pt x="6718" y="4852"/>
                  </a:lnTo>
                  <a:cubicBezTo>
                    <a:pt x="6627" y="4913"/>
                    <a:pt x="6505" y="4944"/>
                    <a:pt x="6384" y="4944"/>
                  </a:cubicBezTo>
                  <a:lnTo>
                    <a:pt x="6323" y="4974"/>
                  </a:lnTo>
                  <a:lnTo>
                    <a:pt x="6201" y="5035"/>
                  </a:lnTo>
                  <a:cubicBezTo>
                    <a:pt x="6019" y="5156"/>
                    <a:pt x="5837" y="5217"/>
                    <a:pt x="5654" y="5248"/>
                  </a:cubicBezTo>
                  <a:lnTo>
                    <a:pt x="5654" y="5430"/>
                  </a:lnTo>
                  <a:cubicBezTo>
                    <a:pt x="5533" y="5430"/>
                    <a:pt x="5381" y="5460"/>
                    <a:pt x="5259" y="5521"/>
                  </a:cubicBezTo>
                  <a:lnTo>
                    <a:pt x="5259" y="5582"/>
                  </a:lnTo>
                  <a:cubicBezTo>
                    <a:pt x="5290" y="5673"/>
                    <a:pt x="5138" y="5673"/>
                    <a:pt x="5046" y="5673"/>
                  </a:cubicBezTo>
                  <a:cubicBezTo>
                    <a:pt x="4986" y="5704"/>
                    <a:pt x="4773" y="5886"/>
                    <a:pt x="4682" y="5916"/>
                  </a:cubicBezTo>
                  <a:cubicBezTo>
                    <a:pt x="4499" y="5947"/>
                    <a:pt x="4317" y="6007"/>
                    <a:pt x="4135" y="6068"/>
                  </a:cubicBezTo>
                  <a:cubicBezTo>
                    <a:pt x="4043" y="6099"/>
                    <a:pt x="3891" y="6220"/>
                    <a:pt x="3891" y="6251"/>
                  </a:cubicBezTo>
                  <a:cubicBezTo>
                    <a:pt x="3891" y="6311"/>
                    <a:pt x="3770" y="6342"/>
                    <a:pt x="3618" y="6342"/>
                  </a:cubicBezTo>
                  <a:lnTo>
                    <a:pt x="3587" y="6463"/>
                  </a:lnTo>
                  <a:lnTo>
                    <a:pt x="3557" y="6494"/>
                  </a:lnTo>
                  <a:cubicBezTo>
                    <a:pt x="3557" y="6555"/>
                    <a:pt x="3375" y="6615"/>
                    <a:pt x="3314" y="6615"/>
                  </a:cubicBezTo>
                  <a:cubicBezTo>
                    <a:pt x="3253" y="6615"/>
                    <a:pt x="3253" y="6676"/>
                    <a:pt x="3314" y="6737"/>
                  </a:cubicBezTo>
                  <a:lnTo>
                    <a:pt x="3223" y="6859"/>
                  </a:lnTo>
                  <a:cubicBezTo>
                    <a:pt x="3207" y="6843"/>
                    <a:pt x="3189" y="6836"/>
                    <a:pt x="3170" y="6836"/>
                  </a:cubicBezTo>
                  <a:cubicBezTo>
                    <a:pt x="3080" y="6836"/>
                    <a:pt x="2964" y="6985"/>
                    <a:pt x="2888" y="7011"/>
                  </a:cubicBezTo>
                  <a:cubicBezTo>
                    <a:pt x="2797" y="7071"/>
                    <a:pt x="2493" y="7071"/>
                    <a:pt x="2463" y="7132"/>
                  </a:cubicBezTo>
                  <a:cubicBezTo>
                    <a:pt x="2432" y="7193"/>
                    <a:pt x="2250" y="7284"/>
                    <a:pt x="2189" y="7345"/>
                  </a:cubicBezTo>
                  <a:lnTo>
                    <a:pt x="2037" y="7527"/>
                  </a:lnTo>
                  <a:lnTo>
                    <a:pt x="2007" y="7527"/>
                  </a:lnTo>
                  <a:lnTo>
                    <a:pt x="1703" y="7497"/>
                  </a:lnTo>
                  <a:cubicBezTo>
                    <a:pt x="1551" y="7649"/>
                    <a:pt x="1399" y="7801"/>
                    <a:pt x="1277" y="7983"/>
                  </a:cubicBezTo>
                  <a:lnTo>
                    <a:pt x="1186" y="8044"/>
                  </a:lnTo>
                  <a:cubicBezTo>
                    <a:pt x="1034" y="8135"/>
                    <a:pt x="882" y="8226"/>
                    <a:pt x="761" y="8348"/>
                  </a:cubicBezTo>
                  <a:cubicBezTo>
                    <a:pt x="700" y="8439"/>
                    <a:pt x="639" y="8500"/>
                    <a:pt x="639" y="8591"/>
                  </a:cubicBezTo>
                  <a:cubicBezTo>
                    <a:pt x="609" y="8682"/>
                    <a:pt x="366" y="8561"/>
                    <a:pt x="517" y="8743"/>
                  </a:cubicBezTo>
                  <a:cubicBezTo>
                    <a:pt x="517" y="8743"/>
                    <a:pt x="396" y="8834"/>
                    <a:pt x="335" y="8895"/>
                  </a:cubicBezTo>
                  <a:cubicBezTo>
                    <a:pt x="305" y="8925"/>
                    <a:pt x="214" y="8925"/>
                    <a:pt x="183" y="8986"/>
                  </a:cubicBezTo>
                  <a:cubicBezTo>
                    <a:pt x="31" y="9199"/>
                    <a:pt x="1" y="9442"/>
                    <a:pt x="62" y="9685"/>
                  </a:cubicBezTo>
                  <a:cubicBezTo>
                    <a:pt x="62" y="9716"/>
                    <a:pt x="92" y="9716"/>
                    <a:pt x="92" y="9716"/>
                  </a:cubicBezTo>
                  <a:cubicBezTo>
                    <a:pt x="426" y="9777"/>
                    <a:pt x="183" y="9777"/>
                    <a:pt x="92" y="9807"/>
                  </a:cubicBezTo>
                  <a:lnTo>
                    <a:pt x="62" y="9807"/>
                  </a:lnTo>
                  <a:cubicBezTo>
                    <a:pt x="92" y="9868"/>
                    <a:pt x="122" y="9898"/>
                    <a:pt x="183" y="9898"/>
                  </a:cubicBezTo>
                  <a:cubicBezTo>
                    <a:pt x="244" y="9898"/>
                    <a:pt x="244" y="10020"/>
                    <a:pt x="244" y="10202"/>
                  </a:cubicBezTo>
                  <a:lnTo>
                    <a:pt x="274" y="10384"/>
                  </a:lnTo>
                  <a:lnTo>
                    <a:pt x="274" y="10506"/>
                  </a:lnTo>
                  <a:cubicBezTo>
                    <a:pt x="457" y="10658"/>
                    <a:pt x="669" y="10780"/>
                    <a:pt x="882" y="10901"/>
                  </a:cubicBezTo>
                  <a:lnTo>
                    <a:pt x="700" y="11114"/>
                  </a:lnTo>
                  <a:cubicBezTo>
                    <a:pt x="700" y="11144"/>
                    <a:pt x="973" y="11479"/>
                    <a:pt x="973" y="11631"/>
                  </a:cubicBezTo>
                  <a:cubicBezTo>
                    <a:pt x="973" y="11752"/>
                    <a:pt x="1034" y="11874"/>
                    <a:pt x="1125" y="11965"/>
                  </a:cubicBezTo>
                  <a:lnTo>
                    <a:pt x="1217" y="11995"/>
                  </a:lnTo>
                  <a:cubicBezTo>
                    <a:pt x="1308" y="12026"/>
                    <a:pt x="1399" y="12026"/>
                    <a:pt x="1460" y="12056"/>
                  </a:cubicBezTo>
                  <a:lnTo>
                    <a:pt x="1521" y="12087"/>
                  </a:lnTo>
                  <a:cubicBezTo>
                    <a:pt x="1521" y="12178"/>
                    <a:pt x="1703" y="12299"/>
                    <a:pt x="1703" y="12360"/>
                  </a:cubicBezTo>
                  <a:lnTo>
                    <a:pt x="1703" y="12664"/>
                  </a:lnTo>
                  <a:cubicBezTo>
                    <a:pt x="1703" y="12725"/>
                    <a:pt x="1703" y="12755"/>
                    <a:pt x="1733" y="12816"/>
                  </a:cubicBezTo>
                  <a:cubicBezTo>
                    <a:pt x="1794" y="12846"/>
                    <a:pt x="1855" y="12846"/>
                    <a:pt x="1916" y="12846"/>
                  </a:cubicBezTo>
                  <a:cubicBezTo>
                    <a:pt x="1976" y="12877"/>
                    <a:pt x="2007" y="12938"/>
                    <a:pt x="1976" y="13059"/>
                  </a:cubicBezTo>
                  <a:lnTo>
                    <a:pt x="2007" y="13120"/>
                  </a:lnTo>
                  <a:lnTo>
                    <a:pt x="2250" y="13363"/>
                  </a:lnTo>
                  <a:cubicBezTo>
                    <a:pt x="2078" y="13564"/>
                    <a:pt x="2257" y="13791"/>
                    <a:pt x="2355" y="13791"/>
                  </a:cubicBezTo>
                  <a:cubicBezTo>
                    <a:pt x="2361" y="13791"/>
                    <a:pt x="2366" y="13791"/>
                    <a:pt x="2372" y="13789"/>
                  </a:cubicBezTo>
                  <a:cubicBezTo>
                    <a:pt x="2615" y="13728"/>
                    <a:pt x="2858" y="13698"/>
                    <a:pt x="3101" y="13667"/>
                  </a:cubicBezTo>
                  <a:cubicBezTo>
                    <a:pt x="3253" y="13667"/>
                    <a:pt x="3587" y="13789"/>
                    <a:pt x="3709" y="13789"/>
                  </a:cubicBezTo>
                  <a:lnTo>
                    <a:pt x="4043" y="13758"/>
                  </a:lnTo>
                  <a:lnTo>
                    <a:pt x="4104" y="13789"/>
                  </a:lnTo>
                  <a:lnTo>
                    <a:pt x="4165" y="13789"/>
                  </a:lnTo>
                  <a:cubicBezTo>
                    <a:pt x="4184" y="13847"/>
                    <a:pt x="4228" y="13868"/>
                    <a:pt x="4273" y="13868"/>
                  </a:cubicBezTo>
                  <a:cubicBezTo>
                    <a:pt x="4299" y="13868"/>
                    <a:pt x="4325" y="13861"/>
                    <a:pt x="4347" y="13850"/>
                  </a:cubicBezTo>
                  <a:cubicBezTo>
                    <a:pt x="4353" y="13844"/>
                    <a:pt x="4363" y="13841"/>
                    <a:pt x="4377" y="13841"/>
                  </a:cubicBezTo>
                  <a:cubicBezTo>
                    <a:pt x="4432" y="13841"/>
                    <a:pt x="4541" y="13886"/>
                    <a:pt x="4591" y="13910"/>
                  </a:cubicBezTo>
                  <a:cubicBezTo>
                    <a:pt x="4651" y="13941"/>
                    <a:pt x="4439" y="14184"/>
                    <a:pt x="4347" y="14275"/>
                  </a:cubicBezTo>
                  <a:cubicBezTo>
                    <a:pt x="4287" y="14336"/>
                    <a:pt x="4165" y="14366"/>
                    <a:pt x="4074" y="14366"/>
                  </a:cubicBezTo>
                  <a:cubicBezTo>
                    <a:pt x="4072" y="14365"/>
                    <a:pt x="4071" y="14364"/>
                    <a:pt x="4069" y="14364"/>
                  </a:cubicBezTo>
                  <a:cubicBezTo>
                    <a:pt x="4029" y="14364"/>
                    <a:pt x="3887" y="14644"/>
                    <a:pt x="3800" y="14731"/>
                  </a:cubicBezTo>
                  <a:cubicBezTo>
                    <a:pt x="3709" y="14883"/>
                    <a:pt x="3648" y="15035"/>
                    <a:pt x="3618" y="15187"/>
                  </a:cubicBezTo>
                  <a:lnTo>
                    <a:pt x="3375" y="15187"/>
                  </a:lnTo>
                  <a:cubicBezTo>
                    <a:pt x="3375" y="15187"/>
                    <a:pt x="3375" y="15278"/>
                    <a:pt x="3375" y="15278"/>
                  </a:cubicBezTo>
                  <a:lnTo>
                    <a:pt x="3466" y="15369"/>
                  </a:lnTo>
                  <a:cubicBezTo>
                    <a:pt x="3314" y="15430"/>
                    <a:pt x="3192" y="15521"/>
                    <a:pt x="3071" y="15643"/>
                  </a:cubicBezTo>
                  <a:cubicBezTo>
                    <a:pt x="3040" y="15704"/>
                    <a:pt x="2919" y="16008"/>
                    <a:pt x="2828" y="16038"/>
                  </a:cubicBezTo>
                  <a:cubicBezTo>
                    <a:pt x="2736" y="16099"/>
                    <a:pt x="2676" y="16190"/>
                    <a:pt x="2736" y="16281"/>
                  </a:cubicBezTo>
                  <a:lnTo>
                    <a:pt x="2615" y="16342"/>
                  </a:lnTo>
                  <a:lnTo>
                    <a:pt x="2584" y="16342"/>
                  </a:lnTo>
                  <a:cubicBezTo>
                    <a:pt x="2554" y="16372"/>
                    <a:pt x="2524" y="16433"/>
                    <a:pt x="2524" y="16494"/>
                  </a:cubicBezTo>
                  <a:lnTo>
                    <a:pt x="2463" y="16524"/>
                  </a:lnTo>
                  <a:lnTo>
                    <a:pt x="2372" y="16555"/>
                  </a:lnTo>
                  <a:cubicBezTo>
                    <a:pt x="2402" y="16646"/>
                    <a:pt x="2341" y="16798"/>
                    <a:pt x="2311" y="16889"/>
                  </a:cubicBezTo>
                  <a:cubicBezTo>
                    <a:pt x="2250" y="16950"/>
                    <a:pt x="2189" y="17193"/>
                    <a:pt x="2128" y="17193"/>
                  </a:cubicBezTo>
                  <a:cubicBezTo>
                    <a:pt x="2068" y="17193"/>
                    <a:pt x="2037" y="17254"/>
                    <a:pt x="2068" y="17284"/>
                  </a:cubicBezTo>
                  <a:cubicBezTo>
                    <a:pt x="2098" y="17284"/>
                    <a:pt x="2007" y="17345"/>
                    <a:pt x="1916" y="17375"/>
                  </a:cubicBezTo>
                  <a:lnTo>
                    <a:pt x="1855" y="17436"/>
                  </a:lnTo>
                  <a:cubicBezTo>
                    <a:pt x="1825" y="17467"/>
                    <a:pt x="1885" y="17558"/>
                    <a:pt x="1825" y="17588"/>
                  </a:cubicBezTo>
                  <a:lnTo>
                    <a:pt x="1642" y="17771"/>
                  </a:lnTo>
                  <a:cubicBezTo>
                    <a:pt x="1551" y="17953"/>
                    <a:pt x="1490" y="18166"/>
                    <a:pt x="1429" y="18378"/>
                  </a:cubicBezTo>
                  <a:cubicBezTo>
                    <a:pt x="1429" y="18500"/>
                    <a:pt x="1429" y="18622"/>
                    <a:pt x="1429" y="18743"/>
                  </a:cubicBezTo>
                  <a:lnTo>
                    <a:pt x="1399" y="18834"/>
                  </a:lnTo>
                  <a:lnTo>
                    <a:pt x="1399" y="18865"/>
                  </a:lnTo>
                  <a:lnTo>
                    <a:pt x="1551" y="19078"/>
                  </a:lnTo>
                  <a:lnTo>
                    <a:pt x="1551" y="19169"/>
                  </a:lnTo>
                  <a:cubicBezTo>
                    <a:pt x="1551" y="19290"/>
                    <a:pt x="1642" y="19351"/>
                    <a:pt x="1673" y="19442"/>
                  </a:cubicBezTo>
                  <a:lnTo>
                    <a:pt x="1703" y="19534"/>
                  </a:lnTo>
                  <a:cubicBezTo>
                    <a:pt x="1764" y="19716"/>
                    <a:pt x="1855" y="19868"/>
                    <a:pt x="1946" y="20020"/>
                  </a:cubicBezTo>
                  <a:cubicBezTo>
                    <a:pt x="2037" y="20141"/>
                    <a:pt x="2128" y="20233"/>
                    <a:pt x="2220" y="20354"/>
                  </a:cubicBezTo>
                  <a:lnTo>
                    <a:pt x="2280" y="20445"/>
                  </a:lnTo>
                  <a:lnTo>
                    <a:pt x="2402" y="20719"/>
                  </a:lnTo>
                  <a:cubicBezTo>
                    <a:pt x="2554" y="21023"/>
                    <a:pt x="2676" y="21388"/>
                    <a:pt x="2736" y="21540"/>
                  </a:cubicBezTo>
                  <a:lnTo>
                    <a:pt x="2858" y="21600"/>
                  </a:lnTo>
                  <a:lnTo>
                    <a:pt x="2949" y="21692"/>
                  </a:lnTo>
                  <a:cubicBezTo>
                    <a:pt x="2926" y="21760"/>
                    <a:pt x="2955" y="21794"/>
                    <a:pt x="3022" y="21794"/>
                  </a:cubicBezTo>
                  <a:cubicBezTo>
                    <a:pt x="3044" y="21794"/>
                    <a:pt x="3071" y="21790"/>
                    <a:pt x="3101" y="21783"/>
                  </a:cubicBezTo>
                  <a:lnTo>
                    <a:pt x="3192" y="21752"/>
                  </a:lnTo>
                  <a:cubicBezTo>
                    <a:pt x="3223" y="21844"/>
                    <a:pt x="3253" y="21935"/>
                    <a:pt x="3253" y="22056"/>
                  </a:cubicBezTo>
                  <a:cubicBezTo>
                    <a:pt x="3253" y="22117"/>
                    <a:pt x="3284" y="22330"/>
                    <a:pt x="3344" y="22360"/>
                  </a:cubicBezTo>
                  <a:lnTo>
                    <a:pt x="3557" y="22482"/>
                  </a:lnTo>
                  <a:cubicBezTo>
                    <a:pt x="3587" y="22482"/>
                    <a:pt x="3891" y="22603"/>
                    <a:pt x="3891" y="22695"/>
                  </a:cubicBezTo>
                  <a:cubicBezTo>
                    <a:pt x="3831" y="22847"/>
                    <a:pt x="3800" y="22999"/>
                    <a:pt x="3739" y="23151"/>
                  </a:cubicBezTo>
                  <a:lnTo>
                    <a:pt x="3679" y="23333"/>
                  </a:lnTo>
                  <a:lnTo>
                    <a:pt x="3679" y="23424"/>
                  </a:lnTo>
                  <a:cubicBezTo>
                    <a:pt x="3800" y="23607"/>
                    <a:pt x="3983" y="23728"/>
                    <a:pt x="4195" y="23789"/>
                  </a:cubicBezTo>
                  <a:lnTo>
                    <a:pt x="4651" y="23789"/>
                  </a:lnTo>
                  <a:cubicBezTo>
                    <a:pt x="4909" y="23732"/>
                    <a:pt x="5328" y="23513"/>
                    <a:pt x="5452" y="23513"/>
                  </a:cubicBezTo>
                  <a:cubicBezTo>
                    <a:pt x="5460" y="23513"/>
                    <a:pt x="5467" y="23514"/>
                    <a:pt x="5472" y="23515"/>
                  </a:cubicBezTo>
                  <a:cubicBezTo>
                    <a:pt x="5594" y="23576"/>
                    <a:pt x="5898" y="23698"/>
                    <a:pt x="5989" y="23728"/>
                  </a:cubicBezTo>
                  <a:cubicBezTo>
                    <a:pt x="6080" y="23728"/>
                    <a:pt x="6201" y="23728"/>
                    <a:pt x="6293" y="23667"/>
                  </a:cubicBezTo>
                  <a:cubicBezTo>
                    <a:pt x="6536" y="23667"/>
                    <a:pt x="6809" y="23667"/>
                    <a:pt x="7083" y="23637"/>
                  </a:cubicBezTo>
                  <a:cubicBezTo>
                    <a:pt x="7265" y="23576"/>
                    <a:pt x="7539" y="23455"/>
                    <a:pt x="7721" y="23394"/>
                  </a:cubicBezTo>
                  <a:lnTo>
                    <a:pt x="7904" y="23333"/>
                  </a:lnTo>
                  <a:cubicBezTo>
                    <a:pt x="8056" y="23272"/>
                    <a:pt x="8208" y="23181"/>
                    <a:pt x="8360" y="23059"/>
                  </a:cubicBezTo>
                  <a:cubicBezTo>
                    <a:pt x="8420" y="23029"/>
                    <a:pt x="8481" y="23029"/>
                    <a:pt x="8542" y="22999"/>
                  </a:cubicBezTo>
                  <a:lnTo>
                    <a:pt x="8633" y="22968"/>
                  </a:lnTo>
                  <a:cubicBezTo>
                    <a:pt x="8846" y="22847"/>
                    <a:pt x="9059" y="22725"/>
                    <a:pt x="9271" y="22603"/>
                  </a:cubicBezTo>
                  <a:lnTo>
                    <a:pt x="9910" y="22391"/>
                  </a:lnTo>
                  <a:lnTo>
                    <a:pt x="10031" y="22208"/>
                  </a:lnTo>
                  <a:lnTo>
                    <a:pt x="10062" y="22178"/>
                  </a:lnTo>
                  <a:cubicBezTo>
                    <a:pt x="10275" y="22117"/>
                    <a:pt x="10487" y="22056"/>
                    <a:pt x="10700" y="21965"/>
                  </a:cubicBezTo>
                  <a:cubicBezTo>
                    <a:pt x="10822" y="21904"/>
                    <a:pt x="11126" y="21540"/>
                    <a:pt x="11278" y="21540"/>
                  </a:cubicBezTo>
                  <a:cubicBezTo>
                    <a:pt x="11399" y="21509"/>
                    <a:pt x="11855" y="21175"/>
                    <a:pt x="12037" y="21114"/>
                  </a:cubicBezTo>
                  <a:cubicBezTo>
                    <a:pt x="12281" y="21023"/>
                    <a:pt x="12524" y="20871"/>
                    <a:pt x="12737" y="20719"/>
                  </a:cubicBezTo>
                  <a:lnTo>
                    <a:pt x="13162" y="20719"/>
                  </a:lnTo>
                  <a:cubicBezTo>
                    <a:pt x="13284" y="20567"/>
                    <a:pt x="13466" y="20476"/>
                    <a:pt x="13648" y="20415"/>
                  </a:cubicBezTo>
                  <a:lnTo>
                    <a:pt x="13770" y="20324"/>
                  </a:lnTo>
                  <a:lnTo>
                    <a:pt x="14074" y="20172"/>
                  </a:lnTo>
                  <a:cubicBezTo>
                    <a:pt x="14378" y="19989"/>
                    <a:pt x="14986" y="19625"/>
                    <a:pt x="15138" y="19534"/>
                  </a:cubicBezTo>
                  <a:cubicBezTo>
                    <a:pt x="15290" y="19473"/>
                    <a:pt x="15685" y="19230"/>
                    <a:pt x="15807" y="19169"/>
                  </a:cubicBezTo>
                  <a:cubicBezTo>
                    <a:pt x="15928" y="19108"/>
                    <a:pt x="16202" y="18956"/>
                    <a:pt x="16414" y="18834"/>
                  </a:cubicBezTo>
                  <a:lnTo>
                    <a:pt x="16566" y="18682"/>
                  </a:lnTo>
                  <a:lnTo>
                    <a:pt x="16718" y="18530"/>
                  </a:lnTo>
                  <a:cubicBezTo>
                    <a:pt x="16962" y="18439"/>
                    <a:pt x="17326" y="18196"/>
                    <a:pt x="17569" y="18044"/>
                  </a:cubicBezTo>
                  <a:lnTo>
                    <a:pt x="17813" y="17923"/>
                  </a:lnTo>
                  <a:lnTo>
                    <a:pt x="18117" y="17771"/>
                  </a:lnTo>
                  <a:cubicBezTo>
                    <a:pt x="18390" y="17588"/>
                    <a:pt x="19363" y="17041"/>
                    <a:pt x="19667" y="16889"/>
                  </a:cubicBezTo>
                  <a:cubicBezTo>
                    <a:pt x="19940" y="16737"/>
                    <a:pt x="20214" y="16585"/>
                    <a:pt x="20244" y="16585"/>
                  </a:cubicBezTo>
                  <a:cubicBezTo>
                    <a:pt x="20275" y="16585"/>
                    <a:pt x="20244" y="16707"/>
                    <a:pt x="20214" y="16737"/>
                  </a:cubicBezTo>
                  <a:cubicBezTo>
                    <a:pt x="20214" y="16750"/>
                    <a:pt x="20233" y="16756"/>
                    <a:pt x="20262" y="16756"/>
                  </a:cubicBezTo>
                  <a:cubicBezTo>
                    <a:pt x="20365" y="16756"/>
                    <a:pt x="20596" y="16680"/>
                    <a:pt x="20548" y="16585"/>
                  </a:cubicBezTo>
                  <a:cubicBezTo>
                    <a:pt x="20487" y="16494"/>
                    <a:pt x="20487" y="16433"/>
                    <a:pt x="20487" y="16433"/>
                  </a:cubicBezTo>
                  <a:lnTo>
                    <a:pt x="20487" y="16433"/>
                  </a:lnTo>
                  <a:cubicBezTo>
                    <a:pt x="20491" y="16437"/>
                    <a:pt x="20495" y="16438"/>
                    <a:pt x="20501" y="16438"/>
                  </a:cubicBezTo>
                  <a:cubicBezTo>
                    <a:pt x="20543" y="16438"/>
                    <a:pt x="20643" y="16339"/>
                    <a:pt x="20670" y="16312"/>
                  </a:cubicBezTo>
                  <a:cubicBezTo>
                    <a:pt x="20679" y="16293"/>
                    <a:pt x="20695" y="16286"/>
                    <a:pt x="20711" y="16286"/>
                  </a:cubicBezTo>
                  <a:cubicBezTo>
                    <a:pt x="20748" y="16286"/>
                    <a:pt x="20791" y="16321"/>
                    <a:pt x="20791" y="16342"/>
                  </a:cubicBezTo>
                  <a:cubicBezTo>
                    <a:pt x="20796" y="16346"/>
                    <a:pt x="20804" y="16348"/>
                    <a:pt x="20815" y="16348"/>
                  </a:cubicBezTo>
                  <a:cubicBezTo>
                    <a:pt x="20884" y="16348"/>
                    <a:pt x="21069" y="16273"/>
                    <a:pt x="21095" y="16220"/>
                  </a:cubicBezTo>
                  <a:cubicBezTo>
                    <a:pt x="21247" y="16099"/>
                    <a:pt x="21369" y="15977"/>
                    <a:pt x="21521" y="15886"/>
                  </a:cubicBezTo>
                  <a:lnTo>
                    <a:pt x="21703" y="15825"/>
                  </a:lnTo>
                  <a:cubicBezTo>
                    <a:pt x="21794" y="15825"/>
                    <a:pt x="21703" y="15947"/>
                    <a:pt x="21643" y="15977"/>
                  </a:cubicBezTo>
                  <a:cubicBezTo>
                    <a:pt x="21582" y="16008"/>
                    <a:pt x="21643" y="16068"/>
                    <a:pt x="21734" y="16129"/>
                  </a:cubicBezTo>
                  <a:lnTo>
                    <a:pt x="21734" y="16190"/>
                  </a:lnTo>
                  <a:lnTo>
                    <a:pt x="21673" y="16312"/>
                  </a:lnTo>
                  <a:cubicBezTo>
                    <a:pt x="21521" y="16403"/>
                    <a:pt x="21339" y="16464"/>
                    <a:pt x="21156" y="16464"/>
                  </a:cubicBezTo>
                  <a:lnTo>
                    <a:pt x="21217" y="16524"/>
                  </a:lnTo>
                  <a:lnTo>
                    <a:pt x="21369" y="16676"/>
                  </a:lnTo>
                  <a:cubicBezTo>
                    <a:pt x="21335" y="16744"/>
                    <a:pt x="21292" y="16764"/>
                    <a:pt x="21261" y="16764"/>
                  </a:cubicBezTo>
                  <a:cubicBezTo>
                    <a:pt x="21235" y="16764"/>
                    <a:pt x="21217" y="16751"/>
                    <a:pt x="21217" y="16737"/>
                  </a:cubicBezTo>
                  <a:cubicBezTo>
                    <a:pt x="21195" y="16716"/>
                    <a:pt x="21128" y="16694"/>
                    <a:pt x="21037" y="16694"/>
                  </a:cubicBezTo>
                  <a:cubicBezTo>
                    <a:pt x="20999" y="16694"/>
                    <a:pt x="20958" y="16698"/>
                    <a:pt x="20913" y="16707"/>
                  </a:cubicBezTo>
                  <a:lnTo>
                    <a:pt x="20791" y="16737"/>
                  </a:lnTo>
                  <a:cubicBezTo>
                    <a:pt x="20761" y="16768"/>
                    <a:pt x="20731" y="16828"/>
                    <a:pt x="20700" y="16859"/>
                  </a:cubicBezTo>
                  <a:cubicBezTo>
                    <a:pt x="20822" y="16920"/>
                    <a:pt x="20822" y="16980"/>
                    <a:pt x="20700" y="17041"/>
                  </a:cubicBezTo>
                  <a:lnTo>
                    <a:pt x="20609" y="17102"/>
                  </a:lnTo>
                  <a:cubicBezTo>
                    <a:pt x="20579" y="17163"/>
                    <a:pt x="20275" y="17284"/>
                    <a:pt x="20244" y="17345"/>
                  </a:cubicBezTo>
                  <a:cubicBezTo>
                    <a:pt x="20214" y="17436"/>
                    <a:pt x="19849" y="17406"/>
                    <a:pt x="19788" y="17467"/>
                  </a:cubicBezTo>
                  <a:cubicBezTo>
                    <a:pt x="19697" y="17527"/>
                    <a:pt x="19819" y="17679"/>
                    <a:pt x="19849" y="17710"/>
                  </a:cubicBezTo>
                  <a:cubicBezTo>
                    <a:pt x="19880" y="17710"/>
                    <a:pt x="19880" y="17831"/>
                    <a:pt x="19849" y="17831"/>
                  </a:cubicBezTo>
                  <a:cubicBezTo>
                    <a:pt x="19758" y="17831"/>
                    <a:pt x="19667" y="17862"/>
                    <a:pt x="19606" y="17862"/>
                  </a:cubicBezTo>
                  <a:lnTo>
                    <a:pt x="19302" y="18014"/>
                  </a:lnTo>
                  <a:lnTo>
                    <a:pt x="19302" y="18166"/>
                  </a:lnTo>
                  <a:cubicBezTo>
                    <a:pt x="19241" y="18257"/>
                    <a:pt x="19180" y="18318"/>
                    <a:pt x="19089" y="18409"/>
                  </a:cubicBezTo>
                  <a:lnTo>
                    <a:pt x="19089" y="18530"/>
                  </a:lnTo>
                  <a:cubicBezTo>
                    <a:pt x="19089" y="18561"/>
                    <a:pt x="18998" y="18591"/>
                    <a:pt x="18968" y="18591"/>
                  </a:cubicBezTo>
                  <a:cubicBezTo>
                    <a:pt x="18937" y="18561"/>
                    <a:pt x="18907" y="18561"/>
                    <a:pt x="18877" y="18500"/>
                  </a:cubicBezTo>
                  <a:lnTo>
                    <a:pt x="18877" y="18470"/>
                  </a:lnTo>
                  <a:cubicBezTo>
                    <a:pt x="18864" y="18444"/>
                    <a:pt x="18840" y="18435"/>
                    <a:pt x="18815" y="18435"/>
                  </a:cubicBezTo>
                  <a:cubicBezTo>
                    <a:pt x="18780" y="18435"/>
                    <a:pt x="18742" y="18452"/>
                    <a:pt x="18725" y="18470"/>
                  </a:cubicBezTo>
                  <a:cubicBezTo>
                    <a:pt x="18664" y="18500"/>
                    <a:pt x="18633" y="18530"/>
                    <a:pt x="18633" y="18591"/>
                  </a:cubicBezTo>
                  <a:lnTo>
                    <a:pt x="18633" y="18622"/>
                  </a:lnTo>
                  <a:lnTo>
                    <a:pt x="18633" y="18804"/>
                  </a:lnTo>
                  <a:cubicBezTo>
                    <a:pt x="18481" y="18895"/>
                    <a:pt x="18299" y="18956"/>
                    <a:pt x="18117" y="19017"/>
                  </a:cubicBezTo>
                  <a:lnTo>
                    <a:pt x="18056" y="18956"/>
                  </a:lnTo>
                  <a:cubicBezTo>
                    <a:pt x="18029" y="18947"/>
                    <a:pt x="18005" y="18943"/>
                    <a:pt x="17984" y="18943"/>
                  </a:cubicBezTo>
                  <a:cubicBezTo>
                    <a:pt x="17934" y="18943"/>
                    <a:pt x="17904" y="18965"/>
                    <a:pt x="17904" y="18986"/>
                  </a:cubicBezTo>
                  <a:lnTo>
                    <a:pt x="17873" y="19078"/>
                  </a:lnTo>
                  <a:cubicBezTo>
                    <a:pt x="17850" y="19170"/>
                    <a:pt x="17898" y="19210"/>
                    <a:pt x="17935" y="19210"/>
                  </a:cubicBezTo>
                  <a:cubicBezTo>
                    <a:pt x="17947" y="19210"/>
                    <a:pt x="17957" y="19206"/>
                    <a:pt x="17965" y="19199"/>
                  </a:cubicBezTo>
                  <a:cubicBezTo>
                    <a:pt x="17965" y="19199"/>
                    <a:pt x="18025" y="19199"/>
                    <a:pt x="18056" y="19260"/>
                  </a:cubicBezTo>
                  <a:lnTo>
                    <a:pt x="18056" y="19290"/>
                  </a:lnTo>
                  <a:cubicBezTo>
                    <a:pt x="18025" y="19321"/>
                    <a:pt x="17965" y="19382"/>
                    <a:pt x="17934" y="19382"/>
                  </a:cubicBezTo>
                  <a:lnTo>
                    <a:pt x="17691" y="19382"/>
                  </a:lnTo>
                  <a:cubicBezTo>
                    <a:pt x="17718" y="19514"/>
                    <a:pt x="17583" y="19600"/>
                    <a:pt x="17507" y="19600"/>
                  </a:cubicBezTo>
                  <a:cubicBezTo>
                    <a:pt x="17496" y="19600"/>
                    <a:pt x="17486" y="19598"/>
                    <a:pt x="17478" y="19594"/>
                  </a:cubicBezTo>
                  <a:cubicBezTo>
                    <a:pt x="17462" y="19586"/>
                    <a:pt x="17446" y="19582"/>
                    <a:pt x="17431" y="19582"/>
                  </a:cubicBezTo>
                  <a:cubicBezTo>
                    <a:pt x="17389" y="19582"/>
                    <a:pt x="17357" y="19611"/>
                    <a:pt x="17357" y="19655"/>
                  </a:cubicBezTo>
                  <a:lnTo>
                    <a:pt x="17357" y="19716"/>
                  </a:lnTo>
                  <a:lnTo>
                    <a:pt x="17357" y="19989"/>
                  </a:lnTo>
                  <a:cubicBezTo>
                    <a:pt x="17205" y="19989"/>
                    <a:pt x="17022" y="20050"/>
                    <a:pt x="16870" y="20081"/>
                  </a:cubicBezTo>
                  <a:lnTo>
                    <a:pt x="16810" y="20141"/>
                  </a:lnTo>
                  <a:cubicBezTo>
                    <a:pt x="16718" y="20202"/>
                    <a:pt x="16627" y="20263"/>
                    <a:pt x="16536" y="20324"/>
                  </a:cubicBezTo>
                  <a:lnTo>
                    <a:pt x="16475" y="20354"/>
                  </a:lnTo>
                  <a:cubicBezTo>
                    <a:pt x="16354" y="20354"/>
                    <a:pt x="16232" y="20415"/>
                    <a:pt x="16141" y="20506"/>
                  </a:cubicBezTo>
                  <a:cubicBezTo>
                    <a:pt x="16050" y="20597"/>
                    <a:pt x="15898" y="20689"/>
                    <a:pt x="15776" y="20719"/>
                  </a:cubicBezTo>
                  <a:cubicBezTo>
                    <a:pt x="15685" y="20749"/>
                    <a:pt x="15655" y="20841"/>
                    <a:pt x="15776" y="20932"/>
                  </a:cubicBezTo>
                  <a:lnTo>
                    <a:pt x="15837" y="20993"/>
                  </a:lnTo>
                  <a:cubicBezTo>
                    <a:pt x="15928" y="21023"/>
                    <a:pt x="15989" y="21114"/>
                    <a:pt x="15959" y="21236"/>
                  </a:cubicBezTo>
                  <a:lnTo>
                    <a:pt x="15959" y="21388"/>
                  </a:lnTo>
                  <a:cubicBezTo>
                    <a:pt x="16050" y="21448"/>
                    <a:pt x="16141" y="21509"/>
                    <a:pt x="16232" y="21570"/>
                  </a:cubicBezTo>
                  <a:cubicBezTo>
                    <a:pt x="16232" y="21600"/>
                    <a:pt x="16141" y="21722"/>
                    <a:pt x="16202" y="21752"/>
                  </a:cubicBezTo>
                  <a:cubicBezTo>
                    <a:pt x="16262" y="21783"/>
                    <a:pt x="16293" y="21874"/>
                    <a:pt x="16262" y="21965"/>
                  </a:cubicBezTo>
                  <a:lnTo>
                    <a:pt x="16293" y="22026"/>
                  </a:lnTo>
                  <a:lnTo>
                    <a:pt x="16414" y="22148"/>
                  </a:lnTo>
                  <a:cubicBezTo>
                    <a:pt x="16566" y="22300"/>
                    <a:pt x="16718" y="22391"/>
                    <a:pt x="16901" y="22482"/>
                  </a:cubicBezTo>
                  <a:lnTo>
                    <a:pt x="16992" y="22421"/>
                  </a:lnTo>
                  <a:cubicBezTo>
                    <a:pt x="17083" y="22421"/>
                    <a:pt x="17083" y="22543"/>
                    <a:pt x="17083" y="22573"/>
                  </a:cubicBezTo>
                  <a:cubicBezTo>
                    <a:pt x="17068" y="22603"/>
                    <a:pt x="17022" y="22611"/>
                    <a:pt x="16977" y="22611"/>
                  </a:cubicBezTo>
                  <a:cubicBezTo>
                    <a:pt x="16931" y="22611"/>
                    <a:pt x="16886" y="22603"/>
                    <a:pt x="16870" y="22603"/>
                  </a:cubicBezTo>
                  <a:cubicBezTo>
                    <a:pt x="16864" y="22600"/>
                    <a:pt x="16859" y="22599"/>
                    <a:pt x="16854" y="22599"/>
                  </a:cubicBezTo>
                  <a:cubicBezTo>
                    <a:pt x="16817" y="22599"/>
                    <a:pt x="16850" y="22711"/>
                    <a:pt x="16931" y="22847"/>
                  </a:cubicBezTo>
                  <a:lnTo>
                    <a:pt x="17053" y="22907"/>
                  </a:lnTo>
                  <a:lnTo>
                    <a:pt x="17266" y="23029"/>
                  </a:lnTo>
                  <a:cubicBezTo>
                    <a:pt x="17235" y="23181"/>
                    <a:pt x="17691" y="23303"/>
                    <a:pt x="17813" y="23363"/>
                  </a:cubicBezTo>
                  <a:cubicBezTo>
                    <a:pt x="17965" y="23394"/>
                    <a:pt x="18177" y="23455"/>
                    <a:pt x="18208" y="23455"/>
                  </a:cubicBezTo>
                  <a:cubicBezTo>
                    <a:pt x="18360" y="23455"/>
                    <a:pt x="18512" y="23424"/>
                    <a:pt x="18664" y="23424"/>
                  </a:cubicBezTo>
                  <a:lnTo>
                    <a:pt x="18846" y="23394"/>
                  </a:lnTo>
                  <a:lnTo>
                    <a:pt x="18877" y="23394"/>
                  </a:lnTo>
                  <a:cubicBezTo>
                    <a:pt x="18937" y="23333"/>
                    <a:pt x="18846" y="23242"/>
                    <a:pt x="18785" y="23242"/>
                  </a:cubicBezTo>
                  <a:cubicBezTo>
                    <a:pt x="18755" y="23211"/>
                    <a:pt x="18846" y="23181"/>
                    <a:pt x="18877" y="23181"/>
                  </a:cubicBezTo>
                  <a:cubicBezTo>
                    <a:pt x="19059" y="23242"/>
                    <a:pt x="19241" y="23272"/>
                    <a:pt x="19454" y="23272"/>
                  </a:cubicBezTo>
                  <a:lnTo>
                    <a:pt x="20153" y="22999"/>
                  </a:lnTo>
                  <a:cubicBezTo>
                    <a:pt x="20305" y="22938"/>
                    <a:pt x="20822" y="22786"/>
                    <a:pt x="20943" y="22695"/>
                  </a:cubicBezTo>
                  <a:cubicBezTo>
                    <a:pt x="21095" y="22634"/>
                    <a:pt x="21369" y="22512"/>
                    <a:pt x="21430" y="22452"/>
                  </a:cubicBezTo>
                  <a:cubicBezTo>
                    <a:pt x="21491" y="22421"/>
                    <a:pt x="21916" y="22269"/>
                    <a:pt x="22038" y="22208"/>
                  </a:cubicBezTo>
                  <a:cubicBezTo>
                    <a:pt x="22159" y="22148"/>
                    <a:pt x="22554" y="21874"/>
                    <a:pt x="22676" y="21813"/>
                  </a:cubicBezTo>
                  <a:cubicBezTo>
                    <a:pt x="22828" y="21752"/>
                    <a:pt x="23466" y="21357"/>
                    <a:pt x="23679" y="21236"/>
                  </a:cubicBezTo>
                  <a:cubicBezTo>
                    <a:pt x="23922" y="21144"/>
                    <a:pt x="24317" y="20962"/>
                    <a:pt x="24378" y="20932"/>
                  </a:cubicBezTo>
                  <a:cubicBezTo>
                    <a:pt x="24469" y="20901"/>
                    <a:pt x="25320" y="20354"/>
                    <a:pt x="25655" y="20172"/>
                  </a:cubicBezTo>
                  <a:lnTo>
                    <a:pt x="26779" y="19564"/>
                  </a:lnTo>
                  <a:cubicBezTo>
                    <a:pt x="26894" y="19478"/>
                    <a:pt x="27089" y="19257"/>
                    <a:pt x="27188" y="19257"/>
                  </a:cubicBezTo>
                  <a:cubicBezTo>
                    <a:pt x="27194" y="19257"/>
                    <a:pt x="27200" y="19258"/>
                    <a:pt x="27205" y="19260"/>
                  </a:cubicBezTo>
                  <a:cubicBezTo>
                    <a:pt x="27296" y="19290"/>
                    <a:pt x="27266" y="19473"/>
                    <a:pt x="27235" y="19534"/>
                  </a:cubicBezTo>
                  <a:cubicBezTo>
                    <a:pt x="27205" y="19564"/>
                    <a:pt x="27205" y="19625"/>
                    <a:pt x="27175" y="19655"/>
                  </a:cubicBezTo>
                  <a:cubicBezTo>
                    <a:pt x="27235" y="19837"/>
                    <a:pt x="27266" y="19989"/>
                    <a:pt x="27266" y="20172"/>
                  </a:cubicBezTo>
                  <a:cubicBezTo>
                    <a:pt x="27266" y="20293"/>
                    <a:pt x="27235" y="20385"/>
                    <a:pt x="27175" y="20506"/>
                  </a:cubicBezTo>
                  <a:lnTo>
                    <a:pt x="27175" y="20537"/>
                  </a:lnTo>
                  <a:lnTo>
                    <a:pt x="27357" y="20841"/>
                  </a:lnTo>
                  <a:cubicBezTo>
                    <a:pt x="27478" y="21205"/>
                    <a:pt x="27813" y="21904"/>
                    <a:pt x="27874" y="22056"/>
                  </a:cubicBezTo>
                  <a:cubicBezTo>
                    <a:pt x="27904" y="22208"/>
                    <a:pt x="27965" y="22482"/>
                    <a:pt x="27995" y="22603"/>
                  </a:cubicBezTo>
                  <a:lnTo>
                    <a:pt x="27934" y="22695"/>
                  </a:lnTo>
                  <a:lnTo>
                    <a:pt x="27843" y="22907"/>
                  </a:lnTo>
                  <a:cubicBezTo>
                    <a:pt x="28026" y="22907"/>
                    <a:pt x="28238" y="23242"/>
                    <a:pt x="28360" y="23272"/>
                  </a:cubicBezTo>
                  <a:cubicBezTo>
                    <a:pt x="28482" y="23333"/>
                    <a:pt x="28603" y="23637"/>
                    <a:pt x="28603" y="23759"/>
                  </a:cubicBezTo>
                  <a:cubicBezTo>
                    <a:pt x="28603" y="23880"/>
                    <a:pt x="28816" y="23850"/>
                    <a:pt x="28877" y="23910"/>
                  </a:cubicBezTo>
                  <a:cubicBezTo>
                    <a:pt x="28907" y="23941"/>
                    <a:pt x="28907" y="24214"/>
                    <a:pt x="28907" y="24275"/>
                  </a:cubicBezTo>
                  <a:cubicBezTo>
                    <a:pt x="28877" y="24366"/>
                    <a:pt x="28877" y="24427"/>
                    <a:pt x="28846" y="24518"/>
                  </a:cubicBezTo>
                  <a:lnTo>
                    <a:pt x="28816" y="24549"/>
                  </a:lnTo>
                  <a:cubicBezTo>
                    <a:pt x="28755" y="24701"/>
                    <a:pt x="28694" y="24853"/>
                    <a:pt x="28664" y="25005"/>
                  </a:cubicBezTo>
                  <a:lnTo>
                    <a:pt x="28694" y="25187"/>
                  </a:lnTo>
                  <a:cubicBezTo>
                    <a:pt x="28907" y="25278"/>
                    <a:pt x="29150" y="25339"/>
                    <a:pt x="29393" y="25400"/>
                  </a:cubicBezTo>
                  <a:cubicBezTo>
                    <a:pt x="29454" y="25461"/>
                    <a:pt x="29515" y="25521"/>
                    <a:pt x="29545" y="25521"/>
                  </a:cubicBezTo>
                  <a:cubicBezTo>
                    <a:pt x="29545" y="25521"/>
                    <a:pt x="29819" y="25491"/>
                    <a:pt x="30153" y="25491"/>
                  </a:cubicBezTo>
                  <a:lnTo>
                    <a:pt x="30457" y="25461"/>
                  </a:lnTo>
                  <a:lnTo>
                    <a:pt x="30488" y="25461"/>
                  </a:lnTo>
                  <a:cubicBezTo>
                    <a:pt x="30512" y="25425"/>
                    <a:pt x="30568" y="25413"/>
                    <a:pt x="30634" y="25413"/>
                  </a:cubicBezTo>
                  <a:cubicBezTo>
                    <a:pt x="30735" y="25413"/>
                    <a:pt x="30858" y="25442"/>
                    <a:pt x="30913" y="25461"/>
                  </a:cubicBezTo>
                  <a:cubicBezTo>
                    <a:pt x="30931" y="25465"/>
                    <a:pt x="30953" y="25467"/>
                    <a:pt x="30977" y="25467"/>
                  </a:cubicBezTo>
                  <a:cubicBezTo>
                    <a:pt x="31070" y="25467"/>
                    <a:pt x="31193" y="25439"/>
                    <a:pt x="31260" y="25439"/>
                  </a:cubicBezTo>
                  <a:cubicBezTo>
                    <a:pt x="31290" y="25439"/>
                    <a:pt x="31308" y="25445"/>
                    <a:pt x="31308" y="25461"/>
                  </a:cubicBezTo>
                  <a:cubicBezTo>
                    <a:pt x="31295" y="25486"/>
                    <a:pt x="31326" y="25496"/>
                    <a:pt x="31373" y="25496"/>
                  </a:cubicBezTo>
                  <a:cubicBezTo>
                    <a:pt x="31436" y="25496"/>
                    <a:pt x="31529" y="25478"/>
                    <a:pt x="31582" y="25461"/>
                  </a:cubicBezTo>
                  <a:cubicBezTo>
                    <a:pt x="31590" y="25457"/>
                    <a:pt x="31600" y="25455"/>
                    <a:pt x="31610" y="25455"/>
                  </a:cubicBezTo>
                  <a:cubicBezTo>
                    <a:pt x="31674" y="25455"/>
                    <a:pt x="31764" y="25530"/>
                    <a:pt x="31764" y="25582"/>
                  </a:cubicBezTo>
                  <a:cubicBezTo>
                    <a:pt x="31764" y="25613"/>
                    <a:pt x="31977" y="25613"/>
                    <a:pt x="32038" y="25613"/>
                  </a:cubicBezTo>
                  <a:cubicBezTo>
                    <a:pt x="32099" y="25613"/>
                    <a:pt x="32159" y="25613"/>
                    <a:pt x="32190" y="25643"/>
                  </a:cubicBezTo>
                  <a:cubicBezTo>
                    <a:pt x="32433" y="25582"/>
                    <a:pt x="32646" y="25521"/>
                    <a:pt x="32859" y="25461"/>
                  </a:cubicBezTo>
                  <a:cubicBezTo>
                    <a:pt x="33041" y="25430"/>
                    <a:pt x="33588" y="25248"/>
                    <a:pt x="34074" y="25066"/>
                  </a:cubicBezTo>
                  <a:lnTo>
                    <a:pt x="34530" y="24914"/>
                  </a:lnTo>
                  <a:lnTo>
                    <a:pt x="34652" y="24883"/>
                  </a:lnTo>
                  <a:cubicBezTo>
                    <a:pt x="34956" y="24731"/>
                    <a:pt x="35260" y="24579"/>
                    <a:pt x="35564" y="24427"/>
                  </a:cubicBezTo>
                  <a:lnTo>
                    <a:pt x="36141" y="24275"/>
                  </a:lnTo>
                  <a:cubicBezTo>
                    <a:pt x="36232" y="24245"/>
                    <a:pt x="36354" y="24184"/>
                    <a:pt x="36445" y="24123"/>
                  </a:cubicBezTo>
                  <a:lnTo>
                    <a:pt x="36445" y="24062"/>
                  </a:lnTo>
                  <a:lnTo>
                    <a:pt x="36506" y="23910"/>
                  </a:lnTo>
                  <a:cubicBezTo>
                    <a:pt x="36567" y="23931"/>
                    <a:pt x="36628" y="23941"/>
                    <a:pt x="36686" y="23941"/>
                  </a:cubicBezTo>
                  <a:cubicBezTo>
                    <a:pt x="36803" y="23941"/>
                    <a:pt x="36911" y="23900"/>
                    <a:pt x="36992" y="23819"/>
                  </a:cubicBezTo>
                  <a:lnTo>
                    <a:pt x="37114" y="23698"/>
                  </a:lnTo>
                  <a:cubicBezTo>
                    <a:pt x="37144" y="23683"/>
                    <a:pt x="37182" y="23683"/>
                    <a:pt x="37224" y="23683"/>
                  </a:cubicBezTo>
                  <a:cubicBezTo>
                    <a:pt x="37266" y="23683"/>
                    <a:pt x="37311" y="23683"/>
                    <a:pt x="37357" y="23667"/>
                  </a:cubicBezTo>
                  <a:lnTo>
                    <a:pt x="37600" y="23607"/>
                  </a:lnTo>
                  <a:cubicBezTo>
                    <a:pt x="37813" y="23485"/>
                    <a:pt x="37995" y="23363"/>
                    <a:pt x="38178" y="23211"/>
                  </a:cubicBezTo>
                  <a:cubicBezTo>
                    <a:pt x="38208" y="23181"/>
                    <a:pt x="38512" y="23120"/>
                    <a:pt x="38603" y="23059"/>
                  </a:cubicBezTo>
                  <a:cubicBezTo>
                    <a:pt x="38786" y="22938"/>
                    <a:pt x="38968" y="22847"/>
                    <a:pt x="39150" y="22786"/>
                  </a:cubicBezTo>
                  <a:lnTo>
                    <a:pt x="39302" y="22664"/>
                  </a:lnTo>
                  <a:lnTo>
                    <a:pt x="39454" y="22543"/>
                  </a:lnTo>
                  <a:cubicBezTo>
                    <a:pt x="39637" y="22482"/>
                    <a:pt x="39819" y="22360"/>
                    <a:pt x="40002" y="22239"/>
                  </a:cubicBezTo>
                  <a:cubicBezTo>
                    <a:pt x="40029" y="22211"/>
                    <a:pt x="40157" y="22083"/>
                    <a:pt x="40203" y="22083"/>
                  </a:cubicBezTo>
                  <a:cubicBezTo>
                    <a:pt x="40208" y="22083"/>
                    <a:pt x="40212" y="22084"/>
                    <a:pt x="40214" y="22087"/>
                  </a:cubicBezTo>
                  <a:lnTo>
                    <a:pt x="40336" y="22117"/>
                  </a:lnTo>
                  <a:cubicBezTo>
                    <a:pt x="40457" y="22087"/>
                    <a:pt x="40549" y="22056"/>
                    <a:pt x="40640" y="21996"/>
                  </a:cubicBezTo>
                  <a:lnTo>
                    <a:pt x="40670" y="21874"/>
                  </a:lnTo>
                  <a:lnTo>
                    <a:pt x="40731" y="21752"/>
                  </a:lnTo>
                  <a:cubicBezTo>
                    <a:pt x="40853" y="21722"/>
                    <a:pt x="40974" y="21692"/>
                    <a:pt x="41065" y="21661"/>
                  </a:cubicBezTo>
                  <a:cubicBezTo>
                    <a:pt x="41157" y="21570"/>
                    <a:pt x="41278" y="21540"/>
                    <a:pt x="41400" y="21509"/>
                  </a:cubicBezTo>
                  <a:lnTo>
                    <a:pt x="41430" y="21357"/>
                  </a:lnTo>
                  <a:lnTo>
                    <a:pt x="41430" y="21327"/>
                  </a:lnTo>
                  <a:cubicBezTo>
                    <a:pt x="41451" y="21320"/>
                    <a:pt x="41479" y="21318"/>
                    <a:pt x="41512" y="21318"/>
                  </a:cubicBezTo>
                  <a:cubicBezTo>
                    <a:pt x="41569" y="21318"/>
                    <a:pt x="41640" y="21325"/>
                    <a:pt x="41700" y="21325"/>
                  </a:cubicBezTo>
                  <a:cubicBezTo>
                    <a:pt x="41755" y="21325"/>
                    <a:pt x="41803" y="21319"/>
                    <a:pt x="41825" y="21296"/>
                  </a:cubicBezTo>
                  <a:cubicBezTo>
                    <a:pt x="41886" y="21205"/>
                    <a:pt x="41947" y="21144"/>
                    <a:pt x="42008" y="21084"/>
                  </a:cubicBezTo>
                  <a:lnTo>
                    <a:pt x="42160" y="21084"/>
                  </a:lnTo>
                  <a:cubicBezTo>
                    <a:pt x="42220" y="21023"/>
                    <a:pt x="42281" y="20962"/>
                    <a:pt x="42342" y="20932"/>
                  </a:cubicBezTo>
                  <a:lnTo>
                    <a:pt x="42403" y="20901"/>
                  </a:lnTo>
                  <a:cubicBezTo>
                    <a:pt x="42433" y="20871"/>
                    <a:pt x="42403" y="20780"/>
                    <a:pt x="42464" y="20749"/>
                  </a:cubicBezTo>
                  <a:lnTo>
                    <a:pt x="42707" y="20749"/>
                  </a:lnTo>
                  <a:cubicBezTo>
                    <a:pt x="42768" y="20719"/>
                    <a:pt x="42828" y="20689"/>
                    <a:pt x="42889" y="20658"/>
                  </a:cubicBezTo>
                  <a:lnTo>
                    <a:pt x="43132" y="20506"/>
                  </a:lnTo>
                  <a:cubicBezTo>
                    <a:pt x="43375" y="20354"/>
                    <a:pt x="43923" y="20050"/>
                    <a:pt x="44075" y="19959"/>
                  </a:cubicBezTo>
                  <a:cubicBezTo>
                    <a:pt x="44196" y="19898"/>
                    <a:pt x="44378" y="19807"/>
                    <a:pt x="44470" y="19746"/>
                  </a:cubicBezTo>
                  <a:lnTo>
                    <a:pt x="44591" y="19716"/>
                  </a:lnTo>
                  <a:cubicBezTo>
                    <a:pt x="44682" y="19716"/>
                    <a:pt x="44743" y="19594"/>
                    <a:pt x="44804" y="19534"/>
                  </a:cubicBezTo>
                  <a:cubicBezTo>
                    <a:pt x="44819" y="19518"/>
                    <a:pt x="44834" y="19511"/>
                    <a:pt x="44846" y="19511"/>
                  </a:cubicBezTo>
                  <a:cubicBezTo>
                    <a:pt x="44857" y="19511"/>
                    <a:pt x="44865" y="19518"/>
                    <a:pt x="44865" y="19534"/>
                  </a:cubicBezTo>
                  <a:lnTo>
                    <a:pt x="44926" y="19534"/>
                  </a:lnTo>
                  <a:cubicBezTo>
                    <a:pt x="44986" y="19534"/>
                    <a:pt x="45017" y="19534"/>
                    <a:pt x="45017" y="19473"/>
                  </a:cubicBezTo>
                  <a:cubicBezTo>
                    <a:pt x="45017" y="19442"/>
                    <a:pt x="45290" y="19382"/>
                    <a:pt x="45321" y="19321"/>
                  </a:cubicBezTo>
                  <a:cubicBezTo>
                    <a:pt x="45336" y="19275"/>
                    <a:pt x="45359" y="19260"/>
                    <a:pt x="45382" y="19260"/>
                  </a:cubicBezTo>
                  <a:cubicBezTo>
                    <a:pt x="45404" y="19260"/>
                    <a:pt x="45427" y="19275"/>
                    <a:pt x="45442" y="19290"/>
                  </a:cubicBezTo>
                  <a:cubicBezTo>
                    <a:pt x="45442" y="19292"/>
                    <a:pt x="45443" y="19293"/>
                    <a:pt x="45444" y="19293"/>
                  </a:cubicBezTo>
                  <a:cubicBezTo>
                    <a:pt x="45467" y="19293"/>
                    <a:pt x="45662" y="19074"/>
                    <a:pt x="45777" y="19017"/>
                  </a:cubicBezTo>
                  <a:cubicBezTo>
                    <a:pt x="46020" y="18926"/>
                    <a:pt x="46293" y="18804"/>
                    <a:pt x="46537" y="18652"/>
                  </a:cubicBezTo>
                  <a:cubicBezTo>
                    <a:pt x="46597" y="18561"/>
                    <a:pt x="46719" y="18470"/>
                    <a:pt x="46841" y="18439"/>
                  </a:cubicBezTo>
                  <a:lnTo>
                    <a:pt x="46871" y="18439"/>
                  </a:lnTo>
                  <a:cubicBezTo>
                    <a:pt x="46962" y="18439"/>
                    <a:pt x="47145" y="18378"/>
                    <a:pt x="47145" y="18348"/>
                  </a:cubicBezTo>
                  <a:lnTo>
                    <a:pt x="47145" y="18166"/>
                  </a:lnTo>
                  <a:cubicBezTo>
                    <a:pt x="47327" y="18135"/>
                    <a:pt x="47509" y="18105"/>
                    <a:pt x="47692" y="18075"/>
                  </a:cubicBezTo>
                  <a:cubicBezTo>
                    <a:pt x="47813" y="18044"/>
                    <a:pt x="47904" y="17983"/>
                    <a:pt x="48026" y="17892"/>
                  </a:cubicBezTo>
                  <a:cubicBezTo>
                    <a:pt x="48056" y="17862"/>
                    <a:pt x="48239" y="17710"/>
                    <a:pt x="48269" y="17710"/>
                  </a:cubicBezTo>
                  <a:cubicBezTo>
                    <a:pt x="48482" y="17679"/>
                    <a:pt x="48664" y="17588"/>
                    <a:pt x="48786" y="17467"/>
                  </a:cubicBezTo>
                  <a:lnTo>
                    <a:pt x="49029" y="17375"/>
                  </a:lnTo>
                  <a:cubicBezTo>
                    <a:pt x="49151" y="17345"/>
                    <a:pt x="49242" y="17284"/>
                    <a:pt x="49363" y="17223"/>
                  </a:cubicBezTo>
                  <a:lnTo>
                    <a:pt x="49576" y="17102"/>
                  </a:lnTo>
                  <a:cubicBezTo>
                    <a:pt x="49850" y="16950"/>
                    <a:pt x="50184" y="16768"/>
                    <a:pt x="50336" y="16646"/>
                  </a:cubicBezTo>
                  <a:lnTo>
                    <a:pt x="50518" y="16585"/>
                  </a:lnTo>
                  <a:lnTo>
                    <a:pt x="50579" y="16585"/>
                  </a:lnTo>
                  <a:cubicBezTo>
                    <a:pt x="50822" y="16464"/>
                    <a:pt x="51035" y="16372"/>
                    <a:pt x="51278" y="16281"/>
                  </a:cubicBezTo>
                  <a:cubicBezTo>
                    <a:pt x="51491" y="16160"/>
                    <a:pt x="51704" y="16038"/>
                    <a:pt x="51886" y="15916"/>
                  </a:cubicBezTo>
                  <a:cubicBezTo>
                    <a:pt x="51977" y="15856"/>
                    <a:pt x="52221" y="15764"/>
                    <a:pt x="52281" y="15734"/>
                  </a:cubicBezTo>
                  <a:cubicBezTo>
                    <a:pt x="52373" y="15673"/>
                    <a:pt x="52494" y="15612"/>
                    <a:pt x="52585" y="15521"/>
                  </a:cubicBezTo>
                  <a:cubicBezTo>
                    <a:pt x="52677" y="15461"/>
                    <a:pt x="52768" y="15400"/>
                    <a:pt x="52859" y="15369"/>
                  </a:cubicBezTo>
                  <a:cubicBezTo>
                    <a:pt x="52920" y="15369"/>
                    <a:pt x="53406" y="15065"/>
                    <a:pt x="53619" y="15005"/>
                  </a:cubicBezTo>
                  <a:cubicBezTo>
                    <a:pt x="53832" y="14944"/>
                    <a:pt x="54075" y="14761"/>
                    <a:pt x="54136" y="14761"/>
                  </a:cubicBezTo>
                  <a:cubicBezTo>
                    <a:pt x="54196" y="14731"/>
                    <a:pt x="54470" y="14549"/>
                    <a:pt x="54622" y="14488"/>
                  </a:cubicBezTo>
                  <a:cubicBezTo>
                    <a:pt x="54743" y="14427"/>
                    <a:pt x="55078" y="14305"/>
                    <a:pt x="55199" y="14245"/>
                  </a:cubicBezTo>
                  <a:cubicBezTo>
                    <a:pt x="55351" y="14154"/>
                    <a:pt x="55503" y="14093"/>
                    <a:pt x="55625" y="14002"/>
                  </a:cubicBezTo>
                  <a:lnTo>
                    <a:pt x="55746" y="13971"/>
                  </a:lnTo>
                  <a:cubicBezTo>
                    <a:pt x="56050" y="13880"/>
                    <a:pt x="56324" y="13728"/>
                    <a:pt x="56628" y="13606"/>
                  </a:cubicBezTo>
                  <a:lnTo>
                    <a:pt x="56658" y="13576"/>
                  </a:lnTo>
                  <a:cubicBezTo>
                    <a:pt x="56750" y="13576"/>
                    <a:pt x="56841" y="13454"/>
                    <a:pt x="56871" y="13302"/>
                  </a:cubicBezTo>
                  <a:lnTo>
                    <a:pt x="57084" y="13485"/>
                  </a:lnTo>
                  <a:cubicBezTo>
                    <a:pt x="57175" y="13454"/>
                    <a:pt x="57266" y="13272"/>
                    <a:pt x="57327" y="13242"/>
                  </a:cubicBezTo>
                  <a:lnTo>
                    <a:pt x="57570" y="13242"/>
                  </a:lnTo>
                  <a:cubicBezTo>
                    <a:pt x="57570" y="13233"/>
                    <a:pt x="57573" y="13229"/>
                    <a:pt x="57576" y="13229"/>
                  </a:cubicBezTo>
                  <a:cubicBezTo>
                    <a:pt x="57583" y="13229"/>
                    <a:pt x="57592" y="13251"/>
                    <a:pt x="57570" y="13272"/>
                  </a:cubicBezTo>
                  <a:cubicBezTo>
                    <a:pt x="57479" y="13363"/>
                    <a:pt x="57418" y="13454"/>
                    <a:pt x="57327" y="13576"/>
                  </a:cubicBezTo>
                  <a:lnTo>
                    <a:pt x="57327" y="13910"/>
                  </a:lnTo>
                  <a:cubicBezTo>
                    <a:pt x="57236" y="13910"/>
                    <a:pt x="57114" y="13910"/>
                    <a:pt x="57023" y="13941"/>
                  </a:cubicBezTo>
                  <a:cubicBezTo>
                    <a:pt x="56962" y="13971"/>
                    <a:pt x="56871" y="14002"/>
                    <a:pt x="56810" y="14032"/>
                  </a:cubicBezTo>
                  <a:cubicBezTo>
                    <a:pt x="56810" y="14040"/>
                    <a:pt x="56808" y="14043"/>
                    <a:pt x="56806" y="14043"/>
                  </a:cubicBezTo>
                  <a:cubicBezTo>
                    <a:pt x="56799" y="14043"/>
                    <a:pt x="56788" y="14009"/>
                    <a:pt x="56810" y="13941"/>
                  </a:cubicBezTo>
                  <a:lnTo>
                    <a:pt x="56810" y="13850"/>
                  </a:lnTo>
                  <a:cubicBezTo>
                    <a:pt x="56658" y="13910"/>
                    <a:pt x="56476" y="14002"/>
                    <a:pt x="56324" y="14093"/>
                  </a:cubicBezTo>
                  <a:cubicBezTo>
                    <a:pt x="56172" y="14184"/>
                    <a:pt x="55777" y="14397"/>
                    <a:pt x="55686" y="14488"/>
                  </a:cubicBezTo>
                  <a:cubicBezTo>
                    <a:pt x="55625" y="14549"/>
                    <a:pt x="55564" y="14579"/>
                    <a:pt x="55503" y="14670"/>
                  </a:cubicBezTo>
                  <a:cubicBezTo>
                    <a:pt x="55503" y="14701"/>
                    <a:pt x="55473" y="14761"/>
                    <a:pt x="55443" y="14792"/>
                  </a:cubicBezTo>
                  <a:lnTo>
                    <a:pt x="55473" y="14883"/>
                  </a:lnTo>
                  <a:lnTo>
                    <a:pt x="55503" y="14944"/>
                  </a:lnTo>
                  <a:cubicBezTo>
                    <a:pt x="55503" y="15065"/>
                    <a:pt x="55443" y="15157"/>
                    <a:pt x="55382" y="15217"/>
                  </a:cubicBezTo>
                  <a:cubicBezTo>
                    <a:pt x="55321" y="15248"/>
                    <a:pt x="55351" y="15309"/>
                    <a:pt x="55412" y="15369"/>
                  </a:cubicBezTo>
                  <a:lnTo>
                    <a:pt x="55473" y="15400"/>
                  </a:lnTo>
                  <a:lnTo>
                    <a:pt x="55534" y="15430"/>
                  </a:lnTo>
                  <a:cubicBezTo>
                    <a:pt x="55595" y="15430"/>
                    <a:pt x="55625" y="15400"/>
                    <a:pt x="55595" y="15369"/>
                  </a:cubicBezTo>
                  <a:lnTo>
                    <a:pt x="55595" y="15339"/>
                  </a:lnTo>
                  <a:cubicBezTo>
                    <a:pt x="55595" y="15278"/>
                    <a:pt x="55625" y="15217"/>
                    <a:pt x="55655" y="15217"/>
                  </a:cubicBezTo>
                  <a:lnTo>
                    <a:pt x="55777" y="15217"/>
                  </a:lnTo>
                  <a:cubicBezTo>
                    <a:pt x="55898" y="15217"/>
                    <a:pt x="56020" y="15187"/>
                    <a:pt x="56050" y="15065"/>
                  </a:cubicBezTo>
                  <a:lnTo>
                    <a:pt x="56111" y="14974"/>
                  </a:lnTo>
                  <a:cubicBezTo>
                    <a:pt x="56172" y="14944"/>
                    <a:pt x="56202" y="14944"/>
                    <a:pt x="56263" y="14944"/>
                  </a:cubicBezTo>
                  <a:lnTo>
                    <a:pt x="56294" y="14944"/>
                  </a:lnTo>
                  <a:cubicBezTo>
                    <a:pt x="56294" y="15035"/>
                    <a:pt x="56263" y="15096"/>
                    <a:pt x="56233" y="15187"/>
                  </a:cubicBezTo>
                  <a:cubicBezTo>
                    <a:pt x="56223" y="15197"/>
                    <a:pt x="56243" y="15200"/>
                    <a:pt x="56278" y="15200"/>
                  </a:cubicBezTo>
                  <a:cubicBezTo>
                    <a:pt x="56348" y="15200"/>
                    <a:pt x="56476" y="15187"/>
                    <a:pt x="56537" y="15187"/>
                  </a:cubicBezTo>
                  <a:cubicBezTo>
                    <a:pt x="56628" y="15157"/>
                    <a:pt x="56780" y="14822"/>
                    <a:pt x="56841" y="14731"/>
                  </a:cubicBezTo>
                  <a:cubicBezTo>
                    <a:pt x="56902" y="14701"/>
                    <a:pt x="56993" y="14670"/>
                    <a:pt x="57084" y="14670"/>
                  </a:cubicBezTo>
                  <a:cubicBezTo>
                    <a:pt x="57114" y="14701"/>
                    <a:pt x="57023" y="14822"/>
                    <a:pt x="56962" y="14853"/>
                  </a:cubicBezTo>
                  <a:cubicBezTo>
                    <a:pt x="56932" y="14883"/>
                    <a:pt x="56962" y="14913"/>
                    <a:pt x="57023" y="14913"/>
                  </a:cubicBezTo>
                  <a:lnTo>
                    <a:pt x="57054" y="14913"/>
                  </a:lnTo>
                  <a:cubicBezTo>
                    <a:pt x="57084" y="14944"/>
                    <a:pt x="57145" y="14974"/>
                    <a:pt x="57175" y="15005"/>
                  </a:cubicBezTo>
                  <a:lnTo>
                    <a:pt x="57266" y="15096"/>
                  </a:lnTo>
                  <a:cubicBezTo>
                    <a:pt x="57175" y="15126"/>
                    <a:pt x="57054" y="15157"/>
                    <a:pt x="56962" y="15217"/>
                  </a:cubicBezTo>
                  <a:cubicBezTo>
                    <a:pt x="56934" y="15246"/>
                    <a:pt x="56768" y="15493"/>
                    <a:pt x="56673" y="15493"/>
                  </a:cubicBezTo>
                  <a:cubicBezTo>
                    <a:pt x="56668" y="15493"/>
                    <a:pt x="56663" y="15493"/>
                    <a:pt x="56658" y="15491"/>
                  </a:cubicBezTo>
                  <a:cubicBezTo>
                    <a:pt x="56537" y="15461"/>
                    <a:pt x="56415" y="15461"/>
                    <a:pt x="56324" y="15461"/>
                  </a:cubicBezTo>
                  <a:lnTo>
                    <a:pt x="56263" y="15521"/>
                  </a:lnTo>
                  <a:cubicBezTo>
                    <a:pt x="56172" y="15612"/>
                    <a:pt x="56202" y="15643"/>
                    <a:pt x="56294" y="15704"/>
                  </a:cubicBezTo>
                  <a:lnTo>
                    <a:pt x="56354" y="15734"/>
                  </a:lnTo>
                  <a:cubicBezTo>
                    <a:pt x="56415" y="15764"/>
                    <a:pt x="56324" y="15886"/>
                    <a:pt x="56294" y="15886"/>
                  </a:cubicBezTo>
                  <a:cubicBezTo>
                    <a:pt x="56263" y="15916"/>
                    <a:pt x="56354" y="16068"/>
                    <a:pt x="56415" y="16068"/>
                  </a:cubicBezTo>
                  <a:cubicBezTo>
                    <a:pt x="56567" y="16068"/>
                    <a:pt x="56689" y="16038"/>
                    <a:pt x="56810" y="15977"/>
                  </a:cubicBezTo>
                  <a:cubicBezTo>
                    <a:pt x="56871" y="15916"/>
                    <a:pt x="56932" y="15825"/>
                    <a:pt x="56962" y="15764"/>
                  </a:cubicBezTo>
                  <a:lnTo>
                    <a:pt x="57205" y="15764"/>
                  </a:lnTo>
                  <a:cubicBezTo>
                    <a:pt x="57297" y="15673"/>
                    <a:pt x="57418" y="15643"/>
                    <a:pt x="57509" y="15643"/>
                  </a:cubicBezTo>
                  <a:cubicBezTo>
                    <a:pt x="57570" y="15643"/>
                    <a:pt x="57631" y="15552"/>
                    <a:pt x="57661" y="15491"/>
                  </a:cubicBezTo>
                  <a:cubicBezTo>
                    <a:pt x="57661" y="15430"/>
                    <a:pt x="57692" y="15369"/>
                    <a:pt x="57692" y="15339"/>
                  </a:cubicBezTo>
                  <a:lnTo>
                    <a:pt x="57722" y="15339"/>
                  </a:lnTo>
                  <a:cubicBezTo>
                    <a:pt x="57874" y="15248"/>
                    <a:pt x="57905" y="15248"/>
                    <a:pt x="57753" y="15187"/>
                  </a:cubicBezTo>
                  <a:lnTo>
                    <a:pt x="57661" y="15157"/>
                  </a:lnTo>
                  <a:cubicBezTo>
                    <a:pt x="57551" y="15101"/>
                    <a:pt x="57516" y="14946"/>
                    <a:pt x="57533" y="14849"/>
                  </a:cubicBezTo>
                  <a:lnTo>
                    <a:pt x="57533" y="14849"/>
                  </a:lnTo>
                  <a:cubicBezTo>
                    <a:pt x="57551" y="14859"/>
                    <a:pt x="57573" y="14869"/>
                    <a:pt x="57601" y="14883"/>
                  </a:cubicBezTo>
                  <a:cubicBezTo>
                    <a:pt x="57605" y="14883"/>
                    <a:pt x="57608" y="14883"/>
                    <a:pt x="57612" y="14884"/>
                  </a:cubicBezTo>
                  <a:lnTo>
                    <a:pt x="57612" y="14884"/>
                  </a:lnTo>
                  <a:cubicBezTo>
                    <a:pt x="57599" y="14803"/>
                    <a:pt x="57593" y="14730"/>
                    <a:pt x="57570" y="14640"/>
                  </a:cubicBezTo>
                  <a:lnTo>
                    <a:pt x="57564" y="14653"/>
                  </a:lnTo>
                  <a:lnTo>
                    <a:pt x="57564" y="14653"/>
                  </a:lnTo>
                  <a:cubicBezTo>
                    <a:pt x="57581" y="14560"/>
                    <a:pt x="57601" y="14453"/>
                    <a:pt x="57601" y="14366"/>
                  </a:cubicBezTo>
                  <a:lnTo>
                    <a:pt x="57722" y="14366"/>
                  </a:lnTo>
                  <a:cubicBezTo>
                    <a:pt x="57726" y="14364"/>
                    <a:pt x="57730" y="14363"/>
                    <a:pt x="57733" y="14363"/>
                  </a:cubicBezTo>
                  <a:cubicBezTo>
                    <a:pt x="57779" y="14363"/>
                    <a:pt x="57755" y="14555"/>
                    <a:pt x="57783" y="14640"/>
                  </a:cubicBezTo>
                  <a:cubicBezTo>
                    <a:pt x="57813" y="14731"/>
                    <a:pt x="57844" y="14822"/>
                    <a:pt x="57844" y="14913"/>
                  </a:cubicBezTo>
                  <a:lnTo>
                    <a:pt x="57783" y="14913"/>
                  </a:lnTo>
                  <a:cubicBezTo>
                    <a:pt x="57768" y="14929"/>
                    <a:pt x="57753" y="14934"/>
                    <a:pt x="57737" y="14934"/>
                  </a:cubicBezTo>
                  <a:cubicBezTo>
                    <a:pt x="57696" y="14934"/>
                    <a:pt x="57654" y="14891"/>
                    <a:pt x="57612" y="14884"/>
                  </a:cubicBezTo>
                  <a:lnTo>
                    <a:pt x="57612" y="14884"/>
                  </a:lnTo>
                  <a:cubicBezTo>
                    <a:pt x="57617" y="14913"/>
                    <a:pt x="57623" y="14942"/>
                    <a:pt x="57631" y="14974"/>
                  </a:cubicBezTo>
                  <a:lnTo>
                    <a:pt x="57783" y="15035"/>
                  </a:lnTo>
                  <a:cubicBezTo>
                    <a:pt x="57803" y="15038"/>
                    <a:pt x="57822" y="15040"/>
                    <a:pt x="57842" y="15040"/>
                  </a:cubicBezTo>
                  <a:cubicBezTo>
                    <a:pt x="58002" y="15040"/>
                    <a:pt x="58141" y="14937"/>
                    <a:pt x="58087" y="14883"/>
                  </a:cubicBezTo>
                  <a:cubicBezTo>
                    <a:pt x="58026" y="14792"/>
                    <a:pt x="57965" y="14701"/>
                    <a:pt x="57935" y="14609"/>
                  </a:cubicBezTo>
                  <a:lnTo>
                    <a:pt x="57965" y="14518"/>
                  </a:lnTo>
                  <a:lnTo>
                    <a:pt x="57996" y="14427"/>
                  </a:lnTo>
                  <a:cubicBezTo>
                    <a:pt x="58178" y="14305"/>
                    <a:pt x="58391" y="14245"/>
                    <a:pt x="58604" y="14214"/>
                  </a:cubicBezTo>
                  <a:cubicBezTo>
                    <a:pt x="58756" y="14214"/>
                    <a:pt x="58816" y="14336"/>
                    <a:pt x="58756" y="14457"/>
                  </a:cubicBezTo>
                  <a:lnTo>
                    <a:pt x="58664" y="14427"/>
                  </a:lnTo>
                  <a:cubicBezTo>
                    <a:pt x="58615" y="14394"/>
                    <a:pt x="58570" y="14381"/>
                    <a:pt x="58530" y="14381"/>
                  </a:cubicBezTo>
                  <a:cubicBezTo>
                    <a:pt x="58423" y="14381"/>
                    <a:pt x="58352" y="14474"/>
                    <a:pt x="58330" y="14518"/>
                  </a:cubicBezTo>
                  <a:cubicBezTo>
                    <a:pt x="58269" y="14549"/>
                    <a:pt x="58300" y="14579"/>
                    <a:pt x="58391" y="14609"/>
                  </a:cubicBezTo>
                  <a:cubicBezTo>
                    <a:pt x="58474" y="14637"/>
                    <a:pt x="58431" y="14765"/>
                    <a:pt x="58560" y="14765"/>
                  </a:cubicBezTo>
                  <a:cubicBezTo>
                    <a:pt x="58573" y="14765"/>
                    <a:pt x="58587" y="14764"/>
                    <a:pt x="58604" y="14761"/>
                  </a:cubicBezTo>
                  <a:lnTo>
                    <a:pt x="58695" y="14761"/>
                  </a:lnTo>
                  <a:cubicBezTo>
                    <a:pt x="58763" y="14789"/>
                    <a:pt x="58825" y="14804"/>
                    <a:pt x="58884" y="14804"/>
                  </a:cubicBezTo>
                  <a:cubicBezTo>
                    <a:pt x="58956" y="14804"/>
                    <a:pt x="59023" y="14781"/>
                    <a:pt x="59090" y="14731"/>
                  </a:cubicBezTo>
                  <a:cubicBezTo>
                    <a:pt x="59120" y="14670"/>
                    <a:pt x="59120" y="14609"/>
                    <a:pt x="59090" y="14609"/>
                  </a:cubicBezTo>
                  <a:lnTo>
                    <a:pt x="59120" y="14518"/>
                  </a:lnTo>
                  <a:lnTo>
                    <a:pt x="59151" y="14427"/>
                  </a:lnTo>
                  <a:cubicBezTo>
                    <a:pt x="59151" y="14305"/>
                    <a:pt x="59242" y="14184"/>
                    <a:pt x="59272" y="14184"/>
                  </a:cubicBezTo>
                  <a:cubicBezTo>
                    <a:pt x="59333" y="14184"/>
                    <a:pt x="59303" y="14305"/>
                    <a:pt x="59303" y="14336"/>
                  </a:cubicBezTo>
                  <a:cubicBezTo>
                    <a:pt x="59272" y="14366"/>
                    <a:pt x="59303" y="14427"/>
                    <a:pt x="59333" y="14427"/>
                  </a:cubicBezTo>
                  <a:lnTo>
                    <a:pt x="59455" y="14366"/>
                  </a:lnTo>
                  <a:cubicBezTo>
                    <a:pt x="59576" y="14305"/>
                    <a:pt x="59759" y="14123"/>
                    <a:pt x="59850" y="14123"/>
                  </a:cubicBezTo>
                  <a:cubicBezTo>
                    <a:pt x="59856" y="14125"/>
                    <a:pt x="59861" y="14126"/>
                    <a:pt x="59864" y="14126"/>
                  </a:cubicBezTo>
                  <a:cubicBezTo>
                    <a:pt x="59918" y="14126"/>
                    <a:pt x="59753" y="13935"/>
                    <a:pt x="59668" y="13850"/>
                  </a:cubicBezTo>
                  <a:cubicBezTo>
                    <a:pt x="59637" y="13819"/>
                    <a:pt x="59599" y="13804"/>
                    <a:pt x="59561" y="13804"/>
                  </a:cubicBezTo>
                  <a:cubicBezTo>
                    <a:pt x="59523" y="13804"/>
                    <a:pt x="59485" y="13819"/>
                    <a:pt x="59455" y="13850"/>
                  </a:cubicBezTo>
                  <a:cubicBezTo>
                    <a:pt x="59424" y="13910"/>
                    <a:pt x="59272" y="13880"/>
                    <a:pt x="59212" y="13910"/>
                  </a:cubicBezTo>
                  <a:cubicBezTo>
                    <a:pt x="59181" y="13941"/>
                    <a:pt x="59120" y="13971"/>
                    <a:pt x="59090" y="14002"/>
                  </a:cubicBezTo>
                  <a:lnTo>
                    <a:pt x="59090" y="14032"/>
                  </a:lnTo>
                  <a:cubicBezTo>
                    <a:pt x="59073" y="14082"/>
                    <a:pt x="59038" y="14105"/>
                    <a:pt x="59000" y="14105"/>
                  </a:cubicBezTo>
                  <a:cubicBezTo>
                    <a:pt x="58968" y="14105"/>
                    <a:pt x="58935" y="14090"/>
                    <a:pt x="58908" y="14062"/>
                  </a:cubicBezTo>
                  <a:lnTo>
                    <a:pt x="58664" y="13941"/>
                  </a:lnTo>
                  <a:cubicBezTo>
                    <a:pt x="58546" y="13728"/>
                    <a:pt x="58428" y="13607"/>
                    <a:pt x="58381" y="13607"/>
                  </a:cubicBezTo>
                  <a:cubicBezTo>
                    <a:pt x="58368" y="13607"/>
                    <a:pt x="58361" y="13617"/>
                    <a:pt x="58361" y="13637"/>
                  </a:cubicBezTo>
                  <a:lnTo>
                    <a:pt x="58361" y="13698"/>
                  </a:lnTo>
                  <a:cubicBezTo>
                    <a:pt x="58330" y="13728"/>
                    <a:pt x="58300" y="13758"/>
                    <a:pt x="58269" y="13758"/>
                  </a:cubicBezTo>
                  <a:lnTo>
                    <a:pt x="58239" y="13758"/>
                  </a:lnTo>
                  <a:cubicBezTo>
                    <a:pt x="58148" y="13667"/>
                    <a:pt x="58057" y="13546"/>
                    <a:pt x="58026" y="13424"/>
                  </a:cubicBezTo>
                  <a:lnTo>
                    <a:pt x="57783" y="13272"/>
                  </a:lnTo>
                  <a:cubicBezTo>
                    <a:pt x="57753" y="13242"/>
                    <a:pt x="57753" y="13181"/>
                    <a:pt x="57753" y="13150"/>
                  </a:cubicBezTo>
                  <a:lnTo>
                    <a:pt x="57753" y="13120"/>
                  </a:lnTo>
                  <a:cubicBezTo>
                    <a:pt x="57874" y="13120"/>
                    <a:pt x="58026" y="13150"/>
                    <a:pt x="58178" y="13181"/>
                  </a:cubicBezTo>
                  <a:lnTo>
                    <a:pt x="58239" y="13363"/>
                  </a:lnTo>
                  <a:lnTo>
                    <a:pt x="58239" y="13394"/>
                  </a:lnTo>
                  <a:lnTo>
                    <a:pt x="58330" y="13394"/>
                  </a:lnTo>
                  <a:cubicBezTo>
                    <a:pt x="58421" y="13394"/>
                    <a:pt x="58604" y="13333"/>
                    <a:pt x="58573" y="13272"/>
                  </a:cubicBezTo>
                  <a:cubicBezTo>
                    <a:pt x="58543" y="13211"/>
                    <a:pt x="58634" y="13150"/>
                    <a:pt x="58756" y="13150"/>
                  </a:cubicBezTo>
                  <a:lnTo>
                    <a:pt x="58847" y="13150"/>
                  </a:lnTo>
                  <a:cubicBezTo>
                    <a:pt x="58908" y="13181"/>
                    <a:pt x="58968" y="13211"/>
                    <a:pt x="58968" y="13242"/>
                  </a:cubicBezTo>
                  <a:cubicBezTo>
                    <a:pt x="58938" y="13272"/>
                    <a:pt x="58938" y="13302"/>
                    <a:pt x="58908" y="13333"/>
                  </a:cubicBezTo>
                  <a:lnTo>
                    <a:pt x="58816" y="13333"/>
                  </a:lnTo>
                  <a:lnTo>
                    <a:pt x="58756" y="13363"/>
                  </a:lnTo>
                  <a:cubicBezTo>
                    <a:pt x="58695" y="13454"/>
                    <a:pt x="58664" y="13546"/>
                    <a:pt x="58634" y="13637"/>
                  </a:cubicBezTo>
                  <a:cubicBezTo>
                    <a:pt x="58664" y="13698"/>
                    <a:pt x="58725" y="13728"/>
                    <a:pt x="58786" y="13758"/>
                  </a:cubicBezTo>
                  <a:cubicBezTo>
                    <a:pt x="58816" y="13698"/>
                    <a:pt x="58847" y="13667"/>
                    <a:pt x="58847" y="13606"/>
                  </a:cubicBezTo>
                  <a:lnTo>
                    <a:pt x="58847" y="13485"/>
                  </a:lnTo>
                  <a:cubicBezTo>
                    <a:pt x="58968" y="13515"/>
                    <a:pt x="59060" y="13546"/>
                    <a:pt x="59151" y="13606"/>
                  </a:cubicBezTo>
                  <a:lnTo>
                    <a:pt x="59151" y="13515"/>
                  </a:lnTo>
                  <a:lnTo>
                    <a:pt x="59120" y="13363"/>
                  </a:lnTo>
                  <a:lnTo>
                    <a:pt x="59424" y="13302"/>
                  </a:lnTo>
                  <a:cubicBezTo>
                    <a:pt x="59516" y="13302"/>
                    <a:pt x="59576" y="13333"/>
                    <a:pt x="59668" y="13363"/>
                  </a:cubicBezTo>
                  <a:lnTo>
                    <a:pt x="59698" y="13394"/>
                  </a:lnTo>
                  <a:lnTo>
                    <a:pt x="59850" y="13576"/>
                  </a:lnTo>
                  <a:cubicBezTo>
                    <a:pt x="59971" y="13485"/>
                    <a:pt x="59941" y="13333"/>
                    <a:pt x="59880" y="13302"/>
                  </a:cubicBezTo>
                  <a:cubicBezTo>
                    <a:pt x="59820" y="13272"/>
                    <a:pt x="59576" y="13211"/>
                    <a:pt x="59576" y="13150"/>
                  </a:cubicBezTo>
                  <a:cubicBezTo>
                    <a:pt x="59576" y="13090"/>
                    <a:pt x="59546" y="13059"/>
                    <a:pt x="59516" y="12998"/>
                  </a:cubicBezTo>
                  <a:cubicBezTo>
                    <a:pt x="59485" y="12998"/>
                    <a:pt x="59455" y="12816"/>
                    <a:pt x="59516" y="12816"/>
                  </a:cubicBezTo>
                  <a:cubicBezTo>
                    <a:pt x="59637" y="12786"/>
                    <a:pt x="59759" y="12725"/>
                    <a:pt x="59820" y="12664"/>
                  </a:cubicBezTo>
                  <a:cubicBezTo>
                    <a:pt x="59843" y="12641"/>
                    <a:pt x="59870" y="12631"/>
                    <a:pt x="59896" y="12631"/>
                  </a:cubicBezTo>
                  <a:cubicBezTo>
                    <a:pt x="59937" y="12631"/>
                    <a:pt x="59971" y="12657"/>
                    <a:pt x="59971" y="12695"/>
                  </a:cubicBezTo>
                  <a:cubicBezTo>
                    <a:pt x="59984" y="12720"/>
                    <a:pt x="60003" y="12730"/>
                    <a:pt x="60026" y="12730"/>
                  </a:cubicBezTo>
                  <a:cubicBezTo>
                    <a:pt x="60059" y="12730"/>
                    <a:pt x="60101" y="12712"/>
                    <a:pt x="60154" y="12695"/>
                  </a:cubicBezTo>
                  <a:lnTo>
                    <a:pt x="60154" y="12634"/>
                  </a:lnTo>
                  <a:cubicBezTo>
                    <a:pt x="60215" y="12543"/>
                    <a:pt x="60123" y="12421"/>
                    <a:pt x="60336" y="12421"/>
                  </a:cubicBezTo>
                  <a:cubicBezTo>
                    <a:pt x="60367" y="12330"/>
                    <a:pt x="60397" y="12117"/>
                    <a:pt x="60427" y="12117"/>
                  </a:cubicBezTo>
                  <a:cubicBezTo>
                    <a:pt x="60473" y="12102"/>
                    <a:pt x="60519" y="12094"/>
                    <a:pt x="60564" y="12094"/>
                  </a:cubicBezTo>
                  <a:cubicBezTo>
                    <a:pt x="60610" y="12094"/>
                    <a:pt x="60655" y="12102"/>
                    <a:pt x="60701" y="12117"/>
                  </a:cubicBezTo>
                  <a:lnTo>
                    <a:pt x="60762" y="12147"/>
                  </a:lnTo>
                  <a:lnTo>
                    <a:pt x="60823" y="12147"/>
                  </a:lnTo>
                  <a:cubicBezTo>
                    <a:pt x="60828" y="12149"/>
                    <a:pt x="60834" y="12150"/>
                    <a:pt x="60842" y="12150"/>
                  </a:cubicBezTo>
                  <a:cubicBezTo>
                    <a:pt x="60952" y="12150"/>
                    <a:pt x="61269" y="11962"/>
                    <a:pt x="61356" y="11962"/>
                  </a:cubicBezTo>
                  <a:cubicBezTo>
                    <a:pt x="61361" y="11962"/>
                    <a:pt x="61366" y="11963"/>
                    <a:pt x="61370" y="11965"/>
                  </a:cubicBezTo>
                  <a:cubicBezTo>
                    <a:pt x="61375" y="11968"/>
                    <a:pt x="61380" y="11969"/>
                    <a:pt x="61385" y="11969"/>
                  </a:cubicBezTo>
                  <a:cubicBezTo>
                    <a:pt x="61435" y="11969"/>
                    <a:pt x="61458" y="11838"/>
                    <a:pt x="61430" y="11783"/>
                  </a:cubicBezTo>
                  <a:cubicBezTo>
                    <a:pt x="61430" y="11722"/>
                    <a:pt x="61582" y="11570"/>
                    <a:pt x="61643" y="11509"/>
                  </a:cubicBezTo>
                  <a:cubicBezTo>
                    <a:pt x="61646" y="11508"/>
                    <a:pt x="61649" y="11507"/>
                    <a:pt x="61652" y="11507"/>
                  </a:cubicBezTo>
                  <a:cubicBezTo>
                    <a:pt x="61709" y="11507"/>
                    <a:pt x="61761" y="11787"/>
                    <a:pt x="61674" y="11874"/>
                  </a:cubicBezTo>
                  <a:cubicBezTo>
                    <a:pt x="61613" y="11935"/>
                    <a:pt x="61552" y="12056"/>
                    <a:pt x="61552" y="12178"/>
                  </a:cubicBezTo>
                  <a:cubicBezTo>
                    <a:pt x="61582" y="12239"/>
                    <a:pt x="61582" y="12330"/>
                    <a:pt x="61582" y="12391"/>
                  </a:cubicBezTo>
                  <a:lnTo>
                    <a:pt x="61674" y="12451"/>
                  </a:lnTo>
                  <a:lnTo>
                    <a:pt x="61704" y="12482"/>
                  </a:lnTo>
                  <a:cubicBezTo>
                    <a:pt x="61826" y="12451"/>
                    <a:pt x="61795" y="12299"/>
                    <a:pt x="61734" y="12239"/>
                  </a:cubicBezTo>
                  <a:cubicBezTo>
                    <a:pt x="61704" y="12178"/>
                    <a:pt x="61856" y="12117"/>
                    <a:pt x="61886" y="12117"/>
                  </a:cubicBezTo>
                  <a:cubicBezTo>
                    <a:pt x="61917" y="12087"/>
                    <a:pt x="61947" y="11965"/>
                    <a:pt x="61917" y="11935"/>
                  </a:cubicBezTo>
                  <a:cubicBezTo>
                    <a:pt x="61917" y="11911"/>
                    <a:pt x="61930" y="11901"/>
                    <a:pt x="61953" y="11901"/>
                  </a:cubicBezTo>
                  <a:cubicBezTo>
                    <a:pt x="61991" y="11901"/>
                    <a:pt x="62054" y="11927"/>
                    <a:pt x="62130" y="11965"/>
                  </a:cubicBezTo>
                  <a:lnTo>
                    <a:pt x="62251" y="11995"/>
                  </a:lnTo>
                  <a:lnTo>
                    <a:pt x="62282" y="11995"/>
                  </a:lnTo>
                  <a:cubicBezTo>
                    <a:pt x="62373" y="11935"/>
                    <a:pt x="62251" y="11691"/>
                    <a:pt x="62342" y="11631"/>
                  </a:cubicBezTo>
                  <a:cubicBezTo>
                    <a:pt x="62434" y="11570"/>
                    <a:pt x="62403" y="11509"/>
                    <a:pt x="62373" y="11509"/>
                  </a:cubicBezTo>
                  <a:cubicBezTo>
                    <a:pt x="62342" y="11479"/>
                    <a:pt x="62373" y="11448"/>
                    <a:pt x="62464" y="11418"/>
                  </a:cubicBezTo>
                  <a:lnTo>
                    <a:pt x="62525" y="11388"/>
                  </a:lnTo>
                  <a:lnTo>
                    <a:pt x="62707" y="11205"/>
                  </a:lnTo>
                  <a:cubicBezTo>
                    <a:pt x="62859" y="11327"/>
                    <a:pt x="63041" y="11600"/>
                    <a:pt x="63102" y="11600"/>
                  </a:cubicBezTo>
                  <a:cubicBezTo>
                    <a:pt x="63163" y="11570"/>
                    <a:pt x="63163" y="11388"/>
                    <a:pt x="63163" y="11327"/>
                  </a:cubicBezTo>
                  <a:cubicBezTo>
                    <a:pt x="63133" y="11266"/>
                    <a:pt x="62859" y="11236"/>
                    <a:pt x="62829" y="11144"/>
                  </a:cubicBezTo>
                  <a:cubicBezTo>
                    <a:pt x="62768" y="11084"/>
                    <a:pt x="62920" y="10992"/>
                    <a:pt x="63163" y="10992"/>
                  </a:cubicBezTo>
                  <a:lnTo>
                    <a:pt x="63163" y="10780"/>
                  </a:lnTo>
                  <a:cubicBezTo>
                    <a:pt x="63224" y="10780"/>
                    <a:pt x="63285" y="10810"/>
                    <a:pt x="63285" y="10810"/>
                  </a:cubicBezTo>
                  <a:cubicBezTo>
                    <a:pt x="63285" y="10840"/>
                    <a:pt x="63285" y="10901"/>
                    <a:pt x="63315" y="10932"/>
                  </a:cubicBezTo>
                  <a:lnTo>
                    <a:pt x="63467" y="10932"/>
                  </a:lnTo>
                  <a:cubicBezTo>
                    <a:pt x="63528" y="10992"/>
                    <a:pt x="63589" y="11144"/>
                    <a:pt x="63649" y="11205"/>
                  </a:cubicBezTo>
                  <a:cubicBezTo>
                    <a:pt x="63658" y="11209"/>
                    <a:pt x="63667" y="11211"/>
                    <a:pt x="63676" y="11211"/>
                  </a:cubicBezTo>
                  <a:cubicBezTo>
                    <a:pt x="63734" y="11211"/>
                    <a:pt x="63806" y="11140"/>
                    <a:pt x="63832" y="11114"/>
                  </a:cubicBezTo>
                  <a:cubicBezTo>
                    <a:pt x="63832" y="11053"/>
                    <a:pt x="63832" y="10962"/>
                    <a:pt x="63832" y="10932"/>
                  </a:cubicBezTo>
                  <a:lnTo>
                    <a:pt x="63710" y="10932"/>
                  </a:lnTo>
                  <a:cubicBezTo>
                    <a:pt x="63680" y="10810"/>
                    <a:pt x="63710" y="10719"/>
                    <a:pt x="63741" y="10628"/>
                  </a:cubicBezTo>
                  <a:lnTo>
                    <a:pt x="63801" y="10536"/>
                  </a:lnTo>
                  <a:cubicBezTo>
                    <a:pt x="63862" y="10476"/>
                    <a:pt x="63923" y="10445"/>
                    <a:pt x="64014" y="10445"/>
                  </a:cubicBezTo>
                  <a:lnTo>
                    <a:pt x="64045" y="10445"/>
                  </a:lnTo>
                  <a:cubicBezTo>
                    <a:pt x="64061" y="10470"/>
                    <a:pt x="64084" y="10481"/>
                    <a:pt x="64111" y="10481"/>
                  </a:cubicBezTo>
                  <a:cubicBezTo>
                    <a:pt x="64187" y="10481"/>
                    <a:pt x="64298" y="10396"/>
                    <a:pt x="64409" y="10263"/>
                  </a:cubicBezTo>
                  <a:lnTo>
                    <a:pt x="64622" y="10202"/>
                  </a:lnTo>
                  <a:lnTo>
                    <a:pt x="64744" y="10172"/>
                  </a:lnTo>
                  <a:cubicBezTo>
                    <a:pt x="64865" y="10202"/>
                    <a:pt x="64987" y="10415"/>
                    <a:pt x="65078" y="10415"/>
                  </a:cubicBezTo>
                  <a:lnTo>
                    <a:pt x="65291" y="10445"/>
                  </a:lnTo>
                  <a:lnTo>
                    <a:pt x="65321" y="10445"/>
                  </a:lnTo>
                  <a:cubicBezTo>
                    <a:pt x="65337" y="10437"/>
                    <a:pt x="65356" y="10433"/>
                    <a:pt x="65375" y="10433"/>
                  </a:cubicBezTo>
                  <a:cubicBezTo>
                    <a:pt x="65429" y="10433"/>
                    <a:pt x="65489" y="10462"/>
                    <a:pt x="65534" y="10506"/>
                  </a:cubicBezTo>
                  <a:lnTo>
                    <a:pt x="65595" y="10506"/>
                  </a:lnTo>
                  <a:cubicBezTo>
                    <a:pt x="65625" y="10476"/>
                    <a:pt x="65655" y="10445"/>
                    <a:pt x="65655" y="10415"/>
                  </a:cubicBezTo>
                  <a:lnTo>
                    <a:pt x="65655" y="10384"/>
                  </a:lnTo>
                  <a:cubicBezTo>
                    <a:pt x="65625" y="10354"/>
                    <a:pt x="65625" y="10324"/>
                    <a:pt x="65625" y="10293"/>
                  </a:cubicBezTo>
                  <a:lnTo>
                    <a:pt x="65716" y="10172"/>
                  </a:lnTo>
                  <a:cubicBezTo>
                    <a:pt x="65774" y="10114"/>
                    <a:pt x="65844" y="10093"/>
                    <a:pt x="65895" y="10093"/>
                  </a:cubicBezTo>
                  <a:cubicBezTo>
                    <a:pt x="65925" y="10093"/>
                    <a:pt x="65948" y="10100"/>
                    <a:pt x="65959" y="10111"/>
                  </a:cubicBezTo>
                  <a:cubicBezTo>
                    <a:pt x="65959" y="10126"/>
                    <a:pt x="65975" y="10134"/>
                    <a:pt x="65997" y="10134"/>
                  </a:cubicBezTo>
                  <a:cubicBezTo>
                    <a:pt x="66020" y="10134"/>
                    <a:pt x="66051" y="10126"/>
                    <a:pt x="66081" y="10111"/>
                  </a:cubicBezTo>
                  <a:lnTo>
                    <a:pt x="66111" y="10080"/>
                  </a:lnTo>
                  <a:lnTo>
                    <a:pt x="66172" y="10050"/>
                  </a:lnTo>
                  <a:cubicBezTo>
                    <a:pt x="66233" y="10050"/>
                    <a:pt x="66203" y="9868"/>
                    <a:pt x="66172" y="9837"/>
                  </a:cubicBezTo>
                  <a:cubicBezTo>
                    <a:pt x="66111" y="9807"/>
                    <a:pt x="65868" y="9777"/>
                    <a:pt x="65777" y="9777"/>
                  </a:cubicBezTo>
                  <a:cubicBezTo>
                    <a:pt x="65686" y="9777"/>
                    <a:pt x="65686" y="9716"/>
                    <a:pt x="65747" y="9685"/>
                  </a:cubicBezTo>
                  <a:cubicBezTo>
                    <a:pt x="65777" y="9670"/>
                    <a:pt x="65807" y="9663"/>
                    <a:pt x="65842" y="9663"/>
                  </a:cubicBezTo>
                  <a:cubicBezTo>
                    <a:pt x="65876" y="9663"/>
                    <a:pt x="65914" y="9670"/>
                    <a:pt x="65959" y="9685"/>
                  </a:cubicBezTo>
                  <a:lnTo>
                    <a:pt x="66020" y="9655"/>
                  </a:lnTo>
                  <a:lnTo>
                    <a:pt x="66233" y="9503"/>
                  </a:lnTo>
                  <a:cubicBezTo>
                    <a:pt x="66507" y="9381"/>
                    <a:pt x="66780" y="9229"/>
                    <a:pt x="66841" y="9199"/>
                  </a:cubicBezTo>
                  <a:cubicBezTo>
                    <a:pt x="66847" y="9193"/>
                    <a:pt x="66859" y="9190"/>
                    <a:pt x="66874" y="9190"/>
                  </a:cubicBezTo>
                  <a:cubicBezTo>
                    <a:pt x="66915" y="9190"/>
                    <a:pt x="66979" y="9208"/>
                    <a:pt x="67020" y="9208"/>
                  </a:cubicBezTo>
                  <a:cubicBezTo>
                    <a:pt x="67035" y="9208"/>
                    <a:pt x="67047" y="9205"/>
                    <a:pt x="67054" y="9199"/>
                  </a:cubicBezTo>
                  <a:cubicBezTo>
                    <a:pt x="67145" y="9138"/>
                    <a:pt x="67236" y="9077"/>
                    <a:pt x="67327" y="9047"/>
                  </a:cubicBezTo>
                  <a:cubicBezTo>
                    <a:pt x="67338" y="9042"/>
                    <a:pt x="67349" y="9039"/>
                    <a:pt x="67359" y="9039"/>
                  </a:cubicBezTo>
                  <a:cubicBezTo>
                    <a:pt x="67409" y="9039"/>
                    <a:pt x="67454" y="9094"/>
                    <a:pt x="67479" y="9169"/>
                  </a:cubicBezTo>
                  <a:lnTo>
                    <a:pt x="67327" y="9169"/>
                  </a:lnTo>
                  <a:cubicBezTo>
                    <a:pt x="67297" y="9229"/>
                    <a:pt x="67327" y="9290"/>
                    <a:pt x="67418" y="9290"/>
                  </a:cubicBezTo>
                  <a:lnTo>
                    <a:pt x="67449" y="9290"/>
                  </a:lnTo>
                  <a:cubicBezTo>
                    <a:pt x="67510" y="9290"/>
                    <a:pt x="67540" y="9229"/>
                    <a:pt x="67570" y="9199"/>
                  </a:cubicBezTo>
                  <a:cubicBezTo>
                    <a:pt x="67662" y="9138"/>
                    <a:pt x="67692" y="9108"/>
                    <a:pt x="67570" y="9017"/>
                  </a:cubicBezTo>
                  <a:lnTo>
                    <a:pt x="67570" y="8956"/>
                  </a:lnTo>
                  <a:lnTo>
                    <a:pt x="67783" y="8925"/>
                  </a:lnTo>
                  <a:cubicBezTo>
                    <a:pt x="68057" y="8773"/>
                    <a:pt x="68330" y="8622"/>
                    <a:pt x="68543" y="8409"/>
                  </a:cubicBezTo>
                  <a:lnTo>
                    <a:pt x="68877" y="8409"/>
                  </a:lnTo>
                  <a:cubicBezTo>
                    <a:pt x="68908" y="8409"/>
                    <a:pt x="68999" y="8378"/>
                    <a:pt x="68999" y="8348"/>
                  </a:cubicBezTo>
                  <a:cubicBezTo>
                    <a:pt x="69022" y="8280"/>
                    <a:pt x="69062" y="8245"/>
                    <a:pt x="69119" y="8245"/>
                  </a:cubicBezTo>
                  <a:cubicBezTo>
                    <a:pt x="69138" y="8245"/>
                    <a:pt x="69159" y="8249"/>
                    <a:pt x="69181" y="8257"/>
                  </a:cubicBezTo>
                  <a:lnTo>
                    <a:pt x="69212" y="8287"/>
                  </a:lnTo>
                  <a:cubicBezTo>
                    <a:pt x="69215" y="8294"/>
                    <a:pt x="69220" y="8297"/>
                    <a:pt x="69226" y="8297"/>
                  </a:cubicBezTo>
                  <a:cubicBezTo>
                    <a:pt x="69275" y="8297"/>
                    <a:pt x="69404" y="8101"/>
                    <a:pt x="69485" y="8074"/>
                  </a:cubicBezTo>
                  <a:cubicBezTo>
                    <a:pt x="69491" y="8072"/>
                    <a:pt x="69497" y="8070"/>
                    <a:pt x="69503" y="8070"/>
                  </a:cubicBezTo>
                  <a:cubicBezTo>
                    <a:pt x="69562" y="8070"/>
                    <a:pt x="69650" y="8184"/>
                    <a:pt x="69642" y="8267"/>
                  </a:cubicBezTo>
                  <a:lnTo>
                    <a:pt x="69642" y="8267"/>
                  </a:lnTo>
                  <a:cubicBezTo>
                    <a:pt x="69665" y="8208"/>
                    <a:pt x="69727" y="8076"/>
                    <a:pt x="69789" y="8014"/>
                  </a:cubicBezTo>
                  <a:lnTo>
                    <a:pt x="70002" y="7740"/>
                  </a:lnTo>
                  <a:lnTo>
                    <a:pt x="70032" y="7740"/>
                  </a:lnTo>
                  <a:lnTo>
                    <a:pt x="70215" y="7710"/>
                  </a:lnTo>
                  <a:cubicBezTo>
                    <a:pt x="70291" y="7679"/>
                    <a:pt x="70374" y="7664"/>
                    <a:pt x="70454" y="7664"/>
                  </a:cubicBezTo>
                  <a:cubicBezTo>
                    <a:pt x="70534" y="7664"/>
                    <a:pt x="70610" y="7679"/>
                    <a:pt x="70671" y="7710"/>
                  </a:cubicBezTo>
                  <a:cubicBezTo>
                    <a:pt x="70679" y="7718"/>
                    <a:pt x="70694" y="7722"/>
                    <a:pt x="70713" y="7722"/>
                  </a:cubicBezTo>
                  <a:cubicBezTo>
                    <a:pt x="70766" y="7722"/>
                    <a:pt x="70855" y="7693"/>
                    <a:pt x="70944" y="7649"/>
                  </a:cubicBezTo>
                  <a:lnTo>
                    <a:pt x="71005" y="7527"/>
                  </a:lnTo>
                  <a:cubicBezTo>
                    <a:pt x="71127" y="7333"/>
                    <a:pt x="71326" y="7235"/>
                    <a:pt x="71541" y="7235"/>
                  </a:cubicBezTo>
                  <a:cubicBezTo>
                    <a:pt x="71595" y="7235"/>
                    <a:pt x="71650" y="7242"/>
                    <a:pt x="71704" y="7254"/>
                  </a:cubicBezTo>
                  <a:cubicBezTo>
                    <a:pt x="71765" y="7193"/>
                    <a:pt x="71826" y="7132"/>
                    <a:pt x="71856" y="7071"/>
                  </a:cubicBezTo>
                  <a:cubicBezTo>
                    <a:pt x="71887" y="7041"/>
                    <a:pt x="72008" y="7041"/>
                    <a:pt x="72130" y="7041"/>
                  </a:cubicBezTo>
                  <a:lnTo>
                    <a:pt x="72221" y="6919"/>
                  </a:lnTo>
                  <a:lnTo>
                    <a:pt x="72282" y="6767"/>
                  </a:lnTo>
                  <a:cubicBezTo>
                    <a:pt x="72403" y="6798"/>
                    <a:pt x="72525" y="6798"/>
                    <a:pt x="72647" y="6828"/>
                  </a:cubicBezTo>
                  <a:cubicBezTo>
                    <a:pt x="72677" y="6798"/>
                    <a:pt x="72950" y="6524"/>
                    <a:pt x="73102" y="6494"/>
                  </a:cubicBezTo>
                  <a:cubicBezTo>
                    <a:pt x="73224" y="6463"/>
                    <a:pt x="73315" y="6403"/>
                    <a:pt x="73437" y="6372"/>
                  </a:cubicBezTo>
                  <a:cubicBezTo>
                    <a:pt x="73254" y="6251"/>
                    <a:pt x="73437" y="6190"/>
                    <a:pt x="73498" y="6159"/>
                  </a:cubicBezTo>
                  <a:lnTo>
                    <a:pt x="73650" y="6068"/>
                  </a:lnTo>
                  <a:cubicBezTo>
                    <a:pt x="73802" y="6007"/>
                    <a:pt x="73954" y="5947"/>
                    <a:pt x="74105" y="5947"/>
                  </a:cubicBezTo>
                  <a:lnTo>
                    <a:pt x="74349" y="5947"/>
                  </a:lnTo>
                  <a:cubicBezTo>
                    <a:pt x="74470" y="5916"/>
                    <a:pt x="74561" y="5856"/>
                    <a:pt x="74653" y="5764"/>
                  </a:cubicBezTo>
                  <a:cubicBezTo>
                    <a:pt x="74698" y="5719"/>
                    <a:pt x="74709" y="5640"/>
                    <a:pt x="74762" y="5640"/>
                  </a:cubicBezTo>
                  <a:cubicBezTo>
                    <a:pt x="74781" y="5640"/>
                    <a:pt x="74804" y="5650"/>
                    <a:pt x="74835" y="5673"/>
                  </a:cubicBezTo>
                  <a:cubicBezTo>
                    <a:pt x="74865" y="5673"/>
                    <a:pt x="74835" y="5795"/>
                    <a:pt x="74835" y="5886"/>
                  </a:cubicBezTo>
                  <a:lnTo>
                    <a:pt x="74835" y="5916"/>
                  </a:lnTo>
                  <a:cubicBezTo>
                    <a:pt x="74828" y="5920"/>
                    <a:pt x="74826" y="5921"/>
                    <a:pt x="74828" y="5921"/>
                  </a:cubicBezTo>
                  <a:cubicBezTo>
                    <a:pt x="74842" y="5921"/>
                    <a:pt x="75105" y="5819"/>
                    <a:pt x="75078" y="5764"/>
                  </a:cubicBezTo>
                  <a:lnTo>
                    <a:pt x="75017" y="5582"/>
                  </a:lnTo>
                  <a:lnTo>
                    <a:pt x="75230" y="5582"/>
                  </a:lnTo>
                  <a:cubicBezTo>
                    <a:pt x="75291" y="5582"/>
                    <a:pt x="75321" y="5673"/>
                    <a:pt x="75321" y="5825"/>
                  </a:cubicBezTo>
                  <a:lnTo>
                    <a:pt x="75291" y="5947"/>
                  </a:lnTo>
                  <a:cubicBezTo>
                    <a:pt x="75352" y="5947"/>
                    <a:pt x="75382" y="5795"/>
                    <a:pt x="75382" y="5734"/>
                  </a:cubicBezTo>
                  <a:cubicBezTo>
                    <a:pt x="75382" y="5673"/>
                    <a:pt x="75686" y="5643"/>
                    <a:pt x="75808" y="5643"/>
                  </a:cubicBezTo>
                  <a:cubicBezTo>
                    <a:pt x="75960" y="5643"/>
                    <a:pt x="76112" y="5582"/>
                    <a:pt x="76264" y="5521"/>
                  </a:cubicBezTo>
                  <a:cubicBezTo>
                    <a:pt x="76324" y="5430"/>
                    <a:pt x="76294" y="5278"/>
                    <a:pt x="76233" y="5217"/>
                  </a:cubicBezTo>
                  <a:cubicBezTo>
                    <a:pt x="76218" y="5202"/>
                    <a:pt x="76188" y="5194"/>
                    <a:pt x="76153" y="5194"/>
                  </a:cubicBezTo>
                  <a:cubicBezTo>
                    <a:pt x="76119" y="5194"/>
                    <a:pt x="76081" y="5202"/>
                    <a:pt x="76051" y="5217"/>
                  </a:cubicBezTo>
                  <a:lnTo>
                    <a:pt x="76020" y="5248"/>
                  </a:lnTo>
                  <a:lnTo>
                    <a:pt x="75990" y="5248"/>
                  </a:lnTo>
                  <a:cubicBezTo>
                    <a:pt x="75990" y="5251"/>
                    <a:pt x="75990" y="5252"/>
                    <a:pt x="75989" y="5252"/>
                  </a:cubicBezTo>
                  <a:cubicBezTo>
                    <a:pt x="75984" y="5252"/>
                    <a:pt x="75963" y="5153"/>
                    <a:pt x="75990" y="5126"/>
                  </a:cubicBezTo>
                  <a:cubicBezTo>
                    <a:pt x="76020" y="5096"/>
                    <a:pt x="76172" y="4944"/>
                    <a:pt x="76112" y="4913"/>
                  </a:cubicBezTo>
                  <a:cubicBezTo>
                    <a:pt x="76051" y="4852"/>
                    <a:pt x="76020" y="4700"/>
                    <a:pt x="75960" y="4670"/>
                  </a:cubicBezTo>
                  <a:cubicBezTo>
                    <a:pt x="75868" y="4579"/>
                    <a:pt x="75777" y="4488"/>
                    <a:pt x="75686" y="4366"/>
                  </a:cubicBezTo>
                  <a:lnTo>
                    <a:pt x="75747" y="4336"/>
                  </a:lnTo>
                  <a:lnTo>
                    <a:pt x="75899" y="4184"/>
                  </a:lnTo>
                  <a:cubicBezTo>
                    <a:pt x="75747" y="4093"/>
                    <a:pt x="75413" y="4001"/>
                    <a:pt x="75413" y="3910"/>
                  </a:cubicBezTo>
                  <a:cubicBezTo>
                    <a:pt x="75413" y="3880"/>
                    <a:pt x="75413" y="3819"/>
                    <a:pt x="75413" y="3758"/>
                  </a:cubicBezTo>
                  <a:cubicBezTo>
                    <a:pt x="75413" y="3758"/>
                    <a:pt x="75504" y="3819"/>
                    <a:pt x="75564" y="3849"/>
                  </a:cubicBezTo>
                  <a:cubicBezTo>
                    <a:pt x="75567" y="3852"/>
                    <a:pt x="75570" y="3853"/>
                    <a:pt x="75574" y="3853"/>
                  </a:cubicBezTo>
                  <a:cubicBezTo>
                    <a:pt x="75621" y="3853"/>
                    <a:pt x="75773" y="3695"/>
                    <a:pt x="75716" y="3667"/>
                  </a:cubicBezTo>
                  <a:cubicBezTo>
                    <a:pt x="75625" y="3576"/>
                    <a:pt x="75504" y="3515"/>
                    <a:pt x="75413" y="3424"/>
                  </a:cubicBezTo>
                  <a:lnTo>
                    <a:pt x="75504" y="3333"/>
                  </a:lnTo>
                  <a:lnTo>
                    <a:pt x="75656" y="3181"/>
                  </a:lnTo>
                  <a:cubicBezTo>
                    <a:pt x="75628" y="3175"/>
                    <a:pt x="75601" y="3173"/>
                    <a:pt x="75576" y="3173"/>
                  </a:cubicBezTo>
                  <a:cubicBezTo>
                    <a:pt x="75463" y="3173"/>
                    <a:pt x="75382" y="3222"/>
                    <a:pt x="75382" y="3272"/>
                  </a:cubicBezTo>
                  <a:cubicBezTo>
                    <a:pt x="75382" y="3302"/>
                    <a:pt x="75169" y="3393"/>
                    <a:pt x="75109" y="3424"/>
                  </a:cubicBezTo>
                  <a:cubicBezTo>
                    <a:pt x="75017" y="3424"/>
                    <a:pt x="74774" y="3272"/>
                    <a:pt x="74713" y="3211"/>
                  </a:cubicBezTo>
                  <a:cubicBezTo>
                    <a:pt x="74653" y="3150"/>
                    <a:pt x="74713" y="2968"/>
                    <a:pt x="74774" y="2938"/>
                  </a:cubicBezTo>
                  <a:cubicBezTo>
                    <a:pt x="74835" y="2907"/>
                    <a:pt x="74501" y="2573"/>
                    <a:pt x="74288" y="2542"/>
                  </a:cubicBezTo>
                  <a:cubicBezTo>
                    <a:pt x="74197" y="2512"/>
                    <a:pt x="74113" y="2497"/>
                    <a:pt x="74052" y="2497"/>
                  </a:cubicBezTo>
                  <a:cubicBezTo>
                    <a:pt x="73992" y="2497"/>
                    <a:pt x="73954" y="2512"/>
                    <a:pt x="73954" y="2542"/>
                  </a:cubicBezTo>
                  <a:cubicBezTo>
                    <a:pt x="73931" y="2576"/>
                    <a:pt x="73917" y="2589"/>
                    <a:pt x="73907" y="2589"/>
                  </a:cubicBezTo>
                  <a:cubicBezTo>
                    <a:pt x="73889" y="2589"/>
                    <a:pt x="73882" y="2550"/>
                    <a:pt x="73862" y="2512"/>
                  </a:cubicBezTo>
                  <a:cubicBezTo>
                    <a:pt x="73832" y="2482"/>
                    <a:pt x="73802" y="2451"/>
                    <a:pt x="73741" y="2451"/>
                  </a:cubicBezTo>
                  <a:lnTo>
                    <a:pt x="73619" y="2482"/>
                  </a:lnTo>
                  <a:cubicBezTo>
                    <a:pt x="73680" y="2512"/>
                    <a:pt x="73710" y="2573"/>
                    <a:pt x="73650" y="2603"/>
                  </a:cubicBezTo>
                  <a:lnTo>
                    <a:pt x="73619" y="2603"/>
                  </a:lnTo>
                  <a:cubicBezTo>
                    <a:pt x="73577" y="2582"/>
                    <a:pt x="73550" y="2547"/>
                    <a:pt x="73507" y="2547"/>
                  </a:cubicBezTo>
                  <a:cubicBezTo>
                    <a:pt x="73487" y="2547"/>
                    <a:pt x="73465" y="2554"/>
                    <a:pt x="73437" y="2573"/>
                  </a:cubicBezTo>
                  <a:cubicBezTo>
                    <a:pt x="73382" y="2600"/>
                    <a:pt x="73327" y="2615"/>
                    <a:pt x="73276" y="2615"/>
                  </a:cubicBezTo>
                  <a:cubicBezTo>
                    <a:pt x="73212" y="2615"/>
                    <a:pt x="73153" y="2593"/>
                    <a:pt x="73102" y="2542"/>
                  </a:cubicBezTo>
                  <a:cubicBezTo>
                    <a:pt x="73072" y="2542"/>
                    <a:pt x="72950" y="2664"/>
                    <a:pt x="72859" y="2694"/>
                  </a:cubicBezTo>
                  <a:lnTo>
                    <a:pt x="72798" y="2694"/>
                  </a:lnTo>
                  <a:cubicBezTo>
                    <a:pt x="72707" y="2634"/>
                    <a:pt x="72738" y="2573"/>
                    <a:pt x="72859" y="2573"/>
                  </a:cubicBezTo>
                  <a:lnTo>
                    <a:pt x="72768" y="2390"/>
                  </a:lnTo>
                  <a:cubicBezTo>
                    <a:pt x="72688" y="2251"/>
                    <a:pt x="72700" y="2190"/>
                    <a:pt x="72658" y="2190"/>
                  </a:cubicBezTo>
                  <a:cubicBezTo>
                    <a:pt x="72636" y="2190"/>
                    <a:pt x="72598" y="2207"/>
                    <a:pt x="72525" y="2238"/>
                  </a:cubicBezTo>
                  <a:lnTo>
                    <a:pt x="72312" y="2330"/>
                  </a:lnTo>
                  <a:cubicBezTo>
                    <a:pt x="72191" y="2390"/>
                    <a:pt x="72069" y="2451"/>
                    <a:pt x="71917" y="2451"/>
                  </a:cubicBezTo>
                  <a:lnTo>
                    <a:pt x="71917" y="2421"/>
                  </a:lnTo>
                  <a:cubicBezTo>
                    <a:pt x="71917" y="2360"/>
                    <a:pt x="71978" y="2269"/>
                    <a:pt x="71826" y="2269"/>
                  </a:cubicBezTo>
                  <a:lnTo>
                    <a:pt x="71795" y="2269"/>
                  </a:lnTo>
                  <a:cubicBezTo>
                    <a:pt x="71768" y="2324"/>
                    <a:pt x="71639" y="2455"/>
                    <a:pt x="71594" y="2455"/>
                  </a:cubicBezTo>
                  <a:cubicBezTo>
                    <a:pt x="71589" y="2455"/>
                    <a:pt x="71585" y="2454"/>
                    <a:pt x="71583" y="2451"/>
                  </a:cubicBezTo>
                  <a:cubicBezTo>
                    <a:pt x="71461" y="2421"/>
                    <a:pt x="71370" y="2390"/>
                    <a:pt x="71248" y="2330"/>
                  </a:cubicBezTo>
                  <a:lnTo>
                    <a:pt x="71127" y="2451"/>
                  </a:lnTo>
                  <a:cubicBezTo>
                    <a:pt x="71089" y="2476"/>
                    <a:pt x="71067" y="2491"/>
                    <a:pt x="71037" y="2491"/>
                  </a:cubicBezTo>
                  <a:cubicBezTo>
                    <a:pt x="70994" y="2491"/>
                    <a:pt x="70935" y="2462"/>
                    <a:pt x="70792" y="2390"/>
                  </a:cubicBezTo>
                  <a:cubicBezTo>
                    <a:pt x="70762" y="2360"/>
                    <a:pt x="70732" y="2360"/>
                    <a:pt x="70732" y="2360"/>
                  </a:cubicBezTo>
                  <a:lnTo>
                    <a:pt x="70610" y="2421"/>
                  </a:lnTo>
                  <a:cubicBezTo>
                    <a:pt x="70458" y="2482"/>
                    <a:pt x="70306" y="2542"/>
                    <a:pt x="70154" y="2664"/>
                  </a:cubicBezTo>
                  <a:lnTo>
                    <a:pt x="70002" y="2542"/>
                  </a:lnTo>
                  <a:lnTo>
                    <a:pt x="69972" y="2512"/>
                  </a:lnTo>
                  <a:cubicBezTo>
                    <a:pt x="69820" y="2542"/>
                    <a:pt x="69455" y="2573"/>
                    <a:pt x="69364" y="2603"/>
                  </a:cubicBezTo>
                  <a:cubicBezTo>
                    <a:pt x="69273" y="2634"/>
                    <a:pt x="69181" y="2664"/>
                    <a:pt x="69090" y="2694"/>
                  </a:cubicBezTo>
                  <a:lnTo>
                    <a:pt x="69060" y="2664"/>
                  </a:lnTo>
                  <a:cubicBezTo>
                    <a:pt x="69029" y="2634"/>
                    <a:pt x="69007" y="2618"/>
                    <a:pt x="68984" y="2618"/>
                  </a:cubicBezTo>
                  <a:cubicBezTo>
                    <a:pt x="68961" y="2618"/>
                    <a:pt x="68938" y="2634"/>
                    <a:pt x="68908" y="2664"/>
                  </a:cubicBezTo>
                  <a:lnTo>
                    <a:pt x="68786" y="2786"/>
                  </a:lnTo>
                  <a:cubicBezTo>
                    <a:pt x="68665" y="2770"/>
                    <a:pt x="68543" y="2763"/>
                    <a:pt x="68425" y="2763"/>
                  </a:cubicBezTo>
                  <a:cubicBezTo>
                    <a:pt x="68308" y="2763"/>
                    <a:pt x="68194" y="2770"/>
                    <a:pt x="68087" y="2786"/>
                  </a:cubicBezTo>
                  <a:cubicBezTo>
                    <a:pt x="67996" y="2846"/>
                    <a:pt x="67905" y="2846"/>
                    <a:pt x="67814" y="2877"/>
                  </a:cubicBezTo>
                  <a:lnTo>
                    <a:pt x="67783" y="2877"/>
                  </a:lnTo>
                  <a:cubicBezTo>
                    <a:pt x="67738" y="2862"/>
                    <a:pt x="67700" y="2854"/>
                    <a:pt x="67662" y="2854"/>
                  </a:cubicBezTo>
                  <a:cubicBezTo>
                    <a:pt x="67624" y="2854"/>
                    <a:pt x="67586" y="2862"/>
                    <a:pt x="67540" y="2877"/>
                  </a:cubicBezTo>
                  <a:lnTo>
                    <a:pt x="67479" y="3029"/>
                  </a:lnTo>
                  <a:cubicBezTo>
                    <a:pt x="67433" y="3006"/>
                    <a:pt x="67382" y="2996"/>
                    <a:pt x="67330" y="2996"/>
                  </a:cubicBezTo>
                  <a:cubicBezTo>
                    <a:pt x="67246" y="2996"/>
                    <a:pt x="67159" y="3022"/>
                    <a:pt x="67084" y="3059"/>
                  </a:cubicBezTo>
                  <a:lnTo>
                    <a:pt x="66993" y="3150"/>
                  </a:lnTo>
                  <a:cubicBezTo>
                    <a:pt x="66932" y="3150"/>
                    <a:pt x="66841" y="3059"/>
                    <a:pt x="66811" y="2998"/>
                  </a:cubicBezTo>
                  <a:cubicBezTo>
                    <a:pt x="66802" y="2990"/>
                    <a:pt x="66788" y="2986"/>
                    <a:pt x="66769" y="2986"/>
                  </a:cubicBezTo>
                  <a:cubicBezTo>
                    <a:pt x="66719" y="2986"/>
                    <a:pt x="66642" y="3015"/>
                    <a:pt x="66598" y="3059"/>
                  </a:cubicBezTo>
                  <a:lnTo>
                    <a:pt x="66476" y="3059"/>
                  </a:lnTo>
                  <a:cubicBezTo>
                    <a:pt x="66355" y="3090"/>
                    <a:pt x="66233" y="3120"/>
                    <a:pt x="66111" y="3181"/>
                  </a:cubicBezTo>
                  <a:lnTo>
                    <a:pt x="65929" y="3241"/>
                  </a:lnTo>
                  <a:cubicBezTo>
                    <a:pt x="65716" y="3302"/>
                    <a:pt x="65321" y="3363"/>
                    <a:pt x="65321" y="3454"/>
                  </a:cubicBezTo>
                  <a:cubicBezTo>
                    <a:pt x="65321" y="3545"/>
                    <a:pt x="65108" y="3637"/>
                    <a:pt x="64835" y="3667"/>
                  </a:cubicBezTo>
                  <a:lnTo>
                    <a:pt x="64592" y="3576"/>
                  </a:lnTo>
                  <a:cubicBezTo>
                    <a:pt x="64571" y="3566"/>
                    <a:pt x="64544" y="3559"/>
                    <a:pt x="64517" y="3559"/>
                  </a:cubicBezTo>
                  <a:cubicBezTo>
                    <a:pt x="64463" y="3559"/>
                    <a:pt x="64409" y="3586"/>
                    <a:pt x="64409" y="3667"/>
                  </a:cubicBezTo>
                  <a:cubicBezTo>
                    <a:pt x="64409" y="3725"/>
                    <a:pt x="64373" y="3746"/>
                    <a:pt x="64323" y="3746"/>
                  </a:cubicBezTo>
                  <a:cubicBezTo>
                    <a:pt x="64294" y="3746"/>
                    <a:pt x="64260" y="3739"/>
                    <a:pt x="64227" y="3728"/>
                  </a:cubicBezTo>
                  <a:lnTo>
                    <a:pt x="64166" y="3697"/>
                  </a:lnTo>
                  <a:cubicBezTo>
                    <a:pt x="63923" y="3758"/>
                    <a:pt x="63680" y="3849"/>
                    <a:pt x="63467" y="3971"/>
                  </a:cubicBezTo>
                  <a:cubicBezTo>
                    <a:pt x="63315" y="4062"/>
                    <a:pt x="63254" y="4214"/>
                    <a:pt x="63285" y="4275"/>
                  </a:cubicBezTo>
                  <a:cubicBezTo>
                    <a:pt x="63315" y="4305"/>
                    <a:pt x="63163" y="4366"/>
                    <a:pt x="62920" y="4366"/>
                  </a:cubicBezTo>
                  <a:lnTo>
                    <a:pt x="62738" y="4275"/>
                  </a:lnTo>
                  <a:cubicBezTo>
                    <a:pt x="62669" y="4246"/>
                    <a:pt x="62617" y="4232"/>
                    <a:pt x="62561" y="4232"/>
                  </a:cubicBezTo>
                  <a:cubicBezTo>
                    <a:pt x="62442" y="4232"/>
                    <a:pt x="62308" y="4293"/>
                    <a:pt x="61978" y="4397"/>
                  </a:cubicBezTo>
                  <a:lnTo>
                    <a:pt x="61826" y="4457"/>
                  </a:lnTo>
                  <a:cubicBezTo>
                    <a:pt x="61734" y="4549"/>
                    <a:pt x="61613" y="4609"/>
                    <a:pt x="61491" y="4670"/>
                  </a:cubicBezTo>
                  <a:cubicBezTo>
                    <a:pt x="61438" y="4604"/>
                    <a:pt x="61373" y="4590"/>
                    <a:pt x="61307" y="4590"/>
                  </a:cubicBezTo>
                  <a:cubicBezTo>
                    <a:pt x="61258" y="4590"/>
                    <a:pt x="61208" y="4597"/>
                    <a:pt x="61161" y="4597"/>
                  </a:cubicBezTo>
                  <a:cubicBezTo>
                    <a:pt x="61127" y="4597"/>
                    <a:pt x="61095" y="4593"/>
                    <a:pt x="61066" y="4579"/>
                  </a:cubicBezTo>
                  <a:lnTo>
                    <a:pt x="60883" y="4457"/>
                  </a:lnTo>
                  <a:cubicBezTo>
                    <a:pt x="60731" y="4640"/>
                    <a:pt x="60579" y="4822"/>
                    <a:pt x="60367" y="4974"/>
                  </a:cubicBezTo>
                  <a:cubicBezTo>
                    <a:pt x="60275" y="5035"/>
                    <a:pt x="60123" y="5156"/>
                    <a:pt x="60032" y="5217"/>
                  </a:cubicBezTo>
                  <a:lnTo>
                    <a:pt x="59941" y="5096"/>
                  </a:lnTo>
                  <a:lnTo>
                    <a:pt x="59516" y="5187"/>
                  </a:lnTo>
                  <a:lnTo>
                    <a:pt x="59424" y="5278"/>
                  </a:lnTo>
                  <a:cubicBezTo>
                    <a:pt x="59303" y="5369"/>
                    <a:pt x="58968" y="5369"/>
                    <a:pt x="58938" y="5400"/>
                  </a:cubicBezTo>
                  <a:cubicBezTo>
                    <a:pt x="58816" y="5491"/>
                    <a:pt x="58725" y="5552"/>
                    <a:pt x="58604" y="5582"/>
                  </a:cubicBezTo>
                  <a:cubicBezTo>
                    <a:pt x="58512" y="5612"/>
                    <a:pt x="58421" y="5643"/>
                    <a:pt x="58361" y="5673"/>
                  </a:cubicBezTo>
                  <a:lnTo>
                    <a:pt x="58361" y="5704"/>
                  </a:lnTo>
                  <a:lnTo>
                    <a:pt x="57874" y="5977"/>
                  </a:lnTo>
                  <a:cubicBezTo>
                    <a:pt x="57808" y="5926"/>
                    <a:pt x="57749" y="5906"/>
                    <a:pt x="57695" y="5906"/>
                  </a:cubicBezTo>
                  <a:cubicBezTo>
                    <a:pt x="57524" y="5906"/>
                    <a:pt x="57397" y="6099"/>
                    <a:pt x="57236" y="6099"/>
                  </a:cubicBezTo>
                  <a:cubicBezTo>
                    <a:pt x="57205" y="6099"/>
                    <a:pt x="57145" y="6159"/>
                    <a:pt x="57145" y="6190"/>
                  </a:cubicBezTo>
                  <a:cubicBezTo>
                    <a:pt x="57099" y="6258"/>
                    <a:pt x="57088" y="6292"/>
                    <a:pt x="57072" y="6292"/>
                  </a:cubicBezTo>
                  <a:cubicBezTo>
                    <a:pt x="57067" y="6292"/>
                    <a:pt x="57061" y="6289"/>
                    <a:pt x="57054" y="6281"/>
                  </a:cubicBezTo>
                  <a:lnTo>
                    <a:pt x="56962" y="6251"/>
                  </a:lnTo>
                  <a:cubicBezTo>
                    <a:pt x="56841" y="6220"/>
                    <a:pt x="56810" y="6068"/>
                    <a:pt x="56902" y="5977"/>
                  </a:cubicBezTo>
                  <a:lnTo>
                    <a:pt x="57205" y="5977"/>
                  </a:lnTo>
                  <a:cubicBezTo>
                    <a:pt x="57297" y="5795"/>
                    <a:pt x="57388" y="5612"/>
                    <a:pt x="57449" y="5430"/>
                  </a:cubicBezTo>
                  <a:cubicBezTo>
                    <a:pt x="57418" y="5339"/>
                    <a:pt x="57449" y="5278"/>
                    <a:pt x="57509" y="5217"/>
                  </a:cubicBezTo>
                  <a:cubicBezTo>
                    <a:pt x="57570" y="5187"/>
                    <a:pt x="57540" y="5096"/>
                    <a:pt x="57418" y="5004"/>
                  </a:cubicBezTo>
                  <a:lnTo>
                    <a:pt x="57388" y="5004"/>
                  </a:lnTo>
                  <a:lnTo>
                    <a:pt x="57266" y="4944"/>
                  </a:lnTo>
                  <a:cubicBezTo>
                    <a:pt x="57114" y="4883"/>
                    <a:pt x="57023" y="4761"/>
                    <a:pt x="57054" y="4609"/>
                  </a:cubicBezTo>
                  <a:lnTo>
                    <a:pt x="56993" y="4518"/>
                  </a:lnTo>
                  <a:lnTo>
                    <a:pt x="56871" y="4397"/>
                  </a:lnTo>
                  <a:cubicBezTo>
                    <a:pt x="56841" y="4214"/>
                    <a:pt x="56780" y="3880"/>
                    <a:pt x="56750" y="3819"/>
                  </a:cubicBezTo>
                  <a:cubicBezTo>
                    <a:pt x="56719" y="3758"/>
                    <a:pt x="56719" y="3697"/>
                    <a:pt x="56750" y="3637"/>
                  </a:cubicBezTo>
                  <a:cubicBezTo>
                    <a:pt x="56780" y="3576"/>
                    <a:pt x="56780" y="3515"/>
                    <a:pt x="56810" y="3454"/>
                  </a:cubicBezTo>
                  <a:cubicBezTo>
                    <a:pt x="56810" y="3444"/>
                    <a:pt x="56800" y="3441"/>
                    <a:pt x="56786" y="3441"/>
                  </a:cubicBezTo>
                  <a:cubicBezTo>
                    <a:pt x="56756" y="3441"/>
                    <a:pt x="56709" y="3454"/>
                    <a:pt x="56689" y="3454"/>
                  </a:cubicBezTo>
                  <a:cubicBezTo>
                    <a:pt x="56689" y="3458"/>
                    <a:pt x="56687" y="3460"/>
                    <a:pt x="56683" y="3460"/>
                  </a:cubicBezTo>
                  <a:cubicBezTo>
                    <a:pt x="56657" y="3460"/>
                    <a:pt x="56555" y="3381"/>
                    <a:pt x="56476" y="3302"/>
                  </a:cubicBezTo>
                  <a:lnTo>
                    <a:pt x="56415" y="3211"/>
                  </a:lnTo>
                  <a:lnTo>
                    <a:pt x="56415" y="3181"/>
                  </a:lnTo>
                  <a:cubicBezTo>
                    <a:pt x="56446" y="3120"/>
                    <a:pt x="56567" y="3090"/>
                    <a:pt x="56567" y="3090"/>
                  </a:cubicBezTo>
                  <a:cubicBezTo>
                    <a:pt x="56598" y="3029"/>
                    <a:pt x="56628" y="2968"/>
                    <a:pt x="56658" y="2907"/>
                  </a:cubicBezTo>
                  <a:cubicBezTo>
                    <a:pt x="56689" y="2877"/>
                    <a:pt x="56628" y="2786"/>
                    <a:pt x="56598" y="2755"/>
                  </a:cubicBezTo>
                  <a:cubicBezTo>
                    <a:pt x="56567" y="2725"/>
                    <a:pt x="56628" y="2542"/>
                    <a:pt x="56658" y="2482"/>
                  </a:cubicBezTo>
                  <a:cubicBezTo>
                    <a:pt x="56719" y="2421"/>
                    <a:pt x="56415" y="2238"/>
                    <a:pt x="56354" y="2147"/>
                  </a:cubicBezTo>
                  <a:cubicBezTo>
                    <a:pt x="56354" y="2026"/>
                    <a:pt x="56385" y="1934"/>
                    <a:pt x="56446" y="1843"/>
                  </a:cubicBezTo>
                  <a:cubicBezTo>
                    <a:pt x="56506" y="1813"/>
                    <a:pt x="56233" y="1600"/>
                    <a:pt x="56263" y="1509"/>
                  </a:cubicBezTo>
                  <a:cubicBezTo>
                    <a:pt x="56294" y="1448"/>
                    <a:pt x="56324" y="1357"/>
                    <a:pt x="56415" y="1296"/>
                  </a:cubicBezTo>
                  <a:lnTo>
                    <a:pt x="56415" y="1266"/>
                  </a:lnTo>
                  <a:cubicBezTo>
                    <a:pt x="56415" y="1175"/>
                    <a:pt x="56476" y="1083"/>
                    <a:pt x="56294" y="1053"/>
                  </a:cubicBezTo>
                  <a:cubicBezTo>
                    <a:pt x="56233" y="1053"/>
                    <a:pt x="56172" y="962"/>
                    <a:pt x="56111" y="962"/>
                  </a:cubicBezTo>
                  <a:cubicBezTo>
                    <a:pt x="56081" y="947"/>
                    <a:pt x="56043" y="947"/>
                    <a:pt x="56005" y="947"/>
                  </a:cubicBezTo>
                  <a:cubicBezTo>
                    <a:pt x="55967" y="947"/>
                    <a:pt x="55929" y="947"/>
                    <a:pt x="55898" y="931"/>
                  </a:cubicBezTo>
                  <a:cubicBezTo>
                    <a:pt x="55716" y="810"/>
                    <a:pt x="55503" y="719"/>
                    <a:pt x="55321" y="658"/>
                  </a:cubicBezTo>
                  <a:cubicBezTo>
                    <a:pt x="55139" y="658"/>
                    <a:pt x="54926" y="627"/>
                    <a:pt x="54774" y="536"/>
                  </a:cubicBezTo>
                  <a:lnTo>
                    <a:pt x="54622" y="445"/>
                  </a:lnTo>
                  <a:cubicBezTo>
                    <a:pt x="54409" y="536"/>
                    <a:pt x="54227" y="567"/>
                    <a:pt x="54014" y="567"/>
                  </a:cubicBezTo>
                  <a:cubicBezTo>
                    <a:pt x="53923" y="536"/>
                    <a:pt x="53832" y="475"/>
                    <a:pt x="53771" y="415"/>
                  </a:cubicBezTo>
                  <a:lnTo>
                    <a:pt x="53710" y="415"/>
                  </a:lnTo>
                  <a:lnTo>
                    <a:pt x="53467" y="232"/>
                  </a:lnTo>
                  <a:cubicBezTo>
                    <a:pt x="53226" y="88"/>
                    <a:pt x="53005" y="1"/>
                    <a:pt x="528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7"/>
            <p:cNvSpPr/>
            <p:nvPr/>
          </p:nvSpPr>
          <p:spPr>
            <a:xfrm rot="-5400000">
              <a:off x="3279713" y="7394063"/>
              <a:ext cx="1331350" cy="562975"/>
            </a:xfrm>
            <a:custGeom>
              <a:rect b="b" l="l" r="r" t="t"/>
              <a:pathLst>
                <a:path extrusionOk="0" h="22519" w="53254">
                  <a:moveTo>
                    <a:pt x="41407" y="434"/>
                  </a:moveTo>
                  <a:cubicBezTo>
                    <a:pt x="41437" y="434"/>
                    <a:pt x="41460" y="449"/>
                    <a:pt x="41460" y="479"/>
                  </a:cubicBezTo>
                  <a:lnTo>
                    <a:pt x="41460" y="510"/>
                  </a:lnTo>
                  <a:lnTo>
                    <a:pt x="41460" y="540"/>
                  </a:lnTo>
                  <a:cubicBezTo>
                    <a:pt x="41430" y="601"/>
                    <a:pt x="41460" y="631"/>
                    <a:pt x="41521" y="631"/>
                  </a:cubicBezTo>
                  <a:lnTo>
                    <a:pt x="41612" y="631"/>
                  </a:lnTo>
                  <a:cubicBezTo>
                    <a:pt x="41618" y="626"/>
                    <a:pt x="41624" y="623"/>
                    <a:pt x="41629" y="623"/>
                  </a:cubicBezTo>
                  <a:cubicBezTo>
                    <a:pt x="41653" y="623"/>
                    <a:pt x="41673" y="668"/>
                    <a:pt x="41673" y="692"/>
                  </a:cubicBezTo>
                  <a:cubicBezTo>
                    <a:pt x="41582" y="753"/>
                    <a:pt x="41521" y="783"/>
                    <a:pt x="41430" y="844"/>
                  </a:cubicBezTo>
                  <a:cubicBezTo>
                    <a:pt x="41413" y="852"/>
                    <a:pt x="41395" y="856"/>
                    <a:pt x="41375" y="856"/>
                  </a:cubicBezTo>
                  <a:cubicBezTo>
                    <a:pt x="41322" y="856"/>
                    <a:pt x="41261" y="828"/>
                    <a:pt x="41217" y="783"/>
                  </a:cubicBezTo>
                  <a:lnTo>
                    <a:pt x="41217" y="814"/>
                  </a:lnTo>
                  <a:cubicBezTo>
                    <a:pt x="41186" y="692"/>
                    <a:pt x="41217" y="571"/>
                    <a:pt x="41308" y="479"/>
                  </a:cubicBezTo>
                  <a:cubicBezTo>
                    <a:pt x="41338" y="449"/>
                    <a:pt x="41376" y="434"/>
                    <a:pt x="41407" y="434"/>
                  </a:cubicBezTo>
                  <a:close/>
                  <a:moveTo>
                    <a:pt x="39424" y="937"/>
                  </a:moveTo>
                  <a:cubicBezTo>
                    <a:pt x="39454" y="1028"/>
                    <a:pt x="39423" y="1149"/>
                    <a:pt x="39363" y="1239"/>
                  </a:cubicBezTo>
                  <a:cubicBezTo>
                    <a:pt x="39302" y="1300"/>
                    <a:pt x="39241" y="1361"/>
                    <a:pt x="39180" y="1422"/>
                  </a:cubicBezTo>
                  <a:lnTo>
                    <a:pt x="39059" y="1422"/>
                  </a:lnTo>
                  <a:cubicBezTo>
                    <a:pt x="38998" y="1391"/>
                    <a:pt x="38968" y="1331"/>
                    <a:pt x="38998" y="1270"/>
                  </a:cubicBezTo>
                  <a:cubicBezTo>
                    <a:pt x="39059" y="1239"/>
                    <a:pt x="39120" y="1179"/>
                    <a:pt x="39211" y="1148"/>
                  </a:cubicBezTo>
                  <a:lnTo>
                    <a:pt x="39302" y="1087"/>
                  </a:lnTo>
                  <a:lnTo>
                    <a:pt x="39332" y="1027"/>
                  </a:lnTo>
                  <a:cubicBezTo>
                    <a:pt x="39355" y="960"/>
                    <a:pt x="39393" y="942"/>
                    <a:pt x="39424" y="937"/>
                  </a:cubicBezTo>
                  <a:close/>
                  <a:moveTo>
                    <a:pt x="38633" y="1300"/>
                  </a:moveTo>
                  <a:lnTo>
                    <a:pt x="38664" y="1331"/>
                  </a:lnTo>
                  <a:cubicBezTo>
                    <a:pt x="38785" y="1391"/>
                    <a:pt x="38694" y="1452"/>
                    <a:pt x="38633" y="1513"/>
                  </a:cubicBezTo>
                  <a:lnTo>
                    <a:pt x="38603" y="1543"/>
                  </a:lnTo>
                  <a:cubicBezTo>
                    <a:pt x="38603" y="1604"/>
                    <a:pt x="38512" y="1634"/>
                    <a:pt x="38390" y="1634"/>
                  </a:cubicBezTo>
                  <a:lnTo>
                    <a:pt x="38390" y="1665"/>
                  </a:lnTo>
                  <a:cubicBezTo>
                    <a:pt x="38268" y="1665"/>
                    <a:pt x="37995" y="1634"/>
                    <a:pt x="38056" y="1574"/>
                  </a:cubicBezTo>
                  <a:lnTo>
                    <a:pt x="38238" y="1574"/>
                  </a:lnTo>
                  <a:cubicBezTo>
                    <a:pt x="38360" y="1483"/>
                    <a:pt x="38542" y="1361"/>
                    <a:pt x="38633" y="1300"/>
                  </a:cubicBezTo>
                  <a:close/>
                  <a:moveTo>
                    <a:pt x="36342" y="2075"/>
                  </a:moveTo>
                  <a:cubicBezTo>
                    <a:pt x="36376" y="2075"/>
                    <a:pt x="36414" y="2090"/>
                    <a:pt x="36445" y="2121"/>
                  </a:cubicBezTo>
                  <a:cubicBezTo>
                    <a:pt x="36506" y="2182"/>
                    <a:pt x="36475" y="2364"/>
                    <a:pt x="36384" y="2394"/>
                  </a:cubicBezTo>
                  <a:cubicBezTo>
                    <a:pt x="36262" y="2425"/>
                    <a:pt x="36141" y="2425"/>
                    <a:pt x="36050" y="2455"/>
                  </a:cubicBezTo>
                  <a:lnTo>
                    <a:pt x="35958" y="2516"/>
                  </a:lnTo>
                  <a:lnTo>
                    <a:pt x="35928" y="2516"/>
                  </a:lnTo>
                  <a:cubicBezTo>
                    <a:pt x="35867" y="2486"/>
                    <a:pt x="35837" y="2425"/>
                    <a:pt x="35867" y="2364"/>
                  </a:cubicBezTo>
                  <a:cubicBezTo>
                    <a:pt x="35989" y="2303"/>
                    <a:pt x="36141" y="2212"/>
                    <a:pt x="36262" y="2121"/>
                  </a:cubicBezTo>
                  <a:cubicBezTo>
                    <a:pt x="36278" y="2090"/>
                    <a:pt x="36308" y="2075"/>
                    <a:pt x="36342" y="2075"/>
                  </a:cubicBezTo>
                  <a:close/>
                  <a:moveTo>
                    <a:pt x="34408" y="2979"/>
                  </a:moveTo>
                  <a:cubicBezTo>
                    <a:pt x="34439" y="2979"/>
                    <a:pt x="34469" y="2987"/>
                    <a:pt x="34499" y="3002"/>
                  </a:cubicBezTo>
                  <a:cubicBezTo>
                    <a:pt x="34591" y="3033"/>
                    <a:pt x="34803" y="3154"/>
                    <a:pt x="34743" y="3215"/>
                  </a:cubicBezTo>
                  <a:lnTo>
                    <a:pt x="34682" y="3245"/>
                  </a:lnTo>
                  <a:lnTo>
                    <a:pt x="34530" y="3306"/>
                  </a:lnTo>
                  <a:cubicBezTo>
                    <a:pt x="34505" y="3316"/>
                    <a:pt x="34478" y="3320"/>
                    <a:pt x="34449" y="3320"/>
                  </a:cubicBezTo>
                  <a:cubicBezTo>
                    <a:pt x="34298" y="3320"/>
                    <a:pt x="34114" y="3205"/>
                    <a:pt x="34165" y="3154"/>
                  </a:cubicBezTo>
                  <a:cubicBezTo>
                    <a:pt x="34195" y="3093"/>
                    <a:pt x="34256" y="3033"/>
                    <a:pt x="34317" y="3002"/>
                  </a:cubicBezTo>
                  <a:cubicBezTo>
                    <a:pt x="34347" y="2987"/>
                    <a:pt x="34378" y="2979"/>
                    <a:pt x="34408" y="2979"/>
                  </a:cubicBezTo>
                  <a:close/>
                  <a:moveTo>
                    <a:pt x="30700" y="4613"/>
                  </a:moveTo>
                  <a:cubicBezTo>
                    <a:pt x="30791" y="4644"/>
                    <a:pt x="30852" y="4704"/>
                    <a:pt x="30852" y="4735"/>
                  </a:cubicBezTo>
                  <a:lnTo>
                    <a:pt x="30761" y="4765"/>
                  </a:lnTo>
                  <a:cubicBezTo>
                    <a:pt x="30680" y="4765"/>
                    <a:pt x="30491" y="4738"/>
                    <a:pt x="30373" y="4738"/>
                  </a:cubicBezTo>
                  <a:cubicBezTo>
                    <a:pt x="30315" y="4738"/>
                    <a:pt x="30274" y="4745"/>
                    <a:pt x="30274" y="4765"/>
                  </a:cubicBezTo>
                  <a:cubicBezTo>
                    <a:pt x="30244" y="4856"/>
                    <a:pt x="30214" y="4887"/>
                    <a:pt x="30183" y="4887"/>
                  </a:cubicBezTo>
                  <a:lnTo>
                    <a:pt x="30153" y="4887"/>
                  </a:lnTo>
                  <a:cubicBezTo>
                    <a:pt x="30153" y="4856"/>
                    <a:pt x="30244" y="4704"/>
                    <a:pt x="30335" y="4674"/>
                  </a:cubicBezTo>
                  <a:cubicBezTo>
                    <a:pt x="30457" y="4613"/>
                    <a:pt x="30578" y="4613"/>
                    <a:pt x="30700" y="4613"/>
                  </a:cubicBezTo>
                  <a:close/>
                  <a:moveTo>
                    <a:pt x="28542" y="5525"/>
                  </a:moveTo>
                  <a:cubicBezTo>
                    <a:pt x="28572" y="5525"/>
                    <a:pt x="28603" y="5647"/>
                    <a:pt x="28603" y="5677"/>
                  </a:cubicBezTo>
                  <a:cubicBezTo>
                    <a:pt x="28572" y="5768"/>
                    <a:pt x="28511" y="5829"/>
                    <a:pt x="28451" y="5890"/>
                  </a:cubicBezTo>
                  <a:lnTo>
                    <a:pt x="28329" y="5799"/>
                  </a:lnTo>
                  <a:lnTo>
                    <a:pt x="28116" y="5677"/>
                  </a:lnTo>
                  <a:lnTo>
                    <a:pt x="28116" y="5677"/>
                  </a:lnTo>
                  <a:cubicBezTo>
                    <a:pt x="28147" y="5799"/>
                    <a:pt x="28116" y="5859"/>
                    <a:pt x="28086" y="5859"/>
                  </a:cubicBezTo>
                  <a:lnTo>
                    <a:pt x="28056" y="5829"/>
                  </a:lnTo>
                  <a:lnTo>
                    <a:pt x="28056" y="5677"/>
                  </a:lnTo>
                  <a:lnTo>
                    <a:pt x="28177" y="5677"/>
                  </a:lnTo>
                  <a:cubicBezTo>
                    <a:pt x="28299" y="5586"/>
                    <a:pt x="28420" y="5525"/>
                    <a:pt x="28542" y="5525"/>
                  </a:cubicBezTo>
                  <a:close/>
                  <a:moveTo>
                    <a:pt x="24651" y="7106"/>
                  </a:moveTo>
                  <a:cubicBezTo>
                    <a:pt x="24712" y="7106"/>
                    <a:pt x="24773" y="7136"/>
                    <a:pt x="24773" y="7166"/>
                  </a:cubicBezTo>
                  <a:lnTo>
                    <a:pt x="24773" y="7197"/>
                  </a:lnTo>
                  <a:cubicBezTo>
                    <a:pt x="24773" y="7197"/>
                    <a:pt x="24742" y="7227"/>
                    <a:pt x="24742" y="7227"/>
                  </a:cubicBezTo>
                  <a:lnTo>
                    <a:pt x="24682" y="7470"/>
                  </a:lnTo>
                  <a:cubicBezTo>
                    <a:pt x="24650" y="7483"/>
                    <a:pt x="24622" y="7489"/>
                    <a:pt x="24599" y="7489"/>
                  </a:cubicBezTo>
                  <a:cubicBezTo>
                    <a:pt x="24511" y="7489"/>
                    <a:pt x="24488" y="7402"/>
                    <a:pt x="24560" y="7258"/>
                  </a:cubicBezTo>
                  <a:lnTo>
                    <a:pt x="24651" y="7106"/>
                  </a:lnTo>
                  <a:close/>
                  <a:moveTo>
                    <a:pt x="21490" y="8170"/>
                  </a:moveTo>
                  <a:cubicBezTo>
                    <a:pt x="21490" y="8181"/>
                    <a:pt x="21489" y="8194"/>
                    <a:pt x="21487" y="8208"/>
                  </a:cubicBezTo>
                  <a:lnTo>
                    <a:pt x="21487" y="8208"/>
                  </a:lnTo>
                  <a:cubicBezTo>
                    <a:pt x="21489" y="8214"/>
                    <a:pt x="21490" y="8222"/>
                    <a:pt x="21490" y="8230"/>
                  </a:cubicBezTo>
                  <a:lnTo>
                    <a:pt x="21490" y="8170"/>
                  </a:lnTo>
                  <a:close/>
                  <a:moveTo>
                    <a:pt x="18542" y="10084"/>
                  </a:moveTo>
                  <a:cubicBezTo>
                    <a:pt x="18663" y="10115"/>
                    <a:pt x="18785" y="10206"/>
                    <a:pt x="18724" y="10236"/>
                  </a:cubicBezTo>
                  <a:cubicBezTo>
                    <a:pt x="18602" y="10297"/>
                    <a:pt x="18481" y="10388"/>
                    <a:pt x="18390" y="10510"/>
                  </a:cubicBezTo>
                  <a:cubicBezTo>
                    <a:pt x="18374" y="10556"/>
                    <a:pt x="18329" y="10578"/>
                    <a:pt x="18283" y="10578"/>
                  </a:cubicBezTo>
                  <a:cubicBezTo>
                    <a:pt x="18238" y="10578"/>
                    <a:pt x="18192" y="10556"/>
                    <a:pt x="18177" y="10510"/>
                  </a:cubicBezTo>
                  <a:lnTo>
                    <a:pt x="18207" y="10449"/>
                  </a:lnTo>
                  <a:cubicBezTo>
                    <a:pt x="18299" y="10297"/>
                    <a:pt x="18390" y="10176"/>
                    <a:pt x="18511" y="10084"/>
                  </a:cubicBezTo>
                  <a:close/>
                  <a:moveTo>
                    <a:pt x="15748" y="11672"/>
                  </a:moveTo>
                  <a:cubicBezTo>
                    <a:pt x="15816" y="11672"/>
                    <a:pt x="15821" y="11735"/>
                    <a:pt x="15776" y="11847"/>
                  </a:cubicBezTo>
                  <a:lnTo>
                    <a:pt x="15654" y="11908"/>
                  </a:lnTo>
                  <a:lnTo>
                    <a:pt x="15533" y="11969"/>
                  </a:lnTo>
                  <a:cubicBezTo>
                    <a:pt x="15495" y="11969"/>
                    <a:pt x="15454" y="11966"/>
                    <a:pt x="15414" y="11961"/>
                  </a:cubicBezTo>
                  <a:lnTo>
                    <a:pt x="15414" y="11961"/>
                  </a:lnTo>
                  <a:cubicBezTo>
                    <a:pt x="15443" y="11924"/>
                    <a:pt x="15455" y="11874"/>
                    <a:pt x="15441" y="11817"/>
                  </a:cubicBezTo>
                  <a:lnTo>
                    <a:pt x="15563" y="11756"/>
                  </a:lnTo>
                  <a:lnTo>
                    <a:pt x="15654" y="11695"/>
                  </a:lnTo>
                  <a:cubicBezTo>
                    <a:pt x="15693" y="11680"/>
                    <a:pt x="15724" y="11672"/>
                    <a:pt x="15748" y="11672"/>
                  </a:cubicBezTo>
                  <a:close/>
                  <a:moveTo>
                    <a:pt x="15013" y="11853"/>
                  </a:moveTo>
                  <a:cubicBezTo>
                    <a:pt x="15036" y="11853"/>
                    <a:pt x="15072" y="11886"/>
                    <a:pt x="15107" y="11939"/>
                  </a:cubicBezTo>
                  <a:lnTo>
                    <a:pt x="15146" y="11958"/>
                  </a:lnTo>
                  <a:lnTo>
                    <a:pt x="15146" y="11958"/>
                  </a:lnTo>
                  <a:cubicBezTo>
                    <a:pt x="15143" y="11984"/>
                    <a:pt x="15150" y="12012"/>
                    <a:pt x="15168" y="12030"/>
                  </a:cubicBezTo>
                  <a:lnTo>
                    <a:pt x="15168" y="12060"/>
                  </a:lnTo>
                  <a:cubicBezTo>
                    <a:pt x="15168" y="12080"/>
                    <a:pt x="15159" y="12088"/>
                    <a:pt x="15146" y="12088"/>
                  </a:cubicBezTo>
                  <a:cubicBezTo>
                    <a:pt x="15097" y="12088"/>
                    <a:pt x="14985" y="11980"/>
                    <a:pt x="14985" y="11908"/>
                  </a:cubicBezTo>
                  <a:cubicBezTo>
                    <a:pt x="14985" y="11870"/>
                    <a:pt x="14996" y="11853"/>
                    <a:pt x="15013" y="11853"/>
                  </a:cubicBezTo>
                  <a:close/>
                  <a:moveTo>
                    <a:pt x="6687" y="15768"/>
                  </a:moveTo>
                  <a:cubicBezTo>
                    <a:pt x="6718" y="15768"/>
                    <a:pt x="6900" y="15920"/>
                    <a:pt x="6900" y="16042"/>
                  </a:cubicBezTo>
                  <a:cubicBezTo>
                    <a:pt x="6900" y="16131"/>
                    <a:pt x="6868" y="16187"/>
                    <a:pt x="6826" y="16187"/>
                  </a:cubicBezTo>
                  <a:cubicBezTo>
                    <a:pt x="6811" y="16187"/>
                    <a:pt x="6795" y="16180"/>
                    <a:pt x="6779" y="16164"/>
                  </a:cubicBezTo>
                  <a:lnTo>
                    <a:pt x="6718" y="16164"/>
                  </a:lnTo>
                  <a:lnTo>
                    <a:pt x="6657" y="16103"/>
                  </a:lnTo>
                  <a:cubicBezTo>
                    <a:pt x="6596" y="16072"/>
                    <a:pt x="6627" y="15951"/>
                    <a:pt x="6657" y="15951"/>
                  </a:cubicBezTo>
                  <a:cubicBezTo>
                    <a:pt x="6718" y="15920"/>
                    <a:pt x="6657" y="15890"/>
                    <a:pt x="6596" y="15860"/>
                  </a:cubicBezTo>
                  <a:cubicBezTo>
                    <a:pt x="6535" y="15860"/>
                    <a:pt x="6627" y="15799"/>
                    <a:pt x="6687" y="15768"/>
                  </a:cubicBezTo>
                  <a:close/>
                  <a:moveTo>
                    <a:pt x="6019" y="16285"/>
                  </a:moveTo>
                  <a:cubicBezTo>
                    <a:pt x="6079" y="16346"/>
                    <a:pt x="6110" y="16407"/>
                    <a:pt x="6201" y="16468"/>
                  </a:cubicBezTo>
                  <a:cubicBezTo>
                    <a:pt x="6262" y="16468"/>
                    <a:pt x="6353" y="16498"/>
                    <a:pt x="6414" y="16498"/>
                  </a:cubicBezTo>
                  <a:cubicBezTo>
                    <a:pt x="6444" y="16498"/>
                    <a:pt x="6414" y="16559"/>
                    <a:pt x="6414" y="16589"/>
                  </a:cubicBezTo>
                  <a:cubicBezTo>
                    <a:pt x="6231" y="16620"/>
                    <a:pt x="6049" y="16711"/>
                    <a:pt x="5867" y="16802"/>
                  </a:cubicBezTo>
                  <a:cubicBezTo>
                    <a:pt x="5826" y="16883"/>
                    <a:pt x="5745" y="16950"/>
                    <a:pt x="5696" y="16950"/>
                  </a:cubicBezTo>
                  <a:cubicBezTo>
                    <a:pt x="5671" y="16950"/>
                    <a:pt x="5654" y="16934"/>
                    <a:pt x="5654" y="16893"/>
                  </a:cubicBezTo>
                  <a:cubicBezTo>
                    <a:pt x="5661" y="16858"/>
                    <a:pt x="5669" y="16813"/>
                    <a:pt x="5679" y="16759"/>
                  </a:cubicBezTo>
                  <a:lnTo>
                    <a:pt x="5679" y="16759"/>
                  </a:lnTo>
                  <a:lnTo>
                    <a:pt x="5715" y="16741"/>
                  </a:lnTo>
                  <a:cubicBezTo>
                    <a:pt x="5836" y="16650"/>
                    <a:pt x="5745" y="16650"/>
                    <a:pt x="5715" y="16589"/>
                  </a:cubicBezTo>
                  <a:lnTo>
                    <a:pt x="5715" y="16561"/>
                  </a:lnTo>
                  <a:lnTo>
                    <a:pt x="5715" y="16561"/>
                  </a:lnTo>
                  <a:cubicBezTo>
                    <a:pt x="5715" y="16560"/>
                    <a:pt x="5715" y="16559"/>
                    <a:pt x="5715" y="16558"/>
                  </a:cubicBezTo>
                  <a:lnTo>
                    <a:pt x="5715" y="16558"/>
                  </a:lnTo>
                  <a:cubicBezTo>
                    <a:pt x="5776" y="16498"/>
                    <a:pt x="5837" y="16437"/>
                    <a:pt x="5927" y="16407"/>
                  </a:cubicBezTo>
                  <a:lnTo>
                    <a:pt x="5927" y="16346"/>
                  </a:lnTo>
                  <a:cubicBezTo>
                    <a:pt x="5958" y="16316"/>
                    <a:pt x="5988" y="16285"/>
                    <a:pt x="6019" y="16285"/>
                  </a:cubicBezTo>
                  <a:close/>
                  <a:moveTo>
                    <a:pt x="4256" y="16528"/>
                  </a:moveTo>
                  <a:lnTo>
                    <a:pt x="4316" y="16559"/>
                  </a:lnTo>
                  <a:lnTo>
                    <a:pt x="4438" y="16589"/>
                  </a:lnTo>
                  <a:cubicBezTo>
                    <a:pt x="4651" y="16620"/>
                    <a:pt x="4864" y="16680"/>
                    <a:pt x="5046" y="16802"/>
                  </a:cubicBezTo>
                  <a:lnTo>
                    <a:pt x="4985" y="16984"/>
                  </a:lnTo>
                  <a:lnTo>
                    <a:pt x="4924" y="17106"/>
                  </a:lnTo>
                  <a:cubicBezTo>
                    <a:pt x="4830" y="17224"/>
                    <a:pt x="4718" y="17268"/>
                    <a:pt x="4672" y="17268"/>
                  </a:cubicBezTo>
                  <a:cubicBezTo>
                    <a:pt x="4659" y="17268"/>
                    <a:pt x="4651" y="17265"/>
                    <a:pt x="4651" y="17258"/>
                  </a:cubicBezTo>
                  <a:cubicBezTo>
                    <a:pt x="4651" y="17227"/>
                    <a:pt x="4651" y="17167"/>
                    <a:pt x="4681" y="17167"/>
                  </a:cubicBezTo>
                  <a:cubicBezTo>
                    <a:pt x="4742" y="17136"/>
                    <a:pt x="4742" y="17075"/>
                    <a:pt x="4742" y="17075"/>
                  </a:cubicBezTo>
                  <a:cubicBezTo>
                    <a:pt x="4742" y="17075"/>
                    <a:pt x="4529" y="17015"/>
                    <a:pt x="4499" y="16984"/>
                  </a:cubicBezTo>
                  <a:cubicBezTo>
                    <a:pt x="4468" y="16923"/>
                    <a:pt x="4286" y="16680"/>
                    <a:pt x="4195" y="16680"/>
                  </a:cubicBezTo>
                  <a:cubicBezTo>
                    <a:pt x="4073" y="16680"/>
                    <a:pt x="4104" y="16620"/>
                    <a:pt x="4256" y="16528"/>
                  </a:cubicBezTo>
                  <a:close/>
                  <a:moveTo>
                    <a:pt x="1210" y="18298"/>
                  </a:moveTo>
                  <a:cubicBezTo>
                    <a:pt x="1250" y="18298"/>
                    <a:pt x="1286" y="18387"/>
                    <a:pt x="1307" y="18534"/>
                  </a:cubicBezTo>
                  <a:lnTo>
                    <a:pt x="1277" y="18565"/>
                  </a:lnTo>
                  <a:lnTo>
                    <a:pt x="1216" y="18626"/>
                  </a:lnTo>
                  <a:cubicBezTo>
                    <a:pt x="1206" y="18628"/>
                    <a:pt x="1197" y="18629"/>
                    <a:pt x="1188" y="18629"/>
                  </a:cubicBezTo>
                  <a:cubicBezTo>
                    <a:pt x="1068" y="18629"/>
                    <a:pt x="1099" y="18437"/>
                    <a:pt x="1155" y="18352"/>
                  </a:cubicBezTo>
                  <a:cubicBezTo>
                    <a:pt x="1174" y="18315"/>
                    <a:pt x="1193" y="18298"/>
                    <a:pt x="1210" y="18298"/>
                  </a:cubicBezTo>
                  <a:close/>
                  <a:moveTo>
                    <a:pt x="4104" y="19355"/>
                  </a:moveTo>
                  <a:lnTo>
                    <a:pt x="4529" y="19902"/>
                  </a:lnTo>
                  <a:cubicBezTo>
                    <a:pt x="4073" y="19720"/>
                    <a:pt x="4073" y="19720"/>
                    <a:pt x="4104" y="19355"/>
                  </a:cubicBezTo>
                  <a:close/>
                  <a:moveTo>
                    <a:pt x="3526" y="19863"/>
                  </a:moveTo>
                  <a:cubicBezTo>
                    <a:pt x="3537" y="19863"/>
                    <a:pt x="3547" y="19866"/>
                    <a:pt x="3557" y="19872"/>
                  </a:cubicBezTo>
                  <a:cubicBezTo>
                    <a:pt x="3648" y="19872"/>
                    <a:pt x="3739" y="19902"/>
                    <a:pt x="3830" y="19963"/>
                  </a:cubicBezTo>
                  <a:cubicBezTo>
                    <a:pt x="3861" y="19993"/>
                    <a:pt x="3891" y="20024"/>
                    <a:pt x="3830" y="20054"/>
                  </a:cubicBezTo>
                  <a:cubicBezTo>
                    <a:pt x="3769" y="20085"/>
                    <a:pt x="3709" y="20085"/>
                    <a:pt x="3648" y="20085"/>
                  </a:cubicBezTo>
                  <a:lnTo>
                    <a:pt x="3557" y="20085"/>
                  </a:lnTo>
                  <a:cubicBezTo>
                    <a:pt x="3504" y="20111"/>
                    <a:pt x="3339" y="20182"/>
                    <a:pt x="3256" y="20182"/>
                  </a:cubicBezTo>
                  <a:cubicBezTo>
                    <a:pt x="3242" y="20182"/>
                    <a:pt x="3231" y="20180"/>
                    <a:pt x="3222" y="20176"/>
                  </a:cubicBezTo>
                  <a:cubicBezTo>
                    <a:pt x="3161" y="20145"/>
                    <a:pt x="3161" y="20085"/>
                    <a:pt x="3192" y="20085"/>
                  </a:cubicBezTo>
                  <a:cubicBezTo>
                    <a:pt x="3247" y="20085"/>
                    <a:pt x="3424" y="19863"/>
                    <a:pt x="3526" y="19863"/>
                  </a:cubicBezTo>
                  <a:close/>
                  <a:moveTo>
                    <a:pt x="2421" y="20225"/>
                  </a:moveTo>
                  <a:cubicBezTo>
                    <a:pt x="2473" y="20225"/>
                    <a:pt x="2521" y="20228"/>
                    <a:pt x="2554" y="20237"/>
                  </a:cubicBezTo>
                  <a:cubicBezTo>
                    <a:pt x="2645" y="20237"/>
                    <a:pt x="2706" y="20358"/>
                    <a:pt x="2645" y="20449"/>
                  </a:cubicBezTo>
                  <a:lnTo>
                    <a:pt x="2584" y="20449"/>
                  </a:lnTo>
                  <a:cubicBezTo>
                    <a:pt x="2341" y="20480"/>
                    <a:pt x="2371" y="20571"/>
                    <a:pt x="2523" y="20693"/>
                  </a:cubicBezTo>
                  <a:cubicBezTo>
                    <a:pt x="2523" y="20693"/>
                    <a:pt x="2493" y="20784"/>
                    <a:pt x="2462" y="20784"/>
                  </a:cubicBezTo>
                  <a:cubicBezTo>
                    <a:pt x="2447" y="20799"/>
                    <a:pt x="2424" y="20807"/>
                    <a:pt x="2402" y="20807"/>
                  </a:cubicBezTo>
                  <a:cubicBezTo>
                    <a:pt x="2379" y="20807"/>
                    <a:pt x="2356" y="20799"/>
                    <a:pt x="2341" y="20784"/>
                  </a:cubicBezTo>
                  <a:cubicBezTo>
                    <a:pt x="2280" y="20753"/>
                    <a:pt x="2250" y="20723"/>
                    <a:pt x="2219" y="20662"/>
                  </a:cubicBezTo>
                  <a:cubicBezTo>
                    <a:pt x="2182" y="20625"/>
                    <a:pt x="2074" y="20599"/>
                    <a:pt x="1984" y="20599"/>
                  </a:cubicBezTo>
                  <a:cubicBezTo>
                    <a:pt x="1927" y="20599"/>
                    <a:pt x="1878" y="20609"/>
                    <a:pt x="1854" y="20632"/>
                  </a:cubicBezTo>
                  <a:lnTo>
                    <a:pt x="1824" y="20693"/>
                  </a:lnTo>
                  <a:cubicBezTo>
                    <a:pt x="1802" y="20737"/>
                    <a:pt x="1747" y="20765"/>
                    <a:pt x="1695" y="20765"/>
                  </a:cubicBezTo>
                  <a:cubicBezTo>
                    <a:pt x="1676" y="20765"/>
                    <a:pt x="1658" y="20761"/>
                    <a:pt x="1642" y="20753"/>
                  </a:cubicBezTo>
                  <a:lnTo>
                    <a:pt x="1672" y="20723"/>
                  </a:lnTo>
                  <a:cubicBezTo>
                    <a:pt x="1702" y="20541"/>
                    <a:pt x="1794" y="20389"/>
                    <a:pt x="1885" y="20237"/>
                  </a:cubicBezTo>
                  <a:lnTo>
                    <a:pt x="1915" y="20237"/>
                  </a:lnTo>
                  <a:cubicBezTo>
                    <a:pt x="1946" y="20267"/>
                    <a:pt x="1976" y="20297"/>
                    <a:pt x="1946" y="20297"/>
                  </a:cubicBezTo>
                  <a:lnTo>
                    <a:pt x="1946" y="20328"/>
                  </a:lnTo>
                  <a:lnTo>
                    <a:pt x="1915" y="20389"/>
                  </a:lnTo>
                  <a:cubicBezTo>
                    <a:pt x="1951" y="20424"/>
                    <a:pt x="1986" y="20439"/>
                    <a:pt x="2028" y="20439"/>
                  </a:cubicBezTo>
                  <a:cubicBezTo>
                    <a:pt x="2058" y="20439"/>
                    <a:pt x="2090" y="20432"/>
                    <a:pt x="2128" y="20419"/>
                  </a:cubicBezTo>
                  <a:lnTo>
                    <a:pt x="2128" y="20389"/>
                  </a:lnTo>
                  <a:lnTo>
                    <a:pt x="2128" y="20297"/>
                  </a:lnTo>
                  <a:cubicBezTo>
                    <a:pt x="2106" y="20253"/>
                    <a:pt x="2279" y="20225"/>
                    <a:pt x="2421" y="20225"/>
                  </a:cubicBezTo>
                  <a:close/>
                  <a:moveTo>
                    <a:pt x="1681" y="21203"/>
                  </a:moveTo>
                  <a:cubicBezTo>
                    <a:pt x="1658" y="21213"/>
                    <a:pt x="1636" y="21223"/>
                    <a:pt x="1616" y="21233"/>
                  </a:cubicBezTo>
                  <a:lnTo>
                    <a:pt x="1616" y="21233"/>
                  </a:lnTo>
                  <a:cubicBezTo>
                    <a:pt x="1623" y="21242"/>
                    <a:pt x="1630" y="21251"/>
                    <a:pt x="1635" y="21259"/>
                  </a:cubicBezTo>
                  <a:lnTo>
                    <a:pt x="1635" y="21259"/>
                  </a:lnTo>
                  <a:cubicBezTo>
                    <a:pt x="1651" y="21241"/>
                    <a:pt x="1667" y="21220"/>
                    <a:pt x="1681" y="21203"/>
                  </a:cubicBezTo>
                  <a:close/>
                  <a:moveTo>
                    <a:pt x="41931" y="1"/>
                  </a:moveTo>
                  <a:cubicBezTo>
                    <a:pt x="41886" y="1"/>
                    <a:pt x="41840" y="8"/>
                    <a:pt x="41794" y="24"/>
                  </a:cubicBezTo>
                  <a:lnTo>
                    <a:pt x="41734" y="54"/>
                  </a:lnTo>
                  <a:cubicBezTo>
                    <a:pt x="41703" y="84"/>
                    <a:pt x="41886" y="145"/>
                    <a:pt x="41946" y="145"/>
                  </a:cubicBezTo>
                  <a:cubicBezTo>
                    <a:pt x="42038" y="145"/>
                    <a:pt x="42068" y="297"/>
                    <a:pt x="42068" y="358"/>
                  </a:cubicBezTo>
                  <a:cubicBezTo>
                    <a:pt x="42068" y="419"/>
                    <a:pt x="42007" y="479"/>
                    <a:pt x="41886" y="479"/>
                  </a:cubicBezTo>
                  <a:lnTo>
                    <a:pt x="41825" y="449"/>
                  </a:lnTo>
                  <a:cubicBezTo>
                    <a:pt x="41794" y="419"/>
                    <a:pt x="41794" y="327"/>
                    <a:pt x="41734" y="327"/>
                  </a:cubicBezTo>
                  <a:lnTo>
                    <a:pt x="41703" y="297"/>
                  </a:lnTo>
                  <a:cubicBezTo>
                    <a:pt x="41612" y="312"/>
                    <a:pt x="41521" y="320"/>
                    <a:pt x="41426" y="320"/>
                  </a:cubicBezTo>
                  <a:cubicBezTo>
                    <a:pt x="41331" y="320"/>
                    <a:pt x="41232" y="312"/>
                    <a:pt x="41126" y="297"/>
                  </a:cubicBezTo>
                  <a:lnTo>
                    <a:pt x="40943" y="540"/>
                  </a:lnTo>
                  <a:lnTo>
                    <a:pt x="40913" y="601"/>
                  </a:lnTo>
                  <a:cubicBezTo>
                    <a:pt x="40883" y="631"/>
                    <a:pt x="40852" y="662"/>
                    <a:pt x="40791" y="662"/>
                  </a:cubicBezTo>
                  <a:cubicBezTo>
                    <a:pt x="40761" y="631"/>
                    <a:pt x="40791" y="510"/>
                    <a:pt x="40822" y="479"/>
                  </a:cubicBezTo>
                  <a:cubicBezTo>
                    <a:pt x="40822" y="449"/>
                    <a:pt x="40822" y="388"/>
                    <a:pt x="40791" y="388"/>
                  </a:cubicBezTo>
                  <a:cubicBezTo>
                    <a:pt x="40731" y="449"/>
                    <a:pt x="40639" y="479"/>
                    <a:pt x="40579" y="510"/>
                  </a:cubicBezTo>
                  <a:cubicBezTo>
                    <a:pt x="40518" y="540"/>
                    <a:pt x="40457" y="540"/>
                    <a:pt x="40396" y="571"/>
                  </a:cubicBezTo>
                  <a:lnTo>
                    <a:pt x="40275" y="571"/>
                  </a:lnTo>
                  <a:lnTo>
                    <a:pt x="40275" y="692"/>
                  </a:lnTo>
                  <a:cubicBezTo>
                    <a:pt x="40275" y="723"/>
                    <a:pt x="40244" y="723"/>
                    <a:pt x="40183" y="723"/>
                  </a:cubicBezTo>
                  <a:lnTo>
                    <a:pt x="40153" y="723"/>
                  </a:lnTo>
                  <a:cubicBezTo>
                    <a:pt x="40062" y="692"/>
                    <a:pt x="40001" y="662"/>
                    <a:pt x="39910" y="662"/>
                  </a:cubicBezTo>
                  <a:lnTo>
                    <a:pt x="39758" y="631"/>
                  </a:lnTo>
                  <a:cubicBezTo>
                    <a:pt x="39697" y="723"/>
                    <a:pt x="39576" y="814"/>
                    <a:pt x="39454" y="814"/>
                  </a:cubicBezTo>
                  <a:lnTo>
                    <a:pt x="39332" y="753"/>
                  </a:lnTo>
                  <a:cubicBezTo>
                    <a:pt x="39332" y="753"/>
                    <a:pt x="39272" y="814"/>
                    <a:pt x="39211" y="844"/>
                  </a:cubicBezTo>
                  <a:lnTo>
                    <a:pt x="39120" y="905"/>
                  </a:lnTo>
                  <a:cubicBezTo>
                    <a:pt x="38998" y="935"/>
                    <a:pt x="38572" y="1118"/>
                    <a:pt x="38420" y="1209"/>
                  </a:cubicBezTo>
                  <a:cubicBezTo>
                    <a:pt x="38299" y="1300"/>
                    <a:pt x="38177" y="1361"/>
                    <a:pt x="38025" y="1391"/>
                  </a:cubicBezTo>
                  <a:cubicBezTo>
                    <a:pt x="37965" y="1361"/>
                    <a:pt x="37873" y="1361"/>
                    <a:pt x="37813" y="1331"/>
                  </a:cubicBezTo>
                  <a:lnTo>
                    <a:pt x="37782" y="1361"/>
                  </a:lnTo>
                  <a:lnTo>
                    <a:pt x="37752" y="1391"/>
                  </a:lnTo>
                  <a:cubicBezTo>
                    <a:pt x="37734" y="1427"/>
                    <a:pt x="37706" y="1442"/>
                    <a:pt x="37673" y="1442"/>
                  </a:cubicBezTo>
                  <a:cubicBezTo>
                    <a:pt x="37650" y="1442"/>
                    <a:pt x="37625" y="1434"/>
                    <a:pt x="37600" y="1422"/>
                  </a:cubicBezTo>
                  <a:cubicBezTo>
                    <a:pt x="37569" y="1452"/>
                    <a:pt x="37509" y="1483"/>
                    <a:pt x="37448" y="1513"/>
                  </a:cubicBezTo>
                  <a:lnTo>
                    <a:pt x="37417" y="1574"/>
                  </a:lnTo>
                  <a:cubicBezTo>
                    <a:pt x="37382" y="1591"/>
                    <a:pt x="37337" y="1609"/>
                    <a:pt x="37305" y="1609"/>
                  </a:cubicBezTo>
                  <a:cubicBezTo>
                    <a:pt x="37282" y="1609"/>
                    <a:pt x="37265" y="1599"/>
                    <a:pt x="37265" y="1574"/>
                  </a:cubicBezTo>
                  <a:lnTo>
                    <a:pt x="37265" y="1543"/>
                  </a:lnTo>
                  <a:cubicBezTo>
                    <a:pt x="37264" y="1542"/>
                    <a:pt x="37262" y="1541"/>
                    <a:pt x="37259" y="1541"/>
                  </a:cubicBezTo>
                  <a:cubicBezTo>
                    <a:pt x="37213" y="1541"/>
                    <a:pt x="37014" y="1788"/>
                    <a:pt x="36870" y="1817"/>
                  </a:cubicBezTo>
                  <a:cubicBezTo>
                    <a:pt x="36827" y="1838"/>
                    <a:pt x="36784" y="1848"/>
                    <a:pt x="36742" y="1848"/>
                  </a:cubicBezTo>
                  <a:cubicBezTo>
                    <a:pt x="36666" y="1848"/>
                    <a:pt x="36595" y="1815"/>
                    <a:pt x="36536" y="1756"/>
                  </a:cubicBezTo>
                  <a:cubicBezTo>
                    <a:pt x="36528" y="1748"/>
                    <a:pt x="36521" y="1745"/>
                    <a:pt x="36514" y="1745"/>
                  </a:cubicBezTo>
                  <a:cubicBezTo>
                    <a:pt x="36492" y="1745"/>
                    <a:pt x="36475" y="1779"/>
                    <a:pt x="36475" y="1847"/>
                  </a:cubicBezTo>
                  <a:lnTo>
                    <a:pt x="36445" y="1847"/>
                  </a:lnTo>
                  <a:cubicBezTo>
                    <a:pt x="36134" y="1904"/>
                    <a:pt x="35955" y="2249"/>
                    <a:pt x="35590" y="2249"/>
                  </a:cubicBezTo>
                  <a:cubicBezTo>
                    <a:pt x="35562" y="2249"/>
                    <a:pt x="35533" y="2247"/>
                    <a:pt x="35502" y="2242"/>
                  </a:cubicBezTo>
                  <a:cubicBezTo>
                    <a:pt x="35472" y="2242"/>
                    <a:pt x="35442" y="2303"/>
                    <a:pt x="35381" y="2303"/>
                  </a:cubicBezTo>
                  <a:lnTo>
                    <a:pt x="35229" y="2394"/>
                  </a:lnTo>
                  <a:cubicBezTo>
                    <a:pt x="35077" y="2486"/>
                    <a:pt x="35016" y="2638"/>
                    <a:pt x="35138" y="2759"/>
                  </a:cubicBezTo>
                  <a:lnTo>
                    <a:pt x="35077" y="2911"/>
                  </a:lnTo>
                  <a:lnTo>
                    <a:pt x="35077" y="2942"/>
                  </a:lnTo>
                  <a:cubicBezTo>
                    <a:pt x="35047" y="2962"/>
                    <a:pt x="35020" y="2972"/>
                    <a:pt x="34997" y="2972"/>
                  </a:cubicBezTo>
                  <a:cubicBezTo>
                    <a:pt x="34952" y="2972"/>
                    <a:pt x="34925" y="2931"/>
                    <a:pt x="34925" y="2850"/>
                  </a:cubicBezTo>
                  <a:lnTo>
                    <a:pt x="34925" y="2790"/>
                  </a:lnTo>
                  <a:cubicBezTo>
                    <a:pt x="34925" y="2698"/>
                    <a:pt x="34925" y="2698"/>
                    <a:pt x="34773" y="2668"/>
                  </a:cubicBezTo>
                  <a:cubicBezTo>
                    <a:pt x="34716" y="2656"/>
                    <a:pt x="34645" y="2645"/>
                    <a:pt x="34576" y="2645"/>
                  </a:cubicBezTo>
                  <a:cubicBezTo>
                    <a:pt x="34463" y="2645"/>
                    <a:pt x="34355" y="2676"/>
                    <a:pt x="34317" y="2790"/>
                  </a:cubicBezTo>
                  <a:cubicBezTo>
                    <a:pt x="34287" y="2972"/>
                    <a:pt x="34104" y="2850"/>
                    <a:pt x="34043" y="2942"/>
                  </a:cubicBezTo>
                  <a:cubicBezTo>
                    <a:pt x="33969" y="3016"/>
                    <a:pt x="33935" y="3110"/>
                    <a:pt x="33844" y="3110"/>
                  </a:cubicBezTo>
                  <a:cubicBezTo>
                    <a:pt x="33823" y="3110"/>
                    <a:pt x="33798" y="3105"/>
                    <a:pt x="33770" y="3093"/>
                  </a:cubicBezTo>
                  <a:lnTo>
                    <a:pt x="33648" y="3033"/>
                  </a:lnTo>
                  <a:lnTo>
                    <a:pt x="33405" y="3093"/>
                  </a:lnTo>
                  <a:cubicBezTo>
                    <a:pt x="33344" y="3245"/>
                    <a:pt x="33071" y="3306"/>
                    <a:pt x="33162" y="3519"/>
                  </a:cubicBezTo>
                  <a:cubicBezTo>
                    <a:pt x="33158" y="3523"/>
                    <a:pt x="33153" y="3525"/>
                    <a:pt x="33148" y="3525"/>
                  </a:cubicBezTo>
                  <a:cubicBezTo>
                    <a:pt x="33115" y="3525"/>
                    <a:pt x="33059" y="3442"/>
                    <a:pt x="32980" y="3337"/>
                  </a:cubicBezTo>
                  <a:lnTo>
                    <a:pt x="32736" y="3337"/>
                  </a:lnTo>
                  <a:cubicBezTo>
                    <a:pt x="32676" y="3458"/>
                    <a:pt x="32341" y="3549"/>
                    <a:pt x="32311" y="3610"/>
                  </a:cubicBezTo>
                  <a:cubicBezTo>
                    <a:pt x="32281" y="3671"/>
                    <a:pt x="32189" y="3701"/>
                    <a:pt x="32129" y="3701"/>
                  </a:cubicBezTo>
                  <a:cubicBezTo>
                    <a:pt x="32125" y="3698"/>
                    <a:pt x="32121" y="3697"/>
                    <a:pt x="32117" y="3697"/>
                  </a:cubicBezTo>
                  <a:cubicBezTo>
                    <a:pt x="32079" y="3697"/>
                    <a:pt x="32004" y="3802"/>
                    <a:pt x="31977" y="3884"/>
                  </a:cubicBezTo>
                  <a:cubicBezTo>
                    <a:pt x="31946" y="3945"/>
                    <a:pt x="31946" y="3975"/>
                    <a:pt x="32007" y="3975"/>
                  </a:cubicBezTo>
                  <a:cubicBezTo>
                    <a:pt x="32049" y="3954"/>
                    <a:pt x="32091" y="3919"/>
                    <a:pt x="32143" y="3919"/>
                  </a:cubicBezTo>
                  <a:cubicBezTo>
                    <a:pt x="32166" y="3919"/>
                    <a:pt x="32191" y="3926"/>
                    <a:pt x="32220" y="3945"/>
                  </a:cubicBezTo>
                  <a:cubicBezTo>
                    <a:pt x="32220" y="3945"/>
                    <a:pt x="32281" y="3975"/>
                    <a:pt x="32220" y="4005"/>
                  </a:cubicBezTo>
                  <a:cubicBezTo>
                    <a:pt x="32189" y="4036"/>
                    <a:pt x="32129" y="4066"/>
                    <a:pt x="32098" y="4066"/>
                  </a:cubicBezTo>
                  <a:lnTo>
                    <a:pt x="31885" y="4036"/>
                  </a:lnTo>
                  <a:cubicBezTo>
                    <a:pt x="31885" y="4070"/>
                    <a:pt x="31876" y="4082"/>
                    <a:pt x="31860" y="4082"/>
                  </a:cubicBezTo>
                  <a:cubicBezTo>
                    <a:pt x="31820" y="4082"/>
                    <a:pt x="31738" y="3997"/>
                    <a:pt x="31673" y="3975"/>
                  </a:cubicBezTo>
                  <a:cubicBezTo>
                    <a:pt x="31669" y="3973"/>
                    <a:pt x="31665" y="3972"/>
                    <a:pt x="31661" y="3972"/>
                  </a:cubicBezTo>
                  <a:cubicBezTo>
                    <a:pt x="31595" y="3972"/>
                    <a:pt x="31458" y="4195"/>
                    <a:pt x="31429" y="4309"/>
                  </a:cubicBezTo>
                  <a:cubicBezTo>
                    <a:pt x="31409" y="4390"/>
                    <a:pt x="31362" y="4431"/>
                    <a:pt x="31306" y="4431"/>
                  </a:cubicBezTo>
                  <a:cubicBezTo>
                    <a:pt x="31277" y="4431"/>
                    <a:pt x="31247" y="4421"/>
                    <a:pt x="31217" y="4400"/>
                  </a:cubicBezTo>
                  <a:lnTo>
                    <a:pt x="31429" y="4218"/>
                  </a:lnTo>
                  <a:cubicBezTo>
                    <a:pt x="31386" y="4183"/>
                    <a:pt x="31333" y="4171"/>
                    <a:pt x="31277" y="4171"/>
                  </a:cubicBezTo>
                  <a:cubicBezTo>
                    <a:pt x="31136" y="4171"/>
                    <a:pt x="30978" y="4249"/>
                    <a:pt x="30913" y="4249"/>
                  </a:cubicBezTo>
                  <a:cubicBezTo>
                    <a:pt x="30730" y="4279"/>
                    <a:pt x="30578" y="4340"/>
                    <a:pt x="30426" y="4431"/>
                  </a:cubicBezTo>
                  <a:cubicBezTo>
                    <a:pt x="30335" y="4492"/>
                    <a:pt x="30031" y="4613"/>
                    <a:pt x="29940" y="4674"/>
                  </a:cubicBezTo>
                  <a:cubicBezTo>
                    <a:pt x="29923" y="4680"/>
                    <a:pt x="29908" y="4682"/>
                    <a:pt x="29893" y="4682"/>
                  </a:cubicBezTo>
                  <a:cubicBezTo>
                    <a:pt x="29830" y="4682"/>
                    <a:pt x="29794" y="4633"/>
                    <a:pt x="29818" y="4583"/>
                  </a:cubicBezTo>
                  <a:cubicBezTo>
                    <a:pt x="29818" y="4522"/>
                    <a:pt x="29788" y="4492"/>
                    <a:pt x="29727" y="4492"/>
                  </a:cubicBezTo>
                  <a:cubicBezTo>
                    <a:pt x="29667" y="4522"/>
                    <a:pt x="29606" y="4583"/>
                    <a:pt x="29575" y="4644"/>
                  </a:cubicBezTo>
                  <a:lnTo>
                    <a:pt x="29484" y="4735"/>
                  </a:lnTo>
                  <a:cubicBezTo>
                    <a:pt x="29271" y="4826"/>
                    <a:pt x="28785" y="4948"/>
                    <a:pt x="28755" y="5008"/>
                  </a:cubicBezTo>
                  <a:cubicBezTo>
                    <a:pt x="28742" y="5047"/>
                    <a:pt x="28719" y="5063"/>
                    <a:pt x="28689" y="5063"/>
                  </a:cubicBezTo>
                  <a:cubicBezTo>
                    <a:pt x="28648" y="5063"/>
                    <a:pt x="28595" y="5031"/>
                    <a:pt x="28542" y="4978"/>
                  </a:cubicBezTo>
                  <a:lnTo>
                    <a:pt x="28451" y="5160"/>
                  </a:lnTo>
                  <a:cubicBezTo>
                    <a:pt x="28420" y="5191"/>
                    <a:pt x="28390" y="5221"/>
                    <a:pt x="28359" y="5221"/>
                  </a:cubicBezTo>
                  <a:lnTo>
                    <a:pt x="28086" y="5221"/>
                  </a:lnTo>
                  <a:cubicBezTo>
                    <a:pt x="27812" y="5404"/>
                    <a:pt x="27508" y="5495"/>
                    <a:pt x="27204" y="5586"/>
                  </a:cubicBezTo>
                  <a:lnTo>
                    <a:pt x="27144" y="5829"/>
                  </a:lnTo>
                  <a:cubicBezTo>
                    <a:pt x="27125" y="5867"/>
                    <a:pt x="27083" y="5893"/>
                    <a:pt x="27046" y="5893"/>
                  </a:cubicBezTo>
                  <a:cubicBezTo>
                    <a:pt x="27024" y="5893"/>
                    <a:pt x="27003" y="5883"/>
                    <a:pt x="26992" y="5859"/>
                  </a:cubicBezTo>
                  <a:cubicBezTo>
                    <a:pt x="26961" y="5829"/>
                    <a:pt x="26961" y="5768"/>
                    <a:pt x="26961" y="5738"/>
                  </a:cubicBezTo>
                  <a:lnTo>
                    <a:pt x="26961" y="5677"/>
                  </a:lnTo>
                  <a:cubicBezTo>
                    <a:pt x="26961" y="5654"/>
                    <a:pt x="26930" y="5644"/>
                    <a:pt x="26888" y="5644"/>
                  </a:cubicBezTo>
                  <a:cubicBezTo>
                    <a:pt x="26821" y="5644"/>
                    <a:pt x="26725" y="5670"/>
                    <a:pt x="26688" y="5708"/>
                  </a:cubicBezTo>
                  <a:cubicBezTo>
                    <a:pt x="26657" y="5768"/>
                    <a:pt x="26627" y="5799"/>
                    <a:pt x="26627" y="5859"/>
                  </a:cubicBezTo>
                  <a:lnTo>
                    <a:pt x="26627" y="5890"/>
                  </a:lnTo>
                  <a:cubicBezTo>
                    <a:pt x="26597" y="5920"/>
                    <a:pt x="26536" y="5981"/>
                    <a:pt x="26505" y="6011"/>
                  </a:cubicBezTo>
                  <a:lnTo>
                    <a:pt x="26323" y="6103"/>
                  </a:lnTo>
                  <a:cubicBezTo>
                    <a:pt x="26141" y="6224"/>
                    <a:pt x="25928" y="6376"/>
                    <a:pt x="25837" y="6407"/>
                  </a:cubicBezTo>
                  <a:cubicBezTo>
                    <a:pt x="25762" y="6353"/>
                    <a:pt x="25702" y="6330"/>
                    <a:pt x="25654" y="6330"/>
                  </a:cubicBezTo>
                  <a:cubicBezTo>
                    <a:pt x="25564" y="6330"/>
                    <a:pt x="25511" y="6410"/>
                    <a:pt x="25472" y="6528"/>
                  </a:cubicBezTo>
                  <a:cubicBezTo>
                    <a:pt x="25411" y="6559"/>
                    <a:pt x="25381" y="6559"/>
                    <a:pt x="25320" y="6559"/>
                  </a:cubicBezTo>
                  <a:cubicBezTo>
                    <a:pt x="25254" y="6502"/>
                    <a:pt x="25208" y="6481"/>
                    <a:pt x="25174" y="6481"/>
                  </a:cubicBezTo>
                  <a:cubicBezTo>
                    <a:pt x="25098" y="6481"/>
                    <a:pt x="25079" y="6587"/>
                    <a:pt x="25016" y="6650"/>
                  </a:cubicBezTo>
                  <a:lnTo>
                    <a:pt x="24986" y="6680"/>
                  </a:lnTo>
                  <a:cubicBezTo>
                    <a:pt x="24979" y="6687"/>
                    <a:pt x="24962" y="6689"/>
                    <a:pt x="24941" y="6689"/>
                  </a:cubicBezTo>
                  <a:cubicBezTo>
                    <a:pt x="24903" y="6689"/>
                    <a:pt x="24849" y="6682"/>
                    <a:pt x="24802" y="6682"/>
                  </a:cubicBezTo>
                  <a:cubicBezTo>
                    <a:pt x="24759" y="6682"/>
                    <a:pt x="24723" y="6688"/>
                    <a:pt x="24712" y="6711"/>
                  </a:cubicBezTo>
                  <a:cubicBezTo>
                    <a:pt x="24682" y="6802"/>
                    <a:pt x="24682" y="6893"/>
                    <a:pt x="24712" y="7015"/>
                  </a:cubicBezTo>
                  <a:lnTo>
                    <a:pt x="24438" y="7015"/>
                  </a:lnTo>
                  <a:cubicBezTo>
                    <a:pt x="24226" y="7015"/>
                    <a:pt x="24043" y="7075"/>
                    <a:pt x="23861" y="7166"/>
                  </a:cubicBezTo>
                  <a:cubicBezTo>
                    <a:pt x="23739" y="7197"/>
                    <a:pt x="23648" y="7227"/>
                    <a:pt x="23557" y="7258"/>
                  </a:cubicBezTo>
                  <a:cubicBezTo>
                    <a:pt x="23527" y="7288"/>
                    <a:pt x="23618" y="7349"/>
                    <a:pt x="23648" y="7349"/>
                  </a:cubicBezTo>
                  <a:cubicBezTo>
                    <a:pt x="23709" y="7379"/>
                    <a:pt x="23618" y="7440"/>
                    <a:pt x="23557" y="7440"/>
                  </a:cubicBezTo>
                  <a:cubicBezTo>
                    <a:pt x="23466" y="7470"/>
                    <a:pt x="23405" y="7501"/>
                    <a:pt x="23314" y="7562"/>
                  </a:cubicBezTo>
                  <a:lnTo>
                    <a:pt x="23223" y="7592"/>
                  </a:lnTo>
                  <a:cubicBezTo>
                    <a:pt x="23192" y="7592"/>
                    <a:pt x="23131" y="7562"/>
                    <a:pt x="23101" y="7531"/>
                  </a:cubicBezTo>
                  <a:lnTo>
                    <a:pt x="23101" y="7410"/>
                  </a:lnTo>
                  <a:cubicBezTo>
                    <a:pt x="23101" y="7379"/>
                    <a:pt x="23071" y="7349"/>
                    <a:pt x="23010" y="7349"/>
                  </a:cubicBezTo>
                  <a:lnTo>
                    <a:pt x="22979" y="7349"/>
                  </a:lnTo>
                  <a:cubicBezTo>
                    <a:pt x="22949" y="7379"/>
                    <a:pt x="22827" y="7683"/>
                    <a:pt x="22706" y="7683"/>
                  </a:cubicBezTo>
                  <a:cubicBezTo>
                    <a:pt x="22584" y="7683"/>
                    <a:pt x="22372" y="7744"/>
                    <a:pt x="22372" y="7805"/>
                  </a:cubicBezTo>
                  <a:cubicBezTo>
                    <a:pt x="22372" y="7866"/>
                    <a:pt x="22372" y="7957"/>
                    <a:pt x="22341" y="8018"/>
                  </a:cubicBezTo>
                  <a:cubicBezTo>
                    <a:pt x="22332" y="8036"/>
                    <a:pt x="22308" y="8044"/>
                    <a:pt x="22278" y="8044"/>
                  </a:cubicBezTo>
                  <a:cubicBezTo>
                    <a:pt x="22212" y="8044"/>
                    <a:pt x="22119" y="8008"/>
                    <a:pt x="22098" y="7987"/>
                  </a:cubicBezTo>
                  <a:cubicBezTo>
                    <a:pt x="22083" y="7980"/>
                    <a:pt x="22071" y="7976"/>
                    <a:pt x="22063" y="7976"/>
                  </a:cubicBezTo>
                  <a:cubicBezTo>
                    <a:pt x="22037" y="7976"/>
                    <a:pt x="22037" y="8010"/>
                    <a:pt x="22037" y="8078"/>
                  </a:cubicBezTo>
                  <a:lnTo>
                    <a:pt x="22037" y="8109"/>
                  </a:lnTo>
                  <a:lnTo>
                    <a:pt x="22037" y="8170"/>
                  </a:lnTo>
                  <a:cubicBezTo>
                    <a:pt x="22037" y="8191"/>
                    <a:pt x="21992" y="8213"/>
                    <a:pt x="21922" y="8213"/>
                  </a:cubicBezTo>
                  <a:cubicBezTo>
                    <a:pt x="21893" y="8213"/>
                    <a:pt x="21860" y="8209"/>
                    <a:pt x="21824" y="8200"/>
                  </a:cubicBezTo>
                  <a:lnTo>
                    <a:pt x="21703" y="8170"/>
                  </a:lnTo>
                  <a:lnTo>
                    <a:pt x="21672" y="8230"/>
                  </a:lnTo>
                  <a:lnTo>
                    <a:pt x="21703" y="8291"/>
                  </a:lnTo>
                  <a:cubicBezTo>
                    <a:pt x="21733" y="8352"/>
                    <a:pt x="21672" y="8413"/>
                    <a:pt x="21581" y="8443"/>
                  </a:cubicBezTo>
                  <a:lnTo>
                    <a:pt x="21520" y="8413"/>
                  </a:lnTo>
                  <a:lnTo>
                    <a:pt x="21399" y="8382"/>
                  </a:lnTo>
                  <a:cubicBezTo>
                    <a:pt x="21448" y="8333"/>
                    <a:pt x="21477" y="8265"/>
                    <a:pt x="21487" y="8208"/>
                  </a:cubicBezTo>
                  <a:lnTo>
                    <a:pt x="21487" y="8208"/>
                  </a:lnTo>
                  <a:cubicBezTo>
                    <a:pt x="21473" y="8170"/>
                    <a:pt x="21425" y="8170"/>
                    <a:pt x="21399" y="8170"/>
                  </a:cubicBezTo>
                  <a:cubicBezTo>
                    <a:pt x="21368" y="8170"/>
                    <a:pt x="21338" y="8382"/>
                    <a:pt x="21338" y="8443"/>
                  </a:cubicBezTo>
                  <a:cubicBezTo>
                    <a:pt x="21338" y="8534"/>
                    <a:pt x="21186" y="8534"/>
                    <a:pt x="21125" y="8534"/>
                  </a:cubicBezTo>
                  <a:cubicBezTo>
                    <a:pt x="21065" y="8504"/>
                    <a:pt x="21004" y="8443"/>
                    <a:pt x="20973" y="8382"/>
                  </a:cubicBezTo>
                  <a:lnTo>
                    <a:pt x="20700" y="8382"/>
                  </a:lnTo>
                  <a:cubicBezTo>
                    <a:pt x="20578" y="8382"/>
                    <a:pt x="20639" y="8261"/>
                    <a:pt x="20669" y="8200"/>
                  </a:cubicBezTo>
                  <a:cubicBezTo>
                    <a:pt x="20685" y="8192"/>
                    <a:pt x="20685" y="8189"/>
                    <a:pt x="20673" y="8189"/>
                  </a:cubicBezTo>
                  <a:cubicBezTo>
                    <a:pt x="20637" y="8189"/>
                    <a:pt x="20495" y="8223"/>
                    <a:pt x="20335" y="8291"/>
                  </a:cubicBezTo>
                  <a:lnTo>
                    <a:pt x="20213" y="8443"/>
                  </a:lnTo>
                  <a:lnTo>
                    <a:pt x="20122" y="8595"/>
                  </a:lnTo>
                  <a:cubicBezTo>
                    <a:pt x="20001" y="8534"/>
                    <a:pt x="19818" y="8413"/>
                    <a:pt x="19818" y="8413"/>
                  </a:cubicBezTo>
                  <a:cubicBezTo>
                    <a:pt x="19812" y="8407"/>
                    <a:pt x="19808" y="8404"/>
                    <a:pt x="19804" y="8404"/>
                  </a:cubicBezTo>
                  <a:cubicBezTo>
                    <a:pt x="19788" y="8404"/>
                    <a:pt x="19788" y="8449"/>
                    <a:pt x="19788" y="8473"/>
                  </a:cubicBezTo>
                  <a:cubicBezTo>
                    <a:pt x="19788" y="8534"/>
                    <a:pt x="19818" y="8595"/>
                    <a:pt x="19818" y="8656"/>
                  </a:cubicBezTo>
                  <a:cubicBezTo>
                    <a:pt x="19818" y="8686"/>
                    <a:pt x="20001" y="8747"/>
                    <a:pt x="20061" y="8808"/>
                  </a:cubicBezTo>
                  <a:cubicBezTo>
                    <a:pt x="20083" y="8829"/>
                    <a:pt x="20120" y="8851"/>
                    <a:pt x="20161" y="8851"/>
                  </a:cubicBezTo>
                  <a:cubicBezTo>
                    <a:pt x="20178" y="8851"/>
                    <a:pt x="20196" y="8847"/>
                    <a:pt x="20213" y="8838"/>
                  </a:cubicBezTo>
                  <a:cubicBezTo>
                    <a:pt x="20213" y="8838"/>
                    <a:pt x="20397" y="8498"/>
                    <a:pt x="20545" y="8498"/>
                  </a:cubicBezTo>
                  <a:cubicBezTo>
                    <a:pt x="20556" y="8498"/>
                    <a:pt x="20567" y="8500"/>
                    <a:pt x="20578" y="8504"/>
                  </a:cubicBezTo>
                  <a:cubicBezTo>
                    <a:pt x="20730" y="8534"/>
                    <a:pt x="20852" y="8656"/>
                    <a:pt x="20852" y="8747"/>
                  </a:cubicBezTo>
                  <a:lnTo>
                    <a:pt x="20852" y="8838"/>
                  </a:lnTo>
                  <a:cubicBezTo>
                    <a:pt x="20852" y="8869"/>
                    <a:pt x="20761" y="8899"/>
                    <a:pt x="20730" y="8899"/>
                  </a:cubicBezTo>
                  <a:lnTo>
                    <a:pt x="20700" y="8899"/>
                  </a:lnTo>
                  <a:cubicBezTo>
                    <a:pt x="20669" y="8869"/>
                    <a:pt x="20669" y="8808"/>
                    <a:pt x="20700" y="8777"/>
                  </a:cubicBezTo>
                  <a:cubicBezTo>
                    <a:pt x="20730" y="8777"/>
                    <a:pt x="20669" y="8686"/>
                    <a:pt x="20639" y="8686"/>
                  </a:cubicBezTo>
                  <a:cubicBezTo>
                    <a:pt x="20638" y="8685"/>
                    <a:pt x="20636" y="8684"/>
                    <a:pt x="20633" y="8684"/>
                  </a:cubicBezTo>
                  <a:cubicBezTo>
                    <a:pt x="20589" y="8684"/>
                    <a:pt x="20392" y="8966"/>
                    <a:pt x="20305" y="9081"/>
                  </a:cubicBezTo>
                  <a:cubicBezTo>
                    <a:pt x="20229" y="9182"/>
                    <a:pt x="20154" y="9241"/>
                    <a:pt x="20113" y="9241"/>
                  </a:cubicBezTo>
                  <a:cubicBezTo>
                    <a:pt x="20104" y="9241"/>
                    <a:pt x="20097" y="9239"/>
                    <a:pt x="20092" y="9233"/>
                  </a:cubicBezTo>
                  <a:cubicBezTo>
                    <a:pt x="20061" y="9173"/>
                    <a:pt x="20031" y="9112"/>
                    <a:pt x="20001" y="9021"/>
                  </a:cubicBezTo>
                  <a:cubicBezTo>
                    <a:pt x="20001" y="8960"/>
                    <a:pt x="19940" y="8899"/>
                    <a:pt x="19879" y="8838"/>
                  </a:cubicBezTo>
                  <a:lnTo>
                    <a:pt x="19818" y="8808"/>
                  </a:lnTo>
                  <a:cubicBezTo>
                    <a:pt x="19818" y="8777"/>
                    <a:pt x="19788" y="8762"/>
                    <a:pt x="19758" y="8762"/>
                  </a:cubicBezTo>
                  <a:cubicBezTo>
                    <a:pt x="19727" y="8762"/>
                    <a:pt x="19697" y="8777"/>
                    <a:pt x="19697" y="8808"/>
                  </a:cubicBezTo>
                  <a:cubicBezTo>
                    <a:pt x="19727" y="8899"/>
                    <a:pt x="19788" y="8990"/>
                    <a:pt x="19849" y="9081"/>
                  </a:cubicBezTo>
                  <a:cubicBezTo>
                    <a:pt x="19879" y="9142"/>
                    <a:pt x="19636" y="9325"/>
                    <a:pt x="19575" y="9416"/>
                  </a:cubicBezTo>
                  <a:cubicBezTo>
                    <a:pt x="19514" y="9477"/>
                    <a:pt x="19332" y="9537"/>
                    <a:pt x="19302" y="9537"/>
                  </a:cubicBezTo>
                  <a:cubicBezTo>
                    <a:pt x="19210" y="9568"/>
                    <a:pt x="19119" y="9629"/>
                    <a:pt x="19058" y="9720"/>
                  </a:cubicBezTo>
                  <a:lnTo>
                    <a:pt x="18906" y="9598"/>
                  </a:lnTo>
                  <a:lnTo>
                    <a:pt x="18876" y="9598"/>
                  </a:lnTo>
                  <a:cubicBezTo>
                    <a:pt x="18785" y="9629"/>
                    <a:pt x="18694" y="9659"/>
                    <a:pt x="18633" y="9720"/>
                  </a:cubicBezTo>
                  <a:lnTo>
                    <a:pt x="18450" y="9720"/>
                  </a:lnTo>
                  <a:cubicBezTo>
                    <a:pt x="18425" y="9771"/>
                    <a:pt x="18442" y="9886"/>
                    <a:pt x="18466" y="9886"/>
                  </a:cubicBezTo>
                  <a:cubicBezTo>
                    <a:pt x="18471" y="9886"/>
                    <a:pt x="18476" y="9882"/>
                    <a:pt x="18481" y="9872"/>
                  </a:cubicBezTo>
                  <a:cubicBezTo>
                    <a:pt x="18491" y="9862"/>
                    <a:pt x="18518" y="9858"/>
                    <a:pt x="18552" y="9858"/>
                  </a:cubicBezTo>
                  <a:cubicBezTo>
                    <a:pt x="18619" y="9858"/>
                    <a:pt x="18714" y="9872"/>
                    <a:pt x="18754" y="9872"/>
                  </a:cubicBezTo>
                  <a:cubicBezTo>
                    <a:pt x="18846" y="9902"/>
                    <a:pt x="18785" y="10024"/>
                    <a:pt x="18663" y="10115"/>
                  </a:cubicBezTo>
                  <a:lnTo>
                    <a:pt x="18481" y="9993"/>
                  </a:lnTo>
                  <a:cubicBezTo>
                    <a:pt x="18435" y="9978"/>
                    <a:pt x="18397" y="9963"/>
                    <a:pt x="18363" y="9963"/>
                  </a:cubicBezTo>
                  <a:cubicBezTo>
                    <a:pt x="18329" y="9963"/>
                    <a:pt x="18299" y="9978"/>
                    <a:pt x="18268" y="10024"/>
                  </a:cubicBezTo>
                  <a:lnTo>
                    <a:pt x="18177" y="10206"/>
                  </a:lnTo>
                  <a:cubicBezTo>
                    <a:pt x="18025" y="10206"/>
                    <a:pt x="17843" y="10236"/>
                    <a:pt x="17691" y="10267"/>
                  </a:cubicBezTo>
                  <a:cubicBezTo>
                    <a:pt x="17599" y="10388"/>
                    <a:pt x="17539" y="10540"/>
                    <a:pt x="17508" y="10692"/>
                  </a:cubicBezTo>
                  <a:cubicBezTo>
                    <a:pt x="17508" y="10784"/>
                    <a:pt x="17539" y="10875"/>
                    <a:pt x="17539" y="10875"/>
                  </a:cubicBezTo>
                  <a:cubicBezTo>
                    <a:pt x="17554" y="10882"/>
                    <a:pt x="17573" y="10884"/>
                    <a:pt x="17593" y="10884"/>
                  </a:cubicBezTo>
                  <a:cubicBezTo>
                    <a:pt x="17614" y="10884"/>
                    <a:pt x="17636" y="10882"/>
                    <a:pt x="17656" y="10882"/>
                  </a:cubicBezTo>
                  <a:cubicBezTo>
                    <a:pt x="17698" y="10882"/>
                    <a:pt x="17736" y="10890"/>
                    <a:pt x="17751" y="10936"/>
                  </a:cubicBezTo>
                  <a:cubicBezTo>
                    <a:pt x="17751" y="10966"/>
                    <a:pt x="17721" y="11027"/>
                    <a:pt x="17721" y="11027"/>
                  </a:cubicBezTo>
                  <a:cubicBezTo>
                    <a:pt x="17660" y="11057"/>
                    <a:pt x="17569" y="11057"/>
                    <a:pt x="17478" y="11057"/>
                  </a:cubicBezTo>
                  <a:lnTo>
                    <a:pt x="17417" y="11027"/>
                  </a:lnTo>
                  <a:cubicBezTo>
                    <a:pt x="17387" y="10936"/>
                    <a:pt x="17204" y="10571"/>
                    <a:pt x="17143" y="10449"/>
                  </a:cubicBezTo>
                  <a:cubicBezTo>
                    <a:pt x="17083" y="10358"/>
                    <a:pt x="17052" y="10236"/>
                    <a:pt x="16991" y="10115"/>
                  </a:cubicBezTo>
                  <a:cubicBezTo>
                    <a:pt x="16991" y="10084"/>
                    <a:pt x="16931" y="10084"/>
                    <a:pt x="16840" y="10084"/>
                  </a:cubicBezTo>
                  <a:lnTo>
                    <a:pt x="16748" y="10054"/>
                  </a:lnTo>
                  <a:lnTo>
                    <a:pt x="16718" y="10024"/>
                  </a:lnTo>
                  <a:lnTo>
                    <a:pt x="16718" y="10024"/>
                  </a:lnTo>
                  <a:cubicBezTo>
                    <a:pt x="16688" y="10145"/>
                    <a:pt x="16718" y="10236"/>
                    <a:pt x="16748" y="10328"/>
                  </a:cubicBezTo>
                  <a:lnTo>
                    <a:pt x="16536" y="10388"/>
                  </a:lnTo>
                  <a:cubicBezTo>
                    <a:pt x="16505" y="10419"/>
                    <a:pt x="16444" y="10419"/>
                    <a:pt x="16444" y="10419"/>
                  </a:cubicBezTo>
                  <a:cubicBezTo>
                    <a:pt x="16444" y="10449"/>
                    <a:pt x="16414" y="10480"/>
                    <a:pt x="16414" y="10510"/>
                  </a:cubicBezTo>
                  <a:cubicBezTo>
                    <a:pt x="16566" y="10480"/>
                    <a:pt x="16718" y="10449"/>
                    <a:pt x="16870" y="10419"/>
                  </a:cubicBezTo>
                  <a:cubicBezTo>
                    <a:pt x="16881" y="10416"/>
                    <a:pt x="16891" y="10415"/>
                    <a:pt x="16899" y="10415"/>
                  </a:cubicBezTo>
                  <a:cubicBezTo>
                    <a:pt x="16986" y="10415"/>
                    <a:pt x="16958" y="10543"/>
                    <a:pt x="16931" y="10571"/>
                  </a:cubicBezTo>
                  <a:cubicBezTo>
                    <a:pt x="16870" y="10601"/>
                    <a:pt x="16809" y="10632"/>
                    <a:pt x="16718" y="10662"/>
                  </a:cubicBezTo>
                  <a:cubicBezTo>
                    <a:pt x="16688" y="10677"/>
                    <a:pt x="16650" y="10685"/>
                    <a:pt x="16612" y="10685"/>
                  </a:cubicBezTo>
                  <a:cubicBezTo>
                    <a:pt x="16574" y="10685"/>
                    <a:pt x="16536" y="10677"/>
                    <a:pt x="16505" y="10662"/>
                  </a:cubicBezTo>
                  <a:cubicBezTo>
                    <a:pt x="16444" y="10662"/>
                    <a:pt x="16414" y="10692"/>
                    <a:pt x="16414" y="10753"/>
                  </a:cubicBezTo>
                  <a:lnTo>
                    <a:pt x="16414" y="10814"/>
                  </a:lnTo>
                  <a:lnTo>
                    <a:pt x="16414" y="10844"/>
                  </a:lnTo>
                  <a:cubicBezTo>
                    <a:pt x="16384" y="10905"/>
                    <a:pt x="16596" y="10996"/>
                    <a:pt x="16688" y="10996"/>
                  </a:cubicBezTo>
                  <a:cubicBezTo>
                    <a:pt x="16779" y="11027"/>
                    <a:pt x="16870" y="11057"/>
                    <a:pt x="16991" y="11118"/>
                  </a:cubicBezTo>
                  <a:cubicBezTo>
                    <a:pt x="17022" y="11148"/>
                    <a:pt x="16961" y="11179"/>
                    <a:pt x="16840" y="11209"/>
                  </a:cubicBezTo>
                  <a:lnTo>
                    <a:pt x="16748" y="11209"/>
                  </a:lnTo>
                  <a:cubicBezTo>
                    <a:pt x="16688" y="11209"/>
                    <a:pt x="16627" y="11148"/>
                    <a:pt x="16596" y="11118"/>
                  </a:cubicBezTo>
                  <a:cubicBezTo>
                    <a:pt x="16536" y="11088"/>
                    <a:pt x="16475" y="11057"/>
                    <a:pt x="16414" y="11057"/>
                  </a:cubicBezTo>
                  <a:lnTo>
                    <a:pt x="16292" y="11179"/>
                  </a:lnTo>
                  <a:cubicBezTo>
                    <a:pt x="16171" y="11088"/>
                    <a:pt x="16049" y="10905"/>
                    <a:pt x="16019" y="10905"/>
                  </a:cubicBezTo>
                  <a:cubicBezTo>
                    <a:pt x="15988" y="10844"/>
                    <a:pt x="15958" y="10814"/>
                    <a:pt x="15958" y="10753"/>
                  </a:cubicBezTo>
                  <a:cubicBezTo>
                    <a:pt x="15988" y="10723"/>
                    <a:pt x="16049" y="10662"/>
                    <a:pt x="16110" y="10632"/>
                  </a:cubicBezTo>
                  <a:lnTo>
                    <a:pt x="16232" y="10632"/>
                  </a:lnTo>
                  <a:cubicBezTo>
                    <a:pt x="16271" y="10690"/>
                    <a:pt x="16310" y="10724"/>
                    <a:pt x="16333" y="10724"/>
                  </a:cubicBezTo>
                  <a:cubicBezTo>
                    <a:pt x="16346" y="10724"/>
                    <a:pt x="16353" y="10714"/>
                    <a:pt x="16353" y="10692"/>
                  </a:cubicBezTo>
                  <a:lnTo>
                    <a:pt x="16353" y="10632"/>
                  </a:lnTo>
                  <a:lnTo>
                    <a:pt x="16353" y="10540"/>
                  </a:lnTo>
                  <a:cubicBezTo>
                    <a:pt x="16323" y="10449"/>
                    <a:pt x="16323" y="10358"/>
                    <a:pt x="16292" y="10297"/>
                  </a:cubicBezTo>
                  <a:lnTo>
                    <a:pt x="16262" y="10297"/>
                  </a:lnTo>
                  <a:cubicBezTo>
                    <a:pt x="16247" y="10282"/>
                    <a:pt x="16232" y="10274"/>
                    <a:pt x="16216" y="10274"/>
                  </a:cubicBezTo>
                  <a:cubicBezTo>
                    <a:pt x="16201" y="10274"/>
                    <a:pt x="16186" y="10282"/>
                    <a:pt x="16171" y="10297"/>
                  </a:cubicBezTo>
                  <a:lnTo>
                    <a:pt x="16019" y="10449"/>
                  </a:lnTo>
                  <a:cubicBezTo>
                    <a:pt x="15867" y="10662"/>
                    <a:pt x="15867" y="10936"/>
                    <a:pt x="16019" y="11148"/>
                  </a:cubicBezTo>
                  <a:cubicBezTo>
                    <a:pt x="16110" y="11270"/>
                    <a:pt x="15928" y="11361"/>
                    <a:pt x="15867" y="11361"/>
                  </a:cubicBezTo>
                  <a:cubicBezTo>
                    <a:pt x="15745" y="11331"/>
                    <a:pt x="15654" y="11270"/>
                    <a:pt x="15563" y="11209"/>
                  </a:cubicBezTo>
                  <a:cubicBezTo>
                    <a:pt x="15558" y="11199"/>
                    <a:pt x="15550" y="11195"/>
                    <a:pt x="15541" y="11195"/>
                  </a:cubicBezTo>
                  <a:cubicBezTo>
                    <a:pt x="15493" y="11195"/>
                    <a:pt x="15396" y="11305"/>
                    <a:pt x="15320" y="11331"/>
                  </a:cubicBezTo>
                  <a:cubicBezTo>
                    <a:pt x="15229" y="11361"/>
                    <a:pt x="15381" y="11361"/>
                    <a:pt x="15472" y="11361"/>
                  </a:cubicBezTo>
                  <a:cubicBezTo>
                    <a:pt x="15563" y="11361"/>
                    <a:pt x="15533" y="11483"/>
                    <a:pt x="15472" y="11513"/>
                  </a:cubicBezTo>
                  <a:cubicBezTo>
                    <a:pt x="15411" y="11574"/>
                    <a:pt x="15320" y="11604"/>
                    <a:pt x="15229" y="11635"/>
                  </a:cubicBezTo>
                  <a:lnTo>
                    <a:pt x="15198" y="11695"/>
                  </a:lnTo>
                  <a:lnTo>
                    <a:pt x="15198" y="11726"/>
                  </a:lnTo>
                  <a:cubicBezTo>
                    <a:pt x="15191" y="11729"/>
                    <a:pt x="15180" y="11731"/>
                    <a:pt x="15166" y="11731"/>
                  </a:cubicBezTo>
                  <a:cubicBezTo>
                    <a:pt x="15083" y="11731"/>
                    <a:pt x="14889" y="11678"/>
                    <a:pt x="14767" y="11678"/>
                  </a:cubicBezTo>
                  <a:cubicBezTo>
                    <a:pt x="14730" y="11678"/>
                    <a:pt x="14700" y="11683"/>
                    <a:pt x="14681" y="11695"/>
                  </a:cubicBezTo>
                  <a:cubicBezTo>
                    <a:pt x="14606" y="11770"/>
                    <a:pt x="14387" y="11825"/>
                    <a:pt x="14329" y="11825"/>
                  </a:cubicBezTo>
                  <a:cubicBezTo>
                    <a:pt x="14316" y="11825"/>
                    <a:pt x="14311" y="11822"/>
                    <a:pt x="14317" y="11817"/>
                  </a:cubicBezTo>
                  <a:cubicBezTo>
                    <a:pt x="14317" y="11791"/>
                    <a:pt x="14306" y="11782"/>
                    <a:pt x="14293" y="11782"/>
                  </a:cubicBezTo>
                  <a:cubicBezTo>
                    <a:pt x="14276" y="11782"/>
                    <a:pt x="14256" y="11799"/>
                    <a:pt x="14256" y="11817"/>
                  </a:cubicBezTo>
                  <a:cubicBezTo>
                    <a:pt x="14256" y="11847"/>
                    <a:pt x="14347" y="12151"/>
                    <a:pt x="14256" y="12212"/>
                  </a:cubicBezTo>
                  <a:cubicBezTo>
                    <a:pt x="14180" y="12243"/>
                    <a:pt x="14096" y="12258"/>
                    <a:pt x="14013" y="12258"/>
                  </a:cubicBezTo>
                  <a:cubicBezTo>
                    <a:pt x="13929" y="12258"/>
                    <a:pt x="13846" y="12243"/>
                    <a:pt x="13770" y="12212"/>
                  </a:cubicBezTo>
                  <a:cubicBezTo>
                    <a:pt x="13763" y="12210"/>
                    <a:pt x="13756" y="12209"/>
                    <a:pt x="13750" y="12209"/>
                  </a:cubicBezTo>
                  <a:cubicBezTo>
                    <a:pt x="13674" y="12209"/>
                    <a:pt x="13648" y="12369"/>
                    <a:pt x="13648" y="12425"/>
                  </a:cubicBezTo>
                  <a:cubicBezTo>
                    <a:pt x="13648" y="12486"/>
                    <a:pt x="13466" y="12516"/>
                    <a:pt x="13405" y="12516"/>
                  </a:cubicBezTo>
                  <a:cubicBezTo>
                    <a:pt x="13314" y="12547"/>
                    <a:pt x="13222" y="12577"/>
                    <a:pt x="13131" y="12668"/>
                  </a:cubicBezTo>
                  <a:lnTo>
                    <a:pt x="13070" y="12850"/>
                  </a:lnTo>
                  <a:lnTo>
                    <a:pt x="13070" y="12911"/>
                  </a:lnTo>
                  <a:cubicBezTo>
                    <a:pt x="13055" y="12942"/>
                    <a:pt x="13025" y="12957"/>
                    <a:pt x="12994" y="12957"/>
                  </a:cubicBezTo>
                  <a:cubicBezTo>
                    <a:pt x="12964" y="12957"/>
                    <a:pt x="12934" y="12942"/>
                    <a:pt x="12918" y="12911"/>
                  </a:cubicBezTo>
                  <a:cubicBezTo>
                    <a:pt x="12888" y="12881"/>
                    <a:pt x="12858" y="12881"/>
                    <a:pt x="12766" y="12881"/>
                  </a:cubicBezTo>
                  <a:lnTo>
                    <a:pt x="12736" y="12881"/>
                  </a:lnTo>
                  <a:lnTo>
                    <a:pt x="12645" y="12820"/>
                  </a:lnTo>
                  <a:cubicBezTo>
                    <a:pt x="12610" y="12797"/>
                    <a:pt x="12580" y="12787"/>
                    <a:pt x="12555" y="12787"/>
                  </a:cubicBezTo>
                  <a:cubicBezTo>
                    <a:pt x="12516" y="12787"/>
                    <a:pt x="12493" y="12813"/>
                    <a:pt x="12493" y="12850"/>
                  </a:cubicBezTo>
                  <a:lnTo>
                    <a:pt x="12554" y="12881"/>
                  </a:lnTo>
                  <a:lnTo>
                    <a:pt x="12736" y="13002"/>
                  </a:lnTo>
                  <a:cubicBezTo>
                    <a:pt x="12706" y="13124"/>
                    <a:pt x="12645" y="13215"/>
                    <a:pt x="12554" y="13276"/>
                  </a:cubicBezTo>
                  <a:cubicBezTo>
                    <a:pt x="12523" y="13276"/>
                    <a:pt x="12341" y="13185"/>
                    <a:pt x="12159" y="13094"/>
                  </a:cubicBezTo>
                  <a:lnTo>
                    <a:pt x="12067" y="13276"/>
                  </a:lnTo>
                  <a:lnTo>
                    <a:pt x="12037" y="13337"/>
                  </a:lnTo>
                  <a:cubicBezTo>
                    <a:pt x="12037" y="13381"/>
                    <a:pt x="11988" y="13410"/>
                    <a:pt x="11938" y="13410"/>
                  </a:cubicBezTo>
                  <a:cubicBezTo>
                    <a:pt x="11920" y="13410"/>
                    <a:pt x="11901" y="13406"/>
                    <a:pt x="11885" y="13398"/>
                  </a:cubicBezTo>
                  <a:cubicBezTo>
                    <a:pt x="11824" y="13458"/>
                    <a:pt x="11824" y="13519"/>
                    <a:pt x="11763" y="13580"/>
                  </a:cubicBezTo>
                  <a:cubicBezTo>
                    <a:pt x="11733" y="13595"/>
                    <a:pt x="11703" y="13603"/>
                    <a:pt x="11676" y="13603"/>
                  </a:cubicBezTo>
                  <a:cubicBezTo>
                    <a:pt x="11649" y="13603"/>
                    <a:pt x="11627" y="13595"/>
                    <a:pt x="11611" y="13580"/>
                  </a:cubicBezTo>
                  <a:lnTo>
                    <a:pt x="11429" y="13489"/>
                  </a:lnTo>
                  <a:lnTo>
                    <a:pt x="11429" y="13489"/>
                  </a:lnTo>
                  <a:cubicBezTo>
                    <a:pt x="11399" y="13580"/>
                    <a:pt x="11429" y="13702"/>
                    <a:pt x="11490" y="13793"/>
                  </a:cubicBezTo>
                  <a:cubicBezTo>
                    <a:pt x="11520" y="13823"/>
                    <a:pt x="11459" y="13914"/>
                    <a:pt x="11429" y="13975"/>
                  </a:cubicBezTo>
                  <a:cubicBezTo>
                    <a:pt x="11399" y="14005"/>
                    <a:pt x="11429" y="14005"/>
                    <a:pt x="11459" y="14005"/>
                  </a:cubicBezTo>
                  <a:lnTo>
                    <a:pt x="11520" y="14036"/>
                  </a:lnTo>
                  <a:cubicBezTo>
                    <a:pt x="11563" y="14078"/>
                    <a:pt x="11605" y="14135"/>
                    <a:pt x="11668" y="14135"/>
                  </a:cubicBezTo>
                  <a:cubicBezTo>
                    <a:pt x="11695" y="14135"/>
                    <a:pt x="11726" y="14124"/>
                    <a:pt x="11763" y="14097"/>
                  </a:cubicBezTo>
                  <a:cubicBezTo>
                    <a:pt x="11763" y="14066"/>
                    <a:pt x="11703" y="13975"/>
                    <a:pt x="11703" y="13914"/>
                  </a:cubicBezTo>
                  <a:lnTo>
                    <a:pt x="11703" y="13884"/>
                  </a:lnTo>
                  <a:cubicBezTo>
                    <a:pt x="11794" y="13884"/>
                    <a:pt x="11976" y="13732"/>
                    <a:pt x="11915" y="13702"/>
                  </a:cubicBezTo>
                  <a:cubicBezTo>
                    <a:pt x="11885" y="13641"/>
                    <a:pt x="12067" y="13610"/>
                    <a:pt x="12128" y="13610"/>
                  </a:cubicBezTo>
                  <a:cubicBezTo>
                    <a:pt x="12189" y="13610"/>
                    <a:pt x="12280" y="13489"/>
                    <a:pt x="12311" y="13428"/>
                  </a:cubicBezTo>
                  <a:cubicBezTo>
                    <a:pt x="12311" y="13423"/>
                    <a:pt x="12312" y="13420"/>
                    <a:pt x="12315" y="13420"/>
                  </a:cubicBezTo>
                  <a:cubicBezTo>
                    <a:pt x="12331" y="13420"/>
                    <a:pt x="12381" y="13484"/>
                    <a:pt x="12432" y="13610"/>
                  </a:cubicBezTo>
                  <a:lnTo>
                    <a:pt x="12615" y="13458"/>
                  </a:lnTo>
                  <a:lnTo>
                    <a:pt x="12615" y="13458"/>
                  </a:lnTo>
                  <a:cubicBezTo>
                    <a:pt x="12645" y="13519"/>
                    <a:pt x="12584" y="13762"/>
                    <a:pt x="12493" y="13793"/>
                  </a:cubicBezTo>
                  <a:cubicBezTo>
                    <a:pt x="12371" y="13793"/>
                    <a:pt x="12098" y="13823"/>
                    <a:pt x="12007" y="13854"/>
                  </a:cubicBezTo>
                  <a:cubicBezTo>
                    <a:pt x="11915" y="13854"/>
                    <a:pt x="11885" y="13975"/>
                    <a:pt x="11915" y="14097"/>
                  </a:cubicBezTo>
                  <a:lnTo>
                    <a:pt x="11855" y="14157"/>
                  </a:lnTo>
                  <a:lnTo>
                    <a:pt x="11733" y="14279"/>
                  </a:lnTo>
                  <a:cubicBezTo>
                    <a:pt x="11611" y="14340"/>
                    <a:pt x="11490" y="14370"/>
                    <a:pt x="11399" y="14431"/>
                  </a:cubicBezTo>
                  <a:lnTo>
                    <a:pt x="11216" y="14431"/>
                  </a:lnTo>
                  <a:lnTo>
                    <a:pt x="11125" y="14401"/>
                  </a:lnTo>
                  <a:cubicBezTo>
                    <a:pt x="10943" y="14401"/>
                    <a:pt x="10791" y="14461"/>
                    <a:pt x="10639" y="14553"/>
                  </a:cubicBezTo>
                  <a:cubicBezTo>
                    <a:pt x="10562" y="14604"/>
                    <a:pt x="10422" y="14719"/>
                    <a:pt x="10343" y="14719"/>
                  </a:cubicBezTo>
                  <a:cubicBezTo>
                    <a:pt x="10327" y="14719"/>
                    <a:pt x="10314" y="14714"/>
                    <a:pt x="10304" y="14705"/>
                  </a:cubicBezTo>
                  <a:cubicBezTo>
                    <a:pt x="10300" y="14700"/>
                    <a:pt x="10294" y="14698"/>
                    <a:pt x="10287" y="14698"/>
                  </a:cubicBezTo>
                  <a:cubicBezTo>
                    <a:pt x="10242" y="14698"/>
                    <a:pt x="10148" y="14770"/>
                    <a:pt x="10122" y="14796"/>
                  </a:cubicBezTo>
                  <a:cubicBezTo>
                    <a:pt x="10105" y="14813"/>
                    <a:pt x="10127" y="14831"/>
                    <a:pt x="10179" y="14831"/>
                  </a:cubicBezTo>
                  <a:cubicBezTo>
                    <a:pt x="10217" y="14831"/>
                    <a:pt x="10271" y="14821"/>
                    <a:pt x="10335" y="14796"/>
                  </a:cubicBezTo>
                  <a:lnTo>
                    <a:pt x="10426" y="14765"/>
                  </a:lnTo>
                  <a:cubicBezTo>
                    <a:pt x="10456" y="14765"/>
                    <a:pt x="10487" y="14796"/>
                    <a:pt x="10487" y="14826"/>
                  </a:cubicBezTo>
                  <a:cubicBezTo>
                    <a:pt x="10487" y="14857"/>
                    <a:pt x="10517" y="14887"/>
                    <a:pt x="10487" y="14887"/>
                  </a:cubicBezTo>
                  <a:cubicBezTo>
                    <a:pt x="10396" y="14978"/>
                    <a:pt x="10274" y="15039"/>
                    <a:pt x="10152" y="15100"/>
                  </a:cubicBezTo>
                  <a:cubicBezTo>
                    <a:pt x="10092" y="15100"/>
                    <a:pt x="10061" y="15100"/>
                    <a:pt x="10000" y="15069"/>
                  </a:cubicBezTo>
                  <a:lnTo>
                    <a:pt x="9970" y="15009"/>
                  </a:lnTo>
                  <a:cubicBezTo>
                    <a:pt x="9849" y="14948"/>
                    <a:pt x="9636" y="14705"/>
                    <a:pt x="9514" y="14705"/>
                  </a:cubicBezTo>
                  <a:cubicBezTo>
                    <a:pt x="9393" y="14705"/>
                    <a:pt x="9393" y="14735"/>
                    <a:pt x="9514" y="14765"/>
                  </a:cubicBezTo>
                  <a:lnTo>
                    <a:pt x="9545" y="14796"/>
                  </a:lnTo>
                  <a:lnTo>
                    <a:pt x="9605" y="14826"/>
                  </a:lnTo>
                  <a:cubicBezTo>
                    <a:pt x="9636" y="14978"/>
                    <a:pt x="9636" y="15100"/>
                    <a:pt x="9636" y="15252"/>
                  </a:cubicBezTo>
                  <a:lnTo>
                    <a:pt x="9514" y="15282"/>
                  </a:lnTo>
                  <a:cubicBezTo>
                    <a:pt x="9453" y="15282"/>
                    <a:pt x="9362" y="15282"/>
                    <a:pt x="9301" y="15252"/>
                  </a:cubicBezTo>
                  <a:cubicBezTo>
                    <a:pt x="9241" y="15191"/>
                    <a:pt x="9271" y="15100"/>
                    <a:pt x="9393" y="15100"/>
                  </a:cubicBezTo>
                  <a:lnTo>
                    <a:pt x="9423" y="15100"/>
                  </a:lnTo>
                  <a:cubicBezTo>
                    <a:pt x="9484" y="15039"/>
                    <a:pt x="9332" y="14917"/>
                    <a:pt x="9271" y="14917"/>
                  </a:cubicBezTo>
                  <a:lnTo>
                    <a:pt x="9028" y="14917"/>
                  </a:lnTo>
                  <a:cubicBezTo>
                    <a:pt x="8845" y="14917"/>
                    <a:pt x="8906" y="15039"/>
                    <a:pt x="8845" y="15130"/>
                  </a:cubicBezTo>
                  <a:lnTo>
                    <a:pt x="8815" y="15221"/>
                  </a:lnTo>
                  <a:cubicBezTo>
                    <a:pt x="8765" y="15209"/>
                    <a:pt x="8693" y="15201"/>
                    <a:pt x="8625" y="15201"/>
                  </a:cubicBezTo>
                  <a:cubicBezTo>
                    <a:pt x="8529" y="15201"/>
                    <a:pt x="8438" y="15216"/>
                    <a:pt x="8420" y="15252"/>
                  </a:cubicBezTo>
                  <a:cubicBezTo>
                    <a:pt x="8390" y="15313"/>
                    <a:pt x="8481" y="15434"/>
                    <a:pt x="8511" y="15464"/>
                  </a:cubicBezTo>
                  <a:cubicBezTo>
                    <a:pt x="8602" y="15525"/>
                    <a:pt x="8693" y="15556"/>
                    <a:pt x="8785" y="15616"/>
                  </a:cubicBezTo>
                  <a:cubicBezTo>
                    <a:pt x="8815" y="15616"/>
                    <a:pt x="8845" y="15464"/>
                    <a:pt x="8876" y="15434"/>
                  </a:cubicBezTo>
                  <a:cubicBezTo>
                    <a:pt x="8937" y="15373"/>
                    <a:pt x="8967" y="15313"/>
                    <a:pt x="8997" y="15252"/>
                  </a:cubicBezTo>
                  <a:cubicBezTo>
                    <a:pt x="8997" y="15246"/>
                    <a:pt x="9003" y="15244"/>
                    <a:pt x="9011" y="15244"/>
                  </a:cubicBezTo>
                  <a:cubicBezTo>
                    <a:pt x="9049" y="15244"/>
                    <a:pt x="9155" y="15293"/>
                    <a:pt x="9180" y="15343"/>
                  </a:cubicBezTo>
                  <a:cubicBezTo>
                    <a:pt x="9210" y="15373"/>
                    <a:pt x="9058" y="15495"/>
                    <a:pt x="8997" y="15525"/>
                  </a:cubicBezTo>
                  <a:cubicBezTo>
                    <a:pt x="8937" y="15586"/>
                    <a:pt x="8876" y="15647"/>
                    <a:pt x="8845" y="15708"/>
                  </a:cubicBezTo>
                  <a:cubicBezTo>
                    <a:pt x="8845" y="15738"/>
                    <a:pt x="8541" y="15738"/>
                    <a:pt x="8450" y="15829"/>
                  </a:cubicBezTo>
                  <a:cubicBezTo>
                    <a:pt x="8298" y="15951"/>
                    <a:pt x="8146" y="16042"/>
                    <a:pt x="7964" y="16072"/>
                  </a:cubicBezTo>
                  <a:cubicBezTo>
                    <a:pt x="7950" y="16079"/>
                    <a:pt x="7936" y="16087"/>
                    <a:pt x="7923" y="16094"/>
                  </a:cubicBezTo>
                  <a:lnTo>
                    <a:pt x="7923" y="16094"/>
                  </a:lnTo>
                  <a:cubicBezTo>
                    <a:pt x="7925" y="16160"/>
                    <a:pt x="7911" y="16228"/>
                    <a:pt x="7873" y="16285"/>
                  </a:cubicBezTo>
                  <a:cubicBezTo>
                    <a:pt x="7845" y="16312"/>
                    <a:pt x="7818" y="16328"/>
                    <a:pt x="7796" y="16328"/>
                  </a:cubicBezTo>
                  <a:cubicBezTo>
                    <a:pt x="7770" y="16328"/>
                    <a:pt x="7751" y="16305"/>
                    <a:pt x="7751" y="16255"/>
                  </a:cubicBezTo>
                  <a:cubicBezTo>
                    <a:pt x="7754" y="16239"/>
                    <a:pt x="7756" y="16224"/>
                    <a:pt x="7759" y="16209"/>
                  </a:cubicBezTo>
                  <a:lnTo>
                    <a:pt x="7759" y="16209"/>
                  </a:lnTo>
                  <a:cubicBezTo>
                    <a:pt x="7668" y="16287"/>
                    <a:pt x="7593" y="16377"/>
                    <a:pt x="7538" y="16468"/>
                  </a:cubicBezTo>
                  <a:cubicBezTo>
                    <a:pt x="7538" y="16498"/>
                    <a:pt x="7447" y="16498"/>
                    <a:pt x="7417" y="16498"/>
                  </a:cubicBezTo>
                  <a:cubicBezTo>
                    <a:pt x="7411" y="16492"/>
                    <a:pt x="7405" y="16490"/>
                    <a:pt x="7398" y="16490"/>
                  </a:cubicBezTo>
                  <a:cubicBezTo>
                    <a:pt x="7366" y="16490"/>
                    <a:pt x="7326" y="16539"/>
                    <a:pt x="7326" y="16589"/>
                  </a:cubicBezTo>
                  <a:cubicBezTo>
                    <a:pt x="7322" y="16592"/>
                    <a:pt x="7318" y="16594"/>
                    <a:pt x="7314" y="16594"/>
                  </a:cubicBezTo>
                  <a:cubicBezTo>
                    <a:pt x="7276" y="16594"/>
                    <a:pt x="7201" y="16491"/>
                    <a:pt x="7174" y="16437"/>
                  </a:cubicBezTo>
                  <a:cubicBezTo>
                    <a:pt x="7143" y="16376"/>
                    <a:pt x="7295" y="16224"/>
                    <a:pt x="7356" y="16194"/>
                  </a:cubicBezTo>
                  <a:lnTo>
                    <a:pt x="7751" y="16012"/>
                  </a:lnTo>
                  <a:lnTo>
                    <a:pt x="7799" y="16002"/>
                  </a:lnTo>
                  <a:lnTo>
                    <a:pt x="7799" y="16002"/>
                  </a:lnTo>
                  <a:cubicBezTo>
                    <a:pt x="7784" y="16070"/>
                    <a:pt x="7771" y="16138"/>
                    <a:pt x="7759" y="16209"/>
                  </a:cubicBezTo>
                  <a:lnTo>
                    <a:pt x="7759" y="16209"/>
                  </a:lnTo>
                  <a:cubicBezTo>
                    <a:pt x="7809" y="16166"/>
                    <a:pt x="7864" y="16127"/>
                    <a:pt x="7923" y="16094"/>
                  </a:cubicBezTo>
                  <a:lnTo>
                    <a:pt x="7923" y="16094"/>
                  </a:lnTo>
                  <a:cubicBezTo>
                    <a:pt x="7922" y="16054"/>
                    <a:pt x="7915" y="16016"/>
                    <a:pt x="7903" y="15981"/>
                  </a:cubicBezTo>
                  <a:lnTo>
                    <a:pt x="7903" y="15981"/>
                  </a:lnTo>
                  <a:lnTo>
                    <a:pt x="7799" y="16002"/>
                  </a:lnTo>
                  <a:lnTo>
                    <a:pt x="7799" y="16002"/>
                  </a:lnTo>
                  <a:cubicBezTo>
                    <a:pt x="7819" y="15917"/>
                    <a:pt x="7842" y="15831"/>
                    <a:pt x="7873" y="15738"/>
                  </a:cubicBezTo>
                  <a:cubicBezTo>
                    <a:pt x="7895" y="15694"/>
                    <a:pt x="7820" y="15665"/>
                    <a:pt x="7754" y="15665"/>
                  </a:cubicBezTo>
                  <a:cubicBezTo>
                    <a:pt x="7730" y="15665"/>
                    <a:pt x="7707" y="15669"/>
                    <a:pt x="7690" y="15677"/>
                  </a:cubicBezTo>
                  <a:cubicBezTo>
                    <a:pt x="7569" y="15829"/>
                    <a:pt x="7417" y="15920"/>
                    <a:pt x="7234" y="16042"/>
                  </a:cubicBezTo>
                  <a:lnTo>
                    <a:pt x="7113" y="16042"/>
                  </a:lnTo>
                  <a:cubicBezTo>
                    <a:pt x="7076" y="16042"/>
                    <a:pt x="7035" y="16047"/>
                    <a:pt x="6999" y="16047"/>
                  </a:cubicBezTo>
                  <a:cubicBezTo>
                    <a:pt x="6944" y="16047"/>
                    <a:pt x="6900" y="16036"/>
                    <a:pt x="6900" y="15981"/>
                  </a:cubicBezTo>
                  <a:lnTo>
                    <a:pt x="6900" y="15829"/>
                  </a:lnTo>
                  <a:cubicBezTo>
                    <a:pt x="6991" y="15860"/>
                    <a:pt x="7082" y="15860"/>
                    <a:pt x="7174" y="15860"/>
                  </a:cubicBezTo>
                  <a:cubicBezTo>
                    <a:pt x="7143" y="15799"/>
                    <a:pt x="7143" y="15738"/>
                    <a:pt x="7113" y="15677"/>
                  </a:cubicBezTo>
                  <a:lnTo>
                    <a:pt x="7143" y="15647"/>
                  </a:lnTo>
                  <a:lnTo>
                    <a:pt x="7295" y="15556"/>
                  </a:lnTo>
                  <a:cubicBezTo>
                    <a:pt x="7143" y="15495"/>
                    <a:pt x="6991" y="15434"/>
                    <a:pt x="6809" y="15404"/>
                  </a:cubicBezTo>
                  <a:cubicBezTo>
                    <a:pt x="6718" y="15404"/>
                    <a:pt x="6566" y="15525"/>
                    <a:pt x="6475" y="15677"/>
                  </a:cubicBezTo>
                  <a:lnTo>
                    <a:pt x="6292" y="15768"/>
                  </a:lnTo>
                  <a:cubicBezTo>
                    <a:pt x="6262" y="15799"/>
                    <a:pt x="6201" y="15890"/>
                    <a:pt x="6171" y="15890"/>
                  </a:cubicBezTo>
                  <a:lnTo>
                    <a:pt x="6079" y="15890"/>
                  </a:lnTo>
                  <a:lnTo>
                    <a:pt x="5988" y="15920"/>
                  </a:lnTo>
                  <a:cubicBezTo>
                    <a:pt x="5900" y="16031"/>
                    <a:pt x="5827" y="16142"/>
                    <a:pt x="5771" y="16252"/>
                  </a:cubicBezTo>
                  <a:lnTo>
                    <a:pt x="5771" y="16252"/>
                  </a:lnTo>
                  <a:cubicBezTo>
                    <a:pt x="5783" y="16191"/>
                    <a:pt x="5794" y="16131"/>
                    <a:pt x="5806" y="16072"/>
                  </a:cubicBezTo>
                  <a:lnTo>
                    <a:pt x="5806" y="16072"/>
                  </a:lnTo>
                  <a:lnTo>
                    <a:pt x="5624" y="16103"/>
                  </a:lnTo>
                  <a:lnTo>
                    <a:pt x="5502" y="16133"/>
                  </a:lnTo>
                  <a:lnTo>
                    <a:pt x="5228" y="16133"/>
                  </a:lnTo>
                  <a:cubicBezTo>
                    <a:pt x="5198" y="16133"/>
                    <a:pt x="5289" y="16255"/>
                    <a:pt x="5320" y="16316"/>
                  </a:cubicBezTo>
                  <a:cubicBezTo>
                    <a:pt x="5350" y="16346"/>
                    <a:pt x="5289" y="16468"/>
                    <a:pt x="5259" y="16498"/>
                  </a:cubicBezTo>
                  <a:cubicBezTo>
                    <a:pt x="5228" y="16498"/>
                    <a:pt x="5107" y="16437"/>
                    <a:pt x="5046" y="16407"/>
                  </a:cubicBezTo>
                  <a:cubicBezTo>
                    <a:pt x="4894" y="16407"/>
                    <a:pt x="4742" y="16437"/>
                    <a:pt x="4590" y="16498"/>
                  </a:cubicBezTo>
                  <a:cubicBezTo>
                    <a:pt x="4582" y="16501"/>
                    <a:pt x="4574" y="16502"/>
                    <a:pt x="4566" y="16502"/>
                  </a:cubicBezTo>
                  <a:cubicBezTo>
                    <a:pt x="4483" y="16502"/>
                    <a:pt x="4408" y="16371"/>
                    <a:pt x="4408" y="16316"/>
                  </a:cubicBezTo>
                  <a:cubicBezTo>
                    <a:pt x="4408" y="16255"/>
                    <a:pt x="4438" y="16194"/>
                    <a:pt x="4468" y="16194"/>
                  </a:cubicBezTo>
                  <a:lnTo>
                    <a:pt x="4499" y="16194"/>
                  </a:lnTo>
                  <a:lnTo>
                    <a:pt x="4620" y="16255"/>
                  </a:lnTo>
                  <a:cubicBezTo>
                    <a:pt x="4712" y="16194"/>
                    <a:pt x="4803" y="16103"/>
                    <a:pt x="4864" y="16012"/>
                  </a:cubicBezTo>
                  <a:lnTo>
                    <a:pt x="4924" y="15981"/>
                  </a:lnTo>
                  <a:lnTo>
                    <a:pt x="4985" y="15951"/>
                  </a:lnTo>
                  <a:cubicBezTo>
                    <a:pt x="5107" y="15951"/>
                    <a:pt x="5228" y="15920"/>
                    <a:pt x="5320" y="15860"/>
                  </a:cubicBezTo>
                  <a:cubicBezTo>
                    <a:pt x="5350" y="15829"/>
                    <a:pt x="5380" y="15768"/>
                    <a:pt x="5380" y="15768"/>
                  </a:cubicBezTo>
                  <a:cubicBezTo>
                    <a:pt x="5228" y="15738"/>
                    <a:pt x="5107" y="15708"/>
                    <a:pt x="4955" y="15677"/>
                  </a:cubicBezTo>
                  <a:lnTo>
                    <a:pt x="4833" y="15647"/>
                  </a:lnTo>
                  <a:cubicBezTo>
                    <a:pt x="4779" y="15565"/>
                    <a:pt x="4846" y="15460"/>
                    <a:pt x="4861" y="15460"/>
                  </a:cubicBezTo>
                  <a:cubicBezTo>
                    <a:pt x="4863" y="15460"/>
                    <a:pt x="4864" y="15461"/>
                    <a:pt x="4864" y="15464"/>
                  </a:cubicBezTo>
                  <a:cubicBezTo>
                    <a:pt x="4894" y="15525"/>
                    <a:pt x="4955" y="15556"/>
                    <a:pt x="4985" y="15556"/>
                  </a:cubicBezTo>
                  <a:lnTo>
                    <a:pt x="5076" y="15495"/>
                  </a:lnTo>
                  <a:cubicBezTo>
                    <a:pt x="5228" y="15586"/>
                    <a:pt x="5380" y="15647"/>
                    <a:pt x="5563" y="15677"/>
                  </a:cubicBezTo>
                  <a:cubicBezTo>
                    <a:pt x="5654" y="15677"/>
                    <a:pt x="5745" y="15464"/>
                    <a:pt x="5745" y="15404"/>
                  </a:cubicBezTo>
                  <a:cubicBezTo>
                    <a:pt x="5745" y="15313"/>
                    <a:pt x="5836" y="15313"/>
                    <a:pt x="5836" y="15313"/>
                  </a:cubicBezTo>
                  <a:cubicBezTo>
                    <a:pt x="5844" y="15321"/>
                    <a:pt x="5853" y="15324"/>
                    <a:pt x="5861" y="15324"/>
                  </a:cubicBezTo>
                  <a:cubicBezTo>
                    <a:pt x="5883" y="15324"/>
                    <a:pt x="5905" y="15296"/>
                    <a:pt x="5927" y="15252"/>
                  </a:cubicBezTo>
                  <a:lnTo>
                    <a:pt x="5927" y="15221"/>
                  </a:lnTo>
                  <a:lnTo>
                    <a:pt x="5927" y="15161"/>
                  </a:lnTo>
                  <a:cubicBezTo>
                    <a:pt x="5958" y="15130"/>
                    <a:pt x="6231" y="15069"/>
                    <a:pt x="6262" y="15069"/>
                  </a:cubicBezTo>
                  <a:cubicBezTo>
                    <a:pt x="6292" y="15039"/>
                    <a:pt x="6353" y="15009"/>
                    <a:pt x="6383" y="14978"/>
                  </a:cubicBezTo>
                  <a:cubicBezTo>
                    <a:pt x="6388" y="14974"/>
                    <a:pt x="6392" y="14972"/>
                    <a:pt x="6398" y="14972"/>
                  </a:cubicBezTo>
                  <a:cubicBezTo>
                    <a:pt x="6430" y="14972"/>
                    <a:pt x="6475" y="15043"/>
                    <a:pt x="6475" y="15069"/>
                  </a:cubicBezTo>
                  <a:cubicBezTo>
                    <a:pt x="6505" y="15130"/>
                    <a:pt x="6535" y="15161"/>
                    <a:pt x="6566" y="15221"/>
                  </a:cubicBezTo>
                  <a:lnTo>
                    <a:pt x="6627" y="15252"/>
                  </a:lnTo>
                  <a:cubicBezTo>
                    <a:pt x="6657" y="15221"/>
                    <a:pt x="6687" y="15161"/>
                    <a:pt x="6718" y="15100"/>
                  </a:cubicBezTo>
                  <a:lnTo>
                    <a:pt x="6718" y="15069"/>
                  </a:lnTo>
                  <a:lnTo>
                    <a:pt x="6718" y="14978"/>
                  </a:lnTo>
                  <a:cubicBezTo>
                    <a:pt x="6687" y="14826"/>
                    <a:pt x="6748" y="14674"/>
                    <a:pt x="6870" y="14553"/>
                  </a:cubicBezTo>
                  <a:cubicBezTo>
                    <a:pt x="6878" y="14548"/>
                    <a:pt x="6886" y="14547"/>
                    <a:pt x="6893" y="14547"/>
                  </a:cubicBezTo>
                  <a:cubicBezTo>
                    <a:pt x="6938" y="14547"/>
                    <a:pt x="6957" y="14622"/>
                    <a:pt x="6931" y="14674"/>
                  </a:cubicBezTo>
                  <a:cubicBezTo>
                    <a:pt x="6931" y="14705"/>
                    <a:pt x="7052" y="14826"/>
                    <a:pt x="7113" y="14857"/>
                  </a:cubicBezTo>
                  <a:cubicBezTo>
                    <a:pt x="7204" y="14887"/>
                    <a:pt x="7265" y="14948"/>
                    <a:pt x="7295" y="15009"/>
                  </a:cubicBezTo>
                  <a:cubicBezTo>
                    <a:pt x="7265" y="15039"/>
                    <a:pt x="7204" y="15069"/>
                    <a:pt x="7143" y="15069"/>
                  </a:cubicBezTo>
                  <a:lnTo>
                    <a:pt x="7113" y="15069"/>
                  </a:lnTo>
                  <a:cubicBezTo>
                    <a:pt x="7022" y="15100"/>
                    <a:pt x="7082" y="15252"/>
                    <a:pt x="7143" y="15313"/>
                  </a:cubicBezTo>
                  <a:cubicBezTo>
                    <a:pt x="7153" y="15333"/>
                    <a:pt x="7197" y="15340"/>
                    <a:pt x="7256" y="15340"/>
                  </a:cubicBezTo>
                  <a:cubicBezTo>
                    <a:pt x="7373" y="15340"/>
                    <a:pt x="7549" y="15313"/>
                    <a:pt x="7630" y="15313"/>
                  </a:cubicBezTo>
                  <a:cubicBezTo>
                    <a:pt x="7782" y="15282"/>
                    <a:pt x="7934" y="15221"/>
                    <a:pt x="8055" y="15130"/>
                  </a:cubicBezTo>
                  <a:cubicBezTo>
                    <a:pt x="8146" y="15069"/>
                    <a:pt x="8268" y="15039"/>
                    <a:pt x="8390" y="15039"/>
                  </a:cubicBezTo>
                  <a:cubicBezTo>
                    <a:pt x="8412" y="15047"/>
                    <a:pt x="8433" y="15050"/>
                    <a:pt x="8451" y="15050"/>
                  </a:cubicBezTo>
                  <a:cubicBezTo>
                    <a:pt x="8505" y="15050"/>
                    <a:pt x="8534" y="15016"/>
                    <a:pt x="8511" y="14948"/>
                  </a:cubicBezTo>
                  <a:lnTo>
                    <a:pt x="8511" y="14917"/>
                  </a:lnTo>
                  <a:cubicBezTo>
                    <a:pt x="8481" y="14857"/>
                    <a:pt x="8481" y="14765"/>
                    <a:pt x="8481" y="14765"/>
                  </a:cubicBezTo>
                  <a:lnTo>
                    <a:pt x="8572" y="14735"/>
                  </a:lnTo>
                  <a:cubicBezTo>
                    <a:pt x="8589" y="14729"/>
                    <a:pt x="8608" y="14727"/>
                    <a:pt x="8626" y="14727"/>
                  </a:cubicBezTo>
                  <a:cubicBezTo>
                    <a:pt x="8705" y="14727"/>
                    <a:pt x="8785" y="14771"/>
                    <a:pt x="8785" y="14796"/>
                  </a:cubicBezTo>
                  <a:cubicBezTo>
                    <a:pt x="8785" y="14798"/>
                    <a:pt x="8786" y="14800"/>
                    <a:pt x="8787" y="14800"/>
                  </a:cubicBezTo>
                  <a:cubicBezTo>
                    <a:pt x="8806" y="14800"/>
                    <a:pt x="8909" y="14669"/>
                    <a:pt x="8937" y="14613"/>
                  </a:cubicBezTo>
                  <a:cubicBezTo>
                    <a:pt x="8959" y="14569"/>
                    <a:pt x="8932" y="14541"/>
                    <a:pt x="8869" y="14541"/>
                  </a:cubicBezTo>
                  <a:cubicBezTo>
                    <a:pt x="8845" y="14541"/>
                    <a:pt x="8817" y="14544"/>
                    <a:pt x="8785" y="14553"/>
                  </a:cubicBezTo>
                  <a:lnTo>
                    <a:pt x="8602" y="14553"/>
                  </a:lnTo>
                  <a:cubicBezTo>
                    <a:pt x="8511" y="14553"/>
                    <a:pt x="8845" y="14309"/>
                    <a:pt x="8906" y="14309"/>
                  </a:cubicBezTo>
                  <a:cubicBezTo>
                    <a:pt x="8937" y="14309"/>
                    <a:pt x="8967" y="14036"/>
                    <a:pt x="8906" y="13945"/>
                  </a:cubicBezTo>
                  <a:cubicBezTo>
                    <a:pt x="8887" y="13932"/>
                    <a:pt x="8866" y="13926"/>
                    <a:pt x="8842" y="13926"/>
                  </a:cubicBezTo>
                  <a:cubicBezTo>
                    <a:pt x="8754" y="13926"/>
                    <a:pt x="8644" y="14013"/>
                    <a:pt x="8572" y="14157"/>
                  </a:cubicBezTo>
                  <a:lnTo>
                    <a:pt x="8511" y="14309"/>
                  </a:lnTo>
                  <a:lnTo>
                    <a:pt x="8481" y="14340"/>
                  </a:lnTo>
                  <a:cubicBezTo>
                    <a:pt x="8463" y="14349"/>
                    <a:pt x="8445" y="14352"/>
                    <a:pt x="8427" y="14352"/>
                  </a:cubicBezTo>
                  <a:cubicBezTo>
                    <a:pt x="8384" y="14352"/>
                    <a:pt x="8341" y="14331"/>
                    <a:pt x="8298" y="14309"/>
                  </a:cubicBezTo>
                  <a:lnTo>
                    <a:pt x="8177" y="14127"/>
                  </a:lnTo>
                  <a:cubicBezTo>
                    <a:pt x="8146" y="14097"/>
                    <a:pt x="8086" y="14066"/>
                    <a:pt x="8025" y="14066"/>
                  </a:cubicBezTo>
                  <a:lnTo>
                    <a:pt x="8025" y="14431"/>
                  </a:lnTo>
                  <a:lnTo>
                    <a:pt x="8086" y="14644"/>
                  </a:lnTo>
                  <a:cubicBezTo>
                    <a:pt x="8086" y="14644"/>
                    <a:pt x="7994" y="14705"/>
                    <a:pt x="7964" y="14735"/>
                  </a:cubicBezTo>
                  <a:lnTo>
                    <a:pt x="7842" y="14765"/>
                  </a:lnTo>
                  <a:cubicBezTo>
                    <a:pt x="7812" y="14857"/>
                    <a:pt x="7721" y="14948"/>
                    <a:pt x="7630" y="14978"/>
                  </a:cubicBezTo>
                  <a:lnTo>
                    <a:pt x="7599" y="14948"/>
                  </a:lnTo>
                  <a:cubicBezTo>
                    <a:pt x="7538" y="14917"/>
                    <a:pt x="7508" y="14887"/>
                    <a:pt x="7508" y="14826"/>
                  </a:cubicBezTo>
                  <a:lnTo>
                    <a:pt x="7508" y="14735"/>
                  </a:lnTo>
                  <a:cubicBezTo>
                    <a:pt x="7538" y="14644"/>
                    <a:pt x="7660" y="14249"/>
                    <a:pt x="7782" y="14218"/>
                  </a:cubicBezTo>
                  <a:cubicBezTo>
                    <a:pt x="7903" y="14218"/>
                    <a:pt x="7812" y="14127"/>
                    <a:pt x="7751" y="14097"/>
                  </a:cubicBezTo>
                  <a:cubicBezTo>
                    <a:pt x="7745" y="14093"/>
                    <a:pt x="7736" y="14092"/>
                    <a:pt x="7726" y="14092"/>
                  </a:cubicBezTo>
                  <a:cubicBezTo>
                    <a:pt x="7646" y="14092"/>
                    <a:pt x="7471" y="14191"/>
                    <a:pt x="7417" y="14218"/>
                  </a:cubicBezTo>
                  <a:cubicBezTo>
                    <a:pt x="7400" y="14235"/>
                    <a:pt x="7376" y="14243"/>
                    <a:pt x="7348" y="14243"/>
                  </a:cubicBezTo>
                  <a:cubicBezTo>
                    <a:pt x="7276" y="14243"/>
                    <a:pt x="7179" y="14193"/>
                    <a:pt x="7113" y="14127"/>
                  </a:cubicBezTo>
                  <a:lnTo>
                    <a:pt x="7326" y="14066"/>
                  </a:lnTo>
                  <a:lnTo>
                    <a:pt x="7417" y="14066"/>
                  </a:lnTo>
                  <a:lnTo>
                    <a:pt x="7538" y="13793"/>
                  </a:lnTo>
                  <a:cubicBezTo>
                    <a:pt x="7618" y="13827"/>
                    <a:pt x="7698" y="13844"/>
                    <a:pt x="7768" y="13844"/>
                  </a:cubicBezTo>
                  <a:cubicBezTo>
                    <a:pt x="7885" y="13844"/>
                    <a:pt x="7975" y="13797"/>
                    <a:pt x="7994" y="13702"/>
                  </a:cubicBezTo>
                  <a:lnTo>
                    <a:pt x="7812" y="13580"/>
                  </a:lnTo>
                  <a:lnTo>
                    <a:pt x="7660" y="13458"/>
                  </a:lnTo>
                  <a:cubicBezTo>
                    <a:pt x="7721" y="13367"/>
                    <a:pt x="7812" y="13276"/>
                    <a:pt x="7903" y="13215"/>
                  </a:cubicBezTo>
                  <a:lnTo>
                    <a:pt x="7964" y="13276"/>
                  </a:lnTo>
                  <a:cubicBezTo>
                    <a:pt x="8025" y="13276"/>
                    <a:pt x="8086" y="13276"/>
                    <a:pt x="8116" y="13246"/>
                  </a:cubicBezTo>
                  <a:lnTo>
                    <a:pt x="8298" y="13094"/>
                  </a:lnTo>
                  <a:cubicBezTo>
                    <a:pt x="8279" y="13086"/>
                    <a:pt x="8258" y="13083"/>
                    <a:pt x="8236" y="13083"/>
                  </a:cubicBezTo>
                  <a:cubicBezTo>
                    <a:pt x="8080" y="13083"/>
                    <a:pt x="7854" y="13246"/>
                    <a:pt x="7721" y="13246"/>
                  </a:cubicBezTo>
                  <a:cubicBezTo>
                    <a:pt x="7569" y="13246"/>
                    <a:pt x="7508" y="13306"/>
                    <a:pt x="7569" y="13367"/>
                  </a:cubicBezTo>
                  <a:lnTo>
                    <a:pt x="7569" y="13398"/>
                  </a:lnTo>
                  <a:lnTo>
                    <a:pt x="7538" y="13458"/>
                  </a:lnTo>
                  <a:cubicBezTo>
                    <a:pt x="7447" y="13489"/>
                    <a:pt x="7478" y="13580"/>
                    <a:pt x="7538" y="13580"/>
                  </a:cubicBezTo>
                  <a:cubicBezTo>
                    <a:pt x="7599" y="13580"/>
                    <a:pt x="7660" y="13610"/>
                    <a:pt x="7721" y="13641"/>
                  </a:cubicBezTo>
                  <a:lnTo>
                    <a:pt x="7782" y="13702"/>
                  </a:lnTo>
                  <a:cubicBezTo>
                    <a:pt x="7782" y="13702"/>
                    <a:pt x="7782" y="13732"/>
                    <a:pt x="7782" y="13762"/>
                  </a:cubicBezTo>
                  <a:cubicBezTo>
                    <a:pt x="7756" y="13788"/>
                    <a:pt x="7730" y="13797"/>
                    <a:pt x="7702" y="13797"/>
                  </a:cubicBezTo>
                  <a:cubicBezTo>
                    <a:pt x="7664" y="13797"/>
                    <a:pt x="7621" y="13780"/>
                    <a:pt x="7569" y="13762"/>
                  </a:cubicBezTo>
                  <a:lnTo>
                    <a:pt x="7447" y="13732"/>
                  </a:lnTo>
                  <a:cubicBezTo>
                    <a:pt x="7295" y="13762"/>
                    <a:pt x="7143" y="13854"/>
                    <a:pt x="7022" y="14005"/>
                  </a:cubicBezTo>
                  <a:cubicBezTo>
                    <a:pt x="6961" y="14066"/>
                    <a:pt x="6900" y="14127"/>
                    <a:pt x="6900" y="14127"/>
                  </a:cubicBezTo>
                  <a:cubicBezTo>
                    <a:pt x="6870" y="14097"/>
                    <a:pt x="6900" y="13975"/>
                    <a:pt x="6931" y="13914"/>
                  </a:cubicBezTo>
                  <a:cubicBezTo>
                    <a:pt x="6961" y="13854"/>
                    <a:pt x="6779" y="13823"/>
                    <a:pt x="6748" y="13823"/>
                  </a:cubicBezTo>
                  <a:cubicBezTo>
                    <a:pt x="6687" y="13823"/>
                    <a:pt x="6718" y="14066"/>
                    <a:pt x="6687" y="14097"/>
                  </a:cubicBezTo>
                  <a:cubicBezTo>
                    <a:pt x="6627" y="14127"/>
                    <a:pt x="6535" y="14218"/>
                    <a:pt x="6566" y="14249"/>
                  </a:cubicBezTo>
                  <a:cubicBezTo>
                    <a:pt x="6566" y="14309"/>
                    <a:pt x="6566" y="14340"/>
                    <a:pt x="6566" y="14401"/>
                  </a:cubicBezTo>
                  <a:lnTo>
                    <a:pt x="6535" y="14431"/>
                  </a:lnTo>
                  <a:lnTo>
                    <a:pt x="6475" y="14492"/>
                  </a:lnTo>
                  <a:cubicBezTo>
                    <a:pt x="6383" y="14431"/>
                    <a:pt x="6323" y="14370"/>
                    <a:pt x="6231" y="14309"/>
                  </a:cubicBezTo>
                  <a:cubicBezTo>
                    <a:pt x="6171" y="14279"/>
                    <a:pt x="6171" y="14249"/>
                    <a:pt x="6171" y="14218"/>
                  </a:cubicBezTo>
                  <a:cubicBezTo>
                    <a:pt x="6201" y="14188"/>
                    <a:pt x="6110" y="14188"/>
                    <a:pt x="6079" y="14188"/>
                  </a:cubicBezTo>
                  <a:cubicBezTo>
                    <a:pt x="6049" y="14188"/>
                    <a:pt x="5988" y="14401"/>
                    <a:pt x="5867" y="14431"/>
                  </a:cubicBezTo>
                  <a:cubicBezTo>
                    <a:pt x="5715" y="14461"/>
                    <a:pt x="5775" y="14461"/>
                    <a:pt x="5988" y="14461"/>
                  </a:cubicBezTo>
                  <a:lnTo>
                    <a:pt x="6079" y="14492"/>
                  </a:lnTo>
                  <a:lnTo>
                    <a:pt x="6171" y="14553"/>
                  </a:lnTo>
                  <a:cubicBezTo>
                    <a:pt x="6193" y="14597"/>
                    <a:pt x="6264" y="14625"/>
                    <a:pt x="6336" y="14625"/>
                  </a:cubicBezTo>
                  <a:cubicBezTo>
                    <a:pt x="6363" y="14625"/>
                    <a:pt x="6389" y="14622"/>
                    <a:pt x="6414" y="14613"/>
                  </a:cubicBezTo>
                  <a:cubicBezTo>
                    <a:pt x="6429" y="14598"/>
                    <a:pt x="6452" y="14591"/>
                    <a:pt x="6478" y="14591"/>
                  </a:cubicBezTo>
                  <a:cubicBezTo>
                    <a:pt x="6505" y="14591"/>
                    <a:pt x="6535" y="14598"/>
                    <a:pt x="6566" y="14613"/>
                  </a:cubicBezTo>
                  <a:lnTo>
                    <a:pt x="6627" y="14644"/>
                  </a:lnTo>
                  <a:cubicBezTo>
                    <a:pt x="6535" y="14735"/>
                    <a:pt x="6414" y="14796"/>
                    <a:pt x="6292" y="14857"/>
                  </a:cubicBezTo>
                  <a:cubicBezTo>
                    <a:pt x="6276" y="14865"/>
                    <a:pt x="6257" y="14868"/>
                    <a:pt x="6239" y="14868"/>
                  </a:cubicBezTo>
                  <a:cubicBezTo>
                    <a:pt x="6187" y="14868"/>
                    <a:pt x="6132" y="14840"/>
                    <a:pt x="6110" y="14796"/>
                  </a:cubicBezTo>
                  <a:cubicBezTo>
                    <a:pt x="5988" y="14735"/>
                    <a:pt x="5836" y="14705"/>
                    <a:pt x="5715" y="14674"/>
                  </a:cubicBezTo>
                  <a:lnTo>
                    <a:pt x="5593" y="14857"/>
                  </a:lnTo>
                  <a:lnTo>
                    <a:pt x="5563" y="14887"/>
                  </a:lnTo>
                  <a:cubicBezTo>
                    <a:pt x="5472" y="14887"/>
                    <a:pt x="5411" y="14857"/>
                    <a:pt x="5350" y="14765"/>
                  </a:cubicBezTo>
                  <a:cubicBezTo>
                    <a:pt x="5347" y="14762"/>
                    <a:pt x="5343" y="14761"/>
                    <a:pt x="5339" y="14761"/>
                  </a:cubicBezTo>
                  <a:cubicBezTo>
                    <a:pt x="5307" y="14761"/>
                    <a:pt x="5259" y="14863"/>
                    <a:pt x="5259" y="14917"/>
                  </a:cubicBezTo>
                  <a:cubicBezTo>
                    <a:pt x="5259" y="14948"/>
                    <a:pt x="5016" y="14948"/>
                    <a:pt x="4924" y="14948"/>
                  </a:cubicBezTo>
                  <a:cubicBezTo>
                    <a:pt x="4916" y="14945"/>
                    <a:pt x="4908" y="14944"/>
                    <a:pt x="4899" y="14944"/>
                  </a:cubicBezTo>
                  <a:cubicBezTo>
                    <a:pt x="4812" y="14944"/>
                    <a:pt x="4709" y="15075"/>
                    <a:pt x="4681" y="15130"/>
                  </a:cubicBezTo>
                  <a:cubicBezTo>
                    <a:pt x="4681" y="15191"/>
                    <a:pt x="4590" y="15343"/>
                    <a:pt x="4560" y="15464"/>
                  </a:cubicBezTo>
                  <a:lnTo>
                    <a:pt x="4377" y="15313"/>
                  </a:lnTo>
                  <a:cubicBezTo>
                    <a:pt x="4377" y="15313"/>
                    <a:pt x="4256" y="15343"/>
                    <a:pt x="4256" y="15343"/>
                  </a:cubicBezTo>
                  <a:lnTo>
                    <a:pt x="4256" y="15404"/>
                  </a:lnTo>
                  <a:cubicBezTo>
                    <a:pt x="4286" y="15464"/>
                    <a:pt x="4165" y="15677"/>
                    <a:pt x="4104" y="15768"/>
                  </a:cubicBezTo>
                  <a:cubicBezTo>
                    <a:pt x="4043" y="15829"/>
                    <a:pt x="3952" y="15890"/>
                    <a:pt x="3861" y="15920"/>
                  </a:cubicBezTo>
                  <a:lnTo>
                    <a:pt x="3830" y="15829"/>
                  </a:lnTo>
                  <a:cubicBezTo>
                    <a:pt x="3800" y="15799"/>
                    <a:pt x="3800" y="15768"/>
                    <a:pt x="3769" y="15738"/>
                  </a:cubicBezTo>
                  <a:lnTo>
                    <a:pt x="3648" y="15738"/>
                  </a:lnTo>
                  <a:cubicBezTo>
                    <a:pt x="3678" y="15799"/>
                    <a:pt x="3709" y="15890"/>
                    <a:pt x="3769" y="15920"/>
                  </a:cubicBezTo>
                  <a:lnTo>
                    <a:pt x="3648" y="16012"/>
                  </a:lnTo>
                  <a:cubicBezTo>
                    <a:pt x="3587" y="16042"/>
                    <a:pt x="3526" y="16072"/>
                    <a:pt x="3435" y="16133"/>
                  </a:cubicBezTo>
                  <a:lnTo>
                    <a:pt x="3405" y="16103"/>
                  </a:lnTo>
                  <a:cubicBezTo>
                    <a:pt x="3405" y="16072"/>
                    <a:pt x="3374" y="16072"/>
                    <a:pt x="3374" y="16072"/>
                  </a:cubicBezTo>
                  <a:cubicBezTo>
                    <a:pt x="3344" y="16133"/>
                    <a:pt x="3344" y="16224"/>
                    <a:pt x="3344" y="16316"/>
                  </a:cubicBezTo>
                  <a:lnTo>
                    <a:pt x="3344" y="16437"/>
                  </a:lnTo>
                  <a:cubicBezTo>
                    <a:pt x="3344" y="16437"/>
                    <a:pt x="3283" y="16468"/>
                    <a:pt x="3222" y="16468"/>
                  </a:cubicBezTo>
                  <a:cubicBezTo>
                    <a:pt x="3192" y="16468"/>
                    <a:pt x="3161" y="16437"/>
                    <a:pt x="3131" y="16407"/>
                  </a:cubicBezTo>
                  <a:lnTo>
                    <a:pt x="3131" y="16376"/>
                  </a:lnTo>
                  <a:cubicBezTo>
                    <a:pt x="3125" y="16370"/>
                    <a:pt x="3114" y="16368"/>
                    <a:pt x="3100" y="16368"/>
                  </a:cubicBezTo>
                  <a:cubicBezTo>
                    <a:pt x="3044" y="16368"/>
                    <a:pt x="2937" y="16407"/>
                    <a:pt x="2888" y="16407"/>
                  </a:cubicBezTo>
                  <a:cubicBezTo>
                    <a:pt x="2857" y="16437"/>
                    <a:pt x="3131" y="16528"/>
                    <a:pt x="3161" y="16620"/>
                  </a:cubicBezTo>
                  <a:cubicBezTo>
                    <a:pt x="3192" y="16711"/>
                    <a:pt x="3161" y="16771"/>
                    <a:pt x="3101" y="16832"/>
                  </a:cubicBezTo>
                  <a:cubicBezTo>
                    <a:pt x="3070" y="16832"/>
                    <a:pt x="3222" y="16984"/>
                    <a:pt x="3283" y="17015"/>
                  </a:cubicBezTo>
                  <a:cubicBezTo>
                    <a:pt x="3465" y="17045"/>
                    <a:pt x="3648" y="17075"/>
                    <a:pt x="3830" y="17075"/>
                  </a:cubicBezTo>
                  <a:cubicBezTo>
                    <a:pt x="3952" y="17075"/>
                    <a:pt x="3952" y="17136"/>
                    <a:pt x="3861" y="17227"/>
                  </a:cubicBezTo>
                  <a:lnTo>
                    <a:pt x="3800" y="17319"/>
                  </a:lnTo>
                  <a:lnTo>
                    <a:pt x="3709" y="17410"/>
                  </a:lnTo>
                  <a:cubicBezTo>
                    <a:pt x="3587" y="17471"/>
                    <a:pt x="3557" y="17623"/>
                    <a:pt x="3617" y="17683"/>
                  </a:cubicBezTo>
                  <a:cubicBezTo>
                    <a:pt x="3629" y="17689"/>
                    <a:pt x="3626" y="17692"/>
                    <a:pt x="3613" y="17692"/>
                  </a:cubicBezTo>
                  <a:cubicBezTo>
                    <a:pt x="3559" y="17692"/>
                    <a:pt x="3326" y="17647"/>
                    <a:pt x="3253" y="17623"/>
                  </a:cubicBezTo>
                  <a:cubicBezTo>
                    <a:pt x="3246" y="17621"/>
                    <a:pt x="3240" y="17620"/>
                    <a:pt x="3235" y="17620"/>
                  </a:cubicBezTo>
                  <a:cubicBezTo>
                    <a:pt x="3137" y="17620"/>
                    <a:pt x="3190" y="17872"/>
                    <a:pt x="3161" y="17987"/>
                  </a:cubicBezTo>
                  <a:cubicBezTo>
                    <a:pt x="3161" y="18109"/>
                    <a:pt x="3070" y="18261"/>
                    <a:pt x="3040" y="18261"/>
                  </a:cubicBezTo>
                  <a:cubicBezTo>
                    <a:pt x="3031" y="18265"/>
                    <a:pt x="3023" y="18267"/>
                    <a:pt x="3016" y="18267"/>
                  </a:cubicBezTo>
                  <a:cubicBezTo>
                    <a:pt x="2972" y="18267"/>
                    <a:pt x="2953" y="18196"/>
                    <a:pt x="2979" y="18170"/>
                  </a:cubicBezTo>
                  <a:cubicBezTo>
                    <a:pt x="3009" y="18139"/>
                    <a:pt x="2827" y="18048"/>
                    <a:pt x="2766" y="18018"/>
                  </a:cubicBezTo>
                  <a:cubicBezTo>
                    <a:pt x="2706" y="18018"/>
                    <a:pt x="2675" y="18048"/>
                    <a:pt x="2706" y="18139"/>
                  </a:cubicBezTo>
                  <a:lnTo>
                    <a:pt x="2736" y="18200"/>
                  </a:lnTo>
                  <a:cubicBezTo>
                    <a:pt x="2766" y="18291"/>
                    <a:pt x="2857" y="18352"/>
                    <a:pt x="2827" y="18413"/>
                  </a:cubicBezTo>
                  <a:lnTo>
                    <a:pt x="2766" y="18504"/>
                  </a:lnTo>
                  <a:cubicBezTo>
                    <a:pt x="2706" y="18534"/>
                    <a:pt x="2652" y="18550"/>
                    <a:pt x="2614" y="18550"/>
                  </a:cubicBezTo>
                  <a:cubicBezTo>
                    <a:pt x="2576" y="18550"/>
                    <a:pt x="2554" y="18534"/>
                    <a:pt x="2554" y="18504"/>
                  </a:cubicBezTo>
                  <a:lnTo>
                    <a:pt x="2584" y="18474"/>
                  </a:lnTo>
                  <a:cubicBezTo>
                    <a:pt x="2675" y="18322"/>
                    <a:pt x="2584" y="18261"/>
                    <a:pt x="2493" y="18139"/>
                  </a:cubicBezTo>
                  <a:lnTo>
                    <a:pt x="2310" y="17957"/>
                  </a:lnTo>
                  <a:cubicBezTo>
                    <a:pt x="2158" y="17987"/>
                    <a:pt x="1915" y="18048"/>
                    <a:pt x="1885" y="18048"/>
                  </a:cubicBezTo>
                  <a:cubicBezTo>
                    <a:pt x="1824" y="18018"/>
                    <a:pt x="1763" y="18018"/>
                    <a:pt x="1702" y="18018"/>
                  </a:cubicBezTo>
                  <a:cubicBezTo>
                    <a:pt x="1672" y="18018"/>
                    <a:pt x="1672" y="17896"/>
                    <a:pt x="1733" y="17744"/>
                  </a:cubicBezTo>
                  <a:lnTo>
                    <a:pt x="1976" y="17805"/>
                  </a:lnTo>
                  <a:lnTo>
                    <a:pt x="2037" y="17805"/>
                  </a:lnTo>
                  <a:cubicBezTo>
                    <a:pt x="2098" y="17805"/>
                    <a:pt x="2128" y="17744"/>
                    <a:pt x="2128" y="17683"/>
                  </a:cubicBezTo>
                  <a:cubicBezTo>
                    <a:pt x="2037" y="17653"/>
                    <a:pt x="1885" y="17653"/>
                    <a:pt x="1976" y="17531"/>
                  </a:cubicBezTo>
                  <a:lnTo>
                    <a:pt x="1976" y="17501"/>
                  </a:lnTo>
                  <a:cubicBezTo>
                    <a:pt x="2098" y="17501"/>
                    <a:pt x="2189" y="17562"/>
                    <a:pt x="2250" y="17653"/>
                  </a:cubicBezTo>
                  <a:cubicBezTo>
                    <a:pt x="2250" y="17683"/>
                    <a:pt x="2280" y="17714"/>
                    <a:pt x="2280" y="17744"/>
                  </a:cubicBezTo>
                  <a:cubicBezTo>
                    <a:pt x="2280" y="17744"/>
                    <a:pt x="2462" y="17653"/>
                    <a:pt x="2523" y="17653"/>
                  </a:cubicBezTo>
                  <a:cubicBezTo>
                    <a:pt x="2675" y="17653"/>
                    <a:pt x="2827" y="17623"/>
                    <a:pt x="2979" y="17592"/>
                  </a:cubicBezTo>
                  <a:cubicBezTo>
                    <a:pt x="3040" y="17531"/>
                    <a:pt x="3070" y="17440"/>
                    <a:pt x="3101" y="17349"/>
                  </a:cubicBezTo>
                  <a:lnTo>
                    <a:pt x="3313" y="17349"/>
                  </a:lnTo>
                  <a:cubicBezTo>
                    <a:pt x="3344" y="17227"/>
                    <a:pt x="3313" y="17136"/>
                    <a:pt x="3222" y="17045"/>
                  </a:cubicBezTo>
                  <a:cubicBezTo>
                    <a:pt x="3192" y="17045"/>
                    <a:pt x="3070" y="16893"/>
                    <a:pt x="2949" y="16893"/>
                  </a:cubicBezTo>
                  <a:lnTo>
                    <a:pt x="2949" y="17015"/>
                  </a:lnTo>
                  <a:lnTo>
                    <a:pt x="2949" y="17136"/>
                  </a:lnTo>
                  <a:cubicBezTo>
                    <a:pt x="2827" y="17167"/>
                    <a:pt x="2706" y="17227"/>
                    <a:pt x="2645" y="17258"/>
                  </a:cubicBezTo>
                  <a:lnTo>
                    <a:pt x="2614" y="17258"/>
                  </a:lnTo>
                  <a:cubicBezTo>
                    <a:pt x="2584" y="17258"/>
                    <a:pt x="2523" y="17197"/>
                    <a:pt x="2523" y="17167"/>
                  </a:cubicBezTo>
                  <a:lnTo>
                    <a:pt x="2523" y="17075"/>
                  </a:lnTo>
                  <a:cubicBezTo>
                    <a:pt x="2591" y="16985"/>
                    <a:pt x="2658" y="16929"/>
                    <a:pt x="2738" y="16868"/>
                  </a:cubicBezTo>
                  <a:lnTo>
                    <a:pt x="2738" y="16868"/>
                  </a:lnTo>
                  <a:cubicBezTo>
                    <a:pt x="2645" y="16863"/>
                    <a:pt x="2567" y="16863"/>
                    <a:pt x="2584" y="16863"/>
                  </a:cubicBezTo>
                  <a:cubicBezTo>
                    <a:pt x="2653" y="16845"/>
                    <a:pt x="2722" y="16838"/>
                    <a:pt x="2790" y="16829"/>
                  </a:cubicBezTo>
                  <a:lnTo>
                    <a:pt x="2790" y="16829"/>
                  </a:lnTo>
                  <a:cubicBezTo>
                    <a:pt x="2772" y="16843"/>
                    <a:pt x="2755" y="16855"/>
                    <a:pt x="2738" y="16868"/>
                  </a:cubicBezTo>
                  <a:lnTo>
                    <a:pt x="2738" y="16868"/>
                  </a:lnTo>
                  <a:cubicBezTo>
                    <a:pt x="2812" y="16872"/>
                    <a:pt x="2895" y="16880"/>
                    <a:pt x="2949" y="16893"/>
                  </a:cubicBezTo>
                  <a:lnTo>
                    <a:pt x="2949" y="16802"/>
                  </a:lnTo>
                  <a:cubicBezTo>
                    <a:pt x="2896" y="16815"/>
                    <a:pt x="2843" y="16823"/>
                    <a:pt x="2790" y="16829"/>
                  </a:cubicBezTo>
                  <a:lnTo>
                    <a:pt x="2790" y="16829"/>
                  </a:lnTo>
                  <a:cubicBezTo>
                    <a:pt x="2802" y="16820"/>
                    <a:pt x="2815" y="16811"/>
                    <a:pt x="2827" y="16802"/>
                  </a:cubicBezTo>
                  <a:lnTo>
                    <a:pt x="2857" y="16741"/>
                  </a:lnTo>
                  <a:lnTo>
                    <a:pt x="2857" y="16711"/>
                  </a:lnTo>
                  <a:cubicBezTo>
                    <a:pt x="2949" y="16650"/>
                    <a:pt x="2766" y="16498"/>
                    <a:pt x="2675" y="16468"/>
                  </a:cubicBezTo>
                  <a:cubicBezTo>
                    <a:pt x="2657" y="16455"/>
                    <a:pt x="2642" y="16451"/>
                    <a:pt x="2631" y="16451"/>
                  </a:cubicBezTo>
                  <a:cubicBezTo>
                    <a:pt x="2584" y="16451"/>
                    <a:pt x="2584" y="16528"/>
                    <a:pt x="2584" y="16528"/>
                  </a:cubicBezTo>
                  <a:cubicBezTo>
                    <a:pt x="2614" y="16559"/>
                    <a:pt x="2554" y="16620"/>
                    <a:pt x="2462" y="16650"/>
                  </a:cubicBezTo>
                  <a:lnTo>
                    <a:pt x="2402" y="16680"/>
                  </a:lnTo>
                  <a:cubicBezTo>
                    <a:pt x="2341" y="16711"/>
                    <a:pt x="2341" y="16771"/>
                    <a:pt x="2310" y="16802"/>
                  </a:cubicBezTo>
                  <a:lnTo>
                    <a:pt x="2280" y="16863"/>
                  </a:lnTo>
                  <a:cubicBezTo>
                    <a:pt x="2241" y="16920"/>
                    <a:pt x="2130" y="16942"/>
                    <a:pt x="2037" y="16942"/>
                  </a:cubicBezTo>
                  <a:cubicBezTo>
                    <a:pt x="1984" y="16942"/>
                    <a:pt x="1937" y="16935"/>
                    <a:pt x="1915" y="16923"/>
                  </a:cubicBezTo>
                  <a:cubicBezTo>
                    <a:pt x="1911" y="16921"/>
                    <a:pt x="1907" y="16920"/>
                    <a:pt x="1904" y="16920"/>
                  </a:cubicBezTo>
                  <a:cubicBezTo>
                    <a:pt x="1872" y="16920"/>
                    <a:pt x="1981" y="17082"/>
                    <a:pt x="2037" y="17167"/>
                  </a:cubicBezTo>
                  <a:cubicBezTo>
                    <a:pt x="2098" y="17227"/>
                    <a:pt x="2037" y="17288"/>
                    <a:pt x="1915" y="17288"/>
                  </a:cubicBezTo>
                  <a:lnTo>
                    <a:pt x="1794" y="17288"/>
                  </a:lnTo>
                  <a:cubicBezTo>
                    <a:pt x="1763" y="17319"/>
                    <a:pt x="1763" y="17410"/>
                    <a:pt x="1733" y="17410"/>
                  </a:cubicBezTo>
                  <a:cubicBezTo>
                    <a:pt x="1702" y="17440"/>
                    <a:pt x="1520" y="17471"/>
                    <a:pt x="1459" y="17501"/>
                  </a:cubicBezTo>
                  <a:cubicBezTo>
                    <a:pt x="1398" y="17531"/>
                    <a:pt x="1459" y="17592"/>
                    <a:pt x="1581" y="17653"/>
                  </a:cubicBezTo>
                  <a:lnTo>
                    <a:pt x="1581" y="17714"/>
                  </a:lnTo>
                  <a:lnTo>
                    <a:pt x="1581" y="17805"/>
                  </a:lnTo>
                  <a:cubicBezTo>
                    <a:pt x="1398" y="17835"/>
                    <a:pt x="1247" y="17835"/>
                    <a:pt x="1095" y="17835"/>
                  </a:cubicBezTo>
                  <a:lnTo>
                    <a:pt x="1095" y="17957"/>
                  </a:lnTo>
                  <a:cubicBezTo>
                    <a:pt x="1125" y="17987"/>
                    <a:pt x="1003" y="18200"/>
                    <a:pt x="943" y="18261"/>
                  </a:cubicBezTo>
                  <a:cubicBezTo>
                    <a:pt x="851" y="18352"/>
                    <a:pt x="760" y="18474"/>
                    <a:pt x="669" y="18595"/>
                  </a:cubicBezTo>
                  <a:cubicBezTo>
                    <a:pt x="669" y="18656"/>
                    <a:pt x="669" y="18717"/>
                    <a:pt x="639" y="18747"/>
                  </a:cubicBezTo>
                  <a:lnTo>
                    <a:pt x="578" y="18778"/>
                  </a:lnTo>
                  <a:cubicBezTo>
                    <a:pt x="487" y="18808"/>
                    <a:pt x="304" y="18930"/>
                    <a:pt x="335" y="18960"/>
                  </a:cubicBezTo>
                  <a:cubicBezTo>
                    <a:pt x="395" y="18990"/>
                    <a:pt x="213" y="19173"/>
                    <a:pt x="122" y="19234"/>
                  </a:cubicBezTo>
                  <a:cubicBezTo>
                    <a:pt x="31" y="19294"/>
                    <a:pt x="0" y="19386"/>
                    <a:pt x="31" y="19416"/>
                  </a:cubicBezTo>
                  <a:lnTo>
                    <a:pt x="31" y="19446"/>
                  </a:lnTo>
                  <a:lnTo>
                    <a:pt x="152" y="19720"/>
                  </a:lnTo>
                  <a:cubicBezTo>
                    <a:pt x="243" y="19993"/>
                    <a:pt x="365" y="20237"/>
                    <a:pt x="487" y="20480"/>
                  </a:cubicBezTo>
                  <a:lnTo>
                    <a:pt x="730" y="20480"/>
                  </a:lnTo>
                  <a:cubicBezTo>
                    <a:pt x="791" y="20480"/>
                    <a:pt x="821" y="20601"/>
                    <a:pt x="760" y="20723"/>
                  </a:cubicBezTo>
                  <a:lnTo>
                    <a:pt x="699" y="20845"/>
                  </a:lnTo>
                  <a:lnTo>
                    <a:pt x="639" y="20936"/>
                  </a:lnTo>
                  <a:cubicBezTo>
                    <a:pt x="730" y="20936"/>
                    <a:pt x="821" y="20936"/>
                    <a:pt x="882" y="20996"/>
                  </a:cubicBezTo>
                  <a:cubicBezTo>
                    <a:pt x="1064" y="21179"/>
                    <a:pt x="1277" y="21300"/>
                    <a:pt x="1520" y="21392"/>
                  </a:cubicBezTo>
                  <a:cubicBezTo>
                    <a:pt x="1549" y="21396"/>
                    <a:pt x="1574" y="21398"/>
                    <a:pt x="1594" y="21398"/>
                  </a:cubicBezTo>
                  <a:cubicBezTo>
                    <a:pt x="1724" y="21398"/>
                    <a:pt x="1694" y="21323"/>
                    <a:pt x="1642" y="21270"/>
                  </a:cubicBezTo>
                  <a:cubicBezTo>
                    <a:pt x="1640" y="21266"/>
                    <a:pt x="1638" y="21263"/>
                    <a:pt x="1635" y="21259"/>
                  </a:cubicBezTo>
                  <a:lnTo>
                    <a:pt x="1635" y="21259"/>
                  </a:lnTo>
                  <a:cubicBezTo>
                    <a:pt x="1615" y="21282"/>
                    <a:pt x="1595" y="21300"/>
                    <a:pt x="1581" y="21300"/>
                  </a:cubicBezTo>
                  <a:lnTo>
                    <a:pt x="1520" y="21300"/>
                  </a:lnTo>
                  <a:cubicBezTo>
                    <a:pt x="1529" y="21282"/>
                    <a:pt x="1567" y="21258"/>
                    <a:pt x="1616" y="21233"/>
                  </a:cubicBezTo>
                  <a:lnTo>
                    <a:pt x="1616" y="21233"/>
                  </a:lnTo>
                  <a:cubicBezTo>
                    <a:pt x="1563" y="21169"/>
                    <a:pt x="1465" y="21082"/>
                    <a:pt x="1490" y="21057"/>
                  </a:cubicBezTo>
                  <a:cubicBezTo>
                    <a:pt x="1539" y="21033"/>
                    <a:pt x="1686" y="20949"/>
                    <a:pt x="1757" y="20949"/>
                  </a:cubicBezTo>
                  <a:cubicBezTo>
                    <a:pt x="1775" y="20949"/>
                    <a:pt x="1788" y="20954"/>
                    <a:pt x="1794" y="20966"/>
                  </a:cubicBezTo>
                  <a:cubicBezTo>
                    <a:pt x="1854" y="20996"/>
                    <a:pt x="1854" y="21057"/>
                    <a:pt x="1763" y="21118"/>
                  </a:cubicBezTo>
                  <a:lnTo>
                    <a:pt x="1702" y="21179"/>
                  </a:lnTo>
                  <a:cubicBezTo>
                    <a:pt x="1696" y="21185"/>
                    <a:pt x="1689" y="21193"/>
                    <a:pt x="1681" y="21203"/>
                  </a:cubicBezTo>
                  <a:lnTo>
                    <a:pt x="1681" y="21203"/>
                  </a:lnTo>
                  <a:cubicBezTo>
                    <a:pt x="1787" y="21158"/>
                    <a:pt x="1911" y="21118"/>
                    <a:pt x="1946" y="21118"/>
                  </a:cubicBezTo>
                  <a:cubicBezTo>
                    <a:pt x="1976" y="21118"/>
                    <a:pt x="2128" y="20936"/>
                    <a:pt x="2219" y="20936"/>
                  </a:cubicBezTo>
                  <a:cubicBezTo>
                    <a:pt x="2371" y="20966"/>
                    <a:pt x="2523" y="20996"/>
                    <a:pt x="2675" y="21088"/>
                  </a:cubicBezTo>
                  <a:cubicBezTo>
                    <a:pt x="2736" y="21118"/>
                    <a:pt x="2827" y="21148"/>
                    <a:pt x="2918" y="21148"/>
                  </a:cubicBezTo>
                  <a:cubicBezTo>
                    <a:pt x="3040" y="21118"/>
                    <a:pt x="3131" y="21118"/>
                    <a:pt x="3253" y="21118"/>
                  </a:cubicBezTo>
                  <a:cubicBezTo>
                    <a:pt x="3253" y="21118"/>
                    <a:pt x="3405" y="21118"/>
                    <a:pt x="3405" y="21088"/>
                  </a:cubicBezTo>
                  <a:cubicBezTo>
                    <a:pt x="3405" y="21057"/>
                    <a:pt x="3405" y="20996"/>
                    <a:pt x="3405" y="20936"/>
                  </a:cubicBezTo>
                  <a:cubicBezTo>
                    <a:pt x="3405" y="20875"/>
                    <a:pt x="3435" y="20814"/>
                    <a:pt x="3465" y="20784"/>
                  </a:cubicBezTo>
                  <a:lnTo>
                    <a:pt x="3557" y="20723"/>
                  </a:lnTo>
                  <a:cubicBezTo>
                    <a:pt x="3587" y="20723"/>
                    <a:pt x="3587" y="20753"/>
                    <a:pt x="3617" y="20753"/>
                  </a:cubicBezTo>
                  <a:lnTo>
                    <a:pt x="3709" y="20814"/>
                  </a:lnTo>
                  <a:cubicBezTo>
                    <a:pt x="3678" y="20905"/>
                    <a:pt x="3648" y="20996"/>
                    <a:pt x="3617" y="21057"/>
                  </a:cubicBezTo>
                  <a:lnTo>
                    <a:pt x="3709" y="21057"/>
                  </a:lnTo>
                  <a:cubicBezTo>
                    <a:pt x="3769" y="21057"/>
                    <a:pt x="3830" y="21027"/>
                    <a:pt x="3830" y="20996"/>
                  </a:cubicBezTo>
                  <a:lnTo>
                    <a:pt x="3830" y="20905"/>
                  </a:lnTo>
                  <a:cubicBezTo>
                    <a:pt x="3830" y="20814"/>
                    <a:pt x="3891" y="20723"/>
                    <a:pt x="3952" y="20723"/>
                  </a:cubicBezTo>
                  <a:lnTo>
                    <a:pt x="3982" y="20723"/>
                  </a:lnTo>
                  <a:cubicBezTo>
                    <a:pt x="4013" y="20753"/>
                    <a:pt x="4043" y="20784"/>
                    <a:pt x="4073" y="20814"/>
                  </a:cubicBezTo>
                  <a:lnTo>
                    <a:pt x="4286" y="20996"/>
                  </a:lnTo>
                  <a:cubicBezTo>
                    <a:pt x="4408" y="20905"/>
                    <a:pt x="4438" y="20784"/>
                    <a:pt x="4408" y="20784"/>
                  </a:cubicBezTo>
                  <a:cubicBezTo>
                    <a:pt x="4385" y="20761"/>
                    <a:pt x="4537" y="20702"/>
                    <a:pt x="4651" y="20702"/>
                  </a:cubicBezTo>
                  <a:cubicBezTo>
                    <a:pt x="4688" y="20702"/>
                    <a:pt x="4720" y="20708"/>
                    <a:pt x="4742" y="20723"/>
                  </a:cubicBezTo>
                  <a:cubicBezTo>
                    <a:pt x="4812" y="20740"/>
                    <a:pt x="4862" y="20758"/>
                    <a:pt x="4886" y="20758"/>
                  </a:cubicBezTo>
                  <a:cubicBezTo>
                    <a:pt x="4903" y="20758"/>
                    <a:pt x="4907" y="20749"/>
                    <a:pt x="4894" y="20723"/>
                  </a:cubicBezTo>
                  <a:cubicBezTo>
                    <a:pt x="4894" y="20662"/>
                    <a:pt x="4894" y="20632"/>
                    <a:pt x="4894" y="20571"/>
                  </a:cubicBezTo>
                  <a:lnTo>
                    <a:pt x="5016" y="20571"/>
                  </a:lnTo>
                  <a:cubicBezTo>
                    <a:pt x="5087" y="20632"/>
                    <a:pt x="5151" y="20655"/>
                    <a:pt x="5209" y="20655"/>
                  </a:cubicBezTo>
                  <a:cubicBezTo>
                    <a:pt x="5326" y="20655"/>
                    <a:pt x="5421" y="20561"/>
                    <a:pt x="5502" y="20480"/>
                  </a:cubicBezTo>
                  <a:lnTo>
                    <a:pt x="5654" y="20358"/>
                  </a:lnTo>
                  <a:lnTo>
                    <a:pt x="6110" y="20297"/>
                  </a:lnTo>
                  <a:cubicBezTo>
                    <a:pt x="6140" y="20297"/>
                    <a:pt x="6171" y="20237"/>
                    <a:pt x="6171" y="20237"/>
                  </a:cubicBezTo>
                  <a:lnTo>
                    <a:pt x="6171" y="19993"/>
                  </a:lnTo>
                  <a:lnTo>
                    <a:pt x="6353" y="20085"/>
                  </a:lnTo>
                  <a:lnTo>
                    <a:pt x="6383" y="20085"/>
                  </a:lnTo>
                  <a:cubicBezTo>
                    <a:pt x="6386" y="20087"/>
                    <a:pt x="6389" y="20088"/>
                    <a:pt x="6393" y="20088"/>
                  </a:cubicBezTo>
                  <a:cubicBezTo>
                    <a:pt x="6441" y="20088"/>
                    <a:pt x="6605" y="19930"/>
                    <a:pt x="6718" y="19902"/>
                  </a:cubicBezTo>
                  <a:lnTo>
                    <a:pt x="6657" y="19902"/>
                  </a:lnTo>
                  <a:cubicBezTo>
                    <a:pt x="6627" y="19872"/>
                    <a:pt x="6596" y="19811"/>
                    <a:pt x="6596" y="19781"/>
                  </a:cubicBezTo>
                  <a:cubicBezTo>
                    <a:pt x="6606" y="19750"/>
                    <a:pt x="6620" y="19740"/>
                    <a:pt x="6634" y="19740"/>
                  </a:cubicBezTo>
                  <a:cubicBezTo>
                    <a:pt x="6664" y="19740"/>
                    <a:pt x="6697" y="19781"/>
                    <a:pt x="6718" y="19781"/>
                  </a:cubicBezTo>
                  <a:cubicBezTo>
                    <a:pt x="6718" y="19787"/>
                    <a:pt x="6720" y="19789"/>
                    <a:pt x="6724" y="19789"/>
                  </a:cubicBezTo>
                  <a:cubicBezTo>
                    <a:pt x="6740" y="19789"/>
                    <a:pt x="6779" y="19750"/>
                    <a:pt x="6779" y="19750"/>
                  </a:cubicBezTo>
                  <a:lnTo>
                    <a:pt x="6779" y="19720"/>
                  </a:lnTo>
                  <a:cubicBezTo>
                    <a:pt x="6718" y="19659"/>
                    <a:pt x="6687" y="19598"/>
                    <a:pt x="6687" y="19537"/>
                  </a:cubicBezTo>
                  <a:cubicBezTo>
                    <a:pt x="6687" y="19534"/>
                    <a:pt x="6690" y="19533"/>
                    <a:pt x="6695" y="19533"/>
                  </a:cubicBezTo>
                  <a:cubicBezTo>
                    <a:pt x="6738" y="19533"/>
                    <a:pt x="6937" y="19635"/>
                    <a:pt x="6991" y="19689"/>
                  </a:cubicBezTo>
                  <a:cubicBezTo>
                    <a:pt x="7060" y="19758"/>
                    <a:pt x="7145" y="19792"/>
                    <a:pt x="7235" y="19792"/>
                  </a:cubicBezTo>
                  <a:cubicBezTo>
                    <a:pt x="7265" y="19792"/>
                    <a:pt x="7295" y="19788"/>
                    <a:pt x="7326" y="19781"/>
                  </a:cubicBezTo>
                  <a:lnTo>
                    <a:pt x="7386" y="19689"/>
                  </a:lnTo>
                  <a:lnTo>
                    <a:pt x="7447" y="19659"/>
                  </a:lnTo>
                  <a:cubicBezTo>
                    <a:pt x="7599" y="19568"/>
                    <a:pt x="7812" y="19507"/>
                    <a:pt x="7994" y="19446"/>
                  </a:cubicBezTo>
                  <a:cubicBezTo>
                    <a:pt x="8146" y="19386"/>
                    <a:pt x="8298" y="19325"/>
                    <a:pt x="8450" y="19294"/>
                  </a:cubicBezTo>
                  <a:lnTo>
                    <a:pt x="8541" y="19203"/>
                  </a:lnTo>
                  <a:cubicBezTo>
                    <a:pt x="8693" y="19051"/>
                    <a:pt x="8906" y="18930"/>
                    <a:pt x="9119" y="18869"/>
                  </a:cubicBezTo>
                  <a:lnTo>
                    <a:pt x="9301" y="18838"/>
                  </a:lnTo>
                  <a:cubicBezTo>
                    <a:pt x="9362" y="18686"/>
                    <a:pt x="9788" y="18626"/>
                    <a:pt x="9788" y="18504"/>
                  </a:cubicBezTo>
                  <a:cubicBezTo>
                    <a:pt x="9788" y="18454"/>
                    <a:pt x="9849" y="18405"/>
                    <a:pt x="9920" y="18405"/>
                  </a:cubicBezTo>
                  <a:cubicBezTo>
                    <a:pt x="9937" y="18405"/>
                    <a:pt x="9953" y="18407"/>
                    <a:pt x="9970" y="18413"/>
                  </a:cubicBezTo>
                  <a:cubicBezTo>
                    <a:pt x="9975" y="18418"/>
                    <a:pt x="9982" y="18421"/>
                    <a:pt x="9989" y="18421"/>
                  </a:cubicBezTo>
                  <a:cubicBezTo>
                    <a:pt x="10020" y="18421"/>
                    <a:pt x="10061" y="18366"/>
                    <a:pt x="10061" y="18291"/>
                  </a:cubicBezTo>
                  <a:lnTo>
                    <a:pt x="10244" y="18291"/>
                  </a:lnTo>
                  <a:cubicBezTo>
                    <a:pt x="10274" y="18291"/>
                    <a:pt x="10365" y="18230"/>
                    <a:pt x="10335" y="18170"/>
                  </a:cubicBezTo>
                  <a:cubicBezTo>
                    <a:pt x="10335" y="18109"/>
                    <a:pt x="10274" y="18079"/>
                    <a:pt x="10365" y="18079"/>
                  </a:cubicBezTo>
                  <a:cubicBezTo>
                    <a:pt x="10426" y="18079"/>
                    <a:pt x="10487" y="18109"/>
                    <a:pt x="10487" y="18109"/>
                  </a:cubicBezTo>
                  <a:lnTo>
                    <a:pt x="10517" y="18200"/>
                  </a:lnTo>
                  <a:cubicBezTo>
                    <a:pt x="10426" y="18352"/>
                    <a:pt x="10304" y="18504"/>
                    <a:pt x="10183" y="18626"/>
                  </a:cubicBezTo>
                  <a:lnTo>
                    <a:pt x="10183" y="18747"/>
                  </a:lnTo>
                  <a:lnTo>
                    <a:pt x="10183" y="18930"/>
                  </a:lnTo>
                  <a:cubicBezTo>
                    <a:pt x="10274" y="19082"/>
                    <a:pt x="10304" y="19234"/>
                    <a:pt x="10274" y="19416"/>
                  </a:cubicBezTo>
                  <a:cubicBezTo>
                    <a:pt x="10213" y="19446"/>
                    <a:pt x="10244" y="19477"/>
                    <a:pt x="10304" y="19507"/>
                  </a:cubicBezTo>
                  <a:lnTo>
                    <a:pt x="10335" y="19568"/>
                  </a:lnTo>
                  <a:lnTo>
                    <a:pt x="10456" y="19659"/>
                  </a:lnTo>
                  <a:cubicBezTo>
                    <a:pt x="10548" y="19811"/>
                    <a:pt x="10608" y="19963"/>
                    <a:pt x="10669" y="20115"/>
                  </a:cubicBezTo>
                  <a:lnTo>
                    <a:pt x="10730" y="20237"/>
                  </a:lnTo>
                  <a:cubicBezTo>
                    <a:pt x="10730" y="20267"/>
                    <a:pt x="10669" y="20297"/>
                    <a:pt x="10669" y="20328"/>
                  </a:cubicBezTo>
                  <a:cubicBezTo>
                    <a:pt x="10639" y="20449"/>
                    <a:pt x="10608" y="20571"/>
                    <a:pt x="10669" y="20632"/>
                  </a:cubicBezTo>
                  <a:cubicBezTo>
                    <a:pt x="10791" y="20723"/>
                    <a:pt x="10912" y="20784"/>
                    <a:pt x="11064" y="20814"/>
                  </a:cubicBezTo>
                  <a:lnTo>
                    <a:pt x="11095" y="20814"/>
                  </a:lnTo>
                  <a:cubicBezTo>
                    <a:pt x="11095" y="20845"/>
                    <a:pt x="11004" y="20905"/>
                    <a:pt x="10973" y="20905"/>
                  </a:cubicBezTo>
                  <a:cubicBezTo>
                    <a:pt x="10943" y="20936"/>
                    <a:pt x="11034" y="20966"/>
                    <a:pt x="11186" y="20996"/>
                  </a:cubicBezTo>
                  <a:lnTo>
                    <a:pt x="11125" y="21148"/>
                  </a:lnTo>
                  <a:cubicBezTo>
                    <a:pt x="11095" y="21209"/>
                    <a:pt x="11095" y="21300"/>
                    <a:pt x="11125" y="21361"/>
                  </a:cubicBezTo>
                  <a:lnTo>
                    <a:pt x="11156" y="21392"/>
                  </a:lnTo>
                  <a:cubicBezTo>
                    <a:pt x="11247" y="21422"/>
                    <a:pt x="11156" y="21756"/>
                    <a:pt x="11156" y="21878"/>
                  </a:cubicBezTo>
                  <a:cubicBezTo>
                    <a:pt x="11156" y="21982"/>
                    <a:pt x="11170" y="22029"/>
                    <a:pt x="11188" y="22029"/>
                  </a:cubicBezTo>
                  <a:cubicBezTo>
                    <a:pt x="11197" y="22029"/>
                    <a:pt x="11207" y="22019"/>
                    <a:pt x="11216" y="22000"/>
                  </a:cubicBezTo>
                  <a:lnTo>
                    <a:pt x="11247" y="21969"/>
                  </a:lnTo>
                  <a:lnTo>
                    <a:pt x="11277" y="21939"/>
                  </a:lnTo>
                  <a:cubicBezTo>
                    <a:pt x="11293" y="21931"/>
                    <a:pt x="11310" y="21927"/>
                    <a:pt x="11325" y="21927"/>
                  </a:cubicBezTo>
                  <a:cubicBezTo>
                    <a:pt x="11368" y="21927"/>
                    <a:pt x="11407" y="21955"/>
                    <a:pt x="11429" y="22000"/>
                  </a:cubicBezTo>
                  <a:lnTo>
                    <a:pt x="11429" y="22030"/>
                  </a:lnTo>
                  <a:lnTo>
                    <a:pt x="11429" y="22060"/>
                  </a:lnTo>
                  <a:cubicBezTo>
                    <a:pt x="11368" y="22121"/>
                    <a:pt x="12067" y="22212"/>
                    <a:pt x="12311" y="22303"/>
                  </a:cubicBezTo>
                  <a:cubicBezTo>
                    <a:pt x="12523" y="22395"/>
                    <a:pt x="12766" y="22486"/>
                    <a:pt x="12827" y="22486"/>
                  </a:cubicBezTo>
                  <a:lnTo>
                    <a:pt x="12858" y="22486"/>
                  </a:lnTo>
                  <a:cubicBezTo>
                    <a:pt x="12913" y="22445"/>
                    <a:pt x="12961" y="22428"/>
                    <a:pt x="13012" y="22428"/>
                  </a:cubicBezTo>
                  <a:cubicBezTo>
                    <a:pt x="13074" y="22428"/>
                    <a:pt x="13139" y="22453"/>
                    <a:pt x="13222" y="22486"/>
                  </a:cubicBezTo>
                  <a:cubicBezTo>
                    <a:pt x="13280" y="22509"/>
                    <a:pt x="13339" y="22519"/>
                    <a:pt x="13395" y="22519"/>
                  </a:cubicBezTo>
                  <a:cubicBezTo>
                    <a:pt x="13486" y="22519"/>
                    <a:pt x="13573" y="22493"/>
                    <a:pt x="13648" y="22455"/>
                  </a:cubicBezTo>
                  <a:lnTo>
                    <a:pt x="13891" y="22303"/>
                  </a:lnTo>
                  <a:cubicBezTo>
                    <a:pt x="14074" y="22273"/>
                    <a:pt x="14286" y="22212"/>
                    <a:pt x="14499" y="22182"/>
                  </a:cubicBezTo>
                  <a:lnTo>
                    <a:pt x="14529" y="22182"/>
                  </a:lnTo>
                  <a:lnTo>
                    <a:pt x="14712" y="22121"/>
                  </a:lnTo>
                  <a:cubicBezTo>
                    <a:pt x="14925" y="22060"/>
                    <a:pt x="15350" y="21908"/>
                    <a:pt x="15472" y="21878"/>
                  </a:cubicBezTo>
                  <a:cubicBezTo>
                    <a:pt x="15593" y="21848"/>
                    <a:pt x="16110" y="21604"/>
                    <a:pt x="16292" y="21574"/>
                  </a:cubicBezTo>
                  <a:cubicBezTo>
                    <a:pt x="16444" y="21513"/>
                    <a:pt x="16809" y="21392"/>
                    <a:pt x="16870" y="21361"/>
                  </a:cubicBezTo>
                  <a:cubicBezTo>
                    <a:pt x="16961" y="21331"/>
                    <a:pt x="17447" y="21118"/>
                    <a:pt x="17599" y="21027"/>
                  </a:cubicBezTo>
                  <a:cubicBezTo>
                    <a:pt x="17782" y="20966"/>
                    <a:pt x="18177" y="20845"/>
                    <a:pt x="18511" y="20753"/>
                  </a:cubicBezTo>
                  <a:lnTo>
                    <a:pt x="18754" y="20601"/>
                  </a:lnTo>
                  <a:lnTo>
                    <a:pt x="18967" y="20480"/>
                  </a:lnTo>
                  <a:cubicBezTo>
                    <a:pt x="19210" y="20419"/>
                    <a:pt x="19727" y="20115"/>
                    <a:pt x="19879" y="20054"/>
                  </a:cubicBezTo>
                  <a:cubicBezTo>
                    <a:pt x="20031" y="20024"/>
                    <a:pt x="20487" y="19811"/>
                    <a:pt x="20639" y="19781"/>
                  </a:cubicBezTo>
                  <a:cubicBezTo>
                    <a:pt x="20761" y="19750"/>
                    <a:pt x="20913" y="19689"/>
                    <a:pt x="21034" y="19689"/>
                  </a:cubicBezTo>
                  <a:lnTo>
                    <a:pt x="21065" y="19537"/>
                  </a:lnTo>
                  <a:cubicBezTo>
                    <a:pt x="21186" y="19537"/>
                    <a:pt x="21308" y="19537"/>
                    <a:pt x="21460" y="19507"/>
                  </a:cubicBezTo>
                  <a:lnTo>
                    <a:pt x="21490" y="19477"/>
                  </a:lnTo>
                  <a:lnTo>
                    <a:pt x="21794" y="19325"/>
                  </a:lnTo>
                  <a:cubicBezTo>
                    <a:pt x="22128" y="19203"/>
                    <a:pt x="22554" y="19051"/>
                    <a:pt x="22615" y="19021"/>
                  </a:cubicBezTo>
                  <a:cubicBezTo>
                    <a:pt x="22736" y="18960"/>
                    <a:pt x="22858" y="18899"/>
                    <a:pt x="22979" y="18899"/>
                  </a:cubicBezTo>
                  <a:cubicBezTo>
                    <a:pt x="23131" y="18838"/>
                    <a:pt x="23253" y="18808"/>
                    <a:pt x="23375" y="18717"/>
                  </a:cubicBezTo>
                  <a:cubicBezTo>
                    <a:pt x="23435" y="18686"/>
                    <a:pt x="23709" y="18656"/>
                    <a:pt x="23739" y="18626"/>
                  </a:cubicBezTo>
                  <a:cubicBezTo>
                    <a:pt x="23922" y="18534"/>
                    <a:pt x="24074" y="18443"/>
                    <a:pt x="24226" y="18382"/>
                  </a:cubicBezTo>
                  <a:cubicBezTo>
                    <a:pt x="24347" y="18322"/>
                    <a:pt x="24986" y="18139"/>
                    <a:pt x="25198" y="18048"/>
                  </a:cubicBezTo>
                  <a:cubicBezTo>
                    <a:pt x="25381" y="17927"/>
                    <a:pt x="25593" y="17866"/>
                    <a:pt x="25776" y="17805"/>
                  </a:cubicBezTo>
                  <a:lnTo>
                    <a:pt x="26019" y="17775"/>
                  </a:lnTo>
                  <a:cubicBezTo>
                    <a:pt x="26049" y="17744"/>
                    <a:pt x="26262" y="17471"/>
                    <a:pt x="26384" y="17471"/>
                  </a:cubicBezTo>
                  <a:lnTo>
                    <a:pt x="26809" y="17471"/>
                  </a:lnTo>
                  <a:cubicBezTo>
                    <a:pt x="26870" y="17258"/>
                    <a:pt x="27113" y="17227"/>
                    <a:pt x="27326" y="17197"/>
                  </a:cubicBezTo>
                  <a:lnTo>
                    <a:pt x="27478" y="17167"/>
                  </a:lnTo>
                  <a:cubicBezTo>
                    <a:pt x="27630" y="17106"/>
                    <a:pt x="27782" y="17045"/>
                    <a:pt x="27904" y="16984"/>
                  </a:cubicBezTo>
                  <a:cubicBezTo>
                    <a:pt x="27995" y="16923"/>
                    <a:pt x="28086" y="16863"/>
                    <a:pt x="28208" y="16863"/>
                  </a:cubicBezTo>
                  <a:cubicBezTo>
                    <a:pt x="28299" y="16832"/>
                    <a:pt x="28390" y="16802"/>
                    <a:pt x="28481" y="16741"/>
                  </a:cubicBezTo>
                  <a:lnTo>
                    <a:pt x="28603" y="16711"/>
                  </a:lnTo>
                  <a:lnTo>
                    <a:pt x="28755" y="16650"/>
                  </a:lnTo>
                  <a:cubicBezTo>
                    <a:pt x="28907" y="16589"/>
                    <a:pt x="29059" y="16559"/>
                    <a:pt x="29211" y="16528"/>
                  </a:cubicBezTo>
                  <a:cubicBezTo>
                    <a:pt x="29241" y="16528"/>
                    <a:pt x="29332" y="16437"/>
                    <a:pt x="29393" y="16437"/>
                  </a:cubicBezTo>
                  <a:cubicBezTo>
                    <a:pt x="29423" y="16407"/>
                    <a:pt x="29697" y="16437"/>
                    <a:pt x="29697" y="16376"/>
                  </a:cubicBezTo>
                  <a:cubicBezTo>
                    <a:pt x="29667" y="16316"/>
                    <a:pt x="30122" y="16224"/>
                    <a:pt x="30274" y="16164"/>
                  </a:cubicBezTo>
                  <a:cubicBezTo>
                    <a:pt x="30518" y="15981"/>
                    <a:pt x="30761" y="15829"/>
                    <a:pt x="31034" y="15677"/>
                  </a:cubicBezTo>
                  <a:cubicBezTo>
                    <a:pt x="31217" y="15647"/>
                    <a:pt x="31399" y="15616"/>
                    <a:pt x="31429" y="15616"/>
                  </a:cubicBezTo>
                  <a:cubicBezTo>
                    <a:pt x="31456" y="15616"/>
                    <a:pt x="31571" y="15683"/>
                    <a:pt x="31642" y="15683"/>
                  </a:cubicBezTo>
                  <a:cubicBezTo>
                    <a:pt x="31653" y="15683"/>
                    <a:pt x="31664" y="15682"/>
                    <a:pt x="31673" y="15677"/>
                  </a:cubicBezTo>
                  <a:cubicBezTo>
                    <a:pt x="31855" y="15525"/>
                    <a:pt x="32037" y="15434"/>
                    <a:pt x="32220" y="15343"/>
                  </a:cubicBezTo>
                  <a:cubicBezTo>
                    <a:pt x="32463" y="15282"/>
                    <a:pt x="32706" y="15191"/>
                    <a:pt x="32919" y="15100"/>
                  </a:cubicBezTo>
                  <a:cubicBezTo>
                    <a:pt x="33040" y="15039"/>
                    <a:pt x="33496" y="14917"/>
                    <a:pt x="33618" y="14857"/>
                  </a:cubicBezTo>
                  <a:cubicBezTo>
                    <a:pt x="33770" y="14796"/>
                    <a:pt x="34043" y="14674"/>
                    <a:pt x="34226" y="14583"/>
                  </a:cubicBezTo>
                  <a:lnTo>
                    <a:pt x="34378" y="14613"/>
                  </a:lnTo>
                  <a:lnTo>
                    <a:pt x="34621" y="14674"/>
                  </a:lnTo>
                  <a:cubicBezTo>
                    <a:pt x="34834" y="14492"/>
                    <a:pt x="35077" y="14370"/>
                    <a:pt x="35350" y="14279"/>
                  </a:cubicBezTo>
                  <a:cubicBezTo>
                    <a:pt x="35502" y="14218"/>
                    <a:pt x="35867" y="14097"/>
                    <a:pt x="35928" y="14066"/>
                  </a:cubicBezTo>
                  <a:cubicBezTo>
                    <a:pt x="36080" y="14036"/>
                    <a:pt x="36202" y="14036"/>
                    <a:pt x="36354" y="14036"/>
                  </a:cubicBezTo>
                  <a:lnTo>
                    <a:pt x="36354" y="14097"/>
                  </a:lnTo>
                  <a:lnTo>
                    <a:pt x="36384" y="14309"/>
                  </a:lnTo>
                  <a:cubicBezTo>
                    <a:pt x="36414" y="14553"/>
                    <a:pt x="36475" y="14826"/>
                    <a:pt x="36475" y="14857"/>
                  </a:cubicBezTo>
                  <a:cubicBezTo>
                    <a:pt x="36475" y="14887"/>
                    <a:pt x="36688" y="15009"/>
                    <a:pt x="36688" y="15069"/>
                  </a:cubicBezTo>
                  <a:cubicBezTo>
                    <a:pt x="36688" y="15221"/>
                    <a:pt x="36688" y="15373"/>
                    <a:pt x="36749" y="15495"/>
                  </a:cubicBezTo>
                  <a:cubicBezTo>
                    <a:pt x="36779" y="15586"/>
                    <a:pt x="36809" y="15677"/>
                    <a:pt x="36840" y="15768"/>
                  </a:cubicBezTo>
                  <a:lnTo>
                    <a:pt x="36779" y="15768"/>
                  </a:lnTo>
                  <a:lnTo>
                    <a:pt x="36688" y="15860"/>
                  </a:lnTo>
                  <a:cubicBezTo>
                    <a:pt x="36718" y="15951"/>
                    <a:pt x="36749" y="16012"/>
                    <a:pt x="36779" y="16103"/>
                  </a:cubicBezTo>
                  <a:cubicBezTo>
                    <a:pt x="36718" y="16164"/>
                    <a:pt x="36658" y="16224"/>
                    <a:pt x="36597" y="16316"/>
                  </a:cubicBezTo>
                  <a:lnTo>
                    <a:pt x="36718" y="16407"/>
                  </a:lnTo>
                  <a:lnTo>
                    <a:pt x="36840" y="16528"/>
                  </a:lnTo>
                  <a:cubicBezTo>
                    <a:pt x="37022" y="16589"/>
                    <a:pt x="37539" y="16741"/>
                    <a:pt x="37691" y="16802"/>
                  </a:cubicBezTo>
                  <a:cubicBezTo>
                    <a:pt x="37782" y="16863"/>
                    <a:pt x="37904" y="16893"/>
                    <a:pt x="37995" y="16954"/>
                  </a:cubicBezTo>
                  <a:lnTo>
                    <a:pt x="38025" y="16954"/>
                  </a:lnTo>
                  <a:cubicBezTo>
                    <a:pt x="38177" y="16954"/>
                    <a:pt x="38329" y="16984"/>
                    <a:pt x="38451" y="17045"/>
                  </a:cubicBezTo>
                  <a:lnTo>
                    <a:pt x="38542" y="17075"/>
                  </a:lnTo>
                  <a:cubicBezTo>
                    <a:pt x="38680" y="17103"/>
                    <a:pt x="38919" y="17231"/>
                    <a:pt x="39030" y="17231"/>
                  </a:cubicBezTo>
                  <a:cubicBezTo>
                    <a:pt x="39041" y="17231"/>
                    <a:pt x="39051" y="17230"/>
                    <a:pt x="39059" y="17227"/>
                  </a:cubicBezTo>
                  <a:cubicBezTo>
                    <a:pt x="39089" y="17212"/>
                    <a:pt x="39150" y="17212"/>
                    <a:pt x="39207" y="17212"/>
                  </a:cubicBezTo>
                  <a:cubicBezTo>
                    <a:pt x="39264" y="17212"/>
                    <a:pt x="39317" y="17212"/>
                    <a:pt x="39332" y="17197"/>
                  </a:cubicBezTo>
                  <a:cubicBezTo>
                    <a:pt x="39349" y="17189"/>
                    <a:pt x="39369" y="17185"/>
                    <a:pt x="39393" y="17185"/>
                  </a:cubicBezTo>
                  <a:cubicBezTo>
                    <a:pt x="39456" y="17185"/>
                    <a:pt x="39539" y="17213"/>
                    <a:pt x="39606" y="17258"/>
                  </a:cubicBezTo>
                  <a:lnTo>
                    <a:pt x="39758" y="17136"/>
                  </a:lnTo>
                  <a:cubicBezTo>
                    <a:pt x="39762" y="17132"/>
                    <a:pt x="39771" y="17130"/>
                    <a:pt x="39782" y="17130"/>
                  </a:cubicBezTo>
                  <a:cubicBezTo>
                    <a:pt x="39837" y="17130"/>
                    <a:pt x="39960" y="17173"/>
                    <a:pt x="40045" y="17173"/>
                  </a:cubicBezTo>
                  <a:cubicBezTo>
                    <a:pt x="40063" y="17173"/>
                    <a:pt x="40079" y="17171"/>
                    <a:pt x="40092" y="17167"/>
                  </a:cubicBezTo>
                  <a:lnTo>
                    <a:pt x="40396" y="17106"/>
                  </a:lnTo>
                  <a:cubicBezTo>
                    <a:pt x="40700" y="17075"/>
                    <a:pt x="41004" y="17045"/>
                    <a:pt x="41308" y="16984"/>
                  </a:cubicBezTo>
                  <a:cubicBezTo>
                    <a:pt x="41430" y="16954"/>
                    <a:pt x="41551" y="16954"/>
                    <a:pt x="41703" y="16954"/>
                  </a:cubicBezTo>
                  <a:cubicBezTo>
                    <a:pt x="41764" y="16954"/>
                    <a:pt x="41825" y="16923"/>
                    <a:pt x="41886" y="16893"/>
                  </a:cubicBezTo>
                  <a:cubicBezTo>
                    <a:pt x="42068" y="16832"/>
                    <a:pt x="42220" y="16771"/>
                    <a:pt x="42402" y="16741"/>
                  </a:cubicBezTo>
                  <a:lnTo>
                    <a:pt x="42980" y="16741"/>
                  </a:lnTo>
                  <a:cubicBezTo>
                    <a:pt x="43284" y="16680"/>
                    <a:pt x="43892" y="16589"/>
                    <a:pt x="44013" y="16559"/>
                  </a:cubicBezTo>
                  <a:lnTo>
                    <a:pt x="45016" y="16224"/>
                  </a:lnTo>
                  <a:lnTo>
                    <a:pt x="45442" y="16224"/>
                  </a:lnTo>
                  <a:lnTo>
                    <a:pt x="45959" y="16103"/>
                  </a:lnTo>
                  <a:lnTo>
                    <a:pt x="46019" y="16103"/>
                  </a:lnTo>
                  <a:cubicBezTo>
                    <a:pt x="46080" y="16072"/>
                    <a:pt x="46901" y="15951"/>
                    <a:pt x="47205" y="15920"/>
                  </a:cubicBezTo>
                  <a:cubicBezTo>
                    <a:pt x="47509" y="15860"/>
                    <a:pt x="48329" y="15708"/>
                    <a:pt x="48512" y="15677"/>
                  </a:cubicBezTo>
                  <a:cubicBezTo>
                    <a:pt x="48725" y="15616"/>
                    <a:pt x="49059" y="15556"/>
                    <a:pt x="49120" y="15525"/>
                  </a:cubicBezTo>
                  <a:cubicBezTo>
                    <a:pt x="49211" y="15525"/>
                    <a:pt x="49485" y="15525"/>
                    <a:pt x="49576" y="15495"/>
                  </a:cubicBezTo>
                  <a:cubicBezTo>
                    <a:pt x="49728" y="15495"/>
                    <a:pt x="49880" y="15495"/>
                    <a:pt x="50032" y="15556"/>
                  </a:cubicBezTo>
                  <a:lnTo>
                    <a:pt x="50184" y="15404"/>
                  </a:lnTo>
                  <a:lnTo>
                    <a:pt x="50214" y="15343"/>
                  </a:lnTo>
                  <a:lnTo>
                    <a:pt x="50792" y="15282"/>
                  </a:lnTo>
                  <a:lnTo>
                    <a:pt x="50913" y="15252"/>
                  </a:lnTo>
                  <a:lnTo>
                    <a:pt x="51035" y="15221"/>
                  </a:lnTo>
                  <a:cubicBezTo>
                    <a:pt x="51126" y="15161"/>
                    <a:pt x="51217" y="15100"/>
                    <a:pt x="51339" y="15069"/>
                  </a:cubicBezTo>
                  <a:cubicBezTo>
                    <a:pt x="51582" y="15009"/>
                    <a:pt x="51825" y="14948"/>
                    <a:pt x="52099" y="14826"/>
                  </a:cubicBezTo>
                  <a:cubicBezTo>
                    <a:pt x="52190" y="14765"/>
                    <a:pt x="52311" y="14705"/>
                    <a:pt x="52433" y="14644"/>
                  </a:cubicBezTo>
                  <a:cubicBezTo>
                    <a:pt x="52457" y="14644"/>
                    <a:pt x="52734" y="14722"/>
                    <a:pt x="52907" y="14722"/>
                  </a:cubicBezTo>
                  <a:cubicBezTo>
                    <a:pt x="52950" y="14722"/>
                    <a:pt x="52986" y="14717"/>
                    <a:pt x="53010" y="14705"/>
                  </a:cubicBezTo>
                  <a:cubicBezTo>
                    <a:pt x="53162" y="14644"/>
                    <a:pt x="53254" y="14583"/>
                    <a:pt x="53223" y="14553"/>
                  </a:cubicBezTo>
                  <a:cubicBezTo>
                    <a:pt x="53202" y="14531"/>
                    <a:pt x="53150" y="14510"/>
                    <a:pt x="53110" y="14510"/>
                  </a:cubicBezTo>
                  <a:cubicBezTo>
                    <a:pt x="53094" y="14510"/>
                    <a:pt x="53080" y="14513"/>
                    <a:pt x="53071" y="14522"/>
                  </a:cubicBezTo>
                  <a:cubicBezTo>
                    <a:pt x="53028" y="14544"/>
                    <a:pt x="53000" y="14565"/>
                    <a:pt x="52966" y="14565"/>
                  </a:cubicBezTo>
                  <a:cubicBezTo>
                    <a:pt x="52952" y="14565"/>
                    <a:pt x="52937" y="14562"/>
                    <a:pt x="52919" y="14553"/>
                  </a:cubicBezTo>
                  <a:lnTo>
                    <a:pt x="52828" y="14522"/>
                  </a:lnTo>
                  <a:cubicBezTo>
                    <a:pt x="52767" y="14492"/>
                    <a:pt x="52767" y="14401"/>
                    <a:pt x="52828" y="14370"/>
                  </a:cubicBezTo>
                  <a:cubicBezTo>
                    <a:pt x="52858" y="14340"/>
                    <a:pt x="52767" y="14066"/>
                    <a:pt x="52828" y="13975"/>
                  </a:cubicBezTo>
                  <a:cubicBezTo>
                    <a:pt x="52858" y="13914"/>
                    <a:pt x="52919" y="13823"/>
                    <a:pt x="52950" y="13732"/>
                  </a:cubicBezTo>
                  <a:lnTo>
                    <a:pt x="52737" y="13702"/>
                  </a:lnTo>
                  <a:cubicBezTo>
                    <a:pt x="52585" y="13610"/>
                    <a:pt x="52463" y="13519"/>
                    <a:pt x="52311" y="13458"/>
                  </a:cubicBezTo>
                  <a:cubicBezTo>
                    <a:pt x="52281" y="13458"/>
                    <a:pt x="52372" y="13276"/>
                    <a:pt x="52433" y="13215"/>
                  </a:cubicBezTo>
                  <a:cubicBezTo>
                    <a:pt x="52456" y="13169"/>
                    <a:pt x="52336" y="13104"/>
                    <a:pt x="52252" y="13104"/>
                  </a:cubicBezTo>
                  <a:cubicBezTo>
                    <a:pt x="52226" y="13104"/>
                    <a:pt x="52204" y="13110"/>
                    <a:pt x="52190" y="13124"/>
                  </a:cubicBezTo>
                  <a:cubicBezTo>
                    <a:pt x="52186" y="13131"/>
                    <a:pt x="52183" y="13134"/>
                    <a:pt x="52181" y="13134"/>
                  </a:cubicBezTo>
                  <a:cubicBezTo>
                    <a:pt x="52160" y="13134"/>
                    <a:pt x="52169" y="12942"/>
                    <a:pt x="52251" y="12942"/>
                  </a:cubicBezTo>
                  <a:cubicBezTo>
                    <a:pt x="52372" y="12972"/>
                    <a:pt x="52494" y="12972"/>
                    <a:pt x="52615" y="12972"/>
                  </a:cubicBezTo>
                  <a:cubicBezTo>
                    <a:pt x="52646" y="12972"/>
                    <a:pt x="52646" y="12790"/>
                    <a:pt x="52646" y="12759"/>
                  </a:cubicBezTo>
                  <a:cubicBezTo>
                    <a:pt x="52676" y="12698"/>
                    <a:pt x="52585" y="12638"/>
                    <a:pt x="52554" y="12638"/>
                  </a:cubicBezTo>
                  <a:cubicBezTo>
                    <a:pt x="52494" y="12638"/>
                    <a:pt x="52402" y="12668"/>
                    <a:pt x="52342" y="12668"/>
                  </a:cubicBezTo>
                  <a:lnTo>
                    <a:pt x="52099" y="12668"/>
                  </a:lnTo>
                  <a:cubicBezTo>
                    <a:pt x="52038" y="12607"/>
                    <a:pt x="51795" y="12577"/>
                    <a:pt x="51795" y="12516"/>
                  </a:cubicBezTo>
                  <a:cubicBezTo>
                    <a:pt x="51825" y="12455"/>
                    <a:pt x="51795" y="12395"/>
                    <a:pt x="51734" y="12364"/>
                  </a:cubicBezTo>
                  <a:cubicBezTo>
                    <a:pt x="51703" y="12364"/>
                    <a:pt x="51764" y="12151"/>
                    <a:pt x="51825" y="12121"/>
                  </a:cubicBezTo>
                  <a:cubicBezTo>
                    <a:pt x="51916" y="12121"/>
                    <a:pt x="52007" y="11878"/>
                    <a:pt x="52099" y="11878"/>
                  </a:cubicBezTo>
                  <a:cubicBezTo>
                    <a:pt x="52123" y="11886"/>
                    <a:pt x="52145" y="11890"/>
                    <a:pt x="52166" y="11890"/>
                  </a:cubicBezTo>
                  <a:cubicBezTo>
                    <a:pt x="52222" y="11890"/>
                    <a:pt x="52267" y="11862"/>
                    <a:pt x="52311" y="11817"/>
                  </a:cubicBezTo>
                  <a:cubicBezTo>
                    <a:pt x="52311" y="11787"/>
                    <a:pt x="52281" y="11726"/>
                    <a:pt x="52251" y="11695"/>
                  </a:cubicBezTo>
                  <a:cubicBezTo>
                    <a:pt x="52159" y="11695"/>
                    <a:pt x="52038" y="11695"/>
                    <a:pt x="51947" y="11726"/>
                  </a:cubicBezTo>
                  <a:cubicBezTo>
                    <a:pt x="51886" y="11756"/>
                    <a:pt x="51795" y="11756"/>
                    <a:pt x="51703" y="11756"/>
                  </a:cubicBezTo>
                  <a:cubicBezTo>
                    <a:pt x="51673" y="11726"/>
                    <a:pt x="51643" y="11695"/>
                    <a:pt x="51582" y="11665"/>
                  </a:cubicBezTo>
                  <a:cubicBezTo>
                    <a:pt x="51491" y="11635"/>
                    <a:pt x="51369" y="11604"/>
                    <a:pt x="51278" y="11574"/>
                  </a:cubicBezTo>
                  <a:lnTo>
                    <a:pt x="51217" y="11574"/>
                  </a:lnTo>
                  <a:cubicBezTo>
                    <a:pt x="51170" y="11630"/>
                    <a:pt x="51127" y="11649"/>
                    <a:pt x="51084" y="11649"/>
                  </a:cubicBezTo>
                  <a:cubicBezTo>
                    <a:pt x="50997" y="11649"/>
                    <a:pt x="50915" y="11571"/>
                    <a:pt x="50822" y="11571"/>
                  </a:cubicBezTo>
                  <a:cubicBezTo>
                    <a:pt x="50812" y="11571"/>
                    <a:pt x="50802" y="11572"/>
                    <a:pt x="50792" y="11574"/>
                  </a:cubicBezTo>
                  <a:lnTo>
                    <a:pt x="50609" y="11635"/>
                  </a:lnTo>
                  <a:cubicBezTo>
                    <a:pt x="50396" y="11604"/>
                    <a:pt x="50305" y="11513"/>
                    <a:pt x="50396" y="11452"/>
                  </a:cubicBezTo>
                  <a:lnTo>
                    <a:pt x="51126" y="11452"/>
                  </a:lnTo>
                  <a:cubicBezTo>
                    <a:pt x="51126" y="11422"/>
                    <a:pt x="51004" y="11331"/>
                    <a:pt x="50974" y="11300"/>
                  </a:cubicBezTo>
                  <a:cubicBezTo>
                    <a:pt x="50956" y="11291"/>
                    <a:pt x="50933" y="11288"/>
                    <a:pt x="50908" y="11288"/>
                  </a:cubicBezTo>
                  <a:cubicBezTo>
                    <a:pt x="50847" y="11288"/>
                    <a:pt x="50774" y="11309"/>
                    <a:pt x="50731" y="11331"/>
                  </a:cubicBezTo>
                  <a:cubicBezTo>
                    <a:pt x="50609" y="11331"/>
                    <a:pt x="50457" y="11270"/>
                    <a:pt x="50336" y="11209"/>
                  </a:cubicBezTo>
                  <a:cubicBezTo>
                    <a:pt x="50322" y="11205"/>
                    <a:pt x="50302" y="11203"/>
                    <a:pt x="50276" y="11203"/>
                  </a:cubicBezTo>
                  <a:cubicBezTo>
                    <a:pt x="50151" y="11203"/>
                    <a:pt x="49904" y="11246"/>
                    <a:pt x="49749" y="11246"/>
                  </a:cubicBezTo>
                  <a:cubicBezTo>
                    <a:pt x="49717" y="11246"/>
                    <a:pt x="49689" y="11244"/>
                    <a:pt x="49667" y="11239"/>
                  </a:cubicBezTo>
                  <a:cubicBezTo>
                    <a:pt x="49515" y="11209"/>
                    <a:pt x="49333" y="11148"/>
                    <a:pt x="49272" y="11148"/>
                  </a:cubicBezTo>
                  <a:cubicBezTo>
                    <a:pt x="49268" y="11145"/>
                    <a:pt x="49261" y="11143"/>
                    <a:pt x="49252" y="11143"/>
                  </a:cubicBezTo>
                  <a:cubicBezTo>
                    <a:pt x="49185" y="11143"/>
                    <a:pt x="48985" y="11214"/>
                    <a:pt x="48863" y="11214"/>
                  </a:cubicBezTo>
                  <a:cubicBezTo>
                    <a:pt x="48846" y="11214"/>
                    <a:pt x="48830" y="11213"/>
                    <a:pt x="48816" y="11209"/>
                  </a:cubicBezTo>
                  <a:cubicBezTo>
                    <a:pt x="48694" y="11148"/>
                    <a:pt x="48573" y="11118"/>
                    <a:pt x="48451" y="11118"/>
                  </a:cubicBezTo>
                  <a:lnTo>
                    <a:pt x="48390" y="11148"/>
                  </a:lnTo>
                  <a:cubicBezTo>
                    <a:pt x="48299" y="11179"/>
                    <a:pt x="48269" y="11270"/>
                    <a:pt x="48177" y="11300"/>
                  </a:cubicBezTo>
                  <a:lnTo>
                    <a:pt x="48117" y="11300"/>
                  </a:lnTo>
                  <a:cubicBezTo>
                    <a:pt x="48056" y="11285"/>
                    <a:pt x="47988" y="11277"/>
                    <a:pt x="47919" y="11277"/>
                  </a:cubicBezTo>
                  <a:cubicBezTo>
                    <a:pt x="47851" y="11277"/>
                    <a:pt x="47782" y="11285"/>
                    <a:pt x="47722" y="11300"/>
                  </a:cubicBezTo>
                  <a:lnTo>
                    <a:pt x="47600" y="11300"/>
                  </a:lnTo>
                  <a:cubicBezTo>
                    <a:pt x="47580" y="11296"/>
                    <a:pt x="47561" y="11294"/>
                    <a:pt x="47544" y="11294"/>
                  </a:cubicBezTo>
                  <a:cubicBezTo>
                    <a:pt x="47431" y="11294"/>
                    <a:pt x="47375" y="11373"/>
                    <a:pt x="47296" y="11452"/>
                  </a:cubicBezTo>
                  <a:cubicBezTo>
                    <a:pt x="47271" y="11471"/>
                    <a:pt x="47248" y="11478"/>
                    <a:pt x="47227" y="11478"/>
                  </a:cubicBezTo>
                  <a:cubicBezTo>
                    <a:pt x="47162" y="11478"/>
                    <a:pt x="47111" y="11409"/>
                    <a:pt x="47043" y="11409"/>
                  </a:cubicBezTo>
                  <a:cubicBezTo>
                    <a:pt x="47027" y="11409"/>
                    <a:pt x="47010" y="11413"/>
                    <a:pt x="46992" y="11422"/>
                  </a:cubicBezTo>
                  <a:cubicBezTo>
                    <a:pt x="46953" y="11451"/>
                    <a:pt x="46911" y="11465"/>
                    <a:pt x="46875" y="11465"/>
                  </a:cubicBezTo>
                  <a:cubicBezTo>
                    <a:pt x="46798" y="11465"/>
                    <a:pt x="46748" y="11404"/>
                    <a:pt x="46810" y="11300"/>
                  </a:cubicBezTo>
                  <a:cubicBezTo>
                    <a:pt x="46901" y="11148"/>
                    <a:pt x="47022" y="10966"/>
                    <a:pt x="47174" y="10905"/>
                  </a:cubicBezTo>
                  <a:lnTo>
                    <a:pt x="47326" y="10844"/>
                  </a:lnTo>
                  <a:cubicBezTo>
                    <a:pt x="47478" y="10784"/>
                    <a:pt x="47874" y="10480"/>
                    <a:pt x="47782" y="10388"/>
                  </a:cubicBezTo>
                  <a:cubicBezTo>
                    <a:pt x="47722" y="10328"/>
                    <a:pt x="47570" y="10176"/>
                    <a:pt x="47448" y="10084"/>
                  </a:cubicBezTo>
                  <a:lnTo>
                    <a:pt x="47570" y="9963"/>
                  </a:lnTo>
                  <a:lnTo>
                    <a:pt x="47600" y="9963"/>
                  </a:lnTo>
                  <a:cubicBezTo>
                    <a:pt x="47600" y="9932"/>
                    <a:pt x="47539" y="9629"/>
                    <a:pt x="47539" y="9537"/>
                  </a:cubicBezTo>
                  <a:cubicBezTo>
                    <a:pt x="47539" y="9477"/>
                    <a:pt x="47509" y="9385"/>
                    <a:pt x="47509" y="9325"/>
                  </a:cubicBezTo>
                  <a:lnTo>
                    <a:pt x="47205" y="9325"/>
                  </a:lnTo>
                  <a:cubicBezTo>
                    <a:pt x="47326" y="9203"/>
                    <a:pt x="47326" y="8899"/>
                    <a:pt x="47357" y="8808"/>
                  </a:cubicBezTo>
                  <a:lnTo>
                    <a:pt x="47509" y="8413"/>
                  </a:lnTo>
                  <a:lnTo>
                    <a:pt x="47357" y="8382"/>
                  </a:lnTo>
                  <a:lnTo>
                    <a:pt x="47174" y="8352"/>
                  </a:lnTo>
                  <a:cubicBezTo>
                    <a:pt x="47235" y="8261"/>
                    <a:pt x="47326" y="8078"/>
                    <a:pt x="47296" y="8048"/>
                  </a:cubicBezTo>
                  <a:cubicBezTo>
                    <a:pt x="47235" y="7987"/>
                    <a:pt x="47114" y="7896"/>
                    <a:pt x="47144" y="7866"/>
                  </a:cubicBezTo>
                  <a:cubicBezTo>
                    <a:pt x="47205" y="7835"/>
                    <a:pt x="47235" y="7774"/>
                    <a:pt x="47266" y="7744"/>
                  </a:cubicBezTo>
                  <a:lnTo>
                    <a:pt x="47266" y="7683"/>
                  </a:lnTo>
                  <a:cubicBezTo>
                    <a:pt x="47235" y="7653"/>
                    <a:pt x="47266" y="7562"/>
                    <a:pt x="47296" y="7562"/>
                  </a:cubicBezTo>
                  <a:lnTo>
                    <a:pt x="47509" y="7531"/>
                  </a:lnTo>
                  <a:cubicBezTo>
                    <a:pt x="47387" y="7349"/>
                    <a:pt x="47266" y="7166"/>
                    <a:pt x="47114" y="6984"/>
                  </a:cubicBezTo>
                  <a:cubicBezTo>
                    <a:pt x="46870" y="6923"/>
                    <a:pt x="46597" y="6863"/>
                    <a:pt x="46323" y="6832"/>
                  </a:cubicBezTo>
                  <a:cubicBezTo>
                    <a:pt x="46171" y="6802"/>
                    <a:pt x="45776" y="6802"/>
                    <a:pt x="45746" y="6771"/>
                  </a:cubicBezTo>
                  <a:cubicBezTo>
                    <a:pt x="45746" y="6711"/>
                    <a:pt x="45655" y="6437"/>
                    <a:pt x="45563" y="6407"/>
                  </a:cubicBezTo>
                  <a:cubicBezTo>
                    <a:pt x="45472" y="6376"/>
                    <a:pt x="45411" y="6346"/>
                    <a:pt x="45381" y="6315"/>
                  </a:cubicBezTo>
                  <a:cubicBezTo>
                    <a:pt x="45290" y="6285"/>
                    <a:pt x="45229" y="6285"/>
                    <a:pt x="45168" y="6255"/>
                  </a:cubicBezTo>
                  <a:lnTo>
                    <a:pt x="45077" y="6285"/>
                  </a:lnTo>
                  <a:cubicBezTo>
                    <a:pt x="45056" y="6280"/>
                    <a:pt x="45034" y="6277"/>
                    <a:pt x="45013" y="6277"/>
                  </a:cubicBezTo>
                  <a:cubicBezTo>
                    <a:pt x="44914" y="6277"/>
                    <a:pt x="44823" y="6332"/>
                    <a:pt x="44773" y="6407"/>
                  </a:cubicBezTo>
                  <a:cubicBezTo>
                    <a:pt x="44767" y="6412"/>
                    <a:pt x="44760" y="6415"/>
                    <a:pt x="44753" y="6415"/>
                  </a:cubicBezTo>
                  <a:cubicBezTo>
                    <a:pt x="44721" y="6415"/>
                    <a:pt x="44676" y="6370"/>
                    <a:pt x="44652" y="6346"/>
                  </a:cubicBezTo>
                  <a:cubicBezTo>
                    <a:pt x="44500" y="6346"/>
                    <a:pt x="44317" y="6346"/>
                    <a:pt x="44135" y="6407"/>
                  </a:cubicBezTo>
                  <a:cubicBezTo>
                    <a:pt x="44013" y="6437"/>
                    <a:pt x="43892" y="6498"/>
                    <a:pt x="43861" y="6498"/>
                  </a:cubicBezTo>
                  <a:lnTo>
                    <a:pt x="43861" y="6528"/>
                  </a:lnTo>
                  <a:lnTo>
                    <a:pt x="43801" y="6680"/>
                  </a:lnTo>
                  <a:cubicBezTo>
                    <a:pt x="43649" y="6650"/>
                    <a:pt x="43436" y="6589"/>
                    <a:pt x="43345" y="6559"/>
                  </a:cubicBezTo>
                  <a:lnTo>
                    <a:pt x="43253" y="6650"/>
                  </a:lnTo>
                  <a:cubicBezTo>
                    <a:pt x="43232" y="6678"/>
                    <a:pt x="43213" y="6688"/>
                    <a:pt x="43194" y="6688"/>
                  </a:cubicBezTo>
                  <a:cubicBezTo>
                    <a:pt x="43142" y="6688"/>
                    <a:pt x="43093" y="6608"/>
                    <a:pt x="43024" y="6608"/>
                  </a:cubicBezTo>
                  <a:cubicBezTo>
                    <a:pt x="43010" y="6608"/>
                    <a:pt x="42996" y="6611"/>
                    <a:pt x="42980" y="6619"/>
                  </a:cubicBezTo>
                  <a:lnTo>
                    <a:pt x="42889" y="6680"/>
                  </a:lnTo>
                  <a:cubicBezTo>
                    <a:pt x="42797" y="6741"/>
                    <a:pt x="42615" y="6832"/>
                    <a:pt x="42493" y="6893"/>
                  </a:cubicBezTo>
                  <a:lnTo>
                    <a:pt x="42463" y="6863"/>
                  </a:lnTo>
                  <a:cubicBezTo>
                    <a:pt x="42423" y="6836"/>
                    <a:pt x="42388" y="6825"/>
                    <a:pt x="42359" y="6825"/>
                  </a:cubicBezTo>
                  <a:cubicBezTo>
                    <a:pt x="42255" y="6825"/>
                    <a:pt x="42213" y="6954"/>
                    <a:pt x="42190" y="6954"/>
                  </a:cubicBezTo>
                  <a:cubicBezTo>
                    <a:pt x="42159" y="6954"/>
                    <a:pt x="42129" y="6893"/>
                    <a:pt x="42068" y="6893"/>
                  </a:cubicBezTo>
                  <a:lnTo>
                    <a:pt x="42038" y="6893"/>
                  </a:lnTo>
                  <a:cubicBezTo>
                    <a:pt x="41946" y="6923"/>
                    <a:pt x="41855" y="6984"/>
                    <a:pt x="41764" y="7045"/>
                  </a:cubicBezTo>
                  <a:lnTo>
                    <a:pt x="41612" y="7045"/>
                  </a:lnTo>
                  <a:cubicBezTo>
                    <a:pt x="41521" y="7045"/>
                    <a:pt x="41430" y="7045"/>
                    <a:pt x="41338" y="7075"/>
                  </a:cubicBezTo>
                  <a:lnTo>
                    <a:pt x="41247" y="7106"/>
                  </a:lnTo>
                  <a:cubicBezTo>
                    <a:pt x="41186" y="7187"/>
                    <a:pt x="41126" y="7214"/>
                    <a:pt x="41092" y="7214"/>
                  </a:cubicBezTo>
                  <a:cubicBezTo>
                    <a:pt x="41075" y="7214"/>
                    <a:pt x="41065" y="7207"/>
                    <a:pt x="41065" y="7197"/>
                  </a:cubicBezTo>
                  <a:cubicBezTo>
                    <a:pt x="41065" y="7191"/>
                    <a:pt x="41062" y="7189"/>
                    <a:pt x="41056" y="7189"/>
                  </a:cubicBezTo>
                  <a:cubicBezTo>
                    <a:pt x="41031" y="7189"/>
                    <a:pt x="40957" y="7238"/>
                    <a:pt x="40883" y="7288"/>
                  </a:cubicBezTo>
                  <a:lnTo>
                    <a:pt x="40731" y="7227"/>
                  </a:lnTo>
                  <a:cubicBezTo>
                    <a:pt x="40639" y="7349"/>
                    <a:pt x="40518" y="7440"/>
                    <a:pt x="40366" y="7531"/>
                  </a:cubicBezTo>
                  <a:cubicBezTo>
                    <a:pt x="40305" y="7546"/>
                    <a:pt x="40206" y="7546"/>
                    <a:pt x="40115" y="7546"/>
                  </a:cubicBezTo>
                  <a:cubicBezTo>
                    <a:pt x="40024" y="7546"/>
                    <a:pt x="39940" y="7546"/>
                    <a:pt x="39910" y="7562"/>
                  </a:cubicBezTo>
                  <a:cubicBezTo>
                    <a:pt x="39849" y="7562"/>
                    <a:pt x="39636" y="7653"/>
                    <a:pt x="39576" y="7653"/>
                  </a:cubicBezTo>
                  <a:cubicBezTo>
                    <a:pt x="39515" y="7683"/>
                    <a:pt x="39302" y="7683"/>
                    <a:pt x="39120" y="7683"/>
                  </a:cubicBezTo>
                  <a:lnTo>
                    <a:pt x="39120" y="7866"/>
                  </a:lnTo>
                  <a:lnTo>
                    <a:pt x="38755" y="7866"/>
                  </a:lnTo>
                  <a:cubicBezTo>
                    <a:pt x="38694" y="7866"/>
                    <a:pt x="38603" y="7987"/>
                    <a:pt x="38572" y="8139"/>
                  </a:cubicBezTo>
                  <a:lnTo>
                    <a:pt x="38329" y="8048"/>
                  </a:lnTo>
                  <a:lnTo>
                    <a:pt x="38177" y="7987"/>
                  </a:lnTo>
                  <a:cubicBezTo>
                    <a:pt x="38177" y="8078"/>
                    <a:pt x="38025" y="8230"/>
                    <a:pt x="37843" y="8291"/>
                  </a:cubicBezTo>
                  <a:lnTo>
                    <a:pt x="37691" y="8291"/>
                  </a:lnTo>
                  <a:cubicBezTo>
                    <a:pt x="37600" y="8291"/>
                    <a:pt x="37509" y="8322"/>
                    <a:pt x="37417" y="8382"/>
                  </a:cubicBezTo>
                  <a:cubicBezTo>
                    <a:pt x="37387" y="8413"/>
                    <a:pt x="37357" y="8504"/>
                    <a:pt x="37326" y="8504"/>
                  </a:cubicBezTo>
                  <a:cubicBezTo>
                    <a:pt x="37235" y="8504"/>
                    <a:pt x="37144" y="8473"/>
                    <a:pt x="37053" y="8443"/>
                  </a:cubicBezTo>
                  <a:lnTo>
                    <a:pt x="36749" y="8595"/>
                  </a:lnTo>
                  <a:lnTo>
                    <a:pt x="36688" y="8625"/>
                  </a:lnTo>
                  <a:cubicBezTo>
                    <a:pt x="36506" y="8686"/>
                    <a:pt x="36354" y="8717"/>
                    <a:pt x="36171" y="8747"/>
                  </a:cubicBezTo>
                  <a:cubicBezTo>
                    <a:pt x="36110" y="8747"/>
                    <a:pt x="36050" y="8747"/>
                    <a:pt x="35989" y="8717"/>
                  </a:cubicBezTo>
                  <a:cubicBezTo>
                    <a:pt x="35989" y="8717"/>
                    <a:pt x="36293" y="8595"/>
                    <a:pt x="36384" y="8534"/>
                  </a:cubicBezTo>
                  <a:cubicBezTo>
                    <a:pt x="36566" y="8413"/>
                    <a:pt x="36718" y="8291"/>
                    <a:pt x="36870" y="8170"/>
                  </a:cubicBezTo>
                  <a:cubicBezTo>
                    <a:pt x="36931" y="8109"/>
                    <a:pt x="37022" y="8048"/>
                    <a:pt x="37113" y="8048"/>
                  </a:cubicBezTo>
                  <a:lnTo>
                    <a:pt x="37205" y="8048"/>
                  </a:lnTo>
                  <a:cubicBezTo>
                    <a:pt x="37326" y="8018"/>
                    <a:pt x="37448" y="7987"/>
                    <a:pt x="37539" y="7896"/>
                  </a:cubicBezTo>
                  <a:lnTo>
                    <a:pt x="37661" y="7835"/>
                  </a:lnTo>
                  <a:lnTo>
                    <a:pt x="37752" y="7774"/>
                  </a:lnTo>
                  <a:cubicBezTo>
                    <a:pt x="37843" y="7683"/>
                    <a:pt x="37965" y="7622"/>
                    <a:pt x="38086" y="7562"/>
                  </a:cubicBezTo>
                  <a:cubicBezTo>
                    <a:pt x="38238" y="7501"/>
                    <a:pt x="38390" y="7440"/>
                    <a:pt x="38512" y="7349"/>
                  </a:cubicBezTo>
                  <a:lnTo>
                    <a:pt x="38694" y="7318"/>
                  </a:lnTo>
                  <a:lnTo>
                    <a:pt x="38907" y="7288"/>
                  </a:lnTo>
                  <a:cubicBezTo>
                    <a:pt x="39028" y="7106"/>
                    <a:pt x="38998" y="6832"/>
                    <a:pt x="39089" y="6802"/>
                  </a:cubicBezTo>
                  <a:cubicBezTo>
                    <a:pt x="39150" y="6771"/>
                    <a:pt x="39211" y="6771"/>
                    <a:pt x="39272" y="6771"/>
                  </a:cubicBezTo>
                  <a:cubicBezTo>
                    <a:pt x="39302" y="6771"/>
                    <a:pt x="39302" y="6893"/>
                    <a:pt x="39302" y="6893"/>
                  </a:cubicBezTo>
                  <a:lnTo>
                    <a:pt x="39697" y="6893"/>
                  </a:lnTo>
                  <a:cubicBezTo>
                    <a:pt x="39697" y="6711"/>
                    <a:pt x="39879" y="6680"/>
                    <a:pt x="39910" y="6650"/>
                  </a:cubicBezTo>
                  <a:cubicBezTo>
                    <a:pt x="40001" y="6589"/>
                    <a:pt x="40092" y="6498"/>
                    <a:pt x="40183" y="6467"/>
                  </a:cubicBezTo>
                  <a:cubicBezTo>
                    <a:pt x="40244" y="6437"/>
                    <a:pt x="40396" y="6407"/>
                    <a:pt x="40427" y="6407"/>
                  </a:cubicBezTo>
                  <a:cubicBezTo>
                    <a:pt x="40609" y="6255"/>
                    <a:pt x="40822" y="6133"/>
                    <a:pt x="41004" y="6011"/>
                  </a:cubicBezTo>
                  <a:cubicBezTo>
                    <a:pt x="41217" y="5951"/>
                    <a:pt x="41399" y="5829"/>
                    <a:pt x="41582" y="5738"/>
                  </a:cubicBezTo>
                  <a:cubicBezTo>
                    <a:pt x="41642" y="5677"/>
                    <a:pt x="41886" y="5434"/>
                    <a:pt x="42007" y="5434"/>
                  </a:cubicBezTo>
                  <a:cubicBezTo>
                    <a:pt x="42053" y="5449"/>
                    <a:pt x="42091" y="5457"/>
                    <a:pt x="42129" y="5457"/>
                  </a:cubicBezTo>
                  <a:cubicBezTo>
                    <a:pt x="42167" y="5457"/>
                    <a:pt x="42205" y="5449"/>
                    <a:pt x="42250" y="5434"/>
                  </a:cubicBezTo>
                  <a:lnTo>
                    <a:pt x="42433" y="5312"/>
                  </a:lnTo>
                  <a:cubicBezTo>
                    <a:pt x="42645" y="5191"/>
                    <a:pt x="43162" y="4917"/>
                    <a:pt x="43284" y="4856"/>
                  </a:cubicBezTo>
                  <a:lnTo>
                    <a:pt x="43740" y="4613"/>
                  </a:lnTo>
                  <a:lnTo>
                    <a:pt x="43831" y="4552"/>
                  </a:lnTo>
                  <a:lnTo>
                    <a:pt x="43952" y="4492"/>
                  </a:lnTo>
                  <a:cubicBezTo>
                    <a:pt x="44044" y="4370"/>
                    <a:pt x="44165" y="4279"/>
                    <a:pt x="44317" y="4279"/>
                  </a:cubicBezTo>
                  <a:lnTo>
                    <a:pt x="44439" y="4249"/>
                  </a:lnTo>
                  <a:lnTo>
                    <a:pt x="44469" y="4249"/>
                  </a:lnTo>
                  <a:cubicBezTo>
                    <a:pt x="44500" y="4157"/>
                    <a:pt x="44560" y="4097"/>
                    <a:pt x="44621" y="4036"/>
                  </a:cubicBezTo>
                  <a:cubicBezTo>
                    <a:pt x="44652" y="4005"/>
                    <a:pt x="44743" y="3914"/>
                    <a:pt x="44804" y="3853"/>
                  </a:cubicBezTo>
                  <a:lnTo>
                    <a:pt x="44864" y="3853"/>
                  </a:lnTo>
                  <a:cubicBezTo>
                    <a:pt x="45108" y="3823"/>
                    <a:pt x="44895" y="3732"/>
                    <a:pt x="44925" y="3701"/>
                  </a:cubicBezTo>
                  <a:cubicBezTo>
                    <a:pt x="44986" y="3671"/>
                    <a:pt x="45077" y="3610"/>
                    <a:pt x="45168" y="3610"/>
                  </a:cubicBezTo>
                  <a:lnTo>
                    <a:pt x="45199" y="3610"/>
                  </a:lnTo>
                  <a:cubicBezTo>
                    <a:pt x="45260" y="3580"/>
                    <a:pt x="45260" y="3428"/>
                    <a:pt x="45229" y="3397"/>
                  </a:cubicBezTo>
                  <a:cubicBezTo>
                    <a:pt x="45229" y="3337"/>
                    <a:pt x="44986" y="3154"/>
                    <a:pt x="44986" y="3063"/>
                  </a:cubicBezTo>
                  <a:cubicBezTo>
                    <a:pt x="44956" y="2881"/>
                    <a:pt x="44925" y="2729"/>
                    <a:pt x="44864" y="2577"/>
                  </a:cubicBezTo>
                  <a:lnTo>
                    <a:pt x="44804" y="2455"/>
                  </a:lnTo>
                  <a:lnTo>
                    <a:pt x="44773" y="2060"/>
                  </a:lnTo>
                  <a:cubicBezTo>
                    <a:pt x="44773" y="2030"/>
                    <a:pt x="44743" y="1969"/>
                    <a:pt x="44743" y="1908"/>
                  </a:cubicBezTo>
                  <a:cubicBezTo>
                    <a:pt x="44743" y="1878"/>
                    <a:pt x="44682" y="1817"/>
                    <a:pt x="44682" y="1817"/>
                  </a:cubicBezTo>
                  <a:cubicBezTo>
                    <a:pt x="44925" y="1695"/>
                    <a:pt x="44743" y="1543"/>
                    <a:pt x="44682" y="1483"/>
                  </a:cubicBezTo>
                  <a:lnTo>
                    <a:pt x="44560" y="1331"/>
                  </a:lnTo>
                  <a:cubicBezTo>
                    <a:pt x="44621" y="1209"/>
                    <a:pt x="44652" y="1087"/>
                    <a:pt x="44652" y="935"/>
                  </a:cubicBezTo>
                  <a:lnTo>
                    <a:pt x="44439" y="935"/>
                  </a:lnTo>
                  <a:cubicBezTo>
                    <a:pt x="44469" y="844"/>
                    <a:pt x="44469" y="723"/>
                    <a:pt x="44439" y="631"/>
                  </a:cubicBezTo>
                  <a:cubicBezTo>
                    <a:pt x="44408" y="601"/>
                    <a:pt x="44196" y="601"/>
                    <a:pt x="44196" y="540"/>
                  </a:cubicBezTo>
                  <a:cubicBezTo>
                    <a:pt x="44165" y="449"/>
                    <a:pt x="44013" y="388"/>
                    <a:pt x="43831" y="327"/>
                  </a:cubicBezTo>
                  <a:lnTo>
                    <a:pt x="43527" y="327"/>
                  </a:lnTo>
                  <a:cubicBezTo>
                    <a:pt x="43436" y="419"/>
                    <a:pt x="43314" y="419"/>
                    <a:pt x="43314" y="419"/>
                  </a:cubicBezTo>
                  <a:cubicBezTo>
                    <a:pt x="43193" y="358"/>
                    <a:pt x="43071" y="327"/>
                    <a:pt x="42919" y="297"/>
                  </a:cubicBezTo>
                  <a:lnTo>
                    <a:pt x="42797" y="419"/>
                  </a:lnTo>
                  <a:lnTo>
                    <a:pt x="42767" y="449"/>
                  </a:lnTo>
                  <a:cubicBezTo>
                    <a:pt x="42751" y="457"/>
                    <a:pt x="42734" y="461"/>
                    <a:pt x="42719" y="461"/>
                  </a:cubicBezTo>
                  <a:cubicBezTo>
                    <a:pt x="42676" y="461"/>
                    <a:pt x="42637" y="433"/>
                    <a:pt x="42615" y="388"/>
                  </a:cubicBezTo>
                  <a:lnTo>
                    <a:pt x="42615" y="358"/>
                  </a:lnTo>
                  <a:cubicBezTo>
                    <a:pt x="42615" y="327"/>
                    <a:pt x="42676" y="297"/>
                    <a:pt x="42676" y="297"/>
                  </a:cubicBezTo>
                  <a:cubicBezTo>
                    <a:pt x="42737" y="145"/>
                    <a:pt x="42676" y="54"/>
                    <a:pt x="42493" y="24"/>
                  </a:cubicBezTo>
                  <a:lnTo>
                    <a:pt x="42463" y="24"/>
                  </a:lnTo>
                  <a:cubicBezTo>
                    <a:pt x="42402" y="39"/>
                    <a:pt x="42334" y="46"/>
                    <a:pt x="42266" y="46"/>
                  </a:cubicBezTo>
                  <a:cubicBezTo>
                    <a:pt x="42197" y="46"/>
                    <a:pt x="42129" y="39"/>
                    <a:pt x="42068" y="24"/>
                  </a:cubicBezTo>
                  <a:cubicBezTo>
                    <a:pt x="42022" y="8"/>
                    <a:pt x="41977" y="1"/>
                    <a:pt x="419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7"/>
            <p:cNvSpPr/>
            <p:nvPr/>
          </p:nvSpPr>
          <p:spPr>
            <a:xfrm rot="-5400000">
              <a:off x="3894113" y="7884363"/>
              <a:ext cx="25100" cy="22375"/>
            </a:xfrm>
            <a:custGeom>
              <a:rect b="b" l="l" r="r" t="t"/>
              <a:pathLst>
                <a:path extrusionOk="0" h="895" w="1004">
                  <a:moveTo>
                    <a:pt x="822" y="1"/>
                  </a:moveTo>
                  <a:cubicBezTo>
                    <a:pt x="670" y="1"/>
                    <a:pt x="609" y="1"/>
                    <a:pt x="670" y="122"/>
                  </a:cubicBezTo>
                  <a:lnTo>
                    <a:pt x="670" y="183"/>
                  </a:lnTo>
                  <a:cubicBezTo>
                    <a:pt x="700" y="244"/>
                    <a:pt x="700" y="305"/>
                    <a:pt x="670" y="335"/>
                  </a:cubicBezTo>
                  <a:cubicBezTo>
                    <a:pt x="609" y="305"/>
                    <a:pt x="548" y="244"/>
                    <a:pt x="518" y="183"/>
                  </a:cubicBezTo>
                  <a:cubicBezTo>
                    <a:pt x="513" y="179"/>
                    <a:pt x="507" y="177"/>
                    <a:pt x="498" y="177"/>
                  </a:cubicBezTo>
                  <a:cubicBezTo>
                    <a:pt x="447" y="177"/>
                    <a:pt x="327" y="248"/>
                    <a:pt x="274" y="274"/>
                  </a:cubicBezTo>
                  <a:cubicBezTo>
                    <a:pt x="249" y="291"/>
                    <a:pt x="223" y="299"/>
                    <a:pt x="199" y="299"/>
                  </a:cubicBezTo>
                  <a:cubicBezTo>
                    <a:pt x="137" y="299"/>
                    <a:pt x="84" y="249"/>
                    <a:pt x="62" y="183"/>
                  </a:cubicBezTo>
                  <a:lnTo>
                    <a:pt x="1" y="335"/>
                  </a:lnTo>
                  <a:cubicBezTo>
                    <a:pt x="1" y="366"/>
                    <a:pt x="92" y="426"/>
                    <a:pt x="122" y="426"/>
                  </a:cubicBezTo>
                  <a:lnTo>
                    <a:pt x="214" y="426"/>
                  </a:lnTo>
                  <a:cubicBezTo>
                    <a:pt x="244" y="457"/>
                    <a:pt x="305" y="487"/>
                    <a:pt x="305" y="518"/>
                  </a:cubicBezTo>
                  <a:cubicBezTo>
                    <a:pt x="305" y="548"/>
                    <a:pt x="244" y="578"/>
                    <a:pt x="214" y="609"/>
                  </a:cubicBezTo>
                  <a:lnTo>
                    <a:pt x="183" y="639"/>
                  </a:lnTo>
                  <a:cubicBezTo>
                    <a:pt x="92" y="639"/>
                    <a:pt x="244" y="821"/>
                    <a:pt x="305" y="852"/>
                  </a:cubicBezTo>
                  <a:cubicBezTo>
                    <a:pt x="326" y="873"/>
                    <a:pt x="378" y="895"/>
                    <a:pt x="428" y="895"/>
                  </a:cubicBezTo>
                  <a:cubicBezTo>
                    <a:pt x="449" y="895"/>
                    <a:pt x="469" y="891"/>
                    <a:pt x="487" y="882"/>
                  </a:cubicBezTo>
                  <a:cubicBezTo>
                    <a:pt x="487" y="852"/>
                    <a:pt x="396" y="761"/>
                    <a:pt x="274" y="609"/>
                  </a:cubicBezTo>
                  <a:lnTo>
                    <a:pt x="578" y="578"/>
                  </a:lnTo>
                  <a:cubicBezTo>
                    <a:pt x="670" y="578"/>
                    <a:pt x="700" y="487"/>
                    <a:pt x="822" y="457"/>
                  </a:cubicBezTo>
                  <a:cubicBezTo>
                    <a:pt x="943" y="426"/>
                    <a:pt x="943" y="366"/>
                    <a:pt x="882" y="305"/>
                  </a:cubicBezTo>
                  <a:cubicBezTo>
                    <a:pt x="730" y="183"/>
                    <a:pt x="791" y="122"/>
                    <a:pt x="974" y="92"/>
                  </a:cubicBezTo>
                  <a:lnTo>
                    <a:pt x="1004" y="92"/>
                  </a:lnTo>
                  <a:cubicBezTo>
                    <a:pt x="1004" y="31"/>
                    <a:pt x="974" y="1"/>
                    <a:pt x="9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7"/>
            <p:cNvSpPr/>
            <p:nvPr/>
          </p:nvSpPr>
          <p:spPr>
            <a:xfrm rot="-5400000">
              <a:off x="3958688" y="8004713"/>
              <a:ext cx="15975" cy="15700"/>
            </a:xfrm>
            <a:custGeom>
              <a:rect b="b" l="l" r="r" t="t"/>
              <a:pathLst>
                <a:path extrusionOk="0" h="628" w="639">
                  <a:moveTo>
                    <a:pt x="415" y="0"/>
                  </a:moveTo>
                  <a:cubicBezTo>
                    <a:pt x="332" y="0"/>
                    <a:pt x="248" y="20"/>
                    <a:pt x="213" y="20"/>
                  </a:cubicBezTo>
                  <a:cubicBezTo>
                    <a:pt x="197" y="15"/>
                    <a:pt x="182" y="12"/>
                    <a:pt x="167" y="12"/>
                  </a:cubicBezTo>
                  <a:cubicBezTo>
                    <a:pt x="101" y="12"/>
                    <a:pt x="56" y="67"/>
                    <a:pt x="31" y="142"/>
                  </a:cubicBezTo>
                  <a:lnTo>
                    <a:pt x="152" y="202"/>
                  </a:lnTo>
                  <a:lnTo>
                    <a:pt x="183" y="202"/>
                  </a:lnTo>
                  <a:cubicBezTo>
                    <a:pt x="243" y="233"/>
                    <a:pt x="213" y="294"/>
                    <a:pt x="152" y="324"/>
                  </a:cubicBezTo>
                  <a:lnTo>
                    <a:pt x="61" y="324"/>
                  </a:lnTo>
                  <a:cubicBezTo>
                    <a:pt x="0" y="354"/>
                    <a:pt x="152" y="598"/>
                    <a:pt x="274" y="628"/>
                  </a:cubicBezTo>
                  <a:cubicBezTo>
                    <a:pt x="395" y="628"/>
                    <a:pt x="517" y="506"/>
                    <a:pt x="487" y="446"/>
                  </a:cubicBezTo>
                  <a:cubicBezTo>
                    <a:pt x="426" y="385"/>
                    <a:pt x="639" y="142"/>
                    <a:pt x="578" y="50"/>
                  </a:cubicBezTo>
                  <a:cubicBezTo>
                    <a:pt x="539" y="11"/>
                    <a:pt x="477" y="0"/>
                    <a:pt x="4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27"/>
            <p:cNvSpPr/>
            <p:nvPr/>
          </p:nvSpPr>
          <p:spPr>
            <a:xfrm rot="-5400000">
              <a:off x="3951513" y="7990713"/>
              <a:ext cx="12950" cy="10275"/>
            </a:xfrm>
            <a:custGeom>
              <a:rect b="b" l="l" r="r" t="t"/>
              <a:pathLst>
                <a:path extrusionOk="0" h="411" w="518">
                  <a:moveTo>
                    <a:pt x="335" y="1"/>
                  </a:moveTo>
                  <a:cubicBezTo>
                    <a:pt x="210" y="1"/>
                    <a:pt x="44" y="38"/>
                    <a:pt x="1" y="168"/>
                  </a:cubicBezTo>
                  <a:lnTo>
                    <a:pt x="153" y="259"/>
                  </a:lnTo>
                  <a:lnTo>
                    <a:pt x="335" y="411"/>
                  </a:lnTo>
                  <a:cubicBezTo>
                    <a:pt x="487" y="229"/>
                    <a:pt x="518" y="46"/>
                    <a:pt x="457" y="16"/>
                  </a:cubicBezTo>
                  <a:cubicBezTo>
                    <a:pt x="430" y="7"/>
                    <a:pt x="386" y="1"/>
                    <a:pt x="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27"/>
            <p:cNvSpPr/>
            <p:nvPr/>
          </p:nvSpPr>
          <p:spPr>
            <a:xfrm rot="-5400000">
              <a:off x="3797725" y="7706225"/>
              <a:ext cx="18275" cy="8575"/>
            </a:xfrm>
            <a:custGeom>
              <a:rect b="b" l="l" r="r" t="t"/>
              <a:pathLst>
                <a:path extrusionOk="0" h="343" w="731">
                  <a:moveTo>
                    <a:pt x="632" y="0"/>
                  </a:moveTo>
                  <a:cubicBezTo>
                    <a:pt x="553" y="0"/>
                    <a:pt x="385" y="45"/>
                    <a:pt x="335" y="69"/>
                  </a:cubicBezTo>
                  <a:cubicBezTo>
                    <a:pt x="275" y="100"/>
                    <a:pt x="1" y="191"/>
                    <a:pt x="31" y="252"/>
                  </a:cubicBezTo>
                  <a:cubicBezTo>
                    <a:pt x="50" y="289"/>
                    <a:pt x="81" y="315"/>
                    <a:pt x="108" y="315"/>
                  </a:cubicBezTo>
                  <a:cubicBezTo>
                    <a:pt x="125" y="315"/>
                    <a:pt x="141" y="305"/>
                    <a:pt x="153" y="282"/>
                  </a:cubicBezTo>
                  <a:cubicBezTo>
                    <a:pt x="162" y="278"/>
                    <a:pt x="173" y="276"/>
                    <a:pt x="187" y="276"/>
                  </a:cubicBezTo>
                  <a:cubicBezTo>
                    <a:pt x="270" y="276"/>
                    <a:pt x="427" y="343"/>
                    <a:pt x="427" y="343"/>
                  </a:cubicBezTo>
                  <a:cubicBezTo>
                    <a:pt x="457" y="343"/>
                    <a:pt x="518" y="130"/>
                    <a:pt x="609" y="130"/>
                  </a:cubicBezTo>
                  <a:cubicBezTo>
                    <a:pt x="730" y="130"/>
                    <a:pt x="730" y="69"/>
                    <a:pt x="670" y="9"/>
                  </a:cubicBezTo>
                  <a:cubicBezTo>
                    <a:pt x="664" y="3"/>
                    <a:pt x="650" y="0"/>
                    <a:pt x="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27"/>
            <p:cNvSpPr/>
            <p:nvPr/>
          </p:nvSpPr>
          <p:spPr>
            <a:xfrm rot="-5400000">
              <a:off x="3937950" y="8013475"/>
              <a:ext cx="22050" cy="7300"/>
            </a:xfrm>
            <a:custGeom>
              <a:rect b="b" l="l" r="r" t="t"/>
              <a:pathLst>
                <a:path extrusionOk="0" h="292" w="882">
                  <a:moveTo>
                    <a:pt x="24" y="1"/>
                  </a:moveTo>
                  <a:cubicBezTo>
                    <a:pt x="0" y="1"/>
                    <a:pt x="0" y="29"/>
                    <a:pt x="0" y="74"/>
                  </a:cubicBezTo>
                  <a:lnTo>
                    <a:pt x="61" y="104"/>
                  </a:lnTo>
                  <a:lnTo>
                    <a:pt x="122" y="165"/>
                  </a:lnTo>
                  <a:cubicBezTo>
                    <a:pt x="243" y="195"/>
                    <a:pt x="365" y="226"/>
                    <a:pt x="487" y="286"/>
                  </a:cubicBezTo>
                  <a:cubicBezTo>
                    <a:pt x="493" y="290"/>
                    <a:pt x="500" y="291"/>
                    <a:pt x="506" y="291"/>
                  </a:cubicBezTo>
                  <a:cubicBezTo>
                    <a:pt x="555" y="291"/>
                    <a:pt x="585" y="195"/>
                    <a:pt x="639" y="195"/>
                  </a:cubicBezTo>
                  <a:cubicBezTo>
                    <a:pt x="730" y="195"/>
                    <a:pt x="791" y="165"/>
                    <a:pt x="851" y="134"/>
                  </a:cubicBezTo>
                  <a:cubicBezTo>
                    <a:pt x="882" y="104"/>
                    <a:pt x="669" y="43"/>
                    <a:pt x="578" y="43"/>
                  </a:cubicBezTo>
                  <a:lnTo>
                    <a:pt x="304" y="43"/>
                  </a:lnTo>
                  <a:cubicBezTo>
                    <a:pt x="213" y="43"/>
                    <a:pt x="122" y="43"/>
                    <a:pt x="61" y="13"/>
                  </a:cubicBezTo>
                  <a:cubicBezTo>
                    <a:pt x="45" y="5"/>
                    <a:pt x="33" y="1"/>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27"/>
            <p:cNvSpPr/>
            <p:nvPr/>
          </p:nvSpPr>
          <p:spPr>
            <a:xfrm rot="-5400000">
              <a:off x="3816113" y="7726038"/>
              <a:ext cx="9150" cy="9975"/>
            </a:xfrm>
            <a:custGeom>
              <a:rect b="b" l="l" r="r" t="t"/>
              <a:pathLst>
                <a:path extrusionOk="0" h="399" w="366">
                  <a:moveTo>
                    <a:pt x="213" y="0"/>
                  </a:moveTo>
                  <a:lnTo>
                    <a:pt x="122" y="61"/>
                  </a:lnTo>
                  <a:lnTo>
                    <a:pt x="1" y="122"/>
                  </a:lnTo>
                  <a:cubicBezTo>
                    <a:pt x="1" y="234"/>
                    <a:pt x="131" y="399"/>
                    <a:pt x="198" y="399"/>
                  </a:cubicBezTo>
                  <a:cubicBezTo>
                    <a:pt x="204" y="399"/>
                    <a:pt x="209" y="398"/>
                    <a:pt x="213" y="395"/>
                  </a:cubicBezTo>
                  <a:cubicBezTo>
                    <a:pt x="305" y="395"/>
                    <a:pt x="274" y="304"/>
                    <a:pt x="244" y="304"/>
                  </a:cubicBezTo>
                  <a:cubicBezTo>
                    <a:pt x="213" y="274"/>
                    <a:pt x="244" y="213"/>
                    <a:pt x="305" y="152"/>
                  </a:cubicBezTo>
                  <a:cubicBezTo>
                    <a:pt x="335" y="91"/>
                    <a:pt x="365" y="0"/>
                    <a:pt x="2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27"/>
            <p:cNvSpPr/>
            <p:nvPr/>
          </p:nvSpPr>
          <p:spPr>
            <a:xfrm rot="-5400000">
              <a:off x="3927950" y="7989575"/>
              <a:ext cx="7350" cy="8450"/>
            </a:xfrm>
            <a:custGeom>
              <a:rect b="b" l="l" r="r" t="t"/>
              <a:pathLst>
                <a:path extrusionOk="0" h="338" w="294">
                  <a:moveTo>
                    <a:pt x="202" y="0"/>
                  </a:moveTo>
                  <a:cubicBezTo>
                    <a:pt x="141" y="0"/>
                    <a:pt x="50" y="213"/>
                    <a:pt x="20" y="274"/>
                  </a:cubicBezTo>
                  <a:cubicBezTo>
                    <a:pt x="1" y="312"/>
                    <a:pt x="17" y="337"/>
                    <a:pt x="61" y="337"/>
                  </a:cubicBezTo>
                  <a:cubicBezTo>
                    <a:pt x="88" y="337"/>
                    <a:pt x="125" y="328"/>
                    <a:pt x="172" y="304"/>
                  </a:cubicBezTo>
                  <a:cubicBezTo>
                    <a:pt x="293" y="274"/>
                    <a:pt x="263"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7"/>
            <p:cNvSpPr/>
            <p:nvPr/>
          </p:nvSpPr>
          <p:spPr>
            <a:xfrm rot="-5400000">
              <a:off x="3832175" y="7801925"/>
              <a:ext cx="15975" cy="10925"/>
            </a:xfrm>
            <a:custGeom>
              <a:rect b="b" l="l" r="r" t="t"/>
              <a:pathLst>
                <a:path extrusionOk="0" h="437" w="639">
                  <a:moveTo>
                    <a:pt x="517" y="0"/>
                  </a:moveTo>
                  <a:lnTo>
                    <a:pt x="395" y="152"/>
                  </a:lnTo>
                  <a:cubicBezTo>
                    <a:pt x="320" y="227"/>
                    <a:pt x="204" y="282"/>
                    <a:pt x="97" y="282"/>
                  </a:cubicBezTo>
                  <a:cubicBezTo>
                    <a:pt x="75" y="282"/>
                    <a:pt x="52" y="279"/>
                    <a:pt x="31" y="274"/>
                  </a:cubicBezTo>
                  <a:cubicBezTo>
                    <a:pt x="31" y="274"/>
                    <a:pt x="0" y="395"/>
                    <a:pt x="0" y="395"/>
                  </a:cubicBezTo>
                  <a:lnTo>
                    <a:pt x="61" y="426"/>
                  </a:lnTo>
                  <a:cubicBezTo>
                    <a:pt x="76" y="433"/>
                    <a:pt x="92" y="437"/>
                    <a:pt x="109" y="437"/>
                  </a:cubicBezTo>
                  <a:cubicBezTo>
                    <a:pt x="227" y="437"/>
                    <a:pt x="380" y="274"/>
                    <a:pt x="486" y="274"/>
                  </a:cubicBezTo>
                  <a:cubicBezTo>
                    <a:pt x="638" y="243"/>
                    <a:pt x="638" y="152"/>
                    <a:pt x="5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7"/>
            <p:cNvSpPr/>
            <p:nvPr/>
          </p:nvSpPr>
          <p:spPr>
            <a:xfrm rot="-5400000">
              <a:off x="3927075" y="7949425"/>
              <a:ext cx="12175" cy="11525"/>
            </a:xfrm>
            <a:custGeom>
              <a:rect b="b" l="l" r="r" t="t"/>
              <a:pathLst>
                <a:path extrusionOk="0" h="461" w="487">
                  <a:moveTo>
                    <a:pt x="456" y="0"/>
                  </a:moveTo>
                  <a:cubicBezTo>
                    <a:pt x="456" y="2"/>
                    <a:pt x="456" y="4"/>
                    <a:pt x="456" y="6"/>
                  </a:cubicBezTo>
                  <a:lnTo>
                    <a:pt x="456" y="6"/>
                  </a:lnTo>
                  <a:cubicBezTo>
                    <a:pt x="466" y="4"/>
                    <a:pt x="476" y="2"/>
                    <a:pt x="486" y="0"/>
                  </a:cubicBezTo>
                  <a:close/>
                  <a:moveTo>
                    <a:pt x="456" y="6"/>
                  </a:moveTo>
                  <a:cubicBezTo>
                    <a:pt x="311" y="35"/>
                    <a:pt x="148" y="65"/>
                    <a:pt x="91" y="122"/>
                  </a:cubicBezTo>
                  <a:lnTo>
                    <a:pt x="0" y="244"/>
                  </a:lnTo>
                  <a:cubicBezTo>
                    <a:pt x="122" y="304"/>
                    <a:pt x="213" y="396"/>
                    <a:pt x="335" y="456"/>
                  </a:cubicBezTo>
                  <a:cubicBezTo>
                    <a:pt x="337" y="459"/>
                    <a:pt x="340" y="460"/>
                    <a:pt x="343" y="460"/>
                  </a:cubicBezTo>
                  <a:cubicBezTo>
                    <a:pt x="370" y="460"/>
                    <a:pt x="395" y="329"/>
                    <a:pt x="395" y="274"/>
                  </a:cubicBezTo>
                  <a:cubicBezTo>
                    <a:pt x="395" y="213"/>
                    <a:pt x="395" y="152"/>
                    <a:pt x="456" y="122"/>
                  </a:cubicBezTo>
                  <a:cubicBezTo>
                    <a:pt x="456" y="93"/>
                    <a:pt x="456" y="38"/>
                    <a:pt x="456" y="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7"/>
            <p:cNvSpPr/>
            <p:nvPr/>
          </p:nvSpPr>
          <p:spPr>
            <a:xfrm rot="-5400000">
              <a:off x="3939425" y="7983150"/>
              <a:ext cx="12925" cy="8675"/>
            </a:xfrm>
            <a:custGeom>
              <a:rect b="b" l="l" r="r" t="t"/>
              <a:pathLst>
                <a:path extrusionOk="0" h="347" w="517">
                  <a:moveTo>
                    <a:pt x="290" y="1"/>
                  </a:moveTo>
                  <a:cubicBezTo>
                    <a:pt x="268" y="1"/>
                    <a:pt x="251" y="4"/>
                    <a:pt x="243" y="12"/>
                  </a:cubicBezTo>
                  <a:cubicBezTo>
                    <a:pt x="243" y="73"/>
                    <a:pt x="0" y="164"/>
                    <a:pt x="31" y="225"/>
                  </a:cubicBezTo>
                  <a:cubicBezTo>
                    <a:pt x="31" y="316"/>
                    <a:pt x="274" y="346"/>
                    <a:pt x="365" y="346"/>
                  </a:cubicBezTo>
                  <a:cubicBezTo>
                    <a:pt x="426" y="346"/>
                    <a:pt x="334" y="255"/>
                    <a:pt x="274" y="255"/>
                  </a:cubicBezTo>
                  <a:cubicBezTo>
                    <a:pt x="213" y="225"/>
                    <a:pt x="395" y="194"/>
                    <a:pt x="456" y="194"/>
                  </a:cubicBezTo>
                  <a:cubicBezTo>
                    <a:pt x="486" y="194"/>
                    <a:pt x="517" y="164"/>
                    <a:pt x="486" y="103"/>
                  </a:cubicBezTo>
                  <a:cubicBezTo>
                    <a:pt x="464" y="35"/>
                    <a:pt x="355" y="1"/>
                    <a:pt x="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7"/>
            <p:cNvSpPr/>
            <p:nvPr/>
          </p:nvSpPr>
          <p:spPr>
            <a:xfrm rot="-5400000">
              <a:off x="3940213" y="7967888"/>
              <a:ext cx="13600" cy="9475"/>
            </a:xfrm>
            <a:custGeom>
              <a:rect b="b" l="l" r="r" t="t"/>
              <a:pathLst>
                <a:path extrusionOk="0" h="379" w="544">
                  <a:moveTo>
                    <a:pt x="388" y="1"/>
                  </a:moveTo>
                  <a:cubicBezTo>
                    <a:pt x="369" y="1"/>
                    <a:pt x="349" y="4"/>
                    <a:pt x="331" y="13"/>
                  </a:cubicBezTo>
                  <a:cubicBezTo>
                    <a:pt x="303" y="41"/>
                    <a:pt x="197" y="199"/>
                    <a:pt x="133" y="199"/>
                  </a:cubicBezTo>
                  <a:cubicBezTo>
                    <a:pt x="128" y="199"/>
                    <a:pt x="123" y="198"/>
                    <a:pt x="118" y="196"/>
                  </a:cubicBezTo>
                  <a:cubicBezTo>
                    <a:pt x="106" y="192"/>
                    <a:pt x="95" y="190"/>
                    <a:pt x="85" y="190"/>
                  </a:cubicBezTo>
                  <a:cubicBezTo>
                    <a:pt x="20" y="190"/>
                    <a:pt x="1" y="272"/>
                    <a:pt x="27" y="378"/>
                  </a:cubicBezTo>
                  <a:lnTo>
                    <a:pt x="118" y="287"/>
                  </a:lnTo>
                  <a:lnTo>
                    <a:pt x="301" y="196"/>
                  </a:lnTo>
                  <a:cubicBezTo>
                    <a:pt x="361" y="216"/>
                    <a:pt x="409" y="223"/>
                    <a:pt x="445" y="223"/>
                  </a:cubicBezTo>
                  <a:cubicBezTo>
                    <a:pt x="517" y="223"/>
                    <a:pt x="544" y="196"/>
                    <a:pt x="544" y="196"/>
                  </a:cubicBezTo>
                  <a:cubicBezTo>
                    <a:pt x="513" y="165"/>
                    <a:pt x="453" y="44"/>
                    <a:pt x="453" y="44"/>
                  </a:cubicBezTo>
                  <a:cubicBezTo>
                    <a:pt x="474" y="22"/>
                    <a:pt x="435" y="1"/>
                    <a:pt x="3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27"/>
            <p:cNvSpPr/>
            <p:nvPr/>
          </p:nvSpPr>
          <p:spPr>
            <a:xfrm rot="-5400000">
              <a:off x="4186975" y="8275400"/>
              <a:ext cx="14650" cy="4900"/>
            </a:xfrm>
            <a:custGeom>
              <a:rect b="b" l="l" r="r" t="t"/>
              <a:pathLst>
                <a:path extrusionOk="0" h="196" w="586">
                  <a:moveTo>
                    <a:pt x="38" y="0"/>
                  </a:moveTo>
                  <a:cubicBezTo>
                    <a:pt x="38" y="44"/>
                    <a:pt x="35" y="80"/>
                    <a:pt x="32" y="108"/>
                  </a:cubicBezTo>
                  <a:lnTo>
                    <a:pt x="32" y="108"/>
                  </a:lnTo>
                  <a:cubicBezTo>
                    <a:pt x="55" y="91"/>
                    <a:pt x="93" y="75"/>
                    <a:pt x="136" y="61"/>
                  </a:cubicBezTo>
                  <a:lnTo>
                    <a:pt x="136" y="61"/>
                  </a:lnTo>
                  <a:lnTo>
                    <a:pt x="38" y="0"/>
                  </a:lnTo>
                  <a:close/>
                  <a:moveTo>
                    <a:pt x="32" y="108"/>
                  </a:moveTo>
                  <a:lnTo>
                    <a:pt x="32" y="108"/>
                  </a:lnTo>
                  <a:cubicBezTo>
                    <a:pt x="11" y="123"/>
                    <a:pt x="1" y="138"/>
                    <a:pt x="8" y="152"/>
                  </a:cubicBezTo>
                  <a:cubicBezTo>
                    <a:pt x="8" y="168"/>
                    <a:pt x="10" y="175"/>
                    <a:pt x="13" y="175"/>
                  </a:cubicBezTo>
                  <a:cubicBezTo>
                    <a:pt x="18" y="175"/>
                    <a:pt x="26" y="152"/>
                    <a:pt x="32" y="108"/>
                  </a:cubicBezTo>
                  <a:close/>
                  <a:moveTo>
                    <a:pt x="344" y="24"/>
                  </a:moveTo>
                  <a:cubicBezTo>
                    <a:pt x="281" y="24"/>
                    <a:pt x="202" y="40"/>
                    <a:pt x="136" y="61"/>
                  </a:cubicBezTo>
                  <a:lnTo>
                    <a:pt x="136" y="61"/>
                  </a:lnTo>
                  <a:lnTo>
                    <a:pt x="281" y="152"/>
                  </a:lnTo>
                  <a:cubicBezTo>
                    <a:pt x="324" y="174"/>
                    <a:pt x="367" y="195"/>
                    <a:pt x="421" y="195"/>
                  </a:cubicBezTo>
                  <a:cubicBezTo>
                    <a:pt x="443" y="195"/>
                    <a:pt x="467" y="191"/>
                    <a:pt x="494" y="182"/>
                  </a:cubicBezTo>
                  <a:lnTo>
                    <a:pt x="524" y="182"/>
                  </a:lnTo>
                  <a:cubicBezTo>
                    <a:pt x="585" y="122"/>
                    <a:pt x="524" y="61"/>
                    <a:pt x="403" y="30"/>
                  </a:cubicBezTo>
                  <a:cubicBezTo>
                    <a:pt x="386" y="26"/>
                    <a:pt x="366" y="24"/>
                    <a:pt x="344" y="2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27"/>
            <p:cNvSpPr/>
            <p:nvPr/>
          </p:nvSpPr>
          <p:spPr>
            <a:xfrm rot="-5400000">
              <a:off x="3830850" y="7751575"/>
              <a:ext cx="14550" cy="6850"/>
            </a:xfrm>
            <a:custGeom>
              <a:rect b="b" l="l" r="r" t="t"/>
              <a:pathLst>
                <a:path extrusionOk="0" h="274" w="582">
                  <a:moveTo>
                    <a:pt x="27" y="89"/>
                  </a:moveTo>
                  <a:cubicBezTo>
                    <a:pt x="0" y="89"/>
                    <a:pt x="43" y="115"/>
                    <a:pt x="156" y="152"/>
                  </a:cubicBezTo>
                  <a:lnTo>
                    <a:pt x="180" y="136"/>
                  </a:lnTo>
                  <a:lnTo>
                    <a:pt x="180" y="136"/>
                  </a:lnTo>
                  <a:lnTo>
                    <a:pt x="156" y="122"/>
                  </a:lnTo>
                  <a:cubicBezTo>
                    <a:pt x="86" y="98"/>
                    <a:pt x="43" y="89"/>
                    <a:pt x="27" y="89"/>
                  </a:cubicBezTo>
                  <a:close/>
                  <a:moveTo>
                    <a:pt x="399" y="0"/>
                  </a:moveTo>
                  <a:lnTo>
                    <a:pt x="338" y="31"/>
                  </a:lnTo>
                  <a:lnTo>
                    <a:pt x="180" y="136"/>
                  </a:lnTo>
                  <a:lnTo>
                    <a:pt x="180" y="136"/>
                  </a:lnTo>
                  <a:lnTo>
                    <a:pt x="308" y="213"/>
                  </a:lnTo>
                  <a:lnTo>
                    <a:pt x="429" y="274"/>
                  </a:lnTo>
                  <a:cubicBezTo>
                    <a:pt x="581" y="213"/>
                    <a:pt x="551" y="91"/>
                    <a:pt x="3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27"/>
            <p:cNvSpPr/>
            <p:nvPr/>
          </p:nvSpPr>
          <p:spPr>
            <a:xfrm rot="-5400000">
              <a:off x="3882538" y="7864288"/>
              <a:ext cx="12300" cy="7175"/>
            </a:xfrm>
            <a:custGeom>
              <a:rect b="b" l="l" r="r" t="t"/>
              <a:pathLst>
                <a:path extrusionOk="0" h="287" w="492">
                  <a:moveTo>
                    <a:pt x="456" y="0"/>
                  </a:moveTo>
                  <a:cubicBezTo>
                    <a:pt x="407" y="0"/>
                    <a:pt x="325" y="58"/>
                    <a:pt x="279" y="81"/>
                  </a:cubicBezTo>
                  <a:cubicBezTo>
                    <a:pt x="249" y="142"/>
                    <a:pt x="188" y="142"/>
                    <a:pt x="158" y="142"/>
                  </a:cubicBezTo>
                  <a:cubicBezTo>
                    <a:pt x="132" y="130"/>
                    <a:pt x="97" y="122"/>
                    <a:pt x="68" y="122"/>
                  </a:cubicBezTo>
                  <a:cubicBezTo>
                    <a:pt x="27" y="122"/>
                    <a:pt x="0" y="137"/>
                    <a:pt x="36" y="173"/>
                  </a:cubicBezTo>
                  <a:lnTo>
                    <a:pt x="36" y="203"/>
                  </a:lnTo>
                  <a:lnTo>
                    <a:pt x="97" y="264"/>
                  </a:lnTo>
                  <a:cubicBezTo>
                    <a:pt x="142" y="279"/>
                    <a:pt x="188" y="287"/>
                    <a:pt x="234" y="287"/>
                  </a:cubicBezTo>
                  <a:cubicBezTo>
                    <a:pt x="279" y="287"/>
                    <a:pt x="325" y="279"/>
                    <a:pt x="370" y="264"/>
                  </a:cubicBezTo>
                  <a:lnTo>
                    <a:pt x="401" y="173"/>
                  </a:lnTo>
                  <a:cubicBezTo>
                    <a:pt x="401" y="142"/>
                    <a:pt x="492" y="81"/>
                    <a:pt x="492" y="51"/>
                  </a:cubicBezTo>
                  <a:lnTo>
                    <a:pt x="492" y="21"/>
                  </a:lnTo>
                  <a:cubicBezTo>
                    <a:pt x="485" y="6"/>
                    <a:pt x="472" y="0"/>
                    <a:pt x="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27"/>
            <p:cNvSpPr/>
            <p:nvPr/>
          </p:nvSpPr>
          <p:spPr>
            <a:xfrm rot="-5400000">
              <a:off x="3878038" y="7895063"/>
              <a:ext cx="15100" cy="7675"/>
            </a:xfrm>
            <a:custGeom>
              <a:rect b="b" l="l" r="r" t="t"/>
              <a:pathLst>
                <a:path extrusionOk="0" h="307" w="604">
                  <a:moveTo>
                    <a:pt x="366" y="0"/>
                  </a:moveTo>
                  <a:cubicBezTo>
                    <a:pt x="214" y="0"/>
                    <a:pt x="0" y="247"/>
                    <a:pt x="87" y="276"/>
                  </a:cubicBezTo>
                  <a:lnTo>
                    <a:pt x="148" y="307"/>
                  </a:lnTo>
                  <a:cubicBezTo>
                    <a:pt x="178" y="307"/>
                    <a:pt x="239" y="276"/>
                    <a:pt x="239" y="246"/>
                  </a:cubicBezTo>
                  <a:lnTo>
                    <a:pt x="239" y="155"/>
                  </a:lnTo>
                  <a:cubicBezTo>
                    <a:pt x="262" y="155"/>
                    <a:pt x="387" y="206"/>
                    <a:pt x="474" y="206"/>
                  </a:cubicBezTo>
                  <a:cubicBezTo>
                    <a:pt x="503" y="206"/>
                    <a:pt x="528" y="200"/>
                    <a:pt x="543" y="185"/>
                  </a:cubicBezTo>
                  <a:cubicBezTo>
                    <a:pt x="604" y="124"/>
                    <a:pt x="512" y="33"/>
                    <a:pt x="391" y="3"/>
                  </a:cubicBezTo>
                  <a:cubicBezTo>
                    <a:pt x="383" y="1"/>
                    <a:pt x="375" y="0"/>
                    <a:pt x="3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27"/>
            <p:cNvSpPr/>
            <p:nvPr/>
          </p:nvSpPr>
          <p:spPr>
            <a:xfrm rot="-5400000">
              <a:off x="3928788" y="8000638"/>
              <a:ext cx="10650" cy="10925"/>
            </a:xfrm>
            <a:custGeom>
              <a:rect b="b" l="l" r="r" t="t"/>
              <a:pathLst>
                <a:path extrusionOk="0" h="437" w="426">
                  <a:moveTo>
                    <a:pt x="296" y="0"/>
                  </a:moveTo>
                  <a:cubicBezTo>
                    <a:pt x="261" y="0"/>
                    <a:pt x="243" y="40"/>
                    <a:pt x="243" y="133"/>
                  </a:cubicBezTo>
                  <a:lnTo>
                    <a:pt x="213" y="194"/>
                  </a:lnTo>
                  <a:cubicBezTo>
                    <a:pt x="182" y="254"/>
                    <a:pt x="61" y="315"/>
                    <a:pt x="30" y="315"/>
                  </a:cubicBezTo>
                  <a:cubicBezTo>
                    <a:pt x="0" y="346"/>
                    <a:pt x="0" y="376"/>
                    <a:pt x="30" y="406"/>
                  </a:cubicBezTo>
                  <a:cubicBezTo>
                    <a:pt x="30" y="437"/>
                    <a:pt x="91" y="437"/>
                    <a:pt x="91" y="437"/>
                  </a:cubicBezTo>
                  <a:lnTo>
                    <a:pt x="213" y="376"/>
                  </a:lnTo>
                  <a:cubicBezTo>
                    <a:pt x="334" y="285"/>
                    <a:pt x="426" y="72"/>
                    <a:pt x="334" y="11"/>
                  </a:cubicBezTo>
                  <a:cubicBezTo>
                    <a:pt x="320" y="4"/>
                    <a:pt x="307" y="0"/>
                    <a:pt x="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27"/>
            <p:cNvSpPr/>
            <p:nvPr/>
          </p:nvSpPr>
          <p:spPr>
            <a:xfrm rot="-5400000">
              <a:off x="4006338" y="8061463"/>
              <a:ext cx="14450" cy="7075"/>
            </a:xfrm>
            <a:custGeom>
              <a:rect b="b" l="l" r="r" t="t"/>
              <a:pathLst>
                <a:path extrusionOk="0" h="283" w="578">
                  <a:moveTo>
                    <a:pt x="441" y="0"/>
                  </a:moveTo>
                  <a:cubicBezTo>
                    <a:pt x="402" y="0"/>
                    <a:pt x="293" y="45"/>
                    <a:pt x="244" y="69"/>
                  </a:cubicBezTo>
                  <a:cubicBezTo>
                    <a:pt x="183" y="100"/>
                    <a:pt x="92" y="100"/>
                    <a:pt x="31" y="100"/>
                  </a:cubicBezTo>
                  <a:cubicBezTo>
                    <a:pt x="31" y="100"/>
                    <a:pt x="0" y="130"/>
                    <a:pt x="31" y="191"/>
                  </a:cubicBezTo>
                  <a:lnTo>
                    <a:pt x="61" y="221"/>
                  </a:lnTo>
                  <a:lnTo>
                    <a:pt x="122" y="282"/>
                  </a:lnTo>
                  <a:cubicBezTo>
                    <a:pt x="122" y="282"/>
                    <a:pt x="183" y="252"/>
                    <a:pt x="213" y="160"/>
                  </a:cubicBezTo>
                  <a:lnTo>
                    <a:pt x="365" y="252"/>
                  </a:lnTo>
                  <a:lnTo>
                    <a:pt x="456" y="282"/>
                  </a:lnTo>
                  <a:cubicBezTo>
                    <a:pt x="517" y="252"/>
                    <a:pt x="578" y="160"/>
                    <a:pt x="547" y="130"/>
                  </a:cubicBezTo>
                  <a:cubicBezTo>
                    <a:pt x="517" y="100"/>
                    <a:pt x="456" y="39"/>
                    <a:pt x="456" y="9"/>
                  </a:cubicBezTo>
                  <a:cubicBezTo>
                    <a:pt x="456" y="3"/>
                    <a:pt x="451" y="0"/>
                    <a:pt x="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 name="Google Shape;1014;p27"/>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lvl1pPr indent="0" lvl="0" marL="0" marR="0" rtl="0" algn="l">
              <a:lnSpc>
                <a:spcPct val="100000"/>
              </a:lnSpc>
              <a:spcBef>
                <a:spcPts val="0"/>
              </a:spcBef>
              <a:spcAft>
                <a:spcPts val="0"/>
              </a:spcAft>
              <a:buSzPts val="2800"/>
              <a:buNone/>
              <a:defRPr b="1">
                <a:latin typeface="Poiret One"/>
                <a:ea typeface="Poiret One"/>
                <a:cs typeface="Poiret One"/>
                <a:sym typeface="Poiret 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15" name="Google Shape;1015;p27"/>
          <p:cNvSpPr txBox="1"/>
          <p:nvPr>
            <p:ph idx="2" type="title"/>
          </p:nvPr>
        </p:nvSpPr>
        <p:spPr>
          <a:xfrm>
            <a:off x="2482080" y="1548550"/>
            <a:ext cx="1952700" cy="266700"/>
          </a:xfrm>
          <a:prstGeom prst="rect">
            <a:avLst/>
          </a:prstGeom>
        </p:spPr>
        <p:txBody>
          <a:bodyPr anchorCtr="0" anchor="ctr" bIns="91425" lIns="91425" spcFirstLastPara="1" rIns="91425" wrap="square" tIns="91425">
            <a:noAutofit/>
          </a:bodyPr>
          <a:lstStyle>
            <a:lvl1pPr lvl="0" rtl="0">
              <a:spcBef>
                <a:spcPts val="0"/>
              </a:spcBef>
              <a:spcAft>
                <a:spcPts val="0"/>
              </a:spcAft>
              <a:buSzPts val="1500"/>
              <a:buNone/>
              <a:defRPr b="1" sz="2200">
                <a:latin typeface="Poiret One"/>
                <a:ea typeface="Poiret One"/>
                <a:cs typeface="Poiret One"/>
                <a:sym typeface="Poiret One"/>
              </a:defRPr>
            </a:lvl1pPr>
            <a:lvl2pPr lvl="1" rtl="0">
              <a:spcBef>
                <a:spcPts val="0"/>
              </a:spcBef>
              <a:spcAft>
                <a:spcPts val="0"/>
              </a:spcAft>
              <a:buSzPts val="2800"/>
              <a:buNone/>
              <a:defRPr>
                <a:latin typeface="Be Vietnam"/>
                <a:ea typeface="Be Vietnam"/>
                <a:cs typeface="Be Vietnam"/>
                <a:sym typeface="Be Vietnam"/>
              </a:defRPr>
            </a:lvl2pPr>
            <a:lvl3pPr lvl="2" rtl="0">
              <a:spcBef>
                <a:spcPts val="0"/>
              </a:spcBef>
              <a:spcAft>
                <a:spcPts val="0"/>
              </a:spcAft>
              <a:buSzPts val="2800"/>
              <a:buNone/>
              <a:defRPr>
                <a:latin typeface="Be Vietnam"/>
                <a:ea typeface="Be Vietnam"/>
                <a:cs typeface="Be Vietnam"/>
                <a:sym typeface="Be Vietnam"/>
              </a:defRPr>
            </a:lvl3pPr>
            <a:lvl4pPr lvl="3" rtl="0">
              <a:spcBef>
                <a:spcPts val="0"/>
              </a:spcBef>
              <a:spcAft>
                <a:spcPts val="0"/>
              </a:spcAft>
              <a:buSzPts val="2800"/>
              <a:buNone/>
              <a:defRPr>
                <a:latin typeface="Be Vietnam"/>
                <a:ea typeface="Be Vietnam"/>
                <a:cs typeface="Be Vietnam"/>
                <a:sym typeface="Be Vietnam"/>
              </a:defRPr>
            </a:lvl4pPr>
            <a:lvl5pPr lvl="4" rtl="0">
              <a:spcBef>
                <a:spcPts val="0"/>
              </a:spcBef>
              <a:spcAft>
                <a:spcPts val="0"/>
              </a:spcAft>
              <a:buSzPts val="2800"/>
              <a:buNone/>
              <a:defRPr>
                <a:latin typeface="Be Vietnam"/>
                <a:ea typeface="Be Vietnam"/>
                <a:cs typeface="Be Vietnam"/>
                <a:sym typeface="Be Vietnam"/>
              </a:defRPr>
            </a:lvl5pPr>
            <a:lvl6pPr lvl="5" rtl="0">
              <a:spcBef>
                <a:spcPts val="0"/>
              </a:spcBef>
              <a:spcAft>
                <a:spcPts val="0"/>
              </a:spcAft>
              <a:buSzPts val="2800"/>
              <a:buNone/>
              <a:defRPr>
                <a:latin typeface="Be Vietnam"/>
                <a:ea typeface="Be Vietnam"/>
                <a:cs typeface="Be Vietnam"/>
                <a:sym typeface="Be Vietnam"/>
              </a:defRPr>
            </a:lvl6pPr>
            <a:lvl7pPr lvl="6" rtl="0">
              <a:spcBef>
                <a:spcPts val="0"/>
              </a:spcBef>
              <a:spcAft>
                <a:spcPts val="0"/>
              </a:spcAft>
              <a:buSzPts val="2800"/>
              <a:buNone/>
              <a:defRPr>
                <a:latin typeface="Be Vietnam"/>
                <a:ea typeface="Be Vietnam"/>
                <a:cs typeface="Be Vietnam"/>
                <a:sym typeface="Be Vietnam"/>
              </a:defRPr>
            </a:lvl7pPr>
            <a:lvl8pPr lvl="7" rtl="0">
              <a:spcBef>
                <a:spcPts val="0"/>
              </a:spcBef>
              <a:spcAft>
                <a:spcPts val="0"/>
              </a:spcAft>
              <a:buSzPts val="2800"/>
              <a:buNone/>
              <a:defRPr>
                <a:latin typeface="Be Vietnam"/>
                <a:ea typeface="Be Vietnam"/>
                <a:cs typeface="Be Vietnam"/>
                <a:sym typeface="Be Vietnam"/>
              </a:defRPr>
            </a:lvl8pPr>
            <a:lvl9pPr lvl="8" rtl="0">
              <a:spcBef>
                <a:spcPts val="0"/>
              </a:spcBef>
              <a:spcAft>
                <a:spcPts val="0"/>
              </a:spcAft>
              <a:buSzPts val="2800"/>
              <a:buNone/>
              <a:defRPr>
                <a:latin typeface="Be Vietnam"/>
                <a:ea typeface="Be Vietnam"/>
                <a:cs typeface="Be Vietnam"/>
                <a:sym typeface="Be Vietnam"/>
              </a:defRPr>
            </a:lvl9pPr>
          </a:lstStyle>
          <a:p/>
        </p:txBody>
      </p:sp>
      <p:sp>
        <p:nvSpPr>
          <p:cNvPr id="1016" name="Google Shape;1016;p27"/>
          <p:cNvSpPr txBox="1"/>
          <p:nvPr>
            <p:ph idx="3" type="title"/>
          </p:nvPr>
        </p:nvSpPr>
        <p:spPr>
          <a:xfrm>
            <a:off x="5065480" y="1548550"/>
            <a:ext cx="1952700" cy="266700"/>
          </a:xfrm>
          <a:prstGeom prst="rect">
            <a:avLst/>
          </a:prstGeom>
        </p:spPr>
        <p:txBody>
          <a:bodyPr anchorCtr="0" anchor="ctr" bIns="91425" lIns="91425" spcFirstLastPara="1" rIns="91425" wrap="square" tIns="91425">
            <a:noAutofit/>
          </a:bodyPr>
          <a:lstStyle>
            <a:lvl1pPr lvl="0" rtl="0">
              <a:spcBef>
                <a:spcPts val="0"/>
              </a:spcBef>
              <a:spcAft>
                <a:spcPts val="0"/>
              </a:spcAft>
              <a:buSzPts val="1500"/>
              <a:buNone/>
              <a:defRPr b="1" sz="2200">
                <a:latin typeface="Poiret One"/>
                <a:ea typeface="Poiret One"/>
                <a:cs typeface="Poiret One"/>
                <a:sym typeface="Poiret One"/>
              </a:defRPr>
            </a:lvl1pPr>
            <a:lvl2pPr lvl="1" rtl="0">
              <a:spcBef>
                <a:spcPts val="0"/>
              </a:spcBef>
              <a:spcAft>
                <a:spcPts val="0"/>
              </a:spcAft>
              <a:buSzPts val="2800"/>
              <a:buNone/>
              <a:defRPr>
                <a:latin typeface="Be Vietnam"/>
                <a:ea typeface="Be Vietnam"/>
                <a:cs typeface="Be Vietnam"/>
                <a:sym typeface="Be Vietnam"/>
              </a:defRPr>
            </a:lvl2pPr>
            <a:lvl3pPr lvl="2" rtl="0">
              <a:spcBef>
                <a:spcPts val="0"/>
              </a:spcBef>
              <a:spcAft>
                <a:spcPts val="0"/>
              </a:spcAft>
              <a:buSzPts val="2800"/>
              <a:buNone/>
              <a:defRPr>
                <a:latin typeface="Be Vietnam"/>
                <a:ea typeface="Be Vietnam"/>
                <a:cs typeface="Be Vietnam"/>
                <a:sym typeface="Be Vietnam"/>
              </a:defRPr>
            </a:lvl3pPr>
            <a:lvl4pPr lvl="3" rtl="0">
              <a:spcBef>
                <a:spcPts val="0"/>
              </a:spcBef>
              <a:spcAft>
                <a:spcPts val="0"/>
              </a:spcAft>
              <a:buSzPts val="2800"/>
              <a:buNone/>
              <a:defRPr>
                <a:latin typeface="Be Vietnam"/>
                <a:ea typeface="Be Vietnam"/>
                <a:cs typeface="Be Vietnam"/>
                <a:sym typeface="Be Vietnam"/>
              </a:defRPr>
            </a:lvl4pPr>
            <a:lvl5pPr lvl="4" rtl="0">
              <a:spcBef>
                <a:spcPts val="0"/>
              </a:spcBef>
              <a:spcAft>
                <a:spcPts val="0"/>
              </a:spcAft>
              <a:buSzPts val="2800"/>
              <a:buNone/>
              <a:defRPr>
                <a:latin typeface="Be Vietnam"/>
                <a:ea typeface="Be Vietnam"/>
                <a:cs typeface="Be Vietnam"/>
                <a:sym typeface="Be Vietnam"/>
              </a:defRPr>
            </a:lvl5pPr>
            <a:lvl6pPr lvl="5" rtl="0">
              <a:spcBef>
                <a:spcPts val="0"/>
              </a:spcBef>
              <a:spcAft>
                <a:spcPts val="0"/>
              </a:spcAft>
              <a:buSzPts val="2800"/>
              <a:buNone/>
              <a:defRPr>
                <a:latin typeface="Be Vietnam"/>
                <a:ea typeface="Be Vietnam"/>
                <a:cs typeface="Be Vietnam"/>
                <a:sym typeface="Be Vietnam"/>
              </a:defRPr>
            </a:lvl6pPr>
            <a:lvl7pPr lvl="6" rtl="0">
              <a:spcBef>
                <a:spcPts val="0"/>
              </a:spcBef>
              <a:spcAft>
                <a:spcPts val="0"/>
              </a:spcAft>
              <a:buSzPts val="2800"/>
              <a:buNone/>
              <a:defRPr>
                <a:latin typeface="Be Vietnam"/>
                <a:ea typeface="Be Vietnam"/>
                <a:cs typeface="Be Vietnam"/>
                <a:sym typeface="Be Vietnam"/>
              </a:defRPr>
            </a:lvl7pPr>
            <a:lvl8pPr lvl="7" rtl="0">
              <a:spcBef>
                <a:spcPts val="0"/>
              </a:spcBef>
              <a:spcAft>
                <a:spcPts val="0"/>
              </a:spcAft>
              <a:buSzPts val="2800"/>
              <a:buNone/>
              <a:defRPr>
                <a:latin typeface="Be Vietnam"/>
                <a:ea typeface="Be Vietnam"/>
                <a:cs typeface="Be Vietnam"/>
                <a:sym typeface="Be Vietnam"/>
              </a:defRPr>
            </a:lvl8pPr>
            <a:lvl9pPr lvl="8" rtl="0">
              <a:spcBef>
                <a:spcPts val="0"/>
              </a:spcBef>
              <a:spcAft>
                <a:spcPts val="0"/>
              </a:spcAft>
              <a:buSzPts val="2800"/>
              <a:buNone/>
              <a:defRPr>
                <a:latin typeface="Be Vietnam"/>
                <a:ea typeface="Be Vietnam"/>
                <a:cs typeface="Be Vietnam"/>
                <a:sym typeface="Be Vietnam"/>
              </a:defRPr>
            </a:lvl9pPr>
          </a:lstStyle>
          <a:p/>
        </p:txBody>
      </p:sp>
      <p:sp>
        <p:nvSpPr>
          <p:cNvPr id="1017" name="Google Shape;1017;p27"/>
          <p:cNvSpPr txBox="1"/>
          <p:nvPr>
            <p:ph idx="4" type="title"/>
          </p:nvPr>
        </p:nvSpPr>
        <p:spPr>
          <a:xfrm>
            <a:off x="2482080" y="3129700"/>
            <a:ext cx="1952700" cy="266700"/>
          </a:xfrm>
          <a:prstGeom prst="rect">
            <a:avLst/>
          </a:prstGeom>
        </p:spPr>
        <p:txBody>
          <a:bodyPr anchorCtr="0" anchor="ctr" bIns="91425" lIns="91425" spcFirstLastPara="1" rIns="91425" wrap="square" tIns="91425">
            <a:noAutofit/>
          </a:bodyPr>
          <a:lstStyle>
            <a:lvl1pPr lvl="0" rtl="0">
              <a:spcBef>
                <a:spcPts val="0"/>
              </a:spcBef>
              <a:spcAft>
                <a:spcPts val="0"/>
              </a:spcAft>
              <a:buSzPts val="1500"/>
              <a:buNone/>
              <a:defRPr b="1" sz="2200">
                <a:latin typeface="Poiret One"/>
                <a:ea typeface="Poiret One"/>
                <a:cs typeface="Poiret One"/>
                <a:sym typeface="Poiret One"/>
              </a:defRPr>
            </a:lvl1pPr>
            <a:lvl2pPr lvl="1" rtl="0">
              <a:spcBef>
                <a:spcPts val="0"/>
              </a:spcBef>
              <a:spcAft>
                <a:spcPts val="0"/>
              </a:spcAft>
              <a:buSzPts val="2800"/>
              <a:buNone/>
              <a:defRPr>
                <a:latin typeface="Be Vietnam"/>
                <a:ea typeface="Be Vietnam"/>
                <a:cs typeface="Be Vietnam"/>
                <a:sym typeface="Be Vietnam"/>
              </a:defRPr>
            </a:lvl2pPr>
            <a:lvl3pPr lvl="2" rtl="0">
              <a:spcBef>
                <a:spcPts val="0"/>
              </a:spcBef>
              <a:spcAft>
                <a:spcPts val="0"/>
              </a:spcAft>
              <a:buSzPts val="2800"/>
              <a:buNone/>
              <a:defRPr>
                <a:latin typeface="Be Vietnam"/>
                <a:ea typeface="Be Vietnam"/>
                <a:cs typeface="Be Vietnam"/>
                <a:sym typeface="Be Vietnam"/>
              </a:defRPr>
            </a:lvl3pPr>
            <a:lvl4pPr lvl="3" rtl="0">
              <a:spcBef>
                <a:spcPts val="0"/>
              </a:spcBef>
              <a:spcAft>
                <a:spcPts val="0"/>
              </a:spcAft>
              <a:buSzPts val="2800"/>
              <a:buNone/>
              <a:defRPr>
                <a:latin typeface="Be Vietnam"/>
                <a:ea typeface="Be Vietnam"/>
                <a:cs typeface="Be Vietnam"/>
                <a:sym typeface="Be Vietnam"/>
              </a:defRPr>
            </a:lvl4pPr>
            <a:lvl5pPr lvl="4" rtl="0">
              <a:spcBef>
                <a:spcPts val="0"/>
              </a:spcBef>
              <a:spcAft>
                <a:spcPts val="0"/>
              </a:spcAft>
              <a:buSzPts val="2800"/>
              <a:buNone/>
              <a:defRPr>
                <a:latin typeface="Be Vietnam"/>
                <a:ea typeface="Be Vietnam"/>
                <a:cs typeface="Be Vietnam"/>
                <a:sym typeface="Be Vietnam"/>
              </a:defRPr>
            </a:lvl5pPr>
            <a:lvl6pPr lvl="5" rtl="0">
              <a:spcBef>
                <a:spcPts val="0"/>
              </a:spcBef>
              <a:spcAft>
                <a:spcPts val="0"/>
              </a:spcAft>
              <a:buSzPts val="2800"/>
              <a:buNone/>
              <a:defRPr>
                <a:latin typeface="Be Vietnam"/>
                <a:ea typeface="Be Vietnam"/>
                <a:cs typeface="Be Vietnam"/>
                <a:sym typeface="Be Vietnam"/>
              </a:defRPr>
            </a:lvl6pPr>
            <a:lvl7pPr lvl="6" rtl="0">
              <a:spcBef>
                <a:spcPts val="0"/>
              </a:spcBef>
              <a:spcAft>
                <a:spcPts val="0"/>
              </a:spcAft>
              <a:buSzPts val="2800"/>
              <a:buNone/>
              <a:defRPr>
                <a:latin typeface="Be Vietnam"/>
                <a:ea typeface="Be Vietnam"/>
                <a:cs typeface="Be Vietnam"/>
                <a:sym typeface="Be Vietnam"/>
              </a:defRPr>
            </a:lvl7pPr>
            <a:lvl8pPr lvl="7" rtl="0">
              <a:spcBef>
                <a:spcPts val="0"/>
              </a:spcBef>
              <a:spcAft>
                <a:spcPts val="0"/>
              </a:spcAft>
              <a:buSzPts val="2800"/>
              <a:buNone/>
              <a:defRPr>
                <a:latin typeface="Be Vietnam"/>
                <a:ea typeface="Be Vietnam"/>
                <a:cs typeface="Be Vietnam"/>
                <a:sym typeface="Be Vietnam"/>
              </a:defRPr>
            </a:lvl8pPr>
            <a:lvl9pPr lvl="8" rtl="0">
              <a:spcBef>
                <a:spcPts val="0"/>
              </a:spcBef>
              <a:spcAft>
                <a:spcPts val="0"/>
              </a:spcAft>
              <a:buSzPts val="2800"/>
              <a:buNone/>
              <a:defRPr>
                <a:latin typeface="Be Vietnam"/>
                <a:ea typeface="Be Vietnam"/>
                <a:cs typeface="Be Vietnam"/>
                <a:sym typeface="Be Vietnam"/>
              </a:defRPr>
            </a:lvl9pPr>
          </a:lstStyle>
          <a:p/>
        </p:txBody>
      </p:sp>
      <p:sp>
        <p:nvSpPr>
          <p:cNvPr id="1018" name="Google Shape;1018;p27"/>
          <p:cNvSpPr txBox="1"/>
          <p:nvPr>
            <p:ph idx="5" type="title"/>
          </p:nvPr>
        </p:nvSpPr>
        <p:spPr>
          <a:xfrm>
            <a:off x="5065480" y="3129700"/>
            <a:ext cx="1919400" cy="266700"/>
          </a:xfrm>
          <a:prstGeom prst="rect">
            <a:avLst/>
          </a:prstGeom>
        </p:spPr>
        <p:txBody>
          <a:bodyPr anchorCtr="0" anchor="ctr" bIns="91425" lIns="91425" spcFirstLastPara="1" rIns="91425" wrap="square" tIns="91425">
            <a:noAutofit/>
          </a:bodyPr>
          <a:lstStyle>
            <a:lvl1pPr lvl="0" rtl="0">
              <a:spcBef>
                <a:spcPts val="0"/>
              </a:spcBef>
              <a:spcAft>
                <a:spcPts val="0"/>
              </a:spcAft>
              <a:buSzPts val="1500"/>
              <a:buNone/>
              <a:defRPr b="1" sz="2200">
                <a:latin typeface="Poiret One"/>
                <a:ea typeface="Poiret One"/>
                <a:cs typeface="Poiret One"/>
                <a:sym typeface="Poiret One"/>
              </a:defRPr>
            </a:lvl1pPr>
            <a:lvl2pPr lvl="1" rtl="0">
              <a:spcBef>
                <a:spcPts val="0"/>
              </a:spcBef>
              <a:spcAft>
                <a:spcPts val="0"/>
              </a:spcAft>
              <a:buSzPts val="2800"/>
              <a:buNone/>
              <a:defRPr>
                <a:latin typeface="Be Vietnam"/>
                <a:ea typeface="Be Vietnam"/>
                <a:cs typeface="Be Vietnam"/>
                <a:sym typeface="Be Vietnam"/>
              </a:defRPr>
            </a:lvl2pPr>
            <a:lvl3pPr lvl="2" rtl="0">
              <a:spcBef>
                <a:spcPts val="0"/>
              </a:spcBef>
              <a:spcAft>
                <a:spcPts val="0"/>
              </a:spcAft>
              <a:buSzPts val="2800"/>
              <a:buNone/>
              <a:defRPr>
                <a:latin typeface="Be Vietnam"/>
                <a:ea typeface="Be Vietnam"/>
                <a:cs typeface="Be Vietnam"/>
                <a:sym typeface="Be Vietnam"/>
              </a:defRPr>
            </a:lvl3pPr>
            <a:lvl4pPr lvl="3" rtl="0">
              <a:spcBef>
                <a:spcPts val="0"/>
              </a:spcBef>
              <a:spcAft>
                <a:spcPts val="0"/>
              </a:spcAft>
              <a:buSzPts val="2800"/>
              <a:buNone/>
              <a:defRPr>
                <a:latin typeface="Be Vietnam"/>
                <a:ea typeface="Be Vietnam"/>
                <a:cs typeface="Be Vietnam"/>
                <a:sym typeface="Be Vietnam"/>
              </a:defRPr>
            </a:lvl4pPr>
            <a:lvl5pPr lvl="4" rtl="0">
              <a:spcBef>
                <a:spcPts val="0"/>
              </a:spcBef>
              <a:spcAft>
                <a:spcPts val="0"/>
              </a:spcAft>
              <a:buSzPts val="2800"/>
              <a:buNone/>
              <a:defRPr>
                <a:latin typeface="Be Vietnam"/>
                <a:ea typeface="Be Vietnam"/>
                <a:cs typeface="Be Vietnam"/>
                <a:sym typeface="Be Vietnam"/>
              </a:defRPr>
            </a:lvl5pPr>
            <a:lvl6pPr lvl="5" rtl="0">
              <a:spcBef>
                <a:spcPts val="0"/>
              </a:spcBef>
              <a:spcAft>
                <a:spcPts val="0"/>
              </a:spcAft>
              <a:buSzPts val="2800"/>
              <a:buNone/>
              <a:defRPr>
                <a:latin typeface="Be Vietnam"/>
                <a:ea typeface="Be Vietnam"/>
                <a:cs typeface="Be Vietnam"/>
                <a:sym typeface="Be Vietnam"/>
              </a:defRPr>
            </a:lvl6pPr>
            <a:lvl7pPr lvl="6" rtl="0">
              <a:spcBef>
                <a:spcPts val="0"/>
              </a:spcBef>
              <a:spcAft>
                <a:spcPts val="0"/>
              </a:spcAft>
              <a:buSzPts val="2800"/>
              <a:buNone/>
              <a:defRPr>
                <a:latin typeface="Be Vietnam"/>
                <a:ea typeface="Be Vietnam"/>
                <a:cs typeface="Be Vietnam"/>
                <a:sym typeface="Be Vietnam"/>
              </a:defRPr>
            </a:lvl7pPr>
            <a:lvl8pPr lvl="7" rtl="0">
              <a:spcBef>
                <a:spcPts val="0"/>
              </a:spcBef>
              <a:spcAft>
                <a:spcPts val="0"/>
              </a:spcAft>
              <a:buSzPts val="2800"/>
              <a:buNone/>
              <a:defRPr>
                <a:latin typeface="Be Vietnam"/>
                <a:ea typeface="Be Vietnam"/>
                <a:cs typeface="Be Vietnam"/>
                <a:sym typeface="Be Vietnam"/>
              </a:defRPr>
            </a:lvl8pPr>
            <a:lvl9pPr lvl="8" rtl="0">
              <a:spcBef>
                <a:spcPts val="0"/>
              </a:spcBef>
              <a:spcAft>
                <a:spcPts val="0"/>
              </a:spcAft>
              <a:buSzPts val="2800"/>
              <a:buNone/>
              <a:defRPr>
                <a:latin typeface="Be Vietnam"/>
                <a:ea typeface="Be Vietnam"/>
                <a:cs typeface="Be Vietnam"/>
                <a:sym typeface="Be Vietnam"/>
              </a:defRPr>
            </a:lvl9pPr>
          </a:lstStyle>
          <a:p/>
        </p:txBody>
      </p:sp>
      <p:sp>
        <p:nvSpPr>
          <p:cNvPr id="1019" name="Google Shape;1019;p27"/>
          <p:cNvSpPr txBox="1"/>
          <p:nvPr>
            <p:ph idx="1" type="subTitle"/>
          </p:nvPr>
        </p:nvSpPr>
        <p:spPr>
          <a:xfrm>
            <a:off x="2482075" y="1946175"/>
            <a:ext cx="1862700" cy="767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020" name="Google Shape;1020;p27"/>
          <p:cNvSpPr txBox="1"/>
          <p:nvPr>
            <p:ph idx="6" type="subTitle"/>
          </p:nvPr>
        </p:nvSpPr>
        <p:spPr>
          <a:xfrm>
            <a:off x="5065475" y="1946175"/>
            <a:ext cx="1862700" cy="767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021" name="Google Shape;1021;p27"/>
          <p:cNvSpPr txBox="1"/>
          <p:nvPr>
            <p:ph idx="7" type="subTitle"/>
          </p:nvPr>
        </p:nvSpPr>
        <p:spPr>
          <a:xfrm>
            <a:off x="2482075" y="3522374"/>
            <a:ext cx="1862700" cy="767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022" name="Google Shape;1022;p27"/>
          <p:cNvSpPr txBox="1"/>
          <p:nvPr>
            <p:ph idx="8" type="subTitle"/>
          </p:nvPr>
        </p:nvSpPr>
        <p:spPr>
          <a:xfrm>
            <a:off x="5065475" y="3522374"/>
            <a:ext cx="1862700" cy="767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4">
    <p:spTree>
      <p:nvGrpSpPr>
        <p:cNvPr id="1023" name="Shape 1023"/>
        <p:cNvGrpSpPr/>
        <p:nvPr/>
      </p:nvGrpSpPr>
      <p:grpSpPr>
        <a:xfrm>
          <a:off x="0" y="0"/>
          <a:ext cx="0" cy="0"/>
          <a:chOff x="0" y="0"/>
          <a:chExt cx="0" cy="0"/>
        </a:xfrm>
      </p:grpSpPr>
      <p:sp>
        <p:nvSpPr>
          <p:cNvPr id="1024" name="Google Shape;1024;p28"/>
          <p:cNvSpPr/>
          <p:nvPr/>
        </p:nvSpPr>
        <p:spPr>
          <a:xfrm rot="-122742">
            <a:off x="2404283" y="3313705"/>
            <a:ext cx="4432015" cy="1250823"/>
          </a:xfrm>
          <a:custGeom>
            <a:rect b="b" l="l" r="r" t="t"/>
            <a:pathLst>
              <a:path extrusionOk="0" h="36081" w="127845">
                <a:moveTo>
                  <a:pt x="38967" y="1064"/>
                </a:moveTo>
                <a:cubicBezTo>
                  <a:pt x="39119" y="1125"/>
                  <a:pt x="39241" y="1216"/>
                  <a:pt x="39393" y="1308"/>
                </a:cubicBezTo>
                <a:cubicBezTo>
                  <a:pt x="39271" y="1247"/>
                  <a:pt x="39119" y="1156"/>
                  <a:pt x="38967" y="1064"/>
                </a:cubicBezTo>
                <a:close/>
                <a:moveTo>
                  <a:pt x="45502" y="3527"/>
                </a:moveTo>
                <a:cubicBezTo>
                  <a:pt x="45502" y="3587"/>
                  <a:pt x="45502" y="3648"/>
                  <a:pt x="45533" y="3739"/>
                </a:cubicBezTo>
                <a:lnTo>
                  <a:pt x="45502" y="3739"/>
                </a:lnTo>
                <a:cubicBezTo>
                  <a:pt x="45502" y="3679"/>
                  <a:pt x="45502" y="3587"/>
                  <a:pt x="45502" y="3527"/>
                </a:cubicBezTo>
                <a:close/>
                <a:moveTo>
                  <a:pt x="87783" y="6232"/>
                </a:moveTo>
                <a:cubicBezTo>
                  <a:pt x="87874" y="6262"/>
                  <a:pt x="87965" y="6293"/>
                  <a:pt x="88056" y="6353"/>
                </a:cubicBezTo>
                <a:lnTo>
                  <a:pt x="87509" y="6353"/>
                </a:lnTo>
                <a:lnTo>
                  <a:pt x="87783" y="6232"/>
                </a:lnTo>
                <a:close/>
                <a:moveTo>
                  <a:pt x="98359" y="6598"/>
                </a:moveTo>
                <a:lnTo>
                  <a:pt x="98359" y="6598"/>
                </a:lnTo>
                <a:cubicBezTo>
                  <a:pt x="98299" y="6658"/>
                  <a:pt x="98269" y="6719"/>
                  <a:pt x="98239" y="6779"/>
                </a:cubicBezTo>
                <a:lnTo>
                  <a:pt x="98209" y="6779"/>
                </a:lnTo>
                <a:cubicBezTo>
                  <a:pt x="98269" y="6719"/>
                  <a:pt x="98299" y="6658"/>
                  <a:pt x="98359" y="6598"/>
                </a:cubicBezTo>
                <a:close/>
                <a:moveTo>
                  <a:pt x="115625" y="6718"/>
                </a:moveTo>
                <a:lnTo>
                  <a:pt x="115625" y="6900"/>
                </a:lnTo>
                <a:cubicBezTo>
                  <a:pt x="115595" y="6840"/>
                  <a:pt x="115625" y="6779"/>
                  <a:pt x="115625" y="6718"/>
                </a:cubicBezTo>
                <a:close/>
                <a:moveTo>
                  <a:pt x="106081" y="9879"/>
                </a:moveTo>
                <a:lnTo>
                  <a:pt x="106081" y="9879"/>
                </a:lnTo>
                <a:cubicBezTo>
                  <a:pt x="106172" y="9910"/>
                  <a:pt x="106263" y="9940"/>
                  <a:pt x="106385" y="9940"/>
                </a:cubicBezTo>
                <a:cubicBezTo>
                  <a:pt x="106263" y="9940"/>
                  <a:pt x="106172" y="9940"/>
                  <a:pt x="106081" y="9879"/>
                </a:cubicBezTo>
                <a:close/>
                <a:moveTo>
                  <a:pt x="31703" y="28542"/>
                </a:moveTo>
                <a:cubicBezTo>
                  <a:pt x="31703" y="28633"/>
                  <a:pt x="31672" y="28725"/>
                  <a:pt x="31672" y="28785"/>
                </a:cubicBezTo>
                <a:cubicBezTo>
                  <a:pt x="31672" y="28725"/>
                  <a:pt x="31672" y="28633"/>
                  <a:pt x="31703" y="28542"/>
                </a:cubicBezTo>
                <a:close/>
                <a:moveTo>
                  <a:pt x="70610" y="32829"/>
                </a:moveTo>
                <a:lnTo>
                  <a:pt x="70610" y="32829"/>
                </a:lnTo>
                <a:cubicBezTo>
                  <a:pt x="70640" y="32859"/>
                  <a:pt x="70671" y="32889"/>
                  <a:pt x="70731" y="32889"/>
                </a:cubicBezTo>
                <a:lnTo>
                  <a:pt x="70731" y="32919"/>
                </a:lnTo>
                <a:cubicBezTo>
                  <a:pt x="70671" y="32889"/>
                  <a:pt x="70640" y="32859"/>
                  <a:pt x="70610" y="32829"/>
                </a:cubicBezTo>
                <a:close/>
                <a:moveTo>
                  <a:pt x="64986" y="32858"/>
                </a:moveTo>
                <a:lnTo>
                  <a:pt x="64986" y="32858"/>
                </a:lnTo>
                <a:cubicBezTo>
                  <a:pt x="64864" y="32889"/>
                  <a:pt x="64712" y="32919"/>
                  <a:pt x="64591" y="32950"/>
                </a:cubicBezTo>
                <a:cubicBezTo>
                  <a:pt x="64712" y="32919"/>
                  <a:pt x="64834" y="32889"/>
                  <a:pt x="64986" y="32858"/>
                </a:cubicBezTo>
                <a:close/>
                <a:moveTo>
                  <a:pt x="47868" y="33130"/>
                </a:moveTo>
                <a:cubicBezTo>
                  <a:pt x="47879" y="33131"/>
                  <a:pt x="47891" y="33132"/>
                  <a:pt x="47904" y="33132"/>
                </a:cubicBezTo>
                <a:lnTo>
                  <a:pt x="47873" y="33132"/>
                </a:lnTo>
                <a:cubicBezTo>
                  <a:pt x="47871" y="33131"/>
                  <a:pt x="47870" y="33131"/>
                  <a:pt x="47868" y="33130"/>
                </a:cubicBezTo>
                <a:close/>
                <a:moveTo>
                  <a:pt x="22536" y="0"/>
                </a:moveTo>
                <a:cubicBezTo>
                  <a:pt x="22398" y="0"/>
                  <a:pt x="22256" y="99"/>
                  <a:pt x="22098" y="305"/>
                </a:cubicBezTo>
                <a:cubicBezTo>
                  <a:pt x="22007" y="396"/>
                  <a:pt x="21915" y="487"/>
                  <a:pt x="21794" y="548"/>
                </a:cubicBezTo>
                <a:lnTo>
                  <a:pt x="20791" y="700"/>
                </a:lnTo>
                <a:lnTo>
                  <a:pt x="20487" y="700"/>
                </a:lnTo>
                <a:cubicBezTo>
                  <a:pt x="20275" y="676"/>
                  <a:pt x="20063" y="580"/>
                  <a:pt x="19865" y="580"/>
                </a:cubicBezTo>
                <a:cubicBezTo>
                  <a:pt x="19808" y="580"/>
                  <a:pt x="19751" y="588"/>
                  <a:pt x="19696" y="609"/>
                </a:cubicBezTo>
                <a:cubicBezTo>
                  <a:pt x="19598" y="665"/>
                  <a:pt x="19492" y="689"/>
                  <a:pt x="19386" y="689"/>
                </a:cubicBezTo>
                <a:cubicBezTo>
                  <a:pt x="19264" y="689"/>
                  <a:pt x="19142" y="657"/>
                  <a:pt x="19028" y="609"/>
                </a:cubicBezTo>
                <a:cubicBezTo>
                  <a:pt x="18845" y="517"/>
                  <a:pt x="18663" y="457"/>
                  <a:pt x="18450" y="365"/>
                </a:cubicBezTo>
                <a:cubicBezTo>
                  <a:pt x="18380" y="326"/>
                  <a:pt x="18318" y="307"/>
                  <a:pt x="18263" y="307"/>
                </a:cubicBezTo>
                <a:cubicBezTo>
                  <a:pt x="18105" y="307"/>
                  <a:pt x="18009" y="467"/>
                  <a:pt x="17964" y="761"/>
                </a:cubicBezTo>
                <a:lnTo>
                  <a:pt x="17143" y="882"/>
                </a:lnTo>
                <a:cubicBezTo>
                  <a:pt x="16809" y="913"/>
                  <a:pt x="16474" y="1004"/>
                  <a:pt x="16140" y="1034"/>
                </a:cubicBezTo>
                <a:cubicBezTo>
                  <a:pt x="14803" y="1095"/>
                  <a:pt x="13526" y="1399"/>
                  <a:pt x="12341" y="1916"/>
                </a:cubicBezTo>
                <a:lnTo>
                  <a:pt x="12067" y="1520"/>
                </a:lnTo>
                <a:cubicBezTo>
                  <a:pt x="12037" y="1551"/>
                  <a:pt x="12006" y="1551"/>
                  <a:pt x="11976" y="1581"/>
                </a:cubicBezTo>
                <a:lnTo>
                  <a:pt x="11702" y="1733"/>
                </a:lnTo>
                <a:cubicBezTo>
                  <a:pt x="11672" y="1612"/>
                  <a:pt x="11672" y="1460"/>
                  <a:pt x="11642" y="1338"/>
                </a:cubicBezTo>
                <a:cubicBezTo>
                  <a:pt x="11672" y="1186"/>
                  <a:pt x="11672" y="1064"/>
                  <a:pt x="11702" y="913"/>
                </a:cubicBezTo>
                <a:lnTo>
                  <a:pt x="11642" y="882"/>
                </a:lnTo>
                <a:lnTo>
                  <a:pt x="11429" y="1277"/>
                </a:lnTo>
                <a:cubicBezTo>
                  <a:pt x="11338" y="1460"/>
                  <a:pt x="11186" y="1794"/>
                  <a:pt x="11155" y="1794"/>
                </a:cubicBezTo>
                <a:cubicBezTo>
                  <a:pt x="11085" y="1752"/>
                  <a:pt x="11017" y="1734"/>
                  <a:pt x="10952" y="1734"/>
                </a:cubicBezTo>
                <a:cubicBezTo>
                  <a:pt x="10738" y="1734"/>
                  <a:pt x="10552" y="1928"/>
                  <a:pt x="10365" y="2068"/>
                </a:cubicBezTo>
                <a:cubicBezTo>
                  <a:pt x="10346" y="2067"/>
                  <a:pt x="10326" y="2067"/>
                  <a:pt x="10307" y="2067"/>
                </a:cubicBezTo>
                <a:cubicBezTo>
                  <a:pt x="8998" y="2067"/>
                  <a:pt x="7977" y="3081"/>
                  <a:pt x="6839" y="3800"/>
                </a:cubicBezTo>
                <a:lnTo>
                  <a:pt x="6778" y="3800"/>
                </a:lnTo>
                <a:cubicBezTo>
                  <a:pt x="6687" y="3648"/>
                  <a:pt x="6596" y="3527"/>
                  <a:pt x="6505" y="3375"/>
                </a:cubicBezTo>
                <a:cubicBezTo>
                  <a:pt x="6444" y="3223"/>
                  <a:pt x="6383" y="3131"/>
                  <a:pt x="6322" y="3010"/>
                </a:cubicBezTo>
                <a:cubicBezTo>
                  <a:pt x="6231" y="3101"/>
                  <a:pt x="6140" y="3223"/>
                  <a:pt x="6049" y="3344"/>
                </a:cubicBezTo>
                <a:cubicBezTo>
                  <a:pt x="5988" y="3496"/>
                  <a:pt x="5897" y="3618"/>
                  <a:pt x="5806" y="3739"/>
                </a:cubicBezTo>
                <a:cubicBezTo>
                  <a:pt x="5768" y="3777"/>
                  <a:pt x="5719" y="3803"/>
                  <a:pt x="5665" y="3803"/>
                </a:cubicBezTo>
                <a:cubicBezTo>
                  <a:pt x="5632" y="3803"/>
                  <a:pt x="5597" y="3793"/>
                  <a:pt x="5562" y="3770"/>
                </a:cubicBezTo>
                <a:cubicBezTo>
                  <a:pt x="5532" y="3770"/>
                  <a:pt x="5532" y="3618"/>
                  <a:pt x="5562" y="3496"/>
                </a:cubicBezTo>
                <a:cubicBezTo>
                  <a:pt x="5593" y="3405"/>
                  <a:pt x="5623" y="3344"/>
                  <a:pt x="5654" y="3253"/>
                </a:cubicBezTo>
                <a:cubicBezTo>
                  <a:pt x="5684" y="3040"/>
                  <a:pt x="5988" y="2736"/>
                  <a:pt x="5684" y="2615"/>
                </a:cubicBezTo>
                <a:cubicBezTo>
                  <a:pt x="5645" y="2599"/>
                  <a:pt x="5611" y="2592"/>
                  <a:pt x="5581" y="2592"/>
                </a:cubicBezTo>
                <a:cubicBezTo>
                  <a:pt x="5379" y="2592"/>
                  <a:pt x="5368" y="2916"/>
                  <a:pt x="5289" y="3101"/>
                </a:cubicBezTo>
                <a:cubicBezTo>
                  <a:pt x="5188" y="3429"/>
                  <a:pt x="5045" y="3610"/>
                  <a:pt x="4791" y="3610"/>
                </a:cubicBezTo>
                <a:cubicBezTo>
                  <a:pt x="4739" y="3610"/>
                  <a:pt x="4682" y="3603"/>
                  <a:pt x="4620" y="3587"/>
                </a:cubicBezTo>
                <a:cubicBezTo>
                  <a:pt x="4597" y="3576"/>
                  <a:pt x="4573" y="3571"/>
                  <a:pt x="4547" y="3571"/>
                </a:cubicBezTo>
                <a:cubicBezTo>
                  <a:pt x="4441" y="3571"/>
                  <a:pt x="4318" y="3660"/>
                  <a:pt x="4195" y="3709"/>
                </a:cubicBezTo>
                <a:cubicBezTo>
                  <a:pt x="4103" y="3709"/>
                  <a:pt x="4012" y="3770"/>
                  <a:pt x="3921" y="3800"/>
                </a:cubicBezTo>
                <a:lnTo>
                  <a:pt x="2644" y="4043"/>
                </a:lnTo>
                <a:lnTo>
                  <a:pt x="2097" y="4256"/>
                </a:lnTo>
                <a:cubicBezTo>
                  <a:pt x="2037" y="4286"/>
                  <a:pt x="1945" y="4317"/>
                  <a:pt x="1885" y="4378"/>
                </a:cubicBezTo>
                <a:lnTo>
                  <a:pt x="1793" y="4438"/>
                </a:lnTo>
                <a:lnTo>
                  <a:pt x="365" y="6171"/>
                </a:lnTo>
                <a:cubicBezTo>
                  <a:pt x="122" y="6445"/>
                  <a:pt x="0" y="6809"/>
                  <a:pt x="61" y="7174"/>
                </a:cubicBezTo>
                <a:cubicBezTo>
                  <a:pt x="122" y="7812"/>
                  <a:pt x="61" y="8481"/>
                  <a:pt x="61" y="9119"/>
                </a:cubicBezTo>
                <a:cubicBezTo>
                  <a:pt x="61" y="9271"/>
                  <a:pt x="91" y="9423"/>
                  <a:pt x="152" y="9575"/>
                </a:cubicBezTo>
                <a:cubicBezTo>
                  <a:pt x="426" y="10031"/>
                  <a:pt x="730" y="10396"/>
                  <a:pt x="730" y="11004"/>
                </a:cubicBezTo>
                <a:cubicBezTo>
                  <a:pt x="760" y="11095"/>
                  <a:pt x="790" y="11186"/>
                  <a:pt x="851" y="11247"/>
                </a:cubicBezTo>
                <a:cubicBezTo>
                  <a:pt x="1064" y="11642"/>
                  <a:pt x="1277" y="12068"/>
                  <a:pt x="1520" y="12463"/>
                </a:cubicBezTo>
                <a:cubicBezTo>
                  <a:pt x="1611" y="12706"/>
                  <a:pt x="1793" y="12888"/>
                  <a:pt x="1976" y="13040"/>
                </a:cubicBezTo>
                <a:cubicBezTo>
                  <a:pt x="2462" y="13314"/>
                  <a:pt x="2766" y="13831"/>
                  <a:pt x="2766" y="14378"/>
                </a:cubicBezTo>
                <a:cubicBezTo>
                  <a:pt x="2857" y="14499"/>
                  <a:pt x="2948" y="14651"/>
                  <a:pt x="3040" y="14773"/>
                </a:cubicBezTo>
                <a:cubicBezTo>
                  <a:pt x="3617" y="15411"/>
                  <a:pt x="3617" y="15411"/>
                  <a:pt x="3344" y="16293"/>
                </a:cubicBezTo>
                <a:cubicBezTo>
                  <a:pt x="3344" y="16293"/>
                  <a:pt x="3344" y="16323"/>
                  <a:pt x="3374" y="16414"/>
                </a:cubicBezTo>
                <a:lnTo>
                  <a:pt x="3739" y="16353"/>
                </a:lnTo>
                <a:lnTo>
                  <a:pt x="3860" y="16202"/>
                </a:lnTo>
                <a:cubicBezTo>
                  <a:pt x="3982" y="16232"/>
                  <a:pt x="4134" y="16232"/>
                  <a:pt x="4225" y="16323"/>
                </a:cubicBezTo>
                <a:cubicBezTo>
                  <a:pt x="4438" y="16597"/>
                  <a:pt x="4651" y="16870"/>
                  <a:pt x="4863" y="17144"/>
                </a:cubicBezTo>
                <a:cubicBezTo>
                  <a:pt x="4772" y="18360"/>
                  <a:pt x="4681" y="19606"/>
                  <a:pt x="4590" y="20822"/>
                </a:cubicBezTo>
                <a:cubicBezTo>
                  <a:pt x="4529" y="21582"/>
                  <a:pt x="4499" y="22493"/>
                  <a:pt x="5076" y="23010"/>
                </a:cubicBezTo>
                <a:cubicBezTo>
                  <a:pt x="5532" y="23436"/>
                  <a:pt x="6201" y="23466"/>
                  <a:pt x="6839" y="23466"/>
                </a:cubicBezTo>
                <a:lnTo>
                  <a:pt x="26019" y="23648"/>
                </a:lnTo>
                <a:cubicBezTo>
                  <a:pt x="26414" y="23831"/>
                  <a:pt x="26839" y="23922"/>
                  <a:pt x="27265" y="23922"/>
                </a:cubicBezTo>
                <a:lnTo>
                  <a:pt x="27812" y="23800"/>
                </a:lnTo>
                <a:cubicBezTo>
                  <a:pt x="27812" y="23831"/>
                  <a:pt x="27842" y="23892"/>
                  <a:pt x="27842" y="23922"/>
                </a:cubicBezTo>
                <a:cubicBezTo>
                  <a:pt x="27903" y="24287"/>
                  <a:pt x="27934" y="24682"/>
                  <a:pt x="27934" y="25047"/>
                </a:cubicBezTo>
                <a:cubicBezTo>
                  <a:pt x="27934" y="25503"/>
                  <a:pt x="27934" y="25959"/>
                  <a:pt x="27903" y="26414"/>
                </a:cubicBezTo>
                <a:cubicBezTo>
                  <a:pt x="27842" y="26779"/>
                  <a:pt x="27751" y="27114"/>
                  <a:pt x="27660" y="27418"/>
                </a:cubicBezTo>
                <a:cubicBezTo>
                  <a:pt x="27812" y="27387"/>
                  <a:pt x="27934" y="27326"/>
                  <a:pt x="28055" y="27235"/>
                </a:cubicBezTo>
                <a:cubicBezTo>
                  <a:pt x="28177" y="27144"/>
                  <a:pt x="28268" y="27022"/>
                  <a:pt x="28359" y="26901"/>
                </a:cubicBezTo>
                <a:lnTo>
                  <a:pt x="28359" y="26992"/>
                </a:lnTo>
                <a:cubicBezTo>
                  <a:pt x="28359" y="27114"/>
                  <a:pt x="28359" y="27266"/>
                  <a:pt x="28329" y="27387"/>
                </a:cubicBezTo>
                <a:cubicBezTo>
                  <a:pt x="28177" y="27752"/>
                  <a:pt x="28268" y="28177"/>
                  <a:pt x="28511" y="28512"/>
                </a:cubicBezTo>
                <a:cubicBezTo>
                  <a:pt x="28690" y="28461"/>
                  <a:pt x="28825" y="28346"/>
                  <a:pt x="28954" y="28346"/>
                </a:cubicBezTo>
                <a:cubicBezTo>
                  <a:pt x="28979" y="28346"/>
                  <a:pt x="29003" y="28350"/>
                  <a:pt x="29028" y="28360"/>
                </a:cubicBezTo>
                <a:cubicBezTo>
                  <a:pt x="29362" y="28481"/>
                  <a:pt x="29666" y="28664"/>
                  <a:pt x="29970" y="28846"/>
                </a:cubicBezTo>
                <a:cubicBezTo>
                  <a:pt x="30086" y="28482"/>
                  <a:pt x="30184" y="28307"/>
                  <a:pt x="30308" y="28307"/>
                </a:cubicBezTo>
                <a:cubicBezTo>
                  <a:pt x="30412" y="28307"/>
                  <a:pt x="30534" y="28429"/>
                  <a:pt x="30700" y="28664"/>
                </a:cubicBezTo>
                <a:cubicBezTo>
                  <a:pt x="30852" y="28877"/>
                  <a:pt x="31064" y="29059"/>
                  <a:pt x="31247" y="29241"/>
                </a:cubicBezTo>
                <a:lnTo>
                  <a:pt x="31338" y="29180"/>
                </a:lnTo>
                <a:cubicBezTo>
                  <a:pt x="31338" y="29484"/>
                  <a:pt x="31338" y="29758"/>
                  <a:pt x="31368" y="30092"/>
                </a:cubicBezTo>
                <a:lnTo>
                  <a:pt x="31703" y="30457"/>
                </a:lnTo>
                <a:lnTo>
                  <a:pt x="32159" y="30974"/>
                </a:lnTo>
                <a:cubicBezTo>
                  <a:pt x="32159" y="30791"/>
                  <a:pt x="32159" y="30670"/>
                  <a:pt x="32128" y="30427"/>
                </a:cubicBezTo>
                <a:lnTo>
                  <a:pt x="32128" y="30427"/>
                </a:lnTo>
                <a:cubicBezTo>
                  <a:pt x="32250" y="30518"/>
                  <a:pt x="32371" y="30639"/>
                  <a:pt x="32463" y="30761"/>
                </a:cubicBezTo>
                <a:cubicBezTo>
                  <a:pt x="32645" y="31126"/>
                  <a:pt x="32827" y="31491"/>
                  <a:pt x="33010" y="31855"/>
                </a:cubicBezTo>
                <a:lnTo>
                  <a:pt x="33405" y="32007"/>
                </a:lnTo>
                <a:cubicBezTo>
                  <a:pt x="33405" y="32098"/>
                  <a:pt x="33375" y="32220"/>
                  <a:pt x="33375" y="32311"/>
                </a:cubicBezTo>
                <a:cubicBezTo>
                  <a:pt x="33255" y="32788"/>
                  <a:pt x="33604" y="33528"/>
                  <a:pt x="33990" y="33528"/>
                </a:cubicBezTo>
                <a:cubicBezTo>
                  <a:pt x="33997" y="33528"/>
                  <a:pt x="34005" y="33528"/>
                  <a:pt x="34013" y="33527"/>
                </a:cubicBezTo>
                <a:cubicBezTo>
                  <a:pt x="34039" y="33524"/>
                  <a:pt x="34065" y="33523"/>
                  <a:pt x="34091" y="33523"/>
                </a:cubicBezTo>
                <a:cubicBezTo>
                  <a:pt x="34368" y="33523"/>
                  <a:pt x="34639" y="33667"/>
                  <a:pt x="34834" y="33861"/>
                </a:cubicBezTo>
                <a:cubicBezTo>
                  <a:pt x="35046" y="33983"/>
                  <a:pt x="35168" y="34226"/>
                  <a:pt x="35137" y="34469"/>
                </a:cubicBezTo>
                <a:lnTo>
                  <a:pt x="35472" y="34469"/>
                </a:lnTo>
                <a:cubicBezTo>
                  <a:pt x="35624" y="34409"/>
                  <a:pt x="35806" y="34378"/>
                  <a:pt x="35958" y="34378"/>
                </a:cubicBezTo>
                <a:cubicBezTo>
                  <a:pt x="36171" y="34378"/>
                  <a:pt x="36384" y="34409"/>
                  <a:pt x="36596" y="34439"/>
                </a:cubicBezTo>
                <a:cubicBezTo>
                  <a:pt x="36627" y="34956"/>
                  <a:pt x="36688" y="35472"/>
                  <a:pt x="36779" y="36080"/>
                </a:cubicBezTo>
                <a:lnTo>
                  <a:pt x="38359" y="35898"/>
                </a:lnTo>
                <a:lnTo>
                  <a:pt x="38542" y="35776"/>
                </a:lnTo>
                <a:cubicBezTo>
                  <a:pt x="38709" y="35792"/>
                  <a:pt x="38869" y="35799"/>
                  <a:pt x="39024" y="35799"/>
                </a:cubicBezTo>
                <a:cubicBezTo>
                  <a:pt x="39180" y="35799"/>
                  <a:pt x="39332" y="35792"/>
                  <a:pt x="39484" y="35776"/>
                </a:cubicBezTo>
                <a:cubicBezTo>
                  <a:pt x="39818" y="35685"/>
                  <a:pt x="40122" y="35594"/>
                  <a:pt x="40426" y="35503"/>
                </a:cubicBezTo>
                <a:cubicBezTo>
                  <a:pt x="40483" y="35495"/>
                  <a:pt x="40540" y="35491"/>
                  <a:pt x="40597" y="35491"/>
                </a:cubicBezTo>
                <a:cubicBezTo>
                  <a:pt x="40753" y="35491"/>
                  <a:pt x="40909" y="35519"/>
                  <a:pt x="41065" y="35564"/>
                </a:cubicBezTo>
                <a:cubicBezTo>
                  <a:pt x="41131" y="35593"/>
                  <a:pt x="41188" y="35606"/>
                  <a:pt x="41238" y="35606"/>
                </a:cubicBezTo>
                <a:cubicBezTo>
                  <a:pt x="41395" y="35606"/>
                  <a:pt x="41482" y="35474"/>
                  <a:pt x="41551" y="35290"/>
                </a:cubicBezTo>
                <a:lnTo>
                  <a:pt x="42797" y="35138"/>
                </a:lnTo>
                <a:lnTo>
                  <a:pt x="42919" y="35047"/>
                </a:lnTo>
                <a:lnTo>
                  <a:pt x="43010" y="35108"/>
                </a:lnTo>
                <a:cubicBezTo>
                  <a:pt x="43106" y="35162"/>
                  <a:pt x="43191" y="35185"/>
                  <a:pt x="43266" y="35185"/>
                </a:cubicBezTo>
                <a:cubicBezTo>
                  <a:pt x="43572" y="35185"/>
                  <a:pt x="43733" y="34804"/>
                  <a:pt x="43952" y="34560"/>
                </a:cubicBezTo>
                <a:lnTo>
                  <a:pt x="44347" y="34165"/>
                </a:lnTo>
                <a:cubicBezTo>
                  <a:pt x="44773" y="33983"/>
                  <a:pt x="45198" y="33861"/>
                  <a:pt x="45594" y="33709"/>
                </a:cubicBezTo>
                <a:cubicBezTo>
                  <a:pt x="46100" y="33533"/>
                  <a:pt x="46575" y="33341"/>
                  <a:pt x="47075" y="33341"/>
                </a:cubicBezTo>
                <a:cubicBezTo>
                  <a:pt x="47266" y="33341"/>
                  <a:pt x="47460" y="33369"/>
                  <a:pt x="47660" y="33436"/>
                </a:cubicBezTo>
                <a:cubicBezTo>
                  <a:pt x="47677" y="33444"/>
                  <a:pt x="47697" y="33448"/>
                  <a:pt x="47720" y="33448"/>
                </a:cubicBezTo>
                <a:cubicBezTo>
                  <a:pt x="47782" y="33448"/>
                  <a:pt x="47859" y="33420"/>
                  <a:pt x="47904" y="33375"/>
                </a:cubicBezTo>
                <a:cubicBezTo>
                  <a:pt x="47996" y="33282"/>
                  <a:pt x="48083" y="33247"/>
                  <a:pt x="48169" y="33247"/>
                </a:cubicBezTo>
                <a:cubicBezTo>
                  <a:pt x="48281" y="33247"/>
                  <a:pt x="48391" y="33306"/>
                  <a:pt x="48512" y="33375"/>
                </a:cubicBezTo>
                <a:cubicBezTo>
                  <a:pt x="48724" y="33497"/>
                  <a:pt x="48937" y="33588"/>
                  <a:pt x="49180" y="33649"/>
                </a:cubicBezTo>
                <a:lnTo>
                  <a:pt x="49332" y="33831"/>
                </a:lnTo>
                <a:cubicBezTo>
                  <a:pt x="49575" y="34074"/>
                  <a:pt x="49849" y="34348"/>
                  <a:pt x="50092" y="34591"/>
                </a:cubicBezTo>
                <a:cubicBezTo>
                  <a:pt x="50107" y="34606"/>
                  <a:pt x="50128" y="34612"/>
                  <a:pt x="50153" y="34612"/>
                </a:cubicBezTo>
                <a:cubicBezTo>
                  <a:pt x="50227" y="34612"/>
                  <a:pt x="50335" y="34560"/>
                  <a:pt x="50426" y="34560"/>
                </a:cubicBezTo>
                <a:cubicBezTo>
                  <a:pt x="50700" y="34469"/>
                  <a:pt x="51004" y="34348"/>
                  <a:pt x="51278" y="34226"/>
                </a:cubicBezTo>
                <a:cubicBezTo>
                  <a:pt x="51825" y="33922"/>
                  <a:pt x="52402" y="33740"/>
                  <a:pt x="53041" y="33740"/>
                </a:cubicBezTo>
                <a:cubicBezTo>
                  <a:pt x="53284" y="33861"/>
                  <a:pt x="53557" y="33953"/>
                  <a:pt x="53831" y="34044"/>
                </a:cubicBezTo>
                <a:cubicBezTo>
                  <a:pt x="53892" y="34058"/>
                  <a:pt x="53953" y="34064"/>
                  <a:pt x="54014" y="34064"/>
                </a:cubicBezTo>
                <a:cubicBezTo>
                  <a:pt x="54302" y="34064"/>
                  <a:pt x="54597" y="33936"/>
                  <a:pt x="54896" y="33936"/>
                </a:cubicBezTo>
                <a:cubicBezTo>
                  <a:pt x="55077" y="33936"/>
                  <a:pt x="55259" y="33983"/>
                  <a:pt x="55442" y="34135"/>
                </a:cubicBezTo>
                <a:cubicBezTo>
                  <a:pt x="55457" y="34150"/>
                  <a:pt x="55465" y="34158"/>
                  <a:pt x="55472" y="34158"/>
                </a:cubicBezTo>
                <a:cubicBezTo>
                  <a:pt x="55480" y="34158"/>
                  <a:pt x="55487" y="34150"/>
                  <a:pt x="55503" y="34135"/>
                </a:cubicBezTo>
                <a:cubicBezTo>
                  <a:pt x="55837" y="33953"/>
                  <a:pt x="56141" y="33770"/>
                  <a:pt x="56445" y="33527"/>
                </a:cubicBezTo>
                <a:cubicBezTo>
                  <a:pt x="56815" y="33263"/>
                  <a:pt x="57116" y="32860"/>
                  <a:pt x="57549" y="32860"/>
                </a:cubicBezTo>
                <a:cubicBezTo>
                  <a:pt x="57613" y="32860"/>
                  <a:pt x="57681" y="32869"/>
                  <a:pt x="57752" y="32889"/>
                </a:cubicBezTo>
                <a:lnTo>
                  <a:pt x="57965" y="32980"/>
                </a:lnTo>
                <a:cubicBezTo>
                  <a:pt x="58128" y="33143"/>
                  <a:pt x="58297" y="33191"/>
                  <a:pt x="58467" y="33191"/>
                </a:cubicBezTo>
                <a:cubicBezTo>
                  <a:pt x="58677" y="33191"/>
                  <a:pt x="58888" y="33118"/>
                  <a:pt x="59089" y="33102"/>
                </a:cubicBezTo>
                <a:cubicBezTo>
                  <a:pt x="59241" y="33102"/>
                  <a:pt x="59393" y="33132"/>
                  <a:pt x="59545" y="33223"/>
                </a:cubicBezTo>
                <a:cubicBezTo>
                  <a:pt x="59656" y="33310"/>
                  <a:pt x="59743" y="33356"/>
                  <a:pt x="59810" y="33356"/>
                </a:cubicBezTo>
                <a:cubicBezTo>
                  <a:pt x="59908" y="33356"/>
                  <a:pt x="59965" y="33257"/>
                  <a:pt x="60001" y="33041"/>
                </a:cubicBezTo>
                <a:cubicBezTo>
                  <a:pt x="60047" y="32811"/>
                  <a:pt x="60145" y="32703"/>
                  <a:pt x="60295" y="32703"/>
                </a:cubicBezTo>
                <a:cubicBezTo>
                  <a:pt x="60343" y="32703"/>
                  <a:pt x="60398" y="32714"/>
                  <a:pt x="60457" y="32737"/>
                </a:cubicBezTo>
                <a:lnTo>
                  <a:pt x="61339" y="33010"/>
                </a:lnTo>
                <a:cubicBezTo>
                  <a:pt x="61430" y="33162"/>
                  <a:pt x="61521" y="33314"/>
                  <a:pt x="61582" y="33375"/>
                </a:cubicBezTo>
                <a:cubicBezTo>
                  <a:pt x="61791" y="33296"/>
                  <a:pt x="61956" y="33150"/>
                  <a:pt x="62094" y="33150"/>
                </a:cubicBezTo>
                <a:cubicBezTo>
                  <a:pt x="62117" y="33150"/>
                  <a:pt x="62138" y="33154"/>
                  <a:pt x="62159" y="33162"/>
                </a:cubicBezTo>
                <a:cubicBezTo>
                  <a:pt x="62342" y="33193"/>
                  <a:pt x="62372" y="33497"/>
                  <a:pt x="62494" y="33709"/>
                </a:cubicBezTo>
                <a:cubicBezTo>
                  <a:pt x="62551" y="33308"/>
                  <a:pt x="62693" y="33111"/>
                  <a:pt x="62903" y="33111"/>
                </a:cubicBezTo>
                <a:cubicBezTo>
                  <a:pt x="63028" y="33111"/>
                  <a:pt x="63176" y="33179"/>
                  <a:pt x="63345" y="33314"/>
                </a:cubicBezTo>
                <a:cubicBezTo>
                  <a:pt x="63355" y="33324"/>
                  <a:pt x="63368" y="33328"/>
                  <a:pt x="63383" y="33328"/>
                </a:cubicBezTo>
                <a:cubicBezTo>
                  <a:pt x="63412" y="33328"/>
                  <a:pt x="63446" y="33314"/>
                  <a:pt x="63466" y="33314"/>
                </a:cubicBezTo>
                <a:cubicBezTo>
                  <a:pt x="63740" y="33375"/>
                  <a:pt x="64044" y="33405"/>
                  <a:pt x="64317" y="33466"/>
                </a:cubicBezTo>
                <a:cubicBezTo>
                  <a:pt x="64348" y="33466"/>
                  <a:pt x="64409" y="33649"/>
                  <a:pt x="64439" y="33740"/>
                </a:cubicBezTo>
                <a:cubicBezTo>
                  <a:pt x="64483" y="34030"/>
                  <a:pt x="64740" y="34270"/>
                  <a:pt x="64970" y="34270"/>
                </a:cubicBezTo>
                <a:cubicBezTo>
                  <a:pt x="65054" y="34270"/>
                  <a:pt x="65134" y="34238"/>
                  <a:pt x="65199" y="34165"/>
                </a:cubicBezTo>
                <a:cubicBezTo>
                  <a:pt x="65558" y="33696"/>
                  <a:pt x="66117" y="33427"/>
                  <a:pt x="66694" y="33427"/>
                </a:cubicBezTo>
                <a:cubicBezTo>
                  <a:pt x="66753" y="33427"/>
                  <a:pt x="66812" y="33430"/>
                  <a:pt x="66871" y="33436"/>
                </a:cubicBezTo>
                <a:cubicBezTo>
                  <a:pt x="67053" y="33436"/>
                  <a:pt x="67266" y="33405"/>
                  <a:pt x="67448" y="33345"/>
                </a:cubicBezTo>
                <a:cubicBezTo>
                  <a:pt x="67630" y="33436"/>
                  <a:pt x="67782" y="33527"/>
                  <a:pt x="67965" y="33618"/>
                </a:cubicBezTo>
                <a:cubicBezTo>
                  <a:pt x="68117" y="33649"/>
                  <a:pt x="68330" y="33618"/>
                  <a:pt x="68390" y="33679"/>
                </a:cubicBezTo>
                <a:cubicBezTo>
                  <a:pt x="68498" y="33840"/>
                  <a:pt x="68587" y="33895"/>
                  <a:pt x="68664" y="33895"/>
                </a:cubicBezTo>
                <a:cubicBezTo>
                  <a:pt x="68762" y="33895"/>
                  <a:pt x="68839" y="33808"/>
                  <a:pt x="68907" y="33740"/>
                </a:cubicBezTo>
                <a:cubicBezTo>
                  <a:pt x="69089" y="33861"/>
                  <a:pt x="69241" y="33953"/>
                  <a:pt x="69424" y="34074"/>
                </a:cubicBezTo>
                <a:cubicBezTo>
                  <a:pt x="69494" y="34109"/>
                  <a:pt x="69555" y="34125"/>
                  <a:pt x="69609" y="34125"/>
                </a:cubicBezTo>
                <a:cubicBezTo>
                  <a:pt x="69884" y="34125"/>
                  <a:pt x="69981" y="33735"/>
                  <a:pt x="70184" y="33557"/>
                </a:cubicBezTo>
                <a:lnTo>
                  <a:pt x="70488" y="33527"/>
                </a:lnTo>
                <a:lnTo>
                  <a:pt x="71582" y="33588"/>
                </a:lnTo>
                <a:cubicBezTo>
                  <a:pt x="71582" y="33557"/>
                  <a:pt x="71582" y="33527"/>
                  <a:pt x="71582" y="33527"/>
                </a:cubicBezTo>
                <a:cubicBezTo>
                  <a:pt x="71612" y="33375"/>
                  <a:pt x="71673" y="33132"/>
                  <a:pt x="71734" y="33132"/>
                </a:cubicBezTo>
                <a:cubicBezTo>
                  <a:pt x="71761" y="33127"/>
                  <a:pt x="71789" y="33124"/>
                  <a:pt x="71817" y="33124"/>
                </a:cubicBezTo>
                <a:cubicBezTo>
                  <a:pt x="71949" y="33124"/>
                  <a:pt x="72090" y="33178"/>
                  <a:pt x="72190" y="33253"/>
                </a:cubicBezTo>
                <a:cubicBezTo>
                  <a:pt x="72281" y="33314"/>
                  <a:pt x="72281" y="33557"/>
                  <a:pt x="72281" y="33679"/>
                </a:cubicBezTo>
                <a:cubicBezTo>
                  <a:pt x="72281" y="33831"/>
                  <a:pt x="72220" y="33892"/>
                  <a:pt x="72220" y="33983"/>
                </a:cubicBezTo>
                <a:cubicBezTo>
                  <a:pt x="72251" y="34135"/>
                  <a:pt x="72311" y="34257"/>
                  <a:pt x="72342" y="34378"/>
                </a:cubicBezTo>
                <a:cubicBezTo>
                  <a:pt x="72433" y="34317"/>
                  <a:pt x="72524" y="34226"/>
                  <a:pt x="72585" y="34135"/>
                </a:cubicBezTo>
                <a:cubicBezTo>
                  <a:pt x="72676" y="33983"/>
                  <a:pt x="72767" y="33801"/>
                  <a:pt x="72859" y="33649"/>
                </a:cubicBezTo>
                <a:lnTo>
                  <a:pt x="73132" y="34135"/>
                </a:lnTo>
                <a:cubicBezTo>
                  <a:pt x="73132" y="34165"/>
                  <a:pt x="73162" y="34165"/>
                  <a:pt x="73223" y="34196"/>
                </a:cubicBezTo>
                <a:cubicBezTo>
                  <a:pt x="73254" y="34105"/>
                  <a:pt x="73284" y="34013"/>
                  <a:pt x="73314" y="33922"/>
                </a:cubicBezTo>
                <a:cubicBezTo>
                  <a:pt x="73345" y="33405"/>
                  <a:pt x="73588" y="33253"/>
                  <a:pt x="73953" y="33223"/>
                </a:cubicBezTo>
                <a:cubicBezTo>
                  <a:pt x="74044" y="33193"/>
                  <a:pt x="74135" y="33162"/>
                  <a:pt x="74226" y="33102"/>
                </a:cubicBezTo>
                <a:cubicBezTo>
                  <a:pt x="74500" y="32919"/>
                  <a:pt x="74773" y="32737"/>
                  <a:pt x="75077" y="32554"/>
                </a:cubicBezTo>
                <a:cubicBezTo>
                  <a:pt x="75241" y="32472"/>
                  <a:pt x="75397" y="32355"/>
                  <a:pt x="75552" y="32355"/>
                </a:cubicBezTo>
                <a:cubicBezTo>
                  <a:pt x="75685" y="32355"/>
                  <a:pt x="75819" y="32440"/>
                  <a:pt x="75959" y="32706"/>
                </a:cubicBezTo>
                <a:lnTo>
                  <a:pt x="76293" y="32159"/>
                </a:lnTo>
                <a:cubicBezTo>
                  <a:pt x="76459" y="32180"/>
                  <a:pt x="76625" y="32229"/>
                  <a:pt x="76733" y="32229"/>
                </a:cubicBezTo>
                <a:cubicBezTo>
                  <a:pt x="76784" y="32229"/>
                  <a:pt x="76821" y="32219"/>
                  <a:pt x="76840" y="32190"/>
                </a:cubicBezTo>
                <a:cubicBezTo>
                  <a:pt x="76871" y="32159"/>
                  <a:pt x="76932" y="32129"/>
                  <a:pt x="76962" y="32098"/>
                </a:cubicBezTo>
                <a:lnTo>
                  <a:pt x="77144" y="32220"/>
                </a:lnTo>
                <a:lnTo>
                  <a:pt x="77418" y="32007"/>
                </a:lnTo>
                <a:cubicBezTo>
                  <a:pt x="77479" y="32038"/>
                  <a:pt x="77570" y="32038"/>
                  <a:pt x="77631" y="32068"/>
                </a:cubicBezTo>
                <a:cubicBezTo>
                  <a:pt x="77691" y="32098"/>
                  <a:pt x="77752" y="32159"/>
                  <a:pt x="77813" y="32220"/>
                </a:cubicBezTo>
                <a:lnTo>
                  <a:pt x="77813" y="32250"/>
                </a:lnTo>
                <a:cubicBezTo>
                  <a:pt x="77722" y="32372"/>
                  <a:pt x="77631" y="32524"/>
                  <a:pt x="77570" y="32676"/>
                </a:cubicBezTo>
                <a:cubicBezTo>
                  <a:pt x="77539" y="32798"/>
                  <a:pt x="77570" y="32950"/>
                  <a:pt x="77631" y="33041"/>
                </a:cubicBezTo>
                <a:cubicBezTo>
                  <a:pt x="77640" y="33059"/>
                  <a:pt x="77662" y="33066"/>
                  <a:pt x="77690" y="33066"/>
                </a:cubicBezTo>
                <a:cubicBezTo>
                  <a:pt x="77757" y="33066"/>
                  <a:pt x="77861" y="33023"/>
                  <a:pt x="77904" y="32980"/>
                </a:cubicBezTo>
                <a:cubicBezTo>
                  <a:pt x="77965" y="32889"/>
                  <a:pt x="77965" y="32889"/>
                  <a:pt x="77995" y="32858"/>
                </a:cubicBezTo>
                <a:cubicBezTo>
                  <a:pt x="78056" y="33041"/>
                  <a:pt x="78147" y="33223"/>
                  <a:pt x="78269" y="33497"/>
                </a:cubicBezTo>
                <a:lnTo>
                  <a:pt x="78451" y="33071"/>
                </a:lnTo>
                <a:lnTo>
                  <a:pt x="78451" y="33284"/>
                </a:lnTo>
                <a:lnTo>
                  <a:pt x="78603" y="33193"/>
                </a:lnTo>
                <a:lnTo>
                  <a:pt x="78755" y="33314"/>
                </a:lnTo>
                <a:lnTo>
                  <a:pt x="78846" y="33010"/>
                </a:lnTo>
                <a:lnTo>
                  <a:pt x="79242" y="32706"/>
                </a:lnTo>
                <a:cubicBezTo>
                  <a:pt x="79272" y="32676"/>
                  <a:pt x="79302" y="32646"/>
                  <a:pt x="79333" y="32615"/>
                </a:cubicBezTo>
                <a:cubicBezTo>
                  <a:pt x="79333" y="32554"/>
                  <a:pt x="79333" y="32494"/>
                  <a:pt x="79363" y="32463"/>
                </a:cubicBezTo>
                <a:cubicBezTo>
                  <a:pt x="79606" y="32463"/>
                  <a:pt x="79546" y="32159"/>
                  <a:pt x="79606" y="31946"/>
                </a:cubicBezTo>
                <a:lnTo>
                  <a:pt x="79789" y="31825"/>
                </a:lnTo>
                <a:cubicBezTo>
                  <a:pt x="79850" y="31673"/>
                  <a:pt x="79941" y="31551"/>
                  <a:pt x="80062" y="31460"/>
                </a:cubicBezTo>
                <a:cubicBezTo>
                  <a:pt x="80093" y="31430"/>
                  <a:pt x="80154" y="31399"/>
                  <a:pt x="80184" y="31369"/>
                </a:cubicBezTo>
                <a:cubicBezTo>
                  <a:pt x="80245" y="31339"/>
                  <a:pt x="80214" y="31339"/>
                  <a:pt x="80245" y="31308"/>
                </a:cubicBezTo>
                <a:cubicBezTo>
                  <a:pt x="80518" y="31126"/>
                  <a:pt x="80822" y="31004"/>
                  <a:pt x="81126" y="30943"/>
                </a:cubicBezTo>
                <a:lnTo>
                  <a:pt x="81521" y="31217"/>
                </a:lnTo>
                <a:lnTo>
                  <a:pt x="82008" y="30700"/>
                </a:lnTo>
                <a:cubicBezTo>
                  <a:pt x="82190" y="30761"/>
                  <a:pt x="82372" y="30883"/>
                  <a:pt x="82524" y="31004"/>
                </a:cubicBezTo>
                <a:cubicBezTo>
                  <a:pt x="82616" y="31065"/>
                  <a:pt x="82676" y="31065"/>
                  <a:pt x="82768" y="31065"/>
                </a:cubicBezTo>
                <a:lnTo>
                  <a:pt x="82859" y="31065"/>
                </a:lnTo>
                <a:lnTo>
                  <a:pt x="82859" y="31187"/>
                </a:lnTo>
                <a:lnTo>
                  <a:pt x="83132" y="31065"/>
                </a:lnTo>
                <a:lnTo>
                  <a:pt x="83771" y="31065"/>
                </a:lnTo>
                <a:cubicBezTo>
                  <a:pt x="84287" y="31065"/>
                  <a:pt x="84774" y="31035"/>
                  <a:pt x="85290" y="30974"/>
                </a:cubicBezTo>
                <a:cubicBezTo>
                  <a:pt x="85686" y="30943"/>
                  <a:pt x="86111" y="30852"/>
                  <a:pt x="86506" y="30791"/>
                </a:cubicBezTo>
                <a:lnTo>
                  <a:pt x="86506" y="30883"/>
                </a:lnTo>
                <a:lnTo>
                  <a:pt x="86506" y="30974"/>
                </a:lnTo>
                <a:lnTo>
                  <a:pt x="86597" y="31065"/>
                </a:lnTo>
                <a:cubicBezTo>
                  <a:pt x="86719" y="31126"/>
                  <a:pt x="86871" y="31187"/>
                  <a:pt x="86993" y="31247"/>
                </a:cubicBezTo>
                <a:cubicBezTo>
                  <a:pt x="87175" y="31278"/>
                  <a:pt x="87327" y="31247"/>
                  <a:pt x="87479" y="31308"/>
                </a:cubicBezTo>
                <a:cubicBezTo>
                  <a:pt x="87540" y="31343"/>
                  <a:pt x="87593" y="31358"/>
                  <a:pt x="87641" y="31358"/>
                </a:cubicBezTo>
                <a:cubicBezTo>
                  <a:pt x="87761" y="31358"/>
                  <a:pt x="87848" y="31265"/>
                  <a:pt x="87935" y="31156"/>
                </a:cubicBezTo>
                <a:cubicBezTo>
                  <a:pt x="88117" y="31004"/>
                  <a:pt x="88300" y="30913"/>
                  <a:pt x="88482" y="30822"/>
                </a:cubicBezTo>
                <a:lnTo>
                  <a:pt x="88634" y="30731"/>
                </a:lnTo>
                <a:cubicBezTo>
                  <a:pt x="88816" y="31004"/>
                  <a:pt x="88907" y="31308"/>
                  <a:pt x="88907" y="31643"/>
                </a:cubicBezTo>
                <a:cubicBezTo>
                  <a:pt x="88999" y="31582"/>
                  <a:pt x="89059" y="31551"/>
                  <a:pt x="89120" y="31521"/>
                </a:cubicBezTo>
                <a:cubicBezTo>
                  <a:pt x="89274" y="31393"/>
                  <a:pt x="89374" y="31324"/>
                  <a:pt x="89445" y="31324"/>
                </a:cubicBezTo>
                <a:cubicBezTo>
                  <a:pt x="89542" y="31324"/>
                  <a:pt x="89584" y="31453"/>
                  <a:pt x="89637" y="31734"/>
                </a:cubicBezTo>
                <a:cubicBezTo>
                  <a:pt x="89698" y="31946"/>
                  <a:pt x="89728" y="32190"/>
                  <a:pt x="89759" y="32311"/>
                </a:cubicBezTo>
                <a:cubicBezTo>
                  <a:pt x="90002" y="32098"/>
                  <a:pt x="90245" y="31916"/>
                  <a:pt x="90488" y="31703"/>
                </a:cubicBezTo>
                <a:lnTo>
                  <a:pt x="90731" y="32676"/>
                </a:lnTo>
                <a:cubicBezTo>
                  <a:pt x="90974" y="32250"/>
                  <a:pt x="90883" y="31703"/>
                  <a:pt x="91339" y="31582"/>
                </a:cubicBezTo>
                <a:cubicBezTo>
                  <a:pt x="91365" y="31371"/>
                  <a:pt x="91312" y="31320"/>
                  <a:pt x="91235" y="31320"/>
                </a:cubicBezTo>
                <a:cubicBezTo>
                  <a:pt x="91164" y="31320"/>
                  <a:pt x="91071" y="31365"/>
                  <a:pt x="91006" y="31365"/>
                </a:cubicBezTo>
                <a:cubicBezTo>
                  <a:pt x="90980" y="31365"/>
                  <a:pt x="90959" y="31358"/>
                  <a:pt x="90944" y="31339"/>
                </a:cubicBezTo>
                <a:lnTo>
                  <a:pt x="90944" y="30609"/>
                </a:lnTo>
                <a:cubicBezTo>
                  <a:pt x="91035" y="30639"/>
                  <a:pt x="91126" y="30731"/>
                  <a:pt x="91187" y="30822"/>
                </a:cubicBezTo>
                <a:cubicBezTo>
                  <a:pt x="91256" y="30959"/>
                  <a:pt x="91330" y="31022"/>
                  <a:pt x="91405" y="31022"/>
                </a:cubicBezTo>
                <a:cubicBezTo>
                  <a:pt x="91497" y="31022"/>
                  <a:pt x="91590" y="30928"/>
                  <a:pt x="91673" y="30761"/>
                </a:cubicBezTo>
                <a:cubicBezTo>
                  <a:pt x="91734" y="30670"/>
                  <a:pt x="91765" y="30518"/>
                  <a:pt x="91825" y="30518"/>
                </a:cubicBezTo>
                <a:cubicBezTo>
                  <a:pt x="91947" y="30457"/>
                  <a:pt x="92069" y="30457"/>
                  <a:pt x="92221" y="30427"/>
                </a:cubicBezTo>
                <a:lnTo>
                  <a:pt x="92221" y="30427"/>
                </a:lnTo>
                <a:cubicBezTo>
                  <a:pt x="92221" y="30579"/>
                  <a:pt x="92190" y="30731"/>
                  <a:pt x="92129" y="30852"/>
                </a:cubicBezTo>
                <a:cubicBezTo>
                  <a:pt x="91977" y="31126"/>
                  <a:pt x="91825" y="31339"/>
                  <a:pt x="92160" y="31521"/>
                </a:cubicBezTo>
                <a:cubicBezTo>
                  <a:pt x="92251" y="31551"/>
                  <a:pt x="92221" y="31794"/>
                  <a:pt x="92281" y="31855"/>
                </a:cubicBezTo>
                <a:cubicBezTo>
                  <a:pt x="92403" y="31977"/>
                  <a:pt x="92585" y="32098"/>
                  <a:pt x="92768" y="32129"/>
                </a:cubicBezTo>
                <a:cubicBezTo>
                  <a:pt x="92798" y="32129"/>
                  <a:pt x="92889" y="31946"/>
                  <a:pt x="92980" y="31855"/>
                </a:cubicBezTo>
                <a:cubicBezTo>
                  <a:pt x="93127" y="31620"/>
                  <a:pt x="93302" y="31215"/>
                  <a:pt x="93424" y="31215"/>
                </a:cubicBezTo>
                <a:cubicBezTo>
                  <a:pt x="93428" y="31215"/>
                  <a:pt x="93432" y="31216"/>
                  <a:pt x="93436" y="31217"/>
                </a:cubicBezTo>
                <a:cubicBezTo>
                  <a:pt x="93486" y="31228"/>
                  <a:pt x="93532" y="31234"/>
                  <a:pt x="93576" y="31234"/>
                </a:cubicBezTo>
                <a:cubicBezTo>
                  <a:pt x="93885" y="31234"/>
                  <a:pt x="94078" y="30974"/>
                  <a:pt x="94318" y="30761"/>
                </a:cubicBezTo>
                <a:cubicBezTo>
                  <a:pt x="94399" y="30707"/>
                  <a:pt x="94529" y="30604"/>
                  <a:pt x="94621" y="30604"/>
                </a:cubicBezTo>
                <a:cubicBezTo>
                  <a:pt x="94632" y="30604"/>
                  <a:pt x="94642" y="30606"/>
                  <a:pt x="94652" y="30609"/>
                </a:cubicBezTo>
                <a:cubicBezTo>
                  <a:pt x="94684" y="30615"/>
                  <a:pt x="94714" y="30618"/>
                  <a:pt x="94742" y="30618"/>
                </a:cubicBezTo>
                <a:cubicBezTo>
                  <a:pt x="95009" y="30618"/>
                  <a:pt x="95117" y="30367"/>
                  <a:pt x="95199" y="30092"/>
                </a:cubicBezTo>
                <a:cubicBezTo>
                  <a:pt x="95230" y="30032"/>
                  <a:pt x="95260" y="29940"/>
                  <a:pt x="95321" y="29849"/>
                </a:cubicBezTo>
                <a:lnTo>
                  <a:pt x="95443" y="29849"/>
                </a:lnTo>
                <a:lnTo>
                  <a:pt x="95534" y="31308"/>
                </a:lnTo>
                <a:lnTo>
                  <a:pt x="95625" y="31308"/>
                </a:lnTo>
                <a:cubicBezTo>
                  <a:pt x="95686" y="31095"/>
                  <a:pt x="95746" y="30913"/>
                  <a:pt x="95868" y="30731"/>
                </a:cubicBezTo>
                <a:cubicBezTo>
                  <a:pt x="95990" y="30518"/>
                  <a:pt x="96111" y="30335"/>
                  <a:pt x="95929" y="30123"/>
                </a:cubicBezTo>
                <a:cubicBezTo>
                  <a:pt x="95898" y="30062"/>
                  <a:pt x="95898" y="30001"/>
                  <a:pt x="95929" y="29940"/>
                </a:cubicBezTo>
                <a:cubicBezTo>
                  <a:pt x="95947" y="29905"/>
                  <a:pt x="95985" y="29890"/>
                  <a:pt x="96027" y="29890"/>
                </a:cubicBezTo>
                <a:cubicBezTo>
                  <a:pt x="96056" y="29890"/>
                  <a:pt x="96086" y="29897"/>
                  <a:pt x="96111" y="29910"/>
                </a:cubicBezTo>
                <a:cubicBezTo>
                  <a:pt x="96172" y="29940"/>
                  <a:pt x="96202" y="30001"/>
                  <a:pt x="96263" y="30062"/>
                </a:cubicBezTo>
                <a:cubicBezTo>
                  <a:pt x="96398" y="30197"/>
                  <a:pt x="96504" y="30268"/>
                  <a:pt x="96591" y="30268"/>
                </a:cubicBezTo>
                <a:cubicBezTo>
                  <a:pt x="96720" y="30268"/>
                  <a:pt x="96811" y="30114"/>
                  <a:pt x="96902" y="29788"/>
                </a:cubicBezTo>
                <a:lnTo>
                  <a:pt x="97449" y="29241"/>
                </a:lnTo>
                <a:cubicBezTo>
                  <a:pt x="97570" y="29059"/>
                  <a:pt x="97692" y="28907"/>
                  <a:pt x="97813" y="28755"/>
                </a:cubicBezTo>
                <a:cubicBezTo>
                  <a:pt x="97996" y="28633"/>
                  <a:pt x="98209" y="28512"/>
                  <a:pt x="98421" y="28390"/>
                </a:cubicBezTo>
                <a:lnTo>
                  <a:pt x="98786" y="28360"/>
                </a:lnTo>
                <a:lnTo>
                  <a:pt x="99060" y="28269"/>
                </a:lnTo>
                <a:lnTo>
                  <a:pt x="98391" y="27752"/>
                </a:lnTo>
                <a:lnTo>
                  <a:pt x="98391" y="27752"/>
                </a:lnTo>
                <a:cubicBezTo>
                  <a:pt x="98523" y="27796"/>
                  <a:pt x="98662" y="27847"/>
                  <a:pt x="98788" y="27847"/>
                </a:cubicBezTo>
                <a:cubicBezTo>
                  <a:pt x="98923" y="27847"/>
                  <a:pt x="99042" y="27788"/>
                  <a:pt x="99120" y="27600"/>
                </a:cubicBezTo>
                <a:cubicBezTo>
                  <a:pt x="99275" y="27271"/>
                  <a:pt x="99405" y="27115"/>
                  <a:pt x="99597" y="27115"/>
                </a:cubicBezTo>
                <a:cubicBezTo>
                  <a:pt x="99706" y="27115"/>
                  <a:pt x="99836" y="27166"/>
                  <a:pt x="100002" y="27266"/>
                </a:cubicBezTo>
                <a:cubicBezTo>
                  <a:pt x="99938" y="27734"/>
                  <a:pt x="99919" y="27874"/>
                  <a:pt x="100039" y="27874"/>
                </a:cubicBezTo>
                <a:cubicBezTo>
                  <a:pt x="100090" y="27874"/>
                  <a:pt x="100166" y="27849"/>
                  <a:pt x="100275" y="27813"/>
                </a:cubicBezTo>
                <a:lnTo>
                  <a:pt x="100883" y="27418"/>
                </a:lnTo>
                <a:lnTo>
                  <a:pt x="100944" y="27539"/>
                </a:lnTo>
                <a:lnTo>
                  <a:pt x="101035" y="26992"/>
                </a:lnTo>
                <a:lnTo>
                  <a:pt x="101309" y="26901"/>
                </a:lnTo>
                <a:lnTo>
                  <a:pt x="101886" y="26992"/>
                </a:lnTo>
                <a:lnTo>
                  <a:pt x="103011" y="27296"/>
                </a:lnTo>
                <a:cubicBezTo>
                  <a:pt x="103186" y="27377"/>
                  <a:pt x="103379" y="27416"/>
                  <a:pt x="103571" y="27416"/>
                </a:cubicBezTo>
                <a:cubicBezTo>
                  <a:pt x="103813" y="27416"/>
                  <a:pt x="104054" y="27354"/>
                  <a:pt x="104257" y="27235"/>
                </a:cubicBezTo>
                <a:lnTo>
                  <a:pt x="105564" y="26566"/>
                </a:lnTo>
                <a:lnTo>
                  <a:pt x="106841" y="26414"/>
                </a:lnTo>
                <a:lnTo>
                  <a:pt x="107662" y="26354"/>
                </a:lnTo>
                <a:cubicBezTo>
                  <a:pt x="107782" y="26430"/>
                  <a:pt x="107891" y="26471"/>
                  <a:pt x="107989" y="26471"/>
                </a:cubicBezTo>
                <a:cubicBezTo>
                  <a:pt x="108163" y="26471"/>
                  <a:pt x="108305" y="26341"/>
                  <a:pt x="108422" y="26050"/>
                </a:cubicBezTo>
                <a:cubicBezTo>
                  <a:pt x="108482" y="25928"/>
                  <a:pt x="108573" y="25837"/>
                  <a:pt x="108665" y="25715"/>
                </a:cubicBezTo>
                <a:lnTo>
                  <a:pt x="109577" y="25290"/>
                </a:lnTo>
                <a:cubicBezTo>
                  <a:pt x="109668" y="25259"/>
                  <a:pt x="109759" y="25229"/>
                  <a:pt x="109880" y="25229"/>
                </a:cubicBezTo>
                <a:cubicBezTo>
                  <a:pt x="110154" y="25168"/>
                  <a:pt x="110458" y="25229"/>
                  <a:pt x="110671" y="25077"/>
                </a:cubicBezTo>
                <a:cubicBezTo>
                  <a:pt x="110797" y="24950"/>
                  <a:pt x="110987" y="24887"/>
                  <a:pt x="111170" y="24887"/>
                </a:cubicBezTo>
                <a:cubicBezTo>
                  <a:pt x="111207" y="24887"/>
                  <a:pt x="111243" y="24890"/>
                  <a:pt x="111279" y="24895"/>
                </a:cubicBezTo>
                <a:cubicBezTo>
                  <a:pt x="111491" y="24925"/>
                  <a:pt x="111704" y="24925"/>
                  <a:pt x="111917" y="24955"/>
                </a:cubicBezTo>
                <a:cubicBezTo>
                  <a:pt x="111956" y="24963"/>
                  <a:pt x="111991" y="24967"/>
                  <a:pt x="112023" y="24967"/>
                </a:cubicBezTo>
                <a:cubicBezTo>
                  <a:pt x="112242" y="24967"/>
                  <a:pt x="112308" y="24788"/>
                  <a:pt x="112282" y="24469"/>
                </a:cubicBezTo>
                <a:lnTo>
                  <a:pt x="113042" y="24135"/>
                </a:lnTo>
                <a:cubicBezTo>
                  <a:pt x="113346" y="23983"/>
                  <a:pt x="113650" y="23831"/>
                  <a:pt x="113984" y="23709"/>
                </a:cubicBezTo>
                <a:cubicBezTo>
                  <a:pt x="115200" y="23253"/>
                  <a:pt x="116355" y="22615"/>
                  <a:pt x="117358" y="21764"/>
                </a:cubicBezTo>
                <a:lnTo>
                  <a:pt x="117753" y="22098"/>
                </a:lnTo>
                <a:cubicBezTo>
                  <a:pt x="117753" y="22068"/>
                  <a:pt x="117783" y="22037"/>
                  <a:pt x="117814" y="22007"/>
                </a:cubicBezTo>
                <a:lnTo>
                  <a:pt x="118027" y="21764"/>
                </a:lnTo>
                <a:cubicBezTo>
                  <a:pt x="118087" y="21916"/>
                  <a:pt x="118148" y="22037"/>
                  <a:pt x="118179" y="22159"/>
                </a:cubicBezTo>
                <a:cubicBezTo>
                  <a:pt x="118209" y="22311"/>
                  <a:pt x="118239" y="22433"/>
                  <a:pt x="118239" y="22585"/>
                </a:cubicBezTo>
                <a:lnTo>
                  <a:pt x="118361" y="22585"/>
                </a:lnTo>
                <a:lnTo>
                  <a:pt x="118452" y="22159"/>
                </a:lnTo>
                <a:cubicBezTo>
                  <a:pt x="118511" y="21983"/>
                  <a:pt x="118569" y="21610"/>
                  <a:pt x="118573" y="21610"/>
                </a:cubicBezTo>
                <a:cubicBezTo>
                  <a:pt x="118574" y="21610"/>
                  <a:pt x="118574" y="21611"/>
                  <a:pt x="118574" y="21612"/>
                </a:cubicBezTo>
                <a:cubicBezTo>
                  <a:pt x="118603" y="21617"/>
                  <a:pt x="118631" y="21619"/>
                  <a:pt x="118658" y="21619"/>
                </a:cubicBezTo>
                <a:cubicBezTo>
                  <a:pt x="118959" y="21619"/>
                  <a:pt x="119077" y="21321"/>
                  <a:pt x="119273" y="21126"/>
                </a:cubicBezTo>
                <a:cubicBezTo>
                  <a:pt x="120549" y="20761"/>
                  <a:pt x="121279" y="19484"/>
                  <a:pt x="122160" y="18451"/>
                </a:cubicBezTo>
                <a:lnTo>
                  <a:pt x="122221" y="18451"/>
                </a:lnTo>
                <a:cubicBezTo>
                  <a:pt x="122343" y="18572"/>
                  <a:pt x="122464" y="18664"/>
                  <a:pt x="122616" y="18785"/>
                </a:cubicBezTo>
                <a:cubicBezTo>
                  <a:pt x="122738" y="18876"/>
                  <a:pt x="122799" y="18968"/>
                  <a:pt x="122920" y="19059"/>
                </a:cubicBezTo>
                <a:cubicBezTo>
                  <a:pt x="122951" y="18937"/>
                  <a:pt x="123011" y="18785"/>
                  <a:pt x="123072" y="18664"/>
                </a:cubicBezTo>
                <a:cubicBezTo>
                  <a:pt x="123103" y="18512"/>
                  <a:pt x="123133" y="18360"/>
                  <a:pt x="123163" y="18208"/>
                </a:cubicBezTo>
                <a:cubicBezTo>
                  <a:pt x="123224" y="18116"/>
                  <a:pt x="123315" y="18086"/>
                  <a:pt x="123407" y="18086"/>
                </a:cubicBezTo>
                <a:cubicBezTo>
                  <a:pt x="123467" y="18086"/>
                  <a:pt x="123498" y="18268"/>
                  <a:pt x="123528" y="18360"/>
                </a:cubicBezTo>
                <a:cubicBezTo>
                  <a:pt x="123528" y="18451"/>
                  <a:pt x="123498" y="18542"/>
                  <a:pt x="123528" y="18633"/>
                </a:cubicBezTo>
                <a:cubicBezTo>
                  <a:pt x="123559" y="18846"/>
                  <a:pt x="123346" y="19211"/>
                  <a:pt x="123650" y="19271"/>
                </a:cubicBezTo>
                <a:cubicBezTo>
                  <a:pt x="123662" y="19273"/>
                  <a:pt x="123674" y="19273"/>
                  <a:pt x="123685" y="19273"/>
                </a:cubicBezTo>
                <a:cubicBezTo>
                  <a:pt x="123975" y="19273"/>
                  <a:pt x="123864" y="18898"/>
                  <a:pt x="123893" y="18664"/>
                </a:cubicBezTo>
                <a:cubicBezTo>
                  <a:pt x="123923" y="18268"/>
                  <a:pt x="124045" y="18025"/>
                  <a:pt x="124410" y="18025"/>
                </a:cubicBezTo>
                <a:cubicBezTo>
                  <a:pt x="124531" y="18025"/>
                  <a:pt x="124653" y="17873"/>
                  <a:pt x="124774" y="17782"/>
                </a:cubicBezTo>
                <a:cubicBezTo>
                  <a:pt x="124896" y="17721"/>
                  <a:pt x="124926" y="17691"/>
                  <a:pt x="125018" y="17630"/>
                </a:cubicBezTo>
                <a:lnTo>
                  <a:pt x="126173" y="17022"/>
                </a:lnTo>
                <a:lnTo>
                  <a:pt x="126568" y="16627"/>
                </a:lnTo>
                <a:cubicBezTo>
                  <a:pt x="126629" y="16566"/>
                  <a:pt x="126689" y="16505"/>
                  <a:pt x="126720" y="16445"/>
                </a:cubicBezTo>
                <a:lnTo>
                  <a:pt x="126781" y="16353"/>
                </a:lnTo>
                <a:lnTo>
                  <a:pt x="127692" y="14287"/>
                </a:lnTo>
                <a:cubicBezTo>
                  <a:pt x="127844" y="13952"/>
                  <a:pt x="127844" y="13587"/>
                  <a:pt x="127692" y="13253"/>
                </a:cubicBezTo>
                <a:cubicBezTo>
                  <a:pt x="127480" y="12645"/>
                  <a:pt x="127328" y="12007"/>
                  <a:pt x="127145" y="11369"/>
                </a:cubicBezTo>
                <a:cubicBezTo>
                  <a:pt x="127115" y="11217"/>
                  <a:pt x="127024" y="11095"/>
                  <a:pt x="126932" y="10973"/>
                </a:cubicBezTo>
                <a:cubicBezTo>
                  <a:pt x="126537" y="10609"/>
                  <a:pt x="126142" y="10366"/>
                  <a:pt x="125960" y="9758"/>
                </a:cubicBezTo>
                <a:cubicBezTo>
                  <a:pt x="125960" y="9666"/>
                  <a:pt x="125869" y="9636"/>
                  <a:pt x="125808" y="9575"/>
                </a:cubicBezTo>
                <a:cubicBezTo>
                  <a:pt x="125473" y="9241"/>
                  <a:pt x="125139" y="8876"/>
                  <a:pt x="124805" y="8572"/>
                </a:cubicBezTo>
                <a:cubicBezTo>
                  <a:pt x="124653" y="8390"/>
                  <a:pt x="124440" y="8238"/>
                  <a:pt x="124197" y="8147"/>
                </a:cubicBezTo>
                <a:cubicBezTo>
                  <a:pt x="123680" y="8025"/>
                  <a:pt x="123224" y="7630"/>
                  <a:pt x="123072" y="7113"/>
                </a:cubicBezTo>
                <a:cubicBezTo>
                  <a:pt x="122951" y="6992"/>
                  <a:pt x="122799" y="6870"/>
                  <a:pt x="122677" y="6779"/>
                </a:cubicBezTo>
                <a:cubicBezTo>
                  <a:pt x="121948" y="6353"/>
                  <a:pt x="121948" y="6353"/>
                  <a:pt x="121978" y="5441"/>
                </a:cubicBezTo>
                <a:cubicBezTo>
                  <a:pt x="121978" y="5411"/>
                  <a:pt x="121948" y="5381"/>
                  <a:pt x="121917" y="5320"/>
                </a:cubicBezTo>
                <a:lnTo>
                  <a:pt x="121583" y="5472"/>
                </a:lnTo>
                <a:lnTo>
                  <a:pt x="121492" y="5654"/>
                </a:lnTo>
                <a:cubicBezTo>
                  <a:pt x="121431" y="5654"/>
                  <a:pt x="121362" y="5662"/>
                  <a:pt x="121298" y="5662"/>
                </a:cubicBezTo>
                <a:cubicBezTo>
                  <a:pt x="121233" y="5662"/>
                  <a:pt x="121173" y="5654"/>
                  <a:pt x="121127" y="5624"/>
                </a:cubicBezTo>
                <a:cubicBezTo>
                  <a:pt x="120762" y="5381"/>
                  <a:pt x="120428" y="5107"/>
                  <a:pt x="120063" y="4864"/>
                </a:cubicBezTo>
                <a:cubicBezTo>
                  <a:pt x="119972" y="4803"/>
                  <a:pt x="119881" y="4742"/>
                  <a:pt x="119789" y="4742"/>
                </a:cubicBezTo>
                <a:cubicBezTo>
                  <a:pt x="119668" y="4771"/>
                  <a:pt x="119546" y="4784"/>
                  <a:pt x="119423" y="4784"/>
                </a:cubicBezTo>
                <a:cubicBezTo>
                  <a:pt x="119025" y="4784"/>
                  <a:pt x="118633" y="4641"/>
                  <a:pt x="118331" y="4408"/>
                </a:cubicBezTo>
                <a:cubicBezTo>
                  <a:pt x="118196" y="4312"/>
                  <a:pt x="118037" y="4252"/>
                  <a:pt x="117877" y="4252"/>
                </a:cubicBezTo>
                <a:cubicBezTo>
                  <a:pt x="117784" y="4252"/>
                  <a:pt x="117690" y="4272"/>
                  <a:pt x="117601" y="4317"/>
                </a:cubicBezTo>
                <a:cubicBezTo>
                  <a:pt x="117175" y="4621"/>
                  <a:pt x="116689" y="4803"/>
                  <a:pt x="116172" y="4894"/>
                </a:cubicBezTo>
                <a:cubicBezTo>
                  <a:pt x="115871" y="5171"/>
                  <a:pt x="115486" y="5343"/>
                  <a:pt x="115087" y="5343"/>
                </a:cubicBezTo>
                <a:cubicBezTo>
                  <a:pt x="115004" y="5343"/>
                  <a:pt x="114919" y="5336"/>
                  <a:pt x="114835" y="5320"/>
                </a:cubicBezTo>
                <a:cubicBezTo>
                  <a:pt x="114653" y="5274"/>
                  <a:pt x="114463" y="5251"/>
                  <a:pt x="114273" y="5251"/>
                </a:cubicBezTo>
                <a:cubicBezTo>
                  <a:pt x="114083" y="5251"/>
                  <a:pt x="113893" y="5274"/>
                  <a:pt x="113710" y="5320"/>
                </a:cubicBezTo>
                <a:lnTo>
                  <a:pt x="113406" y="5259"/>
                </a:lnTo>
                <a:cubicBezTo>
                  <a:pt x="113208" y="5100"/>
                  <a:pt x="113015" y="5051"/>
                  <a:pt x="112823" y="5051"/>
                </a:cubicBezTo>
                <a:cubicBezTo>
                  <a:pt x="112574" y="5051"/>
                  <a:pt x="112326" y="5134"/>
                  <a:pt x="112069" y="5168"/>
                </a:cubicBezTo>
                <a:lnTo>
                  <a:pt x="111978" y="5077"/>
                </a:lnTo>
                <a:cubicBezTo>
                  <a:pt x="111947" y="4894"/>
                  <a:pt x="111917" y="4682"/>
                  <a:pt x="111887" y="4499"/>
                </a:cubicBezTo>
                <a:cubicBezTo>
                  <a:pt x="111765" y="4134"/>
                  <a:pt x="111735" y="3770"/>
                  <a:pt x="112130" y="3648"/>
                </a:cubicBezTo>
                <a:cubicBezTo>
                  <a:pt x="112130" y="3587"/>
                  <a:pt x="112130" y="3527"/>
                  <a:pt x="112130" y="3496"/>
                </a:cubicBezTo>
                <a:cubicBezTo>
                  <a:pt x="112069" y="3496"/>
                  <a:pt x="111995" y="3483"/>
                  <a:pt x="111943" y="3483"/>
                </a:cubicBezTo>
                <a:cubicBezTo>
                  <a:pt x="111917" y="3483"/>
                  <a:pt x="111897" y="3486"/>
                  <a:pt x="111887" y="3496"/>
                </a:cubicBezTo>
                <a:cubicBezTo>
                  <a:pt x="111674" y="3739"/>
                  <a:pt x="111491" y="3982"/>
                  <a:pt x="111339" y="4256"/>
                </a:cubicBezTo>
                <a:cubicBezTo>
                  <a:pt x="111256" y="4402"/>
                  <a:pt x="111201" y="4533"/>
                  <a:pt x="111117" y="4533"/>
                </a:cubicBezTo>
                <a:cubicBezTo>
                  <a:pt x="111078" y="4533"/>
                  <a:pt x="111032" y="4505"/>
                  <a:pt x="110975" y="4438"/>
                </a:cubicBezTo>
                <a:cubicBezTo>
                  <a:pt x="110848" y="4286"/>
                  <a:pt x="110753" y="4213"/>
                  <a:pt x="110681" y="4213"/>
                </a:cubicBezTo>
                <a:cubicBezTo>
                  <a:pt x="110580" y="4213"/>
                  <a:pt x="110524" y="4355"/>
                  <a:pt x="110488" y="4621"/>
                </a:cubicBezTo>
                <a:cubicBezTo>
                  <a:pt x="110458" y="4682"/>
                  <a:pt x="110397" y="4773"/>
                  <a:pt x="110336" y="4834"/>
                </a:cubicBezTo>
                <a:lnTo>
                  <a:pt x="110154" y="5016"/>
                </a:lnTo>
                <a:lnTo>
                  <a:pt x="110063" y="5016"/>
                </a:lnTo>
                <a:lnTo>
                  <a:pt x="109729" y="4408"/>
                </a:lnTo>
                <a:lnTo>
                  <a:pt x="109455" y="4864"/>
                </a:lnTo>
                <a:cubicBezTo>
                  <a:pt x="109179" y="4538"/>
                  <a:pt x="108883" y="4316"/>
                  <a:pt x="108532" y="4316"/>
                </a:cubicBezTo>
                <a:cubicBezTo>
                  <a:pt x="108457" y="4316"/>
                  <a:pt x="108380" y="4326"/>
                  <a:pt x="108300" y="4347"/>
                </a:cubicBezTo>
                <a:cubicBezTo>
                  <a:pt x="107996" y="4438"/>
                  <a:pt x="107662" y="4530"/>
                  <a:pt x="107358" y="4621"/>
                </a:cubicBezTo>
                <a:cubicBezTo>
                  <a:pt x="107029" y="4659"/>
                  <a:pt x="106714" y="4784"/>
                  <a:pt x="106394" y="4784"/>
                </a:cubicBezTo>
                <a:cubicBezTo>
                  <a:pt x="106211" y="4784"/>
                  <a:pt x="106026" y="4743"/>
                  <a:pt x="105838" y="4621"/>
                </a:cubicBezTo>
                <a:cubicBezTo>
                  <a:pt x="105711" y="4548"/>
                  <a:pt x="105563" y="4454"/>
                  <a:pt x="105412" y="4454"/>
                </a:cubicBezTo>
                <a:cubicBezTo>
                  <a:pt x="105310" y="4454"/>
                  <a:pt x="105207" y="4498"/>
                  <a:pt x="105108" y="4621"/>
                </a:cubicBezTo>
                <a:lnTo>
                  <a:pt x="104956" y="4469"/>
                </a:lnTo>
                <a:cubicBezTo>
                  <a:pt x="104843" y="4786"/>
                  <a:pt x="104662" y="4901"/>
                  <a:pt x="104426" y="4901"/>
                </a:cubicBezTo>
                <a:cubicBezTo>
                  <a:pt x="104346" y="4901"/>
                  <a:pt x="104259" y="4887"/>
                  <a:pt x="104166" y="4864"/>
                </a:cubicBezTo>
                <a:cubicBezTo>
                  <a:pt x="103619" y="4773"/>
                  <a:pt x="103072" y="4712"/>
                  <a:pt x="102494" y="4682"/>
                </a:cubicBezTo>
                <a:cubicBezTo>
                  <a:pt x="102403" y="4682"/>
                  <a:pt x="102282" y="4742"/>
                  <a:pt x="102190" y="4773"/>
                </a:cubicBezTo>
                <a:cubicBezTo>
                  <a:pt x="101978" y="4834"/>
                  <a:pt x="101765" y="4864"/>
                  <a:pt x="101552" y="4894"/>
                </a:cubicBezTo>
                <a:cubicBezTo>
                  <a:pt x="101441" y="4904"/>
                  <a:pt x="101329" y="4908"/>
                  <a:pt x="101218" y="4908"/>
                </a:cubicBezTo>
                <a:cubicBezTo>
                  <a:pt x="100995" y="4908"/>
                  <a:pt x="100772" y="4894"/>
                  <a:pt x="100549" y="4894"/>
                </a:cubicBezTo>
                <a:lnTo>
                  <a:pt x="100610" y="5502"/>
                </a:lnTo>
                <a:cubicBezTo>
                  <a:pt x="100483" y="5601"/>
                  <a:pt x="100336" y="5647"/>
                  <a:pt x="100191" y="5647"/>
                </a:cubicBezTo>
                <a:cubicBezTo>
                  <a:pt x="100024" y="5647"/>
                  <a:pt x="99859" y="5586"/>
                  <a:pt x="99728" y="5472"/>
                </a:cubicBezTo>
                <a:cubicBezTo>
                  <a:pt x="99728" y="5198"/>
                  <a:pt x="99546" y="4955"/>
                  <a:pt x="99303" y="4864"/>
                </a:cubicBezTo>
                <a:cubicBezTo>
                  <a:pt x="98739" y="4801"/>
                  <a:pt x="98189" y="4681"/>
                  <a:pt x="97635" y="4681"/>
                </a:cubicBezTo>
                <a:cubicBezTo>
                  <a:pt x="97382" y="4681"/>
                  <a:pt x="97128" y="4706"/>
                  <a:pt x="96871" y="4773"/>
                </a:cubicBezTo>
                <a:lnTo>
                  <a:pt x="96294" y="5107"/>
                </a:lnTo>
                <a:cubicBezTo>
                  <a:pt x="96229" y="5078"/>
                  <a:pt x="96163" y="5065"/>
                  <a:pt x="96101" y="5065"/>
                </a:cubicBezTo>
                <a:cubicBezTo>
                  <a:pt x="95900" y="5065"/>
                  <a:pt x="95725" y="5203"/>
                  <a:pt x="95655" y="5411"/>
                </a:cubicBezTo>
                <a:lnTo>
                  <a:pt x="95746" y="5776"/>
                </a:lnTo>
                <a:cubicBezTo>
                  <a:pt x="95351" y="5867"/>
                  <a:pt x="95047" y="6171"/>
                  <a:pt x="94895" y="6536"/>
                </a:cubicBezTo>
                <a:lnTo>
                  <a:pt x="93254" y="6475"/>
                </a:lnTo>
                <a:cubicBezTo>
                  <a:pt x="93190" y="6453"/>
                  <a:pt x="93110" y="6432"/>
                  <a:pt x="93037" y="6432"/>
                </a:cubicBezTo>
                <a:cubicBezTo>
                  <a:pt x="93006" y="6432"/>
                  <a:pt x="92977" y="6436"/>
                  <a:pt x="92950" y="6445"/>
                </a:cubicBezTo>
                <a:cubicBezTo>
                  <a:pt x="92950" y="6445"/>
                  <a:pt x="92920" y="6445"/>
                  <a:pt x="92889" y="6475"/>
                </a:cubicBezTo>
                <a:lnTo>
                  <a:pt x="90123" y="6414"/>
                </a:lnTo>
                <a:cubicBezTo>
                  <a:pt x="89880" y="6019"/>
                  <a:pt x="89911" y="5928"/>
                  <a:pt x="90184" y="5441"/>
                </a:cubicBezTo>
                <a:lnTo>
                  <a:pt x="89911" y="5320"/>
                </a:lnTo>
                <a:lnTo>
                  <a:pt x="89181" y="5563"/>
                </a:lnTo>
                <a:cubicBezTo>
                  <a:pt x="88976" y="5631"/>
                  <a:pt x="88754" y="5666"/>
                  <a:pt x="88540" y="5666"/>
                </a:cubicBezTo>
                <a:cubicBezTo>
                  <a:pt x="88469" y="5666"/>
                  <a:pt x="88398" y="5662"/>
                  <a:pt x="88330" y="5654"/>
                </a:cubicBezTo>
                <a:cubicBezTo>
                  <a:pt x="88271" y="5639"/>
                  <a:pt x="88210" y="5632"/>
                  <a:pt x="88150" y="5632"/>
                </a:cubicBezTo>
                <a:cubicBezTo>
                  <a:pt x="87961" y="5632"/>
                  <a:pt x="87776" y="5706"/>
                  <a:pt x="87661" y="5867"/>
                </a:cubicBezTo>
                <a:cubicBezTo>
                  <a:pt x="87570" y="5928"/>
                  <a:pt x="87479" y="5989"/>
                  <a:pt x="87357" y="6019"/>
                </a:cubicBezTo>
                <a:cubicBezTo>
                  <a:pt x="87236" y="6080"/>
                  <a:pt x="87114" y="6049"/>
                  <a:pt x="86993" y="6110"/>
                </a:cubicBezTo>
                <a:cubicBezTo>
                  <a:pt x="86841" y="6171"/>
                  <a:pt x="86658" y="6262"/>
                  <a:pt x="86506" y="6353"/>
                </a:cubicBezTo>
                <a:lnTo>
                  <a:pt x="84895" y="6323"/>
                </a:lnTo>
                <a:cubicBezTo>
                  <a:pt x="84758" y="6080"/>
                  <a:pt x="84644" y="5958"/>
                  <a:pt x="84538" y="5958"/>
                </a:cubicBezTo>
                <a:cubicBezTo>
                  <a:pt x="84432" y="5958"/>
                  <a:pt x="84333" y="6080"/>
                  <a:pt x="84227" y="6323"/>
                </a:cubicBezTo>
                <a:lnTo>
                  <a:pt x="83558" y="6323"/>
                </a:lnTo>
                <a:cubicBezTo>
                  <a:pt x="83588" y="6262"/>
                  <a:pt x="83619" y="6201"/>
                  <a:pt x="83649" y="6141"/>
                </a:cubicBezTo>
                <a:lnTo>
                  <a:pt x="83649" y="6141"/>
                </a:lnTo>
                <a:lnTo>
                  <a:pt x="82798" y="6323"/>
                </a:lnTo>
                <a:lnTo>
                  <a:pt x="82433" y="6323"/>
                </a:lnTo>
                <a:lnTo>
                  <a:pt x="82464" y="6232"/>
                </a:lnTo>
                <a:cubicBezTo>
                  <a:pt x="82312" y="6232"/>
                  <a:pt x="82129" y="6262"/>
                  <a:pt x="81977" y="6323"/>
                </a:cubicBezTo>
                <a:cubicBezTo>
                  <a:pt x="79713" y="6308"/>
                  <a:pt x="77456" y="6300"/>
                  <a:pt x="75199" y="6300"/>
                </a:cubicBezTo>
                <a:cubicBezTo>
                  <a:pt x="72942" y="6300"/>
                  <a:pt x="70685" y="6308"/>
                  <a:pt x="68421" y="6323"/>
                </a:cubicBezTo>
                <a:cubicBezTo>
                  <a:pt x="68390" y="6201"/>
                  <a:pt x="68360" y="5989"/>
                  <a:pt x="68330" y="5806"/>
                </a:cubicBezTo>
                <a:cubicBezTo>
                  <a:pt x="68181" y="6121"/>
                  <a:pt x="68014" y="6273"/>
                  <a:pt x="67839" y="6273"/>
                </a:cubicBezTo>
                <a:cubicBezTo>
                  <a:pt x="67692" y="6273"/>
                  <a:pt x="67540" y="6166"/>
                  <a:pt x="67387" y="5958"/>
                </a:cubicBezTo>
                <a:cubicBezTo>
                  <a:pt x="67387" y="5943"/>
                  <a:pt x="67372" y="5943"/>
                  <a:pt x="67353" y="5943"/>
                </a:cubicBezTo>
                <a:cubicBezTo>
                  <a:pt x="67334" y="5943"/>
                  <a:pt x="67311" y="5943"/>
                  <a:pt x="67296" y="5928"/>
                </a:cubicBezTo>
                <a:cubicBezTo>
                  <a:pt x="67023" y="5806"/>
                  <a:pt x="66779" y="5685"/>
                  <a:pt x="66536" y="5563"/>
                </a:cubicBezTo>
                <a:cubicBezTo>
                  <a:pt x="66506" y="5533"/>
                  <a:pt x="66475" y="5381"/>
                  <a:pt x="66506" y="5289"/>
                </a:cubicBezTo>
                <a:cubicBezTo>
                  <a:pt x="66531" y="4942"/>
                  <a:pt x="66292" y="4595"/>
                  <a:pt x="66038" y="4595"/>
                </a:cubicBezTo>
                <a:cubicBezTo>
                  <a:pt x="65981" y="4595"/>
                  <a:pt x="65923" y="4612"/>
                  <a:pt x="65868" y="4651"/>
                </a:cubicBezTo>
                <a:cubicBezTo>
                  <a:pt x="65545" y="4879"/>
                  <a:pt x="65152" y="5000"/>
                  <a:pt x="64755" y="5000"/>
                </a:cubicBezTo>
                <a:cubicBezTo>
                  <a:pt x="64514" y="5000"/>
                  <a:pt x="64273" y="4955"/>
                  <a:pt x="64044" y="4864"/>
                </a:cubicBezTo>
                <a:cubicBezTo>
                  <a:pt x="63861" y="4803"/>
                  <a:pt x="63649" y="4803"/>
                  <a:pt x="63466" y="4803"/>
                </a:cubicBezTo>
                <a:cubicBezTo>
                  <a:pt x="63314" y="4651"/>
                  <a:pt x="63193" y="4530"/>
                  <a:pt x="63041" y="4408"/>
                </a:cubicBezTo>
                <a:cubicBezTo>
                  <a:pt x="62919" y="4317"/>
                  <a:pt x="62706" y="4317"/>
                  <a:pt x="62646" y="4226"/>
                </a:cubicBezTo>
                <a:cubicBezTo>
                  <a:pt x="62579" y="4010"/>
                  <a:pt x="62486" y="3939"/>
                  <a:pt x="62390" y="3939"/>
                </a:cubicBezTo>
                <a:cubicBezTo>
                  <a:pt x="62310" y="3939"/>
                  <a:pt x="62228" y="3988"/>
                  <a:pt x="62159" y="4043"/>
                </a:cubicBezTo>
                <a:cubicBezTo>
                  <a:pt x="62038" y="3861"/>
                  <a:pt x="61916" y="3709"/>
                  <a:pt x="61794" y="3557"/>
                </a:cubicBezTo>
                <a:cubicBezTo>
                  <a:pt x="61706" y="3483"/>
                  <a:pt x="61627" y="3454"/>
                  <a:pt x="61553" y="3454"/>
                </a:cubicBezTo>
                <a:cubicBezTo>
                  <a:pt x="61321" y="3454"/>
                  <a:pt x="61143" y="3738"/>
                  <a:pt x="60913" y="3830"/>
                </a:cubicBezTo>
                <a:lnTo>
                  <a:pt x="60639" y="3770"/>
                </a:lnTo>
                <a:lnTo>
                  <a:pt x="59606" y="3405"/>
                </a:lnTo>
                <a:cubicBezTo>
                  <a:pt x="59606" y="3405"/>
                  <a:pt x="59576" y="3435"/>
                  <a:pt x="59576" y="3466"/>
                </a:cubicBezTo>
                <a:cubicBezTo>
                  <a:pt x="59515" y="3587"/>
                  <a:pt x="59393" y="3800"/>
                  <a:pt x="59332" y="3800"/>
                </a:cubicBezTo>
                <a:cubicBezTo>
                  <a:pt x="59150" y="3770"/>
                  <a:pt x="59028" y="3679"/>
                  <a:pt x="58907" y="3557"/>
                </a:cubicBezTo>
                <a:cubicBezTo>
                  <a:pt x="58877" y="3466"/>
                  <a:pt x="58907" y="3253"/>
                  <a:pt x="58937" y="3101"/>
                </a:cubicBezTo>
                <a:cubicBezTo>
                  <a:pt x="58968" y="2949"/>
                  <a:pt x="59059" y="2919"/>
                  <a:pt x="59089" y="2827"/>
                </a:cubicBezTo>
                <a:cubicBezTo>
                  <a:pt x="59089" y="2706"/>
                  <a:pt x="59089" y="2554"/>
                  <a:pt x="59089" y="2432"/>
                </a:cubicBezTo>
                <a:cubicBezTo>
                  <a:pt x="58968" y="2463"/>
                  <a:pt x="58877" y="2523"/>
                  <a:pt x="58785" y="2584"/>
                </a:cubicBezTo>
                <a:cubicBezTo>
                  <a:pt x="58664" y="2706"/>
                  <a:pt x="58542" y="2858"/>
                  <a:pt x="58390" y="3010"/>
                </a:cubicBezTo>
                <a:lnTo>
                  <a:pt x="58299" y="2432"/>
                </a:lnTo>
                <a:cubicBezTo>
                  <a:pt x="58299" y="2402"/>
                  <a:pt x="58238" y="2402"/>
                  <a:pt x="58208" y="2371"/>
                </a:cubicBezTo>
                <a:cubicBezTo>
                  <a:pt x="58147" y="2432"/>
                  <a:pt x="58086" y="2523"/>
                  <a:pt x="58025" y="2584"/>
                </a:cubicBezTo>
                <a:cubicBezTo>
                  <a:pt x="57974" y="2918"/>
                  <a:pt x="57706" y="3122"/>
                  <a:pt x="57403" y="3122"/>
                </a:cubicBezTo>
                <a:cubicBezTo>
                  <a:pt x="57348" y="3122"/>
                  <a:pt x="57292" y="3115"/>
                  <a:pt x="57235" y="3101"/>
                </a:cubicBezTo>
                <a:cubicBezTo>
                  <a:pt x="57114" y="3101"/>
                  <a:pt x="57022" y="3101"/>
                  <a:pt x="56931" y="3131"/>
                </a:cubicBezTo>
                <a:cubicBezTo>
                  <a:pt x="56597" y="3223"/>
                  <a:pt x="56293" y="3314"/>
                  <a:pt x="55959" y="3405"/>
                </a:cubicBezTo>
                <a:cubicBezTo>
                  <a:pt x="55833" y="3430"/>
                  <a:pt x="55696" y="3476"/>
                  <a:pt x="55571" y="3476"/>
                </a:cubicBezTo>
                <a:cubicBezTo>
                  <a:pt x="55394" y="3476"/>
                  <a:pt x="55239" y="3384"/>
                  <a:pt x="55168" y="3010"/>
                </a:cubicBezTo>
                <a:lnTo>
                  <a:pt x="54682" y="3466"/>
                </a:lnTo>
                <a:cubicBezTo>
                  <a:pt x="54499" y="3387"/>
                  <a:pt x="54315" y="3241"/>
                  <a:pt x="54210" y="3241"/>
                </a:cubicBezTo>
                <a:cubicBezTo>
                  <a:pt x="54193" y="3241"/>
                  <a:pt x="54178" y="3245"/>
                  <a:pt x="54165" y="3253"/>
                </a:cubicBezTo>
                <a:cubicBezTo>
                  <a:pt x="54064" y="3316"/>
                  <a:pt x="53947" y="3348"/>
                  <a:pt x="53831" y="3348"/>
                </a:cubicBezTo>
                <a:cubicBezTo>
                  <a:pt x="53670" y="3348"/>
                  <a:pt x="53512" y="3286"/>
                  <a:pt x="53405" y="3162"/>
                </a:cubicBezTo>
                <a:cubicBezTo>
                  <a:pt x="53223" y="3010"/>
                  <a:pt x="53162" y="2767"/>
                  <a:pt x="53253" y="2554"/>
                </a:cubicBezTo>
                <a:cubicBezTo>
                  <a:pt x="53284" y="2250"/>
                  <a:pt x="53253" y="1916"/>
                  <a:pt x="53193" y="1612"/>
                </a:cubicBezTo>
                <a:lnTo>
                  <a:pt x="52889" y="2007"/>
                </a:lnTo>
                <a:lnTo>
                  <a:pt x="52645" y="1672"/>
                </a:lnTo>
                <a:lnTo>
                  <a:pt x="52463" y="1976"/>
                </a:lnTo>
                <a:lnTo>
                  <a:pt x="52311" y="2037"/>
                </a:lnTo>
                <a:cubicBezTo>
                  <a:pt x="52159" y="2098"/>
                  <a:pt x="51946" y="2098"/>
                  <a:pt x="51916" y="2189"/>
                </a:cubicBezTo>
                <a:cubicBezTo>
                  <a:pt x="51703" y="2675"/>
                  <a:pt x="51278" y="3040"/>
                  <a:pt x="50730" y="3131"/>
                </a:cubicBezTo>
                <a:cubicBezTo>
                  <a:pt x="50730" y="3162"/>
                  <a:pt x="50700" y="3162"/>
                  <a:pt x="50670" y="3192"/>
                </a:cubicBezTo>
                <a:cubicBezTo>
                  <a:pt x="50548" y="3253"/>
                  <a:pt x="50396" y="3283"/>
                  <a:pt x="50244" y="3344"/>
                </a:cubicBezTo>
                <a:cubicBezTo>
                  <a:pt x="49968" y="3477"/>
                  <a:pt x="49726" y="3541"/>
                  <a:pt x="49508" y="3541"/>
                </a:cubicBezTo>
                <a:cubicBezTo>
                  <a:pt x="49076" y="3541"/>
                  <a:pt x="48733" y="3291"/>
                  <a:pt x="48390" y="2827"/>
                </a:cubicBezTo>
                <a:cubicBezTo>
                  <a:pt x="48329" y="2767"/>
                  <a:pt x="48238" y="2706"/>
                  <a:pt x="48177" y="2706"/>
                </a:cubicBezTo>
                <a:cubicBezTo>
                  <a:pt x="47843" y="2584"/>
                  <a:pt x="47539" y="2493"/>
                  <a:pt x="47205" y="2432"/>
                </a:cubicBezTo>
                <a:cubicBezTo>
                  <a:pt x="46718" y="2311"/>
                  <a:pt x="46232" y="2189"/>
                  <a:pt x="45715" y="2098"/>
                </a:cubicBezTo>
                <a:cubicBezTo>
                  <a:pt x="45320" y="2007"/>
                  <a:pt x="44925" y="1976"/>
                  <a:pt x="44499" y="1916"/>
                </a:cubicBezTo>
                <a:lnTo>
                  <a:pt x="44499" y="1824"/>
                </a:lnTo>
                <a:lnTo>
                  <a:pt x="44530" y="1733"/>
                </a:lnTo>
                <a:lnTo>
                  <a:pt x="44469" y="1642"/>
                </a:lnTo>
                <a:cubicBezTo>
                  <a:pt x="44347" y="1551"/>
                  <a:pt x="44226" y="1429"/>
                  <a:pt x="44104" y="1368"/>
                </a:cubicBezTo>
                <a:cubicBezTo>
                  <a:pt x="43983" y="1277"/>
                  <a:pt x="43800" y="1247"/>
                  <a:pt x="43679" y="1156"/>
                </a:cubicBezTo>
                <a:cubicBezTo>
                  <a:pt x="43618" y="1095"/>
                  <a:pt x="43542" y="1064"/>
                  <a:pt x="43458" y="1064"/>
                </a:cubicBezTo>
                <a:cubicBezTo>
                  <a:pt x="43375" y="1064"/>
                  <a:pt x="43284" y="1095"/>
                  <a:pt x="43192" y="1156"/>
                </a:cubicBezTo>
                <a:cubicBezTo>
                  <a:pt x="43010" y="1247"/>
                  <a:pt x="42797" y="1308"/>
                  <a:pt x="42584" y="1338"/>
                </a:cubicBezTo>
                <a:cubicBezTo>
                  <a:pt x="42463" y="1368"/>
                  <a:pt x="42341" y="1429"/>
                  <a:pt x="42189" y="1460"/>
                </a:cubicBezTo>
                <a:cubicBezTo>
                  <a:pt x="42068" y="1490"/>
                  <a:pt x="41916" y="1490"/>
                  <a:pt x="41764" y="1490"/>
                </a:cubicBezTo>
                <a:cubicBezTo>
                  <a:pt x="40730" y="1460"/>
                  <a:pt x="39697" y="1490"/>
                  <a:pt x="38785" y="882"/>
                </a:cubicBezTo>
                <a:cubicBezTo>
                  <a:pt x="38679" y="837"/>
                  <a:pt x="38572" y="814"/>
                  <a:pt x="38466" y="814"/>
                </a:cubicBezTo>
                <a:cubicBezTo>
                  <a:pt x="38359" y="814"/>
                  <a:pt x="38253" y="837"/>
                  <a:pt x="38147" y="882"/>
                </a:cubicBezTo>
                <a:cubicBezTo>
                  <a:pt x="37721" y="1034"/>
                  <a:pt x="37326" y="1216"/>
                  <a:pt x="36931" y="1429"/>
                </a:cubicBezTo>
                <a:cubicBezTo>
                  <a:pt x="36835" y="1501"/>
                  <a:pt x="36725" y="1535"/>
                  <a:pt x="36617" y="1535"/>
                </a:cubicBezTo>
                <a:cubicBezTo>
                  <a:pt x="36452" y="1535"/>
                  <a:pt x="36293" y="1455"/>
                  <a:pt x="36201" y="1308"/>
                </a:cubicBezTo>
                <a:cubicBezTo>
                  <a:pt x="36065" y="1130"/>
                  <a:pt x="35989" y="1038"/>
                  <a:pt x="35929" y="1038"/>
                </a:cubicBezTo>
                <a:cubicBezTo>
                  <a:pt x="35854" y="1038"/>
                  <a:pt x="35802" y="1175"/>
                  <a:pt x="35685" y="1460"/>
                </a:cubicBezTo>
                <a:cubicBezTo>
                  <a:pt x="35590" y="1685"/>
                  <a:pt x="35485" y="1795"/>
                  <a:pt x="35353" y="1795"/>
                </a:cubicBezTo>
                <a:cubicBezTo>
                  <a:pt x="35272" y="1795"/>
                  <a:pt x="35181" y="1753"/>
                  <a:pt x="35077" y="1672"/>
                </a:cubicBezTo>
                <a:cubicBezTo>
                  <a:pt x="34955" y="1612"/>
                  <a:pt x="34834" y="1581"/>
                  <a:pt x="34712" y="1551"/>
                </a:cubicBezTo>
                <a:lnTo>
                  <a:pt x="34195" y="1368"/>
                </a:lnTo>
                <a:lnTo>
                  <a:pt x="34256" y="1186"/>
                </a:lnTo>
                <a:lnTo>
                  <a:pt x="34682" y="1186"/>
                </a:lnTo>
                <a:cubicBezTo>
                  <a:pt x="34864" y="1156"/>
                  <a:pt x="35077" y="1125"/>
                  <a:pt x="35289" y="1064"/>
                </a:cubicBezTo>
                <a:cubicBezTo>
                  <a:pt x="35350" y="1034"/>
                  <a:pt x="35411" y="913"/>
                  <a:pt x="35472" y="852"/>
                </a:cubicBezTo>
                <a:cubicBezTo>
                  <a:pt x="35411" y="761"/>
                  <a:pt x="35320" y="700"/>
                  <a:pt x="35229" y="669"/>
                </a:cubicBezTo>
                <a:cubicBezTo>
                  <a:pt x="35088" y="630"/>
                  <a:pt x="34944" y="611"/>
                  <a:pt x="34799" y="611"/>
                </a:cubicBezTo>
                <a:cubicBezTo>
                  <a:pt x="34380" y="611"/>
                  <a:pt x="33957" y="771"/>
                  <a:pt x="33618" y="1064"/>
                </a:cubicBezTo>
                <a:cubicBezTo>
                  <a:pt x="33221" y="1197"/>
                  <a:pt x="32824" y="1513"/>
                  <a:pt x="32388" y="1513"/>
                </a:cubicBezTo>
                <a:cubicBezTo>
                  <a:pt x="32322" y="1513"/>
                  <a:pt x="32256" y="1506"/>
                  <a:pt x="32189" y="1490"/>
                </a:cubicBezTo>
                <a:cubicBezTo>
                  <a:pt x="32037" y="1395"/>
                  <a:pt x="31885" y="1288"/>
                  <a:pt x="31726" y="1288"/>
                </a:cubicBezTo>
                <a:cubicBezTo>
                  <a:pt x="31630" y="1288"/>
                  <a:pt x="31532" y="1327"/>
                  <a:pt x="31429" y="1429"/>
                </a:cubicBezTo>
                <a:cubicBezTo>
                  <a:pt x="31230" y="1662"/>
                  <a:pt x="31076" y="1785"/>
                  <a:pt x="30923" y="1785"/>
                </a:cubicBezTo>
                <a:cubicBezTo>
                  <a:pt x="30796" y="1785"/>
                  <a:pt x="30669" y="1700"/>
                  <a:pt x="30517" y="1520"/>
                </a:cubicBezTo>
                <a:cubicBezTo>
                  <a:pt x="30749" y="1005"/>
                  <a:pt x="30785" y="905"/>
                  <a:pt x="30549" y="905"/>
                </a:cubicBezTo>
                <a:cubicBezTo>
                  <a:pt x="30507" y="905"/>
                  <a:pt x="30456" y="908"/>
                  <a:pt x="30396" y="913"/>
                </a:cubicBezTo>
                <a:lnTo>
                  <a:pt x="29697" y="1095"/>
                </a:lnTo>
                <a:lnTo>
                  <a:pt x="29666" y="973"/>
                </a:lnTo>
                <a:lnTo>
                  <a:pt x="29453" y="1460"/>
                </a:lnTo>
                <a:lnTo>
                  <a:pt x="29150" y="1490"/>
                </a:lnTo>
                <a:lnTo>
                  <a:pt x="28633" y="1247"/>
                </a:lnTo>
                <a:lnTo>
                  <a:pt x="27660" y="609"/>
                </a:lnTo>
                <a:cubicBezTo>
                  <a:pt x="27376" y="396"/>
                  <a:pt x="27037" y="275"/>
                  <a:pt x="26700" y="275"/>
                </a:cubicBezTo>
                <a:cubicBezTo>
                  <a:pt x="26604" y="275"/>
                  <a:pt x="26508" y="284"/>
                  <a:pt x="26414" y="305"/>
                </a:cubicBezTo>
                <a:lnTo>
                  <a:pt x="24985" y="578"/>
                </a:lnTo>
                <a:lnTo>
                  <a:pt x="23709" y="365"/>
                </a:lnTo>
                <a:lnTo>
                  <a:pt x="22918" y="244"/>
                </a:lnTo>
                <a:cubicBezTo>
                  <a:pt x="22787" y="84"/>
                  <a:pt x="22663" y="0"/>
                  <a:pt x="22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28"/>
          <p:cNvSpPr/>
          <p:nvPr/>
        </p:nvSpPr>
        <p:spPr>
          <a:xfrm rot="-10576218">
            <a:off x="2321589" y="1819160"/>
            <a:ext cx="4431865" cy="1250781"/>
          </a:xfrm>
          <a:custGeom>
            <a:rect b="b" l="l" r="r" t="t"/>
            <a:pathLst>
              <a:path extrusionOk="0" h="36081" w="127845">
                <a:moveTo>
                  <a:pt x="38967" y="1064"/>
                </a:moveTo>
                <a:cubicBezTo>
                  <a:pt x="39119" y="1125"/>
                  <a:pt x="39241" y="1216"/>
                  <a:pt x="39393" y="1308"/>
                </a:cubicBezTo>
                <a:cubicBezTo>
                  <a:pt x="39271" y="1247"/>
                  <a:pt x="39119" y="1156"/>
                  <a:pt x="38967" y="1064"/>
                </a:cubicBezTo>
                <a:close/>
                <a:moveTo>
                  <a:pt x="45502" y="3527"/>
                </a:moveTo>
                <a:cubicBezTo>
                  <a:pt x="45502" y="3587"/>
                  <a:pt x="45502" y="3648"/>
                  <a:pt x="45533" y="3739"/>
                </a:cubicBezTo>
                <a:lnTo>
                  <a:pt x="45502" y="3739"/>
                </a:lnTo>
                <a:cubicBezTo>
                  <a:pt x="45502" y="3679"/>
                  <a:pt x="45502" y="3587"/>
                  <a:pt x="45502" y="3527"/>
                </a:cubicBezTo>
                <a:close/>
                <a:moveTo>
                  <a:pt x="87783" y="6232"/>
                </a:moveTo>
                <a:cubicBezTo>
                  <a:pt x="87874" y="6262"/>
                  <a:pt x="87965" y="6293"/>
                  <a:pt x="88056" y="6353"/>
                </a:cubicBezTo>
                <a:lnTo>
                  <a:pt x="87509" y="6353"/>
                </a:lnTo>
                <a:lnTo>
                  <a:pt x="87783" y="6232"/>
                </a:lnTo>
                <a:close/>
                <a:moveTo>
                  <a:pt x="98359" y="6598"/>
                </a:moveTo>
                <a:lnTo>
                  <a:pt x="98359" y="6598"/>
                </a:lnTo>
                <a:cubicBezTo>
                  <a:pt x="98299" y="6658"/>
                  <a:pt x="98269" y="6719"/>
                  <a:pt x="98239" y="6779"/>
                </a:cubicBezTo>
                <a:lnTo>
                  <a:pt x="98209" y="6779"/>
                </a:lnTo>
                <a:cubicBezTo>
                  <a:pt x="98269" y="6719"/>
                  <a:pt x="98299" y="6658"/>
                  <a:pt x="98359" y="6598"/>
                </a:cubicBezTo>
                <a:close/>
                <a:moveTo>
                  <a:pt x="115625" y="6718"/>
                </a:moveTo>
                <a:lnTo>
                  <a:pt x="115625" y="6900"/>
                </a:lnTo>
                <a:cubicBezTo>
                  <a:pt x="115595" y="6840"/>
                  <a:pt x="115625" y="6779"/>
                  <a:pt x="115625" y="6718"/>
                </a:cubicBezTo>
                <a:close/>
                <a:moveTo>
                  <a:pt x="106081" y="9879"/>
                </a:moveTo>
                <a:lnTo>
                  <a:pt x="106081" y="9879"/>
                </a:lnTo>
                <a:cubicBezTo>
                  <a:pt x="106172" y="9910"/>
                  <a:pt x="106263" y="9940"/>
                  <a:pt x="106385" y="9940"/>
                </a:cubicBezTo>
                <a:cubicBezTo>
                  <a:pt x="106263" y="9940"/>
                  <a:pt x="106172" y="9940"/>
                  <a:pt x="106081" y="9879"/>
                </a:cubicBezTo>
                <a:close/>
                <a:moveTo>
                  <a:pt x="31703" y="28542"/>
                </a:moveTo>
                <a:cubicBezTo>
                  <a:pt x="31703" y="28633"/>
                  <a:pt x="31672" y="28725"/>
                  <a:pt x="31672" y="28785"/>
                </a:cubicBezTo>
                <a:cubicBezTo>
                  <a:pt x="31672" y="28725"/>
                  <a:pt x="31672" y="28633"/>
                  <a:pt x="31703" y="28542"/>
                </a:cubicBezTo>
                <a:close/>
                <a:moveTo>
                  <a:pt x="70610" y="32829"/>
                </a:moveTo>
                <a:lnTo>
                  <a:pt x="70610" y="32829"/>
                </a:lnTo>
                <a:cubicBezTo>
                  <a:pt x="70640" y="32859"/>
                  <a:pt x="70671" y="32889"/>
                  <a:pt x="70731" y="32889"/>
                </a:cubicBezTo>
                <a:lnTo>
                  <a:pt x="70731" y="32919"/>
                </a:lnTo>
                <a:cubicBezTo>
                  <a:pt x="70671" y="32889"/>
                  <a:pt x="70640" y="32859"/>
                  <a:pt x="70610" y="32829"/>
                </a:cubicBezTo>
                <a:close/>
                <a:moveTo>
                  <a:pt x="64986" y="32858"/>
                </a:moveTo>
                <a:lnTo>
                  <a:pt x="64986" y="32858"/>
                </a:lnTo>
                <a:cubicBezTo>
                  <a:pt x="64864" y="32889"/>
                  <a:pt x="64712" y="32919"/>
                  <a:pt x="64591" y="32950"/>
                </a:cubicBezTo>
                <a:cubicBezTo>
                  <a:pt x="64712" y="32919"/>
                  <a:pt x="64834" y="32889"/>
                  <a:pt x="64986" y="32858"/>
                </a:cubicBezTo>
                <a:close/>
                <a:moveTo>
                  <a:pt x="47868" y="33130"/>
                </a:moveTo>
                <a:cubicBezTo>
                  <a:pt x="47879" y="33131"/>
                  <a:pt x="47891" y="33132"/>
                  <a:pt x="47904" y="33132"/>
                </a:cubicBezTo>
                <a:lnTo>
                  <a:pt x="47873" y="33132"/>
                </a:lnTo>
                <a:cubicBezTo>
                  <a:pt x="47871" y="33131"/>
                  <a:pt x="47870" y="33131"/>
                  <a:pt x="47868" y="33130"/>
                </a:cubicBezTo>
                <a:close/>
                <a:moveTo>
                  <a:pt x="22536" y="0"/>
                </a:moveTo>
                <a:cubicBezTo>
                  <a:pt x="22398" y="0"/>
                  <a:pt x="22256" y="99"/>
                  <a:pt x="22098" y="305"/>
                </a:cubicBezTo>
                <a:cubicBezTo>
                  <a:pt x="22007" y="396"/>
                  <a:pt x="21915" y="487"/>
                  <a:pt x="21794" y="548"/>
                </a:cubicBezTo>
                <a:lnTo>
                  <a:pt x="20791" y="700"/>
                </a:lnTo>
                <a:lnTo>
                  <a:pt x="20487" y="700"/>
                </a:lnTo>
                <a:cubicBezTo>
                  <a:pt x="20275" y="676"/>
                  <a:pt x="20063" y="580"/>
                  <a:pt x="19865" y="580"/>
                </a:cubicBezTo>
                <a:cubicBezTo>
                  <a:pt x="19808" y="580"/>
                  <a:pt x="19751" y="588"/>
                  <a:pt x="19696" y="609"/>
                </a:cubicBezTo>
                <a:cubicBezTo>
                  <a:pt x="19598" y="665"/>
                  <a:pt x="19492" y="689"/>
                  <a:pt x="19386" y="689"/>
                </a:cubicBezTo>
                <a:cubicBezTo>
                  <a:pt x="19264" y="689"/>
                  <a:pt x="19142" y="657"/>
                  <a:pt x="19028" y="609"/>
                </a:cubicBezTo>
                <a:cubicBezTo>
                  <a:pt x="18845" y="517"/>
                  <a:pt x="18663" y="457"/>
                  <a:pt x="18450" y="365"/>
                </a:cubicBezTo>
                <a:cubicBezTo>
                  <a:pt x="18380" y="326"/>
                  <a:pt x="18318" y="307"/>
                  <a:pt x="18263" y="307"/>
                </a:cubicBezTo>
                <a:cubicBezTo>
                  <a:pt x="18105" y="307"/>
                  <a:pt x="18009" y="467"/>
                  <a:pt x="17964" y="761"/>
                </a:cubicBezTo>
                <a:lnTo>
                  <a:pt x="17143" y="882"/>
                </a:lnTo>
                <a:cubicBezTo>
                  <a:pt x="16809" y="913"/>
                  <a:pt x="16474" y="1004"/>
                  <a:pt x="16140" y="1034"/>
                </a:cubicBezTo>
                <a:cubicBezTo>
                  <a:pt x="14803" y="1095"/>
                  <a:pt x="13526" y="1399"/>
                  <a:pt x="12341" y="1916"/>
                </a:cubicBezTo>
                <a:lnTo>
                  <a:pt x="12067" y="1520"/>
                </a:lnTo>
                <a:cubicBezTo>
                  <a:pt x="12037" y="1551"/>
                  <a:pt x="12006" y="1551"/>
                  <a:pt x="11976" y="1581"/>
                </a:cubicBezTo>
                <a:lnTo>
                  <a:pt x="11702" y="1733"/>
                </a:lnTo>
                <a:cubicBezTo>
                  <a:pt x="11672" y="1612"/>
                  <a:pt x="11672" y="1460"/>
                  <a:pt x="11642" y="1338"/>
                </a:cubicBezTo>
                <a:cubicBezTo>
                  <a:pt x="11672" y="1186"/>
                  <a:pt x="11672" y="1064"/>
                  <a:pt x="11702" y="913"/>
                </a:cubicBezTo>
                <a:lnTo>
                  <a:pt x="11642" y="882"/>
                </a:lnTo>
                <a:lnTo>
                  <a:pt x="11429" y="1277"/>
                </a:lnTo>
                <a:cubicBezTo>
                  <a:pt x="11338" y="1460"/>
                  <a:pt x="11186" y="1794"/>
                  <a:pt x="11155" y="1794"/>
                </a:cubicBezTo>
                <a:cubicBezTo>
                  <a:pt x="11085" y="1752"/>
                  <a:pt x="11017" y="1734"/>
                  <a:pt x="10952" y="1734"/>
                </a:cubicBezTo>
                <a:cubicBezTo>
                  <a:pt x="10738" y="1734"/>
                  <a:pt x="10552" y="1928"/>
                  <a:pt x="10365" y="2068"/>
                </a:cubicBezTo>
                <a:cubicBezTo>
                  <a:pt x="10346" y="2067"/>
                  <a:pt x="10326" y="2067"/>
                  <a:pt x="10307" y="2067"/>
                </a:cubicBezTo>
                <a:cubicBezTo>
                  <a:pt x="8998" y="2067"/>
                  <a:pt x="7977" y="3081"/>
                  <a:pt x="6839" y="3800"/>
                </a:cubicBezTo>
                <a:lnTo>
                  <a:pt x="6778" y="3800"/>
                </a:lnTo>
                <a:cubicBezTo>
                  <a:pt x="6687" y="3648"/>
                  <a:pt x="6596" y="3527"/>
                  <a:pt x="6505" y="3375"/>
                </a:cubicBezTo>
                <a:cubicBezTo>
                  <a:pt x="6444" y="3223"/>
                  <a:pt x="6383" y="3131"/>
                  <a:pt x="6322" y="3010"/>
                </a:cubicBezTo>
                <a:cubicBezTo>
                  <a:pt x="6231" y="3101"/>
                  <a:pt x="6140" y="3223"/>
                  <a:pt x="6049" y="3344"/>
                </a:cubicBezTo>
                <a:cubicBezTo>
                  <a:pt x="5988" y="3496"/>
                  <a:pt x="5897" y="3618"/>
                  <a:pt x="5806" y="3739"/>
                </a:cubicBezTo>
                <a:cubicBezTo>
                  <a:pt x="5768" y="3777"/>
                  <a:pt x="5719" y="3803"/>
                  <a:pt x="5665" y="3803"/>
                </a:cubicBezTo>
                <a:cubicBezTo>
                  <a:pt x="5632" y="3803"/>
                  <a:pt x="5597" y="3793"/>
                  <a:pt x="5562" y="3770"/>
                </a:cubicBezTo>
                <a:cubicBezTo>
                  <a:pt x="5532" y="3770"/>
                  <a:pt x="5532" y="3618"/>
                  <a:pt x="5562" y="3496"/>
                </a:cubicBezTo>
                <a:cubicBezTo>
                  <a:pt x="5593" y="3405"/>
                  <a:pt x="5623" y="3344"/>
                  <a:pt x="5654" y="3253"/>
                </a:cubicBezTo>
                <a:cubicBezTo>
                  <a:pt x="5684" y="3040"/>
                  <a:pt x="5988" y="2736"/>
                  <a:pt x="5684" y="2615"/>
                </a:cubicBezTo>
                <a:cubicBezTo>
                  <a:pt x="5645" y="2599"/>
                  <a:pt x="5611" y="2592"/>
                  <a:pt x="5581" y="2592"/>
                </a:cubicBezTo>
                <a:cubicBezTo>
                  <a:pt x="5379" y="2592"/>
                  <a:pt x="5368" y="2916"/>
                  <a:pt x="5289" y="3101"/>
                </a:cubicBezTo>
                <a:cubicBezTo>
                  <a:pt x="5188" y="3429"/>
                  <a:pt x="5045" y="3610"/>
                  <a:pt x="4791" y="3610"/>
                </a:cubicBezTo>
                <a:cubicBezTo>
                  <a:pt x="4739" y="3610"/>
                  <a:pt x="4682" y="3603"/>
                  <a:pt x="4620" y="3587"/>
                </a:cubicBezTo>
                <a:cubicBezTo>
                  <a:pt x="4597" y="3576"/>
                  <a:pt x="4573" y="3571"/>
                  <a:pt x="4547" y="3571"/>
                </a:cubicBezTo>
                <a:cubicBezTo>
                  <a:pt x="4441" y="3571"/>
                  <a:pt x="4318" y="3660"/>
                  <a:pt x="4195" y="3709"/>
                </a:cubicBezTo>
                <a:cubicBezTo>
                  <a:pt x="4103" y="3709"/>
                  <a:pt x="4012" y="3770"/>
                  <a:pt x="3921" y="3800"/>
                </a:cubicBezTo>
                <a:lnTo>
                  <a:pt x="2644" y="4043"/>
                </a:lnTo>
                <a:lnTo>
                  <a:pt x="2097" y="4256"/>
                </a:lnTo>
                <a:cubicBezTo>
                  <a:pt x="2037" y="4286"/>
                  <a:pt x="1945" y="4317"/>
                  <a:pt x="1885" y="4378"/>
                </a:cubicBezTo>
                <a:lnTo>
                  <a:pt x="1793" y="4438"/>
                </a:lnTo>
                <a:lnTo>
                  <a:pt x="365" y="6171"/>
                </a:lnTo>
                <a:cubicBezTo>
                  <a:pt x="122" y="6445"/>
                  <a:pt x="0" y="6809"/>
                  <a:pt x="61" y="7174"/>
                </a:cubicBezTo>
                <a:cubicBezTo>
                  <a:pt x="122" y="7812"/>
                  <a:pt x="61" y="8481"/>
                  <a:pt x="61" y="9119"/>
                </a:cubicBezTo>
                <a:cubicBezTo>
                  <a:pt x="61" y="9271"/>
                  <a:pt x="91" y="9423"/>
                  <a:pt x="152" y="9575"/>
                </a:cubicBezTo>
                <a:cubicBezTo>
                  <a:pt x="426" y="10031"/>
                  <a:pt x="730" y="10396"/>
                  <a:pt x="730" y="11004"/>
                </a:cubicBezTo>
                <a:cubicBezTo>
                  <a:pt x="760" y="11095"/>
                  <a:pt x="790" y="11186"/>
                  <a:pt x="851" y="11247"/>
                </a:cubicBezTo>
                <a:cubicBezTo>
                  <a:pt x="1064" y="11642"/>
                  <a:pt x="1277" y="12068"/>
                  <a:pt x="1520" y="12463"/>
                </a:cubicBezTo>
                <a:cubicBezTo>
                  <a:pt x="1611" y="12706"/>
                  <a:pt x="1793" y="12888"/>
                  <a:pt x="1976" y="13040"/>
                </a:cubicBezTo>
                <a:cubicBezTo>
                  <a:pt x="2462" y="13314"/>
                  <a:pt x="2766" y="13831"/>
                  <a:pt x="2766" y="14378"/>
                </a:cubicBezTo>
                <a:cubicBezTo>
                  <a:pt x="2857" y="14499"/>
                  <a:pt x="2948" y="14651"/>
                  <a:pt x="3040" y="14773"/>
                </a:cubicBezTo>
                <a:cubicBezTo>
                  <a:pt x="3617" y="15411"/>
                  <a:pt x="3617" y="15411"/>
                  <a:pt x="3344" y="16293"/>
                </a:cubicBezTo>
                <a:cubicBezTo>
                  <a:pt x="3344" y="16293"/>
                  <a:pt x="3344" y="16323"/>
                  <a:pt x="3374" y="16414"/>
                </a:cubicBezTo>
                <a:lnTo>
                  <a:pt x="3739" y="16353"/>
                </a:lnTo>
                <a:lnTo>
                  <a:pt x="3860" y="16202"/>
                </a:lnTo>
                <a:cubicBezTo>
                  <a:pt x="3982" y="16232"/>
                  <a:pt x="4134" y="16232"/>
                  <a:pt x="4225" y="16323"/>
                </a:cubicBezTo>
                <a:cubicBezTo>
                  <a:pt x="4438" y="16597"/>
                  <a:pt x="4651" y="16870"/>
                  <a:pt x="4863" y="17144"/>
                </a:cubicBezTo>
                <a:cubicBezTo>
                  <a:pt x="4772" y="18360"/>
                  <a:pt x="4681" y="19606"/>
                  <a:pt x="4590" y="20822"/>
                </a:cubicBezTo>
                <a:cubicBezTo>
                  <a:pt x="4529" y="21582"/>
                  <a:pt x="4499" y="22493"/>
                  <a:pt x="5076" y="23010"/>
                </a:cubicBezTo>
                <a:cubicBezTo>
                  <a:pt x="5532" y="23436"/>
                  <a:pt x="6201" y="23466"/>
                  <a:pt x="6839" y="23466"/>
                </a:cubicBezTo>
                <a:lnTo>
                  <a:pt x="26019" y="23648"/>
                </a:lnTo>
                <a:cubicBezTo>
                  <a:pt x="26414" y="23831"/>
                  <a:pt x="26839" y="23922"/>
                  <a:pt x="27265" y="23922"/>
                </a:cubicBezTo>
                <a:lnTo>
                  <a:pt x="27812" y="23800"/>
                </a:lnTo>
                <a:cubicBezTo>
                  <a:pt x="27812" y="23831"/>
                  <a:pt x="27842" y="23892"/>
                  <a:pt x="27842" y="23922"/>
                </a:cubicBezTo>
                <a:cubicBezTo>
                  <a:pt x="27903" y="24287"/>
                  <a:pt x="27934" y="24682"/>
                  <a:pt x="27934" y="25047"/>
                </a:cubicBezTo>
                <a:cubicBezTo>
                  <a:pt x="27934" y="25503"/>
                  <a:pt x="27934" y="25959"/>
                  <a:pt x="27903" y="26414"/>
                </a:cubicBezTo>
                <a:cubicBezTo>
                  <a:pt x="27842" y="26779"/>
                  <a:pt x="27751" y="27114"/>
                  <a:pt x="27660" y="27418"/>
                </a:cubicBezTo>
                <a:cubicBezTo>
                  <a:pt x="27812" y="27387"/>
                  <a:pt x="27934" y="27326"/>
                  <a:pt x="28055" y="27235"/>
                </a:cubicBezTo>
                <a:cubicBezTo>
                  <a:pt x="28177" y="27144"/>
                  <a:pt x="28268" y="27022"/>
                  <a:pt x="28359" y="26901"/>
                </a:cubicBezTo>
                <a:lnTo>
                  <a:pt x="28359" y="26992"/>
                </a:lnTo>
                <a:cubicBezTo>
                  <a:pt x="28359" y="27114"/>
                  <a:pt x="28359" y="27266"/>
                  <a:pt x="28329" y="27387"/>
                </a:cubicBezTo>
                <a:cubicBezTo>
                  <a:pt x="28177" y="27752"/>
                  <a:pt x="28268" y="28177"/>
                  <a:pt x="28511" y="28512"/>
                </a:cubicBezTo>
                <a:cubicBezTo>
                  <a:pt x="28690" y="28461"/>
                  <a:pt x="28825" y="28346"/>
                  <a:pt x="28954" y="28346"/>
                </a:cubicBezTo>
                <a:cubicBezTo>
                  <a:pt x="28979" y="28346"/>
                  <a:pt x="29003" y="28350"/>
                  <a:pt x="29028" y="28360"/>
                </a:cubicBezTo>
                <a:cubicBezTo>
                  <a:pt x="29362" y="28481"/>
                  <a:pt x="29666" y="28664"/>
                  <a:pt x="29970" y="28846"/>
                </a:cubicBezTo>
                <a:cubicBezTo>
                  <a:pt x="30086" y="28482"/>
                  <a:pt x="30184" y="28307"/>
                  <a:pt x="30308" y="28307"/>
                </a:cubicBezTo>
                <a:cubicBezTo>
                  <a:pt x="30412" y="28307"/>
                  <a:pt x="30534" y="28429"/>
                  <a:pt x="30700" y="28664"/>
                </a:cubicBezTo>
                <a:cubicBezTo>
                  <a:pt x="30852" y="28877"/>
                  <a:pt x="31064" y="29059"/>
                  <a:pt x="31247" y="29241"/>
                </a:cubicBezTo>
                <a:lnTo>
                  <a:pt x="31338" y="29180"/>
                </a:lnTo>
                <a:cubicBezTo>
                  <a:pt x="31338" y="29484"/>
                  <a:pt x="31338" y="29758"/>
                  <a:pt x="31368" y="30092"/>
                </a:cubicBezTo>
                <a:lnTo>
                  <a:pt x="31703" y="30457"/>
                </a:lnTo>
                <a:lnTo>
                  <a:pt x="32159" y="30974"/>
                </a:lnTo>
                <a:cubicBezTo>
                  <a:pt x="32159" y="30791"/>
                  <a:pt x="32159" y="30670"/>
                  <a:pt x="32128" y="30427"/>
                </a:cubicBezTo>
                <a:lnTo>
                  <a:pt x="32128" y="30427"/>
                </a:lnTo>
                <a:cubicBezTo>
                  <a:pt x="32250" y="30518"/>
                  <a:pt x="32371" y="30639"/>
                  <a:pt x="32463" y="30761"/>
                </a:cubicBezTo>
                <a:cubicBezTo>
                  <a:pt x="32645" y="31126"/>
                  <a:pt x="32827" y="31491"/>
                  <a:pt x="33010" y="31855"/>
                </a:cubicBezTo>
                <a:lnTo>
                  <a:pt x="33405" y="32007"/>
                </a:lnTo>
                <a:cubicBezTo>
                  <a:pt x="33405" y="32098"/>
                  <a:pt x="33375" y="32220"/>
                  <a:pt x="33375" y="32311"/>
                </a:cubicBezTo>
                <a:cubicBezTo>
                  <a:pt x="33255" y="32788"/>
                  <a:pt x="33604" y="33528"/>
                  <a:pt x="33990" y="33528"/>
                </a:cubicBezTo>
                <a:cubicBezTo>
                  <a:pt x="33997" y="33528"/>
                  <a:pt x="34005" y="33528"/>
                  <a:pt x="34013" y="33527"/>
                </a:cubicBezTo>
                <a:cubicBezTo>
                  <a:pt x="34039" y="33524"/>
                  <a:pt x="34065" y="33523"/>
                  <a:pt x="34091" y="33523"/>
                </a:cubicBezTo>
                <a:cubicBezTo>
                  <a:pt x="34368" y="33523"/>
                  <a:pt x="34639" y="33667"/>
                  <a:pt x="34834" y="33861"/>
                </a:cubicBezTo>
                <a:cubicBezTo>
                  <a:pt x="35046" y="33983"/>
                  <a:pt x="35168" y="34226"/>
                  <a:pt x="35137" y="34469"/>
                </a:cubicBezTo>
                <a:lnTo>
                  <a:pt x="35472" y="34469"/>
                </a:lnTo>
                <a:cubicBezTo>
                  <a:pt x="35624" y="34409"/>
                  <a:pt x="35806" y="34378"/>
                  <a:pt x="35958" y="34378"/>
                </a:cubicBezTo>
                <a:cubicBezTo>
                  <a:pt x="36171" y="34378"/>
                  <a:pt x="36384" y="34409"/>
                  <a:pt x="36596" y="34439"/>
                </a:cubicBezTo>
                <a:cubicBezTo>
                  <a:pt x="36627" y="34956"/>
                  <a:pt x="36688" y="35472"/>
                  <a:pt x="36779" y="36080"/>
                </a:cubicBezTo>
                <a:lnTo>
                  <a:pt x="38359" y="35898"/>
                </a:lnTo>
                <a:lnTo>
                  <a:pt x="38542" y="35776"/>
                </a:lnTo>
                <a:cubicBezTo>
                  <a:pt x="38709" y="35792"/>
                  <a:pt x="38869" y="35799"/>
                  <a:pt x="39024" y="35799"/>
                </a:cubicBezTo>
                <a:cubicBezTo>
                  <a:pt x="39180" y="35799"/>
                  <a:pt x="39332" y="35792"/>
                  <a:pt x="39484" y="35776"/>
                </a:cubicBezTo>
                <a:cubicBezTo>
                  <a:pt x="39818" y="35685"/>
                  <a:pt x="40122" y="35594"/>
                  <a:pt x="40426" y="35503"/>
                </a:cubicBezTo>
                <a:cubicBezTo>
                  <a:pt x="40483" y="35495"/>
                  <a:pt x="40540" y="35491"/>
                  <a:pt x="40597" y="35491"/>
                </a:cubicBezTo>
                <a:cubicBezTo>
                  <a:pt x="40753" y="35491"/>
                  <a:pt x="40909" y="35519"/>
                  <a:pt x="41065" y="35564"/>
                </a:cubicBezTo>
                <a:cubicBezTo>
                  <a:pt x="41131" y="35593"/>
                  <a:pt x="41188" y="35606"/>
                  <a:pt x="41238" y="35606"/>
                </a:cubicBezTo>
                <a:cubicBezTo>
                  <a:pt x="41395" y="35606"/>
                  <a:pt x="41482" y="35474"/>
                  <a:pt x="41551" y="35290"/>
                </a:cubicBezTo>
                <a:lnTo>
                  <a:pt x="42797" y="35138"/>
                </a:lnTo>
                <a:lnTo>
                  <a:pt x="42919" y="35047"/>
                </a:lnTo>
                <a:lnTo>
                  <a:pt x="43010" y="35108"/>
                </a:lnTo>
                <a:cubicBezTo>
                  <a:pt x="43106" y="35162"/>
                  <a:pt x="43191" y="35185"/>
                  <a:pt x="43266" y="35185"/>
                </a:cubicBezTo>
                <a:cubicBezTo>
                  <a:pt x="43572" y="35185"/>
                  <a:pt x="43733" y="34804"/>
                  <a:pt x="43952" y="34560"/>
                </a:cubicBezTo>
                <a:lnTo>
                  <a:pt x="44347" y="34165"/>
                </a:lnTo>
                <a:cubicBezTo>
                  <a:pt x="44773" y="33983"/>
                  <a:pt x="45198" y="33861"/>
                  <a:pt x="45594" y="33709"/>
                </a:cubicBezTo>
                <a:cubicBezTo>
                  <a:pt x="46100" y="33533"/>
                  <a:pt x="46575" y="33341"/>
                  <a:pt x="47075" y="33341"/>
                </a:cubicBezTo>
                <a:cubicBezTo>
                  <a:pt x="47266" y="33341"/>
                  <a:pt x="47460" y="33369"/>
                  <a:pt x="47660" y="33436"/>
                </a:cubicBezTo>
                <a:cubicBezTo>
                  <a:pt x="47677" y="33444"/>
                  <a:pt x="47697" y="33448"/>
                  <a:pt x="47720" y="33448"/>
                </a:cubicBezTo>
                <a:cubicBezTo>
                  <a:pt x="47782" y="33448"/>
                  <a:pt x="47859" y="33420"/>
                  <a:pt x="47904" y="33375"/>
                </a:cubicBezTo>
                <a:cubicBezTo>
                  <a:pt x="47996" y="33282"/>
                  <a:pt x="48083" y="33247"/>
                  <a:pt x="48169" y="33247"/>
                </a:cubicBezTo>
                <a:cubicBezTo>
                  <a:pt x="48281" y="33247"/>
                  <a:pt x="48391" y="33306"/>
                  <a:pt x="48512" y="33375"/>
                </a:cubicBezTo>
                <a:cubicBezTo>
                  <a:pt x="48724" y="33497"/>
                  <a:pt x="48937" y="33588"/>
                  <a:pt x="49180" y="33649"/>
                </a:cubicBezTo>
                <a:lnTo>
                  <a:pt x="49332" y="33831"/>
                </a:lnTo>
                <a:cubicBezTo>
                  <a:pt x="49575" y="34074"/>
                  <a:pt x="49849" y="34348"/>
                  <a:pt x="50092" y="34591"/>
                </a:cubicBezTo>
                <a:cubicBezTo>
                  <a:pt x="50107" y="34606"/>
                  <a:pt x="50128" y="34612"/>
                  <a:pt x="50153" y="34612"/>
                </a:cubicBezTo>
                <a:cubicBezTo>
                  <a:pt x="50227" y="34612"/>
                  <a:pt x="50335" y="34560"/>
                  <a:pt x="50426" y="34560"/>
                </a:cubicBezTo>
                <a:cubicBezTo>
                  <a:pt x="50700" y="34469"/>
                  <a:pt x="51004" y="34348"/>
                  <a:pt x="51278" y="34226"/>
                </a:cubicBezTo>
                <a:cubicBezTo>
                  <a:pt x="51825" y="33922"/>
                  <a:pt x="52402" y="33740"/>
                  <a:pt x="53041" y="33740"/>
                </a:cubicBezTo>
                <a:cubicBezTo>
                  <a:pt x="53284" y="33861"/>
                  <a:pt x="53557" y="33953"/>
                  <a:pt x="53831" y="34044"/>
                </a:cubicBezTo>
                <a:cubicBezTo>
                  <a:pt x="53892" y="34058"/>
                  <a:pt x="53953" y="34064"/>
                  <a:pt x="54014" y="34064"/>
                </a:cubicBezTo>
                <a:cubicBezTo>
                  <a:pt x="54302" y="34064"/>
                  <a:pt x="54597" y="33936"/>
                  <a:pt x="54896" y="33936"/>
                </a:cubicBezTo>
                <a:cubicBezTo>
                  <a:pt x="55077" y="33936"/>
                  <a:pt x="55259" y="33983"/>
                  <a:pt x="55442" y="34135"/>
                </a:cubicBezTo>
                <a:cubicBezTo>
                  <a:pt x="55457" y="34150"/>
                  <a:pt x="55465" y="34158"/>
                  <a:pt x="55472" y="34158"/>
                </a:cubicBezTo>
                <a:cubicBezTo>
                  <a:pt x="55480" y="34158"/>
                  <a:pt x="55487" y="34150"/>
                  <a:pt x="55503" y="34135"/>
                </a:cubicBezTo>
                <a:cubicBezTo>
                  <a:pt x="55837" y="33953"/>
                  <a:pt x="56141" y="33770"/>
                  <a:pt x="56445" y="33527"/>
                </a:cubicBezTo>
                <a:cubicBezTo>
                  <a:pt x="56815" y="33263"/>
                  <a:pt x="57116" y="32860"/>
                  <a:pt x="57549" y="32860"/>
                </a:cubicBezTo>
                <a:cubicBezTo>
                  <a:pt x="57613" y="32860"/>
                  <a:pt x="57681" y="32869"/>
                  <a:pt x="57752" y="32889"/>
                </a:cubicBezTo>
                <a:lnTo>
                  <a:pt x="57965" y="32980"/>
                </a:lnTo>
                <a:cubicBezTo>
                  <a:pt x="58128" y="33143"/>
                  <a:pt x="58297" y="33191"/>
                  <a:pt x="58467" y="33191"/>
                </a:cubicBezTo>
                <a:cubicBezTo>
                  <a:pt x="58677" y="33191"/>
                  <a:pt x="58888" y="33118"/>
                  <a:pt x="59089" y="33102"/>
                </a:cubicBezTo>
                <a:cubicBezTo>
                  <a:pt x="59241" y="33102"/>
                  <a:pt x="59393" y="33132"/>
                  <a:pt x="59545" y="33223"/>
                </a:cubicBezTo>
                <a:cubicBezTo>
                  <a:pt x="59656" y="33310"/>
                  <a:pt x="59743" y="33356"/>
                  <a:pt x="59810" y="33356"/>
                </a:cubicBezTo>
                <a:cubicBezTo>
                  <a:pt x="59908" y="33356"/>
                  <a:pt x="59965" y="33257"/>
                  <a:pt x="60001" y="33041"/>
                </a:cubicBezTo>
                <a:cubicBezTo>
                  <a:pt x="60047" y="32811"/>
                  <a:pt x="60145" y="32703"/>
                  <a:pt x="60295" y="32703"/>
                </a:cubicBezTo>
                <a:cubicBezTo>
                  <a:pt x="60343" y="32703"/>
                  <a:pt x="60398" y="32714"/>
                  <a:pt x="60457" y="32737"/>
                </a:cubicBezTo>
                <a:lnTo>
                  <a:pt x="61339" y="33010"/>
                </a:lnTo>
                <a:cubicBezTo>
                  <a:pt x="61430" y="33162"/>
                  <a:pt x="61521" y="33314"/>
                  <a:pt x="61582" y="33375"/>
                </a:cubicBezTo>
                <a:cubicBezTo>
                  <a:pt x="61791" y="33296"/>
                  <a:pt x="61956" y="33150"/>
                  <a:pt x="62094" y="33150"/>
                </a:cubicBezTo>
                <a:cubicBezTo>
                  <a:pt x="62117" y="33150"/>
                  <a:pt x="62138" y="33154"/>
                  <a:pt x="62159" y="33162"/>
                </a:cubicBezTo>
                <a:cubicBezTo>
                  <a:pt x="62342" y="33193"/>
                  <a:pt x="62372" y="33497"/>
                  <a:pt x="62494" y="33709"/>
                </a:cubicBezTo>
                <a:cubicBezTo>
                  <a:pt x="62551" y="33308"/>
                  <a:pt x="62693" y="33111"/>
                  <a:pt x="62903" y="33111"/>
                </a:cubicBezTo>
                <a:cubicBezTo>
                  <a:pt x="63028" y="33111"/>
                  <a:pt x="63176" y="33179"/>
                  <a:pt x="63345" y="33314"/>
                </a:cubicBezTo>
                <a:cubicBezTo>
                  <a:pt x="63355" y="33324"/>
                  <a:pt x="63368" y="33328"/>
                  <a:pt x="63383" y="33328"/>
                </a:cubicBezTo>
                <a:cubicBezTo>
                  <a:pt x="63412" y="33328"/>
                  <a:pt x="63446" y="33314"/>
                  <a:pt x="63466" y="33314"/>
                </a:cubicBezTo>
                <a:cubicBezTo>
                  <a:pt x="63740" y="33375"/>
                  <a:pt x="64044" y="33405"/>
                  <a:pt x="64317" y="33466"/>
                </a:cubicBezTo>
                <a:cubicBezTo>
                  <a:pt x="64348" y="33466"/>
                  <a:pt x="64409" y="33649"/>
                  <a:pt x="64439" y="33740"/>
                </a:cubicBezTo>
                <a:cubicBezTo>
                  <a:pt x="64483" y="34030"/>
                  <a:pt x="64740" y="34270"/>
                  <a:pt x="64970" y="34270"/>
                </a:cubicBezTo>
                <a:cubicBezTo>
                  <a:pt x="65054" y="34270"/>
                  <a:pt x="65134" y="34238"/>
                  <a:pt x="65199" y="34165"/>
                </a:cubicBezTo>
                <a:cubicBezTo>
                  <a:pt x="65558" y="33696"/>
                  <a:pt x="66117" y="33427"/>
                  <a:pt x="66694" y="33427"/>
                </a:cubicBezTo>
                <a:cubicBezTo>
                  <a:pt x="66753" y="33427"/>
                  <a:pt x="66812" y="33430"/>
                  <a:pt x="66871" y="33436"/>
                </a:cubicBezTo>
                <a:cubicBezTo>
                  <a:pt x="67053" y="33436"/>
                  <a:pt x="67266" y="33405"/>
                  <a:pt x="67448" y="33345"/>
                </a:cubicBezTo>
                <a:cubicBezTo>
                  <a:pt x="67630" y="33436"/>
                  <a:pt x="67782" y="33527"/>
                  <a:pt x="67965" y="33618"/>
                </a:cubicBezTo>
                <a:cubicBezTo>
                  <a:pt x="68117" y="33649"/>
                  <a:pt x="68330" y="33618"/>
                  <a:pt x="68390" y="33679"/>
                </a:cubicBezTo>
                <a:cubicBezTo>
                  <a:pt x="68498" y="33840"/>
                  <a:pt x="68587" y="33895"/>
                  <a:pt x="68664" y="33895"/>
                </a:cubicBezTo>
                <a:cubicBezTo>
                  <a:pt x="68762" y="33895"/>
                  <a:pt x="68839" y="33808"/>
                  <a:pt x="68907" y="33740"/>
                </a:cubicBezTo>
                <a:cubicBezTo>
                  <a:pt x="69089" y="33861"/>
                  <a:pt x="69241" y="33953"/>
                  <a:pt x="69424" y="34074"/>
                </a:cubicBezTo>
                <a:cubicBezTo>
                  <a:pt x="69494" y="34109"/>
                  <a:pt x="69555" y="34125"/>
                  <a:pt x="69609" y="34125"/>
                </a:cubicBezTo>
                <a:cubicBezTo>
                  <a:pt x="69884" y="34125"/>
                  <a:pt x="69981" y="33735"/>
                  <a:pt x="70184" y="33557"/>
                </a:cubicBezTo>
                <a:lnTo>
                  <a:pt x="70488" y="33527"/>
                </a:lnTo>
                <a:lnTo>
                  <a:pt x="71582" y="33588"/>
                </a:lnTo>
                <a:cubicBezTo>
                  <a:pt x="71582" y="33557"/>
                  <a:pt x="71582" y="33527"/>
                  <a:pt x="71582" y="33527"/>
                </a:cubicBezTo>
                <a:cubicBezTo>
                  <a:pt x="71612" y="33375"/>
                  <a:pt x="71673" y="33132"/>
                  <a:pt x="71734" y="33132"/>
                </a:cubicBezTo>
                <a:cubicBezTo>
                  <a:pt x="71761" y="33127"/>
                  <a:pt x="71789" y="33124"/>
                  <a:pt x="71817" y="33124"/>
                </a:cubicBezTo>
                <a:cubicBezTo>
                  <a:pt x="71949" y="33124"/>
                  <a:pt x="72090" y="33178"/>
                  <a:pt x="72190" y="33253"/>
                </a:cubicBezTo>
                <a:cubicBezTo>
                  <a:pt x="72281" y="33314"/>
                  <a:pt x="72281" y="33557"/>
                  <a:pt x="72281" y="33679"/>
                </a:cubicBezTo>
                <a:cubicBezTo>
                  <a:pt x="72281" y="33831"/>
                  <a:pt x="72220" y="33892"/>
                  <a:pt x="72220" y="33983"/>
                </a:cubicBezTo>
                <a:cubicBezTo>
                  <a:pt x="72251" y="34135"/>
                  <a:pt x="72311" y="34257"/>
                  <a:pt x="72342" y="34378"/>
                </a:cubicBezTo>
                <a:cubicBezTo>
                  <a:pt x="72433" y="34317"/>
                  <a:pt x="72524" y="34226"/>
                  <a:pt x="72585" y="34135"/>
                </a:cubicBezTo>
                <a:cubicBezTo>
                  <a:pt x="72676" y="33983"/>
                  <a:pt x="72767" y="33801"/>
                  <a:pt x="72859" y="33649"/>
                </a:cubicBezTo>
                <a:lnTo>
                  <a:pt x="73132" y="34135"/>
                </a:lnTo>
                <a:cubicBezTo>
                  <a:pt x="73132" y="34165"/>
                  <a:pt x="73162" y="34165"/>
                  <a:pt x="73223" y="34196"/>
                </a:cubicBezTo>
                <a:cubicBezTo>
                  <a:pt x="73254" y="34105"/>
                  <a:pt x="73284" y="34013"/>
                  <a:pt x="73314" y="33922"/>
                </a:cubicBezTo>
                <a:cubicBezTo>
                  <a:pt x="73345" y="33405"/>
                  <a:pt x="73588" y="33253"/>
                  <a:pt x="73953" y="33223"/>
                </a:cubicBezTo>
                <a:cubicBezTo>
                  <a:pt x="74044" y="33193"/>
                  <a:pt x="74135" y="33162"/>
                  <a:pt x="74226" y="33102"/>
                </a:cubicBezTo>
                <a:cubicBezTo>
                  <a:pt x="74500" y="32919"/>
                  <a:pt x="74773" y="32737"/>
                  <a:pt x="75077" y="32554"/>
                </a:cubicBezTo>
                <a:cubicBezTo>
                  <a:pt x="75241" y="32472"/>
                  <a:pt x="75397" y="32355"/>
                  <a:pt x="75552" y="32355"/>
                </a:cubicBezTo>
                <a:cubicBezTo>
                  <a:pt x="75685" y="32355"/>
                  <a:pt x="75819" y="32440"/>
                  <a:pt x="75959" y="32706"/>
                </a:cubicBezTo>
                <a:lnTo>
                  <a:pt x="76293" y="32159"/>
                </a:lnTo>
                <a:cubicBezTo>
                  <a:pt x="76459" y="32180"/>
                  <a:pt x="76625" y="32229"/>
                  <a:pt x="76733" y="32229"/>
                </a:cubicBezTo>
                <a:cubicBezTo>
                  <a:pt x="76784" y="32229"/>
                  <a:pt x="76821" y="32219"/>
                  <a:pt x="76840" y="32190"/>
                </a:cubicBezTo>
                <a:cubicBezTo>
                  <a:pt x="76871" y="32159"/>
                  <a:pt x="76932" y="32129"/>
                  <a:pt x="76962" y="32098"/>
                </a:cubicBezTo>
                <a:lnTo>
                  <a:pt x="77144" y="32220"/>
                </a:lnTo>
                <a:lnTo>
                  <a:pt x="77418" y="32007"/>
                </a:lnTo>
                <a:cubicBezTo>
                  <a:pt x="77479" y="32038"/>
                  <a:pt x="77570" y="32038"/>
                  <a:pt x="77631" y="32068"/>
                </a:cubicBezTo>
                <a:cubicBezTo>
                  <a:pt x="77691" y="32098"/>
                  <a:pt x="77752" y="32159"/>
                  <a:pt x="77813" y="32220"/>
                </a:cubicBezTo>
                <a:lnTo>
                  <a:pt x="77813" y="32250"/>
                </a:lnTo>
                <a:cubicBezTo>
                  <a:pt x="77722" y="32372"/>
                  <a:pt x="77631" y="32524"/>
                  <a:pt x="77570" y="32676"/>
                </a:cubicBezTo>
                <a:cubicBezTo>
                  <a:pt x="77539" y="32798"/>
                  <a:pt x="77570" y="32950"/>
                  <a:pt x="77631" y="33041"/>
                </a:cubicBezTo>
                <a:cubicBezTo>
                  <a:pt x="77640" y="33059"/>
                  <a:pt x="77662" y="33066"/>
                  <a:pt x="77690" y="33066"/>
                </a:cubicBezTo>
                <a:cubicBezTo>
                  <a:pt x="77757" y="33066"/>
                  <a:pt x="77861" y="33023"/>
                  <a:pt x="77904" y="32980"/>
                </a:cubicBezTo>
                <a:cubicBezTo>
                  <a:pt x="77965" y="32889"/>
                  <a:pt x="77965" y="32889"/>
                  <a:pt x="77995" y="32858"/>
                </a:cubicBezTo>
                <a:cubicBezTo>
                  <a:pt x="78056" y="33041"/>
                  <a:pt x="78147" y="33223"/>
                  <a:pt x="78269" y="33497"/>
                </a:cubicBezTo>
                <a:lnTo>
                  <a:pt x="78451" y="33071"/>
                </a:lnTo>
                <a:lnTo>
                  <a:pt x="78451" y="33284"/>
                </a:lnTo>
                <a:lnTo>
                  <a:pt x="78603" y="33193"/>
                </a:lnTo>
                <a:lnTo>
                  <a:pt x="78755" y="33314"/>
                </a:lnTo>
                <a:lnTo>
                  <a:pt x="78846" y="33010"/>
                </a:lnTo>
                <a:lnTo>
                  <a:pt x="79242" y="32706"/>
                </a:lnTo>
                <a:cubicBezTo>
                  <a:pt x="79272" y="32676"/>
                  <a:pt x="79302" y="32646"/>
                  <a:pt x="79333" y="32615"/>
                </a:cubicBezTo>
                <a:cubicBezTo>
                  <a:pt x="79333" y="32554"/>
                  <a:pt x="79333" y="32494"/>
                  <a:pt x="79363" y="32463"/>
                </a:cubicBezTo>
                <a:cubicBezTo>
                  <a:pt x="79606" y="32463"/>
                  <a:pt x="79546" y="32159"/>
                  <a:pt x="79606" y="31946"/>
                </a:cubicBezTo>
                <a:lnTo>
                  <a:pt x="79789" y="31825"/>
                </a:lnTo>
                <a:cubicBezTo>
                  <a:pt x="79850" y="31673"/>
                  <a:pt x="79941" y="31551"/>
                  <a:pt x="80062" y="31460"/>
                </a:cubicBezTo>
                <a:cubicBezTo>
                  <a:pt x="80093" y="31430"/>
                  <a:pt x="80154" y="31399"/>
                  <a:pt x="80184" y="31369"/>
                </a:cubicBezTo>
                <a:cubicBezTo>
                  <a:pt x="80245" y="31339"/>
                  <a:pt x="80214" y="31339"/>
                  <a:pt x="80245" y="31308"/>
                </a:cubicBezTo>
                <a:cubicBezTo>
                  <a:pt x="80518" y="31126"/>
                  <a:pt x="80822" y="31004"/>
                  <a:pt x="81126" y="30943"/>
                </a:cubicBezTo>
                <a:lnTo>
                  <a:pt x="81521" y="31217"/>
                </a:lnTo>
                <a:lnTo>
                  <a:pt x="82008" y="30700"/>
                </a:lnTo>
                <a:cubicBezTo>
                  <a:pt x="82190" y="30761"/>
                  <a:pt x="82372" y="30883"/>
                  <a:pt x="82524" y="31004"/>
                </a:cubicBezTo>
                <a:cubicBezTo>
                  <a:pt x="82616" y="31065"/>
                  <a:pt x="82676" y="31065"/>
                  <a:pt x="82768" y="31065"/>
                </a:cubicBezTo>
                <a:lnTo>
                  <a:pt x="82859" y="31065"/>
                </a:lnTo>
                <a:lnTo>
                  <a:pt x="82859" y="31187"/>
                </a:lnTo>
                <a:lnTo>
                  <a:pt x="83132" y="31065"/>
                </a:lnTo>
                <a:lnTo>
                  <a:pt x="83771" y="31065"/>
                </a:lnTo>
                <a:cubicBezTo>
                  <a:pt x="84287" y="31065"/>
                  <a:pt x="84774" y="31035"/>
                  <a:pt x="85290" y="30974"/>
                </a:cubicBezTo>
                <a:cubicBezTo>
                  <a:pt x="85686" y="30943"/>
                  <a:pt x="86111" y="30852"/>
                  <a:pt x="86506" y="30791"/>
                </a:cubicBezTo>
                <a:lnTo>
                  <a:pt x="86506" y="30883"/>
                </a:lnTo>
                <a:lnTo>
                  <a:pt x="86506" y="30974"/>
                </a:lnTo>
                <a:lnTo>
                  <a:pt x="86597" y="31065"/>
                </a:lnTo>
                <a:cubicBezTo>
                  <a:pt x="86719" y="31126"/>
                  <a:pt x="86871" y="31187"/>
                  <a:pt x="86993" y="31247"/>
                </a:cubicBezTo>
                <a:cubicBezTo>
                  <a:pt x="87175" y="31278"/>
                  <a:pt x="87327" y="31247"/>
                  <a:pt x="87479" y="31308"/>
                </a:cubicBezTo>
                <a:cubicBezTo>
                  <a:pt x="87540" y="31343"/>
                  <a:pt x="87593" y="31358"/>
                  <a:pt x="87641" y="31358"/>
                </a:cubicBezTo>
                <a:cubicBezTo>
                  <a:pt x="87761" y="31358"/>
                  <a:pt x="87848" y="31265"/>
                  <a:pt x="87935" y="31156"/>
                </a:cubicBezTo>
                <a:cubicBezTo>
                  <a:pt x="88117" y="31004"/>
                  <a:pt x="88300" y="30913"/>
                  <a:pt x="88482" y="30822"/>
                </a:cubicBezTo>
                <a:lnTo>
                  <a:pt x="88634" y="30731"/>
                </a:lnTo>
                <a:cubicBezTo>
                  <a:pt x="88816" y="31004"/>
                  <a:pt x="88907" y="31308"/>
                  <a:pt x="88907" y="31643"/>
                </a:cubicBezTo>
                <a:cubicBezTo>
                  <a:pt x="88999" y="31582"/>
                  <a:pt x="89059" y="31551"/>
                  <a:pt x="89120" y="31521"/>
                </a:cubicBezTo>
                <a:cubicBezTo>
                  <a:pt x="89274" y="31393"/>
                  <a:pt x="89374" y="31324"/>
                  <a:pt x="89445" y="31324"/>
                </a:cubicBezTo>
                <a:cubicBezTo>
                  <a:pt x="89542" y="31324"/>
                  <a:pt x="89584" y="31453"/>
                  <a:pt x="89637" y="31734"/>
                </a:cubicBezTo>
                <a:cubicBezTo>
                  <a:pt x="89698" y="31946"/>
                  <a:pt x="89728" y="32190"/>
                  <a:pt x="89759" y="32311"/>
                </a:cubicBezTo>
                <a:cubicBezTo>
                  <a:pt x="90002" y="32098"/>
                  <a:pt x="90245" y="31916"/>
                  <a:pt x="90488" y="31703"/>
                </a:cubicBezTo>
                <a:lnTo>
                  <a:pt x="90731" y="32676"/>
                </a:lnTo>
                <a:cubicBezTo>
                  <a:pt x="90974" y="32250"/>
                  <a:pt x="90883" y="31703"/>
                  <a:pt x="91339" y="31582"/>
                </a:cubicBezTo>
                <a:cubicBezTo>
                  <a:pt x="91365" y="31371"/>
                  <a:pt x="91312" y="31320"/>
                  <a:pt x="91235" y="31320"/>
                </a:cubicBezTo>
                <a:cubicBezTo>
                  <a:pt x="91164" y="31320"/>
                  <a:pt x="91071" y="31365"/>
                  <a:pt x="91006" y="31365"/>
                </a:cubicBezTo>
                <a:cubicBezTo>
                  <a:pt x="90980" y="31365"/>
                  <a:pt x="90959" y="31358"/>
                  <a:pt x="90944" y="31339"/>
                </a:cubicBezTo>
                <a:lnTo>
                  <a:pt x="90944" y="30609"/>
                </a:lnTo>
                <a:cubicBezTo>
                  <a:pt x="91035" y="30639"/>
                  <a:pt x="91126" y="30731"/>
                  <a:pt x="91187" y="30822"/>
                </a:cubicBezTo>
                <a:cubicBezTo>
                  <a:pt x="91256" y="30959"/>
                  <a:pt x="91330" y="31022"/>
                  <a:pt x="91405" y="31022"/>
                </a:cubicBezTo>
                <a:cubicBezTo>
                  <a:pt x="91497" y="31022"/>
                  <a:pt x="91590" y="30928"/>
                  <a:pt x="91673" y="30761"/>
                </a:cubicBezTo>
                <a:cubicBezTo>
                  <a:pt x="91734" y="30670"/>
                  <a:pt x="91765" y="30518"/>
                  <a:pt x="91825" y="30518"/>
                </a:cubicBezTo>
                <a:cubicBezTo>
                  <a:pt x="91947" y="30457"/>
                  <a:pt x="92069" y="30457"/>
                  <a:pt x="92221" y="30427"/>
                </a:cubicBezTo>
                <a:lnTo>
                  <a:pt x="92221" y="30427"/>
                </a:lnTo>
                <a:cubicBezTo>
                  <a:pt x="92221" y="30579"/>
                  <a:pt x="92190" y="30731"/>
                  <a:pt x="92129" y="30852"/>
                </a:cubicBezTo>
                <a:cubicBezTo>
                  <a:pt x="91977" y="31126"/>
                  <a:pt x="91825" y="31339"/>
                  <a:pt x="92160" y="31521"/>
                </a:cubicBezTo>
                <a:cubicBezTo>
                  <a:pt x="92251" y="31551"/>
                  <a:pt x="92221" y="31794"/>
                  <a:pt x="92281" y="31855"/>
                </a:cubicBezTo>
                <a:cubicBezTo>
                  <a:pt x="92403" y="31977"/>
                  <a:pt x="92585" y="32098"/>
                  <a:pt x="92768" y="32129"/>
                </a:cubicBezTo>
                <a:cubicBezTo>
                  <a:pt x="92798" y="32129"/>
                  <a:pt x="92889" y="31946"/>
                  <a:pt x="92980" y="31855"/>
                </a:cubicBezTo>
                <a:cubicBezTo>
                  <a:pt x="93127" y="31620"/>
                  <a:pt x="93302" y="31215"/>
                  <a:pt x="93424" y="31215"/>
                </a:cubicBezTo>
                <a:cubicBezTo>
                  <a:pt x="93428" y="31215"/>
                  <a:pt x="93432" y="31216"/>
                  <a:pt x="93436" y="31217"/>
                </a:cubicBezTo>
                <a:cubicBezTo>
                  <a:pt x="93486" y="31228"/>
                  <a:pt x="93532" y="31234"/>
                  <a:pt x="93576" y="31234"/>
                </a:cubicBezTo>
                <a:cubicBezTo>
                  <a:pt x="93885" y="31234"/>
                  <a:pt x="94078" y="30974"/>
                  <a:pt x="94318" y="30761"/>
                </a:cubicBezTo>
                <a:cubicBezTo>
                  <a:pt x="94399" y="30707"/>
                  <a:pt x="94529" y="30604"/>
                  <a:pt x="94621" y="30604"/>
                </a:cubicBezTo>
                <a:cubicBezTo>
                  <a:pt x="94632" y="30604"/>
                  <a:pt x="94642" y="30606"/>
                  <a:pt x="94652" y="30609"/>
                </a:cubicBezTo>
                <a:cubicBezTo>
                  <a:pt x="94684" y="30615"/>
                  <a:pt x="94714" y="30618"/>
                  <a:pt x="94742" y="30618"/>
                </a:cubicBezTo>
                <a:cubicBezTo>
                  <a:pt x="95009" y="30618"/>
                  <a:pt x="95117" y="30367"/>
                  <a:pt x="95199" y="30092"/>
                </a:cubicBezTo>
                <a:cubicBezTo>
                  <a:pt x="95230" y="30032"/>
                  <a:pt x="95260" y="29940"/>
                  <a:pt x="95321" y="29849"/>
                </a:cubicBezTo>
                <a:lnTo>
                  <a:pt x="95443" y="29849"/>
                </a:lnTo>
                <a:lnTo>
                  <a:pt x="95534" y="31308"/>
                </a:lnTo>
                <a:lnTo>
                  <a:pt x="95625" y="31308"/>
                </a:lnTo>
                <a:cubicBezTo>
                  <a:pt x="95686" y="31095"/>
                  <a:pt x="95746" y="30913"/>
                  <a:pt x="95868" y="30731"/>
                </a:cubicBezTo>
                <a:cubicBezTo>
                  <a:pt x="95990" y="30518"/>
                  <a:pt x="96111" y="30335"/>
                  <a:pt x="95929" y="30123"/>
                </a:cubicBezTo>
                <a:cubicBezTo>
                  <a:pt x="95898" y="30062"/>
                  <a:pt x="95898" y="30001"/>
                  <a:pt x="95929" y="29940"/>
                </a:cubicBezTo>
                <a:cubicBezTo>
                  <a:pt x="95947" y="29905"/>
                  <a:pt x="95985" y="29890"/>
                  <a:pt x="96027" y="29890"/>
                </a:cubicBezTo>
                <a:cubicBezTo>
                  <a:pt x="96056" y="29890"/>
                  <a:pt x="96086" y="29897"/>
                  <a:pt x="96111" y="29910"/>
                </a:cubicBezTo>
                <a:cubicBezTo>
                  <a:pt x="96172" y="29940"/>
                  <a:pt x="96202" y="30001"/>
                  <a:pt x="96263" y="30062"/>
                </a:cubicBezTo>
                <a:cubicBezTo>
                  <a:pt x="96398" y="30197"/>
                  <a:pt x="96504" y="30268"/>
                  <a:pt x="96591" y="30268"/>
                </a:cubicBezTo>
                <a:cubicBezTo>
                  <a:pt x="96720" y="30268"/>
                  <a:pt x="96811" y="30114"/>
                  <a:pt x="96902" y="29788"/>
                </a:cubicBezTo>
                <a:lnTo>
                  <a:pt x="97449" y="29241"/>
                </a:lnTo>
                <a:cubicBezTo>
                  <a:pt x="97570" y="29059"/>
                  <a:pt x="97692" y="28907"/>
                  <a:pt x="97813" y="28755"/>
                </a:cubicBezTo>
                <a:cubicBezTo>
                  <a:pt x="97996" y="28633"/>
                  <a:pt x="98209" y="28512"/>
                  <a:pt x="98421" y="28390"/>
                </a:cubicBezTo>
                <a:lnTo>
                  <a:pt x="98786" y="28360"/>
                </a:lnTo>
                <a:lnTo>
                  <a:pt x="99060" y="28269"/>
                </a:lnTo>
                <a:lnTo>
                  <a:pt x="98391" y="27752"/>
                </a:lnTo>
                <a:lnTo>
                  <a:pt x="98391" y="27752"/>
                </a:lnTo>
                <a:cubicBezTo>
                  <a:pt x="98523" y="27796"/>
                  <a:pt x="98662" y="27847"/>
                  <a:pt x="98788" y="27847"/>
                </a:cubicBezTo>
                <a:cubicBezTo>
                  <a:pt x="98923" y="27847"/>
                  <a:pt x="99042" y="27788"/>
                  <a:pt x="99120" y="27600"/>
                </a:cubicBezTo>
                <a:cubicBezTo>
                  <a:pt x="99275" y="27271"/>
                  <a:pt x="99405" y="27115"/>
                  <a:pt x="99597" y="27115"/>
                </a:cubicBezTo>
                <a:cubicBezTo>
                  <a:pt x="99706" y="27115"/>
                  <a:pt x="99836" y="27166"/>
                  <a:pt x="100002" y="27266"/>
                </a:cubicBezTo>
                <a:cubicBezTo>
                  <a:pt x="99938" y="27734"/>
                  <a:pt x="99919" y="27874"/>
                  <a:pt x="100039" y="27874"/>
                </a:cubicBezTo>
                <a:cubicBezTo>
                  <a:pt x="100090" y="27874"/>
                  <a:pt x="100166" y="27849"/>
                  <a:pt x="100275" y="27813"/>
                </a:cubicBezTo>
                <a:lnTo>
                  <a:pt x="100883" y="27418"/>
                </a:lnTo>
                <a:lnTo>
                  <a:pt x="100944" y="27539"/>
                </a:lnTo>
                <a:lnTo>
                  <a:pt x="101035" y="26992"/>
                </a:lnTo>
                <a:lnTo>
                  <a:pt x="101309" y="26901"/>
                </a:lnTo>
                <a:lnTo>
                  <a:pt x="101886" y="26992"/>
                </a:lnTo>
                <a:lnTo>
                  <a:pt x="103011" y="27296"/>
                </a:lnTo>
                <a:cubicBezTo>
                  <a:pt x="103186" y="27377"/>
                  <a:pt x="103379" y="27416"/>
                  <a:pt x="103571" y="27416"/>
                </a:cubicBezTo>
                <a:cubicBezTo>
                  <a:pt x="103813" y="27416"/>
                  <a:pt x="104054" y="27354"/>
                  <a:pt x="104257" y="27235"/>
                </a:cubicBezTo>
                <a:lnTo>
                  <a:pt x="105564" y="26566"/>
                </a:lnTo>
                <a:lnTo>
                  <a:pt x="106841" y="26414"/>
                </a:lnTo>
                <a:lnTo>
                  <a:pt x="107662" y="26354"/>
                </a:lnTo>
                <a:cubicBezTo>
                  <a:pt x="107782" y="26430"/>
                  <a:pt x="107891" y="26471"/>
                  <a:pt x="107989" y="26471"/>
                </a:cubicBezTo>
                <a:cubicBezTo>
                  <a:pt x="108163" y="26471"/>
                  <a:pt x="108305" y="26341"/>
                  <a:pt x="108422" y="26050"/>
                </a:cubicBezTo>
                <a:cubicBezTo>
                  <a:pt x="108482" y="25928"/>
                  <a:pt x="108573" y="25837"/>
                  <a:pt x="108665" y="25715"/>
                </a:cubicBezTo>
                <a:lnTo>
                  <a:pt x="109577" y="25290"/>
                </a:lnTo>
                <a:cubicBezTo>
                  <a:pt x="109668" y="25259"/>
                  <a:pt x="109759" y="25229"/>
                  <a:pt x="109880" y="25229"/>
                </a:cubicBezTo>
                <a:cubicBezTo>
                  <a:pt x="110154" y="25168"/>
                  <a:pt x="110458" y="25229"/>
                  <a:pt x="110671" y="25077"/>
                </a:cubicBezTo>
                <a:cubicBezTo>
                  <a:pt x="110797" y="24950"/>
                  <a:pt x="110987" y="24887"/>
                  <a:pt x="111170" y="24887"/>
                </a:cubicBezTo>
                <a:cubicBezTo>
                  <a:pt x="111207" y="24887"/>
                  <a:pt x="111243" y="24890"/>
                  <a:pt x="111279" y="24895"/>
                </a:cubicBezTo>
                <a:cubicBezTo>
                  <a:pt x="111491" y="24925"/>
                  <a:pt x="111704" y="24925"/>
                  <a:pt x="111917" y="24955"/>
                </a:cubicBezTo>
                <a:cubicBezTo>
                  <a:pt x="111956" y="24963"/>
                  <a:pt x="111991" y="24967"/>
                  <a:pt x="112023" y="24967"/>
                </a:cubicBezTo>
                <a:cubicBezTo>
                  <a:pt x="112242" y="24967"/>
                  <a:pt x="112308" y="24788"/>
                  <a:pt x="112282" y="24469"/>
                </a:cubicBezTo>
                <a:lnTo>
                  <a:pt x="113042" y="24135"/>
                </a:lnTo>
                <a:cubicBezTo>
                  <a:pt x="113346" y="23983"/>
                  <a:pt x="113650" y="23831"/>
                  <a:pt x="113984" y="23709"/>
                </a:cubicBezTo>
                <a:cubicBezTo>
                  <a:pt x="115200" y="23253"/>
                  <a:pt x="116355" y="22615"/>
                  <a:pt x="117358" y="21764"/>
                </a:cubicBezTo>
                <a:lnTo>
                  <a:pt x="117753" y="22098"/>
                </a:lnTo>
                <a:cubicBezTo>
                  <a:pt x="117753" y="22068"/>
                  <a:pt x="117783" y="22037"/>
                  <a:pt x="117814" y="22007"/>
                </a:cubicBezTo>
                <a:lnTo>
                  <a:pt x="118027" y="21764"/>
                </a:lnTo>
                <a:cubicBezTo>
                  <a:pt x="118087" y="21916"/>
                  <a:pt x="118148" y="22037"/>
                  <a:pt x="118179" y="22159"/>
                </a:cubicBezTo>
                <a:cubicBezTo>
                  <a:pt x="118209" y="22311"/>
                  <a:pt x="118239" y="22433"/>
                  <a:pt x="118239" y="22585"/>
                </a:cubicBezTo>
                <a:lnTo>
                  <a:pt x="118361" y="22585"/>
                </a:lnTo>
                <a:lnTo>
                  <a:pt x="118452" y="22159"/>
                </a:lnTo>
                <a:cubicBezTo>
                  <a:pt x="118511" y="21983"/>
                  <a:pt x="118569" y="21610"/>
                  <a:pt x="118573" y="21610"/>
                </a:cubicBezTo>
                <a:cubicBezTo>
                  <a:pt x="118574" y="21610"/>
                  <a:pt x="118574" y="21611"/>
                  <a:pt x="118574" y="21612"/>
                </a:cubicBezTo>
                <a:cubicBezTo>
                  <a:pt x="118603" y="21617"/>
                  <a:pt x="118631" y="21619"/>
                  <a:pt x="118658" y="21619"/>
                </a:cubicBezTo>
                <a:cubicBezTo>
                  <a:pt x="118959" y="21619"/>
                  <a:pt x="119077" y="21321"/>
                  <a:pt x="119273" y="21126"/>
                </a:cubicBezTo>
                <a:cubicBezTo>
                  <a:pt x="120549" y="20761"/>
                  <a:pt x="121279" y="19484"/>
                  <a:pt x="122160" y="18451"/>
                </a:cubicBezTo>
                <a:lnTo>
                  <a:pt x="122221" y="18451"/>
                </a:lnTo>
                <a:cubicBezTo>
                  <a:pt x="122343" y="18572"/>
                  <a:pt x="122464" y="18664"/>
                  <a:pt x="122616" y="18785"/>
                </a:cubicBezTo>
                <a:cubicBezTo>
                  <a:pt x="122738" y="18876"/>
                  <a:pt x="122799" y="18968"/>
                  <a:pt x="122920" y="19059"/>
                </a:cubicBezTo>
                <a:cubicBezTo>
                  <a:pt x="122951" y="18937"/>
                  <a:pt x="123011" y="18785"/>
                  <a:pt x="123072" y="18664"/>
                </a:cubicBezTo>
                <a:cubicBezTo>
                  <a:pt x="123103" y="18512"/>
                  <a:pt x="123133" y="18360"/>
                  <a:pt x="123163" y="18208"/>
                </a:cubicBezTo>
                <a:cubicBezTo>
                  <a:pt x="123224" y="18116"/>
                  <a:pt x="123315" y="18086"/>
                  <a:pt x="123407" y="18086"/>
                </a:cubicBezTo>
                <a:cubicBezTo>
                  <a:pt x="123467" y="18086"/>
                  <a:pt x="123498" y="18268"/>
                  <a:pt x="123528" y="18360"/>
                </a:cubicBezTo>
                <a:cubicBezTo>
                  <a:pt x="123528" y="18451"/>
                  <a:pt x="123498" y="18542"/>
                  <a:pt x="123528" y="18633"/>
                </a:cubicBezTo>
                <a:cubicBezTo>
                  <a:pt x="123559" y="18846"/>
                  <a:pt x="123346" y="19211"/>
                  <a:pt x="123650" y="19271"/>
                </a:cubicBezTo>
                <a:cubicBezTo>
                  <a:pt x="123662" y="19273"/>
                  <a:pt x="123674" y="19273"/>
                  <a:pt x="123685" y="19273"/>
                </a:cubicBezTo>
                <a:cubicBezTo>
                  <a:pt x="123975" y="19273"/>
                  <a:pt x="123864" y="18898"/>
                  <a:pt x="123893" y="18664"/>
                </a:cubicBezTo>
                <a:cubicBezTo>
                  <a:pt x="123923" y="18268"/>
                  <a:pt x="124045" y="18025"/>
                  <a:pt x="124410" y="18025"/>
                </a:cubicBezTo>
                <a:cubicBezTo>
                  <a:pt x="124531" y="18025"/>
                  <a:pt x="124653" y="17873"/>
                  <a:pt x="124774" y="17782"/>
                </a:cubicBezTo>
                <a:cubicBezTo>
                  <a:pt x="124896" y="17721"/>
                  <a:pt x="124926" y="17691"/>
                  <a:pt x="125018" y="17630"/>
                </a:cubicBezTo>
                <a:lnTo>
                  <a:pt x="126173" y="17022"/>
                </a:lnTo>
                <a:lnTo>
                  <a:pt x="126568" y="16627"/>
                </a:lnTo>
                <a:cubicBezTo>
                  <a:pt x="126629" y="16566"/>
                  <a:pt x="126689" y="16505"/>
                  <a:pt x="126720" y="16445"/>
                </a:cubicBezTo>
                <a:lnTo>
                  <a:pt x="126781" y="16353"/>
                </a:lnTo>
                <a:lnTo>
                  <a:pt x="127692" y="14287"/>
                </a:lnTo>
                <a:cubicBezTo>
                  <a:pt x="127844" y="13952"/>
                  <a:pt x="127844" y="13587"/>
                  <a:pt x="127692" y="13253"/>
                </a:cubicBezTo>
                <a:cubicBezTo>
                  <a:pt x="127480" y="12645"/>
                  <a:pt x="127328" y="12007"/>
                  <a:pt x="127145" y="11369"/>
                </a:cubicBezTo>
                <a:cubicBezTo>
                  <a:pt x="127115" y="11217"/>
                  <a:pt x="127024" y="11095"/>
                  <a:pt x="126932" y="10973"/>
                </a:cubicBezTo>
                <a:cubicBezTo>
                  <a:pt x="126537" y="10609"/>
                  <a:pt x="126142" y="10366"/>
                  <a:pt x="125960" y="9758"/>
                </a:cubicBezTo>
                <a:cubicBezTo>
                  <a:pt x="125960" y="9666"/>
                  <a:pt x="125869" y="9636"/>
                  <a:pt x="125808" y="9575"/>
                </a:cubicBezTo>
                <a:cubicBezTo>
                  <a:pt x="125473" y="9241"/>
                  <a:pt x="125139" y="8876"/>
                  <a:pt x="124805" y="8572"/>
                </a:cubicBezTo>
                <a:cubicBezTo>
                  <a:pt x="124653" y="8390"/>
                  <a:pt x="124440" y="8238"/>
                  <a:pt x="124197" y="8147"/>
                </a:cubicBezTo>
                <a:cubicBezTo>
                  <a:pt x="123680" y="8025"/>
                  <a:pt x="123224" y="7630"/>
                  <a:pt x="123072" y="7113"/>
                </a:cubicBezTo>
                <a:cubicBezTo>
                  <a:pt x="122951" y="6992"/>
                  <a:pt x="122799" y="6870"/>
                  <a:pt x="122677" y="6779"/>
                </a:cubicBezTo>
                <a:cubicBezTo>
                  <a:pt x="121948" y="6353"/>
                  <a:pt x="121948" y="6353"/>
                  <a:pt x="121978" y="5441"/>
                </a:cubicBezTo>
                <a:cubicBezTo>
                  <a:pt x="121978" y="5411"/>
                  <a:pt x="121948" y="5381"/>
                  <a:pt x="121917" y="5320"/>
                </a:cubicBezTo>
                <a:lnTo>
                  <a:pt x="121583" y="5472"/>
                </a:lnTo>
                <a:lnTo>
                  <a:pt x="121492" y="5654"/>
                </a:lnTo>
                <a:cubicBezTo>
                  <a:pt x="121431" y="5654"/>
                  <a:pt x="121362" y="5662"/>
                  <a:pt x="121298" y="5662"/>
                </a:cubicBezTo>
                <a:cubicBezTo>
                  <a:pt x="121233" y="5662"/>
                  <a:pt x="121173" y="5654"/>
                  <a:pt x="121127" y="5624"/>
                </a:cubicBezTo>
                <a:cubicBezTo>
                  <a:pt x="120762" y="5381"/>
                  <a:pt x="120428" y="5107"/>
                  <a:pt x="120063" y="4864"/>
                </a:cubicBezTo>
                <a:cubicBezTo>
                  <a:pt x="119972" y="4803"/>
                  <a:pt x="119881" y="4742"/>
                  <a:pt x="119789" y="4742"/>
                </a:cubicBezTo>
                <a:cubicBezTo>
                  <a:pt x="119668" y="4771"/>
                  <a:pt x="119546" y="4784"/>
                  <a:pt x="119423" y="4784"/>
                </a:cubicBezTo>
                <a:cubicBezTo>
                  <a:pt x="119025" y="4784"/>
                  <a:pt x="118633" y="4641"/>
                  <a:pt x="118331" y="4408"/>
                </a:cubicBezTo>
                <a:cubicBezTo>
                  <a:pt x="118196" y="4312"/>
                  <a:pt x="118037" y="4252"/>
                  <a:pt x="117877" y="4252"/>
                </a:cubicBezTo>
                <a:cubicBezTo>
                  <a:pt x="117784" y="4252"/>
                  <a:pt x="117690" y="4272"/>
                  <a:pt x="117601" y="4317"/>
                </a:cubicBezTo>
                <a:cubicBezTo>
                  <a:pt x="117175" y="4621"/>
                  <a:pt x="116689" y="4803"/>
                  <a:pt x="116172" y="4894"/>
                </a:cubicBezTo>
                <a:cubicBezTo>
                  <a:pt x="115871" y="5171"/>
                  <a:pt x="115486" y="5343"/>
                  <a:pt x="115087" y="5343"/>
                </a:cubicBezTo>
                <a:cubicBezTo>
                  <a:pt x="115004" y="5343"/>
                  <a:pt x="114919" y="5336"/>
                  <a:pt x="114835" y="5320"/>
                </a:cubicBezTo>
                <a:cubicBezTo>
                  <a:pt x="114653" y="5274"/>
                  <a:pt x="114463" y="5251"/>
                  <a:pt x="114273" y="5251"/>
                </a:cubicBezTo>
                <a:cubicBezTo>
                  <a:pt x="114083" y="5251"/>
                  <a:pt x="113893" y="5274"/>
                  <a:pt x="113710" y="5320"/>
                </a:cubicBezTo>
                <a:lnTo>
                  <a:pt x="113406" y="5259"/>
                </a:lnTo>
                <a:cubicBezTo>
                  <a:pt x="113208" y="5100"/>
                  <a:pt x="113015" y="5051"/>
                  <a:pt x="112823" y="5051"/>
                </a:cubicBezTo>
                <a:cubicBezTo>
                  <a:pt x="112574" y="5051"/>
                  <a:pt x="112326" y="5134"/>
                  <a:pt x="112069" y="5168"/>
                </a:cubicBezTo>
                <a:lnTo>
                  <a:pt x="111978" y="5077"/>
                </a:lnTo>
                <a:cubicBezTo>
                  <a:pt x="111947" y="4894"/>
                  <a:pt x="111917" y="4682"/>
                  <a:pt x="111887" y="4499"/>
                </a:cubicBezTo>
                <a:cubicBezTo>
                  <a:pt x="111765" y="4134"/>
                  <a:pt x="111735" y="3770"/>
                  <a:pt x="112130" y="3648"/>
                </a:cubicBezTo>
                <a:cubicBezTo>
                  <a:pt x="112130" y="3587"/>
                  <a:pt x="112130" y="3527"/>
                  <a:pt x="112130" y="3496"/>
                </a:cubicBezTo>
                <a:cubicBezTo>
                  <a:pt x="112069" y="3496"/>
                  <a:pt x="111995" y="3483"/>
                  <a:pt x="111943" y="3483"/>
                </a:cubicBezTo>
                <a:cubicBezTo>
                  <a:pt x="111917" y="3483"/>
                  <a:pt x="111897" y="3486"/>
                  <a:pt x="111887" y="3496"/>
                </a:cubicBezTo>
                <a:cubicBezTo>
                  <a:pt x="111674" y="3739"/>
                  <a:pt x="111491" y="3982"/>
                  <a:pt x="111339" y="4256"/>
                </a:cubicBezTo>
                <a:cubicBezTo>
                  <a:pt x="111256" y="4402"/>
                  <a:pt x="111201" y="4533"/>
                  <a:pt x="111117" y="4533"/>
                </a:cubicBezTo>
                <a:cubicBezTo>
                  <a:pt x="111078" y="4533"/>
                  <a:pt x="111032" y="4505"/>
                  <a:pt x="110975" y="4438"/>
                </a:cubicBezTo>
                <a:cubicBezTo>
                  <a:pt x="110848" y="4286"/>
                  <a:pt x="110753" y="4213"/>
                  <a:pt x="110681" y="4213"/>
                </a:cubicBezTo>
                <a:cubicBezTo>
                  <a:pt x="110580" y="4213"/>
                  <a:pt x="110524" y="4355"/>
                  <a:pt x="110488" y="4621"/>
                </a:cubicBezTo>
                <a:cubicBezTo>
                  <a:pt x="110458" y="4682"/>
                  <a:pt x="110397" y="4773"/>
                  <a:pt x="110336" y="4834"/>
                </a:cubicBezTo>
                <a:lnTo>
                  <a:pt x="110154" y="5016"/>
                </a:lnTo>
                <a:lnTo>
                  <a:pt x="110063" y="5016"/>
                </a:lnTo>
                <a:lnTo>
                  <a:pt x="109729" y="4408"/>
                </a:lnTo>
                <a:lnTo>
                  <a:pt x="109455" y="4864"/>
                </a:lnTo>
                <a:cubicBezTo>
                  <a:pt x="109179" y="4538"/>
                  <a:pt x="108883" y="4316"/>
                  <a:pt x="108532" y="4316"/>
                </a:cubicBezTo>
                <a:cubicBezTo>
                  <a:pt x="108457" y="4316"/>
                  <a:pt x="108380" y="4326"/>
                  <a:pt x="108300" y="4347"/>
                </a:cubicBezTo>
                <a:cubicBezTo>
                  <a:pt x="107996" y="4438"/>
                  <a:pt x="107662" y="4530"/>
                  <a:pt x="107358" y="4621"/>
                </a:cubicBezTo>
                <a:cubicBezTo>
                  <a:pt x="107029" y="4659"/>
                  <a:pt x="106714" y="4784"/>
                  <a:pt x="106394" y="4784"/>
                </a:cubicBezTo>
                <a:cubicBezTo>
                  <a:pt x="106211" y="4784"/>
                  <a:pt x="106026" y="4743"/>
                  <a:pt x="105838" y="4621"/>
                </a:cubicBezTo>
                <a:cubicBezTo>
                  <a:pt x="105711" y="4548"/>
                  <a:pt x="105563" y="4454"/>
                  <a:pt x="105412" y="4454"/>
                </a:cubicBezTo>
                <a:cubicBezTo>
                  <a:pt x="105310" y="4454"/>
                  <a:pt x="105207" y="4498"/>
                  <a:pt x="105108" y="4621"/>
                </a:cubicBezTo>
                <a:lnTo>
                  <a:pt x="104956" y="4469"/>
                </a:lnTo>
                <a:cubicBezTo>
                  <a:pt x="104843" y="4786"/>
                  <a:pt x="104662" y="4901"/>
                  <a:pt x="104426" y="4901"/>
                </a:cubicBezTo>
                <a:cubicBezTo>
                  <a:pt x="104346" y="4901"/>
                  <a:pt x="104259" y="4887"/>
                  <a:pt x="104166" y="4864"/>
                </a:cubicBezTo>
                <a:cubicBezTo>
                  <a:pt x="103619" y="4773"/>
                  <a:pt x="103072" y="4712"/>
                  <a:pt x="102494" y="4682"/>
                </a:cubicBezTo>
                <a:cubicBezTo>
                  <a:pt x="102403" y="4682"/>
                  <a:pt x="102282" y="4742"/>
                  <a:pt x="102190" y="4773"/>
                </a:cubicBezTo>
                <a:cubicBezTo>
                  <a:pt x="101978" y="4834"/>
                  <a:pt x="101765" y="4864"/>
                  <a:pt x="101552" y="4894"/>
                </a:cubicBezTo>
                <a:cubicBezTo>
                  <a:pt x="101441" y="4904"/>
                  <a:pt x="101329" y="4908"/>
                  <a:pt x="101218" y="4908"/>
                </a:cubicBezTo>
                <a:cubicBezTo>
                  <a:pt x="100995" y="4908"/>
                  <a:pt x="100772" y="4894"/>
                  <a:pt x="100549" y="4894"/>
                </a:cubicBezTo>
                <a:lnTo>
                  <a:pt x="100610" y="5502"/>
                </a:lnTo>
                <a:cubicBezTo>
                  <a:pt x="100483" y="5601"/>
                  <a:pt x="100336" y="5647"/>
                  <a:pt x="100191" y="5647"/>
                </a:cubicBezTo>
                <a:cubicBezTo>
                  <a:pt x="100024" y="5647"/>
                  <a:pt x="99859" y="5586"/>
                  <a:pt x="99728" y="5472"/>
                </a:cubicBezTo>
                <a:cubicBezTo>
                  <a:pt x="99728" y="5198"/>
                  <a:pt x="99546" y="4955"/>
                  <a:pt x="99303" y="4864"/>
                </a:cubicBezTo>
                <a:cubicBezTo>
                  <a:pt x="98739" y="4801"/>
                  <a:pt x="98189" y="4681"/>
                  <a:pt x="97635" y="4681"/>
                </a:cubicBezTo>
                <a:cubicBezTo>
                  <a:pt x="97382" y="4681"/>
                  <a:pt x="97128" y="4706"/>
                  <a:pt x="96871" y="4773"/>
                </a:cubicBezTo>
                <a:lnTo>
                  <a:pt x="96294" y="5107"/>
                </a:lnTo>
                <a:cubicBezTo>
                  <a:pt x="96229" y="5078"/>
                  <a:pt x="96163" y="5065"/>
                  <a:pt x="96101" y="5065"/>
                </a:cubicBezTo>
                <a:cubicBezTo>
                  <a:pt x="95900" y="5065"/>
                  <a:pt x="95725" y="5203"/>
                  <a:pt x="95655" y="5411"/>
                </a:cubicBezTo>
                <a:lnTo>
                  <a:pt x="95746" y="5776"/>
                </a:lnTo>
                <a:cubicBezTo>
                  <a:pt x="95351" y="5867"/>
                  <a:pt x="95047" y="6171"/>
                  <a:pt x="94895" y="6536"/>
                </a:cubicBezTo>
                <a:lnTo>
                  <a:pt x="93254" y="6475"/>
                </a:lnTo>
                <a:cubicBezTo>
                  <a:pt x="93190" y="6453"/>
                  <a:pt x="93110" y="6432"/>
                  <a:pt x="93037" y="6432"/>
                </a:cubicBezTo>
                <a:cubicBezTo>
                  <a:pt x="93006" y="6432"/>
                  <a:pt x="92977" y="6436"/>
                  <a:pt x="92950" y="6445"/>
                </a:cubicBezTo>
                <a:cubicBezTo>
                  <a:pt x="92950" y="6445"/>
                  <a:pt x="92920" y="6445"/>
                  <a:pt x="92889" y="6475"/>
                </a:cubicBezTo>
                <a:lnTo>
                  <a:pt x="90123" y="6414"/>
                </a:lnTo>
                <a:cubicBezTo>
                  <a:pt x="89880" y="6019"/>
                  <a:pt x="89911" y="5928"/>
                  <a:pt x="90184" y="5441"/>
                </a:cubicBezTo>
                <a:lnTo>
                  <a:pt x="89911" y="5320"/>
                </a:lnTo>
                <a:lnTo>
                  <a:pt x="89181" y="5563"/>
                </a:lnTo>
                <a:cubicBezTo>
                  <a:pt x="88976" y="5631"/>
                  <a:pt x="88754" y="5666"/>
                  <a:pt x="88540" y="5666"/>
                </a:cubicBezTo>
                <a:cubicBezTo>
                  <a:pt x="88469" y="5666"/>
                  <a:pt x="88398" y="5662"/>
                  <a:pt x="88330" y="5654"/>
                </a:cubicBezTo>
                <a:cubicBezTo>
                  <a:pt x="88271" y="5639"/>
                  <a:pt x="88210" y="5632"/>
                  <a:pt x="88150" y="5632"/>
                </a:cubicBezTo>
                <a:cubicBezTo>
                  <a:pt x="87961" y="5632"/>
                  <a:pt x="87776" y="5706"/>
                  <a:pt x="87661" y="5867"/>
                </a:cubicBezTo>
                <a:cubicBezTo>
                  <a:pt x="87570" y="5928"/>
                  <a:pt x="87479" y="5989"/>
                  <a:pt x="87357" y="6019"/>
                </a:cubicBezTo>
                <a:cubicBezTo>
                  <a:pt x="87236" y="6080"/>
                  <a:pt x="87114" y="6049"/>
                  <a:pt x="86993" y="6110"/>
                </a:cubicBezTo>
                <a:cubicBezTo>
                  <a:pt x="86841" y="6171"/>
                  <a:pt x="86658" y="6262"/>
                  <a:pt x="86506" y="6353"/>
                </a:cubicBezTo>
                <a:lnTo>
                  <a:pt x="84895" y="6323"/>
                </a:lnTo>
                <a:cubicBezTo>
                  <a:pt x="84758" y="6080"/>
                  <a:pt x="84644" y="5958"/>
                  <a:pt x="84538" y="5958"/>
                </a:cubicBezTo>
                <a:cubicBezTo>
                  <a:pt x="84432" y="5958"/>
                  <a:pt x="84333" y="6080"/>
                  <a:pt x="84227" y="6323"/>
                </a:cubicBezTo>
                <a:lnTo>
                  <a:pt x="83558" y="6323"/>
                </a:lnTo>
                <a:cubicBezTo>
                  <a:pt x="83588" y="6262"/>
                  <a:pt x="83619" y="6201"/>
                  <a:pt x="83649" y="6141"/>
                </a:cubicBezTo>
                <a:lnTo>
                  <a:pt x="83649" y="6141"/>
                </a:lnTo>
                <a:lnTo>
                  <a:pt x="82798" y="6323"/>
                </a:lnTo>
                <a:lnTo>
                  <a:pt x="82433" y="6323"/>
                </a:lnTo>
                <a:lnTo>
                  <a:pt x="82464" y="6232"/>
                </a:lnTo>
                <a:cubicBezTo>
                  <a:pt x="82312" y="6232"/>
                  <a:pt x="82129" y="6262"/>
                  <a:pt x="81977" y="6323"/>
                </a:cubicBezTo>
                <a:cubicBezTo>
                  <a:pt x="79713" y="6308"/>
                  <a:pt x="77456" y="6300"/>
                  <a:pt x="75199" y="6300"/>
                </a:cubicBezTo>
                <a:cubicBezTo>
                  <a:pt x="72942" y="6300"/>
                  <a:pt x="70685" y="6308"/>
                  <a:pt x="68421" y="6323"/>
                </a:cubicBezTo>
                <a:cubicBezTo>
                  <a:pt x="68390" y="6201"/>
                  <a:pt x="68360" y="5989"/>
                  <a:pt x="68330" y="5806"/>
                </a:cubicBezTo>
                <a:cubicBezTo>
                  <a:pt x="68181" y="6121"/>
                  <a:pt x="68014" y="6273"/>
                  <a:pt x="67839" y="6273"/>
                </a:cubicBezTo>
                <a:cubicBezTo>
                  <a:pt x="67692" y="6273"/>
                  <a:pt x="67540" y="6166"/>
                  <a:pt x="67387" y="5958"/>
                </a:cubicBezTo>
                <a:cubicBezTo>
                  <a:pt x="67387" y="5943"/>
                  <a:pt x="67372" y="5943"/>
                  <a:pt x="67353" y="5943"/>
                </a:cubicBezTo>
                <a:cubicBezTo>
                  <a:pt x="67334" y="5943"/>
                  <a:pt x="67311" y="5943"/>
                  <a:pt x="67296" y="5928"/>
                </a:cubicBezTo>
                <a:cubicBezTo>
                  <a:pt x="67023" y="5806"/>
                  <a:pt x="66779" y="5685"/>
                  <a:pt x="66536" y="5563"/>
                </a:cubicBezTo>
                <a:cubicBezTo>
                  <a:pt x="66506" y="5533"/>
                  <a:pt x="66475" y="5381"/>
                  <a:pt x="66506" y="5289"/>
                </a:cubicBezTo>
                <a:cubicBezTo>
                  <a:pt x="66531" y="4942"/>
                  <a:pt x="66292" y="4595"/>
                  <a:pt x="66038" y="4595"/>
                </a:cubicBezTo>
                <a:cubicBezTo>
                  <a:pt x="65981" y="4595"/>
                  <a:pt x="65923" y="4612"/>
                  <a:pt x="65868" y="4651"/>
                </a:cubicBezTo>
                <a:cubicBezTo>
                  <a:pt x="65545" y="4879"/>
                  <a:pt x="65152" y="5000"/>
                  <a:pt x="64755" y="5000"/>
                </a:cubicBezTo>
                <a:cubicBezTo>
                  <a:pt x="64514" y="5000"/>
                  <a:pt x="64273" y="4955"/>
                  <a:pt x="64044" y="4864"/>
                </a:cubicBezTo>
                <a:cubicBezTo>
                  <a:pt x="63861" y="4803"/>
                  <a:pt x="63649" y="4803"/>
                  <a:pt x="63466" y="4803"/>
                </a:cubicBezTo>
                <a:cubicBezTo>
                  <a:pt x="63314" y="4651"/>
                  <a:pt x="63193" y="4530"/>
                  <a:pt x="63041" y="4408"/>
                </a:cubicBezTo>
                <a:cubicBezTo>
                  <a:pt x="62919" y="4317"/>
                  <a:pt x="62706" y="4317"/>
                  <a:pt x="62646" y="4226"/>
                </a:cubicBezTo>
                <a:cubicBezTo>
                  <a:pt x="62579" y="4010"/>
                  <a:pt x="62486" y="3939"/>
                  <a:pt x="62390" y="3939"/>
                </a:cubicBezTo>
                <a:cubicBezTo>
                  <a:pt x="62310" y="3939"/>
                  <a:pt x="62228" y="3988"/>
                  <a:pt x="62159" y="4043"/>
                </a:cubicBezTo>
                <a:cubicBezTo>
                  <a:pt x="62038" y="3861"/>
                  <a:pt x="61916" y="3709"/>
                  <a:pt x="61794" y="3557"/>
                </a:cubicBezTo>
                <a:cubicBezTo>
                  <a:pt x="61706" y="3483"/>
                  <a:pt x="61627" y="3454"/>
                  <a:pt x="61553" y="3454"/>
                </a:cubicBezTo>
                <a:cubicBezTo>
                  <a:pt x="61321" y="3454"/>
                  <a:pt x="61143" y="3738"/>
                  <a:pt x="60913" y="3830"/>
                </a:cubicBezTo>
                <a:lnTo>
                  <a:pt x="60639" y="3770"/>
                </a:lnTo>
                <a:lnTo>
                  <a:pt x="59606" y="3405"/>
                </a:lnTo>
                <a:cubicBezTo>
                  <a:pt x="59606" y="3405"/>
                  <a:pt x="59576" y="3435"/>
                  <a:pt x="59576" y="3466"/>
                </a:cubicBezTo>
                <a:cubicBezTo>
                  <a:pt x="59515" y="3587"/>
                  <a:pt x="59393" y="3800"/>
                  <a:pt x="59332" y="3800"/>
                </a:cubicBezTo>
                <a:cubicBezTo>
                  <a:pt x="59150" y="3770"/>
                  <a:pt x="59028" y="3679"/>
                  <a:pt x="58907" y="3557"/>
                </a:cubicBezTo>
                <a:cubicBezTo>
                  <a:pt x="58877" y="3466"/>
                  <a:pt x="58907" y="3253"/>
                  <a:pt x="58937" y="3101"/>
                </a:cubicBezTo>
                <a:cubicBezTo>
                  <a:pt x="58968" y="2949"/>
                  <a:pt x="59059" y="2919"/>
                  <a:pt x="59089" y="2827"/>
                </a:cubicBezTo>
                <a:cubicBezTo>
                  <a:pt x="59089" y="2706"/>
                  <a:pt x="59089" y="2554"/>
                  <a:pt x="59089" y="2432"/>
                </a:cubicBezTo>
                <a:cubicBezTo>
                  <a:pt x="58968" y="2463"/>
                  <a:pt x="58877" y="2523"/>
                  <a:pt x="58785" y="2584"/>
                </a:cubicBezTo>
                <a:cubicBezTo>
                  <a:pt x="58664" y="2706"/>
                  <a:pt x="58542" y="2858"/>
                  <a:pt x="58390" y="3010"/>
                </a:cubicBezTo>
                <a:lnTo>
                  <a:pt x="58299" y="2432"/>
                </a:lnTo>
                <a:cubicBezTo>
                  <a:pt x="58299" y="2402"/>
                  <a:pt x="58238" y="2402"/>
                  <a:pt x="58208" y="2371"/>
                </a:cubicBezTo>
                <a:cubicBezTo>
                  <a:pt x="58147" y="2432"/>
                  <a:pt x="58086" y="2523"/>
                  <a:pt x="58025" y="2584"/>
                </a:cubicBezTo>
                <a:cubicBezTo>
                  <a:pt x="57974" y="2918"/>
                  <a:pt x="57706" y="3122"/>
                  <a:pt x="57403" y="3122"/>
                </a:cubicBezTo>
                <a:cubicBezTo>
                  <a:pt x="57348" y="3122"/>
                  <a:pt x="57292" y="3115"/>
                  <a:pt x="57235" y="3101"/>
                </a:cubicBezTo>
                <a:cubicBezTo>
                  <a:pt x="57114" y="3101"/>
                  <a:pt x="57022" y="3101"/>
                  <a:pt x="56931" y="3131"/>
                </a:cubicBezTo>
                <a:cubicBezTo>
                  <a:pt x="56597" y="3223"/>
                  <a:pt x="56293" y="3314"/>
                  <a:pt x="55959" y="3405"/>
                </a:cubicBezTo>
                <a:cubicBezTo>
                  <a:pt x="55833" y="3430"/>
                  <a:pt x="55696" y="3476"/>
                  <a:pt x="55571" y="3476"/>
                </a:cubicBezTo>
                <a:cubicBezTo>
                  <a:pt x="55394" y="3476"/>
                  <a:pt x="55239" y="3384"/>
                  <a:pt x="55168" y="3010"/>
                </a:cubicBezTo>
                <a:lnTo>
                  <a:pt x="54682" y="3466"/>
                </a:lnTo>
                <a:cubicBezTo>
                  <a:pt x="54499" y="3387"/>
                  <a:pt x="54315" y="3241"/>
                  <a:pt x="54210" y="3241"/>
                </a:cubicBezTo>
                <a:cubicBezTo>
                  <a:pt x="54193" y="3241"/>
                  <a:pt x="54178" y="3245"/>
                  <a:pt x="54165" y="3253"/>
                </a:cubicBezTo>
                <a:cubicBezTo>
                  <a:pt x="54064" y="3316"/>
                  <a:pt x="53947" y="3348"/>
                  <a:pt x="53831" y="3348"/>
                </a:cubicBezTo>
                <a:cubicBezTo>
                  <a:pt x="53670" y="3348"/>
                  <a:pt x="53512" y="3286"/>
                  <a:pt x="53405" y="3162"/>
                </a:cubicBezTo>
                <a:cubicBezTo>
                  <a:pt x="53223" y="3010"/>
                  <a:pt x="53162" y="2767"/>
                  <a:pt x="53253" y="2554"/>
                </a:cubicBezTo>
                <a:cubicBezTo>
                  <a:pt x="53284" y="2250"/>
                  <a:pt x="53253" y="1916"/>
                  <a:pt x="53193" y="1612"/>
                </a:cubicBezTo>
                <a:lnTo>
                  <a:pt x="52889" y="2007"/>
                </a:lnTo>
                <a:lnTo>
                  <a:pt x="52645" y="1672"/>
                </a:lnTo>
                <a:lnTo>
                  <a:pt x="52463" y="1976"/>
                </a:lnTo>
                <a:lnTo>
                  <a:pt x="52311" y="2037"/>
                </a:lnTo>
                <a:cubicBezTo>
                  <a:pt x="52159" y="2098"/>
                  <a:pt x="51946" y="2098"/>
                  <a:pt x="51916" y="2189"/>
                </a:cubicBezTo>
                <a:cubicBezTo>
                  <a:pt x="51703" y="2675"/>
                  <a:pt x="51278" y="3040"/>
                  <a:pt x="50730" y="3131"/>
                </a:cubicBezTo>
                <a:cubicBezTo>
                  <a:pt x="50730" y="3162"/>
                  <a:pt x="50700" y="3162"/>
                  <a:pt x="50670" y="3192"/>
                </a:cubicBezTo>
                <a:cubicBezTo>
                  <a:pt x="50548" y="3253"/>
                  <a:pt x="50396" y="3283"/>
                  <a:pt x="50244" y="3344"/>
                </a:cubicBezTo>
                <a:cubicBezTo>
                  <a:pt x="49968" y="3477"/>
                  <a:pt x="49726" y="3541"/>
                  <a:pt x="49508" y="3541"/>
                </a:cubicBezTo>
                <a:cubicBezTo>
                  <a:pt x="49076" y="3541"/>
                  <a:pt x="48733" y="3291"/>
                  <a:pt x="48390" y="2827"/>
                </a:cubicBezTo>
                <a:cubicBezTo>
                  <a:pt x="48329" y="2767"/>
                  <a:pt x="48238" y="2706"/>
                  <a:pt x="48177" y="2706"/>
                </a:cubicBezTo>
                <a:cubicBezTo>
                  <a:pt x="47843" y="2584"/>
                  <a:pt x="47539" y="2493"/>
                  <a:pt x="47205" y="2432"/>
                </a:cubicBezTo>
                <a:cubicBezTo>
                  <a:pt x="46718" y="2311"/>
                  <a:pt x="46232" y="2189"/>
                  <a:pt x="45715" y="2098"/>
                </a:cubicBezTo>
                <a:cubicBezTo>
                  <a:pt x="45320" y="2007"/>
                  <a:pt x="44925" y="1976"/>
                  <a:pt x="44499" y="1916"/>
                </a:cubicBezTo>
                <a:lnTo>
                  <a:pt x="44499" y="1824"/>
                </a:lnTo>
                <a:lnTo>
                  <a:pt x="44530" y="1733"/>
                </a:lnTo>
                <a:lnTo>
                  <a:pt x="44469" y="1642"/>
                </a:lnTo>
                <a:cubicBezTo>
                  <a:pt x="44347" y="1551"/>
                  <a:pt x="44226" y="1429"/>
                  <a:pt x="44104" y="1368"/>
                </a:cubicBezTo>
                <a:cubicBezTo>
                  <a:pt x="43983" y="1277"/>
                  <a:pt x="43800" y="1247"/>
                  <a:pt x="43679" y="1156"/>
                </a:cubicBezTo>
                <a:cubicBezTo>
                  <a:pt x="43618" y="1095"/>
                  <a:pt x="43542" y="1064"/>
                  <a:pt x="43458" y="1064"/>
                </a:cubicBezTo>
                <a:cubicBezTo>
                  <a:pt x="43375" y="1064"/>
                  <a:pt x="43284" y="1095"/>
                  <a:pt x="43192" y="1156"/>
                </a:cubicBezTo>
                <a:cubicBezTo>
                  <a:pt x="43010" y="1247"/>
                  <a:pt x="42797" y="1308"/>
                  <a:pt x="42584" y="1338"/>
                </a:cubicBezTo>
                <a:cubicBezTo>
                  <a:pt x="42463" y="1368"/>
                  <a:pt x="42341" y="1429"/>
                  <a:pt x="42189" y="1460"/>
                </a:cubicBezTo>
                <a:cubicBezTo>
                  <a:pt x="42068" y="1490"/>
                  <a:pt x="41916" y="1490"/>
                  <a:pt x="41764" y="1490"/>
                </a:cubicBezTo>
                <a:cubicBezTo>
                  <a:pt x="40730" y="1460"/>
                  <a:pt x="39697" y="1490"/>
                  <a:pt x="38785" y="882"/>
                </a:cubicBezTo>
                <a:cubicBezTo>
                  <a:pt x="38679" y="837"/>
                  <a:pt x="38572" y="814"/>
                  <a:pt x="38466" y="814"/>
                </a:cubicBezTo>
                <a:cubicBezTo>
                  <a:pt x="38359" y="814"/>
                  <a:pt x="38253" y="837"/>
                  <a:pt x="38147" y="882"/>
                </a:cubicBezTo>
                <a:cubicBezTo>
                  <a:pt x="37721" y="1034"/>
                  <a:pt x="37326" y="1216"/>
                  <a:pt x="36931" y="1429"/>
                </a:cubicBezTo>
                <a:cubicBezTo>
                  <a:pt x="36835" y="1501"/>
                  <a:pt x="36725" y="1535"/>
                  <a:pt x="36617" y="1535"/>
                </a:cubicBezTo>
                <a:cubicBezTo>
                  <a:pt x="36452" y="1535"/>
                  <a:pt x="36293" y="1455"/>
                  <a:pt x="36201" y="1308"/>
                </a:cubicBezTo>
                <a:cubicBezTo>
                  <a:pt x="36065" y="1130"/>
                  <a:pt x="35989" y="1038"/>
                  <a:pt x="35929" y="1038"/>
                </a:cubicBezTo>
                <a:cubicBezTo>
                  <a:pt x="35854" y="1038"/>
                  <a:pt x="35802" y="1175"/>
                  <a:pt x="35685" y="1460"/>
                </a:cubicBezTo>
                <a:cubicBezTo>
                  <a:pt x="35590" y="1685"/>
                  <a:pt x="35485" y="1795"/>
                  <a:pt x="35353" y="1795"/>
                </a:cubicBezTo>
                <a:cubicBezTo>
                  <a:pt x="35272" y="1795"/>
                  <a:pt x="35181" y="1753"/>
                  <a:pt x="35077" y="1672"/>
                </a:cubicBezTo>
                <a:cubicBezTo>
                  <a:pt x="34955" y="1612"/>
                  <a:pt x="34834" y="1581"/>
                  <a:pt x="34712" y="1551"/>
                </a:cubicBezTo>
                <a:lnTo>
                  <a:pt x="34195" y="1368"/>
                </a:lnTo>
                <a:lnTo>
                  <a:pt x="34256" y="1186"/>
                </a:lnTo>
                <a:lnTo>
                  <a:pt x="34682" y="1186"/>
                </a:lnTo>
                <a:cubicBezTo>
                  <a:pt x="34864" y="1156"/>
                  <a:pt x="35077" y="1125"/>
                  <a:pt x="35289" y="1064"/>
                </a:cubicBezTo>
                <a:cubicBezTo>
                  <a:pt x="35350" y="1034"/>
                  <a:pt x="35411" y="913"/>
                  <a:pt x="35472" y="852"/>
                </a:cubicBezTo>
                <a:cubicBezTo>
                  <a:pt x="35411" y="761"/>
                  <a:pt x="35320" y="700"/>
                  <a:pt x="35229" y="669"/>
                </a:cubicBezTo>
                <a:cubicBezTo>
                  <a:pt x="35088" y="630"/>
                  <a:pt x="34944" y="611"/>
                  <a:pt x="34799" y="611"/>
                </a:cubicBezTo>
                <a:cubicBezTo>
                  <a:pt x="34380" y="611"/>
                  <a:pt x="33957" y="771"/>
                  <a:pt x="33618" y="1064"/>
                </a:cubicBezTo>
                <a:cubicBezTo>
                  <a:pt x="33221" y="1197"/>
                  <a:pt x="32824" y="1513"/>
                  <a:pt x="32388" y="1513"/>
                </a:cubicBezTo>
                <a:cubicBezTo>
                  <a:pt x="32322" y="1513"/>
                  <a:pt x="32256" y="1506"/>
                  <a:pt x="32189" y="1490"/>
                </a:cubicBezTo>
                <a:cubicBezTo>
                  <a:pt x="32037" y="1395"/>
                  <a:pt x="31885" y="1288"/>
                  <a:pt x="31726" y="1288"/>
                </a:cubicBezTo>
                <a:cubicBezTo>
                  <a:pt x="31630" y="1288"/>
                  <a:pt x="31532" y="1327"/>
                  <a:pt x="31429" y="1429"/>
                </a:cubicBezTo>
                <a:cubicBezTo>
                  <a:pt x="31230" y="1662"/>
                  <a:pt x="31076" y="1785"/>
                  <a:pt x="30923" y="1785"/>
                </a:cubicBezTo>
                <a:cubicBezTo>
                  <a:pt x="30796" y="1785"/>
                  <a:pt x="30669" y="1700"/>
                  <a:pt x="30517" y="1520"/>
                </a:cubicBezTo>
                <a:cubicBezTo>
                  <a:pt x="30749" y="1005"/>
                  <a:pt x="30785" y="905"/>
                  <a:pt x="30549" y="905"/>
                </a:cubicBezTo>
                <a:cubicBezTo>
                  <a:pt x="30507" y="905"/>
                  <a:pt x="30456" y="908"/>
                  <a:pt x="30396" y="913"/>
                </a:cubicBezTo>
                <a:lnTo>
                  <a:pt x="29697" y="1095"/>
                </a:lnTo>
                <a:lnTo>
                  <a:pt x="29666" y="973"/>
                </a:lnTo>
                <a:lnTo>
                  <a:pt x="29453" y="1460"/>
                </a:lnTo>
                <a:lnTo>
                  <a:pt x="29150" y="1490"/>
                </a:lnTo>
                <a:lnTo>
                  <a:pt x="28633" y="1247"/>
                </a:lnTo>
                <a:lnTo>
                  <a:pt x="27660" y="609"/>
                </a:lnTo>
                <a:cubicBezTo>
                  <a:pt x="27376" y="396"/>
                  <a:pt x="27037" y="275"/>
                  <a:pt x="26700" y="275"/>
                </a:cubicBezTo>
                <a:cubicBezTo>
                  <a:pt x="26604" y="275"/>
                  <a:pt x="26508" y="284"/>
                  <a:pt x="26414" y="305"/>
                </a:cubicBezTo>
                <a:lnTo>
                  <a:pt x="24985" y="578"/>
                </a:lnTo>
                <a:lnTo>
                  <a:pt x="23709" y="365"/>
                </a:lnTo>
                <a:lnTo>
                  <a:pt x="22918" y="244"/>
                </a:lnTo>
                <a:cubicBezTo>
                  <a:pt x="22787" y="84"/>
                  <a:pt x="22663" y="0"/>
                  <a:pt x="22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8"/>
          <p:cNvSpPr/>
          <p:nvPr/>
        </p:nvSpPr>
        <p:spPr>
          <a:xfrm>
            <a:off x="2391763" y="450550"/>
            <a:ext cx="4360473" cy="1230633"/>
          </a:xfrm>
          <a:custGeom>
            <a:rect b="b" l="l" r="r" t="t"/>
            <a:pathLst>
              <a:path extrusionOk="0" h="36081" w="127845">
                <a:moveTo>
                  <a:pt x="38967" y="1064"/>
                </a:moveTo>
                <a:cubicBezTo>
                  <a:pt x="39119" y="1125"/>
                  <a:pt x="39241" y="1216"/>
                  <a:pt x="39393" y="1308"/>
                </a:cubicBezTo>
                <a:cubicBezTo>
                  <a:pt x="39271" y="1247"/>
                  <a:pt x="39119" y="1156"/>
                  <a:pt x="38967" y="1064"/>
                </a:cubicBezTo>
                <a:close/>
                <a:moveTo>
                  <a:pt x="45502" y="3527"/>
                </a:moveTo>
                <a:cubicBezTo>
                  <a:pt x="45502" y="3587"/>
                  <a:pt x="45502" y="3648"/>
                  <a:pt x="45533" y="3739"/>
                </a:cubicBezTo>
                <a:lnTo>
                  <a:pt x="45502" y="3739"/>
                </a:lnTo>
                <a:cubicBezTo>
                  <a:pt x="45502" y="3679"/>
                  <a:pt x="45502" y="3587"/>
                  <a:pt x="45502" y="3527"/>
                </a:cubicBezTo>
                <a:close/>
                <a:moveTo>
                  <a:pt x="87783" y="6232"/>
                </a:moveTo>
                <a:cubicBezTo>
                  <a:pt x="87874" y="6262"/>
                  <a:pt x="87965" y="6293"/>
                  <a:pt x="88056" y="6353"/>
                </a:cubicBezTo>
                <a:lnTo>
                  <a:pt x="87509" y="6353"/>
                </a:lnTo>
                <a:lnTo>
                  <a:pt x="87783" y="6232"/>
                </a:lnTo>
                <a:close/>
                <a:moveTo>
                  <a:pt x="98359" y="6598"/>
                </a:moveTo>
                <a:lnTo>
                  <a:pt x="98359" y="6598"/>
                </a:lnTo>
                <a:cubicBezTo>
                  <a:pt x="98299" y="6658"/>
                  <a:pt x="98269" y="6719"/>
                  <a:pt x="98239" y="6779"/>
                </a:cubicBezTo>
                <a:lnTo>
                  <a:pt x="98209" y="6779"/>
                </a:lnTo>
                <a:cubicBezTo>
                  <a:pt x="98269" y="6719"/>
                  <a:pt x="98299" y="6658"/>
                  <a:pt x="98359" y="6598"/>
                </a:cubicBezTo>
                <a:close/>
                <a:moveTo>
                  <a:pt x="115625" y="6718"/>
                </a:moveTo>
                <a:lnTo>
                  <a:pt x="115625" y="6900"/>
                </a:lnTo>
                <a:cubicBezTo>
                  <a:pt x="115595" y="6840"/>
                  <a:pt x="115625" y="6779"/>
                  <a:pt x="115625" y="6718"/>
                </a:cubicBezTo>
                <a:close/>
                <a:moveTo>
                  <a:pt x="106081" y="9879"/>
                </a:moveTo>
                <a:lnTo>
                  <a:pt x="106081" y="9879"/>
                </a:lnTo>
                <a:cubicBezTo>
                  <a:pt x="106172" y="9910"/>
                  <a:pt x="106263" y="9940"/>
                  <a:pt x="106385" y="9940"/>
                </a:cubicBezTo>
                <a:cubicBezTo>
                  <a:pt x="106263" y="9940"/>
                  <a:pt x="106172" y="9940"/>
                  <a:pt x="106081" y="9879"/>
                </a:cubicBezTo>
                <a:close/>
                <a:moveTo>
                  <a:pt x="31703" y="28542"/>
                </a:moveTo>
                <a:cubicBezTo>
                  <a:pt x="31703" y="28633"/>
                  <a:pt x="31672" y="28725"/>
                  <a:pt x="31672" y="28785"/>
                </a:cubicBezTo>
                <a:cubicBezTo>
                  <a:pt x="31672" y="28725"/>
                  <a:pt x="31672" y="28633"/>
                  <a:pt x="31703" y="28542"/>
                </a:cubicBezTo>
                <a:close/>
                <a:moveTo>
                  <a:pt x="70610" y="32829"/>
                </a:moveTo>
                <a:lnTo>
                  <a:pt x="70610" y="32829"/>
                </a:lnTo>
                <a:cubicBezTo>
                  <a:pt x="70640" y="32859"/>
                  <a:pt x="70671" y="32889"/>
                  <a:pt x="70731" y="32889"/>
                </a:cubicBezTo>
                <a:lnTo>
                  <a:pt x="70731" y="32919"/>
                </a:lnTo>
                <a:cubicBezTo>
                  <a:pt x="70671" y="32889"/>
                  <a:pt x="70640" y="32859"/>
                  <a:pt x="70610" y="32829"/>
                </a:cubicBezTo>
                <a:close/>
                <a:moveTo>
                  <a:pt x="64986" y="32858"/>
                </a:moveTo>
                <a:lnTo>
                  <a:pt x="64986" y="32858"/>
                </a:lnTo>
                <a:cubicBezTo>
                  <a:pt x="64864" y="32889"/>
                  <a:pt x="64712" y="32919"/>
                  <a:pt x="64591" y="32950"/>
                </a:cubicBezTo>
                <a:cubicBezTo>
                  <a:pt x="64712" y="32919"/>
                  <a:pt x="64834" y="32889"/>
                  <a:pt x="64986" y="32858"/>
                </a:cubicBezTo>
                <a:close/>
                <a:moveTo>
                  <a:pt x="47868" y="33130"/>
                </a:moveTo>
                <a:cubicBezTo>
                  <a:pt x="47879" y="33131"/>
                  <a:pt x="47891" y="33132"/>
                  <a:pt x="47904" y="33132"/>
                </a:cubicBezTo>
                <a:lnTo>
                  <a:pt x="47873" y="33132"/>
                </a:lnTo>
                <a:cubicBezTo>
                  <a:pt x="47871" y="33131"/>
                  <a:pt x="47870" y="33131"/>
                  <a:pt x="47868" y="33130"/>
                </a:cubicBezTo>
                <a:close/>
                <a:moveTo>
                  <a:pt x="22536" y="0"/>
                </a:moveTo>
                <a:cubicBezTo>
                  <a:pt x="22398" y="0"/>
                  <a:pt x="22256" y="99"/>
                  <a:pt x="22098" y="305"/>
                </a:cubicBezTo>
                <a:cubicBezTo>
                  <a:pt x="22007" y="396"/>
                  <a:pt x="21915" y="487"/>
                  <a:pt x="21794" y="548"/>
                </a:cubicBezTo>
                <a:lnTo>
                  <a:pt x="20791" y="700"/>
                </a:lnTo>
                <a:lnTo>
                  <a:pt x="20487" y="700"/>
                </a:lnTo>
                <a:cubicBezTo>
                  <a:pt x="20275" y="676"/>
                  <a:pt x="20063" y="580"/>
                  <a:pt x="19865" y="580"/>
                </a:cubicBezTo>
                <a:cubicBezTo>
                  <a:pt x="19808" y="580"/>
                  <a:pt x="19751" y="588"/>
                  <a:pt x="19696" y="609"/>
                </a:cubicBezTo>
                <a:cubicBezTo>
                  <a:pt x="19598" y="665"/>
                  <a:pt x="19492" y="689"/>
                  <a:pt x="19386" y="689"/>
                </a:cubicBezTo>
                <a:cubicBezTo>
                  <a:pt x="19264" y="689"/>
                  <a:pt x="19142" y="657"/>
                  <a:pt x="19028" y="609"/>
                </a:cubicBezTo>
                <a:cubicBezTo>
                  <a:pt x="18845" y="517"/>
                  <a:pt x="18663" y="457"/>
                  <a:pt x="18450" y="365"/>
                </a:cubicBezTo>
                <a:cubicBezTo>
                  <a:pt x="18380" y="326"/>
                  <a:pt x="18318" y="307"/>
                  <a:pt x="18263" y="307"/>
                </a:cubicBezTo>
                <a:cubicBezTo>
                  <a:pt x="18105" y="307"/>
                  <a:pt x="18009" y="467"/>
                  <a:pt x="17964" y="761"/>
                </a:cubicBezTo>
                <a:lnTo>
                  <a:pt x="17143" y="882"/>
                </a:lnTo>
                <a:cubicBezTo>
                  <a:pt x="16809" y="913"/>
                  <a:pt x="16474" y="1004"/>
                  <a:pt x="16140" y="1034"/>
                </a:cubicBezTo>
                <a:cubicBezTo>
                  <a:pt x="14803" y="1095"/>
                  <a:pt x="13526" y="1399"/>
                  <a:pt x="12341" y="1916"/>
                </a:cubicBezTo>
                <a:lnTo>
                  <a:pt x="12067" y="1520"/>
                </a:lnTo>
                <a:cubicBezTo>
                  <a:pt x="12037" y="1551"/>
                  <a:pt x="12006" y="1551"/>
                  <a:pt x="11976" y="1581"/>
                </a:cubicBezTo>
                <a:lnTo>
                  <a:pt x="11702" y="1733"/>
                </a:lnTo>
                <a:cubicBezTo>
                  <a:pt x="11672" y="1612"/>
                  <a:pt x="11672" y="1460"/>
                  <a:pt x="11642" y="1338"/>
                </a:cubicBezTo>
                <a:cubicBezTo>
                  <a:pt x="11672" y="1186"/>
                  <a:pt x="11672" y="1064"/>
                  <a:pt x="11702" y="913"/>
                </a:cubicBezTo>
                <a:lnTo>
                  <a:pt x="11642" y="882"/>
                </a:lnTo>
                <a:lnTo>
                  <a:pt x="11429" y="1277"/>
                </a:lnTo>
                <a:cubicBezTo>
                  <a:pt x="11338" y="1460"/>
                  <a:pt x="11186" y="1794"/>
                  <a:pt x="11155" y="1794"/>
                </a:cubicBezTo>
                <a:cubicBezTo>
                  <a:pt x="11085" y="1752"/>
                  <a:pt x="11017" y="1734"/>
                  <a:pt x="10952" y="1734"/>
                </a:cubicBezTo>
                <a:cubicBezTo>
                  <a:pt x="10738" y="1734"/>
                  <a:pt x="10552" y="1928"/>
                  <a:pt x="10365" y="2068"/>
                </a:cubicBezTo>
                <a:cubicBezTo>
                  <a:pt x="10346" y="2067"/>
                  <a:pt x="10326" y="2067"/>
                  <a:pt x="10307" y="2067"/>
                </a:cubicBezTo>
                <a:cubicBezTo>
                  <a:pt x="8998" y="2067"/>
                  <a:pt x="7977" y="3081"/>
                  <a:pt x="6839" y="3800"/>
                </a:cubicBezTo>
                <a:lnTo>
                  <a:pt x="6778" y="3800"/>
                </a:lnTo>
                <a:cubicBezTo>
                  <a:pt x="6687" y="3648"/>
                  <a:pt x="6596" y="3527"/>
                  <a:pt x="6505" y="3375"/>
                </a:cubicBezTo>
                <a:cubicBezTo>
                  <a:pt x="6444" y="3223"/>
                  <a:pt x="6383" y="3131"/>
                  <a:pt x="6322" y="3010"/>
                </a:cubicBezTo>
                <a:cubicBezTo>
                  <a:pt x="6231" y="3101"/>
                  <a:pt x="6140" y="3223"/>
                  <a:pt x="6049" y="3344"/>
                </a:cubicBezTo>
                <a:cubicBezTo>
                  <a:pt x="5988" y="3496"/>
                  <a:pt x="5897" y="3618"/>
                  <a:pt x="5806" y="3739"/>
                </a:cubicBezTo>
                <a:cubicBezTo>
                  <a:pt x="5768" y="3777"/>
                  <a:pt x="5719" y="3803"/>
                  <a:pt x="5665" y="3803"/>
                </a:cubicBezTo>
                <a:cubicBezTo>
                  <a:pt x="5632" y="3803"/>
                  <a:pt x="5597" y="3793"/>
                  <a:pt x="5562" y="3770"/>
                </a:cubicBezTo>
                <a:cubicBezTo>
                  <a:pt x="5532" y="3770"/>
                  <a:pt x="5532" y="3618"/>
                  <a:pt x="5562" y="3496"/>
                </a:cubicBezTo>
                <a:cubicBezTo>
                  <a:pt x="5593" y="3405"/>
                  <a:pt x="5623" y="3344"/>
                  <a:pt x="5654" y="3253"/>
                </a:cubicBezTo>
                <a:cubicBezTo>
                  <a:pt x="5684" y="3040"/>
                  <a:pt x="5988" y="2736"/>
                  <a:pt x="5684" y="2615"/>
                </a:cubicBezTo>
                <a:cubicBezTo>
                  <a:pt x="5645" y="2599"/>
                  <a:pt x="5611" y="2592"/>
                  <a:pt x="5581" y="2592"/>
                </a:cubicBezTo>
                <a:cubicBezTo>
                  <a:pt x="5379" y="2592"/>
                  <a:pt x="5368" y="2916"/>
                  <a:pt x="5289" y="3101"/>
                </a:cubicBezTo>
                <a:cubicBezTo>
                  <a:pt x="5188" y="3429"/>
                  <a:pt x="5045" y="3610"/>
                  <a:pt x="4791" y="3610"/>
                </a:cubicBezTo>
                <a:cubicBezTo>
                  <a:pt x="4739" y="3610"/>
                  <a:pt x="4682" y="3603"/>
                  <a:pt x="4620" y="3587"/>
                </a:cubicBezTo>
                <a:cubicBezTo>
                  <a:pt x="4597" y="3576"/>
                  <a:pt x="4573" y="3571"/>
                  <a:pt x="4547" y="3571"/>
                </a:cubicBezTo>
                <a:cubicBezTo>
                  <a:pt x="4441" y="3571"/>
                  <a:pt x="4318" y="3660"/>
                  <a:pt x="4195" y="3709"/>
                </a:cubicBezTo>
                <a:cubicBezTo>
                  <a:pt x="4103" y="3709"/>
                  <a:pt x="4012" y="3770"/>
                  <a:pt x="3921" y="3800"/>
                </a:cubicBezTo>
                <a:lnTo>
                  <a:pt x="2644" y="4043"/>
                </a:lnTo>
                <a:lnTo>
                  <a:pt x="2097" y="4256"/>
                </a:lnTo>
                <a:cubicBezTo>
                  <a:pt x="2037" y="4286"/>
                  <a:pt x="1945" y="4317"/>
                  <a:pt x="1885" y="4378"/>
                </a:cubicBezTo>
                <a:lnTo>
                  <a:pt x="1793" y="4438"/>
                </a:lnTo>
                <a:lnTo>
                  <a:pt x="365" y="6171"/>
                </a:lnTo>
                <a:cubicBezTo>
                  <a:pt x="122" y="6445"/>
                  <a:pt x="0" y="6809"/>
                  <a:pt x="61" y="7174"/>
                </a:cubicBezTo>
                <a:cubicBezTo>
                  <a:pt x="122" y="7812"/>
                  <a:pt x="61" y="8481"/>
                  <a:pt x="61" y="9119"/>
                </a:cubicBezTo>
                <a:cubicBezTo>
                  <a:pt x="61" y="9271"/>
                  <a:pt x="91" y="9423"/>
                  <a:pt x="152" y="9575"/>
                </a:cubicBezTo>
                <a:cubicBezTo>
                  <a:pt x="426" y="10031"/>
                  <a:pt x="730" y="10396"/>
                  <a:pt x="730" y="11004"/>
                </a:cubicBezTo>
                <a:cubicBezTo>
                  <a:pt x="760" y="11095"/>
                  <a:pt x="790" y="11186"/>
                  <a:pt x="851" y="11247"/>
                </a:cubicBezTo>
                <a:cubicBezTo>
                  <a:pt x="1064" y="11642"/>
                  <a:pt x="1277" y="12068"/>
                  <a:pt x="1520" y="12463"/>
                </a:cubicBezTo>
                <a:cubicBezTo>
                  <a:pt x="1611" y="12706"/>
                  <a:pt x="1793" y="12888"/>
                  <a:pt x="1976" y="13040"/>
                </a:cubicBezTo>
                <a:cubicBezTo>
                  <a:pt x="2462" y="13314"/>
                  <a:pt x="2766" y="13831"/>
                  <a:pt x="2766" y="14378"/>
                </a:cubicBezTo>
                <a:cubicBezTo>
                  <a:pt x="2857" y="14499"/>
                  <a:pt x="2948" y="14651"/>
                  <a:pt x="3040" y="14773"/>
                </a:cubicBezTo>
                <a:cubicBezTo>
                  <a:pt x="3617" y="15411"/>
                  <a:pt x="3617" y="15411"/>
                  <a:pt x="3344" y="16293"/>
                </a:cubicBezTo>
                <a:cubicBezTo>
                  <a:pt x="3344" y="16293"/>
                  <a:pt x="3344" y="16323"/>
                  <a:pt x="3374" y="16414"/>
                </a:cubicBezTo>
                <a:lnTo>
                  <a:pt x="3739" y="16353"/>
                </a:lnTo>
                <a:lnTo>
                  <a:pt x="3860" y="16202"/>
                </a:lnTo>
                <a:cubicBezTo>
                  <a:pt x="3982" y="16232"/>
                  <a:pt x="4134" y="16232"/>
                  <a:pt x="4225" y="16323"/>
                </a:cubicBezTo>
                <a:cubicBezTo>
                  <a:pt x="4438" y="16597"/>
                  <a:pt x="4651" y="16870"/>
                  <a:pt x="4863" y="17144"/>
                </a:cubicBezTo>
                <a:cubicBezTo>
                  <a:pt x="4772" y="18360"/>
                  <a:pt x="4681" y="19606"/>
                  <a:pt x="4590" y="20822"/>
                </a:cubicBezTo>
                <a:cubicBezTo>
                  <a:pt x="4529" y="21582"/>
                  <a:pt x="4499" y="22493"/>
                  <a:pt x="5076" y="23010"/>
                </a:cubicBezTo>
                <a:cubicBezTo>
                  <a:pt x="5532" y="23436"/>
                  <a:pt x="6201" y="23466"/>
                  <a:pt x="6839" y="23466"/>
                </a:cubicBezTo>
                <a:lnTo>
                  <a:pt x="26019" y="23648"/>
                </a:lnTo>
                <a:cubicBezTo>
                  <a:pt x="26414" y="23831"/>
                  <a:pt x="26839" y="23922"/>
                  <a:pt x="27265" y="23922"/>
                </a:cubicBezTo>
                <a:lnTo>
                  <a:pt x="27812" y="23800"/>
                </a:lnTo>
                <a:cubicBezTo>
                  <a:pt x="27812" y="23831"/>
                  <a:pt x="27842" y="23892"/>
                  <a:pt x="27842" y="23922"/>
                </a:cubicBezTo>
                <a:cubicBezTo>
                  <a:pt x="27903" y="24287"/>
                  <a:pt x="27934" y="24682"/>
                  <a:pt x="27934" y="25047"/>
                </a:cubicBezTo>
                <a:cubicBezTo>
                  <a:pt x="27934" y="25503"/>
                  <a:pt x="27934" y="25959"/>
                  <a:pt x="27903" y="26414"/>
                </a:cubicBezTo>
                <a:cubicBezTo>
                  <a:pt x="27842" y="26779"/>
                  <a:pt x="27751" y="27114"/>
                  <a:pt x="27660" y="27418"/>
                </a:cubicBezTo>
                <a:cubicBezTo>
                  <a:pt x="27812" y="27387"/>
                  <a:pt x="27934" y="27326"/>
                  <a:pt x="28055" y="27235"/>
                </a:cubicBezTo>
                <a:cubicBezTo>
                  <a:pt x="28177" y="27144"/>
                  <a:pt x="28268" y="27022"/>
                  <a:pt x="28359" y="26901"/>
                </a:cubicBezTo>
                <a:lnTo>
                  <a:pt x="28359" y="26992"/>
                </a:lnTo>
                <a:cubicBezTo>
                  <a:pt x="28359" y="27114"/>
                  <a:pt x="28359" y="27266"/>
                  <a:pt x="28329" y="27387"/>
                </a:cubicBezTo>
                <a:cubicBezTo>
                  <a:pt x="28177" y="27752"/>
                  <a:pt x="28268" y="28177"/>
                  <a:pt x="28511" y="28512"/>
                </a:cubicBezTo>
                <a:cubicBezTo>
                  <a:pt x="28690" y="28461"/>
                  <a:pt x="28825" y="28346"/>
                  <a:pt x="28954" y="28346"/>
                </a:cubicBezTo>
                <a:cubicBezTo>
                  <a:pt x="28979" y="28346"/>
                  <a:pt x="29003" y="28350"/>
                  <a:pt x="29028" y="28360"/>
                </a:cubicBezTo>
                <a:cubicBezTo>
                  <a:pt x="29362" y="28481"/>
                  <a:pt x="29666" y="28664"/>
                  <a:pt x="29970" y="28846"/>
                </a:cubicBezTo>
                <a:cubicBezTo>
                  <a:pt x="30086" y="28482"/>
                  <a:pt x="30184" y="28307"/>
                  <a:pt x="30308" y="28307"/>
                </a:cubicBezTo>
                <a:cubicBezTo>
                  <a:pt x="30412" y="28307"/>
                  <a:pt x="30534" y="28429"/>
                  <a:pt x="30700" y="28664"/>
                </a:cubicBezTo>
                <a:cubicBezTo>
                  <a:pt x="30852" y="28877"/>
                  <a:pt x="31064" y="29059"/>
                  <a:pt x="31247" y="29241"/>
                </a:cubicBezTo>
                <a:lnTo>
                  <a:pt x="31338" y="29180"/>
                </a:lnTo>
                <a:cubicBezTo>
                  <a:pt x="31338" y="29484"/>
                  <a:pt x="31338" y="29758"/>
                  <a:pt x="31368" y="30092"/>
                </a:cubicBezTo>
                <a:lnTo>
                  <a:pt x="31703" y="30457"/>
                </a:lnTo>
                <a:lnTo>
                  <a:pt x="32159" y="30974"/>
                </a:lnTo>
                <a:cubicBezTo>
                  <a:pt x="32159" y="30791"/>
                  <a:pt x="32159" y="30670"/>
                  <a:pt x="32128" y="30427"/>
                </a:cubicBezTo>
                <a:lnTo>
                  <a:pt x="32128" y="30427"/>
                </a:lnTo>
                <a:cubicBezTo>
                  <a:pt x="32250" y="30518"/>
                  <a:pt x="32371" y="30639"/>
                  <a:pt x="32463" y="30761"/>
                </a:cubicBezTo>
                <a:cubicBezTo>
                  <a:pt x="32645" y="31126"/>
                  <a:pt x="32827" y="31491"/>
                  <a:pt x="33010" y="31855"/>
                </a:cubicBezTo>
                <a:lnTo>
                  <a:pt x="33405" y="32007"/>
                </a:lnTo>
                <a:cubicBezTo>
                  <a:pt x="33405" y="32098"/>
                  <a:pt x="33375" y="32220"/>
                  <a:pt x="33375" y="32311"/>
                </a:cubicBezTo>
                <a:cubicBezTo>
                  <a:pt x="33255" y="32788"/>
                  <a:pt x="33604" y="33528"/>
                  <a:pt x="33990" y="33528"/>
                </a:cubicBezTo>
                <a:cubicBezTo>
                  <a:pt x="33997" y="33528"/>
                  <a:pt x="34005" y="33528"/>
                  <a:pt x="34013" y="33527"/>
                </a:cubicBezTo>
                <a:cubicBezTo>
                  <a:pt x="34039" y="33524"/>
                  <a:pt x="34065" y="33523"/>
                  <a:pt x="34091" y="33523"/>
                </a:cubicBezTo>
                <a:cubicBezTo>
                  <a:pt x="34368" y="33523"/>
                  <a:pt x="34639" y="33667"/>
                  <a:pt x="34834" y="33861"/>
                </a:cubicBezTo>
                <a:cubicBezTo>
                  <a:pt x="35046" y="33983"/>
                  <a:pt x="35168" y="34226"/>
                  <a:pt x="35137" y="34469"/>
                </a:cubicBezTo>
                <a:lnTo>
                  <a:pt x="35472" y="34469"/>
                </a:lnTo>
                <a:cubicBezTo>
                  <a:pt x="35624" y="34409"/>
                  <a:pt x="35806" y="34378"/>
                  <a:pt x="35958" y="34378"/>
                </a:cubicBezTo>
                <a:cubicBezTo>
                  <a:pt x="36171" y="34378"/>
                  <a:pt x="36384" y="34409"/>
                  <a:pt x="36596" y="34439"/>
                </a:cubicBezTo>
                <a:cubicBezTo>
                  <a:pt x="36627" y="34956"/>
                  <a:pt x="36688" y="35472"/>
                  <a:pt x="36779" y="36080"/>
                </a:cubicBezTo>
                <a:lnTo>
                  <a:pt x="38359" y="35898"/>
                </a:lnTo>
                <a:lnTo>
                  <a:pt x="38542" y="35776"/>
                </a:lnTo>
                <a:cubicBezTo>
                  <a:pt x="38709" y="35792"/>
                  <a:pt x="38869" y="35799"/>
                  <a:pt x="39024" y="35799"/>
                </a:cubicBezTo>
                <a:cubicBezTo>
                  <a:pt x="39180" y="35799"/>
                  <a:pt x="39332" y="35792"/>
                  <a:pt x="39484" y="35776"/>
                </a:cubicBezTo>
                <a:cubicBezTo>
                  <a:pt x="39818" y="35685"/>
                  <a:pt x="40122" y="35594"/>
                  <a:pt x="40426" y="35503"/>
                </a:cubicBezTo>
                <a:cubicBezTo>
                  <a:pt x="40483" y="35495"/>
                  <a:pt x="40540" y="35491"/>
                  <a:pt x="40597" y="35491"/>
                </a:cubicBezTo>
                <a:cubicBezTo>
                  <a:pt x="40753" y="35491"/>
                  <a:pt x="40909" y="35519"/>
                  <a:pt x="41065" y="35564"/>
                </a:cubicBezTo>
                <a:cubicBezTo>
                  <a:pt x="41131" y="35593"/>
                  <a:pt x="41188" y="35606"/>
                  <a:pt x="41238" y="35606"/>
                </a:cubicBezTo>
                <a:cubicBezTo>
                  <a:pt x="41395" y="35606"/>
                  <a:pt x="41482" y="35474"/>
                  <a:pt x="41551" y="35290"/>
                </a:cubicBezTo>
                <a:lnTo>
                  <a:pt x="42797" y="35138"/>
                </a:lnTo>
                <a:lnTo>
                  <a:pt x="42919" y="35047"/>
                </a:lnTo>
                <a:lnTo>
                  <a:pt x="43010" y="35108"/>
                </a:lnTo>
                <a:cubicBezTo>
                  <a:pt x="43106" y="35162"/>
                  <a:pt x="43191" y="35185"/>
                  <a:pt x="43266" y="35185"/>
                </a:cubicBezTo>
                <a:cubicBezTo>
                  <a:pt x="43572" y="35185"/>
                  <a:pt x="43733" y="34804"/>
                  <a:pt x="43952" y="34560"/>
                </a:cubicBezTo>
                <a:lnTo>
                  <a:pt x="44347" y="34165"/>
                </a:lnTo>
                <a:cubicBezTo>
                  <a:pt x="44773" y="33983"/>
                  <a:pt x="45198" y="33861"/>
                  <a:pt x="45594" y="33709"/>
                </a:cubicBezTo>
                <a:cubicBezTo>
                  <a:pt x="46100" y="33533"/>
                  <a:pt x="46575" y="33341"/>
                  <a:pt x="47075" y="33341"/>
                </a:cubicBezTo>
                <a:cubicBezTo>
                  <a:pt x="47266" y="33341"/>
                  <a:pt x="47460" y="33369"/>
                  <a:pt x="47660" y="33436"/>
                </a:cubicBezTo>
                <a:cubicBezTo>
                  <a:pt x="47677" y="33444"/>
                  <a:pt x="47697" y="33448"/>
                  <a:pt x="47720" y="33448"/>
                </a:cubicBezTo>
                <a:cubicBezTo>
                  <a:pt x="47782" y="33448"/>
                  <a:pt x="47859" y="33420"/>
                  <a:pt x="47904" y="33375"/>
                </a:cubicBezTo>
                <a:cubicBezTo>
                  <a:pt x="47996" y="33282"/>
                  <a:pt x="48083" y="33247"/>
                  <a:pt x="48169" y="33247"/>
                </a:cubicBezTo>
                <a:cubicBezTo>
                  <a:pt x="48281" y="33247"/>
                  <a:pt x="48391" y="33306"/>
                  <a:pt x="48512" y="33375"/>
                </a:cubicBezTo>
                <a:cubicBezTo>
                  <a:pt x="48724" y="33497"/>
                  <a:pt x="48937" y="33588"/>
                  <a:pt x="49180" y="33649"/>
                </a:cubicBezTo>
                <a:lnTo>
                  <a:pt x="49332" y="33831"/>
                </a:lnTo>
                <a:cubicBezTo>
                  <a:pt x="49575" y="34074"/>
                  <a:pt x="49849" y="34348"/>
                  <a:pt x="50092" y="34591"/>
                </a:cubicBezTo>
                <a:cubicBezTo>
                  <a:pt x="50107" y="34606"/>
                  <a:pt x="50128" y="34612"/>
                  <a:pt x="50153" y="34612"/>
                </a:cubicBezTo>
                <a:cubicBezTo>
                  <a:pt x="50227" y="34612"/>
                  <a:pt x="50335" y="34560"/>
                  <a:pt x="50426" y="34560"/>
                </a:cubicBezTo>
                <a:cubicBezTo>
                  <a:pt x="50700" y="34469"/>
                  <a:pt x="51004" y="34348"/>
                  <a:pt x="51278" y="34226"/>
                </a:cubicBezTo>
                <a:cubicBezTo>
                  <a:pt x="51825" y="33922"/>
                  <a:pt x="52402" y="33740"/>
                  <a:pt x="53041" y="33740"/>
                </a:cubicBezTo>
                <a:cubicBezTo>
                  <a:pt x="53284" y="33861"/>
                  <a:pt x="53557" y="33953"/>
                  <a:pt x="53831" y="34044"/>
                </a:cubicBezTo>
                <a:cubicBezTo>
                  <a:pt x="53892" y="34058"/>
                  <a:pt x="53953" y="34064"/>
                  <a:pt x="54014" y="34064"/>
                </a:cubicBezTo>
                <a:cubicBezTo>
                  <a:pt x="54302" y="34064"/>
                  <a:pt x="54597" y="33936"/>
                  <a:pt x="54896" y="33936"/>
                </a:cubicBezTo>
                <a:cubicBezTo>
                  <a:pt x="55077" y="33936"/>
                  <a:pt x="55259" y="33983"/>
                  <a:pt x="55442" y="34135"/>
                </a:cubicBezTo>
                <a:cubicBezTo>
                  <a:pt x="55457" y="34150"/>
                  <a:pt x="55465" y="34158"/>
                  <a:pt x="55472" y="34158"/>
                </a:cubicBezTo>
                <a:cubicBezTo>
                  <a:pt x="55480" y="34158"/>
                  <a:pt x="55487" y="34150"/>
                  <a:pt x="55503" y="34135"/>
                </a:cubicBezTo>
                <a:cubicBezTo>
                  <a:pt x="55837" y="33953"/>
                  <a:pt x="56141" y="33770"/>
                  <a:pt x="56445" y="33527"/>
                </a:cubicBezTo>
                <a:cubicBezTo>
                  <a:pt x="56815" y="33263"/>
                  <a:pt x="57116" y="32860"/>
                  <a:pt x="57549" y="32860"/>
                </a:cubicBezTo>
                <a:cubicBezTo>
                  <a:pt x="57613" y="32860"/>
                  <a:pt x="57681" y="32869"/>
                  <a:pt x="57752" y="32889"/>
                </a:cubicBezTo>
                <a:lnTo>
                  <a:pt x="57965" y="32980"/>
                </a:lnTo>
                <a:cubicBezTo>
                  <a:pt x="58128" y="33143"/>
                  <a:pt x="58297" y="33191"/>
                  <a:pt x="58467" y="33191"/>
                </a:cubicBezTo>
                <a:cubicBezTo>
                  <a:pt x="58677" y="33191"/>
                  <a:pt x="58888" y="33118"/>
                  <a:pt x="59089" y="33102"/>
                </a:cubicBezTo>
                <a:cubicBezTo>
                  <a:pt x="59241" y="33102"/>
                  <a:pt x="59393" y="33132"/>
                  <a:pt x="59545" y="33223"/>
                </a:cubicBezTo>
                <a:cubicBezTo>
                  <a:pt x="59656" y="33310"/>
                  <a:pt x="59743" y="33356"/>
                  <a:pt x="59810" y="33356"/>
                </a:cubicBezTo>
                <a:cubicBezTo>
                  <a:pt x="59908" y="33356"/>
                  <a:pt x="59965" y="33257"/>
                  <a:pt x="60001" y="33041"/>
                </a:cubicBezTo>
                <a:cubicBezTo>
                  <a:pt x="60047" y="32811"/>
                  <a:pt x="60145" y="32703"/>
                  <a:pt x="60295" y="32703"/>
                </a:cubicBezTo>
                <a:cubicBezTo>
                  <a:pt x="60343" y="32703"/>
                  <a:pt x="60398" y="32714"/>
                  <a:pt x="60457" y="32737"/>
                </a:cubicBezTo>
                <a:lnTo>
                  <a:pt x="61339" y="33010"/>
                </a:lnTo>
                <a:cubicBezTo>
                  <a:pt x="61430" y="33162"/>
                  <a:pt x="61521" y="33314"/>
                  <a:pt x="61582" y="33375"/>
                </a:cubicBezTo>
                <a:cubicBezTo>
                  <a:pt x="61791" y="33296"/>
                  <a:pt x="61956" y="33150"/>
                  <a:pt x="62094" y="33150"/>
                </a:cubicBezTo>
                <a:cubicBezTo>
                  <a:pt x="62117" y="33150"/>
                  <a:pt x="62138" y="33154"/>
                  <a:pt x="62159" y="33162"/>
                </a:cubicBezTo>
                <a:cubicBezTo>
                  <a:pt x="62342" y="33193"/>
                  <a:pt x="62372" y="33497"/>
                  <a:pt x="62494" y="33709"/>
                </a:cubicBezTo>
                <a:cubicBezTo>
                  <a:pt x="62551" y="33308"/>
                  <a:pt x="62693" y="33111"/>
                  <a:pt x="62903" y="33111"/>
                </a:cubicBezTo>
                <a:cubicBezTo>
                  <a:pt x="63028" y="33111"/>
                  <a:pt x="63176" y="33179"/>
                  <a:pt x="63345" y="33314"/>
                </a:cubicBezTo>
                <a:cubicBezTo>
                  <a:pt x="63355" y="33324"/>
                  <a:pt x="63368" y="33328"/>
                  <a:pt x="63383" y="33328"/>
                </a:cubicBezTo>
                <a:cubicBezTo>
                  <a:pt x="63412" y="33328"/>
                  <a:pt x="63446" y="33314"/>
                  <a:pt x="63466" y="33314"/>
                </a:cubicBezTo>
                <a:cubicBezTo>
                  <a:pt x="63740" y="33375"/>
                  <a:pt x="64044" y="33405"/>
                  <a:pt x="64317" y="33466"/>
                </a:cubicBezTo>
                <a:cubicBezTo>
                  <a:pt x="64348" y="33466"/>
                  <a:pt x="64409" y="33649"/>
                  <a:pt x="64439" y="33740"/>
                </a:cubicBezTo>
                <a:cubicBezTo>
                  <a:pt x="64483" y="34030"/>
                  <a:pt x="64740" y="34270"/>
                  <a:pt x="64970" y="34270"/>
                </a:cubicBezTo>
                <a:cubicBezTo>
                  <a:pt x="65054" y="34270"/>
                  <a:pt x="65134" y="34238"/>
                  <a:pt x="65199" y="34165"/>
                </a:cubicBezTo>
                <a:cubicBezTo>
                  <a:pt x="65558" y="33696"/>
                  <a:pt x="66117" y="33427"/>
                  <a:pt x="66694" y="33427"/>
                </a:cubicBezTo>
                <a:cubicBezTo>
                  <a:pt x="66753" y="33427"/>
                  <a:pt x="66812" y="33430"/>
                  <a:pt x="66871" y="33436"/>
                </a:cubicBezTo>
                <a:cubicBezTo>
                  <a:pt x="67053" y="33436"/>
                  <a:pt x="67266" y="33405"/>
                  <a:pt x="67448" y="33345"/>
                </a:cubicBezTo>
                <a:cubicBezTo>
                  <a:pt x="67630" y="33436"/>
                  <a:pt x="67782" y="33527"/>
                  <a:pt x="67965" y="33618"/>
                </a:cubicBezTo>
                <a:cubicBezTo>
                  <a:pt x="68117" y="33649"/>
                  <a:pt x="68330" y="33618"/>
                  <a:pt x="68390" y="33679"/>
                </a:cubicBezTo>
                <a:cubicBezTo>
                  <a:pt x="68498" y="33840"/>
                  <a:pt x="68587" y="33895"/>
                  <a:pt x="68664" y="33895"/>
                </a:cubicBezTo>
                <a:cubicBezTo>
                  <a:pt x="68762" y="33895"/>
                  <a:pt x="68839" y="33808"/>
                  <a:pt x="68907" y="33740"/>
                </a:cubicBezTo>
                <a:cubicBezTo>
                  <a:pt x="69089" y="33861"/>
                  <a:pt x="69241" y="33953"/>
                  <a:pt x="69424" y="34074"/>
                </a:cubicBezTo>
                <a:cubicBezTo>
                  <a:pt x="69494" y="34109"/>
                  <a:pt x="69555" y="34125"/>
                  <a:pt x="69609" y="34125"/>
                </a:cubicBezTo>
                <a:cubicBezTo>
                  <a:pt x="69884" y="34125"/>
                  <a:pt x="69981" y="33735"/>
                  <a:pt x="70184" y="33557"/>
                </a:cubicBezTo>
                <a:lnTo>
                  <a:pt x="70488" y="33527"/>
                </a:lnTo>
                <a:lnTo>
                  <a:pt x="71582" y="33588"/>
                </a:lnTo>
                <a:cubicBezTo>
                  <a:pt x="71582" y="33557"/>
                  <a:pt x="71582" y="33527"/>
                  <a:pt x="71582" y="33527"/>
                </a:cubicBezTo>
                <a:cubicBezTo>
                  <a:pt x="71612" y="33375"/>
                  <a:pt x="71673" y="33132"/>
                  <a:pt x="71734" y="33132"/>
                </a:cubicBezTo>
                <a:cubicBezTo>
                  <a:pt x="71761" y="33127"/>
                  <a:pt x="71789" y="33124"/>
                  <a:pt x="71817" y="33124"/>
                </a:cubicBezTo>
                <a:cubicBezTo>
                  <a:pt x="71949" y="33124"/>
                  <a:pt x="72090" y="33178"/>
                  <a:pt x="72190" y="33253"/>
                </a:cubicBezTo>
                <a:cubicBezTo>
                  <a:pt x="72281" y="33314"/>
                  <a:pt x="72281" y="33557"/>
                  <a:pt x="72281" y="33679"/>
                </a:cubicBezTo>
                <a:cubicBezTo>
                  <a:pt x="72281" y="33831"/>
                  <a:pt x="72220" y="33892"/>
                  <a:pt x="72220" y="33983"/>
                </a:cubicBezTo>
                <a:cubicBezTo>
                  <a:pt x="72251" y="34135"/>
                  <a:pt x="72311" y="34257"/>
                  <a:pt x="72342" y="34378"/>
                </a:cubicBezTo>
                <a:cubicBezTo>
                  <a:pt x="72433" y="34317"/>
                  <a:pt x="72524" y="34226"/>
                  <a:pt x="72585" y="34135"/>
                </a:cubicBezTo>
                <a:cubicBezTo>
                  <a:pt x="72676" y="33983"/>
                  <a:pt x="72767" y="33801"/>
                  <a:pt x="72859" y="33649"/>
                </a:cubicBezTo>
                <a:lnTo>
                  <a:pt x="73132" y="34135"/>
                </a:lnTo>
                <a:cubicBezTo>
                  <a:pt x="73132" y="34165"/>
                  <a:pt x="73162" y="34165"/>
                  <a:pt x="73223" y="34196"/>
                </a:cubicBezTo>
                <a:cubicBezTo>
                  <a:pt x="73254" y="34105"/>
                  <a:pt x="73284" y="34013"/>
                  <a:pt x="73314" y="33922"/>
                </a:cubicBezTo>
                <a:cubicBezTo>
                  <a:pt x="73345" y="33405"/>
                  <a:pt x="73588" y="33253"/>
                  <a:pt x="73953" y="33223"/>
                </a:cubicBezTo>
                <a:cubicBezTo>
                  <a:pt x="74044" y="33193"/>
                  <a:pt x="74135" y="33162"/>
                  <a:pt x="74226" y="33102"/>
                </a:cubicBezTo>
                <a:cubicBezTo>
                  <a:pt x="74500" y="32919"/>
                  <a:pt x="74773" y="32737"/>
                  <a:pt x="75077" y="32554"/>
                </a:cubicBezTo>
                <a:cubicBezTo>
                  <a:pt x="75241" y="32472"/>
                  <a:pt x="75397" y="32355"/>
                  <a:pt x="75552" y="32355"/>
                </a:cubicBezTo>
                <a:cubicBezTo>
                  <a:pt x="75685" y="32355"/>
                  <a:pt x="75819" y="32440"/>
                  <a:pt x="75959" y="32706"/>
                </a:cubicBezTo>
                <a:lnTo>
                  <a:pt x="76293" y="32159"/>
                </a:lnTo>
                <a:cubicBezTo>
                  <a:pt x="76459" y="32180"/>
                  <a:pt x="76625" y="32229"/>
                  <a:pt x="76733" y="32229"/>
                </a:cubicBezTo>
                <a:cubicBezTo>
                  <a:pt x="76784" y="32229"/>
                  <a:pt x="76821" y="32219"/>
                  <a:pt x="76840" y="32190"/>
                </a:cubicBezTo>
                <a:cubicBezTo>
                  <a:pt x="76871" y="32159"/>
                  <a:pt x="76932" y="32129"/>
                  <a:pt x="76962" y="32098"/>
                </a:cubicBezTo>
                <a:lnTo>
                  <a:pt x="77144" y="32220"/>
                </a:lnTo>
                <a:lnTo>
                  <a:pt x="77418" y="32007"/>
                </a:lnTo>
                <a:cubicBezTo>
                  <a:pt x="77479" y="32038"/>
                  <a:pt x="77570" y="32038"/>
                  <a:pt x="77631" y="32068"/>
                </a:cubicBezTo>
                <a:cubicBezTo>
                  <a:pt x="77691" y="32098"/>
                  <a:pt x="77752" y="32159"/>
                  <a:pt x="77813" y="32220"/>
                </a:cubicBezTo>
                <a:lnTo>
                  <a:pt x="77813" y="32250"/>
                </a:lnTo>
                <a:cubicBezTo>
                  <a:pt x="77722" y="32372"/>
                  <a:pt x="77631" y="32524"/>
                  <a:pt x="77570" y="32676"/>
                </a:cubicBezTo>
                <a:cubicBezTo>
                  <a:pt x="77539" y="32798"/>
                  <a:pt x="77570" y="32950"/>
                  <a:pt x="77631" y="33041"/>
                </a:cubicBezTo>
                <a:cubicBezTo>
                  <a:pt x="77640" y="33059"/>
                  <a:pt x="77662" y="33066"/>
                  <a:pt x="77690" y="33066"/>
                </a:cubicBezTo>
                <a:cubicBezTo>
                  <a:pt x="77757" y="33066"/>
                  <a:pt x="77861" y="33023"/>
                  <a:pt x="77904" y="32980"/>
                </a:cubicBezTo>
                <a:cubicBezTo>
                  <a:pt x="77965" y="32889"/>
                  <a:pt x="77965" y="32889"/>
                  <a:pt x="77995" y="32858"/>
                </a:cubicBezTo>
                <a:cubicBezTo>
                  <a:pt x="78056" y="33041"/>
                  <a:pt x="78147" y="33223"/>
                  <a:pt x="78269" y="33497"/>
                </a:cubicBezTo>
                <a:lnTo>
                  <a:pt x="78451" y="33071"/>
                </a:lnTo>
                <a:lnTo>
                  <a:pt x="78451" y="33284"/>
                </a:lnTo>
                <a:lnTo>
                  <a:pt x="78603" y="33193"/>
                </a:lnTo>
                <a:lnTo>
                  <a:pt x="78755" y="33314"/>
                </a:lnTo>
                <a:lnTo>
                  <a:pt x="78846" y="33010"/>
                </a:lnTo>
                <a:lnTo>
                  <a:pt x="79242" y="32706"/>
                </a:lnTo>
                <a:cubicBezTo>
                  <a:pt x="79272" y="32676"/>
                  <a:pt x="79302" y="32646"/>
                  <a:pt x="79333" y="32615"/>
                </a:cubicBezTo>
                <a:cubicBezTo>
                  <a:pt x="79333" y="32554"/>
                  <a:pt x="79333" y="32494"/>
                  <a:pt x="79363" y="32463"/>
                </a:cubicBezTo>
                <a:cubicBezTo>
                  <a:pt x="79606" y="32463"/>
                  <a:pt x="79546" y="32159"/>
                  <a:pt x="79606" y="31946"/>
                </a:cubicBezTo>
                <a:lnTo>
                  <a:pt x="79789" y="31825"/>
                </a:lnTo>
                <a:cubicBezTo>
                  <a:pt x="79850" y="31673"/>
                  <a:pt x="79941" y="31551"/>
                  <a:pt x="80062" y="31460"/>
                </a:cubicBezTo>
                <a:cubicBezTo>
                  <a:pt x="80093" y="31430"/>
                  <a:pt x="80154" y="31399"/>
                  <a:pt x="80184" y="31369"/>
                </a:cubicBezTo>
                <a:cubicBezTo>
                  <a:pt x="80245" y="31339"/>
                  <a:pt x="80214" y="31339"/>
                  <a:pt x="80245" y="31308"/>
                </a:cubicBezTo>
                <a:cubicBezTo>
                  <a:pt x="80518" y="31126"/>
                  <a:pt x="80822" y="31004"/>
                  <a:pt x="81126" y="30943"/>
                </a:cubicBezTo>
                <a:lnTo>
                  <a:pt x="81521" y="31217"/>
                </a:lnTo>
                <a:lnTo>
                  <a:pt x="82008" y="30700"/>
                </a:lnTo>
                <a:cubicBezTo>
                  <a:pt x="82190" y="30761"/>
                  <a:pt x="82372" y="30883"/>
                  <a:pt x="82524" y="31004"/>
                </a:cubicBezTo>
                <a:cubicBezTo>
                  <a:pt x="82616" y="31065"/>
                  <a:pt x="82676" y="31065"/>
                  <a:pt x="82768" y="31065"/>
                </a:cubicBezTo>
                <a:lnTo>
                  <a:pt x="82859" y="31065"/>
                </a:lnTo>
                <a:lnTo>
                  <a:pt x="82859" y="31187"/>
                </a:lnTo>
                <a:lnTo>
                  <a:pt x="83132" y="31065"/>
                </a:lnTo>
                <a:lnTo>
                  <a:pt x="83771" y="31065"/>
                </a:lnTo>
                <a:cubicBezTo>
                  <a:pt x="84287" y="31065"/>
                  <a:pt x="84774" y="31035"/>
                  <a:pt x="85290" y="30974"/>
                </a:cubicBezTo>
                <a:cubicBezTo>
                  <a:pt x="85686" y="30943"/>
                  <a:pt x="86111" y="30852"/>
                  <a:pt x="86506" y="30791"/>
                </a:cubicBezTo>
                <a:lnTo>
                  <a:pt x="86506" y="30883"/>
                </a:lnTo>
                <a:lnTo>
                  <a:pt x="86506" y="30974"/>
                </a:lnTo>
                <a:lnTo>
                  <a:pt x="86597" y="31065"/>
                </a:lnTo>
                <a:cubicBezTo>
                  <a:pt x="86719" y="31126"/>
                  <a:pt x="86871" y="31187"/>
                  <a:pt x="86993" y="31247"/>
                </a:cubicBezTo>
                <a:cubicBezTo>
                  <a:pt x="87175" y="31278"/>
                  <a:pt x="87327" y="31247"/>
                  <a:pt x="87479" y="31308"/>
                </a:cubicBezTo>
                <a:cubicBezTo>
                  <a:pt x="87540" y="31343"/>
                  <a:pt x="87593" y="31358"/>
                  <a:pt x="87641" y="31358"/>
                </a:cubicBezTo>
                <a:cubicBezTo>
                  <a:pt x="87761" y="31358"/>
                  <a:pt x="87848" y="31265"/>
                  <a:pt x="87935" y="31156"/>
                </a:cubicBezTo>
                <a:cubicBezTo>
                  <a:pt x="88117" y="31004"/>
                  <a:pt x="88300" y="30913"/>
                  <a:pt x="88482" y="30822"/>
                </a:cubicBezTo>
                <a:lnTo>
                  <a:pt x="88634" y="30731"/>
                </a:lnTo>
                <a:cubicBezTo>
                  <a:pt x="88816" y="31004"/>
                  <a:pt x="88907" y="31308"/>
                  <a:pt x="88907" y="31643"/>
                </a:cubicBezTo>
                <a:cubicBezTo>
                  <a:pt x="88999" y="31582"/>
                  <a:pt x="89059" y="31551"/>
                  <a:pt x="89120" y="31521"/>
                </a:cubicBezTo>
                <a:cubicBezTo>
                  <a:pt x="89274" y="31393"/>
                  <a:pt x="89374" y="31324"/>
                  <a:pt x="89445" y="31324"/>
                </a:cubicBezTo>
                <a:cubicBezTo>
                  <a:pt x="89542" y="31324"/>
                  <a:pt x="89584" y="31453"/>
                  <a:pt x="89637" y="31734"/>
                </a:cubicBezTo>
                <a:cubicBezTo>
                  <a:pt x="89698" y="31946"/>
                  <a:pt x="89728" y="32190"/>
                  <a:pt x="89759" y="32311"/>
                </a:cubicBezTo>
                <a:cubicBezTo>
                  <a:pt x="90002" y="32098"/>
                  <a:pt x="90245" y="31916"/>
                  <a:pt x="90488" y="31703"/>
                </a:cubicBezTo>
                <a:lnTo>
                  <a:pt x="90731" y="32676"/>
                </a:lnTo>
                <a:cubicBezTo>
                  <a:pt x="90974" y="32250"/>
                  <a:pt x="90883" y="31703"/>
                  <a:pt x="91339" y="31582"/>
                </a:cubicBezTo>
                <a:cubicBezTo>
                  <a:pt x="91365" y="31371"/>
                  <a:pt x="91312" y="31320"/>
                  <a:pt x="91235" y="31320"/>
                </a:cubicBezTo>
                <a:cubicBezTo>
                  <a:pt x="91164" y="31320"/>
                  <a:pt x="91071" y="31365"/>
                  <a:pt x="91006" y="31365"/>
                </a:cubicBezTo>
                <a:cubicBezTo>
                  <a:pt x="90980" y="31365"/>
                  <a:pt x="90959" y="31358"/>
                  <a:pt x="90944" y="31339"/>
                </a:cubicBezTo>
                <a:lnTo>
                  <a:pt x="90944" y="30609"/>
                </a:lnTo>
                <a:cubicBezTo>
                  <a:pt x="91035" y="30639"/>
                  <a:pt x="91126" y="30731"/>
                  <a:pt x="91187" y="30822"/>
                </a:cubicBezTo>
                <a:cubicBezTo>
                  <a:pt x="91256" y="30959"/>
                  <a:pt x="91330" y="31022"/>
                  <a:pt x="91405" y="31022"/>
                </a:cubicBezTo>
                <a:cubicBezTo>
                  <a:pt x="91497" y="31022"/>
                  <a:pt x="91590" y="30928"/>
                  <a:pt x="91673" y="30761"/>
                </a:cubicBezTo>
                <a:cubicBezTo>
                  <a:pt x="91734" y="30670"/>
                  <a:pt x="91765" y="30518"/>
                  <a:pt x="91825" y="30518"/>
                </a:cubicBezTo>
                <a:cubicBezTo>
                  <a:pt x="91947" y="30457"/>
                  <a:pt x="92069" y="30457"/>
                  <a:pt x="92221" y="30427"/>
                </a:cubicBezTo>
                <a:lnTo>
                  <a:pt x="92221" y="30427"/>
                </a:lnTo>
                <a:cubicBezTo>
                  <a:pt x="92221" y="30579"/>
                  <a:pt x="92190" y="30731"/>
                  <a:pt x="92129" y="30852"/>
                </a:cubicBezTo>
                <a:cubicBezTo>
                  <a:pt x="91977" y="31126"/>
                  <a:pt x="91825" y="31339"/>
                  <a:pt x="92160" y="31521"/>
                </a:cubicBezTo>
                <a:cubicBezTo>
                  <a:pt x="92251" y="31551"/>
                  <a:pt x="92221" y="31794"/>
                  <a:pt x="92281" y="31855"/>
                </a:cubicBezTo>
                <a:cubicBezTo>
                  <a:pt x="92403" y="31977"/>
                  <a:pt x="92585" y="32098"/>
                  <a:pt x="92768" y="32129"/>
                </a:cubicBezTo>
                <a:cubicBezTo>
                  <a:pt x="92798" y="32129"/>
                  <a:pt x="92889" y="31946"/>
                  <a:pt x="92980" y="31855"/>
                </a:cubicBezTo>
                <a:cubicBezTo>
                  <a:pt x="93127" y="31620"/>
                  <a:pt x="93302" y="31215"/>
                  <a:pt x="93424" y="31215"/>
                </a:cubicBezTo>
                <a:cubicBezTo>
                  <a:pt x="93428" y="31215"/>
                  <a:pt x="93432" y="31216"/>
                  <a:pt x="93436" y="31217"/>
                </a:cubicBezTo>
                <a:cubicBezTo>
                  <a:pt x="93486" y="31228"/>
                  <a:pt x="93532" y="31234"/>
                  <a:pt x="93576" y="31234"/>
                </a:cubicBezTo>
                <a:cubicBezTo>
                  <a:pt x="93885" y="31234"/>
                  <a:pt x="94078" y="30974"/>
                  <a:pt x="94318" y="30761"/>
                </a:cubicBezTo>
                <a:cubicBezTo>
                  <a:pt x="94399" y="30707"/>
                  <a:pt x="94529" y="30604"/>
                  <a:pt x="94621" y="30604"/>
                </a:cubicBezTo>
                <a:cubicBezTo>
                  <a:pt x="94632" y="30604"/>
                  <a:pt x="94642" y="30606"/>
                  <a:pt x="94652" y="30609"/>
                </a:cubicBezTo>
                <a:cubicBezTo>
                  <a:pt x="94684" y="30615"/>
                  <a:pt x="94714" y="30618"/>
                  <a:pt x="94742" y="30618"/>
                </a:cubicBezTo>
                <a:cubicBezTo>
                  <a:pt x="95009" y="30618"/>
                  <a:pt x="95117" y="30367"/>
                  <a:pt x="95199" y="30092"/>
                </a:cubicBezTo>
                <a:cubicBezTo>
                  <a:pt x="95230" y="30032"/>
                  <a:pt x="95260" y="29940"/>
                  <a:pt x="95321" y="29849"/>
                </a:cubicBezTo>
                <a:lnTo>
                  <a:pt x="95443" y="29849"/>
                </a:lnTo>
                <a:lnTo>
                  <a:pt x="95534" y="31308"/>
                </a:lnTo>
                <a:lnTo>
                  <a:pt x="95625" y="31308"/>
                </a:lnTo>
                <a:cubicBezTo>
                  <a:pt x="95686" y="31095"/>
                  <a:pt x="95746" y="30913"/>
                  <a:pt x="95868" y="30731"/>
                </a:cubicBezTo>
                <a:cubicBezTo>
                  <a:pt x="95990" y="30518"/>
                  <a:pt x="96111" y="30335"/>
                  <a:pt x="95929" y="30123"/>
                </a:cubicBezTo>
                <a:cubicBezTo>
                  <a:pt x="95898" y="30062"/>
                  <a:pt x="95898" y="30001"/>
                  <a:pt x="95929" y="29940"/>
                </a:cubicBezTo>
                <a:cubicBezTo>
                  <a:pt x="95947" y="29905"/>
                  <a:pt x="95985" y="29890"/>
                  <a:pt x="96027" y="29890"/>
                </a:cubicBezTo>
                <a:cubicBezTo>
                  <a:pt x="96056" y="29890"/>
                  <a:pt x="96086" y="29897"/>
                  <a:pt x="96111" y="29910"/>
                </a:cubicBezTo>
                <a:cubicBezTo>
                  <a:pt x="96172" y="29940"/>
                  <a:pt x="96202" y="30001"/>
                  <a:pt x="96263" y="30062"/>
                </a:cubicBezTo>
                <a:cubicBezTo>
                  <a:pt x="96398" y="30197"/>
                  <a:pt x="96504" y="30268"/>
                  <a:pt x="96591" y="30268"/>
                </a:cubicBezTo>
                <a:cubicBezTo>
                  <a:pt x="96720" y="30268"/>
                  <a:pt x="96811" y="30114"/>
                  <a:pt x="96902" y="29788"/>
                </a:cubicBezTo>
                <a:lnTo>
                  <a:pt x="97449" y="29241"/>
                </a:lnTo>
                <a:cubicBezTo>
                  <a:pt x="97570" y="29059"/>
                  <a:pt x="97692" y="28907"/>
                  <a:pt x="97813" y="28755"/>
                </a:cubicBezTo>
                <a:cubicBezTo>
                  <a:pt x="97996" y="28633"/>
                  <a:pt x="98209" y="28512"/>
                  <a:pt x="98421" y="28390"/>
                </a:cubicBezTo>
                <a:lnTo>
                  <a:pt x="98786" y="28360"/>
                </a:lnTo>
                <a:lnTo>
                  <a:pt x="99060" y="28269"/>
                </a:lnTo>
                <a:lnTo>
                  <a:pt x="98391" y="27752"/>
                </a:lnTo>
                <a:lnTo>
                  <a:pt x="98391" y="27752"/>
                </a:lnTo>
                <a:cubicBezTo>
                  <a:pt x="98523" y="27796"/>
                  <a:pt x="98662" y="27847"/>
                  <a:pt x="98788" y="27847"/>
                </a:cubicBezTo>
                <a:cubicBezTo>
                  <a:pt x="98923" y="27847"/>
                  <a:pt x="99042" y="27788"/>
                  <a:pt x="99120" y="27600"/>
                </a:cubicBezTo>
                <a:cubicBezTo>
                  <a:pt x="99275" y="27271"/>
                  <a:pt x="99405" y="27115"/>
                  <a:pt x="99597" y="27115"/>
                </a:cubicBezTo>
                <a:cubicBezTo>
                  <a:pt x="99706" y="27115"/>
                  <a:pt x="99836" y="27166"/>
                  <a:pt x="100002" y="27266"/>
                </a:cubicBezTo>
                <a:cubicBezTo>
                  <a:pt x="99938" y="27734"/>
                  <a:pt x="99919" y="27874"/>
                  <a:pt x="100039" y="27874"/>
                </a:cubicBezTo>
                <a:cubicBezTo>
                  <a:pt x="100090" y="27874"/>
                  <a:pt x="100166" y="27849"/>
                  <a:pt x="100275" y="27813"/>
                </a:cubicBezTo>
                <a:lnTo>
                  <a:pt x="100883" y="27418"/>
                </a:lnTo>
                <a:lnTo>
                  <a:pt x="100944" y="27539"/>
                </a:lnTo>
                <a:lnTo>
                  <a:pt x="101035" y="26992"/>
                </a:lnTo>
                <a:lnTo>
                  <a:pt x="101309" y="26901"/>
                </a:lnTo>
                <a:lnTo>
                  <a:pt x="101886" y="26992"/>
                </a:lnTo>
                <a:lnTo>
                  <a:pt x="103011" y="27296"/>
                </a:lnTo>
                <a:cubicBezTo>
                  <a:pt x="103186" y="27377"/>
                  <a:pt x="103379" y="27416"/>
                  <a:pt x="103571" y="27416"/>
                </a:cubicBezTo>
                <a:cubicBezTo>
                  <a:pt x="103813" y="27416"/>
                  <a:pt x="104054" y="27354"/>
                  <a:pt x="104257" y="27235"/>
                </a:cubicBezTo>
                <a:lnTo>
                  <a:pt x="105564" y="26566"/>
                </a:lnTo>
                <a:lnTo>
                  <a:pt x="106841" y="26414"/>
                </a:lnTo>
                <a:lnTo>
                  <a:pt x="107662" y="26354"/>
                </a:lnTo>
                <a:cubicBezTo>
                  <a:pt x="107782" y="26430"/>
                  <a:pt x="107891" y="26471"/>
                  <a:pt x="107989" y="26471"/>
                </a:cubicBezTo>
                <a:cubicBezTo>
                  <a:pt x="108163" y="26471"/>
                  <a:pt x="108305" y="26341"/>
                  <a:pt x="108422" y="26050"/>
                </a:cubicBezTo>
                <a:cubicBezTo>
                  <a:pt x="108482" y="25928"/>
                  <a:pt x="108573" y="25837"/>
                  <a:pt x="108665" y="25715"/>
                </a:cubicBezTo>
                <a:lnTo>
                  <a:pt x="109577" y="25290"/>
                </a:lnTo>
                <a:cubicBezTo>
                  <a:pt x="109668" y="25259"/>
                  <a:pt x="109759" y="25229"/>
                  <a:pt x="109880" y="25229"/>
                </a:cubicBezTo>
                <a:cubicBezTo>
                  <a:pt x="110154" y="25168"/>
                  <a:pt x="110458" y="25229"/>
                  <a:pt x="110671" y="25077"/>
                </a:cubicBezTo>
                <a:cubicBezTo>
                  <a:pt x="110797" y="24950"/>
                  <a:pt x="110987" y="24887"/>
                  <a:pt x="111170" y="24887"/>
                </a:cubicBezTo>
                <a:cubicBezTo>
                  <a:pt x="111207" y="24887"/>
                  <a:pt x="111243" y="24890"/>
                  <a:pt x="111279" y="24895"/>
                </a:cubicBezTo>
                <a:cubicBezTo>
                  <a:pt x="111491" y="24925"/>
                  <a:pt x="111704" y="24925"/>
                  <a:pt x="111917" y="24955"/>
                </a:cubicBezTo>
                <a:cubicBezTo>
                  <a:pt x="111956" y="24963"/>
                  <a:pt x="111991" y="24967"/>
                  <a:pt x="112023" y="24967"/>
                </a:cubicBezTo>
                <a:cubicBezTo>
                  <a:pt x="112242" y="24967"/>
                  <a:pt x="112308" y="24788"/>
                  <a:pt x="112282" y="24469"/>
                </a:cubicBezTo>
                <a:lnTo>
                  <a:pt x="113042" y="24135"/>
                </a:lnTo>
                <a:cubicBezTo>
                  <a:pt x="113346" y="23983"/>
                  <a:pt x="113650" y="23831"/>
                  <a:pt x="113984" y="23709"/>
                </a:cubicBezTo>
                <a:cubicBezTo>
                  <a:pt x="115200" y="23253"/>
                  <a:pt x="116355" y="22615"/>
                  <a:pt x="117358" y="21764"/>
                </a:cubicBezTo>
                <a:lnTo>
                  <a:pt x="117753" y="22098"/>
                </a:lnTo>
                <a:cubicBezTo>
                  <a:pt x="117753" y="22068"/>
                  <a:pt x="117783" y="22037"/>
                  <a:pt x="117814" y="22007"/>
                </a:cubicBezTo>
                <a:lnTo>
                  <a:pt x="118027" y="21764"/>
                </a:lnTo>
                <a:cubicBezTo>
                  <a:pt x="118087" y="21916"/>
                  <a:pt x="118148" y="22037"/>
                  <a:pt x="118179" y="22159"/>
                </a:cubicBezTo>
                <a:cubicBezTo>
                  <a:pt x="118209" y="22311"/>
                  <a:pt x="118239" y="22433"/>
                  <a:pt x="118239" y="22585"/>
                </a:cubicBezTo>
                <a:lnTo>
                  <a:pt x="118361" y="22585"/>
                </a:lnTo>
                <a:lnTo>
                  <a:pt x="118452" y="22159"/>
                </a:lnTo>
                <a:cubicBezTo>
                  <a:pt x="118511" y="21983"/>
                  <a:pt x="118569" y="21610"/>
                  <a:pt x="118573" y="21610"/>
                </a:cubicBezTo>
                <a:cubicBezTo>
                  <a:pt x="118574" y="21610"/>
                  <a:pt x="118574" y="21611"/>
                  <a:pt x="118574" y="21612"/>
                </a:cubicBezTo>
                <a:cubicBezTo>
                  <a:pt x="118603" y="21617"/>
                  <a:pt x="118631" y="21619"/>
                  <a:pt x="118658" y="21619"/>
                </a:cubicBezTo>
                <a:cubicBezTo>
                  <a:pt x="118959" y="21619"/>
                  <a:pt x="119077" y="21321"/>
                  <a:pt x="119273" y="21126"/>
                </a:cubicBezTo>
                <a:cubicBezTo>
                  <a:pt x="120549" y="20761"/>
                  <a:pt x="121279" y="19484"/>
                  <a:pt x="122160" y="18451"/>
                </a:cubicBezTo>
                <a:lnTo>
                  <a:pt x="122221" y="18451"/>
                </a:lnTo>
                <a:cubicBezTo>
                  <a:pt x="122343" y="18572"/>
                  <a:pt x="122464" y="18664"/>
                  <a:pt x="122616" y="18785"/>
                </a:cubicBezTo>
                <a:cubicBezTo>
                  <a:pt x="122738" y="18876"/>
                  <a:pt x="122799" y="18968"/>
                  <a:pt x="122920" y="19059"/>
                </a:cubicBezTo>
                <a:cubicBezTo>
                  <a:pt x="122951" y="18937"/>
                  <a:pt x="123011" y="18785"/>
                  <a:pt x="123072" y="18664"/>
                </a:cubicBezTo>
                <a:cubicBezTo>
                  <a:pt x="123103" y="18512"/>
                  <a:pt x="123133" y="18360"/>
                  <a:pt x="123163" y="18208"/>
                </a:cubicBezTo>
                <a:cubicBezTo>
                  <a:pt x="123224" y="18116"/>
                  <a:pt x="123315" y="18086"/>
                  <a:pt x="123407" y="18086"/>
                </a:cubicBezTo>
                <a:cubicBezTo>
                  <a:pt x="123467" y="18086"/>
                  <a:pt x="123498" y="18268"/>
                  <a:pt x="123528" y="18360"/>
                </a:cubicBezTo>
                <a:cubicBezTo>
                  <a:pt x="123528" y="18451"/>
                  <a:pt x="123498" y="18542"/>
                  <a:pt x="123528" y="18633"/>
                </a:cubicBezTo>
                <a:cubicBezTo>
                  <a:pt x="123559" y="18846"/>
                  <a:pt x="123346" y="19211"/>
                  <a:pt x="123650" y="19271"/>
                </a:cubicBezTo>
                <a:cubicBezTo>
                  <a:pt x="123662" y="19273"/>
                  <a:pt x="123674" y="19273"/>
                  <a:pt x="123685" y="19273"/>
                </a:cubicBezTo>
                <a:cubicBezTo>
                  <a:pt x="123975" y="19273"/>
                  <a:pt x="123864" y="18898"/>
                  <a:pt x="123893" y="18664"/>
                </a:cubicBezTo>
                <a:cubicBezTo>
                  <a:pt x="123923" y="18268"/>
                  <a:pt x="124045" y="18025"/>
                  <a:pt x="124410" y="18025"/>
                </a:cubicBezTo>
                <a:cubicBezTo>
                  <a:pt x="124531" y="18025"/>
                  <a:pt x="124653" y="17873"/>
                  <a:pt x="124774" y="17782"/>
                </a:cubicBezTo>
                <a:cubicBezTo>
                  <a:pt x="124896" y="17721"/>
                  <a:pt x="124926" y="17691"/>
                  <a:pt x="125018" y="17630"/>
                </a:cubicBezTo>
                <a:lnTo>
                  <a:pt x="126173" y="17022"/>
                </a:lnTo>
                <a:lnTo>
                  <a:pt x="126568" y="16627"/>
                </a:lnTo>
                <a:cubicBezTo>
                  <a:pt x="126629" y="16566"/>
                  <a:pt x="126689" y="16505"/>
                  <a:pt x="126720" y="16445"/>
                </a:cubicBezTo>
                <a:lnTo>
                  <a:pt x="126781" y="16353"/>
                </a:lnTo>
                <a:lnTo>
                  <a:pt x="127692" y="14287"/>
                </a:lnTo>
                <a:cubicBezTo>
                  <a:pt x="127844" y="13952"/>
                  <a:pt x="127844" y="13587"/>
                  <a:pt x="127692" y="13253"/>
                </a:cubicBezTo>
                <a:cubicBezTo>
                  <a:pt x="127480" y="12645"/>
                  <a:pt x="127328" y="12007"/>
                  <a:pt x="127145" y="11369"/>
                </a:cubicBezTo>
                <a:cubicBezTo>
                  <a:pt x="127115" y="11217"/>
                  <a:pt x="127024" y="11095"/>
                  <a:pt x="126932" y="10973"/>
                </a:cubicBezTo>
                <a:cubicBezTo>
                  <a:pt x="126537" y="10609"/>
                  <a:pt x="126142" y="10366"/>
                  <a:pt x="125960" y="9758"/>
                </a:cubicBezTo>
                <a:cubicBezTo>
                  <a:pt x="125960" y="9666"/>
                  <a:pt x="125869" y="9636"/>
                  <a:pt x="125808" y="9575"/>
                </a:cubicBezTo>
                <a:cubicBezTo>
                  <a:pt x="125473" y="9241"/>
                  <a:pt x="125139" y="8876"/>
                  <a:pt x="124805" y="8572"/>
                </a:cubicBezTo>
                <a:cubicBezTo>
                  <a:pt x="124653" y="8390"/>
                  <a:pt x="124440" y="8238"/>
                  <a:pt x="124197" y="8147"/>
                </a:cubicBezTo>
                <a:cubicBezTo>
                  <a:pt x="123680" y="8025"/>
                  <a:pt x="123224" y="7630"/>
                  <a:pt x="123072" y="7113"/>
                </a:cubicBezTo>
                <a:cubicBezTo>
                  <a:pt x="122951" y="6992"/>
                  <a:pt x="122799" y="6870"/>
                  <a:pt x="122677" y="6779"/>
                </a:cubicBezTo>
                <a:cubicBezTo>
                  <a:pt x="121948" y="6353"/>
                  <a:pt x="121948" y="6353"/>
                  <a:pt x="121978" y="5441"/>
                </a:cubicBezTo>
                <a:cubicBezTo>
                  <a:pt x="121978" y="5411"/>
                  <a:pt x="121948" y="5381"/>
                  <a:pt x="121917" y="5320"/>
                </a:cubicBezTo>
                <a:lnTo>
                  <a:pt x="121583" y="5472"/>
                </a:lnTo>
                <a:lnTo>
                  <a:pt x="121492" y="5654"/>
                </a:lnTo>
                <a:cubicBezTo>
                  <a:pt x="121431" y="5654"/>
                  <a:pt x="121362" y="5662"/>
                  <a:pt x="121298" y="5662"/>
                </a:cubicBezTo>
                <a:cubicBezTo>
                  <a:pt x="121233" y="5662"/>
                  <a:pt x="121173" y="5654"/>
                  <a:pt x="121127" y="5624"/>
                </a:cubicBezTo>
                <a:cubicBezTo>
                  <a:pt x="120762" y="5381"/>
                  <a:pt x="120428" y="5107"/>
                  <a:pt x="120063" y="4864"/>
                </a:cubicBezTo>
                <a:cubicBezTo>
                  <a:pt x="119972" y="4803"/>
                  <a:pt x="119881" y="4742"/>
                  <a:pt x="119789" y="4742"/>
                </a:cubicBezTo>
                <a:cubicBezTo>
                  <a:pt x="119668" y="4771"/>
                  <a:pt x="119546" y="4784"/>
                  <a:pt x="119423" y="4784"/>
                </a:cubicBezTo>
                <a:cubicBezTo>
                  <a:pt x="119025" y="4784"/>
                  <a:pt x="118633" y="4641"/>
                  <a:pt x="118331" y="4408"/>
                </a:cubicBezTo>
                <a:cubicBezTo>
                  <a:pt x="118196" y="4312"/>
                  <a:pt x="118037" y="4252"/>
                  <a:pt x="117877" y="4252"/>
                </a:cubicBezTo>
                <a:cubicBezTo>
                  <a:pt x="117784" y="4252"/>
                  <a:pt x="117690" y="4272"/>
                  <a:pt x="117601" y="4317"/>
                </a:cubicBezTo>
                <a:cubicBezTo>
                  <a:pt x="117175" y="4621"/>
                  <a:pt x="116689" y="4803"/>
                  <a:pt x="116172" y="4894"/>
                </a:cubicBezTo>
                <a:cubicBezTo>
                  <a:pt x="115871" y="5171"/>
                  <a:pt x="115486" y="5343"/>
                  <a:pt x="115087" y="5343"/>
                </a:cubicBezTo>
                <a:cubicBezTo>
                  <a:pt x="115004" y="5343"/>
                  <a:pt x="114919" y="5336"/>
                  <a:pt x="114835" y="5320"/>
                </a:cubicBezTo>
                <a:cubicBezTo>
                  <a:pt x="114653" y="5274"/>
                  <a:pt x="114463" y="5251"/>
                  <a:pt x="114273" y="5251"/>
                </a:cubicBezTo>
                <a:cubicBezTo>
                  <a:pt x="114083" y="5251"/>
                  <a:pt x="113893" y="5274"/>
                  <a:pt x="113710" y="5320"/>
                </a:cubicBezTo>
                <a:lnTo>
                  <a:pt x="113406" y="5259"/>
                </a:lnTo>
                <a:cubicBezTo>
                  <a:pt x="113208" y="5100"/>
                  <a:pt x="113015" y="5051"/>
                  <a:pt x="112823" y="5051"/>
                </a:cubicBezTo>
                <a:cubicBezTo>
                  <a:pt x="112574" y="5051"/>
                  <a:pt x="112326" y="5134"/>
                  <a:pt x="112069" y="5168"/>
                </a:cubicBezTo>
                <a:lnTo>
                  <a:pt x="111978" y="5077"/>
                </a:lnTo>
                <a:cubicBezTo>
                  <a:pt x="111947" y="4894"/>
                  <a:pt x="111917" y="4682"/>
                  <a:pt x="111887" y="4499"/>
                </a:cubicBezTo>
                <a:cubicBezTo>
                  <a:pt x="111765" y="4134"/>
                  <a:pt x="111735" y="3770"/>
                  <a:pt x="112130" y="3648"/>
                </a:cubicBezTo>
                <a:cubicBezTo>
                  <a:pt x="112130" y="3587"/>
                  <a:pt x="112130" y="3527"/>
                  <a:pt x="112130" y="3496"/>
                </a:cubicBezTo>
                <a:cubicBezTo>
                  <a:pt x="112069" y="3496"/>
                  <a:pt x="111995" y="3483"/>
                  <a:pt x="111943" y="3483"/>
                </a:cubicBezTo>
                <a:cubicBezTo>
                  <a:pt x="111917" y="3483"/>
                  <a:pt x="111897" y="3486"/>
                  <a:pt x="111887" y="3496"/>
                </a:cubicBezTo>
                <a:cubicBezTo>
                  <a:pt x="111674" y="3739"/>
                  <a:pt x="111491" y="3982"/>
                  <a:pt x="111339" y="4256"/>
                </a:cubicBezTo>
                <a:cubicBezTo>
                  <a:pt x="111256" y="4402"/>
                  <a:pt x="111201" y="4533"/>
                  <a:pt x="111117" y="4533"/>
                </a:cubicBezTo>
                <a:cubicBezTo>
                  <a:pt x="111078" y="4533"/>
                  <a:pt x="111032" y="4505"/>
                  <a:pt x="110975" y="4438"/>
                </a:cubicBezTo>
                <a:cubicBezTo>
                  <a:pt x="110848" y="4286"/>
                  <a:pt x="110753" y="4213"/>
                  <a:pt x="110681" y="4213"/>
                </a:cubicBezTo>
                <a:cubicBezTo>
                  <a:pt x="110580" y="4213"/>
                  <a:pt x="110524" y="4355"/>
                  <a:pt x="110488" y="4621"/>
                </a:cubicBezTo>
                <a:cubicBezTo>
                  <a:pt x="110458" y="4682"/>
                  <a:pt x="110397" y="4773"/>
                  <a:pt x="110336" y="4834"/>
                </a:cubicBezTo>
                <a:lnTo>
                  <a:pt x="110154" y="5016"/>
                </a:lnTo>
                <a:lnTo>
                  <a:pt x="110063" y="5016"/>
                </a:lnTo>
                <a:lnTo>
                  <a:pt x="109729" y="4408"/>
                </a:lnTo>
                <a:lnTo>
                  <a:pt x="109455" y="4864"/>
                </a:lnTo>
                <a:cubicBezTo>
                  <a:pt x="109179" y="4538"/>
                  <a:pt x="108883" y="4316"/>
                  <a:pt x="108532" y="4316"/>
                </a:cubicBezTo>
                <a:cubicBezTo>
                  <a:pt x="108457" y="4316"/>
                  <a:pt x="108380" y="4326"/>
                  <a:pt x="108300" y="4347"/>
                </a:cubicBezTo>
                <a:cubicBezTo>
                  <a:pt x="107996" y="4438"/>
                  <a:pt x="107662" y="4530"/>
                  <a:pt x="107358" y="4621"/>
                </a:cubicBezTo>
                <a:cubicBezTo>
                  <a:pt x="107029" y="4659"/>
                  <a:pt x="106714" y="4784"/>
                  <a:pt x="106394" y="4784"/>
                </a:cubicBezTo>
                <a:cubicBezTo>
                  <a:pt x="106211" y="4784"/>
                  <a:pt x="106026" y="4743"/>
                  <a:pt x="105838" y="4621"/>
                </a:cubicBezTo>
                <a:cubicBezTo>
                  <a:pt x="105711" y="4548"/>
                  <a:pt x="105563" y="4454"/>
                  <a:pt x="105412" y="4454"/>
                </a:cubicBezTo>
                <a:cubicBezTo>
                  <a:pt x="105310" y="4454"/>
                  <a:pt x="105207" y="4498"/>
                  <a:pt x="105108" y="4621"/>
                </a:cubicBezTo>
                <a:lnTo>
                  <a:pt x="104956" y="4469"/>
                </a:lnTo>
                <a:cubicBezTo>
                  <a:pt x="104843" y="4786"/>
                  <a:pt x="104662" y="4901"/>
                  <a:pt x="104426" y="4901"/>
                </a:cubicBezTo>
                <a:cubicBezTo>
                  <a:pt x="104346" y="4901"/>
                  <a:pt x="104259" y="4887"/>
                  <a:pt x="104166" y="4864"/>
                </a:cubicBezTo>
                <a:cubicBezTo>
                  <a:pt x="103619" y="4773"/>
                  <a:pt x="103072" y="4712"/>
                  <a:pt x="102494" y="4682"/>
                </a:cubicBezTo>
                <a:cubicBezTo>
                  <a:pt x="102403" y="4682"/>
                  <a:pt x="102282" y="4742"/>
                  <a:pt x="102190" y="4773"/>
                </a:cubicBezTo>
                <a:cubicBezTo>
                  <a:pt x="101978" y="4834"/>
                  <a:pt x="101765" y="4864"/>
                  <a:pt x="101552" y="4894"/>
                </a:cubicBezTo>
                <a:cubicBezTo>
                  <a:pt x="101441" y="4904"/>
                  <a:pt x="101329" y="4908"/>
                  <a:pt x="101218" y="4908"/>
                </a:cubicBezTo>
                <a:cubicBezTo>
                  <a:pt x="100995" y="4908"/>
                  <a:pt x="100772" y="4894"/>
                  <a:pt x="100549" y="4894"/>
                </a:cubicBezTo>
                <a:lnTo>
                  <a:pt x="100610" y="5502"/>
                </a:lnTo>
                <a:cubicBezTo>
                  <a:pt x="100483" y="5601"/>
                  <a:pt x="100336" y="5647"/>
                  <a:pt x="100191" y="5647"/>
                </a:cubicBezTo>
                <a:cubicBezTo>
                  <a:pt x="100024" y="5647"/>
                  <a:pt x="99859" y="5586"/>
                  <a:pt x="99728" y="5472"/>
                </a:cubicBezTo>
                <a:cubicBezTo>
                  <a:pt x="99728" y="5198"/>
                  <a:pt x="99546" y="4955"/>
                  <a:pt x="99303" y="4864"/>
                </a:cubicBezTo>
                <a:cubicBezTo>
                  <a:pt x="98739" y="4801"/>
                  <a:pt x="98189" y="4681"/>
                  <a:pt x="97635" y="4681"/>
                </a:cubicBezTo>
                <a:cubicBezTo>
                  <a:pt x="97382" y="4681"/>
                  <a:pt x="97128" y="4706"/>
                  <a:pt x="96871" y="4773"/>
                </a:cubicBezTo>
                <a:lnTo>
                  <a:pt x="96294" y="5107"/>
                </a:lnTo>
                <a:cubicBezTo>
                  <a:pt x="96229" y="5078"/>
                  <a:pt x="96163" y="5065"/>
                  <a:pt x="96101" y="5065"/>
                </a:cubicBezTo>
                <a:cubicBezTo>
                  <a:pt x="95900" y="5065"/>
                  <a:pt x="95725" y="5203"/>
                  <a:pt x="95655" y="5411"/>
                </a:cubicBezTo>
                <a:lnTo>
                  <a:pt x="95746" y="5776"/>
                </a:lnTo>
                <a:cubicBezTo>
                  <a:pt x="95351" y="5867"/>
                  <a:pt x="95047" y="6171"/>
                  <a:pt x="94895" y="6536"/>
                </a:cubicBezTo>
                <a:lnTo>
                  <a:pt x="93254" y="6475"/>
                </a:lnTo>
                <a:cubicBezTo>
                  <a:pt x="93190" y="6453"/>
                  <a:pt x="93110" y="6432"/>
                  <a:pt x="93037" y="6432"/>
                </a:cubicBezTo>
                <a:cubicBezTo>
                  <a:pt x="93006" y="6432"/>
                  <a:pt x="92977" y="6436"/>
                  <a:pt x="92950" y="6445"/>
                </a:cubicBezTo>
                <a:cubicBezTo>
                  <a:pt x="92950" y="6445"/>
                  <a:pt x="92920" y="6445"/>
                  <a:pt x="92889" y="6475"/>
                </a:cubicBezTo>
                <a:lnTo>
                  <a:pt x="90123" y="6414"/>
                </a:lnTo>
                <a:cubicBezTo>
                  <a:pt x="89880" y="6019"/>
                  <a:pt x="89911" y="5928"/>
                  <a:pt x="90184" y="5441"/>
                </a:cubicBezTo>
                <a:lnTo>
                  <a:pt x="89911" y="5320"/>
                </a:lnTo>
                <a:lnTo>
                  <a:pt x="89181" y="5563"/>
                </a:lnTo>
                <a:cubicBezTo>
                  <a:pt x="88976" y="5631"/>
                  <a:pt x="88754" y="5666"/>
                  <a:pt x="88540" y="5666"/>
                </a:cubicBezTo>
                <a:cubicBezTo>
                  <a:pt x="88469" y="5666"/>
                  <a:pt x="88398" y="5662"/>
                  <a:pt x="88330" y="5654"/>
                </a:cubicBezTo>
                <a:cubicBezTo>
                  <a:pt x="88271" y="5639"/>
                  <a:pt x="88210" y="5632"/>
                  <a:pt x="88150" y="5632"/>
                </a:cubicBezTo>
                <a:cubicBezTo>
                  <a:pt x="87961" y="5632"/>
                  <a:pt x="87776" y="5706"/>
                  <a:pt x="87661" y="5867"/>
                </a:cubicBezTo>
                <a:cubicBezTo>
                  <a:pt x="87570" y="5928"/>
                  <a:pt x="87479" y="5989"/>
                  <a:pt x="87357" y="6019"/>
                </a:cubicBezTo>
                <a:cubicBezTo>
                  <a:pt x="87236" y="6080"/>
                  <a:pt x="87114" y="6049"/>
                  <a:pt x="86993" y="6110"/>
                </a:cubicBezTo>
                <a:cubicBezTo>
                  <a:pt x="86841" y="6171"/>
                  <a:pt x="86658" y="6262"/>
                  <a:pt x="86506" y="6353"/>
                </a:cubicBezTo>
                <a:lnTo>
                  <a:pt x="84895" y="6323"/>
                </a:lnTo>
                <a:cubicBezTo>
                  <a:pt x="84758" y="6080"/>
                  <a:pt x="84644" y="5958"/>
                  <a:pt x="84538" y="5958"/>
                </a:cubicBezTo>
                <a:cubicBezTo>
                  <a:pt x="84432" y="5958"/>
                  <a:pt x="84333" y="6080"/>
                  <a:pt x="84227" y="6323"/>
                </a:cubicBezTo>
                <a:lnTo>
                  <a:pt x="83558" y="6323"/>
                </a:lnTo>
                <a:cubicBezTo>
                  <a:pt x="83588" y="6262"/>
                  <a:pt x="83619" y="6201"/>
                  <a:pt x="83649" y="6141"/>
                </a:cubicBezTo>
                <a:lnTo>
                  <a:pt x="83649" y="6141"/>
                </a:lnTo>
                <a:lnTo>
                  <a:pt x="82798" y="6323"/>
                </a:lnTo>
                <a:lnTo>
                  <a:pt x="82433" y="6323"/>
                </a:lnTo>
                <a:lnTo>
                  <a:pt x="82464" y="6232"/>
                </a:lnTo>
                <a:cubicBezTo>
                  <a:pt x="82312" y="6232"/>
                  <a:pt x="82129" y="6262"/>
                  <a:pt x="81977" y="6323"/>
                </a:cubicBezTo>
                <a:cubicBezTo>
                  <a:pt x="79713" y="6308"/>
                  <a:pt x="77456" y="6300"/>
                  <a:pt x="75199" y="6300"/>
                </a:cubicBezTo>
                <a:cubicBezTo>
                  <a:pt x="72942" y="6300"/>
                  <a:pt x="70685" y="6308"/>
                  <a:pt x="68421" y="6323"/>
                </a:cubicBezTo>
                <a:cubicBezTo>
                  <a:pt x="68390" y="6201"/>
                  <a:pt x="68360" y="5989"/>
                  <a:pt x="68330" y="5806"/>
                </a:cubicBezTo>
                <a:cubicBezTo>
                  <a:pt x="68181" y="6121"/>
                  <a:pt x="68014" y="6273"/>
                  <a:pt x="67839" y="6273"/>
                </a:cubicBezTo>
                <a:cubicBezTo>
                  <a:pt x="67692" y="6273"/>
                  <a:pt x="67540" y="6166"/>
                  <a:pt x="67387" y="5958"/>
                </a:cubicBezTo>
                <a:cubicBezTo>
                  <a:pt x="67387" y="5943"/>
                  <a:pt x="67372" y="5943"/>
                  <a:pt x="67353" y="5943"/>
                </a:cubicBezTo>
                <a:cubicBezTo>
                  <a:pt x="67334" y="5943"/>
                  <a:pt x="67311" y="5943"/>
                  <a:pt x="67296" y="5928"/>
                </a:cubicBezTo>
                <a:cubicBezTo>
                  <a:pt x="67023" y="5806"/>
                  <a:pt x="66779" y="5685"/>
                  <a:pt x="66536" y="5563"/>
                </a:cubicBezTo>
                <a:cubicBezTo>
                  <a:pt x="66506" y="5533"/>
                  <a:pt x="66475" y="5381"/>
                  <a:pt x="66506" y="5289"/>
                </a:cubicBezTo>
                <a:cubicBezTo>
                  <a:pt x="66531" y="4942"/>
                  <a:pt x="66292" y="4595"/>
                  <a:pt x="66038" y="4595"/>
                </a:cubicBezTo>
                <a:cubicBezTo>
                  <a:pt x="65981" y="4595"/>
                  <a:pt x="65923" y="4612"/>
                  <a:pt x="65868" y="4651"/>
                </a:cubicBezTo>
                <a:cubicBezTo>
                  <a:pt x="65545" y="4879"/>
                  <a:pt x="65152" y="5000"/>
                  <a:pt x="64755" y="5000"/>
                </a:cubicBezTo>
                <a:cubicBezTo>
                  <a:pt x="64514" y="5000"/>
                  <a:pt x="64273" y="4955"/>
                  <a:pt x="64044" y="4864"/>
                </a:cubicBezTo>
                <a:cubicBezTo>
                  <a:pt x="63861" y="4803"/>
                  <a:pt x="63649" y="4803"/>
                  <a:pt x="63466" y="4803"/>
                </a:cubicBezTo>
                <a:cubicBezTo>
                  <a:pt x="63314" y="4651"/>
                  <a:pt x="63193" y="4530"/>
                  <a:pt x="63041" y="4408"/>
                </a:cubicBezTo>
                <a:cubicBezTo>
                  <a:pt x="62919" y="4317"/>
                  <a:pt x="62706" y="4317"/>
                  <a:pt x="62646" y="4226"/>
                </a:cubicBezTo>
                <a:cubicBezTo>
                  <a:pt x="62579" y="4010"/>
                  <a:pt x="62486" y="3939"/>
                  <a:pt x="62390" y="3939"/>
                </a:cubicBezTo>
                <a:cubicBezTo>
                  <a:pt x="62310" y="3939"/>
                  <a:pt x="62228" y="3988"/>
                  <a:pt x="62159" y="4043"/>
                </a:cubicBezTo>
                <a:cubicBezTo>
                  <a:pt x="62038" y="3861"/>
                  <a:pt x="61916" y="3709"/>
                  <a:pt x="61794" y="3557"/>
                </a:cubicBezTo>
                <a:cubicBezTo>
                  <a:pt x="61706" y="3483"/>
                  <a:pt x="61627" y="3454"/>
                  <a:pt x="61553" y="3454"/>
                </a:cubicBezTo>
                <a:cubicBezTo>
                  <a:pt x="61321" y="3454"/>
                  <a:pt x="61143" y="3738"/>
                  <a:pt x="60913" y="3830"/>
                </a:cubicBezTo>
                <a:lnTo>
                  <a:pt x="60639" y="3770"/>
                </a:lnTo>
                <a:lnTo>
                  <a:pt x="59606" y="3405"/>
                </a:lnTo>
                <a:cubicBezTo>
                  <a:pt x="59606" y="3405"/>
                  <a:pt x="59576" y="3435"/>
                  <a:pt x="59576" y="3466"/>
                </a:cubicBezTo>
                <a:cubicBezTo>
                  <a:pt x="59515" y="3587"/>
                  <a:pt x="59393" y="3800"/>
                  <a:pt x="59332" y="3800"/>
                </a:cubicBezTo>
                <a:cubicBezTo>
                  <a:pt x="59150" y="3770"/>
                  <a:pt x="59028" y="3679"/>
                  <a:pt x="58907" y="3557"/>
                </a:cubicBezTo>
                <a:cubicBezTo>
                  <a:pt x="58877" y="3466"/>
                  <a:pt x="58907" y="3253"/>
                  <a:pt x="58937" y="3101"/>
                </a:cubicBezTo>
                <a:cubicBezTo>
                  <a:pt x="58968" y="2949"/>
                  <a:pt x="59059" y="2919"/>
                  <a:pt x="59089" y="2827"/>
                </a:cubicBezTo>
                <a:cubicBezTo>
                  <a:pt x="59089" y="2706"/>
                  <a:pt x="59089" y="2554"/>
                  <a:pt x="59089" y="2432"/>
                </a:cubicBezTo>
                <a:cubicBezTo>
                  <a:pt x="58968" y="2463"/>
                  <a:pt x="58877" y="2523"/>
                  <a:pt x="58785" y="2584"/>
                </a:cubicBezTo>
                <a:cubicBezTo>
                  <a:pt x="58664" y="2706"/>
                  <a:pt x="58542" y="2858"/>
                  <a:pt x="58390" y="3010"/>
                </a:cubicBezTo>
                <a:lnTo>
                  <a:pt x="58299" y="2432"/>
                </a:lnTo>
                <a:cubicBezTo>
                  <a:pt x="58299" y="2402"/>
                  <a:pt x="58238" y="2402"/>
                  <a:pt x="58208" y="2371"/>
                </a:cubicBezTo>
                <a:cubicBezTo>
                  <a:pt x="58147" y="2432"/>
                  <a:pt x="58086" y="2523"/>
                  <a:pt x="58025" y="2584"/>
                </a:cubicBezTo>
                <a:cubicBezTo>
                  <a:pt x="57974" y="2918"/>
                  <a:pt x="57706" y="3122"/>
                  <a:pt x="57403" y="3122"/>
                </a:cubicBezTo>
                <a:cubicBezTo>
                  <a:pt x="57348" y="3122"/>
                  <a:pt x="57292" y="3115"/>
                  <a:pt x="57235" y="3101"/>
                </a:cubicBezTo>
                <a:cubicBezTo>
                  <a:pt x="57114" y="3101"/>
                  <a:pt x="57022" y="3101"/>
                  <a:pt x="56931" y="3131"/>
                </a:cubicBezTo>
                <a:cubicBezTo>
                  <a:pt x="56597" y="3223"/>
                  <a:pt x="56293" y="3314"/>
                  <a:pt x="55959" y="3405"/>
                </a:cubicBezTo>
                <a:cubicBezTo>
                  <a:pt x="55833" y="3430"/>
                  <a:pt x="55696" y="3476"/>
                  <a:pt x="55571" y="3476"/>
                </a:cubicBezTo>
                <a:cubicBezTo>
                  <a:pt x="55394" y="3476"/>
                  <a:pt x="55239" y="3384"/>
                  <a:pt x="55168" y="3010"/>
                </a:cubicBezTo>
                <a:lnTo>
                  <a:pt x="54682" y="3466"/>
                </a:lnTo>
                <a:cubicBezTo>
                  <a:pt x="54499" y="3387"/>
                  <a:pt x="54315" y="3241"/>
                  <a:pt x="54210" y="3241"/>
                </a:cubicBezTo>
                <a:cubicBezTo>
                  <a:pt x="54193" y="3241"/>
                  <a:pt x="54178" y="3245"/>
                  <a:pt x="54165" y="3253"/>
                </a:cubicBezTo>
                <a:cubicBezTo>
                  <a:pt x="54064" y="3316"/>
                  <a:pt x="53947" y="3348"/>
                  <a:pt x="53831" y="3348"/>
                </a:cubicBezTo>
                <a:cubicBezTo>
                  <a:pt x="53670" y="3348"/>
                  <a:pt x="53512" y="3286"/>
                  <a:pt x="53405" y="3162"/>
                </a:cubicBezTo>
                <a:cubicBezTo>
                  <a:pt x="53223" y="3010"/>
                  <a:pt x="53162" y="2767"/>
                  <a:pt x="53253" y="2554"/>
                </a:cubicBezTo>
                <a:cubicBezTo>
                  <a:pt x="53284" y="2250"/>
                  <a:pt x="53253" y="1916"/>
                  <a:pt x="53193" y="1612"/>
                </a:cubicBezTo>
                <a:lnTo>
                  <a:pt x="52889" y="2007"/>
                </a:lnTo>
                <a:lnTo>
                  <a:pt x="52645" y="1672"/>
                </a:lnTo>
                <a:lnTo>
                  <a:pt x="52463" y="1976"/>
                </a:lnTo>
                <a:lnTo>
                  <a:pt x="52311" y="2037"/>
                </a:lnTo>
                <a:cubicBezTo>
                  <a:pt x="52159" y="2098"/>
                  <a:pt x="51946" y="2098"/>
                  <a:pt x="51916" y="2189"/>
                </a:cubicBezTo>
                <a:cubicBezTo>
                  <a:pt x="51703" y="2675"/>
                  <a:pt x="51278" y="3040"/>
                  <a:pt x="50730" y="3131"/>
                </a:cubicBezTo>
                <a:cubicBezTo>
                  <a:pt x="50730" y="3162"/>
                  <a:pt x="50700" y="3162"/>
                  <a:pt x="50670" y="3192"/>
                </a:cubicBezTo>
                <a:cubicBezTo>
                  <a:pt x="50548" y="3253"/>
                  <a:pt x="50396" y="3283"/>
                  <a:pt x="50244" y="3344"/>
                </a:cubicBezTo>
                <a:cubicBezTo>
                  <a:pt x="49968" y="3477"/>
                  <a:pt x="49726" y="3541"/>
                  <a:pt x="49508" y="3541"/>
                </a:cubicBezTo>
                <a:cubicBezTo>
                  <a:pt x="49076" y="3541"/>
                  <a:pt x="48733" y="3291"/>
                  <a:pt x="48390" y="2827"/>
                </a:cubicBezTo>
                <a:cubicBezTo>
                  <a:pt x="48329" y="2767"/>
                  <a:pt x="48238" y="2706"/>
                  <a:pt x="48177" y="2706"/>
                </a:cubicBezTo>
                <a:cubicBezTo>
                  <a:pt x="47843" y="2584"/>
                  <a:pt x="47539" y="2493"/>
                  <a:pt x="47205" y="2432"/>
                </a:cubicBezTo>
                <a:cubicBezTo>
                  <a:pt x="46718" y="2311"/>
                  <a:pt x="46232" y="2189"/>
                  <a:pt x="45715" y="2098"/>
                </a:cubicBezTo>
                <a:cubicBezTo>
                  <a:pt x="45320" y="2007"/>
                  <a:pt x="44925" y="1976"/>
                  <a:pt x="44499" y="1916"/>
                </a:cubicBezTo>
                <a:lnTo>
                  <a:pt x="44499" y="1824"/>
                </a:lnTo>
                <a:lnTo>
                  <a:pt x="44530" y="1733"/>
                </a:lnTo>
                <a:lnTo>
                  <a:pt x="44469" y="1642"/>
                </a:lnTo>
                <a:cubicBezTo>
                  <a:pt x="44347" y="1551"/>
                  <a:pt x="44226" y="1429"/>
                  <a:pt x="44104" y="1368"/>
                </a:cubicBezTo>
                <a:cubicBezTo>
                  <a:pt x="43983" y="1277"/>
                  <a:pt x="43800" y="1247"/>
                  <a:pt x="43679" y="1156"/>
                </a:cubicBezTo>
                <a:cubicBezTo>
                  <a:pt x="43618" y="1095"/>
                  <a:pt x="43542" y="1064"/>
                  <a:pt x="43458" y="1064"/>
                </a:cubicBezTo>
                <a:cubicBezTo>
                  <a:pt x="43375" y="1064"/>
                  <a:pt x="43284" y="1095"/>
                  <a:pt x="43192" y="1156"/>
                </a:cubicBezTo>
                <a:cubicBezTo>
                  <a:pt x="43010" y="1247"/>
                  <a:pt x="42797" y="1308"/>
                  <a:pt x="42584" y="1338"/>
                </a:cubicBezTo>
                <a:cubicBezTo>
                  <a:pt x="42463" y="1368"/>
                  <a:pt x="42341" y="1429"/>
                  <a:pt x="42189" y="1460"/>
                </a:cubicBezTo>
                <a:cubicBezTo>
                  <a:pt x="42068" y="1490"/>
                  <a:pt x="41916" y="1490"/>
                  <a:pt x="41764" y="1490"/>
                </a:cubicBezTo>
                <a:cubicBezTo>
                  <a:pt x="40730" y="1460"/>
                  <a:pt x="39697" y="1490"/>
                  <a:pt x="38785" y="882"/>
                </a:cubicBezTo>
                <a:cubicBezTo>
                  <a:pt x="38679" y="837"/>
                  <a:pt x="38572" y="814"/>
                  <a:pt x="38466" y="814"/>
                </a:cubicBezTo>
                <a:cubicBezTo>
                  <a:pt x="38359" y="814"/>
                  <a:pt x="38253" y="837"/>
                  <a:pt x="38147" y="882"/>
                </a:cubicBezTo>
                <a:cubicBezTo>
                  <a:pt x="37721" y="1034"/>
                  <a:pt x="37326" y="1216"/>
                  <a:pt x="36931" y="1429"/>
                </a:cubicBezTo>
                <a:cubicBezTo>
                  <a:pt x="36835" y="1501"/>
                  <a:pt x="36725" y="1535"/>
                  <a:pt x="36617" y="1535"/>
                </a:cubicBezTo>
                <a:cubicBezTo>
                  <a:pt x="36452" y="1535"/>
                  <a:pt x="36293" y="1455"/>
                  <a:pt x="36201" y="1308"/>
                </a:cubicBezTo>
                <a:cubicBezTo>
                  <a:pt x="36065" y="1130"/>
                  <a:pt x="35989" y="1038"/>
                  <a:pt x="35929" y="1038"/>
                </a:cubicBezTo>
                <a:cubicBezTo>
                  <a:pt x="35854" y="1038"/>
                  <a:pt x="35802" y="1175"/>
                  <a:pt x="35685" y="1460"/>
                </a:cubicBezTo>
                <a:cubicBezTo>
                  <a:pt x="35590" y="1685"/>
                  <a:pt x="35485" y="1795"/>
                  <a:pt x="35353" y="1795"/>
                </a:cubicBezTo>
                <a:cubicBezTo>
                  <a:pt x="35272" y="1795"/>
                  <a:pt x="35181" y="1753"/>
                  <a:pt x="35077" y="1672"/>
                </a:cubicBezTo>
                <a:cubicBezTo>
                  <a:pt x="34955" y="1612"/>
                  <a:pt x="34834" y="1581"/>
                  <a:pt x="34712" y="1551"/>
                </a:cubicBezTo>
                <a:lnTo>
                  <a:pt x="34195" y="1368"/>
                </a:lnTo>
                <a:lnTo>
                  <a:pt x="34256" y="1186"/>
                </a:lnTo>
                <a:lnTo>
                  <a:pt x="34682" y="1186"/>
                </a:lnTo>
                <a:cubicBezTo>
                  <a:pt x="34864" y="1156"/>
                  <a:pt x="35077" y="1125"/>
                  <a:pt x="35289" y="1064"/>
                </a:cubicBezTo>
                <a:cubicBezTo>
                  <a:pt x="35350" y="1034"/>
                  <a:pt x="35411" y="913"/>
                  <a:pt x="35472" y="852"/>
                </a:cubicBezTo>
                <a:cubicBezTo>
                  <a:pt x="35411" y="761"/>
                  <a:pt x="35320" y="700"/>
                  <a:pt x="35229" y="669"/>
                </a:cubicBezTo>
                <a:cubicBezTo>
                  <a:pt x="35088" y="630"/>
                  <a:pt x="34944" y="611"/>
                  <a:pt x="34799" y="611"/>
                </a:cubicBezTo>
                <a:cubicBezTo>
                  <a:pt x="34380" y="611"/>
                  <a:pt x="33957" y="771"/>
                  <a:pt x="33618" y="1064"/>
                </a:cubicBezTo>
                <a:cubicBezTo>
                  <a:pt x="33221" y="1197"/>
                  <a:pt x="32824" y="1513"/>
                  <a:pt x="32388" y="1513"/>
                </a:cubicBezTo>
                <a:cubicBezTo>
                  <a:pt x="32322" y="1513"/>
                  <a:pt x="32256" y="1506"/>
                  <a:pt x="32189" y="1490"/>
                </a:cubicBezTo>
                <a:cubicBezTo>
                  <a:pt x="32037" y="1395"/>
                  <a:pt x="31885" y="1288"/>
                  <a:pt x="31726" y="1288"/>
                </a:cubicBezTo>
                <a:cubicBezTo>
                  <a:pt x="31630" y="1288"/>
                  <a:pt x="31532" y="1327"/>
                  <a:pt x="31429" y="1429"/>
                </a:cubicBezTo>
                <a:cubicBezTo>
                  <a:pt x="31230" y="1662"/>
                  <a:pt x="31076" y="1785"/>
                  <a:pt x="30923" y="1785"/>
                </a:cubicBezTo>
                <a:cubicBezTo>
                  <a:pt x="30796" y="1785"/>
                  <a:pt x="30669" y="1700"/>
                  <a:pt x="30517" y="1520"/>
                </a:cubicBezTo>
                <a:cubicBezTo>
                  <a:pt x="30749" y="1005"/>
                  <a:pt x="30785" y="905"/>
                  <a:pt x="30549" y="905"/>
                </a:cubicBezTo>
                <a:cubicBezTo>
                  <a:pt x="30507" y="905"/>
                  <a:pt x="30456" y="908"/>
                  <a:pt x="30396" y="913"/>
                </a:cubicBezTo>
                <a:lnTo>
                  <a:pt x="29697" y="1095"/>
                </a:lnTo>
                <a:lnTo>
                  <a:pt x="29666" y="973"/>
                </a:lnTo>
                <a:lnTo>
                  <a:pt x="29453" y="1460"/>
                </a:lnTo>
                <a:lnTo>
                  <a:pt x="29150" y="1490"/>
                </a:lnTo>
                <a:lnTo>
                  <a:pt x="28633" y="1247"/>
                </a:lnTo>
                <a:lnTo>
                  <a:pt x="27660" y="609"/>
                </a:lnTo>
                <a:cubicBezTo>
                  <a:pt x="27376" y="396"/>
                  <a:pt x="27037" y="275"/>
                  <a:pt x="26700" y="275"/>
                </a:cubicBezTo>
                <a:cubicBezTo>
                  <a:pt x="26604" y="275"/>
                  <a:pt x="26508" y="284"/>
                  <a:pt x="26414" y="305"/>
                </a:cubicBezTo>
                <a:lnTo>
                  <a:pt x="24985" y="578"/>
                </a:lnTo>
                <a:lnTo>
                  <a:pt x="23709" y="365"/>
                </a:lnTo>
                <a:lnTo>
                  <a:pt x="22918" y="244"/>
                </a:lnTo>
                <a:cubicBezTo>
                  <a:pt x="22787" y="84"/>
                  <a:pt x="22663" y="0"/>
                  <a:pt x="22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8"/>
          <p:cNvSpPr/>
          <p:nvPr/>
        </p:nvSpPr>
        <p:spPr>
          <a:xfrm rot="5613907">
            <a:off x="5490206" y="1688618"/>
            <a:ext cx="7031158" cy="1766262"/>
          </a:xfrm>
          <a:custGeom>
            <a:rect b="b" l="l" r="r" t="t"/>
            <a:pathLst>
              <a:path extrusionOk="0" h="21525" w="85687">
                <a:moveTo>
                  <a:pt x="17404" y="5187"/>
                </a:moveTo>
                <a:cubicBezTo>
                  <a:pt x="17507" y="5187"/>
                  <a:pt x="17592" y="5221"/>
                  <a:pt x="17661" y="5290"/>
                </a:cubicBezTo>
                <a:cubicBezTo>
                  <a:pt x="17691" y="5350"/>
                  <a:pt x="17691" y="5442"/>
                  <a:pt x="17630" y="5502"/>
                </a:cubicBezTo>
                <a:cubicBezTo>
                  <a:pt x="17625" y="5507"/>
                  <a:pt x="17618" y="5510"/>
                  <a:pt x="17609" y="5510"/>
                </a:cubicBezTo>
                <a:cubicBezTo>
                  <a:pt x="17508" y="5510"/>
                  <a:pt x="17185" y="5226"/>
                  <a:pt x="17296" y="5198"/>
                </a:cubicBezTo>
                <a:cubicBezTo>
                  <a:pt x="17334" y="5191"/>
                  <a:pt x="17370" y="5187"/>
                  <a:pt x="17404" y="5187"/>
                </a:cubicBezTo>
                <a:close/>
                <a:moveTo>
                  <a:pt x="71370" y="6050"/>
                </a:moveTo>
                <a:cubicBezTo>
                  <a:pt x="71492" y="6110"/>
                  <a:pt x="71552" y="6201"/>
                  <a:pt x="71522" y="6262"/>
                </a:cubicBezTo>
                <a:cubicBezTo>
                  <a:pt x="71501" y="6284"/>
                  <a:pt x="71373" y="6305"/>
                  <a:pt x="71300" y="6305"/>
                </a:cubicBezTo>
                <a:cubicBezTo>
                  <a:pt x="71269" y="6305"/>
                  <a:pt x="71248" y="6302"/>
                  <a:pt x="71248" y="6293"/>
                </a:cubicBezTo>
                <a:cubicBezTo>
                  <a:pt x="71248" y="6262"/>
                  <a:pt x="71188" y="6262"/>
                  <a:pt x="71097" y="6262"/>
                </a:cubicBezTo>
                <a:lnTo>
                  <a:pt x="71066" y="6262"/>
                </a:lnTo>
                <a:cubicBezTo>
                  <a:pt x="71036" y="6262"/>
                  <a:pt x="71036" y="6171"/>
                  <a:pt x="71036" y="6171"/>
                </a:cubicBezTo>
                <a:cubicBezTo>
                  <a:pt x="71097" y="6110"/>
                  <a:pt x="71188" y="6050"/>
                  <a:pt x="71279" y="6050"/>
                </a:cubicBezTo>
                <a:close/>
                <a:moveTo>
                  <a:pt x="71948" y="5837"/>
                </a:moveTo>
                <a:cubicBezTo>
                  <a:pt x="72100" y="5898"/>
                  <a:pt x="72221" y="5989"/>
                  <a:pt x="72343" y="6080"/>
                </a:cubicBezTo>
                <a:cubicBezTo>
                  <a:pt x="72373" y="6080"/>
                  <a:pt x="72282" y="6201"/>
                  <a:pt x="72160" y="6323"/>
                </a:cubicBezTo>
                <a:lnTo>
                  <a:pt x="72008" y="6384"/>
                </a:lnTo>
                <a:lnTo>
                  <a:pt x="71917" y="6384"/>
                </a:lnTo>
                <a:cubicBezTo>
                  <a:pt x="71796" y="6323"/>
                  <a:pt x="71704" y="6201"/>
                  <a:pt x="71735" y="6171"/>
                </a:cubicBezTo>
                <a:cubicBezTo>
                  <a:pt x="71735" y="6171"/>
                  <a:pt x="71674" y="6050"/>
                  <a:pt x="71583" y="5958"/>
                </a:cubicBezTo>
                <a:lnTo>
                  <a:pt x="71796" y="5898"/>
                </a:lnTo>
                <a:lnTo>
                  <a:pt x="71948" y="5837"/>
                </a:lnTo>
                <a:close/>
                <a:moveTo>
                  <a:pt x="1414" y="9826"/>
                </a:moveTo>
                <a:cubicBezTo>
                  <a:pt x="1452" y="9826"/>
                  <a:pt x="1490" y="9834"/>
                  <a:pt x="1521" y="9849"/>
                </a:cubicBezTo>
                <a:cubicBezTo>
                  <a:pt x="1551" y="9879"/>
                  <a:pt x="1521" y="10062"/>
                  <a:pt x="1369" y="10123"/>
                </a:cubicBezTo>
                <a:lnTo>
                  <a:pt x="1186" y="10123"/>
                </a:lnTo>
                <a:cubicBezTo>
                  <a:pt x="1095" y="10062"/>
                  <a:pt x="1217" y="9879"/>
                  <a:pt x="1308" y="9849"/>
                </a:cubicBezTo>
                <a:cubicBezTo>
                  <a:pt x="1338" y="9834"/>
                  <a:pt x="1376" y="9826"/>
                  <a:pt x="1414" y="9826"/>
                </a:cubicBezTo>
                <a:close/>
                <a:moveTo>
                  <a:pt x="59103" y="12071"/>
                </a:moveTo>
                <a:cubicBezTo>
                  <a:pt x="59156" y="12071"/>
                  <a:pt x="59197" y="12105"/>
                  <a:pt x="59212" y="12220"/>
                </a:cubicBezTo>
                <a:cubicBezTo>
                  <a:pt x="59224" y="12220"/>
                  <a:pt x="59294" y="12215"/>
                  <a:pt x="59377" y="12215"/>
                </a:cubicBezTo>
                <a:cubicBezTo>
                  <a:pt x="59500" y="12215"/>
                  <a:pt x="59649" y="12226"/>
                  <a:pt x="59668" y="12281"/>
                </a:cubicBezTo>
                <a:cubicBezTo>
                  <a:pt x="59698" y="12372"/>
                  <a:pt x="59546" y="12524"/>
                  <a:pt x="59364" y="12645"/>
                </a:cubicBezTo>
                <a:lnTo>
                  <a:pt x="59121" y="12524"/>
                </a:lnTo>
                <a:lnTo>
                  <a:pt x="59060" y="12463"/>
                </a:lnTo>
                <a:cubicBezTo>
                  <a:pt x="59032" y="12474"/>
                  <a:pt x="59005" y="12479"/>
                  <a:pt x="58978" y="12479"/>
                </a:cubicBezTo>
                <a:cubicBezTo>
                  <a:pt x="58856" y="12479"/>
                  <a:pt x="58745" y="12375"/>
                  <a:pt x="58695" y="12250"/>
                </a:cubicBezTo>
                <a:cubicBezTo>
                  <a:pt x="58695" y="12189"/>
                  <a:pt x="58756" y="12129"/>
                  <a:pt x="58847" y="12129"/>
                </a:cubicBezTo>
                <a:lnTo>
                  <a:pt x="58908" y="12129"/>
                </a:lnTo>
                <a:cubicBezTo>
                  <a:pt x="58972" y="12113"/>
                  <a:pt x="59044" y="12071"/>
                  <a:pt x="59103" y="12071"/>
                </a:cubicBezTo>
                <a:close/>
                <a:moveTo>
                  <a:pt x="56902" y="11977"/>
                </a:moveTo>
                <a:cubicBezTo>
                  <a:pt x="56962" y="12007"/>
                  <a:pt x="56993" y="12037"/>
                  <a:pt x="57023" y="12068"/>
                </a:cubicBezTo>
                <a:lnTo>
                  <a:pt x="57054" y="12129"/>
                </a:lnTo>
                <a:cubicBezTo>
                  <a:pt x="57054" y="12189"/>
                  <a:pt x="57084" y="12220"/>
                  <a:pt x="57114" y="12281"/>
                </a:cubicBezTo>
                <a:lnTo>
                  <a:pt x="57247" y="12360"/>
                </a:lnTo>
                <a:lnTo>
                  <a:pt x="57247" y="12360"/>
                </a:lnTo>
                <a:cubicBezTo>
                  <a:pt x="57275" y="12329"/>
                  <a:pt x="57308" y="12290"/>
                  <a:pt x="57327" y="12250"/>
                </a:cubicBezTo>
                <a:lnTo>
                  <a:pt x="57327" y="12189"/>
                </a:lnTo>
                <a:cubicBezTo>
                  <a:pt x="57327" y="12159"/>
                  <a:pt x="57206" y="12129"/>
                  <a:pt x="57327" y="12098"/>
                </a:cubicBezTo>
                <a:cubicBezTo>
                  <a:pt x="57388" y="12098"/>
                  <a:pt x="57418" y="12098"/>
                  <a:pt x="57449" y="12159"/>
                </a:cubicBezTo>
                <a:lnTo>
                  <a:pt x="57510" y="12372"/>
                </a:lnTo>
                <a:cubicBezTo>
                  <a:pt x="57703" y="12344"/>
                  <a:pt x="58023" y="12216"/>
                  <a:pt x="58147" y="12216"/>
                </a:cubicBezTo>
                <a:cubicBezTo>
                  <a:pt x="58160" y="12216"/>
                  <a:pt x="58170" y="12217"/>
                  <a:pt x="58178" y="12220"/>
                </a:cubicBezTo>
                <a:cubicBezTo>
                  <a:pt x="58270" y="12250"/>
                  <a:pt x="58482" y="12250"/>
                  <a:pt x="58513" y="12281"/>
                </a:cubicBezTo>
                <a:cubicBezTo>
                  <a:pt x="58543" y="12372"/>
                  <a:pt x="58543" y="12463"/>
                  <a:pt x="58513" y="12554"/>
                </a:cubicBezTo>
                <a:lnTo>
                  <a:pt x="58452" y="12554"/>
                </a:lnTo>
                <a:lnTo>
                  <a:pt x="58300" y="12585"/>
                </a:lnTo>
                <a:cubicBezTo>
                  <a:pt x="58188" y="12585"/>
                  <a:pt x="57611" y="12452"/>
                  <a:pt x="57305" y="12395"/>
                </a:cubicBezTo>
                <a:lnTo>
                  <a:pt x="57305" y="12395"/>
                </a:lnTo>
                <a:lnTo>
                  <a:pt x="57418" y="12463"/>
                </a:lnTo>
                <a:cubicBezTo>
                  <a:pt x="57540" y="12554"/>
                  <a:pt x="57510" y="12524"/>
                  <a:pt x="57449" y="12554"/>
                </a:cubicBezTo>
                <a:lnTo>
                  <a:pt x="57449" y="12585"/>
                </a:lnTo>
                <a:lnTo>
                  <a:pt x="57388" y="12737"/>
                </a:lnTo>
                <a:cubicBezTo>
                  <a:pt x="57297" y="12676"/>
                  <a:pt x="57145" y="12463"/>
                  <a:pt x="57206" y="12402"/>
                </a:cubicBezTo>
                <a:cubicBezTo>
                  <a:pt x="57212" y="12396"/>
                  <a:pt x="57219" y="12389"/>
                  <a:pt x="57227" y="12381"/>
                </a:cubicBezTo>
                <a:lnTo>
                  <a:pt x="57227" y="12381"/>
                </a:lnTo>
                <a:cubicBezTo>
                  <a:pt x="57250" y="12385"/>
                  <a:pt x="57276" y="12389"/>
                  <a:pt x="57305" y="12395"/>
                </a:cubicBezTo>
                <a:lnTo>
                  <a:pt x="57305" y="12395"/>
                </a:lnTo>
                <a:lnTo>
                  <a:pt x="57247" y="12360"/>
                </a:lnTo>
                <a:lnTo>
                  <a:pt x="57247" y="12360"/>
                </a:lnTo>
                <a:cubicBezTo>
                  <a:pt x="57240" y="12367"/>
                  <a:pt x="57233" y="12374"/>
                  <a:pt x="57227" y="12381"/>
                </a:cubicBezTo>
                <a:lnTo>
                  <a:pt x="57227" y="12381"/>
                </a:lnTo>
                <a:cubicBezTo>
                  <a:pt x="57182" y="12373"/>
                  <a:pt x="57148" y="12369"/>
                  <a:pt x="57130" y="12369"/>
                </a:cubicBezTo>
                <a:cubicBezTo>
                  <a:pt x="57121" y="12369"/>
                  <a:pt x="57116" y="12370"/>
                  <a:pt x="57114" y="12372"/>
                </a:cubicBezTo>
                <a:cubicBezTo>
                  <a:pt x="57054" y="12402"/>
                  <a:pt x="57084" y="12463"/>
                  <a:pt x="57114" y="12554"/>
                </a:cubicBezTo>
                <a:lnTo>
                  <a:pt x="56871" y="12554"/>
                </a:lnTo>
                <a:cubicBezTo>
                  <a:pt x="56798" y="12579"/>
                  <a:pt x="56704" y="12623"/>
                  <a:pt x="56623" y="12623"/>
                </a:cubicBezTo>
                <a:cubicBezTo>
                  <a:pt x="56603" y="12623"/>
                  <a:pt x="56585" y="12621"/>
                  <a:pt x="56567" y="12615"/>
                </a:cubicBezTo>
                <a:lnTo>
                  <a:pt x="56476" y="12585"/>
                </a:lnTo>
                <a:cubicBezTo>
                  <a:pt x="56461" y="12539"/>
                  <a:pt x="56408" y="12516"/>
                  <a:pt x="56336" y="12516"/>
                </a:cubicBezTo>
                <a:cubicBezTo>
                  <a:pt x="56263" y="12516"/>
                  <a:pt x="56172" y="12539"/>
                  <a:pt x="56081" y="12585"/>
                </a:cubicBezTo>
                <a:lnTo>
                  <a:pt x="55899" y="12615"/>
                </a:lnTo>
                <a:lnTo>
                  <a:pt x="55777" y="12645"/>
                </a:lnTo>
                <a:cubicBezTo>
                  <a:pt x="55655" y="12585"/>
                  <a:pt x="55534" y="12493"/>
                  <a:pt x="55443" y="12402"/>
                </a:cubicBezTo>
                <a:lnTo>
                  <a:pt x="55412" y="12341"/>
                </a:lnTo>
                <a:lnTo>
                  <a:pt x="55412" y="12311"/>
                </a:lnTo>
                <a:cubicBezTo>
                  <a:pt x="55458" y="12296"/>
                  <a:pt x="55504" y="12288"/>
                  <a:pt x="55545" y="12288"/>
                </a:cubicBezTo>
                <a:cubicBezTo>
                  <a:pt x="55587" y="12288"/>
                  <a:pt x="55625" y="12296"/>
                  <a:pt x="55655" y="12311"/>
                </a:cubicBezTo>
                <a:lnTo>
                  <a:pt x="55716" y="12341"/>
                </a:lnTo>
                <a:cubicBezTo>
                  <a:pt x="55762" y="12387"/>
                  <a:pt x="55807" y="12417"/>
                  <a:pt x="55845" y="12417"/>
                </a:cubicBezTo>
                <a:cubicBezTo>
                  <a:pt x="55883" y="12417"/>
                  <a:pt x="55914" y="12387"/>
                  <a:pt x="55929" y="12311"/>
                </a:cubicBezTo>
                <a:cubicBezTo>
                  <a:pt x="55929" y="12281"/>
                  <a:pt x="55929" y="12250"/>
                  <a:pt x="55959" y="12250"/>
                </a:cubicBezTo>
                <a:cubicBezTo>
                  <a:pt x="56051" y="12189"/>
                  <a:pt x="56263" y="12281"/>
                  <a:pt x="56263" y="12098"/>
                </a:cubicBezTo>
                <a:cubicBezTo>
                  <a:pt x="56263" y="12068"/>
                  <a:pt x="56476" y="12037"/>
                  <a:pt x="56567" y="12007"/>
                </a:cubicBezTo>
                <a:cubicBezTo>
                  <a:pt x="56575" y="12003"/>
                  <a:pt x="56583" y="12002"/>
                  <a:pt x="56591" y="12002"/>
                </a:cubicBezTo>
                <a:cubicBezTo>
                  <a:pt x="56630" y="12002"/>
                  <a:pt x="56683" y="12032"/>
                  <a:pt x="56730" y="12032"/>
                </a:cubicBezTo>
                <a:cubicBezTo>
                  <a:pt x="56761" y="12032"/>
                  <a:pt x="56789" y="12019"/>
                  <a:pt x="56811" y="11977"/>
                </a:cubicBezTo>
                <a:close/>
                <a:moveTo>
                  <a:pt x="54926" y="12129"/>
                </a:moveTo>
                <a:cubicBezTo>
                  <a:pt x="54954" y="12185"/>
                  <a:pt x="55062" y="12375"/>
                  <a:pt x="55126" y="12375"/>
                </a:cubicBezTo>
                <a:cubicBezTo>
                  <a:pt x="55130" y="12375"/>
                  <a:pt x="55135" y="12374"/>
                  <a:pt x="55139" y="12372"/>
                </a:cubicBezTo>
                <a:cubicBezTo>
                  <a:pt x="55147" y="12368"/>
                  <a:pt x="55157" y="12366"/>
                  <a:pt x="55167" y="12366"/>
                </a:cubicBezTo>
                <a:cubicBezTo>
                  <a:pt x="55232" y="12366"/>
                  <a:pt x="55325" y="12437"/>
                  <a:pt x="55352" y="12463"/>
                </a:cubicBezTo>
                <a:cubicBezTo>
                  <a:pt x="55382" y="12524"/>
                  <a:pt x="55352" y="12554"/>
                  <a:pt x="55260" y="12554"/>
                </a:cubicBezTo>
                <a:lnTo>
                  <a:pt x="55230" y="12585"/>
                </a:lnTo>
                <a:lnTo>
                  <a:pt x="55078" y="12585"/>
                </a:lnTo>
                <a:cubicBezTo>
                  <a:pt x="54956" y="12645"/>
                  <a:pt x="54804" y="12676"/>
                  <a:pt x="54683" y="12676"/>
                </a:cubicBezTo>
                <a:cubicBezTo>
                  <a:pt x="54561" y="12676"/>
                  <a:pt x="54440" y="12645"/>
                  <a:pt x="54348" y="12585"/>
                </a:cubicBezTo>
                <a:lnTo>
                  <a:pt x="54318" y="12585"/>
                </a:lnTo>
                <a:lnTo>
                  <a:pt x="54105" y="12767"/>
                </a:lnTo>
                <a:cubicBezTo>
                  <a:pt x="54105" y="12664"/>
                  <a:pt x="54021" y="12603"/>
                  <a:pt x="53900" y="12603"/>
                </a:cubicBezTo>
                <a:cubicBezTo>
                  <a:pt x="53843" y="12603"/>
                  <a:pt x="53778" y="12616"/>
                  <a:pt x="53710" y="12645"/>
                </a:cubicBezTo>
                <a:lnTo>
                  <a:pt x="53467" y="12645"/>
                </a:lnTo>
                <a:cubicBezTo>
                  <a:pt x="53224" y="12645"/>
                  <a:pt x="52981" y="12645"/>
                  <a:pt x="52737" y="12676"/>
                </a:cubicBezTo>
                <a:cubicBezTo>
                  <a:pt x="52646" y="12706"/>
                  <a:pt x="52555" y="12737"/>
                  <a:pt x="52464" y="12737"/>
                </a:cubicBezTo>
                <a:lnTo>
                  <a:pt x="51826" y="12737"/>
                </a:lnTo>
                <a:lnTo>
                  <a:pt x="51522" y="12706"/>
                </a:lnTo>
                <a:cubicBezTo>
                  <a:pt x="51218" y="12615"/>
                  <a:pt x="51035" y="12433"/>
                  <a:pt x="51066" y="12372"/>
                </a:cubicBezTo>
                <a:cubicBezTo>
                  <a:pt x="51071" y="12366"/>
                  <a:pt x="51078" y="12364"/>
                  <a:pt x="51087" y="12364"/>
                </a:cubicBezTo>
                <a:cubicBezTo>
                  <a:pt x="51127" y="12364"/>
                  <a:pt x="51193" y="12418"/>
                  <a:pt x="51218" y="12493"/>
                </a:cubicBezTo>
                <a:cubicBezTo>
                  <a:pt x="51339" y="12493"/>
                  <a:pt x="51461" y="12524"/>
                  <a:pt x="51582" y="12585"/>
                </a:cubicBezTo>
                <a:lnTo>
                  <a:pt x="51643" y="12585"/>
                </a:lnTo>
                <a:cubicBezTo>
                  <a:pt x="51674" y="12493"/>
                  <a:pt x="51734" y="12402"/>
                  <a:pt x="51795" y="12341"/>
                </a:cubicBezTo>
                <a:lnTo>
                  <a:pt x="51856" y="12341"/>
                </a:lnTo>
                <a:cubicBezTo>
                  <a:pt x="51932" y="12326"/>
                  <a:pt x="52000" y="12319"/>
                  <a:pt x="52065" y="12319"/>
                </a:cubicBezTo>
                <a:cubicBezTo>
                  <a:pt x="52130" y="12319"/>
                  <a:pt x="52190" y="12326"/>
                  <a:pt x="52251" y="12341"/>
                </a:cubicBezTo>
                <a:lnTo>
                  <a:pt x="52494" y="12493"/>
                </a:lnTo>
                <a:cubicBezTo>
                  <a:pt x="52494" y="12447"/>
                  <a:pt x="52494" y="12418"/>
                  <a:pt x="52494" y="12402"/>
                </a:cubicBezTo>
                <a:cubicBezTo>
                  <a:pt x="52516" y="12424"/>
                  <a:pt x="52553" y="12445"/>
                  <a:pt x="52583" y="12445"/>
                </a:cubicBezTo>
                <a:cubicBezTo>
                  <a:pt x="52596" y="12445"/>
                  <a:pt x="52607" y="12441"/>
                  <a:pt x="52616" y="12433"/>
                </a:cubicBezTo>
                <a:cubicBezTo>
                  <a:pt x="52646" y="12433"/>
                  <a:pt x="52707" y="12493"/>
                  <a:pt x="52707" y="12524"/>
                </a:cubicBezTo>
                <a:cubicBezTo>
                  <a:pt x="52737" y="12524"/>
                  <a:pt x="52950" y="12433"/>
                  <a:pt x="53041" y="12402"/>
                </a:cubicBezTo>
                <a:cubicBezTo>
                  <a:pt x="53067" y="12390"/>
                  <a:pt x="53092" y="12382"/>
                  <a:pt x="53117" y="12382"/>
                </a:cubicBezTo>
                <a:cubicBezTo>
                  <a:pt x="53153" y="12382"/>
                  <a:pt x="53188" y="12397"/>
                  <a:pt x="53224" y="12433"/>
                </a:cubicBezTo>
                <a:cubicBezTo>
                  <a:pt x="53228" y="12437"/>
                  <a:pt x="53234" y="12439"/>
                  <a:pt x="53243" y="12439"/>
                </a:cubicBezTo>
                <a:cubicBezTo>
                  <a:pt x="53294" y="12439"/>
                  <a:pt x="53415" y="12363"/>
                  <a:pt x="53467" y="12311"/>
                </a:cubicBezTo>
                <a:cubicBezTo>
                  <a:pt x="53482" y="12303"/>
                  <a:pt x="53499" y="12300"/>
                  <a:pt x="53517" y="12300"/>
                </a:cubicBezTo>
                <a:cubicBezTo>
                  <a:pt x="53571" y="12300"/>
                  <a:pt x="53634" y="12334"/>
                  <a:pt x="53680" y="12402"/>
                </a:cubicBezTo>
                <a:lnTo>
                  <a:pt x="53923" y="12402"/>
                </a:lnTo>
                <a:cubicBezTo>
                  <a:pt x="53901" y="12313"/>
                  <a:pt x="53927" y="12257"/>
                  <a:pt x="53979" y="12257"/>
                </a:cubicBezTo>
                <a:cubicBezTo>
                  <a:pt x="53998" y="12257"/>
                  <a:pt x="54020" y="12264"/>
                  <a:pt x="54045" y="12281"/>
                </a:cubicBezTo>
                <a:lnTo>
                  <a:pt x="54166" y="12311"/>
                </a:lnTo>
                <a:lnTo>
                  <a:pt x="54288" y="12341"/>
                </a:lnTo>
                <a:cubicBezTo>
                  <a:pt x="54348" y="12357"/>
                  <a:pt x="54409" y="12364"/>
                  <a:pt x="54470" y="12364"/>
                </a:cubicBezTo>
                <a:cubicBezTo>
                  <a:pt x="54531" y="12364"/>
                  <a:pt x="54592" y="12357"/>
                  <a:pt x="54652" y="12341"/>
                </a:cubicBezTo>
                <a:cubicBezTo>
                  <a:pt x="54713" y="12281"/>
                  <a:pt x="54713" y="12220"/>
                  <a:pt x="54652" y="12129"/>
                </a:cubicBezTo>
                <a:close/>
                <a:moveTo>
                  <a:pt x="50492" y="12379"/>
                </a:moveTo>
                <a:cubicBezTo>
                  <a:pt x="50526" y="12379"/>
                  <a:pt x="50564" y="12387"/>
                  <a:pt x="50610" y="12402"/>
                </a:cubicBezTo>
                <a:cubicBezTo>
                  <a:pt x="50630" y="12402"/>
                  <a:pt x="50657" y="12399"/>
                  <a:pt x="50683" y="12399"/>
                </a:cubicBezTo>
                <a:cubicBezTo>
                  <a:pt x="50735" y="12399"/>
                  <a:pt x="50782" y="12412"/>
                  <a:pt x="50762" y="12493"/>
                </a:cubicBezTo>
                <a:lnTo>
                  <a:pt x="50762" y="12524"/>
                </a:lnTo>
                <a:cubicBezTo>
                  <a:pt x="50701" y="12585"/>
                  <a:pt x="50671" y="12676"/>
                  <a:pt x="50731" y="12737"/>
                </a:cubicBezTo>
                <a:cubicBezTo>
                  <a:pt x="50762" y="12767"/>
                  <a:pt x="50579" y="12828"/>
                  <a:pt x="50367" y="12889"/>
                </a:cubicBezTo>
                <a:lnTo>
                  <a:pt x="50154" y="12980"/>
                </a:lnTo>
                <a:cubicBezTo>
                  <a:pt x="50123" y="12980"/>
                  <a:pt x="50063" y="12645"/>
                  <a:pt x="49941" y="12554"/>
                </a:cubicBezTo>
                <a:cubicBezTo>
                  <a:pt x="49883" y="12496"/>
                  <a:pt x="49923" y="12475"/>
                  <a:pt x="49976" y="12475"/>
                </a:cubicBezTo>
                <a:cubicBezTo>
                  <a:pt x="50006" y="12475"/>
                  <a:pt x="50040" y="12482"/>
                  <a:pt x="50063" y="12493"/>
                </a:cubicBezTo>
                <a:cubicBezTo>
                  <a:pt x="50154" y="12493"/>
                  <a:pt x="50245" y="12493"/>
                  <a:pt x="50306" y="12433"/>
                </a:cubicBezTo>
                <a:lnTo>
                  <a:pt x="50397" y="12402"/>
                </a:lnTo>
                <a:cubicBezTo>
                  <a:pt x="50427" y="12387"/>
                  <a:pt x="50458" y="12379"/>
                  <a:pt x="50492" y="12379"/>
                </a:cubicBezTo>
                <a:close/>
                <a:moveTo>
                  <a:pt x="48486" y="12425"/>
                </a:moveTo>
                <a:cubicBezTo>
                  <a:pt x="48498" y="12425"/>
                  <a:pt x="48507" y="12427"/>
                  <a:pt x="48512" y="12433"/>
                </a:cubicBezTo>
                <a:cubicBezTo>
                  <a:pt x="48543" y="12463"/>
                  <a:pt x="48543" y="12493"/>
                  <a:pt x="48573" y="12524"/>
                </a:cubicBezTo>
                <a:cubicBezTo>
                  <a:pt x="48600" y="12524"/>
                  <a:pt x="48771" y="12620"/>
                  <a:pt x="48830" y="12620"/>
                </a:cubicBezTo>
                <a:cubicBezTo>
                  <a:pt x="48838" y="12620"/>
                  <a:pt x="48843" y="12618"/>
                  <a:pt x="48847" y="12615"/>
                </a:cubicBezTo>
                <a:cubicBezTo>
                  <a:pt x="48938" y="12554"/>
                  <a:pt x="49029" y="12493"/>
                  <a:pt x="49120" y="12463"/>
                </a:cubicBezTo>
                <a:lnTo>
                  <a:pt x="49242" y="12554"/>
                </a:lnTo>
                <a:lnTo>
                  <a:pt x="49364" y="12676"/>
                </a:lnTo>
                <a:cubicBezTo>
                  <a:pt x="49440" y="12645"/>
                  <a:pt x="49508" y="12630"/>
                  <a:pt x="49557" y="12630"/>
                </a:cubicBezTo>
                <a:cubicBezTo>
                  <a:pt x="49607" y="12630"/>
                  <a:pt x="49637" y="12645"/>
                  <a:pt x="49637" y="12676"/>
                </a:cubicBezTo>
                <a:cubicBezTo>
                  <a:pt x="49607" y="12797"/>
                  <a:pt x="49485" y="12858"/>
                  <a:pt x="49364" y="12889"/>
                </a:cubicBezTo>
                <a:lnTo>
                  <a:pt x="49212" y="12889"/>
                </a:lnTo>
                <a:cubicBezTo>
                  <a:pt x="49151" y="12889"/>
                  <a:pt x="49090" y="12949"/>
                  <a:pt x="49060" y="13010"/>
                </a:cubicBezTo>
                <a:lnTo>
                  <a:pt x="48938" y="13010"/>
                </a:lnTo>
                <a:cubicBezTo>
                  <a:pt x="48816" y="13010"/>
                  <a:pt x="48816" y="12889"/>
                  <a:pt x="48816" y="12858"/>
                </a:cubicBezTo>
                <a:cubicBezTo>
                  <a:pt x="48816" y="12858"/>
                  <a:pt x="48756" y="12828"/>
                  <a:pt x="48725" y="12828"/>
                </a:cubicBezTo>
                <a:lnTo>
                  <a:pt x="48573" y="12767"/>
                </a:lnTo>
                <a:cubicBezTo>
                  <a:pt x="48482" y="12737"/>
                  <a:pt x="48361" y="12706"/>
                  <a:pt x="48239" y="12676"/>
                </a:cubicBezTo>
                <a:lnTo>
                  <a:pt x="48239" y="12676"/>
                </a:lnTo>
                <a:cubicBezTo>
                  <a:pt x="48269" y="12737"/>
                  <a:pt x="48330" y="12797"/>
                  <a:pt x="48391" y="12858"/>
                </a:cubicBezTo>
                <a:lnTo>
                  <a:pt x="48209" y="12949"/>
                </a:lnTo>
                <a:cubicBezTo>
                  <a:pt x="48133" y="12995"/>
                  <a:pt x="48049" y="13018"/>
                  <a:pt x="47965" y="13018"/>
                </a:cubicBezTo>
                <a:cubicBezTo>
                  <a:pt x="47882" y="13018"/>
                  <a:pt x="47798" y="12995"/>
                  <a:pt x="47722" y="12949"/>
                </a:cubicBezTo>
                <a:lnTo>
                  <a:pt x="47661" y="12919"/>
                </a:lnTo>
                <a:cubicBezTo>
                  <a:pt x="47653" y="12915"/>
                  <a:pt x="47644" y="12913"/>
                  <a:pt x="47633" y="12913"/>
                </a:cubicBezTo>
                <a:cubicBezTo>
                  <a:pt x="47569" y="12913"/>
                  <a:pt x="47475" y="12988"/>
                  <a:pt x="47449" y="13041"/>
                </a:cubicBezTo>
                <a:cubicBezTo>
                  <a:pt x="47449" y="13056"/>
                  <a:pt x="47395" y="13063"/>
                  <a:pt x="47316" y="13063"/>
                </a:cubicBezTo>
                <a:cubicBezTo>
                  <a:pt x="47236" y="13063"/>
                  <a:pt x="47129" y="13056"/>
                  <a:pt x="47023" y="13041"/>
                </a:cubicBezTo>
                <a:lnTo>
                  <a:pt x="47053" y="12767"/>
                </a:lnTo>
                <a:lnTo>
                  <a:pt x="47053" y="12737"/>
                </a:lnTo>
                <a:cubicBezTo>
                  <a:pt x="46975" y="12678"/>
                  <a:pt x="46973" y="12644"/>
                  <a:pt x="47022" y="12644"/>
                </a:cubicBezTo>
                <a:cubicBezTo>
                  <a:pt x="47048" y="12644"/>
                  <a:pt x="47091" y="12654"/>
                  <a:pt x="47145" y="12676"/>
                </a:cubicBezTo>
                <a:lnTo>
                  <a:pt x="47297" y="12706"/>
                </a:lnTo>
                <a:lnTo>
                  <a:pt x="47418" y="12737"/>
                </a:lnTo>
                <a:cubicBezTo>
                  <a:pt x="47509" y="12676"/>
                  <a:pt x="47722" y="12493"/>
                  <a:pt x="47813" y="12493"/>
                </a:cubicBezTo>
                <a:cubicBezTo>
                  <a:pt x="47905" y="12524"/>
                  <a:pt x="47935" y="12585"/>
                  <a:pt x="47905" y="12585"/>
                </a:cubicBezTo>
                <a:cubicBezTo>
                  <a:pt x="47955" y="12597"/>
                  <a:pt x="48005" y="12605"/>
                  <a:pt x="48056" y="12605"/>
                </a:cubicBezTo>
                <a:cubicBezTo>
                  <a:pt x="48127" y="12605"/>
                  <a:pt x="48198" y="12590"/>
                  <a:pt x="48269" y="12554"/>
                </a:cubicBezTo>
                <a:cubicBezTo>
                  <a:pt x="48319" y="12479"/>
                  <a:pt x="48431" y="12425"/>
                  <a:pt x="48486" y="12425"/>
                </a:cubicBezTo>
                <a:close/>
                <a:moveTo>
                  <a:pt x="46810" y="12767"/>
                </a:moveTo>
                <a:cubicBezTo>
                  <a:pt x="46841" y="12767"/>
                  <a:pt x="46810" y="12828"/>
                  <a:pt x="46780" y="12858"/>
                </a:cubicBezTo>
                <a:lnTo>
                  <a:pt x="46719" y="12889"/>
                </a:lnTo>
                <a:cubicBezTo>
                  <a:pt x="46699" y="12899"/>
                  <a:pt x="46672" y="12899"/>
                  <a:pt x="46645" y="12899"/>
                </a:cubicBezTo>
                <a:lnTo>
                  <a:pt x="46645" y="12899"/>
                </a:lnTo>
                <a:cubicBezTo>
                  <a:pt x="46591" y="12899"/>
                  <a:pt x="46537" y="12899"/>
                  <a:pt x="46537" y="12980"/>
                </a:cubicBezTo>
                <a:lnTo>
                  <a:pt x="46537" y="13041"/>
                </a:lnTo>
                <a:cubicBezTo>
                  <a:pt x="46506" y="13071"/>
                  <a:pt x="46468" y="13086"/>
                  <a:pt x="46434" y="13086"/>
                </a:cubicBezTo>
                <a:cubicBezTo>
                  <a:pt x="46400" y="13086"/>
                  <a:pt x="46370" y="13071"/>
                  <a:pt x="46354" y="13041"/>
                </a:cubicBezTo>
                <a:lnTo>
                  <a:pt x="46324" y="12980"/>
                </a:lnTo>
                <a:lnTo>
                  <a:pt x="46263" y="12889"/>
                </a:lnTo>
                <a:cubicBezTo>
                  <a:pt x="46242" y="12846"/>
                  <a:pt x="46281" y="12803"/>
                  <a:pt x="46338" y="12803"/>
                </a:cubicBezTo>
                <a:cubicBezTo>
                  <a:pt x="46362" y="12803"/>
                  <a:pt x="46388" y="12810"/>
                  <a:pt x="46415" y="12828"/>
                </a:cubicBezTo>
                <a:cubicBezTo>
                  <a:pt x="46433" y="12840"/>
                  <a:pt x="46459" y="12845"/>
                  <a:pt x="46488" y="12845"/>
                </a:cubicBezTo>
                <a:cubicBezTo>
                  <a:pt x="46606" y="12845"/>
                  <a:pt x="46786" y="12767"/>
                  <a:pt x="46810" y="12767"/>
                </a:cubicBezTo>
                <a:close/>
                <a:moveTo>
                  <a:pt x="43862" y="12714"/>
                </a:moveTo>
                <a:cubicBezTo>
                  <a:pt x="43946" y="12714"/>
                  <a:pt x="44029" y="12721"/>
                  <a:pt x="44105" y="12737"/>
                </a:cubicBezTo>
                <a:cubicBezTo>
                  <a:pt x="44155" y="12770"/>
                  <a:pt x="44196" y="12794"/>
                  <a:pt x="44238" y="12794"/>
                </a:cubicBezTo>
                <a:cubicBezTo>
                  <a:pt x="44272" y="12794"/>
                  <a:pt x="44307" y="12778"/>
                  <a:pt x="44348" y="12737"/>
                </a:cubicBezTo>
                <a:lnTo>
                  <a:pt x="44439" y="12737"/>
                </a:lnTo>
                <a:cubicBezTo>
                  <a:pt x="44561" y="12737"/>
                  <a:pt x="44713" y="12767"/>
                  <a:pt x="44865" y="12797"/>
                </a:cubicBezTo>
                <a:lnTo>
                  <a:pt x="44987" y="12858"/>
                </a:lnTo>
                <a:cubicBezTo>
                  <a:pt x="45078" y="12828"/>
                  <a:pt x="45199" y="12797"/>
                  <a:pt x="45291" y="12797"/>
                </a:cubicBezTo>
                <a:lnTo>
                  <a:pt x="45412" y="12737"/>
                </a:lnTo>
                <a:lnTo>
                  <a:pt x="45929" y="12737"/>
                </a:lnTo>
                <a:cubicBezTo>
                  <a:pt x="45990" y="12767"/>
                  <a:pt x="46020" y="12858"/>
                  <a:pt x="45929" y="13010"/>
                </a:cubicBezTo>
                <a:lnTo>
                  <a:pt x="45868" y="13041"/>
                </a:lnTo>
                <a:lnTo>
                  <a:pt x="45807" y="13071"/>
                </a:lnTo>
                <a:cubicBezTo>
                  <a:pt x="45655" y="13071"/>
                  <a:pt x="45503" y="13071"/>
                  <a:pt x="45351" y="13041"/>
                </a:cubicBezTo>
                <a:lnTo>
                  <a:pt x="45230" y="13041"/>
                </a:lnTo>
                <a:lnTo>
                  <a:pt x="45017" y="13010"/>
                </a:lnTo>
                <a:cubicBezTo>
                  <a:pt x="44962" y="13065"/>
                  <a:pt x="44901" y="13083"/>
                  <a:pt x="44850" y="13083"/>
                </a:cubicBezTo>
                <a:cubicBezTo>
                  <a:pt x="44789" y="13083"/>
                  <a:pt x="44743" y="13057"/>
                  <a:pt x="44743" y="13041"/>
                </a:cubicBezTo>
                <a:cubicBezTo>
                  <a:pt x="44737" y="13028"/>
                  <a:pt x="44722" y="13023"/>
                  <a:pt x="44701" y="13023"/>
                </a:cubicBezTo>
                <a:cubicBezTo>
                  <a:pt x="44631" y="13023"/>
                  <a:pt x="44498" y="13076"/>
                  <a:pt x="44415" y="13076"/>
                </a:cubicBezTo>
                <a:cubicBezTo>
                  <a:pt x="44402" y="13076"/>
                  <a:pt x="44389" y="13074"/>
                  <a:pt x="44379" y="13071"/>
                </a:cubicBezTo>
                <a:cubicBezTo>
                  <a:pt x="44227" y="13041"/>
                  <a:pt x="44075" y="13010"/>
                  <a:pt x="43923" y="13010"/>
                </a:cubicBezTo>
                <a:lnTo>
                  <a:pt x="43832" y="13071"/>
                </a:lnTo>
                <a:cubicBezTo>
                  <a:pt x="43767" y="13092"/>
                  <a:pt x="43672" y="13114"/>
                  <a:pt x="43579" y="13114"/>
                </a:cubicBezTo>
                <a:cubicBezTo>
                  <a:pt x="43541" y="13114"/>
                  <a:pt x="43502" y="13110"/>
                  <a:pt x="43467" y="13101"/>
                </a:cubicBezTo>
                <a:cubicBezTo>
                  <a:pt x="43376" y="13101"/>
                  <a:pt x="43284" y="12980"/>
                  <a:pt x="43193" y="12980"/>
                </a:cubicBezTo>
                <a:lnTo>
                  <a:pt x="43132" y="12980"/>
                </a:lnTo>
                <a:cubicBezTo>
                  <a:pt x="43110" y="12987"/>
                  <a:pt x="43087" y="12991"/>
                  <a:pt x="43065" y="12991"/>
                </a:cubicBezTo>
                <a:cubicBezTo>
                  <a:pt x="42999" y="12991"/>
                  <a:pt x="42942" y="12957"/>
                  <a:pt x="42920" y="12889"/>
                </a:cubicBezTo>
                <a:cubicBezTo>
                  <a:pt x="42920" y="12858"/>
                  <a:pt x="42920" y="12828"/>
                  <a:pt x="42950" y="12797"/>
                </a:cubicBezTo>
                <a:lnTo>
                  <a:pt x="42980" y="12797"/>
                </a:lnTo>
                <a:cubicBezTo>
                  <a:pt x="43008" y="12790"/>
                  <a:pt x="43040" y="12788"/>
                  <a:pt x="43074" y="12788"/>
                </a:cubicBezTo>
                <a:cubicBezTo>
                  <a:pt x="43134" y="12788"/>
                  <a:pt x="43199" y="12795"/>
                  <a:pt x="43251" y="12795"/>
                </a:cubicBezTo>
                <a:cubicBezTo>
                  <a:pt x="43298" y="12795"/>
                  <a:pt x="43334" y="12789"/>
                  <a:pt x="43345" y="12767"/>
                </a:cubicBezTo>
                <a:cubicBezTo>
                  <a:pt x="43373" y="12730"/>
                  <a:pt x="43401" y="12718"/>
                  <a:pt x="43429" y="12718"/>
                </a:cubicBezTo>
                <a:cubicBezTo>
                  <a:pt x="43476" y="12718"/>
                  <a:pt x="43523" y="12752"/>
                  <a:pt x="43570" y="12752"/>
                </a:cubicBezTo>
                <a:cubicBezTo>
                  <a:pt x="43586" y="12752"/>
                  <a:pt x="43602" y="12747"/>
                  <a:pt x="43619" y="12737"/>
                </a:cubicBezTo>
                <a:cubicBezTo>
                  <a:pt x="43695" y="12721"/>
                  <a:pt x="43778" y="12714"/>
                  <a:pt x="43862" y="12714"/>
                </a:cubicBezTo>
                <a:close/>
                <a:moveTo>
                  <a:pt x="41886" y="12797"/>
                </a:moveTo>
                <a:cubicBezTo>
                  <a:pt x="41988" y="12797"/>
                  <a:pt x="42279" y="12903"/>
                  <a:pt x="42426" y="12903"/>
                </a:cubicBezTo>
                <a:cubicBezTo>
                  <a:pt x="42455" y="12903"/>
                  <a:pt x="42479" y="12899"/>
                  <a:pt x="42494" y="12889"/>
                </a:cubicBezTo>
                <a:cubicBezTo>
                  <a:pt x="42527" y="12872"/>
                  <a:pt x="42559" y="12865"/>
                  <a:pt x="42590" y="12865"/>
                </a:cubicBezTo>
                <a:cubicBezTo>
                  <a:pt x="42674" y="12865"/>
                  <a:pt x="42745" y="12921"/>
                  <a:pt x="42768" y="13010"/>
                </a:cubicBezTo>
                <a:lnTo>
                  <a:pt x="42646" y="13101"/>
                </a:lnTo>
                <a:lnTo>
                  <a:pt x="42525" y="13162"/>
                </a:lnTo>
                <a:cubicBezTo>
                  <a:pt x="42403" y="13132"/>
                  <a:pt x="42221" y="13010"/>
                  <a:pt x="42160" y="13010"/>
                </a:cubicBezTo>
                <a:cubicBezTo>
                  <a:pt x="42099" y="13010"/>
                  <a:pt x="42038" y="13010"/>
                  <a:pt x="42008" y="13041"/>
                </a:cubicBezTo>
                <a:lnTo>
                  <a:pt x="41947" y="13071"/>
                </a:lnTo>
                <a:cubicBezTo>
                  <a:pt x="41904" y="13092"/>
                  <a:pt x="41861" y="13114"/>
                  <a:pt x="41818" y="13114"/>
                </a:cubicBezTo>
                <a:cubicBezTo>
                  <a:pt x="41800" y="13114"/>
                  <a:pt x="41782" y="13110"/>
                  <a:pt x="41765" y="13101"/>
                </a:cubicBezTo>
                <a:lnTo>
                  <a:pt x="41704" y="13101"/>
                </a:lnTo>
                <a:cubicBezTo>
                  <a:pt x="41673" y="13041"/>
                  <a:pt x="41704" y="12919"/>
                  <a:pt x="41734" y="12858"/>
                </a:cubicBezTo>
                <a:lnTo>
                  <a:pt x="41825" y="12828"/>
                </a:lnTo>
                <a:lnTo>
                  <a:pt x="41886" y="12797"/>
                </a:lnTo>
                <a:close/>
                <a:moveTo>
                  <a:pt x="40321" y="12764"/>
                </a:moveTo>
                <a:cubicBezTo>
                  <a:pt x="40422" y="12764"/>
                  <a:pt x="40516" y="12790"/>
                  <a:pt x="40610" y="12828"/>
                </a:cubicBezTo>
                <a:cubicBezTo>
                  <a:pt x="40640" y="12843"/>
                  <a:pt x="40670" y="12851"/>
                  <a:pt x="40701" y="12851"/>
                </a:cubicBezTo>
                <a:cubicBezTo>
                  <a:pt x="40731" y="12851"/>
                  <a:pt x="40762" y="12843"/>
                  <a:pt x="40792" y="12828"/>
                </a:cubicBezTo>
                <a:lnTo>
                  <a:pt x="41035" y="12767"/>
                </a:lnTo>
                <a:cubicBezTo>
                  <a:pt x="41309" y="12858"/>
                  <a:pt x="41370" y="13010"/>
                  <a:pt x="41309" y="13041"/>
                </a:cubicBezTo>
                <a:cubicBezTo>
                  <a:pt x="41248" y="13071"/>
                  <a:pt x="41370" y="13223"/>
                  <a:pt x="41278" y="13253"/>
                </a:cubicBezTo>
                <a:cubicBezTo>
                  <a:pt x="41187" y="13253"/>
                  <a:pt x="41005" y="13071"/>
                  <a:pt x="40914" y="13010"/>
                </a:cubicBezTo>
                <a:cubicBezTo>
                  <a:pt x="40900" y="13007"/>
                  <a:pt x="40886" y="13005"/>
                  <a:pt x="40872" y="13005"/>
                </a:cubicBezTo>
                <a:cubicBezTo>
                  <a:pt x="40759" y="13005"/>
                  <a:pt x="40630" y="13101"/>
                  <a:pt x="40549" y="13101"/>
                </a:cubicBezTo>
                <a:cubicBezTo>
                  <a:pt x="40458" y="13101"/>
                  <a:pt x="40336" y="13071"/>
                  <a:pt x="40245" y="13010"/>
                </a:cubicBezTo>
                <a:lnTo>
                  <a:pt x="40093" y="13101"/>
                </a:lnTo>
                <a:cubicBezTo>
                  <a:pt x="40054" y="13127"/>
                  <a:pt x="40010" y="13136"/>
                  <a:pt x="39966" y="13136"/>
                </a:cubicBezTo>
                <a:cubicBezTo>
                  <a:pt x="39904" y="13136"/>
                  <a:pt x="39842" y="13119"/>
                  <a:pt x="39789" y="13101"/>
                </a:cubicBezTo>
                <a:lnTo>
                  <a:pt x="39759" y="13042"/>
                </a:lnTo>
                <a:lnTo>
                  <a:pt x="39759" y="13042"/>
                </a:lnTo>
                <a:cubicBezTo>
                  <a:pt x="39786" y="12990"/>
                  <a:pt x="39828" y="12898"/>
                  <a:pt x="39880" y="12767"/>
                </a:cubicBezTo>
                <a:lnTo>
                  <a:pt x="39911" y="12767"/>
                </a:lnTo>
                <a:cubicBezTo>
                  <a:pt x="39944" y="12817"/>
                  <a:pt x="39977" y="12840"/>
                  <a:pt x="40016" y="12840"/>
                </a:cubicBezTo>
                <a:cubicBezTo>
                  <a:pt x="40047" y="12840"/>
                  <a:pt x="40082" y="12825"/>
                  <a:pt x="40123" y="12797"/>
                </a:cubicBezTo>
                <a:cubicBezTo>
                  <a:pt x="40193" y="12774"/>
                  <a:pt x="40258" y="12764"/>
                  <a:pt x="40321" y="12764"/>
                </a:cubicBezTo>
                <a:close/>
                <a:moveTo>
                  <a:pt x="39108" y="12877"/>
                </a:moveTo>
                <a:cubicBezTo>
                  <a:pt x="39195" y="12877"/>
                  <a:pt x="39282" y="12889"/>
                  <a:pt x="39363" y="12889"/>
                </a:cubicBezTo>
                <a:cubicBezTo>
                  <a:pt x="39395" y="12889"/>
                  <a:pt x="39424" y="12891"/>
                  <a:pt x="39452" y="12895"/>
                </a:cubicBezTo>
                <a:lnTo>
                  <a:pt x="39452" y="12895"/>
                </a:lnTo>
                <a:cubicBezTo>
                  <a:pt x="39414" y="12916"/>
                  <a:pt x="39374" y="12945"/>
                  <a:pt x="39333" y="12980"/>
                </a:cubicBezTo>
                <a:lnTo>
                  <a:pt x="39120" y="13101"/>
                </a:lnTo>
                <a:cubicBezTo>
                  <a:pt x="39114" y="13107"/>
                  <a:pt x="39106" y="13110"/>
                  <a:pt x="39095" y="13110"/>
                </a:cubicBezTo>
                <a:cubicBezTo>
                  <a:pt x="39053" y="13110"/>
                  <a:pt x="38980" y="13071"/>
                  <a:pt x="38907" y="13071"/>
                </a:cubicBezTo>
                <a:cubicBezTo>
                  <a:pt x="38899" y="13062"/>
                  <a:pt x="38890" y="13058"/>
                  <a:pt x="38881" y="13058"/>
                </a:cubicBezTo>
                <a:cubicBezTo>
                  <a:pt x="38859" y="13058"/>
                  <a:pt x="38838" y="13080"/>
                  <a:pt x="38816" y="13101"/>
                </a:cubicBezTo>
                <a:lnTo>
                  <a:pt x="38816" y="13132"/>
                </a:lnTo>
                <a:cubicBezTo>
                  <a:pt x="38683" y="13176"/>
                  <a:pt x="38549" y="13204"/>
                  <a:pt x="38416" y="13204"/>
                </a:cubicBezTo>
                <a:cubicBezTo>
                  <a:pt x="38367" y="13204"/>
                  <a:pt x="38318" y="13201"/>
                  <a:pt x="38269" y="13192"/>
                </a:cubicBezTo>
                <a:lnTo>
                  <a:pt x="38026" y="13284"/>
                </a:lnTo>
                <a:cubicBezTo>
                  <a:pt x="37996" y="13284"/>
                  <a:pt x="37935" y="13223"/>
                  <a:pt x="37935" y="13192"/>
                </a:cubicBezTo>
                <a:cubicBezTo>
                  <a:pt x="37922" y="13167"/>
                  <a:pt x="37898" y="13157"/>
                  <a:pt x="37868" y="13157"/>
                </a:cubicBezTo>
                <a:cubicBezTo>
                  <a:pt x="37827" y="13157"/>
                  <a:pt x="37775" y="13175"/>
                  <a:pt x="37722" y="13192"/>
                </a:cubicBezTo>
                <a:lnTo>
                  <a:pt x="37631" y="13223"/>
                </a:lnTo>
                <a:lnTo>
                  <a:pt x="37509" y="13223"/>
                </a:lnTo>
                <a:cubicBezTo>
                  <a:pt x="37418" y="13192"/>
                  <a:pt x="37296" y="13132"/>
                  <a:pt x="37205" y="13041"/>
                </a:cubicBezTo>
                <a:cubicBezTo>
                  <a:pt x="37212" y="13034"/>
                  <a:pt x="37233" y="13031"/>
                  <a:pt x="37262" y="13031"/>
                </a:cubicBezTo>
                <a:cubicBezTo>
                  <a:pt x="37315" y="13031"/>
                  <a:pt x="37394" y="13038"/>
                  <a:pt x="37467" y="13038"/>
                </a:cubicBezTo>
                <a:cubicBezTo>
                  <a:pt x="37534" y="13038"/>
                  <a:pt x="37597" y="13033"/>
                  <a:pt x="37631" y="13010"/>
                </a:cubicBezTo>
                <a:cubicBezTo>
                  <a:pt x="37656" y="12960"/>
                  <a:pt x="37721" y="12911"/>
                  <a:pt x="37794" y="12911"/>
                </a:cubicBezTo>
                <a:cubicBezTo>
                  <a:pt x="37810" y="12911"/>
                  <a:pt x="37827" y="12913"/>
                  <a:pt x="37844" y="12919"/>
                </a:cubicBezTo>
                <a:cubicBezTo>
                  <a:pt x="37904" y="12949"/>
                  <a:pt x="37935" y="12980"/>
                  <a:pt x="37996" y="12980"/>
                </a:cubicBezTo>
                <a:lnTo>
                  <a:pt x="38786" y="12980"/>
                </a:lnTo>
                <a:cubicBezTo>
                  <a:pt x="38887" y="12895"/>
                  <a:pt x="38998" y="12877"/>
                  <a:pt x="39108" y="12877"/>
                </a:cubicBezTo>
                <a:close/>
                <a:moveTo>
                  <a:pt x="35503" y="13010"/>
                </a:moveTo>
                <a:cubicBezTo>
                  <a:pt x="35625" y="13041"/>
                  <a:pt x="35716" y="13071"/>
                  <a:pt x="35777" y="13132"/>
                </a:cubicBezTo>
                <a:cubicBezTo>
                  <a:pt x="35807" y="13162"/>
                  <a:pt x="35746" y="13223"/>
                  <a:pt x="35716" y="13223"/>
                </a:cubicBezTo>
                <a:cubicBezTo>
                  <a:pt x="35594" y="13223"/>
                  <a:pt x="35473" y="13223"/>
                  <a:pt x="35351" y="13192"/>
                </a:cubicBezTo>
                <a:lnTo>
                  <a:pt x="35260" y="13253"/>
                </a:lnTo>
                <a:cubicBezTo>
                  <a:pt x="35206" y="13280"/>
                  <a:pt x="35224" y="13380"/>
                  <a:pt x="35143" y="13380"/>
                </a:cubicBezTo>
                <a:cubicBezTo>
                  <a:pt x="35133" y="13380"/>
                  <a:pt x="35121" y="13378"/>
                  <a:pt x="35108" y="13375"/>
                </a:cubicBezTo>
                <a:lnTo>
                  <a:pt x="35017" y="13344"/>
                </a:lnTo>
                <a:cubicBezTo>
                  <a:pt x="34956" y="13253"/>
                  <a:pt x="35047" y="13132"/>
                  <a:pt x="35260" y="13101"/>
                </a:cubicBezTo>
                <a:lnTo>
                  <a:pt x="35412" y="13041"/>
                </a:lnTo>
                <a:lnTo>
                  <a:pt x="35503" y="13010"/>
                </a:lnTo>
                <a:close/>
                <a:moveTo>
                  <a:pt x="78391" y="12706"/>
                </a:moveTo>
                <a:cubicBezTo>
                  <a:pt x="78483" y="12737"/>
                  <a:pt x="78604" y="12797"/>
                  <a:pt x="78635" y="12919"/>
                </a:cubicBezTo>
                <a:cubicBezTo>
                  <a:pt x="78635" y="12927"/>
                  <a:pt x="78637" y="12937"/>
                  <a:pt x="78642" y="12948"/>
                </a:cubicBezTo>
                <a:lnTo>
                  <a:pt x="78642" y="12948"/>
                </a:lnTo>
                <a:cubicBezTo>
                  <a:pt x="78716" y="12934"/>
                  <a:pt x="78797" y="12927"/>
                  <a:pt x="78878" y="12927"/>
                </a:cubicBezTo>
                <a:cubicBezTo>
                  <a:pt x="78961" y="12927"/>
                  <a:pt x="79045" y="12934"/>
                  <a:pt x="79121" y="12949"/>
                </a:cubicBezTo>
                <a:lnTo>
                  <a:pt x="79273" y="13010"/>
                </a:lnTo>
                <a:lnTo>
                  <a:pt x="79364" y="13041"/>
                </a:lnTo>
                <a:cubicBezTo>
                  <a:pt x="79388" y="13058"/>
                  <a:pt x="79368" y="13066"/>
                  <a:pt x="79321" y="13066"/>
                </a:cubicBezTo>
                <a:cubicBezTo>
                  <a:pt x="79196" y="13066"/>
                  <a:pt x="78877" y="13015"/>
                  <a:pt x="78654" y="12972"/>
                </a:cubicBezTo>
                <a:lnTo>
                  <a:pt x="78654" y="12972"/>
                </a:lnTo>
                <a:cubicBezTo>
                  <a:pt x="78694" y="13038"/>
                  <a:pt x="78792" y="13130"/>
                  <a:pt x="78908" y="13223"/>
                </a:cubicBezTo>
                <a:lnTo>
                  <a:pt x="78878" y="13223"/>
                </a:lnTo>
                <a:cubicBezTo>
                  <a:pt x="78919" y="13247"/>
                  <a:pt x="78944" y="13254"/>
                  <a:pt x="78960" y="13254"/>
                </a:cubicBezTo>
                <a:cubicBezTo>
                  <a:pt x="78981" y="13254"/>
                  <a:pt x="78986" y="13242"/>
                  <a:pt x="78988" y="13242"/>
                </a:cubicBezTo>
                <a:cubicBezTo>
                  <a:pt x="78989" y="13242"/>
                  <a:pt x="78988" y="13256"/>
                  <a:pt x="78999" y="13314"/>
                </a:cubicBezTo>
                <a:lnTo>
                  <a:pt x="78999" y="13375"/>
                </a:lnTo>
                <a:cubicBezTo>
                  <a:pt x="78999" y="13405"/>
                  <a:pt x="79121" y="13436"/>
                  <a:pt x="78999" y="13496"/>
                </a:cubicBezTo>
                <a:cubicBezTo>
                  <a:pt x="78939" y="13496"/>
                  <a:pt x="78908" y="13466"/>
                  <a:pt x="78878" y="13436"/>
                </a:cubicBezTo>
                <a:lnTo>
                  <a:pt x="78787" y="13375"/>
                </a:lnTo>
                <a:cubicBezTo>
                  <a:pt x="78726" y="13284"/>
                  <a:pt x="78665" y="13162"/>
                  <a:pt x="78635" y="13071"/>
                </a:cubicBezTo>
                <a:lnTo>
                  <a:pt x="78635" y="12980"/>
                </a:lnTo>
                <a:lnTo>
                  <a:pt x="78635" y="12968"/>
                </a:lnTo>
                <a:lnTo>
                  <a:pt x="78635" y="12968"/>
                </a:lnTo>
                <a:cubicBezTo>
                  <a:pt x="78641" y="12969"/>
                  <a:pt x="78647" y="12971"/>
                  <a:pt x="78654" y="12972"/>
                </a:cubicBezTo>
                <a:lnTo>
                  <a:pt x="78654" y="12972"/>
                </a:lnTo>
                <a:cubicBezTo>
                  <a:pt x="78649" y="12963"/>
                  <a:pt x="78645" y="12955"/>
                  <a:pt x="78642" y="12948"/>
                </a:cubicBezTo>
                <a:lnTo>
                  <a:pt x="78642" y="12948"/>
                </a:lnTo>
                <a:cubicBezTo>
                  <a:pt x="78639" y="12948"/>
                  <a:pt x="78637" y="12949"/>
                  <a:pt x="78635" y="12949"/>
                </a:cubicBezTo>
                <a:lnTo>
                  <a:pt x="78635" y="12968"/>
                </a:lnTo>
                <a:lnTo>
                  <a:pt x="78635" y="12968"/>
                </a:lnTo>
                <a:cubicBezTo>
                  <a:pt x="78522" y="12946"/>
                  <a:pt x="78438" y="12927"/>
                  <a:pt x="78422" y="12919"/>
                </a:cubicBezTo>
                <a:cubicBezTo>
                  <a:pt x="78391" y="12889"/>
                  <a:pt x="78361" y="12828"/>
                  <a:pt x="78361" y="12828"/>
                </a:cubicBezTo>
                <a:cubicBezTo>
                  <a:pt x="78300" y="12889"/>
                  <a:pt x="78239" y="12949"/>
                  <a:pt x="78148" y="12980"/>
                </a:cubicBezTo>
                <a:cubicBezTo>
                  <a:pt x="78148" y="12980"/>
                  <a:pt x="78027" y="12949"/>
                  <a:pt x="78027" y="12949"/>
                </a:cubicBezTo>
                <a:lnTo>
                  <a:pt x="78027" y="12858"/>
                </a:lnTo>
                <a:cubicBezTo>
                  <a:pt x="78088" y="12797"/>
                  <a:pt x="78179" y="12767"/>
                  <a:pt x="78270" y="12737"/>
                </a:cubicBezTo>
                <a:lnTo>
                  <a:pt x="78391" y="12706"/>
                </a:lnTo>
                <a:close/>
                <a:moveTo>
                  <a:pt x="34424" y="13664"/>
                </a:moveTo>
                <a:cubicBezTo>
                  <a:pt x="34492" y="13664"/>
                  <a:pt x="34561" y="13679"/>
                  <a:pt x="34622" y="13709"/>
                </a:cubicBezTo>
                <a:lnTo>
                  <a:pt x="34591" y="13861"/>
                </a:lnTo>
                <a:cubicBezTo>
                  <a:pt x="34591" y="13892"/>
                  <a:pt x="34561" y="13952"/>
                  <a:pt x="34530" y="13983"/>
                </a:cubicBezTo>
                <a:cubicBezTo>
                  <a:pt x="34470" y="13952"/>
                  <a:pt x="34348" y="13740"/>
                  <a:pt x="34287" y="13740"/>
                </a:cubicBezTo>
                <a:cubicBezTo>
                  <a:pt x="34261" y="13749"/>
                  <a:pt x="34236" y="13752"/>
                  <a:pt x="34217" y="13752"/>
                </a:cubicBezTo>
                <a:cubicBezTo>
                  <a:pt x="34171" y="13752"/>
                  <a:pt x="34153" y="13731"/>
                  <a:pt x="34196" y="13709"/>
                </a:cubicBezTo>
                <a:lnTo>
                  <a:pt x="34227" y="13709"/>
                </a:lnTo>
                <a:cubicBezTo>
                  <a:pt x="34287" y="13679"/>
                  <a:pt x="34356" y="13664"/>
                  <a:pt x="34424" y="13664"/>
                </a:cubicBezTo>
                <a:close/>
                <a:moveTo>
                  <a:pt x="75018" y="13983"/>
                </a:moveTo>
                <a:cubicBezTo>
                  <a:pt x="75109" y="13983"/>
                  <a:pt x="75230" y="14013"/>
                  <a:pt x="75230" y="14074"/>
                </a:cubicBezTo>
                <a:lnTo>
                  <a:pt x="75230" y="14135"/>
                </a:lnTo>
                <a:cubicBezTo>
                  <a:pt x="75230" y="14165"/>
                  <a:pt x="75109" y="14165"/>
                  <a:pt x="75018" y="14165"/>
                </a:cubicBezTo>
                <a:lnTo>
                  <a:pt x="75018" y="14196"/>
                </a:lnTo>
                <a:cubicBezTo>
                  <a:pt x="74926" y="14165"/>
                  <a:pt x="74896" y="13983"/>
                  <a:pt x="75018" y="13983"/>
                </a:cubicBezTo>
                <a:close/>
                <a:moveTo>
                  <a:pt x="77531" y="13958"/>
                </a:moveTo>
                <a:cubicBezTo>
                  <a:pt x="77580" y="13958"/>
                  <a:pt x="77610" y="13966"/>
                  <a:pt x="77601" y="13983"/>
                </a:cubicBezTo>
                <a:cubicBezTo>
                  <a:pt x="77582" y="14020"/>
                  <a:pt x="77540" y="14046"/>
                  <a:pt x="77482" y="14046"/>
                </a:cubicBezTo>
                <a:cubicBezTo>
                  <a:pt x="77446" y="14046"/>
                  <a:pt x="77404" y="14036"/>
                  <a:pt x="77358" y="14013"/>
                </a:cubicBezTo>
                <a:lnTo>
                  <a:pt x="77297" y="14135"/>
                </a:lnTo>
                <a:cubicBezTo>
                  <a:pt x="77267" y="14196"/>
                  <a:pt x="77206" y="14287"/>
                  <a:pt x="77145" y="14317"/>
                </a:cubicBezTo>
                <a:lnTo>
                  <a:pt x="77084" y="14317"/>
                </a:lnTo>
                <a:cubicBezTo>
                  <a:pt x="76932" y="14256"/>
                  <a:pt x="76932" y="14135"/>
                  <a:pt x="77054" y="14074"/>
                </a:cubicBezTo>
                <a:cubicBezTo>
                  <a:pt x="77142" y="14008"/>
                  <a:pt x="77403" y="13958"/>
                  <a:pt x="77531" y="13958"/>
                </a:cubicBezTo>
                <a:close/>
                <a:moveTo>
                  <a:pt x="69668" y="13800"/>
                </a:moveTo>
                <a:cubicBezTo>
                  <a:pt x="69729" y="13800"/>
                  <a:pt x="69759" y="13831"/>
                  <a:pt x="69820" y="13861"/>
                </a:cubicBezTo>
                <a:lnTo>
                  <a:pt x="69820" y="13983"/>
                </a:lnTo>
                <a:lnTo>
                  <a:pt x="70093" y="13922"/>
                </a:lnTo>
                <a:lnTo>
                  <a:pt x="70093" y="14013"/>
                </a:lnTo>
                <a:lnTo>
                  <a:pt x="69911" y="14044"/>
                </a:lnTo>
                <a:cubicBezTo>
                  <a:pt x="69796" y="14215"/>
                  <a:pt x="69520" y="14441"/>
                  <a:pt x="69412" y="14441"/>
                </a:cubicBezTo>
                <a:cubicBezTo>
                  <a:pt x="69406" y="14441"/>
                  <a:pt x="69400" y="14440"/>
                  <a:pt x="69394" y="14439"/>
                </a:cubicBezTo>
                <a:cubicBezTo>
                  <a:pt x="69334" y="14378"/>
                  <a:pt x="69364" y="14317"/>
                  <a:pt x="69516" y="14256"/>
                </a:cubicBezTo>
                <a:lnTo>
                  <a:pt x="69486" y="14256"/>
                </a:lnTo>
                <a:cubicBezTo>
                  <a:pt x="69638" y="14196"/>
                  <a:pt x="69607" y="13892"/>
                  <a:pt x="69546" y="13861"/>
                </a:cubicBezTo>
                <a:lnTo>
                  <a:pt x="69668" y="13800"/>
                </a:lnTo>
                <a:close/>
                <a:moveTo>
                  <a:pt x="8937" y="14089"/>
                </a:moveTo>
                <a:cubicBezTo>
                  <a:pt x="8968" y="14089"/>
                  <a:pt x="8998" y="14104"/>
                  <a:pt x="9028" y="14135"/>
                </a:cubicBezTo>
                <a:lnTo>
                  <a:pt x="9028" y="14165"/>
                </a:lnTo>
                <a:lnTo>
                  <a:pt x="9059" y="14196"/>
                </a:lnTo>
                <a:cubicBezTo>
                  <a:pt x="9059" y="14223"/>
                  <a:pt x="9071" y="14238"/>
                  <a:pt x="9096" y="14238"/>
                </a:cubicBezTo>
                <a:cubicBezTo>
                  <a:pt x="9126" y="14238"/>
                  <a:pt x="9174" y="14215"/>
                  <a:pt x="9241" y="14165"/>
                </a:cubicBezTo>
                <a:lnTo>
                  <a:pt x="9424" y="14165"/>
                </a:lnTo>
                <a:cubicBezTo>
                  <a:pt x="9545" y="14226"/>
                  <a:pt x="9576" y="14287"/>
                  <a:pt x="9484" y="14317"/>
                </a:cubicBezTo>
                <a:lnTo>
                  <a:pt x="9484" y="14348"/>
                </a:lnTo>
                <a:cubicBezTo>
                  <a:pt x="9436" y="14460"/>
                  <a:pt x="9380" y="14496"/>
                  <a:pt x="9314" y="14496"/>
                </a:cubicBezTo>
                <a:cubicBezTo>
                  <a:pt x="9256" y="14496"/>
                  <a:pt x="9191" y="14467"/>
                  <a:pt x="9120" y="14439"/>
                </a:cubicBezTo>
                <a:lnTo>
                  <a:pt x="8907" y="14317"/>
                </a:lnTo>
                <a:cubicBezTo>
                  <a:pt x="8907" y="14422"/>
                  <a:pt x="8776" y="14455"/>
                  <a:pt x="8675" y="14455"/>
                </a:cubicBezTo>
                <a:cubicBezTo>
                  <a:pt x="8630" y="14455"/>
                  <a:pt x="8591" y="14448"/>
                  <a:pt x="8573" y="14439"/>
                </a:cubicBezTo>
                <a:cubicBezTo>
                  <a:pt x="8481" y="14378"/>
                  <a:pt x="8451" y="14348"/>
                  <a:pt x="8542" y="14348"/>
                </a:cubicBezTo>
                <a:cubicBezTo>
                  <a:pt x="8603" y="14348"/>
                  <a:pt x="8785" y="14287"/>
                  <a:pt x="8816" y="14196"/>
                </a:cubicBezTo>
                <a:lnTo>
                  <a:pt x="8846" y="14165"/>
                </a:lnTo>
                <a:lnTo>
                  <a:pt x="8846" y="14135"/>
                </a:lnTo>
                <a:cubicBezTo>
                  <a:pt x="8876" y="14104"/>
                  <a:pt x="8907" y="14089"/>
                  <a:pt x="8937" y="14089"/>
                </a:cubicBezTo>
                <a:close/>
                <a:moveTo>
                  <a:pt x="78452" y="14682"/>
                </a:moveTo>
                <a:cubicBezTo>
                  <a:pt x="78476" y="14741"/>
                  <a:pt x="78500" y="14806"/>
                  <a:pt x="78522" y="14871"/>
                </a:cubicBezTo>
                <a:lnTo>
                  <a:pt x="78522" y="14871"/>
                </a:lnTo>
                <a:cubicBezTo>
                  <a:pt x="78599" y="14812"/>
                  <a:pt x="78660" y="14766"/>
                  <a:pt x="78695" y="14743"/>
                </a:cubicBezTo>
                <a:lnTo>
                  <a:pt x="78695" y="14895"/>
                </a:lnTo>
                <a:cubicBezTo>
                  <a:pt x="78655" y="14956"/>
                  <a:pt x="78614" y="15003"/>
                  <a:pt x="78573" y="15037"/>
                </a:cubicBezTo>
                <a:lnTo>
                  <a:pt x="78573" y="15037"/>
                </a:lnTo>
                <a:cubicBezTo>
                  <a:pt x="78558" y="14983"/>
                  <a:pt x="78541" y="14927"/>
                  <a:pt x="78522" y="14871"/>
                </a:cubicBezTo>
                <a:lnTo>
                  <a:pt x="78522" y="14871"/>
                </a:lnTo>
                <a:cubicBezTo>
                  <a:pt x="78472" y="14910"/>
                  <a:pt x="78415" y="14955"/>
                  <a:pt x="78356" y="15003"/>
                </a:cubicBezTo>
                <a:lnTo>
                  <a:pt x="78356" y="15003"/>
                </a:lnTo>
                <a:cubicBezTo>
                  <a:pt x="78218" y="14976"/>
                  <a:pt x="78062" y="14943"/>
                  <a:pt x="77905" y="14864"/>
                </a:cubicBezTo>
                <a:lnTo>
                  <a:pt x="77692" y="14834"/>
                </a:lnTo>
                <a:cubicBezTo>
                  <a:pt x="77692" y="14803"/>
                  <a:pt x="77692" y="14743"/>
                  <a:pt x="77692" y="14712"/>
                </a:cubicBezTo>
                <a:cubicBezTo>
                  <a:pt x="77753" y="14682"/>
                  <a:pt x="77784" y="14682"/>
                  <a:pt x="77844" y="14682"/>
                </a:cubicBezTo>
                <a:cubicBezTo>
                  <a:pt x="77875" y="14712"/>
                  <a:pt x="77936" y="14773"/>
                  <a:pt x="77966" y="14803"/>
                </a:cubicBezTo>
                <a:cubicBezTo>
                  <a:pt x="78088" y="14834"/>
                  <a:pt x="78179" y="14834"/>
                  <a:pt x="78270" y="14864"/>
                </a:cubicBezTo>
                <a:cubicBezTo>
                  <a:pt x="78284" y="14867"/>
                  <a:pt x="78296" y="14868"/>
                  <a:pt x="78306" y="14868"/>
                </a:cubicBezTo>
                <a:cubicBezTo>
                  <a:pt x="78412" y="14868"/>
                  <a:pt x="78367" y="14740"/>
                  <a:pt x="78422" y="14712"/>
                </a:cubicBezTo>
                <a:lnTo>
                  <a:pt x="78452" y="14682"/>
                </a:lnTo>
                <a:close/>
                <a:moveTo>
                  <a:pt x="71248" y="15138"/>
                </a:moveTo>
                <a:cubicBezTo>
                  <a:pt x="71309" y="15168"/>
                  <a:pt x="71340" y="15259"/>
                  <a:pt x="71309" y="15320"/>
                </a:cubicBezTo>
                <a:cubicBezTo>
                  <a:pt x="71279" y="15381"/>
                  <a:pt x="71431" y="15472"/>
                  <a:pt x="71461" y="15503"/>
                </a:cubicBezTo>
                <a:lnTo>
                  <a:pt x="71431" y="15533"/>
                </a:lnTo>
                <a:lnTo>
                  <a:pt x="71370" y="15594"/>
                </a:lnTo>
                <a:cubicBezTo>
                  <a:pt x="71400" y="15685"/>
                  <a:pt x="71431" y="15746"/>
                  <a:pt x="71492" y="15837"/>
                </a:cubicBezTo>
                <a:lnTo>
                  <a:pt x="71400" y="15867"/>
                </a:lnTo>
                <a:cubicBezTo>
                  <a:pt x="71340" y="15867"/>
                  <a:pt x="71248" y="15837"/>
                  <a:pt x="71218" y="15806"/>
                </a:cubicBezTo>
                <a:lnTo>
                  <a:pt x="71127" y="15715"/>
                </a:lnTo>
                <a:cubicBezTo>
                  <a:pt x="71088" y="15741"/>
                  <a:pt x="71055" y="15750"/>
                  <a:pt x="71028" y="15750"/>
                </a:cubicBezTo>
                <a:cubicBezTo>
                  <a:pt x="70990" y="15750"/>
                  <a:pt x="70962" y="15733"/>
                  <a:pt x="70945" y="15715"/>
                </a:cubicBezTo>
                <a:lnTo>
                  <a:pt x="71036" y="15594"/>
                </a:lnTo>
                <a:cubicBezTo>
                  <a:pt x="70975" y="15503"/>
                  <a:pt x="70884" y="15381"/>
                  <a:pt x="70823" y="15290"/>
                </a:cubicBezTo>
                <a:lnTo>
                  <a:pt x="70853" y="15259"/>
                </a:lnTo>
                <a:lnTo>
                  <a:pt x="70884" y="15199"/>
                </a:lnTo>
                <a:cubicBezTo>
                  <a:pt x="70908" y="15207"/>
                  <a:pt x="70933" y="15211"/>
                  <a:pt x="70957" y="15211"/>
                </a:cubicBezTo>
                <a:cubicBezTo>
                  <a:pt x="71024" y="15211"/>
                  <a:pt x="71091" y="15182"/>
                  <a:pt x="71157" y="15138"/>
                </a:cubicBezTo>
                <a:close/>
                <a:moveTo>
                  <a:pt x="69090" y="15685"/>
                </a:moveTo>
                <a:cubicBezTo>
                  <a:pt x="69182" y="15685"/>
                  <a:pt x="69303" y="15746"/>
                  <a:pt x="69090" y="15806"/>
                </a:cubicBezTo>
                <a:lnTo>
                  <a:pt x="69151" y="16050"/>
                </a:lnTo>
                <a:cubicBezTo>
                  <a:pt x="69151" y="16080"/>
                  <a:pt x="69060" y="16110"/>
                  <a:pt x="68999" y="16141"/>
                </a:cubicBezTo>
                <a:lnTo>
                  <a:pt x="68908" y="16141"/>
                </a:lnTo>
                <a:cubicBezTo>
                  <a:pt x="68878" y="16110"/>
                  <a:pt x="68878" y="16080"/>
                  <a:pt x="68878" y="16080"/>
                </a:cubicBezTo>
                <a:lnTo>
                  <a:pt x="68969" y="15928"/>
                </a:lnTo>
                <a:cubicBezTo>
                  <a:pt x="68908" y="15776"/>
                  <a:pt x="68969" y="15685"/>
                  <a:pt x="69090" y="15685"/>
                </a:cubicBezTo>
                <a:close/>
                <a:moveTo>
                  <a:pt x="67935" y="15746"/>
                </a:moveTo>
                <a:lnTo>
                  <a:pt x="67996" y="15776"/>
                </a:lnTo>
                <a:cubicBezTo>
                  <a:pt x="68087" y="15867"/>
                  <a:pt x="68179" y="15989"/>
                  <a:pt x="68239" y="16110"/>
                </a:cubicBezTo>
                <a:cubicBezTo>
                  <a:pt x="68239" y="16171"/>
                  <a:pt x="68179" y="16232"/>
                  <a:pt x="68118" y="16232"/>
                </a:cubicBezTo>
                <a:cubicBezTo>
                  <a:pt x="67966" y="16232"/>
                  <a:pt x="67814" y="16202"/>
                  <a:pt x="67692" y="16141"/>
                </a:cubicBezTo>
                <a:cubicBezTo>
                  <a:pt x="67631" y="16110"/>
                  <a:pt x="67783" y="15958"/>
                  <a:pt x="67844" y="15928"/>
                </a:cubicBezTo>
                <a:cubicBezTo>
                  <a:pt x="67875" y="15898"/>
                  <a:pt x="67905" y="15867"/>
                  <a:pt x="67905" y="15806"/>
                </a:cubicBezTo>
                <a:cubicBezTo>
                  <a:pt x="67875" y="15806"/>
                  <a:pt x="67905" y="15776"/>
                  <a:pt x="67935" y="15746"/>
                </a:cubicBezTo>
                <a:close/>
                <a:moveTo>
                  <a:pt x="72981" y="15928"/>
                </a:moveTo>
                <a:cubicBezTo>
                  <a:pt x="73042" y="15928"/>
                  <a:pt x="73042" y="15958"/>
                  <a:pt x="73042" y="15989"/>
                </a:cubicBezTo>
                <a:cubicBezTo>
                  <a:pt x="73042" y="15989"/>
                  <a:pt x="73011" y="16080"/>
                  <a:pt x="72951" y="16171"/>
                </a:cubicBezTo>
                <a:lnTo>
                  <a:pt x="73194" y="16171"/>
                </a:lnTo>
                <a:cubicBezTo>
                  <a:pt x="73224" y="16202"/>
                  <a:pt x="73224" y="16293"/>
                  <a:pt x="73194" y="16323"/>
                </a:cubicBezTo>
                <a:lnTo>
                  <a:pt x="73042" y="16323"/>
                </a:lnTo>
                <a:cubicBezTo>
                  <a:pt x="72951" y="16323"/>
                  <a:pt x="72890" y="16293"/>
                  <a:pt x="72859" y="16232"/>
                </a:cubicBezTo>
                <a:lnTo>
                  <a:pt x="72859" y="16202"/>
                </a:lnTo>
                <a:cubicBezTo>
                  <a:pt x="72768" y="16050"/>
                  <a:pt x="72799" y="15958"/>
                  <a:pt x="72981" y="15928"/>
                </a:cubicBezTo>
                <a:close/>
                <a:moveTo>
                  <a:pt x="69961" y="15386"/>
                </a:moveTo>
                <a:cubicBezTo>
                  <a:pt x="70030" y="15386"/>
                  <a:pt x="70145" y="15429"/>
                  <a:pt x="70124" y="15472"/>
                </a:cubicBezTo>
                <a:cubicBezTo>
                  <a:pt x="70124" y="15503"/>
                  <a:pt x="70063" y="15715"/>
                  <a:pt x="70063" y="15776"/>
                </a:cubicBezTo>
                <a:cubicBezTo>
                  <a:pt x="70033" y="15837"/>
                  <a:pt x="70063" y="15928"/>
                  <a:pt x="70154" y="15928"/>
                </a:cubicBezTo>
                <a:cubicBezTo>
                  <a:pt x="70306" y="15958"/>
                  <a:pt x="70458" y="16019"/>
                  <a:pt x="70580" y="16141"/>
                </a:cubicBezTo>
                <a:cubicBezTo>
                  <a:pt x="70580" y="16188"/>
                  <a:pt x="70472" y="16252"/>
                  <a:pt x="70395" y="16252"/>
                </a:cubicBezTo>
                <a:cubicBezTo>
                  <a:pt x="70371" y="16252"/>
                  <a:pt x="70351" y="16246"/>
                  <a:pt x="70337" y="16232"/>
                </a:cubicBezTo>
                <a:cubicBezTo>
                  <a:pt x="70328" y="16228"/>
                  <a:pt x="70320" y="16226"/>
                  <a:pt x="70311" y="16226"/>
                </a:cubicBezTo>
                <a:cubicBezTo>
                  <a:pt x="70260" y="16226"/>
                  <a:pt x="70215" y="16297"/>
                  <a:pt x="70215" y="16323"/>
                </a:cubicBezTo>
                <a:cubicBezTo>
                  <a:pt x="70215" y="16333"/>
                  <a:pt x="70198" y="16337"/>
                  <a:pt x="70173" y="16337"/>
                </a:cubicBezTo>
                <a:cubicBezTo>
                  <a:pt x="70124" y="16337"/>
                  <a:pt x="70043" y="16323"/>
                  <a:pt x="70002" y="16323"/>
                </a:cubicBezTo>
                <a:cubicBezTo>
                  <a:pt x="69850" y="16262"/>
                  <a:pt x="69668" y="16232"/>
                  <a:pt x="69486" y="16202"/>
                </a:cubicBezTo>
                <a:cubicBezTo>
                  <a:pt x="69473" y="16206"/>
                  <a:pt x="69461" y="16208"/>
                  <a:pt x="69449" y="16208"/>
                </a:cubicBezTo>
                <a:cubicBezTo>
                  <a:pt x="69371" y="16208"/>
                  <a:pt x="69299" y="16129"/>
                  <a:pt x="69273" y="16050"/>
                </a:cubicBezTo>
                <a:lnTo>
                  <a:pt x="69486" y="15989"/>
                </a:lnTo>
                <a:lnTo>
                  <a:pt x="69577" y="15958"/>
                </a:lnTo>
                <a:cubicBezTo>
                  <a:pt x="69668" y="15928"/>
                  <a:pt x="69759" y="15837"/>
                  <a:pt x="69759" y="15746"/>
                </a:cubicBezTo>
                <a:cubicBezTo>
                  <a:pt x="69729" y="15715"/>
                  <a:pt x="69850" y="15655"/>
                  <a:pt x="69881" y="15655"/>
                </a:cubicBezTo>
                <a:cubicBezTo>
                  <a:pt x="69911" y="15655"/>
                  <a:pt x="69941" y="15472"/>
                  <a:pt x="69911" y="15411"/>
                </a:cubicBezTo>
                <a:cubicBezTo>
                  <a:pt x="69911" y="15394"/>
                  <a:pt x="69932" y="15386"/>
                  <a:pt x="69961" y="15386"/>
                </a:cubicBezTo>
                <a:close/>
                <a:moveTo>
                  <a:pt x="64713" y="15837"/>
                </a:moveTo>
                <a:cubicBezTo>
                  <a:pt x="64683" y="15928"/>
                  <a:pt x="64744" y="15989"/>
                  <a:pt x="64835" y="15989"/>
                </a:cubicBezTo>
                <a:cubicBezTo>
                  <a:pt x="64957" y="15989"/>
                  <a:pt x="64865" y="16293"/>
                  <a:pt x="64805" y="16323"/>
                </a:cubicBezTo>
                <a:cubicBezTo>
                  <a:pt x="64790" y="16338"/>
                  <a:pt x="64772" y="16344"/>
                  <a:pt x="64752" y="16344"/>
                </a:cubicBezTo>
                <a:cubicBezTo>
                  <a:pt x="64691" y="16344"/>
                  <a:pt x="64615" y="16286"/>
                  <a:pt x="64592" y="16262"/>
                </a:cubicBezTo>
                <a:cubicBezTo>
                  <a:pt x="64470" y="16202"/>
                  <a:pt x="64349" y="16171"/>
                  <a:pt x="64197" y="16171"/>
                </a:cubicBezTo>
                <a:cubicBezTo>
                  <a:pt x="64105" y="16171"/>
                  <a:pt x="64045" y="16050"/>
                  <a:pt x="64045" y="15989"/>
                </a:cubicBezTo>
                <a:cubicBezTo>
                  <a:pt x="64045" y="15980"/>
                  <a:pt x="64055" y="15976"/>
                  <a:pt x="64071" y="15976"/>
                </a:cubicBezTo>
                <a:cubicBezTo>
                  <a:pt x="64111" y="15976"/>
                  <a:pt x="64184" y="15998"/>
                  <a:pt x="64227" y="16019"/>
                </a:cubicBezTo>
                <a:cubicBezTo>
                  <a:pt x="64235" y="16027"/>
                  <a:pt x="64248" y="16031"/>
                  <a:pt x="64262" y="16031"/>
                </a:cubicBezTo>
                <a:cubicBezTo>
                  <a:pt x="64302" y="16031"/>
                  <a:pt x="64357" y="16003"/>
                  <a:pt x="64379" y="15958"/>
                </a:cubicBezTo>
                <a:lnTo>
                  <a:pt x="64440" y="15928"/>
                </a:lnTo>
                <a:cubicBezTo>
                  <a:pt x="64470" y="15898"/>
                  <a:pt x="64531" y="15837"/>
                  <a:pt x="64561" y="15837"/>
                </a:cubicBezTo>
                <a:close/>
                <a:moveTo>
                  <a:pt x="75473" y="15989"/>
                </a:moveTo>
                <a:cubicBezTo>
                  <a:pt x="75534" y="16019"/>
                  <a:pt x="75595" y="16080"/>
                  <a:pt x="75625" y="16141"/>
                </a:cubicBezTo>
                <a:cubicBezTo>
                  <a:pt x="75565" y="16171"/>
                  <a:pt x="75473" y="16414"/>
                  <a:pt x="75382" y="16414"/>
                </a:cubicBezTo>
                <a:cubicBezTo>
                  <a:pt x="75261" y="16384"/>
                  <a:pt x="75170" y="16354"/>
                  <a:pt x="75048" y="16293"/>
                </a:cubicBezTo>
                <a:cubicBezTo>
                  <a:pt x="75018" y="16293"/>
                  <a:pt x="75078" y="16262"/>
                  <a:pt x="75200" y="16262"/>
                </a:cubicBezTo>
                <a:lnTo>
                  <a:pt x="75230" y="16262"/>
                </a:lnTo>
                <a:cubicBezTo>
                  <a:pt x="75352" y="16262"/>
                  <a:pt x="75413" y="16019"/>
                  <a:pt x="75443" y="15989"/>
                </a:cubicBezTo>
                <a:close/>
                <a:moveTo>
                  <a:pt x="53862" y="16202"/>
                </a:moveTo>
                <a:lnTo>
                  <a:pt x="53923" y="16262"/>
                </a:lnTo>
                <a:lnTo>
                  <a:pt x="53953" y="16323"/>
                </a:lnTo>
                <a:cubicBezTo>
                  <a:pt x="53953" y="16373"/>
                  <a:pt x="53852" y="16422"/>
                  <a:pt x="53732" y="16422"/>
                </a:cubicBezTo>
                <a:cubicBezTo>
                  <a:pt x="53705" y="16422"/>
                  <a:pt x="53677" y="16420"/>
                  <a:pt x="53649" y="16414"/>
                </a:cubicBezTo>
                <a:lnTo>
                  <a:pt x="53528" y="16384"/>
                </a:lnTo>
                <a:lnTo>
                  <a:pt x="53497" y="16384"/>
                </a:lnTo>
                <a:cubicBezTo>
                  <a:pt x="53467" y="16323"/>
                  <a:pt x="53467" y="16293"/>
                  <a:pt x="53497" y="16232"/>
                </a:cubicBezTo>
                <a:lnTo>
                  <a:pt x="53528" y="16232"/>
                </a:lnTo>
                <a:lnTo>
                  <a:pt x="53558" y="16202"/>
                </a:lnTo>
                <a:close/>
                <a:moveTo>
                  <a:pt x="60378" y="16046"/>
                </a:moveTo>
                <a:cubicBezTo>
                  <a:pt x="60385" y="16046"/>
                  <a:pt x="60392" y="16047"/>
                  <a:pt x="60397" y="16050"/>
                </a:cubicBezTo>
                <a:cubicBezTo>
                  <a:pt x="60458" y="16080"/>
                  <a:pt x="60397" y="16232"/>
                  <a:pt x="60245" y="16354"/>
                </a:cubicBezTo>
                <a:lnTo>
                  <a:pt x="60032" y="16384"/>
                </a:lnTo>
                <a:cubicBezTo>
                  <a:pt x="60012" y="16384"/>
                  <a:pt x="59992" y="16425"/>
                  <a:pt x="59963" y="16425"/>
                </a:cubicBezTo>
                <a:cubicBezTo>
                  <a:pt x="59948" y="16425"/>
                  <a:pt x="59931" y="16414"/>
                  <a:pt x="59911" y="16384"/>
                </a:cubicBezTo>
                <a:cubicBezTo>
                  <a:pt x="59911" y="16354"/>
                  <a:pt x="59972" y="16262"/>
                  <a:pt x="60002" y="16262"/>
                </a:cubicBezTo>
                <a:lnTo>
                  <a:pt x="60154" y="16262"/>
                </a:lnTo>
                <a:cubicBezTo>
                  <a:pt x="60154" y="16179"/>
                  <a:pt x="60306" y="16046"/>
                  <a:pt x="60378" y="16046"/>
                </a:cubicBezTo>
                <a:close/>
                <a:moveTo>
                  <a:pt x="54713" y="16080"/>
                </a:moveTo>
                <a:lnTo>
                  <a:pt x="54804" y="16110"/>
                </a:lnTo>
                <a:cubicBezTo>
                  <a:pt x="54896" y="16354"/>
                  <a:pt x="54956" y="16566"/>
                  <a:pt x="54926" y="16566"/>
                </a:cubicBezTo>
                <a:lnTo>
                  <a:pt x="54804" y="16566"/>
                </a:lnTo>
                <a:lnTo>
                  <a:pt x="54713" y="16414"/>
                </a:lnTo>
                <a:cubicBezTo>
                  <a:pt x="54652" y="16323"/>
                  <a:pt x="54592" y="16202"/>
                  <a:pt x="54592" y="16080"/>
                </a:cubicBezTo>
                <a:close/>
                <a:moveTo>
                  <a:pt x="6627" y="16262"/>
                </a:moveTo>
                <a:cubicBezTo>
                  <a:pt x="6718" y="16354"/>
                  <a:pt x="6627" y="16506"/>
                  <a:pt x="6445" y="16566"/>
                </a:cubicBezTo>
                <a:lnTo>
                  <a:pt x="6262" y="16506"/>
                </a:lnTo>
                <a:lnTo>
                  <a:pt x="6232" y="16506"/>
                </a:lnTo>
                <a:cubicBezTo>
                  <a:pt x="6141" y="16597"/>
                  <a:pt x="6080" y="16627"/>
                  <a:pt x="6050" y="16627"/>
                </a:cubicBezTo>
                <a:lnTo>
                  <a:pt x="6050" y="16566"/>
                </a:lnTo>
                <a:cubicBezTo>
                  <a:pt x="6050" y="16506"/>
                  <a:pt x="6171" y="16414"/>
                  <a:pt x="6354" y="16414"/>
                </a:cubicBezTo>
                <a:lnTo>
                  <a:pt x="6445" y="16354"/>
                </a:lnTo>
                <a:lnTo>
                  <a:pt x="6627" y="16262"/>
                </a:lnTo>
                <a:close/>
                <a:moveTo>
                  <a:pt x="67267" y="15958"/>
                </a:moveTo>
                <a:cubicBezTo>
                  <a:pt x="67358" y="15958"/>
                  <a:pt x="67449" y="16141"/>
                  <a:pt x="67479" y="16202"/>
                </a:cubicBezTo>
                <a:cubicBezTo>
                  <a:pt x="67510" y="16232"/>
                  <a:pt x="67631" y="16323"/>
                  <a:pt x="67662" y="16354"/>
                </a:cubicBezTo>
                <a:cubicBezTo>
                  <a:pt x="67692" y="16384"/>
                  <a:pt x="67631" y="16597"/>
                  <a:pt x="67571" y="16658"/>
                </a:cubicBezTo>
                <a:cubicBezTo>
                  <a:pt x="67479" y="16688"/>
                  <a:pt x="67358" y="16749"/>
                  <a:pt x="67267" y="16779"/>
                </a:cubicBezTo>
                <a:cubicBezTo>
                  <a:pt x="67236" y="16779"/>
                  <a:pt x="67297" y="16688"/>
                  <a:pt x="67419" y="16566"/>
                </a:cubicBezTo>
                <a:lnTo>
                  <a:pt x="67084" y="16536"/>
                </a:lnTo>
                <a:lnTo>
                  <a:pt x="66902" y="16536"/>
                </a:lnTo>
                <a:cubicBezTo>
                  <a:pt x="66811" y="16384"/>
                  <a:pt x="66750" y="16262"/>
                  <a:pt x="66780" y="16232"/>
                </a:cubicBezTo>
                <a:lnTo>
                  <a:pt x="66841" y="16232"/>
                </a:lnTo>
                <a:cubicBezTo>
                  <a:pt x="66871" y="16202"/>
                  <a:pt x="66811" y="16171"/>
                  <a:pt x="66780" y="16141"/>
                </a:cubicBezTo>
                <a:cubicBezTo>
                  <a:pt x="66750" y="16141"/>
                  <a:pt x="66780" y="16110"/>
                  <a:pt x="66811" y="16050"/>
                </a:cubicBezTo>
                <a:cubicBezTo>
                  <a:pt x="66963" y="15989"/>
                  <a:pt x="67115" y="15958"/>
                  <a:pt x="67267" y="15958"/>
                </a:cubicBezTo>
                <a:close/>
                <a:moveTo>
                  <a:pt x="84882" y="16834"/>
                </a:moveTo>
                <a:cubicBezTo>
                  <a:pt x="84895" y="16834"/>
                  <a:pt x="84910" y="16836"/>
                  <a:pt x="84927" y="16840"/>
                </a:cubicBezTo>
                <a:cubicBezTo>
                  <a:pt x="85109" y="16901"/>
                  <a:pt x="84866" y="16931"/>
                  <a:pt x="84927" y="16962"/>
                </a:cubicBezTo>
                <a:lnTo>
                  <a:pt x="84987" y="17022"/>
                </a:lnTo>
                <a:cubicBezTo>
                  <a:pt x="85070" y="17078"/>
                  <a:pt x="84826" y="17209"/>
                  <a:pt x="84735" y="17209"/>
                </a:cubicBezTo>
                <a:cubicBezTo>
                  <a:pt x="84727" y="17209"/>
                  <a:pt x="84719" y="17207"/>
                  <a:pt x="84714" y="17205"/>
                </a:cubicBezTo>
                <a:cubicBezTo>
                  <a:pt x="84653" y="17144"/>
                  <a:pt x="84683" y="17114"/>
                  <a:pt x="84835" y="17114"/>
                </a:cubicBezTo>
                <a:lnTo>
                  <a:pt x="84805" y="16962"/>
                </a:lnTo>
                <a:cubicBezTo>
                  <a:pt x="84779" y="16909"/>
                  <a:pt x="84798" y="16834"/>
                  <a:pt x="84882" y="16834"/>
                </a:cubicBezTo>
                <a:close/>
                <a:moveTo>
                  <a:pt x="19059" y="17478"/>
                </a:moveTo>
                <a:lnTo>
                  <a:pt x="19059" y="17600"/>
                </a:lnTo>
                <a:lnTo>
                  <a:pt x="19089" y="17661"/>
                </a:lnTo>
                <a:cubicBezTo>
                  <a:pt x="19120" y="17691"/>
                  <a:pt x="19241" y="17721"/>
                  <a:pt x="19272" y="17752"/>
                </a:cubicBezTo>
                <a:lnTo>
                  <a:pt x="19302" y="17782"/>
                </a:lnTo>
                <a:cubicBezTo>
                  <a:pt x="19281" y="17804"/>
                  <a:pt x="19214" y="17825"/>
                  <a:pt x="19144" y="17825"/>
                </a:cubicBezTo>
                <a:cubicBezTo>
                  <a:pt x="19115" y="17825"/>
                  <a:pt x="19086" y="17822"/>
                  <a:pt x="19059" y="17813"/>
                </a:cubicBezTo>
                <a:lnTo>
                  <a:pt x="18968" y="17813"/>
                </a:lnTo>
                <a:cubicBezTo>
                  <a:pt x="18907" y="17813"/>
                  <a:pt x="18846" y="17843"/>
                  <a:pt x="18785" y="17843"/>
                </a:cubicBezTo>
                <a:lnTo>
                  <a:pt x="18755" y="17843"/>
                </a:lnTo>
                <a:cubicBezTo>
                  <a:pt x="18694" y="17813"/>
                  <a:pt x="18694" y="17752"/>
                  <a:pt x="18755" y="17752"/>
                </a:cubicBezTo>
                <a:lnTo>
                  <a:pt x="18785" y="17752"/>
                </a:lnTo>
                <a:cubicBezTo>
                  <a:pt x="18877" y="17721"/>
                  <a:pt x="18968" y="17630"/>
                  <a:pt x="18998" y="17539"/>
                </a:cubicBezTo>
                <a:cubicBezTo>
                  <a:pt x="19029" y="17509"/>
                  <a:pt x="19029" y="17478"/>
                  <a:pt x="19059" y="17478"/>
                </a:cubicBezTo>
                <a:close/>
                <a:moveTo>
                  <a:pt x="15564" y="17417"/>
                </a:moveTo>
                <a:cubicBezTo>
                  <a:pt x="15594" y="17417"/>
                  <a:pt x="15655" y="17417"/>
                  <a:pt x="15716" y="17448"/>
                </a:cubicBezTo>
                <a:cubicBezTo>
                  <a:pt x="15716" y="17478"/>
                  <a:pt x="15442" y="17630"/>
                  <a:pt x="15412" y="17752"/>
                </a:cubicBezTo>
                <a:cubicBezTo>
                  <a:pt x="15366" y="17820"/>
                  <a:pt x="15337" y="17854"/>
                  <a:pt x="15326" y="17854"/>
                </a:cubicBezTo>
                <a:cubicBezTo>
                  <a:pt x="15322" y="17854"/>
                  <a:pt x="15320" y="17851"/>
                  <a:pt x="15320" y="17843"/>
                </a:cubicBezTo>
                <a:cubicBezTo>
                  <a:pt x="15290" y="17782"/>
                  <a:pt x="15199" y="17752"/>
                  <a:pt x="15138" y="17752"/>
                </a:cubicBezTo>
                <a:lnTo>
                  <a:pt x="15077" y="17752"/>
                </a:lnTo>
                <a:lnTo>
                  <a:pt x="14986" y="17782"/>
                </a:lnTo>
                <a:cubicBezTo>
                  <a:pt x="14981" y="17784"/>
                  <a:pt x="14976" y="17785"/>
                  <a:pt x="14971" y="17785"/>
                </a:cubicBezTo>
                <a:cubicBezTo>
                  <a:pt x="14892" y="17785"/>
                  <a:pt x="14872" y="17568"/>
                  <a:pt x="14986" y="17539"/>
                </a:cubicBezTo>
                <a:lnTo>
                  <a:pt x="15472" y="17539"/>
                </a:lnTo>
                <a:lnTo>
                  <a:pt x="15564" y="17417"/>
                </a:lnTo>
                <a:close/>
                <a:moveTo>
                  <a:pt x="13613" y="16948"/>
                </a:moveTo>
                <a:cubicBezTo>
                  <a:pt x="13672" y="16948"/>
                  <a:pt x="13801" y="17067"/>
                  <a:pt x="13801" y="17144"/>
                </a:cubicBezTo>
                <a:cubicBezTo>
                  <a:pt x="13801" y="17235"/>
                  <a:pt x="13831" y="17326"/>
                  <a:pt x="13892" y="17417"/>
                </a:cubicBezTo>
                <a:cubicBezTo>
                  <a:pt x="13895" y="17419"/>
                  <a:pt x="13899" y="17420"/>
                  <a:pt x="13902" y="17420"/>
                </a:cubicBezTo>
                <a:cubicBezTo>
                  <a:pt x="13959" y="17420"/>
                  <a:pt x="14013" y="17199"/>
                  <a:pt x="14013" y="17114"/>
                </a:cubicBezTo>
                <a:cubicBezTo>
                  <a:pt x="14017" y="17102"/>
                  <a:pt x="14025" y="17097"/>
                  <a:pt x="14034" y="17097"/>
                </a:cubicBezTo>
                <a:cubicBezTo>
                  <a:pt x="14101" y="17097"/>
                  <a:pt x="14283" y="17342"/>
                  <a:pt x="14257" y="17448"/>
                </a:cubicBezTo>
                <a:cubicBezTo>
                  <a:pt x="14257" y="17529"/>
                  <a:pt x="14162" y="17556"/>
                  <a:pt x="14090" y="17556"/>
                </a:cubicBezTo>
                <a:cubicBezTo>
                  <a:pt x="14054" y="17556"/>
                  <a:pt x="14024" y="17549"/>
                  <a:pt x="14013" y="17539"/>
                </a:cubicBezTo>
                <a:cubicBezTo>
                  <a:pt x="14007" y="17536"/>
                  <a:pt x="14000" y="17534"/>
                  <a:pt x="13994" y="17534"/>
                </a:cubicBezTo>
                <a:cubicBezTo>
                  <a:pt x="13940" y="17534"/>
                  <a:pt x="13892" y="17637"/>
                  <a:pt x="13892" y="17691"/>
                </a:cubicBezTo>
                <a:cubicBezTo>
                  <a:pt x="13892" y="17701"/>
                  <a:pt x="13885" y="17705"/>
                  <a:pt x="13873" y="17705"/>
                </a:cubicBezTo>
                <a:cubicBezTo>
                  <a:pt x="13814" y="17705"/>
                  <a:pt x="13628" y="17600"/>
                  <a:pt x="13527" y="17600"/>
                </a:cubicBezTo>
                <a:cubicBezTo>
                  <a:pt x="13436" y="17630"/>
                  <a:pt x="13405" y="17661"/>
                  <a:pt x="13466" y="17721"/>
                </a:cubicBezTo>
                <a:lnTo>
                  <a:pt x="13527" y="17752"/>
                </a:lnTo>
                <a:lnTo>
                  <a:pt x="13557" y="17782"/>
                </a:lnTo>
                <a:cubicBezTo>
                  <a:pt x="13588" y="17843"/>
                  <a:pt x="13557" y="17904"/>
                  <a:pt x="13497" y="17934"/>
                </a:cubicBezTo>
                <a:lnTo>
                  <a:pt x="13466" y="17934"/>
                </a:lnTo>
                <a:lnTo>
                  <a:pt x="13253" y="17843"/>
                </a:lnTo>
                <a:cubicBezTo>
                  <a:pt x="13141" y="17805"/>
                  <a:pt x="13016" y="17779"/>
                  <a:pt x="12895" y="17779"/>
                </a:cubicBezTo>
                <a:cubicBezTo>
                  <a:pt x="12820" y="17779"/>
                  <a:pt x="12746" y="17789"/>
                  <a:pt x="12676" y="17813"/>
                </a:cubicBezTo>
                <a:cubicBezTo>
                  <a:pt x="12671" y="17822"/>
                  <a:pt x="12665" y="17827"/>
                  <a:pt x="12657" y="17827"/>
                </a:cubicBezTo>
                <a:cubicBezTo>
                  <a:pt x="12618" y="17827"/>
                  <a:pt x="12554" y="17712"/>
                  <a:pt x="12554" y="17661"/>
                </a:cubicBezTo>
                <a:cubicBezTo>
                  <a:pt x="12538" y="17656"/>
                  <a:pt x="12521" y="17652"/>
                  <a:pt x="12503" y="17648"/>
                </a:cubicBezTo>
                <a:lnTo>
                  <a:pt x="12503" y="17648"/>
                </a:lnTo>
                <a:cubicBezTo>
                  <a:pt x="12583" y="17626"/>
                  <a:pt x="12667" y="17615"/>
                  <a:pt x="12752" y="17615"/>
                </a:cubicBezTo>
                <a:cubicBezTo>
                  <a:pt x="12851" y="17615"/>
                  <a:pt x="12950" y="17630"/>
                  <a:pt x="13041" y="17661"/>
                </a:cubicBezTo>
                <a:cubicBezTo>
                  <a:pt x="13101" y="17661"/>
                  <a:pt x="13132" y="17630"/>
                  <a:pt x="13101" y="17600"/>
                </a:cubicBezTo>
                <a:lnTo>
                  <a:pt x="13101" y="17569"/>
                </a:lnTo>
                <a:lnTo>
                  <a:pt x="13101" y="17509"/>
                </a:lnTo>
                <a:cubicBezTo>
                  <a:pt x="13101" y="17464"/>
                  <a:pt x="13264" y="17436"/>
                  <a:pt x="13399" y="17436"/>
                </a:cubicBezTo>
                <a:cubicBezTo>
                  <a:pt x="13449" y="17436"/>
                  <a:pt x="13494" y="17440"/>
                  <a:pt x="13527" y="17448"/>
                </a:cubicBezTo>
                <a:cubicBezTo>
                  <a:pt x="13618" y="17448"/>
                  <a:pt x="13679" y="17417"/>
                  <a:pt x="13649" y="17357"/>
                </a:cubicBezTo>
                <a:lnTo>
                  <a:pt x="13618" y="17296"/>
                </a:lnTo>
                <a:lnTo>
                  <a:pt x="13588" y="17235"/>
                </a:lnTo>
                <a:cubicBezTo>
                  <a:pt x="13618" y="17205"/>
                  <a:pt x="13557" y="17022"/>
                  <a:pt x="13588" y="16962"/>
                </a:cubicBezTo>
                <a:cubicBezTo>
                  <a:pt x="13593" y="16952"/>
                  <a:pt x="13601" y="16948"/>
                  <a:pt x="13613" y="16948"/>
                </a:cubicBezTo>
                <a:close/>
                <a:moveTo>
                  <a:pt x="69071" y="17679"/>
                </a:moveTo>
                <a:cubicBezTo>
                  <a:pt x="69133" y="17679"/>
                  <a:pt x="69182" y="17707"/>
                  <a:pt x="69182" y="17752"/>
                </a:cubicBezTo>
                <a:cubicBezTo>
                  <a:pt x="69151" y="17873"/>
                  <a:pt x="69090" y="17965"/>
                  <a:pt x="68999" y="18025"/>
                </a:cubicBezTo>
                <a:lnTo>
                  <a:pt x="68938" y="18056"/>
                </a:lnTo>
                <a:cubicBezTo>
                  <a:pt x="68908" y="18056"/>
                  <a:pt x="68847" y="18025"/>
                  <a:pt x="68817" y="17995"/>
                </a:cubicBezTo>
                <a:lnTo>
                  <a:pt x="68786" y="17965"/>
                </a:lnTo>
                <a:cubicBezTo>
                  <a:pt x="68847" y="17873"/>
                  <a:pt x="68908" y="17752"/>
                  <a:pt x="68999" y="17691"/>
                </a:cubicBezTo>
                <a:cubicBezTo>
                  <a:pt x="69024" y="17683"/>
                  <a:pt x="69048" y="17679"/>
                  <a:pt x="69071" y="17679"/>
                </a:cubicBezTo>
                <a:close/>
                <a:moveTo>
                  <a:pt x="15776" y="17721"/>
                </a:moveTo>
                <a:cubicBezTo>
                  <a:pt x="15776" y="17721"/>
                  <a:pt x="15837" y="17782"/>
                  <a:pt x="15898" y="17873"/>
                </a:cubicBezTo>
                <a:lnTo>
                  <a:pt x="15959" y="17904"/>
                </a:lnTo>
                <a:cubicBezTo>
                  <a:pt x="15969" y="17909"/>
                  <a:pt x="15981" y="17911"/>
                  <a:pt x="15995" y="17911"/>
                </a:cubicBezTo>
                <a:cubicBezTo>
                  <a:pt x="16023" y="17911"/>
                  <a:pt x="16055" y="17904"/>
                  <a:pt x="16080" y="17904"/>
                </a:cubicBezTo>
                <a:cubicBezTo>
                  <a:pt x="16118" y="17904"/>
                  <a:pt x="16141" y="17919"/>
                  <a:pt x="16111" y="17995"/>
                </a:cubicBezTo>
                <a:cubicBezTo>
                  <a:pt x="16090" y="18046"/>
                  <a:pt x="16070" y="18063"/>
                  <a:pt x="16051" y="18063"/>
                </a:cubicBezTo>
                <a:cubicBezTo>
                  <a:pt x="16013" y="18063"/>
                  <a:pt x="15979" y="17995"/>
                  <a:pt x="15959" y="17995"/>
                </a:cubicBezTo>
                <a:cubicBezTo>
                  <a:pt x="15928" y="18025"/>
                  <a:pt x="15928" y="18086"/>
                  <a:pt x="15898" y="18117"/>
                </a:cubicBezTo>
                <a:lnTo>
                  <a:pt x="15868" y="18147"/>
                </a:lnTo>
                <a:cubicBezTo>
                  <a:pt x="15861" y="18149"/>
                  <a:pt x="15856" y="18150"/>
                  <a:pt x="15850" y="18150"/>
                </a:cubicBezTo>
                <a:cubicBezTo>
                  <a:pt x="15769" y="18150"/>
                  <a:pt x="15716" y="17961"/>
                  <a:pt x="15716" y="17904"/>
                </a:cubicBezTo>
                <a:cubicBezTo>
                  <a:pt x="15716" y="17843"/>
                  <a:pt x="15746" y="17782"/>
                  <a:pt x="15776" y="17721"/>
                </a:cubicBezTo>
                <a:close/>
                <a:moveTo>
                  <a:pt x="26366" y="18173"/>
                </a:moveTo>
                <a:cubicBezTo>
                  <a:pt x="26373" y="18173"/>
                  <a:pt x="26379" y="18175"/>
                  <a:pt x="26384" y="18177"/>
                </a:cubicBezTo>
                <a:cubicBezTo>
                  <a:pt x="26445" y="18208"/>
                  <a:pt x="26476" y="18269"/>
                  <a:pt x="26415" y="18329"/>
                </a:cubicBezTo>
                <a:lnTo>
                  <a:pt x="26445" y="18329"/>
                </a:lnTo>
                <a:cubicBezTo>
                  <a:pt x="26412" y="18380"/>
                  <a:pt x="26351" y="18402"/>
                  <a:pt x="26297" y="18402"/>
                </a:cubicBezTo>
                <a:cubicBezTo>
                  <a:pt x="26254" y="18402"/>
                  <a:pt x="26216" y="18387"/>
                  <a:pt x="26202" y="18360"/>
                </a:cubicBezTo>
                <a:cubicBezTo>
                  <a:pt x="26174" y="18304"/>
                  <a:pt x="26298" y="18173"/>
                  <a:pt x="26366" y="18173"/>
                </a:cubicBezTo>
                <a:close/>
                <a:moveTo>
                  <a:pt x="14105" y="18238"/>
                </a:moveTo>
                <a:cubicBezTo>
                  <a:pt x="14135" y="18269"/>
                  <a:pt x="14135" y="18299"/>
                  <a:pt x="14135" y="18299"/>
                </a:cubicBezTo>
                <a:lnTo>
                  <a:pt x="13953" y="18481"/>
                </a:lnTo>
                <a:cubicBezTo>
                  <a:pt x="13979" y="18497"/>
                  <a:pt x="14004" y="18513"/>
                  <a:pt x="14027" y="18526"/>
                </a:cubicBezTo>
                <a:lnTo>
                  <a:pt x="14027" y="18526"/>
                </a:lnTo>
                <a:cubicBezTo>
                  <a:pt x="13872" y="18470"/>
                  <a:pt x="13705" y="18445"/>
                  <a:pt x="13557" y="18421"/>
                </a:cubicBezTo>
                <a:cubicBezTo>
                  <a:pt x="13525" y="18429"/>
                  <a:pt x="13501" y="18432"/>
                  <a:pt x="13486" y="18432"/>
                </a:cubicBezTo>
                <a:cubicBezTo>
                  <a:pt x="13445" y="18432"/>
                  <a:pt x="13468" y="18404"/>
                  <a:pt x="13557" y="18360"/>
                </a:cubicBezTo>
                <a:lnTo>
                  <a:pt x="13649" y="18329"/>
                </a:lnTo>
                <a:cubicBezTo>
                  <a:pt x="13770" y="18299"/>
                  <a:pt x="13922" y="18269"/>
                  <a:pt x="14074" y="18238"/>
                </a:cubicBezTo>
                <a:close/>
                <a:moveTo>
                  <a:pt x="10033" y="18329"/>
                </a:moveTo>
                <a:cubicBezTo>
                  <a:pt x="10102" y="18329"/>
                  <a:pt x="10173" y="18339"/>
                  <a:pt x="10244" y="18360"/>
                </a:cubicBezTo>
                <a:cubicBezTo>
                  <a:pt x="10077" y="18510"/>
                  <a:pt x="10002" y="18578"/>
                  <a:pt x="9917" y="18578"/>
                </a:cubicBezTo>
                <a:cubicBezTo>
                  <a:pt x="9848" y="18578"/>
                  <a:pt x="9773" y="18533"/>
                  <a:pt x="9636" y="18451"/>
                </a:cubicBezTo>
                <a:cubicBezTo>
                  <a:pt x="9758" y="18370"/>
                  <a:pt x="9893" y="18329"/>
                  <a:pt x="10033" y="18329"/>
                </a:cubicBezTo>
                <a:close/>
                <a:moveTo>
                  <a:pt x="12318" y="18406"/>
                </a:moveTo>
                <a:cubicBezTo>
                  <a:pt x="12407" y="18406"/>
                  <a:pt x="12502" y="18449"/>
                  <a:pt x="12615" y="18572"/>
                </a:cubicBezTo>
                <a:cubicBezTo>
                  <a:pt x="12458" y="18631"/>
                  <a:pt x="12276" y="18665"/>
                  <a:pt x="12093" y="18665"/>
                </a:cubicBezTo>
                <a:cubicBezTo>
                  <a:pt x="11992" y="18665"/>
                  <a:pt x="11891" y="18655"/>
                  <a:pt x="11794" y="18633"/>
                </a:cubicBezTo>
                <a:cubicBezTo>
                  <a:pt x="11996" y="18573"/>
                  <a:pt x="12144" y="18406"/>
                  <a:pt x="12318" y="18406"/>
                </a:cubicBezTo>
                <a:close/>
                <a:moveTo>
                  <a:pt x="24621" y="18269"/>
                </a:moveTo>
                <a:cubicBezTo>
                  <a:pt x="24637" y="18269"/>
                  <a:pt x="24652" y="18284"/>
                  <a:pt x="24652" y="18299"/>
                </a:cubicBezTo>
                <a:cubicBezTo>
                  <a:pt x="24682" y="18390"/>
                  <a:pt x="24682" y="18481"/>
                  <a:pt x="24652" y="18572"/>
                </a:cubicBezTo>
                <a:lnTo>
                  <a:pt x="24409" y="18633"/>
                </a:lnTo>
                <a:lnTo>
                  <a:pt x="24226" y="18633"/>
                </a:lnTo>
                <a:cubicBezTo>
                  <a:pt x="24211" y="18724"/>
                  <a:pt x="24204" y="18770"/>
                  <a:pt x="24200" y="18770"/>
                </a:cubicBezTo>
                <a:cubicBezTo>
                  <a:pt x="24196" y="18770"/>
                  <a:pt x="24196" y="18724"/>
                  <a:pt x="24196" y="18633"/>
                </a:cubicBezTo>
                <a:lnTo>
                  <a:pt x="23922" y="18664"/>
                </a:lnTo>
                <a:lnTo>
                  <a:pt x="23770" y="18664"/>
                </a:lnTo>
                <a:cubicBezTo>
                  <a:pt x="23811" y="18583"/>
                  <a:pt x="23865" y="18529"/>
                  <a:pt x="23914" y="18529"/>
                </a:cubicBezTo>
                <a:cubicBezTo>
                  <a:pt x="23939" y="18529"/>
                  <a:pt x="23963" y="18542"/>
                  <a:pt x="23983" y="18572"/>
                </a:cubicBezTo>
                <a:cubicBezTo>
                  <a:pt x="23991" y="18580"/>
                  <a:pt x="24005" y="18583"/>
                  <a:pt x="24024" y="18583"/>
                </a:cubicBezTo>
                <a:cubicBezTo>
                  <a:pt x="24163" y="18583"/>
                  <a:pt x="24564" y="18409"/>
                  <a:pt x="24591" y="18329"/>
                </a:cubicBezTo>
                <a:cubicBezTo>
                  <a:pt x="24591" y="18284"/>
                  <a:pt x="24606" y="18269"/>
                  <a:pt x="24621" y="18269"/>
                </a:cubicBezTo>
                <a:close/>
                <a:moveTo>
                  <a:pt x="18657" y="18461"/>
                </a:moveTo>
                <a:cubicBezTo>
                  <a:pt x="18689" y="18461"/>
                  <a:pt x="18732" y="18476"/>
                  <a:pt x="18785" y="18512"/>
                </a:cubicBezTo>
                <a:cubicBezTo>
                  <a:pt x="18846" y="18572"/>
                  <a:pt x="19150" y="18572"/>
                  <a:pt x="19089" y="18633"/>
                </a:cubicBezTo>
                <a:cubicBezTo>
                  <a:pt x="19029" y="18694"/>
                  <a:pt x="19181" y="18755"/>
                  <a:pt x="19241" y="18755"/>
                </a:cubicBezTo>
                <a:cubicBezTo>
                  <a:pt x="19424" y="18694"/>
                  <a:pt x="19576" y="18664"/>
                  <a:pt x="19758" y="18664"/>
                </a:cubicBezTo>
                <a:cubicBezTo>
                  <a:pt x="19880" y="18694"/>
                  <a:pt x="19910" y="18785"/>
                  <a:pt x="19880" y="18785"/>
                </a:cubicBezTo>
                <a:cubicBezTo>
                  <a:pt x="19834" y="18800"/>
                  <a:pt x="19789" y="18808"/>
                  <a:pt x="19747" y="18808"/>
                </a:cubicBezTo>
                <a:cubicBezTo>
                  <a:pt x="19705" y="18808"/>
                  <a:pt x="19667" y="18800"/>
                  <a:pt x="19637" y="18785"/>
                </a:cubicBezTo>
                <a:lnTo>
                  <a:pt x="19515" y="18876"/>
                </a:lnTo>
                <a:cubicBezTo>
                  <a:pt x="19509" y="18883"/>
                  <a:pt x="19499" y="18885"/>
                  <a:pt x="19487" y="18885"/>
                </a:cubicBezTo>
                <a:cubicBezTo>
                  <a:pt x="19438" y="18885"/>
                  <a:pt x="19351" y="18846"/>
                  <a:pt x="19302" y="18846"/>
                </a:cubicBezTo>
                <a:cubicBezTo>
                  <a:pt x="19211" y="18846"/>
                  <a:pt x="19120" y="18876"/>
                  <a:pt x="19029" y="18907"/>
                </a:cubicBezTo>
                <a:lnTo>
                  <a:pt x="18998" y="18907"/>
                </a:lnTo>
                <a:lnTo>
                  <a:pt x="18573" y="18724"/>
                </a:lnTo>
                <a:lnTo>
                  <a:pt x="18603" y="18512"/>
                </a:lnTo>
                <a:lnTo>
                  <a:pt x="18603" y="18481"/>
                </a:lnTo>
                <a:cubicBezTo>
                  <a:pt x="18616" y="18469"/>
                  <a:pt x="18634" y="18461"/>
                  <a:pt x="18657" y="18461"/>
                </a:cubicBezTo>
                <a:close/>
                <a:moveTo>
                  <a:pt x="15442" y="18664"/>
                </a:moveTo>
                <a:cubicBezTo>
                  <a:pt x="15594" y="18664"/>
                  <a:pt x="15351" y="18907"/>
                  <a:pt x="15199" y="18937"/>
                </a:cubicBezTo>
                <a:cubicBezTo>
                  <a:pt x="15077" y="18937"/>
                  <a:pt x="14956" y="18876"/>
                  <a:pt x="14895" y="18755"/>
                </a:cubicBezTo>
                <a:cubicBezTo>
                  <a:pt x="14895" y="18724"/>
                  <a:pt x="14933" y="18709"/>
                  <a:pt x="14990" y="18709"/>
                </a:cubicBezTo>
                <a:cubicBezTo>
                  <a:pt x="15047" y="18709"/>
                  <a:pt x="15123" y="18724"/>
                  <a:pt x="15199" y="18755"/>
                </a:cubicBezTo>
                <a:lnTo>
                  <a:pt x="15320" y="18724"/>
                </a:lnTo>
                <a:lnTo>
                  <a:pt x="15442" y="18664"/>
                </a:lnTo>
                <a:close/>
                <a:moveTo>
                  <a:pt x="17874" y="18755"/>
                </a:moveTo>
                <a:lnTo>
                  <a:pt x="17995" y="18816"/>
                </a:lnTo>
                <a:lnTo>
                  <a:pt x="18056" y="18816"/>
                </a:lnTo>
                <a:cubicBezTo>
                  <a:pt x="18147" y="18846"/>
                  <a:pt x="18178" y="18907"/>
                  <a:pt x="18117" y="18968"/>
                </a:cubicBezTo>
                <a:lnTo>
                  <a:pt x="18147" y="18968"/>
                </a:lnTo>
                <a:cubicBezTo>
                  <a:pt x="18109" y="18980"/>
                  <a:pt x="18035" y="18988"/>
                  <a:pt x="17957" y="18988"/>
                </a:cubicBezTo>
                <a:cubicBezTo>
                  <a:pt x="17846" y="18988"/>
                  <a:pt x="17727" y="18973"/>
                  <a:pt x="17691" y="18937"/>
                </a:cubicBezTo>
                <a:cubicBezTo>
                  <a:pt x="17661" y="18846"/>
                  <a:pt x="17752" y="18785"/>
                  <a:pt x="17874" y="18755"/>
                </a:cubicBezTo>
                <a:close/>
                <a:moveTo>
                  <a:pt x="8269" y="18512"/>
                </a:moveTo>
                <a:cubicBezTo>
                  <a:pt x="8299" y="18512"/>
                  <a:pt x="8360" y="18512"/>
                  <a:pt x="8390" y="18542"/>
                </a:cubicBezTo>
                <a:lnTo>
                  <a:pt x="8512" y="18633"/>
                </a:lnTo>
                <a:cubicBezTo>
                  <a:pt x="8603" y="18724"/>
                  <a:pt x="8664" y="18846"/>
                  <a:pt x="8694" y="18968"/>
                </a:cubicBezTo>
                <a:cubicBezTo>
                  <a:pt x="8694" y="18983"/>
                  <a:pt x="8671" y="18990"/>
                  <a:pt x="8637" y="18990"/>
                </a:cubicBezTo>
                <a:cubicBezTo>
                  <a:pt x="8603" y="18990"/>
                  <a:pt x="8557" y="18983"/>
                  <a:pt x="8512" y="18968"/>
                </a:cubicBezTo>
                <a:cubicBezTo>
                  <a:pt x="8542" y="18816"/>
                  <a:pt x="8390" y="18876"/>
                  <a:pt x="8329" y="18816"/>
                </a:cubicBezTo>
                <a:cubicBezTo>
                  <a:pt x="8275" y="18761"/>
                  <a:pt x="8318" y="18659"/>
                  <a:pt x="8198" y="18659"/>
                </a:cubicBezTo>
                <a:cubicBezTo>
                  <a:pt x="8184" y="18659"/>
                  <a:pt x="8167" y="18660"/>
                  <a:pt x="8147" y="18664"/>
                </a:cubicBezTo>
                <a:cubicBezTo>
                  <a:pt x="8147" y="18664"/>
                  <a:pt x="8117" y="18572"/>
                  <a:pt x="8117" y="18572"/>
                </a:cubicBezTo>
                <a:cubicBezTo>
                  <a:pt x="8147" y="18542"/>
                  <a:pt x="8208" y="18512"/>
                  <a:pt x="8269" y="18512"/>
                </a:cubicBezTo>
                <a:close/>
                <a:moveTo>
                  <a:pt x="9484" y="18572"/>
                </a:moveTo>
                <a:cubicBezTo>
                  <a:pt x="9545" y="18572"/>
                  <a:pt x="9576" y="18603"/>
                  <a:pt x="9576" y="18633"/>
                </a:cubicBezTo>
                <a:lnTo>
                  <a:pt x="9576" y="18664"/>
                </a:lnTo>
                <a:cubicBezTo>
                  <a:pt x="9576" y="18694"/>
                  <a:pt x="9515" y="18755"/>
                  <a:pt x="9576" y="18785"/>
                </a:cubicBezTo>
                <a:cubicBezTo>
                  <a:pt x="9636" y="18846"/>
                  <a:pt x="9667" y="18876"/>
                  <a:pt x="9576" y="18907"/>
                </a:cubicBezTo>
                <a:lnTo>
                  <a:pt x="9396" y="18996"/>
                </a:lnTo>
                <a:lnTo>
                  <a:pt x="9396" y="18996"/>
                </a:lnTo>
                <a:cubicBezTo>
                  <a:pt x="9370" y="18958"/>
                  <a:pt x="9338" y="18917"/>
                  <a:pt x="9302" y="18876"/>
                </a:cubicBezTo>
                <a:lnTo>
                  <a:pt x="9484" y="18572"/>
                </a:lnTo>
                <a:close/>
                <a:moveTo>
                  <a:pt x="16872" y="18856"/>
                </a:moveTo>
                <a:cubicBezTo>
                  <a:pt x="16913" y="18856"/>
                  <a:pt x="16956" y="18870"/>
                  <a:pt x="16992" y="18907"/>
                </a:cubicBezTo>
                <a:lnTo>
                  <a:pt x="16810" y="18968"/>
                </a:lnTo>
                <a:lnTo>
                  <a:pt x="16658" y="18998"/>
                </a:lnTo>
                <a:cubicBezTo>
                  <a:pt x="16679" y="18934"/>
                  <a:pt x="16775" y="18856"/>
                  <a:pt x="16872" y="18856"/>
                </a:cubicBezTo>
                <a:close/>
                <a:moveTo>
                  <a:pt x="14081" y="18774"/>
                </a:moveTo>
                <a:cubicBezTo>
                  <a:pt x="14101" y="18774"/>
                  <a:pt x="14120" y="18778"/>
                  <a:pt x="14135" y="18785"/>
                </a:cubicBezTo>
                <a:cubicBezTo>
                  <a:pt x="14226" y="18846"/>
                  <a:pt x="14165" y="19059"/>
                  <a:pt x="14135" y="19120"/>
                </a:cubicBezTo>
                <a:cubicBezTo>
                  <a:pt x="14135" y="19150"/>
                  <a:pt x="14097" y="19165"/>
                  <a:pt x="14044" y="19165"/>
                </a:cubicBezTo>
                <a:cubicBezTo>
                  <a:pt x="13991" y="19165"/>
                  <a:pt x="13922" y="19150"/>
                  <a:pt x="13861" y="19120"/>
                </a:cubicBezTo>
                <a:lnTo>
                  <a:pt x="14013" y="18968"/>
                </a:lnTo>
                <a:cubicBezTo>
                  <a:pt x="14013" y="18968"/>
                  <a:pt x="14013" y="18937"/>
                  <a:pt x="14013" y="18907"/>
                </a:cubicBezTo>
                <a:lnTo>
                  <a:pt x="13953" y="18876"/>
                </a:lnTo>
                <a:cubicBezTo>
                  <a:pt x="13953" y="18808"/>
                  <a:pt x="14021" y="18774"/>
                  <a:pt x="14081" y="18774"/>
                </a:cubicBezTo>
                <a:close/>
                <a:moveTo>
                  <a:pt x="16202" y="18702"/>
                </a:moveTo>
                <a:cubicBezTo>
                  <a:pt x="16225" y="18702"/>
                  <a:pt x="16247" y="18709"/>
                  <a:pt x="16263" y="18724"/>
                </a:cubicBezTo>
                <a:cubicBezTo>
                  <a:pt x="16323" y="18785"/>
                  <a:pt x="16354" y="18876"/>
                  <a:pt x="16354" y="18968"/>
                </a:cubicBezTo>
                <a:cubicBezTo>
                  <a:pt x="16384" y="19028"/>
                  <a:pt x="16323" y="19089"/>
                  <a:pt x="16293" y="19150"/>
                </a:cubicBezTo>
                <a:lnTo>
                  <a:pt x="16293" y="19180"/>
                </a:lnTo>
                <a:lnTo>
                  <a:pt x="16202" y="19180"/>
                </a:lnTo>
                <a:cubicBezTo>
                  <a:pt x="16141" y="19120"/>
                  <a:pt x="16080" y="19059"/>
                  <a:pt x="16050" y="18998"/>
                </a:cubicBezTo>
                <a:cubicBezTo>
                  <a:pt x="16019" y="18937"/>
                  <a:pt x="16050" y="18846"/>
                  <a:pt x="16080" y="18785"/>
                </a:cubicBezTo>
                <a:lnTo>
                  <a:pt x="16141" y="18724"/>
                </a:lnTo>
                <a:cubicBezTo>
                  <a:pt x="16156" y="18709"/>
                  <a:pt x="16179" y="18702"/>
                  <a:pt x="16202" y="18702"/>
                </a:cubicBezTo>
                <a:close/>
                <a:moveTo>
                  <a:pt x="10396" y="19059"/>
                </a:moveTo>
                <a:lnTo>
                  <a:pt x="10487" y="19089"/>
                </a:lnTo>
                <a:lnTo>
                  <a:pt x="10670" y="19120"/>
                </a:lnTo>
                <a:cubicBezTo>
                  <a:pt x="10611" y="19237"/>
                  <a:pt x="10539" y="19304"/>
                  <a:pt x="10480" y="19304"/>
                </a:cubicBezTo>
                <a:cubicBezTo>
                  <a:pt x="10447" y="19304"/>
                  <a:pt x="10418" y="19284"/>
                  <a:pt x="10396" y="19241"/>
                </a:cubicBezTo>
                <a:lnTo>
                  <a:pt x="10305" y="19180"/>
                </a:lnTo>
                <a:lnTo>
                  <a:pt x="10244" y="19150"/>
                </a:lnTo>
                <a:cubicBezTo>
                  <a:pt x="10214" y="19089"/>
                  <a:pt x="10275" y="19059"/>
                  <a:pt x="10396" y="19059"/>
                </a:cubicBezTo>
                <a:close/>
                <a:moveTo>
                  <a:pt x="5486" y="18889"/>
                </a:moveTo>
                <a:cubicBezTo>
                  <a:pt x="5503" y="18889"/>
                  <a:pt x="5536" y="18910"/>
                  <a:pt x="5594" y="18968"/>
                </a:cubicBezTo>
                <a:lnTo>
                  <a:pt x="5685" y="18968"/>
                </a:lnTo>
                <a:cubicBezTo>
                  <a:pt x="5776" y="18998"/>
                  <a:pt x="5898" y="18998"/>
                  <a:pt x="5959" y="19059"/>
                </a:cubicBezTo>
                <a:lnTo>
                  <a:pt x="6019" y="19120"/>
                </a:lnTo>
                <a:cubicBezTo>
                  <a:pt x="6050" y="19211"/>
                  <a:pt x="5989" y="19302"/>
                  <a:pt x="5898" y="19302"/>
                </a:cubicBezTo>
                <a:lnTo>
                  <a:pt x="5867" y="19302"/>
                </a:lnTo>
                <a:cubicBezTo>
                  <a:pt x="5852" y="19317"/>
                  <a:pt x="5845" y="19325"/>
                  <a:pt x="5837" y="19325"/>
                </a:cubicBezTo>
                <a:cubicBezTo>
                  <a:pt x="5829" y="19325"/>
                  <a:pt x="5822" y="19317"/>
                  <a:pt x="5807" y="19302"/>
                </a:cubicBezTo>
                <a:cubicBezTo>
                  <a:pt x="5776" y="19302"/>
                  <a:pt x="5746" y="19302"/>
                  <a:pt x="5746" y="19272"/>
                </a:cubicBezTo>
                <a:lnTo>
                  <a:pt x="5807" y="19120"/>
                </a:lnTo>
                <a:cubicBezTo>
                  <a:pt x="5655" y="19089"/>
                  <a:pt x="5533" y="19028"/>
                  <a:pt x="5472" y="18907"/>
                </a:cubicBezTo>
                <a:cubicBezTo>
                  <a:pt x="5472" y="18896"/>
                  <a:pt x="5476" y="18889"/>
                  <a:pt x="5486" y="18889"/>
                </a:cubicBezTo>
                <a:close/>
                <a:moveTo>
                  <a:pt x="12344" y="18975"/>
                </a:moveTo>
                <a:cubicBezTo>
                  <a:pt x="12363" y="18975"/>
                  <a:pt x="12372" y="18992"/>
                  <a:pt x="12372" y="19028"/>
                </a:cubicBezTo>
                <a:cubicBezTo>
                  <a:pt x="12372" y="19089"/>
                  <a:pt x="12342" y="19393"/>
                  <a:pt x="12220" y="19393"/>
                </a:cubicBezTo>
                <a:cubicBezTo>
                  <a:pt x="12098" y="19393"/>
                  <a:pt x="12068" y="19302"/>
                  <a:pt x="12098" y="19180"/>
                </a:cubicBezTo>
                <a:lnTo>
                  <a:pt x="12190" y="19089"/>
                </a:lnTo>
                <a:cubicBezTo>
                  <a:pt x="12263" y="19016"/>
                  <a:pt x="12315" y="18975"/>
                  <a:pt x="12344" y="18975"/>
                </a:cubicBezTo>
                <a:close/>
                <a:moveTo>
                  <a:pt x="13713" y="18755"/>
                </a:moveTo>
                <a:cubicBezTo>
                  <a:pt x="13755" y="18755"/>
                  <a:pt x="13770" y="18785"/>
                  <a:pt x="13740" y="18846"/>
                </a:cubicBezTo>
                <a:lnTo>
                  <a:pt x="13740" y="18907"/>
                </a:lnTo>
                <a:cubicBezTo>
                  <a:pt x="13740" y="18998"/>
                  <a:pt x="13770" y="19089"/>
                  <a:pt x="13770" y="19150"/>
                </a:cubicBezTo>
                <a:lnTo>
                  <a:pt x="13801" y="19241"/>
                </a:lnTo>
                <a:cubicBezTo>
                  <a:pt x="13831" y="19302"/>
                  <a:pt x="13831" y="19363"/>
                  <a:pt x="13801" y="19424"/>
                </a:cubicBezTo>
                <a:cubicBezTo>
                  <a:pt x="13796" y="19428"/>
                  <a:pt x="13791" y="19430"/>
                  <a:pt x="13785" y="19430"/>
                </a:cubicBezTo>
                <a:cubicBezTo>
                  <a:pt x="13746" y="19430"/>
                  <a:pt x="13675" y="19359"/>
                  <a:pt x="13649" y="19332"/>
                </a:cubicBezTo>
                <a:cubicBezTo>
                  <a:pt x="13645" y="19329"/>
                  <a:pt x="13640" y="19327"/>
                  <a:pt x="13634" y="19327"/>
                </a:cubicBezTo>
                <a:cubicBezTo>
                  <a:pt x="13591" y="19327"/>
                  <a:pt x="13487" y="19398"/>
                  <a:pt x="13408" y="19398"/>
                </a:cubicBezTo>
                <a:cubicBezTo>
                  <a:pt x="13396" y="19398"/>
                  <a:pt x="13385" y="19397"/>
                  <a:pt x="13375" y="19393"/>
                </a:cubicBezTo>
                <a:cubicBezTo>
                  <a:pt x="13284" y="19363"/>
                  <a:pt x="13193" y="19332"/>
                  <a:pt x="13132" y="19302"/>
                </a:cubicBezTo>
                <a:cubicBezTo>
                  <a:pt x="13101" y="19302"/>
                  <a:pt x="13071" y="19272"/>
                  <a:pt x="13132" y="19241"/>
                </a:cubicBezTo>
                <a:lnTo>
                  <a:pt x="13132" y="19211"/>
                </a:lnTo>
                <a:lnTo>
                  <a:pt x="13223" y="19120"/>
                </a:lnTo>
                <a:cubicBezTo>
                  <a:pt x="13233" y="19094"/>
                  <a:pt x="13229" y="19083"/>
                  <a:pt x="13213" y="19083"/>
                </a:cubicBezTo>
                <a:cubicBezTo>
                  <a:pt x="13138" y="19083"/>
                  <a:pt x="12812" y="19338"/>
                  <a:pt x="12737" y="19363"/>
                </a:cubicBezTo>
                <a:cubicBezTo>
                  <a:pt x="12729" y="19365"/>
                  <a:pt x="12721" y="19367"/>
                  <a:pt x="12713" y="19367"/>
                </a:cubicBezTo>
                <a:cubicBezTo>
                  <a:pt x="12630" y="19367"/>
                  <a:pt x="12554" y="19233"/>
                  <a:pt x="12554" y="19150"/>
                </a:cubicBezTo>
                <a:cubicBezTo>
                  <a:pt x="12554" y="19124"/>
                  <a:pt x="12598" y="19115"/>
                  <a:pt x="12655" y="19115"/>
                </a:cubicBezTo>
                <a:cubicBezTo>
                  <a:pt x="12733" y="19115"/>
                  <a:pt x="12836" y="19132"/>
                  <a:pt x="12889" y="19150"/>
                </a:cubicBezTo>
                <a:cubicBezTo>
                  <a:pt x="12905" y="19155"/>
                  <a:pt x="12922" y="19158"/>
                  <a:pt x="12939" y="19158"/>
                </a:cubicBezTo>
                <a:cubicBezTo>
                  <a:pt x="13020" y="19158"/>
                  <a:pt x="13107" y="19103"/>
                  <a:pt x="13132" y="19028"/>
                </a:cubicBezTo>
                <a:cubicBezTo>
                  <a:pt x="13162" y="18907"/>
                  <a:pt x="13253" y="18816"/>
                  <a:pt x="13375" y="18785"/>
                </a:cubicBezTo>
                <a:lnTo>
                  <a:pt x="13497" y="18846"/>
                </a:lnTo>
                <a:lnTo>
                  <a:pt x="13527" y="18846"/>
                </a:lnTo>
                <a:cubicBezTo>
                  <a:pt x="13603" y="18785"/>
                  <a:pt x="13671" y="18755"/>
                  <a:pt x="13713" y="18755"/>
                </a:cubicBezTo>
                <a:close/>
                <a:moveTo>
                  <a:pt x="15747" y="19003"/>
                </a:moveTo>
                <a:cubicBezTo>
                  <a:pt x="15792" y="19061"/>
                  <a:pt x="15997" y="19319"/>
                  <a:pt x="15898" y="19393"/>
                </a:cubicBezTo>
                <a:cubicBezTo>
                  <a:pt x="15827" y="19446"/>
                  <a:pt x="15767" y="19479"/>
                  <a:pt x="15741" y="19479"/>
                </a:cubicBezTo>
                <a:cubicBezTo>
                  <a:pt x="15722" y="19479"/>
                  <a:pt x="15720" y="19462"/>
                  <a:pt x="15746" y="19424"/>
                </a:cubicBezTo>
                <a:cubicBezTo>
                  <a:pt x="15776" y="19273"/>
                  <a:pt x="15776" y="19153"/>
                  <a:pt x="15747" y="19003"/>
                </a:cubicBezTo>
                <a:close/>
                <a:moveTo>
                  <a:pt x="14652" y="18998"/>
                </a:moveTo>
                <a:lnTo>
                  <a:pt x="14773" y="19028"/>
                </a:lnTo>
                <a:cubicBezTo>
                  <a:pt x="14864" y="19059"/>
                  <a:pt x="14925" y="19180"/>
                  <a:pt x="14864" y="19211"/>
                </a:cubicBezTo>
                <a:cubicBezTo>
                  <a:pt x="14826" y="19250"/>
                  <a:pt x="14787" y="19301"/>
                  <a:pt x="14740" y="19301"/>
                </a:cubicBezTo>
                <a:cubicBezTo>
                  <a:pt x="14713" y="19301"/>
                  <a:pt x="14684" y="19285"/>
                  <a:pt x="14652" y="19241"/>
                </a:cubicBezTo>
                <a:cubicBezTo>
                  <a:pt x="14644" y="19234"/>
                  <a:pt x="14636" y="19230"/>
                  <a:pt x="14629" y="19230"/>
                </a:cubicBezTo>
                <a:cubicBezTo>
                  <a:pt x="14606" y="19230"/>
                  <a:pt x="14583" y="19264"/>
                  <a:pt x="14560" y="19332"/>
                </a:cubicBezTo>
                <a:cubicBezTo>
                  <a:pt x="14530" y="19393"/>
                  <a:pt x="14500" y="19424"/>
                  <a:pt x="14469" y="19454"/>
                </a:cubicBezTo>
                <a:cubicBezTo>
                  <a:pt x="14409" y="19484"/>
                  <a:pt x="14378" y="19484"/>
                  <a:pt x="14317" y="19484"/>
                </a:cubicBezTo>
                <a:lnTo>
                  <a:pt x="14287" y="19484"/>
                </a:lnTo>
                <a:cubicBezTo>
                  <a:pt x="14287" y="19424"/>
                  <a:pt x="14409" y="19211"/>
                  <a:pt x="14378" y="19150"/>
                </a:cubicBezTo>
                <a:cubicBezTo>
                  <a:pt x="14378" y="19059"/>
                  <a:pt x="14500" y="18998"/>
                  <a:pt x="14652" y="18998"/>
                </a:cubicBezTo>
                <a:close/>
                <a:moveTo>
                  <a:pt x="7448" y="18846"/>
                </a:moveTo>
                <a:cubicBezTo>
                  <a:pt x="7539" y="18846"/>
                  <a:pt x="7630" y="18846"/>
                  <a:pt x="7721" y="18876"/>
                </a:cubicBezTo>
                <a:cubicBezTo>
                  <a:pt x="7813" y="18937"/>
                  <a:pt x="7752" y="18968"/>
                  <a:pt x="7721" y="19028"/>
                </a:cubicBezTo>
                <a:lnTo>
                  <a:pt x="7691" y="19120"/>
                </a:lnTo>
                <a:cubicBezTo>
                  <a:pt x="7691" y="19241"/>
                  <a:pt x="7752" y="19332"/>
                  <a:pt x="7813" y="19332"/>
                </a:cubicBezTo>
                <a:lnTo>
                  <a:pt x="7843" y="19363"/>
                </a:lnTo>
                <a:lnTo>
                  <a:pt x="7904" y="19363"/>
                </a:lnTo>
                <a:cubicBezTo>
                  <a:pt x="7965" y="19393"/>
                  <a:pt x="7965" y="19484"/>
                  <a:pt x="7904" y="19515"/>
                </a:cubicBezTo>
                <a:lnTo>
                  <a:pt x="7782" y="19515"/>
                </a:lnTo>
                <a:cubicBezTo>
                  <a:pt x="7630" y="19515"/>
                  <a:pt x="7539" y="19393"/>
                  <a:pt x="7539" y="19272"/>
                </a:cubicBezTo>
                <a:lnTo>
                  <a:pt x="7448" y="19180"/>
                </a:lnTo>
                <a:cubicBezTo>
                  <a:pt x="7387" y="19120"/>
                  <a:pt x="7569" y="18998"/>
                  <a:pt x="7387" y="18937"/>
                </a:cubicBezTo>
                <a:cubicBezTo>
                  <a:pt x="7387" y="18937"/>
                  <a:pt x="7448" y="18846"/>
                  <a:pt x="7448" y="18846"/>
                </a:cubicBezTo>
                <a:close/>
                <a:moveTo>
                  <a:pt x="11146" y="18934"/>
                </a:moveTo>
                <a:cubicBezTo>
                  <a:pt x="11256" y="18934"/>
                  <a:pt x="11519" y="19124"/>
                  <a:pt x="11491" y="19180"/>
                </a:cubicBezTo>
                <a:cubicBezTo>
                  <a:pt x="11484" y="19201"/>
                  <a:pt x="11483" y="19209"/>
                  <a:pt x="11487" y="19209"/>
                </a:cubicBezTo>
                <a:cubicBezTo>
                  <a:pt x="11502" y="19209"/>
                  <a:pt x="11578" y="19106"/>
                  <a:pt x="11673" y="19059"/>
                </a:cubicBezTo>
                <a:cubicBezTo>
                  <a:pt x="11718" y="19044"/>
                  <a:pt x="11764" y="19036"/>
                  <a:pt x="11802" y="19036"/>
                </a:cubicBezTo>
                <a:cubicBezTo>
                  <a:pt x="11840" y="19036"/>
                  <a:pt x="11870" y="19044"/>
                  <a:pt x="11886" y="19059"/>
                </a:cubicBezTo>
                <a:cubicBezTo>
                  <a:pt x="11916" y="19120"/>
                  <a:pt x="11794" y="19363"/>
                  <a:pt x="11703" y="19393"/>
                </a:cubicBezTo>
                <a:cubicBezTo>
                  <a:pt x="11612" y="19454"/>
                  <a:pt x="11460" y="19576"/>
                  <a:pt x="11339" y="19667"/>
                </a:cubicBezTo>
                <a:lnTo>
                  <a:pt x="11217" y="19515"/>
                </a:lnTo>
                <a:lnTo>
                  <a:pt x="11126" y="19363"/>
                </a:lnTo>
                <a:cubicBezTo>
                  <a:pt x="11106" y="19367"/>
                  <a:pt x="11087" y="19369"/>
                  <a:pt x="11068" y="19369"/>
                </a:cubicBezTo>
                <a:cubicBezTo>
                  <a:pt x="10943" y="19369"/>
                  <a:pt x="10844" y="19282"/>
                  <a:pt x="10791" y="19150"/>
                </a:cubicBezTo>
                <a:cubicBezTo>
                  <a:pt x="10791" y="19089"/>
                  <a:pt x="11035" y="18968"/>
                  <a:pt x="11126" y="18937"/>
                </a:cubicBezTo>
                <a:cubicBezTo>
                  <a:pt x="11132" y="18935"/>
                  <a:pt x="11139" y="18934"/>
                  <a:pt x="11146" y="18934"/>
                </a:cubicBezTo>
                <a:close/>
                <a:moveTo>
                  <a:pt x="9910" y="18907"/>
                </a:moveTo>
                <a:cubicBezTo>
                  <a:pt x="9940" y="18998"/>
                  <a:pt x="9940" y="19089"/>
                  <a:pt x="9940" y="19180"/>
                </a:cubicBezTo>
                <a:cubicBezTo>
                  <a:pt x="9963" y="19249"/>
                  <a:pt x="9986" y="19283"/>
                  <a:pt x="10022" y="19283"/>
                </a:cubicBezTo>
                <a:cubicBezTo>
                  <a:pt x="10033" y="19283"/>
                  <a:pt x="10047" y="19279"/>
                  <a:pt x="10062" y="19272"/>
                </a:cubicBezTo>
                <a:lnTo>
                  <a:pt x="10123" y="19272"/>
                </a:lnTo>
                <a:cubicBezTo>
                  <a:pt x="10132" y="19263"/>
                  <a:pt x="10143" y="19259"/>
                  <a:pt x="10156" y="19259"/>
                </a:cubicBezTo>
                <a:cubicBezTo>
                  <a:pt x="10186" y="19259"/>
                  <a:pt x="10223" y="19280"/>
                  <a:pt x="10244" y="19302"/>
                </a:cubicBezTo>
                <a:lnTo>
                  <a:pt x="10275" y="19332"/>
                </a:lnTo>
                <a:cubicBezTo>
                  <a:pt x="10244" y="19363"/>
                  <a:pt x="10001" y="19363"/>
                  <a:pt x="9910" y="19424"/>
                </a:cubicBezTo>
                <a:lnTo>
                  <a:pt x="9545" y="19728"/>
                </a:lnTo>
                <a:lnTo>
                  <a:pt x="9332" y="19667"/>
                </a:lnTo>
                <a:lnTo>
                  <a:pt x="9272" y="19667"/>
                </a:lnTo>
                <a:lnTo>
                  <a:pt x="9120" y="19728"/>
                </a:lnTo>
                <a:cubicBezTo>
                  <a:pt x="9094" y="19689"/>
                  <a:pt x="9031" y="19672"/>
                  <a:pt x="8949" y="19672"/>
                </a:cubicBezTo>
                <a:cubicBezTo>
                  <a:pt x="8835" y="19672"/>
                  <a:pt x="8683" y="19705"/>
                  <a:pt x="8542" y="19758"/>
                </a:cubicBezTo>
                <a:lnTo>
                  <a:pt x="8299" y="19667"/>
                </a:lnTo>
                <a:lnTo>
                  <a:pt x="8147" y="19606"/>
                </a:lnTo>
                <a:cubicBezTo>
                  <a:pt x="8108" y="19490"/>
                  <a:pt x="8229" y="19448"/>
                  <a:pt x="8361" y="19448"/>
                </a:cubicBezTo>
                <a:cubicBezTo>
                  <a:pt x="8437" y="19448"/>
                  <a:pt x="8517" y="19462"/>
                  <a:pt x="8573" y="19484"/>
                </a:cubicBezTo>
                <a:cubicBezTo>
                  <a:pt x="8605" y="19493"/>
                  <a:pt x="8631" y="19496"/>
                  <a:pt x="8651" y="19496"/>
                </a:cubicBezTo>
                <a:cubicBezTo>
                  <a:pt x="8704" y="19496"/>
                  <a:pt x="8708" y="19468"/>
                  <a:pt x="8664" y="19424"/>
                </a:cubicBezTo>
                <a:lnTo>
                  <a:pt x="8664" y="19363"/>
                </a:lnTo>
                <a:cubicBezTo>
                  <a:pt x="8664" y="19302"/>
                  <a:pt x="8755" y="19302"/>
                  <a:pt x="8785" y="19302"/>
                </a:cubicBezTo>
                <a:cubicBezTo>
                  <a:pt x="8876" y="19363"/>
                  <a:pt x="8937" y="19424"/>
                  <a:pt x="9028" y="19515"/>
                </a:cubicBezTo>
                <a:lnTo>
                  <a:pt x="9302" y="19424"/>
                </a:lnTo>
                <a:lnTo>
                  <a:pt x="9424" y="19393"/>
                </a:lnTo>
                <a:cubicBezTo>
                  <a:pt x="9501" y="19362"/>
                  <a:pt x="9523" y="19293"/>
                  <a:pt x="9499" y="19199"/>
                </a:cubicBezTo>
                <a:lnTo>
                  <a:pt x="9499" y="19199"/>
                </a:lnTo>
                <a:cubicBezTo>
                  <a:pt x="9603" y="19146"/>
                  <a:pt x="9708" y="19090"/>
                  <a:pt x="9819" y="19028"/>
                </a:cubicBezTo>
                <a:cubicBezTo>
                  <a:pt x="9819" y="18968"/>
                  <a:pt x="9910" y="18907"/>
                  <a:pt x="9910" y="18907"/>
                </a:cubicBezTo>
                <a:close/>
                <a:moveTo>
                  <a:pt x="5716" y="19480"/>
                </a:moveTo>
                <a:cubicBezTo>
                  <a:pt x="5758" y="19480"/>
                  <a:pt x="5789" y="19489"/>
                  <a:pt x="5776" y="19515"/>
                </a:cubicBezTo>
                <a:cubicBezTo>
                  <a:pt x="5776" y="19576"/>
                  <a:pt x="5807" y="19667"/>
                  <a:pt x="5867" y="19697"/>
                </a:cubicBezTo>
                <a:cubicBezTo>
                  <a:pt x="5898" y="19728"/>
                  <a:pt x="5898" y="19758"/>
                  <a:pt x="5837" y="19788"/>
                </a:cubicBezTo>
                <a:cubicBezTo>
                  <a:pt x="5819" y="19797"/>
                  <a:pt x="5786" y="19801"/>
                  <a:pt x="5747" y="19801"/>
                </a:cubicBezTo>
                <a:cubicBezTo>
                  <a:pt x="5655" y="19801"/>
                  <a:pt x="5533" y="19779"/>
                  <a:pt x="5533" y="19758"/>
                </a:cubicBezTo>
                <a:cubicBezTo>
                  <a:pt x="5533" y="19667"/>
                  <a:pt x="5533" y="19606"/>
                  <a:pt x="5563" y="19515"/>
                </a:cubicBezTo>
                <a:cubicBezTo>
                  <a:pt x="5581" y="19497"/>
                  <a:pt x="5659" y="19480"/>
                  <a:pt x="5716" y="19480"/>
                </a:cubicBezTo>
                <a:close/>
                <a:moveTo>
                  <a:pt x="6454" y="19541"/>
                </a:moveTo>
                <a:cubicBezTo>
                  <a:pt x="6490" y="19541"/>
                  <a:pt x="6561" y="19672"/>
                  <a:pt x="6506" y="19728"/>
                </a:cubicBezTo>
                <a:cubicBezTo>
                  <a:pt x="6384" y="19788"/>
                  <a:pt x="6262" y="19819"/>
                  <a:pt x="6110" y="19819"/>
                </a:cubicBezTo>
                <a:cubicBezTo>
                  <a:pt x="6050" y="19758"/>
                  <a:pt x="5989" y="19697"/>
                  <a:pt x="6050" y="19636"/>
                </a:cubicBezTo>
                <a:cubicBezTo>
                  <a:pt x="6141" y="19606"/>
                  <a:pt x="6232" y="19606"/>
                  <a:pt x="6293" y="19606"/>
                </a:cubicBezTo>
                <a:cubicBezTo>
                  <a:pt x="6304" y="19612"/>
                  <a:pt x="6317" y="19614"/>
                  <a:pt x="6330" y="19614"/>
                </a:cubicBezTo>
                <a:cubicBezTo>
                  <a:pt x="6385" y="19614"/>
                  <a:pt x="6445" y="19570"/>
                  <a:pt x="6445" y="19545"/>
                </a:cubicBezTo>
                <a:cubicBezTo>
                  <a:pt x="6448" y="19542"/>
                  <a:pt x="6451" y="19541"/>
                  <a:pt x="6454" y="19541"/>
                </a:cubicBezTo>
                <a:close/>
                <a:moveTo>
                  <a:pt x="2748" y="19669"/>
                </a:moveTo>
                <a:cubicBezTo>
                  <a:pt x="2884" y="19669"/>
                  <a:pt x="3155" y="19771"/>
                  <a:pt x="3132" y="19819"/>
                </a:cubicBezTo>
                <a:cubicBezTo>
                  <a:pt x="3132" y="19849"/>
                  <a:pt x="3117" y="19864"/>
                  <a:pt x="3098" y="19864"/>
                </a:cubicBezTo>
                <a:cubicBezTo>
                  <a:pt x="3079" y="19864"/>
                  <a:pt x="3056" y="19849"/>
                  <a:pt x="3041" y="19819"/>
                </a:cubicBezTo>
                <a:cubicBezTo>
                  <a:pt x="3029" y="19796"/>
                  <a:pt x="2985" y="19790"/>
                  <a:pt x="2930" y="19790"/>
                </a:cubicBezTo>
                <a:cubicBezTo>
                  <a:pt x="2871" y="19790"/>
                  <a:pt x="2799" y="19797"/>
                  <a:pt x="2745" y="19797"/>
                </a:cubicBezTo>
                <a:cubicBezTo>
                  <a:pt x="2714" y="19797"/>
                  <a:pt x="2690" y="19795"/>
                  <a:pt x="2676" y="19788"/>
                </a:cubicBezTo>
                <a:lnTo>
                  <a:pt x="2676" y="19697"/>
                </a:lnTo>
                <a:cubicBezTo>
                  <a:pt x="2682" y="19677"/>
                  <a:pt x="2710" y="19669"/>
                  <a:pt x="2748" y="19669"/>
                </a:cubicBezTo>
                <a:close/>
                <a:moveTo>
                  <a:pt x="71097" y="19819"/>
                </a:moveTo>
                <a:lnTo>
                  <a:pt x="71218" y="19880"/>
                </a:lnTo>
                <a:cubicBezTo>
                  <a:pt x="71248" y="19910"/>
                  <a:pt x="71279" y="19940"/>
                  <a:pt x="71309" y="19940"/>
                </a:cubicBezTo>
                <a:lnTo>
                  <a:pt x="71370" y="19971"/>
                </a:lnTo>
                <a:cubicBezTo>
                  <a:pt x="71431" y="20031"/>
                  <a:pt x="71340" y="20092"/>
                  <a:pt x="71157" y="20123"/>
                </a:cubicBezTo>
                <a:lnTo>
                  <a:pt x="71005" y="20153"/>
                </a:lnTo>
                <a:cubicBezTo>
                  <a:pt x="70945" y="20153"/>
                  <a:pt x="70914" y="20123"/>
                  <a:pt x="70884" y="20092"/>
                </a:cubicBezTo>
                <a:lnTo>
                  <a:pt x="70853" y="20062"/>
                </a:lnTo>
                <a:cubicBezTo>
                  <a:pt x="70853" y="20001"/>
                  <a:pt x="70945" y="19880"/>
                  <a:pt x="71097" y="19819"/>
                </a:cubicBezTo>
                <a:close/>
                <a:moveTo>
                  <a:pt x="426" y="19606"/>
                </a:moveTo>
                <a:cubicBezTo>
                  <a:pt x="426" y="19606"/>
                  <a:pt x="518" y="19728"/>
                  <a:pt x="548" y="19758"/>
                </a:cubicBezTo>
                <a:cubicBezTo>
                  <a:pt x="576" y="19813"/>
                  <a:pt x="654" y="19944"/>
                  <a:pt x="691" y="19944"/>
                </a:cubicBezTo>
                <a:cubicBezTo>
                  <a:pt x="694" y="19944"/>
                  <a:pt x="697" y="19943"/>
                  <a:pt x="700" y="19940"/>
                </a:cubicBezTo>
                <a:cubicBezTo>
                  <a:pt x="709" y="19922"/>
                  <a:pt x="720" y="19915"/>
                  <a:pt x="732" y="19915"/>
                </a:cubicBezTo>
                <a:cubicBezTo>
                  <a:pt x="761" y="19915"/>
                  <a:pt x="791" y="19958"/>
                  <a:pt x="791" y="20001"/>
                </a:cubicBezTo>
                <a:cubicBezTo>
                  <a:pt x="791" y="20031"/>
                  <a:pt x="730" y="20123"/>
                  <a:pt x="609" y="20153"/>
                </a:cubicBezTo>
                <a:cubicBezTo>
                  <a:pt x="592" y="20162"/>
                  <a:pt x="574" y="20165"/>
                  <a:pt x="556" y="20165"/>
                </a:cubicBezTo>
                <a:cubicBezTo>
                  <a:pt x="449" y="20165"/>
                  <a:pt x="344" y="20027"/>
                  <a:pt x="396" y="20001"/>
                </a:cubicBezTo>
                <a:cubicBezTo>
                  <a:pt x="457" y="20001"/>
                  <a:pt x="426" y="19819"/>
                  <a:pt x="426" y="19758"/>
                </a:cubicBezTo>
                <a:cubicBezTo>
                  <a:pt x="396" y="19697"/>
                  <a:pt x="396" y="19667"/>
                  <a:pt x="426" y="19606"/>
                </a:cubicBezTo>
                <a:close/>
                <a:moveTo>
                  <a:pt x="6901" y="19484"/>
                </a:moveTo>
                <a:cubicBezTo>
                  <a:pt x="6901" y="19636"/>
                  <a:pt x="6901" y="19788"/>
                  <a:pt x="6840" y="19940"/>
                </a:cubicBezTo>
                <a:lnTo>
                  <a:pt x="6840" y="20123"/>
                </a:lnTo>
                <a:cubicBezTo>
                  <a:pt x="6840" y="20183"/>
                  <a:pt x="6810" y="20214"/>
                  <a:pt x="6779" y="20244"/>
                </a:cubicBezTo>
                <a:lnTo>
                  <a:pt x="6688" y="20244"/>
                </a:lnTo>
                <a:cubicBezTo>
                  <a:pt x="6688" y="20183"/>
                  <a:pt x="6688" y="20123"/>
                  <a:pt x="6688" y="20092"/>
                </a:cubicBezTo>
                <a:lnTo>
                  <a:pt x="6688" y="20062"/>
                </a:lnTo>
                <a:cubicBezTo>
                  <a:pt x="6718" y="20062"/>
                  <a:pt x="6718" y="20001"/>
                  <a:pt x="6688" y="20001"/>
                </a:cubicBezTo>
                <a:lnTo>
                  <a:pt x="6688" y="20031"/>
                </a:lnTo>
                <a:cubicBezTo>
                  <a:pt x="6627" y="19910"/>
                  <a:pt x="6597" y="19758"/>
                  <a:pt x="6627" y="19636"/>
                </a:cubicBezTo>
                <a:cubicBezTo>
                  <a:pt x="6688" y="19576"/>
                  <a:pt x="6749" y="19515"/>
                  <a:pt x="6840" y="19484"/>
                </a:cubicBezTo>
                <a:close/>
                <a:moveTo>
                  <a:pt x="4135" y="19849"/>
                </a:moveTo>
                <a:lnTo>
                  <a:pt x="4256" y="19940"/>
                </a:lnTo>
                <a:cubicBezTo>
                  <a:pt x="4348" y="20031"/>
                  <a:pt x="4348" y="20092"/>
                  <a:pt x="4256" y="20092"/>
                </a:cubicBezTo>
                <a:cubicBezTo>
                  <a:pt x="4135" y="20092"/>
                  <a:pt x="4044" y="20305"/>
                  <a:pt x="3983" y="20335"/>
                </a:cubicBezTo>
                <a:lnTo>
                  <a:pt x="3922" y="20335"/>
                </a:lnTo>
                <a:cubicBezTo>
                  <a:pt x="3892" y="20335"/>
                  <a:pt x="3892" y="20305"/>
                  <a:pt x="3892" y="20275"/>
                </a:cubicBezTo>
                <a:cubicBezTo>
                  <a:pt x="3892" y="20214"/>
                  <a:pt x="3922" y="20092"/>
                  <a:pt x="3922" y="20092"/>
                </a:cubicBezTo>
                <a:cubicBezTo>
                  <a:pt x="4135" y="20092"/>
                  <a:pt x="4074" y="20062"/>
                  <a:pt x="3983" y="19971"/>
                </a:cubicBezTo>
                <a:cubicBezTo>
                  <a:pt x="3983" y="19940"/>
                  <a:pt x="3983" y="19880"/>
                  <a:pt x="4013" y="19849"/>
                </a:cubicBezTo>
                <a:close/>
                <a:moveTo>
                  <a:pt x="60521" y="20088"/>
                </a:moveTo>
                <a:cubicBezTo>
                  <a:pt x="60538" y="20088"/>
                  <a:pt x="60549" y="20097"/>
                  <a:pt x="60549" y="20123"/>
                </a:cubicBezTo>
                <a:cubicBezTo>
                  <a:pt x="60549" y="20148"/>
                  <a:pt x="60592" y="20258"/>
                  <a:pt x="60641" y="20258"/>
                </a:cubicBezTo>
                <a:cubicBezTo>
                  <a:pt x="60651" y="20258"/>
                  <a:pt x="60661" y="20254"/>
                  <a:pt x="60671" y="20244"/>
                </a:cubicBezTo>
                <a:lnTo>
                  <a:pt x="60792" y="20244"/>
                </a:lnTo>
                <a:cubicBezTo>
                  <a:pt x="60823" y="20275"/>
                  <a:pt x="60823" y="20487"/>
                  <a:pt x="60732" y="20487"/>
                </a:cubicBezTo>
                <a:cubicBezTo>
                  <a:pt x="60610" y="20487"/>
                  <a:pt x="60519" y="20457"/>
                  <a:pt x="60428" y="20427"/>
                </a:cubicBezTo>
                <a:cubicBezTo>
                  <a:pt x="60367" y="20335"/>
                  <a:pt x="60367" y="20214"/>
                  <a:pt x="60428" y="20123"/>
                </a:cubicBezTo>
                <a:cubicBezTo>
                  <a:pt x="60463" y="20105"/>
                  <a:pt x="60498" y="20088"/>
                  <a:pt x="60521" y="20088"/>
                </a:cubicBezTo>
                <a:close/>
                <a:moveTo>
                  <a:pt x="2140" y="20104"/>
                </a:moveTo>
                <a:cubicBezTo>
                  <a:pt x="2148" y="20104"/>
                  <a:pt x="2155" y="20110"/>
                  <a:pt x="2159" y="20123"/>
                </a:cubicBezTo>
                <a:cubicBezTo>
                  <a:pt x="2189" y="20214"/>
                  <a:pt x="2250" y="20457"/>
                  <a:pt x="2189" y="20518"/>
                </a:cubicBezTo>
                <a:cubicBezTo>
                  <a:pt x="2174" y="20525"/>
                  <a:pt x="2157" y="20529"/>
                  <a:pt x="2139" y="20529"/>
                </a:cubicBezTo>
                <a:cubicBezTo>
                  <a:pt x="2085" y="20529"/>
                  <a:pt x="2022" y="20495"/>
                  <a:pt x="1977" y="20427"/>
                </a:cubicBezTo>
                <a:lnTo>
                  <a:pt x="2007" y="20396"/>
                </a:lnTo>
                <a:cubicBezTo>
                  <a:pt x="1981" y="20318"/>
                  <a:pt x="2090" y="20104"/>
                  <a:pt x="2140" y="20104"/>
                </a:cubicBezTo>
                <a:close/>
                <a:moveTo>
                  <a:pt x="70914" y="20548"/>
                </a:moveTo>
                <a:lnTo>
                  <a:pt x="70912" y="20553"/>
                </a:lnTo>
                <a:lnTo>
                  <a:pt x="70912" y="20553"/>
                </a:lnTo>
                <a:cubicBezTo>
                  <a:pt x="70913" y="20552"/>
                  <a:pt x="70914" y="20550"/>
                  <a:pt x="70914" y="20548"/>
                </a:cubicBezTo>
                <a:close/>
                <a:moveTo>
                  <a:pt x="60002" y="19940"/>
                </a:moveTo>
                <a:cubicBezTo>
                  <a:pt x="60124" y="19940"/>
                  <a:pt x="60276" y="20244"/>
                  <a:pt x="60184" y="20335"/>
                </a:cubicBezTo>
                <a:cubicBezTo>
                  <a:pt x="60063" y="20457"/>
                  <a:pt x="59941" y="20518"/>
                  <a:pt x="59789" y="20609"/>
                </a:cubicBezTo>
                <a:cubicBezTo>
                  <a:pt x="59698" y="20609"/>
                  <a:pt x="59637" y="20579"/>
                  <a:pt x="59607" y="20487"/>
                </a:cubicBezTo>
                <a:lnTo>
                  <a:pt x="59607" y="20427"/>
                </a:lnTo>
                <a:lnTo>
                  <a:pt x="59607" y="20396"/>
                </a:lnTo>
                <a:cubicBezTo>
                  <a:pt x="59637" y="20335"/>
                  <a:pt x="59850" y="20183"/>
                  <a:pt x="59972" y="20153"/>
                </a:cubicBezTo>
                <a:cubicBezTo>
                  <a:pt x="60063" y="20153"/>
                  <a:pt x="60063" y="20092"/>
                  <a:pt x="59972" y="20062"/>
                </a:cubicBezTo>
                <a:cubicBezTo>
                  <a:pt x="59850" y="20031"/>
                  <a:pt x="59729" y="20001"/>
                  <a:pt x="59637" y="19940"/>
                </a:cubicBezTo>
                <a:close/>
                <a:moveTo>
                  <a:pt x="3477" y="19993"/>
                </a:moveTo>
                <a:cubicBezTo>
                  <a:pt x="3548" y="19993"/>
                  <a:pt x="3654" y="20043"/>
                  <a:pt x="3679" y="20092"/>
                </a:cubicBezTo>
                <a:cubicBezTo>
                  <a:pt x="3709" y="20214"/>
                  <a:pt x="3709" y="20366"/>
                  <a:pt x="3679" y="20487"/>
                </a:cubicBezTo>
                <a:cubicBezTo>
                  <a:pt x="3648" y="20579"/>
                  <a:pt x="3466" y="20670"/>
                  <a:pt x="3405" y="20670"/>
                </a:cubicBezTo>
                <a:cubicBezTo>
                  <a:pt x="3344" y="20670"/>
                  <a:pt x="3436" y="20487"/>
                  <a:pt x="3496" y="20427"/>
                </a:cubicBezTo>
                <a:cubicBezTo>
                  <a:pt x="3588" y="20366"/>
                  <a:pt x="3588" y="20275"/>
                  <a:pt x="3496" y="20244"/>
                </a:cubicBezTo>
                <a:cubicBezTo>
                  <a:pt x="3436" y="20214"/>
                  <a:pt x="3375" y="20031"/>
                  <a:pt x="3436" y="20001"/>
                </a:cubicBezTo>
                <a:cubicBezTo>
                  <a:pt x="3447" y="19996"/>
                  <a:pt x="3461" y="19993"/>
                  <a:pt x="3477" y="19993"/>
                </a:cubicBezTo>
                <a:close/>
                <a:moveTo>
                  <a:pt x="6202" y="20609"/>
                </a:moveTo>
                <a:cubicBezTo>
                  <a:pt x="6354" y="20609"/>
                  <a:pt x="6384" y="20609"/>
                  <a:pt x="6293" y="20639"/>
                </a:cubicBezTo>
                <a:cubicBezTo>
                  <a:pt x="6171" y="20731"/>
                  <a:pt x="6080" y="20822"/>
                  <a:pt x="6019" y="20974"/>
                </a:cubicBezTo>
                <a:cubicBezTo>
                  <a:pt x="6019" y="20980"/>
                  <a:pt x="6017" y="20982"/>
                  <a:pt x="6013" y="20982"/>
                </a:cubicBezTo>
                <a:cubicBezTo>
                  <a:pt x="5998" y="20982"/>
                  <a:pt x="5959" y="20938"/>
                  <a:pt x="5959" y="20913"/>
                </a:cubicBezTo>
                <a:cubicBezTo>
                  <a:pt x="5928" y="20822"/>
                  <a:pt x="5928" y="20700"/>
                  <a:pt x="5959" y="20609"/>
                </a:cubicBezTo>
                <a:close/>
                <a:moveTo>
                  <a:pt x="1534" y="20269"/>
                </a:moveTo>
                <a:cubicBezTo>
                  <a:pt x="1566" y="20269"/>
                  <a:pt x="1612" y="20355"/>
                  <a:pt x="1612" y="20487"/>
                </a:cubicBezTo>
                <a:lnTo>
                  <a:pt x="1521" y="20579"/>
                </a:lnTo>
                <a:cubicBezTo>
                  <a:pt x="1369" y="20700"/>
                  <a:pt x="1217" y="20822"/>
                  <a:pt x="1430" y="20974"/>
                </a:cubicBezTo>
                <a:cubicBezTo>
                  <a:pt x="1407" y="21018"/>
                  <a:pt x="1352" y="21046"/>
                  <a:pt x="1301" y="21046"/>
                </a:cubicBezTo>
                <a:cubicBezTo>
                  <a:pt x="1282" y="21046"/>
                  <a:pt x="1263" y="21043"/>
                  <a:pt x="1247" y="21035"/>
                </a:cubicBezTo>
                <a:cubicBezTo>
                  <a:pt x="1217" y="20883"/>
                  <a:pt x="1217" y="20731"/>
                  <a:pt x="1247" y="20579"/>
                </a:cubicBezTo>
                <a:cubicBezTo>
                  <a:pt x="1338" y="20487"/>
                  <a:pt x="1430" y="20366"/>
                  <a:pt x="1521" y="20275"/>
                </a:cubicBezTo>
                <a:cubicBezTo>
                  <a:pt x="1525" y="20271"/>
                  <a:pt x="1529" y="20269"/>
                  <a:pt x="1534" y="20269"/>
                </a:cubicBezTo>
                <a:close/>
                <a:moveTo>
                  <a:pt x="79334" y="1"/>
                </a:moveTo>
                <a:cubicBezTo>
                  <a:pt x="79303" y="1"/>
                  <a:pt x="79303" y="62"/>
                  <a:pt x="79303" y="153"/>
                </a:cubicBezTo>
                <a:lnTo>
                  <a:pt x="79425" y="153"/>
                </a:lnTo>
                <a:cubicBezTo>
                  <a:pt x="79425" y="183"/>
                  <a:pt x="79364" y="274"/>
                  <a:pt x="79303" y="274"/>
                </a:cubicBezTo>
                <a:lnTo>
                  <a:pt x="79273" y="274"/>
                </a:lnTo>
                <a:lnTo>
                  <a:pt x="79182" y="214"/>
                </a:lnTo>
                <a:cubicBezTo>
                  <a:pt x="79138" y="148"/>
                  <a:pt x="78984" y="98"/>
                  <a:pt x="78889" y="98"/>
                </a:cubicBezTo>
                <a:cubicBezTo>
                  <a:pt x="78853" y="98"/>
                  <a:pt x="78825" y="105"/>
                  <a:pt x="78817" y="122"/>
                </a:cubicBezTo>
                <a:cubicBezTo>
                  <a:pt x="78787" y="138"/>
                  <a:pt x="78764" y="145"/>
                  <a:pt x="78749" y="145"/>
                </a:cubicBezTo>
                <a:cubicBezTo>
                  <a:pt x="78733" y="145"/>
                  <a:pt x="78726" y="138"/>
                  <a:pt x="78726" y="122"/>
                </a:cubicBezTo>
                <a:lnTo>
                  <a:pt x="78635" y="122"/>
                </a:lnTo>
                <a:cubicBezTo>
                  <a:pt x="78559" y="138"/>
                  <a:pt x="78475" y="145"/>
                  <a:pt x="78391" y="145"/>
                </a:cubicBezTo>
                <a:cubicBezTo>
                  <a:pt x="78308" y="145"/>
                  <a:pt x="78224" y="138"/>
                  <a:pt x="78148" y="122"/>
                </a:cubicBezTo>
                <a:cubicBezTo>
                  <a:pt x="78103" y="107"/>
                  <a:pt x="78057" y="100"/>
                  <a:pt x="78012" y="100"/>
                </a:cubicBezTo>
                <a:cubicBezTo>
                  <a:pt x="77966" y="100"/>
                  <a:pt x="77920" y="107"/>
                  <a:pt x="77875" y="122"/>
                </a:cubicBezTo>
                <a:lnTo>
                  <a:pt x="77784" y="153"/>
                </a:lnTo>
                <a:cubicBezTo>
                  <a:pt x="77616" y="138"/>
                  <a:pt x="77442" y="130"/>
                  <a:pt x="77267" y="130"/>
                </a:cubicBezTo>
                <a:cubicBezTo>
                  <a:pt x="77092" y="130"/>
                  <a:pt x="76917" y="138"/>
                  <a:pt x="76750" y="153"/>
                </a:cubicBezTo>
                <a:cubicBezTo>
                  <a:pt x="76710" y="173"/>
                  <a:pt x="76666" y="183"/>
                  <a:pt x="76621" y="183"/>
                </a:cubicBezTo>
                <a:cubicBezTo>
                  <a:pt x="76531" y="183"/>
                  <a:pt x="76436" y="143"/>
                  <a:pt x="76355" y="62"/>
                </a:cubicBezTo>
                <a:cubicBezTo>
                  <a:pt x="76355" y="40"/>
                  <a:pt x="76279" y="19"/>
                  <a:pt x="76181" y="19"/>
                </a:cubicBezTo>
                <a:cubicBezTo>
                  <a:pt x="76140" y="19"/>
                  <a:pt x="76096" y="22"/>
                  <a:pt x="76051" y="31"/>
                </a:cubicBezTo>
                <a:lnTo>
                  <a:pt x="76051" y="214"/>
                </a:lnTo>
                <a:cubicBezTo>
                  <a:pt x="75990" y="244"/>
                  <a:pt x="75929" y="244"/>
                  <a:pt x="75899" y="244"/>
                </a:cubicBezTo>
                <a:lnTo>
                  <a:pt x="75625" y="153"/>
                </a:lnTo>
                <a:cubicBezTo>
                  <a:pt x="75413" y="183"/>
                  <a:pt x="75200" y="214"/>
                  <a:pt x="74987" y="214"/>
                </a:cubicBezTo>
                <a:cubicBezTo>
                  <a:pt x="74984" y="210"/>
                  <a:pt x="74981" y="209"/>
                  <a:pt x="74977" y="209"/>
                </a:cubicBezTo>
                <a:cubicBezTo>
                  <a:pt x="74950" y="209"/>
                  <a:pt x="74923" y="311"/>
                  <a:pt x="74896" y="366"/>
                </a:cubicBezTo>
                <a:cubicBezTo>
                  <a:pt x="74896" y="373"/>
                  <a:pt x="74889" y="377"/>
                  <a:pt x="74877" y="377"/>
                </a:cubicBezTo>
                <a:cubicBezTo>
                  <a:pt x="74839" y="377"/>
                  <a:pt x="74746" y="337"/>
                  <a:pt x="74653" y="244"/>
                </a:cubicBezTo>
                <a:cubicBezTo>
                  <a:pt x="74592" y="284"/>
                  <a:pt x="74538" y="298"/>
                  <a:pt x="74487" y="298"/>
                </a:cubicBezTo>
                <a:cubicBezTo>
                  <a:pt x="74386" y="298"/>
                  <a:pt x="74298" y="244"/>
                  <a:pt x="74197" y="244"/>
                </a:cubicBezTo>
                <a:cubicBezTo>
                  <a:pt x="74166" y="274"/>
                  <a:pt x="74106" y="274"/>
                  <a:pt x="74075" y="305"/>
                </a:cubicBezTo>
                <a:cubicBezTo>
                  <a:pt x="73984" y="366"/>
                  <a:pt x="73863" y="426"/>
                  <a:pt x="73741" y="487"/>
                </a:cubicBezTo>
                <a:cubicBezTo>
                  <a:pt x="73711" y="426"/>
                  <a:pt x="73680" y="366"/>
                  <a:pt x="73680" y="335"/>
                </a:cubicBezTo>
                <a:cubicBezTo>
                  <a:pt x="73680" y="305"/>
                  <a:pt x="73650" y="274"/>
                  <a:pt x="73619" y="274"/>
                </a:cubicBezTo>
                <a:cubicBezTo>
                  <a:pt x="73619" y="305"/>
                  <a:pt x="73589" y="366"/>
                  <a:pt x="73589" y="426"/>
                </a:cubicBezTo>
                <a:cubicBezTo>
                  <a:pt x="73589" y="436"/>
                  <a:pt x="73572" y="440"/>
                  <a:pt x="73547" y="440"/>
                </a:cubicBezTo>
                <a:cubicBezTo>
                  <a:pt x="73498" y="440"/>
                  <a:pt x="73417" y="426"/>
                  <a:pt x="73376" y="426"/>
                </a:cubicBezTo>
                <a:cubicBezTo>
                  <a:pt x="73370" y="420"/>
                  <a:pt x="73359" y="418"/>
                  <a:pt x="73345" y="418"/>
                </a:cubicBezTo>
                <a:cubicBezTo>
                  <a:pt x="73289" y="418"/>
                  <a:pt x="73182" y="457"/>
                  <a:pt x="73133" y="457"/>
                </a:cubicBezTo>
                <a:cubicBezTo>
                  <a:pt x="73072" y="426"/>
                  <a:pt x="72981" y="426"/>
                  <a:pt x="72920" y="426"/>
                </a:cubicBezTo>
                <a:lnTo>
                  <a:pt x="72799" y="305"/>
                </a:lnTo>
                <a:cubicBezTo>
                  <a:pt x="72616" y="426"/>
                  <a:pt x="72434" y="518"/>
                  <a:pt x="72221" y="548"/>
                </a:cubicBezTo>
                <a:cubicBezTo>
                  <a:pt x="72069" y="548"/>
                  <a:pt x="71917" y="518"/>
                  <a:pt x="71765" y="487"/>
                </a:cubicBezTo>
                <a:lnTo>
                  <a:pt x="71735" y="639"/>
                </a:lnTo>
                <a:cubicBezTo>
                  <a:pt x="71735" y="668"/>
                  <a:pt x="71729" y="679"/>
                  <a:pt x="71719" y="679"/>
                </a:cubicBezTo>
                <a:cubicBezTo>
                  <a:pt x="71699" y="679"/>
                  <a:pt x="71664" y="629"/>
                  <a:pt x="71644" y="609"/>
                </a:cubicBezTo>
                <a:cubicBezTo>
                  <a:pt x="71644" y="578"/>
                  <a:pt x="71583" y="548"/>
                  <a:pt x="71583" y="548"/>
                </a:cubicBezTo>
                <a:lnTo>
                  <a:pt x="71461" y="578"/>
                </a:lnTo>
                <a:cubicBezTo>
                  <a:pt x="71393" y="606"/>
                  <a:pt x="71325" y="621"/>
                  <a:pt x="71259" y="621"/>
                </a:cubicBezTo>
                <a:cubicBezTo>
                  <a:pt x="71179" y="621"/>
                  <a:pt x="71103" y="598"/>
                  <a:pt x="71036" y="548"/>
                </a:cubicBezTo>
                <a:lnTo>
                  <a:pt x="70884" y="669"/>
                </a:lnTo>
                <a:lnTo>
                  <a:pt x="70823" y="730"/>
                </a:lnTo>
                <a:lnTo>
                  <a:pt x="70428" y="730"/>
                </a:lnTo>
                <a:lnTo>
                  <a:pt x="70428" y="700"/>
                </a:lnTo>
                <a:cubicBezTo>
                  <a:pt x="70367" y="669"/>
                  <a:pt x="70337" y="639"/>
                  <a:pt x="70276" y="639"/>
                </a:cubicBezTo>
                <a:cubicBezTo>
                  <a:pt x="70268" y="647"/>
                  <a:pt x="70253" y="651"/>
                  <a:pt x="70234" y="651"/>
                </a:cubicBezTo>
                <a:cubicBezTo>
                  <a:pt x="70182" y="651"/>
                  <a:pt x="70099" y="623"/>
                  <a:pt x="70033" y="578"/>
                </a:cubicBezTo>
                <a:lnTo>
                  <a:pt x="69881" y="669"/>
                </a:lnTo>
                <a:cubicBezTo>
                  <a:pt x="69789" y="730"/>
                  <a:pt x="69729" y="852"/>
                  <a:pt x="69638" y="882"/>
                </a:cubicBezTo>
                <a:lnTo>
                  <a:pt x="69577" y="882"/>
                </a:lnTo>
                <a:cubicBezTo>
                  <a:pt x="69486" y="882"/>
                  <a:pt x="69455" y="791"/>
                  <a:pt x="69486" y="761"/>
                </a:cubicBezTo>
                <a:cubicBezTo>
                  <a:pt x="69486" y="761"/>
                  <a:pt x="69455" y="730"/>
                  <a:pt x="69394" y="700"/>
                </a:cubicBezTo>
                <a:lnTo>
                  <a:pt x="69364" y="700"/>
                </a:lnTo>
                <a:cubicBezTo>
                  <a:pt x="69306" y="738"/>
                  <a:pt x="69261" y="777"/>
                  <a:pt x="69197" y="777"/>
                </a:cubicBezTo>
                <a:cubicBezTo>
                  <a:pt x="69159" y="777"/>
                  <a:pt x="69116" y="764"/>
                  <a:pt x="69060" y="730"/>
                </a:cubicBezTo>
                <a:cubicBezTo>
                  <a:pt x="69019" y="703"/>
                  <a:pt x="68972" y="688"/>
                  <a:pt x="68924" y="688"/>
                </a:cubicBezTo>
                <a:cubicBezTo>
                  <a:pt x="68866" y="688"/>
                  <a:pt x="68806" y="710"/>
                  <a:pt x="68756" y="761"/>
                </a:cubicBezTo>
                <a:lnTo>
                  <a:pt x="68665" y="821"/>
                </a:lnTo>
                <a:cubicBezTo>
                  <a:pt x="68651" y="825"/>
                  <a:pt x="68633" y="826"/>
                  <a:pt x="68613" y="826"/>
                </a:cubicBezTo>
                <a:cubicBezTo>
                  <a:pt x="68511" y="826"/>
                  <a:pt x="68343" y="787"/>
                  <a:pt x="68230" y="787"/>
                </a:cubicBezTo>
                <a:cubicBezTo>
                  <a:pt x="68176" y="787"/>
                  <a:pt x="68135" y="796"/>
                  <a:pt x="68118" y="821"/>
                </a:cubicBezTo>
                <a:cubicBezTo>
                  <a:pt x="68103" y="852"/>
                  <a:pt x="68019" y="859"/>
                  <a:pt x="67928" y="859"/>
                </a:cubicBezTo>
                <a:cubicBezTo>
                  <a:pt x="67837" y="859"/>
                  <a:pt x="67738" y="852"/>
                  <a:pt x="67692" y="852"/>
                </a:cubicBezTo>
                <a:cubicBezTo>
                  <a:pt x="67510" y="882"/>
                  <a:pt x="67327" y="943"/>
                  <a:pt x="67145" y="1065"/>
                </a:cubicBezTo>
                <a:lnTo>
                  <a:pt x="66932" y="913"/>
                </a:lnTo>
                <a:cubicBezTo>
                  <a:pt x="66917" y="897"/>
                  <a:pt x="66902" y="890"/>
                  <a:pt x="66887" y="890"/>
                </a:cubicBezTo>
                <a:cubicBezTo>
                  <a:pt x="66871" y="890"/>
                  <a:pt x="66856" y="897"/>
                  <a:pt x="66841" y="913"/>
                </a:cubicBezTo>
                <a:lnTo>
                  <a:pt x="66780" y="1125"/>
                </a:lnTo>
                <a:cubicBezTo>
                  <a:pt x="66568" y="1065"/>
                  <a:pt x="66324" y="1034"/>
                  <a:pt x="66112" y="1004"/>
                </a:cubicBezTo>
                <a:lnTo>
                  <a:pt x="65990" y="1095"/>
                </a:lnTo>
                <a:cubicBezTo>
                  <a:pt x="65960" y="1095"/>
                  <a:pt x="65929" y="973"/>
                  <a:pt x="65899" y="943"/>
                </a:cubicBezTo>
                <a:cubicBezTo>
                  <a:pt x="65899" y="920"/>
                  <a:pt x="65894" y="910"/>
                  <a:pt x="65887" y="910"/>
                </a:cubicBezTo>
                <a:cubicBezTo>
                  <a:pt x="65876" y="910"/>
                  <a:pt x="65857" y="936"/>
                  <a:pt x="65838" y="973"/>
                </a:cubicBezTo>
                <a:lnTo>
                  <a:pt x="65808" y="973"/>
                </a:lnTo>
                <a:cubicBezTo>
                  <a:pt x="65747" y="973"/>
                  <a:pt x="65716" y="1004"/>
                  <a:pt x="65656" y="1004"/>
                </a:cubicBezTo>
                <a:cubicBezTo>
                  <a:pt x="65595" y="1004"/>
                  <a:pt x="65534" y="1004"/>
                  <a:pt x="65504" y="973"/>
                </a:cubicBezTo>
                <a:lnTo>
                  <a:pt x="65413" y="821"/>
                </a:lnTo>
                <a:cubicBezTo>
                  <a:pt x="65291" y="882"/>
                  <a:pt x="65169" y="943"/>
                  <a:pt x="65078" y="1065"/>
                </a:cubicBezTo>
                <a:cubicBezTo>
                  <a:pt x="65070" y="1073"/>
                  <a:pt x="65062" y="1077"/>
                  <a:pt x="65054" y="1077"/>
                </a:cubicBezTo>
                <a:cubicBezTo>
                  <a:pt x="65034" y="1077"/>
                  <a:pt x="65017" y="1048"/>
                  <a:pt x="65017" y="1004"/>
                </a:cubicBezTo>
                <a:lnTo>
                  <a:pt x="65017" y="973"/>
                </a:lnTo>
                <a:lnTo>
                  <a:pt x="65017" y="943"/>
                </a:lnTo>
                <a:cubicBezTo>
                  <a:pt x="65002" y="897"/>
                  <a:pt x="64979" y="875"/>
                  <a:pt x="64949" y="875"/>
                </a:cubicBezTo>
                <a:cubicBezTo>
                  <a:pt x="64919" y="875"/>
                  <a:pt x="64881" y="897"/>
                  <a:pt x="64835" y="943"/>
                </a:cubicBezTo>
                <a:lnTo>
                  <a:pt x="64683" y="1004"/>
                </a:lnTo>
                <a:lnTo>
                  <a:pt x="64501" y="1095"/>
                </a:lnTo>
                <a:cubicBezTo>
                  <a:pt x="64479" y="1091"/>
                  <a:pt x="64458" y="1089"/>
                  <a:pt x="64437" y="1089"/>
                </a:cubicBezTo>
                <a:cubicBezTo>
                  <a:pt x="64309" y="1089"/>
                  <a:pt x="64197" y="1160"/>
                  <a:pt x="64197" y="1186"/>
                </a:cubicBezTo>
                <a:cubicBezTo>
                  <a:pt x="64197" y="1200"/>
                  <a:pt x="64185" y="1206"/>
                  <a:pt x="64167" y="1206"/>
                </a:cubicBezTo>
                <a:cubicBezTo>
                  <a:pt x="64106" y="1206"/>
                  <a:pt x="63970" y="1142"/>
                  <a:pt x="63923" y="1095"/>
                </a:cubicBezTo>
                <a:cubicBezTo>
                  <a:pt x="63893" y="1080"/>
                  <a:pt x="63862" y="1072"/>
                  <a:pt x="63836" y="1072"/>
                </a:cubicBezTo>
                <a:cubicBezTo>
                  <a:pt x="63809" y="1072"/>
                  <a:pt x="63786" y="1080"/>
                  <a:pt x="63771" y="1095"/>
                </a:cubicBezTo>
                <a:cubicBezTo>
                  <a:pt x="63765" y="1101"/>
                  <a:pt x="63757" y="1103"/>
                  <a:pt x="63748" y="1103"/>
                </a:cubicBezTo>
                <a:cubicBezTo>
                  <a:pt x="63707" y="1103"/>
                  <a:pt x="63638" y="1059"/>
                  <a:pt x="63589" y="1034"/>
                </a:cubicBezTo>
                <a:cubicBezTo>
                  <a:pt x="63585" y="1030"/>
                  <a:pt x="63579" y="1028"/>
                  <a:pt x="63572" y="1028"/>
                </a:cubicBezTo>
                <a:cubicBezTo>
                  <a:pt x="63526" y="1028"/>
                  <a:pt x="63428" y="1103"/>
                  <a:pt x="63376" y="1156"/>
                </a:cubicBezTo>
                <a:cubicBezTo>
                  <a:pt x="63285" y="1186"/>
                  <a:pt x="63194" y="1217"/>
                  <a:pt x="63072" y="1217"/>
                </a:cubicBezTo>
                <a:lnTo>
                  <a:pt x="62981" y="1217"/>
                </a:lnTo>
                <a:cubicBezTo>
                  <a:pt x="62950" y="1224"/>
                  <a:pt x="62922" y="1228"/>
                  <a:pt x="62895" y="1228"/>
                </a:cubicBezTo>
                <a:cubicBezTo>
                  <a:pt x="62816" y="1228"/>
                  <a:pt x="62753" y="1194"/>
                  <a:pt x="62707" y="1125"/>
                </a:cubicBezTo>
                <a:lnTo>
                  <a:pt x="62616" y="1034"/>
                </a:lnTo>
                <a:cubicBezTo>
                  <a:pt x="62525" y="1095"/>
                  <a:pt x="62434" y="1156"/>
                  <a:pt x="62343" y="1217"/>
                </a:cubicBezTo>
                <a:lnTo>
                  <a:pt x="62160" y="1034"/>
                </a:lnTo>
                <a:cubicBezTo>
                  <a:pt x="61978" y="1156"/>
                  <a:pt x="61765" y="1247"/>
                  <a:pt x="61552" y="1308"/>
                </a:cubicBezTo>
                <a:lnTo>
                  <a:pt x="61431" y="1277"/>
                </a:lnTo>
                <a:cubicBezTo>
                  <a:pt x="61401" y="1266"/>
                  <a:pt x="61372" y="1261"/>
                  <a:pt x="61345" y="1261"/>
                </a:cubicBezTo>
                <a:cubicBezTo>
                  <a:pt x="61234" y="1261"/>
                  <a:pt x="61145" y="1344"/>
                  <a:pt x="61096" y="1369"/>
                </a:cubicBezTo>
                <a:cubicBezTo>
                  <a:pt x="61063" y="1380"/>
                  <a:pt x="61030" y="1387"/>
                  <a:pt x="61001" y="1387"/>
                </a:cubicBezTo>
                <a:cubicBezTo>
                  <a:pt x="60951" y="1387"/>
                  <a:pt x="60914" y="1366"/>
                  <a:pt x="60914" y="1308"/>
                </a:cubicBezTo>
                <a:lnTo>
                  <a:pt x="60914" y="1277"/>
                </a:lnTo>
                <a:cubicBezTo>
                  <a:pt x="60823" y="1262"/>
                  <a:pt x="60732" y="1255"/>
                  <a:pt x="60640" y="1255"/>
                </a:cubicBezTo>
                <a:cubicBezTo>
                  <a:pt x="60549" y="1255"/>
                  <a:pt x="60458" y="1262"/>
                  <a:pt x="60367" y="1277"/>
                </a:cubicBezTo>
                <a:lnTo>
                  <a:pt x="60032" y="1277"/>
                </a:lnTo>
                <a:cubicBezTo>
                  <a:pt x="59941" y="1338"/>
                  <a:pt x="59850" y="1399"/>
                  <a:pt x="59759" y="1429"/>
                </a:cubicBezTo>
                <a:cubicBezTo>
                  <a:pt x="59698" y="1353"/>
                  <a:pt x="59599" y="1346"/>
                  <a:pt x="59508" y="1346"/>
                </a:cubicBezTo>
                <a:cubicBezTo>
                  <a:pt x="59485" y="1346"/>
                  <a:pt x="59463" y="1346"/>
                  <a:pt x="59442" y="1346"/>
                </a:cubicBezTo>
                <a:cubicBezTo>
                  <a:pt x="59378" y="1346"/>
                  <a:pt x="59326" y="1342"/>
                  <a:pt x="59303" y="1308"/>
                </a:cubicBezTo>
                <a:cubicBezTo>
                  <a:pt x="59264" y="1282"/>
                  <a:pt x="59242" y="1273"/>
                  <a:pt x="59225" y="1273"/>
                </a:cubicBezTo>
                <a:cubicBezTo>
                  <a:pt x="59201" y="1273"/>
                  <a:pt x="59186" y="1290"/>
                  <a:pt x="59151" y="1308"/>
                </a:cubicBezTo>
                <a:cubicBezTo>
                  <a:pt x="59090" y="1369"/>
                  <a:pt x="58999" y="1399"/>
                  <a:pt x="58938" y="1399"/>
                </a:cubicBezTo>
                <a:lnTo>
                  <a:pt x="58877" y="1399"/>
                </a:lnTo>
                <a:cubicBezTo>
                  <a:pt x="58862" y="1353"/>
                  <a:pt x="58824" y="1331"/>
                  <a:pt x="58786" y="1331"/>
                </a:cubicBezTo>
                <a:cubicBezTo>
                  <a:pt x="58748" y="1331"/>
                  <a:pt x="58710" y="1353"/>
                  <a:pt x="58695" y="1399"/>
                </a:cubicBezTo>
                <a:lnTo>
                  <a:pt x="58482" y="1369"/>
                </a:lnTo>
                <a:cubicBezTo>
                  <a:pt x="58330" y="1429"/>
                  <a:pt x="58178" y="1460"/>
                  <a:pt x="58026" y="1490"/>
                </a:cubicBezTo>
                <a:lnTo>
                  <a:pt x="57966" y="1490"/>
                </a:lnTo>
                <a:cubicBezTo>
                  <a:pt x="57905" y="1490"/>
                  <a:pt x="57844" y="1460"/>
                  <a:pt x="57783" y="1460"/>
                </a:cubicBezTo>
                <a:cubicBezTo>
                  <a:pt x="57770" y="1486"/>
                  <a:pt x="57752" y="1495"/>
                  <a:pt x="57732" y="1495"/>
                </a:cubicBezTo>
                <a:cubicBezTo>
                  <a:pt x="57686" y="1495"/>
                  <a:pt x="57627" y="1450"/>
                  <a:pt x="57572" y="1450"/>
                </a:cubicBezTo>
                <a:cubicBezTo>
                  <a:pt x="57538" y="1450"/>
                  <a:pt x="57506" y="1467"/>
                  <a:pt x="57479" y="1521"/>
                </a:cubicBezTo>
                <a:cubicBezTo>
                  <a:pt x="57458" y="1585"/>
                  <a:pt x="57421" y="1604"/>
                  <a:pt x="57378" y="1604"/>
                </a:cubicBezTo>
                <a:cubicBezTo>
                  <a:pt x="57319" y="1604"/>
                  <a:pt x="57249" y="1568"/>
                  <a:pt x="57193" y="1568"/>
                </a:cubicBezTo>
                <a:cubicBezTo>
                  <a:pt x="57175" y="1568"/>
                  <a:pt x="57159" y="1572"/>
                  <a:pt x="57145" y="1581"/>
                </a:cubicBezTo>
                <a:lnTo>
                  <a:pt x="57084" y="1612"/>
                </a:lnTo>
                <a:cubicBezTo>
                  <a:pt x="57077" y="1615"/>
                  <a:pt x="57068" y="1617"/>
                  <a:pt x="57056" y="1617"/>
                </a:cubicBezTo>
                <a:cubicBezTo>
                  <a:pt x="56959" y="1617"/>
                  <a:pt x="56706" y="1517"/>
                  <a:pt x="56598" y="1490"/>
                </a:cubicBezTo>
                <a:cubicBezTo>
                  <a:pt x="56385" y="1490"/>
                  <a:pt x="56203" y="1521"/>
                  <a:pt x="56020" y="1612"/>
                </a:cubicBezTo>
                <a:lnTo>
                  <a:pt x="55777" y="1612"/>
                </a:lnTo>
                <a:cubicBezTo>
                  <a:pt x="55720" y="1620"/>
                  <a:pt x="55665" y="1624"/>
                  <a:pt x="55612" y="1624"/>
                </a:cubicBezTo>
                <a:cubicBezTo>
                  <a:pt x="55467" y="1624"/>
                  <a:pt x="55333" y="1595"/>
                  <a:pt x="55200" y="1551"/>
                </a:cubicBezTo>
                <a:lnTo>
                  <a:pt x="55048" y="1490"/>
                </a:lnTo>
                <a:cubicBezTo>
                  <a:pt x="54926" y="1612"/>
                  <a:pt x="54774" y="1612"/>
                  <a:pt x="54744" y="1612"/>
                </a:cubicBezTo>
                <a:cubicBezTo>
                  <a:pt x="54744" y="1604"/>
                  <a:pt x="54739" y="1600"/>
                  <a:pt x="54732" y="1600"/>
                </a:cubicBezTo>
                <a:cubicBezTo>
                  <a:pt x="54711" y="1600"/>
                  <a:pt x="54667" y="1628"/>
                  <a:pt x="54622" y="1673"/>
                </a:cubicBezTo>
                <a:lnTo>
                  <a:pt x="54409" y="1673"/>
                </a:lnTo>
                <a:cubicBezTo>
                  <a:pt x="54283" y="1673"/>
                  <a:pt x="54029" y="1567"/>
                  <a:pt x="53896" y="1567"/>
                </a:cubicBezTo>
                <a:cubicBezTo>
                  <a:pt x="53869" y="1567"/>
                  <a:pt x="53847" y="1571"/>
                  <a:pt x="53832" y="1581"/>
                </a:cubicBezTo>
                <a:cubicBezTo>
                  <a:pt x="53801" y="1612"/>
                  <a:pt x="53718" y="1612"/>
                  <a:pt x="53638" y="1612"/>
                </a:cubicBezTo>
                <a:cubicBezTo>
                  <a:pt x="53558" y="1612"/>
                  <a:pt x="53482" y="1612"/>
                  <a:pt x="53467" y="1642"/>
                </a:cubicBezTo>
                <a:cubicBezTo>
                  <a:pt x="53457" y="1652"/>
                  <a:pt x="53426" y="1656"/>
                  <a:pt x="53388" y="1656"/>
                </a:cubicBezTo>
                <a:cubicBezTo>
                  <a:pt x="53312" y="1656"/>
                  <a:pt x="53204" y="1642"/>
                  <a:pt x="53163" y="1642"/>
                </a:cubicBezTo>
                <a:cubicBezTo>
                  <a:pt x="53155" y="1638"/>
                  <a:pt x="53146" y="1636"/>
                  <a:pt x="53136" y="1636"/>
                </a:cubicBezTo>
                <a:cubicBezTo>
                  <a:pt x="53071" y="1636"/>
                  <a:pt x="52973" y="1719"/>
                  <a:pt x="52920" y="1825"/>
                </a:cubicBezTo>
                <a:lnTo>
                  <a:pt x="52586" y="1764"/>
                </a:lnTo>
                <a:lnTo>
                  <a:pt x="52403" y="1764"/>
                </a:lnTo>
                <a:cubicBezTo>
                  <a:pt x="52339" y="1785"/>
                  <a:pt x="52274" y="1807"/>
                  <a:pt x="52210" y="1807"/>
                </a:cubicBezTo>
                <a:cubicBezTo>
                  <a:pt x="52183" y="1807"/>
                  <a:pt x="52156" y="1803"/>
                  <a:pt x="52130" y="1794"/>
                </a:cubicBezTo>
                <a:lnTo>
                  <a:pt x="51734" y="1612"/>
                </a:lnTo>
                <a:cubicBezTo>
                  <a:pt x="51430" y="1733"/>
                  <a:pt x="51096" y="1825"/>
                  <a:pt x="50762" y="1855"/>
                </a:cubicBezTo>
                <a:cubicBezTo>
                  <a:pt x="50701" y="1916"/>
                  <a:pt x="50640" y="1916"/>
                  <a:pt x="50579" y="1946"/>
                </a:cubicBezTo>
                <a:lnTo>
                  <a:pt x="50549" y="1946"/>
                </a:lnTo>
                <a:cubicBezTo>
                  <a:pt x="50519" y="1916"/>
                  <a:pt x="50458" y="1825"/>
                  <a:pt x="50458" y="1825"/>
                </a:cubicBezTo>
                <a:lnTo>
                  <a:pt x="50306" y="1885"/>
                </a:lnTo>
                <a:cubicBezTo>
                  <a:pt x="50154" y="1916"/>
                  <a:pt x="50002" y="1946"/>
                  <a:pt x="49850" y="1946"/>
                </a:cubicBezTo>
                <a:lnTo>
                  <a:pt x="49455" y="1946"/>
                </a:lnTo>
                <a:cubicBezTo>
                  <a:pt x="49303" y="1946"/>
                  <a:pt x="49181" y="1977"/>
                  <a:pt x="49060" y="1977"/>
                </a:cubicBezTo>
                <a:cubicBezTo>
                  <a:pt x="49027" y="1968"/>
                  <a:pt x="48992" y="1965"/>
                  <a:pt x="48957" y="1965"/>
                </a:cubicBezTo>
                <a:cubicBezTo>
                  <a:pt x="48861" y="1965"/>
                  <a:pt x="48762" y="1993"/>
                  <a:pt x="48695" y="2037"/>
                </a:cubicBezTo>
                <a:lnTo>
                  <a:pt x="48604" y="2037"/>
                </a:lnTo>
                <a:cubicBezTo>
                  <a:pt x="48543" y="2007"/>
                  <a:pt x="48482" y="2007"/>
                  <a:pt x="48452" y="2007"/>
                </a:cubicBezTo>
                <a:cubicBezTo>
                  <a:pt x="48400" y="2085"/>
                  <a:pt x="48336" y="2107"/>
                  <a:pt x="48269" y="2107"/>
                </a:cubicBezTo>
                <a:cubicBezTo>
                  <a:pt x="48179" y="2107"/>
                  <a:pt x="48083" y="2068"/>
                  <a:pt x="47996" y="2068"/>
                </a:cubicBezTo>
                <a:cubicBezTo>
                  <a:pt x="47905" y="2068"/>
                  <a:pt x="47844" y="2098"/>
                  <a:pt x="47753" y="2128"/>
                </a:cubicBezTo>
                <a:lnTo>
                  <a:pt x="47601" y="2159"/>
                </a:lnTo>
                <a:cubicBezTo>
                  <a:pt x="47601" y="2130"/>
                  <a:pt x="47591" y="2116"/>
                  <a:pt x="47574" y="2116"/>
                </a:cubicBezTo>
                <a:cubicBezTo>
                  <a:pt x="47536" y="2116"/>
                  <a:pt x="47461" y="2177"/>
                  <a:pt x="47357" y="2280"/>
                </a:cubicBezTo>
                <a:lnTo>
                  <a:pt x="47114" y="2098"/>
                </a:lnTo>
                <a:cubicBezTo>
                  <a:pt x="47093" y="2077"/>
                  <a:pt x="47064" y="2066"/>
                  <a:pt x="47035" y="2066"/>
                </a:cubicBezTo>
                <a:cubicBezTo>
                  <a:pt x="46983" y="2066"/>
                  <a:pt x="46932" y="2100"/>
                  <a:pt x="46932" y="2159"/>
                </a:cubicBezTo>
                <a:lnTo>
                  <a:pt x="46932" y="2189"/>
                </a:lnTo>
                <a:cubicBezTo>
                  <a:pt x="46841" y="2220"/>
                  <a:pt x="46750" y="2220"/>
                  <a:pt x="46628" y="2220"/>
                </a:cubicBezTo>
                <a:lnTo>
                  <a:pt x="46476" y="2220"/>
                </a:lnTo>
                <a:cubicBezTo>
                  <a:pt x="46473" y="2223"/>
                  <a:pt x="46464" y="2225"/>
                  <a:pt x="46451" y="2225"/>
                </a:cubicBezTo>
                <a:cubicBezTo>
                  <a:pt x="46375" y="2225"/>
                  <a:pt x="46153" y="2172"/>
                  <a:pt x="46006" y="2172"/>
                </a:cubicBezTo>
                <a:cubicBezTo>
                  <a:pt x="45961" y="2172"/>
                  <a:pt x="45923" y="2177"/>
                  <a:pt x="45898" y="2189"/>
                </a:cubicBezTo>
                <a:cubicBezTo>
                  <a:pt x="45595" y="2311"/>
                  <a:pt x="45291" y="2402"/>
                  <a:pt x="44987" y="2493"/>
                </a:cubicBezTo>
                <a:cubicBezTo>
                  <a:pt x="44804" y="2493"/>
                  <a:pt x="44600" y="2560"/>
                  <a:pt x="44506" y="2560"/>
                </a:cubicBezTo>
                <a:cubicBezTo>
                  <a:pt x="44491" y="2560"/>
                  <a:pt x="44479" y="2558"/>
                  <a:pt x="44470" y="2554"/>
                </a:cubicBezTo>
                <a:cubicBezTo>
                  <a:pt x="44466" y="2550"/>
                  <a:pt x="44459" y="2548"/>
                  <a:pt x="44452" y="2548"/>
                </a:cubicBezTo>
                <a:cubicBezTo>
                  <a:pt x="44406" y="2548"/>
                  <a:pt x="44309" y="2615"/>
                  <a:pt x="44257" y="2615"/>
                </a:cubicBezTo>
                <a:cubicBezTo>
                  <a:pt x="44227" y="2615"/>
                  <a:pt x="44014" y="2554"/>
                  <a:pt x="43801" y="2493"/>
                </a:cubicBezTo>
                <a:lnTo>
                  <a:pt x="43558" y="2493"/>
                </a:lnTo>
                <a:cubicBezTo>
                  <a:pt x="43436" y="2493"/>
                  <a:pt x="43315" y="2524"/>
                  <a:pt x="43224" y="2554"/>
                </a:cubicBezTo>
                <a:lnTo>
                  <a:pt x="43132" y="2615"/>
                </a:lnTo>
                <a:lnTo>
                  <a:pt x="43041" y="2615"/>
                </a:lnTo>
                <a:cubicBezTo>
                  <a:pt x="42920" y="2584"/>
                  <a:pt x="42828" y="2554"/>
                  <a:pt x="42707" y="2554"/>
                </a:cubicBezTo>
                <a:cubicBezTo>
                  <a:pt x="42646" y="2539"/>
                  <a:pt x="42578" y="2531"/>
                  <a:pt x="42517" y="2531"/>
                </a:cubicBezTo>
                <a:cubicBezTo>
                  <a:pt x="42456" y="2531"/>
                  <a:pt x="42403" y="2539"/>
                  <a:pt x="42373" y="2554"/>
                </a:cubicBezTo>
                <a:cubicBezTo>
                  <a:pt x="42335" y="2591"/>
                  <a:pt x="42305" y="2605"/>
                  <a:pt x="42279" y="2605"/>
                </a:cubicBezTo>
                <a:cubicBezTo>
                  <a:pt x="42212" y="2605"/>
                  <a:pt x="42173" y="2514"/>
                  <a:pt x="42107" y="2514"/>
                </a:cubicBezTo>
                <a:cubicBezTo>
                  <a:pt x="42095" y="2514"/>
                  <a:pt x="42083" y="2517"/>
                  <a:pt x="42069" y="2524"/>
                </a:cubicBezTo>
                <a:lnTo>
                  <a:pt x="42038" y="2554"/>
                </a:lnTo>
                <a:cubicBezTo>
                  <a:pt x="41977" y="2584"/>
                  <a:pt x="41886" y="2736"/>
                  <a:pt x="41825" y="2736"/>
                </a:cubicBezTo>
                <a:cubicBezTo>
                  <a:pt x="41785" y="2736"/>
                  <a:pt x="41663" y="2763"/>
                  <a:pt x="41596" y="2763"/>
                </a:cubicBezTo>
                <a:cubicBezTo>
                  <a:pt x="41562" y="2763"/>
                  <a:pt x="41542" y="2757"/>
                  <a:pt x="41552" y="2736"/>
                </a:cubicBezTo>
                <a:cubicBezTo>
                  <a:pt x="41552" y="2676"/>
                  <a:pt x="41370" y="2676"/>
                  <a:pt x="41278" y="2676"/>
                </a:cubicBezTo>
                <a:lnTo>
                  <a:pt x="40974" y="2706"/>
                </a:lnTo>
                <a:lnTo>
                  <a:pt x="40974" y="2858"/>
                </a:lnTo>
                <a:lnTo>
                  <a:pt x="40974" y="2949"/>
                </a:lnTo>
                <a:cubicBezTo>
                  <a:pt x="40731" y="2919"/>
                  <a:pt x="40518" y="2858"/>
                  <a:pt x="40306" y="2767"/>
                </a:cubicBezTo>
                <a:cubicBezTo>
                  <a:pt x="40282" y="2763"/>
                  <a:pt x="40258" y="2761"/>
                  <a:pt x="40234" y="2761"/>
                </a:cubicBezTo>
                <a:cubicBezTo>
                  <a:pt x="40077" y="2761"/>
                  <a:pt x="39929" y="2844"/>
                  <a:pt x="39850" y="2949"/>
                </a:cubicBezTo>
                <a:lnTo>
                  <a:pt x="39637" y="2767"/>
                </a:lnTo>
                <a:lnTo>
                  <a:pt x="39607" y="2736"/>
                </a:lnTo>
                <a:cubicBezTo>
                  <a:pt x="39485" y="2797"/>
                  <a:pt x="39394" y="2858"/>
                  <a:pt x="39303" y="2919"/>
                </a:cubicBezTo>
                <a:lnTo>
                  <a:pt x="39272" y="2919"/>
                </a:lnTo>
                <a:lnTo>
                  <a:pt x="39090" y="2949"/>
                </a:lnTo>
                <a:cubicBezTo>
                  <a:pt x="38847" y="2919"/>
                  <a:pt x="38603" y="2888"/>
                  <a:pt x="38391" y="2828"/>
                </a:cubicBezTo>
                <a:lnTo>
                  <a:pt x="38239" y="2888"/>
                </a:lnTo>
                <a:cubicBezTo>
                  <a:pt x="38087" y="2980"/>
                  <a:pt x="37965" y="3071"/>
                  <a:pt x="37844" y="3162"/>
                </a:cubicBezTo>
                <a:lnTo>
                  <a:pt x="37783" y="3223"/>
                </a:lnTo>
                <a:cubicBezTo>
                  <a:pt x="37631" y="3344"/>
                  <a:pt x="37448" y="3405"/>
                  <a:pt x="37266" y="3435"/>
                </a:cubicBezTo>
                <a:lnTo>
                  <a:pt x="37236" y="3253"/>
                </a:lnTo>
                <a:lnTo>
                  <a:pt x="37205" y="3162"/>
                </a:lnTo>
                <a:cubicBezTo>
                  <a:pt x="37205" y="3096"/>
                  <a:pt x="37174" y="3046"/>
                  <a:pt x="37111" y="3046"/>
                </a:cubicBezTo>
                <a:cubicBezTo>
                  <a:pt x="37086" y="3046"/>
                  <a:pt x="37057" y="3054"/>
                  <a:pt x="37023" y="3071"/>
                </a:cubicBezTo>
                <a:lnTo>
                  <a:pt x="36962" y="3040"/>
                </a:lnTo>
                <a:lnTo>
                  <a:pt x="36871" y="2980"/>
                </a:lnTo>
                <a:cubicBezTo>
                  <a:pt x="36780" y="3071"/>
                  <a:pt x="36689" y="3132"/>
                  <a:pt x="36597" y="3162"/>
                </a:cubicBezTo>
                <a:lnTo>
                  <a:pt x="36415" y="3162"/>
                </a:lnTo>
                <a:cubicBezTo>
                  <a:pt x="36308" y="3126"/>
                  <a:pt x="36201" y="3112"/>
                  <a:pt x="36095" y="3112"/>
                </a:cubicBezTo>
                <a:cubicBezTo>
                  <a:pt x="36019" y="3112"/>
                  <a:pt x="35943" y="3119"/>
                  <a:pt x="35868" y="3132"/>
                </a:cubicBezTo>
                <a:cubicBezTo>
                  <a:pt x="35777" y="3132"/>
                  <a:pt x="35503" y="3192"/>
                  <a:pt x="35412" y="3192"/>
                </a:cubicBezTo>
                <a:lnTo>
                  <a:pt x="35047" y="3192"/>
                </a:lnTo>
                <a:lnTo>
                  <a:pt x="34926" y="3284"/>
                </a:lnTo>
                <a:lnTo>
                  <a:pt x="34804" y="3284"/>
                </a:lnTo>
                <a:cubicBezTo>
                  <a:pt x="34782" y="3219"/>
                  <a:pt x="34746" y="3200"/>
                  <a:pt x="34706" y="3200"/>
                </a:cubicBezTo>
                <a:cubicBezTo>
                  <a:pt x="34650" y="3200"/>
                  <a:pt x="34589" y="3236"/>
                  <a:pt x="34555" y="3236"/>
                </a:cubicBezTo>
                <a:cubicBezTo>
                  <a:pt x="34544" y="3236"/>
                  <a:pt x="34535" y="3232"/>
                  <a:pt x="34530" y="3223"/>
                </a:cubicBezTo>
                <a:cubicBezTo>
                  <a:pt x="34524" y="3216"/>
                  <a:pt x="34512" y="3214"/>
                  <a:pt x="34497" y="3214"/>
                </a:cubicBezTo>
                <a:cubicBezTo>
                  <a:pt x="34454" y="3214"/>
                  <a:pt x="34384" y="3232"/>
                  <a:pt x="34321" y="3232"/>
                </a:cubicBezTo>
                <a:cubicBezTo>
                  <a:pt x="34298" y="3232"/>
                  <a:pt x="34276" y="3229"/>
                  <a:pt x="34257" y="3223"/>
                </a:cubicBezTo>
                <a:cubicBezTo>
                  <a:pt x="34235" y="3214"/>
                  <a:pt x="34217" y="3210"/>
                  <a:pt x="34200" y="3210"/>
                </a:cubicBezTo>
                <a:cubicBezTo>
                  <a:pt x="34103" y="3210"/>
                  <a:pt x="34092" y="3344"/>
                  <a:pt x="34014" y="3344"/>
                </a:cubicBezTo>
                <a:lnTo>
                  <a:pt x="33771" y="3314"/>
                </a:lnTo>
                <a:lnTo>
                  <a:pt x="33649" y="3375"/>
                </a:lnTo>
                <a:lnTo>
                  <a:pt x="33619" y="3405"/>
                </a:lnTo>
                <a:cubicBezTo>
                  <a:pt x="33406" y="3344"/>
                  <a:pt x="33193" y="3284"/>
                  <a:pt x="32980" y="3284"/>
                </a:cubicBezTo>
                <a:cubicBezTo>
                  <a:pt x="32798" y="3284"/>
                  <a:pt x="32646" y="3314"/>
                  <a:pt x="32616" y="3314"/>
                </a:cubicBezTo>
                <a:lnTo>
                  <a:pt x="32616" y="3435"/>
                </a:lnTo>
                <a:cubicBezTo>
                  <a:pt x="32494" y="3405"/>
                  <a:pt x="32403" y="3344"/>
                  <a:pt x="32281" y="3344"/>
                </a:cubicBezTo>
                <a:lnTo>
                  <a:pt x="32251" y="3344"/>
                </a:lnTo>
                <a:lnTo>
                  <a:pt x="32008" y="3527"/>
                </a:lnTo>
                <a:cubicBezTo>
                  <a:pt x="31925" y="3508"/>
                  <a:pt x="31839" y="3498"/>
                  <a:pt x="31754" y="3498"/>
                </a:cubicBezTo>
                <a:cubicBezTo>
                  <a:pt x="31558" y="3498"/>
                  <a:pt x="31366" y="3552"/>
                  <a:pt x="31217" y="3679"/>
                </a:cubicBezTo>
                <a:cubicBezTo>
                  <a:pt x="31171" y="3772"/>
                  <a:pt x="31124" y="3811"/>
                  <a:pt x="31092" y="3811"/>
                </a:cubicBezTo>
                <a:cubicBezTo>
                  <a:pt x="31081" y="3811"/>
                  <a:pt x="31073" y="3807"/>
                  <a:pt x="31065" y="3800"/>
                </a:cubicBezTo>
                <a:lnTo>
                  <a:pt x="31065" y="3770"/>
                </a:lnTo>
                <a:lnTo>
                  <a:pt x="31096" y="3587"/>
                </a:lnTo>
                <a:cubicBezTo>
                  <a:pt x="31031" y="3555"/>
                  <a:pt x="30955" y="3546"/>
                  <a:pt x="30879" y="3546"/>
                </a:cubicBezTo>
                <a:cubicBezTo>
                  <a:pt x="30775" y="3546"/>
                  <a:pt x="30672" y="3564"/>
                  <a:pt x="30603" y="3564"/>
                </a:cubicBezTo>
                <a:cubicBezTo>
                  <a:pt x="30581" y="3564"/>
                  <a:pt x="30563" y="3562"/>
                  <a:pt x="30549" y="3557"/>
                </a:cubicBezTo>
                <a:cubicBezTo>
                  <a:pt x="30488" y="3542"/>
                  <a:pt x="30435" y="3534"/>
                  <a:pt x="30381" y="3534"/>
                </a:cubicBezTo>
                <a:cubicBezTo>
                  <a:pt x="30328" y="3534"/>
                  <a:pt x="30275" y="3542"/>
                  <a:pt x="30214" y="3557"/>
                </a:cubicBezTo>
                <a:cubicBezTo>
                  <a:pt x="30205" y="3562"/>
                  <a:pt x="30193" y="3563"/>
                  <a:pt x="30178" y="3563"/>
                </a:cubicBezTo>
                <a:cubicBezTo>
                  <a:pt x="30119" y="3563"/>
                  <a:pt x="30026" y="3536"/>
                  <a:pt x="29966" y="3536"/>
                </a:cubicBezTo>
                <a:cubicBezTo>
                  <a:pt x="29939" y="3536"/>
                  <a:pt x="29918" y="3541"/>
                  <a:pt x="29910" y="3557"/>
                </a:cubicBezTo>
                <a:cubicBezTo>
                  <a:pt x="29910" y="3618"/>
                  <a:pt x="29880" y="3648"/>
                  <a:pt x="29850" y="3648"/>
                </a:cubicBezTo>
                <a:lnTo>
                  <a:pt x="29819" y="3648"/>
                </a:lnTo>
                <a:lnTo>
                  <a:pt x="29546" y="3587"/>
                </a:lnTo>
                <a:lnTo>
                  <a:pt x="28907" y="3800"/>
                </a:lnTo>
                <a:lnTo>
                  <a:pt x="28846" y="3861"/>
                </a:lnTo>
                <a:cubicBezTo>
                  <a:pt x="28755" y="3831"/>
                  <a:pt x="28664" y="3800"/>
                  <a:pt x="28603" y="3739"/>
                </a:cubicBezTo>
                <a:lnTo>
                  <a:pt x="27995" y="3739"/>
                </a:lnTo>
                <a:cubicBezTo>
                  <a:pt x="27904" y="3770"/>
                  <a:pt x="27783" y="3770"/>
                  <a:pt x="27752" y="3800"/>
                </a:cubicBezTo>
                <a:cubicBezTo>
                  <a:pt x="27710" y="3863"/>
                  <a:pt x="27669" y="3882"/>
                  <a:pt x="27627" y="3882"/>
                </a:cubicBezTo>
                <a:cubicBezTo>
                  <a:pt x="27557" y="3882"/>
                  <a:pt x="27487" y="3827"/>
                  <a:pt x="27417" y="3827"/>
                </a:cubicBezTo>
                <a:cubicBezTo>
                  <a:pt x="27407" y="3827"/>
                  <a:pt x="27397" y="3828"/>
                  <a:pt x="27387" y="3831"/>
                </a:cubicBezTo>
                <a:lnTo>
                  <a:pt x="27236" y="3861"/>
                </a:lnTo>
                <a:cubicBezTo>
                  <a:pt x="26962" y="3922"/>
                  <a:pt x="26719" y="4013"/>
                  <a:pt x="26506" y="4165"/>
                </a:cubicBezTo>
                <a:lnTo>
                  <a:pt x="26202" y="4104"/>
                </a:lnTo>
                <a:lnTo>
                  <a:pt x="26172" y="4104"/>
                </a:lnTo>
                <a:cubicBezTo>
                  <a:pt x="26143" y="4104"/>
                  <a:pt x="26007" y="4320"/>
                  <a:pt x="25915" y="4320"/>
                </a:cubicBezTo>
                <a:cubicBezTo>
                  <a:pt x="25909" y="4320"/>
                  <a:pt x="25903" y="4319"/>
                  <a:pt x="25898" y="4317"/>
                </a:cubicBezTo>
                <a:cubicBezTo>
                  <a:pt x="25777" y="4287"/>
                  <a:pt x="25685" y="4074"/>
                  <a:pt x="25685" y="4013"/>
                </a:cubicBezTo>
                <a:cubicBezTo>
                  <a:pt x="25685" y="4004"/>
                  <a:pt x="25670" y="4000"/>
                  <a:pt x="25647" y="4000"/>
                </a:cubicBezTo>
                <a:cubicBezTo>
                  <a:pt x="25592" y="4000"/>
                  <a:pt x="25494" y="4022"/>
                  <a:pt x="25473" y="4043"/>
                </a:cubicBezTo>
                <a:cubicBezTo>
                  <a:pt x="25461" y="4049"/>
                  <a:pt x="25446" y="4052"/>
                  <a:pt x="25429" y="4052"/>
                </a:cubicBezTo>
                <a:cubicBezTo>
                  <a:pt x="25358" y="4052"/>
                  <a:pt x="25254" y="4007"/>
                  <a:pt x="25229" y="3983"/>
                </a:cubicBezTo>
                <a:cubicBezTo>
                  <a:pt x="25017" y="3983"/>
                  <a:pt x="24865" y="4043"/>
                  <a:pt x="24713" y="4165"/>
                </a:cubicBezTo>
                <a:lnTo>
                  <a:pt x="23345" y="4165"/>
                </a:lnTo>
                <a:lnTo>
                  <a:pt x="23162" y="4347"/>
                </a:lnTo>
                <a:cubicBezTo>
                  <a:pt x="23102" y="4347"/>
                  <a:pt x="23071" y="4347"/>
                  <a:pt x="23041" y="4317"/>
                </a:cubicBezTo>
                <a:cubicBezTo>
                  <a:pt x="23015" y="4264"/>
                  <a:pt x="23034" y="4189"/>
                  <a:pt x="22942" y="4189"/>
                </a:cubicBezTo>
                <a:cubicBezTo>
                  <a:pt x="22927" y="4189"/>
                  <a:pt x="22910" y="4191"/>
                  <a:pt x="22889" y="4195"/>
                </a:cubicBezTo>
                <a:cubicBezTo>
                  <a:pt x="22859" y="4195"/>
                  <a:pt x="22828" y="4287"/>
                  <a:pt x="22767" y="4317"/>
                </a:cubicBezTo>
                <a:cubicBezTo>
                  <a:pt x="22676" y="4378"/>
                  <a:pt x="22585" y="4408"/>
                  <a:pt x="22463" y="4439"/>
                </a:cubicBezTo>
                <a:lnTo>
                  <a:pt x="22068" y="4439"/>
                </a:lnTo>
                <a:cubicBezTo>
                  <a:pt x="21987" y="4439"/>
                  <a:pt x="21906" y="4493"/>
                  <a:pt x="21816" y="4493"/>
                </a:cubicBezTo>
                <a:cubicBezTo>
                  <a:pt x="21771" y="4493"/>
                  <a:pt x="21724" y="4479"/>
                  <a:pt x="21673" y="4439"/>
                </a:cubicBezTo>
                <a:cubicBezTo>
                  <a:pt x="21582" y="4439"/>
                  <a:pt x="21369" y="4530"/>
                  <a:pt x="21217" y="4591"/>
                </a:cubicBezTo>
                <a:lnTo>
                  <a:pt x="21035" y="4530"/>
                </a:lnTo>
                <a:cubicBezTo>
                  <a:pt x="20974" y="4499"/>
                  <a:pt x="20852" y="4469"/>
                  <a:pt x="20822" y="4469"/>
                </a:cubicBezTo>
                <a:cubicBezTo>
                  <a:pt x="20731" y="4515"/>
                  <a:pt x="20624" y="4522"/>
                  <a:pt x="20518" y="4522"/>
                </a:cubicBezTo>
                <a:cubicBezTo>
                  <a:pt x="20465" y="4522"/>
                  <a:pt x="20412" y="4520"/>
                  <a:pt x="20360" y="4520"/>
                </a:cubicBezTo>
                <a:cubicBezTo>
                  <a:pt x="20309" y="4520"/>
                  <a:pt x="20260" y="4522"/>
                  <a:pt x="20214" y="4530"/>
                </a:cubicBezTo>
                <a:cubicBezTo>
                  <a:pt x="20184" y="4530"/>
                  <a:pt x="20153" y="4560"/>
                  <a:pt x="20153" y="4560"/>
                </a:cubicBezTo>
                <a:lnTo>
                  <a:pt x="20123" y="4743"/>
                </a:lnTo>
                <a:cubicBezTo>
                  <a:pt x="19849" y="4651"/>
                  <a:pt x="19576" y="4591"/>
                  <a:pt x="19272" y="4591"/>
                </a:cubicBezTo>
                <a:lnTo>
                  <a:pt x="19029" y="4773"/>
                </a:lnTo>
                <a:lnTo>
                  <a:pt x="18968" y="4834"/>
                </a:lnTo>
                <a:cubicBezTo>
                  <a:pt x="18846" y="4803"/>
                  <a:pt x="18725" y="4743"/>
                  <a:pt x="18634" y="4682"/>
                </a:cubicBezTo>
                <a:lnTo>
                  <a:pt x="18573" y="4621"/>
                </a:lnTo>
                <a:lnTo>
                  <a:pt x="18390" y="4712"/>
                </a:lnTo>
                <a:lnTo>
                  <a:pt x="18299" y="4743"/>
                </a:lnTo>
                <a:cubicBezTo>
                  <a:pt x="18290" y="4747"/>
                  <a:pt x="18282" y="4749"/>
                  <a:pt x="18273" y="4749"/>
                </a:cubicBezTo>
                <a:cubicBezTo>
                  <a:pt x="18242" y="4749"/>
                  <a:pt x="18216" y="4721"/>
                  <a:pt x="18178" y="4721"/>
                </a:cubicBezTo>
                <a:cubicBezTo>
                  <a:pt x="18160" y="4721"/>
                  <a:pt x="18141" y="4727"/>
                  <a:pt x="18117" y="4743"/>
                </a:cubicBezTo>
                <a:cubicBezTo>
                  <a:pt x="18056" y="4803"/>
                  <a:pt x="18026" y="4894"/>
                  <a:pt x="17965" y="4925"/>
                </a:cubicBezTo>
                <a:cubicBezTo>
                  <a:pt x="17919" y="4940"/>
                  <a:pt x="17874" y="4948"/>
                  <a:pt x="17828" y="4948"/>
                </a:cubicBezTo>
                <a:cubicBezTo>
                  <a:pt x="17782" y="4948"/>
                  <a:pt x="17737" y="4940"/>
                  <a:pt x="17691" y="4925"/>
                </a:cubicBezTo>
                <a:lnTo>
                  <a:pt x="17630" y="4894"/>
                </a:lnTo>
                <a:cubicBezTo>
                  <a:pt x="17621" y="4875"/>
                  <a:pt x="17605" y="4865"/>
                  <a:pt x="17587" y="4865"/>
                </a:cubicBezTo>
                <a:cubicBezTo>
                  <a:pt x="17548" y="4865"/>
                  <a:pt x="17499" y="4912"/>
                  <a:pt x="17478" y="5016"/>
                </a:cubicBezTo>
                <a:lnTo>
                  <a:pt x="17296" y="4955"/>
                </a:lnTo>
                <a:lnTo>
                  <a:pt x="17235" y="4955"/>
                </a:lnTo>
                <a:cubicBezTo>
                  <a:pt x="17114" y="4925"/>
                  <a:pt x="17023" y="4894"/>
                  <a:pt x="16901" y="4894"/>
                </a:cubicBezTo>
                <a:lnTo>
                  <a:pt x="16901" y="4925"/>
                </a:lnTo>
                <a:cubicBezTo>
                  <a:pt x="16871" y="5046"/>
                  <a:pt x="16749" y="5046"/>
                  <a:pt x="16658" y="5046"/>
                </a:cubicBezTo>
                <a:lnTo>
                  <a:pt x="16232" y="5046"/>
                </a:lnTo>
                <a:cubicBezTo>
                  <a:pt x="16141" y="5046"/>
                  <a:pt x="16019" y="5077"/>
                  <a:pt x="15959" y="5168"/>
                </a:cubicBezTo>
                <a:lnTo>
                  <a:pt x="15898" y="5229"/>
                </a:lnTo>
                <a:lnTo>
                  <a:pt x="15594" y="5229"/>
                </a:lnTo>
                <a:cubicBezTo>
                  <a:pt x="15533" y="5229"/>
                  <a:pt x="15442" y="5198"/>
                  <a:pt x="15412" y="5107"/>
                </a:cubicBezTo>
                <a:cubicBezTo>
                  <a:pt x="15412" y="5088"/>
                  <a:pt x="15403" y="5081"/>
                  <a:pt x="15390" y="5081"/>
                </a:cubicBezTo>
                <a:cubicBezTo>
                  <a:pt x="15361" y="5081"/>
                  <a:pt x="15311" y="5117"/>
                  <a:pt x="15290" y="5138"/>
                </a:cubicBezTo>
                <a:cubicBezTo>
                  <a:pt x="15290" y="5150"/>
                  <a:pt x="15279" y="5155"/>
                  <a:pt x="15262" y="5155"/>
                </a:cubicBezTo>
                <a:cubicBezTo>
                  <a:pt x="15215" y="5155"/>
                  <a:pt x="15122" y="5120"/>
                  <a:pt x="15075" y="5120"/>
                </a:cubicBezTo>
                <a:cubicBezTo>
                  <a:pt x="15058" y="5120"/>
                  <a:pt x="15047" y="5125"/>
                  <a:pt x="15047" y="5138"/>
                </a:cubicBezTo>
                <a:cubicBezTo>
                  <a:pt x="15047" y="5176"/>
                  <a:pt x="15036" y="5193"/>
                  <a:pt x="15017" y="5193"/>
                </a:cubicBezTo>
                <a:cubicBezTo>
                  <a:pt x="14991" y="5193"/>
                  <a:pt x="14948" y="5160"/>
                  <a:pt x="14895" y="5107"/>
                </a:cubicBezTo>
                <a:lnTo>
                  <a:pt x="14682" y="5198"/>
                </a:lnTo>
                <a:cubicBezTo>
                  <a:pt x="14647" y="5222"/>
                  <a:pt x="14608" y="5232"/>
                  <a:pt x="14568" y="5232"/>
                </a:cubicBezTo>
                <a:cubicBezTo>
                  <a:pt x="14502" y="5232"/>
                  <a:pt x="14434" y="5206"/>
                  <a:pt x="14378" y="5168"/>
                </a:cubicBezTo>
                <a:lnTo>
                  <a:pt x="14257" y="5077"/>
                </a:lnTo>
                <a:cubicBezTo>
                  <a:pt x="14230" y="5155"/>
                  <a:pt x="14069" y="5302"/>
                  <a:pt x="14025" y="5302"/>
                </a:cubicBezTo>
                <a:cubicBezTo>
                  <a:pt x="14017" y="5302"/>
                  <a:pt x="14013" y="5298"/>
                  <a:pt x="14013" y="5290"/>
                </a:cubicBezTo>
                <a:cubicBezTo>
                  <a:pt x="14013" y="5268"/>
                  <a:pt x="14007" y="5260"/>
                  <a:pt x="13995" y="5260"/>
                </a:cubicBezTo>
                <a:cubicBezTo>
                  <a:pt x="13962" y="5260"/>
                  <a:pt x="13891" y="5324"/>
                  <a:pt x="13827" y="5324"/>
                </a:cubicBezTo>
                <a:cubicBezTo>
                  <a:pt x="13818" y="5324"/>
                  <a:pt x="13809" y="5323"/>
                  <a:pt x="13801" y="5320"/>
                </a:cubicBezTo>
                <a:cubicBezTo>
                  <a:pt x="13649" y="5259"/>
                  <a:pt x="13497" y="5229"/>
                  <a:pt x="13314" y="5198"/>
                </a:cubicBezTo>
                <a:cubicBezTo>
                  <a:pt x="13162" y="5259"/>
                  <a:pt x="12980" y="5290"/>
                  <a:pt x="12828" y="5320"/>
                </a:cubicBezTo>
                <a:lnTo>
                  <a:pt x="12646" y="5350"/>
                </a:lnTo>
                <a:lnTo>
                  <a:pt x="12433" y="5350"/>
                </a:lnTo>
                <a:cubicBezTo>
                  <a:pt x="12352" y="5377"/>
                  <a:pt x="12150" y="5477"/>
                  <a:pt x="12064" y="5477"/>
                </a:cubicBezTo>
                <a:cubicBezTo>
                  <a:pt x="12053" y="5477"/>
                  <a:pt x="12044" y="5475"/>
                  <a:pt x="12038" y="5472"/>
                </a:cubicBezTo>
                <a:cubicBezTo>
                  <a:pt x="12031" y="5469"/>
                  <a:pt x="12021" y="5467"/>
                  <a:pt x="12008" y="5467"/>
                </a:cubicBezTo>
                <a:cubicBezTo>
                  <a:pt x="11923" y="5467"/>
                  <a:pt x="11721" y="5538"/>
                  <a:pt x="11599" y="5538"/>
                </a:cubicBezTo>
                <a:cubicBezTo>
                  <a:pt x="11581" y="5538"/>
                  <a:pt x="11565" y="5536"/>
                  <a:pt x="11551" y="5533"/>
                </a:cubicBezTo>
                <a:cubicBezTo>
                  <a:pt x="11430" y="5502"/>
                  <a:pt x="11308" y="5502"/>
                  <a:pt x="11187" y="5502"/>
                </a:cubicBezTo>
                <a:cubicBezTo>
                  <a:pt x="11156" y="5533"/>
                  <a:pt x="11035" y="5654"/>
                  <a:pt x="10974" y="5654"/>
                </a:cubicBezTo>
                <a:cubicBezTo>
                  <a:pt x="10941" y="5646"/>
                  <a:pt x="10909" y="5642"/>
                  <a:pt x="10877" y="5642"/>
                </a:cubicBezTo>
                <a:cubicBezTo>
                  <a:pt x="10789" y="5642"/>
                  <a:pt x="10706" y="5671"/>
                  <a:pt x="10639" y="5715"/>
                </a:cubicBezTo>
                <a:lnTo>
                  <a:pt x="10518" y="5776"/>
                </a:lnTo>
                <a:cubicBezTo>
                  <a:pt x="10518" y="5776"/>
                  <a:pt x="10487" y="5746"/>
                  <a:pt x="10457" y="5746"/>
                </a:cubicBezTo>
                <a:cubicBezTo>
                  <a:pt x="10342" y="5714"/>
                  <a:pt x="10223" y="5697"/>
                  <a:pt x="10105" y="5697"/>
                </a:cubicBezTo>
                <a:cubicBezTo>
                  <a:pt x="9882" y="5697"/>
                  <a:pt x="9664" y="5758"/>
                  <a:pt x="9484" y="5898"/>
                </a:cubicBezTo>
                <a:lnTo>
                  <a:pt x="9454" y="5898"/>
                </a:lnTo>
                <a:cubicBezTo>
                  <a:pt x="9450" y="5902"/>
                  <a:pt x="9439" y="5904"/>
                  <a:pt x="9424" y="5904"/>
                </a:cubicBezTo>
                <a:cubicBezTo>
                  <a:pt x="9332" y="5904"/>
                  <a:pt x="9072" y="5837"/>
                  <a:pt x="8968" y="5837"/>
                </a:cubicBezTo>
                <a:lnTo>
                  <a:pt x="8117" y="5837"/>
                </a:lnTo>
                <a:lnTo>
                  <a:pt x="7873" y="5958"/>
                </a:lnTo>
                <a:cubicBezTo>
                  <a:pt x="7738" y="6043"/>
                  <a:pt x="7603" y="6062"/>
                  <a:pt x="7463" y="6062"/>
                </a:cubicBezTo>
                <a:cubicBezTo>
                  <a:pt x="7351" y="6062"/>
                  <a:pt x="7235" y="6050"/>
                  <a:pt x="7114" y="6050"/>
                </a:cubicBezTo>
                <a:cubicBezTo>
                  <a:pt x="7114" y="6050"/>
                  <a:pt x="7083" y="5989"/>
                  <a:pt x="7083" y="5958"/>
                </a:cubicBezTo>
                <a:cubicBezTo>
                  <a:pt x="7064" y="5892"/>
                  <a:pt x="7045" y="5870"/>
                  <a:pt x="7025" y="5870"/>
                </a:cubicBezTo>
                <a:cubicBezTo>
                  <a:pt x="6983" y="5870"/>
                  <a:pt x="6933" y="5961"/>
                  <a:pt x="6861" y="5961"/>
                </a:cubicBezTo>
                <a:cubicBezTo>
                  <a:pt x="6854" y="5961"/>
                  <a:pt x="6847" y="5960"/>
                  <a:pt x="6840" y="5958"/>
                </a:cubicBezTo>
                <a:lnTo>
                  <a:pt x="6749" y="5928"/>
                </a:lnTo>
                <a:lnTo>
                  <a:pt x="6749" y="5928"/>
                </a:lnTo>
                <a:cubicBezTo>
                  <a:pt x="6779" y="6050"/>
                  <a:pt x="6232" y="6110"/>
                  <a:pt x="6019" y="6141"/>
                </a:cubicBezTo>
                <a:cubicBezTo>
                  <a:pt x="5970" y="6149"/>
                  <a:pt x="5919" y="6153"/>
                  <a:pt x="5867" y="6153"/>
                </a:cubicBezTo>
                <a:cubicBezTo>
                  <a:pt x="5725" y="6153"/>
                  <a:pt x="5575" y="6124"/>
                  <a:pt x="5442" y="6080"/>
                </a:cubicBezTo>
                <a:cubicBezTo>
                  <a:pt x="5438" y="6076"/>
                  <a:pt x="5432" y="6074"/>
                  <a:pt x="5425" y="6074"/>
                </a:cubicBezTo>
                <a:cubicBezTo>
                  <a:pt x="5379" y="6074"/>
                  <a:pt x="5281" y="6149"/>
                  <a:pt x="5229" y="6201"/>
                </a:cubicBezTo>
                <a:cubicBezTo>
                  <a:pt x="5220" y="6210"/>
                  <a:pt x="5209" y="6214"/>
                  <a:pt x="5197" y="6214"/>
                </a:cubicBezTo>
                <a:cubicBezTo>
                  <a:pt x="5168" y="6214"/>
                  <a:pt x="5138" y="6193"/>
                  <a:pt x="5138" y="6171"/>
                </a:cubicBezTo>
                <a:cubicBezTo>
                  <a:pt x="5130" y="6164"/>
                  <a:pt x="5117" y="6160"/>
                  <a:pt x="5099" y="6160"/>
                </a:cubicBezTo>
                <a:cubicBezTo>
                  <a:pt x="5047" y="6160"/>
                  <a:pt x="4955" y="6194"/>
                  <a:pt x="4864" y="6262"/>
                </a:cubicBezTo>
                <a:lnTo>
                  <a:pt x="4743" y="6323"/>
                </a:lnTo>
                <a:cubicBezTo>
                  <a:pt x="4682" y="6353"/>
                  <a:pt x="4591" y="6384"/>
                  <a:pt x="4560" y="6384"/>
                </a:cubicBezTo>
                <a:lnTo>
                  <a:pt x="4530" y="6353"/>
                </a:lnTo>
                <a:cubicBezTo>
                  <a:pt x="4514" y="6338"/>
                  <a:pt x="4492" y="6330"/>
                  <a:pt x="4466" y="6330"/>
                </a:cubicBezTo>
                <a:cubicBezTo>
                  <a:pt x="4391" y="6330"/>
                  <a:pt x="4278" y="6393"/>
                  <a:pt x="4165" y="6505"/>
                </a:cubicBezTo>
                <a:lnTo>
                  <a:pt x="3952" y="6566"/>
                </a:lnTo>
                <a:cubicBezTo>
                  <a:pt x="3831" y="6581"/>
                  <a:pt x="3709" y="6589"/>
                  <a:pt x="3591" y="6589"/>
                </a:cubicBezTo>
                <a:cubicBezTo>
                  <a:pt x="3474" y="6589"/>
                  <a:pt x="3360" y="6581"/>
                  <a:pt x="3253" y="6566"/>
                </a:cubicBezTo>
                <a:lnTo>
                  <a:pt x="3041" y="6475"/>
                </a:lnTo>
                <a:lnTo>
                  <a:pt x="2797" y="6688"/>
                </a:lnTo>
                <a:cubicBezTo>
                  <a:pt x="2788" y="6697"/>
                  <a:pt x="2780" y="6700"/>
                  <a:pt x="2771" y="6700"/>
                </a:cubicBezTo>
                <a:cubicBezTo>
                  <a:pt x="2749" y="6700"/>
                  <a:pt x="2728" y="6679"/>
                  <a:pt x="2706" y="6657"/>
                </a:cubicBezTo>
                <a:lnTo>
                  <a:pt x="2645" y="6627"/>
                </a:lnTo>
                <a:cubicBezTo>
                  <a:pt x="2630" y="6612"/>
                  <a:pt x="2615" y="6604"/>
                  <a:pt x="2600" y="6604"/>
                </a:cubicBezTo>
                <a:cubicBezTo>
                  <a:pt x="2585" y="6604"/>
                  <a:pt x="2569" y="6612"/>
                  <a:pt x="2554" y="6627"/>
                </a:cubicBezTo>
                <a:lnTo>
                  <a:pt x="2372" y="6657"/>
                </a:lnTo>
                <a:cubicBezTo>
                  <a:pt x="2463" y="6749"/>
                  <a:pt x="2341" y="6840"/>
                  <a:pt x="2129" y="6840"/>
                </a:cubicBezTo>
                <a:lnTo>
                  <a:pt x="1855" y="6840"/>
                </a:lnTo>
                <a:cubicBezTo>
                  <a:pt x="1734" y="6840"/>
                  <a:pt x="1642" y="6901"/>
                  <a:pt x="1551" y="6992"/>
                </a:cubicBezTo>
                <a:cubicBezTo>
                  <a:pt x="1551" y="7053"/>
                  <a:pt x="1642" y="7144"/>
                  <a:pt x="1764" y="7205"/>
                </a:cubicBezTo>
                <a:lnTo>
                  <a:pt x="1885" y="7265"/>
                </a:lnTo>
                <a:lnTo>
                  <a:pt x="1916" y="7265"/>
                </a:lnTo>
                <a:cubicBezTo>
                  <a:pt x="1916" y="7326"/>
                  <a:pt x="1855" y="7357"/>
                  <a:pt x="1794" y="7357"/>
                </a:cubicBezTo>
                <a:cubicBezTo>
                  <a:pt x="1734" y="7357"/>
                  <a:pt x="1703" y="7326"/>
                  <a:pt x="1673" y="7296"/>
                </a:cubicBezTo>
                <a:lnTo>
                  <a:pt x="1551" y="7296"/>
                </a:lnTo>
                <a:lnTo>
                  <a:pt x="1430" y="7326"/>
                </a:lnTo>
                <a:cubicBezTo>
                  <a:pt x="1369" y="7235"/>
                  <a:pt x="1095" y="7144"/>
                  <a:pt x="1095" y="7083"/>
                </a:cubicBezTo>
                <a:cubicBezTo>
                  <a:pt x="1089" y="7070"/>
                  <a:pt x="1067" y="7064"/>
                  <a:pt x="1037" y="7064"/>
                </a:cubicBezTo>
                <a:cubicBezTo>
                  <a:pt x="928" y="7064"/>
                  <a:pt x="704" y="7140"/>
                  <a:pt x="609" y="7235"/>
                </a:cubicBezTo>
                <a:cubicBezTo>
                  <a:pt x="518" y="7296"/>
                  <a:pt x="487" y="7448"/>
                  <a:pt x="518" y="7569"/>
                </a:cubicBezTo>
                <a:lnTo>
                  <a:pt x="730" y="7417"/>
                </a:lnTo>
                <a:cubicBezTo>
                  <a:pt x="791" y="7478"/>
                  <a:pt x="882" y="7509"/>
                  <a:pt x="943" y="7569"/>
                </a:cubicBezTo>
                <a:lnTo>
                  <a:pt x="974" y="7600"/>
                </a:lnTo>
                <a:cubicBezTo>
                  <a:pt x="1004" y="7660"/>
                  <a:pt x="578" y="7782"/>
                  <a:pt x="518" y="7812"/>
                </a:cubicBezTo>
                <a:cubicBezTo>
                  <a:pt x="366" y="7904"/>
                  <a:pt x="244" y="7995"/>
                  <a:pt x="92" y="8086"/>
                </a:cubicBezTo>
                <a:cubicBezTo>
                  <a:pt x="31" y="8147"/>
                  <a:pt x="31" y="8238"/>
                  <a:pt x="62" y="8299"/>
                </a:cubicBezTo>
                <a:lnTo>
                  <a:pt x="62" y="8360"/>
                </a:lnTo>
                <a:lnTo>
                  <a:pt x="62" y="8390"/>
                </a:lnTo>
                <a:cubicBezTo>
                  <a:pt x="1" y="8420"/>
                  <a:pt x="153" y="8481"/>
                  <a:pt x="183" y="8481"/>
                </a:cubicBezTo>
                <a:cubicBezTo>
                  <a:pt x="244" y="8512"/>
                  <a:pt x="305" y="8967"/>
                  <a:pt x="426" y="9089"/>
                </a:cubicBezTo>
                <a:cubicBezTo>
                  <a:pt x="548" y="9241"/>
                  <a:pt x="548" y="9454"/>
                  <a:pt x="426" y="9636"/>
                </a:cubicBezTo>
                <a:lnTo>
                  <a:pt x="275" y="9697"/>
                </a:lnTo>
                <a:cubicBezTo>
                  <a:pt x="123" y="9788"/>
                  <a:pt x="123" y="9849"/>
                  <a:pt x="275" y="9940"/>
                </a:cubicBezTo>
                <a:lnTo>
                  <a:pt x="335" y="9971"/>
                </a:lnTo>
                <a:cubicBezTo>
                  <a:pt x="396" y="10001"/>
                  <a:pt x="366" y="10092"/>
                  <a:pt x="335" y="10123"/>
                </a:cubicBezTo>
                <a:cubicBezTo>
                  <a:pt x="305" y="10153"/>
                  <a:pt x="305" y="10183"/>
                  <a:pt x="366" y="10214"/>
                </a:cubicBezTo>
                <a:lnTo>
                  <a:pt x="426" y="10214"/>
                </a:lnTo>
                <a:cubicBezTo>
                  <a:pt x="518" y="10275"/>
                  <a:pt x="609" y="10305"/>
                  <a:pt x="730" y="10305"/>
                </a:cubicBezTo>
                <a:lnTo>
                  <a:pt x="913" y="10275"/>
                </a:lnTo>
                <a:cubicBezTo>
                  <a:pt x="933" y="10356"/>
                  <a:pt x="967" y="10383"/>
                  <a:pt x="987" y="10383"/>
                </a:cubicBezTo>
                <a:cubicBezTo>
                  <a:pt x="997" y="10383"/>
                  <a:pt x="1004" y="10376"/>
                  <a:pt x="1004" y="10366"/>
                </a:cubicBezTo>
                <a:cubicBezTo>
                  <a:pt x="1012" y="10358"/>
                  <a:pt x="1036" y="10354"/>
                  <a:pt x="1066" y="10354"/>
                </a:cubicBezTo>
                <a:cubicBezTo>
                  <a:pt x="1149" y="10354"/>
                  <a:pt x="1286" y="10382"/>
                  <a:pt x="1308" y="10426"/>
                </a:cubicBezTo>
                <a:cubicBezTo>
                  <a:pt x="1326" y="10462"/>
                  <a:pt x="1364" y="10477"/>
                  <a:pt x="1393" y="10477"/>
                </a:cubicBezTo>
                <a:cubicBezTo>
                  <a:pt x="1414" y="10477"/>
                  <a:pt x="1430" y="10469"/>
                  <a:pt x="1430" y="10457"/>
                </a:cubicBezTo>
                <a:cubicBezTo>
                  <a:pt x="1430" y="10453"/>
                  <a:pt x="1433" y="10451"/>
                  <a:pt x="1439" y="10451"/>
                </a:cubicBezTo>
                <a:cubicBezTo>
                  <a:pt x="1478" y="10451"/>
                  <a:pt x="1636" y="10534"/>
                  <a:pt x="1794" y="10639"/>
                </a:cubicBezTo>
                <a:lnTo>
                  <a:pt x="1946" y="10578"/>
                </a:lnTo>
                <a:lnTo>
                  <a:pt x="2098" y="10548"/>
                </a:lnTo>
                <a:cubicBezTo>
                  <a:pt x="2189" y="10609"/>
                  <a:pt x="2372" y="10700"/>
                  <a:pt x="2463" y="10730"/>
                </a:cubicBezTo>
                <a:lnTo>
                  <a:pt x="2493" y="10700"/>
                </a:lnTo>
                <a:cubicBezTo>
                  <a:pt x="2566" y="10645"/>
                  <a:pt x="2650" y="10634"/>
                  <a:pt x="2739" y="10634"/>
                </a:cubicBezTo>
                <a:cubicBezTo>
                  <a:pt x="2797" y="10634"/>
                  <a:pt x="2858" y="10639"/>
                  <a:pt x="2919" y="10639"/>
                </a:cubicBezTo>
                <a:cubicBezTo>
                  <a:pt x="3314" y="10670"/>
                  <a:pt x="3679" y="10700"/>
                  <a:pt x="4074" y="10730"/>
                </a:cubicBezTo>
                <a:lnTo>
                  <a:pt x="4408" y="10761"/>
                </a:lnTo>
                <a:cubicBezTo>
                  <a:pt x="4545" y="10776"/>
                  <a:pt x="4689" y="10784"/>
                  <a:pt x="4834" y="10784"/>
                </a:cubicBezTo>
                <a:cubicBezTo>
                  <a:pt x="4978" y="10784"/>
                  <a:pt x="5123" y="10776"/>
                  <a:pt x="5259" y="10761"/>
                </a:cubicBezTo>
                <a:lnTo>
                  <a:pt x="5290" y="10791"/>
                </a:lnTo>
                <a:lnTo>
                  <a:pt x="5381" y="10822"/>
                </a:lnTo>
                <a:lnTo>
                  <a:pt x="5715" y="10730"/>
                </a:lnTo>
                <a:lnTo>
                  <a:pt x="5837" y="10791"/>
                </a:lnTo>
                <a:cubicBezTo>
                  <a:pt x="5898" y="10822"/>
                  <a:pt x="5989" y="10822"/>
                  <a:pt x="6050" y="10822"/>
                </a:cubicBezTo>
                <a:lnTo>
                  <a:pt x="6232" y="10822"/>
                </a:lnTo>
                <a:cubicBezTo>
                  <a:pt x="6445" y="10822"/>
                  <a:pt x="6688" y="10852"/>
                  <a:pt x="6901" y="10882"/>
                </a:cubicBezTo>
                <a:lnTo>
                  <a:pt x="7053" y="10822"/>
                </a:lnTo>
                <a:cubicBezTo>
                  <a:pt x="7083" y="10806"/>
                  <a:pt x="7121" y="10806"/>
                  <a:pt x="7155" y="10806"/>
                </a:cubicBezTo>
                <a:cubicBezTo>
                  <a:pt x="7190" y="10806"/>
                  <a:pt x="7220" y="10806"/>
                  <a:pt x="7235" y="10791"/>
                </a:cubicBezTo>
                <a:cubicBezTo>
                  <a:pt x="7311" y="10761"/>
                  <a:pt x="7387" y="10746"/>
                  <a:pt x="7459" y="10746"/>
                </a:cubicBezTo>
                <a:cubicBezTo>
                  <a:pt x="7531" y="10746"/>
                  <a:pt x="7600" y="10761"/>
                  <a:pt x="7661" y="10791"/>
                </a:cubicBezTo>
                <a:lnTo>
                  <a:pt x="7782" y="10791"/>
                </a:lnTo>
                <a:cubicBezTo>
                  <a:pt x="7854" y="10734"/>
                  <a:pt x="7946" y="10704"/>
                  <a:pt x="8043" y="10704"/>
                </a:cubicBezTo>
                <a:cubicBezTo>
                  <a:pt x="8150" y="10704"/>
                  <a:pt x="8264" y="10741"/>
                  <a:pt x="8360" y="10822"/>
                </a:cubicBezTo>
                <a:cubicBezTo>
                  <a:pt x="8368" y="10817"/>
                  <a:pt x="8376" y="10816"/>
                  <a:pt x="8385" y="10816"/>
                </a:cubicBezTo>
                <a:cubicBezTo>
                  <a:pt x="8437" y="10816"/>
                  <a:pt x="8486" y="10891"/>
                  <a:pt x="8512" y="10943"/>
                </a:cubicBezTo>
                <a:cubicBezTo>
                  <a:pt x="8515" y="10946"/>
                  <a:pt x="8521" y="10948"/>
                  <a:pt x="8530" y="10948"/>
                </a:cubicBezTo>
                <a:cubicBezTo>
                  <a:pt x="8599" y="10948"/>
                  <a:pt x="8826" y="10845"/>
                  <a:pt x="8907" y="10791"/>
                </a:cubicBezTo>
                <a:cubicBezTo>
                  <a:pt x="8968" y="10730"/>
                  <a:pt x="9028" y="10700"/>
                  <a:pt x="9120" y="10670"/>
                </a:cubicBezTo>
                <a:cubicBezTo>
                  <a:pt x="9150" y="10670"/>
                  <a:pt x="9180" y="10670"/>
                  <a:pt x="9180" y="10700"/>
                </a:cubicBezTo>
                <a:lnTo>
                  <a:pt x="9180" y="10791"/>
                </a:lnTo>
                <a:cubicBezTo>
                  <a:pt x="9180" y="10822"/>
                  <a:pt x="9211" y="10882"/>
                  <a:pt x="9302" y="10882"/>
                </a:cubicBezTo>
                <a:lnTo>
                  <a:pt x="9332" y="10852"/>
                </a:lnTo>
                <a:cubicBezTo>
                  <a:pt x="9363" y="10837"/>
                  <a:pt x="9401" y="10829"/>
                  <a:pt x="9439" y="10829"/>
                </a:cubicBezTo>
                <a:cubicBezTo>
                  <a:pt x="9477" y="10829"/>
                  <a:pt x="9515" y="10837"/>
                  <a:pt x="9545" y="10852"/>
                </a:cubicBezTo>
                <a:lnTo>
                  <a:pt x="9697" y="10943"/>
                </a:lnTo>
                <a:cubicBezTo>
                  <a:pt x="9829" y="11022"/>
                  <a:pt x="9596" y="11101"/>
                  <a:pt x="9432" y="11101"/>
                </a:cubicBezTo>
                <a:cubicBezTo>
                  <a:pt x="9407" y="11101"/>
                  <a:pt x="9383" y="11099"/>
                  <a:pt x="9363" y="11095"/>
                </a:cubicBezTo>
                <a:cubicBezTo>
                  <a:pt x="9330" y="11087"/>
                  <a:pt x="9300" y="11083"/>
                  <a:pt x="9271" y="11083"/>
                </a:cubicBezTo>
                <a:cubicBezTo>
                  <a:pt x="9192" y="11083"/>
                  <a:pt x="9126" y="11111"/>
                  <a:pt x="9059" y="11156"/>
                </a:cubicBezTo>
                <a:cubicBezTo>
                  <a:pt x="9028" y="11186"/>
                  <a:pt x="9028" y="11278"/>
                  <a:pt x="8998" y="11308"/>
                </a:cubicBezTo>
                <a:cubicBezTo>
                  <a:pt x="8998" y="11317"/>
                  <a:pt x="8990" y="11321"/>
                  <a:pt x="8977" y="11321"/>
                </a:cubicBezTo>
                <a:cubicBezTo>
                  <a:pt x="8945" y="11321"/>
                  <a:pt x="8880" y="11299"/>
                  <a:pt x="8816" y="11278"/>
                </a:cubicBezTo>
                <a:lnTo>
                  <a:pt x="8755" y="11247"/>
                </a:lnTo>
                <a:lnTo>
                  <a:pt x="8725" y="11247"/>
                </a:lnTo>
                <a:cubicBezTo>
                  <a:pt x="8664" y="11278"/>
                  <a:pt x="8664" y="11338"/>
                  <a:pt x="8694" y="11369"/>
                </a:cubicBezTo>
                <a:cubicBezTo>
                  <a:pt x="8725" y="11369"/>
                  <a:pt x="8542" y="11399"/>
                  <a:pt x="8451" y="11399"/>
                </a:cubicBezTo>
                <a:cubicBezTo>
                  <a:pt x="8390" y="11399"/>
                  <a:pt x="8299" y="11278"/>
                  <a:pt x="8299" y="11217"/>
                </a:cubicBezTo>
                <a:cubicBezTo>
                  <a:pt x="8289" y="11197"/>
                  <a:pt x="8279" y="11186"/>
                  <a:pt x="8269" y="11186"/>
                </a:cubicBezTo>
                <a:cubicBezTo>
                  <a:pt x="8248" y="11186"/>
                  <a:pt x="8228" y="11227"/>
                  <a:pt x="8208" y="11308"/>
                </a:cubicBezTo>
                <a:lnTo>
                  <a:pt x="8177" y="11308"/>
                </a:lnTo>
                <a:lnTo>
                  <a:pt x="7965" y="11338"/>
                </a:lnTo>
                <a:cubicBezTo>
                  <a:pt x="8025" y="11490"/>
                  <a:pt x="8086" y="11612"/>
                  <a:pt x="8117" y="11764"/>
                </a:cubicBezTo>
                <a:cubicBezTo>
                  <a:pt x="8117" y="11785"/>
                  <a:pt x="8105" y="11796"/>
                  <a:pt x="8084" y="11796"/>
                </a:cubicBezTo>
                <a:cubicBezTo>
                  <a:pt x="8044" y="11796"/>
                  <a:pt x="7972" y="11762"/>
                  <a:pt x="7873" y="11703"/>
                </a:cubicBezTo>
                <a:lnTo>
                  <a:pt x="7752" y="11825"/>
                </a:lnTo>
                <a:lnTo>
                  <a:pt x="7691" y="11855"/>
                </a:lnTo>
                <a:cubicBezTo>
                  <a:pt x="7509" y="11764"/>
                  <a:pt x="7600" y="11521"/>
                  <a:pt x="7661" y="11399"/>
                </a:cubicBezTo>
                <a:cubicBezTo>
                  <a:pt x="7696" y="11363"/>
                  <a:pt x="7699" y="11351"/>
                  <a:pt x="7688" y="11351"/>
                </a:cubicBezTo>
                <a:cubicBezTo>
                  <a:pt x="7670" y="11351"/>
                  <a:pt x="7618" y="11381"/>
                  <a:pt x="7600" y="11399"/>
                </a:cubicBezTo>
                <a:cubicBezTo>
                  <a:pt x="7596" y="11403"/>
                  <a:pt x="7589" y="11404"/>
                  <a:pt x="7578" y="11404"/>
                </a:cubicBezTo>
                <a:cubicBezTo>
                  <a:pt x="7515" y="11404"/>
                  <a:pt x="7338" y="11351"/>
                  <a:pt x="7211" y="11351"/>
                </a:cubicBezTo>
                <a:cubicBezTo>
                  <a:pt x="7172" y="11351"/>
                  <a:pt x="7139" y="11356"/>
                  <a:pt x="7114" y="11369"/>
                </a:cubicBezTo>
                <a:cubicBezTo>
                  <a:pt x="6992" y="11399"/>
                  <a:pt x="6931" y="11490"/>
                  <a:pt x="6870" y="11582"/>
                </a:cubicBezTo>
                <a:cubicBezTo>
                  <a:pt x="6870" y="11587"/>
                  <a:pt x="6873" y="11589"/>
                  <a:pt x="6879" y="11589"/>
                </a:cubicBezTo>
                <a:cubicBezTo>
                  <a:pt x="6904" y="11589"/>
                  <a:pt x="6983" y="11535"/>
                  <a:pt x="7083" y="11460"/>
                </a:cubicBezTo>
                <a:lnTo>
                  <a:pt x="7205" y="11612"/>
                </a:lnTo>
                <a:lnTo>
                  <a:pt x="7235" y="11673"/>
                </a:lnTo>
                <a:cubicBezTo>
                  <a:pt x="7266" y="11733"/>
                  <a:pt x="7205" y="11794"/>
                  <a:pt x="7144" y="11794"/>
                </a:cubicBezTo>
                <a:lnTo>
                  <a:pt x="6992" y="11794"/>
                </a:lnTo>
                <a:cubicBezTo>
                  <a:pt x="6962" y="11794"/>
                  <a:pt x="6901" y="11855"/>
                  <a:pt x="6901" y="11946"/>
                </a:cubicBezTo>
                <a:lnTo>
                  <a:pt x="6779" y="11916"/>
                </a:lnTo>
                <a:lnTo>
                  <a:pt x="6658" y="11855"/>
                </a:lnTo>
                <a:cubicBezTo>
                  <a:pt x="6658" y="11789"/>
                  <a:pt x="6579" y="11739"/>
                  <a:pt x="6500" y="11739"/>
                </a:cubicBezTo>
                <a:cubicBezTo>
                  <a:pt x="6470" y="11739"/>
                  <a:pt x="6440" y="11747"/>
                  <a:pt x="6414" y="11764"/>
                </a:cubicBezTo>
                <a:lnTo>
                  <a:pt x="6323" y="11825"/>
                </a:lnTo>
                <a:cubicBezTo>
                  <a:pt x="6293" y="11825"/>
                  <a:pt x="6232" y="11825"/>
                  <a:pt x="6202" y="11794"/>
                </a:cubicBezTo>
                <a:lnTo>
                  <a:pt x="6202" y="11703"/>
                </a:lnTo>
                <a:lnTo>
                  <a:pt x="6232" y="11673"/>
                </a:lnTo>
                <a:cubicBezTo>
                  <a:pt x="6202" y="11612"/>
                  <a:pt x="6202" y="11551"/>
                  <a:pt x="6171" y="11521"/>
                </a:cubicBezTo>
                <a:cubicBezTo>
                  <a:pt x="6171" y="11513"/>
                  <a:pt x="6170" y="11510"/>
                  <a:pt x="6167" y="11510"/>
                </a:cubicBezTo>
                <a:cubicBezTo>
                  <a:pt x="6150" y="11510"/>
                  <a:pt x="6080" y="11680"/>
                  <a:pt x="6080" y="11733"/>
                </a:cubicBezTo>
                <a:cubicBezTo>
                  <a:pt x="6080" y="11764"/>
                  <a:pt x="5776" y="11855"/>
                  <a:pt x="5685" y="11916"/>
                </a:cubicBezTo>
                <a:cubicBezTo>
                  <a:pt x="5624" y="11946"/>
                  <a:pt x="5563" y="11977"/>
                  <a:pt x="5533" y="12037"/>
                </a:cubicBezTo>
                <a:cubicBezTo>
                  <a:pt x="5594" y="12068"/>
                  <a:pt x="5685" y="12068"/>
                  <a:pt x="5776" y="12098"/>
                </a:cubicBezTo>
                <a:cubicBezTo>
                  <a:pt x="5837" y="12098"/>
                  <a:pt x="5898" y="12220"/>
                  <a:pt x="5898" y="12281"/>
                </a:cubicBezTo>
                <a:cubicBezTo>
                  <a:pt x="5898" y="12296"/>
                  <a:pt x="5875" y="12303"/>
                  <a:pt x="5841" y="12303"/>
                </a:cubicBezTo>
                <a:cubicBezTo>
                  <a:pt x="5807" y="12303"/>
                  <a:pt x="5761" y="12296"/>
                  <a:pt x="5715" y="12281"/>
                </a:cubicBezTo>
                <a:lnTo>
                  <a:pt x="5594" y="12281"/>
                </a:lnTo>
                <a:cubicBezTo>
                  <a:pt x="5563" y="12281"/>
                  <a:pt x="5533" y="12372"/>
                  <a:pt x="5563" y="12402"/>
                </a:cubicBezTo>
                <a:lnTo>
                  <a:pt x="5594" y="12402"/>
                </a:lnTo>
                <a:cubicBezTo>
                  <a:pt x="5634" y="12410"/>
                  <a:pt x="5675" y="12414"/>
                  <a:pt x="5716" y="12414"/>
                </a:cubicBezTo>
                <a:cubicBezTo>
                  <a:pt x="5827" y="12414"/>
                  <a:pt x="5938" y="12386"/>
                  <a:pt x="6050" y="12341"/>
                </a:cubicBezTo>
                <a:lnTo>
                  <a:pt x="6414" y="12341"/>
                </a:lnTo>
                <a:cubicBezTo>
                  <a:pt x="6354" y="12220"/>
                  <a:pt x="6232" y="12129"/>
                  <a:pt x="6080" y="12068"/>
                </a:cubicBezTo>
                <a:cubicBezTo>
                  <a:pt x="6019" y="12068"/>
                  <a:pt x="6080" y="11977"/>
                  <a:pt x="6110" y="11946"/>
                </a:cubicBezTo>
                <a:cubicBezTo>
                  <a:pt x="6141" y="11946"/>
                  <a:pt x="6262" y="12068"/>
                  <a:pt x="6323" y="12098"/>
                </a:cubicBezTo>
                <a:cubicBezTo>
                  <a:pt x="6384" y="12129"/>
                  <a:pt x="6445" y="12341"/>
                  <a:pt x="6506" y="12402"/>
                </a:cubicBezTo>
                <a:cubicBezTo>
                  <a:pt x="6627" y="12463"/>
                  <a:pt x="6749" y="12493"/>
                  <a:pt x="6901" y="12493"/>
                </a:cubicBezTo>
                <a:cubicBezTo>
                  <a:pt x="6962" y="12493"/>
                  <a:pt x="7022" y="12676"/>
                  <a:pt x="7022" y="12737"/>
                </a:cubicBezTo>
                <a:cubicBezTo>
                  <a:pt x="7022" y="12772"/>
                  <a:pt x="6981" y="12787"/>
                  <a:pt x="6922" y="12787"/>
                </a:cubicBezTo>
                <a:cubicBezTo>
                  <a:pt x="6880" y="12787"/>
                  <a:pt x="6830" y="12780"/>
                  <a:pt x="6779" y="12767"/>
                </a:cubicBezTo>
                <a:lnTo>
                  <a:pt x="6749" y="12645"/>
                </a:lnTo>
                <a:lnTo>
                  <a:pt x="6718" y="12554"/>
                </a:lnTo>
                <a:cubicBezTo>
                  <a:pt x="6536" y="12554"/>
                  <a:pt x="6354" y="12554"/>
                  <a:pt x="6202" y="12493"/>
                </a:cubicBezTo>
                <a:lnTo>
                  <a:pt x="6202" y="12493"/>
                </a:lnTo>
                <a:lnTo>
                  <a:pt x="6232" y="12737"/>
                </a:lnTo>
                <a:cubicBezTo>
                  <a:pt x="6232" y="12767"/>
                  <a:pt x="6202" y="12828"/>
                  <a:pt x="6171" y="12828"/>
                </a:cubicBezTo>
                <a:lnTo>
                  <a:pt x="5837" y="12828"/>
                </a:lnTo>
                <a:cubicBezTo>
                  <a:pt x="5533" y="12980"/>
                  <a:pt x="5351" y="13162"/>
                  <a:pt x="5411" y="13253"/>
                </a:cubicBezTo>
                <a:lnTo>
                  <a:pt x="5442" y="13253"/>
                </a:lnTo>
                <a:lnTo>
                  <a:pt x="5655" y="13192"/>
                </a:lnTo>
                <a:cubicBezTo>
                  <a:pt x="5682" y="13179"/>
                  <a:pt x="5711" y="13172"/>
                  <a:pt x="5741" y="13172"/>
                </a:cubicBezTo>
                <a:cubicBezTo>
                  <a:pt x="5902" y="13172"/>
                  <a:pt x="6062" y="13363"/>
                  <a:pt x="5959" y="13466"/>
                </a:cubicBezTo>
                <a:cubicBezTo>
                  <a:pt x="5867" y="13557"/>
                  <a:pt x="5959" y="13618"/>
                  <a:pt x="6019" y="13618"/>
                </a:cubicBezTo>
                <a:cubicBezTo>
                  <a:pt x="6080" y="13618"/>
                  <a:pt x="6110" y="13466"/>
                  <a:pt x="6110" y="13405"/>
                </a:cubicBezTo>
                <a:cubicBezTo>
                  <a:pt x="6110" y="13344"/>
                  <a:pt x="6232" y="13253"/>
                  <a:pt x="6384" y="13223"/>
                </a:cubicBezTo>
                <a:lnTo>
                  <a:pt x="6506" y="13192"/>
                </a:lnTo>
                <a:cubicBezTo>
                  <a:pt x="6566" y="13192"/>
                  <a:pt x="6597" y="13192"/>
                  <a:pt x="6627" y="13223"/>
                </a:cubicBezTo>
                <a:cubicBezTo>
                  <a:pt x="6627" y="13284"/>
                  <a:pt x="6627" y="13314"/>
                  <a:pt x="6597" y="13344"/>
                </a:cubicBezTo>
                <a:cubicBezTo>
                  <a:pt x="6571" y="13337"/>
                  <a:pt x="6547" y="13334"/>
                  <a:pt x="6526" y="13334"/>
                </a:cubicBezTo>
                <a:cubicBezTo>
                  <a:pt x="6375" y="13334"/>
                  <a:pt x="6339" y="13504"/>
                  <a:pt x="6232" y="13557"/>
                </a:cubicBezTo>
                <a:lnTo>
                  <a:pt x="6202" y="13557"/>
                </a:lnTo>
                <a:cubicBezTo>
                  <a:pt x="6171" y="13588"/>
                  <a:pt x="6232" y="13618"/>
                  <a:pt x="6323" y="13679"/>
                </a:cubicBezTo>
                <a:lnTo>
                  <a:pt x="6354" y="13648"/>
                </a:lnTo>
                <a:lnTo>
                  <a:pt x="6627" y="13527"/>
                </a:lnTo>
                <a:lnTo>
                  <a:pt x="6627" y="13527"/>
                </a:lnTo>
                <a:cubicBezTo>
                  <a:pt x="6627" y="13648"/>
                  <a:pt x="6566" y="13770"/>
                  <a:pt x="6445" y="13831"/>
                </a:cubicBezTo>
                <a:cubicBezTo>
                  <a:pt x="6384" y="13861"/>
                  <a:pt x="6566" y="14044"/>
                  <a:pt x="6658" y="14044"/>
                </a:cubicBezTo>
                <a:cubicBezTo>
                  <a:pt x="6749" y="14013"/>
                  <a:pt x="6779" y="13861"/>
                  <a:pt x="6749" y="13800"/>
                </a:cubicBezTo>
                <a:cubicBezTo>
                  <a:pt x="6740" y="13783"/>
                  <a:pt x="6765" y="13776"/>
                  <a:pt x="6807" y="13776"/>
                </a:cubicBezTo>
                <a:cubicBezTo>
                  <a:pt x="6915" y="13776"/>
                  <a:pt x="7139" y="13826"/>
                  <a:pt x="7205" y="13892"/>
                </a:cubicBezTo>
                <a:cubicBezTo>
                  <a:pt x="7326" y="13952"/>
                  <a:pt x="7205" y="14135"/>
                  <a:pt x="7144" y="14165"/>
                </a:cubicBezTo>
                <a:cubicBezTo>
                  <a:pt x="7083" y="14196"/>
                  <a:pt x="7205" y="14256"/>
                  <a:pt x="7266" y="14256"/>
                </a:cubicBezTo>
                <a:cubicBezTo>
                  <a:pt x="7296" y="14256"/>
                  <a:pt x="7326" y="14287"/>
                  <a:pt x="7387" y="14317"/>
                </a:cubicBezTo>
                <a:cubicBezTo>
                  <a:pt x="7296" y="14317"/>
                  <a:pt x="7205" y="14348"/>
                  <a:pt x="7114" y="14348"/>
                </a:cubicBezTo>
                <a:cubicBezTo>
                  <a:pt x="7022" y="14348"/>
                  <a:pt x="6962" y="14439"/>
                  <a:pt x="6962" y="14499"/>
                </a:cubicBezTo>
                <a:lnTo>
                  <a:pt x="6931" y="14560"/>
                </a:lnTo>
                <a:lnTo>
                  <a:pt x="6870" y="14651"/>
                </a:lnTo>
                <a:cubicBezTo>
                  <a:pt x="6817" y="14687"/>
                  <a:pt x="6753" y="14702"/>
                  <a:pt x="6685" y="14702"/>
                </a:cubicBezTo>
                <a:cubicBezTo>
                  <a:pt x="6637" y="14702"/>
                  <a:pt x="6586" y="14694"/>
                  <a:pt x="6536" y="14682"/>
                </a:cubicBezTo>
                <a:lnTo>
                  <a:pt x="6475" y="14651"/>
                </a:lnTo>
                <a:cubicBezTo>
                  <a:pt x="6414" y="14591"/>
                  <a:pt x="6323" y="14530"/>
                  <a:pt x="6354" y="14469"/>
                </a:cubicBezTo>
                <a:cubicBezTo>
                  <a:pt x="6378" y="14433"/>
                  <a:pt x="6406" y="14421"/>
                  <a:pt x="6436" y="14421"/>
                </a:cubicBezTo>
                <a:cubicBezTo>
                  <a:pt x="6481" y="14421"/>
                  <a:pt x="6529" y="14451"/>
                  <a:pt x="6566" y="14469"/>
                </a:cubicBezTo>
                <a:cubicBezTo>
                  <a:pt x="6593" y="14478"/>
                  <a:pt x="6617" y="14482"/>
                  <a:pt x="6639" y="14482"/>
                </a:cubicBezTo>
                <a:cubicBezTo>
                  <a:pt x="6693" y="14482"/>
                  <a:pt x="6736" y="14460"/>
                  <a:pt x="6779" y="14439"/>
                </a:cubicBezTo>
                <a:lnTo>
                  <a:pt x="6901" y="14378"/>
                </a:lnTo>
                <a:cubicBezTo>
                  <a:pt x="6901" y="14287"/>
                  <a:pt x="6840" y="14226"/>
                  <a:pt x="6749" y="14165"/>
                </a:cubicBezTo>
                <a:cubicBezTo>
                  <a:pt x="6658" y="14226"/>
                  <a:pt x="6597" y="14317"/>
                  <a:pt x="6566" y="14408"/>
                </a:cubicBezTo>
                <a:lnTo>
                  <a:pt x="6384" y="14256"/>
                </a:lnTo>
                <a:cubicBezTo>
                  <a:pt x="6354" y="14256"/>
                  <a:pt x="6293" y="14317"/>
                  <a:pt x="6232" y="14348"/>
                </a:cubicBezTo>
                <a:cubicBezTo>
                  <a:pt x="6202" y="14348"/>
                  <a:pt x="6141" y="14378"/>
                  <a:pt x="6110" y="14408"/>
                </a:cubicBezTo>
                <a:lnTo>
                  <a:pt x="6080" y="14408"/>
                </a:lnTo>
                <a:cubicBezTo>
                  <a:pt x="6080" y="14439"/>
                  <a:pt x="6323" y="14560"/>
                  <a:pt x="6384" y="14651"/>
                </a:cubicBezTo>
                <a:cubicBezTo>
                  <a:pt x="6414" y="14743"/>
                  <a:pt x="6171" y="14834"/>
                  <a:pt x="6080" y="14834"/>
                </a:cubicBezTo>
                <a:cubicBezTo>
                  <a:pt x="5930" y="14855"/>
                  <a:pt x="5764" y="14877"/>
                  <a:pt x="5594" y="14877"/>
                </a:cubicBezTo>
                <a:cubicBezTo>
                  <a:pt x="5523" y="14877"/>
                  <a:pt x="5452" y="14873"/>
                  <a:pt x="5381" y="14864"/>
                </a:cubicBezTo>
                <a:cubicBezTo>
                  <a:pt x="5320" y="14834"/>
                  <a:pt x="5252" y="14819"/>
                  <a:pt x="5195" y="14819"/>
                </a:cubicBezTo>
                <a:cubicBezTo>
                  <a:pt x="5138" y="14819"/>
                  <a:pt x="5092" y="14834"/>
                  <a:pt x="5077" y="14864"/>
                </a:cubicBezTo>
                <a:lnTo>
                  <a:pt x="5016" y="14925"/>
                </a:lnTo>
                <a:lnTo>
                  <a:pt x="4986" y="14955"/>
                </a:lnTo>
                <a:cubicBezTo>
                  <a:pt x="4925" y="14955"/>
                  <a:pt x="4864" y="14925"/>
                  <a:pt x="4834" y="14895"/>
                </a:cubicBezTo>
                <a:lnTo>
                  <a:pt x="4834" y="14834"/>
                </a:lnTo>
                <a:cubicBezTo>
                  <a:pt x="4834" y="14803"/>
                  <a:pt x="4864" y="14743"/>
                  <a:pt x="4864" y="14743"/>
                </a:cubicBezTo>
                <a:cubicBezTo>
                  <a:pt x="4682" y="14560"/>
                  <a:pt x="4864" y="14560"/>
                  <a:pt x="5047" y="14560"/>
                </a:cubicBezTo>
                <a:cubicBezTo>
                  <a:pt x="5077" y="14530"/>
                  <a:pt x="4955" y="14469"/>
                  <a:pt x="4925" y="14439"/>
                </a:cubicBezTo>
                <a:cubicBezTo>
                  <a:pt x="4914" y="14433"/>
                  <a:pt x="4903" y="14431"/>
                  <a:pt x="4890" y="14431"/>
                </a:cubicBezTo>
                <a:cubicBezTo>
                  <a:pt x="4833" y="14431"/>
                  <a:pt x="4762" y="14485"/>
                  <a:pt x="4712" y="14560"/>
                </a:cubicBezTo>
                <a:lnTo>
                  <a:pt x="4682" y="14621"/>
                </a:lnTo>
                <a:lnTo>
                  <a:pt x="4621" y="14682"/>
                </a:lnTo>
                <a:cubicBezTo>
                  <a:pt x="4530" y="14743"/>
                  <a:pt x="4621" y="14834"/>
                  <a:pt x="4651" y="14834"/>
                </a:cubicBezTo>
                <a:cubicBezTo>
                  <a:pt x="4682" y="14864"/>
                  <a:pt x="4651" y="14925"/>
                  <a:pt x="4651" y="14925"/>
                </a:cubicBezTo>
                <a:cubicBezTo>
                  <a:pt x="4621" y="14955"/>
                  <a:pt x="4530" y="15107"/>
                  <a:pt x="4560" y="15107"/>
                </a:cubicBezTo>
                <a:cubicBezTo>
                  <a:pt x="4621" y="15138"/>
                  <a:pt x="4591" y="15259"/>
                  <a:pt x="4500" y="15381"/>
                </a:cubicBezTo>
                <a:lnTo>
                  <a:pt x="4530" y="15411"/>
                </a:lnTo>
                <a:cubicBezTo>
                  <a:pt x="4560" y="15503"/>
                  <a:pt x="4560" y="15563"/>
                  <a:pt x="4500" y="15594"/>
                </a:cubicBezTo>
                <a:cubicBezTo>
                  <a:pt x="4439" y="15655"/>
                  <a:pt x="4439" y="15715"/>
                  <a:pt x="4500" y="15746"/>
                </a:cubicBezTo>
                <a:cubicBezTo>
                  <a:pt x="4560" y="15776"/>
                  <a:pt x="4651" y="15806"/>
                  <a:pt x="4560" y="15898"/>
                </a:cubicBezTo>
                <a:lnTo>
                  <a:pt x="4408" y="16050"/>
                </a:lnTo>
                <a:cubicBezTo>
                  <a:pt x="4500" y="16110"/>
                  <a:pt x="4621" y="16171"/>
                  <a:pt x="4773" y="16171"/>
                </a:cubicBezTo>
                <a:cubicBezTo>
                  <a:pt x="4803" y="16171"/>
                  <a:pt x="4803" y="16110"/>
                  <a:pt x="4803" y="16019"/>
                </a:cubicBezTo>
                <a:lnTo>
                  <a:pt x="4955" y="16110"/>
                </a:lnTo>
                <a:lnTo>
                  <a:pt x="5077" y="16202"/>
                </a:lnTo>
                <a:cubicBezTo>
                  <a:pt x="5259" y="16202"/>
                  <a:pt x="5472" y="16141"/>
                  <a:pt x="5655" y="16050"/>
                </a:cubicBezTo>
                <a:lnTo>
                  <a:pt x="5807" y="15989"/>
                </a:lnTo>
                <a:lnTo>
                  <a:pt x="5807" y="15989"/>
                </a:lnTo>
                <a:cubicBezTo>
                  <a:pt x="5837" y="16019"/>
                  <a:pt x="5563" y="16354"/>
                  <a:pt x="5351" y="16354"/>
                </a:cubicBezTo>
                <a:cubicBezTo>
                  <a:pt x="5138" y="16354"/>
                  <a:pt x="5047" y="16414"/>
                  <a:pt x="5168" y="16506"/>
                </a:cubicBezTo>
                <a:lnTo>
                  <a:pt x="5047" y="16597"/>
                </a:lnTo>
                <a:cubicBezTo>
                  <a:pt x="4986" y="16658"/>
                  <a:pt x="4803" y="16658"/>
                  <a:pt x="4803" y="16810"/>
                </a:cubicBezTo>
                <a:lnTo>
                  <a:pt x="4803" y="16840"/>
                </a:lnTo>
                <a:cubicBezTo>
                  <a:pt x="4712" y="16810"/>
                  <a:pt x="4651" y="16749"/>
                  <a:pt x="4591" y="16658"/>
                </a:cubicBezTo>
                <a:cubicBezTo>
                  <a:pt x="4591" y="16658"/>
                  <a:pt x="4550" y="16644"/>
                  <a:pt x="4487" y="16644"/>
                </a:cubicBezTo>
                <a:cubicBezTo>
                  <a:pt x="4456" y="16644"/>
                  <a:pt x="4418" y="16647"/>
                  <a:pt x="4378" y="16658"/>
                </a:cubicBezTo>
                <a:lnTo>
                  <a:pt x="4287" y="16688"/>
                </a:lnTo>
                <a:cubicBezTo>
                  <a:pt x="4256" y="16688"/>
                  <a:pt x="4226" y="16718"/>
                  <a:pt x="4226" y="16749"/>
                </a:cubicBezTo>
                <a:cubicBezTo>
                  <a:pt x="4226" y="16779"/>
                  <a:pt x="4256" y="16840"/>
                  <a:pt x="4287" y="16840"/>
                </a:cubicBezTo>
                <a:cubicBezTo>
                  <a:pt x="4500" y="16870"/>
                  <a:pt x="4439" y="16962"/>
                  <a:pt x="4348" y="17022"/>
                </a:cubicBezTo>
                <a:lnTo>
                  <a:pt x="4287" y="17053"/>
                </a:lnTo>
                <a:cubicBezTo>
                  <a:pt x="4226" y="17083"/>
                  <a:pt x="4287" y="17205"/>
                  <a:pt x="4317" y="17235"/>
                </a:cubicBezTo>
                <a:cubicBezTo>
                  <a:pt x="4348" y="17235"/>
                  <a:pt x="4439" y="17174"/>
                  <a:pt x="4500" y="17053"/>
                </a:cubicBezTo>
                <a:lnTo>
                  <a:pt x="4651" y="17174"/>
                </a:lnTo>
                <a:lnTo>
                  <a:pt x="4712" y="17205"/>
                </a:lnTo>
                <a:cubicBezTo>
                  <a:pt x="4803" y="17296"/>
                  <a:pt x="4651" y="17569"/>
                  <a:pt x="4682" y="17630"/>
                </a:cubicBezTo>
                <a:cubicBezTo>
                  <a:pt x="4712" y="17721"/>
                  <a:pt x="4925" y="17721"/>
                  <a:pt x="4986" y="17721"/>
                </a:cubicBezTo>
                <a:cubicBezTo>
                  <a:pt x="5047" y="17706"/>
                  <a:pt x="5100" y="17699"/>
                  <a:pt x="5153" y="17699"/>
                </a:cubicBezTo>
                <a:cubicBezTo>
                  <a:pt x="5206" y="17699"/>
                  <a:pt x="5259" y="17706"/>
                  <a:pt x="5320" y="17721"/>
                </a:cubicBezTo>
                <a:cubicBezTo>
                  <a:pt x="5326" y="17724"/>
                  <a:pt x="5331" y="17725"/>
                  <a:pt x="5336" y="17725"/>
                </a:cubicBezTo>
                <a:cubicBezTo>
                  <a:pt x="5391" y="17725"/>
                  <a:pt x="5442" y="17592"/>
                  <a:pt x="5442" y="17509"/>
                </a:cubicBezTo>
                <a:cubicBezTo>
                  <a:pt x="5442" y="17499"/>
                  <a:pt x="5449" y="17495"/>
                  <a:pt x="5462" y="17495"/>
                </a:cubicBezTo>
                <a:cubicBezTo>
                  <a:pt x="5529" y="17495"/>
                  <a:pt x="5736" y="17614"/>
                  <a:pt x="5685" y="17691"/>
                </a:cubicBezTo>
                <a:cubicBezTo>
                  <a:pt x="5655" y="17782"/>
                  <a:pt x="5807" y="17782"/>
                  <a:pt x="5898" y="17782"/>
                </a:cubicBezTo>
                <a:cubicBezTo>
                  <a:pt x="5959" y="17721"/>
                  <a:pt x="5989" y="17661"/>
                  <a:pt x="5959" y="17569"/>
                </a:cubicBezTo>
                <a:cubicBezTo>
                  <a:pt x="5928" y="17539"/>
                  <a:pt x="6232" y="17509"/>
                  <a:pt x="6323" y="17478"/>
                </a:cubicBezTo>
                <a:cubicBezTo>
                  <a:pt x="6414" y="17478"/>
                  <a:pt x="6475" y="17357"/>
                  <a:pt x="6475" y="17296"/>
                </a:cubicBezTo>
                <a:cubicBezTo>
                  <a:pt x="6475" y="17294"/>
                  <a:pt x="6477" y="17292"/>
                  <a:pt x="6479" y="17292"/>
                </a:cubicBezTo>
                <a:cubicBezTo>
                  <a:pt x="6511" y="17292"/>
                  <a:pt x="6718" y="17450"/>
                  <a:pt x="6718" y="17478"/>
                </a:cubicBezTo>
                <a:cubicBezTo>
                  <a:pt x="6749" y="17539"/>
                  <a:pt x="6597" y="17569"/>
                  <a:pt x="6536" y="17600"/>
                </a:cubicBezTo>
                <a:cubicBezTo>
                  <a:pt x="6445" y="17600"/>
                  <a:pt x="6688" y="17752"/>
                  <a:pt x="6749" y="17782"/>
                </a:cubicBezTo>
                <a:cubicBezTo>
                  <a:pt x="6761" y="17786"/>
                  <a:pt x="6774" y="17788"/>
                  <a:pt x="6789" y="17788"/>
                </a:cubicBezTo>
                <a:cubicBezTo>
                  <a:pt x="6888" y="17788"/>
                  <a:pt x="7046" y="17705"/>
                  <a:pt x="7205" y="17600"/>
                </a:cubicBezTo>
                <a:lnTo>
                  <a:pt x="7418" y="17752"/>
                </a:lnTo>
                <a:lnTo>
                  <a:pt x="7448" y="17782"/>
                </a:lnTo>
                <a:cubicBezTo>
                  <a:pt x="7569" y="17752"/>
                  <a:pt x="7448" y="17630"/>
                  <a:pt x="7387" y="17569"/>
                </a:cubicBezTo>
                <a:cubicBezTo>
                  <a:pt x="7326" y="17539"/>
                  <a:pt x="7539" y="17509"/>
                  <a:pt x="7630" y="17509"/>
                </a:cubicBezTo>
                <a:cubicBezTo>
                  <a:pt x="7721" y="17509"/>
                  <a:pt x="7813" y="17691"/>
                  <a:pt x="7813" y="17752"/>
                </a:cubicBezTo>
                <a:cubicBezTo>
                  <a:pt x="7813" y="17769"/>
                  <a:pt x="7820" y="17776"/>
                  <a:pt x="7832" y="17776"/>
                </a:cubicBezTo>
                <a:cubicBezTo>
                  <a:pt x="7864" y="17776"/>
                  <a:pt x="7929" y="17726"/>
                  <a:pt x="7995" y="17661"/>
                </a:cubicBezTo>
                <a:lnTo>
                  <a:pt x="8086" y="17600"/>
                </a:lnTo>
                <a:lnTo>
                  <a:pt x="8117" y="17569"/>
                </a:lnTo>
                <a:cubicBezTo>
                  <a:pt x="8208" y="17569"/>
                  <a:pt x="8269" y="17661"/>
                  <a:pt x="8269" y="17752"/>
                </a:cubicBezTo>
                <a:cubicBezTo>
                  <a:pt x="8238" y="17782"/>
                  <a:pt x="8360" y="17782"/>
                  <a:pt x="8542" y="17782"/>
                </a:cubicBezTo>
                <a:lnTo>
                  <a:pt x="8664" y="17904"/>
                </a:lnTo>
                <a:lnTo>
                  <a:pt x="8725" y="17965"/>
                </a:lnTo>
                <a:cubicBezTo>
                  <a:pt x="8785" y="17873"/>
                  <a:pt x="8876" y="17691"/>
                  <a:pt x="8937" y="17691"/>
                </a:cubicBezTo>
                <a:cubicBezTo>
                  <a:pt x="8962" y="17683"/>
                  <a:pt x="8986" y="17679"/>
                  <a:pt x="9011" y="17679"/>
                </a:cubicBezTo>
                <a:cubicBezTo>
                  <a:pt x="9077" y="17679"/>
                  <a:pt x="9144" y="17707"/>
                  <a:pt x="9211" y="17752"/>
                </a:cubicBezTo>
                <a:lnTo>
                  <a:pt x="9302" y="17661"/>
                </a:lnTo>
                <a:lnTo>
                  <a:pt x="9363" y="17630"/>
                </a:lnTo>
                <a:cubicBezTo>
                  <a:pt x="9374" y="17633"/>
                  <a:pt x="9384" y="17634"/>
                  <a:pt x="9393" y="17634"/>
                </a:cubicBezTo>
                <a:cubicBezTo>
                  <a:pt x="9484" y="17634"/>
                  <a:pt x="9482" y="17503"/>
                  <a:pt x="9454" y="17448"/>
                </a:cubicBezTo>
                <a:cubicBezTo>
                  <a:pt x="9424" y="17387"/>
                  <a:pt x="9515" y="17357"/>
                  <a:pt x="9636" y="17357"/>
                </a:cubicBezTo>
                <a:lnTo>
                  <a:pt x="9728" y="17326"/>
                </a:lnTo>
                <a:lnTo>
                  <a:pt x="9819" y="17296"/>
                </a:lnTo>
                <a:cubicBezTo>
                  <a:pt x="9836" y="17284"/>
                  <a:pt x="9852" y="17279"/>
                  <a:pt x="9867" y="17279"/>
                </a:cubicBezTo>
                <a:cubicBezTo>
                  <a:pt x="9930" y="17279"/>
                  <a:pt x="9965" y="17368"/>
                  <a:pt x="9940" y="17417"/>
                </a:cubicBezTo>
                <a:cubicBezTo>
                  <a:pt x="9940" y="17478"/>
                  <a:pt x="9788" y="17509"/>
                  <a:pt x="9728" y="17509"/>
                </a:cubicBezTo>
                <a:cubicBezTo>
                  <a:pt x="9667" y="17509"/>
                  <a:pt x="9819" y="17752"/>
                  <a:pt x="9880" y="17813"/>
                </a:cubicBezTo>
                <a:cubicBezTo>
                  <a:pt x="9904" y="17849"/>
                  <a:pt x="9937" y="17866"/>
                  <a:pt x="9972" y="17866"/>
                </a:cubicBezTo>
                <a:cubicBezTo>
                  <a:pt x="10027" y="17866"/>
                  <a:pt x="10086" y="17825"/>
                  <a:pt x="10123" y="17752"/>
                </a:cubicBezTo>
                <a:lnTo>
                  <a:pt x="10366" y="17752"/>
                </a:lnTo>
                <a:cubicBezTo>
                  <a:pt x="10427" y="17752"/>
                  <a:pt x="10548" y="17721"/>
                  <a:pt x="10548" y="17721"/>
                </a:cubicBezTo>
                <a:cubicBezTo>
                  <a:pt x="10571" y="17692"/>
                  <a:pt x="10595" y="17682"/>
                  <a:pt x="10619" y="17682"/>
                </a:cubicBezTo>
                <a:cubicBezTo>
                  <a:pt x="10666" y="17682"/>
                  <a:pt x="10715" y="17718"/>
                  <a:pt x="10756" y="17718"/>
                </a:cubicBezTo>
                <a:cubicBezTo>
                  <a:pt x="10782" y="17718"/>
                  <a:pt x="10804" y="17704"/>
                  <a:pt x="10822" y="17661"/>
                </a:cubicBezTo>
                <a:lnTo>
                  <a:pt x="10852" y="17630"/>
                </a:lnTo>
                <a:cubicBezTo>
                  <a:pt x="10897" y="17621"/>
                  <a:pt x="10939" y="17618"/>
                  <a:pt x="10979" y="17618"/>
                </a:cubicBezTo>
                <a:cubicBezTo>
                  <a:pt x="11078" y="17618"/>
                  <a:pt x="11170" y="17639"/>
                  <a:pt x="11278" y="17661"/>
                </a:cubicBezTo>
                <a:lnTo>
                  <a:pt x="11399" y="17661"/>
                </a:lnTo>
                <a:cubicBezTo>
                  <a:pt x="11478" y="17661"/>
                  <a:pt x="11600" y="17594"/>
                  <a:pt x="11653" y="17594"/>
                </a:cubicBezTo>
                <a:cubicBezTo>
                  <a:pt x="11662" y="17594"/>
                  <a:pt x="11669" y="17595"/>
                  <a:pt x="11673" y="17600"/>
                </a:cubicBezTo>
                <a:cubicBezTo>
                  <a:pt x="11727" y="17645"/>
                  <a:pt x="11770" y="17660"/>
                  <a:pt x="11807" y="17660"/>
                </a:cubicBezTo>
                <a:cubicBezTo>
                  <a:pt x="11896" y="17660"/>
                  <a:pt x="11952" y="17569"/>
                  <a:pt x="12038" y="17569"/>
                </a:cubicBezTo>
                <a:cubicBezTo>
                  <a:pt x="12133" y="17569"/>
                  <a:pt x="12210" y="17588"/>
                  <a:pt x="12298" y="17626"/>
                </a:cubicBezTo>
                <a:lnTo>
                  <a:pt x="12298" y="17626"/>
                </a:lnTo>
                <a:cubicBezTo>
                  <a:pt x="12243" y="17628"/>
                  <a:pt x="12186" y="17638"/>
                  <a:pt x="12129" y="17661"/>
                </a:cubicBezTo>
                <a:cubicBezTo>
                  <a:pt x="11977" y="17752"/>
                  <a:pt x="11794" y="17813"/>
                  <a:pt x="11643" y="17843"/>
                </a:cubicBezTo>
                <a:lnTo>
                  <a:pt x="11187" y="17843"/>
                </a:lnTo>
                <a:lnTo>
                  <a:pt x="11217" y="18025"/>
                </a:lnTo>
                <a:cubicBezTo>
                  <a:pt x="11217" y="18086"/>
                  <a:pt x="10974" y="18329"/>
                  <a:pt x="10913" y="18329"/>
                </a:cubicBezTo>
                <a:lnTo>
                  <a:pt x="10883" y="18329"/>
                </a:lnTo>
                <a:cubicBezTo>
                  <a:pt x="10883" y="18208"/>
                  <a:pt x="10883" y="18086"/>
                  <a:pt x="10943" y="17965"/>
                </a:cubicBezTo>
                <a:cubicBezTo>
                  <a:pt x="10974" y="17904"/>
                  <a:pt x="10639" y="17873"/>
                  <a:pt x="10518" y="17873"/>
                </a:cubicBezTo>
                <a:cubicBezTo>
                  <a:pt x="10366" y="17873"/>
                  <a:pt x="10427" y="17934"/>
                  <a:pt x="10457" y="17934"/>
                </a:cubicBezTo>
                <a:cubicBezTo>
                  <a:pt x="10305" y="17995"/>
                  <a:pt x="10123" y="18025"/>
                  <a:pt x="9940" y="18056"/>
                </a:cubicBezTo>
                <a:cubicBezTo>
                  <a:pt x="9919" y="18060"/>
                  <a:pt x="9900" y="18062"/>
                  <a:pt x="9884" y="18062"/>
                </a:cubicBezTo>
                <a:cubicBezTo>
                  <a:pt x="9781" y="18062"/>
                  <a:pt x="9762" y="17991"/>
                  <a:pt x="9788" y="17965"/>
                </a:cubicBezTo>
                <a:cubicBezTo>
                  <a:pt x="9788" y="17965"/>
                  <a:pt x="9758" y="17934"/>
                  <a:pt x="9636" y="17934"/>
                </a:cubicBezTo>
                <a:lnTo>
                  <a:pt x="9606" y="17934"/>
                </a:lnTo>
                <a:lnTo>
                  <a:pt x="9515" y="18025"/>
                </a:lnTo>
                <a:cubicBezTo>
                  <a:pt x="9484" y="18056"/>
                  <a:pt x="9424" y="18117"/>
                  <a:pt x="9393" y="18208"/>
                </a:cubicBezTo>
                <a:cubicBezTo>
                  <a:pt x="9393" y="18360"/>
                  <a:pt x="9211" y="18360"/>
                  <a:pt x="9120" y="18421"/>
                </a:cubicBezTo>
                <a:cubicBezTo>
                  <a:pt x="8998" y="18512"/>
                  <a:pt x="9150" y="18664"/>
                  <a:pt x="8998" y="18755"/>
                </a:cubicBezTo>
                <a:lnTo>
                  <a:pt x="8937" y="18785"/>
                </a:lnTo>
                <a:cubicBezTo>
                  <a:pt x="8876" y="18785"/>
                  <a:pt x="8816" y="18785"/>
                  <a:pt x="8785" y="18724"/>
                </a:cubicBezTo>
                <a:cubicBezTo>
                  <a:pt x="8816" y="18603"/>
                  <a:pt x="8876" y="18512"/>
                  <a:pt x="8968" y="18421"/>
                </a:cubicBezTo>
                <a:cubicBezTo>
                  <a:pt x="9059" y="18360"/>
                  <a:pt x="9150" y="18269"/>
                  <a:pt x="9272" y="18208"/>
                </a:cubicBezTo>
                <a:cubicBezTo>
                  <a:pt x="9332" y="18177"/>
                  <a:pt x="9302" y="18025"/>
                  <a:pt x="9272" y="17995"/>
                </a:cubicBezTo>
                <a:cubicBezTo>
                  <a:pt x="9262" y="17976"/>
                  <a:pt x="9247" y="17969"/>
                  <a:pt x="9230" y="17969"/>
                </a:cubicBezTo>
                <a:cubicBezTo>
                  <a:pt x="9193" y="17969"/>
                  <a:pt x="9150" y="18004"/>
                  <a:pt x="9150" y="18025"/>
                </a:cubicBezTo>
                <a:cubicBezTo>
                  <a:pt x="9086" y="18047"/>
                  <a:pt x="9021" y="18068"/>
                  <a:pt x="8957" y="18068"/>
                </a:cubicBezTo>
                <a:cubicBezTo>
                  <a:pt x="8930" y="18068"/>
                  <a:pt x="8903" y="18065"/>
                  <a:pt x="8876" y="18056"/>
                </a:cubicBezTo>
                <a:lnTo>
                  <a:pt x="8816" y="18086"/>
                </a:lnTo>
                <a:cubicBezTo>
                  <a:pt x="8737" y="18145"/>
                  <a:pt x="8646" y="18179"/>
                  <a:pt x="8550" y="18179"/>
                </a:cubicBezTo>
                <a:cubicBezTo>
                  <a:pt x="8498" y="18179"/>
                  <a:pt x="8444" y="18168"/>
                  <a:pt x="8390" y="18147"/>
                </a:cubicBezTo>
                <a:lnTo>
                  <a:pt x="8056" y="17965"/>
                </a:lnTo>
                <a:cubicBezTo>
                  <a:pt x="7905" y="18065"/>
                  <a:pt x="7733" y="18124"/>
                  <a:pt x="7557" y="18124"/>
                </a:cubicBezTo>
                <a:cubicBezTo>
                  <a:pt x="7521" y="18124"/>
                  <a:pt x="7484" y="18122"/>
                  <a:pt x="7448" y="18117"/>
                </a:cubicBezTo>
                <a:cubicBezTo>
                  <a:pt x="7442" y="18114"/>
                  <a:pt x="7435" y="18112"/>
                  <a:pt x="7427" y="18112"/>
                </a:cubicBezTo>
                <a:cubicBezTo>
                  <a:pt x="7364" y="18112"/>
                  <a:pt x="7233" y="18192"/>
                  <a:pt x="7156" y="18192"/>
                </a:cubicBezTo>
                <a:cubicBezTo>
                  <a:pt x="7139" y="18192"/>
                  <a:pt x="7124" y="18188"/>
                  <a:pt x="7114" y="18177"/>
                </a:cubicBezTo>
                <a:cubicBezTo>
                  <a:pt x="7100" y="18168"/>
                  <a:pt x="7083" y="18164"/>
                  <a:pt x="7062" y="18164"/>
                </a:cubicBezTo>
                <a:cubicBezTo>
                  <a:pt x="6948" y="18164"/>
                  <a:pt x="6738" y="18301"/>
                  <a:pt x="6506" y="18481"/>
                </a:cubicBezTo>
                <a:lnTo>
                  <a:pt x="6171" y="18238"/>
                </a:lnTo>
                <a:cubicBezTo>
                  <a:pt x="6141" y="18238"/>
                  <a:pt x="6110" y="18269"/>
                  <a:pt x="6080" y="18269"/>
                </a:cubicBezTo>
                <a:lnTo>
                  <a:pt x="6019" y="18299"/>
                </a:lnTo>
                <a:lnTo>
                  <a:pt x="5594" y="18360"/>
                </a:lnTo>
                <a:lnTo>
                  <a:pt x="5472" y="18329"/>
                </a:lnTo>
                <a:lnTo>
                  <a:pt x="5351" y="18329"/>
                </a:lnTo>
                <a:cubicBezTo>
                  <a:pt x="5259" y="18390"/>
                  <a:pt x="5199" y="18451"/>
                  <a:pt x="5107" y="18481"/>
                </a:cubicBezTo>
                <a:cubicBezTo>
                  <a:pt x="4986" y="18451"/>
                  <a:pt x="4834" y="18421"/>
                  <a:pt x="4712" y="18390"/>
                </a:cubicBezTo>
                <a:cubicBezTo>
                  <a:pt x="4591" y="18421"/>
                  <a:pt x="4560" y="18451"/>
                  <a:pt x="4591" y="18512"/>
                </a:cubicBezTo>
                <a:lnTo>
                  <a:pt x="4621" y="18512"/>
                </a:lnTo>
                <a:cubicBezTo>
                  <a:pt x="4682" y="18603"/>
                  <a:pt x="4682" y="18664"/>
                  <a:pt x="4560" y="18664"/>
                </a:cubicBezTo>
                <a:cubicBezTo>
                  <a:pt x="4530" y="18664"/>
                  <a:pt x="4469" y="18633"/>
                  <a:pt x="4469" y="18572"/>
                </a:cubicBezTo>
                <a:lnTo>
                  <a:pt x="4439" y="18542"/>
                </a:lnTo>
                <a:cubicBezTo>
                  <a:pt x="4439" y="18497"/>
                  <a:pt x="4426" y="18477"/>
                  <a:pt x="4403" y="18477"/>
                </a:cubicBezTo>
                <a:cubicBezTo>
                  <a:pt x="4364" y="18477"/>
                  <a:pt x="4292" y="18537"/>
                  <a:pt x="4196" y="18633"/>
                </a:cubicBezTo>
                <a:lnTo>
                  <a:pt x="4044" y="18664"/>
                </a:lnTo>
                <a:lnTo>
                  <a:pt x="3861" y="18724"/>
                </a:lnTo>
                <a:cubicBezTo>
                  <a:pt x="3770" y="18664"/>
                  <a:pt x="3618" y="18633"/>
                  <a:pt x="3496" y="18633"/>
                </a:cubicBezTo>
                <a:lnTo>
                  <a:pt x="3436" y="18633"/>
                </a:lnTo>
                <a:cubicBezTo>
                  <a:pt x="3363" y="18633"/>
                  <a:pt x="3290" y="18672"/>
                  <a:pt x="3248" y="18672"/>
                </a:cubicBezTo>
                <a:cubicBezTo>
                  <a:pt x="3237" y="18672"/>
                  <a:pt x="3229" y="18670"/>
                  <a:pt x="3223" y="18664"/>
                </a:cubicBezTo>
                <a:lnTo>
                  <a:pt x="2980" y="18512"/>
                </a:lnTo>
                <a:cubicBezTo>
                  <a:pt x="2919" y="18633"/>
                  <a:pt x="2858" y="18724"/>
                  <a:pt x="2828" y="18846"/>
                </a:cubicBezTo>
                <a:lnTo>
                  <a:pt x="2828" y="18907"/>
                </a:lnTo>
                <a:lnTo>
                  <a:pt x="2858" y="18937"/>
                </a:lnTo>
                <a:cubicBezTo>
                  <a:pt x="2889" y="18998"/>
                  <a:pt x="2645" y="19120"/>
                  <a:pt x="2524" y="19150"/>
                </a:cubicBezTo>
                <a:cubicBezTo>
                  <a:pt x="2433" y="19150"/>
                  <a:pt x="2585" y="18907"/>
                  <a:pt x="2554" y="18846"/>
                </a:cubicBezTo>
                <a:cubicBezTo>
                  <a:pt x="2554" y="18816"/>
                  <a:pt x="2341" y="18816"/>
                  <a:pt x="2281" y="18816"/>
                </a:cubicBezTo>
                <a:lnTo>
                  <a:pt x="1916" y="18876"/>
                </a:lnTo>
                <a:lnTo>
                  <a:pt x="1794" y="18846"/>
                </a:lnTo>
                <a:lnTo>
                  <a:pt x="1703" y="18816"/>
                </a:lnTo>
                <a:cubicBezTo>
                  <a:pt x="1551" y="18876"/>
                  <a:pt x="1308" y="19028"/>
                  <a:pt x="1247" y="19028"/>
                </a:cubicBezTo>
                <a:cubicBezTo>
                  <a:pt x="1065" y="19059"/>
                  <a:pt x="882" y="19150"/>
                  <a:pt x="730" y="19241"/>
                </a:cubicBezTo>
                <a:cubicBezTo>
                  <a:pt x="670" y="19272"/>
                  <a:pt x="601" y="19287"/>
                  <a:pt x="533" y="19287"/>
                </a:cubicBezTo>
                <a:cubicBezTo>
                  <a:pt x="464" y="19287"/>
                  <a:pt x="396" y="19272"/>
                  <a:pt x="335" y="19241"/>
                </a:cubicBezTo>
                <a:cubicBezTo>
                  <a:pt x="305" y="19180"/>
                  <a:pt x="244" y="19120"/>
                  <a:pt x="214" y="19059"/>
                </a:cubicBezTo>
                <a:cubicBezTo>
                  <a:pt x="214" y="19023"/>
                  <a:pt x="195" y="19006"/>
                  <a:pt x="166" y="19006"/>
                </a:cubicBezTo>
                <a:cubicBezTo>
                  <a:pt x="123" y="19006"/>
                  <a:pt x="56" y="19046"/>
                  <a:pt x="1" y="19120"/>
                </a:cubicBezTo>
                <a:lnTo>
                  <a:pt x="183" y="19272"/>
                </a:lnTo>
                <a:cubicBezTo>
                  <a:pt x="214" y="19302"/>
                  <a:pt x="183" y="19424"/>
                  <a:pt x="183" y="19424"/>
                </a:cubicBezTo>
                <a:lnTo>
                  <a:pt x="92" y="19424"/>
                </a:lnTo>
                <a:lnTo>
                  <a:pt x="62" y="19454"/>
                </a:lnTo>
                <a:cubicBezTo>
                  <a:pt x="31" y="19484"/>
                  <a:pt x="153" y="19697"/>
                  <a:pt x="123" y="19758"/>
                </a:cubicBezTo>
                <a:cubicBezTo>
                  <a:pt x="62" y="19910"/>
                  <a:pt x="62" y="20092"/>
                  <a:pt x="123" y="20244"/>
                </a:cubicBezTo>
                <a:cubicBezTo>
                  <a:pt x="123" y="20335"/>
                  <a:pt x="366" y="20396"/>
                  <a:pt x="487" y="20427"/>
                </a:cubicBezTo>
                <a:cubicBezTo>
                  <a:pt x="609" y="20427"/>
                  <a:pt x="670" y="20548"/>
                  <a:pt x="609" y="20639"/>
                </a:cubicBezTo>
                <a:cubicBezTo>
                  <a:pt x="578" y="20700"/>
                  <a:pt x="639" y="20761"/>
                  <a:pt x="670" y="20761"/>
                </a:cubicBezTo>
                <a:cubicBezTo>
                  <a:pt x="730" y="20791"/>
                  <a:pt x="426" y="20943"/>
                  <a:pt x="396" y="21035"/>
                </a:cubicBezTo>
                <a:cubicBezTo>
                  <a:pt x="366" y="21126"/>
                  <a:pt x="335" y="21217"/>
                  <a:pt x="335" y="21308"/>
                </a:cubicBezTo>
                <a:lnTo>
                  <a:pt x="366" y="21338"/>
                </a:lnTo>
                <a:cubicBezTo>
                  <a:pt x="396" y="21369"/>
                  <a:pt x="426" y="21399"/>
                  <a:pt x="457" y="21430"/>
                </a:cubicBezTo>
                <a:lnTo>
                  <a:pt x="518" y="21430"/>
                </a:lnTo>
                <a:cubicBezTo>
                  <a:pt x="520" y="21432"/>
                  <a:pt x="522" y="21433"/>
                  <a:pt x="525" y="21433"/>
                </a:cubicBezTo>
                <a:cubicBezTo>
                  <a:pt x="564" y="21433"/>
                  <a:pt x="672" y="21241"/>
                  <a:pt x="700" y="21156"/>
                </a:cubicBezTo>
                <a:cubicBezTo>
                  <a:pt x="730" y="21065"/>
                  <a:pt x="791" y="21004"/>
                  <a:pt x="791" y="21004"/>
                </a:cubicBezTo>
                <a:lnTo>
                  <a:pt x="791" y="21004"/>
                </a:lnTo>
                <a:cubicBezTo>
                  <a:pt x="791" y="21156"/>
                  <a:pt x="791" y="21278"/>
                  <a:pt x="761" y="21399"/>
                </a:cubicBezTo>
                <a:cubicBezTo>
                  <a:pt x="755" y="21421"/>
                  <a:pt x="762" y="21430"/>
                  <a:pt x="776" y="21430"/>
                </a:cubicBezTo>
                <a:cubicBezTo>
                  <a:pt x="845" y="21430"/>
                  <a:pt x="1097" y="21236"/>
                  <a:pt x="1247" y="21187"/>
                </a:cubicBezTo>
                <a:cubicBezTo>
                  <a:pt x="1276" y="21181"/>
                  <a:pt x="1299" y="21178"/>
                  <a:pt x="1316" y="21178"/>
                </a:cubicBezTo>
                <a:cubicBezTo>
                  <a:pt x="1388" y="21178"/>
                  <a:pt x="1363" y="21223"/>
                  <a:pt x="1338" y="21247"/>
                </a:cubicBezTo>
                <a:cubicBezTo>
                  <a:pt x="1338" y="21308"/>
                  <a:pt x="1156" y="21278"/>
                  <a:pt x="1126" y="21338"/>
                </a:cubicBezTo>
                <a:cubicBezTo>
                  <a:pt x="1098" y="21367"/>
                  <a:pt x="1381" y="21524"/>
                  <a:pt x="1544" y="21524"/>
                </a:cubicBezTo>
                <a:cubicBezTo>
                  <a:pt x="1557" y="21524"/>
                  <a:pt x="1570" y="21523"/>
                  <a:pt x="1582" y="21521"/>
                </a:cubicBezTo>
                <a:cubicBezTo>
                  <a:pt x="1734" y="21521"/>
                  <a:pt x="1764" y="21490"/>
                  <a:pt x="1612" y="21460"/>
                </a:cubicBezTo>
                <a:lnTo>
                  <a:pt x="1642" y="21308"/>
                </a:lnTo>
                <a:lnTo>
                  <a:pt x="1673" y="21187"/>
                </a:lnTo>
                <a:cubicBezTo>
                  <a:pt x="1612" y="21065"/>
                  <a:pt x="1551" y="20943"/>
                  <a:pt x="1551" y="20822"/>
                </a:cubicBezTo>
                <a:cubicBezTo>
                  <a:pt x="1551" y="20810"/>
                  <a:pt x="1557" y="20805"/>
                  <a:pt x="1566" y="20805"/>
                </a:cubicBezTo>
                <a:cubicBezTo>
                  <a:pt x="1606" y="20805"/>
                  <a:pt x="1709" y="20888"/>
                  <a:pt x="1734" y="20913"/>
                </a:cubicBezTo>
                <a:cubicBezTo>
                  <a:pt x="1743" y="20932"/>
                  <a:pt x="1758" y="20939"/>
                  <a:pt x="1776" y="20939"/>
                </a:cubicBezTo>
                <a:cubicBezTo>
                  <a:pt x="1815" y="20939"/>
                  <a:pt x="1865" y="20904"/>
                  <a:pt x="1885" y="20883"/>
                </a:cubicBezTo>
                <a:cubicBezTo>
                  <a:pt x="1891" y="20871"/>
                  <a:pt x="1897" y="20866"/>
                  <a:pt x="1903" y="20866"/>
                </a:cubicBezTo>
                <a:cubicBezTo>
                  <a:pt x="1927" y="20866"/>
                  <a:pt x="1952" y="20955"/>
                  <a:pt x="1977" y="21004"/>
                </a:cubicBezTo>
                <a:cubicBezTo>
                  <a:pt x="1977" y="21024"/>
                  <a:pt x="1994" y="21031"/>
                  <a:pt x="2018" y="21031"/>
                </a:cubicBezTo>
                <a:cubicBezTo>
                  <a:pt x="2068" y="21031"/>
                  <a:pt x="2149" y="21004"/>
                  <a:pt x="2189" y="21004"/>
                </a:cubicBezTo>
                <a:cubicBezTo>
                  <a:pt x="2250" y="21004"/>
                  <a:pt x="2250" y="20731"/>
                  <a:pt x="2220" y="20609"/>
                </a:cubicBezTo>
                <a:cubicBezTo>
                  <a:pt x="2189" y="20518"/>
                  <a:pt x="2402" y="20427"/>
                  <a:pt x="2463" y="20427"/>
                </a:cubicBezTo>
                <a:cubicBezTo>
                  <a:pt x="2554" y="20427"/>
                  <a:pt x="2645" y="20457"/>
                  <a:pt x="2645" y="20487"/>
                </a:cubicBezTo>
                <a:cubicBezTo>
                  <a:pt x="2645" y="20487"/>
                  <a:pt x="2524" y="20518"/>
                  <a:pt x="2493" y="20518"/>
                </a:cubicBezTo>
                <a:cubicBezTo>
                  <a:pt x="2463" y="20518"/>
                  <a:pt x="2433" y="20670"/>
                  <a:pt x="2463" y="20731"/>
                </a:cubicBezTo>
                <a:cubicBezTo>
                  <a:pt x="2463" y="20761"/>
                  <a:pt x="2372" y="20943"/>
                  <a:pt x="2433" y="20974"/>
                </a:cubicBezTo>
                <a:cubicBezTo>
                  <a:pt x="2463" y="20989"/>
                  <a:pt x="2493" y="20997"/>
                  <a:pt x="2524" y="20997"/>
                </a:cubicBezTo>
                <a:cubicBezTo>
                  <a:pt x="2554" y="20997"/>
                  <a:pt x="2585" y="20989"/>
                  <a:pt x="2615" y="20974"/>
                </a:cubicBezTo>
                <a:lnTo>
                  <a:pt x="2615" y="20943"/>
                </a:lnTo>
                <a:lnTo>
                  <a:pt x="2645" y="20852"/>
                </a:lnTo>
                <a:cubicBezTo>
                  <a:pt x="2659" y="20810"/>
                  <a:pt x="2687" y="20787"/>
                  <a:pt x="2718" y="20787"/>
                </a:cubicBezTo>
                <a:cubicBezTo>
                  <a:pt x="2754" y="20787"/>
                  <a:pt x="2795" y="20817"/>
                  <a:pt x="2828" y="20883"/>
                </a:cubicBezTo>
                <a:lnTo>
                  <a:pt x="3010" y="20791"/>
                </a:lnTo>
                <a:lnTo>
                  <a:pt x="3041" y="20761"/>
                </a:lnTo>
                <a:cubicBezTo>
                  <a:pt x="3049" y="20752"/>
                  <a:pt x="3059" y="20749"/>
                  <a:pt x="3069" y="20749"/>
                </a:cubicBezTo>
                <a:cubicBezTo>
                  <a:pt x="3134" y="20749"/>
                  <a:pt x="3231" y="20891"/>
                  <a:pt x="3284" y="20943"/>
                </a:cubicBezTo>
                <a:cubicBezTo>
                  <a:pt x="3297" y="20950"/>
                  <a:pt x="3312" y="20952"/>
                  <a:pt x="3329" y="20952"/>
                </a:cubicBezTo>
                <a:cubicBezTo>
                  <a:pt x="3375" y="20952"/>
                  <a:pt x="3431" y="20935"/>
                  <a:pt x="3466" y="20935"/>
                </a:cubicBezTo>
                <a:cubicBezTo>
                  <a:pt x="3480" y="20935"/>
                  <a:pt x="3490" y="20937"/>
                  <a:pt x="3496" y="20943"/>
                </a:cubicBezTo>
                <a:cubicBezTo>
                  <a:pt x="3524" y="20943"/>
                  <a:pt x="3652" y="21195"/>
                  <a:pt x="3744" y="21195"/>
                </a:cubicBezTo>
                <a:cubicBezTo>
                  <a:pt x="3753" y="21195"/>
                  <a:pt x="3762" y="21192"/>
                  <a:pt x="3770" y="21187"/>
                </a:cubicBezTo>
                <a:cubicBezTo>
                  <a:pt x="3800" y="21126"/>
                  <a:pt x="3861" y="21095"/>
                  <a:pt x="3922" y="21095"/>
                </a:cubicBezTo>
                <a:cubicBezTo>
                  <a:pt x="3952" y="21095"/>
                  <a:pt x="3983" y="21035"/>
                  <a:pt x="4013" y="21004"/>
                </a:cubicBezTo>
                <a:lnTo>
                  <a:pt x="4013" y="20791"/>
                </a:lnTo>
                <a:cubicBezTo>
                  <a:pt x="4135" y="20791"/>
                  <a:pt x="4287" y="20791"/>
                  <a:pt x="4439" y="20822"/>
                </a:cubicBezTo>
                <a:lnTo>
                  <a:pt x="4439" y="20700"/>
                </a:lnTo>
                <a:cubicBezTo>
                  <a:pt x="4408" y="20639"/>
                  <a:pt x="4439" y="20609"/>
                  <a:pt x="4560" y="20579"/>
                </a:cubicBezTo>
                <a:cubicBezTo>
                  <a:pt x="4682" y="20579"/>
                  <a:pt x="4560" y="20518"/>
                  <a:pt x="4560" y="20487"/>
                </a:cubicBezTo>
                <a:lnTo>
                  <a:pt x="4560" y="20427"/>
                </a:lnTo>
                <a:cubicBezTo>
                  <a:pt x="4560" y="20423"/>
                  <a:pt x="4567" y="20421"/>
                  <a:pt x="4579" y="20421"/>
                </a:cubicBezTo>
                <a:cubicBezTo>
                  <a:pt x="4658" y="20421"/>
                  <a:pt x="4963" y="20503"/>
                  <a:pt x="5016" y="20609"/>
                </a:cubicBezTo>
                <a:cubicBezTo>
                  <a:pt x="5047" y="20731"/>
                  <a:pt x="5047" y="20852"/>
                  <a:pt x="5047" y="20974"/>
                </a:cubicBezTo>
                <a:cubicBezTo>
                  <a:pt x="5056" y="20983"/>
                  <a:pt x="5075" y="20986"/>
                  <a:pt x="5103" y="20986"/>
                </a:cubicBezTo>
                <a:cubicBezTo>
                  <a:pt x="5171" y="20986"/>
                  <a:pt x="5291" y="20965"/>
                  <a:pt x="5442" y="20943"/>
                </a:cubicBezTo>
                <a:lnTo>
                  <a:pt x="5594" y="20883"/>
                </a:lnTo>
                <a:cubicBezTo>
                  <a:pt x="5624" y="20852"/>
                  <a:pt x="5655" y="20761"/>
                  <a:pt x="5685" y="20761"/>
                </a:cubicBezTo>
                <a:cubicBezTo>
                  <a:pt x="5807" y="20761"/>
                  <a:pt x="5807" y="20791"/>
                  <a:pt x="5807" y="20913"/>
                </a:cubicBezTo>
                <a:cubicBezTo>
                  <a:pt x="5807" y="21004"/>
                  <a:pt x="5867" y="21004"/>
                  <a:pt x="5959" y="21004"/>
                </a:cubicBezTo>
                <a:cubicBezTo>
                  <a:pt x="6050" y="21004"/>
                  <a:pt x="6110" y="21004"/>
                  <a:pt x="6110" y="20913"/>
                </a:cubicBezTo>
                <a:lnTo>
                  <a:pt x="6110" y="20822"/>
                </a:lnTo>
                <a:cubicBezTo>
                  <a:pt x="6141" y="20776"/>
                  <a:pt x="6209" y="20761"/>
                  <a:pt x="6278" y="20761"/>
                </a:cubicBezTo>
                <a:cubicBezTo>
                  <a:pt x="6346" y="20761"/>
                  <a:pt x="6414" y="20776"/>
                  <a:pt x="6445" y="20791"/>
                </a:cubicBezTo>
                <a:cubicBezTo>
                  <a:pt x="6506" y="20822"/>
                  <a:pt x="6566" y="20822"/>
                  <a:pt x="6658" y="20822"/>
                </a:cubicBezTo>
                <a:cubicBezTo>
                  <a:pt x="6684" y="20796"/>
                  <a:pt x="6845" y="20724"/>
                  <a:pt x="6947" y="20724"/>
                </a:cubicBezTo>
                <a:cubicBezTo>
                  <a:pt x="6964" y="20724"/>
                  <a:pt x="6979" y="20726"/>
                  <a:pt x="6992" y="20731"/>
                </a:cubicBezTo>
                <a:cubicBezTo>
                  <a:pt x="6994" y="20732"/>
                  <a:pt x="6997" y="20732"/>
                  <a:pt x="7000" y="20732"/>
                </a:cubicBezTo>
                <a:cubicBezTo>
                  <a:pt x="7069" y="20732"/>
                  <a:pt x="7269" y="20391"/>
                  <a:pt x="7357" y="20275"/>
                </a:cubicBezTo>
                <a:lnTo>
                  <a:pt x="7539" y="20366"/>
                </a:lnTo>
                <a:cubicBezTo>
                  <a:pt x="7661" y="20487"/>
                  <a:pt x="7782" y="20548"/>
                  <a:pt x="7934" y="20579"/>
                </a:cubicBezTo>
                <a:lnTo>
                  <a:pt x="8086" y="20609"/>
                </a:lnTo>
                <a:cubicBezTo>
                  <a:pt x="8208" y="20548"/>
                  <a:pt x="8329" y="20427"/>
                  <a:pt x="8360" y="20305"/>
                </a:cubicBezTo>
                <a:cubicBezTo>
                  <a:pt x="8360" y="20244"/>
                  <a:pt x="8360" y="20183"/>
                  <a:pt x="8329" y="20183"/>
                </a:cubicBezTo>
                <a:lnTo>
                  <a:pt x="8238" y="20183"/>
                </a:lnTo>
                <a:lnTo>
                  <a:pt x="8329" y="20153"/>
                </a:lnTo>
                <a:lnTo>
                  <a:pt x="8360" y="20123"/>
                </a:lnTo>
                <a:cubicBezTo>
                  <a:pt x="8451" y="20123"/>
                  <a:pt x="8512" y="20335"/>
                  <a:pt x="8542" y="20396"/>
                </a:cubicBezTo>
                <a:cubicBezTo>
                  <a:pt x="8542" y="20425"/>
                  <a:pt x="8557" y="20436"/>
                  <a:pt x="8578" y="20436"/>
                </a:cubicBezTo>
                <a:cubicBezTo>
                  <a:pt x="8623" y="20436"/>
                  <a:pt x="8694" y="20387"/>
                  <a:pt x="8694" y="20366"/>
                </a:cubicBezTo>
                <a:cubicBezTo>
                  <a:pt x="8698" y="20362"/>
                  <a:pt x="8706" y="20360"/>
                  <a:pt x="8716" y="20360"/>
                </a:cubicBezTo>
                <a:cubicBezTo>
                  <a:pt x="8779" y="20360"/>
                  <a:pt x="8937" y="20435"/>
                  <a:pt x="8937" y="20487"/>
                </a:cubicBezTo>
                <a:cubicBezTo>
                  <a:pt x="8937" y="20548"/>
                  <a:pt x="8968" y="20609"/>
                  <a:pt x="9028" y="20639"/>
                </a:cubicBezTo>
                <a:lnTo>
                  <a:pt x="9059" y="20639"/>
                </a:lnTo>
                <a:cubicBezTo>
                  <a:pt x="9089" y="20639"/>
                  <a:pt x="9150" y="20639"/>
                  <a:pt x="9120" y="20579"/>
                </a:cubicBezTo>
                <a:cubicBezTo>
                  <a:pt x="9120" y="20518"/>
                  <a:pt x="9120" y="20427"/>
                  <a:pt x="9089" y="20396"/>
                </a:cubicBezTo>
                <a:lnTo>
                  <a:pt x="8968" y="20244"/>
                </a:lnTo>
                <a:cubicBezTo>
                  <a:pt x="8993" y="20227"/>
                  <a:pt x="9021" y="20220"/>
                  <a:pt x="9049" y="20220"/>
                </a:cubicBezTo>
                <a:cubicBezTo>
                  <a:pt x="9122" y="20220"/>
                  <a:pt x="9197" y="20270"/>
                  <a:pt x="9241" y="20335"/>
                </a:cubicBezTo>
                <a:cubicBezTo>
                  <a:pt x="9302" y="20457"/>
                  <a:pt x="9363" y="20548"/>
                  <a:pt x="9424" y="20639"/>
                </a:cubicBezTo>
                <a:cubicBezTo>
                  <a:pt x="9432" y="20644"/>
                  <a:pt x="9441" y="20646"/>
                  <a:pt x="9449" y="20646"/>
                </a:cubicBezTo>
                <a:cubicBezTo>
                  <a:pt x="9500" y="20646"/>
                  <a:pt x="9545" y="20574"/>
                  <a:pt x="9545" y="20548"/>
                </a:cubicBezTo>
                <a:cubicBezTo>
                  <a:pt x="9576" y="20518"/>
                  <a:pt x="9728" y="20487"/>
                  <a:pt x="9758" y="20487"/>
                </a:cubicBezTo>
                <a:cubicBezTo>
                  <a:pt x="9819" y="20487"/>
                  <a:pt x="9880" y="20700"/>
                  <a:pt x="9880" y="20761"/>
                </a:cubicBezTo>
                <a:cubicBezTo>
                  <a:pt x="9880" y="20775"/>
                  <a:pt x="9886" y="20781"/>
                  <a:pt x="9897" y="20781"/>
                </a:cubicBezTo>
                <a:cubicBezTo>
                  <a:pt x="9959" y="20781"/>
                  <a:pt x="10167" y="20595"/>
                  <a:pt x="10244" y="20518"/>
                </a:cubicBezTo>
                <a:cubicBezTo>
                  <a:pt x="10335" y="20396"/>
                  <a:pt x="10396" y="20305"/>
                  <a:pt x="10335" y="20305"/>
                </a:cubicBezTo>
                <a:lnTo>
                  <a:pt x="10275" y="20275"/>
                </a:lnTo>
                <a:cubicBezTo>
                  <a:pt x="10275" y="20214"/>
                  <a:pt x="10335" y="20153"/>
                  <a:pt x="10396" y="20123"/>
                </a:cubicBezTo>
                <a:lnTo>
                  <a:pt x="10639" y="20335"/>
                </a:lnTo>
                <a:cubicBezTo>
                  <a:pt x="10776" y="20351"/>
                  <a:pt x="10905" y="20358"/>
                  <a:pt x="11031" y="20358"/>
                </a:cubicBezTo>
                <a:cubicBezTo>
                  <a:pt x="11156" y="20358"/>
                  <a:pt x="11278" y="20351"/>
                  <a:pt x="11399" y="20335"/>
                </a:cubicBezTo>
                <a:cubicBezTo>
                  <a:pt x="11430" y="20305"/>
                  <a:pt x="11217" y="20183"/>
                  <a:pt x="11095" y="20183"/>
                </a:cubicBezTo>
                <a:cubicBezTo>
                  <a:pt x="11073" y="20189"/>
                  <a:pt x="11052" y="20192"/>
                  <a:pt x="11031" y="20192"/>
                </a:cubicBezTo>
                <a:cubicBezTo>
                  <a:pt x="10940" y="20192"/>
                  <a:pt x="10866" y="20142"/>
                  <a:pt x="10791" y="20092"/>
                </a:cubicBezTo>
                <a:lnTo>
                  <a:pt x="10761" y="20001"/>
                </a:lnTo>
                <a:cubicBezTo>
                  <a:pt x="10761" y="19971"/>
                  <a:pt x="10761" y="19880"/>
                  <a:pt x="10791" y="19880"/>
                </a:cubicBezTo>
                <a:cubicBezTo>
                  <a:pt x="10814" y="19872"/>
                  <a:pt x="10835" y="19868"/>
                  <a:pt x="10854" y="19868"/>
                </a:cubicBezTo>
                <a:cubicBezTo>
                  <a:pt x="10909" y="19868"/>
                  <a:pt x="10943" y="19902"/>
                  <a:pt x="10943" y="19971"/>
                </a:cubicBezTo>
                <a:lnTo>
                  <a:pt x="10943" y="20001"/>
                </a:lnTo>
                <a:cubicBezTo>
                  <a:pt x="10954" y="20011"/>
                  <a:pt x="10970" y="20015"/>
                  <a:pt x="10990" y="20015"/>
                </a:cubicBezTo>
                <a:cubicBezTo>
                  <a:pt x="11028" y="20015"/>
                  <a:pt x="11075" y="20001"/>
                  <a:pt x="11095" y="20001"/>
                </a:cubicBezTo>
                <a:cubicBezTo>
                  <a:pt x="11278" y="19910"/>
                  <a:pt x="11460" y="19819"/>
                  <a:pt x="11643" y="19758"/>
                </a:cubicBezTo>
                <a:cubicBezTo>
                  <a:pt x="11734" y="19758"/>
                  <a:pt x="11734" y="19940"/>
                  <a:pt x="11734" y="20001"/>
                </a:cubicBezTo>
                <a:cubicBezTo>
                  <a:pt x="11718" y="20031"/>
                  <a:pt x="11794" y="20031"/>
                  <a:pt x="11886" y="20031"/>
                </a:cubicBezTo>
                <a:cubicBezTo>
                  <a:pt x="11977" y="20031"/>
                  <a:pt x="12083" y="20031"/>
                  <a:pt x="12129" y="20062"/>
                </a:cubicBezTo>
                <a:cubicBezTo>
                  <a:pt x="12220" y="20153"/>
                  <a:pt x="12281" y="20244"/>
                  <a:pt x="12311" y="20335"/>
                </a:cubicBezTo>
                <a:cubicBezTo>
                  <a:pt x="12316" y="20346"/>
                  <a:pt x="12325" y="20350"/>
                  <a:pt x="12336" y="20350"/>
                </a:cubicBezTo>
                <a:cubicBezTo>
                  <a:pt x="12390" y="20350"/>
                  <a:pt x="12504" y="20244"/>
                  <a:pt x="12554" y="20244"/>
                </a:cubicBezTo>
                <a:cubicBezTo>
                  <a:pt x="12615" y="20244"/>
                  <a:pt x="12737" y="20487"/>
                  <a:pt x="12798" y="20548"/>
                </a:cubicBezTo>
                <a:cubicBezTo>
                  <a:pt x="12806" y="20551"/>
                  <a:pt x="12815" y="20552"/>
                  <a:pt x="12825" y="20552"/>
                </a:cubicBezTo>
                <a:cubicBezTo>
                  <a:pt x="12925" y="20552"/>
                  <a:pt x="13093" y="20427"/>
                  <a:pt x="13010" y="20427"/>
                </a:cubicBezTo>
                <a:cubicBezTo>
                  <a:pt x="12919" y="20396"/>
                  <a:pt x="12858" y="20366"/>
                  <a:pt x="12767" y="20305"/>
                </a:cubicBezTo>
                <a:lnTo>
                  <a:pt x="12828" y="20244"/>
                </a:lnTo>
                <a:cubicBezTo>
                  <a:pt x="12863" y="20191"/>
                  <a:pt x="12929" y="20159"/>
                  <a:pt x="13002" y="20159"/>
                </a:cubicBezTo>
                <a:cubicBezTo>
                  <a:pt x="13055" y="20159"/>
                  <a:pt x="13111" y="20176"/>
                  <a:pt x="13162" y="20214"/>
                </a:cubicBezTo>
                <a:lnTo>
                  <a:pt x="13314" y="20305"/>
                </a:lnTo>
                <a:cubicBezTo>
                  <a:pt x="13273" y="20208"/>
                  <a:pt x="13250" y="20111"/>
                  <a:pt x="13244" y="20029"/>
                </a:cubicBezTo>
                <a:lnTo>
                  <a:pt x="13244" y="20029"/>
                </a:lnTo>
                <a:cubicBezTo>
                  <a:pt x="13217" y="20038"/>
                  <a:pt x="13197" y="20043"/>
                  <a:pt x="13182" y="20043"/>
                </a:cubicBezTo>
                <a:cubicBezTo>
                  <a:pt x="13150" y="20043"/>
                  <a:pt x="13135" y="20021"/>
                  <a:pt x="13101" y="19971"/>
                </a:cubicBezTo>
                <a:lnTo>
                  <a:pt x="13071" y="19940"/>
                </a:lnTo>
                <a:lnTo>
                  <a:pt x="13071" y="19940"/>
                </a:lnTo>
                <a:cubicBezTo>
                  <a:pt x="13128" y="19947"/>
                  <a:pt x="13185" y="19958"/>
                  <a:pt x="13242" y="19972"/>
                </a:cubicBezTo>
                <a:lnTo>
                  <a:pt x="13242" y="19972"/>
                </a:lnTo>
                <a:cubicBezTo>
                  <a:pt x="13243" y="19900"/>
                  <a:pt x="13257" y="19845"/>
                  <a:pt x="13284" y="19819"/>
                </a:cubicBezTo>
                <a:lnTo>
                  <a:pt x="13436" y="19819"/>
                </a:lnTo>
                <a:cubicBezTo>
                  <a:pt x="13453" y="19802"/>
                  <a:pt x="13472" y="19794"/>
                  <a:pt x="13493" y="19794"/>
                </a:cubicBezTo>
                <a:cubicBezTo>
                  <a:pt x="13545" y="19794"/>
                  <a:pt x="13605" y="19844"/>
                  <a:pt x="13649" y="19910"/>
                </a:cubicBezTo>
                <a:lnTo>
                  <a:pt x="13436" y="19971"/>
                </a:lnTo>
                <a:lnTo>
                  <a:pt x="13332" y="19997"/>
                </a:lnTo>
                <a:lnTo>
                  <a:pt x="13332" y="19997"/>
                </a:lnTo>
                <a:cubicBezTo>
                  <a:pt x="13302" y="19987"/>
                  <a:pt x="13272" y="19979"/>
                  <a:pt x="13242" y="19972"/>
                </a:cubicBezTo>
                <a:lnTo>
                  <a:pt x="13242" y="19972"/>
                </a:lnTo>
                <a:cubicBezTo>
                  <a:pt x="13241" y="19990"/>
                  <a:pt x="13242" y="20009"/>
                  <a:pt x="13244" y="20029"/>
                </a:cubicBezTo>
                <a:lnTo>
                  <a:pt x="13244" y="20029"/>
                </a:lnTo>
                <a:cubicBezTo>
                  <a:pt x="13263" y="20022"/>
                  <a:pt x="13286" y="20012"/>
                  <a:pt x="13314" y="20001"/>
                </a:cubicBezTo>
                <a:lnTo>
                  <a:pt x="13332" y="19997"/>
                </a:lnTo>
                <a:lnTo>
                  <a:pt x="13332" y="19997"/>
                </a:lnTo>
                <a:cubicBezTo>
                  <a:pt x="13485" y="20044"/>
                  <a:pt x="13634" y="20117"/>
                  <a:pt x="13770" y="20214"/>
                </a:cubicBezTo>
                <a:cubicBezTo>
                  <a:pt x="13794" y="20250"/>
                  <a:pt x="13823" y="20262"/>
                  <a:pt x="13850" y="20262"/>
                </a:cubicBezTo>
                <a:cubicBezTo>
                  <a:pt x="13893" y="20262"/>
                  <a:pt x="13934" y="20232"/>
                  <a:pt x="13953" y="20214"/>
                </a:cubicBezTo>
                <a:cubicBezTo>
                  <a:pt x="13953" y="20153"/>
                  <a:pt x="14135" y="20153"/>
                  <a:pt x="14317" y="20153"/>
                </a:cubicBezTo>
                <a:lnTo>
                  <a:pt x="14378" y="20123"/>
                </a:lnTo>
                <a:lnTo>
                  <a:pt x="14448" y="20061"/>
                </a:lnTo>
                <a:lnTo>
                  <a:pt x="14448" y="20061"/>
                </a:lnTo>
                <a:cubicBezTo>
                  <a:pt x="14455" y="20062"/>
                  <a:pt x="14462" y="20062"/>
                  <a:pt x="14469" y="20062"/>
                </a:cubicBezTo>
                <a:lnTo>
                  <a:pt x="14500" y="20092"/>
                </a:lnTo>
                <a:cubicBezTo>
                  <a:pt x="14526" y="20040"/>
                  <a:pt x="14552" y="20010"/>
                  <a:pt x="14559" y="19965"/>
                </a:cubicBezTo>
                <a:lnTo>
                  <a:pt x="14559" y="19965"/>
                </a:lnTo>
                <a:lnTo>
                  <a:pt x="14448" y="20061"/>
                </a:lnTo>
                <a:lnTo>
                  <a:pt x="14448" y="20061"/>
                </a:lnTo>
                <a:cubicBezTo>
                  <a:pt x="14364" y="20057"/>
                  <a:pt x="14280" y="20029"/>
                  <a:pt x="14196" y="20001"/>
                </a:cubicBezTo>
                <a:cubicBezTo>
                  <a:pt x="14105" y="19971"/>
                  <a:pt x="13983" y="19910"/>
                  <a:pt x="13861" y="19880"/>
                </a:cubicBezTo>
                <a:cubicBezTo>
                  <a:pt x="13861" y="19849"/>
                  <a:pt x="13861" y="19819"/>
                  <a:pt x="13861" y="19788"/>
                </a:cubicBezTo>
                <a:lnTo>
                  <a:pt x="13861" y="19758"/>
                </a:lnTo>
                <a:cubicBezTo>
                  <a:pt x="14013" y="19788"/>
                  <a:pt x="14165" y="19849"/>
                  <a:pt x="14317" y="19940"/>
                </a:cubicBezTo>
                <a:lnTo>
                  <a:pt x="14560" y="19940"/>
                </a:lnTo>
                <a:cubicBezTo>
                  <a:pt x="14560" y="19949"/>
                  <a:pt x="14560" y="19957"/>
                  <a:pt x="14559" y="19965"/>
                </a:cubicBezTo>
                <a:lnTo>
                  <a:pt x="14559" y="19965"/>
                </a:lnTo>
                <a:lnTo>
                  <a:pt x="14621" y="19910"/>
                </a:lnTo>
                <a:cubicBezTo>
                  <a:pt x="14621" y="20015"/>
                  <a:pt x="14665" y="20047"/>
                  <a:pt x="14702" y="20047"/>
                </a:cubicBezTo>
                <a:cubicBezTo>
                  <a:pt x="14718" y="20047"/>
                  <a:pt x="14733" y="20041"/>
                  <a:pt x="14743" y="20031"/>
                </a:cubicBezTo>
                <a:cubicBezTo>
                  <a:pt x="14751" y="20015"/>
                  <a:pt x="14765" y="20007"/>
                  <a:pt x="14781" y="20007"/>
                </a:cubicBezTo>
                <a:cubicBezTo>
                  <a:pt x="14822" y="20007"/>
                  <a:pt x="14881" y="20057"/>
                  <a:pt x="14925" y="20123"/>
                </a:cubicBezTo>
                <a:lnTo>
                  <a:pt x="14956" y="20123"/>
                </a:lnTo>
                <a:cubicBezTo>
                  <a:pt x="15119" y="20123"/>
                  <a:pt x="15265" y="20213"/>
                  <a:pt x="15420" y="20213"/>
                </a:cubicBezTo>
                <a:cubicBezTo>
                  <a:pt x="15467" y="20213"/>
                  <a:pt x="15514" y="20205"/>
                  <a:pt x="15564" y="20183"/>
                </a:cubicBezTo>
                <a:cubicBezTo>
                  <a:pt x="15655" y="20153"/>
                  <a:pt x="15716" y="20123"/>
                  <a:pt x="15776" y="20092"/>
                </a:cubicBezTo>
                <a:cubicBezTo>
                  <a:pt x="15807" y="20062"/>
                  <a:pt x="15776" y="20001"/>
                  <a:pt x="15776" y="19971"/>
                </a:cubicBezTo>
                <a:cubicBezTo>
                  <a:pt x="15776" y="19940"/>
                  <a:pt x="15716" y="19940"/>
                  <a:pt x="15685" y="19940"/>
                </a:cubicBezTo>
                <a:cubicBezTo>
                  <a:pt x="15655" y="19971"/>
                  <a:pt x="15624" y="19971"/>
                  <a:pt x="15594" y="19971"/>
                </a:cubicBezTo>
                <a:cubicBezTo>
                  <a:pt x="15561" y="20004"/>
                  <a:pt x="15518" y="20028"/>
                  <a:pt x="15482" y="20028"/>
                </a:cubicBezTo>
                <a:cubicBezTo>
                  <a:pt x="15451" y="20028"/>
                  <a:pt x="15425" y="20012"/>
                  <a:pt x="15412" y="19971"/>
                </a:cubicBezTo>
                <a:cubicBezTo>
                  <a:pt x="15351" y="19910"/>
                  <a:pt x="15381" y="19849"/>
                  <a:pt x="15503" y="19849"/>
                </a:cubicBezTo>
                <a:lnTo>
                  <a:pt x="15746" y="19849"/>
                </a:lnTo>
                <a:cubicBezTo>
                  <a:pt x="15776" y="19788"/>
                  <a:pt x="15716" y="19667"/>
                  <a:pt x="15594" y="19606"/>
                </a:cubicBezTo>
                <a:lnTo>
                  <a:pt x="15746" y="19545"/>
                </a:lnTo>
                <a:cubicBezTo>
                  <a:pt x="15781" y="19527"/>
                  <a:pt x="15807" y="19520"/>
                  <a:pt x="15827" y="19520"/>
                </a:cubicBezTo>
                <a:cubicBezTo>
                  <a:pt x="15910" y="19520"/>
                  <a:pt x="15885" y="19648"/>
                  <a:pt x="15959" y="19697"/>
                </a:cubicBezTo>
                <a:lnTo>
                  <a:pt x="15989" y="19697"/>
                </a:lnTo>
                <a:cubicBezTo>
                  <a:pt x="15996" y="19711"/>
                  <a:pt x="16007" y="19717"/>
                  <a:pt x="16018" y="19717"/>
                </a:cubicBezTo>
                <a:cubicBezTo>
                  <a:pt x="16057" y="19717"/>
                  <a:pt x="16111" y="19653"/>
                  <a:pt x="16111" y="19606"/>
                </a:cubicBezTo>
                <a:cubicBezTo>
                  <a:pt x="16111" y="19576"/>
                  <a:pt x="16141" y="19545"/>
                  <a:pt x="16171" y="19515"/>
                </a:cubicBezTo>
                <a:cubicBezTo>
                  <a:pt x="16171" y="19606"/>
                  <a:pt x="16202" y="19667"/>
                  <a:pt x="16232" y="19728"/>
                </a:cubicBezTo>
                <a:cubicBezTo>
                  <a:pt x="16232" y="19748"/>
                  <a:pt x="16242" y="19758"/>
                  <a:pt x="16259" y="19758"/>
                </a:cubicBezTo>
                <a:cubicBezTo>
                  <a:pt x="16293" y="19758"/>
                  <a:pt x="16354" y="19717"/>
                  <a:pt x="16415" y="19636"/>
                </a:cubicBezTo>
                <a:lnTo>
                  <a:pt x="16536" y="19545"/>
                </a:lnTo>
                <a:lnTo>
                  <a:pt x="16567" y="19545"/>
                </a:lnTo>
                <a:cubicBezTo>
                  <a:pt x="16627" y="19545"/>
                  <a:pt x="16688" y="19606"/>
                  <a:pt x="16688" y="19636"/>
                </a:cubicBezTo>
                <a:cubicBezTo>
                  <a:pt x="16597" y="19728"/>
                  <a:pt x="16475" y="19819"/>
                  <a:pt x="16384" y="19910"/>
                </a:cubicBezTo>
                <a:cubicBezTo>
                  <a:pt x="16315" y="19933"/>
                  <a:pt x="16456" y="19991"/>
                  <a:pt x="16581" y="19991"/>
                </a:cubicBezTo>
                <a:cubicBezTo>
                  <a:pt x="16621" y="19991"/>
                  <a:pt x="16659" y="19985"/>
                  <a:pt x="16688" y="19971"/>
                </a:cubicBezTo>
                <a:cubicBezTo>
                  <a:pt x="16779" y="19940"/>
                  <a:pt x="16840" y="19880"/>
                  <a:pt x="16871" y="19788"/>
                </a:cubicBezTo>
                <a:cubicBezTo>
                  <a:pt x="16840" y="19758"/>
                  <a:pt x="16931" y="19636"/>
                  <a:pt x="17053" y="19545"/>
                </a:cubicBezTo>
                <a:lnTo>
                  <a:pt x="17144" y="19454"/>
                </a:lnTo>
                <a:lnTo>
                  <a:pt x="17175" y="19424"/>
                </a:lnTo>
                <a:cubicBezTo>
                  <a:pt x="17190" y="19408"/>
                  <a:pt x="17213" y="19401"/>
                  <a:pt x="17239" y="19401"/>
                </a:cubicBezTo>
                <a:cubicBezTo>
                  <a:pt x="17266" y="19401"/>
                  <a:pt x="17296" y="19408"/>
                  <a:pt x="17327" y="19424"/>
                </a:cubicBezTo>
                <a:lnTo>
                  <a:pt x="17327" y="19484"/>
                </a:lnTo>
                <a:lnTo>
                  <a:pt x="17357" y="19545"/>
                </a:lnTo>
                <a:cubicBezTo>
                  <a:pt x="17387" y="19606"/>
                  <a:pt x="17266" y="19697"/>
                  <a:pt x="17235" y="19697"/>
                </a:cubicBezTo>
                <a:cubicBezTo>
                  <a:pt x="17175" y="19697"/>
                  <a:pt x="17144" y="19849"/>
                  <a:pt x="17144" y="19910"/>
                </a:cubicBezTo>
                <a:cubicBezTo>
                  <a:pt x="17144" y="19940"/>
                  <a:pt x="17175" y="20001"/>
                  <a:pt x="17235" y="20031"/>
                </a:cubicBezTo>
                <a:lnTo>
                  <a:pt x="17266" y="20031"/>
                </a:lnTo>
                <a:cubicBezTo>
                  <a:pt x="17296" y="20031"/>
                  <a:pt x="17327" y="19971"/>
                  <a:pt x="17327" y="19971"/>
                </a:cubicBezTo>
                <a:cubicBezTo>
                  <a:pt x="17175" y="19849"/>
                  <a:pt x="17266" y="19849"/>
                  <a:pt x="17387" y="19849"/>
                </a:cubicBezTo>
                <a:lnTo>
                  <a:pt x="17478" y="19849"/>
                </a:lnTo>
                <a:cubicBezTo>
                  <a:pt x="17500" y="19860"/>
                  <a:pt x="17518" y="19865"/>
                  <a:pt x="17532" y="19865"/>
                </a:cubicBezTo>
                <a:cubicBezTo>
                  <a:pt x="17597" y="19865"/>
                  <a:pt x="17584" y="19756"/>
                  <a:pt x="17509" y="19606"/>
                </a:cubicBezTo>
                <a:lnTo>
                  <a:pt x="17691" y="19606"/>
                </a:lnTo>
                <a:cubicBezTo>
                  <a:pt x="17782" y="19667"/>
                  <a:pt x="17843" y="19728"/>
                  <a:pt x="17904" y="19758"/>
                </a:cubicBezTo>
                <a:lnTo>
                  <a:pt x="17965" y="19758"/>
                </a:lnTo>
                <a:cubicBezTo>
                  <a:pt x="18026" y="19758"/>
                  <a:pt x="18026" y="19728"/>
                  <a:pt x="18026" y="19697"/>
                </a:cubicBezTo>
                <a:lnTo>
                  <a:pt x="17995" y="19667"/>
                </a:lnTo>
                <a:cubicBezTo>
                  <a:pt x="17968" y="19611"/>
                  <a:pt x="18268" y="19480"/>
                  <a:pt x="18413" y="19480"/>
                </a:cubicBezTo>
                <a:cubicBezTo>
                  <a:pt x="18427" y="19480"/>
                  <a:pt x="18440" y="19482"/>
                  <a:pt x="18451" y="19484"/>
                </a:cubicBezTo>
                <a:cubicBezTo>
                  <a:pt x="18603" y="19545"/>
                  <a:pt x="18451" y="19971"/>
                  <a:pt x="18512" y="20062"/>
                </a:cubicBezTo>
                <a:cubicBezTo>
                  <a:pt x="18523" y="20106"/>
                  <a:pt x="18534" y="20122"/>
                  <a:pt x="18543" y="20122"/>
                </a:cubicBezTo>
                <a:cubicBezTo>
                  <a:pt x="18560" y="20122"/>
                  <a:pt x="18573" y="20070"/>
                  <a:pt x="18573" y="20031"/>
                </a:cubicBezTo>
                <a:cubicBezTo>
                  <a:pt x="18603" y="19910"/>
                  <a:pt x="18664" y="19849"/>
                  <a:pt x="18755" y="19788"/>
                </a:cubicBezTo>
                <a:lnTo>
                  <a:pt x="18846" y="19788"/>
                </a:lnTo>
                <a:cubicBezTo>
                  <a:pt x="18937" y="19788"/>
                  <a:pt x="19089" y="19819"/>
                  <a:pt x="19089" y="19819"/>
                </a:cubicBezTo>
                <a:lnTo>
                  <a:pt x="19120" y="20062"/>
                </a:lnTo>
                <a:cubicBezTo>
                  <a:pt x="19272" y="20001"/>
                  <a:pt x="19150" y="19788"/>
                  <a:pt x="19059" y="19728"/>
                </a:cubicBezTo>
                <a:cubicBezTo>
                  <a:pt x="18998" y="19667"/>
                  <a:pt x="18937" y="19606"/>
                  <a:pt x="18877" y="19576"/>
                </a:cubicBezTo>
                <a:lnTo>
                  <a:pt x="18907" y="19484"/>
                </a:lnTo>
                <a:cubicBezTo>
                  <a:pt x="18925" y="19431"/>
                  <a:pt x="18953" y="19399"/>
                  <a:pt x="18985" y="19399"/>
                </a:cubicBezTo>
                <a:cubicBezTo>
                  <a:pt x="19008" y="19399"/>
                  <a:pt x="19034" y="19416"/>
                  <a:pt x="19059" y="19454"/>
                </a:cubicBezTo>
                <a:lnTo>
                  <a:pt x="19150" y="19484"/>
                </a:lnTo>
                <a:lnTo>
                  <a:pt x="19211" y="19484"/>
                </a:lnTo>
                <a:cubicBezTo>
                  <a:pt x="19252" y="19493"/>
                  <a:pt x="19295" y="19496"/>
                  <a:pt x="19339" y="19496"/>
                </a:cubicBezTo>
                <a:cubicBezTo>
                  <a:pt x="19461" y="19496"/>
                  <a:pt x="19594" y="19468"/>
                  <a:pt x="19728" y="19424"/>
                </a:cubicBezTo>
                <a:cubicBezTo>
                  <a:pt x="19756" y="19405"/>
                  <a:pt x="19776" y="19398"/>
                  <a:pt x="19787" y="19398"/>
                </a:cubicBezTo>
                <a:cubicBezTo>
                  <a:pt x="19813" y="19398"/>
                  <a:pt x="19800" y="19433"/>
                  <a:pt x="19758" y="19454"/>
                </a:cubicBezTo>
                <a:cubicBezTo>
                  <a:pt x="19728" y="19484"/>
                  <a:pt x="19758" y="19545"/>
                  <a:pt x="19880" y="19545"/>
                </a:cubicBezTo>
                <a:lnTo>
                  <a:pt x="19941" y="19515"/>
                </a:lnTo>
                <a:cubicBezTo>
                  <a:pt x="20001" y="19484"/>
                  <a:pt x="19971" y="19393"/>
                  <a:pt x="20062" y="19393"/>
                </a:cubicBezTo>
                <a:cubicBezTo>
                  <a:pt x="20123" y="19393"/>
                  <a:pt x="20214" y="19454"/>
                  <a:pt x="20305" y="19454"/>
                </a:cubicBezTo>
                <a:lnTo>
                  <a:pt x="20366" y="19454"/>
                </a:lnTo>
                <a:cubicBezTo>
                  <a:pt x="20378" y="19442"/>
                  <a:pt x="20393" y="19437"/>
                  <a:pt x="20409" y="19437"/>
                </a:cubicBezTo>
                <a:cubicBezTo>
                  <a:pt x="20480" y="19437"/>
                  <a:pt x="20585" y="19526"/>
                  <a:pt x="20609" y="19576"/>
                </a:cubicBezTo>
                <a:cubicBezTo>
                  <a:pt x="20670" y="19667"/>
                  <a:pt x="20761" y="19728"/>
                  <a:pt x="20852" y="19788"/>
                </a:cubicBezTo>
                <a:lnTo>
                  <a:pt x="20913" y="19788"/>
                </a:lnTo>
                <a:lnTo>
                  <a:pt x="21004" y="19758"/>
                </a:lnTo>
                <a:cubicBezTo>
                  <a:pt x="20944" y="19667"/>
                  <a:pt x="20913" y="19545"/>
                  <a:pt x="20913" y="19424"/>
                </a:cubicBezTo>
                <a:lnTo>
                  <a:pt x="20974" y="19332"/>
                </a:lnTo>
                <a:lnTo>
                  <a:pt x="20974" y="19302"/>
                </a:lnTo>
                <a:cubicBezTo>
                  <a:pt x="21035" y="19302"/>
                  <a:pt x="21096" y="19363"/>
                  <a:pt x="21096" y="19363"/>
                </a:cubicBezTo>
                <a:cubicBezTo>
                  <a:pt x="21065" y="19424"/>
                  <a:pt x="21065" y="19484"/>
                  <a:pt x="21035" y="19545"/>
                </a:cubicBezTo>
                <a:lnTo>
                  <a:pt x="21248" y="19545"/>
                </a:lnTo>
                <a:cubicBezTo>
                  <a:pt x="21308" y="19576"/>
                  <a:pt x="21308" y="19606"/>
                  <a:pt x="21278" y="19636"/>
                </a:cubicBezTo>
                <a:lnTo>
                  <a:pt x="21248" y="19667"/>
                </a:lnTo>
                <a:lnTo>
                  <a:pt x="21217" y="19697"/>
                </a:lnTo>
                <a:cubicBezTo>
                  <a:pt x="21156" y="19758"/>
                  <a:pt x="21187" y="19788"/>
                  <a:pt x="21248" y="19788"/>
                </a:cubicBezTo>
                <a:lnTo>
                  <a:pt x="21339" y="19788"/>
                </a:lnTo>
                <a:cubicBezTo>
                  <a:pt x="21369" y="19788"/>
                  <a:pt x="21491" y="19576"/>
                  <a:pt x="21521" y="19515"/>
                </a:cubicBezTo>
                <a:cubicBezTo>
                  <a:pt x="21521" y="19489"/>
                  <a:pt x="21548" y="19480"/>
                  <a:pt x="21582" y="19480"/>
                </a:cubicBezTo>
                <a:cubicBezTo>
                  <a:pt x="21628" y="19480"/>
                  <a:pt x="21686" y="19497"/>
                  <a:pt x="21703" y="19515"/>
                </a:cubicBezTo>
                <a:cubicBezTo>
                  <a:pt x="21764" y="19515"/>
                  <a:pt x="21795" y="19515"/>
                  <a:pt x="21825" y="19484"/>
                </a:cubicBezTo>
                <a:lnTo>
                  <a:pt x="21855" y="19424"/>
                </a:lnTo>
                <a:cubicBezTo>
                  <a:pt x="21916" y="19424"/>
                  <a:pt x="21947" y="19545"/>
                  <a:pt x="21947" y="19606"/>
                </a:cubicBezTo>
                <a:cubicBezTo>
                  <a:pt x="21947" y="19667"/>
                  <a:pt x="22311" y="19667"/>
                  <a:pt x="22433" y="19667"/>
                </a:cubicBezTo>
                <a:cubicBezTo>
                  <a:pt x="22534" y="19667"/>
                  <a:pt x="22690" y="19694"/>
                  <a:pt x="22800" y="19694"/>
                </a:cubicBezTo>
                <a:cubicBezTo>
                  <a:pt x="22855" y="19694"/>
                  <a:pt x="22899" y="19687"/>
                  <a:pt x="22919" y="19667"/>
                </a:cubicBezTo>
                <a:cubicBezTo>
                  <a:pt x="22950" y="19636"/>
                  <a:pt x="23010" y="19576"/>
                  <a:pt x="23071" y="19576"/>
                </a:cubicBezTo>
                <a:cubicBezTo>
                  <a:pt x="23076" y="19573"/>
                  <a:pt x="23081" y="19572"/>
                  <a:pt x="23085" y="19572"/>
                </a:cubicBezTo>
                <a:cubicBezTo>
                  <a:pt x="23141" y="19572"/>
                  <a:pt x="23193" y="19732"/>
                  <a:pt x="23193" y="19788"/>
                </a:cubicBezTo>
                <a:cubicBezTo>
                  <a:pt x="23193" y="19819"/>
                  <a:pt x="23223" y="19880"/>
                  <a:pt x="23254" y="19910"/>
                </a:cubicBezTo>
                <a:cubicBezTo>
                  <a:pt x="23314" y="19819"/>
                  <a:pt x="23345" y="19758"/>
                  <a:pt x="23375" y="19697"/>
                </a:cubicBezTo>
                <a:cubicBezTo>
                  <a:pt x="23406" y="19636"/>
                  <a:pt x="23436" y="19606"/>
                  <a:pt x="23466" y="19576"/>
                </a:cubicBezTo>
                <a:lnTo>
                  <a:pt x="23649" y="19606"/>
                </a:lnTo>
                <a:cubicBezTo>
                  <a:pt x="23801" y="19515"/>
                  <a:pt x="23983" y="19454"/>
                  <a:pt x="24166" y="19393"/>
                </a:cubicBezTo>
                <a:cubicBezTo>
                  <a:pt x="24257" y="19393"/>
                  <a:pt x="24166" y="19484"/>
                  <a:pt x="24135" y="19545"/>
                </a:cubicBezTo>
                <a:cubicBezTo>
                  <a:pt x="24105" y="19576"/>
                  <a:pt x="24226" y="19667"/>
                  <a:pt x="24287" y="19697"/>
                </a:cubicBezTo>
                <a:cubicBezTo>
                  <a:pt x="24348" y="19697"/>
                  <a:pt x="24439" y="19576"/>
                  <a:pt x="24500" y="19576"/>
                </a:cubicBezTo>
                <a:cubicBezTo>
                  <a:pt x="24621" y="19606"/>
                  <a:pt x="24743" y="19667"/>
                  <a:pt x="24834" y="19728"/>
                </a:cubicBezTo>
                <a:lnTo>
                  <a:pt x="24986" y="19728"/>
                </a:lnTo>
                <a:cubicBezTo>
                  <a:pt x="25108" y="19697"/>
                  <a:pt x="25229" y="19667"/>
                  <a:pt x="25321" y="19606"/>
                </a:cubicBezTo>
                <a:lnTo>
                  <a:pt x="25351" y="19606"/>
                </a:lnTo>
                <a:cubicBezTo>
                  <a:pt x="25442" y="19636"/>
                  <a:pt x="25533" y="19667"/>
                  <a:pt x="25594" y="19697"/>
                </a:cubicBezTo>
                <a:lnTo>
                  <a:pt x="25655" y="19758"/>
                </a:lnTo>
                <a:lnTo>
                  <a:pt x="25746" y="19819"/>
                </a:lnTo>
                <a:cubicBezTo>
                  <a:pt x="25868" y="19880"/>
                  <a:pt x="25989" y="19971"/>
                  <a:pt x="26050" y="19971"/>
                </a:cubicBezTo>
                <a:cubicBezTo>
                  <a:pt x="26055" y="19976"/>
                  <a:pt x="26060" y="19978"/>
                  <a:pt x="26065" y="19978"/>
                </a:cubicBezTo>
                <a:cubicBezTo>
                  <a:pt x="26088" y="19978"/>
                  <a:pt x="26100" y="19919"/>
                  <a:pt x="26050" y="19819"/>
                </a:cubicBezTo>
                <a:lnTo>
                  <a:pt x="26050" y="19758"/>
                </a:lnTo>
                <a:cubicBezTo>
                  <a:pt x="26080" y="19728"/>
                  <a:pt x="26080" y="19667"/>
                  <a:pt x="26141" y="19667"/>
                </a:cubicBezTo>
                <a:cubicBezTo>
                  <a:pt x="26172" y="19667"/>
                  <a:pt x="26232" y="19667"/>
                  <a:pt x="26263" y="19697"/>
                </a:cubicBezTo>
                <a:lnTo>
                  <a:pt x="26293" y="19728"/>
                </a:lnTo>
                <a:cubicBezTo>
                  <a:pt x="26324" y="19788"/>
                  <a:pt x="26384" y="19849"/>
                  <a:pt x="26445" y="19880"/>
                </a:cubicBezTo>
                <a:cubicBezTo>
                  <a:pt x="26476" y="19880"/>
                  <a:pt x="26536" y="19849"/>
                  <a:pt x="26567" y="19819"/>
                </a:cubicBezTo>
                <a:lnTo>
                  <a:pt x="26567" y="19788"/>
                </a:lnTo>
                <a:lnTo>
                  <a:pt x="26567" y="19728"/>
                </a:lnTo>
                <a:cubicBezTo>
                  <a:pt x="26567" y="19697"/>
                  <a:pt x="26711" y="19697"/>
                  <a:pt x="26863" y="19697"/>
                </a:cubicBezTo>
                <a:cubicBezTo>
                  <a:pt x="27015" y="19697"/>
                  <a:pt x="27175" y="19697"/>
                  <a:pt x="27205" y="19667"/>
                </a:cubicBezTo>
                <a:cubicBezTo>
                  <a:pt x="27251" y="19652"/>
                  <a:pt x="27296" y="19644"/>
                  <a:pt x="27338" y="19644"/>
                </a:cubicBezTo>
                <a:cubicBezTo>
                  <a:pt x="27380" y="19644"/>
                  <a:pt x="27418" y="19652"/>
                  <a:pt x="27448" y="19667"/>
                </a:cubicBezTo>
                <a:lnTo>
                  <a:pt x="27509" y="19728"/>
                </a:lnTo>
                <a:lnTo>
                  <a:pt x="27539" y="19728"/>
                </a:lnTo>
                <a:cubicBezTo>
                  <a:pt x="27600" y="19728"/>
                  <a:pt x="27631" y="19667"/>
                  <a:pt x="27631" y="19667"/>
                </a:cubicBezTo>
                <a:cubicBezTo>
                  <a:pt x="27631" y="19636"/>
                  <a:pt x="27570" y="19515"/>
                  <a:pt x="27631" y="19484"/>
                </a:cubicBezTo>
                <a:cubicBezTo>
                  <a:pt x="27691" y="19484"/>
                  <a:pt x="27904" y="19515"/>
                  <a:pt x="27904" y="19545"/>
                </a:cubicBezTo>
                <a:cubicBezTo>
                  <a:pt x="27904" y="19606"/>
                  <a:pt x="27904" y="19667"/>
                  <a:pt x="27965" y="19728"/>
                </a:cubicBezTo>
                <a:lnTo>
                  <a:pt x="28026" y="19728"/>
                </a:lnTo>
                <a:cubicBezTo>
                  <a:pt x="28056" y="19636"/>
                  <a:pt x="28087" y="19545"/>
                  <a:pt x="28117" y="19454"/>
                </a:cubicBezTo>
                <a:cubicBezTo>
                  <a:pt x="28117" y="19431"/>
                  <a:pt x="28157" y="19421"/>
                  <a:pt x="28211" y="19421"/>
                </a:cubicBezTo>
                <a:cubicBezTo>
                  <a:pt x="28299" y="19421"/>
                  <a:pt x="28425" y="19447"/>
                  <a:pt x="28482" y="19484"/>
                </a:cubicBezTo>
                <a:cubicBezTo>
                  <a:pt x="28573" y="19515"/>
                  <a:pt x="28512" y="19667"/>
                  <a:pt x="28421" y="19728"/>
                </a:cubicBezTo>
                <a:cubicBezTo>
                  <a:pt x="28385" y="19763"/>
                  <a:pt x="28391" y="19778"/>
                  <a:pt x="28427" y="19778"/>
                </a:cubicBezTo>
                <a:cubicBezTo>
                  <a:pt x="28452" y="19778"/>
                  <a:pt x="28492" y="19771"/>
                  <a:pt x="28543" y="19758"/>
                </a:cubicBezTo>
                <a:lnTo>
                  <a:pt x="28786" y="19758"/>
                </a:lnTo>
                <a:cubicBezTo>
                  <a:pt x="28907" y="19758"/>
                  <a:pt x="29029" y="19788"/>
                  <a:pt x="29029" y="19819"/>
                </a:cubicBezTo>
                <a:lnTo>
                  <a:pt x="29029" y="19880"/>
                </a:lnTo>
                <a:cubicBezTo>
                  <a:pt x="29051" y="19924"/>
                  <a:pt x="29106" y="19952"/>
                  <a:pt x="29158" y="19952"/>
                </a:cubicBezTo>
                <a:cubicBezTo>
                  <a:pt x="29176" y="19952"/>
                  <a:pt x="29195" y="19948"/>
                  <a:pt x="29211" y="19940"/>
                </a:cubicBezTo>
                <a:lnTo>
                  <a:pt x="29211" y="19849"/>
                </a:lnTo>
                <a:cubicBezTo>
                  <a:pt x="29242" y="19788"/>
                  <a:pt x="29272" y="19728"/>
                  <a:pt x="29333" y="19697"/>
                </a:cubicBezTo>
                <a:lnTo>
                  <a:pt x="29485" y="19697"/>
                </a:lnTo>
                <a:lnTo>
                  <a:pt x="29485" y="19667"/>
                </a:lnTo>
                <a:lnTo>
                  <a:pt x="29515" y="19636"/>
                </a:lnTo>
                <a:cubicBezTo>
                  <a:pt x="29515" y="19627"/>
                  <a:pt x="29528" y="19624"/>
                  <a:pt x="29547" y="19624"/>
                </a:cubicBezTo>
                <a:cubicBezTo>
                  <a:pt x="29594" y="19624"/>
                  <a:pt x="29676" y="19645"/>
                  <a:pt x="29698" y="19667"/>
                </a:cubicBezTo>
                <a:cubicBezTo>
                  <a:pt x="29743" y="19682"/>
                  <a:pt x="29796" y="19690"/>
                  <a:pt x="29850" y="19690"/>
                </a:cubicBezTo>
                <a:cubicBezTo>
                  <a:pt x="29903" y="19690"/>
                  <a:pt x="29956" y="19682"/>
                  <a:pt x="30002" y="19667"/>
                </a:cubicBezTo>
                <a:lnTo>
                  <a:pt x="30062" y="19758"/>
                </a:lnTo>
                <a:lnTo>
                  <a:pt x="30093" y="19788"/>
                </a:lnTo>
                <a:cubicBezTo>
                  <a:pt x="30153" y="19788"/>
                  <a:pt x="30184" y="19819"/>
                  <a:pt x="30245" y="19819"/>
                </a:cubicBezTo>
                <a:lnTo>
                  <a:pt x="30366" y="19758"/>
                </a:lnTo>
                <a:lnTo>
                  <a:pt x="30731" y="19758"/>
                </a:lnTo>
                <a:cubicBezTo>
                  <a:pt x="30786" y="19717"/>
                  <a:pt x="30828" y="19700"/>
                  <a:pt x="30870" y="19700"/>
                </a:cubicBezTo>
                <a:cubicBezTo>
                  <a:pt x="30920" y="19700"/>
                  <a:pt x="30968" y="19725"/>
                  <a:pt x="31035" y="19758"/>
                </a:cubicBezTo>
                <a:lnTo>
                  <a:pt x="31126" y="19819"/>
                </a:lnTo>
                <a:cubicBezTo>
                  <a:pt x="31248" y="19819"/>
                  <a:pt x="31369" y="19819"/>
                  <a:pt x="31491" y="19788"/>
                </a:cubicBezTo>
                <a:cubicBezTo>
                  <a:pt x="31552" y="19788"/>
                  <a:pt x="31552" y="19576"/>
                  <a:pt x="31552" y="19515"/>
                </a:cubicBezTo>
                <a:cubicBezTo>
                  <a:pt x="31582" y="19454"/>
                  <a:pt x="31643" y="19363"/>
                  <a:pt x="31704" y="19302"/>
                </a:cubicBezTo>
                <a:cubicBezTo>
                  <a:pt x="31704" y="19300"/>
                  <a:pt x="31705" y="19299"/>
                  <a:pt x="31707" y="19299"/>
                </a:cubicBezTo>
                <a:cubicBezTo>
                  <a:pt x="31736" y="19299"/>
                  <a:pt x="31921" y="19454"/>
                  <a:pt x="31977" y="19454"/>
                </a:cubicBezTo>
                <a:cubicBezTo>
                  <a:pt x="32068" y="19484"/>
                  <a:pt x="32068" y="19515"/>
                  <a:pt x="32008" y="19515"/>
                </a:cubicBezTo>
                <a:lnTo>
                  <a:pt x="31916" y="19515"/>
                </a:lnTo>
                <a:cubicBezTo>
                  <a:pt x="31856" y="19515"/>
                  <a:pt x="31795" y="19636"/>
                  <a:pt x="31795" y="19697"/>
                </a:cubicBezTo>
                <a:cubicBezTo>
                  <a:pt x="31795" y="19728"/>
                  <a:pt x="31947" y="19758"/>
                  <a:pt x="32008" y="19758"/>
                </a:cubicBezTo>
                <a:cubicBezTo>
                  <a:pt x="32056" y="19758"/>
                  <a:pt x="32338" y="19836"/>
                  <a:pt x="32527" y="19836"/>
                </a:cubicBezTo>
                <a:cubicBezTo>
                  <a:pt x="32574" y="19836"/>
                  <a:pt x="32616" y="19831"/>
                  <a:pt x="32646" y="19819"/>
                </a:cubicBezTo>
                <a:cubicBezTo>
                  <a:pt x="32697" y="19793"/>
                  <a:pt x="32754" y="19784"/>
                  <a:pt x="32805" y="19784"/>
                </a:cubicBezTo>
                <a:cubicBezTo>
                  <a:pt x="32874" y="19784"/>
                  <a:pt x="32932" y="19801"/>
                  <a:pt x="32950" y="19819"/>
                </a:cubicBezTo>
                <a:cubicBezTo>
                  <a:pt x="32950" y="19826"/>
                  <a:pt x="32954" y="19830"/>
                  <a:pt x="32960" y="19830"/>
                </a:cubicBezTo>
                <a:cubicBezTo>
                  <a:pt x="32980" y="19830"/>
                  <a:pt x="33026" y="19796"/>
                  <a:pt x="33071" y="19728"/>
                </a:cubicBezTo>
                <a:lnTo>
                  <a:pt x="33132" y="19667"/>
                </a:lnTo>
                <a:cubicBezTo>
                  <a:pt x="33193" y="19606"/>
                  <a:pt x="33284" y="19576"/>
                  <a:pt x="33375" y="19545"/>
                </a:cubicBezTo>
                <a:cubicBezTo>
                  <a:pt x="33406" y="19545"/>
                  <a:pt x="33497" y="19606"/>
                  <a:pt x="33558" y="19606"/>
                </a:cubicBezTo>
                <a:cubicBezTo>
                  <a:pt x="33710" y="19636"/>
                  <a:pt x="33619" y="19728"/>
                  <a:pt x="33649" y="19819"/>
                </a:cubicBezTo>
                <a:lnTo>
                  <a:pt x="33649" y="19849"/>
                </a:lnTo>
                <a:cubicBezTo>
                  <a:pt x="33667" y="19885"/>
                  <a:pt x="33695" y="19899"/>
                  <a:pt x="33728" y="19899"/>
                </a:cubicBezTo>
                <a:cubicBezTo>
                  <a:pt x="33751" y="19899"/>
                  <a:pt x="33776" y="19892"/>
                  <a:pt x="33801" y="19880"/>
                </a:cubicBezTo>
                <a:lnTo>
                  <a:pt x="33831" y="19849"/>
                </a:lnTo>
                <a:cubicBezTo>
                  <a:pt x="33862" y="19819"/>
                  <a:pt x="33892" y="19788"/>
                  <a:pt x="33892" y="19788"/>
                </a:cubicBezTo>
                <a:cubicBezTo>
                  <a:pt x="33983" y="19819"/>
                  <a:pt x="34135" y="19849"/>
                  <a:pt x="34135" y="19910"/>
                </a:cubicBezTo>
                <a:lnTo>
                  <a:pt x="34196" y="20123"/>
                </a:lnTo>
                <a:cubicBezTo>
                  <a:pt x="34348" y="20062"/>
                  <a:pt x="34439" y="19971"/>
                  <a:pt x="34409" y="19940"/>
                </a:cubicBezTo>
                <a:lnTo>
                  <a:pt x="34378" y="19940"/>
                </a:lnTo>
                <a:lnTo>
                  <a:pt x="34348" y="19910"/>
                </a:lnTo>
                <a:cubicBezTo>
                  <a:pt x="34287" y="19910"/>
                  <a:pt x="34287" y="19819"/>
                  <a:pt x="34318" y="19788"/>
                </a:cubicBezTo>
                <a:lnTo>
                  <a:pt x="34378" y="19788"/>
                </a:lnTo>
                <a:lnTo>
                  <a:pt x="34500" y="19758"/>
                </a:lnTo>
                <a:cubicBezTo>
                  <a:pt x="34713" y="19758"/>
                  <a:pt x="34895" y="19758"/>
                  <a:pt x="35108" y="19819"/>
                </a:cubicBezTo>
                <a:lnTo>
                  <a:pt x="35260" y="19788"/>
                </a:lnTo>
                <a:lnTo>
                  <a:pt x="35351" y="19788"/>
                </a:lnTo>
                <a:cubicBezTo>
                  <a:pt x="35382" y="19788"/>
                  <a:pt x="35351" y="19728"/>
                  <a:pt x="35351" y="19728"/>
                </a:cubicBezTo>
                <a:lnTo>
                  <a:pt x="35290" y="19667"/>
                </a:lnTo>
                <a:cubicBezTo>
                  <a:pt x="35473" y="19667"/>
                  <a:pt x="35625" y="19697"/>
                  <a:pt x="35807" y="19728"/>
                </a:cubicBezTo>
                <a:lnTo>
                  <a:pt x="36020" y="19636"/>
                </a:lnTo>
                <a:lnTo>
                  <a:pt x="36111" y="19606"/>
                </a:lnTo>
                <a:cubicBezTo>
                  <a:pt x="36202" y="19606"/>
                  <a:pt x="36293" y="19697"/>
                  <a:pt x="36263" y="19819"/>
                </a:cubicBezTo>
                <a:cubicBezTo>
                  <a:pt x="36233" y="19849"/>
                  <a:pt x="36354" y="19910"/>
                  <a:pt x="36415" y="19940"/>
                </a:cubicBezTo>
                <a:cubicBezTo>
                  <a:pt x="36476" y="19940"/>
                  <a:pt x="36506" y="19940"/>
                  <a:pt x="36506" y="19880"/>
                </a:cubicBezTo>
                <a:lnTo>
                  <a:pt x="36506" y="19849"/>
                </a:lnTo>
                <a:cubicBezTo>
                  <a:pt x="36537" y="19758"/>
                  <a:pt x="36415" y="19606"/>
                  <a:pt x="36628" y="19545"/>
                </a:cubicBezTo>
                <a:lnTo>
                  <a:pt x="36628" y="19788"/>
                </a:lnTo>
                <a:lnTo>
                  <a:pt x="36628" y="19819"/>
                </a:lnTo>
                <a:cubicBezTo>
                  <a:pt x="36628" y="19849"/>
                  <a:pt x="36681" y="19864"/>
                  <a:pt x="36761" y="19864"/>
                </a:cubicBezTo>
                <a:cubicBezTo>
                  <a:pt x="36841" y="19864"/>
                  <a:pt x="36947" y="19849"/>
                  <a:pt x="37053" y="19819"/>
                </a:cubicBezTo>
                <a:lnTo>
                  <a:pt x="37236" y="19788"/>
                </a:lnTo>
                <a:cubicBezTo>
                  <a:pt x="37293" y="19780"/>
                  <a:pt x="37350" y="19776"/>
                  <a:pt x="37406" y="19776"/>
                </a:cubicBezTo>
                <a:cubicBezTo>
                  <a:pt x="37560" y="19776"/>
                  <a:pt x="37710" y="19805"/>
                  <a:pt x="37844" y="19849"/>
                </a:cubicBezTo>
                <a:lnTo>
                  <a:pt x="37904" y="19880"/>
                </a:lnTo>
                <a:cubicBezTo>
                  <a:pt x="37911" y="19883"/>
                  <a:pt x="37917" y="19884"/>
                  <a:pt x="37922" y="19884"/>
                </a:cubicBezTo>
                <a:cubicBezTo>
                  <a:pt x="37965" y="19884"/>
                  <a:pt x="37965" y="19775"/>
                  <a:pt x="37965" y="19667"/>
                </a:cubicBezTo>
                <a:lnTo>
                  <a:pt x="38148" y="19667"/>
                </a:lnTo>
                <a:cubicBezTo>
                  <a:pt x="38391" y="19667"/>
                  <a:pt x="38208" y="19819"/>
                  <a:pt x="38269" y="19910"/>
                </a:cubicBezTo>
                <a:lnTo>
                  <a:pt x="38269" y="19940"/>
                </a:lnTo>
                <a:cubicBezTo>
                  <a:pt x="38269" y="19949"/>
                  <a:pt x="38277" y="19953"/>
                  <a:pt x="38289" y="19953"/>
                </a:cubicBezTo>
                <a:cubicBezTo>
                  <a:pt x="38317" y="19953"/>
                  <a:pt x="38369" y="19931"/>
                  <a:pt x="38391" y="19910"/>
                </a:cubicBezTo>
                <a:cubicBezTo>
                  <a:pt x="38421" y="19849"/>
                  <a:pt x="38421" y="19788"/>
                  <a:pt x="38360" y="19758"/>
                </a:cubicBezTo>
                <a:lnTo>
                  <a:pt x="38452" y="19697"/>
                </a:lnTo>
                <a:cubicBezTo>
                  <a:pt x="38484" y="19673"/>
                  <a:pt x="38507" y="19664"/>
                  <a:pt x="38526" y="19664"/>
                </a:cubicBezTo>
                <a:cubicBezTo>
                  <a:pt x="38577" y="19664"/>
                  <a:pt x="38589" y="19736"/>
                  <a:pt x="38634" y="19758"/>
                </a:cubicBezTo>
                <a:lnTo>
                  <a:pt x="38725" y="19819"/>
                </a:lnTo>
                <a:cubicBezTo>
                  <a:pt x="38816" y="19788"/>
                  <a:pt x="38907" y="19667"/>
                  <a:pt x="38938" y="19667"/>
                </a:cubicBezTo>
                <a:cubicBezTo>
                  <a:pt x="39090" y="19728"/>
                  <a:pt x="39211" y="19758"/>
                  <a:pt x="39363" y="19758"/>
                </a:cubicBezTo>
                <a:lnTo>
                  <a:pt x="39455" y="19697"/>
                </a:lnTo>
                <a:lnTo>
                  <a:pt x="39728" y="19515"/>
                </a:lnTo>
                <a:cubicBezTo>
                  <a:pt x="39744" y="19594"/>
                  <a:pt x="39777" y="19640"/>
                  <a:pt x="39821" y="19640"/>
                </a:cubicBezTo>
                <a:cubicBezTo>
                  <a:pt x="39862" y="19640"/>
                  <a:pt x="39913" y="19602"/>
                  <a:pt x="39971" y="19515"/>
                </a:cubicBezTo>
                <a:lnTo>
                  <a:pt x="40214" y="19697"/>
                </a:lnTo>
                <a:lnTo>
                  <a:pt x="40275" y="19728"/>
                </a:lnTo>
                <a:cubicBezTo>
                  <a:pt x="40306" y="19740"/>
                  <a:pt x="40349" y="19745"/>
                  <a:pt x="40398" y="19745"/>
                </a:cubicBezTo>
                <a:cubicBezTo>
                  <a:pt x="40559" y="19745"/>
                  <a:pt x="40787" y="19692"/>
                  <a:pt x="40879" y="19692"/>
                </a:cubicBezTo>
                <a:cubicBezTo>
                  <a:pt x="40895" y="19692"/>
                  <a:pt x="40907" y="19694"/>
                  <a:pt x="40914" y="19697"/>
                </a:cubicBezTo>
                <a:cubicBezTo>
                  <a:pt x="40974" y="19758"/>
                  <a:pt x="40914" y="19819"/>
                  <a:pt x="40883" y="19819"/>
                </a:cubicBezTo>
                <a:cubicBezTo>
                  <a:pt x="40853" y="19849"/>
                  <a:pt x="40944" y="19940"/>
                  <a:pt x="41005" y="19971"/>
                </a:cubicBezTo>
                <a:cubicBezTo>
                  <a:pt x="41007" y="19973"/>
                  <a:pt x="41010" y="19975"/>
                  <a:pt x="41013" y="19975"/>
                </a:cubicBezTo>
                <a:cubicBezTo>
                  <a:pt x="41040" y="19975"/>
                  <a:pt x="41063" y="19833"/>
                  <a:pt x="41035" y="19667"/>
                </a:cubicBezTo>
                <a:lnTo>
                  <a:pt x="41339" y="19606"/>
                </a:lnTo>
                <a:lnTo>
                  <a:pt x="41582" y="19515"/>
                </a:lnTo>
                <a:cubicBezTo>
                  <a:pt x="41696" y="19583"/>
                  <a:pt x="41810" y="19617"/>
                  <a:pt x="41937" y="19617"/>
                </a:cubicBezTo>
                <a:cubicBezTo>
                  <a:pt x="41979" y="19617"/>
                  <a:pt x="42023" y="19614"/>
                  <a:pt x="42069" y="19606"/>
                </a:cubicBezTo>
                <a:cubicBezTo>
                  <a:pt x="42114" y="19591"/>
                  <a:pt x="42160" y="19583"/>
                  <a:pt x="42209" y="19583"/>
                </a:cubicBezTo>
                <a:cubicBezTo>
                  <a:pt x="42259" y="19583"/>
                  <a:pt x="42312" y="19591"/>
                  <a:pt x="42373" y="19606"/>
                </a:cubicBezTo>
                <a:lnTo>
                  <a:pt x="42433" y="19667"/>
                </a:lnTo>
                <a:cubicBezTo>
                  <a:pt x="42482" y="19716"/>
                  <a:pt x="42531" y="19747"/>
                  <a:pt x="42575" y="19747"/>
                </a:cubicBezTo>
                <a:cubicBezTo>
                  <a:pt x="42613" y="19747"/>
                  <a:pt x="42648" y="19723"/>
                  <a:pt x="42677" y="19667"/>
                </a:cubicBezTo>
                <a:cubicBezTo>
                  <a:pt x="42709" y="19602"/>
                  <a:pt x="42777" y="19571"/>
                  <a:pt x="42842" y="19571"/>
                </a:cubicBezTo>
                <a:cubicBezTo>
                  <a:pt x="42898" y="19571"/>
                  <a:pt x="42952" y="19594"/>
                  <a:pt x="42980" y="19636"/>
                </a:cubicBezTo>
                <a:lnTo>
                  <a:pt x="43041" y="19788"/>
                </a:lnTo>
                <a:cubicBezTo>
                  <a:pt x="43132" y="19728"/>
                  <a:pt x="43284" y="19667"/>
                  <a:pt x="43406" y="19606"/>
                </a:cubicBezTo>
                <a:cubicBezTo>
                  <a:pt x="43497" y="19606"/>
                  <a:pt x="43558" y="19606"/>
                  <a:pt x="43649" y="19636"/>
                </a:cubicBezTo>
                <a:lnTo>
                  <a:pt x="43680" y="19667"/>
                </a:lnTo>
                <a:lnTo>
                  <a:pt x="43710" y="19697"/>
                </a:lnTo>
                <a:cubicBezTo>
                  <a:pt x="43740" y="19712"/>
                  <a:pt x="43771" y="19720"/>
                  <a:pt x="43801" y="19720"/>
                </a:cubicBezTo>
                <a:cubicBezTo>
                  <a:pt x="43832" y="19720"/>
                  <a:pt x="43862" y="19712"/>
                  <a:pt x="43892" y="19697"/>
                </a:cubicBezTo>
                <a:lnTo>
                  <a:pt x="43892" y="19545"/>
                </a:lnTo>
                <a:cubicBezTo>
                  <a:pt x="43984" y="19545"/>
                  <a:pt x="44105" y="19697"/>
                  <a:pt x="44105" y="19788"/>
                </a:cubicBezTo>
                <a:cubicBezTo>
                  <a:pt x="44105" y="19849"/>
                  <a:pt x="44075" y="20062"/>
                  <a:pt x="44014" y="20092"/>
                </a:cubicBezTo>
                <a:cubicBezTo>
                  <a:pt x="43923" y="20123"/>
                  <a:pt x="44166" y="20275"/>
                  <a:pt x="44196" y="20366"/>
                </a:cubicBezTo>
                <a:cubicBezTo>
                  <a:pt x="44257" y="20457"/>
                  <a:pt x="44166" y="20518"/>
                  <a:pt x="44014" y="20518"/>
                </a:cubicBezTo>
                <a:lnTo>
                  <a:pt x="43862" y="20518"/>
                </a:lnTo>
                <a:cubicBezTo>
                  <a:pt x="43771" y="20518"/>
                  <a:pt x="43649" y="20731"/>
                  <a:pt x="43680" y="20731"/>
                </a:cubicBezTo>
                <a:lnTo>
                  <a:pt x="43984" y="20761"/>
                </a:lnTo>
                <a:cubicBezTo>
                  <a:pt x="43965" y="20870"/>
                  <a:pt x="44078" y="20925"/>
                  <a:pt x="44165" y="20925"/>
                </a:cubicBezTo>
                <a:cubicBezTo>
                  <a:pt x="44223" y="20925"/>
                  <a:pt x="44269" y="20901"/>
                  <a:pt x="44257" y="20852"/>
                </a:cubicBezTo>
                <a:cubicBezTo>
                  <a:pt x="44227" y="20761"/>
                  <a:pt x="44348" y="20700"/>
                  <a:pt x="44409" y="20700"/>
                </a:cubicBezTo>
                <a:cubicBezTo>
                  <a:pt x="44470" y="20731"/>
                  <a:pt x="44500" y="20791"/>
                  <a:pt x="44531" y="20883"/>
                </a:cubicBezTo>
                <a:lnTo>
                  <a:pt x="44622" y="20852"/>
                </a:lnTo>
                <a:cubicBezTo>
                  <a:pt x="44804" y="20791"/>
                  <a:pt x="44591" y="20761"/>
                  <a:pt x="44622" y="20731"/>
                </a:cubicBezTo>
                <a:cubicBezTo>
                  <a:pt x="44652" y="20700"/>
                  <a:pt x="44774" y="20700"/>
                  <a:pt x="44774" y="20700"/>
                </a:cubicBezTo>
                <a:lnTo>
                  <a:pt x="44835" y="20791"/>
                </a:lnTo>
                <a:cubicBezTo>
                  <a:pt x="44850" y="20837"/>
                  <a:pt x="44911" y="20852"/>
                  <a:pt x="44979" y="20852"/>
                </a:cubicBezTo>
                <a:cubicBezTo>
                  <a:pt x="45047" y="20852"/>
                  <a:pt x="45123" y="20837"/>
                  <a:pt x="45169" y="20822"/>
                </a:cubicBezTo>
                <a:cubicBezTo>
                  <a:pt x="45230" y="20791"/>
                  <a:pt x="45108" y="20761"/>
                  <a:pt x="45047" y="20731"/>
                </a:cubicBezTo>
                <a:cubicBezTo>
                  <a:pt x="44987" y="20731"/>
                  <a:pt x="44987" y="20670"/>
                  <a:pt x="45047" y="20639"/>
                </a:cubicBezTo>
                <a:lnTo>
                  <a:pt x="45047" y="20579"/>
                </a:lnTo>
                <a:cubicBezTo>
                  <a:pt x="45047" y="20518"/>
                  <a:pt x="45108" y="20427"/>
                  <a:pt x="44956" y="20427"/>
                </a:cubicBezTo>
                <a:lnTo>
                  <a:pt x="44926" y="20427"/>
                </a:lnTo>
                <a:cubicBezTo>
                  <a:pt x="44898" y="20483"/>
                  <a:pt x="44714" y="20643"/>
                  <a:pt x="44614" y="20643"/>
                </a:cubicBezTo>
                <a:cubicBezTo>
                  <a:pt x="44606" y="20643"/>
                  <a:pt x="44598" y="20642"/>
                  <a:pt x="44591" y="20639"/>
                </a:cubicBezTo>
                <a:cubicBezTo>
                  <a:pt x="44500" y="20639"/>
                  <a:pt x="44500" y="20153"/>
                  <a:pt x="44409" y="19971"/>
                </a:cubicBezTo>
                <a:cubicBezTo>
                  <a:pt x="44334" y="19846"/>
                  <a:pt x="44341" y="19742"/>
                  <a:pt x="44413" y="19742"/>
                </a:cubicBezTo>
                <a:cubicBezTo>
                  <a:pt x="44429" y="19742"/>
                  <a:pt x="44448" y="19747"/>
                  <a:pt x="44470" y="19758"/>
                </a:cubicBezTo>
                <a:lnTo>
                  <a:pt x="44835" y="19758"/>
                </a:lnTo>
                <a:cubicBezTo>
                  <a:pt x="44875" y="19766"/>
                  <a:pt x="44918" y="19770"/>
                  <a:pt x="44962" y="19770"/>
                </a:cubicBezTo>
                <a:cubicBezTo>
                  <a:pt x="45082" y="19770"/>
                  <a:pt x="45210" y="19742"/>
                  <a:pt x="45321" y="19697"/>
                </a:cubicBezTo>
                <a:lnTo>
                  <a:pt x="45412" y="19788"/>
                </a:lnTo>
                <a:cubicBezTo>
                  <a:pt x="45439" y="19816"/>
                  <a:pt x="45485" y="19831"/>
                  <a:pt x="45536" y="19831"/>
                </a:cubicBezTo>
                <a:cubicBezTo>
                  <a:pt x="45597" y="19831"/>
                  <a:pt x="45666" y="19808"/>
                  <a:pt x="45716" y="19758"/>
                </a:cubicBezTo>
                <a:cubicBezTo>
                  <a:pt x="45719" y="19755"/>
                  <a:pt x="45722" y="19754"/>
                  <a:pt x="45726" y="19754"/>
                </a:cubicBezTo>
                <a:cubicBezTo>
                  <a:pt x="45754" y="19754"/>
                  <a:pt x="45808" y="19818"/>
                  <a:pt x="45879" y="19818"/>
                </a:cubicBezTo>
                <a:cubicBezTo>
                  <a:pt x="45903" y="19818"/>
                  <a:pt x="45931" y="19810"/>
                  <a:pt x="45959" y="19788"/>
                </a:cubicBezTo>
                <a:lnTo>
                  <a:pt x="46111" y="19697"/>
                </a:lnTo>
                <a:cubicBezTo>
                  <a:pt x="46324" y="19788"/>
                  <a:pt x="46506" y="19819"/>
                  <a:pt x="46719" y="19849"/>
                </a:cubicBezTo>
                <a:lnTo>
                  <a:pt x="46871" y="19758"/>
                </a:lnTo>
                <a:cubicBezTo>
                  <a:pt x="46902" y="19758"/>
                  <a:pt x="47084" y="19971"/>
                  <a:pt x="47236" y="19971"/>
                </a:cubicBezTo>
                <a:cubicBezTo>
                  <a:pt x="47357" y="19971"/>
                  <a:pt x="47388" y="20092"/>
                  <a:pt x="47357" y="20153"/>
                </a:cubicBezTo>
                <a:cubicBezTo>
                  <a:pt x="47327" y="20244"/>
                  <a:pt x="47297" y="20335"/>
                  <a:pt x="47297" y="20427"/>
                </a:cubicBezTo>
                <a:lnTo>
                  <a:pt x="47418" y="20427"/>
                </a:lnTo>
                <a:cubicBezTo>
                  <a:pt x="47601" y="20396"/>
                  <a:pt x="47418" y="20305"/>
                  <a:pt x="47418" y="20305"/>
                </a:cubicBezTo>
                <a:cubicBezTo>
                  <a:pt x="47418" y="20275"/>
                  <a:pt x="47449" y="20244"/>
                  <a:pt x="47479" y="20244"/>
                </a:cubicBezTo>
                <a:lnTo>
                  <a:pt x="47570" y="20244"/>
                </a:lnTo>
                <a:cubicBezTo>
                  <a:pt x="47540" y="20214"/>
                  <a:pt x="47509" y="20062"/>
                  <a:pt x="47509" y="20001"/>
                </a:cubicBezTo>
                <a:cubicBezTo>
                  <a:pt x="47509" y="19940"/>
                  <a:pt x="47722" y="19880"/>
                  <a:pt x="47965" y="19880"/>
                </a:cubicBezTo>
                <a:lnTo>
                  <a:pt x="48178" y="20001"/>
                </a:lnTo>
                <a:cubicBezTo>
                  <a:pt x="48195" y="20007"/>
                  <a:pt x="48215" y="20009"/>
                  <a:pt x="48237" y="20009"/>
                </a:cubicBezTo>
                <a:cubicBezTo>
                  <a:pt x="48335" y="20009"/>
                  <a:pt x="48480" y="19960"/>
                  <a:pt x="48604" y="19910"/>
                </a:cubicBezTo>
                <a:lnTo>
                  <a:pt x="48634" y="19910"/>
                </a:lnTo>
                <a:cubicBezTo>
                  <a:pt x="48641" y="19890"/>
                  <a:pt x="48647" y="19882"/>
                  <a:pt x="48654" y="19882"/>
                </a:cubicBezTo>
                <a:cubicBezTo>
                  <a:pt x="48676" y="19882"/>
                  <a:pt x="48695" y="19990"/>
                  <a:pt x="48695" y="20062"/>
                </a:cubicBezTo>
                <a:cubicBezTo>
                  <a:pt x="48695" y="20183"/>
                  <a:pt x="48664" y="20305"/>
                  <a:pt x="48664" y="20427"/>
                </a:cubicBezTo>
                <a:cubicBezTo>
                  <a:pt x="48695" y="20579"/>
                  <a:pt x="48756" y="20700"/>
                  <a:pt x="48816" y="20822"/>
                </a:cubicBezTo>
                <a:lnTo>
                  <a:pt x="48573" y="20852"/>
                </a:lnTo>
                <a:cubicBezTo>
                  <a:pt x="48573" y="20913"/>
                  <a:pt x="48604" y="20943"/>
                  <a:pt x="48634" y="20943"/>
                </a:cubicBezTo>
                <a:lnTo>
                  <a:pt x="48725" y="20943"/>
                </a:lnTo>
                <a:cubicBezTo>
                  <a:pt x="48816" y="20913"/>
                  <a:pt x="48877" y="20700"/>
                  <a:pt x="48877" y="20639"/>
                </a:cubicBezTo>
                <a:cubicBezTo>
                  <a:pt x="48877" y="20548"/>
                  <a:pt x="48877" y="20487"/>
                  <a:pt x="48908" y="20396"/>
                </a:cubicBezTo>
                <a:cubicBezTo>
                  <a:pt x="48938" y="20366"/>
                  <a:pt x="48968" y="20335"/>
                  <a:pt x="48999" y="20305"/>
                </a:cubicBezTo>
                <a:cubicBezTo>
                  <a:pt x="49029" y="20305"/>
                  <a:pt x="48968" y="20275"/>
                  <a:pt x="48908" y="20244"/>
                </a:cubicBezTo>
                <a:cubicBezTo>
                  <a:pt x="48877" y="20244"/>
                  <a:pt x="49029" y="20123"/>
                  <a:pt x="49090" y="20062"/>
                </a:cubicBezTo>
                <a:cubicBezTo>
                  <a:pt x="49097" y="20059"/>
                  <a:pt x="49105" y="20057"/>
                  <a:pt x="49116" y="20057"/>
                </a:cubicBezTo>
                <a:cubicBezTo>
                  <a:pt x="49201" y="20057"/>
                  <a:pt x="49401" y="20160"/>
                  <a:pt x="49455" y="20214"/>
                </a:cubicBezTo>
                <a:cubicBezTo>
                  <a:pt x="49462" y="20228"/>
                  <a:pt x="49475" y="20234"/>
                  <a:pt x="49493" y="20234"/>
                </a:cubicBezTo>
                <a:cubicBezTo>
                  <a:pt x="49549" y="20234"/>
                  <a:pt x="49644" y="20169"/>
                  <a:pt x="49668" y="20123"/>
                </a:cubicBezTo>
                <a:cubicBezTo>
                  <a:pt x="49705" y="20085"/>
                  <a:pt x="49754" y="20059"/>
                  <a:pt x="49808" y="20059"/>
                </a:cubicBezTo>
                <a:cubicBezTo>
                  <a:pt x="49841" y="20059"/>
                  <a:pt x="49876" y="20069"/>
                  <a:pt x="49911" y="20092"/>
                </a:cubicBezTo>
                <a:lnTo>
                  <a:pt x="50002" y="20092"/>
                </a:lnTo>
                <a:cubicBezTo>
                  <a:pt x="50018" y="20088"/>
                  <a:pt x="50034" y="20086"/>
                  <a:pt x="50050" y="20086"/>
                </a:cubicBezTo>
                <a:cubicBezTo>
                  <a:pt x="50161" y="20086"/>
                  <a:pt x="50279" y="20173"/>
                  <a:pt x="50306" y="20305"/>
                </a:cubicBezTo>
                <a:cubicBezTo>
                  <a:pt x="50397" y="20518"/>
                  <a:pt x="50549" y="20700"/>
                  <a:pt x="50792" y="20791"/>
                </a:cubicBezTo>
                <a:cubicBezTo>
                  <a:pt x="50853" y="20822"/>
                  <a:pt x="50883" y="20883"/>
                  <a:pt x="50944" y="20913"/>
                </a:cubicBezTo>
                <a:cubicBezTo>
                  <a:pt x="50975" y="20913"/>
                  <a:pt x="50975" y="20791"/>
                  <a:pt x="50944" y="20761"/>
                </a:cubicBezTo>
                <a:cubicBezTo>
                  <a:pt x="50944" y="20731"/>
                  <a:pt x="51005" y="20639"/>
                  <a:pt x="51035" y="20609"/>
                </a:cubicBezTo>
                <a:cubicBezTo>
                  <a:pt x="51066" y="20579"/>
                  <a:pt x="51005" y="20518"/>
                  <a:pt x="50853" y="20518"/>
                </a:cubicBezTo>
                <a:lnTo>
                  <a:pt x="50883" y="20366"/>
                </a:lnTo>
                <a:cubicBezTo>
                  <a:pt x="50853" y="20366"/>
                  <a:pt x="50792" y="20335"/>
                  <a:pt x="50762" y="20335"/>
                </a:cubicBezTo>
                <a:cubicBezTo>
                  <a:pt x="50731" y="20366"/>
                  <a:pt x="50701" y="20396"/>
                  <a:pt x="50701" y="20457"/>
                </a:cubicBezTo>
                <a:cubicBezTo>
                  <a:pt x="50701" y="20457"/>
                  <a:pt x="50762" y="20487"/>
                  <a:pt x="50762" y="20518"/>
                </a:cubicBezTo>
                <a:cubicBezTo>
                  <a:pt x="50762" y="20548"/>
                  <a:pt x="50731" y="20609"/>
                  <a:pt x="50701" y="20609"/>
                </a:cubicBezTo>
                <a:cubicBezTo>
                  <a:pt x="50610" y="20579"/>
                  <a:pt x="50519" y="20518"/>
                  <a:pt x="50519" y="20487"/>
                </a:cubicBezTo>
                <a:lnTo>
                  <a:pt x="50549" y="20305"/>
                </a:lnTo>
                <a:cubicBezTo>
                  <a:pt x="50502" y="20247"/>
                  <a:pt x="50577" y="20229"/>
                  <a:pt x="50693" y="20229"/>
                </a:cubicBezTo>
                <a:cubicBezTo>
                  <a:pt x="50880" y="20229"/>
                  <a:pt x="51173" y="20275"/>
                  <a:pt x="51248" y="20275"/>
                </a:cubicBezTo>
                <a:cubicBezTo>
                  <a:pt x="51400" y="20244"/>
                  <a:pt x="51461" y="20153"/>
                  <a:pt x="51461" y="20123"/>
                </a:cubicBezTo>
                <a:cubicBezTo>
                  <a:pt x="51435" y="20097"/>
                  <a:pt x="51499" y="20025"/>
                  <a:pt x="51536" y="20025"/>
                </a:cubicBezTo>
                <a:cubicBezTo>
                  <a:pt x="51542" y="20025"/>
                  <a:pt x="51548" y="20027"/>
                  <a:pt x="51552" y="20031"/>
                </a:cubicBezTo>
                <a:cubicBezTo>
                  <a:pt x="51674" y="20062"/>
                  <a:pt x="51826" y="20092"/>
                  <a:pt x="51947" y="20123"/>
                </a:cubicBezTo>
                <a:lnTo>
                  <a:pt x="52099" y="20123"/>
                </a:lnTo>
                <a:cubicBezTo>
                  <a:pt x="52099" y="20153"/>
                  <a:pt x="51978" y="20214"/>
                  <a:pt x="51917" y="20214"/>
                </a:cubicBezTo>
                <a:cubicBezTo>
                  <a:pt x="51856" y="20214"/>
                  <a:pt x="51917" y="20366"/>
                  <a:pt x="51978" y="20427"/>
                </a:cubicBezTo>
                <a:cubicBezTo>
                  <a:pt x="52008" y="20487"/>
                  <a:pt x="51917" y="20579"/>
                  <a:pt x="51795" y="20639"/>
                </a:cubicBezTo>
                <a:lnTo>
                  <a:pt x="51795" y="20609"/>
                </a:lnTo>
                <a:lnTo>
                  <a:pt x="51613" y="20487"/>
                </a:lnTo>
                <a:lnTo>
                  <a:pt x="51613" y="20487"/>
                </a:lnTo>
                <a:cubicBezTo>
                  <a:pt x="51582" y="20609"/>
                  <a:pt x="51856" y="20700"/>
                  <a:pt x="51978" y="20700"/>
                </a:cubicBezTo>
                <a:lnTo>
                  <a:pt x="52646" y="20700"/>
                </a:lnTo>
                <a:lnTo>
                  <a:pt x="52646" y="20427"/>
                </a:lnTo>
                <a:cubicBezTo>
                  <a:pt x="52642" y="20422"/>
                  <a:pt x="52634" y="20421"/>
                  <a:pt x="52622" y="20421"/>
                </a:cubicBezTo>
                <a:cubicBezTo>
                  <a:pt x="52552" y="20421"/>
                  <a:pt x="52364" y="20492"/>
                  <a:pt x="52312" y="20518"/>
                </a:cubicBezTo>
                <a:cubicBezTo>
                  <a:pt x="52304" y="20523"/>
                  <a:pt x="52296" y="20526"/>
                  <a:pt x="52288" y="20526"/>
                </a:cubicBezTo>
                <a:cubicBezTo>
                  <a:pt x="52206" y="20526"/>
                  <a:pt x="52138" y="20266"/>
                  <a:pt x="52221" y="20183"/>
                </a:cubicBezTo>
                <a:cubicBezTo>
                  <a:pt x="52373" y="20092"/>
                  <a:pt x="52525" y="20031"/>
                  <a:pt x="52677" y="20031"/>
                </a:cubicBezTo>
                <a:lnTo>
                  <a:pt x="53072" y="20031"/>
                </a:lnTo>
                <a:lnTo>
                  <a:pt x="53133" y="20123"/>
                </a:lnTo>
                <a:lnTo>
                  <a:pt x="53133" y="20153"/>
                </a:lnTo>
                <a:cubicBezTo>
                  <a:pt x="53102" y="20183"/>
                  <a:pt x="53133" y="20244"/>
                  <a:pt x="53224" y="20244"/>
                </a:cubicBezTo>
                <a:lnTo>
                  <a:pt x="53285" y="20275"/>
                </a:lnTo>
                <a:lnTo>
                  <a:pt x="53345" y="20275"/>
                </a:lnTo>
                <a:cubicBezTo>
                  <a:pt x="53350" y="20280"/>
                  <a:pt x="53356" y="20282"/>
                  <a:pt x="53362" y="20282"/>
                </a:cubicBezTo>
                <a:cubicBezTo>
                  <a:pt x="53432" y="20282"/>
                  <a:pt x="53571" y="20001"/>
                  <a:pt x="53710" y="20001"/>
                </a:cubicBezTo>
                <a:cubicBezTo>
                  <a:pt x="53870" y="20001"/>
                  <a:pt x="54262" y="20164"/>
                  <a:pt x="54459" y="20164"/>
                </a:cubicBezTo>
                <a:cubicBezTo>
                  <a:pt x="54488" y="20164"/>
                  <a:pt x="54512" y="20161"/>
                  <a:pt x="54531" y="20153"/>
                </a:cubicBezTo>
                <a:cubicBezTo>
                  <a:pt x="54683" y="20123"/>
                  <a:pt x="54926" y="20092"/>
                  <a:pt x="54987" y="20062"/>
                </a:cubicBezTo>
                <a:cubicBezTo>
                  <a:pt x="55009" y="20047"/>
                  <a:pt x="55024" y="20041"/>
                  <a:pt x="55034" y="20041"/>
                </a:cubicBezTo>
                <a:cubicBezTo>
                  <a:pt x="55065" y="20041"/>
                  <a:pt x="55048" y="20100"/>
                  <a:pt x="55048" y="20123"/>
                </a:cubicBezTo>
                <a:cubicBezTo>
                  <a:pt x="55017" y="20153"/>
                  <a:pt x="55078" y="20244"/>
                  <a:pt x="55108" y="20275"/>
                </a:cubicBezTo>
                <a:cubicBezTo>
                  <a:pt x="55291" y="20457"/>
                  <a:pt x="55412" y="20670"/>
                  <a:pt x="55504" y="20883"/>
                </a:cubicBezTo>
                <a:cubicBezTo>
                  <a:pt x="55504" y="21004"/>
                  <a:pt x="55534" y="21126"/>
                  <a:pt x="55534" y="21247"/>
                </a:cubicBezTo>
                <a:lnTo>
                  <a:pt x="56020" y="21247"/>
                </a:lnTo>
                <a:cubicBezTo>
                  <a:pt x="56034" y="21250"/>
                  <a:pt x="56046" y="21251"/>
                  <a:pt x="56057" y="21251"/>
                </a:cubicBezTo>
                <a:cubicBezTo>
                  <a:pt x="56161" y="21251"/>
                  <a:pt x="56103" y="21126"/>
                  <a:pt x="56020" y="21126"/>
                </a:cubicBezTo>
                <a:cubicBezTo>
                  <a:pt x="55929" y="21126"/>
                  <a:pt x="55807" y="21065"/>
                  <a:pt x="55747" y="20974"/>
                </a:cubicBezTo>
                <a:lnTo>
                  <a:pt x="55655" y="20913"/>
                </a:lnTo>
                <a:cubicBezTo>
                  <a:pt x="55595" y="20883"/>
                  <a:pt x="55655" y="20791"/>
                  <a:pt x="55777" y="20791"/>
                </a:cubicBezTo>
                <a:cubicBezTo>
                  <a:pt x="55807" y="20791"/>
                  <a:pt x="55838" y="20670"/>
                  <a:pt x="55838" y="20609"/>
                </a:cubicBezTo>
                <a:lnTo>
                  <a:pt x="55807" y="20487"/>
                </a:lnTo>
                <a:cubicBezTo>
                  <a:pt x="55905" y="20463"/>
                  <a:pt x="56121" y="20379"/>
                  <a:pt x="56234" y="20379"/>
                </a:cubicBezTo>
                <a:cubicBezTo>
                  <a:pt x="56261" y="20379"/>
                  <a:pt x="56282" y="20384"/>
                  <a:pt x="56294" y="20396"/>
                </a:cubicBezTo>
                <a:cubicBezTo>
                  <a:pt x="56302" y="20399"/>
                  <a:pt x="56310" y="20400"/>
                  <a:pt x="56317" y="20400"/>
                </a:cubicBezTo>
                <a:cubicBezTo>
                  <a:pt x="56390" y="20400"/>
                  <a:pt x="56410" y="20272"/>
                  <a:pt x="56355" y="20244"/>
                </a:cubicBezTo>
                <a:cubicBezTo>
                  <a:pt x="56294" y="20214"/>
                  <a:pt x="56415" y="20123"/>
                  <a:pt x="56476" y="20092"/>
                </a:cubicBezTo>
                <a:cubicBezTo>
                  <a:pt x="56628" y="20062"/>
                  <a:pt x="56780" y="20062"/>
                  <a:pt x="56932" y="20062"/>
                </a:cubicBezTo>
                <a:lnTo>
                  <a:pt x="57054" y="20001"/>
                </a:lnTo>
                <a:lnTo>
                  <a:pt x="57206" y="19940"/>
                </a:lnTo>
                <a:cubicBezTo>
                  <a:pt x="57388" y="19971"/>
                  <a:pt x="57449" y="20123"/>
                  <a:pt x="57418" y="20153"/>
                </a:cubicBezTo>
                <a:cubicBezTo>
                  <a:pt x="57403" y="20168"/>
                  <a:pt x="57441" y="20176"/>
                  <a:pt x="57491" y="20176"/>
                </a:cubicBezTo>
                <a:cubicBezTo>
                  <a:pt x="57540" y="20176"/>
                  <a:pt x="57601" y="20168"/>
                  <a:pt x="57631" y="20153"/>
                </a:cubicBezTo>
                <a:cubicBezTo>
                  <a:pt x="57635" y="20151"/>
                  <a:pt x="57639" y="20150"/>
                  <a:pt x="57643" y="20150"/>
                </a:cubicBezTo>
                <a:cubicBezTo>
                  <a:pt x="57709" y="20150"/>
                  <a:pt x="57847" y="20373"/>
                  <a:pt x="57905" y="20487"/>
                </a:cubicBezTo>
                <a:cubicBezTo>
                  <a:pt x="57966" y="20579"/>
                  <a:pt x="58026" y="20670"/>
                  <a:pt x="58087" y="20731"/>
                </a:cubicBezTo>
                <a:cubicBezTo>
                  <a:pt x="58130" y="20752"/>
                  <a:pt x="58188" y="20774"/>
                  <a:pt x="58240" y="20774"/>
                </a:cubicBezTo>
                <a:cubicBezTo>
                  <a:pt x="58262" y="20774"/>
                  <a:pt x="58282" y="20770"/>
                  <a:pt x="58300" y="20761"/>
                </a:cubicBezTo>
                <a:lnTo>
                  <a:pt x="58300" y="20670"/>
                </a:lnTo>
                <a:cubicBezTo>
                  <a:pt x="58361" y="20639"/>
                  <a:pt x="58421" y="20639"/>
                  <a:pt x="58482" y="20639"/>
                </a:cubicBezTo>
                <a:cubicBezTo>
                  <a:pt x="58543" y="20639"/>
                  <a:pt x="58634" y="20700"/>
                  <a:pt x="58695" y="20700"/>
                </a:cubicBezTo>
                <a:cubicBezTo>
                  <a:pt x="58756" y="20700"/>
                  <a:pt x="58786" y="20700"/>
                  <a:pt x="58817" y="20670"/>
                </a:cubicBezTo>
                <a:cubicBezTo>
                  <a:pt x="58817" y="20639"/>
                  <a:pt x="58786" y="20579"/>
                  <a:pt x="58786" y="20548"/>
                </a:cubicBezTo>
                <a:lnTo>
                  <a:pt x="58756" y="20518"/>
                </a:lnTo>
                <a:cubicBezTo>
                  <a:pt x="58742" y="20511"/>
                  <a:pt x="58722" y="20509"/>
                  <a:pt x="58699" y="20509"/>
                </a:cubicBezTo>
                <a:cubicBezTo>
                  <a:pt x="58659" y="20509"/>
                  <a:pt x="58610" y="20516"/>
                  <a:pt x="58572" y="20516"/>
                </a:cubicBezTo>
                <a:cubicBezTo>
                  <a:pt x="58538" y="20516"/>
                  <a:pt x="58513" y="20510"/>
                  <a:pt x="58513" y="20487"/>
                </a:cubicBezTo>
                <a:cubicBezTo>
                  <a:pt x="58543" y="20396"/>
                  <a:pt x="58604" y="20305"/>
                  <a:pt x="58634" y="20244"/>
                </a:cubicBezTo>
                <a:cubicBezTo>
                  <a:pt x="58649" y="20230"/>
                  <a:pt x="58667" y="20224"/>
                  <a:pt x="58686" y="20224"/>
                </a:cubicBezTo>
                <a:cubicBezTo>
                  <a:pt x="58746" y="20224"/>
                  <a:pt x="58817" y="20282"/>
                  <a:pt x="58817" y="20305"/>
                </a:cubicBezTo>
                <a:cubicBezTo>
                  <a:pt x="58847" y="20335"/>
                  <a:pt x="58877" y="20366"/>
                  <a:pt x="58908" y="20366"/>
                </a:cubicBezTo>
                <a:cubicBezTo>
                  <a:pt x="58877" y="20275"/>
                  <a:pt x="58847" y="20183"/>
                  <a:pt x="58786" y="20092"/>
                </a:cubicBezTo>
                <a:cubicBezTo>
                  <a:pt x="58786" y="20031"/>
                  <a:pt x="59060" y="19971"/>
                  <a:pt x="59181" y="19971"/>
                </a:cubicBezTo>
                <a:cubicBezTo>
                  <a:pt x="59303" y="19971"/>
                  <a:pt x="59212" y="20092"/>
                  <a:pt x="59151" y="20123"/>
                </a:cubicBezTo>
                <a:cubicBezTo>
                  <a:pt x="59090" y="20153"/>
                  <a:pt x="59181" y="20214"/>
                  <a:pt x="59333" y="20244"/>
                </a:cubicBezTo>
                <a:lnTo>
                  <a:pt x="59394" y="20366"/>
                </a:lnTo>
                <a:cubicBezTo>
                  <a:pt x="59394" y="20396"/>
                  <a:pt x="59425" y="20427"/>
                  <a:pt x="59394" y="20457"/>
                </a:cubicBezTo>
                <a:cubicBezTo>
                  <a:pt x="59364" y="20487"/>
                  <a:pt x="59273" y="20487"/>
                  <a:pt x="59242" y="20487"/>
                </a:cubicBezTo>
                <a:lnTo>
                  <a:pt x="59151" y="20457"/>
                </a:lnTo>
                <a:cubicBezTo>
                  <a:pt x="59090" y="20518"/>
                  <a:pt x="59029" y="20609"/>
                  <a:pt x="58969" y="20700"/>
                </a:cubicBezTo>
                <a:cubicBezTo>
                  <a:pt x="58969" y="20731"/>
                  <a:pt x="58999" y="20791"/>
                  <a:pt x="59029" y="20791"/>
                </a:cubicBezTo>
                <a:lnTo>
                  <a:pt x="59090" y="20791"/>
                </a:lnTo>
                <a:cubicBezTo>
                  <a:pt x="59121" y="20791"/>
                  <a:pt x="59121" y="20731"/>
                  <a:pt x="59151" y="20700"/>
                </a:cubicBezTo>
                <a:lnTo>
                  <a:pt x="59181" y="20670"/>
                </a:lnTo>
                <a:cubicBezTo>
                  <a:pt x="59199" y="20661"/>
                  <a:pt x="59217" y="20657"/>
                  <a:pt x="59234" y="20657"/>
                </a:cubicBezTo>
                <a:cubicBezTo>
                  <a:pt x="59275" y="20657"/>
                  <a:pt x="59312" y="20679"/>
                  <a:pt x="59333" y="20700"/>
                </a:cubicBezTo>
                <a:lnTo>
                  <a:pt x="59333" y="20761"/>
                </a:lnTo>
                <a:cubicBezTo>
                  <a:pt x="59333" y="20822"/>
                  <a:pt x="59364" y="20883"/>
                  <a:pt x="59242" y="20913"/>
                </a:cubicBezTo>
                <a:cubicBezTo>
                  <a:pt x="59181" y="20913"/>
                  <a:pt x="59121" y="21004"/>
                  <a:pt x="59090" y="21065"/>
                </a:cubicBezTo>
                <a:lnTo>
                  <a:pt x="58999" y="21187"/>
                </a:lnTo>
                <a:cubicBezTo>
                  <a:pt x="59151" y="21247"/>
                  <a:pt x="59273" y="21278"/>
                  <a:pt x="59303" y="21278"/>
                </a:cubicBezTo>
                <a:lnTo>
                  <a:pt x="59333" y="21278"/>
                </a:lnTo>
                <a:cubicBezTo>
                  <a:pt x="59333" y="21278"/>
                  <a:pt x="59333" y="21247"/>
                  <a:pt x="59333" y="21247"/>
                </a:cubicBezTo>
                <a:lnTo>
                  <a:pt x="59364" y="21065"/>
                </a:lnTo>
                <a:cubicBezTo>
                  <a:pt x="59577" y="21035"/>
                  <a:pt x="59577" y="20913"/>
                  <a:pt x="59516" y="20822"/>
                </a:cubicBezTo>
                <a:cubicBezTo>
                  <a:pt x="59485" y="20761"/>
                  <a:pt x="59637" y="20761"/>
                  <a:pt x="59668" y="20761"/>
                </a:cubicBezTo>
                <a:cubicBezTo>
                  <a:pt x="59729" y="20791"/>
                  <a:pt x="59759" y="20822"/>
                  <a:pt x="59789" y="20852"/>
                </a:cubicBezTo>
                <a:cubicBezTo>
                  <a:pt x="59911" y="20852"/>
                  <a:pt x="60032" y="20822"/>
                  <a:pt x="60124" y="20761"/>
                </a:cubicBezTo>
                <a:lnTo>
                  <a:pt x="60215" y="20639"/>
                </a:lnTo>
                <a:lnTo>
                  <a:pt x="60306" y="20548"/>
                </a:lnTo>
                <a:cubicBezTo>
                  <a:pt x="60428" y="20639"/>
                  <a:pt x="60549" y="20761"/>
                  <a:pt x="60640" y="20883"/>
                </a:cubicBezTo>
                <a:lnTo>
                  <a:pt x="60701" y="20943"/>
                </a:lnTo>
                <a:cubicBezTo>
                  <a:pt x="60732" y="20943"/>
                  <a:pt x="60792" y="20791"/>
                  <a:pt x="60792" y="20731"/>
                </a:cubicBezTo>
                <a:cubicBezTo>
                  <a:pt x="60792" y="20670"/>
                  <a:pt x="61036" y="20579"/>
                  <a:pt x="61096" y="20579"/>
                </a:cubicBezTo>
                <a:cubicBezTo>
                  <a:pt x="61172" y="20563"/>
                  <a:pt x="61241" y="20556"/>
                  <a:pt x="61309" y="20556"/>
                </a:cubicBezTo>
                <a:cubicBezTo>
                  <a:pt x="61377" y="20556"/>
                  <a:pt x="61446" y="20563"/>
                  <a:pt x="61522" y="20579"/>
                </a:cubicBezTo>
                <a:cubicBezTo>
                  <a:pt x="61613" y="20670"/>
                  <a:pt x="61704" y="20761"/>
                  <a:pt x="61704" y="20913"/>
                </a:cubicBezTo>
                <a:cubicBezTo>
                  <a:pt x="61717" y="20938"/>
                  <a:pt x="61729" y="20953"/>
                  <a:pt x="61740" y="20953"/>
                </a:cubicBezTo>
                <a:cubicBezTo>
                  <a:pt x="61755" y="20953"/>
                  <a:pt x="61765" y="20923"/>
                  <a:pt x="61765" y="20852"/>
                </a:cubicBezTo>
                <a:lnTo>
                  <a:pt x="61826" y="20791"/>
                </a:lnTo>
                <a:cubicBezTo>
                  <a:pt x="61856" y="20731"/>
                  <a:pt x="61947" y="20670"/>
                  <a:pt x="62008" y="20609"/>
                </a:cubicBezTo>
                <a:cubicBezTo>
                  <a:pt x="61970" y="20587"/>
                  <a:pt x="61933" y="20564"/>
                  <a:pt x="61897" y="20541"/>
                </a:cubicBezTo>
                <a:lnTo>
                  <a:pt x="61897" y="20541"/>
                </a:lnTo>
                <a:cubicBezTo>
                  <a:pt x="61885" y="20554"/>
                  <a:pt x="61871" y="20566"/>
                  <a:pt x="61856" y="20579"/>
                </a:cubicBezTo>
                <a:lnTo>
                  <a:pt x="61461" y="20457"/>
                </a:lnTo>
                <a:cubicBezTo>
                  <a:pt x="61431" y="20457"/>
                  <a:pt x="61400" y="20457"/>
                  <a:pt x="61370" y="20427"/>
                </a:cubicBezTo>
                <a:lnTo>
                  <a:pt x="61309" y="20427"/>
                </a:lnTo>
                <a:cubicBezTo>
                  <a:pt x="61218" y="20396"/>
                  <a:pt x="61188" y="20335"/>
                  <a:pt x="61218" y="20275"/>
                </a:cubicBezTo>
                <a:lnTo>
                  <a:pt x="61309" y="20275"/>
                </a:lnTo>
                <a:cubicBezTo>
                  <a:pt x="61429" y="20323"/>
                  <a:pt x="61554" y="20356"/>
                  <a:pt x="61681" y="20378"/>
                </a:cubicBezTo>
                <a:lnTo>
                  <a:pt x="61681" y="20378"/>
                </a:lnTo>
                <a:cubicBezTo>
                  <a:pt x="61602" y="20309"/>
                  <a:pt x="61528" y="20234"/>
                  <a:pt x="61461" y="20153"/>
                </a:cubicBezTo>
                <a:lnTo>
                  <a:pt x="61248" y="20214"/>
                </a:lnTo>
                <a:lnTo>
                  <a:pt x="61157" y="20214"/>
                </a:lnTo>
                <a:cubicBezTo>
                  <a:pt x="61127" y="20183"/>
                  <a:pt x="61066" y="20183"/>
                  <a:pt x="61066" y="20153"/>
                </a:cubicBezTo>
                <a:cubicBezTo>
                  <a:pt x="61066" y="20123"/>
                  <a:pt x="61096" y="20062"/>
                  <a:pt x="61096" y="20062"/>
                </a:cubicBezTo>
                <a:cubicBezTo>
                  <a:pt x="61196" y="20012"/>
                  <a:pt x="61335" y="19963"/>
                  <a:pt x="61400" y="19963"/>
                </a:cubicBezTo>
                <a:cubicBezTo>
                  <a:pt x="61414" y="19963"/>
                  <a:pt x="61425" y="19965"/>
                  <a:pt x="61431" y="19971"/>
                </a:cubicBezTo>
                <a:cubicBezTo>
                  <a:pt x="61484" y="20015"/>
                  <a:pt x="61527" y="20031"/>
                  <a:pt x="61565" y="20031"/>
                </a:cubicBezTo>
                <a:cubicBezTo>
                  <a:pt x="61654" y="20031"/>
                  <a:pt x="61710" y="19940"/>
                  <a:pt x="61795" y="19940"/>
                </a:cubicBezTo>
                <a:cubicBezTo>
                  <a:pt x="61826" y="19971"/>
                  <a:pt x="61856" y="19971"/>
                  <a:pt x="61887" y="19971"/>
                </a:cubicBezTo>
                <a:lnTo>
                  <a:pt x="61826" y="20183"/>
                </a:lnTo>
                <a:cubicBezTo>
                  <a:pt x="61941" y="20222"/>
                  <a:pt x="61996" y="20309"/>
                  <a:pt x="61974" y="20406"/>
                </a:cubicBezTo>
                <a:lnTo>
                  <a:pt x="61974" y="20406"/>
                </a:lnTo>
                <a:cubicBezTo>
                  <a:pt x="61875" y="20403"/>
                  <a:pt x="61778" y="20394"/>
                  <a:pt x="61681" y="20378"/>
                </a:cubicBezTo>
                <a:lnTo>
                  <a:pt x="61681" y="20378"/>
                </a:lnTo>
                <a:cubicBezTo>
                  <a:pt x="61749" y="20436"/>
                  <a:pt x="61821" y="20491"/>
                  <a:pt x="61897" y="20541"/>
                </a:cubicBezTo>
                <a:lnTo>
                  <a:pt x="61897" y="20541"/>
                </a:lnTo>
                <a:cubicBezTo>
                  <a:pt x="61939" y="20496"/>
                  <a:pt x="61964" y="20450"/>
                  <a:pt x="61974" y="20406"/>
                </a:cubicBezTo>
                <a:lnTo>
                  <a:pt x="61974" y="20406"/>
                </a:lnTo>
                <a:cubicBezTo>
                  <a:pt x="61998" y="20407"/>
                  <a:pt x="62022" y="20407"/>
                  <a:pt x="62045" y="20407"/>
                </a:cubicBezTo>
                <a:cubicBezTo>
                  <a:pt x="62124" y="20407"/>
                  <a:pt x="62203" y="20403"/>
                  <a:pt x="62282" y="20396"/>
                </a:cubicBezTo>
                <a:cubicBezTo>
                  <a:pt x="62288" y="20384"/>
                  <a:pt x="62298" y="20379"/>
                  <a:pt x="62311" y="20379"/>
                </a:cubicBezTo>
                <a:cubicBezTo>
                  <a:pt x="62365" y="20379"/>
                  <a:pt x="62458" y="20463"/>
                  <a:pt x="62434" y="20487"/>
                </a:cubicBezTo>
                <a:cubicBezTo>
                  <a:pt x="62373" y="20518"/>
                  <a:pt x="62312" y="20579"/>
                  <a:pt x="62282" y="20639"/>
                </a:cubicBezTo>
                <a:cubicBezTo>
                  <a:pt x="62282" y="20670"/>
                  <a:pt x="62616" y="20670"/>
                  <a:pt x="62707" y="20670"/>
                </a:cubicBezTo>
                <a:cubicBezTo>
                  <a:pt x="62829" y="20670"/>
                  <a:pt x="62829" y="20366"/>
                  <a:pt x="62829" y="20275"/>
                </a:cubicBezTo>
                <a:cubicBezTo>
                  <a:pt x="62798" y="20183"/>
                  <a:pt x="62768" y="20062"/>
                  <a:pt x="62768" y="20062"/>
                </a:cubicBezTo>
                <a:cubicBezTo>
                  <a:pt x="62768" y="20031"/>
                  <a:pt x="62798" y="20001"/>
                  <a:pt x="62859" y="20001"/>
                </a:cubicBezTo>
                <a:lnTo>
                  <a:pt x="62890" y="20001"/>
                </a:lnTo>
                <a:cubicBezTo>
                  <a:pt x="62950" y="20031"/>
                  <a:pt x="62981" y="20062"/>
                  <a:pt x="63011" y="20123"/>
                </a:cubicBezTo>
                <a:lnTo>
                  <a:pt x="63072" y="20275"/>
                </a:lnTo>
                <a:cubicBezTo>
                  <a:pt x="63125" y="20434"/>
                  <a:pt x="63271" y="20524"/>
                  <a:pt x="63428" y="20524"/>
                </a:cubicBezTo>
                <a:cubicBezTo>
                  <a:pt x="63451" y="20524"/>
                  <a:pt x="63474" y="20522"/>
                  <a:pt x="63498" y="20518"/>
                </a:cubicBezTo>
                <a:lnTo>
                  <a:pt x="63650" y="20639"/>
                </a:lnTo>
                <a:lnTo>
                  <a:pt x="63710" y="20639"/>
                </a:lnTo>
                <a:cubicBezTo>
                  <a:pt x="63741" y="20609"/>
                  <a:pt x="63741" y="20579"/>
                  <a:pt x="63710" y="20548"/>
                </a:cubicBezTo>
                <a:cubicBezTo>
                  <a:pt x="63710" y="20548"/>
                  <a:pt x="63528" y="20457"/>
                  <a:pt x="63558" y="20396"/>
                </a:cubicBezTo>
                <a:cubicBezTo>
                  <a:pt x="63619" y="20305"/>
                  <a:pt x="63619" y="20214"/>
                  <a:pt x="63619" y="20092"/>
                </a:cubicBezTo>
                <a:lnTo>
                  <a:pt x="63710" y="20031"/>
                </a:lnTo>
                <a:lnTo>
                  <a:pt x="63710" y="20001"/>
                </a:lnTo>
                <a:lnTo>
                  <a:pt x="63771" y="19971"/>
                </a:lnTo>
                <a:cubicBezTo>
                  <a:pt x="63789" y="19962"/>
                  <a:pt x="63804" y="19958"/>
                  <a:pt x="63817" y="19958"/>
                </a:cubicBezTo>
                <a:cubicBezTo>
                  <a:pt x="63850" y="19958"/>
                  <a:pt x="63871" y="19980"/>
                  <a:pt x="63893" y="20001"/>
                </a:cubicBezTo>
                <a:cubicBezTo>
                  <a:pt x="63862" y="20092"/>
                  <a:pt x="63832" y="20183"/>
                  <a:pt x="63802" y="20244"/>
                </a:cubicBezTo>
                <a:cubicBezTo>
                  <a:pt x="63741" y="20275"/>
                  <a:pt x="63893" y="20548"/>
                  <a:pt x="63923" y="20639"/>
                </a:cubicBezTo>
                <a:cubicBezTo>
                  <a:pt x="63935" y="20657"/>
                  <a:pt x="63947" y="20664"/>
                  <a:pt x="63958" y="20664"/>
                </a:cubicBezTo>
                <a:cubicBezTo>
                  <a:pt x="64005" y="20664"/>
                  <a:pt x="64045" y="20536"/>
                  <a:pt x="64045" y="20487"/>
                </a:cubicBezTo>
                <a:cubicBezTo>
                  <a:pt x="64045" y="20427"/>
                  <a:pt x="64197" y="20335"/>
                  <a:pt x="64288" y="20335"/>
                </a:cubicBezTo>
                <a:cubicBezTo>
                  <a:pt x="64349" y="20305"/>
                  <a:pt x="64197" y="20214"/>
                  <a:pt x="64136" y="20183"/>
                </a:cubicBezTo>
                <a:cubicBezTo>
                  <a:pt x="64075" y="20153"/>
                  <a:pt x="64136" y="20092"/>
                  <a:pt x="64166" y="20062"/>
                </a:cubicBezTo>
                <a:cubicBezTo>
                  <a:pt x="64197" y="20062"/>
                  <a:pt x="64257" y="19971"/>
                  <a:pt x="64257" y="19880"/>
                </a:cubicBezTo>
                <a:lnTo>
                  <a:pt x="64349" y="19940"/>
                </a:lnTo>
                <a:cubicBezTo>
                  <a:pt x="64440" y="19971"/>
                  <a:pt x="64501" y="20031"/>
                  <a:pt x="64531" y="20092"/>
                </a:cubicBezTo>
                <a:lnTo>
                  <a:pt x="64561" y="20153"/>
                </a:lnTo>
                <a:cubicBezTo>
                  <a:pt x="64561" y="20244"/>
                  <a:pt x="64561" y="20335"/>
                  <a:pt x="64622" y="20427"/>
                </a:cubicBezTo>
                <a:lnTo>
                  <a:pt x="64653" y="20457"/>
                </a:lnTo>
                <a:cubicBezTo>
                  <a:pt x="64713" y="20487"/>
                  <a:pt x="64774" y="20487"/>
                  <a:pt x="64835" y="20548"/>
                </a:cubicBezTo>
                <a:lnTo>
                  <a:pt x="64896" y="20579"/>
                </a:lnTo>
                <a:cubicBezTo>
                  <a:pt x="64900" y="20588"/>
                  <a:pt x="64905" y="20592"/>
                  <a:pt x="64909" y="20592"/>
                </a:cubicBezTo>
                <a:cubicBezTo>
                  <a:pt x="64935" y="20592"/>
                  <a:pt x="64957" y="20455"/>
                  <a:pt x="64957" y="20275"/>
                </a:cubicBezTo>
                <a:lnTo>
                  <a:pt x="65017" y="20305"/>
                </a:lnTo>
                <a:lnTo>
                  <a:pt x="65017" y="20092"/>
                </a:lnTo>
                <a:cubicBezTo>
                  <a:pt x="65053" y="20083"/>
                  <a:pt x="65089" y="20080"/>
                  <a:pt x="65123" y="20080"/>
                </a:cubicBezTo>
                <a:cubicBezTo>
                  <a:pt x="65208" y="20080"/>
                  <a:pt x="65287" y="20101"/>
                  <a:pt x="65352" y="20123"/>
                </a:cubicBezTo>
                <a:cubicBezTo>
                  <a:pt x="65443" y="20123"/>
                  <a:pt x="65534" y="20305"/>
                  <a:pt x="65534" y="20366"/>
                </a:cubicBezTo>
                <a:cubicBezTo>
                  <a:pt x="65534" y="20427"/>
                  <a:pt x="65595" y="20518"/>
                  <a:pt x="65656" y="20548"/>
                </a:cubicBezTo>
                <a:cubicBezTo>
                  <a:pt x="65777" y="20609"/>
                  <a:pt x="65929" y="20639"/>
                  <a:pt x="66081" y="20639"/>
                </a:cubicBezTo>
                <a:cubicBezTo>
                  <a:pt x="66172" y="20609"/>
                  <a:pt x="66233" y="20427"/>
                  <a:pt x="66203" y="20335"/>
                </a:cubicBezTo>
                <a:cubicBezTo>
                  <a:pt x="66203" y="20275"/>
                  <a:pt x="66324" y="20244"/>
                  <a:pt x="66355" y="20244"/>
                </a:cubicBezTo>
                <a:cubicBezTo>
                  <a:pt x="66416" y="20244"/>
                  <a:pt x="66446" y="20335"/>
                  <a:pt x="66446" y="20457"/>
                </a:cubicBezTo>
                <a:lnTo>
                  <a:pt x="66446" y="20579"/>
                </a:lnTo>
                <a:lnTo>
                  <a:pt x="66446" y="20609"/>
                </a:lnTo>
                <a:cubicBezTo>
                  <a:pt x="66507" y="20609"/>
                  <a:pt x="66537" y="20427"/>
                  <a:pt x="66537" y="20366"/>
                </a:cubicBezTo>
                <a:cubicBezTo>
                  <a:pt x="66568" y="20275"/>
                  <a:pt x="66628" y="20214"/>
                  <a:pt x="66720" y="20183"/>
                </a:cubicBezTo>
                <a:lnTo>
                  <a:pt x="66659" y="20123"/>
                </a:lnTo>
                <a:cubicBezTo>
                  <a:pt x="66636" y="20054"/>
                  <a:pt x="66630" y="20020"/>
                  <a:pt x="66693" y="20020"/>
                </a:cubicBezTo>
                <a:cubicBezTo>
                  <a:pt x="66714" y="20020"/>
                  <a:pt x="66742" y="20024"/>
                  <a:pt x="66780" y="20031"/>
                </a:cubicBezTo>
                <a:lnTo>
                  <a:pt x="67145" y="20031"/>
                </a:lnTo>
                <a:lnTo>
                  <a:pt x="67267" y="20001"/>
                </a:lnTo>
                <a:lnTo>
                  <a:pt x="67419" y="19971"/>
                </a:lnTo>
                <a:cubicBezTo>
                  <a:pt x="67432" y="19968"/>
                  <a:pt x="67445" y="19967"/>
                  <a:pt x="67458" y="19967"/>
                </a:cubicBezTo>
                <a:cubicBezTo>
                  <a:pt x="67623" y="19967"/>
                  <a:pt x="67757" y="20141"/>
                  <a:pt x="67814" y="20366"/>
                </a:cubicBezTo>
                <a:lnTo>
                  <a:pt x="67540" y="20518"/>
                </a:lnTo>
                <a:lnTo>
                  <a:pt x="67510" y="20518"/>
                </a:lnTo>
                <a:cubicBezTo>
                  <a:pt x="67449" y="20518"/>
                  <a:pt x="67388" y="20487"/>
                  <a:pt x="67388" y="20427"/>
                </a:cubicBezTo>
                <a:lnTo>
                  <a:pt x="67388" y="20396"/>
                </a:lnTo>
                <a:cubicBezTo>
                  <a:pt x="67419" y="20335"/>
                  <a:pt x="67419" y="20275"/>
                  <a:pt x="67449" y="20214"/>
                </a:cubicBezTo>
                <a:lnTo>
                  <a:pt x="67479" y="20153"/>
                </a:lnTo>
                <a:cubicBezTo>
                  <a:pt x="67515" y="20117"/>
                  <a:pt x="67436" y="20103"/>
                  <a:pt x="67346" y="20103"/>
                </a:cubicBezTo>
                <a:cubicBezTo>
                  <a:pt x="67282" y="20103"/>
                  <a:pt x="67213" y="20110"/>
                  <a:pt x="67175" y="20123"/>
                </a:cubicBezTo>
                <a:cubicBezTo>
                  <a:pt x="67054" y="20153"/>
                  <a:pt x="67145" y="20366"/>
                  <a:pt x="67145" y="20427"/>
                </a:cubicBezTo>
                <a:cubicBezTo>
                  <a:pt x="67175" y="20548"/>
                  <a:pt x="67236" y="20639"/>
                  <a:pt x="67327" y="20670"/>
                </a:cubicBezTo>
                <a:lnTo>
                  <a:pt x="67449" y="20670"/>
                </a:lnTo>
                <a:lnTo>
                  <a:pt x="67540" y="20700"/>
                </a:lnTo>
                <a:cubicBezTo>
                  <a:pt x="67605" y="20722"/>
                  <a:pt x="67715" y="20743"/>
                  <a:pt x="67774" y="20743"/>
                </a:cubicBezTo>
                <a:cubicBezTo>
                  <a:pt x="67798" y="20743"/>
                  <a:pt x="67814" y="20739"/>
                  <a:pt x="67814" y="20731"/>
                </a:cubicBezTo>
                <a:cubicBezTo>
                  <a:pt x="67814" y="20609"/>
                  <a:pt x="67814" y="20487"/>
                  <a:pt x="67875" y="20396"/>
                </a:cubicBezTo>
                <a:cubicBezTo>
                  <a:pt x="67935" y="20305"/>
                  <a:pt x="67783" y="20001"/>
                  <a:pt x="67875" y="19940"/>
                </a:cubicBezTo>
                <a:cubicBezTo>
                  <a:pt x="67935" y="19910"/>
                  <a:pt x="68027" y="19880"/>
                  <a:pt x="68118" y="19849"/>
                </a:cubicBezTo>
                <a:lnTo>
                  <a:pt x="68330" y="19940"/>
                </a:lnTo>
                <a:lnTo>
                  <a:pt x="68391" y="19910"/>
                </a:lnTo>
                <a:cubicBezTo>
                  <a:pt x="68482" y="19940"/>
                  <a:pt x="68581" y="19955"/>
                  <a:pt x="68680" y="19955"/>
                </a:cubicBezTo>
                <a:cubicBezTo>
                  <a:pt x="68779" y="19955"/>
                  <a:pt x="68878" y="19940"/>
                  <a:pt x="68969" y="19910"/>
                </a:cubicBezTo>
                <a:cubicBezTo>
                  <a:pt x="68983" y="19905"/>
                  <a:pt x="69002" y="19904"/>
                  <a:pt x="69027" y="19904"/>
                </a:cubicBezTo>
                <a:cubicBezTo>
                  <a:pt x="69121" y="19904"/>
                  <a:pt x="69280" y="19931"/>
                  <a:pt x="69386" y="19931"/>
                </a:cubicBezTo>
                <a:cubicBezTo>
                  <a:pt x="69433" y="19931"/>
                  <a:pt x="69470" y="19926"/>
                  <a:pt x="69486" y="19910"/>
                </a:cubicBezTo>
                <a:cubicBezTo>
                  <a:pt x="69546" y="19880"/>
                  <a:pt x="69638" y="19849"/>
                  <a:pt x="69729" y="19849"/>
                </a:cubicBezTo>
                <a:lnTo>
                  <a:pt x="70002" y="19940"/>
                </a:lnTo>
                <a:lnTo>
                  <a:pt x="70124" y="19910"/>
                </a:lnTo>
                <a:cubicBezTo>
                  <a:pt x="70154" y="19895"/>
                  <a:pt x="70185" y="19895"/>
                  <a:pt x="70211" y="19895"/>
                </a:cubicBezTo>
                <a:cubicBezTo>
                  <a:pt x="70238" y="19895"/>
                  <a:pt x="70261" y="19895"/>
                  <a:pt x="70276" y="19880"/>
                </a:cubicBezTo>
                <a:lnTo>
                  <a:pt x="70367" y="19788"/>
                </a:lnTo>
                <a:cubicBezTo>
                  <a:pt x="70519" y="19849"/>
                  <a:pt x="70641" y="19940"/>
                  <a:pt x="70701" y="20062"/>
                </a:cubicBezTo>
                <a:lnTo>
                  <a:pt x="70610" y="20183"/>
                </a:lnTo>
                <a:lnTo>
                  <a:pt x="70610" y="20214"/>
                </a:lnTo>
                <a:cubicBezTo>
                  <a:pt x="70580" y="20214"/>
                  <a:pt x="70458" y="20153"/>
                  <a:pt x="70428" y="20123"/>
                </a:cubicBezTo>
                <a:cubicBezTo>
                  <a:pt x="70367" y="20123"/>
                  <a:pt x="70276" y="20123"/>
                  <a:pt x="70215" y="20183"/>
                </a:cubicBezTo>
                <a:cubicBezTo>
                  <a:pt x="70185" y="20244"/>
                  <a:pt x="70154" y="20335"/>
                  <a:pt x="70124" y="20427"/>
                </a:cubicBezTo>
                <a:cubicBezTo>
                  <a:pt x="70124" y="20518"/>
                  <a:pt x="70185" y="20579"/>
                  <a:pt x="70215" y="20639"/>
                </a:cubicBezTo>
                <a:cubicBezTo>
                  <a:pt x="70276" y="20700"/>
                  <a:pt x="70124" y="20822"/>
                  <a:pt x="70063" y="20852"/>
                </a:cubicBezTo>
                <a:cubicBezTo>
                  <a:pt x="69972" y="20913"/>
                  <a:pt x="69941" y="20974"/>
                  <a:pt x="69941" y="21035"/>
                </a:cubicBezTo>
                <a:lnTo>
                  <a:pt x="69972" y="21065"/>
                </a:lnTo>
                <a:lnTo>
                  <a:pt x="70002" y="21126"/>
                </a:lnTo>
                <a:cubicBezTo>
                  <a:pt x="70093" y="21126"/>
                  <a:pt x="70154" y="21095"/>
                  <a:pt x="70124" y="21065"/>
                </a:cubicBezTo>
                <a:cubicBezTo>
                  <a:pt x="70124" y="21065"/>
                  <a:pt x="70124" y="20943"/>
                  <a:pt x="70154" y="20943"/>
                </a:cubicBezTo>
                <a:lnTo>
                  <a:pt x="70367" y="20943"/>
                </a:lnTo>
                <a:cubicBezTo>
                  <a:pt x="70397" y="20943"/>
                  <a:pt x="70428" y="21065"/>
                  <a:pt x="70428" y="21095"/>
                </a:cubicBezTo>
                <a:cubicBezTo>
                  <a:pt x="70428" y="21105"/>
                  <a:pt x="70435" y="21110"/>
                  <a:pt x="70448" y="21110"/>
                </a:cubicBezTo>
                <a:cubicBezTo>
                  <a:pt x="70514" y="21110"/>
                  <a:pt x="70717" y="21004"/>
                  <a:pt x="70793" y="21004"/>
                </a:cubicBezTo>
                <a:cubicBezTo>
                  <a:pt x="70884" y="21004"/>
                  <a:pt x="70823" y="20731"/>
                  <a:pt x="70884" y="20609"/>
                </a:cubicBezTo>
                <a:lnTo>
                  <a:pt x="70912" y="20553"/>
                </a:lnTo>
                <a:lnTo>
                  <a:pt x="70912" y="20553"/>
                </a:lnTo>
                <a:cubicBezTo>
                  <a:pt x="70910" y="20554"/>
                  <a:pt x="70908" y="20554"/>
                  <a:pt x="70906" y="20554"/>
                </a:cubicBezTo>
                <a:cubicBezTo>
                  <a:pt x="70873" y="20554"/>
                  <a:pt x="70754" y="20483"/>
                  <a:pt x="70701" y="20457"/>
                </a:cubicBezTo>
                <a:cubicBezTo>
                  <a:pt x="70671" y="20427"/>
                  <a:pt x="70914" y="20335"/>
                  <a:pt x="71005" y="20305"/>
                </a:cubicBezTo>
                <a:cubicBezTo>
                  <a:pt x="71046" y="20297"/>
                  <a:pt x="71089" y="20293"/>
                  <a:pt x="71132" y="20293"/>
                </a:cubicBezTo>
                <a:cubicBezTo>
                  <a:pt x="71251" y="20293"/>
                  <a:pt x="71372" y="20321"/>
                  <a:pt x="71461" y="20366"/>
                </a:cubicBezTo>
                <a:cubicBezTo>
                  <a:pt x="71469" y="20369"/>
                  <a:pt x="71478" y="20370"/>
                  <a:pt x="71488" y="20370"/>
                </a:cubicBezTo>
                <a:cubicBezTo>
                  <a:pt x="71583" y="20370"/>
                  <a:pt x="71732" y="20239"/>
                  <a:pt x="71704" y="20183"/>
                </a:cubicBezTo>
                <a:cubicBezTo>
                  <a:pt x="71613" y="20092"/>
                  <a:pt x="71552" y="20001"/>
                  <a:pt x="71431" y="19910"/>
                </a:cubicBezTo>
                <a:lnTo>
                  <a:pt x="71613" y="19849"/>
                </a:lnTo>
                <a:lnTo>
                  <a:pt x="71735" y="19819"/>
                </a:lnTo>
                <a:cubicBezTo>
                  <a:pt x="71796" y="19940"/>
                  <a:pt x="71887" y="20062"/>
                  <a:pt x="71887" y="20092"/>
                </a:cubicBezTo>
                <a:cubicBezTo>
                  <a:pt x="71917" y="20092"/>
                  <a:pt x="72008" y="19940"/>
                  <a:pt x="72039" y="19880"/>
                </a:cubicBezTo>
                <a:cubicBezTo>
                  <a:pt x="72074" y="19844"/>
                  <a:pt x="72120" y="19829"/>
                  <a:pt x="72165" y="19829"/>
                </a:cubicBezTo>
                <a:cubicBezTo>
                  <a:pt x="72196" y="19829"/>
                  <a:pt x="72226" y="19837"/>
                  <a:pt x="72252" y="19849"/>
                </a:cubicBezTo>
                <a:lnTo>
                  <a:pt x="72890" y="19849"/>
                </a:lnTo>
                <a:lnTo>
                  <a:pt x="72981" y="19819"/>
                </a:lnTo>
                <a:lnTo>
                  <a:pt x="73072" y="19788"/>
                </a:lnTo>
                <a:cubicBezTo>
                  <a:pt x="73113" y="19796"/>
                  <a:pt x="73158" y="19800"/>
                  <a:pt x="73205" y="19800"/>
                </a:cubicBezTo>
                <a:cubicBezTo>
                  <a:pt x="73334" y="19800"/>
                  <a:pt x="73478" y="19772"/>
                  <a:pt x="73589" y="19728"/>
                </a:cubicBezTo>
                <a:lnTo>
                  <a:pt x="73680" y="19788"/>
                </a:lnTo>
                <a:lnTo>
                  <a:pt x="73893" y="19910"/>
                </a:lnTo>
                <a:cubicBezTo>
                  <a:pt x="74075" y="19880"/>
                  <a:pt x="74258" y="19849"/>
                  <a:pt x="74440" y="19849"/>
                </a:cubicBezTo>
                <a:cubicBezTo>
                  <a:pt x="74470" y="19849"/>
                  <a:pt x="74562" y="20001"/>
                  <a:pt x="74562" y="20062"/>
                </a:cubicBezTo>
                <a:cubicBezTo>
                  <a:pt x="74567" y="20072"/>
                  <a:pt x="74572" y="20076"/>
                  <a:pt x="74578" y="20076"/>
                </a:cubicBezTo>
                <a:cubicBezTo>
                  <a:pt x="74610" y="20076"/>
                  <a:pt x="74653" y="19961"/>
                  <a:pt x="74653" y="19910"/>
                </a:cubicBezTo>
                <a:cubicBezTo>
                  <a:pt x="74957" y="19819"/>
                  <a:pt x="75291" y="19788"/>
                  <a:pt x="75625" y="19788"/>
                </a:cubicBezTo>
                <a:cubicBezTo>
                  <a:pt x="75869" y="19819"/>
                  <a:pt x="76173" y="19819"/>
                  <a:pt x="76203" y="19849"/>
                </a:cubicBezTo>
                <a:cubicBezTo>
                  <a:pt x="76229" y="19849"/>
                  <a:pt x="76367" y="19916"/>
                  <a:pt x="76425" y="19916"/>
                </a:cubicBezTo>
                <a:cubicBezTo>
                  <a:pt x="76434" y="19916"/>
                  <a:pt x="76442" y="19914"/>
                  <a:pt x="76446" y="19910"/>
                </a:cubicBezTo>
                <a:cubicBezTo>
                  <a:pt x="76537" y="19880"/>
                  <a:pt x="76629" y="19849"/>
                  <a:pt x="76720" y="19849"/>
                </a:cubicBezTo>
                <a:lnTo>
                  <a:pt x="76811" y="19880"/>
                </a:lnTo>
                <a:lnTo>
                  <a:pt x="77054" y="19940"/>
                </a:lnTo>
                <a:cubicBezTo>
                  <a:pt x="77303" y="19913"/>
                  <a:pt x="77653" y="19784"/>
                  <a:pt x="77782" y="19784"/>
                </a:cubicBezTo>
                <a:cubicBezTo>
                  <a:pt x="77795" y="19784"/>
                  <a:pt x="77806" y="19786"/>
                  <a:pt x="77814" y="19788"/>
                </a:cubicBezTo>
                <a:cubicBezTo>
                  <a:pt x="77892" y="19814"/>
                  <a:pt x="78150" y="19953"/>
                  <a:pt x="78260" y="19953"/>
                </a:cubicBezTo>
                <a:cubicBezTo>
                  <a:pt x="78278" y="19953"/>
                  <a:pt x="78292" y="19949"/>
                  <a:pt x="78300" y="19940"/>
                </a:cubicBezTo>
                <a:cubicBezTo>
                  <a:pt x="78391" y="19880"/>
                  <a:pt x="78635" y="19910"/>
                  <a:pt x="78665" y="19880"/>
                </a:cubicBezTo>
                <a:cubicBezTo>
                  <a:pt x="78693" y="19823"/>
                  <a:pt x="78801" y="19633"/>
                  <a:pt x="78890" y="19633"/>
                </a:cubicBezTo>
                <a:cubicBezTo>
                  <a:pt x="78896" y="19633"/>
                  <a:pt x="78902" y="19634"/>
                  <a:pt x="78908" y="19636"/>
                </a:cubicBezTo>
                <a:cubicBezTo>
                  <a:pt x="78969" y="19667"/>
                  <a:pt x="79151" y="19788"/>
                  <a:pt x="79334" y="19880"/>
                </a:cubicBezTo>
                <a:lnTo>
                  <a:pt x="79486" y="19819"/>
                </a:lnTo>
                <a:cubicBezTo>
                  <a:pt x="79547" y="19819"/>
                  <a:pt x="79594" y="19778"/>
                  <a:pt x="79646" y="19778"/>
                </a:cubicBezTo>
                <a:cubicBezTo>
                  <a:pt x="79671" y="19778"/>
                  <a:pt x="79698" y="19788"/>
                  <a:pt x="79729" y="19819"/>
                </a:cubicBezTo>
                <a:cubicBezTo>
                  <a:pt x="79729" y="19823"/>
                  <a:pt x="79732" y="19825"/>
                  <a:pt x="79737" y="19825"/>
                </a:cubicBezTo>
                <a:cubicBezTo>
                  <a:pt x="79770" y="19825"/>
                  <a:pt x="79894" y="19754"/>
                  <a:pt x="79972" y="19728"/>
                </a:cubicBezTo>
                <a:cubicBezTo>
                  <a:pt x="80063" y="19697"/>
                  <a:pt x="80154" y="19667"/>
                  <a:pt x="80246" y="19667"/>
                </a:cubicBezTo>
                <a:cubicBezTo>
                  <a:pt x="80276" y="19636"/>
                  <a:pt x="80306" y="19515"/>
                  <a:pt x="80367" y="19515"/>
                </a:cubicBezTo>
                <a:cubicBezTo>
                  <a:pt x="80379" y="19512"/>
                  <a:pt x="80389" y="19511"/>
                  <a:pt x="80399" y="19511"/>
                </a:cubicBezTo>
                <a:cubicBezTo>
                  <a:pt x="80515" y="19511"/>
                  <a:pt x="80491" y="19667"/>
                  <a:pt x="80519" y="19667"/>
                </a:cubicBezTo>
                <a:lnTo>
                  <a:pt x="80610" y="19667"/>
                </a:lnTo>
                <a:lnTo>
                  <a:pt x="80732" y="19545"/>
                </a:lnTo>
                <a:cubicBezTo>
                  <a:pt x="80794" y="19554"/>
                  <a:pt x="80859" y="19558"/>
                  <a:pt x="80926" y="19558"/>
                </a:cubicBezTo>
                <a:cubicBezTo>
                  <a:pt x="81087" y="19558"/>
                  <a:pt x="81259" y="19536"/>
                  <a:pt x="81431" y="19515"/>
                </a:cubicBezTo>
                <a:cubicBezTo>
                  <a:pt x="81463" y="19499"/>
                  <a:pt x="81507" y="19493"/>
                  <a:pt x="81557" y="19493"/>
                </a:cubicBezTo>
                <a:cubicBezTo>
                  <a:pt x="81669" y="19493"/>
                  <a:pt x="81807" y="19521"/>
                  <a:pt x="81893" y="19521"/>
                </a:cubicBezTo>
                <a:cubicBezTo>
                  <a:pt x="81916" y="19521"/>
                  <a:pt x="81934" y="19519"/>
                  <a:pt x="81948" y="19515"/>
                </a:cubicBezTo>
                <a:cubicBezTo>
                  <a:pt x="82009" y="19484"/>
                  <a:pt x="82069" y="19469"/>
                  <a:pt x="82130" y="19469"/>
                </a:cubicBezTo>
                <a:cubicBezTo>
                  <a:pt x="82191" y="19469"/>
                  <a:pt x="82252" y="19484"/>
                  <a:pt x="82313" y="19515"/>
                </a:cubicBezTo>
                <a:lnTo>
                  <a:pt x="82404" y="19424"/>
                </a:lnTo>
                <a:lnTo>
                  <a:pt x="82464" y="19332"/>
                </a:lnTo>
                <a:lnTo>
                  <a:pt x="83437" y="19332"/>
                </a:lnTo>
                <a:cubicBezTo>
                  <a:pt x="83468" y="19272"/>
                  <a:pt x="83498" y="19211"/>
                  <a:pt x="83528" y="19120"/>
                </a:cubicBezTo>
                <a:cubicBezTo>
                  <a:pt x="83528" y="19089"/>
                  <a:pt x="83498" y="18968"/>
                  <a:pt x="83437" y="18937"/>
                </a:cubicBezTo>
                <a:cubicBezTo>
                  <a:pt x="83407" y="18907"/>
                  <a:pt x="83528" y="18816"/>
                  <a:pt x="83680" y="18755"/>
                </a:cubicBezTo>
                <a:lnTo>
                  <a:pt x="83680" y="19059"/>
                </a:lnTo>
                <a:cubicBezTo>
                  <a:pt x="83711" y="19079"/>
                  <a:pt x="83738" y="19089"/>
                  <a:pt x="83761" y="19089"/>
                </a:cubicBezTo>
                <a:cubicBezTo>
                  <a:pt x="83809" y="19089"/>
                  <a:pt x="83842" y="19049"/>
                  <a:pt x="83863" y="18968"/>
                </a:cubicBezTo>
                <a:lnTo>
                  <a:pt x="84045" y="18998"/>
                </a:lnTo>
                <a:lnTo>
                  <a:pt x="84167" y="18998"/>
                </a:lnTo>
                <a:cubicBezTo>
                  <a:pt x="84288" y="18998"/>
                  <a:pt x="84349" y="18937"/>
                  <a:pt x="84288" y="18846"/>
                </a:cubicBezTo>
                <a:lnTo>
                  <a:pt x="84288" y="18816"/>
                </a:lnTo>
                <a:lnTo>
                  <a:pt x="84349" y="18724"/>
                </a:lnTo>
                <a:cubicBezTo>
                  <a:pt x="84258" y="18694"/>
                  <a:pt x="84227" y="18603"/>
                  <a:pt x="84197" y="18512"/>
                </a:cubicBezTo>
                <a:lnTo>
                  <a:pt x="84227" y="18512"/>
                </a:lnTo>
                <a:lnTo>
                  <a:pt x="84410" y="18451"/>
                </a:lnTo>
                <a:cubicBezTo>
                  <a:pt x="84449" y="18510"/>
                  <a:pt x="84514" y="18543"/>
                  <a:pt x="84579" y="18543"/>
                </a:cubicBezTo>
                <a:cubicBezTo>
                  <a:pt x="84615" y="18543"/>
                  <a:pt x="84651" y="18533"/>
                  <a:pt x="84683" y="18512"/>
                </a:cubicBezTo>
                <a:cubicBezTo>
                  <a:pt x="84699" y="18481"/>
                  <a:pt x="84767" y="18481"/>
                  <a:pt x="84835" y="18481"/>
                </a:cubicBezTo>
                <a:cubicBezTo>
                  <a:pt x="84904" y="18481"/>
                  <a:pt x="84972" y="18481"/>
                  <a:pt x="84987" y="18451"/>
                </a:cubicBezTo>
                <a:cubicBezTo>
                  <a:pt x="85003" y="18421"/>
                  <a:pt x="85033" y="18405"/>
                  <a:pt x="85060" y="18405"/>
                </a:cubicBezTo>
                <a:cubicBezTo>
                  <a:pt x="85086" y="18405"/>
                  <a:pt x="85109" y="18421"/>
                  <a:pt x="85109" y="18451"/>
                </a:cubicBezTo>
                <a:cubicBezTo>
                  <a:pt x="85109" y="18453"/>
                  <a:pt x="85109" y="18454"/>
                  <a:pt x="85110" y="18454"/>
                </a:cubicBezTo>
                <a:cubicBezTo>
                  <a:pt x="85120" y="18454"/>
                  <a:pt x="85194" y="18267"/>
                  <a:pt x="85109" y="18238"/>
                </a:cubicBezTo>
                <a:cubicBezTo>
                  <a:pt x="85048" y="18177"/>
                  <a:pt x="85139" y="18056"/>
                  <a:pt x="85170" y="18056"/>
                </a:cubicBezTo>
                <a:cubicBezTo>
                  <a:pt x="85188" y="18047"/>
                  <a:pt x="85203" y="18043"/>
                  <a:pt x="85215" y="18043"/>
                </a:cubicBezTo>
                <a:cubicBezTo>
                  <a:pt x="85246" y="18043"/>
                  <a:pt x="85261" y="18065"/>
                  <a:pt x="85261" y="18086"/>
                </a:cubicBezTo>
                <a:lnTo>
                  <a:pt x="85322" y="18117"/>
                </a:lnTo>
                <a:cubicBezTo>
                  <a:pt x="85339" y="18125"/>
                  <a:pt x="85355" y="18129"/>
                  <a:pt x="85369" y="18129"/>
                </a:cubicBezTo>
                <a:cubicBezTo>
                  <a:pt x="85403" y="18129"/>
                  <a:pt x="85431" y="18108"/>
                  <a:pt x="85474" y="18086"/>
                </a:cubicBezTo>
                <a:cubicBezTo>
                  <a:pt x="85443" y="18025"/>
                  <a:pt x="85413" y="17965"/>
                  <a:pt x="85382" y="17904"/>
                </a:cubicBezTo>
                <a:cubicBezTo>
                  <a:pt x="85382" y="17889"/>
                  <a:pt x="85306" y="17889"/>
                  <a:pt x="85219" y="17889"/>
                </a:cubicBezTo>
                <a:cubicBezTo>
                  <a:pt x="85132" y="17889"/>
                  <a:pt x="85033" y="17889"/>
                  <a:pt x="84987" y="17873"/>
                </a:cubicBezTo>
                <a:cubicBezTo>
                  <a:pt x="84927" y="17873"/>
                  <a:pt x="85139" y="17630"/>
                  <a:pt x="85261" y="17630"/>
                </a:cubicBezTo>
                <a:cubicBezTo>
                  <a:pt x="85382" y="17630"/>
                  <a:pt x="85504" y="17509"/>
                  <a:pt x="85504" y="17448"/>
                </a:cubicBezTo>
                <a:cubicBezTo>
                  <a:pt x="85504" y="17357"/>
                  <a:pt x="85595" y="17357"/>
                  <a:pt x="85626" y="17357"/>
                </a:cubicBezTo>
                <a:cubicBezTo>
                  <a:pt x="85631" y="17362"/>
                  <a:pt x="85637" y="17365"/>
                  <a:pt x="85643" y="17365"/>
                </a:cubicBezTo>
                <a:cubicBezTo>
                  <a:pt x="85667" y="17365"/>
                  <a:pt x="85686" y="17320"/>
                  <a:pt x="85686" y="17296"/>
                </a:cubicBezTo>
                <a:lnTo>
                  <a:pt x="85595" y="17265"/>
                </a:lnTo>
                <a:cubicBezTo>
                  <a:pt x="85504" y="17265"/>
                  <a:pt x="85352" y="16992"/>
                  <a:pt x="85352" y="16870"/>
                </a:cubicBezTo>
                <a:cubicBezTo>
                  <a:pt x="85322" y="16688"/>
                  <a:pt x="85261" y="16506"/>
                  <a:pt x="85139" y="16323"/>
                </a:cubicBezTo>
                <a:cubicBezTo>
                  <a:pt x="85118" y="16302"/>
                  <a:pt x="85005" y="16280"/>
                  <a:pt x="84941" y="16280"/>
                </a:cubicBezTo>
                <a:cubicBezTo>
                  <a:pt x="84914" y="16280"/>
                  <a:pt x="84896" y="16284"/>
                  <a:pt x="84896" y="16293"/>
                </a:cubicBezTo>
                <a:cubicBezTo>
                  <a:pt x="84866" y="16354"/>
                  <a:pt x="84866" y="16384"/>
                  <a:pt x="84835" y="16384"/>
                </a:cubicBezTo>
                <a:cubicBezTo>
                  <a:pt x="84832" y="16387"/>
                  <a:pt x="84829" y="16389"/>
                  <a:pt x="84825" y="16389"/>
                </a:cubicBezTo>
                <a:cubicBezTo>
                  <a:pt x="84799" y="16389"/>
                  <a:pt x="84775" y="16289"/>
                  <a:pt x="84775" y="16262"/>
                </a:cubicBezTo>
                <a:cubicBezTo>
                  <a:pt x="84775" y="16232"/>
                  <a:pt x="84562" y="16232"/>
                  <a:pt x="84471" y="16232"/>
                </a:cubicBezTo>
                <a:cubicBezTo>
                  <a:pt x="84458" y="16236"/>
                  <a:pt x="84447" y="16238"/>
                  <a:pt x="84439" y="16238"/>
                </a:cubicBezTo>
                <a:cubicBezTo>
                  <a:pt x="84388" y="16238"/>
                  <a:pt x="84414" y="16171"/>
                  <a:pt x="84440" y="16171"/>
                </a:cubicBezTo>
                <a:cubicBezTo>
                  <a:pt x="84440" y="16141"/>
                  <a:pt x="84410" y="16110"/>
                  <a:pt x="84349" y="16080"/>
                </a:cubicBezTo>
                <a:lnTo>
                  <a:pt x="84227" y="16202"/>
                </a:lnTo>
                <a:cubicBezTo>
                  <a:pt x="84045" y="16141"/>
                  <a:pt x="83832" y="16110"/>
                  <a:pt x="83650" y="16110"/>
                </a:cubicBezTo>
                <a:cubicBezTo>
                  <a:pt x="83528" y="16171"/>
                  <a:pt x="83437" y="16262"/>
                  <a:pt x="83346" y="16384"/>
                </a:cubicBezTo>
                <a:lnTo>
                  <a:pt x="83164" y="16262"/>
                </a:lnTo>
                <a:cubicBezTo>
                  <a:pt x="83151" y="16275"/>
                  <a:pt x="83138" y="16281"/>
                  <a:pt x="83126" y="16281"/>
                </a:cubicBezTo>
                <a:cubicBezTo>
                  <a:pt x="83080" y="16281"/>
                  <a:pt x="83042" y="16194"/>
                  <a:pt x="83042" y="16050"/>
                </a:cubicBezTo>
                <a:lnTo>
                  <a:pt x="82799" y="16080"/>
                </a:lnTo>
                <a:cubicBezTo>
                  <a:pt x="82768" y="16080"/>
                  <a:pt x="82647" y="15989"/>
                  <a:pt x="82647" y="15958"/>
                </a:cubicBezTo>
                <a:cubicBezTo>
                  <a:pt x="82647" y="15958"/>
                  <a:pt x="82647" y="15898"/>
                  <a:pt x="82647" y="15867"/>
                </a:cubicBezTo>
                <a:cubicBezTo>
                  <a:pt x="82708" y="15837"/>
                  <a:pt x="82738" y="15837"/>
                  <a:pt x="82799" y="15837"/>
                </a:cubicBezTo>
                <a:lnTo>
                  <a:pt x="82860" y="15837"/>
                </a:lnTo>
                <a:cubicBezTo>
                  <a:pt x="82884" y="15847"/>
                  <a:pt x="82903" y="15851"/>
                  <a:pt x="82919" y="15851"/>
                </a:cubicBezTo>
                <a:cubicBezTo>
                  <a:pt x="83002" y="15851"/>
                  <a:pt x="82976" y="15731"/>
                  <a:pt x="82951" y="15655"/>
                </a:cubicBezTo>
                <a:cubicBezTo>
                  <a:pt x="82936" y="15624"/>
                  <a:pt x="82913" y="15609"/>
                  <a:pt x="82886" y="15609"/>
                </a:cubicBezTo>
                <a:cubicBezTo>
                  <a:pt x="82860" y="15609"/>
                  <a:pt x="82829" y="15624"/>
                  <a:pt x="82799" y="15655"/>
                </a:cubicBezTo>
                <a:lnTo>
                  <a:pt x="82738" y="15655"/>
                </a:lnTo>
                <a:lnTo>
                  <a:pt x="82616" y="15685"/>
                </a:lnTo>
                <a:cubicBezTo>
                  <a:pt x="82495" y="15685"/>
                  <a:pt x="82343" y="15655"/>
                  <a:pt x="82252" y="15594"/>
                </a:cubicBezTo>
                <a:cubicBezTo>
                  <a:pt x="82241" y="15583"/>
                  <a:pt x="82231" y="15578"/>
                  <a:pt x="82222" y="15578"/>
                </a:cubicBezTo>
                <a:cubicBezTo>
                  <a:pt x="82181" y="15578"/>
                  <a:pt x="82161" y="15687"/>
                  <a:pt x="82161" y="15837"/>
                </a:cubicBezTo>
                <a:lnTo>
                  <a:pt x="82373" y="15867"/>
                </a:lnTo>
                <a:lnTo>
                  <a:pt x="82616" y="15898"/>
                </a:lnTo>
                <a:cubicBezTo>
                  <a:pt x="82586" y="16019"/>
                  <a:pt x="82282" y="16110"/>
                  <a:pt x="82191" y="16110"/>
                </a:cubicBezTo>
                <a:cubicBezTo>
                  <a:pt x="82130" y="16110"/>
                  <a:pt x="82039" y="15989"/>
                  <a:pt x="82009" y="15928"/>
                </a:cubicBezTo>
                <a:cubicBezTo>
                  <a:pt x="82009" y="15918"/>
                  <a:pt x="82006" y="15914"/>
                  <a:pt x="82002" y="15914"/>
                </a:cubicBezTo>
                <a:cubicBezTo>
                  <a:pt x="81980" y="15914"/>
                  <a:pt x="81912" y="16024"/>
                  <a:pt x="81887" y="16050"/>
                </a:cubicBezTo>
                <a:cubicBezTo>
                  <a:pt x="81826" y="16110"/>
                  <a:pt x="81765" y="16171"/>
                  <a:pt x="81705" y="16202"/>
                </a:cubicBezTo>
                <a:lnTo>
                  <a:pt x="81644" y="16202"/>
                </a:lnTo>
                <a:cubicBezTo>
                  <a:pt x="81674" y="16080"/>
                  <a:pt x="81705" y="15989"/>
                  <a:pt x="81765" y="15898"/>
                </a:cubicBezTo>
                <a:lnTo>
                  <a:pt x="81826" y="15806"/>
                </a:lnTo>
                <a:cubicBezTo>
                  <a:pt x="81808" y="15771"/>
                  <a:pt x="81780" y="15756"/>
                  <a:pt x="81748" y="15756"/>
                </a:cubicBezTo>
                <a:cubicBezTo>
                  <a:pt x="81725" y="15756"/>
                  <a:pt x="81699" y="15764"/>
                  <a:pt x="81674" y="15776"/>
                </a:cubicBezTo>
                <a:cubicBezTo>
                  <a:pt x="81674" y="15776"/>
                  <a:pt x="81613" y="15685"/>
                  <a:pt x="81613" y="15624"/>
                </a:cubicBezTo>
                <a:cubicBezTo>
                  <a:pt x="81613" y="15594"/>
                  <a:pt x="81492" y="15533"/>
                  <a:pt x="81340" y="15533"/>
                </a:cubicBezTo>
                <a:lnTo>
                  <a:pt x="81249" y="15533"/>
                </a:lnTo>
                <a:cubicBezTo>
                  <a:pt x="81127" y="15563"/>
                  <a:pt x="81066" y="15685"/>
                  <a:pt x="80975" y="15715"/>
                </a:cubicBezTo>
                <a:cubicBezTo>
                  <a:pt x="80580" y="15806"/>
                  <a:pt x="80550" y="15898"/>
                  <a:pt x="80702" y="16202"/>
                </a:cubicBezTo>
                <a:lnTo>
                  <a:pt x="80702" y="16232"/>
                </a:lnTo>
                <a:cubicBezTo>
                  <a:pt x="80683" y="16251"/>
                  <a:pt x="80658" y="16258"/>
                  <a:pt x="80632" y="16258"/>
                </a:cubicBezTo>
                <a:cubicBezTo>
                  <a:pt x="80574" y="16258"/>
                  <a:pt x="80510" y="16223"/>
                  <a:pt x="80489" y="16202"/>
                </a:cubicBezTo>
                <a:cubicBezTo>
                  <a:pt x="80489" y="16180"/>
                  <a:pt x="80382" y="16159"/>
                  <a:pt x="80320" y="16159"/>
                </a:cubicBezTo>
                <a:cubicBezTo>
                  <a:pt x="80294" y="16159"/>
                  <a:pt x="80276" y="16162"/>
                  <a:pt x="80276" y="16171"/>
                </a:cubicBezTo>
                <a:cubicBezTo>
                  <a:pt x="80276" y="16202"/>
                  <a:pt x="80185" y="16202"/>
                  <a:pt x="80094" y="16202"/>
                </a:cubicBezTo>
                <a:lnTo>
                  <a:pt x="80033" y="16262"/>
                </a:lnTo>
                <a:cubicBezTo>
                  <a:pt x="80002" y="16323"/>
                  <a:pt x="79942" y="16354"/>
                  <a:pt x="79911" y="16384"/>
                </a:cubicBezTo>
                <a:lnTo>
                  <a:pt x="79850" y="16414"/>
                </a:lnTo>
                <a:cubicBezTo>
                  <a:pt x="79849" y="16415"/>
                  <a:pt x="79847" y="16416"/>
                  <a:pt x="79846" y="16416"/>
                </a:cubicBezTo>
                <a:cubicBezTo>
                  <a:pt x="79806" y="16416"/>
                  <a:pt x="80068" y="15958"/>
                  <a:pt x="80215" y="15958"/>
                </a:cubicBezTo>
                <a:cubicBezTo>
                  <a:pt x="80337" y="15928"/>
                  <a:pt x="80458" y="15837"/>
                  <a:pt x="80458" y="15776"/>
                </a:cubicBezTo>
                <a:cubicBezTo>
                  <a:pt x="80337" y="15761"/>
                  <a:pt x="80208" y="15753"/>
                  <a:pt x="80078" y="15753"/>
                </a:cubicBezTo>
                <a:cubicBezTo>
                  <a:pt x="79949" y="15753"/>
                  <a:pt x="79820" y="15761"/>
                  <a:pt x="79698" y="15776"/>
                </a:cubicBezTo>
                <a:cubicBezTo>
                  <a:pt x="79591" y="15798"/>
                  <a:pt x="79484" y="15819"/>
                  <a:pt x="79376" y="15819"/>
                </a:cubicBezTo>
                <a:cubicBezTo>
                  <a:pt x="79332" y="15819"/>
                  <a:pt x="79287" y="15815"/>
                  <a:pt x="79243" y="15806"/>
                </a:cubicBezTo>
                <a:lnTo>
                  <a:pt x="79182" y="15806"/>
                </a:lnTo>
                <a:cubicBezTo>
                  <a:pt x="79060" y="15776"/>
                  <a:pt x="78908" y="15746"/>
                  <a:pt x="78756" y="15746"/>
                </a:cubicBezTo>
                <a:cubicBezTo>
                  <a:pt x="78735" y="15749"/>
                  <a:pt x="78715" y="15751"/>
                  <a:pt x="78696" y="15751"/>
                </a:cubicBezTo>
                <a:cubicBezTo>
                  <a:pt x="78580" y="15751"/>
                  <a:pt x="78488" y="15698"/>
                  <a:pt x="78391" y="15698"/>
                </a:cubicBezTo>
                <a:cubicBezTo>
                  <a:pt x="78361" y="15698"/>
                  <a:pt x="78331" y="15703"/>
                  <a:pt x="78300" y="15715"/>
                </a:cubicBezTo>
                <a:lnTo>
                  <a:pt x="78179" y="15776"/>
                </a:lnTo>
                <a:cubicBezTo>
                  <a:pt x="78057" y="15746"/>
                  <a:pt x="77966" y="15746"/>
                  <a:pt x="77844" y="15746"/>
                </a:cubicBezTo>
                <a:cubicBezTo>
                  <a:pt x="77814" y="15776"/>
                  <a:pt x="77784" y="15837"/>
                  <a:pt x="77753" y="15867"/>
                </a:cubicBezTo>
                <a:lnTo>
                  <a:pt x="77632" y="15806"/>
                </a:lnTo>
                <a:lnTo>
                  <a:pt x="77571" y="15776"/>
                </a:lnTo>
                <a:cubicBezTo>
                  <a:pt x="77495" y="15806"/>
                  <a:pt x="77426" y="15822"/>
                  <a:pt x="77362" y="15822"/>
                </a:cubicBezTo>
                <a:cubicBezTo>
                  <a:pt x="77297" y="15822"/>
                  <a:pt x="77236" y="15806"/>
                  <a:pt x="77176" y="15776"/>
                </a:cubicBezTo>
                <a:cubicBezTo>
                  <a:pt x="77176" y="15773"/>
                  <a:pt x="77171" y="15771"/>
                  <a:pt x="77164" y="15771"/>
                </a:cubicBezTo>
                <a:cubicBezTo>
                  <a:pt x="77112" y="15771"/>
                  <a:pt x="76902" y="15842"/>
                  <a:pt x="76832" y="15842"/>
                </a:cubicBezTo>
                <a:cubicBezTo>
                  <a:pt x="76822" y="15842"/>
                  <a:pt x="76814" y="15840"/>
                  <a:pt x="76811" y="15837"/>
                </a:cubicBezTo>
                <a:cubicBezTo>
                  <a:pt x="76759" y="15811"/>
                  <a:pt x="76616" y="15740"/>
                  <a:pt x="76558" y="15740"/>
                </a:cubicBezTo>
                <a:cubicBezTo>
                  <a:pt x="76549" y="15740"/>
                  <a:pt x="76542" y="15741"/>
                  <a:pt x="76537" y="15746"/>
                </a:cubicBezTo>
                <a:cubicBezTo>
                  <a:pt x="76477" y="15776"/>
                  <a:pt x="76416" y="15776"/>
                  <a:pt x="76355" y="15806"/>
                </a:cubicBezTo>
                <a:lnTo>
                  <a:pt x="76294" y="15806"/>
                </a:lnTo>
                <a:lnTo>
                  <a:pt x="76173" y="15837"/>
                </a:lnTo>
                <a:cubicBezTo>
                  <a:pt x="76127" y="15822"/>
                  <a:pt x="76051" y="15822"/>
                  <a:pt x="75979" y="15822"/>
                </a:cubicBezTo>
                <a:cubicBezTo>
                  <a:pt x="75907" y="15822"/>
                  <a:pt x="75838" y="15822"/>
                  <a:pt x="75808" y="15806"/>
                </a:cubicBezTo>
                <a:cubicBezTo>
                  <a:pt x="75747" y="15776"/>
                  <a:pt x="75686" y="15746"/>
                  <a:pt x="75625" y="15746"/>
                </a:cubicBezTo>
                <a:cubicBezTo>
                  <a:pt x="75605" y="15746"/>
                  <a:pt x="75517" y="15759"/>
                  <a:pt x="75452" y="15759"/>
                </a:cubicBezTo>
                <a:cubicBezTo>
                  <a:pt x="75419" y="15759"/>
                  <a:pt x="75392" y="15756"/>
                  <a:pt x="75382" y="15746"/>
                </a:cubicBezTo>
                <a:cubicBezTo>
                  <a:pt x="75322" y="15715"/>
                  <a:pt x="75230" y="15655"/>
                  <a:pt x="75170" y="15624"/>
                </a:cubicBezTo>
                <a:lnTo>
                  <a:pt x="75139" y="15655"/>
                </a:lnTo>
                <a:lnTo>
                  <a:pt x="74957" y="15806"/>
                </a:lnTo>
                <a:cubicBezTo>
                  <a:pt x="74829" y="15752"/>
                  <a:pt x="74745" y="15741"/>
                  <a:pt x="74705" y="15741"/>
                </a:cubicBezTo>
                <a:cubicBezTo>
                  <a:pt x="74678" y="15741"/>
                  <a:pt x="74671" y="15746"/>
                  <a:pt x="74683" y="15746"/>
                </a:cubicBezTo>
                <a:cubicBezTo>
                  <a:pt x="74714" y="15776"/>
                  <a:pt x="74866" y="15928"/>
                  <a:pt x="74835" y="15989"/>
                </a:cubicBezTo>
                <a:cubicBezTo>
                  <a:pt x="74774" y="16019"/>
                  <a:pt x="74714" y="16019"/>
                  <a:pt x="74714" y="16019"/>
                </a:cubicBezTo>
                <a:lnTo>
                  <a:pt x="74683" y="15867"/>
                </a:lnTo>
                <a:cubicBezTo>
                  <a:pt x="74470" y="15806"/>
                  <a:pt x="74288" y="15746"/>
                  <a:pt x="74075" y="15746"/>
                </a:cubicBezTo>
                <a:lnTo>
                  <a:pt x="73954" y="15685"/>
                </a:lnTo>
                <a:cubicBezTo>
                  <a:pt x="73942" y="15679"/>
                  <a:pt x="73929" y="15676"/>
                  <a:pt x="73917" y="15676"/>
                </a:cubicBezTo>
                <a:cubicBezTo>
                  <a:pt x="73869" y="15676"/>
                  <a:pt x="73820" y="15715"/>
                  <a:pt x="73771" y="15715"/>
                </a:cubicBezTo>
                <a:cubicBezTo>
                  <a:pt x="73680" y="15715"/>
                  <a:pt x="73619" y="15746"/>
                  <a:pt x="73528" y="15746"/>
                </a:cubicBezTo>
                <a:cubicBezTo>
                  <a:pt x="73450" y="15746"/>
                  <a:pt x="73350" y="15679"/>
                  <a:pt x="73303" y="15679"/>
                </a:cubicBezTo>
                <a:cubicBezTo>
                  <a:pt x="73296" y="15679"/>
                  <a:pt x="73289" y="15681"/>
                  <a:pt x="73285" y="15685"/>
                </a:cubicBezTo>
                <a:cubicBezTo>
                  <a:pt x="73212" y="15740"/>
                  <a:pt x="73150" y="15751"/>
                  <a:pt x="73086" y="15751"/>
                </a:cubicBezTo>
                <a:cubicBezTo>
                  <a:pt x="73043" y="15751"/>
                  <a:pt x="72999" y="15746"/>
                  <a:pt x="72951" y="15746"/>
                </a:cubicBezTo>
                <a:lnTo>
                  <a:pt x="72738" y="15776"/>
                </a:lnTo>
                <a:cubicBezTo>
                  <a:pt x="72555" y="15898"/>
                  <a:pt x="72495" y="15989"/>
                  <a:pt x="72525" y="15989"/>
                </a:cubicBezTo>
                <a:lnTo>
                  <a:pt x="72586" y="15989"/>
                </a:lnTo>
                <a:cubicBezTo>
                  <a:pt x="72525" y="16050"/>
                  <a:pt x="72464" y="16141"/>
                  <a:pt x="72373" y="16202"/>
                </a:cubicBezTo>
                <a:cubicBezTo>
                  <a:pt x="72362" y="16207"/>
                  <a:pt x="72344" y="16210"/>
                  <a:pt x="72324" y="16210"/>
                </a:cubicBezTo>
                <a:cubicBezTo>
                  <a:pt x="72237" y="16210"/>
                  <a:pt x="72088" y="16165"/>
                  <a:pt x="72039" y="16141"/>
                </a:cubicBezTo>
                <a:cubicBezTo>
                  <a:pt x="71948" y="16110"/>
                  <a:pt x="71704" y="16019"/>
                  <a:pt x="71522" y="15958"/>
                </a:cubicBezTo>
                <a:lnTo>
                  <a:pt x="71492" y="16202"/>
                </a:lnTo>
                <a:cubicBezTo>
                  <a:pt x="71431" y="16202"/>
                  <a:pt x="71370" y="16171"/>
                  <a:pt x="71340" y="16141"/>
                </a:cubicBezTo>
                <a:cubicBezTo>
                  <a:pt x="71370" y="16050"/>
                  <a:pt x="71431" y="15958"/>
                  <a:pt x="71492" y="15867"/>
                </a:cubicBezTo>
                <a:lnTo>
                  <a:pt x="71613" y="15928"/>
                </a:lnTo>
                <a:cubicBezTo>
                  <a:pt x="71646" y="15953"/>
                  <a:pt x="71675" y="15962"/>
                  <a:pt x="71701" y="15962"/>
                </a:cubicBezTo>
                <a:cubicBezTo>
                  <a:pt x="71770" y="15962"/>
                  <a:pt x="71820" y="15898"/>
                  <a:pt x="71887" y="15898"/>
                </a:cubicBezTo>
                <a:lnTo>
                  <a:pt x="72343" y="15958"/>
                </a:lnTo>
                <a:lnTo>
                  <a:pt x="72373" y="15867"/>
                </a:lnTo>
                <a:cubicBezTo>
                  <a:pt x="72191" y="15776"/>
                  <a:pt x="72008" y="15746"/>
                  <a:pt x="71826" y="15746"/>
                </a:cubicBezTo>
                <a:cubicBezTo>
                  <a:pt x="71735" y="15746"/>
                  <a:pt x="71644" y="15563"/>
                  <a:pt x="71644" y="15472"/>
                </a:cubicBezTo>
                <a:cubicBezTo>
                  <a:pt x="71644" y="15416"/>
                  <a:pt x="71650" y="15392"/>
                  <a:pt x="71660" y="15392"/>
                </a:cubicBezTo>
                <a:cubicBezTo>
                  <a:pt x="71672" y="15392"/>
                  <a:pt x="71688" y="15423"/>
                  <a:pt x="71704" y="15472"/>
                </a:cubicBezTo>
                <a:lnTo>
                  <a:pt x="71735" y="15503"/>
                </a:lnTo>
                <a:lnTo>
                  <a:pt x="71765" y="15563"/>
                </a:lnTo>
                <a:cubicBezTo>
                  <a:pt x="71774" y="15572"/>
                  <a:pt x="71786" y="15576"/>
                  <a:pt x="71800" y="15576"/>
                </a:cubicBezTo>
                <a:cubicBezTo>
                  <a:pt x="71877" y="15576"/>
                  <a:pt x="72022" y="15469"/>
                  <a:pt x="72107" y="15469"/>
                </a:cubicBezTo>
                <a:cubicBezTo>
                  <a:pt x="72115" y="15469"/>
                  <a:pt x="72123" y="15470"/>
                  <a:pt x="72130" y="15472"/>
                </a:cubicBezTo>
                <a:cubicBezTo>
                  <a:pt x="72172" y="15493"/>
                  <a:pt x="72330" y="15529"/>
                  <a:pt x="72423" y="15529"/>
                </a:cubicBezTo>
                <a:cubicBezTo>
                  <a:pt x="72465" y="15529"/>
                  <a:pt x="72495" y="15521"/>
                  <a:pt x="72495" y="15503"/>
                </a:cubicBezTo>
                <a:cubicBezTo>
                  <a:pt x="72495" y="15481"/>
                  <a:pt x="72510" y="15471"/>
                  <a:pt x="72536" y="15471"/>
                </a:cubicBezTo>
                <a:cubicBezTo>
                  <a:pt x="72585" y="15471"/>
                  <a:pt x="72670" y="15504"/>
                  <a:pt x="72768" y="15563"/>
                </a:cubicBezTo>
                <a:lnTo>
                  <a:pt x="73072" y="15411"/>
                </a:lnTo>
                <a:cubicBezTo>
                  <a:pt x="73113" y="15411"/>
                  <a:pt x="73207" y="15398"/>
                  <a:pt x="73275" y="15398"/>
                </a:cubicBezTo>
                <a:cubicBezTo>
                  <a:pt x="73309" y="15398"/>
                  <a:pt x="73336" y="15401"/>
                  <a:pt x="73346" y="15411"/>
                </a:cubicBezTo>
                <a:lnTo>
                  <a:pt x="73528" y="15563"/>
                </a:lnTo>
                <a:cubicBezTo>
                  <a:pt x="73749" y="15563"/>
                  <a:pt x="74146" y="15438"/>
                  <a:pt x="74308" y="15438"/>
                </a:cubicBezTo>
                <a:cubicBezTo>
                  <a:pt x="74324" y="15438"/>
                  <a:pt x="74338" y="15439"/>
                  <a:pt x="74349" y="15442"/>
                </a:cubicBezTo>
                <a:cubicBezTo>
                  <a:pt x="74470" y="15442"/>
                  <a:pt x="74744" y="15503"/>
                  <a:pt x="74957" y="15503"/>
                </a:cubicBezTo>
                <a:lnTo>
                  <a:pt x="75170" y="15472"/>
                </a:lnTo>
                <a:cubicBezTo>
                  <a:pt x="75200" y="15411"/>
                  <a:pt x="75230" y="15351"/>
                  <a:pt x="75261" y="15259"/>
                </a:cubicBezTo>
                <a:cubicBezTo>
                  <a:pt x="75261" y="15250"/>
                  <a:pt x="75262" y="15245"/>
                  <a:pt x="75265" y="15245"/>
                </a:cubicBezTo>
                <a:cubicBezTo>
                  <a:pt x="75279" y="15245"/>
                  <a:pt x="75322" y="15360"/>
                  <a:pt x="75322" y="15411"/>
                </a:cubicBezTo>
                <a:cubicBezTo>
                  <a:pt x="75337" y="15427"/>
                  <a:pt x="75405" y="15434"/>
                  <a:pt x="75477" y="15434"/>
                </a:cubicBezTo>
                <a:cubicBezTo>
                  <a:pt x="75549" y="15434"/>
                  <a:pt x="75625" y="15427"/>
                  <a:pt x="75656" y="15411"/>
                </a:cubicBezTo>
                <a:cubicBezTo>
                  <a:pt x="75697" y="15403"/>
                  <a:pt x="75737" y="15399"/>
                  <a:pt x="75778" y="15399"/>
                </a:cubicBezTo>
                <a:cubicBezTo>
                  <a:pt x="75889" y="15399"/>
                  <a:pt x="76001" y="15428"/>
                  <a:pt x="76112" y="15472"/>
                </a:cubicBezTo>
                <a:lnTo>
                  <a:pt x="76264" y="15411"/>
                </a:lnTo>
                <a:lnTo>
                  <a:pt x="76325" y="15381"/>
                </a:lnTo>
                <a:cubicBezTo>
                  <a:pt x="76385" y="15381"/>
                  <a:pt x="76294" y="15320"/>
                  <a:pt x="76112" y="15229"/>
                </a:cubicBezTo>
                <a:lnTo>
                  <a:pt x="75960" y="15168"/>
                </a:lnTo>
                <a:cubicBezTo>
                  <a:pt x="75808" y="15077"/>
                  <a:pt x="75929" y="14986"/>
                  <a:pt x="75838" y="14895"/>
                </a:cubicBezTo>
                <a:cubicBezTo>
                  <a:pt x="75777" y="14834"/>
                  <a:pt x="75929" y="14834"/>
                  <a:pt x="75990" y="14803"/>
                </a:cubicBezTo>
                <a:lnTo>
                  <a:pt x="76051" y="14803"/>
                </a:lnTo>
                <a:cubicBezTo>
                  <a:pt x="76056" y="14798"/>
                  <a:pt x="76060" y="14796"/>
                  <a:pt x="76061" y="14796"/>
                </a:cubicBezTo>
                <a:lnTo>
                  <a:pt x="76061" y="14796"/>
                </a:lnTo>
                <a:cubicBezTo>
                  <a:pt x="76068" y="14796"/>
                  <a:pt x="76030" y="14855"/>
                  <a:pt x="75929" y="14955"/>
                </a:cubicBezTo>
                <a:lnTo>
                  <a:pt x="76233" y="15016"/>
                </a:lnTo>
                <a:lnTo>
                  <a:pt x="76385" y="15047"/>
                </a:lnTo>
                <a:cubicBezTo>
                  <a:pt x="76537" y="15168"/>
                  <a:pt x="76720" y="15442"/>
                  <a:pt x="76811" y="15442"/>
                </a:cubicBezTo>
                <a:cubicBezTo>
                  <a:pt x="76902" y="15442"/>
                  <a:pt x="76841" y="15138"/>
                  <a:pt x="76750" y="15077"/>
                </a:cubicBezTo>
                <a:cubicBezTo>
                  <a:pt x="76689" y="15016"/>
                  <a:pt x="76629" y="14955"/>
                  <a:pt x="76537" y="14925"/>
                </a:cubicBezTo>
                <a:lnTo>
                  <a:pt x="76507" y="14895"/>
                </a:lnTo>
                <a:cubicBezTo>
                  <a:pt x="76477" y="14834"/>
                  <a:pt x="76568" y="14803"/>
                  <a:pt x="76598" y="14803"/>
                </a:cubicBezTo>
                <a:cubicBezTo>
                  <a:pt x="76629" y="14803"/>
                  <a:pt x="76689" y="14803"/>
                  <a:pt x="76720" y="14834"/>
                </a:cubicBezTo>
                <a:lnTo>
                  <a:pt x="76780" y="14803"/>
                </a:lnTo>
                <a:lnTo>
                  <a:pt x="77054" y="14743"/>
                </a:lnTo>
                <a:cubicBezTo>
                  <a:pt x="77145" y="14834"/>
                  <a:pt x="77236" y="14925"/>
                  <a:pt x="77328" y="14986"/>
                </a:cubicBezTo>
                <a:cubicBezTo>
                  <a:pt x="77328" y="14988"/>
                  <a:pt x="77328" y="14989"/>
                  <a:pt x="77329" y="14989"/>
                </a:cubicBezTo>
                <a:cubicBezTo>
                  <a:pt x="77336" y="14989"/>
                  <a:pt x="77388" y="14820"/>
                  <a:pt x="77388" y="14651"/>
                </a:cubicBezTo>
                <a:cubicBezTo>
                  <a:pt x="77449" y="14621"/>
                  <a:pt x="77480" y="14621"/>
                  <a:pt x="77540" y="14621"/>
                </a:cubicBezTo>
                <a:cubicBezTo>
                  <a:pt x="77571" y="14621"/>
                  <a:pt x="77571" y="14682"/>
                  <a:pt x="77571" y="14712"/>
                </a:cubicBezTo>
                <a:lnTo>
                  <a:pt x="77540" y="14773"/>
                </a:lnTo>
                <a:cubicBezTo>
                  <a:pt x="77510" y="14834"/>
                  <a:pt x="77510" y="14925"/>
                  <a:pt x="77540" y="14925"/>
                </a:cubicBezTo>
                <a:lnTo>
                  <a:pt x="77753" y="14986"/>
                </a:lnTo>
                <a:cubicBezTo>
                  <a:pt x="77784" y="15077"/>
                  <a:pt x="77814" y="15168"/>
                  <a:pt x="77844" y="15259"/>
                </a:cubicBezTo>
                <a:lnTo>
                  <a:pt x="77875" y="15259"/>
                </a:lnTo>
                <a:lnTo>
                  <a:pt x="78088" y="15229"/>
                </a:lnTo>
                <a:cubicBezTo>
                  <a:pt x="78176" y="15151"/>
                  <a:pt x="78269" y="15074"/>
                  <a:pt x="78356" y="15003"/>
                </a:cubicBezTo>
                <a:lnTo>
                  <a:pt x="78356" y="15003"/>
                </a:lnTo>
                <a:cubicBezTo>
                  <a:pt x="78378" y="15008"/>
                  <a:pt x="78400" y="15012"/>
                  <a:pt x="78422" y="15016"/>
                </a:cubicBezTo>
                <a:lnTo>
                  <a:pt x="78452" y="15047"/>
                </a:lnTo>
                <a:lnTo>
                  <a:pt x="78513" y="15077"/>
                </a:lnTo>
                <a:cubicBezTo>
                  <a:pt x="78533" y="15067"/>
                  <a:pt x="78553" y="15054"/>
                  <a:pt x="78573" y="15037"/>
                </a:cubicBezTo>
                <a:lnTo>
                  <a:pt x="78573" y="15037"/>
                </a:lnTo>
                <a:cubicBezTo>
                  <a:pt x="78585" y="15082"/>
                  <a:pt x="78596" y="15126"/>
                  <a:pt x="78604" y="15168"/>
                </a:cubicBezTo>
                <a:lnTo>
                  <a:pt x="78635" y="15168"/>
                </a:lnTo>
                <a:cubicBezTo>
                  <a:pt x="78787" y="15199"/>
                  <a:pt x="78969" y="15229"/>
                  <a:pt x="79121" y="15229"/>
                </a:cubicBezTo>
                <a:cubicBezTo>
                  <a:pt x="79182" y="15229"/>
                  <a:pt x="79212" y="15229"/>
                  <a:pt x="79273" y="15199"/>
                </a:cubicBezTo>
                <a:lnTo>
                  <a:pt x="79334" y="15138"/>
                </a:lnTo>
                <a:cubicBezTo>
                  <a:pt x="79395" y="15107"/>
                  <a:pt x="79303" y="14986"/>
                  <a:pt x="79182" y="14864"/>
                </a:cubicBezTo>
                <a:lnTo>
                  <a:pt x="79091" y="14773"/>
                </a:lnTo>
                <a:lnTo>
                  <a:pt x="78999" y="14682"/>
                </a:lnTo>
                <a:cubicBezTo>
                  <a:pt x="78908" y="14591"/>
                  <a:pt x="78999" y="14530"/>
                  <a:pt x="79060" y="14530"/>
                </a:cubicBezTo>
                <a:cubicBezTo>
                  <a:pt x="79066" y="14533"/>
                  <a:pt x="79071" y="14534"/>
                  <a:pt x="79077" y="14534"/>
                </a:cubicBezTo>
                <a:cubicBezTo>
                  <a:pt x="79137" y="14534"/>
                  <a:pt x="79215" y="14400"/>
                  <a:pt x="79243" y="14317"/>
                </a:cubicBezTo>
                <a:cubicBezTo>
                  <a:pt x="79243" y="14226"/>
                  <a:pt x="79030" y="14196"/>
                  <a:pt x="78969" y="14196"/>
                </a:cubicBezTo>
                <a:cubicBezTo>
                  <a:pt x="78878" y="14196"/>
                  <a:pt x="78817" y="14165"/>
                  <a:pt x="78817" y="14074"/>
                </a:cubicBezTo>
                <a:cubicBezTo>
                  <a:pt x="78817" y="14044"/>
                  <a:pt x="78635" y="13952"/>
                  <a:pt x="78543" y="13952"/>
                </a:cubicBezTo>
                <a:lnTo>
                  <a:pt x="78391" y="13952"/>
                </a:lnTo>
                <a:cubicBezTo>
                  <a:pt x="78452" y="14013"/>
                  <a:pt x="78483" y="14044"/>
                  <a:pt x="78513" y="14044"/>
                </a:cubicBezTo>
                <a:cubicBezTo>
                  <a:pt x="78543" y="14074"/>
                  <a:pt x="78574" y="14104"/>
                  <a:pt x="78574" y="14165"/>
                </a:cubicBezTo>
                <a:cubicBezTo>
                  <a:pt x="78543" y="14196"/>
                  <a:pt x="78483" y="14226"/>
                  <a:pt x="78422" y="14256"/>
                </a:cubicBezTo>
                <a:cubicBezTo>
                  <a:pt x="78391" y="14287"/>
                  <a:pt x="78300" y="14317"/>
                  <a:pt x="78270" y="14317"/>
                </a:cubicBezTo>
                <a:lnTo>
                  <a:pt x="78179" y="14287"/>
                </a:lnTo>
                <a:cubicBezTo>
                  <a:pt x="78239" y="14165"/>
                  <a:pt x="78300" y="14074"/>
                  <a:pt x="78331" y="13952"/>
                </a:cubicBezTo>
                <a:lnTo>
                  <a:pt x="78148" y="13922"/>
                </a:lnTo>
                <a:lnTo>
                  <a:pt x="78027" y="13922"/>
                </a:lnTo>
                <a:cubicBezTo>
                  <a:pt x="78027" y="13861"/>
                  <a:pt x="78057" y="13770"/>
                  <a:pt x="78148" y="13740"/>
                </a:cubicBezTo>
                <a:lnTo>
                  <a:pt x="78209" y="13800"/>
                </a:lnTo>
                <a:lnTo>
                  <a:pt x="78239" y="13831"/>
                </a:lnTo>
                <a:cubicBezTo>
                  <a:pt x="78249" y="13834"/>
                  <a:pt x="78259" y="13836"/>
                  <a:pt x="78268" y="13836"/>
                </a:cubicBezTo>
                <a:cubicBezTo>
                  <a:pt x="78344" y="13836"/>
                  <a:pt x="78395" y="13736"/>
                  <a:pt x="78422" y="13709"/>
                </a:cubicBezTo>
                <a:cubicBezTo>
                  <a:pt x="78422" y="13648"/>
                  <a:pt x="78483" y="13648"/>
                  <a:pt x="78543" y="13648"/>
                </a:cubicBezTo>
                <a:lnTo>
                  <a:pt x="78665" y="13648"/>
                </a:lnTo>
                <a:cubicBezTo>
                  <a:pt x="78695" y="13648"/>
                  <a:pt x="78665" y="13770"/>
                  <a:pt x="78635" y="13861"/>
                </a:cubicBezTo>
                <a:lnTo>
                  <a:pt x="78817" y="13922"/>
                </a:lnTo>
                <a:cubicBezTo>
                  <a:pt x="78817" y="13943"/>
                  <a:pt x="78846" y="13978"/>
                  <a:pt x="78894" y="13978"/>
                </a:cubicBezTo>
                <a:cubicBezTo>
                  <a:pt x="78915" y="13978"/>
                  <a:pt x="78941" y="13971"/>
                  <a:pt x="78969" y="13952"/>
                </a:cubicBezTo>
                <a:lnTo>
                  <a:pt x="78999" y="13922"/>
                </a:lnTo>
                <a:cubicBezTo>
                  <a:pt x="79151" y="13618"/>
                  <a:pt x="79121" y="13618"/>
                  <a:pt x="79364" y="13618"/>
                </a:cubicBezTo>
                <a:lnTo>
                  <a:pt x="79698" y="13618"/>
                </a:lnTo>
                <a:cubicBezTo>
                  <a:pt x="80033" y="13527"/>
                  <a:pt x="80276" y="13314"/>
                  <a:pt x="80246" y="13223"/>
                </a:cubicBezTo>
                <a:cubicBezTo>
                  <a:pt x="80215" y="13162"/>
                  <a:pt x="80154" y="13101"/>
                  <a:pt x="80124" y="13101"/>
                </a:cubicBezTo>
                <a:lnTo>
                  <a:pt x="80002" y="13192"/>
                </a:lnTo>
                <a:cubicBezTo>
                  <a:pt x="79970" y="13201"/>
                  <a:pt x="79937" y="13204"/>
                  <a:pt x="79905" y="13204"/>
                </a:cubicBezTo>
                <a:cubicBezTo>
                  <a:pt x="79816" y="13204"/>
                  <a:pt x="79727" y="13176"/>
                  <a:pt x="79638" y="13132"/>
                </a:cubicBezTo>
                <a:lnTo>
                  <a:pt x="79668" y="13010"/>
                </a:lnTo>
                <a:lnTo>
                  <a:pt x="79698" y="12858"/>
                </a:lnTo>
                <a:cubicBezTo>
                  <a:pt x="79597" y="12731"/>
                  <a:pt x="79454" y="12668"/>
                  <a:pt x="79391" y="12668"/>
                </a:cubicBezTo>
                <a:cubicBezTo>
                  <a:pt x="79378" y="12668"/>
                  <a:pt x="79369" y="12671"/>
                  <a:pt x="79364" y="12676"/>
                </a:cubicBezTo>
                <a:cubicBezTo>
                  <a:pt x="79311" y="12711"/>
                  <a:pt x="79257" y="12726"/>
                  <a:pt x="79210" y="12726"/>
                </a:cubicBezTo>
                <a:cubicBezTo>
                  <a:pt x="79177" y="12726"/>
                  <a:pt x="79146" y="12719"/>
                  <a:pt x="79121" y="12706"/>
                </a:cubicBezTo>
                <a:lnTo>
                  <a:pt x="78999" y="12676"/>
                </a:lnTo>
                <a:lnTo>
                  <a:pt x="78969" y="12676"/>
                </a:lnTo>
                <a:cubicBezTo>
                  <a:pt x="78908" y="12676"/>
                  <a:pt x="78695" y="12706"/>
                  <a:pt x="78483" y="12706"/>
                </a:cubicBezTo>
                <a:lnTo>
                  <a:pt x="78270" y="12676"/>
                </a:lnTo>
                <a:lnTo>
                  <a:pt x="78088" y="12676"/>
                </a:lnTo>
                <a:cubicBezTo>
                  <a:pt x="77954" y="12596"/>
                  <a:pt x="77774" y="12422"/>
                  <a:pt x="77691" y="12422"/>
                </a:cubicBezTo>
                <a:cubicBezTo>
                  <a:pt x="77679" y="12422"/>
                  <a:pt x="77669" y="12425"/>
                  <a:pt x="77662" y="12433"/>
                </a:cubicBezTo>
                <a:cubicBezTo>
                  <a:pt x="77632" y="12463"/>
                  <a:pt x="77510" y="12463"/>
                  <a:pt x="77510" y="12463"/>
                </a:cubicBezTo>
                <a:cubicBezTo>
                  <a:pt x="77480" y="12524"/>
                  <a:pt x="77449" y="12585"/>
                  <a:pt x="77419" y="12645"/>
                </a:cubicBezTo>
                <a:cubicBezTo>
                  <a:pt x="77415" y="12649"/>
                  <a:pt x="77411" y="12650"/>
                  <a:pt x="77405" y="12650"/>
                </a:cubicBezTo>
                <a:cubicBezTo>
                  <a:pt x="77357" y="12650"/>
                  <a:pt x="77233" y="12551"/>
                  <a:pt x="77206" y="12524"/>
                </a:cubicBezTo>
                <a:cubicBezTo>
                  <a:pt x="77200" y="12512"/>
                  <a:pt x="77191" y="12507"/>
                  <a:pt x="77179" y="12507"/>
                </a:cubicBezTo>
                <a:cubicBezTo>
                  <a:pt x="77132" y="12507"/>
                  <a:pt x="77048" y="12591"/>
                  <a:pt x="77024" y="12615"/>
                </a:cubicBezTo>
                <a:cubicBezTo>
                  <a:pt x="76993" y="12645"/>
                  <a:pt x="76963" y="12661"/>
                  <a:pt x="76932" y="12661"/>
                </a:cubicBezTo>
                <a:cubicBezTo>
                  <a:pt x="76902" y="12661"/>
                  <a:pt x="76872" y="12645"/>
                  <a:pt x="76841" y="12615"/>
                </a:cubicBezTo>
                <a:lnTo>
                  <a:pt x="76811" y="12585"/>
                </a:lnTo>
                <a:cubicBezTo>
                  <a:pt x="76750" y="12554"/>
                  <a:pt x="76659" y="12524"/>
                  <a:pt x="76568" y="12524"/>
                </a:cubicBezTo>
                <a:cubicBezTo>
                  <a:pt x="76479" y="12562"/>
                  <a:pt x="76379" y="12579"/>
                  <a:pt x="76277" y="12579"/>
                </a:cubicBezTo>
                <a:cubicBezTo>
                  <a:pt x="76136" y="12579"/>
                  <a:pt x="75992" y="12546"/>
                  <a:pt x="75869" y="12493"/>
                </a:cubicBezTo>
                <a:lnTo>
                  <a:pt x="75413" y="12493"/>
                </a:lnTo>
                <a:cubicBezTo>
                  <a:pt x="75230" y="12493"/>
                  <a:pt x="75200" y="12341"/>
                  <a:pt x="75230" y="12311"/>
                </a:cubicBezTo>
                <a:cubicBezTo>
                  <a:pt x="75242" y="12289"/>
                  <a:pt x="75290" y="12283"/>
                  <a:pt x="75351" y="12283"/>
                </a:cubicBezTo>
                <a:cubicBezTo>
                  <a:pt x="75419" y="12283"/>
                  <a:pt x="75501" y="12290"/>
                  <a:pt x="75567" y="12290"/>
                </a:cubicBezTo>
                <a:cubicBezTo>
                  <a:pt x="75604" y="12290"/>
                  <a:pt x="75635" y="12287"/>
                  <a:pt x="75656" y="12281"/>
                </a:cubicBezTo>
                <a:cubicBezTo>
                  <a:pt x="75717" y="12250"/>
                  <a:pt x="75777" y="12189"/>
                  <a:pt x="75838" y="12159"/>
                </a:cubicBezTo>
                <a:lnTo>
                  <a:pt x="75838" y="12129"/>
                </a:lnTo>
                <a:cubicBezTo>
                  <a:pt x="75838" y="12098"/>
                  <a:pt x="75808" y="12068"/>
                  <a:pt x="75808" y="12068"/>
                </a:cubicBezTo>
                <a:cubicBezTo>
                  <a:pt x="75747" y="12053"/>
                  <a:pt x="75679" y="12045"/>
                  <a:pt x="75606" y="12045"/>
                </a:cubicBezTo>
                <a:cubicBezTo>
                  <a:pt x="75534" y="12045"/>
                  <a:pt x="75458" y="12053"/>
                  <a:pt x="75382" y="12068"/>
                </a:cubicBezTo>
                <a:cubicBezTo>
                  <a:pt x="75322" y="12068"/>
                  <a:pt x="75322" y="12098"/>
                  <a:pt x="75230" y="12098"/>
                </a:cubicBezTo>
                <a:cubicBezTo>
                  <a:pt x="75112" y="12074"/>
                  <a:pt x="75011" y="11939"/>
                  <a:pt x="74915" y="11939"/>
                </a:cubicBezTo>
                <a:cubicBezTo>
                  <a:pt x="74888" y="11939"/>
                  <a:pt x="74862" y="11950"/>
                  <a:pt x="74835" y="11977"/>
                </a:cubicBezTo>
                <a:lnTo>
                  <a:pt x="74683" y="12189"/>
                </a:lnTo>
                <a:cubicBezTo>
                  <a:pt x="74926" y="12220"/>
                  <a:pt x="75018" y="12341"/>
                  <a:pt x="74987" y="12372"/>
                </a:cubicBezTo>
                <a:lnTo>
                  <a:pt x="74866" y="12493"/>
                </a:lnTo>
                <a:lnTo>
                  <a:pt x="74774" y="12493"/>
                </a:lnTo>
                <a:cubicBezTo>
                  <a:pt x="74630" y="12473"/>
                  <a:pt x="74500" y="12397"/>
                  <a:pt x="74375" y="12397"/>
                </a:cubicBezTo>
                <a:cubicBezTo>
                  <a:pt x="74315" y="12397"/>
                  <a:pt x="74256" y="12414"/>
                  <a:pt x="74197" y="12463"/>
                </a:cubicBezTo>
                <a:cubicBezTo>
                  <a:pt x="74191" y="12469"/>
                  <a:pt x="74182" y="12471"/>
                  <a:pt x="74172" y="12471"/>
                </a:cubicBezTo>
                <a:cubicBezTo>
                  <a:pt x="74131" y="12471"/>
                  <a:pt x="74063" y="12433"/>
                  <a:pt x="74014" y="12433"/>
                </a:cubicBezTo>
                <a:lnTo>
                  <a:pt x="73954" y="12433"/>
                </a:lnTo>
                <a:cubicBezTo>
                  <a:pt x="73802" y="12463"/>
                  <a:pt x="73680" y="12493"/>
                  <a:pt x="73528" y="12554"/>
                </a:cubicBezTo>
                <a:lnTo>
                  <a:pt x="72525" y="12554"/>
                </a:lnTo>
                <a:cubicBezTo>
                  <a:pt x="72509" y="12603"/>
                  <a:pt x="72484" y="12634"/>
                  <a:pt x="72459" y="12634"/>
                </a:cubicBezTo>
                <a:cubicBezTo>
                  <a:pt x="72438" y="12634"/>
                  <a:pt x="72418" y="12611"/>
                  <a:pt x="72404" y="12554"/>
                </a:cubicBezTo>
                <a:lnTo>
                  <a:pt x="72343" y="12463"/>
                </a:lnTo>
                <a:cubicBezTo>
                  <a:pt x="72312" y="12433"/>
                  <a:pt x="72282" y="12402"/>
                  <a:pt x="72252" y="12402"/>
                </a:cubicBezTo>
                <a:cubicBezTo>
                  <a:pt x="72191" y="12402"/>
                  <a:pt x="72160" y="12433"/>
                  <a:pt x="72160" y="12463"/>
                </a:cubicBezTo>
                <a:lnTo>
                  <a:pt x="72130" y="12524"/>
                </a:lnTo>
                <a:cubicBezTo>
                  <a:pt x="72130" y="12553"/>
                  <a:pt x="72118" y="12563"/>
                  <a:pt x="72101" y="12563"/>
                </a:cubicBezTo>
                <a:cubicBezTo>
                  <a:pt x="72065" y="12563"/>
                  <a:pt x="72008" y="12514"/>
                  <a:pt x="72008" y="12493"/>
                </a:cubicBezTo>
                <a:cubicBezTo>
                  <a:pt x="71978" y="12433"/>
                  <a:pt x="71978" y="12402"/>
                  <a:pt x="72008" y="12341"/>
                </a:cubicBezTo>
                <a:cubicBezTo>
                  <a:pt x="72008" y="12341"/>
                  <a:pt x="71948" y="12311"/>
                  <a:pt x="71917" y="12311"/>
                </a:cubicBezTo>
                <a:lnTo>
                  <a:pt x="71826" y="12372"/>
                </a:lnTo>
                <a:cubicBezTo>
                  <a:pt x="71735" y="12463"/>
                  <a:pt x="71613" y="12493"/>
                  <a:pt x="71492" y="12493"/>
                </a:cubicBezTo>
                <a:lnTo>
                  <a:pt x="71461" y="12524"/>
                </a:lnTo>
                <a:cubicBezTo>
                  <a:pt x="71426" y="12547"/>
                  <a:pt x="71387" y="12557"/>
                  <a:pt x="71349" y="12557"/>
                </a:cubicBezTo>
                <a:cubicBezTo>
                  <a:pt x="71286" y="12557"/>
                  <a:pt x="71225" y="12531"/>
                  <a:pt x="71188" y="12493"/>
                </a:cubicBezTo>
                <a:cubicBezTo>
                  <a:pt x="71127" y="12402"/>
                  <a:pt x="71066" y="12341"/>
                  <a:pt x="71036" y="12250"/>
                </a:cubicBezTo>
                <a:cubicBezTo>
                  <a:pt x="71036" y="12189"/>
                  <a:pt x="71036" y="12159"/>
                  <a:pt x="71097" y="12129"/>
                </a:cubicBezTo>
                <a:cubicBezTo>
                  <a:pt x="71127" y="12129"/>
                  <a:pt x="71188" y="12159"/>
                  <a:pt x="71218" y="12159"/>
                </a:cubicBezTo>
                <a:lnTo>
                  <a:pt x="71248" y="12159"/>
                </a:lnTo>
                <a:cubicBezTo>
                  <a:pt x="71253" y="12163"/>
                  <a:pt x="71258" y="12165"/>
                  <a:pt x="71264" y="12165"/>
                </a:cubicBezTo>
                <a:cubicBezTo>
                  <a:pt x="71303" y="12165"/>
                  <a:pt x="71374" y="12090"/>
                  <a:pt x="71400" y="12037"/>
                </a:cubicBezTo>
                <a:cubicBezTo>
                  <a:pt x="71431" y="11977"/>
                  <a:pt x="71340" y="11946"/>
                  <a:pt x="71218" y="11946"/>
                </a:cubicBezTo>
                <a:lnTo>
                  <a:pt x="71188" y="11977"/>
                </a:lnTo>
                <a:lnTo>
                  <a:pt x="71066" y="12037"/>
                </a:lnTo>
                <a:cubicBezTo>
                  <a:pt x="71005" y="12083"/>
                  <a:pt x="70937" y="12106"/>
                  <a:pt x="70869" y="12106"/>
                </a:cubicBezTo>
                <a:cubicBezTo>
                  <a:pt x="70800" y="12106"/>
                  <a:pt x="70732" y="12083"/>
                  <a:pt x="70671" y="12037"/>
                </a:cubicBezTo>
                <a:lnTo>
                  <a:pt x="70306" y="12037"/>
                </a:lnTo>
                <a:cubicBezTo>
                  <a:pt x="70245" y="12068"/>
                  <a:pt x="70245" y="12159"/>
                  <a:pt x="70276" y="12189"/>
                </a:cubicBezTo>
                <a:lnTo>
                  <a:pt x="70337" y="12189"/>
                </a:lnTo>
                <a:lnTo>
                  <a:pt x="70580" y="12250"/>
                </a:lnTo>
                <a:cubicBezTo>
                  <a:pt x="70853" y="12372"/>
                  <a:pt x="70945" y="12554"/>
                  <a:pt x="70914" y="12554"/>
                </a:cubicBezTo>
                <a:lnTo>
                  <a:pt x="70793" y="12554"/>
                </a:lnTo>
                <a:lnTo>
                  <a:pt x="70762" y="12524"/>
                </a:lnTo>
                <a:lnTo>
                  <a:pt x="70671" y="12433"/>
                </a:lnTo>
                <a:cubicBezTo>
                  <a:pt x="70580" y="12493"/>
                  <a:pt x="70489" y="12554"/>
                  <a:pt x="70397" y="12585"/>
                </a:cubicBezTo>
                <a:lnTo>
                  <a:pt x="70337" y="12585"/>
                </a:lnTo>
                <a:lnTo>
                  <a:pt x="70154" y="12645"/>
                </a:lnTo>
                <a:cubicBezTo>
                  <a:pt x="70106" y="12609"/>
                  <a:pt x="70054" y="12592"/>
                  <a:pt x="70004" y="12592"/>
                </a:cubicBezTo>
                <a:cubicBezTo>
                  <a:pt x="69927" y="12592"/>
                  <a:pt x="69857" y="12633"/>
                  <a:pt x="69820" y="12706"/>
                </a:cubicBezTo>
                <a:cubicBezTo>
                  <a:pt x="69814" y="12718"/>
                  <a:pt x="69803" y="12723"/>
                  <a:pt x="69788" y="12723"/>
                </a:cubicBezTo>
                <a:cubicBezTo>
                  <a:pt x="69724" y="12723"/>
                  <a:pt x="69596" y="12634"/>
                  <a:pt x="69546" y="12585"/>
                </a:cubicBezTo>
                <a:cubicBezTo>
                  <a:pt x="69516" y="12554"/>
                  <a:pt x="69402" y="12547"/>
                  <a:pt x="69280" y="12547"/>
                </a:cubicBezTo>
                <a:cubicBezTo>
                  <a:pt x="69159" y="12547"/>
                  <a:pt x="69030" y="12554"/>
                  <a:pt x="68969" y="12554"/>
                </a:cubicBezTo>
                <a:cubicBezTo>
                  <a:pt x="68878" y="12554"/>
                  <a:pt x="68786" y="12524"/>
                  <a:pt x="68695" y="12524"/>
                </a:cubicBezTo>
                <a:lnTo>
                  <a:pt x="68634" y="12524"/>
                </a:lnTo>
                <a:cubicBezTo>
                  <a:pt x="68574" y="12524"/>
                  <a:pt x="68543" y="12463"/>
                  <a:pt x="68543" y="12463"/>
                </a:cubicBezTo>
                <a:cubicBezTo>
                  <a:pt x="68452" y="12493"/>
                  <a:pt x="68330" y="12524"/>
                  <a:pt x="68239" y="12585"/>
                </a:cubicBezTo>
                <a:cubicBezTo>
                  <a:pt x="68215" y="12593"/>
                  <a:pt x="68190" y="12596"/>
                  <a:pt x="68167" y="12596"/>
                </a:cubicBezTo>
                <a:cubicBezTo>
                  <a:pt x="68101" y="12596"/>
                  <a:pt x="68041" y="12568"/>
                  <a:pt x="67996" y="12524"/>
                </a:cubicBezTo>
                <a:cubicBezTo>
                  <a:pt x="67990" y="12512"/>
                  <a:pt x="67981" y="12507"/>
                  <a:pt x="67970" y="12507"/>
                </a:cubicBezTo>
                <a:cubicBezTo>
                  <a:pt x="67923" y="12507"/>
                  <a:pt x="67838" y="12596"/>
                  <a:pt x="67814" y="12645"/>
                </a:cubicBezTo>
                <a:cubicBezTo>
                  <a:pt x="67801" y="12658"/>
                  <a:pt x="67788" y="12664"/>
                  <a:pt x="67775" y="12664"/>
                </a:cubicBezTo>
                <a:cubicBezTo>
                  <a:pt x="67727" y="12664"/>
                  <a:pt x="67679" y="12582"/>
                  <a:pt x="67631" y="12463"/>
                </a:cubicBezTo>
                <a:lnTo>
                  <a:pt x="67601" y="12372"/>
                </a:lnTo>
                <a:cubicBezTo>
                  <a:pt x="67598" y="12368"/>
                  <a:pt x="67594" y="12367"/>
                  <a:pt x="67590" y="12367"/>
                </a:cubicBezTo>
                <a:cubicBezTo>
                  <a:pt x="67558" y="12367"/>
                  <a:pt x="67510" y="12466"/>
                  <a:pt x="67510" y="12493"/>
                </a:cubicBezTo>
                <a:cubicBezTo>
                  <a:pt x="67419" y="12524"/>
                  <a:pt x="67327" y="12539"/>
                  <a:pt x="67236" y="12539"/>
                </a:cubicBezTo>
                <a:cubicBezTo>
                  <a:pt x="67145" y="12539"/>
                  <a:pt x="67054" y="12524"/>
                  <a:pt x="66963" y="12493"/>
                </a:cubicBezTo>
                <a:cubicBezTo>
                  <a:pt x="66908" y="12466"/>
                  <a:pt x="66847" y="12451"/>
                  <a:pt x="66789" y="12451"/>
                </a:cubicBezTo>
                <a:cubicBezTo>
                  <a:pt x="66717" y="12451"/>
                  <a:pt x="66648" y="12474"/>
                  <a:pt x="66598" y="12524"/>
                </a:cubicBezTo>
                <a:lnTo>
                  <a:pt x="66507" y="12585"/>
                </a:lnTo>
                <a:cubicBezTo>
                  <a:pt x="66385" y="12524"/>
                  <a:pt x="66233" y="12493"/>
                  <a:pt x="66081" y="12493"/>
                </a:cubicBezTo>
                <a:lnTo>
                  <a:pt x="65990" y="12554"/>
                </a:lnTo>
                <a:cubicBezTo>
                  <a:pt x="65949" y="12588"/>
                  <a:pt x="65913" y="12601"/>
                  <a:pt x="65880" y="12601"/>
                </a:cubicBezTo>
                <a:cubicBezTo>
                  <a:pt x="65778" y="12601"/>
                  <a:pt x="65699" y="12484"/>
                  <a:pt x="65588" y="12484"/>
                </a:cubicBezTo>
                <a:cubicBezTo>
                  <a:pt x="65571" y="12484"/>
                  <a:pt x="65553" y="12487"/>
                  <a:pt x="65534" y="12493"/>
                </a:cubicBezTo>
                <a:cubicBezTo>
                  <a:pt x="65498" y="12458"/>
                  <a:pt x="65463" y="12445"/>
                  <a:pt x="65432" y="12445"/>
                </a:cubicBezTo>
                <a:cubicBezTo>
                  <a:pt x="65385" y="12445"/>
                  <a:pt x="65352" y="12475"/>
                  <a:pt x="65352" y="12493"/>
                </a:cubicBezTo>
                <a:cubicBezTo>
                  <a:pt x="65352" y="12554"/>
                  <a:pt x="65291" y="12585"/>
                  <a:pt x="65230" y="12585"/>
                </a:cubicBezTo>
                <a:lnTo>
                  <a:pt x="65169" y="12585"/>
                </a:lnTo>
                <a:lnTo>
                  <a:pt x="65017" y="12676"/>
                </a:lnTo>
                <a:cubicBezTo>
                  <a:pt x="64961" y="12653"/>
                  <a:pt x="64876" y="12647"/>
                  <a:pt x="64786" y="12647"/>
                </a:cubicBezTo>
                <a:cubicBezTo>
                  <a:pt x="64688" y="12647"/>
                  <a:pt x="64585" y="12654"/>
                  <a:pt x="64508" y="12654"/>
                </a:cubicBezTo>
                <a:cubicBezTo>
                  <a:pt x="64465" y="12654"/>
                  <a:pt x="64430" y="12652"/>
                  <a:pt x="64409" y="12645"/>
                </a:cubicBezTo>
                <a:cubicBezTo>
                  <a:pt x="64318" y="12615"/>
                  <a:pt x="64166" y="12554"/>
                  <a:pt x="64075" y="12493"/>
                </a:cubicBezTo>
                <a:lnTo>
                  <a:pt x="64014" y="12493"/>
                </a:lnTo>
                <a:cubicBezTo>
                  <a:pt x="63923" y="12524"/>
                  <a:pt x="63862" y="12615"/>
                  <a:pt x="63771" y="12645"/>
                </a:cubicBezTo>
                <a:cubicBezTo>
                  <a:pt x="63741" y="12661"/>
                  <a:pt x="63710" y="12668"/>
                  <a:pt x="63680" y="12668"/>
                </a:cubicBezTo>
                <a:cubicBezTo>
                  <a:pt x="63650" y="12668"/>
                  <a:pt x="63619" y="12661"/>
                  <a:pt x="63589" y="12645"/>
                </a:cubicBezTo>
                <a:lnTo>
                  <a:pt x="63467" y="12524"/>
                </a:lnTo>
                <a:cubicBezTo>
                  <a:pt x="63315" y="12554"/>
                  <a:pt x="63194" y="12554"/>
                  <a:pt x="63072" y="12554"/>
                </a:cubicBezTo>
                <a:cubicBezTo>
                  <a:pt x="62981" y="12493"/>
                  <a:pt x="62920" y="12463"/>
                  <a:pt x="62829" y="12372"/>
                </a:cubicBezTo>
                <a:lnTo>
                  <a:pt x="62677" y="12463"/>
                </a:lnTo>
                <a:cubicBezTo>
                  <a:pt x="62670" y="12466"/>
                  <a:pt x="62662" y="12468"/>
                  <a:pt x="62653" y="12468"/>
                </a:cubicBezTo>
                <a:cubicBezTo>
                  <a:pt x="62578" y="12468"/>
                  <a:pt x="62430" y="12368"/>
                  <a:pt x="62403" y="12341"/>
                </a:cubicBezTo>
                <a:cubicBezTo>
                  <a:pt x="62373" y="12311"/>
                  <a:pt x="62403" y="12220"/>
                  <a:pt x="62434" y="12159"/>
                </a:cubicBezTo>
                <a:lnTo>
                  <a:pt x="62495" y="12129"/>
                </a:lnTo>
                <a:cubicBezTo>
                  <a:pt x="62555" y="12098"/>
                  <a:pt x="62586" y="12007"/>
                  <a:pt x="62586" y="12007"/>
                </a:cubicBezTo>
                <a:lnTo>
                  <a:pt x="62343" y="12007"/>
                </a:lnTo>
                <a:cubicBezTo>
                  <a:pt x="62264" y="12007"/>
                  <a:pt x="62097" y="12074"/>
                  <a:pt x="62012" y="12074"/>
                </a:cubicBezTo>
                <a:cubicBezTo>
                  <a:pt x="61998" y="12074"/>
                  <a:pt x="61986" y="12072"/>
                  <a:pt x="61978" y="12068"/>
                </a:cubicBezTo>
                <a:cubicBezTo>
                  <a:pt x="61958" y="12058"/>
                  <a:pt x="61927" y="12054"/>
                  <a:pt x="61893" y="12054"/>
                </a:cubicBezTo>
                <a:cubicBezTo>
                  <a:pt x="61826" y="12054"/>
                  <a:pt x="61745" y="12068"/>
                  <a:pt x="61704" y="12068"/>
                </a:cubicBezTo>
                <a:cubicBezTo>
                  <a:pt x="61643" y="12068"/>
                  <a:pt x="61583" y="12068"/>
                  <a:pt x="61522" y="12098"/>
                </a:cubicBezTo>
                <a:cubicBezTo>
                  <a:pt x="61502" y="12098"/>
                  <a:pt x="61508" y="12112"/>
                  <a:pt x="61533" y="12112"/>
                </a:cubicBezTo>
                <a:cubicBezTo>
                  <a:pt x="61545" y="12112"/>
                  <a:pt x="61562" y="12108"/>
                  <a:pt x="61583" y="12098"/>
                </a:cubicBezTo>
                <a:lnTo>
                  <a:pt x="61613" y="12129"/>
                </a:lnTo>
                <a:cubicBezTo>
                  <a:pt x="61674" y="12159"/>
                  <a:pt x="61674" y="12250"/>
                  <a:pt x="61674" y="12250"/>
                </a:cubicBezTo>
                <a:lnTo>
                  <a:pt x="61613" y="12281"/>
                </a:lnTo>
                <a:cubicBezTo>
                  <a:pt x="61522" y="12311"/>
                  <a:pt x="61613" y="12341"/>
                  <a:pt x="61795" y="12372"/>
                </a:cubicBezTo>
                <a:lnTo>
                  <a:pt x="61856" y="12281"/>
                </a:lnTo>
                <a:cubicBezTo>
                  <a:pt x="61890" y="12180"/>
                  <a:pt x="61923" y="12135"/>
                  <a:pt x="61972" y="12135"/>
                </a:cubicBezTo>
                <a:cubicBezTo>
                  <a:pt x="62012" y="12135"/>
                  <a:pt x="62061" y="12165"/>
                  <a:pt x="62130" y="12220"/>
                </a:cubicBezTo>
                <a:cubicBezTo>
                  <a:pt x="62150" y="12220"/>
                  <a:pt x="62197" y="12139"/>
                  <a:pt x="62236" y="12139"/>
                </a:cubicBezTo>
                <a:cubicBezTo>
                  <a:pt x="62255" y="12139"/>
                  <a:pt x="62272" y="12159"/>
                  <a:pt x="62282" y="12220"/>
                </a:cubicBezTo>
                <a:lnTo>
                  <a:pt x="62312" y="12281"/>
                </a:lnTo>
                <a:cubicBezTo>
                  <a:pt x="62282" y="12372"/>
                  <a:pt x="62130" y="12463"/>
                  <a:pt x="62069" y="12463"/>
                </a:cubicBezTo>
                <a:cubicBezTo>
                  <a:pt x="62008" y="12433"/>
                  <a:pt x="61978" y="12433"/>
                  <a:pt x="61917" y="12402"/>
                </a:cubicBezTo>
                <a:cubicBezTo>
                  <a:pt x="61917" y="12402"/>
                  <a:pt x="61856" y="12493"/>
                  <a:pt x="61856" y="12524"/>
                </a:cubicBezTo>
                <a:lnTo>
                  <a:pt x="61461" y="12524"/>
                </a:lnTo>
                <a:cubicBezTo>
                  <a:pt x="61188" y="12524"/>
                  <a:pt x="60944" y="12433"/>
                  <a:pt x="60732" y="12281"/>
                </a:cubicBezTo>
                <a:lnTo>
                  <a:pt x="60519" y="12463"/>
                </a:lnTo>
                <a:cubicBezTo>
                  <a:pt x="60458" y="12433"/>
                  <a:pt x="60397" y="12402"/>
                  <a:pt x="60367" y="12372"/>
                </a:cubicBezTo>
                <a:lnTo>
                  <a:pt x="60336" y="12311"/>
                </a:lnTo>
                <a:cubicBezTo>
                  <a:pt x="60336" y="12230"/>
                  <a:pt x="60530" y="12124"/>
                  <a:pt x="60637" y="12124"/>
                </a:cubicBezTo>
                <a:cubicBezTo>
                  <a:pt x="60650" y="12124"/>
                  <a:pt x="60661" y="12125"/>
                  <a:pt x="60671" y="12129"/>
                </a:cubicBezTo>
                <a:cubicBezTo>
                  <a:pt x="60695" y="12137"/>
                  <a:pt x="60711" y="12141"/>
                  <a:pt x="60719" y="12141"/>
                </a:cubicBezTo>
                <a:cubicBezTo>
                  <a:pt x="60741" y="12141"/>
                  <a:pt x="60707" y="12112"/>
                  <a:pt x="60640" y="12068"/>
                </a:cubicBezTo>
                <a:lnTo>
                  <a:pt x="60549" y="12037"/>
                </a:lnTo>
                <a:lnTo>
                  <a:pt x="60458" y="11977"/>
                </a:lnTo>
                <a:cubicBezTo>
                  <a:pt x="60336" y="11946"/>
                  <a:pt x="60306" y="11916"/>
                  <a:pt x="60397" y="11885"/>
                </a:cubicBezTo>
                <a:lnTo>
                  <a:pt x="60580" y="11885"/>
                </a:lnTo>
                <a:cubicBezTo>
                  <a:pt x="60667" y="11903"/>
                  <a:pt x="60816" y="11921"/>
                  <a:pt x="60932" y="11921"/>
                </a:cubicBezTo>
                <a:cubicBezTo>
                  <a:pt x="61016" y="11921"/>
                  <a:pt x="61083" y="11911"/>
                  <a:pt x="61096" y="11885"/>
                </a:cubicBezTo>
                <a:cubicBezTo>
                  <a:pt x="61188" y="11825"/>
                  <a:pt x="61279" y="11764"/>
                  <a:pt x="61370" y="11733"/>
                </a:cubicBezTo>
                <a:lnTo>
                  <a:pt x="61552" y="11764"/>
                </a:lnTo>
                <a:lnTo>
                  <a:pt x="61765" y="11855"/>
                </a:lnTo>
                <a:cubicBezTo>
                  <a:pt x="62069" y="11794"/>
                  <a:pt x="62464" y="11764"/>
                  <a:pt x="62525" y="11764"/>
                </a:cubicBezTo>
                <a:cubicBezTo>
                  <a:pt x="62534" y="11768"/>
                  <a:pt x="62546" y="11770"/>
                  <a:pt x="62560" y="11770"/>
                </a:cubicBezTo>
                <a:cubicBezTo>
                  <a:pt x="62630" y="11770"/>
                  <a:pt x="62754" y="11727"/>
                  <a:pt x="62824" y="11727"/>
                </a:cubicBezTo>
                <a:cubicBezTo>
                  <a:pt x="62838" y="11727"/>
                  <a:pt x="62850" y="11729"/>
                  <a:pt x="62859" y="11733"/>
                </a:cubicBezTo>
                <a:cubicBezTo>
                  <a:pt x="62868" y="11738"/>
                  <a:pt x="62880" y="11740"/>
                  <a:pt x="62893" y="11740"/>
                </a:cubicBezTo>
                <a:cubicBezTo>
                  <a:pt x="62958" y="11740"/>
                  <a:pt x="63065" y="11697"/>
                  <a:pt x="63129" y="11697"/>
                </a:cubicBezTo>
                <a:cubicBezTo>
                  <a:pt x="63143" y="11697"/>
                  <a:pt x="63154" y="11699"/>
                  <a:pt x="63163" y="11703"/>
                </a:cubicBezTo>
                <a:cubicBezTo>
                  <a:pt x="63224" y="11718"/>
                  <a:pt x="63277" y="11726"/>
                  <a:pt x="63330" y="11726"/>
                </a:cubicBezTo>
                <a:cubicBezTo>
                  <a:pt x="63384" y="11726"/>
                  <a:pt x="63437" y="11718"/>
                  <a:pt x="63498" y="11703"/>
                </a:cubicBezTo>
                <a:lnTo>
                  <a:pt x="64379" y="11703"/>
                </a:lnTo>
                <a:cubicBezTo>
                  <a:pt x="64412" y="11711"/>
                  <a:pt x="64444" y="11715"/>
                  <a:pt x="64476" y="11715"/>
                </a:cubicBezTo>
                <a:cubicBezTo>
                  <a:pt x="64564" y="11715"/>
                  <a:pt x="64647" y="11687"/>
                  <a:pt x="64713" y="11642"/>
                </a:cubicBezTo>
                <a:lnTo>
                  <a:pt x="64774" y="11551"/>
                </a:lnTo>
                <a:cubicBezTo>
                  <a:pt x="64926" y="11582"/>
                  <a:pt x="65139" y="11612"/>
                  <a:pt x="65200" y="11642"/>
                </a:cubicBezTo>
                <a:cubicBezTo>
                  <a:pt x="65337" y="11658"/>
                  <a:pt x="65473" y="11665"/>
                  <a:pt x="65606" y="11665"/>
                </a:cubicBezTo>
                <a:cubicBezTo>
                  <a:pt x="65739" y="11665"/>
                  <a:pt x="65868" y="11658"/>
                  <a:pt x="65990" y="11642"/>
                </a:cubicBezTo>
                <a:lnTo>
                  <a:pt x="66324" y="11612"/>
                </a:lnTo>
                <a:cubicBezTo>
                  <a:pt x="66446" y="11612"/>
                  <a:pt x="66568" y="11639"/>
                  <a:pt x="66680" y="11639"/>
                </a:cubicBezTo>
                <a:cubicBezTo>
                  <a:pt x="66736" y="11639"/>
                  <a:pt x="66790" y="11632"/>
                  <a:pt x="66841" y="11612"/>
                </a:cubicBezTo>
                <a:lnTo>
                  <a:pt x="67023" y="11521"/>
                </a:lnTo>
                <a:cubicBezTo>
                  <a:pt x="67130" y="11551"/>
                  <a:pt x="67236" y="11566"/>
                  <a:pt x="67343" y="11566"/>
                </a:cubicBezTo>
                <a:cubicBezTo>
                  <a:pt x="67449" y="11566"/>
                  <a:pt x="67555" y="11551"/>
                  <a:pt x="67662" y="11521"/>
                </a:cubicBezTo>
                <a:lnTo>
                  <a:pt x="67844" y="11551"/>
                </a:lnTo>
                <a:cubicBezTo>
                  <a:pt x="67951" y="11566"/>
                  <a:pt x="68057" y="11574"/>
                  <a:pt x="68163" y="11574"/>
                </a:cubicBezTo>
                <a:cubicBezTo>
                  <a:pt x="68270" y="11574"/>
                  <a:pt x="68376" y="11566"/>
                  <a:pt x="68482" y="11551"/>
                </a:cubicBezTo>
                <a:lnTo>
                  <a:pt x="68634" y="11521"/>
                </a:lnTo>
                <a:cubicBezTo>
                  <a:pt x="68817" y="11521"/>
                  <a:pt x="68999" y="11551"/>
                  <a:pt x="69182" y="11612"/>
                </a:cubicBezTo>
                <a:lnTo>
                  <a:pt x="69334" y="11551"/>
                </a:lnTo>
                <a:cubicBezTo>
                  <a:pt x="69379" y="11536"/>
                  <a:pt x="69425" y="11528"/>
                  <a:pt x="69474" y="11528"/>
                </a:cubicBezTo>
                <a:cubicBezTo>
                  <a:pt x="69524" y="11528"/>
                  <a:pt x="69577" y="11536"/>
                  <a:pt x="69638" y="11551"/>
                </a:cubicBezTo>
                <a:lnTo>
                  <a:pt x="70306" y="11551"/>
                </a:lnTo>
                <a:cubicBezTo>
                  <a:pt x="70352" y="11551"/>
                  <a:pt x="70413" y="11559"/>
                  <a:pt x="70466" y="11559"/>
                </a:cubicBezTo>
                <a:cubicBezTo>
                  <a:pt x="70519" y="11559"/>
                  <a:pt x="70565" y="11551"/>
                  <a:pt x="70580" y="11521"/>
                </a:cubicBezTo>
                <a:cubicBezTo>
                  <a:pt x="70599" y="11501"/>
                  <a:pt x="70616" y="11494"/>
                  <a:pt x="70631" y="11494"/>
                </a:cubicBezTo>
                <a:cubicBezTo>
                  <a:pt x="70673" y="11494"/>
                  <a:pt x="70705" y="11547"/>
                  <a:pt x="70757" y="11547"/>
                </a:cubicBezTo>
                <a:cubicBezTo>
                  <a:pt x="70776" y="11547"/>
                  <a:pt x="70797" y="11540"/>
                  <a:pt x="70823" y="11521"/>
                </a:cubicBezTo>
                <a:cubicBezTo>
                  <a:pt x="70848" y="11502"/>
                  <a:pt x="70872" y="11495"/>
                  <a:pt x="70895" y="11495"/>
                </a:cubicBezTo>
                <a:cubicBezTo>
                  <a:pt x="70967" y="11495"/>
                  <a:pt x="71032" y="11564"/>
                  <a:pt x="71105" y="11564"/>
                </a:cubicBezTo>
                <a:cubicBezTo>
                  <a:pt x="71122" y="11564"/>
                  <a:pt x="71139" y="11560"/>
                  <a:pt x="71157" y="11551"/>
                </a:cubicBezTo>
                <a:cubicBezTo>
                  <a:pt x="71279" y="11521"/>
                  <a:pt x="71431" y="11490"/>
                  <a:pt x="71583" y="11460"/>
                </a:cubicBezTo>
                <a:lnTo>
                  <a:pt x="71613" y="11460"/>
                </a:lnTo>
                <a:cubicBezTo>
                  <a:pt x="71689" y="11475"/>
                  <a:pt x="71765" y="11483"/>
                  <a:pt x="71841" y="11483"/>
                </a:cubicBezTo>
                <a:cubicBezTo>
                  <a:pt x="71917" y="11483"/>
                  <a:pt x="71993" y="11475"/>
                  <a:pt x="72069" y="11460"/>
                </a:cubicBezTo>
                <a:lnTo>
                  <a:pt x="72768" y="11460"/>
                </a:lnTo>
                <a:cubicBezTo>
                  <a:pt x="73011" y="11430"/>
                  <a:pt x="73285" y="11399"/>
                  <a:pt x="73528" y="11399"/>
                </a:cubicBezTo>
                <a:cubicBezTo>
                  <a:pt x="73632" y="11399"/>
                  <a:pt x="73759" y="11332"/>
                  <a:pt x="73831" y="11332"/>
                </a:cubicBezTo>
                <a:cubicBezTo>
                  <a:pt x="73843" y="11332"/>
                  <a:pt x="73854" y="11334"/>
                  <a:pt x="73863" y="11338"/>
                </a:cubicBezTo>
                <a:lnTo>
                  <a:pt x="74014" y="11430"/>
                </a:lnTo>
                <a:cubicBezTo>
                  <a:pt x="74136" y="11399"/>
                  <a:pt x="74410" y="11369"/>
                  <a:pt x="74562" y="11308"/>
                </a:cubicBezTo>
                <a:lnTo>
                  <a:pt x="74744" y="11308"/>
                </a:lnTo>
                <a:cubicBezTo>
                  <a:pt x="74835" y="11308"/>
                  <a:pt x="74926" y="11399"/>
                  <a:pt x="74987" y="11399"/>
                </a:cubicBezTo>
                <a:cubicBezTo>
                  <a:pt x="75078" y="11399"/>
                  <a:pt x="75200" y="11308"/>
                  <a:pt x="75261" y="11308"/>
                </a:cubicBezTo>
                <a:cubicBezTo>
                  <a:pt x="75322" y="11308"/>
                  <a:pt x="75369" y="11362"/>
                  <a:pt x="75421" y="11362"/>
                </a:cubicBezTo>
                <a:cubicBezTo>
                  <a:pt x="75446" y="11362"/>
                  <a:pt x="75473" y="11348"/>
                  <a:pt x="75504" y="11308"/>
                </a:cubicBezTo>
                <a:cubicBezTo>
                  <a:pt x="75534" y="11308"/>
                  <a:pt x="75686" y="11338"/>
                  <a:pt x="75777" y="11369"/>
                </a:cubicBezTo>
                <a:lnTo>
                  <a:pt x="75869" y="11369"/>
                </a:lnTo>
                <a:cubicBezTo>
                  <a:pt x="75960" y="11369"/>
                  <a:pt x="76081" y="11338"/>
                  <a:pt x="76203" y="11308"/>
                </a:cubicBezTo>
                <a:lnTo>
                  <a:pt x="76902" y="11308"/>
                </a:lnTo>
                <a:cubicBezTo>
                  <a:pt x="77008" y="11293"/>
                  <a:pt x="77107" y="11285"/>
                  <a:pt x="77206" y="11285"/>
                </a:cubicBezTo>
                <a:cubicBezTo>
                  <a:pt x="77305" y="11285"/>
                  <a:pt x="77404" y="11293"/>
                  <a:pt x="77510" y="11308"/>
                </a:cubicBezTo>
                <a:lnTo>
                  <a:pt x="77540" y="11308"/>
                </a:lnTo>
                <a:cubicBezTo>
                  <a:pt x="77692" y="11247"/>
                  <a:pt x="77844" y="11186"/>
                  <a:pt x="77996" y="11156"/>
                </a:cubicBezTo>
                <a:cubicBezTo>
                  <a:pt x="78118" y="11156"/>
                  <a:pt x="78209" y="11095"/>
                  <a:pt x="78239" y="11004"/>
                </a:cubicBezTo>
                <a:cubicBezTo>
                  <a:pt x="78239" y="10943"/>
                  <a:pt x="78483" y="10913"/>
                  <a:pt x="78574" y="10913"/>
                </a:cubicBezTo>
                <a:cubicBezTo>
                  <a:pt x="78695" y="10913"/>
                  <a:pt x="78726" y="11065"/>
                  <a:pt x="78695" y="11126"/>
                </a:cubicBezTo>
                <a:cubicBezTo>
                  <a:pt x="78665" y="11156"/>
                  <a:pt x="78787" y="11186"/>
                  <a:pt x="78969" y="11186"/>
                </a:cubicBezTo>
                <a:lnTo>
                  <a:pt x="79091" y="11186"/>
                </a:lnTo>
                <a:lnTo>
                  <a:pt x="79243" y="11247"/>
                </a:lnTo>
                <a:cubicBezTo>
                  <a:pt x="79395" y="11186"/>
                  <a:pt x="79547" y="11126"/>
                  <a:pt x="79668" y="11034"/>
                </a:cubicBezTo>
                <a:lnTo>
                  <a:pt x="79820" y="11156"/>
                </a:lnTo>
                <a:cubicBezTo>
                  <a:pt x="79826" y="11168"/>
                  <a:pt x="79840" y="11173"/>
                  <a:pt x="79858" y="11173"/>
                </a:cubicBezTo>
                <a:cubicBezTo>
                  <a:pt x="79932" y="11173"/>
                  <a:pt x="80088" y="11095"/>
                  <a:pt x="80185" y="11095"/>
                </a:cubicBezTo>
                <a:cubicBezTo>
                  <a:pt x="80286" y="11095"/>
                  <a:pt x="80374" y="11109"/>
                  <a:pt x="80466" y="11109"/>
                </a:cubicBezTo>
                <a:cubicBezTo>
                  <a:pt x="80512" y="11109"/>
                  <a:pt x="80560" y="11105"/>
                  <a:pt x="80610" y="11095"/>
                </a:cubicBezTo>
                <a:cubicBezTo>
                  <a:pt x="80732" y="11095"/>
                  <a:pt x="80884" y="11065"/>
                  <a:pt x="81036" y="11034"/>
                </a:cubicBezTo>
                <a:lnTo>
                  <a:pt x="81157" y="11034"/>
                </a:lnTo>
                <a:cubicBezTo>
                  <a:pt x="81309" y="11034"/>
                  <a:pt x="81309" y="10822"/>
                  <a:pt x="81249" y="10761"/>
                </a:cubicBezTo>
                <a:cubicBezTo>
                  <a:pt x="81218" y="10700"/>
                  <a:pt x="81127" y="10548"/>
                  <a:pt x="81036" y="10426"/>
                </a:cubicBezTo>
                <a:lnTo>
                  <a:pt x="81036" y="10244"/>
                </a:lnTo>
                <a:cubicBezTo>
                  <a:pt x="81136" y="10169"/>
                  <a:pt x="81215" y="10115"/>
                  <a:pt x="81257" y="10115"/>
                </a:cubicBezTo>
                <a:cubicBezTo>
                  <a:pt x="81266" y="10115"/>
                  <a:pt x="81274" y="10117"/>
                  <a:pt x="81279" y="10123"/>
                </a:cubicBezTo>
                <a:lnTo>
                  <a:pt x="81370" y="10123"/>
                </a:lnTo>
                <a:cubicBezTo>
                  <a:pt x="81401" y="9940"/>
                  <a:pt x="81431" y="9758"/>
                  <a:pt x="81461" y="9575"/>
                </a:cubicBezTo>
                <a:cubicBezTo>
                  <a:pt x="81461" y="9454"/>
                  <a:pt x="81218" y="9271"/>
                  <a:pt x="81188" y="9211"/>
                </a:cubicBezTo>
                <a:cubicBezTo>
                  <a:pt x="81127" y="9150"/>
                  <a:pt x="81157" y="9089"/>
                  <a:pt x="81188" y="9089"/>
                </a:cubicBezTo>
                <a:cubicBezTo>
                  <a:pt x="81279" y="9028"/>
                  <a:pt x="81401" y="8998"/>
                  <a:pt x="81492" y="8937"/>
                </a:cubicBezTo>
                <a:lnTo>
                  <a:pt x="81309" y="8785"/>
                </a:lnTo>
                <a:lnTo>
                  <a:pt x="81279" y="8755"/>
                </a:lnTo>
                <a:cubicBezTo>
                  <a:pt x="81340" y="8664"/>
                  <a:pt x="81309" y="8572"/>
                  <a:pt x="81249" y="8572"/>
                </a:cubicBezTo>
                <a:lnTo>
                  <a:pt x="81188" y="8572"/>
                </a:lnTo>
                <a:cubicBezTo>
                  <a:pt x="81127" y="8572"/>
                  <a:pt x="81097" y="8512"/>
                  <a:pt x="81097" y="8481"/>
                </a:cubicBezTo>
                <a:cubicBezTo>
                  <a:pt x="81097" y="8481"/>
                  <a:pt x="81127" y="8420"/>
                  <a:pt x="81157" y="8420"/>
                </a:cubicBezTo>
                <a:lnTo>
                  <a:pt x="81279" y="8420"/>
                </a:lnTo>
                <a:cubicBezTo>
                  <a:pt x="81334" y="8365"/>
                  <a:pt x="81465" y="8234"/>
                  <a:pt x="81534" y="8234"/>
                </a:cubicBezTo>
                <a:cubicBezTo>
                  <a:pt x="81541" y="8234"/>
                  <a:pt x="81547" y="8235"/>
                  <a:pt x="81553" y="8238"/>
                </a:cubicBezTo>
                <a:cubicBezTo>
                  <a:pt x="81560" y="8245"/>
                  <a:pt x="81567" y="8249"/>
                  <a:pt x="81575" y="8249"/>
                </a:cubicBezTo>
                <a:cubicBezTo>
                  <a:pt x="81627" y="8249"/>
                  <a:pt x="81674" y="8075"/>
                  <a:pt x="81674" y="7995"/>
                </a:cubicBezTo>
                <a:cubicBezTo>
                  <a:pt x="81674" y="7934"/>
                  <a:pt x="81644" y="7873"/>
                  <a:pt x="81613" y="7812"/>
                </a:cubicBezTo>
                <a:cubicBezTo>
                  <a:pt x="81610" y="7809"/>
                  <a:pt x="81606" y="7808"/>
                  <a:pt x="81602" y="7808"/>
                </a:cubicBezTo>
                <a:cubicBezTo>
                  <a:pt x="81570" y="7808"/>
                  <a:pt x="81519" y="7907"/>
                  <a:pt x="81492" y="7934"/>
                </a:cubicBezTo>
                <a:cubicBezTo>
                  <a:pt x="81492" y="7964"/>
                  <a:pt x="81461" y="7995"/>
                  <a:pt x="81401" y="7995"/>
                </a:cubicBezTo>
                <a:cubicBezTo>
                  <a:pt x="81431" y="7904"/>
                  <a:pt x="81461" y="7812"/>
                  <a:pt x="81492" y="7721"/>
                </a:cubicBezTo>
                <a:cubicBezTo>
                  <a:pt x="81510" y="7686"/>
                  <a:pt x="81559" y="7671"/>
                  <a:pt x="81602" y="7671"/>
                </a:cubicBezTo>
                <a:cubicBezTo>
                  <a:pt x="81633" y="7671"/>
                  <a:pt x="81662" y="7678"/>
                  <a:pt x="81674" y="7691"/>
                </a:cubicBezTo>
                <a:cubicBezTo>
                  <a:pt x="81710" y="7700"/>
                  <a:pt x="81745" y="7703"/>
                  <a:pt x="81780" y="7703"/>
                </a:cubicBezTo>
                <a:cubicBezTo>
                  <a:pt x="81864" y="7703"/>
                  <a:pt x="81944" y="7682"/>
                  <a:pt x="82009" y="7660"/>
                </a:cubicBezTo>
                <a:lnTo>
                  <a:pt x="82130" y="7600"/>
                </a:lnTo>
                <a:lnTo>
                  <a:pt x="82191" y="7569"/>
                </a:lnTo>
                <a:cubicBezTo>
                  <a:pt x="82221" y="7509"/>
                  <a:pt x="82100" y="7417"/>
                  <a:pt x="82039" y="7387"/>
                </a:cubicBezTo>
                <a:cubicBezTo>
                  <a:pt x="82028" y="7381"/>
                  <a:pt x="82017" y="7379"/>
                  <a:pt x="82006" y="7379"/>
                </a:cubicBezTo>
                <a:cubicBezTo>
                  <a:pt x="81957" y="7379"/>
                  <a:pt x="81912" y="7428"/>
                  <a:pt x="81887" y="7478"/>
                </a:cubicBezTo>
                <a:lnTo>
                  <a:pt x="81857" y="7509"/>
                </a:lnTo>
                <a:lnTo>
                  <a:pt x="81765" y="7539"/>
                </a:lnTo>
                <a:cubicBezTo>
                  <a:pt x="81644" y="7509"/>
                  <a:pt x="81522" y="7448"/>
                  <a:pt x="81431" y="7387"/>
                </a:cubicBezTo>
                <a:lnTo>
                  <a:pt x="81431" y="7326"/>
                </a:lnTo>
                <a:lnTo>
                  <a:pt x="81431" y="7235"/>
                </a:lnTo>
                <a:cubicBezTo>
                  <a:pt x="81492" y="7113"/>
                  <a:pt x="81431" y="6992"/>
                  <a:pt x="81340" y="6931"/>
                </a:cubicBezTo>
                <a:lnTo>
                  <a:pt x="81249" y="6870"/>
                </a:lnTo>
                <a:cubicBezTo>
                  <a:pt x="81203" y="6825"/>
                  <a:pt x="81180" y="6802"/>
                  <a:pt x="81142" y="6802"/>
                </a:cubicBezTo>
                <a:cubicBezTo>
                  <a:pt x="81104" y="6802"/>
                  <a:pt x="81051" y="6825"/>
                  <a:pt x="80945" y="6870"/>
                </a:cubicBezTo>
                <a:lnTo>
                  <a:pt x="80762" y="6870"/>
                </a:lnTo>
                <a:cubicBezTo>
                  <a:pt x="80610" y="6870"/>
                  <a:pt x="80580" y="6566"/>
                  <a:pt x="80580" y="6475"/>
                </a:cubicBezTo>
                <a:cubicBezTo>
                  <a:pt x="80580" y="6353"/>
                  <a:pt x="80519" y="6262"/>
                  <a:pt x="80458" y="6201"/>
                </a:cubicBezTo>
                <a:cubicBezTo>
                  <a:pt x="80428" y="6186"/>
                  <a:pt x="80398" y="6179"/>
                  <a:pt x="80367" y="6179"/>
                </a:cubicBezTo>
                <a:cubicBezTo>
                  <a:pt x="80337" y="6179"/>
                  <a:pt x="80306" y="6186"/>
                  <a:pt x="80276" y="6201"/>
                </a:cubicBezTo>
                <a:cubicBezTo>
                  <a:pt x="80215" y="6232"/>
                  <a:pt x="80124" y="6262"/>
                  <a:pt x="80063" y="6293"/>
                </a:cubicBezTo>
                <a:lnTo>
                  <a:pt x="80063" y="6201"/>
                </a:lnTo>
                <a:lnTo>
                  <a:pt x="80002" y="6019"/>
                </a:lnTo>
                <a:cubicBezTo>
                  <a:pt x="79820" y="6110"/>
                  <a:pt x="79607" y="6201"/>
                  <a:pt x="79395" y="6262"/>
                </a:cubicBezTo>
                <a:cubicBezTo>
                  <a:pt x="79354" y="6262"/>
                  <a:pt x="79178" y="6249"/>
                  <a:pt x="79057" y="6249"/>
                </a:cubicBezTo>
                <a:cubicBezTo>
                  <a:pt x="78996" y="6249"/>
                  <a:pt x="78949" y="6252"/>
                  <a:pt x="78939" y="6262"/>
                </a:cubicBezTo>
                <a:cubicBezTo>
                  <a:pt x="78930" y="6279"/>
                  <a:pt x="78916" y="6286"/>
                  <a:pt x="78896" y="6286"/>
                </a:cubicBezTo>
                <a:cubicBezTo>
                  <a:pt x="78843" y="6286"/>
                  <a:pt x="78754" y="6230"/>
                  <a:pt x="78665" y="6141"/>
                </a:cubicBezTo>
                <a:lnTo>
                  <a:pt x="78513" y="6232"/>
                </a:lnTo>
                <a:lnTo>
                  <a:pt x="78300" y="6353"/>
                </a:lnTo>
                <a:cubicBezTo>
                  <a:pt x="78148" y="6293"/>
                  <a:pt x="77966" y="6262"/>
                  <a:pt x="77814" y="6232"/>
                </a:cubicBezTo>
                <a:lnTo>
                  <a:pt x="77662" y="6232"/>
                </a:lnTo>
                <a:cubicBezTo>
                  <a:pt x="77480" y="6232"/>
                  <a:pt x="77297" y="6232"/>
                  <a:pt x="77145" y="6201"/>
                </a:cubicBezTo>
                <a:lnTo>
                  <a:pt x="77054" y="6384"/>
                </a:lnTo>
                <a:lnTo>
                  <a:pt x="77024" y="6445"/>
                </a:lnTo>
                <a:cubicBezTo>
                  <a:pt x="76902" y="6414"/>
                  <a:pt x="76811" y="6323"/>
                  <a:pt x="76720" y="6232"/>
                </a:cubicBezTo>
                <a:lnTo>
                  <a:pt x="76598" y="6353"/>
                </a:lnTo>
                <a:lnTo>
                  <a:pt x="76537" y="6384"/>
                </a:lnTo>
                <a:cubicBezTo>
                  <a:pt x="76493" y="6428"/>
                  <a:pt x="76432" y="6457"/>
                  <a:pt x="76379" y="6457"/>
                </a:cubicBezTo>
                <a:cubicBezTo>
                  <a:pt x="76359" y="6457"/>
                  <a:pt x="76341" y="6453"/>
                  <a:pt x="76325" y="6445"/>
                </a:cubicBezTo>
                <a:lnTo>
                  <a:pt x="76294" y="6445"/>
                </a:lnTo>
                <a:cubicBezTo>
                  <a:pt x="76233" y="6414"/>
                  <a:pt x="76173" y="6384"/>
                  <a:pt x="76112" y="6384"/>
                </a:cubicBezTo>
                <a:cubicBezTo>
                  <a:pt x="76090" y="6378"/>
                  <a:pt x="76070" y="6376"/>
                  <a:pt x="76050" y="6376"/>
                </a:cubicBezTo>
                <a:cubicBezTo>
                  <a:pt x="75959" y="6376"/>
                  <a:pt x="75888" y="6430"/>
                  <a:pt x="75838" y="6505"/>
                </a:cubicBezTo>
                <a:cubicBezTo>
                  <a:pt x="75803" y="6577"/>
                  <a:pt x="75788" y="6606"/>
                  <a:pt x="75770" y="6606"/>
                </a:cubicBezTo>
                <a:cubicBezTo>
                  <a:pt x="75757" y="6606"/>
                  <a:pt x="75742" y="6591"/>
                  <a:pt x="75717" y="6566"/>
                </a:cubicBezTo>
                <a:lnTo>
                  <a:pt x="75625" y="6475"/>
                </a:lnTo>
                <a:lnTo>
                  <a:pt x="75109" y="6414"/>
                </a:lnTo>
                <a:lnTo>
                  <a:pt x="74987" y="6505"/>
                </a:lnTo>
                <a:lnTo>
                  <a:pt x="74957" y="6536"/>
                </a:lnTo>
                <a:cubicBezTo>
                  <a:pt x="74896" y="6536"/>
                  <a:pt x="74805" y="6445"/>
                  <a:pt x="74805" y="6323"/>
                </a:cubicBezTo>
                <a:lnTo>
                  <a:pt x="74774" y="6232"/>
                </a:lnTo>
                <a:cubicBezTo>
                  <a:pt x="74744" y="6201"/>
                  <a:pt x="74714" y="6201"/>
                  <a:pt x="74683" y="6201"/>
                </a:cubicBezTo>
                <a:cubicBezTo>
                  <a:pt x="74653" y="6201"/>
                  <a:pt x="74622" y="6262"/>
                  <a:pt x="74622" y="6262"/>
                </a:cubicBezTo>
                <a:cubicBezTo>
                  <a:pt x="74683" y="6323"/>
                  <a:pt x="74744" y="6353"/>
                  <a:pt x="74653" y="6414"/>
                </a:cubicBezTo>
                <a:cubicBezTo>
                  <a:pt x="74592" y="6475"/>
                  <a:pt x="74531" y="6505"/>
                  <a:pt x="74470" y="6536"/>
                </a:cubicBezTo>
                <a:lnTo>
                  <a:pt x="74349" y="6566"/>
                </a:lnTo>
                <a:cubicBezTo>
                  <a:pt x="74197" y="6536"/>
                  <a:pt x="74045" y="6475"/>
                  <a:pt x="73893" y="6414"/>
                </a:cubicBezTo>
                <a:cubicBezTo>
                  <a:pt x="73886" y="6411"/>
                  <a:pt x="73879" y="6410"/>
                  <a:pt x="73872" y="6410"/>
                </a:cubicBezTo>
                <a:cubicBezTo>
                  <a:pt x="73807" y="6410"/>
                  <a:pt x="73707" y="6515"/>
                  <a:pt x="73680" y="6597"/>
                </a:cubicBezTo>
                <a:cubicBezTo>
                  <a:pt x="73650" y="6657"/>
                  <a:pt x="73589" y="6657"/>
                  <a:pt x="73589" y="6657"/>
                </a:cubicBezTo>
                <a:cubicBezTo>
                  <a:pt x="73589" y="6657"/>
                  <a:pt x="73528" y="6505"/>
                  <a:pt x="73467" y="6505"/>
                </a:cubicBezTo>
                <a:cubicBezTo>
                  <a:pt x="73459" y="6510"/>
                  <a:pt x="73452" y="6511"/>
                  <a:pt x="73446" y="6511"/>
                </a:cubicBezTo>
                <a:cubicBezTo>
                  <a:pt x="73408" y="6511"/>
                  <a:pt x="73415" y="6436"/>
                  <a:pt x="73467" y="6384"/>
                </a:cubicBezTo>
                <a:lnTo>
                  <a:pt x="73315" y="6384"/>
                </a:lnTo>
                <a:cubicBezTo>
                  <a:pt x="73275" y="6384"/>
                  <a:pt x="73261" y="6357"/>
                  <a:pt x="73239" y="6357"/>
                </a:cubicBezTo>
                <a:cubicBezTo>
                  <a:pt x="73228" y="6357"/>
                  <a:pt x="73214" y="6364"/>
                  <a:pt x="73194" y="6384"/>
                </a:cubicBezTo>
                <a:cubicBezTo>
                  <a:pt x="73163" y="6445"/>
                  <a:pt x="73103" y="6505"/>
                  <a:pt x="73042" y="6566"/>
                </a:cubicBezTo>
                <a:cubicBezTo>
                  <a:pt x="72981" y="6566"/>
                  <a:pt x="72920" y="6536"/>
                  <a:pt x="72890" y="6475"/>
                </a:cubicBezTo>
                <a:cubicBezTo>
                  <a:pt x="72829" y="6475"/>
                  <a:pt x="72738" y="6505"/>
                  <a:pt x="72647" y="6566"/>
                </a:cubicBezTo>
                <a:lnTo>
                  <a:pt x="72525" y="6475"/>
                </a:lnTo>
                <a:lnTo>
                  <a:pt x="72373" y="6353"/>
                </a:lnTo>
                <a:cubicBezTo>
                  <a:pt x="72464" y="6323"/>
                  <a:pt x="72616" y="6110"/>
                  <a:pt x="72707" y="6110"/>
                </a:cubicBezTo>
                <a:cubicBezTo>
                  <a:pt x="72716" y="6114"/>
                  <a:pt x="72723" y="6116"/>
                  <a:pt x="72730" y="6116"/>
                </a:cubicBezTo>
                <a:cubicBezTo>
                  <a:pt x="72775" y="6116"/>
                  <a:pt x="72795" y="6037"/>
                  <a:pt x="72768" y="5958"/>
                </a:cubicBezTo>
                <a:lnTo>
                  <a:pt x="72829" y="5958"/>
                </a:lnTo>
                <a:cubicBezTo>
                  <a:pt x="72844" y="5951"/>
                  <a:pt x="72861" y="5947"/>
                  <a:pt x="72878" y="5947"/>
                </a:cubicBezTo>
                <a:cubicBezTo>
                  <a:pt x="72930" y="5947"/>
                  <a:pt x="72981" y="5981"/>
                  <a:pt x="72981" y="6050"/>
                </a:cubicBezTo>
                <a:cubicBezTo>
                  <a:pt x="72981" y="6080"/>
                  <a:pt x="73072" y="6110"/>
                  <a:pt x="73133" y="6110"/>
                </a:cubicBezTo>
                <a:lnTo>
                  <a:pt x="73619" y="6110"/>
                </a:lnTo>
                <a:cubicBezTo>
                  <a:pt x="73648" y="6139"/>
                  <a:pt x="73809" y="6326"/>
                  <a:pt x="73879" y="6326"/>
                </a:cubicBezTo>
                <a:cubicBezTo>
                  <a:pt x="73884" y="6326"/>
                  <a:pt x="73889" y="6325"/>
                  <a:pt x="73893" y="6323"/>
                </a:cubicBezTo>
                <a:cubicBezTo>
                  <a:pt x="73984" y="6293"/>
                  <a:pt x="73923" y="6201"/>
                  <a:pt x="73863" y="6171"/>
                </a:cubicBezTo>
                <a:cubicBezTo>
                  <a:pt x="73832" y="6171"/>
                  <a:pt x="73863" y="5989"/>
                  <a:pt x="73863" y="5928"/>
                </a:cubicBezTo>
                <a:cubicBezTo>
                  <a:pt x="73893" y="5867"/>
                  <a:pt x="73923" y="5806"/>
                  <a:pt x="73954" y="5806"/>
                </a:cubicBezTo>
                <a:cubicBezTo>
                  <a:pt x="73984" y="5806"/>
                  <a:pt x="74014" y="5958"/>
                  <a:pt x="74014" y="6019"/>
                </a:cubicBezTo>
                <a:cubicBezTo>
                  <a:pt x="74014" y="6042"/>
                  <a:pt x="74041" y="6052"/>
                  <a:pt x="74074" y="6052"/>
                </a:cubicBezTo>
                <a:cubicBezTo>
                  <a:pt x="74127" y="6052"/>
                  <a:pt x="74197" y="6026"/>
                  <a:pt x="74197" y="5989"/>
                </a:cubicBezTo>
                <a:cubicBezTo>
                  <a:pt x="74197" y="5928"/>
                  <a:pt x="74379" y="5837"/>
                  <a:pt x="74592" y="5776"/>
                </a:cubicBezTo>
                <a:lnTo>
                  <a:pt x="74744" y="5806"/>
                </a:lnTo>
                <a:cubicBezTo>
                  <a:pt x="74874" y="5806"/>
                  <a:pt x="75005" y="5873"/>
                  <a:pt x="75097" y="5873"/>
                </a:cubicBezTo>
                <a:cubicBezTo>
                  <a:pt x="75112" y="5873"/>
                  <a:pt x="75126" y="5871"/>
                  <a:pt x="75139" y="5867"/>
                </a:cubicBezTo>
                <a:lnTo>
                  <a:pt x="75291" y="5746"/>
                </a:lnTo>
                <a:cubicBezTo>
                  <a:pt x="75443" y="5806"/>
                  <a:pt x="75625" y="5837"/>
                  <a:pt x="75808" y="5837"/>
                </a:cubicBezTo>
                <a:cubicBezTo>
                  <a:pt x="75869" y="5806"/>
                  <a:pt x="76051" y="5776"/>
                  <a:pt x="76203" y="5746"/>
                </a:cubicBezTo>
                <a:lnTo>
                  <a:pt x="76385" y="5776"/>
                </a:lnTo>
                <a:lnTo>
                  <a:pt x="76537" y="5806"/>
                </a:lnTo>
                <a:cubicBezTo>
                  <a:pt x="76811" y="5746"/>
                  <a:pt x="77054" y="5715"/>
                  <a:pt x="77328" y="5685"/>
                </a:cubicBezTo>
                <a:lnTo>
                  <a:pt x="77540" y="5624"/>
                </a:lnTo>
                <a:cubicBezTo>
                  <a:pt x="77566" y="5624"/>
                  <a:pt x="77718" y="5730"/>
                  <a:pt x="77820" y="5730"/>
                </a:cubicBezTo>
                <a:cubicBezTo>
                  <a:pt x="77841" y="5730"/>
                  <a:pt x="77860" y="5725"/>
                  <a:pt x="77875" y="5715"/>
                </a:cubicBezTo>
                <a:cubicBezTo>
                  <a:pt x="78027" y="5654"/>
                  <a:pt x="78179" y="5624"/>
                  <a:pt x="78361" y="5624"/>
                </a:cubicBezTo>
                <a:lnTo>
                  <a:pt x="78513" y="5624"/>
                </a:lnTo>
                <a:cubicBezTo>
                  <a:pt x="78665" y="5624"/>
                  <a:pt x="78787" y="5594"/>
                  <a:pt x="78908" y="5502"/>
                </a:cubicBezTo>
                <a:lnTo>
                  <a:pt x="78969" y="5472"/>
                </a:lnTo>
                <a:cubicBezTo>
                  <a:pt x="78984" y="5411"/>
                  <a:pt x="78999" y="5381"/>
                  <a:pt x="79022" y="5381"/>
                </a:cubicBezTo>
                <a:cubicBezTo>
                  <a:pt x="79045" y="5381"/>
                  <a:pt x="79075" y="5411"/>
                  <a:pt x="79121" y="5472"/>
                </a:cubicBezTo>
                <a:lnTo>
                  <a:pt x="79182" y="5533"/>
                </a:lnTo>
                <a:cubicBezTo>
                  <a:pt x="79190" y="5537"/>
                  <a:pt x="79201" y="5539"/>
                  <a:pt x="79213" y="5539"/>
                </a:cubicBezTo>
                <a:cubicBezTo>
                  <a:pt x="79285" y="5539"/>
                  <a:pt x="79408" y="5472"/>
                  <a:pt x="79486" y="5472"/>
                </a:cubicBezTo>
                <a:cubicBezTo>
                  <a:pt x="79543" y="5477"/>
                  <a:pt x="79601" y="5480"/>
                  <a:pt x="79660" y="5480"/>
                </a:cubicBezTo>
                <a:cubicBezTo>
                  <a:pt x="79943" y="5480"/>
                  <a:pt x="80237" y="5421"/>
                  <a:pt x="80489" y="5320"/>
                </a:cubicBezTo>
                <a:lnTo>
                  <a:pt x="80580" y="5320"/>
                </a:lnTo>
                <a:cubicBezTo>
                  <a:pt x="80619" y="5379"/>
                  <a:pt x="80656" y="5400"/>
                  <a:pt x="80691" y="5400"/>
                </a:cubicBezTo>
                <a:cubicBezTo>
                  <a:pt x="80764" y="5400"/>
                  <a:pt x="80832" y="5310"/>
                  <a:pt x="80914" y="5290"/>
                </a:cubicBezTo>
                <a:cubicBezTo>
                  <a:pt x="81036" y="5290"/>
                  <a:pt x="81036" y="5107"/>
                  <a:pt x="80914" y="5077"/>
                </a:cubicBezTo>
                <a:lnTo>
                  <a:pt x="80823" y="5046"/>
                </a:lnTo>
                <a:cubicBezTo>
                  <a:pt x="80823" y="4992"/>
                  <a:pt x="80896" y="4890"/>
                  <a:pt x="80954" y="4890"/>
                </a:cubicBezTo>
                <a:cubicBezTo>
                  <a:pt x="80962" y="4890"/>
                  <a:pt x="80969" y="4891"/>
                  <a:pt x="80975" y="4894"/>
                </a:cubicBezTo>
                <a:cubicBezTo>
                  <a:pt x="81036" y="4955"/>
                  <a:pt x="81097" y="5046"/>
                  <a:pt x="81157" y="5138"/>
                </a:cubicBezTo>
                <a:lnTo>
                  <a:pt x="81218" y="5198"/>
                </a:lnTo>
                <a:lnTo>
                  <a:pt x="81249" y="5229"/>
                </a:lnTo>
                <a:cubicBezTo>
                  <a:pt x="81309" y="5229"/>
                  <a:pt x="81340" y="5077"/>
                  <a:pt x="81340" y="4864"/>
                </a:cubicBezTo>
                <a:lnTo>
                  <a:pt x="81309" y="4682"/>
                </a:lnTo>
                <a:lnTo>
                  <a:pt x="81279" y="4530"/>
                </a:lnTo>
                <a:cubicBezTo>
                  <a:pt x="81401" y="4530"/>
                  <a:pt x="81401" y="4469"/>
                  <a:pt x="81309" y="4347"/>
                </a:cubicBezTo>
                <a:lnTo>
                  <a:pt x="81218" y="4256"/>
                </a:lnTo>
                <a:cubicBezTo>
                  <a:pt x="81188" y="4226"/>
                  <a:pt x="81249" y="4135"/>
                  <a:pt x="81249" y="4135"/>
                </a:cubicBezTo>
                <a:cubicBezTo>
                  <a:pt x="81492" y="4104"/>
                  <a:pt x="81461" y="3952"/>
                  <a:pt x="81522" y="3800"/>
                </a:cubicBezTo>
                <a:lnTo>
                  <a:pt x="81522" y="3770"/>
                </a:lnTo>
                <a:cubicBezTo>
                  <a:pt x="81553" y="3709"/>
                  <a:pt x="81309" y="3466"/>
                  <a:pt x="81309" y="3375"/>
                </a:cubicBezTo>
                <a:cubicBezTo>
                  <a:pt x="81309" y="3314"/>
                  <a:pt x="81370" y="3284"/>
                  <a:pt x="81431" y="3284"/>
                </a:cubicBezTo>
                <a:cubicBezTo>
                  <a:pt x="81433" y="3286"/>
                  <a:pt x="81435" y="3286"/>
                  <a:pt x="81437" y="3286"/>
                </a:cubicBezTo>
                <a:cubicBezTo>
                  <a:pt x="81465" y="3286"/>
                  <a:pt x="81492" y="3097"/>
                  <a:pt x="81492" y="3040"/>
                </a:cubicBezTo>
                <a:cubicBezTo>
                  <a:pt x="81492" y="3010"/>
                  <a:pt x="81674" y="2858"/>
                  <a:pt x="81735" y="2797"/>
                </a:cubicBezTo>
                <a:cubicBezTo>
                  <a:pt x="81796" y="2767"/>
                  <a:pt x="81674" y="2706"/>
                  <a:pt x="81644" y="2706"/>
                </a:cubicBezTo>
                <a:cubicBezTo>
                  <a:pt x="81613" y="2706"/>
                  <a:pt x="81826" y="2372"/>
                  <a:pt x="81826" y="2250"/>
                </a:cubicBezTo>
                <a:cubicBezTo>
                  <a:pt x="81826" y="2159"/>
                  <a:pt x="81796" y="2068"/>
                  <a:pt x="81765" y="1977"/>
                </a:cubicBezTo>
                <a:cubicBezTo>
                  <a:pt x="81705" y="1977"/>
                  <a:pt x="81644" y="1977"/>
                  <a:pt x="81583" y="2007"/>
                </a:cubicBezTo>
                <a:cubicBezTo>
                  <a:pt x="81579" y="2009"/>
                  <a:pt x="81577" y="2010"/>
                  <a:pt x="81574" y="2010"/>
                </a:cubicBezTo>
                <a:cubicBezTo>
                  <a:pt x="81540" y="2010"/>
                  <a:pt x="81680" y="1794"/>
                  <a:pt x="81765" y="1794"/>
                </a:cubicBezTo>
                <a:cubicBezTo>
                  <a:pt x="81887" y="1855"/>
                  <a:pt x="82039" y="1885"/>
                  <a:pt x="82191" y="1885"/>
                </a:cubicBezTo>
                <a:cubicBezTo>
                  <a:pt x="82282" y="1855"/>
                  <a:pt x="82221" y="1733"/>
                  <a:pt x="82069" y="1581"/>
                </a:cubicBezTo>
                <a:lnTo>
                  <a:pt x="81948" y="1460"/>
                </a:lnTo>
                <a:lnTo>
                  <a:pt x="81917" y="1399"/>
                </a:lnTo>
                <a:cubicBezTo>
                  <a:pt x="81948" y="1308"/>
                  <a:pt x="81887" y="1186"/>
                  <a:pt x="81765" y="1156"/>
                </a:cubicBezTo>
                <a:lnTo>
                  <a:pt x="81583" y="1186"/>
                </a:lnTo>
                <a:lnTo>
                  <a:pt x="81370" y="1247"/>
                </a:lnTo>
                <a:cubicBezTo>
                  <a:pt x="81461" y="1125"/>
                  <a:pt x="81461" y="1065"/>
                  <a:pt x="81370" y="1065"/>
                </a:cubicBezTo>
                <a:lnTo>
                  <a:pt x="81249" y="1065"/>
                </a:lnTo>
                <a:lnTo>
                  <a:pt x="80945" y="1034"/>
                </a:lnTo>
                <a:cubicBezTo>
                  <a:pt x="80854" y="791"/>
                  <a:pt x="80762" y="548"/>
                  <a:pt x="80641" y="335"/>
                </a:cubicBezTo>
                <a:cubicBezTo>
                  <a:pt x="80621" y="306"/>
                  <a:pt x="80599" y="292"/>
                  <a:pt x="80577" y="292"/>
                </a:cubicBezTo>
                <a:cubicBezTo>
                  <a:pt x="80531" y="292"/>
                  <a:pt x="80489" y="353"/>
                  <a:pt x="80489" y="457"/>
                </a:cubicBezTo>
                <a:lnTo>
                  <a:pt x="80276" y="335"/>
                </a:lnTo>
                <a:cubicBezTo>
                  <a:pt x="80124" y="244"/>
                  <a:pt x="79911" y="214"/>
                  <a:pt x="79729" y="214"/>
                </a:cubicBezTo>
                <a:cubicBezTo>
                  <a:pt x="79668" y="214"/>
                  <a:pt x="79607" y="183"/>
                  <a:pt x="79577" y="153"/>
                </a:cubicBezTo>
                <a:lnTo>
                  <a:pt x="79516" y="153"/>
                </a:lnTo>
                <a:cubicBezTo>
                  <a:pt x="79455" y="92"/>
                  <a:pt x="79395" y="31"/>
                  <a:pt x="79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28"/>
          <p:cNvSpPr/>
          <p:nvPr/>
        </p:nvSpPr>
        <p:spPr>
          <a:xfrm rot="-5400000">
            <a:off x="-2787363" y="1988699"/>
            <a:ext cx="6047015" cy="1166129"/>
          </a:xfrm>
          <a:custGeom>
            <a:rect b="b" l="l" r="r" t="t"/>
            <a:pathLst>
              <a:path extrusionOk="0" h="18265" w="94714">
                <a:moveTo>
                  <a:pt x="17417" y="2310"/>
                </a:moveTo>
                <a:cubicBezTo>
                  <a:pt x="17448" y="2310"/>
                  <a:pt x="17509" y="2341"/>
                  <a:pt x="17539" y="2371"/>
                </a:cubicBezTo>
                <a:cubicBezTo>
                  <a:pt x="17539" y="2401"/>
                  <a:pt x="17509" y="2432"/>
                  <a:pt x="17478" y="2462"/>
                </a:cubicBezTo>
                <a:cubicBezTo>
                  <a:pt x="17448" y="2493"/>
                  <a:pt x="17387" y="2493"/>
                  <a:pt x="17357" y="2493"/>
                </a:cubicBezTo>
                <a:lnTo>
                  <a:pt x="17144" y="2614"/>
                </a:lnTo>
                <a:cubicBezTo>
                  <a:pt x="16992" y="2553"/>
                  <a:pt x="17022" y="2432"/>
                  <a:pt x="17235" y="2371"/>
                </a:cubicBezTo>
                <a:lnTo>
                  <a:pt x="17417" y="2310"/>
                </a:lnTo>
                <a:close/>
                <a:moveTo>
                  <a:pt x="12341" y="2736"/>
                </a:moveTo>
                <a:cubicBezTo>
                  <a:pt x="12433" y="2736"/>
                  <a:pt x="12402" y="2979"/>
                  <a:pt x="12281" y="3040"/>
                </a:cubicBezTo>
                <a:cubicBezTo>
                  <a:pt x="12247" y="3051"/>
                  <a:pt x="12214" y="3058"/>
                  <a:pt x="12185" y="3058"/>
                </a:cubicBezTo>
                <a:cubicBezTo>
                  <a:pt x="12135" y="3058"/>
                  <a:pt x="12098" y="3037"/>
                  <a:pt x="12098" y="2979"/>
                </a:cubicBezTo>
                <a:cubicBezTo>
                  <a:pt x="12129" y="2888"/>
                  <a:pt x="12220" y="2797"/>
                  <a:pt x="12341" y="2736"/>
                </a:cubicBezTo>
                <a:close/>
                <a:moveTo>
                  <a:pt x="82756" y="2780"/>
                </a:moveTo>
                <a:cubicBezTo>
                  <a:pt x="82765" y="2780"/>
                  <a:pt x="82768" y="2786"/>
                  <a:pt x="82768" y="2797"/>
                </a:cubicBezTo>
                <a:cubicBezTo>
                  <a:pt x="82738" y="2857"/>
                  <a:pt x="82768" y="2888"/>
                  <a:pt x="82799" y="2888"/>
                </a:cubicBezTo>
                <a:cubicBezTo>
                  <a:pt x="82829" y="2888"/>
                  <a:pt x="82890" y="2949"/>
                  <a:pt x="82920" y="2979"/>
                </a:cubicBezTo>
                <a:cubicBezTo>
                  <a:pt x="82768" y="3009"/>
                  <a:pt x="82647" y="3040"/>
                  <a:pt x="82525" y="3070"/>
                </a:cubicBezTo>
                <a:cubicBezTo>
                  <a:pt x="82495" y="3070"/>
                  <a:pt x="82464" y="3040"/>
                  <a:pt x="82434" y="3009"/>
                </a:cubicBezTo>
                <a:cubicBezTo>
                  <a:pt x="82403" y="2979"/>
                  <a:pt x="82434" y="2918"/>
                  <a:pt x="82434" y="2918"/>
                </a:cubicBezTo>
                <a:lnTo>
                  <a:pt x="82616" y="2888"/>
                </a:lnTo>
                <a:cubicBezTo>
                  <a:pt x="82697" y="2807"/>
                  <a:pt x="82738" y="2780"/>
                  <a:pt x="82756" y="2780"/>
                </a:cubicBezTo>
                <a:close/>
                <a:moveTo>
                  <a:pt x="81639" y="3136"/>
                </a:moveTo>
                <a:cubicBezTo>
                  <a:pt x="81674" y="3136"/>
                  <a:pt x="81708" y="3144"/>
                  <a:pt x="81735" y="3161"/>
                </a:cubicBezTo>
                <a:cubicBezTo>
                  <a:pt x="81856" y="3192"/>
                  <a:pt x="81886" y="3282"/>
                  <a:pt x="81797" y="3313"/>
                </a:cubicBezTo>
                <a:lnTo>
                  <a:pt x="81797" y="3313"/>
                </a:lnTo>
                <a:cubicBezTo>
                  <a:pt x="81685" y="3308"/>
                  <a:pt x="81576" y="3278"/>
                  <a:pt x="81492" y="3222"/>
                </a:cubicBezTo>
                <a:cubicBezTo>
                  <a:pt x="81470" y="3179"/>
                  <a:pt x="81555" y="3136"/>
                  <a:pt x="81639" y="3136"/>
                </a:cubicBezTo>
                <a:close/>
                <a:moveTo>
                  <a:pt x="8542" y="3526"/>
                </a:moveTo>
                <a:lnTo>
                  <a:pt x="8724" y="3617"/>
                </a:lnTo>
                <a:cubicBezTo>
                  <a:pt x="8697" y="3671"/>
                  <a:pt x="8653" y="3713"/>
                  <a:pt x="8598" y="3743"/>
                </a:cubicBezTo>
                <a:lnTo>
                  <a:pt x="8598" y="3743"/>
                </a:lnTo>
                <a:cubicBezTo>
                  <a:pt x="8581" y="3721"/>
                  <a:pt x="8564" y="3700"/>
                  <a:pt x="8542" y="3678"/>
                </a:cubicBezTo>
                <a:lnTo>
                  <a:pt x="8451" y="3678"/>
                </a:lnTo>
                <a:cubicBezTo>
                  <a:pt x="8420" y="3678"/>
                  <a:pt x="8420" y="3617"/>
                  <a:pt x="8420" y="3556"/>
                </a:cubicBezTo>
                <a:cubicBezTo>
                  <a:pt x="8420" y="3526"/>
                  <a:pt x="8512" y="3526"/>
                  <a:pt x="8542" y="3526"/>
                </a:cubicBezTo>
                <a:close/>
                <a:moveTo>
                  <a:pt x="10244" y="3496"/>
                </a:moveTo>
                <a:cubicBezTo>
                  <a:pt x="10305" y="3496"/>
                  <a:pt x="10366" y="3526"/>
                  <a:pt x="10335" y="3556"/>
                </a:cubicBezTo>
                <a:lnTo>
                  <a:pt x="10335" y="3587"/>
                </a:lnTo>
                <a:lnTo>
                  <a:pt x="10335" y="3617"/>
                </a:lnTo>
                <a:cubicBezTo>
                  <a:pt x="10314" y="3660"/>
                  <a:pt x="10338" y="3703"/>
                  <a:pt x="10375" y="3703"/>
                </a:cubicBezTo>
                <a:cubicBezTo>
                  <a:pt x="10391" y="3703"/>
                  <a:pt x="10409" y="3696"/>
                  <a:pt x="10426" y="3678"/>
                </a:cubicBezTo>
                <a:lnTo>
                  <a:pt x="10457" y="3678"/>
                </a:lnTo>
                <a:cubicBezTo>
                  <a:pt x="10461" y="3676"/>
                  <a:pt x="10465" y="3675"/>
                  <a:pt x="10470" y="3675"/>
                </a:cubicBezTo>
                <a:cubicBezTo>
                  <a:pt x="10537" y="3675"/>
                  <a:pt x="10664" y="3860"/>
                  <a:pt x="10578" y="3860"/>
                </a:cubicBezTo>
                <a:lnTo>
                  <a:pt x="10001" y="3860"/>
                </a:lnTo>
                <a:cubicBezTo>
                  <a:pt x="10001" y="3769"/>
                  <a:pt x="10031" y="3648"/>
                  <a:pt x="10031" y="3648"/>
                </a:cubicBezTo>
                <a:cubicBezTo>
                  <a:pt x="10183" y="3648"/>
                  <a:pt x="10183" y="3556"/>
                  <a:pt x="10244" y="3496"/>
                </a:cubicBezTo>
                <a:close/>
                <a:moveTo>
                  <a:pt x="9506" y="3483"/>
                </a:moveTo>
                <a:cubicBezTo>
                  <a:pt x="9527" y="3483"/>
                  <a:pt x="9550" y="3487"/>
                  <a:pt x="9575" y="3496"/>
                </a:cubicBezTo>
                <a:cubicBezTo>
                  <a:pt x="9667" y="3526"/>
                  <a:pt x="9758" y="3587"/>
                  <a:pt x="9819" y="3678"/>
                </a:cubicBezTo>
                <a:lnTo>
                  <a:pt x="9849" y="3739"/>
                </a:lnTo>
                <a:cubicBezTo>
                  <a:pt x="9827" y="3805"/>
                  <a:pt x="9758" y="3855"/>
                  <a:pt x="9675" y="3855"/>
                </a:cubicBezTo>
                <a:cubicBezTo>
                  <a:pt x="9643" y="3855"/>
                  <a:pt x="9609" y="3847"/>
                  <a:pt x="9575" y="3830"/>
                </a:cubicBezTo>
                <a:lnTo>
                  <a:pt x="9484" y="3830"/>
                </a:lnTo>
                <a:cubicBezTo>
                  <a:pt x="9423" y="3830"/>
                  <a:pt x="9363" y="3830"/>
                  <a:pt x="9332" y="3860"/>
                </a:cubicBezTo>
                <a:lnTo>
                  <a:pt x="9332" y="3982"/>
                </a:lnTo>
                <a:cubicBezTo>
                  <a:pt x="9241" y="3982"/>
                  <a:pt x="9180" y="3891"/>
                  <a:pt x="9180" y="3830"/>
                </a:cubicBezTo>
                <a:lnTo>
                  <a:pt x="9211" y="3769"/>
                </a:lnTo>
                <a:cubicBezTo>
                  <a:pt x="9211" y="3739"/>
                  <a:pt x="9211" y="3678"/>
                  <a:pt x="9211" y="3678"/>
                </a:cubicBezTo>
                <a:cubicBezTo>
                  <a:pt x="9315" y="3626"/>
                  <a:pt x="9375" y="3483"/>
                  <a:pt x="9506" y="3483"/>
                </a:cubicBezTo>
                <a:close/>
                <a:moveTo>
                  <a:pt x="9940" y="4316"/>
                </a:moveTo>
                <a:lnTo>
                  <a:pt x="10153" y="4347"/>
                </a:lnTo>
                <a:cubicBezTo>
                  <a:pt x="10426" y="4408"/>
                  <a:pt x="10639" y="4468"/>
                  <a:pt x="10639" y="4499"/>
                </a:cubicBezTo>
                <a:cubicBezTo>
                  <a:pt x="10639" y="4542"/>
                  <a:pt x="10578" y="4585"/>
                  <a:pt x="10500" y="4585"/>
                </a:cubicBezTo>
                <a:cubicBezTo>
                  <a:pt x="10467" y="4585"/>
                  <a:pt x="10432" y="4577"/>
                  <a:pt x="10396" y="4560"/>
                </a:cubicBezTo>
                <a:lnTo>
                  <a:pt x="10244" y="4560"/>
                </a:lnTo>
                <a:cubicBezTo>
                  <a:pt x="10122" y="4560"/>
                  <a:pt x="10001" y="4529"/>
                  <a:pt x="9879" y="4468"/>
                </a:cubicBezTo>
                <a:cubicBezTo>
                  <a:pt x="9849" y="4438"/>
                  <a:pt x="9819" y="4408"/>
                  <a:pt x="9819" y="4377"/>
                </a:cubicBezTo>
                <a:cubicBezTo>
                  <a:pt x="9849" y="4347"/>
                  <a:pt x="9879" y="4316"/>
                  <a:pt x="9940" y="4316"/>
                </a:cubicBezTo>
                <a:close/>
                <a:moveTo>
                  <a:pt x="8811" y="4402"/>
                </a:moveTo>
                <a:cubicBezTo>
                  <a:pt x="8877" y="4402"/>
                  <a:pt x="8979" y="4488"/>
                  <a:pt x="9059" y="4620"/>
                </a:cubicBezTo>
                <a:lnTo>
                  <a:pt x="8755" y="4681"/>
                </a:lnTo>
                <a:lnTo>
                  <a:pt x="8663" y="4681"/>
                </a:lnTo>
                <a:cubicBezTo>
                  <a:pt x="8649" y="4696"/>
                  <a:pt x="8627" y="4702"/>
                  <a:pt x="8604" y="4702"/>
                </a:cubicBezTo>
                <a:cubicBezTo>
                  <a:pt x="8529" y="4702"/>
                  <a:pt x="8435" y="4643"/>
                  <a:pt x="8481" y="4620"/>
                </a:cubicBezTo>
                <a:lnTo>
                  <a:pt x="8785" y="4408"/>
                </a:lnTo>
                <a:cubicBezTo>
                  <a:pt x="8793" y="4404"/>
                  <a:pt x="8802" y="4402"/>
                  <a:pt x="8811" y="4402"/>
                </a:cubicBezTo>
                <a:close/>
                <a:moveTo>
                  <a:pt x="11133" y="4107"/>
                </a:moveTo>
                <a:cubicBezTo>
                  <a:pt x="11149" y="4107"/>
                  <a:pt x="11166" y="4114"/>
                  <a:pt x="11186" y="4134"/>
                </a:cubicBezTo>
                <a:cubicBezTo>
                  <a:pt x="11217" y="4164"/>
                  <a:pt x="11247" y="4225"/>
                  <a:pt x="11247" y="4256"/>
                </a:cubicBezTo>
                <a:lnTo>
                  <a:pt x="11217" y="4347"/>
                </a:lnTo>
                <a:cubicBezTo>
                  <a:pt x="11126" y="4468"/>
                  <a:pt x="11156" y="4560"/>
                  <a:pt x="11247" y="4590"/>
                </a:cubicBezTo>
                <a:lnTo>
                  <a:pt x="11278" y="4620"/>
                </a:lnTo>
                <a:cubicBezTo>
                  <a:pt x="11338" y="4712"/>
                  <a:pt x="11217" y="4772"/>
                  <a:pt x="11126" y="4803"/>
                </a:cubicBezTo>
                <a:cubicBezTo>
                  <a:pt x="11065" y="4803"/>
                  <a:pt x="11004" y="4803"/>
                  <a:pt x="10974" y="4772"/>
                </a:cubicBezTo>
                <a:lnTo>
                  <a:pt x="10882" y="4681"/>
                </a:lnTo>
                <a:cubicBezTo>
                  <a:pt x="10822" y="4590"/>
                  <a:pt x="10943" y="4438"/>
                  <a:pt x="10882" y="4377"/>
                </a:cubicBezTo>
                <a:cubicBezTo>
                  <a:pt x="10852" y="4316"/>
                  <a:pt x="10852" y="4225"/>
                  <a:pt x="10882" y="4134"/>
                </a:cubicBezTo>
                <a:lnTo>
                  <a:pt x="11034" y="4134"/>
                </a:lnTo>
                <a:cubicBezTo>
                  <a:pt x="11075" y="4134"/>
                  <a:pt x="11102" y="4107"/>
                  <a:pt x="11133" y="4107"/>
                </a:cubicBezTo>
                <a:close/>
                <a:moveTo>
                  <a:pt x="10457" y="4742"/>
                </a:moveTo>
                <a:cubicBezTo>
                  <a:pt x="10791" y="4863"/>
                  <a:pt x="10882" y="4985"/>
                  <a:pt x="10639" y="4985"/>
                </a:cubicBezTo>
                <a:lnTo>
                  <a:pt x="10396" y="4985"/>
                </a:lnTo>
                <a:cubicBezTo>
                  <a:pt x="10366" y="4924"/>
                  <a:pt x="10305" y="4863"/>
                  <a:pt x="10274" y="4863"/>
                </a:cubicBezTo>
                <a:lnTo>
                  <a:pt x="10183" y="4863"/>
                </a:lnTo>
                <a:cubicBezTo>
                  <a:pt x="10153" y="4863"/>
                  <a:pt x="10153" y="4803"/>
                  <a:pt x="10153" y="4742"/>
                </a:cubicBezTo>
                <a:close/>
                <a:moveTo>
                  <a:pt x="87566" y="6443"/>
                </a:moveTo>
                <a:cubicBezTo>
                  <a:pt x="87624" y="6443"/>
                  <a:pt x="87667" y="6472"/>
                  <a:pt x="87688" y="6525"/>
                </a:cubicBezTo>
                <a:lnTo>
                  <a:pt x="87688" y="6525"/>
                </a:lnTo>
                <a:cubicBezTo>
                  <a:pt x="87653" y="6627"/>
                  <a:pt x="87382" y="6839"/>
                  <a:pt x="87297" y="6839"/>
                </a:cubicBezTo>
                <a:cubicBezTo>
                  <a:pt x="87206" y="6809"/>
                  <a:pt x="87176" y="6778"/>
                  <a:pt x="87176" y="6748"/>
                </a:cubicBezTo>
                <a:lnTo>
                  <a:pt x="87206" y="6748"/>
                </a:lnTo>
                <a:cubicBezTo>
                  <a:pt x="87267" y="6718"/>
                  <a:pt x="87358" y="6687"/>
                  <a:pt x="87419" y="6657"/>
                </a:cubicBezTo>
                <a:cubicBezTo>
                  <a:pt x="87449" y="6626"/>
                  <a:pt x="87388" y="6535"/>
                  <a:pt x="87419" y="6505"/>
                </a:cubicBezTo>
                <a:lnTo>
                  <a:pt x="87449" y="6474"/>
                </a:lnTo>
                <a:cubicBezTo>
                  <a:pt x="87492" y="6453"/>
                  <a:pt x="87531" y="6443"/>
                  <a:pt x="87566" y="6443"/>
                </a:cubicBezTo>
                <a:close/>
                <a:moveTo>
                  <a:pt x="88923" y="7361"/>
                </a:moveTo>
                <a:cubicBezTo>
                  <a:pt x="88961" y="7361"/>
                  <a:pt x="88990" y="7369"/>
                  <a:pt x="88999" y="7386"/>
                </a:cubicBezTo>
                <a:cubicBezTo>
                  <a:pt x="89060" y="7508"/>
                  <a:pt x="89091" y="7629"/>
                  <a:pt x="89091" y="7721"/>
                </a:cubicBezTo>
                <a:cubicBezTo>
                  <a:pt x="89091" y="7758"/>
                  <a:pt x="89067" y="7784"/>
                  <a:pt x="89021" y="7784"/>
                </a:cubicBezTo>
                <a:cubicBezTo>
                  <a:pt x="88992" y="7784"/>
                  <a:pt x="88955" y="7774"/>
                  <a:pt x="88908" y="7751"/>
                </a:cubicBezTo>
                <a:lnTo>
                  <a:pt x="88847" y="7751"/>
                </a:lnTo>
                <a:cubicBezTo>
                  <a:pt x="88787" y="7751"/>
                  <a:pt x="88695" y="7812"/>
                  <a:pt x="88635" y="7812"/>
                </a:cubicBezTo>
                <a:lnTo>
                  <a:pt x="88331" y="7842"/>
                </a:lnTo>
                <a:cubicBezTo>
                  <a:pt x="88386" y="7676"/>
                  <a:pt x="88442" y="7534"/>
                  <a:pt x="88474" y="7534"/>
                </a:cubicBezTo>
                <a:cubicBezTo>
                  <a:pt x="88477" y="7534"/>
                  <a:pt x="88480" y="7536"/>
                  <a:pt x="88483" y="7538"/>
                </a:cubicBezTo>
                <a:cubicBezTo>
                  <a:pt x="88488" y="7544"/>
                  <a:pt x="88498" y="7546"/>
                  <a:pt x="88510" y="7546"/>
                </a:cubicBezTo>
                <a:cubicBezTo>
                  <a:pt x="88565" y="7546"/>
                  <a:pt x="88671" y="7497"/>
                  <a:pt x="88695" y="7447"/>
                </a:cubicBezTo>
                <a:cubicBezTo>
                  <a:pt x="88695" y="7404"/>
                  <a:pt x="88832" y="7361"/>
                  <a:pt x="88923" y="7361"/>
                </a:cubicBezTo>
                <a:close/>
                <a:moveTo>
                  <a:pt x="7782" y="7082"/>
                </a:moveTo>
                <a:cubicBezTo>
                  <a:pt x="7904" y="7082"/>
                  <a:pt x="8025" y="7113"/>
                  <a:pt x="8147" y="7143"/>
                </a:cubicBezTo>
                <a:lnTo>
                  <a:pt x="7995" y="7143"/>
                </a:lnTo>
                <a:lnTo>
                  <a:pt x="7934" y="7174"/>
                </a:lnTo>
                <a:lnTo>
                  <a:pt x="7600" y="7295"/>
                </a:lnTo>
                <a:cubicBezTo>
                  <a:pt x="7569" y="7569"/>
                  <a:pt x="7752" y="7721"/>
                  <a:pt x="7812" y="7721"/>
                </a:cubicBezTo>
                <a:cubicBezTo>
                  <a:pt x="7838" y="7708"/>
                  <a:pt x="7863" y="7701"/>
                  <a:pt x="7886" y="7701"/>
                </a:cubicBezTo>
                <a:cubicBezTo>
                  <a:pt x="7918" y="7701"/>
                  <a:pt x="7947" y="7715"/>
                  <a:pt x="7964" y="7751"/>
                </a:cubicBezTo>
                <a:lnTo>
                  <a:pt x="7904" y="7873"/>
                </a:lnTo>
                <a:cubicBezTo>
                  <a:pt x="7851" y="7926"/>
                  <a:pt x="7777" y="7958"/>
                  <a:pt x="7701" y="7958"/>
                </a:cubicBezTo>
                <a:cubicBezTo>
                  <a:pt x="7646" y="7958"/>
                  <a:pt x="7590" y="7941"/>
                  <a:pt x="7539" y="7903"/>
                </a:cubicBezTo>
                <a:lnTo>
                  <a:pt x="7448" y="7842"/>
                </a:lnTo>
                <a:cubicBezTo>
                  <a:pt x="7387" y="7781"/>
                  <a:pt x="7326" y="7721"/>
                  <a:pt x="7265" y="7690"/>
                </a:cubicBezTo>
                <a:cubicBezTo>
                  <a:pt x="7174" y="7599"/>
                  <a:pt x="7448" y="7569"/>
                  <a:pt x="7296" y="7478"/>
                </a:cubicBezTo>
                <a:cubicBezTo>
                  <a:pt x="7296" y="7447"/>
                  <a:pt x="7326" y="7417"/>
                  <a:pt x="7326" y="7417"/>
                </a:cubicBezTo>
                <a:lnTo>
                  <a:pt x="7539" y="7295"/>
                </a:lnTo>
                <a:cubicBezTo>
                  <a:pt x="7539" y="7174"/>
                  <a:pt x="7660" y="7113"/>
                  <a:pt x="7782" y="7082"/>
                </a:cubicBezTo>
                <a:close/>
                <a:moveTo>
                  <a:pt x="2645" y="9058"/>
                </a:moveTo>
                <a:lnTo>
                  <a:pt x="2645" y="9058"/>
                </a:lnTo>
                <a:cubicBezTo>
                  <a:pt x="2676" y="9088"/>
                  <a:pt x="2676" y="9119"/>
                  <a:pt x="2615" y="9149"/>
                </a:cubicBezTo>
                <a:lnTo>
                  <a:pt x="2645" y="9210"/>
                </a:lnTo>
                <a:lnTo>
                  <a:pt x="2676" y="9332"/>
                </a:lnTo>
                <a:cubicBezTo>
                  <a:pt x="2635" y="9352"/>
                  <a:pt x="2578" y="9359"/>
                  <a:pt x="2516" y="9359"/>
                </a:cubicBezTo>
                <a:cubicBezTo>
                  <a:pt x="2392" y="9359"/>
                  <a:pt x="2250" y="9332"/>
                  <a:pt x="2189" y="9332"/>
                </a:cubicBezTo>
                <a:cubicBezTo>
                  <a:pt x="2098" y="9332"/>
                  <a:pt x="2007" y="9301"/>
                  <a:pt x="1946" y="9240"/>
                </a:cubicBezTo>
                <a:lnTo>
                  <a:pt x="1946" y="9180"/>
                </a:lnTo>
                <a:cubicBezTo>
                  <a:pt x="1976" y="9149"/>
                  <a:pt x="2037" y="9149"/>
                  <a:pt x="2068" y="9149"/>
                </a:cubicBezTo>
                <a:cubicBezTo>
                  <a:pt x="2159" y="9180"/>
                  <a:pt x="2280" y="9210"/>
                  <a:pt x="2372" y="9210"/>
                </a:cubicBezTo>
                <a:cubicBezTo>
                  <a:pt x="2493" y="9180"/>
                  <a:pt x="2584" y="9149"/>
                  <a:pt x="2645" y="9058"/>
                </a:cubicBezTo>
                <a:close/>
                <a:moveTo>
                  <a:pt x="1500" y="8832"/>
                </a:moveTo>
                <a:cubicBezTo>
                  <a:pt x="1536" y="8832"/>
                  <a:pt x="1669" y="8973"/>
                  <a:pt x="1824" y="9180"/>
                </a:cubicBezTo>
                <a:lnTo>
                  <a:pt x="1794" y="9332"/>
                </a:lnTo>
                <a:cubicBezTo>
                  <a:pt x="1794" y="9362"/>
                  <a:pt x="1764" y="9392"/>
                  <a:pt x="1703" y="9423"/>
                </a:cubicBezTo>
                <a:cubicBezTo>
                  <a:pt x="1672" y="9423"/>
                  <a:pt x="1612" y="9392"/>
                  <a:pt x="1612" y="9362"/>
                </a:cubicBezTo>
                <a:lnTo>
                  <a:pt x="1581" y="9240"/>
                </a:lnTo>
                <a:cubicBezTo>
                  <a:pt x="1520" y="9119"/>
                  <a:pt x="1520" y="8967"/>
                  <a:pt x="1490" y="8845"/>
                </a:cubicBezTo>
                <a:cubicBezTo>
                  <a:pt x="1490" y="8836"/>
                  <a:pt x="1493" y="8832"/>
                  <a:pt x="1500" y="8832"/>
                </a:cubicBezTo>
                <a:close/>
                <a:moveTo>
                  <a:pt x="91188" y="10000"/>
                </a:moveTo>
                <a:cubicBezTo>
                  <a:pt x="91300" y="10000"/>
                  <a:pt x="91542" y="10156"/>
                  <a:pt x="91578" y="10156"/>
                </a:cubicBezTo>
                <a:cubicBezTo>
                  <a:pt x="91581" y="10156"/>
                  <a:pt x="91583" y="10155"/>
                  <a:pt x="91583" y="10152"/>
                </a:cubicBezTo>
                <a:cubicBezTo>
                  <a:pt x="91583" y="10150"/>
                  <a:pt x="91583" y="10149"/>
                  <a:pt x="91583" y="10149"/>
                </a:cubicBezTo>
                <a:lnTo>
                  <a:pt x="91583" y="10149"/>
                </a:lnTo>
                <a:cubicBezTo>
                  <a:pt x="91587" y="10149"/>
                  <a:pt x="91611" y="10307"/>
                  <a:pt x="91583" y="10335"/>
                </a:cubicBezTo>
                <a:cubicBezTo>
                  <a:pt x="91575" y="10343"/>
                  <a:pt x="91562" y="10347"/>
                  <a:pt x="91547" y="10347"/>
                </a:cubicBezTo>
                <a:cubicBezTo>
                  <a:pt x="91450" y="10347"/>
                  <a:pt x="91236" y="10201"/>
                  <a:pt x="91157" y="10122"/>
                </a:cubicBezTo>
                <a:cubicBezTo>
                  <a:pt x="91036" y="10031"/>
                  <a:pt x="91066" y="10000"/>
                  <a:pt x="91188" y="10000"/>
                </a:cubicBezTo>
                <a:close/>
                <a:moveTo>
                  <a:pt x="943" y="10152"/>
                </a:moveTo>
                <a:lnTo>
                  <a:pt x="1004" y="10183"/>
                </a:lnTo>
                <a:lnTo>
                  <a:pt x="1095" y="10213"/>
                </a:lnTo>
                <a:cubicBezTo>
                  <a:pt x="1217" y="10213"/>
                  <a:pt x="1156" y="10395"/>
                  <a:pt x="1095" y="10456"/>
                </a:cubicBezTo>
                <a:cubicBezTo>
                  <a:pt x="1073" y="10478"/>
                  <a:pt x="1044" y="10488"/>
                  <a:pt x="1013" y="10488"/>
                </a:cubicBezTo>
                <a:cubicBezTo>
                  <a:pt x="956" y="10488"/>
                  <a:pt x="891" y="10454"/>
                  <a:pt x="852" y="10395"/>
                </a:cubicBezTo>
                <a:lnTo>
                  <a:pt x="791" y="10335"/>
                </a:lnTo>
                <a:lnTo>
                  <a:pt x="730" y="10274"/>
                </a:lnTo>
                <a:cubicBezTo>
                  <a:pt x="791" y="10213"/>
                  <a:pt x="852" y="10152"/>
                  <a:pt x="943" y="10152"/>
                </a:cubicBezTo>
                <a:close/>
                <a:moveTo>
                  <a:pt x="92675" y="10283"/>
                </a:moveTo>
                <a:cubicBezTo>
                  <a:pt x="92754" y="10283"/>
                  <a:pt x="92897" y="10311"/>
                  <a:pt x="92986" y="10311"/>
                </a:cubicBezTo>
                <a:cubicBezTo>
                  <a:pt x="93009" y="10311"/>
                  <a:pt x="93028" y="10309"/>
                  <a:pt x="93042" y="10304"/>
                </a:cubicBezTo>
                <a:cubicBezTo>
                  <a:pt x="93164" y="10304"/>
                  <a:pt x="93224" y="10365"/>
                  <a:pt x="93164" y="10487"/>
                </a:cubicBezTo>
                <a:lnTo>
                  <a:pt x="93072" y="10578"/>
                </a:lnTo>
                <a:lnTo>
                  <a:pt x="93042" y="10608"/>
                </a:lnTo>
                <a:cubicBezTo>
                  <a:pt x="92951" y="10608"/>
                  <a:pt x="92799" y="10578"/>
                  <a:pt x="92768" y="10578"/>
                </a:cubicBezTo>
                <a:cubicBezTo>
                  <a:pt x="92708" y="10578"/>
                  <a:pt x="92616" y="10395"/>
                  <a:pt x="92616" y="10304"/>
                </a:cubicBezTo>
                <a:cubicBezTo>
                  <a:pt x="92616" y="10288"/>
                  <a:pt x="92639" y="10283"/>
                  <a:pt x="92675" y="10283"/>
                </a:cubicBezTo>
                <a:close/>
                <a:moveTo>
                  <a:pt x="90922" y="10292"/>
                </a:moveTo>
                <a:cubicBezTo>
                  <a:pt x="90939" y="10292"/>
                  <a:pt x="90957" y="10295"/>
                  <a:pt x="90975" y="10304"/>
                </a:cubicBezTo>
                <a:lnTo>
                  <a:pt x="91036" y="10304"/>
                </a:lnTo>
                <a:cubicBezTo>
                  <a:pt x="91157" y="10365"/>
                  <a:pt x="91188" y="10517"/>
                  <a:pt x="91370" y="10517"/>
                </a:cubicBezTo>
                <a:lnTo>
                  <a:pt x="91522" y="10517"/>
                </a:lnTo>
                <a:cubicBezTo>
                  <a:pt x="91522" y="10639"/>
                  <a:pt x="91340" y="10791"/>
                  <a:pt x="91127" y="10882"/>
                </a:cubicBezTo>
                <a:lnTo>
                  <a:pt x="91005" y="10699"/>
                </a:lnTo>
                <a:cubicBezTo>
                  <a:pt x="91066" y="10669"/>
                  <a:pt x="91005" y="10578"/>
                  <a:pt x="90884" y="10517"/>
                </a:cubicBezTo>
                <a:lnTo>
                  <a:pt x="90853" y="10547"/>
                </a:lnTo>
                <a:lnTo>
                  <a:pt x="90701" y="10669"/>
                </a:lnTo>
                <a:cubicBezTo>
                  <a:pt x="90671" y="10547"/>
                  <a:pt x="90762" y="10365"/>
                  <a:pt x="90793" y="10335"/>
                </a:cubicBezTo>
                <a:cubicBezTo>
                  <a:pt x="90836" y="10313"/>
                  <a:pt x="90879" y="10292"/>
                  <a:pt x="90922" y="10292"/>
                </a:cubicBezTo>
                <a:close/>
                <a:moveTo>
                  <a:pt x="92738" y="10760"/>
                </a:moveTo>
                <a:cubicBezTo>
                  <a:pt x="92799" y="10821"/>
                  <a:pt x="92829" y="10882"/>
                  <a:pt x="92860" y="10943"/>
                </a:cubicBezTo>
                <a:lnTo>
                  <a:pt x="92951" y="11003"/>
                </a:lnTo>
                <a:lnTo>
                  <a:pt x="93042" y="11095"/>
                </a:lnTo>
                <a:cubicBezTo>
                  <a:pt x="92996" y="11125"/>
                  <a:pt x="92943" y="11140"/>
                  <a:pt x="92890" y="11140"/>
                </a:cubicBezTo>
                <a:cubicBezTo>
                  <a:pt x="92837" y="11140"/>
                  <a:pt x="92784" y="11125"/>
                  <a:pt x="92738" y="11095"/>
                </a:cubicBezTo>
                <a:cubicBezTo>
                  <a:pt x="92677" y="11064"/>
                  <a:pt x="92556" y="10851"/>
                  <a:pt x="92586" y="10821"/>
                </a:cubicBezTo>
                <a:cubicBezTo>
                  <a:pt x="92616" y="10791"/>
                  <a:pt x="92677" y="10760"/>
                  <a:pt x="92738" y="10760"/>
                </a:cubicBezTo>
                <a:close/>
                <a:moveTo>
                  <a:pt x="15941" y="11394"/>
                </a:moveTo>
                <a:cubicBezTo>
                  <a:pt x="15949" y="11394"/>
                  <a:pt x="15955" y="11395"/>
                  <a:pt x="15958" y="11399"/>
                </a:cubicBezTo>
                <a:cubicBezTo>
                  <a:pt x="15989" y="11459"/>
                  <a:pt x="15989" y="11520"/>
                  <a:pt x="16019" y="11611"/>
                </a:cubicBezTo>
                <a:lnTo>
                  <a:pt x="15898" y="11581"/>
                </a:lnTo>
                <a:lnTo>
                  <a:pt x="15685" y="11551"/>
                </a:lnTo>
                <a:cubicBezTo>
                  <a:pt x="15667" y="11639"/>
                  <a:pt x="15649" y="11686"/>
                  <a:pt x="15644" y="11686"/>
                </a:cubicBezTo>
                <a:cubicBezTo>
                  <a:pt x="15640" y="11686"/>
                  <a:pt x="15642" y="11662"/>
                  <a:pt x="15654" y="11611"/>
                </a:cubicBezTo>
                <a:cubicBezTo>
                  <a:pt x="15654" y="11503"/>
                  <a:pt x="15873" y="11394"/>
                  <a:pt x="15941" y="11394"/>
                </a:cubicBezTo>
                <a:close/>
                <a:moveTo>
                  <a:pt x="14560" y="11338"/>
                </a:moveTo>
                <a:cubicBezTo>
                  <a:pt x="14712" y="11399"/>
                  <a:pt x="14834" y="11490"/>
                  <a:pt x="14955" y="11611"/>
                </a:cubicBezTo>
                <a:cubicBezTo>
                  <a:pt x="15001" y="11656"/>
                  <a:pt x="14861" y="11735"/>
                  <a:pt x="14761" y="11735"/>
                </a:cubicBezTo>
                <a:cubicBezTo>
                  <a:pt x="14727" y="11735"/>
                  <a:pt x="14697" y="11726"/>
                  <a:pt x="14682" y="11702"/>
                </a:cubicBezTo>
                <a:cubicBezTo>
                  <a:pt x="14627" y="11675"/>
                  <a:pt x="14573" y="11660"/>
                  <a:pt x="14521" y="11660"/>
                </a:cubicBezTo>
                <a:cubicBezTo>
                  <a:pt x="14457" y="11660"/>
                  <a:pt x="14398" y="11683"/>
                  <a:pt x="14347" y="11733"/>
                </a:cubicBezTo>
                <a:lnTo>
                  <a:pt x="14287" y="11733"/>
                </a:lnTo>
                <a:lnTo>
                  <a:pt x="14135" y="11702"/>
                </a:lnTo>
                <a:cubicBezTo>
                  <a:pt x="14152" y="11614"/>
                  <a:pt x="14211" y="11567"/>
                  <a:pt x="14294" y="11567"/>
                </a:cubicBezTo>
                <a:cubicBezTo>
                  <a:pt x="14352" y="11567"/>
                  <a:pt x="14423" y="11591"/>
                  <a:pt x="14499" y="11642"/>
                </a:cubicBezTo>
                <a:lnTo>
                  <a:pt x="14560" y="11338"/>
                </a:lnTo>
                <a:close/>
                <a:moveTo>
                  <a:pt x="12620" y="11409"/>
                </a:moveTo>
                <a:cubicBezTo>
                  <a:pt x="12634" y="11409"/>
                  <a:pt x="12652" y="11415"/>
                  <a:pt x="12676" y="11429"/>
                </a:cubicBezTo>
                <a:lnTo>
                  <a:pt x="12828" y="11429"/>
                </a:lnTo>
                <a:cubicBezTo>
                  <a:pt x="12949" y="11429"/>
                  <a:pt x="12888" y="11611"/>
                  <a:pt x="12828" y="11702"/>
                </a:cubicBezTo>
                <a:cubicBezTo>
                  <a:pt x="12814" y="11730"/>
                  <a:pt x="12788" y="11745"/>
                  <a:pt x="12758" y="11745"/>
                </a:cubicBezTo>
                <a:cubicBezTo>
                  <a:pt x="12721" y="11745"/>
                  <a:pt x="12679" y="11722"/>
                  <a:pt x="12645" y="11672"/>
                </a:cubicBezTo>
                <a:cubicBezTo>
                  <a:pt x="12594" y="11595"/>
                  <a:pt x="12542" y="11409"/>
                  <a:pt x="12620" y="11409"/>
                </a:cubicBezTo>
                <a:close/>
                <a:moveTo>
                  <a:pt x="16718" y="11429"/>
                </a:moveTo>
                <a:cubicBezTo>
                  <a:pt x="16779" y="11429"/>
                  <a:pt x="16840" y="11429"/>
                  <a:pt x="16901" y="11459"/>
                </a:cubicBezTo>
                <a:lnTo>
                  <a:pt x="16931" y="11490"/>
                </a:lnTo>
                <a:cubicBezTo>
                  <a:pt x="16901" y="11611"/>
                  <a:pt x="16810" y="11702"/>
                  <a:pt x="16749" y="11763"/>
                </a:cubicBezTo>
                <a:lnTo>
                  <a:pt x="16627" y="11854"/>
                </a:lnTo>
                <a:cubicBezTo>
                  <a:pt x="16597" y="11854"/>
                  <a:pt x="16536" y="11824"/>
                  <a:pt x="16506" y="11794"/>
                </a:cubicBezTo>
                <a:cubicBezTo>
                  <a:pt x="16506" y="11763"/>
                  <a:pt x="16506" y="11733"/>
                  <a:pt x="16536" y="11702"/>
                </a:cubicBezTo>
                <a:lnTo>
                  <a:pt x="16597" y="11672"/>
                </a:lnTo>
                <a:cubicBezTo>
                  <a:pt x="16658" y="11642"/>
                  <a:pt x="16627" y="11551"/>
                  <a:pt x="16536" y="11459"/>
                </a:cubicBezTo>
                <a:lnTo>
                  <a:pt x="16718" y="11429"/>
                </a:lnTo>
                <a:close/>
                <a:moveTo>
                  <a:pt x="17368" y="11579"/>
                </a:moveTo>
                <a:cubicBezTo>
                  <a:pt x="17374" y="11579"/>
                  <a:pt x="17381" y="11579"/>
                  <a:pt x="17387" y="11581"/>
                </a:cubicBezTo>
                <a:lnTo>
                  <a:pt x="17387" y="11611"/>
                </a:lnTo>
                <a:lnTo>
                  <a:pt x="17387" y="11733"/>
                </a:lnTo>
                <a:cubicBezTo>
                  <a:pt x="17342" y="11846"/>
                  <a:pt x="17263" y="11908"/>
                  <a:pt x="17201" y="11908"/>
                </a:cubicBezTo>
                <a:cubicBezTo>
                  <a:pt x="17179" y="11908"/>
                  <a:pt x="17160" y="11901"/>
                  <a:pt x="17144" y="11885"/>
                </a:cubicBezTo>
                <a:cubicBezTo>
                  <a:pt x="17086" y="11827"/>
                  <a:pt x="17247" y="11579"/>
                  <a:pt x="17368" y="11579"/>
                </a:cubicBezTo>
                <a:close/>
                <a:moveTo>
                  <a:pt x="7404" y="11705"/>
                </a:moveTo>
                <a:cubicBezTo>
                  <a:pt x="7427" y="11705"/>
                  <a:pt x="7452" y="11713"/>
                  <a:pt x="7478" y="11733"/>
                </a:cubicBezTo>
                <a:lnTo>
                  <a:pt x="7569" y="11794"/>
                </a:lnTo>
                <a:lnTo>
                  <a:pt x="7600" y="11824"/>
                </a:lnTo>
                <a:cubicBezTo>
                  <a:pt x="7630" y="11854"/>
                  <a:pt x="7630" y="11915"/>
                  <a:pt x="7569" y="11946"/>
                </a:cubicBezTo>
                <a:lnTo>
                  <a:pt x="7448" y="11946"/>
                </a:lnTo>
                <a:cubicBezTo>
                  <a:pt x="7415" y="11954"/>
                  <a:pt x="7387" y="11958"/>
                  <a:pt x="7363" y="11958"/>
                </a:cubicBezTo>
                <a:cubicBezTo>
                  <a:pt x="7298" y="11958"/>
                  <a:pt x="7265" y="11929"/>
                  <a:pt x="7265" y="11885"/>
                </a:cubicBezTo>
                <a:cubicBezTo>
                  <a:pt x="7265" y="11813"/>
                  <a:pt x="7321" y="11705"/>
                  <a:pt x="7404" y="11705"/>
                </a:cubicBezTo>
                <a:close/>
                <a:moveTo>
                  <a:pt x="6931" y="11247"/>
                </a:moveTo>
                <a:lnTo>
                  <a:pt x="7022" y="11277"/>
                </a:lnTo>
                <a:lnTo>
                  <a:pt x="7053" y="11307"/>
                </a:lnTo>
                <a:cubicBezTo>
                  <a:pt x="7083" y="11459"/>
                  <a:pt x="7113" y="11581"/>
                  <a:pt x="7083" y="11733"/>
                </a:cubicBezTo>
                <a:cubicBezTo>
                  <a:pt x="7022" y="11854"/>
                  <a:pt x="6961" y="11946"/>
                  <a:pt x="6870" y="12037"/>
                </a:cubicBezTo>
                <a:cubicBezTo>
                  <a:pt x="6840" y="12067"/>
                  <a:pt x="6809" y="12067"/>
                  <a:pt x="6749" y="12098"/>
                </a:cubicBezTo>
                <a:cubicBezTo>
                  <a:pt x="6749" y="12067"/>
                  <a:pt x="6779" y="12037"/>
                  <a:pt x="6809" y="11976"/>
                </a:cubicBezTo>
                <a:cubicBezTo>
                  <a:pt x="6809" y="11824"/>
                  <a:pt x="6809" y="11702"/>
                  <a:pt x="6809" y="11581"/>
                </a:cubicBezTo>
                <a:lnTo>
                  <a:pt x="6779" y="11520"/>
                </a:lnTo>
                <a:lnTo>
                  <a:pt x="6779" y="11459"/>
                </a:lnTo>
                <a:cubicBezTo>
                  <a:pt x="6809" y="11368"/>
                  <a:pt x="6870" y="11307"/>
                  <a:pt x="6931" y="11247"/>
                </a:cubicBezTo>
                <a:close/>
                <a:moveTo>
                  <a:pt x="75134" y="11942"/>
                </a:moveTo>
                <a:cubicBezTo>
                  <a:pt x="75225" y="11942"/>
                  <a:pt x="75349" y="12073"/>
                  <a:pt x="75321" y="12128"/>
                </a:cubicBezTo>
                <a:cubicBezTo>
                  <a:pt x="75312" y="12156"/>
                  <a:pt x="75289" y="12167"/>
                  <a:pt x="75259" y="12167"/>
                </a:cubicBezTo>
                <a:cubicBezTo>
                  <a:pt x="75191" y="12167"/>
                  <a:pt x="75090" y="12110"/>
                  <a:pt x="75048" y="12067"/>
                </a:cubicBezTo>
                <a:cubicBezTo>
                  <a:pt x="74987" y="12037"/>
                  <a:pt x="75017" y="11946"/>
                  <a:pt x="75078" y="11946"/>
                </a:cubicBezTo>
                <a:lnTo>
                  <a:pt x="75108" y="11946"/>
                </a:lnTo>
                <a:cubicBezTo>
                  <a:pt x="75117" y="11943"/>
                  <a:pt x="75125" y="11942"/>
                  <a:pt x="75134" y="11942"/>
                </a:cubicBezTo>
                <a:close/>
                <a:moveTo>
                  <a:pt x="68938" y="12006"/>
                </a:moveTo>
                <a:cubicBezTo>
                  <a:pt x="69029" y="12006"/>
                  <a:pt x="69121" y="12067"/>
                  <a:pt x="69181" y="12128"/>
                </a:cubicBezTo>
                <a:lnTo>
                  <a:pt x="69090" y="12189"/>
                </a:lnTo>
                <a:lnTo>
                  <a:pt x="68938" y="12280"/>
                </a:lnTo>
                <a:cubicBezTo>
                  <a:pt x="68999" y="12310"/>
                  <a:pt x="68969" y="12432"/>
                  <a:pt x="68908" y="12462"/>
                </a:cubicBezTo>
                <a:lnTo>
                  <a:pt x="68847" y="12493"/>
                </a:lnTo>
                <a:lnTo>
                  <a:pt x="68786" y="12493"/>
                </a:lnTo>
                <a:cubicBezTo>
                  <a:pt x="68725" y="12493"/>
                  <a:pt x="68695" y="12462"/>
                  <a:pt x="68665" y="12402"/>
                </a:cubicBezTo>
                <a:lnTo>
                  <a:pt x="68665" y="12280"/>
                </a:lnTo>
                <a:lnTo>
                  <a:pt x="68665" y="12250"/>
                </a:lnTo>
                <a:cubicBezTo>
                  <a:pt x="68634" y="12128"/>
                  <a:pt x="68725" y="12006"/>
                  <a:pt x="68847" y="12006"/>
                </a:cubicBezTo>
                <a:close/>
                <a:moveTo>
                  <a:pt x="69637" y="12189"/>
                </a:moveTo>
                <a:lnTo>
                  <a:pt x="69820" y="12280"/>
                </a:lnTo>
                <a:cubicBezTo>
                  <a:pt x="69880" y="12310"/>
                  <a:pt x="69880" y="12402"/>
                  <a:pt x="69820" y="12432"/>
                </a:cubicBezTo>
                <a:cubicBezTo>
                  <a:pt x="69728" y="12462"/>
                  <a:pt x="69637" y="12493"/>
                  <a:pt x="69546" y="12523"/>
                </a:cubicBezTo>
                <a:lnTo>
                  <a:pt x="69485" y="12523"/>
                </a:lnTo>
                <a:cubicBezTo>
                  <a:pt x="69394" y="12523"/>
                  <a:pt x="69364" y="12493"/>
                  <a:pt x="69364" y="12462"/>
                </a:cubicBezTo>
                <a:cubicBezTo>
                  <a:pt x="69394" y="12432"/>
                  <a:pt x="69546" y="12280"/>
                  <a:pt x="69637" y="12189"/>
                </a:cubicBezTo>
                <a:close/>
                <a:moveTo>
                  <a:pt x="87328" y="12037"/>
                </a:moveTo>
                <a:lnTo>
                  <a:pt x="87480" y="12158"/>
                </a:lnTo>
                <a:lnTo>
                  <a:pt x="87510" y="12189"/>
                </a:lnTo>
                <a:cubicBezTo>
                  <a:pt x="87540" y="12181"/>
                  <a:pt x="87571" y="12177"/>
                  <a:pt x="87600" y="12177"/>
                </a:cubicBezTo>
                <a:cubicBezTo>
                  <a:pt x="87689" y="12177"/>
                  <a:pt x="87768" y="12212"/>
                  <a:pt x="87814" y="12280"/>
                </a:cubicBezTo>
                <a:lnTo>
                  <a:pt x="87814" y="12371"/>
                </a:lnTo>
                <a:cubicBezTo>
                  <a:pt x="87844" y="12371"/>
                  <a:pt x="87844" y="12432"/>
                  <a:pt x="87875" y="12432"/>
                </a:cubicBezTo>
                <a:lnTo>
                  <a:pt x="87966" y="12462"/>
                </a:lnTo>
                <a:cubicBezTo>
                  <a:pt x="88027" y="12493"/>
                  <a:pt x="88087" y="12554"/>
                  <a:pt x="88027" y="12584"/>
                </a:cubicBezTo>
                <a:lnTo>
                  <a:pt x="87905" y="12554"/>
                </a:lnTo>
                <a:cubicBezTo>
                  <a:pt x="87783" y="12554"/>
                  <a:pt x="87662" y="12554"/>
                  <a:pt x="87540" y="12523"/>
                </a:cubicBezTo>
                <a:cubicBezTo>
                  <a:pt x="87480" y="12493"/>
                  <a:pt x="87540" y="12402"/>
                  <a:pt x="87601" y="12341"/>
                </a:cubicBezTo>
                <a:cubicBezTo>
                  <a:pt x="87632" y="12310"/>
                  <a:pt x="87449" y="12250"/>
                  <a:pt x="87388" y="12250"/>
                </a:cubicBezTo>
                <a:cubicBezTo>
                  <a:pt x="87297" y="12250"/>
                  <a:pt x="87267" y="12158"/>
                  <a:pt x="87328" y="12037"/>
                </a:cubicBezTo>
                <a:close/>
                <a:moveTo>
                  <a:pt x="79941" y="12265"/>
                </a:moveTo>
                <a:cubicBezTo>
                  <a:pt x="79987" y="12265"/>
                  <a:pt x="80033" y="12280"/>
                  <a:pt x="80063" y="12341"/>
                </a:cubicBezTo>
                <a:cubicBezTo>
                  <a:pt x="80124" y="12432"/>
                  <a:pt x="80185" y="12462"/>
                  <a:pt x="80276" y="12493"/>
                </a:cubicBezTo>
                <a:lnTo>
                  <a:pt x="80428" y="12554"/>
                </a:lnTo>
                <a:cubicBezTo>
                  <a:pt x="80428" y="12590"/>
                  <a:pt x="80395" y="12607"/>
                  <a:pt x="80340" y="12607"/>
                </a:cubicBezTo>
                <a:cubicBezTo>
                  <a:pt x="80255" y="12607"/>
                  <a:pt x="80119" y="12566"/>
                  <a:pt x="79972" y="12493"/>
                </a:cubicBezTo>
                <a:lnTo>
                  <a:pt x="79759" y="12402"/>
                </a:lnTo>
                <a:cubicBezTo>
                  <a:pt x="79729" y="12371"/>
                  <a:pt x="79820" y="12280"/>
                  <a:pt x="79820" y="12280"/>
                </a:cubicBezTo>
                <a:cubicBezTo>
                  <a:pt x="79850" y="12280"/>
                  <a:pt x="79896" y="12265"/>
                  <a:pt x="79941" y="12265"/>
                </a:cubicBezTo>
                <a:close/>
                <a:moveTo>
                  <a:pt x="88387" y="12028"/>
                </a:moveTo>
                <a:cubicBezTo>
                  <a:pt x="88484" y="12028"/>
                  <a:pt x="88659" y="12067"/>
                  <a:pt x="88756" y="12067"/>
                </a:cubicBezTo>
                <a:cubicBezTo>
                  <a:pt x="88847" y="12067"/>
                  <a:pt x="89030" y="12432"/>
                  <a:pt x="88939" y="12523"/>
                </a:cubicBezTo>
                <a:cubicBezTo>
                  <a:pt x="88817" y="12614"/>
                  <a:pt x="88574" y="12584"/>
                  <a:pt x="88513" y="12645"/>
                </a:cubicBezTo>
                <a:cubicBezTo>
                  <a:pt x="88508" y="12647"/>
                  <a:pt x="88503" y="12647"/>
                  <a:pt x="88498" y="12647"/>
                </a:cubicBezTo>
                <a:cubicBezTo>
                  <a:pt x="88422" y="12647"/>
                  <a:pt x="88424" y="12427"/>
                  <a:pt x="88452" y="12341"/>
                </a:cubicBezTo>
                <a:cubicBezTo>
                  <a:pt x="88483" y="12250"/>
                  <a:pt x="88422" y="12189"/>
                  <a:pt x="88361" y="12189"/>
                </a:cubicBezTo>
                <a:cubicBezTo>
                  <a:pt x="88270" y="12219"/>
                  <a:pt x="88179" y="12250"/>
                  <a:pt x="88087" y="12250"/>
                </a:cubicBezTo>
                <a:cubicBezTo>
                  <a:pt x="88148" y="12158"/>
                  <a:pt x="88239" y="12098"/>
                  <a:pt x="88331" y="12037"/>
                </a:cubicBezTo>
                <a:cubicBezTo>
                  <a:pt x="88343" y="12031"/>
                  <a:pt x="88362" y="12028"/>
                  <a:pt x="88387" y="12028"/>
                </a:cubicBezTo>
                <a:close/>
                <a:moveTo>
                  <a:pt x="67759" y="12525"/>
                </a:moveTo>
                <a:cubicBezTo>
                  <a:pt x="67795" y="12525"/>
                  <a:pt x="67833" y="12533"/>
                  <a:pt x="67874" y="12554"/>
                </a:cubicBezTo>
                <a:lnTo>
                  <a:pt x="67935" y="12554"/>
                </a:lnTo>
                <a:cubicBezTo>
                  <a:pt x="67996" y="12614"/>
                  <a:pt x="67965" y="12706"/>
                  <a:pt x="67844" y="12766"/>
                </a:cubicBezTo>
                <a:lnTo>
                  <a:pt x="67783" y="12797"/>
                </a:lnTo>
                <a:cubicBezTo>
                  <a:pt x="67734" y="12797"/>
                  <a:pt x="67681" y="12802"/>
                  <a:pt x="67628" y="12802"/>
                </a:cubicBezTo>
                <a:cubicBezTo>
                  <a:pt x="67550" y="12802"/>
                  <a:pt x="67473" y="12791"/>
                  <a:pt x="67418" y="12736"/>
                </a:cubicBezTo>
                <a:cubicBezTo>
                  <a:pt x="67388" y="12706"/>
                  <a:pt x="67388" y="12675"/>
                  <a:pt x="67418" y="12645"/>
                </a:cubicBezTo>
                <a:cubicBezTo>
                  <a:pt x="67536" y="12621"/>
                  <a:pt x="67636" y="12525"/>
                  <a:pt x="67759" y="12525"/>
                </a:cubicBezTo>
                <a:close/>
                <a:moveTo>
                  <a:pt x="75777" y="12736"/>
                </a:moveTo>
                <a:cubicBezTo>
                  <a:pt x="75807" y="12765"/>
                  <a:pt x="75779" y="12824"/>
                  <a:pt x="75721" y="12883"/>
                </a:cubicBezTo>
                <a:lnTo>
                  <a:pt x="75721" y="12883"/>
                </a:lnTo>
                <a:cubicBezTo>
                  <a:pt x="75721" y="12873"/>
                  <a:pt x="75719" y="12865"/>
                  <a:pt x="75716" y="12858"/>
                </a:cubicBezTo>
                <a:cubicBezTo>
                  <a:pt x="75686" y="12736"/>
                  <a:pt x="75747" y="12736"/>
                  <a:pt x="75777" y="12736"/>
                </a:cubicBezTo>
                <a:close/>
                <a:moveTo>
                  <a:pt x="22567" y="12887"/>
                </a:moveTo>
                <a:cubicBezTo>
                  <a:pt x="22633" y="12887"/>
                  <a:pt x="22697" y="12920"/>
                  <a:pt x="22737" y="12979"/>
                </a:cubicBezTo>
                <a:lnTo>
                  <a:pt x="22767" y="13040"/>
                </a:lnTo>
                <a:lnTo>
                  <a:pt x="22828" y="13070"/>
                </a:lnTo>
                <a:cubicBezTo>
                  <a:pt x="22828" y="13123"/>
                  <a:pt x="22818" y="13156"/>
                  <a:pt x="22791" y="13156"/>
                </a:cubicBezTo>
                <a:cubicBezTo>
                  <a:pt x="22772" y="13156"/>
                  <a:pt x="22744" y="13139"/>
                  <a:pt x="22706" y="13101"/>
                </a:cubicBezTo>
                <a:lnTo>
                  <a:pt x="22585" y="13101"/>
                </a:lnTo>
                <a:lnTo>
                  <a:pt x="22463" y="13070"/>
                </a:lnTo>
                <a:cubicBezTo>
                  <a:pt x="22447" y="13073"/>
                  <a:pt x="22433" y="13074"/>
                  <a:pt x="22421" y="13074"/>
                </a:cubicBezTo>
                <a:cubicBezTo>
                  <a:pt x="22302" y="13074"/>
                  <a:pt x="22408" y="12946"/>
                  <a:pt x="22463" y="12918"/>
                </a:cubicBezTo>
                <a:cubicBezTo>
                  <a:pt x="22495" y="12897"/>
                  <a:pt x="22532" y="12887"/>
                  <a:pt x="22567" y="12887"/>
                </a:cubicBezTo>
                <a:close/>
                <a:moveTo>
                  <a:pt x="42524" y="12797"/>
                </a:moveTo>
                <a:cubicBezTo>
                  <a:pt x="42615" y="12827"/>
                  <a:pt x="42798" y="13010"/>
                  <a:pt x="42737" y="13101"/>
                </a:cubicBezTo>
                <a:cubicBezTo>
                  <a:pt x="42701" y="13172"/>
                  <a:pt x="42666" y="13201"/>
                  <a:pt x="42636" y="13201"/>
                </a:cubicBezTo>
                <a:cubicBezTo>
                  <a:pt x="42615" y="13201"/>
                  <a:pt x="42598" y="13187"/>
                  <a:pt x="42585" y="13161"/>
                </a:cubicBezTo>
                <a:lnTo>
                  <a:pt x="42585" y="13101"/>
                </a:lnTo>
                <a:cubicBezTo>
                  <a:pt x="42615" y="12979"/>
                  <a:pt x="42585" y="12918"/>
                  <a:pt x="42433" y="12918"/>
                </a:cubicBezTo>
                <a:cubicBezTo>
                  <a:pt x="42403" y="12858"/>
                  <a:pt x="42433" y="12827"/>
                  <a:pt x="42524" y="12827"/>
                </a:cubicBezTo>
                <a:lnTo>
                  <a:pt x="42524" y="12797"/>
                </a:lnTo>
                <a:close/>
                <a:moveTo>
                  <a:pt x="16293" y="12584"/>
                </a:moveTo>
                <a:cubicBezTo>
                  <a:pt x="16384" y="12614"/>
                  <a:pt x="16445" y="12675"/>
                  <a:pt x="16506" y="12736"/>
                </a:cubicBezTo>
                <a:cubicBezTo>
                  <a:pt x="16506" y="12780"/>
                  <a:pt x="16522" y="12809"/>
                  <a:pt x="16543" y="12809"/>
                </a:cubicBezTo>
                <a:cubicBezTo>
                  <a:pt x="16550" y="12809"/>
                  <a:pt x="16558" y="12805"/>
                  <a:pt x="16566" y="12797"/>
                </a:cubicBezTo>
                <a:lnTo>
                  <a:pt x="16566" y="12675"/>
                </a:lnTo>
                <a:cubicBezTo>
                  <a:pt x="16597" y="12645"/>
                  <a:pt x="16627" y="12614"/>
                  <a:pt x="16658" y="12614"/>
                </a:cubicBezTo>
                <a:cubicBezTo>
                  <a:pt x="16688" y="12614"/>
                  <a:pt x="16779" y="12645"/>
                  <a:pt x="16779" y="12645"/>
                </a:cubicBezTo>
                <a:lnTo>
                  <a:pt x="16779" y="12797"/>
                </a:lnTo>
                <a:cubicBezTo>
                  <a:pt x="16870" y="12918"/>
                  <a:pt x="17022" y="13192"/>
                  <a:pt x="16962" y="13222"/>
                </a:cubicBezTo>
                <a:cubicBezTo>
                  <a:pt x="16951" y="13233"/>
                  <a:pt x="16938" y="13238"/>
                  <a:pt x="16924" y="13238"/>
                </a:cubicBezTo>
                <a:cubicBezTo>
                  <a:pt x="16860" y="13238"/>
                  <a:pt x="16768" y="13129"/>
                  <a:pt x="16718" y="12979"/>
                </a:cubicBezTo>
                <a:lnTo>
                  <a:pt x="16232" y="12979"/>
                </a:lnTo>
                <a:cubicBezTo>
                  <a:pt x="16232" y="12949"/>
                  <a:pt x="16354" y="12766"/>
                  <a:pt x="16293" y="12706"/>
                </a:cubicBezTo>
                <a:cubicBezTo>
                  <a:pt x="16232" y="12675"/>
                  <a:pt x="16202" y="12584"/>
                  <a:pt x="16202" y="12584"/>
                </a:cubicBezTo>
                <a:close/>
                <a:moveTo>
                  <a:pt x="43892" y="13010"/>
                </a:moveTo>
                <a:cubicBezTo>
                  <a:pt x="43983" y="13101"/>
                  <a:pt x="44074" y="13161"/>
                  <a:pt x="44135" y="13253"/>
                </a:cubicBezTo>
                <a:cubicBezTo>
                  <a:pt x="44156" y="13253"/>
                  <a:pt x="44135" y="13266"/>
                  <a:pt x="44092" y="13266"/>
                </a:cubicBezTo>
                <a:cubicBezTo>
                  <a:pt x="44071" y="13266"/>
                  <a:pt x="44044" y="13263"/>
                  <a:pt x="44014" y="13253"/>
                </a:cubicBezTo>
                <a:lnTo>
                  <a:pt x="43467" y="13253"/>
                </a:lnTo>
                <a:cubicBezTo>
                  <a:pt x="43406" y="13222"/>
                  <a:pt x="43467" y="13131"/>
                  <a:pt x="43588" y="13040"/>
                </a:cubicBezTo>
                <a:cubicBezTo>
                  <a:pt x="43624" y="13076"/>
                  <a:pt x="43655" y="13088"/>
                  <a:pt x="43685" y="13088"/>
                </a:cubicBezTo>
                <a:cubicBezTo>
                  <a:pt x="43732" y="13088"/>
                  <a:pt x="43776" y="13058"/>
                  <a:pt x="43831" y="13040"/>
                </a:cubicBezTo>
                <a:lnTo>
                  <a:pt x="43892" y="13010"/>
                </a:lnTo>
                <a:close/>
                <a:moveTo>
                  <a:pt x="14834" y="12918"/>
                </a:moveTo>
                <a:lnTo>
                  <a:pt x="14803" y="12949"/>
                </a:lnTo>
                <a:cubicBezTo>
                  <a:pt x="14895" y="12949"/>
                  <a:pt x="15138" y="13010"/>
                  <a:pt x="15107" y="13040"/>
                </a:cubicBezTo>
                <a:lnTo>
                  <a:pt x="15107" y="13131"/>
                </a:lnTo>
                <a:cubicBezTo>
                  <a:pt x="15138" y="13222"/>
                  <a:pt x="15138" y="13283"/>
                  <a:pt x="15077" y="13344"/>
                </a:cubicBezTo>
                <a:lnTo>
                  <a:pt x="14986" y="13344"/>
                </a:lnTo>
                <a:cubicBezTo>
                  <a:pt x="14955" y="13313"/>
                  <a:pt x="14895" y="13283"/>
                  <a:pt x="14864" y="13253"/>
                </a:cubicBezTo>
                <a:lnTo>
                  <a:pt x="14712" y="13101"/>
                </a:lnTo>
                <a:cubicBezTo>
                  <a:pt x="14682" y="13010"/>
                  <a:pt x="14743" y="12918"/>
                  <a:pt x="14834" y="12918"/>
                </a:cubicBezTo>
                <a:close/>
                <a:moveTo>
                  <a:pt x="76025" y="12647"/>
                </a:moveTo>
                <a:cubicBezTo>
                  <a:pt x="76174" y="12647"/>
                  <a:pt x="76311" y="12749"/>
                  <a:pt x="76264" y="12797"/>
                </a:cubicBezTo>
                <a:cubicBezTo>
                  <a:pt x="76203" y="12827"/>
                  <a:pt x="76416" y="13161"/>
                  <a:pt x="76507" y="13283"/>
                </a:cubicBezTo>
                <a:cubicBezTo>
                  <a:pt x="76553" y="13376"/>
                  <a:pt x="76511" y="13416"/>
                  <a:pt x="76461" y="13416"/>
                </a:cubicBezTo>
                <a:cubicBezTo>
                  <a:pt x="76446" y="13416"/>
                  <a:pt x="76430" y="13412"/>
                  <a:pt x="76416" y="13405"/>
                </a:cubicBezTo>
                <a:cubicBezTo>
                  <a:pt x="76294" y="13344"/>
                  <a:pt x="76203" y="13313"/>
                  <a:pt x="76081" y="13313"/>
                </a:cubicBezTo>
                <a:lnTo>
                  <a:pt x="76020" y="13344"/>
                </a:lnTo>
                <a:cubicBezTo>
                  <a:pt x="75965" y="13390"/>
                  <a:pt x="75916" y="13405"/>
                  <a:pt x="75869" y="13405"/>
                </a:cubicBezTo>
                <a:cubicBezTo>
                  <a:pt x="75774" y="13405"/>
                  <a:pt x="75692" y="13340"/>
                  <a:pt x="75600" y="13340"/>
                </a:cubicBezTo>
                <a:cubicBezTo>
                  <a:pt x="75588" y="13340"/>
                  <a:pt x="75577" y="13341"/>
                  <a:pt x="75564" y="13344"/>
                </a:cubicBezTo>
                <a:lnTo>
                  <a:pt x="75443" y="13405"/>
                </a:lnTo>
                <a:cubicBezTo>
                  <a:pt x="75260" y="13374"/>
                  <a:pt x="75108" y="13313"/>
                  <a:pt x="75108" y="13283"/>
                </a:cubicBezTo>
                <a:cubicBezTo>
                  <a:pt x="75108" y="13253"/>
                  <a:pt x="75352" y="13101"/>
                  <a:pt x="75291" y="13040"/>
                </a:cubicBezTo>
                <a:cubicBezTo>
                  <a:pt x="75230" y="12979"/>
                  <a:pt x="75139" y="12888"/>
                  <a:pt x="75108" y="12888"/>
                </a:cubicBezTo>
                <a:cubicBezTo>
                  <a:pt x="75108" y="12858"/>
                  <a:pt x="75230" y="12827"/>
                  <a:pt x="75291" y="12827"/>
                </a:cubicBezTo>
                <a:cubicBezTo>
                  <a:pt x="75352" y="12827"/>
                  <a:pt x="75504" y="13131"/>
                  <a:pt x="75564" y="13161"/>
                </a:cubicBezTo>
                <a:cubicBezTo>
                  <a:pt x="75570" y="13163"/>
                  <a:pt x="75575" y="13164"/>
                  <a:pt x="75580" y="13164"/>
                </a:cubicBezTo>
                <a:cubicBezTo>
                  <a:pt x="75652" y="13164"/>
                  <a:pt x="75719" y="13008"/>
                  <a:pt x="75722" y="12908"/>
                </a:cubicBezTo>
                <a:lnTo>
                  <a:pt x="75722" y="12908"/>
                </a:lnTo>
                <a:cubicBezTo>
                  <a:pt x="75730" y="12910"/>
                  <a:pt x="75741" y="12911"/>
                  <a:pt x="75754" y="12911"/>
                </a:cubicBezTo>
                <a:cubicBezTo>
                  <a:pt x="75792" y="12911"/>
                  <a:pt x="75853" y="12903"/>
                  <a:pt x="75929" y="12888"/>
                </a:cubicBezTo>
                <a:lnTo>
                  <a:pt x="75899" y="12675"/>
                </a:lnTo>
                <a:cubicBezTo>
                  <a:pt x="75939" y="12655"/>
                  <a:pt x="75982" y="12647"/>
                  <a:pt x="76025" y="12647"/>
                </a:cubicBezTo>
                <a:close/>
                <a:moveTo>
                  <a:pt x="66347" y="13262"/>
                </a:moveTo>
                <a:cubicBezTo>
                  <a:pt x="66389" y="13262"/>
                  <a:pt x="66442" y="13277"/>
                  <a:pt x="66507" y="13313"/>
                </a:cubicBezTo>
                <a:lnTo>
                  <a:pt x="66658" y="13405"/>
                </a:lnTo>
                <a:cubicBezTo>
                  <a:pt x="66658" y="13405"/>
                  <a:pt x="66689" y="13465"/>
                  <a:pt x="66658" y="13496"/>
                </a:cubicBezTo>
                <a:lnTo>
                  <a:pt x="66598" y="13496"/>
                </a:lnTo>
                <a:lnTo>
                  <a:pt x="66507" y="13405"/>
                </a:lnTo>
                <a:cubicBezTo>
                  <a:pt x="66440" y="13438"/>
                  <a:pt x="66373" y="13462"/>
                  <a:pt x="66321" y="13462"/>
                </a:cubicBezTo>
                <a:cubicBezTo>
                  <a:pt x="66279" y="13462"/>
                  <a:pt x="66247" y="13446"/>
                  <a:pt x="66233" y="13405"/>
                </a:cubicBezTo>
                <a:cubicBezTo>
                  <a:pt x="66212" y="13341"/>
                  <a:pt x="66250" y="13262"/>
                  <a:pt x="66347" y="13262"/>
                </a:cubicBezTo>
                <a:close/>
                <a:moveTo>
                  <a:pt x="72720" y="12795"/>
                </a:moveTo>
                <a:cubicBezTo>
                  <a:pt x="72786" y="12795"/>
                  <a:pt x="72850" y="12829"/>
                  <a:pt x="72890" y="12888"/>
                </a:cubicBezTo>
                <a:lnTo>
                  <a:pt x="72829" y="12979"/>
                </a:lnTo>
                <a:lnTo>
                  <a:pt x="72738" y="13070"/>
                </a:lnTo>
                <a:cubicBezTo>
                  <a:pt x="72757" y="13129"/>
                  <a:pt x="72878" y="13163"/>
                  <a:pt x="72986" y="13163"/>
                </a:cubicBezTo>
                <a:cubicBezTo>
                  <a:pt x="73045" y="13163"/>
                  <a:pt x="73100" y="13153"/>
                  <a:pt x="73133" y="13131"/>
                </a:cubicBezTo>
                <a:cubicBezTo>
                  <a:pt x="73224" y="13070"/>
                  <a:pt x="73315" y="13040"/>
                  <a:pt x="73437" y="13010"/>
                </a:cubicBezTo>
                <a:lnTo>
                  <a:pt x="73528" y="13010"/>
                </a:lnTo>
                <a:cubicBezTo>
                  <a:pt x="73538" y="13006"/>
                  <a:pt x="73547" y="13005"/>
                  <a:pt x="73556" y="13005"/>
                </a:cubicBezTo>
                <a:cubicBezTo>
                  <a:pt x="73632" y="13005"/>
                  <a:pt x="73680" y="13107"/>
                  <a:pt x="73680" y="13161"/>
                </a:cubicBezTo>
                <a:cubicBezTo>
                  <a:pt x="73680" y="13197"/>
                  <a:pt x="73774" y="13212"/>
                  <a:pt x="73852" y="13212"/>
                </a:cubicBezTo>
                <a:cubicBezTo>
                  <a:pt x="73907" y="13212"/>
                  <a:pt x="73953" y="13204"/>
                  <a:pt x="73953" y="13192"/>
                </a:cubicBezTo>
                <a:cubicBezTo>
                  <a:pt x="73923" y="13131"/>
                  <a:pt x="73923" y="13070"/>
                  <a:pt x="73953" y="13040"/>
                </a:cubicBezTo>
                <a:cubicBezTo>
                  <a:pt x="73965" y="13042"/>
                  <a:pt x="73976" y="13043"/>
                  <a:pt x="73985" y="13043"/>
                </a:cubicBezTo>
                <a:cubicBezTo>
                  <a:pt x="74097" y="13043"/>
                  <a:pt x="74049" y="12888"/>
                  <a:pt x="74105" y="12888"/>
                </a:cubicBezTo>
                <a:cubicBezTo>
                  <a:pt x="74197" y="12888"/>
                  <a:pt x="74288" y="12918"/>
                  <a:pt x="74379" y="12949"/>
                </a:cubicBezTo>
                <a:lnTo>
                  <a:pt x="74470" y="12979"/>
                </a:lnTo>
                <a:cubicBezTo>
                  <a:pt x="74531" y="12994"/>
                  <a:pt x="74584" y="13002"/>
                  <a:pt x="74637" y="13002"/>
                </a:cubicBezTo>
                <a:cubicBezTo>
                  <a:pt x="74691" y="13002"/>
                  <a:pt x="74744" y="12994"/>
                  <a:pt x="74805" y="12979"/>
                </a:cubicBezTo>
                <a:lnTo>
                  <a:pt x="74805" y="12918"/>
                </a:lnTo>
                <a:cubicBezTo>
                  <a:pt x="74805" y="12850"/>
                  <a:pt x="74839" y="12816"/>
                  <a:pt x="74894" y="12816"/>
                </a:cubicBezTo>
                <a:cubicBezTo>
                  <a:pt x="74913" y="12816"/>
                  <a:pt x="74934" y="12820"/>
                  <a:pt x="74957" y="12827"/>
                </a:cubicBezTo>
                <a:lnTo>
                  <a:pt x="74987" y="12827"/>
                </a:lnTo>
                <a:cubicBezTo>
                  <a:pt x="74957" y="12979"/>
                  <a:pt x="74865" y="13101"/>
                  <a:pt x="74744" y="13192"/>
                </a:cubicBezTo>
                <a:cubicBezTo>
                  <a:pt x="74683" y="13253"/>
                  <a:pt x="74653" y="13283"/>
                  <a:pt x="74592" y="13344"/>
                </a:cubicBezTo>
                <a:lnTo>
                  <a:pt x="74409" y="13344"/>
                </a:lnTo>
                <a:cubicBezTo>
                  <a:pt x="74399" y="13354"/>
                  <a:pt x="74389" y="13357"/>
                  <a:pt x="74379" y="13357"/>
                </a:cubicBezTo>
                <a:cubicBezTo>
                  <a:pt x="74359" y="13357"/>
                  <a:pt x="74338" y="13344"/>
                  <a:pt x="74318" y="13344"/>
                </a:cubicBezTo>
                <a:cubicBezTo>
                  <a:pt x="74300" y="13335"/>
                  <a:pt x="74283" y="13331"/>
                  <a:pt x="74265" y="13331"/>
                </a:cubicBezTo>
                <a:cubicBezTo>
                  <a:pt x="74222" y="13331"/>
                  <a:pt x="74179" y="13353"/>
                  <a:pt x="74136" y="13374"/>
                </a:cubicBezTo>
                <a:cubicBezTo>
                  <a:pt x="74130" y="13380"/>
                  <a:pt x="74123" y="13382"/>
                  <a:pt x="74114" y="13382"/>
                </a:cubicBezTo>
                <a:cubicBezTo>
                  <a:pt x="74073" y="13382"/>
                  <a:pt x="73998" y="13328"/>
                  <a:pt x="73923" y="13253"/>
                </a:cubicBezTo>
                <a:lnTo>
                  <a:pt x="73771" y="13344"/>
                </a:lnTo>
                <a:lnTo>
                  <a:pt x="73649" y="13465"/>
                </a:lnTo>
                <a:cubicBezTo>
                  <a:pt x="73528" y="13374"/>
                  <a:pt x="73376" y="13374"/>
                  <a:pt x="73254" y="13374"/>
                </a:cubicBezTo>
                <a:lnTo>
                  <a:pt x="73102" y="13374"/>
                </a:lnTo>
                <a:cubicBezTo>
                  <a:pt x="73042" y="13374"/>
                  <a:pt x="72950" y="13313"/>
                  <a:pt x="72920" y="13313"/>
                </a:cubicBezTo>
                <a:cubicBezTo>
                  <a:pt x="72859" y="13344"/>
                  <a:pt x="72829" y="13435"/>
                  <a:pt x="72798" y="13465"/>
                </a:cubicBezTo>
                <a:lnTo>
                  <a:pt x="72768" y="13496"/>
                </a:lnTo>
                <a:cubicBezTo>
                  <a:pt x="72707" y="13511"/>
                  <a:pt x="72654" y="13519"/>
                  <a:pt x="72601" y="13519"/>
                </a:cubicBezTo>
                <a:cubicBezTo>
                  <a:pt x="72548" y="13519"/>
                  <a:pt x="72494" y="13511"/>
                  <a:pt x="72434" y="13496"/>
                </a:cubicBezTo>
                <a:lnTo>
                  <a:pt x="72312" y="13496"/>
                </a:lnTo>
                <a:cubicBezTo>
                  <a:pt x="72282" y="13496"/>
                  <a:pt x="72251" y="13465"/>
                  <a:pt x="72251" y="13435"/>
                </a:cubicBezTo>
                <a:cubicBezTo>
                  <a:pt x="72251" y="13405"/>
                  <a:pt x="72251" y="13344"/>
                  <a:pt x="72282" y="13344"/>
                </a:cubicBezTo>
                <a:lnTo>
                  <a:pt x="72373" y="13283"/>
                </a:lnTo>
                <a:cubicBezTo>
                  <a:pt x="72464" y="13253"/>
                  <a:pt x="72525" y="13101"/>
                  <a:pt x="72434" y="13101"/>
                </a:cubicBezTo>
                <a:cubicBezTo>
                  <a:pt x="72373" y="13070"/>
                  <a:pt x="72555" y="12888"/>
                  <a:pt x="72616" y="12827"/>
                </a:cubicBezTo>
                <a:cubicBezTo>
                  <a:pt x="72648" y="12806"/>
                  <a:pt x="72684" y="12795"/>
                  <a:pt x="72720" y="12795"/>
                </a:cubicBezTo>
                <a:close/>
                <a:moveTo>
                  <a:pt x="13702" y="13179"/>
                </a:moveTo>
                <a:cubicBezTo>
                  <a:pt x="13745" y="13179"/>
                  <a:pt x="13788" y="13201"/>
                  <a:pt x="13831" y="13222"/>
                </a:cubicBezTo>
                <a:cubicBezTo>
                  <a:pt x="13861" y="13283"/>
                  <a:pt x="13861" y="13344"/>
                  <a:pt x="13709" y="13344"/>
                </a:cubicBezTo>
                <a:cubicBezTo>
                  <a:pt x="13588" y="13374"/>
                  <a:pt x="13648" y="13465"/>
                  <a:pt x="13618" y="13526"/>
                </a:cubicBezTo>
                <a:lnTo>
                  <a:pt x="13588" y="13557"/>
                </a:lnTo>
                <a:cubicBezTo>
                  <a:pt x="13557" y="13557"/>
                  <a:pt x="13496" y="13557"/>
                  <a:pt x="13466" y="13526"/>
                </a:cubicBezTo>
                <a:cubicBezTo>
                  <a:pt x="13436" y="13496"/>
                  <a:pt x="13588" y="13313"/>
                  <a:pt x="13496" y="13313"/>
                </a:cubicBezTo>
                <a:cubicBezTo>
                  <a:pt x="13405" y="13313"/>
                  <a:pt x="13405" y="13283"/>
                  <a:pt x="13527" y="13222"/>
                </a:cubicBezTo>
                <a:lnTo>
                  <a:pt x="13648" y="13192"/>
                </a:lnTo>
                <a:cubicBezTo>
                  <a:pt x="13666" y="13183"/>
                  <a:pt x="13684" y="13179"/>
                  <a:pt x="13702" y="13179"/>
                </a:cubicBezTo>
                <a:close/>
                <a:moveTo>
                  <a:pt x="17782" y="13040"/>
                </a:moveTo>
                <a:lnTo>
                  <a:pt x="17934" y="13101"/>
                </a:lnTo>
                <a:lnTo>
                  <a:pt x="18025" y="13101"/>
                </a:lnTo>
                <a:cubicBezTo>
                  <a:pt x="18117" y="13131"/>
                  <a:pt x="18086" y="13192"/>
                  <a:pt x="17995" y="13192"/>
                </a:cubicBezTo>
                <a:cubicBezTo>
                  <a:pt x="17873" y="13192"/>
                  <a:pt x="17721" y="13587"/>
                  <a:pt x="17691" y="13587"/>
                </a:cubicBezTo>
                <a:cubicBezTo>
                  <a:pt x="17682" y="13596"/>
                  <a:pt x="17668" y="13600"/>
                  <a:pt x="17652" y="13600"/>
                </a:cubicBezTo>
                <a:cubicBezTo>
                  <a:pt x="17612" y="13600"/>
                  <a:pt x="17561" y="13578"/>
                  <a:pt x="17539" y="13557"/>
                </a:cubicBezTo>
                <a:lnTo>
                  <a:pt x="17539" y="13526"/>
                </a:lnTo>
                <a:lnTo>
                  <a:pt x="17569" y="13405"/>
                </a:lnTo>
                <a:cubicBezTo>
                  <a:pt x="17630" y="13313"/>
                  <a:pt x="17721" y="13131"/>
                  <a:pt x="17782" y="13040"/>
                </a:cubicBezTo>
                <a:close/>
                <a:moveTo>
                  <a:pt x="65534" y="13070"/>
                </a:moveTo>
                <a:cubicBezTo>
                  <a:pt x="65625" y="13101"/>
                  <a:pt x="65686" y="13131"/>
                  <a:pt x="65747" y="13161"/>
                </a:cubicBezTo>
                <a:cubicBezTo>
                  <a:pt x="65807" y="13192"/>
                  <a:pt x="65899" y="13313"/>
                  <a:pt x="65899" y="13344"/>
                </a:cubicBezTo>
                <a:cubicBezTo>
                  <a:pt x="65868" y="13374"/>
                  <a:pt x="65899" y="13435"/>
                  <a:pt x="65990" y="13435"/>
                </a:cubicBezTo>
                <a:lnTo>
                  <a:pt x="66020" y="13465"/>
                </a:lnTo>
                <a:cubicBezTo>
                  <a:pt x="66051" y="13465"/>
                  <a:pt x="66051" y="13557"/>
                  <a:pt x="66051" y="13557"/>
                </a:cubicBezTo>
                <a:cubicBezTo>
                  <a:pt x="66051" y="13587"/>
                  <a:pt x="65990" y="13587"/>
                  <a:pt x="65959" y="13587"/>
                </a:cubicBezTo>
                <a:lnTo>
                  <a:pt x="65868" y="13617"/>
                </a:lnTo>
                <a:cubicBezTo>
                  <a:pt x="65777" y="13617"/>
                  <a:pt x="65625" y="13587"/>
                  <a:pt x="65564" y="13557"/>
                </a:cubicBezTo>
                <a:lnTo>
                  <a:pt x="65503" y="13526"/>
                </a:lnTo>
                <a:cubicBezTo>
                  <a:pt x="65473" y="13496"/>
                  <a:pt x="65443" y="13435"/>
                  <a:pt x="65473" y="13374"/>
                </a:cubicBezTo>
                <a:lnTo>
                  <a:pt x="65503" y="13344"/>
                </a:lnTo>
                <a:cubicBezTo>
                  <a:pt x="65564" y="13313"/>
                  <a:pt x="65564" y="13253"/>
                  <a:pt x="65503" y="13253"/>
                </a:cubicBezTo>
                <a:lnTo>
                  <a:pt x="65473" y="13222"/>
                </a:lnTo>
                <a:cubicBezTo>
                  <a:pt x="65443" y="13192"/>
                  <a:pt x="65473" y="13131"/>
                  <a:pt x="65503" y="13101"/>
                </a:cubicBezTo>
                <a:lnTo>
                  <a:pt x="65534" y="13070"/>
                </a:lnTo>
                <a:close/>
                <a:moveTo>
                  <a:pt x="37783" y="13313"/>
                </a:moveTo>
                <a:lnTo>
                  <a:pt x="37904" y="13374"/>
                </a:lnTo>
                <a:lnTo>
                  <a:pt x="38056" y="13496"/>
                </a:lnTo>
                <a:cubicBezTo>
                  <a:pt x="38080" y="13591"/>
                  <a:pt x="38011" y="13667"/>
                  <a:pt x="37936" y="13667"/>
                </a:cubicBezTo>
                <a:cubicBezTo>
                  <a:pt x="37915" y="13667"/>
                  <a:pt x="37894" y="13661"/>
                  <a:pt x="37874" y="13648"/>
                </a:cubicBezTo>
                <a:cubicBezTo>
                  <a:pt x="37847" y="13630"/>
                  <a:pt x="37820" y="13610"/>
                  <a:pt x="37794" y="13588"/>
                </a:cubicBezTo>
                <a:lnTo>
                  <a:pt x="37794" y="13588"/>
                </a:lnTo>
                <a:cubicBezTo>
                  <a:pt x="37813" y="13520"/>
                  <a:pt x="37810" y="13423"/>
                  <a:pt x="37783" y="13313"/>
                </a:cubicBezTo>
                <a:close/>
                <a:moveTo>
                  <a:pt x="44253" y="13412"/>
                </a:moveTo>
                <a:cubicBezTo>
                  <a:pt x="44318" y="13412"/>
                  <a:pt x="44378" y="13420"/>
                  <a:pt x="44439" y="13435"/>
                </a:cubicBezTo>
                <a:lnTo>
                  <a:pt x="44652" y="13526"/>
                </a:lnTo>
                <a:cubicBezTo>
                  <a:pt x="44726" y="13477"/>
                  <a:pt x="44821" y="13427"/>
                  <a:pt x="44920" y="13427"/>
                </a:cubicBezTo>
                <a:cubicBezTo>
                  <a:pt x="44942" y="13427"/>
                  <a:pt x="44964" y="13429"/>
                  <a:pt x="44986" y="13435"/>
                </a:cubicBezTo>
                <a:cubicBezTo>
                  <a:pt x="45047" y="13465"/>
                  <a:pt x="44956" y="13587"/>
                  <a:pt x="44926" y="13617"/>
                </a:cubicBezTo>
                <a:cubicBezTo>
                  <a:pt x="44872" y="13653"/>
                  <a:pt x="44819" y="13668"/>
                  <a:pt x="44771" y="13668"/>
                </a:cubicBezTo>
                <a:cubicBezTo>
                  <a:pt x="44738" y="13668"/>
                  <a:pt x="44708" y="13660"/>
                  <a:pt x="44682" y="13648"/>
                </a:cubicBezTo>
                <a:cubicBezTo>
                  <a:pt x="44439" y="13648"/>
                  <a:pt x="44196" y="13617"/>
                  <a:pt x="43953" y="13587"/>
                </a:cubicBezTo>
                <a:cubicBezTo>
                  <a:pt x="43953" y="13526"/>
                  <a:pt x="43983" y="13465"/>
                  <a:pt x="44014" y="13435"/>
                </a:cubicBezTo>
                <a:lnTo>
                  <a:pt x="44044" y="13435"/>
                </a:lnTo>
                <a:cubicBezTo>
                  <a:pt x="44120" y="13420"/>
                  <a:pt x="44188" y="13412"/>
                  <a:pt x="44253" y="13412"/>
                </a:cubicBezTo>
                <a:close/>
                <a:moveTo>
                  <a:pt x="63285" y="13344"/>
                </a:moveTo>
                <a:cubicBezTo>
                  <a:pt x="63437" y="13374"/>
                  <a:pt x="63528" y="13435"/>
                  <a:pt x="63528" y="13496"/>
                </a:cubicBezTo>
                <a:cubicBezTo>
                  <a:pt x="63505" y="13540"/>
                  <a:pt x="63418" y="13569"/>
                  <a:pt x="63361" y="13569"/>
                </a:cubicBezTo>
                <a:cubicBezTo>
                  <a:pt x="63340" y="13569"/>
                  <a:pt x="63323" y="13565"/>
                  <a:pt x="63315" y="13557"/>
                </a:cubicBezTo>
                <a:cubicBezTo>
                  <a:pt x="63293" y="13535"/>
                  <a:pt x="63226" y="13514"/>
                  <a:pt x="63157" y="13514"/>
                </a:cubicBezTo>
                <a:cubicBezTo>
                  <a:pt x="63128" y="13514"/>
                  <a:pt x="63098" y="13517"/>
                  <a:pt x="63072" y="13526"/>
                </a:cubicBezTo>
                <a:lnTo>
                  <a:pt x="62981" y="13557"/>
                </a:lnTo>
                <a:lnTo>
                  <a:pt x="62889" y="13617"/>
                </a:lnTo>
                <a:cubicBezTo>
                  <a:pt x="62851" y="13656"/>
                  <a:pt x="62813" y="13672"/>
                  <a:pt x="62777" y="13672"/>
                </a:cubicBezTo>
                <a:cubicBezTo>
                  <a:pt x="62727" y="13672"/>
                  <a:pt x="62682" y="13640"/>
                  <a:pt x="62646" y="13587"/>
                </a:cubicBezTo>
                <a:cubicBezTo>
                  <a:pt x="62616" y="13557"/>
                  <a:pt x="62555" y="13374"/>
                  <a:pt x="62616" y="13374"/>
                </a:cubicBezTo>
                <a:lnTo>
                  <a:pt x="62616" y="13374"/>
                </a:lnTo>
                <a:cubicBezTo>
                  <a:pt x="62628" y="13380"/>
                  <a:pt x="62656" y="13383"/>
                  <a:pt x="62694" y="13383"/>
                </a:cubicBezTo>
                <a:cubicBezTo>
                  <a:pt x="62847" y="13383"/>
                  <a:pt x="63163" y="13344"/>
                  <a:pt x="63285" y="13344"/>
                </a:cubicBezTo>
                <a:close/>
                <a:moveTo>
                  <a:pt x="71431" y="12888"/>
                </a:moveTo>
                <a:cubicBezTo>
                  <a:pt x="71583" y="13070"/>
                  <a:pt x="71643" y="13222"/>
                  <a:pt x="71552" y="13222"/>
                </a:cubicBezTo>
                <a:cubicBezTo>
                  <a:pt x="71339" y="13283"/>
                  <a:pt x="71157" y="13344"/>
                  <a:pt x="70975" y="13435"/>
                </a:cubicBezTo>
                <a:cubicBezTo>
                  <a:pt x="70914" y="13496"/>
                  <a:pt x="70975" y="13526"/>
                  <a:pt x="71127" y="13526"/>
                </a:cubicBezTo>
                <a:lnTo>
                  <a:pt x="71218" y="13526"/>
                </a:lnTo>
                <a:cubicBezTo>
                  <a:pt x="71248" y="13557"/>
                  <a:pt x="71279" y="13587"/>
                  <a:pt x="71309" y="13617"/>
                </a:cubicBezTo>
                <a:cubicBezTo>
                  <a:pt x="71309" y="13648"/>
                  <a:pt x="71248" y="13678"/>
                  <a:pt x="71248" y="13678"/>
                </a:cubicBezTo>
                <a:lnTo>
                  <a:pt x="71066" y="13678"/>
                </a:lnTo>
                <a:cubicBezTo>
                  <a:pt x="70823" y="13648"/>
                  <a:pt x="70610" y="13526"/>
                  <a:pt x="70428" y="13374"/>
                </a:cubicBezTo>
                <a:cubicBezTo>
                  <a:pt x="70306" y="13283"/>
                  <a:pt x="70184" y="13192"/>
                  <a:pt x="70063" y="13161"/>
                </a:cubicBezTo>
                <a:cubicBezTo>
                  <a:pt x="69972" y="13161"/>
                  <a:pt x="69972" y="13101"/>
                  <a:pt x="70093" y="13070"/>
                </a:cubicBezTo>
                <a:lnTo>
                  <a:pt x="70124" y="13010"/>
                </a:lnTo>
                <a:cubicBezTo>
                  <a:pt x="70169" y="12979"/>
                  <a:pt x="70200" y="12964"/>
                  <a:pt x="70230" y="12964"/>
                </a:cubicBezTo>
                <a:cubicBezTo>
                  <a:pt x="70260" y="12964"/>
                  <a:pt x="70291" y="12979"/>
                  <a:pt x="70336" y="13010"/>
                </a:cubicBezTo>
                <a:lnTo>
                  <a:pt x="70367" y="13040"/>
                </a:lnTo>
                <a:lnTo>
                  <a:pt x="70853" y="12949"/>
                </a:lnTo>
                <a:lnTo>
                  <a:pt x="70975" y="13040"/>
                </a:lnTo>
                <a:cubicBezTo>
                  <a:pt x="71035" y="13070"/>
                  <a:pt x="71127" y="13101"/>
                  <a:pt x="71157" y="13101"/>
                </a:cubicBezTo>
                <a:lnTo>
                  <a:pt x="71431" y="12888"/>
                </a:lnTo>
                <a:close/>
                <a:moveTo>
                  <a:pt x="17296" y="13010"/>
                </a:moveTo>
                <a:cubicBezTo>
                  <a:pt x="17296" y="13010"/>
                  <a:pt x="17326" y="13070"/>
                  <a:pt x="17326" y="13101"/>
                </a:cubicBezTo>
                <a:lnTo>
                  <a:pt x="17326" y="13131"/>
                </a:lnTo>
                <a:cubicBezTo>
                  <a:pt x="17296" y="13313"/>
                  <a:pt x="17448" y="13526"/>
                  <a:pt x="17113" y="13648"/>
                </a:cubicBezTo>
                <a:lnTo>
                  <a:pt x="17083" y="13678"/>
                </a:lnTo>
                <a:cubicBezTo>
                  <a:pt x="17047" y="13714"/>
                  <a:pt x="17026" y="13726"/>
                  <a:pt x="17012" y="13726"/>
                </a:cubicBezTo>
                <a:cubicBezTo>
                  <a:pt x="16992" y="13726"/>
                  <a:pt x="16992" y="13697"/>
                  <a:pt x="16992" y="13678"/>
                </a:cubicBezTo>
                <a:cubicBezTo>
                  <a:pt x="17022" y="13648"/>
                  <a:pt x="17113" y="13405"/>
                  <a:pt x="17113" y="13344"/>
                </a:cubicBezTo>
                <a:cubicBezTo>
                  <a:pt x="17113" y="13253"/>
                  <a:pt x="17144" y="13161"/>
                  <a:pt x="17174" y="13070"/>
                </a:cubicBezTo>
                <a:cubicBezTo>
                  <a:pt x="17205" y="13040"/>
                  <a:pt x="17235" y="13010"/>
                  <a:pt x="17296" y="13010"/>
                </a:cubicBezTo>
                <a:close/>
                <a:moveTo>
                  <a:pt x="64288" y="13131"/>
                </a:moveTo>
                <a:cubicBezTo>
                  <a:pt x="64318" y="13161"/>
                  <a:pt x="64348" y="13222"/>
                  <a:pt x="64379" y="13283"/>
                </a:cubicBezTo>
                <a:lnTo>
                  <a:pt x="64652" y="13283"/>
                </a:lnTo>
                <a:lnTo>
                  <a:pt x="64713" y="13253"/>
                </a:lnTo>
                <a:cubicBezTo>
                  <a:pt x="64763" y="13202"/>
                  <a:pt x="64823" y="13180"/>
                  <a:pt x="64881" y="13180"/>
                </a:cubicBezTo>
                <a:cubicBezTo>
                  <a:pt x="64929" y="13180"/>
                  <a:pt x="64976" y="13195"/>
                  <a:pt x="65017" y="13222"/>
                </a:cubicBezTo>
                <a:lnTo>
                  <a:pt x="65139" y="13283"/>
                </a:lnTo>
                <a:cubicBezTo>
                  <a:pt x="65017" y="13435"/>
                  <a:pt x="64865" y="13587"/>
                  <a:pt x="64713" y="13709"/>
                </a:cubicBezTo>
                <a:cubicBezTo>
                  <a:pt x="64662" y="13747"/>
                  <a:pt x="64622" y="13764"/>
                  <a:pt x="64592" y="13764"/>
                </a:cubicBezTo>
                <a:cubicBezTo>
                  <a:pt x="64551" y="13764"/>
                  <a:pt x="64531" y="13731"/>
                  <a:pt x="64531" y="13678"/>
                </a:cubicBezTo>
                <a:cubicBezTo>
                  <a:pt x="64531" y="13577"/>
                  <a:pt x="64300" y="13413"/>
                  <a:pt x="64187" y="13413"/>
                </a:cubicBezTo>
                <a:cubicBezTo>
                  <a:pt x="64164" y="13413"/>
                  <a:pt x="64146" y="13420"/>
                  <a:pt x="64136" y="13435"/>
                </a:cubicBezTo>
                <a:cubicBezTo>
                  <a:pt x="64117" y="13464"/>
                  <a:pt x="64100" y="13486"/>
                  <a:pt x="64088" y="13503"/>
                </a:cubicBezTo>
                <a:lnTo>
                  <a:pt x="64088" y="13503"/>
                </a:lnTo>
                <a:cubicBezTo>
                  <a:pt x="64114" y="13458"/>
                  <a:pt x="64166" y="13360"/>
                  <a:pt x="64166" y="13313"/>
                </a:cubicBezTo>
                <a:cubicBezTo>
                  <a:pt x="64136" y="13253"/>
                  <a:pt x="64136" y="13192"/>
                  <a:pt x="64136" y="13131"/>
                </a:cubicBezTo>
                <a:close/>
                <a:moveTo>
                  <a:pt x="37313" y="13518"/>
                </a:moveTo>
                <a:cubicBezTo>
                  <a:pt x="37337" y="13518"/>
                  <a:pt x="37357" y="13562"/>
                  <a:pt x="37357" y="13587"/>
                </a:cubicBezTo>
                <a:cubicBezTo>
                  <a:pt x="37357" y="13617"/>
                  <a:pt x="37205" y="13678"/>
                  <a:pt x="37023" y="13709"/>
                </a:cubicBezTo>
                <a:lnTo>
                  <a:pt x="36871" y="13739"/>
                </a:lnTo>
                <a:lnTo>
                  <a:pt x="36719" y="13739"/>
                </a:lnTo>
                <a:cubicBezTo>
                  <a:pt x="36567" y="13739"/>
                  <a:pt x="36384" y="13769"/>
                  <a:pt x="36324" y="13769"/>
                </a:cubicBezTo>
                <a:lnTo>
                  <a:pt x="36202" y="13769"/>
                </a:lnTo>
                <a:cubicBezTo>
                  <a:pt x="36172" y="13739"/>
                  <a:pt x="36202" y="13678"/>
                  <a:pt x="36232" y="13648"/>
                </a:cubicBezTo>
                <a:cubicBezTo>
                  <a:pt x="36253" y="13648"/>
                  <a:pt x="36340" y="13675"/>
                  <a:pt x="36406" y="13675"/>
                </a:cubicBezTo>
                <a:cubicBezTo>
                  <a:pt x="36438" y="13675"/>
                  <a:pt x="36465" y="13668"/>
                  <a:pt x="36476" y="13648"/>
                </a:cubicBezTo>
                <a:cubicBezTo>
                  <a:pt x="36476" y="13587"/>
                  <a:pt x="36810" y="13587"/>
                  <a:pt x="36901" y="13587"/>
                </a:cubicBezTo>
                <a:lnTo>
                  <a:pt x="37235" y="13587"/>
                </a:lnTo>
                <a:lnTo>
                  <a:pt x="37266" y="13557"/>
                </a:lnTo>
                <a:lnTo>
                  <a:pt x="37296" y="13526"/>
                </a:lnTo>
                <a:cubicBezTo>
                  <a:pt x="37302" y="13520"/>
                  <a:pt x="37308" y="13518"/>
                  <a:pt x="37313" y="13518"/>
                </a:cubicBezTo>
                <a:close/>
                <a:moveTo>
                  <a:pt x="45716" y="13405"/>
                </a:moveTo>
                <a:cubicBezTo>
                  <a:pt x="45868" y="13435"/>
                  <a:pt x="45929" y="13709"/>
                  <a:pt x="45807" y="13739"/>
                </a:cubicBezTo>
                <a:cubicBezTo>
                  <a:pt x="45761" y="13769"/>
                  <a:pt x="45708" y="13785"/>
                  <a:pt x="45655" y="13785"/>
                </a:cubicBezTo>
                <a:cubicBezTo>
                  <a:pt x="45602" y="13785"/>
                  <a:pt x="45549" y="13769"/>
                  <a:pt x="45503" y="13739"/>
                </a:cubicBezTo>
                <a:cubicBezTo>
                  <a:pt x="45412" y="13709"/>
                  <a:pt x="45290" y="13526"/>
                  <a:pt x="45442" y="13405"/>
                </a:cubicBezTo>
                <a:close/>
                <a:moveTo>
                  <a:pt x="54895" y="13283"/>
                </a:moveTo>
                <a:cubicBezTo>
                  <a:pt x="54926" y="13313"/>
                  <a:pt x="54895" y="13374"/>
                  <a:pt x="54895" y="13405"/>
                </a:cubicBezTo>
                <a:cubicBezTo>
                  <a:pt x="54865" y="13435"/>
                  <a:pt x="54895" y="13496"/>
                  <a:pt x="54987" y="13526"/>
                </a:cubicBezTo>
                <a:lnTo>
                  <a:pt x="55078" y="13587"/>
                </a:lnTo>
                <a:cubicBezTo>
                  <a:pt x="55108" y="13617"/>
                  <a:pt x="55230" y="13709"/>
                  <a:pt x="55108" y="13769"/>
                </a:cubicBezTo>
                <a:lnTo>
                  <a:pt x="55017" y="13830"/>
                </a:lnTo>
                <a:cubicBezTo>
                  <a:pt x="54956" y="13769"/>
                  <a:pt x="54895" y="13678"/>
                  <a:pt x="54835" y="13587"/>
                </a:cubicBezTo>
                <a:lnTo>
                  <a:pt x="54804" y="13526"/>
                </a:lnTo>
                <a:cubicBezTo>
                  <a:pt x="54652" y="13405"/>
                  <a:pt x="54652" y="13344"/>
                  <a:pt x="54865" y="13283"/>
                </a:cubicBezTo>
                <a:close/>
                <a:moveTo>
                  <a:pt x="68634" y="12979"/>
                </a:moveTo>
                <a:cubicBezTo>
                  <a:pt x="69090" y="13040"/>
                  <a:pt x="69516" y="13070"/>
                  <a:pt x="69546" y="13070"/>
                </a:cubicBezTo>
                <a:lnTo>
                  <a:pt x="69576" y="13070"/>
                </a:lnTo>
                <a:cubicBezTo>
                  <a:pt x="69615" y="13045"/>
                  <a:pt x="69648" y="13035"/>
                  <a:pt x="69678" y="13035"/>
                </a:cubicBezTo>
                <a:cubicBezTo>
                  <a:pt x="69719" y="13035"/>
                  <a:pt x="69754" y="13053"/>
                  <a:pt x="69789" y="13070"/>
                </a:cubicBezTo>
                <a:cubicBezTo>
                  <a:pt x="69941" y="13131"/>
                  <a:pt x="69728" y="13222"/>
                  <a:pt x="69789" y="13253"/>
                </a:cubicBezTo>
                <a:lnTo>
                  <a:pt x="69850" y="13313"/>
                </a:lnTo>
                <a:cubicBezTo>
                  <a:pt x="69911" y="13374"/>
                  <a:pt x="69880" y="13435"/>
                  <a:pt x="69820" y="13435"/>
                </a:cubicBezTo>
                <a:lnTo>
                  <a:pt x="69850" y="13435"/>
                </a:lnTo>
                <a:cubicBezTo>
                  <a:pt x="69759" y="13435"/>
                  <a:pt x="69759" y="13769"/>
                  <a:pt x="69728" y="13830"/>
                </a:cubicBezTo>
                <a:cubicBezTo>
                  <a:pt x="69724" y="13834"/>
                  <a:pt x="69717" y="13836"/>
                  <a:pt x="69707" y="13836"/>
                </a:cubicBezTo>
                <a:cubicBezTo>
                  <a:pt x="69643" y="13836"/>
                  <a:pt x="69461" y="13753"/>
                  <a:pt x="69303" y="13648"/>
                </a:cubicBezTo>
                <a:lnTo>
                  <a:pt x="69121" y="13496"/>
                </a:lnTo>
                <a:lnTo>
                  <a:pt x="68969" y="13374"/>
                </a:lnTo>
                <a:cubicBezTo>
                  <a:pt x="68896" y="13287"/>
                  <a:pt x="68830" y="13249"/>
                  <a:pt x="68782" y="13249"/>
                </a:cubicBezTo>
                <a:cubicBezTo>
                  <a:pt x="68728" y="13249"/>
                  <a:pt x="68695" y="13295"/>
                  <a:pt x="68695" y="13374"/>
                </a:cubicBezTo>
                <a:lnTo>
                  <a:pt x="68421" y="13344"/>
                </a:lnTo>
                <a:lnTo>
                  <a:pt x="68391" y="13344"/>
                </a:lnTo>
                <a:cubicBezTo>
                  <a:pt x="68269" y="13405"/>
                  <a:pt x="68117" y="13465"/>
                  <a:pt x="67965" y="13526"/>
                </a:cubicBezTo>
                <a:lnTo>
                  <a:pt x="67874" y="13496"/>
                </a:lnTo>
                <a:lnTo>
                  <a:pt x="67783" y="13465"/>
                </a:lnTo>
                <a:cubicBezTo>
                  <a:pt x="67662" y="13435"/>
                  <a:pt x="67540" y="13435"/>
                  <a:pt x="67418" y="13405"/>
                </a:cubicBezTo>
                <a:lnTo>
                  <a:pt x="67236" y="13405"/>
                </a:lnTo>
                <a:cubicBezTo>
                  <a:pt x="67212" y="13419"/>
                  <a:pt x="67193" y="13425"/>
                  <a:pt x="67178" y="13425"/>
                </a:cubicBezTo>
                <a:cubicBezTo>
                  <a:pt x="67094" y="13425"/>
                  <a:pt x="67124" y="13243"/>
                  <a:pt x="67175" y="13192"/>
                </a:cubicBezTo>
                <a:cubicBezTo>
                  <a:pt x="67188" y="13166"/>
                  <a:pt x="67223" y="13157"/>
                  <a:pt x="67261" y="13157"/>
                </a:cubicBezTo>
                <a:cubicBezTo>
                  <a:pt x="67312" y="13157"/>
                  <a:pt x="67370" y="13174"/>
                  <a:pt x="67388" y="13192"/>
                </a:cubicBezTo>
                <a:cubicBezTo>
                  <a:pt x="67391" y="13195"/>
                  <a:pt x="67396" y="13197"/>
                  <a:pt x="67403" y="13197"/>
                </a:cubicBezTo>
                <a:cubicBezTo>
                  <a:pt x="67456" y="13197"/>
                  <a:pt x="67607" y="13094"/>
                  <a:pt x="67662" y="13040"/>
                </a:cubicBezTo>
                <a:cubicBezTo>
                  <a:pt x="67677" y="13032"/>
                  <a:pt x="67698" y="13028"/>
                  <a:pt x="67723" y="13028"/>
                </a:cubicBezTo>
                <a:cubicBezTo>
                  <a:pt x="67798" y="13028"/>
                  <a:pt x="67912" y="13063"/>
                  <a:pt x="68026" y="13131"/>
                </a:cubicBezTo>
                <a:lnTo>
                  <a:pt x="68209" y="13101"/>
                </a:lnTo>
                <a:lnTo>
                  <a:pt x="68634" y="12979"/>
                </a:lnTo>
                <a:close/>
                <a:moveTo>
                  <a:pt x="42737" y="13526"/>
                </a:moveTo>
                <a:cubicBezTo>
                  <a:pt x="42798" y="13526"/>
                  <a:pt x="43011" y="13709"/>
                  <a:pt x="43011" y="13769"/>
                </a:cubicBezTo>
                <a:cubicBezTo>
                  <a:pt x="43011" y="13830"/>
                  <a:pt x="42919" y="13861"/>
                  <a:pt x="42798" y="13861"/>
                </a:cubicBezTo>
                <a:lnTo>
                  <a:pt x="42737" y="13830"/>
                </a:lnTo>
                <a:lnTo>
                  <a:pt x="42646" y="13769"/>
                </a:lnTo>
                <a:cubicBezTo>
                  <a:pt x="42615" y="13648"/>
                  <a:pt x="42646" y="13557"/>
                  <a:pt x="42737" y="13557"/>
                </a:cubicBezTo>
                <a:lnTo>
                  <a:pt x="42737" y="13526"/>
                </a:lnTo>
                <a:close/>
                <a:moveTo>
                  <a:pt x="43658" y="13514"/>
                </a:moveTo>
                <a:cubicBezTo>
                  <a:pt x="43728" y="13514"/>
                  <a:pt x="43771" y="13529"/>
                  <a:pt x="43771" y="13557"/>
                </a:cubicBezTo>
                <a:lnTo>
                  <a:pt x="43771" y="13678"/>
                </a:lnTo>
                <a:cubicBezTo>
                  <a:pt x="43771" y="13769"/>
                  <a:pt x="43710" y="13830"/>
                  <a:pt x="43649" y="13861"/>
                </a:cubicBezTo>
                <a:lnTo>
                  <a:pt x="43619" y="13861"/>
                </a:lnTo>
                <a:cubicBezTo>
                  <a:pt x="43193" y="13769"/>
                  <a:pt x="43102" y="13709"/>
                  <a:pt x="43163" y="13678"/>
                </a:cubicBezTo>
                <a:lnTo>
                  <a:pt x="43315" y="13587"/>
                </a:lnTo>
                <a:cubicBezTo>
                  <a:pt x="43448" y="13537"/>
                  <a:pt x="43573" y="13514"/>
                  <a:pt x="43658" y="13514"/>
                </a:cubicBezTo>
                <a:close/>
                <a:moveTo>
                  <a:pt x="23894" y="13214"/>
                </a:moveTo>
                <a:cubicBezTo>
                  <a:pt x="23911" y="13214"/>
                  <a:pt x="23930" y="13217"/>
                  <a:pt x="23953" y="13222"/>
                </a:cubicBezTo>
                <a:cubicBezTo>
                  <a:pt x="23983" y="13222"/>
                  <a:pt x="24013" y="13313"/>
                  <a:pt x="24013" y="13344"/>
                </a:cubicBezTo>
                <a:cubicBezTo>
                  <a:pt x="24013" y="13344"/>
                  <a:pt x="23922" y="13374"/>
                  <a:pt x="23922" y="13405"/>
                </a:cubicBezTo>
                <a:lnTo>
                  <a:pt x="23892" y="13496"/>
                </a:lnTo>
                <a:cubicBezTo>
                  <a:pt x="24044" y="13557"/>
                  <a:pt x="24135" y="13648"/>
                  <a:pt x="24044" y="13678"/>
                </a:cubicBezTo>
                <a:lnTo>
                  <a:pt x="23953" y="13678"/>
                </a:lnTo>
                <a:cubicBezTo>
                  <a:pt x="23892" y="13678"/>
                  <a:pt x="23801" y="13557"/>
                  <a:pt x="23801" y="13526"/>
                </a:cubicBezTo>
                <a:cubicBezTo>
                  <a:pt x="23770" y="13465"/>
                  <a:pt x="23770" y="13435"/>
                  <a:pt x="23740" y="13435"/>
                </a:cubicBezTo>
                <a:cubicBezTo>
                  <a:pt x="23709" y="13557"/>
                  <a:pt x="23709" y="13678"/>
                  <a:pt x="23709" y="13800"/>
                </a:cubicBezTo>
                <a:cubicBezTo>
                  <a:pt x="23709" y="13861"/>
                  <a:pt x="23664" y="13876"/>
                  <a:pt x="23607" y="13876"/>
                </a:cubicBezTo>
                <a:cubicBezTo>
                  <a:pt x="23550" y="13876"/>
                  <a:pt x="23481" y="13861"/>
                  <a:pt x="23436" y="13861"/>
                </a:cubicBezTo>
                <a:cubicBezTo>
                  <a:pt x="23345" y="13861"/>
                  <a:pt x="23405" y="13800"/>
                  <a:pt x="23618" y="13769"/>
                </a:cubicBezTo>
                <a:lnTo>
                  <a:pt x="23466" y="13648"/>
                </a:lnTo>
                <a:cubicBezTo>
                  <a:pt x="23375" y="13557"/>
                  <a:pt x="23497" y="13496"/>
                  <a:pt x="23466" y="13435"/>
                </a:cubicBezTo>
                <a:lnTo>
                  <a:pt x="23375" y="13283"/>
                </a:lnTo>
                <a:cubicBezTo>
                  <a:pt x="23421" y="13237"/>
                  <a:pt x="23474" y="13215"/>
                  <a:pt x="23527" y="13215"/>
                </a:cubicBezTo>
                <a:cubicBezTo>
                  <a:pt x="23580" y="13215"/>
                  <a:pt x="23633" y="13237"/>
                  <a:pt x="23679" y="13283"/>
                </a:cubicBezTo>
                <a:cubicBezTo>
                  <a:pt x="23700" y="13305"/>
                  <a:pt x="23737" y="13326"/>
                  <a:pt x="23768" y="13326"/>
                </a:cubicBezTo>
                <a:cubicBezTo>
                  <a:pt x="23780" y="13326"/>
                  <a:pt x="23792" y="13322"/>
                  <a:pt x="23801" y="13313"/>
                </a:cubicBezTo>
                <a:cubicBezTo>
                  <a:pt x="23801" y="13264"/>
                  <a:pt x="23821" y="13214"/>
                  <a:pt x="23894" y="13214"/>
                </a:cubicBezTo>
                <a:close/>
                <a:moveTo>
                  <a:pt x="11458" y="13515"/>
                </a:moveTo>
                <a:cubicBezTo>
                  <a:pt x="11477" y="13515"/>
                  <a:pt x="11498" y="13519"/>
                  <a:pt x="11521" y="13526"/>
                </a:cubicBezTo>
                <a:cubicBezTo>
                  <a:pt x="11551" y="13526"/>
                  <a:pt x="11551" y="13557"/>
                  <a:pt x="11551" y="13617"/>
                </a:cubicBezTo>
                <a:cubicBezTo>
                  <a:pt x="11581" y="13709"/>
                  <a:pt x="11581" y="13769"/>
                  <a:pt x="11460" y="13769"/>
                </a:cubicBezTo>
                <a:cubicBezTo>
                  <a:pt x="11369" y="13800"/>
                  <a:pt x="11308" y="13830"/>
                  <a:pt x="11247" y="13861"/>
                </a:cubicBezTo>
                <a:lnTo>
                  <a:pt x="11126" y="13891"/>
                </a:lnTo>
                <a:cubicBezTo>
                  <a:pt x="11106" y="13894"/>
                  <a:pt x="11089" y="13896"/>
                  <a:pt x="11072" y="13896"/>
                </a:cubicBezTo>
                <a:cubicBezTo>
                  <a:pt x="10932" y="13896"/>
                  <a:pt x="10889" y="13784"/>
                  <a:pt x="10943" y="13648"/>
                </a:cubicBezTo>
                <a:lnTo>
                  <a:pt x="10943" y="13648"/>
                </a:lnTo>
                <a:lnTo>
                  <a:pt x="11186" y="13678"/>
                </a:lnTo>
                <a:cubicBezTo>
                  <a:pt x="11247" y="13678"/>
                  <a:pt x="11308" y="13678"/>
                  <a:pt x="11369" y="13617"/>
                </a:cubicBezTo>
                <a:cubicBezTo>
                  <a:pt x="11369" y="13549"/>
                  <a:pt x="11403" y="13515"/>
                  <a:pt x="11458" y="13515"/>
                </a:cubicBezTo>
                <a:close/>
                <a:moveTo>
                  <a:pt x="55716" y="13587"/>
                </a:moveTo>
                <a:lnTo>
                  <a:pt x="55959" y="13648"/>
                </a:lnTo>
                <a:cubicBezTo>
                  <a:pt x="55971" y="13654"/>
                  <a:pt x="55985" y="13656"/>
                  <a:pt x="55999" y="13656"/>
                </a:cubicBezTo>
                <a:cubicBezTo>
                  <a:pt x="56056" y="13656"/>
                  <a:pt x="56129" y="13617"/>
                  <a:pt x="56202" y="13617"/>
                </a:cubicBezTo>
                <a:lnTo>
                  <a:pt x="56294" y="13617"/>
                </a:lnTo>
                <a:cubicBezTo>
                  <a:pt x="56334" y="13617"/>
                  <a:pt x="56442" y="13604"/>
                  <a:pt x="56528" y="13604"/>
                </a:cubicBezTo>
                <a:cubicBezTo>
                  <a:pt x="56570" y="13604"/>
                  <a:pt x="56608" y="13607"/>
                  <a:pt x="56628" y="13617"/>
                </a:cubicBezTo>
                <a:cubicBezTo>
                  <a:pt x="56658" y="13648"/>
                  <a:pt x="56871" y="13800"/>
                  <a:pt x="56810" y="13830"/>
                </a:cubicBezTo>
                <a:cubicBezTo>
                  <a:pt x="56802" y="13847"/>
                  <a:pt x="56789" y="13855"/>
                  <a:pt x="56772" y="13855"/>
                </a:cubicBezTo>
                <a:cubicBezTo>
                  <a:pt x="56729" y="13855"/>
                  <a:pt x="56663" y="13805"/>
                  <a:pt x="56598" y="13739"/>
                </a:cubicBezTo>
                <a:lnTo>
                  <a:pt x="56385" y="13861"/>
                </a:lnTo>
                <a:lnTo>
                  <a:pt x="56202" y="13921"/>
                </a:lnTo>
                <a:cubicBezTo>
                  <a:pt x="55868" y="13891"/>
                  <a:pt x="55655" y="13739"/>
                  <a:pt x="55716" y="13587"/>
                </a:cubicBezTo>
                <a:close/>
                <a:moveTo>
                  <a:pt x="57848" y="13412"/>
                </a:moveTo>
                <a:cubicBezTo>
                  <a:pt x="57905" y="13412"/>
                  <a:pt x="57965" y="13420"/>
                  <a:pt x="57996" y="13435"/>
                </a:cubicBezTo>
                <a:cubicBezTo>
                  <a:pt x="58087" y="13465"/>
                  <a:pt x="58208" y="13496"/>
                  <a:pt x="58300" y="13496"/>
                </a:cubicBezTo>
                <a:cubicBezTo>
                  <a:pt x="58349" y="13471"/>
                  <a:pt x="58537" y="13427"/>
                  <a:pt x="58640" y="13427"/>
                </a:cubicBezTo>
                <a:cubicBezTo>
                  <a:pt x="58664" y="13427"/>
                  <a:pt x="58683" y="13429"/>
                  <a:pt x="58695" y="13435"/>
                </a:cubicBezTo>
                <a:cubicBezTo>
                  <a:pt x="58725" y="13496"/>
                  <a:pt x="58512" y="13617"/>
                  <a:pt x="58208" y="13739"/>
                </a:cubicBezTo>
                <a:lnTo>
                  <a:pt x="58056" y="13617"/>
                </a:lnTo>
                <a:lnTo>
                  <a:pt x="58026" y="13617"/>
                </a:lnTo>
                <a:cubicBezTo>
                  <a:pt x="58026" y="13596"/>
                  <a:pt x="57996" y="13574"/>
                  <a:pt x="57946" y="13574"/>
                </a:cubicBezTo>
                <a:cubicBezTo>
                  <a:pt x="57925" y="13574"/>
                  <a:pt x="57901" y="13578"/>
                  <a:pt x="57874" y="13587"/>
                </a:cubicBezTo>
                <a:cubicBezTo>
                  <a:pt x="57753" y="13678"/>
                  <a:pt x="57661" y="13800"/>
                  <a:pt x="57601" y="13921"/>
                </a:cubicBezTo>
                <a:lnTo>
                  <a:pt x="57479" y="13921"/>
                </a:lnTo>
                <a:cubicBezTo>
                  <a:pt x="57418" y="13921"/>
                  <a:pt x="57388" y="13830"/>
                  <a:pt x="57388" y="13769"/>
                </a:cubicBezTo>
                <a:cubicBezTo>
                  <a:pt x="57418" y="13739"/>
                  <a:pt x="57236" y="13739"/>
                  <a:pt x="57175" y="13739"/>
                </a:cubicBezTo>
                <a:cubicBezTo>
                  <a:pt x="57114" y="13739"/>
                  <a:pt x="57053" y="13709"/>
                  <a:pt x="57053" y="13709"/>
                </a:cubicBezTo>
                <a:cubicBezTo>
                  <a:pt x="57114" y="13648"/>
                  <a:pt x="57175" y="13557"/>
                  <a:pt x="57266" y="13496"/>
                </a:cubicBezTo>
                <a:cubicBezTo>
                  <a:pt x="57278" y="13490"/>
                  <a:pt x="57293" y="13488"/>
                  <a:pt x="57310" y="13488"/>
                </a:cubicBezTo>
                <a:cubicBezTo>
                  <a:pt x="57382" y="13488"/>
                  <a:pt x="57491" y="13532"/>
                  <a:pt x="57540" y="13557"/>
                </a:cubicBezTo>
                <a:cubicBezTo>
                  <a:pt x="57544" y="13561"/>
                  <a:pt x="57550" y="13563"/>
                  <a:pt x="57557" y="13563"/>
                </a:cubicBezTo>
                <a:cubicBezTo>
                  <a:pt x="57602" y="13563"/>
                  <a:pt x="57696" y="13488"/>
                  <a:pt x="57722" y="13435"/>
                </a:cubicBezTo>
                <a:cubicBezTo>
                  <a:pt x="57737" y="13420"/>
                  <a:pt x="57791" y="13412"/>
                  <a:pt x="57848" y="13412"/>
                </a:cubicBezTo>
                <a:close/>
                <a:moveTo>
                  <a:pt x="59819" y="13526"/>
                </a:moveTo>
                <a:cubicBezTo>
                  <a:pt x="59880" y="13526"/>
                  <a:pt x="60063" y="13617"/>
                  <a:pt x="60032" y="13617"/>
                </a:cubicBezTo>
                <a:cubicBezTo>
                  <a:pt x="60032" y="13648"/>
                  <a:pt x="60063" y="13678"/>
                  <a:pt x="60154" y="13678"/>
                </a:cubicBezTo>
                <a:lnTo>
                  <a:pt x="60215" y="13739"/>
                </a:lnTo>
                <a:cubicBezTo>
                  <a:pt x="60275" y="13800"/>
                  <a:pt x="60519" y="13769"/>
                  <a:pt x="60397" y="13891"/>
                </a:cubicBezTo>
                <a:cubicBezTo>
                  <a:pt x="60336" y="13921"/>
                  <a:pt x="60275" y="13937"/>
                  <a:pt x="60215" y="13937"/>
                </a:cubicBezTo>
                <a:cubicBezTo>
                  <a:pt x="60154" y="13937"/>
                  <a:pt x="60093" y="13921"/>
                  <a:pt x="60032" y="13891"/>
                </a:cubicBezTo>
                <a:lnTo>
                  <a:pt x="59911" y="13800"/>
                </a:lnTo>
                <a:cubicBezTo>
                  <a:pt x="59759" y="13648"/>
                  <a:pt x="59728" y="13526"/>
                  <a:pt x="59819" y="13526"/>
                </a:cubicBezTo>
                <a:close/>
                <a:moveTo>
                  <a:pt x="41743" y="13044"/>
                </a:moveTo>
                <a:cubicBezTo>
                  <a:pt x="41801" y="13044"/>
                  <a:pt x="41865" y="13080"/>
                  <a:pt x="41886" y="13101"/>
                </a:cubicBezTo>
                <a:cubicBezTo>
                  <a:pt x="41916" y="13131"/>
                  <a:pt x="41856" y="13253"/>
                  <a:pt x="41795" y="13313"/>
                </a:cubicBezTo>
                <a:cubicBezTo>
                  <a:pt x="41734" y="13344"/>
                  <a:pt x="41795" y="13435"/>
                  <a:pt x="41886" y="13496"/>
                </a:cubicBezTo>
                <a:lnTo>
                  <a:pt x="42068" y="13496"/>
                </a:lnTo>
                <a:cubicBezTo>
                  <a:pt x="42099" y="13481"/>
                  <a:pt x="42152" y="13473"/>
                  <a:pt x="42198" y="13473"/>
                </a:cubicBezTo>
                <a:cubicBezTo>
                  <a:pt x="42243" y="13473"/>
                  <a:pt x="42281" y="13481"/>
                  <a:pt x="42281" y="13496"/>
                </a:cubicBezTo>
                <a:lnTo>
                  <a:pt x="42342" y="13587"/>
                </a:lnTo>
                <a:cubicBezTo>
                  <a:pt x="42433" y="13617"/>
                  <a:pt x="42433" y="13678"/>
                  <a:pt x="42342" y="13678"/>
                </a:cubicBezTo>
                <a:lnTo>
                  <a:pt x="42160" y="13678"/>
                </a:lnTo>
                <a:cubicBezTo>
                  <a:pt x="42068" y="13709"/>
                  <a:pt x="42008" y="13830"/>
                  <a:pt x="42038" y="13921"/>
                </a:cubicBezTo>
                <a:lnTo>
                  <a:pt x="41886" y="13921"/>
                </a:lnTo>
                <a:cubicBezTo>
                  <a:pt x="41734" y="13921"/>
                  <a:pt x="41825" y="13800"/>
                  <a:pt x="41795" y="13739"/>
                </a:cubicBezTo>
                <a:cubicBezTo>
                  <a:pt x="41704" y="13709"/>
                  <a:pt x="41612" y="13678"/>
                  <a:pt x="41521" y="13678"/>
                </a:cubicBezTo>
                <a:cubicBezTo>
                  <a:pt x="41460" y="13678"/>
                  <a:pt x="41400" y="13709"/>
                  <a:pt x="41400" y="13739"/>
                </a:cubicBezTo>
                <a:lnTo>
                  <a:pt x="41460" y="13739"/>
                </a:lnTo>
                <a:lnTo>
                  <a:pt x="41460" y="13769"/>
                </a:lnTo>
                <a:cubicBezTo>
                  <a:pt x="41491" y="13830"/>
                  <a:pt x="41460" y="13891"/>
                  <a:pt x="41400" y="13891"/>
                </a:cubicBezTo>
                <a:lnTo>
                  <a:pt x="41339" y="13891"/>
                </a:lnTo>
                <a:cubicBezTo>
                  <a:pt x="41217" y="13891"/>
                  <a:pt x="41126" y="13830"/>
                  <a:pt x="41035" y="13830"/>
                </a:cubicBezTo>
                <a:cubicBezTo>
                  <a:pt x="40974" y="13830"/>
                  <a:pt x="40913" y="13861"/>
                  <a:pt x="40913" y="13921"/>
                </a:cubicBezTo>
                <a:cubicBezTo>
                  <a:pt x="40894" y="13979"/>
                  <a:pt x="40850" y="14000"/>
                  <a:pt x="40805" y="14000"/>
                </a:cubicBezTo>
                <a:cubicBezTo>
                  <a:pt x="40780" y="14000"/>
                  <a:pt x="40753" y="13993"/>
                  <a:pt x="40731" y="13982"/>
                </a:cubicBezTo>
                <a:lnTo>
                  <a:pt x="40701" y="13952"/>
                </a:lnTo>
                <a:cubicBezTo>
                  <a:pt x="40701" y="13921"/>
                  <a:pt x="40594" y="13906"/>
                  <a:pt x="40427" y="13906"/>
                </a:cubicBezTo>
                <a:cubicBezTo>
                  <a:pt x="40424" y="13906"/>
                  <a:pt x="40420" y="13906"/>
                  <a:pt x="40417" y="13906"/>
                </a:cubicBezTo>
                <a:lnTo>
                  <a:pt x="40417" y="13906"/>
                </a:lnTo>
                <a:lnTo>
                  <a:pt x="40397" y="13921"/>
                </a:lnTo>
                <a:cubicBezTo>
                  <a:pt x="40376" y="13917"/>
                  <a:pt x="40356" y="13913"/>
                  <a:pt x="40335" y="13908"/>
                </a:cubicBezTo>
                <a:lnTo>
                  <a:pt x="40335" y="13908"/>
                </a:lnTo>
                <a:cubicBezTo>
                  <a:pt x="40181" y="13912"/>
                  <a:pt x="39990" y="13927"/>
                  <a:pt x="39789" y="13952"/>
                </a:cubicBezTo>
                <a:lnTo>
                  <a:pt x="39667" y="13921"/>
                </a:lnTo>
                <a:lnTo>
                  <a:pt x="39454" y="13861"/>
                </a:lnTo>
                <a:cubicBezTo>
                  <a:pt x="39439" y="13921"/>
                  <a:pt x="39409" y="13952"/>
                  <a:pt x="39371" y="13952"/>
                </a:cubicBezTo>
                <a:cubicBezTo>
                  <a:pt x="39333" y="13952"/>
                  <a:pt x="39287" y="13921"/>
                  <a:pt x="39242" y="13861"/>
                </a:cubicBezTo>
                <a:lnTo>
                  <a:pt x="39150" y="13800"/>
                </a:lnTo>
                <a:lnTo>
                  <a:pt x="38998" y="13709"/>
                </a:lnTo>
                <a:cubicBezTo>
                  <a:pt x="39029" y="13617"/>
                  <a:pt x="39059" y="13526"/>
                  <a:pt x="39090" y="13435"/>
                </a:cubicBezTo>
                <a:lnTo>
                  <a:pt x="39181" y="13435"/>
                </a:lnTo>
                <a:cubicBezTo>
                  <a:pt x="39242" y="13496"/>
                  <a:pt x="39333" y="13587"/>
                  <a:pt x="39394" y="13678"/>
                </a:cubicBezTo>
                <a:lnTo>
                  <a:pt x="39576" y="13587"/>
                </a:lnTo>
                <a:lnTo>
                  <a:pt x="39637" y="13587"/>
                </a:lnTo>
                <a:cubicBezTo>
                  <a:pt x="39653" y="13590"/>
                  <a:pt x="39668" y="13592"/>
                  <a:pt x="39682" y="13592"/>
                </a:cubicBezTo>
                <a:cubicBezTo>
                  <a:pt x="39795" y="13592"/>
                  <a:pt x="39816" y="13489"/>
                  <a:pt x="39789" y="13435"/>
                </a:cubicBezTo>
                <a:cubicBezTo>
                  <a:pt x="39746" y="13414"/>
                  <a:pt x="39703" y="13392"/>
                  <a:pt x="39670" y="13392"/>
                </a:cubicBezTo>
                <a:cubicBezTo>
                  <a:pt x="39657" y="13392"/>
                  <a:pt x="39646" y="13396"/>
                  <a:pt x="39637" y="13405"/>
                </a:cubicBezTo>
                <a:lnTo>
                  <a:pt x="39576" y="13405"/>
                </a:lnTo>
                <a:cubicBezTo>
                  <a:pt x="39515" y="13405"/>
                  <a:pt x="39485" y="13405"/>
                  <a:pt x="39454" y="13344"/>
                </a:cubicBezTo>
                <a:cubicBezTo>
                  <a:pt x="39454" y="13313"/>
                  <a:pt x="39485" y="13253"/>
                  <a:pt x="39515" y="13253"/>
                </a:cubicBezTo>
                <a:lnTo>
                  <a:pt x="39637" y="13253"/>
                </a:lnTo>
                <a:cubicBezTo>
                  <a:pt x="39700" y="13240"/>
                  <a:pt x="39757" y="13233"/>
                  <a:pt x="39812" y="13233"/>
                </a:cubicBezTo>
                <a:cubicBezTo>
                  <a:pt x="39889" y="13233"/>
                  <a:pt x="39961" y="13247"/>
                  <a:pt x="40032" y="13283"/>
                </a:cubicBezTo>
                <a:lnTo>
                  <a:pt x="40032" y="13374"/>
                </a:lnTo>
                <a:cubicBezTo>
                  <a:pt x="40001" y="13496"/>
                  <a:pt x="40123" y="13648"/>
                  <a:pt x="40184" y="13678"/>
                </a:cubicBezTo>
                <a:cubicBezTo>
                  <a:pt x="40336" y="13678"/>
                  <a:pt x="40488" y="13648"/>
                  <a:pt x="40640" y="13587"/>
                </a:cubicBezTo>
                <a:cubicBezTo>
                  <a:pt x="40668" y="13568"/>
                  <a:pt x="40688" y="13561"/>
                  <a:pt x="40701" y="13561"/>
                </a:cubicBezTo>
                <a:cubicBezTo>
                  <a:pt x="40731" y="13561"/>
                  <a:pt x="40731" y="13596"/>
                  <a:pt x="40731" y="13617"/>
                </a:cubicBezTo>
                <a:cubicBezTo>
                  <a:pt x="40688" y="13661"/>
                  <a:pt x="40660" y="13704"/>
                  <a:pt x="40625" y="13737"/>
                </a:cubicBezTo>
                <a:lnTo>
                  <a:pt x="40625" y="13737"/>
                </a:lnTo>
                <a:cubicBezTo>
                  <a:pt x="40550" y="13728"/>
                  <a:pt x="40473" y="13724"/>
                  <a:pt x="40397" y="13724"/>
                </a:cubicBezTo>
                <a:cubicBezTo>
                  <a:pt x="40252" y="13724"/>
                  <a:pt x="40108" y="13739"/>
                  <a:pt x="39971" y="13769"/>
                </a:cubicBezTo>
                <a:cubicBezTo>
                  <a:pt x="40076" y="13822"/>
                  <a:pt x="40204" y="13875"/>
                  <a:pt x="40335" y="13908"/>
                </a:cubicBezTo>
                <a:lnTo>
                  <a:pt x="40335" y="13908"/>
                </a:lnTo>
                <a:cubicBezTo>
                  <a:pt x="40364" y="13907"/>
                  <a:pt x="40391" y="13906"/>
                  <a:pt x="40417" y="13906"/>
                </a:cubicBezTo>
                <a:lnTo>
                  <a:pt x="40417" y="13906"/>
                </a:lnTo>
                <a:lnTo>
                  <a:pt x="40518" y="13830"/>
                </a:lnTo>
                <a:lnTo>
                  <a:pt x="40579" y="13769"/>
                </a:lnTo>
                <a:cubicBezTo>
                  <a:pt x="40596" y="13761"/>
                  <a:pt x="40611" y="13750"/>
                  <a:pt x="40625" y="13737"/>
                </a:cubicBezTo>
                <a:lnTo>
                  <a:pt x="40625" y="13737"/>
                </a:lnTo>
                <a:cubicBezTo>
                  <a:pt x="40692" y="13744"/>
                  <a:pt x="40758" y="13755"/>
                  <a:pt x="40822" y="13769"/>
                </a:cubicBezTo>
                <a:lnTo>
                  <a:pt x="40822" y="13739"/>
                </a:lnTo>
                <a:cubicBezTo>
                  <a:pt x="40883" y="13587"/>
                  <a:pt x="40974" y="13557"/>
                  <a:pt x="41126" y="13557"/>
                </a:cubicBezTo>
                <a:lnTo>
                  <a:pt x="41156" y="13557"/>
                </a:lnTo>
                <a:cubicBezTo>
                  <a:pt x="41174" y="13548"/>
                  <a:pt x="41195" y="13544"/>
                  <a:pt x="41215" y="13544"/>
                </a:cubicBezTo>
                <a:cubicBezTo>
                  <a:pt x="41265" y="13544"/>
                  <a:pt x="41317" y="13566"/>
                  <a:pt x="41339" y="13587"/>
                </a:cubicBezTo>
                <a:cubicBezTo>
                  <a:pt x="41342" y="13590"/>
                  <a:pt x="41347" y="13592"/>
                  <a:pt x="41354" y="13592"/>
                </a:cubicBezTo>
                <a:cubicBezTo>
                  <a:pt x="41408" y="13592"/>
                  <a:pt x="41558" y="13492"/>
                  <a:pt x="41612" y="13465"/>
                </a:cubicBezTo>
                <a:cubicBezTo>
                  <a:pt x="41673" y="13435"/>
                  <a:pt x="41612" y="13131"/>
                  <a:pt x="41673" y="13070"/>
                </a:cubicBezTo>
                <a:cubicBezTo>
                  <a:pt x="41692" y="13051"/>
                  <a:pt x="41717" y="13044"/>
                  <a:pt x="41743" y="13044"/>
                </a:cubicBezTo>
                <a:close/>
                <a:moveTo>
                  <a:pt x="65716" y="13830"/>
                </a:moveTo>
                <a:cubicBezTo>
                  <a:pt x="65777" y="13830"/>
                  <a:pt x="65868" y="13830"/>
                  <a:pt x="65899" y="13891"/>
                </a:cubicBezTo>
                <a:cubicBezTo>
                  <a:pt x="65929" y="13921"/>
                  <a:pt x="65868" y="14013"/>
                  <a:pt x="65868" y="14043"/>
                </a:cubicBezTo>
                <a:lnTo>
                  <a:pt x="65260" y="14043"/>
                </a:lnTo>
                <a:cubicBezTo>
                  <a:pt x="65108" y="14013"/>
                  <a:pt x="65048" y="13982"/>
                  <a:pt x="65169" y="13982"/>
                </a:cubicBezTo>
                <a:lnTo>
                  <a:pt x="65139" y="13982"/>
                </a:lnTo>
                <a:cubicBezTo>
                  <a:pt x="65351" y="13952"/>
                  <a:pt x="65534" y="13891"/>
                  <a:pt x="65716" y="13830"/>
                </a:cubicBezTo>
                <a:close/>
                <a:moveTo>
                  <a:pt x="14375" y="13605"/>
                </a:moveTo>
                <a:cubicBezTo>
                  <a:pt x="14388" y="13605"/>
                  <a:pt x="14399" y="13609"/>
                  <a:pt x="14408" y="13617"/>
                </a:cubicBezTo>
                <a:lnTo>
                  <a:pt x="14439" y="13617"/>
                </a:lnTo>
                <a:cubicBezTo>
                  <a:pt x="14439" y="13709"/>
                  <a:pt x="14408" y="13800"/>
                  <a:pt x="14378" y="13891"/>
                </a:cubicBezTo>
                <a:cubicBezTo>
                  <a:pt x="14347" y="13952"/>
                  <a:pt x="14256" y="14073"/>
                  <a:pt x="14195" y="14073"/>
                </a:cubicBezTo>
                <a:cubicBezTo>
                  <a:pt x="14191" y="14076"/>
                  <a:pt x="14185" y="14077"/>
                  <a:pt x="14179" y="14077"/>
                </a:cubicBezTo>
                <a:cubicBezTo>
                  <a:pt x="14103" y="14077"/>
                  <a:pt x="13915" y="13921"/>
                  <a:pt x="13831" y="13921"/>
                </a:cubicBezTo>
                <a:cubicBezTo>
                  <a:pt x="13709" y="13921"/>
                  <a:pt x="13709" y="13891"/>
                  <a:pt x="13831" y="13861"/>
                </a:cubicBezTo>
                <a:lnTo>
                  <a:pt x="13922" y="13891"/>
                </a:lnTo>
                <a:lnTo>
                  <a:pt x="14165" y="13921"/>
                </a:lnTo>
                <a:cubicBezTo>
                  <a:pt x="14226" y="13830"/>
                  <a:pt x="14256" y="13739"/>
                  <a:pt x="14256" y="13648"/>
                </a:cubicBezTo>
                <a:lnTo>
                  <a:pt x="14287" y="13648"/>
                </a:lnTo>
                <a:cubicBezTo>
                  <a:pt x="14308" y="13626"/>
                  <a:pt x="14345" y="13605"/>
                  <a:pt x="14375" y="13605"/>
                </a:cubicBezTo>
                <a:close/>
                <a:moveTo>
                  <a:pt x="38512" y="13344"/>
                </a:moveTo>
                <a:cubicBezTo>
                  <a:pt x="38573" y="13405"/>
                  <a:pt x="38664" y="13496"/>
                  <a:pt x="38694" y="13526"/>
                </a:cubicBezTo>
                <a:lnTo>
                  <a:pt x="38725" y="13557"/>
                </a:lnTo>
                <a:lnTo>
                  <a:pt x="38968" y="13739"/>
                </a:lnTo>
                <a:cubicBezTo>
                  <a:pt x="38846" y="13830"/>
                  <a:pt x="38755" y="13982"/>
                  <a:pt x="38786" y="14013"/>
                </a:cubicBezTo>
                <a:cubicBezTo>
                  <a:pt x="38786" y="14043"/>
                  <a:pt x="38755" y="14073"/>
                  <a:pt x="38694" y="14073"/>
                </a:cubicBezTo>
                <a:lnTo>
                  <a:pt x="38573" y="14073"/>
                </a:lnTo>
                <a:cubicBezTo>
                  <a:pt x="38500" y="14090"/>
                  <a:pt x="38433" y="14097"/>
                  <a:pt x="38375" y="14097"/>
                </a:cubicBezTo>
                <a:cubicBezTo>
                  <a:pt x="38217" y="14097"/>
                  <a:pt x="38125" y="14041"/>
                  <a:pt x="38147" y="13952"/>
                </a:cubicBezTo>
                <a:lnTo>
                  <a:pt x="38208" y="13891"/>
                </a:lnTo>
                <a:lnTo>
                  <a:pt x="38299" y="13769"/>
                </a:lnTo>
                <a:cubicBezTo>
                  <a:pt x="38376" y="13795"/>
                  <a:pt x="38443" y="13804"/>
                  <a:pt x="38491" y="13804"/>
                </a:cubicBezTo>
                <a:cubicBezTo>
                  <a:pt x="38557" y="13804"/>
                  <a:pt x="38590" y="13787"/>
                  <a:pt x="38573" y="13769"/>
                </a:cubicBezTo>
                <a:cubicBezTo>
                  <a:pt x="38451" y="13648"/>
                  <a:pt x="38330" y="13526"/>
                  <a:pt x="38208" y="13435"/>
                </a:cubicBezTo>
                <a:cubicBezTo>
                  <a:pt x="38147" y="13374"/>
                  <a:pt x="38208" y="13344"/>
                  <a:pt x="38299" y="13344"/>
                </a:cubicBezTo>
                <a:close/>
                <a:moveTo>
                  <a:pt x="35928" y="13557"/>
                </a:moveTo>
                <a:cubicBezTo>
                  <a:pt x="35959" y="13557"/>
                  <a:pt x="36020" y="13617"/>
                  <a:pt x="36050" y="13617"/>
                </a:cubicBezTo>
                <a:lnTo>
                  <a:pt x="35898" y="14013"/>
                </a:lnTo>
                <a:lnTo>
                  <a:pt x="35868" y="14104"/>
                </a:lnTo>
                <a:cubicBezTo>
                  <a:pt x="35861" y="14130"/>
                  <a:pt x="35836" y="14141"/>
                  <a:pt x="35800" y="14141"/>
                </a:cubicBezTo>
                <a:cubicBezTo>
                  <a:pt x="35762" y="14141"/>
                  <a:pt x="35712" y="14129"/>
                  <a:pt x="35657" y="14111"/>
                </a:cubicBezTo>
                <a:lnTo>
                  <a:pt x="35657" y="14111"/>
                </a:lnTo>
                <a:cubicBezTo>
                  <a:pt x="35695" y="14081"/>
                  <a:pt x="35730" y="14032"/>
                  <a:pt x="35746" y="13982"/>
                </a:cubicBezTo>
                <a:lnTo>
                  <a:pt x="35776" y="13891"/>
                </a:lnTo>
                <a:lnTo>
                  <a:pt x="35837" y="13830"/>
                </a:lnTo>
                <a:cubicBezTo>
                  <a:pt x="35776" y="13769"/>
                  <a:pt x="35807" y="13678"/>
                  <a:pt x="35868" y="13617"/>
                </a:cubicBezTo>
                <a:lnTo>
                  <a:pt x="35928" y="13557"/>
                </a:lnTo>
                <a:close/>
                <a:moveTo>
                  <a:pt x="53498" y="13885"/>
                </a:moveTo>
                <a:cubicBezTo>
                  <a:pt x="53509" y="13885"/>
                  <a:pt x="53519" y="13887"/>
                  <a:pt x="53528" y="13891"/>
                </a:cubicBezTo>
                <a:lnTo>
                  <a:pt x="53680" y="13952"/>
                </a:lnTo>
                <a:cubicBezTo>
                  <a:pt x="53831" y="14073"/>
                  <a:pt x="53892" y="14195"/>
                  <a:pt x="53831" y="14195"/>
                </a:cubicBezTo>
                <a:lnTo>
                  <a:pt x="53831" y="14165"/>
                </a:lnTo>
                <a:cubicBezTo>
                  <a:pt x="53771" y="14165"/>
                  <a:pt x="53680" y="14134"/>
                  <a:pt x="53710" y="14104"/>
                </a:cubicBezTo>
                <a:cubicBezTo>
                  <a:pt x="53710" y="14073"/>
                  <a:pt x="53649" y="14043"/>
                  <a:pt x="53558" y="14043"/>
                </a:cubicBezTo>
                <a:lnTo>
                  <a:pt x="53406" y="14043"/>
                </a:lnTo>
                <a:cubicBezTo>
                  <a:pt x="53379" y="14052"/>
                  <a:pt x="53353" y="14056"/>
                  <a:pt x="53328" y="14056"/>
                </a:cubicBezTo>
                <a:cubicBezTo>
                  <a:pt x="53269" y="14056"/>
                  <a:pt x="53224" y="14034"/>
                  <a:pt x="53224" y="14013"/>
                </a:cubicBezTo>
                <a:cubicBezTo>
                  <a:pt x="53302" y="13960"/>
                  <a:pt x="53426" y="13885"/>
                  <a:pt x="53498" y="13885"/>
                </a:cubicBezTo>
                <a:close/>
                <a:moveTo>
                  <a:pt x="35427" y="14058"/>
                </a:moveTo>
                <a:cubicBezTo>
                  <a:pt x="35465" y="14058"/>
                  <a:pt x="35503" y="14073"/>
                  <a:pt x="35533" y="14104"/>
                </a:cubicBezTo>
                <a:lnTo>
                  <a:pt x="35564" y="14134"/>
                </a:lnTo>
                <a:cubicBezTo>
                  <a:pt x="35569" y="14137"/>
                  <a:pt x="35575" y="14139"/>
                  <a:pt x="35580" y="14139"/>
                </a:cubicBezTo>
                <a:lnTo>
                  <a:pt x="35580" y="14139"/>
                </a:lnTo>
                <a:cubicBezTo>
                  <a:pt x="35575" y="14158"/>
                  <a:pt x="35570" y="14176"/>
                  <a:pt x="35564" y="14195"/>
                </a:cubicBezTo>
                <a:lnTo>
                  <a:pt x="35472" y="14225"/>
                </a:lnTo>
                <a:cubicBezTo>
                  <a:pt x="35321" y="14225"/>
                  <a:pt x="35290" y="14195"/>
                  <a:pt x="35321" y="14104"/>
                </a:cubicBezTo>
                <a:cubicBezTo>
                  <a:pt x="35351" y="14073"/>
                  <a:pt x="35389" y="14058"/>
                  <a:pt x="35427" y="14058"/>
                </a:cubicBezTo>
                <a:close/>
                <a:moveTo>
                  <a:pt x="35442" y="13617"/>
                </a:moveTo>
                <a:cubicBezTo>
                  <a:pt x="35574" y="13670"/>
                  <a:pt x="35637" y="13860"/>
                  <a:pt x="35592" y="14088"/>
                </a:cubicBezTo>
                <a:lnTo>
                  <a:pt x="35592" y="14088"/>
                </a:lnTo>
                <a:cubicBezTo>
                  <a:pt x="35473" y="14043"/>
                  <a:pt x="35348" y="13980"/>
                  <a:pt x="35290" y="13952"/>
                </a:cubicBezTo>
                <a:cubicBezTo>
                  <a:pt x="35194" y="13894"/>
                  <a:pt x="35122" y="13873"/>
                  <a:pt x="35082" y="13873"/>
                </a:cubicBezTo>
                <a:cubicBezTo>
                  <a:pt x="35059" y="13873"/>
                  <a:pt x="35047" y="13880"/>
                  <a:pt x="35047" y="13891"/>
                </a:cubicBezTo>
                <a:cubicBezTo>
                  <a:pt x="35108" y="13952"/>
                  <a:pt x="35290" y="14043"/>
                  <a:pt x="35169" y="14104"/>
                </a:cubicBezTo>
                <a:cubicBezTo>
                  <a:pt x="35144" y="14129"/>
                  <a:pt x="35121" y="14138"/>
                  <a:pt x="35099" y="14138"/>
                </a:cubicBezTo>
                <a:cubicBezTo>
                  <a:pt x="35042" y="14138"/>
                  <a:pt x="34992" y="14073"/>
                  <a:pt x="34925" y="14073"/>
                </a:cubicBezTo>
                <a:lnTo>
                  <a:pt x="34865" y="14073"/>
                </a:lnTo>
                <a:cubicBezTo>
                  <a:pt x="34847" y="14091"/>
                  <a:pt x="34813" y="14099"/>
                  <a:pt x="34773" y="14099"/>
                </a:cubicBezTo>
                <a:cubicBezTo>
                  <a:pt x="34674" y="14099"/>
                  <a:pt x="34534" y="14056"/>
                  <a:pt x="34469" y="14013"/>
                </a:cubicBezTo>
                <a:cubicBezTo>
                  <a:pt x="34455" y="14003"/>
                  <a:pt x="34440" y="13998"/>
                  <a:pt x="34426" y="13998"/>
                </a:cubicBezTo>
                <a:cubicBezTo>
                  <a:pt x="34351" y="13998"/>
                  <a:pt x="34287" y="14114"/>
                  <a:pt x="34287" y="14165"/>
                </a:cubicBezTo>
                <a:cubicBezTo>
                  <a:pt x="34287" y="14192"/>
                  <a:pt x="34212" y="14321"/>
                  <a:pt x="34129" y="14321"/>
                </a:cubicBezTo>
                <a:cubicBezTo>
                  <a:pt x="34121" y="14321"/>
                  <a:pt x="34113" y="14319"/>
                  <a:pt x="34105" y="14317"/>
                </a:cubicBezTo>
                <a:cubicBezTo>
                  <a:pt x="34044" y="14286"/>
                  <a:pt x="33983" y="14256"/>
                  <a:pt x="33922" y="14225"/>
                </a:cubicBezTo>
                <a:cubicBezTo>
                  <a:pt x="33869" y="14279"/>
                  <a:pt x="33820" y="14298"/>
                  <a:pt x="33777" y="14298"/>
                </a:cubicBezTo>
                <a:cubicBezTo>
                  <a:pt x="33674" y="14298"/>
                  <a:pt x="33600" y="14186"/>
                  <a:pt x="33558" y="14165"/>
                </a:cubicBezTo>
                <a:cubicBezTo>
                  <a:pt x="33497" y="14134"/>
                  <a:pt x="33345" y="14134"/>
                  <a:pt x="33375" y="14043"/>
                </a:cubicBezTo>
                <a:cubicBezTo>
                  <a:pt x="33406" y="13921"/>
                  <a:pt x="33406" y="13800"/>
                  <a:pt x="33497" y="13739"/>
                </a:cubicBezTo>
                <a:lnTo>
                  <a:pt x="33649" y="13648"/>
                </a:lnTo>
                <a:cubicBezTo>
                  <a:pt x="33770" y="13769"/>
                  <a:pt x="33831" y="13861"/>
                  <a:pt x="33740" y="13861"/>
                </a:cubicBezTo>
                <a:lnTo>
                  <a:pt x="33649" y="13861"/>
                </a:lnTo>
                <a:cubicBezTo>
                  <a:pt x="33618" y="13891"/>
                  <a:pt x="33588" y="13921"/>
                  <a:pt x="33588" y="13952"/>
                </a:cubicBezTo>
                <a:cubicBezTo>
                  <a:pt x="33588" y="13982"/>
                  <a:pt x="33618" y="14013"/>
                  <a:pt x="33649" y="14043"/>
                </a:cubicBezTo>
                <a:lnTo>
                  <a:pt x="33801" y="14073"/>
                </a:lnTo>
                <a:lnTo>
                  <a:pt x="34074" y="14073"/>
                </a:lnTo>
                <a:cubicBezTo>
                  <a:pt x="34074" y="14043"/>
                  <a:pt x="34165" y="13891"/>
                  <a:pt x="34135" y="13830"/>
                </a:cubicBezTo>
                <a:cubicBezTo>
                  <a:pt x="34105" y="13769"/>
                  <a:pt x="34226" y="13648"/>
                  <a:pt x="34287" y="13648"/>
                </a:cubicBezTo>
                <a:lnTo>
                  <a:pt x="34500" y="13648"/>
                </a:lnTo>
                <a:cubicBezTo>
                  <a:pt x="34621" y="13678"/>
                  <a:pt x="34743" y="13678"/>
                  <a:pt x="34834" y="13678"/>
                </a:cubicBezTo>
                <a:cubicBezTo>
                  <a:pt x="35017" y="13678"/>
                  <a:pt x="35169" y="13617"/>
                  <a:pt x="35321" y="13617"/>
                </a:cubicBezTo>
                <a:close/>
                <a:moveTo>
                  <a:pt x="58847" y="14073"/>
                </a:moveTo>
                <a:cubicBezTo>
                  <a:pt x="58877" y="14073"/>
                  <a:pt x="58847" y="14256"/>
                  <a:pt x="58695" y="14317"/>
                </a:cubicBezTo>
                <a:lnTo>
                  <a:pt x="58573" y="14377"/>
                </a:lnTo>
                <a:cubicBezTo>
                  <a:pt x="58391" y="14377"/>
                  <a:pt x="58208" y="14347"/>
                  <a:pt x="58056" y="14317"/>
                </a:cubicBezTo>
                <a:cubicBezTo>
                  <a:pt x="58026" y="14286"/>
                  <a:pt x="58026" y="14256"/>
                  <a:pt x="58056" y="14225"/>
                </a:cubicBezTo>
                <a:cubicBezTo>
                  <a:pt x="58056" y="14225"/>
                  <a:pt x="58087" y="14195"/>
                  <a:pt x="58117" y="14195"/>
                </a:cubicBezTo>
                <a:lnTo>
                  <a:pt x="58269" y="14317"/>
                </a:lnTo>
                <a:cubicBezTo>
                  <a:pt x="58452" y="14256"/>
                  <a:pt x="58786" y="14195"/>
                  <a:pt x="58786" y="14134"/>
                </a:cubicBezTo>
                <a:cubicBezTo>
                  <a:pt x="58816" y="14073"/>
                  <a:pt x="58816" y="14073"/>
                  <a:pt x="58847" y="14073"/>
                </a:cubicBezTo>
                <a:close/>
                <a:moveTo>
                  <a:pt x="49272" y="13769"/>
                </a:moveTo>
                <a:lnTo>
                  <a:pt x="49303" y="13800"/>
                </a:lnTo>
                <a:lnTo>
                  <a:pt x="49394" y="13830"/>
                </a:lnTo>
                <a:cubicBezTo>
                  <a:pt x="49394" y="13921"/>
                  <a:pt x="49363" y="14043"/>
                  <a:pt x="49333" y="14165"/>
                </a:cubicBezTo>
                <a:cubicBezTo>
                  <a:pt x="49303" y="14195"/>
                  <a:pt x="49181" y="14195"/>
                  <a:pt x="49151" y="14195"/>
                </a:cubicBezTo>
                <a:cubicBezTo>
                  <a:pt x="49142" y="14186"/>
                  <a:pt x="49130" y="14182"/>
                  <a:pt x="49118" y="14182"/>
                </a:cubicBezTo>
                <a:cubicBezTo>
                  <a:pt x="49090" y="14182"/>
                  <a:pt x="49059" y="14204"/>
                  <a:pt x="49059" y="14225"/>
                </a:cubicBezTo>
                <a:lnTo>
                  <a:pt x="49151" y="14317"/>
                </a:lnTo>
                <a:cubicBezTo>
                  <a:pt x="49242" y="14438"/>
                  <a:pt x="49272" y="14499"/>
                  <a:pt x="49211" y="14499"/>
                </a:cubicBezTo>
                <a:lnTo>
                  <a:pt x="49090" y="14499"/>
                </a:lnTo>
                <a:cubicBezTo>
                  <a:pt x="48999" y="14499"/>
                  <a:pt x="48907" y="14438"/>
                  <a:pt x="48907" y="14377"/>
                </a:cubicBezTo>
                <a:cubicBezTo>
                  <a:pt x="48907" y="14335"/>
                  <a:pt x="48790" y="14278"/>
                  <a:pt x="48718" y="14278"/>
                </a:cubicBezTo>
                <a:cubicBezTo>
                  <a:pt x="48687" y="14278"/>
                  <a:pt x="48664" y="14289"/>
                  <a:pt x="48664" y="14317"/>
                </a:cubicBezTo>
                <a:cubicBezTo>
                  <a:pt x="48664" y="14333"/>
                  <a:pt x="48648" y="14341"/>
                  <a:pt x="48624" y="14341"/>
                </a:cubicBezTo>
                <a:cubicBezTo>
                  <a:pt x="48564" y="14341"/>
                  <a:pt x="48460" y="14291"/>
                  <a:pt x="48482" y="14225"/>
                </a:cubicBezTo>
                <a:cubicBezTo>
                  <a:pt x="48543" y="14104"/>
                  <a:pt x="48603" y="14013"/>
                  <a:pt x="48695" y="13921"/>
                </a:cubicBezTo>
                <a:lnTo>
                  <a:pt x="48968" y="13921"/>
                </a:lnTo>
                <a:cubicBezTo>
                  <a:pt x="49059" y="13861"/>
                  <a:pt x="49151" y="13800"/>
                  <a:pt x="49272" y="13769"/>
                </a:cubicBezTo>
                <a:close/>
                <a:moveTo>
                  <a:pt x="43375" y="14013"/>
                </a:moveTo>
                <a:lnTo>
                  <a:pt x="43527" y="14134"/>
                </a:lnTo>
                <a:cubicBezTo>
                  <a:pt x="43558" y="14154"/>
                  <a:pt x="43578" y="14161"/>
                  <a:pt x="43594" y="14161"/>
                </a:cubicBezTo>
                <a:cubicBezTo>
                  <a:pt x="43625" y="14161"/>
                  <a:pt x="43639" y="14134"/>
                  <a:pt x="43679" y="14134"/>
                </a:cubicBezTo>
                <a:cubicBezTo>
                  <a:pt x="43720" y="14114"/>
                  <a:pt x="43759" y="14105"/>
                  <a:pt x="43795" y="14105"/>
                </a:cubicBezTo>
                <a:cubicBezTo>
                  <a:pt x="43918" y="14105"/>
                  <a:pt x="44018" y="14202"/>
                  <a:pt x="44135" y="14225"/>
                </a:cubicBezTo>
                <a:cubicBezTo>
                  <a:pt x="44196" y="14225"/>
                  <a:pt x="44166" y="14377"/>
                  <a:pt x="44074" y="14438"/>
                </a:cubicBezTo>
                <a:lnTo>
                  <a:pt x="43983" y="14499"/>
                </a:lnTo>
                <a:cubicBezTo>
                  <a:pt x="43953" y="14519"/>
                  <a:pt x="43916" y="14529"/>
                  <a:pt x="43877" y="14529"/>
                </a:cubicBezTo>
                <a:cubicBezTo>
                  <a:pt x="43801" y="14529"/>
                  <a:pt x="43720" y="14489"/>
                  <a:pt x="43679" y="14408"/>
                </a:cubicBezTo>
                <a:lnTo>
                  <a:pt x="43558" y="14347"/>
                </a:lnTo>
                <a:lnTo>
                  <a:pt x="43436" y="14347"/>
                </a:lnTo>
                <a:cubicBezTo>
                  <a:pt x="43345" y="14256"/>
                  <a:pt x="43315" y="14104"/>
                  <a:pt x="43375" y="14013"/>
                </a:cubicBezTo>
                <a:close/>
                <a:moveTo>
                  <a:pt x="45229" y="14189"/>
                </a:moveTo>
                <a:cubicBezTo>
                  <a:pt x="45238" y="14189"/>
                  <a:pt x="45248" y="14191"/>
                  <a:pt x="45260" y="14195"/>
                </a:cubicBezTo>
                <a:cubicBezTo>
                  <a:pt x="45412" y="14256"/>
                  <a:pt x="45381" y="14499"/>
                  <a:pt x="45199" y="14499"/>
                </a:cubicBezTo>
                <a:lnTo>
                  <a:pt x="45047" y="14560"/>
                </a:lnTo>
                <a:lnTo>
                  <a:pt x="45017" y="14560"/>
                </a:lnTo>
                <a:cubicBezTo>
                  <a:pt x="44956" y="14499"/>
                  <a:pt x="44926" y="14438"/>
                  <a:pt x="44956" y="14377"/>
                </a:cubicBezTo>
                <a:lnTo>
                  <a:pt x="45199" y="14377"/>
                </a:lnTo>
                <a:cubicBezTo>
                  <a:pt x="45173" y="14272"/>
                  <a:pt x="45169" y="14189"/>
                  <a:pt x="45229" y="14189"/>
                </a:cubicBezTo>
                <a:close/>
                <a:moveTo>
                  <a:pt x="56719" y="14225"/>
                </a:moveTo>
                <a:cubicBezTo>
                  <a:pt x="56780" y="14225"/>
                  <a:pt x="56810" y="14317"/>
                  <a:pt x="56780" y="14377"/>
                </a:cubicBezTo>
                <a:lnTo>
                  <a:pt x="56719" y="14377"/>
                </a:lnTo>
                <a:cubicBezTo>
                  <a:pt x="56598" y="14408"/>
                  <a:pt x="56476" y="14438"/>
                  <a:pt x="56354" y="14468"/>
                </a:cubicBezTo>
                <a:lnTo>
                  <a:pt x="56354" y="14529"/>
                </a:lnTo>
                <a:lnTo>
                  <a:pt x="56354" y="14560"/>
                </a:lnTo>
                <a:cubicBezTo>
                  <a:pt x="56324" y="14590"/>
                  <a:pt x="56263" y="14590"/>
                  <a:pt x="56233" y="14590"/>
                </a:cubicBezTo>
                <a:cubicBezTo>
                  <a:pt x="56202" y="14529"/>
                  <a:pt x="56202" y="14468"/>
                  <a:pt x="56202" y="14408"/>
                </a:cubicBezTo>
                <a:cubicBezTo>
                  <a:pt x="56202" y="14377"/>
                  <a:pt x="56324" y="14286"/>
                  <a:pt x="56506" y="14256"/>
                </a:cubicBezTo>
                <a:lnTo>
                  <a:pt x="56658" y="14225"/>
                </a:lnTo>
                <a:close/>
                <a:moveTo>
                  <a:pt x="69794" y="14091"/>
                </a:moveTo>
                <a:cubicBezTo>
                  <a:pt x="69855" y="14091"/>
                  <a:pt x="69929" y="14113"/>
                  <a:pt x="69972" y="14134"/>
                </a:cubicBezTo>
                <a:cubicBezTo>
                  <a:pt x="70032" y="14165"/>
                  <a:pt x="70093" y="14225"/>
                  <a:pt x="70063" y="14317"/>
                </a:cubicBezTo>
                <a:cubicBezTo>
                  <a:pt x="70039" y="14352"/>
                  <a:pt x="70010" y="14365"/>
                  <a:pt x="69981" y="14365"/>
                </a:cubicBezTo>
                <a:cubicBezTo>
                  <a:pt x="69935" y="14365"/>
                  <a:pt x="69887" y="14335"/>
                  <a:pt x="69850" y="14317"/>
                </a:cubicBezTo>
                <a:lnTo>
                  <a:pt x="69820" y="14286"/>
                </a:lnTo>
                <a:cubicBezTo>
                  <a:pt x="69759" y="14286"/>
                  <a:pt x="69607" y="14499"/>
                  <a:pt x="69546" y="14590"/>
                </a:cubicBezTo>
                <a:cubicBezTo>
                  <a:pt x="69536" y="14600"/>
                  <a:pt x="69522" y="14604"/>
                  <a:pt x="69506" y="14604"/>
                </a:cubicBezTo>
                <a:cubicBezTo>
                  <a:pt x="69421" y="14604"/>
                  <a:pt x="69268" y="14489"/>
                  <a:pt x="69242" y="14438"/>
                </a:cubicBezTo>
                <a:cubicBezTo>
                  <a:pt x="69181" y="14347"/>
                  <a:pt x="69242" y="14225"/>
                  <a:pt x="69364" y="14165"/>
                </a:cubicBezTo>
                <a:lnTo>
                  <a:pt x="69485" y="14134"/>
                </a:lnTo>
                <a:cubicBezTo>
                  <a:pt x="69516" y="14119"/>
                  <a:pt x="69569" y="14119"/>
                  <a:pt x="69618" y="14119"/>
                </a:cubicBezTo>
                <a:cubicBezTo>
                  <a:pt x="69668" y="14119"/>
                  <a:pt x="69713" y="14119"/>
                  <a:pt x="69728" y="14104"/>
                </a:cubicBezTo>
                <a:cubicBezTo>
                  <a:pt x="69746" y="14095"/>
                  <a:pt x="69769" y="14091"/>
                  <a:pt x="69794" y="14091"/>
                </a:cubicBezTo>
                <a:close/>
                <a:moveTo>
                  <a:pt x="37631" y="13678"/>
                </a:moveTo>
                <a:cubicBezTo>
                  <a:pt x="37651" y="13686"/>
                  <a:pt x="37669" y="13690"/>
                  <a:pt x="37686" y="13690"/>
                </a:cubicBezTo>
                <a:cubicBezTo>
                  <a:pt x="37687" y="13690"/>
                  <a:pt x="37687" y="13690"/>
                  <a:pt x="37688" y="13690"/>
                </a:cubicBezTo>
                <a:lnTo>
                  <a:pt x="37688" y="13690"/>
                </a:lnTo>
                <a:cubicBezTo>
                  <a:pt x="37731" y="13758"/>
                  <a:pt x="37784" y="13836"/>
                  <a:pt x="37843" y="13921"/>
                </a:cubicBezTo>
                <a:lnTo>
                  <a:pt x="37783" y="13982"/>
                </a:lnTo>
                <a:cubicBezTo>
                  <a:pt x="37741" y="14003"/>
                  <a:pt x="37714" y="14052"/>
                  <a:pt x="37652" y="14052"/>
                </a:cubicBezTo>
                <a:cubicBezTo>
                  <a:pt x="37624" y="14052"/>
                  <a:pt x="37588" y="14041"/>
                  <a:pt x="37539" y="14013"/>
                </a:cubicBezTo>
                <a:lnTo>
                  <a:pt x="37418" y="13952"/>
                </a:lnTo>
                <a:cubicBezTo>
                  <a:pt x="37357" y="14104"/>
                  <a:pt x="37296" y="14620"/>
                  <a:pt x="37175" y="14712"/>
                </a:cubicBezTo>
                <a:cubicBezTo>
                  <a:pt x="37142" y="14728"/>
                  <a:pt x="37107" y="14736"/>
                  <a:pt x="37073" y="14736"/>
                </a:cubicBezTo>
                <a:cubicBezTo>
                  <a:pt x="36980" y="14736"/>
                  <a:pt x="36893" y="14679"/>
                  <a:pt x="36871" y="14590"/>
                </a:cubicBezTo>
                <a:cubicBezTo>
                  <a:pt x="36871" y="14499"/>
                  <a:pt x="36992" y="14438"/>
                  <a:pt x="37053" y="14438"/>
                </a:cubicBezTo>
                <a:cubicBezTo>
                  <a:pt x="37083" y="14438"/>
                  <a:pt x="37205" y="14286"/>
                  <a:pt x="37175" y="14256"/>
                </a:cubicBezTo>
                <a:cubicBezTo>
                  <a:pt x="37083" y="14165"/>
                  <a:pt x="36962" y="14134"/>
                  <a:pt x="36871" y="14134"/>
                </a:cubicBezTo>
                <a:cubicBezTo>
                  <a:pt x="36780" y="14165"/>
                  <a:pt x="36628" y="14225"/>
                  <a:pt x="36476" y="14317"/>
                </a:cubicBezTo>
                <a:lnTo>
                  <a:pt x="36384" y="14377"/>
                </a:lnTo>
                <a:cubicBezTo>
                  <a:pt x="36324" y="14438"/>
                  <a:pt x="36324" y="14529"/>
                  <a:pt x="36445" y="14529"/>
                </a:cubicBezTo>
                <a:lnTo>
                  <a:pt x="36567" y="14529"/>
                </a:lnTo>
                <a:cubicBezTo>
                  <a:pt x="36536" y="14620"/>
                  <a:pt x="36445" y="14681"/>
                  <a:pt x="36354" y="14712"/>
                </a:cubicBezTo>
                <a:lnTo>
                  <a:pt x="36293" y="14681"/>
                </a:lnTo>
                <a:lnTo>
                  <a:pt x="36202" y="14651"/>
                </a:lnTo>
                <a:cubicBezTo>
                  <a:pt x="36202" y="14499"/>
                  <a:pt x="36232" y="14347"/>
                  <a:pt x="36293" y="14195"/>
                </a:cubicBezTo>
                <a:lnTo>
                  <a:pt x="36354" y="14134"/>
                </a:lnTo>
                <a:cubicBezTo>
                  <a:pt x="36384" y="14104"/>
                  <a:pt x="36445" y="14073"/>
                  <a:pt x="36445" y="14043"/>
                </a:cubicBezTo>
                <a:cubicBezTo>
                  <a:pt x="36476" y="13952"/>
                  <a:pt x="36567" y="13921"/>
                  <a:pt x="36658" y="13921"/>
                </a:cubicBezTo>
                <a:cubicBezTo>
                  <a:pt x="36696" y="13929"/>
                  <a:pt x="36734" y="13933"/>
                  <a:pt x="36771" y="13933"/>
                </a:cubicBezTo>
                <a:cubicBezTo>
                  <a:pt x="36884" y="13933"/>
                  <a:pt x="36992" y="13899"/>
                  <a:pt x="37083" y="13830"/>
                </a:cubicBezTo>
                <a:lnTo>
                  <a:pt x="37175" y="13709"/>
                </a:lnTo>
                <a:cubicBezTo>
                  <a:pt x="37205" y="13769"/>
                  <a:pt x="37258" y="13800"/>
                  <a:pt x="37311" y="13800"/>
                </a:cubicBezTo>
                <a:cubicBezTo>
                  <a:pt x="37365" y="13800"/>
                  <a:pt x="37418" y="13769"/>
                  <a:pt x="37448" y="13709"/>
                </a:cubicBezTo>
                <a:lnTo>
                  <a:pt x="37539" y="13678"/>
                </a:lnTo>
                <a:close/>
                <a:moveTo>
                  <a:pt x="47874" y="13222"/>
                </a:moveTo>
                <a:lnTo>
                  <a:pt x="47965" y="13344"/>
                </a:lnTo>
                <a:cubicBezTo>
                  <a:pt x="48041" y="13445"/>
                  <a:pt x="48179" y="13504"/>
                  <a:pt x="48310" y="13504"/>
                </a:cubicBezTo>
                <a:cubicBezTo>
                  <a:pt x="48338" y="13504"/>
                  <a:pt x="48365" y="13501"/>
                  <a:pt x="48391" y="13496"/>
                </a:cubicBezTo>
                <a:lnTo>
                  <a:pt x="48664" y="13496"/>
                </a:lnTo>
                <a:cubicBezTo>
                  <a:pt x="48968" y="13496"/>
                  <a:pt x="49181" y="13405"/>
                  <a:pt x="49151" y="13405"/>
                </a:cubicBezTo>
                <a:cubicBezTo>
                  <a:pt x="49120" y="13374"/>
                  <a:pt x="49394" y="13283"/>
                  <a:pt x="49515" y="13283"/>
                </a:cubicBezTo>
                <a:cubicBezTo>
                  <a:pt x="49606" y="13313"/>
                  <a:pt x="49728" y="13496"/>
                  <a:pt x="49728" y="13557"/>
                </a:cubicBezTo>
                <a:cubicBezTo>
                  <a:pt x="49728" y="13617"/>
                  <a:pt x="49637" y="13678"/>
                  <a:pt x="49515" y="13678"/>
                </a:cubicBezTo>
                <a:lnTo>
                  <a:pt x="49485" y="13648"/>
                </a:lnTo>
                <a:lnTo>
                  <a:pt x="49394" y="13587"/>
                </a:lnTo>
                <a:cubicBezTo>
                  <a:pt x="49303" y="13648"/>
                  <a:pt x="49211" y="13678"/>
                  <a:pt x="49090" y="13709"/>
                </a:cubicBezTo>
                <a:lnTo>
                  <a:pt x="48786" y="13648"/>
                </a:lnTo>
                <a:lnTo>
                  <a:pt x="48725" y="13709"/>
                </a:lnTo>
                <a:lnTo>
                  <a:pt x="48603" y="13769"/>
                </a:lnTo>
                <a:cubicBezTo>
                  <a:pt x="48543" y="13709"/>
                  <a:pt x="48512" y="13648"/>
                  <a:pt x="48421" y="13617"/>
                </a:cubicBezTo>
                <a:lnTo>
                  <a:pt x="48391" y="13617"/>
                </a:lnTo>
                <a:cubicBezTo>
                  <a:pt x="48330" y="13617"/>
                  <a:pt x="48239" y="13648"/>
                  <a:pt x="48178" y="13648"/>
                </a:cubicBezTo>
                <a:lnTo>
                  <a:pt x="48117" y="13648"/>
                </a:lnTo>
                <a:cubicBezTo>
                  <a:pt x="48105" y="13659"/>
                  <a:pt x="48094" y="13664"/>
                  <a:pt x="48082" y="13664"/>
                </a:cubicBezTo>
                <a:cubicBezTo>
                  <a:pt x="48034" y="13664"/>
                  <a:pt x="47990" y="13575"/>
                  <a:pt x="47965" y="13526"/>
                </a:cubicBezTo>
                <a:cubicBezTo>
                  <a:pt x="47965" y="13521"/>
                  <a:pt x="47961" y="13519"/>
                  <a:pt x="47954" y="13519"/>
                </a:cubicBezTo>
                <a:cubicBezTo>
                  <a:pt x="47916" y="13519"/>
                  <a:pt x="47788" y="13586"/>
                  <a:pt x="47661" y="13739"/>
                </a:cubicBezTo>
                <a:lnTo>
                  <a:pt x="47509" y="13800"/>
                </a:lnTo>
                <a:cubicBezTo>
                  <a:pt x="47357" y="13861"/>
                  <a:pt x="47388" y="13861"/>
                  <a:pt x="47357" y="13982"/>
                </a:cubicBezTo>
                <a:cubicBezTo>
                  <a:pt x="47357" y="14073"/>
                  <a:pt x="47509" y="14073"/>
                  <a:pt x="47540" y="14073"/>
                </a:cubicBezTo>
                <a:lnTo>
                  <a:pt x="47631" y="14073"/>
                </a:lnTo>
                <a:lnTo>
                  <a:pt x="47661" y="14104"/>
                </a:lnTo>
                <a:cubicBezTo>
                  <a:pt x="47661" y="14134"/>
                  <a:pt x="47631" y="14165"/>
                  <a:pt x="47600" y="14165"/>
                </a:cubicBezTo>
                <a:lnTo>
                  <a:pt x="47509" y="14165"/>
                </a:lnTo>
                <a:cubicBezTo>
                  <a:pt x="47448" y="14165"/>
                  <a:pt x="47357" y="14408"/>
                  <a:pt x="47266" y="14438"/>
                </a:cubicBezTo>
                <a:cubicBezTo>
                  <a:pt x="47175" y="14468"/>
                  <a:pt x="47114" y="14499"/>
                  <a:pt x="47053" y="14560"/>
                </a:cubicBezTo>
                <a:lnTo>
                  <a:pt x="47053" y="14590"/>
                </a:lnTo>
                <a:cubicBezTo>
                  <a:pt x="47175" y="14620"/>
                  <a:pt x="47296" y="14651"/>
                  <a:pt x="47418" y="14681"/>
                </a:cubicBezTo>
                <a:lnTo>
                  <a:pt x="47540" y="14742"/>
                </a:lnTo>
                <a:lnTo>
                  <a:pt x="47327" y="14742"/>
                </a:lnTo>
                <a:cubicBezTo>
                  <a:pt x="47175" y="14712"/>
                  <a:pt x="46992" y="14681"/>
                  <a:pt x="46840" y="14651"/>
                </a:cubicBezTo>
                <a:lnTo>
                  <a:pt x="46901" y="14590"/>
                </a:lnTo>
                <a:cubicBezTo>
                  <a:pt x="46981" y="14510"/>
                  <a:pt x="46921" y="14336"/>
                  <a:pt x="47090" y="14336"/>
                </a:cubicBezTo>
                <a:cubicBezTo>
                  <a:pt x="47114" y="14336"/>
                  <a:pt x="47142" y="14339"/>
                  <a:pt x="47175" y="14347"/>
                </a:cubicBezTo>
                <a:cubicBezTo>
                  <a:pt x="47175" y="14347"/>
                  <a:pt x="47266" y="14225"/>
                  <a:pt x="47236" y="14165"/>
                </a:cubicBezTo>
                <a:lnTo>
                  <a:pt x="47205" y="14043"/>
                </a:lnTo>
                <a:cubicBezTo>
                  <a:pt x="47205" y="13921"/>
                  <a:pt x="47175" y="13800"/>
                  <a:pt x="47114" y="13678"/>
                </a:cubicBezTo>
                <a:lnTo>
                  <a:pt x="47053" y="13709"/>
                </a:lnTo>
                <a:cubicBezTo>
                  <a:pt x="46992" y="13709"/>
                  <a:pt x="46901" y="13739"/>
                  <a:pt x="46840" y="13800"/>
                </a:cubicBezTo>
                <a:lnTo>
                  <a:pt x="46719" y="13861"/>
                </a:lnTo>
                <a:cubicBezTo>
                  <a:pt x="46689" y="13800"/>
                  <a:pt x="46840" y="13617"/>
                  <a:pt x="47053" y="13435"/>
                </a:cubicBezTo>
                <a:lnTo>
                  <a:pt x="47357" y="13496"/>
                </a:lnTo>
                <a:lnTo>
                  <a:pt x="47479" y="13496"/>
                </a:lnTo>
                <a:cubicBezTo>
                  <a:pt x="47600" y="13374"/>
                  <a:pt x="47722" y="13283"/>
                  <a:pt x="47874" y="13222"/>
                </a:cubicBezTo>
                <a:close/>
                <a:moveTo>
                  <a:pt x="40539" y="14324"/>
                </a:moveTo>
                <a:cubicBezTo>
                  <a:pt x="40557" y="14324"/>
                  <a:pt x="40571" y="14331"/>
                  <a:pt x="40579" y="14347"/>
                </a:cubicBezTo>
                <a:cubicBezTo>
                  <a:pt x="40609" y="14377"/>
                  <a:pt x="40518" y="14499"/>
                  <a:pt x="40457" y="14499"/>
                </a:cubicBezTo>
                <a:cubicBezTo>
                  <a:pt x="40397" y="14499"/>
                  <a:pt x="40366" y="14529"/>
                  <a:pt x="40366" y="14590"/>
                </a:cubicBezTo>
                <a:lnTo>
                  <a:pt x="40488" y="14590"/>
                </a:lnTo>
                <a:cubicBezTo>
                  <a:pt x="40518" y="14651"/>
                  <a:pt x="40457" y="14772"/>
                  <a:pt x="40397" y="14772"/>
                </a:cubicBezTo>
                <a:cubicBezTo>
                  <a:pt x="40275" y="14712"/>
                  <a:pt x="40153" y="14651"/>
                  <a:pt x="40032" y="14590"/>
                </a:cubicBezTo>
                <a:lnTo>
                  <a:pt x="39880" y="14590"/>
                </a:lnTo>
                <a:cubicBezTo>
                  <a:pt x="39819" y="14590"/>
                  <a:pt x="39789" y="14560"/>
                  <a:pt x="39758" y="14499"/>
                </a:cubicBezTo>
                <a:cubicBezTo>
                  <a:pt x="39758" y="14468"/>
                  <a:pt x="39758" y="14408"/>
                  <a:pt x="39758" y="14377"/>
                </a:cubicBezTo>
                <a:cubicBezTo>
                  <a:pt x="39789" y="14362"/>
                  <a:pt x="39811" y="14355"/>
                  <a:pt x="39834" y="14355"/>
                </a:cubicBezTo>
                <a:cubicBezTo>
                  <a:pt x="39857" y="14355"/>
                  <a:pt x="39880" y="14362"/>
                  <a:pt x="39910" y="14377"/>
                </a:cubicBezTo>
                <a:cubicBezTo>
                  <a:pt x="39971" y="14377"/>
                  <a:pt x="40032" y="14438"/>
                  <a:pt x="40123" y="14438"/>
                </a:cubicBezTo>
                <a:lnTo>
                  <a:pt x="40305" y="14499"/>
                </a:lnTo>
                <a:cubicBezTo>
                  <a:pt x="40396" y="14386"/>
                  <a:pt x="40486" y="14324"/>
                  <a:pt x="40539" y="14324"/>
                </a:cubicBezTo>
                <a:close/>
                <a:moveTo>
                  <a:pt x="8945" y="14256"/>
                </a:moveTo>
                <a:cubicBezTo>
                  <a:pt x="8975" y="14256"/>
                  <a:pt x="9013" y="14286"/>
                  <a:pt x="9059" y="14347"/>
                </a:cubicBezTo>
                <a:lnTo>
                  <a:pt x="8937" y="14468"/>
                </a:lnTo>
                <a:cubicBezTo>
                  <a:pt x="8907" y="14499"/>
                  <a:pt x="8846" y="14529"/>
                  <a:pt x="8815" y="14620"/>
                </a:cubicBezTo>
                <a:cubicBezTo>
                  <a:pt x="8789" y="14699"/>
                  <a:pt x="8808" y="14778"/>
                  <a:pt x="8715" y="14778"/>
                </a:cubicBezTo>
                <a:cubicBezTo>
                  <a:pt x="8701" y="14778"/>
                  <a:pt x="8684" y="14777"/>
                  <a:pt x="8663" y="14772"/>
                </a:cubicBezTo>
                <a:cubicBezTo>
                  <a:pt x="8633" y="14772"/>
                  <a:pt x="8542" y="14620"/>
                  <a:pt x="8633" y="14560"/>
                </a:cubicBezTo>
                <a:cubicBezTo>
                  <a:pt x="8717" y="14504"/>
                  <a:pt x="8672" y="14344"/>
                  <a:pt x="8832" y="14344"/>
                </a:cubicBezTo>
                <a:cubicBezTo>
                  <a:pt x="8846" y="14344"/>
                  <a:pt x="8860" y="14345"/>
                  <a:pt x="8876" y="14347"/>
                </a:cubicBezTo>
                <a:cubicBezTo>
                  <a:pt x="8891" y="14286"/>
                  <a:pt x="8914" y="14256"/>
                  <a:pt x="8945" y="14256"/>
                </a:cubicBezTo>
                <a:close/>
                <a:moveTo>
                  <a:pt x="45224" y="14738"/>
                </a:moveTo>
                <a:cubicBezTo>
                  <a:pt x="45311" y="14738"/>
                  <a:pt x="45406" y="14866"/>
                  <a:pt x="45351" y="14894"/>
                </a:cubicBezTo>
                <a:cubicBezTo>
                  <a:pt x="45290" y="14924"/>
                  <a:pt x="45290" y="14985"/>
                  <a:pt x="45290" y="14985"/>
                </a:cubicBezTo>
                <a:cubicBezTo>
                  <a:pt x="45230" y="14955"/>
                  <a:pt x="45169" y="14924"/>
                  <a:pt x="45108" y="14894"/>
                </a:cubicBezTo>
                <a:cubicBezTo>
                  <a:pt x="45047" y="14864"/>
                  <a:pt x="45078" y="14803"/>
                  <a:pt x="45169" y="14742"/>
                </a:cubicBezTo>
                <a:lnTo>
                  <a:pt x="45199" y="14742"/>
                </a:lnTo>
                <a:cubicBezTo>
                  <a:pt x="45207" y="14739"/>
                  <a:pt x="45216" y="14738"/>
                  <a:pt x="45224" y="14738"/>
                </a:cubicBezTo>
                <a:close/>
                <a:moveTo>
                  <a:pt x="14038" y="14671"/>
                </a:moveTo>
                <a:cubicBezTo>
                  <a:pt x="14169" y="14671"/>
                  <a:pt x="14287" y="14844"/>
                  <a:pt x="14287" y="14924"/>
                </a:cubicBezTo>
                <a:cubicBezTo>
                  <a:pt x="14287" y="14963"/>
                  <a:pt x="14305" y="14977"/>
                  <a:pt x="14333" y="14977"/>
                </a:cubicBezTo>
                <a:cubicBezTo>
                  <a:pt x="14391" y="14977"/>
                  <a:pt x="14489" y="14915"/>
                  <a:pt x="14530" y="14894"/>
                </a:cubicBezTo>
                <a:cubicBezTo>
                  <a:pt x="14545" y="14864"/>
                  <a:pt x="14575" y="14848"/>
                  <a:pt x="14606" y="14848"/>
                </a:cubicBezTo>
                <a:cubicBezTo>
                  <a:pt x="14636" y="14848"/>
                  <a:pt x="14667" y="14864"/>
                  <a:pt x="14682" y="14894"/>
                </a:cubicBezTo>
                <a:lnTo>
                  <a:pt x="14712" y="14894"/>
                </a:lnTo>
                <a:cubicBezTo>
                  <a:pt x="14742" y="14894"/>
                  <a:pt x="14771" y="14893"/>
                  <a:pt x="14800" y="14892"/>
                </a:cubicBezTo>
                <a:lnTo>
                  <a:pt x="14800" y="14892"/>
                </a:lnTo>
                <a:cubicBezTo>
                  <a:pt x="14743" y="14935"/>
                  <a:pt x="14671" y="14960"/>
                  <a:pt x="14621" y="14985"/>
                </a:cubicBezTo>
                <a:lnTo>
                  <a:pt x="14591" y="15016"/>
                </a:lnTo>
                <a:cubicBezTo>
                  <a:pt x="14491" y="15091"/>
                  <a:pt x="14370" y="15145"/>
                  <a:pt x="14246" y="15145"/>
                </a:cubicBezTo>
                <a:cubicBezTo>
                  <a:pt x="14219" y="15145"/>
                  <a:pt x="14192" y="15143"/>
                  <a:pt x="14165" y="15137"/>
                </a:cubicBezTo>
                <a:lnTo>
                  <a:pt x="14013" y="15137"/>
                </a:lnTo>
                <a:cubicBezTo>
                  <a:pt x="13892" y="15076"/>
                  <a:pt x="13770" y="14985"/>
                  <a:pt x="13709" y="14894"/>
                </a:cubicBezTo>
                <a:cubicBezTo>
                  <a:pt x="13704" y="14884"/>
                  <a:pt x="13696" y="14880"/>
                  <a:pt x="13685" y="14880"/>
                </a:cubicBezTo>
                <a:cubicBezTo>
                  <a:pt x="13651" y="14880"/>
                  <a:pt x="13591" y="14927"/>
                  <a:pt x="13547" y="14967"/>
                </a:cubicBezTo>
                <a:lnTo>
                  <a:pt x="13547" y="14967"/>
                </a:lnTo>
                <a:lnTo>
                  <a:pt x="13527" y="14803"/>
                </a:lnTo>
                <a:cubicBezTo>
                  <a:pt x="13527" y="14779"/>
                  <a:pt x="13564" y="14755"/>
                  <a:pt x="13595" y="14746"/>
                </a:cubicBezTo>
                <a:lnTo>
                  <a:pt x="13595" y="14746"/>
                </a:lnTo>
                <a:cubicBezTo>
                  <a:pt x="13653" y="14777"/>
                  <a:pt x="13712" y="14836"/>
                  <a:pt x="13770" y="14894"/>
                </a:cubicBezTo>
                <a:lnTo>
                  <a:pt x="13861" y="14803"/>
                </a:lnTo>
                <a:lnTo>
                  <a:pt x="13983" y="14681"/>
                </a:lnTo>
                <a:cubicBezTo>
                  <a:pt x="14001" y="14674"/>
                  <a:pt x="14020" y="14671"/>
                  <a:pt x="14038" y="14671"/>
                </a:cubicBezTo>
                <a:close/>
                <a:moveTo>
                  <a:pt x="31973" y="13481"/>
                </a:moveTo>
                <a:cubicBezTo>
                  <a:pt x="32015" y="13481"/>
                  <a:pt x="32083" y="13496"/>
                  <a:pt x="32159" y="13526"/>
                </a:cubicBezTo>
                <a:lnTo>
                  <a:pt x="32220" y="13709"/>
                </a:lnTo>
                <a:lnTo>
                  <a:pt x="32220" y="13739"/>
                </a:lnTo>
                <a:cubicBezTo>
                  <a:pt x="32220" y="13761"/>
                  <a:pt x="32228" y="13771"/>
                  <a:pt x="32242" y="13771"/>
                </a:cubicBezTo>
                <a:cubicBezTo>
                  <a:pt x="32267" y="13771"/>
                  <a:pt x="32313" y="13737"/>
                  <a:pt x="32372" y="13678"/>
                </a:cubicBezTo>
                <a:lnTo>
                  <a:pt x="32433" y="13617"/>
                </a:lnTo>
                <a:cubicBezTo>
                  <a:pt x="32463" y="13587"/>
                  <a:pt x="32524" y="13587"/>
                  <a:pt x="32555" y="13587"/>
                </a:cubicBezTo>
                <a:lnTo>
                  <a:pt x="32737" y="13921"/>
                </a:lnTo>
                <a:cubicBezTo>
                  <a:pt x="32982" y="13832"/>
                  <a:pt x="33194" y="13776"/>
                  <a:pt x="33266" y="13776"/>
                </a:cubicBezTo>
                <a:cubicBezTo>
                  <a:pt x="33293" y="13776"/>
                  <a:pt x="33300" y="13783"/>
                  <a:pt x="33284" y="13800"/>
                </a:cubicBezTo>
                <a:lnTo>
                  <a:pt x="33254" y="13830"/>
                </a:lnTo>
                <a:lnTo>
                  <a:pt x="33162" y="13982"/>
                </a:lnTo>
                <a:cubicBezTo>
                  <a:pt x="33151" y="13980"/>
                  <a:pt x="33140" y="13979"/>
                  <a:pt x="33131" y="13979"/>
                </a:cubicBezTo>
                <a:cubicBezTo>
                  <a:pt x="33011" y="13979"/>
                  <a:pt x="33015" y="14141"/>
                  <a:pt x="33071" y="14225"/>
                </a:cubicBezTo>
                <a:cubicBezTo>
                  <a:pt x="33102" y="14286"/>
                  <a:pt x="32950" y="14408"/>
                  <a:pt x="32737" y="14468"/>
                </a:cubicBezTo>
                <a:lnTo>
                  <a:pt x="32463" y="14408"/>
                </a:lnTo>
                <a:lnTo>
                  <a:pt x="32372" y="14408"/>
                </a:lnTo>
                <a:cubicBezTo>
                  <a:pt x="32281" y="14499"/>
                  <a:pt x="32129" y="14620"/>
                  <a:pt x="32068" y="14620"/>
                </a:cubicBezTo>
                <a:cubicBezTo>
                  <a:pt x="32012" y="14592"/>
                  <a:pt x="31748" y="14435"/>
                  <a:pt x="31613" y="14435"/>
                </a:cubicBezTo>
                <a:cubicBezTo>
                  <a:pt x="31601" y="14435"/>
                  <a:pt x="31591" y="14436"/>
                  <a:pt x="31582" y="14438"/>
                </a:cubicBezTo>
                <a:cubicBezTo>
                  <a:pt x="31460" y="14499"/>
                  <a:pt x="31491" y="14620"/>
                  <a:pt x="31521" y="14620"/>
                </a:cubicBezTo>
                <a:cubicBezTo>
                  <a:pt x="31612" y="14712"/>
                  <a:pt x="31734" y="14803"/>
                  <a:pt x="31795" y="14894"/>
                </a:cubicBezTo>
                <a:lnTo>
                  <a:pt x="32190" y="14864"/>
                </a:lnTo>
                <a:cubicBezTo>
                  <a:pt x="32205" y="14848"/>
                  <a:pt x="32220" y="14841"/>
                  <a:pt x="32235" y="14841"/>
                </a:cubicBezTo>
                <a:cubicBezTo>
                  <a:pt x="32251" y="14841"/>
                  <a:pt x="32266" y="14848"/>
                  <a:pt x="32281" y="14864"/>
                </a:cubicBezTo>
                <a:lnTo>
                  <a:pt x="32311" y="14864"/>
                </a:lnTo>
                <a:cubicBezTo>
                  <a:pt x="32372" y="14924"/>
                  <a:pt x="32311" y="14985"/>
                  <a:pt x="32220" y="15016"/>
                </a:cubicBezTo>
                <a:lnTo>
                  <a:pt x="31764" y="15016"/>
                </a:lnTo>
                <a:cubicBezTo>
                  <a:pt x="31612" y="15107"/>
                  <a:pt x="31430" y="15168"/>
                  <a:pt x="31278" y="15228"/>
                </a:cubicBezTo>
                <a:lnTo>
                  <a:pt x="31217" y="15228"/>
                </a:lnTo>
                <a:lnTo>
                  <a:pt x="30761" y="15076"/>
                </a:lnTo>
                <a:lnTo>
                  <a:pt x="30609" y="15137"/>
                </a:lnTo>
                <a:cubicBezTo>
                  <a:pt x="30560" y="15153"/>
                  <a:pt x="30514" y="15161"/>
                  <a:pt x="30471" y="15161"/>
                </a:cubicBezTo>
                <a:cubicBezTo>
                  <a:pt x="30354" y="15161"/>
                  <a:pt x="30267" y="15105"/>
                  <a:pt x="30244" y="15016"/>
                </a:cubicBezTo>
                <a:lnTo>
                  <a:pt x="30366" y="14955"/>
                </a:lnTo>
                <a:cubicBezTo>
                  <a:pt x="30427" y="14924"/>
                  <a:pt x="30488" y="14924"/>
                  <a:pt x="30548" y="14894"/>
                </a:cubicBezTo>
                <a:cubicBezTo>
                  <a:pt x="30670" y="14803"/>
                  <a:pt x="30738" y="14757"/>
                  <a:pt x="30795" y="14757"/>
                </a:cubicBezTo>
                <a:cubicBezTo>
                  <a:pt x="30852" y="14757"/>
                  <a:pt x="30898" y="14803"/>
                  <a:pt x="30974" y="14894"/>
                </a:cubicBezTo>
                <a:lnTo>
                  <a:pt x="31096" y="15016"/>
                </a:lnTo>
                <a:cubicBezTo>
                  <a:pt x="31187" y="14985"/>
                  <a:pt x="31247" y="14742"/>
                  <a:pt x="31187" y="14681"/>
                </a:cubicBezTo>
                <a:cubicBezTo>
                  <a:pt x="31096" y="14590"/>
                  <a:pt x="30974" y="14529"/>
                  <a:pt x="30852" y="14529"/>
                </a:cubicBezTo>
                <a:lnTo>
                  <a:pt x="30792" y="14560"/>
                </a:lnTo>
                <a:cubicBezTo>
                  <a:pt x="30731" y="14560"/>
                  <a:pt x="30697" y="14587"/>
                  <a:pt x="30654" y="14587"/>
                </a:cubicBezTo>
                <a:cubicBezTo>
                  <a:pt x="30633" y="14587"/>
                  <a:pt x="30609" y="14580"/>
                  <a:pt x="30579" y="14560"/>
                </a:cubicBezTo>
                <a:lnTo>
                  <a:pt x="30518" y="14499"/>
                </a:lnTo>
                <a:cubicBezTo>
                  <a:pt x="30427" y="14499"/>
                  <a:pt x="30396" y="14408"/>
                  <a:pt x="30427" y="14347"/>
                </a:cubicBezTo>
                <a:lnTo>
                  <a:pt x="30457" y="14286"/>
                </a:lnTo>
                <a:cubicBezTo>
                  <a:pt x="30457" y="14256"/>
                  <a:pt x="30457" y="14195"/>
                  <a:pt x="30427" y="14165"/>
                </a:cubicBezTo>
                <a:lnTo>
                  <a:pt x="30275" y="14165"/>
                </a:lnTo>
                <a:lnTo>
                  <a:pt x="30214" y="14225"/>
                </a:lnTo>
                <a:cubicBezTo>
                  <a:pt x="30214" y="14347"/>
                  <a:pt x="30214" y="14468"/>
                  <a:pt x="30214" y="14560"/>
                </a:cubicBezTo>
                <a:lnTo>
                  <a:pt x="30275" y="14620"/>
                </a:lnTo>
                <a:cubicBezTo>
                  <a:pt x="30336" y="14681"/>
                  <a:pt x="30548" y="14651"/>
                  <a:pt x="30427" y="14803"/>
                </a:cubicBezTo>
                <a:cubicBezTo>
                  <a:pt x="30413" y="14816"/>
                  <a:pt x="30393" y="14822"/>
                  <a:pt x="30367" y="14822"/>
                </a:cubicBezTo>
                <a:cubicBezTo>
                  <a:pt x="30277" y="14822"/>
                  <a:pt x="30127" y="14746"/>
                  <a:pt x="30032" y="14651"/>
                </a:cubicBezTo>
                <a:cubicBezTo>
                  <a:pt x="30026" y="14645"/>
                  <a:pt x="30016" y="14643"/>
                  <a:pt x="30004" y="14643"/>
                </a:cubicBezTo>
                <a:cubicBezTo>
                  <a:pt x="29949" y="14643"/>
                  <a:pt x="29838" y="14692"/>
                  <a:pt x="29788" y="14742"/>
                </a:cubicBezTo>
                <a:cubicBezTo>
                  <a:pt x="29783" y="14745"/>
                  <a:pt x="29778" y="14746"/>
                  <a:pt x="29773" y="14746"/>
                </a:cubicBezTo>
                <a:cubicBezTo>
                  <a:pt x="29723" y="14746"/>
                  <a:pt x="29700" y="14615"/>
                  <a:pt x="29728" y="14560"/>
                </a:cubicBezTo>
                <a:cubicBezTo>
                  <a:pt x="29728" y="14538"/>
                  <a:pt x="29720" y="14528"/>
                  <a:pt x="29706" y="14528"/>
                </a:cubicBezTo>
                <a:cubicBezTo>
                  <a:pt x="29681" y="14528"/>
                  <a:pt x="29635" y="14562"/>
                  <a:pt x="29576" y="14620"/>
                </a:cubicBezTo>
                <a:lnTo>
                  <a:pt x="29333" y="14620"/>
                </a:lnTo>
                <a:cubicBezTo>
                  <a:pt x="29315" y="14535"/>
                  <a:pt x="29279" y="14497"/>
                  <a:pt x="29229" y="14497"/>
                </a:cubicBezTo>
                <a:cubicBezTo>
                  <a:pt x="29190" y="14497"/>
                  <a:pt x="29142" y="14520"/>
                  <a:pt x="29089" y="14560"/>
                </a:cubicBezTo>
                <a:cubicBezTo>
                  <a:pt x="29059" y="14590"/>
                  <a:pt x="29029" y="14620"/>
                  <a:pt x="28998" y="14651"/>
                </a:cubicBezTo>
                <a:lnTo>
                  <a:pt x="28968" y="14651"/>
                </a:lnTo>
                <a:cubicBezTo>
                  <a:pt x="28907" y="14651"/>
                  <a:pt x="28846" y="14590"/>
                  <a:pt x="28846" y="14560"/>
                </a:cubicBezTo>
                <a:cubicBezTo>
                  <a:pt x="28846" y="14529"/>
                  <a:pt x="28846" y="14377"/>
                  <a:pt x="28846" y="14347"/>
                </a:cubicBezTo>
                <a:cubicBezTo>
                  <a:pt x="28846" y="14325"/>
                  <a:pt x="28831" y="14304"/>
                  <a:pt x="28822" y="14304"/>
                </a:cubicBezTo>
                <a:cubicBezTo>
                  <a:pt x="28818" y="14304"/>
                  <a:pt x="28816" y="14308"/>
                  <a:pt x="28816" y="14317"/>
                </a:cubicBezTo>
                <a:lnTo>
                  <a:pt x="28816" y="14347"/>
                </a:lnTo>
                <a:cubicBezTo>
                  <a:pt x="28812" y="14351"/>
                  <a:pt x="28805" y="14353"/>
                  <a:pt x="28797" y="14353"/>
                </a:cubicBezTo>
                <a:cubicBezTo>
                  <a:pt x="28745" y="14353"/>
                  <a:pt x="28625" y="14282"/>
                  <a:pt x="28573" y="14256"/>
                </a:cubicBezTo>
                <a:cubicBezTo>
                  <a:pt x="28567" y="14250"/>
                  <a:pt x="28560" y="14247"/>
                  <a:pt x="28553" y="14247"/>
                </a:cubicBezTo>
                <a:cubicBezTo>
                  <a:pt x="28490" y="14247"/>
                  <a:pt x="28402" y="14475"/>
                  <a:pt x="28512" y="14529"/>
                </a:cubicBezTo>
                <a:cubicBezTo>
                  <a:pt x="28603" y="14560"/>
                  <a:pt x="28664" y="14681"/>
                  <a:pt x="28664" y="14803"/>
                </a:cubicBezTo>
                <a:cubicBezTo>
                  <a:pt x="28603" y="14833"/>
                  <a:pt x="28512" y="14894"/>
                  <a:pt x="28451" y="14924"/>
                </a:cubicBezTo>
                <a:cubicBezTo>
                  <a:pt x="28390" y="14924"/>
                  <a:pt x="28238" y="14742"/>
                  <a:pt x="28208" y="14651"/>
                </a:cubicBezTo>
                <a:cubicBezTo>
                  <a:pt x="28178" y="14560"/>
                  <a:pt x="27965" y="14560"/>
                  <a:pt x="27874" y="14560"/>
                </a:cubicBezTo>
                <a:lnTo>
                  <a:pt x="27570" y="14590"/>
                </a:lnTo>
                <a:lnTo>
                  <a:pt x="27387" y="14590"/>
                </a:lnTo>
                <a:cubicBezTo>
                  <a:pt x="27366" y="14595"/>
                  <a:pt x="27344" y="14598"/>
                  <a:pt x="27323" y="14598"/>
                </a:cubicBezTo>
                <a:cubicBezTo>
                  <a:pt x="27224" y="14598"/>
                  <a:pt x="27133" y="14544"/>
                  <a:pt x="27083" y="14468"/>
                </a:cubicBezTo>
                <a:cubicBezTo>
                  <a:pt x="27062" y="14447"/>
                  <a:pt x="27040" y="14426"/>
                  <a:pt x="27008" y="14426"/>
                </a:cubicBezTo>
                <a:cubicBezTo>
                  <a:pt x="26995" y="14426"/>
                  <a:pt x="26979" y="14429"/>
                  <a:pt x="26962" y="14438"/>
                </a:cubicBezTo>
                <a:lnTo>
                  <a:pt x="26931" y="14438"/>
                </a:lnTo>
                <a:cubicBezTo>
                  <a:pt x="26840" y="14468"/>
                  <a:pt x="26931" y="14499"/>
                  <a:pt x="26931" y="14560"/>
                </a:cubicBezTo>
                <a:lnTo>
                  <a:pt x="26962" y="14620"/>
                </a:lnTo>
                <a:cubicBezTo>
                  <a:pt x="26939" y="14689"/>
                  <a:pt x="26882" y="14723"/>
                  <a:pt x="26829" y="14723"/>
                </a:cubicBezTo>
                <a:cubicBezTo>
                  <a:pt x="26812" y="14723"/>
                  <a:pt x="26795" y="14719"/>
                  <a:pt x="26779" y="14712"/>
                </a:cubicBezTo>
                <a:lnTo>
                  <a:pt x="26688" y="14681"/>
                </a:lnTo>
                <a:lnTo>
                  <a:pt x="26658" y="14651"/>
                </a:lnTo>
                <a:cubicBezTo>
                  <a:pt x="26567" y="14590"/>
                  <a:pt x="26658" y="14408"/>
                  <a:pt x="26688" y="14377"/>
                </a:cubicBezTo>
                <a:cubicBezTo>
                  <a:pt x="26724" y="14342"/>
                  <a:pt x="26686" y="14327"/>
                  <a:pt x="26637" y="14327"/>
                </a:cubicBezTo>
                <a:cubicBezTo>
                  <a:pt x="26602" y="14327"/>
                  <a:pt x="26561" y="14334"/>
                  <a:pt x="26536" y="14347"/>
                </a:cubicBezTo>
                <a:cubicBezTo>
                  <a:pt x="26475" y="14377"/>
                  <a:pt x="26415" y="14377"/>
                  <a:pt x="26354" y="14377"/>
                </a:cubicBezTo>
                <a:lnTo>
                  <a:pt x="26263" y="14377"/>
                </a:lnTo>
                <a:cubicBezTo>
                  <a:pt x="26202" y="14408"/>
                  <a:pt x="26171" y="14438"/>
                  <a:pt x="26171" y="14499"/>
                </a:cubicBezTo>
                <a:lnTo>
                  <a:pt x="26202" y="14529"/>
                </a:lnTo>
                <a:cubicBezTo>
                  <a:pt x="26232" y="14560"/>
                  <a:pt x="26293" y="14590"/>
                  <a:pt x="26354" y="14620"/>
                </a:cubicBezTo>
                <a:cubicBezTo>
                  <a:pt x="26475" y="14651"/>
                  <a:pt x="26597" y="14712"/>
                  <a:pt x="26536" y="14803"/>
                </a:cubicBezTo>
                <a:lnTo>
                  <a:pt x="26475" y="14985"/>
                </a:lnTo>
                <a:cubicBezTo>
                  <a:pt x="26384" y="14864"/>
                  <a:pt x="25776" y="14894"/>
                  <a:pt x="25594" y="14864"/>
                </a:cubicBezTo>
                <a:cubicBezTo>
                  <a:pt x="25442" y="14833"/>
                  <a:pt x="25320" y="14742"/>
                  <a:pt x="25229" y="14620"/>
                </a:cubicBezTo>
                <a:cubicBezTo>
                  <a:pt x="25229" y="14590"/>
                  <a:pt x="25412" y="14529"/>
                  <a:pt x="25503" y="14529"/>
                </a:cubicBezTo>
                <a:cubicBezTo>
                  <a:pt x="25563" y="14529"/>
                  <a:pt x="25624" y="14499"/>
                  <a:pt x="25594" y="14468"/>
                </a:cubicBezTo>
                <a:lnTo>
                  <a:pt x="25442" y="14468"/>
                </a:lnTo>
                <a:cubicBezTo>
                  <a:pt x="25290" y="14468"/>
                  <a:pt x="25168" y="14529"/>
                  <a:pt x="25168" y="14651"/>
                </a:cubicBezTo>
                <a:lnTo>
                  <a:pt x="25108" y="14742"/>
                </a:lnTo>
                <a:cubicBezTo>
                  <a:pt x="25077" y="14772"/>
                  <a:pt x="24956" y="14833"/>
                  <a:pt x="24925" y="14864"/>
                </a:cubicBezTo>
                <a:cubicBezTo>
                  <a:pt x="24864" y="14894"/>
                  <a:pt x="24834" y="14955"/>
                  <a:pt x="24804" y="14955"/>
                </a:cubicBezTo>
                <a:cubicBezTo>
                  <a:pt x="24779" y="14960"/>
                  <a:pt x="24753" y="14961"/>
                  <a:pt x="24726" y="14961"/>
                </a:cubicBezTo>
                <a:cubicBezTo>
                  <a:pt x="24657" y="14961"/>
                  <a:pt x="24581" y="14950"/>
                  <a:pt x="24503" y="14950"/>
                </a:cubicBezTo>
                <a:cubicBezTo>
                  <a:pt x="24420" y="14950"/>
                  <a:pt x="24335" y="14963"/>
                  <a:pt x="24256" y="15016"/>
                </a:cubicBezTo>
                <a:cubicBezTo>
                  <a:pt x="24252" y="15020"/>
                  <a:pt x="24245" y="15022"/>
                  <a:pt x="24236" y="15022"/>
                </a:cubicBezTo>
                <a:cubicBezTo>
                  <a:pt x="24178" y="15022"/>
                  <a:pt x="24035" y="14947"/>
                  <a:pt x="23983" y="14894"/>
                </a:cubicBezTo>
                <a:lnTo>
                  <a:pt x="23922" y="14833"/>
                </a:lnTo>
                <a:cubicBezTo>
                  <a:pt x="23902" y="14774"/>
                  <a:pt x="23921" y="14741"/>
                  <a:pt x="23969" y="14741"/>
                </a:cubicBezTo>
                <a:cubicBezTo>
                  <a:pt x="23996" y="14741"/>
                  <a:pt x="24031" y="14751"/>
                  <a:pt x="24074" y="14772"/>
                </a:cubicBezTo>
                <a:lnTo>
                  <a:pt x="24196" y="14681"/>
                </a:lnTo>
                <a:lnTo>
                  <a:pt x="24256" y="14651"/>
                </a:lnTo>
                <a:cubicBezTo>
                  <a:pt x="24378" y="14651"/>
                  <a:pt x="24530" y="14620"/>
                  <a:pt x="24652" y="14529"/>
                </a:cubicBezTo>
                <a:cubicBezTo>
                  <a:pt x="24682" y="14499"/>
                  <a:pt x="24256" y="14499"/>
                  <a:pt x="24074" y="14499"/>
                </a:cubicBezTo>
                <a:cubicBezTo>
                  <a:pt x="23927" y="14523"/>
                  <a:pt x="23640" y="14568"/>
                  <a:pt x="23487" y="14568"/>
                </a:cubicBezTo>
                <a:cubicBezTo>
                  <a:pt x="23451" y="14568"/>
                  <a:pt x="23423" y="14565"/>
                  <a:pt x="23405" y="14560"/>
                </a:cubicBezTo>
                <a:cubicBezTo>
                  <a:pt x="23284" y="14560"/>
                  <a:pt x="23253" y="14408"/>
                  <a:pt x="23284" y="14347"/>
                </a:cubicBezTo>
                <a:cubicBezTo>
                  <a:pt x="23299" y="14317"/>
                  <a:pt x="23299" y="14301"/>
                  <a:pt x="23284" y="14301"/>
                </a:cubicBezTo>
                <a:cubicBezTo>
                  <a:pt x="23269" y="14301"/>
                  <a:pt x="23238" y="14317"/>
                  <a:pt x="23193" y="14347"/>
                </a:cubicBezTo>
                <a:lnTo>
                  <a:pt x="23101" y="14347"/>
                </a:lnTo>
                <a:cubicBezTo>
                  <a:pt x="23041" y="14347"/>
                  <a:pt x="23010" y="14377"/>
                  <a:pt x="23010" y="14408"/>
                </a:cubicBezTo>
                <a:cubicBezTo>
                  <a:pt x="23010" y="14408"/>
                  <a:pt x="23101" y="14560"/>
                  <a:pt x="23162" y="14742"/>
                </a:cubicBezTo>
                <a:lnTo>
                  <a:pt x="23436" y="14681"/>
                </a:lnTo>
                <a:cubicBezTo>
                  <a:pt x="23466" y="14681"/>
                  <a:pt x="23497" y="14742"/>
                  <a:pt x="23497" y="14742"/>
                </a:cubicBezTo>
                <a:cubicBezTo>
                  <a:pt x="23466" y="14772"/>
                  <a:pt x="23466" y="14803"/>
                  <a:pt x="23436" y="14833"/>
                </a:cubicBezTo>
                <a:cubicBezTo>
                  <a:pt x="23418" y="14828"/>
                  <a:pt x="23402" y="14826"/>
                  <a:pt x="23388" y="14826"/>
                </a:cubicBezTo>
                <a:cubicBezTo>
                  <a:pt x="23257" y="14826"/>
                  <a:pt x="23286" y="15031"/>
                  <a:pt x="23187" y="15031"/>
                </a:cubicBezTo>
                <a:cubicBezTo>
                  <a:pt x="23172" y="15031"/>
                  <a:pt x="23154" y="15027"/>
                  <a:pt x="23132" y="15016"/>
                </a:cubicBezTo>
                <a:lnTo>
                  <a:pt x="22858" y="14864"/>
                </a:lnTo>
                <a:cubicBezTo>
                  <a:pt x="22767" y="14932"/>
                  <a:pt x="22659" y="14966"/>
                  <a:pt x="22546" y="14966"/>
                </a:cubicBezTo>
                <a:cubicBezTo>
                  <a:pt x="22509" y="14966"/>
                  <a:pt x="22471" y="14962"/>
                  <a:pt x="22433" y="14955"/>
                </a:cubicBezTo>
                <a:cubicBezTo>
                  <a:pt x="22402" y="14924"/>
                  <a:pt x="22220" y="14803"/>
                  <a:pt x="22159" y="14772"/>
                </a:cubicBezTo>
                <a:cubicBezTo>
                  <a:pt x="22098" y="14712"/>
                  <a:pt x="22038" y="14651"/>
                  <a:pt x="21977" y="14590"/>
                </a:cubicBezTo>
                <a:lnTo>
                  <a:pt x="21916" y="14590"/>
                </a:lnTo>
                <a:lnTo>
                  <a:pt x="21855" y="14620"/>
                </a:lnTo>
                <a:cubicBezTo>
                  <a:pt x="21794" y="14712"/>
                  <a:pt x="21734" y="14803"/>
                  <a:pt x="21703" y="14894"/>
                </a:cubicBezTo>
                <a:lnTo>
                  <a:pt x="21642" y="14955"/>
                </a:lnTo>
                <a:cubicBezTo>
                  <a:pt x="21624" y="14973"/>
                  <a:pt x="21598" y="14978"/>
                  <a:pt x="21568" y="14978"/>
                </a:cubicBezTo>
                <a:cubicBezTo>
                  <a:pt x="21536" y="14978"/>
                  <a:pt x="21500" y="14972"/>
                  <a:pt x="21463" y="14972"/>
                </a:cubicBezTo>
                <a:cubicBezTo>
                  <a:pt x="21418" y="14972"/>
                  <a:pt x="21374" y="14980"/>
                  <a:pt x="21338" y="15016"/>
                </a:cubicBezTo>
                <a:cubicBezTo>
                  <a:pt x="21278" y="14985"/>
                  <a:pt x="21187" y="14955"/>
                  <a:pt x="21095" y="14955"/>
                </a:cubicBezTo>
                <a:lnTo>
                  <a:pt x="21035" y="14894"/>
                </a:lnTo>
                <a:lnTo>
                  <a:pt x="21004" y="14864"/>
                </a:lnTo>
                <a:cubicBezTo>
                  <a:pt x="20700" y="14924"/>
                  <a:pt x="20214" y="15016"/>
                  <a:pt x="19971" y="15076"/>
                </a:cubicBezTo>
                <a:lnTo>
                  <a:pt x="19758" y="15016"/>
                </a:lnTo>
                <a:lnTo>
                  <a:pt x="19697" y="15016"/>
                </a:lnTo>
                <a:cubicBezTo>
                  <a:pt x="19662" y="14992"/>
                  <a:pt x="19627" y="14982"/>
                  <a:pt x="19596" y="14982"/>
                </a:cubicBezTo>
                <a:cubicBezTo>
                  <a:pt x="19545" y="14982"/>
                  <a:pt x="19503" y="15008"/>
                  <a:pt x="19484" y="15046"/>
                </a:cubicBezTo>
                <a:lnTo>
                  <a:pt x="19424" y="15107"/>
                </a:lnTo>
                <a:cubicBezTo>
                  <a:pt x="19393" y="15107"/>
                  <a:pt x="19332" y="15107"/>
                  <a:pt x="19302" y="15076"/>
                </a:cubicBezTo>
                <a:cubicBezTo>
                  <a:pt x="19241" y="15046"/>
                  <a:pt x="19484" y="14985"/>
                  <a:pt x="19302" y="14955"/>
                </a:cubicBezTo>
                <a:lnTo>
                  <a:pt x="19184" y="14938"/>
                </a:lnTo>
                <a:lnTo>
                  <a:pt x="19184" y="14938"/>
                </a:lnTo>
                <a:lnTo>
                  <a:pt x="19211" y="14924"/>
                </a:lnTo>
                <a:cubicBezTo>
                  <a:pt x="19272" y="14894"/>
                  <a:pt x="19089" y="14712"/>
                  <a:pt x="19028" y="14620"/>
                </a:cubicBezTo>
                <a:cubicBezTo>
                  <a:pt x="18979" y="14571"/>
                  <a:pt x="19169" y="14482"/>
                  <a:pt x="19323" y="14482"/>
                </a:cubicBezTo>
                <a:cubicBezTo>
                  <a:pt x="19360" y="14482"/>
                  <a:pt x="19395" y="14487"/>
                  <a:pt x="19424" y="14499"/>
                </a:cubicBezTo>
                <a:cubicBezTo>
                  <a:pt x="19545" y="14560"/>
                  <a:pt x="19515" y="14620"/>
                  <a:pt x="19454" y="14620"/>
                </a:cubicBezTo>
                <a:cubicBezTo>
                  <a:pt x="19393" y="14620"/>
                  <a:pt x="19393" y="14681"/>
                  <a:pt x="19424" y="14712"/>
                </a:cubicBezTo>
                <a:cubicBezTo>
                  <a:pt x="19484" y="14772"/>
                  <a:pt x="19545" y="14803"/>
                  <a:pt x="19636" y="14833"/>
                </a:cubicBezTo>
                <a:cubicBezTo>
                  <a:pt x="19641" y="14837"/>
                  <a:pt x="19645" y="14839"/>
                  <a:pt x="19651" y="14839"/>
                </a:cubicBezTo>
                <a:cubicBezTo>
                  <a:pt x="19683" y="14839"/>
                  <a:pt x="19732" y="14768"/>
                  <a:pt x="19758" y="14742"/>
                </a:cubicBezTo>
                <a:cubicBezTo>
                  <a:pt x="19758" y="14681"/>
                  <a:pt x="19849" y="14651"/>
                  <a:pt x="19971" y="14651"/>
                </a:cubicBezTo>
                <a:lnTo>
                  <a:pt x="19971" y="14499"/>
                </a:lnTo>
                <a:lnTo>
                  <a:pt x="19971" y="14317"/>
                </a:lnTo>
                <a:cubicBezTo>
                  <a:pt x="20092" y="14347"/>
                  <a:pt x="20214" y="14377"/>
                  <a:pt x="20335" y="14377"/>
                </a:cubicBezTo>
                <a:cubicBezTo>
                  <a:pt x="20359" y="14354"/>
                  <a:pt x="20504" y="14296"/>
                  <a:pt x="20560" y="14296"/>
                </a:cubicBezTo>
                <a:cubicBezTo>
                  <a:pt x="20577" y="14296"/>
                  <a:pt x="20586" y="14302"/>
                  <a:pt x="20579" y="14317"/>
                </a:cubicBezTo>
                <a:cubicBezTo>
                  <a:pt x="20579" y="14342"/>
                  <a:pt x="20611" y="14352"/>
                  <a:pt x="20653" y="14352"/>
                </a:cubicBezTo>
                <a:cubicBezTo>
                  <a:pt x="20711" y="14352"/>
                  <a:pt x="20787" y="14334"/>
                  <a:pt x="20822" y="14317"/>
                </a:cubicBezTo>
                <a:cubicBezTo>
                  <a:pt x="20842" y="14303"/>
                  <a:pt x="20863" y="14297"/>
                  <a:pt x="20885" y="14297"/>
                </a:cubicBezTo>
                <a:cubicBezTo>
                  <a:pt x="20963" y="14297"/>
                  <a:pt x="21048" y="14374"/>
                  <a:pt x="21095" y="14468"/>
                </a:cubicBezTo>
                <a:lnTo>
                  <a:pt x="21278" y="14317"/>
                </a:lnTo>
                <a:cubicBezTo>
                  <a:pt x="21323" y="14301"/>
                  <a:pt x="21361" y="14294"/>
                  <a:pt x="21395" y="14294"/>
                </a:cubicBezTo>
                <a:cubicBezTo>
                  <a:pt x="21430" y="14294"/>
                  <a:pt x="21460" y="14301"/>
                  <a:pt x="21490" y="14317"/>
                </a:cubicBezTo>
                <a:cubicBezTo>
                  <a:pt x="21543" y="14369"/>
                  <a:pt x="21588" y="14389"/>
                  <a:pt x="21628" y="14389"/>
                </a:cubicBezTo>
                <a:cubicBezTo>
                  <a:pt x="21705" y="14389"/>
                  <a:pt x="21765" y="14316"/>
                  <a:pt x="21825" y="14256"/>
                </a:cubicBezTo>
                <a:lnTo>
                  <a:pt x="22220" y="13952"/>
                </a:lnTo>
                <a:cubicBezTo>
                  <a:pt x="22281" y="13952"/>
                  <a:pt x="22311" y="13982"/>
                  <a:pt x="22342" y="13982"/>
                </a:cubicBezTo>
                <a:cubicBezTo>
                  <a:pt x="22454" y="14095"/>
                  <a:pt x="22584" y="14157"/>
                  <a:pt x="22717" y="14157"/>
                </a:cubicBezTo>
                <a:cubicBezTo>
                  <a:pt x="22764" y="14157"/>
                  <a:pt x="22811" y="14150"/>
                  <a:pt x="22858" y="14134"/>
                </a:cubicBezTo>
                <a:lnTo>
                  <a:pt x="23193" y="14104"/>
                </a:lnTo>
                <a:cubicBezTo>
                  <a:pt x="23284" y="14138"/>
                  <a:pt x="23379" y="14155"/>
                  <a:pt x="23473" y="14155"/>
                </a:cubicBezTo>
                <a:cubicBezTo>
                  <a:pt x="23628" y="14155"/>
                  <a:pt x="23778" y="14108"/>
                  <a:pt x="23892" y="14013"/>
                </a:cubicBezTo>
                <a:lnTo>
                  <a:pt x="24196" y="14013"/>
                </a:lnTo>
                <a:cubicBezTo>
                  <a:pt x="24198" y="14015"/>
                  <a:pt x="24201" y="14017"/>
                  <a:pt x="24203" y="14017"/>
                </a:cubicBezTo>
                <a:cubicBezTo>
                  <a:pt x="24227" y="14017"/>
                  <a:pt x="24234" y="13891"/>
                  <a:pt x="24317" y="13891"/>
                </a:cubicBezTo>
                <a:cubicBezTo>
                  <a:pt x="24378" y="13891"/>
                  <a:pt x="24439" y="13952"/>
                  <a:pt x="24530" y="13952"/>
                </a:cubicBezTo>
                <a:cubicBezTo>
                  <a:pt x="24568" y="13964"/>
                  <a:pt x="24606" y="13972"/>
                  <a:pt x="24643" y="13972"/>
                </a:cubicBezTo>
                <a:cubicBezTo>
                  <a:pt x="24697" y="13972"/>
                  <a:pt x="24750" y="13957"/>
                  <a:pt x="24804" y="13921"/>
                </a:cubicBezTo>
                <a:cubicBezTo>
                  <a:pt x="24840" y="13907"/>
                  <a:pt x="24866" y="13901"/>
                  <a:pt x="24885" y="13901"/>
                </a:cubicBezTo>
                <a:cubicBezTo>
                  <a:pt x="24944" y="13901"/>
                  <a:pt x="24932" y="13959"/>
                  <a:pt x="24956" y="13982"/>
                </a:cubicBezTo>
                <a:cubicBezTo>
                  <a:pt x="24956" y="14013"/>
                  <a:pt x="24986" y="14043"/>
                  <a:pt x="25047" y="14043"/>
                </a:cubicBezTo>
                <a:lnTo>
                  <a:pt x="25260" y="14043"/>
                </a:lnTo>
                <a:lnTo>
                  <a:pt x="25563" y="14104"/>
                </a:lnTo>
                <a:cubicBezTo>
                  <a:pt x="25632" y="14035"/>
                  <a:pt x="25717" y="14001"/>
                  <a:pt x="25807" y="14001"/>
                </a:cubicBezTo>
                <a:cubicBezTo>
                  <a:pt x="25837" y="14001"/>
                  <a:pt x="25867" y="14005"/>
                  <a:pt x="25898" y="14013"/>
                </a:cubicBezTo>
                <a:cubicBezTo>
                  <a:pt x="25926" y="14069"/>
                  <a:pt x="26110" y="14229"/>
                  <a:pt x="26233" y="14229"/>
                </a:cubicBezTo>
                <a:cubicBezTo>
                  <a:pt x="26244" y="14229"/>
                  <a:pt x="26253" y="14228"/>
                  <a:pt x="26263" y="14225"/>
                </a:cubicBezTo>
                <a:cubicBezTo>
                  <a:pt x="26384" y="14195"/>
                  <a:pt x="26445" y="14134"/>
                  <a:pt x="26415" y="14073"/>
                </a:cubicBezTo>
                <a:lnTo>
                  <a:pt x="26415" y="14043"/>
                </a:lnTo>
                <a:cubicBezTo>
                  <a:pt x="26415" y="13982"/>
                  <a:pt x="26445" y="13952"/>
                  <a:pt x="26475" y="13921"/>
                </a:cubicBezTo>
                <a:cubicBezTo>
                  <a:pt x="26504" y="13892"/>
                  <a:pt x="26521" y="13882"/>
                  <a:pt x="26531" y="13882"/>
                </a:cubicBezTo>
                <a:cubicBezTo>
                  <a:pt x="26553" y="13882"/>
                  <a:pt x="26546" y="13931"/>
                  <a:pt x="26567" y="13952"/>
                </a:cubicBezTo>
                <a:lnTo>
                  <a:pt x="26658" y="14073"/>
                </a:lnTo>
                <a:cubicBezTo>
                  <a:pt x="26719" y="14013"/>
                  <a:pt x="26779" y="13921"/>
                  <a:pt x="26749" y="13861"/>
                </a:cubicBezTo>
                <a:lnTo>
                  <a:pt x="26749" y="13861"/>
                </a:lnTo>
                <a:lnTo>
                  <a:pt x="26901" y="13921"/>
                </a:lnTo>
                <a:cubicBezTo>
                  <a:pt x="26966" y="13965"/>
                  <a:pt x="27038" y="13973"/>
                  <a:pt x="27113" y="13973"/>
                </a:cubicBezTo>
                <a:cubicBezTo>
                  <a:pt x="27163" y="13973"/>
                  <a:pt x="27213" y="13969"/>
                  <a:pt x="27263" y="13969"/>
                </a:cubicBezTo>
                <a:cubicBezTo>
                  <a:pt x="27350" y="13969"/>
                  <a:pt x="27434" y="13981"/>
                  <a:pt x="27509" y="14043"/>
                </a:cubicBezTo>
                <a:lnTo>
                  <a:pt x="27539" y="14043"/>
                </a:lnTo>
                <a:cubicBezTo>
                  <a:pt x="27569" y="14025"/>
                  <a:pt x="27597" y="14018"/>
                  <a:pt x="27623" y="14018"/>
                </a:cubicBezTo>
                <a:cubicBezTo>
                  <a:pt x="27734" y="14018"/>
                  <a:pt x="27813" y="14146"/>
                  <a:pt x="27813" y="14195"/>
                </a:cubicBezTo>
                <a:cubicBezTo>
                  <a:pt x="27813" y="14256"/>
                  <a:pt x="27722" y="14347"/>
                  <a:pt x="27600" y="14408"/>
                </a:cubicBezTo>
                <a:lnTo>
                  <a:pt x="27813" y="14438"/>
                </a:lnTo>
                <a:cubicBezTo>
                  <a:pt x="27829" y="14442"/>
                  <a:pt x="27843" y="14444"/>
                  <a:pt x="27854" y="14444"/>
                </a:cubicBezTo>
                <a:cubicBezTo>
                  <a:pt x="27927" y="14444"/>
                  <a:pt x="27904" y="14365"/>
                  <a:pt x="27904" y="14286"/>
                </a:cubicBezTo>
                <a:lnTo>
                  <a:pt x="27904" y="14225"/>
                </a:lnTo>
                <a:cubicBezTo>
                  <a:pt x="27904" y="14139"/>
                  <a:pt x="28068" y="13889"/>
                  <a:pt x="28188" y="13889"/>
                </a:cubicBezTo>
                <a:cubicBezTo>
                  <a:pt x="28195" y="13889"/>
                  <a:pt x="28202" y="13889"/>
                  <a:pt x="28208" y="13891"/>
                </a:cubicBezTo>
                <a:cubicBezTo>
                  <a:pt x="28240" y="13899"/>
                  <a:pt x="28271" y="13903"/>
                  <a:pt x="28298" y="13903"/>
                </a:cubicBezTo>
                <a:cubicBezTo>
                  <a:pt x="28372" y="13903"/>
                  <a:pt x="28421" y="13875"/>
                  <a:pt x="28421" y="13830"/>
                </a:cubicBezTo>
                <a:lnTo>
                  <a:pt x="28421" y="13678"/>
                </a:lnTo>
                <a:cubicBezTo>
                  <a:pt x="28633" y="13739"/>
                  <a:pt x="28846" y="13800"/>
                  <a:pt x="29059" y="13830"/>
                </a:cubicBezTo>
                <a:cubicBezTo>
                  <a:pt x="29241" y="13800"/>
                  <a:pt x="29424" y="13739"/>
                  <a:pt x="29606" y="13678"/>
                </a:cubicBezTo>
                <a:lnTo>
                  <a:pt x="29819" y="13617"/>
                </a:lnTo>
                <a:lnTo>
                  <a:pt x="29880" y="13617"/>
                </a:lnTo>
                <a:cubicBezTo>
                  <a:pt x="30001" y="13617"/>
                  <a:pt x="29971" y="13709"/>
                  <a:pt x="29849" y="13830"/>
                </a:cubicBezTo>
                <a:lnTo>
                  <a:pt x="29728" y="13861"/>
                </a:lnTo>
                <a:lnTo>
                  <a:pt x="29576" y="13921"/>
                </a:lnTo>
                <a:cubicBezTo>
                  <a:pt x="29393" y="13952"/>
                  <a:pt x="29302" y="14043"/>
                  <a:pt x="29333" y="14134"/>
                </a:cubicBezTo>
                <a:lnTo>
                  <a:pt x="29515" y="14043"/>
                </a:lnTo>
                <a:cubicBezTo>
                  <a:pt x="29667" y="13982"/>
                  <a:pt x="29849" y="14013"/>
                  <a:pt x="29971" y="13830"/>
                </a:cubicBezTo>
                <a:lnTo>
                  <a:pt x="30032" y="13769"/>
                </a:lnTo>
                <a:cubicBezTo>
                  <a:pt x="30168" y="13754"/>
                  <a:pt x="30313" y="13747"/>
                  <a:pt x="30457" y="13747"/>
                </a:cubicBezTo>
                <a:cubicBezTo>
                  <a:pt x="30602" y="13747"/>
                  <a:pt x="30746" y="13754"/>
                  <a:pt x="30883" y="13769"/>
                </a:cubicBezTo>
                <a:lnTo>
                  <a:pt x="31369" y="13769"/>
                </a:lnTo>
                <a:cubicBezTo>
                  <a:pt x="31643" y="13739"/>
                  <a:pt x="31977" y="13557"/>
                  <a:pt x="31947" y="13526"/>
                </a:cubicBezTo>
                <a:cubicBezTo>
                  <a:pt x="31916" y="13496"/>
                  <a:pt x="31931" y="13481"/>
                  <a:pt x="31973" y="13481"/>
                </a:cubicBezTo>
                <a:close/>
                <a:moveTo>
                  <a:pt x="29978" y="14822"/>
                </a:moveTo>
                <a:cubicBezTo>
                  <a:pt x="30098" y="14822"/>
                  <a:pt x="30184" y="14856"/>
                  <a:pt x="30184" y="14924"/>
                </a:cubicBezTo>
                <a:lnTo>
                  <a:pt x="30153" y="14955"/>
                </a:lnTo>
                <a:cubicBezTo>
                  <a:pt x="30153" y="15016"/>
                  <a:pt x="30123" y="15046"/>
                  <a:pt x="30032" y="15076"/>
                </a:cubicBezTo>
                <a:cubicBezTo>
                  <a:pt x="29971" y="15137"/>
                  <a:pt x="29971" y="15168"/>
                  <a:pt x="30032" y="15198"/>
                </a:cubicBezTo>
                <a:lnTo>
                  <a:pt x="30062" y="15228"/>
                </a:lnTo>
                <a:cubicBezTo>
                  <a:pt x="30047" y="15274"/>
                  <a:pt x="30016" y="15297"/>
                  <a:pt x="29982" y="15297"/>
                </a:cubicBezTo>
                <a:cubicBezTo>
                  <a:pt x="29948" y="15297"/>
                  <a:pt x="29910" y="15274"/>
                  <a:pt x="29880" y="15228"/>
                </a:cubicBezTo>
                <a:lnTo>
                  <a:pt x="29880" y="15168"/>
                </a:lnTo>
                <a:cubicBezTo>
                  <a:pt x="29880" y="15076"/>
                  <a:pt x="29880" y="15016"/>
                  <a:pt x="29728" y="15016"/>
                </a:cubicBezTo>
                <a:cubicBezTo>
                  <a:pt x="29637" y="15016"/>
                  <a:pt x="29637" y="14864"/>
                  <a:pt x="29728" y="14864"/>
                </a:cubicBezTo>
                <a:lnTo>
                  <a:pt x="29849" y="14833"/>
                </a:lnTo>
                <a:cubicBezTo>
                  <a:pt x="29895" y="14826"/>
                  <a:pt x="29939" y="14822"/>
                  <a:pt x="29978" y="14822"/>
                </a:cubicBezTo>
                <a:close/>
                <a:moveTo>
                  <a:pt x="18269" y="14225"/>
                </a:moveTo>
                <a:cubicBezTo>
                  <a:pt x="18329" y="14225"/>
                  <a:pt x="18329" y="14256"/>
                  <a:pt x="18329" y="14286"/>
                </a:cubicBezTo>
                <a:lnTo>
                  <a:pt x="18329" y="14317"/>
                </a:lnTo>
                <a:lnTo>
                  <a:pt x="18329" y="14499"/>
                </a:lnTo>
                <a:cubicBezTo>
                  <a:pt x="18390" y="14620"/>
                  <a:pt x="18816" y="14712"/>
                  <a:pt x="18876" y="14772"/>
                </a:cubicBezTo>
                <a:cubicBezTo>
                  <a:pt x="18937" y="14803"/>
                  <a:pt x="18937" y="14955"/>
                  <a:pt x="18846" y="15046"/>
                </a:cubicBezTo>
                <a:lnTo>
                  <a:pt x="18694" y="14894"/>
                </a:lnTo>
                <a:lnTo>
                  <a:pt x="18603" y="14894"/>
                </a:lnTo>
                <a:cubicBezTo>
                  <a:pt x="18572" y="14894"/>
                  <a:pt x="18512" y="14924"/>
                  <a:pt x="18512" y="14955"/>
                </a:cubicBezTo>
                <a:cubicBezTo>
                  <a:pt x="18512" y="14985"/>
                  <a:pt x="18572" y="15046"/>
                  <a:pt x="18572" y="15046"/>
                </a:cubicBezTo>
                <a:cubicBezTo>
                  <a:pt x="18626" y="15054"/>
                  <a:pt x="18677" y="15057"/>
                  <a:pt x="18727" y="15057"/>
                </a:cubicBezTo>
                <a:cubicBezTo>
                  <a:pt x="18854" y="15057"/>
                  <a:pt x="18972" y="15033"/>
                  <a:pt x="19089" y="14983"/>
                </a:cubicBezTo>
                <a:lnTo>
                  <a:pt x="19089" y="14983"/>
                </a:lnTo>
                <a:cubicBezTo>
                  <a:pt x="19089" y="15092"/>
                  <a:pt x="19089" y="15217"/>
                  <a:pt x="19089" y="15320"/>
                </a:cubicBezTo>
                <a:lnTo>
                  <a:pt x="19028" y="15259"/>
                </a:lnTo>
                <a:lnTo>
                  <a:pt x="18846" y="15137"/>
                </a:lnTo>
                <a:cubicBezTo>
                  <a:pt x="18664" y="15137"/>
                  <a:pt x="18481" y="15076"/>
                  <a:pt x="18390" y="14924"/>
                </a:cubicBezTo>
                <a:cubicBezTo>
                  <a:pt x="18360" y="14833"/>
                  <a:pt x="18481" y="14651"/>
                  <a:pt x="18481" y="14651"/>
                </a:cubicBezTo>
                <a:lnTo>
                  <a:pt x="18481" y="14651"/>
                </a:lnTo>
                <a:cubicBezTo>
                  <a:pt x="18360" y="14712"/>
                  <a:pt x="18238" y="14803"/>
                  <a:pt x="18147" y="14924"/>
                </a:cubicBezTo>
                <a:cubicBezTo>
                  <a:pt x="18147" y="14985"/>
                  <a:pt x="18117" y="15076"/>
                  <a:pt x="18117" y="15168"/>
                </a:cubicBezTo>
                <a:lnTo>
                  <a:pt x="18056" y="15198"/>
                </a:lnTo>
                <a:cubicBezTo>
                  <a:pt x="17995" y="15228"/>
                  <a:pt x="17904" y="15259"/>
                  <a:pt x="17813" y="15259"/>
                </a:cubicBezTo>
                <a:lnTo>
                  <a:pt x="17752" y="15259"/>
                </a:lnTo>
                <a:cubicBezTo>
                  <a:pt x="17727" y="15209"/>
                  <a:pt x="17662" y="15160"/>
                  <a:pt x="17622" y="15160"/>
                </a:cubicBezTo>
                <a:cubicBezTo>
                  <a:pt x="17613" y="15160"/>
                  <a:pt x="17605" y="15162"/>
                  <a:pt x="17600" y="15168"/>
                </a:cubicBezTo>
                <a:lnTo>
                  <a:pt x="17569" y="15198"/>
                </a:lnTo>
                <a:lnTo>
                  <a:pt x="17539" y="15228"/>
                </a:lnTo>
                <a:lnTo>
                  <a:pt x="17387" y="15228"/>
                </a:lnTo>
                <a:lnTo>
                  <a:pt x="17357" y="15168"/>
                </a:lnTo>
                <a:lnTo>
                  <a:pt x="17296" y="15107"/>
                </a:lnTo>
                <a:cubicBezTo>
                  <a:pt x="17265" y="14985"/>
                  <a:pt x="17296" y="14864"/>
                  <a:pt x="17417" y="14833"/>
                </a:cubicBezTo>
                <a:cubicBezTo>
                  <a:pt x="17448" y="14833"/>
                  <a:pt x="17478" y="14833"/>
                  <a:pt x="17509" y="14803"/>
                </a:cubicBezTo>
                <a:cubicBezTo>
                  <a:pt x="17417" y="14772"/>
                  <a:pt x="17357" y="14772"/>
                  <a:pt x="17265" y="14772"/>
                </a:cubicBezTo>
                <a:cubicBezTo>
                  <a:pt x="17205" y="14772"/>
                  <a:pt x="17113" y="14864"/>
                  <a:pt x="17053" y="14955"/>
                </a:cubicBezTo>
                <a:lnTo>
                  <a:pt x="16992" y="15046"/>
                </a:lnTo>
                <a:cubicBezTo>
                  <a:pt x="16992" y="15107"/>
                  <a:pt x="16962" y="15168"/>
                  <a:pt x="16901" y="15168"/>
                </a:cubicBezTo>
                <a:cubicBezTo>
                  <a:pt x="16840" y="15228"/>
                  <a:pt x="16749" y="15259"/>
                  <a:pt x="16658" y="15259"/>
                </a:cubicBezTo>
                <a:cubicBezTo>
                  <a:pt x="16627" y="15259"/>
                  <a:pt x="16597" y="15228"/>
                  <a:pt x="16597" y="15198"/>
                </a:cubicBezTo>
                <a:cubicBezTo>
                  <a:pt x="16566" y="15198"/>
                  <a:pt x="16597" y="15137"/>
                  <a:pt x="16597" y="15137"/>
                </a:cubicBezTo>
                <a:lnTo>
                  <a:pt x="16688" y="15076"/>
                </a:lnTo>
                <a:cubicBezTo>
                  <a:pt x="16840" y="15016"/>
                  <a:pt x="16779" y="14894"/>
                  <a:pt x="16566" y="14833"/>
                </a:cubicBezTo>
                <a:lnTo>
                  <a:pt x="16384" y="14772"/>
                </a:lnTo>
                <a:cubicBezTo>
                  <a:pt x="16372" y="14772"/>
                  <a:pt x="16350" y="14768"/>
                  <a:pt x="16332" y="14768"/>
                </a:cubicBezTo>
                <a:cubicBezTo>
                  <a:pt x="16305" y="14768"/>
                  <a:pt x="16287" y="14779"/>
                  <a:pt x="16323" y="14833"/>
                </a:cubicBezTo>
                <a:lnTo>
                  <a:pt x="16323" y="14864"/>
                </a:lnTo>
                <a:cubicBezTo>
                  <a:pt x="16354" y="14894"/>
                  <a:pt x="16171" y="14924"/>
                  <a:pt x="15958" y="14924"/>
                </a:cubicBezTo>
                <a:lnTo>
                  <a:pt x="15867" y="14742"/>
                </a:lnTo>
                <a:lnTo>
                  <a:pt x="15867" y="14738"/>
                </a:lnTo>
                <a:lnTo>
                  <a:pt x="15867" y="14738"/>
                </a:lnTo>
                <a:cubicBezTo>
                  <a:pt x="15938" y="14724"/>
                  <a:pt x="16009" y="14705"/>
                  <a:pt x="16080" y="14681"/>
                </a:cubicBezTo>
                <a:lnTo>
                  <a:pt x="16262" y="14590"/>
                </a:lnTo>
                <a:cubicBezTo>
                  <a:pt x="16278" y="14575"/>
                  <a:pt x="16293" y="14567"/>
                  <a:pt x="16308" y="14567"/>
                </a:cubicBezTo>
                <a:cubicBezTo>
                  <a:pt x="16323" y="14567"/>
                  <a:pt x="16338" y="14575"/>
                  <a:pt x="16354" y="14590"/>
                </a:cubicBezTo>
                <a:lnTo>
                  <a:pt x="16475" y="14681"/>
                </a:lnTo>
                <a:lnTo>
                  <a:pt x="16962" y="14529"/>
                </a:lnTo>
                <a:lnTo>
                  <a:pt x="17083" y="14620"/>
                </a:lnTo>
                <a:cubicBezTo>
                  <a:pt x="17154" y="14651"/>
                  <a:pt x="17222" y="14661"/>
                  <a:pt x="17287" y="14661"/>
                </a:cubicBezTo>
                <a:cubicBezTo>
                  <a:pt x="17417" y="14661"/>
                  <a:pt x="17539" y="14620"/>
                  <a:pt x="17661" y="14620"/>
                </a:cubicBezTo>
                <a:lnTo>
                  <a:pt x="17873" y="14620"/>
                </a:lnTo>
                <a:cubicBezTo>
                  <a:pt x="17879" y="14638"/>
                  <a:pt x="17889" y="14645"/>
                  <a:pt x="17903" y="14645"/>
                </a:cubicBezTo>
                <a:cubicBezTo>
                  <a:pt x="17958" y="14645"/>
                  <a:pt x="18067" y="14512"/>
                  <a:pt x="18117" y="14438"/>
                </a:cubicBezTo>
                <a:cubicBezTo>
                  <a:pt x="18147" y="14347"/>
                  <a:pt x="18238" y="14225"/>
                  <a:pt x="18269" y="14225"/>
                </a:cubicBezTo>
                <a:close/>
                <a:moveTo>
                  <a:pt x="15803" y="14750"/>
                </a:moveTo>
                <a:cubicBezTo>
                  <a:pt x="15770" y="14804"/>
                  <a:pt x="15746" y="14898"/>
                  <a:pt x="15746" y="14955"/>
                </a:cubicBezTo>
                <a:cubicBezTo>
                  <a:pt x="15746" y="15016"/>
                  <a:pt x="15928" y="15046"/>
                  <a:pt x="15958" y="15046"/>
                </a:cubicBezTo>
                <a:cubicBezTo>
                  <a:pt x="16019" y="15046"/>
                  <a:pt x="16050" y="15107"/>
                  <a:pt x="16080" y="15198"/>
                </a:cubicBezTo>
                <a:lnTo>
                  <a:pt x="16050" y="15228"/>
                </a:lnTo>
                <a:lnTo>
                  <a:pt x="15958" y="15320"/>
                </a:lnTo>
                <a:cubicBezTo>
                  <a:pt x="15853" y="15337"/>
                  <a:pt x="15778" y="15355"/>
                  <a:pt x="15734" y="15355"/>
                </a:cubicBezTo>
                <a:cubicBezTo>
                  <a:pt x="15701" y="15355"/>
                  <a:pt x="15685" y="15345"/>
                  <a:pt x="15685" y="15320"/>
                </a:cubicBezTo>
                <a:lnTo>
                  <a:pt x="15654" y="15259"/>
                </a:lnTo>
                <a:cubicBezTo>
                  <a:pt x="15624" y="15228"/>
                  <a:pt x="15563" y="15168"/>
                  <a:pt x="15533" y="15168"/>
                </a:cubicBezTo>
                <a:cubicBezTo>
                  <a:pt x="15411" y="15198"/>
                  <a:pt x="15442" y="15259"/>
                  <a:pt x="15503" y="15320"/>
                </a:cubicBezTo>
                <a:lnTo>
                  <a:pt x="15503" y="15350"/>
                </a:lnTo>
                <a:cubicBezTo>
                  <a:pt x="15520" y="15368"/>
                  <a:pt x="15497" y="15385"/>
                  <a:pt x="15445" y="15385"/>
                </a:cubicBezTo>
                <a:cubicBezTo>
                  <a:pt x="15407" y="15385"/>
                  <a:pt x="15354" y="15376"/>
                  <a:pt x="15290" y="15350"/>
                </a:cubicBezTo>
                <a:lnTo>
                  <a:pt x="15199" y="15320"/>
                </a:lnTo>
                <a:cubicBezTo>
                  <a:pt x="15168" y="15320"/>
                  <a:pt x="15138" y="15259"/>
                  <a:pt x="15138" y="15259"/>
                </a:cubicBezTo>
                <a:cubicBezTo>
                  <a:pt x="15168" y="15168"/>
                  <a:pt x="15229" y="15046"/>
                  <a:pt x="15229" y="15046"/>
                </a:cubicBezTo>
                <a:cubicBezTo>
                  <a:pt x="15229" y="15016"/>
                  <a:pt x="15199" y="14985"/>
                  <a:pt x="15168" y="14985"/>
                </a:cubicBezTo>
                <a:lnTo>
                  <a:pt x="15077" y="14985"/>
                </a:lnTo>
                <a:lnTo>
                  <a:pt x="15047" y="15016"/>
                </a:lnTo>
                <a:cubicBezTo>
                  <a:pt x="15047" y="15046"/>
                  <a:pt x="15077" y="15289"/>
                  <a:pt x="15016" y="15350"/>
                </a:cubicBezTo>
                <a:cubicBezTo>
                  <a:pt x="14925" y="15411"/>
                  <a:pt x="14834" y="15441"/>
                  <a:pt x="14743" y="15472"/>
                </a:cubicBezTo>
                <a:cubicBezTo>
                  <a:pt x="14682" y="15472"/>
                  <a:pt x="14621" y="15289"/>
                  <a:pt x="14621" y="15228"/>
                </a:cubicBezTo>
                <a:cubicBezTo>
                  <a:pt x="14621" y="15168"/>
                  <a:pt x="14651" y="15107"/>
                  <a:pt x="14712" y="15076"/>
                </a:cubicBezTo>
                <a:lnTo>
                  <a:pt x="14834" y="15076"/>
                </a:lnTo>
                <a:cubicBezTo>
                  <a:pt x="14875" y="15035"/>
                  <a:pt x="14889" y="14936"/>
                  <a:pt x="14873" y="14888"/>
                </a:cubicBezTo>
                <a:lnTo>
                  <a:pt x="14873" y="14888"/>
                </a:lnTo>
                <a:cubicBezTo>
                  <a:pt x="15031" y="14875"/>
                  <a:pt x="15184" y="14841"/>
                  <a:pt x="15320" y="14772"/>
                </a:cubicBezTo>
                <a:cubicBezTo>
                  <a:pt x="15330" y="14762"/>
                  <a:pt x="15340" y="14759"/>
                  <a:pt x="15352" y="14759"/>
                </a:cubicBezTo>
                <a:cubicBezTo>
                  <a:pt x="15374" y="14759"/>
                  <a:pt x="15401" y="14772"/>
                  <a:pt x="15442" y="14772"/>
                </a:cubicBezTo>
                <a:lnTo>
                  <a:pt x="15533" y="14772"/>
                </a:lnTo>
                <a:cubicBezTo>
                  <a:pt x="15623" y="14772"/>
                  <a:pt x="15713" y="14765"/>
                  <a:pt x="15803" y="14750"/>
                </a:cubicBezTo>
                <a:close/>
                <a:moveTo>
                  <a:pt x="11521" y="15380"/>
                </a:moveTo>
                <a:cubicBezTo>
                  <a:pt x="11612" y="15441"/>
                  <a:pt x="11551" y="15502"/>
                  <a:pt x="11521" y="15532"/>
                </a:cubicBezTo>
                <a:cubicBezTo>
                  <a:pt x="11457" y="15532"/>
                  <a:pt x="11394" y="15538"/>
                  <a:pt x="11330" y="15544"/>
                </a:cubicBezTo>
                <a:lnTo>
                  <a:pt x="11330" y="15544"/>
                </a:lnTo>
                <a:lnTo>
                  <a:pt x="11521" y="15380"/>
                </a:lnTo>
                <a:close/>
                <a:moveTo>
                  <a:pt x="26840" y="15137"/>
                </a:moveTo>
                <a:cubicBezTo>
                  <a:pt x="26901" y="15137"/>
                  <a:pt x="26992" y="15198"/>
                  <a:pt x="27083" y="15198"/>
                </a:cubicBezTo>
                <a:cubicBezTo>
                  <a:pt x="27326" y="15228"/>
                  <a:pt x="27114" y="15320"/>
                  <a:pt x="27144" y="15350"/>
                </a:cubicBezTo>
                <a:lnTo>
                  <a:pt x="27174" y="15411"/>
                </a:lnTo>
                <a:cubicBezTo>
                  <a:pt x="27209" y="15434"/>
                  <a:pt x="27200" y="15444"/>
                  <a:pt x="27173" y="15444"/>
                </a:cubicBezTo>
                <a:cubicBezTo>
                  <a:pt x="27130" y="15444"/>
                  <a:pt x="27041" y="15418"/>
                  <a:pt x="27022" y="15380"/>
                </a:cubicBezTo>
                <a:cubicBezTo>
                  <a:pt x="27007" y="15350"/>
                  <a:pt x="26984" y="15335"/>
                  <a:pt x="26962" y="15335"/>
                </a:cubicBezTo>
                <a:cubicBezTo>
                  <a:pt x="26939" y="15335"/>
                  <a:pt x="26916" y="15350"/>
                  <a:pt x="26901" y="15380"/>
                </a:cubicBezTo>
                <a:cubicBezTo>
                  <a:pt x="26840" y="15472"/>
                  <a:pt x="26779" y="15563"/>
                  <a:pt x="26719" y="15624"/>
                </a:cubicBezTo>
                <a:lnTo>
                  <a:pt x="26688" y="15624"/>
                </a:lnTo>
                <a:cubicBezTo>
                  <a:pt x="26627" y="15593"/>
                  <a:pt x="26627" y="15563"/>
                  <a:pt x="26627" y="15532"/>
                </a:cubicBezTo>
                <a:lnTo>
                  <a:pt x="26627" y="15472"/>
                </a:lnTo>
                <a:cubicBezTo>
                  <a:pt x="26688" y="15380"/>
                  <a:pt x="26719" y="15289"/>
                  <a:pt x="26719" y="15198"/>
                </a:cubicBezTo>
                <a:lnTo>
                  <a:pt x="26840" y="15137"/>
                </a:lnTo>
                <a:close/>
                <a:moveTo>
                  <a:pt x="28907" y="14955"/>
                </a:moveTo>
                <a:cubicBezTo>
                  <a:pt x="28968" y="14955"/>
                  <a:pt x="29059" y="14985"/>
                  <a:pt x="29059" y="14985"/>
                </a:cubicBezTo>
                <a:cubicBezTo>
                  <a:pt x="29076" y="15088"/>
                  <a:pt x="29103" y="15123"/>
                  <a:pt x="29151" y="15123"/>
                </a:cubicBezTo>
                <a:cubicBezTo>
                  <a:pt x="29187" y="15123"/>
                  <a:pt x="29236" y="15103"/>
                  <a:pt x="29302" y="15076"/>
                </a:cubicBezTo>
                <a:lnTo>
                  <a:pt x="29333" y="15046"/>
                </a:lnTo>
                <a:cubicBezTo>
                  <a:pt x="29393" y="15046"/>
                  <a:pt x="29454" y="15107"/>
                  <a:pt x="29454" y="15137"/>
                </a:cubicBezTo>
                <a:cubicBezTo>
                  <a:pt x="29454" y="15198"/>
                  <a:pt x="29424" y="15259"/>
                  <a:pt x="29424" y="15320"/>
                </a:cubicBezTo>
                <a:lnTo>
                  <a:pt x="29606" y="15289"/>
                </a:lnTo>
                <a:cubicBezTo>
                  <a:pt x="29667" y="15289"/>
                  <a:pt x="29728" y="15289"/>
                  <a:pt x="29788" y="15320"/>
                </a:cubicBezTo>
                <a:lnTo>
                  <a:pt x="29849" y="15380"/>
                </a:lnTo>
                <a:cubicBezTo>
                  <a:pt x="29849" y="15441"/>
                  <a:pt x="29880" y="15532"/>
                  <a:pt x="29880" y="15624"/>
                </a:cubicBezTo>
                <a:cubicBezTo>
                  <a:pt x="29849" y="15654"/>
                  <a:pt x="29788" y="15654"/>
                  <a:pt x="29697" y="15654"/>
                </a:cubicBezTo>
                <a:lnTo>
                  <a:pt x="29667" y="15563"/>
                </a:lnTo>
                <a:cubicBezTo>
                  <a:pt x="29637" y="15532"/>
                  <a:pt x="29606" y="15502"/>
                  <a:pt x="29576" y="15472"/>
                </a:cubicBezTo>
                <a:lnTo>
                  <a:pt x="29515" y="15472"/>
                </a:lnTo>
                <a:cubicBezTo>
                  <a:pt x="29454" y="15472"/>
                  <a:pt x="29393" y="15532"/>
                  <a:pt x="29393" y="15593"/>
                </a:cubicBezTo>
                <a:lnTo>
                  <a:pt x="29454" y="15624"/>
                </a:lnTo>
                <a:lnTo>
                  <a:pt x="29454" y="15654"/>
                </a:lnTo>
                <a:cubicBezTo>
                  <a:pt x="29515" y="15654"/>
                  <a:pt x="29576" y="15715"/>
                  <a:pt x="29545" y="15775"/>
                </a:cubicBezTo>
                <a:lnTo>
                  <a:pt x="29393" y="15775"/>
                </a:lnTo>
                <a:cubicBezTo>
                  <a:pt x="29378" y="15779"/>
                  <a:pt x="29362" y="15780"/>
                  <a:pt x="29346" y="15780"/>
                </a:cubicBezTo>
                <a:cubicBezTo>
                  <a:pt x="29212" y="15780"/>
                  <a:pt x="29089" y="15665"/>
                  <a:pt x="29089" y="15502"/>
                </a:cubicBezTo>
                <a:cubicBezTo>
                  <a:pt x="29089" y="15380"/>
                  <a:pt x="28846" y="15016"/>
                  <a:pt x="28907" y="14955"/>
                </a:cubicBezTo>
                <a:close/>
                <a:moveTo>
                  <a:pt x="19399" y="15615"/>
                </a:moveTo>
                <a:cubicBezTo>
                  <a:pt x="19415" y="15615"/>
                  <a:pt x="19460" y="15660"/>
                  <a:pt x="19484" y="15684"/>
                </a:cubicBezTo>
                <a:lnTo>
                  <a:pt x="19545" y="15745"/>
                </a:lnTo>
                <a:cubicBezTo>
                  <a:pt x="19636" y="15867"/>
                  <a:pt x="19667" y="15958"/>
                  <a:pt x="19667" y="15988"/>
                </a:cubicBezTo>
                <a:cubicBezTo>
                  <a:pt x="19636" y="15988"/>
                  <a:pt x="19393" y="15867"/>
                  <a:pt x="19272" y="15867"/>
                </a:cubicBezTo>
                <a:lnTo>
                  <a:pt x="19332" y="15867"/>
                </a:lnTo>
                <a:lnTo>
                  <a:pt x="19302" y="15715"/>
                </a:lnTo>
                <a:cubicBezTo>
                  <a:pt x="19272" y="15684"/>
                  <a:pt x="19363" y="15624"/>
                  <a:pt x="19393" y="15624"/>
                </a:cubicBezTo>
                <a:cubicBezTo>
                  <a:pt x="19393" y="15618"/>
                  <a:pt x="19395" y="15615"/>
                  <a:pt x="19399" y="15615"/>
                </a:cubicBezTo>
                <a:close/>
                <a:moveTo>
                  <a:pt x="18329" y="15563"/>
                </a:moveTo>
                <a:lnTo>
                  <a:pt x="18360" y="15593"/>
                </a:lnTo>
                <a:lnTo>
                  <a:pt x="18512" y="15684"/>
                </a:lnTo>
                <a:cubicBezTo>
                  <a:pt x="18420" y="15745"/>
                  <a:pt x="18481" y="15897"/>
                  <a:pt x="18633" y="15958"/>
                </a:cubicBezTo>
                <a:lnTo>
                  <a:pt x="18755" y="15988"/>
                </a:lnTo>
                <a:lnTo>
                  <a:pt x="18755" y="16079"/>
                </a:lnTo>
                <a:cubicBezTo>
                  <a:pt x="18755" y="16110"/>
                  <a:pt x="18724" y="16110"/>
                  <a:pt x="18694" y="16110"/>
                </a:cubicBezTo>
                <a:lnTo>
                  <a:pt x="18512" y="16140"/>
                </a:lnTo>
                <a:cubicBezTo>
                  <a:pt x="18481" y="16155"/>
                  <a:pt x="18451" y="16163"/>
                  <a:pt x="18420" y="16163"/>
                </a:cubicBezTo>
                <a:cubicBezTo>
                  <a:pt x="18390" y="16163"/>
                  <a:pt x="18360" y="16155"/>
                  <a:pt x="18329" y="16140"/>
                </a:cubicBezTo>
                <a:cubicBezTo>
                  <a:pt x="18284" y="16125"/>
                  <a:pt x="18231" y="16117"/>
                  <a:pt x="18174" y="16117"/>
                </a:cubicBezTo>
                <a:cubicBezTo>
                  <a:pt x="18117" y="16117"/>
                  <a:pt x="18056" y="16125"/>
                  <a:pt x="17995" y="16140"/>
                </a:cubicBezTo>
                <a:cubicBezTo>
                  <a:pt x="17987" y="16157"/>
                  <a:pt x="17979" y="16164"/>
                  <a:pt x="17972" y="16164"/>
                </a:cubicBezTo>
                <a:cubicBezTo>
                  <a:pt x="17955" y="16164"/>
                  <a:pt x="17950" y="16108"/>
                  <a:pt x="17995" y="16019"/>
                </a:cubicBezTo>
                <a:lnTo>
                  <a:pt x="18056" y="16019"/>
                </a:lnTo>
                <a:lnTo>
                  <a:pt x="18269" y="15927"/>
                </a:lnTo>
                <a:cubicBezTo>
                  <a:pt x="18208" y="15836"/>
                  <a:pt x="18177" y="15715"/>
                  <a:pt x="18177" y="15593"/>
                </a:cubicBezTo>
                <a:cubicBezTo>
                  <a:pt x="18177" y="15563"/>
                  <a:pt x="18269" y="15563"/>
                  <a:pt x="18329" y="15563"/>
                </a:cubicBezTo>
                <a:close/>
                <a:moveTo>
                  <a:pt x="12574" y="16093"/>
                </a:moveTo>
                <a:cubicBezTo>
                  <a:pt x="12616" y="16093"/>
                  <a:pt x="12651" y="16098"/>
                  <a:pt x="12676" y="16110"/>
                </a:cubicBezTo>
                <a:cubicBezTo>
                  <a:pt x="12767" y="16140"/>
                  <a:pt x="12615" y="16231"/>
                  <a:pt x="12372" y="16262"/>
                </a:cubicBezTo>
                <a:lnTo>
                  <a:pt x="12159" y="16292"/>
                </a:lnTo>
                <a:lnTo>
                  <a:pt x="12129" y="16292"/>
                </a:lnTo>
                <a:cubicBezTo>
                  <a:pt x="12095" y="16342"/>
                  <a:pt x="12052" y="16365"/>
                  <a:pt x="12016" y="16365"/>
                </a:cubicBezTo>
                <a:cubicBezTo>
                  <a:pt x="11986" y="16365"/>
                  <a:pt x="11960" y="16350"/>
                  <a:pt x="11946" y="16323"/>
                </a:cubicBezTo>
                <a:lnTo>
                  <a:pt x="11885" y="16262"/>
                </a:lnTo>
                <a:lnTo>
                  <a:pt x="11855" y="16231"/>
                </a:lnTo>
                <a:cubicBezTo>
                  <a:pt x="11825" y="16171"/>
                  <a:pt x="11916" y="16171"/>
                  <a:pt x="12037" y="16171"/>
                </a:cubicBezTo>
                <a:cubicBezTo>
                  <a:pt x="12135" y="16171"/>
                  <a:pt x="12407" y="16093"/>
                  <a:pt x="12574" y="16093"/>
                </a:cubicBezTo>
                <a:close/>
                <a:moveTo>
                  <a:pt x="11429" y="16019"/>
                </a:moveTo>
                <a:lnTo>
                  <a:pt x="11278" y="16171"/>
                </a:lnTo>
                <a:cubicBezTo>
                  <a:pt x="11247" y="16201"/>
                  <a:pt x="11247" y="16292"/>
                  <a:pt x="11247" y="16353"/>
                </a:cubicBezTo>
                <a:lnTo>
                  <a:pt x="11247" y="16414"/>
                </a:lnTo>
                <a:cubicBezTo>
                  <a:pt x="11247" y="16449"/>
                  <a:pt x="11122" y="16464"/>
                  <a:pt x="10994" y="16464"/>
                </a:cubicBezTo>
                <a:cubicBezTo>
                  <a:pt x="10903" y="16464"/>
                  <a:pt x="10811" y="16457"/>
                  <a:pt x="10761" y="16444"/>
                </a:cubicBezTo>
                <a:cubicBezTo>
                  <a:pt x="10686" y="16407"/>
                  <a:pt x="10634" y="16381"/>
                  <a:pt x="10619" y="16381"/>
                </a:cubicBezTo>
                <a:cubicBezTo>
                  <a:pt x="10610" y="16381"/>
                  <a:pt x="10616" y="16391"/>
                  <a:pt x="10639" y="16414"/>
                </a:cubicBezTo>
                <a:lnTo>
                  <a:pt x="10700" y="16444"/>
                </a:lnTo>
                <a:lnTo>
                  <a:pt x="10730" y="16475"/>
                </a:lnTo>
                <a:cubicBezTo>
                  <a:pt x="10822" y="16475"/>
                  <a:pt x="10730" y="16566"/>
                  <a:pt x="10487" y="16627"/>
                </a:cubicBezTo>
                <a:lnTo>
                  <a:pt x="10305" y="16687"/>
                </a:lnTo>
                <a:lnTo>
                  <a:pt x="10244" y="16687"/>
                </a:lnTo>
                <a:cubicBezTo>
                  <a:pt x="10183" y="16687"/>
                  <a:pt x="9910" y="16657"/>
                  <a:pt x="9636" y="16657"/>
                </a:cubicBezTo>
                <a:lnTo>
                  <a:pt x="9423" y="16657"/>
                </a:lnTo>
                <a:cubicBezTo>
                  <a:pt x="9302" y="16657"/>
                  <a:pt x="9332" y="16657"/>
                  <a:pt x="9302" y="16718"/>
                </a:cubicBezTo>
                <a:cubicBezTo>
                  <a:pt x="9271" y="16748"/>
                  <a:pt x="9211" y="16779"/>
                  <a:pt x="9180" y="16779"/>
                </a:cubicBezTo>
                <a:lnTo>
                  <a:pt x="8998" y="16748"/>
                </a:lnTo>
                <a:cubicBezTo>
                  <a:pt x="8901" y="16690"/>
                  <a:pt x="8793" y="16669"/>
                  <a:pt x="8711" y="16669"/>
                </a:cubicBezTo>
                <a:cubicBezTo>
                  <a:pt x="8663" y="16669"/>
                  <a:pt x="8625" y="16676"/>
                  <a:pt x="8603" y="16687"/>
                </a:cubicBezTo>
                <a:cubicBezTo>
                  <a:pt x="8572" y="16718"/>
                  <a:pt x="8519" y="16733"/>
                  <a:pt x="8470" y="16733"/>
                </a:cubicBezTo>
                <a:cubicBezTo>
                  <a:pt x="8420" y="16733"/>
                  <a:pt x="8375" y="16718"/>
                  <a:pt x="8360" y="16687"/>
                </a:cubicBezTo>
                <a:cubicBezTo>
                  <a:pt x="8329" y="16627"/>
                  <a:pt x="8268" y="16444"/>
                  <a:pt x="8360" y="16444"/>
                </a:cubicBezTo>
                <a:cubicBezTo>
                  <a:pt x="8420" y="16444"/>
                  <a:pt x="8481" y="16414"/>
                  <a:pt x="8512" y="16353"/>
                </a:cubicBezTo>
                <a:cubicBezTo>
                  <a:pt x="8512" y="16323"/>
                  <a:pt x="8572" y="16323"/>
                  <a:pt x="8663" y="16323"/>
                </a:cubicBezTo>
                <a:lnTo>
                  <a:pt x="8694" y="16353"/>
                </a:lnTo>
                <a:cubicBezTo>
                  <a:pt x="8755" y="16383"/>
                  <a:pt x="8846" y="16444"/>
                  <a:pt x="8907" y="16505"/>
                </a:cubicBezTo>
                <a:cubicBezTo>
                  <a:pt x="8952" y="16566"/>
                  <a:pt x="8967" y="16596"/>
                  <a:pt x="8986" y="16596"/>
                </a:cubicBezTo>
                <a:cubicBezTo>
                  <a:pt x="9005" y="16596"/>
                  <a:pt x="9028" y="16566"/>
                  <a:pt x="9089" y="16505"/>
                </a:cubicBezTo>
                <a:lnTo>
                  <a:pt x="9180" y="16444"/>
                </a:lnTo>
                <a:cubicBezTo>
                  <a:pt x="9264" y="16388"/>
                  <a:pt x="9530" y="16228"/>
                  <a:pt x="9666" y="16228"/>
                </a:cubicBezTo>
                <a:cubicBezTo>
                  <a:pt x="9677" y="16228"/>
                  <a:pt x="9688" y="16229"/>
                  <a:pt x="9697" y="16231"/>
                </a:cubicBezTo>
                <a:cubicBezTo>
                  <a:pt x="9819" y="16292"/>
                  <a:pt x="9970" y="16353"/>
                  <a:pt x="10092" y="16353"/>
                </a:cubicBezTo>
                <a:cubicBezTo>
                  <a:pt x="10214" y="16323"/>
                  <a:pt x="10305" y="16292"/>
                  <a:pt x="10426" y="16292"/>
                </a:cubicBezTo>
                <a:cubicBezTo>
                  <a:pt x="10487" y="16292"/>
                  <a:pt x="10548" y="16201"/>
                  <a:pt x="10578" y="16110"/>
                </a:cubicBezTo>
                <a:lnTo>
                  <a:pt x="10700" y="16140"/>
                </a:lnTo>
                <a:lnTo>
                  <a:pt x="11034" y="16231"/>
                </a:lnTo>
                <a:cubicBezTo>
                  <a:pt x="11095" y="16079"/>
                  <a:pt x="11278" y="16019"/>
                  <a:pt x="11429" y="16019"/>
                </a:cubicBezTo>
                <a:close/>
                <a:moveTo>
                  <a:pt x="16566" y="16505"/>
                </a:moveTo>
                <a:cubicBezTo>
                  <a:pt x="16658" y="16535"/>
                  <a:pt x="16658" y="16596"/>
                  <a:pt x="16536" y="16657"/>
                </a:cubicBezTo>
                <a:lnTo>
                  <a:pt x="16506" y="16657"/>
                </a:lnTo>
                <a:cubicBezTo>
                  <a:pt x="16481" y="16649"/>
                  <a:pt x="16457" y="16645"/>
                  <a:pt x="16432" y="16645"/>
                </a:cubicBezTo>
                <a:cubicBezTo>
                  <a:pt x="16366" y="16645"/>
                  <a:pt x="16299" y="16673"/>
                  <a:pt x="16232" y="16718"/>
                </a:cubicBezTo>
                <a:lnTo>
                  <a:pt x="16110" y="16839"/>
                </a:lnTo>
                <a:cubicBezTo>
                  <a:pt x="16050" y="16718"/>
                  <a:pt x="16019" y="16627"/>
                  <a:pt x="16050" y="16627"/>
                </a:cubicBezTo>
                <a:cubicBezTo>
                  <a:pt x="16202" y="16566"/>
                  <a:pt x="16384" y="16535"/>
                  <a:pt x="16566" y="16505"/>
                </a:cubicBezTo>
                <a:close/>
                <a:moveTo>
                  <a:pt x="13284" y="16475"/>
                </a:moveTo>
                <a:lnTo>
                  <a:pt x="13344" y="16566"/>
                </a:lnTo>
                <a:cubicBezTo>
                  <a:pt x="13375" y="16687"/>
                  <a:pt x="13253" y="16809"/>
                  <a:pt x="13071" y="16839"/>
                </a:cubicBezTo>
                <a:lnTo>
                  <a:pt x="12919" y="16870"/>
                </a:lnTo>
                <a:cubicBezTo>
                  <a:pt x="12888" y="16870"/>
                  <a:pt x="12858" y="16839"/>
                  <a:pt x="12828" y="16809"/>
                </a:cubicBezTo>
                <a:cubicBezTo>
                  <a:pt x="12828" y="16779"/>
                  <a:pt x="12858" y="16718"/>
                  <a:pt x="12888" y="16718"/>
                </a:cubicBezTo>
                <a:cubicBezTo>
                  <a:pt x="12980" y="16687"/>
                  <a:pt x="13101" y="16657"/>
                  <a:pt x="13162" y="16657"/>
                </a:cubicBezTo>
                <a:cubicBezTo>
                  <a:pt x="13192" y="16627"/>
                  <a:pt x="13223" y="16566"/>
                  <a:pt x="13162" y="16535"/>
                </a:cubicBezTo>
                <a:cubicBezTo>
                  <a:pt x="13162" y="16505"/>
                  <a:pt x="13223" y="16475"/>
                  <a:pt x="13284" y="16475"/>
                </a:cubicBezTo>
                <a:close/>
                <a:moveTo>
                  <a:pt x="13832" y="16480"/>
                </a:moveTo>
                <a:cubicBezTo>
                  <a:pt x="13881" y="16480"/>
                  <a:pt x="13932" y="16497"/>
                  <a:pt x="13983" y="16535"/>
                </a:cubicBezTo>
                <a:cubicBezTo>
                  <a:pt x="14044" y="16596"/>
                  <a:pt x="14104" y="16657"/>
                  <a:pt x="14135" y="16748"/>
                </a:cubicBezTo>
                <a:lnTo>
                  <a:pt x="14135" y="16809"/>
                </a:lnTo>
                <a:cubicBezTo>
                  <a:pt x="14135" y="16839"/>
                  <a:pt x="14044" y="16870"/>
                  <a:pt x="14013" y="16870"/>
                </a:cubicBezTo>
                <a:cubicBezTo>
                  <a:pt x="13861" y="16870"/>
                  <a:pt x="13831" y="16809"/>
                  <a:pt x="13831" y="16718"/>
                </a:cubicBezTo>
                <a:cubicBezTo>
                  <a:pt x="13800" y="16718"/>
                  <a:pt x="13740" y="16718"/>
                  <a:pt x="13709" y="16748"/>
                </a:cubicBezTo>
                <a:cubicBezTo>
                  <a:pt x="13705" y="16752"/>
                  <a:pt x="13700" y="16754"/>
                  <a:pt x="13693" y="16754"/>
                </a:cubicBezTo>
                <a:cubicBezTo>
                  <a:pt x="13650" y="16754"/>
                  <a:pt x="13569" y="16671"/>
                  <a:pt x="13648" y="16566"/>
                </a:cubicBezTo>
                <a:cubicBezTo>
                  <a:pt x="13701" y="16513"/>
                  <a:pt x="13765" y="16480"/>
                  <a:pt x="13832" y="16480"/>
                </a:cubicBezTo>
                <a:close/>
                <a:moveTo>
                  <a:pt x="8025" y="16475"/>
                </a:moveTo>
                <a:cubicBezTo>
                  <a:pt x="8086" y="16475"/>
                  <a:pt x="8147" y="16535"/>
                  <a:pt x="8177" y="16596"/>
                </a:cubicBezTo>
                <a:lnTo>
                  <a:pt x="8147" y="16596"/>
                </a:lnTo>
                <a:cubicBezTo>
                  <a:pt x="7995" y="16657"/>
                  <a:pt x="8025" y="16900"/>
                  <a:pt x="7782" y="16900"/>
                </a:cubicBezTo>
                <a:cubicBezTo>
                  <a:pt x="7773" y="16909"/>
                  <a:pt x="7759" y="16913"/>
                  <a:pt x="7742" y="16913"/>
                </a:cubicBezTo>
                <a:cubicBezTo>
                  <a:pt x="7701" y="16913"/>
                  <a:pt x="7643" y="16891"/>
                  <a:pt x="7600" y="16870"/>
                </a:cubicBezTo>
                <a:lnTo>
                  <a:pt x="7569" y="16809"/>
                </a:lnTo>
                <a:cubicBezTo>
                  <a:pt x="7539" y="16779"/>
                  <a:pt x="7630" y="16718"/>
                  <a:pt x="7630" y="16718"/>
                </a:cubicBezTo>
                <a:cubicBezTo>
                  <a:pt x="7656" y="16725"/>
                  <a:pt x="7679" y="16729"/>
                  <a:pt x="7699" y="16729"/>
                </a:cubicBezTo>
                <a:cubicBezTo>
                  <a:pt x="7845" y="16729"/>
                  <a:pt x="7858" y="16558"/>
                  <a:pt x="7964" y="16505"/>
                </a:cubicBezTo>
                <a:lnTo>
                  <a:pt x="8025" y="16475"/>
                </a:lnTo>
                <a:close/>
                <a:moveTo>
                  <a:pt x="15872" y="16515"/>
                </a:moveTo>
                <a:cubicBezTo>
                  <a:pt x="15907" y="16515"/>
                  <a:pt x="15928" y="16530"/>
                  <a:pt x="15928" y="16566"/>
                </a:cubicBezTo>
                <a:lnTo>
                  <a:pt x="15898" y="16566"/>
                </a:lnTo>
                <a:cubicBezTo>
                  <a:pt x="15746" y="16627"/>
                  <a:pt x="15654" y="16748"/>
                  <a:pt x="15563" y="16870"/>
                </a:cubicBezTo>
                <a:lnTo>
                  <a:pt x="15563" y="16931"/>
                </a:lnTo>
                <a:cubicBezTo>
                  <a:pt x="15542" y="16938"/>
                  <a:pt x="15520" y="16941"/>
                  <a:pt x="15500" y="16941"/>
                </a:cubicBezTo>
                <a:cubicBezTo>
                  <a:pt x="15434" y="16941"/>
                  <a:pt x="15381" y="16902"/>
                  <a:pt x="15381" y="16809"/>
                </a:cubicBezTo>
                <a:cubicBezTo>
                  <a:pt x="15381" y="16724"/>
                  <a:pt x="15461" y="16532"/>
                  <a:pt x="15570" y="16532"/>
                </a:cubicBezTo>
                <a:cubicBezTo>
                  <a:pt x="15578" y="16532"/>
                  <a:pt x="15586" y="16533"/>
                  <a:pt x="15594" y="16535"/>
                </a:cubicBezTo>
                <a:lnTo>
                  <a:pt x="15776" y="16535"/>
                </a:lnTo>
                <a:cubicBezTo>
                  <a:pt x="15814" y="16523"/>
                  <a:pt x="15846" y="16515"/>
                  <a:pt x="15872" y="16515"/>
                </a:cubicBezTo>
                <a:close/>
                <a:moveTo>
                  <a:pt x="12300" y="16615"/>
                </a:moveTo>
                <a:cubicBezTo>
                  <a:pt x="12353" y="16615"/>
                  <a:pt x="12410" y="16649"/>
                  <a:pt x="12433" y="16718"/>
                </a:cubicBezTo>
                <a:cubicBezTo>
                  <a:pt x="12460" y="16772"/>
                  <a:pt x="12246" y="17067"/>
                  <a:pt x="12177" y="17067"/>
                </a:cubicBezTo>
                <a:cubicBezTo>
                  <a:pt x="12169" y="17067"/>
                  <a:pt x="12162" y="17062"/>
                  <a:pt x="12159" y="17052"/>
                </a:cubicBezTo>
                <a:cubicBezTo>
                  <a:pt x="12129" y="16900"/>
                  <a:pt x="12159" y="16748"/>
                  <a:pt x="12250" y="16627"/>
                </a:cubicBezTo>
                <a:cubicBezTo>
                  <a:pt x="12265" y="16619"/>
                  <a:pt x="12282" y="16615"/>
                  <a:pt x="12300" y="16615"/>
                </a:cubicBezTo>
                <a:close/>
                <a:moveTo>
                  <a:pt x="3901" y="16918"/>
                </a:moveTo>
                <a:cubicBezTo>
                  <a:pt x="3922" y="16918"/>
                  <a:pt x="3939" y="16922"/>
                  <a:pt x="3952" y="16931"/>
                </a:cubicBezTo>
                <a:cubicBezTo>
                  <a:pt x="4043" y="16961"/>
                  <a:pt x="4043" y="17022"/>
                  <a:pt x="3952" y="17022"/>
                </a:cubicBezTo>
                <a:lnTo>
                  <a:pt x="3891" y="17052"/>
                </a:lnTo>
                <a:cubicBezTo>
                  <a:pt x="3739" y="17052"/>
                  <a:pt x="3770" y="17083"/>
                  <a:pt x="3831" y="17174"/>
                </a:cubicBezTo>
                <a:cubicBezTo>
                  <a:pt x="3861" y="17174"/>
                  <a:pt x="3739" y="17295"/>
                  <a:pt x="3709" y="17295"/>
                </a:cubicBezTo>
                <a:cubicBezTo>
                  <a:pt x="3557" y="17265"/>
                  <a:pt x="3405" y="17234"/>
                  <a:pt x="3253" y="17174"/>
                </a:cubicBezTo>
                <a:cubicBezTo>
                  <a:pt x="3253" y="17174"/>
                  <a:pt x="3253" y="17143"/>
                  <a:pt x="3253" y="17113"/>
                </a:cubicBezTo>
                <a:cubicBezTo>
                  <a:pt x="3283" y="17083"/>
                  <a:pt x="3344" y="17052"/>
                  <a:pt x="3375" y="17052"/>
                </a:cubicBezTo>
                <a:lnTo>
                  <a:pt x="3466" y="17052"/>
                </a:lnTo>
                <a:cubicBezTo>
                  <a:pt x="3544" y="17052"/>
                  <a:pt x="3778" y="16918"/>
                  <a:pt x="3901" y="16918"/>
                </a:cubicBezTo>
                <a:close/>
                <a:moveTo>
                  <a:pt x="6203" y="16584"/>
                </a:moveTo>
                <a:cubicBezTo>
                  <a:pt x="6213" y="16584"/>
                  <a:pt x="6224" y="16588"/>
                  <a:pt x="6232" y="16596"/>
                </a:cubicBezTo>
                <a:lnTo>
                  <a:pt x="6293" y="16627"/>
                </a:lnTo>
                <a:lnTo>
                  <a:pt x="6323" y="16657"/>
                </a:lnTo>
                <a:cubicBezTo>
                  <a:pt x="6384" y="16718"/>
                  <a:pt x="6262" y="16809"/>
                  <a:pt x="6201" y="16809"/>
                </a:cubicBezTo>
                <a:cubicBezTo>
                  <a:pt x="6141" y="16809"/>
                  <a:pt x="5867" y="16961"/>
                  <a:pt x="5897" y="17052"/>
                </a:cubicBezTo>
                <a:cubicBezTo>
                  <a:pt x="5906" y="17069"/>
                  <a:pt x="5912" y="17086"/>
                  <a:pt x="5916" y="17100"/>
                </a:cubicBezTo>
                <a:lnTo>
                  <a:pt x="5916" y="17100"/>
                </a:lnTo>
                <a:cubicBezTo>
                  <a:pt x="5881" y="17077"/>
                  <a:pt x="5768" y="17043"/>
                  <a:pt x="5677" y="17043"/>
                </a:cubicBezTo>
                <a:cubicBezTo>
                  <a:pt x="5626" y="17043"/>
                  <a:pt x="5582" y="17054"/>
                  <a:pt x="5563" y="17083"/>
                </a:cubicBezTo>
                <a:cubicBezTo>
                  <a:pt x="5442" y="17174"/>
                  <a:pt x="5320" y="17234"/>
                  <a:pt x="5168" y="17295"/>
                </a:cubicBezTo>
                <a:cubicBezTo>
                  <a:pt x="5077" y="17295"/>
                  <a:pt x="4986" y="17022"/>
                  <a:pt x="4986" y="16900"/>
                </a:cubicBezTo>
                <a:cubicBezTo>
                  <a:pt x="4986" y="16832"/>
                  <a:pt x="5174" y="16746"/>
                  <a:pt x="5293" y="16746"/>
                </a:cubicBezTo>
                <a:cubicBezTo>
                  <a:pt x="5333" y="16746"/>
                  <a:pt x="5366" y="16756"/>
                  <a:pt x="5381" y="16779"/>
                </a:cubicBezTo>
                <a:cubicBezTo>
                  <a:pt x="5390" y="16806"/>
                  <a:pt x="5422" y="16817"/>
                  <a:pt x="5460" y="16817"/>
                </a:cubicBezTo>
                <a:cubicBezTo>
                  <a:pt x="5549" y="16817"/>
                  <a:pt x="5675" y="16760"/>
                  <a:pt x="5654" y="16718"/>
                </a:cubicBezTo>
                <a:cubicBezTo>
                  <a:pt x="5636" y="16680"/>
                  <a:pt x="5652" y="16654"/>
                  <a:pt x="5695" y="16654"/>
                </a:cubicBezTo>
                <a:cubicBezTo>
                  <a:pt x="5722" y="16654"/>
                  <a:pt x="5760" y="16664"/>
                  <a:pt x="5806" y="16687"/>
                </a:cubicBezTo>
                <a:lnTo>
                  <a:pt x="5928" y="16687"/>
                </a:lnTo>
                <a:cubicBezTo>
                  <a:pt x="5989" y="16687"/>
                  <a:pt x="6049" y="16687"/>
                  <a:pt x="6110" y="16657"/>
                </a:cubicBezTo>
                <a:lnTo>
                  <a:pt x="6141" y="16657"/>
                </a:lnTo>
                <a:cubicBezTo>
                  <a:pt x="6141" y="16612"/>
                  <a:pt x="6173" y="16584"/>
                  <a:pt x="6203" y="16584"/>
                </a:cubicBezTo>
                <a:close/>
                <a:moveTo>
                  <a:pt x="86081" y="0"/>
                </a:moveTo>
                <a:lnTo>
                  <a:pt x="85473" y="122"/>
                </a:lnTo>
                <a:lnTo>
                  <a:pt x="85261" y="152"/>
                </a:lnTo>
                <a:lnTo>
                  <a:pt x="85078" y="183"/>
                </a:lnTo>
                <a:cubicBezTo>
                  <a:pt x="84957" y="183"/>
                  <a:pt x="84805" y="213"/>
                  <a:pt x="84683" y="274"/>
                </a:cubicBezTo>
                <a:cubicBezTo>
                  <a:pt x="84683" y="335"/>
                  <a:pt x="84683" y="426"/>
                  <a:pt x="84622" y="456"/>
                </a:cubicBezTo>
                <a:lnTo>
                  <a:pt x="84531" y="487"/>
                </a:lnTo>
                <a:cubicBezTo>
                  <a:pt x="84503" y="403"/>
                  <a:pt x="84400" y="270"/>
                  <a:pt x="84336" y="270"/>
                </a:cubicBezTo>
                <a:cubicBezTo>
                  <a:pt x="84330" y="270"/>
                  <a:pt x="84324" y="271"/>
                  <a:pt x="84318" y="274"/>
                </a:cubicBezTo>
                <a:cubicBezTo>
                  <a:pt x="84304" y="283"/>
                  <a:pt x="84286" y="288"/>
                  <a:pt x="84267" y="288"/>
                </a:cubicBezTo>
                <a:cubicBezTo>
                  <a:pt x="84163" y="288"/>
                  <a:pt x="84000" y="168"/>
                  <a:pt x="83923" y="91"/>
                </a:cubicBezTo>
                <a:cubicBezTo>
                  <a:pt x="83904" y="73"/>
                  <a:pt x="83883" y="65"/>
                  <a:pt x="83862" y="65"/>
                </a:cubicBezTo>
                <a:cubicBezTo>
                  <a:pt x="83815" y="65"/>
                  <a:pt x="83771" y="101"/>
                  <a:pt x="83771" y="122"/>
                </a:cubicBezTo>
                <a:cubicBezTo>
                  <a:pt x="83741" y="183"/>
                  <a:pt x="83650" y="213"/>
                  <a:pt x="83528" y="213"/>
                </a:cubicBezTo>
                <a:lnTo>
                  <a:pt x="83498" y="183"/>
                </a:lnTo>
                <a:cubicBezTo>
                  <a:pt x="83467" y="142"/>
                  <a:pt x="83440" y="129"/>
                  <a:pt x="83414" y="129"/>
                </a:cubicBezTo>
                <a:cubicBezTo>
                  <a:pt x="83363" y="129"/>
                  <a:pt x="83315" y="183"/>
                  <a:pt x="83255" y="183"/>
                </a:cubicBezTo>
                <a:cubicBezTo>
                  <a:pt x="83224" y="183"/>
                  <a:pt x="83163" y="152"/>
                  <a:pt x="83163" y="91"/>
                </a:cubicBezTo>
                <a:lnTo>
                  <a:pt x="83133" y="61"/>
                </a:lnTo>
                <a:cubicBezTo>
                  <a:pt x="83133" y="39"/>
                  <a:pt x="83129" y="29"/>
                  <a:pt x="83123" y="29"/>
                </a:cubicBezTo>
                <a:cubicBezTo>
                  <a:pt x="83111" y="29"/>
                  <a:pt x="83092" y="63"/>
                  <a:pt x="83072" y="122"/>
                </a:cubicBezTo>
                <a:lnTo>
                  <a:pt x="83011" y="152"/>
                </a:lnTo>
                <a:cubicBezTo>
                  <a:pt x="82951" y="243"/>
                  <a:pt x="82829" y="183"/>
                  <a:pt x="82768" y="243"/>
                </a:cubicBezTo>
                <a:lnTo>
                  <a:pt x="82647" y="304"/>
                </a:lnTo>
                <a:cubicBezTo>
                  <a:pt x="82495" y="243"/>
                  <a:pt x="82343" y="213"/>
                  <a:pt x="82191" y="213"/>
                </a:cubicBezTo>
                <a:cubicBezTo>
                  <a:pt x="82069" y="274"/>
                  <a:pt x="81948" y="304"/>
                  <a:pt x="81826" y="304"/>
                </a:cubicBezTo>
                <a:lnTo>
                  <a:pt x="81400" y="304"/>
                </a:lnTo>
                <a:lnTo>
                  <a:pt x="81096" y="335"/>
                </a:lnTo>
                <a:lnTo>
                  <a:pt x="81036" y="335"/>
                </a:lnTo>
                <a:lnTo>
                  <a:pt x="80489" y="456"/>
                </a:lnTo>
                <a:cubicBezTo>
                  <a:pt x="80468" y="466"/>
                  <a:pt x="80445" y="470"/>
                  <a:pt x="80420" y="470"/>
                </a:cubicBezTo>
                <a:cubicBezTo>
                  <a:pt x="80370" y="470"/>
                  <a:pt x="80316" y="456"/>
                  <a:pt x="80276" y="456"/>
                </a:cubicBezTo>
                <a:lnTo>
                  <a:pt x="80124" y="456"/>
                </a:lnTo>
                <a:cubicBezTo>
                  <a:pt x="80017" y="426"/>
                  <a:pt x="79911" y="411"/>
                  <a:pt x="79808" y="411"/>
                </a:cubicBezTo>
                <a:cubicBezTo>
                  <a:pt x="79706" y="411"/>
                  <a:pt x="79607" y="426"/>
                  <a:pt x="79516" y="456"/>
                </a:cubicBezTo>
                <a:lnTo>
                  <a:pt x="79333" y="395"/>
                </a:lnTo>
                <a:cubicBezTo>
                  <a:pt x="79303" y="390"/>
                  <a:pt x="79272" y="389"/>
                  <a:pt x="79240" y="389"/>
                </a:cubicBezTo>
                <a:cubicBezTo>
                  <a:pt x="79176" y="389"/>
                  <a:pt x="79111" y="395"/>
                  <a:pt x="79045" y="395"/>
                </a:cubicBezTo>
                <a:cubicBezTo>
                  <a:pt x="78946" y="395"/>
                  <a:pt x="78847" y="380"/>
                  <a:pt x="78756" y="304"/>
                </a:cubicBezTo>
                <a:lnTo>
                  <a:pt x="78726" y="304"/>
                </a:lnTo>
                <a:cubicBezTo>
                  <a:pt x="78634" y="304"/>
                  <a:pt x="78482" y="365"/>
                  <a:pt x="78361" y="395"/>
                </a:cubicBezTo>
                <a:lnTo>
                  <a:pt x="78239" y="395"/>
                </a:lnTo>
                <a:lnTo>
                  <a:pt x="78057" y="365"/>
                </a:lnTo>
                <a:cubicBezTo>
                  <a:pt x="78016" y="405"/>
                  <a:pt x="77952" y="419"/>
                  <a:pt x="77880" y="419"/>
                </a:cubicBezTo>
                <a:cubicBezTo>
                  <a:pt x="77736" y="419"/>
                  <a:pt x="77560" y="365"/>
                  <a:pt x="77479" y="365"/>
                </a:cubicBezTo>
                <a:cubicBezTo>
                  <a:pt x="77327" y="395"/>
                  <a:pt x="77175" y="426"/>
                  <a:pt x="77023" y="487"/>
                </a:cubicBezTo>
                <a:lnTo>
                  <a:pt x="76932" y="487"/>
                </a:lnTo>
                <a:cubicBezTo>
                  <a:pt x="76841" y="487"/>
                  <a:pt x="76750" y="426"/>
                  <a:pt x="76659" y="426"/>
                </a:cubicBezTo>
                <a:cubicBezTo>
                  <a:pt x="76537" y="426"/>
                  <a:pt x="76446" y="456"/>
                  <a:pt x="76355" y="487"/>
                </a:cubicBezTo>
                <a:lnTo>
                  <a:pt x="76112" y="547"/>
                </a:lnTo>
                <a:lnTo>
                  <a:pt x="75504" y="578"/>
                </a:lnTo>
                <a:cubicBezTo>
                  <a:pt x="75443" y="529"/>
                  <a:pt x="75377" y="514"/>
                  <a:pt x="75309" y="514"/>
                </a:cubicBezTo>
                <a:cubicBezTo>
                  <a:pt x="75206" y="514"/>
                  <a:pt x="75096" y="547"/>
                  <a:pt x="74987" y="547"/>
                </a:cubicBezTo>
                <a:lnTo>
                  <a:pt x="74805" y="547"/>
                </a:lnTo>
                <a:cubicBezTo>
                  <a:pt x="74778" y="553"/>
                  <a:pt x="74753" y="555"/>
                  <a:pt x="74729" y="555"/>
                </a:cubicBezTo>
                <a:cubicBezTo>
                  <a:pt x="74612" y="555"/>
                  <a:pt x="74515" y="496"/>
                  <a:pt x="74440" y="395"/>
                </a:cubicBezTo>
                <a:cubicBezTo>
                  <a:pt x="74438" y="391"/>
                  <a:pt x="74434" y="389"/>
                  <a:pt x="74428" y="389"/>
                </a:cubicBezTo>
                <a:cubicBezTo>
                  <a:pt x="74355" y="389"/>
                  <a:pt x="74001" y="738"/>
                  <a:pt x="73832" y="851"/>
                </a:cubicBezTo>
                <a:cubicBezTo>
                  <a:pt x="73753" y="910"/>
                  <a:pt x="73649" y="944"/>
                  <a:pt x="73545" y="944"/>
                </a:cubicBezTo>
                <a:cubicBezTo>
                  <a:pt x="73487" y="944"/>
                  <a:pt x="73430" y="934"/>
                  <a:pt x="73376" y="912"/>
                </a:cubicBezTo>
                <a:cubicBezTo>
                  <a:pt x="73346" y="882"/>
                  <a:pt x="73376" y="851"/>
                  <a:pt x="73467" y="851"/>
                </a:cubicBezTo>
                <a:lnTo>
                  <a:pt x="73498" y="821"/>
                </a:lnTo>
                <a:cubicBezTo>
                  <a:pt x="73498" y="790"/>
                  <a:pt x="73528" y="760"/>
                  <a:pt x="73528" y="730"/>
                </a:cubicBezTo>
                <a:cubicBezTo>
                  <a:pt x="73528" y="699"/>
                  <a:pt x="73437" y="669"/>
                  <a:pt x="73437" y="669"/>
                </a:cubicBezTo>
                <a:lnTo>
                  <a:pt x="73315" y="760"/>
                </a:lnTo>
                <a:cubicBezTo>
                  <a:pt x="73102" y="730"/>
                  <a:pt x="72890" y="699"/>
                  <a:pt x="72707" y="699"/>
                </a:cubicBezTo>
                <a:lnTo>
                  <a:pt x="72555" y="669"/>
                </a:lnTo>
                <a:cubicBezTo>
                  <a:pt x="72475" y="637"/>
                  <a:pt x="72412" y="596"/>
                  <a:pt x="72366" y="596"/>
                </a:cubicBezTo>
                <a:cubicBezTo>
                  <a:pt x="72324" y="596"/>
                  <a:pt x="72296" y="629"/>
                  <a:pt x="72282" y="730"/>
                </a:cubicBezTo>
                <a:lnTo>
                  <a:pt x="72130" y="730"/>
                </a:lnTo>
                <a:cubicBezTo>
                  <a:pt x="72106" y="698"/>
                  <a:pt x="72082" y="687"/>
                  <a:pt x="72059" y="687"/>
                </a:cubicBezTo>
                <a:cubicBezTo>
                  <a:pt x="72006" y="687"/>
                  <a:pt x="71957" y="742"/>
                  <a:pt x="71916" y="742"/>
                </a:cubicBezTo>
                <a:cubicBezTo>
                  <a:pt x="71906" y="742"/>
                  <a:pt x="71896" y="739"/>
                  <a:pt x="71887" y="730"/>
                </a:cubicBezTo>
                <a:cubicBezTo>
                  <a:pt x="71852" y="695"/>
                  <a:pt x="71820" y="683"/>
                  <a:pt x="71790" y="683"/>
                </a:cubicBezTo>
                <a:cubicBezTo>
                  <a:pt x="71715" y="683"/>
                  <a:pt x="71656" y="760"/>
                  <a:pt x="71613" y="760"/>
                </a:cubicBezTo>
                <a:cubicBezTo>
                  <a:pt x="71595" y="766"/>
                  <a:pt x="71577" y="769"/>
                  <a:pt x="71559" y="769"/>
                </a:cubicBezTo>
                <a:cubicBezTo>
                  <a:pt x="71487" y="769"/>
                  <a:pt x="71418" y="730"/>
                  <a:pt x="71370" y="730"/>
                </a:cubicBezTo>
                <a:lnTo>
                  <a:pt x="71279" y="730"/>
                </a:lnTo>
                <a:cubicBezTo>
                  <a:pt x="71232" y="753"/>
                  <a:pt x="71190" y="763"/>
                  <a:pt x="71154" y="763"/>
                </a:cubicBezTo>
                <a:cubicBezTo>
                  <a:pt x="71096" y="763"/>
                  <a:pt x="71054" y="737"/>
                  <a:pt x="71035" y="699"/>
                </a:cubicBezTo>
                <a:lnTo>
                  <a:pt x="71005" y="669"/>
                </a:lnTo>
                <a:cubicBezTo>
                  <a:pt x="70950" y="669"/>
                  <a:pt x="70844" y="794"/>
                  <a:pt x="70780" y="794"/>
                </a:cubicBezTo>
                <a:cubicBezTo>
                  <a:pt x="70773" y="794"/>
                  <a:pt x="70767" y="793"/>
                  <a:pt x="70762" y="790"/>
                </a:cubicBezTo>
                <a:cubicBezTo>
                  <a:pt x="70610" y="760"/>
                  <a:pt x="70488" y="730"/>
                  <a:pt x="70336" y="730"/>
                </a:cubicBezTo>
                <a:lnTo>
                  <a:pt x="70245" y="821"/>
                </a:lnTo>
                <a:cubicBezTo>
                  <a:pt x="70180" y="886"/>
                  <a:pt x="70097" y="916"/>
                  <a:pt x="70016" y="916"/>
                </a:cubicBezTo>
                <a:cubicBezTo>
                  <a:pt x="69946" y="916"/>
                  <a:pt x="69876" y="894"/>
                  <a:pt x="69820" y="851"/>
                </a:cubicBezTo>
                <a:lnTo>
                  <a:pt x="69485" y="699"/>
                </a:lnTo>
                <a:lnTo>
                  <a:pt x="69212" y="790"/>
                </a:lnTo>
                <a:lnTo>
                  <a:pt x="69151" y="882"/>
                </a:lnTo>
                <a:cubicBezTo>
                  <a:pt x="69060" y="790"/>
                  <a:pt x="68969" y="730"/>
                  <a:pt x="68908" y="639"/>
                </a:cubicBezTo>
                <a:cubicBezTo>
                  <a:pt x="68904" y="635"/>
                  <a:pt x="68899" y="633"/>
                  <a:pt x="68894" y="633"/>
                </a:cubicBezTo>
                <a:cubicBezTo>
                  <a:pt x="68861" y="633"/>
                  <a:pt x="68809" y="715"/>
                  <a:pt x="68756" y="821"/>
                </a:cubicBezTo>
                <a:lnTo>
                  <a:pt x="68634" y="760"/>
                </a:lnTo>
                <a:lnTo>
                  <a:pt x="68452" y="669"/>
                </a:lnTo>
                <a:cubicBezTo>
                  <a:pt x="68269" y="699"/>
                  <a:pt x="68087" y="699"/>
                  <a:pt x="68026" y="699"/>
                </a:cubicBezTo>
                <a:lnTo>
                  <a:pt x="67996" y="699"/>
                </a:lnTo>
                <a:cubicBezTo>
                  <a:pt x="67892" y="820"/>
                  <a:pt x="67779" y="853"/>
                  <a:pt x="67655" y="853"/>
                </a:cubicBezTo>
                <a:cubicBezTo>
                  <a:pt x="67562" y="853"/>
                  <a:pt x="67463" y="834"/>
                  <a:pt x="67358" y="821"/>
                </a:cubicBezTo>
                <a:cubicBezTo>
                  <a:pt x="67266" y="790"/>
                  <a:pt x="67114" y="790"/>
                  <a:pt x="67023" y="760"/>
                </a:cubicBezTo>
                <a:lnTo>
                  <a:pt x="66810" y="699"/>
                </a:lnTo>
                <a:cubicBezTo>
                  <a:pt x="66810" y="780"/>
                  <a:pt x="66770" y="821"/>
                  <a:pt x="66707" y="821"/>
                </a:cubicBezTo>
                <a:cubicBezTo>
                  <a:pt x="66675" y="821"/>
                  <a:pt x="66638" y="811"/>
                  <a:pt x="66598" y="790"/>
                </a:cubicBezTo>
                <a:lnTo>
                  <a:pt x="66476" y="760"/>
                </a:lnTo>
                <a:cubicBezTo>
                  <a:pt x="66415" y="760"/>
                  <a:pt x="66341" y="814"/>
                  <a:pt x="66262" y="814"/>
                </a:cubicBezTo>
                <a:cubicBezTo>
                  <a:pt x="66223" y="814"/>
                  <a:pt x="66182" y="801"/>
                  <a:pt x="66142" y="760"/>
                </a:cubicBezTo>
                <a:cubicBezTo>
                  <a:pt x="66020" y="821"/>
                  <a:pt x="65868" y="882"/>
                  <a:pt x="65747" y="912"/>
                </a:cubicBezTo>
                <a:cubicBezTo>
                  <a:pt x="65534" y="851"/>
                  <a:pt x="65351" y="821"/>
                  <a:pt x="65139" y="790"/>
                </a:cubicBezTo>
                <a:cubicBezTo>
                  <a:pt x="65086" y="808"/>
                  <a:pt x="64973" y="826"/>
                  <a:pt x="64880" y="826"/>
                </a:cubicBezTo>
                <a:cubicBezTo>
                  <a:pt x="64813" y="826"/>
                  <a:pt x="64756" y="816"/>
                  <a:pt x="64744" y="790"/>
                </a:cubicBezTo>
                <a:cubicBezTo>
                  <a:pt x="64728" y="775"/>
                  <a:pt x="64709" y="770"/>
                  <a:pt x="64688" y="770"/>
                </a:cubicBezTo>
                <a:cubicBezTo>
                  <a:pt x="64624" y="770"/>
                  <a:pt x="64538" y="821"/>
                  <a:pt x="64470" y="821"/>
                </a:cubicBezTo>
                <a:cubicBezTo>
                  <a:pt x="64348" y="821"/>
                  <a:pt x="64227" y="790"/>
                  <a:pt x="64105" y="730"/>
                </a:cubicBezTo>
                <a:lnTo>
                  <a:pt x="64014" y="790"/>
                </a:lnTo>
                <a:lnTo>
                  <a:pt x="63923" y="882"/>
                </a:lnTo>
                <a:cubicBezTo>
                  <a:pt x="63910" y="875"/>
                  <a:pt x="63890" y="873"/>
                  <a:pt x="63867" y="873"/>
                </a:cubicBezTo>
                <a:cubicBezTo>
                  <a:pt x="63802" y="873"/>
                  <a:pt x="63709" y="890"/>
                  <a:pt x="63645" y="890"/>
                </a:cubicBezTo>
                <a:cubicBezTo>
                  <a:pt x="63621" y="890"/>
                  <a:pt x="63601" y="888"/>
                  <a:pt x="63589" y="882"/>
                </a:cubicBezTo>
                <a:cubicBezTo>
                  <a:pt x="63561" y="826"/>
                  <a:pt x="63331" y="695"/>
                  <a:pt x="63222" y="695"/>
                </a:cubicBezTo>
                <a:cubicBezTo>
                  <a:pt x="63211" y="695"/>
                  <a:pt x="63202" y="697"/>
                  <a:pt x="63193" y="699"/>
                </a:cubicBezTo>
                <a:cubicBezTo>
                  <a:pt x="63011" y="760"/>
                  <a:pt x="62859" y="790"/>
                  <a:pt x="62677" y="821"/>
                </a:cubicBezTo>
                <a:cubicBezTo>
                  <a:pt x="62555" y="790"/>
                  <a:pt x="62464" y="730"/>
                  <a:pt x="62403" y="639"/>
                </a:cubicBezTo>
                <a:lnTo>
                  <a:pt x="62312" y="578"/>
                </a:lnTo>
                <a:lnTo>
                  <a:pt x="62281" y="547"/>
                </a:lnTo>
                <a:cubicBezTo>
                  <a:pt x="62190" y="547"/>
                  <a:pt x="62160" y="639"/>
                  <a:pt x="62160" y="699"/>
                </a:cubicBezTo>
                <a:cubicBezTo>
                  <a:pt x="62190" y="730"/>
                  <a:pt x="62130" y="790"/>
                  <a:pt x="62038" y="851"/>
                </a:cubicBezTo>
                <a:lnTo>
                  <a:pt x="61917" y="882"/>
                </a:lnTo>
                <a:cubicBezTo>
                  <a:pt x="61826" y="882"/>
                  <a:pt x="61734" y="821"/>
                  <a:pt x="61643" y="790"/>
                </a:cubicBezTo>
                <a:cubicBezTo>
                  <a:pt x="61598" y="775"/>
                  <a:pt x="61544" y="768"/>
                  <a:pt x="61487" y="768"/>
                </a:cubicBezTo>
                <a:cubicBezTo>
                  <a:pt x="61430" y="768"/>
                  <a:pt x="61370" y="775"/>
                  <a:pt x="61309" y="790"/>
                </a:cubicBezTo>
                <a:cubicBezTo>
                  <a:pt x="61235" y="852"/>
                  <a:pt x="61166" y="874"/>
                  <a:pt x="61100" y="874"/>
                </a:cubicBezTo>
                <a:cubicBezTo>
                  <a:pt x="61003" y="874"/>
                  <a:pt x="60913" y="827"/>
                  <a:pt x="60823" y="790"/>
                </a:cubicBezTo>
                <a:cubicBezTo>
                  <a:pt x="60755" y="771"/>
                  <a:pt x="60685" y="761"/>
                  <a:pt x="60614" y="761"/>
                </a:cubicBezTo>
                <a:cubicBezTo>
                  <a:pt x="60462" y="761"/>
                  <a:pt x="60309" y="808"/>
                  <a:pt x="60184" y="912"/>
                </a:cubicBezTo>
                <a:lnTo>
                  <a:pt x="60154" y="942"/>
                </a:lnTo>
                <a:cubicBezTo>
                  <a:pt x="60129" y="951"/>
                  <a:pt x="60105" y="954"/>
                  <a:pt x="60080" y="954"/>
                </a:cubicBezTo>
                <a:cubicBezTo>
                  <a:pt x="60014" y="954"/>
                  <a:pt x="59947" y="926"/>
                  <a:pt x="59880" y="882"/>
                </a:cubicBezTo>
                <a:lnTo>
                  <a:pt x="59850" y="821"/>
                </a:lnTo>
                <a:cubicBezTo>
                  <a:pt x="59814" y="785"/>
                  <a:pt x="59774" y="773"/>
                  <a:pt x="59734" y="773"/>
                </a:cubicBezTo>
                <a:cubicBezTo>
                  <a:pt x="59673" y="773"/>
                  <a:pt x="59613" y="802"/>
                  <a:pt x="59576" y="821"/>
                </a:cubicBezTo>
                <a:cubicBezTo>
                  <a:pt x="59546" y="836"/>
                  <a:pt x="59508" y="836"/>
                  <a:pt x="59474" y="836"/>
                </a:cubicBezTo>
                <a:cubicBezTo>
                  <a:pt x="59440" y="836"/>
                  <a:pt x="59409" y="836"/>
                  <a:pt x="59394" y="851"/>
                </a:cubicBezTo>
                <a:cubicBezTo>
                  <a:pt x="59339" y="895"/>
                  <a:pt x="59296" y="911"/>
                  <a:pt x="59260" y="911"/>
                </a:cubicBezTo>
                <a:cubicBezTo>
                  <a:pt x="59194" y="911"/>
                  <a:pt x="59148" y="860"/>
                  <a:pt x="59090" y="821"/>
                </a:cubicBezTo>
                <a:cubicBezTo>
                  <a:pt x="59029" y="790"/>
                  <a:pt x="58968" y="760"/>
                  <a:pt x="58938" y="730"/>
                </a:cubicBezTo>
                <a:cubicBezTo>
                  <a:pt x="58908" y="730"/>
                  <a:pt x="58847" y="760"/>
                  <a:pt x="58847" y="760"/>
                </a:cubicBezTo>
                <a:lnTo>
                  <a:pt x="58847" y="821"/>
                </a:lnTo>
                <a:cubicBezTo>
                  <a:pt x="58877" y="882"/>
                  <a:pt x="58847" y="882"/>
                  <a:pt x="58786" y="882"/>
                </a:cubicBezTo>
                <a:lnTo>
                  <a:pt x="58725" y="851"/>
                </a:lnTo>
                <a:cubicBezTo>
                  <a:pt x="58543" y="821"/>
                  <a:pt x="58360" y="821"/>
                  <a:pt x="58208" y="821"/>
                </a:cubicBezTo>
                <a:lnTo>
                  <a:pt x="58056" y="821"/>
                </a:lnTo>
                <a:cubicBezTo>
                  <a:pt x="57905" y="790"/>
                  <a:pt x="57753" y="760"/>
                  <a:pt x="57601" y="760"/>
                </a:cubicBezTo>
                <a:cubicBezTo>
                  <a:pt x="57601" y="841"/>
                  <a:pt x="57574" y="895"/>
                  <a:pt x="57510" y="895"/>
                </a:cubicBezTo>
                <a:cubicBezTo>
                  <a:pt x="57479" y="895"/>
                  <a:pt x="57438" y="882"/>
                  <a:pt x="57388" y="851"/>
                </a:cubicBezTo>
                <a:lnTo>
                  <a:pt x="57297" y="821"/>
                </a:lnTo>
                <a:cubicBezTo>
                  <a:pt x="57175" y="821"/>
                  <a:pt x="56780" y="851"/>
                  <a:pt x="56446" y="882"/>
                </a:cubicBezTo>
                <a:lnTo>
                  <a:pt x="56172" y="882"/>
                </a:lnTo>
                <a:cubicBezTo>
                  <a:pt x="56081" y="882"/>
                  <a:pt x="55898" y="821"/>
                  <a:pt x="55898" y="821"/>
                </a:cubicBezTo>
                <a:cubicBezTo>
                  <a:pt x="55845" y="874"/>
                  <a:pt x="55796" y="894"/>
                  <a:pt x="55751" y="894"/>
                </a:cubicBezTo>
                <a:cubicBezTo>
                  <a:pt x="55642" y="894"/>
                  <a:pt x="55550" y="782"/>
                  <a:pt x="55442" y="760"/>
                </a:cubicBezTo>
                <a:cubicBezTo>
                  <a:pt x="55415" y="760"/>
                  <a:pt x="55412" y="634"/>
                  <a:pt x="55344" y="634"/>
                </a:cubicBezTo>
                <a:cubicBezTo>
                  <a:pt x="55337" y="634"/>
                  <a:pt x="55329" y="636"/>
                  <a:pt x="55321" y="639"/>
                </a:cubicBezTo>
                <a:cubicBezTo>
                  <a:pt x="55108" y="699"/>
                  <a:pt x="55351" y="760"/>
                  <a:pt x="55321" y="760"/>
                </a:cubicBezTo>
                <a:lnTo>
                  <a:pt x="55169" y="851"/>
                </a:lnTo>
                <a:cubicBezTo>
                  <a:pt x="55053" y="909"/>
                  <a:pt x="54938" y="930"/>
                  <a:pt x="54869" y="930"/>
                </a:cubicBezTo>
                <a:cubicBezTo>
                  <a:pt x="54829" y="930"/>
                  <a:pt x="54804" y="923"/>
                  <a:pt x="54804" y="912"/>
                </a:cubicBezTo>
                <a:lnTo>
                  <a:pt x="54804" y="851"/>
                </a:lnTo>
                <a:lnTo>
                  <a:pt x="54804" y="821"/>
                </a:lnTo>
                <a:cubicBezTo>
                  <a:pt x="54804" y="798"/>
                  <a:pt x="54791" y="788"/>
                  <a:pt x="54768" y="788"/>
                </a:cubicBezTo>
                <a:cubicBezTo>
                  <a:pt x="54730" y="788"/>
                  <a:pt x="54667" y="814"/>
                  <a:pt x="54591" y="851"/>
                </a:cubicBezTo>
                <a:lnTo>
                  <a:pt x="54379" y="821"/>
                </a:lnTo>
                <a:cubicBezTo>
                  <a:pt x="54333" y="806"/>
                  <a:pt x="54295" y="798"/>
                  <a:pt x="54261" y="798"/>
                </a:cubicBezTo>
                <a:cubicBezTo>
                  <a:pt x="54227" y="798"/>
                  <a:pt x="54196" y="806"/>
                  <a:pt x="54166" y="821"/>
                </a:cubicBezTo>
                <a:lnTo>
                  <a:pt x="54044" y="821"/>
                </a:lnTo>
                <a:cubicBezTo>
                  <a:pt x="53862" y="821"/>
                  <a:pt x="53710" y="790"/>
                  <a:pt x="53558" y="730"/>
                </a:cubicBezTo>
                <a:lnTo>
                  <a:pt x="53436" y="790"/>
                </a:lnTo>
                <a:lnTo>
                  <a:pt x="53406" y="790"/>
                </a:lnTo>
                <a:cubicBezTo>
                  <a:pt x="53376" y="790"/>
                  <a:pt x="53132" y="973"/>
                  <a:pt x="53011" y="973"/>
                </a:cubicBezTo>
                <a:cubicBezTo>
                  <a:pt x="53004" y="975"/>
                  <a:pt x="52997" y="976"/>
                  <a:pt x="52989" y="976"/>
                </a:cubicBezTo>
                <a:cubicBezTo>
                  <a:pt x="52893" y="976"/>
                  <a:pt x="52735" y="814"/>
                  <a:pt x="52707" y="730"/>
                </a:cubicBezTo>
                <a:cubicBezTo>
                  <a:pt x="52697" y="709"/>
                  <a:pt x="52666" y="699"/>
                  <a:pt x="52621" y="699"/>
                </a:cubicBezTo>
                <a:cubicBezTo>
                  <a:pt x="52531" y="699"/>
                  <a:pt x="52383" y="740"/>
                  <a:pt x="52221" y="821"/>
                </a:cubicBezTo>
                <a:lnTo>
                  <a:pt x="52008" y="790"/>
                </a:lnTo>
                <a:cubicBezTo>
                  <a:pt x="51917" y="760"/>
                  <a:pt x="51825" y="730"/>
                  <a:pt x="51734" y="730"/>
                </a:cubicBezTo>
                <a:cubicBezTo>
                  <a:pt x="51673" y="730"/>
                  <a:pt x="51613" y="851"/>
                  <a:pt x="51552" y="851"/>
                </a:cubicBezTo>
                <a:lnTo>
                  <a:pt x="51369" y="851"/>
                </a:lnTo>
                <a:cubicBezTo>
                  <a:pt x="51319" y="901"/>
                  <a:pt x="51260" y="924"/>
                  <a:pt x="51196" y="924"/>
                </a:cubicBezTo>
                <a:cubicBezTo>
                  <a:pt x="51144" y="924"/>
                  <a:pt x="51090" y="909"/>
                  <a:pt x="51035" y="882"/>
                </a:cubicBezTo>
                <a:cubicBezTo>
                  <a:pt x="50944" y="821"/>
                  <a:pt x="50853" y="760"/>
                  <a:pt x="50731" y="760"/>
                </a:cubicBezTo>
                <a:lnTo>
                  <a:pt x="50458" y="760"/>
                </a:lnTo>
                <a:cubicBezTo>
                  <a:pt x="50366" y="760"/>
                  <a:pt x="50275" y="821"/>
                  <a:pt x="50184" y="851"/>
                </a:cubicBezTo>
                <a:lnTo>
                  <a:pt x="50032" y="942"/>
                </a:lnTo>
                <a:cubicBezTo>
                  <a:pt x="49951" y="861"/>
                  <a:pt x="49870" y="821"/>
                  <a:pt x="49825" y="821"/>
                </a:cubicBezTo>
                <a:cubicBezTo>
                  <a:pt x="49802" y="821"/>
                  <a:pt x="49789" y="831"/>
                  <a:pt x="49789" y="851"/>
                </a:cubicBezTo>
                <a:cubicBezTo>
                  <a:pt x="49785" y="856"/>
                  <a:pt x="49776" y="857"/>
                  <a:pt x="49766" y="857"/>
                </a:cubicBezTo>
                <a:cubicBezTo>
                  <a:pt x="49700" y="857"/>
                  <a:pt x="49533" y="790"/>
                  <a:pt x="49455" y="790"/>
                </a:cubicBezTo>
                <a:lnTo>
                  <a:pt x="49151" y="760"/>
                </a:lnTo>
                <a:lnTo>
                  <a:pt x="49151" y="730"/>
                </a:lnTo>
                <a:lnTo>
                  <a:pt x="49090" y="578"/>
                </a:lnTo>
                <a:cubicBezTo>
                  <a:pt x="48968" y="608"/>
                  <a:pt x="48877" y="669"/>
                  <a:pt x="48816" y="730"/>
                </a:cubicBezTo>
                <a:lnTo>
                  <a:pt x="48786" y="760"/>
                </a:lnTo>
                <a:cubicBezTo>
                  <a:pt x="48695" y="790"/>
                  <a:pt x="48603" y="821"/>
                  <a:pt x="48512" y="851"/>
                </a:cubicBezTo>
                <a:lnTo>
                  <a:pt x="48391" y="790"/>
                </a:lnTo>
                <a:lnTo>
                  <a:pt x="48269" y="760"/>
                </a:lnTo>
                <a:cubicBezTo>
                  <a:pt x="48247" y="766"/>
                  <a:pt x="48225" y="768"/>
                  <a:pt x="48205" y="768"/>
                </a:cubicBezTo>
                <a:cubicBezTo>
                  <a:pt x="48114" y="768"/>
                  <a:pt x="48040" y="719"/>
                  <a:pt x="47965" y="669"/>
                </a:cubicBezTo>
                <a:lnTo>
                  <a:pt x="47965" y="669"/>
                </a:lnTo>
                <a:cubicBezTo>
                  <a:pt x="47965" y="760"/>
                  <a:pt x="47965" y="821"/>
                  <a:pt x="47996" y="882"/>
                </a:cubicBezTo>
                <a:lnTo>
                  <a:pt x="47692" y="882"/>
                </a:lnTo>
                <a:cubicBezTo>
                  <a:pt x="47681" y="851"/>
                  <a:pt x="47661" y="838"/>
                  <a:pt x="47635" y="838"/>
                </a:cubicBezTo>
                <a:cubicBezTo>
                  <a:pt x="47583" y="838"/>
                  <a:pt x="47509" y="892"/>
                  <a:pt x="47448" y="973"/>
                </a:cubicBezTo>
                <a:lnTo>
                  <a:pt x="47266" y="882"/>
                </a:lnTo>
                <a:lnTo>
                  <a:pt x="47114" y="790"/>
                </a:lnTo>
                <a:cubicBezTo>
                  <a:pt x="46962" y="821"/>
                  <a:pt x="46810" y="821"/>
                  <a:pt x="46658" y="821"/>
                </a:cubicBezTo>
                <a:lnTo>
                  <a:pt x="46202" y="821"/>
                </a:lnTo>
                <a:cubicBezTo>
                  <a:pt x="46104" y="845"/>
                  <a:pt x="45966" y="890"/>
                  <a:pt x="45884" y="890"/>
                </a:cubicBezTo>
                <a:cubicBezTo>
                  <a:pt x="45865" y="890"/>
                  <a:pt x="45849" y="887"/>
                  <a:pt x="45837" y="882"/>
                </a:cubicBezTo>
                <a:cubicBezTo>
                  <a:pt x="45781" y="844"/>
                  <a:pt x="45736" y="830"/>
                  <a:pt x="45699" y="830"/>
                </a:cubicBezTo>
                <a:cubicBezTo>
                  <a:pt x="45617" y="830"/>
                  <a:pt x="45575" y="901"/>
                  <a:pt x="45533" y="942"/>
                </a:cubicBezTo>
                <a:lnTo>
                  <a:pt x="45412" y="1034"/>
                </a:lnTo>
                <a:cubicBezTo>
                  <a:pt x="45381" y="1125"/>
                  <a:pt x="45351" y="1216"/>
                  <a:pt x="45290" y="1307"/>
                </a:cubicBezTo>
                <a:cubicBezTo>
                  <a:pt x="45260" y="1307"/>
                  <a:pt x="45199" y="1277"/>
                  <a:pt x="45169" y="1246"/>
                </a:cubicBezTo>
                <a:lnTo>
                  <a:pt x="45169" y="1186"/>
                </a:lnTo>
                <a:lnTo>
                  <a:pt x="45169" y="1155"/>
                </a:lnTo>
                <a:cubicBezTo>
                  <a:pt x="45199" y="1125"/>
                  <a:pt x="44956" y="1003"/>
                  <a:pt x="45017" y="942"/>
                </a:cubicBezTo>
                <a:cubicBezTo>
                  <a:pt x="45038" y="921"/>
                  <a:pt x="45037" y="911"/>
                  <a:pt x="45015" y="911"/>
                </a:cubicBezTo>
                <a:cubicBezTo>
                  <a:pt x="44976" y="911"/>
                  <a:pt x="44870" y="944"/>
                  <a:pt x="44713" y="1003"/>
                </a:cubicBezTo>
                <a:lnTo>
                  <a:pt x="44591" y="973"/>
                </a:lnTo>
                <a:cubicBezTo>
                  <a:pt x="44435" y="928"/>
                  <a:pt x="44280" y="900"/>
                  <a:pt x="44124" y="900"/>
                </a:cubicBezTo>
                <a:cubicBezTo>
                  <a:pt x="44067" y="900"/>
                  <a:pt x="44010" y="904"/>
                  <a:pt x="43953" y="912"/>
                </a:cubicBezTo>
                <a:lnTo>
                  <a:pt x="43679" y="912"/>
                </a:lnTo>
                <a:cubicBezTo>
                  <a:pt x="43406" y="942"/>
                  <a:pt x="43041" y="1003"/>
                  <a:pt x="42889" y="1003"/>
                </a:cubicBezTo>
                <a:lnTo>
                  <a:pt x="42798" y="942"/>
                </a:lnTo>
                <a:cubicBezTo>
                  <a:pt x="42751" y="916"/>
                  <a:pt x="42713" y="905"/>
                  <a:pt x="42682" y="905"/>
                </a:cubicBezTo>
                <a:cubicBezTo>
                  <a:pt x="42567" y="905"/>
                  <a:pt x="42528" y="1040"/>
                  <a:pt x="42433" y="1064"/>
                </a:cubicBezTo>
                <a:cubicBezTo>
                  <a:pt x="42403" y="1064"/>
                  <a:pt x="42372" y="1003"/>
                  <a:pt x="42312" y="1003"/>
                </a:cubicBezTo>
                <a:cubicBezTo>
                  <a:pt x="42181" y="977"/>
                  <a:pt x="41983" y="906"/>
                  <a:pt x="41872" y="906"/>
                </a:cubicBezTo>
                <a:cubicBezTo>
                  <a:pt x="41854" y="906"/>
                  <a:pt x="41838" y="908"/>
                  <a:pt x="41825" y="912"/>
                </a:cubicBezTo>
                <a:cubicBezTo>
                  <a:pt x="41769" y="950"/>
                  <a:pt x="41730" y="964"/>
                  <a:pt x="41700" y="964"/>
                </a:cubicBezTo>
                <a:cubicBezTo>
                  <a:pt x="41634" y="964"/>
                  <a:pt x="41615" y="893"/>
                  <a:pt x="41552" y="851"/>
                </a:cubicBezTo>
                <a:lnTo>
                  <a:pt x="41521" y="851"/>
                </a:lnTo>
                <a:cubicBezTo>
                  <a:pt x="41491" y="851"/>
                  <a:pt x="41400" y="912"/>
                  <a:pt x="41369" y="942"/>
                </a:cubicBezTo>
                <a:cubicBezTo>
                  <a:pt x="41231" y="930"/>
                  <a:pt x="41092" y="922"/>
                  <a:pt x="40956" y="922"/>
                </a:cubicBezTo>
                <a:cubicBezTo>
                  <a:pt x="40763" y="922"/>
                  <a:pt x="40575" y="937"/>
                  <a:pt x="40397" y="973"/>
                </a:cubicBezTo>
                <a:cubicBezTo>
                  <a:pt x="40305" y="1003"/>
                  <a:pt x="40207" y="1018"/>
                  <a:pt x="40108" y="1018"/>
                </a:cubicBezTo>
                <a:cubicBezTo>
                  <a:pt x="40009" y="1018"/>
                  <a:pt x="39910" y="1003"/>
                  <a:pt x="39819" y="973"/>
                </a:cubicBezTo>
                <a:cubicBezTo>
                  <a:pt x="39810" y="964"/>
                  <a:pt x="39791" y="960"/>
                  <a:pt x="39767" y="960"/>
                </a:cubicBezTo>
                <a:cubicBezTo>
                  <a:pt x="39710" y="960"/>
                  <a:pt x="39628" y="982"/>
                  <a:pt x="39606" y="1003"/>
                </a:cubicBezTo>
                <a:cubicBezTo>
                  <a:pt x="39602" y="1007"/>
                  <a:pt x="39594" y="1009"/>
                  <a:pt x="39584" y="1009"/>
                </a:cubicBezTo>
                <a:cubicBezTo>
                  <a:pt x="39519" y="1009"/>
                  <a:pt x="39350" y="938"/>
                  <a:pt x="39272" y="912"/>
                </a:cubicBezTo>
                <a:cubicBezTo>
                  <a:pt x="39257" y="897"/>
                  <a:pt x="39217" y="891"/>
                  <a:pt x="39163" y="891"/>
                </a:cubicBezTo>
                <a:cubicBezTo>
                  <a:pt x="39002" y="891"/>
                  <a:pt x="38717" y="942"/>
                  <a:pt x="38603" y="942"/>
                </a:cubicBezTo>
                <a:lnTo>
                  <a:pt x="38269" y="942"/>
                </a:lnTo>
                <a:cubicBezTo>
                  <a:pt x="38212" y="977"/>
                  <a:pt x="38168" y="994"/>
                  <a:pt x="38135" y="994"/>
                </a:cubicBezTo>
                <a:cubicBezTo>
                  <a:pt x="38080" y="994"/>
                  <a:pt x="38056" y="946"/>
                  <a:pt x="38056" y="851"/>
                </a:cubicBezTo>
                <a:cubicBezTo>
                  <a:pt x="37904" y="882"/>
                  <a:pt x="37783" y="912"/>
                  <a:pt x="37661" y="973"/>
                </a:cubicBezTo>
                <a:lnTo>
                  <a:pt x="37509" y="973"/>
                </a:lnTo>
                <a:cubicBezTo>
                  <a:pt x="37357" y="973"/>
                  <a:pt x="37235" y="1034"/>
                  <a:pt x="37114" y="1125"/>
                </a:cubicBezTo>
                <a:cubicBezTo>
                  <a:pt x="37083" y="1094"/>
                  <a:pt x="37053" y="1064"/>
                  <a:pt x="37053" y="1034"/>
                </a:cubicBezTo>
                <a:cubicBezTo>
                  <a:pt x="37047" y="1028"/>
                  <a:pt x="37038" y="1025"/>
                  <a:pt x="37027" y="1025"/>
                </a:cubicBezTo>
                <a:cubicBezTo>
                  <a:pt x="36980" y="1025"/>
                  <a:pt x="36895" y="1070"/>
                  <a:pt x="36871" y="1094"/>
                </a:cubicBezTo>
                <a:cubicBezTo>
                  <a:pt x="36795" y="1110"/>
                  <a:pt x="36719" y="1117"/>
                  <a:pt x="36647" y="1117"/>
                </a:cubicBezTo>
                <a:cubicBezTo>
                  <a:pt x="36574" y="1117"/>
                  <a:pt x="36506" y="1110"/>
                  <a:pt x="36445" y="1094"/>
                </a:cubicBezTo>
                <a:cubicBezTo>
                  <a:pt x="36263" y="1003"/>
                  <a:pt x="36080" y="912"/>
                  <a:pt x="35898" y="882"/>
                </a:cubicBezTo>
                <a:cubicBezTo>
                  <a:pt x="35807" y="882"/>
                  <a:pt x="35716" y="912"/>
                  <a:pt x="35655" y="942"/>
                </a:cubicBezTo>
                <a:lnTo>
                  <a:pt x="35472" y="1094"/>
                </a:lnTo>
                <a:cubicBezTo>
                  <a:pt x="35442" y="1125"/>
                  <a:pt x="35412" y="1155"/>
                  <a:pt x="35381" y="1155"/>
                </a:cubicBezTo>
                <a:cubicBezTo>
                  <a:pt x="35303" y="1155"/>
                  <a:pt x="35225" y="1088"/>
                  <a:pt x="35147" y="1088"/>
                </a:cubicBezTo>
                <a:cubicBezTo>
                  <a:pt x="35134" y="1088"/>
                  <a:pt x="35121" y="1090"/>
                  <a:pt x="35108" y="1094"/>
                </a:cubicBezTo>
                <a:lnTo>
                  <a:pt x="35017" y="1125"/>
                </a:lnTo>
                <a:lnTo>
                  <a:pt x="34530" y="1125"/>
                </a:lnTo>
                <a:cubicBezTo>
                  <a:pt x="34469" y="1110"/>
                  <a:pt x="34409" y="1102"/>
                  <a:pt x="34348" y="1102"/>
                </a:cubicBezTo>
                <a:cubicBezTo>
                  <a:pt x="34287" y="1102"/>
                  <a:pt x="34226" y="1110"/>
                  <a:pt x="34165" y="1125"/>
                </a:cubicBezTo>
                <a:lnTo>
                  <a:pt x="34044" y="1094"/>
                </a:lnTo>
                <a:lnTo>
                  <a:pt x="33953" y="1064"/>
                </a:lnTo>
                <a:cubicBezTo>
                  <a:pt x="33770" y="1064"/>
                  <a:pt x="33588" y="1094"/>
                  <a:pt x="33406" y="1125"/>
                </a:cubicBezTo>
                <a:lnTo>
                  <a:pt x="33284" y="1125"/>
                </a:lnTo>
                <a:cubicBezTo>
                  <a:pt x="33260" y="1131"/>
                  <a:pt x="33235" y="1133"/>
                  <a:pt x="33211" y="1133"/>
                </a:cubicBezTo>
                <a:cubicBezTo>
                  <a:pt x="33114" y="1133"/>
                  <a:pt x="33017" y="1094"/>
                  <a:pt x="32919" y="1094"/>
                </a:cubicBezTo>
                <a:cubicBezTo>
                  <a:pt x="32798" y="1094"/>
                  <a:pt x="32676" y="1125"/>
                  <a:pt x="32524" y="1125"/>
                </a:cubicBezTo>
                <a:lnTo>
                  <a:pt x="32311" y="1125"/>
                </a:lnTo>
                <a:cubicBezTo>
                  <a:pt x="32197" y="1163"/>
                  <a:pt x="32088" y="1180"/>
                  <a:pt x="31979" y="1180"/>
                </a:cubicBezTo>
                <a:cubicBezTo>
                  <a:pt x="31829" y="1180"/>
                  <a:pt x="31680" y="1147"/>
                  <a:pt x="31521" y="1094"/>
                </a:cubicBezTo>
                <a:cubicBezTo>
                  <a:pt x="31488" y="1078"/>
                  <a:pt x="31458" y="1071"/>
                  <a:pt x="31430" y="1071"/>
                </a:cubicBezTo>
                <a:cubicBezTo>
                  <a:pt x="31355" y="1071"/>
                  <a:pt x="31300" y="1127"/>
                  <a:pt x="31278" y="1216"/>
                </a:cubicBezTo>
                <a:lnTo>
                  <a:pt x="31156" y="1125"/>
                </a:lnTo>
                <a:cubicBezTo>
                  <a:pt x="31105" y="1099"/>
                  <a:pt x="31064" y="1090"/>
                  <a:pt x="31030" y="1090"/>
                </a:cubicBezTo>
                <a:cubicBezTo>
                  <a:pt x="30983" y="1090"/>
                  <a:pt x="30948" y="1107"/>
                  <a:pt x="30913" y="1125"/>
                </a:cubicBezTo>
                <a:cubicBezTo>
                  <a:pt x="30883" y="1155"/>
                  <a:pt x="30860" y="1170"/>
                  <a:pt x="30833" y="1170"/>
                </a:cubicBezTo>
                <a:cubicBezTo>
                  <a:pt x="30807" y="1170"/>
                  <a:pt x="30776" y="1155"/>
                  <a:pt x="30731" y="1125"/>
                </a:cubicBezTo>
                <a:cubicBezTo>
                  <a:pt x="30704" y="1116"/>
                  <a:pt x="30677" y="1112"/>
                  <a:pt x="30651" y="1112"/>
                </a:cubicBezTo>
                <a:cubicBezTo>
                  <a:pt x="30586" y="1112"/>
                  <a:pt x="30522" y="1134"/>
                  <a:pt x="30457" y="1155"/>
                </a:cubicBezTo>
                <a:lnTo>
                  <a:pt x="30214" y="1307"/>
                </a:lnTo>
                <a:cubicBezTo>
                  <a:pt x="30214" y="1189"/>
                  <a:pt x="30141" y="1145"/>
                  <a:pt x="30080" y="1145"/>
                </a:cubicBezTo>
                <a:cubicBezTo>
                  <a:pt x="30062" y="1145"/>
                  <a:pt x="30045" y="1148"/>
                  <a:pt x="30032" y="1155"/>
                </a:cubicBezTo>
                <a:cubicBezTo>
                  <a:pt x="29971" y="1216"/>
                  <a:pt x="29849" y="1216"/>
                  <a:pt x="29758" y="1216"/>
                </a:cubicBezTo>
                <a:lnTo>
                  <a:pt x="29667" y="1216"/>
                </a:lnTo>
                <a:cubicBezTo>
                  <a:pt x="29637" y="1277"/>
                  <a:pt x="29606" y="1338"/>
                  <a:pt x="29606" y="1398"/>
                </a:cubicBezTo>
                <a:lnTo>
                  <a:pt x="29515" y="1368"/>
                </a:lnTo>
                <a:cubicBezTo>
                  <a:pt x="29363" y="1307"/>
                  <a:pt x="29606" y="1246"/>
                  <a:pt x="29545" y="1186"/>
                </a:cubicBezTo>
                <a:lnTo>
                  <a:pt x="29545" y="1155"/>
                </a:lnTo>
                <a:cubicBezTo>
                  <a:pt x="29515" y="1155"/>
                  <a:pt x="29424" y="1186"/>
                  <a:pt x="29363" y="1246"/>
                </a:cubicBezTo>
                <a:lnTo>
                  <a:pt x="29272" y="1277"/>
                </a:lnTo>
                <a:lnTo>
                  <a:pt x="29241" y="1277"/>
                </a:lnTo>
                <a:cubicBezTo>
                  <a:pt x="29211" y="1246"/>
                  <a:pt x="29181" y="1186"/>
                  <a:pt x="29241" y="1155"/>
                </a:cubicBezTo>
                <a:cubicBezTo>
                  <a:pt x="29272" y="1125"/>
                  <a:pt x="29120" y="1125"/>
                  <a:pt x="29059" y="1125"/>
                </a:cubicBezTo>
                <a:cubicBezTo>
                  <a:pt x="28998" y="1125"/>
                  <a:pt x="28816" y="1155"/>
                  <a:pt x="28603" y="1216"/>
                </a:cubicBezTo>
                <a:lnTo>
                  <a:pt x="28299" y="1216"/>
                </a:lnTo>
                <a:cubicBezTo>
                  <a:pt x="28169" y="1216"/>
                  <a:pt x="28016" y="1283"/>
                  <a:pt x="27899" y="1283"/>
                </a:cubicBezTo>
                <a:cubicBezTo>
                  <a:pt x="27879" y="1283"/>
                  <a:pt x="27861" y="1281"/>
                  <a:pt x="27843" y="1277"/>
                </a:cubicBezTo>
                <a:cubicBezTo>
                  <a:pt x="27767" y="1231"/>
                  <a:pt x="27684" y="1208"/>
                  <a:pt x="27600" y="1208"/>
                </a:cubicBezTo>
                <a:cubicBezTo>
                  <a:pt x="27516" y="1208"/>
                  <a:pt x="27433" y="1231"/>
                  <a:pt x="27357" y="1277"/>
                </a:cubicBezTo>
                <a:cubicBezTo>
                  <a:pt x="27281" y="1292"/>
                  <a:pt x="27205" y="1300"/>
                  <a:pt x="27129" y="1300"/>
                </a:cubicBezTo>
                <a:cubicBezTo>
                  <a:pt x="27053" y="1300"/>
                  <a:pt x="26977" y="1292"/>
                  <a:pt x="26901" y="1277"/>
                </a:cubicBezTo>
                <a:lnTo>
                  <a:pt x="26779" y="1186"/>
                </a:lnTo>
                <a:cubicBezTo>
                  <a:pt x="26597" y="1216"/>
                  <a:pt x="26475" y="1246"/>
                  <a:pt x="26323" y="1338"/>
                </a:cubicBezTo>
                <a:lnTo>
                  <a:pt x="26232" y="1338"/>
                </a:lnTo>
                <a:lnTo>
                  <a:pt x="26111" y="1368"/>
                </a:lnTo>
                <a:cubicBezTo>
                  <a:pt x="26070" y="1360"/>
                  <a:pt x="26027" y="1356"/>
                  <a:pt x="25983" y="1356"/>
                </a:cubicBezTo>
                <a:cubicBezTo>
                  <a:pt x="25863" y="1356"/>
                  <a:pt x="25736" y="1384"/>
                  <a:pt x="25624" y="1429"/>
                </a:cubicBezTo>
                <a:lnTo>
                  <a:pt x="25412" y="1368"/>
                </a:lnTo>
                <a:cubicBezTo>
                  <a:pt x="25323" y="1361"/>
                  <a:pt x="25234" y="1357"/>
                  <a:pt x="25145" y="1357"/>
                </a:cubicBezTo>
                <a:cubicBezTo>
                  <a:pt x="24840" y="1357"/>
                  <a:pt x="24539" y="1402"/>
                  <a:pt x="24256" y="1520"/>
                </a:cubicBezTo>
                <a:lnTo>
                  <a:pt x="23649" y="1520"/>
                </a:lnTo>
                <a:lnTo>
                  <a:pt x="23527" y="1368"/>
                </a:lnTo>
                <a:cubicBezTo>
                  <a:pt x="23466" y="1368"/>
                  <a:pt x="23436" y="1368"/>
                  <a:pt x="23375" y="1398"/>
                </a:cubicBezTo>
                <a:lnTo>
                  <a:pt x="23284" y="1459"/>
                </a:lnTo>
                <a:cubicBezTo>
                  <a:pt x="23257" y="1464"/>
                  <a:pt x="23226" y="1465"/>
                  <a:pt x="23193" y="1465"/>
                </a:cubicBezTo>
                <a:cubicBezTo>
                  <a:pt x="23034" y="1465"/>
                  <a:pt x="22819" y="1422"/>
                  <a:pt x="22721" y="1422"/>
                </a:cubicBezTo>
                <a:cubicBezTo>
                  <a:pt x="22700" y="1422"/>
                  <a:pt x="22685" y="1424"/>
                  <a:pt x="22676" y="1429"/>
                </a:cubicBezTo>
                <a:cubicBezTo>
                  <a:pt x="22554" y="1520"/>
                  <a:pt x="22433" y="1550"/>
                  <a:pt x="22281" y="1550"/>
                </a:cubicBezTo>
                <a:cubicBezTo>
                  <a:pt x="22220" y="1550"/>
                  <a:pt x="22159" y="1550"/>
                  <a:pt x="22098" y="1581"/>
                </a:cubicBezTo>
                <a:cubicBezTo>
                  <a:pt x="22038" y="1611"/>
                  <a:pt x="22007" y="1672"/>
                  <a:pt x="21946" y="1702"/>
                </a:cubicBezTo>
                <a:lnTo>
                  <a:pt x="21855" y="1672"/>
                </a:lnTo>
                <a:cubicBezTo>
                  <a:pt x="21794" y="1642"/>
                  <a:pt x="21673" y="1611"/>
                  <a:pt x="21642" y="1611"/>
                </a:cubicBezTo>
                <a:lnTo>
                  <a:pt x="21490" y="1763"/>
                </a:lnTo>
                <a:cubicBezTo>
                  <a:pt x="21444" y="1740"/>
                  <a:pt x="21401" y="1730"/>
                  <a:pt x="21364" y="1730"/>
                </a:cubicBezTo>
                <a:cubicBezTo>
                  <a:pt x="21256" y="1730"/>
                  <a:pt x="21194" y="1809"/>
                  <a:pt x="21217" y="1854"/>
                </a:cubicBezTo>
                <a:cubicBezTo>
                  <a:pt x="21217" y="1915"/>
                  <a:pt x="21338" y="2037"/>
                  <a:pt x="21490" y="2128"/>
                </a:cubicBezTo>
                <a:lnTo>
                  <a:pt x="21399" y="2249"/>
                </a:lnTo>
                <a:lnTo>
                  <a:pt x="21278" y="2371"/>
                </a:lnTo>
                <a:cubicBezTo>
                  <a:pt x="21187" y="2310"/>
                  <a:pt x="21065" y="2249"/>
                  <a:pt x="20943" y="2189"/>
                </a:cubicBezTo>
                <a:lnTo>
                  <a:pt x="20883" y="2189"/>
                </a:lnTo>
                <a:cubicBezTo>
                  <a:pt x="20700" y="2219"/>
                  <a:pt x="20518" y="2249"/>
                  <a:pt x="20335" y="2249"/>
                </a:cubicBezTo>
                <a:cubicBezTo>
                  <a:pt x="20183" y="2249"/>
                  <a:pt x="20183" y="2037"/>
                  <a:pt x="20214" y="1976"/>
                </a:cubicBezTo>
                <a:cubicBezTo>
                  <a:pt x="20275" y="1915"/>
                  <a:pt x="20275" y="1854"/>
                  <a:pt x="20275" y="1854"/>
                </a:cubicBezTo>
                <a:lnTo>
                  <a:pt x="20275" y="1854"/>
                </a:lnTo>
                <a:cubicBezTo>
                  <a:pt x="20163" y="1877"/>
                  <a:pt x="20067" y="1948"/>
                  <a:pt x="19989" y="1948"/>
                </a:cubicBezTo>
                <a:cubicBezTo>
                  <a:pt x="19960" y="1948"/>
                  <a:pt x="19934" y="1939"/>
                  <a:pt x="19910" y="1915"/>
                </a:cubicBezTo>
                <a:cubicBezTo>
                  <a:pt x="19819" y="1854"/>
                  <a:pt x="19576" y="1915"/>
                  <a:pt x="19576" y="1733"/>
                </a:cubicBezTo>
                <a:cubicBezTo>
                  <a:pt x="19576" y="1702"/>
                  <a:pt x="19515" y="1702"/>
                  <a:pt x="19515" y="1702"/>
                </a:cubicBezTo>
                <a:cubicBezTo>
                  <a:pt x="19416" y="1764"/>
                  <a:pt x="19307" y="1781"/>
                  <a:pt x="19195" y="1781"/>
                </a:cubicBezTo>
                <a:cubicBezTo>
                  <a:pt x="19063" y="1781"/>
                  <a:pt x="18926" y="1758"/>
                  <a:pt x="18794" y="1758"/>
                </a:cubicBezTo>
                <a:cubicBezTo>
                  <a:pt x="18760" y="1758"/>
                  <a:pt x="18727" y="1759"/>
                  <a:pt x="18694" y="1763"/>
                </a:cubicBezTo>
                <a:cubicBezTo>
                  <a:pt x="18481" y="1794"/>
                  <a:pt x="18299" y="1824"/>
                  <a:pt x="18117" y="1854"/>
                </a:cubicBezTo>
                <a:lnTo>
                  <a:pt x="18025" y="1885"/>
                </a:lnTo>
                <a:cubicBezTo>
                  <a:pt x="17965" y="1930"/>
                  <a:pt x="17896" y="1953"/>
                  <a:pt x="17828" y="1953"/>
                </a:cubicBezTo>
                <a:cubicBezTo>
                  <a:pt x="17759" y="1953"/>
                  <a:pt x="17691" y="1930"/>
                  <a:pt x="17630" y="1885"/>
                </a:cubicBezTo>
                <a:cubicBezTo>
                  <a:pt x="17628" y="1882"/>
                  <a:pt x="17625" y="1881"/>
                  <a:pt x="17621" y="1881"/>
                </a:cubicBezTo>
                <a:cubicBezTo>
                  <a:pt x="17573" y="1881"/>
                  <a:pt x="17415" y="2044"/>
                  <a:pt x="17387" y="2128"/>
                </a:cubicBezTo>
                <a:cubicBezTo>
                  <a:pt x="17378" y="2156"/>
                  <a:pt x="17369" y="2166"/>
                  <a:pt x="17359" y="2166"/>
                </a:cubicBezTo>
                <a:cubicBezTo>
                  <a:pt x="17338" y="2166"/>
                  <a:pt x="17317" y="2109"/>
                  <a:pt x="17296" y="2067"/>
                </a:cubicBezTo>
                <a:cubicBezTo>
                  <a:pt x="17296" y="2031"/>
                  <a:pt x="17277" y="2019"/>
                  <a:pt x="17251" y="2019"/>
                </a:cubicBezTo>
                <a:cubicBezTo>
                  <a:pt x="17210" y="2019"/>
                  <a:pt x="17150" y="2049"/>
                  <a:pt x="17113" y="2067"/>
                </a:cubicBezTo>
                <a:cubicBezTo>
                  <a:pt x="17109" y="2071"/>
                  <a:pt x="17105" y="2073"/>
                  <a:pt x="17100" y="2073"/>
                </a:cubicBezTo>
                <a:cubicBezTo>
                  <a:pt x="17067" y="2073"/>
                  <a:pt x="17014" y="1994"/>
                  <a:pt x="16962" y="1915"/>
                </a:cubicBezTo>
                <a:lnTo>
                  <a:pt x="16779" y="1946"/>
                </a:lnTo>
                <a:cubicBezTo>
                  <a:pt x="16675" y="1972"/>
                  <a:pt x="16570" y="2043"/>
                  <a:pt x="16504" y="2043"/>
                </a:cubicBezTo>
                <a:cubicBezTo>
                  <a:pt x="16493" y="2043"/>
                  <a:pt x="16484" y="2041"/>
                  <a:pt x="16475" y="2037"/>
                </a:cubicBezTo>
                <a:cubicBezTo>
                  <a:pt x="16427" y="2001"/>
                  <a:pt x="16384" y="1989"/>
                  <a:pt x="16346" y="1989"/>
                </a:cubicBezTo>
                <a:cubicBezTo>
                  <a:pt x="16287" y="1989"/>
                  <a:pt x="16239" y="2018"/>
                  <a:pt x="16202" y="2037"/>
                </a:cubicBezTo>
                <a:cubicBezTo>
                  <a:pt x="16126" y="2052"/>
                  <a:pt x="16050" y="2059"/>
                  <a:pt x="15974" y="2059"/>
                </a:cubicBezTo>
                <a:cubicBezTo>
                  <a:pt x="15898" y="2059"/>
                  <a:pt x="15822" y="2052"/>
                  <a:pt x="15746" y="2037"/>
                </a:cubicBezTo>
                <a:cubicBezTo>
                  <a:pt x="15719" y="2028"/>
                  <a:pt x="15684" y="2024"/>
                  <a:pt x="15649" y="2024"/>
                </a:cubicBezTo>
                <a:cubicBezTo>
                  <a:pt x="15563" y="2024"/>
                  <a:pt x="15472" y="2046"/>
                  <a:pt x="15472" y="2067"/>
                </a:cubicBezTo>
                <a:cubicBezTo>
                  <a:pt x="15445" y="2161"/>
                  <a:pt x="15394" y="2190"/>
                  <a:pt x="15338" y="2190"/>
                </a:cubicBezTo>
                <a:cubicBezTo>
                  <a:pt x="15268" y="2190"/>
                  <a:pt x="15189" y="2145"/>
                  <a:pt x="15138" y="2128"/>
                </a:cubicBezTo>
                <a:cubicBezTo>
                  <a:pt x="15097" y="2101"/>
                  <a:pt x="15062" y="2086"/>
                  <a:pt x="15033" y="2086"/>
                </a:cubicBezTo>
                <a:cubicBezTo>
                  <a:pt x="14998" y="2086"/>
                  <a:pt x="14972" y="2108"/>
                  <a:pt x="14955" y="2158"/>
                </a:cubicBezTo>
                <a:cubicBezTo>
                  <a:pt x="14925" y="2234"/>
                  <a:pt x="14895" y="2265"/>
                  <a:pt x="14857" y="2265"/>
                </a:cubicBezTo>
                <a:cubicBezTo>
                  <a:pt x="14819" y="2265"/>
                  <a:pt x="14773" y="2234"/>
                  <a:pt x="14712" y="2189"/>
                </a:cubicBezTo>
                <a:cubicBezTo>
                  <a:pt x="14690" y="2166"/>
                  <a:pt x="14667" y="2095"/>
                  <a:pt x="14609" y="2095"/>
                </a:cubicBezTo>
                <a:cubicBezTo>
                  <a:pt x="14588" y="2095"/>
                  <a:pt x="14562" y="2104"/>
                  <a:pt x="14530" y="2128"/>
                </a:cubicBezTo>
                <a:lnTo>
                  <a:pt x="14469" y="2189"/>
                </a:lnTo>
                <a:cubicBezTo>
                  <a:pt x="14378" y="2249"/>
                  <a:pt x="14226" y="2493"/>
                  <a:pt x="14135" y="2493"/>
                </a:cubicBezTo>
                <a:cubicBezTo>
                  <a:pt x="14013" y="2462"/>
                  <a:pt x="13952" y="2401"/>
                  <a:pt x="13892" y="2310"/>
                </a:cubicBezTo>
                <a:cubicBezTo>
                  <a:pt x="13892" y="2295"/>
                  <a:pt x="13831" y="2287"/>
                  <a:pt x="13732" y="2287"/>
                </a:cubicBezTo>
                <a:cubicBezTo>
                  <a:pt x="13633" y="2287"/>
                  <a:pt x="13496" y="2295"/>
                  <a:pt x="13344" y="2310"/>
                </a:cubicBezTo>
                <a:lnTo>
                  <a:pt x="13101" y="2371"/>
                </a:lnTo>
                <a:lnTo>
                  <a:pt x="13040" y="2371"/>
                </a:lnTo>
                <a:cubicBezTo>
                  <a:pt x="13010" y="2401"/>
                  <a:pt x="12949" y="2493"/>
                  <a:pt x="12888" y="2553"/>
                </a:cubicBezTo>
                <a:lnTo>
                  <a:pt x="12797" y="2462"/>
                </a:lnTo>
                <a:cubicBezTo>
                  <a:pt x="12737" y="2401"/>
                  <a:pt x="12676" y="2379"/>
                  <a:pt x="12607" y="2379"/>
                </a:cubicBezTo>
                <a:cubicBezTo>
                  <a:pt x="12539" y="2379"/>
                  <a:pt x="12463" y="2401"/>
                  <a:pt x="12372" y="2432"/>
                </a:cubicBezTo>
                <a:cubicBezTo>
                  <a:pt x="12159" y="2462"/>
                  <a:pt x="11916" y="2493"/>
                  <a:pt x="11673" y="2523"/>
                </a:cubicBezTo>
                <a:lnTo>
                  <a:pt x="11581" y="2523"/>
                </a:lnTo>
                <a:cubicBezTo>
                  <a:pt x="11551" y="2569"/>
                  <a:pt x="11483" y="2584"/>
                  <a:pt x="11414" y="2584"/>
                </a:cubicBezTo>
                <a:cubicBezTo>
                  <a:pt x="11346" y="2584"/>
                  <a:pt x="11278" y="2569"/>
                  <a:pt x="11247" y="2553"/>
                </a:cubicBezTo>
                <a:cubicBezTo>
                  <a:pt x="11243" y="2545"/>
                  <a:pt x="11238" y="2541"/>
                  <a:pt x="11231" y="2541"/>
                </a:cubicBezTo>
                <a:cubicBezTo>
                  <a:pt x="11193" y="2541"/>
                  <a:pt x="11126" y="2688"/>
                  <a:pt x="11126" y="2766"/>
                </a:cubicBezTo>
                <a:cubicBezTo>
                  <a:pt x="11156" y="2857"/>
                  <a:pt x="11156" y="2979"/>
                  <a:pt x="11156" y="3101"/>
                </a:cubicBezTo>
                <a:cubicBezTo>
                  <a:pt x="11147" y="3119"/>
                  <a:pt x="11131" y="3127"/>
                  <a:pt x="11115" y="3127"/>
                </a:cubicBezTo>
                <a:cubicBezTo>
                  <a:pt x="11078" y="3127"/>
                  <a:pt x="11034" y="3091"/>
                  <a:pt x="11034" y="3070"/>
                </a:cubicBezTo>
                <a:cubicBezTo>
                  <a:pt x="11029" y="3065"/>
                  <a:pt x="11018" y="3062"/>
                  <a:pt x="11004" y="3062"/>
                </a:cubicBezTo>
                <a:cubicBezTo>
                  <a:pt x="10941" y="3062"/>
                  <a:pt x="10810" y="3112"/>
                  <a:pt x="10761" y="3161"/>
                </a:cubicBezTo>
                <a:cubicBezTo>
                  <a:pt x="10754" y="3164"/>
                  <a:pt x="10747" y="3165"/>
                  <a:pt x="10741" y="3165"/>
                </a:cubicBezTo>
                <a:cubicBezTo>
                  <a:pt x="10661" y="3165"/>
                  <a:pt x="10609" y="3005"/>
                  <a:pt x="10609" y="2949"/>
                </a:cubicBezTo>
                <a:cubicBezTo>
                  <a:pt x="10609" y="2888"/>
                  <a:pt x="10578" y="2827"/>
                  <a:pt x="10548" y="2827"/>
                </a:cubicBezTo>
                <a:cubicBezTo>
                  <a:pt x="10457" y="2797"/>
                  <a:pt x="10335" y="2766"/>
                  <a:pt x="10244" y="2766"/>
                </a:cubicBezTo>
                <a:lnTo>
                  <a:pt x="10122" y="2766"/>
                </a:lnTo>
                <a:cubicBezTo>
                  <a:pt x="10031" y="2766"/>
                  <a:pt x="9940" y="2797"/>
                  <a:pt x="9849" y="2827"/>
                </a:cubicBezTo>
                <a:cubicBezTo>
                  <a:pt x="9849" y="2857"/>
                  <a:pt x="9697" y="3131"/>
                  <a:pt x="9545" y="3131"/>
                </a:cubicBezTo>
                <a:cubicBezTo>
                  <a:pt x="9423" y="3131"/>
                  <a:pt x="9454" y="3009"/>
                  <a:pt x="9515" y="2979"/>
                </a:cubicBezTo>
                <a:cubicBezTo>
                  <a:pt x="9558" y="2957"/>
                  <a:pt x="9509" y="2936"/>
                  <a:pt x="9413" y="2936"/>
                </a:cubicBezTo>
                <a:cubicBezTo>
                  <a:pt x="9373" y="2936"/>
                  <a:pt x="9325" y="2940"/>
                  <a:pt x="9271" y="2949"/>
                </a:cubicBezTo>
                <a:lnTo>
                  <a:pt x="9089" y="2888"/>
                </a:lnTo>
                <a:lnTo>
                  <a:pt x="8907" y="2827"/>
                </a:lnTo>
                <a:cubicBezTo>
                  <a:pt x="8755" y="2949"/>
                  <a:pt x="8572" y="3009"/>
                  <a:pt x="8390" y="3009"/>
                </a:cubicBezTo>
                <a:lnTo>
                  <a:pt x="8299" y="2979"/>
                </a:lnTo>
                <a:lnTo>
                  <a:pt x="8238" y="2979"/>
                </a:lnTo>
                <a:cubicBezTo>
                  <a:pt x="8208" y="2979"/>
                  <a:pt x="8177" y="3009"/>
                  <a:pt x="8177" y="3070"/>
                </a:cubicBezTo>
                <a:cubicBezTo>
                  <a:pt x="8268" y="3101"/>
                  <a:pt x="8329" y="3161"/>
                  <a:pt x="8420" y="3192"/>
                </a:cubicBezTo>
                <a:lnTo>
                  <a:pt x="8512" y="3222"/>
                </a:lnTo>
                <a:cubicBezTo>
                  <a:pt x="8529" y="3213"/>
                  <a:pt x="8547" y="3210"/>
                  <a:pt x="8565" y="3210"/>
                </a:cubicBezTo>
                <a:cubicBezTo>
                  <a:pt x="8608" y="3210"/>
                  <a:pt x="8651" y="3231"/>
                  <a:pt x="8694" y="3253"/>
                </a:cubicBezTo>
                <a:cubicBezTo>
                  <a:pt x="8572" y="3313"/>
                  <a:pt x="8451" y="3374"/>
                  <a:pt x="8299" y="3404"/>
                </a:cubicBezTo>
                <a:cubicBezTo>
                  <a:pt x="8208" y="3465"/>
                  <a:pt x="8177" y="3526"/>
                  <a:pt x="8177" y="3556"/>
                </a:cubicBezTo>
                <a:cubicBezTo>
                  <a:pt x="8268" y="3617"/>
                  <a:pt x="8360" y="3678"/>
                  <a:pt x="8451" y="3708"/>
                </a:cubicBezTo>
                <a:cubicBezTo>
                  <a:pt x="8484" y="3731"/>
                  <a:pt x="8517" y="3749"/>
                  <a:pt x="8549" y="3766"/>
                </a:cubicBezTo>
                <a:lnTo>
                  <a:pt x="8549" y="3766"/>
                </a:lnTo>
                <a:cubicBezTo>
                  <a:pt x="8491" y="3788"/>
                  <a:pt x="8425" y="3800"/>
                  <a:pt x="8360" y="3800"/>
                </a:cubicBezTo>
                <a:lnTo>
                  <a:pt x="8360" y="3860"/>
                </a:lnTo>
                <a:lnTo>
                  <a:pt x="8360" y="3921"/>
                </a:lnTo>
                <a:cubicBezTo>
                  <a:pt x="8390" y="3952"/>
                  <a:pt x="8238" y="4012"/>
                  <a:pt x="8177" y="4012"/>
                </a:cubicBezTo>
                <a:cubicBezTo>
                  <a:pt x="8116" y="4012"/>
                  <a:pt x="8056" y="3982"/>
                  <a:pt x="8056" y="3982"/>
                </a:cubicBezTo>
                <a:lnTo>
                  <a:pt x="8177" y="3708"/>
                </a:lnTo>
                <a:cubicBezTo>
                  <a:pt x="8208" y="3648"/>
                  <a:pt x="8147" y="3587"/>
                  <a:pt x="8025" y="3556"/>
                </a:cubicBezTo>
                <a:lnTo>
                  <a:pt x="8025" y="3678"/>
                </a:lnTo>
                <a:cubicBezTo>
                  <a:pt x="8025" y="3708"/>
                  <a:pt x="8056" y="3769"/>
                  <a:pt x="8025" y="3800"/>
                </a:cubicBezTo>
                <a:lnTo>
                  <a:pt x="7995" y="3830"/>
                </a:lnTo>
                <a:cubicBezTo>
                  <a:pt x="7904" y="3830"/>
                  <a:pt x="7873" y="3830"/>
                  <a:pt x="7873" y="3800"/>
                </a:cubicBezTo>
                <a:lnTo>
                  <a:pt x="7873" y="3739"/>
                </a:lnTo>
                <a:cubicBezTo>
                  <a:pt x="7843" y="3678"/>
                  <a:pt x="7782" y="3617"/>
                  <a:pt x="7721" y="3556"/>
                </a:cubicBezTo>
                <a:lnTo>
                  <a:pt x="7630" y="3496"/>
                </a:lnTo>
                <a:lnTo>
                  <a:pt x="7569" y="3465"/>
                </a:lnTo>
                <a:cubicBezTo>
                  <a:pt x="7563" y="3463"/>
                  <a:pt x="7558" y="3462"/>
                  <a:pt x="7553" y="3462"/>
                </a:cubicBezTo>
                <a:cubicBezTo>
                  <a:pt x="7482" y="3462"/>
                  <a:pt x="7510" y="3652"/>
                  <a:pt x="7539" y="3708"/>
                </a:cubicBezTo>
                <a:cubicBezTo>
                  <a:pt x="7600" y="3769"/>
                  <a:pt x="7478" y="3860"/>
                  <a:pt x="7417" y="3891"/>
                </a:cubicBezTo>
                <a:cubicBezTo>
                  <a:pt x="7356" y="3921"/>
                  <a:pt x="7630" y="3952"/>
                  <a:pt x="7691" y="3952"/>
                </a:cubicBezTo>
                <a:cubicBezTo>
                  <a:pt x="7782" y="3952"/>
                  <a:pt x="7782" y="4012"/>
                  <a:pt x="7752" y="4043"/>
                </a:cubicBezTo>
                <a:lnTo>
                  <a:pt x="7691" y="4073"/>
                </a:lnTo>
                <a:lnTo>
                  <a:pt x="7478" y="4225"/>
                </a:lnTo>
                <a:cubicBezTo>
                  <a:pt x="7355" y="4151"/>
                  <a:pt x="7151" y="4057"/>
                  <a:pt x="7062" y="4057"/>
                </a:cubicBezTo>
                <a:cubicBezTo>
                  <a:pt x="7042" y="4057"/>
                  <a:pt x="7028" y="4062"/>
                  <a:pt x="7022" y="4073"/>
                </a:cubicBezTo>
                <a:cubicBezTo>
                  <a:pt x="6931" y="4164"/>
                  <a:pt x="6840" y="4225"/>
                  <a:pt x="6718" y="4286"/>
                </a:cubicBezTo>
                <a:lnTo>
                  <a:pt x="6657" y="4256"/>
                </a:lnTo>
                <a:lnTo>
                  <a:pt x="6414" y="4164"/>
                </a:lnTo>
                <a:lnTo>
                  <a:pt x="6414" y="4164"/>
                </a:lnTo>
                <a:cubicBezTo>
                  <a:pt x="6262" y="4316"/>
                  <a:pt x="6293" y="4438"/>
                  <a:pt x="6445" y="4438"/>
                </a:cubicBezTo>
                <a:lnTo>
                  <a:pt x="6566" y="4468"/>
                </a:lnTo>
                <a:lnTo>
                  <a:pt x="6657" y="4529"/>
                </a:lnTo>
                <a:cubicBezTo>
                  <a:pt x="6742" y="4571"/>
                  <a:pt x="6833" y="4594"/>
                  <a:pt x="6925" y="4594"/>
                </a:cubicBezTo>
                <a:cubicBezTo>
                  <a:pt x="7031" y="4594"/>
                  <a:pt x="7137" y="4564"/>
                  <a:pt x="7235" y="4499"/>
                </a:cubicBezTo>
                <a:lnTo>
                  <a:pt x="7417" y="4468"/>
                </a:lnTo>
                <a:lnTo>
                  <a:pt x="7630" y="4408"/>
                </a:lnTo>
                <a:cubicBezTo>
                  <a:pt x="7727" y="4577"/>
                  <a:pt x="7862" y="4669"/>
                  <a:pt x="7944" y="4669"/>
                </a:cubicBezTo>
                <a:cubicBezTo>
                  <a:pt x="7965" y="4669"/>
                  <a:pt x="7982" y="4663"/>
                  <a:pt x="7995" y="4651"/>
                </a:cubicBezTo>
                <a:lnTo>
                  <a:pt x="8056" y="4620"/>
                </a:lnTo>
                <a:cubicBezTo>
                  <a:pt x="8071" y="4605"/>
                  <a:pt x="8094" y="4598"/>
                  <a:pt x="8113" y="4598"/>
                </a:cubicBezTo>
                <a:cubicBezTo>
                  <a:pt x="8132" y="4598"/>
                  <a:pt x="8147" y="4605"/>
                  <a:pt x="8147" y="4620"/>
                </a:cubicBezTo>
                <a:cubicBezTo>
                  <a:pt x="8177" y="4651"/>
                  <a:pt x="8208" y="4681"/>
                  <a:pt x="8208" y="4712"/>
                </a:cubicBezTo>
                <a:cubicBezTo>
                  <a:pt x="8177" y="4803"/>
                  <a:pt x="8147" y="4863"/>
                  <a:pt x="8116" y="4955"/>
                </a:cubicBezTo>
                <a:lnTo>
                  <a:pt x="8360" y="4955"/>
                </a:lnTo>
                <a:cubicBezTo>
                  <a:pt x="8420" y="4955"/>
                  <a:pt x="8481" y="4955"/>
                  <a:pt x="8542" y="4985"/>
                </a:cubicBezTo>
                <a:lnTo>
                  <a:pt x="8633" y="5046"/>
                </a:lnTo>
                <a:cubicBezTo>
                  <a:pt x="8755" y="4955"/>
                  <a:pt x="8876" y="4894"/>
                  <a:pt x="9028" y="4863"/>
                </a:cubicBezTo>
                <a:lnTo>
                  <a:pt x="9150" y="4833"/>
                </a:lnTo>
                <a:lnTo>
                  <a:pt x="9180" y="4833"/>
                </a:lnTo>
                <a:cubicBezTo>
                  <a:pt x="9241" y="4833"/>
                  <a:pt x="9241" y="4772"/>
                  <a:pt x="9241" y="4742"/>
                </a:cubicBezTo>
                <a:lnTo>
                  <a:pt x="9211" y="4712"/>
                </a:lnTo>
                <a:lnTo>
                  <a:pt x="9180" y="4681"/>
                </a:lnTo>
                <a:cubicBezTo>
                  <a:pt x="9089" y="4681"/>
                  <a:pt x="9150" y="4620"/>
                  <a:pt x="9211" y="4590"/>
                </a:cubicBezTo>
                <a:cubicBezTo>
                  <a:pt x="9241" y="4590"/>
                  <a:pt x="9150" y="4529"/>
                  <a:pt x="9119" y="4529"/>
                </a:cubicBezTo>
                <a:cubicBezTo>
                  <a:pt x="9059" y="4499"/>
                  <a:pt x="9119" y="4438"/>
                  <a:pt x="9211" y="4377"/>
                </a:cubicBezTo>
                <a:lnTo>
                  <a:pt x="9271" y="4377"/>
                </a:lnTo>
                <a:cubicBezTo>
                  <a:pt x="9363" y="4408"/>
                  <a:pt x="9423" y="4468"/>
                  <a:pt x="9454" y="4529"/>
                </a:cubicBezTo>
                <a:lnTo>
                  <a:pt x="9515" y="4651"/>
                </a:lnTo>
                <a:cubicBezTo>
                  <a:pt x="9553" y="4766"/>
                  <a:pt x="9616" y="4809"/>
                  <a:pt x="9672" y="4809"/>
                </a:cubicBezTo>
                <a:cubicBezTo>
                  <a:pt x="9705" y="4809"/>
                  <a:pt x="9735" y="4795"/>
                  <a:pt x="9758" y="4772"/>
                </a:cubicBezTo>
                <a:cubicBezTo>
                  <a:pt x="9764" y="4759"/>
                  <a:pt x="9772" y="4753"/>
                  <a:pt x="9780" y="4753"/>
                </a:cubicBezTo>
                <a:cubicBezTo>
                  <a:pt x="9811" y="4753"/>
                  <a:pt x="9849" y="4835"/>
                  <a:pt x="9849" y="4955"/>
                </a:cubicBezTo>
                <a:lnTo>
                  <a:pt x="9697" y="5046"/>
                </a:lnTo>
                <a:cubicBezTo>
                  <a:pt x="9545" y="5107"/>
                  <a:pt x="9332" y="5137"/>
                  <a:pt x="9241" y="5319"/>
                </a:cubicBezTo>
                <a:cubicBezTo>
                  <a:pt x="9220" y="5341"/>
                  <a:pt x="9183" y="5362"/>
                  <a:pt x="9152" y="5362"/>
                </a:cubicBezTo>
                <a:cubicBezTo>
                  <a:pt x="9140" y="5362"/>
                  <a:pt x="9128" y="5359"/>
                  <a:pt x="9119" y="5350"/>
                </a:cubicBezTo>
                <a:cubicBezTo>
                  <a:pt x="9028" y="5319"/>
                  <a:pt x="8876" y="5259"/>
                  <a:pt x="8846" y="5198"/>
                </a:cubicBezTo>
                <a:cubicBezTo>
                  <a:pt x="8826" y="5117"/>
                  <a:pt x="8778" y="5103"/>
                  <a:pt x="8722" y="5103"/>
                </a:cubicBezTo>
                <a:cubicBezTo>
                  <a:pt x="8694" y="5103"/>
                  <a:pt x="8663" y="5107"/>
                  <a:pt x="8633" y="5107"/>
                </a:cubicBezTo>
                <a:cubicBezTo>
                  <a:pt x="8512" y="5137"/>
                  <a:pt x="8360" y="5198"/>
                  <a:pt x="8238" y="5228"/>
                </a:cubicBezTo>
                <a:cubicBezTo>
                  <a:pt x="8178" y="5264"/>
                  <a:pt x="8137" y="5281"/>
                  <a:pt x="8107" y="5281"/>
                </a:cubicBezTo>
                <a:cubicBezTo>
                  <a:pt x="8062" y="5281"/>
                  <a:pt x="8044" y="5241"/>
                  <a:pt x="8025" y="5167"/>
                </a:cubicBezTo>
                <a:lnTo>
                  <a:pt x="8025" y="5076"/>
                </a:lnTo>
                <a:cubicBezTo>
                  <a:pt x="7904" y="5137"/>
                  <a:pt x="7660" y="5441"/>
                  <a:pt x="7569" y="5502"/>
                </a:cubicBezTo>
                <a:cubicBezTo>
                  <a:pt x="7537" y="5523"/>
                  <a:pt x="7501" y="5533"/>
                  <a:pt x="7466" y="5533"/>
                </a:cubicBezTo>
                <a:cubicBezTo>
                  <a:pt x="7403" y="5533"/>
                  <a:pt x="7346" y="5500"/>
                  <a:pt x="7326" y="5441"/>
                </a:cubicBezTo>
                <a:cubicBezTo>
                  <a:pt x="7311" y="5411"/>
                  <a:pt x="7288" y="5395"/>
                  <a:pt x="7261" y="5395"/>
                </a:cubicBezTo>
                <a:cubicBezTo>
                  <a:pt x="7235" y="5395"/>
                  <a:pt x="7204" y="5411"/>
                  <a:pt x="7174" y="5441"/>
                </a:cubicBezTo>
                <a:lnTo>
                  <a:pt x="7113" y="5502"/>
                </a:lnTo>
                <a:cubicBezTo>
                  <a:pt x="7053" y="5532"/>
                  <a:pt x="6992" y="5623"/>
                  <a:pt x="6992" y="5654"/>
                </a:cubicBezTo>
                <a:lnTo>
                  <a:pt x="7053" y="5715"/>
                </a:lnTo>
                <a:cubicBezTo>
                  <a:pt x="7083" y="5806"/>
                  <a:pt x="7144" y="5867"/>
                  <a:pt x="7174" y="5867"/>
                </a:cubicBezTo>
                <a:lnTo>
                  <a:pt x="7174" y="5927"/>
                </a:lnTo>
                <a:cubicBezTo>
                  <a:pt x="7193" y="5965"/>
                  <a:pt x="7235" y="5991"/>
                  <a:pt x="7286" y="5991"/>
                </a:cubicBezTo>
                <a:cubicBezTo>
                  <a:pt x="7317" y="5991"/>
                  <a:pt x="7352" y="5981"/>
                  <a:pt x="7387" y="5958"/>
                </a:cubicBezTo>
                <a:lnTo>
                  <a:pt x="7387" y="6079"/>
                </a:lnTo>
                <a:lnTo>
                  <a:pt x="7387" y="6231"/>
                </a:lnTo>
                <a:cubicBezTo>
                  <a:pt x="7539" y="6353"/>
                  <a:pt x="7569" y="6474"/>
                  <a:pt x="7448" y="6474"/>
                </a:cubicBezTo>
                <a:lnTo>
                  <a:pt x="7356" y="6444"/>
                </a:lnTo>
                <a:cubicBezTo>
                  <a:pt x="7306" y="6411"/>
                  <a:pt x="7266" y="6387"/>
                  <a:pt x="7229" y="6387"/>
                </a:cubicBezTo>
                <a:cubicBezTo>
                  <a:pt x="7199" y="6387"/>
                  <a:pt x="7171" y="6403"/>
                  <a:pt x="7144" y="6444"/>
                </a:cubicBezTo>
                <a:cubicBezTo>
                  <a:pt x="7083" y="6535"/>
                  <a:pt x="6961" y="6505"/>
                  <a:pt x="6870" y="6535"/>
                </a:cubicBezTo>
                <a:cubicBezTo>
                  <a:pt x="6809" y="6566"/>
                  <a:pt x="6718" y="6596"/>
                  <a:pt x="6688" y="6657"/>
                </a:cubicBezTo>
                <a:lnTo>
                  <a:pt x="6688" y="6687"/>
                </a:lnTo>
                <a:lnTo>
                  <a:pt x="6688" y="6718"/>
                </a:lnTo>
                <a:cubicBezTo>
                  <a:pt x="6597" y="6809"/>
                  <a:pt x="6505" y="6900"/>
                  <a:pt x="6414" y="6991"/>
                </a:cubicBezTo>
                <a:cubicBezTo>
                  <a:pt x="6323" y="7052"/>
                  <a:pt x="6445" y="7113"/>
                  <a:pt x="6475" y="7113"/>
                </a:cubicBezTo>
                <a:cubicBezTo>
                  <a:pt x="6505" y="7113"/>
                  <a:pt x="6779" y="7265"/>
                  <a:pt x="6749" y="7295"/>
                </a:cubicBezTo>
                <a:cubicBezTo>
                  <a:pt x="6657" y="7356"/>
                  <a:pt x="6597" y="7447"/>
                  <a:pt x="6566" y="7508"/>
                </a:cubicBezTo>
                <a:lnTo>
                  <a:pt x="6566" y="7599"/>
                </a:lnTo>
                <a:lnTo>
                  <a:pt x="6566" y="7690"/>
                </a:lnTo>
                <a:cubicBezTo>
                  <a:pt x="6505" y="7781"/>
                  <a:pt x="6384" y="7842"/>
                  <a:pt x="6262" y="7842"/>
                </a:cubicBezTo>
                <a:lnTo>
                  <a:pt x="6201" y="7842"/>
                </a:lnTo>
                <a:cubicBezTo>
                  <a:pt x="6171" y="7812"/>
                  <a:pt x="6384" y="7417"/>
                  <a:pt x="6293" y="7356"/>
                </a:cubicBezTo>
                <a:cubicBezTo>
                  <a:pt x="6171" y="7265"/>
                  <a:pt x="6080" y="7234"/>
                  <a:pt x="6080" y="7234"/>
                </a:cubicBezTo>
                <a:lnTo>
                  <a:pt x="5989" y="7265"/>
                </a:lnTo>
                <a:lnTo>
                  <a:pt x="5958" y="7265"/>
                </a:lnTo>
                <a:cubicBezTo>
                  <a:pt x="5837" y="7234"/>
                  <a:pt x="5533" y="7113"/>
                  <a:pt x="5472" y="7052"/>
                </a:cubicBezTo>
                <a:cubicBezTo>
                  <a:pt x="5466" y="7049"/>
                  <a:pt x="5459" y="7047"/>
                  <a:pt x="5453" y="7047"/>
                </a:cubicBezTo>
                <a:cubicBezTo>
                  <a:pt x="5400" y="7047"/>
                  <a:pt x="5357" y="7159"/>
                  <a:pt x="5411" y="7295"/>
                </a:cubicBezTo>
                <a:lnTo>
                  <a:pt x="5350" y="7386"/>
                </a:lnTo>
                <a:lnTo>
                  <a:pt x="5290" y="7478"/>
                </a:lnTo>
                <a:cubicBezTo>
                  <a:pt x="5264" y="7486"/>
                  <a:pt x="5239" y="7490"/>
                  <a:pt x="5216" y="7490"/>
                </a:cubicBezTo>
                <a:cubicBezTo>
                  <a:pt x="5078" y="7490"/>
                  <a:pt x="5003" y="7352"/>
                  <a:pt x="5107" y="7326"/>
                </a:cubicBezTo>
                <a:cubicBezTo>
                  <a:pt x="5198" y="7326"/>
                  <a:pt x="5229" y="7265"/>
                  <a:pt x="5138" y="7204"/>
                </a:cubicBezTo>
                <a:lnTo>
                  <a:pt x="5138" y="7204"/>
                </a:lnTo>
                <a:lnTo>
                  <a:pt x="5046" y="7234"/>
                </a:lnTo>
                <a:lnTo>
                  <a:pt x="4864" y="7265"/>
                </a:lnTo>
                <a:lnTo>
                  <a:pt x="4378" y="7022"/>
                </a:lnTo>
                <a:lnTo>
                  <a:pt x="4317" y="7022"/>
                </a:lnTo>
                <a:cubicBezTo>
                  <a:pt x="4286" y="7022"/>
                  <a:pt x="4256" y="7052"/>
                  <a:pt x="4256" y="7082"/>
                </a:cubicBezTo>
                <a:lnTo>
                  <a:pt x="4256" y="7174"/>
                </a:lnTo>
                <a:cubicBezTo>
                  <a:pt x="4256" y="7234"/>
                  <a:pt x="3983" y="7386"/>
                  <a:pt x="3922" y="7386"/>
                </a:cubicBezTo>
                <a:cubicBezTo>
                  <a:pt x="3912" y="7390"/>
                  <a:pt x="3903" y="7391"/>
                  <a:pt x="3894" y="7391"/>
                </a:cubicBezTo>
                <a:cubicBezTo>
                  <a:pt x="3825" y="7391"/>
                  <a:pt x="3803" y="7289"/>
                  <a:pt x="3831" y="7234"/>
                </a:cubicBezTo>
                <a:cubicBezTo>
                  <a:pt x="3831" y="7220"/>
                  <a:pt x="3822" y="7214"/>
                  <a:pt x="3809" y="7214"/>
                </a:cubicBezTo>
                <a:cubicBezTo>
                  <a:pt x="3765" y="7214"/>
                  <a:pt x="3664" y="7279"/>
                  <a:pt x="3618" y="7326"/>
                </a:cubicBezTo>
                <a:cubicBezTo>
                  <a:pt x="3587" y="7356"/>
                  <a:pt x="3648" y="7538"/>
                  <a:pt x="3679" y="7599"/>
                </a:cubicBezTo>
                <a:cubicBezTo>
                  <a:pt x="3709" y="7660"/>
                  <a:pt x="3739" y="7721"/>
                  <a:pt x="3739" y="7781"/>
                </a:cubicBezTo>
                <a:lnTo>
                  <a:pt x="3739" y="7812"/>
                </a:lnTo>
                <a:cubicBezTo>
                  <a:pt x="3674" y="7877"/>
                  <a:pt x="3592" y="7907"/>
                  <a:pt x="3506" y="7907"/>
                </a:cubicBezTo>
                <a:cubicBezTo>
                  <a:pt x="3431" y="7907"/>
                  <a:pt x="3354" y="7885"/>
                  <a:pt x="3283" y="7842"/>
                </a:cubicBezTo>
                <a:lnTo>
                  <a:pt x="3253" y="7781"/>
                </a:lnTo>
                <a:cubicBezTo>
                  <a:pt x="3247" y="7770"/>
                  <a:pt x="3237" y="7765"/>
                  <a:pt x="3225" y="7765"/>
                </a:cubicBezTo>
                <a:cubicBezTo>
                  <a:pt x="3170" y="7765"/>
                  <a:pt x="3065" y="7859"/>
                  <a:pt x="3040" y="7933"/>
                </a:cubicBezTo>
                <a:cubicBezTo>
                  <a:pt x="3034" y="7940"/>
                  <a:pt x="3027" y="7943"/>
                  <a:pt x="3021" y="7943"/>
                </a:cubicBezTo>
                <a:cubicBezTo>
                  <a:pt x="2973" y="7943"/>
                  <a:pt x="2949" y="7741"/>
                  <a:pt x="2949" y="7660"/>
                </a:cubicBezTo>
                <a:cubicBezTo>
                  <a:pt x="2949" y="7599"/>
                  <a:pt x="3101" y="7508"/>
                  <a:pt x="3162" y="7478"/>
                </a:cubicBezTo>
                <a:cubicBezTo>
                  <a:pt x="3192" y="7478"/>
                  <a:pt x="3101" y="7447"/>
                  <a:pt x="2949" y="7417"/>
                </a:cubicBezTo>
                <a:lnTo>
                  <a:pt x="2797" y="7417"/>
                </a:lnTo>
                <a:lnTo>
                  <a:pt x="2645" y="7599"/>
                </a:lnTo>
                <a:lnTo>
                  <a:pt x="2584" y="7569"/>
                </a:lnTo>
                <a:lnTo>
                  <a:pt x="2493" y="7508"/>
                </a:lnTo>
                <a:cubicBezTo>
                  <a:pt x="2402" y="7417"/>
                  <a:pt x="2280" y="7356"/>
                  <a:pt x="2280" y="7356"/>
                </a:cubicBezTo>
                <a:cubicBezTo>
                  <a:pt x="2189" y="7447"/>
                  <a:pt x="2128" y="7569"/>
                  <a:pt x="2068" y="7660"/>
                </a:cubicBezTo>
                <a:lnTo>
                  <a:pt x="1976" y="7599"/>
                </a:lnTo>
                <a:lnTo>
                  <a:pt x="1764" y="7478"/>
                </a:lnTo>
                <a:cubicBezTo>
                  <a:pt x="1612" y="7569"/>
                  <a:pt x="1520" y="7721"/>
                  <a:pt x="1551" y="7903"/>
                </a:cubicBezTo>
                <a:cubicBezTo>
                  <a:pt x="1581" y="7964"/>
                  <a:pt x="1581" y="8055"/>
                  <a:pt x="1612" y="8146"/>
                </a:cubicBezTo>
                <a:cubicBezTo>
                  <a:pt x="1642" y="8177"/>
                  <a:pt x="1642" y="8207"/>
                  <a:pt x="1612" y="8207"/>
                </a:cubicBezTo>
                <a:cubicBezTo>
                  <a:pt x="1551" y="8177"/>
                  <a:pt x="1460" y="8146"/>
                  <a:pt x="1399" y="8085"/>
                </a:cubicBezTo>
                <a:cubicBezTo>
                  <a:pt x="1369" y="8025"/>
                  <a:pt x="1429" y="7842"/>
                  <a:pt x="1369" y="7781"/>
                </a:cubicBezTo>
                <a:lnTo>
                  <a:pt x="1095" y="7781"/>
                </a:lnTo>
                <a:cubicBezTo>
                  <a:pt x="1095" y="7812"/>
                  <a:pt x="1065" y="7903"/>
                  <a:pt x="1095" y="7994"/>
                </a:cubicBezTo>
                <a:lnTo>
                  <a:pt x="1034" y="8025"/>
                </a:lnTo>
                <a:cubicBezTo>
                  <a:pt x="973" y="8116"/>
                  <a:pt x="913" y="8207"/>
                  <a:pt x="730" y="8207"/>
                </a:cubicBezTo>
                <a:cubicBezTo>
                  <a:pt x="730" y="8237"/>
                  <a:pt x="791" y="8298"/>
                  <a:pt x="821" y="8298"/>
                </a:cubicBezTo>
                <a:cubicBezTo>
                  <a:pt x="848" y="8325"/>
                  <a:pt x="735" y="8491"/>
                  <a:pt x="645" y="8491"/>
                </a:cubicBezTo>
                <a:cubicBezTo>
                  <a:pt x="632" y="8491"/>
                  <a:pt x="620" y="8488"/>
                  <a:pt x="609" y="8481"/>
                </a:cubicBezTo>
                <a:cubicBezTo>
                  <a:pt x="600" y="8475"/>
                  <a:pt x="590" y="8472"/>
                  <a:pt x="580" y="8472"/>
                </a:cubicBezTo>
                <a:cubicBezTo>
                  <a:pt x="489" y="8472"/>
                  <a:pt x="365" y="8702"/>
                  <a:pt x="365" y="8785"/>
                </a:cubicBezTo>
                <a:cubicBezTo>
                  <a:pt x="388" y="8874"/>
                  <a:pt x="361" y="8930"/>
                  <a:pt x="321" y="8930"/>
                </a:cubicBezTo>
                <a:cubicBezTo>
                  <a:pt x="307" y="8930"/>
                  <a:pt x="291" y="8922"/>
                  <a:pt x="274" y="8906"/>
                </a:cubicBezTo>
                <a:lnTo>
                  <a:pt x="122" y="8906"/>
                </a:lnTo>
                <a:lnTo>
                  <a:pt x="92" y="8936"/>
                </a:lnTo>
                <a:cubicBezTo>
                  <a:pt x="92" y="8967"/>
                  <a:pt x="213" y="9088"/>
                  <a:pt x="244" y="9088"/>
                </a:cubicBezTo>
                <a:cubicBezTo>
                  <a:pt x="335" y="9088"/>
                  <a:pt x="426" y="9088"/>
                  <a:pt x="517" y="9058"/>
                </a:cubicBezTo>
                <a:cubicBezTo>
                  <a:pt x="546" y="9029"/>
                  <a:pt x="520" y="8752"/>
                  <a:pt x="596" y="8752"/>
                </a:cubicBezTo>
                <a:cubicBezTo>
                  <a:pt x="600" y="8752"/>
                  <a:pt x="604" y="8753"/>
                  <a:pt x="609" y="8754"/>
                </a:cubicBezTo>
                <a:cubicBezTo>
                  <a:pt x="730" y="8754"/>
                  <a:pt x="730" y="8845"/>
                  <a:pt x="730" y="8876"/>
                </a:cubicBezTo>
                <a:cubicBezTo>
                  <a:pt x="700" y="8906"/>
                  <a:pt x="852" y="8967"/>
                  <a:pt x="882" y="8997"/>
                </a:cubicBezTo>
                <a:cubicBezTo>
                  <a:pt x="943" y="8997"/>
                  <a:pt x="943" y="9119"/>
                  <a:pt x="943" y="9119"/>
                </a:cubicBezTo>
                <a:cubicBezTo>
                  <a:pt x="928" y="9134"/>
                  <a:pt x="928" y="9142"/>
                  <a:pt x="939" y="9142"/>
                </a:cubicBezTo>
                <a:cubicBezTo>
                  <a:pt x="951" y="9142"/>
                  <a:pt x="973" y="9134"/>
                  <a:pt x="1004" y="9119"/>
                </a:cubicBezTo>
                <a:lnTo>
                  <a:pt x="1065" y="9119"/>
                </a:lnTo>
                <a:lnTo>
                  <a:pt x="1186" y="9149"/>
                </a:lnTo>
                <a:cubicBezTo>
                  <a:pt x="1338" y="9210"/>
                  <a:pt x="1369" y="9301"/>
                  <a:pt x="1247" y="9362"/>
                </a:cubicBezTo>
                <a:lnTo>
                  <a:pt x="1217" y="9362"/>
                </a:lnTo>
                <a:cubicBezTo>
                  <a:pt x="1188" y="9343"/>
                  <a:pt x="1166" y="9336"/>
                  <a:pt x="1149" y="9336"/>
                </a:cubicBezTo>
                <a:cubicBezTo>
                  <a:pt x="1112" y="9336"/>
                  <a:pt x="1104" y="9371"/>
                  <a:pt x="1125" y="9392"/>
                </a:cubicBezTo>
                <a:cubicBezTo>
                  <a:pt x="1125" y="9453"/>
                  <a:pt x="1186" y="9514"/>
                  <a:pt x="1186" y="9514"/>
                </a:cubicBezTo>
                <a:lnTo>
                  <a:pt x="1125" y="9605"/>
                </a:lnTo>
                <a:cubicBezTo>
                  <a:pt x="1034" y="9544"/>
                  <a:pt x="943" y="9514"/>
                  <a:pt x="852" y="9484"/>
                </a:cubicBezTo>
                <a:lnTo>
                  <a:pt x="761" y="9544"/>
                </a:lnTo>
                <a:lnTo>
                  <a:pt x="669" y="9605"/>
                </a:lnTo>
                <a:cubicBezTo>
                  <a:pt x="548" y="9666"/>
                  <a:pt x="700" y="9727"/>
                  <a:pt x="761" y="9727"/>
                </a:cubicBezTo>
                <a:cubicBezTo>
                  <a:pt x="852" y="9757"/>
                  <a:pt x="791" y="9818"/>
                  <a:pt x="639" y="9879"/>
                </a:cubicBezTo>
                <a:lnTo>
                  <a:pt x="487" y="9879"/>
                </a:lnTo>
                <a:lnTo>
                  <a:pt x="122" y="9909"/>
                </a:lnTo>
                <a:cubicBezTo>
                  <a:pt x="61" y="10092"/>
                  <a:pt x="31" y="10244"/>
                  <a:pt x="1" y="10426"/>
                </a:cubicBezTo>
                <a:cubicBezTo>
                  <a:pt x="61" y="10456"/>
                  <a:pt x="153" y="10487"/>
                  <a:pt x="213" y="10487"/>
                </a:cubicBezTo>
                <a:lnTo>
                  <a:pt x="274" y="10517"/>
                </a:lnTo>
                <a:cubicBezTo>
                  <a:pt x="335" y="10578"/>
                  <a:pt x="396" y="10669"/>
                  <a:pt x="396" y="10730"/>
                </a:cubicBezTo>
                <a:cubicBezTo>
                  <a:pt x="396" y="10791"/>
                  <a:pt x="396" y="10851"/>
                  <a:pt x="396" y="10912"/>
                </a:cubicBezTo>
                <a:lnTo>
                  <a:pt x="396" y="10973"/>
                </a:lnTo>
                <a:cubicBezTo>
                  <a:pt x="373" y="11041"/>
                  <a:pt x="453" y="11076"/>
                  <a:pt x="520" y="11076"/>
                </a:cubicBezTo>
                <a:cubicBezTo>
                  <a:pt x="542" y="11076"/>
                  <a:pt x="563" y="11072"/>
                  <a:pt x="578" y="11064"/>
                </a:cubicBezTo>
                <a:cubicBezTo>
                  <a:pt x="609" y="11064"/>
                  <a:pt x="639" y="10973"/>
                  <a:pt x="609" y="10851"/>
                </a:cubicBezTo>
                <a:lnTo>
                  <a:pt x="639" y="10821"/>
                </a:lnTo>
                <a:lnTo>
                  <a:pt x="700" y="10791"/>
                </a:lnTo>
                <a:cubicBezTo>
                  <a:pt x="821" y="10882"/>
                  <a:pt x="913" y="10943"/>
                  <a:pt x="1034" y="11003"/>
                </a:cubicBezTo>
                <a:lnTo>
                  <a:pt x="1186" y="11003"/>
                </a:lnTo>
                <a:cubicBezTo>
                  <a:pt x="1186" y="11003"/>
                  <a:pt x="1125" y="11155"/>
                  <a:pt x="1095" y="11155"/>
                </a:cubicBezTo>
                <a:cubicBezTo>
                  <a:pt x="1065" y="11155"/>
                  <a:pt x="1186" y="11490"/>
                  <a:pt x="1065" y="11520"/>
                </a:cubicBezTo>
                <a:cubicBezTo>
                  <a:pt x="943" y="11581"/>
                  <a:pt x="913" y="11763"/>
                  <a:pt x="913" y="11824"/>
                </a:cubicBezTo>
                <a:cubicBezTo>
                  <a:pt x="913" y="11885"/>
                  <a:pt x="943" y="11915"/>
                  <a:pt x="973" y="11976"/>
                </a:cubicBezTo>
                <a:lnTo>
                  <a:pt x="1095" y="11976"/>
                </a:lnTo>
                <a:lnTo>
                  <a:pt x="1156" y="11854"/>
                </a:lnTo>
                <a:cubicBezTo>
                  <a:pt x="1176" y="11773"/>
                  <a:pt x="1250" y="11719"/>
                  <a:pt x="1325" y="11719"/>
                </a:cubicBezTo>
                <a:cubicBezTo>
                  <a:pt x="1362" y="11719"/>
                  <a:pt x="1399" y="11733"/>
                  <a:pt x="1429" y="11763"/>
                </a:cubicBezTo>
                <a:cubicBezTo>
                  <a:pt x="1452" y="11808"/>
                  <a:pt x="1490" y="11836"/>
                  <a:pt x="1533" y="11836"/>
                </a:cubicBezTo>
                <a:cubicBezTo>
                  <a:pt x="1549" y="11836"/>
                  <a:pt x="1565" y="11832"/>
                  <a:pt x="1581" y="11824"/>
                </a:cubicBezTo>
                <a:lnTo>
                  <a:pt x="1855" y="11824"/>
                </a:lnTo>
                <a:cubicBezTo>
                  <a:pt x="1855" y="11861"/>
                  <a:pt x="1866" y="11875"/>
                  <a:pt x="1882" y="11875"/>
                </a:cubicBezTo>
                <a:cubicBezTo>
                  <a:pt x="1920" y="11875"/>
                  <a:pt x="1986" y="11797"/>
                  <a:pt x="2007" y="11733"/>
                </a:cubicBezTo>
                <a:cubicBezTo>
                  <a:pt x="2037" y="11642"/>
                  <a:pt x="2098" y="11611"/>
                  <a:pt x="2189" y="11551"/>
                </a:cubicBezTo>
                <a:cubicBezTo>
                  <a:pt x="2280" y="11702"/>
                  <a:pt x="2372" y="11854"/>
                  <a:pt x="2463" y="12006"/>
                </a:cubicBezTo>
                <a:lnTo>
                  <a:pt x="2828" y="11824"/>
                </a:lnTo>
                <a:cubicBezTo>
                  <a:pt x="2888" y="11885"/>
                  <a:pt x="2888" y="11976"/>
                  <a:pt x="2888" y="12067"/>
                </a:cubicBezTo>
                <a:lnTo>
                  <a:pt x="2828" y="12128"/>
                </a:lnTo>
                <a:lnTo>
                  <a:pt x="2797" y="12158"/>
                </a:lnTo>
                <a:cubicBezTo>
                  <a:pt x="2706" y="12158"/>
                  <a:pt x="2615" y="12219"/>
                  <a:pt x="2584" y="12310"/>
                </a:cubicBezTo>
                <a:lnTo>
                  <a:pt x="2706" y="12280"/>
                </a:lnTo>
                <a:cubicBezTo>
                  <a:pt x="2761" y="12280"/>
                  <a:pt x="2826" y="12247"/>
                  <a:pt x="2850" y="12247"/>
                </a:cubicBezTo>
                <a:cubicBezTo>
                  <a:pt x="2866" y="12247"/>
                  <a:pt x="2864" y="12262"/>
                  <a:pt x="2828" y="12310"/>
                </a:cubicBezTo>
                <a:cubicBezTo>
                  <a:pt x="2767" y="12462"/>
                  <a:pt x="2797" y="12523"/>
                  <a:pt x="2919" y="12554"/>
                </a:cubicBezTo>
                <a:lnTo>
                  <a:pt x="3101" y="12614"/>
                </a:lnTo>
                <a:cubicBezTo>
                  <a:pt x="3101" y="12569"/>
                  <a:pt x="3131" y="12554"/>
                  <a:pt x="3169" y="12554"/>
                </a:cubicBezTo>
                <a:cubicBezTo>
                  <a:pt x="3207" y="12554"/>
                  <a:pt x="3253" y="12569"/>
                  <a:pt x="3283" y="12584"/>
                </a:cubicBezTo>
                <a:cubicBezTo>
                  <a:pt x="3314" y="12599"/>
                  <a:pt x="3435" y="12614"/>
                  <a:pt x="3557" y="12614"/>
                </a:cubicBezTo>
                <a:cubicBezTo>
                  <a:pt x="3679" y="12614"/>
                  <a:pt x="3800" y="12599"/>
                  <a:pt x="3831" y="12554"/>
                </a:cubicBezTo>
                <a:cubicBezTo>
                  <a:pt x="3867" y="12499"/>
                  <a:pt x="3914" y="12488"/>
                  <a:pt x="3947" y="12488"/>
                </a:cubicBezTo>
                <a:cubicBezTo>
                  <a:pt x="3968" y="12488"/>
                  <a:pt x="3983" y="12493"/>
                  <a:pt x="3983" y="12493"/>
                </a:cubicBezTo>
                <a:cubicBezTo>
                  <a:pt x="3987" y="12497"/>
                  <a:pt x="3993" y="12499"/>
                  <a:pt x="4000" y="12499"/>
                </a:cubicBezTo>
                <a:cubicBezTo>
                  <a:pt x="4046" y="12499"/>
                  <a:pt x="4143" y="12428"/>
                  <a:pt x="4195" y="12402"/>
                </a:cubicBezTo>
                <a:cubicBezTo>
                  <a:pt x="4226" y="12341"/>
                  <a:pt x="4438" y="12158"/>
                  <a:pt x="4408" y="12098"/>
                </a:cubicBezTo>
                <a:cubicBezTo>
                  <a:pt x="4408" y="12037"/>
                  <a:pt x="4682" y="12006"/>
                  <a:pt x="4803" y="12006"/>
                </a:cubicBezTo>
                <a:cubicBezTo>
                  <a:pt x="4925" y="12006"/>
                  <a:pt x="4955" y="12158"/>
                  <a:pt x="4925" y="12189"/>
                </a:cubicBezTo>
                <a:cubicBezTo>
                  <a:pt x="4894" y="12250"/>
                  <a:pt x="4925" y="12310"/>
                  <a:pt x="4925" y="12310"/>
                </a:cubicBezTo>
                <a:cubicBezTo>
                  <a:pt x="4986" y="12250"/>
                  <a:pt x="5046" y="12219"/>
                  <a:pt x="5077" y="12158"/>
                </a:cubicBezTo>
                <a:cubicBezTo>
                  <a:pt x="5090" y="12145"/>
                  <a:pt x="5103" y="12139"/>
                  <a:pt x="5115" y="12139"/>
                </a:cubicBezTo>
                <a:cubicBezTo>
                  <a:pt x="5161" y="12139"/>
                  <a:pt x="5198" y="12221"/>
                  <a:pt x="5198" y="12341"/>
                </a:cubicBezTo>
                <a:lnTo>
                  <a:pt x="5107" y="12462"/>
                </a:lnTo>
                <a:cubicBezTo>
                  <a:pt x="5077" y="12493"/>
                  <a:pt x="5107" y="12554"/>
                  <a:pt x="5138" y="12554"/>
                </a:cubicBezTo>
                <a:cubicBezTo>
                  <a:pt x="5158" y="12564"/>
                  <a:pt x="5175" y="12567"/>
                  <a:pt x="5189" y="12567"/>
                </a:cubicBezTo>
                <a:cubicBezTo>
                  <a:pt x="5219" y="12567"/>
                  <a:pt x="5239" y="12554"/>
                  <a:pt x="5259" y="12554"/>
                </a:cubicBezTo>
                <a:lnTo>
                  <a:pt x="5320" y="12462"/>
                </a:lnTo>
                <a:cubicBezTo>
                  <a:pt x="5369" y="12397"/>
                  <a:pt x="5409" y="12367"/>
                  <a:pt x="5436" y="12367"/>
                </a:cubicBezTo>
                <a:cubicBezTo>
                  <a:pt x="5459" y="12367"/>
                  <a:pt x="5472" y="12390"/>
                  <a:pt x="5472" y="12432"/>
                </a:cubicBezTo>
                <a:lnTo>
                  <a:pt x="5502" y="12432"/>
                </a:lnTo>
                <a:cubicBezTo>
                  <a:pt x="5624" y="12462"/>
                  <a:pt x="5715" y="12462"/>
                  <a:pt x="5837" y="12493"/>
                </a:cubicBezTo>
                <a:cubicBezTo>
                  <a:pt x="5949" y="12493"/>
                  <a:pt x="5880" y="12648"/>
                  <a:pt x="6012" y="12648"/>
                </a:cubicBezTo>
                <a:cubicBezTo>
                  <a:pt x="6023" y="12648"/>
                  <a:pt x="6035" y="12647"/>
                  <a:pt x="6049" y="12645"/>
                </a:cubicBezTo>
                <a:lnTo>
                  <a:pt x="6262" y="12614"/>
                </a:lnTo>
                <a:cubicBezTo>
                  <a:pt x="6536" y="12614"/>
                  <a:pt x="6718" y="12432"/>
                  <a:pt x="6718" y="12341"/>
                </a:cubicBezTo>
                <a:cubicBezTo>
                  <a:pt x="6688" y="12280"/>
                  <a:pt x="6840" y="12189"/>
                  <a:pt x="7022" y="12189"/>
                </a:cubicBezTo>
                <a:lnTo>
                  <a:pt x="7113" y="12280"/>
                </a:lnTo>
                <a:lnTo>
                  <a:pt x="7296" y="12402"/>
                </a:lnTo>
                <a:cubicBezTo>
                  <a:pt x="7539" y="12462"/>
                  <a:pt x="7843" y="12493"/>
                  <a:pt x="7964" y="12523"/>
                </a:cubicBezTo>
                <a:lnTo>
                  <a:pt x="8025" y="12584"/>
                </a:lnTo>
                <a:cubicBezTo>
                  <a:pt x="8051" y="12610"/>
                  <a:pt x="8074" y="12619"/>
                  <a:pt x="8097" y="12619"/>
                </a:cubicBezTo>
                <a:cubicBezTo>
                  <a:pt x="8144" y="12619"/>
                  <a:pt x="8187" y="12579"/>
                  <a:pt x="8238" y="12579"/>
                </a:cubicBezTo>
                <a:cubicBezTo>
                  <a:pt x="8248" y="12579"/>
                  <a:pt x="8258" y="12580"/>
                  <a:pt x="8268" y="12584"/>
                </a:cubicBezTo>
                <a:lnTo>
                  <a:pt x="8542" y="12736"/>
                </a:lnTo>
                <a:lnTo>
                  <a:pt x="8633" y="12736"/>
                </a:lnTo>
                <a:cubicBezTo>
                  <a:pt x="8724" y="12645"/>
                  <a:pt x="8876" y="12675"/>
                  <a:pt x="8937" y="12645"/>
                </a:cubicBezTo>
                <a:lnTo>
                  <a:pt x="9028" y="12584"/>
                </a:lnTo>
                <a:cubicBezTo>
                  <a:pt x="9103" y="12509"/>
                  <a:pt x="9178" y="12454"/>
                  <a:pt x="9203" y="12454"/>
                </a:cubicBezTo>
                <a:cubicBezTo>
                  <a:pt x="9208" y="12454"/>
                  <a:pt x="9211" y="12457"/>
                  <a:pt x="9211" y="12462"/>
                </a:cubicBezTo>
                <a:cubicBezTo>
                  <a:pt x="9241" y="12462"/>
                  <a:pt x="9302" y="12554"/>
                  <a:pt x="9393" y="12645"/>
                </a:cubicBezTo>
                <a:lnTo>
                  <a:pt x="9636" y="12584"/>
                </a:lnTo>
                <a:lnTo>
                  <a:pt x="9697" y="12584"/>
                </a:lnTo>
                <a:cubicBezTo>
                  <a:pt x="9788" y="12614"/>
                  <a:pt x="9879" y="12675"/>
                  <a:pt x="9940" y="12736"/>
                </a:cubicBezTo>
                <a:lnTo>
                  <a:pt x="10031" y="12797"/>
                </a:lnTo>
                <a:lnTo>
                  <a:pt x="10214" y="12949"/>
                </a:lnTo>
                <a:cubicBezTo>
                  <a:pt x="10335" y="12858"/>
                  <a:pt x="10457" y="12766"/>
                  <a:pt x="10548" y="12675"/>
                </a:cubicBezTo>
                <a:lnTo>
                  <a:pt x="10730" y="12675"/>
                </a:lnTo>
                <a:cubicBezTo>
                  <a:pt x="10852" y="12645"/>
                  <a:pt x="10913" y="12523"/>
                  <a:pt x="11004" y="12432"/>
                </a:cubicBezTo>
                <a:cubicBezTo>
                  <a:pt x="11065" y="12432"/>
                  <a:pt x="11065" y="12706"/>
                  <a:pt x="11034" y="12797"/>
                </a:cubicBezTo>
                <a:cubicBezTo>
                  <a:pt x="11009" y="12872"/>
                  <a:pt x="11108" y="12926"/>
                  <a:pt x="11177" y="12926"/>
                </a:cubicBezTo>
                <a:cubicBezTo>
                  <a:pt x="11192" y="12926"/>
                  <a:pt x="11206" y="12924"/>
                  <a:pt x="11217" y="12918"/>
                </a:cubicBezTo>
                <a:cubicBezTo>
                  <a:pt x="11265" y="12918"/>
                  <a:pt x="11450" y="12841"/>
                  <a:pt x="11553" y="12841"/>
                </a:cubicBezTo>
                <a:cubicBezTo>
                  <a:pt x="11579" y="12841"/>
                  <a:pt x="11600" y="12845"/>
                  <a:pt x="11612" y="12858"/>
                </a:cubicBezTo>
                <a:cubicBezTo>
                  <a:pt x="11703" y="12949"/>
                  <a:pt x="11764" y="13010"/>
                  <a:pt x="11855" y="13101"/>
                </a:cubicBezTo>
                <a:lnTo>
                  <a:pt x="11977" y="13101"/>
                </a:lnTo>
                <a:cubicBezTo>
                  <a:pt x="12068" y="13101"/>
                  <a:pt x="12159" y="13192"/>
                  <a:pt x="12250" y="13192"/>
                </a:cubicBezTo>
                <a:lnTo>
                  <a:pt x="12372" y="13192"/>
                </a:lnTo>
                <a:cubicBezTo>
                  <a:pt x="12463" y="13192"/>
                  <a:pt x="12585" y="13192"/>
                  <a:pt x="12676" y="13222"/>
                </a:cubicBezTo>
                <a:cubicBezTo>
                  <a:pt x="12706" y="13253"/>
                  <a:pt x="12706" y="13283"/>
                  <a:pt x="12676" y="13283"/>
                </a:cubicBezTo>
                <a:cubicBezTo>
                  <a:pt x="12645" y="13313"/>
                  <a:pt x="12585" y="13344"/>
                  <a:pt x="12554" y="13344"/>
                </a:cubicBezTo>
                <a:cubicBezTo>
                  <a:pt x="12519" y="13334"/>
                  <a:pt x="12481" y="13330"/>
                  <a:pt x="12441" y="13330"/>
                </a:cubicBezTo>
                <a:cubicBezTo>
                  <a:pt x="12363" y="13330"/>
                  <a:pt x="12279" y="13344"/>
                  <a:pt x="12201" y="13344"/>
                </a:cubicBezTo>
                <a:cubicBezTo>
                  <a:pt x="12083" y="13344"/>
                  <a:pt x="11977" y="13313"/>
                  <a:pt x="11916" y="13161"/>
                </a:cubicBezTo>
                <a:cubicBezTo>
                  <a:pt x="11855" y="13161"/>
                  <a:pt x="11825" y="13161"/>
                  <a:pt x="11794" y="13192"/>
                </a:cubicBezTo>
                <a:lnTo>
                  <a:pt x="11703" y="13253"/>
                </a:lnTo>
                <a:cubicBezTo>
                  <a:pt x="11664" y="13312"/>
                  <a:pt x="11612" y="13345"/>
                  <a:pt x="11555" y="13345"/>
                </a:cubicBezTo>
                <a:cubicBezTo>
                  <a:pt x="11524" y="13345"/>
                  <a:pt x="11492" y="13335"/>
                  <a:pt x="11460" y="13313"/>
                </a:cubicBezTo>
                <a:cubicBezTo>
                  <a:pt x="11456" y="13306"/>
                  <a:pt x="11451" y="13303"/>
                  <a:pt x="11445" y="13303"/>
                </a:cubicBezTo>
                <a:cubicBezTo>
                  <a:pt x="11401" y="13303"/>
                  <a:pt x="11304" y="13477"/>
                  <a:pt x="11278" y="13557"/>
                </a:cubicBezTo>
                <a:cubicBezTo>
                  <a:pt x="11256" y="13589"/>
                  <a:pt x="11188" y="13598"/>
                  <a:pt x="11103" y="13598"/>
                </a:cubicBezTo>
                <a:cubicBezTo>
                  <a:pt x="10986" y="13598"/>
                  <a:pt x="10836" y="13581"/>
                  <a:pt x="10727" y="13581"/>
                </a:cubicBezTo>
                <a:cubicBezTo>
                  <a:pt x="10693" y="13581"/>
                  <a:pt x="10663" y="13582"/>
                  <a:pt x="10639" y="13587"/>
                </a:cubicBezTo>
                <a:cubicBezTo>
                  <a:pt x="10487" y="13648"/>
                  <a:pt x="10335" y="13739"/>
                  <a:pt x="10214" y="13830"/>
                </a:cubicBezTo>
                <a:lnTo>
                  <a:pt x="10244" y="13921"/>
                </a:lnTo>
                <a:lnTo>
                  <a:pt x="10274" y="13952"/>
                </a:lnTo>
                <a:cubicBezTo>
                  <a:pt x="10139" y="14064"/>
                  <a:pt x="9970" y="14127"/>
                  <a:pt x="9806" y="14127"/>
                </a:cubicBezTo>
                <a:cubicBezTo>
                  <a:pt x="9748" y="14127"/>
                  <a:pt x="9691" y="14119"/>
                  <a:pt x="9636" y="14104"/>
                </a:cubicBezTo>
                <a:cubicBezTo>
                  <a:pt x="9454" y="14013"/>
                  <a:pt x="9393" y="13891"/>
                  <a:pt x="9423" y="13861"/>
                </a:cubicBezTo>
                <a:cubicBezTo>
                  <a:pt x="9484" y="13800"/>
                  <a:pt x="9211" y="13648"/>
                  <a:pt x="9089" y="13617"/>
                </a:cubicBezTo>
                <a:cubicBezTo>
                  <a:pt x="8967" y="13617"/>
                  <a:pt x="8876" y="13678"/>
                  <a:pt x="8876" y="13769"/>
                </a:cubicBezTo>
                <a:lnTo>
                  <a:pt x="9119" y="13769"/>
                </a:lnTo>
                <a:cubicBezTo>
                  <a:pt x="9150" y="13769"/>
                  <a:pt x="9180" y="13769"/>
                  <a:pt x="9180" y="13800"/>
                </a:cubicBezTo>
                <a:lnTo>
                  <a:pt x="9180" y="13891"/>
                </a:lnTo>
                <a:lnTo>
                  <a:pt x="9028" y="13982"/>
                </a:lnTo>
                <a:cubicBezTo>
                  <a:pt x="8904" y="14032"/>
                  <a:pt x="8760" y="14081"/>
                  <a:pt x="8595" y="14081"/>
                </a:cubicBezTo>
                <a:cubicBezTo>
                  <a:pt x="8558" y="14081"/>
                  <a:pt x="8520" y="14079"/>
                  <a:pt x="8481" y="14073"/>
                </a:cubicBezTo>
                <a:cubicBezTo>
                  <a:pt x="8420" y="14043"/>
                  <a:pt x="8512" y="13739"/>
                  <a:pt x="8451" y="13709"/>
                </a:cubicBezTo>
                <a:cubicBezTo>
                  <a:pt x="8420" y="13693"/>
                  <a:pt x="8390" y="13686"/>
                  <a:pt x="8363" y="13686"/>
                </a:cubicBezTo>
                <a:cubicBezTo>
                  <a:pt x="8337" y="13686"/>
                  <a:pt x="8314" y="13693"/>
                  <a:pt x="8299" y="13709"/>
                </a:cubicBezTo>
                <a:cubicBezTo>
                  <a:pt x="8268" y="13709"/>
                  <a:pt x="8238" y="13921"/>
                  <a:pt x="8177" y="14165"/>
                </a:cubicBezTo>
                <a:lnTo>
                  <a:pt x="7843" y="14256"/>
                </a:lnTo>
                <a:lnTo>
                  <a:pt x="7752" y="14286"/>
                </a:lnTo>
                <a:cubicBezTo>
                  <a:pt x="7721" y="14301"/>
                  <a:pt x="7676" y="14309"/>
                  <a:pt x="7630" y="14309"/>
                </a:cubicBezTo>
                <a:cubicBezTo>
                  <a:pt x="7584" y="14309"/>
                  <a:pt x="7539" y="14301"/>
                  <a:pt x="7508" y="14286"/>
                </a:cubicBezTo>
                <a:cubicBezTo>
                  <a:pt x="7502" y="14280"/>
                  <a:pt x="7494" y="14278"/>
                  <a:pt x="7484" y="14278"/>
                </a:cubicBezTo>
                <a:cubicBezTo>
                  <a:pt x="7443" y="14278"/>
                  <a:pt x="7375" y="14317"/>
                  <a:pt x="7326" y="14317"/>
                </a:cubicBezTo>
                <a:cubicBezTo>
                  <a:pt x="7311" y="14332"/>
                  <a:pt x="7296" y="14339"/>
                  <a:pt x="7280" y="14339"/>
                </a:cubicBezTo>
                <a:cubicBezTo>
                  <a:pt x="7265" y="14339"/>
                  <a:pt x="7250" y="14332"/>
                  <a:pt x="7235" y="14317"/>
                </a:cubicBezTo>
                <a:cubicBezTo>
                  <a:pt x="7174" y="14225"/>
                  <a:pt x="7144" y="14104"/>
                  <a:pt x="7083" y="14013"/>
                </a:cubicBezTo>
                <a:lnTo>
                  <a:pt x="6870" y="13952"/>
                </a:lnTo>
                <a:lnTo>
                  <a:pt x="6840" y="13952"/>
                </a:lnTo>
                <a:cubicBezTo>
                  <a:pt x="6840" y="13861"/>
                  <a:pt x="6779" y="13861"/>
                  <a:pt x="6749" y="13861"/>
                </a:cubicBezTo>
                <a:cubicBezTo>
                  <a:pt x="6718" y="13952"/>
                  <a:pt x="6688" y="14043"/>
                  <a:pt x="6657" y="14134"/>
                </a:cubicBezTo>
                <a:lnTo>
                  <a:pt x="6353" y="13982"/>
                </a:lnTo>
                <a:cubicBezTo>
                  <a:pt x="6338" y="13967"/>
                  <a:pt x="6323" y="13959"/>
                  <a:pt x="6308" y="13959"/>
                </a:cubicBezTo>
                <a:cubicBezTo>
                  <a:pt x="6293" y="13959"/>
                  <a:pt x="6277" y="13967"/>
                  <a:pt x="6262" y="13982"/>
                </a:cubicBezTo>
                <a:cubicBezTo>
                  <a:pt x="6262" y="13982"/>
                  <a:pt x="6232" y="14043"/>
                  <a:pt x="6232" y="14043"/>
                </a:cubicBezTo>
                <a:lnTo>
                  <a:pt x="6445" y="14256"/>
                </a:lnTo>
                <a:cubicBezTo>
                  <a:pt x="6232" y="14286"/>
                  <a:pt x="6019" y="14347"/>
                  <a:pt x="5837" y="14408"/>
                </a:cubicBezTo>
                <a:lnTo>
                  <a:pt x="5745" y="14377"/>
                </a:lnTo>
                <a:lnTo>
                  <a:pt x="5685" y="14317"/>
                </a:lnTo>
                <a:cubicBezTo>
                  <a:pt x="5660" y="14216"/>
                  <a:pt x="5572" y="14157"/>
                  <a:pt x="5473" y="14157"/>
                </a:cubicBezTo>
                <a:cubicBezTo>
                  <a:pt x="5453" y="14157"/>
                  <a:pt x="5432" y="14159"/>
                  <a:pt x="5411" y="14165"/>
                </a:cubicBezTo>
                <a:lnTo>
                  <a:pt x="5320" y="14165"/>
                </a:lnTo>
                <a:cubicBezTo>
                  <a:pt x="5320" y="14195"/>
                  <a:pt x="5350" y="14225"/>
                  <a:pt x="5442" y="14225"/>
                </a:cubicBezTo>
                <a:lnTo>
                  <a:pt x="5594" y="14225"/>
                </a:lnTo>
                <a:cubicBezTo>
                  <a:pt x="5594" y="14286"/>
                  <a:pt x="5594" y="14317"/>
                  <a:pt x="5594" y="14347"/>
                </a:cubicBezTo>
                <a:lnTo>
                  <a:pt x="5381" y="14347"/>
                </a:lnTo>
                <a:cubicBezTo>
                  <a:pt x="5350" y="14357"/>
                  <a:pt x="5318" y="14361"/>
                  <a:pt x="5285" y="14361"/>
                </a:cubicBezTo>
                <a:cubicBezTo>
                  <a:pt x="5122" y="14361"/>
                  <a:pt x="4940" y="14256"/>
                  <a:pt x="4864" y="14256"/>
                </a:cubicBezTo>
                <a:cubicBezTo>
                  <a:pt x="4773" y="14256"/>
                  <a:pt x="4651" y="14225"/>
                  <a:pt x="4560" y="14225"/>
                </a:cubicBezTo>
                <a:cubicBezTo>
                  <a:pt x="4549" y="14220"/>
                  <a:pt x="4539" y="14217"/>
                  <a:pt x="4530" y="14217"/>
                </a:cubicBezTo>
                <a:cubicBezTo>
                  <a:pt x="4492" y="14217"/>
                  <a:pt x="4486" y="14267"/>
                  <a:pt x="4560" y="14317"/>
                </a:cubicBezTo>
                <a:lnTo>
                  <a:pt x="4590" y="14317"/>
                </a:lnTo>
                <a:cubicBezTo>
                  <a:pt x="4773" y="14408"/>
                  <a:pt x="4590" y="14438"/>
                  <a:pt x="4590" y="14529"/>
                </a:cubicBezTo>
                <a:cubicBezTo>
                  <a:pt x="4590" y="14610"/>
                  <a:pt x="4536" y="14637"/>
                  <a:pt x="4482" y="14637"/>
                </a:cubicBezTo>
                <a:cubicBezTo>
                  <a:pt x="4455" y="14637"/>
                  <a:pt x="4428" y="14631"/>
                  <a:pt x="4408" y="14620"/>
                </a:cubicBezTo>
                <a:lnTo>
                  <a:pt x="4195" y="14529"/>
                </a:lnTo>
                <a:cubicBezTo>
                  <a:pt x="3952" y="14620"/>
                  <a:pt x="3557" y="14560"/>
                  <a:pt x="3496" y="14620"/>
                </a:cubicBezTo>
                <a:cubicBezTo>
                  <a:pt x="3405" y="14681"/>
                  <a:pt x="3283" y="14742"/>
                  <a:pt x="3192" y="14772"/>
                </a:cubicBezTo>
                <a:lnTo>
                  <a:pt x="3162" y="14620"/>
                </a:lnTo>
                <a:cubicBezTo>
                  <a:pt x="3143" y="14582"/>
                  <a:pt x="3111" y="14544"/>
                  <a:pt x="3091" y="14544"/>
                </a:cubicBezTo>
                <a:cubicBezTo>
                  <a:pt x="3079" y="14544"/>
                  <a:pt x="3071" y="14557"/>
                  <a:pt x="3071" y="14590"/>
                </a:cubicBezTo>
                <a:lnTo>
                  <a:pt x="3040" y="14742"/>
                </a:lnTo>
                <a:cubicBezTo>
                  <a:pt x="2888" y="14894"/>
                  <a:pt x="2797" y="15076"/>
                  <a:pt x="2706" y="15289"/>
                </a:cubicBezTo>
                <a:cubicBezTo>
                  <a:pt x="2686" y="15318"/>
                  <a:pt x="2664" y="15332"/>
                  <a:pt x="2640" y="15332"/>
                </a:cubicBezTo>
                <a:cubicBezTo>
                  <a:pt x="2590" y="15332"/>
                  <a:pt x="2534" y="15271"/>
                  <a:pt x="2493" y="15168"/>
                </a:cubicBezTo>
                <a:lnTo>
                  <a:pt x="2645" y="14894"/>
                </a:lnTo>
                <a:lnTo>
                  <a:pt x="2706" y="14803"/>
                </a:lnTo>
                <a:cubicBezTo>
                  <a:pt x="2767" y="14681"/>
                  <a:pt x="2797" y="14560"/>
                  <a:pt x="2797" y="14438"/>
                </a:cubicBezTo>
                <a:lnTo>
                  <a:pt x="2797" y="14438"/>
                </a:lnTo>
                <a:lnTo>
                  <a:pt x="2706" y="14529"/>
                </a:lnTo>
                <a:cubicBezTo>
                  <a:pt x="2693" y="14521"/>
                  <a:pt x="2681" y="14517"/>
                  <a:pt x="2670" y="14517"/>
                </a:cubicBezTo>
                <a:cubicBezTo>
                  <a:pt x="2599" y="14517"/>
                  <a:pt x="2554" y="14659"/>
                  <a:pt x="2554" y="14712"/>
                </a:cubicBezTo>
                <a:cubicBezTo>
                  <a:pt x="2554" y="14745"/>
                  <a:pt x="2517" y="14769"/>
                  <a:pt x="2464" y="14769"/>
                </a:cubicBezTo>
                <a:cubicBezTo>
                  <a:pt x="2421" y="14769"/>
                  <a:pt x="2366" y="14753"/>
                  <a:pt x="2311" y="14712"/>
                </a:cubicBezTo>
                <a:lnTo>
                  <a:pt x="2220" y="14651"/>
                </a:lnTo>
                <a:lnTo>
                  <a:pt x="2128" y="14560"/>
                </a:lnTo>
                <a:cubicBezTo>
                  <a:pt x="1946" y="14499"/>
                  <a:pt x="1885" y="14377"/>
                  <a:pt x="2007" y="14286"/>
                </a:cubicBezTo>
                <a:lnTo>
                  <a:pt x="2007" y="14225"/>
                </a:lnTo>
                <a:lnTo>
                  <a:pt x="2007" y="14134"/>
                </a:lnTo>
                <a:cubicBezTo>
                  <a:pt x="1978" y="14086"/>
                  <a:pt x="1941" y="14069"/>
                  <a:pt x="1902" y="14069"/>
                </a:cubicBezTo>
                <a:cubicBezTo>
                  <a:pt x="1819" y="14069"/>
                  <a:pt x="1733" y="14153"/>
                  <a:pt x="1733" y="14195"/>
                </a:cubicBezTo>
                <a:cubicBezTo>
                  <a:pt x="1710" y="14263"/>
                  <a:pt x="1585" y="14298"/>
                  <a:pt x="1498" y="14298"/>
                </a:cubicBezTo>
                <a:cubicBezTo>
                  <a:pt x="1469" y="14298"/>
                  <a:pt x="1445" y="14294"/>
                  <a:pt x="1429" y="14286"/>
                </a:cubicBezTo>
                <a:lnTo>
                  <a:pt x="1429" y="14286"/>
                </a:lnTo>
                <a:cubicBezTo>
                  <a:pt x="1369" y="14286"/>
                  <a:pt x="1794" y="14651"/>
                  <a:pt x="1794" y="14742"/>
                </a:cubicBezTo>
                <a:cubicBezTo>
                  <a:pt x="1764" y="14803"/>
                  <a:pt x="1642" y="14803"/>
                  <a:pt x="1612" y="14803"/>
                </a:cubicBezTo>
                <a:cubicBezTo>
                  <a:pt x="1520" y="14894"/>
                  <a:pt x="1460" y="14985"/>
                  <a:pt x="1399" y="15076"/>
                </a:cubicBezTo>
                <a:lnTo>
                  <a:pt x="1247" y="15137"/>
                </a:lnTo>
                <a:cubicBezTo>
                  <a:pt x="1156" y="15168"/>
                  <a:pt x="1065" y="15198"/>
                  <a:pt x="973" y="15228"/>
                </a:cubicBezTo>
                <a:cubicBezTo>
                  <a:pt x="852" y="15289"/>
                  <a:pt x="1004" y="15380"/>
                  <a:pt x="973" y="15411"/>
                </a:cubicBezTo>
                <a:lnTo>
                  <a:pt x="882" y="15502"/>
                </a:lnTo>
                <a:lnTo>
                  <a:pt x="548" y="15654"/>
                </a:lnTo>
                <a:cubicBezTo>
                  <a:pt x="517" y="15684"/>
                  <a:pt x="578" y="15745"/>
                  <a:pt x="700" y="15775"/>
                </a:cubicBezTo>
                <a:lnTo>
                  <a:pt x="730" y="15775"/>
                </a:lnTo>
                <a:cubicBezTo>
                  <a:pt x="771" y="15735"/>
                  <a:pt x="808" y="15721"/>
                  <a:pt x="844" y="15721"/>
                </a:cubicBezTo>
                <a:cubicBezTo>
                  <a:pt x="916" y="15721"/>
                  <a:pt x="983" y="15775"/>
                  <a:pt x="1065" y="15775"/>
                </a:cubicBezTo>
                <a:lnTo>
                  <a:pt x="1186" y="15775"/>
                </a:lnTo>
                <a:cubicBezTo>
                  <a:pt x="1308" y="15775"/>
                  <a:pt x="1460" y="15775"/>
                  <a:pt x="1581" y="15745"/>
                </a:cubicBezTo>
                <a:lnTo>
                  <a:pt x="1612" y="15867"/>
                </a:lnTo>
                <a:lnTo>
                  <a:pt x="1672" y="16019"/>
                </a:lnTo>
                <a:cubicBezTo>
                  <a:pt x="1764" y="15988"/>
                  <a:pt x="1824" y="15897"/>
                  <a:pt x="1855" y="15775"/>
                </a:cubicBezTo>
                <a:cubicBezTo>
                  <a:pt x="1855" y="15745"/>
                  <a:pt x="1885" y="15715"/>
                  <a:pt x="1976" y="15715"/>
                </a:cubicBezTo>
                <a:lnTo>
                  <a:pt x="2007" y="15715"/>
                </a:lnTo>
                <a:cubicBezTo>
                  <a:pt x="2037" y="15760"/>
                  <a:pt x="2083" y="15783"/>
                  <a:pt x="2128" y="15783"/>
                </a:cubicBezTo>
                <a:cubicBezTo>
                  <a:pt x="2174" y="15783"/>
                  <a:pt x="2220" y="15760"/>
                  <a:pt x="2250" y="15715"/>
                </a:cubicBezTo>
                <a:cubicBezTo>
                  <a:pt x="2291" y="15694"/>
                  <a:pt x="2333" y="15631"/>
                  <a:pt x="2393" y="15631"/>
                </a:cubicBezTo>
                <a:cubicBezTo>
                  <a:pt x="2421" y="15631"/>
                  <a:pt x="2454" y="15645"/>
                  <a:pt x="2493" y="15684"/>
                </a:cubicBezTo>
                <a:cubicBezTo>
                  <a:pt x="2584" y="15654"/>
                  <a:pt x="2706" y="15624"/>
                  <a:pt x="2828" y="15593"/>
                </a:cubicBezTo>
                <a:lnTo>
                  <a:pt x="3131" y="15593"/>
                </a:lnTo>
                <a:cubicBezTo>
                  <a:pt x="3189" y="15651"/>
                  <a:pt x="3259" y="15672"/>
                  <a:pt x="3311" y="15672"/>
                </a:cubicBezTo>
                <a:cubicBezTo>
                  <a:pt x="3340" y="15672"/>
                  <a:pt x="3364" y="15665"/>
                  <a:pt x="3375" y="15654"/>
                </a:cubicBezTo>
                <a:cubicBezTo>
                  <a:pt x="3375" y="15650"/>
                  <a:pt x="3377" y="15648"/>
                  <a:pt x="3381" y="15648"/>
                </a:cubicBezTo>
                <a:cubicBezTo>
                  <a:pt x="3407" y="15648"/>
                  <a:pt x="3500" y="15719"/>
                  <a:pt x="3527" y="15745"/>
                </a:cubicBezTo>
                <a:cubicBezTo>
                  <a:pt x="3533" y="15751"/>
                  <a:pt x="3542" y="15754"/>
                  <a:pt x="3554" y="15754"/>
                </a:cubicBezTo>
                <a:cubicBezTo>
                  <a:pt x="3602" y="15754"/>
                  <a:pt x="3685" y="15715"/>
                  <a:pt x="3709" y="15715"/>
                </a:cubicBezTo>
                <a:cubicBezTo>
                  <a:pt x="3739" y="15684"/>
                  <a:pt x="3648" y="15532"/>
                  <a:pt x="3587" y="15472"/>
                </a:cubicBezTo>
                <a:cubicBezTo>
                  <a:pt x="3527" y="15411"/>
                  <a:pt x="3587" y="15350"/>
                  <a:pt x="3739" y="15350"/>
                </a:cubicBezTo>
                <a:lnTo>
                  <a:pt x="3800" y="15472"/>
                </a:lnTo>
                <a:cubicBezTo>
                  <a:pt x="3922" y="15502"/>
                  <a:pt x="4013" y="15593"/>
                  <a:pt x="4104" y="15624"/>
                </a:cubicBezTo>
                <a:cubicBezTo>
                  <a:pt x="4195" y="15654"/>
                  <a:pt x="4317" y="15624"/>
                  <a:pt x="4378" y="15684"/>
                </a:cubicBezTo>
                <a:cubicBezTo>
                  <a:pt x="4403" y="15703"/>
                  <a:pt x="4424" y="15710"/>
                  <a:pt x="4443" y="15710"/>
                </a:cubicBezTo>
                <a:cubicBezTo>
                  <a:pt x="4503" y="15710"/>
                  <a:pt x="4544" y="15641"/>
                  <a:pt x="4621" y="15641"/>
                </a:cubicBezTo>
                <a:cubicBezTo>
                  <a:pt x="4639" y="15641"/>
                  <a:pt x="4659" y="15645"/>
                  <a:pt x="4682" y="15654"/>
                </a:cubicBezTo>
                <a:lnTo>
                  <a:pt x="4803" y="15715"/>
                </a:lnTo>
                <a:cubicBezTo>
                  <a:pt x="4834" y="15593"/>
                  <a:pt x="4803" y="15502"/>
                  <a:pt x="4712" y="15472"/>
                </a:cubicBezTo>
                <a:cubicBezTo>
                  <a:pt x="4651" y="15441"/>
                  <a:pt x="4742" y="15411"/>
                  <a:pt x="4925" y="15380"/>
                </a:cubicBezTo>
                <a:lnTo>
                  <a:pt x="5077" y="15380"/>
                </a:lnTo>
                <a:cubicBezTo>
                  <a:pt x="5161" y="15380"/>
                  <a:pt x="5116" y="15536"/>
                  <a:pt x="5204" y="15536"/>
                </a:cubicBezTo>
                <a:cubicBezTo>
                  <a:pt x="5211" y="15536"/>
                  <a:pt x="5219" y="15535"/>
                  <a:pt x="5229" y="15532"/>
                </a:cubicBezTo>
                <a:cubicBezTo>
                  <a:pt x="5350" y="15532"/>
                  <a:pt x="5442" y="15472"/>
                  <a:pt x="5563" y="15472"/>
                </a:cubicBezTo>
                <a:lnTo>
                  <a:pt x="5715" y="15472"/>
                </a:lnTo>
                <a:cubicBezTo>
                  <a:pt x="5867" y="15441"/>
                  <a:pt x="6019" y="15350"/>
                  <a:pt x="6049" y="15198"/>
                </a:cubicBezTo>
                <a:cubicBezTo>
                  <a:pt x="6049" y="15139"/>
                  <a:pt x="6176" y="15106"/>
                  <a:pt x="6258" y="15106"/>
                </a:cubicBezTo>
                <a:cubicBezTo>
                  <a:pt x="6303" y="15106"/>
                  <a:pt x="6334" y="15116"/>
                  <a:pt x="6323" y="15137"/>
                </a:cubicBezTo>
                <a:cubicBezTo>
                  <a:pt x="6314" y="15165"/>
                  <a:pt x="6321" y="15176"/>
                  <a:pt x="6337" y="15176"/>
                </a:cubicBezTo>
                <a:cubicBezTo>
                  <a:pt x="6374" y="15176"/>
                  <a:pt x="6454" y="15119"/>
                  <a:pt x="6475" y="15076"/>
                </a:cubicBezTo>
                <a:cubicBezTo>
                  <a:pt x="6487" y="15065"/>
                  <a:pt x="6504" y="15060"/>
                  <a:pt x="6524" y="15060"/>
                </a:cubicBezTo>
                <a:cubicBezTo>
                  <a:pt x="6612" y="15060"/>
                  <a:pt x="6760" y="15149"/>
                  <a:pt x="6809" y="15198"/>
                </a:cubicBezTo>
                <a:cubicBezTo>
                  <a:pt x="6823" y="15205"/>
                  <a:pt x="6846" y="15207"/>
                  <a:pt x="6874" y="15207"/>
                </a:cubicBezTo>
                <a:cubicBezTo>
                  <a:pt x="6924" y="15207"/>
                  <a:pt x="6989" y="15200"/>
                  <a:pt x="7043" y="15200"/>
                </a:cubicBezTo>
                <a:cubicBezTo>
                  <a:pt x="7092" y="15200"/>
                  <a:pt x="7132" y="15206"/>
                  <a:pt x="7144" y="15228"/>
                </a:cubicBezTo>
                <a:cubicBezTo>
                  <a:pt x="7144" y="15251"/>
                  <a:pt x="7146" y="15261"/>
                  <a:pt x="7148" y="15261"/>
                </a:cubicBezTo>
                <a:cubicBezTo>
                  <a:pt x="7157" y="15261"/>
                  <a:pt x="7174" y="15175"/>
                  <a:pt x="7174" y="15107"/>
                </a:cubicBezTo>
                <a:cubicBezTo>
                  <a:pt x="7193" y="15069"/>
                  <a:pt x="7246" y="15043"/>
                  <a:pt x="7321" y="15043"/>
                </a:cubicBezTo>
                <a:cubicBezTo>
                  <a:pt x="7366" y="15043"/>
                  <a:pt x="7420" y="15053"/>
                  <a:pt x="7478" y="15076"/>
                </a:cubicBezTo>
                <a:lnTo>
                  <a:pt x="7326" y="15198"/>
                </a:lnTo>
                <a:lnTo>
                  <a:pt x="7204" y="15320"/>
                </a:lnTo>
                <a:cubicBezTo>
                  <a:pt x="7326" y="15320"/>
                  <a:pt x="7478" y="15289"/>
                  <a:pt x="7600" y="15168"/>
                </a:cubicBezTo>
                <a:cubicBezTo>
                  <a:pt x="7630" y="15107"/>
                  <a:pt x="7630" y="15016"/>
                  <a:pt x="7539" y="15016"/>
                </a:cubicBezTo>
                <a:lnTo>
                  <a:pt x="7508" y="14955"/>
                </a:lnTo>
                <a:cubicBezTo>
                  <a:pt x="7508" y="14894"/>
                  <a:pt x="7478" y="14803"/>
                  <a:pt x="7508" y="14742"/>
                </a:cubicBezTo>
                <a:cubicBezTo>
                  <a:pt x="7569" y="14712"/>
                  <a:pt x="7660" y="14712"/>
                  <a:pt x="7752" y="14712"/>
                </a:cubicBezTo>
                <a:cubicBezTo>
                  <a:pt x="7797" y="14757"/>
                  <a:pt x="7858" y="14780"/>
                  <a:pt x="7919" y="14780"/>
                </a:cubicBezTo>
                <a:cubicBezTo>
                  <a:pt x="7980" y="14780"/>
                  <a:pt x="8040" y="14757"/>
                  <a:pt x="8086" y="14712"/>
                </a:cubicBezTo>
                <a:lnTo>
                  <a:pt x="8147" y="14681"/>
                </a:lnTo>
                <a:cubicBezTo>
                  <a:pt x="8180" y="14676"/>
                  <a:pt x="8211" y="14673"/>
                  <a:pt x="8238" y="14673"/>
                </a:cubicBezTo>
                <a:cubicBezTo>
                  <a:pt x="8358" y="14673"/>
                  <a:pt x="8415" y="14723"/>
                  <a:pt x="8390" y="14772"/>
                </a:cubicBezTo>
                <a:lnTo>
                  <a:pt x="8329" y="14803"/>
                </a:lnTo>
                <a:lnTo>
                  <a:pt x="8238" y="14864"/>
                </a:lnTo>
                <a:cubicBezTo>
                  <a:pt x="8116" y="14955"/>
                  <a:pt x="8208" y="15228"/>
                  <a:pt x="8208" y="15289"/>
                </a:cubicBezTo>
                <a:cubicBezTo>
                  <a:pt x="8183" y="15364"/>
                  <a:pt x="8178" y="15419"/>
                  <a:pt x="8194" y="15419"/>
                </a:cubicBezTo>
                <a:cubicBezTo>
                  <a:pt x="8198" y="15419"/>
                  <a:pt x="8202" y="15416"/>
                  <a:pt x="8208" y="15411"/>
                </a:cubicBezTo>
                <a:lnTo>
                  <a:pt x="8208" y="15380"/>
                </a:lnTo>
                <a:cubicBezTo>
                  <a:pt x="8238" y="15350"/>
                  <a:pt x="8177" y="15259"/>
                  <a:pt x="8268" y="15228"/>
                </a:cubicBezTo>
                <a:cubicBezTo>
                  <a:pt x="8290" y="15223"/>
                  <a:pt x="8309" y="15220"/>
                  <a:pt x="8325" y="15220"/>
                </a:cubicBezTo>
                <a:cubicBezTo>
                  <a:pt x="8400" y="15220"/>
                  <a:pt x="8420" y="15275"/>
                  <a:pt x="8420" y="15350"/>
                </a:cubicBezTo>
                <a:cubicBezTo>
                  <a:pt x="8451" y="15350"/>
                  <a:pt x="8542" y="15137"/>
                  <a:pt x="8663" y="15107"/>
                </a:cubicBezTo>
                <a:cubicBezTo>
                  <a:pt x="8755" y="15046"/>
                  <a:pt x="8846" y="14985"/>
                  <a:pt x="8907" y="14924"/>
                </a:cubicBezTo>
                <a:cubicBezTo>
                  <a:pt x="9089" y="14924"/>
                  <a:pt x="9211" y="14985"/>
                  <a:pt x="9332" y="15107"/>
                </a:cubicBezTo>
                <a:cubicBezTo>
                  <a:pt x="9393" y="15168"/>
                  <a:pt x="9454" y="15228"/>
                  <a:pt x="9515" y="15289"/>
                </a:cubicBezTo>
                <a:cubicBezTo>
                  <a:pt x="9575" y="15289"/>
                  <a:pt x="9606" y="15259"/>
                  <a:pt x="9636" y="15228"/>
                </a:cubicBezTo>
                <a:lnTo>
                  <a:pt x="9636" y="15168"/>
                </a:lnTo>
                <a:cubicBezTo>
                  <a:pt x="9636" y="15087"/>
                  <a:pt x="9663" y="15046"/>
                  <a:pt x="9717" y="15046"/>
                </a:cubicBezTo>
                <a:cubicBezTo>
                  <a:pt x="9744" y="15046"/>
                  <a:pt x="9778" y="15056"/>
                  <a:pt x="9819" y="15076"/>
                </a:cubicBezTo>
                <a:lnTo>
                  <a:pt x="9879" y="15107"/>
                </a:lnTo>
                <a:cubicBezTo>
                  <a:pt x="10092" y="15046"/>
                  <a:pt x="10305" y="14985"/>
                  <a:pt x="10518" y="14955"/>
                </a:cubicBezTo>
                <a:lnTo>
                  <a:pt x="10761" y="15137"/>
                </a:lnTo>
                <a:cubicBezTo>
                  <a:pt x="10791" y="15107"/>
                  <a:pt x="10852" y="14985"/>
                  <a:pt x="10882" y="14955"/>
                </a:cubicBezTo>
                <a:cubicBezTo>
                  <a:pt x="10882" y="14940"/>
                  <a:pt x="10951" y="14924"/>
                  <a:pt x="11023" y="14924"/>
                </a:cubicBezTo>
                <a:cubicBezTo>
                  <a:pt x="11095" y="14924"/>
                  <a:pt x="11171" y="14940"/>
                  <a:pt x="11186" y="14985"/>
                </a:cubicBezTo>
                <a:cubicBezTo>
                  <a:pt x="11198" y="15021"/>
                  <a:pt x="11215" y="15033"/>
                  <a:pt x="11231" y="15033"/>
                </a:cubicBezTo>
                <a:cubicBezTo>
                  <a:pt x="11255" y="15033"/>
                  <a:pt x="11278" y="15004"/>
                  <a:pt x="11278" y="14985"/>
                </a:cubicBezTo>
                <a:cubicBezTo>
                  <a:pt x="11278" y="14964"/>
                  <a:pt x="11384" y="14942"/>
                  <a:pt x="11521" y="14942"/>
                </a:cubicBezTo>
                <a:cubicBezTo>
                  <a:pt x="11578" y="14942"/>
                  <a:pt x="11641" y="14946"/>
                  <a:pt x="11703" y="14955"/>
                </a:cubicBezTo>
                <a:lnTo>
                  <a:pt x="12098" y="14955"/>
                </a:lnTo>
                <a:cubicBezTo>
                  <a:pt x="12106" y="14947"/>
                  <a:pt x="12117" y="14943"/>
                  <a:pt x="12128" y="14943"/>
                </a:cubicBezTo>
                <a:cubicBezTo>
                  <a:pt x="12159" y="14943"/>
                  <a:pt x="12198" y="14971"/>
                  <a:pt x="12220" y="15016"/>
                </a:cubicBezTo>
                <a:lnTo>
                  <a:pt x="12250" y="15046"/>
                </a:lnTo>
                <a:cubicBezTo>
                  <a:pt x="12311" y="15046"/>
                  <a:pt x="12433" y="14833"/>
                  <a:pt x="12493" y="14833"/>
                </a:cubicBezTo>
                <a:cubicBezTo>
                  <a:pt x="12615" y="14864"/>
                  <a:pt x="12706" y="14894"/>
                  <a:pt x="12797" y="14985"/>
                </a:cubicBezTo>
                <a:cubicBezTo>
                  <a:pt x="12801" y="14989"/>
                  <a:pt x="12806" y="14991"/>
                  <a:pt x="12812" y="14991"/>
                </a:cubicBezTo>
                <a:cubicBezTo>
                  <a:pt x="12850" y="14991"/>
                  <a:pt x="12923" y="14901"/>
                  <a:pt x="12949" y="14742"/>
                </a:cubicBezTo>
                <a:lnTo>
                  <a:pt x="13253" y="14742"/>
                </a:lnTo>
                <a:cubicBezTo>
                  <a:pt x="13284" y="14772"/>
                  <a:pt x="13192" y="14924"/>
                  <a:pt x="13162" y="14955"/>
                </a:cubicBezTo>
                <a:cubicBezTo>
                  <a:pt x="13134" y="14982"/>
                  <a:pt x="13282" y="15035"/>
                  <a:pt x="13491" y="15044"/>
                </a:cubicBezTo>
                <a:lnTo>
                  <a:pt x="13491" y="15044"/>
                </a:lnTo>
                <a:cubicBezTo>
                  <a:pt x="13491" y="15116"/>
                  <a:pt x="13573" y="15245"/>
                  <a:pt x="13679" y="15350"/>
                </a:cubicBezTo>
                <a:lnTo>
                  <a:pt x="13922" y="15350"/>
                </a:lnTo>
                <a:cubicBezTo>
                  <a:pt x="13983" y="15380"/>
                  <a:pt x="13983" y="15441"/>
                  <a:pt x="13922" y="15502"/>
                </a:cubicBezTo>
                <a:lnTo>
                  <a:pt x="13892" y="15502"/>
                </a:lnTo>
                <a:cubicBezTo>
                  <a:pt x="13865" y="15507"/>
                  <a:pt x="13839" y="15510"/>
                  <a:pt x="13814" y="15510"/>
                </a:cubicBezTo>
                <a:cubicBezTo>
                  <a:pt x="13697" y="15510"/>
                  <a:pt x="13602" y="15455"/>
                  <a:pt x="13527" y="15380"/>
                </a:cubicBezTo>
                <a:cubicBezTo>
                  <a:pt x="13405" y="15259"/>
                  <a:pt x="13253" y="15137"/>
                  <a:pt x="13101" y="15016"/>
                </a:cubicBezTo>
                <a:cubicBezTo>
                  <a:pt x="13071" y="15016"/>
                  <a:pt x="13010" y="15168"/>
                  <a:pt x="13010" y="15228"/>
                </a:cubicBezTo>
                <a:cubicBezTo>
                  <a:pt x="13010" y="15244"/>
                  <a:pt x="12987" y="15251"/>
                  <a:pt x="12957" y="15251"/>
                </a:cubicBezTo>
                <a:cubicBezTo>
                  <a:pt x="12926" y="15251"/>
                  <a:pt x="12888" y="15244"/>
                  <a:pt x="12858" y="15228"/>
                </a:cubicBezTo>
                <a:lnTo>
                  <a:pt x="12797" y="15228"/>
                </a:lnTo>
                <a:cubicBezTo>
                  <a:pt x="12752" y="15213"/>
                  <a:pt x="12699" y="15206"/>
                  <a:pt x="12645" y="15206"/>
                </a:cubicBezTo>
                <a:cubicBezTo>
                  <a:pt x="12592" y="15206"/>
                  <a:pt x="12539" y="15213"/>
                  <a:pt x="12493" y="15228"/>
                </a:cubicBezTo>
                <a:cubicBezTo>
                  <a:pt x="12493" y="15214"/>
                  <a:pt x="12479" y="15208"/>
                  <a:pt x="12455" y="15208"/>
                </a:cubicBezTo>
                <a:cubicBezTo>
                  <a:pt x="12376" y="15208"/>
                  <a:pt x="12199" y="15273"/>
                  <a:pt x="12129" y="15320"/>
                </a:cubicBezTo>
                <a:cubicBezTo>
                  <a:pt x="12068" y="15350"/>
                  <a:pt x="11999" y="15365"/>
                  <a:pt x="11931" y="15365"/>
                </a:cubicBezTo>
                <a:cubicBezTo>
                  <a:pt x="11863" y="15365"/>
                  <a:pt x="11794" y="15350"/>
                  <a:pt x="11733" y="15320"/>
                </a:cubicBezTo>
                <a:lnTo>
                  <a:pt x="11612" y="15289"/>
                </a:lnTo>
                <a:cubicBezTo>
                  <a:pt x="11490" y="15259"/>
                  <a:pt x="11369" y="15228"/>
                  <a:pt x="11278" y="15228"/>
                </a:cubicBezTo>
                <a:lnTo>
                  <a:pt x="11156" y="15228"/>
                </a:lnTo>
                <a:cubicBezTo>
                  <a:pt x="11068" y="15258"/>
                  <a:pt x="11122" y="15401"/>
                  <a:pt x="11290" y="15548"/>
                </a:cubicBezTo>
                <a:lnTo>
                  <a:pt x="11290" y="15548"/>
                </a:lnTo>
                <a:cubicBezTo>
                  <a:pt x="11215" y="15555"/>
                  <a:pt x="11140" y="15563"/>
                  <a:pt x="11065" y="15563"/>
                </a:cubicBezTo>
                <a:cubicBezTo>
                  <a:pt x="10943" y="15624"/>
                  <a:pt x="10761" y="15684"/>
                  <a:pt x="10639" y="15745"/>
                </a:cubicBezTo>
                <a:lnTo>
                  <a:pt x="10518" y="15775"/>
                </a:lnTo>
                <a:cubicBezTo>
                  <a:pt x="10518" y="15775"/>
                  <a:pt x="10457" y="15715"/>
                  <a:pt x="10457" y="15684"/>
                </a:cubicBezTo>
                <a:cubicBezTo>
                  <a:pt x="10457" y="15684"/>
                  <a:pt x="10487" y="15624"/>
                  <a:pt x="10518" y="15624"/>
                </a:cubicBezTo>
                <a:lnTo>
                  <a:pt x="10609" y="15624"/>
                </a:lnTo>
                <a:cubicBezTo>
                  <a:pt x="10670" y="15624"/>
                  <a:pt x="10366" y="15563"/>
                  <a:pt x="10274" y="15472"/>
                </a:cubicBezTo>
                <a:cubicBezTo>
                  <a:pt x="10248" y="15454"/>
                  <a:pt x="10234" y="15446"/>
                  <a:pt x="10229" y="15446"/>
                </a:cubicBezTo>
                <a:cubicBezTo>
                  <a:pt x="10216" y="15446"/>
                  <a:pt x="10253" y="15489"/>
                  <a:pt x="10274" y="15532"/>
                </a:cubicBezTo>
                <a:cubicBezTo>
                  <a:pt x="10286" y="15556"/>
                  <a:pt x="10258" y="15565"/>
                  <a:pt x="10213" y="15565"/>
                </a:cubicBezTo>
                <a:cubicBezTo>
                  <a:pt x="10141" y="15565"/>
                  <a:pt x="10027" y="15540"/>
                  <a:pt x="9970" y="15502"/>
                </a:cubicBezTo>
                <a:cubicBezTo>
                  <a:pt x="9940" y="15472"/>
                  <a:pt x="9902" y="15456"/>
                  <a:pt x="9868" y="15456"/>
                </a:cubicBezTo>
                <a:cubicBezTo>
                  <a:pt x="9834" y="15456"/>
                  <a:pt x="9803" y="15472"/>
                  <a:pt x="9788" y="15502"/>
                </a:cubicBezTo>
                <a:cubicBezTo>
                  <a:pt x="9758" y="15532"/>
                  <a:pt x="9819" y="15593"/>
                  <a:pt x="9879" y="15593"/>
                </a:cubicBezTo>
                <a:lnTo>
                  <a:pt x="10001" y="15593"/>
                </a:lnTo>
                <a:cubicBezTo>
                  <a:pt x="10001" y="15624"/>
                  <a:pt x="9940" y="15745"/>
                  <a:pt x="9910" y="15806"/>
                </a:cubicBezTo>
                <a:cubicBezTo>
                  <a:pt x="9904" y="15811"/>
                  <a:pt x="9893" y="15814"/>
                  <a:pt x="9876" y="15814"/>
                </a:cubicBezTo>
                <a:cubicBezTo>
                  <a:pt x="9795" y="15814"/>
                  <a:pt x="9589" y="15755"/>
                  <a:pt x="9363" y="15654"/>
                </a:cubicBezTo>
                <a:lnTo>
                  <a:pt x="9636" y="15380"/>
                </a:lnTo>
                <a:cubicBezTo>
                  <a:pt x="9601" y="15357"/>
                  <a:pt x="9566" y="15347"/>
                  <a:pt x="9535" y="15347"/>
                </a:cubicBezTo>
                <a:cubicBezTo>
                  <a:pt x="9484" y="15347"/>
                  <a:pt x="9442" y="15373"/>
                  <a:pt x="9423" y="15411"/>
                </a:cubicBezTo>
                <a:cubicBezTo>
                  <a:pt x="9393" y="15472"/>
                  <a:pt x="9180" y="15532"/>
                  <a:pt x="9089" y="15532"/>
                </a:cubicBezTo>
                <a:cubicBezTo>
                  <a:pt x="9028" y="15532"/>
                  <a:pt x="9119" y="15593"/>
                  <a:pt x="9180" y="15593"/>
                </a:cubicBezTo>
                <a:cubicBezTo>
                  <a:pt x="9241" y="15624"/>
                  <a:pt x="9332" y="15684"/>
                  <a:pt x="9393" y="15715"/>
                </a:cubicBezTo>
                <a:cubicBezTo>
                  <a:pt x="9420" y="15742"/>
                  <a:pt x="9331" y="15757"/>
                  <a:pt x="9219" y="15757"/>
                </a:cubicBezTo>
                <a:cubicBezTo>
                  <a:pt x="9081" y="15757"/>
                  <a:pt x="8910" y="15735"/>
                  <a:pt x="8876" y="15684"/>
                </a:cubicBezTo>
                <a:cubicBezTo>
                  <a:pt x="8846" y="15563"/>
                  <a:pt x="8755" y="15441"/>
                  <a:pt x="8724" y="15441"/>
                </a:cubicBezTo>
                <a:cubicBezTo>
                  <a:pt x="8663" y="15441"/>
                  <a:pt x="8603" y="15654"/>
                  <a:pt x="8542" y="15715"/>
                </a:cubicBezTo>
                <a:cubicBezTo>
                  <a:pt x="8497" y="15759"/>
                  <a:pt x="8534" y="15787"/>
                  <a:pt x="8569" y="15787"/>
                </a:cubicBezTo>
                <a:cubicBezTo>
                  <a:pt x="8582" y="15787"/>
                  <a:pt x="8595" y="15784"/>
                  <a:pt x="8603" y="15775"/>
                </a:cubicBezTo>
                <a:cubicBezTo>
                  <a:pt x="8608" y="15770"/>
                  <a:pt x="8613" y="15767"/>
                  <a:pt x="8617" y="15767"/>
                </a:cubicBezTo>
                <a:cubicBezTo>
                  <a:pt x="8633" y="15767"/>
                  <a:pt x="8633" y="15817"/>
                  <a:pt x="8633" y="15867"/>
                </a:cubicBezTo>
                <a:lnTo>
                  <a:pt x="8572" y="15897"/>
                </a:lnTo>
                <a:lnTo>
                  <a:pt x="8512" y="15958"/>
                </a:lnTo>
                <a:cubicBezTo>
                  <a:pt x="8489" y="15965"/>
                  <a:pt x="8464" y="15969"/>
                  <a:pt x="8438" y="15969"/>
                </a:cubicBezTo>
                <a:cubicBezTo>
                  <a:pt x="8361" y="15969"/>
                  <a:pt x="8276" y="15935"/>
                  <a:pt x="8208" y="15867"/>
                </a:cubicBezTo>
                <a:lnTo>
                  <a:pt x="8086" y="15867"/>
                </a:lnTo>
                <a:cubicBezTo>
                  <a:pt x="7995" y="15836"/>
                  <a:pt x="7995" y="15806"/>
                  <a:pt x="7995" y="15715"/>
                </a:cubicBezTo>
                <a:lnTo>
                  <a:pt x="7934" y="15593"/>
                </a:lnTo>
                <a:cubicBezTo>
                  <a:pt x="7873" y="15624"/>
                  <a:pt x="7812" y="15639"/>
                  <a:pt x="7752" y="15639"/>
                </a:cubicBezTo>
                <a:cubicBezTo>
                  <a:pt x="7691" y="15639"/>
                  <a:pt x="7630" y="15624"/>
                  <a:pt x="7569" y="15593"/>
                </a:cubicBezTo>
                <a:lnTo>
                  <a:pt x="7478" y="15563"/>
                </a:lnTo>
                <a:lnTo>
                  <a:pt x="7326" y="15502"/>
                </a:lnTo>
                <a:cubicBezTo>
                  <a:pt x="7204" y="15532"/>
                  <a:pt x="7113" y="15593"/>
                  <a:pt x="7083" y="15715"/>
                </a:cubicBezTo>
                <a:cubicBezTo>
                  <a:pt x="7083" y="15745"/>
                  <a:pt x="7174" y="15775"/>
                  <a:pt x="7204" y="15775"/>
                </a:cubicBezTo>
                <a:cubicBezTo>
                  <a:pt x="7235" y="15775"/>
                  <a:pt x="7326" y="15927"/>
                  <a:pt x="7387" y="15927"/>
                </a:cubicBezTo>
                <a:cubicBezTo>
                  <a:pt x="7400" y="15923"/>
                  <a:pt x="7415" y="15921"/>
                  <a:pt x="7431" y="15921"/>
                </a:cubicBezTo>
                <a:cubicBezTo>
                  <a:pt x="7528" y="15921"/>
                  <a:pt x="7669" y="15988"/>
                  <a:pt x="7721" y="15988"/>
                </a:cubicBezTo>
                <a:cubicBezTo>
                  <a:pt x="7812" y="15988"/>
                  <a:pt x="7782" y="16049"/>
                  <a:pt x="7691" y="16140"/>
                </a:cubicBezTo>
                <a:lnTo>
                  <a:pt x="7326" y="16171"/>
                </a:lnTo>
                <a:lnTo>
                  <a:pt x="7174" y="16171"/>
                </a:lnTo>
                <a:lnTo>
                  <a:pt x="7144" y="16140"/>
                </a:lnTo>
                <a:cubicBezTo>
                  <a:pt x="7133" y="16119"/>
                  <a:pt x="7122" y="16109"/>
                  <a:pt x="7110" y="16109"/>
                </a:cubicBezTo>
                <a:cubicBezTo>
                  <a:pt x="7088" y="16109"/>
                  <a:pt x="7061" y="16142"/>
                  <a:pt x="7022" y="16201"/>
                </a:cubicBezTo>
                <a:lnTo>
                  <a:pt x="6992" y="16201"/>
                </a:lnTo>
                <a:cubicBezTo>
                  <a:pt x="6954" y="16193"/>
                  <a:pt x="6914" y="16190"/>
                  <a:pt x="6873" y="16190"/>
                </a:cubicBezTo>
                <a:cubicBezTo>
                  <a:pt x="6752" y="16190"/>
                  <a:pt x="6627" y="16224"/>
                  <a:pt x="6536" y="16292"/>
                </a:cubicBezTo>
                <a:cubicBezTo>
                  <a:pt x="6475" y="16231"/>
                  <a:pt x="6414" y="16201"/>
                  <a:pt x="6384" y="16140"/>
                </a:cubicBezTo>
                <a:lnTo>
                  <a:pt x="6323" y="16231"/>
                </a:lnTo>
                <a:lnTo>
                  <a:pt x="6262" y="16201"/>
                </a:lnTo>
                <a:cubicBezTo>
                  <a:pt x="6253" y="16182"/>
                  <a:pt x="6217" y="16175"/>
                  <a:pt x="6169" y="16175"/>
                </a:cubicBezTo>
                <a:cubicBezTo>
                  <a:pt x="6061" y="16175"/>
                  <a:pt x="5890" y="16210"/>
                  <a:pt x="5806" y="16231"/>
                </a:cubicBezTo>
                <a:cubicBezTo>
                  <a:pt x="5794" y="16240"/>
                  <a:pt x="5778" y="16244"/>
                  <a:pt x="5761" y="16244"/>
                </a:cubicBezTo>
                <a:cubicBezTo>
                  <a:pt x="5652" y="16244"/>
                  <a:pt x="5468" y="16097"/>
                  <a:pt x="5442" y="16019"/>
                </a:cubicBezTo>
                <a:cubicBezTo>
                  <a:pt x="5424" y="15983"/>
                  <a:pt x="5322" y="15968"/>
                  <a:pt x="5223" y="15968"/>
                </a:cubicBezTo>
                <a:cubicBezTo>
                  <a:pt x="5153" y="15968"/>
                  <a:pt x="5084" y="15976"/>
                  <a:pt x="5046" y="15988"/>
                </a:cubicBezTo>
                <a:cubicBezTo>
                  <a:pt x="4955" y="15988"/>
                  <a:pt x="4925" y="16079"/>
                  <a:pt x="4925" y="16171"/>
                </a:cubicBezTo>
                <a:lnTo>
                  <a:pt x="4925" y="16262"/>
                </a:lnTo>
                <a:cubicBezTo>
                  <a:pt x="4894" y="16292"/>
                  <a:pt x="4864" y="16292"/>
                  <a:pt x="4803" y="16323"/>
                </a:cubicBezTo>
                <a:cubicBezTo>
                  <a:pt x="4773" y="16323"/>
                  <a:pt x="4712" y="16292"/>
                  <a:pt x="4712" y="16262"/>
                </a:cubicBezTo>
                <a:lnTo>
                  <a:pt x="4712" y="16110"/>
                </a:lnTo>
                <a:cubicBezTo>
                  <a:pt x="4712" y="15988"/>
                  <a:pt x="4621" y="15867"/>
                  <a:pt x="4499" y="15836"/>
                </a:cubicBezTo>
                <a:cubicBezTo>
                  <a:pt x="4438" y="15836"/>
                  <a:pt x="4499" y="15897"/>
                  <a:pt x="4499" y="15958"/>
                </a:cubicBezTo>
                <a:cubicBezTo>
                  <a:pt x="4499" y="16019"/>
                  <a:pt x="4530" y="16079"/>
                  <a:pt x="4560" y="16110"/>
                </a:cubicBezTo>
                <a:cubicBezTo>
                  <a:pt x="4590" y="16201"/>
                  <a:pt x="4590" y="16262"/>
                  <a:pt x="4621" y="16323"/>
                </a:cubicBezTo>
                <a:lnTo>
                  <a:pt x="4469" y="16323"/>
                </a:lnTo>
                <a:cubicBezTo>
                  <a:pt x="4378" y="16323"/>
                  <a:pt x="4286" y="16323"/>
                  <a:pt x="4317" y="16414"/>
                </a:cubicBezTo>
                <a:cubicBezTo>
                  <a:pt x="4337" y="16551"/>
                  <a:pt x="4267" y="16587"/>
                  <a:pt x="4191" y="16587"/>
                </a:cubicBezTo>
                <a:cubicBezTo>
                  <a:pt x="4150" y="16587"/>
                  <a:pt x="4106" y="16577"/>
                  <a:pt x="4074" y="16566"/>
                </a:cubicBezTo>
                <a:cubicBezTo>
                  <a:pt x="3891" y="16475"/>
                  <a:pt x="3587" y="16475"/>
                  <a:pt x="3587" y="16231"/>
                </a:cubicBezTo>
                <a:lnTo>
                  <a:pt x="3587" y="16171"/>
                </a:lnTo>
                <a:cubicBezTo>
                  <a:pt x="3587" y="16126"/>
                  <a:pt x="3539" y="16098"/>
                  <a:pt x="3488" y="16098"/>
                </a:cubicBezTo>
                <a:cubicBezTo>
                  <a:pt x="3470" y="16098"/>
                  <a:pt x="3452" y="16102"/>
                  <a:pt x="3435" y="16110"/>
                </a:cubicBezTo>
                <a:lnTo>
                  <a:pt x="3344" y="16110"/>
                </a:lnTo>
                <a:cubicBezTo>
                  <a:pt x="3283" y="16110"/>
                  <a:pt x="3223" y="16079"/>
                  <a:pt x="3253" y="16019"/>
                </a:cubicBezTo>
                <a:cubicBezTo>
                  <a:pt x="3253" y="15988"/>
                  <a:pt x="3101" y="15988"/>
                  <a:pt x="3040" y="15988"/>
                </a:cubicBezTo>
                <a:cubicBezTo>
                  <a:pt x="2949" y="15988"/>
                  <a:pt x="3223" y="16231"/>
                  <a:pt x="3314" y="16292"/>
                </a:cubicBezTo>
                <a:cubicBezTo>
                  <a:pt x="3375" y="16353"/>
                  <a:pt x="3405" y="16414"/>
                  <a:pt x="3466" y="16475"/>
                </a:cubicBezTo>
                <a:cubicBezTo>
                  <a:pt x="3405" y="16475"/>
                  <a:pt x="3344" y="16444"/>
                  <a:pt x="3314" y="16414"/>
                </a:cubicBezTo>
                <a:cubicBezTo>
                  <a:pt x="3253" y="16414"/>
                  <a:pt x="3071" y="16535"/>
                  <a:pt x="3010" y="16566"/>
                </a:cubicBezTo>
                <a:cubicBezTo>
                  <a:pt x="2949" y="16627"/>
                  <a:pt x="2919" y="16718"/>
                  <a:pt x="2949" y="16779"/>
                </a:cubicBezTo>
                <a:cubicBezTo>
                  <a:pt x="2949" y="16839"/>
                  <a:pt x="2888" y="16900"/>
                  <a:pt x="2797" y="16900"/>
                </a:cubicBezTo>
                <a:lnTo>
                  <a:pt x="2736" y="16900"/>
                </a:lnTo>
                <a:cubicBezTo>
                  <a:pt x="2706" y="16870"/>
                  <a:pt x="2676" y="16809"/>
                  <a:pt x="2615" y="16809"/>
                </a:cubicBezTo>
                <a:cubicBezTo>
                  <a:pt x="2460" y="16751"/>
                  <a:pt x="2305" y="16644"/>
                  <a:pt x="2143" y="16644"/>
                </a:cubicBezTo>
                <a:cubicBezTo>
                  <a:pt x="2050" y="16644"/>
                  <a:pt x="1954" y="16679"/>
                  <a:pt x="1855" y="16779"/>
                </a:cubicBezTo>
                <a:lnTo>
                  <a:pt x="1733" y="16779"/>
                </a:lnTo>
                <a:cubicBezTo>
                  <a:pt x="1688" y="16763"/>
                  <a:pt x="1642" y="16756"/>
                  <a:pt x="1596" y="16756"/>
                </a:cubicBezTo>
                <a:cubicBezTo>
                  <a:pt x="1551" y="16756"/>
                  <a:pt x="1505" y="16763"/>
                  <a:pt x="1460" y="16779"/>
                </a:cubicBezTo>
                <a:cubicBezTo>
                  <a:pt x="1429" y="16794"/>
                  <a:pt x="1407" y="16801"/>
                  <a:pt x="1384" y="16801"/>
                </a:cubicBezTo>
                <a:cubicBezTo>
                  <a:pt x="1361" y="16801"/>
                  <a:pt x="1338" y="16794"/>
                  <a:pt x="1308" y="16779"/>
                </a:cubicBezTo>
                <a:lnTo>
                  <a:pt x="1247" y="16718"/>
                </a:lnTo>
                <a:cubicBezTo>
                  <a:pt x="1234" y="16705"/>
                  <a:pt x="1211" y="16699"/>
                  <a:pt x="1181" y="16699"/>
                </a:cubicBezTo>
                <a:cubicBezTo>
                  <a:pt x="1071" y="16699"/>
                  <a:pt x="861" y="16781"/>
                  <a:pt x="669" y="16900"/>
                </a:cubicBezTo>
                <a:lnTo>
                  <a:pt x="457" y="16779"/>
                </a:lnTo>
                <a:lnTo>
                  <a:pt x="213" y="16687"/>
                </a:lnTo>
                <a:lnTo>
                  <a:pt x="213" y="16687"/>
                </a:lnTo>
                <a:cubicBezTo>
                  <a:pt x="153" y="16779"/>
                  <a:pt x="244" y="16870"/>
                  <a:pt x="396" y="16870"/>
                </a:cubicBezTo>
                <a:lnTo>
                  <a:pt x="487" y="16991"/>
                </a:lnTo>
                <a:cubicBezTo>
                  <a:pt x="525" y="17057"/>
                  <a:pt x="563" y="17079"/>
                  <a:pt x="600" y="17079"/>
                </a:cubicBezTo>
                <a:cubicBezTo>
                  <a:pt x="677" y="17079"/>
                  <a:pt x="753" y="16989"/>
                  <a:pt x="830" y="16989"/>
                </a:cubicBezTo>
                <a:cubicBezTo>
                  <a:pt x="837" y="16989"/>
                  <a:pt x="844" y="16989"/>
                  <a:pt x="852" y="16991"/>
                </a:cubicBezTo>
                <a:cubicBezTo>
                  <a:pt x="913" y="17022"/>
                  <a:pt x="943" y="17052"/>
                  <a:pt x="973" y="17083"/>
                </a:cubicBezTo>
                <a:lnTo>
                  <a:pt x="1065" y="17113"/>
                </a:lnTo>
                <a:cubicBezTo>
                  <a:pt x="1156" y="17174"/>
                  <a:pt x="1186" y="17295"/>
                  <a:pt x="1065" y="17356"/>
                </a:cubicBezTo>
                <a:lnTo>
                  <a:pt x="1004" y="17417"/>
                </a:lnTo>
                <a:cubicBezTo>
                  <a:pt x="882" y="17478"/>
                  <a:pt x="1034" y="17569"/>
                  <a:pt x="943" y="17660"/>
                </a:cubicBezTo>
                <a:cubicBezTo>
                  <a:pt x="882" y="17690"/>
                  <a:pt x="882" y="17842"/>
                  <a:pt x="1095" y="17842"/>
                </a:cubicBezTo>
                <a:cubicBezTo>
                  <a:pt x="1125" y="17842"/>
                  <a:pt x="1186" y="17903"/>
                  <a:pt x="1247" y="17903"/>
                </a:cubicBezTo>
                <a:lnTo>
                  <a:pt x="1308" y="17903"/>
                </a:lnTo>
                <a:cubicBezTo>
                  <a:pt x="1369" y="17873"/>
                  <a:pt x="1429" y="17690"/>
                  <a:pt x="1490" y="17690"/>
                </a:cubicBezTo>
                <a:cubicBezTo>
                  <a:pt x="1581" y="17660"/>
                  <a:pt x="1520" y="17599"/>
                  <a:pt x="1399" y="17538"/>
                </a:cubicBezTo>
                <a:lnTo>
                  <a:pt x="1277" y="17478"/>
                </a:lnTo>
                <a:cubicBezTo>
                  <a:pt x="1247" y="17447"/>
                  <a:pt x="1247" y="17386"/>
                  <a:pt x="1277" y="17356"/>
                </a:cubicBezTo>
                <a:cubicBezTo>
                  <a:pt x="1300" y="17334"/>
                  <a:pt x="1322" y="17262"/>
                  <a:pt x="1381" y="17262"/>
                </a:cubicBezTo>
                <a:cubicBezTo>
                  <a:pt x="1402" y="17262"/>
                  <a:pt x="1428" y="17271"/>
                  <a:pt x="1460" y="17295"/>
                </a:cubicBezTo>
                <a:lnTo>
                  <a:pt x="1490" y="17326"/>
                </a:lnTo>
                <a:cubicBezTo>
                  <a:pt x="1612" y="17295"/>
                  <a:pt x="1733" y="17234"/>
                  <a:pt x="1855" y="17174"/>
                </a:cubicBezTo>
                <a:lnTo>
                  <a:pt x="2098" y="17174"/>
                </a:lnTo>
                <a:cubicBezTo>
                  <a:pt x="2159" y="17174"/>
                  <a:pt x="2220" y="17143"/>
                  <a:pt x="2280" y="17113"/>
                </a:cubicBezTo>
                <a:lnTo>
                  <a:pt x="2402" y="17052"/>
                </a:lnTo>
                <a:cubicBezTo>
                  <a:pt x="2584" y="17113"/>
                  <a:pt x="2706" y="17234"/>
                  <a:pt x="2736" y="17417"/>
                </a:cubicBezTo>
                <a:lnTo>
                  <a:pt x="2797" y="17538"/>
                </a:lnTo>
                <a:cubicBezTo>
                  <a:pt x="2828" y="17599"/>
                  <a:pt x="2888" y="17630"/>
                  <a:pt x="2949" y="17660"/>
                </a:cubicBezTo>
                <a:lnTo>
                  <a:pt x="2979" y="17660"/>
                </a:lnTo>
                <a:cubicBezTo>
                  <a:pt x="3010" y="17660"/>
                  <a:pt x="3040" y="17630"/>
                  <a:pt x="3071" y="17599"/>
                </a:cubicBezTo>
                <a:lnTo>
                  <a:pt x="3040" y="17599"/>
                </a:lnTo>
                <a:cubicBezTo>
                  <a:pt x="2979" y="17538"/>
                  <a:pt x="2979" y="17478"/>
                  <a:pt x="3071" y="17417"/>
                </a:cubicBezTo>
                <a:cubicBezTo>
                  <a:pt x="3101" y="17417"/>
                  <a:pt x="3162" y="17478"/>
                  <a:pt x="3192" y="17508"/>
                </a:cubicBezTo>
                <a:cubicBezTo>
                  <a:pt x="3253" y="17538"/>
                  <a:pt x="3253" y="17599"/>
                  <a:pt x="3314" y="17630"/>
                </a:cubicBezTo>
                <a:cubicBezTo>
                  <a:pt x="3527" y="17782"/>
                  <a:pt x="3587" y="17934"/>
                  <a:pt x="3405" y="18116"/>
                </a:cubicBezTo>
                <a:cubicBezTo>
                  <a:pt x="3413" y="18124"/>
                  <a:pt x="3426" y="18128"/>
                  <a:pt x="3440" y="18128"/>
                </a:cubicBezTo>
                <a:cubicBezTo>
                  <a:pt x="3480" y="18128"/>
                  <a:pt x="3535" y="18100"/>
                  <a:pt x="3557" y="18055"/>
                </a:cubicBezTo>
                <a:lnTo>
                  <a:pt x="3618" y="18025"/>
                </a:lnTo>
                <a:cubicBezTo>
                  <a:pt x="3648" y="17964"/>
                  <a:pt x="3709" y="17934"/>
                  <a:pt x="3739" y="17934"/>
                </a:cubicBezTo>
                <a:lnTo>
                  <a:pt x="3922" y="17964"/>
                </a:lnTo>
                <a:cubicBezTo>
                  <a:pt x="4074" y="17994"/>
                  <a:pt x="4195" y="18086"/>
                  <a:pt x="4286" y="18207"/>
                </a:cubicBezTo>
                <a:lnTo>
                  <a:pt x="4408" y="18146"/>
                </a:lnTo>
                <a:cubicBezTo>
                  <a:pt x="4438" y="18146"/>
                  <a:pt x="4408" y="18025"/>
                  <a:pt x="4347" y="17994"/>
                </a:cubicBezTo>
                <a:cubicBezTo>
                  <a:pt x="4256" y="17903"/>
                  <a:pt x="4165" y="17812"/>
                  <a:pt x="4074" y="17782"/>
                </a:cubicBezTo>
                <a:cubicBezTo>
                  <a:pt x="3952" y="17690"/>
                  <a:pt x="3922" y="17690"/>
                  <a:pt x="4013" y="17660"/>
                </a:cubicBezTo>
                <a:cubicBezTo>
                  <a:pt x="4165" y="17538"/>
                  <a:pt x="4317" y="17478"/>
                  <a:pt x="4499" y="17447"/>
                </a:cubicBezTo>
                <a:cubicBezTo>
                  <a:pt x="4712" y="17478"/>
                  <a:pt x="4590" y="17721"/>
                  <a:pt x="4742" y="17812"/>
                </a:cubicBezTo>
                <a:lnTo>
                  <a:pt x="4742" y="17873"/>
                </a:lnTo>
                <a:cubicBezTo>
                  <a:pt x="4784" y="17977"/>
                  <a:pt x="4811" y="18024"/>
                  <a:pt x="4883" y="18024"/>
                </a:cubicBezTo>
                <a:cubicBezTo>
                  <a:pt x="4916" y="18024"/>
                  <a:pt x="4958" y="18014"/>
                  <a:pt x="5016" y="17994"/>
                </a:cubicBezTo>
                <a:cubicBezTo>
                  <a:pt x="5107" y="17994"/>
                  <a:pt x="5198" y="17934"/>
                  <a:pt x="5259" y="17934"/>
                </a:cubicBezTo>
                <a:lnTo>
                  <a:pt x="5502" y="17994"/>
                </a:lnTo>
                <a:cubicBezTo>
                  <a:pt x="5624" y="17873"/>
                  <a:pt x="5654" y="17721"/>
                  <a:pt x="5533" y="17599"/>
                </a:cubicBezTo>
                <a:cubicBezTo>
                  <a:pt x="5502" y="17569"/>
                  <a:pt x="5715" y="17478"/>
                  <a:pt x="5806" y="17478"/>
                </a:cubicBezTo>
                <a:cubicBezTo>
                  <a:pt x="5897" y="17478"/>
                  <a:pt x="5989" y="17478"/>
                  <a:pt x="6080" y="17447"/>
                </a:cubicBezTo>
                <a:cubicBezTo>
                  <a:pt x="6080" y="17441"/>
                  <a:pt x="6082" y="17439"/>
                  <a:pt x="6086" y="17439"/>
                </a:cubicBezTo>
                <a:cubicBezTo>
                  <a:pt x="6103" y="17439"/>
                  <a:pt x="6147" y="17478"/>
                  <a:pt x="6171" y="17478"/>
                </a:cubicBezTo>
                <a:lnTo>
                  <a:pt x="6323" y="17478"/>
                </a:lnTo>
                <a:cubicBezTo>
                  <a:pt x="6353" y="17478"/>
                  <a:pt x="6262" y="17265"/>
                  <a:pt x="6323" y="17204"/>
                </a:cubicBezTo>
                <a:cubicBezTo>
                  <a:pt x="6347" y="17168"/>
                  <a:pt x="6408" y="17156"/>
                  <a:pt x="6478" y="17156"/>
                </a:cubicBezTo>
                <a:cubicBezTo>
                  <a:pt x="6585" y="17156"/>
                  <a:pt x="6712" y="17186"/>
                  <a:pt x="6749" y="17204"/>
                </a:cubicBezTo>
                <a:cubicBezTo>
                  <a:pt x="6766" y="17216"/>
                  <a:pt x="6782" y="17221"/>
                  <a:pt x="6797" y="17221"/>
                </a:cubicBezTo>
                <a:cubicBezTo>
                  <a:pt x="6861" y="17221"/>
                  <a:pt x="6901" y="17132"/>
                  <a:pt x="6901" y="17083"/>
                </a:cubicBezTo>
                <a:cubicBezTo>
                  <a:pt x="6901" y="17047"/>
                  <a:pt x="6880" y="17032"/>
                  <a:pt x="6856" y="17032"/>
                </a:cubicBezTo>
                <a:cubicBezTo>
                  <a:pt x="6840" y="17032"/>
                  <a:pt x="6822" y="17040"/>
                  <a:pt x="6809" y="17052"/>
                </a:cubicBezTo>
                <a:lnTo>
                  <a:pt x="6779" y="17052"/>
                </a:lnTo>
                <a:lnTo>
                  <a:pt x="6688" y="17083"/>
                </a:lnTo>
                <a:cubicBezTo>
                  <a:pt x="6627" y="16991"/>
                  <a:pt x="6627" y="16900"/>
                  <a:pt x="6657" y="16809"/>
                </a:cubicBezTo>
                <a:lnTo>
                  <a:pt x="6597" y="16718"/>
                </a:lnTo>
                <a:cubicBezTo>
                  <a:pt x="6657" y="16687"/>
                  <a:pt x="6688" y="16657"/>
                  <a:pt x="6749" y="16657"/>
                </a:cubicBezTo>
                <a:lnTo>
                  <a:pt x="6809" y="16657"/>
                </a:lnTo>
                <a:cubicBezTo>
                  <a:pt x="6813" y="16660"/>
                  <a:pt x="6817" y="16662"/>
                  <a:pt x="6822" y="16662"/>
                </a:cubicBezTo>
                <a:cubicBezTo>
                  <a:pt x="6865" y="16662"/>
                  <a:pt x="6965" y="16562"/>
                  <a:pt x="6992" y="16535"/>
                </a:cubicBezTo>
                <a:cubicBezTo>
                  <a:pt x="6996" y="16527"/>
                  <a:pt x="7005" y="16523"/>
                  <a:pt x="7017" y="16523"/>
                </a:cubicBezTo>
                <a:cubicBezTo>
                  <a:pt x="7089" y="16523"/>
                  <a:pt x="7283" y="16657"/>
                  <a:pt x="7387" y="16657"/>
                </a:cubicBezTo>
                <a:cubicBezTo>
                  <a:pt x="7478" y="16657"/>
                  <a:pt x="7569" y="16748"/>
                  <a:pt x="7539" y="16870"/>
                </a:cubicBezTo>
                <a:lnTo>
                  <a:pt x="7508" y="16991"/>
                </a:lnTo>
                <a:cubicBezTo>
                  <a:pt x="7478" y="17022"/>
                  <a:pt x="7448" y="17052"/>
                  <a:pt x="7417" y="17052"/>
                </a:cubicBezTo>
                <a:lnTo>
                  <a:pt x="7387" y="17052"/>
                </a:lnTo>
                <a:cubicBezTo>
                  <a:pt x="7356" y="17022"/>
                  <a:pt x="7235" y="16748"/>
                  <a:pt x="7083" y="16748"/>
                </a:cubicBezTo>
                <a:cubicBezTo>
                  <a:pt x="7072" y="16745"/>
                  <a:pt x="7062" y="16744"/>
                  <a:pt x="7054" y="16744"/>
                </a:cubicBezTo>
                <a:cubicBezTo>
                  <a:pt x="6972" y="16744"/>
                  <a:pt x="7028" y="16872"/>
                  <a:pt x="7083" y="16900"/>
                </a:cubicBezTo>
                <a:cubicBezTo>
                  <a:pt x="7174" y="16991"/>
                  <a:pt x="7265" y="17113"/>
                  <a:pt x="7326" y="17204"/>
                </a:cubicBezTo>
                <a:lnTo>
                  <a:pt x="7539" y="17204"/>
                </a:lnTo>
                <a:cubicBezTo>
                  <a:pt x="7645" y="17189"/>
                  <a:pt x="7744" y="17181"/>
                  <a:pt x="7843" y="17181"/>
                </a:cubicBezTo>
                <a:cubicBezTo>
                  <a:pt x="7942" y="17181"/>
                  <a:pt x="8040" y="17189"/>
                  <a:pt x="8147" y="17204"/>
                </a:cubicBezTo>
                <a:cubicBezTo>
                  <a:pt x="8208" y="17234"/>
                  <a:pt x="8177" y="17295"/>
                  <a:pt x="8056" y="17356"/>
                </a:cubicBezTo>
                <a:lnTo>
                  <a:pt x="7964" y="17386"/>
                </a:lnTo>
                <a:lnTo>
                  <a:pt x="7904" y="17386"/>
                </a:lnTo>
                <a:cubicBezTo>
                  <a:pt x="7873" y="17417"/>
                  <a:pt x="7904" y="17447"/>
                  <a:pt x="7964" y="17447"/>
                </a:cubicBezTo>
                <a:lnTo>
                  <a:pt x="8056" y="17690"/>
                </a:lnTo>
                <a:cubicBezTo>
                  <a:pt x="8299" y="17660"/>
                  <a:pt x="8633" y="17569"/>
                  <a:pt x="8815" y="17538"/>
                </a:cubicBezTo>
                <a:lnTo>
                  <a:pt x="8998" y="17508"/>
                </a:lnTo>
                <a:cubicBezTo>
                  <a:pt x="9028" y="17478"/>
                  <a:pt x="8937" y="17417"/>
                  <a:pt x="8876" y="17386"/>
                </a:cubicBezTo>
                <a:cubicBezTo>
                  <a:pt x="8785" y="17386"/>
                  <a:pt x="8907" y="17326"/>
                  <a:pt x="9089" y="17326"/>
                </a:cubicBezTo>
                <a:lnTo>
                  <a:pt x="9089" y="17356"/>
                </a:lnTo>
                <a:cubicBezTo>
                  <a:pt x="9211" y="17599"/>
                  <a:pt x="9515" y="17478"/>
                  <a:pt x="9697" y="17599"/>
                </a:cubicBezTo>
                <a:cubicBezTo>
                  <a:pt x="9725" y="17613"/>
                  <a:pt x="9749" y="17619"/>
                  <a:pt x="9769" y="17619"/>
                </a:cubicBezTo>
                <a:cubicBezTo>
                  <a:pt x="9836" y="17619"/>
                  <a:pt x="9870" y="17555"/>
                  <a:pt x="9940" y="17508"/>
                </a:cubicBezTo>
                <a:cubicBezTo>
                  <a:pt x="10001" y="17417"/>
                  <a:pt x="9970" y="17356"/>
                  <a:pt x="9879" y="17326"/>
                </a:cubicBezTo>
                <a:lnTo>
                  <a:pt x="9697" y="17265"/>
                </a:lnTo>
                <a:cubicBezTo>
                  <a:pt x="9575" y="17143"/>
                  <a:pt x="9606" y="17022"/>
                  <a:pt x="9788" y="17022"/>
                </a:cubicBezTo>
                <a:lnTo>
                  <a:pt x="9940" y="17022"/>
                </a:lnTo>
                <a:cubicBezTo>
                  <a:pt x="10034" y="17022"/>
                  <a:pt x="10127" y="16932"/>
                  <a:pt x="10235" y="16932"/>
                </a:cubicBezTo>
                <a:cubicBezTo>
                  <a:pt x="10267" y="16932"/>
                  <a:pt x="10300" y="16940"/>
                  <a:pt x="10335" y="16961"/>
                </a:cubicBezTo>
                <a:cubicBezTo>
                  <a:pt x="10364" y="16978"/>
                  <a:pt x="10392" y="16985"/>
                  <a:pt x="10418" y="16985"/>
                </a:cubicBezTo>
                <a:cubicBezTo>
                  <a:pt x="10493" y="16985"/>
                  <a:pt x="10559" y="16935"/>
                  <a:pt x="10616" y="16935"/>
                </a:cubicBezTo>
                <a:cubicBezTo>
                  <a:pt x="10646" y="16935"/>
                  <a:pt x="10674" y="16949"/>
                  <a:pt x="10700" y="16991"/>
                </a:cubicBezTo>
                <a:cubicBezTo>
                  <a:pt x="10761" y="16991"/>
                  <a:pt x="10791" y="16991"/>
                  <a:pt x="10822" y="16961"/>
                </a:cubicBezTo>
                <a:lnTo>
                  <a:pt x="10882" y="16900"/>
                </a:lnTo>
                <a:cubicBezTo>
                  <a:pt x="10898" y="16877"/>
                  <a:pt x="10914" y="16867"/>
                  <a:pt x="10928" y="16867"/>
                </a:cubicBezTo>
                <a:cubicBezTo>
                  <a:pt x="10970" y="16867"/>
                  <a:pt x="11004" y="16946"/>
                  <a:pt x="11004" y="16991"/>
                </a:cubicBezTo>
                <a:cubicBezTo>
                  <a:pt x="10974" y="17083"/>
                  <a:pt x="10943" y="17174"/>
                  <a:pt x="10882" y="17234"/>
                </a:cubicBezTo>
                <a:lnTo>
                  <a:pt x="10822" y="17265"/>
                </a:lnTo>
                <a:cubicBezTo>
                  <a:pt x="10809" y="17271"/>
                  <a:pt x="10796" y="17273"/>
                  <a:pt x="10782" y="17273"/>
                </a:cubicBezTo>
                <a:cubicBezTo>
                  <a:pt x="10724" y="17273"/>
                  <a:pt x="10651" y="17234"/>
                  <a:pt x="10578" y="17234"/>
                </a:cubicBezTo>
                <a:lnTo>
                  <a:pt x="10335" y="17113"/>
                </a:lnTo>
                <a:cubicBezTo>
                  <a:pt x="10244" y="17143"/>
                  <a:pt x="10153" y="17174"/>
                  <a:pt x="10122" y="17204"/>
                </a:cubicBezTo>
                <a:cubicBezTo>
                  <a:pt x="10092" y="17234"/>
                  <a:pt x="10153" y="17326"/>
                  <a:pt x="10183" y="17356"/>
                </a:cubicBezTo>
                <a:cubicBezTo>
                  <a:pt x="10204" y="17417"/>
                  <a:pt x="10220" y="17437"/>
                  <a:pt x="10236" y="17437"/>
                </a:cubicBezTo>
                <a:cubicBezTo>
                  <a:pt x="10268" y="17437"/>
                  <a:pt x="10295" y="17356"/>
                  <a:pt x="10335" y="17356"/>
                </a:cubicBezTo>
                <a:cubicBezTo>
                  <a:pt x="10361" y="17346"/>
                  <a:pt x="10385" y="17342"/>
                  <a:pt x="10409" y="17342"/>
                </a:cubicBezTo>
                <a:cubicBezTo>
                  <a:pt x="10529" y="17342"/>
                  <a:pt x="10634" y="17447"/>
                  <a:pt x="10761" y="17447"/>
                </a:cubicBezTo>
                <a:lnTo>
                  <a:pt x="10791" y="17447"/>
                </a:lnTo>
                <a:cubicBezTo>
                  <a:pt x="10806" y="17493"/>
                  <a:pt x="10829" y="17516"/>
                  <a:pt x="10852" y="17516"/>
                </a:cubicBezTo>
                <a:cubicBezTo>
                  <a:pt x="10875" y="17516"/>
                  <a:pt x="10898" y="17493"/>
                  <a:pt x="10913" y="17447"/>
                </a:cubicBezTo>
                <a:lnTo>
                  <a:pt x="10974" y="17447"/>
                </a:lnTo>
                <a:lnTo>
                  <a:pt x="11217" y="17356"/>
                </a:lnTo>
                <a:cubicBezTo>
                  <a:pt x="11242" y="17206"/>
                  <a:pt x="11308" y="17097"/>
                  <a:pt x="11381" y="17097"/>
                </a:cubicBezTo>
                <a:cubicBezTo>
                  <a:pt x="11397" y="17097"/>
                  <a:pt x="11413" y="17102"/>
                  <a:pt x="11429" y="17113"/>
                </a:cubicBezTo>
                <a:lnTo>
                  <a:pt x="11429" y="17143"/>
                </a:lnTo>
                <a:lnTo>
                  <a:pt x="11369" y="17234"/>
                </a:lnTo>
                <a:cubicBezTo>
                  <a:pt x="11308" y="17326"/>
                  <a:pt x="11369" y="17386"/>
                  <a:pt x="11521" y="17386"/>
                </a:cubicBezTo>
                <a:lnTo>
                  <a:pt x="11642" y="17295"/>
                </a:lnTo>
                <a:cubicBezTo>
                  <a:pt x="11688" y="17280"/>
                  <a:pt x="11733" y="17272"/>
                  <a:pt x="11779" y="17272"/>
                </a:cubicBezTo>
                <a:cubicBezTo>
                  <a:pt x="11825" y="17272"/>
                  <a:pt x="11870" y="17280"/>
                  <a:pt x="11916" y="17295"/>
                </a:cubicBezTo>
                <a:cubicBezTo>
                  <a:pt x="12007" y="17386"/>
                  <a:pt x="11946" y="17447"/>
                  <a:pt x="11794" y="17447"/>
                </a:cubicBezTo>
                <a:lnTo>
                  <a:pt x="11764" y="17447"/>
                </a:lnTo>
                <a:cubicBezTo>
                  <a:pt x="11764" y="17538"/>
                  <a:pt x="11703" y="17599"/>
                  <a:pt x="11673" y="17690"/>
                </a:cubicBezTo>
                <a:lnTo>
                  <a:pt x="11642" y="17690"/>
                </a:lnTo>
                <a:cubicBezTo>
                  <a:pt x="11490" y="17721"/>
                  <a:pt x="11490" y="17782"/>
                  <a:pt x="11551" y="17842"/>
                </a:cubicBezTo>
                <a:lnTo>
                  <a:pt x="11612" y="17873"/>
                </a:lnTo>
                <a:cubicBezTo>
                  <a:pt x="11733" y="17873"/>
                  <a:pt x="11825" y="17690"/>
                  <a:pt x="11855" y="17630"/>
                </a:cubicBezTo>
                <a:cubicBezTo>
                  <a:pt x="11855" y="17569"/>
                  <a:pt x="12037" y="17447"/>
                  <a:pt x="12250" y="17356"/>
                </a:cubicBezTo>
                <a:lnTo>
                  <a:pt x="12433" y="17234"/>
                </a:lnTo>
                <a:cubicBezTo>
                  <a:pt x="12493" y="17204"/>
                  <a:pt x="12585" y="17204"/>
                  <a:pt x="12615" y="17204"/>
                </a:cubicBezTo>
                <a:lnTo>
                  <a:pt x="12645" y="17234"/>
                </a:lnTo>
                <a:cubicBezTo>
                  <a:pt x="12656" y="17245"/>
                  <a:pt x="12673" y="17249"/>
                  <a:pt x="12695" y="17249"/>
                </a:cubicBezTo>
                <a:cubicBezTo>
                  <a:pt x="12792" y="17249"/>
                  <a:pt x="12982" y="17170"/>
                  <a:pt x="13094" y="17170"/>
                </a:cubicBezTo>
                <a:cubicBezTo>
                  <a:pt x="13108" y="17170"/>
                  <a:pt x="13120" y="17171"/>
                  <a:pt x="13132" y="17174"/>
                </a:cubicBezTo>
                <a:cubicBezTo>
                  <a:pt x="13253" y="17204"/>
                  <a:pt x="13344" y="17265"/>
                  <a:pt x="13405" y="17356"/>
                </a:cubicBezTo>
                <a:cubicBezTo>
                  <a:pt x="13405" y="17417"/>
                  <a:pt x="13466" y="17417"/>
                  <a:pt x="13466" y="17417"/>
                </a:cubicBezTo>
                <a:cubicBezTo>
                  <a:pt x="13466" y="17356"/>
                  <a:pt x="13496" y="17326"/>
                  <a:pt x="13496" y="17265"/>
                </a:cubicBezTo>
                <a:cubicBezTo>
                  <a:pt x="13496" y="17257"/>
                  <a:pt x="13503" y="17253"/>
                  <a:pt x="13515" y="17253"/>
                </a:cubicBezTo>
                <a:cubicBezTo>
                  <a:pt x="13547" y="17253"/>
                  <a:pt x="13620" y="17281"/>
                  <a:pt x="13709" y="17326"/>
                </a:cubicBezTo>
                <a:lnTo>
                  <a:pt x="13892" y="17326"/>
                </a:lnTo>
                <a:cubicBezTo>
                  <a:pt x="13945" y="17304"/>
                  <a:pt x="13984" y="17294"/>
                  <a:pt x="14005" y="17294"/>
                </a:cubicBezTo>
                <a:cubicBezTo>
                  <a:pt x="14042" y="17294"/>
                  <a:pt x="14020" y="17328"/>
                  <a:pt x="13922" y="17386"/>
                </a:cubicBezTo>
                <a:lnTo>
                  <a:pt x="13892" y="17478"/>
                </a:lnTo>
                <a:lnTo>
                  <a:pt x="13861" y="17538"/>
                </a:lnTo>
                <a:cubicBezTo>
                  <a:pt x="13892" y="17660"/>
                  <a:pt x="13770" y="17721"/>
                  <a:pt x="13588" y="17721"/>
                </a:cubicBezTo>
                <a:lnTo>
                  <a:pt x="13648" y="17569"/>
                </a:lnTo>
                <a:cubicBezTo>
                  <a:pt x="13648" y="17538"/>
                  <a:pt x="13618" y="17508"/>
                  <a:pt x="13588" y="17508"/>
                </a:cubicBezTo>
                <a:cubicBezTo>
                  <a:pt x="13496" y="17569"/>
                  <a:pt x="13436" y="17599"/>
                  <a:pt x="13344" y="17660"/>
                </a:cubicBezTo>
                <a:lnTo>
                  <a:pt x="13314" y="17690"/>
                </a:lnTo>
                <a:cubicBezTo>
                  <a:pt x="13253" y="17660"/>
                  <a:pt x="13192" y="17508"/>
                  <a:pt x="13192" y="17447"/>
                </a:cubicBezTo>
                <a:cubicBezTo>
                  <a:pt x="13192" y="17386"/>
                  <a:pt x="13040" y="17356"/>
                  <a:pt x="12980" y="17356"/>
                </a:cubicBezTo>
                <a:cubicBezTo>
                  <a:pt x="12919" y="17356"/>
                  <a:pt x="12949" y="17417"/>
                  <a:pt x="12980" y="17417"/>
                </a:cubicBezTo>
                <a:cubicBezTo>
                  <a:pt x="13040" y="17478"/>
                  <a:pt x="13071" y="17569"/>
                  <a:pt x="13132" y="17690"/>
                </a:cubicBezTo>
                <a:lnTo>
                  <a:pt x="13132" y="17812"/>
                </a:lnTo>
                <a:lnTo>
                  <a:pt x="13132" y="17842"/>
                </a:lnTo>
                <a:cubicBezTo>
                  <a:pt x="13056" y="17855"/>
                  <a:pt x="12981" y="17862"/>
                  <a:pt x="12905" y="17862"/>
                </a:cubicBezTo>
                <a:cubicBezTo>
                  <a:pt x="12798" y="17862"/>
                  <a:pt x="12691" y="17848"/>
                  <a:pt x="12585" y="17812"/>
                </a:cubicBezTo>
                <a:lnTo>
                  <a:pt x="12463" y="17630"/>
                </a:lnTo>
                <a:cubicBezTo>
                  <a:pt x="12437" y="17604"/>
                  <a:pt x="12401" y="17595"/>
                  <a:pt x="12365" y="17595"/>
                </a:cubicBezTo>
                <a:cubicBezTo>
                  <a:pt x="12316" y="17595"/>
                  <a:pt x="12268" y="17612"/>
                  <a:pt x="12250" y="17630"/>
                </a:cubicBezTo>
                <a:cubicBezTo>
                  <a:pt x="12250" y="17660"/>
                  <a:pt x="12281" y="17721"/>
                  <a:pt x="12311" y="17751"/>
                </a:cubicBezTo>
                <a:lnTo>
                  <a:pt x="12341" y="17812"/>
                </a:lnTo>
                <a:cubicBezTo>
                  <a:pt x="12433" y="17873"/>
                  <a:pt x="12372" y="17964"/>
                  <a:pt x="12311" y="17994"/>
                </a:cubicBezTo>
                <a:cubicBezTo>
                  <a:pt x="12250" y="18025"/>
                  <a:pt x="12554" y="18116"/>
                  <a:pt x="12676" y="18146"/>
                </a:cubicBezTo>
                <a:cubicBezTo>
                  <a:pt x="12708" y="18154"/>
                  <a:pt x="12737" y="18158"/>
                  <a:pt x="12759" y="18158"/>
                </a:cubicBezTo>
                <a:cubicBezTo>
                  <a:pt x="12821" y="18158"/>
                  <a:pt x="12842" y="18130"/>
                  <a:pt x="12797" y="18086"/>
                </a:cubicBezTo>
                <a:lnTo>
                  <a:pt x="12676" y="18086"/>
                </a:lnTo>
                <a:cubicBezTo>
                  <a:pt x="12676" y="18025"/>
                  <a:pt x="12706" y="17934"/>
                  <a:pt x="12767" y="17903"/>
                </a:cubicBezTo>
                <a:lnTo>
                  <a:pt x="12858" y="17964"/>
                </a:lnTo>
                <a:cubicBezTo>
                  <a:pt x="12980" y="18055"/>
                  <a:pt x="13132" y="18146"/>
                  <a:pt x="13284" y="18238"/>
                </a:cubicBezTo>
                <a:cubicBezTo>
                  <a:pt x="13324" y="18251"/>
                  <a:pt x="13365" y="18265"/>
                  <a:pt x="13398" y="18265"/>
                </a:cubicBezTo>
                <a:cubicBezTo>
                  <a:pt x="13438" y="18265"/>
                  <a:pt x="13466" y="18244"/>
                  <a:pt x="13466" y="18177"/>
                </a:cubicBezTo>
                <a:cubicBezTo>
                  <a:pt x="13466" y="18055"/>
                  <a:pt x="13618" y="18086"/>
                  <a:pt x="13618" y="18055"/>
                </a:cubicBezTo>
                <a:lnTo>
                  <a:pt x="13618" y="17934"/>
                </a:lnTo>
                <a:lnTo>
                  <a:pt x="13618" y="17903"/>
                </a:lnTo>
                <a:cubicBezTo>
                  <a:pt x="13588" y="17873"/>
                  <a:pt x="13770" y="17842"/>
                  <a:pt x="13831" y="17842"/>
                </a:cubicBezTo>
                <a:cubicBezTo>
                  <a:pt x="13892" y="17842"/>
                  <a:pt x="13983" y="18025"/>
                  <a:pt x="13922" y="18086"/>
                </a:cubicBezTo>
                <a:cubicBezTo>
                  <a:pt x="13831" y="18116"/>
                  <a:pt x="14013" y="18177"/>
                  <a:pt x="14104" y="18207"/>
                </a:cubicBezTo>
                <a:cubicBezTo>
                  <a:pt x="14111" y="18210"/>
                  <a:pt x="14117" y="18212"/>
                  <a:pt x="14123" y="18212"/>
                </a:cubicBezTo>
                <a:cubicBezTo>
                  <a:pt x="14171" y="18212"/>
                  <a:pt x="14195" y="18113"/>
                  <a:pt x="14195" y="18086"/>
                </a:cubicBezTo>
                <a:cubicBezTo>
                  <a:pt x="14195" y="17994"/>
                  <a:pt x="14195" y="17873"/>
                  <a:pt x="14195" y="17782"/>
                </a:cubicBezTo>
                <a:lnTo>
                  <a:pt x="14074" y="17690"/>
                </a:lnTo>
                <a:cubicBezTo>
                  <a:pt x="14044" y="17690"/>
                  <a:pt x="14104" y="17599"/>
                  <a:pt x="14135" y="17569"/>
                </a:cubicBezTo>
                <a:lnTo>
                  <a:pt x="14195" y="17508"/>
                </a:lnTo>
                <a:cubicBezTo>
                  <a:pt x="14287" y="17478"/>
                  <a:pt x="14347" y="17417"/>
                  <a:pt x="14287" y="17417"/>
                </a:cubicBezTo>
                <a:lnTo>
                  <a:pt x="14226" y="17417"/>
                </a:lnTo>
                <a:cubicBezTo>
                  <a:pt x="14195" y="17417"/>
                  <a:pt x="14408" y="17295"/>
                  <a:pt x="14439" y="17234"/>
                </a:cubicBezTo>
                <a:cubicBezTo>
                  <a:pt x="14469" y="17143"/>
                  <a:pt x="14530" y="17083"/>
                  <a:pt x="14591" y="17052"/>
                </a:cubicBezTo>
                <a:cubicBezTo>
                  <a:pt x="14594" y="17049"/>
                  <a:pt x="14598" y="17047"/>
                  <a:pt x="14602" y="17047"/>
                </a:cubicBezTo>
                <a:cubicBezTo>
                  <a:pt x="14634" y="17047"/>
                  <a:pt x="14682" y="17147"/>
                  <a:pt x="14682" y="17174"/>
                </a:cubicBezTo>
                <a:cubicBezTo>
                  <a:pt x="14773" y="17265"/>
                  <a:pt x="14864" y="17295"/>
                  <a:pt x="14986" y="17295"/>
                </a:cubicBezTo>
                <a:cubicBezTo>
                  <a:pt x="15138" y="17265"/>
                  <a:pt x="15290" y="17234"/>
                  <a:pt x="15472" y="17204"/>
                </a:cubicBezTo>
                <a:lnTo>
                  <a:pt x="15624" y="17174"/>
                </a:lnTo>
                <a:cubicBezTo>
                  <a:pt x="15654" y="17174"/>
                  <a:pt x="15654" y="17083"/>
                  <a:pt x="15715" y="17052"/>
                </a:cubicBezTo>
                <a:lnTo>
                  <a:pt x="15867" y="17052"/>
                </a:lnTo>
                <a:cubicBezTo>
                  <a:pt x="15958" y="17083"/>
                  <a:pt x="16019" y="17174"/>
                  <a:pt x="16110" y="17204"/>
                </a:cubicBezTo>
                <a:lnTo>
                  <a:pt x="16262" y="17234"/>
                </a:lnTo>
                <a:cubicBezTo>
                  <a:pt x="16293" y="17143"/>
                  <a:pt x="16354" y="17052"/>
                  <a:pt x="16384" y="17052"/>
                </a:cubicBezTo>
                <a:cubicBezTo>
                  <a:pt x="16475" y="17098"/>
                  <a:pt x="16566" y="17121"/>
                  <a:pt x="16654" y="17121"/>
                </a:cubicBezTo>
                <a:cubicBezTo>
                  <a:pt x="16741" y="17121"/>
                  <a:pt x="16825" y="17098"/>
                  <a:pt x="16901" y="17052"/>
                </a:cubicBezTo>
                <a:lnTo>
                  <a:pt x="17022" y="17022"/>
                </a:lnTo>
                <a:cubicBezTo>
                  <a:pt x="17053" y="17083"/>
                  <a:pt x="17113" y="17174"/>
                  <a:pt x="17174" y="17204"/>
                </a:cubicBezTo>
                <a:cubicBezTo>
                  <a:pt x="17180" y="17207"/>
                  <a:pt x="17188" y="17208"/>
                  <a:pt x="17197" y="17208"/>
                </a:cubicBezTo>
                <a:cubicBezTo>
                  <a:pt x="17272" y="17208"/>
                  <a:pt x="17459" y="17129"/>
                  <a:pt x="17585" y="17129"/>
                </a:cubicBezTo>
                <a:cubicBezTo>
                  <a:pt x="17614" y="17129"/>
                  <a:pt x="17640" y="17133"/>
                  <a:pt x="17661" y="17143"/>
                </a:cubicBezTo>
                <a:cubicBezTo>
                  <a:pt x="17696" y="17161"/>
                  <a:pt x="17714" y="17168"/>
                  <a:pt x="17719" y="17168"/>
                </a:cubicBezTo>
                <a:cubicBezTo>
                  <a:pt x="17731" y="17168"/>
                  <a:pt x="17673" y="17125"/>
                  <a:pt x="17630" y="17083"/>
                </a:cubicBezTo>
                <a:cubicBezTo>
                  <a:pt x="17569" y="17052"/>
                  <a:pt x="17630" y="17022"/>
                  <a:pt x="17782" y="17022"/>
                </a:cubicBezTo>
                <a:lnTo>
                  <a:pt x="17873" y="17022"/>
                </a:lnTo>
                <a:cubicBezTo>
                  <a:pt x="17965" y="17022"/>
                  <a:pt x="18086" y="17083"/>
                  <a:pt x="18147" y="17083"/>
                </a:cubicBezTo>
                <a:cubicBezTo>
                  <a:pt x="18208" y="17083"/>
                  <a:pt x="18360" y="17052"/>
                  <a:pt x="18360" y="17022"/>
                </a:cubicBezTo>
                <a:cubicBezTo>
                  <a:pt x="18360" y="16931"/>
                  <a:pt x="18398" y="16908"/>
                  <a:pt x="18447" y="16908"/>
                </a:cubicBezTo>
                <a:cubicBezTo>
                  <a:pt x="18496" y="16908"/>
                  <a:pt x="18557" y="16931"/>
                  <a:pt x="18603" y="16931"/>
                </a:cubicBezTo>
                <a:lnTo>
                  <a:pt x="18816" y="16870"/>
                </a:lnTo>
                <a:cubicBezTo>
                  <a:pt x="18816" y="16921"/>
                  <a:pt x="18843" y="16940"/>
                  <a:pt x="18879" y="16940"/>
                </a:cubicBezTo>
                <a:cubicBezTo>
                  <a:pt x="18928" y="16940"/>
                  <a:pt x="18993" y="16905"/>
                  <a:pt x="19028" y="16870"/>
                </a:cubicBezTo>
                <a:cubicBezTo>
                  <a:pt x="19050" y="16848"/>
                  <a:pt x="19083" y="16838"/>
                  <a:pt x="19122" y="16838"/>
                </a:cubicBezTo>
                <a:cubicBezTo>
                  <a:pt x="19193" y="16838"/>
                  <a:pt x="19284" y="16872"/>
                  <a:pt x="19363" y="16931"/>
                </a:cubicBezTo>
                <a:lnTo>
                  <a:pt x="19758" y="16931"/>
                </a:lnTo>
                <a:cubicBezTo>
                  <a:pt x="19804" y="16938"/>
                  <a:pt x="19847" y="16942"/>
                  <a:pt x="19887" y="16942"/>
                </a:cubicBezTo>
                <a:cubicBezTo>
                  <a:pt x="20005" y="16942"/>
                  <a:pt x="20085" y="16908"/>
                  <a:pt x="20062" y="16839"/>
                </a:cubicBezTo>
                <a:lnTo>
                  <a:pt x="20183" y="16809"/>
                </a:lnTo>
                <a:cubicBezTo>
                  <a:pt x="20244" y="16809"/>
                  <a:pt x="20305" y="16748"/>
                  <a:pt x="20366" y="16748"/>
                </a:cubicBezTo>
                <a:lnTo>
                  <a:pt x="20396" y="16748"/>
                </a:lnTo>
                <a:cubicBezTo>
                  <a:pt x="20400" y="16750"/>
                  <a:pt x="20404" y="16751"/>
                  <a:pt x="20408" y="16751"/>
                </a:cubicBezTo>
                <a:cubicBezTo>
                  <a:pt x="20478" y="16751"/>
                  <a:pt x="20647" y="16535"/>
                  <a:pt x="20761" y="16535"/>
                </a:cubicBezTo>
                <a:cubicBezTo>
                  <a:pt x="20883" y="16566"/>
                  <a:pt x="21004" y="16596"/>
                  <a:pt x="21095" y="16687"/>
                </a:cubicBezTo>
                <a:lnTo>
                  <a:pt x="21095" y="16809"/>
                </a:lnTo>
                <a:cubicBezTo>
                  <a:pt x="21072" y="16855"/>
                  <a:pt x="21080" y="16870"/>
                  <a:pt x="21101" y="16870"/>
                </a:cubicBezTo>
                <a:cubicBezTo>
                  <a:pt x="21136" y="16870"/>
                  <a:pt x="21209" y="16828"/>
                  <a:pt x="21247" y="16809"/>
                </a:cubicBezTo>
                <a:cubicBezTo>
                  <a:pt x="21278" y="16748"/>
                  <a:pt x="21521" y="16596"/>
                  <a:pt x="21551" y="16535"/>
                </a:cubicBezTo>
                <a:cubicBezTo>
                  <a:pt x="21561" y="16515"/>
                  <a:pt x="21568" y="16505"/>
                  <a:pt x="21572" y="16505"/>
                </a:cubicBezTo>
                <a:lnTo>
                  <a:pt x="21572" y="16505"/>
                </a:lnTo>
                <a:cubicBezTo>
                  <a:pt x="21578" y="16505"/>
                  <a:pt x="21572" y="16546"/>
                  <a:pt x="21551" y="16627"/>
                </a:cubicBezTo>
                <a:lnTo>
                  <a:pt x="21734" y="16657"/>
                </a:lnTo>
                <a:lnTo>
                  <a:pt x="21916" y="16687"/>
                </a:lnTo>
                <a:cubicBezTo>
                  <a:pt x="21984" y="16619"/>
                  <a:pt x="22087" y="16585"/>
                  <a:pt x="22198" y="16585"/>
                </a:cubicBezTo>
                <a:cubicBezTo>
                  <a:pt x="22235" y="16585"/>
                  <a:pt x="22273" y="16589"/>
                  <a:pt x="22311" y="16596"/>
                </a:cubicBezTo>
                <a:lnTo>
                  <a:pt x="22372" y="16657"/>
                </a:lnTo>
                <a:cubicBezTo>
                  <a:pt x="22463" y="16718"/>
                  <a:pt x="22524" y="16839"/>
                  <a:pt x="22615" y="16900"/>
                </a:cubicBezTo>
                <a:cubicBezTo>
                  <a:pt x="22676" y="16870"/>
                  <a:pt x="22706" y="16839"/>
                  <a:pt x="22676" y="16779"/>
                </a:cubicBezTo>
                <a:cubicBezTo>
                  <a:pt x="22676" y="16748"/>
                  <a:pt x="22949" y="16657"/>
                  <a:pt x="23041" y="16627"/>
                </a:cubicBezTo>
                <a:cubicBezTo>
                  <a:pt x="23078" y="16614"/>
                  <a:pt x="23121" y="16607"/>
                  <a:pt x="23165" y="16607"/>
                </a:cubicBezTo>
                <a:cubicBezTo>
                  <a:pt x="23227" y="16607"/>
                  <a:pt x="23291" y="16621"/>
                  <a:pt x="23345" y="16657"/>
                </a:cubicBezTo>
                <a:cubicBezTo>
                  <a:pt x="23390" y="16672"/>
                  <a:pt x="23428" y="16680"/>
                  <a:pt x="23466" y="16680"/>
                </a:cubicBezTo>
                <a:cubicBezTo>
                  <a:pt x="23504" y="16680"/>
                  <a:pt x="23542" y="16672"/>
                  <a:pt x="23588" y="16657"/>
                </a:cubicBezTo>
                <a:lnTo>
                  <a:pt x="23679" y="16627"/>
                </a:lnTo>
                <a:cubicBezTo>
                  <a:pt x="23740" y="16596"/>
                  <a:pt x="23861" y="16566"/>
                  <a:pt x="23861" y="16535"/>
                </a:cubicBezTo>
                <a:lnTo>
                  <a:pt x="23831" y="16323"/>
                </a:lnTo>
                <a:cubicBezTo>
                  <a:pt x="23953" y="16262"/>
                  <a:pt x="24044" y="16171"/>
                  <a:pt x="24135" y="16049"/>
                </a:cubicBezTo>
                <a:lnTo>
                  <a:pt x="24135" y="16049"/>
                </a:lnTo>
                <a:cubicBezTo>
                  <a:pt x="24135" y="16049"/>
                  <a:pt x="23861" y="16201"/>
                  <a:pt x="23770" y="16262"/>
                </a:cubicBezTo>
                <a:cubicBezTo>
                  <a:pt x="23738" y="16283"/>
                  <a:pt x="23706" y="16293"/>
                  <a:pt x="23677" y="16293"/>
                </a:cubicBezTo>
                <a:cubicBezTo>
                  <a:pt x="23626" y="16293"/>
                  <a:pt x="23588" y="16260"/>
                  <a:pt x="23588" y="16201"/>
                </a:cubicBezTo>
                <a:lnTo>
                  <a:pt x="23405" y="16231"/>
                </a:lnTo>
                <a:lnTo>
                  <a:pt x="23223" y="16231"/>
                </a:lnTo>
                <a:cubicBezTo>
                  <a:pt x="23253" y="16140"/>
                  <a:pt x="23314" y="16019"/>
                  <a:pt x="23375" y="15927"/>
                </a:cubicBezTo>
                <a:cubicBezTo>
                  <a:pt x="23378" y="15924"/>
                  <a:pt x="23383" y="15923"/>
                  <a:pt x="23388" y="15923"/>
                </a:cubicBezTo>
                <a:cubicBezTo>
                  <a:pt x="23431" y="15923"/>
                  <a:pt x="23530" y="16022"/>
                  <a:pt x="23557" y="16049"/>
                </a:cubicBezTo>
                <a:cubicBezTo>
                  <a:pt x="23561" y="16052"/>
                  <a:pt x="23568" y="16054"/>
                  <a:pt x="23578" y="16054"/>
                </a:cubicBezTo>
                <a:cubicBezTo>
                  <a:pt x="23659" y="16054"/>
                  <a:pt x="23935" y="15955"/>
                  <a:pt x="24044" y="15927"/>
                </a:cubicBezTo>
                <a:cubicBezTo>
                  <a:pt x="24076" y="15906"/>
                  <a:pt x="24112" y="15896"/>
                  <a:pt x="24148" y="15896"/>
                </a:cubicBezTo>
                <a:cubicBezTo>
                  <a:pt x="24213" y="15896"/>
                  <a:pt x="24278" y="15929"/>
                  <a:pt x="24317" y="15988"/>
                </a:cubicBezTo>
                <a:cubicBezTo>
                  <a:pt x="24317" y="16019"/>
                  <a:pt x="24591" y="16019"/>
                  <a:pt x="24652" y="16079"/>
                </a:cubicBezTo>
                <a:cubicBezTo>
                  <a:pt x="24682" y="16140"/>
                  <a:pt x="24652" y="16201"/>
                  <a:pt x="24560" y="16201"/>
                </a:cubicBezTo>
                <a:lnTo>
                  <a:pt x="24469" y="16201"/>
                </a:lnTo>
                <a:lnTo>
                  <a:pt x="24044" y="16292"/>
                </a:lnTo>
                <a:cubicBezTo>
                  <a:pt x="24155" y="16381"/>
                  <a:pt x="24283" y="16438"/>
                  <a:pt x="24414" y="16438"/>
                </a:cubicBezTo>
                <a:cubicBezTo>
                  <a:pt x="24463" y="16438"/>
                  <a:pt x="24512" y="16430"/>
                  <a:pt x="24560" y="16414"/>
                </a:cubicBezTo>
                <a:cubicBezTo>
                  <a:pt x="24593" y="16406"/>
                  <a:pt x="24626" y="16402"/>
                  <a:pt x="24658" y="16402"/>
                </a:cubicBezTo>
                <a:cubicBezTo>
                  <a:pt x="24745" y="16402"/>
                  <a:pt x="24828" y="16430"/>
                  <a:pt x="24895" y="16475"/>
                </a:cubicBezTo>
                <a:cubicBezTo>
                  <a:pt x="24906" y="16486"/>
                  <a:pt x="24918" y="16491"/>
                  <a:pt x="24929" y="16491"/>
                </a:cubicBezTo>
                <a:cubicBezTo>
                  <a:pt x="24978" y="16491"/>
                  <a:pt x="25022" y="16402"/>
                  <a:pt x="25047" y="16353"/>
                </a:cubicBezTo>
                <a:cubicBezTo>
                  <a:pt x="25047" y="16328"/>
                  <a:pt x="25051" y="16317"/>
                  <a:pt x="25059" y="16317"/>
                </a:cubicBezTo>
                <a:cubicBezTo>
                  <a:pt x="25080" y="16317"/>
                  <a:pt x="25124" y="16395"/>
                  <a:pt x="25168" y="16505"/>
                </a:cubicBezTo>
                <a:lnTo>
                  <a:pt x="25229" y="16627"/>
                </a:lnTo>
                <a:cubicBezTo>
                  <a:pt x="25260" y="16657"/>
                  <a:pt x="25290" y="16687"/>
                  <a:pt x="25351" y="16687"/>
                </a:cubicBezTo>
                <a:cubicBezTo>
                  <a:pt x="25472" y="16657"/>
                  <a:pt x="25381" y="16657"/>
                  <a:pt x="25351" y="16596"/>
                </a:cubicBezTo>
                <a:cubicBezTo>
                  <a:pt x="25320" y="16535"/>
                  <a:pt x="25351" y="16475"/>
                  <a:pt x="25442" y="16444"/>
                </a:cubicBezTo>
                <a:cubicBezTo>
                  <a:pt x="25507" y="16444"/>
                  <a:pt x="25526" y="16522"/>
                  <a:pt x="25586" y="16522"/>
                </a:cubicBezTo>
                <a:cubicBezTo>
                  <a:pt x="25611" y="16522"/>
                  <a:pt x="25642" y="16509"/>
                  <a:pt x="25685" y="16475"/>
                </a:cubicBezTo>
                <a:cubicBezTo>
                  <a:pt x="25731" y="16459"/>
                  <a:pt x="25784" y="16452"/>
                  <a:pt x="25841" y="16452"/>
                </a:cubicBezTo>
                <a:cubicBezTo>
                  <a:pt x="25898" y="16452"/>
                  <a:pt x="25959" y="16459"/>
                  <a:pt x="26019" y="16475"/>
                </a:cubicBezTo>
                <a:cubicBezTo>
                  <a:pt x="26050" y="16490"/>
                  <a:pt x="26080" y="16497"/>
                  <a:pt x="26111" y="16497"/>
                </a:cubicBezTo>
                <a:cubicBezTo>
                  <a:pt x="26141" y="16497"/>
                  <a:pt x="26171" y="16490"/>
                  <a:pt x="26202" y="16475"/>
                </a:cubicBezTo>
                <a:cubicBezTo>
                  <a:pt x="26263" y="16459"/>
                  <a:pt x="26331" y="16452"/>
                  <a:pt x="26399" y="16452"/>
                </a:cubicBezTo>
                <a:cubicBezTo>
                  <a:pt x="26468" y="16452"/>
                  <a:pt x="26536" y="16459"/>
                  <a:pt x="26597" y="16475"/>
                </a:cubicBezTo>
                <a:cubicBezTo>
                  <a:pt x="26623" y="16485"/>
                  <a:pt x="26648" y="16489"/>
                  <a:pt x="26671" y="16489"/>
                </a:cubicBezTo>
                <a:cubicBezTo>
                  <a:pt x="26759" y="16489"/>
                  <a:pt x="26830" y="16430"/>
                  <a:pt x="26918" y="16430"/>
                </a:cubicBezTo>
                <a:cubicBezTo>
                  <a:pt x="26941" y="16430"/>
                  <a:pt x="26966" y="16434"/>
                  <a:pt x="26992" y="16444"/>
                </a:cubicBezTo>
                <a:lnTo>
                  <a:pt x="27083" y="16475"/>
                </a:lnTo>
                <a:cubicBezTo>
                  <a:pt x="27174" y="16475"/>
                  <a:pt x="27266" y="16444"/>
                  <a:pt x="27357" y="16414"/>
                </a:cubicBezTo>
                <a:lnTo>
                  <a:pt x="27387" y="16383"/>
                </a:lnTo>
                <a:cubicBezTo>
                  <a:pt x="27418" y="16353"/>
                  <a:pt x="27478" y="16323"/>
                  <a:pt x="27509" y="16323"/>
                </a:cubicBezTo>
                <a:lnTo>
                  <a:pt x="27661" y="16353"/>
                </a:lnTo>
                <a:cubicBezTo>
                  <a:pt x="27722" y="16383"/>
                  <a:pt x="27790" y="16399"/>
                  <a:pt x="27855" y="16399"/>
                </a:cubicBezTo>
                <a:cubicBezTo>
                  <a:pt x="27919" y="16399"/>
                  <a:pt x="27980" y="16383"/>
                  <a:pt x="28026" y="16353"/>
                </a:cubicBezTo>
                <a:cubicBezTo>
                  <a:pt x="28034" y="16345"/>
                  <a:pt x="28046" y="16341"/>
                  <a:pt x="28062" y="16341"/>
                </a:cubicBezTo>
                <a:cubicBezTo>
                  <a:pt x="28105" y="16341"/>
                  <a:pt x="28172" y="16369"/>
                  <a:pt x="28238" y="16414"/>
                </a:cubicBezTo>
                <a:lnTo>
                  <a:pt x="28329" y="16475"/>
                </a:lnTo>
                <a:lnTo>
                  <a:pt x="28360" y="16475"/>
                </a:lnTo>
                <a:cubicBezTo>
                  <a:pt x="28421" y="16475"/>
                  <a:pt x="28481" y="16414"/>
                  <a:pt x="28481" y="16383"/>
                </a:cubicBezTo>
                <a:lnTo>
                  <a:pt x="28481" y="16323"/>
                </a:lnTo>
                <a:cubicBezTo>
                  <a:pt x="28481" y="16307"/>
                  <a:pt x="28474" y="16307"/>
                  <a:pt x="28466" y="16307"/>
                </a:cubicBezTo>
                <a:cubicBezTo>
                  <a:pt x="28459" y="16307"/>
                  <a:pt x="28451" y="16307"/>
                  <a:pt x="28451" y="16292"/>
                </a:cubicBezTo>
                <a:cubicBezTo>
                  <a:pt x="28451" y="16262"/>
                  <a:pt x="28421" y="16231"/>
                  <a:pt x="28451" y="16231"/>
                </a:cubicBezTo>
                <a:lnTo>
                  <a:pt x="28542" y="16231"/>
                </a:lnTo>
                <a:lnTo>
                  <a:pt x="28633" y="16353"/>
                </a:lnTo>
                <a:cubicBezTo>
                  <a:pt x="28785" y="16535"/>
                  <a:pt x="28785" y="16657"/>
                  <a:pt x="28664" y="16657"/>
                </a:cubicBezTo>
                <a:lnTo>
                  <a:pt x="28603" y="16657"/>
                </a:lnTo>
                <a:cubicBezTo>
                  <a:pt x="28573" y="16657"/>
                  <a:pt x="28542" y="16687"/>
                  <a:pt x="28512" y="16718"/>
                </a:cubicBezTo>
                <a:cubicBezTo>
                  <a:pt x="28481" y="16809"/>
                  <a:pt x="28603" y="16809"/>
                  <a:pt x="28694" y="16809"/>
                </a:cubicBezTo>
                <a:lnTo>
                  <a:pt x="28725" y="16809"/>
                </a:lnTo>
                <a:cubicBezTo>
                  <a:pt x="28816" y="16809"/>
                  <a:pt x="28907" y="16779"/>
                  <a:pt x="28968" y="16718"/>
                </a:cubicBezTo>
                <a:lnTo>
                  <a:pt x="29089" y="16779"/>
                </a:lnTo>
                <a:cubicBezTo>
                  <a:pt x="29120" y="16779"/>
                  <a:pt x="29181" y="16779"/>
                  <a:pt x="29211" y="16748"/>
                </a:cubicBezTo>
                <a:cubicBezTo>
                  <a:pt x="29241" y="16718"/>
                  <a:pt x="29241" y="16687"/>
                  <a:pt x="29211" y="16657"/>
                </a:cubicBezTo>
                <a:cubicBezTo>
                  <a:pt x="29181" y="16627"/>
                  <a:pt x="29150" y="16596"/>
                  <a:pt x="29089" y="16566"/>
                </a:cubicBezTo>
                <a:cubicBezTo>
                  <a:pt x="29029" y="16505"/>
                  <a:pt x="28877" y="16566"/>
                  <a:pt x="28937" y="16414"/>
                </a:cubicBezTo>
                <a:lnTo>
                  <a:pt x="28968" y="16353"/>
                </a:lnTo>
                <a:cubicBezTo>
                  <a:pt x="28983" y="16330"/>
                  <a:pt x="29005" y="16320"/>
                  <a:pt x="29030" y="16320"/>
                </a:cubicBezTo>
                <a:cubicBezTo>
                  <a:pt x="29101" y="16320"/>
                  <a:pt x="29196" y="16399"/>
                  <a:pt x="29241" y="16444"/>
                </a:cubicBezTo>
                <a:cubicBezTo>
                  <a:pt x="29250" y="16470"/>
                  <a:pt x="29276" y="16481"/>
                  <a:pt x="29314" y="16481"/>
                </a:cubicBezTo>
                <a:cubicBezTo>
                  <a:pt x="29412" y="16481"/>
                  <a:pt x="29592" y="16410"/>
                  <a:pt x="29788" y="16323"/>
                </a:cubicBezTo>
                <a:lnTo>
                  <a:pt x="30062" y="16292"/>
                </a:lnTo>
                <a:lnTo>
                  <a:pt x="30366" y="16262"/>
                </a:lnTo>
                <a:cubicBezTo>
                  <a:pt x="30396" y="16079"/>
                  <a:pt x="30396" y="15897"/>
                  <a:pt x="30366" y="15715"/>
                </a:cubicBezTo>
                <a:cubicBezTo>
                  <a:pt x="30366" y="15684"/>
                  <a:pt x="30457" y="15624"/>
                  <a:pt x="30640" y="15593"/>
                </a:cubicBezTo>
                <a:lnTo>
                  <a:pt x="30700" y="15715"/>
                </a:lnTo>
                <a:cubicBezTo>
                  <a:pt x="30731" y="15745"/>
                  <a:pt x="30670" y="15775"/>
                  <a:pt x="30670" y="15836"/>
                </a:cubicBezTo>
                <a:cubicBezTo>
                  <a:pt x="30670" y="15897"/>
                  <a:pt x="30670" y="15958"/>
                  <a:pt x="30700" y="16019"/>
                </a:cubicBezTo>
                <a:cubicBezTo>
                  <a:pt x="30700" y="16079"/>
                  <a:pt x="30731" y="16171"/>
                  <a:pt x="30761" y="16171"/>
                </a:cubicBezTo>
                <a:cubicBezTo>
                  <a:pt x="30761" y="16171"/>
                  <a:pt x="30700" y="16201"/>
                  <a:pt x="30670" y="16201"/>
                </a:cubicBezTo>
                <a:lnTo>
                  <a:pt x="30579" y="16231"/>
                </a:lnTo>
                <a:cubicBezTo>
                  <a:pt x="30488" y="16292"/>
                  <a:pt x="30518" y="16475"/>
                  <a:pt x="30548" y="16535"/>
                </a:cubicBezTo>
                <a:cubicBezTo>
                  <a:pt x="30553" y="16540"/>
                  <a:pt x="30560" y="16543"/>
                  <a:pt x="30568" y="16543"/>
                </a:cubicBezTo>
                <a:cubicBezTo>
                  <a:pt x="30608" y="16543"/>
                  <a:pt x="30680" y="16480"/>
                  <a:pt x="30731" y="16353"/>
                </a:cubicBezTo>
                <a:lnTo>
                  <a:pt x="30913" y="16292"/>
                </a:lnTo>
                <a:cubicBezTo>
                  <a:pt x="30916" y="16290"/>
                  <a:pt x="30918" y="16289"/>
                  <a:pt x="30922" y="16289"/>
                </a:cubicBezTo>
                <a:cubicBezTo>
                  <a:pt x="30944" y="16289"/>
                  <a:pt x="30984" y="16344"/>
                  <a:pt x="31017" y="16344"/>
                </a:cubicBezTo>
                <a:cubicBezTo>
                  <a:pt x="31037" y="16344"/>
                  <a:pt x="31055" y="16324"/>
                  <a:pt x="31065" y="16262"/>
                </a:cubicBezTo>
                <a:cubicBezTo>
                  <a:pt x="31096" y="16201"/>
                  <a:pt x="31187" y="16140"/>
                  <a:pt x="31278" y="16079"/>
                </a:cubicBezTo>
                <a:cubicBezTo>
                  <a:pt x="31308" y="16064"/>
                  <a:pt x="31354" y="16057"/>
                  <a:pt x="31392" y="16057"/>
                </a:cubicBezTo>
                <a:cubicBezTo>
                  <a:pt x="31430" y="16057"/>
                  <a:pt x="31460" y="16064"/>
                  <a:pt x="31460" y="16079"/>
                </a:cubicBezTo>
                <a:cubicBezTo>
                  <a:pt x="31491" y="16110"/>
                  <a:pt x="31399" y="16171"/>
                  <a:pt x="31399" y="16231"/>
                </a:cubicBezTo>
                <a:cubicBezTo>
                  <a:pt x="31430" y="16262"/>
                  <a:pt x="31582" y="16262"/>
                  <a:pt x="31612" y="16262"/>
                </a:cubicBezTo>
                <a:cubicBezTo>
                  <a:pt x="31643" y="16262"/>
                  <a:pt x="31825" y="16049"/>
                  <a:pt x="31886" y="15988"/>
                </a:cubicBezTo>
                <a:cubicBezTo>
                  <a:pt x="31910" y="15980"/>
                  <a:pt x="31937" y="15976"/>
                  <a:pt x="31964" y="15976"/>
                </a:cubicBezTo>
                <a:cubicBezTo>
                  <a:pt x="32038" y="15976"/>
                  <a:pt x="32115" y="16005"/>
                  <a:pt x="32159" y="16049"/>
                </a:cubicBezTo>
                <a:lnTo>
                  <a:pt x="32220" y="16110"/>
                </a:lnTo>
                <a:cubicBezTo>
                  <a:pt x="32251" y="16140"/>
                  <a:pt x="32311" y="16201"/>
                  <a:pt x="32342" y="16201"/>
                </a:cubicBezTo>
                <a:cubicBezTo>
                  <a:pt x="32433" y="16171"/>
                  <a:pt x="32433" y="16079"/>
                  <a:pt x="32372" y="16019"/>
                </a:cubicBezTo>
                <a:cubicBezTo>
                  <a:pt x="32281" y="15988"/>
                  <a:pt x="32311" y="15897"/>
                  <a:pt x="32372" y="15867"/>
                </a:cubicBezTo>
                <a:cubicBezTo>
                  <a:pt x="32378" y="15861"/>
                  <a:pt x="32386" y="15859"/>
                  <a:pt x="32397" y="15859"/>
                </a:cubicBezTo>
                <a:cubicBezTo>
                  <a:pt x="32444" y="15859"/>
                  <a:pt x="32530" y="15908"/>
                  <a:pt x="32555" y="15958"/>
                </a:cubicBezTo>
                <a:lnTo>
                  <a:pt x="32615" y="15988"/>
                </a:lnTo>
                <a:cubicBezTo>
                  <a:pt x="32615" y="16049"/>
                  <a:pt x="32646" y="16110"/>
                  <a:pt x="32646" y="16140"/>
                </a:cubicBezTo>
                <a:cubicBezTo>
                  <a:pt x="32767" y="16201"/>
                  <a:pt x="32858" y="16262"/>
                  <a:pt x="32980" y="16323"/>
                </a:cubicBezTo>
                <a:lnTo>
                  <a:pt x="33132" y="16353"/>
                </a:lnTo>
                <a:lnTo>
                  <a:pt x="33345" y="16383"/>
                </a:lnTo>
                <a:cubicBezTo>
                  <a:pt x="33436" y="16292"/>
                  <a:pt x="33436" y="16171"/>
                  <a:pt x="33406" y="16140"/>
                </a:cubicBezTo>
                <a:cubicBezTo>
                  <a:pt x="33375" y="16140"/>
                  <a:pt x="33345" y="15958"/>
                  <a:pt x="33406" y="15927"/>
                </a:cubicBezTo>
                <a:cubicBezTo>
                  <a:pt x="33410" y="15923"/>
                  <a:pt x="33416" y="15921"/>
                  <a:pt x="33424" y="15921"/>
                </a:cubicBezTo>
                <a:cubicBezTo>
                  <a:pt x="33475" y="15921"/>
                  <a:pt x="33592" y="15997"/>
                  <a:pt x="33618" y="16049"/>
                </a:cubicBezTo>
                <a:cubicBezTo>
                  <a:pt x="33626" y="16057"/>
                  <a:pt x="33635" y="16060"/>
                  <a:pt x="33646" y="16060"/>
                </a:cubicBezTo>
                <a:cubicBezTo>
                  <a:pt x="33679" y="16060"/>
                  <a:pt x="33725" y="16026"/>
                  <a:pt x="33770" y="15958"/>
                </a:cubicBezTo>
                <a:lnTo>
                  <a:pt x="33801" y="15958"/>
                </a:lnTo>
                <a:lnTo>
                  <a:pt x="33983" y="15927"/>
                </a:lnTo>
                <a:cubicBezTo>
                  <a:pt x="33983" y="16019"/>
                  <a:pt x="34196" y="16323"/>
                  <a:pt x="34317" y="16353"/>
                </a:cubicBezTo>
                <a:cubicBezTo>
                  <a:pt x="34469" y="16353"/>
                  <a:pt x="34591" y="16049"/>
                  <a:pt x="34561" y="15927"/>
                </a:cubicBezTo>
                <a:cubicBezTo>
                  <a:pt x="34547" y="15874"/>
                  <a:pt x="34557" y="15850"/>
                  <a:pt x="34581" y="15850"/>
                </a:cubicBezTo>
                <a:cubicBezTo>
                  <a:pt x="34610" y="15850"/>
                  <a:pt x="34661" y="15890"/>
                  <a:pt x="34713" y="15958"/>
                </a:cubicBezTo>
                <a:lnTo>
                  <a:pt x="35077" y="15958"/>
                </a:lnTo>
                <a:cubicBezTo>
                  <a:pt x="35260" y="15927"/>
                  <a:pt x="35442" y="15897"/>
                  <a:pt x="35624" y="15836"/>
                </a:cubicBezTo>
                <a:lnTo>
                  <a:pt x="35685" y="15867"/>
                </a:lnTo>
                <a:cubicBezTo>
                  <a:pt x="35741" y="15894"/>
                  <a:pt x="35785" y="15905"/>
                  <a:pt x="35823" y="15905"/>
                </a:cubicBezTo>
                <a:cubicBezTo>
                  <a:pt x="35910" y="15905"/>
                  <a:pt x="35965" y="15848"/>
                  <a:pt x="36050" y="15806"/>
                </a:cubicBezTo>
                <a:cubicBezTo>
                  <a:pt x="36050" y="15800"/>
                  <a:pt x="36052" y="15797"/>
                  <a:pt x="36057" y="15797"/>
                </a:cubicBezTo>
                <a:cubicBezTo>
                  <a:pt x="36073" y="15797"/>
                  <a:pt x="36117" y="15836"/>
                  <a:pt x="36141" y="15836"/>
                </a:cubicBezTo>
                <a:lnTo>
                  <a:pt x="36232" y="15867"/>
                </a:lnTo>
                <a:cubicBezTo>
                  <a:pt x="36293" y="15806"/>
                  <a:pt x="36354" y="15715"/>
                  <a:pt x="36384" y="15715"/>
                </a:cubicBezTo>
                <a:cubicBezTo>
                  <a:pt x="36445" y="15715"/>
                  <a:pt x="36476" y="15745"/>
                  <a:pt x="36506" y="15775"/>
                </a:cubicBezTo>
                <a:cubicBezTo>
                  <a:pt x="36506" y="15806"/>
                  <a:pt x="36415" y="15988"/>
                  <a:pt x="36506" y="16049"/>
                </a:cubicBezTo>
                <a:cubicBezTo>
                  <a:pt x="36521" y="16064"/>
                  <a:pt x="36533" y="16070"/>
                  <a:pt x="36545" y="16070"/>
                </a:cubicBezTo>
                <a:cubicBezTo>
                  <a:pt x="36581" y="16070"/>
                  <a:pt x="36604" y="16011"/>
                  <a:pt x="36628" y="15988"/>
                </a:cubicBezTo>
                <a:cubicBezTo>
                  <a:pt x="36658" y="15927"/>
                  <a:pt x="36688" y="15867"/>
                  <a:pt x="36719" y="15806"/>
                </a:cubicBezTo>
                <a:cubicBezTo>
                  <a:pt x="36749" y="15745"/>
                  <a:pt x="36810" y="15654"/>
                  <a:pt x="36840" y="15593"/>
                </a:cubicBezTo>
                <a:cubicBezTo>
                  <a:pt x="36848" y="15585"/>
                  <a:pt x="36865" y="15581"/>
                  <a:pt x="36888" y="15581"/>
                </a:cubicBezTo>
                <a:cubicBezTo>
                  <a:pt x="36950" y="15581"/>
                  <a:pt x="37055" y="15609"/>
                  <a:pt x="37144" y="15654"/>
                </a:cubicBezTo>
                <a:lnTo>
                  <a:pt x="37266" y="15745"/>
                </a:lnTo>
                <a:cubicBezTo>
                  <a:pt x="37254" y="15781"/>
                  <a:pt x="37228" y="15793"/>
                  <a:pt x="37199" y="15793"/>
                </a:cubicBezTo>
                <a:cubicBezTo>
                  <a:pt x="37154" y="15793"/>
                  <a:pt x="37102" y="15764"/>
                  <a:pt x="37083" y="15745"/>
                </a:cubicBezTo>
                <a:cubicBezTo>
                  <a:pt x="37075" y="15736"/>
                  <a:pt x="37058" y="15733"/>
                  <a:pt x="37038" y="15733"/>
                </a:cubicBezTo>
                <a:cubicBezTo>
                  <a:pt x="36990" y="15733"/>
                  <a:pt x="36923" y="15754"/>
                  <a:pt x="36901" y="15775"/>
                </a:cubicBezTo>
                <a:cubicBezTo>
                  <a:pt x="36871" y="15806"/>
                  <a:pt x="37023" y="15927"/>
                  <a:pt x="37114" y="15958"/>
                </a:cubicBezTo>
                <a:cubicBezTo>
                  <a:pt x="37138" y="15966"/>
                  <a:pt x="37163" y="15970"/>
                  <a:pt x="37187" y="15970"/>
                </a:cubicBezTo>
                <a:cubicBezTo>
                  <a:pt x="37254" y="15970"/>
                  <a:pt x="37321" y="15942"/>
                  <a:pt x="37387" y="15897"/>
                </a:cubicBezTo>
                <a:lnTo>
                  <a:pt x="37448" y="15836"/>
                </a:lnTo>
                <a:cubicBezTo>
                  <a:pt x="37509" y="15806"/>
                  <a:pt x="37600" y="15775"/>
                  <a:pt x="37631" y="15775"/>
                </a:cubicBezTo>
                <a:lnTo>
                  <a:pt x="37661" y="15836"/>
                </a:lnTo>
                <a:cubicBezTo>
                  <a:pt x="37665" y="15845"/>
                  <a:pt x="37671" y="15848"/>
                  <a:pt x="37678" y="15848"/>
                </a:cubicBezTo>
                <a:cubicBezTo>
                  <a:pt x="37723" y="15848"/>
                  <a:pt x="37821" y="15698"/>
                  <a:pt x="37874" y="15593"/>
                </a:cubicBezTo>
                <a:cubicBezTo>
                  <a:pt x="37881" y="15573"/>
                  <a:pt x="37892" y="15563"/>
                  <a:pt x="37907" y="15563"/>
                </a:cubicBezTo>
                <a:cubicBezTo>
                  <a:pt x="37960" y="15563"/>
                  <a:pt x="38060" y="15678"/>
                  <a:pt x="38178" y="15867"/>
                </a:cubicBezTo>
                <a:lnTo>
                  <a:pt x="38573" y="15867"/>
                </a:lnTo>
                <a:cubicBezTo>
                  <a:pt x="38786" y="15775"/>
                  <a:pt x="39029" y="15745"/>
                  <a:pt x="39242" y="15745"/>
                </a:cubicBezTo>
                <a:cubicBezTo>
                  <a:pt x="39258" y="15751"/>
                  <a:pt x="39275" y="15753"/>
                  <a:pt x="39291" y="15753"/>
                </a:cubicBezTo>
                <a:cubicBezTo>
                  <a:pt x="39363" y="15753"/>
                  <a:pt x="39424" y="15704"/>
                  <a:pt x="39424" y="15654"/>
                </a:cubicBezTo>
                <a:lnTo>
                  <a:pt x="39394" y="15593"/>
                </a:lnTo>
                <a:lnTo>
                  <a:pt x="39363" y="15563"/>
                </a:lnTo>
                <a:cubicBezTo>
                  <a:pt x="39287" y="15537"/>
                  <a:pt x="39508" y="15427"/>
                  <a:pt x="39671" y="15427"/>
                </a:cubicBezTo>
                <a:cubicBezTo>
                  <a:pt x="39704" y="15427"/>
                  <a:pt x="39733" y="15431"/>
                  <a:pt x="39758" y="15441"/>
                </a:cubicBezTo>
                <a:cubicBezTo>
                  <a:pt x="39880" y="15472"/>
                  <a:pt x="39971" y="15532"/>
                  <a:pt x="39941" y="15563"/>
                </a:cubicBezTo>
                <a:cubicBezTo>
                  <a:pt x="40009" y="15631"/>
                  <a:pt x="40077" y="15665"/>
                  <a:pt x="40159" y="15665"/>
                </a:cubicBezTo>
                <a:cubicBezTo>
                  <a:pt x="40186" y="15665"/>
                  <a:pt x="40214" y="15662"/>
                  <a:pt x="40245" y="15654"/>
                </a:cubicBezTo>
                <a:cubicBezTo>
                  <a:pt x="40300" y="15598"/>
                  <a:pt x="40356" y="15542"/>
                  <a:pt x="40426" y="15542"/>
                </a:cubicBezTo>
                <a:cubicBezTo>
                  <a:pt x="40470" y="15542"/>
                  <a:pt x="40520" y="15565"/>
                  <a:pt x="40579" y="15624"/>
                </a:cubicBezTo>
                <a:cubicBezTo>
                  <a:pt x="40585" y="15630"/>
                  <a:pt x="40596" y="15632"/>
                  <a:pt x="40610" y="15632"/>
                </a:cubicBezTo>
                <a:cubicBezTo>
                  <a:pt x="40668" y="15632"/>
                  <a:pt x="40780" y="15593"/>
                  <a:pt x="40853" y="15593"/>
                </a:cubicBezTo>
                <a:cubicBezTo>
                  <a:pt x="40913" y="15563"/>
                  <a:pt x="40974" y="15563"/>
                  <a:pt x="41035" y="15563"/>
                </a:cubicBezTo>
                <a:cubicBezTo>
                  <a:pt x="41065" y="15563"/>
                  <a:pt x="41126" y="15563"/>
                  <a:pt x="41126" y="15593"/>
                </a:cubicBezTo>
                <a:cubicBezTo>
                  <a:pt x="41156" y="15654"/>
                  <a:pt x="41126" y="15684"/>
                  <a:pt x="41096" y="15715"/>
                </a:cubicBezTo>
                <a:lnTo>
                  <a:pt x="41005" y="15745"/>
                </a:lnTo>
                <a:cubicBezTo>
                  <a:pt x="40913" y="15806"/>
                  <a:pt x="40944" y="15867"/>
                  <a:pt x="41126" y="15897"/>
                </a:cubicBezTo>
                <a:lnTo>
                  <a:pt x="41217" y="15775"/>
                </a:lnTo>
                <a:cubicBezTo>
                  <a:pt x="41238" y="15775"/>
                  <a:pt x="41258" y="15735"/>
                  <a:pt x="41296" y="15735"/>
                </a:cubicBezTo>
                <a:cubicBezTo>
                  <a:pt x="41315" y="15735"/>
                  <a:pt x="41339" y="15745"/>
                  <a:pt x="41369" y="15775"/>
                </a:cubicBezTo>
                <a:lnTo>
                  <a:pt x="41369" y="15806"/>
                </a:lnTo>
                <a:cubicBezTo>
                  <a:pt x="41400" y="15867"/>
                  <a:pt x="41400" y="15897"/>
                  <a:pt x="41369" y="15958"/>
                </a:cubicBezTo>
                <a:lnTo>
                  <a:pt x="41491" y="15958"/>
                </a:lnTo>
                <a:cubicBezTo>
                  <a:pt x="41552" y="15897"/>
                  <a:pt x="41582" y="15806"/>
                  <a:pt x="41582" y="15715"/>
                </a:cubicBezTo>
                <a:cubicBezTo>
                  <a:pt x="41582" y="15654"/>
                  <a:pt x="41704" y="15654"/>
                  <a:pt x="41825" y="15654"/>
                </a:cubicBezTo>
                <a:lnTo>
                  <a:pt x="41856" y="15684"/>
                </a:lnTo>
                <a:cubicBezTo>
                  <a:pt x="41916" y="15745"/>
                  <a:pt x="41856" y="15806"/>
                  <a:pt x="41734" y="15806"/>
                </a:cubicBezTo>
                <a:lnTo>
                  <a:pt x="41704" y="15806"/>
                </a:lnTo>
                <a:cubicBezTo>
                  <a:pt x="41673" y="15867"/>
                  <a:pt x="41734" y="15958"/>
                  <a:pt x="41825" y="15958"/>
                </a:cubicBezTo>
                <a:cubicBezTo>
                  <a:pt x="41845" y="15927"/>
                  <a:pt x="41866" y="15917"/>
                  <a:pt x="41886" y="15917"/>
                </a:cubicBezTo>
                <a:cubicBezTo>
                  <a:pt x="41927" y="15917"/>
                  <a:pt x="41967" y="15958"/>
                  <a:pt x="42008" y="15958"/>
                </a:cubicBezTo>
                <a:lnTo>
                  <a:pt x="42068" y="15958"/>
                </a:lnTo>
                <a:cubicBezTo>
                  <a:pt x="42190" y="15927"/>
                  <a:pt x="42281" y="15867"/>
                  <a:pt x="42342" y="15806"/>
                </a:cubicBezTo>
                <a:lnTo>
                  <a:pt x="42464" y="15836"/>
                </a:lnTo>
                <a:lnTo>
                  <a:pt x="42676" y="15897"/>
                </a:lnTo>
                <a:cubicBezTo>
                  <a:pt x="42980" y="15897"/>
                  <a:pt x="42980" y="15684"/>
                  <a:pt x="42980" y="15593"/>
                </a:cubicBezTo>
                <a:cubicBezTo>
                  <a:pt x="42980" y="15441"/>
                  <a:pt x="42980" y="15289"/>
                  <a:pt x="42950" y="15137"/>
                </a:cubicBezTo>
                <a:cubicBezTo>
                  <a:pt x="42919" y="15076"/>
                  <a:pt x="42980" y="14955"/>
                  <a:pt x="43071" y="14924"/>
                </a:cubicBezTo>
                <a:lnTo>
                  <a:pt x="43163" y="14894"/>
                </a:lnTo>
                <a:cubicBezTo>
                  <a:pt x="43178" y="14879"/>
                  <a:pt x="43185" y="14871"/>
                  <a:pt x="43193" y="14871"/>
                </a:cubicBezTo>
                <a:cubicBezTo>
                  <a:pt x="43201" y="14871"/>
                  <a:pt x="43208" y="14879"/>
                  <a:pt x="43223" y="14894"/>
                </a:cubicBezTo>
                <a:cubicBezTo>
                  <a:pt x="43254" y="14894"/>
                  <a:pt x="43284" y="14894"/>
                  <a:pt x="43284" y="14924"/>
                </a:cubicBezTo>
                <a:cubicBezTo>
                  <a:pt x="43315" y="14985"/>
                  <a:pt x="43345" y="15076"/>
                  <a:pt x="43406" y="15137"/>
                </a:cubicBezTo>
                <a:cubicBezTo>
                  <a:pt x="43436" y="15168"/>
                  <a:pt x="43497" y="15198"/>
                  <a:pt x="43558" y="15198"/>
                </a:cubicBezTo>
                <a:lnTo>
                  <a:pt x="43649" y="15228"/>
                </a:lnTo>
                <a:cubicBezTo>
                  <a:pt x="43675" y="15234"/>
                  <a:pt x="43698" y="15236"/>
                  <a:pt x="43717" y="15236"/>
                </a:cubicBezTo>
                <a:cubicBezTo>
                  <a:pt x="43809" y="15236"/>
                  <a:pt x="43821" y="15177"/>
                  <a:pt x="43771" y="15076"/>
                </a:cubicBezTo>
                <a:lnTo>
                  <a:pt x="43710" y="14985"/>
                </a:lnTo>
                <a:cubicBezTo>
                  <a:pt x="43801" y="14894"/>
                  <a:pt x="43892" y="14864"/>
                  <a:pt x="43983" y="14833"/>
                </a:cubicBezTo>
                <a:lnTo>
                  <a:pt x="44135" y="14864"/>
                </a:lnTo>
                <a:lnTo>
                  <a:pt x="44287" y="14924"/>
                </a:lnTo>
                <a:cubicBezTo>
                  <a:pt x="44287" y="14985"/>
                  <a:pt x="44257" y="15076"/>
                  <a:pt x="44196" y="15137"/>
                </a:cubicBezTo>
                <a:cubicBezTo>
                  <a:pt x="44166" y="15137"/>
                  <a:pt x="44257" y="15289"/>
                  <a:pt x="44318" y="15350"/>
                </a:cubicBezTo>
                <a:cubicBezTo>
                  <a:pt x="44332" y="15364"/>
                  <a:pt x="44346" y="15370"/>
                  <a:pt x="44360" y="15370"/>
                </a:cubicBezTo>
                <a:cubicBezTo>
                  <a:pt x="44405" y="15370"/>
                  <a:pt x="44446" y="15305"/>
                  <a:pt x="44470" y="15259"/>
                </a:cubicBezTo>
                <a:cubicBezTo>
                  <a:pt x="44470" y="15255"/>
                  <a:pt x="44475" y="15253"/>
                  <a:pt x="44484" y="15253"/>
                </a:cubicBezTo>
                <a:cubicBezTo>
                  <a:pt x="44541" y="15253"/>
                  <a:pt x="44756" y="15328"/>
                  <a:pt x="44834" y="15380"/>
                </a:cubicBezTo>
                <a:cubicBezTo>
                  <a:pt x="44926" y="15441"/>
                  <a:pt x="44956" y="15502"/>
                  <a:pt x="44926" y="15532"/>
                </a:cubicBezTo>
                <a:cubicBezTo>
                  <a:pt x="44682" y="15563"/>
                  <a:pt x="44470" y="15593"/>
                  <a:pt x="44226" y="15624"/>
                </a:cubicBezTo>
                <a:cubicBezTo>
                  <a:pt x="44196" y="15624"/>
                  <a:pt x="44166" y="15684"/>
                  <a:pt x="44166" y="15715"/>
                </a:cubicBezTo>
                <a:cubicBezTo>
                  <a:pt x="44226" y="15745"/>
                  <a:pt x="44287" y="15775"/>
                  <a:pt x="44378" y="15775"/>
                </a:cubicBezTo>
                <a:lnTo>
                  <a:pt x="44409" y="15927"/>
                </a:lnTo>
                <a:lnTo>
                  <a:pt x="44439" y="15958"/>
                </a:lnTo>
                <a:cubicBezTo>
                  <a:pt x="44561" y="15836"/>
                  <a:pt x="44652" y="15745"/>
                  <a:pt x="44804" y="15684"/>
                </a:cubicBezTo>
                <a:lnTo>
                  <a:pt x="44956" y="15775"/>
                </a:lnTo>
                <a:cubicBezTo>
                  <a:pt x="45108" y="15897"/>
                  <a:pt x="45321" y="15958"/>
                  <a:pt x="45503" y="15958"/>
                </a:cubicBezTo>
                <a:lnTo>
                  <a:pt x="45716" y="15927"/>
                </a:lnTo>
                <a:cubicBezTo>
                  <a:pt x="45929" y="15806"/>
                  <a:pt x="46172" y="15654"/>
                  <a:pt x="46141" y="15624"/>
                </a:cubicBezTo>
                <a:cubicBezTo>
                  <a:pt x="46081" y="15593"/>
                  <a:pt x="45959" y="15502"/>
                  <a:pt x="45837" y="15411"/>
                </a:cubicBezTo>
                <a:lnTo>
                  <a:pt x="45746" y="15320"/>
                </a:lnTo>
                <a:cubicBezTo>
                  <a:pt x="45746" y="15289"/>
                  <a:pt x="45746" y="15228"/>
                  <a:pt x="45777" y="15228"/>
                </a:cubicBezTo>
                <a:lnTo>
                  <a:pt x="45929" y="15228"/>
                </a:lnTo>
                <a:lnTo>
                  <a:pt x="45959" y="15289"/>
                </a:lnTo>
                <a:cubicBezTo>
                  <a:pt x="45965" y="15295"/>
                  <a:pt x="45976" y="15297"/>
                  <a:pt x="45992" y="15297"/>
                </a:cubicBezTo>
                <a:cubicBezTo>
                  <a:pt x="46063" y="15297"/>
                  <a:pt x="46219" y="15248"/>
                  <a:pt x="46293" y="15198"/>
                </a:cubicBezTo>
                <a:cubicBezTo>
                  <a:pt x="46303" y="15191"/>
                  <a:pt x="46313" y="15188"/>
                  <a:pt x="46323" y="15188"/>
                </a:cubicBezTo>
                <a:cubicBezTo>
                  <a:pt x="46403" y="15188"/>
                  <a:pt x="46472" y="15390"/>
                  <a:pt x="46445" y="15472"/>
                </a:cubicBezTo>
                <a:cubicBezTo>
                  <a:pt x="46415" y="15563"/>
                  <a:pt x="46597" y="15624"/>
                  <a:pt x="46658" y="15624"/>
                </a:cubicBezTo>
                <a:cubicBezTo>
                  <a:pt x="46719" y="15624"/>
                  <a:pt x="46506" y="15472"/>
                  <a:pt x="46537" y="15380"/>
                </a:cubicBezTo>
                <a:cubicBezTo>
                  <a:pt x="46537" y="15305"/>
                  <a:pt x="46681" y="15251"/>
                  <a:pt x="46833" y="15251"/>
                </a:cubicBezTo>
                <a:cubicBezTo>
                  <a:pt x="46866" y="15251"/>
                  <a:pt x="46899" y="15253"/>
                  <a:pt x="46932" y="15259"/>
                </a:cubicBezTo>
                <a:lnTo>
                  <a:pt x="47023" y="15320"/>
                </a:lnTo>
                <a:cubicBezTo>
                  <a:pt x="47101" y="15378"/>
                  <a:pt x="47180" y="15412"/>
                  <a:pt x="47267" y="15412"/>
                </a:cubicBezTo>
                <a:cubicBezTo>
                  <a:pt x="47314" y="15412"/>
                  <a:pt x="47364" y="15402"/>
                  <a:pt x="47418" y="15380"/>
                </a:cubicBezTo>
                <a:cubicBezTo>
                  <a:pt x="47466" y="15344"/>
                  <a:pt x="47523" y="15327"/>
                  <a:pt x="47581" y="15327"/>
                </a:cubicBezTo>
                <a:cubicBezTo>
                  <a:pt x="47669" y="15327"/>
                  <a:pt x="47758" y="15368"/>
                  <a:pt x="47813" y="15441"/>
                </a:cubicBezTo>
                <a:lnTo>
                  <a:pt x="47904" y="15532"/>
                </a:lnTo>
                <a:cubicBezTo>
                  <a:pt x="48026" y="15472"/>
                  <a:pt x="48147" y="15380"/>
                  <a:pt x="48239" y="15289"/>
                </a:cubicBezTo>
                <a:lnTo>
                  <a:pt x="48208" y="15259"/>
                </a:lnTo>
                <a:lnTo>
                  <a:pt x="48056" y="15137"/>
                </a:lnTo>
                <a:cubicBezTo>
                  <a:pt x="48085" y="15130"/>
                  <a:pt x="48115" y="15126"/>
                  <a:pt x="48146" y="15126"/>
                </a:cubicBezTo>
                <a:cubicBezTo>
                  <a:pt x="48245" y="15126"/>
                  <a:pt x="48344" y="15166"/>
                  <a:pt x="48391" y="15259"/>
                </a:cubicBezTo>
                <a:lnTo>
                  <a:pt x="48482" y="15289"/>
                </a:lnTo>
                <a:cubicBezTo>
                  <a:pt x="48526" y="15300"/>
                  <a:pt x="48567" y="15307"/>
                  <a:pt x="48606" y="15307"/>
                </a:cubicBezTo>
                <a:cubicBezTo>
                  <a:pt x="48674" y="15307"/>
                  <a:pt x="48739" y="15286"/>
                  <a:pt x="48816" y="15228"/>
                </a:cubicBezTo>
                <a:lnTo>
                  <a:pt x="48877" y="15198"/>
                </a:lnTo>
                <a:cubicBezTo>
                  <a:pt x="49059" y="15228"/>
                  <a:pt x="49120" y="15320"/>
                  <a:pt x="49059" y="15441"/>
                </a:cubicBezTo>
                <a:lnTo>
                  <a:pt x="49059" y="15532"/>
                </a:lnTo>
                <a:cubicBezTo>
                  <a:pt x="49181" y="15593"/>
                  <a:pt x="49211" y="15654"/>
                  <a:pt x="49181" y="15654"/>
                </a:cubicBezTo>
                <a:lnTo>
                  <a:pt x="49090" y="15654"/>
                </a:lnTo>
                <a:cubicBezTo>
                  <a:pt x="48999" y="15654"/>
                  <a:pt x="48968" y="15715"/>
                  <a:pt x="48968" y="15775"/>
                </a:cubicBezTo>
                <a:lnTo>
                  <a:pt x="49090" y="15806"/>
                </a:lnTo>
                <a:lnTo>
                  <a:pt x="49211" y="15836"/>
                </a:lnTo>
                <a:cubicBezTo>
                  <a:pt x="49181" y="15927"/>
                  <a:pt x="49181" y="16019"/>
                  <a:pt x="49181" y="16110"/>
                </a:cubicBezTo>
                <a:lnTo>
                  <a:pt x="49242" y="16110"/>
                </a:lnTo>
                <a:cubicBezTo>
                  <a:pt x="49333" y="16049"/>
                  <a:pt x="49424" y="15988"/>
                  <a:pt x="49485" y="15897"/>
                </a:cubicBezTo>
                <a:cubicBezTo>
                  <a:pt x="49546" y="15867"/>
                  <a:pt x="49363" y="15654"/>
                  <a:pt x="49424" y="15593"/>
                </a:cubicBezTo>
                <a:cubicBezTo>
                  <a:pt x="49515" y="15502"/>
                  <a:pt x="49394" y="15441"/>
                  <a:pt x="49333" y="15411"/>
                </a:cubicBezTo>
                <a:cubicBezTo>
                  <a:pt x="49303" y="15411"/>
                  <a:pt x="49333" y="15259"/>
                  <a:pt x="49485" y="15107"/>
                </a:cubicBezTo>
                <a:lnTo>
                  <a:pt x="49698" y="15107"/>
                </a:lnTo>
                <a:cubicBezTo>
                  <a:pt x="49728" y="15137"/>
                  <a:pt x="49758" y="15198"/>
                  <a:pt x="49728" y="15259"/>
                </a:cubicBezTo>
                <a:lnTo>
                  <a:pt x="49667" y="15259"/>
                </a:lnTo>
                <a:cubicBezTo>
                  <a:pt x="49606" y="15259"/>
                  <a:pt x="49667" y="15350"/>
                  <a:pt x="49698" y="15380"/>
                </a:cubicBezTo>
                <a:cubicBezTo>
                  <a:pt x="49700" y="15383"/>
                  <a:pt x="49705" y="15384"/>
                  <a:pt x="49710" y="15384"/>
                </a:cubicBezTo>
                <a:cubicBezTo>
                  <a:pt x="49765" y="15384"/>
                  <a:pt x="49946" y="15253"/>
                  <a:pt x="50002" y="15198"/>
                </a:cubicBezTo>
                <a:cubicBezTo>
                  <a:pt x="50032" y="15168"/>
                  <a:pt x="50070" y="15152"/>
                  <a:pt x="50108" y="15152"/>
                </a:cubicBezTo>
                <a:cubicBezTo>
                  <a:pt x="50146" y="15152"/>
                  <a:pt x="50184" y="15168"/>
                  <a:pt x="50214" y="15198"/>
                </a:cubicBezTo>
                <a:lnTo>
                  <a:pt x="50275" y="15228"/>
                </a:lnTo>
                <a:lnTo>
                  <a:pt x="50336" y="15289"/>
                </a:lnTo>
                <a:cubicBezTo>
                  <a:pt x="50427" y="15350"/>
                  <a:pt x="50488" y="15380"/>
                  <a:pt x="50579" y="15441"/>
                </a:cubicBezTo>
                <a:cubicBezTo>
                  <a:pt x="50579" y="15450"/>
                  <a:pt x="50584" y="15454"/>
                  <a:pt x="50593" y="15454"/>
                </a:cubicBezTo>
                <a:cubicBezTo>
                  <a:pt x="50612" y="15454"/>
                  <a:pt x="50649" y="15432"/>
                  <a:pt x="50670" y="15411"/>
                </a:cubicBezTo>
                <a:lnTo>
                  <a:pt x="50701" y="15380"/>
                </a:lnTo>
                <a:lnTo>
                  <a:pt x="50731" y="15350"/>
                </a:lnTo>
                <a:cubicBezTo>
                  <a:pt x="50731" y="15289"/>
                  <a:pt x="51035" y="15016"/>
                  <a:pt x="51065" y="14894"/>
                </a:cubicBezTo>
                <a:cubicBezTo>
                  <a:pt x="51084" y="14857"/>
                  <a:pt x="51131" y="14845"/>
                  <a:pt x="51191" y="14845"/>
                </a:cubicBezTo>
                <a:cubicBezTo>
                  <a:pt x="51293" y="14845"/>
                  <a:pt x="51434" y="14879"/>
                  <a:pt x="51543" y="14879"/>
                </a:cubicBezTo>
                <a:cubicBezTo>
                  <a:pt x="51581" y="14879"/>
                  <a:pt x="51616" y="14875"/>
                  <a:pt x="51643" y="14864"/>
                </a:cubicBezTo>
                <a:cubicBezTo>
                  <a:pt x="51662" y="14856"/>
                  <a:pt x="51680" y="14853"/>
                  <a:pt x="51696" y="14853"/>
                </a:cubicBezTo>
                <a:cubicBezTo>
                  <a:pt x="51807" y="14853"/>
                  <a:pt x="51841" y="15016"/>
                  <a:pt x="51734" y="15016"/>
                </a:cubicBezTo>
                <a:cubicBezTo>
                  <a:pt x="51643" y="15046"/>
                  <a:pt x="51582" y="15107"/>
                  <a:pt x="51582" y="15228"/>
                </a:cubicBezTo>
                <a:cubicBezTo>
                  <a:pt x="51613" y="15259"/>
                  <a:pt x="51521" y="15472"/>
                  <a:pt x="51582" y="15502"/>
                </a:cubicBezTo>
                <a:cubicBezTo>
                  <a:pt x="51643" y="15502"/>
                  <a:pt x="51856" y="15320"/>
                  <a:pt x="52099" y="15076"/>
                </a:cubicBezTo>
                <a:lnTo>
                  <a:pt x="52464" y="15289"/>
                </a:lnTo>
                <a:lnTo>
                  <a:pt x="52524" y="15289"/>
                </a:lnTo>
                <a:cubicBezTo>
                  <a:pt x="52585" y="15289"/>
                  <a:pt x="52707" y="15228"/>
                  <a:pt x="52676" y="15198"/>
                </a:cubicBezTo>
                <a:cubicBezTo>
                  <a:pt x="52646" y="15168"/>
                  <a:pt x="52494" y="14985"/>
                  <a:pt x="52524" y="14924"/>
                </a:cubicBezTo>
                <a:cubicBezTo>
                  <a:pt x="52524" y="14899"/>
                  <a:pt x="52557" y="14889"/>
                  <a:pt x="52599" y="14889"/>
                </a:cubicBezTo>
                <a:cubicBezTo>
                  <a:pt x="52657" y="14889"/>
                  <a:pt x="52733" y="14907"/>
                  <a:pt x="52768" y="14924"/>
                </a:cubicBezTo>
                <a:cubicBezTo>
                  <a:pt x="52776" y="14929"/>
                  <a:pt x="52784" y="14930"/>
                  <a:pt x="52792" y="14930"/>
                </a:cubicBezTo>
                <a:cubicBezTo>
                  <a:pt x="52844" y="14930"/>
                  <a:pt x="52889" y="14855"/>
                  <a:pt x="52889" y="14803"/>
                </a:cubicBezTo>
                <a:cubicBezTo>
                  <a:pt x="52902" y="14777"/>
                  <a:pt x="52926" y="14768"/>
                  <a:pt x="52951" y="14768"/>
                </a:cubicBezTo>
                <a:cubicBezTo>
                  <a:pt x="52986" y="14768"/>
                  <a:pt x="53024" y="14785"/>
                  <a:pt x="53041" y="14803"/>
                </a:cubicBezTo>
                <a:cubicBezTo>
                  <a:pt x="53072" y="14833"/>
                  <a:pt x="53041" y="14924"/>
                  <a:pt x="52980" y="14985"/>
                </a:cubicBezTo>
                <a:lnTo>
                  <a:pt x="53193" y="14985"/>
                </a:lnTo>
                <a:cubicBezTo>
                  <a:pt x="53254" y="14985"/>
                  <a:pt x="53284" y="14955"/>
                  <a:pt x="53345" y="14924"/>
                </a:cubicBezTo>
                <a:cubicBezTo>
                  <a:pt x="53467" y="15016"/>
                  <a:pt x="53558" y="15137"/>
                  <a:pt x="53649" y="15289"/>
                </a:cubicBezTo>
                <a:cubicBezTo>
                  <a:pt x="53680" y="15380"/>
                  <a:pt x="53983" y="15502"/>
                  <a:pt x="54105" y="15532"/>
                </a:cubicBezTo>
                <a:cubicBezTo>
                  <a:pt x="54227" y="15532"/>
                  <a:pt x="54196" y="15320"/>
                  <a:pt x="54135" y="15259"/>
                </a:cubicBezTo>
                <a:cubicBezTo>
                  <a:pt x="54105" y="15137"/>
                  <a:pt x="54135" y="15046"/>
                  <a:pt x="54196" y="14955"/>
                </a:cubicBezTo>
                <a:cubicBezTo>
                  <a:pt x="54211" y="14940"/>
                  <a:pt x="54234" y="14932"/>
                  <a:pt x="54257" y="14932"/>
                </a:cubicBezTo>
                <a:cubicBezTo>
                  <a:pt x="54280" y="14932"/>
                  <a:pt x="54303" y="14940"/>
                  <a:pt x="54318" y="14955"/>
                </a:cubicBezTo>
                <a:cubicBezTo>
                  <a:pt x="54379" y="15076"/>
                  <a:pt x="54439" y="15168"/>
                  <a:pt x="54531" y="15289"/>
                </a:cubicBezTo>
                <a:lnTo>
                  <a:pt x="54743" y="15289"/>
                </a:lnTo>
                <a:cubicBezTo>
                  <a:pt x="54804" y="15259"/>
                  <a:pt x="54774" y="15168"/>
                  <a:pt x="54743" y="15168"/>
                </a:cubicBezTo>
                <a:lnTo>
                  <a:pt x="55017" y="15168"/>
                </a:lnTo>
                <a:cubicBezTo>
                  <a:pt x="55078" y="15168"/>
                  <a:pt x="55139" y="15107"/>
                  <a:pt x="55169" y="15046"/>
                </a:cubicBezTo>
                <a:cubicBezTo>
                  <a:pt x="55169" y="15016"/>
                  <a:pt x="55290" y="14894"/>
                  <a:pt x="55351" y="14894"/>
                </a:cubicBezTo>
                <a:cubicBezTo>
                  <a:pt x="55360" y="14898"/>
                  <a:pt x="55367" y="14900"/>
                  <a:pt x="55375" y="14900"/>
                </a:cubicBezTo>
                <a:cubicBezTo>
                  <a:pt x="55420" y="14900"/>
                  <a:pt x="55447" y="14825"/>
                  <a:pt x="55473" y="14772"/>
                </a:cubicBezTo>
                <a:cubicBezTo>
                  <a:pt x="55479" y="14760"/>
                  <a:pt x="55497" y="14755"/>
                  <a:pt x="55521" y="14755"/>
                </a:cubicBezTo>
                <a:cubicBezTo>
                  <a:pt x="55588" y="14755"/>
                  <a:pt x="55708" y="14790"/>
                  <a:pt x="55805" y="14790"/>
                </a:cubicBezTo>
                <a:cubicBezTo>
                  <a:pt x="55840" y="14790"/>
                  <a:pt x="55873" y="14785"/>
                  <a:pt x="55898" y="14772"/>
                </a:cubicBezTo>
                <a:cubicBezTo>
                  <a:pt x="55925" y="14764"/>
                  <a:pt x="55952" y="14760"/>
                  <a:pt x="55976" y="14760"/>
                </a:cubicBezTo>
                <a:cubicBezTo>
                  <a:pt x="56035" y="14760"/>
                  <a:pt x="56081" y="14781"/>
                  <a:pt x="56081" y="14803"/>
                </a:cubicBezTo>
                <a:lnTo>
                  <a:pt x="56081" y="14864"/>
                </a:lnTo>
                <a:cubicBezTo>
                  <a:pt x="56081" y="14921"/>
                  <a:pt x="56130" y="14943"/>
                  <a:pt x="56181" y="14943"/>
                </a:cubicBezTo>
                <a:cubicBezTo>
                  <a:pt x="56211" y="14943"/>
                  <a:pt x="56241" y="14936"/>
                  <a:pt x="56263" y="14924"/>
                </a:cubicBezTo>
                <a:cubicBezTo>
                  <a:pt x="56294" y="14894"/>
                  <a:pt x="56324" y="14803"/>
                  <a:pt x="56385" y="14803"/>
                </a:cubicBezTo>
                <a:lnTo>
                  <a:pt x="56446" y="14772"/>
                </a:lnTo>
                <a:cubicBezTo>
                  <a:pt x="56537" y="14772"/>
                  <a:pt x="56537" y="14651"/>
                  <a:pt x="56537" y="14620"/>
                </a:cubicBezTo>
                <a:cubicBezTo>
                  <a:pt x="56530" y="14606"/>
                  <a:pt x="56542" y="14600"/>
                  <a:pt x="56567" y="14600"/>
                </a:cubicBezTo>
                <a:cubicBezTo>
                  <a:pt x="56650" y="14600"/>
                  <a:pt x="56869" y="14665"/>
                  <a:pt x="56962" y="14712"/>
                </a:cubicBezTo>
                <a:cubicBezTo>
                  <a:pt x="57103" y="14740"/>
                  <a:pt x="57269" y="14897"/>
                  <a:pt x="57341" y="14897"/>
                </a:cubicBezTo>
                <a:cubicBezTo>
                  <a:pt x="57347" y="14897"/>
                  <a:pt x="57353" y="14896"/>
                  <a:pt x="57357" y="14894"/>
                </a:cubicBezTo>
                <a:cubicBezTo>
                  <a:pt x="57368" y="14889"/>
                  <a:pt x="57377" y="14886"/>
                  <a:pt x="57384" y="14886"/>
                </a:cubicBezTo>
                <a:cubicBezTo>
                  <a:pt x="57416" y="14886"/>
                  <a:pt x="57407" y="14941"/>
                  <a:pt x="57357" y="15016"/>
                </a:cubicBezTo>
                <a:lnTo>
                  <a:pt x="57449" y="15107"/>
                </a:lnTo>
                <a:lnTo>
                  <a:pt x="57449" y="15137"/>
                </a:lnTo>
                <a:cubicBezTo>
                  <a:pt x="57570" y="15107"/>
                  <a:pt x="57661" y="15046"/>
                  <a:pt x="57753" y="14955"/>
                </a:cubicBezTo>
                <a:cubicBezTo>
                  <a:pt x="57783" y="14940"/>
                  <a:pt x="57821" y="14932"/>
                  <a:pt x="57859" y="14932"/>
                </a:cubicBezTo>
                <a:cubicBezTo>
                  <a:pt x="57897" y="14932"/>
                  <a:pt x="57935" y="14940"/>
                  <a:pt x="57965" y="14955"/>
                </a:cubicBezTo>
                <a:cubicBezTo>
                  <a:pt x="57965" y="14957"/>
                  <a:pt x="57966" y="14957"/>
                  <a:pt x="57966" y="14957"/>
                </a:cubicBezTo>
                <a:cubicBezTo>
                  <a:pt x="57976" y="14957"/>
                  <a:pt x="58060" y="14737"/>
                  <a:pt x="58117" y="14651"/>
                </a:cubicBezTo>
                <a:cubicBezTo>
                  <a:pt x="58174" y="14613"/>
                  <a:pt x="58253" y="14587"/>
                  <a:pt x="58327" y="14587"/>
                </a:cubicBezTo>
                <a:cubicBezTo>
                  <a:pt x="58373" y="14587"/>
                  <a:pt x="58417" y="14597"/>
                  <a:pt x="58452" y="14620"/>
                </a:cubicBezTo>
                <a:lnTo>
                  <a:pt x="58482" y="14620"/>
                </a:lnTo>
                <a:lnTo>
                  <a:pt x="58634" y="14499"/>
                </a:lnTo>
                <a:cubicBezTo>
                  <a:pt x="58756" y="14560"/>
                  <a:pt x="58999" y="14712"/>
                  <a:pt x="59060" y="14712"/>
                </a:cubicBezTo>
                <a:cubicBezTo>
                  <a:pt x="59120" y="14681"/>
                  <a:pt x="59364" y="14590"/>
                  <a:pt x="59424" y="14560"/>
                </a:cubicBezTo>
                <a:cubicBezTo>
                  <a:pt x="59462" y="14547"/>
                  <a:pt x="59500" y="14540"/>
                  <a:pt x="59535" y="14540"/>
                </a:cubicBezTo>
                <a:cubicBezTo>
                  <a:pt x="59586" y="14540"/>
                  <a:pt x="59632" y="14554"/>
                  <a:pt x="59667" y="14590"/>
                </a:cubicBezTo>
                <a:cubicBezTo>
                  <a:pt x="59728" y="14651"/>
                  <a:pt x="59789" y="14651"/>
                  <a:pt x="59880" y="14681"/>
                </a:cubicBezTo>
                <a:lnTo>
                  <a:pt x="59971" y="14620"/>
                </a:lnTo>
                <a:cubicBezTo>
                  <a:pt x="60032" y="14590"/>
                  <a:pt x="60063" y="14529"/>
                  <a:pt x="60093" y="14438"/>
                </a:cubicBezTo>
                <a:cubicBezTo>
                  <a:pt x="60096" y="14435"/>
                  <a:pt x="60103" y="14433"/>
                  <a:pt x="60111" y="14433"/>
                </a:cubicBezTo>
                <a:cubicBezTo>
                  <a:pt x="60181" y="14433"/>
                  <a:pt x="60407" y="14533"/>
                  <a:pt x="60488" y="14560"/>
                </a:cubicBezTo>
                <a:cubicBezTo>
                  <a:pt x="60498" y="14563"/>
                  <a:pt x="60509" y="14564"/>
                  <a:pt x="60522" y="14564"/>
                </a:cubicBezTo>
                <a:cubicBezTo>
                  <a:pt x="60623" y="14564"/>
                  <a:pt x="60789" y="14462"/>
                  <a:pt x="60762" y="14408"/>
                </a:cubicBezTo>
                <a:cubicBezTo>
                  <a:pt x="60762" y="14398"/>
                  <a:pt x="60766" y="14394"/>
                  <a:pt x="60774" y="14394"/>
                </a:cubicBezTo>
                <a:cubicBezTo>
                  <a:pt x="60817" y="14394"/>
                  <a:pt x="60959" y="14513"/>
                  <a:pt x="61035" y="14590"/>
                </a:cubicBezTo>
                <a:cubicBezTo>
                  <a:pt x="61073" y="14603"/>
                  <a:pt x="61116" y="14610"/>
                  <a:pt x="61160" y="14610"/>
                </a:cubicBezTo>
                <a:cubicBezTo>
                  <a:pt x="61222" y="14610"/>
                  <a:pt x="61286" y="14595"/>
                  <a:pt x="61339" y="14560"/>
                </a:cubicBezTo>
                <a:cubicBezTo>
                  <a:pt x="61370" y="14468"/>
                  <a:pt x="61400" y="14408"/>
                  <a:pt x="61400" y="14347"/>
                </a:cubicBezTo>
                <a:lnTo>
                  <a:pt x="61400" y="14317"/>
                </a:lnTo>
                <a:lnTo>
                  <a:pt x="61400" y="14256"/>
                </a:lnTo>
                <a:cubicBezTo>
                  <a:pt x="61339" y="14134"/>
                  <a:pt x="61218" y="14073"/>
                  <a:pt x="61126" y="14073"/>
                </a:cubicBezTo>
                <a:lnTo>
                  <a:pt x="61005" y="14043"/>
                </a:lnTo>
                <a:cubicBezTo>
                  <a:pt x="60974" y="14013"/>
                  <a:pt x="60944" y="13982"/>
                  <a:pt x="60944" y="13921"/>
                </a:cubicBezTo>
                <a:lnTo>
                  <a:pt x="60944" y="13830"/>
                </a:lnTo>
                <a:cubicBezTo>
                  <a:pt x="61035" y="13709"/>
                  <a:pt x="61096" y="13557"/>
                  <a:pt x="61096" y="13374"/>
                </a:cubicBezTo>
                <a:lnTo>
                  <a:pt x="61430" y="13374"/>
                </a:lnTo>
                <a:cubicBezTo>
                  <a:pt x="61522" y="13359"/>
                  <a:pt x="61613" y="13351"/>
                  <a:pt x="61704" y="13351"/>
                </a:cubicBezTo>
                <a:cubicBezTo>
                  <a:pt x="61795" y="13351"/>
                  <a:pt x="61886" y="13359"/>
                  <a:pt x="61978" y="13374"/>
                </a:cubicBezTo>
                <a:lnTo>
                  <a:pt x="62008" y="13374"/>
                </a:lnTo>
                <a:cubicBezTo>
                  <a:pt x="62160" y="13465"/>
                  <a:pt x="61978" y="13435"/>
                  <a:pt x="61978" y="13526"/>
                </a:cubicBezTo>
                <a:cubicBezTo>
                  <a:pt x="61978" y="13617"/>
                  <a:pt x="61947" y="13648"/>
                  <a:pt x="61826" y="13648"/>
                </a:cubicBezTo>
                <a:lnTo>
                  <a:pt x="61795" y="13648"/>
                </a:lnTo>
                <a:cubicBezTo>
                  <a:pt x="61741" y="13648"/>
                  <a:pt x="61519" y="13552"/>
                  <a:pt x="61428" y="13552"/>
                </a:cubicBezTo>
                <a:cubicBezTo>
                  <a:pt x="61416" y="13552"/>
                  <a:pt x="61407" y="13553"/>
                  <a:pt x="61400" y="13557"/>
                </a:cubicBezTo>
                <a:cubicBezTo>
                  <a:pt x="61339" y="13587"/>
                  <a:pt x="61400" y="13891"/>
                  <a:pt x="61400" y="13982"/>
                </a:cubicBezTo>
                <a:cubicBezTo>
                  <a:pt x="61400" y="14073"/>
                  <a:pt x="61461" y="14165"/>
                  <a:pt x="61552" y="14195"/>
                </a:cubicBezTo>
                <a:lnTo>
                  <a:pt x="61582" y="14104"/>
                </a:lnTo>
                <a:cubicBezTo>
                  <a:pt x="61613" y="14043"/>
                  <a:pt x="61613" y="13952"/>
                  <a:pt x="61643" y="13921"/>
                </a:cubicBezTo>
                <a:cubicBezTo>
                  <a:pt x="61655" y="13915"/>
                  <a:pt x="61669" y="13913"/>
                  <a:pt x="61683" y="13913"/>
                </a:cubicBezTo>
                <a:cubicBezTo>
                  <a:pt x="61740" y="13913"/>
                  <a:pt x="61813" y="13952"/>
                  <a:pt x="61886" y="13952"/>
                </a:cubicBezTo>
                <a:lnTo>
                  <a:pt x="62038" y="13952"/>
                </a:lnTo>
                <a:cubicBezTo>
                  <a:pt x="62190" y="14013"/>
                  <a:pt x="62221" y="14104"/>
                  <a:pt x="62190" y="14104"/>
                </a:cubicBezTo>
                <a:cubicBezTo>
                  <a:pt x="62145" y="14119"/>
                  <a:pt x="62107" y="14127"/>
                  <a:pt x="62069" y="14127"/>
                </a:cubicBezTo>
                <a:cubicBezTo>
                  <a:pt x="62031" y="14127"/>
                  <a:pt x="61993" y="14119"/>
                  <a:pt x="61947" y="14104"/>
                </a:cubicBezTo>
                <a:lnTo>
                  <a:pt x="61856" y="14165"/>
                </a:lnTo>
                <a:lnTo>
                  <a:pt x="61613" y="14317"/>
                </a:lnTo>
                <a:cubicBezTo>
                  <a:pt x="61613" y="14523"/>
                  <a:pt x="61701" y="14664"/>
                  <a:pt x="61821" y="14664"/>
                </a:cubicBezTo>
                <a:cubicBezTo>
                  <a:pt x="61842" y="14664"/>
                  <a:pt x="61864" y="14660"/>
                  <a:pt x="61886" y="14651"/>
                </a:cubicBezTo>
                <a:lnTo>
                  <a:pt x="61856" y="14499"/>
                </a:lnTo>
                <a:cubicBezTo>
                  <a:pt x="61856" y="14438"/>
                  <a:pt x="61886" y="14438"/>
                  <a:pt x="61947" y="14438"/>
                </a:cubicBezTo>
                <a:lnTo>
                  <a:pt x="61978" y="14468"/>
                </a:lnTo>
                <a:cubicBezTo>
                  <a:pt x="62038" y="14499"/>
                  <a:pt x="62069" y="14560"/>
                  <a:pt x="62099" y="14620"/>
                </a:cubicBezTo>
                <a:lnTo>
                  <a:pt x="62130" y="14833"/>
                </a:lnTo>
                <a:cubicBezTo>
                  <a:pt x="62281" y="14772"/>
                  <a:pt x="62373" y="14681"/>
                  <a:pt x="62342" y="14651"/>
                </a:cubicBezTo>
                <a:cubicBezTo>
                  <a:pt x="62585" y="14560"/>
                  <a:pt x="62829" y="14499"/>
                  <a:pt x="63072" y="14468"/>
                </a:cubicBezTo>
                <a:cubicBezTo>
                  <a:pt x="63160" y="14446"/>
                  <a:pt x="63237" y="14432"/>
                  <a:pt x="63298" y="14426"/>
                </a:cubicBezTo>
                <a:lnTo>
                  <a:pt x="63298" y="14426"/>
                </a:lnTo>
                <a:lnTo>
                  <a:pt x="63383" y="14448"/>
                </a:lnTo>
                <a:lnTo>
                  <a:pt x="63383" y="14448"/>
                </a:lnTo>
                <a:cubicBezTo>
                  <a:pt x="63388" y="14440"/>
                  <a:pt x="63392" y="14432"/>
                  <a:pt x="63396" y="14424"/>
                </a:cubicBezTo>
                <a:lnTo>
                  <a:pt x="63396" y="14424"/>
                </a:lnTo>
                <a:cubicBezTo>
                  <a:pt x="63385" y="14423"/>
                  <a:pt x="63373" y="14423"/>
                  <a:pt x="63361" y="14423"/>
                </a:cubicBezTo>
                <a:cubicBezTo>
                  <a:pt x="63342" y="14423"/>
                  <a:pt x="63321" y="14424"/>
                  <a:pt x="63298" y="14426"/>
                </a:cubicBezTo>
                <a:lnTo>
                  <a:pt x="63298" y="14426"/>
                </a:lnTo>
                <a:lnTo>
                  <a:pt x="63224" y="14408"/>
                </a:lnTo>
                <a:lnTo>
                  <a:pt x="63041" y="14377"/>
                </a:lnTo>
                <a:cubicBezTo>
                  <a:pt x="62950" y="14286"/>
                  <a:pt x="62859" y="14165"/>
                  <a:pt x="62829" y="14043"/>
                </a:cubicBezTo>
                <a:lnTo>
                  <a:pt x="62889" y="14043"/>
                </a:lnTo>
                <a:cubicBezTo>
                  <a:pt x="62950" y="14073"/>
                  <a:pt x="63315" y="14286"/>
                  <a:pt x="63376" y="14317"/>
                </a:cubicBezTo>
                <a:cubicBezTo>
                  <a:pt x="63406" y="14346"/>
                  <a:pt x="63413" y="14384"/>
                  <a:pt x="63396" y="14424"/>
                </a:cubicBezTo>
                <a:lnTo>
                  <a:pt x="63396" y="14424"/>
                </a:lnTo>
                <a:cubicBezTo>
                  <a:pt x="63442" y="14429"/>
                  <a:pt x="63467" y="14444"/>
                  <a:pt x="63467" y="14468"/>
                </a:cubicBezTo>
                <a:lnTo>
                  <a:pt x="63383" y="14448"/>
                </a:lnTo>
                <a:lnTo>
                  <a:pt x="63383" y="14448"/>
                </a:lnTo>
                <a:cubicBezTo>
                  <a:pt x="63360" y="14483"/>
                  <a:pt x="63318" y="14522"/>
                  <a:pt x="63254" y="14560"/>
                </a:cubicBezTo>
                <a:lnTo>
                  <a:pt x="63497" y="14590"/>
                </a:lnTo>
                <a:cubicBezTo>
                  <a:pt x="63691" y="14526"/>
                  <a:pt x="64006" y="14461"/>
                  <a:pt x="64206" y="14461"/>
                </a:cubicBezTo>
                <a:cubicBezTo>
                  <a:pt x="64289" y="14461"/>
                  <a:pt x="64352" y="14472"/>
                  <a:pt x="64379" y="14499"/>
                </a:cubicBezTo>
                <a:cubicBezTo>
                  <a:pt x="64470" y="14620"/>
                  <a:pt x="64531" y="14742"/>
                  <a:pt x="64500" y="14803"/>
                </a:cubicBezTo>
                <a:lnTo>
                  <a:pt x="64318" y="14803"/>
                </a:lnTo>
                <a:cubicBezTo>
                  <a:pt x="64288" y="14803"/>
                  <a:pt x="64257" y="14833"/>
                  <a:pt x="64257" y="14894"/>
                </a:cubicBezTo>
                <a:cubicBezTo>
                  <a:pt x="64257" y="14924"/>
                  <a:pt x="64318" y="14955"/>
                  <a:pt x="64348" y="14955"/>
                </a:cubicBezTo>
                <a:lnTo>
                  <a:pt x="64440" y="14955"/>
                </a:lnTo>
                <a:cubicBezTo>
                  <a:pt x="64561" y="14894"/>
                  <a:pt x="64652" y="14803"/>
                  <a:pt x="64652" y="14651"/>
                </a:cubicBezTo>
                <a:lnTo>
                  <a:pt x="64652" y="14560"/>
                </a:lnTo>
                <a:cubicBezTo>
                  <a:pt x="64652" y="14529"/>
                  <a:pt x="64744" y="14499"/>
                  <a:pt x="64774" y="14468"/>
                </a:cubicBezTo>
                <a:cubicBezTo>
                  <a:pt x="64804" y="14438"/>
                  <a:pt x="64865" y="14438"/>
                  <a:pt x="64804" y="14408"/>
                </a:cubicBezTo>
                <a:cubicBezTo>
                  <a:pt x="64744" y="14347"/>
                  <a:pt x="64744" y="14317"/>
                  <a:pt x="64835" y="14317"/>
                </a:cubicBezTo>
                <a:lnTo>
                  <a:pt x="64865" y="14317"/>
                </a:lnTo>
                <a:cubicBezTo>
                  <a:pt x="64926" y="14317"/>
                  <a:pt x="64865" y="14620"/>
                  <a:pt x="64835" y="14712"/>
                </a:cubicBezTo>
                <a:cubicBezTo>
                  <a:pt x="64804" y="14803"/>
                  <a:pt x="64744" y="14894"/>
                  <a:pt x="64713" y="14894"/>
                </a:cubicBezTo>
                <a:cubicBezTo>
                  <a:pt x="64683" y="14894"/>
                  <a:pt x="64713" y="15016"/>
                  <a:pt x="64744" y="15046"/>
                </a:cubicBezTo>
                <a:cubicBezTo>
                  <a:pt x="64751" y="15061"/>
                  <a:pt x="64765" y="15066"/>
                  <a:pt x="64783" y="15066"/>
                </a:cubicBezTo>
                <a:cubicBezTo>
                  <a:pt x="64838" y="15066"/>
                  <a:pt x="64926" y="15008"/>
                  <a:pt x="64926" y="14985"/>
                </a:cubicBezTo>
                <a:cubicBezTo>
                  <a:pt x="64956" y="14894"/>
                  <a:pt x="64987" y="14864"/>
                  <a:pt x="65017" y="14803"/>
                </a:cubicBezTo>
                <a:lnTo>
                  <a:pt x="65048" y="14803"/>
                </a:lnTo>
                <a:cubicBezTo>
                  <a:pt x="65108" y="14803"/>
                  <a:pt x="65139" y="14833"/>
                  <a:pt x="65169" y="14864"/>
                </a:cubicBezTo>
                <a:lnTo>
                  <a:pt x="65169" y="14924"/>
                </a:lnTo>
                <a:cubicBezTo>
                  <a:pt x="65169" y="14985"/>
                  <a:pt x="65230" y="15046"/>
                  <a:pt x="65230" y="15046"/>
                </a:cubicBezTo>
                <a:cubicBezTo>
                  <a:pt x="65260" y="15046"/>
                  <a:pt x="65321" y="14924"/>
                  <a:pt x="65321" y="14864"/>
                </a:cubicBezTo>
                <a:cubicBezTo>
                  <a:pt x="65351" y="14803"/>
                  <a:pt x="65078" y="14651"/>
                  <a:pt x="65078" y="14560"/>
                </a:cubicBezTo>
                <a:cubicBezTo>
                  <a:pt x="65078" y="14468"/>
                  <a:pt x="65230" y="14408"/>
                  <a:pt x="65291" y="14408"/>
                </a:cubicBezTo>
                <a:cubicBezTo>
                  <a:pt x="65296" y="14413"/>
                  <a:pt x="65303" y="14416"/>
                  <a:pt x="65310" y="14416"/>
                </a:cubicBezTo>
                <a:cubicBezTo>
                  <a:pt x="65342" y="14416"/>
                  <a:pt x="65387" y="14366"/>
                  <a:pt x="65412" y="14317"/>
                </a:cubicBezTo>
                <a:lnTo>
                  <a:pt x="65625" y="14317"/>
                </a:lnTo>
                <a:cubicBezTo>
                  <a:pt x="65706" y="14317"/>
                  <a:pt x="65787" y="14344"/>
                  <a:pt x="65868" y="14344"/>
                </a:cubicBezTo>
                <a:cubicBezTo>
                  <a:pt x="65909" y="14344"/>
                  <a:pt x="65949" y="14337"/>
                  <a:pt x="65990" y="14317"/>
                </a:cubicBezTo>
                <a:cubicBezTo>
                  <a:pt x="65999" y="14308"/>
                  <a:pt x="66013" y="14304"/>
                  <a:pt x="66030" y="14304"/>
                </a:cubicBezTo>
                <a:cubicBezTo>
                  <a:pt x="66071" y="14304"/>
                  <a:pt x="66129" y="14325"/>
                  <a:pt x="66172" y="14347"/>
                </a:cubicBezTo>
                <a:cubicBezTo>
                  <a:pt x="66242" y="14347"/>
                  <a:pt x="66258" y="14437"/>
                  <a:pt x="66331" y="14437"/>
                </a:cubicBezTo>
                <a:cubicBezTo>
                  <a:pt x="66353" y="14437"/>
                  <a:pt x="66380" y="14429"/>
                  <a:pt x="66415" y="14408"/>
                </a:cubicBezTo>
                <a:lnTo>
                  <a:pt x="66476" y="14377"/>
                </a:lnTo>
                <a:cubicBezTo>
                  <a:pt x="66503" y="14391"/>
                  <a:pt x="66526" y="14397"/>
                  <a:pt x="66547" y="14397"/>
                </a:cubicBezTo>
                <a:cubicBezTo>
                  <a:pt x="66621" y="14397"/>
                  <a:pt x="66658" y="14320"/>
                  <a:pt x="66658" y="14225"/>
                </a:cubicBezTo>
                <a:lnTo>
                  <a:pt x="66993" y="14225"/>
                </a:lnTo>
                <a:cubicBezTo>
                  <a:pt x="67266" y="14225"/>
                  <a:pt x="67388" y="14499"/>
                  <a:pt x="67266" y="14499"/>
                </a:cubicBezTo>
                <a:lnTo>
                  <a:pt x="67418" y="14499"/>
                </a:lnTo>
                <a:lnTo>
                  <a:pt x="67601" y="14438"/>
                </a:lnTo>
                <a:lnTo>
                  <a:pt x="67844" y="14377"/>
                </a:lnTo>
                <a:cubicBezTo>
                  <a:pt x="68044" y="14288"/>
                  <a:pt x="68212" y="14232"/>
                  <a:pt x="68287" y="14232"/>
                </a:cubicBezTo>
                <a:cubicBezTo>
                  <a:pt x="68315" y="14232"/>
                  <a:pt x="68330" y="14239"/>
                  <a:pt x="68330" y="14256"/>
                </a:cubicBezTo>
                <a:lnTo>
                  <a:pt x="68330" y="14408"/>
                </a:lnTo>
                <a:cubicBezTo>
                  <a:pt x="68330" y="14466"/>
                  <a:pt x="68367" y="14487"/>
                  <a:pt x="68417" y="14487"/>
                </a:cubicBezTo>
                <a:cubicBezTo>
                  <a:pt x="68446" y="14487"/>
                  <a:pt x="68479" y="14480"/>
                  <a:pt x="68513" y="14468"/>
                </a:cubicBezTo>
                <a:cubicBezTo>
                  <a:pt x="68573" y="14438"/>
                  <a:pt x="68513" y="14317"/>
                  <a:pt x="68665" y="14317"/>
                </a:cubicBezTo>
                <a:lnTo>
                  <a:pt x="68756" y="14317"/>
                </a:lnTo>
                <a:cubicBezTo>
                  <a:pt x="68763" y="14314"/>
                  <a:pt x="68770" y="14313"/>
                  <a:pt x="68777" y="14313"/>
                </a:cubicBezTo>
                <a:cubicBezTo>
                  <a:pt x="68864" y="14313"/>
                  <a:pt x="68964" y="14473"/>
                  <a:pt x="68908" y="14529"/>
                </a:cubicBezTo>
                <a:cubicBezTo>
                  <a:pt x="68863" y="14574"/>
                  <a:pt x="68802" y="14602"/>
                  <a:pt x="68761" y="14602"/>
                </a:cubicBezTo>
                <a:cubicBezTo>
                  <a:pt x="68746" y="14602"/>
                  <a:pt x="68734" y="14598"/>
                  <a:pt x="68725" y="14590"/>
                </a:cubicBezTo>
                <a:lnTo>
                  <a:pt x="68634" y="14590"/>
                </a:lnTo>
                <a:cubicBezTo>
                  <a:pt x="68634" y="14590"/>
                  <a:pt x="68634" y="14772"/>
                  <a:pt x="68634" y="14803"/>
                </a:cubicBezTo>
                <a:cubicBezTo>
                  <a:pt x="68646" y="14826"/>
                  <a:pt x="68680" y="14836"/>
                  <a:pt x="68722" y="14836"/>
                </a:cubicBezTo>
                <a:cubicBezTo>
                  <a:pt x="68791" y="14836"/>
                  <a:pt x="68882" y="14810"/>
                  <a:pt x="68938" y="14772"/>
                </a:cubicBezTo>
                <a:cubicBezTo>
                  <a:pt x="68945" y="14766"/>
                  <a:pt x="68952" y="14763"/>
                  <a:pt x="68960" y="14763"/>
                </a:cubicBezTo>
                <a:cubicBezTo>
                  <a:pt x="69020" y="14763"/>
                  <a:pt x="69104" y="14955"/>
                  <a:pt x="69212" y="14955"/>
                </a:cubicBezTo>
                <a:cubicBezTo>
                  <a:pt x="69424" y="14924"/>
                  <a:pt x="69576" y="14833"/>
                  <a:pt x="69728" y="14712"/>
                </a:cubicBezTo>
                <a:cubicBezTo>
                  <a:pt x="69748" y="14682"/>
                  <a:pt x="69771" y="14669"/>
                  <a:pt x="69792" y="14669"/>
                </a:cubicBezTo>
                <a:cubicBezTo>
                  <a:pt x="69838" y="14669"/>
                  <a:pt x="69880" y="14730"/>
                  <a:pt x="69880" y="14833"/>
                </a:cubicBezTo>
                <a:lnTo>
                  <a:pt x="70093" y="14894"/>
                </a:lnTo>
                <a:lnTo>
                  <a:pt x="70184" y="14894"/>
                </a:lnTo>
                <a:cubicBezTo>
                  <a:pt x="70276" y="14894"/>
                  <a:pt x="70367" y="14833"/>
                  <a:pt x="70397" y="14772"/>
                </a:cubicBezTo>
                <a:cubicBezTo>
                  <a:pt x="70397" y="14712"/>
                  <a:pt x="70245" y="14651"/>
                  <a:pt x="70184" y="14651"/>
                </a:cubicBezTo>
                <a:cubicBezTo>
                  <a:pt x="70124" y="14651"/>
                  <a:pt x="70154" y="14438"/>
                  <a:pt x="70184" y="14377"/>
                </a:cubicBezTo>
                <a:cubicBezTo>
                  <a:pt x="70215" y="14317"/>
                  <a:pt x="70458" y="14225"/>
                  <a:pt x="70549" y="14225"/>
                </a:cubicBezTo>
                <a:cubicBezTo>
                  <a:pt x="70671" y="14256"/>
                  <a:pt x="70792" y="14286"/>
                  <a:pt x="70883" y="14377"/>
                </a:cubicBezTo>
                <a:lnTo>
                  <a:pt x="71035" y="14347"/>
                </a:lnTo>
                <a:lnTo>
                  <a:pt x="71096" y="14317"/>
                </a:lnTo>
                <a:cubicBezTo>
                  <a:pt x="71218" y="14317"/>
                  <a:pt x="71218" y="14256"/>
                  <a:pt x="71096" y="14195"/>
                </a:cubicBezTo>
                <a:lnTo>
                  <a:pt x="71096" y="14165"/>
                </a:lnTo>
                <a:lnTo>
                  <a:pt x="71157" y="14013"/>
                </a:lnTo>
                <a:cubicBezTo>
                  <a:pt x="71279" y="14013"/>
                  <a:pt x="71400" y="14104"/>
                  <a:pt x="71461" y="14225"/>
                </a:cubicBezTo>
                <a:cubicBezTo>
                  <a:pt x="71461" y="14236"/>
                  <a:pt x="71485" y="14244"/>
                  <a:pt x="71525" y="14244"/>
                </a:cubicBezTo>
                <a:cubicBezTo>
                  <a:pt x="71595" y="14244"/>
                  <a:pt x="71710" y="14222"/>
                  <a:pt x="71826" y="14165"/>
                </a:cubicBezTo>
                <a:lnTo>
                  <a:pt x="72282" y="14165"/>
                </a:lnTo>
                <a:cubicBezTo>
                  <a:pt x="72336" y="14075"/>
                  <a:pt x="72496" y="14049"/>
                  <a:pt x="72637" y="14049"/>
                </a:cubicBezTo>
                <a:cubicBezTo>
                  <a:pt x="72734" y="14049"/>
                  <a:pt x="72822" y="14061"/>
                  <a:pt x="72859" y="14073"/>
                </a:cubicBezTo>
                <a:cubicBezTo>
                  <a:pt x="72981" y="14134"/>
                  <a:pt x="73163" y="14225"/>
                  <a:pt x="73194" y="14225"/>
                </a:cubicBezTo>
                <a:cubicBezTo>
                  <a:pt x="73285" y="14195"/>
                  <a:pt x="73376" y="14165"/>
                  <a:pt x="73467" y="14104"/>
                </a:cubicBezTo>
                <a:lnTo>
                  <a:pt x="73619" y="14104"/>
                </a:lnTo>
                <a:cubicBezTo>
                  <a:pt x="73619" y="14104"/>
                  <a:pt x="73680" y="14013"/>
                  <a:pt x="73680" y="13982"/>
                </a:cubicBezTo>
                <a:cubicBezTo>
                  <a:pt x="73680" y="13877"/>
                  <a:pt x="73680" y="13845"/>
                  <a:pt x="73730" y="13845"/>
                </a:cubicBezTo>
                <a:cubicBezTo>
                  <a:pt x="73752" y="13845"/>
                  <a:pt x="73785" y="13851"/>
                  <a:pt x="73832" y="13861"/>
                </a:cubicBezTo>
                <a:cubicBezTo>
                  <a:pt x="73872" y="13861"/>
                  <a:pt x="73940" y="13874"/>
                  <a:pt x="73989" y="13874"/>
                </a:cubicBezTo>
                <a:cubicBezTo>
                  <a:pt x="74014" y="13874"/>
                  <a:pt x="74035" y="13871"/>
                  <a:pt x="74045" y="13861"/>
                </a:cubicBezTo>
                <a:lnTo>
                  <a:pt x="74227" y="13739"/>
                </a:lnTo>
                <a:cubicBezTo>
                  <a:pt x="74302" y="13814"/>
                  <a:pt x="74418" y="13868"/>
                  <a:pt x="74542" y="13868"/>
                </a:cubicBezTo>
                <a:cubicBezTo>
                  <a:pt x="74568" y="13868"/>
                  <a:pt x="74595" y="13866"/>
                  <a:pt x="74622" y="13861"/>
                </a:cubicBezTo>
                <a:cubicBezTo>
                  <a:pt x="74630" y="13856"/>
                  <a:pt x="74637" y="13855"/>
                  <a:pt x="74641" y="13855"/>
                </a:cubicBezTo>
                <a:cubicBezTo>
                  <a:pt x="74667" y="13855"/>
                  <a:pt x="74618" y="13930"/>
                  <a:pt x="74592" y="13982"/>
                </a:cubicBezTo>
                <a:cubicBezTo>
                  <a:pt x="74586" y="13988"/>
                  <a:pt x="74591" y="13990"/>
                  <a:pt x="74604" y="13990"/>
                </a:cubicBezTo>
                <a:cubicBezTo>
                  <a:pt x="74657" y="13990"/>
                  <a:pt x="74841" y="13946"/>
                  <a:pt x="74865" y="13921"/>
                </a:cubicBezTo>
                <a:cubicBezTo>
                  <a:pt x="74926" y="13861"/>
                  <a:pt x="74987" y="13830"/>
                  <a:pt x="75048" y="13800"/>
                </a:cubicBezTo>
                <a:cubicBezTo>
                  <a:pt x="75078" y="13800"/>
                  <a:pt x="75169" y="13891"/>
                  <a:pt x="75169" y="13921"/>
                </a:cubicBezTo>
                <a:cubicBezTo>
                  <a:pt x="75175" y="13927"/>
                  <a:pt x="75183" y="13930"/>
                  <a:pt x="75192" y="13930"/>
                </a:cubicBezTo>
                <a:cubicBezTo>
                  <a:pt x="75232" y="13930"/>
                  <a:pt x="75297" y="13885"/>
                  <a:pt x="75321" y="13861"/>
                </a:cubicBezTo>
                <a:lnTo>
                  <a:pt x="75473" y="13678"/>
                </a:lnTo>
                <a:lnTo>
                  <a:pt x="75564" y="13800"/>
                </a:lnTo>
                <a:cubicBezTo>
                  <a:pt x="75625" y="13861"/>
                  <a:pt x="75716" y="13952"/>
                  <a:pt x="75747" y="13952"/>
                </a:cubicBezTo>
                <a:cubicBezTo>
                  <a:pt x="75899" y="13891"/>
                  <a:pt x="76020" y="13861"/>
                  <a:pt x="76172" y="13861"/>
                </a:cubicBezTo>
                <a:lnTo>
                  <a:pt x="76324" y="13861"/>
                </a:lnTo>
                <a:cubicBezTo>
                  <a:pt x="76294" y="13800"/>
                  <a:pt x="76355" y="13739"/>
                  <a:pt x="76416" y="13709"/>
                </a:cubicBezTo>
                <a:lnTo>
                  <a:pt x="76476" y="13739"/>
                </a:lnTo>
                <a:cubicBezTo>
                  <a:pt x="76598" y="13769"/>
                  <a:pt x="76598" y="13891"/>
                  <a:pt x="76598" y="13982"/>
                </a:cubicBezTo>
                <a:cubicBezTo>
                  <a:pt x="76602" y="13984"/>
                  <a:pt x="76607" y="13986"/>
                  <a:pt x="76611" y="13986"/>
                </a:cubicBezTo>
                <a:cubicBezTo>
                  <a:pt x="76663" y="13986"/>
                  <a:pt x="76689" y="13826"/>
                  <a:pt x="76689" y="13769"/>
                </a:cubicBezTo>
                <a:cubicBezTo>
                  <a:pt x="76689" y="13734"/>
                  <a:pt x="76773" y="13719"/>
                  <a:pt x="76860" y="13719"/>
                </a:cubicBezTo>
                <a:cubicBezTo>
                  <a:pt x="76922" y="13719"/>
                  <a:pt x="76986" y="13726"/>
                  <a:pt x="77023" y="13739"/>
                </a:cubicBezTo>
                <a:cubicBezTo>
                  <a:pt x="77068" y="13739"/>
                  <a:pt x="77257" y="13675"/>
                  <a:pt x="77380" y="13675"/>
                </a:cubicBezTo>
                <a:cubicBezTo>
                  <a:pt x="77426" y="13675"/>
                  <a:pt x="77463" y="13684"/>
                  <a:pt x="77479" y="13709"/>
                </a:cubicBezTo>
                <a:cubicBezTo>
                  <a:pt x="77497" y="13744"/>
                  <a:pt x="77536" y="13759"/>
                  <a:pt x="77583" y="13759"/>
                </a:cubicBezTo>
                <a:cubicBezTo>
                  <a:pt x="77617" y="13759"/>
                  <a:pt x="77654" y="13752"/>
                  <a:pt x="77692" y="13739"/>
                </a:cubicBezTo>
                <a:cubicBezTo>
                  <a:pt x="77692" y="13709"/>
                  <a:pt x="77631" y="13709"/>
                  <a:pt x="77510" y="13709"/>
                </a:cubicBezTo>
                <a:lnTo>
                  <a:pt x="77510" y="13587"/>
                </a:lnTo>
                <a:lnTo>
                  <a:pt x="77510" y="13526"/>
                </a:lnTo>
                <a:cubicBezTo>
                  <a:pt x="77540" y="13465"/>
                  <a:pt x="77571" y="13405"/>
                  <a:pt x="77571" y="13344"/>
                </a:cubicBezTo>
                <a:cubicBezTo>
                  <a:pt x="77601" y="13313"/>
                  <a:pt x="77540" y="13313"/>
                  <a:pt x="77479" y="13313"/>
                </a:cubicBezTo>
                <a:lnTo>
                  <a:pt x="77267" y="13313"/>
                </a:lnTo>
                <a:cubicBezTo>
                  <a:pt x="77191" y="13344"/>
                  <a:pt x="77115" y="13359"/>
                  <a:pt x="77039" y="13359"/>
                </a:cubicBezTo>
                <a:cubicBezTo>
                  <a:pt x="76963" y="13359"/>
                  <a:pt x="76887" y="13344"/>
                  <a:pt x="76811" y="13313"/>
                </a:cubicBezTo>
                <a:lnTo>
                  <a:pt x="76689" y="13222"/>
                </a:lnTo>
                <a:lnTo>
                  <a:pt x="76689" y="13161"/>
                </a:lnTo>
                <a:cubicBezTo>
                  <a:pt x="76719" y="13131"/>
                  <a:pt x="76719" y="13131"/>
                  <a:pt x="76750" y="13131"/>
                </a:cubicBezTo>
                <a:cubicBezTo>
                  <a:pt x="76841" y="13161"/>
                  <a:pt x="76932" y="13161"/>
                  <a:pt x="77023" y="13192"/>
                </a:cubicBezTo>
                <a:lnTo>
                  <a:pt x="77115" y="13192"/>
                </a:lnTo>
                <a:cubicBezTo>
                  <a:pt x="77236" y="13192"/>
                  <a:pt x="77358" y="13161"/>
                  <a:pt x="77479" y="13101"/>
                </a:cubicBezTo>
                <a:lnTo>
                  <a:pt x="77571" y="13101"/>
                </a:lnTo>
                <a:lnTo>
                  <a:pt x="78026" y="13161"/>
                </a:lnTo>
                <a:cubicBezTo>
                  <a:pt x="78543" y="13131"/>
                  <a:pt x="78999" y="13070"/>
                  <a:pt x="79090" y="13070"/>
                </a:cubicBezTo>
                <a:lnTo>
                  <a:pt x="79333" y="13070"/>
                </a:lnTo>
                <a:cubicBezTo>
                  <a:pt x="79485" y="13070"/>
                  <a:pt x="79637" y="12979"/>
                  <a:pt x="79729" y="12827"/>
                </a:cubicBezTo>
                <a:cubicBezTo>
                  <a:pt x="79729" y="12807"/>
                  <a:pt x="79742" y="12797"/>
                  <a:pt x="79765" y="12797"/>
                </a:cubicBezTo>
                <a:cubicBezTo>
                  <a:pt x="79810" y="12797"/>
                  <a:pt x="79891" y="12837"/>
                  <a:pt x="79972" y="12918"/>
                </a:cubicBezTo>
                <a:cubicBezTo>
                  <a:pt x="80005" y="12969"/>
                  <a:pt x="80057" y="12991"/>
                  <a:pt x="80107" y="12991"/>
                </a:cubicBezTo>
                <a:cubicBezTo>
                  <a:pt x="80148" y="12991"/>
                  <a:pt x="80188" y="12976"/>
                  <a:pt x="80215" y="12949"/>
                </a:cubicBezTo>
                <a:lnTo>
                  <a:pt x="80337" y="12918"/>
                </a:lnTo>
                <a:cubicBezTo>
                  <a:pt x="80489" y="13010"/>
                  <a:pt x="80580" y="13161"/>
                  <a:pt x="80489" y="13253"/>
                </a:cubicBezTo>
                <a:lnTo>
                  <a:pt x="80367" y="13253"/>
                </a:lnTo>
                <a:cubicBezTo>
                  <a:pt x="80337" y="13283"/>
                  <a:pt x="80337" y="13344"/>
                  <a:pt x="80367" y="13374"/>
                </a:cubicBezTo>
                <a:lnTo>
                  <a:pt x="80397" y="13405"/>
                </a:lnTo>
                <a:lnTo>
                  <a:pt x="80489" y="13405"/>
                </a:lnTo>
                <a:cubicBezTo>
                  <a:pt x="80580" y="13405"/>
                  <a:pt x="80671" y="13374"/>
                  <a:pt x="80762" y="13344"/>
                </a:cubicBezTo>
                <a:lnTo>
                  <a:pt x="80823" y="13344"/>
                </a:lnTo>
                <a:cubicBezTo>
                  <a:pt x="80884" y="13374"/>
                  <a:pt x="80975" y="13435"/>
                  <a:pt x="81005" y="13496"/>
                </a:cubicBezTo>
                <a:lnTo>
                  <a:pt x="81248" y="13496"/>
                </a:lnTo>
                <a:cubicBezTo>
                  <a:pt x="81400" y="13465"/>
                  <a:pt x="81552" y="13405"/>
                  <a:pt x="81674" y="13283"/>
                </a:cubicBezTo>
                <a:cubicBezTo>
                  <a:pt x="81704" y="13253"/>
                  <a:pt x="81613" y="13131"/>
                  <a:pt x="81583" y="13131"/>
                </a:cubicBezTo>
                <a:cubicBezTo>
                  <a:pt x="81492" y="13131"/>
                  <a:pt x="81431" y="13161"/>
                  <a:pt x="81370" y="13192"/>
                </a:cubicBezTo>
                <a:cubicBezTo>
                  <a:pt x="81340" y="13192"/>
                  <a:pt x="81218" y="13222"/>
                  <a:pt x="81066" y="13222"/>
                </a:cubicBezTo>
                <a:lnTo>
                  <a:pt x="80975" y="13253"/>
                </a:lnTo>
                <a:lnTo>
                  <a:pt x="80944" y="13253"/>
                </a:lnTo>
                <a:cubicBezTo>
                  <a:pt x="80884" y="13253"/>
                  <a:pt x="80853" y="13131"/>
                  <a:pt x="80853" y="13101"/>
                </a:cubicBezTo>
                <a:cubicBezTo>
                  <a:pt x="81036" y="13040"/>
                  <a:pt x="81248" y="13010"/>
                  <a:pt x="81431" y="13010"/>
                </a:cubicBezTo>
                <a:lnTo>
                  <a:pt x="81826" y="13010"/>
                </a:lnTo>
                <a:cubicBezTo>
                  <a:pt x="81917" y="12949"/>
                  <a:pt x="82039" y="12949"/>
                  <a:pt x="82130" y="12918"/>
                </a:cubicBezTo>
                <a:cubicBezTo>
                  <a:pt x="82217" y="12947"/>
                  <a:pt x="82331" y="13224"/>
                  <a:pt x="82237" y="13224"/>
                </a:cubicBezTo>
                <a:cubicBezTo>
                  <a:pt x="82232" y="13224"/>
                  <a:pt x="82227" y="13224"/>
                  <a:pt x="82221" y="13222"/>
                </a:cubicBezTo>
                <a:cubicBezTo>
                  <a:pt x="82069" y="13222"/>
                  <a:pt x="82069" y="13313"/>
                  <a:pt x="82160" y="13465"/>
                </a:cubicBezTo>
                <a:lnTo>
                  <a:pt x="82282" y="13496"/>
                </a:lnTo>
                <a:lnTo>
                  <a:pt x="82403" y="13526"/>
                </a:lnTo>
                <a:cubicBezTo>
                  <a:pt x="82586" y="13465"/>
                  <a:pt x="82555" y="13313"/>
                  <a:pt x="82525" y="13313"/>
                </a:cubicBezTo>
                <a:cubicBezTo>
                  <a:pt x="82464" y="13222"/>
                  <a:pt x="82464" y="13131"/>
                  <a:pt x="82495" y="13040"/>
                </a:cubicBezTo>
                <a:cubicBezTo>
                  <a:pt x="82647" y="12949"/>
                  <a:pt x="82799" y="12888"/>
                  <a:pt x="83011" y="12858"/>
                </a:cubicBezTo>
                <a:lnTo>
                  <a:pt x="83133" y="12949"/>
                </a:lnTo>
                <a:lnTo>
                  <a:pt x="83437" y="13101"/>
                </a:lnTo>
                <a:cubicBezTo>
                  <a:pt x="83529" y="13027"/>
                  <a:pt x="83643" y="12987"/>
                  <a:pt x="83760" y="12987"/>
                </a:cubicBezTo>
                <a:cubicBezTo>
                  <a:pt x="83835" y="12987"/>
                  <a:pt x="83912" y="13004"/>
                  <a:pt x="83984" y="13040"/>
                </a:cubicBezTo>
                <a:lnTo>
                  <a:pt x="84075" y="13040"/>
                </a:lnTo>
                <a:lnTo>
                  <a:pt x="84166" y="13010"/>
                </a:lnTo>
                <a:cubicBezTo>
                  <a:pt x="84212" y="12964"/>
                  <a:pt x="84265" y="12941"/>
                  <a:pt x="84318" y="12941"/>
                </a:cubicBezTo>
                <a:cubicBezTo>
                  <a:pt x="84372" y="12941"/>
                  <a:pt x="84425" y="12964"/>
                  <a:pt x="84470" y="13010"/>
                </a:cubicBezTo>
                <a:cubicBezTo>
                  <a:pt x="84501" y="13040"/>
                  <a:pt x="84501" y="13101"/>
                  <a:pt x="84440" y="13101"/>
                </a:cubicBezTo>
                <a:cubicBezTo>
                  <a:pt x="84418" y="13101"/>
                  <a:pt x="84283" y="13036"/>
                  <a:pt x="84223" y="13036"/>
                </a:cubicBezTo>
                <a:cubicBezTo>
                  <a:pt x="84201" y="13036"/>
                  <a:pt x="84189" y="13045"/>
                  <a:pt x="84197" y="13070"/>
                </a:cubicBezTo>
                <a:cubicBezTo>
                  <a:pt x="84227" y="13131"/>
                  <a:pt x="84440" y="13253"/>
                  <a:pt x="84501" y="13253"/>
                </a:cubicBezTo>
                <a:cubicBezTo>
                  <a:pt x="84592" y="13253"/>
                  <a:pt x="84683" y="12979"/>
                  <a:pt x="84622" y="12858"/>
                </a:cubicBezTo>
                <a:cubicBezTo>
                  <a:pt x="84579" y="12792"/>
                  <a:pt x="84708" y="12742"/>
                  <a:pt x="84818" y="12742"/>
                </a:cubicBezTo>
                <a:cubicBezTo>
                  <a:pt x="84861" y="12742"/>
                  <a:pt x="84901" y="12749"/>
                  <a:pt x="84926" y="12766"/>
                </a:cubicBezTo>
                <a:lnTo>
                  <a:pt x="85169" y="12918"/>
                </a:lnTo>
                <a:lnTo>
                  <a:pt x="85291" y="12918"/>
                </a:lnTo>
                <a:cubicBezTo>
                  <a:pt x="85443" y="12918"/>
                  <a:pt x="85352" y="12979"/>
                  <a:pt x="85291" y="13010"/>
                </a:cubicBezTo>
                <a:cubicBezTo>
                  <a:pt x="85230" y="13040"/>
                  <a:pt x="85504" y="13040"/>
                  <a:pt x="85565" y="13040"/>
                </a:cubicBezTo>
                <a:cubicBezTo>
                  <a:pt x="85625" y="13040"/>
                  <a:pt x="85656" y="13010"/>
                  <a:pt x="85625" y="12949"/>
                </a:cubicBezTo>
                <a:lnTo>
                  <a:pt x="85625" y="12918"/>
                </a:lnTo>
                <a:cubicBezTo>
                  <a:pt x="85625" y="12888"/>
                  <a:pt x="85747" y="12827"/>
                  <a:pt x="85747" y="12827"/>
                </a:cubicBezTo>
                <a:lnTo>
                  <a:pt x="85838" y="12918"/>
                </a:lnTo>
                <a:cubicBezTo>
                  <a:pt x="85909" y="12954"/>
                  <a:pt x="85981" y="12969"/>
                  <a:pt x="86052" y="12969"/>
                </a:cubicBezTo>
                <a:cubicBezTo>
                  <a:pt x="86102" y="12969"/>
                  <a:pt x="86153" y="12961"/>
                  <a:pt x="86203" y="12949"/>
                </a:cubicBezTo>
                <a:cubicBezTo>
                  <a:pt x="86216" y="12942"/>
                  <a:pt x="86241" y="12940"/>
                  <a:pt x="86273" y="12940"/>
                </a:cubicBezTo>
                <a:cubicBezTo>
                  <a:pt x="86362" y="12940"/>
                  <a:pt x="86505" y="12957"/>
                  <a:pt x="86604" y="12957"/>
                </a:cubicBezTo>
                <a:cubicBezTo>
                  <a:pt x="86640" y="12957"/>
                  <a:pt x="86670" y="12955"/>
                  <a:pt x="86689" y="12949"/>
                </a:cubicBezTo>
                <a:cubicBezTo>
                  <a:pt x="86811" y="12888"/>
                  <a:pt x="86902" y="12797"/>
                  <a:pt x="86963" y="12675"/>
                </a:cubicBezTo>
                <a:cubicBezTo>
                  <a:pt x="86971" y="12667"/>
                  <a:pt x="86983" y="12663"/>
                  <a:pt x="86998" y="12663"/>
                </a:cubicBezTo>
                <a:cubicBezTo>
                  <a:pt x="87089" y="12663"/>
                  <a:pt x="87279" y="12805"/>
                  <a:pt x="87358" y="12858"/>
                </a:cubicBezTo>
                <a:cubicBezTo>
                  <a:pt x="87449" y="12888"/>
                  <a:pt x="87548" y="12903"/>
                  <a:pt x="87651" y="12903"/>
                </a:cubicBezTo>
                <a:cubicBezTo>
                  <a:pt x="87753" y="12903"/>
                  <a:pt x="87859" y="12888"/>
                  <a:pt x="87966" y="12858"/>
                </a:cubicBezTo>
                <a:cubicBezTo>
                  <a:pt x="88095" y="12836"/>
                  <a:pt x="88239" y="12815"/>
                  <a:pt x="88377" y="12815"/>
                </a:cubicBezTo>
                <a:cubicBezTo>
                  <a:pt x="88434" y="12815"/>
                  <a:pt x="88490" y="12818"/>
                  <a:pt x="88543" y="12827"/>
                </a:cubicBezTo>
                <a:lnTo>
                  <a:pt x="88756" y="12797"/>
                </a:lnTo>
                <a:lnTo>
                  <a:pt x="88817" y="12797"/>
                </a:lnTo>
                <a:cubicBezTo>
                  <a:pt x="88828" y="12802"/>
                  <a:pt x="88840" y="12805"/>
                  <a:pt x="88853" y="12805"/>
                </a:cubicBezTo>
                <a:cubicBezTo>
                  <a:pt x="88909" y="12805"/>
                  <a:pt x="88975" y="12755"/>
                  <a:pt x="88999" y="12706"/>
                </a:cubicBezTo>
                <a:cubicBezTo>
                  <a:pt x="88999" y="12675"/>
                  <a:pt x="89030" y="12660"/>
                  <a:pt x="89079" y="12660"/>
                </a:cubicBezTo>
                <a:cubicBezTo>
                  <a:pt x="89129" y="12660"/>
                  <a:pt x="89197" y="12675"/>
                  <a:pt x="89273" y="12706"/>
                </a:cubicBezTo>
                <a:lnTo>
                  <a:pt x="89364" y="12736"/>
                </a:lnTo>
                <a:cubicBezTo>
                  <a:pt x="89433" y="12759"/>
                  <a:pt x="89450" y="12868"/>
                  <a:pt x="89532" y="12868"/>
                </a:cubicBezTo>
                <a:cubicBezTo>
                  <a:pt x="89559" y="12868"/>
                  <a:pt x="89593" y="12857"/>
                  <a:pt x="89638" y="12827"/>
                </a:cubicBezTo>
                <a:cubicBezTo>
                  <a:pt x="89729" y="12766"/>
                  <a:pt x="89850" y="12736"/>
                  <a:pt x="89972" y="12736"/>
                </a:cubicBezTo>
                <a:cubicBezTo>
                  <a:pt x="90002" y="12736"/>
                  <a:pt x="90033" y="12766"/>
                  <a:pt x="90033" y="12766"/>
                </a:cubicBezTo>
                <a:cubicBezTo>
                  <a:pt x="90101" y="12801"/>
                  <a:pt x="90178" y="12805"/>
                  <a:pt x="90257" y="12805"/>
                </a:cubicBezTo>
                <a:cubicBezTo>
                  <a:pt x="90284" y="12805"/>
                  <a:pt x="90310" y="12804"/>
                  <a:pt x="90337" y="12804"/>
                </a:cubicBezTo>
                <a:cubicBezTo>
                  <a:pt x="90443" y="12804"/>
                  <a:pt x="90550" y="12812"/>
                  <a:pt x="90641" y="12888"/>
                </a:cubicBezTo>
                <a:cubicBezTo>
                  <a:pt x="90641" y="12888"/>
                  <a:pt x="90762" y="12797"/>
                  <a:pt x="90853" y="12797"/>
                </a:cubicBezTo>
                <a:lnTo>
                  <a:pt x="90884" y="12797"/>
                </a:lnTo>
                <a:cubicBezTo>
                  <a:pt x="90908" y="12809"/>
                  <a:pt x="90926" y="12814"/>
                  <a:pt x="90939" y="12814"/>
                </a:cubicBezTo>
                <a:cubicBezTo>
                  <a:pt x="90994" y="12814"/>
                  <a:pt x="90969" y="12730"/>
                  <a:pt x="90945" y="12706"/>
                </a:cubicBezTo>
                <a:cubicBezTo>
                  <a:pt x="90914" y="12645"/>
                  <a:pt x="90853" y="12554"/>
                  <a:pt x="90823" y="12493"/>
                </a:cubicBezTo>
                <a:cubicBezTo>
                  <a:pt x="90817" y="12481"/>
                  <a:pt x="90804" y="12476"/>
                  <a:pt x="90787" y="12476"/>
                </a:cubicBezTo>
                <a:cubicBezTo>
                  <a:pt x="90714" y="12476"/>
                  <a:pt x="90562" y="12560"/>
                  <a:pt x="90489" y="12584"/>
                </a:cubicBezTo>
                <a:cubicBezTo>
                  <a:pt x="90468" y="12598"/>
                  <a:pt x="90453" y="12604"/>
                  <a:pt x="90443" y="12604"/>
                </a:cubicBezTo>
                <a:cubicBezTo>
                  <a:pt x="90412" y="12604"/>
                  <a:pt x="90435" y="12539"/>
                  <a:pt x="90458" y="12493"/>
                </a:cubicBezTo>
                <a:cubicBezTo>
                  <a:pt x="90483" y="12443"/>
                  <a:pt x="90285" y="12394"/>
                  <a:pt x="90162" y="12394"/>
                </a:cubicBezTo>
                <a:cubicBezTo>
                  <a:pt x="90134" y="12394"/>
                  <a:pt x="90110" y="12396"/>
                  <a:pt x="90094" y="12402"/>
                </a:cubicBezTo>
                <a:cubicBezTo>
                  <a:pt x="90029" y="12423"/>
                  <a:pt x="89949" y="12445"/>
                  <a:pt x="89865" y="12445"/>
                </a:cubicBezTo>
                <a:cubicBezTo>
                  <a:pt x="89830" y="12445"/>
                  <a:pt x="89795" y="12441"/>
                  <a:pt x="89759" y="12432"/>
                </a:cubicBezTo>
                <a:cubicBezTo>
                  <a:pt x="89698" y="12402"/>
                  <a:pt x="89516" y="12280"/>
                  <a:pt x="89334" y="12158"/>
                </a:cubicBezTo>
                <a:lnTo>
                  <a:pt x="89394" y="12037"/>
                </a:lnTo>
                <a:lnTo>
                  <a:pt x="89425" y="11976"/>
                </a:lnTo>
                <a:cubicBezTo>
                  <a:pt x="89470" y="11946"/>
                  <a:pt x="89516" y="11930"/>
                  <a:pt x="89550" y="11930"/>
                </a:cubicBezTo>
                <a:cubicBezTo>
                  <a:pt x="89584" y="11930"/>
                  <a:pt x="89607" y="11946"/>
                  <a:pt x="89607" y="11976"/>
                </a:cubicBezTo>
                <a:lnTo>
                  <a:pt x="89607" y="12006"/>
                </a:lnTo>
                <a:cubicBezTo>
                  <a:pt x="89546" y="12128"/>
                  <a:pt x="89607" y="12219"/>
                  <a:pt x="89698" y="12219"/>
                </a:cubicBezTo>
                <a:lnTo>
                  <a:pt x="89850" y="12189"/>
                </a:lnTo>
                <a:cubicBezTo>
                  <a:pt x="89972" y="12189"/>
                  <a:pt x="90094" y="12098"/>
                  <a:pt x="90063" y="12067"/>
                </a:cubicBezTo>
                <a:cubicBezTo>
                  <a:pt x="90033" y="12006"/>
                  <a:pt x="90033" y="11976"/>
                  <a:pt x="90033" y="11976"/>
                </a:cubicBezTo>
                <a:lnTo>
                  <a:pt x="90124" y="11976"/>
                </a:lnTo>
                <a:cubicBezTo>
                  <a:pt x="90215" y="11976"/>
                  <a:pt x="90276" y="12006"/>
                  <a:pt x="90276" y="12037"/>
                </a:cubicBezTo>
                <a:lnTo>
                  <a:pt x="90276" y="12098"/>
                </a:lnTo>
                <a:cubicBezTo>
                  <a:pt x="90276" y="12158"/>
                  <a:pt x="90306" y="12219"/>
                  <a:pt x="90398" y="12219"/>
                </a:cubicBezTo>
                <a:lnTo>
                  <a:pt x="90428" y="12189"/>
                </a:lnTo>
                <a:lnTo>
                  <a:pt x="90489" y="12158"/>
                </a:lnTo>
                <a:cubicBezTo>
                  <a:pt x="90513" y="12123"/>
                  <a:pt x="90546" y="12110"/>
                  <a:pt x="90579" y="12110"/>
                </a:cubicBezTo>
                <a:cubicBezTo>
                  <a:pt x="90631" y="12110"/>
                  <a:pt x="90683" y="12140"/>
                  <a:pt x="90701" y="12158"/>
                </a:cubicBezTo>
                <a:cubicBezTo>
                  <a:pt x="90777" y="12174"/>
                  <a:pt x="90861" y="12181"/>
                  <a:pt x="90945" y="12181"/>
                </a:cubicBezTo>
                <a:cubicBezTo>
                  <a:pt x="91028" y="12181"/>
                  <a:pt x="91112" y="12174"/>
                  <a:pt x="91188" y="12158"/>
                </a:cubicBezTo>
                <a:cubicBezTo>
                  <a:pt x="91233" y="12128"/>
                  <a:pt x="91287" y="12113"/>
                  <a:pt x="91340" y="12113"/>
                </a:cubicBezTo>
                <a:cubicBezTo>
                  <a:pt x="91393" y="12113"/>
                  <a:pt x="91446" y="12128"/>
                  <a:pt x="91492" y="12158"/>
                </a:cubicBezTo>
                <a:cubicBezTo>
                  <a:pt x="91492" y="12162"/>
                  <a:pt x="91494" y="12163"/>
                  <a:pt x="91497" y="12163"/>
                </a:cubicBezTo>
                <a:cubicBezTo>
                  <a:pt x="91524" y="12163"/>
                  <a:pt x="91647" y="12064"/>
                  <a:pt x="91674" y="12037"/>
                </a:cubicBezTo>
                <a:cubicBezTo>
                  <a:pt x="91763" y="11992"/>
                  <a:pt x="91852" y="11964"/>
                  <a:pt x="91953" y="11964"/>
                </a:cubicBezTo>
                <a:cubicBezTo>
                  <a:pt x="91990" y="11964"/>
                  <a:pt x="92029" y="11968"/>
                  <a:pt x="92069" y="11976"/>
                </a:cubicBezTo>
                <a:lnTo>
                  <a:pt x="92282" y="11976"/>
                </a:lnTo>
                <a:lnTo>
                  <a:pt x="92252" y="12219"/>
                </a:lnTo>
                <a:cubicBezTo>
                  <a:pt x="92464" y="12189"/>
                  <a:pt x="92677" y="12158"/>
                  <a:pt x="92708" y="12128"/>
                </a:cubicBezTo>
                <a:cubicBezTo>
                  <a:pt x="92738" y="12067"/>
                  <a:pt x="92799" y="11915"/>
                  <a:pt x="92829" y="11794"/>
                </a:cubicBezTo>
                <a:lnTo>
                  <a:pt x="92920" y="11763"/>
                </a:lnTo>
                <a:cubicBezTo>
                  <a:pt x="92987" y="11719"/>
                  <a:pt x="93053" y="11626"/>
                  <a:pt x="93155" y="11626"/>
                </a:cubicBezTo>
                <a:cubicBezTo>
                  <a:pt x="93193" y="11626"/>
                  <a:pt x="93236" y="11639"/>
                  <a:pt x="93285" y="11672"/>
                </a:cubicBezTo>
                <a:lnTo>
                  <a:pt x="93346" y="11733"/>
                </a:lnTo>
                <a:cubicBezTo>
                  <a:pt x="93346" y="11824"/>
                  <a:pt x="93346" y="11885"/>
                  <a:pt x="93407" y="11976"/>
                </a:cubicBezTo>
                <a:lnTo>
                  <a:pt x="93559" y="11854"/>
                </a:lnTo>
                <a:lnTo>
                  <a:pt x="93680" y="11824"/>
                </a:lnTo>
                <a:cubicBezTo>
                  <a:pt x="93802" y="11794"/>
                  <a:pt x="93923" y="11733"/>
                  <a:pt x="94015" y="11672"/>
                </a:cubicBezTo>
                <a:cubicBezTo>
                  <a:pt x="94045" y="11672"/>
                  <a:pt x="94015" y="11611"/>
                  <a:pt x="93954" y="11581"/>
                </a:cubicBezTo>
                <a:lnTo>
                  <a:pt x="93893" y="11581"/>
                </a:lnTo>
                <a:cubicBezTo>
                  <a:pt x="93741" y="11581"/>
                  <a:pt x="93741" y="11520"/>
                  <a:pt x="93741" y="11429"/>
                </a:cubicBezTo>
                <a:lnTo>
                  <a:pt x="93802" y="11277"/>
                </a:lnTo>
                <a:cubicBezTo>
                  <a:pt x="93832" y="11095"/>
                  <a:pt x="93893" y="10639"/>
                  <a:pt x="93802" y="10547"/>
                </a:cubicBezTo>
                <a:cubicBezTo>
                  <a:pt x="93650" y="10456"/>
                  <a:pt x="93528" y="10304"/>
                  <a:pt x="93437" y="10183"/>
                </a:cubicBezTo>
                <a:lnTo>
                  <a:pt x="93559" y="10092"/>
                </a:lnTo>
                <a:cubicBezTo>
                  <a:pt x="93619" y="10061"/>
                  <a:pt x="93711" y="10031"/>
                  <a:pt x="93741" y="10000"/>
                </a:cubicBezTo>
                <a:cubicBezTo>
                  <a:pt x="93802" y="9970"/>
                  <a:pt x="93832" y="9879"/>
                  <a:pt x="93832" y="9879"/>
                </a:cubicBezTo>
                <a:cubicBezTo>
                  <a:pt x="93650" y="9727"/>
                  <a:pt x="93832" y="9696"/>
                  <a:pt x="93923" y="9666"/>
                </a:cubicBezTo>
                <a:lnTo>
                  <a:pt x="94015" y="9666"/>
                </a:lnTo>
                <a:cubicBezTo>
                  <a:pt x="94052" y="9653"/>
                  <a:pt x="94090" y="9646"/>
                  <a:pt x="94126" y="9646"/>
                </a:cubicBezTo>
                <a:cubicBezTo>
                  <a:pt x="94176" y="9646"/>
                  <a:pt x="94222" y="9661"/>
                  <a:pt x="94258" y="9696"/>
                </a:cubicBezTo>
                <a:cubicBezTo>
                  <a:pt x="94279" y="9739"/>
                  <a:pt x="94407" y="9782"/>
                  <a:pt x="94491" y="9782"/>
                </a:cubicBezTo>
                <a:cubicBezTo>
                  <a:pt x="94526" y="9782"/>
                  <a:pt x="94553" y="9775"/>
                  <a:pt x="94562" y="9757"/>
                </a:cubicBezTo>
                <a:cubicBezTo>
                  <a:pt x="94623" y="9636"/>
                  <a:pt x="94683" y="9544"/>
                  <a:pt x="94714" y="9423"/>
                </a:cubicBezTo>
                <a:cubicBezTo>
                  <a:pt x="94714" y="9392"/>
                  <a:pt x="94699" y="9377"/>
                  <a:pt x="94672" y="9377"/>
                </a:cubicBezTo>
                <a:cubicBezTo>
                  <a:pt x="94645" y="9377"/>
                  <a:pt x="94607" y="9392"/>
                  <a:pt x="94562" y="9423"/>
                </a:cubicBezTo>
                <a:lnTo>
                  <a:pt x="94501" y="9423"/>
                </a:lnTo>
                <a:cubicBezTo>
                  <a:pt x="94440" y="9423"/>
                  <a:pt x="94349" y="9392"/>
                  <a:pt x="94288" y="9332"/>
                </a:cubicBezTo>
                <a:lnTo>
                  <a:pt x="94197" y="9240"/>
                </a:lnTo>
                <a:cubicBezTo>
                  <a:pt x="94167" y="9332"/>
                  <a:pt x="93954" y="9423"/>
                  <a:pt x="93741" y="9453"/>
                </a:cubicBezTo>
                <a:lnTo>
                  <a:pt x="93619" y="9392"/>
                </a:lnTo>
                <a:lnTo>
                  <a:pt x="93559" y="9332"/>
                </a:lnTo>
                <a:cubicBezTo>
                  <a:pt x="93467" y="9301"/>
                  <a:pt x="93407" y="9301"/>
                  <a:pt x="93316" y="9271"/>
                </a:cubicBezTo>
                <a:cubicBezTo>
                  <a:pt x="93255" y="9240"/>
                  <a:pt x="93316" y="9149"/>
                  <a:pt x="93316" y="9149"/>
                </a:cubicBezTo>
                <a:cubicBezTo>
                  <a:pt x="93320" y="9145"/>
                  <a:pt x="93329" y="9143"/>
                  <a:pt x="93342" y="9143"/>
                </a:cubicBezTo>
                <a:cubicBezTo>
                  <a:pt x="93392" y="9143"/>
                  <a:pt x="93493" y="9171"/>
                  <a:pt x="93560" y="9171"/>
                </a:cubicBezTo>
                <a:cubicBezTo>
                  <a:pt x="93589" y="9171"/>
                  <a:pt x="93612" y="9165"/>
                  <a:pt x="93619" y="9149"/>
                </a:cubicBezTo>
                <a:cubicBezTo>
                  <a:pt x="93680" y="9088"/>
                  <a:pt x="93619" y="8936"/>
                  <a:pt x="93559" y="8906"/>
                </a:cubicBezTo>
                <a:cubicBezTo>
                  <a:pt x="93528" y="8876"/>
                  <a:pt x="93650" y="8785"/>
                  <a:pt x="93711" y="8754"/>
                </a:cubicBezTo>
                <a:cubicBezTo>
                  <a:pt x="93771" y="8724"/>
                  <a:pt x="93771" y="8693"/>
                  <a:pt x="93741" y="8633"/>
                </a:cubicBezTo>
                <a:cubicBezTo>
                  <a:pt x="93741" y="8633"/>
                  <a:pt x="93863" y="8541"/>
                  <a:pt x="93923" y="8541"/>
                </a:cubicBezTo>
                <a:cubicBezTo>
                  <a:pt x="93984" y="8420"/>
                  <a:pt x="94045" y="8268"/>
                  <a:pt x="94075" y="8146"/>
                </a:cubicBezTo>
                <a:cubicBezTo>
                  <a:pt x="94106" y="8025"/>
                  <a:pt x="93893" y="7964"/>
                  <a:pt x="93832" y="7964"/>
                </a:cubicBezTo>
                <a:cubicBezTo>
                  <a:pt x="93680" y="7964"/>
                  <a:pt x="93528" y="7994"/>
                  <a:pt x="93407" y="8055"/>
                </a:cubicBezTo>
                <a:cubicBezTo>
                  <a:pt x="93398" y="8058"/>
                  <a:pt x="93390" y="8059"/>
                  <a:pt x="93381" y="8059"/>
                </a:cubicBezTo>
                <a:cubicBezTo>
                  <a:pt x="93295" y="8059"/>
                  <a:pt x="93194" y="7931"/>
                  <a:pt x="93194" y="7903"/>
                </a:cubicBezTo>
                <a:cubicBezTo>
                  <a:pt x="93194" y="7903"/>
                  <a:pt x="93140" y="7876"/>
                  <a:pt x="93059" y="7876"/>
                </a:cubicBezTo>
                <a:cubicBezTo>
                  <a:pt x="93018" y="7876"/>
                  <a:pt x="92971" y="7883"/>
                  <a:pt x="92920" y="7903"/>
                </a:cubicBezTo>
                <a:lnTo>
                  <a:pt x="92829" y="7933"/>
                </a:lnTo>
                <a:cubicBezTo>
                  <a:pt x="92768" y="7933"/>
                  <a:pt x="92738" y="7964"/>
                  <a:pt x="92708" y="7994"/>
                </a:cubicBezTo>
                <a:lnTo>
                  <a:pt x="92647" y="8116"/>
                </a:lnTo>
                <a:cubicBezTo>
                  <a:pt x="92677" y="8207"/>
                  <a:pt x="92768" y="8298"/>
                  <a:pt x="92860" y="8329"/>
                </a:cubicBezTo>
                <a:lnTo>
                  <a:pt x="93042" y="8329"/>
                </a:lnTo>
                <a:cubicBezTo>
                  <a:pt x="93096" y="8274"/>
                  <a:pt x="93175" y="8172"/>
                  <a:pt x="93212" y="8172"/>
                </a:cubicBezTo>
                <a:cubicBezTo>
                  <a:pt x="93217" y="8172"/>
                  <a:pt x="93221" y="8173"/>
                  <a:pt x="93224" y="8177"/>
                </a:cubicBezTo>
                <a:cubicBezTo>
                  <a:pt x="93285" y="8207"/>
                  <a:pt x="93346" y="8268"/>
                  <a:pt x="93376" y="8329"/>
                </a:cubicBezTo>
                <a:cubicBezTo>
                  <a:pt x="93194" y="8420"/>
                  <a:pt x="92981" y="8450"/>
                  <a:pt x="92799" y="8481"/>
                </a:cubicBezTo>
                <a:cubicBezTo>
                  <a:pt x="92770" y="8486"/>
                  <a:pt x="92743" y="8489"/>
                  <a:pt x="92719" y="8489"/>
                </a:cubicBezTo>
                <a:cubicBezTo>
                  <a:pt x="92615" y="8489"/>
                  <a:pt x="92556" y="8444"/>
                  <a:pt x="92556" y="8420"/>
                </a:cubicBezTo>
                <a:cubicBezTo>
                  <a:pt x="92556" y="8359"/>
                  <a:pt x="92586" y="8298"/>
                  <a:pt x="92586" y="8237"/>
                </a:cubicBezTo>
                <a:cubicBezTo>
                  <a:pt x="92556" y="8146"/>
                  <a:pt x="92495" y="8085"/>
                  <a:pt x="92434" y="7994"/>
                </a:cubicBezTo>
                <a:lnTo>
                  <a:pt x="92373" y="7933"/>
                </a:lnTo>
                <a:lnTo>
                  <a:pt x="92282" y="7842"/>
                </a:lnTo>
                <a:cubicBezTo>
                  <a:pt x="92191" y="7842"/>
                  <a:pt x="92100" y="7873"/>
                  <a:pt x="92008" y="7903"/>
                </a:cubicBezTo>
                <a:lnTo>
                  <a:pt x="91857" y="7873"/>
                </a:lnTo>
                <a:cubicBezTo>
                  <a:pt x="91674" y="7873"/>
                  <a:pt x="91401" y="7842"/>
                  <a:pt x="91218" y="7812"/>
                </a:cubicBezTo>
                <a:lnTo>
                  <a:pt x="91066" y="7781"/>
                </a:lnTo>
                <a:lnTo>
                  <a:pt x="90945" y="7781"/>
                </a:lnTo>
                <a:lnTo>
                  <a:pt x="90671" y="7903"/>
                </a:lnTo>
                <a:cubicBezTo>
                  <a:pt x="90489" y="7812"/>
                  <a:pt x="90337" y="7599"/>
                  <a:pt x="90306" y="7386"/>
                </a:cubicBezTo>
                <a:cubicBezTo>
                  <a:pt x="90306" y="7326"/>
                  <a:pt x="90124" y="7204"/>
                  <a:pt x="89911" y="7143"/>
                </a:cubicBezTo>
                <a:lnTo>
                  <a:pt x="89729" y="7174"/>
                </a:lnTo>
                <a:lnTo>
                  <a:pt x="89577" y="7204"/>
                </a:lnTo>
                <a:cubicBezTo>
                  <a:pt x="89508" y="7238"/>
                  <a:pt x="89449" y="7255"/>
                  <a:pt x="89402" y="7255"/>
                </a:cubicBezTo>
                <a:cubicBezTo>
                  <a:pt x="89325" y="7255"/>
                  <a:pt x="89284" y="7208"/>
                  <a:pt x="89303" y="7113"/>
                </a:cubicBezTo>
                <a:lnTo>
                  <a:pt x="89303" y="7113"/>
                </a:lnTo>
                <a:lnTo>
                  <a:pt x="89030" y="7143"/>
                </a:lnTo>
                <a:cubicBezTo>
                  <a:pt x="89013" y="7147"/>
                  <a:pt x="88998" y="7149"/>
                  <a:pt x="88985" y="7149"/>
                </a:cubicBezTo>
                <a:cubicBezTo>
                  <a:pt x="88902" y="7149"/>
                  <a:pt x="88886" y="7074"/>
                  <a:pt x="88939" y="7022"/>
                </a:cubicBezTo>
                <a:cubicBezTo>
                  <a:pt x="88984" y="6976"/>
                  <a:pt x="89029" y="6898"/>
                  <a:pt x="89124" y="6898"/>
                </a:cubicBezTo>
                <a:cubicBezTo>
                  <a:pt x="89157" y="6898"/>
                  <a:pt x="89196" y="6907"/>
                  <a:pt x="89242" y="6930"/>
                </a:cubicBezTo>
                <a:cubicBezTo>
                  <a:pt x="89273" y="6961"/>
                  <a:pt x="89334" y="6991"/>
                  <a:pt x="89394" y="6991"/>
                </a:cubicBezTo>
                <a:lnTo>
                  <a:pt x="89546" y="6991"/>
                </a:lnTo>
                <a:cubicBezTo>
                  <a:pt x="89594" y="6995"/>
                  <a:pt x="89638" y="6997"/>
                  <a:pt x="89680" y="6997"/>
                </a:cubicBezTo>
                <a:cubicBezTo>
                  <a:pt x="89962" y="6997"/>
                  <a:pt x="90116" y="6911"/>
                  <a:pt x="90063" y="6778"/>
                </a:cubicBezTo>
                <a:lnTo>
                  <a:pt x="90063" y="6778"/>
                </a:lnTo>
                <a:lnTo>
                  <a:pt x="89850" y="6870"/>
                </a:lnTo>
                <a:cubicBezTo>
                  <a:pt x="89820" y="6885"/>
                  <a:pt x="89797" y="6890"/>
                  <a:pt x="89779" y="6890"/>
                </a:cubicBezTo>
                <a:cubicBezTo>
                  <a:pt x="89725" y="6890"/>
                  <a:pt x="89714" y="6839"/>
                  <a:pt x="89668" y="6839"/>
                </a:cubicBezTo>
                <a:cubicBezTo>
                  <a:pt x="89486" y="6771"/>
                  <a:pt x="89286" y="6737"/>
                  <a:pt x="89095" y="6737"/>
                </a:cubicBezTo>
                <a:cubicBezTo>
                  <a:pt x="89032" y="6737"/>
                  <a:pt x="88969" y="6740"/>
                  <a:pt x="88908" y="6748"/>
                </a:cubicBezTo>
                <a:cubicBezTo>
                  <a:pt x="88878" y="6748"/>
                  <a:pt x="88847" y="6718"/>
                  <a:pt x="88817" y="6718"/>
                </a:cubicBezTo>
                <a:lnTo>
                  <a:pt x="88665" y="6687"/>
                </a:lnTo>
                <a:cubicBezTo>
                  <a:pt x="88574" y="6870"/>
                  <a:pt x="88483" y="7052"/>
                  <a:pt x="88422" y="7234"/>
                </a:cubicBezTo>
                <a:cubicBezTo>
                  <a:pt x="88445" y="7303"/>
                  <a:pt x="88416" y="7337"/>
                  <a:pt x="88400" y="7337"/>
                </a:cubicBezTo>
                <a:cubicBezTo>
                  <a:pt x="88395" y="7337"/>
                  <a:pt x="88391" y="7333"/>
                  <a:pt x="88391" y="7326"/>
                </a:cubicBezTo>
                <a:cubicBezTo>
                  <a:pt x="88331" y="7234"/>
                  <a:pt x="88270" y="7143"/>
                  <a:pt x="88179" y="7082"/>
                </a:cubicBezTo>
                <a:lnTo>
                  <a:pt x="88300" y="6900"/>
                </a:lnTo>
                <a:lnTo>
                  <a:pt x="88361" y="6809"/>
                </a:lnTo>
                <a:cubicBezTo>
                  <a:pt x="88209" y="6778"/>
                  <a:pt x="87966" y="6748"/>
                  <a:pt x="87814" y="6748"/>
                </a:cubicBezTo>
                <a:lnTo>
                  <a:pt x="87783" y="6657"/>
                </a:lnTo>
                <a:cubicBezTo>
                  <a:pt x="87753" y="6566"/>
                  <a:pt x="87753" y="6505"/>
                  <a:pt x="87814" y="6444"/>
                </a:cubicBezTo>
                <a:lnTo>
                  <a:pt x="87875" y="6383"/>
                </a:lnTo>
                <a:cubicBezTo>
                  <a:pt x="87891" y="6380"/>
                  <a:pt x="87907" y="6378"/>
                  <a:pt x="87920" y="6378"/>
                </a:cubicBezTo>
                <a:cubicBezTo>
                  <a:pt x="88033" y="6378"/>
                  <a:pt x="88054" y="6478"/>
                  <a:pt x="88027" y="6505"/>
                </a:cubicBezTo>
                <a:cubicBezTo>
                  <a:pt x="88027" y="6535"/>
                  <a:pt x="88148" y="6596"/>
                  <a:pt x="88300" y="6657"/>
                </a:cubicBezTo>
                <a:lnTo>
                  <a:pt x="88300" y="6322"/>
                </a:lnTo>
                <a:cubicBezTo>
                  <a:pt x="88422" y="6322"/>
                  <a:pt x="88513" y="6292"/>
                  <a:pt x="88635" y="6262"/>
                </a:cubicBezTo>
                <a:cubicBezTo>
                  <a:pt x="88695" y="6262"/>
                  <a:pt x="88665" y="6201"/>
                  <a:pt x="88635" y="6140"/>
                </a:cubicBezTo>
                <a:lnTo>
                  <a:pt x="88391" y="6140"/>
                </a:lnTo>
                <a:cubicBezTo>
                  <a:pt x="88179" y="6140"/>
                  <a:pt x="87996" y="6019"/>
                  <a:pt x="88027" y="5988"/>
                </a:cubicBezTo>
                <a:cubicBezTo>
                  <a:pt x="88027" y="5958"/>
                  <a:pt x="88087" y="5958"/>
                  <a:pt x="88179" y="5958"/>
                </a:cubicBezTo>
                <a:lnTo>
                  <a:pt x="88239" y="5988"/>
                </a:lnTo>
                <a:cubicBezTo>
                  <a:pt x="88301" y="6009"/>
                  <a:pt x="88349" y="6071"/>
                  <a:pt x="88421" y="6071"/>
                </a:cubicBezTo>
                <a:cubicBezTo>
                  <a:pt x="88455" y="6071"/>
                  <a:pt x="88495" y="6058"/>
                  <a:pt x="88543" y="6019"/>
                </a:cubicBezTo>
                <a:cubicBezTo>
                  <a:pt x="88589" y="6003"/>
                  <a:pt x="88635" y="5996"/>
                  <a:pt x="88680" y="5996"/>
                </a:cubicBezTo>
                <a:cubicBezTo>
                  <a:pt x="88726" y="5996"/>
                  <a:pt x="88771" y="6003"/>
                  <a:pt x="88817" y="6019"/>
                </a:cubicBezTo>
                <a:cubicBezTo>
                  <a:pt x="88857" y="6043"/>
                  <a:pt x="88885" y="6052"/>
                  <a:pt x="88903" y="6052"/>
                </a:cubicBezTo>
                <a:cubicBezTo>
                  <a:pt x="88953" y="6052"/>
                  <a:pt x="88931" y="5980"/>
                  <a:pt x="88908" y="5958"/>
                </a:cubicBezTo>
                <a:lnTo>
                  <a:pt x="88847" y="5867"/>
                </a:lnTo>
                <a:cubicBezTo>
                  <a:pt x="88878" y="5806"/>
                  <a:pt x="88969" y="5684"/>
                  <a:pt x="89060" y="5563"/>
                </a:cubicBezTo>
                <a:lnTo>
                  <a:pt x="89212" y="5563"/>
                </a:lnTo>
                <a:cubicBezTo>
                  <a:pt x="89364" y="5563"/>
                  <a:pt x="89334" y="5441"/>
                  <a:pt x="89303" y="5411"/>
                </a:cubicBezTo>
                <a:cubicBezTo>
                  <a:pt x="89303" y="5380"/>
                  <a:pt x="89273" y="5350"/>
                  <a:pt x="89273" y="5350"/>
                </a:cubicBezTo>
                <a:lnTo>
                  <a:pt x="89425" y="5167"/>
                </a:lnTo>
                <a:cubicBezTo>
                  <a:pt x="89394" y="5015"/>
                  <a:pt x="89303" y="4863"/>
                  <a:pt x="89182" y="4803"/>
                </a:cubicBezTo>
                <a:cubicBezTo>
                  <a:pt x="89030" y="4833"/>
                  <a:pt x="88908" y="4863"/>
                  <a:pt x="88756" y="4924"/>
                </a:cubicBezTo>
                <a:lnTo>
                  <a:pt x="88574" y="4803"/>
                </a:lnTo>
                <a:cubicBezTo>
                  <a:pt x="88483" y="4803"/>
                  <a:pt x="88422" y="4833"/>
                  <a:pt x="88361" y="4863"/>
                </a:cubicBezTo>
                <a:lnTo>
                  <a:pt x="88300" y="4955"/>
                </a:lnTo>
                <a:cubicBezTo>
                  <a:pt x="88300" y="5046"/>
                  <a:pt x="88087" y="5046"/>
                  <a:pt x="88027" y="5046"/>
                </a:cubicBezTo>
                <a:cubicBezTo>
                  <a:pt x="87935" y="5015"/>
                  <a:pt x="87875" y="4833"/>
                  <a:pt x="87875" y="4772"/>
                </a:cubicBezTo>
                <a:cubicBezTo>
                  <a:pt x="87875" y="4712"/>
                  <a:pt x="87783" y="4651"/>
                  <a:pt x="87753" y="4651"/>
                </a:cubicBezTo>
                <a:cubicBezTo>
                  <a:pt x="87723" y="4651"/>
                  <a:pt x="87692" y="4499"/>
                  <a:pt x="87632" y="4499"/>
                </a:cubicBezTo>
                <a:cubicBezTo>
                  <a:pt x="87540" y="4499"/>
                  <a:pt x="87540" y="4468"/>
                  <a:pt x="87601" y="4468"/>
                </a:cubicBezTo>
                <a:lnTo>
                  <a:pt x="87632" y="4468"/>
                </a:lnTo>
                <a:lnTo>
                  <a:pt x="88027" y="4499"/>
                </a:lnTo>
                <a:cubicBezTo>
                  <a:pt x="88118" y="4377"/>
                  <a:pt x="88239" y="4256"/>
                  <a:pt x="88361" y="4134"/>
                </a:cubicBezTo>
                <a:cubicBezTo>
                  <a:pt x="88422" y="4134"/>
                  <a:pt x="88361" y="4073"/>
                  <a:pt x="88209" y="4073"/>
                </a:cubicBezTo>
                <a:lnTo>
                  <a:pt x="88209" y="4043"/>
                </a:lnTo>
                <a:cubicBezTo>
                  <a:pt x="88148" y="3936"/>
                  <a:pt x="88057" y="3906"/>
                  <a:pt x="87966" y="3906"/>
                </a:cubicBezTo>
                <a:cubicBezTo>
                  <a:pt x="87875" y="3906"/>
                  <a:pt x="87783" y="3936"/>
                  <a:pt x="87723" y="3952"/>
                </a:cubicBezTo>
                <a:lnTo>
                  <a:pt x="87510" y="4043"/>
                </a:lnTo>
                <a:cubicBezTo>
                  <a:pt x="87419" y="3952"/>
                  <a:pt x="87388" y="3830"/>
                  <a:pt x="87419" y="3708"/>
                </a:cubicBezTo>
                <a:cubicBezTo>
                  <a:pt x="87449" y="3648"/>
                  <a:pt x="87480" y="3648"/>
                  <a:pt x="87510" y="3648"/>
                </a:cubicBezTo>
                <a:cubicBezTo>
                  <a:pt x="87488" y="3756"/>
                  <a:pt x="87560" y="3772"/>
                  <a:pt x="87646" y="3772"/>
                </a:cubicBezTo>
                <a:cubicBezTo>
                  <a:pt x="87681" y="3772"/>
                  <a:pt x="87718" y="3769"/>
                  <a:pt x="87753" y="3769"/>
                </a:cubicBezTo>
                <a:lnTo>
                  <a:pt x="87966" y="3739"/>
                </a:lnTo>
                <a:cubicBezTo>
                  <a:pt x="87844" y="3678"/>
                  <a:pt x="87753" y="3587"/>
                  <a:pt x="87662" y="3496"/>
                </a:cubicBezTo>
                <a:lnTo>
                  <a:pt x="87723" y="3435"/>
                </a:lnTo>
                <a:cubicBezTo>
                  <a:pt x="87753" y="3344"/>
                  <a:pt x="87783" y="3283"/>
                  <a:pt x="87814" y="3192"/>
                </a:cubicBezTo>
                <a:lnTo>
                  <a:pt x="87814" y="3161"/>
                </a:lnTo>
                <a:cubicBezTo>
                  <a:pt x="87814" y="3161"/>
                  <a:pt x="87723" y="3192"/>
                  <a:pt x="87632" y="3283"/>
                </a:cubicBezTo>
                <a:lnTo>
                  <a:pt x="87601" y="3283"/>
                </a:lnTo>
                <a:cubicBezTo>
                  <a:pt x="87419" y="3253"/>
                  <a:pt x="87510" y="3161"/>
                  <a:pt x="87571" y="3101"/>
                </a:cubicBezTo>
                <a:cubicBezTo>
                  <a:pt x="87540" y="3009"/>
                  <a:pt x="87480" y="2918"/>
                  <a:pt x="87419" y="2857"/>
                </a:cubicBezTo>
                <a:lnTo>
                  <a:pt x="87236" y="2857"/>
                </a:lnTo>
                <a:cubicBezTo>
                  <a:pt x="87084" y="2857"/>
                  <a:pt x="86963" y="2857"/>
                  <a:pt x="86963" y="2705"/>
                </a:cubicBezTo>
                <a:lnTo>
                  <a:pt x="86841" y="2705"/>
                </a:lnTo>
                <a:lnTo>
                  <a:pt x="86750" y="2918"/>
                </a:lnTo>
                <a:cubicBezTo>
                  <a:pt x="86537" y="2888"/>
                  <a:pt x="86446" y="2705"/>
                  <a:pt x="86446" y="2645"/>
                </a:cubicBezTo>
                <a:cubicBezTo>
                  <a:pt x="86507" y="2553"/>
                  <a:pt x="86568" y="2493"/>
                  <a:pt x="86628" y="2462"/>
                </a:cubicBezTo>
                <a:lnTo>
                  <a:pt x="86659" y="2462"/>
                </a:lnTo>
                <a:lnTo>
                  <a:pt x="86811" y="2523"/>
                </a:lnTo>
                <a:cubicBezTo>
                  <a:pt x="86963" y="2493"/>
                  <a:pt x="87054" y="2341"/>
                  <a:pt x="87054" y="2280"/>
                </a:cubicBezTo>
                <a:cubicBezTo>
                  <a:pt x="87024" y="2249"/>
                  <a:pt x="87054" y="2189"/>
                  <a:pt x="87115" y="2158"/>
                </a:cubicBezTo>
                <a:cubicBezTo>
                  <a:pt x="87267" y="2097"/>
                  <a:pt x="87388" y="1976"/>
                  <a:pt x="87510" y="1854"/>
                </a:cubicBezTo>
                <a:cubicBezTo>
                  <a:pt x="87540" y="1733"/>
                  <a:pt x="87571" y="1611"/>
                  <a:pt x="87540" y="1520"/>
                </a:cubicBezTo>
                <a:lnTo>
                  <a:pt x="87115" y="1520"/>
                </a:lnTo>
                <a:cubicBezTo>
                  <a:pt x="87024" y="1277"/>
                  <a:pt x="87358" y="942"/>
                  <a:pt x="87480" y="882"/>
                </a:cubicBezTo>
                <a:cubicBezTo>
                  <a:pt x="87601" y="851"/>
                  <a:pt x="87601" y="730"/>
                  <a:pt x="87480" y="669"/>
                </a:cubicBezTo>
                <a:lnTo>
                  <a:pt x="87358" y="608"/>
                </a:lnTo>
                <a:cubicBezTo>
                  <a:pt x="87267" y="547"/>
                  <a:pt x="87358" y="487"/>
                  <a:pt x="87358" y="456"/>
                </a:cubicBezTo>
                <a:cubicBezTo>
                  <a:pt x="87388" y="426"/>
                  <a:pt x="87328" y="335"/>
                  <a:pt x="87297" y="304"/>
                </a:cubicBezTo>
                <a:cubicBezTo>
                  <a:pt x="87252" y="243"/>
                  <a:pt x="87229" y="213"/>
                  <a:pt x="87202" y="213"/>
                </a:cubicBezTo>
                <a:cubicBezTo>
                  <a:pt x="87176" y="213"/>
                  <a:pt x="87145" y="243"/>
                  <a:pt x="87084" y="304"/>
                </a:cubicBezTo>
                <a:lnTo>
                  <a:pt x="87024" y="304"/>
                </a:lnTo>
                <a:cubicBezTo>
                  <a:pt x="87007" y="312"/>
                  <a:pt x="86991" y="316"/>
                  <a:pt x="86975" y="316"/>
                </a:cubicBezTo>
                <a:cubicBezTo>
                  <a:pt x="86932" y="316"/>
                  <a:pt x="86894" y="288"/>
                  <a:pt x="86872" y="243"/>
                </a:cubicBezTo>
                <a:lnTo>
                  <a:pt x="86872" y="213"/>
                </a:lnTo>
                <a:lnTo>
                  <a:pt x="86872" y="183"/>
                </a:lnTo>
                <a:cubicBezTo>
                  <a:pt x="86932" y="91"/>
                  <a:pt x="86872" y="91"/>
                  <a:pt x="86750" y="91"/>
                </a:cubicBezTo>
                <a:lnTo>
                  <a:pt x="86598" y="91"/>
                </a:lnTo>
                <a:cubicBezTo>
                  <a:pt x="86591" y="95"/>
                  <a:pt x="86581" y="96"/>
                  <a:pt x="86568" y="96"/>
                </a:cubicBezTo>
                <a:cubicBezTo>
                  <a:pt x="86466" y="96"/>
                  <a:pt x="86189" y="0"/>
                  <a:pt x="860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28"/>
          <p:cNvSpPr txBox="1"/>
          <p:nvPr>
            <p:ph hasCustomPrompt="1" type="title"/>
          </p:nvPr>
        </p:nvSpPr>
        <p:spPr>
          <a:xfrm>
            <a:off x="2041350" y="565425"/>
            <a:ext cx="5061300" cy="904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100"/>
              <a:buNone/>
              <a:defRPr sz="4500">
                <a:solidFill>
                  <a:schemeClr val="accent3"/>
                </a:solidFill>
              </a:defRPr>
            </a:lvl1pPr>
            <a:lvl2pPr lvl="1" rtl="0" algn="ctr">
              <a:spcBef>
                <a:spcPts val="0"/>
              </a:spcBef>
              <a:spcAft>
                <a:spcPts val="0"/>
              </a:spcAft>
              <a:buSzPts val="8100"/>
              <a:buNone/>
              <a:defRPr sz="8100"/>
            </a:lvl2pPr>
            <a:lvl3pPr lvl="2" rtl="0" algn="ctr">
              <a:spcBef>
                <a:spcPts val="0"/>
              </a:spcBef>
              <a:spcAft>
                <a:spcPts val="0"/>
              </a:spcAft>
              <a:buSzPts val="8100"/>
              <a:buNone/>
              <a:defRPr sz="8100"/>
            </a:lvl3pPr>
            <a:lvl4pPr lvl="3" rtl="0" algn="ctr">
              <a:spcBef>
                <a:spcPts val="0"/>
              </a:spcBef>
              <a:spcAft>
                <a:spcPts val="0"/>
              </a:spcAft>
              <a:buSzPts val="8100"/>
              <a:buNone/>
              <a:defRPr sz="8100"/>
            </a:lvl4pPr>
            <a:lvl5pPr lvl="4" rtl="0" algn="ctr">
              <a:spcBef>
                <a:spcPts val="0"/>
              </a:spcBef>
              <a:spcAft>
                <a:spcPts val="0"/>
              </a:spcAft>
              <a:buSzPts val="8100"/>
              <a:buNone/>
              <a:defRPr sz="8100"/>
            </a:lvl5pPr>
            <a:lvl6pPr lvl="5" rtl="0" algn="ctr">
              <a:spcBef>
                <a:spcPts val="0"/>
              </a:spcBef>
              <a:spcAft>
                <a:spcPts val="0"/>
              </a:spcAft>
              <a:buSzPts val="8100"/>
              <a:buNone/>
              <a:defRPr sz="8100"/>
            </a:lvl6pPr>
            <a:lvl7pPr lvl="6" rtl="0" algn="ctr">
              <a:spcBef>
                <a:spcPts val="0"/>
              </a:spcBef>
              <a:spcAft>
                <a:spcPts val="0"/>
              </a:spcAft>
              <a:buSzPts val="8100"/>
              <a:buNone/>
              <a:defRPr sz="8100"/>
            </a:lvl7pPr>
            <a:lvl8pPr lvl="7" rtl="0" algn="ctr">
              <a:spcBef>
                <a:spcPts val="0"/>
              </a:spcBef>
              <a:spcAft>
                <a:spcPts val="0"/>
              </a:spcAft>
              <a:buSzPts val="8100"/>
              <a:buNone/>
              <a:defRPr sz="8100"/>
            </a:lvl8pPr>
            <a:lvl9pPr lvl="8" rtl="0" algn="ctr">
              <a:spcBef>
                <a:spcPts val="0"/>
              </a:spcBef>
              <a:spcAft>
                <a:spcPts val="0"/>
              </a:spcAft>
              <a:buSzPts val="8100"/>
              <a:buNone/>
              <a:defRPr sz="8100"/>
            </a:lvl9pPr>
          </a:lstStyle>
          <a:p>
            <a:r>
              <a:t>xx%</a:t>
            </a:r>
          </a:p>
        </p:txBody>
      </p:sp>
      <p:sp>
        <p:nvSpPr>
          <p:cNvPr id="1030" name="Google Shape;1030;p28"/>
          <p:cNvSpPr txBox="1"/>
          <p:nvPr>
            <p:ph idx="1" type="subTitle"/>
          </p:nvPr>
        </p:nvSpPr>
        <p:spPr>
          <a:xfrm>
            <a:off x="3297900" y="1469625"/>
            <a:ext cx="2548200" cy="25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1800"/>
              <a:buNone/>
              <a:defRPr sz="16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031" name="Google Shape;1031;p28"/>
          <p:cNvSpPr txBox="1"/>
          <p:nvPr>
            <p:ph hasCustomPrompt="1" idx="2" type="title"/>
          </p:nvPr>
        </p:nvSpPr>
        <p:spPr>
          <a:xfrm>
            <a:off x="2041350" y="1992450"/>
            <a:ext cx="5061300" cy="904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100"/>
              <a:buNone/>
              <a:defRPr sz="4500">
                <a:solidFill>
                  <a:schemeClr val="accent3"/>
                </a:solidFill>
              </a:defRPr>
            </a:lvl1pPr>
            <a:lvl2pPr lvl="1" rtl="0" algn="ctr">
              <a:spcBef>
                <a:spcPts val="0"/>
              </a:spcBef>
              <a:spcAft>
                <a:spcPts val="0"/>
              </a:spcAft>
              <a:buSzPts val="8100"/>
              <a:buNone/>
              <a:defRPr sz="8100"/>
            </a:lvl2pPr>
            <a:lvl3pPr lvl="2" rtl="0" algn="ctr">
              <a:spcBef>
                <a:spcPts val="0"/>
              </a:spcBef>
              <a:spcAft>
                <a:spcPts val="0"/>
              </a:spcAft>
              <a:buSzPts val="8100"/>
              <a:buNone/>
              <a:defRPr sz="8100"/>
            </a:lvl3pPr>
            <a:lvl4pPr lvl="3" rtl="0" algn="ctr">
              <a:spcBef>
                <a:spcPts val="0"/>
              </a:spcBef>
              <a:spcAft>
                <a:spcPts val="0"/>
              </a:spcAft>
              <a:buSzPts val="8100"/>
              <a:buNone/>
              <a:defRPr sz="8100"/>
            </a:lvl4pPr>
            <a:lvl5pPr lvl="4" rtl="0" algn="ctr">
              <a:spcBef>
                <a:spcPts val="0"/>
              </a:spcBef>
              <a:spcAft>
                <a:spcPts val="0"/>
              </a:spcAft>
              <a:buSzPts val="8100"/>
              <a:buNone/>
              <a:defRPr sz="8100"/>
            </a:lvl5pPr>
            <a:lvl6pPr lvl="5" rtl="0" algn="ctr">
              <a:spcBef>
                <a:spcPts val="0"/>
              </a:spcBef>
              <a:spcAft>
                <a:spcPts val="0"/>
              </a:spcAft>
              <a:buSzPts val="8100"/>
              <a:buNone/>
              <a:defRPr sz="8100"/>
            </a:lvl6pPr>
            <a:lvl7pPr lvl="6" rtl="0" algn="ctr">
              <a:spcBef>
                <a:spcPts val="0"/>
              </a:spcBef>
              <a:spcAft>
                <a:spcPts val="0"/>
              </a:spcAft>
              <a:buSzPts val="8100"/>
              <a:buNone/>
              <a:defRPr sz="8100"/>
            </a:lvl7pPr>
            <a:lvl8pPr lvl="7" rtl="0" algn="ctr">
              <a:spcBef>
                <a:spcPts val="0"/>
              </a:spcBef>
              <a:spcAft>
                <a:spcPts val="0"/>
              </a:spcAft>
              <a:buSzPts val="8100"/>
              <a:buNone/>
              <a:defRPr sz="8100"/>
            </a:lvl8pPr>
            <a:lvl9pPr lvl="8" rtl="0" algn="ctr">
              <a:spcBef>
                <a:spcPts val="0"/>
              </a:spcBef>
              <a:spcAft>
                <a:spcPts val="0"/>
              </a:spcAft>
              <a:buSzPts val="8100"/>
              <a:buNone/>
              <a:defRPr sz="8100"/>
            </a:lvl9pPr>
          </a:lstStyle>
          <a:p>
            <a:r>
              <a:t>xx%</a:t>
            </a:r>
          </a:p>
        </p:txBody>
      </p:sp>
      <p:sp>
        <p:nvSpPr>
          <p:cNvPr id="1032" name="Google Shape;1032;p28"/>
          <p:cNvSpPr txBox="1"/>
          <p:nvPr>
            <p:ph idx="3" type="subTitle"/>
          </p:nvPr>
        </p:nvSpPr>
        <p:spPr>
          <a:xfrm>
            <a:off x="3297900" y="2896650"/>
            <a:ext cx="2548200" cy="25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033" name="Google Shape;1033;p28"/>
          <p:cNvSpPr txBox="1"/>
          <p:nvPr>
            <p:ph hasCustomPrompt="1" idx="4" type="title"/>
          </p:nvPr>
        </p:nvSpPr>
        <p:spPr>
          <a:xfrm>
            <a:off x="2041350" y="3419475"/>
            <a:ext cx="5061300" cy="904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100"/>
              <a:buNone/>
              <a:defRPr sz="4500">
                <a:solidFill>
                  <a:schemeClr val="accent3"/>
                </a:solidFill>
              </a:defRPr>
            </a:lvl1pPr>
            <a:lvl2pPr lvl="1" rtl="0" algn="ctr">
              <a:spcBef>
                <a:spcPts val="0"/>
              </a:spcBef>
              <a:spcAft>
                <a:spcPts val="0"/>
              </a:spcAft>
              <a:buSzPts val="8100"/>
              <a:buNone/>
              <a:defRPr sz="8100"/>
            </a:lvl2pPr>
            <a:lvl3pPr lvl="2" rtl="0" algn="ctr">
              <a:spcBef>
                <a:spcPts val="0"/>
              </a:spcBef>
              <a:spcAft>
                <a:spcPts val="0"/>
              </a:spcAft>
              <a:buSzPts val="8100"/>
              <a:buNone/>
              <a:defRPr sz="8100"/>
            </a:lvl3pPr>
            <a:lvl4pPr lvl="3" rtl="0" algn="ctr">
              <a:spcBef>
                <a:spcPts val="0"/>
              </a:spcBef>
              <a:spcAft>
                <a:spcPts val="0"/>
              </a:spcAft>
              <a:buSzPts val="8100"/>
              <a:buNone/>
              <a:defRPr sz="8100"/>
            </a:lvl4pPr>
            <a:lvl5pPr lvl="4" rtl="0" algn="ctr">
              <a:spcBef>
                <a:spcPts val="0"/>
              </a:spcBef>
              <a:spcAft>
                <a:spcPts val="0"/>
              </a:spcAft>
              <a:buSzPts val="8100"/>
              <a:buNone/>
              <a:defRPr sz="8100"/>
            </a:lvl5pPr>
            <a:lvl6pPr lvl="5" rtl="0" algn="ctr">
              <a:spcBef>
                <a:spcPts val="0"/>
              </a:spcBef>
              <a:spcAft>
                <a:spcPts val="0"/>
              </a:spcAft>
              <a:buSzPts val="8100"/>
              <a:buNone/>
              <a:defRPr sz="8100"/>
            </a:lvl6pPr>
            <a:lvl7pPr lvl="6" rtl="0" algn="ctr">
              <a:spcBef>
                <a:spcPts val="0"/>
              </a:spcBef>
              <a:spcAft>
                <a:spcPts val="0"/>
              </a:spcAft>
              <a:buSzPts val="8100"/>
              <a:buNone/>
              <a:defRPr sz="8100"/>
            </a:lvl7pPr>
            <a:lvl8pPr lvl="7" rtl="0" algn="ctr">
              <a:spcBef>
                <a:spcPts val="0"/>
              </a:spcBef>
              <a:spcAft>
                <a:spcPts val="0"/>
              </a:spcAft>
              <a:buSzPts val="8100"/>
              <a:buNone/>
              <a:defRPr sz="8100"/>
            </a:lvl8pPr>
            <a:lvl9pPr lvl="8" rtl="0" algn="ctr">
              <a:spcBef>
                <a:spcPts val="0"/>
              </a:spcBef>
              <a:spcAft>
                <a:spcPts val="0"/>
              </a:spcAft>
              <a:buSzPts val="8100"/>
              <a:buNone/>
              <a:defRPr sz="8100"/>
            </a:lvl9pPr>
          </a:lstStyle>
          <a:p>
            <a:r>
              <a:t>xx%</a:t>
            </a:r>
          </a:p>
        </p:txBody>
      </p:sp>
      <p:sp>
        <p:nvSpPr>
          <p:cNvPr id="1034" name="Google Shape;1034;p28"/>
          <p:cNvSpPr txBox="1"/>
          <p:nvPr>
            <p:ph idx="5" type="subTitle"/>
          </p:nvPr>
        </p:nvSpPr>
        <p:spPr>
          <a:xfrm>
            <a:off x="3297900" y="4323675"/>
            <a:ext cx="2548200" cy="25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5">
    <p:spTree>
      <p:nvGrpSpPr>
        <p:cNvPr id="1035" name="Shape 1035"/>
        <p:cNvGrpSpPr/>
        <p:nvPr/>
      </p:nvGrpSpPr>
      <p:grpSpPr>
        <a:xfrm>
          <a:off x="0" y="0"/>
          <a:ext cx="0" cy="0"/>
          <a:chOff x="0" y="0"/>
          <a:chExt cx="0" cy="0"/>
        </a:xfrm>
      </p:grpSpPr>
      <p:sp>
        <p:nvSpPr>
          <p:cNvPr id="1036" name="Google Shape;1036;p29"/>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lvl1pPr indent="0" lvl="0" marL="0" marR="0" rtl="0" algn="l">
              <a:lnSpc>
                <a:spcPct val="100000"/>
              </a:lnSpc>
              <a:spcBef>
                <a:spcPts val="0"/>
              </a:spcBef>
              <a:spcAft>
                <a:spcPts val="0"/>
              </a:spcAft>
              <a:buSzPts val="2800"/>
              <a:buNone/>
              <a:defRPr b="1">
                <a:latin typeface="Poiret One"/>
                <a:ea typeface="Poiret One"/>
                <a:cs typeface="Poiret One"/>
                <a:sym typeface="Poiret 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37" name="Google Shape;1037;p29"/>
          <p:cNvSpPr txBox="1"/>
          <p:nvPr>
            <p:ph idx="2" type="title"/>
          </p:nvPr>
        </p:nvSpPr>
        <p:spPr>
          <a:xfrm>
            <a:off x="1234725" y="1588175"/>
            <a:ext cx="1760400" cy="266700"/>
          </a:xfrm>
          <a:prstGeom prst="rect">
            <a:avLst/>
          </a:prstGeom>
        </p:spPr>
        <p:txBody>
          <a:bodyPr anchorCtr="0" anchor="ctr" bIns="91425" lIns="91425" spcFirstLastPara="1" rIns="91425" wrap="square" tIns="91425">
            <a:noAutofit/>
          </a:bodyPr>
          <a:lstStyle>
            <a:lvl1pPr lvl="0" rtl="0">
              <a:spcBef>
                <a:spcPts val="0"/>
              </a:spcBef>
              <a:spcAft>
                <a:spcPts val="0"/>
              </a:spcAft>
              <a:buSzPts val="1500"/>
              <a:buNone/>
              <a:defRPr b="1" sz="2200">
                <a:latin typeface="Poiret One"/>
                <a:ea typeface="Poiret One"/>
                <a:cs typeface="Poiret One"/>
                <a:sym typeface="Poiret One"/>
              </a:defRPr>
            </a:lvl1pPr>
            <a:lvl2pPr lvl="1" rtl="0">
              <a:spcBef>
                <a:spcPts val="0"/>
              </a:spcBef>
              <a:spcAft>
                <a:spcPts val="0"/>
              </a:spcAft>
              <a:buSzPts val="2800"/>
              <a:buNone/>
              <a:defRPr>
                <a:latin typeface="Be Vietnam"/>
                <a:ea typeface="Be Vietnam"/>
                <a:cs typeface="Be Vietnam"/>
                <a:sym typeface="Be Vietnam"/>
              </a:defRPr>
            </a:lvl2pPr>
            <a:lvl3pPr lvl="2" rtl="0">
              <a:spcBef>
                <a:spcPts val="0"/>
              </a:spcBef>
              <a:spcAft>
                <a:spcPts val="0"/>
              </a:spcAft>
              <a:buSzPts val="2800"/>
              <a:buNone/>
              <a:defRPr>
                <a:latin typeface="Be Vietnam"/>
                <a:ea typeface="Be Vietnam"/>
                <a:cs typeface="Be Vietnam"/>
                <a:sym typeface="Be Vietnam"/>
              </a:defRPr>
            </a:lvl3pPr>
            <a:lvl4pPr lvl="3" rtl="0">
              <a:spcBef>
                <a:spcPts val="0"/>
              </a:spcBef>
              <a:spcAft>
                <a:spcPts val="0"/>
              </a:spcAft>
              <a:buSzPts val="2800"/>
              <a:buNone/>
              <a:defRPr>
                <a:latin typeface="Be Vietnam"/>
                <a:ea typeface="Be Vietnam"/>
                <a:cs typeface="Be Vietnam"/>
                <a:sym typeface="Be Vietnam"/>
              </a:defRPr>
            </a:lvl4pPr>
            <a:lvl5pPr lvl="4" rtl="0">
              <a:spcBef>
                <a:spcPts val="0"/>
              </a:spcBef>
              <a:spcAft>
                <a:spcPts val="0"/>
              </a:spcAft>
              <a:buSzPts val="2800"/>
              <a:buNone/>
              <a:defRPr>
                <a:latin typeface="Be Vietnam"/>
                <a:ea typeface="Be Vietnam"/>
                <a:cs typeface="Be Vietnam"/>
                <a:sym typeface="Be Vietnam"/>
              </a:defRPr>
            </a:lvl5pPr>
            <a:lvl6pPr lvl="5" rtl="0">
              <a:spcBef>
                <a:spcPts val="0"/>
              </a:spcBef>
              <a:spcAft>
                <a:spcPts val="0"/>
              </a:spcAft>
              <a:buSzPts val="2800"/>
              <a:buNone/>
              <a:defRPr>
                <a:latin typeface="Be Vietnam"/>
                <a:ea typeface="Be Vietnam"/>
                <a:cs typeface="Be Vietnam"/>
                <a:sym typeface="Be Vietnam"/>
              </a:defRPr>
            </a:lvl6pPr>
            <a:lvl7pPr lvl="6" rtl="0">
              <a:spcBef>
                <a:spcPts val="0"/>
              </a:spcBef>
              <a:spcAft>
                <a:spcPts val="0"/>
              </a:spcAft>
              <a:buSzPts val="2800"/>
              <a:buNone/>
              <a:defRPr>
                <a:latin typeface="Be Vietnam"/>
                <a:ea typeface="Be Vietnam"/>
                <a:cs typeface="Be Vietnam"/>
                <a:sym typeface="Be Vietnam"/>
              </a:defRPr>
            </a:lvl7pPr>
            <a:lvl8pPr lvl="7" rtl="0">
              <a:spcBef>
                <a:spcPts val="0"/>
              </a:spcBef>
              <a:spcAft>
                <a:spcPts val="0"/>
              </a:spcAft>
              <a:buSzPts val="2800"/>
              <a:buNone/>
              <a:defRPr>
                <a:latin typeface="Be Vietnam"/>
                <a:ea typeface="Be Vietnam"/>
                <a:cs typeface="Be Vietnam"/>
                <a:sym typeface="Be Vietnam"/>
              </a:defRPr>
            </a:lvl8pPr>
            <a:lvl9pPr lvl="8" rtl="0">
              <a:spcBef>
                <a:spcPts val="0"/>
              </a:spcBef>
              <a:spcAft>
                <a:spcPts val="0"/>
              </a:spcAft>
              <a:buSzPts val="2800"/>
              <a:buNone/>
              <a:defRPr>
                <a:latin typeface="Be Vietnam"/>
                <a:ea typeface="Be Vietnam"/>
                <a:cs typeface="Be Vietnam"/>
                <a:sym typeface="Be Vietnam"/>
              </a:defRPr>
            </a:lvl9pPr>
          </a:lstStyle>
          <a:p/>
        </p:txBody>
      </p:sp>
      <p:sp>
        <p:nvSpPr>
          <p:cNvPr id="1038" name="Google Shape;1038;p29"/>
          <p:cNvSpPr txBox="1"/>
          <p:nvPr>
            <p:ph idx="3" type="title"/>
          </p:nvPr>
        </p:nvSpPr>
        <p:spPr>
          <a:xfrm>
            <a:off x="3953525" y="1588175"/>
            <a:ext cx="1760400" cy="266700"/>
          </a:xfrm>
          <a:prstGeom prst="rect">
            <a:avLst/>
          </a:prstGeom>
        </p:spPr>
        <p:txBody>
          <a:bodyPr anchorCtr="0" anchor="ctr" bIns="91425" lIns="91425" spcFirstLastPara="1" rIns="91425" wrap="square" tIns="91425">
            <a:noAutofit/>
          </a:bodyPr>
          <a:lstStyle>
            <a:lvl1pPr lvl="0" rtl="0">
              <a:spcBef>
                <a:spcPts val="0"/>
              </a:spcBef>
              <a:spcAft>
                <a:spcPts val="0"/>
              </a:spcAft>
              <a:buSzPts val="1500"/>
              <a:buNone/>
              <a:defRPr b="1" sz="2200">
                <a:latin typeface="Poiret One"/>
                <a:ea typeface="Poiret One"/>
                <a:cs typeface="Poiret One"/>
                <a:sym typeface="Poiret One"/>
              </a:defRPr>
            </a:lvl1pPr>
            <a:lvl2pPr lvl="1" rtl="0">
              <a:spcBef>
                <a:spcPts val="0"/>
              </a:spcBef>
              <a:spcAft>
                <a:spcPts val="0"/>
              </a:spcAft>
              <a:buSzPts val="2800"/>
              <a:buNone/>
              <a:defRPr>
                <a:latin typeface="Be Vietnam"/>
                <a:ea typeface="Be Vietnam"/>
                <a:cs typeface="Be Vietnam"/>
                <a:sym typeface="Be Vietnam"/>
              </a:defRPr>
            </a:lvl2pPr>
            <a:lvl3pPr lvl="2" rtl="0">
              <a:spcBef>
                <a:spcPts val="0"/>
              </a:spcBef>
              <a:spcAft>
                <a:spcPts val="0"/>
              </a:spcAft>
              <a:buSzPts val="2800"/>
              <a:buNone/>
              <a:defRPr>
                <a:latin typeface="Be Vietnam"/>
                <a:ea typeface="Be Vietnam"/>
                <a:cs typeface="Be Vietnam"/>
                <a:sym typeface="Be Vietnam"/>
              </a:defRPr>
            </a:lvl3pPr>
            <a:lvl4pPr lvl="3" rtl="0">
              <a:spcBef>
                <a:spcPts val="0"/>
              </a:spcBef>
              <a:spcAft>
                <a:spcPts val="0"/>
              </a:spcAft>
              <a:buSzPts val="2800"/>
              <a:buNone/>
              <a:defRPr>
                <a:latin typeface="Be Vietnam"/>
                <a:ea typeface="Be Vietnam"/>
                <a:cs typeface="Be Vietnam"/>
                <a:sym typeface="Be Vietnam"/>
              </a:defRPr>
            </a:lvl4pPr>
            <a:lvl5pPr lvl="4" rtl="0">
              <a:spcBef>
                <a:spcPts val="0"/>
              </a:spcBef>
              <a:spcAft>
                <a:spcPts val="0"/>
              </a:spcAft>
              <a:buSzPts val="2800"/>
              <a:buNone/>
              <a:defRPr>
                <a:latin typeface="Be Vietnam"/>
                <a:ea typeface="Be Vietnam"/>
                <a:cs typeface="Be Vietnam"/>
                <a:sym typeface="Be Vietnam"/>
              </a:defRPr>
            </a:lvl5pPr>
            <a:lvl6pPr lvl="5" rtl="0">
              <a:spcBef>
                <a:spcPts val="0"/>
              </a:spcBef>
              <a:spcAft>
                <a:spcPts val="0"/>
              </a:spcAft>
              <a:buSzPts val="2800"/>
              <a:buNone/>
              <a:defRPr>
                <a:latin typeface="Be Vietnam"/>
                <a:ea typeface="Be Vietnam"/>
                <a:cs typeface="Be Vietnam"/>
                <a:sym typeface="Be Vietnam"/>
              </a:defRPr>
            </a:lvl6pPr>
            <a:lvl7pPr lvl="6" rtl="0">
              <a:spcBef>
                <a:spcPts val="0"/>
              </a:spcBef>
              <a:spcAft>
                <a:spcPts val="0"/>
              </a:spcAft>
              <a:buSzPts val="2800"/>
              <a:buNone/>
              <a:defRPr>
                <a:latin typeface="Be Vietnam"/>
                <a:ea typeface="Be Vietnam"/>
                <a:cs typeface="Be Vietnam"/>
                <a:sym typeface="Be Vietnam"/>
              </a:defRPr>
            </a:lvl7pPr>
            <a:lvl8pPr lvl="7" rtl="0">
              <a:spcBef>
                <a:spcPts val="0"/>
              </a:spcBef>
              <a:spcAft>
                <a:spcPts val="0"/>
              </a:spcAft>
              <a:buSzPts val="2800"/>
              <a:buNone/>
              <a:defRPr>
                <a:latin typeface="Be Vietnam"/>
                <a:ea typeface="Be Vietnam"/>
                <a:cs typeface="Be Vietnam"/>
                <a:sym typeface="Be Vietnam"/>
              </a:defRPr>
            </a:lvl8pPr>
            <a:lvl9pPr lvl="8" rtl="0">
              <a:spcBef>
                <a:spcPts val="0"/>
              </a:spcBef>
              <a:spcAft>
                <a:spcPts val="0"/>
              </a:spcAft>
              <a:buSzPts val="2800"/>
              <a:buNone/>
              <a:defRPr>
                <a:latin typeface="Be Vietnam"/>
                <a:ea typeface="Be Vietnam"/>
                <a:cs typeface="Be Vietnam"/>
                <a:sym typeface="Be Vietnam"/>
              </a:defRPr>
            </a:lvl9pPr>
          </a:lstStyle>
          <a:p/>
        </p:txBody>
      </p:sp>
      <p:sp>
        <p:nvSpPr>
          <p:cNvPr id="1039" name="Google Shape;1039;p29"/>
          <p:cNvSpPr txBox="1"/>
          <p:nvPr>
            <p:ph idx="4" type="title"/>
          </p:nvPr>
        </p:nvSpPr>
        <p:spPr>
          <a:xfrm>
            <a:off x="1234725" y="3169325"/>
            <a:ext cx="1760400" cy="266700"/>
          </a:xfrm>
          <a:prstGeom prst="rect">
            <a:avLst/>
          </a:prstGeom>
        </p:spPr>
        <p:txBody>
          <a:bodyPr anchorCtr="0" anchor="ctr" bIns="91425" lIns="91425" spcFirstLastPara="1" rIns="91425" wrap="square" tIns="91425">
            <a:noAutofit/>
          </a:bodyPr>
          <a:lstStyle>
            <a:lvl1pPr lvl="0" rtl="0">
              <a:spcBef>
                <a:spcPts val="0"/>
              </a:spcBef>
              <a:spcAft>
                <a:spcPts val="0"/>
              </a:spcAft>
              <a:buSzPts val="1500"/>
              <a:buNone/>
              <a:defRPr b="1" sz="2200">
                <a:latin typeface="Poiret One"/>
                <a:ea typeface="Poiret One"/>
                <a:cs typeface="Poiret One"/>
                <a:sym typeface="Poiret One"/>
              </a:defRPr>
            </a:lvl1pPr>
            <a:lvl2pPr lvl="1" rtl="0">
              <a:spcBef>
                <a:spcPts val="0"/>
              </a:spcBef>
              <a:spcAft>
                <a:spcPts val="0"/>
              </a:spcAft>
              <a:buSzPts val="2800"/>
              <a:buNone/>
              <a:defRPr>
                <a:latin typeface="Be Vietnam"/>
                <a:ea typeface="Be Vietnam"/>
                <a:cs typeface="Be Vietnam"/>
                <a:sym typeface="Be Vietnam"/>
              </a:defRPr>
            </a:lvl2pPr>
            <a:lvl3pPr lvl="2" rtl="0">
              <a:spcBef>
                <a:spcPts val="0"/>
              </a:spcBef>
              <a:spcAft>
                <a:spcPts val="0"/>
              </a:spcAft>
              <a:buSzPts val="2800"/>
              <a:buNone/>
              <a:defRPr>
                <a:latin typeface="Be Vietnam"/>
                <a:ea typeface="Be Vietnam"/>
                <a:cs typeface="Be Vietnam"/>
                <a:sym typeface="Be Vietnam"/>
              </a:defRPr>
            </a:lvl3pPr>
            <a:lvl4pPr lvl="3" rtl="0">
              <a:spcBef>
                <a:spcPts val="0"/>
              </a:spcBef>
              <a:spcAft>
                <a:spcPts val="0"/>
              </a:spcAft>
              <a:buSzPts val="2800"/>
              <a:buNone/>
              <a:defRPr>
                <a:latin typeface="Be Vietnam"/>
                <a:ea typeface="Be Vietnam"/>
                <a:cs typeface="Be Vietnam"/>
                <a:sym typeface="Be Vietnam"/>
              </a:defRPr>
            </a:lvl4pPr>
            <a:lvl5pPr lvl="4" rtl="0">
              <a:spcBef>
                <a:spcPts val="0"/>
              </a:spcBef>
              <a:spcAft>
                <a:spcPts val="0"/>
              </a:spcAft>
              <a:buSzPts val="2800"/>
              <a:buNone/>
              <a:defRPr>
                <a:latin typeface="Be Vietnam"/>
                <a:ea typeface="Be Vietnam"/>
                <a:cs typeface="Be Vietnam"/>
                <a:sym typeface="Be Vietnam"/>
              </a:defRPr>
            </a:lvl5pPr>
            <a:lvl6pPr lvl="5" rtl="0">
              <a:spcBef>
                <a:spcPts val="0"/>
              </a:spcBef>
              <a:spcAft>
                <a:spcPts val="0"/>
              </a:spcAft>
              <a:buSzPts val="2800"/>
              <a:buNone/>
              <a:defRPr>
                <a:latin typeface="Be Vietnam"/>
                <a:ea typeface="Be Vietnam"/>
                <a:cs typeface="Be Vietnam"/>
                <a:sym typeface="Be Vietnam"/>
              </a:defRPr>
            </a:lvl6pPr>
            <a:lvl7pPr lvl="6" rtl="0">
              <a:spcBef>
                <a:spcPts val="0"/>
              </a:spcBef>
              <a:spcAft>
                <a:spcPts val="0"/>
              </a:spcAft>
              <a:buSzPts val="2800"/>
              <a:buNone/>
              <a:defRPr>
                <a:latin typeface="Be Vietnam"/>
                <a:ea typeface="Be Vietnam"/>
                <a:cs typeface="Be Vietnam"/>
                <a:sym typeface="Be Vietnam"/>
              </a:defRPr>
            </a:lvl7pPr>
            <a:lvl8pPr lvl="7" rtl="0">
              <a:spcBef>
                <a:spcPts val="0"/>
              </a:spcBef>
              <a:spcAft>
                <a:spcPts val="0"/>
              </a:spcAft>
              <a:buSzPts val="2800"/>
              <a:buNone/>
              <a:defRPr>
                <a:latin typeface="Be Vietnam"/>
                <a:ea typeface="Be Vietnam"/>
                <a:cs typeface="Be Vietnam"/>
                <a:sym typeface="Be Vietnam"/>
              </a:defRPr>
            </a:lvl8pPr>
            <a:lvl9pPr lvl="8" rtl="0">
              <a:spcBef>
                <a:spcPts val="0"/>
              </a:spcBef>
              <a:spcAft>
                <a:spcPts val="0"/>
              </a:spcAft>
              <a:buSzPts val="2800"/>
              <a:buNone/>
              <a:defRPr>
                <a:latin typeface="Be Vietnam"/>
                <a:ea typeface="Be Vietnam"/>
                <a:cs typeface="Be Vietnam"/>
                <a:sym typeface="Be Vietnam"/>
              </a:defRPr>
            </a:lvl9pPr>
          </a:lstStyle>
          <a:p/>
        </p:txBody>
      </p:sp>
      <p:sp>
        <p:nvSpPr>
          <p:cNvPr id="1040" name="Google Shape;1040;p29"/>
          <p:cNvSpPr txBox="1"/>
          <p:nvPr>
            <p:ph idx="5" type="title"/>
          </p:nvPr>
        </p:nvSpPr>
        <p:spPr>
          <a:xfrm>
            <a:off x="3953525" y="3169325"/>
            <a:ext cx="1760400" cy="266700"/>
          </a:xfrm>
          <a:prstGeom prst="rect">
            <a:avLst/>
          </a:prstGeom>
        </p:spPr>
        <p:txBody>
          <a:bodyPr anchorCtr="0" anchor="ctr" bIns="91425" lIns="91425" spcFirstLastPara="1" rIns="91425" wrap="square" tIns="91425">
            <a:noAutofit/>
          </a:bodyPr>
          <a:lstStyle>
            <a:lvl1pPr lvl="0" rtl="0">
              <a:spcBef>
                <a:spcPts val="0"/>
              </a:spcBef>
              <a:spcAft>
                <a:spcPts val="0"/>
              </a:spcAft>
              <a:buSzPts val="1500"/>
              <a:buNone/>
              <a:defRPr b="1" sz="2200">
                <a:latin typeface="Poiret One"/>
                <a:ea typeface="Poiret One"/>
                <a:cs typeface="Poiret One"/>
                <a:sym typeface="Poiret One"/>
              </a:defRPr>
            </a:lvl1pPr>
            <a:lvl2pPr lvl="1" rtl="0">
              <a:spcBef>
                <a:spcPts val="0"/>
              </a:spcBef>
              <a:spcAft>
                <a:spcPts val="0"/>
              </a:spcAft>
              <a:buSzPts val="2800"/>
              <a:buNone/>
              <a:defRPr>
                <a:latin typeface="Be Vietnam"/>
                <a:ea typeface="Be Vietnam"/>
                <a:cs typeface="Be Vietnam"/>
                <a:sym typeface="Be Vietnam"/>
              </a:defRPr>
            </a:lvl2pPr>
            <a:lvl3pPr lvl="2" rtl="0">
              <a:spcBef>
                <a:spcPts val="0"/>
              </a:spcBef>
              <a:spcAft>
                <a:spcPts val="0"/>
              </a:spcAft>
              <a:buSzPts val="2800"/>
              <a:buNone/>
              <a:defRPr>
                <a:latin typeface="Be Vietnam"/>
                <a:ea typeface="Be Vietnam"/>
                <a:cs typeface="Be Vietnam"/>
                <a:sym typeface="Be Vietnam"/>
              </a:defRPr>
            </a:lvl3pPr>
            <a:lvl4pPr lvl="3" rtl="0">
              <a:spcBef>
                <a:spcPts val="0"/>
              </a:spcBef>
              <a:spcAft>
                <a:spcPts val="0"/>
              </a:spcAft>
              <a:buSzPts val="2800"/>
              <a:buNone/>
              <a:defRPr>
                <a:latin typeface="Be Vietnam"/>
                <a:ea typeface="Be Vietnam"/>
                <a:cs typeface="Be Vietnam"/>
                <a:sym typeface="Be Vietnam"/>
              </a:defRPr>
            </a:lvl4pPr>
            <a:lvl5pPr lvl="4" rtl="0">
              <a:spcBef>
                <a:spcPts val="0"/>
              </a:spcBef>
              <a:spcAft>
                <a:spcPts val="0"/>
              </a:spcAft>
              <a:buSzPts val="2800"/>
              <a:buNone/>
              <a:defRPr>
                <a:latin typeface="Be Vietnam"/>
                <a:ea typeface="Be Vietnam"/>
                <a:cs typeface="Be Vietnam"/>
                <a:sym typeface="Be Vietnam"/>
              </a:defRPr>
            </a:lvl5pPr>
            <a:lvl6pPr lvl="5" rtl="0">
              <a:spcBef>
                <a:spcPts val="0"/>
              </a:spcBef>
              <a:spcAft>
                <a:spcPts val="0"/>
              </a:spcAft>
              <a:buSzPts val="2800"/>
              <a:buNone/>
              <a:defRPr>
                <a:latin typeface="Be Vietnam"/>
                <a:ea typeface="Be Vietnam"/>
                <a:cs typeface="Be Vietnam"/>
                <a:sym typeface="Be Vietnam"/>
              </a:defRPr>
            </a:lvl6pPr>
            <a:lvl7pPr lvl="6" rtl="0">
              <a:spcBef>
                <a:spcPts val="0"/>
              </a:spcBef>
              <a:spcAft>
                <a:spcPts val="0"/>
              </a:spcAft>
              <a:buSzPts val="2800"/>
              <a:buNone/>
              <a:defRPr>
                <a:latin typeface="Be Vietnam"/>
                <a:ea typeface="Be Vietnam"/>
                <a:cs typeface="Be Vietnam"/>
                <a:sym typeface="Be Vietnam"/>
              </a:defRPr>
            </a:lvl7pPr>
            <a:lvl8pPr lvl="7" rtl="0">
              <a:spcBef>
                <a:spcPts val="0"/>
              </a:spcBef>
              <a:spcAft>
                <a:spcPts val="0"/>
              </a:spcAft>
              <a:buSzPts val="2800"/>
              <a:buNone/>
              <a:defRPr>
                <a:latin typeface="Be Vietnam"/>
                <a:ea typeface="Be Vietnam"/>
                <a:cs typeface="Be Vietnam"/>
                <a:sym typeface="Be Vietnam"/>
              </a:defRPr>
            </a:lvl8pPr>
            <a:lvl9pPr lvl="8" rtl="0">
              <a:spcBef>
                <a:spcPts val="0"/>
              </a:spcBef>
              <a:spcAft>
                <a:spcPts val="0"/>
              </a:spcAft>
              <a:buSzPts val="2800"/>
              <a:buNone/>
              <a:defRPr>
                <a:latin typeface="Be Vietnam"/>
                <a:ea typeface="Be Vietnam"/>
                <a:cs typeface="Be Vietnam"/>
                <a:sym typeface="Be Vietnam"/>
              </a:defRPr>
            </a:lvl9pPr>
          </a:lstStyle>
          <a:p/>
        </p:txBody>
      </p:sp>
      <p:sp>
        <p:nvSpPr>
          <p:cNvPr id="1041" name="Google Shape;1041;p29"/>
          <p:cNvSpPr txBox="1"/>
          <p:nvPr>
            <p:ph idx="1" type="subTitle"/>
          </p:nvPr>
        </p:nvSpPr>
        <p:spPr>
          <a:xfrm>
            <a:off x="1234725" y="1985800"/>
            <a:ext cx="1992900" cy="767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600">
                <a:solidFill>
                  <a:srgbClr val="FFFFFF"/>
                </a:solidFill>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042" name="Google Shape;1042;p29"/>
          <p:cNvSpPr txBox="1"/>
          <p:nvPr>
            <p:ph idx="6" type="subTitle"/>
          </p:nvPr>
        </p:nvSpPr>
        <p:spPr>
          <a:xfrm>
            <a:off x="3953525" y="1985800"/>
            <a:ext cx="1992900" cy="767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600">
                <a:solidFill>
                  <a:srgbClr val="FFFFFF"/>
                </a:solidFill>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043" name="Google Shape;1043;p29"/>
          <p:cNvSpPr txBox="1"/>
          <p:nvPr>
            <p:ph idx="7" type="subTitle"/>
          </p:nvPr>
        </p:nvSpPr>
        <p:spPr>
          <a:xfrm>
            <a:off x="1234725" y="3562000"/>
            <a:ext cx="1992900" cy="767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600">
                <a:solidFill>
                  <a:srgbClr val="FFFFFF"/>
                </a:solidFill>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044" name="Google Shape;1044;p29"/>
          <p:cNvSpPr txBox="1"/>
          <p:nvPr>
            <p:ph idx="8" type="subTitle"/>
          </p:nvPr>
        </p:nvSpPr>
        <p:spPr>
          <a:xfrm>
            <a:off x="3953525" y="3562000"/>
            <a:ext cx="1992900" cy="767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600">
                <a:solidFill>
                  <a:srgbClr val="FFFFFF"/>
                </a:solidFill>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045" name="Google Shape;1045;p29"/>
          <p:cNvSpPr txBox="1"/>
          <p:nvPr>
            <p:ph idx="9" type="title"/>
          </p:nvPr>
        </p:nvSpPr>
        <p:spPr>
          <a:xfrm>
            <a:off x="6666550" y="1588175"/>
            <a:ext cx="1760400" cy="266700"/>
          </a:xfrm>
          <a:prstGeom prst="rect">
            <a:avLst/>
          </a:prstGeom>
        </p:spPr>
        <p:txBody>
          <a:bodyPr anchorCtr="0" anchor="ctr" bIns="91425" lIns="91425" spcFirstLastPara="1" rIns="91425" wrap="square" tIns="91425">
            <a:noAutofit/>
          </a:bodyPr>
          <a:lstStyle>
            <a:lvl1pPr lvl="0" rtl="0">
              <a:spcBef>
                <a:spcPts val="0"/>
              </a:spcBef>
              <a:spcAft>
                <a:spcPts val="0"/>
              </a:spcAft>
              <a:buSzPts val="1500"/>
              <a:buNone/>
              <a:defRPr b="1" sz="2200">
                <a:latin typeface="Poiret One"/>
                <a:ea typeface="Poiret One"/>
                <a:cs typeface="Poiret One"/>
                <a:sym typeface="Poiret One"/>
              </a:defRPr>
            </a:lvl1pPr>
            <a:lvl2pPr lvl="1" rtl="0">
              <a:spcBef>
                <a:spcPts val="0"/>
              </a:spcBef>
              <a:spcAft>
                <a:spcPts val="0"/>
              </a:spcAft>
              <a:buSzPts val="2800"/>
              <a:buNone/>
              <a:defRPr>
                <a:latin typeface="Be Vietnam"/>
                <a:ea typeface="Be Vietnam"/>
                <a:cs typeface="Be Vietnam"/>
                <a:sym typeface="Be Vietnam"/>
              </a:defRPr>
            </a:lvl2pPr>
            <a:lvl3pPr lvl="2" rtl="0">
              <a:spcBef>
                <a:spcPts val="0"/>
              </a:spcBef>
              <a:spcAft>
                <a:spcPts val="0"/>
              </a:spcAft>
              <a:buSzPts val="2800"/>
              <a:buNone/>
              <a:defRPr>
                <a:latin typeface="Be Vietnam"/>
                <a:ea typeface="Be Vietnam"/>
                <a:cs typeface="Be Vietnam"/>
                <a:sym typeface="Be Vietnam"/>
              </a:defRPr>
            </a:lvl3pPr>
            <a:lvl4pPr lvl="3" rtl="0">
              <a:spcBef>
                <a:spcPts val="0"/>
              </a:spcBef>
              <a:spcAft>
                <a:spcPts val="0"/>
              </a:spcAft>
              <a:buSzPts val="2800"/>
              <a:buNone/>
              <a:defRPr>
                <a:latin typeface="Be Vietnam"/>
                <a:ea typeface="Be Vietnam"/>
                <a:cs typeface="Be Vietnam"/>
                <a:sym typeface="Be Vietnam"/>
              </a:defRPr>
            </a:lvl4pPr>
            <a:lvl5pPr lvl="4" rtl="0">
              <a:spcBef>
                <a:spcPts val="0"/>
              </a:spcBef>
              <a:spcAft>
                <a:spcPts val="0"/>
              </a:spcAft>
              <a:buSzPts val="2800"/>
              <a:buNone/>
              <a:defRPr>
                <a:latin typeface="Be Vietnam"/>
                <a:ea typeface="Be Vietnam"/>
                <a:cs typeface="Be Vietnam"/>
                <a:sym typeface="Be Vietnam"/>
              </a:defRPr>
            </a:lvl5pPr>
            <a:lvl6pPr lvl="5" rtl="0">
              <a:spcBef>
                <a:spcPts val="0"/>
              </a:spcBef>
              <a:spcAft>
                <a:spcPts val="0"/>
              </a:spcAft>
              <a:buSzPts val="2800"/>
              <a:buNone/>
              <a:defRPr>
                <a:latin typeface="Be Vietnam"/>
                <a:ea typeface="Be Vietnam"/>
                <a:cs typeface="Be Vietnam"/>
                <a:sym typeface="Be Vietnam"/>
              </a:defRPr>
            </a:lvl6pPr>
            <a:lvl7pPr lvl="6" rtl="0">
              <a:spcBef>
                <a:spcPts val="0"/>
              </a:spcBef>
              <a:spcAft>
                <a:spcPts val="0"/>
              </a:spcAft>
              <a:buSzPts val="2800"/>
              <a:buNone/>
              <a:defRPr>
                <a:latin typeface="Be Vietnam"/>
                <a:ea typeface="Be Vietnam"/>
                <a:cs typeface="Be Vietnam"/>
                <a:sym typeface="Be Vietnam"/>
              </a:defRPr>
            </a:lvl7pPr>
            <a:lvl8pPr lvl="7" rtl="0">
              <a:spcBef>
                <a:spcPts val="0"/>
              </a:spcBef>
              <a:spcAft>
                <a:spcPts val="0"/>
              </a:spcAft>
              <a:buSzPts val="2800"/>
              <a:buNone/>
              <a:defRPr>
                <a:latin typeface="Be Vietnam"/>
                <a:ea typeface="Be Vietnam"/>
                <a:cs typeface="Be Vietnam"/>
                <a:sym typeface="Be Vietnam"/>
              </a:defRPr>
            </a:lvl8pPr>
            <a:lvl9pPr lvl="8" rtl="0">
              <a:spcBef>
                <a:spcPts val="0"/>
              </a:spcBef>
              <a:spcAft>
                <a:spcPts val="0"/>
              </a:spcAft>
              <a:buSzPts val="2800"/>
              <a:buNone/>
              <a:defRPr>
                <a:latin typeface="Be Vietnam"/>
                <a:ea typeface="Be Vietnam"/>
                <a:cs typeface="Be Vietnam"/>
                <a:sym typeface="Be Vietnam"/>
              </a:defRPr>
            </a:lvl9pPr>
          </a:lstStyle>
          <a:p/>
        </p:txBody>
      </p:sp>
      <p:sp>
        <p:nvSpPr>
          <p:cNvPr id="1046" name="Google Shape;1046;p29"/>
          <p:cNvSpPr txBox="1"/>
          <p:nvPr>
            <p:ph idx="13" type="title"/>
          </p:nvPr>
        </p:nvSpPr>
        <p:spPr>
          <a:xfrm>
            <a:off x="6666550" y="3169325"/>
            <a:ext cx="1760400" cy="266700"/>
          </a:xfrm>
          <a:prstGeom prst="rect">
            <a:avLst/>
          </a:prstGeom>
        </p:spPr>
        <p:txBody>
          <a:bodyPr anchorCtr="0" anchor="ctr" bIns="91425" lIns="91425" spcFirstLastPara="1" rIns="91425" wrap="square" tIns="91425">
            <a:noAutofit/>
          </a:bodyPr>
          <a:lstStyle>
            <a:lvl1pPr lvl="0" rtl="0">
              <a:spcBef>
                <a:spcPts val="0"/>
              </a:spcBef>
              <a:spcAft>
                <a:spcPts val="0"/>
              </a:spcAft>
              <a:buSzPts val="1500"/>
              <a:buNone/>
              <a:defRPr b="1" sz="2200">
                <a:latin typeface="Poiret One"/>
                <a:ea typeface="Poiret One"/>
                <a:cs typeface="Poiret One"/>
                <a:sym typeface="Poiret One"/>
              </a:defRPr>
            </a:lvl1pPr>
            <a:lvl2pPr lvl="1" rtl="0">
              <a:spcBef>
                <a:spcPts val="0"/>
              </a:spcBef>
              <a:spcAft>
                <a:spcPts val="0"/>
              </a:spcAft>
              <a:buSzPts val="2800"/>
              <a:buNone/>
              <a:defRPr>
                <a:latin typeface="Be Vietnam"/>
                <a:ea typeface="Be Vietnam"/>
                <a:cs typeface="Be Vietnam"/>
                <a:sym typeface="Be Vietnam"/>
              </a:defRPr>
            </a:lvl2pPr>
            <a:lvl3pPr lvl="2" rtl="0">
              <a:spcBef>
                <a:spcPts val="0"/>
              </a:spcBef>
              <a:spcAft>
                <a:spcPts val="0"/>
              </a:spcAft>
              <a:buSzPts val="2800"/>
              <a:buNone/>
              <a:defRPr>
                <a:latin typeface="Be Vietnam"/>
                <a:ea typeface="Be Vietnam"/>
                <a:cs typeface="Be Vietnam"/>
                <a:sym typeface="Be Vietnam"/>
              </a:defRPr>
            </a:lvl3pPr>
            <a:lvl4pPr lvl="3" rtl="0">
              <a:spcBef>
                <a:spcPts val="0"/>
              </a:spcBef>
              <a:spcAft>
                <a:spcPts val="0"/>
              </a:spcAft>
              <a:buSzPts val="2800"/>
              <a:buNone/>
              <a:defRPr>
                <a:latin typeface="Be Vietnam"/>
                <a:ea typeface="Be Vietnam"/>
                <a:cs typeface="Be Vietnam"/>
                <a:sym typeface="Be Vietnam"/>
              </a:defRPr>
            </a:lvl4pPr>
            <a:lvl5pPr lvl="4" rtl="0">
              <a:spcBef>
                <a:spcPts val="0"/>
              </a:spcBef>
              <a:spcAft>
                <a:spcPts val="0"/>
              </a:spcAft>
              <a:buSzPts val="2800"/>
              <a:buNone/>
              <a:defRPr>
                <a:latin typeface="Be Vietnam"/>
                <a:ea typeface="Be Vietnam"/>
                <a:cs typeface="Be Vietnam"/>
                <a:sym typeface="Be Vietnam"/>
              </a:defRPr>
            </a:lvl5pPr>
            <a:lvl6pPr lvl="5" rtl="0">
              <a:spcBef>
                <a:spcPts val="0"/>
              </a:spcBef>
              <a:spcAft>
                <a:spcPts val="0"/>
              </a:spcAft>
              <a:buSzPts val="2800"/>
              <a:buNone/>
              <a:defRPr>
                <a:latin typeface="Be Vietnam"/>
                <a:ea typeface="Be Vietnam"/>
                <a:cs typeface="Be Vietnam"/>
                <a:sym typeface="Be Vietnam"/>
              </a:defRPr>
            </a:lvl6pPr>
            <a:lvl7pPr lvl="6" rtl="0">
              <a:spcBef>
                <a:spcPts val="0"/>
              </a:spcBef>
              <a:spcAft>
                <a:spcPts val="0"/>
              </a:spcAft>
              <a:buSzPts val="2800"/>
              <a:buNone/>
              <a:defRPr>
                <a:latin typeface="Be Vietnam"/>
                <a:ea typeface="Be Vietnam"/>
                <a:cs typeface="Be Vietnam"/>
                <a:sym typeface="Be Vietnam"/>
              </a:defRPr>
            </a:lvl7pPr>
            <a:lvl8pPr lvl="7" rtl="0">
              <a:spcBef>
                <a:spcPts val="0"/>
              </a:spcBef>
              <a:spcAft>
                <a:spcPts val="0"/>
              </a:spcAft>
              <a:buSzPts val="2800"/>
              <a:buNone/>
              <a:defRPr>
                <a:latin typeface="Be Vietnam"/>
                <a:ea typeface="Be Vietnam"/>
                <a:cs typeface="Be Vietnam"/>
                <a:sym typeface="Be Vietnam"/>
              </a:defRPr>
            </a:lvl8pPr>
            <a:lvl9pPr lvl="8" rtl="0">
              <a:spcBef>
                <a:spcPts val="0"/>
              </a:spcBef>
              <a:spcAft>
                <a:spcPts val="0"/>
              </a:spcAft>
              <a:buSzPts val="2800"/>
              <a:buNone/>
              <a:defRPr>
                <a:latin typeface="Be Vietnam"/>
                <a:ea typeface="Be Vietnam"/>
                <a:cs typeface="Be Vietnam"/>
                <a:sym typeface="Be Vietnam"/>
              </a:defRPr>
            </a:lvl9pPr>
          </a:lstStyle>
          <a:p/>
        </p:txBody>
      </p:sp>
      <p:sp>
        <p:nvSpPr>
          <p:cNvPr id="1047" name="Google Shape;1047;p29"/>
          <p:cNvSpPr txBox="1"/>
          <p:nvPr>
            <p:ph idx="14" type="subTitle"/>
          </p:nvPr>
        </p:nvSpPr>
        <p:spPr>
          <a:xfrm>
            <a:off x="6666550" y="1985800"/>
            <a:ext cx="1992900" cy="767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600">
                <a:solidFill>
                  <a:srgbClr val="FFFFFF"/>
                </a:solidFill>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048" name="Google Shape;1048;p29"/>
          <p:cNvSpPr txBox="1"/>
          <p:nvPr>
            <p:ph idx="15" type="subTitle"/>
          </p:nvPr>
        </p:nvSpPr>
        <p:spPr>
          <a:xfrm>
            <a:off x="6666550" y="3562000"/>
            <a:ext cx="1992900" cy="767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600">
                <a:solidFill>
                  <a:srgbClr val="FFFFFF"/>
                </a:solidFill>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0">
    <p:spTree>
      <p:nvGrpSpPr>
        <p:cNvPr id="1049" name="Shape 1049"/>
        <p:cNvGrpSpPr/>
        <p:nvPr/>
      </p:nvGrpSpPr>
      <p:grpSpPr>
        <a:xfrm>
          <a:off x="0" y="0"/>
          <a:ext cx="0" cy="0"/>
          <a:chOff x="0" y="0"/>
          <a:chExt cx="0" cy="0"/>
        </a:xfrm>
      </p:grpSpPr>
      <p:sp>
        <p:nvSpPr>
          <p:cNvPr id="1050" name="Google Shape;1050;p30"/>
          <p:cNvSpPr txBox="1"/>
          <p:nvPr>
            <p:ph type="title"/>
          </p:nvPr>
        </p:nvSpPr>
        <p:spPr>
          <a:xfrm>
            <a:off x="717050" y="531950"/>
            <a:ext cx="3716400" cy="923400"/>
          </a:xfrm>
          <a:prstGeom prst="rect">
            <a:avLst/>
          </a:prstGeom>
        </p:spPr>
        <p:txBody>
          <a:bodyPr anchorCtr="0" anchor="ctr" bIns="91425" lIns="91425" spcFirstLastPara="1" rIns="91425" wrap="square" tIns="91425">
            <a:noAutofit/>
          </a:bodyPr>
          <a:lstStyle>
            <a:lvl1pPr lvl="0">
              <a:spcBef>
                <a:spcPts val="0"/>
              </a:spcBef>
              <a:spcAft>
                <a:spcPts val="0"/>
              </a:spcAft>
              <a:buSzPts val="2800"/>
              <a:buNone/>
              <a:defRPr sz="5300"/>
            </a:lvl1pPr>
            <a:lvl2pPr lvl="1">
              <a:spcBef>
                <a:spcPts val="0"/>
              </a:spcBef>
              <a:spcAft>
                <a:spcPts val="0"/>
              </a:spcAft>
              <a:buSzPts val="2800"/>
              <a:buNone/>
              <a:defRPr>
                <a:latin typeface="Be Vietnam"/>
                <a:ea typeface="Be Vietnam"/>
                <a:cs typeface="Be Vietnam"/>
                <a:sym typeface="Be Vietnam"/>
              </a:defRPr>
            </a:lvl2pPr>
            <a:lvl3pPr lvl="2">
              <a:spcBef>
                <a:spcPts val="0"/>
              </a:spcBef>
              <a:spcAft>
                <a:spcPts val="0"/>
              </a:spcAft>
              <a:buSzPts val="2800"/>
              <a:buNone/>
              <a:defRPr>
                <a:latin typeface="Be Vietnam"/>
                <a:ea typeface="Be Vietnam"/>
                <a:cs typeface="Be Vietnam"/>
                <a:sym typeface="Be Vietnam"/>
              </a:defRPr>
            </a:lvl3pPr>
            <a:lvl4pPr lvl="3">
              <a:spcBef>
                <a:spcPts val="0"/>
              </a:spcBef>
              <a:spcAft>
                <a:spcPts val="0"/>
              </a:spcAft>
              <a:buSzPts val="2800"/>
              <a:buNone/>
              <a:defRPr>
                <a:latin typeface="Be Vietnam"/>
                <a:ea typeface="Be Vietnam"/>
                <a:cs typeface="Be Vietnam"/>
                <a:sym typeface="Be Vietnam"/>
              </a:defRPr>
            </a:lvl4pPr>
            <a:lvl5pPr lvl="4">
              <a:spcBef>
                <a:spcPts val="0"/>
              </a:spcBef>
              <a:spcAft>
                <a:spcPts val="0"/>
              </a:spcAft>
              <a:buSzPts val="2800"/>
              <a:buNone/>
              <a:defRPr>
                <a:latin typeface="Be Vietnam"/>
                <a:ea typeface="Be Vietnam"/>
                <a:cs typeface="Be Vietnam"/>
                <a:sym typeface="Be Vietnam"/>
              </a:defRPr>
            </a:lvl5pPr>
            <a:lvl6pPr lvl="5">
              <a:spcBef>
                <a:spcPts val="0"/>
              </a:spcBef>
              <a:spcAft>
                <a:spcPts val="0"/>
              </a:spcAft>
              <a:buSzPts val="2800"/>
              <a:buNone/>
              <a:defRPr>
                <a:latin typeface="Be Vietnam"/>
                <a:ea typeface="Be Vietnam"/>
                <a:cs typeface="Be Vietnam"/>
                <a:sym typeface="Be Vietnam"/>
              </a:defRPr>
            </a:lvl6pPr>
            <a:lvl7pPr lvl="6">
              <a:spcBef>
                <a:spcPts val="0"/>
              </a:spcBef>
              <a:spcAft>
                <a:spcPts val="0"/>
              </a:spcAft>
              <a:buSzPts val="2800"/>
              <a:buNone/>
              <a:defRPr>
                <a:latin typeface="Be Vietnam"/>
                <a:ea typeface="Be Vietnam"/>
                <a:cs typeface="Be Vietnam"/>
                <a:sym typeface="Be Vietnam"/>
              </a:defRPr>
            </a:lvl7pPr>
            <a:lvl8pPr lvl="7">
              <a:spcBef>
                <a:spcPts val="0"/>
              </a:spcBef>
              <a:spcAft>
                <a:spcPts val="0"/>
              </a:spcAft>
              <a:buSzPts val="2800"/>
              <a:buNone/>
              <a:defRPr>
                <a:latin typeface="Be Vietnam"/>
                <a:ea typeface="Be Vietnam"/>
                <a:cs typeface="Be Vietnam"/>
                <a:sym typeface="Be Vietnam"/>
              </a:defRPr>
            </a:lvl8pPr>
            <a:lvl9pPr lvl="8">
              <a:spcBef>
                <a:spcPts val="0"/>
              </a:spcBef>
              <a:spcAft>
                <a:spcPts val="0"/>
              </a:spcAft>
              <a:buSzPts val="2800"/>
              <a:buNone/>
              <a:defRPr>
                <a:latin typeface="Be Vietnam"/>
                <a:ea typeface="Be Vietnam"/>
                <a:cs typeface="Be Vietnam"/>
                <a:sym typeface="Be Vietnam"/>
              </a:defRPr>
            </a:lvl9pPr>
          </a:lstStyle>
          <a:p/>
        </p:txBody>
      </p:sp>
      <p:sp>
        <p:nvSpPr>
          <p:cNvPr id="1051" name="Google Shape;1051;p30"/>
          <p:cNvSpPr txBox="1"/>
          <p:nvPr>
            <p:ph idx="1" type="subTitle"/>
          </p:nvPr>
        </p:nvSpPr>
        <p:spPr>
          <a:xfrm>
            <a:off x="717050" y="1455350"/>
            <a:ext cx="3855900" cy="12174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800"/>
              <a:buNone/>
              <a:defRPr sz="16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052" name="Google Shape;1052;p30"/>
          <p:cNvSpPr txBox="1"/>
          <p:nvPr/>
        </p:nvSpPr>
        <p:spPr>
          <a:xfrm>
            <a:off x="682050" y="3320650"/>
            <a:ext cx="3855900" cy="8340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a:solidFill>
                  <a:schemeClr val="lt1"/>
                </a:solidFill>
                <a:latin typeface="Be Vietnam"/>
                <a:ea typeface="Be Vietnam"/>
                <a:cs typeface="Be Vietnam"/>
                <a:sym typeface="Be Vietnam"/>
              </a:rPr>
              <a:t>CREDITS</a:t>
            </a:r>
            <a:r>
              <a:rPr lang="en">
                <a:solidFill>
                  <a:schemeClr val="lt1"/>
                </a:solidFill>
                <a:latin typeface="Be Vietnam"/>
                <a:ea typeface="Be Vietnam"/>
                <a:cs typeface="Be Vietnam"/>
                <a:sym typeface="Be Vietnam"/>
              </a:rPr>
              <a:t>: This presentation template was created by </a:t>
            </a:r>
            <a:r>
              <a:rPr b="1" lang="en">
                <a:solidFill>
                  <a:schemeClr val="lt1"/>
                </a:solidFill>
                <a:uFill>
                  <a:noFill/>
                </a:uFill>
                <a:latin typeface="Be Vietnam"/>
                <a:ea typeface="Be Vietnam"/>
                <a:cs typeface="Be Vietnam"/>
                <a:sym typeface="Be Vietnam"/>
                <a:hlinkClick r:id="rId2">
                  <a:extLst>
                    <a:ext uri="{A12FA001-AC4F-418D-AE19-62706E023703}">
                      <ahyp:hlinkClr val="tx"/>
                    </a:ext>
                  </a:extLst>
                </a:hlinkClick>
              </a:rPr>
              <a:t>Slidesgo</a:t>
            </a:r>
            <a:r>
              <a:rPr lang="en">
                <a:solidFill>
                  <a:schemeClr val="lt1"/>
                </a:solidFill>
                <a:latin typeface="Be Vietnam"/>
                <a:ea typeface="Be Vietnam"/>
                <a:cs typeface="Be Vietnam"/>
                <a:sym typeface="Be Vietnam"/>
              </a:rPr>
              <a:t>, including icons by </a:t>
            </a:r>
            <a:r>
              <a:rPr b="1" lang="en">
                <a:solidFill>
                  <a:schemeClr val="lt1"/>
                </a:solidFill>
                <a:uFill>
                  <a:noFill/>
                </a:uFill>
                <a:latin typeface="Be Vietnam"/>
                <a:ea typeface="Be Vietnam"/>
                <a:cs typeface="Be Vietnam"/>
                <a:sym typeface="Be Vietnam"/>
                <a:hlinkClick r:id="rId3">
                  <a:extLst>
                    <a:ext uri="{A12FA001-AC4F-418D-AE19-62706E023703}">
                      <ahyp:hlinkClr val="tx"/>
                    </a:ext>
                  </a:extLst>
                </a:hlinkClick>
              </a:rPr>
              <a:t>Flaticon</a:t>
            </a:r>
            <a:r>
              <a:rPr lang="en">
                <a:solidFill>
                  <a:schemeClr val="lt1"/>
                </a:solidFill>
                <a:latin typeface="Be Vietnam"/>
                <a:ea typeface="Be Vietnam"/>
                <a:cs typeface="Be Vietnam"/>
                <a:sym typeface="Be Vietnam"/>
              </a:rPr>
              <a:t>, infographics &amp; images by </a:t>
            </a:r>
            <a:r>
              <a:rPr b="1" lang="en">
                <a:solidFill>
                  <a:schemeClr val="lt1"/>
                </a:solidFill>
                <a:uFill>
                  <a:noFill/>
                </a:uFill>
                <a:latin typeface="Be Vietnam"/>
                <a:ea typeface="Be Vietnam"/>
                <a:cs typeface="Be Vietnam"/>
                <a:sym typeface="Be Vietnam"/>
                <a:hlinkClick r:id="rId4">
                  <a:extLst>
                    <a:ext uri="{A12FA001-AC4F-418D-AE19-62706E023703}">
                      <ahyp:hlinkClr val="tx"/>
                    </a:ext>
                  </a:extLst>
                </a:hlinkClick>
              </a:rPr>
              <a:t>Freepik</a:t>
            </a:r>
            <a:endParaRPr b="1">
              <a:solidFill>
                <a:schemeClr val="lt1"/>
              </a:solidFill>
              <a:latin typeface="Be Vietnam"/>
              <a:ea typeface="Be Vietnam"/>
              <a:cs typeface="Be Vietnam"/>
              <a:sym typeface="Be Vietnam"/>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3">
    <p:spTree>
      <p:nvGrpSpPr>
        <p:cNvPr id="1053" name="Shape 1053"/>
        <p:cNvGrpSpPr/>
        <p:nvPr/>
      </p:nvGrpSpPr>
      <p:grpSpPr>
        <a:xfrm>
          <a:off x="0" y="0"/>
          <a:ext cx="0" cy="0"/>
          <a:chOff x="0" y="0"/>
          <a:chExt cx="0" cy="0"/>
        </a:xfrm>
      </p:grpSpPr>
      <p:sp>
        <p:nvSpPr>
          <p:cNvPr id="1054" name="Google Shape;1054;p31"/>
          <p:cNvSpPr/>
          <p:nvPr/>
        </p:nvSpPr>
        <p:spPr>
          <a:xfrm rot="5613907">
            <a:off x="5337806" y="1688618"/>
            <a:ext cx="7031158" cy="1766262"/>
          </a:xfrm>
          <a:custGeom>
            <a:rect b="b" l="l" r="r" t="t"/>
            <a:pathLst>
              <a:path extrusionOk="0" h="21525" w="85687">
                <a:moveTo>
                  <a:pt x="17404" y="5187"/>
                </a:moveTo>
                <a:cubicBezTo>
                  <a:pt x="17507" y="5187"/>
                  <a:pt x="17592" y="5221"/>
                  <a:pt x="17661" y="5290"/>
                </a:cubicBezTo>
                <a:cubicBezTo>
                  <a:pt x="17691" y="5350"/>
                  <a:pt x="17691" y="5442"/>
                  <a:pt x="17630" y="5502"/>
                </a:cubicBezTo>
                <a:cubicBezTo>
                  <a:pt x="17625" y="5507"/>
                  <a:pt x="17618" y="5510"/>
                  <a:pt x="17609" y="5510"/>
                </a:cubicBezTo>
                <a:cubicBezTo>
                  <a:pt x="17508" y="5510"/>
                  <a:pt x="17185" y="5226"/>
                  <a:pt x="17296" y="5198"/>
                </a:cubicBezTo>
                <a:cubicBezTo>
                  <a:pt x="17334" y="5191"/>
                  <a:pt x="17370" y="5187"/>
                  <a:pt x="17404" y="5187"/>
                </a:cubicBezTo>
                <a:close/>
                <a:moveTo>
                  <a:pt x="71370" y="6050"/>
                </a:moveTo>
                <a:cubicBezTo>
                  <a:pt x="71492" y="6110"/>
                  <a:pt x="71552" y="6201"/>
                  <a:pt x="71522" y="6262"/>
                </a:cubicBezTo>
                <a:cubicBezTo>
                  <a:pt x="71501" y="6284"/>
                  <a:pt x="71373" y="6305"/>
                  <a:pt x="71300" y="6305"/>
                </a:cubicBezTo>
                <a:cubicBezTo>
                  <a:pt x="71269" y="6305"/>
                  <a:pt x="71248" y="6302"/>
                  <a:pt x="71248" y="6293"/>
                </a:cubicBezTo>
                <a:cubicBezTo>
                  <a:pt x="71248" y="6262"/>
                  <a:pt x="71188" y="6262"/>
                  <a:pt x="71097" y="6262"/>
                </a:cubicBezTo>
                <a:lnTo>
                  <a:pt x="71066" y="6262"/>
                </a:lnTo>
                <a:cubicBezTo>
                  <a:pt x="71036" y="6262"/>
                  <a:pt x="71036" y="6171"/>
                  <a:pt x="71036" y="6171"/>
                </a:cubicBezTo>
                <a:cubicBezTo>
                  <a:pt x="71097" y="6110"/>
                  <a:pt x="71188" y="6050"/>
                  <a:pt x="71279" y="6050"/>
                </a:cubicBezTo>
                <a:close/>
                <a:moveTo>
                  <a:pt x="71948" y="5837"/>
                </a:moveTo>
                <a:cubicBezTo>
                  <a:pt x="72100" y="5898"/>
                  <a:pt x="72221" y="5989"/>
                  <a:pt x="72343" y="6080"/>
                </a:cubicBezTo>
                <a:cubicBezTo>
                  <a:pt x="72373" y="6080"/>
                  <a:pt x="72282" y="6201"/>
                  <a:pt x="72160" y="6323"/>
                </a:cubicBezTo>
                <a:lnTo>
                  <a:pt x="72008" y="6384"/>
                </a:lnTo>
                <a:lnTo>
                  <a:pt x="71917" y="6384"/>
                </a:lnTo>
                <a:cubicBezTo>
                  <a:pt x="71796" y="6323"/>
                  <a:pt x="71704" y="6201"/>
                  <a:pt x="71735" y="6171"/>
                </a:cubicBezTo>
                <a:cubicBezTo>
                  <a:pt x="71735" y="6171"/>
                  <a:pt x="71674" y="6050"/>
                  <a:pt x="71583" y="5958"/>
                </a:cubicBezTo>
                <a:lnTo>
                  <a:pt x="71796" y="5898"/>
                </a:lnTo>
                <a:lnTo>
                  <a:pt x="71948" y="5837"/>
                </a:lnTo>
                <a:close/>
                <a:moveTo>
                  <a:pt x="1414" y="9826"/>
                </a:moveTo>
                <a:cubicBezTo>
                  <a:pt x="1452" y="9826"/>
                  <a:pt x="1490" y="9834"/>
                  <a:pt x="1521" y="9849"/>
                </a:cubicBezTo>
                <a:cubicBezTo>
                  <a:pt x="1551" y="9879"/>
                  <a:pt x="1521" y="10062"/>
                  <a:pt x="1369" y="10123"/>
                </a:cubicBezTo>
                <a:lnTo>
                  <a:pt x="1186" y="10123"/>
                </a:lnTo>
                <a:cubicBezTo>
                  <a:pt x="1095" y="10062"/>
                  <a:pt x="1217" y="9879"/>
                  <a:pt x="1308" y="9849"/>
                </a:cubicBezTo>
                <a:cubicBezTo>
                  <a:pt x="1338" y="9834"/>
                  <a:pt x="1376" y="9826"/>
                  <a:pt x="1414" y="9826"/>
                </a:cubicBezTo>
                <a:close/>
                <a:moveTo>
                  <a:pt x="59103" y="12071"/>
                </a:moveTo>
                <a:cubicBezTo>
                  <a:pt x="59156" y="12071"/>
                  <a:pt x="59197" y="12105"/>
                  <a:pt x="59212" y="12220"/>
                </a:cubicBezTo>
                <a:cubicBezTo>
                  <a:pt x="59224" y="12220"/>
                  <a:pt x="59294" y="12215"/>
                  <a:pt x="59377" y="12215"/>
                </a:cubicBezTo>
                <a:cubicBezTo>
                  <a:pt x="59500" y="12215"/>
                  <a:pt x="59649" y="12226"/>
                  <a:pt x="59668" y="12281"/>
                </a:cubicBezTo>
                <a:cubicBezTo>
                  <a:pt x="59698" y="12372"/>
                  <a:pt x="59546" y="12524"/>
                  <a:pt x="59364" y="12645"/>
                </a:cubicBezTo>
                <a:lnTo>
                  <a:pt x="59121" y="12524"/>
                </a:lnTo>
                <a:lnTo>
                  <a:pt x="59060" y="12463"/>
                </a:lnTo>
                <a:cubicBezTo>
                  <a:pt x="59032" y="12474"/>
                  <a:pt x="59005" y="12479"/>
                  <a:pt x="58978" y="12479"/>
                </a:cubicBezTo>
                <a:cubicBezTo>
                  <a:pt x="58856" y="12479"/>
                  <a:pt x="58745" y="12375"/>
                  <a:pt x="58695" y="12250"/>
                </a:cubicBezTo>
                <a:cubicBezTo>
                  <a:pt x="58695" y="12189"/>
                  <a:pt x="58756" y="12129"/>
                  <a:pt x="58847" y="12129"/>
                </a:cubicBezTo>
                <a:lnTo>
                  <a:pt x="58908" y="12129"/>
                </a:lnTo>
                <a:cubicBezTo>
                  <a:pt x="58972" y="12113"/>
                  <a:pt x="59044" y="12071"/>
                  <a:pt x="59103" y="12071"/>
                </a:cubicBezTo>
                <a:close/>
                <a:moveTo>
                  <a:pt x="56902" y="11977"/>
                </a:moveTo>
                <a:cubicBezTo>
                  <a:pt x="56962" y="12007"/>
                  <a:pt x="56993" y="12037"/>
                  <a:pt x="57023" y="12068"/>
                </a:cubicBezTo>
                <a:lnTo>
                  <a:pt x="57054" y="12129"/>
                </a:lnTo>
                <a:cubicBezTo>
                  <a:pt x="57054" y="12189"/>
                  <a:pt x="57084" y="12220"/>
                  <a:pt x="57114" y="12281"/>
                </a:cubicBezTo>
                <a:lnTo>
                  <a:pt x="57247" y="12360"/>
                </a:lnTo>
                <a:lnTo>
                  <a:pt x="57247" y="12360"/>
                </a:lnTo>
                <a:cubicBezTo>
                  <a:pt x="57275" y="12329"/>
                  <a:pt x="57308" y="12290"/>
                  <a:pt x="57327" y="12250"/>
                </a:cubicBezTo>
                <a:lnTo>
                  <a:pt x="57327" y="12189"/>
                </a:lnTo>
                <a:cubicBezTo>
                  <a:pt x="57327" y="12159"/>
                  <a:pt x="57206" y="12129"/>
                  <a:pt x="57327" y="12098"/>
                </a:cubicBezTo>
                <a:cubicBezTo>
                  <a:pt x="57388" y="12098"/>
                  <a:pt x="57418" y="12098"/>
                  <a:pt x="57449" y="12159"/>
                </a:cubicBezTo>
                <a:lnTo>
                  <a:pt x="57510" y="12372"/>
                </a:lnTo>
                <a:cubicBezTo>
                  <a:pt x="57703" y="12344"/>
                  <a:pt x="58023" y="12216"/>
                  <a:pt x="58147" y="12216"/>
                </a:cubicBezTo>
                <a:cubicBezTo>
                  <a:pt x="58160" y="12216"/>
                  <a:pt x="58170" y="12217"/>
                  <a:pt x="58178" y="12220"/>
                </a:cubicBezTo>
                <a:cubicBezTo>
                  <a:pt x="58270" y="12250"/>
                  <a:pt x="58482" y="12250"/>
                  <a:pt x="58513" y="12281"/>
                </a:cubicBezTo>
                <a:cubicBezTo>
                  <a:pt x="58543" y="12372"/>
                  <a:pt x="58543" y="12463"/>
                  <a:pt x="58513" y="12554"/>
                </a:cubicBezTo>
                <a:lnTo>
                  <a:pt x="58452" y="12554"/>
                </a:lnTo>
                <a:lnTo>
                  <a:pt x="58300" y="12585"/>
                </a:lnTo>
                <a:cubicBezTo>
                  <a:pt x="58188" y="12585"/>
                  <a:pt x="57611" y="12452"/>
                  <a:pt x="57305" y="12395"/>
                </a:cubicBezTo>
                <a:lnTo>
                  <a:pt x="57305" y="12395"/>
                </a:lnTo>
                <a:lnTo>
                  <a:pt x="57418" y="12463"/>
                </a:lnTo>
                <a:cubicBezTo>
                  <a:pt x="57540" y="12554"/>
                  <a:pt x="57510" y="12524"/>
                  <a:pt x="57449" y="12554"/>
                </a:cubicBezTo>
                <a:lnTo>
                  <a:pt x="57449" y="12585"/>
                </a:lnTo>
                <a:lnTo>
                  <a:pt x="57388" y="12737"/>
                </a:lnTo>
                <a:cubicBezTo>
                  <a:pt x="57297" y="12676"/>
                  <a:pt x="57145" y="12463"/>
                  <a:pt x="57206" y="12402"/>
                </a:cubicBezTo>
                <a:cubicBezTo>
                  <a:pt x="57212" y="12396"/>
                  <a:pt x="57219" y="12389"/>
                  <a:pt x="57227" y="12381"/>
                </a:cubicBezTo>
                <a:lnTo>
                  <a:pt x="57227" y="12381"/>
                </a:lnTo>
                <a:cubicBezTo>
                  <a:pt x="57250" y="12385"/>
                  <a:pt x="57276" y="12389"/>
                  <a:pt x="57305" y="12395"/>
                </a:cubicBezTo>
                <a:lnTo>
                  <a:pt x="57305" y="12395"/>
                </a:lnTo>
                <a:lnTo>
                  <a:pt x="57247" y="12360"/>
                </a:lnTo>
                <a:lnTo>
                  <a:pt x="57247" y="12360"/>
                </a:lnTo>
                <a:cubicBezTo>
                  <a:pt x="57240" y="12367"/>
                  <a:pt x="57233" y="12374"/>
                  <a:pt x="57227" y="12381"/>
                </a:cubicBezTo>
                <a:lnTo>
                  <a:pt x="57227" y="12381"/>
                </a:lnTo>
                <a:cubicBezTo>
                  <a:pt x="57182" y="12373"/>
                  <a:pt x="57148" y="12369"/>
                  <a:pt x="57130" y="12369"/>
                </a:cubicBezTo>
                <a:cubicBezTo>
                  <a:pt x="57121" y="12369"/>
                  <a:pt x="57116" y="12370"/>
                  <a:pt x="57114" y="12372"/>
                </a:cubicBezTo>
                <a:cubicBezTo>
                  <a:pt x="57054" y="12402"/>
                  <a:pt x="57084" y="12463"/>
                  <a:pt x="57114" y="12554"/>
                </a:cubicBezTo>
                <a:lnTo>
                  <a:pt x="56871" y="12554"/>
                </a:lnTo>
                <a:cubicBezTo>
                  <a:pt x="56798" y="12579"/>
                  <a:pt x="56704" y="12623"/>
                  <a:pt x="56623" y="12623"/>
                </a:cubicBezTo>
                <a:cubicBezTo>
                  <a:pt x="56603" y="12623"/>
                  <a:pt x="56585" y="12621"/>
                  <a:pt x="56567" y="12615"/>
                </a:cubicBezTo>
                <a:lnTo>
                  <a:pt x="56476" y="12585"/>
                </a:lnTo>
                <a:cubicBezTo>
                  <a:pt x="56461" y="12539"/>
                  <a:pt x="56408" y="12516"/>
                  <a:pt x="56336" y="12516"/>
                </a:cubicBezTo>
                <a:cubicBezTo>
                  <a:pt x="56263" y="12516"/>
                  <a:pt x="56172" y="12539"/>
                  <a:pt x="56081" y="12585"/>
                </a:cubicBezTo>
                <a:lnTo>
                  <a:pt x="55899" y="12615"/>
                </a:lnTo>
                <a:lnTo>
                  <a:pt x="55777" y="12645"/>
                </a:lnTo>
                <a:cubicBezTo>
                  <a:pt x="55655" y="12585"/>
                  <a:pt x="55534" y="12493"/>
                  <a:pt x="55443" y="12402"/>
                </a:cubicBezTo>
                <a:lnTo>
                  <a:pt x="55412" y="12341"/>
                </a:lnTo>
                <a:lnTo>
                  <a:pt x="55412" y="12311"/>
                </a:lnTo>
                <a:cubicBezTo>
                  <a:pt x="55458" y="12296"/>
                  <a:pt x="55504" y="12288"/>
                  <a:pt x="55545" y="12288"/>
                </a:cubicBezTo>
                <a:cubicBezTo>
                  <a:pt x="55587" y="12288"/>
                  <a:pt x="55625" y="12296"/>
                  <a:pt x="55655" y="12311"/>
                </a:cubicBezTo>
                <a:lnTo>
                  <a:pt x="55716" y="12341"/>
                </a:lnTo>
                <a:cubicBezTo>
                  <a:pt x="55762" y="12387"/>
                  <a:pt x="55807" y="12417"/>
                  <a:pt x="55845" y="12417"/>
                </a:cubicBezTo>
                <a:cubicBezTo>
                  <a:pt x="55883" y="12417"/>
                  <a:pt x="55914" y="12387"/>
                  <a:pt x="55929" y="12311"/>
                </a:cubicBezTo>
                <a:cubicBezTo>
                  <a:pt x="55929" y="12281"/>
                  <a:pt x="55929" y="12250"/>
                  <a:pt x="55959" y="12250"/>
                </a:cubicBezTo>
                <a:cubicBezTo>
                  <a:pt x="56051" y="12189"/>
                  <a:pt x="56263" y="12281"/>
                  <a:pt x="56263" y="12098"/>
                </a:cubicBezTo>
                <a:cubicBezTo>
                  <a:pt x="56263" y="12068"/>
                  <a:pt x="56476" y="12037"/>
                  <a:pt x="56567" y="12007"/>
                </a:cubicBezTo>
                <a:cubicBezTo>
                  <a:pt x="56575" y="12003"/>
                  <a:pt x="56583" y="12002"/>
                  <a:pt x="56591" y="12002"/>
                </a:cubicBezTo>
                <a:cubicBezTo>
                  <a:pt x="56630" y="12002"/>
                  <a:pt x="56683" y="12032"/>
                  <a:pt x="56730" y="12032"/>
                </a:cubicBezTo>
                <a:cubicBezTo>
                  <a:pt x="56761" y="12032"/>
                  <a:pt x="56789" y="12019"/>
                  <a:pt x="56811" y="11977"/>
                </a:cubicBezTo>
                <a:close/>
                <a:moveTo>
                  <a:pt x="54926" y="12129"/>
                </a:moveTo>
                <a:cubicBezTo>
                  <a:pt x="54954" y="12185"/>
                  <a:pt x="55062" y="12375"/>
                  <a:pt x="55126" y="12375"/>
                </a:cubicBezTo>
                <a:cubicBezTo>
                  <a:pt x="55130" y="12375"/>
                  <a:pt x="55135" y="12374"/>
                  <a:pt x="55139" y="12372"/>
                </a:cubicBezTo>
                <a:cubicBezTo>
                  <a:pt x="55147" y="12368"/>
                  <a:pt x="55157" y="12366"/>
                  <a:pt x="55167" y="12366"/>
                </a:cubicBezTo>
                <a:cubicBezTo>
                  <a:pt x="55232" y="12366"/>
                  <a:pt x="55325" y="12437"/>
                  <a:pt x="55352" y="12463"/>
                </a:cubicBezTo>
                <a:cubicBezTo>
                  <a:pt x="55382" y="12524"/>
                  <a:pt x="55352" y="12554"/>
                  <a:pt x="55260" y="12554"/>
                </a:cubicBezTo>
                <a:lnTo>
                  <a:pt x="55230" y="12585"/>
                </a:lnTo>
                <a:lnTo>
                  <a:pt x="55078" y="12585"/>
                </a:lnTo>
                <a:cubicBezTo>
                  <a:pt x="54956" y="12645"/>
                  <a:pt x="54804" y="12676"/>
                  <a:pt x="54683" y="12676"/>
                </a:cubicBezTo>
                <a:cubicBezTo>
                  <a:pt x="54561" y="12676"/>
                  <a:pt x="54440" y="12645"/>
                  <a:pt x="54348" y="12585"/>
                </a:cubicBezTo>
                <a:lnTo>
                  <a:pt x="54318" y="12585"/>
                </a:lnTo>
                <a:lnTo>
                  <a:pt x="54105" y="12767"/>
                </a:lnTo>
                <a:cubicBezTo>
                  <a:pt x="54105" y="12664"/>
                  <a:pt x="54021" y="12603"/>
                  <a:pt x="53900" y="12603"/>
                </a:cubicBezTo>
                <a:cubicBezTo>
                  <a:pt x="53843" y="12603"/>
                  <a:pt x="53778" y="12616"/>
                  <a:pt x="53710" y="12645"/>
                </a:cubicBezTo>
                <a:lnTo>
                  <a:pt x="53467" y="12645"/>
                </a:lnTo>
                <a:cubicBezTo>
                  <a:pt x="53224" y="12645"/>
                  <a:pt x="52981" y="12645"/>
                  <a:pt x="52737" y="12676"/>
                </a:cubicBezTo>
                <a:cubicBezTo>
                  <a:pt x="52646" y="12706"/>
                  <a:pt x="52555" y="12737"/>
                  <a:pt x="52464" y="12737"/>
                </a:cubicBezTo>
                <a:lnTo>
                  <a:pt x="51826" y="12737"/>
                </a:lnTo>
                <a:lnTo>
                  <a:pt x="51522" y="12706"/>
                </a:lnTo>
                <a:cubicBezTo>
                  <a:pt x="51218" y="12615"/>
                  <a:pt x="51035" y="12433"/>
                  <a:pt x="51066" y="12372"/>
                </a:cubicBezTo>
                <a:cubicBezTo>
                  <a:pt x="51071" y="12366"/>
                  <a:pt x="51078" y="12364"/>
                  <a:pt x="51087" y="12364"/>
                </a:cubicBezTo>
                <a:cubicBezTo>
                  <a:pt x="51127" y="12364"/>
                  <a:pt x="51193" y="12418"/>
                  <a:pt x="51218" y="12493"/>
                </a:cubicBezTo>
                <a:cubicBezTo>
                  <a:pt x="51339" y="12493"/>
                  <a:pt x="51461" y="12524"/>
                  <a:pt x="51582" y="12585"/>
                </a:cubicBezTo>
                <a:lnTo>
                  <a:pt x="51643" y="12585"/>
                </a:lnTo>
                <a:cubicBezTo>
                  <a:pt x="51674" y="12493"/>
                  <a:pt x="51734" y="12402"/>
                  <a:pt x="51795" y="12341"/>
                </a:cubicBezTo>
                <a:lnTo>
                  <a:pt x="51856" y="12341"/>
                </a:lnTo>
                <a:cubicBezTo>
                  <a:pt x="51932" y="12326"/>
                  <a:pt x="52000" y="12319"/>
                  <a:pt x="52065" y="12319"/>
                </a:cubicBezTo>
                <a:cubicBezTo>
                  <a:pt x="52130" y="12319"/>
                  <a:pt x="52190" y="12326"/>
                  <a:pt x="52251" y="12341"/>
                </a:cubicBezTo>
                <a:lnTo>
                  <a:pt x="52494" y="12493"/>
                </a:lnTo>
                <a:cubicBezTo>
                  <a:pt x="52494" y="12447"/>
                  <a:pt x="52494" y="12418"/>
                  <a:pt x="52494" y="12402"/>
                </a:cubicBezTo>
                <a:cubicBezTo>
                  <a:pt x="52516" y="12424"/>
                  <a:pt x="52553" y="12445"/>
                  <a:pt x="52583" y="12445"/>
                </a:cubicBezTo>
                <a:cubicBezTo>
                  <a:pt x="52596" y="12445"/>
                  <a:pt x="52607" y="12441"/>
                  <a:pt x="52616" y="12433"/>
                </a:cubicBezTo>
                <a:cubicBezTo>
                  <a:pt x="52646" y="12433"/>
                  <a:pt x="52707" y="12493"/>
                  <a:pt x="52707" y="12524"/>
                </a:cubicBezTo>
                <a:cubicBezTo>
                  <a:pt x="52737" y="12524"/>
                  <a:pt x="52950" y="12433"/>
                  <a:pt x="53041" y="12402"/>
                </a:cubicBezTo>
                <a:cubicBezTo>
                  <a:pt x="53067" y="12390"/>
                  <a:pt x="53092" y="12382"/>
                  <a:pt x="53117" y="12382"/>
                </a:cubicBezTo>
                <a:cubicBezTo>
                  <a:pt x="53153" y="12382"/>
                  <a:pt x="53188" y="12397"/>
                  <a:pt x="53224" y="12433"/>
                </a:cubicBezTo>
                <a:cubicBezTo>
                  <a:pt x="53228" y="12437"/>
                  <a:pt x="53234" y="12439"/>
                  <a:pt x="53243" y="12439"/>
                </a:cubicBezTo>
                <a:cubicBezTo>
                  <a:pt x="53294" y="12439"/>
                  <a:pt x="53415" y="12363"/>
                  <a:pt x="53467" y="12311"/>
                </a:cubicBezTo>
                <a:cubicBezTo>
                  <a:pt x="53482" y="12303"/>
                  <a:pt x="53499" y="12300"/>
                  <a:pt x="53517" y="12300"/>
                </a:cubicBezTo>
                <a:cubicBezTo>
                  <a:pt x="53571" y="12300"/>
                  <a:pt x="53634" y="12334"/>
                  <a:pt x="53680" y="12402"/>
                </a:cubicBezTo>
                <a:lnTo>
                  <a:pt x="53923" y="12402"/>
                </a:lnTo>
                <a:cubicBezTo>
                  <a:pt x="53901" y="12313"/>
                  <a:pt x="53927" y="12257"/>
                  <a:pt x="53979" y="12257"/>
                </a:cubicBezTo>
                <a:cubicBezTo>
                  <a:pt x="53998" y="12257"/>
                  <a:pt x="54020" y="12264"/>
                  <a:pt x="54045" y="12281"/>
                </a:cubicBezTo>
                <a:lnTo>
                  <a:pt x="54166" y="12311"/>
                </a:lnTo>
                <a:lnTo>
                  <a:pt x="54288" y="12341"/>
                </a:lnTo>
                <a:cubicBezTo>
                  <a:pt x="54348" y="12357"/>
                  <a:pt x="54409" y="12364"/>
                  <a:pt x="54470" y="12364"/>
                </a:cubicBezTo>
                <a:cubicBezTo>
                  <a:pt x="54531" y="12364"/>
                  <a:pt x="54592" y="12357"/>
                  <a:pt x="54652" y="12341"/>
                </a:cubicBezTo>
                <a:cubicBezTo>
                  <a:pt x="54713" y="12281"/>
                  <a:pt x="54713" y="12220"/>
                  <a:pt x="54652" y="12129"/>
                </a:cubicBezTo>
                <a:close/>
                <a:moveTo>
                  <a:pt x="50492" y="12379"/>
                </a:moveTo>
                <a:cubicBezTo>
                  <a:pt x="50526" y="12379"/>
                  <a:pt x="50564" y="12387"/>
                  <a:pt x="50610" y="12402"/>
                </a:cubicBezTo>
                <a:cubicBezTo>
                  <a:pt x="50630" y="12402"/>
                  <a:pt x="50657" y="12399"/>
                  <a:pt x="50683" y="12399"/>
                </a:cubicBezTo>
                <a:cubicBezTo>
                  <a:pt x="50735" y="12399"/>
                  <a:pt x="50782" y="12412"/>
                  <a:pt x="50762" y="12493"/>
                </a:cubicBezTo>
                <a:lnTo>
                  <a:pt x="50762" y="12524"/>
                </a:lnTo>
                <a:cubicBezTo>
                  <a:pt x="50701" y="12585"/>
                  <a:pt x="50671" y="12676"/>
                  <a:pt x="50731" y="12737"/>
                </a:cubicBezTo>
                <a:cubicBezTo>
                  <a:pt x="50762" y="12767"/>
                  <a:pt x="50579" y="12828"/>
                  <a:pt x="50367" y="12889"/>
                </a:cubicBezTo>
                <a:lnTo>
                  <a:pt x="50154" y="12980"/>
                </a:lnTo>
                <a:cubicBezTo>
                  <a:pt x="50123" y="12980"/>
                  <a:pt x="50063" y="12645"/>
                  <a:pt x="49941" y="12554"/>
                </a:cubicBezTo>
                <a:cubicBezTo>
                  <a:pt x="49883" y="12496"/>
                  <a:pt x="49923" y="12475"/>
                  <a:pt x="49976" y="12475"/>
                </a:cubicBezTo>
                <a:cubicBezTo>
                  <a:pt x="50006" y="12475"/>
                  <a:pt x="50040" y="12482"/>
                  <a:pt x="50063" y="12493"/>
                </a:cubicBezTo>
                <a:cubicBezTo>
                  <a:pt x="50154" y="12493"/>
                  <a:pt x="50245" y="12493"/>
                  <a:pt x="50306" y="12433"/>
                </a:cubicBezTo>
                <a:lnTo>
                  <a:pt x="50397" y="12402"/>
                </a:lnTo>
                <a:cubicBezTo>
                  <a:pt x="50427" y="12387"/>
                  <a:pt x="50458" y="12379"/>
                  <a:pt x="50492" y="12379"/>
                </a:cubicBezTo>
                <a:close/>
                <a:moveTo>
                  <a:pt x="48486" y="12425"/>
                </a:moveTo>
                <a:cubicBezTo>
                  <a:pt x="48498" y="12425"/>
                  <a:pt x="48507" y="12427"/>
                  <a:pt x="48512" y="12433"/>
                </a:cubicBezTo>
                <a:cubicBezTo>
                  <a:pt x="48543" y="12463"/>
                  <a:pt x="48543" y="12493"/>
                  <a:pt x="48573" y="12524"/>
                </a:cubicBezTo>
                <a:cubicBezTo>
                  <a:pt x="48600" y="12524"/>
                  <a:pt x="48771" y="12620"/>
                  <a:pt x="48830" y="12620"/>
                </a:cubicBezTo>
                <a:cubicBezTo>
                  <a:pt x="48838" y="12620"/>
                  <a:pt x="48843" y="12618"/>
                  <a:pt x="48847" y="12615"/>
                </a:cubicBezTo>
                <a:cubicBezTo>
                  <a:pt x="48938" y="12554"/>
                  <a:pt x="49029" y="12493"/>
                  <a:pt x="49120" y="12463"/>
                </a:cubicBezTo>
                <a:lnTo>
                  <a:pt x="49242" y="12554"/>
                </a:lnTo>
                <a:lnTo>
                  <a:pt x="49364" y="12676"/>
                </a:lnTo>
                <a:cubicBezTo>
                  <a:pt x="49440" y="12645"/>
                  <a:pt x="49508" y="12630"/>
                  <a:pt x="49557" y="12630"/>
                </a:cubicBezTo>
                <a:cubicBezTo>
                  <a:pt x="49607" y="12630"/>
                  <a:pt x="49637" y="12645"/>
                  <a:pt x="49637" y="12676"/>
                </a:cubicBezTo>
                <a:cubicBezTo>
                  <a:pt x="49607" y="12797"/>
                  <a:pt x="49485" y="12858"/>
                  <a:pt x="49364" y="12889"/>
                </a:cubicBezTo>
                <a:lnTo>
                  <a:pt x="49212" y="12889"/>
                </a:lnTo>
                <a:cubicBezTo>
                  <a:pt x="49151" y="12889"/>
                  <a:pt x="49090" y="12949"/>
                  <a:pt x="49060" y="13010"/>
                </a:cubicBezTo>
                <a:lnTo>
                  <a:pt x="48938" y="13010"/>
                </a:lnTo>
                <a:cubicBezTo>
                  <a:pt x="48816" y="13010"/>
                  <a:pt x="48816" y="12889"/>
                  <a:pt x="48816" y="12858"/>
                </a:cubicBezTo>
                <a:cubicBezTo>
                  <a:pt x="48816" y="12858"/>
                  <a:pt x="48756" y="12828"/>
                  <a:pt x="48725" y="12828"/>
                </a:cubicBezTo>
                <a:lnTo>
                  <a:pt x="48573" y="12767"/>
                </a:lnTo>
                <a:cubicBezTo>
                  <a:pt x="48482" y="12737"/>
                  <a:pt x="48361" y="12706"/>
                  <a:pt x="48239" y="12676"/>
                </a:cubicBezTo>
                <a:lnTo>
                  <a:pt x="48239" y="12676"/>
                </a:lnTo>
                <a:cubicBezTo>
                  <a:pt x="48269" y="12737"/>
                  <a:pt x="48330" y="12797"/>
                  <a:pt x="48391" y="12858"/>
                </a:cubicBezTo>
                <a:lnTo>
                  <a:pt x="48209" y="12949"/>
                </a:lnTo>
                <a:cubicBezTo>
                  <a:pt x="48133" y="12995"/>
                  <a:pt x="48049" y="13018"/>
                  <a:pt x="47965" y="13018"/>
                </a:cubicBezTo>
                <a:cubicBezTo>
                  <a:pt x="47882" y="13018"/>
                  <a:pt x="47798" y="12995"/>
                  <a:pt x="47722" y="12949"/>
                </a:cubicBezTo>
                <a:lnTo>
                  <a:pt x="47661" y="12919"/>
                </a:lnTo>
                <a:cubicBezTo>
                  <a:pt x="47653" y="12915"/>
                  <a:pt x="47644" y="12913"/>
                  <a:pt x="47633" y="12913"/>
                </a:cubicBezTo>
                <a:cubicBezTo>
                  <a:pt x="47569" y="12913"/>
                  <a:pt x="47475" y="12988"/>
                  <a:pt x="47449" y="13041"/>
                </a:cubicBezTo>
                <a:cubicBezTo>
                  <a:pt x="47449" y="13056"/>
                  <a:pt x="47395" y="13063"/>
                  <a:pt x="47316" y="13063"/>
                </a:cubicBezTo>
                <a:cubicBezTo>
                  <a:pt x="47236" y="13063"/>
                  <a:pt x="47129" y="13056"/>
                  <a:pt x="47023" y="13041"/>
                </a:cubicBezTo>
                <a:lnTo>
                  <a:pt x="47053" y="12767"/>
                </a:lnTo>
                <a:lnTo>
                  <a:pt x="47053" y="12737"/>
                </a:lnTo>
                <a:cubicBezTo>
                  <a:pt x="46975" y="12678"/>
                  <a:pt x="46973" y="12644"/>
                  <a:pt x="47022" y="12644"/>
                </a:cubicBezTo>
                <a:cubicBezTo>
                  <a:pt x="47048" y="12644"/>
                  <a:pt x="47091" y="12654"/>
                  <a:pt x="47145" y="12676"/>
                </a:cubicBezTo>
                <a:lnTo>
                  <a:pt x="47297" y="12706"/>
                </a:lnTo>
                <a:lnTo>
                  <a:pt x="47418" y="12737"/>
                </a:lnTo>
                <a:cubicBezTo>
                  <a:pt x="47509" y="12676"/>
                  <a:pt x="47722" y="12493"/>
                  <a:pt x="47813" y="12493"/>
                </a:cubicBezTo>
                <a:cubicBezTo>
                  <a:pt x="47905" y="12524"/>
                  <a:pt x="47935" y="12585"/>
                  <a:pt x="47905" y="12585"/>
                </a:cubicBezTo>
                <a:cubicBezTo>
                  <a:pt x="47955" y="12597"/>
                  <a:pt x="48005" y="12605"/>
                  <a:pt x="48056" y="12605"/>
                </a:cubicBezTo>
                <a:cubicBezTo>
                  <a:pt x="48127" y="12605"/>
                  <a:pt x="48198" y="12590"/>
                  <a:pt x="48269" y="12554"/>
                </a:cubicBezTo>
                <a:cubicBezTo>
                  <a:pt x="48319" y="12479"/>
                  <a:pt x="48431" y="12425"/>
                  <a:pt x="48486" y="12425"/>
                </a:cubicBezTo>
                <a:close/>
                <a:moveTo>
                  <a:pt x="46810" y="12767"/>
                </a:moveTo>
                <a:cubicBezTo>
                  <a:pt x="46841" y="12767"/>
                  <a:pt x="46810" y="12828"/>
                  <a:pt x="46780" y="12858"/>
                </a:cubicBezTo>
                <a:lnTo>
                  <a:pt x="46719" y="12889"/>
                </a:lnTo>
                <a:cubicBezTo>
                  <a:pt x="46699" y="12899"/>
                  <a:pt x="46672" y="12899"/>
                  <a:pt x="46645" y="12899"/>
                </a:cubicBezTo>
                <a:lnTo>
                  <a:pt x="46645" y="12899"/>
                </a:lnTo>
                <a:cubicBezTo>
                  <a:pt x="46591" y="12899"/>
                  <a:pt x="46537" y="12899"/>
                  <a:pt x="46537" y="12980"/>
                </a:cubicBezTo>
                <a:lnTo>
                  <a:pt x="46537" y="13041"/>
                </a:lnTo>
                <a:cubicBezTo>
                  <a:pt x="46506" y="13071"/>
                  <a:pt x="46468" y="13086"/>
                  <a:pt x="46434" y="13086"/>
                </a:cubicBezTo>
                <a:cubicBezTo>
                  <a:pt x="46400" y="13086"/>
                  <a:pt x="46370" y="13071"/>
                  <a:pt x="46354" y="13041"/>
                </a:cubicBezTo>
                <a:lnTo>
                  <a:pt x="46324" y="12980"/>
                </a:lnTo>
                <a:lnTo>
                  <a:pt x="46263" y="12889"/>
                </a:lnTo>
                <a:cubicBezTo>
                  <a:pt x="46242" y="12846"/>
                  <a:pt x="46281" y="12803"/>
                  <a:pt x="46338" y="12803"/>
                </a:cubicBezTo>
                <a:cubicBezTo>
                  <a:pt x="46362" y="12803"/>
                  <a:pt x="46388" y="12810"/>
                  <a:pt x="46415" y="12828"/>
                </a:cubicBezTo>
                <a:cubicBezTo>
                  <a:pt x="46433" y="12840"/>
                  <a:pt x="46459" y="12845"/>
                  <a:pt x="46488" y="12845"/>
                </a:cubicBezTo>
                <a:cubicBezTo>
                  <a:pt x="46606" y="12845"/>
                  <a:pt x="46786" y="12767"/>
                  <a:pt x="46810" y="12767"/>
                </a:cubicBezTo>
                <a:close/>
                <a:moveTo>
                  <a:pt x="43862" y="12714"/>
                </a:moveTo>
                <a:cubicBezTo>
                  <a:pt x="43946" y="12714"/>
                  <a:pt x="44029" y="12721"/>
                  <a:pt x="44105" y="12737"/>
                </a:cubicBezTo>
                <a:cubicBezTo>
                  <a:pt x="44155" y="12770"/>
                  <a:pt x="44196" y="12794"/>
                  <a:pt x="44238" y="12794"/>
                </a:cubicBezTo>
                <a:cubicBezTo>
                  <a:pt x="44272" y="12794"/>
                  <a:pt x="44307" y="12778"/>
                  <a:pt x="44348" y="12737"/>
                </a:cubicBezTo>
                <a:lnTo>
                  <a:pt x="44439" y="12737"/>
                </a:lnTo>
                <a:cubicBezTo>
                  <a:pt x="44561" y="12737"/>
                  <a:pt x="44713" y="12767"/>
                  <a:pt x="44865" y="12797"/>
                </a:cubicBezTo>
                <a:lnTo>
                  <a:pt x="44987" y="12858"/>
                </a:lnTo>
                <a:cubicBezTo>
                  <a:pt x="45078" y="12828"/>
                  <a:pt x="45199" y="12797"/>
                  <a:pt x="45291" y="12797"/>
                </a:cubicBezTo>
                <a:lnTo>
                  <a:pt x="45412" y="12737"/>
                </a:lnTo>
                <a:lnTo>
                  <a:pt x="45929" y="12737"/>
                </a:lnTo>
                <a:cubicBezTo>
                  <a:pt x="45990" y="12767"/>
                  <a:pt x="46020" y="12858"/>
                  <a:pt x="45929" y="13010"/>
                </a:cubicBezTo>
                <a:lnTo>
                  <a:pt x="45868" y="13041"/>
                </a:lnTo>
                <a:lnTo>
                  <a:pt x="45807" y="13071"/>
                </a:lnTo>
                <a:cubicBezTo>
                  <a:pt x="45655" y="13071"/>
                  <a:pt x="45503" y="13071"/>
                  <a:pt x="45351" y="13041"/>
                </a:cubicBezTo>
                <a:lnTo>
                  <a:pt x="45230" y="13041"/>
                </a:lnTo>
                <a:lnTo>
                  <a:pt x="45017" y="13010"/>
                </a:lnTo>
                <a:cubicBezTo>
                  <a:pt x="44962" y="13065"/>
                  <a:pt x="44901" y="13083"/>
                  <a:pt x="44850" y="13083"/>
                </a:cubicBezTo>
                <a:cubicBezTo>
                  <a:pt x="44789" y="13083"/>
                  <a:pt x="44743" y="13057"/>
                  <a:pt x="44743" y="13041"/>
                </a:cubicBezTo>
                <a:cubicBezTo>
                  <a:pt x="44737" y="13028"/>
                  <a:pt x="44722" y="13023"/>
                  <a:pt x="44701" y="13023"/>
                </a:cubicBezTo>
                <a:cubicBezTo>
                  <a:pt x="44631" y="13023"/>
                  <a:pt x="44498" y="13076"/>
                  <a:pt x="44415" y="13076"/>
                </a:cubicBezTo>
                <a:cubicBezTo>
                  <a:pt x="44402" y="13076"/>
                  <a:pt x="44389" y="13074"/>
                  <a:pt x="44379" y="13071"/>
                </a:cubicBezTo>
                <a:cubicBezTo>
                  <a:pt x="44227" y="13041"/>
                  <a:pt x="44075" y="13010"/>
                  <a:pt x="43923" y="13010"/>
                </a:cubicBezTo>
                <a:lnTo>
                  <a:pt x="43832" y="13071"/>
                </a:lnTo>
                <a:cubicBezTo>
                  <a:pt x="43767" y="13092"/>
                  <a:pt x="43672" y="13114"/>
                  <a:pt x="43579" y="13114"/>
                </a:cubicBezTo>
                <a:cubicBezTo>
                  <a:pt x="43541" y="13114"/>
                  <a:pt x="43502" y="13110"/>
                  <a:pt x="43467" y="13101"/>
                </a:cubicBezTo>
                <a:cubicBezTo>
                  <a:pt x="43376" y="13101"/>
                  <a:pt x="43284" y="12980"/>
                  <a:pt x="43193" y="12980"/>
                </a:cubicBezTo>
                <a:lnTo>
                  <a:pt x="43132" y="12980"/>
                </a:lnTo>
                <a:cubicBezTo>
                  <a:pt x="43110" y="12987"/>
                  <a:pt x="43087" y="12991"/>
                  <a:pt x="43065" y="12991"/>
                </a:cubicBezTo>
                <a:cubicBezTo>
                  <a:pt x="42999" y="12991"/>
                  <a:pt x="42942" y="12957"/>
                  <a:pt x="42920" y="12889"/>
                </a:cubicBezTo>
                <a:cubicBezTo>
                  <a:pt x="42920" y="12858"/>
                  <a:pt x="42920" y="12828"/>
                  <a:pt x="42950" y="12797"/>
                </a:cubicBezTo>
                <a:lnTo>
                  <a:pt x="42980" y="12797"/>
                </a:lnTo>
                <a:cubicBezTo>
                  <a:pt x="43008" y="12790"/>
                  <a:pt x="43040" y="12788"/>
                  <a:pt x="43074" y="12788"/>
                </a:cubicBezTo>
                <a:cubicBezTo>
                  <a:pt x="43134" y="12788"/>
                  <a:pt x="43199" y="12795"/>
                  <a:pt x="43251" y="12795"/>
                </a:cubicBezTo>
                <a:cubicBezTo>
                  <a:pt x="43298" y="12795"/>
                  <a:pt x="43334" y="12789"/>
                  <a:pt x="43345" y="12767"/>
                </a:cubicBezTo>
                <a:cubicBezTo>
                  <a:pt x="43373" y="12730"/>
                  <a:pt x="43401" y="12718"/>
                  <a:pt x="43429" y="12718"/>
                </a:cubicBezTo>
                <a:cubicBezTo>
                  <a:pt x="43476" y="12718"/>
                  <a:pt x="43523" y="12752"/>
                  <a:pt x="43570" y="12752"/>
                </a:cubicBezTo>
                <a:cubicBezTo>
                  <a:pt x="43586" y="12752"/>
                  <a:pt x="43602" y="12747"/>
                  <a:pt x="43619" y="12737"/>
                </a:cubicBezTo>
                <a:cubicBezTo>
                  <a:pt x="43695" y="12721"/>
                  <a:pt x="43778" y="12714"/>
                  <a:pt x="43862" y="12714"/>
                </a:cubicBezTo>
                <a:close/>
                <a:moveTo>
                  <a:pt x="41886" y="12797"/>
                </a:moveTo>
                <a:cubicBezTo>
                  <a:pt x="41988" y="12797"/>
                  <a:pt x="42279" y="12903"/>
                  <a:pt x="42426" y="12903"/>
                </a:cubicBezTo>
                <a:cubicBezTo>
                  <a:pt x="42455" y="12903"/>
                  <a:pt x="42479" y="12899"/>
                  <a:pt x="42494" y="12889"/>
                </a:cubicBezTo>
                <a:cubicBezTo>
                  <a:pt x="42527" y="12872"/>
                  <a:pt x="42559" y="12865"/>
                  <a:pt x="42590" y="12865"/>
                </a:cubicBezTo>
                <a:cubicBezTo>
                  <a:pt x="42674" y="12865"/>
                  <a:pt x="42745" y="12921"/>
                  <a:pt x="42768" y="13010"/>
                </a:cubicBezTo>
                <a:lnTo>
                  <a:pt x="42646" y="13101"/>
                </a:lnTo>
                <a:lnTo>
                  <a:pt x="42525" y="13162"/>
                </a:lnTo>
                <a:cubicBezTo>
                  <a:pt x="42403" y="13132"/>
                  <a:pt x="42221" y="13010"/>
                  <a:pt x="42160" y="13010"/>
                </a:cubicBezTo>
                <a:cubicBezTo>
                  <a:pt x="42099" y="13010"/>
                  <a:pt x="42038" y="13010"/>
                  <a:pt x="42008" y="13041"/>
                </a:cubicBezTo>
                <a:lnTo>
                  <a:pt x="41947" y="13071"/>
                </a:lnTo>
                <a:cubicBezTo>
                  <a:pt x="41904" y="13092"/>
                  <a:pt x="41861" y="13114"/>
                  <a:pt x="41818" y="13114"/>
                </a:cubicBezTo>
                <a:cubicBezTo>
                  <a:pt x="41800" y="13114"/>
                  <a:pt x="41782" y="13110"/>
                  <a:pt x="41765" y="13101"/>
                </a:cubicBezTo>
                <a:lnTo>
                  <a:pt x="41704" y="13101"/>
                </a:lnTo>
                <a:cubicBezTo>
                  <a:pt x="41673" y="13041"/>
                  <a:pt x="41704" y="12919"/>
                  <a:pt x="41734" y="12858"/>
                </a:cubicBezTo>
                <a:lnTo>
                  <a:pt x="41825" y="12828"/>
                </a:lnTo>
                <a:lnTo>
                  <a:pt x="41886" y="12797"/>
                </a:lnTo>
                <a:close/>
                <a:moveTo>
                  <a:pt x="40321" y="12764"/>
                </a:moveTo>
                <a:cubicBezTo>
                  <a:pt x="40422" y="12764"/>
                  <a:pt x="40516" y="12790"/>
                  <a:pt x="40610" y="12828"/>
                </a:cubicBezTo>
                <a:cubicBezTo>
                  <a:pt x="40640" y="12843"/>
                  <a:pt x="40670" y="12851"/>
                  <a:pt x="40701" y="12851"/>
                </a:cubicBezTo>
                <a:cubicBezTo>
                  <a:pt x="40731" y="12851"/>
                  <a:pt x="40762" y="12843"/>
                  <a:pt x="40792" y="12828"/>
                </a:cubicBezTo>
                <a:lnTo>
                  <a:pt x="41035" y="12767"/>
                </a:lnTo>
                <a:cubicBezTo>
                  <a:pt x="41309" y="12858"/>
                  <a:pt x="41370" y="13010"/>
                  <a:pt x="41309" y="13041"/>
                </a:cubicBezTo>
                <a:cubicBezTo>
                  <a:pt x="41248" y="13071"/>
                  <a:pt x="41370" y="13223"/>
                  <a:pt x="41278" y="13253"/>
                </a:cubicBezTo>
                <a:cubicBezTo>
                  <a:pt x="41187" y="13253"/>
                  <a:pt x="41005" y="13071"/>
                  <a:pt x="40914" y="13010"/>
                </a:cubicBezTo>
                <a:cubicBezTo>
                  <a:pt x="40900" y="13007"/>
                  <a:pt x="40886" y="13005"/>
                  <a:pt x="40872" y="13005"/>
                </a:cubicBezTo>
                <a:cubicBezTo>
                  <a:pt x="40759" y="13005"/>
                  <a:pt x="40630" y="13101"/>
                  <a:pt x="40549" y="13101"/>
                </a:cubicBezTo>
                <a:cubicBezTo>
                  <a:pt x="40458" y="13101"/>
                  <a:pt x="40336" y="13071"/>
                  <a:pt x="40245" y="13010"/>
                </a:cubicBezTo>
                <a:lnTo>
                  <a:pt x="40093" y="13101"/>
                </a:lnTo>
                <a:cubicBezTo>
                  <a:pt x="40054" y="13127"/>
                  <a:pt x="40010" y="13136"/>
                  <a:pt x="39966" y="13136"/>
                </a:cubicBezTo>
                <a:cubicBezTo>
                  <a:pt x="39904" y="13136"/>
                  <a:pt x="39842" y="13119"/>
                  <a:pt x="39789" y="13101"/>
                </a:cubicBezTo>
                <a:lnTo>
                  <a:pt x="39759" y="13042"/>
                </a:lnTo>
                <a:lnTo>
                  <a:pt x="39759" y="13042"/>
                </a:lnTo>
                <a:cubicBezTo>
                  <a:pt x="39786" y="12990"/>
                  <a:pt x="39828" y="12898"/>
                  <a:pt x="39880" y="12767"/>
                </a:cubicBezTo>
                <a:lnTo>
                  <a:pt x="39911" y="12767"/>
                </a:lnTo>
                <a:cubicBezTo>
                  <a:pt x="39944" y="12817"/>
                  <a:pt x="39977" y="12840"/>
                  <a:pt x="40016" y="12840"/>
                </a:cubicBezTo>
                <a:cubicBezTo>
                  <a:pt x="40047" y="12840"/>
                  <a:pt x="40082" y="12825"/>
                  <a:pt x="40123" y="12797"/>
                </a:cubicBezTo>
                <a:cubicBezTo>
                  <a:pt x="40193" y="12774"/>
                  <a:pt x="40258" y="12764"/>
                  <a:pt x="40321" y="12764"/>
                </a:cubicBezTo>
                <a:close/>
                <a:moveTo>
                  <a:pt x="39108" y="12877"/>
                </a:moveTo>
                <a:cubicBezTo>
                  <a:pt x="39195" y="12877"/>
                  <a:pt x="39282" y="12889"/>
                  <a:pt x="39363" y="12889"/>
                </a:cubicBezTo>
                <a:cubicBezTo>
                  <a:pt x="39395" y="12889"/>
                  <a:pt x="39424" y="12891"/>
                  <a:pt x="39452" y="12895"/>
                </a:cubicBezTo>
                <a:lnTo>
                  <a:pt x="39452" y="12895"/>
                </a:lnTo>
                <a:cubicBezTo>
                  <a:pt x="39414" y="12916"/>
                  <a:pt x="39374" y="12945"/>
                  <a:pt x="39333" y="12980"/>
                </a:cubicBezTo>
                <a:lnTo>
                  <a:pt x="39120" y="13101"/>
                </a:lnTo>
                <a:cubicBezTo>
                  <a:pt x="39114" y="13107"/>
                  <a:pt x="39106" y="13110"/>
                  <a:pt x="39095" y="13110"/>
                </a:cubicBezTo>
                <a:cubicBezTo>
                  <a:pt x="39053" y="13110"/>
                  <a:pt x="38980" y="13071"/>
                  <a:pt x="38907" y="13071"/>
                </a:cubicBezTo>
                <a:cubicBezTo>
                  <a:pt x="38899" y="13062"/>
                  <a:pt x="38890" y="13058"/>
                  <a:pt x="38881" y="13058"/>
                </a:cubicBezTo>
                <a:cubicBezTo>
                  <a:pt x="38859" y="13058"/>
                  <a:pt x="38838" y="13080"/>
                  <a:pt x="38816" y="13101"/>
                </a:cubicBezTo>
                <a:lnTo>
                  <a:pt x="38816" y="13132"/>
                </a:lnTo>
                <a:cubicBezTo>
                  <a:pt x="38683" y="13176"/>
                  <a:pt x="38549" y="13204"/>
                  <a:pt x="38416" y="13204"/>
                </a:cubicBezTo>
                <a:cubicBezTo>
                  <a:pt x="38367" y="13204"/>
                  <a:pt x="38318" y="13201"/>
                  <a:pt x="38269" y="13192"/>
                </a:cubicBezTo>
                <a:lnTo>
                  <a:pt x="38026" y="13284"/>
                </a:lnTo>
                <a:cubicBezTo>
                  <a:pt x="37996" y="13284"/>
                  <a:pt x="37935" y="13223"/>
                  <a:pt x="37935" y="13192"/>
                </a:cubicBezTo>
                <a:cubicBezTo>
                  <a:pt x="37922" y="13167"/>
                  <a:pt x="37898" y="13157"/>
                  <a:pt x="37868" y="13157"/>
                </a:cubicBezTo>
                <a:cubicBezTo>
                  <a:pt x="37827" y="13157"/>
                  <a:pt x="37775" y="13175"/>
                  <a:pt x="37722" y="13192"/>
                </a:cubicBezTo>
                <a:lnTo>
                  <a:pt x="37631" y="13223"/>
                </a:lnTo>
                <a:lnTo>
                  <a:pt x="37509" y="13223"/>
                </a:lnTo>
                <a:cubicBezTo>
                  <a:pt x="37418" y="13192"/>
                  <a:pt x="37296" y="13132"/>
                  <a:pt x="37205" y="13041"/>
                </a:cubicBezTo>
                <a:cubicBezTo>
                  <a:pt x="37212" y="13034"/>
                  <a:pt x="37233" y="13031"/>
                  <a:pt x="37262" y="13031"/>
                </a:cubicBezTo>
                <a:cubicBezTo>
                  <a:pt x="37315" y="13031"/>
                  <a:pt x="37394" y="13038"/>
                  <a:pt x="37467" y="13038"/>
                </a:cubicBezTo>
                <a:cubicBezTo>
                  <a:pt x="37534" y="13038"/>
                  <a:pt x="37597" y="13033"/>
                  <a:pt x="37631" y="13010"/>
                </a:cubicBezTo>
                <a:cubicBezTo>
                  <a:pt x="37656" y="12960"/>
                  <a:pt x="37721" y="12911"/>
                  <a:pt x="37794" y="12911"/>
                </a:cubicBezTo>
                <a:cubicBezTo>
                  <a:pt x="37810" y="12911"/>
                  <a:pt x="37827" y="12913"/>
                  <a:pt x="37844" y="12919"/>
                </a:cubicBezTo>
                <a:cubicBezTo>
                  <a:pt x="37904" y="12949"/>
                  <a:pt x="37935" y="12980"/>
                  <a:pt x="37996" y="12980"/>
                </a:cubicBezTo>
                <a:lnTo>
                  <a:pt x="38786" y="12980"/>
                </a:lnTo>
                <a:cubicBezTo>
                  <a:pt x="38887" y="12895"/>
                  <a:pt x="38998" y="12877"/>
                  <a:pt x="39108" y="12877"/>
                </a:cubicBezTo>
                <a:close/>
                <a:moveTo>
                  <a:pt x="35503" y="13010"/>
                </a:moveTo>
                <a:cubicBezTo>
                  <a:pt x="35625" y="13041"/>
                  <a:pt x="35716" y="13071"/>
                  <a:pt x="35777" y="13132"/>
                </a:cubicBezTo>
                <a:cubicBezTo>
                  <a:pt x="35807" y="13162"/>
                  <a:pt x="35746" y="13223"/>
                  <a:pt x="35716" y="13223"/>
                </a:cubicBezTo>
                <a:cubicBezTo>
                  <a:pt x="35594" y="13223"/>
                  <a:pt x="35473" y="13223"/>
                  <a:pt x="35351" y="13192"/>
                </a:cubicBezTo>
                <a:lnTo>
                  <a:pt x="35260" y="13253"/>
                </a:lnTo>
                <a:cubicBezTo>
                  <a:pt x="35206" y="13280"/>
                  <a:pt x="35224" y="13380"/>
                  <a:pt x="35143" y="13380"/>
                </a:cubicBezTo>
                <a:cubicBezTo>
                  <a:pt x="35133" y="13380"/>
                  <a:pt x="35121" y="13378"/>
                  <a:pt x="35108" y="13375"/>
                </a:cubicBezTo>
                <a:lnTo>
                  <a:pt x="35017" y="13344"/>
                </a:lnTo>
                <a:cubicBezTo>
                  <a:pt x="34956" y="13253"/>
                  <a:pt x="35047" y="13132"/>
                  <a:pt x="35260" y="13101"/>
                </a:cubicBezTo>
                <a:lnTo>
                  <a:pt x="35412" y="13041"/>
                </a:lnTo>
                <a:lnTo>
                  <a:pt x="35503" y="13010"/>
                </a:lnTo>
                <a:close/>
                <a:moveTo>
                  <a:pt x="78391" y="12706"/>
                </a:moveTo>
                <a:cubicBezTo>
                  <a:pt x="78483" y="12737"/>
                  <a:pt x="78604" y="12797"/>
                  <a:pt x="78635" y="12919"/>
                </a:cubicBezTo>
                <a:cubicBezTo>
                  <a:pt x="78635" y="12927"/>
                  <a:pt x="78637" y="12937"/>
                  <a:pt x="78642" y="12948"/>
                </a:cubicBezTo>
                <a:lnTo>
                  <a:pt x="78642" y="12948"/>
                </a:lnTo>
                <a:cubicBezTo>
                  <a:pt x="78716" y="12934"/>
                  <a:pt x="78797" y="12927"/>
                  <a:pt x="78878" y="12927"/>
                </a:cubicBezTo>
                <a:cubicBezTo>
                  <a:pt x="78961" y="12927"/>
                  <a:pt x="79045" y="12934"/>
                  <a:pt x="79121" y="12949"/>
                </a:cubicBezTo>
                <a:lnTo>
                  <a:pt x="79273" y="13010"/>
                </a:lnTo>
                <a:lnTo>
                  <a:pt x="79364" y="13041"/>
                </a:lnTo>
                <a:cubicBezTo>
                  <a:pt x="79388" y="13058"/>
                  <a:pt x="79368" y="13066"/>
                  <a:pt x="79321" y="13066"/>
                </a:cubicBezTo>
                <a:cubicBezTo>
                  <a:pt x="79196" y="13066"/>
                  <a:pt x="78877" y="13015"/>
                  <a:pt x="78654" y="12972"/>
                </a:cubicBezTo>
                <a:lnTo>
                  <a:pt x="78654" y="12972"/>
                </a:lnTo>
                <a:cubicBezTo>
                  <a:pt x="78694" y="13038"/>
                  <a:pt x="78792" y="13130"/>
                  <a:pt x="78908" y="13223"/>
                </a:cubicBezTo>
                <a:lnTo>
                  <a:pt x="78878" y="13223"/>
                </a:lnTo>
                <a:cubicBezTo>
                  <a:pt x="78919" y="13247"/>
                  <a:pt x="78944" y="13254"/>
                  <a:pt x="78960" y="13254"/>
                </a:cubicBezTo>
                <a:cubicBezTo>
                  <a:pt x="78981" y="13254"/>
                  <a:pt x="78986" y="13242"/>
                  <a:pt x="78988" y="13242"/>
                </a:cubicBezTo>
                <a:cubicBezTo>
                  <a:pt x="78989" y="13242"/>
                  <a:pt x="78988" y="13256"/>
                  <a:pt x="78999" y="13314"/>
                </a:cubicBezTo>
                <a:lnTo>
                  <a:pt x="78999" y="13375"/>
                </a:lnTo>
                <a:cubicBezTo>
                  <a:pt x="78999" y="13405"/>
                  <a:pt x="79121" y="13436"/>
                  <a:pt x="78999" y="13496"/>
                </a:cubicBezTo>
                <a:cubicBezTo>
                  <a:pt x="78939" y="13496"/>
                  <a:pt x="78908" y="13466"/>
                  <a:pt x="78878" y="13436"/>
                </a:cubicBezTo>
                <a:lnTo>
                  <a:pt x="78787" y="13375"/>
                </a:lnTo>
                <a:cubicBezTo>
                  <a:pt x="78726" y="13284"/>
                  <a:pt x="78665" y="13162"/>
                  <a:pt x="78635" y="13071"/>
                </a:cubicBezTo>
                <a:lnTo>
                  <a:pt x="78635" y="12980"/>
                </a:lnTo>
                <a:lnTo>
                  <a:pt x="78635" y="12968"/>
                </a:lnTo>
                <a:lnTo>
                  <a:pt x="78635" y="12968"/>
                </a:lnTo>
                <a:cubicBezTo>
                  <a:pt x="78641" y="12969"/>
                  <a:pt x="78647" y="12971"/>
                  <a:pt x="78654" y="12972"/>
                </a:cubicBezTo>
                <a:lnTo>
                  <a:pt x="78654" y="12972"/>
                </a:lnTo>
                <a:cubicBezTo>
                  <a:pt x="78649" y="12963"/>
                  <a:pt x="78645" y="12955"/>
                  <a:pt x="78642" y="12948"/>
                </a:cubicBezTo>
                <a:lnTo>
                  <a:pt x="78642" y="12948"/>
                </a:lnTo>
                <a:cubicBezTo>
                  <a:pt x="78639" y="12948"/>
                  <a:pt x="78637" y="12949"/>
                  <a:pt x="78635" y="12949"/>
                </a:cubicBezTo>
                <a:lnTo>
                  <a:pt x="78635" y="12968"/>
                </a:lnTo>
                <a:lnTo>
                  <a:pt x="78635" y="12968"/>
                </a:lnTo>
                <a:cubicBezTo>
                  <a:pt x="78522" y="12946"/>
                  <a:pt x="78438" y="12927"/>
                  <a:pt x="78422" y="12919"/>
                </a:cubicBezTo>
                <a:cubicBezTo>
                  <a:pt x="78391" y="12889"/>
                  <a:pt x="78361" y="12828"/>
                  <a:pt x="78361" y="12828"/>
                </a:cubicBezTo>
                <a:cubicBezTo>
                  <a:pt x="78300" y="12889"/>
                  <a:pt x="78239" y="12949"/>
                  <a:pt x="78148" y="12980"/>
                </a:cubicBezTo>
                <a:cubicBezTo>
                  <a:pt x="78148" y="12980"/>
                  <a:pt x="78027" y="12949"/>
                  <a:pt x="78027" y="12949"/>
                </a:cubicBezTo>
                <a:lnTo>
                  <a:pt x="78027" y="12858"/>
                </a:lnTo>
                <a:cubicBezTo>
                  <a:pt x="78088" y="12797"/>
                  <a:pt x="78179" y="12767"/>
                  <a:pt x="78270" y="12737"/>
                </a:cubicBezTo>
                <a:lnTo>
                  <a:pt x="78391" y="12706"/>
                </a:lnTo>
                <a:close/>
                <a:moveTo>
                  <a:pt x="34424" y="13664"/>
                </a:moveTo>
                <a:cubicBezTo>
                  <a:pt x="34492" y="13664"/>
                  <a:pt x="34561" y="13679"/>
                  <a:pt x="34622" y="13709"/>
                </a:cubicBezTo>
                <a:lnTo>
                  <a:pt x="34591" y="13861"/>
                </a:lnTo>
                <a:cubicBezTo>
                  <a:pt x="34591" y="13892"/>
                  <a:pt x="34561" y="13952"/>
                  <a:pt x="34530" y="13983"/>
                </a:cubicBezTo>
                <a:cubicBezTo>
                  <a:pt x="34470" y="13952"/>
                  <a:pt x="34348" y="13740"/>
                  <a:pt x="34287" y="13740"/>
                </a:cubicBezTo>
                <a:cubicBezTo>
                  <a:pt x="34261" y="13749"/>
                  <a:pt x="34236" y="13752"/>
                  <a:pt x="34217" y="13752"/>
                </a:cubicBezTo>
                <a:cubicBezTo>
                  <a:pt x="34171" y="13752"/>
                  <a:pt x="34153" y="13731"/>
                  <a:pt x="34196" y="13709"/>
                </a:cubicBezTo>
                <a:lnTo>
                  <a:pt x="34227" y="13709"/>
                </a:lnTo>
                <a:cubicBezTo>
                  <a:pt x="34287" y="13679"/>
                  <a:pt x="34356" y="13664"/>
                  <a:pt x="34424" y="13664"/>
                </a:cubicBezTo>
                <a:close/>
                <a:moveTo>
                  <a:pt x="75018" y="13983"/>
                </a:moveTo>
                <a:cubicBezTo>
                  <a:pt x="75109" y="13983"/>
                  <a:pt x="75230" y="14013"/>
                  <a:pt x="75230" y="14074"/>
                </a:cubicBezTo>
                <a:lnTo>
                  <a:pt x="75230" y="14135"/>
                </a:lnTo>
                <a:cubicBezTo>
                  <a:pt x="75230" y="14165"/>
                  <a:pt x="75109" y="14165"/>
                  <a:pt x="75018" y="14165"/>
                </a:cubicBezTo>
                <a:lnTo>
                  <a:pt x="75018" y="14196"/>
                </a:lnTo>
                <a:cubicBezTo>
                  <a:pt x="74926" y="14165"/>
                  <a:pt x="74896" y="13983"/>
                  <a:pt x="75018" y="13983"/>
                </a:cubicBezTo>
                <a:close/>
                <a:moveTo>
                  <a:pt x="77531" y="13958"/>
                </a:moveTo>
                <a:cubicBezTo>
                  <a:pt x="77580" y="13958"/>
                  <a:pt x="77610" y="13966"/>
                  <a:pt x="77601" y="13983"/>
                </a:cubicBezTo>
                <a:cubicBezTo>
                  <a:pt x="77582" y="14020"/>
                  <a:pt x="77540" y="14046"/>
                  <a:pt x="77482" y="14046"/>
                </a:cubicBezTo>
                <a:cubicBezTo>
                  <a:pt x="77446" y="14046"/>
                  <a:pt x="77404" y="14036"/>
                  <a:pt x="77358" y="14013"/>
                </a:cubicBezTo>
                <a:lnTo>
                  <a:pt x="77297" y="14135"/>
                </a:lnTo>
                <a:cubicBezTo>
                  <a:pt x="77267" y="14196"/>
                  <a:pt x="77206" y="14287"/>
                  <a:pt x="77145" y="14317"/>
                </a:cubicBezTo>
                <a:lnTo>
                  <a:pt x="77084" y="14317"/>
                </a:lnTo>
                <a:cubicBezTo>
                  <a:pt x="76932" y="14256"/>
                  <a:pt x="76932" y="14135"/>
                  <a:pt x="77054" y="14074"/>
                </a:cubicBezTo>
                <a:cubicBezTo>
                  <a:pt x="77142" y="14008"/>
                  <a:pt x="77403" y="13958"/>
                  <a:pt x="77531" y="13958"/>
                </a:cubicBezTo>
                <a:close/>
                <a:moveTo>
                  <a:pt x="69668" y="13800"/>
                </a:moveTo>
                <a:cubicBezTo>
                  <a:pt x="69729" y="13800"/>
                  <a:pt x="69759" y="13831"/>
                  <a:pt x="69820" y="13861"/>
                </a:cubicBezTo>
                <a:lnTo>
                  <a:pt x="69820" y="13983"/>
                </a:lnTo>
                <a:lnTo>
                  <a:pt x="70093" y="13922"/>
                </a:lnTo>
                <a:lnTo>
                  <a:pt x="70093" y="14013"/>
                </a:lnTo>
                <a:lnTo>
                  <a:pt x="69911" y="14044"/>
                </a:lnTo>
                <a:cubicBezTo>
                  <a:pt x="69796" y="14215"/>
                  <a:pt x="69520" y="14441"/>
                  <a:pt x="69412" y="14441"/>
                </a:cubicBezTo>
                <a:cubicBezTo>
                  <a:pt x="69406" y="14441"/>
                  <a:pt x="69400" y="14440"/>
                  <a:pt x="69394" y="14439"/>
                </a:cubicBezTo>
                <a:cubicBezTo>
                  <a:pt x="69334" y="14378"/>
                  <a:pt x="69364" y="14317"/>
                  <a:pt x="69516" y="14256"/>
                </a:cubicBezTo>
                <a:lnTo>
                  <a:pt x="69486" y="14256"/>
                </a:lnTo>
                <a:cubicBezTo>
                  <a:pt x="69638" y="14196"/>
                  <a:pt x="69607" y="13892"/>
                  <a:pt x="69546" y="13861"/>
                </a:cubicBezTo>
                <a:lnTo>
                  <a:pt x="69668" y="13800"/>
                </a:lnTo>
                <a:close/>
                <a:moveTo>
                  <a:pt x="8937" y="14089"/>
                </a:moveTo>
                <a:cubicBezTo>
                  <a:pt x="8968" y="14089"/>
                  <a:pt x="8998" y="14104"/>
                  <a:pt x="9028" y="14135"/>
                </a:cubicBezTo>
                <a:lnTo>
                  <a:pt x="9028" y="14165"/>
                </a:lnTo>
                <a:lnTo>
                  <a:pt x="9059" y="14196"/>
                </a:lnTo>
                <a:cubicBezTo>
                  <a:pt x="9059" y="14223"/>
                  <a:pt x="9071" y="14238"/>
                  <a:pt x="9096" y="14238"/>
                </a:cubicBezTo>
                <a:cubicBezTo>
                  <a:pt x="9126" y="14238"/>
                  <a:pt x="9174" y="14215"/>
                  <a:pt x="9241" y="14165"/>
                </a:cubicBezTo>
                <a:lnTo>
                  <a:pt x="9424" y="14165"/>
                </a:lnTo>
                <a:cubicBezTo>
                  <a:pt x="9545" y="14226"/>
                  <a:pt x="9576" y="14287"/>
                  <a:pt x="9484" y="14317"/>
                </a:cubicBezTo>
                <a:lnTo>
                  <a:pt x="9484" y="14348"/>
                </a:lnTo>
                <a:cubicBezTo>
                  <a:pt x="9436" y="14460"/>
                  <a:pt x="9380" y="14496"/>
                  <a:pt x="9314" y="14496"/>
                </a:cubicBezTo>
                <a:cubicBezTo>
                  <a:pt x="9256" y="14496"/>
                  <a:pt x="9191" y="14467"/>
                  <a:pt x="9120" y="14439"/>
                </a:cubicBezTo>
                <a:lnTo>
                  <a:pt x="8907" y="14317"/>
                </a:lnTo>
                <a:cubicBezTo>
                  <a:pt x="8907" y="14422"/>
                  <a:pt x="8776" y="14455"/>
                  <a:pt x="8675" y="14455"/>
                </a:cubicBezTo>
                <a:cubicBezTo>
                  <a:pt x="8630" y="14455"/>
                  <a:pt x="8591" y="14448"/>
                  <a:pt x="8573" y="14439"/>
                </a:cubicBezTo>
                <a:cubicBezTo>
                  <a:pt x="8481" y="14378"/>
                  <a:pt x="8451" y="14348"/>
                  <a:pt x="8542" y="14348"/>
                </a:cubicBezTo>
                <a:cubicBezTo>
                  <a:pt x="8603" y="14348"/>
                  <a:pt x="8785" y="14287"/>
                  <a:pt x="8816" y="14196"/>
                </a:cubicBezTo>
                <a:lnTo>
                  <a:pt x="8846" y="14165"/>
                </a:lnTo>
                <a:lnTo>
                  <a:pt x="8846" y="14135"/>
                </a:lnTo>
                <a:cubicBezTo>
                  <a:pt x="8876" y="14104"/>
                  <a:pt x="8907" y="14089"/>
                  <a:pt x="8937" y="14089"/>
                </a:cubicBezTo>
                <a:close/>
                <a:moveTo>
                  <a:pt x="78452" y="14682"/>
                </a:moveTo>
                <a:cubicBezTo>
                  <a:pt x="78476" y="14741"/>
                  <a:pt x="78500" y="14806"/>
                  <a:pt x="78522" y="14871"/>
                </a:cubicBezTo>
                <a:lnTo>
                  <a:pt x="78522" y="14871"/>
                </a:lnTo>
                <a:cubicBezTo>
                  <a:pt x="78599" y="14812"/>
                  <a:pt x="78660" y="14766"/>
                  <a:pt x="78695" y="14743"/>
                </a:cubicBezTo>
                <a:lnTo>
                  <a:pt x="78695" y="14895"/>
                </a:lnTo>
                <a:cubicBezTo>
                  <a:pt x="78655" y="14956"/>
                  <a:pt x="78614" y="15003"/>
                  <a:pt x="78573" y="15037"/>
                </a:cubicBezTo>
                <a:lnTo>
                  <a:pt x="78573" y="15037"/>
                </a:lnTo>
                <a:cubicBezTo>
                  <a:pt x="78558" y="14983"/>
                  <a:pt x="78541" y="14927"/>
                  <a:pt x="78522" y="14871"/>
                </a:cubicBezTo>
                <a:lnTo>
                  <a:pt x="78522" y="14871"/>
                </a:lnTo>
                <a:cubicBezTo>
                  <a:pt x="78472" y="14910"/>
                  <a:pt x="78415" y="14955"/>
                  <a:pt x="78356" y="15003"/>
                </a:cubicBezTo>
                <a:lnTo>
                  <a:pt x="78356" y="15003"/>
                </a:lnTo>
                <a:cubicBezTo>
                  <a:pt x="78218" y="14976"/>
                  <a:pt x="78062" y="14943"/>
                  <a:pt x="77905" y="14864"/>
                </a:cubicBezTo>
                <a:lnTo>
                  <a:pt x="77692" y="14834"/>
                </a:lnTo>
                <a:cubicBezTo>
                  <a:pt x="77692" y="14803"/>
                  <a:pt x="77692" y="14743"/>
                  <a:pt x="77692" y="14712"/>
                </a:cubicBezTo>
                <a:cubicBezTo>
                  <a:pt x="77753" y="14682"/>
                  <a:pt x="77784" y="14682"/>
                  <a:pt x="77844" y="14682"/>
                </a:cubicBezTo>
                <a:cubicBezTo>
                  <a:pt x="77875" y="14712"/>
                  <a:pt x="77936" y="14773"/>
                  <a:pt x="77966" y="14803"/>
                </a:cubicBezTo>
                <a:cubicBezTo>
                  <a:pt x="78088" y="14834"/>
                  <a:pt x="78179" y="14834"/>
                  <a:pt x="78270" y="14864"/>
                </a:cubicBezTo>
                <a:cubicBezTo>
                  <a:pt x="78284" y="14867"/>
                  <a:pt x="78296" y="14868"/>
                  <a:pt x="78306" y="14868"/>
                </a:cubicBezTo>
                <a:cubicBezTo>
                  <a:pt x="78412" y="14868"/>
                  <a:pt x="78367" y="14740"/>
                  <a:pt x="78422" y="14712"/>
                </a:cubicBezTo>
                <a:lnTo>
                  <a:pt x="78452" y="14682"/>
                </a:lnTo>
                <a:close/>
                <a:moveTo>
                  <a:pt x="71248" y="15138"/>
                </a:moveTo>
                <a:cubicBezTo>
                  <a:pt x="71309" y="15168"/>
                  <a:pt x="71340" y="15259"/>
                  <a:pt x="71309" y="15320"/>
                </a:cubicBezTo>
                <a:cubicBezTo>
                  <a:pt x="71279" y="15381"/>
                  <a:pt x="71431" y="15472"/>
                  <a:pt x="71461" y="15503"/>
                </a:cubicBezTo>
                <a:lnTo>
                  <a:pt x="71431" y="15533"/>
                </a:lnTo>
                <a:lnTo>
                  <a:pt x="71370" y="15594"/>
                </a:lnTo>
                <a:cubicBezTo>
                  <a:pt x="71400" y="15685"/>
                  <a:pt x="71431" y="15746"/>
                  <a:pt x="71492" y="15837"/>
                </a:cubicBezTo>
                <a:lnTo>
                  <a:pt x="71400" y="15867"/>
                </a:lnTo>
                <a:cubicBezTo>
                  <a:pt x="71340" y="15867"/>
                  <a:pt x="71248" y="15837"/>
                  <a:pt x="71218" y="15806"/>
                </a:cubicBezTo>
                <a:lnTo>
                  <a:pt x="71127" y="15715"/>
                </a:lnTo>
                <a:cubicBezTo>
                  <a:pt x="71088" y="15741"/>
                  <a:pt x="71055" y="15750"/>
                  <a:pt x="71028" y="15750"/>
                </a:cubicBezTo>
                <a:cubicBezTo>
                  <a:pt x="70990" y="15750"/>
                  <a:pt x="70962" y="15733"/>
                  <a:pt x="70945" y="15715"/>
                </a:cubicBezTo>
                <a:lnTo>
                  <a:pt x="71036" y="15594"/>
                </a:lnTo>
                <a:cubicBezTo>
                  <a:pt x="70975" y="15503"/>
                  <a:pt x="70884" y="15381"/>
                  <a:pt x="70823" y="15290"/>
                </a:cubicBezTo>
                <a:lnTo>
                  <a:pt x="70853" y="15259"/>
                </a:lnTo>
                <a:lnTo>
                  <a:pt x="70884" y="15199"/>
                </a:lnTo>
                <a:cubicBezTo>
                  <a:pt x="70908" y="15207"/>
                  <a:pt x="70933" y="15211"/>
                  <a:pt x="70957" y="15211"/>
                </a:cubicBezTo>
                <a:cubicBezTo>
                  <a:pt x="71024" y="15211"/>
                  <a:pt x="71091" y="15182"/>
                  <a:pt x="71157" y="15138"/>
                </a:cubicBezTo>
                <a:close/>
                <a:moveTo>
                  <a:pt x="69090" y="15685"/>
                </a:moveTo>
                <a:cubicBezTo>
                  <a:pt x="69182" y="15685"/>
                  <a:pt x="69303" y="15746"/>
                  <a:pt x="69090" y="15806"/>
                </a:cubicBezTo>
                <a:lnTo>
                  <a:pt x="69151" y="16050"/>
                </a:lnTo>
                <a:cubicBezTo>
                  <a:pt x="69151" y="16080"/>
                  <a:pt x="69060" y="16110"/>
                  <a:pt x="68999" y="16141"/>
                </a:cubicBezTo>
                <a:lnTo>
                  <a:pt x="68908" y="16141"/>
                </a:lnTo>
                <a:cubicBezTo>
                  <a:pt x="68878" y="16110"/>
                  <a:pt x="68878" y="16080"/>
                  <a:pt x="68878" y="16080"/>
                </a:cubicBezTo>
                <a:lnTo>
                  <a:pt x="68969" y="15928"/>
                </a:lnTo>
                <a:cubicBezTo>
                  <a:pt x="68908" y="15776"/>
                  <a:pt x="68969" y="15685"/>
                  <a:pt x="69090" y="15685"/>
                </a:cubicBezTo>
                <a:close/>
                <a:moveTo>
                  <a:pt x="67935" y="15746"/>
                </a:moveTo>
                <a:lnTo>
                  <a:pt x="67996" y="15776"/>
                </a:lnTo>
                <a:cubicBezTo>
                  <a:pt x="68087" y="15867"/>
                  <a:pt x="68179" y="15989"/>
                  <a:pt x="68239" y="16110"/>
                </a:cubicBezTo>
                <a:cubicBezTo>
                  <a:pt x="68239" y="16171"/>
                  <a:pt x="68179" y="16232"/>
                  <a:pt x="68118" y="16232"/>
                </a:cubicBezTo>
                <a:cubicBezTo>
                  <a:pt x="67966" y="16232"/>
                  <a:pt x="67814" y="16202"/>
                  <a:pt x="67692" y="16141"/>
                </a:cubicBezTo>
                <a:cubicBezTo>
                  <a:pt x="67631" y="16110"/>
                  <a:pt x="67783" y="15958"/>
                  <a:pt x="67844" y="15928"/>
                </a:cubicBezTo>
                <a:cubicBezTo>
                  <a:pt x="67875" y="15898"/>
                  <a:pt x="67905" y="15867"/>
                  <a:pt x="67905" y="15806"/>
                </a:cubicBezTo>
                <a:cubicBezTo>
                  <a:pt x="67875" y="15806"/>
                  <a:pt x="67905" y="15776"/>
                  <a:pt x="67935" y="15746"/>
                </a:cubicBezTo>
                <a:close/>
                <a:moveTo>
                  <a:pt x="72981" y="15928"/>
                </a:moveTo>
                <a:cubicBezTo>
                  <a:pt x="73042" y="15928"/>
                  <a:pt x="73042" y="15958"/>
                  <a:pt x="73042" y="15989"/>
                </a:cubicBezTo>
                <a:cubicBezTo>
                  <a:pt x="73042" y="15989"/>
                  <a:pt x="73011" y="16080"/>
                  <a:pt x="72951" y="16171"/>
                </a:cubicBezTo>
                <a:lnTo>
                  <a:pt x="73194" y="16171"/>
                </a:lnTo>
                <a:cubicBezTo>
                  <a:pt x="73224" y="16202"/>
                  <a:pt x="73224" y="16293"/>
                  <a:pt x="73194" y="16323"/>
                </a:cubicBezTo>
                <a:lnTo>
                  <a:pt x="73042" y="16323"/>
                </a:lnTo>
                <a:cubicBezTo>
                  <a:pt x="72951" y="16323"/>
                  <a:pt x="72890" y="16293"/>
                  <a:pt x="72859" y="16232"/>
                </a:cubicBezTo>
                <a:lnTo>
                  <a:pt x="72859" y="16202"/>
                </a:lnTo>
                <a:cubicBezTo>
                  <a:pt x="72768" y="16050"/>
                  <a:pt x="72799" y="15958"/>
                  <a:pt x="72981" y="15928"/>
                </a:cubicBezTo>
                <a:close/>
                <a:moveTo>
                  <a:pt x="69961" y="15386"/>
                </a:moveTo>
                <a:cubicBezTo>
                  <a:pt x="70030" y="15386"/>
                  <a:pt x="70145" y="15429"/>
                  <a:pt x="70124" y="15472"/>
                </a:cubicBezTo>
                <a:cubicBezTo>
                  <a:pt x="70124" y="15503"/>
                  <a:pt x="70063" y="15715"/>
                  <a:pt x="70063" y="15776"/>
                </a:cubicBezTo>
                <a:cubicBezTo>
                  <a:pt x="70033" y="15837"/>
                  <a:pt x="70063" y="15928"/>
                  <a:pt x="70154" y="15928"/>
                </a:cubicBezTo>
                <a:cubicBezTo>
                  <a:pt x="70306" y="15958"/>
                  <a:pt x="70458" y="16019"/>
                  <a:pt x="70580" y="16141"/>
                </a:cubicBezTo>
                <a:cubicBezTo>
                  <a:pt x="70580" y="16188"/>
                  <a:pt x="70472" y="16252"/>
                  <a:pt x="70395" y="16252"/>
                </a:cubicBezTo>
                <a:cubicBezTo>
                  <a:pt x="70371" y="16252"/>
                  <a:pt x="70351" y="16246"/>
                  <a:pt x="70337" y="16232"/>
                </a:cubicBezTo>
                <a:cubicBezTo>
                  <a:pt x="70328" y="16228"/>
                  <a:pt x="70320" y="16226"/>
                  <a:pt x="70311" y="16226"/>
                </a:cubicBezTo>
                <a:cubicBezTo>
                  <a:pt x="70260" y="16226"/>
                  <a:pt x="70215" y="16297"/>
                  <a:pt x="70215" y="16323"/>
                </a:cubicBezTo>
                <a:cubicBezTo>
                  <a:pt x="70215" y="16333"/>
                  <a:pt x="70198" y="16337"/>
                  <a:pt x="70173" y="16337"/>
                </a:cubicBezTo>
                <a:cubicBezTo>
                  <a:pt x="70124" y="16337"/>
                  <a:pt x="70043" y="16323"/>
                  <a:pt x="70002" y="16323"/>
                </a:cubicBezTo>
                <a:cubicBezTo>
                  <a:pt x="69850" y="16262"/>
                  <a:pt x="69668" y="16232"/>
                  <a:pt x="69486" y="16202"/>
                </a:cubicBezTo>
                <a:cubicBezTo>
                  <a:pt x="69473" y="16206"/>
                  <a:pt x="69461" y="16208"/>
                  <a:pt x="69449" y="16208"/>
                </a:cubicBezTo>
                <a:cubicBezTo>
                  <a:pt x="69371" y="16208"/>
                  <a:pt x="69299" y="16129"/>
                  <a:pt x="69273" y="16050"/>
                </a:cubicBezTo>
                <a:lnTo>
                  <a:pt x="69486" y="15989"/>
                </a:lnTo>
                <a:lnTo>
                  <a:pt x="69577" y="15958"/>
                </a:lnTo>
                <a:cubicBezTo>
                  <a:pt x="69668" y="15928"/>
                  <a:pt x="69759" y="15837"/>
                  <a:pt x="69759" y="15746"/>
                </a:cubicBezTo>
                <a:cubicBezTo>
                  <a:pt x="69729" y="15715"/>
                  <a:pt x="69850" y="15655"/>
                  <a:pt x="69881" y="15655"/>
                </a:cubicBezTo>
                <a:cubicBezTo>
                  <a:pt x="69911" y="15655"/>
                  <a:pt x="69941" y="15472"/>
                  <a:pt x="69911" y="15411"/>
                </a:cubicBezTo>
                <a:cubicBezTo>
                  <a:pt x="69911" y="15394"/>
                  <a:pt x="69932" y="15386"/>
                  <a:pt x="69961" y="15386"/>
                </a:cubicBezTo>
                <a:close/>
                <a:moveTo>
                  <a:pt x="64713" y="15837"/>
                </a:moveTo>
                <a:cubicBezTo>
                  <a:pt x="64683" y="15928"/>
                  <a:pt x="64744" y="15989"/>
                  <a:pt x="64835" y="15989"/>
                </a:cubicBezTo>
                <a:cubicBezTo>
                  <a:pt x="64957" y="15989"/>
                  <a:pt x="64865" y="16293"/>
                  <a:pt x="64805" y="16323"/>
                </a:cubicBezTo>
                <a:cubicBezTo>
                  <a:pt x="64790" y="16338"/>
                  <a:pt x="64772" y="16344"/>
                  <a:pt x="64752" y="16344"/>
                </a:cubicBezTo>
                <a:cubicBezTo>
                  <a:pt x="64691" y="16344"/>
                  <a:pt x="64615" y="16286"/>
                  <a:pt x="64592" y="16262"/>
                </a:cubicBezTo>
                <a:cubicBezTo>
                  <a:pt x="64470" y="16202"/>
                  <a:pt x="64349" y="16171"/>
                  <a:pt x="64197" y="16171"/>
                </a:cubicBezTo>
                <a:cubicBezTo>
                  <a:pt x="64105" y="16171"/>
                  <a:pt x="64045" y="16050"/>
                  <a:pt x="64045" y="15989"/>
                </a:cubicBezTo>
                <a:cubicBezTo>
                  <a:pt x="64045" y="15980"/>
                  <a:pt x="64055" y="15976"/>
                  <a:pt x="64071" y="15976"/>
                </a:cubicBezTo>
                <a:cubicBezTo>
                  <a:pt x="64111" y="15976"/>
                  <a:pt x="64184" y="15998"/>
                  <a:pt x="64227" y="16019"/>
                </a:cubicBezTo>
                <a:cubicBezTo>
                  <a:pt x="64235" y="16027"/>
                  <a:pt x="64248" y="16031"/>
                  <a:pt x="64262" y="16031"/>
                </a:cubicBezTo>
                <a:cubicBezTo>
                  <a:pt x="64302" y="16031"/>
                  <a:pt x="64357" y="16003"/>
                  <a:pt x="64379" y="15958"/>
                </a:cubicBezTo>
                <a:lnTo>
                  <a:pt x="64440" y="15928"/>
                </a:lnTo>
                <a:cubicBezTo>
                  <a:pt x="64470" y="15898"/>
                  <a:pt x="64531" y="15837"/>
                  <a:pt x="64561" y="15837"/>
                </a:cubicBezTo>
                <a:close/>
                <a:moveTo>
                  <a:pt x="75473" y="15989"/>
                </a:moveTo>
                <a:cubicBezTo>
                  <a:pt x="75534" y="16019"/>
                  <a:pt x="75595" y="16080"/>
                  <a:pt x="75625" y="16141"/>
                </a:cubicBezTo>
                <a:cubicBezTo>
                  <a:pt x="75565" y="16171"/>
                  <a:pt x="75473" y="16414"/>
                  <a:pt x="75382" y="16414"/>
                </a:cubicBezTo>
                <a:cubicBezTo>
                  <a:pt x="75261" y="16384"/>
                  <a:pt x="75170" y="16354"/>
                  <a:pt x="75048" y="16293"/>
                </a:cubicBezTo>
                <a:cubicBezTo>
                  <a:pt x="75018" y="16293"/>
                  <a:pt x="75078" y="16262"/>
                  <a:pt x="75200" y="16262"/>
                </a:cubicBezTo>
                <a:lnTo>
                  <a:pt x="75230" y="16262"/>
                </a:lnTo>
                <a:cubicBezTo>
                  <a:pt x="75352" y="16262"/>
                  <a:pt x="75413" y="16019"/>
                  <a:pt x="75443" y="15989"/>
                </a:cubicBezTo>
                <a:close/>
                <a:moveTo>
                  <a:pt x="53862" y="16202"/>
                </a:moveTo>
                <a:lnTo>
                  <a:pt x="53923" y="16262"/>
                </a:lnTo>
                <a:lnTo>
                  <a:pt x="53953" y="16323"/>
                </a:lnTo>
                <a:cubicBezTo>
                  <a:pt x="53953" y="16373"/>
                  <a:pt x="53852" y="16422"/>
                  <a:pt x="53732" y="16422"/>
                </a:cubicBezTo>
                <a:cubicBezTo>
                  <a:pt x="53705" y="16422"/>
                  <a:pt x="53677" y="16420"/>
                  <a:pt x="53649" y="16414"/>
                </a:cubicBezTo>
                <a:lnTo>
                  <a:pt x="53528" y="16384"/>
                </a:lnTo>
                <a:lnTo>
                  <a:pt x="53497" y="16384"/>
                </a:lnTo>
                <a:cubicBezTo>
                  <a:pt x="53467" y="16323"/>
                  <a:pt x="53467" y="16293"/>
                  <a:pt x="53497" y="16232"/>
                </a:cubicBezTo>
                <a:lnTo>
                  <a:pt x="53528" y="16232"/>
                </a:lnTo>
                <a:lnTo>
                  <a:pt x="53558" y="16202"/>
                </a:lnTo>
                <a:close/>
                <a:moveTo>
                  <a:pt x="60378" y="16046"/>
                </a:moveTo>
                <a:cubicBezTo>
                  <a:pt x="60385" y="16046"/>
                  <a:pt x="60392" y="16047"/>
                  <a:pt x="60397" y="16050"/>
                </a:cubicBezTo>
                <a:cubicBezTo>
                  <a:pt x="60458" y="16080"/>
                  <a:pt x="60397" y="16232"/>
                  <a:pt x="60245" y="16354"/>
                </a:cubicBezTo>
                <a:lnTo>
                  <a:pt x="60032" y="16384"/>
                </a:lnTo>
                <a:cubicBezTo>
                  <a:pt x="60012" y="16384"/>
                  <a:pt x="59992" y="16425"/>
                  <a:pt x="59963" y="16425"/>
                </a:cubicBezTo>
                <a:cubicBezTo>
                  <a:pt x="59948" y="16425"/>
                  <a:pt x="59931" y="16414"/>
                  <a:pt x="59911" y="16384"/>
                </a:cubicBezTo>
                <a:cubicBezTo>
                  <a:pt x="59911" y="16354"/>
                  <a:pt x="59972" y="16262"/>
                  <a:pt x="60002" y="16262"/>
                </a:cubicBezTo>
                <a:lnTo>
                  <a:pt x="60154" y="16262"/>
                </a:lnTo>
                <a:cubicBezTo>
                  <a:pt x="60154" y="16179"/>
                  <a:pt x="60306" y="16046"/>
                  <a:pt x="60378" y="16046"/>
                </a:cubicBezTo>
                <a:close/>
                <a:moveTo>
                  <a:pt x="54713" y="16080"/>
                </a:moveTo>
                <a:lnTo>
                  <a:pt x="54804" y="16110"/>
                </a:lnTo>
                <a:cubicBezTo>
                  <a:pt x="54896" y="16354"/>
                  <a:pt x="54956" y="16566"/>
                  <a:pt x="54926" y="16566"/>
                </a:cubicBezTo>
                <a:lnTo>
                  <a:pt x="54804" y="16566"/>
                </a:lnTo>
                <a:lnTo>
                  <a:pt x="54713" y="16414"/>
                </a:lnTo>
                <a:cubicBezTo>
                  <a:pt x="54652" y="16323"/>
                  <a:pt x="54592" y="16202"/>
                  <a:pt x="54592" y="16080"/>
                </a:cubicBezTo>
                <a:close/>
                <a:moveTo>
                  <a:pt x="6627" y="16262"/>
                </a:moveTo>
                <a:cubicBezTo>
                  <a:pt x="6718" y="16354"/>
                  <a:pt x="6627" y="16506"/>
                  <a:pt x="6445" y="16566"/>
                </a:cubicBezTo>
                <a:lnTo>
                  <a:pt x="6262" y="16506"/>
                </a:lnTo>
                <a:lnTo>
                  <a:pt x="6232" y="16506"/>
                </a:lnTo>
                <a:cubicBezTo>
                  <a:pt x="6141" y="16597"/>
                  <a:pt x="6080" y="16627"/>
                  <a:pt x="6050" y="16627"/>
                </a:cubicBezTo>
                <a:lnTo>
                  <a:pt x="6050" y="16566"/>
                </a:lnTo>
                <a:cubicBezTo>
                  <a:pt x="6050" y="16506"/>
                  <a:pt x="6171" y="16414"/>
                  <a:pt x="6354" y="16414"/>
                </a:cubicBezTo>
                <a:lnTo>
                  <a:pt x="6445" y="16354"/>
                </a:lnTo>
                <a:lnTo>
                  <a:pt x="6627" y="16262"/>
                </a:lnTo>
                <a:close/>
                <a:moveTo>
                  <a:pt x="67267" y="15958"/>
                </a:moveTo>
                <a:cubicBezTo>
                  <a:pt x="67358" y="15958"/>
                  <a:pt x="67449" y="16141"/>
                  <a:pt x="67479" y="16202"/>
                </a:cubicBezTo>
                <a:cubicBezTo>
                  <a:pt x="67510" y="16232"/>
                  <a:pt x="67631" y="16323"/>
                  <a:pt x="67662" y="16354"/>
                </a:cubicBezTo>
                <a:cubicBezTo>
                  <a:pt x="67692" y="16384"/>
                  <a:pt x="67631" y="16597"/>
                  <a:pt x="67571" y="16658"/>
                </a:cubicBezTo>
                <a:cubicBezTo>
                  <a:pt x="67479" y="16688"/>
                  <a:pt x="67358" y="16749"/>
                  <a:pt x="67267" y="16779"/>
                </a:cubicBezTo>
                <a:cubicBezTo>
                  <a:pt x="67236" y="16779"/>
                  <a:pt x="67297" y="16688"/>
                  <a:pt x="67419" y="16566"/>
                </a:cubicBezTo>
                <a:lnTo>
                  <a:pt x="67084" y="16536"/>
                </a:lnTo>
                <a:lnTo>
                  <a:pt x="66902" y="16536"/>
                </a:lnTo>
                <a:cubicBezTo>
                  <a:pt x="66811" y="16384"/>
                  <a:pt x="66750" y="16262"/>
                  <a:pt x="66780" y="16232"/>
                </a:cubicBezTo>
                <a:lnTo>
                  <a:pt x="66841" y="16232"/>
                </a:lnTo>
                <a:cubicBezTo>
                  <a:pt x="66871" y="16202"/>
                  <a:pt x="66811" y="16171"/>
                  <a:pt x="66780" y="16141"/>
                </a:cubicBezTo>
                <a:cubicBezTo>
                  <a:pt x="66750" y="16141"/>
                  <a:pt x="66780" y="16110"/>
                  <a:pt x="66811" y="16050"/>
                </a:cubicBezTo>
                <a:cubicBezTo>
                  <a:pt x="66963" y="15989"/>
                  <a:pt x="67115" y="15958"/>
                  <a:pt x="67267" y="15958"/>
                </a:cubicBezTo>
                <a:close/>
                <a:moveTo>
                  <a:pt x="84882" y="16834"/>
                </a:moveTo>
                <a:cubicBezTo>
                  <a:pt x="84895" y="16834"/>
                  <a:pt x="84910" y="16836"/>
                  <a:pt x="84927" y="16840"/>
                </a:cubicBezTo>
                <a:cubicBezTo>
                  <a:pt x="85109" y="16901"/>
                  <a:pt x="84866" y="16931"/>
                  <a:pt x="84927" y="16962"/>
                </a:cubicBezTo>
                <a:lnTo>
                  <a:pt x="84987" y="17022"/>
                </a:lnTo>
                <a:cubicBezTo>
                  <a:pt x="85070" y="17078"/>
                  <a:pt x="84826" y="17209"/>
                  <a:pt x="84735" y="17209"/>
                </a:cubicBezTo>
                <a:cubicBezTo>
                  <a:pt x="84727" y="17209"/>
                  <a:pt x="84719" y="17207"/>
                  <a:pt x="84714" y="17205"/>
                </a:cubicBezTo>
                <a:cubicBezTo>
                  <a:pt x="84653" y="17144"/>
                  <a:pt x="84683" y="17114"/>
                  <a:pt x="84835" y="17114"/>
                </a:cubicBezTo>
                <a:lnTo>
                  <a:pt x="84805" y="16962"/>
                </a:lnTo>
                <a:cubicBezTo>
                  <a:pt x="84779" y="16909"/>
                  <a:pt x="84798" y="16834"/>
                  <a:pt x="84882" y="16834"/>
                </a:cubicBezTo>
                <a:close/>
                <a:moveTo>
                  <a:pt x="19059" y="17478"/>
                </a:moveTo>
                <a:lnTo>
                  <a:pt x="19059" y="17600"/>
                </a:lnTo>
                <a:lnTo>
                  <a:pt x="19089" y="17661"/>
                </a:lnTo>
                <a:cubicBezTo>
                  <a:pt x="19120" y="17691"/>
                  <a:pt x="19241" y="17721"/>
                  <a:pt x="19272" y="17752"/>
                </a:cubicBezTo>
                <a:lnTo>
                  <a:pt x="19302" y="17782"/>
                </a:lnTo>
                <a:cubicBezTo>
                  <a:pt x="19281" y="17804"/>
                  <a:pt x="19214" y="17825"/>
                  <a:pt x="19144" y="17825"/>
                </a:cubicBezTo>
                <a:cubicBezTo>
                  <a:pt x="19115" y="17825"/>
                  <a:pt x="19086" y="17822"/>
                  <a:pt x="19059" y="17813"/>
                </a:cubicBezTo>
                <a:lnTo>
                  <a:pt x="18968" y="17813"/>
                </a:lnTo>
                <a:cubicBezTo>
                  <a:pt x="18907" y="17813"/>
                  <a:pt x="18846" y="17843"/>
                  <a:pt x="18785" y="17843"/>
                </a:cubicBezTo>
                <a:lnTo>
                  <a:pt x="18755" y="17843"/>
                </a:lnTo>
                <a:cubicBezTo>
                  <a:pt x="18694" y="17813"/>
                  <a:pt x="18694" y="17752"/>
                  <a:pt x="18755" y="17752"/>
                </a:cubicBezTo>
                <a:lnTo>
                  <a:pt x="18785" y="17752"/>
                </a:lnTo>
                <a:cubicBezTo>
                  <a:pt x="18877" y="17721"/>
                  <a:pt x="18968" y="17630"/>
                  <a:pt x="18998" y="17539"/>
                </a:cubicBezTo>
                <a:cubicBezTo>
                  <a:pt x="19029" y="17509"/>
                  <a:pt x="19029" y="17478"/>
                  <a:pt x="19059" y="17478"/>
                </a:cubicBezTo>
                <a:close/>
                <a:moveTo>
                  <a:pt x="15564" y="17417"/>
                </a:moveTo>
                <a:cubicBezTo>
                  <a:pt x="15594" y="17417"/>
                  <a:pt x="15655" y="17417"/>
                  <a:pt x="15716" y="17448"/>
                </a:cubicBezTo>
                <a:cubicBezTo>
                  <a:pt x="15716" y="17478"/>
                  <a:pt x="15442" y="17630"/>
                  <a:pt x="15412" y="17752"/>
                </a:cubicBezTo>
                <a:cubicBezTo>
                  <a:pt x="15366" y="17820"/>
                  <a:pt x="15337" y="17854"/>
                  <a:pt x="15326" y="17854"/>
                </a:cubicBezTo>
                <a:cubicBezTo>
                  <a:pt x="15322" y="17854"/>
                  <a:pt x="15320" y="17851"/>
                  <a:pt x="15320" y="17843"/>
                </a:cubicBezTo>
                <a:cubicBezTo>
                  <a:pt x="15290" y="17782"/>
                  <a:pt x="15199" y="17752"/>
                  <a:pt x="15138" y="17752"/>
                </a:cubicBezTo>
                <a:lnTo>
                  <a:pt x="15077" y="17752"/>
                </a:lnTo>
                <a:lnTo>
                  <a:pt x="14986" y="17782"/>
                </a:lnTo>
                <a:cubicBezTo>
                  <a:pt x="14981" y="17784"/>
                  <a:pt x="14976" y="17785"/>
                  <a:pt x="14971" y="17785"/>
                </a:cubicBezTo>
                <a:cubicBezTo>
                  <a:pt x="14892" y="17785"/>
                  <a:pt x="14872" y="17568"/>
                  <a:pt x="14986" y="17539"/>
                </a:cubicBezTo>
                <a:lnTo>
                  <a:pt x="15472" y="17539"/>
                </a:lnTo>
                <a:lnTo>
                  <a:pt x="15564" y="17417"/>
                </a:lnTo>
                <a:close/>
                <a:moveTo>
                  <a:pt x="13613" y="16948"/>
                </a:moveTo>
                <a:cubicBezTo>
                  <a:pt x="13672" y="16948"/>
                  <a:pt x="13801" y="17067"/>
                  <a:pt x="13801" y="17144"/>
                </a:cubicBezTo>
                <a:cubicBezTo>
                  <a:pt x="13801" y="17235"/>
                  <a:pt x="13831" y="17326"/>
                  <a:pt x="13892" y="17417"/>
                </a:cubicBezTo>
                <a:cubicBezTo>
                  <a:pt x="13895" y="17419"/>
                  <a:pt x="13899" y="17420"/>
                  <a:pt x="13902" y="17420"/>
                </a:cubicBezTo>
                <a:cubicBezTo>
                  <a:pt x="13959" y="17420"/>
                  <a:pt x="14013" y="17199"/>
                  <a:pt x="14013" y="17114"/>
                </a:cubicBezTo>
                <a:cubicBezTo>
                  <a:pt x="14017" y="17102"/>
                  <a:pt x="14025" y="17097"/>
                  <a:pt x="14034" y="17097"/>
                </a:cubicBezTo>
                <a:cubicBezTo>
                  <a:pt x="14101" y="17097"/>
                  <a:pt x="14283" y="17342"/>
                  <a:pt x="14257" y="17448"/>
                </a:cubicBezTo>
                <a:cubicBezTo>
                  <a:pt x="14257" y="17529"/>
                  <a:pt x="14162" y="17556"/>
                  <a:pt x="14090" y="17556"/>
                </a:cubicBezTo>
                <a:cubicBezTo>
                  <a:pt x="14054" y="17556"/>
                  <a:pt x="14024" y="17549"/>
                  <a:pt x="14013" y="17539"/>
                </a:cubicBezTo>
                <a:cubicBezTo>
                  <a:pt x="14007" y="17536"/>
                  <a:pt x="14000" y="17534"/>
                  <a:pt x="13994" y="17534"/>
                </a:cubicBezTo>
                <a:cubicBezTo>
                  <a:pt x="13940" y="17534"/>
                  <a:pt x="13892" y="17637"/>
                  <a:pt x="13892" y="17691"/>
                </a:cubicBezTo>
                <a:cubicBezTo>
                  <a:pt x="13892" y="17701"/>
                  <a:pt x="13885" y="17705"/>
                  <a:pt x="13873" y="17705"/>
                </a:cubicBezTo>
                <a:cubicBezTo>
                  <a:pt x="13814" y="17705"/>
                  <a:pt x="13628" y="17600"/>
                  <a:pt x="13527" y="17600"/>
                </a:cubicBezTo>
                <a:cubicBezTo>
                  <a:pt x="13436" y="17630"/>
                  <a:pt x="13405" y="17661"/>
                  <a:pt x="13466" y="17721"/>
                </a:cubicBezTo>
                <a:lnTo>
                  <a:pt x="13527" y="17752"/>
                </a:lnTo>
                <a:lnTo>
                  <a:pt x="13557" y="17782"/>
                </a:lnTo>
                <a:cubicBezTo>
                  <a:pt x="13588" y="17843"/>
                  <a:pt x="13557" y="17904"/>
                  <a:pt x="13497" y="17934"/>
                </a:cubicBezTo>
                <a:lnTo>
                  <a:pt x="13466" y="17934"/>
                </a:lnTo>
                <a:lnTo>
                  <a:pt x="13253" y="17843"/>
                </a:lnTo>
                <a:cubicBezTo>
                  <a:pt x="13141" y="17805"/>
                  <a:pt x="13016" y="17779"/>
                  <a:pt x="12895" y="17779"/>
                </a:cubicBezTo>
                <a:cubicBezTo>
                  <a:pt x="12820" y="17779"/>
                  <a:pt x="12746" y="17789"/>
                  <a:pt x="12676" y="17813"/>
                </a:cubicBezTo>
                <a:cubicBezTo>
                  <a:pt x="12671" y="17822"/>
                  <a:pt x="12665" y="17827"/>
                  <a:pt x="12657" y="17827"/>
                </a:cubicBezTo>
                <a:cubicBezTo>
                  <a:pt x="12618" y="17827"/>
                  <a:pt x="12554" y="17712"/>
                  <a:pt x="12554" y="17661"/>
                </a:cubicBezTo>
                <a:cubicBezTo>
                  <a:pt x="12538" y="17656"/>
                  <a:pt x="12521" y="17652"/>
                  <a:pt x="12503" y="17648"/>
                </a:cubicBezTo>
                <a:lnTo>
                  <a:pt x="12503" y="17648"/>
                </a:lnTo>
                <a:cubicBezTo>
                  <a:pt x="12583" y="17626"/>
                  <a:pt x="12667" y="17615"/>
                  <a:pt x="12752" y="17615"/>
                </a:cubicBezTo>
                <a:cubicBezTo>
                  <a:pt x="12851" y="17615"/>
                  <a:pt x="12950" y="17630"/>
                  <a:pt x="13041" y="17661"/>
                </a:cubicBezTo>
                <a:cubicBezTo>
                  <a:pt x="13101" y="17661"/>
                  <a:pt x="13132" y="17630"/>
                  <a:pt x="13101" y="17600"/>
                </a:cubicBezTo>
                <a:lnTo>
                  <a:pt x="13101" y="17569"/>
                </a:lnTo>
                <a:lnTo>
                  <a:pt x="13101" y="17509"/>
                </a:lnTo>
                <a:cubicBezTo>
                  <a:pt x="13101" y="17464"/>
                  <a:pt x="13264" y="17436"/>
                  <a:pt x="13399" y="17436"/>
                </a:cubicBezTo>
                <a:cubicBezTo>
                  <a:pt x="13449" y="17436"/>
                  <a:pt x="13494" y="17440"/>
                  <a:pt x="13527" y="17448"/>
                </a:cubicBezTo>
                <a:cubicBezTo>
                  <a:pt x="13618" y="17448"/>
                  <a:pt x="13679" y="17417"/>
                  <a:pt x="13649" y="17357"/>
                </a:cubicBezTo>
                <a:lnTo>
                  <a:pt x="13618" y="17296"/>
                </a:lnTo>
                <a:lnTo>
                  <a:pt x="13588" y="17235"/>
                </a:lnTo>
                <a:cubicBezTo>
                  <a:pt x="13618" y="17205"/>
                  <a:pt x="13557" y="17022"/>
                  <a:pt x="13588" y="16962"/>
                </a:cubicBezTo>
                <a:cubicBezTo>
                  <a:pt x="13593" y="16952"/>
                  <a:pt x="13601" y="16948"/>
                  <a:pt x="13613" y="16948"/>
                </a:cubicBezTo>
                <a:close/>
                <a:moveTo>
                  <a:pt x="69071" y="17679"/>
                </a:moveTo>
                <a:cubicBezTo>
                  <a:pt x="69133" y="17679"/>
                  <a:pt x="69182" y="17707"/>
                  <a:pt x="69182" y="17752"/>
                </a:cubicBezTo>
                <a:cubicBezTo>
                  <a:pt x="69151" y="17873"/>
                  <a:pt x="69090" y="17965"/>
                  <a:pt x="68999" y="18025"/>
                </a:cubicBezTo>
                <a:lnTo>
                  <a:pt x="68938" y="18056"/>
                </a:lnTo>
                <a:cubicBezTo>
                  <a:pt x="68908" y="18056"/>
                  <a:pt x="68847" y="18025"/>
                  <a:pt x="68817" y="17995"/>
                </a:cubicBezTo>
                <a:lnTo>
                  <a:pt x="68786" y="17965"/>
                </a:lnTo>
                <a:cubicBezTo>
                  <a:pt x="68847" y="17873"/>
                  <a:pt x="68908" y="17752"/>
                  <a:pt x="68999" y="17691"/>
                </a:cubicBezTo>
                <a:cubicBezTo>
                  <a:pt x="69024" y="17683"/>
                  <a:pt x="69048" y="17679"/>
                  <a:pt x="69071" y="17679"/>
                </a:cubicBezTo>
                <a:close/>
                <a:moveTo>
                  <a:pt x="15776" y="17721"/>
                </a:moveTo>
                <a:cubicBezTo>
                  <a:pt x="15776" y="17721"/>
                  <a:pt x="15837" y="17782"/>
                  <a:pt x="15898" y="17873"/>
                </a:cubicBezTo>
                <a:lnTo>
                  <a:pt x="15959" y="17904"/>
                </a:lnTo>
                <a:cubicBezTo>
                  <a:pt x="15969" y="17909"/>
                  <a:pt x="15981" y="17911"/>
                  <a:pt x="15995" y="17911"/>
                </a:cubicBezTo>
                <a:cubicBezTo>
                  <a:pt x="16023" y="17911"/>
                  <a:pt x="16055" y="17904"/>
                  <a:pt x="16080" y="17904"/>
                </a:cubicBezTo>
                <a:cubicBezTo>
                  <a:pt x="16118" y="17904"/>
                  <a:pt x="16141" y="17919"/>
                  <a:pt x="16111" y="17995"/>
                </a:cubicBezTo>
                <a:cubicBezTo>
                  <a:pt x="16090" y="18046"/>
                  <a:pt x="16070" y="18063"/>
                  <a:pt x="16051" y="18063"/>
                </a:cubicBezTo>
                <a:cubicBezTo>
                  <a:pt x="16013" y="18063"/>
                  <a:pt x="15979" y="17995"/>
                  <a:pt x="15959" y="17995"/>
                </a:cubicBezTo>
                <a:cubicBezTo>
                  <a:pt x="15928" y="18025"/>
                  <a:pt x="15928" y="18086"/>
                  <a:pt x="15898" y="18117"/>
                </a:cubicBezTo>
                <a:lnTo>
                  <a:pt x="15868" y="18147"/>
                </a:lnTo>
                <a:cubicBezTo>
                  <a:pt x="15861" y="18149"/>
                  <a:pt x="15856" y="18150"/>
                  <a:pt x="15850" y="18150"/>
                </a:cubicBezTo>
                <a:cubicBezTo>
                  <a:pt x="15769" y="18150"/>
                  <a:pt x="15716" y="17961"/>
                  <a:pt x="15716" y="17904"/>
                </a:cubicBezTo>
                <a:cubicBezTo>
                  <a:pt x="15716" y="17843"/>
                  <a:pt x="15746" y="17782"/>
                  <a:pt x="15776" y="17721"/>
                </a:cubicBezTo>
                <a:close/>
                <a:moveTo>
                  <a:pt x="26366" y="18173"/>
                </a:moveTo>
                <a:cubicBezTo>
                  <a:pt x="26373" y="18173"/>
                  <a:pt x="26379" y="18175"/>
                  <a:pt x="26384" y="18177"/>
                </a:cubicBezTo>
                <a:cubicBezTo>
                  <a:pt x="26445" y="18208"/>
                  <a:pt x="26476" y="18269"/>
                  <a:pt x="26415" y="18329"/>
                </a:cubicBezTo>
                <a:lnTo>
                  <a:pt x="26445" y="18329"/>
                </a:lnTo>
                <a:cubicBezTo>
                  <a:pt x="26412" y="18380"/>
                  <a:pt x="26351" y="18402"/>
                  <a:pt x="26297" y="18402"/>
                </a:cubicBezTo>
                <a:cubicBezTo>
                  <a:pt x="26254" y="18402"/>
                  <a:pt x="26216" y="18387"/>
                  <a:pt x="26202" y="18360"/>
                </a:cubicBezTo>
                <a:cubicBezTo>
                  <a:pt x="26174" y="18304"/>
                  <a:pt x="26298" y="18173"/>
                  <a:pt x="26366" y="18173"/>
                </a:cubicBezTo>
                <a:close/>
                <a:moveTo>
                  <a:pt x="14105" y="18238"/>
                </a:moveTo>
                <a:cubicBezTo>
                  <a:pt x="14135" y="18269"/>
                  <a:pt x="14135" y="18299"/>
                  <a:pt x="14135" y="18299"/>
                </a:cubicBezTo>
                <a:lnTo>
                  <a:pt x="13953" y="18481"/>
                </a:lnTo>
                <a:cubicBezTo>
                  <a:pt x="13979" y="18497"/>
                  <a:pt x="14004" y="18513"/>
                  <a:pt x="14027" y="18526"/>
                </a:cubicBezTo>
                <a:lnTo>
                  <a:pt x="14027" y="18526"/>
                </a:lnTo>
                <a:cubicBezTo>
                  <a:pt x="13872" y="18470"/>
                  <a:pt x="13705" y="18445"/>
                  <a:pt x="13557" y="18421"/>
                </a:cubicBezTo>
                <a:cubicBezTo>
                  <a:pt x="13525" y="18429"/>
                  <a:pt x="13501" y="18432"/>
                  <a:pt x="13486" y="18432"/>
                </a:cubicBezTo>
                <a:cubicBezTo>
                  <a:pt x="13445" y="18432"/>
                  <a:pt x="13468" y="18404"/>
                  <a:pt x="13557" y="18360"/>
                </a:cubicBezTo>
                <a:lnTo>
                  <a:pt x="13649" y="18329"/>
                </a:lnTo>
                <a:cubicBezTo>
                  <a:pt x="13770" y="18299"/>
                  <a:pt x="13922" y="18269"/>
                  <a:pt x="14074" y="18238"/>
                </a:cubicBezTo>
                <a:close/>
                <a:moveTo>
                  <a:pt x="10033" y="18329"/>
                </a:moveTo>
                <a:cubicBezTo>
                  <a:pt x="10102" y="18329"/>
                  <a:pt x="10173" y="18339"/>
                  <a:pt x="10244" y="18360"/>
                </a:cubicBezTo>
                <a:cubicBezTo>
                  <a:pt x="10077" y="18510"/>
                  <a:pt x="10002" y="18578"/>
                  <a:pt x="9917" y="18578"/>
                </a:cubicBezTo>
                <a:cubicBezTo>
                  <a:pt x="9848" y="18578"/>
                  <a:pt x="9773" y="18533"/>
                  <a:pt x="9636" y="18451"/>
                </a:cubicBezTo>
                <a:cubicBezTo>
                  <a:pt x="9758" y="18370"/>
                  <a:pt x="9893" y="18329"/>
                  <a:pt x="10033" y="18329"/>
                </a:cubicBezTo>
                <a:close/>
                <a:moveTo>
                  <a:pt x="12318" y="18406"/>
                </a:moveTo>
                <a:cubicBezTo>
                  <a:pt x="12407" y="18406"/>
                  <a:pt x="12502" y="18449"/>
                  <a:pt x="12615" y="18572"/>
                </a:cubicBezTo>
                <a:cubicBezTo>
                  <a:pt x="12458" y="18631"/>
                  <a:pt x="12276" y="18665"/>
                  <a:pt x="12093" y="18665"/>
                </a:cubicBezTo>
                <a:cubicBezTo>
                  <a:pt x="11992" y="18665"/>
                  <a:pt x="11891" y="18655"/>
                  <a:pt x="11794" y="18633"/>
                </a:cubicBezTo>
                <a:cubicBezTo>
                  <a:pt x="11996" y="18573"/>
                  <a:pt x="12144" y="18406"/>
                  <a:pt x="12318" y="18406"/>
                </a:cubicBezTo>
                <a:close/>
                <a:moveTo>
                  <a:pt x="24621" y="18269"/>
                </a:moveTo>
                <a:cubicBezTo>
                  <a:pt x="24637" y="18269"/>
                  <a:pt x="24652" y="18284"/>
                  <a:pt x="24652" y="18299"/>
                </a:cubicBezTo>
                <a:cubicBezTo>
                  <a:pt x="24682" y="18390"/>
                  <a:pt x="24682" y="18481"/>
                  <a:pt x="24652" y="18572"/>
                </a:cubicBezTo>
                <a:lnTo>
                  <a:pt x="24409" y="18633"/>
                </a:lnTo>
                <a:lnTo>
                  <a:pt x="24226" y="18633"/>
                </a:lnTo>
                <a:cubicBezTo>
                  <a:pt x="24211" y="18724"/>
                  <a:pt x="24204" y="18770"/>
                  <a:pt x="24200" y="18770"/>
                </a:cubicBezTo>
                <a:cubicBezTo>
                  <a:pt x="24196" y="18770"/>
                  <a:pt x="24196" y="18724"/>
                  <a:pt x="24196" y="18633"/>
                </a:cubicBezTo>
                <a:lnTo>
                  <a:pt x="23922" y="18664"/>
                </a:lnTo>
                <a:lnTo>
                  <a:pt x="23770" y="18664"/>
                </a:lnTo>
                <a:cubicBezTo>
                  <a:pt x="23811" y="18583"/>
                  <a:pt x="23865" y="18529"/>
                  <a:pt x="23914" y="18529"/>
                </a:cubicBezTo>
                <a:cubicBezTo>
                  <a:pt x="23939" y="18529"/>
                  <a:pt x="23963" y="18542"/>
                  <a:pt x="23983" y="18572"/>
                </a:cubicBezTo>
                <a:cubicBezTo>
                  <a:pt x="23991" y="18580"/>
                  <a:pt x="24005" y="18583"/>
                  <a:pt x="24024" y="18583"/>
                </a:cubicBezTo>
                <a:cubicBezTo>
                  <a:pt x="24163" y="18583"/>
                  <a:pt x="24564" y="18409"/>
                  <a:pt x="24591" y="18329"/>
                </a:cubicBezTo>
                <a:cubicBezTo>
                  <a:pt x="24591" y="18284"/>
                  <a:pt x="24606" y="18269"/>
                  <a:pt x="24621" y="18269"/>
                </a:cubicBezTo>
                <a:close/>
                <a:moveTo>
                  <a:pt x="18657" y="18461"/>
                </a:moveTo>
                <a:cubicBezTo>
                  <a:pt x="18689" y="18461"/>
                  <a:pt x="18732" y="18476"/>
                  <a:pt x="18785" y="18512"/>
                </a:cubicBezTo>
                <a:cubicBezTo>
                  <a:pt x="18846" y="18572"/>
                  <a:pt x="19150" y="18572"/>
                  <a:pt x="19089" y="18633"/>
                </a:cubicBezTo>
                <a:cubicBezTo>
                  <a:pt x="19029" y="18694"/>
                  <a:pt x="19181" y="18755"/>
                  <a:pt x="19241" y="18755"/>
                </a:cubicBezTo>
                <a:cubicBezTo>
                  <a:pt x="19424" y="18694"/>
                  <a:pt x="19576" y="18664"/>
                  <a:pt x="19758" y="18664"/>
                </a:cubicBezTo>
                <a:cubicBezTo>
                  <a:pt x="19880" y="18694"/>
                  <a:pt x="19910" y="18785"/>
                  <a:pt x="19880" y="18785"/>
                </a:cubicBezTo>
                <a:cubicBezTo>
                  <a:pt x="19834" y="18800"/>
                  <a:pt x="19789" y="18808"/>
                  <a:pt x="19747" y="18808"/>
                </a:cubicBezTo>
                <a:cubicBezTo>
                  <a:pt x="19705" y="18808"/>
                  <a:pt x="19667" y="18800"/>
                  <a:pt x="19637" y="18785"/>
                </a:cubicBezTo>
                <a:lnTo>
                  <a:pt x="19515" y="18876"/>
                </a:lnTo>
                <a:cubicBezTo>
                  <a:pt x="19509" y="18883"/>
                  <a:pt x="19499" y="18885"/>
                  <a:pt x="19487" y="18885"/>
                </a:cubicBezTo>
                <a:cubicBezTo>
                  <a:pt x="19438" y="18885"/>
                  <a:pt x="19351" y="18846"/>
                  <a:pt x="19302" y="18846"/>
                </a:cubicBezTo>
                <a:cubicBezTo>
                  <a:pt x="19211" y="18846"/>
                  <a:pt x="19120" y="18876"/>
                  <a:pt x="19029" y="18907"/>
                </a:cubicBezTo>
                <a:lnTo>
                  <a:pt x="18998" y="18907"/>
                </a:lnTo>
                <a:lnTo>
                  <a:pt x="18573" y="18724"/>
                </a:lnTo>
                <a:lnTo>
                  <a:pt x="18603" y="18512"/>
                </a:lnTo>
                <a:lnTo>
                  <a:pt x="18603" y="18481"/>
                </a:lnTo>
                <a:cubicBezTo>
                  <a:pt x="18616" y="18469"/>
                  <a:pt x="18634" y="18461"/>
                  <a:pt x="18657" y="18461"/>
                </a:cubicBezTo>
                <a:close/>
                <a:moveTo>
                  <a:pt x="15442" y="18664"/>
                </a:moveTo>
                <a:cubicBezTo>
                  <a:pt x="15594" y="18664"/>
                  <a:pt x="15351" y="18907"/>
                  <a:pt x="15199" y="18937"/>
                </a:cubicBezTo>
                <a:cubicBezTo>
                  <a:pt x="15077" y="18937"/>
                  <a:pt x="14956" y="18876"/>
                  <a:pt x="14895" y="18755"/>
                </a:cubicBezTo>
                <a:cubicBezTo>
                  <a:pt x="14895" y="18724"/>
                  <a:pt x="14933" y="18709"/>
                  <a:pt x="14990" y="18709"/>
                </a:cubicBezTo>
                <a:cubicBezTo>
                  <a:pt x="15047" y="18709"/>
                  <a:pt x="15123" y="18724"/>
                  <a:pt x="15199" y="18755"/>
                </a:cubicBezTo>
                <a:lnTo>
                  <a:pt x="15320" y="18724"/>
                </a:lnTo>
                <a:lnTo>
                  <a:pt x="15442" y="18664"/>
                </a:lnTo>
                <a:close/>
                <a:moveTo>
                  <a:pt x="17874" y="18755"/>
                </a:moveTo>
                <a:lnTo>
                  <a:pt x="17995" y="18816"/>
                </a:lnTo>
                <a:lnTo>
                  <a:pt x="18056" y="18816"/>
                </a:lnTo>
                <a:cubicBezTo>
                  <a:pt x="18147" y="18846"/>
                  <a:pt x="18178" y="18907"/>
                  <a:pt x="18117" y="18968"/>
                </a:cubicBezTo>
                <a:lnTo>
                  <a:pt x="18147" y="18968"/>
                </a:lnTo>
                <a:cubicBezTo>
                  <a:pt x="18109" y="18980"/>
                  <a:pt x="18035" y="18988"/>
                  <a:pt x="17957" y="18988"/>
                </a:cubicBezTo>
                <a:cubicBezTo>
                  <a:pt x="17846" y="18988"/>
                  <a:pt x="17727" y="18973"/>
                  <a:pt x="17691" y="18937"/>
                </a:cubicBezTo>
                <a:cubicBezTo>
                  <a:pt x="17661" y="18846"/>
                  <a:pt x="17752" y="18785"/>
                  <a:pt x="17874" y="18755"/>
                </a:cubicBezTo>
                <a:close/>
                <a:moveTo>
                  <a:pt x="8269" y="18512"/>
                </a:moveTo>
                <a:cubicBezTo>
                  <a:pt x="8299" y="18512"/>
                  <a:pt x="8360" y="18512"/>
                  <a:pt x="8390" y="18542"/>
                </a:cubicBezTo>
                <a:lnTo>
                  <a:pt x="8512" y="18633"/>
                </a:lnTo>
                <a:cubicBezTo>
                  <a:pt x="8603" y="18724"/>
                  <a:pt x="8664" y="18846"/>
                  <a:pt x="8694" y="18968"/>
                </a:cubicBezTo>
                <a:cubicBezTo>
                  <a:pt x="8694" y="18983"/>
                  <a:pt x="8671" y="18990"/>
                  <a:pt x="8637" y="18990"/>
                </a:cubicBezTo>
                <a:cubicBezTo>
                  <a:pt x="8603" y="18990"/>
                  <a:pt x="8557" y="18983"/>
                  <a:pt x="8512" y="18968"/>
                </a:cubicBezTo>
                <a:cubicBezTo>
                  <a:pt x="8542" y="18816"/>
                  <a:pt x="8390" y="18876"/>
                  <a:pt x="8329" y="18816"/>
                </a:cubicBezTo>
                <a:cubicBezTo>
                  <a:pt x="8275" y="18761"/>
                  <a:pt x="8318" y="18659"/>
                  <a:pt x="8198" y="18659"/>
                </a:cubicBezTo>
                <a:cubicBezTo>
                  <a:pt x="8184" y="18659"/>
                  <a:pt x="8167" y="18660"/>
                  <a:pt x="8147" y="18664"/>
                </a:cubicBezTo>
                <a:cubicBezTo>
                  <a:pt x="8147" y="18664"/>
                  <a:pt x="8117" y="18572"/>
                  <a:pt x="8117" y="18572"/>
                </a:cubicBezTo>
                <a:cubicBezTo>
                  <a:pt x="8147" y="18542"/>
                  <a:pt x="8208" y="18512"/>
                  <a:pt x="8269" y="18512"/>
                </a:cubicBezTo>
                <a:close/>
                <a:moveTo>
                  <a:pt x="9484" y="18572"/>
                </a:moveTo>
                <a:cubicBezTo>
                  <a:pt x="9545" y="18572"/>
                  <a:pt x="9576" y="18603"/>
                  <a:pt x="9576" y="18633"/>
                </a:cubicBezTo>
                <a:lnTo>
                  <a:pt x="9576" y="18664"/>
                </a:lnTo>
                <a:cubicBezTo>
                  <a:pt x="9576" y="18694"/>
                  <a:pt x="9515" y="18755"/>
                  <a:pt x="9576" y="18785"/>
                </a:cubicBezTo>
                <a:cubicBezTo>
                  <a:pt x="9636" y="18846"/>
                  <a:pt x="9667" y="18876"/>
                  <a:pt x="9576" y="18907"/>
                </a:cubicBezTo>
                <a:lnTo>
                  <a:pt x="9396" y="18996"/>
                </a:lnTo>
                <a:lnTo>
                  <a:pt x="9396" y="18996"/>
                </a:lnTo>
                <a:cubicBezTo>
                  <a:pt x="9370" y="18958"/>
                  <a:pt x="9338" y="18917"/>
                  <a:pt x="9302" y="18876"/>
                </a:cubicBezTo>
                <a:lnTo>
                  <a:pt x="9484" y="18572"/>
                </a:lnTo>
                <a:close/>
                <a:moveTo>
                  <a:pt x="16872" y="18856"/>
                </a:moveTo>
                <a:cubicBezTo>
                  <a:pt x="16913" y="18856"/>
                  <a:pt x="16956" y="18870"/>
                  <a:pt x="16992" y="18907"/>
                </a:cubicBezTo>
                <a:lnTo>
                  <a:pt x="16810" y="18968"/>
                </a:lnTo>
                <a:lnTo>
                  <a:pt x="16658" y="18998"/>
                </a:lnTo>
                <a:cubicBezTo>
                  <a:pt x="16679" y="18934"/>
                  <a:pt x="16775" y="18856"/>
                  <a:pt x="16872" y="18856"/>
                </a:cubicBezTo>
                <a:close/>
                <a:moveTo>
                  <a:pt x="14081" y="18774"/>
                </a:moveTo>
                <a:cubicBezTo>
                  <a:pt x="14101" y="18774"/>
                  <a:pt x="14120" y="18778"/>
                  <a:pt x="14135" y="18785"/>
                </a:cubicBezTo>
                <a:cubicBezTo>
                  <a:pt x="14226" y="18846"/>
                  <a:pt x="14165" y="19059"/>
                  <a:pt x="14135" y="19120"/>
                </a:cubicBezTo>
                <a:cubicBezTo>
                  <a:pt x="14135" y="19150"/>
                  <a:pt x="14097" y="19165"/>
                  <a:pt x="14044" y="19165"/>
                </a:cubicBezTo>
                <a:cubicBezTo>
                  <a:pt x="13991" y="19165"/>
                  <a:pt x="13922" y="19150"/>
                  <a:pt x="13861" y="19120"/>
                </a:cubicBezTo>
                <a:lnTo>
                  <a:pt x="14013" y="18968"/>
                </a:lnTo>
                <a:cubicBezTo>
                  <a:pt x="14013" y="18968"/>
                  <a:pt x="14013" y="18937"/>
                  <a:pt x="14013" y="18907"/>
                </a:cubicBezTo>
                <a:lnTo>
                  <a:pt x="13953" y="18876"/>
                </a:lnTo>
                <a:cubicBezTo>
                  <a:pt x="13953" y="18808"/>
                  <a:pt x="14021" y="18774"/>
                  <a:pt x="14081" y="18774"/>
                </a:cubicBezTo>
                <a:close/>
                <a:moveTo>
                  <a:pt x="16202" y="18702"/>
                </a:moveTo>
                <a:cubicBezTo>
                  <a:pt x="16225" y="18702"/>
                  <a:pt x="16247" y="18709"/>
                  <a:pt x="16263" y="18724"/>
                </a:cubicBezTo>
                <a:cubicBezTo>
                  <a:pt x="16323" y="18785"/>
                  <a:pt x="16354" y="18876"/>
                  <a:pt x="16354" y="18968"/>
                </a:cubicBezTo>
                <a:cubicBezTo>
                  <a:pt x="16384" y="19028"/>
                  <a:pt x="16323" y="19089"/>
                  <a:pt x="16293" y="19150"/>
                </a:cubicBezTo>
                <a:lnTo>
                  <a:pt x="16293" y="19180"/>
                </a:lnTo>
                <a:lnTo>
                  <a:pt x="16202" y="19180"/>
                </a:lnTo>
                <a:cubicBezTo>
                  <a:pt x="16141" y="19120"/>
                  <a:pt x="16080" y="19059"/>
                  <a:pt x="16050" y="18998"/>
                </a:cubicBezTo>
                <a:cubicBezTo>
                  <a:pt x="16019" y="18937"/>
                  <a:pt x="16050" y="18846"/>
                  <a:pt x="16080" y="18785"/>
                </a:cubicBezTo>
                <a:lnTo>
                  <a:pt x="16141" y="18724"/>
                </a:lnTo>
                <a:cubicBezTo>
                  <a:pt x="16156" y="18709"/>
                  <a:pt x="16179" y="18702"/>
                  <a:pt x="16202" y="18702"/>
                </a:cubicBezTo>
                <a:close/>
                <a:moveTo>
                  <a:pt x="10396" y="19059"/>
                </a:moveTo>
                <a:lnTo>
                  <a:pt x="10487" y="19089"/>
                </a:lnTo>
                <a:lnTo>
                  <a:pt x="10670" y="19120"/>
                </a:lnTo>
                <a:cubicBezTo>
                  <a:pt x="10611" y="19237"/>
                  <a:pt x="10539" y="19304"/>
                  <a:pt x="10480" y="19304"/>
                </a:cubicBezTo>
                <a:cubicBezTo>
                  <a:pt x="10447" y="19304"/>
                  <a:pt x="10418" y="19284"/>
                  <a:pt x="10396" y="19241"/>
                </a:cubicBezTo>
                <a:lnTo>
                  <a:pt x="10305" y="19180"/>
                </a:lnTo>
                <a:lnTo>
                  <a:pt x="10244" y="19150"/>
                </a:lnTo>
                <a:cubicBezTo>
                  <a:pt x="10214" y="19089"/>
                  <a:pt x="10275" y="19059"/>
                  <a:pt x="10396" y="19059"/>
                </a:cubicBezTo>
                <a:close/>
                <a:moveTo>
                  <a:pt x="5486" y="18889"/>
                </a:moveTo>
                <a:cubicBezTo>
                  <a:pt x="5503" y="18889"/>
                  <a:pt x="5536" y="18910"/>
                  <a:pt x="5594" y="18968"/>
                </a:cubicBezTo>
                <a:lnTo>
                  <a:pt x="5685" y="18968"/>
                </a:lnTo>
                <a:cubicBezTo>
                  <a:pt x="5776" y="18998"/>
                  <a:pt x="5898" y="18998"/>
                  <a:pt x="5959" y="19059"/>
                </a:cubicBezTo>
                <a:lnTo>
                  <a:pt x="6019" y="19120"/>
                </a:lnTo>
                <a:cubicBezTo>
                  <a:pt x="6050" y="19211"/>
                  <a:pt x="5989" y="19302"/>
                  <a:pt x="5898" y="19302"/>
                </a:cubicBezTo>
                <a:lnTo>
                  <a:pt x="5867" y="19302"/>
                </a:lnTo>
                <a:cubicBezTo>
                  <a:pt x="5852" y="19317"/>
                  <a:pt x="5845" y="19325"/>
                  <a:pt x="5837" y="19325"/>
                </a:cubicBezTo>
                <a:cubicBezTo>
                  <a:pt x="5829" y="19325"/>
                  <a:pt x="5822" y="19317"/>
                  <a:pt x="5807" y="19302"/>
                </a:cubicBezTo>
                <a:cubicBezTo>
                  <a:pt x="5776" y="19302"/>
                  <a:pt x="5746" y="19302"/>
                  <a:pt x="5746" y="19272"/>
                </a:cubicBezTo>
                <a:lnTo>
                  <a:pt x="5807" y="19120"/>
                </a:lnTo>
                <a:cubicBezTo>
                  <a:pt x="5655" y="19089"/>
                  <a:pt x="5533" y="19028"/>
                  <a:pt x="5472" y="18907"/>
                </a:cubicBezTo>
                <a:cubicBezTo>
                  <a:pt x="5472" y="18896"/>
                  <a:pt x="5476" y="18889"/>
                  <a:pt x="5486" y="18889"/>
                </a:cubicBezTo>
                <a:close/>
                <a:moveTo>
                  <a:pt x="12344" y="18975"/>
                </a:moveTo>
                <a:cubicBezTo>
                  <a:pt x="12363" y="18975"/>
                  <a:pt x="12372" y="18992"/>
                  <a:pt x="12372" y="19028"/>
                </a:cubicBezTo>
                <a:cubicBezTo>
                  <a:pt x="12372" y="19089"/>
                  <a:pt x="12342" y="19393"/>
                  <a:pt x="12220" y="19393"/>
                </a:cubicBezTo>
                <a:cubicBezTo>
                  <a:pt x="12098" y="19393"/>
                  <a:pt x="12068" y="19302"/>
                  <a:pt x="12098" y="19180"/>
                </a:cubicBezTo>
                <a:lnTo>
                  <a:pt x="12190" y="19089"/>
                </a:lnTo>
                <a:cubicBezTo>
                  <a:pt x="12263" y="19016"/>
                  <a:pt x="12315" y="18975"/>
                  <a:pt x="12344" y="18975"/>
                </a:cubicBezTo>
                <a:close/>
                <a:moveTo>
                  <a:pt x="13713" y="18755"/>
                </a:moveTo>
                <a:cubicBezTo>
                  <a:pt x="13755" y="18755"/>
                  <a:pt x="13770" y="18785"/>
                  <a:pt x="13740" y="18846"/>
                </a:cubicBezTo>
                <a:lnTo>
                  <a:pt x="13740" y="18907"/>
                </a:lnTo>
                <a:cubicBezTo>
                  <a:pt x="13740" y="18998"/>
                  <a:pt x="13770" y="19089"/>
                  <a:pt x="13770" y="19150"/>
                </a:cubicBezTo>
                <a:lnTo>
                  <a:pt x="13801" y="19241"/>
                </a:lnTo>
                <a:cubicBezTo>
                  <a:pt x="13831" y="19302"/>
                  <a:pt x="13831" y="19363"/>
                  <a:pt x="13801" y="19424"/>
                </a:cubicBezTo>
                <a:cubicBezTo>
                  <a:pt x="13796" y="19428"/>
                  <a:pt x="13791" y="19430"/>
                  <a:pt x="13785" y="19430"/>
                </a:cubicBezTo>
                <a:cubicBezTo>
                  <a:pt x="13746" y="19430"/>
                  <a:pt x="13675" y="19359"/>
                  <a:pt x="13649" y="19332"/>
                </a:cubicBezTo>
                <a:cubicBezTo>
                  <a:pt x="13645" y="19329"/>
                  <a:pt x="13640" y="19327"/>
                  <a:pt x="13634" y="19327"/>
                </a:cubicBezTo>
                <a:cubicBezTo>
                  <a:pt x="13591" y="19327"/>
                  <a:pt x="13487" y="19398"/>
                  <a:pt x="13408" y="19398"/>
                </a:cubicBezTo>
                <a:cubicBezTo>
                  <a:pt x="13396" y="19398"/>
                  <a:pt x="13385" y="19397"/>
                  <a:pt x="13375" y="19393"/>
                </a:cubicBezTo>
                <a:cubicBezTo>
                  <a:pt x="13284" y="19363"/>
                  <a:pt x="13193" y="19332"/>
                  <a:pt x="13132" y="19302"/>
                </a:cubicBezTo>
                <a:cubicBezTo>
                  <a:pt x="13101" y="19302"/>
                  <a:pt x="13071" y="19272"/>
                  <a:pt x="13132" y="19241"/>
                </a:cubicBezTo>
                <a:lnTo>
                  <a:pt x="13132" y="19211"/>
                </a:lnTo>
                <a:lnTo>
                  <a:pt x="13223" y="19120"/>
                </a:lnTo>
                <a:cubicBezTo>
                  <a:pt x="13233" y="19094"/>
                  <a:pt x="13229" y="19083"/>
                  <a:pt x="13213" y="19083"/>
                </a:cubicBezTo>
                <a:cubicBezTo>
                  <a:pt x="13138" y="19083"/>
                  <a:pt x="12812" y="19338"/>
                  <a:pt x="12737" y="19363"/>
                </a:cubicBezTo>
                <a:cubicBezTo>
                  <a:pt x="12729" y="19365"/>
                  <a:pt x="12721" y="19367"/>
                  <a:pt x="12713" y="19367"/>
                </a:cubicBezTo>
                <a:cubicBezTo>
                  <a:pt x="12630" y="19367"/>
                  <a:pt x="12554" y="19233"/>
                  <a:pt x="12554" y="19150"/>
                </a:cubicBezTo>
                <a:cubicBezTo>
                  <a:pt x="12554" y="19124"/>
                  <a:pt x="12598" y="19115"/>
                  <a:pt x="12655" y="19115"/>
                </a:cubicBezTo>
                <a:cubicBezTo>
                  <a:pt x="12733" y="19115"/>
                  <a:pt x="12836" y="19132"/>
                  <a:pt x="12889" y="19150"/>
                </a:cubicBezTo>
                <a:cubicBezTo>
                  <a:pt x="12905" y="19155"/>
                  <a:pt x="12922" y="19158"/>
                  <a:pt x="12939" y="19158"/>
                </a:cubicBezTo>
                <a:cubicBezTo>
                  <a:pt x="13020" y="19158"/>
                  <a:pt x="13107" y="19103"/>
                  <a:pt x="13132" y="19028"/>
                </a:cubicBezTo>
                <a:cubicBezTo>
                  <a:pt x="13162" y="18907"/>
                  <a:pt x="13253" y="18816"/>
                  <a:pt x="13375" y="18785"/>
                </a:cubicBezTo>
                <a:lnTo>
                  <a:pt x="13497" y="18846"/>
                </a:lnTo>
                <a:lnTo>
                  <a:pt x="13527" y="18846"/>
                </a:lnTo>
                <a:cubicBezTo>
                  <a:pt x="13603" y="18785"/>
                  <a:pt x="13671" y="18755"/>
                  <a:pt x="13713" y="18755"/>
                </a:cubicBezTo>
                <a:close/>
                <a:moveTo>
                  <a:pt x="15747" y="19003"/>
                </a:moveTo>
                <a:cubicBezTo>
                  <a:pt x="15792" y="19061"/>
                  <a:pt x="15997" y="19319"/>
                  <a:pt x="15898" y="19393"/>
                </a:cubicBezTo>
                <a:cubicBezTo>
                  <a:pt x="15827" y="19446"/>
                  <a:pt x="15767" y="19479"/>
                  <a:pt x="15741" y="19479"/>
                </a:cubicBezTo>
                <a:cubicBezTo>
                  <a:pt x="15722" y="19479"/>
                  <a:pt x="15720" y="19462"/>
                  <a:pt x="15746" y="19424"/>
                </a:cubicBezTo>
                <a:cubicBezTo>
                  <a:pt x="15776" y="19273"/>
                  <a:pt x="15776" y="19153"/>
                  <a:pt x="15747" y="19003"/>
                </a:cubicBezTo>
                <a:close/>
                <a:moveTo>
                  <a:pt x="14652" y="18998"/>
                </a:moveTo>
                <a:lnTo>
                  <a:pt x="14773" y="19028"/>
                </a:lnTo>
                <a:cubicBezTo>
                  <a:pt x="14864" y="19059"/>
                  <a:pt x="14925" y="19180"/>
                  <a:pt x="14864" y="19211"/>
                </a:cubicBezTo>
                <a:cubicBezTo>
                  <a:pt x="14826" y="19250"/>
                  <a:pt x="14787" y="19301"/>
                  <a:pt x="14740" y="19301"/>
                </a:cubicBezTo>
                <a:cubicBezTo>
                  <a:pt x="14713" y="19301"/>
                  <a:pt x="14684" y="19285"/>
                  <a:pt x="14652" y="19241"/>
                </a:cubicBezTo>
                <a:cubicBezTo>
                  <a:pt x="14644" y="19234"/>
                  <a:pt x="14636" y="19230"/>
                  <a:pt x="14629" y="19230"/>
                </a:cubicBezTo>
                <a:cubicBezTo>
                  <a:pt x="14606" y="19230"/>
                  <a:pt x="14583" y="19264"/>
                  <a:pt x="14560" y="19332"/>
                </a:cubicBezTo>
                <a:cubicBezTo>
                  <a:pt x="14530" y="19393"/>
                  <a:pt x="14500" y="19424"/>
                  <a:pt x="14469" y="19454"/>
                </a:cubicBezTo>
                <a:cubicBezTo>
                  <a:pt x="14409" y="19484"/>
                  <a:pt x="14378" y="19484"/>
                  <a:pt x="14317" y="19484"/>
                </a:cubicBezTo>
                <a:lnTo>
                  <a:pt x="14287" y="19484"/>
                </a:lnTo>
                <a:cubicBezTo>
                  <a:pt x="14287" y="19424"/>
                  <a:pt x="14409" y="19211"/>
                  <a:pt x="14378" y="19150"/>
                </a:cubicBezTo>
                <a:cubicBezTo>
                  <a:pt x="14378" y="19059"/>
                  <a:pt x="14500" y="18998"/>
                  <a:pt x="14652" y="18998"/>
                </a:cubicBezTo>
                <a:close/>
                <a:moveTo>
                  <a:pt x="7448" y="18846"/>
                </a:moveTo>
                <a:cubicBezTo>
                  <a:pt x="7539" y="18846"/>
                  <a:pt x="7630" y="18846"/>
                  <a:pt x="7721" y="18876"/>
                </a:cubicBezTo>
                <a:cubicBezTo>
                  <a:pt x="7813" y="18937"/>
                  <a:pt x="7752" y="18968"/>
                  <a:pt x="7721" y="19028"/>
                </a:cubicBezTo>
                <a:lnTo>
                  <a:pt x="7691" y="19120"/>
                </a:lnTo>
                <a:cubicBezTo>
                  <a:pt x="7691" y="19241"/>
                  <a:pt x="7752" y="19332"/>
                  <a:pt x="7813" y="19332"/>
                </a:cubicBezTo>
                <a:lnTo>
                  <a:pt x="7843" y="19363"/>
                </a:lnTo>
                <a:lnTo>
                  <a:pt x="7904" y="19363"/>
                </a:lnTo>
                <a:cubicBezTo>
                  <a:pt x="7965" y="19393"/>
                  <a:pt x="7965" y="19484"/>
                  <a:pt x="7904" y="19515"/>
                </a:cubicBezTo>
                <a:lnTo>
                  <a:pt x="7782" y="19515"/>
                </a:lnTo>
                <a:cubicBezTo>
                  <a:pt x="7630" y="19515"/>
                  <a:pt x="7539" y="19393"/>
                  <a:pt x="7539" y="19272"/>
                </a:cubicBezTo>
                <a:lnTo>
                  <a:pt x="7448" y="19180"/>
                </a:lnTo>
                <a:cubicBezTo>
                  <a:pt x="7387" y="19120"/>
                  <a:pt x="7569" y="18998"/>
                  <a:pt x="7387" y="18937"/>
                </a:cubicBezTo>
                <a:cubicBezTo>
                  <a:pt x="7387" y="18937"/>
                  <a:pt x="7448" y="18846"/>
                  <a:pt x="7448" y="18846"/>
                </a:cubicBezTo>
                <a:close/>
                <a:moveTo>
                  <a:pt x="11146" y="18934"/>
                </a:moveTo>
                <a:cubicBezTo>
                  <a:pt x="11256" y="18934"/>
                  <a:pt x="11519" y="19124"/>
                  <a:pt x="11491" y="19180"/>
                </a:cubicBezTo>
                <a:cubicBezTo>
                  <a:pt x="11484" y="19201"/>
                  <a:pt x="11483" y="19209"/>
                  <a:pt x="11487" y="19209"/>
                </a:cubicBezTo>
                <a:cubicBezTo>
                  <a:pt x="11502" y="19209"/>
                  <a:pt x="11578" y="19106"/>
                  <a:pt x="11673" y="19059"/>
                </a:cubicBezTo>
                <a:cubicBezTo>
                  <a:pt x="11718" y="19044"/>
                  <a:pt x="11764" y="19036"/>
                  <a:pt x="11802" y="19036"/>
                </a:cubicBezTo>
                <a:cubicBezTo>
                  <a:pt x="11840" y="19036"/>
                  <a:pt x="11870" y="19044"/>
                  <a:pt x="11886" y="19059"/>
                </a:cubicBezTo>
                <a:cubicBezTo>
                  <a:pt x="11916" y="19120"/>
                  <a:pt x="11794" y="19363"/>
                  <a:pt x="11703" y="19393"/>
                </a:cubicBezTo>
                <a:cubicBezTo>
                  <a:pt x="11612" y="19454"/>
                  <a:pt x="11460" y="19576"/>
                  <a:pt x="11339" y="19667"/>
                </a:cubicBezTo>
                <a:lnTo>
                  <a:pt x="11217" y="19515"/>
                </a:lnTo>
                <a:lnTo>
                  <a:pt x="11126" y="19363"/>
                </a:lnTo>
                <a:cubicBezTo>
                  <a:pt x="11106" y="19367"/>
                  <a:pt x="11087" y="19369"/>
                  <a:pt x="11068" y="19369"/>
                </a:cubicBezTo>
                <a:cubicBezTo>
                  <a:pt x="10943" y="19369"/>
                  <a:pt x="10844" y="19282"/>
                  <a:pt x="10791" y="19150"/>
                </a:cubicBezTo>
                <a:cubicBezTo>
                  <a:pt x="10791" y="19089"/>
                  <a:pt x="11035" y="18968"/>
                  <a:pt x="11126" y="18937"/>
                </a:cubicBezTo>
                <a:cubicBezTo>
                  <a:pt x="11132" y="18935"/>
                  <a:pt x="11139" y="18934"/>
                  <a:pt x="11146" y="18934"/>
                </a:cubicBezTo>
                <a:close/>
                <a:moveTo>
                  <a:pt x="9910" y="18907"/>
                </a:moveTo>
                <a:cubicBezTo>
                  <a:pt x="9940" y="18998"/>
                  <a:pt x="9940" y="19089"/>
                  <a:pt x="9940" y="19180"/>
                </a:cubicBezTo>
                <a:cubicBezTo>
                  <a:pt x="9963" y="19249"/>
                  <a:pt x="9986" y="19283"/>
                  <a:pt x="10022" y="19283"/>
                </a:cubicBezTo>
                <a:cubicBezTo>
                  <a:pt x="10033" y="19283"/>
                  <a:pt x="10047" y="19279"/>
                  <a:pt x="10062" y="19272"/>
                </a:cubicBezTo>
                <a:lnTo>
                  <a:pt x="10123" y="19272"/>
                </a:lnTo>
                <a:cubicBezTo>
                  <a:pt x="10132" y="19263"/>
                  <a:pt x="10143" y="19259"/>
                  <a:pt x="10156" y="19259"/>
                </a:cubicBezTo>
                <a:cubicBezTo>
                  <a:pt x="10186" y="19259"/>
                  <a:pt x="10223" y="19280"/>
                  <a:pt x="10244" y="19302"/>
                </a:cubicBezTo>
                <a:lnTo>
                  <a:pt x="10275" y="19332"/>
                </a:lnTo>
                <a:cubicBezTo>
                  <a:pt x="10244" y="19363"/>
                  <a:pt x="10001" y="19363"/>
                  <a:pt x="9910" y="19424"/>
                </a:cubicBezTo>
                <a:lnTo>
                  <a:pt x="9545" y="19728"/>
                </a:lnTo>
                <a:lnTo>
                  <a:pt x="9332" y="19667"/>
                </a:lnTo>
                <a:lnTo>
                  <a:pt x="9272" y="19667"/>
                </a:lnTo>
                <a:lnTo>
                  <a:pt x="9120" y="19728"/>
                </a:lnTo>
                <a:cubicBezTo>
                  <a:pt x="9094" y="19689"/>
                  <a:pt x="9031" y="19672"/>
                  <a:pt x="8949" y="19672"/>
                </a:cubicBezTo>
                <a:cubicBezTo>
                  <a:pt x="8835" y="19672"/>
                  <a:pt x="8683" y="19705"/>
                  <a:pt x="8542" y="19758"/>
                </a:cubicBezTo>
                <a:lnTo>
                  <a:pt x="8299" y="19667"/>
                </a:lnTo>
                <a:lnTo>
                  <a:pt x="8147" y="19606"/>
                </a:lnTo>
                <a:cubicBezTo>
                  <a:pt x="8108" y="19490"/>
                  <a:pt x="8229" y="19448"/>
                  <a:pt x="8361" y="19448"/>
                </a:cubicBezTo>
                <a:cubicBezTo>
                  <a:pt x="8437" y="19448"/>
                  <a:pt x="8517" y="19462"/>
                  <a:pt x="8573" y="19484"/>
                </a:cubicBezTo>
                <a:cubicBezTo>
                  <a:pt x="8605" y="19493"/>
                  <a:pt x="8631" y="19496"/>
                  <a:pt x="8651" y="19496"/>
                </a:cubicBezTo>
                <a:cubicBezTo>
                  <a:pt x="8704" y="19496"/>
                  <a:pt x="8708" y="19468"/>
                  <a:pt x="8664" y="19424"/>
                </a:cubicBezTo>
                <a:lnTo>
                  <a:pt x="8664" y="19363"/>
                </a:lnTo>
                <a:cubicBezTo>
                  <a:pt x="8664" y="19302"/>
                  <a:pt x="8755" y="19302"/>
                  <a:pt x="8785" y="19302"/>
                </a:cubicBezTo>
                <a:cubicBezTo>
                  <a:pt x="8876" y="19363"/>
                  <a:pt x="8937" y="19424"/>
                  <a:pt x="9028" y="19515"/>
                </a:cubicBezTo>
                <a:lnTo>
                  <a:pt x="9302" y="19424"/>
                </a:lnTo>
                <a:lnTo>
                  <a:pt x="9424" y="19393"/>
                </a:lnTo>
                <a:cubicBezTo>
                  <a:pt x="9501" y="19362"/>
                  <a:pt x="9523" y="19293"/>
                  <a:pt x="9499" y="19199"/>
                </a:cubicBezTo>
                <a:lnTo>
                  <a:pt x="9499" y="19199"/>
                </a:lnTo>
                <a:cubicBezTo>
                  <a:pt x="9603" y="19146"/>
                  <a:pt x="9708" y="19090"/>
                  <a:pt x="9819" y="19028"/>
                </a:cubicBezTo>
                <a:cubicBezTo>
                  <a:pt x="9819" y="18968"/>
                  <a:pt x="9910" y="18907"/>
                  <a:pt x="9910" y="18907"/>
                </a:cubicBezTo>
                <a:close/>
                <a:moveTo>
                  <a:pt x="5716" y="19480"/>
                </a:moveTo>
                <a:cubicBezTo>
                  <a:pt x="5758" y="19480"/>
                  <a:pt x="5789" y="19489"/>
                  <a:pt x="5776" y="19515"/>
                </a:cubicBezTo>
                <a:cubicBezTo>
                  <a:pt x="5776" y="19576"/>
                  <a:pt x="5807" y="19667"/>
                  <a:pt x="5867" y="19697"/>
                </a:cubicBezTo>
                <a:cubicBezTo>
                  <a:pt x="5898" y="19728"/>
                  <a:pt x="5898" y="19758"/>
                  <a:pt x="5837" y="19788"/>
                </a:cubicBezTo>
                <a:cubicBezTo>
                  <a:pt x="5819" y="19797"/>
                  <a:pt x="5786" y="19801"/>
                  <a:pt x="5747" y="19801"/>
                </a:cubicBezTo>
                <a:cubicBezTo>
                  <a:pt x="5655" y="19801"/>
                  <a:pt x="5533" y="19779"/>
                  <a:pt x="5533" y="19758"/>
                </a:cubicBezTo>
                <a:cubicBezTo>
                  <a:pt x="5533" y="19667"/>
                  <a:pt x="5533" y="19606"/>
                  <a:pt x="5563" y="19515"/>
                </a:cubicBezTo>
                <a:cubicBezTo>
                  <a:pt x="5581" y="19497"/>
                  <a:pt x="5659" y="19480"/>
                  <a:pt x="5716" y="19480"/>
                </a:cubicBezTo>
                <a:close/>
                <a:moveTo>
                  <a:pt x="6454" y="19541"/>
                </a:moveTo>
                <a:cubicBezTo>
                  <a:pt x="6490" y="19541"/>
                  <a:pt x="6561" y="19672"/>
                  <a:pt x="6506" y="19728"/>
                </a:cubicBezTo>
                <a:cubicBezTo>
                  <a:pt x="6384" y="19788"/>
                  <a:pt x="6262" y="19819"/>
                  <a:pt x="6110" y="19819"/>
                </a:cubicBezTo>
                <a:cubicBezTo>
                  <a:pt x="6050" y="19758"/>
                  <a:pt x="5989" y="19697"/>
                  <a:pt x="6050" y="19636"/>
                </a:cubicBezTo>
                <a:cubicBezTo>
                  <a:pt x="6141" y="19606"/>
                  <a:pt x="6232" y="19606"/>
                  <a:pt x="6293" y="19606"/>
                </a:cubicBezTo>
                <a:cubicBezTo>
                  <a:pt x="6304" y="19612"/>
                  <a:pt x="6317" y="19614"/>
                  <a:pt x="6330" y="19614"/>
                </a:cubicBezTo>
                <a:cubicBezTo>
                  <a:pt x="6385" y="19614"/>
                  <a:pt x="6445" y="19570"/>
                  <a:pt x="6445" y="19545"/>
                </a:cubicBezTo>
                <a:cubicBezTo>
                  <a:pt x="6448" y="19542"/>
                  <a:pt x="6451" y="19541"/>
                  <a:pt x="6454" y="19541"/>
                </a:cubicBezTo>
                <a:close/>
                <a:moveTo>
                  <a:pt x="2748" y="19669"/>
                </a:moveTo>
                <a:cubicBezTo>
                  <a:pt x="2884" y="19669"/>
                  <a:pt x="3155" y="19771"/>
                  <a:pt x="3132" y="19819"/>
                </a:cubicBezTo>
                <a:cubicBezTo>
                  <a:pt x="3132" y="19849"/>
                  <a:pt x="3117" y="19864"/>
                  <a:pt x="3098" y="19864"/>
                </a:cubicBezTo>
                <a:cubicBezTo>
                  <a:pt x="3079" y="19864"/>
                  <a:pt x="3056" y="19849"/>
                  <a:pt x="3041" y="19819"/>
                </a:cubicBezTo>
                <a:cubicBezTo>
                  <a:pt x="3029" y="19796"/>
                  <a:pt x="2985" y="19790"/>
                  <a:pt x="2930" y="19790"/>
                </a:cubicBezTo>
                <a:cubicBezTo>
                  <a:pt x="2871" y="19790"/>
                  <a:pt x="2799" y="19797"/>
                  <a:pt x="2745" y="19797"/>
                </a:cubicBezTo>
                <a:cubicBezTo>
                  <a:pt x="2714" y="19797"/>
                  <a:pt x="2690" y="19795"/>
                  <a:pt x="2676" y="19788"/>
                </a:cubicBezTo>
                <a:lnTo>
                  <a:pt x="2676" y="19697"/>
                </a:lnTo>
                <a:cubicBezTo>
                  <a:pt x="2682" y="19677"/>
                  <a:pt x="2710" y="19669"/>
                  <a:pt x="2748" y="19669"/>
                </a:cubicBezTo>
                <a:close/>
                <a:moveTo>
                  <a:pt x="71097" y="19819"/>
                </a:moveTo>
                <a:lnTo>
                  <a:pt x="71218" y="19880"/>
                </a:lnTo>
                <a:cubicBezTo>
                  <a:pt x="71248" y="19910"/>
                  <a:pt x="71279" y="19940"/>
                  <a:pt x="71309" y="19940"/>
                </a:cubicBezTo>
                <a:lnTo>
                  <a:pt x="71370" y="19971"/>
                </a:lnTo>
                <a:cubicBezTo>
                  <a:pt x="71431" y="20031"/>
                  <a:pt x="71340" y="20092"/>
                  <a:pt x="71157" y="20123"/>
                </a:cubicBezTo>
                <a:lnTo>
                  <a:pt x="71005" y="20153"/>
                </a:lnTo>
                <a:cubicBezTo>
                  <a:pt x="70945" y="20153"/>
                  <a:pt x="70914" y="20123"/>
                  <a:pt x="70884" y="20092"/>
                </a:cubicBezTo>
                <a:lnTo>
                  <a:pt x="70853" y="20062"/>
                </a:lnTo>
                <a:cubicBezTo>
                  <a:pt x="70853" y="20001"/>
                  <a:pt x="70945" y="19880"/>
                  <a:pt x="71097" y="19819"/>
                </a:cubicBezTo>
                <a:close/>
                <a:moveTo>
                  <a:pt x="426" y="19606"/>
                </a:moveTo>
                <a:cubicBezTo>
                  <a:pt x="426" y="19606"/>
                  <a:pt x="518" y="19728"/>
                  <a:pt x="548" y="19758"/>
                </a:cubicBezTo>
                <a:cubicBezTo>
                  <a:pt x="576" y="19813"/>
                  <a:pt x="654" y="19944"/>
                  <a:pt x="691" y="19944"/>
                </a:cubicBezTo>
                <a:cubicBezTo>
                  <a:pt x="694" y="19944"/>
                  <a:pt x="697" y="19943"/>
                  <a:pt x="700" y="19940"/>
                </a:cubicBezTo>
                <a:cubicBezTo>
                  <a:pt x="709" y="19922"/>
                  <a:pt x="720" y="19915"/>
                  <a:pt x="732" y="19915"/>
                </a:cubicBezTo>
                <a:cubicBezTo>
                  <a:pt x="761" y="19915"/>
                  <a:pt x="791" y="19958"/>
                  <a:pt x="791" y="20001"/>
                </a:cubicBezTo>
                <a:cubicBezTo>
                  <a:pt x="791" y="20031"/>
                  <a:pt x="730" y="20123"/>
                  <a:pt x="609" y="20153"/>
                </a:cubicBezTo>
                <a:cubicBezTo>
                  <a:pt x="592" y="20162"/>
                  <a:pt x="574" y="20165"/>
                  <a:pt x="556" y="20165"/>
                </a:cubicBezTo>
                <a:cubicBezTo>
                  <a:pt x="449" y="20165"/>
                  <a:pt x="344" y="20027"/>
                  <a:pt x="396" y="20001"/>
                </a:cubicBezTo>
                <a:cubicBezTo>
                  <a:pt x="457" y="20001"/>
                  <a:pt x="426" y="19819"/>
                  <a:pt x="426" y="19758"/>
                </a:cubicBezTo>
                <a:cubicBezTo>
                  <a:pt x="396" y="19697"/>
                  <a:pt x="396" y="19667"/>
                  <a:pt x="426" y="19606"/>
                </a:cubicBezTo>
                <a:close/>
                <a:moveTo>
                  <a:pt x="6901" y="19484"/>
                </a:moveTo>
                <a:cubicBezTo>
                  <a:pt x="6901" y="19636"/>
                  <a:pt x="6901" y="19788"/>
                  <a:pt x="6840" y="19940"/>
                </a:cubicBezTo>
                <a:lnTo>
                  <a:pt x="6840" y="20123"/>
                </a:lnTo>
                <a:cubicBezTo>
                  <a:pt x="6840" y="20183"/>
                  <a:pt x="6810" y="20214"/>
                  <a:pt x="6779" y="20244"/>
                </a:cubicBezTo>
                <a:lnTo>
                  <a:pt x="6688" y="20244"/>
                </a:lnTo>
                <a:cubicBezTo>
                  <a:pt x="6688" y="20183"/>
                  <a:pt x="6688" y="20123"/>
                  <a:pt x="6688" y="20092"/>
                </a:cubicBezTo>
                <a:lnTo>
                  <a:pt x="6688" y="20062"/>
                </a:lnTo>
                <a:cubicBezTo>
                  <a:pt x="6718" y="20062"/>
                  <a:pt x="6718" y="20001"/>
                  <a:pt x="6688" y="20001"/>
                </a:cubicBezTo>
                <a:lnTo>
                  <a:pt x="6688" y="20031"/>
                </a:lnTo>
                <a:cubicBezTo>
                  <a:pt x="6627" y="19910"/>
                  <a:pt x="6597" y="19758"/>
                  <a:pt x="6627" y="19636"/>
                </a:cubicBezTo>
                <a:cubicBezTo>
                  <a:pt x="6688" y="19576"/>
                  <a:pt x="6749" y="19515"/>
                  <a:pt x="6840" y="19484"/>
                </a:cubicBezTo>
                <a:close/>
                <a:moveTo>
                  <a:pt x="4135" y="19849"/>
                </a:moveTo>
                <a:lnTo>
                  <a:pt x="4256" y="19940"/>
                </a:lnTo>
                <a:cubicBezTo>
                  <a:pt x="4348" y="20031"/>
                  <a:pt x="4348" y="20092"/>
                  <a:pt x="4256" y="20092"/>
                </a:cubicBezTo>
                <a:cubicBezTo>
                  <a:pt x="4135" y="20092"/>
                  <a:pt x="4044" y="20305"/>
                  <a:pt x="3983" y="20335"/>
                </a:cubicBezTo>
                <a:lnTo>
                  <a:pt x="3922" y="20335"/>
                </a:lnTo>
                <a:cubicBezTo>
                  <a:pt x="3892" y="20335"/>
                  <a:pt x="3892" y="20305"/>
                  <a:pt x="3892" y="20275"/>
                </a:cubicBezTo>
                <a:cubicBezTo>
                  <a:pt x="3892" y="20214"/>
                  <a:pt x="3922" y="20092"/>
                  <a:pt x="3922" y="20092"/>
                </a:cubicBezTo>
                <a:cubicBezTo>
                  <a:pt x="4135" y="20092"/>
                  <a:pt x="4074" y="20062"/>
                  <a:pt x="3983" y="19971"/>
                </a:cubicBezTo>
                <a:cubicBezTo>
                  <a:pt x="3983" y="19940"/>
                  <a:pt x="3983" y="19880"/>
                  <a:pt x="4013" y="19849"/>
                </a:cubicBezTo>
                <a:close/>
                <a:moveTo>
                  <a:pt x="60521" y="20088"/>
                </a:moveTo>
                <a:cubicBezTo>
                  <a:pt x="60538" y="20088"/>
                  <a:pt x="60549" y="20097"/>
                  <a:pt x="60549" y="20123"/>
                </a:cubicBezTo>
                <a:cubicBezTo>
                  <a:pt x="60549" y="20148"/>
                  <a:pt x="60592" y="20258"/>
                  <a:pt x="60641" y="20258"/>
                </a:cubicBezTo>
                <a:cubicBezTo>
                  <a:pt x="60651" y="20258"/>
                  <a:pt x="60661" y="20254"/>
                  <a:pt x="60671" y="20244"/>
                </a:cubicBezTo>
                <a:lnTo>
                  <a:pt x="60792" y="20244"/>
                </a:lnTo>
                <a:cubicBezTo>
                  <a:pt x="60823" y="20275"/>
                  <a:pt x="60823" y="20487"/>
                  <a:pt x="60732" y="20487"/>
                </a:cubicBezTo>
                <a:cubicBezTo>
                  <a:pt x="60610" y="20487"/>
                  <a:pt x="60519" y="20457"/>
                  <a:pt x="60428" y="20427"/>
                </a:cubicBezTo>
                <a:cubicBezTo>
                  <a:pt x="60367" y="20335"/>
                  <a:pt x="60367" y="20214"/>
                  <a:pt x="60428" y="20123"/>
                </a:cubicBezTo>
                <a:cubicBezTo>
                  <a:pt x="60463" y="20105"/>
                  <a:pt x="60498" y="20088"/>
                  <a:pt x="60521" y="20088"/>
                </a:cubicBezTo>
                <a:close/>
                <a:moveTo>
                  <a:pt x="2140" y="20104"/>
                </a:moveTo>
                <a:cubicBezTo>
                  <a:pt x="2148" y="20104"/>
                  <a:pt x="2155" y="20110"/>
                  <a:pt x="2159" y="20123"/>
                </a:cubicBezTo>
                <a:cubicBezTo>
                  <a:pt x="2189" y="20214"/>
                  <a:pt x="2250" y="20457"/>
                  <a:pt x="2189" y="20518"/>
                </a:cubicBezTo>
                <a:cubicBezTo>
                  <a:pt x="2174" y="20525"/>
                  <a:pt x="2157" y="20529"/>
                  <a:pt x="2139" y="20529"/>
                </a:cubicBezTo>
                <a:cubicBezTo>
                  <a:pt x="2085" y="20529"/>
                  <a:pt x="2022" y="20495"/>
                  <a:pt x="1977" y="20427"/>
                </a:cubicBezTo>
                <a:lnTo>
                  <a:pt x="2007" y="20396"/>
                </a:lnTo>
                <a:cubicBezTo>
                  <a:pt x="1981" y="20318"/>
                  <a:pt x="2090" y="20104"/>
                  <a:pt x="2140" y="20104"/>
                </a:cubicBezTo>
                <a:close/>
                <a:moveTo>
                  <a:pt x="70914" y="20548"/>
                </a:moveTo>
                <a:lnTo>
                  <a:pt x="70912" y="20553"/>
                </a:lnTo>
                <a:lnTo>
                  <a:pt x="70912" y="20553"/>
                </a:lnTo>
                <a:cubicBezTo>
                  <a:pt x="70913" y="20552"/>
                  <a:pt x="70914" y="20550"/>
                  <a:pt x="70914" y="20548"/>
                </a:cubicBezTo>
                <a:close/>
                <a:moveTo>
                  <a:pt x="60002" y="19940"/>
                </a:moveTo>
                <a:cubicBezTo>
                  <a:pt x="60124" y="19940"/>
                  <a:pt x="60276" y="20244"/>
                  <a:pt x="60184" y="20335"/>
                </a:cubicBezTo>
                <a:cubicBezTo>
                  <a:pt x="60063" y="20457"/>
                  <a:pt x="59941" y="20518"/>
                  <a:pt x="59789" y="20609"/>
                </a:cubicBezTo>
                <a:cubicBezTo>
                  <a:pt x="59698" y="20609"/>
                  <a:pt x="59637" y="20579"/>
                  <a:pt x="59607" y="20487"/>
                </a:cubicBezTo>
                <a:lnTo>
                  <a:pt x="59607" y="20427"/>
                </a:lnTo>
                <a:lnTo>
                  <a:pt x="59607" y="20396"/>
                </a:lnTo>
                <a:cubicBezTo>
                  <a:pt x="59637" y="20335"/>
                  <a:pt x="59850" y="20183"/>
                  <a:pt x="59972" y="20153"/>
                </a:cubicBezTo>
                <a:cubicBezTo>
                  <a:pt x="60063" y="20153"/>
                  <a:pt x="60063" y="20092"/>
                  <a:pt x="59972" y="20062"/>
                </a:cubicBezTo>
                <a:cubicBezTo>
                  <a:pt x="59850" y="20031"/>
                  <a:pt x="59729" y="20001"/>
                  <a:pt x="59637" y="19940"/>
                </a:cubicBezTo>
                <a:close/>
                <a:moveTo>
                  <a:pt x="3477" y="19993"/>
                </a:moveTo>
                <a:cubicBezTo>
                  <a:pt x="3548" y="19993"/>
                  <a:pt x="3654" y="20043"/>
                  <a:pt x="3679" y="20092"/>
                </a:cubicBezTo>
                <a:cubicBezTo>
                  <a:pt x="3709" y="20214"/>
                  <a:pt x="3709" y="20366"/>
                  <a:pt x="3679" y="20487"/>
                </a:cubicBezTo>
                <a:cubicBezTo>
                  <a:pt x="3648" y="20579"/>
                  <a:pt x="3466" y="20670"/>
                  <a:pt x="3405" y="20670"/>
                </a:cubicBezTo>
                <a:cubicBezTo>
                  <a:pt x="3344" y="20670"/>
                  <a:pt x="3436" y="20487"/>
                  <a:pt x="3496" y="20427"/>
                </a:cubicBezTo>
                <a:cubicBezTo>
                  <a:pt x="3588" y="20366"/>
                  <a:pt x="3588" y="20275"/>
                  <a:pt x="3496" y="20244"/>
                </a:cubicBezTo>
                <a:cubicBezTo>
                  <a:pt x="3436" y="20214"/>
                  <a:pt x="3375" y="20031"/>
                  <a:pt x="3436" y="20001"/>
                </a:cubicBezTo>
                <a:cubicBezTo>
                  <a:pt x="3447" y="19996"/>
                  <a:pt x="3461" y="19993"/>
                  <a:pt x="3477" y="19993"/>
                </a:cubicBezTo>
                <a:close/>
                <a:moveTo>
                  <a:pt x="6202" y="20609"/>
                </a:moveTo>
                <a:cubicBezTo>
                  <a:pt x="6354" y="20609"/>
                  <a:pt x="6384" y="20609"/>
                  <a:pt x="6293" y="20639"/>
                </a:cubicBezTo>
                <a:cubicBezTo>
                  <a:pt x="6171" y="20731"/>
                  <a:pt x="6080" y="20822"/>
                  <a:pt x="6019" y="20974"/>
                </a:cubicBezTo>
                <a:cubicBezTo>
                  <a:pt x="6019" y="20980"/>
                  <a:pt x="6017" y="20982"/>
                  <a:pt x="6013" y="20982"/>
                </a:cubicBezTo>
                <a:cubicBezTo>
                  <a:pt x="5998" y="20982"/>
                  <a:pt x="5959" y="20938"/>
                  <a:pt x="5959" y="20913"/>
                </a:cubicBezTo>
                <a:cubicBezTo>
                  <a:pt x="5928" y="20822"/>
                  <a:pt x="5928" y="20700"/>
                  <a:pt x="5959" y="20609"/>
                </a:cubicBezTo>
                <a:close/>
                <a:moveTo>
                  <a:pt x="1534" y="20269"/>
                </a:moveTo>
                <a:cubicBezTo>
                  <a:pt x="1566" y="20269"/>
                  <a:pt x="1612" y="20355"/>
                  <a:pt x="1612" y="20487"/>
                </a:cubicBezTo>
                <a:lnTo>
                  <a:pt x="1521" y="20579"/>
                </a:lnTo>
                <a:cubicBezTo>
                  <a:pt x="1369" y="20700"/>
                  <a:pt x="1217" y="20822"/>
                  <a:pt x="1430" y="20974"/>
                </a:cubicBezTo>
                <a:cubicBezTo>
                  <a:pt x="1407" y="21018"/>
                  <a:pt x="1352" y="21046"/>
                  <a:pt x="1301" y="21046"/>
                </a:cubicBezTo>
                <a:cubicBezTo>
                  <a:pt x="1282" y="21046"/>
                  <a:pt x="1263" y="21043"/>
                  <a:pt x="1247" y="21035"/>
                </a:cubicBezTo>
                <a:cubicBezTo>
                  <a:pt x="1217" y="20883"/>
                  <a:pt x="1217" y="20731"/>
                  <a:pt x="1247" y="20579"/>
                </a:cubicBezTo>
                <a:cubicBezTo>
                  <a:pt x="1338" y="20487"/>
                  <a:pt x="1430" y="20366"/>
                  <a:pt x="1521" y="20275"/>
                </a:cubicBezTo>
                <a:cubicBezTo>
                  <a:pt x="1525" y="20271"/>
                  <a:pt x="1529" y="20269"/>
                  <a:pt x="1534" y="20269"/>
                </a:cubicBezTo>
                <a:close/>
                <a:moveTo>
                  <a:pt x="79334" y="1"/>
                </a:moveTo>
                <a:cubicBezTo>
                  <a:pt x="79303" y="1"/>
                  <a:pt x="79303" y="62"/>
                  <a:pt x="79303" y="153"/>
                </a:cubicBezTo>
                <a:lnTo>
                  <a:pt x="79425" y="153"/>
                </a:lnTo>
                <a:cubicBezTo>
                  <a:pt x="79425" y="183"/>
                  <a:pt x="79364" y="274"/>
                  <a:pt x="79303" y="274"/>
                </a:cubicBezTo>
                <a:lnTo>
                  <a:pt x="79273" y="274"/>
                </a:lnTo>
                <a:lnTo>
                  <a:pt x="79182" y="214"/>
                </a:lnTo>
                <a:cubicBezTo>
                  <a:pt x="79138" y="148"/>
                  <a:pt x="78984" y="98"/>
                  <a:pt x="78889" y="98"/>
                </a:cubicBezTo>
                <a:cubicBezTo>
                  <a:pt x="78853" y="98"/>
                  <a:pt x="78825" y="105"/>
                  <a:pt x="78817" y="122"/>
                </a:cubicBezTo>
                <a:cubicBezTo>
                  <a:pt x="78787" y="138"/>
                  <a:pt x="78764" y="145"/>
                  <a:pt x="78749" y="145"/>
                </a:cubicBezTo>
                <a:cubicBezTo>
                  <a:pt x="78733" y="145"/>
                  <a:pt x="78726" y="138"/>
                  <a:pt x="78726" y="122"/>
                </a:cubicBezTo>
                <a:lnTo>
                  <a:pt x="78635" y="122"/>
                </a:lnTo>
                <a:cubicBezTo>
                  <a:pt x="78559" y="138"/>
                  <a:pt x="78475" y="145"/>
                  <a:pt x="78391" y="145"/>
                </a:cubicBezTo>
                <a:cubicBezTo>
                  <a:pt x="78308" y="145"/>
                  <a:pt x="78224" y="138"/>
                  <a:pt x="78148" y="122"/>
                </a:cubicBezTo>
                <a:cubicBezTo>
                  <a:pt x="78103" y="107"/>
                  <a:pt x="78057" y="100"/>
                  <a:pt x="78012" y="100"/>
                </a:cubicBezTo>
                <a:cubicBezTo>
                  <a:pt x="77966" y="100"/>
                  <a:pt x="77920" y="107"/>
                  <a:pt x="77875" y="122"/>
                </a:cubicBezTo>
                <a:lnTo>
                  <a:pt x="77784" y="153"/>
                </a:lnTo>
                <a:cubicBezTo>
                  <a:pt x="77616" y="138"/>
                  <a:pt x="77442" y="130"/>
                  <a:pt x="77267" y="130"/>
                </a:cubicBezTo>
                <a:cubicBezTo>
                  <a:pt x="77092" y="130"/>
                  <a:pt x="76917" y="138"/>
                  <a:pt x="76750" y="153"/>
                </a:cubicBezTo>
                <a:cubicBezTo>
                  <a:pt x="76710" y="173"/>
                  <a:pt x="76666" y="183"/>
                  <a:pt x="76621" y="183"/>
                </a:cubicBezTo>
                <a:cubicBezTo>
                  <a:pt x="76531" y="183"/>
                  <a:pt x="76436" y="143"/>
                  <a:pt x="76355" y="62"/>
                </a:cubicBezTo>
                <a:cubicBezTo>
                  <a:pt x="76355" y="40"/>
                  <a:pt x="76279" y="19"/>
                  <a:pt x="76181" y="19"/>
                </a:cubicBezTo>
                <a:cubicBezTo>
                  <a:pt x="76140" y="19"/>
                  <a:pt x="76096" y="22"/>
                  <a:pt x="76051" y="31"/>
                </a:cubicBezTo>
                <a:lnTo>
                  <a:pt x="76051" y="214"/>
                </a:lnTo>
                <a:cubicBezTo>
                  <a:pt x="75990" y="244"/>
                  <a:pt x="75929" y="244"/>
                  <a:pt x="75899" y="244"/>
                </a:cubicBezTo>
                <a:lnTo>
                  <a:pt x="75625" y="153"/>
                </a:lnTo>
                <a:cubicBezTo>
                  <a:pt x="75413" y="183"/>
                  <a:pt x="75200" y="214"/>
                  <a:pt x="74987" y="214"/>
                </a:cubicBezTo>
                <a:cubicBezTo>
                  <a:pt x="74984" y="210"/>
                  <a:pt x="74981" y="209"/>
                  <a:pt x="74977" y="209"/>
                </a:cubicBezTo>
                <a:cubicBezTo>
                  <a:pt x="74950" y="209"/>
                  <a:pt x="74923" y="311"/>
                  <a:pt x="74896" y="366"/>
                </a:cubicBezTo>
                <a:cubicBezTo>
                  <a:pt x="74896" y="373"/>
                  <a:pt x="74889" y="377"/>
                  <a:pt x="74877" y="377"/>
                </a:cubicBezTo>
                <a:cubicBezTo>
                  <a:pt x="74839" y="377"/>
                  <a:pt x="74746" y="337"/>
                  <a:pt x="74653" y="244"/>
                </a:cubicBezTo>
                <a:cubicBezTo>
                  <a:pt x="74592" y="284"/>
                  <a:pt x="74538" y="298"/>
                  <a:pt x="74487" y="298"/>
                </a:cubicBezTo>
                <a:cubicBezTo>
                  <a:pt x="74386" y="298"/>
                  <a:pt x="74298" y="244"/>
                  <a:pt x="74197" y="244"/>
                </a:cubicBezTo>
                <a:cubicBezTo>
                  <a:pt x="74166" y="274"/>
                  <a:pt x="74106" y="274"/>
                  <a:pt x="74075" y="305"/>
                </a:cubicBezTo>
                <a:cubicBezTo>
                  <a:pt x="73984" y="366"/>
                  <a:pt x="73863" y="426"/>
                  <a:pt x="73741" y="487"/>
                </a:cubicBezTo>
                <a:cubicBezTo>
                  <a:pt x="73711" y="426"/>
                  <a:pt x="73680" y="366"/>
                  <a:pt x="73680" y="335"/>
                </a:cubicBezTo>
                <a:cubicBezTo>
                  <a:pt x="73680" y="305"/>
                  <a:pt x="73650" y="274"/>
                  <a:pt x="73619" y="274"/>
                </a:cubicBezTo>
                <a:cubicBezTo>
                  <a:pt x="73619" y="305"/>
                  <a:pt x="73589" y="366"/>
                  <a:pt x="73589" y="426"/>
                </a:cubicBezTo>
                <a:cubicBezTo>
                  <a:pt x="73589" y="436"/>
                  <a:pt x="73572" y="440"/>
                  <a:pt x="73547" y="440"/>
                </a:cubicBezTo>
                <a:cubicBezTo>
                  <a:pt x="73498" y="440"/>
                  <a:pt x="73417" y="426"/>
                  <a:pt x="73376" y="426"/>
                </a:cubicBezTo>
                <a:cubicBezTo>
                  <a:pt x="73370" y="420"/>
                  <a:pt x="73359" y="418"/>
                  <a:pt x="73345" y="418"/>
                </a:cubicBezTo>
                <a:cubicBezTo>
                  <a:pt x="73289" y="418"/>
                  <a:pt x="73182" y="457"/>
                  <a:pt x="73133" y="457"/>
                </a:cubicBezTo>
                <a:cubicBezTo>
                  <a:pt x="73072" y="426"/>
                  <a:pt x="72981" y="426"/>
                  <a:pt x="72920" y="426"/>
                </a:cubicBezTo>
                <a:lnTo>
                  <a:pt x="72799" y="305"/>
                </a:lnTo>
                <a:cubicBezTo>
                  <a:pt x="72616" y="426"/>
                  <a:pt x="72434" y="518"/>
                  <a:pt x="72221" y="548"/>
                </a:cubicBezTo>
                <a:cubicBezTo>
                  <a:pt x="72069" y="548"/>
                  <a:pt x="71917" y="518"/>
                  <a:pt x="71765" y="487"/>
                </a:cubicBezTo>
                <a:lnTo>
                  <a:pt x="71735" y="639"/>
                </a:lnTo>
                <a:cubicBezTo>
                  <a:pt x="71735" y="668"/>
                  <a:pt x="71729" y="679"/>
                  <a:pt x="71719" y="679"/>
                </a:cubicBezTo>
                <a:cubicBezTo>
                  <a:pt x="71699" y="679"/>
                  <a:pt x="71664" y="629"/>
                  <a:pt x="71644" y="609"/>
                </a:cubicBezTo>
                <a:cubicBezTo>
                  <a:pt x="71644" y="578"/>
                  <a:pt x="71583" y="548"/>
                  <a:pt x="71583" y="548"/>
                </a:cubicBezTo>
                <a:lnTo>
                  <a:pt x="71461" y="578"/>
                </a:lnTo>
                <a:cubicBezTo>
                  <a:pt x="71393" y="606"/>
                  <a:pt x="71325" y="621"/>
                  <a:pt x="71259" y="621"/>
                </a:cubicBezTo>
                <a:cubicBezTo>
                  <a:pt x="71179" y="621"/>
                  <a:pt x="71103" y="598"/>
                  <a:pt x="71036" y="548"/>
                </a:cubicBezTo>
                <a:lnTo>
                  <a:pt x="70884" y="669"/>
                </a:lnTo>
                <a:lnTo>
                  <a:pt x="70823" y="730"/>
                </a:lnTo>
                <a:lnTo>
                  <a:pt x="70428" y="730"/>
                </a:lnTo>
                <a:lnTo>
                  <a:pt x="70428" y="700"/>
                </a:lnTo>
                <a:cubicBezTo>
                  <a:pt x="70367" y="669"/>
                  <a:pt x="70337" y="639"/>
                  <a:pt x="70276" y="639"/>
                </a:cubicBezTo>
                <a:cubicBezTo>
                  <a:pt x="70268" y="647"/>
                  <a:pt x="70253" y="651"/>
                  <a:pt x="70234" y="651"/>
                </a:cubicBezTo>
                <a:cubicBezTo>
                  <a:pt x="70182" y="651"/>
                  <a:pt x="70099" y="623"/>
                  <a:pt x="70033" y="578"/>
                </a:cubicBezTo>
                <a:lnTo>
                  <a:pt x="69881" y="669"/>
                </a:lnTo>
                <a:cubicBezTo>
                  <a:pt x="69789" y="730"/>
                  <a:pt x="69729" y="852"/>
                  <a:pt x="69638" y="882"/>
                </a:cubicBezTo>
                <a:lnTo>
                  <a:pt x="69577" y="882"/>
                </a:lnTo>
                <a:cubicBezTo>
                  <a:pt x="69486" y="882"/>
                  <a:pt x="69455" y="791"/>
                  <a:pt x="69486" y="761"/>
                </a:cubicBezTo>
                <a:cubicBezTo>
                  <a:pt x="69486" y="761"/>
                  <a:pt x="69455" y="730"/>
                  <a:pt x="69394" y="700"/>
                </a:cubicBezTo>
                <a:lnTo>
                  <a:pt x="69364" y="700"/>
                </a:lnTo>
                <a:cubicBezTo>
                  <a:pt x="69306" y="738"/>
                  <a:pt x="69261" y="777"/>
                  <a:pt x="69197" y="777"/>
                </a:cubicBezTo>
                <a:cubicBezTo>
                  <a:pt x="69159" y="777"/>
                  <a:pt x="69116" y="764"/>
                  <a:pt x="69060" y="730"/>
                </a:cubicBezTo>
                <a:cubicBezTo>
                  <a:pt x="69019" y="703"/>
                  <a:pt x="68972" y="688"/>
                  <a:pt x="68924" y="688"/>
                </a:cubicBezTo>
                <a:cubicBezTo>
                  <a:pt x="68866" y="688"/>
                  <a:pt x="68806" y="710"/>
                  <a:pt x="68756" y="761"/>
                </a:cubicBezTo>
                <a:lnTo>
                  <a:pt x="68665" y="821"/>
                </a:lnTo>
                <a:cubicBezTo>
                  <a:pt x="68651" y="825"/>
                  <a:pt x="68633" y="826"/>
                  <a:pt x="68613" y="826"/>
                </a:cubicBezTo>
                <a:cubicBezTo>
                  <a:pt x="68511" y="826"/>
                  <a:pt x="68343" y="787"/>
                  <a:pt x="68230" y="787"/>
                </a:cubicBezTo>
                <a:cubicBezTo>
                  <a:pt x="68176" y="787"/>
                  <a:pt x="68135" y="796"/>
                  <a:pt x="68118" y="821"/>
                </a:cubicBezTo>
                <a:cubicBezTo>
                  <a:pt x="68103" y="852"/>
                  <a:pt x="68019" y="859"/>
                  <a:pt x="67928" y="859"/>
                </a:cubicBezTo>
                <a:cubicBezTo>
                  <a:pt x="67837" y="859"/>
                  <a:pt x="67738" y="852"/>
                  <a:pt x="67692" y="852"/>
                </a:cubicBezTo>
                <a:cubicBezTo>
                  <a:pt x="67510" y="882"/>
                  <a:pt x="67327" y="943"/>
                  <a:pt x="67145" y="1065"/>
                </a:cubicBezTo>
                <a:lnTo>
                  <a:pt x="66932" y="913"/>
                </a:lnTo>
                <a:cubicBezTo>
                  <a:pt x="66917" y="897"/>
                  <a:pt x="66902" y="890"/>
                  <a:pt x="66887" y="890"/>
                </a:cubicBezTo>
                <a:cubicBezTo>
                  <a:pt x="66871" y="890"/>
                  <a:pt x="66856" y="897"/>
                  <a:pt x="66841" y="913"/>
                </a:cubicBezTo>
                <a:lnTo>
                  <a:pt x="66780" y="1125"/>
                </a:lnTo>
                <a:cubicBezTo>
                  <a:pt x="66568" y="1065"/>
                  <a:pt x="66324" y="1034"/>
                  <a:pt x="66112" y="1004"/>
                </a:cubicBezTo>
                <a:lnTo>
                  <a:pt x="65990" y="1095"/>
                </a:lnTo>
                <a:cubicBezTo>
                  <a:pt x="65960" y="1095"/>
                  <a:pt x="65929" y="973"/>
                  <a:pt x="65899" y="943"/>
                </a:cubicBezTo>
                <a:cubicBezTo>
                  <a:pt x="65899" y="920"/>
                  <a:pt x="65894" y="910"/>
                  <a:pt x="65887" y="910"/>
                </a:cubicBezTo>
                <a:cubicBezTo>
                  <a:pt x="65876" y="910"/>
                  <a:pt x="65857" y="936"/>
                  <a:pt x="65838" y="973"/>
                </a:cubicBezTo>
                <a:lnTo>
                  <a:pt x="65808" y="973"/>
                </a:lnTo>
                <a:cubicBezTo>
                  <a:pt x="65747" y="973"/>
                  <a:pt x="65716" y="1004"/>
                  <a:pt x="65656" y="1004"/>
                </a:cubicBezTo>
                <a:cubicBezTo>
                  <a:pt x="65595" y="1004"/>
                  <a:pt x="65534" y="1004"/>
                  <a:pt x="65504" y="973"/>
                </a:cubicBezTo>
                <a:lnTo>
                  <a:pt x="65413" y="821"/>
                </a:lnTo>
                <a:cubicBezTo>
                  <a:pt x="65291" y="882"/>
                  <a:pt x="65169" y="943"/>
                  <a:pt x="65078" y="1065"/>
                </a:cubicBezTo>
                <a:cubicBezTo>
                  <a:pt x="65070" y="1073"/>
                  <a:pt x="65062" y="1077"/>
                  <a:pt x="65054" y="1077"/>
                </a:cubicBezTo>
                <a:cubicBezTo>
                  <a:pt x="65034" y="1077"/>
                  <a:pt x="65017" y="1048"/>
                  <a:pt x="65017" y="1004"/>
                </a:cubicBezTo>
                <a:lnTo>
                  <a:pt x="65017" y="973"/>
                </a:lnTo>
                <a:lnTo>
                  <a:pt x="65017" y="943"/>
                </a:lnTo>
                <a:cubicBezTo>
                  <a:pt x="65002" y="897"/>
                  <a:pt x="64979" y="875"/>
                  <a:pt x="64949" y="875"/>
                </a:cubicBezTo>
                <a:cubicBezTo>
                  <a:pt x="64919" y="875"/>
                  <a:pt x="64881" y="897"/>
                  <a:pt x="64835" y="943"/>
                </a:cubicBezTo>
                <a:lnTo>
                  <a:pt x="64683" y="1004"/>
                </a:lnTo>
                <a:lnTo>
                  <a:pt x="64501" y="1095"/>
                </a:lnTo>
                <a:cubicBezTo>
                  <a:pt x="64479" y="1091"/>
                  <a:pt x="64458" y="1089"/>
                  <a:pt x="64437" y="1089"/>
                </a:cubicBezTo>
                <a:cubicBezTo>
                  <a:pt x="64309" y="1089"/>
                  <a:pt x="64197" y="1160"/>
                  <a:pt x="64197" y="1186"/>
                </a:cubicBezTo>
                <a:cubicBezTo>
                  <a:pt x="64197" y="1200"/>
                  <a:pt x="64185" y="1206"/>
                  <a:pt x="64167" y="1206"/>
                </a:cubicBezTo>
                <a:cubicBezTo>
                  <a:pt x="64106" y="1206"/>
                  <a:pt x="63970" y="1142"/>
                  <a:pt x="63923" y="1095"/>
                </a:cubicBezTo>
                <a:cubicBezTo>
                  <a:pt x="63893" y="1080"/>
                  <a:pt x="63862" y="1072"/>
                  <a:pt x="63836" y="1072"/>
                </a:cubicBezTo>
                <a:cubicBezTo>
                  <a:pt x="63809" y="1072"/>
                  <a:pt x="63786" y="1080"/>
                  <a:pt x="63771" y="1095"/>
                </a:cubicBezTo>
                <a:cubicBezTo>
                  <a:pt x="63765" y="1101"/>
                  <a:pt x="63757" y="1103"/>
                  <a:pt x="63748" y="1103"/>
                </a:cubicBezTo>
                <a:cubicBezTo>
                  <a:pt x="63707" y="1103"/>
                  <a:pt x="63638" y="1059"/>
                  <a:pt x="63589" y="1034"/>
                </a:cubicBezTo>
                <a:cubicBezTo>
                  <a:pt x="63585" y="1030"/>
                  <a:pt x="63579" y="1028"/>
                  <a:pt x="63572" y="1028"/>
                </a:cubicBezTo>
                <a:cubicBezTo>
                  <a:pt x="63526" y="1028"/>
                  <a:pt x="63428" y="1103"/>
                  <a:pt x="63376" y="1156"/>
                </a:cubicBezTo>
                <a:cubicBezTo>
                  <a:pt x="63285" y="1186"/>
                  <a:pt x="63194" y="1217"/>
                  <a:pt x="63072" y="1217"/>
                </a:cubicBezTo>
                <a:lnTo>
                  <a:pt x="62981" y="1217"/>
                </a:lnTo>
                <a:cubicBezTo>
                  <a:pt x="62950" y="1224"/>
                  <a:pt x="62922" y="1228"/>
                  <a:pt x="62895" y="1228"/>
                </a:cubicBezTo>
                <a:cubicBezTo>
                  <a:pt x="62816" y="1228"/>
                  <a:pt x="62753" y="1194"/>
                  <a:pt x="62707" y="1125"/>
                </a:cubicBezTo>
                <a:lnTo>
                  <a:pt x="62616" y="1034"/>
                </a:lnTo>
                <a:cubicBezTo>
                  <a:pt x="62525" y="1095"/>
                  <a:pt x="62434" y="1156"/>
                  <a:pt x="62343" y="1217"/>
                </a:cubicBezTo>
                <a:lnTo>
                  <a:pt x="62160" y="1034"/>
                </a:lnTo>
                <a:cubicBezTo>
                  <a:pt x="61978" y="1156"/>
                  <a:pt x="61765" y="1247"/>
                  <a:pt x="61552" y="1308"/>
                </a:cubicBezTo>
                <a:lnTo>
                  <a:pt x="61431" y="1277"/>
                </a:lnTo>
                <a:cubicBezTo>
                  <a:pt x="61401" y="1266"/>
                  <a:pt x="61372" y="1261"/>
                  <a:pt x="61345" y="1261"/>
                </a:cubicBezTo>
                <a:cubicBezTo>
                  <a:pt x="61234" y="1261"/>
                  <a:pt x="61145" y="1344"/>
                  <a:pt x="61096" y="1369"/>
                </a:cubicBezTo>
                <a:cubicBezTo>
                  <a:pt x="61063" y="1380"/>
                  <a:pt x="61030" y="1387"/>
                  <a:pt x="61001" y="1387"/>
                </a:cubicBezTo>
                <a:cubicBezTo>
                  <a:pt x="60951" y="1387"/>
                  <a:pt x="60914" y="1366"/>
                  <a:pt x="60914" y="1308"/>
                </a:cubicBezTo>
                <a:lnTo>
                  <a:pt x="60914" y="1277"/>
                </a:lnTo>
                <a:cubicBezTo>
                  <a:pt x="60823" y="1262"/>
                  <a:pt x="60732" y="1255"/>
                  <a:pt x="60640" y="1255"/>
                </a:cubicBezTo>
                <a:cubicBezTo>
                  <a:pt x="60549" y="1255"/>
                  <a:pt x="60458" y="1262"/>
                  <a:pt x="60367" y="1277"/>
                </a:cubicBezTo>
                <a:lnTo>
                  <a:pt x="60032" y="1277"/>
                </a:lnTo>
                <a:cubicBezTo>
                  <a:pt x="59941" y="1338"/>
                  <a:pt x="59850" y="1399"/>
                  <a:pt x="59759" y="1429"/>
                </a:cubicBezTo>
                <a:cubicBezTo>
                  <a:pt x="59698" y="1353"/>
                  <a:pt x="59599" y="1346"/>
                  <a:pt x="59508" y="1346"/>
                </a:cubicBezTo>
                <a:cubicBezTo>
                  <a:pt x="59485" y="1346"/>
                  <a:pt x="59463" y="1346"/>
                  <a:pt x="59442" y="1346"/>
                </a:cubicBezTo>
                <a:cubicBezTo>
                  <a:pt x="59378" y="1346"/>
                  <a:pt x="59326" y="1342"/>
                  <a:pt x="59303" y="1308"/>
                </a:cubicBezTo>
                <a:cubicBezTo>
                  <a:pt x="59264" y="1282"/>
                  <a:pt x="59242" y="1273"/>
                  <a:pt x="59225" y="1273"/>
                </a:cubicBezTo>
                <a:cubicBezTo>
                  <a:pt x="59201" y="1273"/>
                  <a:pt x="59186" y="1290"/>
                  <a:pt x="59151" y="1308"/>
                </a:cubicBezTo>
                <a:cubicBezTo>
                  <a:pt x="59090" y="1369"/>
                  <a:pt x="58999" y="1399"/>
                  <a:pt x="58938" y="1399"/>
                </a:cubicBezTo>
                <a:lnTo>
                  <a:pt x="58877" y="1399"/>
                </a:lnTo>
                <a:cubicBezTo>
                  <a:pt x="58862" y="1353"/>
                  <a:pt x="58824" y="1331"/>
                  <a:pt x="58786" y="1331"/>
                </a:cubicBezTo>
                <a:cubicBezTo>
                  <a:pt x="58748" y="1331"/>
                  <a:pt x="58710" y="1353"/>
                  <a:pt x="58695" y="1399"/>
                </a:cubicBezTo>
                <a:lnTo>
                  <a:pt x="58482" y="1369"/>
                </a:lnTo>
                <a:cubicBezTo>
                  <a:pt x="58330" y="1429"/>
                  <a:pt x="58178" y="1460"/>
                  <a:pt x="58026" y="1490"/>
                </a:cubicBezTo>
                <a:lnTo>
                  <a:pt x="57966" y="1490"/>
                </a:lnTo>
                <a:cubicBezTo>
                  <a:pt x="57905" y="1490"/>
                  <a:pt x="57844" y="1460"/>
                  <a:pt x="57783" y="1460"/>
                </a:cubicBezTo>
                <a:cubicBezTo>
                  <a:pt x="57770" y="1486"/>
                  <a:pt x="57752" y="1495"/>
                  <a:pt x="57732" y="1495"/>
                </a:cubicBezTo>
                <a:cubicBezTo>
                  <a:pt x="57686" y="1495"/>
                  <a:pt x="57627" y="1450"/>
                  <a:pt x="57572" y="1450"/>
                </a:cubicBezTo>
                <a:cubicBezTo>
                  <a:pt x="57538" y="1450"/>
                  <a:pt x="57506" y="1467"/>
                  <a:pt x="57479" y="1521"/>
                </a:cubicBezTo>
                <a:cubicBezTo>
                  <a:pt x="57458" y="1585"/>
                  <a:pt x="57421" y="1604"/>
                  <a:pt x="57378" y="1604"/>
                </a:cubicBezTo>
                <a:cubicBezTo>
                  <a:pt x="57319" y="1604"/>
                  <a:pt x="57249" y="1568"/>
                  <a:pt x="57193" y="1568"/>
                </a:cubicBezTo>
                <a:cubicBezTo>
                  <a:pt x="57175" y="1568"/>
                  <a:pt x="57159" y="1572"/>
                  <a:pt x="57145" y="1581"/>
                </a:cubicBezTo>
                <a:lnTo>
                  <a:pt x="57084" y="1612"/>
                </a:lnTo>
                <a:cubicBezTo>
                  <a:pt x="57077" y="1615"/>
                  <a:pt x="57068" y="1617"/>
                  <a:pt x="57056" y="1617"/>
                </a:cubicBezTo>
                <a:cubicBezTo>
                  <a:pt x="56959" y="1617"/>
                  <a:pt x="56706" y="1517"/>
                  <a:pt x="56598" y="1490"/>
                </a:cubicBezTo>
                <a:cubicBezTo>
                  <a:pt x="56385" y="1490"/>
                  <a:pt x="56203" y="1521"/>
                  <a:pt x="56020" y="1612"/>
                </a:cubicBezTo>
                <a:lnTo>
                  <a:pt x="55777" y="1612"/>
                </a:lnTo>
                <a:cubicBezTo>
                  <a:pt x="55720" y="1620"/>
                  <a:pt x="55665" y="1624"/>
                  <a:pt x="55612" y="1624"/>
                </a:cubicBezTo>
                <a:cubicBezTo>
                  <a:pt x="55467" y="1624"/>
                  <a:pt x="55333" y="1595"/>
                  <a:pt x="55200" y="1551"/>
                </a:cubicBezTo>
                <a:lnTo>
                  <a:pt x="55048" y="1490"/>
                </a:lnTo>
                <a:cubicBezTo>
                  <a:pt x="54926" y="1612"/>
                  <a:pt x="54774" y="1612"/>
                  <a:pt x="54744" y="1612"/>
                </a:cubicBezTo>
                <a:cubicBezTo>
                  <a:pt x="54744" y="1604"/>
                  <a:pt x="54739" y="1600"/>
                  <a:pt x="54732" y="1600"/>
                </a:cubicBezTo>
                <a:cubicBezTo>
                  <a:pt x="54711" y="1600"/>
                  <a:pt x="54667" y="1628"/>
                  <a:pt x="54622" y="1673"/>
                </a:cubicBezTo>
                <a:lnTo>
                  <a:pt x="54409" y="1673"/>
                </a:lnTo>
                <a:cubicBezTo>
                  <a:pt x="54283" y="1673"/>
                  <a:pt x="54029" y="1567"/>
                  <a:pt x="53896" y="1567"/>
                </a:cubicBezTo>
                <a:cubicBezTo>
                  <a:pt x="53869" y="1567"/>
                  <a:pt x="53847" y="1571"/>
                  <a:pt x="53832" y="1581"/>
                </a:cubicBezTo>
                <a:cubicBezTo>
                  <a:pt x="53801" y="1612"/>
                  <a:pt x="53718" y="1612"/>
                  <a:pt x="53638" y="1612"/>
                </a:cubicBezTo>
                <a:cubicBezTo>
                  <a:pt x="53558" y="1612"/>
                  <a:pt x="53482" y="1612"/>
                  <a:pt x="53467" y="1642"/>
                </a:cubicBezTo>
                <a:cubicBezTo>
                  <a:pt x="53457" y="1652"/>
                  <a:pt x="53426" y="1656"/>
                  <a:pt x="53388" y="1656"/>
                </a:cubicBezTo>
                <a:cubicBezTo>
                  <a:pt x="53312" y="1656"/>
                  <a:pt x="53204" y="1642"/>
                  <a:pt x="53163" y="1642"/>
                </a:cubicBezTo>
                <a:cubicBezTo>
                  <a:pt x="53155" y="1638"/>
                  <a:pt x="53146" y="1636"/>
                  <a:pt x="53136" y="1636"/>
                </a:cubicBezTo>
                <a:cubicBezTo>
                  <a:pt x="53071" y="1636"/>
                  <a:pt x="52973" y="1719"/>
                  <a:pt x="52920" y="1825"/>
                </a:cubicBezTo>
                <a:lnTo>
                  <a:pt x="52586" y="1764"/>
                </a:lnTo>
                <a:lnTo>
                  <a:pt x="52403" y="1764"/>
                </a:lnTo>
                <a:cubicBezTo>
                  <a:pt x="52339" y="1785"/>
                  <a:pt x="52274" y="1807"/>
                  <a:pt x="52210" y="1807"/>
                </a:cubicBezTo>
                <a:cubicBezTo>
                  <a:pt x="52183" y="1807"/>
                  <a:pt x="52156" y="1803"/>
                  <a:pt x="52130" y="1794"/>
                </a:cubicBezTo>
                <a:lnTo>
                  <a:pt x="51734" y="1612"/>
                </a:lnTo>
                <a:cubicBezTo>
                  <a:pt x="51430" y="1733"/>
                  <a:pt x="51096" y="1825"/>
                  <a:pt x="50762" y="1855"/>
                </a:cubicBezTo>
                <a:cubicBezTo>
                  <a:pt x="50701" y="1916"/>
                  <a:pt x="50640" y="1916"/>
                  <a:pt x="50579" y="1946"/>
                </a:cubicBezTo>
                <a:lnTo>
                  <a:pt x="50549" y="1946"/>
                </a:lnTo>
                <a:cubicBezTo>
                  <a:pt x="50519" y="1916"/>
                  <a:pt x="50458" y="1825"/>
                  <a:pt x="50458" y="1825"/>
                </a:cubicBezTo>
                <a:lnTo>
                  <a:pt x="50306" y="1885"/>
                </a:lnTo>
                <a:cubicBezTo>
                  <a:pt x="50154" y="1916"/>
                  <a:pt x="50002" y="1946"/>
                  <a:pt x="49850" y="1946"/>
                </a:cubicBezTo>
                <a:lnTo>
                  <a:pt x="49455" y="1946"/>
                </a:lnTo>
                <a:cubicBezTo>
                  <a:pt x="49303" y="1946"/>
                  <a:pt x="49181" y="1977"/>
                  <a:pt x="49060" y="1977"/>
                </a:cubicBezTo>
                <a:cubicBezTo>
                  <a:pt x="49027" y="1968"/>
                  <a:pt x="48992" y="1965"/>
                  <a:pt x="48957" y="1965"/>
                </a:cubicBezTo>
                <a:cubicBezTo>
                  <a:pt x="48861" y="1965"/>
                  <a:pt x="48762" y="1993"/>
                  <a:pt x="48695" y="2037"/>
                </a:cubicBezTo>
                <a:lnTo>
                  <a:pt x="48604" y="2037"/>
                </a:lnTo>
                <a:cubicBezTo>
                  <a:pt x="48543" y="2007"/>
                  <a:pt x="48482" y="2007"/>
                  <a:pt x="48452" y="2007"/>
                </a:cubicBezTo>
                <a:cubicBezTo>
                  <a:pt x="48400" y="2085"/>
                  <a:pt x="48336" y="2107"/>
                  <a:pt x="48269" y="2107"/>
                </a:cubicBezTo>
                <a:cubicBezTo>
                  <a:pt x="48179" y="2107"/>
                  <a:pt x="48083" y="2068"/>
                  <a:pt x="47996" y="2068"/>
                </a:cubicBezTo>
                <a:cubicBezTo>
                  <a:pt x="47905" y="2068"/>
                  <a:pt x="47844" y="2098"/>
                  <a:pt x="47753" y="2128"/>
                </a:cubicBezTo>
                <a:lnTo>
                  <a:pt x="47601" y="2159"/>
                </a:lnTo>
                <a:cubicBezTo>
                  <a:pt x="47601" y="2130"/>
                  <a:pt x="47591" y="2116"/>
                  <a:pt x="47574" y="2116"/>
                </a:cubicBezTo>
                <a:cubicBezTo>
                  <a:pt x="47536" y="2116"/>
                  <a:pt x="47461" y="2177"/>
                  <a:pt x="47357" y="2280"/>
                </a:cubicBezTo>
                <a:lnTo>
                  <a:pt x="47114" y="2098"/>
                </a:lnTo>
                <a:cubicBezTo>
                  <a:pt x="47093" y="2077"/>
                  <a:pt x="47064" y="2066"/>
                  <a:pt x="47035" y="2066"/>
                </a:cubicBezTo>
                <a:cubicBezTo>
                  <a:pt x="46983" y="2066"/>
                  <a:pt x="46932" y="2100"/>
                  <a:pt x="46932" y="2159"/>
                </a:cubicBezTo>
                <a:lnTo>
                  <a:pt x="46932" y="2189"/>
                </a:lnTo>
                <a:cubicBezTo>
                  <a:pt x="46841" y="2220"/>
                  <a:pt x="46750" y="2220"/>
                  <a:pt x="46628" y="2220"/>
                </a:cubicBezTo>
                <a:lnTo>
                  <a:pt x="46476" y="2220"/>
                </a:lnTo>
                <a:cubicBezTo>
                  <a:pt x="46473" y="2223"/>
                  <a:pt x="46464" y="2225"/>
                  <a:pt x="46451" y="2225"/>
                </a:cubicBezTo>
                <a:cubicBezTo>
                  <a:pt x="46375" y="2225"/>
                  <a:pt x="46153" y="2172"/>
                  <a:pt x="46006" y="2172"/>
                </a:cubicBezTo>
                <a:cubicBezTo>
                  <a:pt x="45961" y="2172"/>
                  <a:pt x="45923" y="2177"/>
                  <a:pt x="45898" y="2189"/>
                </a:cubicBezTo>
                <a:cubicBezTo>
                  <a:pt x="45595" y="2311"/>
                  <a:pt x="45291" y="2402"/>
                  <a:pt x="44987" y="2493"/>
                </a:cubicBezTo>
                <a:cubicBezTo>
                  <a:pt x="44804" y="2493"/>
                  <a:pt x="44600" y="2560"/>
                  <a:pt x="44506" y="2560"/>
                </a:cubicBezTo>
                <a:cubicBezTo>
                  <a:pt x="44491" y="2560"/>
                  <a:pt x="44479" y="2558"/>
                  <a:pt x="44470" y="2554"/>
                </a:cubicBezTo>
                <a:cubicBezTo>
                  <a:pt x="44466" y="2550"/>
                  <a:pt x="44459" y="2548"/>
                  <a:pt x="44452" y="2548"/>
                </a:cubicBezTo>
                <a:cubicBezTo>
                  <a:pt x="44406" y="2548"/>
                  <a:pt x="44309" y="2615"/>
                  <a:pt x="44257" y="2615"/>
                </a:cubicBezTo>
                <a:cubicBezTo>
                  <a:pt x="44227" y="2615"/>
                  <a:pt x="44014" y="2554"/>
                  <a:pt x="43801" y="2493"/>
                </a:cubicBezTo>
                <a:lnTo>
                  <a:pt x="43558" y="2493"/>
                </a:lnTo>
                <a:cubicBezTo>
                  <a:pt x="43436" y="2493"/>
                  <a:pt x="43315" y="2524"/>
                  <a:pt x="43224" y="2554"/>
                </a:cubicBezTo>
                <a:lnTo>
                  <a:pt x="43132" y="2615"/>
                </a:lnTo>
                <a:lnTo>
                  <a:pt x="43041" y="2615"/>
                </a:lnTo>
                <a:cubicBezTo>
                  <a:pt x="42920" y="2584"/>
                  <a:pt x="42828" y="2554"/>
                  <a:pt x="42707" y="2554"/>
                </a:cubicBezTo>
                <a:cubicBezTo>
                  <a:pt x="42646" y="2539"/>
                  <a:pt x="42578" y="2531"/>
                  <a:pt x="42517" y="2531"/>
                </a:cubicBezTo>
                <a:cubicBezTo>
                  <a:pt x="42456" y="2531"/>
                  <a:pt x="42403" y="2539"/>
                  <a:pt x="42373" y="2554"/>
                </a:cubicBezTo>
                <a:cubicBezTo>
                  <a:pt x="42335" y="2591"/>
                  <a:pt x="42305" y="2605"/>
                  <a:pt x="42279" y="2605"/>
                </a:cubicBezTo>
                <a:cubicBezTo>
                  <a:pt x="42212" y="2605"/>
                  <a:pt x="42173" y="2514"/>
                  <a:pt x="42107" y="2514"/>
                </a:cubicBezTo>
                <a:cubicBezTo>
                  <a:pt x="42095" y="2514"/>
                  <a:pt x="42083" y="2517"/>
                  <a:pt x="42069" y="2524"/>
                </a:cubicBezTo>
                <a:lnTo>
                  <a:pt x="42038" y="2554"/>
                </a:lnTo>
                <a:cubicBezTo>
                  <a:pt x="41977" y="2584"/>
                  <a:pt x="41886" y="2736"/>
                  <a:pt x="41825" y="2736"/>
                </a:cubicBezTo>
                <a:cubicBezTo>
                  <a:pt x="41785" y="2736"/>
                  <a:pt x="41663" y="2763"/>
                  <a:pt x="41596" y="2763"/>
                </a:cubicBezTo>
                <a:cubicBezTo>
                  <a:pt x="41562" y="2763"/>
                  <a:pt x="41542" y="2757"/>
                  <a:pt x="41552" y="2736"/>
                </a:cubicBezTo>
                <a:cubicBezTo>
                  <a:pt x="41552" y="2676"/>
                  <a:pt x="41370" y="2676"/>
                  <a:pt x="41278" y="2676"/>
                </a:cubicBezTo>
                <a:lnTo>
                  <a:pt x="40974" y="2706"/>
                </a:lnTo>
                <a:lnTo>
                  <a:pt x="40974" y="2858"/>
                </a:lnTo>
                <a:lnTo>
                  <a:pt x="40974" y="2949"/>
                </a:lnTo>
                <a:cubicBezTo>
                  <a:pt x="40731" y="2919"/>
                  <a:pt x="40518" y="2858"/>
                  <a:pt x="40306" y="2767"/>
                </a:cubicBezTo>
                <a:cubicBezTo>
                  <a:pt x="40282" y="2763"/>
                  <a:pt x="40258" y="2761"/>
                  <a:pt x="40234" y="2761"/>
                </a:cubicBezTo>
                <a:cubicBezTo>
                  <a:pt x="40077" y="2761"/>
                  <a:pt x="39929" y="2844"/>
                  <a:pt x="39850" y="2949"/>
                </a:cubicBezTo>
                <a:lnTo>
                  <a:pt x="39637" y="2767"/>
                </a:lnTo>
                <a:lnTo>
                  <a:pt x="39607" y="2736"/>
                </a:lnTo>
                <a:cubicBezTo>
                  <a:pt x="39485" y="2797"/>
                  <a:pt x="39394" y="2858"/>
                  <a:pt x="39303" y="2919"/>
                </a:cubicBezTo>
                <a:lnTo>
                  <a:pt x="39272" y="2919"/>
                </a:lnTo>
                <a:lnTo>
                  <a:pt x="39090" y="2949"/>
                </a:lnTo>
                <a:cubicBezTo>
                  <a:pt x="38847" y="2919"/>
                  <a:pt x="38603" y="2888"/>
                  <a:pt x="38391" y="2828"/>
                </a:cubicBezTo>
                <a:lnTo>
                  <a:pt x="38239" y="2888"/>
                </a:lnTo>
                <a:cubicBezTo>
                  <a:pt x="38087" y="2980"/>
                  <a:pt x="37965" y="3071"/>
                  <a:pt x="37844" y="3162"/>
                </a:cubicBezTo>
                <a:lnTo>
                  <a:pt x="37783" y="3223"/>
                </a:lnTo>
                <a:cubicBezTo>
                  <a:pt x="37631" y="3344"/>
                  <a:pt x="37448" y="3405"/>
                  <a:pt x="37266" y="3435"/>
                </a:cubicBezTo>
                <a:lnTo>
                  <a:pt x="37236" y="3253"/>
                </a:lnTo>
                <a:lnTo>
                  <a:pt x="37205" y="3162"/>
                </a:lnTo>
                <a:cubicBezTo>
                  <a:pt x="37205" y="3096"/>
                  <a:pt x="37174" y="3046"/>
                  <a:pt x="37111" y="3046"/>
                </a:cubicBezTo>
                <a:cubicBezTo>
                  <a:pt x="37086" y="3046"/>
                  <a:pt x="37057" y="3054"/>
                  <a:pt x="37023" y="3071"/>
                </a:cubicBezTo>
                <a:lnTo>
                  <a:pt x="36962" y="3040"/>
                </a:lnTo>
                <a:lnTo>
                  <a:pt x="36871" y="2980"/>
                </a:lnTo>
                <a:cubicBezTo>
                  <a:pt x="36780" y="3071"/>
                  <a:pt x="36689" y="3132"/>
                  <a:pt x="36597" y="3162"/>
                </a:cubicBezTo>
                <a:lnTo>
                  <a:pt x="36415" y="3162"/>
                </a:lnTo>
                <a:cubicBezTo>
                  <a:pt x="36308" y="3126"/>
                  <a:pt x="36201" y="3112"/>
                  <a:pt x="36095" y="3112"/>
                </a:cubicBezTo>
                <a:cubicBezTo>
                  <a:pt x="36019" y="3112"/>
                  <a:pt x="35943" y="3119"/>
                  <a:pt x="35868" y="3132"/>
                </a:cubicBezTo>
                <a:cubicBezTo>
                  <a:pt x="35777" y="3132"/>
                  <a:pt x="35503" y="3192"/>
                  <a:pt x="35412" y="3192"/>
                </a:cubicBezTo>
                <a:lnTo>
                  <a:pt x="35047" y="3192"/>
                </a:lnTo>
                <a:lnTo>
                  <a:pt x="34926" y="3284"/>
                </a:lnTo>
                <a:lnTo>
                  <a:pt x="34804" y="3284"/>
                </a:lnTo>
                <a:cubicBezTo>
                  <a:pt x="34782" y="3219"/>
                  <a:pt x="34746" y="3200"/>
                  <a:pt x="34706" y="3200"/>
                </a:cubicBezTo>
                <a:cubicBezTo>
                  <a:pt x="34650" y="3200"/>
                  <a:pt x="34589" y="3236"/>
                  <a:pt x="34555" y="3236"/>
                </a:cubicBezTo>
                <a:cubicBezTo>
                  <a:pt x="34544" y="3236"/>
                  <a:pt x="34535" y="3232"/>
                  <a:pt x="34530" y="3223"/>
                </a:cubicBezTo>
                <a:cubicBezTo>
                  <a:pt x="34524" y="3216"/>
                  <a:pt x="34512" y="3214"/>
                  <a:pt x="34497" y="3214"/>
                </a:cubicBezTo>
                <a:cubicBezTo>
                  <a:pt x="34454" y="3214"/>
                  <a:pt x="34384" y="3232"/>
                  <a:pt x="34321" y="3232"/>
                </a:cubicBezTo>
                <a:cubicBezTo>
                  <a:pt x="34298" y="3232"/>
                  <a:pt x="34276" y="3229"/>
                  <a:pt x="34257" y="3223"/>
                </a:cubicBezTo>
                <a:cubicBezTo>
                  <a:pt x="34235" y="3214"/>
                  <a:pt x="34217" y="3210"/>
                  <a:pt x="34200" y="3210"/>
                </a:cubicBezTo>
                <a:cubicBezTo>
                  <a:pt x="34103" y="3210"/>
                  <a:pt x="34092" y="3344"/>
                  <a:pt x="34014" y="3344"/>
                </a:cubicBezTo>
                <a:lnTo>
                  <a:pt x="33771" y="3314"/>
                </a:lnTo>
                <a:lnTo>
                  <a:pt x="33649" y="3375"/>
                </a:lnTo>
                <a:lnTo>
                  <a:pt x="33619" y="3405"/>
                </a:lnTo>
                <a:cubicBezTo>
                  <a:pt x="33406" y="3344"/>
                  <a:pt x="33193" y="3284"/>
                  <a:pt x="32980" y="3284"/>
                </a:cubicBezTo>
                <a:cubicBezTo>
                  <a:pt x="32798" y="3284"/>
                  <a:pt x="32646" y="3314"/>
                  <a:pt x="32616" y="3314"/>
                </a:cubicBezTo>
                <a:lnTo>
                  <a:pt x="32616" y="3435"/>
                </a:lnTo>
                <a:cubicBezTo>
                  <a:pt x="32494" y="3405"/>
                  <a:pt x="32403" y="3344"/>
                  <a:pt x="32281" y="3344"/>
                </a:cubicBezTo>
                <a:lnTo>
                  <a:pt x="32251" y="3344"/>
                </a:lnTo>
                <a:lnTo>
                  <a:pt x="32008" y="3527"/>
                </a:lnTo>
                <a:cubicBezTo>
                  <a:pt x="31925" y="3508"/>
                  <a:pt x="31839" y="3498"/>
                  <a:pt x="31754" y="3498"/>
                </a:cubicBezTo>
                <a:cubicBezTo>
                  <a:pt x="31558" y="3498"/>
                  <a:pt x="31366" y="3552"/>
                  <a:pt x="31217" y="3679"/>
                </a:cubicBezTo>
                <a:cubicBezTo>
                  <a:pt x="31171" y="3772"/>
                  <a:pt x="31124" y="3811"/>
                  <a:pt x="31092" y="3811"/>
                </a:cubicBezTo>
                <a:cubicBezTo>
                  <a:pt x="31081" y="3811"/>
                  <a:pt x="31073" y="3807"/>
                  <a:pt x="31065" y="3800"/>
                </a:cubicBezTo>
                <a:lnTo>
                  <a:pt x="31065" y="3770"/>
                </a:lnTo>
                <a:lnTo>
                  <a:pt x="31096" y="3587"/>
                </a:lnTo>
                <a:cubicBezTo>
                  <a:pt x="31031" y="3555"/>
                  <a:pt x="30955" y="3546"/>
                  <a:pt x="30879" y="3546"/>
                </a:cubicBezTo>
                <a:cubicBezTo>
                  <a:pt x="30775" y="3546"/>
                  <a:pt x="30672" y="3564"/>
                  <a:pt x="30603" y="3564"/>
                </a:cubicBezTo>
                <a:cubicBezTo>
                  <a:pt x="30581" y="3564"/>
                  <a:pt x="30563" y="3562"/>
                  <a:pt x="30549" y="3557"/>
                </a:cubicBezTo>
                <a:cubicBezTo>
                  <a:pt x="30488" y="3542"/>
                  <a:pt x="30435" y="3534"/>
                  <a:pt x="30381" y="3534"/>
                </a:cubicBezTo>
                <a:cubicBezTo>
                  <a:pt x="30328" y="3534"/>
                  <a:pt x="30275" y="3542"/>
                  <a:pt x="30214" y="3557"/>
                </a:cubicBezTo>
                <a:cubicBezTo>
                  <a:pt x="30205" y="3562"/>
                  <a:pt x="30193" y="3563"/>
                  <a:pt x="30178" y="3563"/>
                </a:cubicBezTo>
                <a:cubicBezTo>
                  <a:pt x="30119" y="3563"/>
                  <a:pt x="30026" y="3536"/>
                  <a:pt x="29966" y="3536"/>
                </a:cubicBezTo>
                <a:cubicBezTo>
                  <a:pt x="29939" y="3536"/>
                  <a:pt x="29918" y="3541"/>
                  <a:pt x="29910" y="3557"/>
                </a:cubicBezTo>
                <a:cubicBezTo>
                  <a:pt x="29910" y="3618"/>
                  <a:pt x="29880" y="3648"/>
                  <a:pt x="29850" y="3648"/>
                </a:cubicBezTo>
                <a:lnTo>
                  <a:pt x="29819" y="3648"/>
                </a:lnTo>
                <a:lnTo>
                  <a:pt x="29546" y="3587"/>
                </a:lnTo>
                <a:lnTo>
                  <a:pt x="28907" y="3800"/>
                </a:lnTo>
                <a:lnTo>
                  <a:pt x="28846" y="3861"/>
                </a:lnTo>
                <a:cubicBezTo>
                  <a:pt x="28755" y="3831"/>
                  <a:pt x="28664" y="3800"/>
                  <a:pt x="28603" y="3739"/>
                </a:cubicBezTo>
                <a:lnTo>
                  <a:pt x="27995" y="3739"/>
                </a:lnTo>
                <a:cubicBezTo>
                  <a:pt x="27904" y="3770"/>
                  <a:pt x="27783" y="3770"/>
                  <a:pt x="27752" y="3800"/>
                </a:cubicBezTo>
                <a:cubicBezTo>
                  <a:pt x="27710" y="3863"/>
                  <a:pt x="27669" y="3882"/>
                  <a:pt x="27627" y="3882"/>
                </a:cubicBezTo>
                <a:cubicBezTo>
                  <a:pt x="27557" y="3882"/>
                  <a:pt x="27487" y="3827"/>
                  <a:pt x="27417" y="3827"/>
                </a:cubicBezTo>
                <a:cubicBezTo>
                  <a:pt x="27407" y="3827"/>
                  <a:pt x="27397" y="3828"/>
                  <a:pt x="27387" y="3831"/>
                </a:cubicBezTo>
                <a:lnTo>
                  <a:pt x="27236" y="3861"/>
                </a:lnTo>
                <a:cubicBezTo>
                  <a:pt x="26962" y="3922"/>
                  <a:pt x="26719" y="4013"/>
                  <a:pt x="26506" y="4165"/>
                </a:cubicBezTo>
                <a:lnTo>
                  <a:pt x="26202" y="4104"/>
                </a:lnTo>
                <a:lnTo>
                  <a:pt x="26172" y="4104"/>
                </a:lnTo>
                <a:cubicBezTo>
                  <a:pt x="26143" y="4104"/>
                  <a:pt x="26007" y="4320"/>
                  <a:pt x="25915" y="4320"/>
                </a:cubicBezTo>
                <a:cubicBezTo>
                  <a:pt x="25909" y="4320"/>
                  <a:pt x="25903" y="4319"/>
                  <a:pt x="25898" y="4317"/>
                </a:cubicBezTo>
                <a:cubicBezTo>
                  <a:pt x="25777" y="4287"/>
                  <a:pt x="25685" y="4074"/>
                  <a:pt x="25685" y="4013"/>
                </a:cubicBezTo>
                <a:cubicBezTo>
                  <a:pt x="25685" y="4004"/>
                  <a:pt x="25670" y="4000"/>
                  <a:pt x="25647" y="4000"/>
                </a:cubicBezTo>
                <a:cubicBezTo>
                  <a:pt x="25592" y="4000"/>
                  <a:pt x="25494" y="4022"/>
                  <a:pt x="25473" y="4043"/>
                </a:cubicBezTo>
                <a:cubicBezTo>
                  <a:pt x="25461" y="4049"/>
                  <a:pt x="25446" y="4052"/>
                  <a:pt x="25429" y="4052"/>
                </a:cubicBezTo>
                <a:cubicBezTo>
                  <a:pt x="25358" y="4052"/>
                  <a:pt x="25254" y="4007"/>
                  <a:pt x="25229" y="3983"/>
                </a:cubicBezTo>
                <a:cubicBezTo>
                  <a:pt x="25017" y="3983"/>
                  <a:pt x="24865" y="4043"/>
                  <a:pt x="24713" y="4165"/>
                </a:cubicBezTo>
                <a:lnTo>
                  <a:pt x="23345" y="4165"/>
                </a:lnTo>
                <a:lnTo>
                  <a:pt x="23162" y="4347"/>
                </a:lnTo>
                <a:cubicBezTo>
                  <a:pt x="23102" y="4347"/>
                  <a:pt x="23071" y="4347"/>
                  <a:pt x="23041" y="4317"/>
                </a:cubicBezTo>
                <a:cubicBezTo>
                  <a:pt x="23015" y="4264"/>
                  <a:pt x="23034" y="4189"/>
                  <a:pt x="22942" y="4189"/>
                </a:cubicBezTo>
                <a:cubicBezTo>
                  <a:pt x="22927" y="4189"/>
                  <a:pt x="22910" y="4191"/>
                  <a:pt x="22889" y="4195"/>
                </a:cubicBezTo>
                <a:cubicBezTo>
                  <a:pt x="22859" y="4195"/>
                  <a:pt x="22828" y="4287"/>
                  <a:pt x="22767" y="4317"/>
                </a:cubicBezTo>
                <a:cubicBezTo>
                  <a:pt x="22676" y="4378"/>
                  <a:pt x="22585" y="4408"/>
                  <a:pt x="22463" y="4439"/>
                </a:cubicBezTo>
                <a:lnTo>
                  <a:pt x="22068" y="4439"/>
                </a:lnTo>
                <a:cubicBezTo>
                  <a:pt x="21987" y="4439"/>
                  <a:pt x="21906" y="4493"/>
                  <a:pt x="21816" y="4493"/>
                </a:cubicBezTo>
                <a:cubicBezTo>
                  <a:pt x="21771" y="4493"/>
                  <a:pt x="21724" y="4479"/>
                  <a:pt x="21673" y="4439"/>
                </a:cubicBezTo>
                <a:cubicBezTo>
                  <a:pt x="21582" y="4439"/>
                  <a:pt x="21369" y="4530"/>
                  <a:pt x="21217" y="4591"/>
                </a:cubicBezTo>
                <a:lnTo>
                  <a:pt x="21035" y="4530"/>
                </a:lnTo>
                <a:cubicBezTo>
                  <a:pt x="20974" y="4499"/>
                  <a:pt x="20852" y="4469"/>
                  <a:pt x="20822" y="4469"/>
                </a:cubicBezTo>
                <a:cubicBezTo>
                  <a:pt x="20731" y="4515"/>
                  <a:pt x="20624" y="4522"/>
                  <a:pt x="20518" y="4522"/>
                </a:cubicBezTo>
                <a:cubicBezTo>
                  <a:pt x="20465" y="4522"/>
                  <a:pt x="20412" y="4520"/>
                  <a:pt x="20360" y="4520"/>
                </a:cubicBezTo>
                <a:cubicBezTo>
                  <a:pt x="20309" y="4520"/>
                  <a:pt x="20260" y="4522"/>
                  <a:pt x="20214" y="4530"/>
                </a:cubicBezTo>
                <a:cubicBezTo>
                  <a:pt x="20184" y="4530"/>
                  <a:pt x="20153" y="4560"/>
                  <a:pt x="20153" y="4560"/>
                </a:cubicBezTo>
                <a:lnTo>
                  <a:pt x="20123" y="4743"/>
                </a:lnTo>
                <a:cubicBezTo>
                  <a:pt x="19849" y="4651"/>
                  <a:pt x="19576" y="4591"/>
                  <a:pt x="19272" y="4591"/>
                </a:cubicBezTo>
                <a:lnTo>
                  <a:pt x="19029" y="4773"/>
                </a:lnTo>
                <a:lnTo>
                  <a:pt x="18968" y="4834"/>
                </a:lnTo>
                <a:cubicBezTo>
                  <a:pt x="18846" y="4803"/>
                  <a:pt x="18725" y="4743"/>
                  <a:pt x="18634" y="4682"/>
                </a:cubicBezTo>
                <a:lnTo>
                  <a:pt x="18573" y="4621"/>
                </a:lnTo>
                <a:lnTo>
                  <a:pt x="18390" y="4712"/>
                </a:lnTo>
                <a:lnTo>
                  <a:pt x="18299" y="4743"/>
                </a:lnTo>
                <a:cubicBezTo>
                  <a:pt x="18290" y="4747"/>
                  <a:pt x="18282" y="4749"/>
                  <a:pt x="18273" y="4749"/>
                </a:cubicBezTo>
                <a:cubicBezTo>
                  <a:pt x="18242" y="4749"/>
                  <a:pt x="18216" y="4721"/>
                  <a:pt x="18178" y="4721"/>
                </a:cubicBezTo>
                <a:cubicBezTo>
                  <a:pt x="18160" y="4721"/>
                  <a:pt x="18141" y="4727"/>
                  <a:pt x="18117" y="4743"/>
                </a:cubicBezTo>
                <a:cubicBezTo>
                  <a:pt x="18056" y="4803"/>
                  <a:pt x="18026" y="4894"/>
                  <a:pt x="17965" y="4925"/>
                </a:cubicBezTo>
                <a:cubicBezTo>
                  <a:pt x="17919" y="4940"/>
                  <a:pt x="17874" y="4948"/>
                  <a:pt x="17828" y="4948"/>
                </a:cubicBezTo>
                <a:cubicBezTo>
                  <a:pt x="17782" y="4948"/>
                  <a:pt x="17737" y="4940"/>
                  <a:pt x="17691" y="4925"/>
                </a:cubicBezTo>
                <a:lnTo>
                  <a:pt x="17630" y="4894"/>
                </a:lnTo>
                <a:cubicBezTo>
                  <a:pt x="17621" y="4875"/>
                  <a:pt x="17605" y="4865"/>
                  <a:pt x="17587" y="4865"/>
                </a:cubicBezTo>
                <a:cubicBezTo>
                  <a:pt x="17548" y="4865"/>
                  <a:pt x="17499" y="4912"/>
                  <a:pt x="17478" y="5016"/>
                </a:cubicBezTo>
                <a:lnTo>
                  <a:pt x="17296" y="4955"/>
                </a:lnTo>
                <a:lnTo>
                  <a:pt x="17235" y="4955"/>
                </a:lnTo>
                <a:cubicBezTo>
                  <a:pt x="17114" y="4925"/>
                  <a:pt x="17023" y="4894"/>
                  <a:pt x="16901" y="4894"/>
                </a:cubicBezTo>
                <a:lnTo>
                  <a:pt x="16901" y="4925"/>
                </a:lnTo>
                <a:cubicBezTo>
                  <a:pt x="16871" y="5046"/>
                  <a:pt x="16749" y="5046"/>
                  <a:pt x="16658" y="5046"/>
                </a:cubicBezTo>
                <a:lnTo>
                  <a:pt x="16232" y="5046"/>
                </a:lnTo>
                <a:cubicBezTo>
                  <a:pt x="16141" y="5046"/>
                  <a:pt x="16019" y="5077"/>
                  <a:pt x="15959" y="5168"/>
                </a:cubicBezTo>
                <a:lnTo>
                  <a:pt x="15898" y="5229"/>
                </a:lnTo>
                <a:lnTo>
                  <a:pt x="15594" y="5229"/>
                </a:lnTo>
                <a:cubicBezTo>
                  <a:pt x="15533" y="5229"/>
                  <a:pt x="15442" y="5198"/>
                  <a:pt x="15412" y="5107"/>
                </a:cubicBezTo>
                <a:cubicBezTo>
                  <a:pt x="15412" y="5088"/>
                  <a:pt x="15403" y="5081"/>
                  <a:pt x="15390" y="5081"/>
                </a:cubicBezTo>
                <a:cubicBezTo>
                  <a:pt x="15361" y="5081"/>
                  <a:pt x="15311" y="5117"/>
                  <a:pt x="15290" y="5138"/>
                </a:cubicBezTo>
                <a:cubicBezTo>
                  <a:pt x="15290" y="5150"/>
                  <a:pt x="15279" y="5155"/>
                  <a:pt x="15262" y="5155"/>
                </a:cubicBezTo>
                <a:cubicBezTo>
                  <a:pt x="15215" y="5155"/>
                  <a:pt x="15122" y="5120"/>
                  <a:pt x="15075" y="5120"/>
                </a:cubicBezTo>
                <a:cubicBezTo>
                  <a:pt x="15058" y="5120"/>
                  <a:pt x="15047" y="5125"/>
                  <a:pt x="15047" y="5138"/>
                </a:cubicBezTo>
                <a:cubicBezTo>
                  <a:pt x="15047" y="5176"/>
                  <a:pt x="15036" y="5193"/>
                  <a:pt x="15017" y="5193"/>
                </a:cubicBezTo>
                <a:cubicBezTo>
                  <a:pt x="14991" y="5193"/>
                  <a:pt x="14948" y="5160"/>
                  <a:pt x="14895" y="5107"/>
                </a:cubicBezTo>
                <a:lnTo>
                  <a:pt x="14682" y="5198"/>
                </a:lnTo>
                <a:cubicBezTo>
                  <a:pt x="14647" y="5222"/>
                  <a:pt x="14608" y="5232"/>
                  <a:pt x="14568" y="5232"/>
                </a:cubicBezTo>
                <a:cubicBezTo>
                  <a:pt x="14502" y="5232"/>
                  <a:pt x="14434" y="5206"/>
                  <a:pt x="14378" y="5168"/>
                </a:cubicBezTo>
                <a:lnTo>
                  <a:pt x="14257" y="5077"/>
                </a:lnTo>
                <a:cubicBezTo>
                  <a:pt x="14230" y="5155"/>
                  <a:pt x="14069" y="5302"/>
                  <a:pt x="14025" y="5302"/>
                </a:cubicBezTo>
                <a:cubicBezTo>
                  <a:pt x="14017" y="5302"/>
                  <a:pt x="14013" y="5298"/>
                  <a:pt x="14013" y="5290"/>
                </a:cubicBezTo>
                <a:cubicBezTo>
                  <a:pt x="14013" y="5268"/>
                  <a:pt x="14007" y="5260"/>
                  <a:pt x="13995" y="5260"/>
                </a:cubicBezTo>
                <a:cubicBezTo>
                  <a:pt x="13962" y="5260"/>
                  <a:pt x="13891" y="5324"/>
                  <a:pt x="13827" y="5324"/>
                </a:cubicBezTo>
                <a:cubicBezTo>
                  <a:pt x="13818" y="5324"/>
                  <a:pt x="13809" y="5323"/>
                  <a:pt x="13801" y="5320"/>
                </a:cubicBezTo>
                <a:cubicBezTo>
                  <a:pt x="13649" y="5259"/>
                  <a:pt x="13497" y="5229"/>
                  <a:pt x="13314" y="5198"/>
                </a:cubicBezTo>
                <a:cubicBezTo>
                  <a:pt x="13162" y="5259"/>
                  <a:pt x="12980" y="5290"/>
                  <a:pt x="12828" y="5320"/>
                </a:cubicBezTo>
                <a:lnTo>
                  <a:pt x="12646" y="5350"/>
                </a:lnTo>
                <a:lnTo>
                  <a:pt x="12433" y="5350"/>
                </a:lnTo>
                <a:cubicBezTo>
                  <a:pt x="12352" y="5377"/>
                  <a:pt x="12150" y="5477"/>
                  <a:pt x="12064" y="5477"/>
                </a:cubicBezTo>
                <a:cubicBezTo>
                  <a:pt x="12053" y="5477"/>
                  <a:pt x="12044" y="5475"/>
                  <a:pt x="12038" y="5472"/>
                </a:cubicBezTo>
                <a:cubicBezTo>
                  <a:pt x="12031" y="5469"/>
                  <a:pt x="12021" y="5467"/>
                  <a:pt x="12008" y="5467"/>
                </a:cubicBezTo>
                <a:cubicBezTo>
                  <a:pt x="11923" y="5467"/>
                  <a:pt x="11721" y="5538"/>
                  <a:pt x="11599" y="5538"/>
                </a:cubicBezTo>
                <a:cubicBezTo>
                  <a:pt x="11581" y="5538"/>
                  <a:pt x="11565" y="5536"/>
                  <a:pt x="11551" y="5533"/>
                </a:cubicBezTo>
                <a:cubicBezTo>
                  <a:pt x="11430" y="5502"/>
                  <a:pt x="11308" y="5502"/>
                  <a:pt x="11187" y="5502"/>
                </a:cubicBezTo>
                <a:cubicBezTo>
                  <a:pt x="11156" y="5533"/>
                  <a:pt x="11035" y="5654"/>
                  <a:pt x="10974" y="5654"/>
                </a:cubicBezTo>
                <a:cubicBezTo>
                  <a:pt x="10941" y="5646"/>
                  <a:pt x="10909" y="5642"/>
                  <a:pt x="10877" y="5642"/>
                </a:cubicBezTo>
                <a:cubicBezTo>
                  <a:pt x="10789" y="5642"/>
                  <a:pt x="10706" y="5671"/>
                  <a:pt x="10639" y="5715"/>
                </a:cubicBezTo>
                <a:lnTo>
                  <a:pt x="10518" y="5776"/>
                </a:lnTo>
                <a:cubicBezTo>
                  <a:pt x="10518" y="5776"/>
                  <a:pt x="10487" y="5746"/>
                  <a:pt x="10457" y="5746"/>
                </a:cubicBezTo>
                <a:cubicBezTo>
                  <a:pt x="10342" y="5714"/>
                  <a:pt x="10223" y="5697"/>
                  <a:pt x="10105" y="5697"/>
                </a:cubicBezTo>
                <a:cubicBezTo>
                  <a:pt x="9882" y="5697"/>
                  <a:pt x="9664" y="5758"/>
                  <a:pt x="9484" y="5898"/>
                </a:cubicBezTo>
                <a:lnTo>
                  <a:pt x="9454" y="5898"/>
                </a:lnTo>
                <a:cubicBezTo>
                  <a:pt x="9450" y="5902"/>
                  <a:pt x="9439" y="5904"/>
                  <a:pt x="9424" y="5904"/>
                </a:cubicBezTo>
                <a:cubicBezTo>
                  <a:pt x="9332" y="5904"/>
                  <a:pt x="9072" y="5837"/>
                  <a:pt x="8968" y="5837"/>
                </a:cubicBezTo>
                <a:lnTo>
                  <a:pt x="8117" y="5837"/>
                </a:lnTo>
                <a:lnTo>
                  <a:pt x="7873" y="5958"/>
                </a:lnTo>
                <a:cubicBezTo>
                  <a:pt x="7738" y="6043"/>
                  <a:pt x="7603" y="6062"/>
                  <a:pt x="7463" y="6062"/>
                </a:cubicBezTo>
                <a:cubicBezTo>
                  <a:pt x="7351" y="6062"/>
                  <a:pt x="7235" y="6050"/>
                  <a:pt x="7114" y="6050"/>
                </a:cubicBezTo>
                <a:cubicBezTo>
                  <a:pt x="7114" y="6050"/>
                  <a:pt x="7083" y="5989"/>
                  <a:pt x="7083" y="5958"/>
                </a:cubicBezTo>
                <a:cubicBezTo>
                  <a:pt x="7064" y="5892"/>
                  <a:pt x="7045" y="5870"/>
                  <a:pt x="7025" y="5870"/>
                </a:cubicBezTo>
                <a:cubicBezTo>
                  <a:pt x="6983" y="5870"/>
                  <a:pt x="6933" y="5961"/>
                  <a:pt x="6861" y="5961"/>
                </a:cubicBezTo>
                <a:cubicBezTo>
                  <a:pt x="6854" y="5961"/>
                  <a:pt x="6847" y="5960"/>
                  <a:pt x="6840" y="5958"/>
                </a:cubicBezTo>
                <a:lnTo>
                  <a:pt x="6749" y="5928"/>
                </a:lnTo>
                <a:lnTo>
                  <a:pt x="6749" y="5928"/>
                </a:lnTo>
                <a:cubicBezTo>
                  <a:pt x="6779" y="6050"/>
                  <a:pt x="6232" y="6110"/>
                  <a:pt x="6019" y="6141"/>
                </a:cubicBezTo>
                <a:cubicBezTo>
                  <a:pt x="5970" y="6149"/>
                  <a:pt x="5919" y="6153"/>
                  <a:pt x="5867" y="6153"/>
                </a:cubicBezTo>
                <a:cubicBezTo>
                  <a:pt x="5725" y="6153"/>
                  <a:pt x="5575" y="6124"/>
                  <a:pt x="5442" y="6080"/>
                </a:cubicBezTo>
                <a:cubicBezTo>
                  <a:pt x="5438" y="6076"/>
                  <a:pt x="5432" y="6074"/>
                  <a:pt x="5425" y="6074"/>
                </a:cubicBezTo>
                <a:cubicBezTo>
                  <a:pt x="5379" y="6074"/>
                  <a:pt x="5281" y="6149"/>
                  <a:pt x="5229" y="6201"/>
                </a:cubicBezTo>
                <a:cubicBezTo>
                  <a:pt x="5220" y="6210"/>
                  <a:pt x="5209" y="6214"/>
                  <a:pt x="5197" y="6214"/>
                </a:cubicBezTo>
                <a:cubicBezTo>
                  <a:pt x="5168" y="6214"/>
                  <a:pt x="5138" y="6193"/>
                  <a:pt x="5138" y="6171"/>
                </a:cubicBezTo>
                <a:cubicBezTo>
                  <a:pt x="5130" y="6164"/>
                  <a:pt x="5117" y="6160"/>
                  <a:pt x="5099" y="6160"/>
                </a:cubicBezTo>
                <a:cubicBezTo>
                  <a:pt x="5047" y="6160"/>
                  <a:pt x="4955" y="6194"/>
                  <a:pt x="4864" y="6262"/>
                </a:cubicBezTo>
                <a:lnTo>
                  <a:pt x="4743" y="6323"/>
                </a:lnTo>
                <a:cubicBezTo>
                  <a:pt x="4682" y="6353"/>
                  <a:pt x="4591" y="6384"/>
                  <a:pt x="4560" y="6384"/>
                </a:cubicBezTo>
                <a:lnTo>
                  <a:pt x="4530" y="6353"/>
                </a:lnTo>
                <a:cubicBezTo>
                  <a:pt x="4514" y="6338"/>
                  <a:pt x="4492" y="6330"/>
                  <a:pt x="4466" y="6330"/>
                </a:cubicBezTo>
                <a:cubicBezTo>
                  <a:pt x="4391" y="6330"/>
                  <a:pt x="4278" y="6393"/>
                  <a:pt x="4165" y="6505"/>
                </a:cubicBezTo>
                <a:lnTo>
                  <a:pt x="3952" y="6566"/>
                </a:lnTo>
                <a:cubicBezTo>
                  <a:pt x="3831" y="6581"/>
                  <a:pt x="3709" y="6589"/>
                  <a:pt x="3591" y="6589"/>
                </a:cubicBezTo>
                <a:cubicBezTo>
                  <a:pt x="3474" y="6589"/>
                  <a:pt x="3360" y="6581"/>
                  <a:pt x="3253" y="6566"/>
                </a:cubicBezTo>
                <a:lnTo>
                  <a:pt x="3041" y="6475"/>
                </a:lnTo>
                <a:lnTo>
                  <a:pt x="2797" y="6688"/>
                </a:lnTo>
                <a:cubicBezTo>
                  <a:pt x="2788" y="6697"/>
                  <a:pt x="2780" y="6700"/>
                  <a:pt x="2771" y="6700"/>
                </a:cubicBezTo>
                <a:cubicBezTo>
                  <a:pt x="2749" y="6700"/>
                  <a:pt x="2728" y="6679"/>
                  <a:pt x="2706" y="6657"/>
                </a:cubicBezTo>
                <a:lnTo>
                  <a:pt x="2645" y="6627"/>
                </a:lnTo>
                <a:cubicBezTo>
                  <a:pt x="2630" y="6612"/>
                  <a:pt x="2615" y="6604"/>
                  <a:pt x="2600" y="6604"/>
                </a:cubicBezTo>
                <a:cubicBezTo>
                  <a:pt x="2585" y="6604"/>
                  <a:pt x="2569" y="6612"/>
                  <a:pt x="2554" y="6627"/>
                </a:cubicBezTo>
                <a:lnTo>
                  <a:pt x="2372" y="6657"/>
                </a:lnTo>
                <a:cubicBezTo>
                  <a:pt x="2463" y="6749"/>
                  <a:pt x="2341" y="6840"/>
                  <a:pt x="2129" y="6840"/>
                </a:cubicBezTo>
                <a:lnTo>
                  <a:pt x="1855" y="6840"/>
                </a:lnTo>
                <a:cubicBezTo>
                  <a:pt x="1734" y="6840"/>
                  <a:pt x="1642" y="6901"/>
                  <a:pt x="1551" y="6992"/>
                </a:cubicBezTo>
                <a:cubicBezTo>
                  <a:pt x="1551" y="7053"/>
                  <a:pt x="1642" y="7144"/>
                  <a:pt x="1764" y="7205"/>
                </a:cubicBezTo>
                <a:lnTo>
                  <a:pt x="1885" y="7265"/>
                </a:lnTo>
                <a:lnTo>
                  <a:pt x="1916" y="7265"/>
                </a:lnTo>
                <a:cubicBezTo>
                  <a:pt x="1916" y="7326"/>
                  <a:pt x="1855" y="7357"/>
                  <a:pt x="1794" y="7357"/>
                </a:cubicBezTo>
                <a:cubicBezTo>
                  <a:pt x="1734" y="7357"/>
                  <a:pt x="1703" y="7326"/>
                  <a:pt x="1673" y="7296"/>
                </a:cubicBezTo>
                <a:lnTo>
                  <a:pt x="1551" y="7296"/>
                </a:lnTo>
                <a:lnTo>
                  <a:pt x="1430" y="7326"/>
                </a:lnTo>
                <a:cubicBezTo>
                  <a:pt x="1369" y="7235"/>
                  <a:pt x="1095" y="7144"/>
                  <a:pt x="1095" y="7083"/>
                </a:cubicBezTo>
                <a:cubicBezTo>
                  <a:pt x="1089" y="7070"/>
                  <a:pt x="1067" y="7064"/>
                  <a:pt x="1037" y="7064"/>
                </a:cubicBezTo>
                <a:cubicBezTo>
                  <a:pt x="928" y="7064"/>
                  <a:pt x="704" y="7140"/>
                  <a:pt x="609" y="7235"/>
                </a:cubicBezTo>
                <a:cubicBezTo>
                  <a:pt x="518" y="7296"/>
                  <a:pt x="487" y="7448"/>
                  <a:pt x="518" y="7569"/>
                </a:cubicBezTo>
                <a:lnTo>
                  <a:pt x="730" y="7417"/>
                </a:lnTo>
                <a:cubicBezTo>
                  <a:pt x="791" y="7478"/>
                  <a:pt x="882" y="7509"/>
                  <a:pt x="943" y="7569"/>
                </a:cubicBezTo>
                <a:lnTo>
                  <a:pt x="974" y="7600"/>
                </a:lnTo>
                <a:cubicBezTo>
                  <a:pt x="1004" y="7660"/>
                  <a:pt x="578" y="7782"/>
                  <a:pt x="518" y="7812"/>
                </a:cubicBezTo>
                <a:cubicBezTo>
                  <a:pt x="366" y="7904"/>
                  <a:pt x="244" y="7995"/>
                  <a:pt x="92" y="8086"/>
                </a:cubicBezTo>
                <a:cubicBezTo>
                  <a:pt x="31" y="8147"/>
                  <a:pt x="31" y="8238"/>
                  <a:pt x="62" y="8299"/>
                </a:cubicBezTo>
                <a:lnTo>
                  <a:pt x="62" y="8360"/>
                </a:lnTo>
                <a:lnTo>
                  <a:pt x="62" y="8390"/>
                </a:lnTo>
                <a:cubicBezTo>
                  <a:pt x="1" y="8420"/>
                  <a:pt x="153" y="8481"/>
                  <a:pt x="183" y="8481"/>
                </a:cubicBezTo>
                <a:cubicBezTo>
                  <a:pt x="244" y="8512"/>
                  <a:pt x="305" y="8967"/>
                  <a:pt x="426" y="9089"/>
                </a:cubicBezTo>
                <a:cubicBezTo>
                  <a:pt x="548" y="9241"/>
                  <a:pt x="548" y="9454"/>
                  <a:pt x="426" y="9636"/>
                </a:cubicBezTo>
                <a:lnTo>
                  <a:pt x="275" y="9697"/>
                </a:lnTo>
                <a:cubicBezTo>
                  <a:pt x="123" y="9788"/>
                  <a:pt x="123" y="9849"/>
                  <a:pt x="275" y="9940"/>
                </a:cubicBezTo>
                <a:lnTo>
                  <a:pt x="335" y="9971"/>
                </a:lnTo>
                <a:cubicBezTo>
                  <a:pt x="396" y="10001"/>
                  <a:pt x="366" y="10092"/>
                  <a:pt x="335" y="10123"/>
                </a:cubicBezTo>
                <a:cubicBezTo>
                  <a:pt x="305" y="10153"/>
                  <a:pt x="305" y="10183"/>
                  <a:pt x="366" y="10214"/>
                </a:cubicBezTo>
                <a:lnTo>
                  <a:pt x="426" y="10214"/>
                </a:lnTo>
                <a:cubicBezTo>
                  <a:pt x="518" y="10275"/>
                  <a:pt x="609" y="10305"/>
                  <a:pt x="730" y="10305"/>
                </a:cubicBezTo>
                <a:lnTo>
                  <a:pt x="913" y="10275"/>
                </a:lnTo>
                <a:cubicBezTo>
                  <a:pt x="933" y="10356"/>
                  <a:pt x="967" y="10383"/>
                  <a:pt x="987" y="10383"/>
                </a:cubicBezTo>
                <a:cubicBezTo>
                  <a:pt x="997" y="10383"/>
                  <a:pt x="1004" y="10376"/>
                  <a:pt x="1004" y="10366"/>
                </a:cubicBezTo>
                <a:cubicBezTo>
                  <a:pt x="1012" y="10358"/>
                  <a:pt x="1036" y="10354"/>
                  <a:pt x="1066" y="10354"/>
                </a:cubicBezTo>
                <a:cubicBezTo>
                  <a:pt x="1149" y="10354"/>
                  <a:pt x="1286" y="10382"/>
                  <a:pt x="1308" y="10426"/>
                </a:cubicBezTo>
                <a:cubicBezTo>
                  <a:pt x="1326" y="10462"/>
                  <a:pt x="1364" y="10477"/>
                  <a:pt x="1393" y="10477"/>
                </a:cubicBezTo>
                <a:cubicBezTo>
                  <a:pt x="1414" y="10477"/>
                  <a:pt x="1430" y="10469"/>
                  <a:pt x="1430" y="10457"/>
                </a:cubicBezTo>
                <a:cubicBezTo>
                  <a:pt x="1430" y="10453"/>
                  <a:pt x="1433" y="10451"/>
                  <a:pt x="1439" y="10451"/>
                </a:cubicBezTo>
                <a:cubicBezTo>
                  <a:pt x="1478" y="10451"/>
                  <a:pt x="1636" y="10534"/>
                  <a:pt x="1794" y="10639"/>
                </a:cubicBezTo>
                <a:lnTo>
                  <a:pt x="1946" y="10578"/>
                </a:lnTo>
                <a:lnTo>
                  <a:pt x="2098" y="10548"/>
                </a:lnTo>
                <a:cubicBezTo>
                  <a:pt x="2189" y="10609"/>
                  <a:pt x="2372" y="10700"/>
                  <a:pt x="2463" y="10730"/>
                </a:cubicBezTo>
                <a:lnTo>
                  <a:pt x="2493" y="10700"/>
                </a:lnTo>
                <a:cubicBezTo>
                  <a:pt x="2566" y="10645"/>
                  <a:pt x="2650" y="10634"/>
                  <a:pt x="2739" y="10634"/>
                </a:cubicBezTo>
                <a:cubicBezTo>
                  <a:pt x="2797" y="10634"/>
                  <a:pt x="2858" y="10639"/>
                  <a:pt x="2919" y="10639"/>
                </a:cubicBezTo>
                <a:cubicBezTo>
                  <a:pt x="3314" y="10670"/>
                  <a:pt x="3679" y="10700"/>
                  <a:pt x="4074" y="10730"/>
                </a:cubicBezTo>
                <a:lnTo>
                  <a:pt x="4408" y="10761"/>
                </a:lnTo>
                <a:cubicBezTo>
                  <a:pt x="4545" y="10776"/>
                  <a:pt x="4689" y="10784"/>
                  <a:pt x="4834" y="10784"/>
                </a:cubicBezTo>
                <a:cubicBezTo>
                  <a:pt x="4978" y="10784"/>
                  <a:pt x="5123" y="10776"/>
                  <a:pt x="5259" y="10761"/>
                </a:cubicBezTo>
                <a:lnTo>
                  <a:pt x="5290" y="10791"/>
                </a:lnTo>
                <a:lnTo>
                  <a:pt x="5381" y="10822"/>
                </a:lnTo>
                <a:lnTo>
                  <a:pt x="5715" y="10730"/>
                </a:lnTo>
                <a:lnTo>
                  <a:pt x="5837" y="10791"/>
                </a:lnTo>
                <a:cubicBezTo>
                  <a:pt x="5898" y="10822"/>
                  <a:pt x="5989" y="10822"/>
                  <a:pt x="6050" y="10822"/>
                </a:cubicBezTo>
                <a:lnTo>
                  <a:pt x="6232" y="10822"/>
                </a:lnTo>
                <a:cubicBezTo>
                  <a:pt x="6445" y="10822"/>
                  <a:pt x="6688" y="10852"/>
                  <a:pt x="6901" y="10882"/>
                </a:cubicBezTo>
                <a:lnTo>
                  <a:pt x="7053" y="10822"/>
                </a:lnTo>
                <a:cubicBezTo>
                  <a:pt x="7083" y="10806"/>
                  <a:pt x="7121" y="10806"/>
                  <a:pt x="7155" y="10806"/>
                </a:cubicBezTo>
                <a:cubicBezTo>
                  <a:pt x="7190" y="10806"/>
                  <a:pt x="7220" y="10806"/>
                  <a:pt x="7235" y="10791"/>
                </a:cubicBezTo>
                <a:cubicBezTo>
                  <a:pt x="7311" y="10761"/>
                  <a:pt x="7387" y="10746"/>
                  <a:pt x="7459" y="10746"/>
                </a:cubicBezTo>
                <a:cubicBezTo>
                  <a:pt x="7531" y="10746"/>
                  <a:pt x="7600" y="10761"/>
                  <a:pt x="7661" y="10791"/>
                </a:cubicBezTo>
                <a:lnTo>
                  <a:pt x="7782" y="10791"/>
                </a:lnTo>
                <a:cubicBezTo>
                  <a:pt x="7854" y="10734"/>
                  <a:pt x="7946" y="10704"/>
                  <a:pt x="8043" y="10704"/>
                </a:cubicBezTo>
                <a:cubicBezTo>
                  <a:pt x="8150" y="10704"/>
                  <a:pt x="8264" y="10741"/>
                  <a:pt x="8360" y="10822"/>
                </a:cubicBezTo>
                <a:cubicBezTo>
                  <a:pt x="8368" y="10817"/>
                  <a:pt x="8376" y="10816"/>
                  <a:pt x="8385" y="10816"/>
                </a:cubicBezTo>
                <a:cubicBezTo>
                  <a:pt x="8437" y="10816"/>
                  <a:pt x="8486" y="10891"/>
                  <a:pt x="8512" y="10943"/>
                </a:cubicBezTo>
                <a:cubicBezTo>
                  <a:pt x="8515" y="10946"/>
                  <a:pt x="8521" y="10948"/>
                  <a:pt x="8530" y="10948"/>
                </a:cubicBezTo>
                <a:cubicBezTo>
                  <a:pt x="8599" y="10948"/>
                  <a:pt x="8826" y="10845"/>
                  <a:pt x="8907" y="10791"/>
                </a:cubicBezTo>
                <a:cubicBezTo>
                  <a:pt x="8968" y="10730"/>
                  <a:pt x="9028" y="10700"/>
                  <a:pt x="9120" y="10670"/>
                </a:cubicBezTo>
                <a:cubicBezTo>
                  <a:pt x="9150" y="10670"/>
                  <a:pt x="9180" y="10670"/>
                  <a:pt x="9180" y="10700"/>
                </a:cubicBezTo>
                <a:lnTo>
                  <a:pt x="9180" y="10791"/>
                </a:lnTo>
                <a:cubicBezTo>
                  <a:pt x="9180" y="10822"/>
                  <a:pt x="9211" y="10882"/>
                  <a:pt x="9302" y="10882"/>
                </a:cubicBezTo>
                <a:lnTo>
                  <a:pt x="9332" y="10852"/>
                </a:lnTo>
                <a:cubicBezTo>
                  <a:pt x="9363" y="10837"/>
                  <a:pt x="9401" y="10829"/>
                  <a:pt x="9439" y="10829"/>
                </a:cubicBezTo>
                <a:cubicBezTo>
                  <a:pt x="9477" y="10829"/>
                  <a:pt x="9515" y="10837"/>
                  <a:pt x="9545" y="10852"/>
                </a:cubicBezTo>
                <a:lnTo>
                  <a:pt x="9697" y="10943"/>
                </a:lnTo>
                <a:cubicBezTo>
                  <a:pt x="9829" y="11022"/>
                  <a:pt x="9596" y="11101"/>
                  <a:pt x="9432" y="11101"/>
                </a:cubicBezTo>
                <a:cubicBezTo>
                  <a:pt x="9407" y="11101"/>
                  <a:pt x="9383" y="11099"/>
                  <a:pt x="9363" y="11095"/>
                </a:cubicBezTo>
                <a:cubicBezTo>
                  <a:pt x="9330" y="11087"/>
                  <a:pt x="9300" y="11083"/>
                  <a:pt x="9271" y="11083"/>
                </a:cubicBezTo>
                <a:cubicBezTo>
                  <a:pt x="9192" y="11083"/>
                  <a:pt x="9126" y="11111"/>
                  <a:pt x="9059" y="11156"/>
                </a:cubicBezTo>
                <a:cubicBezTo>
                  <a:pt x="9028" y="11186"/>
                  <a:pt x="9028" y="11278"/>
                  <a:pt x="8998" y="11308"/>
                </a:cubicBezTo>
                <a:cubicBezTo>
                  <a:pt x="8998" y="11317"/>
                  <a:pt x="8990" y="11321"/>
                  <a:pt x="8977" y="11321"/>
                </a:cubicBezTo>
                <a:cubicBezTo>
                  <a:pt x="8945" y="11321"/>
                  <a:pt x="8880" y="11299"/>
                  <a:pt x="8816" y="11278"/>
                </a:cubicBezTo>
                <a:lnTo>
                  <a:pt x="8755" y="11247"/>
                </a:lnTo>
                <a:lnTo>
                  <a:pt x="8725" y="11247"/>
                </a:lnTo>
                <a:cubicBezTo>
                  <a:pt x="8664" y="11278"/>
                  <a:pt x="8664" y="11338"/>
                  <a:pt x="8694" y="11369"/>
                </a:cubicBezTo>
                <a:cubicBezTo>
                  <a:pt x="8725" y="11369"/>
                  <a:pt x="8542" y="11399"/>
                  <a:pt x="8451" y="11399"/>
                </a:cubicBezTo>
                <a:cubicBezTo>
                  <a:pt x="8390" y="11399"/>
                  <a:pt x="8299" y="11278"/>
                  <a:pt x="8299" y="11217"/>
                </a:cubicBezTo>
                <a:cubicBezTo>
                  <a:pt x="8289" y="11197"/>
                  <a:pt x="8279" y="11186"/>
                  <a:pt x="8269" y="11186"/>
                </a:cubicBezTo>
                <a:cubicBezTo>
                  <a:pt x="8248" y="11186"/>
                  <a:pt x="8228" y="11227"/>
                  <a:pt x="8208" y="11308"/>
                </a:cubicBezTo>
                <a:lnTo>
                  <a:pt x="8177" y="11308"/>
                </a:lnTo>
                <a:lnTo>
                  <a:pt x="7965" y="11338"/>
                </a:lnTo>
                <a:cubicBezTo>
                  <a:pt x="8025" y="11490"/>
                  <a:pt x="8086" y="11612"/>
                  <a:pt x="8117" y="11764"/>
                </a:cubicBezTo>
                <a:cubicBezTo>
                  <a:pt x="8117" y="11785"/>
                  <a:pt x="8105" y="11796"/>
                  <a:pt x="8084" y="11796"/>
                </a:cubicBezTo>
                <a:cubicBezTo>
                  <a:pt x="8044" y="11796"/>
                  <a:pt x="7972" y="11762"/>
                  <a:pt x="7873" y="11703"/>
                </a:cubicBezTo>
                <a:lnTo>
                  <a:pt x="7752" y="11825"/>
                </a:lnTo>
                <a:lnTo>
                  <a:pt x="7691" y="11855"/>
                </a:lnTo>
                <a:cubicBezTo>
                  <a:pt x="7509" y="11764"/>
                  <a:pt x="7600" y="11521"/>
                  <a:pt x="7661" y="11399"/>
                </a:cubicBezTo>
                <a:cubicBezTo>
                  <a:pt x="7696" y="11363"/>
                  <a:pt x="7699" y="11351"/>
                  <a:pt x="7688" y="11351"/>
                </a:cubicBezTo>
                <a:cubicBezTo>
                  <a:pt x="7670" y="11351"/>
                  <a:pt x="7618" y="11381"/>
                  <a:pt x="7600" y="11399"/>
                </a:cubicBezTo>
                <a:cubicBezTo>
                  <a:pt x="7596" y="11403"/>
                  <a:pt x="7589" y="11404"/>
                  <a:pt x="7578" y="11404"/>
                </a:cubicBezTo>
                <a:cubicBezTo>
                  <a:pt x="7515" y="11404"/>
                  <a:pt x="7338" y="11351"/>
                  <a:pt x="7211" y="11351"/>
                </a:cubicBezTo>
                <a:cubicBezTo>
                  <a:pt x="7172" y="11351"/>
                  <a:pt x="7139" y="11356"/>
                  <a:pt x="7114" y="11369"/>
                </a:cubicBezTo>
                <a:cubicBezTo>
                  <a:pt x="6992" y="11399"/>
                  <a:pt x="6931" y="11490"/>
                  <a:pt x="6870" y="11582"/>
                </a:cubicBezTo>
                <a:cubicBezTo>
                  <a:pt x="6870" y="11587"/>
                  <a:pt x="6873" y="11589"/>
                  <a:pt x="6879" y="11589"/>
                </a:cubicBezTo>
                <a:cubicBezTo>
                  <a:pt x="6904" y="11589"/>
                  <a:pt x="6983" y="11535"/>
                  <a:pt x="7083" y="11460"/>
                </a:cubicBezTo>
                <a:lnTo>
                  <a:pt x="7205" y="11612"/>
                </a:lnTo>
                <a:lnTo>
                  <a:pt x="7235" y="11673"/>
                </a:lnTo>
                <a:cubicBezTo>
                  <a:pt x="7266" y="11733"/>
                  <a:pt x="7205" y="11794"/>
                  <a:pt x="7144" y="11794"/>
                </a:cubicBezTo>
                <a:lnTo>
                  <a:pt x="6992" y="11794"/>
                </a:lnTo>
                <a:cubicBezTo>
                  <a:pt x="6962" y="11794"/>
                  <a:pt x="6901" y="11855"/>
                  <a:pt x="6901" y="11946"/>
                </a:cubicBezTo>
                <a:lnTo>
                  <a:pt x="6779" y="11916"/>
                </a:lnTo>
                <a:lnTo>
                  <a:pt x="6658" y="11855"/>
                </a:lnTo>
                <a:cubicBezTo>
                  <a:pt x="6658" y="11789"/>
                  <a:pt x="6579" y="11739"/>
                  <a:pt x="6500" y="11739"/>
                </a:cubicBezTo>
                <a:cubicBezTo>
                  <a:pt x="6470" y="11739"/>
                  <a:pt x="6440" y="11747"/>
                  <a:pt x="6414" y="11764"/>
                </a:cubicBezTo>
                <a:lnTo>
                  <a:pt x="6323" y="11825"/>
                </a:lnTo>
                <a:cubicBezTo>
                  <a:pt x="6293" y="11825"/>
                  <a:pt x="6232" y="11825"/>
                  <a:pt x="6202" y="11794"/>
                </a:cubicBezTo>
                <a:lnTo>
                  <a:pt x="6202" y="11703"/>
                </a:lnTo>
                <a:lnTo>
                  <a:pt x="6232" y="11673"/>
                </a:lnTo>
                <a:cubicBezTo>
                  <a:pt x="6202" y="11612"/>
                  <a:pt x="6202" y="11551"/>
                  <a:pt x="6171" y="11521"/>
                </a:cubicBezTo>
                <a:cubicBezTo>
                  <a:pt x="6171" y="11513"/>
                  <a:pt x="6170" y="11510"/>
                  <a:pt x="6167" y="11510"/>
                </a:cubicBezTo>
                <a:cubicBezTo>
                  <a:pt x="6150" y="11510"/>
                  <a:pt x="6080" y="11680"/>
                  <a:pt x="6080" y="11733"/>
                </a:cubicBezTo>
                <a:cubicBezTo>
                  <a:pt x="6080" y="11764"/>
                  <a:pt x="5776" y="11855"/>
                  <a:pt x="5685" y="11916"/>
                </a:cubicBezTo>
                <a:cubicBezTo>
                  <a:pt x="5624" y="11946"/>
                  <a:pt x="5563" y="11977"/>
                  <a:pt x="5533" y="12037"/>
                </a:cubicBezTo>
                <a:cubicBezTo>
                  <a:pt x="5594" y="12068"/>
                  <a:pt x="5685" y="12068"/>
                  <a:pt x="5776" y="12098"/>
                </a:cubicBezTo>
                <a:cubicBezTo>
                  <a:pt x="5837" y="12098"/>
                  <a:pt x="5898" y="12220"/>
                  <a:pt x="5898" y="12281"/>
                </a:cubicBezTo>
                <a:cubicBezTo>
                  <a:pt x="5898" y="12296"/>
                  <a:pt x="5875" y="12303"/>
                  <a:pt x="5841" y="12303"/>
                </a:cubicBezTo>
                <a:cubicBezTo>
                  <a:pt x="5807" y="12303"/>
                  <a:pt x="5761" y="12296"/>
                  <a:pt x="5715" y="12281"/>
                </a:cubicBezTo>
                <a:lnTo>
                  <a:pt x="5594" y="12281"/>
                </a:lnTo>
                <a:cubicBezTo>
                  <a:pt x="5563" y="12281"/>
                  <a:pt x="5533" y="12372"/>
                  <a:pt x="5563" y="12402"/>
                </a:cubicBezTo>
                <a:lnTo>
                  <a:pt x="5594" y="12402"/>
                </a:lnTo>
                <a:cubicBezTo>
                  <a:pt x="5634" y="12410"/>
                  <a:pt x="5675" y="12414"/>
                  <a:pt x="5716" y="12414"/>
                </a:cubicBezTo>
                <a:cubicBezTo>
                  <a:pt x="5827" y="12414"/>
                  <a:pt x="5938" y="12386"/>
                  <a:pt x="6050" y="12341"/>
                </a:cubicBezTo>
                <a:lnTo>
                  <a:pt x="6414" y="12341"/>
                </a:lnTo>
                <a:cubicBezTo>
                  <a:pt x="6354" y="12220"/>
                  <a:pt x="6232" y="12129"/>
                  <a:pt x="6080" y="12068"/>
                </a:cubicBezTo>
                <a:cubicBezTo>
                  <a:pt x="6019" y="12068"/>
                  <a:pt x="6080" y="11977"/>
                  <a:pt x="6110" y="11946"/>
                </a:cubicBezTo>
                <a:cubicBezTo>
                  <a:pt x="6141" y="11946"/>
                  <a:pt x="6262" y="12068"/>
                  <a:pt x="6323" y="12098"/>
                </a:cubicBezTo>
                <a:cubicBezTo>
                  <a:pt x="6384" y="12129"/>
                  <a:pt x="6445" y="12341"/>
                  <a:pt x="6506" y="12402"/>
                </a:cubicBezTo>
                <a:cubicBezTo>
                  <a:pt x="6627" y="12463"/>
                  <a:pt x="6749" y="12493"/>
                  <a:pt x="6901" y="12493"/>
                </a:cubicBezTo>
                <a:cubicBezTo>
                  <a:pt x="6962" y="12493"/>
                  <a:pt x="7022" y="12676"/>
                  <a:pt x="7022" y="12737"/>
                </a:cubicBezTo>
                <a:cubicBezTo>
                  <a:pt x="7022" y="12772"/>
                  <a:pt x="6981" y="12787"/>
                  <a:pt x="6922" y="12787"/>
                </a:cubicBezTo>
                <a:cubicBezTo>
                  <a:pt x="6880" y="12787"/>
                  <a:pt x="6830" y="12780"/>
                  <a:pt x="6779" y="12767"/>
                </a:cubicBezTo>
                <a:lnTo>
                  <a:pt x="6749" y="12645"/>
                </a:lnTo>
                <a:lnTo>
                  <a:pt x="6718" y="12554"/>
                </a:lnTo>
                <a:cubicBezTo>
                  <a:pt x="6536" y="12554"/>
                  <a:pt x="6354" y="12554"/>
                  <a:pt x="6202" y="12493"/>
                </a:cubicBezTo>
                <a:lnTo>
                  <a:pt x="6202" y="12493"/>
                </a:lnTo>
                <a:lnTo>
                  <a:pt x="6232" y="12737"/>
                </a:lnTo>
                <a:cubicBezTo>
                  <a:pt x="6232" y="12767"/>
                  <a:pt x="6202" y="12828"/>
                  <a:pt x="6171" y="12828"/>
                </a:cubicBezTo>
                <a:lnTo>
                  <a:pt x="5837" y="12828"/>
                </a:lnTo>
                <a:cubicBezTo>
                  <a:pt x="5533" y="12980"/>
                  <a:pt x="5351" y="13162"/>
                  <a:pt x="5411" y="13253"/>
                </a:cubicBezTo>
                <a:lnTo>
                  <a:pt x="5442" y="13253"/>
                </a:lnTo>
                <a:lnTo>
                  <a:pt x="5655" y="13192"/>
                </a:lnTo>
                <a:cubicBezTo>
                  <a:pt x="5682" y="13179"/>
                  <a:pt x="5711" y="13172"/>
                  <a:pt x="5741" y="13172"/>
                </a:cubicBezTo>
                <a:cubicBezTo>
                  <a:pt x="5902" y="13172"/>
                  <a:pt x="6062" y="13363"/>
                  <a:pt x="5959" y="13466"/>
                </a:cubicBezTo>
                <a:cubicBezTo>
                  <a:pt x="5867" y="13557"/>
                  <a:pt x="5959" y="13618"/>
                  <a:pt x="6019" y="13618"/>
                </a:cubicBezTo>
                <a:cubicBezTo>
                  <a:pt x="6080" y="13618"/>
                  <a:pt x="6110" y="13466"/>
                  <a:pt x="6110" y="13405"/>
                </a:cubicBezTo>
                <a:cubicBezTo>
                  <a:pt x="6110" y="13344"/>
                  <a:pt x="6232" y="13253"/>
                  <a:pt x="6384" y="13223"/>
                </a:cubicBezTo>
                <a:lnTo>
                  <a:pt x="6506" y="13192"/>
                </a:lnTo>
                <a:cubicBezTo>
                  <a:pt x="6566" y="13192"/>
                  <a:pt x="6597" y="13192"/>
                  <a:pt x="6627" y="13223"/>
                </a:cubicBezTo>
                <a:cubicBezTo>
                  <a:pt x="6627" y="13284"/>
                  <a:pt x="6627" y="13314"/>
                  <a:pt x="6597" y="13344"/>
                </a:cubicBezTo>
                <a:cubicBezTo>
                  <a:pt x="6571" y="13337"/>
                  <a:pt x="6547" y="13334"/>
                  <a:pt x="6526" y="13334"/>
                </a:cubicBezTo>
                <a:cubicBezTo>
                  <a:pt x="6375" y="13334"/>
                  <a:pt x="6339" y="13504"/>
                  <a:pt x="6232" y="13557"/>
                </a:cubicBezTo>
                <a:lnTo>
                  <a:pt x="6202" y="13557"/>
                </a:lnTo>
                <a:cubicBezTo>
                  <a:pt x="6171" y="13588"/>
                  <a:pt x="6232" y="13618"/>
                  <a:pt x="6323" y="13679"/>
                </a:cubicBezTo>
                <a:lnTo>
                  <a:pt x="6354" y="13648"/>
                </a:lnTo>
                <a:lnTo>
                  <a:pt x="6627" y="13527"/>
                </a:lnTo>
                <a:lnTo>
                  <a:pt x="6627" y="13527"/>
                </a:lnTo>
                <a:cubicBezTo>
                  <a:pt x="6627" y="13648"/>
                  <a:pt x="6566" y="13770"/>
                  <a:pt x="6445" y="13831"/>
                </a:cubicBezTo>
                <a:cubicBezTo>
                  <a:pt x="6384" y="13861"/>
                  <a:pt x="6566" y="14044"/>
                  <a:pt x="6658" y="14044"/>
                </a:cubicBezTo>
                <a:cubicBezTo>
                  <a:pt x="6749" y="14013"/>
                  <a:pt x="6779" y="13861"/>
                  <a:pt x="6749" y="13800"/>
                </a:cubicBezTo>
                <a:cubicBezTo>
                  <a:pt x="6740" y="13783"/>
                  <a:pt x="6765" y="13776"/>
                  <a:pt x="6807" y="13776"/>
                </a:cubicBezTo>
                <a:cubicBezTo>
                  <a:pt x="6915" y="13776"/>
                  <a:pt x="7139" y="13826"/>
                  <a:pt x="7205" y="13892"/>
                </a:cubicBezTo>
                <a:cubicBezTo>
                  <a:pt x="7326" y="13952"/>
                  <a:pt x="7205" y="14135"/>
                  <a:pt x="7144" y="14165"/>
                </a:cubicBezTo>
                <a:cubicBezTo>
                  <a:pt x="7083" y="14196"/>
                  <a:pt x="7205" y="14256"/>
                  <a:pt x="7266" y="14256"/>
                </a:cubicBezTo>
                <a:cubicBezTo>
                  <a:pt x="7296" y="14256"/>
                  <a:pt x="7326" y="14287"/>
                  <a:pt x="7387" y="14317"/>
                </a:cubicBezTo>
                <a:cubicBezTo>
                  <a:pt x="7296" y="14317"/>
                  <a:pt x="7205" y="14348"/>
                  <a:pt x="7114" y="14348"/>
                </a:cubicBezTo>
                <a:cubicBezTo>
                  <a:pt x="7022" y="14348"/>
                  <a:pt x="6962" y="14439"/>
                  <a:pt x="6962" y="14499"/>
                </a:cubicBezTo>
                <a:lnTo>
                  <a:pt x="6931" y="14560"/>
                </a:lnTo>
                <a:lnTo>
                  <a:pt x="6870" y="14651"/>
                </a:lnTo>
                <a:cubicBezTo>
                  <a:pt x="6817" y="14687"/>
                  <a:pt x="6753" y="14702"/>
                  <a:pt x="6685" y="14702"/>
                </a:cubicBezTo>
                <a:cubicBezTo>
                  <a:pt x="6637" y="14702"/>
                  <a:pt x="6586" y="14694"/>
                  <a:pt x="6536" y="14682"/>
                </a:cubicBezTo>
                <a:lnTo>
                  <a:pt x="6475" y="14651"/>
                </a:lnTo>
                <a:cubicBezTo>
                  <a:pt x="6414" y="14591"/>
                  <a:pt x="6323" y="14530"/>
                  <a:pt x="6354" y="14469"/>
                </a:cubicBezTo>
                <a:cubicBezTo>
                  <a:pt x="6378" y="14433"/>
                  <a:pt x="6406" y="14421"/>
                  <a:pt x="6436" y="14421"/>
                </a:cubicBezTo>
                <a:cubicBezTo>
                  <a:pt x="6481" y="14421"/>
                  <a:pt x="6529" y="14451"/>
                  <a:pt x="6566" y="14469"/>
                </a:cubicBezTo>
                <a:cubicBezTo>
                  <a:pt x="6593" y="14478"/>
                  <a:pt x="6617" y="14482"/>
                  <a:pt x="6639" y="14482"/>
                </a:cubicBezTo>
                <a:cubicBezTo>
                  <a:pt x="6693" y="14482"/>
                  <a:pt x="6736" y="14460"/>
                  <a:pt x="6779" y="14439"/>
                </a:cubicBezTo>
                <a:lnTo>
                  <a:pt x="6901" y="14378"/>
                </a:lnTo>
                <a:cubicBezTo>
                  <a:pt x="6901" y="14287"/>
                  <a:pt x="6840" y="14226"/>
                  <a:pt x="6749" y="14165"/>
                </a:cubicBezTo>
                <a:cubicBezTo>
                  <a:pt x="6658" y="14226"/>
                  <a:pt x="6597" y="14317"/>
                  <a:pt x="6566" y="14408"/>
                </a:cubicBezTo>
                <a:lnTo>
                  <a:pt x="6384" y="14256"/>
                </a:lnTo>
                <a:cubicBezTo>
                  <a:pt x="6354" y="14256"/>
                  <a:pt x="6293" y="14317"/>
                  <a:pt x="6232" y="14348"/>
                </a:cubicBezTo>
                <a:cubicBezTo>
                  <a:pt x="6202" y="14348"/>
                  <a:pt x="6141" y="14378"/>
                  <a:pt x="6110" y="14408"/>
                </a:cubicBezTo>
                <a:lnTo>
                  <a:pt x="6080" y="14408"/>
                </a:lnTo>
                <a:cubicBezTo>
                  <a:pt x="6080" y="14439"/>
                  <a:pt x="6323" y="14560"/>
                  <a:pt x="6384" y="14651"/>
                </a:cubicBezTo>
                <a:cubicBezTo>
                  <a:pt x="6414" y="14743"/>
                  <a:pt x="6171" y="14834"/>
                  <a:pt x="6080" y="14834"/>
                </a:cubicBezTo>
                <a:cubicBezTo>
                  <a:pt x="5930" y="14855"/>
                  <a:pt x="5764" y="14877"/>
                  <a:pt x="5594" y="14877"/>
                </a:cubicBezTo>
                <a:cubicBezTo>
                  <a:pt x="5523" y="14877"/>
                  <a:pt x="5452" y="14873"/>
                  <a:pt x="5381" y="14864"/>
                </a:cubicBezTo>
                <a:cubicBezTo>
                  <a:pt x="5320" y="14834"/>
                  <a:pt x="5252" y="14819"/>
                  <a:pt x="5195" y="14819"/>
                </a:cubicBezTo>
                <a:cubicBezTo>
                  <a:pt x="5138" y="14819"/>
                  <a:pt x="5092" y="14834"/>
                  <a:pt x="5077" y="14864"/>
                </a:cubicBezTo>
                <a:lnTo>
                  <a:pt x="5016" y="14925"/>
                </a:lnTo>
                <a:lnTo>
                  <a:pt x="4986" y="14955"/>
                </a:lnTo>
                <a:cubicBezTo>
                  <a:pt x="4925" y="14955"/>
                  <a:pt x="4864" y="14925"/>
                  <a:pt x="4834" y="14895"/>
                </a:cubicBezTo>
                <a:lnTo>
                  <a:pt x="4834" y="14834"/>
                </a:lnTo>
                <a:cubicBezTo>
                  <a:pt x="4834" y="14803"/>
                  <a:pt x="4864" y="14743"/>
                  <a:pt x="4864" y="14743"/>
                </a:cubicBezTo>
                <a:cubicBezTo>
                  <a:pt x="4682" y="14560"/>
                  <a:pt x="4864" y="14560"/>
                  <a:pt x="5047" y="14560"/>
                </a:cubicBezTo>
                <a:cubicBezTo>
                  <a:pt x="5077" y="14530"/>
                  <a:pt x="4955" y="14469"/>
                  <a:pt x="4925" y="14439"/>
                </a:cubicBezTo>
                <a:cubicBezTo>
                  <a:pt x="4914" y="14433"/>
                  <a:pt x="4903" y="14431"/>
                  <a:pt x="4890" y="14431"/>
                </a:cubicBezTo>
                <a:cubicBezTo>
                  <a:pt x="4833" y="14431"/>
                  <a:pt x="4762" y="14485"/>
                  <a:pt x="4712" y="14560"/>
                </a:cubicBezTo>
                <a:lnTo>
                  <a:pt x="4682" y="14621"/>
                </a:lnTo>
                <a:lnTo>
                  <a:pt x="4621" y="14682"/>
                </a:lnTo>
                <a:cubicBezTo>
                  <a:pt x="4530" y="14743"/>
                  <a:pt x="4621" y="14834"/>
                  <a:pt x="4651" y="14834"/>
                </a:cubicBezTo>
                <a:cubicBezTo>
                  <a:pt x="4682" y="14864"/>
                  <a:pt x="4651" y="14925"/>
                  <a:pt x="4651" y="14925"/>
                </a:cubicBezTo>
                <a:cubicBezTo>
                  <a:pt x="4621" y="14955"/>
                  <a:pt x="4530" y="15107"/>
                  <a:pt x="4560" y="15107"/>
                </a:cubicBezTo>
                <a:cubicBezTo>
                  <a:pt x="4621" y="15138"/>
                  <a:pt x="4591" y="15259"/>
                  <a:pt x="4500" y="15381"/>
                </a:cubicBezTo>
                <a:lnTo>
                  <a:pt x="4530" y="15411"/>
                </a:lnTo>
                <a:cubicBezTo>
                  <a:pt x="4560" y="15503"/>
                  <a:pt x="4560" y="15563"/>
                  <a:pt x="4500" y="15594"/>
                </a:cubicBezTo>
                <a:cubicBezTo>
                  <a:pt x="4439" y="15655"/>
                  <a:pt x="4439" y="15715"/>
                  <a:pt x="4500" y="15746"/>
                </a:cubicBezTo>
                <a:cubicBezTo>
                  <a:pt x="4560" y="15776"/>
                  <a:pt x="4651" y="15806"/>
                  <a:pt x="4560" y="15898"/>
                </a:cubicBezTo>
                <a:lnTo>
                  <a:pt x="4408" y="16050"/>
                </a:lnTo>
                <a:cubicBezTo>
                  <a:pt x="4500" y="16110"/>
                  <a:pt x="4621" y="16171"/>
                  <a:pt x="4773" y="16171"/>
                </a:cubicBezTo>
                <a:cubicBezTo>
                  <a:pt x="4803" y="16171"/>
                  <a:pt x="4803" y="16110"/>
                  <a:pt x="4803" y="16019"/>
                </a:cubicBezTo>
                <a:lnTo>
                  <a:pt x="4955" y="16110"/>
                </a:lnTo>
                <a:lnTo>
                  <a:pt x="5077" y="16202"/>
                </a:lnTo>
                <a:cubicBezTo>
                  <a:pt x="5259" y="16202"/>
                  <a:pt x="5472" y="16141"/>
                  <a:pt x="5655" y="16050"/>
                </a:cubicBezTo>
                <a:lnTo>
                  <a:pt x="5807" y="15989"/>
                </a:lnTo>
                <a:lnTo>
                  <a:pt x="5807" y="15989"/>
                </a:lnTo>
                <a:cubicBezTo>
                  <a:pt x="5837" y="16019"/>
                  <a:pt x="5563" y="16354"/>
                  <a:pt x="5351" y="16354"/>
                </a:cubicBezTo>
                <a:cubicBezTo>
                  <a:pt x="5138" y="16354"/>
                  <a:pt x="5047" y="16414"/>
                  <a:pt x="5168" y="16506"/>
                </a:cubicBezTo>
                <a:lnTo>
                  <a:pt x="5047" y="16597"/>
                </a:lnTo>
                <a:cubicBezTo>
                  <a:pt x="4986" y="16658"/>
                  <a:pt x="4803" y="16658"/>
                  <a:pt x="4803" y="16810"/>
                </a:cubicBezTo>
                <a:lnTo>
                  <a:pt x="4803" y="16840"/>
                </a:lnTo>
                <a:cubicBezTo>
                  <a:pt x="4712" y="16810"/>
                  <a:pt x="4651" y="16749"/>
                  <a:pt x="4591" y="16658"/>
                </a:cubicBezTo>
                <a:cubicBezTo>
                  <a:pt x="4591" y="16658"/>
                  <a:pt x="4550" y="16644"/>
                  <a:pt x="4487" y="16644"/>
                </a:cubicBezTo>
                <a:cubicBezTo>
                  <a:pt x="4456" y="16644"/>
                  <a:pt x="4418" y="16647"/>
                  <a:pt x="4378" y="16658"/>
                </a:cubicBezTo>
                <a:lnTo>
                  <a:pt x="4287" y="16688"/>
                </a:lnTo>
                <a:cubicBezTo>
                  <a:pt x="4256" y="16688"/>
                  <a:pt x="4226" y="16718"/>
                  <a:pt x="4226" y="16749"/>
                </a:cubicBezTo>
                <a:cubicBezTo>
                  <a:pt x="4226" y="16779"/>
                  <a:pt x="4256" y="16840"/>
                  <a:pt x="4287" y="16840"/>
                </a:cubicBezTo>
                <a:cubicBezTo>
                  <a:pt x="4500" y="16870"/>
                  <a:pt x="4439" y="16962"/>
                  <a:pt x="4348" y="17022"/>
                </a:cubicBezTo>
                <a:lnTo>
                  <a:pt x="4287" y="17053"/>
                </a:lnTo>
                <a:cubicBezTo>
                  <a:pt x="4226" y="17083"/>
                  <a:pt x="4287" y="17205"/>
                  <a:pt x="4317" y="17235"/>
                </a:cubicBezTo>
                <a:cubicBezTo>
                  <a:pt x="4348" y="17235"/>
                  <a:pt x="4439" y="17174"/>
                  <a:pt x="4500" y="17053"/>
                </a:cubicBezTo>
                <a:lnTo>
                  <a:pt x="4651" y="17174"/>
                </a:lnTo>
                <a:lnTo>
                  <a:pt x="4712" y="17205"/>
                </a:lnTo>
                <a:cubicBezTo>
                  <a:pt x="4803" y="17296"/>
                  <a:pt x="4651" y="17569"/>
                  <a:pt x="4682" y="17630"/>
                </a:cubicBezTo>
                <a:cubicBezTo>
                  <a:pt x="4712" y="17721"/>
                  <a:pt x="4925" y="17721"/>
                  <a:pt x="4986" y="17721"/>
                </a:cubicBezTo>
                <a:cubicBezTo>
                  <a:pt x="5047" y="17706"/>
                  <a:pt x="5100" y="17699"/>
                  <a:pt x="5153" y="17699"/>
                </a:cubicBezTo>
                <a:cubicBezTo>
                  <a:pt x="5206" y="17699"/>
                  <a:pt x="5259" y="17706"/>
                  <a:pt x="5320" y="17721"/>
                </a:cubicBezTo>
                <a:cubicBezTo>
                  <a:pt x="5326" y="17724"/>
                  <a:pt x="5331" y="17725"/>
                  <a:pt x="5336" y="17725"/>
                </a:cubicBezTo>
                <a:cubicBezTo>
                  <a:pt x="5391" y="17725"/>
                  <a:pt x="5442" y="17592"/>
                  <a:pt x="5442" y="17509"/>
                </a:cubicBezTo>
                <a:cubicBezTo>
                  <a:pt x="5442" y="17499"/>
                  <a:pt x="5449" y="17495"/>
                  <a:pt x="5462" y="17495"/>
                </a:cubicBezTo>
                <a:cubicBezTo>
                  <a:pt x="5529" y="17495"/>
                  <a:pt x="5736" y="17614"/>
                  <a:pt x="5685" y="17691"/>
                </a:cubicBezTo>
                <a:cubicBezTo>
                  <a:pt x="5655" y="17782"/>
                  <a:pt x="5807" y="17782"/>
                  <a:pt x="5898" y="17782"/>
                </a:cubicBezTo>
                <a:cubicBezTo>
                  <a:pt x="5959" y="17721"/>
                  <a:pt x="5989" y="17661"/>
                  <a:pt x="5959" y="17569"/>
                </a:cubicBezTo>
                <a:cubicBezTo>
                  <a:pt x="5928" y="17539"/>
                  <a:pt x="6232" y="17509"/>
                  <a:pt x="6323" y="17478"/>
                </a:cubicBezTo>
                <a:cubicBezTo>
                  <a:pt x="6414" y="17478"/>
                  <a:pt x="6475" y="17357"/>
                  <a:pt x="6475" y="17296"/>
                </a:cubicBezTo>
                <a:cubicBezTo>
                  <a:pt x="6475" y="17294"/>
                  <a:pt x="6477" y="17292"/>
                  <a:pt x="6479" y="17292"/>
                </a:cubicBezTo>
                <a:cubicBezTo>
                  <a:pt x="6511" y="17292"/>
                  <a:pt x="6718" y="17450"/>
                  <a:pt x="6718" y="17478"/>
                </a:cubicBezTo>
                <a:cubicBezTo>
                  <a:pt x="6749" y="17539"/>
                  <a:pt x="6597" y="17569"/>
                  <a:pt x="6536" y="17600"/>
                </a:cubicBezTo>
                <a:cubicBezTo>
                  <a:pt x="6445" y="17600"/>
                  <a:pt x="6688" y="17752"/>
                  <a:pt x="6749" y="17782"/>
                </a:cubicBezTo>
                <a:cubicBezTo>
                  <a:pt x="6761" y="17786"/>
                  <a:pt x="6774" y="17788"/>
                  <a:pt x="6789" y="17788"/>
                </a:cubicBezTo>
                <a:cubicBezTo>
                  <a:pt x="6888" y="17788"/>
                  <a:pt x="7046" y="17705"/>
                  <a:pt x="7205" y="17600"/>
                </a:cubicBezTo>
                <a:lnTo>
                  <a:pt x="7418" y="17752"/>
                </a:lnTo>
                <a:lnTo>
                  <a:pt x="7448" y="17782"/>
                </a:lnTo>
                <a:cubicBezTo>
                  <a:pt x="7569" y="17752"/>
                  <a:pt x="7448" y="17630"/>
                  <a:pt x="7387" y="17569"/>
                </a:cubicBezTo>
                <a:cubicBezTo>
                  <a:pt x="7326" y="17539"/>
                  <a:pt x="7539" y="17509"/>
                  <a:pt x="7630" y="17509"/>
                </a:cubicBezTo>
                <a:cubicBezTo>
                  <a:pt x="7721" y="17509"/>
                  <a:pt x="7813" y="17691"/>
                  <a:pt x="7813" y="17752"/>
                </a:cubicBezTo>
                <a:cubicBezTo>
                  <a:pt x="7813" y="17769"/>
                  <a:pt x="7820" y="17776"/>
                  <a:pt x="7832" y="17776"/>
                </a:cubicBezTo>
                <a:cubicBezTo>
                  <a:pt x="7864" y="17776"/>
                  <a:pt x="7929" y="17726"/>
                  <a:pt x="7995" y="17661"/>
                </a:cubicBezTo>
                <a:lnTo>
                  <a:pt x="8086" y="17600"/>
                </a:lnTo>
                <a:lnTo>
                  <a:pt x="8117" y="17569"/>
                </a:lnTo>
                <a:cubicBezTo>
                  <a:pt x="8208" y="17569"/>
                  <a:pt x="8269" y="17661"/>
                  <a:pt x="8269" y="17752"/>
                </a:cubicBezTo>
                <a:cubicBezTo>
                  <a:pt x="8238" y="17782"/>
                  <a:pt x="8360" y="17782"/>
                  <a:pt x="8542" y="17782"/>
                </a:cubicBezTo>
                <a:lnTo>
                  <a:pt x="8664" y="17904"/>
                </a:lnTo>
                <a:lnTo>
                  <a:pt x="8725" y="17965"/>
                </a:lnTo>
                <a:cubicBezTo>
                  <a:pt x="8785" y="17873"/>
                  <a:pt x="8876" y="17691"/>
                  <a:pt x="8937" y="17691"/>
                </a:cubicBezTo>
                <a:cubicBezTo>
                  <a:pt x="8962" y="17683"/>
                  <a:pt x="8986" y="17679"/>
                  <a:pt x="9011" y="17679"/>
                </a:cubicBezTo>
                <a:cubicBezTo>
                  <a:pt x="9077" y="17679"/>
                  <a:pt x="9144" y="17707"/>
                  <a:pt x="9211" y="17752"/>
                </a:cubicBezTo>
                <a:lnTo>
                  <a:pt x="9302" y="17661"/>
                </a:lnTo>
                <a:lnTo>
                  <a:pt x="9363" y="17630"/>
                </a:lnTo>
                <a:cubicBezTo>
                  <a:pt x="9374" y="17633"/>
                  <a:pt x="9384" y="17634"/>
                  <a:pt x="9393" y="17634"/>
                </a:cubicBezTo>
                <a:cubicBezTo>
                  <a:pt x="9484" y="17634"/>
                  <a:pt x="9482" y="17503"/>
                  <a:pt x="9454" y="17448"/>
                </a:cubicBezTo>
                <a:cubicBezTo>
                  <a:pt x="9424" y="17387"/>
                  <a:pt x="9515" y="17357"/>
                  <a:pt x="9636" y="17357"/>
                </a:cubicBezTo>
                <a:lnTo>
                  <a:pt x="9728" y="17326"/>
                </a:lnTo>
                <a:lnTo>
                  <a:pt x="9819" y="17296"/>
                </a:lnTo>
                <a:cubicBezTo>
                  <a:pt x="9836" y="17284"/>
                  <a:pt x="9852" y="17279"/>
                  <a:pt x="9867" y="17279"/>
                </a:cubicBezTo>
                <a:cubicBezTo>
                  <a:pt x="9930" y="17279"/>
                  <a:pt x="9965" y="17368"/>
                  <a:pt x="9940" y="17417"/>
                </a:cubicBezTo>
                <a:cubicBezTo>
                  <a:pt x="9940" y="17478"/>
                  <a:pt x="9788" y="17509"/>
                  <a:pt x="9728" y="17509"/>
                </a:cubicBezTo>
                <a:cubicBezTo>
                  <a:pt x="9667" y="17509"/>
                  <a:pt x="9819" y="17752"/>
                  <a:pt x="9880" y="17813"/>
                </a:cubicBezTo>
                <a:cubicBezTo>
                  <a:pt x="9904" y="17849"/>
                  <a:pt x="9937" y="17866"/>
                  <a:pt x="9972" y="17866"/>
                </a:cubicBezTo>
                <a:cubicBezTo>
                  <a:pt x="10027" y="17866"/>
                  <a:pt x="10086" y="17825"/>
                  <a:pt x="10123" y="17752"/>
                </a:cubicBezTo>
                <a:lnTo>
                  <a:pt x="10366" y="17752"/>
                </a:lnTo>
                <a:cubicBezTo>
                  <a:pt x="10427" y="17752"/>
                  <a:pt x="10548" y="17721"/>
                  <a:pt x="10548" y="17721"/>
                </a:cubicBezTo>
                <a:cubicBezTo>
                  <a:pt x="10571" y="17692"/>
                  <a:pt x="10595" y="17682"/>
                  <a:pt x="10619" y="17682"/>
                </a:cubicBezTo>
                <a:cubicBezTo>
                  <a:pt x="10666" y="17682"/>
                  <a:pt x="10715" y="17718"/>
                  <a:pt x="10756" y="17718"/>
                </a:cubicBezTo>
                <a:cubicBezTo>
                  <a:pt x="10782" y="17718"/>
                  <a:pt x="10804" y="17704"/>
                  <a:pt x="10822" y="17661"/>
                </a:cubicBezTo>
                <a:lnTo>
                  <a:pt x="10852" y="17630"/>
                </a:lnTo>
                <a:cubicBezTo>
                  <a:pt x="10897" y="17621"/>
                  <a:pt x="10939" y="17618"/>
                  <a:pt x="10979" y="17618"/>
                </a:cubicBezTo>
                <a:cubicBezTo>
                  <a:pt x="11078" y="17618"/>
                  <a:pt x="11170" y="17639"/>
                  <a:pt x="11278" y="17661"/>
                </a:cubicBezTo>
                <a:lnTo>
                  <a:pt x="11399" y="17661"/>
                </a:lnTo>
                <a:cubicBezTo>
                  <a:pt x="11478" y="17661"/>
                  <a:pt x="11600" y="17594"/>
                  <a:pt x="11653" y="17594"/>
                </a:cubicBezTo>
                <a:cubicBezTo>
                  <a:pt x="11662" y="17594"/>
                  <a:pt x="11669" y="17595"/>
                  <a:pt x="11673" y="17600"/>
                </a:cubicBezTo>
                <a:cubicBezTo>
                  <a:pt x="11727" y="17645"/>
                  <a:pt x="11770" y="17660"/>
                  <a:pt x="11807" y="17660"/>
                </a:cubicBezTo>
                <a:cubicBezTo>
                  <a:pt x="11896" y="17660"/>
                  <a:pt x="11952" y="17569"/>
                  <a:pt x="12038" y="17569"/>
                </a:cubicBezTo>
                <a:cubicBezTo>
                  <a:pt x="12133" y="17569"/>
                  <a:pt x="12210" y="17588"/>
                  <a:pt x="12298" y="17626"/>
                </a:cubicBezTo>
                <a:lnTo>
                  <a:pt x="12298" y="17626"/>
                </a:lnTo>
                <a:cubicBezTo>
                  <a:pt x="12243" y="17628"/>
                  <a:pt x="12186" y="17638"/>
                  <a:pt x="12129" y="17661"/>
                </a:cubicBezTo>
                <a:cubicBezTo>
                  <a:pt x="11977" y="17752"/>
                  <a:pt x="11794" y="17813"/>
                  <a:pt x="11643" y="17843"/>
                </a:cubicBezTo>
                <a:lnTo>
                  <a:pt x="11187" y="17843"/>
                </a:lnTo>
                <a:lnTo>
                  <a:pt x="11217" y="18025"/>
                </a:lnTo>
                <a:cubicBezTo>
                  <a:pt x="11217" y="18086"/>
                  <a:pt x="10974" y="18329"/>
                  <a:pt x="10913" y="18329"/>
                </a:cubicBezTo>
                <a:lnTo>
                  <a:pt x="10883" y="18329"/>
                </a:lnTo>
                <a:cubicBezTo>
                  <a:pt x="10883" y="18208"/>
                  <a:pt x="10883" y="18086"/>
                  <a:pt x="10943" y="17965"/>
                </a:cubicBezTo>
                <a:cubicBezTo>
                  <a:pt x="10974" y="17904"/>
                  <a:pt x="10639" y="17873"/>
                  <a:pt x="10518" y="17873"/>
                </a:cubicBezTo>
                <a:cubicBezTo>
                  <a:pt x="10366" y="17873"/>
                  <a:pt x="10427" y="17934"/>
                  <a:pt x="10457" y="17934"/>
                </a:cubicBezTo>
                <a:cubicBezTo>
                  <a:pt x="10305" y="17995"/>
                  <a:pt x="10123" y="18025"/>
                  <a:pt x="9940" y="18056"/>
                </a:cubicBezTo>
                <a:cubicBezTo>
                  <a:pt x="9919" y="18060"/>
                  <a:pt x="9900" y="18062"/>
                  <a:pt x="9884" y="18062"/>
                </a:cubicBezTo>
                <a:cubicBezTo>
                  <a:pt x="9781" y="18062"/>
                  <a:pt x="9762" y="17991"/>
                  <a:pt x="9788" y="17965"/>
                </a:cubicBezTo>
                <a:cubicBezTo>
                  <a:pt x="9788" y="17965"/>
                  <a:pt x="9758" y="17934"/>
                  <a:pt x="9636" y="17934"/>
                </a:cubicBezTo>
                <a:lnTo>
                  <a:pt x="9606" y="17934"/>
                </a:lnTo>
                <a:lnTo>
                  <a:pt x="9515" y="18025"/>
                </a:lnTo>
                <a:cubicBezTo>
                  <a:pt x="9484" y="18056"/>
                  <a:pt x="9424" y="18117"/>
                  <a:pt x="9393" y="18208"/>
                </a:cubicBezTo>
                <a:cubicBezTo>
                  <a:pt x="9393" y="18360"/>
                  <a:pt x="9211" y="18360"/>
                  <a:pt x="9120" y="18421"/>
                </a:cubicBezTo>
                <a:cubicBezTo>
                  <a:pt x="8998" y="18512"/>
                  <a:pt x="9150" y="18664"/>
                  <a:pt x="8998" y="18755"/>
                </a:cubicBezTo>
                <a:lnTo>
                  <a:pt x="8937" y="18785"/>
                </a:lnTo>
                <a:cubicBezTo>
                  <a:pt x="8876" y="18785"/>
                  <a:pt x="8816" y="18785"/>
                  <a:pt x="8785" y="18724"/>
                </a:cubicBezTo>
                <a:cubicBezTo>
                  <a:pt x="8816" y="18603"/>
                  <a:pt x="8876" y="18512"/>
                  <a:pt x="8968" y="18421"/>
                </a:cubicBezTo>
                <a:cubicBezTo>
                  <a:pt x="9059" y="18360"/>
                  <a:pt x="9150" y="18269"/>
                  <a:pt x="9272" y="18208"/>
                </a:cubicBezTo>
                <a:cubicBezTo>
                  <a:pt x="9332" y="18177"/>
                  <a:pt x="9302" y="18025"/>
                  <a:pt x="9272" y="17995"/>
                </a:cubicBezTo>
                <a:cubicBezTo>
                  <a:pt x="9262" y="17976"/>
                  <a:pt x="9247" y="17969"/>
                  <a:pt x="9230" y="17969"/>
                </a:cubicBezTo>
                <a:cubicBezTo>
                  <a:pt x="9193" y="17969"/>
                  <a:pt x="9150" y="18004"/>
                  <a:pt x="9150" y="18025"/>
                </a:cubicBezTo>
                <a:cubicBezTo>
                  <a:pt x="9086" y="18047"/>
                  <a:pt x="9021" y="18068"/>
                  <a:pt x="8957" y="18068"/>
                </a:cubicBezTo>
                <a:cubicBezTo>
                  <a:pt x="8930" y="18068"/>
                  <a:pt x="8903" y="18065"/>
                  <a:pt x="8876" y="18056"/>
                </a:cubicBezTo>
                <a:lnTo>
                  <a:pt x="8816" y="18086"/>
                </a:lnTo>
                <a:cubicBezTo>
                  <a:pt x="8737" y="18145"/>
                  <a:pt x="8646" y="18179"/>
                  <a:pt x="8550" y="18179"/>
                </a:cubicBezTo>
                <a:cubicBezTo>
                  <a:pt x="8498" y="18179"/>
                  <a:pt x="8444" y="18168"/>
                  <a:pt x="8390" y="18147"/>
                </a:cubicBezTo>
                <a:lnTo>
                  <a:pt x="8056" y="17965"/>
                </a:lnTo>
                <a:cubicBezTo>
                  <a:pt x="7905" y="18065"/>
                  <a:pt x="7733" y="18124"/>
                  <a:pt x="7557" y="18124"/>
                </a:cubicBezTo>
                <a:cubicBezTo>
                  <a:pt x="7521" y="18124"/>
                  <a:pt x="7484" y="18122"/>
                  <a:pt x="7448" y="18117"/>
                </a:cubicBezTo>
                <a:cubicBezTo>
                  <a:pt x="7442" y="18114"/>
                  <a:pt x="7435" y="18112"/>
                  <a:pt x="7427" y="18112"/>
                </a:cubicBezTo>
                <a:cubicBezTo>
                  <a:pt x="7364" y="18112"/>
                  <a:pt x="7233" y="18192"/>
                  <a:pt x="7156" y="18192"/>
                </a:cubicBezTo>
                <a:cubicBezTo>
                  <a:pt x="7139" y="18192"/>
                  <a:pt x="7124" y="18188"/>
                  <a:pt x="7114" y="18177"/>
                </a:cubicBezTo>
                <a:cubicBezTo>
                  <a:pt x="7100" y="18168"/>
                  <a:pt x="7083" y="18164"/>
                  <a:pt x="7062" y="18164"/>
                </a:cubicBezTo>
                <a:cubicBezTo>
                  <a:pt x="6948" y="18164"/>
                  <a:pt x="6738" y="18301"/>
                  <a:pt x="6506" y="18481"/>
                </a:cubicBezTo>
                <a:lnTo>
                  <a:pt x="6171" y="18238"/>
                </a:lnTo>
                <a:cubicBezTo>
                  <a:pt x="6141" y="18238"/>
                  <a:pt x="6110" y="18269"/>
                  <a:pt x="6080" y="18269"/>
                </a:cubicBezTo>
                <a:lnTo>
                  <a:pt x="6019" y="18299"/>
                </a:lnTo>
                <a:lnTo>
                  <a:pt x="5594" y="18360"/>
                </a:lnTo>
                <a:lnTo>
                  <a:pt x="5472" y="18329"/>
                </a:lnTo>
                <a:lnTo>
                  <a:pt x="5351" y="18329"/>
                </a:lnTo>
                <a:cubicBezTo>
                  <a:pt x="5259" y="18390"/>
                  <a:pt x="5199" y="18451"/>
                  <a:pt x="5107" y="18481"/>
                </a:cubicBezTo>
                <a:cubicBezTo>
                  <a:pt x="4986" y="18451"/>
                  <a:pt x="4834" y="18421"/>
                  <a:pt x="4712" y="18390"/>
                </a:cubicBezTo>
                <a:cubicBezTo>
                  <a:pt x="4591" y="18421"/>
                  <a:pt x="4560" y="18451"/>
                  <a:pt x="4591" y="18512"/>
                </a:cubicBezTo>
                <a:lnTo>
                  <a:pt x="4621" y="18512"/>
                </a:lnTo>
                <a:cubicBezTo>
                  <a:pt x="4682" y="18603"/>
                  <a:pt x="4682" y="18664"/>
                  <a:pt x="4560" y="18664"/>
                </a:cubicBezTo>
                <a:cubicBezTo>
                  <a:pt x="4530" y="18664"/>
                  <a:pt x="4469" y="18633"/>
                  <a:pt x="4469" y="18572"/>
                </a:cubicBezTo>
                <a:lnTo>
                  <a:pt x="4439" y="18542"/>
                </a:lnTo>
                <a:cubicBezTo>
                  <a:pt x="4439" y="18497"/>
                  <a:pt x="4426" y="18477"/>
                  <a:pt x="4403" y="18477"/>
                </a:cubicBezTo>
                <a:cubicBezTo>
                  <a:pt x="4364" y="18477"/>
                  <a:pt x="4292" y="18537"/>
                  <a:pt x="4196" y="18633"/>
                </a:cubicBezTo>
                <a:lnTo>
                  <a:pt x="4044" y="18664"/>
                </a:lnTo>
                <a:lnTo>
                  <a:pt x="3861" y="18724"/>
                </a:lnTo>
                <a:cubicBezTo>
                  <a:pt x="3770" y="18664"/>
                  <a:pt x="3618" y="18633"/>
                  <a:pt x="3496" y="18633"/>
                </a:cubicBezTo>
                <a:lnTo>
                  <a:pt x="3436" y="18633"/>
                </a:lnTo>
                <a:cubicBezTo>
                  <a:pt x="3363" y="18633"/>
                  <a:pt x="3290" y="18672"/>
                  <a:pt x="3248" y="18672"/>
                </a:cubicBezTo>
                <a:cubicBezTo>
                  <a:pt x="3237" y="18672"/>
                  <a:pt x="3229" y="18670"/>
                  <a:pt x="3223" y="18664"/>
                </a:cubicBezTo>
                <a:lnTo>
                  <a:pt x="2980" y="18512"/>
                </a:lnTo>
                <a:cubicBezTo>
                  <a:pt x="2919" y="18633"/>
                  <a:pt x="2858" y="18724"/>
                  <a:pt x="2828" y="18846"/>
                </a:cubicBezTo>
                <a:lnTo>
                  <a:pt x="2828" y="18907"/>
                </a:lnTo>
                <a:lnTo>
                  <a:pt x="2858" y="18937"/>
                </a:lnTo>
                <a:cubicBezTo>
                  <a:pt x="2889" y="18998"/>
                  <a:pt x="2645" y="19120"/>
                  <a:pt x="2524" y="19150"/>
                </a:cubicBezTo>
                <a:cubicBezTo>
                  <a:pt x="2433" y="19150"/>
                  <a:pt x="2585" y="18907"/>
                  <a:pt x="2554" y="18846"/>
                </a:cubicBezTo>
                <a:cubicBezTo>
                  <a:pt x="2554" y="18816"/>
                  <a:pt x="2341" y="18816"/>
                  <a:pt x="2281" y="18816"/>
                </a:cubicBezTo>
                <a:lnTo>
                  <a:pt x="1916" y="18876"/>
                </a:lnTo>
                <a:lnTo>
                  <a:pt x="1794" y="18846"/>
                </a:lnTo>
                <a:lnTo>
                  <a:pt x="1703" y="18816"/>
                </a:lnTo>
                <a:cubicBezTo>
                  <a:pt x="1551" y="18876"/>
                  <a:pt x="1308" y="19028"/>
                  <a:pt x="1247" y="19028"/>
                </a:cubicBezTo>
                <a:cubicBezTo>
                  <a:pt x="1065" y="19059"/>
                  <a:pt x="882" y="19150"/>
                  <a:pt x="730" y="19241"/>
                </a:cubicBezTo>
                <a:cubicBezTo>
                  <a:pt x="670" y="19272"/>
                  <a:pt x="601" y="19287"/>
                  <a:pt x="533" y="19287"/>
                </a:cubicBezTo>
                <a:cubicBezTo>
                  <a:pt x="464" y="19287"/>
                  <a:pt x="396" y="19272"/>
                  <a:pt x="335" y="19241"/>
                </a:cubicBezTo>
                <a:cubicBezTo>
                  <a:pt x="305" y="19180"/>
                  <a:pt x="244" y="19120"/>
                  <a:pt x="214" y="19059"/>
                </a:cubicBezTo>
                <a:cubicBezTo>
                  <a:pt x="214" y="19023"/>
                  <a:pt x="195" y="19006"/>
                  <a:pt x="166" y="19006"/>
                </a:cubicBezTo>
                <a:cubicBezTo>
                  <a:pt x="123" y="19006"/>
                  <a:pt x="56" y="19046"/>
                  <a:pt x="1" y="19120"/>
                </a:cubicBezTo>
                <a:lnTo>
                  <a:pt x="183" y="19272"/>
                </a:lnTo>
                <a:cubicBezTo>
                  <a:pt x="214" y="19302"/>
                  <a:pt x="183" y="19424"/>
                  <a:pt x="183" y="19424"/>
                </a:cubicBezTo>
                <a:lnTo>
                  <a:pt x="92" y="19424"/>
                </a:lnTo>
                <a:lnTo>
                  <a:pt x="62" y="19454"/>
                </a:lnTo>
                <a:cubicBezTo>
                  <a:pt x="31" y="19484"/>
                  <a:pt x="153" y="19697"/>
                  <a:pt x="123" y="19758"/>
                </a:cubicBezTo>
                <a:cubicBezTo>
                  <a:pt x="62" y="19910"/>
                  <a:pt x="62" y="20092"/>
                  <a:pt x="123" y="20244"/>
                </a:cubicBezTo>
                <a:cubicBezTo>
                  <a:pt x="123" y="20335"/>
                  <a:pt x="366" y="20396"/>
                  <a:pt x="487" y="20427"/>
                </a:cubicBezTo>
                <a:cubicBezTo>
                  <a:pt x="609" y="20427"/>
                  <a:pt x="670" y="20548"/>
                  <a:pt x="609" y="20639"/>
                </a:cubicBezTo>
                <a:cubicBezTo>
                  <a:pt x="578" y="20700"/>
                  <a:pt x="639" y="20761"/>
                  <a:pt x="670" y="20761"/>
                </a:cubicBezTo>
                <a:cubicBezTo>
                  <a:pt x="730" y="20791"/>
                  <a:pt x="426" y="20943"/>
                  <a:pt x="396" y="21035"/>
                </a:cubicBezTo>
                <a:cubicBezTo>
                  <a:pt x="366" y="21126"/>
                  <a:pt x="335" y="21217"/>
                  <a:pt x="335" y="21308"/>
                </a:cubicBezTo>
                <a:lnTo>
                  <a:pt x="366" y="21338"/>
                </a:lnTo>
                <a:cubicBezTo>
                  <a:pt x="396" y="21369"/>
                  <a:pt x="426" y="21399"/>
                  <a:pt x="457" y="21430"/>
                </a:cubicBezTo>
                <a:lnTo>
                  <a:pt x="518" y="21430"/>
                </a:lnTo>
                <a:cubicBezTo>
                  <a:pt x="520" y="21432"/>
                  <a:pt x="522" y="21433"/>
                  <a:pt x="525" y="21433"/>
                </a:cubicBezTo>
                <a:cubicBezTo>
                  <a:pt x="564" y="21433"/>
                  <a:pt x="672" y="21241"/>
                  <a:pt x="700" y="21156"/>
                </a:cubicBezTo>
                <a:cubicBezTo>
                  <a:pt x="730" y="21065"/>
                  <a:pt x="791" y="21004"/>
                  <a:pt x="791" y="21004"/>
                </a:cubicBezTo>
                <a:lnTo>
                  <a:pt x="791" y="21004"/>
                </a:lnTo>
                <a:cubicBezTo>
                  <a:pt x="791" y="21156"/>
                  <a:pt x="791" y="21278"/>
                  <a:pt x="761" y="21399"/>
                </a:cubicBezTo>
                <a:cubicBezTo>
                  <a:pt x="755" y="21421"/>
                  <a:pt x="762" y="21430"/>
                  <a:pt x="776" y="21430"/>
                </a:cubicBezTo>
                <a:cubicBezTo>
                  <a:pt x="845" y="21430"/>
                  <a:pt x="1097" y="21236"/>
                  <a:pt x="1247" y="21187"/>
                </a:cubicBezTo>
                <a:cubicBezTo>
                  <a:pt x="1276" y="21181"/>
                  <a:pt x="1299" y="21178"/>
                  <a:pt x="1316" y="21178"/>
                </a:cubicBezTo>
                <a:cubicBezTo>
                  <a:pt x="1388" y="21178"/>
                  <a:pt x="1363" y="21223"/>
                  <a:pt x="1338" y="21247"/>
                </a:cubicBezTo>
                <a:cubicBezTo>
                  <a:pt x="1338" y="21308"/>
                  <a:pt x="1156" y="21278"/>
                  <a:pt x="1126" y="21338"/>
                </a:cubicBezTo>
                <a:cubicBezTo>
                  <a:pt x="1098" y="21367"/>
                  <a:pt x="1381" y="21524"/>
                  <a:pt x="1544" y="21524"/>
                </a:cubicBezTo>
                <a:cubicBezTo>
                  <a:pt x="1557" y="21524"/>
                  <a:pt x="1570" y="21523"/>
                  <a:pt x="1582" y="21521"/>
                </a:cubicBezTo>
                <a:cubicBezTo>
                  <a:pt x="1734" y="21521"/>
                  <a:pt x="1764" y="21490"/>
                  <a:pt x="1612" y="21460"/>
                </a:cubicBezTo>
                <a:lnTo>
                  <a:pt x="1642" y="21308"/>
                </a:lnTo>
                <a:lnTo>
                  <a:pt x="1673" y="21187"/>
                </a:lnTo>
                <a:cubicBezTo>
                  <a:pt x="1612" y="21065"/>
                  <a:pt x="1551" y="20943"/>
                  <a:pt x="1551" y="20822"/>
                </a:cubicBezTo>
                <a:cubicBezTo>
                  <a:pt x="1551" y="20810"/>
                  <a:pt x="1557" y="20805"/>
                  <a:pt x="1566" y="20805"/>
                </a:cubicBezTo>
                <a:cubicBezTo>
                  <a:pt x="1606" y="20805"/>
                  <a:pt x="1709" y="20888"/>
                  <a:pt x="1734" y="20913"/>
                </a:cubicBezTo>
                <a:cubicBezTo>
                  <a:pt x="1743" y="20932"/>
                  <a:pt x="1758" y="20939"/>
                  <a:pt x="1776" y="20939"/>
                </a:cubicBezTo>
                <a:cubicBezTo>
                  <a:pt x="1815" y="20939"/>
                  <a:pt x="1865" y="20904"/>
                  <a:pt x="1885" y="20883"/>
                </a:cubicBezTo>
                <a:cubicBezTo>
                  <a:pt x="1891" y="20871"/>
                  <a:pt x="1897" y="20866"/>
                  <a:pt x="1903" y="20866"/>
                </a:cubicBezTo>
                <a:cubicBezTo>
                  <a:pt x="1927" y="20866"/>
                  <a:pt x="1952" y="20955"/>
                  <a:pt x="1977" y="21004"/>
                </a:cubicBezTo>
                <a:cubicBezTo>
                  <a:pt x="1977" y="21024"/>
                  <a:pt x="1994" y="21031"/>
                  <a:pt x="2018" y="21031"/>
                </a:cubicBezTo>
                <a:cubicBezTo>
                  <a:pt x="2068" y="21031"/>
                  <a:pt x="2149" y="21004"/>
                  <a:pt x="2189" y="21004"/>
                </a:cubicBezTo>
                <a:cubicBezTo>
                  <a:pt x="2250" y="21004"/>
                  <a:pt x="2250" y="20731"/>
                  <a:pt x="2220" y="20609"/>
                </a:cubicBezTo>
                <a:cubicBezTo>
                  <a:pt x="2189" y="20518"/>
                  <a:pt x="2402" y="20427"/>
                  <a:pt x="2463" y="20427"/>
                </a:cubicBezTo>
                <a:cubicBezTo>
                  <a:pt x="2554" y="20427"/>
                  <a:pt x="2645" y="20457"/>
                  <a:pt x="2645" y="20487"/>
                </a:cubicBezTo>
                <a:cubicBezTo>
                  <a:pt x="2645" y="20487"/>
                  <a:pt x="2524" y="20518"/>
                  <a:pt x="2493" y="20518"/>
                </a:cubicBezTo>
                <a:cubicBezTo>
                  <a:pt x="2463" y="20518"/>
                  <a:pt x="2433" y="20670"/>
                  <a:pt x="2463" y="20731"/>
                </a:cubicBezTo>
                <a:cubicBezTo>
                  <a:pt x="2463" y="20761"/>
                  <a:pt x="2372" y="20943"/>
                  <a:pt x="2433" y="20974"/>
                </a:cubicBezTo>
                <a:cubicBezTo>
                  <a:pt x="2463" y="20989"/>
                  <a:pt x="2493" y="20997"/>
                  <a:pt x="2524" y="20997"/>
                </a:cubicBezTo>
                <a:cubicBezTo>
                  <a:pt x="2554" y="20997"/>
                  <a:pt x="2585" y="20989"/>
                  <a:pt x="2615" y="20974"/>
                </a:cubicBezTo>
                <a:lnTo>
                  <a:pt x="2615" y="20943"/>
                </a:lnTo>
                <a:lnTo>
                  <a:pt x="2645" y="20852"/>
                </a:lnTo>
                <a:cubicBezTo>
                  <a:pt x="2659" y="20810"/>
                  <a:pt x="2687" y="20787"/>
                  <a:pt x="2718" y="20787"/>
                </a:cubicBezTo>
                <a:cubicBezTo>
                  <a:pt x="2754" y="20787"/>
                  <a:pt x="2795" y="20817"/>
                  <a:pt x="2828" y="20883"/>
                </a:cubicBezTo>
                <a:lnTo>
                  <a:pt x="3010" y="20791"/>
                </a:lnTo>
                <a:lnTo>
                  <a:pt x="3041" y="20761"/>
                </a:lnTo>
                <a:cubicBezTo>
                  <a:pt x="3049" y="20752"/>
                  <a:pt x="3059" y="20749"/>
                  <a:pt x="3069" y="20749"/>
                </a:cubicBezTo>
                <a:cubicBezTo>
                  <a:pt x="3134" y="20749"/>
                  <a:pt x="3231" y="20891"/>
                  <a:pt x="3284" y="20943"/>
                </a:cubicBezTo>
                <a:cubicBezTo>
                  <a:pt x="3297" y="20950"/>
                  <a:pt x="3312" y="20952"/>
                  <a:pt x="3329" y="20952"/>
                </a:cubicBezTo>
                <a:cubicBezTo>
                  <a:pt x="3375" y="20952"/>
                  <a:pt x="3431" y="20935"/>
                  <a:pt x="3466" y="20935"/>
                </a:cubicBezTo>
                <a:cubicBezTo>
                  <a:pt x="3480" y="20935"/>
                  <a:pt x="3490" y="20937"/>
                  <a:pt x="3496" y="20943"/>
                </a:cubicBezTo>
                <a:cubicBezTo>
                  <a:pt x="3524" y="20943"/>
                  <a:pt x="3652" y="21195"/>
                  <a:pt x="3744" y="21195"/>
                </a:cubicBezTo>
                <a:cubicBezTo>
                  <a:pt x="3753" y="21195"/>
                  <a:pt x="3762" y="21192"/>
                  <a:pt x="3770" y="21187"/>
                </a:cubicBezTo>
                <a:cubicBezTo>
                  <a:pt x="3800" y="21126"/>
                  <a:pt x="3861" y="21095"/>
                  <a:pt x="3922" y="21095"/>
                </a:cubicBezTo>
                <a:cubicBezTo>
                  <a:pt x="3952" y="21095"/>
                  <a:pt x="3983" y="21035"/>
                  <a:pt x="4013" y="21004"/>
                </a:cubicBezTo>
                <a:lnTo>
                  <a:pt x="4013" y="20791"/>
                </a:lnTo>
                <a:cubicBezTo>
                  <a:pt x="4135" y="20791"/>
                  <a:pt x="4287" y="20791"/>
                  <a:pt x="4439" y="20822"/>
                </a:cubicBezTo>
                <a:lnTo>
                  <a:pt x="4439" y="20700"/>
                </a:lnTo>
                <a:cubicBezTo>
                  <a:pt x="4408" y="20639"/>
                  <a:pt x="4439" y="20609"/>
                  <a:pt x="4560" y="20579"/>
                </a:cubicBezTo>
                <a:cubicBezTo>
                  <a:pt x="4682" y="20579"/>
                  <a:pt x="4560" y="20518"/>
                  <a:pt x="4560" y="20487"/>
                </a:cubicBezTo>
                <a:lnTo>
                  <a:pt x="4560" y="20427"/>
                </a:lnTo>
                <a:cubicBezTo>
                  <a:pt x="4560" y="20423"/>
                  <a:pt x="4567" y="20421"/>
                  <a:pt x="4579" y="20421"/>
                </a:cubicBezTo>
                <a:cubicBezTo>
                  <a:pt x="4658" y="20421"/>
                  <a:pt x="4963" y="20503"/>
                  <a:pt x="5016" y="20609"/>
                </a:cubicBezTo>
                <a:cubicBezTo>
                  <a:pt x="5047" y="20731"/>
                  <a:pt x="5047" y="20852"/>
                  <a:pt x="5047" y="20974"/>
                </a:cubicBezTo>
                <a:cubicBezTo>
                  <a:pt x="5056" y="20983"/>
                  <a:pt x="5075" y="20986"/>
                  <a:pt x="5103" y="20986"/>
                </a:cubicBezTo>
                <a:cubicBezTo>
                  <a:pt x="5171" y="20986"/>
                  <a:pt x="5291" y="20965"/>
                  <a:pt x="5442" y="20943"/>
                </a:cubicBezTo>
                <a:lnTo>
                  <a:pt x="5594" y="20883"/>
                </a:lnTo>
                <a:cubicBezTo>
                  <a:pt x="5624" y="20852"/>
                  <a:pt x="5655" y="20761"/>
                  <a:pt x="5685" y="20761"/>
                </a:cubicBezTo>
                <a:cubicBezTo>
                  <a:pt x="5807" y="20761"/>
                  <a:pt x="5807" y="20791"/>
                  <a:pt x="5807" y="20913"/>
                </a:cubicBezTo>
                <a:cubicBezTo>
                  <a:pt x="5807" y="21004"/>
                  <a:pt x="5867" y="21004"/>
                  <a:pt x="5959" y="21004"/>
                </a:cubicBezTo>
                <a:cubicBezTo>
                  <a:pt x="6050" y="21004"/>
                  <a:pt x="6110" y="21004"/>
                  <a:pt x="6110" y="20913"/>
                </a:cubicBezTo>
                <a:lnTo>
                  <a:pt x="6110" y="20822"/>
                </a:lnTo>
                <a:cubicBezTo>
                  <a:pt x="6141" y="20776"/>
                  <a:pt x="6209" y="20761"/>
                  <a:pt x="6278" y="20761"/>
                </a:cubicBezTo>
                <a:cubicBezTo>
                  <a:pt x="6346" y="20761"/>
                  <a:pt x="6414" y="20776"/>
                  <a:pt x="6445" y="20791"/>
                </a:cubicBezTo>
                <a:cubicBezTo>
                  <a:pt x="6506" y="20822"/>
                  <a:pt x="6566" y="20822"/>
                  <a:pt x="6658" y="20822"/>
                </a:cubicBezTo>
                <a:cubicBezTo>
                  <a:pt x="6684" y="20796"/>
                  <a:pt x="6845" y="20724"/>
                  <a:pt x="6947" y="20724"/>
                </a:cubicBezTo>
                <a:cubicBezTo>
                  <a:pt x="6964" y="20724"/>
                  <a:pt x="6979" y="20726"/>
                  <a:pt x="6992" y="20731"/>
                </a:cubicBezTo>
                <a:cubicBezTo>
                  <a:pt x="6994" y="20732"/>
                  <a:pt x="6997" y="20732"/>
                  <a:pt x="7000" y="20732"/>
                </a:cubicBezTo>
                <a:cubicBezTo>
                  <a:pt x="7069" y="20732"/>
                  <a:pt x="7269" y="20391"/>
                  <a:pt x="7357" y="20275"/>
                </a:cubicBezTo>
                <a:lnTo>
                  <a:pt x="7539" y="20366"/>
                </a:lnTo>
                <a:cubicBezTo>
                  <a:pt x="7661" y="20487"/>
                  <a:pt x="7782" y="20548"/>
                  <a:pt x="7934" y="20579"/>
                </a:cubicBezTo>
                <a:lnTo>
                  <a:pt x="8086" y="20609"/>
                </a:lnTo>
                <a:cubicBezTo>
                  <a:pt x="8208" y="20548"/>
                  <a:pt x="8329" y="20427"/>
                  <a:pt x="8360" y="20305"/>
                </a:cubicBezTo>
                <a:cubicBezTo>
                  <a:pt x="8360" y="20244"/>
                  <a:pt x="8360" y="20183"/>
                  <a:pt x="8329" y="20183"/>
                </a:cubicBezTo>
                <a:lnTo>
                  <a:pt x="8238" y="20183"/>
                </a:lnTo>
                <a:lnTo>
                  <a:pt x="8329" y="20153"/>
                </a:lnTo>
                <a:lnTo>
                  <a:pt x="8360" y="20123"/>
                </a:lnTo>
                <a:cubicBezTo>
                  <a:pt x="8451" y="20123"/>
                  <a:pt x="8512" y="20335"/>
                  <a:pt x="8542" y="20396"/>
                </a:cubicBezTo>
                <a:cubicBezTo>
                  <a:pt x="8542" y="20425"/>
                  <a:pt x="8557" y="20436"/>
                  <a:pt x="8578" y="20436"/>
                </a:cubicBezTo>
                <a:cubicBezTo>
                  <a:pt x="8623" y="20436"/>
                  <a:pt x="8694" y="20387"/>
                  <a:pt x="8694" y="20366"/>
                </a:cubicBezTo>
                <a:cubicBezTo>
                  <a:pt x="8698" y="20362"/>
                  <a:pt x="8706" y="20360"/>
                  <a:pt x="8716" y="20360"/>
                </a:cubicBezTo>
                <a:cubicBezTo>
                  <a:pt x="8779" y="20360"/>
                  <a:pt x="8937" y="20435"/>
                  <a:pt x="8937" y="20487"/>
                </a:cubicBezTo>
                <a:cubicBezTo>
                  <a:pt x="8937" y="20548"/>
                  <a:pt x="8968" y="20609"/>
                  <a:pt x="9028" y="20639"/>
                </a:cubicBezTo>
                <a:lnTo>
                  <a:pt x="9059" y="20639"/>
                </a:lnTo>
                <a:cubicBezTo>
                  <a:pt x="9089" y="20639"/>
                  <a:pt x="9150" y="20639"/>
                  <a:pt x="9120" y="20579"/>
                </a:cubicBezTo>
                <a:cubicBezTo>
                  <a:pt x="9120" y="20518"/>
                  <a:pt x="9120" y="20427"/>
                  <a:pt x="9089" y="20396"/>
                </a:cubicBezTo>
                <a:lnTo>
                  <a:pt x="8968" y="20244"/>
                </a:lnTo>
                <a:cubicBezTo>
                  <a:pt x="8993" y="20227"/>
                  <a:pt x="9021" y="20220"/>
                  <a:pt x="9049" y="20220"/>
                </a:cubicBezTo>
                <a:cubicBezTo>
                  <a:pt x="9122" y="20220"/>
                  <a:pt x="9197" y="20270"/>
                  <a:pt x="9241" y="20335"/>
                </a:cubicBezTo>
                <a:cubicBezTo>
                  <a:pt x="9302" y="20457"/>
                  <a:pt x="9363" y="20548"/>
                  <a:pt x="9424" y="20639"/>
                </a:cubicBezTo>
                <a:cubicBezTo>
                  <a:pt x="9432" y="20644"/>
                  <a:pt x="9441" y="20646"/>
                  <a:pt x="9449" y="20646"/>
                </a:cubicBezTo>
                <a:cubicBezTo>
                  <a:pt x="9500" y="20646"/>
                  <a:pt x="9545" y="20574"/>
                  <a:pt x="9545" y="20548"/>
                </a:cubicBezTo>
                <a:cubicBezTo>
                  <a:pt x="9576" y="20518"/>
                  <a:pt x="9728" y="20487"/>
                  <a:pt x="9758" y="20487"/>
                </a:cubicBezTo>
                <a:cubicBezTo>
                  <a:pt x="9819" y="20487"/>
                  <a:pt x="9880" y="20700"/>
                  <a:pt x="9880" y="20761"/>
                </a:cubicBezTo>
                <a:cubicBezTo>
                  <a:pt x="9880" y="20775"/>
                  <a:pt x="9886" y="20781"/>
                  <a:pt x="9897" y="20781"/>
                </a:cubicBezTo>
                <a:cubicBezTo>
                  <a:pt x="9959" y="20781"/>
                  <a:pt x="10167" y="20595"/>
                  <a:pt x="10244" y="20518"/>
                </a:cubicBezTo>
                <a:cubicBezTo>
                  <a:pt x="10335" y="20396"/>
                  <a:pt x="10396" y="20305"/>
                  <a:pt x="10335" y="20305"/>
                </a:cubicBezTo>
                <a:lnTo>
                  <a:pt x="10275" y="20275"/>
                </a:lnTo>
                <a:cubicBezTo>
                  <a:pt x="10275" y="20214"/>
                  <a:pt x="10335" y="20153"/>
                  <a:pt x="10396" y="20123"/>
                </a:cubicBezTo>
                <a:lnTo>
                  <a:pt x="10639" y="20335"/>
                </a:lnTo>
                <a:cubicBezTo>
                  <a:pt x="10776" y="20351"/>
                  <a:pt x="10905" y="20358"/>
                  <a:pt x="11031" y="20358"/>
                </a:cubicBezTo>
                <a:cubicBezTo>
                  <a:pt x="11156" y="20358"/>
                  <a:pt x="11278" y="20351"/>
                  <a:pt x="11399" y="20335"/>
                </a:cubicBezTo>
                <a:cubicBezTo>
                  <a:pt x="11430" y="20305"/>
                  <a:pt x="11217" y="20183"/>
                  <a:pt x="11095" y="20183"/>
                </a:cubicBezTo>
                <a:cubicBezTo>
                  <a:pt x="11073" y="20189"/>
                  <a:pt x="11052" y="20192"/>
                  <a:pt x="11031" y="20192"/>
                </a:cubicBezTo>
                <a:cubicBezTo>
                  <a:pt x="10940" y="20192"/>
                  <a:pt x="10866" y="20142"/>
                  <a:pt x="10791" y="20092"/>
                </a:cubicBezTo>
                <a:lnTo>
                  <a:pt x="10761" y="20001"/>
                </a:lnTo>
                <a:cubicBezTo>
                  <a:pt x="10761" y="19971"/>
                  <a:pt x="10761" y="19880"/>
                  <a:pt x="10791" y="19880"/>
                </a:cubicBezTo>
                <a:cubicBezTo>
                  <a:pt x="10814" y="19872"/>
                  <a:pt x="10835" y="19868"/>
                  <a:pt x="10854" y="19868"/>
                </a:cubicBezTo>
                <a:cubicBezTo>
                  <a:pt x="10909" y="19868"/>
                  <a:pt x="10943" y="19902"/>
                  <a:pt x="10943" y="19971"/>
                </a:cubicBezTo>
                <a:lnTo>
                  <a:pt x="10943" y="20001"/>
                </a:lnTo>
                <a:cubicBezTo>
                  <a:pt x="10954" y="20011"/>
                  <a:pt x="10970" y="20015"/>
                  <a:pt x="10990" y="20015"/>
                </a:cubicBezTo>
                <a:cubicBezTo>
                  <a:pt x="11028" y="20015"/>
                  <a:pt x="11075" y="20001"/>
                  <a:pt x="11095" y="20001"/>
                </a:cubicBezTo>
                <a:cubicBezTo>
                  <a:pt x="11278" y="19910"/>
                  <a:pt x="11460" y="19819"/>
                  <a:pt x="11643" y="19758"/>
                </a:cubicBezTo>
                <a:cubicBezTo>
                  <a:pt x="11734" y="19758"/>
                  <a:pt x="11734" y="19940"/>
                  <a:pt x="11734" y="20001"/>
                </a:cubicBezTo>
                <a:cubicBezTo>
                  <a:pt x="11718" y="20031"/>
                  <a:pt x="11794" y="20031"/>
                  <a:pt x="11886" y="20031"/>
                </a:cubicBezTo>
                <a:cubicBezTo>
                  <a:pt x="11977" y="20031"/>
                  <a:pt x="12083" y="20031"/>
                  <a:pt x="12129" y="20062"/>
                </a:cubicBezTo>
                <a:cubicBezTo>
                  <a:pt x="12220" y="20153"/>
                  <a:pt x="12281" y="20244"/>
                  <a:pt x="12311" y="20335"/>
                </a:cubicBezTo>
                <a:cubicBezTo>
                  <a:pt x="12316" y="20346"/>
                  <a:pt x="12325" y="20350"/>
                  <a:pt x="12336" y="20350"/>
                </a:cubicBezTo>
                <a:cubicBezTo>
                  <a:pt x="12390" y="20350"/>
                  <a:pt x="12504" y="20244"/>
                  <a:pt x="12554" y="20244"/>
                </a:cubicBezTo>
                <a:cubicBezTo>
                  <a:pt x="12615" y="20244"/>
                  <a:pt x="12737" y="20487"/>
                  <a:pt x="12798" y="20548"/>
                </a:cubicBezTo>
                <a:cubicBezTo>
                  <a:pt x="12806" y="20551"/>
                  <a:pt x="12815" y="20552"/>
                  <a:pt x="12825" y="20552"/>
                </a:cubicBezTo>
                <a:cubicBezTo>
                  <a:pt x="12925" y="20552"/>
                  <a:pt x="13093" y="20427"/>
                  <a:pt x="13010" y="20427"/>
                </a:cubicBezTo>
                <a:cubicBezTo>
                  <a:pt x="12919" y="20396"/>
                  <a:pt x="12858" y="20366"/>
                  <a:pt x="12767" y="20305"/>
                </a:cubicBezTo>
                <a:lnTo>
                  <a:pt x="12828" y="20244"/>
                </a:lnTo>
                <a:cubicBezTo>
                  <a:pt x="12863" y="20191"/>
                  <a:pt x="12929" y="20159"/>
                  <a:pt x="13002" y="20159"/>
                </a:cubicBezTo>
                <a:cubicBezTo>
                  <a:pt x="13055" y="20159"/>
                  <a:pt x="13111" y="20176"/>
                  <a:pt x="13162" y="20214"/>
                </a:cubicBezTo>
                <a:lnTo>
                  <a:pt x="13314" y="20305"/>
                </a:lnTo>
                <a:cubicBezTo>
                  <a:pt x="13273" y="20208"/>
                  <a:pt x="13250" y="20111"/>
                  <a:pt x="13244" y="20029"/>
                </a:cubicBezTo>
                <a:lnTo>
                  <a:pt x="13244" y="20029"/>
                </a:lnTo>
                <a:cubicBezTo>
                  <a:pt x="13217" y="20038"/>
                  <a:pt x="13197" y="20043"/>
                  <a:pt x="13182" y="20043"/>
                </a:cubicBezTo>
                <a:cubicBezTo>
                  <a:pt x="13150" y="20043"/>
                  <a:pt x="13135" y="20021"/>
                  <a:pt x="13101" y="19971"/>
                </a:cubicBezTo>
                <a:lnTo>
                  <a:pt x="13071" y="19940"/>
                </a:lnTo>
                <a:lnTo>
                  <a:pt x="13071" y="19940"/>
                </a:lnTo>
                <a:cubicBezTo>
                  <a:pt x="13128" y="19947"/>
                  <a:pt x="13185" y="19958"/>
                  <a:pt x="13242" y="19972"/>
                </a:cubicBezTo>
                <a:lnTo>
                  <a:pt x="13242" y="19972"/>
                </a:lnTo>
                <a:cubicBezTo>
                  <a:pt x="13243" y="19900"/>
                  <a:pt x="13257" y="19845"/>
                  <a:pt x="13284" y="19819"/>
                </a:cubicBezTo>
                <a:lnTo>
                  <a:pt x="13436" y="19819"/>
                </a:lnTo>
                <a:cubicBezTo>
                  <a:pt x="13453" y="19802"/>
                  <a:pt x="13472" y="19794"/>
                  <a:pt x="13493" y="19794"/>
                </a:cubicBezTo>
                <a:cubicBezTo>
                  <a:pt x="13545" y="19794"/>
                  <a:pt x="13605" y="19844"/>
                  <a:pt x="13649" y="19910"/>
                </a:cubicBezTo>
                <a:lnTo>
                  <a:pt x="13436" y="19971"/>
                </a:lnTo>
                <a:lnTo>
                  <a:pt x="13332" y="19997"/>
                </a:lnTo>
                <a:lnTo>
                  <a:pt x="13332" y="19997"/>
                </a:lnTo>
                <a:cubicBezTo>
                  <a:pt x="13302" y="19987"/>
                  <a:pt x="13272" y="19979"/>
                  <a:pt x="13242" y="19972"/>
                </a:cubicBezTo>
                <a:lnTo>
                  <a:pt x="13242" y="19972"/>
                </a:lnTo>
                <a:cubicBezTo>
                  <a:pt x="13241" y="19990"/>
                  <a:pt x="13242" y="20009"/>
                  <a:pt x="13244" y="20029"/>
                </a:cubicBezTo>
                <a:lnTo>
                  <a:pt x="13244" y="20029"/>
                </a:lnTo>
                <a:cubicBezTo>
                  <a:pt x="13263" y="20022"/>
                  <a:pt x="13286" y="20012"/>
                  <a:pt x="13314" y="20001"/>
                </a:cubicBezTo>
                <a:lnTo>
                  <a:pt x="13332" y="19997"/>
                </a:lnTo>
                <a:lnTo>
                  <a:pt x="13332" y="19997"/>
                </a:lnTo>
                <a:cubicBezTo>
                  <a:pt x="13485" y="20044"/>
                  <a:pt x="13634" y="20117"/>
                  <a:pt x="13770" y="20214"/>
                </a:cubicBezTo>
                <a:cubicBezTo>
                  <a:pt x="13794" y="20250"/>
                  <a:pt x="13823" y="20262"/>
                  <a:pt x="13850" y="20262"/>
                </a:cubicBezTo>
                <a:cubicBezTo>
                  <a:pt x="13893" y="20262"/>
                  <a:pt x="13934" y="20232"/>
                  <a:pt x="13953" y="20214"/>
                </a:cubicBezTo>
                <a:cubicBezTo>
                  <a:pt x="13953" y="20153"/>
                  <a:pt x="14135" y="20153"/>
                  <a:pt x="14317" y="20153"/>
                </a:cubicBezTo>
                <a:lnTo>
                  <a:pt x="14378" y="20123"/>
                </a:lnTo>
                <a:lnTo>
                  <a:pt x="14448" y="20061"/>
                </a:lnTo>
                <a:lnTo>
                  <a:pt x="14448" y="20061"/>
                </a:lnTo>
                <a:cubicBezTo>
                  <a:pt x="14455" y="20062"/>
                  <a:pt x="14462" y="20062"/>
                  <a:pt x="14469" y="20062"/>
                </a:cubicBezTo>
                <a:lnTo>
                  <a:pt x="14500" y="20092"/>
                </a:lnTo>
                <a:cubicBezTo>
                  <a:pt x="14526" y="20040"/>
                  <a:pt x="14552" y="20010"/>
                  <a:pt x="14559" y="19965"/>
                </a:cubicBezTo>
                <a:lnTo>
                  <a:pt x="14559" y="19965"/>
                </a:lnTo>
                <a:lnTo>
                  <a:pt x="14448" y="20061"/>
                </a:lnTo>
                <a:lnTo>
                  <a:pt x="14448" y="20061"/>
                </a:lnTo>
                <a:cubicBezTo>
                  <a:pt x="14364" y="20057"/>
                  <a:pt x="14280" y="20029"/>
                  <a:pt x="14196" y="20001"/>
                </a:cubicBezTo>
                <a:cubicBezTo>
                  <a:pt x="14105" y="19971"/>
                  <a:pt x="13983" y="19910"/>
                  <a:pt x="13861" y="19880"/>
                </a:cubicBezTo>
                <a:cubicBezTo>
                  <a:pt x="13861" y="19849"/>
                  <a:pt x="13861" y="19819"/>
                  <a:pt x="13861" y="19788"/>
                </a:cubicBezTo>
                <a:lnTo>
                  <a:pt x="13861" y="19758"/>
                </a:lnTo>
                <a:cubicBezTo>
                  <a:pt x="14013" y="19788"/>
                  <a:pt x="14165" y="19849"/>
                  <a:pt x="14317" y="19940"/>
                </a:cubicBezTo>
                <a:lnTo>
                  <a:pt x="14560" y="19940"/>
                </a:lnTo>
                <a:cubicBezTo>
                  <a:pt x="14560" y="19949"/>
                  <a:pt x="14560" y="19957"/>
                  <a:pt x="14559" y="19965"/>
                </a:cubicBezTo>
                <a:lnTo>
                  <a:pt x="14559" y="19965"/>
                </a:lnTo>
                <a:lnTo>
                  <a:pt x="14621" y="19910"/>
                </a:lnTo>
                <a:cubicBezTo>
                  <a:pt x="14621" y="20015"/>
                  <a:pt x="14665" y="20047"/>
                  <a:pt x="14702" y="20047"/>
                </a:cubicBezTo>
                <a:cubicBezTo>
                  <a:pt x="14718" y="20047"/>
                  <a:pt x="14733" y="20041"/>
                  <a:pt x="14743" y="20031"/>
                </a:cubicBezTo>
                <a:cubicBezTo>
                  <a:pt x="14751" y="20015"/>
                  <a:pt x="14765" y="20007"/>
                  <a:pt x="14781" y="20007"/>
                </a:cubicBezTo>
                <a:cubicBezTo>
                  <a:pt x="14822" y="20007"/>
                  <a:pt x="14881" y="20057"/>
                  <a:pt x="14925" y="20123"/>
                </a:cubicBezTo>
                <a:lnTo>
                  <a:pt x="14956" y="20123"/>
                </a:lnTo>
                <a:cubicBezTo>
                  <a:pt x="15119" y="20123"/>
                  <a:pt x="15265" y="20213"/>
                  <a:pt x="15420" y="20213"/>
                </a:cubicBezTo>
                <a:cubicBezTo>
                  <a:pt x="15467" y="20213"/>
                  <a:pt x="15514" y="20205"/>
                  <a:pt x="15564" y="20183"/>
                </a:cubicBezTo>
                <a:cubicBezTo>
                  <a:pt x="15655" y="20153"/>
                  <a:pt x="15716" y="20123"/>
                  <a:pt x="15776" y="20092"/>
                </a:cubicBezTo>
                <a:cubicBezTo>
                  <a:pt x="15807" y="20062"/>
                  <a:pt x="15776" y="20001"/>
                  <a:pt x="15776" y="19971"/>
                </a:cubicBezTo>
                <a:cubicBezTo>
                  <a:pt x="15776" y="19940"/>
                  <a:pt x="15716" y="19940"/>
                  <a:pt x="15685" y="19940"/>
                </a:cubicBezTo>
                <a:cubicBezTo>
                  <a:pt x="15655" y="19971"/>
                  <a:pt x="15624" y="19971"/>
                  <a:pt x="15594" y="19971"/>
                </a:cubicBezTo>
                <a:cubicBezTo>
                  <a:pt x="15561" y="20004"/>
                  <a:pt x="15518" y="20028"/>
                  <a:pt x="15482" y="20028"/>
                </a:cubicBezTo>
                <a:cubicBezTo>
                  <a:pt x="15451" y="20028"/>
                  <a:pt x="15425" y="20012"/>
                  <a:pt x="15412" y="19971"/>
                </a:cubicBezTo>
                <a:cubicBezTo>
                  <a:pt x="15351" y="19910"/>
                  <a:pt x="15381" y="19849"/>
                  <a:pt x="15503" y="19849"/>
                </a:cubicBezTo>
                <a:lnTo>
                  <a:pt x="15746" y="19849"/>
                </a:lnTo>
                <a:cubicBezTo>
                  <a:pt x="15776" y="19788"/>
                  <a:pt x="15716" y="19667"/>
                  <a:pt x="15594" y="19606"/>
                </a:cubicBezTo>
                <a:lnTo>
                  <a:pt x="15746" y="19545"/>
                </a:lnTo>
                <a:cubicBezTo>
                  <a:pt x="15781" y="19527"/>
                  <a:pt x="15807" y="19520"/>
                  <a:pt x="15827" y="19520"/>
                </a:cubicBezTo>
                <a:cubicBezTo>
                  <a:pt x="15910" y="19520"/>
                  <a:pt x="15885" y="19648"/>
                  <a:pt x="15959" y="19697"/>
                </a:cubicBezTo>
                <a:lnTo>
                  <a:pt x="15989" y="19697"/>
                </a:lnTo>
                <a:cubicBezTo>
                  <a:pt x="15996" y="19711"/>
                  <a:pt x="16007" y="19717"/>
                  <a:pt x="16018" y="19717"/>
                </a:cubicBezTo>
                <a:cubicBezTo>
                  <a:pt x="16057" y="19717"/>
                  <a:pt x="16111" y="19653"/>
                  <a:pt x="16111" y="19606"/>
                </a:cubicBezTo>
                <a:cubicBezTo>
                  <a:pt x="16111" y="19576"/>
                  <a:pt x="16141" y="19545"/>
                  <a:pt x="16171" y="19515"/>
                </a:cubicBezTo>
                <a:cubicBezTo>
                  <a:pt x="16171" y="19606"/>
                  <a:pt x="16202" y="19667"/>
                  <a:pt x="16232" y="19728"/>
                </a:cubicBezTo>
                <a:cubicBezTo>
                  <a:pt x="16232" y="19748"/>
                  <a:pt x="16242" y="19758"/>
                  <a:pt x="16259" y="19758"/>
                </a:cubicBezTo>
                <a:cubicBezTo>
                  <a:pt x="16293" y="19758"/>
                  <a:pt x="16354" y="19717"/>
                  <a:pt x="16415" y="19636"/>
                </a:cubicBezTo>
                <a:lnTo>
                  <a:pt x="16536" y="19545"/>
                </a:lnTo>
                <a:lnTo>
                  <a:pt x="16567" y="19545"/>
                </a:lnTo>
                <a:cubicBezTo>
                  <a:pt x="16627" y="19545"/>
                  <a:pt x="16688" y="19606"/>
                  <a:pt x="16688" y="19636"/>
                </a:cubicBezTo>
                <a:cubicBezTo>
                  <a:pt x="16597" y="19728"/>
                  <a:pt x="16475" y="19819"/>
                  <a:pt x="16384" y="19910"/>
                </a:cubicBezTo>
                <a:cubicBezTo>
                  <a:pt x="16315" y="19933"/>
                  <a:pt x="16456" y="19991"/>
                  <a:pt x="16581" y="19991"/>
                </a:cubicBezTo>
                <a:cubicBezTo>
                  <a:pt x="16621" y="19991"/>
                  <a:pt x="16659" y="19985"/>
                  <a:pt x="16688" y="19971"/>
                </a:cubicBezTo>
                <a:cubicBezTo>
                  <a:pt x="16779" y="19940"/>
                  <a:pt x="16840" y="19880"/>
                  <a:pt x="16871" y="19788"/>
                </a:cubicBezTo>
                <a:cubicBezTo>
                  <a:pt x="16840" y="19758"/>
                  <a:pt x="16931" y="19636"/>
                  <a:pt x="17053" y="19545"/>
                </a:cubicBezTo>
                <a:lnTo>
                  <a:pt x="17144" y="19454"/>
                </a:lnTo>
                <a:lnTo>
                  <a:pt x="17175" y="19424"/>
                </a:lnTo>
                <a:cubicBezTo>
                  <a:pt x="17190" y="19408"/>
                  <a:pt x="17213" y="19401"/>
                  <a:pt x="17239" y="19401"/>
                </a:cubicBezTo>
                <a:cubicBezTo>
                  <a:pt x="17266" y="19401"/>
                  <a:pt x="17296" y="19408"/>
                  <a:pt x="17327" y="19424"/>
                </a:cubicBezTo>
                <a:lnTo>
                  <a:pt x="17327" y="19484"/>
                </a:lnTo>
                <a:lnTo>
                  <a:pt x="17357" y="19545"/>
                </a:lnTo>
                <a:cubicBezTo>
                  <a:pt x="17387" y="19606"/>
                  <a:pt x="17266" y="19697"/>
                  <a:pt x="17235" y="19697"/>
                </a:cubicBezTo>
                <a:cubicBezTo>
                  <a:pt x="17175" y="19697"/>
                  <a:pt x="17144" y="19849"/>
                  <a:pt x="17144" y="19910"/>
                </a:cubicBezTo>
                <a:cubicBezTo>
                  <a:pt x="17144" y="19940"/>
                  <a:pt x="17175" y="20001"/>
                  <a:pt x="17235" y="20031"/>
                </a:cubicBezTo>
                <a:lnTo>
                  <a:pt x="17266" y="20031"/>
                </a:lnTo>
                <a:cubicBezTo>
                  <a:pt x="17296" y="20031"/>
                  <a:pt x="17327" y="19971"/>
                  <a:pt x="17327" y="19971"/>
                </a:cubicBezTo>
                <a:cubicBezTo>
                  <a:pt x="17175" y="19849"/>
                  <a:pt x="17266" y="19849"/>
                  <a:pt x="17387" y="19849"/>
                </a:cubicBezTo>
                <a:lnTo>
                  <a:pt x="17478" y="19849"/>
                </a:lnTo>
                <a:cubicBezTo>
                  <a:pt x="17500" y="19860"/>
                  <a:pt x="17518" y="19865"/>
                  <a:pt x="17532" y="19865"/>
                </a:cubicBezTo>
                <a:cubicBezTo>
                  <a:pt x="17597" y="19865"/>
                  <a:pt x="17584" y="19756"/>
                  <a:pt x="17509" y="19606"/>
                </a:cubicBezTo>
                <a:lnTo>
                  <a:pt x="17691" y="19606"/>
                </a:lnTo>
                <a:cubicBezTo>
                  <a:pt x="17782" y="19667"/>
                  <a:pt x="17843" y="19728"/>
                  <a:pt x="17904" y="19758"/>
                </a:cubicBezTo>
                <a:lnTo>
                  <a:pt x="17965" y="19758"/>
                </a:lnTo>
                <a:cubicBezTo>
                  <a:pt x="18026" y="19758"/>
                  <a:pt x="18026" y="19728"/>
                  <a:pt x="18026" y="19697"/>
                </a:cubicBezTo>
                <a:lnTo>
                  <a:pt x="17995" y="19667"/>
                </a:lnTo>
                <a:cubicBezTo>
                  <a:pt x="17968" y="19611"/>
                  <a:pt x="18268" y="19480"/>
                  <a:pt x="18413" y="19480"/>
                </a:cubicBezTo>
                <a:cubicBezTo>
                  <a:pt x="18427" y="19480"/>
                  <a:pt x="18440" y="19482"/>
                  <a:pt x="18451" y="19484"/>
                </a:cubicBezTo>
                <a:cubicBezTo>
                  <a:pt x="18603" y="19545"/>
                  <a:pt x="18451" y="19971"/>
                  <a:pt x="18512" y="20062"/>
                </a:cubicBezTo>
                <a:cubicBezTo>
                  <a:pt x="18523" y="20106"/>
                  <a:pt x="18534" y="20122"/>
                  <a:pt x="18543" y="20122"/>
                </a:cubicBezTo>
                <a:cubicBezTo>
                  <a:pt x="18560" y="20122"/>
                  <a:pt x="18573" y="20070"/>
                  <a:pt x="18573" y="20031"/>
                </a:cubicBezTo>
                <a:cubicBezTo>
                  <a:pt x="18603" y="19910"/>
                  <a:pt x="18664" y="19849"/>
                  <a:pt x="18755" y="19788"/>
                </a:cubicBezTo>
                <a:lnTo>
                  <a:pt x="18846" y="19788"/>
                </a:lnTo>
                <a:cubicBezTo>
                  <a:pt x="18937" y="19788"/>
                  <a:pt x="19089" y="19819"/>
                  <a:pt x="19089" y="19819"/>
                </a:cubicBezTo>
                <a:lnTo>
                  <a:pt x="19120" y="20062"/>
                </a:lnTo>
                <a:cubicBezTo>
                  <a:pt x="19272" y="20001"/>
                  <a:pt x="19150" y="19788"/>
                  <a:pt x="19059" y="19728"/>
                </a:cubicBezTo>
                <a:cubicBezTo>
                  <a:pt x="18998" y="19667"/>
                  <a:pt x="18937" y="19606"/>
                  <a:pt x="18877" y="19576"/>
                </a:cubicBezTo>
                <a:lnTo>
                  <a:pt x="18907" y="19484"/>
                </a:lnTo>
                <a:cubicBezTo>
                  <a:pt x="18925" y="19431"/>
                  <a:pt x="18953" y="19399"/>
                  <a:pt x="18985" y="19399"/>
                </a:cubicBezTo>
                <a:cubicBezTo>
                  <a:pt x="19008" y="19399"/>
                  <a:pt x="19034" y="19416"/>
                  <a:pt x="19059" y="19454"/>
                </a:cubicBezTo>
                <a:lnTo>
                  <a:pt x="19150" y="19484"/>
                </a:lnTo>
                <a:lnTo>
                  <a:pt x="19211" y="19484"/>
                </a:lnTo>
                <a:cubicBezTo>
                  <a:pt x="19252" y="19493"/>
                  <a:pt x="19295" y="19496"/>
                  <a:pt x="19339" y="19496"/>
                </a:cubicBezTo>
                <a:cubicBezTo>
                  <a:pt x="19461" y="19496"/>
                  <a:pt x="19594" y="19468"/>
                  <a:pt x="19728" y="19424"/>
                </a:cubicBezTo>
                <a:cubicBezTo>
                  <a:pt x="19756" y="19405"/>
                  <a:pt x="19776" y="19398"/>
                  <a:pt x="19787" y="19398"/>
                </a:cubicBezTo>
                <a:cubicBezTo>
                  <a:pt x="19813" y="19398"/>
                  <a:pt x="19800" y="19433"/>
                  <a:pt x="19758" y="19454"/>
                </a:cubicBezTo>
                <a:cubicBezTo>
                  <a:pt x="19728" y="19484"/>
                  <a:pt x="19758" y="19545"/>
                  <a:pt x="19880" y="19545"/>
                </a:cubicBezTo>
                <a:lnTo>
                  <a:pt x="19941" y="19515"/>
                </a:lnTo>
                <a:cubicBezTo>
                  <a:pt x="20001" y="19484"/>
                  <a:pt x="19971" y="19393"/>
                  <a:pt x="20062" y="19393"/>
                </a:cubicBezTo>
                <a:cubicBezTo>
                  <a:pt x="20123" y="19393"/>
                  <a:pt x="20214" y="19454"/>
                  <a:pt x="20305" y="19454"/>
                </a:cubicBezTo>
                <a:lnTo>
                  <a:pt x="20366" y="19454"/>
                </a:lnTo>
                <a:cubicBezTo>
                  <a:pt x="20378" y="19442"/>
                  <a:pt x="20393" y="19437"/>
                  <a:pt x="20409" y="19437"/>
                </a:cubicBezTo>
                <a:cubicBezTo>
                  <a:pt x="20480" y="19437"/>
                  <a:pt x="20585" y="19526"/>
                  <a:pt x="20609" y="19576"/>
                </a:cubicBezTo>
                <a:cubicBezTo>
                  <a:pt x="20670" y="19667"/>
                  <a:pt x="20761" y="19728"/>
                  <a:pt x="20852" y="19788"/>
                </a:cubicBezTo>
                <a:lnTo>
                  <a:pt x="20913" y="19788"/>
                </a:lnTo>
                <a:lnTo>
                  <a:pt x="21004" y="19758"/>
                </a:lnTo>
                <a:cubicBezTo>
                  <a:pt x="20944" y="19667"/>
                  <a:pt x="20913" y="19545"/>
                  <a:pt x="20913" y="19424"/>
                </a:cubicBezTo>
                <a:lnTo>
                  <a:pt x="20974" y="19332"/>
                </a:lnTo>
                <a:lnTo>
                  <a:pt x="20974" y="19302"/>
                </a:lnTo>
                <a:cubicBezTo>
                  <a:pt x="21035" y="19302"/>
                  <a:pt x="21096" y="19363"/>
                  <a:pt x="21096" y="19363"/>
                </a:cubicBezTo>
                <a:cubicBezTo>
                  <a:pt x="21065" y="19424"/>
                  <a:pt x="21065" y="19484"/>
                  <a:pt x="21035" y="19545"/>
                </a:cubicBezTo>
                <a:lnTo>
                  <a:pt x="21248" y="19545"/>
                </a:lnTo>
                <a:cubicBezTo>
                  <a:pt x="21308" y="19576"/>
                  <a:pt x="21308" y="19606"/>
                  <a:pt x="21278" y="19636"/>
                </a:cubicBezTo>
                <a:lnTo>
                  <a:pt x="21248" y="19667"/>
                </a:lnTo>
                <a:lnTo>
                  <a:pt x="21217" y="19697"/>
                </a:lnTo>
                <a:cubicBezTo>
                  <a:pt x="21156" y="19758"/>
                  <a:pt x="21187" y="19788"/>
                  <a:pt x="21248" y="19788"/>
                </a:cubicBezTo>
                <a:lnTo>
                  <a:pt x="21339" y="19788"/>
                </a:lnTo>
                <a:cubicBezTo>
                  <a:pt x="21369" y="19788"/>
                  <a:pt x="21491" y="19576"/>
                  <a:pt x="21521" y="19515"/>
                </a:cubicBezTo>
                <a:cubicBezTo>
                  <a:pt x="21521" y="19489"/>
                  <a:pt x="21548" y="19480"/>
                  <a:pt x="21582" y="19480"/>
                </a:cubicBezTo>
                <a:cubicBezTo>
                  <a:pt x="21628" y="19480"/>
                  <a:pt x="21686" y="19497"/>
                  <a:pt x="21703" y="19515"/>
                </a:cubicBezTo>
                <a:cubicBezTo>
                  <a:pt x="21764" y="19515"/>
                  <a:pt x="21795" y="19515"/>
                  <a:pt x="21825" y="19484"/>
                </a:cubicBezTo>
                <a:lnTo>
                  <a:pt x="21855" y="19424"/>
                </a:lnTo>
                <a:cubicBezTo>
                  <a:pt x="21916" y="19424"/>
                  <a:pt x="21947" y="19545"/>
                  <a:pt x="21947" y="19606"/>
                </a:cubicBezTo>
                <a:cubicBezTo>
                  <a:pt x="21947" y="19667"/>
                  <a:pt x="22311" y="19667"/>
                  <a:pt x="22433" y="19667"/>
                </a:cubicBezTo>
                <a:cubicBezTo>
                  <a:pt x="22534" y="19667"/>
                  <a:pt x="22690" y="19694"/>
                  <a:pt x="22800" y="19694"/>
                </a:cubicBezTo>
                <a:cubicBezTo>
                  <a:pt x="22855" y="19694"/>
                  <a:pt x="22899" y="19687"/>
                  <a:pt x="22919" y="19667"/>
                </a:cubicBezTo>
                <a:cubicBezTo>
                  <a:pt x="22950" y="19636"/>
                  <a:pt x="23010" y="19576"/>
                  <a:pt x="23071" y="19576"/>
                </a:cubicBezTo>
                <a:cubicBezTo>
                  <a:pt x="23076" y="19573"/>
                  <a:pt x="23081" y="19572"/>
                  <a:pt x="23085" y="19572"/>
                </a:cubicBezTo>
                <a:cubicBezTo>
                  <a:pt x="23141" y="19572"/>
                  <a:pt x="23193" y="19732"/>
                  <a:pt x="23193" y="19788"/>
                </a:cubicBezTo>
                <a:cubicBezTo>
                  <a:pt x="23193" y="19819"/>
                  <a:pt x="23223" y="19880"/>
                  <a:pt x="23254" y="19910"/>
                </a:cubicBezTo>
                <a:cubicBezTo>
                  <a:pt x="23314" y="19819"/>
                  <a:pt x="23345" y="19758"/>
                  <a:pt x="23375" y="19697"/>
                </a:cubicBezTo>
                <a:cubicBezTo>
                  <a:pt x="23406" y="19636"/>
                  <a:pt x="23436" y="19606"/>
                  <a:pt x="23466" y="19576"/>
                </a:cubicBezTo>
                <a:lnTo>
                  <a:pt x="23649" y="19606"/>
                </a:lnTo>
                <a:cubicBezTo>
                  <a:pt x="23801" y="19515"/>
                  <a:pt x="23983" y="19454"/>
                  <a:pt x="24166" y="19393"/>
                </a:cubicBezTo>
                <a:cubicBezTo>
                  <a:pt x="24257" y="19393"/>
                  <a:pt x="24166" y="19484"/>
                  <a:pt x="24135" y="19545"/>
                </a:cubicBezTo>
                <a:cubicBezTo>
                  <a:pt x="24105" y="19576"/>
                  <a:pt x="24226" y="19667"/>
                  <a:pt x="24287" y="19697"/>
                </a:cubicBezTo>
                <a:cubicBezTo>
                  <a:pt x="24348" y="19697"/>
                  <a:pt x="24439" y="19576"/>
                  <a:pt x="24500" y="19576"/>
                </a:cubicBezTo>
                <a:cubicBezTo>
                  <a:pt x="24621" y="19606"/>
                  <a:pt x="24743" y="19667"/>
                  <a:pt x="24834" y="19728"/>
                </a:cubicBezTo>
                <a:lnTo>
                  <a:pt x="24986" y="19728"/>
                </a:lnTo>
                <a:cubicBezTo>
                  <a:pt x="25108" y="19697"/>
                  <a:pt x="25229" y="19667"/>
                  <a:pt x="25321" y="19606"/>
                </a:cubicBezTo>
                <a:lnTo>
                  <a:pt x="25351" y="19606"/>
                </a:lnTo>
                <a:cubicBezTo>
                  <a:pt x="25442" y="19636"/>
                  <a:pt x="25533" y="19667"/>
                  <a:pt x="25594" y="19697"/>
                </a:cubicBezTo>
                <a:lnTo>
                  <a:pt x="25655" y="19758"/>
                </a:lnTo>
                <a:lnTo>
                  <a:pt x="25746" y="19819"/>
                </a:lnTo>
                <a:cubicBezTo>
                  <a:pt x="25868" y="19880"/>
                  <a:pt x="25989" y="19971"/>
                  <a:pt x="26050" y="19971"/>
                </a:cubicBezTo>
                <a:cubicBezTo>
                  <a:pt x="26055" y="19976"/>
                  <a:pt x="26060" y="19978"/>
                  <a:pt x="26065" y="19978"/>
                </a:cubicBezTo>
                <a:cubicBezTo>
                  <a:pt x="26088" y="19978"/>
                  <a:pt x="26100" y="19919"/>
                  <a:pt x="26050" y="19819"/>
                </a:cubicBezTo>
                <a:lnTo>
                  <a:pt x="26050" y="19758"/>
                </a:lnTo>
                <a:cubicBezTo>
                  <a:pt x="26080" y="19728"/>
                  <a:pt x="26080" y="19667"/>
                  <a:pt x="26141" y="19667"/>
                </a:cubicBezTo>
                <a:cubicBezTo>
                  <a:pt x="26172" y="19667"/>
                  <a:pt x="26232" y="19667"/>
                  <a:pt x="26263" y="19697"/>
                </a:cubicBezTo>
                <a:lnTo>
                  <a:pt x="26293" y="19728"/>
                </a:lnTo>
                <a:cubicBezTo>
                  <a:pt x="26324" y="19788"/>
                  <a:pt x="26384" y="19849"/>
                  <a:pt x="26445" y="19880"/>
                </a:cubicBezTo>
                <a:cubicBezTo>
                  <a:pt x="26476" y="19880"/>
                  <a:pt x="26536" y="19849"/>
                  <a:pt x="26567" y="19819"/>
                </a:cubicBezTo>
                <a:lnTo>
                  <a:pt x="26567" y="19788"/>
                </a:lnTo>
                <a:lnTo>
                  <a:pt x="26567" y="19728"/>
                </a:lnTo>
                <a:cubicBezTo>
                  <a:pt x="26567" y="19697"/>
                  <a:pt x="26711" y="19697"/>
                  <a:pt x="26863" y="19697"/>
                </a:cubicBezTo>
                <a:cubicBezTo>
                  <a:pt x="27015" y="19697"/>
                  <a:pt x="27175" y="19697"/>
                  <a:pt x="27205" y="19667"/>
                </a:cubicBezTo>
                <a:cubicBezTo>
                  <a:pt x="27251" y="19652"/>
                  <a:pt x="27296" y="19644"/>
                  <a:pt x="27338" y="19644"/>
                </a:cubicBezTo>
                <a:cubicBezTo>
                  <a:pt x="27380" y="19644"/>
                  <a:pt x="27418" y="19652"/>
                  <a:pt x="27448" y="19667"/>
                </a:cubicBezTo>
                <a:lnTo>
                  <a:pt x="27509" y="19728"/>
                </a:lnTo>
                <a:lnTo>
                  <a:pt x="27539" y="19728"/>
                </a:lnTo>
                <a:cubicBezTo>
                  <a:pt x="27600" y="19728"/>
                  <a:pt x="27631" y="19667"/>
                  <a:pt x="27631" y="19667"/>
                </a:cubicBezTo>
                <a:cubicBezTo>
                  <a:pt x="27631" y="19636"/>
                  <a:pt x="27570" y="19515"/>
                  <a:pt x="27631" y="19484"/>
                </a:cubicBezTo>
                <a:cubicBezTo>
                  <a:pt x="27691" y="19484"/>
                  <a:pt x="27904" y="19515"/>
                  <a:pt x="27904" y="19545"/>
                </a:cubicBezTo>
                <a:cubicBezTo>
                  <a:pt x="27904" y="19606"/>
                  <a:pt x="27904" y="19667"/>
                  <a:pt x="27965" y="19728"/>
                </a:cubicBezTo>
                <a:lnTo>
                  <a:pt x="28026" y="19728"/>
                </a:lnTo>
                <a:cubicBezTo>
                  <a:pt x="28056" y="19636"/>
                  <a:pt x="28087" y="19545"/>
                  <a:pt x="28117" y="19454"/>
                </a:cubicBezTo>
                <a:cubicBezTo>
                  <a:pt x="28117" y="19431"/>
                  <a:pt x="28157" y="19421"/>
                  <a:pt x="28211" y="19421"/>
                </a:cubicBezTo>
                <a:cubicBezTo>
                  <a:pt x="28299" y="19421"/>
                  <a:pt x="28425" y="19447"/>
                  <a:pt x="28482" y="19484"/>
                </a:cubicBezTo>
                <a:cubicBezTo>
                  <a:pt x="28573" y="19515"/>
                  <a:pt x="28512" y="19667"/>
                  <a:pt x="28421" y="19728"/>
                </a:cubicBezTo>
                <a:cubicBezTo>
                  <a:pt x="28385" y="19763"/>
                  <a:pt x="28391" y="19778"/>
                  <a:pt x="28427" y="19778"/>
                </a:cubicBezTo>
                <a:cubicBezTo>
                  <a:pt x="28452" y="19778"/>
                  <a:pt x="28492" y="19771"/>
                  <a:pt x="28543" y="19758"/>
                </a:cubicBezTo>
                <a:lnTo>
                  <a:pt x="28786" y="19758"/>
                </a:lnTo>
                <a:cubicBezTo>
                  <a:pt x="28907" y="19758"/>
                  <a:pt x="29029" y="19788"/>
                  <a:pt x="29029" y="19819"/>
                </a:cubicBezTo>
                <a:lnTo>
                  <a:pt x="29029" y="19880"/>
                </a:lnTo>
                <a:cubicBezTo>
                  <a:pt x="29051" y="19924"/>
                  <a:pt x="29106" y="19952"/>
                  <a:pt x="29158" y="19952"/>
                </a:cubicBezTo>
                <a:cubicBezTo>
                  <a:pt x="29176" y="19952"/>
                  <a:pt x="29195" y="19948"/>
                  <a:pt x="29211" y="19940"/>
                </a:cubicBezTo>
                <a:lnTo>
                  <a:pt x="29211" y="19849"/>
                </a:lnTo>
                <a:cubicBezTo>
                  <a:pt x="29242" y="19788"/>
                  <a:pt x="29272" y="19728"/>
                  <a:pt x="29333" y="19697"/>
                </a:cubicBezTo>
                <a:lnTo>
                  <a:pt x="29485" y="19697"/>
                </a:lnTo>
                <a:lnTo>
                  <a:pt x="29485" y="19667"/>
                </a:lnTo>
                <a:lnTo>
                  <a:pt x="29515" y="19636"/>
                </a:lnTo>
                <a:cubicBezTo>
                  <a:pt x="29515" y="19627"/>
                  <a:pt x="29528" y="19624"/>
                  <a:pt x="29547" y="19624"/>
                </a:cubicBezTo>
                <a:cubicBezTo>
                  <a:pt x="29594" y="19624"/>
                  <a:pt x="29676" y="19645"/>
                  <a:pt x="29698" y="19667"/>
                </a:cubicBezTo>
                <a:cubicBezTo>
                  <a:pt x="29743" y="19682"/>
                  <a:pt x="29796" y="19690"/>
                  <a:pt x="29850" y="19690"/>
                </a:cubicBezTo>
                <a:cubicBezTo>
                  <a:pt x="29903" y="19690"/>
                  <a:pt x="29956" y="19682"/>
                  <a:pt x="30002" y="19667"/>
                </a:cubicBezTo>
                <a:lnTo>
                  <a:pt x="30062" y="19758"/>
                </a:lnTo>
                <a:lnTo>
                  <a:pt x="30093" y="19788"/>
                </a:lnTo>
                <a:cubicBezTo>
                  <a:pt x="30153" y="19788"/>
                  <a:pt x="30184" y="19819"/>
                  <a:pt x="30245" y="19819"/>
                </a:cubicBezTo>
                <a:lnTo>
                  <a:pt x="30366" y="19758"/>
                </a:lnTo>
                <a:lnTo>
                  <a:pt x="30731" y="19758"/>
                </a:lnTo>
                <a:cubicBezTo>
                  <a:pt x="30786" y="19717"/>
                  <a:pt x="30828" y="19700"/>
                  <a:pt x="30870" y="19700"/>
                </a:cubicBezTo>
                <a:cubicBezTo>
                  <a:pt x="30920" y="19700"/>
                  <a:pt x="30968" y="19725"/>
                  <a:pt x="31035" y="19758"/>
                </a:cubicBezTo>
                <a:lnTo>
                  <a:pt x="31126" y="19819"/>
                </a:lnTo>
                <a:cubicBezTo>
                  <a:pt x="31248" y="19819"/>
                  <a:pt x="31369" y="19819"/>
                  <a:pt x="31491" y="19788"/>
                </a:cubicBezTo>
                <a:cubicBezTo>
                  <a:pt x="31552" y="19788"/>
                  <a:pt x="31552" y="19576"/>
                  <a:pt x="31552" y="19515"/>
                </a:cubicBezTo>
                <a:cubicBezTo>
                  <a:pt x="31582" y="19454"/>
                  <a:pt x="31643" y="19363"/>
                  <a:pt x="31704" y="19302"/>
                </a:cubicBezTo>
                <a:cubicBezTo>
                  <a:pt x="31704" y="19300"/>
                  <a:pt x="31705" y="19299"/>
                  <a:pt x="31707" y="19299"/>
                </a:cubicBezTo>
                <a:cubicBezTo>
                  <a:pt x="31736" y="19299"/>
                  <a:pt x="31921" y="19454"/>
                  <a:pt x="31977" y="19454"/>
                </a:cubicBezTo>
                <a:cubicBezTo>
                  <a:pt x="32068" y="19484"/>
                  <a:pt x="32068" y="19515"/>
                  <a:pt x="32008" y="19515"/>
                </a:cubicBezTo>
                <a:lnTo>
                  <a:pt x="31916" y="19515"/>
                </a:lnTo>
                <a:cubicBezTo>
                  <a:pt x="31856" y="19515"/>
                  <a:pt x="31795" y="19636"/>
                  <a:pt x="31795" y="19697"/>
                </a:cubicBezTo>
                <a:cubicBezTo>
                  <a:pt x="31795" y="19728"/>
                  <a:pt x="31947" y="19758"/>
                  <a:pt x="32008" y="19758"/>
                </a:cubicBezTo>
                <a:cubicBezTo>
                  <a:pt x="32056" y="19758"/>
                  <a:pt x="32338" y="19836"/>
                  <a:pt x="32527" y="19836"/>
                </a:cubicBezTo>
                <a:cubicBezTo>
                  <a:pt x="32574" y="19836"/>
                  <a:pt x="32616" y="19831"/>
                  <a:pt x="32646" y="19819"/>
                </a:cubicBezTo>
                <a:cubicBezTo>
                  <a:pt x="32697" y="19793"/>
                  <a:pt x="32754" y="19784"/>
                  <a:pt x="32805" y="19784"/>
                </a:cubicBezTo>
                <a:cubicBezTo>
                  <a:pt x="32874" y="19784"/>
                  <a:pt x="32932" y="19801"/>
                  <a:pt x="32950" y="19819"/>
                </a:cubicBezTo>
                <a:cubicBezTo>
                  <a:pt x="32950" y="19826"/>
                  <a:pt x="32954" y="19830"/>
                  <a:pt x="32960" y="19830"/>
                </a:cubicBezTo>
                <a:cubicBezTo>
                  <a:pt x="32980" y="19830"/>
                  <a:pt x="33026" y="19796"/>
                  <a:pt x="33071" y="19728"/>
                </a:cubicBezTo>
                <a:lnTo>
                  <a:pt x="33132" y="19667"/>
                </a:lnTo>
                <a:cubicBezTo>
                  <a:pt x="33193" y="19606"/>
                  <a:pt x="33284" y="19576"/>
                  <a:pt x="33375" y="19545"/>
                </a:cubicBezTo>
                <a:cubicBezTo>
                  <a:pt x="33406" y="19545"/>
                  <a:pt x="33497" y="19606"/>
                  <a:pt x="33558" y="19606"/>
                </a:cubicBezTo>
                <a:cubicBezTo>
                  <a:pt x="33710" y="19636"/>
                  <a:pt x="33619" y="19728"/>
                  <a:pt x="33649" y="19819"/>
                </a:cubicBezTo>
                <a:lnTo>
                  <a:pt x="33649" y="19849"/>
                </a:lnTo>
                <a:cubicBezTo>
                  <a:pt x="33667" y="19885"/>
                  <a:pt x="33695" y="19899"/>
                  <a:pt x="33728" y="19899"/>
                </a:cubicBezTo>
                <a:cubicBezTo>
                  <a:pt x="33751" y="19899"/>
                  <a:pt x="33776" y="19892"/>
                  <a:pt x="33801" y="19880"/>
                </a:cubicBezTo>
                <a:lnTo>
                  <a:pt x="33831" y="19849"/>
                </a:lnTo>
                <a:cubicBezTo>
                  <a:pt x="33862" y="19819"/>
                  <a:pt x="33892" y="19788"/>
                  <a:pt x="33892" y="19788"/>
                </a:cubicBezTo>
                <a:cubicBezTo>
                  <a:pt x="33983" y="19819"/>
                  <a:pt x="34135" y="19849"/>
                  <a:pt x="34135" y="19910"/>
                </a:cubicBezTo>
                <a:lnTo>
                  <a:pt x="34196" y="20123"/>
                </a:lnTo>
                <a:cubicBezTo>
                  <a:pt x="34348" y="20062"/>
                  <a:pt x="34439" y="19971"/>
                  <a:pt x="34409" y="19940"/>
                </a:cubicBezTo>
                <a:lnTo>
                  <a:pt x="34378" y="19940"/>
                </a:lnTo>
                <a:lnTo>
                  <a:pt x="34348" y="19910"/>
                </a:lnTo>
                <a:cubicBezTo>
                  <a:pt x="34287" y="19910"/>
                  <a:pt x="34287" y="19819"/>
                  <a:pt x="34318" y="19788"/>
                </a:cubicBezTo>
                <a:lnTo>
                  <a:pt x="34378" y="19788"/>
                </a:lnTo>
                <a:lnTo>
                  <a:pt x="34500" y="19758"/>
                </a:lnTo>
                <a:cubicBezTo>
                  <a:pt x="34713" y="19758"/>
                  <a:pt x="34895" y="19758"/>
                  <a:pt x="35108" y="19819"/>
                </a:cubicBezTo>
                <a:lnTo>
                  <a:pt x="35260" y="19788"/>
                </a:lnTo>
                <a:lnTo>
                  <a:pt x="35351" y="19788"/>
                </a:lnTo>
                <a:cubicBezTo>
                  <a:pt x="35382" y="19788"/>
                  <a:pt x="35351" y="19728"/>
                  <a:pt x="35351" y="19728"/>
                </a:cubicBezTo>
                <a:lnTo>
                  <a:pt x="35290" y="19667"/>
                </a:lnTo>
                <a:cubicBezTo>
                  <a:pt x="35473" y="19667"/>
                  <a:pt x="35625" y="19697"/>
                  <a:pt x="35807" y="19728"/>
                </a:cubicBezTo>
                <a:lnTo>
                  <a:pt x="36020" y="19636"/>
                </a:lnTo>
                <a:lnTo>
                  <a:pt x="36111" y="19606"/>
                </a:lnTo>
                <a:cubicBezTo>
                  <a:pt x="36202" y="19606"/>
                  <a:pt x="36293" y="19697"/>
                  <a:pt x="36263" y="19819"/>
                </a:cubicBezTo>
                <a:cubicBezTo>
                  <a:pt x="36233" y="19849"/>
                  <a:pt x="36354" y="19910"/>
                  <a:pt x="36415" y="19940"/>
                </a:cubicBezTo>
                <a:cubicBezTo>
                  <a:pt x="36476" y="19940"/>
                  <a:pt x="36506" y="19940"/>
                  <a:pt x="36506" y="19880"/>
                </a:cubicBezTo>
                <a:lnTo>
                  <a:pt x="36506" y="19849"/>
                </a:lnTo>
                <a:cubicBezTo>
                  <a:pt x="36537" y="19758"/>
                  <a:pt x="36415" y="19606"/>
                  <a:pt x="36628" y="19545"/>
                </a:cubicBezTo>
                <a:lnTo>
                  <a:pt x="36628" y="19788"/>
                </a:lnTo>
                <a:lnTo>
                  <a:pt x="36628" y="19819"/>
                </a:lnTo>
                <a:cubicBezTo>
                  <a:pt x="36628" y="19849"/>
                  <a:pt x="36681" y="19864"/>
                  <a:pt x="36761" y="19864"/>
                </a:cubicBezTo>
                <a:cubicBezTo>
                  <a:pt x="36841" y="19864"/>
                  <a:pt x="36947" y="19849"/>
                  <a:pt x="37053" y="19819"/>
                </a:cubicBezTo>
                <a:lnTo>
                  <a:pt x="37236" y="19788"/>
                </a:lnTo>
                <a:cubicBezTo>
                  <a:pt x="37293" y="19780"/>
                  <a:pt x="37350" y="19776"/>
                  <a:pt x="37406" y="19776"/>
                </a:cubicBezTo>
                <a:cubicBezTo>
                  <a:pt x="37560" y="19776"/>
                  <a:pt x="37710" y="19805"/>
                  <a:pt x="37844" y="19849"/>
                </a:cubicBezTo>
                <a:lnTo>
                  <a:pt x="37904" y="19880"/>
                </a:lnTo>
                <a:cubicBezTo>
                  <a:pt x="37911" y="19883"/>
                  <a:pt x="37917" y="19884"/>
                  <a:pt x="37922" y="19884"/>
                </a:cubicBezTo>
                <a:cubicBezTo>
                  <a:pt x="37965" y="19884"/>
                  <a:pt x="37965" y="19775"/>
                  <a:pt x="37965" y="19667"/>
                </a:cubicBezTo>
                <a:lnTo>
                  <a:pt x="38148" y="19667"/>
                </a:lnTo>
                <a:cubicBezTo>
                  <a:pt x="38391" y="19667"/>
                  <a:pt x="38208" y="19819"/>
                  <a:pt x="38269" y="19910"/>
                </a:cubicBezTo>
                <a:lnTo>
                  <a:pt x="38269" y="19940"/>
                </a:lnTo>
                <a:cubicBezTo>
                  <a:pt x="38269" y="19949"/>
                  <a:pt x="38277" y="19953"/>
                  <a:pt x="38289" y="19953"/>
                </a:cubicBezTo>
                <a:cubicBezTo>
                  <a:pt x="38317" y="19953"/>
                  <a:pt x="38369" y="19931"/>
                  <a:pt x="38391" y="19910"/>
                </a:cubicBezTo>
                <a:cubicBezTo>
                  <a:pt x="38421" y="19849"/>
                  <a:pt x="38421" y="19788"/>
                  <a:pt x="38360" y="19758"/>
                </a:cubicBezTo>
                <a:lnTo>
                  <a:pt x="38452" y="19697"/>
                </a:lnTo>
                <a:cubicBezTo>
                  <a:pt x="38484" y="19673"/>
                  <a:pt x="38507" y="19664"/>
                  <a:pt x="38526" y="19664"/>
                </a:cubicBezTo>
                <a:cubicBezTo>
                  <a:pt x="38577" y="19664"/>
                  <a:pt x="38589" y="19736"/>
                  <a:pt x="38634" y="19758"/>
                </a:cubicBezTo>
                <a:lnTo>
                  <a:pt x="38725" y="19819"/>
                </a:lnTo>
                <a:cubicBezTo>
                  <a:pt x="38816" y="19788"/>
                  <a:pt x="38907" y="19667"/>
                  <a:pt x="38938" y="19667"/>
                </a:cubicBezTo>
                <a:cubicBezTo>
                  <a:pt x="39090" y="19728"/>
                  <a:pt x="39211" y="19758"/>
                  <a:pt x="39363" y="19758"/>
                </a:cubicBezTo>
                <a:lnTo>
                  <a:pt x="39455" y="19697"/>
                </a:lnTo>
                <a:lnTo>
                  <a:pt x="39728" y="19515"/>
                </a:lnTo>
                <a:cubicBezTo>
                  <a:pt x="39744" y="19594"/>
                  <a:pt x="39777" y="19640"/>
                  <a:pt x="39821" y="19640"/>
                </a:cubicBezTo>
                <a:cubicBezTo>
                  <a:pt x="39862" y="19640"/>
                  <a:pt x="39913" y="19602"/>
                  <a:pt x="39971" y="19515"/>
                </a:cubicBezTo>
                <a:lnTo>
                  <a:pt x="40214" y="19697"/>
                </a:lnTo>
                <a:lnTo>
                  <a:pt x="40275" y="19728"/>
                </a:lnTo>
                <a:cubicBezTo>
                  <a:pt x="40306" y="19740"/>
                  <a:pt x="40349" y="19745"/>
                  <a:pt x="40398" y="19745"/>
                </a:cubicBezTo>
                <a:cubicBezTo>
                  <a:pt x="40559" y="19745"/>
                  <a:pt x="40787" y="19692"/>
                  <a:pt x="40879" y="19692"/>
                </a:cubicBezTo>
                <a:cubicBezTo>
                  <a:pt x="40895" y="19692"/>
                  <a:pt x="40907" y="19694"/>
                  <a:pt x="40914" y="19697"/>
                </a:cubicBezTo>
                <a:cubicBezTo>
                  <a:pt x="40974" y="19758"/>
                  <a:pt x="40914" y="19819"/>
                  <a:pt x="40883" y="19819"/>
                </a:cubicBezTo>
                <a:cubicBezTo>
                  <a:pt x="40853" y="19849"/>
                  <a:pt x="40944" y="19940"/>
                  <a:pt x="41005" y="19971"/>
                </a:cubicBezTo>
                <a:cubicBezTo>
                  <a:pt x="41007" y="19973"/>
                  <a:pt x="41010" y="19975"/>
                  <a:pt x="41013" y="19975"/>
                </a:cubicBezTo>
                <a:cubicBezTo>
                  <a:pt x="41040" y="19975"/>
                  <a:pt x="41063" y="19833"/>
                  <a:pt x="41035" y="19667"/>
                </a:cubicBezTo>
                <a:lnTo>
                  <a:pt x="41339" y="19606"/>
                </a:lnTo>
                <a:lnTo>
                  <a:pt x="41582" y="19515"/>
                </a:lnTo>
                <a:cubicBezTo>
                  <a:pt x="41696" y="19583"/>
                  <a:pt x="41810" y="19617"/>
                  <a:pt x="41937" y="19617"/>
                </a:cubicBezTo>
                <a:cubicBezTo>
                  <a:pt x="41979" y="19617"/>
                  <a:pt x="42023" y="19614"/>
                  <a:pt x="42069" y="19606"/>
                </a:cubicBezTo>
                <a:cubicBezTo>
                  <a:pt x="42114" y="19591"/>
                  <a:pt x="42160" y="19583"/>
                  <a:pt x="42209" y="19583"/>
                </a:cubicBezTo>
                <a:cubicBezTo>
                  <a:pt x="42259" y="19583"/>
                  <a:pt x="42312" y="19591"/>
                  <a:pt x="42373" y="19606"/>
                </a:cubicBezTo>
                <a:lnTo>
                  <a:pt x="42433" y="19667"/>
                </a:lnTo>
                <a:cubicBezTo>
                  <a:pt x="42482" y="19716"/>
                  <a:pt x="42531" y="19747"/>
                  <a:pt x="42575" y="19747"/>
                </a:cubicBezTo>
                <a:cubicBezTo>
                  <a:pt x="42613" y="19747"/>
                  <a:pt x="42648" y="19723"/>
                  <a:pt x="42677" y="19667"/>
                </a:cubicBezTo>
                <a:cubicBezTo>
                  <a:pt x="42709" y="19602"/>
                  <a:pt x="42777" y="19571"/>
                  <a:pt x="42842" y="19571"/>
                </a:cubicBezTo>
                <a:cubicBezTo>
                  <a:pt x="42898" y="19571"/>
                  <a:pt x="42952" y="19594"/>
                  <a:pt x="42980" y="19636"/>
                </a:cubicBezTo>
                <a:lnTo>
                  <a:pt x="43041" y="19788"/>
                </a:lnTo>
                <a:cubicBezTo>
                  <a:pt x="43132" y="19728"/>
                  <a:pt x="43284" y="19667"/>
                  <a:pt x="43406" y="19606"/>
                </a:cubicBezTo>
                <a:cubicBezTo>
                  <a:pt x="43497" y="19606"/>
                  <a:pt x="43558" y="19606"/>
                  <a:pt x="43649" y="19636"/>
                </a:cubicBezTo>
                <a:lnTo>
                  <a:pt x="43680" y="19667"/>
                </a:lnTo>
                <a:lnTo>
                  <a:pt x="43710" y="19697"/>
                </a:lnTo>
                <a:cubicBezTo>
                  <a:pt x="43740" y="19712"/>
                  <a:pt x="43771" y="19720"/>
                  <a:pt x="43801" y="19720"/>
                </a:cubicBezTo>
                <a:cubicBezTo>
                  <a:pt x="43832" y="19720"/>
                  <a:pt x="43862" y="19712"/>
                  <a:pt x="43892" y="19697"/>
                </a:cubicBezTo>
                <a:lnTo>
                  <a:pt x="43892" y="19545"/>
                </a:lnTo>
                <a:cubicBezTo>
                  <a:pt x="43984" y="19545"/>
                  <a:pt x="44105" y="19697"/>
                  <a:pt x="44105" y="19788"/>
                </a:cubicBezTo>
                <a:cubicBezTo>
                  <a:pt x="44105" y="19849"/>
                  <a:pt x="44075" y="20062"/>
                  <a:pt x="44014" y="20092"/>
                </a:cubicBezTo>
                <a:cubicBezTo>
                  <a:pt x="43923" y="20123"/>
                  <a:pt x="44166" y="20275"/>
                  <a:pt x="44196" y="20366"/>
                </a:cubicBezTo>
                <a:cubicBezTo>
                  <a:pt x="44257" y="20457"/>
                  <a:pt x="44166" y="20518"/>
                  <a:pt x="44014" y="20518"/>
                </a:cubicBezTo>
                <a:lnTo>
                  <a:pt x="43862" y="20518"/>
                </a:lnTo>
                <a:cubicBezTo>
                  <a:pt x="43771" y="20518"/>
                  <a:pt x="43649" y="20731"/>
                  <a:pt x="43680" y="20731"/>
                </a:cubicBezTo>
                <a:lnTo>
                  <a:pt x="43984" y="20761"/>
                </a:lnTo>
                <a:cubicBezTo>
                  <a:pt x="43965" y="20870"/>
                  <a:pt x="44078" y="20925"/>
                  <a:pt x="44165" y="20925"/>
                </a:cubicBezTo>
                <a:cubicBezTo>
                  <a:pt x="44223" y="20925"/>
                  <a:pt x="44269" y="20901"/>
                  <a:pt x="44257" y="20852"/>
                </a:cubicBezTo>
                <a:cubicBezTo>
                  <a:pt x="44227" y="20761"/>
                  <a:pt x="44348" y="20700"/>
                  <a:pt x="44409" y="20700"/>
                </a:cubicBezTo>
                <a:cubicBezTo>
                  <a:pt x="44470" y="20731"/>
                  <a:pt x="44500" y="20791"/>
                  <a:pt x="44531" y="20883"/>
                </a:cubicBezTo>
                <a:lnTo>
                  <a:pt x="44622" y="20852"/>
                </a:lnTo>
                <a:cubicBezTo>
                  <a:pt x="44804" y="20791"/>
                  <a:pt x="44591" y="20761"/>
                  <a:pt x="44622" y="20731"/>
                </a:cubicBezTo>
                <a:cubicBezTo>
                  <a:pt x="44652" y="20700"/>
                  <a:pt x="44774" y="20700"/>
                  <a:pt x="44774" y="20700"/>
                </a:cubicBezTo>
                <a:lnTo>
                  <a:pt x="44835" y="20791"/>
                </a:lnTo>
                <a:cubicBezTo>
                  <a:pt x="44850" y="20837"/>
                  <a:pt x="44911" y="20852"/>
                  <a:pt x="44979" y="20852"/>
                </a:cubicBezTo>
                <a:cubicBezTo>
                  <a:pt x="45047" y="20852"/>
                  <a:pt x="45123" y="20837"/>
                  <a:pt x="45169" y="20822"/>
                </a:cubicBezTo>
                <a:cubicBezTo>
                  <a:pt x="45230" y="20791"/>
                  <a:pt x="45108" y="20761"/>
                  <a:pt x="45047" y="20731"/>
                </a:cubicBezTo>
                <a:cubicBezTo>
                  <a:pt x="44987" y="20731"/>
                  <a:pt x="44987" y="20670"/>
                  <a:pt x="45047" y="20639"/>
                </a:cubicBezTo>
                <a:lnTo>
                  <a:pt x="45047" y="20579"/>
                </a:lnTo>
                <a:cubicBezTo>
                  <a:pt x="45047" y="20518"/>
                  <a:pt x="45108" y="20427"/>
                  <a:pt x="44956" y="20427"/>
                </a:cubicBezTo>
                <a:lnTo>
                  <a:pt x="44926" y="20427"/>
                </a:lnTo>
                <a:cubicBezTo>
                  <a:pt x="44898" y="20483"/>
                  <a:pt x="44714" y="20643"/>
                  <a:pt x="44614" y="20643"/>
                </a:cubicBezTo>
                <a:cubicBezTo>
                  <a:pt x="44606" y="20643"/>
                  <a:pt x="44598" y="20642"/>
                  <a:pt x="44591" y="20639"/>
                </a:cubicBezTo>
                <a:cubicBezTo>
                  <a:pt x="44500" y="20639"/>
                  <a:pt x="44500" y="20153"/>
                  <a:pt x="44409" y="19971"/>
                </a:cubicBezTo>
                <a:cubicBezTo>
                  <a:pt x="44334" y="19846"/>
                  <a:pt x="44341" y="19742"/>
                  <a:pt x="44413" y="19742"/>
                </a:cubicBezTo>
                <a:cubicBezTo>
                  <a:pt x="44429" y="19742"/>
                  <a:pt x="44448" y="19747"/>
                  <a:pt x="44470" y="19758"/>
                </a:cubicBezTo>
                <a:lnTo>
                  <a:pt x="44835" y="19758"/>
                </a:lnTo>
                <a:cubicBezTo>
                  <a:pt x="44875" y="19766"/>
                  <a:pt x="44918" y="19770"/>
                  <a:pt x="44962" y="19770"/>
                </a:cubicBezTo>
                <a:cubicBezTo>
                  <a:pt x="45082" y="19770"/>
                  <a:pt x="45210" y="19742"/>
                  <a:pt x="45321" y="19697"/>
                </a:cubicBezTo>
                <a:lnTo>
                  <a:pt x="45412" y="19788"/>
                </a:lnTo>
                <a:cubicBezTo>
                  <a:pt x="45439" y="19816"/>
                  <a:pt x="45485" y="19831"/>
                  <a:pt x="45536" y="19831"/>
                </a:cubicBezTo>
                <a:cubicBezTo>
                  <a:pt x="45597" y="19831"/>
                  <a:pt x="45666" y="19808"/>
                  <a:pt x="45716" y="19758"/>
                </a:cubicBezTo>
                <a:cubicBezTo>
                  <a:pt x="45719" y="19755"/>
                  <a:pt x="45722" y="19754"/>
                  <a:pt x="45726" y="19754"/>
                </a:cubicBezTo>
                <a:cubicBezTo>
                  <a:pt x="45754" y="19754"/>
                  <a:pt x="45808" y="19818"/>
                  <a:pt x="45879" y="19818"/>
                </a:cubicBezTo>
                <a:cubicBezTo>
                  <a:pt x="45903" y="19818"/>
                  <a:pt x="45931" y="19810"/>
                  <a:pt x="45959" y="19788"/>
                </a:cubicBezTo>
                <a:lnTo>
                  <a:pt x="46111" y="19697"/>
                </a:lnTo>
                <a:cubicBezTo>
                  <a:pt x="46324" y="19788"/>
                  <a:pt x="46506" y="19819"/>
                  <a:pt x="46719" y="19849"/>
                </a:cubicBezTo>
                <a:lnTo>
                  <a:pt x="46871" y="19758"/>
                </a:lnTo>
                <a:cubicBezTo>
                  <a:pt x="46902" y="19758"/>
                  <a:pt x="47084" y="19971"/>
                  <a:pt x="47236" y="19971"/>
                </a:cubicBezTo>
                <a:cubicBezTo>
                  <a:pt x="47357" y="19971"/>
                  <a:pt x="47388" y="20092"/>
                  <a:pt x="47357" y="20153"/>
                </a:cubicBezTo>
                <a:cubicBezTo>
                  <a:pt x="47327" y="20244"/>
                  <a:pt x="47297" y="20335"/>
                  <a:pt x="47297" y="20427"/>
                </a:cubicBezTo>
                <a:lnTo>
                  <a:pt x="47418" y="20427"/>
                </a:lnTo>
                <a:cubicBezTo>
                  <a:pt x="47601" y="20396"/>
                  <a:pt x="47418" y="20305"/>
                  <a:pt x="47418" y="20305"/>
                </a:cubicBezTo>
                <a:cubicBezTo>
                  <a:pt x="47418" y="20275"/>
                  <a:pt x="47449" y="20244"/>
                  <a:pt x="47479" y="20244"/>
                </a:cubicBezTo>
                <a:lnTo>
                  <a:pt x="47570" y="20244"/>
                </a:lnTo>
                <a:cubicBezTo>
                  <a:pt x="47540" y="20214"/>
                  <a:pt x="47509" y="20062"/>
                  <a:pt x="47509" y="20001"/>
                </a:cubicBezTo>
                <a:cubicBezTo>
                  <a:pt x="47509" y="19940"/>
                  <a:pt x="47722" y="19880"/>
                  <a:pt x="47965" y="19880"/>
                </a:cubicBezTo>
                <a:lnTo>
                  <a:pt x="48178" y="20001"/>
                </a:lnTo>
                <a:cubicBezTo>
                  <a:pt x="48195" y="20007"/>
                  <a:pt x="48215" y="20009"/>
                  <a:pt x="48237" y="20009"/>
                </a:cubicBezTo>
                <a:cubicBezTo>
                  <a:pt x="48335" y="20009"/>
                  <a:pt x="48480" y="19960"/>
                  <a:pt x="48604" y="19910"/>
                </a:cubicBezTo>
                <a:lnTo>
                  <a:pt x="48634" y="19910"/>
                </a:lnTo>
                <a:cubicBezTo>
                  <a:pt x="48641" y="19890"/>
                  <a:pt x="48647" y="19882"/>
                  <a:pt x="48654" y="19882"/>
                </a:cubicBezTo>
                <a:cubicBezTo>
                  <a:pt x="48676" y="19882"/>
                  <a:pt x="48695" y="19990"/>
                  <a:pt x="48695" y="20062"/>
                </a:cubicBezTo>
                <a:cubicBezTo>
                  <a:pt x="48695" y="20183"/>
                  <a:pt x="48664" y="20305"/>
                  <a:pt x="48664" y="20427"/>
                </a:cubicBezTo>
                <a:cubicBezTo>
                  <a:pt x="48695" y="20579"/>
                  <a:pt x="48756" y="20700"/>
                  <a:pt x="48816" y="20822"/>
                </a:cubicBezTo>
                <a:lnTo>
                  <a:pt x="48573" y="20852"/>
                </a:lnTo>
                <a:cubicBezTo>
                  <a:pt x="48573" y="20913"/>
                  <a:pt x="48604" y="20943"/>
                  <a:pt x="48634" y="20943"/>
                </a:cubicBezTo>
                <a:lnTo>
                  <a:pt x="48725" y="20943"/>
                </a:lnTo>
                <a:cubicBezTo>
                  <a:pt x="48816" y="20913"/>
                  <a:pt x="48877" y="20700"/>
                  <a:pt x="48877" y="20639"/>
                </a:cubicBezTo>
                <a:cubicBezTo>
                  <a:pt x="48877" y="20548"/>
                  <a:pt x="48877" y="20487"/>
                  <a:pt x="48908" y="20396"/>
                </a:cubicBezTo>
                <a:cubicBezTo>
                  <a:pt x="48938" y="20366"/>
                  <a:pt x="48968" y="20335"/>
                  <a:pt x="48999" y="20305"/>
                </a:cubicBezTo>
                <a:cubicBezTo>
                  <a:pt x="49029" y="20305"/>
                  <a:pt x="48968" y="20275"/>
                  <a:pt x="48908" y="20244"/>
                </a:cubicBezTo>
                <a:cubicBezTo>
                  <a:pt x="48877" y="20244"/>
                  <a:pt x="49029" y="20123"/>
                  <a:pt x="49090" y="20062"/>
                </a:cubicBezTo>
                <a:cubicBezTo>
                  <a:pt x="49097" y="20059"/>
                  <a:pt x="49105" y="20057"/>
                  <a:pt x="49116" y="20057"/>
                </a:cubicBezTo>
                <a:cubicBezTo>
                  <a:pt x="49201" y="20057"/>
                  <a:pt x="49401" y="20160"/>
                  <a:pt x="49455" y="20214"/>
                </a:cubicBezTo>
                <a:cubicBezTo>
                  <a:pt x="49462" y="20228"/>
                  <a:pt x="49475" y="20234"/>
                  <a:pt x="49493" y="20234"/>
                </a:cubicBezTo>
                <a:cubicBezTo>
                  <a:pt x="49549" y="20234"/>
                  <a:pt x="49644" y="20169"/>
                  <a:pt x="49668" y="20123"/>
                </a:cubicBezTo>
                <a:cubicBezTo>
                  <a:pt x="49705" y="20085"/>
                  <a:pt x="49754" y="20059"/>
                  <a:pt x="49808" y="20059"/>
                </a:cubicBezTo>
                <a:cubicBezTo>
                  <a:pt x="49841" y="20059"/>
                  <a:pt x="49876" y="20069"/>
                  <a:pt x="49911" y="20092"/>
                </a:cubicBezTo>
                <a:lnTo>
                  <a:pt x="50002" y="20092"/>
                </a:lnTo>
                <a:cubicBezTo>
                  <a:pt x="50018" y="20088"/>
                  <a:pt x="50034" y="20086"/>
                  <a:pt x="50050" y="20086"/>
                </a:cubicBezTo>
                <a:cubicBezTo>
                  <a:pt x="50161" y="20086"/>
                  <a:pt x="50279" y="20173"/>
                  <a:pt x="50306" y="20305"/>
                </a:cubicBezTo>
                <a:cubicBezTo>
                  <a:pt x="50397" y="20518"/>
                  <a:pt x="50549" y="20700"/>
                  <a:pt x="50792" y="20791"/>
                </a:cubicBezTo>
                <a:cubicBezTo>
                  <a:pt x="50853" y="20822"/>
                  <a:pt x="50883" y="20883"/>
                  <a:pt x="50944" y="20913"/>
                </a:cubicBezTo>
                <a:cubicBezTo>
                  <a:pt x="50975" y="20913"/>
                  <a:pt x="50975" y="20791"/>
                  <a:pt x="50944" y="20761"/>
                </a:cubicBezTo>
                <a:cubicBezTo>
                  <a:pt x="50944" y="20731"/>
                  <a:pt x="51005" y="20639"/>
                  <a:pt x="51035" y="20609"/>
                </a:cubicBezTo>
                <a:cubicBezTo>
                  <a:pt x="51066" y="20579"/>
                  <a:pt x="51005" y="20518"/>
                  <a:pt x="50853" y="20518"/>
                </a:cubicBezTo>
                <a:lnTo>
                  <a:pt x="50883" y="20366"/>
                </a:lnTo>
                <a:cubicBezTo>
                  <a:pt x="50853" y="20366"/>
                  <a:pt x="50792" y="20335"/>
                  <a:pt x="50762" y="20335"/>
                </a:cubicBezTo>
                <a:cubicBezTo>
                  <a:pt x="50731" y="20366"/>
                  <a:pt x="50701" y="20396"/>
                  <a:pt x="50701" y="20457"/>
                </a:cubicBezTo>
                <a:cubicBezTo>
                  <a:pt x="50701" y="20457"/>
                  <a:pt x="50762" y="20487"/>
                  <a:pt x="50762" y="20518"/>
                </a:cubicBezTo>
                <a:cubicBezTo>
                  <a:pt x="50762" y="20548"/>
                  <a:pt x="50731" y="20609"/>
                  <a:pt x="50701" y="20609"/>
                </a:cubicBezTo>
                <a:cubicBezTo>
                  <a:pt x="50610" y="20579"/>
                  <a:pt x="50519" y="20518"/>
                  <a:pt x="50519" y="20487"/>
                </a:cubicBezTo>
                <a:lnTo>
                  <a:pt x="50549" y="20305"/>
                </a:lnTo>
                <a:cubicBezTo>
                  <a:pt x="50502" y="20247"/>
                  <a:pt x="50577" y="20229"/>
                  <a:pt x="50693" y="20229"/>
                </a:cubicBezTo>
                <a:cubicBezTo>
                  <a:pt x="50880" y="20229"/>
                  <a:pt x="51173" y="20275"/>
                  <a:pt x="51248" y="20275"/>
                </a:cubicBezTo>
                <a:cubicBezTo>
                  <a:pt x="51400" y="20244"/>
                  <a:pt x="51461" y="20153"/>
                  <a:pt x="51461" y="20123"/>
                </a:cubicBezTo>
                <a:cubicBezTo>
                  <a:pt x="51435" y="20097"/>
                  <a:pt x="51499" y="20025"/>
                  <a:pt x="51536" y="20025"/>
                </a:cubicBezTo>
                <a:cubicBezTo>
                  <a:pt x="51542" y="20025"/>
                  <a:pt x="51548" y="20027"/>
                  <a:pt x="51552" y="20031"/>
                </a:cubicBezTo>
                <a:cubicBezTo>
                  <a:pt x="51674" y="20062"/>
                  <a:pt x="51826" y="20092"/>
                  <a:pt x="51947" y="20123"/>
                </a:cubicBezTo>
                <a:lnTo>
                  <a:pt x="52099" y="20123"/>
                </a:lnTo>
                <a:cubicBezTo>
                  <a:pt x="52099" y="20153"/>
                  <a:pt x="51978" y="20214"/>
                  <a:pt x="51917" y="20214"/>
                </a:cubicBezTo>
                <a:cubicBezTo>
                  <a:pt x="51856" y="20214"/>
                  <a:pt x="51917" y="20366"/>
                  <a:pt x="51978" y="20427"/>
                </a:cubicBezTo>
                <a:cubicBezTo>
                  <a:pt x="52008" y="20487"/>
                  <a:pt x="51917" y="20579"/>
                  <a:pt x="51795" y="20639"/>
                </a:cubicBezTo>
                <a:lnTo>
                  <a:pt x="51795" y="20609"/>
                </a:lnTo>
                <a:lnTo>
                  <a:pt x="51613" y="20487"/>
                </a:lnTo>
                <a:lnTo>
                  <a:pt x="51613" y="20487"/>
                </a:lnTo>
                <a:cubicBezTo>
                  <a:pt x="51582" y="20609"/>
                  <a:pt x="51856" y="20700"/>
                  <a:pt x="51978" y="20700"/>
                </a:cubicBezTo>
                <a:lnTo>
                  <a:pt x="52646" y="20700"/>
                </a:lnTo>
                <a:lnTo>
                  <a:pt x="52646" y="20427"/>
                </a:lnTo>
                <a:cubicBezTo>
                  <a:pt x="52642" y="20422"/>
                  <a:pt x="52634" y="20421"/>
                  <a:pt x="52622" y="20421"/>
                </a:cubicBezTo>
                <a:cubicBezTo>
                  <a:pt x="52552" y="20421"/>
                  <a:pt x="52364" y="20492"/>
                  <a:pt x="52312" y="20518"/>
                </a:cubicBezTo>
                <a:cubicBezTo>
                  <a:pt x="52304" y="20523"/>
                  <a:pt x="52296" y="20526"/>
                  <a:pt x="52288" y="20526"/>
                </a:cubicBezTo>
                <a:cubicBezTo>
                  <a:pt x="52206" y="20526"/>
                  <a:pt x="52138" y="20266"/>
                  <a:pt x="52221" y="20183"/>
                </a:cubicBezTo>
                <a:cubicBezTo>
                  <a:pt x="52373" y="20092"/>
                  <a:pt x="52525" y="20031"/>
                  <a:pt x="52677" y="20031"/>
                </a:cubicBezTo>
                <a:lnTo>
                  <a:pt x="53072" y="20031"/>
                </a:lnTo>
                <a:lnTo>
                  <a:pt x="53133" y="20123"/>
                </a:lnTo>
                <a:lnTo>
                  <a:pt x="53133" y="20153"/>
                </a:lnTo>
                <a:cubicBezTo>
                  <a:pt x="53102" y="20183"/>
                  <a:pt x="53133" y="20244"/>
                  <a:pt x="53224" y="20244"/>
                </a:cubicBezTo>
                <a:lnTo>
                  <a:pt x="53285" y="20275"/>
                </a:lnTo>
                <a:lnTo>
                  <a:pt x="53345" y="20275"/>
                </a:lnTo>
                <a:cubicBezTo>
                  <a:pt x="53350" y="20280"/>
                  <a:pt x="53356" y="20282"/>
                  <a:pt x="53362" y="20282"/>
                </a:cubicBezTo>
                <a:cubicBezTo>
                  <a:pt x="53432" y="20282"/>
                  <a:pt x="53571" y="20001"/>
                  <a:pt x="53710" y="20001"/>
                </a:cubicBezTo>
                <a:cubicBezTo>
                  <a:pt x="53870" y="20001"/>
                  <a:pt x="54262" y="20164"/>
                  <a:pt x="54459" y="20164"/>
                </a:cubicBezTo>
                <a:cubicBezTo>
                  <a:pt x="54488" y="20164"/>
                  <a:pt x="54512" y="20161"/>
                  <a:pt x="54531" y="20153"/>
                </a:cubicBezTo>
                <a:cubicBezTo>
                  <a:pt x="54683" y="20123"/>
                  <a:pt x="54926" y="20092"/>
                  <a:pt x="54987" y="20062"/>
                </a:cubicBezTo>
                <a:cubicBezTo>
                  <a:pt x="55009" y="20047"/>
                  <a:pt x="55024" y="20041"/>
                  <a:pt x="55034" y="20041"/>
                </a:cubicBezTo>
                <a:cubicBezTo>
                  <a:pt x="55065" y="20041"/>
                  <a:pt x="55048" y="20100"/>
                  <a:pt x="55048" y="20123"/>
                </a:cubicBezTo>
                <a:cubicBezTo>
                  <a:pt x="55017" y="20153"/>
                  <a:pt x="55078" y="20244"/>
                  <a:pt x="55108" y="20275"/>
                </a:cubicBezTo>
                <a:cubicBezTo>
                  <a:pt x="55291" y="20457"/>
                  <a:pt x="55412" y="20670"/>
                  <a:pt x="55504" y="20883"/>
                </a:cubicBezTo>
                <a:cubicBezTo>
                  <a:pt x="55504" y="21004"/>
                  <a:pt x="55534" y="21126"/>
                  <a:pt x="55534" y="21247"/>
                </a:cubicBezTo>
                <a:lnTo>
                  <a:pt x="56020" y="21247"/>
                </a:lnTo>
                <a:cubicBezTo>
                  <a:pt x="56034" y="21250"/>
                  <a:pt x="56046" y="21251"/>
                  <a:pt x="56057" y="21251"/>
                </a:cubicBezTo>
                <a:cubicBezTo>
                  <a:pt x="56161" y="21251"/>
                  <a:pt x="56103" y="21126"/>
                  <a:pt x="56020" y="21126"/>
                </a:cubicBezTo>
                <a:cubicBezTo>
                  <a:pt x="55929" y="21126"/>
                  <a:pt x="55807" y="21065"/>
                  <a:pt x="55747" y="20974"/>
                </a:cubicBezTo>
                <a:lnTo>
                  <a:pt x="55655" y="20913"/>
                </a:lnTo>
                <a:cubicBezTo>
                  <a:pt x="55595" y="20883"/>
                  <a:pt x="55655" y="20791"/>
                  <a:pt x="55777" y="20791"/>
                </a:cubicBezTo>
                <a:cubicBezTo>
                  <a:pt x="55807" y="20791"/>
                  <a:pt x="55838" y="20670"/>
                  <a:pt x="55838" y="20609"/>
                </a:cubicBezTo>
                <a:lnTo>
                  <a:pt x="55807" y="20487"/>
                </a:lnTo>
                <a:cubicBezTo>
                  <a:pt x="55905" y="20463"/>
                  <a:pt x="56121" y="20379"/>
                  <a:pt x="56234" y="20379"/>
                </a:cubicBezTo>
                <a:cubicBezTo>
                  <a:pt x="56261" y="20379"/>
                  <a:pt x="56282" y="20384"/>
                  <a:pt x="56294" y="20396"/>
                </a:cubicBezTo>
                <a:cubicBezTo>
                  <a:pt x="56302" y="20399"/>
                  <a:pt x="56310" y="20400"/>
                  <a:pt x="56317" y="20400"/>
                </a:cubicBezTo>
                <a:cubicBezTo>
                  <a:pt x="56390" y="20400"/>
                  <a:pt x="56410" y="20272"/>
                  <a:pt x="56355" y="20244"/>
                </a:cubicBezTo>
                <a:cubicBezTo>
                  <a:pt x="56294" y="20214"/>
                  <a:pt x="56415" y="20123"/>
                  <a:pt x="56476" y="20092"/>
                </a:cubicBezTo>
                <a:cubicBezTo>
                  <a:pt x="56628" y="20062"/>
                  <a:pt x="56780" y="20062"/>
                  <a:pt x="56932" y="20062"/>
                </a:cubicBezTo>
                <a:lnTo>
                  <a:pt x="57054" y="20001"/>
                </a:lnTo>
                <a:lnTo>
                  <a:pt x="57206" y="19940"/>
                </a:lnTo>
                <a:cubicBezTo>
                  <a:pt x="57388" y="19971"/>
                  <a:pt x="57449" y="20123"/>
                  <a:pt x="57418" y="20153"/>
                </a:cubicBezTo>
                <a:cubicBezTo>
                  <a:pt x="57403" y="20168"/>
                  <a:pt x="57441" y="20176"/>
                  <a:pt x="57491" y="20176"/>
                </a:cubicBezTo>
                <a:cubicBezTo>
                  <a:pt x="57540" y="20176"/>
                  <a:pt x="57601" y="20168"/>
                  <a:pt x="57631" y="20153"/>
                </a:cubicBezTo>
                <a:cubicBezTo>
                  <a:pt x="57635" y="20151"/>
                  <a:pt x="57639" y="20150"/>
                  <a:pt x="57643" y="20150"/>
                </a:cubicBezTo>
                <a:cubicBezTo>
                  <a:pt x="57709" y="20150"/>
                  <a:pt x="57847" y="20373"/>
                  <a:pt x="57905" y="20487"/>
                </a:cubicBezTo>
                <a:cubicBezTo>
                  <a:pt x="57966" y="20579"/>
                  <a:pt x="58026" y="20670"/>
                  <a:pt x="58087" y="20731"/>
                </a:cubicBezTo>
                <a:cubicBezTo>
                  <a:pt x="58130" y="20752"/>
                  <a:pt x="58188" y="20774"/>
                  <a:pt x="58240" y="20774"/>
                </a:cubicBezTo>
                <a:cubicBezTo>
                  <a:pt x="58262" y="20774"/>
                  <a:pt x="58282" y="20770"/>
                  <a:pt x="58300" y="20761"/>
                </a:cubicBezTo>
                <a:lnTo>
                  <a:pt x="58300" y="20670"/>
                </a:lnTo>
                <a:cubicBezTo>
                  <a:pt x="58361" y="20639"/>
                  <a:pt x="58421" y="20639"/>
                  <a:pt x="58482" y="20639"/>
                </a:cubicBezTo>
                <a:cubicBezTo>
                  <a:pt x="58543" y="20639"/>
                  <a:pt x="58634" y="20700"/>
                  <a:pt x="58695" y="20700"/>
                </a:cubicBezTo>
                <a:cubicBezTo>
                  <a:pt x="58756" y="20700"/>
                  <a:pt x="58786" y="20700"/>
                  <a:pt x="58817" y="20670"/>
                </a:cubicBezTo>
                <a:cubicBezTo>
                  <a:pt x="58817" y="20639"/>
                  <a:pt x="58786" y="20579"/>
                  <a:pt x="58786" y="20548"/>
                </a:cubicBezTo>
                <a:lnTo>
                  <a:pt x="58756" y="20518"/>
                </a:lnTo>
                <a:cubicBezTo>
                  <a:pt x="58742" y="20511"/>
                  <a:pt x="58722" y="20509"/>
                  <a:pt x="58699" y="20509"/>
                </a:cubicBezTo>
                <a:cubicBezTo>
                  <a:pt x="58659" y="20509"/>
                  <a:pt x="58610" y="20516"/>
                  <a:pt x="58572" y="20516"/>
                </a:cubicBezTo>
                <a:cubicBezTo>
                  <a:pt x="58538" y="20516"/>
                  <a:pt x="58513" y="20510"/>
                  <a:pt x="58513" y="20487"/>
                </a:cubicBezTo>
                <a:cubicBezTo>
                  <a:pt x="58543" y="20396"/>
                  <a:pt x="58604" y="20305"/>
                  <a:pt x="58634" y="20244"/>
                </a:cubicBezTo>
                <a:cubicBezTo>
                  <a:pt x="58649" y="20230"/>
                  <a:pt x="58667" y="20224"/>
                  <a:pt x="58686" y="20224"/>
                </a:cubicBezTo>
                <a:cubicBezTo>
                  <a:pt x="58746" y="20224"/>
                  <a:pt x="58817" y="20282"/>
                  <a:pt x="58817" y="20305"/>
                </a:cubicBezTo>
                <a:cubicBezTo>
                  <a:pt x="58847" y="20335"/>
                  <a:pt x="58877" y="20366"/>
                  <a:pt x="58908" y="20366"/>
                </a:cubicBezTo>
                <a:cubicBezTo>
                  <a:pt x="58877" y="20275"/>
                  <a:pt x="58847" y="20183"/>
                  <a:pt x="58786" y="20092"/>
                </a:cubicBezTo>
                <a:cubicBezTo>
                  <a:pt x="58786" y="20031"/>
                  <a:pt x="59060" y="19971"/>
                  <a:pt x="59181" y="19971"/>
                </a:cubicBezTo>
                <a:cubicBezTo>
                  <a:pt x="59303" y="19971"/>
                  <a:pt x="59212" y="20092"/>
                  <a:pt x="59151" y="20123"/>
                </a:cubicBezTo>
                <a:cubicBezTo>
                  <a:pt x="59090" y="20153"/>
                  <a:pt x="59181" y="20214"/>
                  <a:pt x="59333" y="20244"/>
                </a:cubicBezTo>
                <a:lnTo>
                  <a:pt x="59394" y="20366"/>
                </a:lnTo>
                <a:cubicBezTo>
                  <a:pt x="59394" y="20396"/>
                  <a:pt x="59425" y="20427"/>
                  <a:pt x="59394" y="20457"/>
                </a:cubicBezTo>
                <a:cubicBezTo>
                  <a:pt x="59364" y="20487"/>
                  <a:pt x="59273" y="20487"/>
                  <a:pt x="59242" y="20487"/>
                </a:cubicBezTo>
                <a:lnTo>
                  <a:pt x="59151" y="20457"/>
                </a:lnTo>
                <a:cubicBezTo>
                  <a:pt x="59090" y="20518"/>
                  <a:pt x="59029" y="20609"/>
                  <a:pt x="58969" y="20700"/>
                </a:cubicBezTo>
                <a:cubicBezTo>
                  <a:pt x="58969" y="20731"/>
                  <a:pt x="58999" y="20791"/>
                  <a:pt x="59029" y="20791"/>
                </a:cubicBezTo>
                <a:lnTo>
                  <a:pt x="59090" y="20791"/>
                </a:lnTo>
                <a:cubicBezTo>
                  <a:pt x="59121" y="20791"/>
                  <a:pt x="59121" y="20731"/>
                  <a:pt x="59151" y="20700"/>
                </a:cubicBezTo>
                <a:lnTo>
                  <a:pt x="59181" y="20670"/>
                </a:lnTo>
                <a:cubicBezTo>
                  <a:pt x="59199" y="20661"/>
                  <a:pt x="59217" y="20657"/>
                  <a:pt x="59234" y="20657"/>
                </a:cubicBezTo>
                <a:cubicBezTo>
                  <a:pt x="59275" y="20657"/>
                  <a:pt x="59312" y="20679"/>
                  <a:pt x="59333" y="20700"/>
                </a:cubicBezTo>
                <a:lnTo>
                  <a:pt x="59333" y="20761"/>
                </a:lnTo>
                <a:cubicBezTo>
                  <a:pt x="59333" y="20822"/>
                  <a:pt x="59364" y="20883"/>
                  <a:pt x="59242" y="20913"/>
                </a:cubicBezTo>
                <a:cubicBezTo>
                  <a:pt x="59181" y="20913"/>
                  <a:pt x="59121" y="21004"/>
                  <a:pt x="59090" y="21065"/>
                </a:cubicBezTo>
                <a:lnTo>
                  <a:pt x="58999" y="21187"/>
                </a:lnTo>
                <a:cubicBezTo>
                  <a:pt x="59151" y="21247"/>
                  <a:pt x="59273" y="21278"/>
                  <a:pt x="59303" y="21278"/>
                </a:cubicBezTo>
                <a:lnTo>
                  <a:pt x="59333" y="21278"/>
                </a:lnTo>
                <a:cubicBezTo>
                  <a:pt x="59333" y="21278"/>
                  <a:pt x="59333" y="21247"/>
                  <a:pt x="59333" y="21247"/>
                </a:cubicBezTo>
                <a:lnTo>
                  <a:pt x="59364" y="21065"/>
                </a:lnTo>
                <a:cubicBezTo>
                  <a:pt x="59577" y="21035"/>
                  <a:pt x="59577" y="20913"/>
                  <a:pt x="59516" y="20822"/>
                </a:cubicBezTo>
                <a:cubicBezTo>
                  <a:pt x="59485" y="20761"/>
                  <a:pt x="59637" y="20761"/>
                  <a:pt x="59668" y="20761"/>
                </a:cubicBezTo>
                <a:cubicBezTo>
                  <a:pt x="59729" y="20791"/>
                  <a:pt x="59759" y="20822"/>
                  <a:pt x="59789" y="20852"/>
                </a:cubicBezTo>
                <a:cubicBezTo>
                  <a:pt x="59911" y="20852"/>
                  <a:pt x="60032" y="20822"/>
                  <a:pt x="60124" y="20761"/>
                </a:cubicBezTo>
                <a:lnTo>
                  <a:pt x="60215" y="20639"/>
                </a:lnTo>
                <a:lnTo>
                  <a:pt x="60306" y="20548"/>
                </a:lnTo>
                <a:cubicBezTo>
                  <a:pt x="60428" y="20639"/>
                  <a:pt x="60549" y="20761"/>
                  <a:pt x="60640" y="20883"/>
                </a:cubicBezTo>
                <a:lnTo>
                  <a:pt x="60701" y="20943"/>
                </a:lnTo>
                <a:cubicBezTo>
                  <a:pt x="60732" y="20943"/>
                  <a:pt x="60792" y="20791"/>
                  <a:pt x="60792" y="20731"/>
                </a:cubicBezTo>
                <a:cubicBezTo>
                  <a:pt x="60792" y="20670"/>
                  <a:pt x="61036" y="20579"/>
                  <a:pt x="61096" y="20579"/>
                </a:cubicBezTo>
                <a:cubicBezTo>
                  <a:pt x="61172" y="20563"/>
                  <a:pt x="61241" y="20556"/>
                  <a:pt x="61309" y="20556"/>
                </a:cubicBezTo>
                <a:cubicBezTo>
                  <a:pt x="61377" y="20556"/>
                  <a:pt x="61446" y="20563"/>
                  <a:pt x="61522" y="20579"/>
                </a:cubicBezTo>
                <a:cubicBezTo>
                  <a:pt x="61613" y="20670"/>
                  <a:pt x="61704" y="20761"/>
                  <a:pt x="61704" y="20913"/>
                </a:cubicBezTo>
                <a:cubicBezTo>
                  <a:pt x="61717" y="20938"/>
                  <a:pt x="61729" y="20953"/>
                  <a:pt x="61740" y="20953"/>
                </a:cubicBezTo>
                <a:cubicBezTo>
                  <a:pt x="61755" y="20953"/>
                  <a:pt x="61765" y="20923"/>
                  <a:pt x="61765" y="20852"/>
                </a:cubicBezTo>
                <a:lnTo>
                  <a:pt x="61826" y="20791"/>
                </a:lnTo>
                <a:cubicBezTo>
                  <a:pt x="61856" y="20731"/>
                  <a:pt x="61947" y="20670"/>
                  <a:pt x="62008" y="20609"/>
                </a:cubicBezTo>
                <a:cubicBezTo>
                  <a:pt x="61970" y="20587"/>
                  <a:pt x="61933" y="20564"/>
                  <a:pt x="61897" y="20541"/>
                </a:cubicBezTo>
                <a:lnTo>
                  <a:pt x="61897" y="20541"/>
                </a:lnTo>
                <a:cubicBezTo>
                  <a:pt x="61885" y="20554"/>
                  <a:pt x="61871" y="20566"/>
                  <a:pt x="61856" y="20579"/>
                </a:cubicBezTo>
                <a:lnTo>
                  <a:pt x="61461" y="20457"/>
                </a:lnTo>
                <a:cubicBezTo>
                  <a:pt x="61431" y="20457"/>
                  <a:pt x="61400" y="20457"/>
                  <a:pt x="61370" y="20427"/>
                </a:cubicBezTo>
                <a:lnTo>
                  <a:pt x="61309" y="20427"/>
                </a:lnTo>
                <a:cubicBezTo>
                  <a:pt x="61218" y="20396"/>
                  <a:pt x="61188" y="20335"/>
                  <a:pt x="61218" y="20275"/>
                </a:cubicBezTo>
                <a:lnTo>
                  <a:pt x="61309" y="20275"/>
                </a:lnTo>
                <a:cubicBezTo>
                  <a:pt x="61429" y="20323"/>
                  <a:pt x="61554" y="20356"/>
                  <a:pt x="61681" y="20378"/>
                </a:cubicBezTo>
                <a:lnTo>
                  <a:pt x="61681" y="20378"/>
                </a:lnTo>
                <a:cubicBezTo>
                  <a:pt x="61602" y="20309"/>
                  <a:pt x="61528" y="20234"/>
                  <a:pt x="61461" y="20153"/>
                </a:cubicBezTo>
                <a:lnTo>
                  <a:pt x="61248" y="20214"/>
                </a:lnTo>
                <a:lnTo>
                  <a:pt x="61157" y="20214"/>
                </a:lnTo>
                <a:cubicBezTo>
                  <a:pt x="61127" y="20183"/>
                  <a:pt x="61066" y="20183"/>
                  <a:pt x="61066" y="20153"/>
                </a:cubicBezTo>
                <a:cubicBezTo>
                  <a:pt x="61066" y="20123"/>
                  <a:pt x="61096" y="20062"/>
                  <a:pt x="61096" y="20062"/>
                </a:cubicBezTo>
                <a:cubicBezTo>
                  <a:pt x="61196" y="20012"/>
                  <a:pt x="61335" y="19963"/>
                  <a:pt x="61400" y="19963"/>
                </a:cubicBezTo>
                <a:cubicBezTo>
                  <a:pt x="61414" y="19963"/>
                  <a:pt x="61425" y="19965"/>
                  <a:pt x="61431" y="19971"/>
                </a:cubicBezTo>
                <a:cubicBezTo>
                  <a:pt x="61484" y="20015"/>
                  <a:pt x="61527" y="20031"/>
                  <a:pt x="61565" y="20031"/>
                </a:cubicBezTo>
                <a:cubicBezTo>
                  <a:pt x="61654" y="20031"/>
                  <a:pt x="61710" y="19940"/>
                  <a:pt x="61795" y="19940"/>
                </a:cubicBezTo>
                <a:cubicBezTo>
                  <a:pt x="61826" y="19971"/>
                  <a:pt x="61856" y="19971"/>
                  <a:pt x="61887" y="19971"/>
                </a:cubicBezTo>
                <a:lnTo>
                  <a:pt x="61826" y="20183"/>
                </a:lnTo>
                <a:cubicBezTo>
                  <a:pt x="61941" y="20222"/>
                  <a:pt x="61996" y="20309"/>
                  <a:pt x="61974" y="20406"/>
                </a:cubicBezTo>
                <a:lnTo>
                  <a:pt x="61974" y="20406"/>
                </a:lnTo>
                <a:cubicBezTo>
                  <a:pt x="61875" y="20403"/>
                  <a:pt x="61778" y="20394"/>
                  <a:pt x="61681" y="20378"/>
                </a:cubicBezTo>
                <a:lnTo>
                  <a:pt x="61681" y="20378"/>
                </a:lnTo>
                <a:cubicBezTo>
                  <a:pt x="61749" y="20436"/>
                  <a:pt x="61821" y="20491"/>
                  <a:pt x="61897" y="20541"/>
                </a:cubicBezTo>
                <a:lnTo>
                  <a:pt x="61897" y="20541"/>
                </a:lnTo>
                <a:cubicBezTo>
                  <a:pt x="61939" y="20496"/>
                  <a:pt x="61964" y="20450"/>
                  <a:pt x="61974" y="20406"/>
                </a:cubicBezTo>
                <a:lnTo>
                  <a:pt x="61974" y="20406"/>
                </a:lnTo>
                <a:cubicBezTo>
                  <a:pt x="61998" y="20407"/>
                  <a:pt x="62022" y="20407"/>
                  <a:pt x="62045" y="20407"/>
                </a:cubicBezTo>
                <a:cubicBezTo>
                  <a:pt x="62124" y="20407"/>
                  <a:pt x="62203" y="20403"/>
                  <a:pt x="62282" y="20396"/>
                </a:cubicBezTo>
                <a:cubicBezTo>
                  <a:pt x="62288" y="20384"/>
                  <a:pt x="62298" y="20379"/>
                  <a:pt x="62311" y="20379"/>
                </a:cubicBezTo>
                <a:cubicBezTo>
                  <a:pt x="62365" y="20379"/>
                  <a:pt x="62458" y="20463"/>
                  <a:pt x="62434" y="20487"/>
                </a:cubicBezTo>
                <a:cubicBezTo>
                  <a:pt x="62373" y="20518"/>
                  <a:pt x="62312" y="20579"/>
                  <a:pt x="62282" y="20639"/>
                </a:cubicBezTo>
                <a:cubicBezTo>
                  <a:pt x="62282" y="20670"/>
                  <a:pt x="62616" y="20670"/>
                  <a:pt x="62707" y="20670"/>
                </a:cubicBezTo>
                <a:cubicBezTo>
                  <a:pt x="62829" y="20670"/>
                  <a:pt x="62829" y="20366"/>
                  <a:pt x="62829" y="20275"/>
                </a:cubicBezTo>
                <a:cubicBezTo>
                  <a:pt x="62798" y="20183"/>
                  <a:pt x="62768" y="20062"/>
                  <a:pt x="62768" y="20062"/>
                </a:cubicBezTo>
                <a:cubicBezTo>
                  <a:pt x="62768" y="20031"/>
                  <a:pt x="62798" y="20001"/>
                  <a:pt x="62859" y="20001"/>
                </a:cubicBezTo>
                <a:lnTo>
                  <a:pt x="62890" y="20001"/>
                </a:lnTo>
                <a:cubicBezTo>
                  <a:pt x="62950" y="20031"/>
                  <a:pt x="62981" y="20062"/>
                  <a:pt x="63011" y="20123"/>
                </a:cubicBezTo>
                <a:lnTo>
                  <a:pt x="63072" y="20275"/>
                </a:lnTo>
                <a:cubicBezTo>
                  <a:pt x="63125" y="20434"/>
                  <a:pt x="63271" y="20524"/>
                  <a:pt x="63428" y="20524"/>
                </a:cubicBezTo>
                <a:cubicBezTo>
                  <a:pt x="63451" y="20524"/>
                  <a:pt x="63474" y="20522"/>
                  <a:pt x="63498" y="20518"/>
                </a:cubicBezTo>
                <a:lnTo>
                  <a:pt x="63650" y="20639"/>
                </a:lnTo>
                <a:lnTo>
                  <a:pt x="63710" y="20639"/>
                </a:lnTo>
                <a:cubicBezTo>
                  <a:pt x="63741" y="20609"/>
                  <a:pt x="63741" y="20579"/>
                  <a:pt x="63710" y="20548"/>
                </a:cubicBezTo>
                <a:cubicBezTo>
                  <a:pt x="63710" y="20548"/>
                  <a:pt x="63528" y="20457"/>
                  <a:pt x="63558" y="20396"/>
                </a:cubicBezTo>
                <a:cubicBezTo>
                  <a:pt x="63619" y="20305"/>
                  <a:pt x="63619" y="20214"/>
                  <a:pt x="63619" y="20092"/>
                </a:cubicBezTo>
                <a:lnTo>
                  <a:pt x="63710" y="20031"/>
                </a:lnTo>
                <a:lnTo>
                  <a:pt x="63710" y="20001"/>
                </a:lnTo>
                <a:lnTo>
                  <a:pt x="63771" y="19971"/>
                </a:lnTo>
                <a:cubicBezTo>
                  <a:pt x="63789" y="19962"/>
                  <a:pt x="63804" y="19958"/>
                  <a:pt x="63817" y="19958"/>
                </a:cubicBezTo>
                <a:cubicBezTo>
                  <a:pt x="63850" y="19958"/>
                  <a:pt x="63871" y="19980"/>
                  <a:pt x="63893" y="20001"/>
                </a:cubicBezTo>
                <a:cubicBezTo>
                  <a:pt x="63862" y="20092"/>
                  <a:pt x="63832" y="20183"/>
                  <a:pt x="63802" y="20244"/>
                </a:cubicBezTo>
                <a:cubicBezTo>
                  <a:pt x="63741" y="20275"/>
                  <a:pt x="63893" y="20548"/>
                  <a:pt x="63923" y="20639"/>
                </a:cubicBezTo>
                <a:cubicBezTo>
                  <a:pt x="63935" y="20657"/>
                  <a:pt x="63947" y="20664"/>
                  <a:pt x="63958" y="20664"/>
                </a:cubicBezTo>
                <a:cubicBezTo>
                  <a:pt x="64005" y="20664"/>
                  <a:pt x="64045" y="20536"/>
                  <a:pt x="64045" y="20487"/>
                </a:cubicBezTo>
                <a:cubicBezTo>
                  <a:pt x="64045" y="20427"/>
                  <a:pt x="64197" y="20335"/>
                  <a:pt x="64288" y="20335"/>
                </a:cubicBezTo>
                <a:cubicBezTo>
                  <a:pt x="64349" y="20305"/>
                  <a:pt x="64197" y="20214"/>
                  <a:pt x="64136" y="20183"/>
                </a:cubicBezTo>
                <a:cubicBezTo>
                  <a:pt x="64075" y="20153"/>
                  <a:pt x="64136" y="20092"/>
                  <a:pt x="64166" y="20062"/>
                </a:cubicBezTo>
                <a:cubicBezTo>
                  <a:pt x="64197" y="20062"/>
                  <a:pt x="64257" y="19971"/>
                  <a:pt x="64257" y="19880"/>
                </a:cubicBezTo>
                <a:lnTo>
                  <a:pt x="64349" y="19940"/>
                </a:lnTo>
                <a:cubicBezTo>
                  <a:pt x="64440" y="19971"/>
                  <a:pt x="64501" y="20031"/>
                  <a:pt x="64531" y="20092"/>
                </a:cubicBezTo>
                <a:lnTo>
                  <a:pt x="64561" y="20153"/>
                </a:lnTo>
                <a:cubicBezTo>
                  <a:pt x="64561" y="20244"/>
                  <a:pt x="64561" y="20335"/>
                  <a:pt x="64622" y="20427"/>
                </a:cubicBezTo>
                <a:lnTo>
                  <a:pt x="64653" y="20457"/>
                </a:lnTo>
                <a:cubicBezTo>
                  <a:pt x="64713" y="20487"/>
                  <a:pt x="64774" y="20487"/>
                  <a:pt x="64835" y="20548"/>
                </a:cubicBezTo>
                <a:lnTo>
                  <a:pt x="64896" y="20579"/>
                </a:lnTo>
                <a:cubicBezTo>
                  <a:pt x="64900" y="20588"/>
                  <a:pt x="64905" y="20592"/>
                  <a:pt x="64909" y="20592"/>
                </a:cubicBezTo>
                <a:cubicBezTo>
                  <a:pt x="64935" y="20592"/>
                  <a:pt x="64957" y="20455"/>
                  <a:pt x="64957" y="20275"/>
                </a:cubicBezTo>
                <a:lnTo>
                  <a:pt x="65017" y="20305"/>
                </a:lnTo>
                <a:lnTo>
                  <a:pt x="65017" y="20092"/>
                </a:lnTo>
                <a:cubicBezTo>
                  <a:pt x="65053" y="20083"/>
                  <a:pt x="65089" y="20080"/>
                  <a:pt x="65123" y="20080"/>
                </a:cubicBezTo>
                <a:cubicBezTo>
                  <a:pt x="65208" y="20080"/>
                  <a:pt x="65287" y="20101"/>
                  <a:pt x="65352" y="20123"/>
                </a:cubicBezTo>
                <a:cubicBezTo>
                  <a:pt x="65443" y="20123"/>
                  <a:pt x="65534" y="20305"/>
                  <a:pt x="65534" y="20366"/>
                </a:cubicBezTo>
                <a:cubicBezTo>
                  <a:pt x="65534" y="20427"/>
                  <a:pt x="65595" y="20518"/>
                  <a:pt x="65656" y="20548"/>
                </a:cubicBezTo>
                <a:cubicBezTo>
                  <a:pt x="65777" y="20609"/>
                  <a:pt x="65929" y="20639"/>
                  <a:pt x="66081" y="20639"/>
                </a:cubicBezTo>
                <a:cubicBezTo>
                  <a:pt x="66172" y="20609"/>
                  <a:pt x="66233" y="20427"/>
                  <a:pt x="66203" y="20335"/>
                </a:cubicBezTo>
                <a:cubicBezTo>
                  <a:pt x="66203" y="20275"/>
                  <a:pt x="66324" y="20244"/>
                  <a:pt x="66355" y="20244"/>
                </a:cubicBezTo>
                <a:cubicBezTo>
                  <a:pt x="66416" y="20244"/>
                  <a:pt x="66446" y="20335"/>
                  <a:pt x="66446" y="20457"/>
                </a:cubicBezTo>
                <a:lnTo>
                  <a:pt x="66446" y="20579"/>
                </a:lnTo>
                <a:lnTo>
                  <a:pt x="66446" y="20609"/>
                </a:lnTo>
                <a:cubicBezTo>
                  <a:pt x="66507" y="20609"/>
                  <a:pt x="66537" y="20427"/>
                  <a:pt x="66537" y="20366"/>
                </a:cubicBezTo>
                <a:cubicBezTo>
                  <a:pt x="66568" y="20275"/>
                  <a:pt x="66628" y="20214"/>
                  <a:pt x="66720" y="20183"/>
                </a:cubicBezTo>
                <a:lnTo>
                  <a:pt x="66659" y="20123"/>
                </a:lnTo>
                <a:cubicBezTo>
                  <a:pt x="66636" y="20054"/>
                  <a:pt x="66630" y="20020"/>
                  <a:pt x="66693" y="20020"/>
                </a:cubicBezTo>
                <a:cubicBezTo>
                  <a:pt x="66714" y="20020"/>
                  <a:pt x="66742" y="20024"/>
                  <a:pt x="66780" y="20031"/>
                </a:cubicBezTo>
                <a:lnTo>
                  <a:pt x="67145" y="20031"/>
                </a:lnTo>
                <a:lnTo>
                  <a:pt x="67267" y="20001"/>
                </a:lnTo>
                <a:lnTo>
                  <a:pt x="67419" y="19971"/>
                </a:lnTo>
                <a:cubicBezTo>
                  <a:pt x="67432" y="19968"/>
                  <a:pt x="67445" y="19967"/>
                  <a:pt x="67458" y="19967"/>
                </a:cubicBezTo>
                <a:cubicBezTo>
                  <a:pt x="67623" y="19967"/>
                  <a:pt x="67757" y="20141"/>
                  <a:pt x="67814" y="20366"/>
                </a:cubicBezTo>
                <a:lnTo>
                  <a:pt x="67540" y="20518"/>
                </a:lnTo>
                <a:lnTo>
                  <a:pt x="67510" y="20518"/>
                </a:lnTo>
                <a:cubicBezTo>
                  <a:pt x="67449" y="20518"/>
                  <a:pt x="67388" y="20487"/>
                  <a:pt x="67388" y="20427"/>
                </a:cubicBezTo>
                <a:lnTo>
                  <a:pt x="67388" y="20396"/>
                </a:lnTo>
                <a:cubicBezTo>
                  <a:pt x="67419" y="20335"/>
                  <a:pt x="67419" y="20275"/>
                  <a:pt x="67449" y="20214"/>
                </a:cubicBezTo>
                <a:lnTo>
                  <a:pt x="67479" y="20153"/>
                </a:lnTo>
                <a:cubicBezTo>
                  <a:pt x="67515" y="20117"/>
                  <a:pt x="67436" y="20103"/>
                  <a:pt x="67346" y="20103"/>
                </a:cubicBezTo>
                <a:cubicBezTo>
                  <a:pt x="67282" y="20103"/>
                  <a:pt x="67213" y="20110"/>
                  <a:pt x="67175" y="20123"/>
                </a:cubicBezTo>
                <a:cubicBezTo>
                  <a:pt x="67054" y="20153"/>
                  <a:pt x="67145" y="20366"/>
                  <a:pt x="67145" y="20427"/>
                </a:cubicBezTo>
                <a:cubicBezTo>
                  <a:pt x="67175" y="20548"/>
                  <a:pt x="67236" y="20639"/>
                  <a:pt x="67327" y="20670"/>
                </a:cubicBezTo>
                <a:lnTo>
                  <a:pt x="67449" y="20670"/>
                </a:lnTo>
                <a:lnTo>
                  <a:pt x="67540" y="20700"/>
                </a:lnTo>
                <a:cubicBezTo>
                  <a:pt x="67605" y="20722"/>
                  <a:pt x="67715" y="20743"/>
                  <a:pt x="67774" y="20743"/>
                </a:cubicBezTo>
                <a:cubicBezTo>
                  <a:pt x="67798" y="20743"/>
                  <a:pt x="67814" y="20739"/>
                  <a:pt x="67814" y="20731"/>
                </a:cubicBezTo>
                <a:cubicBezTo>
                  <a:pt x="67814" y="20609"/>
                  <a:pt x="67814" y="20487"/>
                  <a:pt x="67875" y="20396"/>
                </a:cubicBezTo>
                <a:cubicBezTo>
                  <a:pt x="67935" y="20305"/>
                  <a:pt x="67783" y="20001"/>
                  <a:pt x="67875" y="19940"/>
                </a:cubicBezTo>
                <a:cubicBezTo>
                  <a:pt x="67935" y="19910"/>
                  <a:pt x="68027" y="19880"/>
                  <a:pt x="68118" y="19849"/>
                </a:cubicBezTo>
                <a:lnTo>
                  <a:pt x="68330" y="19940"/>
                </a:lnTo>
                <a:lnTo>
                  <a:pt x="68391" y="19910"/>
                </a:lnTo>
                <a:cubicBezTo>
                  <a:pt x="68482" y="19940"/>
                  <a:pt x="68581" y="19955"/>
                  <a:pt x="68680" y="19955"/>
                </a:cubicBezTo>
                <a:cubicBezTo>
                  <a:pt x="68779" y="19955"/>
                  <a:pt x="68878" y="19940"/>
                  <a:pt x="68969" y="19910"/>
                </a:cubicBezTo>
                <a:cubicBezTo>
                  <a:pt x="68983" y="19905"/>
                  <a:pt x="69002" y="19904"/>
                  <a:pt x="69027" y="19904"/>
                </a:cubicBezTo>
                <a:cubicBezTo>
                  <a:pt x="69121" y="19904"/>
                  <a:pt x="69280" y="19931"/>
                  <a:pt x="69386" y="19931"/>
                </a:cubicBezTo>
                <a:cubicBezTo>
                  <a:pt x="69433" y="19931"/>
                  <a:pt x="69470" y="19926"/>
                  <a:pt x="69486" y="19910"/>
                </a:cubicBezTo>
                <a:cubicBezTo>
                  <a:pt x="69546" y="19880"/>
                  <a:pt x="69638" y="19849"/>
                  <a:pt x="69729" y="19849"/>
                </a:cubicBezTo>
                <a:lnTo>
                  <a:pt x="70002" y="19940"/>
                </a:lnTo>
                <a:lnTo>
                  <a:pt x="70124" y="19910"/>
                </a:lnTo>
                <a:cubicBezTo>
                  <a:pt x="70154" y="19895"/>
                  <a:pt x="70185" y="19895"/>
                  <a:pt x="70211" y="19895"/>
                </a:cubicBezTo>
                <a:cubicBezTo>
                  <a:pt x="70238" y="19895"/>
                  <a:pt x="70261" y="19895"/>
                  <a:pt x="70276" y="19880"/>
                </a:cubicBezTo>
                <a:lnTo>
                  <a:pt x="70367" y="19788"/>
                </a:lnTo>
                <a:cubicBezTo>
                  <a:pt x="70519" y="19849"/>
                  <a:pt x="70641" y="19940"/>
                  <a:pt x="70701" y="20062"/>
                </a:cubicBezTo>
                <a:lnTo>
                  <a:pt x="70610" y="20183"/>
                </a:lnTo>
                <a:lnTo>
                  <a:pt x="70610" y="20214"/>
                </a:lnTo>
                <a:cubicBezTo>
                  <a:pt x="70580" y="20214"/>
                  <a:pt x="70458" y="20153"/>
                  <a:pt x="70428" y="20123"/>
                </a:cubicBezTo>
                <a:cubicBezTo>
                  <a:pt x="70367" y="20123"/>
                  <a:pt x="70276" y="20123"/>
                  <a:pt x="70215" y="20183"/>
                </a:cubicBezTo>
                <a:cubicBezTo>
                  <a:pt x="70185" y="20244"/>
                  <a:pt x="70154" y="20335"/>
                  <a:pt x="70124" y="20427"/>
                </a:cubicBezTo>
                <a:cubicBezTo>
                  <a:pt x="70124" y="20518"/>
                  <a:pt x="70185" y="20579"/>
                  <a:pt x="70215" y="20639"/>
                </a:cubicBezTo>
                <a:cubicBezTo>
                  <a:pt x="70276" y="20700"/>
                  <a:pt x="70124" y="20822"/>
                  <a:pt x="70063" y="20852"/>
                </a:cubicBezTo>
                <a:cubicBezTo>
                  <a:pt x="69972" y="20913"/>
                  <a:pt x="69941" y="20974"/>
                  <a:pt x="69941" y="21035"/>
                </a:cubicBezTo>
                <a:lnTo>
                  <a:pt x="69972" y="21065"/>
                </a:lnTo>
                <a:lnTo>
                  <a:pt x="70002" y="21126"/>
                </a:lnTo>
                <a:cubicBezTo>
                  <a:pt x="70093" y="21126"/>
                  <a:pt x="70154" y="21095"/>
                  <a:pt x="70124" y="21065"/>
                </a:cubicBezTo>
                <a:cubicBezTo>
                  <a:pt x="70124" y="21065"/>
                  <a:pt x="70124" y="20943"/>
                  <a:pt x="70154" y="20943"/>
                </a:cubicBezTo>
                <a:lnTo>
                  <a:pt x="70367" y="20943"/>
                </a:lnTo>
                <a:cubicBezTo>
                  <a:pt x="70397" y="20943"/>
                  <a:pt x="70428" y="21065"/>
                  <a:pt x="70428" y="21095"/>
                </a:cubicBezTo>
                <a:cubicBezTo>
                  <a:pt x="70428" y="21105"/>
                  <a:pt x="70435" y="21110"/>
                  <a:pt x="70448" y="21110"/>
                </a:cubicBezTo>
                <a:cubicBezTo>
                  <a:pt x="70514" y="21110"/>
                  <a:pt x="70717" y="21004"/>
                  <a:pt x="70793" y="21004"/>
                </a:cubicBezTo>
                <a:cubicBezTo>
                  <a:pt x="70884" y="21004"/>
                  <a:pt x="70823" y="20731"/>
                  <a:pt x="70884" y="20609"/>
                </a:cubicBezTo>
                <a:lnTo>
                  <a:pt x="70912" y="20553"/>
                </a:lnTo>
                <a:lnTo>
                  <a:pt x="70912" y="20553"/>
                </a:lnTo>
                <a:cubicBezTo>
                  <a:pt x="70910" y="20554"/>
                  <a:pt x="70908" y="20554"/>
                  <a:pt x="70906" y="20554"/>
                </a:cubicBezTo>
                <a:cubicBezTo>
                  <a:pt x="70873" y="20554"/>
                  <a:pt x="70754" y="20483"/>
                  <a:pt x="70701" y="20457"/>
                </a:cubicBezTo>
                <a:cubicBezTo>
                  <a:pt x="70671" y="20427"/>
                  <a:pt x="70914" y="20335"/>
                  <a:pt x="71005" y="20305"/>
                </a:cubicBezTo>
                <a:cubicBezTo>
                  <a:pt x="71046" y="20297"/>
                  <a:pt x="71089" y="20293"/>
                  <a:pt x="71132" y="20293"/>
                </a:cubicBezTo>
                <a:cubicBezTo>
                  <a:pt x="71251" y="20293"/>
                  <a:pt x="71372" y="20321"/>
                  <a:pt x="71461" y="20366"/>
                </a:cubicBezTo>
                <a:cubicBezTo>
                  <a:pt x="71469" y="20369"/>
                  <a:pt x="71478" y="20370"/>
                  <a:pt x="71488" y="20370"/>
                </a:cubicBezTo>
                <a:cubicBezTo>
                  <a:pt x="71583" y="20370"/>
                  <a:pt x="71732" y="20239"/>
                  <a:pt x="71704" y="20183"/>
                </a:cubicBezTo>
                <a:cubicBezTo>
                  <a:pt x="71613" y="20092"/>
                  <a:pt x="71552" y="20001"/>
                  <a:pt x="71431" y="19910"/>
                </a:cubicBezTo>
                <a:lnTo>
                  <a:pt x="71613" y="19849"/>
                </a:lnTo>
                <a:lnTo>
                  <a:pt x="71735" y="19819"/>
                </a:lnTo>
                <a:cubicBezTo>
                  <a:pt x="71796" y="19940"/>
                  <a:pt x="71887" y="20062"/>
                  <a:pt x="71887" y="20092"/>
                </a:cubicBezTo>
                <a:cubicBezTo>
                  <a:pt x="71917" y="20092"/>
                  <a:pt x="72008" y="19940"/>
                  <a:pt x="72039" y="19880"/>
                </a:cubicBezTo>
                <a:cubicBezTo>
                  <a:pt x="72074" y="19844"/>
                  <a:pt x="72120" y="19829"/>
                  <a:pt x="72165" y="19829"/>
                </a:cubicBezTo>
                <a:cubicBezTo>
                  <a:pt x="72196" y="19829"/>
                  <a:pt x="72226" y="19837"/>
                  <a:pt x="72252" y="19849"/>
                </a:cubicBezTo>
                <a:lnTo>
                  <a:pt x="72890" y="19849"/>
                </a:lnTo>
                <a:lnTo>
                  <a:pt x="72981" y="19819"/>
                </a:lnTo>
                <a:lnTo>
                  <a:pt x="73072" y="19788"/>
                </a:lnTo>
                <a:cubicBezTo>
                  <a:pt x="73113" y="19796"/>
                  <a:pt x="73158" y="19800"/>
                  <a:pt x="73205" y="19800"/>
                </a:cubicBezTo>
                <a:cubicBezTo>
                  <a:pt x="73334" y="19800"/>
                  <a:pt x="73478" y="19772"/>
                  <a:pt x="73589" y="19728"/>
                </a:cubicBezTo>
                <a:lnTo>
                  <a:pt x="73680" y="19788"/>
                </a:lnTo>
                <a:lnTo>
                  <a:pt x="73893" y="19910"/>
                </a:lnTo>
                <a:cubicBezTo>
                  <a:pt x="74075" y="19880"/>
                  <a:pt x="74258" y="19849"/>
                  <a:pt x="74440" y="19849"/>
                </a:cubicBezTo>
                <a:cubicBezTo>
                  <a:pt x="74470" y="19849"/>
                  <a:pt x="74562" y="20001"/>
                  <a:pt x="74562" y="20062"/>
                </a:cubicBezTo>
                <a:cubicBezTo>
                  <a:pt x="74567" y="20072"/>
                  <a:pt x="74572" y="20076"/>
                  <a:pt x="74578" y="20076"/>
                </a:cubicBezTo>
                <a:cubicBezTo>
                  <a:pt x="74610" y="20076"/>
                  <a:pt x="74653" y="19961"/>
                  <a:pt x="74653" y="19910"/>
                </a:cubicBezTo>
                <a:cubicBezTo>
                  <a:pt x="74957" y="19819"/>
                  <a:pt x="75291" y="19788"/>
                  <a:pt x="75625" y="19788"/>
                </a:cubicBezTo>
                <a:cubicBezTo>
                  <a:pt x="75869" y="19819"/>
                  <a:pt x="76173" y="19819"/>
                  <a:pt x="76203" y="19849"/>
                </a:cubicBezTo>
                <a:cubicBezTo>
                  <a:pt x="76229" y="19849"/>
                  <a:pt x="76367" y="19916"/>
                  <a:pt x="76425" y="19916"/>
                </a:cubicBezTo>
                <a:cubicBezTo>
                  <a:pt x="76434" y="19916"/>
                  <a:pt x="76442" y="19914"/>
                  <a:pt x="76446" y="19910"/>
                </a:cubicBezTo>
                <a:cubicBezTo>
                  <a:pt x="76537" y="19880"/>
                  <a:pt x="76629" y="19849"/>
                  <a:pt x="76720" y="19849"/>
                </a:cubicBezTo>
                <a:lnTo>
                  <a:pt x="76811" y="19880"/>
                </a:lnTo>
                <a:lnTo>
                  <a:pt x="77054" y="19940"/>
                </a:lnTo>
                <a:cubicBezTo>
                  <a:pt x="77303" y="19913"/>
                  <a:pt x="77653" y="19784"/>
                  <a:pt x="77782" y="19784"/>
                </a:cubicBezTo>
                <a:cubicBezTo>
                  <a:pt x="77795" y="19784"/>
                  <a:pt x="77806" y="19786"/>
                  <a:pt x="77814" y="19788"/>
                </a:cubicBezTo>
                <a:cubicBezTo>
                  <a:pt x="77892" y="19814"/>
                  <a:pt x="78150" y="19953"/>
                  <a:pt x="78260" y="19953"/>
                </a:cubicBezTo>
                <a:cubicBezTo>
                  <a:pt x="78278" y="19953"/>
                  <a:pt x="78292" y="19949"/>
                  <a:pt x="78300" y="19940"/>
                </a:cubicBezTo>
                <a:cubicBezTo>
                  <a:pt x="78391" y="19880"/>
                  <a:pt x="78635" y="19910"/>
                  <a:pt x="78665" y="19880"/>
                </a:cubicBezTo>
                <a:cubicBezTo>
                  <a:pt x="78693" y="19823"/>
                  <a:pt x="78801" y="19633"/>
                  <a:pt x="78890" y="19633"/>
                </a:cubicBezTo>
                <a:cubicBezTo>
                  <a:pt x="78896" y="19633"/>
                  <a:pt x="78902" y="19634"/>
                  <a:pt x="78908" y="19636"/>
                </a:cubicBezTo>
                <a:cubicBezTo>
                  <a:pt x="78969" y="19667"/>
                  <a:pt x="79151" y="19788"/>
                  <a:pt x="79334" y="19880"/>
                </a:cubicBezTo>
                <a:lnTo>
                  <a:pt x="79486" y="19819"/>
                </a:lnTo>
                <a:cubicBezTo>
                  <a:pt x="79547" y="19819"/>
                  <a:pt x="79594" y="19778"/>
                  <a:pt x="79646" y="19778"/>
                </a:cubicBezTo>
                <a:cubicBezTo>
                  <a:pt x="79671" y="19778"/>
                  <a:pt x="79698" y="19788"/>
                  <a:pt x="79729" y="19819"/>
                </a:cubicBezTo>
                <a:cubicBezTo>
                  <a:pt x="79729" y="19823"/>
                  <a:pt x="79732" y="19825"/>
                  <a:pt x="79737" y="19825"/>
                </a:cubicBezTo>
                <a:cubicBezTo>
                  <a:pt x="79770" y="19825"/>
                  <a:pt x="79894" y="19754"/>
                  <a:pt x="79972" y="19728"/>
                </a:cubicBezTo>
                <a:cubicBezTo>
                  <a:pt x="80063" y="19697"/>
                  <a:pt x="80154" y="19667"/>
                  <a:pt x="80246" y="19667"/>
                </a:cubicBezTo>
                <a:cubicBezTo>
                  <a:pt x="80276" y="19636"/>
                  <a:pt x="80306" y="19515"/>
                  <a:pt x="80367" y="19515"/>
                </a:cubicBezTo>
                <a:cubicBezTo>
                  <a:pt x="80379" y="19512"/>
                  <a:pt x="80389" y="19511"/>
                  <a:pt x="80399" y="19511"/>
                </a:cubicBezTo>
                <a:cubicBezTo>
                  <a:pt x="80515" y="19511"/>
                  <a:pt x="80491" y="19667"/>
                  <a:pt x="80519" y="19667"/>
                </a:cubicBezTo>
                <a:lnTo>
                  <a:pt x="80610" y="19667"/>
                </a:lnTo>
                <a:lnTo>
                  <a:pt x="80732" y="19545"/>
                </a:lnTo>
                <a:cubicBezTo>
                  <a:pt x="80794" y="19554"/>
                  <a:pt x="80859" y="19558"/>
                  <a:pt x="80926" y="19558"/>
                </a:cubicBezTo>
                <a:cubicBezTo>
                  <a:pt x="81087" y="19558"/>
                  <a:pt x="81259" y="19536"/>
                  <a:pt x="81431" y="19515"/>
                </a:cubicBezTo>
                <a:cubicBezTo>
                  <a:pt x="81463" y="19499"/>
                  <a:pt x="81507" y="19493"/>
                  <a:pt x="81557" y="19493"/>
                </a:cubicBezTo>
                <a:cubicBezTo>
                  <a:pt x="81669" y="19493"/>
                  <a:pt x="81807" y="19521"/>
                  <a:pt x="81893" y="19521"/>
                </a:cubicBezTo>
                <a:cubicBezTo>
                  <a:pt x="81916" y="19521"/>
                  <a:pt x="81934" y="19519"/>
                  <a:pt x="81948" y="19515"/>
                </a:cubicBezTo>
                <a:cubicBezTo>
                  <a:pt x="82009" y="19484"/>
                  <a:pt x="82069" y="19469"/>
                  <a:pt x="82130" y="19469"/>
                </a:cubicBezTo>
                <a:cubicBezTo>
                  <a:pt x="82191" y="19469"/>
                  <a:pt x="82252" y="19484"/>
                  <a:pt x="82313" y="19515"/>
                </a:cubicBezTo>
                <a:lnTo>
                  <a:pt x="82404" y="19424"/>
                </a:lnTo>
                <a:lnTo>
                  <a:pt x="82464" y="19332"/>
                </a:lnTo>
                <a:lnTo>
                  <a:pt x="83437" y="19332"/>
                </a:lnTo>
                <a:cubicBezTo>
                  <a:pt x="83468" y="19272"/>
                  <a:pt x="83498" y="19211"/>
                  <a:pt x="83528" y="19120"/>
                </a:cubicBezTo>
                <a:cubicBezTo>
                  <a:pt x="83528" y="19089"/>
                  <a:pt x="83498" y="18968"/>
                  <a:pt x="83437" y="18937"/>
                </a:cubicBezTo>
                <a:cubicBezTo>
                  <a:pt x="83407" y="18907"/>
                  <a:pt x="83528" y="18816"/>
                  <a:pt x="83680" y="18755"/>
                </a:cubicBezTo>
                <a:lnTo>
                  <a:pt x="83680" y="19059"/>
                </a:lnTo>
                <a:cubicBezTo>
                  <a:pt x="83711" y="19079"/>
                  <a:pt x="83738" y="19089"/>
                  <a:pt x="83761" y="19089"/>
                </a:cubicBezTo>
                <a:cubicBezTo>
                  <a:pt x="83809" y="19089"/>
                  <a:pt x="83842" y="19049"/>
                  <a:pt x="83863" y="18968"/>
                </a:cubicBezTo>
                <a:lnTo>
                  <a:pt x="84045" y="18998"/>
                </a:lnTo>
                <a:lnTo>
                  <a:pt x="84167" y="18998"/>
                </a:lnTo>
                <a:cubicBezTo>
                  <a:pt x="84288" y="18998"/>
                  <a:pt x="84349" y="18937"/>
                  <a:pt x="84288" y="18846"/>
                </a:cubicBezTo>
                <a:lnTo>
                  <a:pt x="84288" y="18816"/>
                </a:lnTo>
                <a:lnTo>
                  <a:pt x="84349" y="18724"/>
                </a:lnTo>
                <a:cubicBezTo>
                  <a:pt x="84258" y="18694"/>
                  <a:pt x="84227" y="18603"/>
                  <a:pt x="84197" y="18512"/>
                </a:cubicBezTo>
                <a:lnTo>
                  <a:pt x="84227" y="18512"/>
                </a:lnTo>
                <a:lnTo>
                  <a:pt x="84410" y="18451"/>
                </a:lnTo>
                <a:cubicBezTo>
                  <a:pt x="84449" y="18510"/>
                  <a:pt x="84514" y="18543"/>
                  <a:pt x="84579" y="18543"/>
                </a:cubicBezTo>
                <a:cubicBezTo>
                  <a:pt x="84615" y="18543"/>
                  <a:pt x="84651" y="18533"/>
                  <a:pt x="84683" y="18512"/>
                </a:cubicBezTo>
                <a:cubicBezTo>
                  <a:pt x="84699" y="18481"/>
                  <a:pt x="84767" y="18481"/>
                  <a:pt x="84835" y="18481"/>
                </a:cubicBezTo>
                <a:cubicBezTo>
                  <a:pt x="84904" y="18481"/>
                  <a:pt x="84972" y="18481"/>
                  <a:pt x="84987" y="18451"/>
                </a:cubicBezTo>
                <a:cubicBezTo>
                  <a:pt x="85003" y="18421"/>
                  <a:pt x="85033" y="18405"/>
                  <a:pt x="85060" y="18405"/>
                </a:cubicBezTo>
                <a:cubicBezTo>
                  <a:pt x="85086" y="18405"/>
                  <a:pt x="85109" y="18421"/>
                  <a:pt x="85109" y="18451"/>
                </a:cubicBezTo>
                <a:cubicBezTo>
                  <a:pt x="85109" y="18453"/>
                  <a:pt x="85109" y="18454"/>
                  <a:pt x="85110" y="18454"/>
                </a:cubicBezTo>
                <a:cubicBezTo>
                  <a:pt x="85120" y="18454"/>
                  <a:pt x="85194" y="18267"/>
                  <a:pt x="85109" y="18238"/>
                </a:cubicBezTo>
                <a:cubicBezTo>
                  <a:pt x="85048" y="18177"/>
                  <a:pt x="85139" y="18056"/>
                  <a:pt x="85170" y="18056"/>
                </a:cubicBezTo>
                <a:cubicBezTo>
                  <a:pt x="85188" y="18047"/>
                  <a:pt x="85203" y="18043"/>
                  <a:pt x="85215" y="18043"/>
                </a:cubicBezTo>
                <a:cubicBezTo>
                  <a:pt x="85246" y="18043"/>
                  <a:pt x="85261" y="18065"/>
                  <a:pt x="85261" y="18086"/>
                </a:cubicBezTo>
                <a:lnTo>
                  <a:pt x="85322" y="18117"/>
                </a:lnTo>
                <a:cubicBezTo>
                  <a:pt x="85339" y="18125"/>
                  <a:pt x="85355" y="18129"/>
                  <a:pt x="85369" y="18129"/>
                </a:cubicBezTo>
                <a:cubicBezTo>
                  <a:pt x="85403" y="18129"/>
                  <a:pt x="85431" y="18108"/>
                  <a:pt x="85474" y="18086"/>
                </a:cubicBezTo>
                <a:cubicBezTo>
                  <a:pt x="85443" y="18025"/>
                  <a:pt x="85413" y="17965"/>
                  <a:pt x="85382" y="17904"/>
                </a:cubicBezTo>
                <a:cubicBezTo>
                  <a:pt x="85382" y="17889"/>
                  <a:pt x="85306" y="17889"/>
                  <a:pt x="85219" y="17889"/>
                </a:cubicBezTo>
                <a:cubicBezTo>
                  <a:pt x="85132" y="17889"/>
                  <a:pt x="85033" y="17889"/>
                  <a:pt x="84987" y="17873"/>
                </a:cubicBezTo>
                <a:cubicBezTo>
                  <a:pt x="84927" y="17873"/>
                  <a:pt x="85139" y="17630"/>
                  <a:pt x="85261" y="17630"/>
                </a:cubicBezTo>
                <a:cubicBezTo>
                  <a:pt x="85382" y="17630"/>
                  <a:pt x="85504" y="17509"/>
                  <a:pt x="85504" y="17448"/>
                </a:cubicBezTo>
                <a:cubicBezTo>
                  <a:pt x="85504" y="17357"/>
                  <a:pt x="85595" y="17357"/>
                  <a:pt x="85626" y="17357"/>
                </a:cubicBezTo>
                <a:cubicBezTo>
                  <a:pt x="85631" y="17362"/>
                  <a:pt x="85637" y="17365"/>
                  <a:pt x="85643" y="17365"/>
                </a:cubicBezTo>
                <a:cubicBezTo>
                  <a:pt x="85667" y="17365"/>
                  <a:pt x="85686" y="17320"/>
                  <a:pt x="85686" y="17296"/>
                </a:cubicBezTo>
                <a:lnTo>
                  <a:pt x="85595" y="17265"/>
                </a:lnTo>
                <a:cubicBezTo>
                  <a:pt x="85504" y="17265"/>
                  <a:pt x="85352" y="16992"/>
                  <a:pt x="85352" y="16870"/>
                </a:cubicBezTo>
                <a:cubicBezTo>
                  <a:pt x="85322" y="16688"/>
                  <a:pt x="85261" y="16506"/>
                  <a:pt x="85139" y="16323"/>
                </a:cubicBezTo>
                <a:cubicBezTo>
                  <a:pt x="85118" y="16302"/>
                  <a:pt x="85005" y="16280"/>
                  <a:pt x="84941" y="16280"/>
                </a:cubicBezTo>
                <a:cubicBezTo>
                  <a:pt x="84914" y="16280"/>
                  <a:pt x="84896" y="16284"/>
                  <a:pt x="84896" y="16293"/>
                </a:cubicBezTo>
                <a:cubicBezTo>
                  <a:pt x="84866" y="16354"/>
                  <a:pt x="84866" y="16384"/>
                  <a:pt x="84835" y="16384"/>
                </a:cubicBezTo>
                <a:cubicBezTo>
                  <a:pt x="84832" y="16387"/>
                  <a:pt x="84829" y="16389"/>
                  <a:pt x="84825" y="16389"/>
                </a:cubicBezTo>
                <a:cubicBezTo>
                  <a:pt x="84799" y="16389"/>
                  <a:pt x="84775" y="16289"/>
                  <a:pt x="84775" y="16262"/>
                </a:cubicBezTo>
                <a:cubicBezTo>
                  <a:pt x="84775" y="16232"/>
                  <a:pt x="84562" y="16232"/>
                  <a:pt x="84471" y="16232"/>
                </a:cubicBezTo>
                <a:cubicBezTo>
                  <a:pt x="84458" y="16236"/>
                  <a:pt x="84447" y="16238"/>
                  <a:pt x="84439" y="16238"/>
                </a:cubicBezTo>
                <a:cubicBezTo>
                  <a:pt x="84388" y="16238"/>
                  <a:pt x="84414" y="16171"/>
                  <a:pt x="84440" y="16171"/>
                </a:cubicBezTo>
                <a:cubicBezTo>
                  <a:pt x="84440" y="16141"/>
                  <a:pt x="84410" y="16110"/>
                  <a:pt x="84349" y="16080"/>
                </a:cubicBezTo>
                <a:lnTo>
                  <a:pt x="84227" y="16202"/>
                </a:lnTo>
                <a:cubicBezTo>
                  <a:pt x="84045" y="16141"/>
                  <a:pt x="83832" y="16110"/>
                  <a:pt x="83650" y="16110"/>
                </a:cubicBezTo>
                <a:cubicBezTo>
                  <a:pt x="83528" y="16171"/>
                  <a:pt x="83437" y="16262"/>
                  <a:pt x="83346" y="16384"/>
                </a:cubicBezTo>
                <a:lnTo>
                  <a:pt x="83164" y="16262"/>
                </a:lnTo>
                <a:cubicBezTo>
                  <a:pt x="83151" y="16275"/>
                  <a:pt x="83138" y="16281"/>
                  <a:pt x="83126" y="16281"/>
                </a:cubicBezTo>
                <a:cubicBezTo>
                  <a:pt x="83080" y="16281"/>
                  <a:pt x="83042" y="16194"/>
                  <a:pt x="83042" y="16050"/>
                </a:cubicBezTo>
                <a:lnTo>
                  <a:pt x="82799" y="16080"/>
                </a:lnTo>
                <a:cubicBezTo>
                  <a:pt x="82768" y="16080"/>
                  <a:pt x="82647" y="15989"/>
                  <a:pt x="82647" y="15958"/>
                </a:cubicBezTo>
                <a:cubicBezTo>
                  <a:pt x="82647" y="15958"/>
                  <a:pt x="82647" y="15898"/>
                  <a:pt x="82647" y="15867"/>
                </a:cubicBezTo>
                <a:cubicBezTo>
                  <a:pt x="82708" y="15837"/>
                  <a:pt x="82738" y="15837"/>
                  <a:pt x="82799" y="15837"/>
                </a:cubicBezTo>
                <a:lnTo>
                  <a:pt x="82860" y="15837"/>
                </a:lnTo>
                <a:cubicBezTo>
                  <a:pt x="82884" y="15847"/>
                  <a:pt x="82903" y="15851"/>
                  <a:pt x="82919" y="15851"/>
                </a:cubicBezTo>
                <a:cubicBezTo>
                  <a:pt x="83002" y="15851"/>
                  <a:pt x="82976" y="15731"/>
                  <a:pt x="82951" y="15655"/>
                </a:cubicBezTo>
                <a:cubicBezTo>
                  <a:pt x="82936" y="15624"/>
                  <a:pt x="82913" y="15609"/>
                  <a:pt x="82886" y="15609"/>
                </a:cubicBezTo>
                <a:cubicBezTo>
                  <a:pt x="82860" y="15609"/>
                  <a:pt x="82829" y="15624"/>
                  <a:pt x="82799" y="15655"/>
                </a:cubicBezTo>
                <a:lnTo>
                  <a:pt x="82738" y="15655"/>
                </a:lnTo>
                <a:lnTo>
                  <a:pt x="82616" y="15685"/>
                </a:lnTo>
                <a:cubicBezTo>
                  <a:pt x="82495" y="15685"/>
                  <a:pt x="82343" y="15655"/>
                  <a:pt x="82252" y="15594"/>
                </a:cubicBezTo>
                <a:cubicBezTo>
                  <a:pt x="82241" y="15583"/>
                  <a:pt x="82231" y="15578"/>
                  <a:pt x="82222" y="15578"/>
                </a:cubicBezTo>
                <a:cubicBezTo>
                  <a:pt x="82181" y="15578"/>
                  <a:pt x="82161" y="15687"/>
                  <a:pt x="82161" y="15837"/>
                </a:cubicBezTo>
                <a:lnTo>
                  <a:pt x="82373" y="15867"/>
                </a:lnTo>
                <a:lnTo>
                  <a:pt x="82616" y="15898"/>
                </a:lnTo>
                <a:cubicBezTo>
                  <a:pt x="82586" y="16019"/>
                  <a:pt x="82282" y="16110"/>
                  <a:pt x="82191" y="16110"/>
                </a:cubicBezTo>
                <a:cubicBezTo>
                  <a:pt x="82130" y="16110"/>
                  <a:pt x="82039" y="15989"/>
                  <a:pt x="82009" y="15928"/>
                </a:cubicBezTo>
                <a:cubicBezTo>
                  <a:pt x="82009" y="15918"/>
                  <a:pt x="82006" y="15914"/>
                  <a:pt x="82002" y="15914"/>
                </a:cubicBezTo>
                <a:cubicBezTo>
                  <a:pt x="81980" y="15914"/>
                  <a:pt x="81912" y="16024"/>
                  <a:pt x="81887" y="16050"/>
                </a:cubicBezTo>
                <a:cubicBezTo>
                  <a:pt x="81826" y="16110"/>
                  <a:pt x="81765" y="16171"/>
                  <a:pt x="81705" y="16202"/>
                </a:cubicBezTo>
                <a:lnTo>
                  <a:pt x="81644" y="16202"/>
                </a:lnTo>
                <a:cubicBezTo>
                  <a:pt x="81674" y="16080"/>
                  <a:pt x="81705" y="15989"/>
                  <a:pt x="81765" y="15898"/>
                </a:cubicBezTo>
                <a:lnTo>
                  <a:pt x="81826" y="15806"/>
                </a:lnTo>
                <a:cubicBezTo>
                  <a:pt x="81808" y="15771"/>
                  <a:pt x="81780" y="15756"/>
                  <a:pt x="81748" y="15756"/>
                </a:cubicBezTo>
                <a:cubicBezTo>
                  <a:pt x="81725" y="15756"/>
                  <a:pt x="81699" y="15764"/>
                  <a:pt x="81674" y="15776"/>
                </a:cubicBezTo>
                <a:cubicBezTo>
                  <a:pt x="81674" y="15776"/>
                  <a:pt x="81613" y="15685"/>
                  <a:pt x="81613" y="15624"/>
                </a:cubicBezTo>
                <a:cubicBezTo>
                  <a:pt x="81613" y="15594"/>
                  <a:pt x="81492" y="15533"/>
                  <a:pt x="81340" y="15533"/>
                </a:cubicBezTo>
                <a:lnTo>
                  <a:pt x="81249" y="15533"/>
                </a:lnTo>
                <a:cubicBezTo>
                  <a:pt x="81127" y="15563"/>
                  <a:pt x="81066" y="15685"/>
                  <a:pt x="80975" y="15715"/>
                </a:cubicBezTo>
                <a:cubicBezTo>
                  <a:pt x="80580" y="15806"/>
                  <a:pt x="80550" y="15898"/>
                  <a:pt x="80702" y="16202"/>
                </a:cubicBezTo>
                <a:lnTo>
                  <a:pt x="80702" y="16232"/>
                </a:lnTo>
                <a:cubicBezTo>
                  <a:pt x="80683" y="16251"/>
                  <a:pt x="80658" y="16258"/>
                  <a:pt x="80632" y="16258"/>
                </a:cubicBezTo>
                <a:cubicBezTo>
                  <a:pt x="80574" y="16258"/>
                  <a:pt x="80510" y="16223"/>
                  <a:pt x="80489" y="16202"/>
                </a:cubicBezTo>
                <a:cubicBezTo>
                  <a:pt x="80489" y="16180"/>
                  <a:pt x="80382" y="16159"/>
                  <a:pt x="80320" y="16159"/>
                </a:cubicBezTo>
                <a:cubicBezTo>
                  <a:pt x="80294" y="16159"/>
                  <a:pt x="80276" y="16162"/>
                  <a:pt x="80276" y="16171"/>
                </a:cubicBezTo>
                <a:cubicBezTo>
                  <a:pt x="80276" y="16202"/>
                  <a:pt x="80185" y="16202"/>
                  <a:pt x="80094" y="16202"/>
                </a:cubicBezTo>
                <a:lnTo>
                  <a:pt x="80033" y="16262"/>
                </a:lnTo>
                <a:cubicBezTo>
                  <a:pt x="80002" y="16323"/>
                  <a:pt x="79942" y="16354"/>
                  <a:pt x="79911" y="16384"/>
                </a:cubicBezTo>
                <a:lnTo>
                  <a:pt x="79850" y="16414"/>
                </a:lnTo>
                <a:cubicBezTo>
                  <a:pt x="79849" y="16415"/>
                  <a:pt x="79847" y="16416"/>
                  <a:pt x="79846" y="16416"/>
                </a:cubicBezTo>
                <a:cubicBezTo>
                  <a:pt x="79806" y="16416"/>
                  <a:pt x="80068" y="15958"/>
                  <a:pt x="80215" y="15958"/>
                </a:cubicBezTo>
                <a:cubicBezTo>
                  <a:pt x="80337" y="15928"/>
                  <a:pt x="80458" y="15837"/>
                  <a:pt x="80458" y="15776"/>
                </a:cubicBezTo>
                <a:cubicBezTo>
                  <a:pt x="80337" y="15761"/>
                  <a:pt x="80208" y="15753"/>
                  <a:pt x="80078" y="15753"/>
                </a:cubicBezTo>
                <a:cubicBezTo>
                  <a:pt x="79949" y="15753"/>
                  <a:pt x="79820" y="15761"/>
                  <a:pt x="79698" y="15776"/>
                </a:cubicBezTo>
                <a:cubicBezTo>
                  <a:pt x="79591" y="15798"/>
                  <a:pt x="79484" y="15819"/>
                  <a:pt x="79376" y="15819"/>
                </a:cubicBezTo>
                <a:cubicBezTo>
                  <a:pt x="79332" y="15819"/>
                  <a:pt x="79287" y="15815"/>
                  <a:pt x="79243" y="15806"/>
                </a:cubicBezTo>
                <a:lnTo>
                  <a:pt x="79182" y="15806"/>
                </a:lnTo>
                <a:cubicBezTo>
                  <a:pt x="79060" y="15776"/>
                  <a:pt x="78908" y="15746"/>
                  <a:pt x="78756" y="15746"/>
                </a:cubicBezTo>
                <a:cubicBezTo>
                  <a:pt x="78735" y="15749"/>
                  <a:pt x="78715" y="15751"/>
                  <a:pt x="78696" y="15751"/>
                </a:cubicBezTo>
                <a:cubicBezTo>
                  <a:pt x="78580" y="15751"/>
                  <a:pt x="78488" y="15698"/>
                  <a:pt x="78391" y="15698"/>
                </a:cubicBezTo>
                <a:cubicBezTo>
                  <a:pt x="78361" y="15698"/>
                  <a:pt x="78331" y="15703"/>
                  <a:pt x="78300" y="15715"/>
                </a:cubicBezTo>
                <a:lnTo>
                  <a:pt x="78179" y="15776"/>
                </a:lnTo>
                <a:cubicBezTo>
                  <a:pt x="78057" y="15746"/>
                  <a:pt x="77966" y="15746"/>
                  <a:pt x="77844" y="15746"/>
                </a:cubicBezTo>
                <a:cubicBezTo>
                  <a:pt x="77814" y="15776"/>
                  <a:pt x="77784" y="15837"/>
                  <a:pt x="77753" y="15867"/>
                </a:cubicBezTo>
                <a:lnTo>
                  <a:pt x="77632" y="15806"/>
                </a:lnTo>
                <a:lnTo>
                  <a:pt x="77571" y="15776"/>
                </a:lnTo>
                <a:cubicBezTo>
                  <a:pt x="77495" y="15806"/>
                  <a:pt x="77426" y="15822"/>
                  <a:pt x="77362" y="15822"/>
                </a:cubicBezTo>
                <a:cubicBezTo>
                  <a:pt x="77297" y="15822"/>
                  <a:pt x="77236" y="15806"/>
                  <a:pt x="77176" y="15776"/>
                </a:cubicBezTo>
                <a:cubicBezTo>
                  <a:pt x="77176" y="15773"/>
                  <a:pt x="77171" y="15771"/>
                  <a:pt x="77164" y="15771"/>
                </a:cubicBezTo>
                <a:cubicBezTo>
                  <a:pt x="77112" y="15771"/>
                  <a:pt x="76902" y="15842"/>
                  <a:pt x="76832" y="15842"/>
                </a:cubicBezTo>
                <a:cubicBezTo>
                  <a:pt x="76822" y="15842"/>
                  <a:pt x="76814" y="15840"/>
                  <a:pt x="76811" y="15837"/>
                </a:cubicBezTo>
                <a:cubicBezTo>
                  <a:pt x="76759" y="15811"/>
                  <a:pt x="76616" y="15740"/>
                  <a:pt x="76558" y="15740"/>
                </a:cubicBezTo>
                <a:cubicBezTo>
                  <a:pt x="76549" y="15740"/>
                  <a:pt x="76542" y="15741"/>
                  <a:pt x="76537" y="15746"/>
                </a:cubicBezTo>
                <a:cubicBezTo>
                  <a:pt x="76477" y="15776"/>
                  <a:pt x="76416" y="15776"/>
                  <a:pt x="76355" y="15806"/>
                </a:cubicBezTo>
                <a:lnTo>
                  <a:pt x="76294" y="15806"/>
                </a:lnTo>
                <a:lnTo>
                  <a:pt x="76173" y="15837"/>
                </a:lnTo>
                <a:cubicBezTo>
                  <a:pt x="76127" y="15822"/>
                  <a:pt x="76051" y="15822"/>
                  <a:pt x="75979" y="15822"/>
                </a:cubicBezTo>
                <a:cubicBezTo>
                  <a:pt x="75907" y="15822"/>
                  <a:pt x="75838" y="15822"/>
                  <a:pt x="75808" y="15806"/>
                </a:cubicBezTo>
                <a:cubicBezTo>
                  <a:pt x="75747" y="15776"/>
                  <a:pt x="75686" y="15746"/>
                  <a:pt x="75625" y="15746"/>
                </a:cubicBezTo>
                <a:cubicBezTo>
                  <a:pt x="75605" y="15746"/>
                  <a:pt x="75517" y="15759"/>
                  <a:pt x="75452" y="15759"/>
                </a:cubicBezTo>
                <a:cubicBezTo>
                  <a:pt x="75419" y="15759"/>
                  <a:pt x="75392" y="15756"/>
                  <a:pt x="75382" y="15746"/>
                </a:cubicBezTo>
                <a:cubicBezTo>
                  <a:pt x="75322" y="15715"/>
                  <a:pt x="75230" y="15655"/>
                  <a:pt x="75170" y="15624"/>
                </a:cubicBezTo>
                <a:lnTo>
                  <a:pt x="75139" y="15655"/>
                </a:lnTo>
                <a:lnTo>
                  <a:pt x="74957" y="15806"/>
                </a:lnTo>
                <a:cubicBezTo>
                  <a:pt x="74829" y="15752"/>
                  <a:pt x="74745" y="15741"/>
                  <a:pt x="74705" y="15741"/>
                </a:cubicBezTo>
                <a:cubicBezTo>
                  <a:pt x="74678" y="15741"/>
                  <a:pt x="74671" y="15746"/>
                  <a:pt x="74683" y="15746"/>
                </a:cubicBezTo>
                <a:cubicBezTo>
                  <a:pt x="74714" y="15776"/>
                  <a:pt x="74866" y="15928"/>
                  <a:pt x="74835" y="15989"/>
                </a:cubicBezTo>
                <a:cubicBezTo>
                  <a:pt x="74774" y="16019"/>
                  <a:pt x="74714" y="16019"/>
                  <a:pt x="74714" y="16019"/>
                </a:cubicBezTo>
                <a:lnTo>
                  <a:pt x="74683" y="15867"/>
                </a:lnTo>
                <a:cubicBezTo>
                  <a:pt x="74470" y="15806"/>
                  <a:pt x="74288" y="15746"/>
                  <a:pt x="74075" y="15746"/>
                </a:cubicBezTo>
                <a:lnTo>
                  <a:pt x="73954" y="15685"/>
                </a:lnTo>
                <a:cubicBezTo>
                  <a:pt x="73942" y="15679"/>
                  <a:pt x="73929" y="15676"/>
                  <a:pt x="73917" y="15676"/>
                </a:cubicBezTo>
                <a:cubicBezTo>
                  <a:pt x="73869" y="15676"/>
                  <a:pt x="73820" y="15715"/>
                  <a:pt x="73771" y="15715"/>
                </a:cubicBezTo>
                <a:cubicBezTo>
                  <a:pt x="73680" y="15715"/>
                  <a:pt x="73619" y="15746"/>
                  <a:pt x="73528" y="15746"/>
                </a:cubicBezTo>
                <a:cubicBezTo>
                  <a:pt x="73450" y="15746"/>
                  <a:pt x="73350" y="15679"/>
                  <a:pt x="73303" y="15679"/>
                </a:cubicBezTo>
                <a:cubicBezTo>
                  <a:pt x="73296" y="15679"/>
                  <a:pt x="73289" y="15681"/>
                  <a:pt x="73285" y="15685"/>
                </a:cubicBezTo>
                <a:cubicBezTo>
                  <a:pt x="73212" y="15740"/>
                  <a:pt x="73150" y="15751"/>
                  <a:pt x="73086" y="15751"/>
                </a:cubicBezTo>
                <a:cubicBezTo>
                  <a:pt x="73043" y="15751"/>
                  <a:pt x="72999" y="15746"/>
                  <a:pt x="72951" y="15746"/>
                </a:cubicBezTo>
                <a:lnTo>
                  <a:pt x="72738" y="15776"/>
                </a:lnTo>
                <a:cubicBezTo>
                  <a:pt x="72555" y="15898"/>
                  <a:pt x="72495" y="15989"/>
                  <a:pt x="72525" y="15989"/>
                </a:cubicBezTo>
                <a:lnTo>
                  <a:pt x="72586" y="15989"/>
                </a:lnTo>
                <a:cubicBezTo>
                  <a:pt x="72525" y="16050"/>
                  <a:pt x="72464" y="16141"/>
                  <a:pt x="72373" y="16202"/>
                </a:cubicBezTo>
                <a:cubicBezTo>
                  <a:pt x="72362" y="16207"/>
                  <a:pt x="72344" y="16210"/>
                  <a:pt x="72324" y="16210"/>
                </a:cubicBezTo>
                <a:cubicBezTo>
                  <a:pt x="72237" y="16210"/>
                  <a:pt x="72088" y="16165"/>
                  <a:pt x="72039" y="16141"/>
                </a:cubicBezTo>
                <a:cubicBezTo>
                  <a:pt x="71948" y="16110"/>
                  <a:pt x="71704" y="16019"/>
                  <a:pt x="71522" y="15958"/>
                </a:cubicBezTo>
                <a:lnTo>
                  <a:pt x="71492" y="16202"/>
                </a:lnTo>
                <a:cubicBezTo>
                  <a:pt x="71431" y="16202"/>
                  <a:pt x="71370" y="16171"/>
                  <a:pt x="71340" y="16141"/>
                </a:cubicBezTo>
                <a:cubicBezTo>
                  <a:pt x="71370" y="16050"/>
                  <a:pt x="71431" y="15958"/>
                  <a:pt x="71492" y="15867"/>
                </a:cubicBezTo>
                <a:lnTo>
                  <a:pt x="71613" y="15928"/>
                </a:lnTo>
                <a:cubicBezTo>
                  <a:pt x="71646" y="15953"/>
                  <a:pt x="71675" y="15962"/>
                  <a:pt x="71701" y="15962"/>
                </a:cubicBezTo>
                <a:cubicBezTo>
                  <a:pt x="71770" y="15962"/>
                  <a:pt x="71820" y="15898"/>
                  <a:pt x="71887" y="15898"/>
                </a:cubicBezTo>
                <a:lnTo>
                  <a:pt x="72343" y="15958"/>
                </a:lnTo>
                <a:lnTo>
                  <a:pt x="72373" y="15867"/>
                </a:lnTo>
                <a:cubicBezTo>
                  <a:pt x="72191" y="15776"/>
                  <a:pt x="72008" y="15746"/>
                  <a:pt x="71826" y="15746"/>
                </a:cubicBezTo>
                <a:cubicBezTo>
                  <a:pt x="71735" y="15746"/>
                  <a:pt x="71644" y="15563"/>
                  <a:pt x="71644" y="15472"/>
                </a:cubicBezTo>
                <a:cubicBezTo>
                  <a:pt x="71644" y="15416"/>
                  <a:pt x="71650" y="15392"/>
                  <a:pt x="71660" y="15392"/>
                </a:cubicBezTo>
                <a:cubicBezTo>
                  <a:pt x="71672" y="15392"/>
                  <a:pt x="71688" y="15423"/>
                  <a:pt x="71704" y="15472"/>
                </a:cubicBezTo>
                <a:lnTo>
                  <a:pt x="71735" y="15503"/>
                </a:lnTo>
                <a:lnTo>
                  <a:pt x="71765" y="15563"/>
                </a:lnTo>
                <a:cubicBezTo>
                  <a:pt x="71774" y="15572"/>
                  <a:pt x="71786" y="15576"/>
                  <a:pt x="71800" y="15576"/>
                </a:cubicBezTo>
                <a:cubicBezTo>
                  <a:pt x="71877" y="15576"/>
                  <a:pt x="72022" y="15469"/>
                  <a:pt x="72107" y="15469"/>
                </a:cubicBezTo>
                <a:cubicBezTo>
                  <a:pt x="72115" y="15469"/>
                  <a:pt x="72123" y="15470"/>
                  <a:pt x="72130" y="15472"/>
                </a:cubicBezTo>
                <a:cubicBezTo>
                  <a:pt x="72172" y="15493"/>
                  <a:pt x="72330" y="15529"/>
                  <a:pt x="72423" y="15529"/>
                </a:cubicBezTo>
                <a:cubicBezTo>
                  <a:pt x="72465" y="15529"/>
                  <a:pt x="72495" y="15521"/>
                  <a:pt x="72495" y="15503"/>
                </a:cubicBezTo>
                <a:cubicBezTo>
                  <a:pt x="72495" y="15481"/>
                  <a:pt x="72510" y="15471"/>
                  <a:pt x="72536" y="15471"/>
                </a:cubicBezTo>
                <a:cubicBezTo>
                  <a:pt x="72585" y="15471"/>
                  <a:pt x="72670" y="15504"/>
                  <a:pt x="72768" y="15563"/>
                </a:cubicBezTo>
                <a:lnTo>
                  <a:pt x="73072" y="15411"/>
                </a:lnTo>
                <a:cubicBezTo>
                  <a:pt x="73113" y="15411"/>
                  <a:pt x="73207" y="15398"/>
                  <a:pt x="73275" y="15398"/>
                </a:cubicBezTo>
                <a:cubicBezTo>
                  <a:pt x="73309" y="15398"/>
                  <a:pt x="73336" y="15401"/>
                  <a:pt x="73346" y="15411"/>
                </a:cubicBezTo>
                <a:lnTo>
                  <a:pt x="73528" y="15563"/>
                </a:lnTo>
                <a:cubicBezTo>
                  <a:pt x="73749" y="15563"/>
                  <a:pt x="74146" y="15438"/>
                  <a:pt x="74308" y="15438"/>
                </a:cubicBezTo>
                <a:cubicBezTo>
                  <a:pt x="74324" y="15438"/>
                  <a:pt x="74338" y="15439"/>
                  <a:pt x="74349" y="15442"/>
                </a:cubicBezTo>
                <a:cubicBezTo>
                  <a:pt x="74470" y="15442"/>
                  <a:pt x="74744" y="15503"/>
                  <a:pt x="74957" y="15503"/>
                </a:cubicBezTo>
                <a:lnTo>
                  <a:pt x="75170" y="15472"/>
                </a:lnTo>
                <a:cubicBezTo>
                  <a:pt x="75200" y="15411"/>
                  <a:pt x="75230" y="15351"/>
                  <a:pt x="75261" y="15259"/>
                </a:cubicBezTo>
                <a:cubicBezTo>
                  <a:pt x="75261" y="15250"/>
                  <a:pt x="75262" y="15245"/>
                  <a:pt x="75265" y="15245"/>
                </a:cubicBezTo>
                <a:cubicBezTo>
                  <a:pt x="75279" y="15245"/>
                  <a:pt x="75322" y="15360"/>
                  <a:pt x="75322" y="15411"/>
                </a:cubicBezTo>
                <a:cubicBezTo>
                  <a:pt x="75337" y="15427"/>
                  <a:pt x="75405" y="15434"/>
                  <a:pt x="75477" y="15434"/>
                </a:cubicBezTo>
                <a:cubicBezTo>
                  <a:pt x="75549" y="15434"/>
                  <a:pt x="75625" y="15427"/>
                  <a:pt x="75656" y="15411"/>
                </a:cubicBezTo>
                <a:cubicBezTo>
                  <a:pt x="75697" y="15403"/>
                  <a:pt x="75737" y="15399"/>
                  <a:pt x="75778" y="15399"/>
                </a:cubicBezTo>
                <a:cubicBezTo>
                  <a:pt x="75889" y="15399"/>
                  <a:pt x="76001" y="15428"/>
                  <a:pt x="76112" y="15472"/>
                </a:cubicBezTo>
                <a:lnTo>
                  <a:pt x="76264" y="15411"/>
                </a:lnTo>
                <a:lnTo>
                  <a:pt x="76325" y="15381"/>
                </a:lnTo>
                <a:cubicBezTo>
                  <a:pt x="76385" y="15381"/>
                  <a:pt x="76294" y="15320"/>
                  <a:pt x="76112" y="15229"/>
                </a:cubicBezTo>
                <a:lnTo>
                  <a:pt x="75960" y="15168"/>
                </a:lnTo>
                <a:cubicBezTo>
                  <a:pt x="75808" y="15077"/>
                  <a:pt x="75929" y="14986"/>
                  <a:pt x="75838" y="14895"/>
                </a:cubicBezTo>
                <a:cubicBezTo>
                  <a:pt x="75777" y="14834"/>
                  <a:pt x="75929" y="14834"/>
                  <a:pt x="75990" y="14803"/>
                </a:cubicBezTo>
                <a:lnTo>
                  <a:pt x="76051" y="14803"/>
                </a:lnTo>
                <a:cubicBezTo>
                  <a:pt x="76056" y="14798"/>
                  <a:pt x="76060" y="14796"/>
                  <a:pt x="76061" y="14796"/>
                </a:cubicBezTo>
                <a:lnTo>
                  <a:pt x="76061" y="14796"/>
                </a:lnTo>
                <a:cubicBezTo>
                  <a:pt x="76068" y="14796"/>
                  <a:pt x="76030" y="14855"/>
                  <a:pt x="75929" y="14955"/>
                </a:cubicBezTo>
                <a:lnTo>
                  <a:pt x="76233" y="15016"/>
                </a:lnTo>
                <a:lnTo>
                  <a:pt x="76385" y="15047"/>
                </a:lnTo>
                <a:cubicBezTo>
                  <a:pt x="76537" y="15168"/>
                  <a:pt x="76720" y="15442"/>
                  <a:pt x="76811" y="15442"/>
                </a:cubicBezTo>
                <a:cubicBezTo>
                  <a:pt x="76902" y="15442"/>
                  <a:pt x="76841" y="15138"/>
                  <a:pt x="76750" y="15077"/>
                </a:cubicBezTo>
                <a:cubicBezTo>
                  <a:pt x="76689" y="15016"/>
                  <a:pt x="76629" y="14955"/>
                  <a:pt x="76537" y="14925"/>
                </a:cubicBezTo>
                <a:lnTo>
                  <a:pt x="76507" y="14895"/>
                </a:lnTo>
                <a:cubicBezTo>
                  <a:pt x="76477" y="14834"/>
                  <a:pt x="76568" y="14803"/>
                  <a:pt x="76598" y="14803"/>
                </a:cubicBezTo>
                <a:cubicBezTo>
                  <a:pt x="76629" y="14803"/>
                  <a:pt x="76689" y="14803"/>
                  <a:pt x="76720" y="14834"/>
                </a:cubicBezTo>
                <a:lnTo>
                  <a:pt x="76780" y="14803"/>
                </a:lnTo>
                <a:lnTo>
                  <a:pt x="77054" y="14743"/>
                </a:lnTo>
                <a:cubicBezTo>
                  <a:pt x="77145" y="14834"/>
                  <a:pt x="77236" y="14925"/>
                  <a:pt x="77328" y="14986"/>
                </a:cubicBezTo>
                <a:cubicBezTo>
                  <a:pt x="77328" y="14988"/>
                  <a:pt x="77328" y="14989"/>
                  <a:pt x="77329" y="14989"/>
                </a:cubicBezTo>
                <a:cubicBezTo>
                  <a:pt x="77336" y="14989"/>
                  <a:pt x="77388" y="14820"/>
                  <a:pt x="77388" y="14651"/>
                </a:cubicBezTo>
                <a:cubicBezTo>
                  <a:pt x="77449" y="14621"/>
                  <a:pt x="77480" y="14621"/>
                  <a:pt x="77540" y="14621"/>
                </a:cubicBezTo>
                <a:cubicBezTo>
                  <a:pt x="77571" y="14621"/>
                  <a:pt x="77571" y="14682"/>
                  <a:pt x="77571" y="14712"/>
                </a:cubicBezTo>
                <a:lnTo>
                  <a:pt x="77540" y="14773"/>
                </a:lnTo>
                <a:cubicBezTo>
                  <a:pt x="77510" y="14834"/>
                  <a:pt x="77510" y="14925"/>
                  <a:pt x="77540" y="14925"/>
                </a:cubicBezTo>
                <a:lnTo>
                  <a:pt x="77753" y="14986"/>
                </a:lnTo>
                <a:cubicBezTo>
                  <a:pt x="77784" y="15077"/>
                  <a:pt x="77814" y="15168"/>
                  <a:pt x="77844" y="15259"/>
                </a:cubicBezTo>
                <a:lnTo>
                  <a:pt x="77875" y="15259"/>
                </a:lnTo>
                <a:lnTo>
                  <a:pt x="78088" y="15229"/>
                </a:lnTo>
                <a:cubicBezTo>
                  <a:pt x="78176" y="15151"/>
                  <a:pt x="78269" y="15074"/>
                  <a:pt x="78356" y="15003"/>
                </a:cubicBezTo>
                <a:lnTo>
                  <a:pt x="78356" y="15003"/>
                </a:lnTo>
                <a:cubicBezTo>
                  <a:pt x="78378" y="15008"/>
                  <a:pt x="78400" y="15012"/>
                  <a:pt x="78422" y="15016"/>
                </a:cubicBezTo>
                <a:lnTo>
                  <a:pt x="78452" y="15047"/>
                </a:lnTo>
                <a:lnTo>
                  <a:pt x="78513" y="15077"/>
                </a:lnTo>
                <a:cubicBezTo>
                  <a:pt x="78533" y="15067"/>
                  <a:pt x="78553" y="15054"/>
                  <a:pt x="78573" y="15037"/>
                </a:cubicBezTo>
                <a:lnTo>
                  <a:pt x="78573" y="15037"/>
                </a:lnTo>
                <a:cubicBezTo>
                  <a:pt x="78585" y="15082"/>
                  <a:pt x="78596" y="15126"/>
                  <a:pt x="78604" y="15168"/>
                </a:cubicBezTo>
                <a:lnTo>
                  <a:pt x="78635" y="15168"/>
                </a:lnTo>
                <a:cubicBezTo>
                  <a:pt x="78787" y="15199"/>
                  <a:pt x="78969" y="15229"/>
                  <a:pt x="79121" y="15229"/>
                </a:cubicBezTo>
                <a:cubicBezTo>
                  <a:pt x="79182" y="15229"/>
                  <a:pt x="79212" y="15229"/>
                  <a:pt x="79273" y="15199"/>
                </a:cubicBezTo>
                <a:lnTo>
                  <a:pt x="79334" y="15138"/>
                </a:lnTo>
                <a:cubicBezTo>
                  <a:pt x="79395" y="15107"/>
                  <a:pt x="79303" y="14986"/>
                  <a:pt x="79182" y="14864"/>
                </a:cubicBezTo>
                <a:lnTo>
                  <a:pt x="79091" y="14773"/>
                </a:lnTo>
                <a:lnTo>
                  <a:pt x="78999" y="14682"/>
                </a:lnTo>
                <a:cubicBezTo>
                  <a:pt x="78908" y="14591"/>
                  <a:pt x="78999" y="14530"/>
                  <a:pt x="79060" y="14530"/>
                </a:cubicBezTo>
                <a:cubicBezTo>
                  <a:pt x="79066" y="14533"/>
                  <a:pt x="79071" y="14534"/>
                  <a:pt x="79077" y="14534"/>
                </a:cubicBezTo>
                <a:cubicBezTo>
                  <a:pt x="79137" y="14534"/>
                  <a:pt x="79215" y="14400"/>
                  <a:pt x="79243" y="14317"/>
                </a:cubicBezTo>
                <a:cubicBezTo>
                  <a:pt x="79243" y="14226"/>
                  <a:pt x="79030" y="14196"/>
                  <a:pt x="78969" y="14196"/>
                </a:cubicBezTo>
                <a:cubicBezTo>
                  <a:pt x="78878" y="14196"/>
                  <a:pt x="78817" y="14165"/>
                  <a:pt x="78817" y="14074"/>
                </a:cubicBezTo>
                <a:cubicBezTo>
                  <a:pt x="78817" y="14044"/>
                  <a:pt x="78635" y="13952"/>
                  <a:pt x="78543" y="13952"/>
                </a:cubicBezTo>
                <a:lnTo>
                  <a:pt x="78391" y="13952"/>
                </a:lnTo>
                <a:cubicBezTo>
                  <a:pt x="78452" y="14013"/>
                  <a:pt x="78483" y="14044"/>
                  <a:pt x="78513" y="14044"/>
                </a:cubicBezTo>
                <a:cubicBezTo>
                  <a:pt x="78543" y="14074"/>
                  <a:pt x="78574" y="14104"/>
                  <a:pt x="78574" y="14165"/>
                </a:cubicBezTo>
                <a:cubicBezTo>
                  <a:pt x="78543" y="14196"/>
                  <a:pt x="78483" y="14226"/>
                  <a:pt x="78422" y="14256"/>
                </a:cubicBezTo>
                <a:cubicBezTo>
                  <a:pt x="78391" y="14287"/>
                  <a:pt x="78300" y="14317"/>
                  <a:pt x="78270" y="14317"/>
                </a:cubicBezTo>
                <a:lnTo>
                  <a:pt x="78179" y="14287"/>
                </a:lnTo>
                <a:cubicBezTo>
                  <a:pt x="78239" y="14165"/>
                  <a:pt x="78300" y="14074"/>
                  <a:pt x="78331" y="13952"/>
                </a:cubicBezTo>
                <a:lnTo>
                  <a:pt x="78148" y="13922"/>
                </a:lnTo>
                <a:lnTo>
                  <a:pt x="78027" y="13922"/>
                </a:lnTo>
                <a:cubicBezTo>
                  <a:pt x="78027" y="13861"/>
                  <a:pt x="78057" y="13770"/>
                  <a:pt x="78148" y="13740"/>
                </a:cubicBezTo>
                <a:lnTo>
                  <a:pt x="78209" y="13800"/>
                </a:lnTo>
                <a:lnTo>
                  <a:pt x="78239" y="13831"/>
                </a:lnTo>
                <a:cubicBezTo>
                  <a:pt x="78249" y="13834"/>
                  <a:pt x="78259" y="13836"/>
                  <a:pt x="78268" y="13836"/>
                </a:cubicBezTo>
                <a:cubicBezTo>
                  <a:pt x="78344" y="13836"/>
                  <a:pt x="78395" y="13736"/>
                  <a:pt x="78422" y="13709"/>
                </a:cubicBezTo>
                <a:cubicBezTo>
                  <a:pt x="78422" y="13648"/>
                  <a:pt x="78483" y="13648"/>
                  <a:pt x="78543" y="13648"/>
                </a:cubicBezTo>
                <a:lnTo>
                  <a:pt x="78665" y="13648"/>
                </a:lnTo>
                <a:cubicBezTo>
                  <a:pt x="78695" y="13648"/>
                  <a:pt x="78665" y="13770"/>
                  <a:pt x="78635" y="13861"/>
                </a:cubicBezTo>
                <a:lnTo>
                  <a:pt x="78817" y="13922"/>
                </a:lnTo>
                <a:cubicBezTo>
                  <a:pt x="78817" y="13943"/>
                  <a:pt x="78846" y="13978"/>
                  <a:pt x="78894" y="13978"/>
                </a:cubicBezTo>
                <a:cubicBezTo>
                  <a:pt x="78915" y="13978"/>
                  <a:pt x="78941" y="13971"/>
                  <a:pt x="78969" y="13952"/>
                </a:cubicBezTo>
                <a:lnTo>
                  <a:pt x="78999" y="13922"/>
                </a:lnTo>
                <a:cubicBezTo>
                  <a:pt x="79151" y="13618"/>
                  <a:pt x="79121" y="13618"/>
                  <a:pt x="79364" y="13618"/>
                </a:cubicBezTo>
                <a:lnTo>
                  <a:pt x="79698" y="13618"/>
                </a:lnTo>
                <a:cubicBezTo>
                  <a:pt x="80033" y="13527"/>
                  <a:pt x="80276" y="13314"/>
                  <a:pt x="80246" y="13223"/>
                </a:cubicBezTo>
                <a:cubicBezTo>
                  <a:pt x="80215" y="13162"/>
                  <a:pt x="80154" y="13101"/>
                  <a:pt x="80124" y="13101"/>
                </a:cubicBezTo>
                <a:lnTo>
                  <a:pt x="80002" y="13192"/>
                </a:lnTo>
                <a:cubicBezTo>
                  <a:pt x="79970" y="13201"/>
                  <a:pt x="79937" y="13204"/>
                  <a:pt x="79905" y="13204"/>
                </a:cubicBezTo>
                <a:cubicBezTo>
                  <a:pt x="79816" y="13204"/>
                  <a:pt x="79727" y="13176"/>
                  <a:pt x="79638" y="13132"/>
                </a:cubicBezTo>
                <a:lnTo>
                  <a:pt x="79668" y="13010"/>
                </a:lnTo>
                <a:lnTo>
                  <a:pt x="79698" y="12858"/>
                </a:lnTo>
                <a:cubicBezTo>
                  <a:pt x="79597" y="12731"/>
                  <a:pt x="79454" y="12668"/>
                  <a:pt x="79391" y="12668"/>
                </a:cubicBezTo>
                <a:cubicBezTo>
                  <a:pt x="79378" y="12668"/>
                  <a:pt x="79369" y="12671"/>
                  <a:pt x="79364" y="12676"/>
                </a:cubicBezTo>
                <a:cubicBezTo>
                  <a:pt x="79311" y="12711"/>
                  <a:pt x="79257" y="12726"/>
                  <a:pt x="79210" y="12726"/>
                </a:cubicBezTo>
                <a:cubicBezTo>
                  <a:pt x="79177" y="12726"/>
                  <a:pt x="79146" y="12719"/>
                  <a:pt x="79121" y="12706"/>
                </a:cubicBezTo>
                <a:lnTo>
                  <a:pt x="78999" y="12676"/>
                </a:lnTo>
                <a:lnTo>
                  <a:pt x="78969" y="12676"/>
                </a:lnTo>
                <a:cubicBezTo>
                  <a:pt x="78908" y="12676"/>
                  <a:pt x="78695" y="12706"/>
                  <a:pt x="78483" y="12706"/>
                </a:cubicBezTo>
                <a:lnTo>
                  <a:pt x="78270" y="12676"/>
                </a:lnTo>
                <a:lnTo>
                  <a:pt x="78088" y="12676"/>
                </a:lnTo>
                <a:cubicBezTo>
                  <a:pt x="77954" y="12596"/>
                  <a:pt x="77774" y="12422"/>
                  <a:pt x="77691" y="12422"/>
                </a:cubicBezTo>
                <a:cubicBezTo>
                  <a:pt x="77679" y="12422"/>
                  <a:pt x="77669" y="12425"/>
                  <a:pt x="77662" y="12433"/>
                </a:cubicBezTo>
                <a:cubicBezTo>
                  <a:pt x="77632" y="12463"/>
                  <a:pt x="77510" y="12463"/>
                  <a:pt x="77510" y="12463"/>
                </a:cubicBezTo>
                <a:cubicBezTo>
                  <a:pt x="77480" y="12524"/>
                  <a:pt x="77449" y="12585"/>
                  <a:pt x="77419" y="12645"/>
                </a:cubicBezTo>
                <a:cubicBezTo>
                  <a:pt x="77415" y="12649"/>
                  <a:pt x="77411" y="12650"/>
                  <a:pt x="77405" y="12650"/>
                </a:cubicBezTo>
                <a:cubicBezTo>
                  <a:pt x="77357" y="12650"/>
                  <a:pt x="77233" y="12551"/>
                  <a:pt x="77206" y="12524"/>
                </a:cubicBezTo>
                <a:cubicBezTo>
                  <a:pt x="77200" y="12512"/>
                  <a:pt x="77191" y="12507"/>
                  <a:pt x="77179" y="12507"/>
                </a:cubicBezTo>
                <a:cubicBezTo>
                  <a:pt x="77132" y="12507"/>
                  <a:pt x="77048" y="12591"/>
                  <a:pt x="77024" y="12615"/>
                </a:cubicBezTo>
                <a:cubicBezTo>
                  <a:pt x="76993" y="12645"/>
                  <a:pt x="76963" y="12661"/>
                  <a:pt x="76932" y="12661"/>
                </a:cubicBezTo>
                <a:cubicBezTo>
                  <a:pt x="76902" y="12661"/>
                  <a:pt x="76872" y="12645"/>
                  <a:pt x="76841" y="12615"/>
                </a:cubicBezTo>
                <a:lnTo>
                  <a:pt x="76811" y="12585"/>
                </a:lnTo>
                <a:cubicBezTo>
                  <a:pt x="76750" y="12554"/>
                  <a:pt x="76659" y="12524"/>
                  <a:pt x="76568" y="12524"/>
                </a:cubicBezTo>
                <a:cubicBezTo>
                  <a:pt x="76479" y="12562"/>
                  <a:pt x="76379" y="12579"/>
                  <a:pt x="76277" y="12579"/>
                </a:cubicBezTo>
                <a:cubicBezTo>
                  <a:pt x="76136" y="12579"/>
                  <a:pt x="75992" y="12546"/>
                  <a:pt x="75869" y="12493"/>
                </a:cubicBezTo>
                <a:lnTo>
                  <a:pt x="75413" y="12493"/>
                </a:lnTo>
                <a:cubicBezTo>
                  <a:pt x="75230" y="12493"/>
                  <a:pt x="75200" y="12341"/>
                  <a:pt x="75230" y="12311"/>
                </a:cubicBezTo>
                <a:cubicBezTo>
                  <a:pt x="75242" y="12289"/>
                  <a:pt x="75290" y="12283"/>
                  <a:pt x="75351" y="12283"/>
                </a:cubicBezTo>
                <a:cubicBezTo>
                  <a:pt x="75419" y="12283"/>
                  <a:pt x="75501" y="12290"/>
                  <a:pt x="75567" y="12290"/>
                </a:cubicBezTo>
                <a:cubicBezTo>
                  <a:pt x="75604" y="12290"/>
                  <a:pt x="75635" y="12287"/>
                  <a:pt x="75656" y="12281"/>
                </a:cubicBezTo>
                <a:cubicBezTo>
                  <a:pt x="75717" y="12250"/>
                  <a:pt x="75777" y="12189"/>
                  <a:pt x="75838" y="12159"/>
                </a:cubicBezTo>
                <a:lnTo>
                  <a:pt x="75838" y="12129"/>
                </a:lnTo>
                <a:cubicBezTo>
                  <a:pt x="75838" y="12098"/>
                  <a:pt x="75808" y="12068"/>
                  <a:pt x="75808" y="12068"/>
                </a:cubicBezTo>
                <a:cubicBezTo>
                  <a:pt x="75747" y="12053"/>
                  <a:pt x="75679" y="12045"/>
                  <a:pt x="75606" y="12045"/>
                </a:cubicBezTo>
                <a:cubicBezTo>
                  <a:pt x="75534" y="12045"/>
                  <a:pt x="75458" y="12053"/>
                  <a:pt x="75382" y="12068"/>
                </a:cubicBezTo>
                <a:cubicBezTo>
                  <a:pt x="75322" y="12068"/>
                  <a:pt x="75322" y="12098"/>
                  <a:pt x="75230" y="12098"/>
                </a:cubicBezTo>
                <a:cubicBezTo>
                  <a:pt x="75112" y="12074"/>
                  <a:pt x="75011" y="11939"/>
                  <a:pt x="74915" y="11939"/>
                </a:cubicBezTo>
                <a:cubicBezTo>
                  <a:pt x="74888" y="11939"/>
                  <a:pt x="74862" y="11950"/>
                  <a:pt x="74835" y="11977"/>
                </a:cubicBezTo>
                <a:lnTo>
                  <a:pt x="74683" y="12189"/>
                </a:lnTo>
                <a:cubicBezTo>
                  <a:pt x="74926" y="12220"/>
                  <a:pt x="75018" y="12341"/>
                  <a:pt x="74987" y="12372"/>
                </a:cubicBezTo>
                <a:lnTo>
                  <a:pt x="74866" y="12493"/>
                </a:lnTo>
                <a:lnTo>
                  <a:pt x="74774" y="12493"/>
                </a:lnTo>
                <a:cubicBezTo>
                  <a:pt x="74630" y="12473"/>
                  <a:pt x="74500" y="12397"/>
                  <a:pt x="74375" y="12397"/>
                </a:cubicBezTo>
                <a:cubicBezTo>
                  <a:pt x="74315" y="12397"/>
                  <a:pt x="74256" y="12414"/>
                  <a:pt x="74197" y="12463"/>
                </a:cubicBezTo>
                <a:cubicBezTo>
                  <a:pt x="74191" y="12469"/>
                  <a:pt x="74182" y="12471"/>
                  <a:pt x="74172" y="12471"/>
                </a:cubicBezTo>
                <a:cubicBezTo>
                  <a:pt x="74131" y="12471"/>
                  <a:pt x="74063" y="12433"/>
                  <a:pt x="74014" y="12433"/>
                </a:cubicBezTo>
                <a:lnTo>
                  <a:pt x="73954" y="12433"/>
                </a:lnTo>
                <a:cubicBezTo>
                  <a:pt x="73802" y="12463"/>
                  <a:pt x="73680" y="12493"/>
                  <a:pt x="73528" y="12554"/>
                </a:cubicBezTo>
                <a:lnTo>
                  <a:pt x="72525" y="12554"/>
                </a:lnTo>
                <a:cubicBezTo>
                  <a:pt x="72509" y="12603"/>
                  <a:pt x="72484" y="12634"/>
                  <a:pt x="72459" y="12634"/>
                </a:cubicBezTo>
                <a:cubicBezTo>
                  <a:pt x="72438" y="12634"/>
                  <a:pt x="72418" y="12611"/>
                  <a:pt x="72404" y="12554"/>
                </a:cubicBezTo>
                <a:lnTo>
                  <a:pt x="72343" y="12463"/>
                </a:lnTo>
                <a:cubicBezTo>
                  <a:pt x="72312" y="12433"/>
                  <a:pt x="72282" y="12402"/>
                  <a:pt x="72252" y="12402"/>
                </a:cubicBezTo>
                <a:cubicBezTo>
                  <a:pt x="72191" y="12402"/>
                  <a:pt x="72160" y="12433"/>
                  <a:pt x="72160" y="12463"/>
                </a:cubicBezTo>
                <a:lnTo>
                  <a:pt x="72130" y="12524"/>
                </a:lnTo>
                <a:cubicBezTo>
                  <a:pt x="72130" y="12553"/>
                  <a:pt x="72118" y="12563"/>
                  <a:pt x="72101" y="12563"/>
                </a:cubicBezTo>
                <a:cubicBezTo>
                  <a:pt x="72065" y="12563"/>
                  <a:pt x="72008" y="12514"/>
                  <a:pt x="72008" y="12493"/>
                </a:cubicBezTo>
                <a:cubicBezTo>
                  <a:pt x="71978" y="12433"/>
                  <a:pt x="71978" y="12402"/>
                  <a:pt x="72008" y="12341"/>
                </a:cubicBezTo>
                <a:cubicBezTo>
                  <a:pt x="72008" y="12341"/>
                  <a:pt x="71948" y="12311"/>
                  <a:pt x="71917" y="12311"/>
                </a:cubicBezTo>
                <a:lnTo>
                  <a:pt x="71826" y="12372"/>
                </a:lnTo>
                <a:cubicBezTo>
                  <a:pt x="71735" y="12463"/>
                  <a:pt x="71613" y="12493"/>
                  <a:pt x="71492" y="12493"/>
                </a:cubicBezTo>
                <a:lnTo>
                  <a:pt x="71461" y="12524"/>
                </a:lnTo>
                <a:cubicBezTo>
                  <a:pt x="71426" y="12547"/>
                  <a:pt x="71387" y="12557"/>
                  <a:pt x="71349" y="12557"/>
                </a:cubicBezTo>
                <a:cubicBezTo>
                  <a:pt x="71286" y="12557"/>
                  <a:pt x="71225" y="12531"/>
                  <a:pt x="71188" y="12493"/>
                </a:cubicBezTo>
                <a:cubicBezTo>
                  <a:pt x="71127" y="12402"/>
                  <a:pt x="71066" y="12341"/>
                  <a:pt x="71036" y="12250"/>
                </a:cubicBezTo>
                <a:cubicBezTo>
                  <a:pt x="71036" y="12189"/>
                  <a:pt x="71036" y="12159"/>
                  <a:pt x="71097" y="12129"/>
                </a:cubicBezTo>
                <a:cubicBezTo>
                  <a:pt x="71127" y="12129"/>
                  <a:pt x="71188" y="12159"/>
                  <a:pt x="71218" y="12159"/>
                </a:cubicBezTo>
                <a:lnTo>
                  <a:pt x="71248" y="12159"/>
                </a:lnTo>
                <a:cubicBezTo>
                  <a:pt x="71253" y="12163"/>
                  <a:pt x="71258" y="12165"/>
                  <a:pt x="71264" y="12165"/>
                </a:cubicBezTo>
                <a:cubicBezTo>
                  <a:pt x="71303" y="12165"/>
                  <a:pt x="71374" y="12090"/>
                  <a:pt x="71400" y="12037"/>
                </a:cubicBezTo>
                <a:cubicBezTo>
                  <a:pt x="71431" y="11977"/>
                  <a:pt x="71340" y="11946"/>
                  <a:pt x="71218" y="11946"/>
                </a:cubicBezTo>
                <a:lnTo>
                  <a:pt x="71188" y="11977"/>
                </a:lnTo>
                <a:lnTo>
                  <a:pt x="71066" y="12037"/>
                </a:lnTo>
                <a:cubicBezTo>
                  <a:pt x="71005" y="12083"/>
                  <a:pt x="70937" y="12106"/>
                  <a:pt x="70869" y="12106"/>
                </a:cubicBezTo>
                <a:cubicBezTo>
                  <a:pt x="70800" y="12106"/>
                  <a:pt x="70732" y="12083"/>
                  <a:pt x="70671" y="12037"/>
                </a:cubicBezTo>
                <a:lnTo>
                  <a:pt x="70306" y="12037"/>
                </a:lnTo>
                <a:cubicBezTo>
                  <a:pt x="70245" y="12068"/>
                  <a:pt x="70245" y="12159"/>
                  <a:pt x="70276" y="12189"/>
                </a:cubicBezTo>
                <a:lnTo>
                  <a:pt x="70337" y="12189"/>
                </a:lnTo>
                <a:lnTo>
                  <a:pt x="70580" y="12250"/>
                </a:lnTo>
                <a:cubicBezTo>
                  <a:pt x="70853" y="12372"/>
                  <a:pt x="70945" y="12554"/>
                  <a:pt x="70914" y="12554"/>
                </a:cubicBezTo>
                <a:lnTo>
                  <a:pt x="70793" y="12554"/>
                </a:lnTo>
                <a:lnTo>
                  <a:pt x="70762" y="12524"/>
                </a:lnTo>
                <a:lnTo>
                  <a:pt x="70671" y="12433"/>
                </a:lnTo>
                <a:cubicBezTo>
                  <a:pt x="70580" y="12493"/>
                  <a:pt x="70489" y="12554"/>
                  <a:pt x="70397" y="12585"/>
                </a:cubicBezTo>
                <a:lnTo>
                  <a:pt x="70337" y="12585"/>
                </a:lnTo>
                <a:lnTo>
                  <a:pt x="70154" y="12645"/>
                </a:lnTo>
                <a:cubicBezTo>
                  <a:pt x="70106" y="12609"/>
                  <a:pt x="70054" y="12592"/>
                  <a:pt x="70004" y="12592"/>
                </a:cubicBezTo>
                <a:cubicBezTo>
                  <a:pt x="69927" y="12592"/>
                  <a:pt x="69857" y="12633"/>
                  <a:pt x="69820" y="12706"/>
                </a:cubicBezTo>
                <a:cubicBezTo>
                  <a:pt x="69814" y="12718"/>
                  <a:pt x="69803" y="12723"/>
                  <a:pt x="69788" y="12723"/>
                </a:cubicBezTo>
                <a:cubicBezTo>
                  <a:pt x="69724" y="12723"/>
                  <a:pt x="69596" y="12634"/>
                  <a:pt x="69546" y="12585"/>
                </a:cubicBezTo>
                <a:cubicBezTo>
                  <a:pt x="69516" y="12554"/>
                  <a:pt x="69402" y="12547"/>
                  <a:pt x="69280" y="12547"/>
                </a:cubicBezTo>
                <a:cubicBezTo>
                  <a:pt x="69159" y="12547"/>
                  <a:pt x="69030" y="12554"/>
                  <a:pt x="68969" y="12554"/>
                </a:cubicBezTo>
                <a:cubicBezTo>
                  <a:pt x="68878" y="12554"/>
                  <a:pt x="68786" y="12524"/>
                  <a:pt x="68695" y="12524"/>
                </a:cubicBezTo>
                <a:lnTo>
                  <a:pt x="68634" y="12524"/>
                </a:lnTo>
                <a:cubicBezTo>
                  <a:pt x="68574" y="12524"/>
                  <a:pt x="68543" y="12463"/>
                  <a:pt x="68543" y="12463"/>
                </a:cubicBezTo>
                <a:cubicBezTo>
                  <a:pt x="68452" y="12493"/>
                  <a:pt x="68330" y="12524"/>
                  <a:pt x="68239" y="12585"/>
                </a:cubicBezTo>
                <a:cubicBezTo>
                  <a:pt x="68215" y="12593"/>
                  <a:pt x="68190" y="12596"/>
                  <a:pt x="68167" y="12596"/>
                </a:cubicBezTo>
                <a:cubicBezTo>
                  <a:pt x="68101" y="12596"/>
                  <a:pt x="68041" y="12568"/>
                  <a:pt x="67996" y="12524"/>
                </a:cubicBezTo>
                <a:cubicBezTo>
                  <a:pt x="67990" y="12512"/>
                  <a:pt x="67981" y="12507"/>
                  <a:pt x="67970" y="12507"/>
                </a:cubicBezTo>
                <a:cubicBezTo>
                  <a:pt x="67923" y="12507"/>
                  <a:pt x="67838" y="12596"/>
                  <a:pt x="67814" y="12645"/>
                </a:cubicBezTo>
                <a:cubicBezTo>
                  <a:pt x="67801" y="12658"/>
                  <a:pt x="67788" y="12664"/>
                  <a:pt x="67775" y="12664"/>
                </a:cubicBezTo>
                <a:cubicBezTo>
                  <a:pt x="67727" y="12664"/>
                  <a:pt x="67679" y="12582"/>
                  <a:pt x="67631" y="12463"/>
                </a:cubicBezTo>
                <a:lnTo>
                  <a:pt x="67601" y="12372"/>
                </a:lnTo>
                <a:cubicBezTo>
                  <a:pt x="67598" y="12368"/>
                  <a:pt x="67594" y="12367"/>
                  <a:pt x="67590" y="12367"/>
                </a:cubicBezTo>
                <a:cubicBezTo>
                  <a:pt x="67558" y="12367"/>
                  <a:pt x="67510" y="12466"/>
                  <a:pt x="67510" y="12493"/>
                </a:cubicBezTo>
                <a:cubicBezTo>
                  <a:pt x="67419" y="12524"/>
                  <a:pt x="67327" y="12539"/>
                  <a:pt x="67236" y="12539"/>
                </a:cubicBezTo>
                <a:cubicBezTo>
                  <a:pt x="67145" y="12539"/>
                  <a:pt x="67054" y="12524"/>
                  <a:pt x="66963" y="12493"/>
                </a:cubicBezTo>
                <a:cubicBezTo>
                  <a:pt x="66908" y="12466"/>
                  <a:pt x="66847" y="12451"/>
                  <a:pt x="66789" y="12451"/>
                </a:cubicBezTo>
                <a:cubicBezTo>
                  <a:pt x="66717" y="12451"/>
                  <a:pt x="66648" y="12474"/>
                  <a:pt x="66598" y="12524"/>
                </a:cubicBezTo>
                <a:lnTo>
                  <a:pt x="66507" y="12585"/>
                </a:lnTo>
                <a:cubicBezTo>
                  <a:pt x="66385" y="12524"/>
                  <a:pt x="66233" y="12493"/>
                  <a:pt x="66081" y="12493"/>
                </a:cubicBezTo>
                <a:lnTo>
                  <a:pt x="65990" y="12554"/>
                </a:lnTo>
                <a:cubicBezTo>
                  <a:pt x="65949" y="12588"/>
                  <a:pt x="65913" y="12601"/>
                  <a:pt x="65880" y="12601"/>
                </a:cubicBezTo>
                <a:cubicBezTo>
                  <a:pt x="65778" y="12601"/>
                  <a:pt x="65699" y="12484"/>
                  <a:pt x="65588" y="12484"/>
                </a:cubicBezTo>
                <a:cubicBezTo>
                  <a:pt x="65571" y="12484"/>
                  <a:pt x="65553" y="12487"/>
                  <a:pt x="65534" y="12493"/>
                </a:cubicBezTo>
                <a:cubicBezTo>
                  <a:pt x="65498" y="12458"/>
                  <a:pt x="65463" y="12445"/>
                  <a:pt x="65432" y="12445"/>
                </a:cubicBezTo>
                <a:cubicBezTo>
                  <a:pt x="65385" y="12445"/>
                  <a:pt x="65352" y="12475"/>
                  <a:pt x="65352" y="12493"/>
                </a:cubicBezTo>
                <a:cubicBezTo>
                  <a:pt x="65352" y="12554"/>
                  <a:pt x="65291" y="12585"/>
                  <a:pt x="65230" y="12585"/>
                </a:cubicBezTo>
                <a:lnTo>
                  <a:pt x="65169" y="12585"/>
                </a:lnTo>
                <a:lnTo>
                  <a:pt x="65017" y="12676"/>
                </a:lnTo>
                <a:cubicBezTo>
                  <a:pt x="64961" y="12653"/>
                  <a:pt x="64876" y="12647"/>
                  <a:pt x="64786" y="12647"/>
                </a:cubicBezTo>
                <a:cubicBezTo>
                  <a:pt x="64688" y="12647"/>
                  <a:pt x="64585" y="12654"/>
                  <a:pt x="64508" y="12654"/>
                </a:cubicBezTo>
                <a:cubicBezTo>
                  <a:pt x="64465" y="12654"/>
                  <a:pt x="64430" y="12652"/>
                  <a:pt x="64409" y="12645"/>
                </a:cubicBezTo>
                <a:cubicBezTo>
                  <a:pt x="64318" y="12615"/>
                  <a:pt x="64166" y="12554"/>
                  <a:pt x="64075" y="12493"/>
                </a:cubicBezTo>
                <a:lnTo>
                  <a:pt x="64014" y="12493"/>
                </a:lnTo>
                <a:cubicBezTo>
                  <a:pt x="63923" y="12524"/>
                  <a:pt x="63862" y="12615"/>
                  <a:pt x="63771" y="12645"/>
                </a:cubicBezTo>
                <a:cubicBezTo>
                  <a:pt x="63741" y="12661"/>
                  <a:pt x="63710" y="12668"/>
                  <a:pt x="63680" y="12668"/>
                </a:cubicBezTo>
                <a:cubicBezTo>
                  <a:pt x="63650" y="12668"/>
                  <a:pt x="63619" y="12661"/>
                  <a:pt x="63589" y="12645"/>
                </a:cubicBezTo>
                <a:lnTo>
                  <a:pt x="63467" y="12524"/>
                </a:lnTo>
                <a:cubicBezTo>
                  <a:pt x="63315" y="12554"/>
                  <a:pt x="63194" y="12554"/>
                  <a:pt x="63072" y="12554"/>
                </a:cubicBezTo>
                <a:cubicBezTo>
                  <a:pt x="62981" y="12493"/>
                  <a:pt x="62920" y="12463"/>
                  <a:pt x="62829" y="12372"/>
                </a:cubicBezTo>
                <a:lnTo>
                  <a:pt x="62677" y="12463"/>
                </a:lnTo>
                <a:cubicBezTo>
                  <a:pt x="62670" y="12466"/>
                  <a:pt x="62662" y="12468"/>
                  <a:pt x="62653" y="12468"/>
                </a:cubicBezTo>
                <a:cubicBezTo>
                  <a:pt x="62578" y="12468"/>
                  <a:pt x="62430" y="12368"/>
                  <a:pt x="62403" y="12341"/>
                </a:cubicBezTo>
                <a:cubicBezTo>
                  <a:pt x="62373" y="12311"/>
                  <a:pt x="62403" y="12220"/>
                  <a:pt x="62434" y="12159"/>
                </a:cubicBezTo>
                <a:lnTo>
                  <a:pt x="62495" y="12129"/>
                </a:lnTo>
                <a:cubicBezTo>
                  <a:pt x="62555" y="12098"/>
                  <a:pt x="62586" y="12007"/>
                  <a:pt x="62586" y="12007"/>
                </a:cubicBezTo>
                <a:lnTo>
                  <a:pt x="62343" y="12007"/>
                </a:lnTo>
                <a:cubicBezTo>
                  <a:pt x="62264" y="12007"/>
                  <a:pt x="62097" y="12074"/>
                  <a:pt x="62012" y="12074"/>
                </a:cubicBezTo>
                <a:cubicBezTo>
                  <a:pt x="61998" y="12074"/>
                  <a:pt x="61986" y="12072"/>
                  <a:pt x="61978" y="12068"/>
                </a:cubicBezTo>
                <a:cubicBezTo>
                  <a:pt x="61958" y="12058"/>
                  <a:pt x="61927" y="12054"/>
                  <a:pt x="61893" y="12054"/>
                </a:cubicBezTo>
                <a:cubicBezTo>
                  <a:pt x="61826" y="12054"/>
                  <a:pt x="61745" y="12068"/>
                  <a:pt x="61704" y="12068"/>
                </a:cubicBezTo>
                <a:cubicBezTo>
                  <a:pt x="61643" y="12068"/>
                  <a:pt x="61583" y="12068"/>
                  <a:pt x="61522" y="12098"/>
                </a:cubicBezTo>
                <a:cubicBezTo>
                  <a:pt x="61502" y="12098"/>
                  <a:pt x="61508" y="12112"/>
                  <a:pt x="61533" y="12112"/>
                </a:cubicBezTo>
                <a:cubicBezTo>
                  <a:pt x="61545" y="12112"/>
                  <a:pt x="61562" y="12108"/>
                  <a:pt x="61583" y="12098"/>
                </a:cubicBezTo>
                <a:lnTo>
                  <a:pt x="61613" y="12129"/>
                </a:lnTo>
                <a:cubicBezTo>
                  <a:pt x="61674" y="12159"/>
                  <a:pt x="61674" y="12250"/>
                  <a:pt x="61674" y="12250"/>
                </a:cubicBezTo>
                <a:lnTo>
                  <a:pt x="61613" y="12281"/>
                </a:lnTo>
                <a:cubicBezTo>
                  <a:pt x="61522" y="12311"/>
                  <a:pt x="61613" y="12341"/>
                  <a:pt x="61795" y="12372"/>
                </a:cubicBezTo>
                <a:lnTo>
                  <a:pt x="61856" y="12281"/>
                </a:lnTo>
                <a:cubicBezTo>
                  <a:pt x="61890" y="12180"/>
                  <a:pt x="61923" y="12135"/>
                  <a:pt x="61972" y="12135"/>
                </a:cubicBezTo>
                <a:cubicBezTo>
                  <a:pt x="62012" y="12135"/>
                  <a:pt x="62061" y="12165"/>
                  <a:pt x="62130" y="12220"/>
                </a:cubicBezTo>
                <a:cubicBezTo>
                  <a:pt x="62150" y="12220"/>
                  <a:pt x="62197" y="12139"/>
                  <a:pt x="62236" y="12139"/>
                </a:cubicBezTo>
                <a:cubicBezTo>
                  <a:pt x="62255" y="12139"/>
                  <a:pt x="62272" y="12159"/>
                  <a:pt x="62282" y="12220"/>
                </a:cubicBezTo>
                <a:lnTo>
                  <a:pt x="62312" y="12281"/>
                </a:lnTo>
                <a:cubicBezTo>
                  <a:pt x="62282" y="12372"/>
                  <a:pt x="62130" y="12463"/>
                  <a:pt x="62069" y="12463"/>
                </a:cubicBezTo>
                <a:cubicBezTo>
                  <a:pt x="62008" y="12433"/>
                  <a:pt x="61978" y="12433"/>
                  <a:pt x="61917" y="12402"/>
                </a:cubicBezTo>
                <a:cubicBezTo>
                  <a:pt x="61917" y="12402"/>
                  <a:pt x="61856" y="12493"/>
                  <a:pt x="61856" y="12524"/>
                </a:cubicBezTo>
                <a:lnTo>
                  <a:pt x="61461" y="12524"/>
                </a:lnTo>
                <a:cubicBezTo>
                  <a:pt x="61188" y="12524"/>
                  <a:pt x="60944" y="12433"/>
                  <a:pt x="60732" y="12281"/>
                </a:cubicBezTo>
                <a:lnTo>
                  <a:pt x="60519" y="12463"/>
                </a:lnTo>
                <a:cubicBezTo>
                  <a:pt x="60458" y="12433"/>
                  <a:pt x="60397" y="12402"/>
                  <a:pt x="60367" y="12372"/>
                </a:cubicBezTo>
                <a:lnTo>
                  <a:pt x="60336" y="12311"/>
                </a:lnTo>
                <a:cubicBezTo>
                  <a:pt x="60336" y="12230"/>
                  <a:pt x="60530" y="12124"/>
                  <a:pt x="60637" y="12124"/>
                </a:cubicBezTo>
                <a:cubicBezTo>
                  <a:pt x="60650" y="12124"/>
                  <a:pt x="60661" y="12125"/>
                  <a:pt x="60671" y="12129"/>
                </a:cubicBezTo>
                <a:cubicBezTo>
                  <a:pt x="60695" y="12137"/>
                  <a:pt x="60711" y="12141"/>
                  <a:pt x="60719" y="12141"/>
                </a:cubicBezTo>
                <a:cubicBezTo>
                  <a:pt x="60741" y="12141"/>
                  <a:pt x="60707" y="12112"/>
                  <a:pt x="60640" y="12068"/>
                </a:cubicBezTo>
                <a:lnTo>
                  <a:pt x="60549" y="12037"/>
                </a:lnTo>
                <a:lnTo>
                  <a:pt x="60458" y="11977"/>
                </a:lnTo>
                <a:cubicBezTo>
                  <a:pt x="60336" y="11946"/>
                  <a:pt x="60306" y="11916"/>
                  <a:pt x="60397" y="11885"/>
                </a:cubicBezTo>
                <a:lnTo>
                  <a:pt x="60580" y="11885"/>
                </a:lnTo>
                <a:cubicBezTo>
                  <a:pt x="60667" y="11903"/>
                  <a:pt x="60816" y="11921"/>
                  <a:pt x="60932" y="11921"/>
                </a:cubicBezTo>
                <a:cubicBezTo>
                  <a:pt x="61016" y="11921"/>
                  <a:pt x="61083" y="11911"/>
                  <a:pt x="61096" y="11885"/>
                </a:cubicBezTo>
                <a:cubicBezTo>
                  <a:pt x="61188" y="11825"/>
                  <a:pt x="61279" y="11764"/>
                  <a:pt x="61370" y="11733"/>
                </a:cubicBezTo>
                <a:lnTo>
                  <a:pt x="61552" y="11764"/>
                </a:lnTo>
                <a:lnTo>
                  <a:pt x="61765" y="11855"/>
                </a:lnTo>
                <a:cubicBezTo>
                  <a:pt x="62069" y="11794"/>
                  <a:pt x="62464" y="11764"/>
                  <a:pt x="62525" y="11764"/>
                </a:cubicBezTo>
                <a:cubicBezTo>
                  <a:pt x="62534" y="11768"/>
                  <a:pt x="62546" y="11770"/>
                  <a:pt x="62560" y="11770"/>
                </a:cubicBezTo>
                <a:cubicBezTo>
                  <a:pt x="62630" y="11770"/>
                  <a:pt x="62754" y="11727"/>
                  <a:pt x="62824" y="11727"/>
                </a:cubicBezTo>
                <a:cubicBezTo>
                  <a:pt x="62838" y="11727"/>
                  <a:pt x="62850" y="11729"/>
                  <a:pt x="62859" y="11733"/>
                </a:cubicBezTo>
                <a:cubicBezTo>
                  <a:pt x="62868" y="11738"/>
                  <a:pt x="62880" y="11740"/>
                  <a:pt x="62893" y="11740"/>
                </a:cubicBezTo>
                <a:cubicBezTo>
                  <a:pt x="62958" y="11740"/>
                  <a:pt x="63065" y="11697"/>
                  <a:pt x="63129" y="11697"/>
                </a:cubicBezTo>
                <a:cubicBezTo>
                  <a:pt x="63143" y="11697"/>
                  <a:pt x="63154" y="11699"/>
                  <a:pt x="63163" y="11703"/>
                </a:cubicBezTo>
                <a:cubicBezTo>
                  <a:pt x="63224" y="11718"/>
                  <a:pt x="63277" y="11726"/>
                  <a:pt x="63330" y="11726"/>
                </a:cubicBezTo>
                <a:cubicBezTo>
                  <a:pt x="63384" y="11726"/>
                  <a:pt x="63437" y="11718"/>
                  <a:pt x="63498" y="11703"/>
                </a:cubicBezTo>
                <a:lnTo>
                  <a:pt x="64379" y="11703"/>
                </a:lnTo>
                <a:cubicBezTo>
                  <a:pt x="64412" y="11711"/>
                  <a:pt x="64444" y="11715"/>
                  <a:pt x="64476" y="11715"/>
                </a:cubicBezTo>
                <a:cubicBezTo>
                  <a:pt x="64564" y="11715"/>
                  <a:pt x="64647" y="11687"/>
                  <a:pt x="64713" y="11642"/>
                </a:cubicBezTo>
                <a:lnTo>
                  <a:pt x="64774" y="11551"/>
                </a:lnTo>
                <a:cubicBezTo>
                  <a:pt x="64926" y="11582"/>
                  <a:pt x="65139" y="11612"/>
                  <a:pt x="65200" y="11642"/>
                </a:cubicBezTo>
                <a:cubicBezTo>
                  <a:pt x="65337" y="11658"/>
                  <a:pt x="65473" y="11665"/>
                  <a:pt x="65606" y="11665"/>
                </a:cubicBezTo>
                <a:cubicBezTo>
                  <a:pt x="65739" y="11665"/>
                  <a:pt x="65868" y="11658"/>
                  <a:pt x="65990" y="11642"/>
                </a:cubicBezTo>
                <a:lnTo>
                  <a:pt x="66324" y="11612"/>
                </a:lnTo>
                <a:cubicBezTo>
                  <a:pt x="66446" y="11612"/>
                  <a:pt x="66568" y="11639"/>
                  <a:pt x="66680" y="11639"/>
                </a:cubicBezTo>
                <a:cubicBezTo>
                  <a:pt x="66736" y="11639"/>
                  <a:pt x="66790" y="11632"/>
                  <a:pt x="66841" y="11612"/>
                </a:cubicBezTo>
                <a:lnTo>
                  <a:pt x="67023" y="11521"/>
                </a:lnTo>
                <a:cubicBezTo>
                  <a:pt x="67130" y="11551"/>
                  <a:pt x="67236" y="11566"/>
                  <a:pt x="67343" y="11566"/>
                </a:cubicBezTo>
                <a:cubicBezTo>
                  <a:pt x="67449" y="11566"/>
                  <a:pt x="67555" y="11551"/>
                  <a:pt x="67662" y="11521"/>
                </a:cubicBezTo>
                <a:lnTo>
                  <a:pt x="67844" y="11551"/>
                </a:lnTo>
                <a:cubicBezTo>
                  <a:pt x="67951" y="11566"/>
                  <a:pt x="68057" y="11574"/>
                  <a:pt x="68163" y="11574"/>
                </a:cubicBezTo>
                <a:cubicBezTo>
                  <a:pt x="68270" y="11574"/>
                  <a:pt x="68376" y="11566"/>
                  <a:pt x="68482" y="11551"/>
                </a:cubicBezTo>
                <a:lnTo>
                  <a:pt x="68634" y="11521"/>
                </a:lnTo>
                <a:cubicBezTo>
                  <a:pt x="68817" y="11521"/>
                  <a:pt x="68999" y="11551"/>
                  <a:pt x="69182" y="11612"/>
                </a:cubicBezTo>
                <a:lnTo>
                  <a:pt x="69334" y="11551"/>
                </a:lnTo>
                <a:cubicBezTo>
                  <a:pt x="69379" y="11536"/>
                  <a:pt x="69425" y="11528"/>
                  <a:pt x="69474" y="11528"/>
                </a:cubicBezTo>
                <a:cubicBezTo>
                  <a:pt x="69524" y="11528"/>
                  <a:pt x="69577" y="11536"/>
                  <a:pt x="69638" y="11551"/>
                </a:cubicBezTo>
                <a:lnTo>
                  <a:pt x="70306" y="11551"/>
                </a:lnTo>
                <a:cubicBezTo>
                  <a:pt x="70352" y="11551"/>
                  <a:pt x="70413" y="11559"/>
                  <a:pt x="70466" y="11559"/>
                </a:cubicBezTo>
                <a:cubicBezTo>
                  <a:pt x="70519" y="11559"/>
                  <a:pt x="70565" y="11551"/>
                  <a:pt x="70580" y="11521"/>
                </a:cubicBezTo>
                <a:cubicBezTo>
                  <a:pt x="70599" y="11501"/>
                  <a:pt x="70616" y="11494"/>
                  <a:pt x="70631" y="11494"/>
                </a:cubicBezTo>
                <a:cubicBezTo>
                  <a:pt x="70673" y="11494"/>
                  <a:pt x="70705" y="11547"/>
                  <a:pt x="70757" y="11547"/>
                </a:cubicBezTo>
                <a:cubicBezTo>
                  <a:pt x="70776" y="11547"/>
                  <a:pt x="70797" y="11540"/>
                  <a:pt x="70823" y="11521"/>
                </a:cubicBezTo>
                <a:cubicBezTo>
                  <a:pt x="70848" y="11502"/>
                  <a:pt x="70872" y="11495"/>
                  <a:pt x="70895" y="11495"/>
                </a:cubicBezTo>
                <a:cubicBezTo>
                  <a:pt x="70967" y="11495"/>
                  <a:pt x="71032" y="11564"/>
                  <a:pt x="71105" y="11564"/>
                </a:cubicBezTo>
                <a:cubicBezTo>
                  <a:pt x="71122" y="11564"/>
                  <a:pt x="71139" y="11560"/>
                  <a:pt x="71157" y="11551"/>
                </a:cubicBezTo>
                <a:cubicBezTo>
                  <a:pt x="71279" y="11521"/>
                  <a:pt x="71431" y="11490"/>
                  <a:pt x="71583" y="11460"/>
                </a:cubicBezTo>
                <a:lnTo>
                  <a:pt x="71613" y="11460"/>
                </a:lnTo>
                <a:cubicBezTo>
                  <a:pt x="71689" y="11475"/>
                  <a:pt x="71765" y="11483"/>
                  <a:pt x="71841" y="11483"/>
                </a:cubicBezTo>
                <a:cubicBezTo>
                  <a:pt x="71917" y="11483"/>
                  <a:pt x="71993" y="11475"/>
                  <a:pt x="72069" y="11460"/>
                </a:cubicBezTo>
                <a:lnTo>
                  <a:pt x="72768" y="11460"/>
                </a:lnTo>
                <a:cubicBezTo>
                  <a:pt x="73011" y="11430"/>
                  <a:pt x="73285" y="11399"/>
                  <a:pt x="73528" y="11399"/>
                </a:cubicBezTo>
                <a:cubicBezTo>
                  <a:pt x="73632" y="11399"/>
                  <a:pt x="73759" y="11332"/>
                  <a:pt x="73831" y="11332"/>
                </a:cubicBezTo>
                <a:cubicBezTo>
                  <a:pt x="73843" y="11332"/>
                  <a:pt x="73854" y="11334"/>
                  <a:pt x="73863" y="11338"/>
                </a:cubicBezTo>
                <a:lnTo>
                  <a:pt x="74014" y="11430"/>
                </a:lnTo>
                <a:cubicBezTo>
                  <a:pt x="74136" y="11399"/>
                  <a:pt x="74410" y="11369"/>
                  <a:pt x="74562" y="11308"/>
                </a:cubicBezTo>
                <a:lnTo>
                  <a:pt x="74744" y="11308"/>
                </a:lnTo>
                <a:cubicBezTo>
                  <a:pt x="74835" y="11308"/>
                  <a:pt x="74926" y="11399"/>
                  <a:pt x="74987" y="11399"/>
                </a:cubicBezTo>
                <a:cubicBezTo>
                  <a:pt x="75078" y="11399"/>
                  <a:pt x="75200" y="11308"/>
                  <a:pt x="75261" y="11308"/>
                </a:cubicBezTo>
                <a:cubicBezTo>
                  <a:pt x="75322" y="11308"/>
                  <a:pt x="75369" y="11362"/>
                  <a:pt x="75421" y="11362"/>
                </a:cubicBezTo>
                <a:cubicBezTo>
                  <a:pt x="75446" y="11362"/>
                  <a:pt x="75473" y="11348"/>
                  <a:pt x="75504" y="11308"/>
                </a:cubicBezTo>
                <a:cubicBezTo>
                  <a:pt x="75534" y="11308"/>
                  <a:pt x="75686" y="11338"/>
                  <a:pt x="75777" y="11369"/>
                </a:cubicBezTo>
                <a:lnTo>
                  <a:pt x="75869" y="11369"/>
                </a:lnTo>
                <a:cubicBezTo>
                  <a:pt x="75960" y="11369"/>
                  <a:pt x="76081" y="11338"/>
                  <a:pt x="76203" y="11308"/>
                </a:cubicBezTo>
                <a:lnTo>
                  <a:pt x="76902" y="11308"/>
                </a:lnTo>
                <a:cubicBezTo>
                  <a:pt x="77008" y="11293"/>
                  <a:pt x="77107" y="11285"/>
                  <a:pt x="77206" y="11285"/>
                </a:cubicBezTo>
                <a:cubicBezTo>
                  <a:pt x="77305" y="11285"/>
                  <a:pt x="77404" y="11293"/>
                  <a:pt x="77510" y="11308"/>
                </a:cubicBezTo>
                <a:lnTo>
                  <a:pt x="77540" y="11308"/>
                </a:lnTo>
                <a:cubicBezTo>
                  <a:pt x="77692" y="11247"/>
                  <a:pt x="77844" y="11186"/>
                  <a:pt x="77996" y="11156"/>
                </a:cubicBezTo>
                <a:cubicBezTo>
                  <a:pt x="78118" y="11156"/>
                  <a:pt x="78209" y="11095"/>
                  <a:pt x="78239" y="11004"/>
                </a:cubicBezTo>
                <a:cubicBezTo>
                  <a:pt x="78239" y="10943"/>
                  <a:pt x="78483" y="10913"/>
                  <a:pt x="78574" y="10913"/>
                </a:cubicBezTo>
                <a:cubicBezTo>
                  <a:pt x="78695" y="10913"/>
                  <a:pt x="78726" y="11065"/>
                  <a:pt x="78695" y="11126"/>
                </a:cubicBezTo>
                <a:cubicBezTo>
                  <a:pt x="78665" y="11156"/>
                  <a:pt x="78787" y="11186"/>
                  <a:pt x="78969" y="11186"/>
                </a:cubicBezTo>
                <a:lnTo>
                  <a:pt x="79091" y="11186"/>
                </a:lnTo>
                <a:lnTo>
                  <a:pt x="79243" y="11247"/>
                </a:lnTo>
                <a:cubicBezTo>
                  <a:pt x="79395" y="11186"/>
                  <a:pt x="79547" y="11126"/>
                  <a:pt x="79668" y="11034"/>
                </a:cubicBezTo>
                <a:lnTo>
                  <a:pt x="79820" y="11156"/>
                </a:lnTo>
                <a:cubicBezTo>
                  <a:pt x="79826" y="11168"/>
                  <a:pt x="79840" y="11173"/>
                  <a:pt x="79858" y="11173"/>
                </a:cubicBezTo>
                <a:cubicBezTo>
                  <a:pt x="79932" y="11173"/>
                  <a:pt x="80088" y="11095"/>
                  <a:pt x="80185" y="11095"/>
                </a:cubicBezTo>
                <a:cubicBezTo>
                  <a:pt x="80286" y="11095"/>
                  <a:pt x="80374" y="11109"/>
                  <a:pt x="80466" y="11109"/>
                </a:cubicBezTo>
                <a:cubicBezTo>
                  <a:pt x="80512" y="11109"/>
                  <a:pt x="80560" y="11105"/>
                  <a:pt x="80610" y="11095"/>
                </a:cubicBezTo>
                <a:cubicBezTo>
                  <a:pt x="80732" y="11095"/>
                  <a:pt x="80884" y="11065"/>
                  <a:pt x="81036" y="11034"/>
                </a:cubicBezTo>
                <a:lnTo>
                  <a:pt x="81157" y="11034"/>
                </a:lnTo>
                <a:cubicBezTo>
                  <a:pt x="81309" y="11034"/>
                  <a:pt x="81309" y="10822"/>
                  <a:pt x="81249" y="10761"/>
                </a:cubicBezTo>
                <a:cubicBezTo>
                  <a:pt x="81218" y="10700"/>
                  <a:pt x="81127" y="10548"/>
                  <a:pt x="81036" y="10426"/>
                </a:cubicBezTo>
                <a:lnTo>
                  <a:pt x="81036" y="10244"/>
                </a:lnTo>
                <a:cubicBezTo>
                  <a:pt x="81136" y="10169"/>
                  <a:pt x="81215" y="10115"/>
                  <a:pt x="81257" y="10115"/>
                </a:cubicBezTo>
                <a:cubicBezTo>
                  <a:pt x="81266" y="10115"/>
                  <a:pt x="81274" y="10117"/>
                  <a:pt x="81279" y="10123"/>
                </a:cubicBezTo>
                <a:lnTo>
                  <a:pt x="81370" y="10123"/>
                </a:lnTo>
                <a:cubicBezTo>
                  <a:pt x="81401" y="9940"/>
                  <a:pt x="81431" y="9758"/>
                  <a:pt x="81461" y="9575"/>
                </a:cubicBezTo>
                <a:cubicBezTo>
                  <a:pt x="81461" y="9454"/>
                  <a:pt x="81218" y="9271"/>
                  <a:pt x="81188" y="9211"/>
                </a:cubicBezTo>
                <a:cubicBezTo>
                  <a:pt x="81127" y="9150"/>
                  <a:pt x="81157" y="9089"/>
                  <a:pt x="81188" y="9089"/>
                </a:cubicBezTo>
                <a:cubicBezTo>
                  <a:pt x="81279" y="9028"/>
                  <a:pt x="81401" y="8998"/>
                  <a:pt x="81492" y="8937"/>
                </a:cubicBezTo>
                <a:lnTo>
                  <a:pt x="81309" y="8785"/>
                </a:lnTo>
                <a:lnTo>
                  <a:pt x="81279" y="8755"/>
                </a:lnTo>
                <a:cubicBezTo>
                  <a:pt x="81340" y="8664"/>
                  <a:pt x="81309" y="8572"/>
                  <a:pt x="81249" y="8572"/>
                </a:cubicBezTo>
                <a:lnTo>
                  <a:pt x="81188" y="8572"/>
                </a:lnTo>
                <a:cubicBezTo>
                  <a:pt x="81127" y="8572"/>
                  <a:pt x="81097" y="8512"/>
                  <a:pt x="81097" y="8481"/>
                </a:cubicBezTo>
                <a:cubicBezTo>
                  <a:pt x="81097" y="8481"/>
                  <a:pt x="81127" y="8420"/>
                  <a:pt x="81157" y="8420"/>
                </a:cubicBezTo>
                <a:lnTo>
                  <a:pt x="81279" y="8420"/>
                </a:lnTo>
                <a:cubicBezTo>
                  <a:pt x="81334" y="8365"/>
                  <a:pt x="81465" y="8234"/>
                  <a:pt x="81534" y="8234"/>
                </a:cubicBezTo>
                <a:cubicBezTo>
                  <a:pt x="81541" y="8234"/>
                  <a:pt x="81547" y="8235"/>
                  <a:pt x="81553" y="8238"/>
                </a:cubicBezTo>
                <a:cubicBezTo>
                  <a:pt x="81560" y="8245"/>
                  <a:pt x="81567" y="8249"/>
                  <a:pt x="81575" y="8249"/>
                </a:cubicBezTo>
                <a:cubicBezTo>
                  <a:pt x="81627" y="8249"/>
                  <a:pt x="81674" y="8075"/>
                  <a:pt x="81674" y="7995"/>
                </a:cubicBezTo>
                <a:cubicBezTo>
                  <a:pt x="81674" y="7934"/>
                  <a:pt x="81644" y="7873"/>
                  <a:pt x="81613" y="7812"/>
                </a:cubicBezTo>
                <a:cubicBezTo>
                  <a:pt x="81610" y="7809"/>
                  <a:pt x="81606" y="7808"/>
                  <a:pt x="81602" y="7808"/>
                </a:cubicBezTo>
                <a:cubicBezTo>
                  <a:pt x="81570" y="7808"/>
                  <a:pt x="81519" y="7907"/>
                  <a:pt x="81492" y="7934"/>
                </a:cubicBezTo>
                <a:cubicBezTo>
                  <a:pt x="81492" y="7964"/>
                  <a:pt x="81461" y="7995"/>
                  <a:pt x="81401" y="7995"/>
                </a:cubicBezTo>
                <a:cubicBezTo>
                  <a:pt x="81431" y="7904"/>
                  <a:pt x="81461" y="7812"/>
                  <a:pt x="81492" y="7721"/>
                </a:cubicBezTo>
                <a:cubicBezTo>
                  <a:pt x="81510" y="7686"/>
                  <a:pt x="81559" y="7671"/>
                  <a:pt x="81602" y="7671"/>
                </a:cubicBezTo>
                <a:cubicBezTo>
                  <a:pt x="81633" y="7671"/>
                  <a:pt x="81662" y="7678"/>
                  <a:pt x="81674" y="7691"/>
                </a:cubicBezTo>
                <a:cubicBezTo>
                  <a:pt x="81710" y="7700"/>
                  <a:pt x="81745" y="7703"/>
                  <a:pt x="81780" y="7703"/>
                </a:cubicBezTo>
                <a:cubicBezTo>
                  <a:pt x="81864" y="7703"/>
                  <a:pt x="81944" y="7682"/>
                  <a:pt x="82009" y="7660"/>
                </a:cubicBezTo>
                <a:lnTo>
                  <a:pt x="82130" y="7600"/>
                </a:lnTo>
                <a:lnTo>
                  <a:pt x="82191" y="7569"/>
                </a:lnTo>
                <a:cubicBezTo>
                  <a:pt x="82221" y="7509"/>
                  <a:pt x="82100" y="7417"/>
                  <a:pt x="82039" y="7387"/>
                </a:cubicBezTo>
                <a:cubicBezTo>
                  <a:pt x="82028" y="7381"/>
                  <a:pt x="82017" y="7379"/>
                  <a:pt x="82006" y="7379"/>
                </a:cubicBezTo>
                <a:cubicBezTo>
                  <a:pt x="81957" y="7379"/>
                  <a:pt x="81912" y="7428"/>
                  <a:pt x="81887" y="7478"/>
                </a:cubicBezTo>
                <a:lnTo>
                  <a:pt x="81857" y="7509"/>
                </a:lnTo>
                <a:lnTo>
                  <a:pt x="81765" y="7539"/>
                </a:lnTo>
                <a:cubicBezTo>
                  <a:pt x="81644" y="7509"/>
                  <a:pt x="81522" y="7448"/>
                  <a:pt x="81431" y="7387"/>
                </a:cubicBezTo>
                <a:lnTo>
                  <a:pt x="81431" y="7326"/>
                </a:lnTo>
                <a:lnTo>
                  <a:pt x="81431" y="7235"/>
                </a:lnTo>
                <a:cubicBezTo>
                  <a:pt x="81492" y="7113"/>
                  <a:pt x="81431" y="6992"/>
                  <a:pt x="81340" y="6931"/>
                </a:cubicBezTo>
                <a:lnTo>
                  <a:pt x="81249" y="6870"/>
                </a:lnTo>
                <a:cubicBezTo>
                  <a:pt x="81203" y="6825"/>
                  <a:pt x="81180" y="6802"/>
                  <a:pt x="81142" y="6802"/>
                </a:cubicBezTo>
                <a:cubicBezTo>
                  <a:pt x="81104" y="6802"/>
                  <a:pt x="81051" y="6825"/>
                  <a:pt x="80945" y="6870"/>
                </a:cubicBezTo>
                <a:lnTo>
                  <a:pt x="80762" y="6870"/>
                </a:lnTo>
                <a:cubicBezTo>
                  <a:pt x="80610" y="6870"/>
                  <a:pt x="80580" y="6566"/>
                  <a:pt x="80580" y="6475"/>
                </a:cubicBezTo>
                <a:cubicBezTo>
                  <a:pt x="80580" y="6353"/>
                  <a:pt x="80519" y="6262"/>
                  <a:pt x="80458" y="6201"/>
                </a:cubicBezTo>
                <a:cubicBezTo>
                  <a:pt x="80428" y="6186"/>
                  <a:pt x="80398" y="6179"/>
                  <a:pt x="80367" y="6179"/>
                </a:cubicBezTo>
                <a:cubicBezTo>
                  <a:pt x="80337" y="6179"/>
                  <a:pt x="80306" y="6186"/>
                  <a:pt x="80276" y="6201"/>
                </a:cubicBezTo>
                <a:cubicBezTo>
                  <a:pt x="80215" y="6232"/>
                  <a:pt x="80124" y="6262"/>
                  <a:pt x="80063" y="6293"/>
                </a:cubicBezTo>
                <a:lnTo>
                  <a:pt x="80063" y="6201"/>
                </a:lnTo>
                <a:lnTo>
                  <a:pt x="80002" y="6019"/>
                </a:lnTo>
                <a:cubicBezTo>
                  <a:pt x="79820" y="6110"/>
                  <a:pt x="79607" y="6201"/>
                  <a:pt x="79395" y="6262"/>
                </a:cubicBezTo>
                <a:cubicBezTo>
                  <a:pt x="79354" y="6262"/>
                  <a:pt x="79178" y="6249"/>
                  <a:pt x="79057" y="6249"/>
                </a:cubicBezTo>
                <a:cubicBezTo>
                  <a:pt x="78996" y="6249"/>
                  <a:pt x="78949" y="6252"/>
                  <a:pt x="78939" y="6262"/>
                </a:cubicBezTo>
                <a:cubicBezTo>
                  <a:pt x="78930" y="6279"/>
                  <a:pt x="78916" y="6286"/>
                  <a:pt x="78896" y="6286"/>
                </a:cubicBezTo>
                <a:cubicBezTo>
                  <a:pt x="78843" y="6286"/>
                  <a:pt x="78754" y="6230"/>
                  <a:pt x="78665" y="6141"/>
                </a:cubicBezTo>
                <a:lnTo>
                  <a:pt x="78513" y="6232"/>
                </a:lnTo>
                <a:lnTo>
                  <a:pt x="78300" y="6353"/>
                </a:lnTo>
                <a:cubicBezTo>
                  <a:pt x="78148" y="6293"/>
                  <a:pt x="77966" y="6262"/>
                  <a:pt x="77814" y="6232"/>
                </a:cubicBezTo>
                <a:lnTo>
                  <a:pt x="77662" y="6232"/>
                </a:lnTo>
                <a:cubicBezTo>
                  <a:pt x="77480" y="6232"/>
                  <a:pt x="77297" y="6232"/>
                  <a:pt x="77145" y="6201"/>
                </a:cubicBezTo>
                <a:lnTo>
                  <a:pt x="77054" y="6384"/>
                </a:lnTo>
                <a:lnTo>
                  <a:pt x="77024" y="6445"/>
                </a:lnTo>
                <a:cubicBezTo>
                  <a:pt x="76902" y="6414"/>
                  <a:pt x="76811" y="6323"/>
                  <a:pt x="76720" y="6232"/>
                </a:cubicBezTo>
                <a:lnTo>
                  <a:pt x="76598" y="6353"/>
                </a:lnTo>
                <a:lnTo>
                  <a:pt x="76537" y="6384"/>
                </a:lnTo>
                <a:cubicBezTo>
                  <a:pt x="76493" y="6428"/>
                  <a:pt x="76432" y="6457"/>
                  <a:pt x="76379" y="6457"/>
                </a:cubicBezTo>
                <a:cubicBezTo>
                  <a:pt x="76359" y="6457"/>
                  <a:pt x="76341" y="6453"/>
                  <a:pt x="76325" y="6445"/>
                </a:cubicBezTo>
                <a:lnTo>
                  <a:pt x="76294" y="6445"/>
                </a:lnTo>
                <a:cubicBezTo>
                  <a:pt x="76233" y="6414"/>
                  <a:pt x="76173" y="6384"/>
                  <a:pt x="76112" y="6384"/>
                </a:cubicBezTo>
                <a:cubicBezTo>
                  <a:pt x="76090" y="6378"/>
                  <a:pt x="76070" y="6376"/>
                  <a:pt x="76050" y="6376"/>
                </a:cubicBezTo>
                <a:cubicBezTo>
                  <a:pt x="75959" y="6376"/>
                  <a:pt x="75888" y="6430"/>
                  <a:pt x="75838" y="6505"/>
                </a:cubicBezTo>
                <a:cubicBezTo>
                  <a:pt x="75803" y="6577"/>
                  <a:pt x="75788" y="6606"/>
                  <a:pt x="75770" y="6606"/>
                </a:cubicBezTo>
                <a:cubicBezTo>
                  <a:pt x="75757" y="6606"/>
                  <a:pt x="75742" y="6591"/>
                  <a:pt x="75717" y="6566"/>
                </a:cubicBezTo>
                <a:lnTo>
                  <a:pt x="75625" y="6475"/>
                </a:lnTo>
                <a:lnTo>
                  <a:pt x="75109" y="6414"/>
                </a:lnTo>
                <a:lnTo>
                  <a:pt x="74987" y="6505"/>
                </a:lnTo>
                <a:lnTo>
                  <a:pt x="74957" y="6536"/>
                </a:lnTo>
                <a:cubicBezTo>
                  <a:pt x="74896" y="6536"/>
                  <a:pt x="74805" y="6445"/>
                  <a:pt x="74805" y="6323"/>
                </a:cubicBezTo>
                <a:lnTo>
                  <a:pt x="74774" y="6232"/>
                </a:lnTo>
                <a:cubicBezTo>
                  <a:pt x="74744" y="6201"/>
                  <a:pt x="74714" y="6201"/>
                  <a:pt x="74683" y="6201"/>
                </a:cubicBezTo>
                <a:cubicBezTo>
                  <a:pt x="74653" y="6201"/>
                  <a:pt x="74622" y="6262"/>
                  <a:pt x="74622" y="6262"/>
                </a:cubicBezTo>
                <a:cubicBezTo>
                  <a:pt x="74683" y="6323"/>
                  <a:pt x="74744" y="6353"/>
                  <a:pt x="74653" y="6414"/>
                </a:cubicBezTo>
                <a:cubicBezTo>
                  <a:pt x="74592" y="6475"/>
                  <a:pt x="74531" y="6505"/>
                  <a:pt x="74470" y="6536"/>
                </a:cubicBezTo>
                <a:lnTo>
                  <a:pt x="74349" y="6566"/>
                </a:lnTo>
                <a:cubicBezTo>
                  <a:pt x="74197" y="6536"/>
                  <a:pt x="74045" y="6475"/>
                  <a:pt x="73893" y="6414"/>
                </a:cubicBezTo>
                <a:cubicBezTo>
                  <a:pt x="73886" y="6411"/>
                  <a:pt x="73879" y="6410"/>
                  <a:pt x="73872" y="6410"/>
                </a:cubicBezTo>
                <a:cubicBezTo>
                  <a:pt x="73807" y="6410"/>
                  <a:pt x="73707" y="6515"/>
                  <a:pt x="73680" y="6597"/>
                </a:cubicBezTo>
                <a:cubicBezTo>
                  <a:pt x="73650" y="6657"/>
                  <a:pt x="73589" y="6657"/>
                  <a:pt x="73589" y="6657"/>
                </a:cubicBezTo>
                <a:cubicBezTo>
                  <a:pt x="73589" y="6657"/>
                  <a:pt x="73528" y="6505"/>
                  <a:pt x="73467" y="6505"/>
                </a:cubicBezTo>
                <a:cubicBezTo>
                  <a:pt x="73459" y="6510"/>
                  <a:pt x="73452" y="6511"/>
                  <a:pt x="73446" y="6511"/>
                </a:cubicBezTo>
                <a:cubicBezTo>
                  <a:pt x="73408" y="6511"/>
                  <a:pt x="73415" y="6436"/>
                  <a:pt x="73467" y="6384"/>
                </a:cubicBezTo>
                <a:lnTo>
                  <a:pt x="73315" y="6384"/>
                </a:lnTo>
                <a:cubicBezTo>
                  <a:pt x="73275" y="6384"/>
                  <a:pt x="73261" y="6357"/>
                  <a:pt x="73239" y="6357"/>
                </a:cubicBezTo>
                <a:cubicBezTo>
                  <a:pt x="73228" y="6357"/>
                  <a:pt x="73214" y="6364"/>
                  <a:pt x="73194" y="6384"/>
                </a:cubicBezTo>
                <a:cubicBezTo>
                  <a:pt x="73163" y="6445"/>
                  <a:pt x="73103" y="6505"/>
                  <a:pt x="73042" y="6566"/>
                </a:cubicBezTo>
                <a:cubicBezTo>
                  <a:pt x="72981" y="6566"/>
                  <a:pt x="72920" y="6536"/>
                  <a:pt x="72890" y="6475"/>
                </a:cubicBezTo>
                <a:cubicBezTo>
                  <a:pt x="72829" y="6475"/>
                  <a:pt x="72738" y="6505"/>
                  <a:pt x="72647" y="6566"/>
                </a:cubicBezTo>
                <a:lnTo>
                  <a:pt x="72525" y="6475"/>
                </a:lnTo>
                <a:lnTo>
                  <a:pt x="72373" y="6353"/>
                </a:lnTo>
                <a:cubicBezTo>
                  <a:pt x="72464" y="6323"/>
                  <a:pt x="72616" y="6110"/>
                  <a:pt x="72707" y="6110"/>
                </a:cubicBezTo>
                <a:cubicBezTo>
                  <a:pt x="72716" y="6114"/>
                  <a:pt x="72723" y="6116"/>
                  <a:pt x="72730" y="6116"/>
                </a:cubicBezTo>
                <a:cubicBezTo>
                  <a:pt x="72775" y="6116"/>
                  <a:pt x="72795" y="6037"/>
                  <a:pt x="72768" y="5958"/>
                </a:cubicBezTo>
                <a:lnTo>
                  <a:pt x="72829" y="5958"/>
                </a:lnTo>
                <a:cubicBezTo>
                  <a:pt x="72844" y="5951"/>
                  <a:pt x="72861" y="5947"/>
                  <a:pt x="72878" y="5947"/>
                </a:cubicBezTo>
                <a:cubicBezTo>
                  <a:pt x="72930" y="5947"/>
                  <a:pt x="72981" y="5981"/>
                  <a:pt x="72981" y="6050"/>
                </a:cubicBezTo>
                <a:cubicBezTo>
                  <a:pt x="72981" y="6080"/>
                  <a:pt x="73072" y="6110"/>
                  <a:pt x="73133" y="6110"/>
                </a:cubicBezTo>
                <a:lnTo>
                  <a:pt x="73619" y="6110"/>
                </a:lnTo>
                <a:cubicBezTo>
                  <a:pt x="73648" y="6139"/>
                  <a:pt x="73809" y="6326"/>
                  <a:pt x="73879" y="6326"/>
                </a:cubicBezTo>
                <a:cubicBezTo>
                  <a:pt x="73884" y="6326"/>
                  <a:pt x="73889" y="6325"/>
                  <a:pt x="73893" y="6323"/>
                </a:cubicBezTo>
                <a:cubicBezTo>
                  <a:pt x="73984" y="6293"/>
                  <a:pt x="73923" y="6201"/>
                  <a:pt x="73863" y="6171"/>
                </a:cubicBezTo>
                <a:cubicBezTo>
                  <a:pt x="73832" y="6171"/>
                  <a:pt x="73863" y="5989"/>
                  <a:pt x="73863" y="5928"/>
                </a:cubicBezTo>
                <a:cubicBezTo>
                  <a:pt x="73893" y="5867"/>
                  <a:pt x="73923" y="5806"/>
                  <a:pt x="73954" y="5806"/>
                </a:cubicBezTo>
                <a:cubicBezTo>
                  <a:pt x="73984" y="5806"/>
                  <a:pt x="74014" y="5958"/>
                  <a:pt x="74014" y="6019"/>
                </a:cubicBezTo>
                <a:cubicBezTo>
                  <a:pt x="74014" y="6042"/>
                  <a:pt x="74041" y="6052"/>
                  <a:pt x="74074" y="6052"/>
                </a:cubicBezTo>
                <a:cubicBezTo>
                  <a:pt x="74127" y="6052"/>
                  <a:pt x="74197" y="6026"/>
                  <a:pt x="74197" y="5989"/>
                </a:cubicBezTo>
                <a:cubicBezTo>
                  <a:pt x="74197" y="5928"/>
                  <a:pt x="74379" y="5837"/>
                  <a:pt x="74592" y="5776"/>
                </a:cubicBezTo>
                <a:lnTo>
                  <a:pt x="74744" y="5806"/>
                </a:lnTo>
                <a:cubicBezTo>
                  <a:pt x="74874" y="5806"/>
                  <a:pt x="75005" y="5873"/>
                  <a:pt x="75097" y="5873"/>
                </a:cubicBezTo>
                <a:cubicBezTo>
                  <a:pt x="75112" y="5873"/>
                  <a:pt x="75126" y="5871"/>
                  <a:pt x="75139" y="5867"/>
                </a:cubicBezTo>
                <a:lnTo>
                  <a:pt x="75291" y="5746"/>
                </a:lnTo>
                <a:cubicBezTo>
                  <a:pt x="75443" y="5806"/>
                  <a:pt x="75625" y="5837"/>
                  <a:pt x="75808" y="5837"/>
                </a:cubicBezTo>
                <a:cubicBezTo>
                  <a:pt x="75869" y="5806"/>
                  <a:pt x="76051" y="5776"/>
                  <a:pt x="76203" y="5746"/>
                </a:cubicBezTo>
                <a:lnTo>
                  <a:pt x="76385" y="5776"/>
                </a:lnTo>
                <a:lnTo>
                  <a:pt x="76537" y="5806"/>
                </a:lnTo>
                <a:cubicBezTo>
                  <a:pt x="76811" y="5746"/>
                  <a:pt x="77054" y="5715"/>
                  <a:pt x="77328" y="5685"/>
                </a:cubicBezTo>
                <a:lnTo>
                  <a:pt x="77540" y="5624"/>
                </a:lnTo>
                <a:cubicBezTo>
                  <a:pt x="77566" y="5624"/>
                  <a:pt x="77718" y="5730"/>
                  <a:pt x="77820" y="5730"/>
                </a:cubicBezTo>
                <a:cubicBezTo>
                  <a:pt x="77841" y="5730"/>
                  <a:pt x="77860" y="5725"/>
                  <a:pt x="77875" y="5715"/>
                </a:cubicBezTo>
                <a:cubicBezTo>
                  <a:pt x="78027" y="5654"/>
                  <a:pt x="78179" y="5624"/>
                  <a:pt x="78361" y="5624"/>
                </a:cubicBezTo>
                <a:lnTo>
                  <a:pt x="78513" y="5624"/>
                </a:lnTo>
                <a:cubicBezTo>
                  <a:pt x="78665" y="5624"/>
                  <a:pt x="78787" y="5594"/>
                  <a:pt x="78908" y="5502"/>
                </a:cubicBezTo>
                <a:lnTo>
                  <a:pt x="78969" y="5472"/>
                </a:lnTo>
                <a:cubicBezTo>
                  <a:pt x="78984" y="5411"/>
                  <a:pt x="78999" y="5381"/>
                  <a:pt x="79022" y="5381"/>
                </a:cubicBezTo>
                <a:cubicBezTo>
                  <a:pt x="79045" y="5381"/>
                  <a:pt x="79075" y="5411"/>
                  <a:pt x="79121" y="5472"/>
                </a:cubicBezTo>
                <a:lnTo>
                  <a:pt x="79182" y="5533"/>
                </a:lnTo>
                <a:cubicBezTo>
                  <a:pt x="79190" y="5537"/>
                  <a:pt x="79201" y="5539"/>
                  <a:pt x="79213" y="5539"/>
                </a:cubicBezTo>
                <a:cubicBezTo>
                  <a:pt x="79285" y="5539"/>
                  <a:pt x="79408" y="5472"/>
                  <a:pt x="79486" y="5472"/>
                </a:cubicBezTo>
                <a:cubicBezTo>
                  <a:pt x="79543" y="5477"/>
                  <a:pt x="79601" y="5480"/>
                  <a:pt x="79660" y="5480"/>
                </a:cubicBezTo>
                <a:cubicBezTo>
                  <a:pt x="79943" y="5480"/>
                  <a:pt x="80237" y="5421"/>
                  <a:pt x="80489" y="5320"/>
                </a:cubicBezTo>
                <a:lnTo>
                  <a:pt x="80580" y="5320"/>
                </a:lnTo>
                <a:cubicBezTo>
                  <a:pt x="80619" y="5379"/>
                  <a:pt x="80656" y="5400"/>
                  <a:pt x="80691" y="5400"/>
                </a:cubicBezTo>
                <a:cubicBezTo>
                  <a:pt x="80764" y="5400"/>
                  <a:pt x="80832" y="5310"/>
                  <a:pt x="80914" y="5290"/>
                </a:cubicBezTo>
                <a:cubicBezTo>
                  <a:pt x="81036" y="5290"/>
                  <a:pt x="81036" y="5107"/>
                  <a:pt x="80914" y="5077"/>
                </a:cubicBezTo>
                <a:lnTo>
                  <a:pt x="80823" y="5046"/>
                </a:lnTo>
                <a:cubicBezTo>
                  <a:pt x="80823" y="4992"/>
                  <a:pt x="80896" y="4890"/>
                  <a:pt x="80954" y="4890"/>
                </a:cubicBezTo>
                <a:cubicBezTo>
                  <a:pt x="80962" y="4890"/>
                  <a:pt x="80969" y="4891"/>
                  <a:pt x="80975" y="4894"/>
                </a:cubicBezTo>
                <a:cubicBezTo>
                  <a:pt x="81036" y="4955"/>
                  <a:pt x="81097" y="5046"/>
                  <a:pt x="81157" y="5138"/>
                </a:cubicBezTo>
                <a:lnTo>
                  <a:pt x="81218" y="5198"/>
                </a:lnTo>
                <a:lnTo>
                  <a:pt x="81249" y="5229"/>
                </a:lnTo>
                <a:cubicBezTo>
                  <a:pt x="81309" y="5229"/>
                  <a:pt x="81340" y="5077"/>
                  <a:pt x="81340" y="4864"/>
                </a:cubicBezTo>
                <a:lnTo>
                  <a:pt x="81309" y="4682"/>
                </a:lnTo>
                <a:lnTo>
                  <a:pt x="81279" y="4530"/>
                </a:lnTo>
                <a:cubicBezTo>
                  <a:pt x="81401" y="4530"/>
                  <a:pt x="81401" y="4469"/>
                  <a:pt x="81309" y="4347"/>
                </a:cubicBezTo>
                <a:lnTo>
                  <a:pt x="81218" y="4256"/>
                </a:lnTo>
                <a:cubicBezTo>
                  <a:pt x="81188" y="4226"/>
                  <a:pt x="81249" y="4135"/>
                  <a:pt x="81249" y="4135"/>
                </a:cubicBezTo>
                <a:cubicBezTo>
                  <a:pt x="81492" y="4104"/>
                  <a:pt x="81461" y="3952"/>
                  <a:pt x="81522" y="3800"/>
                </a:cubicBezTo>
                <a:lnTo>
                  <a:pt x="81522" y="3770"/>
                </a:lnTo>
                <a:cubicBezTo>
                  <a:pt x="81553" y="3709"/>
                  <a:pt x="81309" y="3466"/>
                  <a:pt x="81309" y="3375"/>
                </a:cubicBezTo>
                <a:cubicBezTo>
                  <a:pt x="81309" y="3314"/>
                  <a:pt x="81370" y="3284"/>
                  <a:pt x="81431" y="3284"/>
                </a:cubicBezTo>
                <a:cubicBezTo>
                  <a:pt x="81433" y="3286"/>
                  <a:pt x="81435" y="3286"/>
                  <a:pt x="81437" y="3286"/>
                </a:cubicBezTo>
                <a:cubicBezTo>
                  <a:pt x="81465" y="3286"/>
                  <a:pt x="81492" y="3097"/>
                  <a:pt x="81492" y="3040"/>
                </a:cubicBezTo>
                <a:cubicBezTo>
                  <a:pt x="81492" y="3010"/>
                  <a:pt x="81674" y="2858"/>
                  <a:pt x="81735" y="2797"/>
                </a:cubicBezTo>
                <a:cubicBezTo>
                  <a:pt x="81796" y="2767"/>
                  <a:pt x="81674" y="2706"/>
                  <a:pt x="81644" y="2706"/>
                </a:cubicBezTo>
                <a:cubicBezTo>
                  <a:pt x="81613" y="2706"/>
                  <a:pt x="81826" y="2372"/>
                  <a:pt x="81826" y="2250"/>
                </a:cubicBezTo>
                <a:cubicBezTo>
                  <a:pt x="81826" y="2159"/>
                  <a:pt x="81796" y="2068"/>
                  <a:pt x="81765" y="1977"/>
                </a:cubicBezTo>
                <a:cubicBezTo>
                  <a:pt x="81705" y="1977"/>
                  <a:pt x="81644" y="1977"/>
                  <a:pt x="81583" y="2007"/>
                </a:cubicBezTo>
                <a:cubicBezTo>
                  <a:pt x="81579" y="2009"/>
                  <a:pt x="81577" y="2010"/>
                  <a:pt x="81574" y="2010"/>
                </a:cubicBezTo>
                <a:cubicBezTo>
                  <a:pt x="81540" y="2010"/>
                  <a:pt x="81680" y="1794"/>
                  <a:pt x="81765" y="1794"/>
                </a:cubicBezTo>
                <a:cubicBezTo>
                  <a:pt x="81887" y="1855"/>
                  <a:pt x="82039" y="1885"/>
                  <a:pt x="82191" y="1885"/>
                </a:cubicBezTo>
                <a:cubicBezTo>
                  <a:pt x="82282" y="1855"/>
                  <a:pt x="82221" y="1733"/>
                  <a:pt x="82069" y="1581"/>
                </a:cubicBezTo>
                <a:lnTo>
                  <a:pt x="81948" y="1460"/>
                </a:lnTo>
                <a:lnTo>
                  <a:pt x="81917" y="1399"/>
                </a:lnTo>
                <a:cubicBezTo>
                  <a:pt x="81948" y="1308"/>
                  <a:pt x="81887" y="1186"/>
                  <a:pt x="81765" y="1156"/>
                </a:cubicBezTo>
                <a:lnTo>
                  <a:pt x="81583" y="1186"/>
                </a:lnTo>
                <a:lnTo>
                  <a:pt x="81370" y="1247"/>
                </a:lnTo>
                <a:cubicBezTo>
                  <a:pt x="81461" y="1125"/>
                  <a:pt x="81461" y="1065"/>
                  <a:pt x="81370" y="1065"/>
                </a:cubicBezTo>
                <a:lnTo>
                  <a:pt x="81249" y="1065"/>
                </a:lnTo>
                <a:lnTo>
                  <a:pt x="80945" y="1034"/>
                </a:lnTo>
                <a:cubicBezTo>
                  <a:pt x="80854" y="791"/>
                  <a:pt x="80762" y="548"/>
                  <a:pt x="80641" y="335"/>
                </a:cubicBezTo>
                <a:cubicBezTo>
                  <a:pt x="80621" y="306"/>
                  <a:pt x="80599" y="292"/>
                  <a:pt x="80577" y="292"/>
                </a:cubicBezTo>
                <a:cubicBezTo>
                  <a:pt x="80531" y="292"/>
                  <a:pt x="80489" y="353"/>
                  <a:pt x="80489" y="457"/>
                </a:cubicBezTo>
                <a:lnTo>
                  <a:pt x="80276" y="335"/>
                </a:lnTo>
                <a:cubicBezTo>
                  <a:pt x="80124" y="244"/>
                  <a:pt x="79911" y="214"/>
                  <a:pt x="79729" y="214"/>
                </a:cubicBezTo>
                <a:cubicBezTo>
                  <a:pt x="79668" y="214"/>
                  <a:pt x="79607" y="183"/>
                  <a:pt x="79577" y="153"/>
                </a:cubicBezTo>
                <a:lnTo>
                  <a:pt x="79516" y="153"/>
                </a:lnTo>
                <a:cubicBezTo>
                  <a:pt x="79455" y="92"/>
                  <a:pt x="79395" y="31"/>
                  <a:pt x="79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1"/>
          <p:cNvSpPr/>
          <p:nvPr/>
        </p:nvSpPr>
        <p:spPr>
          <a:xfrm rot="-5400000">
            <a:off x="-2787363" y="1988699"/>
            <a:ext cx="6047015" cy="1166129"/>
          </a:xfrm>
          <a:custGeom>
            <a:rect b="b" l="l" r="r" t="t"/>
            <a:pathLst>
              <a:path extrusionOk="0" h="18265" w="94714">
                <a:moveTo>
                  <a:pt x="17417" y="2310"/>
                </a:moveTo>
                <a:cubicBezTo>
                  <a:pt x="17448" y="2310"/>
                  <a:pt x="17509" y="2341"/>
                  <a:pt x="17539" y="2371"/>
                </a:cubicBezTo>
                <a:cubicBezTo>
                  <a:pt x="17539" y="2401"/>
                  <a:pt x="17509" y="2432"/>
                  <a:pt x="17478" y="2462"/>
                </a:cubicBezTo>
                <a:cubicBezTo>
                  <a:pt x="17448" y="2493"/>
                  <a:pt x="17387" y="2493"/>
                  <a:pt x="17357" y="2493"/>
                </a:cubicBezTo>
                <a:lnTo>
                  <a:pt x="17144" y="2614"/>
                </a:lnTo>
                <a:cubicBezTo>
                  <a:pt x="16992" y="2553"/>
                  <a:pt x="17022" y="2432"/>
                  <a:pt x="17235" y="2371"/>
                </a:cubicBezTo>
                <a:lnTo>
                  <a:pt x="17417" y="2310"/>
                </a:lnTo>
                <a:close/>
                <a:moveTo>
                  <a:pt x="12341" y="2736"/>
                </a:moveTo>
                <a:cubicBezTo>
                  <a:pt x="12433" y="2736"/>
                  <a:pt x="12402" y="2979"/>
                  <a:pt x="12281" y="3040"/>
                </a:cubicBezTo>
                <a:cubicBezTo>
                  <a:pt x="12247" y="3051"/>
                  <a:pt x="12214" y="3058"/>
                  <a:pt x="12185" y="3058"/>
                </a:cubicBezTo>
                <a:cubicBezTo>
                  <a:pt x="12135" y="3058"/>
                  <a:pt x="12098" y="3037"/>
                  <a:pt x="12098" y="2979"/>
                </a:cubicBezTo>
                <a:cubicBezTo>
                  <a:pt x="12129" y="2888"/>
                  <a:pt x="12220" y="2797"/>
                  <a:pt x="12341" y="2736"/>
                </a:cubicBezTo>
                <a:close/>
                <a:moveTo>
                  <a:pt x="82756" y="2780"/>
                </a:moveTo>
                <a:cubicBezTo>
                  <a:pt x="82765" y="2780"/>
                  <a:pt x="82768" y="2786"/>
                  <a:pt x="82768" y="2797"/>
                </a:cubicBezTo>
                <a:cubicBezTo>
                  <a:pt x="82738" y="2857"/>
                  <a:pt x="82768" y="2888"/>
                  <a:pt x="82799" y="2888"/>
                </a:cubicBezTo>
                <a:cubicBezTo>
                  <a:pt x="82829" y="2888"/>
                  <a:pt x="82890" y="2949"/>
                  <a:pt x="82920" y="2979"/>
                </a:cubicBezTo>
                <a:cubicBezTo>
                  <a:pt x="82768" y="3009"/>
                  <a:pt x="82647" y="3040"/>
                  <a:pt x="82525" y="3070"/>
                </a:cubicBezTo>
                <a:cubicBezTo>
                  <a:pt x="82495" y="3070"/>
                  <a:pt x="82464" y="3040"/>
                  <a:pt x="82434" y="3009"/>
                </a:cubicBezTo>
                <a:cubicBezTo>
                  <a:pt x="82403" y="2979"/>
                  <a:pt x="82434" y="2918"/>
                  <a:pt x="82434" y="2918"/>
                </a:cubicBezTo>
                <a:lnTo>
                  <a:pt x="82616" y="2888"/>
                </a:lnTo>
                <a:cubicBezTo>
                  <a:pt x="82697" y="2807"/>
                  <a:pt x="82738" y="2780"/>
                  <a:pt x="82756" y="2780"/>
                </a:cubicBezTo>
                <a:close/>
                <a:moveTo>
                  <a:pt x="81639" y="3136"/>
                </a:moveTo>
                <a:cubicBezTo>
                  <a:pt x="81674" y="3136"/>
                  <a:pt x="81708" y="3144"/>
                  <a:pt x="81735" y="3161"/>
                </a:cubicBezTo>
                <a:cubicBezTo>
                  <a:pt x="81856" y="3192"/>
                  <a:pt x="81886" y="3282"/>
                  <a:pt x="81797" y="3313"/>
                </a:cubicBezTo>
                <a:lnTo>
                  <a:pt x="81797" y="3313"/>
                </a:lnTo>
                <a:cubicBezTo>
                  <a:pt x="81685" y="3308"/>
                  <a:pt x="81576" y="3278"/>
                  <a:pt x="81492" y="3222"/>
                </a:cubicBezTo>
                <a:cubicBezTo>
                  <a:pt x="81470" y="3179"/>
                  <a:pt x="81555" y="3136"/>
                  <a:pt x="81639" y="3136"/>
                </a:cubicBezTo>
                <a:close/>
                <a:moveTo>
                  <a:pt x="8542" y="3526"/>
                </a:moveTo>
                <a:lnTo>
                  <a:pt x="8724" y="3617"/>
                </a:lnTo>
                <a:cubicBezTo>
                  <a:pt x="8697" y="3671"/>
                  <a:pt x="8653" y="3713"/>
                  <a:pt x="8598" y="3743"/>
                </a:cubicBezTo>
                <a:lnTo>
                  <a:pt x="8598" y="3743"/>
                </a:lnTo>
                <a:cubicBezTo>
                  <a:pt x="8581" y="3721"/>
                  <a:pt x="8564" y="3700"/>
                  <a:pt x="8542" y="3678"/>
                </a:cubicBezTo>
                <a:lnTo>
                  <a:pt x="8451" y="3678"/>
                </a:lnTo>
                <a:cubicBezTo>
                  <a:pt x="8420" y="3678"/>
                  <a:pt x="8420" y="3617"/>
                  <a:pt x="8420" y="3556"/>
                </a:cubicBezTo>
                <a:cubicBezTo>
                  <a:pt x="8420" y="3526"/>
                  <a:pt x="8512" y="3526"/>
                  <a:pt x="8542" y="3526"/>
                </a:cubicBezTo>
                <a:close/>
                <a:moveTo>
                  <a:pt x="10244" y="3496"/>
                </a:moveTo>
                <a:cubicBezTo>
                  <a:pt x="10305" y="3496"/>
                  <a:pt x="10366" y="3526"/>
                  <a:pt x="10335" y="3556"/>
                </a:cubicBezTo>
                <a:lnTo>
                  <a:pt x="10335" y="3587"/>
                </a:lnTo>
                <a:lnTo>
                  <a:pt x="10335" y="3617"/>
                </a:lnTo>
                <a:cubicBezTo>
                  <a:pt x="10314" y="3660"/>
                  <a:pt x="10338" y="3703"/>
                  <a:pt x="10375" y="3703"/>
                </a:cubicBezTo>
                <a:cubicBezTo>
                  <a:pt x="10391" y="3703"/>
                  <a:pt x="10409" y="3696"/>
                  <a:pt x="10426" y="3678"/>
                </a:cubicBezTo>
                <a:lnTo>
                  <a:pt x="10457" y="3678"/>
                </a:lnTo>
                <a:cubicBezTo>
                  <a:pt x="10461" y="3676"/>
                  <a:pt x="10465" y="3675"/>
                  <a:pt x="10470" y="3675"/>
                </a:cubicBezTo>
                <a:cubicBezTo>
                  <a:pt x="10537" y="3675"/>
                  <a:pt x="10664" y="3860"/>
                  <a:pt x="10578" y="3860"/>
                </a:cubicBezTo>
                <a:lnTo>
                  <a:pt x="10001" y="3860"/>
                </a:lnTo>
                <a:cubicBezTo>
                  <a:pt x="10001" y="3769"/>
                  <a:pt x="10031" y="3648"/>
                  <a:pt x="10031" y="3648"/>
                </a:cubicBezTo>
                <a:cubicBezTo>
                  <a:pt x="10183" y="3648"/>
                  <a:pt x="10183" y="3556"/>
                  <a:pt x="10244" y="3496"/>
                </a:cubicBezTo>
                <a:close/>
                <a:moveTo>
                  <a:pt x="9506" y="3483"/>
                </a:moveTo>
                <a:cubicBezTo>
                  <a:pt x="9527" y="3483"/>
                  <a:pt x="9550" y="3487"/>
                  <a:pt x="9575" y="3496"/>
                </a:cubicBezTo>
                <a:cubicBezTo>
                  <a:pt x="9667" y="3526"/>
                  <a:pt x="9758" y="3587"/>
                  <a:pt x="9819" y="3678"/>
                </a:cubicBezTo>
                <a:lnTo>
                  <a:pt x="9849" y="3739"/>
                </a:lnTo>
                <a:cubicBezTo>
                  <a:pt x="9827" y="3805"/>
                  <a:pt x="9758" y="3855"/>
                  <a:pt x="9675" y="3855"/>
                </a:cubicBezTo>
                <a:cubicBezTo>
                  <a:pt x="9643" y="3855"/>
                  <a:pt x="9609" y="3847"/>
                  <a:pt x="9575" y="3830"/>
                </a:cubicBezTo>
                <a:lnTo>
                  <a:pt x="9484" y="3830"/>
                </a:lnTo>
                <a:cubicBezTo>
                  <a:pt x="9423" y="3830"/>
                  <a:pt x="9363" y="3830"/>
                  <a:pt x="9332" y="3860"/>
                </a:cubicBezTo>
                <a:lnTo>
                  <a:pt x="9332" y="3982"/>
                </a:lnTo>
                <a:cubicBezTo>
                  <a:pt x="9241" y="3982"/>
                  <a:pt x="9180" y="3891"/>
                  <a:pt x="9180" y="3830"/>
                </a:cubicBezTo>
                <a:lnTo>
                  <a:pt x="9211" y="3769"/>
                </a:lnTo>
                <a:cubicBezTo>
                  <a:pt x="9211" y="3739"/>
                  <a:pt x="9211" y="3678"/>
                  <a:pt x="9211" y="3678"/>
                </a:cubicBezTo>
                <a:cubicBezTo>
                  <a:pt x="9315" y="3626"/>
                  <a:pt x="9375" y="3483"/>
                  <a:pt x="9506" y="3483"/>
                </a:cubicBezTo>
                <a:close/>
                <a:moveTo>
                  <a:pt x="9940" y="4316"/>
                </a:moveTo>
                <a:lnTo>
                  <a:pt x="10153" y="4347"/>
                </a:lnTo>
                <a:cubicBezTo>
                  <a:pt x="10426" y="4408"/>
                  <a:pt x="10639" y="4468"/>
                  <a:pt x="10639" y="4499"/>
                </a:cubicBezTo>
                <a:cubicBezTo>
                  <a:pt x="10639" y="4542"/>
                  <a:pt x="10578" y="4585"/>
                  <a:pt x="10500" y="4585"/>
                </a:cubicBezTo>
                <a:cubicBezTo>
                  <a:pt x="10467" y="4585"/>
                  <a:pt x="10432" y="4577"/>
                  <a:pt x="10396" y="4560"/>
                </a:cubicBezTo>
                <a:lnTo>
                  <a:pt x="10244" y="4560"/>
                </a:lnTo>
                <a:cubicBezTo>
                  <a:pt x="10122" y="4560"/>
                  <a:pt x="10001" y="4529"/>
                  <a:pt x="9879" y="4468"/>
                </a:cubicBezTo>
                <a:cubicBezTo>
                  <a:pt x="9849" y="4438"/>
                  <a:pt x="9819" y="4408"/>
                  <a:pt x="9819" y="4377"/>
                </a:cubicBezTo>
                <a:cubicBezTo>
                  <a:pt x="9849" y="4347"/>
                  <a:pt x="9879" y="4316"/>
                  <a:pt x="9940" y="4316"/>
                </a:cubicBezTo>
                <a:close/>
                <a:moveTo>
                  <a:pt x="8811" y="4402"/>
                </a:moveTo>
                <a:cubicBezTo>
                  <a:pt x="8877" y="4402"/>
                  <a:pt x="8979" y="4488"/>
                  <a:pt x="9059" y="4620"/>
                </a:cubicBezTo>
                <a:lnTo>
                  <a:pt x="8755" y="4681"/>
                </a:lnTo>
                <a:lnTo>
                  <a:pt x="8663" y="4681"/>
                </a:lnTo>
                <a:cubicBezTo>
                  <a:pt x="8649" y="4696"/>
                  <a:pt x="8627" y="4702"/>
                  <a:pt x="8604" y="4702"/>
                </a:cubicBezTo>
                <a:cubicBezTo>
                  <a:pt x="8529" y="4702"/>
                  <a:pt x="8435" y="4643"/>
                  <a:pt x="8481" y="4620"/>
                </a:cubicBezTo>
                <a:lnTo>
                  <a:pt x="8785" y="4408"/>
                </a:lnTo>
                <a:cubicBezTo>
                  <a:pt x="8793" y="4404"/>
                  <a:pt x="8802" y="4402"/>
                  <a:pt x="8811" y="4402"/>
                </a:cubicBezTo>
                <a:close/>
                <a:moveTo>
                  <a:pt x="11133" y="4107"/>
                </a:moveTo>
                <a:cubicBezTo>
                  <a:pt x="11149" y="4107"/>
                  <a:pt x="11166" y="4114"/>
                  <a:pt x="11186" y="4134"/>
                </a:cubicBezTo>
                <a:cubicBezTo>
                  <a:pt x="11217" y="4164"/>
                  <a:pt x="11247" y="4225"/>
                  <a:pt x="11247" y="4256"/>
                </a:cubicBezTo>
                <a:lnTo>
                  <a:pt x="11217" y="4347"/>
                </a:lnTo>
                <a:cubicBezTo>
                  <a:pt x="11126" y="4468"/>
                  <a:pt x="11156" y="4560"/>
                  <a:pt x="11247" y="4590"/>
                </a:cubicBezTo>
                <a:lnTo>
                  <a:pt x="11278" y="4620"/>
                </a:lnTo>
                <a:cubicBezTo>
                  <a:pt x="11338" y="4712"/>
                  <a:pt x="11217" y="4772"/>
                  <a:pt x="11126" y="4803"/>
                </a:cubicBezTo>
                <a:cubicBezTo>
                  <a:pt x="11065" y="4803"/>
                  <a:pt x="11004" y="4803"/>
                  <a:pt x="10974" y="4772"/>
                </a:cubicBezTo>
                <a:lnTo>
                  <a:pt x="10882" y="4681"/>
                </a:lnTo>
                <a:cubicBezTo>
                  <a:pt x="10822" y="4590"/>
                  <a:pt x="10943" y="4438"/>
                  <a:pt x="10882" y="4377"/>
                </a:cubicBezTo>
                <a:cubicBezTo>
                  <a:pt x="10852" y="4316"/>
                  <a:pt x="10852" y="4225"/>
                  <a:pt x="10882" y="4134"/>
                </a:cubicBezTo>
                <a:lnTo>
                  <a:pt x="11034" y="4134"/>
                </a:lnTo>
                <a:cubicBezTo>
                  <a:pt x="11075" y="4134"/>
                  <a:pt x="11102" y="4107"/>
                  <a:pt x="11133" y="4107"/>
                </a:cubicBezTo>
                <a:close/>
                <a:moveTo>
                  <a:pt x="10457" y="4742"/>
                </a:moveTo>
                <a:cubicBezTo>
                  <a:pt x="10791" y="4863"/>
                  <a:pt x="10882" y="4985"/>
                  <a:pt x="10639" y="4985"/>
                </a:cubicBezTo>
                <a:lnTo>
                  <a:pt x="10396" y="4985"/>
                </a:lnTo>
                <a:cubicBezTo>
                  <a:pt x="10366" y="4924"/>
                  <a:pt x="10305" y="4863"/>
                  <a:pt x="10274" y="4863"/>
                </a:cubicBezTo>
                <a:lnTo>
                  <a:pt x="10183" y="4863"/>
                </a:lnTo>
                <a:cubicBezTo>
                  <a:pt x="10153" y="4863"/>
                  <a:pt x="10153" y="4803"/>
                  <a:pt x="10153" y="4742"/>
                </a:cubicBezTo>
                <a:close/>
                <a:moveTo>
                  <a:pt x="87566" y="6443"/>
                </a:moveTo>
                <a:cubicBezTo>
                  <a:pt x="87624" y="6443"/>
                  <a:pt x="87667" y="6472"/>
                  <a:pt x="87688" y="6525"/>
                </a:cubicBezTo>
                <a:lnTo>
                  <a:pt x="87688" y="6525"/>
                </a:lnTo>
                <a:cubicBezTo>
                  <a:pt x="87653" y="6627"/>
                  <a:pt x="87382" y="6839"/>
                  <a:pt x="87297" y="6839"/>
                </a:cubicBezTo>
                <a:cubicBezTo>
                  <a:pt x="87206" y="6809"/>
                  <a:pt x="87176" y="6778"/>
                  <a:pt x="87176" y="6748"/>
                </a:cubicBezTo>
                <a:lnTo>
                  <a:pt x="87206" y="6748"/>
                </a:lnTo>
                <a:cubicBezTo>
                  <a:pt x="87267" y="6718"/>
                  <a:pt x="87358" y="6687"/>
                  <a:pt x="87419" y="6657"/>
                </a:cubicBezTo>
                <a:cubicBezTo>
                  <a:pt x="87449" y="6626"/>
                  <a:pt x="87388" y="6535"/>
                  <a:pt x="87419" y="6505"/>
                </a:cubicBezTo>
                <a:lnTo>
                  <a:pt x="87449" y="6474"/>
                </a:lnTo>
                <a:cubicBezTo>
                  <a:pt x="87492" y="6453"/>
                  <a:pt x="87531" y="6443"/>
                  <a:pt x="87566" y="6443"/>
                </a:cubicBezTo>
                <a:close/>
                <a:moveTo>
                  <a:pt x="88923" y="7361"/>
                </a:moveTo>
                <a:cubicBezTo>
                  <a:pt x="88961" y="7361"/>
                  <a:pt x="88990" y="7369"/>
                  <a:pt x="88999" y="7386"/>
                </a:cubicBezTo>
                <a:cubicBezTo>
                  <a:pt x="89060" y="7508"/>
                  <a:pt x="89091" y="7629"/>
                  <a:pt x="89091" y="7721"/>
                </a:cubicBezTo>
                <a:cubicBezTo>
                  <a:pt x="89091" y="7758"/>
                  <a:pt x="89067" y="7784"/>
                  <a:pt x="89021" y="7784"/>
                </a:cubicBezTo>
                <a:cubicBezTo>
                  <a:pt x="88992" y="7784"/>
                  <a:pt x="88955" y="7774"/>
                  <a:pt x="88908" y="7751"/>
                </a:cubicBezTo>
                <a:lnTo>
                  <a:pt x="88847" y="7751"/>
                </a:lnTo>
                <a:cubicBezTo>
                  <a:pt x="88787" y="7751"/>
                  <a:pt x="88695" y="7812"/>
                  <a:pt x="88635" y="7812"/>
                </a:cubicBezTo>
                <a:lnTo>
                  <a:pt x="88331" y="7842"/>
                </a:lnTo>
                <a:cubicBezTo>
                  <a:pt x="88386" y="7676"/>
                  <a:pt x="88442" y="7534"/>
                  <a:pt x="88474" y="7534"/>
                </a:cubicBezTo>
                <a:cubicBezTo>
                  <a:pt x="88477" y="7534"/>
                  <a:pt x="88480" y="7536"/>
                  <a:pt x="88483" y="7538"/>
                </a:cubicBezTo>
                <a:cubicBezTo>
                  <a:pt x="88488" y="7544"/>
                  <a:pt x="88498" y="7546"/>
                  <a:pt x="88510" y="7546"/>
                </a:cubicBezTo>
                <a:cubicBezTo>
                  <a:pt x="88565" y="7546"/>
                  <a:pt x="88671" y="7497"/>
                  <a:pt x="88695" y="7447"/>
                </a:cubicBezTo>
                <a:cubicBezTo>
                  <a:pt x="88695" y="7404"/>
                  <a:pt x="88832" y="7361"/>
                  <a:pt x="88923" y="7361"/>
                </a:cubicBezTo>
                <a:close/>
                <a:moveTo>
                  <a:pt x="7782" y="7082"/>
                </a:moveTo>
                <a:cubicBezTo>
                  <a:pt x="7904" y="7082"/>
                  <a:pt x="8025" y="7113"/>
                  <a:pt x="8147" y="7143"/>
                </a:cubicBezTo>
                <a:lnTo>
                  <a:pt x="7995" y="7143"/>
                </a:lnTo>
                <a:lnTo>
                  <a:pt x="7934" y="7174"/>
                </a:lnTo>
                <a:lnTo>
                  <a:pt x="7600" y="7295"/>
                </a:lnTo>
                <a:cubicBezTo>
                  <a:pt x="7569" y="7569"/>
                  <a:pt x="7752" y="7721"/>
                  <a:pt x="7812" y="7721"/>
                </a:cubicBezTo>
                <a:cubicBezTo>
                  <a:pt x="7838" y="7708"/>
                  <a:pt x="7863" y="7701"/>
                  <a:pt x="7886" y="7701"/>
                </a:cubicBezTo>
                <a:cubicBezTo>
                  <a:pt x="7918" y="7701"/>
                  <a:pt x="7947" y="7715"/>
                  <a:pt x="7964" y="7751"/>
                </a:cubicBezTo>
                <a:lnTo>
                  <a:pt x="7904" y="7873"/>
                </a:lnTo>
                <a:cubicBezTo>
                  <a:pt x="7851" y="7926"/>
                  <a:pt x="7777" y="7958"/>
                  <a:pt x="7701" y="7958"/>
                </a:cubicBezTo>
                <a:cubicBezTo>
                  <a:pt x="7646" y="7958"/>
                  <a:pt x="7590" y="7941"/>
                  <a:pt x="7539" y="7903"/>
                </a:cubicBezTo>
                <a:lnTo>
                  <a:pt x="7448" y="7842"/>
                </a:lnTo>
                <a:cubicBezTo>
                  <a:pt x="7387" y="7781"/>
                  <a:pt x="7326" y="7721"/>
                  <a:pt x="7265" y="7690"/>
                </a:cubicBezTo>
                <a:cubicBezTo>
                  <a:pt x="7174" y="7599"/>
                  <a:pt x="7448" y="7569"/>
                  <a:pt x="7296" y="7478"/>
                </a:cubicBezTo>
                <a:cubicBezTo>
                  <a:pt x="7296" y="7447"/>
                  <a:pt x="7326" y="7417"/>
                  <a:pt x="7326" y="7417"/>
                </a:cubicBezTo>
                <a:lnTo>
                  <a:pt x="7539" y="7295"/>
                </a:lnTo>
                <a:cubicBezTo>
                  <a:pt x="7539" y="7174"/>
                  <a:pt x="7660" y="7113"/>
                  <a:pt x="7782" y="7082"/>
                </a:cubicBezTo>
                <a:close/>
                <a:moveTo>
                  <a:pt x="2645" y="9058"/>
                </a:moveTo>
                <a:lnTo>
                  <a:pt x="2645" y="9058"/>
                </a:lnTo>
                <a:cubicBezTo>
                  <a:pt x="2676" y="9088"/>
                  <a:pt x="2676" y="9119"/>
                  <a:pt x="2615" y="9149"/>
                </a:cubicBezTo>
                <a:lnTo>
                  <a:pt x="2645" y="9210"/>
                </a:lnTo>
                <a:lnTo>
                  <a:pt x="2676" y="9332"/>
                </a:lnTo>
                <a:cubicBezTo>
                  <a:pt x="2635" y="9352"/>
                  <a:pt x="2578" y="9359"/>
                  <a:pt x="2516" y="9359"/>
                </a:cubicBezTo>
                <a:cubicBezTo>
                  <a:pt x="2392" y="9359"/>
                  <a:pt x="2250" y="9332"/>
                  <a:pt x="2189" y="9332"/>
                </a:cubicBezTo>
                <a:cubicBezTo>
                  <a:pt x="2098" y="9332"/>
                  <a:pt x="2007" y="9301"/>
                  <a:pt x="1946" y="9240"/>
                </a:cubicBezTo>
                <a:lnTo>
                  <a:pt x="1946" y="9180"/>
                </a:lnTo>
                <a:cubicBezTo>
                  <a:pt x="1976" y="9149"/>
                  <a:pt x="2037" y="9149"/>
                  <a:pt x="2068" y="9149"/>
                </a:cubicBezTo>
                <a:cubicBezTo>
                  <a:pt x="2159" y="9180"/>
                  <a:pt x="2280" y="9210"/>
                  <a:pt x="2372" y="9210"/>
                </a:cubicBezTo>
                <a:cubicBezTo>
                  <a:pt x="2493" y="9180"/>
                  <a:pt x="2584" y="9149"/>
                  <a:pt x="2645" y="9058"/>
                </a:cubicBezTo>
                <a:close/>
                <a:moveTo>
                  <a:pt x="1500" y="8832"/>
                </a:moveTo>
                <a:cubicBezTo>
                  <a:pt x="1536" y="8832"/>
                  <a:pt x="1669" y="8973"/>
                  <a:pt x="1824" y="9180"/>
                </a:cubicBezTo>
                <a:lnTo>
                  <a:pt x="1794" y="9332"/>
                </a:lnTo>
                <a:cubicBezTo>
                  <a:pt x="1794" y="9362"/>
                  <a:pt x="1764" y="9392"/>
                  <a:pt x="1703" y="9423"/>
                </a:cubicBezTo>
                <a:cubicBezTo>
                  <a:pt x="1672" y="9423"/>
                  <a:pt x="1612" y="9392"/>
                  <a:pt x="1612" y="9362"/>
                </a:cubicBezTo>
                <a:lnTo>
                  <a:pt x="1581" y="9240"/>
                </a:lnTo>
                <a:cubicBezTo>
                  <a:pt x="1520" y="9119"/>
                  <a:pt x="1520" y="8967"/>
                  <a:pt x="1490" y="8845"/>
                </a:cubicBezTo>
                <a:cubicBezTo>
                  <a:pt x="1490" y="8836"/>
                  <a:pt x="1493" y="8832"/>
                  <a:pt x="1500" y="8832"/>
                </a:cubicBezTo>
                <a:close/>
                <a:moveTo>
                  <a:pt x="91188" y="10000"/>
                </a:moveTo>
                <a:cubicBezTo>
                  <a:pt x="91300" y="10000"/>
                  <a:pt x="91542" y="10156"/>
                  <a:pt x="91578" y="10156"/>
                </a:cubicBezTo>
                <a:cubicBezTo>
                  <a:pt x="91581" y="10156"/>
                  <a:pt x="91583" y="10155"/>
                  <a:pt x="91583" y="10152"/>
                </a:cubicBezTo>
                <a:cubicBezTo>
                  <a:pt x="91583" y="10150"/>
                  <a:pt x="91583" y="10149"/>
                  <a:pt x="91583" y="10149"/>
                </a:cubicBezTo>
                <a:lnTo>
                  <a:pt x="91583" y="10149"/>
                </a:lnTo>
                <a:cubicBezTo>
                  <a:pt x="91587" y="10149"/>
                  <a:pt x="91611" y="10307"/>
                  <a:pt x="91583" y="10335"/>
                </a:cubicBezTo>
                <a:cubicBezTo>
                  <a:pt x="91575" y="10343"/>
                  <a:pt x="91562" y="10347"/>
                  <a:pt x="91547" y="10347"/>
                </a:cubicBezTo>
                <a:cubicBezTo>
                  <a:pt x="91450" y="10347"/>
                  <a:pt x="91236" y="10201"/>
                  <a:pt x="91157" y="10122"/>
                </a:cubicBezTo>
                <a:cubicBezTo>
                  <a:pt x="91036" y="10031"/>
                  <a:pt x="91066" y="10000"/>
                  <a:pt x="91188" y="10000"/>
                </a:cubicBezTo>
                <a:close/>
                <a:moveTo>
                  <a:pt x="943" y="10152"/>
                </a:moveTo>
                <a:lnTo>
                  <a:pt x="1004" y="10183"/>
                </a:lnTo>
                <a:lnTo>
                  <a:pt x="1095" y="10213"/>
                </a:lnTo>
                <a:cubicBezTo>
                  <a:pt x="1217" y="10213"/>
                  <a:pt x="1156" y="10395"/>
                  <a:pt x="1095" y="10456"/>
                </a:cubicBezTo>
                <a:cubicBezTo>
                  <a:pt x="1073" y="10478"/>
                  <a:pt x="1044" y="10488"/>
                  <a:pt x="1013" y="10488"/>
                </a:cubicBezTo>
                <a:cubicBezTo>
                  <a:pt x="956" y="10488"/>
                  <a:pt x="891" y="10454"/>
                  <a:pt x="852" y="10395"/>
                </a:cubicBezTo>
                <a:lnTo>
                  <a:pt x="791" y="10335"/>
                </a:lnTo>
                <a:lnTo>
                  <a:pt x="730" y="10274"/>
                </a:lnTo>
                <a:cubicBezTo>
                  <a:pt x="791" y="10213"/>
                  <a:pt x="852" y="10152"/>
                  <a:pt x="943" y="10152"/>
                </a:cubicBezTo>
                <a:close/>
                <a:moveTo>
                  <a:pt x="92675" y="10283"/>
                </a:moveTo>
                <a:cubicBezTo>
                  <a:pt x="92754" y="10283"/>
                  <a:pt x="92897" y="10311"/>
                  <a:pt x="92986" y="10311"/>
                </a:cubicBezTo>
                <a:cubicBezTo>
                  <a:pt x="93009" y="10311"/>
                  <a:pt x="93028" y="10309"/>
                  <a:pt x="93042" y="10304"/>
                </a:cubicBezTo>
                <a:cubicBezTo>
                  <a:pt x="93164" y="10304"/>
                  <a:pt x="93224" y="10365"/>
                  <a:pt x="93164" y="10487"/>
                </a:cubicBezTo>
                <a:lnTo>
                  <a:pt x="93072" y="10578"/>
                </a:lnTo>
                <a:lnTo>
                  <a:pt x="93042" y="10608"/>
                </a:lnTo>
                <a:cubicBezTo>
                  <a:pt x="92951" y="10608"/>
                  <a:pt x="92799" y="10578"/>
                  <a:pt x="92768" y="10578"/>
                </a:cubicBezTo>
                <a:cubicBezTo>
                  <a:pt x="92708" y="10578"/>
                  <a:pt x="92616" y="10395"/>
                  <a:pt x="92616" y="10304"/>
                </a:cubicBezTo>
                <a:cubicBezTo>
                  <a:pt x="92616" y="10288"/>
                  <a:pt x="92639" y="10283"/>
                  <a:pt x="92675" y="10283"/>
                </a:cubicBezTo>
                <a:close/>
                <a:moveTo>
                  <a:pt x="90922" y="10292"/>
                </a:moveTo>
                <a:cubicBezTo>
                  <a:pt x="90939" y="10292"/>
                  <a:pt x="90957" y="10295"/>
                  <a:pt x="90975" y="10304"/>
                </a:cubicBezTo>
                <a:lnTo>
                  <a:pt x="91036" y="10304"/>
                </a:lnTo>
                <a:cubicBezTo>
                  <a:pt x="91157" y="10365"/>
                  <a:pt x="91188" y="10517"/>
                  <a:pt x="91370" y="10517"/>
                </a:cubicBezTo>
                <a:lnTo>
                  <a:pt x="91522" y="10517"/>
                </a:lnTo>
                <a:cubicBezTo>
                  <a:pt x="91522" y="10639"/>
                  <a:pt x="91340" y="10791"/>
                  <a:pt x="91127" y="10882"/>
                </a:cubicBezTo>
                <a:lnTo>
                  <a:pt x="91005" y="10699"/>
                </a:lnTo>
                <a:cubicBezTo>
                  <a:pt x="91066" y="10669"/>
                  <a:pt x="91005" y="10578"/>
                  <a:pt x="90884" y="10517"/>
                </a:cubicBezTo>
                <a:lnTo>
                  <a:pt x="90853" y="10547"/>
                </a:lnTo>
                <a:lnTo>
                  <a:pt x="90701" y="10669"/>
                </a:lnTo>
                <a:cubicBezTo>
                  <a:pt x="90671" y="10547"/>
                  <a:pt x="90762" y="10365"/>
                  <a:pt x="90793" y="10335"/>
                </a:cubicBezTo>
                <a:cubicBezTo>
                  <a:pt x="90836" y="10313"/>
                  <a:pt x="90879" y="10292"/>
                  <a:pt x="90922" y="10292"/>
                </a:cubicBezTo>
                <a:close/>
                <a:moveTo>
                  <a:pt x="92738" y="10760"/>
                </a:moveTo>
                <a:cubicBezTo>
                  <a:pt x="92799" y="10821"/>
                  <a:pt x="92829" y="10882"/>
                  <a:pt x="92860" y="10943"/>
                </a:cubicBezTo>
                <a:lnTo>
                  <a:pt x="92951" y="11003"/>
                </a:lnTo>
                <a:lnTo>
                  <a:pt x="93042" y="11095"/>
                </a:lnTo>
                <a:cubicBezTo>
                  <a:pt x="92996" y="11125"/>
                  <a:pt x="92943" y="11140"/>
                  <a:pt x="92890" y="11140"/>
                </a:cubicBezTo>
                <a:cubicBezTo>
                  <a:pt x="92837" y="11140"/>
                  <a:pt x="92784" y="11125"/>
                  <a:pt x="92738" y="11095"/>
                </a:cubicBezTo>
                <a:cubicBezTo>
                  <a:pt x="92677" y="11064"/>
                  <a:pt x="92556" y="10851"/>
                  <a:pt x="92586" y="10821"/>
                </a:cubicBezTo>
                <a:cubicBezTo>
                  <a:pt x="92616" y="10791"/>
                  <a:pt x="92677" y="10760"/>
                  <a:pt x="92738" y="10760"/>
                </a:cubicBezTo>
                <a:close/>
                <a:moveTo>
                  <a:pt x="15941" y="11394"/>
                </a:moveTo>
                <a:cubicBezTo>
                  <a:pt x="15949" y="11394"/>
                  <a:pt x="15955" y="11395"/>
                  <a:pt x="15958" y="11399"/>
                </a:cubicBezTo>
                <a:cubicBezTo>
                  <a:pt x="15989" y="11459"/>
                  <a:pt x="15989" y="11520"/>
                  <a:pt x="16019" y="11611"/>
                </a:cubicBezTo>
                <a:lnTo>
                  <a:pt x="15898" y="11581"/>
                </a:lnTo>
                <a:lnTo>
                  <a:pt x="15685" y="11551"/>
                </a:lnTo>
                <a:cubicBezTo>
                  <a:pt x="15667" y="11639"/>
                  <a:pt x="15649" y="11686"/>
                  <a:pt x="15644" y="11686"/>
                </a:cubicBezTo>
                <a:cubicBezTo>
                  <a:pt x="15640" y="11686"/>
                  <a:pt x="15642" y="11662"/>
                  <a:pt x="15654" y="11611"/>
                </a:cubicBezTo>
                <a:cubicBezTo>
                  <a:pt x="15654" y="11503"/>
                  <a:pt x="15873" y="11394"/>
                  <a:pt x="15941" y="11394"/>
                </a:cubicBezTo>
                <a:close/>
                <a:moveTo>
                  <a:pt x="14560" y="11338"/>
                </a:moveTo>
                <a:cubicBezTo>
                  <a:pt x="14712" y="11399"/>
                  <a:pt x="14834" y="11490"/>
                  <a:pt x="14955" y="11611"/>
                </a:cubicBezTo>
                <a:cubicBezTo>
                  <a:pt x="15001" y="11656"/>
                  <a:pt x="14861" y="11735"/>
                  <a:pt x="14761" y="11735"/>
                </a:cubicBezTo>
                <a:cubicBezTo>
                  <a:pt x="14727" y="11735"/>
                  <a:pt x="14697" y="11726"/>
                  <a:pt x="14682" y="11702"/>
                </a:cubicBezTo>
                <a:cubicBezTo>
                  <a:pt x="14627" y="11675"/>
                  <a:pt x="14573" y="11660"/>
                  <a:pt x="14521" y="11660"/>
                </a:cubicBezTo>
                <a:cubicBezTo>
                  <a:pt x="14457" y="11660"/>
                  <a:pt x="14398" y="11683"/>
                  <a:pt x="14347" y="11733"/>
                </a:cubicBezTo>
                <a:lnTo>
                  <a:pt x="14287" y="11733"/>
                </a:lnTo>
                <a:lnTo>
                  <a:pt x="14135" y="11702"/>
                </a:lnTo>
                <a:cubicBezTo>
                  <a:pt x="14152" y="11614"/>
                  <a:pt x="14211" y="11567"/>
                  <a:pt x="14294" y="11567"/>
                </a:cubicBezTo>
                <a:cubicBezTo>
                  <a:pt x="14352" y="11567"/>
                  <a:pt x="14423" y="11591"/>
                  <a:pt x="14499" y="11642"/>
                </a:cubicBezTo>
                <a:lnTo>
                  <a:pt x="14560" y="11338"/>
                </a:lnTo>
                <a:close/>
                <a:moveTo>
                  <a:pt x="12620" y="11409"/>
                </a:moveTo>
                <a:cubicBezTo>
                  <a:pt x="12634" y="11409"/>
                  <a:pt x="12652" y="11415"/>
                  <a:pt x="12676" y="11429"/>
                </a:cubicBezTo>
                <a:lnTo>
                  <a:pt x="12828" y="11429"/>
                </a:lnTo>
                <a:cubicBezTo>
                  <a:pt x="12949" y="11429"/>
                  <a:pt x="12888" y="11611"/>
                  <a:pt x="12828" y="11702"/>
                </a:cubicBezTo>
                <a:cubicBezTo>
                  <a:pt x="12814" y="11730"/>
                  <a:pt x="12788" y="11745"/>
                  <a:pt x="12758" y="11745"/>
                </a:cubicBezTo>
                <a:cubicBezTo>
                  <a:pt x="12721" y="11745"/>
                  <a:pt x="12679" y="11722"/>
                  <a:pt x="12645" y="11672"/>
                </a:cubicBezTo>
                <a:cubicBezTo>
                  <a:pt x="12594" y="11595"/>
                  <a:pt x="12542" y="11409"/>
                  <a:pt x="12620" y="11409"/>
                </a:cubicBezTo>
                <a:close/>
                <a:moveTo>
                  <a:pt x="16718" y="11429"/>
                </a:moveTo>
                <a:cubicBezTo>
                  <a:pt x="16779" y="11429"/>
                  <a:pt x="16840" y="11429"/>
                  <a:pt x="16901" y="11459"/>
                </a:cubicBezTo>
                <a:lnTo>
                  <a:pt x="16931" y="11490"/>
                </a:lnTo>
                <a:cubicBezTo>
                  <a:pt x="16901" y="11611"/>
                  <a:pt x="16810" y="11702"/>
                  <a:pt x="16749" y="11763"/>
                </a:cubicBezTo>
                <a:lnTo>
                  <a:pt x="16627" y="11854"/>
                </a:lnTo>
                <a:cubicBezTo>
                  <a:pt x="16597" y="11854"/>
                  <a:pt x="16536" y="11824"/>
                  <a:pt x="16506" y="11794"/>
                </a:cubicBezTo>
                <a:cubicBezTo>
                  <a:pt x="16506" y="11763"/>
                  <a:pt x="16506" y="11733"/>
                  <a:pt x="16536" y="11702"/>
                </a:cubicBezTo>
                <a:lnTo>
                  <a:pt x="16597" y="11672"/>
                </a:lnTo>
                <a:cubicBezTo>
                  <a:pt x="16658" y="11642"/>
                  <a:pt x="16627" y="11551"/>
                  <a:pt x="16536" y="11459"/>
                </a:cubicBezTo>
                <a:lnTo>
                  <a:pt x="16718" y="11429"/>
                </a:lnTo>
                <a:close/>
                <a:moveTo>
                  <a:pt x="17368" y="11579"/>
                </a:moveTo>
                <a:cubicBezTo>
                  <a:pt x="17374" y="11579"/>
                  <a:pt x="17381" y="11579"/>
                  <a:pt x="17387" y="11581"/>
                </a:cubicBezTo>
                <a:lnTo>
                  <a:pt x="17387" y="11611"/>
                </a:lnTo>
                <a:lnTo>
                  <a:pt x="17387" y="11733"/>
                </a:lnTo>
                <a:cubicBezTo>
                  <a:pt x="17342" y="11846"/>
                  <a:pt x="17263" y="11908"/>
                  <a:pt x="17201" y="11908"/>
                </a:cubicBezTo>
                <a:cubicBezTo>
                  <a:pt x="17179" y="11908"/>
                  <a:pt x="17160" y="11901"/>
                  <a:pt x="17144" y="11885"/>
                </a:cubicBezTo>
                <a:cubicBezTo>
                  <a:pt x="17086" y="11827"/>
                  <a:pt x="17247" y="11579"/>
                  <a:pt x="17368" y="11579"/>
                </a:cubicBezTo>
                <a:close/>
                <a:moveTo>
                  <a:pt x="7404" y="11705"/>
                </a:moveTo>
                <a:cubicBezTo>
                  <a:pt x="7427" y="11705"/>
                  <a:pt x="7452" y="11713"/>
                  <a:pt x="7478" y="11733"/>
                </a:cubicBezTo>
                <a:lnTo>
                  <a:pt x="7569" y="11794"/>
                </a:lnTo>
                <a:lnTo>
                  <a:pt x="7600" y="11824"/>
                </a:lnTo>
                <a:cubicBezTo>
                  <a:pt x="7630" y="11854"/>
                  <a:pt x="7630" y="11915"/>
                  <a:pt x="7569" y="11946"/>
                </a:cubicBezTo>
                <a:lnTo>
                  <a:pt x="7448" y="11946"/>
                </a:lnTo>
                <a:cubicBezTo>
                  <a:pt x="7415" y="11954"/>
                  <a:pt x="7387" y="11958"/>
                  <a:pt x="7363" y="11958"/>
                </a:cubicBezTo>
                <a:cubicBezTo>
                  <a:pt x="7298" y="11958"/>
                  <a:pt x="7265" y="11929"/>
                  <a:pt x="7265" y="11885"/>
                </a:cubicBezTo>
                <a:cubicBezTo>
                  <a:pt x="7265" y="11813"/>
                  <a:pt x="7321" y="11705"/>
                  <a:pt x="7404" y="11705"/>
                </a:cubicBezTo>
                <a:close/>
                <a:moveTo>
                  <a:pt x="6931" y="11247"/>
                </a:moveTo>
                <a:lnTo>
                  <a:pt x="7022" y="11277"/>
                </a:lnTo>
                <a:lnTo>
                  <a:pt x="7053" y="11307"/>
                </a:lnTo>
                <a:cubicBezTo>
                  <a:pt x="7083" y="11459"/>
                  <a:pt x="7113" y="11581"/>
                  <a:pt x="7083" y="11733"/>
                </a:cubicBezTo>
                <a:cubicBezTo>
                  <a:pt x="7022" y="11854"/>
                  <a:pt x="6961" y="11946"/>
                  <a:pt x="6870" y="12037"/>
                </a:cubicBezTo>
                <a:cubicBezTo>
                  <a:pt x="6840" y="12067"/>
                  <a:pt x="6809" y="12067"/>
                  <a:pt x="6749" y="12098"/>
                </a:cubicBezTo>
                <a:cubicBezTo>
                  <a:pt x="6749" y="12067"/>
                  <a:pt x="6779" y="12037"/>
                  <a:pt x="6809" y="11976"/>
                </a:cubicBezTo>
                <a:cubicBezTo>
                  <a:pt x="6809" y="11824"/>
                  <a:pt x="6809" y="11702"/>
                  <a:pt x="6809" y="11581"/>
                </a:cubicBezTo>
                <a:lnTo>
                  <a:pt x="6779" y="11520"/>
                </a:lnTo>
                <a:lnTo>
                  <a:pt x="6779" y="11459"/>
                </a:lnTo>
                <a:cubicBezTo>
                  <a:pt x="6809" y="11368"/>
                  <a:pt x="6870" y="11307"/>
                  <a:pt x="6931" y="11247"/>
                </a:cubicBezTo>
                <a:close/>
                <a:moveTo>
                  <a:pt x="75134" y="11942"/>
                </a:moveTo>
                <a:cubicBezTo>
                  <a:pt x="75225" y="11942"/>
                  <a:pt x="75349" y="12073"/>
                  <a:pt x="75321" y="12128"/>
                </a:cubicBezTo>
                <a:cubicBezTo>
                  <a:pt x="75312" y="12156"/>
                  <a:pt x="75289" y="12167"/>
                  <a:pt x="75259" y="12167"/>
                </a:cubicBezTo>
                <a:cubicBezTo>
                  <a:pt x="75191" y="12167"/>
                  <a:pt x="75090" y="12110"/>
                  <a:pt x="75048" y="12067"/>
                </a:cubicBezTo>
                <a:cubicBezTo>
                  <a:pt x="74987" y="12037"/>
                  <a:pt x="75017" y="11946"/>
                  <a:pt x="75078" y="11946"/>
                </a:cubicBezTo>
                <a:lnTo>
                  <a:pt x="75108" y="11946"/>
                </a:lnTo>
                <a:cubicBezTo>
                  <a:pt x="75117" y="11943"/>
                  <a:pt x="75125" y="11942"/>
                  <a:pt x="75134" y="11942"/>
                </a:cubicBezTo>
                <a:close/>
                <a:moveTo>
                  <a:pt x="68938" y="12006"/>
                </a:moveTo>
                <a:cubicBezTo>
                  <a:pt x="69029" y="12006"/>
                  <a:pt x="69121" y="12067"/>
                  <a:pt x="69181" y="12128"/>
                </a:cubicBezTo>
                <a:lnTo>
                  <a:pt x="69090" y="12189"/>
                </a:lnTo>
                <a:lnTo>
                  <a:pt x="68938" y="12280"/>
                </a:lnTo>
                <a:cubicBezTo>
                  <a:pt x="68999" y="12310"/>
                  <a:pt x="68969" y="12432"/>
                  <a:pt x="68908" y="12462"/>
                </a:cubicBezTo>
                <a:lnTo>
                  <a:pt x="68847" y="12493"/>
                </a:lnTo>
                <a:lnTo>
                  <a:pt x="68786" y="12493"/>
                </a:lnTo>
                <a:cubicBezTo>
                  <a:pt x="68725" y="12493"/>
                  <a:pt x="68695" y="12462"/>
                  <a:pt x="68665" y="12402"/>
                </a:cubicBezTo>
                <a:lnTo>
                  <a:pt x="68665" y="12280"/>
                </a:lnTo>
                <a:lnTo>
                  <a:pt x="68665" y="12250"/>
                </a:lnTo>
                <a:cubicBezTo>
                  <a:pt x="68634" y="12128"/>
                  <a:pt x="68725" y="12006"/>
                  <a:pt x="68847" y="12006"/>
                </a:cubicBezTo>
                <a:close/>
                <a:moveTo>
                  <a:pt x="69637" y="12189"/>
                </a:moveTo>
                <a:lnTo>
                  <a:pt x="69820" y="12280"/>
                </a:lnTo>
                <a:cubicBezTo>
                  <a:pt x="69880" y="12310"/>
                  <a:pt x="69880" y="12402"/>
                  <a:pt x="69820" y="12432"/>
                </a:cubicBezTo>
                <a:cubicBezTo>
                  <a:pt x="69728" y="12462"/>
                  <a:pt x="69637" y="12493"/>
                  <a:pt x="69546" y="12523"/>
                </a:cubicBezTo>
                <a:lnTo>
                  <a:pt x="69485" y="12523"/>
                </a:lnTo>
                <a:cubicBezTo>
                  <a:pt x="69394" y="12523"/>
                  <a:pt x="69364" y="12493"/>
                  <a:pt x="69364" y="12462"/>
                </a:cubicBezTo>
                <a:cubicBezTo>
                  <a:pt x="69394" y="12432"/>
                  <a:pt x="69546" y="12280"/>
                  <a:pt x="69637" y="12189"/>
                </a:cubicBezTo>
                <a:close/>
                <a:moveTo>
                  <a:pt x="87328" y="12037"/>
                </a:moveTo>
                <a:lnTo>
                  <a:pt x="87480" y="12158"/>
                </a:lnTo>
                <a:lnTo>
                  <a:pt x="87510" y="12189"/>
                </a:lnTo>
                <a:cubicBezTo>
                  <a:pt x="87540" y="12181"/>
                  <a:pt x="87571" y="12177"/>
                  <a:pt x="87600" y="12177"/>
                </a:cubicBezTo>
                <a:cubicBezTo>
                  <a:pt x="87689" y="12177"/>
                  <a:pt x="87768" y="12212"/>
                  <a:pt x="87814" y="12280"/>
                </a:cubicBezTo>
                <a:lnTo>
                  <a:pt x="87814" y="12371"/>
                </a:lnTo>
                <a:cubicBezTo>
                  <a:pt x="87844" y="12371"/>
                  <a:pt x="87844" y="12432"/>
                  <a:pt x="87875" y="12432"/>
                </a:cubicBezTo>
                <a:lnTo>
                  <a:pt x="87966" y="12462"/>
                </a:lnTo>
                <a:cubicBezTo>
                  <a:pt x="88027" y="12493"/>
                  <a:pt x="88087" y="12554"/>
                  <a:pt x="88027" y="12584"/>
                </a:cubicBezTo>
                <a:lnTo>
                  <a:pt x="87905" y="12554"/>
                </a:lnTo>
                <a:cubicBezTo>
                  <a:pt x="87783" y="12554"/>
                  <a:pt x="87662" y="12554"/>
                  <a:pt x="87540" y="12523"/>
                </a:cubicBezTo>
                <a:cubicBezTo>
                  <a:pt x="87480" y="12493"/>
                  <a:pt x="87540" y="12402"/>
                  <a:pt x="87601" y="12341"/>
                </a:cubicBezTo>
                <a:cubicBezTo>
                  <a:pt x="87632" y="12310"/>
                  <a:pt x="87449" y="12250"/>
                  <a:pt x="87388" y="12250"/>
                </a:cubicBezTo>
                <a:cubicBezTo>
                  <a:pt x="87297" y="12250"/>
                  <a:pt x="87267" y="12158"/>
                  <a:pt x="87328" y="12037"/>
                </a:cubicBezTo>
                <a:close/>
                <a:moveTo>
                  <a:pt x="79941" y="12265"/>
                </a:moveTo>
                <a:cubicBezTo>
                  <a:pt x="79987" y="12265"/>
                  <a:pt x="80033" y="12280"/>
                  <a:pt x="80063" y="12341"/>
                </a:cubicBezTo>
                <a:cubicBezTo>
                  <a:pt x="80124" y="12432"/>
                  <a:pt x="80185" y="12462"/>
                  <a:pt x="80276" y="12493"/>
                </a:cubicBezTo>
                <a:lnTo>
                  <a:pt x="80428" y="12554"/>
                </a:lnTo>
                <a:cubicBezTo>
                  <a:pt x="80428" y="12590"/>
                  <a:pt x="80395" y="12607"/>
                  <a:pt x="80340" y="12607"/>
                </a:cubicBezTo>
                <a:cubicBezTo>
                  <a:pt x="80255" y="12607"/>
                  <a:pt x="80119" y="12566"/>
                  <a:pt x="79972" y="12493"/>
                </a:cubicBezTo>
                <a:lnTo>
                  <a:pt x="79759" y="12402"/>
                </a:lnTo>
                <a:cubicBezTo>
                  <a:pt x="79729" y="12371"/>
                  <a:pt x="79820" y="12280"/>
                  <a:pt x="79820" y="12280"/>
                </a:cubicBezTo>
                <a:cubicBezTo>
                  <a:pt x="79850" y="12280"/>
                  <a:pt x="79896" y="12265"/>
                  <a:pt x="79941" y="12265"/>
                </a:cubicBezTo>
                <a:close/>
                <a:moveTo>
                  <a:pt x="88387" y="12028"/>
                </a:moveTo>
                <a:cubicBezTo>
                  <a:pt x="88484" y="12028"/>
                  <a:pt x="88659" y="12067"/>
                  <a:pt x="88756" y="12067"/>
                </a:cubicBezTo>
                <a:cubicBezTo>
                  <a:pt x="88847" y="12067"/>
                  <a:pt x="89030" y="12432"/>
                  <a:pt x="88939" y="12523"/>
                </a:cubicBezTo>
                <a:cubicBezTo>
                  <a:pt x="88817" y="12614"/>
                  <a:pt x="88574" y="12584"/>
                  <a:pt x="88513" y="12645"/>
                </a:cubicBezTo>
                <a:cubicBezTo>
                  <a:pt x="88508" y="12647"/>
                  <a:pt x="88503" y="12647"/>
                  <a:pt x="88498" y="12647"/>
                </a:cubicBezTo>
                <a:cubicBezTo>
                  <a:pt x="88422" y="12647"/>
                  <a:pt x="88424" y="12427"/>
                  <a:pt x="88452" y="12341"/>
                </a:cubicBezTo>
                <a:cubicBezTo>
                  <a:pt x="88483" y="12250"/>
                  <a:pt x="88422" y="12189"/>
                  <a:pt x="88361" y="12189"/>
                </a:cubicBezTo>
                <a:cubicBezTo>
                  <a:pt x="88270" y="12219"/>
                  <a:pt x="88179" y="12250"/>
                  <a:pt x="88087" y="12250"/>
                </a:cubicBezTo>
                <a:cubicBezTo>
                  <a:pt x="88148" y="12158"/>
                  <a:pt x="88239" y="12098"/>
                  <a:pt x="88331" y="12037"/>
                </a:cubicBezTo>
                <a:cubicBezTo>
                  <a:pt x="88343" y="12031"/>
                  <a:pt x="88362" y="12028"/>
                  <a:pt x="88387" y="12028"/>
                </a:cubicBezTo>
                <a:close/>
                <a:moveTo>
                  <a:pt x="67759" y="12525"/>
                </a:moveTo>
                <a:cubicBezTo>
                  <a:pt x="67795" y="12525"/>
                  <a:pt x="67833" y="12533"/>
                  <a:pt x="67874" y="12554"/>
                </a:cubicBezTo>
                <a:lnTo>
                  <a:pt x="67935" y="12554"/>
                </a:lnTo>
                <a:cubicBezTo>
                  <a:pt x="67996" y="12614"/>
                  <a:pt x="67965" y="12706"/>
                  <a:pt x="67844" y="12766"/>
                </a:cubicBezTo>
                <a:lnTo>
                  <a:pt x="67783" y="12797"/>
                </a:lnTo>
                <a:cubicBezTo>
                  <a:pt x="67734" y="12797"/>
                  <a:pt x="67681" y="12802"/>
                  <a:pt x="67628" y="12802"/>
                </a:cubicBezTo>
                <a:cubicBezTo>
                  <a:pt x="67550" y="12802"/>
                  <a:pt x="67473" y="12791"/>
                  <a:pt x="67418" y="12736"/>
                </a:cubicBezTo>
                <a:cubicBezTo>
                  <a:pt x="67388" y="12706"/>
                  <a:pt x="67388" y="12675"/>
                  <a:pt x="67418" y="12645"/>
                </a:cubicBezTo>
                <a:cubicBezTo>
                  <a:pt x="67536" y="12621"/>
                  <a:pt x="67636" y="12525"/>
                  <a:pt x="67759" y="12525"/>
                </a:cubicBezTo>
                <a:close/>
                <a:moveTo>
                  <a:pt x="75777" y="12736"/>
                </a:moveTo>
                <a:cubicBezTo>
                  <a:pt x="75807" y="12765"/>
                  <a:pt x="75779" y="12824"/>
                  <a:pt x="75721" y="12883"/>
                </a:cubicBezTo>
                <a:lnTo>
                  <a:pt x="75721" y="12883"/>
                </a:lnTo>
                <a:cubicBezTo>
                  <a:pt x="75721" y="12873"/>
                  <a:pt x="75719" y="12865"/>
                  <a:pt x="75716" y="12858"/>
                </a:cubicBezTo>
                <a:cubicBezTo>
                  <a:pt x="75686" y="12736"/>
                  <a:pt x="75747" y="12736"/>
                  <a:pt x="75777" y="12736"/>
                </a:cubicBezTo>
                <a:close/>
                <a:moveTo>
                  <a:pt x="22567" y="12887"/>
                </a:moveTo>
                <a:cubicBezTo>
                  <a:pt x="22633" y="12887"/>
                  <a:pt x="22697" y="12920"/>
                  <a:pt x="22737" y="12979"/>
                </a:cubicBezTo>
                <a:lnTo>
                  <a:pt x="22767" y="13040"/>
                </a:lnTo>
                <a:lnTo>
                  <a:pt x="22828" y="13070"/>
                </a:lnTo>
                <a:cubicBezTo>
                  <a:pt x="22828" y="13123"/>
                  <a:pt x="22818" y="13156"/>
                  <a:pt x="22791" y="13156"/>
                </a:cubicBezTo>
                <a:cubicBezTo>
                  <a:pt x="22772" y="13156"/>
                  <a:pt x="22744" y="13139"/>
                  <a:pt x="22706" y="13101"/>
                </a:cubicBezTo>
                <a:lnTo>
                  <a:pt x="22585" y="13101"/>
                </a:lnTo>
                <a:lnTo>
                  <a:pt x="22463" y="13070"/>
                </a:lnTo>
                <a:cubicBezTo>
                  <a:pt x="22447" y="13073"/>
                  <a:pt x="22433" y="13074"/>
                  <a:pt x="22421" y="13074"/>
                </a:cubicBezTo>
                <a:cubicBezTo>
                  <a:pt x="22302" y="13074"/>
                  <a:pt x="22408" y="12946"/>
                  <a:pt x="22463" y="12918"/>
                </a:cubicBezTo>
                <a:cubicBezTo>
                  <a:pt x="22495" y="12897"/>
                  <a:pt x="22532" y="12887"/>
                  <a:pt x="22567" y="12887"/>
                </a:cubicBezTo>
                <a:close/>
                <a:moveTo>
                  <a:pt x="42524" y="12797"/>
                </a:moveTo>
                <a:cubicBezTo>
                  <a:pt x="42615" y="12827"/>
                  <a:pt x="42798" y="13010"/>
                  <a:pt x="42737" y="13101"/>
                </a:cubicBezTo>
                <a:cubicBezTo>
                  <a:pt x="42701" y="13172"/>
                  <a:pt x="42666" y="13201"/>
                  <a:pt x="42636" y="13201"/>
                </a:cubicBezTo>
                <a:cubicBezTo>
                  <a:pt x="42615" y="13201"/>
                  <a:pt x="42598" y="13187"/>
                  <a:pt x="42585" y="13161"/>
                </a:cubicBezTo>
                <a:lnTo>
                  <a:pt x="42585" y="13101"/>
                </a:lnTo>
                <a:cubicBezTo>
                  <a:pt x="42615" y="12979"/>
                  <a:pt x="42585" y="12918"/>
                  <a:pt x="42433" y="12918"/>
                </a:cubicBezTo>
                <a:cubicBezTo>
                  <a:pt x="42403" y="12858"/>
                  <a:pt x="42433" y="12827"/>
                  <a:pt x="42524" y="12827"/>
                </a:cubicBezTo>
                <a:lnTo>
                  <a:pt x="42524" y="12797"/>
                </a:lnTo>
                <a:close/>
                <a:moveTo>
                  <a:pt x="16293" y="12584"/>
                </a:moveTo>
                <a:cubicBezTo>
                  <a:pt x="16384" y="12614"/>
                  <a:pt x="16445" y="12675"/>
                  <a:pt x="16506" y="12736"/>
                </a:cubicBezTo>
                <a:cubicBezTo>
                  <a:pt x="16506" y="12780"/>
                  <a:pt x="16522" y="12809"/>
                  <a:pt x="16543" y="12809"/>
                </a:cubicBezTo>
                <a:cubicBezTo>
                  <a:pt x="16550" y="12809"/>
                  <a:pt x="16558" y="12805"/>
                  <a:pt x="16566" y="12797"/>
                </a:cubicBezTo>
                <a:lnTo>
                  <a:pt x="16566" y="12675"/>
                </a:lnTo>
                <a:cubicBezTo>
                  <a:pt x="16597" y="12645"/>
                  <a:pt x="16627" y="12614"/>
                  <a:pt x="16658" y="12614"/>
                </a:cubicBezTo>
                <a:cubicBezTo>
                  <a:pt x="16688" y="12614"/>
                  <a:pt x="16779" y="12645"/>
                  <a:pt x="16779" y="12645"/>
                </a:cubicBezTo>
                <a:lnTo>
                  <a:pt x="16779" y="12797"/>
                </a:lnTo>
                <a:cubicBezTo>
                  <a:pt x="16870" y="12918"/>
                  <a:pt x="17022" y="13192"/>
                  <a:pt x="16962" y="13222"/>
                </a:cubicBezTo>
                <a:cubicBezTo>
                  <a:pt x="16951" y="13233"/>
                  <a:pt x="16938" y="13238"/>
                  <a:pt x="16924" y="13238"/>
                </a:cubicBezTo>
                <a:cubicBezTo>
                  <a:pt x="16860" y="13238"/>
                  <a:pt x="16768" y="13129"/>
                  <a:pt x="16718" y="12979"/>
                </a:cubicBezTo>
                <a:lnTo>
                  <a:pt x="16232" y="12979"/>
                </a:lnTo>
                <a:cubicBezTo>
                  <a:pt x="16232" y="12949"/>
                  <a:pt x="16354" y="12766"/>
                  <a:pt x="16293" y="12706"/>
                </a:cubicBezTo>
                <a:cubicBezTo>
                  <a:pt x="16232" y="12675"/>
                  <a:pt x="16202" y="12584"/>
                  <a:pt x="16202" y="12584"/>
                </a:cubicBezTo>
                <a:close/>
                <a:moveTo>
                  <a:pt x="43892" y="13010"/>
                </a:moveTo>
                <a:cubicBezTo>
                  <a:pt x="43983" y="13101"/>
                  <a:pt x="44074" y="13161"/>
                  <a:pt x="44135" y="13253"/>
                </a:cubicBezTo>
                <a:cubicBezTo>
                  <a:pt x="44156" y="13253"/>
                  <a:pt x="44135" y="13266"/>
                  <a:pt x="44092" y="13266"/>
                </a:cubicBezTo>
                <a:cubicBezTo>
                  <a:pt x="44071" y="13266"/>
                  <a:pt x="44044" y="13263"/>
                  <a:pt x="44014" y="13253"/>
                </a:cubicBezTo>
                <a:lnTo>
                  <a:pt x="43467" y="13253"/>
                </a:lnTo>
                <a:cubicBezTo>
                  <a:pt x="43406" y="13222"/>
                  <a:pt x="43467" y="13131"/>
                  <a:pt x="43588" y="13040"/>
                </a:cubicBezTo>
                <a:cubicBezTo>
                  <a:pt x="43624" y="13076"/>
                  <a:pt x="43655" y="13088"/>
                  <a:pt x="43685" y="13088"/>
                </a:cubicBezTo>
                <a:cubicBezTo>
                  <a:pt x="43732" y="13088"/>
                  <a:pt x="43776" y="13058"/>
                  <a:pt x="43831" y="13040"/>
                </a:cubicBezTo>
                <a:lnTo>
                  <a:pt x="43892" y="13010"/>
                </a:lnTo>
                <a:close/>
                <a:moveTo>
                  <a:pt x="14834" y="12918"/>
                </a:moveTo>
                <a:lnTo>
                  <a:pt x="14803" y="12949"/>
                </a:lnTo>
                <a:cubicBezTo>
                  <a:pt x="14895" y="12949"/>
                  <a:pt x="15138" y="13010"/>
                  <a:pt x="15107" y="13040"/>
                </a:cubicBezTo>
                <a:lnTo>
                  <a:pt x="15107" y="13131"/>
                </a:lnTo>
                <a:cubicBezTo>
                  <a:pt x="15138" y="13222"/>
                  <a:pt x="15138" y="13283"/>
                  <a:pt x="15077" y="13344"/>
                </a:cubicBezTo>
                <a:lnTo>
                  <a:pt x="14986" y="13344"/>
                </a:lnTo>
                <a:cubicBezTo>
                  <a:pt x="14955" y="13313"/>
                  <a:pt x="14895" y="13283"/>
                  <a:pt x="14864" y="13253"/>
                </a:cubicBezTo>
                <a:lnTo>
                  <a:pt x="14712" y="13101"/>
                </a:lnTo>
                <a:cubicBezTo>
                  <a:pt x="14682" y="13010"/>
                  <a:pt x="14743" y="12918"/>
                  <a:pt x="14834" y="12918"/>
                </a:cubicBezTo>
                <a:close/>
                <a:moveTo>
                  <a:pt x="76025" y="12647"/>
                </a:moveTo>
                <a:cubicBezTo>
                  <a:pt x="76174" y="12647"/>
                  <a:pt x="76311" y="12749"/>
                  <a:pt x="76264" y="12797"/>
                </a:cubicBezTo>
                <a:cubicBezTo>
                  <a:pt x="76203" y="12827"/>
                  <a:pt x="76416" y="13161"/>
                  <a:pt x="76507" y="13283"/>
                </a:cubicBezTo>
                <a:cubicBezTo>
                  <a:pt x="76553" y="13376"/>
                  <a:pt x="76511" y="13416"/>
                  <a:pt x="76461" y="13416"/>
                </a:cubicBezTo>
                <a:cubicBezTo>
                  <a:pt x="76446" y="13416"/>
                  <a:pt x="76430" y="13412"/>
                  <a:pt x="76416" y="13405"/>
                </a:cubicBezTo>
                <a:cubicBezTo>
                  <a:pt x="76294" y="13344"/>
                  <a:pt x="76203" y="13313"/>
                  <a:pt x="76081" y="13313"/>
                </a:cubicBezTo>
                <a:lnTo>
                  <a:pt x="76020" y="13344"/>
                </a:lnTo>
                <a:cubicBezTo>
                  <a:pt x="75965" y="13390"/>
                  <a:pt x="75916" y="13405"/>
                  <a:pt x="75869" y="13405"/>
                </a:cubicBezTo>
                <a:cubicBezTo>
                  <a:pt x="75774" y="13405"/>
                  <a:pt x="75692" y="13340"/>
                  <a:pt x="75600" y="13340"/>
                </a:cubicBezTo>
                <a:cubicBezTo>
                  <a:pt x="75588" y="13340"/>
                  <a:pt x="75577" y="13341"/>
                  <a:pt x="75564" y="13344"/>
                </a:cubicBezTo>
                <a:lnTo>
                  <a:pt x="75443" y="13405"/>
                </a:lnTo>
                <a:cubicBezTo>
                  <a:pt x="75260" y="13374"/>
                  <a:pt x="75108" y="13313"/>
                  <a:pt x="75108" y="13283"/>
                </a:cubicBezTo>
                <a:cubicBezTo>
                  <a:pt x="75108" y="13253"/>
                  <a:pt x="75352" y="13101"/>
                  <a:pt x="75291" y="13040"/>
                </a:cubicBezTo>
                <a:cubicBezTo>
                  <a:pt x="75230" y="12979"/>
                  <a:pt x="75139" y="12888"/>
                  <a:pt x="75108" y="12888"/>
                </a:cubicBezTo>
                <a:cubicBezTo>
                  <a:pt x="75108" y="12858"/>
                  <a:pt x="75230" y="12827"/>
                  <a:pt x="75291" y="12827"/>
                </a:cubicBezTo>
                <a:cubicBezTo>
                  <a:pt x="75352" y="12827"/>
                  <a:pt x="75504" y="13131"/>
                  <a:pt x="75564" y="13161"/>
                </a:cubicBezTo>
                <a:cubicBezTo>
                  <a:pt x="75570" y="13163"/>
                  <a:pt x="75575" y="13164"/>
                  <a:pt x="75580" y="13164"/>
                </a:cubicBezTo>
                <a:cubicBezTo>
                  <a:pt x="75652" y="13164"/>
                  <a:pt x="75719" y="13008"/>
                  <a:pt x="75722" y="12908"/>
                </a:cubicBezTo>
                <a:lnTo>
                  <a:pt x="75722" y="12908"/>
                </a:lnTo>
                <a:cubicBezTo>
                  <a:pt x="75730" y="12910"/>
                  <a:pt x="75741" y="12911"/>
                  <a:pt x="75754" y="12911"/>
                </a:cubicBezTo>
                <a:cubicBezTo>
                  <a:pt x="75792" y="12911"/>
                  <a:pt x="75853" y="12903"/>
                  <a:pt x="75929" y="12888"/>
                </a:cubicBezTo>
                <a:lnTo>
                  <a:pt x="75899" y="12675"/>
                </a:lnTo>
                <a:cubicBezTo>
                  <a:pt x="75939" y="12655"/>
                  <a:pt x="75982" y="12647"/>
                  <a:pt x="76025" y="12647"/>
                </a:cubicBezTo>
                <a:close/>
                <a:moveTo>
                  <a:pt x="66347" y="13262"/>
                </a:moveTo>
                <a:cubicBezTo>
                  <a:pt x="66389" y="13262"/>
                  <a:pt x="66442" y="13277"/>
                  <a:pt x="66507" y="13313"/>
                </a:cubicBezTo>
                <a:lnTo>
                  <a:pt x="66658" y="13405"/>
                </a:lnTo>
                <a:cubicBezTo>
                  <a:pt x="66658" y="13405"/>
                  <a:pt x="66689" y="13465"/>
                  <a:pt x="66658" y="13496"/>
                </a:cubicBezTo>
                <a:lnTo>
                  <a:pt x="66598" y="13496"/>
                </a:lnTo>
                <a:lnTo>
                  <a:pt x="66507" y="13405"/>
                </a:lnTo>
                <a:cubicBezTo>
                  <a:pt x="66440" y="13438"/>
                  <a:pt x="66373" y="13462"/>
                  <a:pt x="66321" y="13462"/>
                </a:cubicBezTo>
                <a:cubicBezTo>
                  <a:pt x="66279" y="13462"/>
                  <a:pt x="66247" y="13446"/>
                  <a:pt x="66233" y="13405"/>
                </a:cubicBezTo>
                <a:cubicBezTo>
                  <a:pt x="66212" y="13341"/>
                  <a:pt x="66250" y="13262"/>
                  <a:pt x="66347" y="13262"/>
                </a:cubicBezTo>
                <a:close/>
                <a:moveTo>
                  <a:pt x="72720" y="12795"/>
                </a:moveTo>
                <a:cubicBezTo>
                  <a:pt x="72786" y="12795"/>
                  <a:pt x="72850" y="12829"/>
                  <a:pt x="72890" y="12888"/>
                </a:cubicBezTo>
                <a:lnTo>
                  <a:pt x="72829" y="12979"/>
                </a:lnTo>
                <a:lnTo>
                  <a:pt x="72738" y="13070"/>
                </a:lnTo>
                <a:cubicBezTo>
                  <a:pt x="72757" y="13129"/>
                  <a:pt x="72878" y="13163"/>
                  <a:pt x="72986" y="13163"/>
                </a:cubicBezTo>
                <a:cubicBezTo>
                  <a:pt x="73045" y="13163"/>
                  <a:pt x="73100" y="13153"/>
                  <a:pt x="73133" y="13131"/>
                </a:cubicBezTo>
                <a:cubicBezTo>
                  <a:pt x="73224" y="13070"/>
                  <a:pt x="73315" y="13040"/>
                  <a:pt x="73437" y="13010"/>
                </a:cubicBezTo>
                <a:lnTo>
                  <a:pt x="73528" y="13010"/>
                </a:lnTo>
                <a:cubicBezTo>
                  <a:pt x="73538" y="13006"/>
                  <a:pt x="73547" y="13005"/>
                  <a:pt x="73556" y="13005"/>
                </a:cubicBezTo>
                <a:cubicBezTo>
                  <a:pt x="73632" y="13005"/>
                  <a:pt x="73680" y="13107"/>
                  <a:pt x="73680" y="13161"/>
                </a:cubicBezTo>
                <a:cubicBezTo>
                  <a:pt x="73680" y="13197"/>
                  <a:pt x="73774" y="13212"/>
                  <a:pt x="73852" y="13212"/>
                </a:cubicBezTo>
                <a:cubicBezTo>
                  <a:pt x="73907" y="13212"/>
                  <a:pt x="73953" y="13204"/>
                  <a:pt x="73953" y="13192"/>
                </a:cubicBezTo>
                <a:cubicBezTo>
                  <a:pt x="73923" y="13131"/>
                  <a:pt x="73923" y="13070"/>
                  <a:pt x="73953" y="13040"/>
                </a:cubicBezTo>
                <a:cubicBezTo>
                  <a:pt x="73965" y="13042"/>
                  <a:pt x="73976" y="13043"/>
                  <a:pt x="73985" y="13043"/>
                </a:cubicBezTo>
                <a:cubicBezTo>
                  <a:pt x="74097" y="13043"/>
                  <a:pt x="74049" y="12888"/>
                  <a:pt x="74105" y="12888"/>
                </a:cubicBezTo>
                <a:cubicBezTo>
                  <a:pt x="74197" y="12888"/>
                  <a:pt x="74288" y="12918"/>
                  <a:pt x="74379" y="12949"/>
                </a:cubicBezTo>
                <a:lnTo>
                  <a:pt x="74470" y="12979"/>
                </a:lnTo>
                <a:cubicBezTo>
                  <a:pt x="74531" y="12994"/>
                  <a:pt x="74584" y="13002"/>
                  <a:pt x="74637" y="13002"/>
                </a:cubicBezTo>
                <a:cubicBezTo>
                  <a:pt x="74691" y="13002"/>
                  <a:pt x="74744" y="12994"/>
                  <a:pt x="74805" y="12979"/>
                </a:cubicBezTo>
                <a:lnTo>
                  <a:pt x="74805" y="12918"/>
                </a:lnTo>
                <a:cubicBezTo>
                  <a:pt x="74805" y="12850"/>
                  <a:pt x="74839" y="12816"/>
                  <a:pt x="74894" y="12816"/>
                </a:cubicBezTo>
                <a:cubicBezTo>
                  <a:pt x="74913" y="12816"/>
                  <a:pt x="74934" y="12820"/>
                  <a:pt x="74957" y="12827"/>
                </a:cubicBezTo>
                <a:lnTo>
                  <a:pt x="74987" y="12827"/>
                </a:lnTo>
                <a:cubicBezTo>
                  <a:pt x="74957" y="12979"/>
                  <a:pt x="74865" y="13101"/>
                  <a:pt x="74744" y="13192"/>
                </a:cubicBezTo>
                <a:cubicBezTo>
                  <a:pt x="74683" y="13253"/>
                  <a:pt x="74653" y="13283"/>
                  <a:pt x="74592" y="13344"/>
                </a:cubicBezTo>
                <a:lnTo>
                  <a:pt x="74409" y="13344"/>
                </a:lnTo>
                <a:cubicBezTo>
                  <a:pt x="74399" y="13354"/>
                  <a:pt x="74389" y="13357"/>
                  <a:pt x="74379" y="13357"/>
                </a:cubicBezTo>
                <a:cubicBezTo>
                  <a:pt x="74359" y="13357"/>
                  <a:pt x="74338" y="13344"/>
                  <a:pt x="74318" y="13344"/>
                </a:cubicBezTo>
                <a:cubicBezTo>
                  <a:pt x="74300" y="13335"/>
                  <a:pt x="74283" y="13331"/>
                  <a:pt x="74265" y="13331"/>
                </a:cubicBezTo>
                <a:cubicBezTo>
                  <a:pt x="74222" y="13331"/>
                  <a:pt x="74179" y="13353"/>
                  <a:pt x="74136" y="13374"/>
                </a:cubicBezTo>
                <a:cubicBezTo>
                  <a:pt x="74130" y="13380"/>
                  <a:pt x="74123" y="13382"/>
                  <a:pt x="74114" y="13382"/>
                </a:cubicBezTo>
                <a:cubicBezTo>
                  <a:pt x="74073" y="13382"/>
                  <a:pt x="73998" y="13328"/>
                  <a:pt x="73923" y="13253"/>
                </a:cubicBezTo>
                <a:lnTo>
                  <a:pt x="73771" y="13344"/>
                </a:lnTo>
                <a:lnTo>
                  <a:pt x="73649" y="13465"/>
                </a:lnTo>
                <a:cubicBezTo>
                  <a:pt x="73528" y="13374"/>
                  <a:pt x="73376" y="13374"/>
                  <a:pt x="73254" y="13374"/>
                </a:cubicBezTo>
                <a:lnTo>
                  <a:pt x="73102" y="13374"/>
                </a:lnTo>
                <a:cubicBezTo>
                  <a:pt x="73042" y="13374"/>
                  <a:pt x="72950" y="13313"/>
                  <a:pt x="72920" y="13313"/>
                </a:cubicBezTo>
                <a:cubicBezTo>
                  <a:pt x="72859" y="13344"/>
                  <a:pt x="72829" y="13435"/>
                  <a:pt x="72798" y="13465"/>
                </a:cubicBezTo>
                <a:lnTo>
                  <a:pt x="72768" y="13496"/>
                </a:lnTo>
                <a:cubicBezTo>
                  <a:pt x="72707" y="13511"/>
                  <a:pt x="72654" y="13519"/>
                  <a:pt x="72601" y="13519"/>
                </a:cubicBezTo>
                <a:cubicBezTo>
                  <a:pt x="72548" y="13519"/>
                  <a:pt x="72494" y="13511"/>
                  <a:pt x="72434" y="13496"/>
                </a:cubicBezTo>
                <a:lnTo>
                  <a:pt x="72312" y="13496"/>
                </a:lnTo>
                <a:cubicBezTo>
                  <a:pt x="72282" y="13496"/>
                  <a:pt x="72251" y="13465"/>
                  <a:pt x="72251" y="13435"/>
                </a:cubicBezTo>
                <a:cubicBezTo>
                  <a:pt x="72251" y="13405"/>
                  <a:pt x="72251" y="13344"/>
                  <a:pt x="72282" y="13344"/>
                </a:cubicBezTo>
                <a:lnTo>
                  <a:pt x="72373" y="13283"/>
                </a:lnTo>
                <a:cubicBezTo>
                  <a:pt x="72464" y="13253"/>
                  <a:pt x="72525" y="13101"/>
                  <a:pt x="72434" y="13101"/>
                </a:cubicBezTo>
                <a:cubicBezTo>
                  <a:pt x="72373" y="13070"/>
                  <a:pt x="72555" y="12888"/>
                  <a:pt x="72616" y="12827"/>
                </a:cubicBezTo>
                <a:cubicBezTo>
                  <a:pt x="72648" y="12806"/>
                  <a:pt x="72684" y="12795"/>
                  <a:pt x="72720" y="12795"/>
                </a:cubicBezTo>
                <a:close/>
                <a:moveTo>
                  <a:pt x="13702" y="13179"/>
                </a:moveTo>
                <a:cubicBezTo>
                  <a:pt x="13745" y="13179"/>
                  <a:pt x="13788" y="13201"/>
                  <a:pt x="13831" y="13222"/>
                </a:cubicBezTo>
                <a:cubicBezTo>
                  <a:pt x="13861" y="13283"/>
                  <a:pt x="13861" y="13344"/>
                  <a:pt x="13709" y="13344"/>
                </a:cubicBezTo>
                <a:cubicBezTo>
                  <a:pt x="13588" y="13374"/>
                  <a:pt x="13648" y="13465"/>
                  <a:pt x="13618" y="13526"/>
                </a:cubicBezTo>
                <a:lnTo>
                  <a:pt x="13588" y="13557"/>
                </a:lnTo>
                <a:cubicBezTo>
                  <a:pt x="13557" y="13557"/>
                  <a:pt x="13496" y="13557"/>
                  <a:pt x="13466" y="13526"/>
                </a:cubicBezTo>
                <a:cubicBezTo>
                  <a:pt x="13436" y="13496"/>
                  <a:pt x="13588" y="13313"/>
                  <a:pt x="13496" y="13313"/>
                </a:cubicBezTo>
                <a:cubicBezTo>
                  <a:pt x="13405" y="13313"/>
                  <a:pt x="13405" y="13283"/>
                  <a:pt x="13527" y="13222"/>
                </a:cubicBezTo>
                <a:lnTo>
                  <a:pt x="13648" y="13192"/>
                </a:lnTo>
                <a:cubicBezTo>
                  <a:pt x="13666" y="13183"/>
                  <a:pt x="13684" y="13179"/>
                  <a:pt x="13702" y="13179"/>
                </a:cubicBezTo>
                <a:close/>
                <a:moveTo>
                  <a:pt x="17782" y="13040"/>
                </a:moveTo>
                <a:lnTo>
                  <a:pt x="17934" y="13101"/>
                </a:lnTo>
                <a:lnTo>
                  <a:pt x="18025" y="13101"/>
                </a:lnTo>
                <a:cubicBezTo>
                  <a:pt x="18117" y="13131"/>
                  <a:pt x="18086" y="13192"/>
                  <a:pt x="17995" y="13192"/>
                </a:cubicBezTo>
                <a:cubicBezTo>
                  <a:pt x="17873" y="13192"/>
                  <a:pt x="17721" y="13587"/>
                  <a:pt x="17691" y="13587"/>
                </a:cubicBezTo>
                <a:cubicBezTo>
                  <a:pt x="17682" y="13596"/>
                  <a:pt x="17668" y="13600"/>
                  <a:pt x="17652" y="13600"/>
                </a:cubicBezTo>
                <a:cubicBezTo>
                  <a:pt x="17612" y="13600"/>
                  <a:pt x="17561" y="13578"/>
                  <a:pt x="17539" y="13557"/>
                </a:cubicBezTo>
                <a:lnTo>
                  <a:pt x="17539" y="13526"/>
                </a:lnTo>
                <a:lnTo>
                  <a:pt x="17569" y="13405"/>
                </a:lnTo>
                <a:cubicBezTo>
                  <a:pt x="17630" y="13313"/>
                  <a:pt x="17721" y="13131"/>
                  <a:pt x="17782" y="13040"/>
                </a:cubicBezTo>
                <a:close/>
                <a:moveTo>
                  <a:pt x="65534" y="13070"/>
                </a:moveTo>
                <a:cubicBezTo>
                  <a:pt x="65625" y="13101"/>
                  <a:pt x="65686" y="13131"/>
                  <a:pt x="65747" y="13161"/>
                </a:cubicBezTo>
                <a:cubicBezTo>
                  <a:pt x="65807" y="13192"/>
                  <a:pt x="65899" y="13313"/>
                  <a:pt x="65899" y="13344"/>
                </a:cubicBezTo>
                <a:cubicBezTo>
                  <a:pt x="65868" y="13374"/>
                  <a:pt x="65899" y="13435"/>
                  <a:pt x="65990" y="13435"/>
                </a:cubicBezTo>
                <a:lnTo>
                  <a:pt x="66020" y="13465"/>
                </a:lnTo>
                <a:cubicBezTo>
                  <a:pt x="66051" y="13465"/>
                  <a:pt x="66051" y="13557"/>
                  <a:pt x="66051" y="13557"/>
                </a:cubicBezTo>
                <a:cubicBezTo>
                  <a:pt x="66051" y="13587"/>
                  <a:pt x="65990" y="13587"/>
                  <a:pt x="65959" y="13587"/>
                </a:cubicBezTo>
                <a:lnTo>
                  <a:pt x="65868" y="13617"/>
                </a:lnTo>
                <a:cubicBezTo>
                  <a:pt x="65777" y="13617"/>
                  <a:pt x="65625" y="13587"/>
                  <a:pt x="65564" y="13557"/>
                </a:cubicBezTo>
                <a:lnTo>
                  <a:pt x="65503" y="13526"/>
                </a:lnTo>
                <a:cubicBezTo>
                  <a:pt x="65473" y="13496"/>
                  <a:pt x="65443" y="13435"/>
                  <a:pt x="65473" y="13374"/>
                </a:cubicBezTo>
                <a:lnTo>
                  <a:pt x="65503" y="13344"/>
                </a:lnTo>
                <a:cubicBezTo>
                  <a:pt x="65564" y="13313"/>
                  <a:pt x="65564" y="13253"/>
                  <a:pt x="65503" y="13253"/>
                </a:cubicBezTo>
                <a:lnTo>
                  <a:pt x="65473" y="13222"/>
                </a:lnTo>
                <a:cubicBezTo>
                  <a:pt x="65443" y="13192"/>
                  <a:pt x="65473" y="13131"/>
                  <a:pt x="65503" y="13101"/>
                </a:cubicBezTo>
                <a:lnTo>
                  <a:pt x="65534" y="13070"/>
                </a:lnTo>
                <a:close/>
                <a:moveTo>
                  <a:pt x="37783" y="13313"/>
                </a:moveTo>
                <a:lnTo>
                  <a:pt x="37904" y="13374"/>
                </a:lnTo>
                <a:lnTo>
                  <a:pt x="38056" y="13496"/>
                </a:lnTo>
                <a:cubicBezTo>
                  <a:pt x="38080" y="13591"/>
                  <a:pt x="38011" y="13667"/>
                  <a:pt x="37936" y="13667"/>
                </a:cubicBezTo>
                <a:cubicBezTo>
                  <a:pt x="37915" y="13667"/>
                  <a:pt x="37894" y="13661"/>
                  <a:pt x="37874" y="13648"/>
                </a:cubicBezTo>
                <a:cubicBezTo>
                  <a:pt x="37847" y="13630"/>
                  <a:pt x="37820" y="13610"/>
                  <a:pt x="37794" y="13588"/>
                </a:cubicBezTo>
                <a:lnTo>
                  <a:pt x="37794" y="13588"/>
                </a:lnTo>
                <a:cubicBezTo>
                  <a:pt x="37813" y="13520"/>
                  <a:pt x="37810" y="13423"/>
                  <a:pt x="37783" y="13313"/>
                </a:cubicBezTo>
                <a:close/>
                <a:moveTo>
                  <a:pt x="44253" y="13412"/>
                </a:moveTo>
                <a:cubicBezTo>
                  <a:pt x="44318" y="13412"/>
                  <a:pt x="44378" y="13420"/>
                  <a:pt x="44439" y="13435"/>
                </a:cubicBezTo>
                <a:lnTo>
                  <a:pt x="44652" y="13526"/>
                </a:lnTo>
                <a:cubicBezTo>
                  <a:pt x="44726" y="13477"/>
                  <a:pt x="44821" y="13427"/>
                  <a:pt x="44920" y="13427"/>
                </a:cubicBezTo>
                <a:cubicBezTo>
                  <a:pt x="44942" y="13427"/>
                  <a:pt x="44964" y="13429"/>
                  <a:pt x="44986" y="13435"/>
                </a:cubicBezTo>
                <a:cubicBezTo>
                  <a:pt x="45047" y="13465"/>
                  <a:pt x="44956" y="13587"/>
                  <a:pt x="44926" y="13617"/>
                </a:cubicBezTo>
                <a:cubicBezTo>
                  <a:pt x="44872" y="13653"/>
                  <a:pt x="44819" y="13668"/>
                  <a:pt x="44771" y="13668"/>
                </a:cubicBezTo>
                <a:cubicBezTo>
                  <a:pt x="44738" y="13668"/>
                  <a:pt x="44708" y="13660"/>
                  <a:pt x="44682" y="13648"/>
                </a:cubicBezTo>
                <a:cubicBezTo>
                  <a:pt x="44439" y="13648"/>
                  <a:pt x="44196" y="13617"/>
                  <a:pt x="43953" y="13587"/>
                </a:cubicBezTo>
                <a:cubicBezTo>
                  <a:pt x="43953" y="13526"/>
                  <a:pt x="43983" y="13465"/>
                  <a:pt x="44014" y="13435"/>
                </a:cubicBezTo>
                <a:lnTo>
                  <a:pt x="44044" y="13435"/>
                </a:lnTo>
                <a:cubicBezTo>
                  <a:pt x="44120" y="13420"/>
                  <a:pt x="44188" y="13412"/>
                  <a:pt x="44253" y="13412"/>
                </a:cubicBezTo>
                <a:close/>
                <a:moveTo>
                  <a:pt x="63285" y="13344"/>
                </a:moveTo>
                <a:cubicBezTo>
                  <a:pt x="63437" y="13374"/>
                  <a:pt x="63528" y="13435"/>
                  <a:pt x="63528" y="13496"/>
                </a:cubicBezTo>
                <a:cubicBezTo>
                  <a:pt x="63505" y="13540"/>
                  <a:pt x="63418" y="13569"/>
                  <a:pt x="63361" y="13569"/>
                </a:cubicBezTo>
                <a:cubicBezTo>
                  <a:pt x="63340" y="13569"/>
                  <a:pt x="63323" y="13565"/>
                  <a:pt x="63315" y="13557"/>
                </a:cubicBezTo>
                <a:cubicBezTo>
                  <a:pt x="63293" y="13535"/>
                  <a:pt x="63226" y="13514"/>
                  <a:pt x="63157" y="13514"/>
                </a:cubicBezTo>
                <a:cubicBezTo>
                  <a:pt x="63128" y="13514"/>
                  <a:pt x="63098" y="13517"/>
                  <a:pt x="63072" y="13526"/>
                </a:cubicBezTo>
                <a:lnTo>
                  <a:pt x="62981" y="13557"/>
                </a:lnTo>
                <a:lnTo>
                  <a:pt x="62889" y="13617"/>
                </a:lnTo>
                <a:cubicBezTo>
                  <a:pt x="62851" y="13656"/>
                  <a:pt x="62813" y="13672"/>
                  <a:pt x="62777" y="13672"/>
                </a:cubicBezTo>
                <a:cubicBezTo>
                  <a:pt x="62727" y="13672"/>
                  <a:pt x="62682" y="13640"/>
                  <a:pt x="62646" y="13587"/>
                </a:cubicBezTo>
                <a:cubicBezTo>
                  <a:pt x="62616" y="13557"/>
                  <a:pt x="62555" y="13374"/>
                  <a:pt x="62616" y="13374"/>
                </a:cubicBezTo>
                <a:lnTo>
                  <a:pt x="62616" y="13374"/>
                </a:lnTo>
                <a:cubicBezTo>
                  <a:pt x="62628" y="13380"/>
                  <a:pt x="62656" y="13383"/>
                  <a:pt x="62694" y="13383"/>
                </a:cubicBezTo>
                <a:cubicBezTo>
                  <a:pt x="62847" y="13383"/>
                  <a:pt x="63163" y="13344"/>
                  <a:pt x="63285" y="13344"/>
                </a:cubicBezTo>
                <a:close/>
                <a:moveTo>
                  <a:pt x="71431" y="12888"/>
                </a:moveTo>
                <a:cubicBezTo>
                  <a:pt x="71583" y="13070"/>
                  <a:pt x="71643" y="13222"/>
                  <a:pt x="71552" y="13222"/>
                </a:cubicBezTo>
                <a:cubicBezTo>
                  <a:pt x="71339" y="13283"/>
                  <a:pt x="71157" y="13344"/>
                  <a:pt x="70975" y="13435"/>
                </a:cubicBezTo>
                <a:cubicBezTo>
                  <a:pt x="70914" y="13496"/>
                  <a:pt x="70975" y="13526"/>
                  <a:pt x="71127" y="13526"/>
                </a:cubicBezTo>
                <a:lnTo>
                  <a:pt x="71218" y="13526"/>
                </a:lnTo>
                <a:cubicBezTo>
                  <a:pt x="71248" y="13557"/>
                  <a:pt x="71279" y="13587"/>
                  <a:pt x="71309" y="13617"/>
                </a:cubicBezTo>
                <a:cubicBezTo>
                  <a:pt x="71309" y="13648"/>
                  <a:pt x="71248" y="13678"/>
                  <a:pt x="71248" y="13678"/>
                </a:cubicBezTo>
                <a:lnTo>
                  <a:pt x="71066" y="13678"/>
                </a:lnTo>
                <a:cubicBezTo>
                  <a:pt x="70823" y="13648"/>
                  <a:pt x="70610" y="13526"/>
                  <a:pt x="70428" y="13374"/>
                </a:cubicBezTo>
                <a:cubicBezTo>
                  <a:pt x="70306" y="13283"/>
                  <a:pt x="70184" y="13192"/>
                  <a:pt x="70063" y="13161"/>
                </a:cubicBezTo>
                <a:cubicBezTo>
                  <a:pt x="69972" y="13161"/>
                  <a:pt x="69972" y="13101"/>
                  <a:pt x="70093" y="13070"/>
                </a:cubicBezTo>
                <a:lnTo>
                  <a:pt x="70124" y="13010"/>
                </a:lnTo>
                <a:cubicBezTo>
                  <a:pt x="70169" y="12979"/>
                  <a:pt x="70200" y="12964"/>
                  <a:pt x="70230" y="12964"/>
                </a:cubicBezTo>
                <a:cubicBezTo>
                  <a:pt x="70260" y="12964"/>
                  <a:pt x="70291" y="12979"/>
                  <a:pt x="70336" y="13010"/>
                </a:cubicBezTo>
                <a:lnTo>
                  <a:pt x="70367" y="13040"/>
                </a:lnTo>
                <a:lnTo>
                  <a:pt x="70853" y="12949"/>
                </a:lnTo>
                <a:lnTo>
                  <a:pt x="70975" y="13040"/>
                </a:lnTo>
                <a:cubicBezTo>
                  <a:pt x="71035" y="13070"/>
                  <a:pt x="71127" y="13101"/>
                  <a:pt x="71157" y="13101"/>
                </a:cubicBezTo>
                <a:lnTo>
                  <a:pt x="71431" y="12888"/>
                </a:lnTo>
                <a:close/>
                <a:moveTo>
                  <a:pt x="17296" y="13010"/>
                </a:moveTo>
                <a:cubicBezTo>
                  <a:pt x="17296" y="13010"/>
                  <a:pt x="17326" y="13070"/>
                  <a:pt x="17326" y="13101"/>
                </a:cubicBezTo>
                <a:lnTo>
                  <a:pt x="17326" y="13131"/>
                </a:lnTo>
                <a:cubicBezTo>
                  <a:pt x="17296" y="13313"/>
                  <a:pt x="17448" y="13526"/>
                  <a:pt x="17113" y="13648"/>
                </a:cubicBezTo>
                <a:lnTo>
                  <a:pt x="17083" y="13678"/>
                </a:lnTo>
                <a:cubicBezTo>
                  <a:pt x="17047" y="13714"/>
                  <a:pt x="17026" y="13726"/>
                  <a:pt x="17012" y="13726"/>
                </a:cubicBezTo>
                <a:cubicBezTo>
                  <a:pt x="16992" y="13726"/>
                  <a:pt x="16992" y="13697"/>
                  <a:pt x="16992" y="13678"/>
                </a:cubicBezTo>
                <a:cubicBezTo>
                  <a:pt x="17022" y="13648"/>
                  <a:pt x="17113" y="13405"/>
                  <a:pt x="17113" y="13344"/>
                </a:cubicBezTo>
                <a:cubicBezTo>
                  <a:pt x="17113" y="13253"/>
                  <a:pt x="17144" y="13161"/>
                  <a:pt x="17174" y="13070"/>
                </a:cubicBezTo>
                <a:cubicBezTo>
                  <a:pt x="17205" y="13040"/>
                  <a:pt x="17235" y="13010"/>
                  <a:pt x="17296" y="13010"/>
                </a:cubicBezTo>
                <a:close/>
                <a:moveTo>
                  <a:pt x="64288" y="13131"/>
                </a:moveTo>
                <a:cubicBezTo>
                  <a:pt x="64318" y="13161"/>
                  <a:pt x="64348" y="13222"/>
                  <a:pt x="64379" y="13283"/>
                </a:cubicBezTo>
                <a:lnTo>
                  <a:pt x="64652" y="13283"/>
                </a:lnTo>
                <a:lnTo>
                  <a:pt x="64713" y="13253"/>
                </a:lnTo>
                <a:cubicBezTo>
                  <a:pt x="64763" y="13202"/>
                  <a:pt x="64823" y="13180"/>
                  <a:pt x="64881" y="13180"/>
                </a:cubicBezTo>
                <a:cubicBezTo>
                  <a:pt x="64929" y="13180"/>
                  <a:pt x="64976" y="13195"/>
                  <a:pt x="65017" y="13222"/>
                </a:cubicBezTo>
                <a:lnTo>
                  <a:pt x="65139" y="13283"/>
                </a:lnTo>
                <a:cubicBezTo>
                  <a:pt x="65017" y="13435"/>
                  <a:pt x="64865" y="13587"/>
                  <a:pt x="64713" y="13709"/>
                </a:cubicBezTo>
                <a:cubicBezTo>
                  <a:pt x="64662" y="13747"/>
                  <a:pt x="64622" y="13764"/>
                  <a:pt x="64592" y="13764"/>
                </a:cubicBezTo>
                <a:cubicBezTo>
                  <a:pt x="64551" y="13764"/>
                  <a:pt x="64531" y="13731"/>
                  <a:pt x="64531" y="13678"/>
                </a:cubicBezTo>
                <a:cubicBezTo>
                  <a:pt x="64531" y="13577"/>
                  <a:pt x="64300" y="13413"/>
                  <a:pt x="64187" y="13413"/>
                </a:cubicBezTo>
                <a:cubicBezTo>
                  <a:pt x="64164" y="13413"/>
                  <a:pt x="64146" y="13420"/>
                  <a:pt x="64136" y="13435"/>
                </a:cubicBezTo>
                <a:cubicBezTo>
                  <a:pt x="64117" y="13464"/>
                  <a:pt x="64100" y="13486"/>
                  <a:pt x="64088" y="13503"/>
                </a:cubicBezTo>
                <a:lnTo>
                  <a:pt x="64088" y="13503"/>
                </a:lnTo>
                <a:cubicBezTo>
                  <a:pt x="64114" y="13458"/>
                  <a:pt x="64166" y="13360"/>
                  <a:pt x="64166" y="13313"/>
                </a:cubicBezTo>
                <a:cubicBezTo>
                  <a:pt x="64136" y="13253"/>
                  <a:pt x="64136" y="13192"/>
                  <a:pt x="64136" y="13131"/>
                </a:cubicBezTo>
                <a:close/>
                <a:moveTo>
                  <a:pt x="37313" y="13518"/>
                </a:moveTo>
                <a:cubicBezTo>
                  <a:pt x="37337" y="13518"/>
                  <a:pt x="37357" y="13562"/>
                  <a:pt x="37357" y="13587"/>
                </a:cubicBezTo>
                <a:cubicBezTo>
                  <a:pt x="37357" y="13617"/>
                  <a:pt x="37205" y="13678"/>
                  <a:pt x="37023" y="13709"/>
                </a:cubicBezTo>
                <a:lnTo>
                  <a:pt x="36871" y="13739"/>
                </a:lnTo>
                <a:lnTo>
                  <a:pt x="36719" y="13739"/>
                </a:lnTo>
                <a:cubicBezTo>
                  <a:pt x="36567" y="13739"/>
                  <a:pt x="36384" y="13769"/>
                  <a:pt x="36324" y="13769"/>
                </a:cubicBezTo>
                <a:lnTo>
                  <a:pt x="36202" y="13769"/>
                </a:lnTo>
                <a:cubicBezTo>
                  <a:pt x="36172" y="13739"/>
                  <a:pt x="36202" y="13678"/>
                  <a:pt x="36232" y="13648"/>
                </a:cubicBezTo>
                <a:cubicBezTo>
                  <a:pt x="36253" y="13648"/>
                  <a:pt x="36340" y="13675"/>
                  <a:pt x="36406" y="13675"/>
                </a:cubicBezTo>
                <a:cubicBezTo>
                  <a:pt x="36438" y="13675"/>
                  <a:pt x="36465" y="13668"/>
                  <a:pt x="36476" y="13648"/>
                </a:cubicBezTo>
                <a:cubicBezTo>
                  <a:pt x="36476" y="13587"/>
                  <a:pt x="36810" y="13587"/>
                  <a:pt x="36901" y="13587"/>
                </a:cubicBezTo>
                <a:lnTo>
                  <a:pt x="37235" y="13587"/>
                </a:lnTo>
                <a:lnTo>
                  <a:pt x="37266" y="13557"/>
                </a:lnTo>
                <a:lnTo>
                  <a:pt x="37296" y="13526"/>
                </a:lnTo>
                <a:cubicBezTo>
                  <a:pt x="37302" y="13520"/>
                  <a:pt x="37308" y="13518"/>
                  <a:pt x="37313" y="13518"/>
                </a:cubicBezTo>
                <a:close/>
                <a:moveTo>
                  <a:pt x="45716" y="13405"/>
                </a:moveTo>
                <a:cubicBezTo>
                  <a:pt x="45868" y="13435"/>
                  <a:pt x="45929" y="13709"/>
                  <a:pt x="45807" y="13739"/>
                </a:cubicBezTo>
                <a:cubicBezTo>
                  <a:pt x="45761" y="13769"/>
                  <a:pt x="45708" y="13785"/>
                  <a:pt x="45655" y="13785"/>
                </a:cubicBezTo>
                <a:cubicBezTo>
                  <a:pt x="45602" y="13785"/>
                  <a:pt x="45549" y="13769"/>
                  <a:pt x="45503" y="13739"/>
                </a:cubicBezTo>
                <a:cubicBezTo>
                  <a:pt x="45412" y="13709"/>
                  <a:pt x="45290" y="13526"/>
                  <a:pt x="45442" y="13405"/>
                </a:cubicBezTo>
                <a:close/>
                <a:moveTo>
                  <a:pt x="54895" y="13283"/>
                </a:moveTo>
                <a:cubicBezTo>
                  <a:pt x="54926" y="13313"/>
                  <a:pt x="54895" y="13374"/>
                  <a:pt x="54895" y="13405"/>
                </a:cubicBezTo>
                <a:cubicBezTo>
                  <a:pt x="54865" y="13435"/>
                  <a:pt x="54895" y="13496"/>
                  <a:pt x="54987" y="13526"/>
                </a:cubicBezTo>
                <a:lnTo>
                  <a:pt x="55078" y="13587"/>
                </a:lnTo>
                <a:cubicBezTo>
                  <a:pt x="55108" y="13617"/>
                  <a:pt x="55230" y="13709"/>
                  <a:pt x="55108" y="13769"/>
                </a:cubicBezTo>
                <a:lnTo>
                  <a:pt x="55017" y="13830"/>
                </a:lnTo>
                <a:cubicBezTo>
                  <a:pt x="54956" y="13769"/>
                  <a:pt x="54895" y="13678"/>
                  <a:pt x="54835" y="13587"/>
                </a:cubicBezTo>
                <a:lnTo>
                  <a:pt x="54804" y="13526"/>
                </a:lnTo>
                <a:cubicBezTo>
                  <a:pt x="54652" y="13405"/>
                  <a:pt x="54652" y="13344"/>
                  <a:pt x="54865" y="13283"/>
                </a:cubicBezTo>
                <a:close/>
                <a:moveTo>
                  <a:pt x="68634" y="12979"/>
                </a:moveTo>
                <a:cubicBezTo>
                  <a:pt x="69090" y="13040"/>
                  <a:pt x="69516" y="13070"/>
                  <a:pt x="69546" y="13070"/>
                </a:cubicBezTo>
                <a:lnTo>
                  <a:pt x="69576" y="13070"/>
                </a:lnTo>
                <a:cubicBezTo>
                  <a:pt x="69615" y="13045"/>
                  <a:pt x="69648" y="13035"/>
                  <a:pt x="69678" y="13035"/>
                </a:cubicBezTo>
                <a:cubicBezTo>
                  <a:pt x="69719" y="13035"/>
                  <a:pt x="69754" y="13053"/>
                  <a:pt x="69789" y="13070"/>
                </a:cubicBezTo>
                <a:cubicBezTo>
                  <a:pt x="69941" y="13131"/>
                  <a:pt x="69728" y="13222"/>
                  <a:pt x="69789" y="13253"/>
                </a:cubicBezTo>
                <a:lnTo>
                  <a:pt x="69850" y="13313"/>
                </a:lnTo>
                <a:cubicBezTo>
                  <a:pt x="69911" y="13374"/>
                  <a:pt x="69880" y="13435"/>
                  <a:pt x="69820" y="13435"/>
                </a:cubicBezTo>
                <a:lnTo>
                  <a:pt x="69850" y="13435"/>
                </a:lnTo>
                <a:cubicBezTo>
                  <a:pt x="69759" y="13435"/>
                  <a:pt x="69759" y="13769"/>
                  <a:pt x="69728" y="13830"/>
                </a:cubicBezTo>
                <a:cubicBezTo>
                  <a:pt x="69724" y="13834"/>
                  <a:pt x="69717" y="13836"/>
                  <a:pt x="69707" y="13836"/>
                </a:cubicBezTo>
                <a:cubicBezTo>
                  <a:pt x="69643" y="13836"/>
                  <a:pt x="69461" y="13753"/>
                  <a:pt x="69303" y="13648"/>
                </a:cubicBezTo>
                <a:lnTo>
                  <a:pt x="69121" y="13496"/>
                </a:lnTo>
                <a:lnTo>
                  <a:pt x="68969" y="13374"/>
                </a:lnTo>
                <a:cubicBezTo>
                  <a:pt x="68896" y="13287"/>
                  <a:pt x="68830" y="13249"/>
                  <a:pt x="68782" y="13249"/>
                </a:cubicBezTo>
                <a:cubicBezTo>
                  <a:pt x="68728" y="13249"/>
                  <a:pt x="68695" y="13295"/>
                  <a:pt x="68695" y="13374"/>
                </a:cubicBezTo>
                <a:lnTo>
                  <a:pt x="68421" y="13344"/>
                </a:lnTo>
                <a:lnTo>
                  <a:pt x="68391" y="13344"/>
                </a:lnTo>
                <a:cubicBezTo>
                  <a:pt x="68269" y="13405"/>
                  <a:pt x="68117" y="13465"/>
                  <a:pt x="67965" y="13526"/>
                </a:cubicBezTo>
                <a:lnTo>
                  <a:pt x="67874" y="13496"/>
                </a:lnTo>
                <a:lnTo>
                  <a:pt x="67783" y="13465"/>
                </a:lnTo>
                <a:cubicBezTo>
                  <a:pt x="67662" y="13435"/>
                  <a:pt x="67540" y="13435"/>
                  <a:pt x="67418" y="13405"/>
                </a:cubicBezTo>
                <a:lnTo>
                  <a:pt x="67236" y="13405"/>
                </a:lnTo>
                <a:cubicBezTo>
                  <a:pt x="67212" y="13419"/>
                  <a:pt x="67193" y="13425"/>
                  <a:pt x="67178" y="13425"/>
                </a:cubicBezTo>
                <a:cubicBezTo>
                  <a:pt x="67094" y="13425"/>
                  <a:pt x="67124" y="13243"/>
                  <a:pt x="67175" y="13192"/>
                </a:cubicBezTo>
                <a:cubicBezTo>
                  <a:pt x="67188" y="13166"/>
                  <a:pt x="67223" y="13157"/>
                  <a:pt x="67261" y="13157"/>
                </a:cubicBezTo>
                <a:cubicBezTo>
                  <a:pt x="67312" y="13157"/>
                  <a:pt x="67370" y="13174"/>
                  <a:pt x="67388" y="13192"/>
                </a:cubicBezTo>
                <a:cubicBezTo>
                  <a:pt x="67391" y="13195"/>
                  <a:pt x="67396" y="13197"/>
                  <a:pt x="67403" y="13197"/>
                </a:cubicBezTo>
                <a:cubicBezTo>
                  <a:pt x="67456" y="13197"/>
                  <a:pt x="67607" y="13094"/>
                  <a:pt x="67662" y="13040"/>
                </a:cubicBezTo>
                <a:cubicBezTo>
                  <a:pt x="67677" y="13032"/>
                  <a:pt x="67698" y="13028"/>
                  <a:pt x="67723" y="13028"/>
                </a:cubicBezTo>
                <a:cubicBezTo>
                  <a:pt x="67798" y="13028"/>
                  <a:pt x="67912" y="13063"/>
                  <a:pt x="68026" y="13131"/>
                </a:cubicBezTo>
                <a:lnTo>
                  <a:pt x="68209" y="13101"/>
                </a:lnTo>
                <a:lnTo>
                  <a:pt x="68634" y="12979"/>
                </a:lnTo>
                <a:close/>
                <a:moveTo>
                  <a:pt x="42737" y="13526"/>
                </a:moveTo>
                <a:cubicBezTo>
                  <a:pt x="42798" y="13526"/>
                  <a:pt x="43011" y="13709"/>
                  <a:pt x="43011" y="13769"/>
                </a:cubicBezTo>
                <a:cubicBezTo>
                  <a:pt x="43011" y="13830"/>
                  <a:pt x="42919" y="13861"/>
                  <a:pt x="42798" y="13861"/>
                </a:cubicBezTo>
                <a:lnTo>
                  <a:pt x="42737" y="13830"/>
                </a:lnTo>
                <a:lnTo>
                  <a:pt x="42646" y="13769"/>
                </a:lnTo>
                <a:cubicBezTo>
                  <a:pt x="42615" y="13648"/>
                  <a:pt x="42646" y="13557"/>
                  <a:pt x="42737" y="13557"/>
                </a:cubicBezTo>
                <a:lnTo>
                  <a:pt x="42737" y="13526"/>
                </a:lnTo>
                <a:close/>
                <a:moveTo>
                  <a:pt x="43658" y="13514"/>
                </a:moveTo>
                <a:cubicBezTo>
                  <a:pt x="43728" y="13514"/>
                  <a:pt x="43771" y="13529"/>
                  <a:pt x="43771" y="13557"/>
                </a:cubicBezTo>
                <a:lnTo>
                  <a:pt x="43771" y="13678"/>
                </a:lnTo>
                <a:cubicBezTo>
                  <a:pt x="43771" y="13769"/>
                  <a:pt x="43710" y="13830"/>
                  <a:pt x="43649" y="13861"/>
                </a:cubicBezTo>
                <a:lnTo>
                  <a:pt x="43619" y="13861"/>
                </a:lnTo>
                <a:cubicBezTo>
                  <a:pt x="43193" y="13769"/>
                  <a:pt x="43102" y="13709"/>
                  <a:pt x="43163" y="13678"/>
                </a:cubicBezTo>
                <a:lnTo>
                  <a:pt x="43315" y="13587"/>
                </a:lnTo>
                <a:cubicBezTo>
                  <a:pt x="43448" y="13537"/>
                  <a:pt x="43573" y="13514"/>
                  <a:pt x="43658" y="13514"/>
                </a:cubicBezTo>
                <a:close/>
                <a:moveTo>
                  <a:pt x="23894" y="13214"/>
                </a:moveTo>
                <a:cubicBezTo>
                  <a:pt x="23911" y="13214"/>
                  <a:pt x="23930" y="13217"/>
                  <a:pt x="23953" y="13222"/>
                </a:cubicBezTo>
                <a:cubicBezTo>
                  <a:pt x="23983" y="13222"/>
                  <a:pt x="24013" y="13313"/>
                  <a:pt x="24013" y="13344"/>
                </a:cubicBezTo>
                <a:cubicBezTo>
                  <a:pt x="24013" y="13344"/>
                  <a:pt x="23922" y="13374"/>
                  <a:pt x="23922" y="13405"/>
                </a:cubicBezTo>
                <a:lnTo>
                  <a:pt x="23892" y="13496"/>
                </a:lnTo>
                <a:cubicBezTo>
                  <a:pt x="24044" y="13557"/>
                  <a:pt x="24135" y="13648"/>
                  <a:pt x="24044" y="13678"/>
                </a:cubicBezTo>
                <a:lnTo>
                  <a:pt x="23953" y="13678"/>
                </a:lnTo>
                <a:cubicBezTo>
                  <a:pt x="23892" y="13678"/>
                  <a:pt x="23801" y="13557"/>
                  <a:pt x="23801" y="13526"/>
                </a:cubicBezTo>
                <a:cubicBezTo>
                  <a:pt x="23770" y="13465"/>
                  <a:pt x="23770" y="13435"/>
                  <a:pt x="23740" y="13435"/>
                </a:cubicBezTo>
                <a:cubicBezTo>
                  <a:pt x="23709" y="13557"/>
                  <a:pt x="23709" y="13678"/>
                  <a:pt x="23709" y="13800"/>
                </a:cubicBezTo>
                <a:cubicBezTo>
                  <a:pt x="23709" y="13861"/>
                  <a:pt x="23664" y="13876"/>
                  <a:pt x="23607" y="13876"/>
                </a:cubicBezTo>
                <a:cubicBezTo>
                  <a:pt x="23550" y="13876"/>
                  <a:pt x="23481" y="13861"/>
                  <a:pt x="23436" y="13861"/>
                </a:cubicBezTo>
                <a:cubicBezTo>
                  <a:pt x="23345" y="13861"/>
                  <a:pt x="23405" y="13800"/>
                  <a:pt x="23618" y="13769"/>
                </a:cubicBezTo>
                <a:lnTo>
                  <a:pt x="23466" y="13648"/>
                </a:lnTo>
                <a:cubicBezTo>
                  <a:pt x="23375" y="13557"/>
                  <a:pt x="23497" y="13496"/>
                  <a:pt x="23466" y="13435"/>
                </a:cubicBezTo>
                <a:lnTo>
                  <a:pt x="23375" y="13283"/>
                </a:lnTo>
                <a:cubicBezTo>
                  <a:pt x="23421" y="13237"/>
                  <a:pt x="23474" y="13215"/>
                  <a:pt x="23527" y="13215"/>
                </a:cubicBezTo>
                <a:cubicBezTo>
                  <a:pt x="23580" y="13215"/>
                  <a:pt x="23633" y="13237"/>
                  <a:pt x="23679" y="13283"/>
                </a:cubicBezTo>
                <a:cubicBezTo>
                  <a:pt x="23700" y="13305"/>
                  <a:pt x="23737" y="13326"/>
                  <a:pt x="23768" y="13326"/>
                </a:cubicBezTo>
                <a:cubicBezTo>
                  <a:pt x="23780" y="13326"/>
                  <a:pt x="23792" y="13322"/>
                  <a:pt x="23801" y="13313"/>
                </a:cubicBezTo>
                <a:cubicBezTo>
                  <a:pt x="23801" y="13264"/>
                  <a:pt x="23821" y="13214"/>
                  <a:pt x="23894" y="13214"/>
                </a:cubicBezTo>
                <a:close/>
                <a:moveTo>
                  <a:pt x="11458" y="13515"/>
                </a:moveTo>
                <a:cubicBezTo>
                  <a:pt x="11477" y="13515"/>
                  <a:pt x="11498" y="13519"/>
                  <a:pt x="11521" y="13526"/>
                </a:cubicBezTo>
                <a:cubicBezTo>
                  <a:pt x="11551" y="13526"/>
                  <a:pt x="11551" y="13557"/>
                  <a:pt x="11551" y="13617"/>
                </a:cubicBezTo>
                <a:cubicBezTo>
                  <a:pt x="11581" y="13709"/>
                  <a:pt x="11581" y="13769"/>
                  <a:pt x="11460" y="13769"/>
                </a:cubicBezTo>
                <a:cubicBezTo>
                  <a:pt x="11369" y="13800"/>
                  <a:pt x="11308" y="13830"/>
                  <a:pt x="11247" y="13861"/>
                </a:cubicBezTo>
                <a:lnTo>
                  <a:pt x="11126" y="13891"/>
                </a:lnTo>
                <a:cubicBezTo>
                  <a:pt x="11106" y="13894"/>
                  <a:pt x="11089" y="13896"/>
                  <a:pt x="11072" y="13896"/>
                </a:cubicBezTo>
                <a:cubicBezTo>
                  <a:pt x="10932" y="13896"/>
                  <a:pt x="10889" y="13784"/>
                  <a:pt x="10943" y="13648"/>
                </a:cubicBezTo>
                <a:lnTo>
                  <a:pt x="10943" y="13648"/>
                </a:lnTo>
                <a:lnTo>
                  <a:pt x="11186" y="13678"/>
                </a:lnTo>
                <a:cubicBezTo>
                  <a:pt x="11247" y="13678"/>
                  <a:pt x="11308" y="13678"/>
                  <a:pt x="11369" y="13617"/>
                </a:cubicBezTo>
                <a:cubicBezTo>
                  <a:pt x="11369" y="13549"/>
                  <a:pt x="11403" y="13515"/>
                  <a:pt x="11458" y="13515"/>
                </a:cubicBezTo>
                <a:close/>
                <a:moveTo>
                  <a:pt x="55716" y="13587"/>
                </a:moveTo>
                <a:lnTo>
                  <a:pt x="55959" y="13648"/>
                </a:lnTo>
                <a:cubicBezTo>
                  <a:pt x="55971" y="13654"/>
                  <a:pt x="55985" y="13656"/>
                  <a:pt x="55999" y="13656"/>
                </a:cubicBezTo>
                <a:cubicBezTo>
                  <a:pt x="56056" y="13656"/>
                  <a:pt x="56129" y="13617"/>
                  <a:pt x="56202" y="13617"/>
                </a:cubicBezTo>
                <a:lnTo>
                  <a:pt x="56294" y="13617"/>
                </a:lnTo>
                <a:cubicBezTo>
                  <a:pt x="56334" y="13617"/>
                  <a:pt x="56442" y="13604"/>
                  <a:pt x="56528" y="13604"/>
                </a:cubicBezTo>
                <a:cubicBezTo>
                  <a:pt x="56570" y="13604"/>
                  <a:pt x="56608" y="13607"/>
                  <a:pt x="56628" y="13617"/>
                </a:cubicBezTo>
                <a:cubicBezTo>
                  <a:pt x="56658" y="13648"/>
                  <a:pt x="56871" y="13800"/>
                  <a:pt x="56810" y="13830"/>
                </a:cubicBezTo>
                <a:cubicBezTo>
                  <a:pt x="56802" y="13847"/>
                  <a:pt x="56789" y="13855"/>
                  <a:pt x="56772" y="13855"/>
                </a:cubicBezTo>
                <a:cubicBezTo>
                  <a:pt x="56729" y="13855"/>
                  <a:pt x="56663" y="13805"/>
                  <a:pt x="56598" y="13739"/>
                </a:cubicBezTo>
                <a:lnTo>
                  <a:pt x="56385" y="13861"/>
                </a:lnTo>
                <a:lnTo>
                  <a:pt x="56202" y="13921"/>
                </a:lnTo>
                <a:cubicBezTo>
                  <a:pt x="55868" y="13891"/>
                  <a:pt x="55655" y="13739"/>
                  <a:pt x="55716" y="13587"/>
                </a:cubicBezTo>
                <a:close/>
                <a:moveTo>
                  <a:pt x="57848" y="13412"/>
                </a:moveTo>
                <a:cubicBezTo>
                  <a:pt x="57905" y="13412"/>
                  <a:pt x="57965" y="13420"/>
                  <a:pt x="57996" y="13435"/>
                </a:cubicBezTo>
                <a:cubicBezTo>
                  <a:pt x="58087" y="13465"/>
                  <a:pt x="58208" y="13496"/>
                  <a:pt x="58300" y="13496"/>
                </a:cubicBezTo>
                <a:cubicBezTo>
                  <a:pt x="58349" y="13471"/>
                  <a:pt x="58537" y="13427"/>
                  <a:pt x="58640" y="13427"/>
                </a:cubicBezTo>
                <a:cubicBezTo>
                  <a:pt x="58664" y="13427"/>
                  <a:pt x="58683" y="13429"/>
                  <a:pt x="58695" y="13435"/>
                </a:cubicBezTo>
                <a:cubicBezTo>
                  <a:pt x="58725" y="13496"/>
                  <a:pt x="58512" y="13617"/>
                  <a:pt x="58208" y="13739"/>
                </a:cubicBezTo>
                <a:lnTo>
                  <a:pt x="58056" y="13617"/>
                </a:lnTo>
                <a:lnTo>
                  <a:pt x="58026" y="13617"/>
                </a:lnTo>
                <a:cubicBezTo>
                  <a:pt x="58026" y="13596"/>
                  <a:pt x="57996" y="13574"/>
                  <a:pt x="57946" y="13574"/>
                </a:cubicBezTo>
                <a:cubicBezTo>
                  <a:pt x="57925" y="13574"/>
                  <a:pt x="57901" y="13578"/>
                  <a:pt x="57874" y="13587"/>
                </a:cubicBezTo>
                <a:cubicBezTo>
                  <a:pt x="57753" y="13678"/>
                  <a:pt x="57661" y="13800"/>
                  <a:pt x="57601" y="13921"/>
                </a:cubicBezTo>
                <a:lnTo>
                  <a:pt x="57479" y="13921"/>
                </a:lnTo>
                <a:cubicBezTo>
                  <a:pt x="57418" y="13921"/>
                  <a:pt x="57388" y="13830"/>
                  <a:pt x="57388" y="13769"/>
                </a:cubicBezTo>
                <a:cubicBezTo>
                  <a:pt x="57418" y="13739"/>
                  <a:pt x="57236" y="13739"/>
                  <a:pt x="57175" y="13739"/>
                </a:cubicBezTo>
                <a:cubicBezTo>
                  <a:pt x="57114" y="13739"/>
                  <a:pt x="57053" y="13709"/>
                  <a:pt x="57053" y="13709"/>
                </a:cubicBezTo>
                <a:cubicBezTo>
                  <a:pt x="57114" y="13648"/>
                  <a:pt x="57175" y="13557"/>
                  <a:pt x="57266" y="13496"/>
                </a:cubicBezTo>
                <a:cubicBezTo>
                  <a:pt x="57278" y="13490"/>
                  <a:pt x="57293" y="13488"/>
                  <a:pt x="57310" y="13488"/>
                </a:cubicBezTo>
                <a:cubicBezTo>
                  <a:pt x="57382" y="13488"/>
                  <a:pt x="57491" y="13532"/>
                  <a:pt x="57540" y="13557"/>
                </a:cubicBezTo>
                <a:cubicBezTo>
                  <a:pt x="57544" y="13561"/>
                  <a:pt x="57550" y="13563"/>
                  <a:pt x="57557" y="13563"/>
                </a:cubicBezTo>
                <a:cubicBezTo>
                  <a:pt x="57602" y="13563"/>
                  <a:pt x="57696" y="13488"/>
                  <a:pt x="57722" y="13435"/>
                </a:cubicBezTo>
                <a:cubicBezTo>
                  <a:pt x="57737" y="13420"/>
                  <a:pt x="57791" y="13412"/>
                  <a:pt x="57848" y="13412"/>
                </a:cubicBezTo>
                <a:close/>
                <a:moveTo>
                  <a:pt x="59819" y="13526"/>
                </a:moveTo>
                <a:cubicBezTo>
                  <a:pt x="59880" y="13526"/>
                  <a:pt x="60063" y="13617"/>
                  <a:pt x="60032" y="13617"/>
                </a:cubicBezTo>
                <a:cubicBezTo>
                  <a:pt x="60032" y="13648"/>
                  <a:pt x="60063" y="13678"/>
                  <a:pt x="60154" y="13678"/>
                </a:cubicBezTo>
                <a:lnTo>
                  <a:pt x="60215" y="13739"/>
                </a:lnTo>
                <a:cubicBezTo>
                  <a:pt x="60275" y="13800"/>
                  <a:pt x="60519" y="13769"/>
                  <a:pt x="60397" y="13891"/>
                </a:cubicBezTo>
                <a:cubicBezTo>
                  <a:pt x="60336" y="13921"/>
                  <a:pt x="60275" y="13937"/>
                  <a:pt x="60215" y="13937"/>
                </a:cubicBezTo>
                <a:cubicBezTo>
                  <a:pt x="60154" y="13937"/>
                  <a:pt x="60093" y="13921"/>
                  <a:pt x="60032" y="13891"/>
                </a:cubicBezTo>
                <a:lnTo>
                  <a:pt x="59911" y="13800"/>
                </a:lnTo>
                <a:cubicBezTo>
                  <a:pt x="59759" y="13648"/>
                  <a:pt x="59728" y="13526"/>
                  <a:pt x="59819" y="13526"/>
                </a:cubicBezTo>
                <a:close/>
                <a:moveTo>
                  <a:pt x="41743" y="13044"/>
                </a:moveTo>
                <a:cubicBezTo>
                  <a:pt x="41801" y="13044"/>
                  <a:pt x="41865" y="13080"/>
                  <a:pt x="41886" y="13101"/>
                </a:cubicBezTo>
                <a:cubicBezTo>
                  <a:pt x="41916" y="13131"/>
                  <a:pt x="41856" y="13253"/>
                  <a:pt x="41795" y="13313"/>
                </a:cubicBezTo>
                <a:cubicBezTo>
                  <a:pt x="41734" y="13344"/>
                  <a:pt x="41795" y="13435"/>
                  <a:pt x="41886" y="13496"/>
                </a:cubicBezTo>
                <a:lnTo>
                  <a:pt x="42068" y="13496"/>
                </a:lnTo>
                <a:cubicBezTo>
                  <a:pt x="42099" y="13481"/>
                  <a:pt x="42152" y="13473"/>
                  <a:pt x="42198" y="13473"/>
                </a:cubicBezTo>
                <a:cubicBezTo>
                  <a:pt x="42243" y="13473"/>
                  <a:pt x="42281" y="13481"/>
                  <a:pt x="42281" y="13496"/>
                </a:cubicBezTo>
                <a:lnTo>
                  <a:pt x="42342" y="13587"/>
                </a:lnTo>
                <a:cubicBezTo>
                  <a:pt x="42433" y="13617"/>
                  <a:pt x="42433" y="13678"/>
                  <a:pt x="42342" y="13678"/>
                </a:cubicBezTo>
                <a:lnTo>
                  <a:pt x="42160" y="13678"/>
                </a:lnTo>
                <a:cubicBezTo>
                  <a:pt x="42068" y="13709"/>
                  <a:pt x="42008" y="13830"/>
                  <a:pt x="42038" y="13921"/>
                </a:cubicBezTo>
                <a:lnTo>
                  <a:pt x="41886" y="13921"/>
                </a:lnTo>
                <a:cubicBezTo>
                  <a:pt x="41734" y="13921"/>
                  <a:pt x="41825" y="13800"/>
                  <a:pt x="41795" y="13739"/>
                </a:cubicBezTo>
                <a:cubicBezTo>
                  <a:pt x="41704" y="13709"/>
                  <a:pt x="41612" y="13678"/>
                  <a:pt x="41521" y="13678"/>
                </a:cubicBezTo>
                <a:cubicBezTo>
                  <a:pt x="41460" y="13678"/>
                  <a:pt x="41400" y="13709"/>
                  <a:pt x="41400" y="13739"/>
                </a:cubicBezTo>
                <a:lnTo>
                  <a:pt x="41460" y="13739"/>
                </a:lnTo>
                <a:lnTo>
                  <a:pt x="41460" y="13769"/>
                </a:lnTo>
                <a:cubicBezTo>
                  <a:pt x="41491" y="13830"/>
                  <a:pt x="41460" y="13891"/>
                  <a:pt x="41400" y="13891"/>
                </a:cubicBezTo>
                <a:lnTo>
                  <a:pt x="41339" y="13891"/>
                </a:lnTo>
                <a:cubicBezTo>
                  <a:pt x="41217" y="13891"/>
                  <a:pt x="41126" y="13830"/>
                  <a:pt x="41035" y="13830"/>
                </a:cubicBezTo>
                <a:cubicBezTo>
                  <a:pt x="40974" y="13830"/>
                  <a:pt x="40913" y="13861"/>
                  <a:pt x="40913" y="13921"/>
                </a:cubicBezTo>
                <a:cubicBezTo>
                  <a:pt x="40894" y="13979"/>
                  <a:pt x="40850" y="14000"/>
                  <a:pt x="40805" y="14000"/>
                </a:cubicBezTo>
                <a:cubicBezTo>
                  <a:pt x="40780" y="14000"/>
                  <a:pt x="40753" y="13993"/>
                  <a:pt x="40731" y="13982"/>
                </a:cubicBezTo>
                <a:lnTo>
                  <a:pt x="40701" y="13952"/>
                </a:lnTo>
                <a:cubicBezTo>
                  <a:pt x="40701" y="13921"/>
                  <a:pt x="40594" y="13906"/>
                  <a:pt x="40427" y="13906"/>
                </a:cubicBezTo>
                <a:cubicBezTo>
                  <a:pt x="40424" y="13906"/>
                  <a:pt x="40420" y="13906"/>
                  <a:pt x="40417" y="13906"/>
                </a:cubicBezTo>
                <a:lnTo>
                  <a:pt x="40417" y="13906"/>
                </a:lnTo>
                <a:lnTo>
                  <a:pt x="40397" y="13921"/>
                </a:lnTo>
                <a:cubicBezTo>
                  <a:pt x="40376" y="13917"/>
                  <a:pt x="40356" y="13913"/>
                  <a:pt x="40335" y="13908"/>
                </a:cubicBezTo>
                <a:lnTo>
                  <a:pt x="40335" y="13908"/>
                </a:lnTo>
                <a:cubicBezTo>
                  <a:pt x="40181" y="13912"/>
                  <a:pt x="39990" y="13927"/>
                  <a:pt x="39789" y="13952"/>
                </a:cubicBezTo>
                <a:lnTo>
                  <a:pt x="39667" y="13921"/>
                </a:lnTo>
                <a:lnTo>
                  <a:pt x="39454" y="13861"/>
                </a:lnTo>
                <a:cubicBezTo>
                  <a:pt x="39439" y="13921"/>
                  <a:pt x="39409" y="13952"/>
                  <a:pt x="39371" y="13952"/>
                </a:cubicBezTo>
                <a:cubicBezTo>
                  <a:pt x="39333" y="13952"/>
                  <a:pt x="39287" y="13921"/>
                  <a:pt x="39242" y="13861"/>
                </a:cubicBezTo>
                <a:lnTo>
                  <a:pt x="39150" y="13800"/>
                </a:lnTo>
                <a:lnTo>
                  <a:pt x="38998" y="13709"/>
                </a:lnTo>
                <a:cubicBezTo>
                  <a:pt x="39029" y="13617"/>
                  <a:pt x="39059" y="13526"/>
                  <a:pt x="39090" y="13435"/>
                </a:cubicBezTo>
                <a:lnTo>
                  <a:pt x="39181" y="13435"/>
                </a:lnTo>
                <a:cubicBezTo>
                  <a:pt x="39242" y="13496"/>
                  <a:pt x="39333" y="13587"/>
                  <a:pt x="39394" y="13678"/>
                </a:cubicBezTo>
                <a:lnTo>
                  <a:pt x="39576" y="13587"/>
                </a:lnTo>
                <a:lnTo>
                  <a:pt x="39637" y="13587"/>
                </a:lnTo>
                <a:cubicBezTo>
                  <a:pt x="39653" y="13590"/>
                  <a:pt x="39668" y="13592"/>
                  <a:pt x="39682" y="13592"/>
                </a:cubicBezTo>
                <a:cubicBezTo>
                  <a:pt x="39795" y="13592"/>
                  <a:pt x="39816" y="13489"/>
                  <a:pt x="39789" y="13435"/>
                </a:cubicBezTo>
                <a:cubicBezTo>
                  <a:pt x="39746" y="13414"/>
                  <a:pt x="39703" y="13392"/>
                  <a:pt x="39670" y="13392"/>
                </a:cubicBezTo>
                <a:cubicBezTo>
                  <a:pt x="39657" y="13392"/>
                  <a:pt x="39646" y="13396"/>
                  <a:pt x="39637" y="13405"/>
                </a:cubicBezTo>
                <a:lnTo>
                  <a:pt x="39576" y="13405"/>
                </a:lnTo>
                <a:cubicBezTo>
                  <a:pt x="39515" y="13405"/>
                  <a:pt x="39485" y="13405"/>
                  <a:pt x="39454" y="13344"/>
                </a:cubicBezTo>
                <a:cubicBezTo>
                  <a:pt x="39454" y="13313"/>
                  <a:pt x="39485" y="13253"/>
                  <a:pt x="39515" y="13253"/>
                </a:cubicBezTo>
                <a:lnTo>
                  <a:pt x="39637" y="13253"/>
                </a:lnTo>
                <a:cubicBezTo>
                  <a:pt x="39700" y="13240"/>
                  <a:pt x="39757" y="13233"/>
                  <a:pt x="39812" y="13233"/>
                </a:cubicBezTo>
                <a:cubicBezTo>
                  <a:pt x="39889" y="13233"/>
                  <a:pt x="39961" y="13247"/>
                  <a:pt x="40032" y="13283"/>
                </a:cubicBezTo>
                <a:lnTo>
                  <a:pt x="40032" y="13374"/>
                </a:lnTo>
                <a:cubicBezTo>
                  <a:pt x="40001" y="13496"/>
                  <a:pt x="40123" y="13648"/>
                  <a:pt x="40184" y="13678"/>
                </a:cubicBezTo>
                <a:cubicBezTo>
                  <a:pt x="40336" y="13678"/>
                  <a:pt x="40488" y="13648"/>
                  <a:pt x="40640" y="13587"/>
                </a:cubicBezTo>
                <a:cubicBezTo>
                  <a:pt x="40668" y="13568"/>
                  <a:pt x="40688" y="13561"/>
                  <a:pt x="40701" y="13561"/>
                </a:cubicBezTo>
                <a:cubicBezTo>
                  <a:pt x="40731" y="13561"/>
                  <a:pt x="40731" y="13596"/>
                  <a:pt x="40731" y="13617"/>
                </a:cubicBezTo>
                <a:cubicBezTo>
                  <a:pt x="40688" y="13661"/>
                  <a:pt x="40660" y="13704"/>
                  <a:pt x="40625" y="13737"/>
                </a:cubicBezTo>
                <a:lnTo>
                  <a:pt x="40625" y="13737"/>
                </a:lnTo>
                <a:cubicBezTo>
                  <a:pt x="40550" y="13728"/>
                  <a:pt x="40473" y="13724"/>
                  <a:pt x="40397" y="13724"/>
                </a:cubicBezTo>
                <a:cubicBezTo>
                  <a:pt x="40252" y="13724"/>
                  <a:pt x="40108" y="13739"/>
                  <a:pt x="39971" y="13769"/>
                </a:cubicBezTo>
                <a:cubicBezTo>
                  <a:pt x="40076" y="13822"/>
                  <a:pt x="40204" y="13875"/>
                  <a:pt x="40335" y="13908"/>
                </a:cubicBezTo>
                <a:lnTo>
                  <a:pt x="40335" y="13908"/>
                </a:lnTo>
                <a:cubicBezTo>
                  <a:pt x="40364" y="13907"/>
                  <a:pt x="40391" y="13906"/>
                  <a:pt x="40417" y="13906"/>
                </a:cubicBezTo>
                <a:lnTo>
                  <a:pt x="40417" y="13906"/>
                </a:lnTo>
                <a:lnTo>
                  <a:pt x="40518" y="13830"/>
                </a:lnTo>
                <a:lnTo>
                  <a:pt x="40579" y="13769"/>
                </a:lnTo>
                <a:cubicBezTo>
                  <a:pt x="40596" y="13761"/>
                  <a:pt x="40611" y="13750"/>
                  <a:pt x="40625" y="13737"/>
                </a:cubicBezTo>
                <a:lnTo>
                  <a:pt x="40625" y="13737"/>
                </a:lnTo>
                <a:cubicBezTo>
                  <a:pt x="40692" y="13744"/>
                  <a:pt x="40758" y="13755"/>
                  <a:pt x="40822" y="13769"/>
                </a:cubicBezTo>
                <a:lnTo>
                  <a:pt x="40822" y="13739"/>
                </a:lnTo>
                <a:cubicBezTo>
                  <a:pt x="40883" y="13587"/>
                  <a:pt x="40974" y="13557"/>
                  <a:pt x="41126" y="13557"/>
                </a:cubicBezTo>
                <a:lnTo>
                  <a:pt x="41156" y="13557"/>
                </a:lnTo>
                <a:cubicBezTo>
                  <a:pt x="41174" y="13548"/>
                  <a:pt x="41195" y="13544"/>
                  <a:pt x="41215" y="13544"/>
                </a:cubicBezTo>
                <a:cubicBezTo>
                  <a:pt x="41265" y="13544"/>
                  <a:pt x="41317" y="13566"/>
                  <a:pt x="41339" y="13587"/>
                </a:cubicBezTo>
                <a:cubicBezTo>
                  <a:pt x="41342" y="13590"/>
                  <a:pt x="41347" y="13592"/>
                  <a:pt x="41354" y="13592"/>
                </a:cubicBezTo>
                <a:cubicBezTo>
                  <a:pt x="41408" y="13592"/>
                  <a:pt x="41558" y="13492"/>
                  <a:pt x="41612" y="13465"/>
                </a:cubicBezTo>
                <a:cubicBezTo>
                  <a:pt x="41673" y="13435"/>
                  <a:pt x="41612" y="13131"/>
                  <a:pt x="41673" y="13070"/>
                </a:cubicBezTo>
                <a:cubicBezTo>
                  <a:pt x="41692" y="13051"/>
                  <a:pt x="41717" y="13044"/>
                  <a:pt x="41743" y="13044"/>
                </a:cubicBezTo>
                <a:close/>
                <a:moveTo>
                  <a:pt x="65716" y="13830"/>
                </a:moveTo>
                <a:cubicBezTo>
                  <a:pt x="65777" y="13830"/>
                  <a:pt x="65868" y="13830"/>
                  <a:pt x="65899" y="13891"/>
                </a:cubicBezTo>
                <a:cubicBezTo>
                  <a:pt x="65929" y="13921"/>
                  <a:pt x="65868" y="14013"/>
                  <a:pt x="65868" y="14043"/>
                </a:cubicBezTo>
                <a:lnTo>
                  <a:pt x="65260" y="14043"/>
                </a:lnTo>
                <a:cubicBezTo>
                  <a:pt x="65108" y="14013"/>
                  <a:pt x="65048" y="13982"/>
                  <a:pt x="65169" y="13982"/>
                </a:cubicBezTo>
                <a:lnTo>
                  <a:pt x="65139" y="13982"/>
                </a:lnTo>
                <a:cubicBezTo>
                  <a:pt x="65351" y="13952"/>
                  <a:pt x="65534" y="13891"/>
                  <a:pt x="65716" y="13830"/>
                </a:cubicBezTo>
                <a:close/>
                <a:moveTo>
                  <a:pt x="14375" y="13605"/>
                </a:moveTo>
                <a:cubicBezTo>
                  <a:pt x="14388" y="13605"/>
                  <a:pt x="14399" y="13609"/>
                  <a:pt x="14408" y="13617"/>
                </a:cubicBezTo>
                <a:lnTo>
                  <a:pt x="14439" y="13617"/>
                </a:lnTo>
                <a:cubicBezTo>
                  <a:pt x="14439" y="13709"/>
                  <a:pt x="14408" y="13800"/>
                  <a:pt x="14378" y="13891"/>
                </a:cubicBezTo>
                <a:cubicBezTo>
                  <a:pt x="14347" y="13952"/>
                  <a:pt x="14256" y="14073"/>
                  <a:pt x="14195" y="14073"/>
                </a:cubicBezTo>
                <a:cubicBezTo>
                  <a:pt x="14191" y="14076"/>
                  <a:pt x="14185" y="14077"/>
                  <a:pt x="14179" y="14077"/>
                </a:cubicBezTo>
                <a:cubicBezTo>
                  <a:pt x="14103" y="14077"/>
                  <a:pt x="13915" y="13921"/>
                  <a:pt x="13831" y="13921"/>
                </a:cubicBezTo>
                <a:cubicBezTo>
                  <a:pt x="13709" y="13921"/>
                  <a:pt x="13709" y="13891"/>
                  <a:pt x="13831" y="13861"/>
                </a:cubicBezTo>
                <a:lnTo>
                  <a:pt x="13922" y="13891"/>
                </a:lnTo>
                <a:lnTo>
                  <a:pt x="14165" y="13921"/>
                </a:lnTo>
                <a:cubicBezTo>
                  <a:pt x="14226" y="13830"/>
                  <a:pt x="14256" y="13739"/>
                  <a:pt x="14256" y="13648"/>
                </a:cubicBezTo>
                <a:lnTo>
                  <a:pt x="14287" y="13648"/>
                </a:lnTo>
                <a:cubicBezTo>
                  <a:pt x="14308" y="13626"/>
                  <a:pt x="14345" y="13605"/>
                  <a:pt x="14375" y="13605"/>
                </a:cubicBezTo>
                <a:close/>
                <a:moveTo>
                  <a:pt x="38512" y="13344"/>
                </a:moveTo>
                <a:cubicBezTo>
                  <a:pt x="38573" y="13405"/>
                  <a:pt x="38664" y="13496"/>
                  <a:pt x="38694" y="13526"/>
                </a:cubicBezTo>
                <a:lnTo>
                  <a:pt x="38725" y="13557"/>
                </a:lnTo>
                <a:lnTo>
                  <a:pt x="38968" y="13739"/>
                </a:lnTo>
                <a:cubicBezTo>
                  <a:pt x="38846" y="13830"/>
                  <a:pt x="38755" y="13982"/>
                  <a:pt x="38786" y="14013"/>
                </a:cubicBezTo>
                <a:cubicBezTo>
                  <a:pt x="38786" y="14043"/>
                  <a:pt x="38755" y="14073"/>
                  <a:pt x="38694" y="14073"/>
                </a:cubicBezTo>
                <a:lnTo>
                  <a:pt x="38573" y="14073"/>
                </a:lnTo>
                <a:cubicBezTo>
                  <a:pt x="38500" y="14090"/>
                  <a:pt x="38433" y="14097"/>
                  <a:pt x="38375" y="14097"/>
                </a:cubicBezTo>
                <a:cubicBezTo>
                  <a:pt x="38217" y="14097"/>
                  <a:pt x="38125" y="14041"/>
                  <a:pt x="38147" y="13952"/>
                </a:cubicBezTo>
                <a:lnTo>
                  <a:pt x="38208" y="13891"/>
                </a:lnTo>
                <a:lnTo>
                  <a:pt x="38299" y="13769"/>
                </a:lnTo>
                <a:cubicBezTo>
                  <a:pt x="38376" y="13795"/>
                  <a:pt x="38443" y="13804"/>
                  <a:pt x="38491" y="13804"/>
                </a:cubicBezTo>
                <a:cubicBezTo>
                  <a:pt x="38557" y="13804"/>
                  <a:pt x="38590" y="13787"/>
                  <a:pt x="38573" y="13769"/>
                </a:cubicBezTo>
                <a:cubicBezTo>
                  <a:pt x="38451" y="13648"/>
                  <a:pt x="38330" y="13526"/>
                  <a:pt x="38208" y="13435"/>
                </a:cubicBezTo>
                <a:cubicBezTo>
                  <a:pt x="38147" y="13374"/>
                  <a:pt x="38208" y="13344"/>
                  <a:pt x="38299" y="13344"/>
                </a:cubicBezTo>
                <a:close/>
                <a:moveTo>
                  <a:pt x="35928" y="13557"/>
                </a:moveTo>
                <a:cubicBezTo>
                  <a:pt x="35959" y="13557"/>
                  <a:pt x="36020" y="13617"/>
                  <a:pt x="36050" y="13617"/>
                </a:cubicBezTo>
                <a:lnTo>
                  <a:pt x="35898" y="14013"/>
                </a:lnTo>
                <a:lnTo>
                  <a:pt x="35868" y="14104"/>
                </a:lnTo>
                <a:cubicBezTo>
                  <a:pt x="35861" y="14130"/>
                  <a:pt x="35836" y="14141"/>
                  <a:pt x="35800" y="14141"/>
                </a:cubicBezTo>
                <a:cubicBezTo>
                  <a:pt x="35762" y="14141"/>
                  <a:pt x="35712" y="14129"/>
                  <a:pt x="35657" y="14111"/>
                </a:cubicBezTo>
                <a:lnTo>
                  <a:pt x="35657" y="14111"/>
                </a:lnTo>
                <a:cubicBezTo>
                  <a:pt x="35695" y="14081"/>
                  <a:pt x="35730" y="14032"/>
                  <a:pt x="35746" y="13982"/>
                </a:cubicBezTo>
                <a:lnTo>
                  <a:pt x="35776" y="13891"/>
                </a:lnTo>
                <a:lnTo>
                  <a:pt x="35837" y="13830"/>
                </a:lnTo>
                <a:cubicBezTo>
                  <a:pt x="35776" y="13769"/>
                  <a:pt x="35807" y="13678"/>
                  <a:pt x="35868" y="13617"/>
                </a:cubicBezTo>
                <a:lnTo>
                  <a:pt x="35928" y="13557"/>
                </a:lnTo>
                <a:close/>
                <a:moveTo>
                  <a:pt x="53498" y="13885"/>
                </a:moveTo>
                <a:cubicBezTo>
                  <a:pt x="53509" y="13885"/>
                  <a:pt x="53519" y="13887"/>
                  <a:pt x="53528" y="13891"/>
                </a:cubicBezTo>
                <a:lnTo>
                  <a:pt x="53680" y="13952"/>
                </a:lnTo>
                <a:cubicBezTo>
                  <a:pt x="53831" y="14073"/>
                  <a:pt x="53892" y="14195"/>
                  <a:pt x="53831" y="14195"/>
                </a:cubicBezTo>
                <a:lnTo>
                  <a:pt x="53831" y="14165"/>
                </a:lnTo>
                <a:cubicBezTo>
                  <a:pt x="53771" y="14165"/>
                  <a:pt x="53680" y="14134"/>
                  <a:pt x="53710" y="14104"/>
                </a:cubicBezTo>
                <a:cubicBezTo>
                  <a:pt x="53710" y="14073"/>
                  <a:pt x="53649" y="14043"/>
                  <a:pt x="53558" y="14043"/>
                </a:cubicBezTo>
                <a:lnTo>
                  <a:pt x="53406" y="14043"/>
                </a:lnTo>
                <a:cubicBezTo>
                  <a:pt x="53379" y="14052"/>
                  <a:pt x="53353" y="14056"/>
                  <a:pt x="53328" y="14056"/>
                </a:cubicBezTo>
                <a:cubicBezTo>
                  <a:pt x="53269" y="14056"/>
                  <a:pt x="53224" y="14034"/>
                  <a:pt x="53224" y="14013"/>
                </a:cubicBezTo>
                <a:cubicBezTo>
                  <a:pt x="53302" y="13960"/>
                  <a:pt x="53426" y="13885"/>
                  <a:pt x="53498" y="13885"/>
                </a:cubicBezTo>
                <a:close/>
                <a:moveTo>
                  <a:pt x="35427" y="14058"/>
                </a:moveTo>
                <a:cubicBezTo>
                  <a:pt x="35465" y="14058"/>
                  <a:pt x="35503" y="14073"/>
                  <a:pt x="35533" y="14104"/>
                </a:cubicBezTo>
                <a:lnTo>
                  <a:pt x="35564" y="14134"/>
                </a:lnTo>
                <a:cubicBezTo>
                  <a:pt x="35569" y="14137"/>
                  <a:pt x="35575" y="14139"/>
                  <a:pt x="35580" y="14139"/>
                </a:cubicBezTo>
                <a:lnTo>
                  <a:pt x="35580" y="14139"/>
                </a:lnTo>
                <a:cubicBezTo>
                  <a:pt x="35575" y="14158"/>
                  <a:pt x="35570" y="14176"/>
                  <a:pt x="35564" y="14195"/>
                </a:cubicBezTo>
                <a:lnTo>
                  <a:pt x="35472" y="14225"/>
                </a:lnTo>
                <a:cubicBezTo>
                  <a:pt x="35321" y="14225"/>
                  <a:pt x="35290" y="14195"/>
                  <a:pt x="35321" y="14104"/>
                </a:cubicBezTo>
                <a:cubicBezTo>
                  <a:pt x="35351" y="14073"/>
                  <a:pt x="35389" y="14058"/>
                  <a:pt x="35427" y="14058"/>
                </a:cubicBezTo>
                <a:close/>
                <a:moveTo>
                  <a:pt x="35442" y="13617"/>
                </a:moveTo>
                <a:cubicBezTo>
                  <a:pt x="35574" y="13670"/>
                  <a:pt x="35637" y="13860"/>
                  <a:pt x="35592" y="14088"/>
                </a:cubicBezTo>
                <a:lnTo>
                  <a:pt x="35592" y="14088"/>
                </a:lnTo>
                <a:cubicBezTo>
                  <a:pt x="35473" y="14043"/>
                  <a:pt x="35348" y="13980"/>
                  <a:pt x="35290" y="13952"/>
                </a:cubicBezTo>
                <a:cubicBezTo>
                  <a:pt x="35194" y="13894"/>
                  <a:pt x="35122" y="13873"/>
                  <a:pt x="35082" y="13873"/>
                </a:cubicBezTo>
                <a:cubicBezTo>
                  <a:pt x="35059" y="13873"/>
                  <a:pt x="35047" y="13880"/>
                  <a:pt x="35047" y="13891"/>
                </a:cubicBezTo>
                <a:cubicBezTo>
                  <a:pt x="35108" y="13952"/>
                  <a:pt x="35290" y="14043"/>
                  <a:pt x="35169" y="14104"/>
                </a:cubicBezTo>
                <a:cubicBezTo>
                  <a:pt x="35144" y="14129"/>
                  <a:pt x="35121" y="14138"/>
                  <a:pt x="35099" y="14138"/>
                </a:cubicBezTo>
                <a:cubicBezTo>
                  <a:pt x="35042" y="14138"/>
                  <a:pt x="34992" y="14073"/>
                  <a:pt x="34925" y="14073"/>
                </a:cubicBezTo>
                <a:lnTo>
                  <a:pt x="34865" y="14073"/>
                </a:lnTo>
                <a:cubicBezTo>
                  <a:pt x="34847" y="14091"/>
                  <a:pt x="34813" y="14099"/>
                  <a:pt x="34773" y="14099"/>
                </a:cubicBezTo>
                <a:cubicBezTo>
                  <a:pt x="34674" y="14099"/>
                  <a:pt x="34534" y="14056"/>
                  <a:pt x="34469" y="14013"/>
                </a:cubicBezTo>
                <a:cubicBezTo>
                  <a:pt x="34455" y="14003"/>
                  <a:pt x="34440" y="13998"/>
                  <a:pt x="34426" y="13998"/>
                </a:cubicBezTo>
                <a:cubicBezTo>
                  <a:pt x="34351" y="13998"/>
                  <a:pt x="34287" y="14114"/>
                  <a:pt x="34287" y="14165"/>
                </a:cubicBezTo>
                <a:cubicBezTo>
                  <a:pt x="34287" y="14192"/>
                  <a:pt x="34212" y="14321"/>
                  <a:pt x="34129" y="14321"/>
                </a:cubicBezTo>
                <a:cubicBezTo>
                  <a:pt x="34121" y="14321"/>
                  <a:pt x="34113" y="14319"/>
                  <a:pt x="34105" y="14317"/>
                </a:cubicBezTo>
                <a:cubicBezTo>
                  <a:pt x="34044" y="14286"/>
                  <a:pt x="33983" y="14256"/>
                  <a:pt x="33922" y="14225"/>
                </a:cubicBezTo>
                <a:cubicBezTo>
                  <a:pt x="33869" y="14279"/>
                  <a:pt x="33820" y="14298"/>
                  <a:pt x="33777" y="14298"/>
                </a:cubicBezTo>
                <a:cubicBezTo>
                  <a:pt x="33674" y="14298"/>
                  <a:pt x="33600" y="14186"/>
                  <a:pt x="33558" y="14165"/>
                </a:cubicBezTo>
                <a:cubicBezTo>
                  <a:pt x="33497" y="14134"/>
                  <a:pt x="33345" y="14134"/>
                  <a:pt x="33375" y="14043"/>
                </a:cubicBezTo>
                <a:cubicBezTo>
                  <a:pt x="33406" y="13921"/>
                  <a:pt x="33406" y="13800"/>
                  <a:pt x="33497" y="13739"/>
                </a:cubicBezTo>
                <a:lnTo>
                  <a:pt x="33649" y="13648"/>
                </a:lnTo>
                <a:cubicBezTo>
                  <a:pt x="33770" y="13769"/>
                  <a:pt x="33831" y="13861"/>
                  <a:pt x="33740" y="13861"/>
                </a:cubicBezTo>
                <a:lnTo>
                  <a:pt x="33649" y="13861"/>
                </a:lnTo>
                <a:cubicBezTo>
                  <a:pt x="33618" y="13891"/>
                  <a:pt x="33588" y="13921"/>
                  <a:pt x="33588" y="13952"/>
                </a:cubicBezTo>
                <a:cubicBezTo>
                  <a:pt x="33588" y="13982"/>
                  <a:pt x="33618" y="14013"/>
                  <a:pt x="33649" y="14043"/>
                </a:cubicBezTo>
                <a:lnTo>
                  <a:pt x="33801" y="14073"/>
                </a:lnTo>
                <a:lnTo>
                  <a:pt x="34074" y="14073"/>
                </a:lnTo>
                <a:cubicBezTo>
                  <a:pt x="34074" y="14043"/>
                  <a:pt x="34165" y="13891"/>
                  <a:pt x="34135" y="13830"/>
                </a:cubicBezTo>
                <a:cubicBezTo>
                  <a:pt x="34105" y="13769"/>
                  <a:pt x="34226" y="13648"/>
                  <a:pt x="34287" y="13648"/>
                </a:cubicBezTo>
                <a:lnTo>
                  <a:pt x="34500" y="13648"/>
                </a:lnTo>
                <a:cubicBezTo>
                  <a:pt x="34621" y="13678"/>
                  <a:pt x="34743" y="13678"/>
                  <a:pt x="34834" y="13678"/>
                </a:cubicBezTo>
                <a:cubicBezTo>
                  <a:pt x="35017" y="13678"/>
                  <a:pt x="35169" y="13617"/>
                  <a:pt x="35321" y="13617"/>
                </a:cubicBezTo>
                <a:close/>
                <a:moveTo>
                  <a:pt x="58847" y="14073"/>
                </a:moveTo>
                <a:cubicBezTo>
                  <a:pt x="58877" y="14073"/>
                  <a:pt x="58847" y="14256"/>
                  <a:pt x="58695" y="14317"/>
                </a:cubicBezTo>
                <a:lnTo>
                  <a:pt x="58573" y="14377"/>
                </a:lnTo>
                <a:cubicBezTo>
                  <a:pt x="58391" y="14377"/>
                  <a:pt x="58208" y="14347"/>
                  <a:pt x="58056" y="14317"/>
                </a:cubicBezTo>
                <a:cubicBezTo>
                  <a:pt x="58026" y="14286"/>
                  <a:pt x="58026" y="14256"/>
                  <a:pt x="58056" y="14225"/>
                </a:cubicBezTo>
                <a:cubicBezTo>
                  <a:pt x="58056" y="14225"/>
                  <a:pt x="58087" y="14195"/>
                  <a:pt x="58117" y="14195"/>
                </a:cubicBezTo>
                <a:lnTo>
                  <a:pt x="58269" y="14317"/>
                </a:lnTo>
                <a:cubicBezTo>
                  <a:pt x="58452" y="14256"/>
                  <a:pt x="58786" y="14195"/>
                  <a:pt x="58786" y="14134"/>
                </a:cubicBezTo>
                <a:cubicBezTo>
                  <a:pt x="58816" y="14073"/>
                  <a:pt x="58816" y="14073"/>
                  <a:pt x="58847" y="14073"/>
                </a:cubicBezTo>
                <a:close/>
                <a:moveTo>
                  <a:pt x="49272" y="13769"/>
                </a:moveTo>
                <a:lnTo>
                  <a:pt x="49303" y="13800"/>
                </a:lnTo>
                <a:lnTo>
                  <a:pt x="49394" y="13830"/>
                </a:lnTo>
                <a:cubicBezTo>
                  <a:pt x="49394" y="13921"/>
                  <a:pt x="49363" y="14043"/>
                  <a:pt x="49333" y="14165"/>
                </a:cubicBezTo>
                <a:cubicBezTo>
                  <a:pt x="49303" y="14195"/>
                  <a:pt x="49181" y="14195"/>
                  <a:pt x="49151" y="14195"/>
                </a:cubicBezTo>
                <a:cubicBezTo>
                  <a:pt x="49142" y="14186"/>
                  <a:pt x="49130" y="14182"/>
                  <a:pt x="49118" y="14182"/>
                </a:cubicBezTo>
                <a:cubicBezTo>
                  <a:pt x="49090" y="14182"/>
                  <a:pt x="49059" y="14204"/>
                  <a:pt x="49059" y="14225"/>
                </a:cubicBezTo>
                <a:lnTo>
                  <a:pt x="49151" y="14317"/>
                </a:lnTo>
                <a:cubicBezTo>
                  <a:pt x="49242" y="14438"/>
                  <a:pt x="49272" y="14499"/>
                  <a:pt x="49211" y="14499"/>
                </a:cubicBezTo>
                <a:lnTo>
                  <a:pt x="49090" y="14499"/>
                </a:lnTo>
                <a:cubicBezTo>
                  <a:pt x="48999" y="14499"/>
                  <a:pt x="48907" y="14438"/>
                  <a:pt x="48907" y="14377"/>
                </a:cubicBezTo>
                <a:cubicBezTo>
                  <a:pt x="48907" y="14335"/>
                  <a:pt x="48790" y="14278"/>
                  <a:pt x="48718" y="14278"/>
                </a:cubicBezTo>
                <a:cubicBezTo>
                  <a:pt x="48687" y="14278"/>
                  <a:pt x="48664" y="14289"/>
                  <a:pt x="48664" y="14317"/>
                </a:cubicBezTo>
                <a:cubicBezTo>
                  <a:pt x="48664" y="14333"/>
                  <a:pt x="48648" y="14341"/>
                  <a:pt x="48624" y="14341"/>
                </a:cubicBezTo>
                <a:cubicBezTo>
                  <a:pt x="48564" y="14341"/>
                  <a:pt x="48460" y="14291"/>
                  <a:pt x="48482" y="14225"/>
                </a:cubicBezTo>
                <a:cubicBezTo>
                  <a:pt x="48543" y="14104"/>
                  <a:pt x="48603" y="14013"/>
                  <a:pt x="48695" y="13921"/>
                </a:cubicBezTo>
                <a:lnTo>
                  <a:pt x="48968" y="13921"/>
                </a:lnTo>
                <a:cubicBezTo>
                  <a:pt x="49059" y="13861"/>
                  <a:pt x="49151" y="13800"/>
                  <a:pt x="49272" y="13769"/>
                </a:cubicBezTo>
                <a:close/>
                <a:moveTo>
                  <a:pt x="43375" y="14013"/>
                </a:moveTo>
                <a:lnTo>
                  <a:pt x="43527" y="14134"/>
                </a:lnTo>
                <a:cubicBezTo>
                  <a:pt x="43558" y="14154"/>
                  <a:pt x="43578" y="14161"/>
                  <a:pt x="43594" y="14161"/>
                </a:cubicBezTo>
                <a:cubicBezTo>
                  <a:pt x="43625" y="14161"/>
                  <a:pt x="43639" y="14134"/>
                  <a:pt x="43679" y="14134"/>
                </a:cubicBezTo>
                <a:cubicBezTo>
                  <a:pt x="43720" y="14114"/>
                  <a:pt x="43759" y="14105"/>
                  <a:pt x="43795" y="14105"/>
                </a:cubicBezTo>
                <a:cubicBezTo>
                  <a:pt x="43918" y="14105"/>
                  <a:pt x="44018" y="14202"/>
                  <a:pt x="44135" y="14225"/>
                </a:cubicBezTo>
                <a:cubicBezTo>
                  <a:pt x="44196" y="14225"/>
                  <a:pt x="44166" y="14377"/>
                  <a:pt x="44074" y="14438"/>
                </a:cubicBezTo>
                <a:lnTo>
                  <a:pt x="43983" y="14499"/>
                </a:lnTo>
                <a:cubicBezTo>
                  <a:pt x="43953" y="14519"/>
                  <a:pt x="43916" y="14529"/>
                  <a:pt x="43877" y="14529"/>
                </a:cubicBezTo>
                <a:cubicBezTo>
                  <a:pt x="43801" y="14529"/>
                  <a:pt x="43720" y="14489"/>
                  <a:pt x="43679" y="14408"/>
                </a:cubicBezTo>
                <a:lnTo>
                  <a:pt x="43558" y="14347"/>
                </a:lnTo>
                <a:lnTo>
                  <a:pt x="43436" y="14347"/>
                </a:lnTo>
                <a:cubicBezTo>
                  <a:pt x="43345" y="14256"/>
                  <a:pt x="43315" y="14104"/>
                  <a:pt x="43375" y="14013"/>
                </a:cubicBezTo>
                <a:close/>
                <a:moveTo>
                  <a:pt x="45229" y="14189"/>
                </a:moveTo>
                <a:cubicBezTo>
                  <a:pt x="45238" y="14189"/>
                  <a:pt x="45248" y="14191"/>
                  <a:pt x="45260" y="14195"/>
                </a:cubicBezTo>
                <a:cubicBezTo>
                  <a:pt x="45412" y="14256"/>
                  <a:pt x="45381" y="14499"/>
                  <a:pt x="45199" y="14499"/>
                </a:cubicBezTo>
                <a:lnTo>
                  <a:pt x="45047" y="14560"/>
                </a:lnTo>
                <a:lnTo>
                  <a:pt x="45017" y="14560"/>
                </a:lnTo>
                <a:cubicBezTo>
                  <a:pt x="44956" y="14499"/>
                  <a:pt x="44926" y="14438"/>
                  <a:pt x="44956" y="14377"/>
                </a:cubicBezTo>
                <a:lnTo>
                  <a:pt x="45199" y="14377"/>
                </a:lnTo>
                <a:cubicBezTo>
                  <a:pt x="45173" y="14272"/>
                  <a:pt x="45169" y="14189"/>
                  <a:pt x="45229" y="14189"/>
                </a:cubicBezTo>
                <a:close/>
                <a:moveTo>
                  <a:pt x="56719" y="14225"/>
                </a:moveTo>
                <a:cubicBezTo>
                  <a:pt x="56780" y="14225"/>
                  <a:pt x="56810" y="14317"/>
                  <a:pt x="56780" y="14377"/>
                </a:cubicBezTo>
                <a:lnTo>
                  <a:pt x="56719" y="14377"/>
                </a:lnTo>
                <a:cubicBezTo>
                  <a:pt x="56598" y="14408"/>
                  <a:pt x="56476" y="14438"/>
                  <a:pt x="56354" y="14468"/>
                </a:cubicBezTo>
                <a:lnTo>
                  <a:pt x="56354" y="14529"/>
                </a:lnTo>
                <a:lnTo>
                  <a:pt x="56354" y="14560"/>
                </a:lnTo>
                <a:cubicBezTo>
                  <a:pt x="56324" y="14590"/>
                  <a:pt x="56263" y="14590"/>
                  <a:pt x="56233" y="14590"/>
                </a:cubicBezTo>
                <a:cubicBezTo>
                  <a:pt x="56202" y="14529"/>
                  <a:pt x="56202" y="14468"/>
                  <a:pt x="56202" y="14408"/>
                </a:cubicBezTo>
                <a:cubicBezTo>
                  <a:pt x="56202" y="14377"/>
                  <a:pt x="56324" y="14286"/>
                  <a:pt x="56506" y="14256"/>
                </a:cubicBezTo>
                <a:lnTo>
                  <a:pt x="56658" y="14225"/>
                </a:lnTo>
                <a:close/>
                <a:moveTo>
                  <a:pt x="69794" y="14091"/>
                </a:moveTo>
                <a:cubicBezTo>
                  <a:pt x="69855" y="14091"/>
                  <a:pt x="69929" y="14113"/>
                  <a:pt x="69972" y="14134"/>
                </a:cubicBezTo>
                <a:cubicBezTo>
                  <a:pt x="70032" y="14165"/>
                  <a:pt x="70093" y="14225"/>
                  <a:pt x="70063" y="14317"/>
                </a:cubicBezTo>
                <a:cubicBezTo>
                  <a:pt x="70039" y="14352"/>
                  <a:pt x="70010" y="14365"/>
                  <a:pt x="69981" y="14365"/>
                </a:cubicBezTo>
                <a:cubicBezTo>
                  <a:pt x="69935" y="14365"/>
                  <a:pt x="69887" y="14335"/>
                  <a:pt x="69850" y="14317"/>
                </a:cubicBezTo>
                <a:lnTo>
                  <a:pt x="69820" y="14286"/>
                </a:lnTo>
                <a:cubicBezTo>
                  <a:pt x="69759" y="14286"/>
                  <a:pt x="69607" y="14499"/>
                  <a:pt x="69546" y="14590"/>
                </a:cubicBezTo>
                <a:cubicBezTo>
                  <a:pt x="69536" y="14600"/>
                  <a:pt x="69522" y="14604"/>
                  <a:pt x="69506" y="14604"/>
                </a:cubicBezTo>
                <a:cubicBezTo>
                  <a:pt x="69421" y="14604"/>
                  <a:pt x="69268" y="14489"/>
                  <a:pt x="69242" y="14438"/>
                </a:cubicBezTo>
                <a:cubicBezTo>
                  <a:pt x="69181" y="14347"/>
                  <a:pt x="69242" y="14225"/>
                  <a:pt x="69364" y="14165"/>
                </a:cubicBezTo>
                <a:lnTo>
                  <a:pt x="69485" y="14134"/>
                </a:lnTo>
                <a:cubicBezTo>
                  <a:pt x="69516" y="14119"/>
                  <a:pt x="69569" y="14119"/>
                  <a:pt x="69618" y="14119"/>
                </a:cubicBezTo>
                <a:cubicBezTo>
                  <a:pt x="69668" y="14119"/>
                  <a:pt x="69713" y="14119"/>
                  <a:pt x="69728" y="14104"/>
                </a:cubicBezTo>
                <a:cubicBezTo>
                  <a:pt x="69746" y="14095"/>
                  <a:pt x="69769" y="14091"/>
                  <a:pt x="69794" y="14091"/>
                </a:cubicBezTo>
                <a:close/>
                <a:moveTo>
                  <a:pt x="37631" y="13678"/>
                </a:moveTo>
                <a:cubicBezTo>
                  <a:pt x="37651" y="13686"/>
                  <a:pt x="37669" y="13690"/>
                  <a:pt x="37686" y="13690"/>
                </a:cubicBezTo>
                <a:cubicBezTo>
                  <a:pt x="37687" y="13690"/>
                  <a:pt x="37687" y="13690"/>
                  <a:pt x="37688" y="13690"/>
                </a:cubicBezTo>
                <a:lnTo>
                  <a:pt x="37688" y="13690"/>
                </a:lnTo>
                <a:cubicBezTo>
                  <a:pt x="37731" y="13758"/>
                  <a:pt x="37784" y="13836"/>
                  <a:pt x="37843" y="13921"/>
                </a:cubicBezTo>
                <a:lnTo>
                  <a:pt x="37783" y="13982"/>
                </a:lnTo>
                <a:cubicBezTo>
                  <a:pt x="37741" y="14003"/>
                  <a:pt x="37714" y="14052"/>
                  <a:pt x="37652" y="14052"/>
                </a:cubicBezTo>
                <a:cubicBezTo>
                  <a:pt x="37624" y="14052"/>
                  <a:pt x="37588" y="14041"/>
                  <a:pt x="37539" y="14013"/>
                </a:cubicBezTo>
                <a:lnTo>
                  <a:pt x="37418" y="13952"/>
                </a:lnTo>
                <a:cubicBezTo>
                  <a:pt x="37357" y="14104"/>
                  <a:pt x="37296" y="14620"/>
                  <a:pt x="37175" y="14712"/>
                </a:cubicBezTo>
                <a:cubicBezTo>
                  <a:pt x="37142" y="14728"/>
                  <a:pt x="37107" y="14736"/>
                  <a:pt x="37073" y="14736"/>
                </a:cubicBezTo>
                <a:cubicBezTo>
                  <a:pt x="36980" y="14736"/>
                  <a:pt x="36893" y="14679"/>
                  <a:pt x="36871" y="14590"/>
                </a:cubicBezTo>
                <a:cubicBezTo>
                  <a:pt x="36871" y="14499"/>
                  <a:pt x="36992" y="14438"/>
                  <a:pt x="37053" y="14438"/>
                </a:cubicBezTo>
                <a:cubicBezTo>
                  <a:pt x="37083" y="14438"/>
                  <a:pt x="37205" y="14286"/>
                  <a:pt x="37175" y="14256"/>
                </a:cubicBezTo>
                <a:cubicBezTo>
                  <a:pt x="37083" y="14165"/>
                  <a:pt x="36962" y="14134"/>
                  <a:pt x="36871" y="14134"/>
                </a:cubicBezTo>
                <a:cubicBezTo>
                  <a:pt x="36780" y="14165"/>
                  <a:pt x="36628" y="14225"/>
                  <a:pt x="36476" y="14317"/>
                </a:cubicBezTo>
                <a:lnTo>
                  <a:pt x="36384" y="14377"/>
                </a:lnTo>
                <a:cubicBezTo>
                  <a:pt x="36324" y="14438"/>
                  <a:pt x="36324" y="14529"/>
                  <a:pt x="36445" y="14529"/>
                </a:cubicBezTo>
                <a:lnTo>
                  <a:pt x="36567" y="14529"/>
                </a:lnTo>
                <a:cubicBezTo>
                  <a:pt x="36536" y="14620"/>
                  <a:pt x="36445" y="14681"/>
                  <a:pt x="36354" y="14712"/>
                </a:cubicBezTo>
                <a:lnTo>
                  <a:pt x="36293" y="14681"/>
                </a:lnTo>
                <a:lnTo>
                  <a:pt x="36202" y="14651"/>
                </a:lnTo>
                <a:cubicBezTo>
                  <a:pt x="36202" y="14499"/>
                  <a:pt x="36232" y="14347"/>
                  <a:pt x="36293" y="14195"/>
                </a:cubicBezTo>
                <a:lnTo>
                  <a:pt x="36354" y="14134"/>
                </a:lnTo>
                <a:cubicBezTo>
                  <a:pt x="36384" y="14104"/>
                  <a:pt x="36445" y="14073"/>
                  <a:pt x="36445" y="14043"/>
                </a:cubicBezTo>
                <a:cubicBezTo>
                  <a:pt x="36476" y="13952"/>
                  <a:pt x="36567" y="13921"/>
                  <a:pt x="36658" y="13921"/>
                </a:cubicBezTo>
                <a:cubicBezTo>
                  <a:pt x="36696" y="13929"/>
                  <a:pt x="36734" y="13933"/>
                  <a:pt x="36771" y="13933"/>
                </a:cubicBezTo>
                <a:cubicBezTo>
                  <a:pt x="36884" y="13933"/>
                  <a:pt x="36992" y="13899"/>
                  <a:pt x="37083" y="13830"/>
                </a:cubicBezTo>
                <a:lnTo>
                  <a:pt x="37175" y="13709"/>
                </a:lnTo>
                <a:cubicBezTo>
                  <a:pt x="37205" y="13769"/>
                  <a:pt x="37258" y="13800"/>
                  <a:pt x="37311" y="13800"/>
                </a:cubicBezTo>
                <a:cubicBezTo>
                  <a:pt x="37365" y="13800"/>
                  <a:pt x="37418" y="13769"/>
                  <a:pt x="37448" y="13709"/>
                </a:cubicBezTo>
                <a:lnTo>
                  <a:pt x="37539" y="13678"/>
                </a:lnTo>
                <a:close/>
                <a:moveTo>
                  <a:pt x="47874" y="13222"/>
                </a:moveTo>
                <a:lnTo>
                  <a:pt x="47965" y="13344"/>
                </a:lnTo>
                <a:cubicBezTo>
                  <a:pt x="48041" y="13445"/>
                  <a:pt x="48179" y="13504"/>
                  <a:pt x="48310" y="13504"/>
                </a:cubicBezTo>
                <a:cubicBezTo>
                  <a:pt x="48338" y="13504"/>
                  <a:pt x="48365" y="13501"/>
                  <a:pt x="48391" y="13496"/>
                </a:cubicBezTo>
                <a:lnTo>
                  <a:pt x="48664" y="13496"/>
                </a:lnTo>
                <a:cubicBezTo>
                  <a:pt x="48968" y="13496"/>
                  <a:pt x="49181" y="13405"/>
                  <a:pt x="49151" y="13405"/>
                </a:cubicBezTo>
                <a:cubicBezTo>
                  <a:pt x="49120" y="13374"/>
                  <a:pt x="49394" y="13283"/>
                  <a:pt x="49515" y="13283"/>
                </a:cubicBezTo>
                <a:cubicBezTo>
                  <a:pt x="49606" y="13313"/>
                  <a:pt x="49728" y="13496"/>
                  <a:pt x="49728" y="13557"/>
                </a:cubicBezTo>
                <a:cubicBezTo>
                  <a:pt x="49728" y="13617"/>
                  <a:pt x="49637" y="13678"/>
                  <a:pt x="49515" y="13678"/>
                </a:cubicBezTo>
                <a:lnTo>
                  <a:pt x="49485" y="13648"/>
                </a:lnTo>
                <a:lnTo>
                  <a:pt x="49394" y="13587"/>
                </a:lnTo>
                <a:cubicBezTo>
                  <a:pt x="49303" y="13648"/>
                  <a:pt x="49211" y="13678"/>
                  <a:pt x="49090" y="13709"/>
                </a:cubicBezTo>
                <a:lnTo>
                  <a:pt x="48786" y="13648"/>
                </a:lnTo>
                <a:lnTo>
                  <a:pt x="48725" y="13709"/>
                </a:lnTo>
                <a:lnTo>
                  <a:pt x="48603" y="13769"/>
                </a:lnTo>
                <a:cubicBezTo>
                  <a:pt x="48543" y="13709"/>
                  <a:pt x="48512" y="13648"/>
                  <a:pt x="48421" y="13617"/>
                </a:cubicBezTo>
                <a:lnTo>
                  <a:pt x="48391" y="13617"/>
                </a:lnTo>
                <a:cubicBezTo>
                  <a:pt x="48330" y="13617"/>
                  <a:pt x="48239" y="13648"/>
                  <a:pt x="48178" y="13648"/>
                </a:cubicBezTo>
                <a:lnTo>
                  <a:pt x="48117" y="13648"/>
                </a:lnTo>
                <a:cubicBezTo>
                  <a:pt x="48105" y="13659"/>
                  <a:pt x="48094" y="13664"/>
                  <a:pt x="48082" y="13664"/>
                </a:cubicBezTo>
                <a:cubicBezTo>
                  <a:pt x="48034" y="13664"/>
                  <a:pt x="47990" y="13575"/>
                  <a:pt x="47965" y="13526"/>
                </a:cubicBezTo>
                <a:cubicBezTo>
                  <a:pt x="47965" y="13521"/>
                  <a:pt x="47961" y="13519"/>
                  <a:pt x="47954" y="13519"/>
                </a:cubicBezTo>
                <a:cubicBezTo>
                  <a:pt x="47916" y="13519"/>
                  <a:pt x="47788" y="13586"/>
                  <a:pt x="47661" y="13739"/>
                </a:cubicBezTo>
                <a:lnTo>
                  <a:pt x="47509" y="13800"/>
                </a:lnTo>
                <a:cubicBezTo>
                  <a:pt x="47357" y="13861"/>
                  <a:pt x="47388" y="13861"/>
                  <a:pt x="47357" y="13982"/>
                </a:cubicBezTo>
                <a:cubicBezTo>
                  <a:pt x="47357" y="14073"/>
                  <a:pt x="47509" y="14073"/>
                  <a:pt x="47540" y="14073"/>
                </a:cubicBezTo>
                <a:lnTo>
                  <a:pt x="47631" y="14073"/>
                </a:lnTo>
                <a:lnTo>
                  <a:pt x="47661" y="14104"/>
                </a:lnTo>
                <a:cubicBezTo>
                  <a:pt x="47661" y="14134"/>
                  <a:pt x="47631" y="14165"/>
                  <a:pt x="47600" y="14165"/>
                </a:cubicBezTo>
                <a:lnTo>
                  <a:pt x="47509" y="14165"/>
                </a:lnTo>
                <a:cubicBezTo>
                  <a:pt x="47448" y="14165"/>
                  <a:pt x="47357" y="14408"/>
                  <a:pt x="47266" y="14438"/>
                </a:cubicBezTo>
                <a:cubicBezTo>
                  <a:pt x="47175" y="14468"/>
                  <a:pt x="47114" y="14499"/>
                  <a:pt x="47053" y="14560"/>
                </a:cubicBezTo>
                <a:lnTo>
                  <a:pt x="47053" y="14590"/>
                </a:lnTo>
                <a:cubicBezTo>
                  <a:pt x="47175" y="14620"/>
                  <a:pt x="47296" y="14651"/>
                  <a:pt x="47418" y="14681"/>
                </a:cubicBezTo>
                <a:lnTo>
                  <a:pt x="47540" y="14742"/>
                </a:lnTo>
                <a:lnTo>
                  <a:pt x="47327" y="14742"/>
                </a:lnTo>
                <a:cubicBezTo>
                  <a:pt x="47175" y="14712"/>
                  <a:pt x="46992" y="14681"/>
                  <a:pt x="46840" y="14651"/>
                </a:cubicBezTo>
                <a:lnTo>
                  <a:pt x="46901" y="14590"/>
                </a:lnTo>
                <a:cubicBezTo>
                  <a:pt x="46981" y="14510"/>
                  <a:pt x="46921" y="14336"/>
                  <a:pt x="47090" y="14336"/>
                </a:cubicBezTo>
                <a:cubicBezTo>
                  <a:pt x="47114" y="14336"/>
                  <a:pt x="47142" y="14339"/>
                  <a:pt x="47175" y="14347"/>
                </a:cubicBezTo>
                <a:cubicBezTo>
                  <a:pt x="47175" y="14347"/>
                  <a:pt x="47266" y="14225"/>
                  <a:pt x="47236" y="14165"/>
                </a:cubicBezTo>
                <a:lnTo>
                  <a:pt x="47205" y="14043"/>
                </a:lnTo>
                <a:cubicBezTo>
                  <a:pt x="47205" y="13921"/>
                  <a:pt x="47175" y="13800"/>
                  <a:pt x="47114" y="13678"/>
                </a:cubicBezTo>
                <a:lnTo>
                  <a:pt x="47053" y="13709"/>
                </a:lnTo>
                <a:cubicBezTo>
                  <a:pt x="46992" y="13709"/>
                  <a:pt x="46901" y="13739"/>
                  <a:pt x="46840" y="13800"/>
                </a:cubicBezTo>
                <a:lnTo>
                  <a:pt x="46719" y="13861"/>
                </a:lnTo>
                <a:cubicBezTo>
                  <a:pt x="46689" y="13800"/>
                  <a:pt x="46840" y="13617"/>
                  <a:pt x="47053" y="13435"/>
                </a:cubicBezTo>
                <a:lnTo>
                  <a:pt x="47357" y="13496"/>
                </a:lnTo>
                <a:lnTo>
                  <a:pt x="47479" y="13496"/>
                </a:lnTo>
                <a:cubicBezTo>
                  <a:pt x="47600" y="13374"/>
                  <a:pt x="47722" y="13283"/>
                  <a:pt x="47874" y="13222"/>
                </a:cubicBezTo>
                <a:close/>
                <a:moveTo>
                  <a:pt x="40539" y="14324"/>
                </a:moveTo>
                <a:cubicBezTo>
                  <a:pt x="40557" y="14324"/>
                  <a:pt x="40571" y="14331"/>
                  <a:pt x="40579" y="14347"/>
                </a:cubicBezTo>
                <a:cubicBezTo>
                  <a:pt x="40609" y="14377"/>
                  <a:pt x="40518" y="14499"/>
                  <a:pt x="40457" y="14499"/>
                </a:cubicBezTo>
                <a:cubicBezTo>
                  <a:pt x="40397" y="14499"/>
                  <a:pt x="40366" y="14529"/>
                  <a:pt x="40366" y="14590"/>
                </a:cubicBezTo>
                <a:lnTo>
                  <a:pt x="40488" y="14590"/>
                </a:lnTo>
                <a:cubicBezTo>
                  <a:pt x="40518" y="14651"/>
                  <a:pt x="40457" y="14772"/>
                  <a:pt x="40397" y="14772"/>
                </a:cubicBezTo>
                <a:cubicBezTo>
                  <a:pt x="40275" y="14712"/>
                  <a:pt x="40153" y="14651"/>
                  <a:pt x="40032" y="14590"/>
                </a:cubicBezTo>
                <a:lnTo>
                  <a:pt x="39880" y="14590"/>
                </a:lnTo>
                <a:cubicBezTo>
                  <a:pt x="39819" y="14590"/>
                  <a:pt x="39789" y="14560"/>
                  <a:pt x="39758" y="14499"/>
                </a:cubicBezTo>
                <a:cubicBezTo>
                  <a:pt x="39758" y="14468"/>
                  <a:pt x="39758" y="14408"/>
                  <a:pt x="39758" y="14377"/>
                </a:cubicBezTo>
                <a:cubicBezTo>
                  <a:pt x="39789" y="14362"/>
                  <a:pt x="39811" y="14355"/>
                  <a:pt x="39834" y="14355"/>
                </a:cubicBezTo>
                <a:cubicBezTo>
                  <a:pt x="39857" y="14355"/>
                  <a:pt x="39880" y="14362"/>
                  <a:pt x="39910" y="14377"/>
                </a:cubicBezTo>
                <a:cubicBezTo>
                  <a:pt x="39971" y="14377"/>
                  <a:pt x="40032" y="14438"/>
                  <a:pt x="40123" y="14438"/>
                </a:cubicBezTo>
                <a:lnTo>
                  <a:pt x="40305" y="14499"/>
                </a:lnTo>
                <a:cubicBezTo>
                  <a:pt x="40396" y="14386"/>
                  <a:pt x="40486" y="14324"/>
                  <a:pt x="40539" y="14324"/>
                </a:cubicBezTo>
                <a:close/>
                <a:moveTo>
                  <a:pt x="8945" y="14256"/>
                </a:moveTo>
                <a:cubicBezTo>
                  <a:pt x="8975" y="14256"/>
                  <a:pt x="9013" y="14286"/>
                  <a:pt x="9059" y="14347"/>
                </a:cubicBezTo>
                <a:lnTo>
                  <a:pt x="8937" y="14468"/>
                </a:lnTo>
                <a:cubicBezTo>
                  <a:pt x="8907" y="14499"/>
                  <a:pt x="8846" y="14529"/>
                  <a:pt x="8815" y="14620"/>
                </a:cubicBezTo>
                <a:cubicBezTo>
                  <a:pt x="8789" y="14699"/>
                  <a:pt x="8808" y="14778"/>
                  <a:pt x="8715" y="14778"/>
                </a:cubicBezTo>
                <a:cubicBezTo>
                  <a:pt x="8701" y="14778"/>
                  <a:pt x="8684" y="14777"/>
                  <a:pt x="8663" y="14772"/>
                </a:cubicBezTo>
                <a:cubicBezTo>
                  <a:pt x="8633" y="14772"/>
                  <a:pt x="8542" y="14620"/>
                  <a:pt x="8633" y="14560"/>
                </a:cubicBezTo>
                <a:cubicBezTo>
                  <a:pt x="8717" y="14504"/>
                  <a:pt x="8672" y="14344"/>
                  <a:pt x="8832" y="14344"/>
                </a:cubicBezTo>
                <a:cubicBezTo>
                  <a:pt x="8846" y="14344"/>
                  <a:pt x="8860" y="14345"/>
                  <a:pt x="8876" y="14347"/>
                </a:cubicBezTo>
                <a:cubicBezTo>
                  <a:pt x="8891" y="14286"/>
                  <a:pt x="8914" y="14256"/>
                  <a:pt x="8945" y="14256"/>
                </a:cubicBezTo>
                <a:close/>
                <a:moveTo>
                  <a:pt x="45224" y="14738"/>
                </a:moveTo>
                <a:cubicBezTo>
                  <a:pt x="45311" y="14738"/>
                  <a:pt x="45406" y="14866"/>
                  <a:pt x="45351" y="14894"/>
                </a:cubicBezTo>
                <a:cubicBezTo>
                  <a:pt x="45290" y="14924"/>
                  <a:pt x="45290" y="14985"/>
                  <a:pt x="45290" y="14985"/>
                </a:cubicBezTo>
                <a:cubicBezTo>
                  <a:pt x="45230" y="14955"/>
                  <a:pt x="45169" y="14924"/>
                  <a:pt x="45108" y="14894"/>
                </a:cubicBezTo>
                <a:cubicBezTo>
                  <a:pt x="45047" y="14864"/>
                  <a:pt x="45078" y="14803"/>
                  <a:pt x="45169" y="14742"/>
                </a:cubicBezTo>
                <a:lnTo>
                  <a:pt x="45199" y="14742"/>
                </a:lnTo>
                <a:cubicBezTo>
                  <a:pt x="45207" y="14739"/>
                  <a:pt x="45216" y="14738"/>
                  <a:pt x="45224" y="14738"/>
                </a:cubicBezTo>
                <a:close/>
                <a:moveTo>
                  <a:pt x="14038" y="14671"/>
                </a:moveTo>
                <a:cubicBezTo>
                  <a:pt x="14169" y="14671"/>
                  <a:pt x="14287" y="14844"/>
                  <a:pt x="14287" y="14924"/>
                </a:cubicBezTo>
                <a:cubicBezTo>
                  <a:pt x="14287" y="14963"/>
                  <a:pt x="14305" y="14977"/>
                  <a:pt x="14333" y="14977"/>
                </a:cubicBezTo>
                <a:cubicBezTo>
                  <a:pt x="14391" y="14977"/>
                  <a:pt x="14489" y="14915"/>
                  <a:pt x="14530" y="14894"/>
                </a:cubicBezTo>
                <a:cubicBezTo>
                  <a:pt x="14545" y="14864"/>
                  <a:pt x="14575" y="14848"/>
                  <a:pt x="14606" y="14848"/>
                </a:cubicBezTo>
                <a:cubicBezTo>
                  <a:pt x="14636" y="14848"/>
                  <a:pt x="14667" y="14864"/>
                  <a:pt x="14682" y="14894"/>
                </a:cubicBezTo>
                <a:lnTo>
                  <a:pt x="14712" y="14894"/>
                </a:lnTo>
                <a:cubicBezTo>
                  <a:pt x="14742" y="14894"/>
                  <a:pt x="14771" y="14893"/>
                  <a:pt x="14800" y="14892"/>
                </a:cubicBezTo>
                <a:lnTo>
                  <a:pt x="14800" y="14892"/>
                </a:lnTo>
                <a:cubicBezTo>
                  <a:pt x="14743" y="14935"/>
                  <a:pt x="14671" y="14960"/>
                  <a:pt x="14621" y="14985"/>
                </a:cubicBezTo>
                <a:lnTo>
                  <a:pt x="14591" y="15016"/>
                </a:lnTo>
                <a:cubicBezTo>
                  <a:pt x="14491" y="15091"/>
                  <a:pt x="14370" y="15145"/>
                  <a:pt x="14246" y="15145"/>
                </a:cubicBezTo>
                <a:cubicBezTo>
                  <a:pt x="14219" y="15145"/>
                  <a:pt x="14192" y="15143"/>
                  <a:pt x="14165" y="15137"/>
                </a:cubicBezTo>
                <a:lnTo>
                  <a:pt x="14013" y="15137"/>
                </a:lnTo>
                <a:cubicBezTo>
                  <a:pt x="13892" y="15076"/>
                  <a:pt x="13770" y="14985"/>
                  <a:pt x="13709" y="14894"/>
                </a:cubicBezTo>
                <a:cubicBezTo>
                  <a:pt x="13704" y="14884"/>
                  <a:pt x="13696" y="14880"/>
                  <a:pt x="13685" y="14880"/>
                </a:cubicBezTo>
                <a:cubicBezTo>
                  <a:pt x="13651" y="14880"/>
                  <a:pt x="13591" y="14927"/>
                  <a:pt x="13547" y="14967"/>
                </a:cubicBezTo>
                <a:lnTo>
                  <a:pt x="13547" y="14967"/>
                </a:lnTo>
                <a:lnTo>
                  <a:pt x="13527" y="14803"/>
                </a:lnTo>
                <a:cubicBezTo>
                  <a:pt x="13527" y="14779"/>
                  <a:pt x="13564" y="14755"/>
                  <a:pt x="13595" y="14746"/>
                </a:cubicBezTo>
                <a:lnTo>
                  <a:pt x="13595" y="14746"/>
                </a:lnTo>
                <a:cubicBezTo>
                  <a:pt x="13653" y="14777"/>
                  <a:pt x="13712" y="14836"/>
                  <a:pt x="13770" y="14894"/>
                </a:cubicBezTo>
                <a:lnTo>
                  <a:pt x="13861" y="14803"/>
                </a:lnTo>
                <a:lnTo>
                  <a:pt x="13983" y="14681"/>
                </a:lnTo>
                <a:cubicBezTo>
                  <a:pt x="14001" y="14674"/>
                  <a:pt x="14020" y="14671"/>
                  <a:pt x="14038" y="14671"/>
                </a:cubicBezTo>
                <a:close/>
                <a:moveTo>
                  <a:pt x="31973" y="13481"/>
                </a:moveTo>
                <a:cubicBezTo>
                  <a:pt x="32015" y="13481"/>
                  <a:pt x="32083" y="13496"/>
                  <a:pt x="32159" y="13526"/>
                </a:cubicBezTo>
                <a:lnTo>
                  <a:pt x="32220" y="13709"/>
                </a:lnTo>
                <a:lnTo>
                  <a:pt x="32220" y="13739"/>
                </a:lnTo>
                <a:cubicBezTo>
                  <a:pt x="32220" y="13761"/>
                  <a:pt x="32228" y="13771"/>
                  <a:pt x="32242" y="13771"/>
                </a:cubicBezTo>
                <a:cubicBezTo>
                  <a:pt x="32267" y="13771"/>
                  <a:pt x="32313" y="13737"/>
                  <a:pt x="32372" y="13678"/>
                </a:cubicBezTo>
                <a:lnTo>
                  <a:pt x="32433" y="13617"/>
                </a:lnTo>
                <a:cubicBezTo>
                  <a:pt x="32463" y="13587"/>
                  <a:pt x="32524" y="13587"/>
                  <a:pt x="32555" y="13587"/>
                </a:cubicBezTo>
                <a:lnTo>
                  <a:pt x="32737" y="13921"/>
                </a:lnTo>
                <a:cubicBezTo>
                  <a:pt x="32982" y="13832"/>
                  <a:pt x="33194" y="13776"/>
                  <a:pt x="33266" y="13776"/>
                </a:cubicBezTo>
                <a:cubicBezTo>
                  <a:pt x="33293" y="13776"/>
                  <a:pt x="33300" y="13783"/>
                  <a:pt x="33284" y="13800"/>
                </a:cubicBezTo>
                <a:lnTo>
                  <a:pt x="33254" y="13830"/>
                </a:lnTo>
                <a:lnTo>
                  <a:pt x="33162" y="13982"/>
                </a:lnTo>
                <a:cubicBezTo>
                  <a:pt x="33151" y="13980"/>
                  <a:pt x="33140" y="13979"/>
                  <a:pt x="33131" y="13979"/>
                </a:cubicBezTo>
                <a:cubicBezTo>
                  <a:pt x="33011" y="13979"/>
                  <a:pt x="33015" y="14141"/>
                  <a:pt x="33071" y="14225"/>
                </a:cubicBezTo>
                <a:cubicBezTo>
                  <a:pt x="33102" y="14286"/>
                  <a:pt x="32950" y="14408"/>
                  <a:pt x="32737" y="14468"/>
                </a:cubicBezTo>
                <a:lnTo>
                  <a:pt x="32463" y="14408"/>
                </a:lnTo>
                <a:lnTo>
                  <a:pt x="32372" y="14408"/>
                </a:lnTo>
                <a:cubicBezTo>
                  <a:pt x="32281" y="14499"/>
                  <a:pt x="32129" y="14620"/>
                  <a:pt x="32068" y="14620"/>
                </a:cubicBezTo>
                <a:cubicBezTo>
                  <a:pt x="32012" y="14592"/>
                  <a:pt x="31748" y="14435"/>
                  <a:pt x="31613" y="14435"/>
                </a:cubicBezTo>
                <a:cubicBezTo>
                  <a:pt x="31601" y="14435"/>
                  <a:pt x="31591" y="14436"/>
                  <a:pt x="31582" y="14438"/>
                </a:cubicBezTo>
                <a:cubicBezTo>
                  <a:pt x="31460" y="14499"/>
                  <a:pt x="31491" y="14620"/>
                  <a:pt x="31521" y="14620"/>
                </a:cubicBezTo>
                <a:cubicBezTo>
                  <a:pt x="31612" y="14712"/>
                  <a:pt x="31734" y="14803"/>
                  <a:pt x="31795" y="14894"/>
                </a:cubicBezTo>
                <a:lnTo>
                  <a:pt x="32190" y="14864"/>
                </a:lnTo>
                <a:cubicBezTo>
                  <a:pt x="32205" y="14848"/>
                  <a:pt x="32220" y="14841"/>
                  <a:pt x="32235" y="14841"/>
                </a:cubicBezTo>
                <a:cubicBezTo>
                  <a:pt x="32251" y="14841"/>
                  <a:pt x="32266" y="14848"/>
                  <a:pt x="32281" y="14864"/>
                </a:cubicBezTo>
                <a:lnTo>
                  <a:pt x="32311" y="14864"/>
                </a:lnTo>
                <a:cubicBezTo>
                  <a:pt x="32372" y="14924"/>
                  <a:pt x="32311" y="14985"/>
                  <a:pt x="32220" y="15016"/>
                </a:cubicBezTo>
                <a:lnTo>
                  <a:pt x="31764" y="15016"/>
                </a:lnTo>
                <a:cubicBezTo>
                  <a:pt x="31612" y="15107"/>
                  <a:pt x="31430" y="15168"/>
                  <a:pt x="31278" y="15228"/>
                </a:cubicBezTo>
                <a:lnTo>
                  <a:pt x="31217" y="15228"/>
                </a:lnTo>
                <a:lnTo>
                  <a:pt x="30761" y="15076"/>
                </a:lnTo>
                <a:lnTo>
                  <a:pt x="30609" y="15137"/>
                </a:lnTo>
                <a:cubicBezTo>
                  <a:pt x="30560" y="15153"/>
                  <a:pt x="30514" y="15161"/>
                  <a:pt x="30471" y="15161"/>
                </a:cubicBezTo>
                <a:cubicBezTo>
                  <a:pt x="30354" y="15161"/>
                  <a:pt x="30267" y="15105"/>
                  <a:pt x="30244" y="15016"/>
                </a:cubicBezTo>
                <a:lnTo>
                  <a:pt x="30366" y="14955"/>
                </a:lnTo>
                <a:cubicBezTo>
                  <a:pt x="30427" y="14924"/>
                  <a:pt x="30488" y="14924"/>
                  <a:pt x="30548" y="14894"/>
                </a:cubicBezTo>
                <a:cubicBezTo>
                  <a:pt x="30670" y="14803"/>
                  <a:pt x="30738" y="14757"/>
                  <a:pt x="30795" y="14757"/>
                </a:cubicBezTo>
                <a:cubicBezTo>
                  <a:pt x="30852" y="14757"/>
                  <a:pt x="30898" y="14803"/>
                  <a:pt x="30974" y="14894"/>
                </a:cubicBezTo>
                <a:lnTo>
                  <a:pt x="31096" y="15016"/>
                </a:lnTo>
                <a:cubicBezTo>
                  <a:pt x="31187" y="14985"/>
                  <a:pt x="31247" y="14742"/>
                  <a:pt x="31187" y="14681"/>
                </a:cubicBezTo>
                <a:cubicBezTo>
                  <a:pt x="31096" y="14590"/>
                  <a:pt x="30974" y="14529"/>
                  <a:pt x="30852" y="14529"/>
                </a:cubicBezTo>
                <a:lnTo>
                  <a:pt x="30792" y="14560"/>
                </a:lnTo>
                <a:cubicBezTo>
                  <a:pt x="30731" y="14560"/>
                  <a:pt x="30697" y="14587"/>
                  <a:pt x="30654" y="14587"/>
                </a:cubicBezTo>
                <a:cubicBezTo>
                  <a:pt x="30633" y="14587"/>
                  <a:pt x="30609" y="14580"/>
                  <a:pt x="30579" y="14560"/>
                </a:cubicBezTo>
                <a:lnTo>
                  <a:pt x="30518" y="14499"/>
                </a:lnTo>
                <a:cubicBezTo>
                  <a:pt x="30427" y="14499"/>
                  <a:pt x="30396" y="14408"/>
                  <a:pt x="30427" y="14347"/>
                </a:cubicBezTo>
                <a:lnTo>
                  <a:pt x="30457" y="14286"/>
                </a:lnTo>
                <a:cubicBezTo>
                  <a:pt x="30457" y="14256"/>
                  <a:pt x="30457" y="14195"/>
                  <a:pt x="30427" y="14165"/>
                </a:cubicBezTo>
                <a:lnTo>
                  <a:pt x="30275" y="14165"/>
                </a:lnTo>
                <a:lnTo>
                  <a:pt x="30214" y="14225"/>
                </a:lnTo>
                <a:cubicBezTo>
                  <a:pt x="30214" y="14347"/>
                  <a:pt x="30214" y="14468"/>
                  <a:pt x="30214" y="14560"/>
                </a:cubicBezTo>
                <a:lnTo>
                  <a:pt x="30275" y="14620"/>
                </a:lnTo>
                <a:cubicBezTo>
                  <a:pt x="30336" y="14681"/>
                  <a:pt x="30548" y="14651"/>
                  <a:pt x="30427" y="14803"/>
                </a:cubicBezTo>
                <a:cubicBezTo>
                  <a:pt x="30413" y="14816"/>
                  <a:pt x="30393" y="14822"/>
                  <a:pt x="30367" y="14822"/>
                </a:cubicBezTo>
                <a:cubicBezTo>
                  <a:pt x="30277" y="14822"/>
                  <a:pt x="30127" y="14746"/>
                  <a:pt x="30032" y="14651"/>
                </a:cubicBezTo>
                <a:cubicBezTo>
                  <a:pt x="30026" y="14645"/>
                  <a:pt x="30016" y="14643"/>
                  <a:pt x="30004" y="14643"/>
                </a:cubicBezTo>
                <a:cubicBezTo>
                  <a:pt x="29949" y="14643"/>
                  <a:pt x="29838" y="14692"/>
                  <a:pt x="29788" y="14742"/>
                </a:cubicBezTo>
                <a:cubicBezTo>
                  <a:pt x="29783" y="14745"/>
                  <a:pt x="29778" y="14746"/>
                  <a:pt x="29773" y="14746"/>
                </a:cubicBezTo>
                <a:cubicBezTo>
                  <a:pt x="29723" y="14746"/>
                  <a:pt x="29700" y="14615"/>
                  <a:pt x="29728" y="14560"/>
                </a:cubicBezTo>
                <a:cubicBezTo>
                  <a:pt x="29728" y="14538"/>
                  <a:pt x="29720" y="14528"/>
                  <a:pt x="29706" y="14528"/>
                </a:cubicBezTo>
                <a:cubicBezTo>
                  <a:pt x="29681" y="14528"/>
                  <a:pt x="29635" y="14562"/>
                  <a:pt x="29576" y="14620"/>
                </a:cubicBezTo>
                <a:lnTo>
                  <a:pt x="29333" y="14620"/>
                </a:lnTo>
                <a:cubicBezTo>
                  <a:pt x="29315" y="14535"/>
                  <a:pt x="29279" y="14497"/>
                  <a:pt x="29229" y="14497"/>
                </a:cubicBezTo>
                <a:cubicBezTo>
                  <a:pt x="29190" y="14497"/>
                  <a:pt x="29142" y="14520"/>
                  <a:pt x="29089" y="14560"/>
                </a:cubicBezTo>
                <a:cubicBezTo>
                  <a:pt x="29059" y="14590"/>
                  <a:pt x="29029" y="14620"/>
                  <a:pt x="28998" y="14651"/>
                </a:cubicBezTo>
                <a:lnTo>
                  <a:pt x="28968" y="14651"/>
                </a:lnTo>
                <a:cubicBezTo>
                  <a:pt x="28907" y="14651"/>
                  <a:pt x="28846" y="14590"/>
                  <a:pt x="28846" y="14560"/>
                </a:cubicBezTo>
                <a:cubicBezTo>
                  <a:pt x="28846" y="14529"/>
                  <a:pt x="28846" y="14377"/>
                  <a:pt x="28846" y="14347"/>
                </a:cubicBezTo>
                <a:cubicBezTo>
                  <a:pt x="28846" y="14325"/>
                  <a:pt x="28831" y="14304"/>
                  <a:pt x="28822" y="14304"/>
                </a:cubicBezTo>
                <a:cubicBezTo>
                  <a:pt x="28818" y="14304"/>
                  <a:pt x="28816" y="14308"/>
                  <a:pt x="28816" y="14317"/>
                </a:cubicBezTo>
                <a:lnTo>
                  <a:pt x="28816" y="14347"/>
                </a:lnTo>
                <a:cubicBezTo>
                  <a:pt x="28812" y="14351"/>
                  <a:pt x="28805" y="14353"/>
                  <a:pt x="28797" y="14353"/>
                </a:cubicBezTo>
                <a:cubicBezTo>
                  <a:pt x="28745" y="14353"/>
                  <a:pt x="28625" y="14282"/>
                  <a:pt x="28573" y="14256"/>
                </a:cubicBezTo>
                <a:cubicBezTo>
                  <a:pt x="28567" y="14250"/>
                  <a:pt x="28560" y="14247"/>
                  <a:pt x="28553" y="14247"/>
                </a:cubicBezTo>
                <a:cubicBezTo>
                  <a:pt x="28490" y="14247"/>
                  <a:pt x="28402" y="14475"/>
                  <a:pt x="28512" y="14529"/>
                </a:cubicBezTo>
                <a:cubicBezTo>
                  <a:pt x="28603" y="14560"/>
                  <a:pt x="28664" y="14681"/>
                  <a:pt x="28664" y="14803"/>
                </a:cubicBezTo>
                <a:cubicBezTo>
                  <a:pt x="28603" y="14833"/>
                  <a:pt x="28512" y="14894"/>
                  <a:pt x="28451" y="14924"/>
                </a:cubicBezTo>
                <a:cubicBezTo>
                  <a:pt x="28390" y="14924"/>
                  <a:pt x="28238" y="14742"/>
                  <a:pt x="28208" y="14651"/>
                </a:cubicBezTo>
                <a:cubicBezTo>
                  <a:pt x="28178" y="14560"/>
                  <a:pt x="27965" y="14560"/>
                  <a:pt x="27874" y="14560"/>
                </a:cubicBezTo>
                <a:lnTo>
                  <a:pt x="27570" y="14590"/>
                </a:lnTo>
                <a:lnTo>
                  <a:pt x="27387" y="14590"/>
                </a:lnTo>
                <a:cubicBezTo>
                  <a:pt x="27366" y="14595"/>
                  <a:pt x="27344" y="14598"/>
                  <a:pt x="27323" y="14598"/>
                </a:cubicBezTo>
                <a:cubicBezTo>
                  <a:pt x="27224" y="14598"/>
                  <a:pt x="27133" y="14544"/>
                  <a:pt x="27083" y="14468"/>
                </a:cubicBezTo>
                <a:cubicBezTo>
                  <a:pt x="27062" y="14447"/>
                  <a:pt x="27040" y="14426"/>
                  <a:pt x="27008" y="14426"/>
                </a:cubicBezTo>
                <a:cubicBezTo>
                  <a:pt x="26995" y="14426"/>
                  <a:pt x="26979" y="14429"/>
                  <a:pt x="26962" y="14438"/>
                </a:cubicBezTo>
                <a:lnTo>
                  <a:pt x="26931" y="14438"/>
                </a:lnTo>
                <a:cubicBezTo>
                  <a:pt x="26840" y="14468"/>
                  <a:pt x="26931" y="14499"/>
                  <a:pt x="26931" y="14560"/>
                </a:cubicBezTo>
                <a:lnTo>
                  <a:pt x="26962" y="14620"/>
                </a:lnTo>
                <a:cubicBezTo>
                  <a:pt x="26939" y="14689"/>
                  <a:pt x="26882" y="14723"/>
                  <a:pt x="26829" y="14723"/>
                </a:cubicBezTo>
                <a:cubicBezTo>
                  <a:pt x="26812" y="14723"/>
                  <a:pt x="26795" y="14719"/>
                  <a:pt x="26779" y="14712"/>
                </a:cubicBezTo>
                <a:lnTo>
                  <a:pt x="26688" y="14681"/>
                </a:lnTo>
                <a:lnTo>
                  <a:pt x="26658" y="14651"/>
                </a:lnTo>
                <a:cubicBezTo>
                  <a:pt x="26567" y="14590"/>
                  <a:pt x="26658" y="14408"/>
                  <a:pt x="26688" y="14377"/>
                </a:cubicBezTo>
                <a:cubicBezTo>
                  <a:pt x="26724" y="14342"/>
                  <a:pt x="26686" y="14327"/>
                  <a:pt x="26637" y="14327"/>
                </a:cubicBezTo>
                <a:cubicBezTo>
                  <a:pt x="26602" y="14327"/>
                  <a:pt x="26561" y="14334"/>
                  <a:pt x="26536" y="14347"/>
                </a:cubicBezTo>
                <a:cubicBezTo>
                  <a:pt x="26475" y="14377"/>
                  <a:pt x="26415" y="14377"/>
                  <a:pt x="26354" y="14377"/>
                </a:cubicBezTo>
                <a:lnTo>
                  <a:pt x="26263" y="14377"/>
                </a:lnTo>
                <a:cubicBezTo>
                  <a:pt x="26202" y="14408"/>
                  <a:pt x="26171" y="14438"/>
                  <a:pt x="26171" y="14499"/>
                </a:cubicBezTo>
                <a:lnTo>
                  <a:pt x="26202" y="14529"/>
                </a:lnTo>
                <a:cubicBezTo>
                  <a:pt x="26232" y="14560"/>
                  <a:pt x="26293" y="14590"/>
                  <a:pt x="26354" y="14620"/>
                </a:cubicBezTo>
                <a:cubicBezTo>
                  <a:pt x="26475" y="14651"/>
                  <a:pt x="26597" y="14712"/>
                  <a:pt x="26536" y="14803"/>
                </a:cubicBezTo>
                <a:lnTo>
                  <a:pt x="26475" y="14985"/>
                </a:lnTo>
                <a:cubicBezTo>
                  <a:pt x="26384" y="14864"/>
                  <a:pt x="25776" y="14894"/>
                  <a:pt x="25594" y="14864"/>
                </a:cubicBezTo>
                <a:cubicBezTo>
                  <a:pt x="25442" y="14833"/>
                  <a:pt x="25320" y="14742"/>
                  <a:pt x="25229" y="14620"/>
                </a:cubicBezTo>
                <a:cubicBezTo>
                  <a:pt x="25229" y="14590"/>
                  <a:pt x="25412" y="14529"/>
                  <a:pt x="25503" y="14529"/>
                </a:cubicBezTo>
                <a:cubicBezTo>
                  <a:pt x="25563" y="14529"/>
                  <a:pt x="25624" y="14499"/>
                  <a:pt x="25594" y="14468"/>
                </a:cubicBezTo>
                <a:lnTo>
                  <a:pt x="25442" y="14468"/>
                </a:lnTo>
                <a:cubicBezTo>
                  <a:pt x="25290" y="14468"/>
                  <a:pt x="25168" y="14529"/>
                  <a:pt x="25168" y="14651"/>
                </a:cubicBezTo>
                <a:lnTo>
                  <a:pt x="25108" y="14742"/>
                </a:lnTo>
                <a:cubicBezTo>
                  <a:pt x="25077" y="14772"/>
                  <a:pt x="24956" y="14833"/>
                  <a:pt x="24925" y="14864"/>
                </a:cubicBezTo>
                <a:cubicBezTo>
                  <a:pt x="24864" y="14894"/>
                  <a:pt x="24834" y="14955"/>
                  <a:pt x="24804" y="14955"/>
                </a:cubicBezTo>
                <a:cubicBezTo>
                  <a:pt x="24779" y="14960"/>
                  <a:pt x="24753" y="14961"/>
                  <a:pt x="24726" y="14961"/>
                </a:cubicBezTo>
                <a:cubicBezTo>
                  <a:pt x="24657" y="14961"/>
                  <a:pt x="24581" y="14950"/>
                  <a:pt x="24503" y="14950"/>
                </a:cubicBezTo>
                <a:cubicBezTo>
                  <a:pt x="24420" y="14950"/>
                  <a:pt x="24335" y="14963"/>
                  <a:pt x="24256" y="15016"/>
                </a:cubicBezTo>
                <a:cubicBezTo>
                  <a:pt x="24252" y="15020"/>
                  <a:pt x="24245" y="15022"/>
                  <a:pt x="24236" y="15022"/>
                </a:cubicBezTo>
                <a:cubicBezTo>
                  <a:pt x="24178" y="15022"/>
                  <a:pt x="24035" y="14947"/>
                  <a:pt x="23983" y="14894"/>
                </a:cubicBezTo>
                <a:lnTo>
                  <a:pt x="23922" y="14833"/>
                </a:lnTo>
                <a:cubicBezTo>
                  <a:pt x="23902" y="14774"/>
                  <a:pt x="23921" y="14741"/>
                  <a:pt x="23969" y="14741"/>
                </a:cubicBezTo>
                <a:cubicBezTo>
                  <a:pt x="23996" y="14741"/>
                  <a:pt x="24031" y="14751"/>
                  <a:pt x="24074" y="14772"/>
                </a:cubicBezTo>
                <a:lnTo>
                  <a:pt x="24196" y="14681"/>
                </a:lnTo>
                <a:lnTo>
                  <a:pt x="24256" y="14651"/>
                </a:lnTo>
                <a:cubicBezTo>
                  <a:pt x="24378" y="14651"/>
                  <a:pt x="24530" y="14620"/>
                  <a:pt x="24652" y="14529"/>
                </a:cubicBezTo>
                <a:cubicBezTo>
                  <a:pt x="24682" y="14499"/>
                  <a:pt x="24256" y="14499"/>
                  <a:pt x="24074" y="14499"/>
                </a:cubicBezTo>
                <a:cubicBezTo>
                  <a:pt x="23927" y="14523"/>
                  <a:pt x="23640" y="14568"/>
                  <a:pt x="23487" y="14568"/>
                </a:cubicBezTo>
                <a:cubicBezTo>
                  <a:pt x="23451" y="14568"/>
                  <a:pt x="23423" y="14565"/>
                  <a:pt x="23405" y="14560"/>
                </a:cubicBezTo>
                <a:cubicBezTo>
                  <a:pt x="23284" y="14560"/>
                  <a:pt x="23253" y="14408"/>
                  <a:pt x="23284" y="14347"/>
                </a:cubicBezTo>
                <a:cubicBezTo>
                  <a:pt x="23299" y="14317"/>
                  <a:pt x="23299" y="14301"/>
                  <a:pt x="23284" y="14301"/>
                </a:cubicBezTo>
                <a:cubicBezTo>
                  <a:pt x="23269" y="14301"/>
                  <a:pt x="23238" y="14317"/>
                  <a:pt x="23193" y="14347"/>
                </a:cubicBezTo>
                <a:lnTo>
                  <a:pt x="23101" y="14347"/>
                </a:lnTo>
                <a:cubicBezTo>
                  <a:pt x="23041" y="14347"/>
                  <a:pt x="23010" y="14377"/>
                  <a:pt x="23010" y="14408"/>
                </a:cubicBezTo>
                <a:cubicBezTo>
                  <a:pt x="23010" y="14408"/>
                  <a:pt x="23101" y="14560"/>
                  <a:pt x="23162" y="14742"/>
                </a:cubicBezTo>
                <a:lnTo>
                  <a:pt x="23436" y="14681"/>
                </a:lnTo>
                <a:cubicBezTo>
                  <a:pt x="23466" y="14681"/>
                  <a:pt x="23497" y="14742"/>
                  <a:pt x="23497" y="14742"/>
                </a:cubicBezTo>
                <a:cubicBezTo>
                  <a:pt x="23466" y="14772"/>
                  <a:pt x="23466" y="14803"/>
                  <a:pt x="23436" y="14833"/>
                </a:cubicBezTo>
                <a:cubicBezTo>
                  <a:pt x="23418" y="14828"/>
                  <a:pt x="23402" y="14826"/>
                  <a:pt x="23388" y="14826"/>
                </a:cubicBezTo>
                <a:cubicBezTo>
                  <a:pt x="23257" y="14826"/>
                  <a:pt x="23286" y="15031"/>
                  <a:pt x="23187" y="15031"/>
                </a:cubicBezTo>
                <a:cubicBezTo>
                  <a:pt x="23172" y="15031"/>
                  <a:pt x="23154" y="15027"/>
                  <a:pt x="23132" y="15016"/>
                </a:cubicBezTo>
                <a:lnTo>
                  <a:pt x="22858" y="14864"/>
                </a:lnTo>
                <a:cubicBezTo>
                  <a:pt x="22767" y="14932"/>
                  <a:pt x="22659" y="14966"/>
                  <a:pt x="22546" y="14966"/>
                </a:cubicBezTo>
                <a:cubicBezTo>
                  <a:pt x="22509" y="14966"/>
                  <a:pt x="22471" y="14962"/>
                  <a:pt x="22433" y="14955"/>
                </a:cubicBezTo>
                <a:cubicBezTo>
                  <a:pt x="22402" y="14924"/>
                  <a:pt x="22220" y="14803"/>
                  <a:pt x="22159" y="14772"/>
                </a:cubicBezTo>
                <a:cubicBezTo>
                  <a:pt x="22098" y="14712"/>
                  <a:pt x="22038" y="14651"/>
                  <a:pt x="21977" y="14590"/>
                </a:cubicBezTo>
                <a:lnTo>
                  <a:pt x="21916" y="14590"/>
                </a:lnTo>
                <a:lnTo>
                  <a:pt x="21855" y="14620"/>
                </a:lnTo>
                <a:cubicBezTo>
                  <a:pt x="21794" y="14712"/>
                  <a:pt x="21734" y="14803"/>
                  <a:pt x="21703" y="14894"/>
                </a:cubicBezTo>
                <a:lnTo>
                  <a:pt x="21642" y="14955"/>
                </a:lnTo>
                <a:cubicBezTo>
                  <a:pt x="21624" y="14973"/>
                  <a:pt x="21598" y="14978"/>
                  <a:pt x="21568" y="14978"/>
                </a:cubicBezTo>
                <a:cubicBezTo>
                  <a:pt x="21536" y="14978"/>
                  <a:pt x="21500" y="14972"/>
                  <a:pt x="21463" y="14972"/>
                </a:cubicBezTo>
                <a:cubicBezTo>
                  <a:pt x="21418" y="14972"/>
                  <a:pt x="21374" y="14980"/>
                  <a:pt x="21338" y="15016"/>
                </a:cubicBezTo>
                <a:cubicBezTo>
                  <a:pt x="21278" y="14985"/>
                  <a:pt x="21187" y="14955"/>
                  <a:pt x="21095" y="14955"/>
                </a:cubicBezTo>
                <a:lnTo>
                  <a:pt x="21035" y="14894"/>
                </a:lnTo>
                <a:lnTo>
                  <a:pt x="21004" y="14864"/>
                </a:lnTo>
                <a:cubicBezTo>
                  <a:pt x="20700" y="14924"/>
                  <a:pt x="20214" y="15016"/>
                  <a:pt x="19971" y="15076"/>
                </a:cubicBezTo>
                <a:lnTo>
                  <a:pt x="19758" y="15016"/>
                </a:lnTo>
                <a:lnTo>
                  <a:pt x="19697" y="15016"/>
                </a:lnTo>
                <a:cubicBezTo>
                  <a:pt x="19662" y="14992"/>
                  <a:pt x="19627" y="14982"/>
                  <a:pt x="19596" y="14982"/>
                </a:cubicBezTo>
                <a:cubicBezTo>
                  <a:pt x="19545" y="14982"/>
                  <a:pt x="19503" y="15008"/>
                  <a:pt x="19484" y="15046"/>
                </a:cubicBezTo>
                <a:lnTo>
                  <a:pt x="19424" y="15107"/>
                </a:lnTo>
                <a:cubicBezTo>
                  <a:pt x="19393" y="15107"/>
                  <a:pt x="19332" y="15107"/>
                  <a:pt x="19302" y="15076"/>
                </a:cubicBezTo>
                <a:cubicBezTo>
                  <a:pt x="19241" y="15046"/>
                  <a:pt x="19484" y="14985"/>
                  <a:pt x="19302" y="14955"/>
                </a:cubicBezTo>
                <a:lnTo>
                  <a:pt x="19184" y="14938"/>
                </a:lnTo>
                <a:lnTo>
                  <a:pt x="19184" y="14938"/>
                </a:lnTo>
                <a:lnTo>
                  <a:pt x="19211" y="14924"/>
                </a:lnTo>
                <a:cubicBezTo>
                  <a:pt x="19272" y="14894"/>
                  <a:pt x="19089" y="14712"/>
                  <a:pt x="19028" y="14620"/>
                </a:cubicBezTo>
                <a:cubicBezTo>
                  <a:pt x="18979" y="14571"/>
                  <a:pt x="19169" y="14482"/>
                  <a:pt x="19323" y="14482"/>
                </a:cubicBezTo>
                <a:cubicBezTo>
                  <a:pt x="19360" y="14482"/>
                  <a:pt x="19395" y="14487"/>
                  <a:pt x="19424" y="14499"/>
                </a:cubicBezTo>
                <a:cubicBezTo>
                  <a:pt x="19545" y="14560"/>
                  <a:pt x="19515" y="14620"/>
                  <a:pt x="19454" y="14620"/>
                </a:cubicBezTo>
                <a:cubicBezTo>
                  <a:pt x="19393" y="14620"/>
                  <a:pt x="19393" y="14681"/>
                  <a:pt x="19424" y="14712"/>
                </a:cubicBezTo>
                <a:cubicBezTo>
                  <a:pt x="19484" y="14772"/>
                  <a:pt x="19545" y="14803"/>
                  <a:pt x="19636" y="14833"/>
                </a:cubicBezTo>
                <a:cubicBezTo>
                  <a:pt x="19641" y="14837"/>
                  <a:pt x="19645" y="14839"/>
                  <a:pt x="19651" y="14839"/>
                </a:cubicBezTo>
                <a:cubicBezTo>
                  <a:pt x="19683" y="14839"/>
                  <a:pt x="19732" y="14768"/>
                  <a:pt x="19758" y="14742"/>
                </a:cubicBezTo>
                <a:cubicBezTo>
                  <a:pt x="19758" y="14681"/>
                  <a:pt x="19849" y="14651"/>
                  <a:pt x="19971" y="14651"/>
                </a:cubicBezTo>
                <a:lnTo>
                  <a:pt x="19971" y="14499"/>
                </a:lnTo>
                <a:lnTo>
                  <a:pt x="19971" y="14317"/>
                </a:lnTo>
                <a:cubicBezTo>
                  <a:pt x="20092" y="14347"/>
                  <a:pt x="20214" y="14377"/>
                  <a:pt x="20335" y="14377"/>
                </a:cubicBezTo>
                <a:cubicBezTo>
                  <a:pt x="20359" y="14354"/>
                  <a:pt x="20504" y="14296"/>
                  <a:pt x="20560" y="14296"/>
                </a:cubicBezTo>
                <a:cubicBezTo>
                  <a:pt x="20577" y="14296"/>
                  <a:pt x="20586" y="14302"/>
                  <a:pt x="20579" y="14317"/>
                </a:cubicBezTo>
                <a:cubicBezTo>
                  <a:pt x="20579" y="14342"/>
                  <a:pt x="20611" y="14352"/>
                  <a:pt x="20653" y="14352"/>
                </a:cubicBezTo>
                <a:cubicBezTo>
                  <a:pt x="20711" y="14352"/>
                  <a:pt x="20787" y="14334"/>
                  <a:pt x="20822" y="14317"/>
                </a:cubicBezTo>
                <a:cubicBezTo>
                  <a:pt x="20842" y="14303"/>
                  <a:pt x="20863" y="14297"/>
                  <a:pt x="20885" y="14297"/>
                </a:cubicBezTo>
                <a:cubicBezTo>
                  <a:pt x="20963" y="14297"/>
                  <a:pt x="21048" y="14374"/>
                  <a:pt x="21095" y="14468"/>
                </a:cubicBezTo>
                <a:lnTo>
                  <a:pt x="21278" y="14317"/>
                </a:lnTo>
                <a:cubicBezTo>
                  <a:pt x="21323" y="14301"/>
                  <a:pt x="21361" y="14294"/>
                  <a:pt x="21395" y="14294"/>
                </a:cubicBezTo>
                <a:cubicBezTo>
                  <a:pt x="21430" y="14294"/>
                  <a:pt x="21460" y="14301"/>
                  <a:pt x="21490" y="14317"/>
                </a:cubicBezTo>
                <a:cubicBezTo>
                  <a:pt x="21543" y="14369"/>
                  <a:pt x="21588" y="14389"/>
                  <a:pt x="21628" y="14389"/>
                </a:cubicBezTo>
                <a:cubicBezTo>
                  <a:pt x="21705" y="14389"/>
                  <a:pt x="21765" y="14316"/>
                  <a:pt x="21825" y="14256"/>
                </a:cubicBezTo>
                <a:lnTo>
                  <a:pt x="22220" y="13952"/>
                </a:lnTo>
                <a:cubicBezTo>
                  <a:pt x="22281" y="13952"/>
                  <a:pt x="22311" y="13982"/>
                  <a:pt x="22342" y="13982"/>
                </a:cubicBezTo>
                <a:cubicBezTo>
                  <a:pt x="22454" y="14095"/>
                  <a:pt x="22584" y="14157"/>
                  <a:pt x="22717" y="14157"/>
                </a:cubicBezTo>
                <a:cubicBezTo>
                  <a:pt x="22764" y="14157"/>
                  <a:pt x="22811" y="14150"/>
                  <a:pt x="22858" y="14134"/>
                </a:cubicBezTo>
                <a:lnTo>
                  <a:pt x="23193" y="14104"/>
                </a:lnTo>
                <a:cubicBezTo>
                  <a:pt x="23284" y="14138"/>
                  <a:pt x="23379" y="14155"/>
                  <a:pt x="23473" y="14155"/>
                </a:cubicBezTo>
                <a:cubicBezTo>
                  <a:pt x="23628" y="14155"/>
                  <a:pt x="23778" y="14108"/>
                  <a:pt x="23892" y="14013"/>
                </a:cubicBezTo>
                <a:lnTo>
                  <a:pt x="24196" y="14013"/>
                </a:lnTo>
                <a:cubicBezTo>
                  <a:pt x="24198" y="14015"/>
                  <a:pt x="24201" y="14017"/>
                  <a:pt x="24203" y="14017"/>
                </a:cubicBezTo>
                <a:cubicBezTo>
                  <a:pt x="24227" y="14017"/>
                  <a:pt x="24234" y="13891"/>
                  <a:pt x="24317" y="13891"/>
                </a:cubicBezTo>
                <a:cubicBezTo>
                  <a:pt x="24378" y="13891"/>
                  <a:pt x="24439" y="13952"/>
                  <a:pt x="24530" y="13952"/>
                </a:cubicBezTo>
                <a:cubicBezTo>
                  <a:pt x="24568" y="13964"/>
                  <a:pt x="24606" y="13972"/>
                  <a:pt x="24643" y="13972"/>
                </a:cubicBezTo>
                <a:cubicBezTo>
                  <a:pt x="24697" y="13972"/>
                  <a:pt x="24750" y="13957"/>
                  <a:pt x="24804" y="13921"/>
                </a:cubicBezTo>
                <a:cubicBezTo>
                  <a:pt x="24840" y="13907"/>
                  <a:pt x="24866" y="13901"/>
                  <a:pt x="24885" y="13901"/>
                </a:cubicBezTo>
                <a:cubicBezTo>
                  <a:pt x="24944" y="13901"/>
                  <a:pt x="24932" y="13959"/>
                  <a:pt x="24956" y="13982"/>
                </a:cubicBezTo>
                <a:cubicBezTo>
                  <a:pt x="24956" y="14013"/>
                  <a:pt x="24986" y="14043"/>
                  <a:pt x="25047" y="14043"/>
                </a:cubicBezTo>
                <a:lnTo>
                  <a:pt x="25260" y="14043"/>
                </a:lnTo>
                <a:lnTo>
                  <a:pt x="25563" y="14104"/>
                </a:lnTo>
                <a:cubicBezTo>
                  <a:pt x="25632" y="14035"/>
                  <a:pt x="25717" y="14001"/>
                  <a:pt x="25807" y="14001"/>
                </a:cubicBezTo>
                <a:cubicBezTo>
                  <a:pt x="25837" y="14001"/>
                  <a:pt x="25867" y="14005"/>
                  <a:pt x="25898" y="14013"/>
                </a:cubicBezTo>
                <a:cubicBezTo>
                  <a:pt x="25926" y="14069"/>
                  <a:pt x="26110" y="14229"/>
                  <a:pt x="26233" y="14229"/>
                </a:cubicBezTo>
                <a:cubicBezTo>
                  <a:pt x="26244" y="14229"/>
                  <a:pt x="26253" y="14228"/>
                  <a:pt x="26263" y="14225"/>
                </a:cubicBezTo>
                <a:cubicBezTo>
                  <a:pt x="26384" y="14195"/>
                  <a:pt x="26445" y="14134"/>
                  <a:pt x="26415" y="14073"/>
                </a:cubicBezTo>
                <a:lnTo>
                  <a:pt x="26415" y="14043"/>
                </a:lnTo>
                <a:cubicBezTo>
                  <a:pt x="26415" y="13982"/>
                  <a:pt x="26445" y="13952"/>
                  <a:pt x="26475" y="13921"/>
                </a:cubicBezTo>
                <a:cubicBezTo>
                  <a:pt x="26504" y="13892"/>
                  <a:pt x="26521" y="13882"/>
                  <a:pt x="26531" y="13882"/>
                </a:cubicBezTo>
                <a:cubicBezTo>
                  <a:pt x="26553" y="13882"/>
                  <a:pt x="26546" y="13931"/>
                  <a:pt x="26567" y="13952"/>
                </a:cubicBezTo>
                <a:lnTo>
                  <a:pt x="26658" y="14073"/>
                </a:lnTo>
                <a:cubicBezTo>
                  <a:pt x="26719" y="14013"/>
                  <a:pt x="26779" y="13921"/>
                  <a:pt x="26749" y="13861"/>
                </a:cubicBezTo>
                <a:lnTo>
                  <a:pt x="26749" y="13861"/>
                </a:lnTo>
                <a:lnTo>
                  <a:pt x="26901" y="13921"/>
                </a:lnTo>
                <a:cubicBezTo>
                  <a:pt x="26966" y="13965"/>
                  <a:pt x="27038" y="13973"/>
                  <a:pt x="27113" y="13973"/>
                </a:cubicBezTo>
                <a:cubicBezTo>
                  <a:pt x="27163" y="13973"/>
                  <a:pt x="27213" y="13969"/>
                  <a:pt x="27263" y="13969"/>
                </a:cubicBezTo>
                <a:cubicBezTo>
                  <a:pt x="27350" y="13969"/>
                  <a:pt x="27434" y="13981"/>
                  <a:pt x="27509" y="14043"/>
                </a:cubicBezTo>
                <a:lnTo>
                  <a:pt x="27539" y="14043"/>
                </a:lnTo>
                <a:cubicBezTo>
                  <a:pt x="27569" y="14025"/>
                  <a:pt x="27597" y="14018"/>
                  <a:pt x="27623" y="14018"/>
                </a:cubicBezTo>
                <a:cubicBezTo>
                  <a:pt x="27734" y="14018"/>
                  <a:pt x="27813" y="14146"/>
                  <a:pt x="27813" y="14195"/>
                </a:cubicBezTo>
                <a:cubicBezTo>
                  <a:pt x="27813" y="14256"/>
                  <a:pt x="27722" y="14347"/>
                  <a:pt x="27600" y="14408"/>
                </a:cubicBezTo>
                <a:lnTo>
                  <a:pt x="27813" y="14438"/>
                </a:lnTo>
                <a:cubicBezTo>
                  <a:pt x="27829" y="14442"/>
                  <a:pt x="27843" y="14444"/>
                  <a:pt x="27854" y="14444"/>
                </a:cubicBezTo>
                <a:cubicBezTo>
                  <a:pt x="27927" y="14444"/>
                  <a:pt x="27904" y="14365"/>
                  <a:pt x="27904" y="14286"/>
                </a:cubicBezTo>
                <a:lnTo>
                  <a:pt x="27904" y="14225"/>
                </a:lnTo>
                <a:cubicBezTo>
                  <a:pt x="27904" y="14139"/>
                  <a:pt x="28068" y="13889"/>
                  <a:pt x="28188" y="13889"/>
                </a:cubicBezTo>
                <a:cubicBezTo>
                  <a:pt x="28195" y="13889"/>
                  <a:pt x="28202" y="13889"/>
                  <a:pt x="28208" y="13891"/>
                </a:cubicBezTo>
                <a:cubicBezTo>
                  <a:pt x="28240" y="13899"/>
                  <a:pt x="28271" y="13903"/>
                  <a:pt x="28298" y="13903"/>
                </a:cubicBezTo>
                <a:cubicBezTo>
                  <a:pt x="28372" y="13903"/>
                  <a:pt x="28421" y="13875"/>
                  <a:pt x="28421" y="13830"/>
                </a:cubicBezTo>
                <a:lnTo>
                  <a:pt x="28421" y="13678"/>
                </a:lnTo>
                <a:cubicBezTo>
                  <a:pt x="28633" y="13739"/>
                  <a:pt x="28846" y="13800"/>
                  <a:pt x="29059" y="13830"/>
                </a:cubicBezTo>
                <a:cubicBezTo>
                  <a:pt x="29241" y="13800"/>
                  <a:pt x="29424" y="13739"/>
                  <a:pt x="29606" y="13678"/>
                </a:cubicBezTo>
                <a:lnTo>
                  <a:pt x="29819" y="13617"/>
                </a:lnTo>
                <a:lnTo>
                  <a:pt x="29880" y="13617"/>
                </a:lnTo>
                <a:cubicBezTo>
                  <a:pt x="30001" y="13617"/>
                  <a:pt x="29971" y="13709"/>
                  <a:pt x="29849" y="13830"/>
                </a:cubicBezTo>
                <a:lnTo>
                  <a:pt x="29728" y="13861"/>
                </a:lnTo>
                <a:lnTo>
                  <a:pt x="29576" y="13921"/>
                </a:lnTo>
                <a:cubicBezTo>
                  <a:pt x="29393" y="13952"/>
                  <a:pt x="29302" y="14043"/>
                  <a:pt x="29333" y="14134"/>
                </a:cubicBezTo>
                <a:lnTo>
                  <a:pt x="29515" y="14043"/>
                </a:lnTo>
                <a:cubicBezTo>
                  <a:pt x="29667" y="13982"/>
                  <a:pt x="29849" y="14013"/>
                  <a:pt x="29971" y="13830"/>
                </a:cubicBezTo>
                <a:lnTo>
                  <a:pt x="30032" y="13769"/>
                </a:lnTo>
                <a:cubicBezTo>
                  <a:pt x="30168" y="13754"/>
                  <a:pt x="30313" y="13747"/>
                  <a:pt x="30457" y="13747"/>
                </a:cubicBezTo>
                <a:cubicBezTo>
                  <a:pt x="30602" y="13747"/>
                  <a:pt x="30746" y="13754"/>
                  <a:pt x="30883" y="13769"/>
                </a:cubicBezTo>
                <a:lnTo>
                  <a:pt x="31369" y="13769"/>
                </a:lnTo>
                <a:cubicBezTo>
                  <a:pt x="31643" y="13739"/>
                  <a:pt x="31977" y="13557"/>
                  <a:pt x="31947" y="13526"/>
                </a:cubicBezTo>
                <a:cubicBezTo>
                  <a:pt x="31916" y="13496"/>
                  <a:pt x="31931" y="13481"/>
                  <a:pt x="31973" y="13481"/>
                </a:cubicBezTo>
                <a:close/>
                <a:moveTo>
                  <a:pt x="29978" y="14822"/>
                </a:moveTo>
                <a:cubicBezTo>
                  <a:pt x="30098" y="14822"/>
                  <a:pt x="30184" y="14856"/>
                  <a:pt x="30184" y="14924"/>
                </a:cubicBezTo>
                <a:lnTo>
                  <a:pt x="30153" y="14955"/>
                </a:lnTo>
                <a:cubicBezTo>
                  <a:pt x="30153" y="15016"/>
                  <a:pt x="30123" y="15046"/>
                  <a:pt x="30032" y="15076"/>
                </a:cubicBezTo>
                <a:cubicBezTo>
                  <a:pt x="29971" y="15137"/>
                  <a:pt x="29971" y="15168"/>
                  <a:pt x="30032" y="15198"/>
                </a:cubicBezTo>
                <a:lnTo>
                  <a:pt x="30062" y="15228"/>
                </a:lnTo>
                <a:cubicBezTo>
                  <a:pt x="30047" y="15274"/>
                  <a:pt x="30016" y="15297"/>
                  <a:pt x="29982" y="15297"/>
                </a:cubicBezTo>
                <a:cubicBezTo>
                  <a:pt x="29948" y="15297"/>
                  <a:pt x="29910" y="15274"/>
                  <a:pt x="29880" y="15228"/>
                </a:cubicBezTo>
                <a:lnTo>
                  <a:pt x="29880" y="15168"/>
                </a:lnTo>
                <a:cubicBezTo>
                  <a:pt x="29880" y="15076"/>
                  <a:pt x="29880" y="15016"/>
                  <a:pt x="29728" y="15016"/>
                </a:cubicBezTo>
                <a:cubicBezTo>
                  <a:pt x="29637" y="15016"/>
                  <a:pt x="29637" y="14864"/>
                  <a:pt x="29728" y="14864"/>
                </a:cubicBezTo>
                <a:lnTo>
                  <a:pt x="29849" y="14833"/>
                </a:lnTo>
                <a:cubicBezTo>
                  <a:pt x="29895" y="14826"/>
                  <a:pt x="29939" y="14822"/>
                  <a:pt x="29978" y="14822"/>
                </a:cubicBezTo>
                <a:close/>
                <a:moveTo>
                  <a:pt x="18269" y="14225"/>
                </a:moveTo>
                <a:cubicBezTo>
                  <a:pt x="18329" y="14225"/>
                  <a:pt x="18329" y="14256"/>
                  <a:pt x="18329" y="14286"/>
                </a:cubicBezTo>
                <a:lnTo>
                  <a:pt x="18329" y="14317"/>
                </a:lnTo>
                <a:lnTo>
                  <a:pt x="18329" y="14499"/>
                </a:lnTo>
                <a:cubicBezTo>
                  <a:pt x="18390" y="14620"/>
                  <a:pt x="18816" y="14712"/>
                  <a:pt x="18876" y="14772"/>
                </a:cubicBezTo>
                <a:cubicBezTo>
                  <a:pt x="18937" y="14803"/>
                  <a:pt x="18937" y="14955"/>
                  <a:pt x="18846" y="15046"/>
                </a:cubicBezTo>
                <a:lnTo>
                  <a:pt x="18694" y="14894"/>
                </a:lnTo>
                <a:lnTo>
                  <a:pt x="18603" y="14894"/>
                </a:lnTo>
                <a:cubicBezTo>
                  <a:pt x="18572" y="14894"/>
                  <a:pt x="18512" y="14924"/>
                  <a:pt x="18512" y="14955"/>
                </a:cubicBezTo>
                <a:cubicBezTo>
                  <a:pt x="18512" y="14985"/>
                  <a:pt x="18572" y="15046"/>
                  <a:pt x="18572" y="15046"/>
                </a:cubicBezTo>
                <a:cubicBezTo>
                  <a:pt x="18626" y="15054"/>
                  <a:pt x="18677" y="15057"/>
                  <a:pt x="18727" y="15057"/>
                </a:cubicBezTo>
                <a:cubicBezTo>
                  <a:pt x="18854" y="15057"/>
                  <a:pt x="18972" y="15033"/>
                  <a:pt x="19089" y="14983"/>
                </a:cubicBezTo>
                <a:lnTo>
                  <a:pt x="19089" y="14983"/>
                </a:lnTo>
                <a:cubicBezTo>
                  <a:pt x="19089" y="15092"/>
                  <a:pt x="19089" y="15217"/>
                  <a:pt x="19089" y="15320"/>
                </a:cubicBezTo>
                <a:lnTo>
                  <a:pt x="19028" y="15259"/>
                </a:lnTo>
                <a:lnTo>
                  <a:pt x="18846" y="15137"/>
                </a:lnTo>
                <a:cubicBezTo>
                  <a:pt x="18664" y="15137"/>
                  <a:pt x="18481" y="15076"/>
                  <a:pt x="18390" y="14924"/>
                </a:cubicBezTo>
                <a:cubicBezTo>
                  <a:pt x="18360" y="14833"/>
                  <a:pt x="18481" y="14651"/>
                  <a:pt x="18481" y="14651"/>
                </a:cubicBezTo>
                <a:lnTo>
                  <a:pt x="18481" y="14651"/>
                </a:lnTo>
                <a:cubicBezTo>
                  <a:pt x="18360" y="14712"/>
                  <a:pt x="18238" y="14803"/>
                  <a:pt x="18147" y="14924"/>
                </a:cubicBezTo>
                <a:cubicBezTo>
                  <a:pt x="18147" y="14985"/>
                  <a:pt x="18117" y="15076"/>
                  <a:pt x="18117" y="15168"/>
                </a:cubicBezTo>
                <a:lnTo>
                  <a:pt x="18056" y="15198"/>
                </a:lnTo>
                <a:cubicBezTo>
                  <a:pt x="17995" y="15228"/>
                  <a:pt x="17904" y="15259"/>
                  <a:pt x="17813" y="15259"/>
                </a:cubicBezTo>
                <a:lnTo>
                  <a:pt x="17752" y="15259"/>
                </a:lnTo>
                <a:cubicBezTo>
                  <a:pt x="17727" y="15209"/>
                  <a:pt x="17662" y="15160"/>
                  <a:pt x="17622" y="15160"/>
                </a:cubicBezTo>
                <a:cubicBezTo>
                  <a:pt x="17613" y="15160"/>
                  <a:pt x="17605" y="15162"/>
                  <a:pt x="17600" y="15168"/>
                </a:cubicBezTo>
                <a:lnTo>
                  <a:pt x="17569" y="15198"/>
                </a:lnTo>
                <a:lnTo>
                  <a:pt x="17539" y="15228"/>
                </a:lnTo>
                <a:lnTo>
                  <a:pt x="17387" y="15228"/>
                </a:lnTo>
                <a:lnTo>
                  <a:pt x="17357" y="15168"/>
                </a:lnTo>
                <a:lnTo>
                  <a:pt x="17296" y="15107"/>
                </a:lnTo>
                <a:cubicBezTo>
                  <a:pt x="17265" y="14985"/>
                  <a:pt x="17296" y="14864"/>
                  <a:pt x="17417" y="14833"/>
                </a:cubicBezTo>
                <a:cubicBezTo>
                  <a:pt x="17448" y="14833"/>
                  <a:pt x="17478" y="14833"/>
                  <a:pt x="17509" y="14803"/>
                </a:cubicBezTo>
                <a:cubicBezTo>
                  <a:pt x="17417" y="14772"/>
                  <a:pt x="17357" y="14772"/>
                  <a:pt x="17265" y="14772"/>
                </a:cubicBezTo>
                <a:cubicBezTo>
                  <a:pt x="17205" y="14772"/>
                  <a:pt x="17113" y="14864"/>
                  <a:pt x="17053" y="14955"/>
                </a:cubicBezTo>
                <a:lnTo>
                  <a:pt x="16992" y="15046"/>
                </a:lnTo>
                <a:cubicBezTo>
                  <a:pt x="16992" y="15107"/>
                  <a:pt x="16962" y="15168"/>
                  <a:pt x="16901" y="15168"/>
                </a:cubicBezTo>
                <a:cubicBezTo>
                  <a:pt x="16840" y="15228"/>
                  <a:pt x="16749" y="15259"/>
                  <a:pt x="16658" y="15259"/>
                </a:cubicBezTo>
                <a:cubicBezTo>
                  <a:pt x="16627" y="15259"/>
                  <a:pt x="16597" y="15228"/>
                  <a:pt x="16597" y="15198"/>
                </a:cubicBezTo>
                <a:cubicBezTo>
                  <a:pt x="16566" y="15198"/>
                  <a:pt x="16597" y="15137"/>
                  <a:pt x="16597" y="15137"/>
                </a:cubicBezTo>
                <a:lnTo>
                  <a:pt x="16688" y="15076"/>
                </a:lnTo>
                <a:cubicBezTo>
                  <a:pt x="16840" y="15016"/>
                  <a:pt x="16779" y="14894"/>
                  <a:pt x="16566" y="14833"/>
                </a:cubicBezTo>
                <a:lnTo>
                  <a:pt x="16384" y="14772"/>
                </a:lnTo>
                <a:cubicBezTo>
                  <a:pt x="16372" y="14772"/>
                  <a:pt x="16350" y="14768"/>
                  <a:pt x="16332" y="14768"/>
                </a:cubicBezTo>
                <a:cubicBezTo>
                  <a:pt x="16305" y="14768"/>
                  <a:pt x="16287" y="14779"/>
                  <a:pt x="16323" y="14833"/>
                </a:cubicBezTo>
                <a:lnTo>
                  <a:pt x="16323" y="14864"/>
                </a:lnTo>
                <a:cubicBezTo>
                  <a:pt x="16354" y="14894"/>
                  <a:pt x="16171" y="14924"/>
                  <a:pt x="15958" y="14924"/>
                </a:cubicBezTo>
                <a:lnTo>
                  <a:pt x="15867" y="14742"/>
                </a:lnTo>
                <a:lnTo>
                  <a:pt x="15867" y="14738"/>
                </a:lnTo>
                <a:lnTo>
                  <a:pt x="15867" y="14738"/>
                </a:lnTo>
                <a:cubicBezTo>
                  <a:pt x="15938" y="14724"/>
                  <a:pt x="16009" y="14705"/>
                  <a:pt x="16080" y="14681"/>
                </a:cubicBezTo>
                <a:lnTo>
                  <a:pt x="16262" y="14590"/>
                </a:lnTo>
                <a:cubicBezTo>
                  <a:pt x="16278" y="14575"/>
                  <a:pt x="16293" y="14567"/>
                  <a:pt x="16308" y="14567"/>
                </a:cubicBezTo>
                <a:cubicBezTo>
                  <a:pt x="16323" y="14567"/>
                  <a:pt x="16338" y="14575"/>
                  <a:pt x="16354" y="14590"/>
                </a:cubicBezTo>
                <a:lnTo>
                  <a:pt x="16475" y="14681"/>
                </a:lnTo>
                <a:lnTo>
                  <a:pt x="16962" y="14529"/>
                </a:lnTo>
                <a:lnTo>
                  <a:pt x="17083" y="14620"/>
                </a:lnTo>
                <a:cubicBezTo>
                  <a:pt x="17154" y="14651"/>
                  <a:pt x="17222" y="14661"/>
                  <a:pt x="17287" y="14661"/>
                </a:cubicBezTo>
                <a:cubicBezTo>
                  <a:pt x="17417" y="14661"/>
                  <a:pt x="17539" y="14620"/>
                  <a:pt x="17661" y="14620"/>
                </a:cubicBezTo>
                <a:lnTo>
                  <a:pt x="17873" y="14620"/>
                </a:lnTo>
                <a:cubicBezTo>
                  <a:pt x="17879" y="14638"/>
                  <a:pt x="17889" y="14645"/>
                  <a:pt x="17903" y="14645"/>
                </a:cubicBezTo>
                <a:cubicBezTo>
                  <a:pt x="17958" y="14645"/>
                  <a:pt x="18067" y="14512"/>
                  <a:pt x="18117" y="14438"/>
                </a:cubicBezTo>
                <a:cubicBezTo>
                  <a:pt x="18147" y="14347"/>
                  <a:pt x="18238" y="14225"/>
                  <a:pt x="18269" y="14225"/>
                </a:cubicBezTo>
                <a:close/>
                <a:moveTo>
                  <a:pt x="15803" y="14750"/>
                </a:moveTo>
                <a:cubicBezTo>
                  <a:pt x="15770" y="14804"/>
                  <a:pt x="15746" y="14898"/>
                  <a:pt x="15746" y="14955"/>
                </a:cubicBezTo>
                <a:cubicBezTo>
                  <a:pt x="15746" y="15016"/>
                  <a:pt x="15928" y="15046"/>
                  <a:pt x="15958" y="15046"/>
                </a:cubicBezTo>
                <a:cubicBezTo>
                  <a:pt x="16019" y="15046"/>
                  <a:pt x="16050" y="15107"/>
                  <a:pt x="16080" y="15198"/>
                </a:cubicBezTo>
                <a:lnTo>
                  <a:pt x="16050" y="15228"/>
                </a:lnTo>
                <a:lnTo>
                  <a:pt x="15958" y="15320"/>
                </a:lnTo>
                <a:cubicBezTo>
                  <a:pt x="15853" y="15337"/>
                  <a:pt x="15778" y="15355"/>
                  <a:pt x="15734" y="15355"/>
                </a:cubicBezTo>
                <a:cubicBezTo>
                  <a:pt x="15701" y="15355"/>
                  <a:pt x="15685" y="15345"/>
                  <a:pt x="15685" y="15320"/>
                </a:cubicBezTo>
                <a:lnTo>
                  <a:pt x="15654" y="15259"/>
                </a:lnTo>
                <a:cubicBezTo>
                  <a:pt x="15624" y="15228"/>
                  <a:pt x="15563" y="15168"/>
                  <a:pt x="15533" y="15168"/>
                </a:cubicBezTo>
                <a:cubicBezTo>
                  <a:pt x="15411" y="15198"/>
                  <a:pt x="15442" y="15259"/>
                  <a:pt x="15503" y="15320"/>
                </a:cubicBezTo>
                <a:lnTo>
                  <a:pt x="15503" y="15350"/>
                </a:lnTo>
                <a:cubicBezTo>
                  <a:pt x="15520" y="15368"/>
                  <a:pt x="15497" y="15385"/>
                  <a:pt x="15445" y="15385"/>
                </a:cubicBezTo>
                <a:cubicBezTo>
                  <a:pt x="15407" y="15385"/>
                  <a:pt x="15354" y="15376"/>
                  <a:pt x="15290" y="15350"/>
                </a:cubicBezTo>
                <a:lnTo>
                  <a:pt x="15199" y="15320"/>
                </a:lnTo>
                <a:cubicBezTo>
                  <a:pt x="15168" y="15320"/>
                  <a:pt x="15138" y="15259"/>
                  <a:pt x="15138" y="15259"/>
                </a:cubicBezTo>
                <a:cubicBezTo>
                  <a:pt x="15168" y="15168"/>
                  <a:pt x="15229" y="15046"/>
                  <a:pt x="15229" y="15046"/>
                </a:cubicBezTo>
                <a:cubicBezTo>
                  <a:pt x="15229" y="15016"/>
                  <a:pt x="15199" y="14985"/>
                  <a:pt x="15168" y="14985"/>
                </a:cubicBezTo>
                <a:lnTo>
                  <a:pt x="15077" y="14985"/>
                </a:lnTo>
                <a:lnTo>
                  <a:pt x="15047" y="15016"/>
                </a:lnTo>
                <a:cubicBezTo>
                  <a:pt x="15047" y="15046"/>
                  <a:pt x="15077" y="15289"/>
                  <a:pt x="15016" y="15350"/>
                </a:cubicBezTo>
                <a:cubicBezTo>
                  <a:pt x="14925" y="15411"/>
                  <a:pt x="14834" y="15441"/>
                  <a:pt x="14743" y="15472"/>
                </a:cubicBezTo>
                <a:cubicBezTo>
                  <a:pt x="14682" y="15472"/>
                  <a:pt x="14621" y="15289"/>
                  <a:pt x="14621" y="15228"/>
                </a:cubicBezTo>
                <a:cubicBezTo>
                  <a:pt x="14621" y="15168"/>
                  <a:pt x="14651" y="15107"/>
                  <a:pt x="14712" y="15076"/>
                </a:cubicBezTo>
                <a:lnTo>
                  <a:pt x="14834" y="15076"/>
                </a:lnTo>
                <a:cubicBezTo>
                  <a:pt x="14875" y="15035"/>
                  <a:pt x="14889" y="14936"/>
                  <a:pt x="14873" y="14888"/>
                </a:cubicBezTo>
                <a:lnTo>
                  <a:pt x="14873" y="14888"/>
                </a:lnTo>
                <a:cubicBezTo>
                  <a:pt x="15031" y="14875"/>
                  <a:pt x="15184" y="14841"/>
                  <a:pt x="15320" y="14772"/>
                </a:cubicBezTo>
                <a:cubicBezTo>
                  <a:pt x="15330" y="14762"/>
                  <a:pt x="15340" y="14759"/>
                  <a:pt x="15352" y="14759"/>
                </a:cubicBezTo>
                <a:cubicBezTo>
                  <a:pt x="15374" y="14759"/>
                  <a:pt x="15401" y="14772"/>
                  <a:pt x="15442" y="14772"/>
                </a:cubicBezTo>
                <a:lnTo>
                  <a:pt x="15533" y="14772"/>
                </a:lnTo>
                <a:cubicBezTo>
                  <a:pt x="15623" y="14772"/>
                  <a:pt x="15713" y="14765"/>
                  <a:pt x="15803" y="14750"/>
                </a:cubicBezTo>
                <a:close/>
                <a:moveTo>
                  <a:pt x="11521" y="15380"/>
                </a:moveTo>
                <a:cubicBezTo>
                  <a:pt x="11612" y="15441"/>
                  <a:pt x="11551" y="15502"/>
                  <a:pt x="11521" y="15532"/>
                </a:cubicBezTo>
                <a:cubicBezTo>
                  <a:pt x="11457" y="15532"/>
                  <a:pt x="11394" y="15538"/>
                  <a:pt x="11330" y="15544"/>
                </a:cubicBezTo>
                <a:lnTo>
                  <a:pt x="11330" y="15544"/>
                </a:lnTo>
                <a:lnTo>
                  <a:pt x="11521" y="15380"/>
                </a:lnTo>
                <a:close/>
                <a:moveTo>
                  <a:pt x="26840" y="15137"/>
                </a:moveTo>
                <a:cubicBezTo>
                  <a:pt x="26901" y="15137"/>
                  <a:pt x="26992" y="15198"/>
                  <a:pt x="27083" y="15198"/>
                </a:cubicBezTo>
                <a:cubicBezTo>
                  <a:pt x="27326" y="15228"/>
                  <a:pt x="27114" y="15320"/>
                  <a:pt x="27144" y="15350"/>
                </a:cubicBezTo>
                <a:lnTo>
                  <a:pt x="27174" y="15411"/>
                </a:lnTo>
                <a:cubicBezTo>
                  <a:pt x="27209" y="15434"/>
                  <a:pt x="27200" y="15444"/>
                  <a:pt x="27173" y="15444"/>
                </a:cubicBezTo>
                <a:cubicBezTo>
                  <a:pt x="27130" y="15444"/>
                  <a:pt x="27041" y="15418"/>
                  <a:pt x="27022" y="15380"/>
                </a:cubicBezTo>
                <a:cubicBezTo>
                  <a:pt x="27007" y="15350"/>
                  <a:pt x="26984" y="15335"/>
                  <a:pt x="26962" y="15335"/>
                </a:cubicBezTo>
                <a:cubicBezTo>
                  <a:pt x="26939" y="15335"/>
                  <a:pt x="26916" y="15350"/>
                  <a:pt x="26901" y="15380"/>
                </a:cubicBezTo>
                <a:cubicBezTo>
                  <a:pt x="26840" y="15472"/>
                  <a:pt x="26779" y="15563"/>
                  <a:pt x="26719" y="15624"/>
                </a:cubicBezTo>
                <a:lnTo>
                  <a:pt x="26688" y="15624"/>
                </a:lnTo>
                <a:cubicBezTo>
                  <a:pt x="26627" y="15593"/>
                  <a:pt x="26627" y="15563"/>
                  <a:pt x="26627" y="15532"/>
                </a:cubicBezTo>
                <a:lnTo>
                  <a:pt x="26627" y="15472"/>
                </a:lnTo>
                <a:cubicBezTo>
                  <a:pt x="26688" y="15380"/>
                  <a:pt x="26719" y="15289"/>
                  <a:pt x="26719" y="15198"/>
                </a:cubicBezTo>
                <a:lnTo>
                  <a:pt x="26840" y="15137"/>
                </a:lnTo>
                <a:close/>
                <a:moveTo>
                  <a:pt x="28907" y="14955"/>
                </a:moveTo>
                <a:cubicBezTo>
                  <a:pt x="28968" y="14955"/>
                  <a:pt x="29059" y="14985"/>
                  <a:pt x="29059" y="14985"/>
                </a:cubicBezTo>
                <a:cubicBezTo>
                  <a:pt x="29076" y="15088"/>
                  <a:pt x="29103" y="15123"/>
                  <a:pt x="29151" y="15123"/>
                </a:cubicBezTo>
                <a:cubicBezTo>
                  <a:pt x="29187" y="15123"/>
                  <a:pt x="29236" y="15103"/>
                  <a:pt x="29302" y="15076"/>
                </a:cubicBezTo>
                <a:lnTo>
                  <a:pt x="29333" y="15046"/>
                </a:lnTo>
                <a:cubicBezTo>
                  <a:pt x="29393" y="15046"/>
                  <a:pt x="29454" y="15107"/>
                  <a:pt x="29454" y="15137"/>
                </a:cubicBezTo>
                <a:cubicBezTo>
                  <a:pt x="29454" y="15198"/>
                  <a:pt x="29424" y="15259"/>
                  <a:pt x="29424" y="15320"/>
                </a:cubicBezTo>
                <a:lnTo>
                  <a:pt x="29606" y="15289"/>
                </a:lnTo>
                <a:cubicBezTo>
                  <a:pt x="29667" y="15289"/>
                  <a:pt x="29728" y="15289"/>
                  <a:pt x="29788" y="15320"/>
                </a:cubicBezTo>
                <a:lnTo>
                  <a:pt x="29849" y="15380"/>
                </a:lnTo>
                <a:cubicBezTo>
                  <a:pt x="29849" y="15441"/>
                  <a:pt x="29880" y="15532"/>
                  <a:pt x="29880" y="15624"/>
                </a:cubicBezTo>
                <a:cubicBezTo>
                  <a:pt x="29849" y="15654"/>
                  <a:pt x="29788" y="15654"/>
                  <a:pt x="29697" y="15654"/>
                </a:cubicBezTo>
                <a:lnTo>
                  <a:pt x="29667" y="15563"/>
                </a:lnTo>
                <a:cubicBezTo>
                  <a:pt x="29637" y="15532"/>
                  <a:pt x="29606" y="15502"/>
                  <a:pt x="29576" y="15472"/>
                </a:cubicBezTo>
                <a:lnTo>
                  <a:pt x="29515" y="15472"/>
                </a:lnTo>
                <a:cubicBezTo>
                  <a:pt x="29454" y="15472"/>
                  <a:pt x="29393" y="15532"/>
                  <a:pt x="29393" y="15593"/>
                </a:cubicBezTo>
                <a:lnTo>
                  <a:pt x="29454" y="15624"/>
                </a:lnTo>
                <a:lnTo>
                  <a:pt x="29454" y="15654"/>
                </a:lnTo>
                <a:cubicBezTo>
                  <a:pt x="29515" y="15654"/>
                  <a:pt x="29576" y="15715"/>
                  <a:pt x="29545" y="15775"/>
                </a:cubicBezTo>
                <a:lnTo>
                  <a:pt x="29393" y="15775"/>
                </a:lnTo>
                <a:cubicBezTo>
                  <a:pt x="29378" y="15779"/>
                  <a:pt x="29362" y="15780"/>
                  <a:pt x="29346" y="15780"/>
                </a:cubicBezTo>
                <a:cubicBezTo>
                  <a:pt x="29212" y="15780"/>
                  <a:pt x="29089" y="15665"/>
                  <a:pt x="29089" y="15502"/>
                </a:cubicBezTo>
                <a:cubicBezTo>
                  <a:pt x="29089" y="15380"/>
                  <a:pt x="28846" y="15016"/>
                  <a:pt x="28907" y="14955"/>
                </a:cubicBezTo>
                <a:close/>
                <a:moveTo>
                  <a:pt x="19399" y="15615"/>
                </a:moveTo>
                <a:cubicBezTo>
                  <a:pt x="19415" y="15615"/>
                  <a:pt x="19460" y="15660"/>
                  <a:pt x="19484" y="15684"/>
                </a:cubicBezTo>
                <a:lnTo>
                  <a:pt x="19545" y="15745"/>
                </a:lnTo>
                <a:cubicBezTo>
                  <a:pt x="19636" y="15867"/>
                  <a:pt x="19667" y="15958"/>
                  <a:pt x="19667" y="15988"/>
                </a:cubicBezTo>
                <a:cubicBezTo>
                  <a:pt x="19636" y="15988"/>
                  <a:pt x="19393" y="15867"/>
                  <a:pt x="19272" y="15867"/>
                </a:cubicBezTo>
                <a:lnTo>
                  <a:pt x="19332" y="15867"/>
                </a:lnTo>
                <a:lnTo>
                  <a:pt x="19302" y="15715"/>
                </a:lnTo>
                <a:cubicBezTo>
                  <a:pt x="19272" y="15684"/>
                  <a:pt x="19363" y="15624"/>
                  <a:pt x="19393" y="15624"/>
                </a:cubicBezTo>
                <a:cubicBezTo>
                  <a:pt x="19393" y="15618"/>
                  <a:pt x="19395" y="15615"/>
                  <a:pt x="19399" y="15615"/>
                </a:cubicBezTo>
                <a:close/>
                <a:moveTo>
                  <a:pt x="18329" y="15563"/>
                </a:moveTo>
                <a:lnTo>
                  <a:pt x="18360" y="15593"/>
                </a:lnTo>
                <a:lnTo>
                  <a:pt x="18512" y="15684"/>
                </a:lnTo>
                <a:cubicBezTo>
                  <a:pt x="18420" y="15745"/>
                  <a:pt x="18481" y="15897"/>
                  <a:pt x="18633" y="15958"/>
                </a:cubicBezTo>
                <a:lnTo>
                  <a:pt x="18755" y="15988"/>
                </a:lnTo>
                <a:lnTo>
                  <a:pt x="18755" y="16079"/>
                </a:lnTo>
                <a:cubicBezTo>
                  <a:pt x="18755" y="16110"/>
                  <a:pt x="18724" y="16110"/>
                  <a:pt x="18694" y="16110"/>
                </a:cubicBezTo>
                <a:lnTo>
                  <a:pt x="18512" y="16140"/>
                </a:lnTo>
                <a:cubicBezTo>
                  <a:pt x="18481" y="16155"/>
                  <a:pt x="18451" y="16163"/>
                  <a:pt x="18420" y="16163"/>
                </a:cubicBezTo>
                <a:cubicBezTo>
                  <a:pt x="18390" y="16163"/>
                  <a:pt x="18360" y="16155"/>
                  <a:pt x="18329" y="16140"/>
                </a:cubicBezTo>
                <a:cubicBezTo>
                  <a:pt x="18284" y="16125"/>
                  <a:pt x="18231" y="16117"/>
                  <a:pt x="18174" y="16117"/>
                </a:cubicBezTo>
                <a:cubicBezTo>
                  <a:pt x="18117" y="16117"/>
                  <a:pt x="18056" y="16125"/>
                  <a:pt x="17995" y="16140"/>
                </a:cubicBezTo>
                <a:cubicBezTo>
                  <a:pt x="17987" y="16157"/>
                  <a:pt x="17979" y="16164"/>
                  <a:pt x="17972" y="16164"/>
                </a:cubicBezTo>
                <a:cubicBezTo>
                  <a:pt x="17955" y="16164"/>
                  <a:pt x="17950" y="16108"/>
                  <a:pt x="17995" y="16019"/>
                </a:cubicBezTo>
                <a:lnTo>
                  <a:pt x="18056" y="16019"/>
                </a:lnTo>
                <a:lnTo>
                  <a:pt x="18269" y="15927"/>
                </a:lnTo>
                <a:cubicBezTo>
                  <a:pt x="18208" y="15836"/>
                  <a:pt x="18177" y="15715"/>
                  <a:pt x="18177" y="15593"/>
                </a:cubicBezTo>
                <a:cubicBezTo>
                  <a:pt x="18177" y="15563"/>
                  <a:pt x="18269" y="15563"/>
                  <a:pt x="18329" y="15563"/>
                </a:cubicBezTo>
                <a:close/>
                <a:moveTo>
                  <a:pt x="12574" y="16093"/>
                </a:moveTo>
                <a:cubicBezTo>
                  <a:pt x="12616" y="16093"/>
                  <a:pt x="12651" y="16098"/>
                  <a:pt x="12676" y="16110"/>
                </a:cubicBezTo>
                <a:cubicBezTo>
                  <a:pt x="12767" y="16140"/>
                  <a:pt x="12615" y="16231"/>
                  <a:pt x="12372" y="16262"/>
                </a:cubicBezTo>
                <a:lnTo>
                  <a:pt x="12159" y="16292"/>
                </a:lnTo>
                <a:lnTo>
                  <a:pt x="12129" y="16292"/>
                </a:lnTo>
                <a:cubicBezTo>
                  <a:pt x="12095" y="16342"/>
                  <a:pt x="12052" y="16365"/>
                  <a:pt x="12016" y="16365"/>
                </a:cubicBezTo>
                <a:cubicBezTo>
                  <a:pt x="11986" y="16365"/>
                  <a:pt x="11960" y="16350"/>
                  <a:pt x="11946" y="16323"/>
                </a:cubicBezTo>
                <a:lnTo>
                  <a:pt x="11885" y="16262"/>
                </a:lnTo>
                <a:lnTo>
                  <a:pt x="11855" y="16231"/>
                </a:lnTo>
                <a:cubicBezTo>
                  <a:pt x="11825" y="16171"/>
                  <a:pt x="11916" y="16171"/>
                  <a:pt x="12037" y="16171"/>
                </a:cubicBezTo>
                <a:cubicBezTo>
                  <a:pt x="12135" y="16171"/>
                  <a:pt x="12407" y="16093"/>
                  <a:pt x="12574" y="16093"/>
                </a:cubicBezTo>
                <a:close/>
                <a:moveTo>
                  <a:pt x="11429" y="16019"/>
                </a:moveTo>
                <a:lnTo>
                  <a:pt x="11278" y="16171"/>
                </a:lnTo>
                <a:cubicBezTo>
                  <a:pt x="11247" y="16201"/>
                  <a:pt x="11247" y="16292"/>
                  <a:pt x="11247" y="16353"/>
                </a:cubicBezTo>
                <a:lnTo>
                  <a:pt x="11247" y="16414"/>
                </a:lnTo>
                <a:cubicBezTo>
                  <a:pt x="11247" y="16449"/>
                  <a:pt x="11122" y="16464"/>
                  <a:pt x="10994" y="16464"/>
                </a:cubicBezTo>
                <a:cubicBezTo>
                  <a:pt x="10903" y="16464"/>
                  <a:pt x="10811" y="16457"/>
                  <a:pt x="10761" y="16444"/>
                </a:cubicBezTo>
                <a:cubicBezTo>
                  <a:pt x="10686" y="16407"/>
                  <a:pt x="10634" y="16381"/>
                  <a:pt x="10619" y="16381"/>
                </a:cubicBezTo>
                <a:cubicBezTo>
                  <a:pt x="10610" y="16381"/>
                  <a:pt x="10616" y="16391"/>
                  <a:pt x="10639" y="16414"/>
                </a:cubicBezTo>
                <a:lnTo>
                  <a:pt x="10700" y="16444"/>
                </a:lnTo>
                <a:lnTo>
                  <a:pt x="10730" y="16475"/>
                </a:lnTo>
                <a:cubicBezTo>
                  <a:pt x="10822" y="16475"/>
                  <a:pt x="10730" y="16566"/>
                  <a:pt x="10487" y="16627"/>
                </a:cubicBezTo>
                <a:lnTo>
                  <a:pt x="10305" y="16687"/>
                </a:lnTo>
                <a:lnTo>
                  <a:pt x="10244" y="16687"/>
                </a:lnTo>
                <a:cubicBezTo>
                  <a:pt x="10183" y="16687"/>
                  <a:pt x="9910" y="16657"/>
                  <a:pt x="9636" y="16657"/>
                </a:cubicBezTo>
                <a:lnTo>
                  <a:pt x="9423" y="16657"/>
                </a:lnTo>
                <a:cubicBezTo>
                  <a:pt x="9302" y="16657"/>
                  <a:pt x="9332" y="16657"/>
                  <a:pt x="9302" y="16718"/>
                </a:cubicBezTo>
                <a:cubicBezTo>
                  <a:pt x="9271" y="16748"/>
                  <a:pt x="9211" y="16779"/>
                  <a:pt x="9180" y="16779"/>
                </a:cubicBezTo>
                <a:lnTo>
                  <a:pt x="8998" y="16748"/>
                </a:lnTo>
                <a:cubicBezTo>
                  <a:pt x="8901" y="16690"/>
                  <a:pt x="8793" y="16669"/>
                  <a:pt x="8711" y="16669"/>
                </a:cubicBezTo>
                <a:cubicBezTo>
                  <a:pt x="8663" y="16669"/>
                  <a:pt x="8625" y="16676"/>
                  <a:pt x="8603" y="16687"/>
                </a:cubicBezTo>
                <a:cubicBezTo>
                  <a:pt x="8572" y="16718"/>
                  <a:pt x="8519" y="16733"/>
                  <a:pt x="8470" y="16733"/>
                </a:cubicBezTo>
                <a:cubicBezTo>
                  <a:pt x="8420" y="16733"/>
                  <a:pt x="8375" y="16718"/>
                  <a:pt x="8360" y="16687"/>
                </a:cubicBezTo>
                <a:cubicBezTo>
                  <a:pt x="8329" y="16627"/>
                  <a:pt x="8268" y="16444"/>
                  <a:pt x="8360" y="16444"/>
                </a:cubicBezTo>
                <a:cubicBezTo>
                  <a:pt x="8420" y="16444"/>
                  <a:pt x="8481" y="16414"/>
                  <a:pt x="8512" y="16353"/>
                </a:cubicBezTo>
                <a:cubicBezTo>
                  <a:pt x="8512" y="16323"/>
                  <a:pt x="8572" y="16323"/>
                  <a:pt x="8663" y="16323"/>
                </a:cubicBezTo>
                <a:lnTo>
                  <a:pt x="8694" y="16353"/>
                </a:lnTo>
                <a:cubicBezTo>
                  <a:pt x="8755" y="16383"/>
                  <a:pt x="8846" y="16444"/>
                  <a:pt x="8907" y="16505"/>
                </a:cubicBezTo>
                <a:cubicBezTo>
                  <a:pt x="8952" y="16566"/>
                  <a:pt x="8967" y="16596"/>
                  <a:pt x="8986" y="16596"/>
                </a:cubicBezTo>
                <a:cubicBezTo>
                  <a:pt x="9005" y="16596"/>
                  <a:pt x="9028" y="16566"/>
                  <a:pt x="9089" y="16505"/>
                </a:cubicBezTo>
                <a:lnTo>
                  <a:pt x="9180" y="16444"/>
                </a:lnTo>
                <a:cubicBezTo>
                  <a:pt x="9264" y="16388"/>
                  <a:pt x="9530" y="16228"/>
                  <a:pt x="9666" y="16228"/>
                </a:cubicBezTo>
                <a:cubicBezTo>
                  <a:pt x="9677" y="16228"/>
                  <a:pt x="9688" y="16229"/>
                  <a:pt x="9697" y="16231"/>
                </a:cubicBezTo>
                <a:cubicBezTo>
                  <a:pt x="9819" y="16292"/>
                  <a:pt x="9970" y="16353"/>
                  <a:pt x="10092" y="16353"/>
                </a:cubicBezTo>
                <a:cubicBezTo>
                  <a:pt x="10214" y="16323"/>
                  <a:pt x="10305" y="16292"/>
                  <a:pt x="10426" y="16292"/>
                </a:cubicBezTo>
                <a:cubicBezTo>
                  <a:pt x="10487" y="16292"/>
                  <a:pt x="10548" y="16201"/>
                  <a:pt x="10578" y="16110"/>
                </a:cubicBezTo>
                <a:lnTo>
                  <a:pt x="10700" y="16140"/>
                </a:lnTo>
                <a:lnTo>
                  <a:pt x="11034" y="16231"/>
                </a:lnTo>
                <a:cubicBezTo>
                  <a:pt x="11095" y="16079"/>
                  <a:pt x="11278" y="16019"/>
                  <a:pt x="11429" y="16019"/>
                </a:cubicBezTo>
                <a:close/>
                <a:moveTo>
                  <a:pt x="16566" y="16505"/>
                </a:moveTo>
                <a:cubicBezTo>
                  <a:pt x="16658" y="16535"/>
                  <a:pt x="16658" y="16596"/>
                  <a:pt x="16536" y="16657"/>
                </a:cubicBezTo>
                <a:lnTo>
                  <a:pt x="16506" y="16657"/>
                </a:lnTo>
                <a:cubicBezTo>
                  <a:pt x="16481" y="16649"/>
                  <a:pt x="16457" y="16645"/>
                  <a:pt x="16432" y="16645"/>
                </a:cubicBezTo>
                <a:cubicBezTo>
                  <a:pt x="16366" y="16645"/>
                  <a:pt x="16299" y="16673"/>
                  <a:pt x="16232" y="16718"/>
                </a:cubicBezTo>
                <a:lnTo>
                  <a:pt x="16110" y="16839"/>
                </a:lnTo>
                <a:cubicBezTo>
                  <a:pt x="16050" y="16718"/>
                  <a:pt x="16019" y="16627"/>
                  <a:pt x="16050" y="16627"/>
                </a:cubicBezTo>
                <a:cubicBezTo>
                  <a:pt x="16202" y="16566"/>
                  <a:pt x="16384" y="16535"/>
                  <a:pt x="16566" y="16505"/>
                </a:cubicBezTo>
                <a:close/>
                <a:moveTo>
                  <a:pt x="13284" y="16475"/>
                </a:moveTo>
                <a:lnTo>
                  <a:pt x="13344" y="16566"/>
                </a:lnTo>
                <a:cubicBezTo>
                  <a:pt x="13375" y="16687"/>
                  <a:pt x="13253" y="16809"/>
                  <a:pt x="13071" y="16839"/>
                </a:cubicBezTo>
                <a:lnTo>
                  <a:pt x="12919" y="16870"/>
                </a:lnTo>
                <a:cubicBezTo>
                  <a:pt x="12888" y="16870"/>
                  <a:pt x="12858" y="16839"/>
                  <a:pt x="12828" y="16809"/>
                </a:cubicBezTo>
                <a:cubicBezTo>
                  <a:pt x="12828" y="16779"/>
                  <a:pt x="12858" y="16718"/>
                  <a:pt x="12888" y="16718"/>
                </a:cubicBezTo>
                <a:cubicBezTo>
                  <a:pt x="12980" y="16687"/>
                  <a:pt x="13101" y="16657"/>
                  <a:pt x="13162" y="16657"/>
                </a:cubicBezTo>
                <a:cubicBezTo>
                  <a:pt x="13192" y="16627"/>
                  <a:pt x="13223" y="16566"/>
                  <a:pt x="13162" y="16535"/>
                </a:cubicBezTo>
                <a:cubicBezTo>
                  <a:pt x="13162" y="16505"/>
                  <a:pt x="13223" y="16475"/>
                  <a:pt x="13284" y="16475"/>
                </a:cubicBezTo>
                <a:close/>
                <a:moveTo>
                  <a:pt x="13832" y="16480"/>
                </a:moveTo>
                <a:cubicBezTo>
                  <a:pt x="13881" y="16480"/>
                  <a:pt x="13932" y="16497"/>
                  <a:pt x="13983" y="16535"/>
                </a:cubicBezTo>
                <a:cubicBezTo>
                  <a:pt x="14044" y="16596"/>
                  <a:pt x="14104" y="16657"/>
                  <a:pt x="14135" y="16748"/>
                </a:cubicBezTo>
                <a:lnTo>
                  <a:pt x="14135" y="16809"/>
                </a:lnTo>
                <a:cubicBezTo>
                  <a:pt x="14135" y="16839"/>
                  <a:pt x="14044" y="16870"/>
                  <a:pt x="14013" y="16870"/>
                </a:cubicBezTo>
                <a:cubicBezTo>
                  <a:pt x="13861" y="16870"/>
                  <a:pt x="13831" y="16809"/>
                  <a:pt x="13831" y="16718"/>
                </a:cubicBezTo>
                <a:cubicBezTo>
                  <a:pt x="13800" y="16718"/>
                  <a:pt x="13740" y="16718"/>
                  <a:pt x="13709" y="16748"/>
                </a:cubicBezTo>
                <a:cubicBezTo>
                  <a:pt x="13705" y="16752"/>
                  <a:pt x="13700" y="16754"/>
                  <a:pt x="13693" y="16754"/>
                </a:cubicBezTo>
                <a:cubicBezTo>
                  <a:pt x="13650" y="16754"/>
                  <a:pt x="13569" y="16671"/>
                  <a:pt x="13648" y="16566"/>
                </a:cubicBezTo>
                <a:cubicBezTo>
                  <a:pt x="13701" y="16513"/>
                  <a:pt x="13765" y="16480"/>
                  <a:pt x="13832" y="16480"/>
                </a:cubicBezTo>
                <a:close/>
                <a:moveTo>
                  <a:pt x="8025" y="16475"/>
                </a:moveTo>
                <a:cubicBezTo>
                  <a:pt x="8086" y="16475"/>
                  <a:pt x="8147" y="16535"/>
                  <a:pt x="8177" y="16596"/>
                </a:cubicBezTo>
                <a:lnTo>
                  <a:pt x="8147" y="16596"/>
                </a:lnTo>
                <a:cubicBezTo>
                  <a:pt x="7995" y="16657"/>
                  <a:pt x="8025" y="16900"/>
                  <a:pt x="7782" y="16900"/>
                </a:cubicBezTo>
                <a:cubicBezTo>
                  <a:pt x="7773" y="16909"/>
                  <a:pt x="7759" y="16913"/>
                  <a:pt x="7742" y="16913"/>
                </a:cubicBezTo>
                <a:cubicBezTo>
                  <a:pt x="7701" y="16913"/>
                  <a:pt x="7643" y="16891"/>
                  <a:pt x="7600" y="16870"/>
                </a:cubicBezTo>
                <a:lnTo>
                  <a:pt x="7569" y="16809"/>
                </a:lnTo>
                <a:cubicBezTo>
                  <a:pt x="7539" y="16779"/>
                  <a:pt x="7630" y="16718"/>
                  <a:pt x="7630" y="16718"/>
                </a:cubicBezTo>
                <a:cubicBezTo>
                  <a:pt x="7656" y="16725"/>
                  <a:pt x="7679" y="16729"/>
                  <a:pt x="7699" y="16729"/>
                </a:cubicBezTo>
                <a:cubicBezTo>
                  <a:pt x="7845" y="16729"/>
                  <a:pt x="7858" y="16558"/>
                  <a:pt x="7964" y="16505"/>
                </a:cubicBezTo>
                <a:lnTo>
                  <a:pt x="8025" y="16475"/>
                </a:lnTo>
                <a:close/>
                <a:moveTo>
                  <a:pt x="15872" y="16515"/>
                </a:moveTo>
                <a:cubicBezTo>
                  <a:pt x="15907" y="16515"/>
                  <a:pt x="15928" y="16530"/>
                  <a:pt x="15928" y="16566"/>
                </a:cubicBezTo>
                <a:lnTo>
                  <a:pt x="15898" y="16566"/>
                </a:lnTo>
                <a:cubicBezTo>
                  <a:pt x="15746" y="16627"/>
                  <a:pt x="15654" y="16748"/>
                  <a:pt x="15563" y="16870"/>
                </a:cubicBezTo>
                <a:lnTo>
                  <a:pt x="15563" y="16931"/>
                </a:lnTo>
                <a:cubicBezTo>
                  <a:pt x="15542" y="16938"/>
                  <a:pt x="15520" y="16941"/>
                  <a:pt x="15500" y="16941"/>
                </a:cubicBezTo>
                <a:cubicBezTo>
                  <a:pt x="15434" y="16941"/>
                  <a:pt x="15381" y="16902"/>
                  <a:pt x="15381" y="16809"/>
                </a:cubicBezTo>
                <a:cubicBezTo>
                  <a:pt x="15381" y="16724"/>
                  <a:pt x="15461" y="16532"/>
                  <a:pt x="15570" y="16532"/>
                </a:cubicBezTo>
                <a:cubicBezTo>
                  <a:pt x="15578" y="16532"/>
                  <a:pt x="15586" y="16533"/>
                  <a:pt x="15594" y="16535"/>
                </a:cubicBezTo>
                <a:lnTo>
                  <a:pt x="15776" y="16535"/>
                </a:lnTo>
                <a:cubicBezTo>
                  <a:pt x="15814" y="16523"/>
                  <a:pt x="15846" y="16515"/>
                  <a:pt x="15872" y="16515"/>
                </a:cubicBezTo>
                <a:close/>
                <a:moveTo>
                  <a:pt x="12300" y="16615"/>
                </a:moveTo>
                <a:cubicBezTo>
                  <a:pt x="12353" y="16615"/>
                  <a:pt x="12410" y="16649"/>
                  <a:pt x="12433" y="16718"/>
                </a:cubicBezTo>
                <a:cubicBezTo>
                  <a:pt x="12460" y="16772"/>
                  <a:pt x="12246" y="17067"/>
                  <a:pt x="12177" y="17067"/>
                </a:cubicBezTo>
                <a:cubicBezTo>
                  <a:pt x="12169" y="17067"/>
                  <a:pt x="12162" y="17062"/>
                  <a:pt x="12159" y="17052"/>
                </a:cubicBezTo>
                <a:cubicBezTo>
                  <a:pt x="12129" y="16900"/>
                  <a:pt x="12159" y="16748"/>
                  <a:pt x="12250" y="16627"/>
                </a:cubicBezTo>
                <a:cubicBezTo>
                  <a:pt x="12265" y="16619"/>
                  <a:pt x="12282" y="16615"/>
                  <a:pt x="12300" y="16615"/>
                </a:cubicBezTo>
                <a:close/>
                <a:moveTo>
                  <a:pt x="3901" y="16918"/>
                </a:moveTo>
                <a:cubicBezTo>
                  <a:pt x="3922" y="16918"/>
                  <a:pt x="3939" y="16922"/>
                  <a:pt x="3952" y="16931"/>
                </a:cubicBezTo>
                <a:cubicBezTo>
                  <a:pt x="4043" y="16961"/>
                  <a:pt x="4043" y="17022"/>
                  <a:pt x="3952" y="17022"/>
                </a:cubicBezTo>
                <a:lnTo>
                  <a:pt x="3891" y="17052"/>
                </a:lnTo>
                <a:cubicBezTo>
                  <a:pt x="3739" y="17052"/>
                  <a:pt x="3770" y="17083"/>
                  <a:pt x="3831" y="17174"/>
                </a:cubicBezTo>
                <a:cubicBezTo>
                  <a:pt x="3861" y="17174"/>
                  <a:pt x="3739" y="17295"/>
                  <a:pt x="3709" y="17295"/>
                </a:cubicBezTo>
                <a:cubicBezTo>
                  <a:pt x="3557" y="17265"/>
                  <a:pt x="3405" y="17234"/>
                  <a:pt x="3253" y="17174"/>
                </a:cubicBezTo>
                <a:cubicBezTo>
                  <a:pt x="3253" y="17174"/>
                  <a:pt x="3253" y="17143"/>
                  <a:pt x="3253" y="17113"/>
                </a:cubicBezTo>
                <a:cubicBezTo>
                  <a:pt x="3283" y="17083"/>
                  <a:pt x="3344" y="17052"/>
                  <a:pt x="3375" y="17052"/>
                </a:cubicBezTo>
                <a:lnTo>
                  <a:pt x="3466" y="17052"/>
                </a:lnTo>
                <a:cubicBezTo>
                  <a:pt x="3544" y="17052"/>
                  <a:pt x="3778" y="16918"/>
                  <a:pt x="3901" y="16918"/>
                </a:cubicBezTo>
                <a:close/>
                <a:moveTo>
                  <a:pt x="6203" y="16584"/>
                </a:moveTo>
                <a:cubicBezTo>
                  <a:pt x="6213" y="16584"/>
                  <a:pt x="6224" y="16588"/>
                  <a:pt x="6232" y="16596"/>
                </a:cubicBezTo>
                <a:lnTo>
                  <a:pt x="6293" y="16627"/>
                </a:lnTo>
                <a:lnTo>
                  <a:pt x="6323" y="16657"/>
                </a:lnTo>
                <a:cubicBezTo>
                  <a:pt x="6384" y="16718"/>
                  <a:pt x="6262" y="16809"/>
                  <a:pt x="6201" y="16809"/>
                </a:cubicBezTo>
                <a:cubicBezTo>
                  <a:pt x="6141" y="16809"/>
                  <a:pt x="5867" y="16961"/>
                  <a:pt x="5897" y="17052"/>
                </a:cubicBezTo>
                <a:cubicBezTo>
                  <a:pt x="5906" y="17069"/>
                  <a:pt x="5912" y="17086"/>
                  <a:pt x="5916" y="17100"/>
                </a:cubicBezTo>
                <a:lnTo>
                  <a:pt x="5916" y="17100"/>
                </a:lnTo>
                <a:cubicBezTo>
                  <a:pt x="5881" y="17077"/>
                  <a:pt x="5768" y="17043"/>
                  <a:pt x="5677" y="17043"/>
                </a:cubicBezTo>
                <a:cubicBezTo>
                  <a:pt x="5626" y="17043"/>
                  <a:pt x="5582" y="17054"/>
                  <a:pt x="5563" y="17083"/>
                </a:cubicBezTo>
                <a:cubicBezTo>
                  <a:pt x="5442" y="17174"/>
                  <a:pt x="5320" y="17234"/>
                  <a:pt x="5168" y="17295"/>
                </a:cubicBezTo>
                <a:cubicBezTo>
                  <a:pt x="5077" y="17295"/>
                  <a:pt x="4986" y="17022"/>
                  <a:pt x="4986" y="16900"/>
                </a:cubicBezTo>
                <a:cubicBezTo>
                  <a:pt x="4986" y="16832"/>
                  <a:pt x="5174" y="16746"/>
                  <a:pt x="5293" y="16746"/>
                </a:cubicBezTo>
                <a:cubicBezTo>
                  <a:pt x="5333" y="16746"/>
                  <a:pt x="5366" y="16756"/>
                  <a:pt x="5381" y="16779"/>
                </a:cubicBezTo>
                <a:cubicBezTo>
                  <a:pt x="5390" y="16806"/>
                  <a:pt x="5422" y="16817"/>
                  <a:pt x="5460" y="16817"/>
                </a:cubicBezTo>
                <a:cubicBezTo>
                  <a:pt x="5549" y="16817"/>
                  <a:pt x="5675" y="16760"/>
                  <a:pt x="5654" y="16718"/>
                </a:cubicBezTo>
                <a:cubicBezTo>
                  <a:pt x="5636" y="16680"/>
                  <a:pt x="5652" y="16654"/>
                  <a:pt x="5695" y="16654"/>
                </a:cubicBezTo>
                <a:cubicBezTo>
                  <a:pt x="5722" y="16654"/>
                  <a:pt x="5760" y="16664"/>
                  <a:pt x="5806" y="16687"/>
                </a:cubicBezTo>
                <a:lnTo>
                  <a:pt x="5928" y="16687"/>
                </a:lnTo>
                <a:cubicBezTo>
                  <a:pt x="5989" y="16687"/>
                  <a:pt x="6049" y="16687"/>
                  <a:pt x="6110" y="16657"/>
                </a:cubicBezTo>
                <a:lnTo>
                  <a:pt x="6141" y="16657"/>
                </a:lnTo>
                <a:cubicBezTo>
                  <a:pt x="6141" y="16612"/>
                  <a:pt x="6173" y="16584"/>
                  <a:pt x="6203" y="16584"/>
                </a:cubicBezTo>
                <a:close/>
                <a:moveTo>
                  <a:pt x="86081" y="0"/>
                </a:moveTo>
                <a:lnTo>
                  <a:pt x="85473" y="122"/>
                </a:lnTo>
                <a:lnTo>
                  <a:pt x="85261" y="152"/>
                </a:lnTo>
                <a:lnTo>
                  <a:pt x="85078" y="183"/>
                </a:lnTo>
                <a:cubicBezTo>
                  <a:pt x="84957" y="183"/>
                  <a:pt x="84805" y="213"/>
                  <a:pt x="84683" y="274"/>
                </a:cubicBezTo>
                <a:cubicBezTo>
                  <a:pt x="84683" y="335"/>
                  <a:pt x="84683" y="426"/>
                  <a:pt x="84622" y="456"/>
                </a:cubicBezTo>
                <a:lnTo>
                  <a:pt x="84531" y="487"/>
                </a:lnTo>
                <a:cubicBezTo>
                  <a:pt x="84503" y="403"/>
                  <a:pt x="84400" y="270"/>
                  <a:pt x="84336" y="270"/>
                </a:cubicBezTo>
                <a:cubicBezTo>
                  <a:pt x="84330" y="270"/>
                  <a:pt x="84324" y="271"/>
                  <a:pt x="84318" y="274"/>
                </a:cubicBezTo>
                <a:cubicBezTo>
                  <a:pt x="84304" y="283"/>
                  <a:pt x="84286" y="288"/>
                  <a:pt x="84267" y="288"/>
                </a:cubicBezTo>
                <a:cubicBezTo>
                  <a:pt x="84163" y="288"/>
                  <a:pt x="84000" y="168"/>
                  <a:pt x="83923" y="91"/>
                </a:cubicBezTo>
                <a:cubicBezTo>
                  <a:pt x="83904" y="73"/>
                  <a:pt x="83883" y="65"/>
                  <a:pt x="83862" y="65"/>
                </a:cubicBezTo>
                <a:cubicBezTo>
                  <a:pt x="83815" y="65"/>
                  <a:pt x="83771" y="101"/>
                  <a:pt x="83771" y="122"/>
                </a:cubicBezTo>
                <a:cubicBezTo>
                  <a:pt x="83741" y="183"/>
                  <a:pt x="83650" y="213"/>
                  <a:pt x="83528" y="213"/>
                </a:cubicBezTo>
                <a:lnTo>
                  <a:pt x="83498" y="183"/>
                </a:lnTo>
                <a:cubicBezTo>
                  <a:pt x="83467" y="142"/>
                  <a:pt x="83440" y="129"/>
                  <a:pt x="83414" y="129"/>
                </a:cubicBezTo>
                <a:cubicBezTo>
                  <a:pt x="83363" y="129"/>
                  <a:pt x="83315" y="183"/>
                  <a:pt x="83255" y="183"/>
                </a:cubicBezTo>
                <a:cubicBezTo>
                  <a:pt x="83224" y="183"/>
                  <a:pt x="83163" y="152"/>
                  <a:pt x="83163" y="91"/>
                </a:cubicBezTo>
                <a:lnTo>
                  <a:pt x="83133" y="61"/>
                </a:lnTo>
                <a:cubicBezTo>
                  <a:pt x="83133" y="39"/>
                  <a:pt x="83129" y="29"/>
                  <a:pt x="83123" y="29"/>
                </a:cubicBezTo>
                <a:cubicBezTo>
                  <a:pt x="83111" y="29"/>
                  <a:pt x="83092" y="63"/>
                  <a:pt x="83072" y="122"/>
                </a:cubicBezTo>
                <a:lnTo>
                  <a:pt x="83011" y="152"/>
                </a:lnTo>
                <a:cubicBezTo>
                  <a:pt x="82951" y="243"/>
                  <a:pt x="82829" y="183"/>
                  <a:pt x="82768" y="243"/>
                </a:cubicBezTo>
                <a:lnTo>
                  <a:pt x="82647" y="304"/>
                </a:lnTo>
                <a:cubicBezTo>
                  <a:pt x="82495" y="243"/>
                  <a:pt x="82343" y="213"/>
                  <a:pt x="82191" y="213"/>
                </a:cubicBezTo>
                <a:cubicBezTo>
                  <a:pt x="82069" y="274"/>
                  <a:pt x="81948" y="304"/>
                  <a:pt x="81826" y="304"/>
                </a:cubicBezTo>
                <a:lnTo>
                  <a:pt x="81400" y="304"/>
                </a:lnTo>
                <a:lnTo>
                  <a:pt x="81096" y="335"/>
                </a:lnTo>
                <a:lnTo>
                  <a:pt x="81036" y="335"/>
                </a:lnTo>
                <a:lnTo>
                  <a:pt x="80489" y="456"/>
                </a:lnTo>
                <a:cubicBezTo>
                  <a:pt x="80468" y="466"/>
                  <a:pt x="80445" y="470"/>
                  <a:pt x="80420" y="470"/>
                </a:cubicBezTo>
                <a:cubicBezTo>
                  <a:pt x="80370" y="470"/>
                  <a:pt x="80316" y="456"/>
                  <a:pt x="80276" y="456"/>
                </a:cubicBezTo>
                <a:lnTo>
                  <a:pt x="80124" y="456"/>
                </a:lnTo>
                <a:cubicBezTo>
                  <a:pt x="80017" y="426"/>
                  <a:pt x="79911" y="411"/>
                  <a:pt x="79808" y="411"/>
                </a:cubicBezTo>
                <a:cubicBezTo>
                  <a:pt x="79706" y="411"/>
                  <a:pt x="79607" y="426"/>
                  <a:pt x="79516" y="456"/>
                </a:cubicBezTo>
                <a:lnTo>
                  <a:pt x="79333" y="395"/>
                </a:lnTo>
                <a:cubicBezTo>
                  <a:pt x="79303" y="390"/>
                  <a:pt x="79272" y="389"/>
                  <a:pt x="79240" y="389"/>
                </a:cubicBezTo>
                <a:cubicBezTo>
                  <a:pt x="79176" y="389"/>
                  <a:pt x="79111" y="395"/>
                  <a:pt x="79045" y="395"/>
                </a:cubicBezTo>
                <a:cubicBezTo>
                  <a:pt x="78946" y="395"/>
                  <a:pt x="78847" y="380"/>
                  <a:pt x="78756" y="304"/>
                </a:cubicBezTo>
                <a:lnTo>
                  <a:pt x="78726" y="304"/>
                </a:lnTo>
                <a:cubicBezTo>
                  <a:pt x="78634" y="304"/>
                  <a:pt x="78482" y="365"/>
                  <a:pt x="78361" y="395"/>
                </a:cubicBezTo>
                <a:lnTo>
                  <a:pt x="78239" y="395"/>
                </a:lnTo>
                <a:lnTo>
                  <a:pt x="78057" y="365"/>
                </a:lnTo>
                <a:cubicBezTo>
                  <a:pt x="78016" y="405"/>
                  <a:pt x="77952" y="419"/>
                  <a:pt x="77880" y="419"/>
                </a:cubicBezTo>
                <a:cubicBezTo>
                  <a:pt x="77736" y="419"/>
                  <a:pt x="77560" y="365"/>
                  <a:pt x="77479" y="365"/>
                </a:cubicBezTo>
                <a:cubicBezTo>
                  <a:pt x="77327" y="395"/>
                  <a:pt x="77175" y="426"/>
                  <a:pt x="77023" y="487"/>
                </a:cubicBezTo>
                <a:lnTo>
                  <a:pt x="76932" y="487"/>
                </a:lnTo>
                <a:cubicBezTo>
                  <a:pt x="76841" y="487"/>
                  <a:pt x="76750" y="426"/>
                  <a:pt x="76659" y="426"/>
                </a:cubicBezTo>
                <a:cubicBezTo>
                  <a:pt x="76537" y="426"/>
                  <a:pt x="76446" y="456"/>
                  <a:pt x="76355" y="487"/>
                </a:cubicBezTo>
                <a:lnTo>
                  <a:pt x="76112" y="547"/>
                </a:lnTo>
                <a:lnTo>
                  <a:pt x="75504" y="578"/>
                </a:lnTo>
                <a:cubicBezTo>
                  <a:pt x="75443" y="529"/>
                  <a:pt x="75377" y="514"/>
                  <a:pt x="75309" y="514"/>
                </a:cubicBezTo>
                <a:cubicBezTo>
                  <a:pt x="75206" y="514"/>
                  <a:pt x="75096" y="547"/>
                  <a:pt x="74987" y="547"/>
                </a:cubicBezTo>
                <a:lnTo>
                  <a:pt x="74805" y="547"/>
                </a:lnTo>
                <a:cubicBezTo>
                  <a:pt x="74778" y="553"/>
                  <a:pt x="74753" y="555"/>
                  <a:pt x="74729" y="555"/>
                </a:cubicBezTo>
                <a:cubicBezTo>
                  <a:pt x="74612" y="555"/>
                  <a:pt x="74515" y="496"/>
                  <a:pt x="74440" y="395"/>
                </a:cubicBezTo>
                <a:cubicBezTo>
                  <a:pt x="74438" y="391"/>
                  <a:pt x="74434" y="389"/>
                  <a:pt x="74428" y="389"/>
                </a:cubicBezTo>
                <a:cubicBezTo>
                  <a:pt x="74355" y="389"/>
                  <a:pt x="74001" y="738"/>
                  <a:pt x="73832" y="851"/>
                </a:cubicBezTo>
                <a:cubicBezTo>
                  <a:pt x="73753" y="910"/>
                  <a:pt x="73649" y="944"/>
                  <a:pt x="73545" y="944"/>
                </a:cubicBezTo>
                <a:cubicBezTo>
                  <a:pt x="73487" y="944"/>
                  <a:pt x="73430" y="934"/>
                  <a:pt x="73376" y="912"/>
                </a:cubicBezTo>
                <a:cubicBezTo>
                  <a:pt x="73346" y="882"/>
                  <a:pt x="73376" y="851"/>
                  <a:pt x="73467" y="851"/>
                </a:cubicBezTo>
                <a:lnTo>
                  <a:pt x="73498" y="821"/>
                </a:lnTo>
                <a:cubicBezTo>
                  <a:pt x="73498" y="790"/>
                  <a:pt x="73528" y="760"/>
                  <a:pt x="73528" y="730"/>
                </a:cubicBezTo>
                <a:cubicBezTo>
                  <a:pt x="73528" y="699"/>
                  <a:pt x="73437" y="669"/>
                  <a:pt x="73437" y="669"/>
                </a:cubicBezTo>
                <a:lnTo>
                  <a:pt x="73315" y="760"/>
                </a:lnTo>
                <a:cubicBezTo>
                  <a:pt x="73102" y="730"/>
                  <a:pt x="72890" y="699"/>
                  <a:pt x="72707" y="699"/>
                </a:cubicBezTo>
                <a:lnTo>
                  <a:pt x="72555" y="669"/>
                </a:lnTo>
                <a:cubicBezTo>
                  <a:pt x="72475" y="637"/>
                  <a:pt x="72412" y="596"/>
                  <a:pt x="72366" y="596"/>
                </a:cubicBezTo>
                <a:cubicBezTo>
                  <a:pt x="72324" y="596"/>
                  <a:pt x="72296" y="629"/>
                  <a:pt x="72282" y="730"/>
                </a:cubicBezTo>
                <a:lnTo>
                  <a:pt x="72130" y="730"/>
                </a:lnTo>
                <a:cubicBezTo>
                  <a:pt x="72106" y="698"/>
                  <a:pt x="72082" y="687"/>
                  <a:pt x="72059" y="687"/>
                </a:cubicBezTo>
                <a:cubicBezTo>
                  <a:pt x="72006" y="687"/>
                  <a:pt x="71957" y="742"/>
                  <a:pt x="71916" y="742"/>
                </a:cubicBezTo>
                <a:cubicBezTo>
                  <a:pt x="71906" y="742"/>
                  <a:pt x="71896" y="739"/>
                  <a:pt x="71887" y="730"/>
                </a:cubicBezTo>
                <a:cubicBezTo>
                  <a:pt x="71852" y="695"/>
                  <a:pt x="71820" y="683"/>
                  <a:pt x="71790" y="683"/>
                </a:cubicBezTo>
                <a:cubicBezTo>
                  <a:pt x="71715" y="683"/>
                  <a:pt x="71656" y="760"/>
                  <a:pt x="71613" y="760"/>
                </a:cubicBezTo>
                <a:cubicBezTo>
                  <a:pt x="71595" y="766"/>
                  <a:pt x="71577" y="769"/>
                  <a:pt x="71559" y="769"/>
                </a:cubicBezTo>
                <a:cubicBezTo>
                  <a:pt x="71487" y="769"/>
                  <a:pt x="71418" y="730"/>
                  <a:pt x="71370" y="730"/>
                </a:cubicBezTo>
                <a:lnTo>
                  <a:pt x="71279" y="730"/>
                </a:lnTo>
                <a:cubicBezTo>
                  <a:pt x="71232" y="753"/>
                  <a:pt x="71190" y="763"/>
                  <a:pt x="71154" y="763"/>
                </a:cubicBezTo>
                <a:cubicBezTo>
                  <a:pt x="71096" y="763"/>
                  <a:pt x="71054" y="737"/>
                  <a:pt x="71035" y="699"/>
                </a:cubicBezTo>
                <a:lnTo>
                  <a:pt x="71005" y="669"/>
                </a:lnTo>
                <a:cubicBezTo>
                  <a:pt x="70950" y="669"/>
                  <a:pt x="70844" y="794"/>
                  <a:pt x="70780" y="794"/>
                </a:cubicBezTo>
                <a:cubicBezTo>
                  <a:pt x="70773" y="794"/>
                  <a:pt x="70767" y="793"/>
                  <a:pt x="70762" y="790"/>
                </a:cubicBezTo>
                <a:cubicBezTo>
                  <a:pt x="70610" y="760"/>
                  <a:pt x="70488" y="730"/>
                  <a:pt x="70336" y="730"/>
                </a:cubicBezTo>
                <a:lnTo>
                  <a:pt x="70245" y="821"/>
                </a:lnTo>
                <a:cubicBezTo>
                  <a:pt x="70180" y="886"/>
                  <a:pt x="70097" y="916"/>
                  <a:pt x="70016" y="916"/>
                </a:cubicBezTo>
                <a:cubicBezTo>
                  <a:pt x="69946" y="916"/>
                  <a:pt x="69876" y="894"/>
                  <a:pt x="69820" y="851"/>
                </a:cubicBezTo>
                <a:lnTo>
                  <a:pt x="69485" y="699"/>
                </a:lnTo>
                <a:lnTo>
                  <a:pt x="69212" y="790"/>
                </a:lnTo>
                <a:lnTo>
                  <a:pt x="69151" y="882"/>
                </a:lnTo>
                <a:cubicBezTo>
                  <a:pt x="69060" y="790"/>
                  <a:pt x="68969" y="730"/>
                  <a:pt x="68908" y="639"/>
                </a:cubicBezTo>
                <a:cubicBezTo>
                  <a:pt x="68904" y="635"/>
                  <a:pt x="68899" y="633"/>
                  <a:pt x="68894" y="633"/>
                </a:cubicBezTo>
                <a:cubicBezTo>
                  <a:pt x="68861" y="633"/>
                  <a:pt x="68809" y="715"/>
                  <a:pt x="68756" y="821"/>
                </a:cubicBezTo>
                <a:lnTo>
                  <a:pt x="68634" y="760"/>
                </a:lnTo>
                <a:lnTo>
                  <a:pt x="68452" y="669"/>
                </a:lnTo>
                <a:cubicBezTo>
                  <a:pt x="68269" y="699"/>
                  <a:pt x="68087" y="699"/>
                  <a:pt x="68026" y="699"/>
                </a:cubicBezTo>
                <a:lnTo>
                  <a:pt x="67996" y="699"/>
                </a:lnTo>
                <a:cubicBezTo>
                  <a:pt x="67892" y="820"/>
                  <a:pt x="67779" y="853"/>
                  <a:pt x="67655" y="853"/>
                </a:cubicBezTo>
                <a:cubicBezTo>
                  <a:pt x="67562" y="853"/>
                  <a:pt x="67463" y="834"/>
                  <a:pt x="67358" y="821"/>
                </a:cubicBezTo>
                <a:cubicBezTo>
                  <a:pt x="67266" y="790"/>
                  <a:pt x="67114" y="790"/>
                  <a:pt x="67023" y="760"/>
                </a:cubicBezTo>
                <a:lnTo>
                  <a:pt x="66810" y="699"/>
                </a:lnTo>
                <a:cubicBezTo>
                  <a:pt x="66810" y="780"/>
                  <a:pt x="66770" y="821"/>
                  <a:pt x="66707" y="821"/>
                </a:cubicBezTo>
                <a:cubicBezTo>
                  <a:pt x="66675" y="821"/>
                  <a:pt x="66638" y="811"/>
                  <a:pt x="66598" y="790"/>
                </a:cubicBezTo>
                <a:lnTo>
                  <a:pt x="66476" y="760"/>
                </a:lnTo>
                <a:cubicBezTo>
                  <a:pt x="66415" y="760"/>
                  <a:pt x="66341" y="814"/>
                  <a:pt x="66262" y="814"/>
                </a:cubicBezTo>
                <a:cubicBezTo>
                  <a:pt x="66223" y="814"/>
                  <a:pt x="66182" y="801"/>
                  <a:pt x="66142" y="760"/>
                </a:cubicBezTo>
                <a:cubicBezTo>
                  <a:pt x="66020" y="821"/>
                  <a:pt x="65868" y="882"/>
                  <a:pt x="65747" y="912"/>
                </a:cubicBezTo>
                <a:cubicBezTo>
                  <a:pt x="65534" y="851"/>
                  <a:pt x="65351" y="821"/>
                  <a:pt x="65139" y="790"/>
                </a:cubicBezTo>
                <a:cubicBezTo>
                  <a:pt x="65086" y="808"/>
                  <a:pt x="64973" y="826"/>
                  <a:pt x="64880" y="826"/>
                </a:cubicBezTo>
                <a:cubicBezTo>
                  <a:pt x="64813" y="826"/>
                  <a:pt x="64756" y="816"/>
                  <a:pt x="64744" y="790"/>
                </a:cubicBezTo>
                <a:cubicBezTo>
                  <a:pt x="64728" y="775"/>
                  <a:pt x="64709" y="770"/>
                  <a:pt x="64688" y="770"/>
                </a:cubicBezTo>
                <a:cubicBezTo>
                  <a:pt x="64624" y="770"/>
                  <a:pt x="64538" y="821"/>
                  <a:pt x="64470" y="821"/>
                </a:cubicBezTo>
                <a:cubicBezTo>
                  <a:pt x="64348" y="821"/>
                  <a:pt x="64227" y="790"/>
                  <a:pt x="64105" y="730"/>
                </a:cubicBezTo>
                <a:lnTo>
                  <a:pt x="64014" y="790"/>
                </a:lnTo>
                <a:lnTo>
                  <a:pt x="63923" y="882"/>
                </a:lnTo>
                <a:cubicBezTo>
                  <a:pt x="63910" y="875"/>
                  <a:pt x="63890" y="873"/>
                  <a:pt x="63867" y="873"/>
                </a:cubicBezTo>
                <a:cubicBezTo>
                  <a:pt x="63802" y="873"/>
                  <a:pt x="63709" y="890"/>
                  <a:pt x="63645" y="890"/>
                </a:cubicBezTo>
                <a:cubicBezTo>
                  <a:pt x="63621" y="890"/>
                  <a:pt x="63601" y="888"/>
                  <a:pt x="63589" y="882"/>
                </a:cubicBezTo>
                <a:cubicBezTo>
                  <a:pt x="63561" y="826"/>
                  <a:pt x="63331" y="695"/>
                  <a:pt x="63222" y="695"/>
                </a:cubicBezTo>
                <a:cubicBezTo>
                  <a:pt x="63211" y="695"/>
                  <a:pt x="63202" y="697"/>
                  <a:pt x="63193" y="699"/>
                </a:cubicBezTo>
                <a:cubicBezTo>
                  <a:pt x="63011" y="760"/>
                  <a:pt x="62859" y="790"/>
                  <a:pt x="62677" y="821"/>
                </a:cubicBezTo>
                <a:cubicBezTo>
                  <a:pt x="62555" y="790"/>
                  <a:pt x="62464" y="730"/>
                  <a:pt x="62403" y="639"/>
                </a:cubicBezTo>
                <a:lnTo>
                  <a:pt x="62312" y="578"/>
                </a:lnTo>
                <a:lnTo>
                  <a:pt x="62281" y="547"/>
                </a:lnTo>
                <a:cubicBezTo>
                  <a:pt x="62190" y="547"/>
                  <a:pt x="62160" y="639"/>
                  <a:pt x="62160" y="699"/>
                </a:cubicBezTo>
                <a:cubicBezTo>
                  <a:pt x="62190" y="730"/>
                  <a:pt x="62130" y="790"/>
                  <a:pt x="62038" y="851"/>
                </a:cubicBezTo>
                <a:lnTo>
                  <a:pt x="61917" y="882"/>
                </a:lnTo>
                <a:cubicBezTo>
                  <a:pt x="61826" y="882"/>
                  <a:pt x="61734" y="821"/>
                  <a:pt x="61643" y="790"/>
                </a:cubicBezTo>
                <a:cubicBezTo>
                  <a:pt x="61598" y="775"/>
                  <a:pt x="61544" y="768"/>
                  <a:pt x="61487" y="768"/>
                </a:cubicBezTo>
                <a:cubicBezTo>
                  <a:pt x="61430" y="768"/>
                  <a:pt x="61370" y="775"/>
                  <a:pt x="61309" y="790"/>
                </a:cubicBezTo>
                <a:cubicBezTo>
                  <a:pt x="61235" y="852"/>
                  <a:pt x="61166" y="874"/>
                  <a:pt x="61100" y="874"/>
                </a:cubicBezTo>
                <a:cubicBezTo>
                  <a:pt x="61003" y="874"/>
                  <a:pt x="60913" y="827"/>
                  <a:pt x="60823" y="790"/>
                </a:cubicBezTo>
                <a:cubicBezTo>
                  <a:pt x="60755" y="771"/>
                  <a:pt x="60685" y="761"/>
                  <a:pt x="60614" y="761"/>
                </a:cubicBezTo>
                <a:cubicBezTo>
                  <a:pt x="60462" y="761"/>
                  <a:pt x="60309" y="808"/>
                  <a:pt x="60184" y="912"/>
                </a:cubicBezTo>
                <a:lnTo>
                  <a:pt x="60154" y="942"/>
                </a:lnTo>
                <a:cubicBezTo>
                  <a:pt x="60129" y="951"/>
                  <a:pt x="60105" y="954"/>
                  <a:pt x="60080" y="954"/>
                </a:cubicBezTo>
                <a:cubicBezTo>
                  <a:pt x="60014" y="954"/>
                  <a:pt x="59947" y="926"/>
                  <a:pt x="59880" y="882"/>
                </a:cubicBezTo>
                <a:lnTo>
                  <a:pt x="59850" y="821"/>
                </a:lnTo>
                <a:cubicBezTo>
                  <a:pt x="59814" y="785"/>
                  <a:pt x="59774" y="773"/>
                  <a:pt x="59734" y="773"/>
                </a:cubicBezTo>
                <a:cubicBezTo>
                  <a:pt x="59673" y="773"/>
                  <a:pt x="59613" y="802"/>
                  <a:pt x="59576" y="821"/>
                </a:cubicBezTo>
                <a:cubicBezTo>
                  <a:pt x="59546" y="836"/>
                  <a:pt x="59508" y="836"/>
                  <a:pt x="59474" y="836"/>
                </a:cubicBezTo>
                <a:cubicBezTo>
                  <a:pt x="59440" y="836"/>
                  <a:pt x="59409" y="836"/>
                  <a:pt x="59394" y="851"/>
                </a:cubicBezTo>
                <a:cubicBezTo>
                  <a:pt x="59339" y="895"/>
                  <a:pt x="59296" y="911"/>
                  <a:pt x="59260" y="911"/>
                </a:cubicBezTo>
                <a:cubicBezTo>
                  <a:pt x="59194" y="911"/>
                  <a:pt x="59148" y="860"/>
                  <a:pt x="59090" y="821"/>
                </a:cubicBezTo>
                <a:cubicBezTo>
                  <a:pt x="59029" y="790"/>
                  <a:pt x="58968" y="760"/>
                  <a:pt x="58938" y="730"/>
                </a:cubicBezTo>
                <a:cubicBezTo>
                  <a:pt x="58908" y="730"/>
                  <a:pt x="58847" y="760"/>
                  <a:pt x="58847" y="760"/>
                </a:cubicBezTo>
                <a:lnTo>
                  <a:pt x="58847" y="821"/>
                </a:lnTo>
                <a:cubicBezTo>
                  <a:pt x="58877" y="882"/>
                  <a:pt x="58847" y="882"/>
                  <a:pt x="58786" y="882"/>
                </a:cubicBezTo>
                <a:lnTo>
                  <a:pt x="58725" y="851"/>
                </a:lnTo>
                <a:cubicBezTo>
                  <a:pt x="58543" y="821"/>
                  <a:pt x="58360" y="821"/>
                  <a:pt x="58208" y="821"/>
                </a:cubicBezTo>
                <a:lnTo>
                  <a:pt x="58056" y="821"/>
                </a:lnTo>
                <a:cubicBezTo>
                  <a:pt x="57905" y="790"/>
                  <a:pt x="57753" y="760"/>
                  <a:pt x="57601" y="760"/>
                </a:cubicBezTo>
                <a:cubicBezTo>
                  <a:pt x="57601" y="841"/>
                  <a:pt x="57574" y="895"/>
                  <a:pt x="57510" y="895"/>
                </a:cubicBezTo>
                <a:cubicBezTo>
                  <a:pt x="57479" y="895"/>
                  <a:pt x="57438" y="882"/>
                  <a:pt x="57388" y="851"/>
                </a:cubicBezTo>
                <a:lnTo>
                  <a:pt x="57297" y="821"/>
                </a:lnTo>
                <a:cubicBezTo>
                  <a:pt x="57175" y="821"/>
                  <a:pt x="56780" y="851"/>
                  <a:pt x="56446" y="882"/>
                </a:cubicBezTo>
                <a:lnTo>
                  <a:pt x="56172" y="882"/>
                </a:lnTo>
                <a:cubicBezTo>
                  <a:pt x="56081" y="882"/>
                  <a:pt x="55898" y="821"/>
                  <a:pt x="55898" y="821"/>
                </a:cubicBezTo>
                <a:cubicBezTo>
                  <a:pt x="55845" y="874"/>
                  <a:pt x="55796" y="894"/>
                  <a:pt x="55751" y="894"/>
                </a:cubicBezTo>
                <a:cubicBezTo>
                  <a:pt x="55642" y="894"/>
                  <a:pt x="55550" y="782"/>
                  <a:pt x="55442" y="760"/>
                </a:cubicBezTo>
                <a:cubicBezTo>
                  <a:pt x="55415" y="760"/>
                  <a:pt x="55412" y="634"/>
                  <a:pt x="55344" y="634"/>
                </a:cubicBezTo>
                <a:cubicBezTo>
                  <a:pt x="55337" y="634"/>
                  <a:pt x="55329" y="636"/>
                  <a:pt x="55321" y="639"/>
                </a:cubicBezTo>
                <a:cubicBezTo>
                  <a:pt x="55108" y="699"/>
                  <a:pt x="55351" y="760"/>
                  <a:pt x="55321" y="760"/>
                </a:cubicBezTo>
                <a:lnTo>
                  <a:pt x="55169" y="851"/>
                </a:lnTo>
                <a:cubicBezTo>
                  <a:pt x="55053" y="909"/>
                  <a:pt x="54938" y="930"/>
                  <a:pt x="54869" y="930"/>
                </a:cubicBezTo>
                <a:cubicBezTo>
                  <a:pt x="54829" y="930"/>
                  <a:pt x="54804" y="923"/>
                  <a:pt x="54804" y="912"/>
                </a:cubicBezTo>
                <a:lnTo>
                  <a:pt x="54804" y="851"/>
                </a:lnTo>
                <a:lnTo>
                  <a:pt x="54804" y="821"/>
                </a:lnTo>
                <a:cubicBezTo>
                  <a:pt x="54804" y="798"/>
                  <a:pt x="54791" y="788"/>
                  <a:pt x="54768" y="788"/>
                </a:cubicBezTo>
                <a:cubicBezTo>
                  <a:pt x="54730" y="788"/>
                  <a:pt x="54667" y="814"/>
                  <a:pt x="54591" y="851"/>
                </a:cubicBezTo>
                <a:lnTo>
                  <a:pt x="54379" y="821"/>
                </a:lnTo>
                <a:cubicBezTo>
                  <a:pt x="54333" y="806"/>
                  <a:pt x="54295" y="798"/>
                  <a:pt x="54261" y="798"/>
                </a:cubicBezTo>
                <a:cubicBezTo>
                  <a:pt x="54227" y="798"/>
                  <a:pt x="54196" y="806"/>
                  <a:pt x="54166" y="821"/>
                </a:cubicBezTo>
                <a:lnTo>
                  <a:pt x="54044" y="821"/>
                </a:lnTo>
                <a:cubicBezTo>
                  <a:pt x="53862" y="821"/>
                  <a:pt x="53710" y="790"/>
                  <a:pt x="53558" y="730"/>
                </a:cubicBezTo>
                <a:lnTo>
                  <a:pt x="53436" y="790"/>
                </a:lnTo>
                <a:lnTo>
                  <a:pt x="53406" y="790"/>
                </a:lnTo>
                <a:cubicBezTo>
                  <a:pt x="53376" y="790"/>
                  <a:pt x="53132" y="973"/>
                  <a:pt x="53011" y="973"/>
                </a:cubicBezTo>
                <a:cubicBezTo>
                  <a:pt x="53004" y="975"/>
                  <a:pt x="52997" y="976"/>
                  <a:pt x="52989" y="976"/>
                </a:cubicBezTo>
                <a:cubicBezTo>
                  <a:pt x="52893" y="976"/>
                  <a:pt x="52735" y="814"/>
                  <a:pt x="52707" y="730"/>
                </a:cubicBezTo>
                <a:cubicBezTo>
                  <a:pt x="52697" y="709"/>
                  <a:pt x="52666" y="699"/>
                  <a:pt x="52621" y="699"/>
                </a:cubicBezTo>
                <a:cubicBezTo>
                  <a:pt x="52531" y="699"/>
                  <a:pt x="52383" y="740"/>
                  <a:pt x="52221" y="821"/>
                </a:cubicBezTo>
                <a:lnTo>
                  <a:pt x="52008" y="790"/>
                </a:lnTo>
                <a:cubicBezTo>
                  <a:pt x="51917" y="760"/>
                  <a:pt x="51825" y="730"/>
                  <a:pt x="51734" y="730"/>
                </a:cubicBezTo>
                <a:cubicBezTo>
                  <a:pt x="51673" y="730"/>
                  <a:pt x="51613" y="851"/>
                  <a:pt x="51552" y="851"/>
                </a:cubicBezTo>
                <a:lnTo>
                  <a:pt x="51369" y="851"/>
                </a:lnTo>
                <a:cubicBezTo>
                  <a:pt x="51319" y="901"/>
                  <a:pt x="51260" y="924"/>
                  <a:pt x="51196" y="924"/>
                </a:cubicBezTo>
                <a:cubicBezTo>
                  <a:pt x="51144" y="924"/>
                  <a:pt x="51090" y="909"/>
                  <a:pt x="51035" y="882"/>
                </a:cubicBezTo>
                <a:cubicBezTo>
                  <a:pt x="50944" y="821"/>
                  <a:pt x="50853" y="760"/>
                  <a:pt x="50731" y="760"/>
                </a:cubicBezTo>
                <a:lnTo>
                  <a:pt x="50458" y="760"/>
                </a:lnTo>
                <a:cubicBezTo>
                  <a:pt x="50366" y="760"/>
                  <a:pt x="50275" y="821"/>
                  <a:pt x="50184" y="851"/>
                </a:cubicBezTo>
                <a:lnTo>
                  <a:pt x="50032" y="942"/>
                </a:lnTo>
                <a:cubicBezTo>
                  <a:pt x="49951" y="861"/>
                  <a:pt x="49870" y="821"/>
                  <a:pt x="49825" y="821"/>
                </a:cubicBezTo>
                <a:cubicBezTo>
                  <a:pt x="49802" y="821"/>
                  <a:pt x="49789" y="831"/>
                  <a:pt x="49789" y="851"/>
                </a:cubicBezTo>
                <a:cubicBezTo>
                  <a:pt x="49785" y="856"/>
                  <a:pt x="49776" y="857"/>
                  <a:pt x="49766" y="857"/>
                </a:cubicBezTo>
                <a:cubicBezTo>
                  <a:pt x="49700" y="857"/>
                  <a:pt x="49533" y="790"/>
                  <a:pt x="49455" y="790"/>
                </a:cubicBezTo>
                <a:lnTo>
                  <a:pt x="49151" y="760"/>
                </a:lnTo>
                <a:lnTo>
                  <a:pt x="49151" y="730"/>
                </a:lnTo>
                <a:lnTo>
                  <a:pt x="49090" y="578"/>
                </a:lnTo>
                <a:cubicBezTo>
                  <a:pt x="48968" y="608"/>
                  <a:pt x="48877" y="669"/>
                  <a:pt x="48816" y="730"/>
                </a:cubicBezTo>
                <a:lnTo>
                  <a:pt x="48786" y="760"/>
                </a:lnTo>
                <a:cubicBezTo>
                  <a:pt x="48695" y="790"/>
                  <a:pt x="48603" y="821"/>
                  <a:pt x="48512" y="851"/>
                </a:cubicBezTo>
                <a:lnTo>
                  <a:pt x="48391" y="790"/>
                </a:lnTo>
                <a:lnTo>
                  <a:pt x="48269" y="760"/>
                </a:lnTo>
                <a:cubicBezTo>
                  <a:pt x="48247" y="766"/>
                  <a:pt x="48225" y="768"/>
                  <a:pt x="48205" y="768"/>
                </a:cubicBezTo>
                <a:cubicBezTo>
                  <a:pt x="48114" y="768"/>
                  <a:pt x="48040" y="719"/>
                  <a:pt x="47965" y="669"/>
                </a:cubicBezTo>
                <a:lnTo>
                  <a:pt x="47965" y="669"/>
                </a:lnTo>
                <a:cubicBezTo>
                  <a:pt x="47965" y="760"/>
                  <a:pt x="47965" y="821"/>
                  <a:pt x="47996" y="882"/>
                </a:cubicBezTo>
                <a:lnTo>
                  <a:pt x="47692" y="882"/>
                </a:lnTo>
                <a:cubicBezTo>
                  <a:pt x="47681" y="851"/>
                  <a:pt x="47661" y="838"/>
                  <a:pt x="47635" y="838"/>
                </a:cubicBezTo>
                <a:cubicBezTo>
                  <a:pt x="47583" y="838"/>
                  <a:pt x="47509" y="892"/>
                  <a:pt x="47448" y="973"/>
                </a:cubicBezTo>
                <a:lnTo>
                  <a:pt x="47266" y="882"/>
                </a:lnTo>
                <a:lnTo>
                  <a:pt x="47114" y="790"/>
                </a:lnTo>
                <a:cubicBezTo>
                  <a:pt x="46962" y="821"/>
                  <a:pt x="46810" y="821"/>
                  <a:pt x="46658" y="821"/>
                </a:cubicBezTo>
                <a:lnTo>
                  <a:pt x="46202" y="821"/>
                </a:lnTo>
                <a:cubicBezTo>
                  <a:pt x="46104" y="845"/>
                  <a:pt x="45966" y="890"/>
                  <a:pt x="45884" y="890"/>
                </a:cubicBezTo>
                <a:cubicBezTo>
                  <a:pt x="45865" y="890"/>
                  <a:pt x="45849" y="887"/>
                  <a:pt x="45837" y="882"/>
                </a:cubicBezTo>
                <a:cubicBezTo>
                  <a:pt x="45781" y="844"/>
                  <a:pt x="45736" y="830"/>
                  <a:pt x="45699" y="830"/>
                </a:cubicBezTo>
                <a:cubicBezTo>
                  <a:pt x="45617" y="830"/>
                  <a:pt x="45575" y="901"/>
                  <a:pt x="45533" y="942"/>
                </a:cubicBezTo>
                <a:lnTo>
                  <a:pt x="45412" y="1034"/>
                </a:lnTo>
                <a:cubicBezTo>
                  <a:pt x="45381" y="1125"/>
                  <a:pt x="45351" y="1216"/>
                  <a:pt x="45290" y="1307"/>
                </a:cubicBezTo>
                <a:cubicBezTo>
                  <a:pt x="45260" y="1307"/>
                  <a:pt x="45199" y="1277"/>
                  <a:pt x="45169" y="1246"/>
                </a:cubicBezTo>
                <a:lnTo>
                  <a:pt x="45169" y="1186"/>
                </a:lnTo>
                <a:lnTo>
                  <a:pt x="45169" y="1155"/>
                </a:lnTo>
                <a:cubicBezTo>
                  <a:pt x="45199" y="1125"/>
                  <a:pt x="44956" y="1003"/>
                  <a:pt x="45017" y="942"/>
                </a:cubicBezTo>
                <a:cubicBezTo>
                  <a:pt x="45038" y="921"/>
                  <a:pt x="45037" y="911"/>
                  <a:pt x="45015" y="911"/>
                </a:cubicBezTo>
                <a:cubicBezTo>
                  <a:pt x="44976" y="911"/>
                  <a:pt x="44870" y="944"/>
                  <a:pt x="44713" y="1003"/>
                </a:cubicBezTo>
                <a:lnTo>
                  <a:pt x="44591" y="973"/>
                </a:lnTo>
                <a:cubicBezTo>
                  <a:pt x="44435" y="928"/>
                  <a:pt x="44280" y="900"/>
                  <a:pt x="44124" y="900"/>
                </a:cubicBezTo>
                <a:cubicBezTo>
                  <a:pt x="44067" y="900"/>
                  <a:pt x="44010" y="904"/>
                  <a:pt x="43953" y="912"/>
                </a:cubicBezTo>
                <a:lnTo>
                  <a:pt x="43679" y="912"/>
                </a:lnTo>
                <a:cubicBezTo>
                  <a:pt x="43406" y="942"/>
                  <a:pt x="43041" y="1003"/>
                  <a:pt x="42889" y="1003"/>
                </a:cubicBezTo>
                <a:lnTo>
                  <a:pt x="42798" y="942"/>
                </a:lnTo>
                <a:cubicBezTo>
                  <a:pt x="42751" y="916"/>
                  <a:pt x="42713" y="905"/>
                  <a:pt x="42682" y="905"/>
                </a:cubicBezTo>
                <a:cubicBezTo>
                  <a:pt x="42567" y="905"/>
                  <a:pt x="42528" y="1040"/>
                  <a:pt x="42433" y="1064"/>
                </a:cubicBezTo>
                <a:cubicBezTo>
                  <a:pt x="42403" y="1064"/>
                  <a:pt x="42372" y="1003"/>
                  <a:pt x="42312" y="1003"/>
                </a:cubicBezTo>
                <a:cubicBezTo>
                  <a:pt x="42181" y="977"/>
                  <a:pt x="41983" y="906"/>
                  <a:pt x="41872" y="906"/>
                </a:cubicBezTo>
                <a:cubicBezTo>
                  <a:pt x="41854" y="906"/>
                  <a:pt x="41838" y="908"/>
                  <a:pt x="41825" y="912"/>
                </a:cubicBezTo>
                <a:cubicBezTo>
                  <a:pt x="41769" y="950"/>
                  <a:pt x="41730" y="964"/>
                  <a:pt x="41700" y="964"/>
                </a:cubicBezTo>
                <a:cubicBezTo>
                  <a:pt x="41634" y="964"/>
                  <a:pt x="41615" y="893"/>
                  <a:pt x="41552" y="851"/>
                </a:cubicBezTo>
                <a:lnTo>
                  <a:pt x="41521" y="851"/>
                </a:lnTo>
                <a:cubicBezTo>
                  <a:pt x="41491" y="851"/>
                  <a:pt x="41400" y="912"/>
                  <a:pt x="41369" y="942"/>
                </a:cubicBezTo>
                <a:cubicBezTo>
                  <a:pt x="41231" y="930"/>
                  <a:pt x="41092" y="922"/>
                  <a:pt x="40956" y="922"/>
                </a:cubicBezTo>
                <a:cubicBezTo>
                  <a:pt x="40763" y="922"/>
                  <a:pt x="40575" y="937"/>
                  <a:pt x="40397" y="973"/>
                </a:cubicBezTo>
                <a:cubicBezTo>
                  <a:pt x="40305" y="1003"/>
                  <a:pt x="40207" y="1018"/>
                  <a:pt x="40108" y="1018"/>
                </a:cubicBezTo>
                <a:cubicBezTo>
                  <a:pt x="40009" y="1018"/>
                  <a:pt x="39910" y="1003"/>
                  <a:pt x="39819" y="973"/>
                </a:cubicBezTo>
                <a:cubicBezTo>
                  <a:pt x="39810" y="964"/>
                  <a:pt x="39791" y="960"/>
                  <a:pt x="39767" y="960"/>
                </a:cubicBezTo>
                <a:cubicBezTo>
                  <a:pt x="39710" y="960"/>
                  <a:pt x="39628" y="982"/>
                  <a:pt x="39606" y="1003"/>
                </a:cubicBezTo>
                <a:cubicBezTo>
                  <a:pt x="39602" y="1007"/>
                  <a:pt x="39594" y="1009"/>
                  <a:pt x="39584" y="1009"/>
                </a:cubicBezTo>
                <a:cubicBezTo>
                  <a:pt x="39519" y="1009"/>
                  <a:pt x="39350" y="938"/>
                  <a:pt x="39272" y="912"/>
                </a:cubicBezTo>
                <a:cubicBezTo>
                  <a:pt x="39257" y="897"/>
                  <a:pt x="39217" y="891"/>
                  <a:pt x="39163" y="891"/>
                </a:cubicBezTo>
                <a:cubicBezTo>
                  <a:pt x="39002" y="891"/>
                  <a:pt x="38717" y="942"/>
                  <a:pt x="38603" y="942"/>
                </a:cubicBezTo>
                <a:lnTo>
                  <a:pt x="38269" y="942"/>
                </a:lnTo>
                <a:cubicBezTo>
                  <a:pt x="38212" y="977"/>
                  <a:pt x="38168" y="994"/>
                  <a:pt x="38135" y="994"/>
                </a:cubicBezTo>
                <a:cubicBezTo>
                  <a:pt x="38080" y="994"/>
                  <a:pt x="38056" y="946"/>
                  <a:pt x="38056" y="851"/>
                </a:cubicBezTo>
                <a:cubicBezTo>
                  <a:pt x="37904" y="882"/>
                  <a:pt x="37783" y="912"/>
                  <a:pt x="37661" y="973"/>
                </a:cubicBezTo>
                <a:lnTo>
                  <a:pt x="37509" y="973"/>
                </a:lnTo>
                <a:cubicBezTo>
                  <a:pt x="37357" y="973"/>
                  <a:pt x="37235" y="1034"/>
                  <a:pt x="37114" y="1125"/>
                </a:cubicBezTo>
                <a:cubicBezTo>
                  <a:pt x="37083" y="1094"/>
                  <a:pt x="37053" y="1064"/>
                  <a:pt x="37053" y="1034"/>
                </a:cubicBezTo>
                <a:cubicBezTo>
                  <a:pt x="37047" y="1028"/>
                  <a:pt x="37038" y="1025"/>
                  <a:pt x="37027" y="1025"/>
                </a:cubicBezTo>
                <a:cubicBezTo>
                  <a:pt x="36980" y="1025"/>
                  <a:pt x="36895" y="1070"/>
                  <a:pt x="36871" y="1094"/>
                </a:cubicBezTo>
                <a:cubicBezTo>
                  <a:pt x="36795" y="1110"/>
                  <a:pt x="36719" y="1117"/>
                  <a:pt x="36647" y="1117"/>
                </a:cubicBezTo>
                <a:cubicBezTo>
                  <a:pt x="36574" y="1117"/>
                  <a:pt x="36506" y="1110"/>
                  <a:pt x="36445" y="1094"/>
                </a:cubicBezTo>
                <a:cubicBezTo>
                  <a:pt x="36263" y="1003"/>
                  <a:pt x="36080" y="912"/>
                  <a:pt x="35898" y="882"/>
                </a:cubicBezTo>
                <a:cubicBezTo>
                  <a:pt x="35807" y="882"/>
                  <a:pt x="35716" y="912"/>
                  <a:pt x="35655" y="942"/>
                </a:cubicBezTo>
                <a:lnTo>
                  <a:pt x="35472" y="1094"/>
                </a:lnTo>
                <a:cubicBezTo>
                  <a:pt x="35442" y="1125"/>
                  <a:pt x="35412" y="1155"/>
                  <a:pt x="35381" y="1155"/>
                </a:cubicBezTo>
                <a:cubicBezTo>
                  <a:pt x="35303" y="1155"/>
                  <a:pt x="35225" y="1088"/>
                  <a:pt x="35147" y="1088"/>
                </a:cubicBezTo>
                <a:cubicBezTo>
                  <a:pt x="35134" y="1088"/>
                  <a:pt x="35121" y="1090"/>
                  <a:pt x="35108" y="1094"/>
                </a:cubicBezTo>
                <a:lnTo>
                  <a:pt x="35017" y="1125"/>
                </a:lnTo>
                <a:lnTo>
                  <a:pt x="34530" y="1125"/>
                </a:lnTo>
                <a:cubicBezTo>
                  <a:pt x="34469" y="1110"/>
                  <a:pt x="34409" y="1102"/>
                  <a:pt x="34348" y="1102"/>
                </a:cubicBezTo>
                <a:cubicBezTo>
                  <a:pt x="34287" y="1102"/>
                  <a:pt x="34226" y="1110"/>
                  <a:pt x="34165" y="1125"/>
                </a:cubicBezTo>
                <a:lnTo>
                  <a:pt x="34044" y="1094"/>
                </a:lnTo>
                <a:lnTo>
                  <a:pt x="33953" y="1064"/>
                </a:lnTo>
                <a:cubicBezTo>
                  <a:pt x="33770" y="1064"/>
                  <a:pt x="33588" y="1094"/>
                  <a:pt x="33406" y="1125"/>
                </a:cubicBezTo>
                <a:lnTo>
                  <a:pt x="33284" y="1125"/>
                </a:lnTo>
                <a:cubicBezTo>
                  <a:pt x="33260" y="1131"/>
                  <a:pt x="33235" y="1133"/>
                  <a:pt x="33211" y="1133"/>
                </a:cubicBezTo>
                <a:cubicBezTo>
                  <a:pt x="33114" y="1133"/>
                  <a:pt x="33017" y="1094"/>
                  <a:pt x="32919" y="1094"/>
                </a:cubicBezTo>
                <a:cubicBezTo>
                  <a:pt x="32798" y="1094"/>
                  <a:pt x="32676" y="1125"/>
                  <a:pt x="32524" y="1125"/>
                </a:cubicBezTo>
                <a:lnTo>
                  <a:pt x="32311" y="1125"/>
                </a:lnTo>
                <a:cubicBezTo>
                  <a:pt x="32197" y="1163"/>
                  <a:pt x="32088" y="1180"/>
                  <a:pt x="31979" y="1180"/>
                </a:cubicBezTo>
                <a:cubicBezTo>
                  <a:pt x="31829" y="1180"/>
                  <a:pt x="31680" y="1147"/>
                  <a:pt x="31521" y="1094"/>
                </a:cubicBezTo>
                <a:cubicBezTo>
                  <a:pt x="31488" y="1078"/>
                  <a:pt x="31458" y="1071"/>
                  <a:pt x="31430" y="1071"/>
                </a:cubicBezTo>
                <a:cubicBezTo>
                  <a:pt x="31355" y="1071"/>
                  <a:pt x="31300" y="1127"/>
                  <a:pt x="31278" y="1216"/>
                </a:cubicBezTo>
                <a:lnTo>
                  <a:pt x="31156" y="1125"/>
                </a:lnTo>
                <a:cubicBezTo>
                  <a:pt x="31105" y="1099"/>
                  <a:pt x="31064" y="1090"/>
                  <a:pt x="31030" y="1090"/>
                </a:cubicBezTo>
                <a:cubicBezTo>
                  <a:pt x="30983" y="1090"/>
                  <a:pt x="30948" y="1107"/>
                  <a:pt x="30913" y="1125"/>
                </a:cubicBezTo>
                <a:cubicBezTo>
                  <a:pt x="30883" y="1155"/>
                  <a:pt x="30860" y="1170"/>
                  <a:pt x="30833" y="1170"/>
                </a:cubicBezTo>
                <a:cubicBezTo>
                  <a:pt x="30807" y="1170"/>
                  <a:pt x="30776" y="1155"/>
                  <a:pt x="30731" y="1125"/>
                </a:cubicBezTo>
                <a:cubicBezTo>
                  <a:pt x="30704" y="1116"/>
                  <a:pt x="30677" y="1112"/>
                  <a:pt x="30651" y="1112"/>
                </a:cubicBezTo>
                <a:cubicBezTo>
                  <a:pt x="30586" y="1112"/>
                  <a:pt x="30522" y="1134"/>
                  <a:pt x="30457" y="1155"/>
                </a:cubicBezTo>
                <a:lnTo>
                  <a:pt x="30214" y="1307"/>
                </a:lnTo>
                <a:cubicBezTo>
                  <a:pt x="30214" y="1189"/>
                  <a:pt x="30141" y="1145"/>
                  <a:pt x="30080" y="1145"/>
                </a:cubicBezTo>
                <a:cubicBezTo>
                  <a:pt x="30062" y="1145"/>
                  <a:pt x="30045" y="1148"/>
                  <a:pt x="30032" y="1155"/>
                </a:cubicBezTo>
                <a:cubicBezTo>
                  <a:pt x="29971" y="1216"/>
                  <a:pt x="29849" y="1216"/>
                  <a:pt x="29758" y="1216"/>
                </a:cubicBezTo>
                <a:lnTo>
                  <a:pt x="29667" y="1216"/>
                </a:lnTo>
                <a:cubicBezTo>
                  <a:pt x="29637" y="1277"/>
                  <a:pt x="29606" y="1338"/>
                  <a:pt x="29606" y="1398"/>
                </a:cubicBezTo>
                <a:lnTo>
                  <a:pt x="29515" y="1368"/>
                </a:lnTo>
                <a:cubicBezTo>
                  <a:pt x="29363" y="1307"/>
                  <a:pt x="29606" y="1246"/>
                  <a:pt x="29545" y="1186"/>
                </a:cubicBezTo>
                <a:lnTo>
                  <a:pt x="29545" y="1155"/>
                </a:lnTo>
                <a:cubicBezTo>
                  <a:pt x="29515" y="1155"/>
                  <a:pt x="29424" y="1186"/>
                  <a:pt x="29363" y="1246"/>
                </a:cubicBezTo>
                <a:lnTo>
                  <a:pt x="29272" y="1277"/>
                </a:lnTo>
                <a:lnTo>
                  <a:pt x="29241" y="1277"/>
                </a:lnTo>
                <a:cubicBezTo>
                  <a:pt x="29211" y="1246"/>
                  <a:pt x="29181" y="1186"/>
                  <a:pt x="29241" y="1155"/>
                </a:cubicBezTo>
                <a:cubicBezTo>
                  <a:pt x="29272" y="1125"/>
                  <a:pt x="29120" y="1125"/>
                  <a:pt x="29059" y="1125"/>
                </a:cubicBezTo>
                <a:cubicBezTo>
                  <a:pt x="28998" y="1125"/>
                  <a:pt x="28816" y="1155"/>
                  <a:pt x="28603" y="1216"/>
                </a:cubicBezTo>
                <a:lnTo>
                  <a:pt x="28299" y="1216"/>
                </a:lnTo>
                <a:cubicBezTo>
                  <a:pt x="28169" y="1216"/>
                  <a:pt x="28016" y="1283"/>
                  <a:pt x="27899" y="1283"/>
                </a:cubicBezTo>
                <a:cubicBezTo>
                  <a:pt x="27879" y="1283"/>
                  <a:pt x="27861" y="1281"/>
                  <a:pt x="27843" y="1277"/>
                </a:cubicBezTo>
                <a:cubicBezTo>
                  <a:pt x="27767" y="1231"/>
                  <a:pt x="27684" y="1208"/>
                  <a:pt x="27600" y="1208"/>
                </a:cubicBezTo>
                <a:cubicBezTo>
                  <a:pt x="27516" y="1208"/>
                  <a:pt x="27433" y="1231"/>
                  <a:pt x="27357" y="1277"/>
                </a:cubicBezTo>
                <a:cubicBezTo>
                  <a:pt x="27281" y="1292"/>
                  <a:pt x="27205" y="1300"/>
                  <a:pt x="27129" y="1300"/>
                </a:cubicBezTo>
                <a:cubicBezTo>
                  <a:pt x="27053" y="1300"/>
                  <a:pt x="26977" y="1292"/>
                  <a:pt x="26901" y="1277"/>
                </a:cubicBezTo>
                <a:lnTo>
                  <a:pt x="26779" y="1186"/>
                </a:lnTo>
                <a:cubicBezTo>
                  <a:pt x="26597" y="1216"/>
                  <a:pt x="26475" y="1246"/>
                  <a:pt x="26323" y="1338"/>
                </a:cubicBezTo>
                <a:lnTo>
                  <a:pt x="26232" y="1338"/>
                </a:lnTo>
                <a:lnTo>
                  <a:pt x="26111" y="1368"/>
                </a:lnTo>
                <a:cubicBezTo>
                  <a:pt x="26070" y="1360"/>
                  <a:pt x="26027" y="1356"/>
                  <a:pt x="25983" y="1356"/>
                </a:cubicBezTo>
                <a:cubicBezTo>
                  <a:pt x="25863" y="1356"/>
                  <a:pt x="25736" y="1384"/>
                  <a:pt x="25624" y="1429"/>
                </a:cubicBezTo>
                <a:lnTo>
                  <a:pt x="25412" y="1368"/>
                </a:lnTo>
                <a:cubicBezTo>
                  <a:pt x="25323" y="1361"/>
                  <a:pt x="25234" y="1357"/>
                  <a:pt x="25145" y="1357"/>
                </a:cubicBezTo>
                <a:cubicBezTo>
                  <a:pt x="24840" y="1357"/>
                  <a:pt x="24539" y="1402"/>
                  <a:pt x="24256" y="1520"/>
                </a:cubicBezTo>
                <a:lnTo>
                  <a:pt x="23649" y="1520"/>
                </a:lnTo>
                <a:lnTo>
                  <a:pt x="23527" y="1368"/>
                </a:lnTo>
                <a:cubicBezTo>
                  <a:pt x="23466" y="1368"/>
                  <a:pt x="23436" y="1368"/>
                  <a:pt x="23375" y="1398"/>
                </a:cubicBezTo>
                <a:lnTo>
                  <a:pt x="23284" y="1459"/>
                </a:lnTo>
                <a:cubicBezTo>
                  <a:pt x="23257" y="1464"/>
                  <a:pt x="23226" y="1465"/>
                  <a:pt x="23193" y="1465"/>
                </a:cubicBezTo>
                <a:cubicBezTo>
                  <a:pt x="23034" y="1465"/>
                  <a:pt x="22819" y="1422"/>
                  <a:pt x="22721" y="1422"/>
                </a:cubicBezTo>
                <a:cubicBezTo>
                  <a:pt x="22700" y="1422"/>
                  <a:pt x="22685" y="1424"/>
                  <a:pt x="22676" y="1429"/>
                </a:cubicBezTo>
                <a:cubicBezTo>
                  <a:pt x="22554" y="1520"/>
                  <a:pt x="22433" y="1550"/>
                  <a:pt x="22281" y="1550"/>
                </a:cubicBezTo>
                <a:cubicBezTo>
                  <a:pt x="22220" y="1550"/>
                  <a:pt x="22159" y="1550"/>
                  <a:pt x="22098" y="1581"/>
                </a:cubicBezTo>
                <a:cubicBezTo>
                  <a:pt x="22038" y="1611"/>
                  <a:pt x="22007" y="1672"/>
                  <a:pt x="21946" y="1702"/>
                </a:cubicBezTo>
                <a:lnTo>
                  <a:pt x="21855" y="1672"/>
                </a:lnTo>
                <a:cubicBezTo>
                  <a:pt x="21794" y="1642"/>
                  <a:pt x="21673" y="1611"/>
                  <a:pt x="21642" y="1611"/>
                </a:cubicBezTo>
                <a:lnTo>
                  <a:pt x="21490" y="1763"/>
                </a:lnTo>
                <a:cubicBezTo>
                  <a:pt x="21444" y="1740"/>
                  <a:pt x="21401" y="1730"/>
                  <a:pt x="21364" y="1730"/>
                </a:cubicBezTo>
                <a:cubicBezTo>
                  <a:pt x="21256" y="1730"/>
                  <a:pt x="21194" y="1809"/>
                  <a:pt x="21217" y="1854"/>
                </a:cubicBezTo>
                <a:cubicBezTo>
                  <a:pt x="21217" y="1915"/>
                  <a:pt x="21338" y="2037"/>
                  <a:pt x="21490" y="2128"/>
                </a:cubicBezTo>
                <a:lnTo>
                  <a:pt x="21399" y="2249"/>
                </a:lnTo>
                <a:lnTo>
                  <a:pt x="21278" y="2371"/>
                </a:lnTo>
                <a:cubicBezTo>
                  <a:pt x="21187" y="2310"/>
                  <a:pt x="21065" y="2249"/>
                  <a:pt x="20943" y="2189"/>
                </a:cubicBezTo>
                <a:lnTo>
                  <a:pt x="20883" y="2189"/>
                </a:lnTo>
                <a:cubicBezTo>
                  <a:pt x="20700" y="2219"/>
                  <a:pt x="20518" y="2249"/>
                  <a:pt x="20335" y="2249"/>
                </a:cubicBezTo>
                <a:cubicBezTo>
                  <a:pt x="20183" y="2249"/>
                  <a:pt x="20183" y="2037"/>
                  <a:pt x="20214" y="1976"/>
                </a:cubicBezTo>
                <a:cubicBezTo>
                  <a:pt x="20275" y="1915"/>
                  <a:pt x="20275" y="1854"/>
                  <a:pt x="20275" y="1854"/>
                </a:cubicBezTo>
                <a:lnTo>
                  <a:pt x="20275" y="1854"/>
                </a:lnTo>
                <a:cubicBezTo>
                  <a:pt x="20163" y="1877"/>
                  <a:pt x="20067" y="1948"/>
                  <a:pt x="19989" y="1948"/>
                </a:cubicBezTo>
                <a:cubicBezTo>
                  <a:pt x="19960" y="1948"/>
                  <a:pt x="19934" y="1939"/>
                  <a:pt x="19910" y="1915"/>
                </a:cubicBezTo>
                <a:cubicBezTo>
                  <a:pt x="19819" y="1854"/>
                  <a:pt x="19576" y="1915"/>
                  <a:pt x="19576" y="1733"/>
                </a:cubicBezTo>
                <a:cubicBezTo>
                  <a:pt x="19576" y="1702"/>
                  <a:pt x="19515" y="1702"/>
                  <a:pt x="19515" y="1702"/>
                </a:cubicBezTo>
                <a:cubicBezTo>
                  <a:pt x="19416" y="1764"/>
                  <a:pt x="19307" y="1781"/>
                  <a:pt x="19195" y="1781"/>
                </a:cubicBezTo>
                <a:cubicBezTo>
                  <a:pt x="19063" y="1781"/>
                  <a:pt x="18926" y="1758"/>
                  <a:pt x="18794" y="1758"/>
                </a:cubicBezTo>
                <a:cubicBezTo>
                  <a:pt x="18760" y="1758"/>
                  <a:pt x="18727" y="1759"/>
                  <a:pt x="18694" y="1763"/>
                </a:cubicBezTo>
                <a:cubicBezTo>
                  <a:pt x="18481" y="1794"/>
                  <a:pt x="18299" y="1824"/>
                  <a:pt x="18117" y="1854"/>
                </a:cubicBezTo>
                <a:lnTo>
                  <a:pt x="18025" y="1885"/>
                </a:lnTo>
                <a:cubicBezTo>
                  <a:pt x="17965" y="1930"/>
                  <a:pt x="17896" y="1953"/>
                  <a:pt x="17828" y="1953"/>
                </a:cubicBezTo>
                <a:cubicBezTo>
                  <a:pt x="17759" y="1953"/>
                  <a:pt x="17691" y="1930"/>
                  <a:pt x="17630" y="1885"/>
                </a:cubicBezTo>
                <a:cubicBezTo>
                  <a:pt x="17628" y="1882"/>
                  <a:pt x="17625" y="1881"/>
                  <a:pt x="17621" y="1881"/>
                </a:cubicBezTo>
                <a:cubicBezTo>
                  <a:pt x="17573" y="1881"/>
                  <a:pt x="17415" y="2044"/>
                  <a:pt x="17387" y="2128"/>
                </a:cubicBezTo>
                <a:cubicBezTo>
                  <a:pt x="17378" y="2156"/>
                  <a:pt x="17369" y="2166"/>
                  <a:pt x="17359" y="2166"/>
                </a:cubicBezTo>
                <a:cubicBezTo>
                  <a:pt x="17338" y="2166"/>
                  <a:pt x="17317" y="2109"/>
                  <a:pt x="17296" y="2067"/>
                </a:cubicBezTo>
                <a:cubicBezTo>
                  <a:pt x="17296" y="2031"/>
                  <a:pt x="17277" y="2019"/>
                  <a:pt x="17251" y="2019"/>
                </a:cubicBezTo>
                <a:cubicBezTo>
                  <a:pt x="17210" y="2019"/>
                  <a:pt x="17150" y="2049"/>
                  <a:pt x="17113" y="2067"/>
                </a:cubicBezTo>
                <a:cubicBezTo>
                  <a:pt x="17109" y="2071"/>
                  <a:pt x="17105" y="2073"/>
                  <a:pt x="17100" y="2073"/>
                </a:cubicBezTo>
                <a:cubicBezTo>
                  <a:pt x="17067" y="2073"/>
                  <a:pt x="17014" y="1994"/>
                  <a:pt x="16962" y="1915"/>
                </a:cubicBezTo>
                <a:lnTo>
                  <a:pt x="16779" y="1946"/>
                </a:lnTo>
                <a:cubicBezTo>
                  <a:pt x="16675" y="1972"/>
                  <a:pt x="16570" y="2043"/>
                  <a:pt x="16504" y="2043"/>
                </a:cubicBezTo>
                <a:cubicBezTo>
                  <a:pt x="16493" y="2043"/>
                  <a:pt x="16484" y="2041"/>
                  <a:pt x="16475" y="2037"/>
                </a:cubicBezTo>
                <a:cubicBezTo>
                  <a:pt x="16427" y="2001"/>
                  <a:pt x="16384" y="1989"/>
                  <a:pt x="16346" y="1989"/>
                </a:cubicBezTo>
                <a:cubicBezTo>
                  <a:pt x="16287" y="1989"/>
                  <a:pt x="16239" y="2018"/>
                  <a:pt x="16202" y="2037"/>
                </a:cubicBezTo>
                <a:cubicBezTo>
                  <a:pt x="16126" y="2052"/>
                  <a:pt x="16050" y="2059"/>
                  <a:pt x="15974" y="2059"/>
                </a:cubicBezTo>
                <a:cubicBezTo>
                  <a:pt x="15898" y="2059"/>
                  <a:pt x="15822" y="2052"/>
                  <a:pt x="15746" y="2037"/>
                </a:cubicBezTo>
                <a:cubicBezTo>
                  <a:pt x="15719" y="2028"/>
                  <a:pt x="15684" y="2024"/>
                  <a:pt x="15649" y="2024"/>
                </a:cubicBezTo>
                <a:cubicBezTo>
                  <a:pt x="15563" y="2024"/>
                  <a:pt x="15472" y="2046"/>
                  <a:pt x="15472" y="2067"/>
                </a:cubicBezTo>
                <a:cubicBezTo>
                  <a:pt x="15445" y="2161"/>
                  <a:pt x="15394" y="2190"/>
                  <a:pt x="15338" y="2190"/>
                </a:cubicBezTo>
                <a:cubicBezTo>
                  <a:pt x="15268" y="2190"/>
                  <a:pt x="15189" y="2145"/>
                  <a:pt x="15138" y="2128"/>
                </a:cubicBezTo>
                <a:cubicBezTo>
                  <a:pt x="15097" y="2101"/>
                  <a:pt x="15062" y="2086"/>
                  <a:pt x="15033" y="2086"/>
                </a:cubicBezTo>
                <a:cubicBezTo>
                  <a:pt x="14998" y="2086"/>
                  <a:pt x="14972" y="2108"/>
                  <a:pt x="14955" y="2158"/>
                </a:cubicBezTo>
                <a:cubicBezTo>
                  <a:pt x="14925" y="2234"/>
                  <a:pt x="14895" y="2265"/>
                  <a:pt x="14857" y="2265"/>
                </a:cubicBezTo>
                <a:cubicBezTo>
                  <a:pt x="14819" y="2265"/>
                  <a:pt x="14773" y="2234"/>
                  <a:pt x="14712" y="2189"/>
                </a:cubicBezTo>
                <a:cubicBezTo>
                  <a:pt x="14690" y="2166"/>
                  <a:pt x="14667" y="2095"/>
                  <a:pt x="14609" y="2095"/>
                </a:cubicBezTo>
                <a:cubicBezTo>
                  <a:pt x="14588" y="2095"/>
                  <a:pt x="14562" y="2104"/>
                  <a:pt x="14530" y="2128"/>
                </a:cubicBezTo>
                <a:lnTo>
                  <a:pt x="14469" y="2189"/>
                </a:lnTo>
                <a:cubicBezTo>
                  <a:pt x="14378" y="2249"/>
                  <a:pt x="14226" y="2493"/>
                  <a:pt x="14135" y="2493"/>
                </a:cubicBezTo>
                <a:cubicBezTo>
                  <a:pt x="14013" y="2462"/>
                  <a:pt x="13952" y="2401"/>
                  <a:pt x="13892" y="2310"/>
                </a:cubicBezTo>
                <a:cubicBezTo>
                  <a:pt x="13892" y="2295"/>
                  <a:pt x="13831" y="2287"/>
                  <a:pt x="13732" y="2287"/>
                </a:cubicBezTo>
                <a:cubicBezTo>
                  <a:pt x="13633" y="2287"/>
                  <a:pt x="13496" y="2295"/>
                  <a:pt x="13344" y="2310"/>
                </a:cubicBezTo>
                <a:lnTo>
                  <a:pt x="13101" y="2371"/>
                </a:lnTo>
                <a:lnTo>
                  <a:pt x="13040" y="2371"/>
                </a:lnTo>
                <a:cubicBezTo>
                  <a:pt x="13010" y="2401"/>
                  <a:pt x="12949" y="2493"/>
                  <a:pt x="12888" y="2553"/>
                </a:cubicBezTo>
                <a:lnTo>
                  <a:pt x="12797" y="2462"/>
                </a:lnTo>
                <a:cubicBezTo>
                  <a:pt x="12737" y="2401"/>
                  <a:pt x="12676" y="2379"/>
                  <a:pt x="12607" y="2379"/>
                </a:cubicBezTo>
                <a:cubicBezTo>
                  <a:pt x="12539" y="2379"/>
                  <a:pt x="12463" y="2401"/>
                  <a:pt x="12372" y="2432"/>
                </a:cubicBezTo>
                <a:cubicBezTo>
                  <a:pt x="12159" y="2462"/>
                  <a:pt x="11916" y="2493"/>
                  <a:pt x="11673" y="2523"/>
                </a:cubicBezTo>
                <a:lnTo>
                  <a:pt x="11581" y="2523"/>
                </a:lnTo>
                <a:cubicBezTo>
                  <a:pt x="11551" y="2569"/>
                  <a:pt x="11483" y="2584"/>
                  <a:pt x="11414" y="2584"/>
                </a:cubicBezTo>
                <a:cubicBezTo>
                  <a:pt x="11346" y="2584"/>
                  <a:pt x="11278" y="2569"/>
                  <a:pt x="11247" y="2553"/>
                </a:cubicBezTo>
                <a:cubicBezTo>
                  <a:pt x="11243" y="2545"/>
                  <a:pt x="11238" y="2541"/>
                  <a:pt x="11231" y="2541"/>
                </a:cubicBezTo>
                <a:cubicBezTo>
                  <a:pt x="11193" y="2541"/>
                  <a:pt x="11126" y="2688"/>
                  <a:pt x="11126" y="2766"/>
                </a:cubicBezTo>
                <a:cubicBezTo>
                  <a:pt x="11156" y="2857"/>
                  <a:pt x="11156" y="2979"/>
                  <a:pt x="11156" y="3101"/>
                </a:cubicBezTo>
                <a:cubicBezTo>
                  <a:pt x="11147" y="3119"/>
                  <a:pt x="11131" y="3127"/>
                  <a:pt x="11115" y="3127"/>
                </a:cubicBezTo>
                <a:cubicBezTo>
                  <a:pt x="11078" y="3127"/>
                  <a:pt x="11034" y="3091"/>
                  <a:pt x="11034" y="3070"/>
                </a:cubicBezTo>
                <a:cubicBezTo>
                  <a:pt x="11029" y="3065"/>
                  <a:pt x="11018" y="3062"/>
                  <a:pt x="11004" y="3062"/>
                </a:cubicBezTo>
                <a:cubicBezTo>
                  <a:pt x="10941" y="3062"/>
                  <a:pt x="10810" y="3112"/>
                  <a:pt x="10761" y="3161"/>
                </a:cubicBezTo>
                <a:cubicBezTo>
                  <a:pt x="10754" y="3164"/>
                  <a:pt x="10747" y="3165"/>
                  <a:pt x="10741" y="3165"/>
                </a:cubicBezTo>
                <a:cubicBezTo>
                  <a:pt x="10661" y="3165"/>
                  <a:pt x="10609" y="3005"/>
                  <a:pt x="10609" y="2949"/>
                </a:cubicBezTo>
                <a:cubicBezTo>
                  <a:pt x="10609" y="2888"/>
                  <a:pt x="10578" y="2827"/>
                  <a:pt x="10548" y="2827"/>
                </a:cubicBezTo>
                <a:cubicBezTo>
                  <a:pt x="10457" y="2797"/>
                  <a:pt x="10335" y="2766"/>
                  <a:pt x="10244" y="2766"/>
                </a:cubicBezTo>
                <a:lnTo>
                  <a:pt x="10122" y="2766"/>
                </a:lnTo>
                <a:cubicBezTo>
                  <a:pt x="10031" y="2766"/>
                  <a:pt x="9940" y="2797"/>
                  <a:pt x="9849" y="2827"/>
                </a:cubicBezTo>
                <a:cubicBezTo>
                  <a:pt x="9849" y="2857"/>
                  <a:pt x="9697" y="3131"/>
                  <a:pt x="9545" y="3131"/>
                </a:cubicBezTo>
                <a:cubicBezTo>
                  <a:pt x="9423" y="3131"/>
                  <a:pt x="9454" y="3009"/>
                  <a:pt x="9515" y="2979"/>
                </a:cubicBezTo>
                <a:cubicBezTo>
                  <a:pt x="9558" y="2957"/>
                  <a:pt x="9509" y="2936"/>
                  <a:pt x="9413" y="2936"/>
                </a:cubicBezTo>
                <a:cubicBezTo>
                  <a:pt x="9373" y="2936"/>
                  <a:pt x="9325" y="2940"/>
                  <a:pt x="9271" y="2949"/>
                </a:cubicBezTo>
                <a:lnTo>
                  <a:pt x="9089" y="2888"/>
                </a:lnTo>
                <a:lnTo>
                  <a:pt x="8907" y="2827"/>
                </a:lnTo>
                <a:cubicBezTo>
                  <a:pt x="8755" y="2949"/>
                  <a:pt x="8572" y="3009"/>
                  <a:pt x="8390" y="3009"/>
                </a:cubicBezTo>
                <a:lnTo>
                  <a:pt x="8299" y="2979"/>
                </a:lnTo>
                <a:lnTo>
                  <a:pt x="8238" y="2979"/>
                </a:lnTo>
                <a:cubicBezTo>
                  <a:pt x="8208" y="2979"/>
                  <a:pt x="8177" y="3009"/>
                  <a:pt x="8177" y="3070"/>
                </a:cubicBezTo>
                <a:cubicBezTo>
                  <a:pt x="8268" y="3101"/>
                  <a:pt x="8329" y="3161"/>
                  <a:pt x="8420" y="3192"/>
                </a:cubicBezTo>
                <a:lnTo>
                  <a:pt x="8512" y="3222"/>
                </a:lnTo>
                <a:cubicBezTo>
                  <a:pt x="8529" y="3213"/>
                  <a:pt x="8547" y="3210"/>
                  <a:pt x="8565" y="3210"/>
                </a:cubicBezTo>
                <a:cubicBezTo>
                  <a:pt x="8608" y="3210"/>
                  <a:pt x="8651" y="3231"/>
                  <a:pt x="8694" y="3253"/>
                </a:cubicBezTo>
                <a:cubicBezTo>
                  <a:pt x="8572" y="3313"/>
                  <a:pt x="8451" y="3374"/>
                  <a:pt x="8299" y="3404"/>
                </a:cubicBezTo>
                <a:cubicBezTo>
                  <a:pt x="8208" y="3465"/>
                  <a:pt x="8177" y="3526"/>
                  <a:pt x="8177" y="3556"/>
                </a:cubicBezTo>
                <a:cubicBezTo>
                  <a:pt x="8268" y="3617"/>
                  <a:pt x="8360" y="3678"/>
                  <a:pt x="8451" y="3708"/>
                </a:cubicBezTo>
                <a:cubicBezTo>
                  <a:pt x="8484" y="3731"/>
                  <a:pt x="8517" y="3749"/>
                  <a:pt x="8549" y="3766"/>
                </a:cubicBezTo>
                <a:lnTo>
                  <a:pt x="8549" y="3766"/>
                </a:lnTo>
                <a:cubicBezTo>
                  <a:pt x="8491" y="3788"/>
                  <a:pt x="8425" y="3800"/>
                  <a:pt x="8360" y="3800"/>
                </a:cubicBezTo>
                <a:lnTo>
                  <a:pt x="8360" y="3860"/>
                </a:lnTo>
                <a:lnTo>
                  <a:pt x="8360" y="3921"/>
                </a:lnTo>
                <a:cubicBezTo>
                  <a:pt x="8390" y="3952"/>
                  <a:pt x="8238" y="4012"/>
                  <a:pt x="8177" y="4012"/>
                </a:cubicBezTo>
                <a:cubicBezTo>
                  <a:pt x="8116" y="4012"/>
                  <a:pt x="8056" y="3982"/>
                  <a:pt x="8056" y="3982"/>
                </a:cubicBezTo>
                <a:lnTo>
                  <a:pt x="8177" y="3708"/>
                </a:lnTo>
                <a:cubicBezTo>
                  <a:pt x="8208" y="3648"/>
                  <a:pt x="8147" y="3587"/>
                  <a:pt x="8025" y="3556"/>
                </a:cubicBezTo>
                <a:lnTo>
                  <a:pt x="8025" y="3678"/>
                </a:lnTo>
                <a:cubicBezTo>
                  <a:pt x="8025" y="3708"/>
                  <a:pt x="8056" y="3769"/>
                  <a:pt x="8025" y="3800"/>
                </a:cubicBezTo>
                <a:lnTo>
                  <a:pt x="7995" y="3830"/>
                </a:lnTo>
                <a:cubicBezTo>
                  <a:pt x="7904" y="3830"/>
                  <a:pt x="7873" y="3830"/>
                  <a:pt x="7873" y="3800"/>
                </a:cubicBezTo>
                <a:lnTo>
                  <a:pt x="7873" y="3739"/>
                </a:lnTo>
                <a:cubicBezTo>
                  <a:pt x="7843" y="3678"/>
                  <a:pt x="7782" y="3617"/>
                  <a:pt x="7721" y="3556"/>
                </a:cubicBezTo>
                <a:lnTo>
                  <a:pt x="7630" y="3496"/>
                </a:lnTo>
                <a:lnTo>
                  <a:pt x="7569" y="3465"/>
                </a:lnTo>
                <a:cubicBezTo>
                  <a:pt x="7563" y="3463"/>
                  <a:pt x="7558" y="3462"/>
                  <a:pt x="7553" y="3462"/>
                </a:cubicBezTo>
                <a:cubicBezTo>
                  <a:pt x="7482" y="3462"/>
                  <a:pt x="7510" y="3652"/>
                  <a:pt x="7539" y="3708"/>
                </a:cubicBezTo>
                <a:cubicBezTo>
                  <a:pt x="7600" y="3769"/>
                  <a:pt x="7478" y="3860"/>
                  <a:pt x="7417" y="3891"/>
                </a:cubicBezTo>
                <a:cubicBezTo>
                  <a:pt x="7356" y="3921"/>
                  <a:pt x="7630" y="3952"/>
                  <a:pt x="7691" y="3952"/>
                </a:cubicBezTo>
                <a:cubicBezTo>
                  <a:pt x="7782" y="3952"/>
                  <a:pt x="7782" y="4012"/>
                  <a:pt x="7752" y="4043"/>
                </a:cubicBezTo>
                <a:lnTo>
                  <a:pt x="7691" y="4073"/>
                </a:lnTo>
                <a:lnTo>
                  <a:pt x="7478" y="4225"/>
                </a:lnTo>
                <a:cubicBezTo>
                  <a:pt x="7355" y="4151"/>
                  <a:pt x="7151" y="4057"/>
                  <a:pt x="7062" y="4057"/>
                </a:cubicBezTo>
                <a:cubicBezTo>
                  <a:pt x="7042" y="4057"/>
                  <a:pt x="7028" y="4062"/>
                  <a:pt x="7022" y="4073"/>
                </a:cubicBezTo>
                <a:cubicBezTo>
                  <a:pt x="6931" y="4164"/>
                  <a:pt x="6840" y="4225"/>
                  <a:pt x="6718" y="4286"/>
                </a:cubicBezTo>
                <a:lnTo>
                  <a:pt x="6657" y="4256"/>
                </a:lnTo>
                <a:lnTo>
                  <a:pt x="6414" y="4164"/>
                </a:lnTo>
                <a:lnTo>
                  <a:pt x="6414" y="4164"/>
                </a:lnTo>
                <a:cubicBezTo>
                  <a:pt x="6262" y="4316"/>
                  <a:pt x="6293" y="4438"/>
                  <a:pt x="6445" y="4438"/>
                </a:cubicBezTo>
                <a:lnTo>
                  <a:pt x="6566" y="4468"/>
                </a:lnTo>
                <a:lnTo>
                  <a:pt x="6657" y="4529"/>
                </a:lnTo>
                <a:cubicBezTo>
                  <a:pt x="6742" y="4571"/>
                  <a:pt x="6833" y="4594"/>
                  <a:pt x="6925" y="4594"/>
                </a:cubicBezTo>
                <a:cubicBezTo>
                  <a:pt x="7031" y="4594"/>
                  <a:pt x="7137" y="4564"/>
                  <a:pt x="7235" y="4499"/>
                </a:cubicBezTo>
                <a:lnTo>
                  <a:pt x="7417" y="4468"/>
                </a:lnTo>
                <a:lnTo>
                  <a:pt x="7630" y="4408"/>
                </a:lnTo>
                <a:cubicBezTo>
                  <a:pt x="7727" y="4577"/>
                  <a:pt x="7862" y="4669"/>
                  <a:pt x="7944" y="4669"/>
                </a:cubicBezTo>
                <a:cubicBezTo>
                  <a:pt x="7965" y="4669"/>
                  <a:pt x="7982" y="4663"/>
                  <a:pt x="7995" y="4651"/>
                </a:cubicBezTo>
                <a:lnTo>
                  <a:pt x="8056" y="4620"/>
                </a:lnTo>
                <a:cubicBezTo>
                  <a:pt x="8071" y="4605"/>
                  <a:pt x="8094" y="4598"/>
                  <a:pt x="8113" y="4598"/>
                </a:cubicBezTo>
                <a:cubicBezTo>
                  <a:pt x="8132" y="4598"/>
                  <a:pt x="8147" y="4605"/>
                  <a:pt x="8147" y="4620"/>
                </a:cubicBezTo>
                <a:cubicBezTo>
                  <a:pt x="8177" y="4651"/>
                  <a:pt x="8208" y="4681"/>
                  <a:pt x="8208" y="4712"/>
                </a:cubicBezTo>
                <a:cubicBezTo>
                  <a:pt x="8177" y="4803"/>
                  <a:pt x="8147" y="4863"/>
                  <a:pt x="8116" y="4955"/>
                </a:cubicBezTo>
                <a:lnTo>
                  <a:pt x="8360" y="4955"/>
                </a:lnTo>
                <a:cubicBezTo>
                  <a:pt x="8420" y="4955"/>
                  <a:pt x="8481" y="4955"/>
                  <a:pt x="8542" y="4985"/>
                </a:cubicBezTo>
                <a:lnTo>
                  <a:pt x="8633" y="5046"/>
                </a:lnTo>
                <a:cubicBezTo>
                  <a:pt x="8755" y="4955"/>
                  <a:pt x="8876" y="4894"/>
                  <a:pt x="9028" y="4863"/>
                </a:cubicBezTo>
                <a:lnTo>
                  <a:pt x="9150" y="4833"/>
                </a:lnTo>
                <a:lnTo>
                  <a:pt x="9180" y="4833"/>
                </a:lnTo>
                <a:cubicBezTo>
                  <a:pt x="9241" y="4833"/>
                  <a:pt x="9241" y="4772"/>
                  <a:pt x="9241" y="4742"/>
                </a:cubicBezTo>
                <a:lnTo>
                  <a:pt x="9211" y="4712"/>
                </a:lnTo>
                <a:lnTo>
                  <a:pt x="9180" y="4681"/>
                </a:lnTo>
                <a:cubicBezTo>
                  <a:pt x="9089" y="4681"/>
                  <a:pt x="9150" y="4620"/>
                  <a:pt x="9211" y="4590"/>
                </a:cubicBezTo>
                <a:cubicBezTo>
                  <a:pt x="9241" y="4590"/>
                  <a:pt x="9150" y="4529"/>
                  <a:pt x="9119" y="4529"/>
                </a:cubicBezTo>
                <a:cubicBezTo>
                  <a:pt x="9059" y="4499"/>
                  <a:pt x="9119" y="4438"/>
                  <a:pt x="9211" y="4377"/>
                </a:cubicBezTo>
                <a:lnTo>
                  <a:pt x="9271" y="4377"/>
                </a:lnTo>
                <a:cubicBezTo>
                  <a:pt x="9363" y="4408"/>
                  <a:pt x="9423" y="4468"/>
                  <a:pt x="9454" y="4529"/>
                </a:cubicBezTo>
                <a:lnTo>
                  <a:pt x="9515" y="4651"/>
                </a:lnTo>
                <a:cubicBezTo>
                  <a:pt x="9553" y="4766"/>
                  <a:pt x="9616" y="4809"/>
                  <a:pt x="9672" y="4809"/>
                </a:cubicBezTo>
                <a:cubicBezTo>
                  <a:pt x="9705" y="4809"/>
                  <a:pt x="9735" y="4795"/>
                  <a:pt x="9758" y="4772"/>
                </a:cubicBezTo>
                <a:cubicBezTo>
                  <a:pt x="9764" y="4759"/>
                  <a:pt x="9772" y="4753"/>
                  <a:pt x="9780" y="4753"/>
                </a:cubicBezTo>
                <a:cubicBezTo>
                  <a:pt x="9811" y="4753"/>
                  <a:pt x="9849" y="4835"/>
                  <a:pt x="9849" y="4955"/>
                </a:cubicBezTo>
                <a:lnTo>
                  <a:pt x="9697" y="5046"/>
                </a:lnTo>
                <a:cubicBezTo>
                  <a:pt x="9545" y="5107"/>
                  <a:pt x="9332" y="5137"/>
                  <a:pt x="9241" y="5319"/>
                </a:cubicBezTo>
                <a:cubicBezTo>
                  <a:pt x="9220" y="5341"/>
                  <a:pt x="9183" y="5362"/>
                  <a:pt x="9152" y="5362"/>
                </a:cubicBezTo>
                <a:cubicBezTo>
                  <a:pt x="9140" y="5362"/>
                  <a:pt x="9128" y="5359"/>
                  <a:pt x="9119" y="5350"/>
                </a:cubicBezTo>
                <a:cubicBezTo>
                  <a:pt x="9028" y="5319"/>
                  <a:pt x="8876" y="5259"/>
                  <a:pt x="8846" y="5198"/>
                </a:cubicBezTo>
                <a:cubicBezTo>
                  <a:pt x="8826" y="5117"/>
                  <a:pt x="8778" y="5103"/>
                  <a:pt x="8722" y="5103"/>
                </a:cubicBezTo>
                <a:cubicBezTo>
                  <a:pt x="8694" y="5103"/>
                  <a:pt x="8663" y="5107"/>
                  <a:pt x="8633" y="5107"/>
                </a:cubicBezTo>
                <a:cubicBezTo>
                  <a:pt x="8512" y="5137"/>
                  <a:pt x="8360" y="5198"/>
                  <a:pt x="8238" y="5228"/>
                </a:cubicBezTo>
                <a:cubicBezTo>
                  <a:pt x="8178" y="5264"/>
                  <a:pt x="8137" y="5281"/>
                  <a:pt x="8107" y="5281"/>
                </a:cubicBezTo>
                <a:cubicBezTo>
                  <a:pt x="8062" y="5281"/>
                  <a:pt x="8044" y="5241"/>
                  <a:pt x="8025" y="5167"/>
                </a:cubicBezTo>
                <a:lnTo>
                  <a:pt x="8025" y="5076"/>
                </a:lnTo>
                <a:cubicBezTo>
                  <a:pt x="7904" y="5137"/>
                  <a:pt x="7660" y="5441"/>
                  <a:pt x="7569" y="5502"/>
                </a:cubicBezTo>
                <a:cubicBezTo>
                  <a:pt x="7537" y="5523"/>
                  <a:pt x="7501" y="5533"/>
                  <a:pt x="7466" y="5533"/>
                </a:cubicBezTo>
                <a:cubicBezTo>
                  <a:pt x="7403" y="5533"/>
                  <a:pt x="7346" y="5500"/>
                  <a:pt x="7326" y="5441"/>
                </a:cubicBezTo>
                <a:cubicBezTo>
                  <a:pt x="7311" y="5411"/>
                  <a:pt x="7288" y="5395"/>
                  <a:pt x="7261" y="5395"/>
                </a:cubicBezTo>
                <a:cubicBezTo>
                  <a:pt x="7235" y="5395"/>
                  <a:pt x="7204" y="5411"/>
                  <a:pt x="7174" y="5441"/>
                </a:cubicBezTo>
                <a:lnTo>
                  <a:pt x="7113" y="5502"/>
                </a:lnTo>
                <a:cubicBezTo>
                  <a:pt x="7053" y="5532"/>
                  <a:pt x="6992" y="5623"/>
                  <a:pt x="6992" y="5654"/>
                </a:cubicBezTo>
                <a:lnTo>
                  <a:pt x="7053" y="5715"/>
                </a:lnTo>
                <a:cubicBezTo>
                  <a:pt x="7083" y="5806"/>
                  <a:pt x="7144" y="5867"/>
                  <a:pt x="7174" y="5867"/>
                </a:cubicBezTo>
                <a:lnTo>
                  <a:pt x="7174" y="5927"/>
                </a:lnTo>
                <a:cubicBezTo>
                  <a:pt x="7193" y="5965"/>
                  <a:pt x="7235" y="5991"/>
                  <a:pt x="7286" y="5991"/>
                </a:cubicBezTo>
                <a:cubicBezTo>
                  <a:pt x="7317" y="5991"/>
                  <a:pt x="7352" y="5981"/>
                  <a:pt x="7387" y="5958"/>
                </a:cubicBezTo>
                <a:lnTo>
                  <a:pt x="7387" y="6079"/>
                </a:lnTo>
                <a:lnTo>
                  <a:pt x="7387" y="6231"/>
                </a:lnTo>
                <a:cubicBezTo>
                  <a:pt x="7539" y="6353"/>
                  <a:pt x="7569" y="6474"/>
                  <a:pt x="7448" y="6474"/>
                </a:cubicBezTo>
                <a:lnTo>
                  <a:pt x="7356" y="6444"/>
                </a:lnTo>
                <a:cubicBezTo>
                  <a:pt x="7306" y="6411"/>
                  <a:pt x="7266" y="6387"/>
                  <a:pt x="7229" y="6387"/>
                </a:cubicBezTo>
                <a:cubicBezTo>
                  <a:pt x="7199" y="6387"/>
                  <a:pt x="7171" y="6403"/>
                  <a:pt x="7144" y="6444"/>
                </a:cubicBezTo>
                <a:cubicBezTo>
                  <a:pt x="7083" y="6535"/>
                  <a:pt x="6961" y="6505"/>
                  <a:pt x="6870" y="6535"/>
                </a:cubicBezTo>
                <a:cubicBezTo>
                  <a:pt x="6809" y="6566"/>
                  <a:pt x="6718" y="6596"/>
                  <a:pt x="6688" y="6657"/>
                </a:cubicBezTo>
                <a:lnTo>
                  <a:pt x="6688" y="6687"/>
                </a:lnTo>
                <a:lnTo>
                  <a:pt x="6688" y="6718"/>
                </a:lnTo>
                <a:cubicBezTo>
                  <a:pt x="6597" y="6809"/>
                  <a:pt x="6505" y="6900"/>
                  <a:pt x="6414" y="6991"/>
                </a:cubicBezTo>
                <a:cubicBezTo>
                  <a:pt x="6323" y="7052"/>
                  <a:pt x="6445" y="7113"/>
                  <a:pt x="6475" y="7113"/>
                </a:cubicBezTo>
                <a:cubicBezTo>
                  <a:pt x="6505" y="7113"/>
                  <a:pt x="6779" y="7265"/>
                  <a:pt x="6749" y="7295"/>
                </a:cubicBezTo>
                <a:cubicBezTo>
                  <a:pt x="6657" y="7356"/>
                  <a:pt x="6597" y="7447"/>
                  <a:pt x="6566" y="7508"/>
                </a:cubicBezTo>
                <a:lnTo>
                  <a:pt x="6566" y="7599"/>
                </a:lnTo>
                <a:lnTo>
                  <a:pt x="6566" y="7690"/>
                </a:lnTo>
                <a:cubicBezTo>
                  <a:pt x="6505" y="7781"/>
                  <a:pt x="6384" y="7842"/>
                  <a:pt x="6262" y="7842"/>
                </a:cubicBezTo>
                <a:lnTo>
                  <a:pt x="6201" y="7842"/>
                </a:lnTo>
                <a:cubicBezTo>
                  <a:pt x="6171" y="7812"/>
                  <a:pt x="6384" y="7417"/>
                  <a:pt x="6293" y="7356"/>
                </a:cubicBezTo>
                <a:cubicBezTo>
                  <a:pt x="6171" y="7265"/>
                  <a:pt x="6080" y="7234"/>
                  <a:pt x="6080" y="7234"/>
                </a:cubicBezTo>
                <a:lnTo>
                  <a:pt x="5989" y="7265"/>
                </a:lnTo>
                <a:lnTo>
                  <a:pt x="5958" y="7265"/>
                </a:lnTo>
                <a:cubicBezTo>
                  <a:pt x="5837" y="7234"/>
                  <a:pt x="5533" y="7113"/>
                  <a:pt x="5472" y="7052"/>
                </a:cubicBezTo>
                <a:cubicBezTo>
                  <a:pt x="5466" y="7049"/>
                  <a:pt x="5459" y="7047"/>
                  <a:pt x="5453" y="7047"/>
                </a:cubicBezTo>
                <a:cubicBezTo>
                  <a:pt x="5400" y="7047"/>
                  <a:pt x="5357" y="7159"/>
                  <a:pt x="5411" y="7295"/>
                </a:cubicBezTo>
                <a:lnTo>
                  <a:pt x="5350" y="7386"/>
                </a:lnTo>
                <a:lnTo>
                  <a:pt x="5290" y="7478"/>
                </a:lnTo>
                <a:cubicBezTo>
                  <a:pt x="5264" y="7486"/>
                  <a:pt x="5239" y="7490"/>
                  <a:pt x="5216" y="7490"/>
                </a:cubicBezTo>
                <a:cubicBezTo>
                  <a:pt x="5078" y="7490"/>
                  <a:pt x="5003" y="7352"/>
                  <a:pt x="5107" y="7326"/>
                </a:cubicBezTo>
                <a:cubicBezTo>
                  <a:pt x="5198" y="7326"/>
                  <a:pt x="5229" y="7265"/>
                  <a:pt x="5138" y="7204"/>
                </a:cubicBezTo>
                <a:lnTo>
                  <a:pt x="5138" y="7204"/>
                </a:lnTo>
                <a:lnTo>
                  <a:pt x="5046" y="7234"/>
                </a:lnTo>
                <a:lnTo>
                  <a:pt x="4864" y="7265"/>
                </a:lnTo>
                <a:lnTo>
                  <a:pt x="4378" y="7022"/>
                </a:lnTo>
                <a:lnTo>
                  <a:pt x="4317" y="7022"/>
                </a:lnTo>
                <a:cubicBezTo>
                  <a:pt x="4286" y="7022"/>
                  <a:pt x="4256" y="7052"/>
                  <a:pt x="4256" y="7082"/>
                </a:cubicBezTo>
                <a:lnTo>
                  <a:pt x="4256" y="7174"/>
                </a:lnTo>
                <a:cubicBezTo>
                  <a:pt x="4256" y="7234"/>
                  <a:pt x="3983" y="7386"/>
                  <a:pt x="3922" y="7386"/>
                </a:cubicBezTo>
                <a:cubicBezTo>
                  <a:pt x="3912" y="7390"/>
                  <a:pt x="3903" y="7391"/>
                  <a:pt x="3894" y="7391"/>
                </a:cubicBezTo>
                <a:cubicBezTo>
                  <a:pt x="3825" y="7391"/>
                  <a:pt x="3803" y="7289"/>
                  <a:pt x="3831" y="7234"/>
                </a:cubicBezTo>
                <a:cubicBezTo>
                  <a:pt x="3831" y="7220"/>
                  <a:pt x="3822" y="7214"/>
                  <a:pt x="3809" y="7214"/>
                </a:cubicBezTo>
                <a:cubicBezTo>
                  <a:pt x="3765" y="7214"/>
                  <a:pt x="3664" y="7279"/>
                  <a:pt x="3618" y="7326"/>
                </a:cubicBezTo>
                <a:cubicBezTo>
                  <a:pt x="3587" y="7356"/>
                  <a:pt x="3648" y="7538"/>
                  <a:pt x="3679" y="7599"/>
                </a:cubicBezTo>
                <a:cubicBezTo>
                  <a:pt x="3709" y="7660"/>
                  <a:pt x="3739" y="7721"/>
                  <a:pt x="3739" y="7781"/>
                </a:cubicBezTo>
                <a:lnTo>
                  <a:pt x="3739" y="7812"/>
                </a:lnTo>
                <a:cubicBezTo>
                  <a:pt x="3674" y="7877"/>
                  <a:pt x="3592" y="7907"/>
                  <a:pt x="3506" y="7907"/>
                </a:cubicBezTo>
                <a:cubicBezTo>
                  <a:pt x="3431" y="7907"/>
                  <a:pt x="3354" y="7885"/>
                  <a:pt x="3283" y="7842"/>
                </a:cubicBezTo>
                <a:lnTo>
                  <a:pt x="3253" y="7781"/>
                </a:lnTo>
                <a:cubicBezTo>
                  <a:pt x="3247" y="7770"/>
                  <a:pt x="3237" y="7765"/>
                  <a:pt x="3225" y="7765"/>
                </a:cubicBezTo>
                <a:cubicBezTo>
                  <a:pt x="3170" y="7765"/>
                  <a:pt x="3065" y="7859"/>
                  <a:pt x="3040" y="7933"/>
                </a:cubicBezTo>
                <a:cubicBezTo>
                  <a:pt x="3034" y="7940"/>
                  <a:pt x="3027" y="7943"/>
                  <a:pt x="3021" y="7943"/>
                </a:cubicBezTo>
                <a:cubicBezTo>
                  <a:pt x="2973" y="7943"/>
                  <a:pt x="2949" y="7741"/>
                  <a:pt x="2949" y="7660"/>
                </a:cubicBezTo>
                <a:cubicBezTo>
                  <a:pt x="2949" y="7599"/>
                  <a:pt x="3101" y="7508"/>
                  <a:pt x="3162" y="7478"/>
                </a:cubicBezTo>
                <a:cubicBezTo>
                  <a:pt x="3192" y="7478"/>
                  <a:pt x="3101" y="7447"/>
                  <a:pt x="2949" y="7417"/>
                </a:cubicBezTo>
                <a:lnTo>
                  <a:pt x="2797" y="7417"/>
                </a:lnTo>
                <a:lnTo>
                  <a:pt x="2645" y="7599"/>
                </a:lnTo>
                <a:lnTo>
                  <a:pt x="2584" y="7569"/>
                </a:lnTo>
                <a:lnTo>
                  <a:pt x="2493" y="7508"/>
                </a:lnTo>
                <a:cubicBezTo>
                  <a:pt x="2402" y="7417"/>
                  <a:pt x="2280" y="7356"/>
                  <a:pt x="2280" y="7356"/>
                </a:cubicBezTo>
                <a:cubicBezTo>
                  <a:pt x="2189" y="7447"/>
                  <a:pt x="2128" y="7569"/>
                  <a:pt x="2068" y="7660"/>
                </a:cubicBezTo>
                <a:lnTo>
                  <a:pt x="1976" y="7599"/>
                </a:lnTo>
                <a:lnTo>
                  <a:pt x="1764" y="7478"/>
                </a:lnTo>
                <a:cubicBezTo>
                  <a:pt x="1612" y="7569"/>
                  <a:pt x="1520" y="7721"/>
                  <a:pt x="1551" y="7903"/>
                </a:cubicBezTo>
                <a:cubicBezTo>
                  <a:pt x="1581" y="7964"/>
                  <a:pt x="1581" y="8055"/>
                  <a:pt x="1612" y="8146"/>
                </a:cubicBezTo>
                <a:cubicBezTo>
                  <a:pt x="1642" y="8177"/>
                  <a:pt x="1642" y="8207"/>
                  <a:pt x="1612" y="8207"/>
                </a:cubicBezTo>
                <a:cubicBezTo>
                  <a:pt x="1551" y="8177"/>
                  <a:pt x="1460" y="8146"/>
                  <a:pt x="1399" y="8085"/>
                </a:cubicBezTo>
                <a:cubicBezTo>
                  <a:pt x="1369" y="8025"/>
                  <a:pt x="1429" y="7842"/>
                  <a:pt x="1369" y="7781"/>
                </a:cubicBezTo>
                <a:lnTo>
                  <a:pt x="1095" y="7781"/>
                </a:lnTo>
                <a:cubicBezTo>
                  <a:pt x="1095" y="7812"/>
                  <a:pt x="1065" y="7903"/>
                  <a:pt x="1095" y="7994"/>
                </a:cubicBezTo>
                <a:lnTo>
                  <a:pt x="1034" y="8025"/>
                </a:lnTo>
                <a:cubicBezTo>
                  <a:pt x="973" y="8116"/>
                  <a:pt x="913" y="8207"/>
                  <a:pt x="730" y="8207"/>
                </a:cubicBezTo>
                <a:cubicBezTo>
                  <a:pt x="730" y="8237"/>
                  <a:pt x="791" y="8298"/>
                  <a:pt x="821" y="8298"/>
                </a:cubicBezTo>
                <a:cubicBezTo>
                  <a:pt x="848" y="8325"/>
                  <a:pt x="735" y="8491"/>
                  <a:pt x="645" y="8491"/>
                </a:cubicBezTo>
                <a:cubicBezTo>
                  <a:pt x="632" y="8491"/>
                  <a:pt x="620" y="8488"/>
                  <a:pt x="609" y="8481"/>
                </a:cubicBezTo>
                <a:cubicBezTo>
                  <a:pt x="600" y="8475"/>
                  <a:pt x="590" y="8472"/>
                  <a:pt x="580" y="8472"/>
                </a:cubicBezTo>
                <a:cubicBezTo>
                  <a:pt x="489" y="8472"/>
                  <a:pt x="365" y="8702"/>
                  <a:pt x="365" y="8785"/>
                </a:cubicBezTo>
                <a:cubicBezTo>
                  <a:pt x="388" y="8874"/>
                  <a:pt x="361" y="8930"/>
                  <a:pt x="321" y="8930"/>
                </a:cubicBezTo>
                <a:cubicBezTo>
                  <a:pt x="307" y="8930"/>
                  <a:pt x="291" y="8922"/>
                  <a:pt x="274" y="8906"/>
                </a:cubicBezTo>
                <a:lnTo>
                  <a:pt x="122" y="8906"/>
                </a:lnTo>
                <a:lnTo>
                  <a:pt x="92" y="8936"/>
                </a:lnTo>
                <a:cubicBezTo>
                  <a:pt x="92" y="8967"/>
                  <a:pt x="213" y="9088"/>
                  <a:pt x="244" y="9088"/>
                </a:cubicBezTo>
                <a:cubicBezTo>
                  <a:pt x="335" y="9088"/>
                  <a:pt x="426" y="9088"/>
                  <a:pt x="517" y="9058"/>
                </a:cubicBezTo>
                <a:cubicBezTo>
                  <a:pt x="546" y="9029"/>
                  <a:pt x="520" y="8752"/>
                  <a:pt x="596" y="8752"/>
                </a:cubicBezTo>
                <a:cubicBezTo>
                  <a:pt x="600" y="8752"/>
                  <a:pt x="604" y="8753"/>
                  <a:pt x="609" y="8754"/>
                </a:cubicBezTo>
                <a:cubicBezTo>
                  <a:pt x="730" y="8754"/>
                  <a:pt x="730" y="8845"/>
                  <a:pt x="730" y="8876"/>
                </a:cubicBezTo>
                <a:cubicBezTo>
                  <a:pt x="700" y="8906"/>
                  <a:pt x="852" y="8967"/>
                  <a:pt x="882" y="8997"/>
                </a:cubicBezTo>
                <a:cubicBezTo>
                  <a:pt x="943" y="8997"/>
                  <a:pt x="943" y="9119"/>
                  <a:pt x="943" y="9119"/>
                </a:cubicBezTo>
                <a:cubicBezTo>
                  <a:pt x="928" y="9134"/>
                  <a:pt x="928" y="9142"/>
                  <a:pt x="939" y="9142"/>
                </a:cubicBezTo>
                <a:cubicBezTo>
                  <a:pt x="951" y="9142"/>
                  <a:pt x="973" y="9134"/>
                  <a:pt x="1004" y="9119"/>
                </a:cubicBezTo>
                <a:lnTo>
                  <a:pt x="1065" y="9119"/>
                </a:lnTo>
                <a:lnTo>
                  <a:pt x="1186" y="9149"/>
                </a:lnTo>
                <a:cubicBezTo>
                  <a:pt x="1338" y="9210"/>
                  <a:pt x="1369" y="9301"/>
                  <a:pt x="1247" y="9362"/>
                </a:cubicBezTo>
                <a:lnTo>
                  <a:pt x="1217" y="9362"/>
                </a:lnTo>
                <a:cubicBezTo>
                  <a:pt x="1188" y="9343"/>
                  <a:pt x="1166" y="9336"/>
                  <a:pt x="1149" y="9336"/>
                </a:cubicBezTo>
                <a:cubicBezTo>
                  <a:pt x="1112" y="9336"/>
                  <a:pt x="1104" y="9371"/>
                  <a:pt x="1125" y="9392"/>
                </a:cubicBezTo>
                <a:cubicBezTo>
                  <a:pt x="1125" y="9453"/>
                  <a:pt x="1186" y="9514"/>
                  <a:pt x="1186" y="9514"/>
                </a:cubicBezTo>
                <a:lnTo>
                  <a:pt x="1125" y="9605"/>
                </a:lnTo>
                <a:cubicBezTo>
                  <a:pt x="1034" y="9544"/>
                  <a:pt x="943" y="9514"/>
                  <a:pt x="852" y="9484"/>
                </a:cubicBezTo>
                <a:lnTo>
                  <a:pt x="761" y="9544"/>
                </a:lnTo>
                <a:lnTo>
                  <a:pt x="669" y="9605"/>
                </a:lnTo>
                <a:cubicBezTo>
                  <a:pt x="548" y="9666"/>
                  <a:pt x="700" y="9727"/>
                  <a:pt x="761" y="9727"/>
                </a:cubicBezTo>
                <a:cubicBezTo>
                  <a:pt x="852" y="9757"/>
                  <a:pt x="791" y="9818"/>
                  <a:pt x="639" y="9879"/>
                </a:cubicBezTo>
                <a:lnTo>
                  <a:pt x="487" y="9879"/>
                </a:lnTo>
                <a:lnTo>
                  <a:pt x="122" y="9909"/>
                </a:lnTo>
                <a:cubicBezTo>
                  <a:pt x="61" y="10092"/>
                  <a:pt x="31" y="10244"/>
                  <a:pt x="1" y="10426"/>
                </a:cubicBezTo>
                <a:cubicBezTo>
                  <a:pt x="61" y="10456"/>
                  <a:pt x="153" y="10487"/>
                  <a:pt x="213" y="10487"/>
                </a:cubicBezTo>
                <a:lnTo>
                  <a:pt x="274" y="10517"/>
                </a:lnTo>
                <a:cubicBezTo>
                  <a:pt x="335" y="10578"/>
                  <a:pt x="396" y="10669"/>
                  <a:pt x="396" y="10730"/>
                </a:cubicBezTo>
                <a:cubicBezTo>
                  <a:pt x="396" y="10791"/>
                  <a:pt x="396" y="10851"/>
                  <a:pt x="396" y="10912"/>
                </a:cubicBezTo>
                <a:lnTo>
                  <a:pt x="396" y="10973"/>
                </a:lnTo>
                <a:cubicBezTo>
                  <a:pt x="373" y="11041"/>
                  <a:pt x="453" y="11076"/>
                  <a:pt x="520" y="11076"/>
                </a:cubicBezTo>
                <a:cubicBezTo>
                  <a:pt x="542" y="11076"/>
                  <a:pt x="563" y="11072"/>
                  <a:pt x="578" y="11064"/>
                </a:cubicBezTo>
                <a:cubicBezTo>
                  <a:pt x="609" y="11064"/>
                  <a:pt x="639" y="10973"/>
                  <a:pt x="609" y="10851"/>
                </a:cubicBezTo>
                <a:lnTo>
                  <a:pt x="639" y="10821"/>
                </a:lnTo>
                <a:lnTo>
                  <a:pt x="700" y="10791"/>
                </a:lnTo>
                <a:cubicBezTo>
                  <a:pt x="821" y="10882"/>
                  <a:pt x="913" y="10943"/>
                  <a:pt x="1034" y="11003"/>
                </a:cubicBezTo>
                <a:lnTo>
                  <a:pt x="1186" y="11003"/>
                </a:lnTo>
                <a:cubicBezTo>
                  <a:pt x="1186" y="11003"/>
                  <a:pt x="1125" y="11155"/>
                  <a:pt x="1095" y="11155"/>
                </a:cubicBezTo>
                <a:cubicBezTo>
                  <a:pt x="1065" y="11155"/>
                  <a:pt x="1186" y="11490"/>
                  <a:pt x="1065" y="11520"/>
                </a:cubicBezTo>
                <a:cubicBezTo>
                  <a:pt x="943" y="11581"/>
                  <a:pt x="913" y="11763"/>
                  <a:pt x="913" y="11824"/>
                </a:cubicBezTo>
                <a:cubicBezTo>
                  <a:pt x="913" y="11885"/>
                  <a:pt x="943" y="11915"/>
                  <a:pt x="973" y="11976"/>
                </a:cubicBezTo>
                <a:lnTo>
                  <a:pt x="1095" y="11976"/>
                </a:lnTo>
                <a:lnTo>
                  <a:pt x="1156" y="11854"/>
                </a:lnTo>
                <a:cubicBezTo>
                  <a:pt x="1176" y="11773"/>
                  <a:pt x="1250" y="11719"/>
                  <a:pt x="1325" y="11719"/>
                </a:cubicBezTo>
                <a:cubicBezTo>
                  <a:pt x="1362" y="11719"/>
                  <a:pt x="1399" y="11733"/>
                  <a:pt x="1429" y="11763"/>
                </a:cubicBezTo>
                <a:cubicBezTo>
                  <a:pt x="1452" y="11808"/>
                  <a:pt x="1490" y="11836"/>
                  <a:pt x="1533" y="11836"/>
                </a:cubicBezTo>
                <a:cubicBezTo>
                  <a:pt x="1549" y="11836"/>
                  <a:pt x="1565" y="11832"/>
                  <a:pt x="1581" y="11824"/>
                </a:cubicBezTo>
                <a:lnTo>
                  <a:pt x="1855" y="11824"/>
                </a:lnTo>
                <a:cubicBezTo>
                  <a:pt x="1855" y="11861"/>
                  <a:pt x="1866" y="11875"/>
                  <a:pt x="1882" y="11875"/>
                </a:cubicBezTo>
                <a:cubicBezTo>
                  <a:pt x="1920" y="11875"/>
                  <a:pt x="1986" y="11797"/>
                  <a:pt x="2007" y="11733"/>
                </a:cubicBezTo>
                <a:cubicBezTo>
                  <a:pt x="2037" y="11642"/>
                  <a:pt x="2098" y="11611"/>
                  <a:pt x="2189" y="11551"/>
                </a:cubicBezTo>
                <a:cubicBezTo>
                  <a:pt x="2280" y="11702"/>
                  <a:pt x="2372" y="11854"/>
                  <a:pt x="2463" y="12006"/>
                </a:cubicBezTo>
                <a:lnTo>
                  <a:pt x="2828" y="11824"/>
                </a:lnTo>
                <a:cubicBezTo>
                  <a:pt x="2888" y="11885"/>
                  <a:pt x="2888" y="11976"/>
                  <a:pt x="2888" y="12067"/>
                </a:cubicBezTo>
                <a:lnTo>
                  <a:pt x="2828" y="12128"/>
                </a:lnTo>
                <a:lnTo>
                  <a:pt x="2797" y="12158"/>
                </a:lnTo>
                <a:cubicBezTo>
                  <a:pt x="2706" y="12158"/>
                  <a:pt x="2615" y="12219"/>
                  <a:pt x="2584" y="12310"/>
                </a:cubicBezTo>
                <a:lnTo>
                  <a:pt x="2706" y="12280"/>
                </a:lnTo>
                <a:cubicBezTo>
                  <a:pt x="2761" y="12280"/>
                  <a:pt x="2826" y="12247"/>
                  <a:pt x="2850" y="12247"/>
                </a:cubicBezTo>
                <a:cubicBezTo>
                  <a:pt x="2866" y="12247"/>
                  <a:pt x="2864" y="12262"/>
                  <a:pt x="2828" y="12310"/>
                </a:cubicBezTo>
                <a:cubicBezTo>
                  <a:pt x="2767" y="12462"/>
                  <a:pt x="2797" y="12523"/>
                  <a:pt x="2919" y="12554"/>
                </a:cubicBezTo>
                <a:lnTo>
                  <a:pt x="3101" y="12614"/>
                </a:lnTo>
                <a:cubicBezTo>
                  <a:pt x="3101" y="12569"/>
                  <a:pt x="3131" y="12554"/>
                  <a:pt x="3169" y="12554"/>
                </a:cubicBezTo>
                <a:cubicBezTo>
                  <a:pt x="3207" y="12554"/>
                  <a:pt x="3253" y="12569"/>
                  <a:pt x="3283" y="12584"/>
                </a:cubicBezTo>
                <a:cubicBezTo>
                  <a:pt x="3314" y="12599"/>
                  <a:pt x="3435" y="12614"/>
                  <a:pt x="3557" y="12614"/>
                </a:cubicBezTo>
                <a:cubicBezTo>
                  <a:pt x="3679" y="12614"/>
                  <a:pt x="3800" y="12599"/>
                  <a:pt x="3831" y="12554"/>
                </a:cubicBezTo>
                <a:cubicBezTo>
                  <a:pt x="3867" y="12499"/>
                  <a:pt x="3914" y="12488"/>
                  <a:pt x="3947" y="12488"/>
                </a:cubicBezTo>
                <a:cubicBezTo>
                  <a:pt x="3968" y="12488"/>
                  <a:pt x="3983" y="12493"/>
                  <a:pt x="3983" y="12493"/>
                </a:cubicBezTo>
                <a:cubicBezTo>
                  <a:pt x="3987" y="12497"/>
                  <a:pt x="3993" y="12499"/>
                  <a:pt x="4000" y="12499"/>
                </a:cubicBezTo>
                <a:cubicBezTo>
                  <a:pt x="4046" y="12499"/>
                  <a:pt x="4143" y="12428"/>
                  <a:pt x="4195" y="12402"/>
                </a:cubicBezTo>
                <a:cubicBezTo>
                  <a:pt x="4226" y="12341"/>
                  <a:pt x="4438" y="12158"/>
                  <a:pt x="4408" y="12098"/>
                </a:cubicBezTo>
                <a:cubicBezTo>
                  <a:pt x="4408" y="12037"/>
                  <a:pt x="4682" y="12006"/>
                  <a:pt x="4803" y="12006"/>
                </a:cubicBezTo>
                <a:cubicBezTo>
                  <a:pt x="4925" y="12006"/>
                  <a:pt x="4955" y="12158"/>
                  <a:pt x="4925" y="12189"/>
                </a:cubicBezTo>
                <a:cubicBezTo>
                  <a:pt x="4894" y="12250"/>
                  <a:pt x="4925" y="12310"/>
                  <a:pt x="4925" y="12310"/>
                </a:cubicBezTo>
                <a:cubicBezTo>
                  <a:pt x="4986" y="12250"/>
                  <a:pt x="5046" y="12219"/>
                  <a:pt x="5077" y="12158"/>
                </a:cubicBezTo>
                <a:cubicBezTo>
                  <a:pt x="5090" y="12145"/>
                  <a:pt x="5103" y="12139"/>
                  <a:pt x="5115" y="12139"/>
                </a:cubicBezTo>
                <a:cubicBezTo>
                  <a:pt x="5161" y="12139"/>
                  <a:pt x="5198" y="12221"/>
                  <a:pt x="5198" y="12341"/>
                </a:cubicBezTo>
                <a:lnTo>
                  <a:pt x="5107" y="12462"/>
                </a:lnTo>
                <a:cubicBezTo>
                  <a:pt x="5077" y="12493"/>
                  <a:pt x="5107" y="12554"/>
                  <a:pt x="5138" y="12554"/>
                </a:cubicBezTo>
                <a:cubicBezTo>
                  <a:pt x="5158" y="12564"/>
                  <a:pt x="5175" y="12567"/>
                  <a:pt x="5189" y="12567"/>
                </a:cubicBezTo>
                <a:cubicBezTo>
                  <a:pt x="5219" y="12567"/>
                  <a:pt x="5239" y="12554"/>
                  <a:pt x="5259" y="12554"/>
                </a:cubicBezTo>
                <a:lnTo>
                  <a:pt x="5320" y="12462"/>
                </a:lnTo>
                <a:cubicBezTo>
                  <a:pt x="5369" y="12397"/>
                  <a:pt x="5409" y="12367"/>
                  <a:pt x="5436" y="12367"/>
                </a:cubicBezTo>
                <a:cubicBezTo>
                  <a:pt x="5459" y="12367"/>
                  <a:pt x="5472" y="12390"/>
                  <a:pt x="5472" y="12432"/>
                </a:cubicBezTo>
                <a:lnTo>
                  <a:pt x="5502" y="12432"/>
                </a:lnTo>
                <a:cubicBezTo>
                  <a:pt x="5624" y="12462"/>
                  <a:pt x="5715" y="12462"/>
                  <a:pt x="5837" y="12493"/>
                </a:cubicBezTo>
                <a:cubicBezTo>
                  <a:pt x="5949" y="12493"/>
                  <a:pt x="5880" y="12648"/>
                  <a:pt x="6012" y="12648"/>
                </a:cubicBezTo>
                <a:cubicBezTo>
                  <a:pt x="6023" y="12648"/>
                  <a:pt x="6035" y="12647"/>
                  <a:pt x="6049" y="12645"/>
                </a:cubicBezTo>
                <a:lnTo>
                  <a:pt x="6262" y="12614"/>
                </a:lnTo>
                <a:cubicBezTo>
                  <a:pt x="6536" y="12614"/>
                  <a:pt x="6718" y="12432"/>
                  <a:pt x="6718" y="12341"/>
                </a:cubicBezTo>
                <a:cubicBezTo>
                  <a:pt x="6688" y="12280"/>
                  <a:pt x="6840" y="12189"/>
                  <a:pt x="7022" y="12189"/>
                </a:cubicBezTo>
                <a:lnTo>
                  <a:pt x="7113" y="12280"/>
                </a:lnTo>
                <a:lnTo>
                  <a:pt x="7296" y="12402"/>
                </a:lnTo>
                <a:cubicBezTo>
                  <a:pt x="7539" y="12462"/>
                  <a:pt x="7843" y="12493"/>
                  <a:pt x="7964" y="12523"/>
                </a:cubicBezTo>
                <a:lnTo>
                  <a:pt x="8025" y="12584"/>
                </a:lnTo>
                <a:cubicBezTo>
                  <a:pt x="8051" y="12610"/>
                  <a:pt x="8074" y="12619"/>
                  <a:pt x="8097" y="12619"/>
                </a:cubicBezTo>
                <a:cubicBezTo>
                  <a:pt x="8144" y="12619"/>
                  <a:pt x="8187" y="12579"/>
                  <a:pt x="8238" y="12579"/>
                </a:cubicBezTo>
                <a:cubicBezTo>
                  <a:pt x="8248" y="12579"/>
                  <a:pt x="8258" y="12580"/>
                  <a:pt x="8268" y="12584"/>
                </a:cubicBezTo>
                <a:lnTo>
                  <a:pt x="8542" y="12736"/>
                </a:lnTo>
                <a:lnTo>
                  <a:pt x="8633" y="12736"/>
                </a:lnTo>
                <a:cubicBezTo>
                  <a:pt x="8724" y="12645"/>
                  <a:pt x="8876" y="12675"/>
                  <a:pt x="8937" y="12645"/>
                </a:cubicBezTo>
                <a:lnTo>
                  <a:pt x="9028" y="12584"/>
                </a:lnTo>
                <a:cubicBezTo>
                  <a:pt x="9103" y="12509"/>
                  <a:pt x="9178" y="12454"/>
                  <a:pt x="9203" y="12454"/>
                </a:cubicBezTo>
                <a:cubicBezTo>
                  <a:pt x="9208" y="12454"/>
                  <a:pt x="9211" y="12457"/>
                  <a:pt x="9211" y="12462"/>
                </a:cubicBezTo>
                <a:cubicBezTo>
                  <a:pt x="9241" y="12462"/>
                  <a:pt x="9302" y="12554"/>
                  <a:pt x="9393" y="12645"/>
                </a:cubicBezTo>
                <a:lnTo>
                  <a:pt x="9636" y="12584"/>
                </a:lnTo>
                <a:lnTo>
                  <a:pt x="9697" y="12584"/>
                </a:lnTo>
                <a:cubicBezTo>
                  <a:pt x="9788" y="12614"/>
                  <a:pt x="9879" y="12675"/>
                  <a:pt x="9940" y="12736"/>
                </a:cubicBezTo>
                <a:lnTo>
                  <a:pt x="10031" y="12797"/>
                </a:lnTo>
                <a:lnTo>
                  <a:pt x="10214" y="12949"/>
                </a:lnTo>
                <a:cubicBezTo>
                  <a:pt x="10335" y="12858"/>
                  <a:pt x="10457" y="12766"/>
                  <a:pt x="10548" y="12675"/>
                </a:cubicBezTo>
                <a:lnTo>
                  <a:pt x="10730" y="12675"/>
                </a:lnTo>
                <a:cubicBezTo>
                  <a:pt x="10852" y="12645"/>
                  <a:pt x="10913" y="12523"/>
                  <a:pt x="11004" y="12432"/>
                </a:cubicBezTo>
                <a:cubicBezTo>
                  <a:pt x="11065" y="12432"/>
                  <a:pt x="11065" y="12706"/>
                  <a:pt x="11034" y="12797"/>
                </a:cubicBezTo>
                <a:cubicBezTo>
                  <a:pt x="11009" y="12872"/>
                  <a:pt x="11108" y="12926"/>
                  <a:pt x="11177" y="12926"/>
                </a:cubicBezTo>
                <a:cubicBezTo>
                  <a:pt x="11192" y="12926"/>
                  <a:pt x="11206" y="12924"/>
                  <a:pt x="11217" y="12918"/>
                </a:cubicBezTo>
                <a:cubicBezTo>
                  <a:pt x="11265" y="12918"/>
                  <a:pt x="11450" y="12841"/>
                  <a:pt x="11553" y="12841"/>
                </a:cubicBezTo>
                <a:cubicBezTo>
                  <a:pt x="11579" y="12841"/>
                  <a:pt x="11600" y="12845"/>
                  <a:pt x="11612" y="12858"/>
                </a:cubicBezTo>
                <a:cubicBezTo>
                  <a:pt x="11703" y="12949"/>
                  <a:pt x="11764" y="13010"/>
                  <a:pt x="11855" y="13101"/>
                </a:cubicBezTo>
                <a:lnTo>
                  <a:pt x="11977" y="13101"/>
                </a:lnTo>
                <a:cubicBezTo>
                  <a:pt x="12068" y="13101"/>
                  <a:pt x="12159" y="13192"/>
                  <a:pt x="12250" y="13192"/>
                </a:cubicBezTo>
                <a:lnTo>
                  <a:pt x="12372" y="13192"/>
                </a:lnTo>
                <a:cubicBezTo>
                  <a:pt x="12463" y="13192"/>
                  <a:pt x="12585" y="13192"/>
                  <a:pt x="12676" y="13222"/>
                </a:cubicBezTo>
                <a:cubicBezTo>
                  <a:pt x="12706" y="13253"/>
                  <a:pt x="12706" y="13283"/>
                  <a:pt x="12676" y="13283"/>
                </a:cubicBezTo>
                <a:cubicBezTo>
                  <a:pt x="12645" y="13313"/>
                  <a:pt x="12585" y="13344"/>
                  <a:pt x="12554" y="13344"/>
                </a:cubicBezTo>
                <a:cubicBezTo>
                  <a:pt x="12519" y="13334"/>
                  <a:pt x="12481" y="13330"/>
                  <a:pt x="12441" y="13330"/>
                </a:cubicBezTo>
                <a:cubicBezTo>
                  <a:pt x="12363" y="13330"/>
                  <a:pt x="12279" y="13344"/>
                  <a:pt x="12201" y="13344"/>
                </a:cubicBezTo>
                <a:cubicBezTo>
                  <a:pt x="12083" y="13344"/>
                  <a:pt x="11977" y="13313"/>
                  <a:pt x="11916" y="13161"/>
                </a:cubicBezTo>
                <a:cubicBezTo>
                  <a:pt x="11855" y="13161"/>
                  <a:pt x="11825" y="13161"/>
                  <a:pt x="11794" y="13192"/>
                </a:cubicBezTo>
                <a:lnTo>
                  <a:pt x="11703" y="13253"/>
                </a:lnTo>
                <a:cubicBezTo>
                  <a:pt x="11664" y="13312"/>
                  <a:pt x="11612" y="13345"/>
                  <a:pt x="11555" y="13345"/>
                </a:cubicBezTo>
                <a:cubicBezTo>
                  <a:pt x="11524" y="13345"/>
                  <a:pt x="11492" y="13335"/>
                  <a:pt x="11460" y="13313"/>
                </a:cubicBezTo>
                <a:cubicBezTo>
                  <a:pt x="11456" y="13306"/>
                  <a:pt x="11451" y="13303"/>
                  <a:pt x="11445" y="13303"/>
                </a:cubicBezTo>
                <a:cubicBezTo>
                  <a:pt x="11401" y="13303"/>
                  <a:pt x="11304" y="13477"/>
                  <a:pt x="11278" y="13557"/>
                </a:cubicBezTo>
                <a:cubicBezTo>
                  <a:pt x="11256" y="13589"/>
                  <a:pt x="11188" y="13598"/>
                  <a:pt x="11103" y="13598"/>
                </a:cubicBezTo>
                <a:cubicBezTo>
                  <a:pt x="10986" y="13598"/>
                  <a:pt x="10836" y="13581"/>
                  <a:pt x="10727" y="13581"/>
                </a:cubicBezTo>
                <a:cubicBezTo>
                  <a:pt x="10693" y="13581"/>
                  <a:pt x="10663" y="13582"/>
                  <a:pt x="10639" y="13587"/>
                </a:cubicBezTo>
                <a:cubicBezTo>
                  <a:pt x="10487" y="13648"/>
                  <a:pt x="10335" y="13739"/>
                  <a:pt x="10214" y="13830"/>
                </a:cubicBezTo>
                <a:lnTo>
                  <a:pt x="10244" y="13921"/>
                </a:lnTo>
                <a:lnTo>
                  <a:pt x="10274" y="13952"/>
                </a:lnTo>
                <a:cubicBezTo>
                  <a:pt x="10139" y="14064"/>
                  <a:pt x="9970" y="14127"/>
                  <a:pt x="9806" y="14127"/>
                </a:cubicBezTo>
                <a:cubicBezTo>
                  <a:pt x="9748" y="14127"/>
                  <a:pt x="9691" y="14119"/>
                  <a:pt x="9636" y="14104"/>
                </a:cubicBezTo>
                <a:cubicBezTo>
                  <a:pt x="9454" y="14013"/>
                  <a:pt x="9393" y="13891"/>
                  <a:pt x="9423" y="13861"/>
                </a:cubicBezTo>
                <a:cubicBezTo>
                  <a:pt x="9484" y="13800"/>
                  <a:pt x="9211" y="13648"/>
                  <a:pt x="9089" y="13617"/>
                </a:cubicBezTo>
                <a:cubicBezTo>
                  <a:pt x="8967" y="13617"/>
                  <a:pt x="8876" y="13678"/>
                  <a:pt x="8876" y="13769"/>
                </a:cubicBezTo>
                <a:lnTo>
                  <a:pt x="9119" y="13769"/>
                </a:lnTo>
                <a:cubicBezTo>
                  <a:pt x="9150" y="13769"/>
                  <a:pt x="9180" y="13769"/>
                  <a:pt x="9180" y="13800"/>
                </a:cubicBezTo>
                <a:lnTo>
                  <a:pt x="9180" y="13891"/>
                </a:lnTo>
                <a:lnTo>
                  <a:pt x="9028" y="13982"/>
                </a:lnTo>
                <a:cubicBezTo>
                  <a:pt x="8904" y="14032"/>
                  <a:pt x="8760" y="14081"/>
                  <a:pt x="8595" y="14081"/>
                </a:cubicBezTo>
                <a:cubicBezTo>
                  <a:pt x="8558" y="14081"/>
                  <a:pt x="8520" y="14079"/>
                  <a:pt x="8481" y="14073"/>
                </a:cubicBezTo>
                <a:cubicBezTo>
                  <a:pt x="8420" y="14043"/>
                  <a:pt x="8512" y="13739"/>
                  <a:pt x="8451" y="13709"/>
                </a:cubicBezTo>
                <a:cubicBezTo>
                  <a:pt x="8420" y="13693"/>
                  <a:pt x="8390" y="13686"/>
                  <a:pt x="8363" y="13686"/>
                </a:cubicBezTo>
                <a:cubicBezTo>
                  <a:pt x="8337" y="13686"/>
                  <a:pt x="8314" y="13693"/>
                  <a:pt x="8299" y="13709"/>
                </a:cubicBezTo>
                <a:cubicBezTo>
                  <a:pt x="8268" y="13709"/>
                  <a:pt x="8238" y="13921"/>
                  <a:pt x="8177" y="14165"/>
                </a:cubicBezTo>
                <a:lnTo>
                  <a:pt x="7843" y="14256"/>
                </a:lnTo>
                <a:lnTo>
                  <a:pt x="7752" y="14286"/>
                </a:lnTo>
                <a:cubicBezTo>
                  <a:pt x="7721" y="14301"/>
                  <a:pt x="7676" y="14309"/>
                  <a:pt x="7630" y="14309"/>
                </a:cubicBezTo>
                <a:cubicBezTo>
                  <a:pt x="7584" y="14309"/>
                  <a:pt x="7539" y="14301"/>
                  <a:pt x="7508" y="14286"/>
                </a:cubicBezTo>
                <a:cubicBezTo>
                  <a:pt x="7502" y="14280"/>
                  <a:pt x="7494" y="14278"/>
                  <a:pt x="7484" y="14278"/>
                </a:cubicBezTo>
                <a:cubicBezTo>
                  <a:pt x="7443" y="14278"/>
                  <a:pt x="7375" y="14317"/>
                  <a:pt x="7326" y="14317"/>
                </a:cubicBezTo>
                <a:cubicBezTo>
                  <a:pt x="7311" y="14332"/>
                  <a:pt x="7296" y="14339"/>
                  <a:pt x="7280" y="14339"/>
                </a:cubicBezTo>
                <a:cubicBezTo>
                  <a:pt x="7265" y="14339"/>
                  <a:pt x="7250" y="14332"/>
                  <a:pt x="7235" y="14317"/>
                </a:cubicBezTo>
                <a:cubicBezTo>
                  <a:pt x="7174" y="14225"/>
                  <a:pt x="7144" y="14104"/>
                  <a:pt x="7083" y="14013"/>
                </a:cubicBezTo>
                <a:lnTo>
                  <a:pt x="6870" y="13952"/>
                </a:lnTo>
                <a:lnTo>
                  <a:pt x="6840" y="13952"/>
                </a:lnTo>
                <a:cubicBezTo>
                  <a:pt x="6840" y="13861"/>
                  <a:pt x="6779" y="13861"/>
                  <a:pt x="6749" y="13861"/>
                </a:cubicBezTo>
                <a:cubicBezTo>
                  <a:pt x="6718" y="13952"/>
                  <a:pt x="6688" y="14043"/>
                  <a:pt x="6657" y="14134"/>
                </a:cubicBezTo>
                <a:lnTo>
                  <a:pt x="6353" y="13982"/>
                </a:lnTo>
                <a:cubicBezTo>
                  <a:pt x="6338" y="13967"/>
                  <a:pt x="6323" y="13959"/>
                  <a:pt x="6308" y="13959"/>
                </a:cubicBezTo>
                <a:cubicBezTo>
                  <a:pt x="6293" y="13959"/>
                  <a:pt x="6277" y="13967"/>
                  <a:pt x="6262" y="13982"/>
                </a:cubicBezTo>
                <a:cubicBezTo>
                  <a:pt x="6262" y="13982"/>
                  <a:pt x="6232" y="14043"/>
                  <a:pt x="6232" y="14043"/>
                </a:cubicBezTo>
                <a:lnTo>
                  <a:pt x="6445" y="14256"/>
                </a:lnTo>
                <a:cubicBezTo>
                  <a:pt x="6232" y="14286"/>
                  <a:pt x="6019" y="14347"/>
                  <a:pt x="5837" y="14408"/>
                </a:cubicBezTo>
                <a:lnTo>
                  <a:pt x="5745" y="14377"/>
                </a:lnTo>
                <a:lnTo>
                  <a:pt x="5685" y="14317"/>
                </a:lnTo>
                <a:cubicBezTo>
                  <a:pt x="5660" y="14216"/>
                  <a:pt x="5572" y="14157"/>
                  <a:pt x="5473" y="14157"/>
                </a:cubicBezTo>
                <a:cubicBezTo>
                  <a:pt x="5453" y="14157"/>
                  <a:pt x="5432" y="14159"/>
                  <a:pt x="5411" y="14165"/>
                </a:cubicBezTo>
                <a:lnTo>
                  <a:pt x="5320" y="14165"/>
                </a:lnTo>
                <a:cubicBezTo>
                  <a:pt x="5320" y="14195"/>
                  <a:pt x="5350" y="14225"/>
                  <a:pt x="5442" y="14225"/>
                </a:cubicBezTo>
                <a:lnTo>
                  <a:pt x="5594" y="14225"/>
                </a:lnTo>
                <a:cubicBezTo>
                  <a:pt x="5594" y="14286"/>
                  <a:pt x="5594" y="14317"/>
                  <a:pt x="5594" y="14347"/>
                </a:cubicBezTo>
                <a:lnTo>
                  <a:pt x="5381" y="14347"/>
                </a:lnTo>
                <a:cubicBezTo>
                  <a:pt x="5350" y="14357"/>
                  <a:pt x="5318" y="14361"/>
                  <a:pt x="5285" y="14361"/>
                </a:cubicBezTo>
                <a:cubicBezTo>
                  <a:pt x="5122" y="14361"/>
                  <a:pt x="4940" y="14256"/>
                  <a:pt x="4864" y="14256"/>
                </a:cubicBezTo>
                <a:cubicBezTo>
                  <a:pt x="4773" y="14256"/>
                  <a:pt x="4651" y="14225"/>
                  <a:pt x="4560" y="14225"/>
                </a:cubicBezTo>
                <a:cubicBezTo>
                  <a:pt x="4549" y="14220"/>
                  <a:pt x="4539" y="14217"/>
                  <a:pt x="4530" y="14217"/>
                </a:cubicBezTo>
                <a:cubicBezTo>
                  <a:pt x="4492" y="14217"/>
                  <a:pt x="4486" y="14267"/>
                  <a:pt x="4560" y="14317"/>
                </a:cubicBezTo>
                <a:lnTo>
                  <a:pt x="4590" y="14317"/>
                </a:lnTo>
                <a:cubicBezTo>
                  <a:pt x="4773" y="14408"/>
                  <a:pt x="4590" y="14438"/>
                  <a:pt x="4590" y="14529"/>
                </a:cubicBezTo>
                <a:cubicBezTo>
                  <a:pt x="4590" y="14610"/>
                  <a:pt x="4536" y="14637"/>
                  <a:pt x="4482" y="14637"/>
                </a:cubicBezTo>
                <a:cubicBezTo>
                  <a:pt x="4455" y="14637"/>
                  <a:pt x="4428" y="14631"/>
                  <a:pt x="4408" y="14620"/>
                </a:cubicBezTo>
                <a:lnTo>
                  <a:pt x="4195" y="14529"/>
                </a:lnTo>
                <a:cubicBezTo>
                  <a:pt x="3952" y="14620"/>
                  <a:pt x="3557" y="14560"/>
                  <a:pt x="3496" y="14620"/>
                </a:cubicBezTo>
                <a:cubicBezTo>
                  <a:pt x="3405" y="14681"/>
                  <a:pt x="3283" y="14742"/>
                  <a:pt x="3192" y="14772"/>
                </a:cubicBezTo>
                <a:lnTo>
                  <a:pt x="3162" y="14620"/>
                </a:lnTo>
                <a:cubicBezTo>
                  <a:pt x="3143" y="14582"/>
                  <a:pt x="3111" y="14544"/>
                  <a:pt x="3091" y="14544"/>
                </a:cubicBezTo>
                <a:cubicBezTo>
                  <a:pt x="3079" y="14544"/>
                  <a:pt x="3071" y="14557"/>
                  <a:pt x="3071" y="14590"/>
                </a:cubicBezTo>
                <a:lnTo>
                  <a:pt x="3040" y="14742"/>
                </a:lnTo>
                <a:cubicBezTo>
                  <a:pt x="2888" y="14894"/>
                  <a:pt x="2797" y="15076"/>
                  <a:pt x="2706" y="15289"/>
                </a:cubicBezTo>
                <a:cubicBezTo>
                  <a:pt x="2686" y="15318"/>
                  <a:pt x="2664" y="15332"/>
                  <a:pt x="2640" y="15332"/>
                </a:cubicBezTo>
                <a:cubicBezTo>
                  <a:pt x="2590" y="15332"/>
                  <a:pt x="2534" y="15271"/>
                  <a:pt x="2493" y="15168"/>
                </a:cubicBezTo>
                <a:lnTo>
                  <a:pt x="2645" y="14894"/>
                </a:lnTo>
                <a:lnTo>
                  <a:pt x="2706" y="14803"/>
                </a:lnTo>
                <a:cubicBezTo>
                  <a:pt x="2767" y="14681"/>
                  <a:pt x="2797" y="14560"/>
                  <a:pt x="2797" y="14438"/>
                </a:cubicBezTo>
                <a:lnTo>
                  <a:pt x="2797" y="14438"/>
                </a:lnTo>
                <a:lnTo>
                  <a:pt x="2706" y="14529"/>
                </a:lnTo>
                <a:cubicBezTo>
                  <a:pt x="2693" y="14521"/>
                  <a:pt x="2681" y="14517"/>
                  <a:pt x="2670" y="14517"/>
                </a:cubicBezTo>
                <a:cubicBezTo>
                  <a:pt x="2599" y="14517"/>
                  <a:pt x="2554" y="14659"/>
                  <a:pt x="2554" y="14712"/>
                </a:cubicBezTo>
                <a:cubicBezTo>
                  <a:pt x="2554" y="14745"/>
                  <a:pt x="2517" y="14769"/>
                  <a:pt x="2464" y="14769"/>
                </a:cubicBezTo>
                <a:cubicBezTo>
                  <a:pt x="2421" y="14769"/>
                  <a:pt x="2366" y="14753"/>
                  <a:pt x="2311" y="14712"/>
                </a:cubicBezTo>
                <a:lnTo>
                  <a:pt x="2220" y="14651"/>
                </a:lnTo>
                <a:lnTo>
                  <a:pt x="2128" y="14560"/>
                </a:lnTo>
                <a:cubicBezTo>
                  <a:pt x="1946" y="14499"/>
                  <a:pt x="1885" y="14377"/>
                  <a:pt x="2007" y="14286"/>
                </a:cubicBezTo>
                <a:lnTo>
                  <a:pt x="2007" y="14225"/>
                </a:lnTo>
                <a:lnTo>
                  <a:pt x="2007" y="14134"/>
                </a:lnTo>
                <a:cubicBezTo>
                  <a:pt x="1978" y="14086"/>
                  <a:pt x="1941" y="14069"/>
                  <a:pt x="1902" y="14069"/>
                </a:cubicBezTo>
                <a:cubicBezTo>
                  <a:pt x="1819" y="14069"/>
                  <a:pt x="1733" y="14153"/>
                  <a:pt x="1733" y="14195"/>
                </a:cubicBezTo>
                <a:cubicBezTo>
                  <a:pt x="1710" y="14263"/>
                  <a:pt x="1585" y="14298"/>
                  <a:pt x="1498" y="14298"/>
                </a:cubicBezTo>
                <a:cubicBezTo>
                  <a:pt x="1469" y="14298"/>
                  <a:pt x="1445" y="14294"/>
                  <a:pt x="1429" y="14286"/>
                </a:cubicBezTo>
                <a:lnTo>
                  <a:pt x="1429" y="14286"/>
                </a:lnTo>
                <a:cubicBezTo>
                  <a:pt x="1369" y="14286"/>
                  <a:pt x="1794" y="14651"/>
                  <a:pt x="1794" y="14742"/>
                </a:cubicBezTo>
                <a:cubicBezTo>
                  <a:pt x="1764" y="14803"/>
                  <a:pt x="1642" y="14803"/>
                  <a:pt x="1612" y="14803"/>
                </a:cubicBezTo>
                <a:cubicBezTo>
                  <a:pt x="1520" y="14894"/>
                  <a:pt x="1460" y="14985"/>
                  <a:pt x="1399" y="15076"/>
                </a:cubicBezTo>
                <a:lnTo>
                  <a:pt x="1247" y="15137"/>
                </a:lnTo>
                <a:cubicBezTo>
                  <a:pt x="1156" y="15168"/>
                  <a:pt x="1065" y="15198"/>
                  <a:pt x="973" y="15228"/>
                </a:cubicBezTo>
                <a:cubicBezTo>
                  <a:pt x="852" y="15289"/>
                  <a:pt x="1004" y="15380"/>
                  <a:pt x="973" y="15411"/>
                </a:cubicBezTo>
                <a:lnTo>
                  <a:pt x="882" y="15502"/>
                </a:lnTo>
                <a:lnTo>
                  <a:pt x="548" y="15654"/>
                </a:lnTo>
                <a:cubicBezTo>
                  <a:pt x="517" y="15684"/>
                  <a:pt x="578" y="15745"/>
                  <a:pt x="700" y="15775"/>
                </a:cubicBezTo>
                <a:lnTo>
                  <a:pt x="730" y="15775"/>
                </a:lnTo>
                <a:cubicBezTo>
                  <a:pt x="771" y="15735"/>
                  <a:pt x="808" y="15721"/>
                  <a:pt x="844" y="15721"/>
                </a:cubicBezTo>
                <a:cubicBezTo>
                  <a:pt x="916" y="15721"/>
                  <a:pt x="983" y="15775"/>
                  <a:pt x="1065" y="15775"/>
                </a:cubicBezTo>
                <a:lnTo>
                  <a:pt x="1186" y="15775"/>
                </a:lnTo>
                <a:cubicBezTo>
                  <a:pt x="1308" y="15775"/>
                  <a:pt x="1460" y="15775"/>
                  <a:pt x="1581" y="15745"/>
                </a:cubicBezTo>
                <a:lnTo>
                  <a:pt x="1612" y="15867"/>
                </a:lnTo>
                <a:lnTo>
                  <a:pt x="1672" y="16019"/>
                </a:lnTo>
                <a:cubicBezTo>
                  <a:pt x="1764" y="15988"/>
                  <a:pt x="1824" y="15897"/>
                  <a:pt x="1855" y="15775"/>
                </a:cubicBezTo>
                <a:cubicBezTo>
                  <a:pt x="1855" y="15745"/>
                  <a:pt x="1885" y="15715"/>
                  <a:pt x="1976" y="15715"/>
                </a:cubicBezTo>
                <a:lnTo>
                  <a:pt x="2007" y="15715"/>
                </a:lnTo>
                <a:cubicBezTo>
                  <a:pt x="2037" y="15760"/>
                  <a:pt x="2083" y="15783"/>
                  <a:pt x="2128" y="15783"/>
                </a:cubicBezTo>
                <a:cubicBezTo>
                  <a:pt x="2174" y="15783"/>
                  <a:pt x="2220" y="15760"/>
                  <a:pt x="2250" y="15715"/>
                </a:cubicBezTo>
                <a:cubicBezTo>
                  <a:pt x="2291" y="15694"/>
                  <a:pt x="2333" y="15631"/>
                  <a:pt x="2393" y="15631"/>
                </a:cubicBezTo>
                <a:cubicBezTo>
                  <a:pt x="2421" y="15631"/>
                  <a:pt x="2454" y="15645"/>
                  <a:pt x="2493" y="15684"/>
                </a:cubicBezTo>
                <a:cubicBezTo>
                  <a:pt x="2584" y="15654"/>
                  <a:pt x="2706" y="15624"/>
                  <a:pt x="2828" y="15593"/>
                </a:cubicBezTo>
                <a:lnTo>
                  <a:pt x="3131" y="15593"/>
                </a:lnTo>
                <a:cubicBezTo>
                  <a:pt x="3189" y="15651"/>
                  <a:pt x="3259" y="15672"/>
                  <a:pt x="3311" y="15672"/>
                </a:cubicBezTo>
                <a:cubicBezTo>
                  <a:pt x="3340" y="15672"/>
                  <a:pt x="3364" y="15665"/>
                  <a:pt x="3375" y="15654"/>
                </a:cubicBezTo>
                <a:cubicBezTo>
                  <a:pt x="3375" y="15650"/>
                  <a:pt x="3377" y="15648"/>
                  <a:pt x="3381" y="15648"/>
                </a:cubicBezTo>
                <a:cubicBezTo>
                  <a:pt x="3407" y="15648"/>
                  <a:pt x="3500" y="15719"/>
                  <a:pt x="3527" y="15745"/>
                </a:cubicBezTo>
                <a:cubicBezTo>
                  <a:pt x="3533" y="15751"/>
                  <a:pt x="3542" y="15754"/>
                  <a:pt x="3554" y="15754"/>
                </a:cubicBezTo>
                <a:cubicBezTo>
                  <a:pt x="3602" y="15754"/>
                  <a:pt x="3685" y="15715"/>
                  <a:pt x="3709" y="15715"/>
                </a:cubicBezTo>
                <a:cubicBezTo>
                  <a:pt x="3739" y="15684"/>
                  <a:pt x="3648" y="15532"/>
                  <a:pt x="3587" y="15472"/>
                </a:cubicBezTo>
                <a:cubicBezTo>
                  <a:pt x="3527" y="15411"/>
                  <a:pt x="3587" y="15350"/>
                  <a:pt x="3739" y="15350"/>
                </a:cubicBezTo>
                <a:lnTo>
                  <a:pt x="3800" y="15472"/>
                </a:lnTo>
                <a:cubicBezTo>
                  <a:pt x="3922" y="15502"/>
                  <a:pt x="4013" y="15593"/>
                  <a:pt x="4104" y="15624"/>
                </a:cubicBezTo>
                <a:cubicBezTo>
                  <a:pt x="4195" y="15654"/>
                  <a:pt x="4317" y="15624"/>
                  <a:pt x="4378" y="15684"/>
                </a:cubicBezTo>
                <a:cubicBezTo>
                  <a:pt x="4403" y="15703"/>
                  <a:pt x="4424" y="15710"/>
                  <a:pt x="4443" y="15710"/>
                </a:cubicBezTo>
                <a:cubicBezTo>
                  <a:pt x="4503" y="15710"/>
                  <a:pt x="4544" y="15641"/>
                  <a:pt x="4621" y="15641"/>
                </a:cubicBezTo>
                <a:cubicBezTo>
                  <a:pt x="4639" y="15641"/>
                  <a:pt x="4659" y="15645"/>
                  <a:pt x="4682" y="15654"/>
                </a:cubicBezTo>
                <a:lnTo>
                  <a:pt x="4803" y="15715"/>
                </a:lnTo>
                <a:cubicBezTo>
                  <a:pt x="4834" y="15593"/>
                  <a:pt x="4803" y="15502"/>
                  <a:pt x="4712" y="15472"/>
                </a:cubicBezTo>
                <a:cubicBezTo>
                  <a:pt x="4651" y="15441"/>
                  <a:pt x="4742" y="15411"/>
                  <a:pt x="4925" y="15380"/>
                </a:cubicBezTo>
                <a:lnTo>
                  <a:pt x="5077" y="15380"/>
                </a:lnTo>
                <a:cubicBezTo>
                  <a:pt x="5161" y="15380"/>
                  <a:pt x="5116" y="15536"/>
                  <a:pt x="5204" y="15536"/>
                </a:cubicBezTo>
                <a:cubicBezTo>
                  <a:pt x="5211" y="15536"/>
                  <a:pt x="5219" y="15535"/>
                  <a:pt x="5229" y="15532"/>
                </a:cubicBezTo>
                <a:cubicBezTo>
                  <a:pt x="5350" y="15532"/>
                  <a:pt x="5442" y="15472"/>
                  <a:pt x="5563" y="15472"/>
                </a:cubicBezTo>
                <a:lnTo>
                  <a:pt x="5715" y="15472"/>
                </a:lnTo>
                <a:cubicBezTo>
                  <a:pt x="5867" y="15441"/>
                  <a:pt x="6019" y="15350"/>
                  <a:pt x="6049" y="15198"/>
                </a:cubicBezTo>
                <a:cubicBezTo>
                  <a:pt x="6049" y="15139"/>
                  <a:pt x="6176" y="15106"/>
                  <a:pt x="6258" y="15106"/>
                </a:cubicBezTo>
                <a:cubicBezTo>
                  <a:pt x="6303" y="15106"/>
                  <a:pt x="6334" y="15116"/>
                  <a:pt x="6323" y="15137"/>
                </a:cubicBezTo>
                <a:cubicBezTo>
                  <a:pt x="6314" y="15165"/>
                  <a:pt x="6321" y="15176"/>
                  <a:pt x="6337" y="15176"/>
                </a:cubicBezTo>
                <a:cubicBezTo>
                  <a:pt x="6374" y="15176"/>
                  <a:pt x="6454" y="15119"/>
                  <a:pt x="6475" y="15076"/>
                </a:cubicBezTo>
                <a:cubicBezTo>
                  <a:pt x="6487" y="15065"/>
                  <a:pt x="6504" y="15060"/>
                  <a:pt x="6524" y="15060"/>
                </a:cubicBezTo>
                <a:cubicBezTo>
                  <a:pt x="6612" y="15060"/>
                  <a:pt x="6760" y="15149"/>
                  <a:pt x="6809" y="15198"/>
                </a:cubicBezTo>
                <a:cubicBezTo>
                  <a:pt x="6823" y="15205"/>
                  <a:pt x="6846" y="15207"/>
                  <a:pt x="6874" y="15207"/>
                </a:cubicBezTo>
                <a:cubicBezTo>
                  <a:pt x="6924" y="15207"/>
                  <a:pt x="6989" y="15200"/>
                  <a:pt x="7043" y="15200"/>
                </a:cubicBezTo>
                <a:cubicBezTo>
                  <a:pt x="7092" y="15200"/>
                  <a:pt x="7132" y="15206"/>
                  <a:pt x="7144" y="15228"/>
                </a:cubicBezTo>
                <a:cubicBezTo>
                  <a:pt x="7144" y="15251"/>
                  <a:pt x="7146" y="15261"/>
                  <a:pt x="7148" y="15261"/>
                </a:cubicBezTo>
                <a:cubicBezTo>
                  <a:pt x="7157" y="15261"/>
                  <a:pt x="7174" y="15175"/>
                  <a:pt x="7174" y="15107"/>
                </a:cubicBezTo>
                <a:cubicBezTo>
                  <a:pt x="7193" y="15069"/>
                  <a:pt x="7246" y="15043"/>
                  <a:pt x="7321" y="15043"/>
                </a:cubicBezTo>
                <a:cubicBezTo>
                  <a:pt x="7366" y="15043"/>
                  <a:pt x="7420" y="15053"/>
                  <a:pt x="7478" y="15076"/>
                </a:cubicBezTo>
                <a:lnTo>
                  <a:pt x="7326" y="15198"/>
                </a:lnTo>
                <a:lnTo>
                  <a:pt x="7204" y="15320"/>
                </a:lnTo>
                <a:cubicBezTo>
                  <a:pt x="7326" y="15320"/>
                  <a:pt x="7478" y="15289"/>
                  <a:pt x="7600" y="15168"/>
                </a:cubicBezTo>
                <a:cubicBezTo>
                  <a:pt x="7630" y="15107"/>
                  <a:pt x="7630" y="15016"/>
                  <a:pt x="7539" y="15016"/>
                </a:cubicBezTo>
                <a:lnTo>
                  <a:pt x="7508" y="14955"/>
                </a:lnTo>
                <a:cubicBezTo>
                  <a:pt x="7508" y="14894"/>
                  <a:pt x="7478" y="14803"/>
                  <a:pt x="7508" y="14742"/>
                </a:cubicBezTo>
                <a:cubicBezTo>
                  <a:pt x="7569" y="14712"/>
                  <a:pt x="7660" y="14712"/>
                  <a:pt x="7752" y="14712"/>
                </a:cubicBezTo>
                <a:cubicBezTo>
                  <a:pt x="7797" y="14757"/>
                  <a:pt x="7858" y="14780"/>
                  <a:pt x="7919" y="14780"/>
                </a:cubicBezTo>
                <a:cubicBezTo>
                  <a:pt x="7980" y="14780"/>
                  <a:pt x="8040" y="14757"/>
                  <a:pt x="8086" y="14712"/>
                </a:cubicBezTo>
                <a:lnTo>
                  <a:pt x="8147" y="14681"/>
                </a:lnTo>
                <a:cubicBezTo>
                  <a:pt x="8180" y="14676"/>
                  <a:pt x="8211" y="14673"/>
                  <a:pt x="8238" y="14673"/>
                </a:cubicBezTo>
                <a:cubicBezTo>
                  <a:pt x="8358" y="14673"/>
                  <a:pt x="8415" y="14723"/>
                  <a:pt x="8390" y="14772"/>
                </a:cubicBezTo>
                <a:lnTo>
                  <a:pt x="8329" y="14803"/>
                </a:lnTo>
                <a:lnTo>
                  <a:pt x="8238" y="14864"/>
                </a:lnTo>
                <a:cubicBezTo>
                  <a:pt x="8116" y="14955"/>
                  <a:pt x="8208" y="15228"/>
                  <a:pt x="8208" y="15289"/>
                </a:cubicBezTo>
                <a:cubicBezTo>
                  <a:pt x="8183" y="15364"/>
                  <a:pt x="8178" y="15419"/>
                  <a:pt x="8194" y="15419"/>
                </a:cubicBezTo>
                <a:cubicBezTo>
                  <a:pt x="8198" y="15419"/>
                  <a:pt x="8202" y="15416"/>
                  <a:pt x="8208" y="15411"/>
                </a:cubicBezTo>
                <a:lnTo>
                  <a:pt x="8208" y="15380"/>
                </a:lnTo>
                <a:cubicBezTo>
                  <a:pt x="8238" y="15350"/>
                  <a:pt x="8177" y="15259"/>
                  <a:pt x="8268" y="15228"/>
                </a:cubicBezTo>
                <a:cubicBezTo>
                  <a:pt x="8290" y="15223"/>
                  <a:pt x="8309" y="15220"/>
                  <a:pt x="8325" y="15220"/>
                </a:cubicBezTo>
                <a:cubicBezTo>
                  <a:pt x="8400" y="15220"/>
                  <a:pt x="8420" y="15275"/>
                  <a:pt x="8420" y="15350"/>
                </a:cubicBezTo>
                <a:cubicBezTo>
                  <a:pt x="8451" y="15350"/>
                  <a:pt x="8542" y="15137"/>
                  <a:pt x="8663" y="15107"/>
                </a:cubicBezTo>
                <a:cubicBezTo>
                  <a:pt x="8755" y="15046"/>
                  <a:pt x="8846" y="14985"/>
                  <a:pt x="8907" y="14924"/>
                </a:cubicBezTo>
                <a:cubicBezTo>
                  <a:pt x="9089" y="14924"/>
                  <a:pt x="9211" y="14985"/>
                  <a:pt x="9332" y="15107"/>
                </a:cubicBezTo>
                <a:cubicBezTo>
                  <a:pt x="9393" y="15168"/>
                  <a:pt x="9454" y="15228"/>
                  <a:pt x="9515" y="15289"/>
                </a:cubicBezTo>
                <a:cubicBezTo>
                  <a:pt x="9575" y="15289"/>
                  <a:pt x="9606" y="15259"/>
                  <a:pt x="9636" y="15228"/>
                </a:cubicBezTo>
                <a:lnTo>
                  <a:pt x="9636" y="15168"/>
                </a:lnTo>
                <a:cubicBezTo>
                  <a:pt x="9636" y="15087"/>
                  <a:pt x="9663" y="15046"/>
                  <a:pt x="9717" y="15046"/>
                </a:cubicBezTo>
                <a:cubicBezTo>
                  <a:pt x="9744" y="15046"/>
                  <a:pt x="9778" y="15056"/>
                  <a:pt x="9819" y="15076"/>
                </a:cubicBezTo>
                <a:lnTo>
                  <a:pt x="9879" y="15107"/>
                </a:lnTo>
                <a:cubicBezTo>
                  <a:pt x="10092" y="15046"/>
                  <a:pt x="10305" y="14985"/>
                  <a:pt x="10518" y="14955"/>
                </a:cubicBezTo>
                <a:lnTo>
                  <a:pt x="10761" y="15137"/>
                </a:lnTo>
                <a:cubicBezTo>
                  <a:pt x="10791" y="15107"/>
                  <a:pt x="10852" y="14985"/>
                  <a:pt x="10882" y="14955"/>
                </a:cubicBezTo>
                <a:cubicBezTo>
                  <a:pt x="10882" y="14940"/>
                  <a:pt x="10951" y="14924"/>
                  <a:pt x="11023" y="14924"/>
                </a:cubicBezTo>
                <a:cubicBezTo>
                  <a:pt x="11095" y="14924"/>
                  <a:pt x="11171" y="14940"/>
                  <a:pt x="11186" y="14985"/>
                </a:cubicBezTo>
                <a:cubicBezTo>
                  <a:pt x="11198" y="15021"/>
                  <a:pt x="11215" y="15033"/>
                  <a:pt x="11231" y="15033"/>
                </a:cubicBezTo>
                <a:cubicBezTo>
                  <a:pt x="11255" y="15033"/>
                  <a:pt x="11278" y="15004"/>
                  <a:pt x="11278" y="14985"/>
                </a:cubicBezTo>
                <a:cubicBezTo>
                  <a:pt x="11278" y="14964"/>
                  <a:pt x="11384" y="14942"/>
                  <a:pt x="11521" y="14942"/>
                </a:cubicBezTo>
                <a:cubicBezTo>
                  <a:pt x="11578" y="14942"/>
                  <a:pt x="11641" y="14946"/>
                  <a:pt x="11703" y="14955"/>
                </a:cubicBezTo>
                <a:lnTo>
                  <a:pt x="12098" y="14955"/>
                </a:lnTo>
                <a:cubicBezTo>
                  <a:pt x="12106" y="14947"/>
                  <a:pt x="12117" y="14943"/>
                  <a:pt x="12128" y="14943"/>
                </a:cubicBezTo>
                <a:cubicBezTo>
                  <a:pt x="12159" y="14943"/>
                  <a:pt x="12198" y="14971"/>
                  <a:pt x="12220" y="15016"/>
                </a:cubicBezTo>
                <a:lnTo>
                  <a:pt x="12250" y="15046"/>
                </a:lnTo>
                <a:cubicBezTo>
                  <a:pt x="12311" y="15046"/>
                  <a:pt x="12433" y="14833"/>
                  <a:pt x="12493" y="14833"/>
                </a:cubicBezTo>
                <a:cubicBezTo>
                  <a:pt x="12615" y="14864"/>
                  <a:pt x="12706" y="14894"/>
                  <a:pt x="12797" y="14985"/>
                </a:cubicBezTo>
                <a:cubicBezTo>
                  <a:pt x="12801" y="14989"/>
                  <a:pt x="12806" y="14991"/>
                  <a:pt x="12812" y="14991"/>
                </a:cubicBezTo>
                <a:cubicBezTo>
                  <a:pt x="12850" y="14991"/>
                  <a:pt x="12923" y="14901"/>
                  <a:pt x="12949" y="14742"/>
                </a:cubicBezTo>
                <a:lnTo>
                  <a:pt x="13253" y="14742"/>
                </a:lnTo>
                <a:cubicBezTo>
                  <a:pt x="13284" y="14772"/>
                  <a:pt x="13192" y="14924"/>
                  <a:pt x="13162" y="14955"/>
                </a:cubicBezTo>
                <a:cubicBezTo>
                  <a:pt x="13134" y="14982"/>
                  <a:pt x="13282" y="15035"/>
                  <a:pt x="13491" y="15044"/>
                </a:cubicBezTo>
                <a:lnTo>
                  <a:pt x="13491" y="15044"/>
                </a:lnTo>
                <a:cubicBezTo>
                  <a:pt x="13491" y="15116"/>
                  <a:pt x="13573" y="15245"/>
                  <a:pt x="13679" y="15350"/>
                </a:cubicBezTo>
                <a:lnTo>
                  <a:pt x="13922" y="15350"/>
                </a:lnTo>
                <a:cubicBezTo>
                  <a:pt x="13983" y="15380"/>
                  <a:pt x="13983" y="15441"/>
                  <a:pt x="13922" y="15502"/>
                </a:cubicBezTo>
                <a:lnTo>
                  <a:pt x="13892" y="15502"/>
                </a:lnTo>
                <a:cubicBezTo>
                  <a:pt x="13865" y="15507"/>
                  <a:pt x="13839" y="15510"/>
                  <a:pt x="13814" y="15510"/>
                </a:cubicBezTo>
                <a:cubicBezTo>
                  <a:pt x="13697" y="15510"/>
                  <a:pt x="13602" y="15455"/>
                  <a:pt x="13527" y="15380"/>
                </a:cubicBezTo>
                <a:cubicBezTo>
                  <a:pt x="13405" y="15259"/>
                  <a:pt x="13253" y="15137"/>
                  <a:pt x="13101" y="15016"/>
                </a:cubicBezTo>
                <a:cubicBezTo>
                  <a:pt x="13071" y="15016"/>
                  <a:pt x="13010" y="15168"/>
                  <a:pt x="13010" y="15228"/>
                </a:cubicBezTo>
                <a:cubicBezTo>
                  <a:pt x="13010" y="15244"/>
                  <a:pt x="12987" y="15251"/>
                  <a:pt x="12957" y="15251"/>
                </a:cubicBezTo>
                <a:cubicBezTo>
                  <a:pt x="12926" y="15251"/>
                  <a:pt x="12888" y="15244"/>
                  <a:pt x="12858" y="15228"/>
                </a:cubicBezTo>
                <a:lnTo>
                  <a:pt x="12797" y="15228"/>
                </a:lnTo>
                <a:cubicBezTo>
                  <a:pt x="12752" y="15213"/>
                  <a:pt x="12699" y="15206"/>
                  <a:pt x="12645" y="15206"/>
                </a:cubicBezTo>
                <a:cubicBezTo>
                  <a:pt x="12592" y="15206"/>
                  <a:pt x="12539" y="15213"/>
                  <a:pt x="12493" y="15228"/>
                </a:cubicBezTo>
                <a:cubicBezTo>
                  <a:pt x="12493" y="15214"/>
                  <a:pt x="12479" y="15208"/>
                  <a:pt x="12455" y="15208"/>
                </a:cubicBezTo>
                <a:cubicBezTo>
                  <a:pt x="12376" y="15208"/>
                  <a:pt x="12199" y="15273"/>
                  <a:pt x="12129" y="15320"/>
                </a:cubicBezTo>
                <a:cubicBezTo>
                  <a:pt x="12068" y="15350"/>
                  <a:pt x="11999" y="15365"/>
                  <a:pt x="11931" y="15365"/>
                </a:cubicBezTo>
                <a:cubicBezTo>
                  <a:pt x="11863" y="15365"/>
                  <a:pt x="11794" y="15350"/>
                  <a:pt x="11733" y="15320"/>
                </a:cubicBezTo>
                <a:lnTo>
                  <a:pt x="11612" y="15289"/>
                </a:lnTo>
                <a:cubicBezTo>
                  <a:pt x="11490" y="15259"/>
                  <a:pt x="11369" y="15228"/>
                  <a:pt x="11278" y="15228"/>
                </a:cubicBezTo>
                <a:lnTo>
                  <a:pt x="11156" y="15228"/>
                </a:lnTo>
                <a:cubicBezTo>
                  <a:pt x="11068" y="15258"/>
                  <a:pt x="11122" y="15401"/>
                  <a:pt x="11290" y="15548"/>
                </a:cubicBezTo>
                <a:lnTo>
                  <a:pt x="11290" y="15548"/>
                </a:lnTo>
                <a:cubicBezTo>
                  <a:pt x="11215" y="15555"/>
                  <a:pt x="11140" y="15563"/>
                  <a:pt x="11065" y="15563"/>
                </a:cubicBezTo>
                <a:cubicBezTo>
                  <a:pt x="10943" y="15624"/>
                  <a:pt x="10761" y="15684"/>
                  <a:pt x="10639" y="15745"/>
                </a:cubicBezTo>
                <a:lnTo>
                  <a:pt x="10518" y="15775"/>
                </a:lnTo>
                <a:cubicBezTo>
                  <a:pt x="10518" y="15775"/>
                  <a:pt x="10457" y="15715"/>
                  <a:pt x="10457" y="15684"/>
                </a:cubicBezTo>
                <a:cubicBezTo>
                  <a:pt x="10457" y="15684"/>
                  <a:pt x="10487" y="15624"/>
                  <a:pt x="10518" y="15624"/>
                </a:cubicBezTo>
                <a:lnTo>
                  <a:pt x="10609" y="15624"/>
                </a:lnTo>
                <a:cubicBezTo>
                  <a:pt x="10670" y="15624"/>
                  <a:pt x="10366" y="15563"/>
                  <a:pt x="10274" y="15472"/>
                </a:cubicBezTo>
                <a:cubicBezTo>
                  <a:pt x="10248" y="15454"/>
                  <a:pt x="10234" y="15446"/>
                  <a:pt x="10229" y="15446"/>
                </a:cubicBezTo>
                <a:cubicBezTo>
                  <a:pt x="10216" y="15446"/>
                  <a:pt x="10253" y="15489"/>
                  <a:pt x="10274" y="15532"/>
                </a:cubicBezTo>
                <a:cubicBezTo>
                  <a:pt x="10286" y="15556"/>
                  <a:pt x="10258" y="15565"/>
                  <a:pt x="10213" y="15565"/>
                </a:cubicBezTo>
                <a:cubicBezTo>
                  <a:pt x="10141" y="15565"/>
                  <a:pt x="10027" y="15540"/>
                  <a:pt x="9970" y="15502"/>
                </a:cubicBezTo>
                <a:cubicBezTo>
                  <a:pt x="9940" y="15472"/>
                  <a:pt x="9902" y="15456"/>
                  <a:pt x="9868" y="15456"/>
                </a:cubicBezTo>
                <a:cubicBezTo>
                  <a:pt x="9834" y="15456"/>
                  <a:pt x="9803" y="15472"/>
                  <a:pt x="9788" y="15502"/>
                </a:cubicBezTo>
                <a:cubicBezTo>
                  <a:pt x="9758" y="15532"/>
                  <a:pt x="9819" y="15593"/>
                  <a:pt x="9879" y="15593"/>
                </a:cubicBezTo>
                <a:lnTo>
                  <a:pt x="10001" y="15593"/>
                </a:lnTo>
                <a:cubicBezTo>
                  <a:pt x="10001" y="15624"/>
                  <a:pt x="9940" y="15745"/>
                  <a:pt x="9910" y="15806"/>
                </a:cubicBezTo>
                <a:cubicBezTo>
                  <a:pt x="9904" y="15811"/>
                  <a:pt x="9893" y="15814"/>
                  <a:pt x="9876" y="15814"/>
                </a:cubicBezTo>
                <a:cubicBezTo>
                  <a:pt x="9795" y="15814"/>
                  <a:pt x="9589" y="15755"/>
                  <a:pt x="9363" y="15654"/>
                </a:cubicBezTo>
                <a:lnTo>
                  <a:pt x="9636" y="15380"/>
                </a:lnTo>
                <a:cubicBezTo>
                  <a:pt x="9601" y="15357"/>
                  <a:pt x="9566" y="15347"/>
                  <a:pt x="9535" y="15347"/>
                </a:cubicBezTo>
                <a:cubicBezTo>
                  <a:pt x="9484" y="15347"/>
                  <a:pt x="9442" y="15373"/>
                  <a:pt x="9423" y="15411"/>
                </a:cubicBezTo>
                <a:cubicBezTo>
                  <a:pt x="9393" y="15472"/>
                  <a:pt x="9180" y="15532"/>
                  <a:pt x="9089" y="15532"/>
                </a:cubicBezTo>
                <a:cubicBezTo>
                  <a:pt x="9028" y="15532"/>
                  <a:pt x="9119" y="15593"/>
                  <a:pt x="9180" y="15593"/>
                </a:cubicBezTo>
                <a:cubicBezTo>
                  <a:pt x="9241" y="15624"/>
                  <a:pt x="9332" y="15684"/>
                  <a:pt x="9393" y="15715"/>
                </a:cubicBezTo>
                <a:cubicBezTo>
                  <a:pt x="9420" y="15742"/>
                  <a:pt x="9331" y="15757"/>
                  <a:pt x="9219" y="15757"/>
                </a:cubicBezTo>
                <a:cubicBezTo>
                  <a:pt x="9081" y="15757"/>
                  <a:pt x="8910" y="15735"/>
                  <a:pt x="8876" y="15684"/>
                </a:cubicBezTo>
                <a:cubicBezTo>
                  <a:pt x="8846" y="15563"/>
                  <a:pt x="8755" y="15441"/>
                  <a:pt x="8724" y="15441"/>
                </a:cubicBezTo>
                <a:cubicBezTo>
                  <a:pt x="8663" y="15441"/>
                  <a:pt x="8603" y="15654"/>
                  <a:pt x="8542" y="15715"/>
                </a:cubicBezTo>
                <a:cubicBezTo>
                  <a:pt x="8497" y="15759"/>
                  <a:pt x="8534" y="15787"/>
                  <a:pt x="8569" y="15787"/>
                </a:cubicBezTo>
                <a:cubicBezTo>
                  <a:pt x="8582" y="15787"/>
                  <a:pt x="8595" y="15784"/>
                  <a:pt x="8603" y="15775"/>
                </a:cubicBezTo>
                <a:cubicBezTo>
                  <a:pt x="8608" y="15770"/>
                  <a:pt x="8613" y="15767"/>
                  <a:pt x="8617" y="15767"/>
                </a:cubicBezTo>
                <a:cubicBezTo>
                  <a:pt x="8633" y="15767"/>
                  <a:pt x="8633" y="15817"/>
                  <a:pt x="8633" y="15867"/>
                </a:cubicBezTo>
                <a:lnTo>
                  <a:pt x="8572" y="15897"/>
                </a:lnTo>
                <a:lnTo>
                  <a:pt x="8512" y="15958"/>
                </a:lnTo>
                <a:cubicBezTo>
                  <a:pt x="8489" y="15965"/>
                  <a:pt x="8464" y="15969"/>
                  <a:pt x="8438" y="15969"/>
                </a:cubicBezTo>
                <a:cubicBezTo>
                  <a:pt x="8361" y="15969"/>
                  <a:pt x="8276" y="15935"/>
                  <a:pt x="8208" y="15867"/>
                </a:cubicBezTo>
                <a:lnTo>
                  <a:pt x="8086" y="15867"/>
                </a:lnTo>
                <a:cubicBezTo>
                  <a:pt x="7995" y="15836"/>
                  <a:pt x="7995" y="15806"/>
                  <a:pt x="7995" y="15715"/>
                </a:cubicBezTo>
                <a:lnTo>
                  <a:pt x="7934" y="15593"/>
                </a:lnTo>
                <a:cubicBezTo>
                  <a:pt x="7873" y="15624"/>
                  <a:pt x="7812" y="15639"/>
                  <a:pt x="7752" y="15639"/>
                </a:cubicBezTo>
                <a:cubicBezTo>
                  <a:pt x="7691" y="15639"/>
                  <a:pt x="7630" y="15624"/>
                  <a:pt x="7569" y="15593"/>
                </a:cubicBezTo>
                <a:lnTo>
                  <a:pt x="7478" y="15563"/>
                </a:lnTo>
                <a:lnTo>
                  <a:pt x="7326" y="15502"/>
                </a:lnTo>
                <a:cubicBezTo>
                  <a:pt x="7204" y="15532"/>
                  <a:pt x="7113" y="15593"/>
                  <a:pt x="7083" y="15715"/>
                </a:cubicBezTo>
                <a:cubicBezTo>
                  <a:pt x="7083" y="15745"/>
                  <a:pt x="7174" y="15775"/>
                  <a:pt x="7204" y="15775"/>
                </a:cubicBezTo>
                <a:cubicBezTo>
                  <a:pt x="7235" y="15775"/>
                  <a:pt x="7326" y="15927"/>
                  <a:pt x="7387" y="15927"/>
                </a:cubicBezTo>
                <a:cubicBezTo>
                  <a:pt x="7400" y="15923"/>
                  <a:pt x="7415" y="15921"/>
                  <a:pt x="7431" y="15921"/>
                </a:cubicBezTo>
                <a:cubicBezTo>
                  <a:pt x="7528" y="15921"/>
                  <a:pt x="7669" y="15988"/>
                  <a:pt x="7721" y="15988"/>
                </a:cubicBezTo>
                <a:cubicBezTo>
                  <a:pt x="7812" y="15988"/>
                  <a:pt x="7782" y="16049"/>
                  <a:pt x="7691" y="16140"/>
                </a:cubicBezTo>
                <a:lnTo>
                  <a:pt x="7326" y="16171"/>
                </a:lnTo>
                <a:lnTo>
                  <a:pt x="7174" y="16171"/>
                </a:lnTo>
                <a:lnTo>
                  <a:pt x="7144" y="16140"/>
                </a:lnTo>
                <a:cubicBezTo>
                  <a:pt x="7133" y="16119"/>
                  <a:pt x="7122" y="16109"/>
                  <a:pt x="7110" y="16109"/>
                </a:cubicBezTo>
                <a:cubicBezTo>
                  <a:pt x="7088" y="16109"/>
                  <a:pt x="7061" y="16142"/>
                  <a:pt x="7022" y="16201"/>
                </a:cubicBezTo>
                <a:lnTo>
                  <a:pt x="6992" y="16201"/>
                </a:lnTo>
                <a:cubicBezTo>
                  <a:pt x="6954" y="16193"/>
                  <a:pt x="6914" y="16190"/>
                  <a:pt x="6873" y="16190"/>
                </a:cubicBezTo>
                <a:cubicBezTo>
                  <a:pt x="6752" y="16190"/>
                  <a:pt x="6627" y="16224"/>
                  <a:pt x="6536" y="16292"/>
                </a:cubicBezTo>
                <a:cubicBezTo>
                  <a:pt x="6475" y="16231"/>
                  <a:pt x="6414" y="16201"/>
                  <a:pt x="6384" y="16140"/>
                </a:cubicBezTo>
                <a:lnTo>
                  <a:pt x="6323" y="16231"/>
                </a:lnTo>
                <a:lnTo>
                  <a:pt x="6262" y="16201"/>
                </a:lnTo>
                <a:cubicBezTo>
                  <a:pt x="6253" y="16182"/>
                  <a:pt x="6217" y="16175"/>
                  <a:pt x="6169" y="16175"/>
                </a:cubicBezTo>
                <a:cubicBezTo>
                  <a:pt x="6061" y="16175"/>
                  <a:pt x="5890" y="16210"/>
                  <a:pt x="5806" y="16231"/>
                </a:cubicBezTo>
                <a:cubicBezTo>
                  <a:pt x="5794" y="16240"/>
                  <a:pt x="5778" y="16244"/>
                  <a:pt x="5761" y="16244"/>
                </a:cubicBezTo>
                <a:cubicBezTo>
                  <a:pt x="5652" y="16244"/>
                  <a:pt x="5468" y="16097"/>
                  <a:pt x="5442" y="16019"/>
                </a:cubicBezTo>
                <a:cubicBezTo>
                  <a:pt x="5424" y="15983"/>
                  <a:pt x="5322" y="15968"/>
                  <a:pt x="5223" y="15968"/>
                </a:cubicBezTo>
                <a:cubicBezTo>
                  <a:pt x="5153" y="15968"/>
                  <a:pt x="5084" y="15976"/>
                  <a:pt x="5046" y="15988"/>
                </a:cubicBezTo>
                <a:cubicBezTo>
                  <a:pt x="4955" y="15988"/>
                  <a:pt x="4925" y="16079"/>
                  <a:pt x="4925" y="16171"/>
                </a:cubicBezTo>
                <a:lnTo>
                  <a:pt x="4925" y="16262"/>
                </a:lnTo>
                <a:cubicBezTo>
                  <a:pt x="4894" y="16292"/>
                  <a:pt x="4864" y="16292"/>
                  <a:pt x="4803" y="16323"/>
                </a:cubicBezTo>
                <a:cubicBezTo>
                  <a:pt x="4773" y="16323"/>
                  <a:pt x="4712" y="16292"/>
                  <a:pt x="4712" y="16262"/>
                </a:cubicBezTo>
                <a:lnTo>
                  <a:pt x="4712" y="16110"/>
                </a:lnTo>
                <a:cubicBezTo>
                  <a:pt x="4712" y="15988"/>
                  <a:pt x="4621" y="15867"/>
                  <a:pt x="4499" y="15836"/>
                </a:cubicBezTo>
                <a:cubicBezTo>
                  <a:pt x="4438" y="15836"/>
                  <a:pt x="4499" y="15897"/>
                  <a:pt x="4499" y="15958"/>
                </a:cubicBezTo>
                <a:cubicBezTo>
                  <a:pt x="4499" y="16019"/>
                  <a:pt x="4530" y="16079"/>
                  <a:pt x="4560" y="16110"/>
                </a:cubicBezTo>
                <a:cubicBezTo>
                  <a:pt x="4590" y="16201"/>
                  <a:pt x="4590" y="16262"/>
                  <a:pt x="4621" y="16323"/>
                </a:cubicBezTo>
                <a:lnTo>
                  <a:pt x="4469" y="16323"/>
                </a:lnTo>
                <a:cubicBezTo>
                  <a:pt x="4378" y="16323"/>
                  <a:pt x="4286" y="16323"/>
                  <a:pt x="4317" y="16414"/>
                </a:cubicBezTo>
                <a:cubicBezTo>
                  <a:pt x="4337" y="16551"/>
                  <a:pt x="4267" y="16587"/>
                  <a:pt x="4191" y="16587"/>
                </a:cubicBezTo>
                <a:cubicBezTo>
                  <a:pt x="4150" y="16587"/>
                  <a:pt x="4106" y="16577"/>
                  <a:pt x="4074" y="16566"/>
                </a:cubicBezTo>
                <a:cubicBezTo>
                  <a:pt x="3891" y="16475"/>
                  <a:pt x="3587" y="16475"/>
                  <a:pt x="3587" y="16231"/>
                </a:cubicBezTo>
                <a:lnTo>
                  <a:pt x="3587" y="16171"/>
                </a:lnTo>
                <a:cubicBezTo>
                  <a:pt x="3587" y="16126"/>
                  <a:pt x="3539" y="16098"/>
                  <a:pt x="3488" y="16098"/>
                </a:cubicBezTo>
                <a:cubicBezTo>
                  <a:pt x="3470" y="16098"/>
                  <a:pt x="3452" y="16102"/>
                  <a:pt x="3435" y="16110"/>
                </a:cubicBezTo>
                <a:lnTo>
                  <a:pt x="3344" y="16110"/>
                </a:lnTo>
                <a:cubicBezTo>
                  <a:pt x="3283" y="16110"/>
                  <a:pt x="3223" y="16079"/>
                  <a:pt x="3253" y="16019"/>
                </a:cubicBezTo>
                <a:cubicBezTo>
                  <a:pt x="3253" y="15988"/>
                  <a:pt x="3101" y="15988"/>
                  <a:pt x="3040" y="15988"/>
                </a:cubicBezTo>
                <a:cubicBezTo>
                  <a:pt x="2949" y="15988"/>
                  <a:pt x="3223" y="16231"/>
                  <a:pt x="3314" y="16292"/>
                </a:cubicBezTo>
                <a:cubicBezTo>
                  <a:pt x="3375" y="16353"/>
                  <a:pt x="3405" y="16414"/>
                  <a:pt x="3466" y="16475"/>
                </a:cubicBezTo>
                <a:cubicBezTo>
                  <a:pt x="3405" y="16475"/>
                  <a:pt x="3344" y="16444"/>
                  <a:pt x="3314" y="16414"/>
                </a:cubicBezTo>
                <a:cubicBezTo>
                  <a:pt x="3253" y="16414"/>
                  <a:pt x="3071" y="16535"/>
                  <a:pt x="3010" y="16566"/>
                </a:cubicBezTo>
                <a:cubicBezTo>
                  <a:pt x="2949" y="16627"/>
                  <a:pt x="2919" y="16718"/>
                  <a:pt x="2949" y="16779"/>
                </a:cubicBezTo>
                <a:cubicBezTo>
                  <a:pt x="2949" y="16839"/>
                  <a:pt x="2888" y="16900"/>
                  <a:pt x="2797" y="16900"/>
                </a:cubicBezTo>
                <a:lnTo>
                  <a:pt x="2736" y="16900"/>
                </a:lnTo>
                <a:cubicBezTo>
                  <a:pt x="2706" y="16870"/>
                  <a:pt x="2676" y="16809"/>
                  <a:pt x="2615" y="16809"/>
                </a:cubicBezTo>
                <a:cubicBezTo>
                  <a:pt x="2460" y="16751"/>
                  <a:pt x="2305" y="16644"/>
                  <a:pt x="2143" y="16644"/>
                </a:cubicBezTo>
                <a:cubicBezTo>
                  <a:pt x="2050" y="16644"/>
                  <a:pt x="1954" y="16679"/>
                  <a:pt x="1855" y="16779"/>
                </a:cubicBezTo>
                <a:lnTo>
                  <a:pt x="1733" y="16779"/>
                </a:lnTo>
                <a:cubicBezTo>
                  <a:pt x="1688" y="16763"/>
                  <a:pt x="1642" y="16756"/>
                  <a:pt x="1596" y="16756"/>
                </a:cubicBezTo>
                <a:cubicBezTo>
                  <a:pt x="1551" y="16756"/>
                  <a:pt x="1505" y="16763"/>
                  <a:pt x="1460" y="16779"/>
                </a:cubicBezTo>
                <a:cubicBezTo>
                  <a:pt x="1429" y="16794"/>
                  <a:pt x="1407" y="16801"/>
                  <a:pt x="1384" y="16801"/>
                </a:cubicBezTo>
                <a:cubicBezTo>
                  <a:pt x="1361" y="16801"/>
                  <a:pt x="1338" y="16794"/>
                  <a:pt x="1308" y="16779"/>
                </a:cubicBezTo>
                <a:lnTo>
                  <a:pt x="1247" y="16718"/>
                </a:lnTo>
                <a:cubicBezTo>
                  <a:pt x="1234" y="16705"/>
                  <a:pt x="1211" y="16699"/>
                  <a:pt x="1181" y="16699"/>
                </a:cubicBezTo>
                <a:cubicBezTo>
                  <a:pt x="1071" y="16699"/>
                  <a:pt x="861" y="16781"/>
                  <a:pt x="669" y="16900"/>
                </a:cubicBezTo>
                <a:lnTo>
                  <a:pt x="457" y="16779"/>
                </a:lnTo>
                <a:lnTo>
                  <a:pt x="213" y="16687"/>
                </a:lnTo>
                <a:lnTo>
                  <a:pt x="213" y="16687"/>
                </a:lnTo>
                <a:cubicBezTo>
                  <a:pt x="153" y="16779"/>
                  <a:pt x="244" y="16870"/>
                  <a:pt x="396" y="16870"/>
                </a:cubicBezTo>
                <a:lnTo>
                  <a:pt x="487" y="16991"/>
                </a:lnTo>
                <a:cubicBezTo>
                  <a:pt x="525" y="17057"/>
                  <a:pt x="563" y="17079"/>
                  <a:pt x="600" y="17079"/>
                </a:cubicBezTo>
                <a:cubicBezTo>
                  <a:pt x="677" y="17079"/>
                  <a:pt x="753" y="16989"/>
                  <a:pt x="830" y="16989"/>
                </a:cubicBezTo>
                <a:cubicBezTo>
                  <a:pt x="837" y="16989"/>
                  <a:pt x="844" y="16989"/>
                  <a:pt x="852" y="16991"/>
                </a:cubicBezTo>
                <a:cubicBezTo>
                  <a:pt x="913" y="17022"/>
                  <a:pt x="943" y="17052"/>
                  <a:pt x="973" y="17083"/>
                </a:cubicBezTo>
                <a:lnTo>
                  <a:pt x="1065" y="17113"/>
                </a:lnTo>
                <a:cubicBezTo>
                  <a:pt x="1156" y="17174"/>
                  <a:pt x="1186" y="17295"/>
                  <a:pt x="1065" y="17356"/>
                </a:cubicBezTo>
                <a:lnTo>
                  <a:pt x="1004" y="17417"/>
                </a:lnTo>
                <a:cubicBezTo>
                  <a:pt x="882" y="17478"/>
                  <a:pt x="1034" y="17569"/>
                  <a:pt x="943" y="17660"/>
                </a:cubicBezTo>
                <a:cubicBezTo>
                  <a:pt x="882" y="17690"/>
                  <a:pt x="882" y="17842"/>
                  <a:pt x="1095" y="17842"/>
                </a:cubicBezTo>
                <a:cubicBezTo>
                  <a:pt x="1125" y="17842"/>
                  <a:pt x="1186" y="17903"/>
                  <a:pt x="1247" y="17903"/>
                </a:cubicBezTo>
                <a:lnTo>
                  <a:pt x="1308" y="17903"/>
                </a:lnTo>
                <a:cubicBezTo>
                  <a:pt x="1369" y="17873"/>
                  <a:pt x="1429" y="17690"/>
                  <a:pt x="1490" y="17690"/>
                </a:cubicBezTo>
                <a:cubicBezTo>
                  <a:pt x="1581" y="17660"/>
                  <a:pt x="1520" y="17599"/>
                  <a:pt x="1399" y="17538"/>
                </a:cubicBezTo>
                <a:lnTo>
                  <a:pt x="1277" y="17478"/>
                </a:lnTo>
                <a:cubicBezTo>
                  <a:pt x="1247" y="17447"/>
                  <a:pt x="1247" y="17386"/>
                  <a:pt x="1277" y="17356"/>
                </a:cubicBezTo>
                <a:cubicBezTo>
                  <a:pt x="1300" y="17334"/>
                  <a:pt x="1322" y="17262"/>
                  <a:pt x="1381" y="17262"/>
                </a:cubicBezTo>
                <a:cubicBezTo>
                  <a:pt x="1402" y="17262"/>
                  <a:pt x="1428" y="17271"/>
                  <a:pt x="1460" y="17295"/>
                </a:cubicBezTo>
                <a:lnTo>
                  <a:pt x="1490" y="17326"/>
                </a:lnTo>
                <a:cubicBezTo>
                  <a:pt x="1612" y="17295"/>
                  <a:pt x="1733" y="17234"/>
                  <a:pt x="1855" y="17174"/>
                </a:cubicBezTo>
                <a:lnTo>
                  <a:pt x="2098" y="17174"/>
                </a:lnTo>
                <a:cubicBezTo>
                  <a:pt x="2159" y="17174"/>
                  <a:pt x="2220" y="17143"/>
                  <a:pt x="2280" y="17113"/>
                </a:cubicBezTo>
                <a:lnTo>
                  <a:pt x="2402" y="17052"/>
                </a:lnTo>
                <a:cubicBezTo>
                  <a:pt x="2584" y="17113"/>
                  <a:pt x="2706" y="17234"/>
                  <a:pt x="2736" y="17417"/>
                </a:cubicBezTo>
                <a:lnTo>
                  <a:pt x="2797" y="17538"/>
                </a:lnTo>
                <a:cubicBezTo>
                  <a:pt x="2828" y="17599"/>
                  <a:pt x="2888" y="17630"/>
                  <a:pt x="2949" y="17660"/>
                </a:cubicBezTo>
                <a:lnTo>
                  <a:pt x="2979" y="17660"/>
                </a:lnTo>
                <a:cubicBezTo>
                  <a:pt x="3010" y="17660"/>
                  <a:pt x="3040" y="17630"/>
                  <a:pt x="3071" y="17599"/>
                </a:cubicBezTo>
                <a:lnTo>
                  <a:pt x="3040" y="17599"/>
                </a:lnTo>
                <a:cubicBezTo>
                  <a:pt x="2979" y="17538"/>
                  <a:pt x="2979" y="17478"/>
                  <a:pt x="3071" y="17417"/>
                </a:cubicBezTo>
                <a:cubicBezTo>
                  <a:pt x="3101" y="17417"/>
                  <a:pt x="3162" y="17478"/>
                  <a:pt x="3192" y="17508"/>
                </a:cubicBezTo>
                <a:cubicBezTo>
                  <a:pt x="3253" y="17538"/>
                  <a:pt x="3253" y="17599"/>
                  <a:pt x="3314" y="17630"/>
                </a:cubicBezTo>
                <a:cubicBezTo>
                  <a:pt x="3527" y="17782"/>
                  <a:pt x="3587" y="17934"/>
                  <a:pt x="3405" y="18116"/>
                </a:cubicBezTo>
                <a:cubicBezTo>
                  <a:pt x="3413" y="18124"/>
                  <a:pt x="3426" y="18128"/>
                  <a:pt x="3440" y="18128"/>
                </a:cubicBezTo>
                <a:cubicBezTo>
                  <a:pt x="3480" y="18128"/>
                  <a:pt x="3535" y="18100"/>
                  <a:pt x="3557" y="18055"/>
                </a:cubicBezTo>
                <a:lnTo>
                  <a:pt x="3618" y="18025"/>
                </a:lnTo>
                <a:cubicBezTo>
                  <a:pt x="3648" y="17964"/>
                  <a:pt x="3709" y="17934"/>
                  <a:pt x="3739" y="17934"/>
                </a:cubicBezTo>
                <a:lnTo>
                  <a:pt x="3922" y="17964"/>
                </a:lnTo>
                <a:cubicBezTo>
                  <a:pt x="4074" y="17994"/>
                  <a:pt x="4195" y="18086"/>
                  <a:pt x="4286" y="18207"/>
                </a:cubicBezTo>
                <a:lnTo>
                  <a:pt x="4408" y="18146"/>
                </a:lnTo>
                <a:cubicBezTo>
                  <a:pt x="4438" y="18146"/>
                  <a:pt x="4408" y="18025"/>
                  <a:pt x="4347" y="17994"/>
                </a:cubicBezTo>
                <a:cubicBezTo>
                  <a:pt x="4256" y="17903"/>
                  <a:pt x="4165" y="17812"/>
                  <a:pt x="4074" y="17782"/>
                </a:cubicBezTo>
                <a:cubicBezTo>
                  <a:pt x="3952" y="17690"/>
                  <a:pt x="3922" y="17690"/>
                  <a:pt x="4013" y="17660"/>
                </a:cubicBezTo>
                <a:cubicBezTo>
                  <a:pt x="4165" y="17538"/>
                  <a:pt x="4317" y="17478"/>
                  <a:pt x="4499" y="17447"/>
                </a:cubicBezTo>
                <a:cubicBezTo>
                  <a:pt x="4712" y="17478"/>
                  <a:pt x="4590" y="17721"/>
                  <a:pt x="4742" y="17812"/>
                </a:cubicBezTo>
                <a:lnTo>
                  <a:pt x="4742" y="17873"/>
                </a:lnTo>
                <a:cubicBezTo>
                  <a:pt x="4784" y="17977"/>
                  <a:pt x="4811" y="18024"/>
                  <a:pt x="4883" y="18024"/>
                </a:cubicBezTo>
                <a:cubicBezTo>
                  <a:pt x="4916" y="18024"/>
                  <a:pt x="4958" y="18014"/>
                  <a:pt x="5016" y="17994"/>
                </a:cubicBezTo>
                <a:cubicBezTo>
                  <a:pt x="5107" y="17994"/>
                  <a:pt x="5198" y="17934"/>
                  <a:pt x="5259" y="17934"/>
                </a:cubicBezTo>
                <a:lnTo>
                  <a:pt x="5502" y="17994"/>
                </a:lnTo>
                <a:cubicBezTo>
                  <a:pt x="5624" y="17873"/>
                  <a:pt x="5654" y="17721"/>
                  <a:pt x="5533" y="17599"/>
                </a:cubicBezTo>
                <a:cubicBezTo>
                  <a:pt x="5502" y="17569"/>
                  <a:pt x="5715" y="17478"/>
                  <a:pt x="5806" y="17478"/>
                </a:cubicBezTo>
                <a:cubicBezTo>
                  <a:pt x="5897" y="17478"/>
                  <a:pt x="5989" y="17478"/>
                  <a:pt x="6080" y="17447"/>
                </a:cubicBezTo>
                <a:cubicBezTo>
                  <a:pt x="6080" y="17441"/>
                  <a:pt x="6082" y="17439"/>
                  <a:pt x="6086" y="17439"/>
                </a:cubicBezTo>
                <a:cubicBezTo>
                  <a:pt x="6103" y="17439"/>
                  <a:pt x="6147" y="17478"/>
                  <a:pt x="6171" y="17478"/>
                </a:cubicBezTo>
                <a:lnTo>
                  <a:pt x="6323" y="17478"/>
                </a:lnTo>
                <a:cubicBezTo>
                  <a:pt x="6353" y="17478"/>
                  <a:pt x="6262" y="17265"/>
                  <a:pt x="6323" y="17204"/>
                </a:cubicBezTo>
                <a:cubicBezTo>
                  <a:pt x="6347" y="17168"/>
                  <a:pt x="6408" y="17156"/>
                  <a:pt x="6478" y="17156"/>
                </a:cubicBezTo>
                <a:cubicBezTo>
                  <a:pt x="6585" y="17156"/>
                  <a:pt x="6712" y="17186"/>
                  <a:pt x="6749" y="17204"/>
                </a:cubicBezTo>
                <a:cubicBezTo>
                  <a:pt x="6766" y="17216"/>
                  <a:pt x="6782" y="17221"/>
                  <a:pt x="6797" y="17221"/>
                </a:cubicBezTo>
                <a:cubicBezTo>
                  <a:pt x="6861" y="17221"/>
                  <a:pt x="6901" y="17132"/>
                  <a:pt x="6901" y="17083"/>
                </a:cubicBezTo>
                <a:cubicBezTo>
                  <a:pt x="6901" y="17047"/>
                  <a:pt x="6880" y="17032"/>
                  <a:pt x="6856" y="17032"/>
                </a:cubicBezTo>
                <a:cubicBezTo>
                  <a:pt x="6840" y="17032"/>
                  <a:pt x="6822" y="17040"/>
                  <a:pt x="6809" y="17052"/>
                </a:cubicBezTo>
                <a:lnTo>
                  <a:pt x="6779" y="17052"/>
                </a:lnTo>
                <a:lnTo>
                  <a:pt x="6688" y="17083"/>
                </a:lnTo>
                <a:cubicBezTo>
                  <a:pt x="6627" y="16991"/>
                  <a:pt x="6627" y="16900"/>
                  <a:pt x="6657" y="16809"/>
                </a:cubicBezTo>
                <a:lnTo>
                  <a:pt x="6597" y="16718"/>
                </a:lnTo>
                <a:cubicBezTo>
                  <a:pt x="6657" y="16687"/>
                  <a:pt x="6688" y="16657"/>
                  <a:pt x="6749" y="16657"/>
                </a:cubicBezTo>
                <a:lnTo>
                  <a:pt x="6809" y="16657"/>
                </a:lnTo>
                <a:cubicBezTo>
                  <a:pt x="6813" y="16660"/>
                  <a:pt x="6817" y="16662"/>
                  <a:pt x="6822" y="16662"/>
                </a:cubicBezTo>
                <a:cubicBezTo>
                  <a:pt x="6865" y="16662"/>
                  <a:pt x="6965" y="16562"/>
                  <a:pt x="6992" y="16535"/>
                </a:cubicBezTo>
                <a:cubicBezTo>
                  <a:pt x="6996" y="16527"/>
                  <a:pt x="7005" y="16523"/>
                  <a:pt x="7017" y="16523"/>
                </a:cubicBezTo>
                <a:cubicBezTo>
                  <a:pt x="7089" y="16523"/>
                  <a:pt x="7283" y="16657"/>
                  <a:pt x="7387" y="16657"/>
                </a:cubicBezTo>
                <a:cubicBezTo>
                  <a:pt x="7478" y="16657"/>
                  <a:pt x="7569" y="16748"/>
                  <a:pt x="7539" y="16870"/>
                </a:cubicBezTo>
                <a:lnTo>
                  <a:pt x="7508" y="16991"/>
                </a:lnTo>
                <a:cubicBezTo>
                  <a:pt x="7478" y="17022"/>
                  <a:pt x="7448" y="17052"/>
                  <a:pt x="7417" y="17052"/>
                </a:cubicBezTo>
                <a:lnTo>
                  <a:pt x="7387" y="17052"/>
                </a:lnTo>
                <a:cubicBezTo>
                  <a:pt x="7356" y="17022"/>
                  <a:pt x="7235" y="16748"/>
                  <a:pt x="7083" y="16748"/>
                </a:cubicBezTo>
                <a:cubicBezTo>
                  <a:pt x="7072" y="16745"/>
                  <a:pt x="7062" y="16744"/>
                  <a:pt x="7054" y="16744"/>
                </a:cubicBezTo>
                <a:cubicBezTo>
                  <a:pt x="6972" y="16744"/>
                  <a:pt x="7028" y="16872"/>
                  <a:pt x="7083" y="16900"/>
                </a:cubicBezTo>
                <a:cubicBezTo>
                  <a:pt x="7174" y="16991"/>
                  <a:pt x="7265" y="17113"/>
                  <a:pt x="7326" y="17204"/>
                </a:cubicBezTo>
                <a:lnTo>
                  <a:pt x="7539" y="17204"/>
                </a:lnTo>
                <a:cubicBezTo>
                  <a:pt x="7645" y="17189"/>
                  <a:pt x="7744" y="17181"/>
                  <a:pt x="7843" y="17181"/>
                </a:cubicBezTo>
                <a:cubicBezTo>
                  <a:pt x="7942" y="17181"/>
                  <a:pt x="8040" y="17189"/>
                  <a:pt x="8147" y="17204"/>
                </a:cubicBezTo>
                <a:cubicBezTo>
                  <a:pt x="8208" y="17234"/>
                  <a:pt x="8177" y="17295"/>
                  <a:pt x="8056" y="17356"/>
                </a:cubicBezTo>
                <a:lnTo>
                  <a:pt x="7964" y="17386"/>
                </a:lnTo>
                <a:lnTo>
                  <a:pt x="7904" y="17386"/>
                </a:lnTo>
                <a:cubicBezTo>
                  <a:pt x="7873" y="17417"/>
                  <a:pt x="7904" y="17447"/>
                  <a:pt x="7964" y="17447"/>
                </a:cubicBezTo>
                <a:lnTo>
                  <a:pt x="8056" y="17690"/>
                </a:lnTo>
                <a:cubicBezTo>
                  <a:pt x="8299" y="17660"/>
                  <a:pt x="8633" y="17569"/>
                  <a:pt x="8815" y="17538"/>
                </a:cubicBezTo>
                <a:lnTo>
                  <a:pt x="8998" y="17508"/>
                </a:lnTo>
                <a:cubicBezTo>
                  <a:pt x="9028" y="17478"/>
                  <a:pt x="8937" y="17417"/>
                  <a:pt x="8876" y="17386"/>
                </a:cubicBezTo>
                <a:cubicBezTo>
                  <a:pt x="8785" y="17386"/>
                  <a:pt x="8907" y="17326"/>
                  <a:pt x="9089" y="17326"/>
                </a:cubicBezTo>
                <a:lnTo>
                  <a:pt x="9089" y="17356"/>
                </a:lnTo>
                <a:cubicBezTo>
                  <a:pt x="9211" y="17599"/>
                  <a:pt x="9515" y="17478"/>
                  <a:pt x="9697" y="17599"/>
                </a:cubicBezTo>
                <a:cubicBezTo>
                  <a:pt x="9725" y="17613"/>
                  <a:pt x="9749" y="17619"/>
                  <a:pt x="9769" y="17619"/>
                </a:cubicBezTo>
                <a:cubicBezTo>
                  <a:pt x="9836" y="17619"/>
                  <a:pt x="9870" y="17555"/>
                  <a:pt x="9940" y="17508"/>
                </a:cubicBezTo>
                <a:cubicBezTo>
                  <a:pt x="10001" y="17417"/>
                  <a:pt x="9970" y="17356"/>
                  <a:pt x="9879" y="17326"/>
                </a:cubicBezTo>
                <a:lnTo>
                  <a:pt x="9697" y="17265"/>
                </a:lnTo>
                <a:cubicBezTo>
                  <a:pt x="9575" y="17143"/>
                  <a:pt x="9606" y="17022"/>
                  <a:pt x="9788" y="17022"/>
                </a:cubicBezTo>
                <a:lnTo>
                  <a:pt x="9940" y="17022"/>
                </a:lnTo>
                <a:cubicBezTo>
                  <a:pt x="10034" y="17022"/>
                  <a:pt x="10127" y="16932"/>
                  <a:pt x="10235" y="16932"/>
                </a:cubicBezTo>
                <a:cubicBezTo>
                  <a:pt x="10267" y="16932"/>
                  <a:pt x="10300" y="16940"/>
                  <a:pt x="10335" y="16961"/>
                </a:cubicBezTo>
                <a:cubicBezTo>
                  <a:pt x="10364" y="16978"/>
                  <a:pt x="10392" y="16985"/>
                  <a:pt x="10418" y="16985"/>
                </a:cubicBezTo>
                <a:cubicBezTo>
                  <a:pt x="10493" y="16985"/>
                  <a:pt x="10559" y="16935"/>
                  <a:pt x="10616" y="16935"/>
                </a:cubicBezTo>
                <a:cubicBezTo>
                  <a:pt x="10646" y="16935"/>
                  <a:pt x="10674" y="16949"/>
                  <a:pt x="10700" y="16991"/>
                </a:cubicBezTo>
                <a:cubicBezTo>
                  <a:pt x="10761" y="16991"/>
                  <a:pt x="10791" y="16991"/>
                  <a:pt x="10822" y="16961"/>
                </a:cubicBezTo>
                <a:lnTo>
                  <a:pt x="10882" y="16900"/>
                </a:lnTo>
                <a:cubicBezTo>
                  <a:pt x="10898" y="16877"/>
                  <a:pt x="10914" y="16867"/>
                  <a:pt x="10928" y="16867"/>
                </a:cubicBezTo>
                <a:cubicBezTo>
                  <a:pt x="10970" y="16867"/>
                  <a:pt x="11004" y="16946"/>
                  <a:pt x="11004" y="16991"/>
                </a:cubicBezTo>
                <a:cubicBezTo>
                  <a:pt x="10974" y="17083"/>
                  <a:pt x="10943" y="17174"/>
                  <a:pt x="10882" y="17234"/>
                </a:cubicBezTo>
                <a:lnTo>
                  <a:pt x="10822" y="17265"/>
                </a:lnTo>
                <a:cubicBezTo>
                  <a:pt x="10809" y="17271"/>
                  <a:pt x="10796" y="17273"/>
                  <a:pt x="10782" y="17273"/>
                </a:cubicBezTo>
                <a:cubicBezTo>
                  <a:pt x="10724" y="17273"/>
                  <a:pt x="10651" y="17234"/>
                  <a:pt x="10578" y="17234"/>
                </a:cubicBezTo>
                <a:lnTo>
                  <a:pt x="10335" y="17113"/>
                </a:lnTo>
                <a:cubicBezTo>
                  <a:pt x="10244" y="17143"/>
                  <a:pt x="10153" y="17174"/>
                  <a:pt x="10122" y="17204"/>
                </a:cubicBezTo>
                <a:cubicBezTo>
                  <a:pt x="10092" y="17234"/>
                  <a:pt x="10153" y="17326"/>
                  <a:pt x="10183" y="17356"/>
                </a:cubicBezTo>
                <a:cubicBezTo>
                  <a:pt x="10204" y="17417"/>
                  <a:pt x="10220" y="17437"/>
                  <a:pt x="10236" y="17437"/>
                </a:cubicBezTo>
                <a:cubicBezTo>
                  <a:pt x="10268" y="17437"/>
                  <a:pt x="10295" y="17356"/>
                  <a:pt x="10335" y="17356"/>
                </a:cubicBezTo>
                <a:cubicBezTo>
                  <a:pt x="10361" y="17346"/>
                  <a:pt x="10385" y="17342"/>
                  <a:pt x="10409" y="17342"/>
                </a:cubicBezTo>
                <a:cubicBezTo>
                  <a:pt x="10529" y="17342"/>
                  <a:pt x="10634" y="17447"/>
                  <a:pt x="10761" y="17447"/>
                </a:cubicBezTo>
                <a:lnTo>
                  <a:pt x="10791" y="17447"/>
                </a:lnTo>
                <a:cubicBezTo>
                  <a:pt x="10806" y="17493"/>
                  <a:pt x="10829" y="17516"/>
                  <a:pt x="10852" y="17516"/>
                </a:cubicBezTo>
                <a:cubicBezTo>
                  <a:pt x="10875" y="17516"/>
                  <a:pt x="10898" y="17493"/>
                  <a:pt x="10913" y="17447"/>
                </a:cubicBezTo>
                <a:lnTo>
                  <a:pt x="10974" y="17447"/>
                </a:lnTo>
                <a:lnTo>
                  <a:pt x="11217" y="17356"/>
                </a:lnTo>
                <a:cubicBezTo>
                  <a:pt x="11242" y="17206"/>
                  <a:pt x="11308" y="17097"/>
                  <a:pt x="11381" y="17097"/>
                </a:cubicBezTo>
                <a:cubicBezTo>
                  <a:pt x="11397" y="17097"/>
                  <a:pt x="11413" y="17102"/>
                  <a:pt x="11429" y="17113"/>
                </a:cubicBezTo>
                <a:lnTo>
                  <a:pt x="11429" y="17143"/>
                </a:lnTo>
                <a:lnTo>
                  <a:pt x="11369" y="17234"/>
                </a:lnTo>
                <a:cubicBezTo>
                  <a:pt x="11308" y="17326"/>
                  <a:pt x="11369" y="17386"/>
                  <a:pt x="11521" y="17386"/>
                </a:cubicBezTo>
                <a:lnTo>
                  <a:pt x="11642" y="17295"/>
                </a:lnTo>
                <a:cubicBezTo>
                  <a:pt x="11688" y="17280"/>
                  <a:pt x="11733" y="17272"/>
                  <a:pt x="11779" y="17272"/>
                </a:cubicBezTo>
                <a:cubicBezTo>
                  <a:pt x="11825" y="17272"/>
                  <a:pt x="11870" y="17280"/>
                  <a:pt x="11916" y="17295"/>
                </a:cubicBezTo>
                <a:cubicBezTo>
                  <a:pt x="12007" y="17386"/>
                  <a:pt x="11946" y="17447"/>
                  <a:pt x="11794" y="17447"/>
                </a:cubicBezTo>
                <a:lnTo>
                  <a:pt x="11764" y="17447"/>
                </a:lnTo>
                <a:cubicBezTo>
                  <a:pt x="11764" y="17538"/>
                  <a:pt x="11703" y="17599"/>
                  <a:pt x="11673" y="17690"/>
                </a:cubicBezTo>
                <a:lnTo>
                  <a:pt x="11642" y="17690"/>
                </a:lnTo>
                <a:cubicBezTo>
                  <a:pt x="11490" y="17721"/>
                  <a:pt x="11490" y="17782"/>
                  <a:pt x="11551" y="17842"/>
                </a:cubicBezTo>
                <a:lnTo>
                  <a:pt x="11612" y="17873"/>
                </a:lnTo>
                <a:cubicBezTo>
                  <a:pt x="11733" y="17873"/>
                  <a:pt x="11825" y="17690"/>
                  <a:pt x="11855" y="17630"/>
                </a:cubicBezTo>
                <a:cubicBezTo>
                  <a:pt x="11855" y="17569"/>
                  <a:pt x="12037" y="17447"/>
                  <a:pt x="12250" y="17356"/>
                </a:cubicBezTo>
                <a:lnTo>
                  <a:pt x="12433" y="17234"/>
                </a:lnTo>
                <a:cubicBezTo>
                  <a:pt x="12493" y="17204"/>
                  <a:pt x="12585" y="17204"/>
                  <a:pt x="12615" y="17204"/>
                </a:cubicBezTo>
                <a:lnTo>
                  <a:pt x="12645" y="17234"/>
                </a:lnTo>
                <a:cubicBezTo>
                  <a:pt x="12656" y="17245"/>
                  <a:pt x="12673" y="17249"/>
                  <a:pt x="12695" y="17249"/>
                </a:cubicBezTo>
                <a:cubicBezTo>
                  <a:pt x="12792" y="17249"/>
                  <a:pt x="12982" y="17170"/>
                  <a:pt x="13094" y="17170"/>
                </a:cubicBezTo>
                <a:cubicBezTo>
                  <a:pt x="13108" y="17170"/>
                  <a:pt x="13120" y="17171"/>
                  <a:pt x="13132" y="17174"/>
                </a:cubicBezTo>
                <a:cubicBezTo>
                  <a:pt x="13253" y="17204"/>
                  <a:pt x="13344" y="17265"/>
                  <a:pt x="13405" y="17356"/>
                </a:cubicBezTo>
                <a:cubicBezTo>
                  <a:pt x="13405" y="17417"/>
                  <a:pt x="13466" y="17417"/>
                  <a:pt x="13466" y="17417"/>
                </a:cubicBezTo>
                <a:cubicBezTo>
                  <a:pt x="13466" y="17356"/>
                  <a:pt x="13496" y="17326"/>
                  <a:pt x="13496" y="17265"/>
                </a:cubicBezTo>
                <a:cubicBezTo>
                  <a:pt x="13496" y="17257"/>
                  <a:pt x="13503" y="17253"/>
                  <a:pt x="13515" y="17253"/>
                </a:cubicBezTo>
                <a:cubicBezTo>
                  <a:pt x="13547" y="17253"/>
                  <a:pt x="13620" y="17281"/>
                  <a:pt x="13709" y="17326"/>
                </a:cubicBezTo>
                <a:lnTo>
                  <a:pt x="13892" y="17326"/>
                </a:lnTo>
                <a:cubicBezTo>
                  <a:pt x="13945" y="17304"/>
                  <a:pt x="13984" y="17294"/>
                  <a:pt x="14005" y="17294"/>
                </a:cubicBezTo>
                <a:cubicBezTo>
                  <a:pt x="14042" y="17294"/>
                  <a:pt x="14020" y="17328"/>
                  <a:pt x="13922" y="17386"/>
                </a:cubicBezTo>
                <a:lnTo>
                  <a:pt x="13892" y="17478"/>
                </a:lnTo>
                <a:lnTo>
                  <a:pt x="13861" y="17538"/>
                </a:lnTo>
                <a:cubicBezTo>
                  <a:pt x="13892" y="17660"/>
                  <a:pt x="13770" y="17721"/>
                  <a:pt x="13588" y="17721"/>
                </a:cubicBezTo>
                <a:lnTo>
                  <a:pt x="13648" y="17569"/>
                </a:lnTo>
                <a:cubicBezTo>
                  <a:pt x="13648" y="17538"/>
                  <a:pt x="13618" y="17508"/>
                  <a:pt x="13588" y="17508"/>
                </a:cubicBezTo>
                <a:cubicBezTo>
                  <a:pt x="13496" y="17569"/>
                  <a:pt x="13436" y="17599"/>
                  <a:pt x="13344" y="17660"/>
                </a:cubicBezTo>
                <a:lnTo>
                  <a:pt x="13314" y="17690"/>
                </a:lnTo>
                <a:cubicBezTo>
                  <a:pt x="13253" y="17660"/>
                  <a:pt x="13192" y="17508"/>
                  <a:pt x="13192" y="17447"/>
                </a:cubicBezTo>
                <a:cubicBezTo>
                  <a:pt x="13192" y="17386"/>
                  <a:pt x="13040" y="17356"/>
                  <a:pt x="12980" y="17356"/>
                </a:cubicBezTo>
                <a:cubicBezTo>
                  <a:pt x="12919" y="17356"/>
                  <a:pt x="12949" y="17417"/>
                  <a:pt x="12980" y="17417"/>
                </a:cubicBezTo>
                <a:cubicBezTo>
                  <a:pt x="13040" y="17478"/>
                  <a:pt x="13071" y="17569"/>
                  <a:pt x="13132" y="17690"/>
                </a:cubicBezTo>
                <a:lnTo>
                  <a:pt x="13132" y="17812"/>
                </a:lnTo>
                <a:lnTo>
                  <a:pt x="13132" y="17842"/>
                </a:lnTo>
                <a:cubicBezTo>
                  <a:pt x="13056" y="17855"/>
                  <a:pt x="12981" y="17862"/>
                  <a:pt x="12905" y="17862"/>
                </a:cubicBezTo>
                <a:cubicBezTo>
                  <a:pt x="12798" y="17862"/>
                  <a:pt x="12691" y="17848"/>
                  <a:pt x="12585" y="17812"/>
                </a:cubicBezTo>
                <a:lnTo>
                  <a:pt x="12463" y="17630"/>
                </a:lnTo>
                <a:cubicBezTo>
                  <a:pt x="12437" y="17604"/>
                  <a:pt x="12401" y="17595"/>
                  <a:pt x="12365" y="17595"/>
                </a:cubicBezTo>
                <a:cubicBezTo>
                  <a:pt x="12316" y="17595"/>
                  <a:pt x="12268" y="17612"/>
                  <a:pt x="12250" y="17630"/>
                </a:cubicBezTo>
                <a:cubicBezTo>
                  <a:pt x="12250" y="17660"/>
                  <a:pt x="12281" y="17721"/>
                  <a:pt x="12311" y="17751"/>
                </a:cubicBezTo>
                <a:lnTo>
                  <a:pt x="12341" y="17812"/>
                </a:lnTo>
                <a:cubicBezTo>
                  <a:pt x="12433" y="17873"/>
                  <a:pt x="12372" y="17964"/>
                  <a:pt x="12311" y="17994"/>
                </a:cubicBezTo>
                <a:cubicBezTo>
                  <a:pt x="12250" y="18025"/>
                  <a:pt x="12554" y="18116"/>
                  <a:pt x="12676" y="18146"/>
                </a:cubicBezTo>
                <a:cubicBezTo>
                  <a:pt x="12708" y="18154"/>
                  <a:pt x="12737" y="18158"/>
                  <a:pt x="12759" y="18158"/>
                </a:cubicBezTo>
                <a:cubicBezTo>
                  <a:pt x="12821" y="18158"/>
                  <a:pt x="12842" y="18130"/>
                  <a:pt x="12797" y="18086"/>
                </a:cubicBezTo>
                <a:lnTo>
                  <a:pt x="12676" y="18086"/>
                </a:lnTo>
                <a:cubicBezTo>
                  <a:pt x="12676" y="18025"/>
                  <a:pt x="12706" y="17934"/>
                  <a:pt x="12767" y="17903"/>
                </a:cubicBezTo>
                <a:lnTo>
                  <a:pt x="12858" y="17964"/>
                </a:lnTo>
                <a:cubicBezTo>
                  <a:pt x="12980" y="18055"/>
                  <a:pt x="13132" y="18146"/>
                  <a:pt x="13284" y="18238"/>
                </a:cubicBezTo>
                <a:cubicBezTo>
                  <a:pt x="13324" y="18251"/>
                  <a:pt x="13365" y="18265"/>
                  <a:pt x="13398" y="18265"/>
                </a:cubicBezTo>
                <a:cubicBezTo>
                  <a:pt x="13438" y="18265"/>
                  <a:pt x="13466" y="18244"/>
                  <a:pt x="13466" y="18177"/>
                </a:cubicBezTo>
                <a:cubicBezTo>
                  <a:pt x="13466" y="18055"/>
                  <a:pt x="13618" y="18086"/>
                  <a:pt x="13618" y="18055"/>
                </a:cubicBezTo>
                <a:lnTo>
                  <a:pt x="13618" y="17934"/>
                </a:lnTo>
                <a:lnTo>
                  <a:pt x="13618" y="17903"/>
                </a:lnTo>
                <a:cubicBezTo>
                  <a:pt x="13588" y="17873"/>
                  <a:pt x="13770" y="17842"/>
                  <a:pt x="13831" y="17842"/>
                </a:cubicBezTo>
                <a:cubicBezTo>
                  <a:pt x="13892" y="17842"/>
                  <a:pt x="13983" y="18025"/>
                  <a:pt x="13922" y="18086"/>
                </a:cubicBezTo>
                <a:cubicBezTo>
                  <a:pt x="13831" y="18116"/>
                  <a:pt x="14013" y="18177"/>
                  <a:pt x="14104" y="18207"/>
                </a:cubicBezTo>
                <a:cubicBezTo>
                  <a:pt x="14111" y="18210"/>
                  <a:pt x="14117" y="18212"/>
                  <a:pt x="14123" y="18212"/>
                </a:cubicBezTo>
                <a:cubicBezTo>
                  <a:pt x="14171" y="18212"/>
                  <a:pt x="14195" y="18113"/>
                  <a:pt x="14195" y="18086"/>
                </a:cubicBezTo>
                <a:cubicBezTo>
                  <a:pt x="14195" y="17994"/>
                  <a:pt x="14195" y="17873"/>
                  <a:pt x="14195" y="17782"/>
                </a:cubicBezTo>
                <a:lnTo>
                  <a:pt x="14074" y="17690"/>
                </a:lnTo>
                <a:cubicBezTo>
                  <a:pt x="14044" y="17690"/>
                  <a:pt x="14104" y="17599"/>
                  <a:pt x="14135" y="17569"/>
                </a:cubicBezTo>
                <a:lnTo>
                  <a:pt x="14195" y="17508"/>
                </a:lnTo>
                <a:cubicBezTo>
                  <a:pt x="14287" y="17478"/>
                  <a:pt x="14347" y="17417"/>
                  <a:pt x="14287" y="17417"/>
                </a:cubicBezTo>
                <a:lnTo>
                  <a:pt x="14226" y="17417"/>
                </a:lnTo>
                <a:cubicBezTo>
                  <a:pt x="14195" y="17417"/>
                  <a:pt x="14408" y="17295"/>
                  <a:pt x="14439" y="17234"/>
                </a:cubicBezTo>
                <a:cubicBezTo>
                  <a:pt x="14469" y="17143"/>
                  <a:pt x="14530" y="17083"/>
                  <a:pt x="14591" y="17052"/>
                </a:cubicBezTo>
                <a:cubicBezTo>
                  <a:pt x="14594" y="17049"/>
                  <a:pt x="14598" y="17047"/>
                  <a:pt x="14602" y="17047"/>
                </a:cubicBezTo>
                <a:cubicBezTo>
                  <a:pt x="14634" y="17047"/>
                  <a:pt x="14682" y="17147"/>
                  <a:pt x="14682" y="17174"/>
                </a:cubicBezTo>
                <a:cubicBezTo>
                  <a:pt x="14773" y="17265"/>
                  <a:pt x="14864" y="17295"/>
                  <a:pt x="14986" y="17295"/>
                </a:cubicBezTo>
                <a:cubicBezTo>
                  <a:pt x="15138" y="17265"/>
                  <a:pt x="15290" y="17234"/>
                  <a:pt x="15472" y="17204"/>
                </a:cubicBezTo>
                <a:lnTo>
                  <a:pt x="15624" y="17174"/>
                </a:lnTo>
                <a:cubicBezTo>
                  <a:pt x="15654" y="17174"/>
                  <a:pt x="15654" y="17083"/>
                  <a:pt x="15715" y="17052"/>
                </a:cubicBezTo>
                <a:lnTo>
                  <a:pt x="15867" y="17052"/>
                </a:lnTo>
                <a:cubicBezTo>
                  <a:pt x="15958" y="17083"/>
                  <a:pt x="16019" y="17174"/>
                  <a:pt x="16110" y="17204"/>
                </a:cubicBezTo>
                <a:lnTo>
                  <a:pt x="16262" y="17234"/>
                </a:lnTo>
                <a:cubicBezTo>
                  <a:pt x="16293" y="17143"/>
                  <a:pt x="16354" y="17052"/>
                  <a:pt x="16384" y="17052"/>
                </a:cubicBezTo>
                <a:cubicBezTo>
                  <a:pt x="16475" y="17098"/>
                  <a:pt x="16566" y="17121"/>
                  <a:pt x="16654" y="17121"/>
                </a:cubicBezTo>
                <a:cubicBezTo>
                  <a:pt x="16741" y="17121"/>
                  <a:pt x="16825" y="17098"/>
                  <a:pt x="16901" y="17052"/>
                </a:cubicBezTo>
                <a:lnTo>
                  <a:pt x="17022" y="17022"/>
                </a:lnTo>
                <a:cubicBezTo>
                  <a:pt x="17053" y="17083"/>
                  <a:pt x="17113" y="17174"/>
                  <a:pt x="17174" y="17204"/>
                </a:cubicBezTo>
                <a:cubicBezTo>
                  <a:pt x="17180" y="17207"/>
                  <a:pt x="17188" y="17208"/>
                  <a:pt x="17197" y="17208"/>
                </a:cubicBezTo>
                <a:cubicBezTo>
                  <a:pt x="17272" y="17208"/>
                  <a:pt x="17459" y="17129"/>
                  <a:pt x="17585" y="17129"/>
                </a:cubicBezTo>
                <a:cubicBezTo>
                  <a:pt x="17614" y="17129"/>
                  <a:pt x="17640" y="17133"/>
                  <a:pt x="17661" y="17143"/>
                </a:cubicBezTo>
                <a:cubicBezTo>
                  <a:pt x="17696" y="17161"/>
                  <a:pt x="17714" y="17168"/>
                  <a:pt x="17719" y="17168"/>
                </a:cubicBezTo>
                <a:cubicBezTo>
                  <a:pt x="17731" y="17168"/>
                  <a:pt x="17673" y="17125"/>
                  <a:pt x="17630" y="17083"/>
                </a:cubicBezTo>
                <a:cubicBezTo>
                  <a:pt x="17569" y="17052"/>
                  <a:pt x="17630" y="17022"/>
                  <a:pt x="17782" y="17022"/>
                </a:cubicBezTo>
                <a:lnTo>
                  <a:pt x="17873" y="17022"/>
                </a:lnTo>
                <a:cubicBezTo>
                  <a:pt x="17965" y="17022"/>
                  <a:pt x="18086" y="17083"/>
                  <a:pt x="18147" y="17083"/>
                </a:cubicBezTo>
                <a:cubicBezTo>
                  <a:pt x="18208" y="17083"/>
                  <a:pt x="18360" y="17052"/>
                  <a:pt x="18360" y="17022"/>
                </a:cubicBezTo>
                <a:cubicBezTo>
                  <a:pt x="18360" y="16931"/>
                  <a:pt x="18398" y="16908"/>
                  <a:pt x="18447" y="16908"/>
                </a:cubicBezTo>
                <a:cubicBezTo>
                  <a:pt x="18496" y="16908"/>
                  <a:pt x="18557" y="16931"/>
                  <a:pt x="18603" y="16931"/>
                </a:cubicBezTo>
                <a:lnTo>
                  <a:pt x="18816" y="16870"/>
                </a:lnTo>
                <a:cubicBezTo>
                  <a:pt x="18816" y="16921"/>
                  <a:pt x="18843" y="16940"/>
                  <a:pt x="18879" y="16940"/>
                </a:cubicBezTo>
                <a:cubicBezTo>
                  <a:pt x="18928" y="16940"/>
                  <a:pt x="18993" y="16905"/>
                  <a:pt x="19028" y="16870"/>
                </a:cubicBezTo>
                <a:cubicBezTo>
                  <a:pt x="19050" y="16848"/>
                  <a:pt x="19083" y="16838"/>
                  <a:pt x="19122" y="16838"/>
                </a:cubicBezTo>
                <a:cubicBezTo>
                  <a:pt x="19193" y="16838"/>
                  <a:pt x="19284" y="16872"/>
                  <a:pt x="19363" y="16931"/>
                </a:cubicBezTo>
                <a:lnTo>
                  <a:pt x="19758" y="16931"/>
                </a:lnTo>
                <a:cubicBezTo>
                  <a:pt x="19804" y="16938"/>
                  <a:pt x="19847" y="16942"/>
                  <a:pt x="19887" y="16942"/>
                </a:cubicBezTo>
                <a:cubicBezTo>
                  <a:pt x="20005" y="16942"/>
                  <a:pt x="20085" y="16908"/>
                  <a:pt x="20062" y="16839"/>
                </a:cubicBezTo>
                <a:lnTo>
                  <a:pt x="20183" y="16809"/>
                </a:lnTo>
                <a:cubicBezTo>
                  <a:pt x="20244" y="16809"/>
                  <a:pt x="20305" y="16748"/>
                  <a:pt x="20366" y="16748"/>
                </a:cubicBezTo>
                <a:lnTo>
                  <a:pt x="20396" y="16748"/>
                </a:lnTo>
                <a:cubicBezTo>
                  <a:pt x="20400" y="16750"/>
                  <a:pt x="20404" y="16751"/>
                  <a:pt x="20408" y="16751"/>
                </a:cubicBezTo>
                <a:cubicBezTo>
                  <a:pt x="20478" y="16751"/>
                  <a:pt x="20647" y="16535"/>
                  <a:pt x="20761" y="16535"/>
                </a:cubicBezTo>
                <a:cubicBezTo>
                  <a:pt x="20883" y="16566"/>
                  <a:pt x="21004" y="16596"/>
                  <a:pt x="21095" y="16687"/>
                </a:cubicBezTo>
                <a:lnTo>
                  <a:pt x="21095" y="16809"/>
                </a:lnTo>
                <a:cubicBezTo>
                  <a:pt x="21072" y="16855"/>
                  <a:pt x="21080" y="16870"/>
                  <a:pt x="21101" y="16870"/>
                </a:cubicBezTo>
                <a:cubicBezTo>
                  <a:pt x="21136" y="16870"/>
                  <a:pt x="21209" y="16828"/>
                  <a:pt x="21247" y="16809"/>
                </a:cubicBezTo>
                <a:cubicBezTo>
                  <a:pt x="21278" y="16748"/>
                  <a:pt x="21521" y="16596"/>
                  <a:pt x="21551" y="16535"/>
                </a:cubicBezTo>
                <a:cubicBezTo>
                  <a:pt x="21561" y="16515"/>
                  <a:pt x="21568" y="16505"/>
                  <a:pt x="21572" y="16505"/>
                </a:cubicBezTo>
                <a:lnTo>
                  <a:pt x="21572" y="16505"/>
                </a:lnTo>
                <a:cubicBezTo>
                  <a:pt x="21578" y="16505"/>
                  <a:pt x="21572" y="16546"/>
                  <a:pt x="21551" y="16627"/>
                </a:cubicBezTo>
                <a:lnTo>
                  <a:pt x="21734" y="16657"/>
                </a:lnTo>
                <a:lnTo>
                  <a:pt x="21916" y="16687"/>
                </a:lnTo>
                <a:cubicBezTo>
                  <a:pt x="21984" y="16619"/>
                  <a:pt x="22087" y="16585"/>
                  <a:pt x="22198" y="16585"/>
                </a:cubicBezTo>
                <a:cubicBezTo>
                  <a:pt x="22235" y="16585"/>
                  <a:pt x="22273" y="16589"/>
                  <a:pt x="22311" y="16596"/>
                </a:cubicBezTo>
                <a:lnTo>
                  <a:pt x="22372" y="16657"/>
                </a:lnTo>
                <a:cubicBezTo>
                  <a:pt x="22463" y="16718"/>
                  <a:pt x="22524" y="16839"/>
                  <a:pt x="22615" y="16900"/>
                </a:cubicBezTo>
                <a:cubicBezTo>
                  <a:pt x="22676" y="16870"/>
                  <a:pt x="22706" y="16839"/>
                  <a:pt x="22676" y="16779"/>
                </a:cubicBezTo>
                <a:cubicBezTo>
                  <a:pt x="22676" y="16748"/>
                  <a:pt x="22949" y="16657"/>
                  <a:pt x="23041" y="16627"/>
                </a:cubicBezTo>
                <a:cubicBezTo>
                  <a:pt x="23078" y="16614"/>
                  <a:pt x="23121" y="16607"/>
                  <a:pt x="23165" y="16607"/>
                </a:cubicBezTo>
                <a:cubicBezTo>
                  <a:pt x="23227" y="16607"/>
                  <a:pt x="23291" y="16621"/>
                  <a:pt x="23345" y="16657"/>
                </a:cubicBezTo>
                <a:cubicBezTo>
                  <a:pt x="23390" y="16672"/>
                  <a:pt x="23428" y="16680"/>
                  <a:pt x="23466" y="16680"/>
                </a:cubicBezTo>
                <a:cubicBezTo>
                  <a:pt x="23504" y="16680"/>
                  <a:pt x="23542" y="16672"/>
                  <a:pt x="23588" y="16657"/>
                </a:cubicBezTo>
                <a:lnTo>
                  <a:pt x="23679" y="16627"/>
                </a:lnTo>
                <a:cubicBezTo>
                  <a:pt x="23740" y="16596"/>
                  <a:pt x="23861" y="16566"/>
                  <a:pt x="23861" y="16535"/>
                </a:cubicBezTo>
                <a:lnTo>
                  <a:pt x="23831" y="16323"/>
                </a:lnTo>
                <a:cubicBezTo>
                  <a:pt x="23953" y="16262"/>
                  <a:pt x="24044" y="16171"/>
                  <a:pt x="24135" y="16049"/>
                </a:cubicBezTo>
                <a:lnTo>
                  <a:pt x="24135" y="16049"/>
                </a:lnTo>
                <a:cubicBezTo>
                  <a:pt x="24135" y="16049"/>
                  <a:pt x="23861" y="16201"/>
                  <a:pt x="23770" y="16262"/>
                </a:cubicBezTo>
                <a:cubicBezTo>
                  <a:pt x="23738" y="16283"/>
                  <a:pt x="23706" y="16293"/>
                  <a:pt x="23677" y="16293"/>
                </a:cubicBezTo>
                <a:cubicBezTo>
                  <a:pt x="23626" y="16293"/>
                  <a:pt x="23588" y="16260"/>
                  <a:pt x="23588" y="16201"/>
                </a:cubicBezTo>
                <a:lnTo>
                  <a:pt x="23405" y="16231"/>
                </a:lnTo>
                <a:lnTo>
                  <a:pt x="23223" y="16231"/>
                </a:lnTo>
                <a:cubicBezTo>
                  <a:pt x="23253" y="16140"/>
                  <a:pt x="23314" y="16019"/>
                  <a:pt x="23375" y="15927"/>
                </a:cubicBezTo>
                <a:cubicBezTo>
                  <a:pt x="23378" y="15924"/>
                  <a:pt x="23383" y="15923"/>
                  <a:pt x="23388" y="15923"/>
                </a:cubicBezTo>
                <a:cubicBezTo>
                  <a:pt x="23431" y="15923"/>
                  <a:pt x="23530" y="16022"/>
                  <a:pt x="23557" y="16049"/>
                </a:cubicBezTo>
                <a:cubicBezTo>
                  <a:pt x="23561" y="16052"/>
                  <a:pt x="23568" y="16054"/>
                  <a:pt x="23578" y="16054"/>
                </a:cubicBezTo>
                <a:cubicBezTo>
                  <a:pt x="23659" y="16054"/>
                  <a:pt x="23935" y="15955"/>
                  <a:pt x="24044" y="15927"/>
                </a:cubicBezTo>
                <a:cubicBezTo>
                  <a:pt x="24076" y="15906"/>
                  <a:pt x="24112" y="15896"/>
                  <a:pt x="24148" y="15896"/>
                </a:cubicBezTo>
                <a:cubicBezTo>
                  <a:pt x="24213" y="15896"/>
                  <a:pt x="24278" y="15929"/>
                  <a:pt x="24317" y="15988"/>
                </a:cubicBezTo>
                <a:cubicBezTo>
                  <a:pt x="24317" y="16019"/>
                  <a:pt x="24591" y="16019"/>
                  <a:pt x="24652" y="16079"/>
                </a:cubicBezTo>
                <a:cubicBezTo>
                  <a:pt x="24682" y="16140"/>
                  <a:pt x="24652" y="16201"/>
                  <a:pt x="24560" y="16201"/>
                </a:cubicBezTo>
                <a:lnTo>
                  <a:pt x="24469" y="16201"/>
                </a:lnTo>
                <a:lnTo>
                  <a:pt x="24044" y="16292"/>
                </a:lnTo>
                <a:cubicBezTo>
                  <a:pt x="24155" y="16381"/>
                  <a:pt x="24283" y="16438"/>
                  <a:pt x="24414" y="16438"/>
                </a:cubicBezTo>
                <a:cubicBezTo>
                  <a:pt x="24463" y="16438"/>
                  <a:pt x="24512" y="16430"/>
                  <a:pt x="24560" y="16414"/>
                </a:cubicBezTo>
                <a:cubicBezTo>
                  <a:pt x="24593" y="16406"/>
                  <a:pt x="24626" y="16402"/>
                  <a:pt x="24658" y="16402"/>
                </a:cubicBezTo>
                <a:cubicBezTo>
                  <a:pt x="24745" y="16402"/>
                  <a:pt x="24828" y="16430"/>
                  <a:pt x="24895" y="16475"/>
                </a:cubicBezTo>
                <a:cubicBezTo>
                  <a:pt x="24906" y="16486"/>
                  <a:pt x="24918" y="16491"/>
                  <a:pt x="24929" y="16491"/>
                </a:cubicBezTo>
                <a:cubicBezTo>
                  <a:pt x="24978" y="16491"/>
                  <a:pt x="25022" y="16402"/>
                  <a:pt x="25047" y="16353"/>
                </a:cubicBezTo>
                <a:cubicBezTo>
                  <a:pt x="25047" y="16328"/>
                  <a:pt x="25051" y="16317"/>
                  <a:pt x="25059" y="16317"/>
                </a:cubicBezTo>
                <a:cubicBezTo>
                  <a:pt x="25080" y="16317"/>
                  <a:pt x="25124" y="16395"/>
                  <a:pt x="25168" y="16505"/>
                </a:cubicBezTo>
                <a:lnTo>
                  <a:pt x="25229" y="16627"/>
                </a:lnTo>
                <a:cubicBezTo>
                  <a:pt x="25260" y="16657"/>
                  <a:pt x="25290" y="16687"/>
                  <a:pt x="25351" y="16687"/>
                </a:cubicBezTo>
                <a:cubicBezTo>
                  <a:pt x="25472" y="16657"/>
                  <a:pt x="25381" y="16657"/>
                  <a:pt x="25351" y="16596"/>
                </a:cubicBezTo>
                <a:cubicBezTo>
                  <a:pt x="25320" y="16535"/>
                  <a:pt x="25351" y="16475"/>
                  <a:pt x="25442" y="16444"/>
                </a:cubicBezTo>
                <a:cubicBezTo>
                  <a:pt x="25507" y="16444"/>
                  <a:pt x="25526" y="16522"/>
                  <a:pt x="25586" y="16522"/>
                </a:cubicBezTo>
                <a:cubicBezTo>
                  <a:pt x="25611" y="16522"/>
                  <a:pt x="25642" y="16509"/>
                  <a:pt x="25685" y="16475"/>
                </a:cubicBezTo>
                <a:cubicBezTo>
                  <a:pt x="25731" y="16459"/>
                  <a:pt x="25784" y="16452"/>
                  <a:pt x="25841" y="16452"/>
                </a:cubicBezTo>
                <a:cubicBezTo>
                  <a:pt x="25898" y="16452"/>
                  <a:pt x="25959" y="16459"/>
                  <a:pt x="26019" y="16475"/>
                </a:cubicBezTo>
                <a:cubicBezTo>
                  <a:pt x="26050" y="16490"/>
                  <a:pt x="26080" y="16497"/>
                  <a:pt x="26111" y="16497"/>
                </a:cubicBezTo>
                <a:cubicBezTo>
                  <a:pt x="26141" y="16497"/>
                  <a:pt x="26171" y="16490"/>
                  <a:pt x="26202" y="16475"/>
                </a:cubicBezTo>
                <a:cubicBezTo>
                  <a:pt x="26263" y="16459"/>
                  <a:pt x="26331" y="16452"/>
                  <a:pt x="26399" y="16452"/>
                </a:cubicBezTo>
                <a:cubicBezTo>
                  <a:pt x="26468" y="16452"/>
                  <a:pt x="26536" y="16459"/>
                  <a:pt x="26597" y="16475"/>
                </a:cubicBezTo>
                <a:cubicBezTo>
                  <a:pt x="26623" y="16485"/>
                  <a:pt x="26648" y="16489"/>
                  <a:pt x="26671" y="16489"/>
                </a:cubicBezTo>
                <a:cubicBezTo>
                  <a:pt x="26759" y="16489"/>
                  <a:pt x="26830" y="16430"/>
                  <a:pt x="26918" y="16430"/>
                </a:cubicBezTo>
                <a:cubicBezTo>
                  <a:pt x="26941" y="16430"/>
                  <a:pt x="26966" y="16434"/>
                  <a:pt x="26992" y="16444"/>
                </a:cubicBezTo>
                <a:lnTo>
                  <a:pt x="27083" y="16475"/>
                </a:lnTo>
                <a:cubicBezTo>
                  <a:pt x="27174" y="16475"/>
                  <a:pt x="27266" y="16444"/>
                  <a:pt x="27357" y="16414"/>
                </a:cubicBezTo>
                <a:lnTo>
                  <a:pt x="27387" y="16383"/>
                </a:lnTo>
                <a:cubicBezTo>
                  <a:pt x="27418" y="16353"/>
                  <a:pt x="27478" y="16323"/>
                  <a:pt x="27509" y="16323"/>
                </a:cubicBezTo>
                <a:lnTo>
                  <a:pt x="27661" y="16353"/>
                </a:lnTo>
                <a:cubicBezTo>
                  <a:pt x="27722" y="16383"/>
                  <a:pt x="27790" y="16399"/>
                  <a:pt x="27855" y="16399"/>
                </a:cubicBezTo>
                <a:cubicBezTo>
                  <a:pt x="27919" y="16399"/>
                  <a:pt x="27980" y="16383"/>
                  <a:pt x="28026" y="16353"/>
                </a:cubicBezTo>
                <a:cubicBezTo>
                  <a:pt x="28034" y="16345"/>
                  <a:pt x="28046" y="16341"/>
                  <a:pt x="28062" y="16341"/>
                </a:cubicBezTo>
                <a:cubicBezTo>
                  <a:pt x="28105" y="16341"/>
                  <a:pt x="28172" y="16369"/>
                  <a:pt x="28238" y="16414"/>
                </a:cubicBezTo>
                <a:lnTo>
                  <a:pt x="28329" y="16475"/>
                </a:lnTo>
                <a:lnTo>
                  <a:pt x="28360" y="16475"/>
                </a:lnTo>
                <a:cubicBezTo>
                  <a:pt x="28421" y="16475"/>
                  <a:pt x="28481" y="16414"/>
                  <a:pt x="28481" y="16383"/>
                </a:cubicBezTo>
                <a:lnTo>
                  <a:pt x="28481" y="16323"/>
                </a:lnTo>
                <a:cubicBezTo>
                  <a:pt x="28481" y="16307"/>
                  <a:pt x="28474" y="16307"/>
                  <a:pt x="28466" y="16307"/>
                </a:cubicBezTo>
                <a:cubicBezTo>
                  <a:pt x="28459" y="16307"/>
                  <a:pt x="28451" y="16307"/>
                  <a:pt x="28451" y="16292"/>
                </a:cubicBezTo>
                <a:cubicBezTo>
                  <a:pt x="28451" y="16262"/>
                  <a:pt x="28421" y="16231"/>
                  <a:pt x="28451" y="16231"/>
                </a:cubicBezTo>
                <a:lnTo>
                  <a:pt x="28542" y="16231"/>
                </a:lnTo>
                <a:lnTo>
                  <a:pt x="28633" y="16353"/>
                </a:lnTo>
                <a:cubicBezTo>
                  <a:pt x="28785" y="16535"/>
                  <a:pt x="28785" y="16657"/>
                  <a:pt x="28664" y="16657"/>
                </a:cubicBezTo>
                <a:lnTo>
                  <a:pt x="28603" y="16657"/>
                </a:lnTo>
                <a:cubicBezTo>
                  <a:pt x="28573" y="16657"/>
                  <a:pt x="28542" y="16687"/>
                  <a:pt x="28512" y="16718"/>
                </a:cubicBezTo>
                <a:cubicBezTo>
                  <a:pt x="28481" y="16809"/>
                  <a:pt x="28603" y="16809"/>
                  <a:pt x="28694" y="16809"/>
                </a:cubicBezTo>
                <a:lnTo>
                  <a:pt x="28725" y="16809"/>
                </a:lnTo>
                <a:cubicBezTo>
                  <a:pt x="28816" y="16809"/>
                  <a:pt x="28907" y="16779"/>
                  <a:pt x="28968" y="16718"/>
                </a:cubicBezTo>
                <a:lnTo>
                  <a:pt x="29089" y="16779"/>
                </a:lnTo>
                <a:cubicBezTo>
                  <a:pt x="29120" y="16779"/>
                  <a:pt x="29181" y="16779"/>
                  <a:pt x="29211" y="16748"/>
                </a:cubicBezTo>
                <a:cubicBezTo>
                  <a:pt x="29241" y="16718"/>
                  <a:pt x="29241" y="16687"/>
                  <a:pt x="29211" y="16657"/>
                </a:cubicBezTo>
                <a:cubicBezTo>
                  <a:pt x="29181" y="16627"/>
                  <a:pt x="29150" y="16596"/>
                  <a:pt x="29089" y="16566"/>
                </a:cubicBezTo>
                <a:cubicBezTo>
                  <a:pt x="29029" y="16505"/>
                  <a:pt x="28877" y="16566"/>
                  <a:pt x="28937" y="16414"/>
                </a:cubicBezTo>
                <a:lnTo>
                  <a:pt x="28968" y="16353"/>
                </a:lnTo>
                <a:cubicBezTo>
                  <a:pt x="28983" y="16330"/>
                  <a:pt x="29005" y="16320"/>
                  <a:pt x="29030" y="16320"/>
                </a:cubicBezTo>
                <a:cubicBezTo>
                  <a:pt x="29101" y="16320"/>
                  <a:pt x="29196" y="16399"/>
                  <a:pt x="29241" y="16444"/>
                </a:cubicBezTo>
                <a:cubicBezTo>
                  <a:pt x="29250" y="16470"/>
                  <a:pt x="29276" y="16481"/>
                  <a:pt x="29314" y="16481"/>
                </a:cubicBezTo>
                <a:cubicBezTo>
                  <a:pt x="29412" y="16481"/>
                  <a:pt x="29592" y="16410"/>
                  <a:pt x="29788" y="16323"/>
                </a:cubicBezTo>
                <a:lnTo>
                  <a:pt x="30062" y="16292"/>
                </a:lnTo>
                <a:lnTo>
                  <a:pt x="30366" y="16262"/>
                </a:lnTo>
                <a:cubicBezTo>
                  <a:pt x="30396" y="16079"/>
                  <a:pt x="30396" y="15897"/>
                  <a:pt x="30366" y="15715"/>
                </a:cubicBezTo>
                <a:cubicBezTo>
                  <a:pt x="30366" y="15684"/>
                  <a:pt x="30457" y="15624"/>
                  <a:pt x="30640" y="15593"/>
                </a:cubicBezTo>
                <a:lnTo>
                  <a:pt x="30700" y="15715"/>
                </a:lnTo>
                <a:cubicBezTo>
                  <a:pt x="30731" y="15745"/>
                  <a:pt x="30670" y="15775"/>
                  <a:pt x="30670" y="15836"/>
                </a:cubicBezTo>
                <a:cubicBezTo>
                  <a:pt x="30670" y="15897"/>
                  <a:pt x="30670" y="15958"/>
                  <a:pt x="30700" y="16019"/>
                </a:cubicBezTo>
                <a:cubicBezTo>
                  <a:pt x="30700" y="16079"/>
                  <a:pt x="30731" y="16171"/>
                  <a:pt x="30761" y="16171"/>
                </a:cubicBezTo>
                <a:cubicBezTo>
                  <a:pt x="30761" y="16171"/>
                  <a:pt x="30700" y="16201"/>
                  <a:pt x="30670" y="16201"/>
                </a:cubicBezTo>
                <a:lnTo>
                  <a:pt x="30579" y="16231"/>
                </a:lnTo>
                <a:cubicBezTo>
                  <a:pt x="30488" y="16292"/>
                  <a:pt x="30518" y="16475"/>
                  <a:pt x="30548" y="16535"/>
                </a:cubicBezTo>
                <a:cubicBezTo>
                  <a:pt x="30553" y="16540"/>
                  <a:pt x="30560" y="16543"/>
                  <a:pt x="30568" y="16543"/>
                </a:cubicBezTo>
                <a:cubicBezTo>
                  <a:pt x="30608" y="16543"/>
                  <a:pt x="30680" y="16480"/>
                  <a:pt x="30731" y="16353"/>
                </a:cubicBezTo>
                <a:lnTo>
                  <a:pt x="30913" y="16292"/>
                </a:lnTo>
                <a:cubicBezTo>
                  <a:pt x="30916" y="16290"/>
                  <a:pt x="30918" y="16289"/>
                  <a:pt x="30922" y="16289"/>
                </a:cubicBezTo>
                <a:cubicBezTo>
                  <a:pt x="30944" y="16289"/>
                  <a:pt x="30984" y="16344"/>
                  <a:pt x="31017" y="16344"/>
                </a:cubicBezTo>
                <a:cubicBezTo>
                  <a:pt x="31037" y="16344"/>
                  <a:pt x="31055" y="16324"/>
                  <a:pt x="31065" y="16262"/>
                </a:cubicBezTo>
                <a:cubicBezTo>
                  <a:pt x="31096" y="16201"/>
                  <a:pt x="31187" y="16140"/>
                  <a:pt x="31278" y="16079"/>
                </a:cubicBezTo>
                <a:cubicBezTo>
                  <a:pt x="31308" y="16064"/>
                  <a:pt x="31354" y="16057"/>
                  <a:pt x="31392" y="16057"/>
                </a:cubicBezTo>
                <a:cubicBezTo>
                  <a:pt x="31430" y="16057"/>
                  <a:pt x="31460" y="16064"/>
                  <a:pt x="31460" y="16079"/>
                </a:cubicBezTo>
                <a:cubicBezTo>
                  <a:pt x="31491" y="16110"/>
                  <a:pt x="31399" y="16171"/>
                  <a:pt x="31399" y="16231"/>
                </a:cubicBezTo>
                <a:cubicBezTo>
                  <a:pt x="31430" y="16262"/>
                  <a:pt x="31582" y="16262"/>
                  <a:pt x="31612" y="16262"/>
                </a:cubicBezTo>
                <a:cubicBezTo>
                  <a:pt x="31643" y="16262"/>
                  <a:pt x="31825" y="16049"/>
                  <a:pt x="31886" y="15988"/>
                </a:cubicBezTo>
                <a:cubicBezTo>
                  <a:pt x="31910" y="15980"/>
                  <a:pt x="31937" y="15976"/>
                  <a:pt x="31964" y="15976"/>
                </a:cubicBezTo>
                <a:cubicBezTo>
                  <a:pt x="32038" y="15976"/>
                  <a:pt x="32115" y="16005"/>
                  <a:pt x="32159" y="16049"/>
                </a:cubicBezTo>
                <a:lnTo>
                  <a:pt x="32220" y="16110"/>
                </a:lnTo>
                <a:cubicBezTo>
                  <a:pt x="32251" y="16140"/>
                  <a:pt x="32311" y="16201"/>
                  <a:pt x="32342" y="16201"/>
                </a:cubicBezTo>
                <a:cubicBezTo>
                  <a:pt x="32433" y="16171"/>
                  <a:pt x="32433" y="16079"/>
                  <a:pt x="32372" y="16019"/>
                </a:cubicBezTo>
                <a:cubicBezTo>
                  <a:pt x="32281" y="15988"/>
                  <a:pt x="32311" y="15897"/>
                  <a:pt x="32372" y="15867"/>
                </a:cubicBezTo>
                <a:cubicBezTo>
                  <a:pt x="32378" y="15861"/>
                  <a:pt x="32386" y="15859"/>
                  <a:pt x="32397" y="15859"/>
                </a:cubicBezTo>
                <a:cubicBezTo>
                  <a:pt x="32444" y="15859"/>
                  <a:pt x="32530" y="15908"/>
                  <a:pt x="32555" y="15958"/>
                </a:cubicBezTo>
                <a:lnTo>
                  <a:pt x="32615" y="15988"/>
                </a:lnTo>
                <a:cubicBezTo>
                  <a:pt x="32615" y="16049"/>
                  <a:pt x="32646" y="16110"/>
                  <a:pt x="32646" y="16140"/>
                </a:cubicBezTo>
                <a:cubicBezTo>
                  <a:pt x="32767" y="16201"/>
                  <a:pt x="32858" y="16262"/>
                  <a:pt x="32980" y="16323"/>
                </a:cubicBezTo>
                <a:lnTo>
                  <a:pt x="33132" y="16353"/>
                </a:lnTo>
                <a:lnTo>
                  <a:pt x="33345" y="16383"/>
                </a:lnTo>
                <a:cubicBezTo>
                  <a:pt x="33436" y="16292"/>
                  <a:pt x="33436" y="16171"/>
                  <a:pt x="33406" y="16140"/>
                </a:cubicBezTo>
                <a:cubicBezTo>
                  <a:pt x="33375" y="16140"/>
                  <a:pt x="33345" y="15958"/>
                  <a:pt x="33406" y="15927"/>
                </a:cubicBezTo>
                <a:cubicBezTo>
                  <a:pt x="33410" y="15923"/>
                  <a:pt x="33416" y="15921"/>
                  <a:pt x="33424" y="15921"/>
                </a:cubicBezTo>
                <a:cubicBezTo>
                  <a:pt x="33475" y="15921"/>
                  <a:pt x="33592" y="15997"/>
                  <a:pt x="33618" y="16049"/>
                </a:cubicBezTo>
                <a:cubicBezTo>
                  <a:pt x="33626" y="16057"/>
                  <a:pt x="33635" y="16060"/>
                  <a:pt x="33646" y="16060"/>
                </a:cubicBezTo>
                <a:cubicBezTo>
                  <a:pt x="33679" y="16060"/>
                  <a:pt x="33725" y="16026"/>
                  <a:pt x="33770" y="15958"/>
                </a:cubicBezTo>
                <a:lnTo>
                  <a:pt x="33801" y="15958"/>
                </a:lnTo>
                <a:lnTo>
                  <a:pt x="33983" y="15927"/>
                </a:lnTo>
                <a:cubicBezTo>
                  <a:pt x="33983" y="16019"/>
                  <a:pt x="34196" y="16323"/>
                  <a:pt x="34317" y="16353"/>
                </a:cubicBezTo>
                <a:cubicBezTo>
                  <a:pt x="34469" y="16353"/>
                  <a:pt x="34591" y="16049"/>
                  <a:pt x="34561" y="15927"/>
                </a:cubicBezTo>
                <a:cubicBezTo>
                  <a:pt x="34547" y="15874"/>
                  <a:pt x="34557" y="15850"/>
                  <a:pt x="34581" y="15850"/>
                </a:cubicBezTo>
                <a:cubicBezTo>
                  <a:pt x="34610" y="15850"/>
                  <a:pt x="34661" y="15890"/>
                  <a:pt x="34713" y="15958"/>
                </a:cubicBezTo>
                <a:lnTo>
                  <a:pt x="35077" y="15958"/>
                </a:lnTo>
                <a:cubicBezTo>
                  <a:pt x="35260" y="15927"/>
                  <a:pt x="35442" y="15897"/>
                  <a:pt x="35624" y="15836"/>
                </a:cubicBezTo>
                <a:lnTo>
                  <a:pt x="35685" y="15867"/>
                </a:lnTo>
                <a:cubicBezTo>
                  <a:pt x="35741" y="15894"/>
                  <a:pt x="35785" y="15905"/>
                  <a:pt x="35823" y="15905"/>
                </a:cubicBezTo>
                <a:cubicBezTo>
                  <a:pt x="35910" y="15905"/>
                  <a:pt x="35965" y="15848"/>
                  <a:pt x="36050" y="15806"/>
                </a:cubicBezTo>
                <a:cubicBezTo>
                  <a:pt x="36050" y="15800"/>
                  <a:pt x="36052" y="15797"/>
                  <a:pt x="36057" y="15797"/>
                </a:cubicBezTo>
                <a:cubicBezTo>
                  <a:pt x="36073" y="15797"/>
                  <a:pt x="36117" y="15836"/>
                  <a:pt x="36141" y="15836"/>
                </a:cubicBezTo>
                <a:lnTo>
                  <a:pt x="36232" y="15867"/>
                </a:lnTo>
                <a:cubicBezTo>
                  <a:pt x="36293" y="15806"/>
                  <a:pt x="36354" y="15715"/>
                  <a:pt x="36384" y="15715"/>
                </a:cubicBezTo>
                <a:cubicBezTo>
                  <a:pt x="36445" y="15715"/>
                  <a:pt x="36476" y="15745"/>
                  <a:pt x="36506" y="15775"/>
                </a:cubicBezTo>
                <a:cubicBezTo>
                  <a:pt x="36506" y="15806"/>
                  <a:pt x="36415" y="15988"/>
                  <a:pt x="36506" y="16049"/>
                </a:cubicBezTo>
                <a:cubicBezTo>
                  <a:pt x="36521" y="16064"/>
                  <a:pt x="36533" y="16070"/>
                  <a:pt x="36545" y="16070"/>
                </a:cubicBezTo>
                <a:cubicBezTo>
                  <a:pt x="36581" y="16070"/>
                  <a:pt x="36604" y="16011"/>
                  <a:pt x="36628" y="15988"/>
                </a:cubicBezTo>
                <a:cubicBezTo>
                  <a:pt x="36658" y="15927"/>
                  <a:pt x="36688" y="15867"/>
                  <a:pt x="36719" y="15806"/>
                </a:cubicBezTo>
                <a:cubicBezTo>
                  <a:pt x="36749" y="15745"/>
                  <a:pt x="36810" y="15654"/>
                  <a:pt x="36840" y="15593"/>
                </a:cubicBezTo>
                <a:cubicBezTo>
                  <a:pt x="36848" y="15585"/>
                  <a:pt x="36865" y="15581"/>
                  <a:pt x="36888" y="15581"/>
                </a:cubicBezTo>
                <a:cubicBezTo>
                  <a:pt x="36950" y="15581"/>
                  <a:pt x="37055" y="15609"/>
                  <a:pt x="37144" y="15654"/>
                </a:cubicBezTo>
                <a:lnTo>
                  <a:pt x="37266" y="15745"/>
                </a:lnTo>
                <a:cubicBezTo>
                  <a:pt x="37254" y="15781"/>
                  <a:pt x="37228" y="15793"/>
                  <a:pt x="37199" y="15793"/>
                </a:cubicBezTo>
                <a:cubicBezTo>
                  <a:pt x="37154" y="15793"/>
                  <a:pt x="37102" y="15764"/>
                  <a:pt x="37083" y="15745"/>
                </a:cubicBezTo>
                <a:cubicBezTo>
                  <a:pt x="37075" y="15736"/>
                  <a:pt x="37058" y="15733"/>
                  <a:pt x="37038" y="15733"/>
                </a:cubicBezTo>
                <a:cubicBezTo>
                  <a:pt x="36990" y="15733"/>
                  <a:pt x="36923" y="15754"/>
                  <a:pt x="36901" y="15775"/>
                </a:cubicBezTo>
                <a:cubicBezTo>
                  <a:pt x="36871" y="15806"/>
                  <a:pt x="37023" y="15927"/>
                  <a:pt x="37114" y="15958"/>
                </a:cubicBezTo>
                <a:cubicBezTo>
                  <a:pt x="37138" y="15966"/>
                  <a:pt x="37163" y="15970"/>
                  <a:pt x="37187" y="15970"/>
                </a:cubicBezTo>
                <a:cubicBezTo>
                  <a:pt x="37254" y="15970"/>
                  <a:pt x="37321" y="15942"/>
                  <a:pt x="37387" y="15897"/>
                </a:cubicBezTo>
                <a:lnTo>
                  <a:pt x="37448" y="15836"/>
                </a:lnTo>
                <a:cubicBezTo>
                  <a:pt x="37509" y="15806"/>
                  <a:pt x="37600" y="15775"/>
                  <a:pt x="37631" y="15775"/>
                </a:cubicBezTo>
                <a:lnTo>
                  <a:pt x="37661" y="15836"/>
                </a:lnTo>
                <a:cubicBezTo>
                  <a:pt x="37665" y="15845"/>
                  <a:pt x="37671" y="15848"/>
                  <a:pt x="37678" y="15848"/>
                </a:cubicBezTo>
                <a:cubicBezTo>
                  <a:pt x="37723" y="15848"/>
                  <a:pt x="37821" y="15698"/>
                  <a:pt x="37874" y="15593"/>
                </a:cubicBezTo>
                <a:cubicBezTo>
                  <a:pt x="37881" y="15573"/>
                  <a:pt x="37892" y="15563"/>
                  <a:pt x="37907" y="15563"/>
                </a:cubicBezTo>
                <a:cubicBezTo>
                  <a:pt x="37960" y="15563"/>
                  <a:pt x="38060" y="15678"/>
                  <a:pt x="38178" y="15867"/>
                </a:cubicBezTo>
                <a:lnTo>
                  <a:pt x="38573" y="15867"/>
                </a:lnTo>
                <a:cubicBezTo>
                  <a:pt x="38786" y="15775"/>
                  <a:pt x="39029" y="15745"/>
                  <a:pt x="39242" y="15745"/>
                </a:cubicBezTo>
                <a:cubicBezTo>
                  <a:pt x="39258" y="15751"/>
                  <a:pt x="39275" y="15753"/>
                  <a:pt x="39291" y="15753"/>
                </a:cubicBezTo>
                <a:cubicBezTo>
                  <a:pt x="39363" y="15753"/>
                  <a:pt x="39424" y="15704"/>
                  <a:pt x="39424" y="15654"/>
                </a:cubicBezTo>
                <a:lnTo>
                  <a:pt x="39394" y="15593"/>
                </a:lnTo>
                <a:lnTo>
                  <a:pt x="39363" y="15563"/>
                </a:lnTo>
                <a:cubicBezTo>
                  <a:pt x="39287" y="15537"/>
                  <a:pt x="39508" y="15427"/>
                  <a:pt x="39671" y="15427"/>
                </a:cubicBezTo>
                <a:cubicBezTo>
                  <a:pt x="39704" y="15427"/>
                  <a:pt x="39733" y="15431"/>
                  <a:pt x="39758" y="15441"/>
                </a:cubicBezTo>
                <a:cubicBezTo>
                  <a:pt x="39880" y="15472"/>
                  <a:pt x="39971" y="15532"/>
                  <a:pt x="39941" y="15563"/>
                </a:cubicBezTo>
                <a:cubicBezTo>
                  <a:pt x="40009" y="15631"/>
                  <a:pt x="40077" y="15665"/>
                  <a:pt x="40159" y="15665"/>
                </a:cubicBezTo>
                <a:cubicBezTo>
                  <a:pt x="40186" y="15665"/>
                  <a:pt x="40214" y="15662"/>
                  <a:pt x="40245" y="15654"/>
                </a:cubicBezTo>
                <a:cubicBezTo>
                  <a:pt x="40300" y="15598"/>
                  <a:pt x="40356" y="15542"/>
                  <a:pt x="40426" y="15542"/>
                </a:cubicBezTo>
                <a:cubicBezTo>
                  <a:pt x="40470" y="15542"/>
                  <a:pt x="40520" y="15565"/>
                  <a:pt x="40579" y="15624"/>
                </a:cubicBezTo>
                <a:cubicBezTo>
                  <a:pt x="40585" y="15630"/>
                  <a:pt x="40596" y="15632"/>
                  <a:pt x="40610" y="15632"/>
                </a:cubicBezTo>
                <a:cubicBezTo>
                  <a:pt x="40668" y="15632"/>
                  <a:pt x="40780" y="15593"/>
                  <a:pt x="40853" y="15593"/>
                </a:cubicBezTo>
                <a:cubicBezTo>
                  <a:pt x="40913" y="15563"/>
                  <a:pt x="40974" y="15563"/>
                  <a:pt x="41035" y="15563"/>
                </a:cubicBezTo>
                <a:cubicBezTo>
                  <a:pt x="41065" y="15563"/>
                  <a:pt x="41126" y="15563"/>
                  <a:pt x="41126" y="15593"/>
                </a:cubicBezTo>
                <a:cubicBezTo>
                  <a:pt x="41156" y="15654"/>
                  <a:pt x="41126" y="15684"/>
                  <a:pt x="41096" y="15715"/>
                </a:cubicBezTo>
                <a:lnTo>
                  <a:pt x="41005" y="15745"/>
                </a:lnTo>
                <a:cubicBezTo>
                  <a:pt x="40913" y="15806"/>
                  <a:pt x="40944" y="15867"/>
                  <a:pt x="41126" y="15897"/>
                </a:cubicBezTo>
                <a:lnTo>
                  <a:pt x="41217" y="15775"/>
                </a:lnTo>
                <a:cubicBezTo>
                  <a:pt x="41238" y="15775"/>
                  <a:pt x="41258" y="15735"/>
                  <a:pt x="41296" y="15735"/>
                </a:cubicBezTo>
                <a:cubicBezTo>
                  <a:pt x="41315" y="15735"/>
                  <a:pt x="41339" y="15745"/>
                  <a:pt x="41369" y="15775"/>
                </a:cubicBezTo>
                <a:lnTo>
                  <a:pt x="41369" y="15806"/>
                </a:lnTo>
                <a:cubicBezTo>
                  <a:pt x="41400" y="15867"/>
                  <a:pt x="41400" y="15897"/>
                  <a:pt x="41369" y="15958"/>
                </a:cubicBezTo>
                <a:lnTo>
                  <a:pt x="41491" y="15958"/>
                </a:lnTo>
                <a:cubicBezTo>
                  <a:pt x="41552" y="15897"/>
                  <a:pt x="41582" y="15806"/>
                  <a:pt x="41582" y="15715"/>
                </a:cubicBezTo>
                <a:cubicBezTo>
                  <a:pt x="41582" y="15654"/>
                  <a:pt x="41704" y="15654"/>
                  <a:pt x="41825" y="15654"/>
                </a:cubicBezTo>
                <a:lnTo>
                  <a:pt x="41856" y="15684"/>
                </a:lnTo>
                <a:cubicBezTo>
                  <a:pt x="41916" y="15745"/>
                  <a:pt x="41856" y="15806"/>
                  <a:pt x="41734" y="15806"/>
                </a:cubicBezTo>
                <a:lnTo>
                  <a:pt x="41704" y="15806"/>
                </a:lnTo>
                <a:cubicBezTo>
                  <a:pt x="41673" y="15867"/>
                  <a:pt x="41734" y="15958"/>
                  <a:pt x="41825" y="15958"/>
                </a:cubicBezTo>
                <a:cubicBezTo>
                  <a:pt x="41845" y="15927"/>
                  <a:pt x="41866" y="15917"/>
                  <a:pt x="41886" y="15917"/>
                </a:cubicBezTo>
                <a:cubicBezTo>
                  <a:pt x="41927" y="15917"/>
                  <a:pt x="41967" y="15958"/>
                  <a:pt x="42008" y="15958"/>
                </a:cubicBezTo>
                <a:lnTo>
                  <a:pt x="42068" y="15958"/>
                </a:lnTo>
                <a:cubicBezTo>
                  <a:pt x="42190" y="15927"/>
                  <a:pt x="42281" y="15867"/>
                  <a:pt x="42342" y="15806"/>
                </a:cubicBezTo>
                <a:lnTo>
                  <a:pt x="42464" y="15836"/>
                </a:lnTo>
                <a:lnTo>
                  <a:pt x="42676" y="15897"/>
                </a:lnTo>
                <a:cubicBezTo>
                  <a:pt x="42980" y="15897"/>
                  <a:pt x="42980" y="15684"/>
                  <a:pt x="42980" y="15593"/>
                </a:cubicBezTo>
                <a:cubicBezTo>
                  <a:pt x="42980" y="15441"/>
                  <a:pt x="42980" y="15289"/>
                  <a:pt x="42950" y="15137"/>
                </a:cubicBezTo>
                <a:cubicBezTo>
                  <a:pt x="42919" y="15076"/>
                  <a:pt x="42980" y="14955"/>
                  <a:pt x="43071" y="14924"/>
                </a:cubicBezTo>
                <a:lnTo>
                  <a:pt x="43163" y="14894"/>
                </a:lnTo>
                <a:cubicBezTo>
                  <a:pt x="43178" y="14879"/>
                  <a:pt x="43185" y="14871"/>
                  <a:pt x="43193" y="14871"/>
                </a:cubicBezTo>
                <a:cubicBezTo>
                  <a:pt x="43201" y="14871"/>
                  <a:pt x="43208" y="14879"/>
                  <a:pt x="43223" y="14894"/>
                </a:cubicBezTo>
                <a:cubicBezTo>
                  <a:pt x="43254" y="14894"/>
                  <a:pt x="43284" y="14894"/>
                  <a:pt x="43284" y="14924"/>
                </a:cubicBezTo>
                <a:cubicBezTo>
                  <a:pt x="43315" y="14985"/>
                  <a:pt x="43345" y="15076"/>
                  <a:pt x="43406" y="15137"/>
                </a:cubicBezTo>
                <a:cubicBezTo>
                  <a:pt x="43436" y="15168"/>
                  <a:pt x="43497" y="15198"/>
                  <a:pt x="43558" y="15198"/>
                </a:cubicBezTo>
                <a:lnTo>
                  <a:pt x="43649" y="15228"/>
                </a:lnTo>
                <a:cubicBezTo>
                  <a:pt x="43675" y="15234"/>
                  <a:pt x="43698" y="15236"/>
                  <a:pt x="43717" y="15236"/>
                </a:cubicBezTo>
                <a:cubicBezTo>
                  <a:pt x="43809" y="15236"/>
                  <a:pt x="43821" y="15177"/>
                  <a:pt x="43771" y="15076"/>
                </a:cubicBezTo>
                <a:lnTo>
                  <a:pt x="43710" y="14985"/>
                </a:lnTo>
                <a:cubicBezTo>
                  <a:pt x="43801" y="14894"/>
                  <a:pt x="43892" y="14864"/>
                  <a:pt x="43983" y="14833"/>
                </a:cubicBezTo>
                <a:lnTo>
                  <a:pt x="44135" y="14864"/>
                </a:lnTo>
                <a:lnTo>
                  <a:pt x="44287" y="14924"/>
                </a:lnTo>
                <a:cubicBezTo>
                  <a:pt x="44287" y="14985"/>
                  <a:pt x="44257" y="15076"/>
                  <a:pt x="44196" y="15137"/>
                </a:cubicBezTo>
                <a:cubicBezTo>
                  <a:pt x="44166" y="15137"/>
                  <a:pt x="44257" y="15289"/>
                  <a:pt x="44318" y="15350"/>
                </a:cubicBezTo>
                <a:cubicBezTo>
                  <a:pt x="44332" y="15364"/>
                  <a:pt x="44346" y="15370"/>
                  <a:pt x="44360" y="15370"/>
                </a:cubicBezTo>
                <a:cubicBezTo>
                  <a:pt x="44405" y="15370"/>
                  <a:pt x="44446" y="15305"/>
                  <a:pt x="44470" y="15259"/>
                </a:cubicBezTo>
                <a:cubicBezTo>
                  <a:pt x="44470" y="15255"/>
                  <a:pt x="44475" y="15253"/>
                  <a:pt x="44484" y="15253"/>
                </a:cubicBezTo>
                <a:cubicBezTo>
                  <a:pt x="44541" y="15253"/>
                  <a:pt x="44756" y="15328"/>
                  <a:pt x="44834" y="15380"/>
                </a:cubicBezTo>
                <a:cubicBezTo>
                  <a:pt x="44926" y="15441"/>
                  <a:pt x="44956" y="15502"/>
                  <a:pt x="44926" y="15532"/>
                </a:cubicBezTo>
                <a:cubicBezTo>
                  <a:pt x="44682" y="15563"/>
                  <a:pt x="44470" y="15593"/>
                  <a:pt x="44226" y="15624"/>
                </a:cubicBezTo>
                <a:cubicBezTo>
                  <a:pt x="44196" y="15624"/>
                  <a:pt x="44166" y="15684"/>
                  <a:pt x="44166" y="15715"/>
                </a:cubicBezTo>
                <a:cubicBezTo>
                  <a:pt x="44226" y="15745"/>
                  <a:pt x="44287" y="15775"/>
                  <a:pt x="44378" y="15775"/>
                </a:cubicBezTo>
                <a:lnTo>
                  <a:pt x="44409" y="15927"/>
                </a:lnTo>
                <a:lnTo>
                  <a:pt x="44439" y="15958"/>
                </a:lnTo>
                <a:cubicBezTo>
                  <a:pt x="44561" y="15836"/>
                  <a:pt x="44652" y="15745"/>
                  <a:pt x="44804" y="15684"/>
                </a:cubicBezTo>
                <a:lnTo>
                  <a:pt x="44956" y="15775"/>
                </a:lnTo>
                <a:cubicBezTo>
                  <a:pt x="45108" y="15897"/>
                  <a:pt x="45321" y="15958"/>
                  <a:pt x="45503" y="15958"/>
                </a:cubicBezTo>
                <a:lnTo>
                  <a:pt x="45716" y="15927"/>
                </a:lnTo>
                <a:cubicBezTo>
                  <a:pt x="45929" y="15806"/>
                  <a:pt x="46172" y="15654"/>
                  <a:pt x="46141" y="15624"/>
                </a:cubicBezTo>
                <a:cubicBezTo>
                  <a:pt x="46081" y="15593"/>
                  <a:pt x="45959" y="15502"/>
                  <a:pt x="45837" y="15411"/>
                </a:cubicBezTo>
                <a:lnTo>
                  <a:pt x="45746" y="15320"/>
                </a:lnTo>
                <a:cubicBezTo>
                  <a:pt x="45746" y="15289"/>
                  <a:pt x="45746" y="15228"/>
                  <a:pt x="45777" y="15228"/>
                </a:cubicBezTo>
                <a:lnTo>
                  <a:pt x="45929" y="15228"/>
                </a:lnTo>
                <a:lnTo>
                  <a:pt x="45959" y="15289"/>
                </a:lnTo>
                <a:cubicBezTo>
                  <a:pt x="45965" y="15295"/>
                  <a:pt x="45976" y="15297"/>
                  <a:pt x="45992" y="15297"/>
                </a:cubicBezTo>
                <a:cubicBezTo>
                  <a:pt x="46063" y="15297"/>
                  <a:pt x="46219" y="15248"/>
                  <a:pt x="46293" y="15198"/>
                </a:cubicBezTo>
                <a:cubicBezTo>
                  <a:pt x="46303" y="15191"/>
                  <a:pt x="46313" y="15188"/>
                  <a:pt x="46323" y="15188"/>
                </a:cubicBezTo>
                <a:cubicBezTo>
                  <a:pt x="46403" y="15188"/>
                  <a:pt x="46472" y="15390"/>
                  <a:pt x="46445" y="15472"/>
                </a:cubicBezTo>
                <a:cubicBezTo>
                  <a:pt x="46415" y="15563"/>
                  <a:pt x="46597" y="15624"/>
                  <a:pt x="46658" y="15624"/>
                </a:cubicBezTo>
                <a:cubicBezTo>
                  <a:pt x="46719" y="15624"/>
                  <a:pt x="46506" y="15472"/>
                  <a:pt x="46537" y="15380"/>
                </a:cubicBezTo>
                <a:cubicBezTo>
                  <a:pt x="46537" y="15305"/>
                  <a:pt x="46681" y="15251"/>
                  <a:pt x="46833" y="15251"/>
                </a:cubicBezTo>
                <a:cubicBezTo>
                  <a:pt x="46866" y="15251"/>
                  <a:pt x="46899" y="15253"/>
                  <a:pt x="46932" y="15259"/>
                </a:cubicBezTo>
                <a:lnTo>
                  <a:pt x="47023" y="15320"/>
                </a:lnTo>
                <a:cubicBezTo>
                  <a:pt x="47101" y="15378"/>
                  <a:pt x="47180" y="15412"/>
                  <a:pt x="47267" y="15412"/>
                </a:cubicBezTo>
                <a:cubicBezTo>
                  <a:pt x="47314" y="15412"/>
                  <a:pt x="47364" y="15402"/>
                  <a:pt x="47418" y="15380"/>
                </a:cubicBezTo>
                <a:cubicBezTo>
                  <a:pt x="47466" y="15344"/>
                  <a:pt x="47523" y="15327"/>
                  <a:pt x="47581" y="15327"/>
                </a:cubicBezTo>
                <a:cubicBezTo>
                  <a:pt x="47669" y="15327"/>
                  <a:pt x="47758" y="15368"/>
                  <a:pt x="47813" y="15441"/>
                </a:cubicBezTo>
                <a:lnTo>
                  <a:pt x="47904" y="15532"/>
                </a:lnTo>
                <a:cubicBezTo>
                  <a:pt x="48026" y="15472"/>
                  <a:pt x="48147" y="15380"/>
                  <a:pt x="48239" y="15289"/>
                </a:cubicBezTo>
                <a:lnTo>
                  <a:pt x="48208" y="15259"/>
                </a:lnTo>
                <a:lnTo>
                  <a:pt x="48056" y="15137"/>
                </a:lnTo>
                <a:cubicBezTo>
                  <a:pt x="48085" y="15130"/>
                  <a:pt x="48115" y="15126"/>
                  <a:pt x="48146" y="15126"/>
                </a:cubicBezTo>
                <a:cubicBezTo>
                  <a:pt x="48245" y="15126"/>
                  <a:pt x="48344" y="15166"/>
                  <a:pt x="48391" y="15259"/>
                </a:cubicBezTo>
                <a:lnTo>
                  <a:pt x="48482" y="15289"/>
                </a:lnTo>
                <a:cubicBezTo>
                  <a:pt x="48526" y="15300"/>
                  <a:pt x="48567" y="15307"/>
                  <a:pt x="48606" y="15307"/>
                </a:cubicBezTo>
                <a:cubicBezTo>
                  <a:pt x="48674" y="15307"/>
                  <a:pt x="48739" y="15286"/>
                  <a:pt x="48816" y="15228"/>
                </a:cubicBezTo>
                <a:lnTo>
                  <a:pt x="48877" y="15198"/>
                </a:lnTo>
                <a:cubicBezTo>
                  <a:pt x="49059" y="15228"/>
                  <a:pt x="49120" y="15320"/>
                  <a:pt x="49059" y="15441"/>
                </a:cubicBezTo>
                <a:lnTo>
                  <a:pt x="49059" y="15532"/>
                </a:lnTo>
                <a:cubicBezTo>
                  <a:pt x="49181" y="15593"/>
                  <a:pt x="49211" y="15654"/>
                  <a:pt x="49181" y="15654"/>
                </a:cubicBezTo>
                <a:lnTo>
                  <a:pt x="49090" y="15654"/>
                </a:lnTo>
                <a:cubicBezTo>
                  <a:pt x="48999" y="15654"/>
                  <a:pt x="48968" y="15715"/>
                  <a:pt x="48968" y="15775"/>
                </a:cubicBezTo>
                <a:lnTo>
                  <a:pt x="49090" y="15806"/>
                </a:lnTo>
                <a:lnTo>
                  <a:pt x="49211" y="15836"/>
                </a:lnTo>
                <a:cubicBezTo>
                  <a:pt x="49181" y="15927"/>
                  <a:pt x="49181" y="16019"/>
                  <a:pt x="49181" y="16110"/>
                </a:cubicBezTo>
                <a:lnTo>
                  <a:pt x="49242" y="16110"/>
                </a:lnTo>
                <a:cubicBezTo>
                  <a:pt x="49333" y="16049"/>
                  <a:pt x="49424" y="15988"/>
                  <a:pt x="49485" y="15897"/>
                </a:cubicBezTo>
                <a:cubicBezTo>
                  <a:pt x="49546" y="15867"/>
                  <a:pt x="49363" y="15654"/>
                  <a:pt x="49424" y="15593"/>
                </a:cubicBezTo>
                <a:cubicBezTo>
                  <a:pt x="49515" y="15502"/>
                  <a:pt x="49394" y="15441"/>
                  <a:pt x="49333" y="15411"/>
                </a:cubicBezTo>
                <a:cubicBezTo>
                  <a:pt x="49303" y="15411"/>
                  <a:pt x="49333" y="15259"/>
                  <a:pt x="49485" y="15107"/>
                </a:cubicBezTo>
                <a:lnTo>
                  <a:pt x="49698" y="15107"/>
                </a:lnTo>
                <a:cubicBezTo>
                  <a:pt x="49728" y="15137"/>
                  <a:pt x="49758" y="15198"/>
                  <a:pt x="49728" y="15259"/>
                </a:cubicBezTo>
                <a:lnTo>
                  <a:pt x="49667" y="15259"/>
                </a:lnTo>
                <a:cubicBezTo>
                  <a:pt x="49606" y="15259"/>
                  <a:pt x="49667" y="15350"/>
                  <a:pt x="49698" y="15380"/>
                </a:cubicBezTo>
                <a:cubicBezTo>
                  <a:pt x="49700" y="15383"/>
                  <a:pt x="49705" y="15384"/>
                  <a:pt x="49710" y="15384"/>
                </a:cubicBezTo>
                <a:cubicBezTo>
                  <a:pt x="49765" y="15384"/>
                  <a:pt x="49946" y="15253"/>
                  <a:pt x="50002" y="15198"/>
                </a:cubicBezTo>
                <a:cubicBezTo>
                  <a:pt x="50032" y="15168"/>
                  <a:pt x="50070" y="15152"/>
                  <a:pt x="50108" y="15152"/>
                </a:cubicBezTo>
                <a:cubicBezTo>
                  <a:pt x="50146" y="15152"/>
                  <a:pt x="50184" y="15168"/>
                  <a:pt x="50214" y="15198"/>
                </a:cubicBezTo>
                <a:lnTo>
                  <a:pt x="50275" y="15228"/>
                </a:lnTo>
                <a:lnTo>
                  <a:pt x="50336" y="15289"/>
                </a:lnTo>
                <a:cubicBezTo>
                  <a:pt x="50427" y="15350"/>
                  <a:pt x="50488" y="15380"/>
                  <a:pt x="50579" y="15441"/>
                </a:cubicBezTo>
                <a:cubicBezTo>
                  <a:pt x="50579" y="15450"/>
                  <a:pt x="50584" y="15454"/>
                  <a:pt x="50593" y="15454"/>
                </a:cubicBezTo>
                <a:cubicBezTo>
                  <a:pt x="50612" y="15454"/>
                  <a:pt x="50649" y="15432"/>
                  <a:pt x="50670" y="15411"/>
                </a:cubicBezTo>
                <a:lnTo>
                  <a:pt x="50701" y="15380"/>
                </a:lnTo>
                <a:lnTo>
                  <a:pt x="50731" y="15350"/>
                </a:lnTo>
                <a:cubicBezTo>
                  <a:pt x="50731" y="15289"/>
                  <a:pt x="51035" y="15016"/>
                  <a:pt x="51065" y="14894"/>
                </a:cubicBezTo>
                <a:cubicBezTo>
                  <a:pt x="51084" y="14857"/>
                  <a:pt x="51131" y="14845"/>
                  <a:pt x="51191" y="14845"/>
                </a:cubicBezTo>
                <a:cubicBezTo>
                  <a:pt x="51293" y="14845"/>
                  <a:pt x="51434" y="14879"/>
                  <a:pt x="51543" y="14879"/>
                </a:cubicBezTo>
                <a:cubicBezTo>
                  <a:pt x="51581" y="14879"/>
                  <a:pt x="51616" y="14875"/>
                  <a:pt x="51643" y="14864"/>
                </a:cubicBezTo>
                <a:cubicBezTo>
                  <a:pt x="51662" y="14856"/>
                  <a:pt x="51680" y="14853"/>
                  <a:pt x="51696" y="14853"/>
                </a:cubicBezTo>
                <a:cubicBezTo>
                  <a:pt x="51807" y="14853"/>
                  <a:pt x="51841" y="15016"/>
                  <a:pt x="51734" y="15016"/>
                </a:cubicBezTo>
                <a:cubicBezTo>
                  <a:pt x="51643" y="15046"/>
                  <a:pt x="51582" y="15107"/>
                  <a:pt x="51582" y="15228"/>
                </a:cubicBezTo>
                <a:cubicBezTo>
                  <a:pt x="51613" y="15259"/>
                  <a:pt x="51521" y="15472"/>
                  <a:pt x="51582" y="15502"/>
                </a:cubicBezTo>
                <a:cubicBezTo>
                  <a:pt x="51643" y="15502"/>
                  <a:pt x="51856" y="15320"/>
                  <a:pt x="52099" y="15076"/>
                </a:cubicBezTo>
                <a:lnTo>
                  <a:pt x="52464" y="15289"/>
                </a:lnTo>
                <a:lnTo>
                  <a:pt x="52524" y="15289"/>
                </a:lnTo>
                <a:cubicBezTo>
                  <a:pt x="52585" y="15289"/>
                  <a:pt x="52707" y="15228"/>
                  <a:pt x="52676" y="15198"/>
                </a:cubicBezTo>
                <a:cubicBezTo>
                  <a:pt x="52646" y="15168"/>
                  <a:pt x="52494" y="14985"/>
                  <a:pt x="52524" y="14924"/>
                </a:cubicBezTo>
                <a:cubicBezTo>
                  <a:pt x="52524" y="14899"/>
                  <a:pt x="52557" y="14889"/>
                  <a:pt x="52599" y="14889"/>
                </a:cubicBezTo>
                <a:cubicBezTo>
                  <a:pt x="52657" y="14889"/>
                  <a:pt x="52733" y="14907"/>
                  <a:pt x="52768" y="14924"/>
                </a:cubicBezTo>
                <a:cubicBezTo>
                  <a:pt x="52776" y="14929"/>
                  <a:pt x="52784" y="14930"/>
                  <a:pt x="52792" y="14930"/>
                </a:cubicBezTo>
                <a:cubicBezTo>
                  <a:pt x="52844" y="14930"/>
                  <a:pt x="52889" y="14855"/>
                  <a:pt x="52889" y="14803"/>
                </a:cubicBezTo>
                <a:cubicBezTo>
                  <a:pt x="52902" y="14777"/>
                  <a:pt x="52926" y="14768"/>
                  <a:pt x="52951" y="14768"/>
                </a:cubicBezTo>
                <a:cubicBezTo>
                  <a:pt x="52986" y="14768"/>
                  <a:pt x="53024" y="14785"/>
                  <a:pt x="53041" y="14803"/>
                </a:cubicBezTo>
                <a:cubicBezTo>
                  <a:pt x="53072" y="14833"/>
                  <a:pt x="53041" y="14924"/>
                  <a:pt x="52980" y="14985"/>
                </a:cubicBezTo>
                <a:lnTo>
                  <a:pt x="53193" y="14985"/>
                </a:lnTo>
                <a:cubicBezTo>
                  <a:pt x="53254" y="14985"/>
                  <a:pt x="53284" y="14955"/>
                  <a:pt x="53345" y="14924"/>
                </a:cubicBezTo>
                <a:cubicBezTo>
                  <a:pt x="53467" y="15016"/>
                  <a:pt x="53558" y="15137"/>
                  <a:pt x="53649" y="15289"/>
                </a:cubicBezTo>
                <a:cubicBezTo>
                  <a:pt x="53680" y="15380"/>
                  <a:pt x="53983" y="15502"/>
                  <a:pt x="54105" y="15532"/>
                </a:cubicBezTo>
                <a:cubicBezTo>
                  <a:pt x="54227" y="15532"/>
                  <a:pt x="54196" y="15320"/>
                  <a:pt x="54135" y="15259"/>
                </a:cubicBezTo>
                <a:cubicBezTo>
                  <a:pt x="54105" y="15137"/>
                  <a:pt x="54135" y="15046"/>
                  <a:pt x="54196" y="14955"/>
                </a:cubicBezTo>
                <a:cubicBezTo>
                  <a:pt x="54211" y="14940"/>
                  <a:pt x="54234" y="14932"/>
                  <a:pt x="54257" y="14932"/>
                </a:cubicBezTo>
                <a:cubicBezTo>
                  <a:pt x="54280" y="14932"/>
                  <a:pt x="54303" y="14940"/>
                  <a:pt x="54318" y="14955"/>
                </a:cubicBezTo>
                <a:cubicBezTo>
                  <a:pt x="54379" y="15076"/>
                  <a:pt x="54439" y="15168"/>
                  <a:pt x="54531" y="15289"/>
                </a:cubicBezTo>
                <a:lnTo>
                  <a:pt x="54743" y="15289"/>
                </a:lnTo>
                <a:cubicBezTo>
                  <a:pt x="54804" y="15259"/>
                  <a:pt x="54774" y="15168"/>
                  <a:pt x="54743" y="15168"/>
                </a:cubicBezTo>
                <a:lnTo>
                  <a:pt x="55017" y="15168"/>
                </a:lnTo>
                <a:cubicBezTo>
                  <a:pt x="55078" y="15168"/>
                  <a:pt x="55139" y="15107"/>
                  <a:pt x="55169" y="15046"/>
                </a:cubicBezTo>
                <a:cubicBezTo>
                  <a:pt x="55169" y="15016"/>
                  <a:pt x="55290" y="14894"/>
                  <a:pt x="55351" y="14894"/>
                </a:cubicBezTo>
                <a:cubicBezTo>
                  <a:pt x="55360" y="14898"/>
                  <a:pt x="55367" y="14900"/>
                  <a:pt x="55375" y="14900"/>
                </a:cubicBezTo>
                <a:cubicBezTo>
                  <a:pt x="55420" y="14900"/>
                  <a:pt x="55447" y="14825"/>
                  <a:pt x="55473" y="14772"/>
                </a:cubicBezTo>
                <a:cubicBezTo>
                  <a:pt x="55479" y="14760"/>
                  <a:pt x="55497" y="14755"/>
                  <a:pt x="55521" y="14755"/>
                </a:cubicBezTo>
                <a:cubicBezTo>
                  <a:pt x="55588" y="14755"/>
                  <a:pt x="55708" y="14790"/>
                  <a:pt x="55805" y="14790"/>
                </a:cubicBezTo>
                <a:cubicBezTo>
                  <a:pt x="55840" y="14790"/>
                  <a:pt x="55873" y="14785"/>
                  <a:pt x="55898" y="14772"/>
                </a:cubicBezTo>
                <a:cubicBezTo>
                  <a:pt x="55925" y="14764"/>
                  <a:pt x="55952" y="14760"/>
                  <a:pt x="55976" y="14760"/>
                </a:cubicBezTo>
                <a:cubicBezTo>
                  <a:pt x="56035" y="14760"/>
                  <a:pt x="56081" y="14781"/>
                  <a:pt x="56081" y="14803"/>
                </a:cubicBezTo>
                <a:lnTo>
                  <a:pt x="56081" y="14864"/>
                </a:lnTo>
                <a:cubicBezTo>
                  <a:pt x="56081" y="14921"/>
                  <a:pt x="56130" y="14943"/>
                  <a:pt x="56181" y="14943"/>
                </a:cubicBezTo>
                <a:cubicBezTo>
                  <a:pt x="56211" y="14943"/>
                  <a:pt x="56241" y="14936"/>
                  <a:pt x="56263" y="14924"/>
                </a:cubicBezTo>
                <a:cubicBezTo>
                  <a:pt x="56294" y="14894"/>
                  <a:pt x="56324" y="14803"/>
                  <a:pt x="56385" y="14803"/>
                </a:cubicBezTo>
                <a:lnTo>
                  <a:pt x="56446" y="14772"/>
                </a:lnTo>
                <a:cubicBezTo>
                  <a:pt x="56537" y="14772"/>
                  <a:pt x="56537" y="14651"/>
                  <a:pt x="56537" y="14620"/>
                </a:cubicBezTo>
                <a:cubicBezTo>
                  <a:pt x="56530" y="14606"/>
                  <a:pt x="56542" y="14600"/>
                  <a:pt x="56567" y="14600"/>
                </a:cubicBezTo>
                <a:cubicBezTo>
                  <a:pt x="56650" y="14600"/>
                  <a:pt x="56869" y="14665"/>
                  <a:pt x="56962" y="14712"/>
                </a:cubicBezTo>
                <a:cubicBezTo>
                  <a:pt x="57103" y="14740"/>
                  <a:pt x="57269" y="14897"/>
                  <a:pt x="57341" y="14897"/>
                </a:cubicBezTo>
                <a:cubicBezTo>
                  <a:pt x="57347" y="14897"/>
                  <a:pt x="57353" y="14896"/>
                  <a:pt x="57357" y="14894"/>
                </a:cubicBezTo>
                <a:cubicBezTo>
                  <a:pt x="57368" y="14889"/>
                  <a:pt x="57377" y="14886"/>
                  <a:pt x="57384" y="14886"/>
                </a:cubicBezTo>
                <a:cubicBezTo>
                  <a:pt x="57416" y="14886"/>
                  <a:pt x="57407" y="14941"/>
                  <a:pt x="57357" y="15016"/>
                </a:cubicBezTo>
                <a:lnTo>
                  <a:pt x="57449" y="15107"/>
                </a:lnTo>
                <a:lnTo>
                  <a:pt x="57449" y="15137"/>
                </a:lnTo>
                <a:cubicBezTo>
                  <a:pt x="57570" y="15107"/>
                  <a:pt x="57661" y="15046"/>
                  <a:pt x="57753" y="14955"/>
                </a:cubicBezTo>
                <a:cubicBezTo>
                  <a:pt x="57783" y="14940"/>
                  <a:pt x="57821" y="14932"/>
                  <a:pt x="57859" y="14932"/>
                </a:cubicBezTo>
                <a:cubicBezTo>
                  <a:pt x="57897" y="14932"/>
                  <a:pt x="57935" y="14940"/>
                  <a:pt x="57965" y="14955"/>
                </a:cubicBezTo>
                <a:cubicBezTo>
                  <a:pt x="57965" y="14957"/>
                  <a:pt x="57966" y="14957"/>
                  <a:pt x="57966" y="14957"/>
                </a:cubicBezTo>
                <a:cubicBezTo>
                  <a:pt x="57976" y="14957"/>
                  <a:pt x="58060" y="14737"/>
                  <a:pt x="58117" y="14651"/>
                </a:cubicBezTo>
                <a:cubicBezTo>
                  <a:pt x="58174" y="14613"/>
                  <a:pt x="58253" y="14587"/>
                  <a:pt x="58327" y="14587"/>
                </a:cubicBezTo>
                <a:cubicBezTo>
                  <a:pt x="58373" y="14587"/>
                  <a:pt x="58417" y="14597"/>
                  <a:pt x="58452" y="14620"/>
                </a:cubicBezTo>
                <a:lnTo>
                  <a:pt x="58482" y="14620"/>
                </a:lnTo>
                <a:lnTo>
                  <a:pt x="58634" y="14499"/>
                </a:lnTo>
                <a:cubicBezTo>
                  <a:pt x="58756" y="14560"/>
                  <a:pt x="58999" y="14712"/>
                  <a:pt x="59060" y="14712"/>
                </a:cubicBezTo>
                <a:cubicBezTo>
                  <a:pt x="59120" y="14681"/>
                  <a:pt x="59364" y="14590"/>
                  <a:pt x="59424" y="14560"/>
                </a:cubicBezTo>
                <a:cubicBezTo>
                  <a:pt x="59462" y="14547"/>
                  <a:pt x="59500" y="14540"/>
                  <a:pt x="59535" y="14540"/>
                </a:cubicBezTo>
                <a:cubicBezTo>
                  <a:pt x="59586" y="14540"/>
                  <a:pt x="59632" y="14554"/>
                  <a:pt x="59667" y="14590"/>
                </a:cubicBezTo>
                <a:cubicBezTo>
                  <a:pt x="59728" y="14651"/>
                  <a:pt x="59789" y="14651"/>
                  <a:pt x="59880" y="14681"/>
                </a:cubicBezTo>
                <a:lnTo>
                  <a:pt x="59971" y="14620"/>
                </a:lnTo>
                <a:cubicBezTo>
                  <a:pt x="60032" y="14590"/>
                  <a:pt x="60063" y="14529"/>
                  <a:pt x="60093" y="14438"/>
                </a:cubicBezTo>
                <a:cubicBezTo>
                  <a:pt x="60096" y="14435"/>
                  <a:pt x="60103" y="14433"/>
                  <a:pt x="60111" y="14433"/>
                </a:cubicBezTo>
                <a:cubicBezTo>
                  <a:pt x="60181" y="14433"/>
                  <a:pt x="60407" y="14533"/>
                  <a:pt x="60488" y="14560"/>
                </a:cubicBezTo>
                <a:cubicBezTo>
                  <a:pt x="60498" y="14563"/>
                  <a:pt x="60509" y="14564"/>
                  <a:pt x="60522" y="14564"/>
                </a:cubicBezTo>
                <a:cubicBezTo>
                  <a:pt x="60623" y="14564"/>
                  <a:pt x="60789" y="14462"/>
                  <a:pt x="60762" y="14408"/>
                </a:cubicBezTo>
                <a:cubicBezTo>
                  <a:pt x="60762" y="14398"/>
                  <a:pt x="60766" y="14394"/>
                  <a:pt x="60774" y="14394"/>
                </a:cubicBezTo>
                <a:cubicBezTo>
                  <a:pt x="60817" y="14394"/>
                  <a:pt x="60959" y="14513"/>
                  <a:pt x="61035" y="14590"/>
                </a:cubicBezTo>
                <a:cubicBezTo>
                  <a:pt x="61073" y="14603"/>
                  <a:pt x="61116" y="14610"/>
                  <a:pt x="61160" y="14610"/>
                </a:cubicBezTo>
                <a:cubicBezTo>
                  <a:pt x="61222" y="14610"/>
                  <a:pt x="61286" y="14595"/>
                  <a:pt x="61339" y="14560"/>
                </a:cubicBezTo>
                <a:cubicBezTo>
                  <a:pt x="61370" y="14468"/>
                  <a:pt x="61400" y="14408"/>
                  <a:pt x="61400" y="14347"/>
                </a:cubicBezTo>
                <a:lnTo>
                  <a:pt x="61400" y="14317"/>
                </a:lnTo>
                <a:lnTo>
                  <a:pt x="61400" y="14256"/>
                </a:lnTo>
                <a:cubicBezTo>
                  <a:pt x="61339" y="14134"/>
                  <a:pt x="61218" y="14073"/>
                  <a:pt x="61126" y="14073"/>
                </a:cubicBezTo>
                <a:lnTo>
                  <a:pt x="61005" y="14043"/>
                </a:lnTo>
                <a:cubicBezTo>
                  <a:pt x="60974" y="14013"/>
                  <a:pt x="60944" y="13982"/>
                  <a:pt x="60944" y="13921"/>
                </a:cubicBezTo>
                <a:lnTo>
                  <a:pt x="60944" y="13830"/>
                </a:lnTo>
                <a:cubicBezTo>
                  <a:pt x="61035" y="13709"/>
                  <a:pt x="61096" y="13557"/>
                  <a:pt x="61096" y="13374"/>
                </a:cubicBezTo>
                <a:lnTo>
                  <a:pt x="61430" y="13374"/>
                </a:lnTo>
                <a:cubicBezTo>
                  <a:pt x="61522" y="13359"/>
                  <a:pt x="61613" y="13351"/>
                  <a:pt x="61704" y="13351"/>
                </a:cubicBezTo>
                <a:cubicBezTo>
                  <a:pt x="61795" y="13351"/>
                  <a:pt x="61886" y="13359"/>
                  <a:pt x="61978" y="13374"/>
                </a:cubicBezTo>
                <a:lnTo>
                  <a:pt x="62008" y="13374"/>
                </a:lnTo>
                <a:cubicBezTo>
                  <a:pt x="62160" y="13465"/>
                  <a:pt x="61978" y="13435"/>
                  <a:pt x="61978" y="13526"/>
                </a:cubicBezTo>
                <a:cubicBezTo>
                  <a:pt x="61978" y="13617"/>
                  <a:pt x="61947" y="13648"/>
                  <a:pt x="61826" y="13648"/>
                </a:cubicBezTo>
                <a:lnTo>
                  <a:pt x="61795" y="13648"/>
                </a:lnTo>
                <a:cubicBezTo>
                  <a:pt x="61741" y="13648"/>
                  <a:pt x="61519" y="13552"/>
                  <a:pt x="61428" y="13552"/>
                </a:cubicBezTo>
                <a:cubicBezTo>
                  <a:pt x="61416" y="13552"/>
                  <a:pt x="61407" y="13553"/>
                  <a:pt x="61400" y="13557"/>
                </a:cubicBezTo>
                <a:cubicBezTo>
                  <a:pt x="61339" y="13587"/>
                  <a:pt x="61400" y="13891"/>
                  <a:pt x="61400" y="13982"/>
                </a:cubicBezTo>
                <a:cubicBezTo>
                  <a:pt x="61400" y="14073"/>
                  <a:pt x="61461" y="14165"/>
                  <a:pt x="61552" y="14195"/>
                </a:cubicBezTo>
                <a:lnTo>
                  <a:pt x="61582" y="14104"/>
                </a:lnTo>
                <a:cubicBezTo>
                  <a:pt x="61613" y="14043"/>
                  <a:pt x="61613" y="13952"/>
                  <a:pt x="61643" y="13921"/>
                </a:cubicBezTo>
                <a:cubicBezTo>
                  <a:pt x="61655" y="13915"/>
                  <a:pt x="61669" y="13913"/>
                  <a:pt x="61683" y="13913"/>
                </a:cubicBezTo>
                <a:cubicBezTo>
                  <a:pt x="61740" y="13913"/>
                  <a:pt x="61813" y="13952"/>
                  <a:pt x="61886" y="13952"/>
                </a:cubicBezTo>
                <a:lnTo>
                  <a:pt x="62038" y="13952"/>
                </a:lnTo>
                <a:cubicBezTo>
                  <a:pt x="62190" y="14013"/>
                  <a:pt x="62221" y="14104"/>
                  <a:pt x="62190" y="14104"/>
                </a:cubicBezTo>
                <a:cubicBezTo>
                  <a:pt x="62145" y="14119"/>
                  <a:pt x="62107" y="14127"/>
                  <a:pt x="62069" y="14127"/>
                </a:cubicBezTo>
                <a:cubicBezTo>
                  <a:pt x="62031" y="14127"/>
                  <a:pt x="61993" y="14119"/>
                  <a:pt x="61947" y="14104"/>
                </a:cubicBezTo>
                <a:lnTo>
                  <a:pt x="61856" y="14165"/>
                </a:lnTo>
                <a:lnTo>
                  <a:pt x="61613" y="14317"/>
                </a:lnTo>
                <a:cubicBezTo>
                  <a:pt x="61613" y="14523"/>
                  <a:pt x="61701" y="14664"/>
                  <a:pt x="61821" y="14664"/>
                </a:cubicBezTo>
                <a:cubicBezTo>
                  <a:pt x="61842" y="14664"/>
                  <a:pt x="61864" y="14660"/>
                  <a:pt x="61886" y="14651"/>
                </a:cubicBezTo>
                <a:lnTo>
                  <a:pt x="61856" y="14499"/>
                </a:lnTo>
                <a:cubicBezTo>
                  <a:pt x="61856" y="14438"/>
                  <a:pt x="61886" y="14438"/>
                  <a:pt x="61947" y="14438"/>
                </a:cubicBezTo>
                <a:lnTo>
                  <a:pt x="61978" y="14468"/>
                </a:lnTo>
                <a:cubicBezTo>
                  <a:pt x="62038" y="14499"/>
                  <a:pt x="62069" y="14560"/>
                  <a:pt x="62099" y="14620"/>
                </a:cubicBezTo>
                <a:lnTo>
                  <a:pt x="62130" y="14833"/>
                </a:lnTo>
                <a:cubicBezTo>
                  <a:pt x="62281" y="14772"/>
                  <a:pt x="62373" y="14681"/>
                  <a:pt x="62342" y="14651"/>
                </a:cubicBezTo>
                <a:cubicBezTo>
                  <a:pt x="62585" y="14560"/>
                  <a:pt x="62829" y="14499"/>
                  <a:pt x="63072" y="14468"/>
                </a:cubicBezTo>
                <a:cubicBezTo>
                  <a:pt x="63160" y="14446"/>
                  <a:pt x="63237" y="14432"/>
                  <a:pt x="63298" y="14426"/>
                </a:cubicBezTo>
                <a:lnTo>
                  <a:pt x="63298" y="14426"/>
                </a:lnTo>
                <a:lnTo>
                  <a:pt x="63383" y="14448"/>
                </a:lnTo>
                <a:lnTo>
                  <a:pt x="63383" y="14448"/>
                </a:lnTo>
                <a:cubicBezTo>
                  <a:pt x="63388" y="14440"/>
                  <a:pt x="63392" y="14432"/>
                  <a:pt x="63396" y="14424"/>
                </a:cubicBezTo>
                <a:lnTo>
                  <a:pt x="63396" y="14424"/>
                </a:lnTo>
                <a:cubicBezTo>
                  <a:pt x="63385" y="14423"/>
                  <a:pt x="63373" y="14423"/>
                  <a:pt x="63361" y="14423"/>
                </a:cubicBezTo>
                <a:cubicBezTo>
                  <a:pt x="63342" y="14423"/>
                  <a:pt x="63321" y="14424"/>
                  <a:pt x="63298" y="14426"/>
                </a:cubicBezTo>
                <a:lnTo>
                  <a:pt x="63298" y="14426"/>
                </a:lnTo>
                <a:lnTo>
                  <a:pt x="63224" y="14408"/>
                </a:lnTo>
                <a:lnTo>
                  <a:pt x="63041" y="14377"/>
                </a:lnTo>
                <a:cubicBezTo>
                  <a:pt x="62950" y="14286"/>
                  <a:pt x="62859" y="14165"/>
                  <a:pt x="62829" y="14043"/>
                </a:cubicBezTo>
                <a:lnTo>
                  <a:pt x="62889" y="14043"/>
                </a:lnTo>
                <a:cubicBezTo>
                  <a:pt x="62950" y="14073"/>
                  <a:pt x="63315" y="14286"/>
                  <a:pt x="63376" y="14317"/>
                </a:cubicBezTo>
                <a:cubicBezTo>
                  <a:pt x="63406" y="14346"/>
                  <a:pt x="63413" y="14384"/>
                  <a:pt x="63396" y="14424"/>
                </a:cubicBezTo>
                <a:lnTo>
                  <a:pt x="63396" y="14424"/>
                </a:lnTo>
                <a:cubicBezTo>
                  <a:pt x="63442" y="14429"/>
                  <a:pt x="63467" y="14444"/>
                  <a:pt x="63467" y="14468"/>
                </a:cubicBezTo>
                <a:lnTo>
                  <a:pt x="63383" y="14448"/>
                </a:lnTo>
                <a:lnTo>
                  <a:pt x="63383" y="14448"/>
                </a:lnTo>
                <a:cubicBezTo>
                  <a:pt x="63360" y="14483"/>
                  <a:pt x="63318" y="14522"/>
                  <a:pt x="63254" y="14560"/>
                </a:cubicBezTo>
                <a:lnTo>
                  <a:pt x="63497" y="14590"/>
                </a:lnTo>
                <a:cubicBezTo>
                  <a:pt x="63691" y="14526"/>
                  <a:pt x="64006" y="14461"/>
                  <a:pt x="64206" y="14461"/>
                </a:cubicBezTo>
                <a:cubicBezTo>
                  <a:pt x="64289" y="14461"/>
                  <a:pt x="64352" y="14472"/>
                  <a:pt x="64379" y="14499"/>
                </a:cubicBezTo>
                <a:cubicBezTo>
                  <a:pt x="64470" y="14620"/>
                  <a:pt x="64531" y="14742"/>
                  <a:pt x="64500" y="14803"/>
                </a:cubicBezTo>
                <a:lnTo>
                  <a:pt x="64318" y="14803"/>
                </a:lnTo>
                <a:cubicBezTo>
                  <a:pt x="64288" y="14803"/>
                  <a:pt x="64257" y="14833"/>
                  <a:pt x="64257" y="14894"/>
                </a:cubicBezTo>
                <a:cubicBezTo>
                  <a:pt x="64257" y="14924"/>
                  <a:pt x="64318" y="14955"/>
                  <a:pt x="64348" y="14955"/>
                </a:cubicBezTo>
                <a:lnTo>
                  <a:pt x="64440" y="14955"/>
                </a:lnTo>
                <a:cubicBezTo>
                  <a:pt x="64561" y="14894"/>
                  <a:pt x="64652" y="14803"/>
                  <a:pt x="64652" y="14651"/>
                </a:cubicBezTo>
                <a:lnTo>
                  <a:pt x="64652" y="14560"/>
                </a:lnTo>
                <a:cubicBezTo>
                  <a:pt x="64652" y="14529"/>
                  <a:pt x="64744" y="14499"/>
                  <a:pt x="64774" y="14468"/>
                </a:cubicBezTo>
                <a:cubicBezTo>
                  <a:pt x="64804" y="14438"/>
                  <a:pt x="64865" y="14438"/>
                  <a:pt x="64804" y="14408"/>
                </a:cubicBezTo>
                <a:cubicBezTo>
                  <a:pt x="64744" y="14347"/>
                  <a:pt x="64744" y="14317"/>
                  <a:pt x="64835" y="14317"/>
                </a:cubicBezTo>
                <a:lnTo>
                  <a:pt x="64865" y="14317"/>
                </a:lnTo>
                <a:cubicBezTo>
                  <a:pt x="64926" y="14317"/>
                  <a:pt x="64865" y="14620"/>
                  <a:pt x="64835" y="14712"/>
                </a:cubicBezTo>
                <a:cubicBezTo>
                  <a:pt x="64804" y="14803"/>
                  <a:pt x="64744" y="14894"/>
                  <a:pt x="64713" y="14894"/>
                </a:cubicBezTo>
                <a:cubicBezTo>
                  <a:pt x="64683" y="14894"/>
                  <a:pt x="64713" y="15016"/>
                  <a:pt x="64744" y="15046"/>
                </a:cubicBezTo>
                <a:cubicBezTo>
                  <a:pt x="64751" y="15061"/>
                  <a:pt x="64765" y="15066"/>
                  <a:pt x="64783" y="15066"/>
                </a:cubicBezTo>
                <a:cubicBezTo>
                  <a:pt x="64838" y="15066"/>
                  <a:pt x="64926" y="15008"/>
                  <a:pt x="64926" y="14985"/>
                </a:cubicBezTo>
                <a:cubicBezTo>
                  <a:pt x="64956" y="14894"/>
                  <a:pt x="64987" y="14864"/>
                  <a:pt x="65017" y="14803"/>
                </a:cubicBezTo>
                <a:lnTo>
                  <a:pt x="65048" y="14803"/>
                </a:lnTo>
                <a:cubicBezTo>
                  <a:pt x="65108" y="14803"/>
                  <a:pt x="65139" y="14833"/>
                  <a:pt x="65169" y="14864"/>
                </a:cubicBezTo>
                <a:lnTo>
                  <a:pt x="65169" y="14924"/>
                </a:lnTo>
                <a:cubicBezTo>
                  <a:pt x="65169" y="14985"/>
                  <a:pt x="65230" y="15046"/>
                  <a:pt x="65230" y="15046"/>
                </a:cubicBezTo>
                <a:cubicBezTo>
                  <a:pt x="65260" y="15046"/>
                  <a:pt x="65321" y="14924"/>
                  <a:pt x="65321" y="14864"/>
                </a:cubicBezTo>
                <a:cubicBezTo>
                  <a:pt x="65351" y="14803"/>
                  <a:pt x="65078" y="14651"/>
                  <a:pt x="65078" y="14560"/>
                </a:cubicBezTo>
                <a:cubicBezTo>
                  <a:pt x="65078" y="14468"/>
                  <a:pt x="65230" y="14408"/>
                  <a:pt x="65291" y="14408"/>
                </a:cubicBezTo>
                <a:cubicBezTo>
                  <a:pt x="65296" y="14413"/>
                  <a:pt x="65303" y="14416"/>
                  <a:pt x="65310" y="14416"/>
                </a:cubicBezTo>
                <a:cubicBezTo>
                  <a:pt x="65342" y="14416"/>
                  <a:pt x="65387" y="14366"/>
                  <a:pt x="65412" y="14317"/>
                </a:cubicBezTo>
                <a:lnTo>
                  <a:pt x="65625" y="14317"/>
                </a:lnTo>
                <a:cubicBezTo>
                  <a:pt x="65706" y="14317"/>
                  <a:pt x="65787" y="14344"/>
                  <a:pt x="65868" y="14344"/>
                </a:cubicBezTo>
                <a:cubicBezTo>
                  <a:pt x="65909" y="14344"/>
                  <a:pt x="65949" y="14337"/>
                  <a:pt x="65990" y="14317"/>
                </a:cubicBezTo>
                <a:cubicBezTo>
                  <a:pt x="65999" y="14308"/>
                  <a:pt x="66013" y="14304"/>
                  <a:pt x="66030" y="14304"/>
                </a:cubicBezTo>
                <a:cubicBezTo>
                  <a:pt x="66071" y="14304"/>
                  <a:pt x="66129" y="14325"/>
                  <a:pt x="66172" y="14347"/>
                </a:cubicBezTo>
                <a:cubicBezTo>
                  <a:pt x="66242" y="14347"/>
                  <a:pt x="66258" y="14437"/>
                  <a:pt x="66331" y="14437"/>
                </a:cubicBezTo>
                <a:cubicBezTo>
                  <a:pt x="66353" y="14437"/>
                  <a:pt x="66380" y="14429"/>
                  <a:pt x="66415" y="14408"/>
                </a:cubicBezTo>
                <a:lnTo>
                  <a:pt x="66476" y="14377"/>
                </a:lnTo>
                <a:cubicBezTo>
                  <a:pt x="66503" y="14391"/>
                  <a:pt x="66526" y="14397"/>
                  <a:pt x="66547" y="14397"/>
                </a:cubicBezTo>
                <a:cubicBezTo>
                  <a:pt x="66621" y="14397"/>
                  <a:pt x="66658" y="14320"/>
                  <a:pt x="66658" y="14225"/>
                </a:cubicBezTo>
                <a:lnTo>
                  <a:pt x="66993" y="14225"/>
                </a:lnTo>
                <a:cubicBezTo>
                  <a:pt x="67266" y="14225"/>
                  <a:pt x="67388" y="14499"/>
                  <a:pt x="67266" y="14499"/>
                </a:cubicBezTo>
                <a:lnTo>
                  <a:pt x="67418" y="14499"/>
                </a:lnTo>
                <a:lnTo>
                  <a:pt x="67601" y="14438"/>
                </a:lnTo>
                <a:lnTo>
                  <a:pt x="67844" y="14377"/>
                </a:lnTo>
                <a:cubicBezTo>
                  <a:pt x="68044" y="14288"/>
                  <a:pt x="68212" y="14232"/>
                  <a:pt x="68287" y="14232"/>
                </a:cubicBezTo>
                <a:cubicBezTo>
                  <a:pt x="68315" y="14232"/>
                  <a:pt x="68330" y="14239"/>
                  <a:pt x="68330" y="14256"/>
                </a:cubicBezTo>
                <a:lnTo>
                  <a:pt x="68330" y="14408"/>
                </a:lnTo>
                <a:cubicBezTo>
                  <a:pt x="68330" y="14466"/>
                  <a:pt x="68367" y="14487"/>
                  <a:pt x="68417" y="14487"/>
                </a:cubicBezTo>
                <a:cubicBezTo>
                  <a:pt x="68446" y="14487"/>
                  <a:pt x="68479" y="14480"/>
                  <a:pt x="68513" y="14468"/>
                </a:cubicBezTo>
                <a:cubicBezTo>
                  <a:pt x="68573" y="14438"/>
                  <a:pt x="68513" y="14317"/>
                  <a:pt x="68665" y="14317"/>
                </a:cubicBezTo>
                <a:lnTo>
                  <a:pt x="68756" y="14317"/>
                </a:lnTo>
                <a:cubicBezTo>
                  <a:pt x="68763" y="14314"/>
                  <a:pt x="68770" y="14313"/>
                  <a:pt x="68777" y="14313"/>
                </a:cubicBezTo>
                <a:cubicBezTo>
                  <a:pt x="68864" y="14313"/>
                  <a:pt x="68964" y="14473"/>
                  <a:pt x="68908" y="14529"/>
                </a:cubicBezTo>
                <a:cubicBezTo>
                  <a:pt x="68863" y="14574"/>
                  <a:pt x="68802" y="14602"/>
                  <a:pt x="68761" y="14602"/>
                </a:cubicBezTo>
                <a:cubicBezTo>
                  <a:pt x="68746" y="14602"/>
                  <a:pt x="68734" y="14598"/>
                  <a:pt x="68725" y="14590"/>
                </a:cubicBezTo>
                <a:lnTo>
                  <a:pt x="68634" y="14590"/>
                </a:lnTo>
                <a:cubicBezTo>
                  <a:pt x="68634" y="14590"/>
                  <a:pt x="68634" y="14772"/>
                  <a:pt x="68634" y="14803"/>
                </a:cubicBezTo>
                <a:cubicBezTo>
                  <a:pt x="68646" y="14826"/>
                  <a:pt x="68680" y="14836"/>
                  <a:pt x="68722" y="14836"/>
                </a:cubicBezTo>
                <a:cubicBezTo>
                  <a:pt x="68791" y="14836"/>
                  <a:pt x="68882" y="14810"/>
                  <a:pt x="68938" y="14772"/>
                </a:cubicBezTo>
                <a:cubicBezTo>
                  <a:pt x="68945" y="14766"/>
                  <a:pt x="68952" y="14763"/>
                  <a:pt x="68960" y="14763"/>
                </a:cubicBezTo>
                <a:cubicBezTo>
                  <a:pt x="69020" y="14763"/>
                  <a:pt x="69104" y="14955"/>
                  <a:pt x="69212" y="14955"/>
                </a:cubicBezTo>
                <a:cubicBezTo>
                  <a:pt x="69424" y="14924"/>
                  <a:pt x="69576" y="14833"/>
                  <a:pt x="69728" y="14712"/>
                </a:cubicBezTo>
                <a:cubicBezTo>
                  <a:pt x="69748" y="14682"/>
                  <a:pt x="69771" y="14669"/>
                  <a:pt x="69792" y="14669"/>
                </a:cubicBezTo>
                <a:cubicBezTo>
                  <a:pt x="69838" y="14669"/>
                  <a:pt x="69880" y="14730"/>
                  <a:pt x="69880" y="14833"/>
                </a:cubicBezTo>
                <a:lnTo>
                  <a:pt x="70093" y="14894"/>
                </a:lnTo>
                <a:lnTo>
                  <a:pt x="70184" y="14894"/>
                </a:lnTo>
                <a:cubicBezTo>
                  <a:pt x="70276" y="14894"/>
                  <a:pt x="70367" y="14833"/>
                  <a:pt x="70397" y="14772"/>
                </a:cubicBezTo>
                <a:cubicBezTo>
                  <a:pt x="70397" y="14712"/>
                  <a:pt x="70245" y="14651"/>
                  <a:pt x="70184" y="14651"/>
                </a:cubicBezTo>
                <a:cubicBezTo>
                  <a:pt x="70124" y="14651"/>
                  <a:pt x="70154" y="14438"/>
                  <a:pt x="70184" y="14377"/>
                </a:cubicBezTo>
                <a:cubicBezTo>
                  <a:pt x="70215" y="14317"/>
                  <a:pt x="70458" y="14225"/>
                  <a:pt x="70549" y="14225"/>
                </a:cubicBezTo>
                <a:cubicBezTo>
                  <a:pt x="70671" y="14256"/>
                  <a:pt x="70792" y="14286"/>
                  <a:pt x="70883" y="14377"/>
                </a:cubicBezTo>
                <a:lnTo>
                  <a:pt x="71035" y="14347"/>
                </a:lnTo>
                <a:lnTo>
                  <a:pt x="71096" y="14317"/>
                </a:lnTo>
                <a:cubicBezTo>
                  <a:pt x="71218" y="14317"/>
                  <a:pt x="71218" y="14256"/>
                  <a:pt x="71096" y="14195"/>
                </a:cubicBezTo>
                <a:lnTo>
                  <a:pt x="71096" y="14165"/>
                </a:lnTo>
                <a:lnTo>
                  <a:pt x="71157" y="14013"/>
                </a:lnTo>
                <a:cubicBezTo>
                  <a:pt x="71279" y="14013"/>
                  <a:pt x="71400" y="14104"/>
                  <a:pt x="71461" y="14225"/>
                </a:cubicBezTo>
                <a:cubicBezTo>
                  <a:pt x="71461" y="14236"/>
                  <a:pt x="71485" y="14244"/>
                  <a:pt x="71525" y="14244"/>
                </a:cubicBezTo>
                <a:cubicBezTo>
                  <a:pt x="71595" y="14244"/>
                  <a:pt x="71710" y="14222"/>
                  <a:pt x="71826" y="14165"/>
                </a:cubicBezTo>
                <a:lnTo>
                  <a:pt x="72282" y="14165"/>
                </a:lnTo>
                <a:cubicBezTo>
                  <a:pt x="72336" y="14075"/>
                  <a:pt x="72496" y="14049"/>
                  <a:pt x="72637" y="14049"/>
                </a:cubicBezTo>
                <a:cubicBezTo>
                  <a:pt x="72734" y="14049"/>
                  <a:pt x="72822" y="14061"/>
                  <a:pt x="72859" y="14073"/>
                </a:cubicBezTo>
                <a:cubicBezTo>
                  <a:pt x="72981" y="14134"/>
                  <a:pt x="73163" y="14225"/>
                  <a:pt x="73194" y="14225"/>
                </a:cubicBezTo>
                <a:cubicBezTo>
                  <a:pt x="73285" y="14195"/>
                  <a:pt x="73376" y="14165"/>
                  <a:pt x="73467" y="14104"/>
                </a:cubicBezTo>
                <a:lnTo>
                  <a:pt x="73619" y="14104"/>
                </a:lnTo>
                <a:cubicBezTo>
                  <a:pt x="73619" y="14104"/>
                  <a:pt x="73680" y="14013"/>
                  <a:pt x="73680" y="13982"/>
                </a:cubicBezTo>
                <a:cubicBezTo>
                  <a:pt x="73680" y="13877"/>
                  <a:pt x="73680" y="13845"/>
                  <a:pt x="73730" y="13845"/>
                </a:cubicBezTo>
                <a:cubicBezTo>
                  <a:pt x="73752" y="13845"/>
                  <a:pt x="73785" y="13851"/>
                  <a:pt x="73832" y="13861"/>
                </a:cubicBezTo>
                <a:cubicBezTo>
                  <a:pt x="73872" y="13861"/>
                  <a:pt x="73940" y="13874"/>
                  <a:pt x="73989" y="13874"/>
                </a:cubicBezTo>
                <a:cubicBezTo>
                  <a:pt x="74014" y="13874"/>
                  <a:pt x="74035" y="13871"/>
                  <a:pt x="74045" y="13861"/>
                </a:cubicBezTo>
                <a:lnTo>
                  <a:pt x="74227" y="13739"/>
                </a:lnTo>
                <a:cubicBezTo>
                  <a:pt x="74302" y="13814"/>
                  <a:pt x="74418" y="13868"/>
                  <a:pt x="74542" y="13868"/>
                </a:cubicBezTo>
                <a:cubicBezTo>
                  <a:pt x="74568" y="13868"/>
                  <a:pt x="74595" y="13866"/>
                  <a:pt x="74622" y="13861"/>
                </a:cubicBezTo>
                <a:cubicBezTo>
                  <a:pt x="74630" y="13856"/>
                  <a:pt x="74637" y="13855"/>
                  <a:pt x="74641" y="13855"/>
                </a:cubicBezTo>
                <a:cubicBezTo>
                  <a:pt x="74667" y="13855"/>
                  <a:pt x="74618" y="13930"/>
                  <a:pt x="74592" y="13982"/>
                </a:cubicBezTo>
                <a:cubicBezTo>
                  <a:pt x="74586" y="13988"/>
                  <a:pt x="74591" y="13990"/>
                  <a:pt x="74604" y="13990"/>
                </a:cubicBezTo>
                <a:cubicBezTo>
                  <a:pt x="74657" y="13990"/>
                  <a:pt x="74841" y="13946"/>
                  <a:pt x="74865" y="13921"/>
                </a:cubicBezTo>
                <a:cubicBezTo>
                  <a:pt x="74926" y="13861"/>
                  <a:pt x="74987" y="13830"/>
                  <a:pt x="75048" y="13800"/>
                </a:cubicBezTo>
                <a:cubicBezTo>
                  <a:pt x="75078" y="13800"/>
                  <a:pt x="75169" y="13891"/>
                  <a:pt x="75169" y="13921"/>
                </a:cubicBezTo>
                <a:cubicBezTo>
                  <a:pt x="75175" y="13927"/>
                  <a:pt x="75183" y="13930"/>
                  <a:pt x="75192" y="13930"/>
                </a:cubicBezTo>
                <a:cubicBezTo>
                  <a:pt x="75232" y="13930"/>
                  <a:pt x="75297" y="13885"/>
                  <a:pt x="75321" y="13861"/>
                </a:cubicBezTo>
                <a:lnTo>
                  <a:pt x="75473" y="13678"/>
                </a:lnTo>
                <a:lnTo>
                  <a:pt x="75564" y="13800"/>
                </a:lnTo>
                <a:cubicBezTo>
                  <a:pt x="75625" y="13861"/>
                  <a:pt x="75716" y="13952"/>
                  <a:pt x="75747" y="13952"/>
                </a:cubicBezTo>
                <a:cubicBezTo>
                  <a:pt x="75899" y="13891"/>
                  <a:pt x="76020" y="13861"/>
                  <a:pt x="76172" y="13861"/>
                </a:cubicBezTo>
                <a:lnTo>
                  <a:pt x="76324" y="13861"/>
                </a:lnTo>
                <a:cubicBezTo>
                  <a:pt x="76294" y="13800"/>
                  <a:pt x="76355" y="13739"/>
                  <a:pt x="76416" y="13709"/>
                </a:cubicBezTo>
                <a:lnTo>
                  <a:pt x="76476" y="13739"/>
                </a:lnTo>
                <a:cubicBezTo>
                  <a:pt x="76598" y="13769"/>
                  <a:pt x="76598" y="13891"/>
                  <a:pt x="76598" y="13982"/>
                </a:cubicBezTo>
                <a:cubicBezTo>
                  <a:pt x="76602" y="13984"/>
                  <a:pt x="76607" y="13986"/>
                  <a:pt x="76611" y="13986"/>
                </a:cubicBezTo>
                <a:cubicBezTo>
                  <a:pt x="76663" y="13986"/>
                  <a:pt x="76689" y="13826"/>
                  <a:pt x="76689" y="13769"/>
                </a:cubicBezTo>
                <a:cubicBezTo>
                  <a:pt x="76689" y="13734"/>
                  <a:pt x="76773" y="13719"/>
                  <a:pt x="76860" y="13719"/>
                </a:cubicBezTo>
                <a:cubicBezTo>
                  <a:pt x="76922" y="13719"/>
                  <a:pt x="76986" y="13726"/>
                  <a:pt x="77023" y="13739"/>
                </a:cubicBezTo>
                <a:cubicBezTo>
                  <a:pt x="77068" y="13739"/>
                  <a:pt x="77257" y="13675"/>
                  <a:pt x="77380" y="13675"/>
                </a:cubicBezTo>
                <a:cubicBezTo>
                  <a:pt x="77426" y="13675"/>
                  <a:pt x="77463" y="13684"/>
                  <a:pt x="77479" y="13709"/>
                </a:cubicBezTo>
                <a:cubicBezTo>
                  <a:pt x="77497" y="13744"/>
                  <a:pt x="77536" y="13759"/>
                  <a:pt x="77583" y="13759"/>
                </a:cubicBezTo>
                <a:cubicBezTo>
                  <a:pt x="77617" y="13759"/>
                  <a:pt x="77654" y="13752"/>
                  <a:pt x="77692" y="13739"/>
                </a:cubicBezTo>
                <a:cubicBezTo>
                  <a:pt x="77692" y="13709"/>
                  <a:pt x="77631" y="13709"/>
                  <a:pt x="77510" y="13709"/>
                </a:cubicBezTo>
                <a:lnTo>
                  <a:pt x="77510" y="13587"/>
                </a:lnTo>
                <a:lnTo>
                  <a:pt x="77510" y="13526"/>
                </a:lnTo>
                <a:cubicBezTo>
                  <a:pt x="77540" y="13465"/>
                  <a:pt x="77571" y="13405"/>
                  <a:pt x="77571" y="13344"/>
                </a:cubicBezTo>
                <a:cubicBezTo>
                  <a:pt x="77601" y="13313"/>
                  <a:pt x="77540" y="13313"/>
                  <a:pt x="77479" y="13313"/>
                </a:cubicBezTo>
                <a:lnTo>
                  <a:pt x="77267" y="13313"/>
                </a:lnTo>
                <a:cubicBezTo>
                  <a:pt x="77191" y="13344"/>
                  <a:pt x="77115" y="13359"/>
                  <a:pt x="77039" y="13359"/>
                </a:cubicBezTo>
                <a:cubicBezTo>
                  <a:pt x="76963" y="13359"/>
                  <a:pt x="76887" y="13344"/>
                  <a:pt x="76811" y="13313"/>
                </a:cubicBezTo>
                <a:lnTo>
                  <a:pt x="76689" y="13222"/>
                </a:lnTo>
                <a:lnTo>
                  <a:pt x="76689" y="13161"/>
                </a:lnTo>
                <a:cubicBezTo>
                  <a:pt x="76719" y="13131"/>
                  <a:pt x="76719" y="13131"/>
                  <a:pt x="76750" y="13131"/>
                </a:cubicBezTo>
                <a:cubicBezTo>
                  <a:pt x="76841" y="13161"/>
                  <a:pt x="76932" y="13161"/>
                  <a:pt x="77023" y="13192"/>
                </a:cubicBezTo>
                <a:lnTo>
                  <a:pt x="77115" y="13192"/>
                </a:lnTo>
                <a:cubicBezTo>
                  <a:pt x="77236" y="13192"/>
                  <a:pt x="77358" y="13161"/>
                  <a:pt x="77479" y="13101"/>
                </a:cubicBezTo>
                <a:lnTo>
                  <a:pt x="77571" y="13101"/>
                </a:lnTo>
                <a:lnTo>
                  <a:pt x="78026" y="13161"/>
                </a:lnTo>
                <a:cubicBezTo>
                  <a:pt x="78543" y="13131"/>
                  <a:pt x="78999" y="13070"/>
                  <a:pt x="79090" y="13070"/>
                </a:cubicBezTo>
                <a:lnTo>
                  <a:pt x="79333" y="13070"/>
                </a:lnTo>
                <a:cubicBezTo>
                  <a:pt x="79485" y="13070"/>
                  <a:pt x="79637" y="12979"/>
                  <a:pt x="79729" y="12827"/>
                </a:cubicBezTo>
                <a:cubicBezTo>
                  <a:pt x="79729" y="12807"/>
                  <a:pt x="79742" y="12797"/>
                  <a:pt x="79765" y="12797"/>
                </a:cubicBezTo>
                <a:cubicBezTo>
                  <a:pt x="79810" y="12797"/>
                  <a:pt x="79891" y="12837"/>
                  <a:pt x="79972" y="12918"/>
                </a:cubicBezTo>
                <a:cubicBezTo>
                  <a:pt x="80005" y="12969"/>
                  <a:pt x="80057" y="12991"/>
                  <a:pt x="80107" y="12991"/>
                </a:cubicBezTo>
                <a:cubicBezTo>
                  <a:pt x="80148" y="12991"/>
                  <a:pt x="80188" y="12976"/>
                  <a:pt x="80215" y="12949"/>
                </a:cubicBezTo>
                <a:lnTo>
                  <a:pt x="80337" y="12918"/>
                </a:lnTo>
                <a:cubicBezTo>
                  <a:pt x="80489" y="13010"/>
                  <a:pt x="80580" y="13161"/>
                  <a:pt x="80489" y="13253"/>
                </a:cubicBezTo>
                <a:lnTo>
                  <a:pt x="80367" y="13253"/>
                </a:lnTo>
                <a:cubicBezTo>
                  <a:pt x="80337" y="13283"/>
                  <a:pt x="80337" y="13344"/>
                  <a:pt x="80367" y="13374"/>
                </a:cubicBezTo>
                <a:lnTo>
                  <a:pt x="80397" y="13405"/>
                </a:lnTo>
                <a:lnTo>
                  <a:pt x="80489" y="13405"/>
                </a:lnTo>
                <a:cubicBezTo>
                  <a:pt x="80580" y="13405"/>
                  <a:pt x="80671" y="13374"/>
                  <a:pt x="80762" y="13344"/>
                </a:cubicBezTo>
                <a:lnTo>
                  <a:pt x="80823" y="13344"/>
                </a:lnTo>
                <a:cubicBezTo>
                  <a:pt x="80884" y="13374"/>
                  <a:pt x="80975" y="13435"/>
                  <a:pt x="81005" y="13496"/>
                </a:cubicBezTo>
                <a:lnTo>
                  <a:pt x="81248" y="13496"/>
                </a:lnTo>
                <a:cubicBezTo>
                  <a:pt x="81400" y="13465"/>
                  <a:pt x="81552" y="13405"/>
                  <a:pt x="81674" y="13283"/>
                </a:cubicBezTo>
                <a:cubicBezTo>
                  <a:pt x="81704" y="13253"/>
                  <a:pt x="81613" y="13131"/>
                  <a:pt x="81583" y="13131"/>
                </a:cubicBezTo>
                <a:cubicBezTo>
                  <a:pt x="81492" y="13131"/>
                  <a:pt x="81431" y="13161"/>
                  <a:pt x="81370" y="13192"/>
                </a:cubicBezTo>
                <a:cubicBezTo>
                  <a:pt x="81340" y="13192"/>
                  <a:pt x="81218" y="13222"/>
                  <a:pt x="81066" y="13222"/>
                </a:cubicBezTo>
                <a:lnTo>
                  <a:pt x="80975" y="13253"/>
                </a:lnTo>
                <a:lnTo>
                  <a:pt x="80944" y="13253"/>
                </a:lnTo>
                <a:cubicBezTo>
                  <a:pt x="80884" y="13253"/>
                  <a:pt x="80853" y="13131"/>
                  <a:pt x="80853" y="13101"/>
                </a:cubicBezTo>
                <a:cubicBezTo>
                  <a:pt x="81036" y="13040"/>
                  <a:pt x="81248" y="13010"/>
                  <a:pt x="81431" y="13010"/>
                </a:cubicBezTo>
                <a:lnTo>
                  <a:pt x="81826" y="13010"/>
                </a:lnTo>
                <a:cubicBezTo>
                  <a:pt x="81917" y="12949"/>
                  <a:pt x="82039" y="12949"/>
                  <a:pt x="82130" y="12918"/>
                </a:cubicBezTo>
                <a:cubicBezTo>
                  <a:pt x="82217" y="12947"/>
                  <a:pt x="82331" y="13224"/>
                  <a:pt x="82237" y="13224"/>
                </a:cubicBezTo>
                <a:cubicBezTo>
                  <a:pt x="82232" y="13224"/>
                  <a:pt x="82227" y="13224"/>
                  <a:pt x="82221" y="13222"/>
                </a:cubicBezTo>
                <a:cubicBezTo>
                  <a:pt x="82069" y="13222"/>
                  <a:pt x="82069" y="13313"/>
                  <a:pt x="82160" y="13465"/>
                </a:cubicBezTo>
                <a:lnTo>
                  <a:pt x="82282" y="13496"/>
                </a:lnTo>
                <a:lnTo>
                  <a:pt x="82403" y="13526"/>
                </a:lnTo>
                <a:cubicBezTo>
                  <a:pt x="82586" y="13465"/>
                  <a:pt x="82555" y="13313"/>
                  <a:pt x="82525" y="13313"/>
                </a:cubicBezTo>
                <a:cubicBezTo>
                  <a:pt x="82464" y="13222"/>
                  <a:pt x="82464" y="13131"/>
                  <a:pt x="82495" y="13040"/>
                </a:cubicBezTo>
                <a:cubicBezTo>
                  <a:pt x="82647" y="12949"/>
                  <a:pt x="82799" y="12888"/>
                  <a:pt x="83011" y="12858"/>
                </a:cubicBezTo>
                <a:lnTo>
                  <a:pt x="83133" y="12949"/>
                </a:lnTo>
                <a:lnTo>
                  <a:pt x="83437" y="13101"/>
                </a:lnTo>
                <a:cubicBezTo>
                  <a:pt x="83529" y="13027"/>
                  <a:pt x="83643" y="12987"/>
                  <a:pt x="83760" y="12987"/>
                </a:cubicBezTo>
                <a:cubicBezTo>
                  <a:pt x="83835" y="12987"/>
                  <a:pt x="83912" y="13004"/>
                  <a:pt x="83984" y="13040"/>
                </a:cubicBezTo>
                <a:lnTo>
                  <a:pt x="84075" y="13040"/>
                </a:lnTo>
                <a:lnTo>
                  <a:pt x="84166" y="13010"/>
                </a:lnTo>
                <a:cubicBezTo>
                  <a:pt x="84212" y="12964"/>
                  <a:pt x="84265" y="12941"/>
                  <a:pt x="84318" y="12941"/>
                </a:cubicBezTo>
                <a:cubicBezTo>
                  <a:pt x="84372" y="12941"/>
                  <a:pt x="84425" y="12964"/>
                  <a:pt x="84470" y="13010"/>
                </a:cubicBezTo>
                <a:cubicBezTo>
                  <a:pt x="84501" y="13040"/>
                  <a:pt x="84501" y="13101"/>
                  <a:pt x="84440" y="13101"/>
                </a:cubicBezTo>
                <a:cubicBezTo>
                  <a:pt x="84418" y="13101"/>
                  <a:pt x="84283" y="13036"/>
                  <a:pt x="84223" y="13036"/>
                </a:cubicBezTo>
                <a:cubicBezTo>
                  <a:pt x="84201" y="13036"/>
                  <a:pt x="84189" y="13045"/>
                  <a:pt x="84197" y="13070"/>
                </a:cubicBezTo>
                <a:cubicBezTo>
                  <a:pt x="84227" y="13131"/>
                  <a:pt x="84440" y="13253"/>
                  <a:pt x="84501" y="13253"/>
                </a:cubicBezTo>
                <a:cubicBezTo>
                  <a:pt x="84592" y="13253"/>
                  <a:pt x="84683" y="12979"/>
                  <a:pt x="84622" y="12858"/>
                </a:cubicBezTo>
                <a:cubicBezTo>
                  <a:pt x="84579" y="12792"/>
                  <a:pt x="84708" y="12742"/>
                  <a:pt x="84818" y="12742"/>
                </a:cubicBezTo>
                <a:cubicBezTo>
                  <a:pt x="84861" y="12742"/>
                  <a:pt x="84901" y="12749"/>
                  <a:pt x="84926" y="12766"/>
                </a:cubicBezTo>
                <a:lnTo>
                  <a:pt x="85169" y="12918"/>
                </a:lnTo>
                <a:lnTo>
                  <a:pt x="85291" y="12918"/>
                </a:lnTo>
                <a:cubicBezTo>
                  <a:pt x="85443" y="12918"/>
                  <a:pt x="85352" y="12979"/>
                  <a:pt x="85291" y="13010"/>
                </a:cubicBezTo>
                <a:cubicBezTo>
                  <a:pt x="85230" y="13040"/>
                  <a:pt x="85504" y="13040"/>
                  <a:pt x="85565" y="13040"/>
                </a:cubicBezTo>
                <a:cubicBezTo>
                  <a:pt x="85625" y="13040"/>
                  <a:pt x="85656" y="13010"/>
                  <a:pt x="85625" y="12949"/>
                </a:cubicBezTo>
                <a:lnTo>
                  <a:pt x="85625" y="12918"/>
                </a:lnTo>
                <a:cubicBezTo>
                  <a:pt x="85625" y="12888"/>
                  <a:pt x="85747" y="12827"/>
                  <a:pt x="85747" y="12827"/>
                </a:cubicBezTo>
                <a:lnTo>
                  <a:pt x="85838" y="12918"/>
                </a:lnTo>
                <a:cubicBezTo>
                  <a:pt x="85909" y="12954"/>
                  <a:pt x="85981" y="12969"/>
                  <a:pt x="86052" y="12969"/>
                </a:cubicBezTo>
                <a:cubicBezTo>
                  <a:pt x="86102" y="12969"/>
                  <a:pt x="86153" y="12961"/>
                  <a:pt x="86203" y="12949"/>
                </a:cubicBezTo>
                <a:cubicBezTo>
                  <a:pt x="86216" y="12942"/>
                  <a:pt x="86241" y="12940"/>
                  <a:pt x="86273" y="12940"/>
                </a:cubicBezTo>
                <a:cubicBezTo>
                  <a:pt x="86362" y="12940"/>
                  <a:pt x="86505" y="12957"/>
                  <a:pt x="86604" y="12957"/>
                </a:cubicBezTo>
                <a:cubicBezTo>
                  <a:pt x="86640" y="12957"/>
                  <a:pt x="86670" y="12955"/>
                  <a:pt x="86689" y="12949"/>
                </a:cubicBezTo>
                <a:cubicBezTo>
                  <a:pt x="86811" y="12888"/>
                  <a:pt x="86902" y="12797"/>
                  <a:pt x="86963" y="12675"/>
                </a:cubicBezTo>
                <a:cubicBezTo>
                  <a:pt x="86971" y="12667"/>
                  <a:pt x="86983" y="12663"/>
                  <a:pt x="86998" y="12663"/>
                </a:cubicBezTo>
                <a:cubicBezTo>
                  <a:pt x="87089" y="12663"/>
                  <a:pt x="87279" y="12805"/>
                  <a:pt x="87358" y="12858"/>
                </a:cubicBezTo>
                <a:cubicBezTo>
                  <a:pt x="87449" y="12888"/>
                  <a:pt x="87548" y="12903"/>
                  <a:pt x="87651" y="12903"/>
                </a:cubicBezTo>
                <a:cubicBezTo>
                  <a:pt x="87753" y="12903"/>
                  <a:pt x="87859" y="12888"/>
                  <a:pt x="87966" y="12858"/>
                </a:cubicBezTo>
                <a:cubicBezTo>
                  <a:pt x="88095" y="12836"/>
                  <a:pt x="88239" y="12815"/>
                  <a:pt x="88377" y="12815"/>
                </a:cubicBezTo>
                <a:cubicBezTo>
                  <a:pt x="88434" y="12815"/>
                  <a:pt x="88490" y="12818"/>
                  <a:pt x="88543" y="12827"/>
                </a:cubicBezTo>
                <a:lnTo>
                  <a:pt x="88756" y="12797"/>
                </a:lnTo>
                <a:lnTo>
                  <a:pt x="88817" y="12797"/>
                </a:lnTo>
                <a:cubicBezTo>
                  <a:pt x="88828" y="12802"/>
                  <a:pt x="88840" y="12805"/>
                  <a:pt x="88853" y="12805"/>
                </a:cubicBezTo>
                <a:cubicBezTo>
                  <a:pt x="88909" y="12805"/>
                  <a:pt x="88975" y="12755"/>
                  <a:pt x="88999" y="12706"/>
                </a:cubicBezTo>
                <a:cubicBezTo>
                  <a:pt x="88999" y="12675"/>
                  <a:pt x="89030" y="12660"/>
                  <a:pt x="89079" y="12660"/>
                </a:cubicBezTo>
                <a:cubicBezTo>
                  <a:pt x="89129" y="12660"/>
                  <a:pt x="89197" y="12675"/>
                  <a:pt x="89273" y="12706"/>
                </a:cubicBezTo>
                <a:lnTo>
                  <a:pt x="89364" y="12736"/>
                </a:lnTo>
                <a:cubicBezTo>
                  <a:pt x="89433" y="12759"/>
                  <a:pt x="89450" y="12868"/>
                  <a:pt x="89532" y="12868"/>
                </a:cubicBezTo>
                <a:cubicBezTo>
                  <a:pt x="89559" y="12868"/>
                  <a:pt x="89593" y="12857"/>
                  <a:pt x="89638" y="12827"/>
                </a:cubicBezTo>
                <a:cubicBezTo>
                  <a:pt x="89729" y="12766"/>
                  <a:pt x="89850" y="12736"/>
                  <a:pt x="89972" y="12736"/>
                </a:cubicBezTo>
                <a:cubicBezTo>
                  <a:pt x="90002" y="12736"/>
                  <a:pt x="90033" y="12766"/>
                  <a:pt x="90033" y="12766"/>
                </a:cubicBezTo>
                <a:cubicBezTo>
                  <a:pt x="90101" y="12801"/>
                  <a:pt x="90178" y="12805"/>
                  <a:pt x="90257" y="12805"/>
                </a:cubicBezTo>
                <a:cubicBezTo>
                  <a:pt x="90284" y="12805"/>
                  <a:pt x="90310" y="12804"/>
                  <a:pt x="90337" y="12804"/>
                </a:cubicBezTo>
                <a:cubicBezTo>
                  <a:pt x="90443" y="12804"/>
                  <a:pt x="90550" y="12812"/>
                  <a:pt x="90641" y="12888"/>
                </a:cubicBezTo>
                <a:cubicBezTo>
                  <a:pt x="90641" y="12888"/>
                  <a:pt x="90762" y="12797"/>
                  <a:pt x="90853" y="12797"/>
                </a:cubicBezTo>
                <a:lnTo>
                  <a:pt x="90884" y="12797"/>
                </a:lnTo>
                <a:cubicBezTo>
                  <a:pt x="90908" y="12809"/>
                  <a:pt x="90926" y="12814"/>
                  <a:pt x="90939" y="12814"/>
                </a:cubicBezTo>
                <a:cubicBezTo>
                  <a:pt x="90994" y="12814"/>
                  <a:pt x="90969" y="12730"/>
                  <a:pt x="90945" y="12706"/>
                </a:cubicBezTo>
                <a:cubicBezTo>
                  <a:pt x="90914" y="12645"/>
                  <a:pt x="90853" y="12554"/>
                  <a:pt x="90823" y="12493"/>
                </a:cubicBezTo>
                <a:cubicBezTo>
                  <a:pt x="90817" y="12481"/>
                  <a:pt x="90804" y="12476"/>
                  <a:pt x="90787" y="12476"/>
                </a:cubicBezTo>
                <a:cubicBezTo>
                  <a:pt x="90714" y="12476"/>
                  <a:pt x="90562" y="12560"/>
                  <a:pt x="90489" y="12584"/>
                </a:cubicBezTo>
                <a:cubicBezTo>
                  <a:pt x="90468" y="12598"/>
                  <a:pt x="90453" y="12604"/>
                  <a:pt x="90443" y="12604"/>
                </a:cubicBezTo>
                <a:cubicBezTo>
                  <a:pt x="90412" y="12604"/>
                  <a:pt x="90435" y="12539"/>
                  <a:pt x="90458" y="12493"/>
                </a:cubicBezTo>
                <a:cubicBezTo>
                  <a:pt x="90483" y="12443"/>
                  <a:pt x="90285" y="12394"/>
                  <a:pt x="90162" y="12394"/>
                </a:cubicBezTo>
                <a:cubicBezTo>
                  <a:pt x="90134" y="12394"/>
                  <a:pt x="90110" y="12396"/>
                  <a:pt x="90094" y="12402"/>
                </a:cubicBezTo>
                <a:cubicBezTo>
                  <a:pt x="90029" y="12423"/>
                  <a:pt x="89949" y="12445"/>
                  <a:pt x="89865" y="12445"/>
                </a:cubicBezTo>
                <a:cubicBezTo>
                  <a:pt x="89830" y="12445"/>
                  <a:pt x="89795" y="12441"/>
                  <a:pt x="89759" y="12432"/>
                </a:cubicBezTo>
                <a:cubicBezTo>
                  <a:pt x="89698" y="12402"/>
                  <a:pt x="89516" y="12280"/>
                  <a:pt x="89334" y="12158"/>
                </a:cubicBezTo>
                <a:lnTo>
                  <a:pt x="89394" y="12037"/>
                </a:lnTo>
                <a:lnTo>
                  <a:pt x="89425" y="11976"/>
                </a:lnTo>
                <a:cubicBezTo>
                  <a:pt x="89470" y="11946"/>
                  <a:pt x="89516" y="11930"/>
                  <a:pt x="89550" y="11930"/>
                </a:cubicBezTo>
                <a:cubicBezTo>
                  <a:pt x="89584" y="11930"/>
                  <a:pt x="89607" y="11946"/>
                  <a:pt x="89607" y="11976"/>
                </a:cubicBezTo>
                <a:lnTo>
                  <a:pt x="89607" y="12006"/>
                </a:lnTo>
                <a:cubicBezTo>
                  <a:pt x="89546" y="12128"/>
                  <a:pt x="89607" y="12219"/>
                  <a:pt x="89698" y="12219"/>
                </a:cubicBezTo>
                <a:lnTo>
                  <a:pt x="89850" y="12189"/>
                </a:lnTo>
                <a:cubicBezTo>
                  <a:pt x="89972" y="12189"/>
                  <a:pt x="90094" y="12098"/>
                  <a:pt x="90063" y="12067"/>
                </a:cubicBezTo>
                <a:cubicBezTo>
                  <a:pt x="90033" y="12006"/>
                  <a:pt x="90033" y="11976"/>
                  <a:pt x="90033" y="11976"/>
                </a:cubicBezTo>
                <a:lnTo>
                  <a:pt x="90124" y="11976"/>
                </a:lnTo>
                <a:cubicBezTo>
                  <a:pt x="90215" y="11976"/>
                  <a:pt x="90276" y="12006"/>
                  <a:pt x="90276" y="12037"/>
                </a:cubicBezTo>
                <a:lnTo>
                  <a:pt x="90276" y="12098"/>
                </a:lnTo>
                <a:cubicBezTo>
                  <a:pt x="90276" y="12158"/>
                  <a:pt x="90306" y="12219"/>
                  <a:pt x="90398" y="12219"/>
                </a:cubicBezTo>
                <a:lnTo>
                  <a:pt x="90428" y="12189"/>
                </a:lnTo>
                <a:lnTo>
                  <a:pt x="90489" y="12158"/>
                </a:lnTo>
                <a:cubicBezTo>
                  <a:pt x="90513" y="12123"/>
                  <a:pt x="90546" y="12110"/>
                  <a:pt x="90579" y="12110"/>
                </a:cubicBezTo>
                <a:cubicBezTo>
                  <a:pt x="90631" y="12110"/>
                  <a:pt x="90683" y="12140"/>
                  <a:pt x="90701" y="12158"/>
                </a:cubicBezTo>
                <a:cubicBezTo>
                  <a:pt x="90777" y="12174"/>
                  <a:pt x="90861" y="12181"/>
                  <a:pt x="90945" y="12181"/>
                </a:cubicBezTo>
                <a:cubicBezTo>
                  <a:pt x="91028" y="12181"/>
                  <a:pt x="91112" y="12174"/>
                  <a:pt x="91188" y="12158"/>
                </a:cubicBezTo>
                <a:cubicBezTo>
                  <a:pt x="91233" y="12128"/>
                  <a:pt x="91287" y="12113"/>
                  <a:pt x="91340" y="12113"/>
                </a:cubicBezTo>
                <a:cubicBezTo>
                  <a:pt x="91393" y="12113"/>
                  <a:pt x="91446" y="12128"/>
                  <a:pt x="91492" y="12158"/>
                </a:cubicBezTo>
                <a:cubicBezTo>
                  <a:pt x="91492" y="12162"/>
                  <a:pt x="91494" y="12163"/>
                  <a:pt x="91497" y="12163"/>
                </a:cubicBezTo>
                <a:cubicBezTo>
                  <a:pt x="91524" y="12163"/>
                  <a:pt x="91647" y="12064"/>
                  <a:pt x="91674" y="12037"/>
                </a:cubicBezTo>
                <a:cubicBezTo>
                  <a:pt x="91763" y="11992"/>
                  <a:pt x="91852" y="11964"/>
                  <a:pt x="91953" y="11964"/>
                </a:cubicBezTo>
                <a:cubicBezTo>
                  <a:pt x="91990" y="11964"/>
                  <a:pt x="92029" y="11968"/>
                  <a:pt x="92069" y="11976"/>
                </a:cubicBezTo>
                <a:lnTo>
                  <a:pt x="92282" y="11976"/>
                </a:lnTo>
                <a:lnTo>
                  <a:pt x="92252" y="12219"/>
                </a:lnTo>
                <a:cubicBezTo>
                  <a:pt x="92464" y="12189"/>
                  <a:pt x="92677" y="12158"/>
                  <a:pt x="92708" y="12128"/>
                </a:cubicBezTo>
                <a:cubicBezTo>
                  <a:pt x="92738" y="12067"/>
                  <a:pt x="92799" y="11915"/>
                  <a:pt x="92829" y="11794"/>
                </a:cubicBezTo>
                <a:lnTo>
                  <a:pt x="92920" y="11763"/>
                </a:lnTo>
                <a:cubicBezTo>
                  <a:pt x="92987" y="11719"/>
                  <a:pt x="93053" y="11626"/>
                  <a:pt x="93155" y="11626"/>
                </a:cubicBezTo>
                <a:cubicBezTo>
                  <a:pt x="93193" y="11626"/>
                  <a:pt x="93236" y="11639"/>
                  <a:pt x="93285" y="11672"/>
                </a:cubicBezTo>
                <a:lnTo>
                  <a:pt x="93346" y="11733"/>
                </a:lnTo>
                <a:cubicBezTo>
                  <a:pt x="93346" y="11824"/>
                  <a:pt x="93346" y="11885"/>
                  <a:pt x="93407" y="11976"/>
                </a:cubicBezTo>
                <a:lnTo>
                  <a:pt x="93559" y="11854"/>
                </a:lnTo>
                <a:lnTo>
                  <a:pt x="93680" y="11824"/>
                </a:lnTo>
                <a:cubicBezTo>
                  <a:pt x="93802" y="11794"/>
                  <a:pt x="93923" y="11733"/>
                  <a:pt x="94015" y="11672"/>
                </a:cubicBezTo>
                <a:cubicBezTo>
                  <a:pt x="94045" y="11672"/>
                  <a:pt x="94015" y="11611"/>
                  <a:pt x="93954" y="11581"/>
                </a:cubicBezTo>
                <a:lnTo>
                  <a:pt x="93893" y="11581"/>
                </a:lnTo>
                <a:cubicBezTo>
                  <a:pt x="93741" y="11581"/>
                  <a:pt x="93741" y="11520"/>
                  <a:pt x="93741" y="11429"/>
                </a:cubicBezTo>
                <a:lnTo>
                  <a:pt x="93802" y="11277"/>
                </a:lnTo>
                <a:cubicBezTo>
                  <a:pt x="93832" y="11095"/>
                  <a:pt x="93893" y="10639"/>
                  <a:pt x="93802" y="10547"/>
                </a:cubicBezTo>
                <a:cubicBezTo>
                  <a:pt x="93650" y="10456"/>
                  <a:pt x="93528" y="10304"/>
                  <a:pt x="93437" y="10183"/>
                </a:cubicBezTo>
                <a:lnTo>
                  <a:pt x="93559" y="10092"/>
                </a:lnTo>
                <a:cubicBezTo>
                  <a:pt x="93619" y="10061"/>
                  <a:pt x="93711" y="10031"/>
                  <a:pt x="93741" y="10000"/>
                </a:cubicBezTo>
                <a:cubicBezTo>
                  <a:pt x="93802" y="9970"/>
                  <a:pt x="93832" y="9879"/>
                  <a:pt x="93832" y="9879"/>
                </a:cubicBezTo>
                <a:cubicBezTo>
                  <a:pt x="93650" y="9727"/>
                  <a:pt x="93832" y="9696"/>
                  <a:pt x="93923" y="9666"/>
                </a:cubicBezTo>
                <a:lnTo>
                  <a:pt x="94015" y="9666"/>
                </a:lnTo>
                <a:cubicBezTo>
                  <a:pt x="94052" y="9653"/>
                  <a:pt x="94090" y="9646"/>
                  <a:pt x="94126" y="9646"/>
                </a:cubicBezTo>
                <a:cubicBezTo>
                  <a:pt x="94176" y="9646"/>
                  <a:pt x="94222" y="9661"/>
                  <a:pt x="94258" y="9696"/>
                </a:cubicBezTo>
                <a:cubicBezTo>
                  <a:pt x="94279" y="9739"/>
                  <a:pt x="94407" y="9782"/>
                  <a:pt x="94491" y="9782"/>
                </a:cubicBezTo>
                <a:cubicBezTo>
                  <a:pt x="94526" y="9782"/>
                  <a:pt x="94553" y="9775"/>
                  <a:pt x="94562" y="9757"/>
                </a:cubicBezTo>
                <a:cubicBezTo>
                  <a:pt x="94623" y="9636"/>
                  <a:pt x="94683" y="9544"/>
                  <a:pt x="94714" y="9423"/>
                </a:cubicBezTo>
                <a:cubicBezTo>
                  <a:pt x="94714" y="9392"/>
                  <a:pt x="94699" y="9377"/>
                  <a:pt x="94672" y="9377"/>
                </a:cubicBezTo>
                <a:cubicBezTo>
                  <a:pt x="94645" y="9377"/>
                  <a:pt x="94607" y="9392"/>
                  <a:pt x="94562" y="9423"/>
                </a:cubicBezTo>
                <a:lnTo>
                  <a:pt x="94501" y="9423"/>
                </a:lnTo>
                <a:cubicBezTo>
                  <a:pt x="94440" y="9423"/>
                  <a:pt x="94349" y="9392"/>
                  <a:pt x="94288" y="9332"/>
                </a:cubicBezTo>
                <a:lnTo>
                  <a:pt x="94197" y="9240"/>
                </a:lnTo>
                <a:cubicBezTo>
                  <a:pt x="94167" y="9332"/>
                  <a:pt x="93954" y="9423"/>
                  <a:pt x="93741" y="9453"/>
                </a:cubicBezTo>
                <a:lnTo>
                  <a:pt x="93619" y="9392"/>
                </a:lnTo>
                <a:lnTo>
                  <a:pt x="93559" y="9332"/>
                </a:lnTo>
                <a:cubicBezTo>
                  <a:pt x="93467" y="9301"/>
                  <a:pt x="93407" y="9301"/>
                  <a:pt x="93316" y="9271"/>
                </a:cubicBezTo>
                <a:cubicBezTo>
                  <a:pt x="93255" y="9240"/>
                  <a:pt x="93316" y="9149"/>
                  <a:pt x="93316" y="9149"/>
                </a:cubicBezTo>
                <a:cubicBezTo>
                  <a:pt x="93320" y="9145"/>
                  <a:pt x="93329" y="9143"/>
                  <a:pt x="93342" y="9143"/>
                </a:cubicBezTo>
                <a:cubicBezTo>
                  <a:pt x="93392" y="9143"/>
                  <a:pt x="93493" y="9171"/>
                  <a:pt x="93560" y="9171"/>
                </a:cubicBezTo>
                <a:cubicBezTo>
                  <a:pt x="93589" y="9171"/>
                  <a:pt x="93612" y="9165"/>
                  <a:pt x="93619" y="9149"/>
                </a:cubicBezTo>
                <a:cubicBezTo>
                  <a:pt x="93680" y="9088"/>
                  <a:pt x="93619" y="8936"/>
                  <a:pt x="93559" y="8906"/>
                </a:cubicBezTo>
                <a:cubicBezTo>
                  <a:pt x="93528" y="8876"/>
                  <a:pt x="93650" y="8785"/>
                  <a:pt x="93711" y="8754"/>
                </a:cubicBezTo>
                <a:cubicBezTo>
                  <a:pt x="93771" y="8724"/>
                  <a:pt x="93771" y="8693"/>
                  <a:pt x="93741" y="8633"/>
                </a:cubicBezTo>
                <a:cubicBezTo>
                  <a:pt x="93741" y="8633"/>
                  <a:pt x="93863" y="8541"/>
                  <a:pt x="93923" y="8541"/>
                </a:cubicBezTo>
                <a:cubicBezTo>
                  <a:pt x="93984" y="8420"/>
                  <a:pt x="94045" y="8268"/>
                  <a:pt x="94075" y="8146"/>
                </a:cubicBezTo>
                <a:cubicBezTo>
                  <a:pt x="94106" y="8025"/>
                  <a:pt x="93893" y="7964"/>
                  <a:pt x="93832" y="7964"/>
                </a:cubicBezTo>
                <a:cubicBezTo>
                  <a:pt x="93680" y="7964"/>
                  <a:pt x="93528" y="7994"/>
                  <a:pt x="93407" y="8055"/>
                </a:cubicBezTo>
                <a:cubicBezTo>
                  <a:pt x="93398" y="8058"/>
                  <a:pt x="93390" y="8059"/>
                  <a:pt x="93381" y="8059"/>
                </a:cubicBezTo>
                <a:cubicBezTo>
                  <a:pt x="93295" y="8059"/>
                  <a:pt x="93194" y="7931"/>
                  <a:pt x="93194" y="7903"/>
                </a:cubicBezTo>
                <a:cubicBezTo>
                  <a:pt x="93194" y="7903"/>
                  <a:pt x="93140" y="7876"/>
                  <a:pt x="93059" y="7876"/>
                </a:cubicBezTo>
                <a:cubicBezTo>
                  <a:pt x="93018" y="7876"/>
                  <a:pt x="92971" y="7883"/>
                  <a:pt x="92920" y="7903"/>
                </a:cubicBezTo>
                <a:lnTo>
                  <a:pt x="92829" y="7933"/>
                </a:lnTo>
                <a:cubicBezTo>
                  <a:pt x="92768" y="7933"/>
                  <a:pt x="92738" y="7964"/>
                  <a:pt x="92708" y="7994"/>
                </a:cubicBezTo>
                <a:lnTo>
                  <a:pt x="92647" y="8116"/>
                </a:lnTo>
                <a:cubicBezTo>
                  <a:pt x="92677" y="8207"/>
                  <a:pt x="92768" y="8298"/>
                  <a:pt x="92860" y="8329"/>
                </a:cubicBezTo>
                <a:lnTo>
                  <a:pt x="93042" y="8329"/>
                </a:lnTo>
                <a:cubicBezTo>
                  <a:pt x="93096" y="8274"/>
                  <a:pt x="93175" y="8172"/>
                  <a:pt x="93212" y="8172"/>
                </a:cubicBezTo>
                <a:cubicBezTo>
                  <a:pt x="93217" y="8172"/>
                  <a:pt x="93221" y="8173"/>
                  <a:pt x="93224" y="8177"/>
                </a:cubicBezTo>
                <a:cubicBezTo>
                  <a:pt x="93285" y="8207"/>
                  <a:pt x="93346" y="8268"/>
                  <a:pt x="93376" y="8329"/>
                </a:cubicBezTo>
                <a:cubicBezTo>
                  <a:pt x="93194" y="8420"/>
                  <a:pt x="92981" y="8450"/>
                  <a:pt x="92799" y="8481"/>
                </a:cubicBezTo>
                <a:cubicBezTo>
                  <a:pt x="92770" y="8486"/>
                  <a:pt x="92743" y="8489"/>
                  <a:pt x="92719" y="8489"/>
                </a:cubicBezTo>
                <a:cubicBezTo>
                  <a:pt x="92615" y="8489"/>
                  <a:pt x="92556" y="8444"/>
                  <a:pt x="92556" y="8420"/>
                </a:cubicBezTo>
                <a:cubicBezTo>
                  <a:pt x="92556" y="8359"/>
                  <a:pt x="92586" y="8298"/>
                  <a:pt x="92586" y="8237"/>
                </a:cubicBezTo>
                <a:cubicBezTo>
                  <a:pt x="92556" y="8146"/>
                  <a:pt x="92495" y="8085"/>
                  <a:pt x="92434" y="7994"/>
                </a:cubicBezTo>
                <a:lnTo>
                  <a:pt x="92373" y="7933"/>
                </a:lnTo>
                <a:lnTo>
                  <a:pt x="92282" y="7842"/>
                </a:lnTo>
                <a:cubicBezTo>
                  <a:pt x="92191" y="7842"/>
                  <a:pt x="92100" y="7873"/>
                  <a:pt x="92008" y="7903"/>
                </a:cubicBezTo>
                <a:lnTo>
                  <a:pt x="91857" y="7873"/>
                </a:lnTo>
                <a:cubicBezTo>
                  <a:pt x="91674" y="7873"/>
                  <a:pt x="91401" y="7842"/>
                  <a:pt x="91218" y="7812"/>
                </a:cubicBezTo>
                <a:lnTo>
                  <a:pt x="91066" y="7781"/>
                </a:lnTo>
                <a:lnTo>
                  <a:pt x="90945" y="7781"/>
                </a:lnTo>
                <a:lnTo>
                  <a:pt x="90671" y="7903"/>
                </a:lnTo>
                <a:cubicBezTo>
                  <a:pt x="90489" y="7812"/>
                  <a:pt x="90337" y="7599"/>
                  <a:pt x="90306" y="7386"/>
                </a:cubicBezTo>
                <a:cubicBezTo>
                  <a:pt x="90306" y="7326"/>
                  <a:pt x="90124" y="7204"/>
                  <a:pt x="89911" y="7143"/>
                </a:cubicBezTo>
                <a:lnTo>
                  <a:pt x="89729" y="7174"/>
                </a:lnTo>
                <a:lnTo>
                  <a:pt x="89577" y="7204"/>
                </a:lnTo>
                <a:cubicBezTo>
                  <a:pt x="89508" y="7238"/>
                  <a:pt x="89449" y="7255"/>
                  <a:pt x="89402" y="7255"/>
                </a:cubicBezTo>
                <a:cubicBezTo>
                  <a:pt x="89325" y="7255"/>
                  <a:pt x="89284" y="7208"/>
                  <a:pt x="89303" y="7113"/>
                </a:cubicBezTo>
                <a:lnTo>
                  <a:pt x="89303" y="7113"/>
                </a:lnTo>
                <a:lnTo>
                  <a:pt x="89030" y="7143"/>
                </a:lnTo>
                <a:cubicBezTo>
                  <a:pt x="89013" y="7147"/>
                  <a:pt x="88998" y="7149"/>
                  <a:pt x="88985" y="7149"/>
                </a:cubicBezTo>
                <a:cubicBezTo>
                  <a:pt x="88902" y="7149"/>
                  <a:pt x="88886" y="7074"/>
                  <a:pt x="88939" y="7022"/>
                </a:cubicBezTo>
                <a:cubicBezTo>
                  <a:pt x="88984" y="6976"/>
                  <a:pt x="89029" y="6898"/>
                  <a:pt x="89124" y="6898"/>
                </a:cubicBezTo>
                <a:cubicBezTo>
                  <a:pt x="89157" y="6898"/>
                  <a:pt x="89196" y="6907"/>
                  <a:pt x="89242" y="6930"/>
                </a:cubicBezTo>
                <a:cubicBezTo>
                  <a:pt x="89273" y="6961"/>
                  <a:pt x="89334" y="6991"/>
                  <a:pt x="89394" y="6991"/>
                </a:cubicBezTo>
                <a:lnTo>
                  <a:pt x="89546" y="6991"/>
                </a:lnTo>
                <a:cubicBezTo>
                  <a:pt x="89594" y="6995"/>
                  <a:pt x="89638" y="6997"/>
                  <a:pt x="89680" y="6997"/>
                </a:cubicBezTo>
                <a:cubicBezTo>
                  <a:pt x="89962" y="6997"/>
                  <a:pt x="90116" y="6911"/>
                  <a:pt x="90063" y="6778"/>
                </a:cubicBezTo>
                <a:lnTo>
                  <a:pt x="90063" y="6778"/>
                </a:lnTo>
                <a:lnTo>
                  <a:pt x="89850" y="6870"/>
                </a:lnTo>
                <a:cubicBezTo>
                  <a:pt x="89820" y="6885"/>
                  <a:pt x="89797" y="6890"/>
                  <a:pt x="89779" y="6890"/>
                </a:cubicBezTo>
                <a:cubicBezTo>
                  <a:pt x="89725" y="6890"/>
                  <a:pt x="89714" y="6839"/>
                  <a:pt x="89668" y="6839"/>
                </a:cubicBezTo>
                <a:cubicBezTo>
                  <a:pt x="89486" y="6771"/>
                  <a:pt x="89286" y="6737"/>
                  <a:pt x="89095" y="6737"/>
                </a:cubicBezTo>
                <a:cubicBezTo>
                  <a:pt x="89032" y="6737"/>
                  <a:pt x="88969" y="6740"/>
                  <a:pt x="88908" y="6748"/>
                </a:cubicBezTo>
                <a:cubicBezTo>
                  <a:pt x="88878" y="6748"/>
                  <a:pt x="88847" y="6718"/>
                  <a:pt x="88817" y="6718"/>
                </a:cubicBezTo>
                <a:lnTo>
                  <a:pt x="88665" y="6687"/>
                </a:lnTo>
                <a:cubicBezTo>
                  <a:pt x="88574" y="6870"/>
                  <a:pt x="88483" y="7052"/>
                  <a:pt x="88422" y="7234"/>
                </a:cubicBezTo>
                <a:cubicBezTo>
                  <a:pt x="88445" y="7303"/>
                  <a:pt x="88416" y="7337"/>
                  <a:pt x="88400" y="7337"/>
                </a:cubicBezTo>
                <a:cubicBezTo>
                  <a:pt x="88395" y="7337"/>
                  <a:pt x="88391" y="7333"/>
                  <a:pt x="88391" y="7326"/>
                </a:cubicBezTo>
                <a:cubicBezTo>
                  <a:pt x="88331" y="7234"/>
                  <a:pt x="88270" y="7143"/>
                  <a:pt x="88179" y="7082"/>
                </a:cubicBezTo>
                <a:lnTo>
                  <a:pt x="88300" y="6900"/>
                </a:lnTo>
                <a:lnTo>
                  <a:pt x="88361" y="6809"/>
                </a:lnTo>
                <a:cubicBezTo>
                  <a:pt x="88209" y="6778"/>
                  <a:pt x="87966" y="6748"/>
                  <a:pt x="87814" y="6748"/>
                </a:cubicBezTo>
                <a:lnTo>
                  <a:pt x="87783" y="6657"/>
                </a:lnTo>
                <a:cubicBezTo>
                  <a:pt x="87753" y="6566"/>
                  <a:pt x="87753" y="6505"/>
                  <a:pt x="87814" y="6444"/>
                </a:cubicBezTo>
                <a:lnTo>
                  <a:pt x="87875" y="6383"/>
                </a:lnTo>
                <a:cubicBezTo>
                  <a:pt x="87891" y="6380"/>
                  <a:pt x="87907" y="6378"/>
                  <a:pt x="87920" y="6378"/>
                </a:cubicBezTo>
                <a:cubicBezTo>
                  <a:pt x="88033" y="6378"/>
                  <a:pt x="88054" y="6478"/>
                  <a:pt x="88027" y="6505"/>
                </a:cubicBezTo>
                <a:cubicBezTo>
                  <a:pt x="88027" y="6535"/>
                  <a:pt x="88148" y="6596"/>
                  <a:pt x="88300" y="6657"/>
                </a:cubicBezTo>
                <a:lnTo>
                  <a:pt x="88300" y="6322"/>
                </a:lnTo>
                <a:cubicBezTo>
                  <a:pt x="88422" y="6322"/>
                  <a:pt x="88513" y="6292"/>
                  <a:pt x="88635" y="6262"/>
                </a:cubicBezTo>
                <a:cubicBezTo>
                  <a:pt x="88695" y="6262"/>
                  <a:pt x="88665" y="6201"/>
                  <a:pt x="88635" y="6140"/>
                </a:cubicBezTo>
                <a:lnTo>
                  <a:pt x="88391" y="6140"/>
                </a:lnTo>
                <a:cubicBezTo>
                  <a:pt x="88179" y="6140"/>
                  <a:pt x="87996" y="6019"/>
                  <a:pt x="88027" y="5988"/>
                </a:cubicBezTo>
                <a:cubicBezTo>
                  <a:pt x="88027" y="5958"/>
                  <a:pt x="88087" y="5958"/>
                  <a:pt x="88179" y="5958"/>
                </a:cubicBezTo>
                <a:lnTo>
                  <a:pt x="88239" y="5988"/>
                </a:lnTo>
                <a:cubicBezTo>
                  <a:pt x="88301" y="6009"/>
                  <a:pt x="88349" y="6071"/>
                  <a:pt x="88421" y="6071"/>
                </a:cubicBezTo>
                <a:cubicBezTo>
                  <a:pt x="88455" y="6071"/>
                  <a:pt x="88495" y="6058"/>
                  <a:pt x="88543" y="6019"/>
                </a:cubicBezTo>
                <a:cubicBezTo>
                  <a:pt x="88589" y="6003"/>
                  <a:pt x="88635" y="5996"/>
                  <a:pt x="88680" y="5996"/>
                </a:cubicBezTo>
                <a:cubicBezTo>
                  <a:pt x="88726" y="5996"/>
                  <a:pt x="88771" y="6003"/>
                  <a:pt x="88817" y="6019"/>
                </a:cubicBezTo>
                <a:cubicBezTo>
                  <a:pt x="88857" y="6043"/>
                  <a:pt x="88885" y="6052"/>
                  <a:pt x="88903" y="6052"/>
                </a:cubicBezTo>
                <a:cubicBezTo>
                  <a:pt x="88953" y="6052"/>
                  <a:pt x="88931" y="5980"/>
                  <a:pt x="88908" y="5958"/>
                </a:cubicBezTo>
                <a:lnTo>
                  <a:pt x="88847" y="5867"/>
                </a:lnTo>
                <a:cubicBezTo>
                  <a:pt x="88878" y="5806"/>
                  <a:pt x="88969" y="5684"/>
                  <a:pt x="89060" y="5563"/>
                </a:cubicBezTo>
                <a:lnTo>
                  <a:pt x="89212" y="5563"/>
                </a:lnTo>
                <a:cubicBezTo>
                  <a:pt x="89364" y="5563"/>
                  <a:pt x="89334" y="5441"/>
                  <a:pt x="89303" y="5411"/>
                </a:cubicBezTo>
                <a:cubicBezTo>
                  <a:pt x="89303" y="5380"/>
                  <a:pt x="89273" y="5350"/>
                  <a:pt x="89273" y="5350"/>
                </a:cubicBezTo>
                <a:lnTo>
                  <a:pt x="89425" y="5167"/>
                </a:lnTo>
                <a:cubicBezTo>
                  <a:pt x="89394" y="5015"/>
                  <a:pt x="89303" y="4863"/>
                  <a:pt x="89182" y="4803"/>
                </a:cubicBezTo>
                <a:cubicBezTo>
                  <a:pt x="89030" y="4833"/>
                  <a:pt x="88908" y="4863"/>
                  <a:pt x="88756" y="4924"/>
                </a:cubicBezTo>
                <a:lnTo>
                  <a:pt x="88574" y="4803"/>
                </a:lnTo>
                <a:cubicBezTo>
                  <a:pt x="88483" y="4803"/>
                  <a:pt x="88422" y="4833"/>
                  <a:pt x="88361" y="4863"/>
                </a:cubicBezTo>
                <a:lnTo>
                  <a:pt x="88300" y="4955"/>
                </a:lnTo>
                <a:cubicBezTo>
                  <a:pt x="88300" y="5046"/>
                  <a:pt x="88087" y="5046"/>
                  <a:pt x="88027" y="5046"/>
                </a:cubicBezTo>
                <a:cubicBezTo>
                  <a:pt x="87935" y="5015"/>
                  <a:pt x="87875" y="4833"/>
                  <a:pt x="87875" y="4772"/>
                </a:cubicBezTo>
                <a:cubicBezTo>
                  <a:pt x="87875" y="4712"/>
                  <a:pt x="87783" y="4651"/>
                  <a:pt x="87753" y="4651"/>
                </a:cubicBezTo>
                <a:cubicBezTo>
                  <a:pt x="87723" y="4651"/>
                  <a:pt x="87692" y="4499"/>
                  <a:pt x="87632" y="4499"/>
                </a:cubicBezTo>
                <a:cubicBezTo>
                  <a:pt x="87540" y="4499"/>
                  <a:pt x="87540" y="4468"/>
                  <a:pt x="87601" y="4468"/>
                </a:cubicBezTo>
                <a:lnTo>
                  <a:pt x="87632" y="4468"/>
                </a:lnTo>
                <a:lnTo>
                  <a:pt x="88027" y="4499"/>
                </a:lnTo>
                <a:cubicBezTo>
                  <a:pt x="88118" y="4377"/>
                  <a:pt x="88239" y="4256"/>
                  <a:pt x="88361" y="4134"/>
                </a:cubicBezTo>
                <a:cubicBezTo>
                  <a:pt x="88422" y="4134"/>
                  <a:pt x="88361" y="4073"/>
                  <a:pt x="88209" y="4073"/>
                </a:cubicBezTo>
                <a:lnTo>
                  <a:pt x="88209" y="4043"/>
                </a:lnTo>
                <a:cubicBezTo>
                  <a:pt x="88148" y="3936"/>
                  <a:pt x="88057" y="3906"/>
                  <a:pt x="87966" y="3906"/>
                </a:cubicBezTo>
                <a:cubicBezTo>
                  <a:pt x="87875" y="3906"/>
                  <a:pt x="87783" y="3936"/>
                  <a:pt x="87723" y="3952"/>
                </a:cubicBezTo>
                <a:lnTo>
                  <a:pt x="87510" y="4043"/>
                </a:lnTo>
                <a:cubicBezTo>
                  <a:pt x="87419" y="3952"/>
                  <a:pt x="87388" y="3830"/>
                  <a:pt x="87419" y="3708"/>
                </a:cubicBezTo>
                <a:cubicBezTo>
                  <a:pt x="87449" y="3648"/>
                  <a:pt x="87480" y="3648"/>
                  <a:pt x="87510" y="3648"/>
                </a:cubicBezTo>
                <a:cubicBezTo>
                  <a:pt x="87488" y="3756"/>
                  <a:pt x="87560" y="3772"/>
                  <a:pt x="87646" y="3772"/>
                </a:cubicBezTo>
                <a:cubicBezTo>
                  <a:pt x="87681" y="3772"/>
                  <a:pt x="87718" y="3769"/>
                  <a:pt x="87753" y="3769"/>
                </a:cubicBezTo>
                <a:lnTo>
                  <a:pt x="87966" y="3739"/>
                </a:lnTo>
                <a:cubicBezTo>
                  <a:pt x="87844" y="3678"/>
                  <a:pt x="87753" y="3587"/>
                  <a:pt x="87662" y="3496"/>
                </a:cubicBezTo>
                <a:lnTo>
                  <a:pt x="87723" y="3435"/>
                </a:lnTo>
                <a:cubicBezTo>
                  <a:pt x="87753" y="3344"/>
                  <a:pt x="87783" y="3283"/>
                  <a:pt x="87814" y="3192"/>
                </a:cubicBezTo>
                <a:lnTo>
                  <a:pt x="87814" y="3161"/>
                </a:lnTo>
                <a:cubicBezTo>
                  <a:pt x="87814" y="3161"/>
                  <a:pt x="87723" y="3192"/>
                  <a:pt x="87632" y="3283"/>
                </a:cubicBezTo>
                <a:lnTo>
                  <a:pt x="87601" y="3283"/>
                </a:lnTo>
                <a:cubicBezTo>
                  <a:pt x="87419" y="3253"/>
                  <a:pt x="87510" y="3161"/>
                  <a:pt x="87571" y="3101"/>
                </a:cubicBezTo>
                <a:cubicBezTo>
                  <a:pt x="87540" y="3009"/>
                  <a:pt x="87480" y="2918"/>
                  <a:pt x="87419" y="2857"/>
                </a:cubicBezTo>
                <a:lnTo>
                  <a:pt x="87236" y="2857"/>
                </a:lnTo>
                <a:cubicBezTo>
                  <a:pt x="87084" y="2857"/>
                  <a:pt x="86963" y="2857"/>
                  <a:pt x="86963" y="2705"/>
                </a:cubicBezTo>
                <a:lnTo>
                  <a:pt x="86841" y="2705"/>
                </a:lnTo>
                <a:lnTo>
                  <a:pt x="86750" y="2918"/>
                </a:lnTo>
                <a:cubicBezTo>
                  <a:pt x="86537" y="2888"/>
                  <a:pt x="86446" y="2705"/>
                  <a:pt x="86446" y="2645"/>
                </a:cubicBezTo>
                <a:cubicBezTo>
                  <a:pt x="86507" y="2553"/>
                  <a:pt x="86568" y="2493"/>
                  <a:pt x="86628" y="2462"/>
                </a:cubicBezTo>
                <a:lnTo>
                  <a:pt x="86659" y="2462"/>
                </a:lnTo>
                <a:lnTo>
                  <a:pt x="86811" y="2523"/>
                </a:lnTo>
                <a:cubicBezTo>
                  <a:pt x="86963" y="2493"/>
                  <a:pt x="87054" y="2341"/>
                  <a:pt x="87054" y="2280"/>
                </a:cubicBezTo>
                <a:cubicBezTo>
                  <a:pt x="87024" y="2249"/>
                  <a:pt x="87054" y="2189"/>
                  <a:pt x="87115" y="2158"/>
                </a:cubicBezTo>
                <a:cubicBezTo>
                  <a:pt x="87267" y="2097"/>
                  <a:pt x="87388" y="1976"/>
                  <a:pt x="87510" y="1854"/>
                </a:cubicBezTo>
                <a:cubicBezTo>
                  <a:pt x="87540" y="1733"/>
                  <a:pt x="87571" y="1611"/>
                  <a:pt x="87540" y="1520"/>
                </a:cubicBezTo>
                <a:lnTo>
                  <a:pt x="87115" y="1520"/>
                </a:lnTo>
                <a:cubicBezTo>
                  <a:pt x="87024" y="1277"/>
                  <a:pt x="87358" y="942"/>
                  <a:pt x="87480" y="882"/>
                </a:cubicBezTo>
                <a:cubicBezTo>
                  <a:pt x="87601" y="851"/>
                  <a:pt x="87601" y="730"/>
                  <a:pt x="87480" y="669"/>
                </a:cubicBezTo>
                <a:lnTo>
                  <a:pt x="87358" y="608"/>
                </a:lnTo>
                <a:cubicBezTo>
                  <a:pt x="87267" y="547"/>
                  <a:pt x="87358" y="487"/>
                  <a:pt x="87358" y="456"/>
                </a:cubicBezTo>
                <a:cubicBezTo>
                  <a:pt x="87388" y="426"/>
                  <a:pt x="87328" y="335"/>
                  <a:pt x="87297" y="304"/>
                </a:cubicBezTo>
                <a:cubicBezTo>
                  <a:pt x="87252" y="243"/>
                  <a:pt x="87229" y="213"/>
                  <a:pt x="87202" y="213"/>
                </a:cubicBezTo>
                <a:cubicBezTo>
                  <a:pt x="87176" y="213"/>
                  <a:pt x="87145" y="243"/>
                  <a:pt x="87084" y="304"/>
                </a:cubicBezTo>
                <a:lnTo>
                  <a:pt x="87024" y="304"/>
                </a:lnTo>
                <a:cubicBezTo>
                  <a:pt x="87007" y="312"/>
                  <a:pt x="86991" y="316"/>
                  <a:pt x="86975" y="316"/>
                </a:cubicBezTo>
                <a:cubicBezTo>
                  <a:pt x="86932" y="316"/>
                  <a:pt x="86894" y="288"/>
                  <a:pt x="86872" y="243"/>
                </a:cubicBezTo>
                <a:lnTo>
                  <a:pt x="86872" y="213"/>
                </a:lnTo>
                <a:lnTo>
                  <a:pt x="86872" y="183"/>
                </a:lnTo>
                <a:cubicBezTo>
                  <a:pt x="86932" y="91"/>
                  <a:pt x="86872" y="91"/>
                  <a:pt x="86750" y="91"/>
                </a:cubicBezTo>
                <a:lnTo>
                  <a:pt x="86598" y="91"/>
                </a:lnTo>
                <a:cubicBezTo>
                  <a:pt x="86591" y="95"/>
                  <a:pt x="86581" y="96"/>
                  <a:pt x="86568" y="96"/>
                </a:cubicBezTo>
                <a:cubicBezTo>
                  <a:pt x="86466" y="96"/>
                  <a:pt x="86189" y="0"/>
                  <a:pt x="860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3_1">
    <p:spTree>
      <p:nvGrpSpPr>
        <p:cNvPr id="1056" name="Shape 1056"/>
        <p:cNvGrpSpPr/>
        <p:nvPr/>
      </p:nvGrpSpPr>
      <p:grpSpPr>
        <a:xfrm>
          <a:off x="0" y="0"/>
          <a:ext cx="0" cy="0"/>
          <a:chOff x="0" y="0"/>
          <a:chExt cx="0" cy="0"/>
        </a:xfrm>
      </p:grpSpPr>
      <p:sp>
        <p:nvSpPr>
          <p:cNvPr id="1057" name="Google Shape;1057;p32"/>
          <p:cNvSpPr/>
          <p:nvPr/>
        </p:nvSpPr>
        <p:spPr>
          <a:xfrm>
            <a:off x="5721199" y="2015833"/>
            <a:ext cx="3594163" cy="3242328"/>
          </a:xfrm>
          <a:custGeom>
            <a:rect b="b" l="l" r="r" t="t"/>
            <a:pathLst>
              <a:path extrusionOk="0" h="127450" w="141280">
                <a:moveTo>
                  <a:pt x="71825" y="36202"/>
                </a:moveTo>
                <a:cubicBezTo>
                  <a:pt x="71916" y="36293"/>
                  <a:pt x="71612" y="36689"/>
                  <a:pt x="71825" y="36658"/>
                </a:cubicBezTo>
                <a:lnTo>
                  <a:pt x="71521" y="37114"/>
                </a:lnTo>
                <a:cubicBezTo>
                  <a:pt x="71369" y="37144"/>
                  <a:pt x="71795" y="36415"/>
                  <a:pt x="71460" y="36871"/>
                </a:cubicBezTo>
                <a:cubicBezTo>
                  <a:pt x="71430" y="36749"/>
                  <a:pt x="71673" y="36445"/>
                  <a:pt x="71825" y="36202"/>
                </a:cubicBezTo>
                <a:close/>
                <a:moveTo>
                  <a:pt x="72919" y="33923"/>
                </a:moveTo>
                <a:cubicBezTo>
                  <a:pt x="72950" y="34014"/>
                  <a:pt x="72737" y="34257"/>
                  <a:pt x="72798" y="34287"/>
                </a:cubicBezTo>
                <a:cubicBezTo>
                  <a:pt x="72615" y="34682"/>
                  <a:pt x="72555" y="34470"/>
                  <a:pt x="72464" y="34530"/>
                </a:cubicBezTo>
                <a:cubicBezTo>
                  <a:pt x="72251" y="34774"/>
                  <a:pt x="71886" y="35503"/>
                  <a:pt x="71825" y="35230"/>
                </a:cubicBezTo>
                <a:cubicBezTo>
                  <a:pt x="72129" y="34743"/>
                  <a:pt x="72494" y="34287"/>
                  <a:pt x="72919" y="33892"/>
                </a:cubicBezTo>
                <a:close/>
                <a:moveTo>
                  <a:pt x="71916" y="36293"/>
                </a:moveTo>
                <a:lnTo>
                  <a:pt x="72464" y="35533"/>
                </a:lnTo>
                <a:cubicBezTo>
                  <a:pt x="72615" y="35625"/>
                  <a:pt x="72038" y="36567"/>
                  <a:pt x="71916" y="36263"/>
                </a:cubicBezTo>
                <a:close/>
                <a:moveTo>
                  <a:pt x="77722" y="26871"/>
                </a:moveTo>
                <a:cubicBezTo>
                  <a:pt x="77631" y="27205"/>
                  <a:pt x="77448" y="27479"/>
                  <a:pt x="77175" y="27722"/>
                </a:cubicBezTo>
                <a:cubicBezTo>
                  <a:pt x="76962" y="28026"/>
                  <a:pt x="77266" y="27935"/>
                  <a:pt x="77144" y="28178"/>
                </a:cubicBezTo>
                <a:lnTo>
                  <a:pt x="75959" y="29758"/>
                </a:lnTo>
                <a:cubicBezTo>
                  <a:pt x="75533" y="30245"/>
                  <a:pt x="76111" y="29424"/>
                  <a:pt x="76263" y="29242"/>
                </a:cubicBezTo>
                <a:cubicBezTo>
                  <a:pt x="76111" y="29211"/>
                  <a:pt x="75746" y="29728"/>
                  <a:pt x="75655" y="29546"/>
                </a:cubicBezTo>
                <a:cubicBezTo>
                  <a:pt x="75442" y="29819"/>
                  <a:pt x="75746" y="29758"/>
                  <a:pt x="75625" y="30001"/>
                </a:cubicBezTo>
                <a:cubicBezTo>
                  <a:pt x="74956" y="30974"/>
                  <a:pt x="74682" y="30913"/>
                  <a:pt x="74257" y="31187"/>
                </a:cubicBezTo>
                <a:cubicBezTo>
                  <a:pt x="74014" y="31673"/>
                  <a:pt x="73679" y="32099"/>
                  <a:pt x="73254" y="32433"/>
                </a:cubicBezTo>
                <a:cubicBezTo>
                  <a:pt x="73679" y="31612"/>
                  <a:pt x="74713" y="30670"/>
                  <a:pt x="75321" y="30001"/>
                </a:cubicBezTo>
                <a:cubicBezTo>
                  <a:pt x="75169" y="30062"/>
                  <a:pt x="74986" y="30336"/>
                  <a:pt x="74926" y="30214"/>
                </a:cubicBezTo>
                <a:cubicBezTo>
                  <a:pt x="75382" y="29637"/>
                  <a:pt x="75868" y="28968"/>
                  <a:pt x="76081" y="29090"/>
                </a:cubicBezTo>
                <a:cubicBezTo>
                  <a:pt x="76840" y="28299"/>
                  <a:pt x="77023" y="27509"/>
                  <a:pt x="77600" y="26749"/>
                </a:cubicBezTo>
                <a:cubicBezTo>
                  <a:pt x="77540" y="26810"/>
                  <a:pt x="77813" y="26749"/>
                  <a:pt x="77935" y="26506"/>
                </a:cubicBezTo>
                <a:cubicBezTo>
                  <a:pt x="77813" y="26384"/>
                  <a:pt x="77418" y="26992"/>
                  <a:pt x="77388" y="26597"/>
                </a:cubicBezTo>
                <a:cubicBezTo>
                  <a:pt x="77874" y="26172"/>
                  <a:pt x="77874" y="25868"/>
                  <a:pt x="78178" y="25473"/>
                </a:cubicBezTo>
                <a:cubicBezTo>
                  <a:pt x="78451" y="25169"/>
                  <a:pt x="78725" y="24865"/>
                  <a:pt x="78938" y="24561"/>
                </a:cubicBezTo>
                <a:cubicBezTo>
                  <a:pt x="78968" y="24591"/>
                  <a:pt x="78816" y="24773"/>
                  <a:pt x="78755" y="24895"/>
                </a:cubicBezTo>
                <a:cubicBezTo>
                  <a:pt x="78482" y="25533"/>
                  <a:pt x="78907" y="25655"/>
                  <a:pt x="78269" y="26567"/>
                </a:cubicBezTo>
                <a:cubicBezTo>
                  <a:pt x="78512" y="26141"/>
                  <a:pt x="78239" y="26050"/>
                  <a:pt x="78421" y="25655"/>
                </a:cubicBezTo>
                <a:cubicBezTo>
                  <a:pt x="78330" y="25625"/>
                  <a:pt x="78148" y="25928"/>
                  <a:pt x="78026" y="26080"/>
                </a:cubicBezTo>
                <a:cubicBezTo>
                  <a:pt x="78026" y="26293"/>
                  <a:pt x="78056" y="26506"/>
                  <a:pt x="78117" y="26688"/>
                </a:cubicBezTo>
                <a:cubicBezTo>
                  <a:pt x="77904" y="27023"/>
                  <a:pt x="77813" y="26901"/>
                  <a:pt x="77722" y="26871"/>
                </a:cubicBezTo>
                <a:close/>
                <a:moveTo>
                  <a:pt x="74135" y="33132"/>
                </a:moveTo>
                <a:cubicBezTo>
                  <a:pt x="74378" y="33163"/>
                  <a:pt x="73892" y="33831"/>
                  <a:pt x="73649" y="33983"/>
                </a:cubicBezTo>
                <a:cubicBezTo>
                  <a:pt x="73558" y="33892"/>
                  <a:pt x="73831" y="33527"/>
                  <a:pt x="74135" y="33132"/>
                </a:cubicBezTo>
                <a:close/>
                <a:moveTo>
                  <a:pt x="76749" y="29637"/>
                </a:moveTo>
                <a:lnTo>
                  <a:pt x="76506" y="29971"/>
                </a:lnTo>
                <a:cubicBezTo>
                  <a:pt x="76172" y="30518"/>
                  <a:pt x="76050" y="30397"/>
                  <a:pt x="75807" y="30670"/>
                </a:cubicBezTo>
                <a:cubicBezTo>
                  <a:pt x="74743" y="32038"/>
                  <a:pt x="75959" y="30427"/>
                  <a:pt x="76081" y="30123"/>
                </a:cubicBezTo>
                <a:cubicBezTo>
                  <a:pt x="76293" y="30001"/>
                  <a:pt x="76628" y="29515"/>
                  <a:pt x="76749" y="29637"/>
                </a:cubicBezTo>
                <a:close/>
                <a:moveTo>
                  <a:pt x="75047" y="32099"/>
                </a:moveTo>
                <a:cubicBezTo>
                  <a:pt x="74895" y="32312"/>
                  <a:pt x="74713" y="32524"/>
                  <a:pt x="74530" y="32707"/>
                </a:cubicBezTo>
                <a:cubicBezTo>
                  <a:pt x="74591" y="32433"/>
                  <a:pt x="75138" y="31825"/>
                  <a:pt x="74774" y="31856"/>
                </a:cubicBezTo>
                <a:cubicBezTo>
                  <a:pt x="75047" y="31521"/>
                  <a:pt x="75108" y="31947"/>
                  <a:pt x="75047" y="32099"/>
                </a:cubicBezTo>
                <a:close/>
                <a:moveTo>
                  <a:pt x="73163" y="33588"/>
                </a:moveTo>
                <a:cubicBezTo>
                  <a:pt x="72828" y="34014"/>
                  <a:pt x="73011" y="33497"/>
                  <a:pt x="73284" y="33223"/>
                </a:cubicBezTo>
                <a:cubicBezTo>
                  <a:pt x="73071" y="33254"/>
                  <a:pt x="72494" y="34318"/>
                  <a:pt x="72281" y="34409"/>
                </a:cubicBezTo>
                <a:cubicBezTo>
                  <a:pt x="72433" y="33953"/>
                  <a:pt x="72707" y="33862"/>
                  <a:pt x="73041" y="33254"/>
                </a:cubicBezTo>
                <a:cubicBezTo>
                  <a:pt x="73193" y="33315"/>
                  <a:pt x="73527" y="32798"/>
                  <a:pt x="73619" y="32980"/>
                </a:cubicBezTo>
                <a:cubicBezTo>
                  <a:pt x="73467" y="33284"/>
                  <a:pt x="73102" y="33375"/>
                  <a:pt x="73163" y="33588"/>
                </a:cubicBezTo>
                <a:close/>
                <a:moveTo>
                  <a:pt x="70944" y="36962"/>
                </a:moveTo>
                <a:cubicBezTo>
                  <a:pt x="70609" y="36992"/>
                  <a:pt x="71582" y="35533"/>
                  <a:pt x="71704" y="35868"/>
                </a:cubicBezTo>
                <a:cubicBezTo>
                  <a:pt x="71400" y="36172"/>
                  <a:pt x="71126" y="36537"/>
                  <a:pt x="70944" y="36962"/>
                </a:cubicBezTo>
                <a:close/>
                <a:moveTo>
                  <a:pt x="13830" y="121675"/>
                </a:moveTo>
                <a:cubicBezTo>
                  <a:pt x="13617" y="121857"/>
                  <a:pt x="14438" y="121766"/>
                  <a:pt x="14833" y="121796"/>
                </a:cubicBezTo>
                <a:cubicBezTo>
                  <a:pt x="14651" y="121918"/>
                  <a:pt x="13861" y="121979"/>
                  <a:pt x="13830" y="121796"/>
                </a:cubicBezTo>
                <a:cubicBezTo>
                  <a:pt x="13435" y="121796"/>
                  <a:pt x="13709" y="122009"/>
                  <a:pt x="13435" y="122040"/>
                </a:cubicBezTo>
                <a:cubicBezTo>
                  <a:pt x="12979" y="121918"/>
                  <a:pt x="12371" y="122040"/>
                  <a:pt x="11946" y="121979"/>
                </a:cubicBezTo>
                <a:cubicBezTo>
                  <a:pt x="11885" y="121979"/>
                  <a:pt x="12067" y="121796"/>
                  <a:pt x="12006" y="121796"/>
                </a:cubicBezTo>
                <a:cubicBezTo>
                  <a:pt x="11976" y="121766"/>
                  <a:pt x="10760" y="121827"/>
                  <a:pt x="11368" y="121644"/>
                </a:cubicBezTo>
                <a:cubicBezTo>
                  <a:pt x="11703" y="121584"/>
                  <a:pt x="12067" y="121644"/>
                  <a:pt x="12341" y="121857"/>
                </a:cubicBezTo>
                <a:cubicBezTo>
                  <a:pt x="12706" y="121857"/>
                  <a:pt x="13070" y="121827"/>
                  <a:pt x="13435" y="121736"/>
                </a:cubicBezTo>
                <a:cubicBezTo>
                  <a:pt x="13222" y="121462"/>
                  <a:pt x="12858" y="121736"/>
                  <a:pt x="12371" y="121736"/>
                </a:cubicBezTo>
                <a:cubicBezTo>
                  <a:pt x="12067" y="121523"/>
                  <a:pt x="10912" y="121584"/>
                  <a:pt x="9788" y="121584"/>
                </a:cubicBezTo>
                <a:cubicBezTo>
                  <a:pt x="9666" y="121067"/>
                  <a:pt x="9544" y="120520"/>
                  <a:pt x="9484" y="119973"/>
                </a:cubicBezTo>
                <a:lnTo>
                  <a:pt x="9879" y="121492"/>
                </a:lnTo>
                <a:lnTo>
                  <a:pt x="13040" y="121492"/>
                </a:lnTo>
                <a:lnTo>
                  <a:pt x="16596" y="121553"/>
                </a:lnTo>
                <a:cubicBezTo>
                  <a:pt x="16140" y="121705"/>
                  <a:pt x="14317" y="121462"/>
                  <a:pt x="13830" y="121675"/>
                </a:cubicBezTo>
                <a:close/>
                <a:moveTo>
                  <a:pt x="20213" y="120915"/>
                </a:moveTo>
                <a:cubicBezTo>
                  <a:pt x="20487" y="120641"/>
                  <a:pt x="21308" y="120824"/>
                  <a:pt x="21824" y="120733"/>
                </a:cubicBezTo>
                <a:cubicBezTo>
                  <a:pt x="22128" y="120672"/>
                  <a:pt x="22007" y="120672"/>
                  <a:pt x="22615" y="120733"/>
                </a:cubicBezTo>
                <a:cubicBezTo>
                  <a:pt x="22949" y="121158"/>
                  <a:pt x="20396" y="120884"/>
                  <a:pt x="20213" y="120884"/>
                </a:cubicBezTo>
                <a:close/>
                <a:moveTo>
                  <a:pt x="18450" y="120702"/>
                </a:moveTo>
                <a:cubicBezTo>
                  <a:pt x="18298" y="120763"/>
                  <a:pt x="18146" y="120884"/>
                  <a:pt x="18450" y="120884"/>
                </a:cubicBezTo>
                <a:cubicBezTo>
                  <a:pt x="18845" y="120915"/>
                  <a:pt x="18937" y="120763"/>
                  <a:pt x="18663" y="120763"/>
                </a:cubicBezTo>
                <a:cubicBezTo>
                  <a:pt x="19028" y="120581"/>
                  <a:pt x="19605" y="120854"/>
                  <a:pt x="20244" y="120763"/>
                </a:cubicBezTo>
                <a:lnTo>
                  <a:pt x="20244" y="120884"/>
                </a:lnTo>
                <a:cubicBezTo>
                  <a:pt x="18724" y="120945"/>
                  <a:pt x="17295" y="121128"/>
                  <a:pt x="16049" y="121128"/>
                </a:cubicBezTo>
                <a:cubicBezTo>
                  <a:pt x="15411" y="121128"/>
                  <a:pt x="15289" y="120915"/>
                  <a:pt x="14469" y="121036"/>
                </a:cubicBezTo>
                <a:cubicBezTo>
                  <a:pt x="14256" y="120976"/>
                  <a:pt x="14408" y="120945"/>
                  <a:pt x="14469" y="120854"/>
                </a:cubicBezTo>
                <a:cubicBezTo>
                  <a:pt x="14286" y="120763"/>
                  <a:pt x="14073" y="120702"/>
                  <a:pt x="13830" y="120733"/>
                </a:cubicBezTo>
                <a:lnTo>
                  <a:pt x="13374" y="120702"/>
                </a:lnTo>
                <a:lnTo>
                  <a:pt x="13040" y="120672"/>
                </a:lnTo>
                <a:cubicBezTo>
                  <a:pt x="13040" y="120611"/>
                  <a:pt x="13070" y="120581"/>
                  <a:pt x="13162" y="120581"/>
                </a:cubicBezTo>
                <a:cubicBezTo>
                  <a:pt x="13313" y="120581"/>
                  <a:pt x="13465" y="120581"/>
                  <a:pt x="13587" y="120581"/>
                </a:cubicBezTo>
                <a:cubicBezTo>
                  <a:pt x="13982" y="120611"/>
                  <a:pt x="14317" y="120641"/>
                  <a:pt x="14104" y="120550"/>
                </a:cubicBezTo>
                <a:cubicBezTo>
                  <a:pt x="14469" y="120368"/>
                  <a:pt x="14681" y="120733"/>
                  <a:pt x="14864" y="120793"/>
                </a:cubicBezTo>
                <a:cubicBezTo>
                  <a:pt x="15380" y="120702"/>
                  <a:pt x="15380" y="120915"/>
                  <a:pt x="15472" y="120915"/>
                </a:cubicBezTo>
                <a:cubicBezTo>
                  <a:pt x="15684" y="120945"/>
                  <a:pt x="16079" y="120884"/>
                  <a:pt x="16262" y="120915"/>
                </a:cubicBezTo>
                <a:cubicBezTo>
                  <a:pt x="16353" y="120945"/>
                  <a:pt x="16262" y="121128"/>
                  <a:pt x="16627" y="121067"/>
                </a:cubicBezTo>
                <a:cubicBezTo>
                  <a:pt x="16839" y="121067"/>
                  <a:pt x="16718" y="120976"/>
                  <a:pt x="16627" y="120945"/>
                </a:cubicBezTo>
                <a:cubicBezTo>
                  <a:pt x="16383" y="120763"/>
                  <a:pt x="16231" y="120945"/>
                  <a:pt x="15654" y="120793"/>
                </a:cubicBezTo>
                <a:cubicBezTo>
                  <a:pt x="15624" y="120793"/>
                  <a:pt x="15958" y="120702"/>
                  <a:pt x="15867" y="120672"/>
                </a:cubicBezTo>
                <a:cubicBezTo>
                  <a:pt x="15532" y="120611"/>
                  <a:pt x="14712" y="120763"/>
                  <a:pt x="14864" y="120550"/>
                </a:cubicBezTo>
                <a:cubicBezTo>
                  <a:pt x="16505" y="120550"/>
                  <a:pt x="17295" y="120641"/>
                  <a:pt x="18450" y="120672"/>
                </a:cubicBezTo>
                <a:close/>
                <a:moveTo>
                  <a:pt x="18055" y="120884"/>
                </a:moveTo>
                <a:cubicBezTo>
                  <a:pt x="17660" y="120854"/>
                  <a:pt x="17690" y="120702"/>
                  <a:pt x="17052" y="120763"/>
                </a:cubicBezTo>
                <a:cubicBezTo>
                  <a:pt x="16809" y="120915"/>
                  <a:pt x="17873" y="121006"/>
                  <a:pt x="18055" y="120854"/>
                </a:cubicBezTo>
                <a:close/>
                <a:moveTo>
                  <a:pt x="72068" y="34682"/>
                </a:moveTo>
                <a:cubicBezTo>
                  <a:pt x="71612" y="35321"/>
                  <a:pt x="71400" y="35169"/>
                  <a:pt x="70913" y="35989"/>
                </a:cubicBezTo>
                <a:cubicBezTo>
                  <a:pt x="71035" y="35473"/>
                  <a:pt x="71339" y="35017"/>
                  <a:pt x="71795" y="34713"/>
                </a:cubicBezTo>
                <a:cubicBezTo>
                  <a:pt x="71947" y="34135"/>
                  <a:pt x="72312" y="33619"/>
                  <a:pt x="72767" y="33284"/>
                </a:cubicBezTo>
                <a:cubicBezTo>
                  <a:pt x="73163" y="32980"/>
                  <a:pt x="72433" y="33649"/>
                  <a:pt x="72190" y="34044"/>
                </a:cubicBezTo>
                <a:cubicBezTo>
                  <a:pt x="71977" y="34378"/>
                  <a:pt x="72099" y="34470"/>
                  <a:pt x="72068" y="34682"/>
                </a:cubicBezTo>
                <a:close/>
                <a:moveTo>
                  <a:pt x="24195" y="120520"/>
                </a:moveTo>
                <a:cubicBezTo>
                  <a:pt x="24955" y="120489"/>
                  <a:pt x="25958" y="120824"/>
                  <a:pt x="24773" y="120824"/>
                </a:cubicBezTo>
                <a:cubicBezTo>
                  <a:pt x="25472" y="120641"/>
                  <a:pt x="24074" y="120733"/>
                  <a:pt x="24195" y="120520"/>
                </a:cubicBezTo>
                <a:close/>
                <a:moveTo>
                  <a:pt x="22584" y="120945"/>
                </a:moveTo>
                <a:lnTo>
                  <a:pt x="23587" y="120945"/>
                </a:lnTo>
                <a:cubicBezTo>
                  <a:pt x="23891" y="121158"/>
                  <a:pt x="22280" y="121128"/>
                  <a:pt x="22584" y="120945"/>
                </a:cubicBezTo>
                <a:close/>
                <a:moveTo>
                  <a:pt x="70944" y="37631"/>
                </a:moveTo>
                <a:lnTo>
                  <a:pt x="71248" y="37175"/>
                </a:lnTo>
                <a:lnTo>
                  <a:pt x="71460" y="37327"/>
                </a:lnTo>
                <a:lnTo>
                  <a:pt x="71157" y="37783"/>
                </a:lnTo>
                <a:cubicBezTo>
                  <a:pt x="71217" y="37448"/>
                  <a:pt x="71065" y="37752"/>
                  <a:pt x="70944" y="37631"/>
                </a:cubicBezTo>
                <a:close/>
                <a:moveTo>
                  <a:pt x="12706" y="120459"/>
                </a:moveTo>
                <a:cubicBezTo>
                  <a:pt x="12827" y="120307"/>
                  <a:pt x="13283" y="120337"/>
                  <a:pt x="13344" y="120155"/>
                </a:cubicBezTo>
                <a:cubicBezTo>
                  <a:pt x="14681" y="120185"/>
                  <a:pt x="16414" y="120125"/>
                  <a:pt x="17478" y="120246"/>
                </a:cubicBezTo>
                <a:cubicBezTo>
                  <a:pt x="16292" y="120398"/>
                  <a:pt x="14864" y="120216"/>
                  <a:pt x="13709" y="120277"/>
                </a:cubicBezTo>
                <a:cubicBezTo>
                  <a:pt x="13587" y="120307"/>
                  <a:pt x="13465" y="120307"/>
                  <a:pt x="13344" y="120337"/>
                </a:cubicBezTo>
                <a:lnTo>
                  <a:pt x="13131" y="120398"/>
                </a:lnTo>
                <a:cubicBezTo>
                  <a:pt x="13010" y="120429"/>
                  <a:pt x="12858" y="120459"/>
                  <a:pt x="12706" y="120459"/>
                </a:cubicBezTo>
                <a:close/>
                <a:moveTo>
                  <a:pt x="23678" y="67753"/>
                </a:moveTo>
                <a:cubicBezTo>
                  <a:pt x="23678" y="68482"/>
                  <a:pt x="23040" y="69364"/>
                  <a:pt x="22341" y="70640"/>
                </a:cubicBezTo>
                <a:cubicBezTo>
                  <a:pt x="22250" y="70397"/>
                  <a:pt x="22767" y="69759"/>
                  <a:pt x="23040" y="69212"/>
                </a:cubicBezTo>
                <a:cubicBezTo>
                  <a:pt x="23314" y="68665"/>
                  <a:pt x="23405" y="68239"/>
                  <a:pt x="23678" y="67753"/>
                </a:cubicBezTo>
                <a:close/>
                <a:moveTo>
                  <a:pt x="79272" y="25321"/>
                </a:moveTo>
                <a:cubicBezTo>
                  <a:pt x="78786" y="25989"/>
                  <a:pt x="79698" y="25229"/>
                  <a:pt x="79120" y="25959"/>
                </a:cubicBezTo>
                <a:cubicBezTo>
                  <a:pt x="79242" y="25898"/>
                  <a:pt x="79455" y="25625"/>
                  <a:pt x="79485" y="25746"/>
                </a:cubicBezTo>
                <a:cubicBezTo>
                  <a:pt x="79303" y="26020"/>
                  <a:pt x="79090" y="26293"/>
                  <a:pt x="78847" y="26506"/>
                </a:cubicBezTo>
                <a:cubicBezTo>
                  <a:pt x="78634" y="26780"/>
                  <a:pt x="78208" y="27479"/>
                  <a:pt x="78148" y="27235"/>
                </a:cubicBezTo>
                <a:cubicBezTo>
                  <a:pt x="78330" y="26932"/>
                  <a:pt x="78543" y="26688"/>
                  <a:pt x="78816" y="26476"/>
                </a:cubicBezTo>
                <a:cubicBezTo>
                  <a:pt x="79059" y="26111"/>
                  <a:pt x="78664" y="26324"/>
                  <a:pt x="78664" y="26354"/>
                </a:cubicBezTo>
                <a:cubicBezTo>
                  <a:pt x="78664" y="26172"/>
                  <a:pt x="79181" y="25625"/>
                  <a:pt x="78816" y="25716"/>
                </a:cubicBezTo>
                <a:cubicBezTo>
                  <a:pt x="79485" y="25077"/>
                  <a:pt x="79394" y="24743"/>
                  <a:pt x="79910" y="24287"/>
                </a:cubicBezTo>
                <a:cubicBezTo>
                  <a:pt x="79880" y="24409"/>
                  <a:pt x="79850" y="24530"/>
                  <a:pt x="79910" y="24561"/>
                </a:cubicBezTo>
                <a:cubicBezTo>
                  <a:pt x="79728" y="24773"/>
                  <a:pt x="79363" y="25442"/>
                  <a:pt x="79272" y="25321"/>
                </a:cubicBezTo>
                <a:close/>
                <a:moveTo>
                  <a:pt x="10791" y="119821"/>
                </a:moveTo>
                <a:cubicBezTo>
                  <a:pt x="10882" y="119821"/>
                  <a:pt x="10943" y="119942"/>
                  <a:pt x="10973" y="120094"/>
                </a:cubicBezTo>
                <a:cubicBezTo>
                  <a:pt x="11064" y="120094"/>
                  <a:pt x="11155" y="120125"/>
                  <a:pt x="11216" y="120185"/>
                </a:cubicBezTo>
                <a:cubicBezTo>
                  <a:pt x="11338" y="120185"/>
                  <a:pt x="11368" y="120125"/>
                  <a:pt x="11429" y="120064"/>
                </a:cubicBezTo>
                <a:cubicBezTo>
                  <a:pt x="11611" y="120216"/>
                  <a:pt x="12006" y="120033"/>
                  <a:pt x="12250" y="120003"/>
                </a:cubicBezTo>
                <a:cubicBezTo>
                  <a:pt x="12371" y="120003"/>
                  <a:pt x="12766" y="119942"/>
                  <a:pt x="12645" y="120155"/>
                </a:cubicBezTo>
                <a:cubicBezTo>
                  <a:pt x="12189" y="120064"/>
                  <a:pt x="11824" y="120307"/>
                  <a:pt x="11520" y="120337"/>
                </a:cubicBezTo>
                <a:cubicBezTo>
                  <a:pt x="11307" y="120307"/>
                  <a:pt x="11095" y="120277"/>
                  <a:pt x="10882" y="120216"/>
                </a:cubicBezTo>
                <a:cubicBezTo>
                  <a:pt x="10851" y="120064"/>
                  <a:pt x="10821" y="119942"/>
                  <a:pt x="10791" y="119821"/>
                </a:cubicBezTo>
                <a:close/>
                <a:moveTo>
                  <a:pt x="100397" y="122040"/>
                </a:moveTo>
                <a:cubicBezTo>
                  <a:pt x="100671" y="122283"/>
                  <a:pt x="98604" y="122465"/>
                  <a:pt x="98817" y="122100"/>
                </a:cubicBezTo>
                <a:cubicBezTo>
                  <a:pt x="99212" y="122100"/>
                  <a:pt x="99060" y="122283"/>
                  <a:pt x="99607" y="122222"/>
                </a:cubicBezTo>
                <a:cubicBezTo>
                  <a:pt x="100093" y="122222"/>
                  <a:pt x="99394" y="122070"/>
                  <a:pt x="99242" y="122040"/>
                </a:cubicBezTo>
                <a:cubicBezTo>
                  <a:pt x="98361" y="122040"/>
                  <a:pt x="98725" y="122404"/>
                  <a:pt x="97814" y="122374"/>
                </a:cubicBezTo>
                <a:cubicBezTo>
                  <a:pt x="97966" y="122161"/>
                  <a:pt x="98695" y="121918"/>
                  <a:pt x="99425" y="121918"/>
                </a:cubicBezTo>
                <a:cubicBezTo>
                  <a:pt x="99911" y="121918"/>
                  <a:pt x="99880" y="122040"/>
                  <a:pt x="100397" y="122040"/>
                </a:cubicBezTo>
                <a:close/>
                <a:moveTo>
                  <a:pt x="83983" y="121857"/>
                </a:moveTo>
                <a:cubicBezTo>
                  <a:pt x="83497" y="121888"/>
                  <a:pt x="82707" y="122009"/>
                  <a:pt x="82798" y="121736"/>
                </a:cubicBezTo>
                <a:cubicBezTo>
                  <a:pt x="83193" y="121736"/>
                  <a:pt x="83132" y="121888"/>
                  <a:pt x="83771" y="121857"/>
                </a:cubicBezTo>
                <a:cubicBezTo>
                  <a:pt x="83953" y="121644"/>
                  <a:pt x="82980" y="121766"/>
                  <a:pt x="83224" y="121523"/>
                </a:cubicBezTo>
                <a:cubicBezTo>
                  <a:pt x="83740" y="121553"/>
                  <a:pt x="85108" y="121766"/>
                  <a:pt x="84804" y="121523"/>
                </a:cubicBezTo>
                <a:cubicBezTo>
                  <a:pt x="85078" y="121371"/>
                  <a:pt x="85868" y="121553"/>
                  <a:pt x="85777" y="121736"/>
                </a:cubicBezTo>
                <a:cubicBezTo>
                  <a:pt x="85534" y="121736"/>
                  <a:pt x="85199" y="121675"/>
                  <a:pt x="84987" y="121736"/>
                </a:cubicBezTo>
                <a:cubicBezTo>
                  <a:pt x="84865" y="121736"/>
                  <a:pt x="84804" y="121827"/>
                  <a:pt x="84774" y="121857"/>
                </a:cubicBezTo>
                <a:cubicBezTo>
                  <a:pt x="84531" y="121888"/>
                  <a:pt x="84227" y="121827"/>
                  <a:pt x="83983" y="121857"/>
                </a:cubicBezTo>
                <a:close/>
                <a:moveTo>
                  <a:pt x="86901" y="122647"/>
                </a:moveTo>
                <a:cubicBezTo>
                  <a:pt x="86294" y="122799"/>
                  <a:pt x="84865" y="122678"/>
                  <a:pt x="83923" y="122708"/>
                </a:cubicBezTo>
                <a:cubicBezTo>
                  <a:pt x="84196" y="122617"/>
                  <a:pt x="84470" y="122526"/>
                  <a:pt x="84348" y="122283"/>
                </a:cubicBezTo>
                <a:cubicBezTo>
                  <a:pt x="85017" y="122222"/>
                  <a:pt x="84652" y="122465"/>
                  <a:pt x="84743" y="122587"/>
                </a:cubicBezTo>
                <a:cubicBezTo>
                  <a:pt x="85260" y="122647"/>
                  <a:pt x="84987" y="122465"/>
                  <a:pt x="85139" y="122404"/>
                </a:cubicBezTo>
                <a:cubicBezTo>
                  <a:pt x="85321" y="122343"/>
                  <a:pt x="85625" y="122343"/>
                  <a:pt x="85534" y="122404"/>
                </a:cubicBezTo>
                <a:cubicBezTo>
                  <a:pt x="85625" y="122313"/>
                  <a:pt x="85594" y="122252"/>
                  <a:pt x="85351" y="122161"/>
                </a:cubicBezTo>
                <a:cubicBezTo>
                  <a:pt x="85230" y="122131"/>
                  <a:pt x="85108" y="122222"/>
                  <a:pt x="85139" y="122222"/>
                </a:cubicBezTo>
                <a:cubicBezTo>
                  <a:pt x="84956" y="122192"/>
                  <a:pt x="84348" y="121948"/>
                  <a:pt x="83953" y="122040"/>
                </a:cubicBezTo>
                <a:cubicBezTo>
                  <a:pt x="84348" y="121888"/>
                  <a:pt x="84774" y="121888"/>
                  <a:pt x="85139" y="122040"/>
                </a:cubicBezTo>
                <a:cubicBezTo>
                  <a:pt x="86202" y="122040"/>
                  <a:pt x="86142" y="121857"/>
                  <a:pt x="87145" y="121979"/>
                </a:cubicBezTo>
                <a:cubicBezTo>
                  <a:pt x="87114" y="122131"/>
                  <a:pt x="86476" y="122100"/>
                  <a:pt x="85929" y="122100"/>
                </a:cubicBezTo>
                <a:lnTo>
                  <a:pt x="85929" y="122283"/>
                </a:lnTo>
                <a:cubicBezTo>
                  <a:pt x="86689" y="122283"/>
                  <a:pt x="86749" y="122070"/>
                  <a:pt x="87509" y="122222"/>
                </a:cubicBezTo>
                <a:cubicBezTo>
                  <a:pt x="87753" y="122222"/>
                  <a:pt x="87692" y="122100"/>
                  <a:pt x="87722" y="122040"/>
                </a:cubicBezTo>
                <a:cubicBezTo>
                  <a:pt x="88269" y="121979"/>
                  <a:pt x="88117" y="122161"/>
                  <a:pt x="88512" y="122161"/>
                </a:cubicBezTo>
                <a:cubicBezTo>
                  <a:pt x="89090" y="122161"/>
                  <a:pt x="88908" y="121948"/>
                  <a:pt x="89698" y="122040"/>
                </a:cubicBezTo>
                <a:cubicBezTo>
                  <a:pt x="89698" y="122252"/>
                  <a:pt x="89151" y="122283"/>
                  <a:pt x="88512" y="122283"/>
                </a:cubicBezTo>
                <a:cubicBezTo>
                  <a:pt x="87783" y="122404"/>
                  <a:pt x="87905" y="122526"/>
                  <a:pt x="87692" y="122708"/>
                </a:cubicBezTo>
                <a:cubicBezTo>
                  <a:pt x="86932" y="122799"/>
                  <a:pt x="87661" y="122435"/>
                  <a:pt x="86901" y="122526"/>
                </a:cubicBezTo>
                <a:cubicBezTo>
                  <a:pt x="86658" y="122556"/>
                  <a:pt x="86719" y="122647"/>
                  <a:pt x="86901" y="122647"/>
                </a:cubicBezTo>
                <a:close/>
                <a:moveTo>
                  <a:pt x="97874" y="121340"/>
                </a:moveTo>
                <a:cubicBezTo>
                  <a:pt x="98148" y="121249"/>
                  <a:pt x="98269" y="121401"/>
                  <a:pt x="98665" y="121401"/>
                </a:cubicBezTo>
                <a:cubicBezTo>
                  <a:pt x="99090" y="121401"/>
                  <a:pt x="99242" y="121340"/>
                  <a:pt x="99455" y="121340"/>
                </a:cubicBezTo>
                <a:cubicBezTo>
                  <a:pt x="100002" y="121371"/>
                  <a:pt x="100306" y="121523"/>
                  <a:pt x="100823" y="121523"/>
                </a:cubicBezTo>
                <a:cubicBezTo>
                  <a:pt x="100306" y="121857"/>
                  <a:pt x="99455" y="121371"/>
                  <a:pt x="98665" y="121584"/>
                </a:cubicBezTo>
                <a:cubicBezTo>
                  <a:pt x="98421" y="121462"/>
                  <a:pt x="98148" y="121371"/>
                  <a:pt x="97874" y="121340"/>
                </a:cubicBezTo>
                <a:close/>
                <a:moveTo>
                  <a:pt x="95078" y="121523"/>
                </a:moveTo>
                <a:cubicBezTo>
                  <a:pt x="95017" y="121401"/>
                  <a:pt x="96020" y="121340"/>
                  <a:pt x="96081" y="121462"/>
                </a:cubicBezTo>
                <a:cubicBezTo>
                  <a:pt x="96598" y="121340"/>
                  <a:pt x="97114" y="121249"/>
                  <a:pt x="97662" y="121280"/>
                </a:cubicBezTo>
                <a:cubicBezTo>
                  <a:pt x="96658" y="121371"/>
                  <a:pt x="97297" y="121553"/>
                  <a:pt x="98057" y="121584"/>
                </a:cubicBezTo>
                <a:cubicBezTo>
                  <a:pt x="97175" y="121918"/>
                  <a:pt x="96355" y="121492"/>
                  <a:pt x="95260" y="121644"/>
                </a:cubicBezTo>
                <a:cubicBezTo>
                  <a:pt x="95321" y="121584"/>
                  <a:pt x="95230" y="121553"/>
                  <a:pt x="95078" y="121523"/>
                </a:cubicBezTo>
                <a:close/>
                <a:moveTo>
                  <a:pt x="77448" y="121827"/>
                </a:moveTo>
                <a:lnTo>
                  <a:pt x="78056" y="121827"/>
                </a:lnTo>
                <a:cubicBezTo>
                  <a:pt x="77935" y="121979"/>
                  <a:pt x="77844" y="122161"/>
                  <a:pt x="77236" y="122131"/>
                </a:cubicBezTo>
                <a:cubicBezTo>
                  <a:pt x="77053" y="121979"/>
                  <a:pt x="77540" y="121979"/>
                  <a:pt x="77448" y="121827"/>
                </a:cubicBezTo>
                <a:close/>
                <a:moveTo>
                  <a:pt x="77600" y="122647"/>
                </a:moveTo>
                <a:cubicBezTo>
                  <a:pt x="77965" y="122678"/>
                  <a:pt x="77935" y="122830"/>
                  <a:pt x="78573" y="122769"/>
                </a:cubicBezTo>
                <a:cubicBezTo>
                  <a:pt x="78786" y="122739"/>
                  <a:pt x="78786" y="122617"/>
                  <a:pt x="79181" y="122647"/>
                </a:cubicBezTo>
                <a:cubicBezTo>
                  <a:pt x="79151" y="122739"/>
                  <a:pt x="79151" y="122830"/>
                  <a:pt x="79363" y="122830"/>
                </a:cubicBezTo>
                <a:cubicBezTo>
                  <a:pt x="78877" y="122891"/>
                  <a:pt x="77631" y="122982"/>
                  <a:pt x="77600" y="122647"/>
                </a:cubicBezTo>
                <a:close/>
                <a:moveTo>
                  <a:pt x="79576" y="122769"/>
                </a:moveTo>
                <a:cubicBezTo>
                  <a:pt x="79789" y="122526"/>
                  <a:pt x="80518" y="122799"/>
                  <a:pt x="81369" y="122708"/>
                </a:cubicBezTo>
                <a:cubicBezTo>
                  <a:pt x="80974" y="122435"/>
                  <a:pt x="82707" y="122769"/>
                  <a:pt x="83345" y="122587"/>
                </a:cubicBezTo>
                <a:cubicBezTo>
                  <a:pt x="83497" y="122860"/>
                  <a:pt x="82312" y="122769"/>
                  <a:pt x="81765" y="122769"/>
                </a:cubicBezTo>
                <a:cubicBezTo>
                  <a:pt x="80944" y="122799"/>
                  <a:pt x="80032" y="122921"/>
                  <a:pt x="79576" y="122769"/>
                </a:cubicBezTo>
                <a:close/>
                <a:moveTo>
                  <a:pt x="79181" y="122465"/>
                </a:moveTo>
                <a:cubicBezTo>
                  <a:pt x="79181" y="122404"/>
                  <a:pt x="79424" y="122404"/>
                  <a:pt x="79576" y="122404"/>
                </a:cubicBezTo>
                <a:cubicBezTo>
                  <a:pt x="79576" y="122283"/>
                  <a:pt x="79424" y="122222"/>
                  <a:pt x="79181" y="122222"/>
                </a:cubicBezTo>
                <a:cubicBezTo>
                  <a:pt x="79151" y="122131"/>
                  <a:pt x="80336" y="122131"/>
                  <a:pt x="79607" y="122009"/>
                </a:cubicBezTo>
                <a:cubicBezTo>
                  <a:pt x="79698" y="121796"/>
                  <a:pt x="80306" y="122070"/>
                  <a:pt x="80397" y="122100"/>
                </a:cubicBezTo>
                <a:cubicBezTo>
                  <a:pt x="80610" y="122100"/>
                  <a:pt x="80944" y="122070"/>
                  <a:pt x="81187" y="122100"/>
                </a:cubicBezTo>
                <a:cubicBezTo>
                  <a:pt x="81278" y="122100"/>
                  <a:pt x="81309" y="122192"/>
                  <a:pt x="81369" y="122222"/>
                </a:cubicBezTo>
                <a:cubicBezTo>
                  <a:pt x="81673" y="122252"/>
                  <a:pt x="82069" y="122161"/>
                  <a:pt x="81947" y="122343"/>
                </a:cubicBezTo>
                <a:cubicBezTo>
                  <a:pt x="82312" y="122343"/>
                  <a:pt x="82950" y="122283"/>
                  <a:pt x="82737" y="122465"/>
                </a:cubicBezTo>
                <a:cubicBezTo>
                  <a:pt x="82251" y="122374"/>
                  <a:pt x="81552" y="122404"/>
                  <a:pt x="80974" y="122343"/>
                </a:cubicBezTo>
                <a:cubicBezTo>
                  <a:pt x="80610" y="122283"/>
                  <a:pt x="80275" y="121948"/>
                  <a:pt x="79789" y="122222"/>
                </a:cubicBezTo>
                <a:cubicBezTo>
                  <a:pt x="80123" y="122313"/>
                  <a:pt x="81096" y="122252"/>
                  <a:pt x="80974" y="122526"/>
                </a:cubicBezTo>
                <a:cubicBezTo>
                  <a:pt x="79971" y="122587"/>
                  <a:pt x="80002" y="122313"/>
                  <a:pt x="79181" y="122465"/>
                </a:cubicBezTo>
                <a:close/>
                <a:moveTo>
                  <a:pt x="100428" y="121462"/>
                </a:moveTo>
                <a:cubicBezTo>
                  <a:pt x="100306" y="121401"/>
                  <a:pt x="100215" y="121340"/>
                  <a:pt x="100428" y="121340"/>
                </a:cubicBezTo>
                <a:cubicBezTo>
                  <a:pt x="101279" y="121280"/>
                  <a:pt x="103194" y="121371"/>
                  <a:pt x="104592" y="121340"/>
                </a:cubicBezTo>
                <a:cubicBezTo>
                  <a:pt x="105321" y="121280"/>
                  <a:pt x="105321" y="121432"/>
                  <a:pt x="104592" y="121401"/>
                </a:cubicBezTo>
                <a:cubicBezTo>
                  <a:pt x="103224" y="121492"/>
                  <a:pt x="101826" y="121523"/>
                  <a:pt x="100428" y="121462"/>
                </a:cubicBezTo>
                <a:close/>
                <a:moveTo>
                  <a:pt x="80427" y="121644"/>
                </a:moveTo>
                <a:cubicBezTo>
                  <a:pt x="80792" y="121553"/>
                  <a:pt x="80670" y="121310"/>
                  <a:pt x="81430" y="121340"/>
                </a:cubicBezTo>
                <a:cubicBezTo>
                  <a:pt x="80822" y="121432"/>
                  <a:pt x="81947" y="121675"/>
                  <a:pt x="81005" y="121644"/>
                </a:cubicBezTo>
                <a:cubicBezTo>
                  <a:pt x="81126" y="121796"/>
                  <a:pt x="82008" y="121675"/>
                  <a:pt x="81795" y="121918"/>
                </a:cubicBezTo>
                <a:cubicBezTo>
                  <a:pt x="81035" y="121736"/>
                  <a:pt x="80123" y="121918"/>
                  <a:pt x="79029" y="121766"/>
                </a:cubicBezTo>
                <a:cubicBezTo>
                  <a:pt x="79546" y="121614"/>
                  <a:pt x="78725" y="121736"/>
                  <a:pt x="78847" y="121523"/>
                </a:cubicBezTo>
                <a:cubicBezTo>
                  <a:pt x="79758" y="121462"/>
                  <a:pt x="79607" y="121705"/>
                  <a:pt x="80427" y="121675"/>
                </a:cubicBezTo>
                <a:close/>
                <a:moveTo>
                  <a:pt x="80853" y="121036"/>
                </a:moveTo>
                <a:cubicBezTo>
                  <a:pt x="80214" y="120884"/>
                  <a:pt x="82281" y="121067"/>
                  <a:pt x="82251" y="120915"/>
                </a:cubicBezTo>
                <a:cubicBezTo>
                  <a:pt x="82798" y="121006"/>
                  <a:pt x="83102" y="120854"/>
                  <a:pt x="83619" y="120976"/>
                </a:cubicBezTo>
                <a:cubicBezTo>
                  <a:pt x="82889" y="121006"/>
                  <a:pt x="81886" y="121219"/>
                  <a:pt x="81430" y="121158"/>
                </a:cubicBezTo>
                <a:cubicBezTo>
                  <a:pt x="82099" y="121036"/>
                  <a:pt x="81613" y="121036"/>
                  <a:pt x="80853" y="121036"/>
                </a:cubicBezTo>
                <a:close/>
                <a:moveTo>
                  <a:pt x="94652" y="122040"/>
                </a:moveTo>
                <a:cubicBezTo>
                  <a:pt x="95078" y="122070"/>
                  <a:pt x="95108" y="121918"/>
                  <a:pt x="95260" y="121918"/>
                </a:cubicBezTo>
                <a:cubicBezTo>
                  <a:pt x="95777" y="121918"/>
                  <a:pt x="95503" y="122070"/>
                  <a:pt x="96051" y="122100"/>
                </a:cubicBezTo>
                <a:cubicBezTo>
                  <a:pt x="95595" y="122313"/>
                  <a:pt x="96111" y="122435"/>
                  <a:pt x="95230" y="122495"/>
                </a:cubicBezTo>
                <a:cubicBezTo>
                  <a:pt x="95108" y="122283"/>
                  <a:pt x="95595" y="122313"/>
                  <a:pt x="95443" y="122100"/>
                </a:cubicBezTo>
                <a:cubicBezTo>
                  <a:pt x="94956" y="122070"/>
                  <a:pt x="94318" y="122313"/>
                  <a:pt x="94835" y="122404"/>
                </a:cubicBezTo>
                <a:cubicBezTo>
                  <a:pt x="94804" y="122495"/>
                  <a:pt x="94652" y="122465"/>
                  <a:pt x="94652" y="122404"/>
                </a:cubicBezTo>
                <a:lnTo>
                  <a:pt x="94257" y="122404"/>
                </a:lnTo>
                <a:cubicBezTo>
                  <a:pt x="94136" y="122222"/>
                  <a:pt x="94804" y="122283"/>
                  <a:pt x="94683" y="122100"/>
                </a:cubicBezTo>
                <a:cubicBezTo>
                  <a:pt x="93801" y="122161"/>
                  <a:pt x="93619" y="122283"/>
                  <a:pt x="92889" y="122161"/>
                </a:cubicBezTo>
                <a:cubicBezTo>
                  <a:pt x="92920" y="121979"/>
                  <a:pt x="93345" y="121948"/>
                  <a:pt x="93710" y="121857"/>
                </a:cubicBezTo>
                <a:cubicBezTo>
                  <a:pt x="94318" y="121857"/>
                  <a:pt x="94196" y="122009"/>
                  <a:pt x="94652" y="122040"/>
                </a:cubicBezTo>
                <a:close/>
                <a:moveTo>
                  <a:pt x="118270" y="121280"/>
                </a:moveTo>
                <a:cubicBezTo>
                  <a:pt x="117875" y="121158"/>
                  <a:pt x="119850" y="121219"/>
                  <a:pt x="120458" y="121188"/>
                </a:cubicBezTo>
                <a:cubicBezTo>
                  <a:pt x="120094" y="121492"/>
                  <a:pt x="119091" y="121219"/>
                  <a:pt x="118270" y="121280"/>
                </a:cubicBezTo>
                <a:close/>
                <a:moveTo>
                  <a:pt x="110489" y="122587"/>
                </a:moveTo>
                <a:cubicBezTo>
                  <a:pt x="111005" y="122708"/>
                  <a:pt x="111522" y="122769"/>
                  <a:pt x="112069" y="122708"/>
                </a:cubicBezTo>
                <a:cubicBezTo>
                  <a:pt x="111978" y="122891"/>
                  <a:pt x="110701" y="122921"/>
                  <a:pt x="110671" y="122769"/>
                </a:cubicBezTo>
                <a:cubicBezTo>
                  <a:pt x="110580" y="122921"/>
                  <a:pt x="109881" y="122860"/>
                  <a:pt x="109668" y="122982"/>
                </a:cubicBezTo>
                <a:cubicBezTo>
                  <a:pt x="110276" y="123164"/>
                  <a:pt x="111583" y="122921"/>
                  <a:pt x="111856" y="122891"/>
                </a:cubicBezTo>
                <a:cubicBezTo>
                  <a:pt x="111826" y="122891"/>
                  <a:pt x="111887" y="123012"/>
                  <a:pt x="111856" y="123012"/>
                </a:cubicBezTo>
                <a:cubicBezTo>
                  <a:pt x="112130" y="122982"/>
                  <a:pt x="112403" y="122891"/>
                  <a:pt x="112677" y="122769"/>
                </a:cubicBezTo>
                <a:cubicBezTo>
                  <a:pt x="112859" y="122739"/>
                  <a:pt x="113072" y="122769"/>
                  <a:pt x="113255" y="122891"/>
                </a:cubicBezTo>
                <a:cubicBezTo>
                  <a:pt x="113710" y="122830"/>
                  <a:pt x="114166" y="122799"/>
                  <a:pt x="114653" y="122799"/>
                </a:cubicBezTo>
                <a:cubicBezTo>
                  <a:pt x="115413" y="122708"/>
                  <a:pt x="114683" y="123073"/>
                  <a:pt x="115413" y="122982"/>
                </a:cubicBezTo>
                <a:cubicBezTo>
                  <a:pt x="115686" y="122951"/>
                  <a:pt x="115443" y="122891"/>
                  <a:pt x="115230" y="122860"/>
                </a:cubicBezTo>
                <a:cubicBezTo>
                  <a:pt x="115382" y="122739"/>
                  <a:pt x="116355" y="122830"/>
                  <a:pt x="116811" y="122799"/>
                </a:cubicBezTo>
                <a:cubicBezTo>
                  <a:pt x="116568" y="122891"/>
                  <a:pt x="116051" y="122891"/>
                  <a:pt x="115808" y="122982"/>
                </a:cubicBezTo>
                <a:cubicBezTo>
                  <a:pt x="115869" y="123043"/>
                  <a:pt x="116021" y="123043"/>
                  <a:pt x="116021" y="123103"/>
                </a:cubicBezTo>
                <a:cubicBezTo>
                  <a:pt x="116355" y="123073"/>
                  <a:pt x="116689" y="122982"/>
                  <a:pt x="117024" y="122921"/>
                </a:cubicBezTo>
                <a:cubicBezTo>
                  <a:pt x="116811" y="123134"/>
                  <a:pt x="118543" y="123043"/>
                  <a:pt x="118999" y="123073"/>
                </a:cubicBezTo>
                <a:cubicBezTo>
                  <a:pt x="118604" y="123164"/>
                  <a:pt x="118209" y="123225"/>
                  <a:pt x="117784" y="123286"/>
                </a:cubicBezTo>
                <a:cubicBezTo>
                  <a:pt x="117844" y="123377"/>
                  <a:pt x="118270" y="123316"/>
                  <a:pt x="118574" y="123347"/>
                </a:cubicBezTo>
                <a:cubicBezTo>
                  <a:pt x="117966" y="123529"/>
                  <a:pt x="115656" y="123620"/>
                  <a:pt x="114410" y="123620"/>
                </a:cubicBezTo>
                <a:cubicBezTo>
                  <a:pt x="114075" y="123620"/>
                  <a:pt x="114014" y="123590"/>
                  <a:pt x="114014" y="123499"/>
                </a:cubicBezTo>
                <a:cubicBezTo>
                  <a:pt x="113802" y="123529"/>
                  <a:pt x="113862" y="123620"/>
                  <a:pt x="113650" y="123620"/>
                </a:cubicBezTo>
                <a:cubicBezTo>
                  <a:pt x="113224" y="123650"/>
                  <a:pt x="113315" y="123499"/>
                  <a:pt x="113255" y="123499"/>
                </a:cubicBezTo>
                <a:cubicBezTo>
                  <a:pt x="113011" y="123499"/>
                  <a:pt x="112920" y="123620"/>
                  <a:pt x="112647" y="123620"/>
                </a:cubicBezTo>
                <a:cubicBezTo>
                  <a:pt x="112221" y="123650"/>
                  <a:pt x="111644" y="123529"/>
                  <a:pt x="111096" y="123529"/>
                </a:cubicBezTo>
                <a:cubicBezTo>
                  <a:pt x="110185" y="123529"/>
                  <a:pt x="109394" y="123620"/>
                  <a:pt x="108513" y="123590"/>
                </a:cubicBezTo>
                <a:cubicBezTo>
                  <a:pt x="107723" y="123590"/>
                  <a:pt x="106993" y="123438"/>
                  <a:pt x="106142" y="123438"/>
                </a:cubicBezTo>
                <a:cubicBezTo>
                  <a:pt x="105929" y="123438"/>
                  <a:pt x="105716" y="123438"/>
                  <a:pt x="105534" y="123499"/>
                </a:cubicBezTo>
                <a:cubicBezTo>
                  <a:pt x="104197" y="123499"/>
                  <a:pt x="102920" y="123286"/>
                  <a:pt x="101765" y="123499"/>
                </a:cubicBezTo>
                <a:cubicBezTo>
                  <a:pt x="101583" y="123438"/>
                  <a:pt x="101370" y="123377"/>
                  <a:pt x="101187" y="123377"/>
                </a:cubicBezTo>
                <a:cubicBezTo>
                  <a:pt x="101339" y="123225"/>
                  <a:pt x="102403" y="123377"/>
                  <a:pt x="102191" y="123103"/>
                </a:cubicBezTo>
                <a:cubicBezTo>
                  <a:pt x="101643" y="123195"/>
                  <a:pt x="101096" y="123286"/>
                  <a:pt x="100580" y="123438"/>
                </a:cubicBezTo>
                <a:cubicBezTo>
                  <a:pt x="99637" y="123225"/>
                  <a:pt x="97935" y="123407"/>
                  <a:pt x="96628" y="123316"/>
                </a:cubicBezTo>
                <a:cubicBezTo>
                  <a:pt x="96355" y="123286"/>
                  <a:pt x="96081" y="123225"/>
                  <a:pt x="95838" y="123134"/>
                </a:cubicBezTo>
                <a:cubicBezTo>
                  <a:pt x="95351" y="123043"/>
                  <a:pt x="94652" y="123103"/>
                  <a:pt x="94470" y="122951"/>
                </a:cubicBezTo>
                <a:cubicBezTo>
                  <a:pt x="94622" y="122647"/>
                  <a:pt x="95595" y="122891"/>
                  <a:pt x="96051" y="122891"/>
                </a:cubicBezTo>
                <a:cubicBezTo>
                  <a:pt x="96658" y="122891"/>
                  <a:pt x="97388" y="122860"/>
                  <a:pt x="97844" y="122891"/>
                </a:cubicBezTo>
                <a:cubicBezTo>
                  <a:pt x="97966" y="122891"/>
                  <a:pt x="98087" y="122860"/>
                  <a:pt x="98209" y="122830"/>
                </a:cubicBezTo>
                <a:cubicBezTo>
                  <a:pt x="98361" y="122830"/>
                  <a:pt x="98756" y="122951"/>
                  <a:pt x="98817" y="122951"/>
                </a:cubicBezTo>
                <a:cubicBezTo>
                  <a:pt x="99029" y="122951"/>
                  <a:pt x="99516" y="122891"/>
                  <a:pt x="99789" y="122891"/>
                </a:cubicBezTo>
                <a:cubicBezTo>
                  <a:pt x="100336" y="122921"/>
                  <a:pt x="100853" y="122921"/>
                  <a:pt x="101400" y="122799"/>
                </a:cubicBezTo>
                <a:cubicBezTo>
                  <a:pt x="101431" y="122982"/>
                  <a:pt x="100580" y="123043"/>
                  <a:pt x="101400" y="123134"/>
                </a:cubicBezTo>
                <a:cubicBezTo>
                  <a:pt x="101674" y="123103"/>
                  <a:pt x="101309" y="123043"/>
                  <a:pt x="101400" y="122951"/>
                </a:cubicBezTo>
                <a:cubicBezTo>
                  <a:pt x="101826" y="122860"/>
                  <a:pt x="102494" y="122860"/>
                  <a:pt x="102586" y="122678"/>
                </a:cubicBezTo>
                <a:cubicBezTo>
                  <a:pt x="104136" y="122769"/>
                  <a:pt x="105139" y="122708"/>
                  <a:pt x="106324" y="122860"/>
                </a:cubicBezTo>
                <a:cubicBezTo>
                  <a:pt x="106902" y="122860"/>
                  <a:pt x="107449" y="122739"/>
                  <a:pt x="107935" y="122465"/>
                </a:cubicBezTo>
                <a:cubicBezTo>
                  <a:pt x="108543" y="122526"/>
                  <a:pt x="109121" y="122556"/>
                  <a:pt x="109729" y="122526"/>
                </a:cubicBezTo>
                <a:lnTo>
                  <a:pt x="109729" y="122769"/>
                </a:lnTo>
                <a:cubicBezTo>
                  <a:pt x="110215" y="122799"/>
                  <a:pt x="110549" y="122769"/>
                  <a:pt x="110489" y="122587"/>
                </a:cubicBezTo>
                <a:close/>
                <a:moveTo>
                  <a:pt x="103346" y="122830"/>
                </a:moveTo>
                <a:cubicBezTo>
                  <a:pt x="103376" y="122891"/>
                  <a:pt x="103558" y="122921"/>
                  <a:pt x="103710" y="122951"/>
                </a:cubicBezTo>
                <a:cubicBezTo>
                  <a:pt x="103710" y="122647"/>
                  <a:pt x="103163" y="122830"/>
                  <a:pt x="102555" y="122830"/>
                </a:cubicBezTo>
                <a:cubicBezTo>
                  <a:pt x="102707" y="122921"/>
                  <a:pt x="102586" y="123134"/>
                  <a:pt x="102920" y="123195"/>
                </a:cubicBezTo>
                <a:cubicBezTo>
                  <a:pt x="103376" y="123043"/>
                  <a:pt x="102677" y="122921"/>
                  <a:pt x="103376" y="122830"/>
                </a:cubicBezTo>
                <a:close/>
                <a:moveTo>
                  <a:pt x="104713" y="122921"/>
                </a:moveTo>
                <a:cubicBezTo>
                  <a:pt x="104105" y="122921"/>
                  <a:pt x="104197" y="123103"/>
                  <a:pt x="103710" y="123134"/>
                </a:cubicBezTo>
                <a:cubicBezTo>
                  <a:pt x="103710" y="123073"/>
                  <a:pt x="103376" y="123043"/>
                  <a:pt x="103315" y="123134"/>
                </a:cubicBezTo>
                <a:cubicBezTo>
                  <a:pt x="104075" y="123043"/>
                  <a:pt x="103619" y="123347"/>
                  <a:pt x="104318" y="123316"/>
                </a:cubicBezTo>
                <a:cubicBezTo>
                  <a:pt x="104136" y="123073"/>
                  <a:pt x="104805" y="123134"/>
                  <a:pt x="104713" y="122951"/>
                </a:cubicBezTo>
                <a:close/>
                <a:moveTo>
                  <a:pt x="106112" y="123043"/>
                </a:moveTo>
                <a:cubicBezTo>
                  <a:pt x="106020" y="122860"/>
                  <a:pt x="105352" y="122891"/>
                  <a:pt x="104926" y="122799"/>
                </a:cubicBezTo>
                <a:cubicBezTo>
                  <a:pt x="104744" y="122982"/>
                  <a:pt x="105200" y="122982"/>
                  <a:pt x="105109" y="123134"/>
                </a:cubicBezTo>
                <a:cubicBezTo>
                  <a:pt x="105595" y="123164"/>
                  <a:pt x="105534" y="123012"/>
                  <a:pt x="106112" y="123073"/>
                </a:cubicBezTo>
                <a:close/>
                <a:moveTo>
                  <a:pt x="114622" y="123377"/>
                </a:moveTo>
                <a:cubicBezTo>
                  <a:pt x="114774" y="123377"/>
                  <a:pt x="114835" y="123407"/>
                  <a:pt x="114805" y="123499"/>
                </a:cubicBezTo>
                <a:cubicBezTo>
                  <a:pt x="115291" y="123438"/>
                  <a:pt x="115838" y="123438"/>
                  <a:pt x="115808" y="123225"/>
                </a:cubicBezTo>
                <a:cubicBezTo>
                  <a:pt x="115413" y="123195"/>
                  <a:pt x="114987" y="123255"/>
                  <a:pt x="114622" y="123377"/>
                </a:cubicBezTo>
                <a:close/>
                <a:moveTo>
                  <a:pt x="108695" y="123225"/>
                </a:moveTo>
                <a:cubicBezTo>
                  <a:pt x="108057" y="123316"/>
                  <a:pt x="106750" y="123103"/>
                  <a:pt x="107084" y="123225"/>
                </a:cubicBezTo>
                <a:cubicBezTo>
                  <a:pt x="107327" y="123286"/>
                  <a:pt x="109121" y="123347"/>
                  <a:pt x="108695" y="123225"/>
                </a:cubicBezTo>
                <a:close/>
                <a:moveTo>
                  <a:pt x="109303" y="122799"/>
                </a:moveTo>
                <a:cubicBezTo>
                  <a:pt x="109182" y="122404"/>
                  <a:pt x="107267" y="122799"/>
                  <a:pt x="107115" y="122982"/>
                </a:cubicBezTo>
                <a:cubicBezTo>
                  <a:pt x="108239" y="123043"/>
                  <a:pt x="108057" y="122708"/>
                  <a:pt x="109273" y="122799"/>
                </a:cubicBezTo>
                <a:close/>
                <a:moveTo>
                  <a:pt x="25593" y="120672"/>
                </a:moveTo>
                <a:cubicBezTo>
                  <a:pt x="26262" y="120702"/>
                  <a:pt x="25867" y="120398"/>
                  <a:pt x="26596" y="120489"/>
                </a:cubicBezTo>
                <a:cubicBezTo>
                  <a:pt x="26505" y="120672"/>
                  <a:pt x="25776" y="120641"/>
                  <a:pt x="25958" y="120915"/>
                </a:cubicBezTo>
                <a:cubicBezTo>
                  <a:pt x="25624" y="120915"/>
                  <a:pt x="25533" y="120793"/>
                  <a:pt x="25593" y="120672"/>
                </a:cubicBezTo>
                <a:close/>
                <a:moveTo>
                  <a:pt x="137267" y="121644"/>
                </a:moveTo>
                <a:cubicBezTo>
                  <a:pt x="136994" y="121918"/>
                  <a:pt x="136264" y="121644"/>
                  <a:pt x="135474" y="121736"/>
                </a:cubicBezTo>
                <a:cubicBezTo>
                  <a:pt x="134987" y="121614"/>
                  <a:pt x="136781" y="121675"/>
                  <a:pt x="137267" y="121644"/>
                </a:cubicBezTo>
                <a:close/>
                <a:moveTo>
                  <a:pt x="100792" y="122070"/>
                </a:moveTo>
                <a:cubicBezTo>
                  <a:pt x="101552" y="121979"/>
                  <a:pt x="101187" y="122252"/>
                  <a:pt x="101795" y="122192"/>
                </a:cubicBezTo>
                <a:cubicBezTo>
                  <a:pt x="101491" y="122404"/>
                  <a:pt x="100823" y="122131"/>
                  <a:pt x="100610" y="122283"/>
                </a:cubicBezTo>
                <a:cubicBezTo>
                  <a:pt x="99941" y="122192"/>
                  <a:pt x="101157" y="122252"/>
                  <a:pt x="100792" y="122070"/>
                </a:cubicBezTo>
                <a:close/>
                <a:moveTo>
                  <a:pt x="102160" y="122647"/>
                </a:moveTo>
                <a:cubicBezTo>
                  <a:pt x="102251" y="122769"/>
                  <a:pt x="101795" y="122739"/>
                  <a:pt x="101765" y="122830"/>
                </a:cubicBezTo>
                <a:cubicBezTo>
                  <a:pt x="101279" y="122769"/>
                  <a:pt x="100823" y="122769"/>
                  <a:pt x="100367" y="122830"/>
                </a:cubicBezTo>
                <a:cubicBezTo>
                  <a:pt x="100671" y="122526"/>
                  <a:pt x="101248" y="122708"/>
                  <a:pt x="102160" y="122647"/>
                </a:cubicBezTo>
                <a:close/>
                <a:moveTo>
                  <a:pt x="106568" y="121310"/>
                </a:moveTo>
                <a:lnTo>
                  <a:pt x="107388" y="121310"/>
                </a:lnTo>
                <a:cubicBezTo>
                  <a:pt x="107267" y="121371"/>
                  <a:pt x="107175" y="121401"/>
                  <a:pt x="107175" y="121492"/>
                </a:cubicBezTo>
                <a:lnTo>
                  <a:pt x="107540" y="121492"/>
                </a:lnTo>
                <a:cubicBezTo>
                  <a:pt x="107783" y="121492"/>
                  <a:pt x="107753" y="121371"/>
                  <a:pt x="107540" y="121371"/>
                </a:cubicBezTo>
                <a:cubicBezTo>
                  <a:pt x="107783" y="121188"/>
                  <a:pt x="108300" y="121401"/>
                  <a:pt x="108543" y="121432"/>
                </a:cubicBezTo>
                <a:cubicBezTo>
                  <a:pt x="108574" y="121310"/>
                  <a:pt x="108300" y="121310"/>
                  <a:pt x="108361" y="121188"/>
                </a:cubicBezTo>
                <a:cubicBezTo>
                  <a:pt x="108817" y="121401"/>
                  <a:pt x="109394" y="121340"/>
                  <a:pt x="110306" y="121280"/>
                </a:cubicBezTo>
                <a:cubicBezTo>
                  <a:pt x="110245" y="121432"/>
                  <a:pt x="109394" y="121340"/>
                  <a:pt x="109516" y="121553"/>
                </a:cubicBezTo>
                <a:cubicBezTo>
                  <a:pt x="109303" y="121523"/>
                  <a:pt x="109121" y="121492"/>
                  <a:pt x="108938" y="121432"/>
                </a:cubicBezTo>
                <a:cubicBezTo>
                  <a:pt x="108847" y="121432"/>
                  <a:pt x="108786" y="121492"/>
                  <a:pt x="108726" y="121553"/>
                </a:cubicBezTo>
                <a:cubicBezTo>
                  <a:pt x="108300" y="121553"/>
                  <a:pt x="107875" y="121492"/>
                  <a:pt x="106932" y="121553"/>
                </a:cubicBezTo>
                <a:cubicBezTo>
                  <a:pt x="106963" y="121432"/>
                  <a:pt x="106416" y="121492"/>
                  <a:pt x="106568" y="121310"/>
                </a:cubicBezTo>
                <a:close/>
                <a:moveTo>
                  <a:pt x="81582" y="22585"/>
                </a:moveTo>
                <a:cubicBezTo>
                  <a:pt x="81734" y="22676"/>
                  <a:pt x="81309" y="23284"/>
                  <a:pt x="81066" y="23466"/>
                </a:cubicBezTo>
                <a:cubicBezTo>
                  <a:pt x="80974" y="23345"/>
                  <a:pt x="81278" y="22980"/>
                  <a:pt x="81582" y="22585"/>
                </a:cubicBezTo>
                <a:close/>
                <a:moveTo>
                  <a:pt x="105169" y="121888"/>
                </a:moveTo>
                <a:cubicBezTo>
                  <a:pt x="105990" y="121888"/>
                  <a:pt x="106598" y="122131"/>
                  <a:pt x="106963" y="121796"/>
                </a:cubicBezTo>
                <a:cubicBezTo>
                  <a:pt x="107723" y="121736"/>
                  <a:pt x="107510" y="121948"/>
                  <a:pt x="108148" y="121918"/>
                </a:cubicBezTo>
                <a:cubicBezTo>
                  <a:pt x="108908" y="121979"/>
                  <a:pt x="109182" y="121675"/>
                  <a:pt x="109729" y="121857"/>
                </a:cubicBezTo>
                <a:cubicBezTo>
                  <a:pt x="109212" y="122009"/>
                  <a:pt x="108665" y="122070"/>
                  <a:pt x="108118" y="122040"/>
                </a:cubicBezTo>
                <a:cubicBezTo>
                  <a:pt x="107145" y="122100"/>
                  <a:pt x="105352" y="122161"/>
                  <a:pt x="105169" y="121888"/>
                </a:cubicBezTo>
                <a:close/>
                <a:moveTo>
                  <a:pt x="104774" y="121948"/>
                </a:moveTo>
                <a:cubicBezTo>
                  <a:pt x="104622" y="122435"/>
                  <a:pt x="103072" y="121979"/>
                  <a:pt x="102191" y="122192"/>
                </a:cubicBezTo>
                <a:cubicBezTo>
                  <a:pt x="102434" y="121918"/>
                  <a:pt x="102312" y="122131"/>
                  <a:pt x="101826" y="122009"/>
                </a:cubicBezTo>
                <a:cubicBezTo>
                  <a:pt x="102494" y="121705"/>
                  <a:pt x="103741" y="122192"/>
                  <a:pt x="104774" y="121948"/>
                </a:cubicBezTo>
                <a:close/>
                <a:moveTo>
                  <a:pt x="106355" y="122495"/>
                </a:moveTo>
                <a:cubicBezTo>
                  <a:pt x="106689" y="122495"/>
                  <a:pt x="106780" y="122435"/>
                  <a:pt x="107145" y="122435"/>
                </a:cubicBezTo>
                <a:cubicBezTo>
                  <a:pt x="107449" y="122678"/>
                  <a:pt x="106294" y="122465"/>
                  <a:pt x="106324" y="122617"/>
                </a:cubicBezTo>
                <a:cubicBezTo>
                  <a:pt x="105412" y="122587"/>
                  <a:pt x="104561" y="122495"/>
                  <a:pt x="103376" y="122495"/>
                </a:cubicBezTo>
                <a:cubicBezTo>
                  <a:pt x="103042" y="122343"/>
                  <a:pt x="105777" y="122495"/>
                  <a:pt x="106324" y="122495"/>
                </a:cubicBezTo>
                <a:close/>
                <a:moveTo>
                  <a:pt x="136234" y="117055"/>
                </a:moveTo>
                <a:cubicBezTo>
                  <a:pt x="135717" y="117328"/>
                  <a:pt x="135535" y="117693"/>
                  <a:pt x="134623" y="117875"/>
                </a:cubicBezTo>
                <a:cubicBezTo>
                  <a:pt x="134501" y="117906"/>
                  <a:pt x="133954" y="117906"/>
                  <a:pt x="133650" y="117967"/>
                </a:cubicBezTo>
                <a:cubicBezTo>
                  <a:pt x="133042" y="118118"/>
                  <a:pt x="132434" y="118149"/>
                  <a:pt x="131857" y="118118"/>
                </a:cubicBezTo>
                <a:cubicBezTo>
                  <a:pt x="131431" y="118149"/>
                  <a:pt x="131188" y="118270"/>
                  <a:pt x="130854" y="118331"/>
                </a:cubicBezTo>
                <a:cubicBezTo>
                  <a:pt x="127996" y="118331"/>
                  <a:pt x="126203" y="118514"/>
                  <a:pt x="124319" y="118422"/>
                </a:cubicBezTo>
                <a:cubicBezTo>
                  <a:pt x="124531" y="118331"/>
                  <a:pt x="124714" y="118301"/>
                  <a:pt x="124927" y="118270"/>
                </a:cubicBezTo>
                <a:cubicBezTo>
                  <a:pt x="124805" y="118088"/>
                  <a:pt x="124410" y="118210"/>
                  <a:pt x="123954" y="118240"/>
                </a:cubicBezTo>
                <a:cubicBezTo>
                  <a:pt x="123802" y="118027"/>
                  <a:pt x="122768" y="117906"/>
                  <a:pt x="122373" y="117997"/>
                </a:cubicBezTo>
                <a:cubicBezTo>
                  <a:pt x="122920" y="118210"/>
                  <a:pt x="123528" y="118331"/>
                  <a:pt x="124136" y="118362"/>
                </a:cubicBezTo>
                <a:cubicBezTo>
                  <a:pt x="123376" y="118514"/>
                  <a:pt x="122677" y="118331"/>
                  <a:pt x="121765" y="118453"/>
                </a:cubicBezTo>
                <a:cubicBezTo>
                  <a:pt x="122100" y="118240"/>
                  <a:pt x="121188" y="118240"/>
                  <a:pt x="122160" y="118179"/>
                </a:cubicBezTo>
                <a:cubicBezTo>
                  <a:pt x="121765" y="118088"/>
                  <a:pt x="121370" y="118088"/>
                  <a:pt x="120975" y="118149"/>
                </a:cubicBezTo>
                <a:cubicBezTo>
                  <a:pt x="121005" y="118331"/>
                  <a:pt x="121735" y="118301"/>
                  <a:pt x="121553" y="118574"/>
                </a:cubicBezTo>
                <a:lnTo>
                  <a:pt x="120550" y="118574"/>
                </a:lnTo>
                <a:cubicBezTo>
                  <a:pt x="121857" y="118483"/>
                  <a:pt x="120337" y="118179"/>
                  <a:pt x="119790" y="118331"/>
                </a:cubicBezTo>
                <a:cubicBezTo>
                  <a:pt x="119759" y="118422"/>
                  <a:pt x="120215" y="118362"/>
                  <a:pt x="120367" y="118392"/>
                </a:cubicBezTo>
                <a:cubicBezTo>
                  <a:pt x="120823" y="118514"/>
                  <a:pt x="119273" y="118422"/>
                  <a:pt x="118787" y="118544"/>
                </a:cubicBezTo>
                <a:cubicBezTo>
                  <a:pt x="118665" y="118483"/>
                  <a:pt x="118331" y="118483"/>
                  <a:pt x="118391" y="118362"/>
                </a:cubicBezTo>
                <a:cubicBezTo>
                  <a:pt x="117814" y="118514"/>
                  <a:pt x="116872" y="118270"/>
                  <a:pt x="116233" y="118179"/>
                </a:cubicBezTo>
                <a:cubicBezTo>
                  <a:pt x="117267" y="118088"/>
                  <a:pt x="118483" y="118027"/>
                  <a:pt x="118635" y="117663"/>
                </a:cubicBezTo>
                <a:cubicBezTo>
                  <a:pt x="118847" y="117663"/>
                  <a:pt x="118756" y="117784"/>
                  <a:pt x="118999" y="117784"/>
                </a:cubicBezTo>
                <a:cubicBezTo>
                  <a:pt x="119607" y="117723"/>
                  <a:pt x="118817" y="117663"/>
                  <a:pt x="118999" y="117541"/>
                </a:cubicBezTo>
                <a:cubicBezTo>
                  <a:pt x="119759" y="117571"/>
                  <a:pt x="119972" y="117450"/>
                  <a:pt x="120610" y="117450"/>
                </a:cubicBezTo>
                <a:cubicBezTo>
                  <a:pt x="120793" y="117632"/>
                  <a:pt x="120154" y="117571"/>
                  <a:pt x="119790" y="117602"/>
                </a:cubicBezTo>
                <a:cubicBezTo>
                  <a:pt x="119607" y="117875"/>
                  <a:pt x="121188" y="117723"/>
                  <a:pt x="121370" y="117602"/>
                </a:cubicBezTo>
                <a:cubicBezTo>
                  <a:pt x="122009" y="117541"/>
                  <a:pt x="121826" y="117784"/>
                  <a:pt x="122556" y="117693"/>
                </a:cubicBezTo>
                <a:lnTo>
                  <a:pt x="123164" y="117511"/>
                </a:lnTo>
                <a:cubicBezTo>
                  <a:pt x="123164" y="117359"/>
                  <a:pt x="122525" y="117511"/>
                  <a:pt x="122586" y="117511"/>
                </a:cubicBezTo>
                <a:cubicBezTo>
                  <a:pt x="122312" y="117511"/>
                  <a:pt x="122252" y="117389"/>
                  <a:pt x="121978" y="117389"/>
                </a:cubicBezTo>
                <a:cubicBezTo>
                  <a:pt x="121461" y="117450"/>
                  <a:pt x="120945" y="117450"/>
                  <a:pt x="120398" y="117389"/>
                </a:cubicBezTo>
                <a:lnTo>
                  <a:pt x="125747" y="117146"/>
                </a:lnTo>
                <a:cubicBezTo>
                  <a:pt x="125504" y="117389"/>
                  <a:pt x="125534" y="117571"/>
                  <a:pt x="125717" y="117754"/>
                </a:cubicBezTo>
                <a:cubicBezTo>
                  <a:pt x="126325" y="117784"/>
                  <a:pt x="126294" y="117632"/>
                  <a:pt x="126902" y="117693"/>
                </a:cubicBezTo>
                <a:cubicBezTo>
                  <a:pt x="127449" y="117602"/>
                  <a:pt x="126386" y="117571"/>
                  <a:pt x="126720" y="117359"/>
                </a:cubicBezTo>
                <a:lnTo>
                  <a:pt x="127723" y="117359"/>
                </a:lnTo>
                <a:cubicBezTo>
                  <a:pt x="127632" y="117085"/>
                  <a:pt x="127085" y="117146"/>
                  <a:pt x="126325" y="117207"/>
                </a:cubicBezTo>
                <a:cubicBezTo>
                  <a:pt x="126841" y="116963"/>
                  <a:pt x="128361" y="117024"/>
                  <a:pt x="129303" y="116903"/>
                </a:cubicBezTo>
                <a:cubicBezTo>
                  <a:pt x="129212" y="116963"/>
                  <a:pt x="129091" y="117024"/>
                  <a:pt x="129121" y="117115"/>
                </a:cubicBezTo>
                <a:cubicBezTo>
                  <a:pt x="129455" y="117085"/>
                  <a:pt x="129759" y="117024"/>
                  <a:pt x="130094" y="116963"/>
                </a:cubicBezTo>
                <a:cubicBezTo>
                  <a:pt x="130003" y="116872"/>
                  <a:pt x="129851" y="116842"/>
                  <a:pt x="129729" y="116842"/>
                </a:cubicBezTo>
                <a:cubicBezTo>
                  <a:pt x="130550" y="116629"/>
                  <a:pt x="132069" y="116629"/>
                  <a:pt x="133285" y="116538"/>
                </a:cubicBezTo>
                <a:cubicBezTo>
                  <a:pt x="133073" y="116629"/>
                  <a:pt x="133073" y="116690"/>
                  <a:pt x="133468" y="116720"/>
                </a:cubicBezTo>
                <a:cubicBezTo>
                  <a:pt x="133893" y="116751"/>
                  <a:pt x="134288" y="116477"/>
                  <a:pt x="133893" y="116477"/>
                </a:cubicBezTo>
                <a:cubicBezTo>
                  <a:pt x="133924" y="116325"/>
                  <a:pt x="134714" y="116416"/>
                  <a:pt x="135079" y="116386"/>
                </a:cubicBezTo>
                <a:cubicBezTo>
                  <a:pt x="135565" y="116568"/>
                  <a:pt x="135626" y="116903"/>
                  <a:pt x="136234" y="117055"/>
                </a:cubicBezTo>
                <a:close/>
                <a:moveTo>
                  <a:pt x="122191" y="117936"/>
                </a:moveTo>
                <a:cubicBezTo>
                  <a:pt x="122221" y="117754"/>
                  <a:pt x="120702" y="117693"/>
                  <a:pt x="120610" y="117906"/>
                </a:cubicBezTo>
                <a:cubicBezTo>
                  <a:pt x="121127" y="117997"/>
                  <a:pt x="121401" y="117875"/>
                  <a:pt x="122160" y="117936"/>
                </a:cubicBezTo>
                <a:close/>
                <a:moveTo>
                  <a:pt x="125747" y="117845"/>
                </a:moveTo>
                <a:cubicBezTo>
                  <a:pt x="125139" y="117693"/>
                  <a:pt x="124927" y="117693"/>
                  <a:pt x="125170" y="117359"/>
                </a:cubicBezTo>
                <a:cubicBezTo>
                  <a:pt x="124136" y="117298"/>
                  <a:pt x="124866" y="117723"/>
                  <a:pt x="124562" y="117723"/>
                </a:cubicBezTo>
                <a:cubicBezTo>
                  <a:pt x="124258" y="117571"/>
                  <a:pt x="122708" y="117571"/>
                  <a:pt x="122768" y="117875"/>
                </a:cubicBezTo>
                <a:cubicBezTo>
                  <a:pt x="123376" y="117936"/>
                  <a:pt x="123255" y="117784"/>
                  <a:pt x="123559" y="117723"/>
                </a:cubicBezTo>
                <a:cubicBezTo>
                  <a:pt x="124349" y="117784"/>
                  <a:pt x="125048" y="118088"/>
                  <a:pt x="125717" y="117845"/>
                </a:cubicBezTo>
                <a:close/>
                <a:moveTo>
                  <a:pt x="129911" y="117419"/>
                </a:moveTo>
                <a:cubicBezTo>
                  <a:pt x="129455" y="117359"/>
                  <a:pt x="128969" y="117359"/>
                  <a:pt x="128544" y="117480"/>
                </a:cubicBezTo>
                <a:cubicBezTo>
                  <a:pt x="128240" y="117511"/>
                  <a:pt x="127267" y="117419"/>
                  <a:pt x="127541" y="117632"/>
                </a:cubicBezTo>
                <a:cubicBezTo>
                  <a:pt x="127571" y="117754"/>
                  <a:pt x="128392" y="117632"/>
                  <a:pt x="128513" y="117723"/>
                </a:cubicBezTo>
                <a:cubicBezTo>
                  <a:pt x="128756" y="117419"/>
                  <a:pt x="129395" y="117571"/>
                  <a:pt x="129881" y="117419"/>
                </a:cubicBezTo>
                <a:close/>
                <a:moveTo>
                  <a:pt x="129516" y="117784"/>
                </a:moveTo>
                <a:cubicBezTo>
                  <a:pt x="129455" y="117936"/>
                  <a:pt x="129911" y="117936"/>
                  <a:pt x="130276" y="117967"/>
                </a:cubicBezTo>
                <a:cubicBezTo>
                  <a:pt x="130459" y="117754"/>
                  <a:pt x="130003" y="117754"/>
                  <a:pt x="129486" y="117784"/>
                </a:cubicBezTo>
                <a:close/>
                <a:moveTo>
                  <a:pt x="130914" y="117267"/>
                </a:moveTo>
                <a:cubicBezTo>
                  <a:pt x="130641" y="117237"/>
                  <a:pt x="130337" y="117298"/>
                  <a:pt x="130124" y="117450"/>
                </a:cubicBezTo>
                <a:cubicBezTo>
                  <a:pt x="130367" y="117511"/>
                  <a:pt x="130641" y="117511"/>
                  <a:pt x="130914" y="117511"/>
                </a:cubicBezTo>
                <a:close/>
                <a:moveTo>
                  <a:pt x="131522" y="117055"/>
                </a:moveTo>
                <a:cubicBezTo>
                  <a:pt x="131340" y="117115"/>
                  <a:pt x="130975" y="117511"/>
                  <a:pt x="131705" y="117450"/>
                </a:cubicBezTo>
                <a:cubicBezTo>
                  <a:pt x="131978" y="117419"/>
                  <a:pt x="132100" y="116963"/>
                  <a:pt x="131492" y="117055"/>
                </a:cubicBezTo>
                <a:close/>
                <a:moveTo>
                  <a:pt x="134288" y="116781"/>
                </a:moveTo>
                <a:cubicBezTo>
                  <a:pt x="134501" y="116781"/>
                  <a:pt x="134440" y="116690"/>
                  <a:pt x="134076" y="116720"/>
                </a:cubicBezTo>
                <a:cubicBezTo>
                  <a:pt x="134015" y="116903"/>
                  <a:pt x="134319" y="116994"/>
                  <a:pt x="134866" y="117024"/>
                </a:cubicBezTo>
                <a:cubicBezTo>
                  <a:pt x="135018" y="116811"/>
                  <a:pt x="134197" y="116933"/>
                  <a:pt x="134258" y="116781"/>
                </a:cubicBezTo>
                <a:close/>
                <a:moveTo>
                  <a:pt x="40487" y="120763"/>
                </a:moveTo>
                <a:cubicBezTo>
                  <a:pt x="40001" y="120672"/>
                  <a:pt x="38937" y="120763"/>
                  <a:pt x="38907" y="120550"/>
                </a:cubicBezTo>
                <a:cubicBezTo>
                  <a:pt x="39758" y="120520"/>
                  <a:pt x="40001" y="120672"/>
                  <a:pt x="40882" y="120641"/>
                </a:cubicBezTo>
                <a:cubicBezTo>
                  <a:pt x="40791" y="120702"/>
                  <a:pt x="40457" y="120672"/>
                  <a:pt x="40457" y="120763"/>
                </a:cubicBezTo>
                <a:close/>
                <a:moveTo>
                  <a:pt x="39910" y="120520"/>
                </a:moveTo>
                <a:cubicBezTo>
                  <a:pt x="39241" y="120368"/>
                  <a:pt x="40822" y="120246"/>
                  <a:pt x="41095" y="120398"/>
                </a:cubicBezTo>
                <a:cubicBezTo>
                  <a:pt x="40852" y="120520"/>
                  <a:pt x="40092" y="120277"/>
                  <a:pt x="39879" y="120520"/>
                </a:cubicBezTo>
                <a:close/>
                <a:moveTo>
                  <a:pt x="46445" y="120429"/>
                </a:moveTo>
                <a:cubicBezTo>
                  <a:pt x="46354" y="120550"/>
                  <a:pt x="44712" y="120854"/>
                  <a:pt x="44044" y="120550"/>
                </a:cubicBezTo>
                <a:cubicBezTo>
                  <a:pt x="43679" y="120581"/>
                  <a:pt x="43314" y="120641"/>
                  <a:pt x="42858" y="120641"/>
                </a:cubicBezTo>
                <a:cubicBezTo>
                  <a:pt x="42828" y="120611"/>
                  <a:pt x="42949" y="120581"/>
                  <a:pt x="43071" y="120581"/>
                </a:cubicBezTo>
                <a:cubicBezTo>
                  <a:pt x="43101" y="120550"/>
                  <a:pt x="42980" y="120520"/>
                  <a:pt x="42858" y="120520"/>
                </a:cubicBezTo>
                <a:cubicBezTo>
                  <a:pt x="43496" y="120246"/>
                  <a:pt x="45472" y="120824"/>
                  <a:pt x="45442" y="120368"/>
                </a:cubicBezTo>
                <a:cubicBezTo>
                  <a:pt x="45989" y="120307"/>
                  <a:pt x="45928" y="120459"/>
                  <a:pt x="46414" y="120429"/>
                </a:cubicBezTo>
                <a:close/>
                <a:moveTo>
                  <a:pt x="38299" y="120611"/>
                </a:moveTo>
                <a:cubicBezTo>
                  <a:pt x="37356" y="120550"/>
                  <a:pt x="37265" y="120793"/>
                  <a:pt x="36323" y="120733"/>
                </a:cubicBezTo>
                <a:cubicBezTo>
                  <a:pt x="36353" y="120459"/>
                  <a:pt x="37569" y="120581"/>
                  <a:pt x="37934" y="120429"/>
                </a:cubicBezTo>
                <a:cubicBezTo>
                  <a:pt x="38238" y="120489"/>
                  <a:pt x="39089" y="120672"/>
                  <a:pt x="38481" y="120824"/>
                </a:cubicBezTo>
                <a:cubicBezTo>
                  <a:pt x="38481" y="121006"/>
                  <a:pt x="39271" y="120611"/>
                  <a:pt x="39271" y="120824"/>
                </a:cubicBezTo>
                <a:cubicBezTo>
                  <a:pt x="39302" y="121006"/>
                  <a:pt x="38390" y="120976"/>
                  <a:pt x="37904" y="120915"/>
                </a:cubicBezTo>
                <a:cubicBezTo>
                  <a:pt x="37691" y="120733"/>
                  <a:pt x="38177" y="120733"/>
                  <a:pt x="38268" y="120611"/>
                </a:cubicBezTo>
                <a:close/>
                <a:moveTo>
                  <a:pt x="43618" y="121036"/>
                </a:moveTo>
                <a:cubicBezTo>
                  <a:pt x="42372" y="120945"/>
                  <a:pt x="41825" y="121036"/>
                  <a:pt x="40457" y="120945"/>
                </a:cubicBezTo>
                <a:cubicBezTo>
                  <a:pt x="40639" y="120672"/>
                  <a:pt x="41430" y="120581"/>
                  <a:pt x="42463" y="120581"/>
                </a:cubicBezTo>
                <a:cubicBezTo>
                  <a:pt x="42767" y="120824"/>
                  <a:pt x="41612" y="120581"/>
                  <a:pt x="41673" y="120763"/>
                </a:cubicBezTo>
                <a:cubicBezTo>
                  <a:pt x="42250" y="120976"/>
                  <a:pt x="43284" y="120702"/>
                  <a:pt x="43588" y="121036"/>
                </a:cubicBezTo>
                <a:close/>
                <a:moveTo>
                  <a:pt x="86020" y="121097"/>
                </a:moveTo>
                <a:cubicBezTo>
                  <a:pt x="85990" y="121006"/>
                  <a:pt x="86354" y="120945"/>
                  <a:pt x="86020" y="120915"/>
                </a:cubicBezTo>
                <a:cubicBezTo>
                  <a:pt x="86324" y="120733"/>
                  <a:pt x="86901" y="120976"/>
                  <a:pt x="86810" y="121097"/>
                </a:cubicBezTo>
                <a:close/>
                <a:moveTo>
                  <a:pt x="34925" y="120854"/>
                </a:moveTo>
                <a:cubicBezTo>
                  <a:pt x="35442" y="120793"/>
                  <a:pt x="35897" y="120945"/>
                  <a:pt x="36901" y="120854"/>
                </a:cubicBezTo>
                <a:cubicBezTo>
                  <a:pt x="36840" y="120976"/>
                  <a:pt x="35958" y="120884"/>
                  <a:pt x="36080" y="121097"/>
                </a:cubicBezTo>
                <a:cubicBezTo>
                  <a:pt x="35594" y="121036"/>
                  <a:pt x="34803" y="121067"/>
                  <a:pt x="34894" y="120854"/>
                </a:cubicBezTo>
                <a:close/>
                <a:moveTo>
                  <a:pt x="27235" y="120094"/>
                </a:moveTo>
                <a:cubicBezTo>
                  <a:pt x="27387" y="119973"/>
                  <a:pt x="29271" y="119912"/>
                  <a:pt x="29818" y="120094"/>
                </a:cubicBezTo>
                <a:cubicBezTo>
                  <a:pt x="29970" y="120337"/>
                  <a:pt x="29454" y="120094"/>
                  <a:pt x="29210" y="120094"/>
                </a:cubicBezTo>
                <a:cubicBezTo>
                  <a:pt x="28633" y="120094"/>
                  <a:pt x="27691" y="120185"/>
                  <a:pt x="27204" y="120094"/>
                </a:cubicBezTo>
                <a:close/>
                <a:moveTo>
                  <a:pt x="45806" y="120976"/>
                </a:moveTo>
                <a:cubicBezTo>
                  <a:pt x="47053" y="120976"/>
                  <a:pt x="45958" y="120611"/>
                  <a:pt x="47205" y="120611"/>
                </a:cubicBezTo>
                <a:cubicBezTo>
                  <a:pt x="47083" y="120763"/>
                  <a:pt x="46566" y="120824"/>
                  <a:pt x="46597" y="121036"/>
                </a:cubicBezTo>
                <a:cubicBezTo>
                  <a:pt x="45776" y="121036"/>
                  <a:pt x="44864" y="121188"/>
                  <a:pt x="44621" y="120884"/>
                </a:cubicBezTo>
                <a:cubicBezTo>
                  <a:pt x="45199" y="120976"/>
                  <a:pt x="46293" y="120733"/>
                  <a:pt x="45776" y="120976"/>
                </a:cubicBezTo>
                <a:close/>
                <a:moveTo>
                  <a:pt x="30791" y="120003"/>
                </a:moveTo>
                <a:cubicBezTo>
                  <a:pt x="31277" y="119881"/>
                  <a:pt x="32584" y="120003"/>
                  <a:pt x="33375" y="119973"/>
                </a:cubicBezTo>
                <a:cubicBezTo>
                  <a:pt x="32524" y="120094"/>
                  <a:pt x="31642" y="120094"/>
                  <a:pt x="30791" y="120003"/>
                </a:cubicBezTo>
                <a:close/>
                <a:moveTo>
                  <a:pt x="32949" y="120581"/>
                </a:moveTo>
                <a:cubicBezTo>
                  <a:pt x="33435" y="120702"/>
                  <a:pt x="33527" y="120550"/>
                  <a:pt x="34135" y="120641"/>
                </a:cubicBezTo>
                <a:cubicBezTo>
                  <a:pt x="34074" y="120763"/>
                  <a:pt x="33375" y="120702"/>
                  <a:pt x="33314" y="120824"/>
                </a:cubicBezTo>
                <a:cubicBezTo>
                  <a:pt x="33040" y="120793"/>
                  <a:pt x="32949" y="120702"/>
                  <a:pt x="32919" y="120581"/>
                </a:cubicBezTo>
                <a:close/>
                <a:moveTo>
                  <a:pt x="27782" y="120733"/>
                </a:moveTo>
                <a:cubicBezTo>
                  <a:pt x="27843" y="120581"/>
                  <a:pt x="27508" y="120520"/>
                  <a:pt x="26992" y="120550"/>
                </a:cubicBezTo>
                <a:cubicBezTo>
                  <a:pt x="27478" y="120246"/>
                  <a:pt x="28572" y="120581"/>
                  <a:pt x="29393" y="120429"/>
                </a:cubicBezTo>
                <a:cubicBezTo>
                  <a:pt x="29575" y="120520"/>
                  <a:pt x="29545" y="120672"/>
                  <a:pt x="29970" y="120672"/>
                </a:cubicBezTo>
                <a:cubicBezTo>
                  <a:pt x="30548" y="120641"/>
                  <a:pt x="29788" y="120550"/>
                  <a:pt x="29970" y="120429"/>
                </a:cubicBezTo>
                <a:cubicBezTo>
                  <a:pt x="30213" y="120489"/>
                  <a:pt x="30487" y="120520"/>
                  <a:pt x="30761" y="120489"/>
                </a:cubicBezTo>
                <a:cubicBezTo>
                  <a:pt x="30943" y="120611"/>
                  <a:pt x="30153" y="120702"/>
                  <a:pt x="30761" y="120763"/>
                </a:cubicBezTo>
                <a:cubicBezTo>
                  <a:pt x="30669" y="120854"/>
                  <a:pt x="29727" y="120945"/>
                  <a:pt x="29545" y="120793"/>
                </a:cubicBezTo>
                <a:cubicBezTo>
                  <a:pt x="29180" y="120793"/>
                  <a:pt x="29302" y="120976"/>
                  <a:pt x="28754" y="120915"/>
                </a:cubicBezTo>
                <a:cubicBezTo>
                  <a:pt x="28663" y="120793"/>
                  <a:pt x="29058" y="120793"/>
                  <a:pt x="29362" y="120793"/>
                </a:cubicBezTo>
                <a:cubicBezTo>
                  <a:pt x="29423" y="120702"/>
                  <a:pt x="29180" y="120702"/>
                  <a:pt x="29180" y="120611"/>
                </a:cubicBezTo>
                <a:cubicBezTo>
                  <a:pt x="28420" y="120702"/>
                  <a:pt x="28207" y="120976"/>
                  <a:pt x="27174" y="120976"/>
                </a:cubicBezTo>
                <a:cubicBezTo>
                  <a:pt x="27691" y="120702"/>
                  <a:pt x="26900" y="120854"/>
                  <a:pt x="26384" y="120915"/>
                </a:cubicBezTo>
                <a:cubicBezTo>
                  <a:pt x="26353" y="120793"/>
                  <a:pt x="26627" y="120793"/>
                  <a:pt x="26596" y="120672"/>
                </a:cubicBezTo>
                <a:cubicBezTo>
                  <a:pt x="27174" y="120611"/>
                  <a:pt x="27144" y="120763"/>
                  <a:pt x="27751" y="120733"/>
                </a:cubicBezTo>
                <a:close/>
                <a:moveTo>
                  <a:pt x="35381" y="119851"/>
                </a:moveTo>
                <a:cubicBezTo>
                  <a:pt x="35837" y="119973"/>
                  <a:pt x="36597" y="119881"/>
                  <a:pt x="37356" y="119851"/>
                </a:cubicBezTo>
                <a:cubicBezTo>
                  <a:pt x="37721" y="119851"/>
                  <a:pt x="37782" y="119912"/>
                  <a:pt x="38147" y="119912"/>
                </a:cubicBezTo>
                <a:cubicBezTo>
                  <a:pt x="38512" y="119912"/>
                  <a:pt x="38572" y="119851"/>
                  <a:pt x="38937" y="119851"/>
                </a:cubicBezTo>
                <a:cubicBezTo>
                  <a:pt x="40457" y="119881"/>
                  <a:pt x="42524" y="119912"/>
                  <a:pt x="44499" y="119912"/>
                </a:cubicBezTo>
                <a:cubicBezTo>
                  <a:pt x="44408" y="120246"/>
                  <a:pt x="43162" y="120003"/>
                  <a:pt x="42706" y="120003"/>
                </a:cubicBezTo>
                <a:cubicBezTo>
                  <a:pt x="42129" y="120003"/>
                  <a:pt x="41764" y="120185"/>
                  <a:pt x="41308" y="120064"/>
                </a:cubicBezTo>
                <a:cubicBezTo>
                  <a:pt x="41065" y="120064"/>
                  <a:pt x="41095" y="120185"/>
                  <a:pt x="41308" y="120185"/>
                </a:cubicBezTo>
                <a:cubicBezTo>
                  <a:pt x="41095" y="120337"/>
                  <a:pt x="40426" y="120125"/>
                  <a:pt x="40518" y="120003"/>
                </a:cubicBezTo>
                <a:cubicBezTo>
                  <a:pt x="38815" y="120064"/>
                  <a:pt x="37600" y="119942"/>
                  <a:pt x="36353" y="120094"/>
                </a:cubicBezTo>
                <a:cubicBezTo>
                  <a:pt x="35958" y="120033"/>
                  <a:pt x="35411" y="120003"/>
                  <a:pt x="35350" y="119851"/>
                </a:cubicBezTo>
                <a:close/>
                <a:moveTo>
                  <a:pt x="87813" y="120976"/>
                </a:moveTo>
                <a:cubicBezTo>
                  <a:pt x="87297" y="120824"/>
                  <a:pt x="88999" y="120763"/>
                  <a:pt x="89394" y="120854"/>
                </a:cubicBezTo>
                <a:cubicBezTo>
                  <a:pt x="89272" y="121036"/>
                  <a:pt x="87874" y="120793"/>
                  <a:pt x="87783" y="120976"/>
                </a:cubicBezTo>
                <a:close/>
                <a:moveTo>
                  <a:pt x="90093" y="122556"/>
                </a:moveTo>
                <a:cubicBezTo>
                  <a:pt x="89698" y="122465"/>
                  <a:pt x="89303" y="122435"/>
                  <a:pt x="88908" y="122435"/>
                </a:cubicBezTo>
                <a:cubicBezTo>
                  <a:pt x="88786" y="122192"/>
                  <a:pt x="90245" y="122495"/>
                  <a:pt x="90093" y="122495"/>
                </a:cubicBezTo>
                <a:cubicBezTo>
                  <a:pt x="90245" y="122495"/>
                  <a:pt x="91035" y="122435"/>
                  <a:pt x="91674" y="122435"/>
                </a:cubicBezTo>
                <a:cubicBezTo>
                  <a:pt x="92190" y="122465"/>
                  <a:pt x="92737" y="122465"/>
                  <a:pt x="93254" y="122435"/>
                </a:cubicBezTo>
                <a:cubicBezTo>
                  <a:pt x="93315" y="122526"/>
                  <a:pt x="93589" y="122556"/>
                  <a:pt x="94044" y="122556"/>
                </a:cubicBezTo>
                <a:cubicBezTo>
                  <a:pt x="93406" y="122739"/>
                  <a:pt x="92616" y="122495"/>
                  <a:pt x="91674" y="122495"/>
                </a:cubicBezTo>
                <a:cubicBezTo>
                  <a:pt x="91066" y="122465"/>
                  <a:pt x="90610" y="122556"/>
                  <a:pt x="90093" y="122526"/>
                </a:cubicBezTo>
                <a:close/>
                <a:moveTo>
                  <a:pt x="88360" y="121371"/>
                </a:moveTo>
                <a:cubicBezTo>
                  <a:pt x="88512" y="121553"/>
                  <a:pt x="87692" y="121432"/>
                  <a:pt x="87935" y="121675"/>
                </a:cubicBezTo>
                <a:cubicBezTo>
                  <a:pt x="87601" y="121675"/>
                  <a:pt x="87449" y="121614"/>
                  <a:pt x="87357" y="121553"/>
                </a:cubicBezTo>
                <a:cubicBezTo>
                  <a:pt x="87722" y="121492"/>
                  <a:pt x="87631" y="121280"/>
                  <a:pt x="88360" y="121340"/>
                </a:cubicBezTo>
                <a:close/>
                <a:moveTo>
                  <a:pt x="87357" y="121553"/>
                </a:moveTo>
                <a:cubicBezTo>
                  <a:pt x="86810" y="121553"/>
                  <a:pt x="87570" y="121948"/>
                  <a:pt x="86749" y="121857"/>
                </a:cubicBezTo>
                <a:cubicBezTo>
                  <a:pt x="86506" y="121705"/>
                  <a:pt x="87357" y="121614"/>
                  <a:pt x="86749" y="121553"/>
                </a:cubicBezTo>
                <a:cubicBezTo>
                  <a:pt x="86841" y="121401"/>
                  <a:pt x="87297" y="121401"/>
                  <a:pt x="87357" y="121553"/>
                </a:cubicBezTo>
                <a:close/>
                <a:moveTo>
                  <a:pt x="88117" y="122556"/>
                </a:moveTo>
                <a:cubicBezTo>
                  <a:pt x="88725" y="122526"/>
                  <a:pt x="88877" y="122739"/>
                  <a:pt x="89303" y="122617"/>
                </a:cubicBezTo>
                <a:cubicBezTo>
                  <a:pt x="89911" y="122678"/>
                  <a:pt x="87661" y="122891"/>
                  <a:pt x="88087" y="122526"/>
                </a:cubicBezTo>
                <a:close/>
                <a:moveTo>
                  <a:pt x="55989" y="119517"/>
                </a:moveTo>
                <a:cubicBezTo>
                  <a:pt x="56810" y="119517"/>
                  <a:pt x="56749" y="119608"/>
                  <a:pt x="57387" y="119517"/>
                </a:cubicBezTo>
                <a:cubicBezTo>
                  <a:pt x="57387" y="119851"/>
                  <a:pt x="56202" y="119426"/>
                  <a:pt x="56384" y="119821"/>
                </a:cubicBezTo>
                <a:cubicBezTo>
                  <a:pt x="55685" y="119851"/>
                  <a:pt x="56050" y="119608"/>
                  <a:pt x="55989" y="119486"/>
                </a:cubicBezTo>
                <a:close/>
                <a:moveTo>
                  <a:pt x="77783" y="119486"/>
                </a:moveTo>
                <a:cubicBezTo>
                  <a:pt x="78847" y="119304"/>
                  <a:pt x="80245" y="119517"/>
                  <a:pt x="81339" y="119486"/>
                </a:cubicBezTo>
                <a:cubicBezTo>
                  <a:pt x="82221" y="119456"/>
                  <a:pt x="82768" y="119243"/>
                  <a:pt x="83345" y="119365"/>
                </a:cubicBezTo>
                <a:cubicBezTo>
                  <a:pt x="83376" y="119547"/>
                  <a:pt x="82585" y="119456"/>
                  <a:pt x="82160" y="119486"/>
                </a:cubicBezTo>
                <a:cubicBezTo>
                  <a:pt x="81765" y="119517"/>
                  <a:pt x="81461" y="119608"/>
                  <a:pt x="81157" y="119608"/>
                </a:cubicBezTo>
                <a:cubicBezTo>
                  <a:pt x="80853" y="119608"/>
                  <a:pt x="80853" y="119547"/>
                  <a:pt x="80762" y="119547"/>
                </a:cubicBezTo>
                <a:cubicBezTo>
                  <a:pt x="80549" y="119547"/>
                  <a:pt x="79971" y="119699"/>
                  <a:pt x="79789" y="119486"/>
                </a:cubicBezTo>
                <a:cubicBezTo>
                  <a:pt x="79120" y="119577"/>
                  <a:pt x="78421" y="119577"/>
                  <a:pt x="77752" y="119456"/>
                </a:cubicBezTo>
                <a:close/>
                <a:moveTo>
                  <a:pt x="91126" y="122192"/>
                </a:moveTo>
                <a:cubicBezTo>
                  <a:pt x="90792" y="122252"/>
                  <a:pt x="90458" y="122313"/>
                  <a:pt x="90123" y="122313"/>
                </a:cubicBezTo>
                <a:cubicBezTo>
                  <a:pt x="89971" y="122070"/>
                  <a:pt x="90792" y="122070"/>
                  <a:pt x="91096" y="122161"/>
                </a:cubicBezTo>
                <a:close/>
                <a:moveTo>
                  <a:pt x="93102" y="121280"/>
                </a:moveTo>
                <a:cubicBezTo>
                  <a:pt x="93497" y="121371"/>
                  <a:pt x="93892" y="121432"/>
                  <a:pt x="94288" y="121462"/>
                </a:cubicBezTo>
                <a:cubicBezTo>
                  <a:pt x="93649" y="121948"/>
                  <a:pt x="91856" y="121705"/>
                  <a:pt x="90519" y="121736"/>
                </a:cubicBezTo>
                <a:cubicBezTo>
                  <a:pt x="90275" y="121736"/>
                  <a:pt x="90336" y="121827"/>
                  <a:pt x="90306" y="121918"/>
                </a:cubicBezTo>
                <a:cubicBezTo>
                  <a:pt x="89759" y="121675"/>
                  <a:pt x="89212" y="121918"/>
                  <a:pt x="88512" y="121979"/>
                </a:cubicBezTo>
                <a:cubicBezTo>
                  <a:pt x="87874" y="122009"/>
                  <a:pt x="87996" y="121796"/>
                  <a:pt x="87540" y="121796"/>
                </a:cubicBezTo>
                <a:cubicBezTo>
                  <a:pt x="88178" y="121614"/>
                  <a:pt x="88908" y="121857"/>
                  <a:pt x="89698" y="121736"/>
                </a:cubicBezTo>
                <a:cubicBezTo>
                  <a:pt x="90063" y="121614"/>
                  <a:pt x="90093" y="121401"/>
                  <a:pt x="90701" y="121401"/>
                </a:cubicBezTo>
                <a:cubicBezTo>
                  <a:pt x="90762" y="121523"/>
                  <a:pt x="90519" y="121523"/>
                  <a:pt x="90519" y="121584"/>
                </a:cubicBezTo>
                <a:cubicBezTo>
                  <a:pt x="91704" y="121492"/>
                  <a:pt x="93102" y="121796"/>
                  <a:pt x="93102" y="121280"/>
                </a:cubicBezTo>
                <a:close/>
                <a:moveTo>
                  <a:pt x="89607" y="119912"/>
                </a:moveTo>
                <a:cubicBezTo>
                  <a:pt x="89819" y="119638"/>
                  <a:pt x="90579" y="119638"/>
                  <a:pt x="91400" y="119729"/>
                </a:cubicBezTo>
                <a:cubicBezTo>
                  <a:pt x="91643" y="119608"/>
                  <a:pt x="93102" y="119486"/>
                  <a:pt x="92981" y="119790"/>
                </a:cubicBezTo>
                <a:cubicBezTo>
                  <a:pt x="91856" y="119821"/>
                  <a:pt x="90336" y="119973"/>
                  <a:pt x="89637" y="119912"/>
                </a:cubicBezTo>
                <a:close/>
                <a:moveTo>
                  <a:pt x="135109" y="40093"/>
                </a:moveTo>
                <a:cubicBezTo>
                  <a:pt x="135018" y="39151"/>
                  <a:pt x="135170" y="37600"/>
                  <a:pt x="135109" y="36537"/>
                </a:cubicBezTo>
                <a:cubicBezTo>
                  <a:pt x="135231" y="37722"/>
                  <a:pt x="135231" y="38907"/>
                  <a:pt x="135109" y="40093"/>
                </a:cubicBezTo>
                <a:close/>
                <a:moveTo>
                  <a:pt x="13222" y="124623"/>
                </a:moveTo>
                <a:cubicBezTo>
                  <a:pt x="13435" y="124441"/>
                  <a:pt x="13982" y="124562"/>
                  <a:pt x="14469" y="124593"/>
                </a:cubicBezTo>
                <a:cubicBezTo>
                  <a:pt x="14317" y="124775"/>
                  <a:pt x="13769" y="124654"/>
                  <a:pt x="13222" y="124623"/>
                </a:cubicBezTo>
                <a:close/>
                <a:moveTo>
                  <a:pt x="14681" y="124319"/>
                </a:moveTo>
                <a:lnTo>
                  <a:pt x="12706" y="124319"/>
                </a:lnTo>
                <a:cubicBezTo>
                  <a:pt x="12675" y="124258"/>
                  <a:pt x="13405" y="124198"/>
                  <a:pt x="13800" y="124198"/>
                </a:cubicBezTo>
                <a:cubicBezTo>
                  <a:pt x="14286" y="124167"/>
                  <a:pt x="14742" y="124228"/>
                  <a:pt x="14681" y="124319"/>
                </a:cubicBezTo>
                <a:close/>
                <a:moveTo>
                  <a:pt x="14438" y="124958"/>
                </a:moveTo>
                <a:cubicBezTo>
                  <a:pt x="14286" y="125140"/>
                  <a:pt x="13891" y="125018"/>
                  <a:pt x="13435" y="125018"/>
                </a:cubicBezTo>
                <a:cubicBezTo>
                  <a:pt x="13465" y="124866"/>
                  <a:pt x="14195" y="124866"/>
                  <a:pt x="14469" y="124958"/>
                </a:cubicBezTo>
                <a:close/>
                <a:moveTo>
                  <a:pt x="5806" y="116173"/>
                </a:moveTo>
                <a:cubicBezTo>
                  <a:pt x="5623" y="116112"/>
                  <a:pt x="5532" y="115231"/>
                  <a:pt x="5411" y="114836"/>
                </a:cubicBezTo>
                <a:cubicBezTo>
                  <a:pt x="5684" y="114957"/>
                  <a:pt x="5654" y="115596"/>
                  <a:pt x="5806" y="116173"/>
                </a:cubicBezTo>
                <a:close/>
                <a:moveTo>
                  <a:pt x="14803" y="125505"/>
                </a:moveTo>
                <a:cubicBezTo>
                  <a:pt x="16201" y="125413"/>
                  <a:pt x="16900" y="125565"/>
                  <a:pt x="17964" y="125535"/>
                </a:cubicBezTo>
                <a:cubicBezTo>
                  <a:pt x="17660" y="125778"/>
                  <a:pt x="18845" y="125535"/>
                  <a:pt x="18542" y="125778"/>
                </a:cubicBezTo>
                <a:cubicBezTo>
                  <a:pt x="17903" y="125717"/>
                  <a:pt x="17295" y="125748"/>
                  <a:pt x="16779" y="125717"/>
                </a:cubicBezTo>
                <a:cubicBezTo>
                  <a:pt x="16718" y="125717"/>
                  <a:pt x="16809" y="125596"/>
                  <a:pt x="16779" y="125596"/>
                </a:cubicBezTo>
                <a:cubicBezTo>
                  <a:pt x="16596" y="125535"/>
                  <a:pt x="15988" y="125626"/>
                  <a:pt x="15776" y="125596"/>
                </a:cubicBezTo>
                <a:cubicBezTo>
                  <a:pt x="15472" y="125626"/>
                  <a:pt x="15836" y="125687"/>
                  <a:pt x="15563" y="125839"/>
                </a:cubicBezTo>
                <a:cubicBezTo>
                  <a:pt x="15107" y="125626"/>
                  <a:pt x="14529" y="125839"/>
                  <a:pt x="13800" y="125687"/>
                </a:cubicBezTo>
                <a:cubicBezTo>
                  <a:pt x="13557" y="125687"/>
                  <a:pt x="13678" y="125748"/>
                  <a:pt x="13800" y="125748"/>
                </a:cubicBezTo>
                <a:cubicBezTo>
                  <a:pt x="13678" y="125839"/>
                  <a:pt x="13526" y="125839"/>
                  <a:pt x="13405" y="125809"/>
                </a:cubicBezTo>
                <a:cubicBezTo>
                  <a:pt x="13192" y="125748"/>
                  <a:pt x="12979" y="125717"/>
                  <a:pt x="12766" y="125687"/>
                </a:cubicBezTo>
                <a:cubicBezTo>
                  <a:pt x="12736" y="125657"/>
                  <a:pt x="12858" y="125626"/>
                  <a:pt x="13010" y="125626"/>
                </a:cubicBezTo>
                <a:lnTo>
                  <a:pt x="13496" y="125565"/>
                </a:lnTo>
                <a:cubicBezTo>
                  <a:pt x="13739" y="125535"/>
                  <a:pt x="13891" y="125505"/>
                  <a:pt x="13617" y="125444"/>
                </a:cubicBezTo>
                <a:cubicBezTo>
                  <a:pt x="13982" y="125292"/>
                  <a:pt x="14620" y="125565"/>
                  <a:pt x="14195" y="125717"/>
                </a:cubicBezTo>
                <a:cubicBezTo>
                  <a:pt x="14377" y="125626"/>
                  <a:pt x="14924" y="125687"/>
                  <a:pt x="14803" y="125505"/>
                </a:cubicBezTo>
                <a:close/>
                <a:moveTo>
                  <a:pt x="18845" y="124228"/>
                </a:moveTo>
                <a:cubicBezTo>
                  <a:pt x="18694" y="124441"/>
                  <a:pt x="17387" y="124319"/>
                  <a:pt x="16657" y="124350"/>
                </a:cubicBezTo>
                <a:cubicBezTo>
                  <a:pt x="17083" y="124076"/>
                  <a:pt x="18055" y="124380"/>
                  <a:pt x="18845" y="124228"/>
                </a:cubicBezTo>
                <a:close/>
                <a:moveTo>
                  <a:pt x="4195" y="113225"/>
                </a:moveTo>
                <a:cubicBezTo>
                  <a:pt x="4347" y="113225"/>
                  <a:pt x="4316" y="112921"/>
                  <a:pt x="4316" y="112617"/>
                </a:cubicBezTo>
                <a:cubicBezTo>
                  <a:pt x="4225" y="112465"/>
                  <a:pt x="4134" y="112343"/>
                  <a:pt x="4043" y="112252"/>
                </a:cubicBezTo>
                <a:cubicBezTo>
                  <a:pt x="3982" y="111796"/>
                  <a:pt x="3891" y="111340"/>
                  <a:pt x="3769" y="110915"/>
                </a:cubicBezTo>
                <a:cubicBezTo>
                  <a:pt x="4043" y="111340"/>
                  <a:pt x="3982" y="110945"/>
                  <a:pt x="4225" y="111431"/>
                </a:cubicBezTo>
                <a:cubicBezTo>
                  <a:pt x="4316" y="112191"/>
                  <a:pt x="4134" y="111401"/>
                  <a:pt x="3982" y="111462"/>
                </a:cubicBezTo>
                <a:cubicBezTo>
                  <a:pt x="4164" y="112131"/>
                  <a:pt x="4408" y="112070"/>
                  <a:pt x="4560" y="113164"/>
                </a:cubicBezTo>
                <a:cubicBezTo>
                  <a:pt x="4225" y="113164"/>
                  <a:pt x="4499" y="113559"/>
                  <a:pt x="4651" y="114349"/>
                </a:cubicBezTo>
                <a:cubicBezTo>
                  <a:pt x="4377" y="114410"/>
                  <a:pt x="4195" y="113711"/>
                  <a:pt x="3982" y="112860"/>
                </a:cubicBezTo>
                <a:cubicBezTo>
                  <a:pt x="4073" y="112799"/>
                  <a:pt x="4134" y="113012"/>
                  <a:pt x="4195" y="113225"/>
                </a:cubicBezTo>
                <a:close/>
                <a:moveTo>
                  <a:pt x="18177" y="125170"/>
                </a:moveTo>
                <a:cubicBezTo>
                  <a:pt x="18420" y="125049"/>
                  <a:pt x="19241" y="125231"/>
                  <a:pt x="19970" y="125170"/>
                </a:cubicBezTo>
                <a:cubicBezTo>
                  <a:pt x="19909" y="125383"/>
                  <a:pt x="18694" y="125201"/>
                  <a:pt x="18207" y="125170"/>
                </a:cubicBezTo>
                <a:close/>
                <a:moveTo>
                  <a:pt x="16140" y="126021"/>
                </a:moveTo>
                <a:cubicBezTo>
                  <a:pt x="16171" y="126143"/>
                  <a:pt x="15441" y="126052"/>
                  <a:pt x="15168" y="126082"/>
                </a:cubicBezTo>
                <a:cubicBezTo>
                  <a:pt x="15259" y="125839"/>
                  <a:pt x="15867" y="125900"/>
                  <a:pt x="16171" y="126021"/>
                </a:cubicBezTo>
                <a:close/>
                <a:moveTo>
                  <a:pt x="3222" y="109577"/>
                </a:moveTo>
                <a:cubicBezTo>
                  <a:pt x="3009" y="109243"/>
                  <a:pt x="2857" y="108848"/>
                  <a:pt x="2766" y="108453"/>
                </a:cubicBezTo>
                <a:cubicBezTo>
                  <a:pt x="2949" y="108422"/>
                  <a:pt x="3101" y="109121"/>
                  <a:pt x="3222" y="109608"/>
                </a:cubicBezTo>
                <a:close/>
                <a:moveTo>
                  <a:pt x="2097" y="103924"/>
                </a:moveTo>
                <a:cubicBezTo>
                  <a:pt x="2067" y="104167"/>
                  <a:pt x="2097" y="104380"/>
                  <a:pt x="2128" y="104592"/>
                </a:cubicBezTo>
                <a:cubicBezTo>
                  <a:pt x="1915" y="104197"/>
                  <a:pt x="1794" y="103741"/>
                  <a:pt x="1763" y="103316"/>
                </a:cubicBezTo>
                <a:cubicBezTo>
                  <a:pt x="1915" y="103377"/>
                  <a:pt x="1976" y="103893"/>
                  <a:pt x="2097" y="103954"/>
                </a:cubicBezTo>
                <a:close/>
                <a:moveTo>
                  <a:pt x="19636" y="124228"/>
                </a:moveTo>
                <a:cubicBezTo>
                  <a:pt x="22341" y="124289"/>
                  <a:pt x="23040" y="124258"/>
                  <a:pt x="25745" y="124319"/>
                </a:cubicBezTo>
                <a:cubicBezTo>
                  <a:pt x="26384" y="124441"/>
                  <a:pt x="25046" y="124380"/>
                  <a:pt x="24560" y="124380"/>
                </a:cubicBezTo>
                <a:lnTo>
                  <a:pt x="19210" y="124350"/>
                </a:lnTo>
                <a:cubicBezTo>
                  <a:pt x="19149" y="124258"/>
                  <a:pt x="19393" y="124228"/>
                  <a:pt x="19636" y="124228"/>
                </a:cubicBezTo>
                <a:close/>
                <a:moveTo>
                  <a:pt x="2614" y="94562"/>
                </a:moveTo>
                <a:cubicBezTo>
                  <a:pt x="2918" y="93650"/>
                  <a:pt x="3070" y="93802"/>
                  <a:pt x="3131" y="94045"/>
                </a:cubicBezTo>
                <a:cubicBezTo>
                  <a:pt x="2949" y="94714"/>
                  <a:pt x="2797" y="94410"/>
                  <a:pt x="2645" y="94562"/>
                </a:cubicBezTo>
                <a:close/>
                <a:moveTo>
                  <a:pt x="6110" y="85778"/>
                </a:moveTo>
                <a:cubicBezTo>
                  <a:pt x="6322" y="85322"/>
                  <a:pt x="6505" y="85048"/>
                  <a:pt x="6626" y="85170"/>
                </a:cubicBezTo>
                <a:cubicBezTo>
                  <a:pt x="6414" y="85626"/>
                  <a:pt x="6231" y="85899"/>
                  <a:pt x="6110" y="85778"/>
                </a:cubicBezTo>
                <a:close/>
                <a:moveTo>
                  <a:pt x="2493" y="92981"/>
                </a:moveTo>
                <a:cubicBezTo>
                  <a:pt x="2949" y="91644"/>
                  <a:pt x="3587" y="90337"/>
                  <a:pt x="4408" y="89151"/>
                </a:cubicBezTo>
                <a:cubicBezTo>
                  <a:pt x="4742" y="88604"/>
                  <a:pt x="4468" y="88635"/>
                  <a:pt x="4863" y="87996"/>
                </a:cubicBezTo>
                <a:cubicBezTo>
                  <a:pt x="4894" y="88057"/>
                  <a:pt x="4833" y="88209"/>
                  <a:pt x="4863" y="88240"/>
                </a:cubicBezTo>
                <a:cubicBezTo>
                  <a:pt x="5228" y="87601"/>
                  <a:pt x="5563" y="86963"/>
                  <a:pt x="5806" y="86264"/>
                </a:cubicBezTo>
                <a:cubicBezTo>
                  <a:pt x="5958" y="86629"/>
                  <a:pt x="6292" y="85990"/>
                  <a:pt x="6596" y="85595"/>
                </a:cubicBezTo>
                <a:cubicBezTo>
                  <a:pt x="6626" y="86173"/>
                  <a:pt x="5745" y="87176"/>
                  <a:pt x="5441" y="87449"/>
                </a:cubicBezTo>
                <a:cubicBezTo>
                  <a:pt x="5593" y="87662"/>
                  <a:pt x="5380" y="88574"/>
                  <a:pt x="5015" y="89030"/>
                </a:cubicBezTo>
                <a:cubicBezTo>
                  <a:pt x="4833" y="89030"/>
                  <a:pt x="5319" y="88331"/>
                  <a:pt x="5228" y="88240"/>
                </a:cubicBezTo>
                <a:cubicBezTo>
                  <a:pt x="4985" y="88300"/>
                  <a:pt x="4955" y="88847"/>
                  <a:pt x="4924" y="88969"/>
                </a:cubicBezTo>
                <a:cubicBezTo>
                  <a:pt x="4772" y="89121"/>
                  <a:pt x="4529" y="89851"/>
                  <a:pt x="4347" y="90063"/>
                </a:cubicBezTo>
                <a:cubicBezTo>
                  <a:pt x="4316" y="90063"/>
                  <a:pt x="4256" y="89972"/>
                  <a:pt x="4225" y="89972"/>
                </a:cubicBezTo>
                <a:cubicBezTo>
                  <a:pt x="4104" y="90215"/>
                  <a:pt x="4104" y="90458"/>
                  <a:pt x="3952" y="90793"/>
                </a:cubicBezTo>
                <a:cubicBezTo>
                  <a:pt x="3830" y="91127"/>
                  <a:pt x="3769" y="91036"/>
                  <a:pt x="3708" y="91158"/>
                </a:cubicBezTo>
                <a:cubicBezTo>
                  <a:pt x="3617" y="91492"/>
                  <a:pt x="3465" y="91826"/>
                  <a:pt x="3253" y="92130"/>
                </a:cubicBezTo>
                <a:cubicBezTo>
                  <a:pt x="3192" y="92191"/>
                  <a:pt x="3070" y="92434"/>
                  <a:pt x="3009" y="92495"/>
                </a:cubicBezTo>
                <a:cubicBezTo>
                  <a:pt x="2857" y="92738"/>
                  <a:pt x="2949" y="91948"/>
                  <a:pt x="2493" y="93012"/>
                </a:cubicBezTo>
                <a:close/>
                <a:moveTo>
                  <a:pt x="3009" y="92252"/>
                </a:moveTo>
                <a:cubicBezTo>
                  <a:pt x="3374" y="91310"/>
                  <a:pt x="4043" y="90854"/>
                  <a:pt x="3648" y="90641"/>
                </a:cubicBezTo>
                <a:cubicBezTo>
                  <a:pt x="3374" y="91218"/>
                  <a:pt x="2857" y="92130"/>
                  <a:pt x="3009" y="92282"/>
                </a:cubicBezTo>
                <a:close/>
                <a:moveTo>
                  <a:pt x="4316" y="110185"/>
                </a:moveTo>
                <a:cubicBezTo>
                  <a:pt x="4560" y="110246"/>
                  <a:pt x="4620" y="111097"/>
                  <a:pt x="4681" y="111523"/>
                </a:cubicBezTo>
                <a:cubicBezTo>
                  <a:pt x="4560" y="111492"/>
                  <a:pt x="4468" y="110580"/>
                  <a:pt x="4316" y="110216"/>
                </a:cubicBezTo>
                <a:close/>
                <a:moveTo>
                  <a:pt x="3921" y="109851"/>
                </a:moveTo>
                <a:cubicBezTo>
                  <a:pt x="4164" y="110246"/>
                  <a:pt x="4316" y="111462"/>
                  <a:pt x="4529" y="112161"/>
                </a:cubicBezTo>
                <a:cubicBezTo>
                  <a:pt x="4316" y="111796"/>
                  <a:pt x="4134" y="110580"/>
                  <a:pt x="3921" y="109881"/>
                </a:cubicBezTo>
                <a:close/>
                <a:moveTo>
                  <a:pt x="9544" y="83194"/>
                </a:moveTo>
                <a:cubicBezTo>
                  <a:pt x="9544" y="82768"/>
                  <a:pt x="9879" y="82495"/>
                  <a:pt x="10244" y="81765"/>
                </a:cubicBezTo>
                <a:cubicBezTo>
                  <a:pt x="10578" y="81401"/>
                  <a:pt x="9727" y="82829"/>
                  <a:pt x="9544" y="83224"/>
                </a:cubicBezTo>
                <a:close/>
                <a:moveTo>
                  <a:pt x="6353" y="89121"/>
                </a:moveTo>
                <a:cubicBezTo>
                  <a:pt x="6718" y="88270"/>
                  <a:pt x="7143" y="87449"/>
                  <a:pt x="7599" y="86659"/>
                </a:cubicBezTo>
                <a:cubicBezTo>
                  <a:pt x="8025" y="85869"/>
                  <a:pt x="9575" y="83072"/>
                  <a:pt x="8785" y="84592"/>
                </a:cubicBezTo>
                <a:cubicBezTo>
                  <a:pt x="8177" y="85778"/>
                  <a:pt x="7022" y="87875"/>
                  <a:pt x="6353" y="89151"/>
                </a:cubicBezTo>
                <a:close/>
                <a:moveTo>
                  <a:pt x="53801" y="49515"/>
                </a:moveTo>
                <a:cubicBezTo>
                  <a:pt x="54408" y="49576"/>
                  <a:pt x="52372" y="50032"/>
                  <a:pt x="51794" y="50397"/>
                </a:cubicBezTo>
                <a:cubicBezTo>
                  <a:pt x="52220" y="50032"/>
                  <a:pt x="52737" y="49819"/>
                  <a:pt x="53284" y="49759"/>
                </a:cubicBezTo>
                <a:cubicBezTo>
                  <a:pt x="53527" y="49667"/>
                  <a:pt x="53801" y="49576"/>
                  <a:pt x="53801" y="49515"/>
                </a:cubicBezTo>
                <a:close/>
                <a:moveTo>
                  <a:pt x="56658" y="48664"/>
                </a:moveTo>
                <a:cubicBezTo>
                  <a:pt x="55959" y="48877"/>
                  <a:pt x="55260" y="49060"/>
                  <a:pt x="54408" y="49424"/>
                </a:cubicBezTo>
                <a:cubicBezTo>
                  <a:pt x="54834" y="49090"/>
                  <a:pt x="56475" y="48421"/>
                  <a:pt x="56658" y="48664"/>
                </a:cubicBezTo>
                <a:close/>
                <a:moveTo>
                  <a:pt x="58086" y="48664"/>
                </a:moveTo>
                <a:cubicBezTo>
                  <a:pt x="58573" y="48512"/>
                  <a:pt x="58208" y="48847"/>
                  <a:pt x="58178" y="48908"/>
                </a:cubicBezTo>
                <a:cubicBezTo>
                  <a:pt x="57843" y="48999"/>
                  <a:pt x="57539" y="49060"/>
                  <a:pt x="57205" y="49120"/>
                </a:cubicBezTo>
                <a:cubicBezTo>
                  <a:pt x="57296" y="48908"/>
                  <a:pt x="58117" y="48938"/>
                  <a:pt x="58086" y="48664"/>
                </a:cubicBezTo>
                <a:close/>
                <a:moveTo>
                  <a:pt x="27387" y="124410"/>
                </a:moveTo>
                <a:cubicBezTo>
                  <a:pt x="28359" y="124319"/>
                  <a:pt x="29362" y="124319"/>
                  <a:pt x="30335" y="124410"/>
                </a:cubicBezTo>
                <a:cubicBezTo>
                  <a:pt x="29362" y="124593"/>
                  <a:pt x="27995" y="124410"/>
                  <a:pt x="27387" y="124410"/>
                </a:cubicBezTo>
                <a:close/>
                <a:moveTo>
                  <a:pt x="6870" y="85534"/>
                </a:moveTo>
                <a:cubicBezTo>
                  <a:pt x="6444" y="85170"/>
                  <a:pt x="7204" y="83741"/>
                  <a:pt x="7994" y="82768"/>
                </a:cubicBezTo>
                <a:cubicBezTo>
                  <a:pt x="8116" y="82495"/>
                  <a:pt x="7903" y="82677"/>
                  <a:pt x="7812" y="82860"/>
                </a:cubicBezTo>
                <a:cubicBezTo>
                  <a:pt x="7903" y="82282"/>
                  <a:pt x="8481" y="81765"/>
                  <a:pt x="8754" y="81340"/>
                </a:cubicBezTo>
                <a:cubicBezTo>
                  <a:pt x="8876" y="81127"/>
                  <a:pt x="8724" y="81249"/>
                  <a:pt x="8693" y="81309"/>
                </a:cubicBezTo>
                <a:cubicBezTo>
                  <a:pt x="8967" y="80641"/>
                  <a:pt x="9332" y="80002"/>
                  <a:pt x="9788" y="79425"/>
                </a:cubicBezTo>
                <a:cubicBezTo>
                  <a:pt x="9848" y="79121"/>
                  <a:pt x="10304" y="78422"/>
                  <a:pt x="10031" y="78422"/>
                </a:cubicBezTo>
                <a:cubicBezTo>
                  <a:pt x="10578" y="77814"/>
                  <a:pt x="10912" y="76993"/>
                  <a:pt x="11399" y="76021"/>
                </a:cubicBezTo>
                <a:cubicBezTo>
                  <a:pt x="11703" y="75625"/>
                  <a:pt x="11885" y="75777"/>
                  <a:pt x="12250" y="75139"/>
                </a:cubicBezTo>
                <a:cubicBezTo>
                  <a:pt x="12371" y="74653"/>
                  <a:pt x="11611" y="76021"/>
                  <a:pt x="11733" y="75291"/>
                </a:cubicBezTo>
                <a:cubicBezTo>
                  <a:pt x="11915" y="74896"/>
                  <a:pt x="12037" y="74744"/>
                  <a:pt x="12098" y="74835"/>
                </a:cubicBezTo>
                <a:cubicBezTo>
                  <a:pt x="12706" y="73619"/>
                  <a:pt x="13648" y="72099"/>
                  <a:pt x="14013" y="71127"/>
                </a:cubicBezTo>
                <a:cubicBezTo>
                  <a:pt x="14195" y="70762"/>
                  <a:pt x="14347" y="70610"/>
                  <a:pt x="14469" y="70701"/>
                </a:cubicBezTo>
                <a:cubicBezTo>
                  <a:pt x="14408" y="70306"/>
                  <a:pt x="14924" y="69333"/>
                  <a:pt x="15472" y="68543"/>
                </a:cubicBezTo>
                <a:cubicBezTo>
                  <a:pt x="15441" y="68270"/>
                  <a:pt x="15897" y="67540"/>
                  <a:pt x="16079" y="67054"/>
                </a:cubicBezTo>
                <a:cubicBezTo>
                  <a:pt x="16231" y="67054"/>
                  <a:pt x="16049" y="67358"/>
                  <a:pt x="15897" y="67631"/>
                </a:cubicBezTo>
                <a:cubicBezTo>
                  <a:pt x="16262" y="67297"/>
                  <a:pt x="16414" y="66507"/>
                  <a:pt x="16779" y="66112"/>
                </a:cubicBezTo>
                <a:cubicBezTo>
                  <a:pt x="16900" y="65929"/>
                  <a:pt x="16779" y="65990"/>
                  <a:pt x="16748" y="66081"/>
                </a:cubicBezTo>
                <a:cubicBezTo>
                  <a:pt x="16627" y="65777"/>
                  <a:pt x="16931" y="65838"/>
                  <a:pt x="17083" y="65595"/>
                </a:cubicBezTo>
                <a:lnTo>
                  <a:pt x="17538" y="64713"/>
                </a:lnTo>
                <a:cubicBezTo>
                  <a:pt x="17690" y="64440"/>
                  <a:pt x="17842" y="64136"/>
                  <a:pt x="18025" y="63862"/>
                </a:cubicBezTo>
                <a:cubicBezTo>
                  <a:pt x="18116" y="63680"/>
                  <a:pt x="18268" y="63528"/>
                  <a:pt x="18420" y="63376"/>
                </a:cubicBezTo>
                <a:cubicBezTo>
                  <a:pt x="18542" y="63163"/>
                  <a:pt x="18542" y="62829"/>
                  <a:pt x="18694" y="62494"/>
                </a:cubicBezTo>
                <a:cubicBezTo>
                  <a:pt x="18845" y="62190"/>
                  <a:pt x="18967" y="62190"/>
                  <a:pt x="19119" y="61917"/>
                </a:cubicBezTo>
                <a:cubicBezTo>
                  <a:pt x="19180" y="61765"/>
                  <a:pt x="19271" y="61613"/>
                  <a:pt x="19332" y="61461"/>
                </a:cubicBezTo>
                <a:cubicBezTo>
                  <a:pt x="19940" y="60640"/>
                  <a:pt x="20517" y="60184"/>
                  <a:pt x="21004" y="59607"/>
                </a:cubicBezTo>
                <a:cubicBezTo>
                  <a:pt x="20791" y="59728"/>
                  <a:pt x="20608" y="59880"/>
                  <a:pt x="20426" y="60063"/>
                </a:cubicBezTo>
                <a:cubicBezTo>
                  <a:pt x="21277" y="59029"/>
                  <a:pt x="22432" y="58361"/>
                  <a:pt x="23344" y="57874"/>
                </a:cubicBezTo>
                <a:cubicBezTo>
                  <a:pt x="23709" y="57692"/>
                  <a:pt x="24013" y="57449"/>
                  <a:pt x="24378" y="57266"/>
                </a:cubicBezTo>
                <a:cubicBezTo>
                  <a:pt x="24499" y="57206"/>
                  <a:pt x="24864" y="57084"/>
                  <a:pt x="25229" y="56932"/>
                </a:cubicBezTo>
                <a:cubicBezTo>
                  <a:pt x="25472" y="56780"/>
                  <a:pt x="25229" y="56810"/>
                  <a:pt x="25381" y="56719"/>
                </a:cubicBezTo>
                <a:cubicBezTo>
                  <a:pt x="25715" y="56476"/>
                  <a:pt x="26353" y="56324"/>
                  <a:pt x="26688" y="56142"/>
                </a:cubicBezTo>
                <a:cubicBezTo>
                  <a:pt x="26688" y="56263"/>
                  <a:pt x="26414" y="56415"/>
                  <a:pt x="25988" y="56567"/>
                </a:cubicBezTo>
                <a:cubicBezTo>
                  <a:pt x="26779" y="56355"/>
                  <a:pt x="25806" y="56902"/>
                  <a:pt x="26323" y="56841"/>
                </a:cubicBezTo>
                <a:cubicBezTo>
                  <a:pt x="26414" y="56750"/>
                  <a:pt x="26536" y="56689"/>
                  <a:pt x="26657" y="56628"/>
                </a:cubicBezTo>
                <a:cubicBezTo>
                  <a:pt x="27204" y="56355"/>
                  <a:pt x="26444" y="56567"/>
                  <a:pt x="26566" y="56385"/>
                </a:cubicBezTo>
                <a:cubicBezTo>
                  <a:pt x="26688" y="56203"/>
                  <a:pt x="26961" y="56233"/>
                  <a:pt x="27296" y="56081"/>
                </a:cubicBezTo>
                <a:cubicBezTo>
                  <a:pt x="27356" y="56051"/>
                  <a:pt x="27782" y="55747"/>
                  <a:pt x="27812" y="55716"/>
                </a:cubicBezTo>
                <a:cubicBezTo>
                  <a:pt x="27903" y="55686"/>
                  <a:pt x="28724" y="55564"/>
                  <a:pt x="28511" y="55351"/>
                </a:cubicBezTo>
                <a:cubicBezTo>
                  <a:pt x="28906" y="55139"/>
                  <a:pt x="28815" y="55351"/>
                  <a:pt x="29119" y="55230"/>
                </a:cubicBezTo>
                <a:cubicBezTo>
                  <a:pt x="29393" y="55108"/>
                  <a:pt x="29454" y="55048"/>
                  <a:pt x="29423" y="54956"/>
                </a:cubicBezTo>
                <a:cubicBezTo>
                  <a:pt x="30213" y="54774"/>
                  <a:pt x="30973" y="54470"/>
                  <a:pt x="31642" y="54014"/>
                </a:cubicBezTo>
                <a:cubicBezTo>
                  <a:pt x="32159" y="53923"/>
                  <a:pt x="32676" y="53771"/>
                  <a:pt x="33162" y="53589"/>
                </a:cubicBezTo>
                <a:cubicBezTo>
                  <a:pt x="33192" y="53467"/>
                  <a:pt x="32979" y="53528"/>
                  <a:pt x="32767" y="53619"/>
                </a:cubicBezTo>
                <a:cubicBezTo>
                  <a:pt x="33040" y="53406"/>
                  <a:pt x="33435" y="53345"/>
                  <a:pt x="34013" y="53011"/>
                </a:cubicBezTo>
                <a:cubicBezTo>
                  <a:pt x="34347" y="52859"/>
                  <a:pt x="34074" y="52768"/>
                  <a:pt x="34317" y="52646"/>
                </a:cubicBezTo>
                <a:cubicBezTo>
                  <a:pt x="34925" y="52494"/>
                  <a:pt x="35077" y="52160"/>
                  <a:pt x="35350" y="52008"/>
                </a:cubicBezTo>
                <a:cubicBezTo>
                  <a:pt x="35502" y="51917"/>
                  <a:pt x="35958" y="51795"/>
                  <a:pt x="36262" y="51643"/>
                </a:cubicBezTo>
                <a:cubicBezTo>
                  <a:pt x="37539" y="50974"/>
                  <a:pt x="40153" y="50032"/>
                  <a:pt x="42189" y="49242"/>
                </a:cubicBezTo>
                <a:cubicBezTo>
                  <a:pt x="42615" y="49090"/>
                  <a:pt x="43192" y="48695"/>
                  <a:pt x="43527" y="48786"/>
                </a:cubicBezTo>
                <a:cubicBezTo>
                  <a:pt x="43952" y="48664"/>
                  <a:pt x="43740" y="48573"/>
                  <a:pt x="44044" y="48452"/>
                </a:cubicBezTo>
                <a:cubicBezTo>
                  <a:pt x="46202" y="47661"/>
                  <a:pt x="47721" y="46962"/>
                  <a:pt x="49272" y="46567"/>
                </a:cubicBezTo>
                <a:cubicBezTo>
                  <a:pt x="48664" y="46993"/>
                  <a:pt x="47752" y="47053"/>
                  <a:pt x="47083" y="47479"/>
                </a:cubicBezTo>
                <a:cubicBezTo>
                  <a:pt x="46870" y="47783"/>
                  <a:pt x="47782" y="47357"/>
                  <a:pt x="48208" y="47175"/>
                </a:cubicBezTo>
                <a:cubicBezTo>
                  <a:pt x="48390" y="47084"/>
                  <a:pt x="48603" y="47053"/>
                  <a:pt x="48785" y="47023"/>
                </a:cubicBezTo>
                <a:cubicBezTo>
                  <a:pt x="49241" y="46810"/>
                  <a:pt x="49393" y="46628"/>
                  <a:pt x="49697" y="46537"/>
                </a:cubicBezTo>
                <a:cubicBezTo>
                  <a:pt x="50731" y="46294"/>
                  <a:pt x="51977" y="45868"/>
                  <a:pt x="52463" y="45442"/>
                </a:cubicBezTo>
                <a:cubicBezTo>
                  <a:pt x="54135" y="44895"/>
                  <a:pt x="55442" y="44227"/>
                  <a:pt x="56627" y="44044"/>
                </a:cubicBezTo>
                <a:cubicBezTo>
                  <a:pt x="57630" y="43436"/>
                  <a:pt x="59758" y="42859"/>
                  <a:pt x="61126" y="42433"/>
                </a:cubicBezTo>
                <a:cubicBezTo>
                  <a:pt x="61187" y="42160"/>
                  <a:pt x="61673" y="42190"/>
                  <a:pt x="62099" y="42008"/>
                </a:cubicBezTo>
                <a:lnTo>
                  <a:pt x="62129" y="41856"/>
                </a:lnTo>
                <a:cubicBezTo>
                  <a:pt x="62159" y="41673"/>
                  <a:pt x="62190" y="41491"/>
                  <a:pt x="62220" y="41309"/>
                </a:cubicBezTo>
                <a:lnTo>
                  <a:pt x="62251" y="41157"/>
                </a:lnTo>
                <a:cubicBezTo>
                  <a:pt x="62251" y="41096"/>
                  <a:pt x="62251" y="41066"/>
                  <a:pt x="62281" y="41005"/>
                </a:cubicBezTo>
                <a:lnTo>
                  <a:pt x="62342" y="40792"/>
                </a:lnTo>
                <a:cubicBezTo>
                  <a:pt x="62403" y="40518"/>
                  <a:pt x="62494" y="40275"/>
                  <a:pt x="62585" y="40032"/>
                </a:cubicBezTo>
                <a:cubicBezTo>
                  <a:pt x="63071" y="38786"/>
                  <a:pt x="63649" y="37540"/>
                  <a:pt x="64317" y="36354"/>
                </a:cubicBezTo>
                <a:cubicBezTo>
                  <a:pt x="64865" y="35321"/>
                  <a:pt x="65655" y="34378"/>
                  <a:pt x="65928" y="33558"/>
                </a:cubicBezTo>
                <a:cubicBezTo>
                  <a:pt x="66415" y="33223"/>
                  <a:pt x="66506" y="32737"/>
                  <a:pt x="66871" y="32160"/>
                </a:cubicBezTo>
                <a:cubicBezTo>
                  <a:pt x="67083" y="31886"/>
                  <a:pt x="67144" y="31916"/>
                  <a:pt x="67296" y="31704"/>
                </a:cubicBezTo>
                <a:cubicBezTo>
                  <a:pt x="67965" y="30761"/>
                  <a:pt x="68694" y="29576"/>
                  <a:pt x="69485" y="28512"/>
                </a:cubicBezTo>
                <a:cubicBezTo>
                  <a:pt x="69880" y="27965"/>
                  <a:pt x="70336" y="27479"/>
                  <a:pt x="70701" y="26962"/>
                </a:cubicBezTo>
                <a:cubicBezTo>
                  <a:pt x="70944" y="26628"/>
                  <a:pt x="71096" y="26293"/>
                  <a:pt x="71339" y="25928"/>
                </a:cubicBezTo>
                <a:cubicBezTo>
                  <a:pt x="71552" y="25594"/>
                  <a:pt x="71947" y="25260"/>
                  <a:pt x="72220" y="24865"/>
                </a:cubicBezTo>
                <a:cubicBezTo>
                  <a:pt x="72585" y="24318"/>
                  <a:pt x="72889" y="23710"/>
                  <a:pt x="73345" y="23254"/>
                </a:cubicBezTo>
                <a:cubicBezTo>
                  <a:pt x="73467" y="23102"/>
                  <a:pt x="73375" y="23071"/>
                  <a:pt x="73375" y="23010"/>
                </a:cubicBezTo>
                <a:cubicBezTo>
                  <a:pt x="73740" y="22615"/>
                  <a:pt x="74074" y="22220"/>
                  <a:pt x="74378" y="21795"/>
                </a:cubicBezTo>
                <a:cubicBezTo>
                  <a:pt x="74986" y="21369"/>
                  <a:pt x="75503" y="20852"/>
                  <a:pt x="75929" y="20244"/>
                </a:cubicBezTo>
                <a:cubicBezTo>
                  <a:pt x="76293" y="20032"/>
                  <a:pt x="75655" y="21065"/>
                  <a:pt x="76050" y="21126"/>
                </a:cubicBezTo>
                <a:cubicBezTo>
                  <a:pt x="76324" y="21035"/>
                  <a:pt x="76658" y="20275"/>
                  <a:pt x="76871" y="20001"/>
                </a:cubicBezTo>
                <a:cubicBezTo>
                  <a:pt x="77023" y="19728"/>
                  <a:pt x="76780" y="20001"/>
                  <a:pt x="76810" y="19697"/>
                </a:cubicBezTo>
                <a:cubicBezTo>
                  <a:pt x="77205" y="19059"/>
                  <a:pt x="77236" y="19485"/>
                  <a:pt x="77600" y="19059"/>
                </a:cubicBezTo>
                <a:cubicBezTo>
                  <a:pt x="78087" y="18512"/>
                  <a:pt x="77813" y="18512"/>
                  <a:pt x="78208" y="18026"/>
                </a:cubicBezTo>
                <a:cubicBezTo>
                  <a:pt x="78269" y="18117"/>
                  <a:pt x="78451" y="17904"/>
                  <a:pt x="78512" y="18026"/>
                </a:cubicBezTo>
                <a:cubicBezTo>
                  <a:pt x="78968" y="17509"/>
                  <a:pt x="78907" y="17357"/>
                  <a:pt x="79303" y="16871"/>
                </a:cubicBezTo>
                <a:cubicBezTo>
                  <a:pt x="79424" y="16901"/>
                  <a:pt x="79272" y="17114"/>
                  <a:pt x="79333" y="17175"/>
                </a:cubicBezTo>
                <a:cubicBezTo>
                  <a:pt x="79728" y="16567"/>
                  <a:pt x="80062" y="15989"/>
                  <a:pt x="80458" y="15776"/>
                </a:cubicBezTo>
                <a:cubicBezTo>
                  <a:pt x="80579" y="15594"/>
                  <a:pt x="80458" y="15655"/>
                  <a:pt x="80397" y="15746"/>
                </a:cubicBezTo>
                <a:cubicBezTo>
                  <a:pt x="80792" y="15047"/>
                  <a:pt x="81309" y="14439"/>
                  <a:pt x="81856" y="13861"/>
                </a:cubicBezTo>
                <a:cubicBezTo>
                  <a:pt x="82069" y="13557"/>
                  <a:pt x="81795" y="13649"/>
                  <a:pt x="82190" y="13375"/>
                </a:cubicBezTo>
                <a:cubicBezTo>
                  <a:pt x="82403" y="13010"/>
                  <a:pt x="82585" y="12646"/>
                  <a:pt x="82707" y="12250"/>
                </a:cubicBezTo>
                <a:cubicBezTo>
                  <a:pt x="82920" y="12068"/>
                  <a:pt x="83011" y="12190"/>
                  <a:pt x="83254" y="11946"/>
                </a:cubicBezTo>
                <a:cubicBezTo>
                  <a:pt x="83315" y="11734"/>
                  <a:pt x="83436" y="11582"/>
                  <a:pt x="83558" y="11430"/>
                </a:cubicBezTo>
                <a:cubicBezTo>
                  <a:pt x="83436" y="11308"/>
                  <a:pt x="83224" y="11582"/>
                  <a:pt x="83163" y="11339"/>
                </a:cubicBezTo>
                <a:cubicBezTo>
                  <a:pt x="83467" y="10913"/>
                  <a:pt x="83345" y="11156"/>
                  <a:pt x="83376" y="11247"/>
                </a:cubicBezTo>
                <a:cubicBezTo>
                  <a:pt x="83740" y="10852"/>
                  <a:pt x="83619" y="10761"/>
                  <a:pt x="83953" y="10396"/>
                </a:cubicBezTo>
                <a:cubicBezTo>
                  <a:pt x="84287" y="10032"/>
                  <a:pt x="84987" y="9910"/>
                  <a:pt x="84956" y="9332"/>
                </a:cubicBezTo>
                <a:cubicBezTo>
                  <a:pt x="84865" y="9302"/>
                  <a:pt x="84500" y="9758"/>
                  <a:pt x="84561" y="9819"/>
                </a:cubicBezTo>
                <a:cubicBezTo>
                  <a:pt x="84287" y="10062"/>
                  <a:pt x="84227" y="9819"/>
                  <a:pt x="84014" y="9910"/>
                </a:cubicBezTo>
                <a:cubicBezTo>
                  <a:pt x="84318" y="9393"/>
                  <a:pt x="84683" y="8937"/>
                  <a:pt x="85078" y="8512"/>
                </a:cubicBezTo>
                <a:cubicBezTo>
                  <a:pt x="85108" y="8664"/>
                  <a:pt x="84287" y="9424"/>
                  <a:pt x="84500" y="9484"/>
                </a:cubicBezTo>
                <a:cubicBezTo>
                  <a:pt x="85230" y="8785"/>
                  <a:pt x="85868" y="7995"/>
                  <a:pt x="86415" y="7174"/>
                </a:cubicBezTo>
                <a:cubicBezTo>
                  <a:pt x="86993" y="6658"/>
                  <a:pt x="88208" y="5624"/>
                  <a:pt x="88269" y="5959"/>
                </a:cubicBezTo>
                <a:cubicBezTo>
                  <a:pt x="89090" y="5503"/>
                  <a:pt x="88816" y="5411"/>
                  <a:pt x="89546" y="5077"/>
                </a:cubicBezTo>
                <a:cubicBezTo>
                  <a:pt x="89971" y="4895"/>
                  <a:pt x="89424" y="5199"/>
                  <a:pt x="89120" y="5381"/>
                </a:cubicBezTo>
                <a:cubicBezTo>
                  <a:pt x="89303" y="5472"/>
                  <a:pt x="90671" y="4864"/>
                  <a:pt x="89971" y="5472"/>
                </a:cubicBezTo>
                <a:cubicBezTo>
                  <a:pt x="90519" y="5290"/>
                  <a:pt x="91035" y="5077"/>
                  <a:pt x="91552" y="4834"/>
                </a:cubicBezTo>
                <a:cubicBezTo>
                  <a:pt x="91157" y="4864"/>
                  <a:pt x="90762" y="4986"/>
                  <a:pt x="90397" y="5138"/>
                </a:cubicBezTo>
                <a:cubicBezTo>
                  <a:pt x="90731" y="4895"/>
                  <a:pt x="89911" y="4955"/>
                  <a:pt x="90974" y="4500"/>
                </a:cubicBezTo>
                <a:cubicBezTo>
                  <a:pt x="92008" y="4074"/>
                  <a:pt x="90731" y="4682"/>
                  <a:pt x="91035" y="4743"/>
                </a:cubicBezTo>
                <a:cubicBezTo>
                  <a:pt x="91795" y="4469"/>
                  <a:pt x="91978" y="4196"/>
                  <a:pt x="92403" y="4317"/>
                </a:cubicBezTo>
                <a:cubicBezTo>
                  <a:pt x="93041" y="4074"/>
                  <a:pt x="92160" y="4226"/>
                  <a:pt x="92342" y="4074"/>
                </a:cubicBezTo>
                <a:cubicBezTo>
                  <a:pt x="92798" y="4044"/>
                  <a:pt x="93832" y="3740"/>
                  <a:pt x="94561" y="3648"/>
                </a:cubicBezTo>
                <a:cubicBezTo>
                  <a:pt x="94956" y="3679"/>
                  <a:pt x="94196" y="3952"/>
                  <a:pt x="95017" y="3892"/>
                </a:cubicBezTo>
                <a:cubicBezTo>
                  <a:pt x="95230" y="3892"/>
                  <a:pt x="95443" y="3800"/>
                  <a:pt x="95625" y="3679"/>
                </a:cubicBezTo>
                <a:cubicBezTo>
                  <a:pt x="95564" y="3588"/>
                  <a:pt x="94987" y="3740"/>
                  <a:pt x="94987" y="3648"/>
                </a:cubicBezTo>
                <a:cubicBezTo>
                  <a:pt x="94744" y="3466"/>
                  <a:pt x="95625" y="3436"/>
                  <a:pt x="95990" y="3345"/>
                </a:cubicBezTo>
                <a:cubicBezTo>
                  <a:pt x="95807" y="3162"/>
                  <a:pt x="95169" y="3436"/>
                  <a:pt x="94531" y="3527"/>
                </a:cubicBezTo>
                <a:cubicBezTo>
                  <a:pt x="94865" y="3132"/>
                  <a:pt x="95959" y="3223"/>
                  <a:pt x="96993" y="3041"/>
                </a:cubicBezTo>
                <a:cubicBezTo>
                  <a:pt x="96932" y="3132"/>
                  <a:pt x="96658" y="3193"/>
                  <a:pt x="96598" y="3284"/>
                </a:cubicBezTo>
                <a:cubicBezTo>
                  <a:pt x="97905" y="3010"/>
                  <a:pt x="97905" y="3284"/>
                  <a:pt x="98421" y="3345"/>
                </a:cubicBezTo>
                <a:cubicBezTo>
                  <a:pt x="98543" y="3314"/>
                  <a:pt x="98665" y="3284"/>
                  <a:pt x="98786" y="3253"/>
                </a:cubicBezTo>
                <a:cubicBezTo>
                  <a:pt x="98482" y="3071"/>
                  <a:pt x="97935" y="3041"/>
                  <a:pt x="97753" y="2828"/>
                </a:cubicBezTo>
                <a:cubicBezTo>
                  <a:pt x="98209" y="2828"/>
                  <a:pt x="98573" y="2828"/>
                  <a:pt x="98573" y="3010"/>
                </a:cubicBezTo>
                <a:cubicBezTo>
                  <a:pt x="98938" y="3041"/>
                  <a:pt x="99273" y="2919"/>
                  <a:pt x="99576" y="2706"/>
                </a:cubicBezTo>
                <a:cubicBezTo>
                  <a:pt x="99820" y="2706"/>
                  <a:pt x="99941" y="2797"/>
                  <a:pt x="99972" y="2919"/>
                </a:cubicBezTo>
                <a:cubicBezTo>
                  <a:pt x="100610" y="2797"/>
                  <a:pt x="100215" y="2737"/>
                  <a:pt x="101157" y="2706"/>
                </a:cubicBezTo>
                <a:cubicBezTo>
                  <a:pt x="101491" y="2706"/>
                  <a:pt x="101978" y="2645"/>
                  <a:pt x="101978" y="2737"/>
                </a:cubicBezTo>
                <a:cubicBezTo>
                  <a:pt x="102707" y="2615"/>
                  <a:pt x="101887" y="2554"/>
                  <a:pt x="102343" y="2402"/>
                </a:cubicBezTo>
                <a:lnTo>
                  <a:pt x="101765" y="2463"/>
                </a:lnTo>
                <a:cubicBezTo>
                  <a:pt x="101947" y="2311"/>
                  <a:pt x="103194" y="2250"/>
                  <a:pt x="102950" y="2524"/>
                </a:cubicBezTo>
                <a:cubicBezTo>
                  <a:pt x="103832" y="2372"/>
                  <a:pt x="104166" y="2463"/>
                  <a:pt x="104957" y="2372"/>
                </a:cubicBezTo>
                <a:cubicBezTo>
                  <a:pt x="104470" y="2281"/>
                  <a:pt x="102829" y="2463"/>
                  <a:pt x="103346" y="2159"/>
                </a:cubicBezTo>
                <a:cubicBezTo>
                  <a:pt x="103893" y="2098"/>
                  <a:pt x="103801" y="2311"/>
                  <a:pt x="104349" y="2250"/>
                </a:cubicBezTo>
                <a:cubicBezTo>
                  <a:pt x="104470" y="2189"/>
                  <a:pt x="104592" y="2159"/>
                  <a:pt x="104713" y="2129"/>
                </a:cubicBezTo>
                <a:cubicBezTo>
                  <a:pt x="104713" y="2037"/>
                  <a:pt x="104470" y="2037"/>
                  <a:pt x="104501" y="1916"/>
                </a:cubicBezTo>
                <a:cubicBezTo>
                  <a:pt x="104257" y="1916"/>
                  <a:pt x="103984" y="1977"/>
                  <a:pt x="103710" y="2068"/>
                </a:cubicBezTo>
                <a:cubicBezTo>
                  <a:pt x="103346" y="1946"/>
                  <a:pt x="104957" y="1794"/>
                  <a:pt x="105321" y="1886"/>
                </a:cubicBezTo>
                <a:cubicBezTo>
                  <a:pt x="105352" y="2007"/>
                  <a:pt x="105078" y="2037"/>
                  <a:pt x="105139" y="2159"/>
                </a:cubicBezTo>
                <a:cubicBezTo>
                  <a:pt x="105899" y="1977"/>
                  <a:pt x="107236" y="1855"/>
                  <a:pt x="107540" y="2068"/>
                </a:cubicBezTo>
                <a:cubicBezTo>
                  <a:pt x="107905" y="1916"/>
                  <a:pt x="107358" y="1855"/>
                  <a:pt x="107115" y="1794"/>
                </a:cubicBezTo>
                <a:cubicBezTo>
                  <a:pt x="108209" y="1521"/>
                  <a:pt x="109182" y="1946"/>
                  <a:pt x="110519" y="1612"/>
                </a:cubicBezTo>
                <a:cubicBezTo>
                  <a:pt x="111157" y="1521"/>
                  <a:pt x="110793" y="1825"/>
                  <a:pt x="111522" y="1673"/>
                </a:cubicBezTo>
                <a:cubicBezTo>
                  <a:pt x="112160" y="1673"/>
                  <a:pt x="111948" y="1460"/>
                  <a:pt x="112343" y="1430"/>
                </a:cubicBezTo>
                <a:cubicBezTo>
                  <a:pt x="113285" y="1490"/>
                  <a:pt x="113893" y="1338"/>
                  <a:pt x="114531" y="1460"/>
                </a:cubicBezTo>
                <a:cubicBezTo>
                  <a:pt x="114744" y="1399"/>
                  <a:pt x="114744" y="1308"/>
                  <a:pt x="115139" y="1308"/>
                </a:cubicBezTo>
                <a:cubicBezTo>
                  <a:pt x="115413" y="1217"/>
                  <a:pt x="115382" y="1065"/>
                  <a:pt x="115717" y="1004"/>
                </a:cubicBezTo>
                <a:cubicBezTo>
                  <a:pt x="115504" y="943"/>
                  <a:pt x="115565" y="882"/>
                  <a:pt x="115929" y="882"/>
                </a:cubicBezTo>
                <a:cubicBezTo>
                  <a:pt x="115990" y="1065"/>
                  <a:pt x="115382" y="1278"/>
                  <a:pt x="116142" y="1308"/>
                </a:cubicBezTo>
                <a:cubicBezTo>
                  <a:pt x="116628" y="1247"/>
                  <a:pt x="115838" y="1217"/>
                  <a:pt x="116142" y="1065"/>
                </a:cubicBezTo>
                <a:cubicBezTo>
                  <a:pt x="116902" y="1065"/>
                  <a:pt x="117388" y="852"/>
                  <a:pt x="117935" y="822"/>
                </a:cubicBezTo>
                <a:cubicBezTo>
                  <a:pt x="118695" y="791"/>
                  <a:pt x="119212" y="974"/>
                  <a:pt x="120124" y="913"/>
                </a:cubicBezTo>
                <a:cubicBezTo>
                  <a:pt x="120610" y="913"/>
                  <a:pt x="120033" y="639"/>
                  <a:pt x="120732" y="700"/>
                </a:cubicBezTo>
                <a:cubicBezTo>
                  <a:pt x="121370" y="670"/>
                  <a:pt x="120823" y="791"/>
                  <a:pt x="120945" y="822"/>
                </a:cubicBezTo>
                <a:cubicBezTo>
                  <a:pt x="121036" y="852"/>
                  <a:pt x="121583" y="822"/>
                  <a:pt x="121522" y="974"/>
                </a:cubicBezTo>
                <a:cubicBezTo>
                  <a:pt x="122343" y="882"/>
                  <a:pt x="121796" y="761"/>
                  <a:pt x="122130" y="609"/>
                </a:cubicBezTo>
                <a:cubicBezTo>
                  <a:pt x="122860" y="670"/>
                  <a:pt x="123619" y="639"/>
                  <a:pt x="124349" y="548"/>
                </a:cubicBezTo>
                <a:cubicBezTo>
                  <a:pt x="124775" y="670"/>
                  <a:pt x="124319" y="730"/>
                  <a:pt x="124136" y="852"/>
                </a:cubicBezTo>
                <a:cubicBezTo>
                  <a:pt x="124410" y="913"/>
                  <a:pt x="124683" y="913"/>
                  <a:pt x="124957" y="882"/>
                </a:cubicBezTo>
                <a:lnTo>
                  <a:pt x="125534" y="822"/>
                </a:lnTo>
                <a:lnTo>
                  <a:pt x="125838" y="791"/>
                </a:lnTo>
                <a:lnTo>
                  <a:pt x="126294" y="761"/>
                </a:lnTo>
                <a:cubicBezTo>
                  <a:pt x="126142" y="852"/>
                  <a:pt x="126203" y="913"/>
                  <a:pt x="126142" y="974"/>
                </a:cubicBezTo>
                <a:cubicBezTo>
                  <a:pt x="125930" y="1065"/>
                  <a:pt x="125747" y="1126"/>
                  <a:pt x="125534" y="1126"/>
                </a:cubicBezTo>
                <a:cubicBezTo>
                  <a:pt x="125565" y="1186"/>
                  <a:pt x="125686" y="1186"/>
                  <a:pt x="125838" y="1186"/>
                </a:cubicBezTo>
                <a:lnTo>
                  <a:pt x="126537" y="1186"/>
                </a:lnTo>
                <a:cubicBezTo>
                  <a:pt x="127176" y="1186"/>
                  <a:pt x="126689" y="913"/>
                  <a:pt x="126902" y="822"/>
                </a:cubicBezTo>
                <a:cubicBezTo>
                  <a:pt x="127814" y="822"/>
                  <a:pt x="127693" y="578"/>
                  <a:pt x="128787" y="609"/>
                </a:cubicBezTo>
                <a:cubicBezTo>
                  <a:pt x="129182" y="609"/>
                  <a:pt x="129091" y="487"/>
                  <a:pt x="129182" y="396"/>
                </a:cubicBezTo>
                <a:cubicBezTo>
                  <a:pt x="129942" y="427"/>
                  <a:pt x="130671" y="427"/>
                  <a:pt x="131370" y="396"/>
                </a:cubicBezTo>
                <a:lnTo>
                  <a:pt x="132434" y="396"/>
                </a:lnTo>
                <a:lnTo>
                  <a:pt x="132951" y="396"/>
                </a:lnTo>
                <a:cubicBezTo>
                  <a:pt x="133103" y="396"/>
                  <a:pt x="133285" y="396"/>
                  <a:pt x="133437" y="457"/>
                </a:cubicBezTo>
                <a:cubicBezTo>
                  <a:pt x="133468" y="943"/>
                  <a:pt x="133498" y="1399"/>
                  <a:pt x="133559" y="1855"/>
                </a:cubicBezTo>
                <a:cubicBezTo>
                  <a:pt x="133589" y="2159"/>
                  <a:pt x="133650" y="2037"/>
                  <a:pt x="133711" y="2098"/>
                </a:cubicBezTo>
                <a:cubicBezTo>
                  <a:pt x="133832" y="3466"/>
                  <a:pt x="133984" y="4469"/>
                  <a:pt x="134106" y="5351"/>
                </a:cubicBezTo>
                <a:cubicBezTo>
                  <a:pt x="134106" y="5411"/>
                  <a:pt x="133984" y="5351"/>
                  <a:pt x="133984" y="5381"/>
                </a:cubicBezTo>
                <a:cubicBezTo>
                  <a:pt x="133984" y="5685"/>
                  <a:pt x="134197" y="6627"/>
                  <a:pt x="134228" y="6962"/>
                </a:cubicBezTo>
                <a:cubicBezTo>
                  <a:pt x="134288" y="7296"/>
                  <a:pt x="134410" y="7144"/>
                  <a:pt x="134471" y="7387"/>
                </a:cubicBezTo>
                <a:cubicBezTo>
                  <a:pt x="134592" y="7478"/>
                  <a:pt x="134562" y="7326"/>
                  <a:pt x="134532" y="7205"/>
                </a:cubicBezTo>
                <a:cubicBezTo>
                  <a:pt x="134532" y="7053"/>
                  <a:pt x="134471" y="6688"/>
                  <a:pt x="134623" y="6901"/>
                </a:cubicBezTo>
                <a:cubicBezTo>
                  <a:pt x="134653" y="7053"/>
                  <a:pt x="134684" y="7174"/>
                  <a:pt x="134714" y="7235"/>
                </a:cubicBezTo>
                <a:cubicBezTo>
                  <a:pt x="134744" y="7296"/>
                  <a:pt x="134744" y="7357"/>
                  <a:pt x="134744" y="7418"/>
                </a:cubicBezTo>
                <a:cubicBezTo>
                  <a:pt x="134744" y="7478"/>
                  <a:pt x="134714" y="7569"/>
                  <a:pt x="134684" y="7661"/>
                </a:cubicBezTo>
                <a:cubicBezTo>
                  <a:pt x="134623" y="7782"/>
                  <a:pt x="134592" y="7965"/>
                  <a:pt x="134836" y="8421"/>
                </a:cubicBezTo>
                <a:cubicBezTo>
                  <a:pt x="134744" y="8481"/>
                  <a:pt x="134684" y="8269"/>
                  <a:pt x="134592" y="8269"/>
                </a:cubicBezTo>
                <a:cubicBezTo>
                  <a:pt x="134653" y="8816"/>
                  <a:pt x="135048" y="9180"/>
                  <a:pt x="134927" y="9484"/>
                </a:cubicBezTo>
                <a:cubicBezTo>
                  <a:pt x="134987" y="9697"/>
                  <a:pt x="135079" y="9606"/>
                  <a:pt x="135170" y="9606"/>
                </a:cubicBezTo>
                <a:cubicBezTo>
                  <a:pt x="135352" y="10487"/>
                  <a:pt x="135656" y="11339"/>
                  <a:pt x="136082" y="12159"/>
                </a:cubicBezTo>
                <a:cubicBezTo>
                  <a:pt x="135991" y="12159"/>
                  <a:pt x="135899" y="11643"/>
                  <a:pt x="135778" y="11673"/>
                </a:cubicBezTo>
                <a:cubicBezTo>
                  <a:pt x="135656" y="11977"/>
                  <a:pt x="136750" y="13436"/>
                  <a:pt x="136234" y="12311"/>
                </a:cubicBezTo>
                <a:cubicBezTo>
                  <a:pt x="136386" y="12342"/>
                  <a:pt x="136568" y="13132"/>
                  <a:pt x="136750" y="13436"/>
                </a:cubicBezTo>
                <a:cubicBezTo>
                  <a:pt x="136598" y="13405"/>
                  <a:pt x="136659" y="13618"/>
                  <a:pt x="136598" y="13709"/>
                </a:cubicBezTo>
                <a:cubicBezTo>
                  <a:pt x="136690" y="13892"/>
                  <a:pt x="136690" y="13770"/>
                  <a:pt x="136659" y="13679"/>
                </a:cubicBezTo>
                <a:cubicBezTo>
                  <a:pt x="137054" y="13983"/>
                  <a:pt x="137206" y="15351"/>
                  <a:pt x="137632" y="15442"/>
                </a:cubicBezTo>
                <a:cubicBezTo>
                  <a:pt x="137905" y="15928"/>
                  <a:pt x="137632" y="15898"/>
                  <a:pt x="137997" y="16475"/>
                </a:cubicBezTo>
                <a:cubicBezTo>
                  <a:pt x="138179" y="16475"/>
                  <a:pt x="137997" y="16171"/>
                  <a:pt x="137875" y="15928"/>
                </a:cubicBezTo>
                <a:cubicBezTo>
                  <a:pt x="138057" y="16019"/>
                  <a:pt x="138361" y="16840"/>
                  <a:pt x="138422" y="17053"/>
                </a:cubicBezTo>
                <a:cubicBezTo>
                  <a:pt x="138605" y="17327"/>
                  <a:pt x="138483" y="16749"/>
                  <a:pt x="138848" y="17448"/>
                </a:cubicBezTo>
                <a:cubicBezTo>
                  <a:pt x="139091" y="17752"/>
                  <a:pt x="138969" y="17782"/>
                  <a:pt x="138848" y="17843"/>
                </a:cubicBezTo>
                <a:cubicBezTo>
                  <a:pt x="139000" y="18117"/>
                  <a:pt x="139182" y="18360"/>
                  <a:pt x="139364" y="18573"/>
                </a:cubicBezTo>
                <a:lnTo>
                  <a:pt x="139668" y="18937"/>
                </a:lnTo>
                <a:cubicBezTo>
                  <a:pt x="139699" y="18968"/>
                  <a:pt x="139820" y="19120"/>
                  <a:pt x="139912" y="19241"/>
                </a:cubicBezTo>
                <a:lnTo>
                  <a:pt x="140185" y="19606"/>
                </a:lnTo>
                <a:cubicBezTo>
                  <a:pt x="140276" y="19789"/>
                  <a:pt x="140337" y="19971"/>
                  <a:pt x="140489" y="20184"/>
                </a:cubicBezTo>
                <a:cubicBezTo>
                  <a:pt x="140611" y="20366"/>
                  <a:pt x="140763" y="20548"/>
                  <a:pt x="140915" y="20731"/>
                </a:cubicBezTo>
                <a:cubicBezTo>
                  <a:pt x="141006" y="20883"/>
                  <a:pt x="141219" y="21065"/>
                  <a:pt x="141249" y="21339"/>
                </a:cubicBezTo>
                <a:cubicBezTo>
                  <a:pt x="141279" y="21582"/>
                  <a:pt x="141219" y="21886"/>
                  <a:pt x="141188" y="22220"/>
                </a:cubicBezTo>
                <a:cubicBezTo>
                  <a:pt x="141188" y="22828"/>
                  <a:pt x="141158" y="23497"/>
                  <a:pt x="141127" y="24166"/>
                </a:cubicBezTo>
                <a:cubicBezTo>
                  <a:pt x="141127" y="24561"/>
                  <a:pt x="141097" y="25199"/>
                  <a:pt x="141067" y="25564"/>
                </a:cubicBezTo>
                <a:cubicBezTo>
                  <a:pt x="141067" y="26080"/>
                  <a:pt x="141219" y="26536"/>
                  <a:pt x="141036" y="26932"/>
                </a:cubicBezTo>
                <a:cubicBezTo>
                  <a:pt x="140945" y="27205"/>
                  <a:pt x="140915" y="27479"/>
                  <a:pt x="140945" y="27722"/>
                </a:cubicBezTo>
                <a:cubicBezTo>
                  <a:pt x="140975" y="27813"/>
                  <a:pt x="141006" y="27874"/>
                  <a:pt x="141036" y="27935"/>
                </a:cubicBezTo>
                <a:cubicBezTo>
                  <a:pt x="141036" y="28026"/>
                  <a:pt x="140702" y="29302"/>
                  <a:pt x="141036" y="29515"/>
                </a:cubicBezTo>
                <a:cubicBezTo>
                  <a:pt x="141036" y="30305"/>
                  <a:pt x="141036" y="30761"/>
                  <a:pt x="141006" y="31916"/>
                </a:cubicBezTo>
                <a:cubicBezTo>
                  <a:pt x="141006" y="32129"/>
                  <a:pt x="141036" y="32767"/>
                  <a:pt x="141036" y="32707"/>
                </a:cubicBezTo>
                <a:cubicBezTo>
                  <a:pt x="141006" y="32980"/>
                  <a:pt x="140915" y="33011"/>
                  <a:pt x="140884" y="33284"/>
                </a:cubicBezTo>
                <a:cubicBezTo>
                  <a:pt x="140854" y="33923"/>
                  <a:pt x="141067" y="33862"/>
                  <a:pt x="140854" y="34287"/>
                </a:cubicBezTo>
                <a:lnTo>
                  <a:pt x="141006" y="34895"/>
                </a:lnTo>
                <a:cubicBezTo>
                  <a:pt x="140945" y="37813"/>
                  <a:pt x="140884" y="40670"/>
                  <a:pt x="140915" y="43224"/>
                </a:cubicBezTo>
                <a:cubicBezTo>
                  <a:pt x="140884" y="43376"/>
                  <a:pt x="140823" y="43497"/>
                  <a:pt x="140732" y="43619"/>
                </a:cubicBezTo>
                <a:cubicBezTo>
                  <a:pt x="140975" y="45534"/>
                  <a:pt x="140854" y="47479"/>
                  <a:pt x="140854" y="49394"/>
                </a:cubicBezTo>
                <a:cubicBezTo>
                  <a:pt x="140823" y="49911"/>
                  <a:pt x="141097" y="49576"/>
                  <a:pt x="141006" y="50184"/>
                </a:cubicBezTo>
                <a:cubicBezTo>
                  <a:pt x="140823" y="50093"/>
                  <a:pt x="140763" y="50427"/>
                  <a:pt x="140671" y="50762"/>
                </a:cubicBezTo>
                <a:cubicBezTo>
                  <a:pt x="140884" y="50914"/>
                  <a:pt x="140823" y="50215"/>
                  <a:pt x="141006" y="50367"/>
                </a:cubicBezTo>
                <a:cubicBezTo>
                  <a:pt x="141006" y="50883"/>
                  <a:pt x="140975" y="51339"/>
                  <a:pt x="140854" y="51370"/>
                </a:cubicBezTo>
                <a:cubicBezTo>
                  <a:pt x="140884" y="51613"/>
                  <a:pt x="140975" y="51734"/>
                  <a:pt x="141067" y="51765"/>
                </a:cubicBezTo>
                <a:cubicBezTo>
                  <a:pt x="141067" y="53163"/>
                  <a:pt x="141006" y="53619"/>
                  <a:pt x="140945" y="55139"/>
                </a:cubicBezTo>
                <a:cubicBezTo>
                  <a:pt x="140671" y="54592"/>
                  <a:pt x="140641" y="54592"/>
                  <a:pt x="140276" y="54470"/>
                </a:cubicBezTo>
                <a:cubicBezTo>
                  <a:pt x="140246" y="54896"/>
                  <a:pt x="140368" y="54865"/>
                  <a:pt x="140459" y="54896"/>
                </a:cubicBezTo>
                <a:cubicBezTo>
                  <a:pt x="140398" y="55443"/>
                  <a:pt x="140185" y="55443"/>
                  <a:pt x="140064" y="55655"/>
                </a:cubicBezTo>
                <a:cubicBezTo>
                  <a:pt x="140124" y="56628"/>
                  <a:pt x="139851" y="57479"/>
                  <a:pt x="140064" y="58057"/>
                </a:cubicBezTo>
                <a:cubicBezTo>
                  <a:pt x="140064" y="58482"/>
                  <a:pt x="139942" y="58300"/>
                  <a:pt x="139942" y="58634"/>
                </a:cubicBezTo>
                <a:cubicBezTo>
                  <a:pt x="139942" y="58847"/>
                  <a:pt x="140033" y="58786"/>
                  <a:pt x="140033" y="59029"/>
                </a:cubicBezTo>
                <a:cubicBezTo>
                  <a:pt x="140064" y="59728"/>
                  <a:pt x="139912" y="59789"/>
                  <a:pt x="139912" y="60428"/>
                </a:cubicBezTo>
                <a:cubicBezTo>
                  <a:pt x="139790" y="60519"/>
                  <a:pt x="139668" y="60701"/>
                  <a:pt x="139699" y="61400"/>
                </a:cubicBezTo>
                <a:cubicBezTo>
                  <a:pt x="139881" y="61856"/>
                  <a:pt x="139820" y="59759"/>
                  <a:pt x="139881" y="61005"/>
                </a:cubicBezTo>
                <a:cubicBezTo>
                  <a:pt x="139881" y="61279"/>
                  <a:pt x="139881" y="61522"/>
                  <a:pt x="139851" y="61795"/>
                </a:cubicBezTo>
                <a:cubicBezTo>
                  <a:pt x="139851" y="62282"/>
                  <a:pt x="139942" y="62403"/>
                  <a:pt x="139942" y="62616"/>
                </a:cubicBezTo>
                <a:cubicBezTo>
                  <a:pt x="139942" y="62950"/>
                  <a:pt x="139881" y="63011"/>
                  <a:pt x="139851" y="63376"/>
                </a:cubicBezTo>
                <a:cubicBezTo>
                  <a:pt x="139820" y="64926"/>
                  <a:pt x="139851" y="66841"/>
                  <a:pt x="139760" y="67753"/>
                </a:cubicBezTo>
                <a:cubicBezTo>
                  <a:pt x="139760" y="67996"/>
                  <a:pt x="139851" y="67935"/>
                  <a:pt x="139912" y="67966"/>
                </a:cubicBezTo>
                <a:cubicBezTo>
                  <a:pt x="139760" y="69151"/>
                  <a:pt x="139790" y="70367"/>
                  <a:pt x="139972" y="71552"/>
                </a:cubicBezTo>
                <a:cubicBezTo>
                  <a:pt x="139942" y="71887"/>
                  <a:pt x="139912" y="72191"/>
                  <a:pt x="139851" y="72525"/>
                </a:cubicBezTo>
                <a:cubicBezTo>
                  <a:pt x="139881" y="72738"/>
                  <a:pt x="139912" y="72951"/>
                  <a:pt x="139972" y="73133"/>
                </a:cubicBezTo>
                <a:cubicBezTo>
                  <a:pt x="139972" y="73376"/>
                  <a:pt x="139851" y="73406"/>
                  <a:pt x="139820" y="73528"/>
                </a:cubicBezTo>
                <a:cubicBezTo>
                  <a:pt x="139820" y="73619"/>
                  <a:pt x="139820" y="74440"/>
                  <a:pt x="139820" y="74501"/>
                </a:cubicBezTo>
                <a:cubicBezTo>
                  <a:pt x="139851" y="74896"/>
                  <a:pt x="139851" y="75291"/>
                  <a:pt x="139820" y="75717"/>
                </a:cubicBezTo>
                <a:cubicBezTo>
                  <a:pt x="139912" y="75656"/>
                  <a:pt x="139912" y="75200"/>
                  <a:pt x="139912" y="74926"/>
                </a:cubicBezTo>
                <a:cubicBezTo>
                  <a:pt x="140064" y="74440"/>
                  <a:pt x="139912" y="76233"/>
                  <a:pt x="139912" y="76720"/>
                </a:cubicBezTo>
                <a:cubicBezTo>
                  <a:pt x="139790" y="76233"/>
                  <a:pt x="139699" y="77267"/>
                  <a:pt x="139608" y="76476"/>
                </a:cubicBezTo>
                <a:cubicBezTo>
                  <a:pt x="139456" y="76628"/>
                  <a:pt x="139760" y="76872"/>
                  <a:pt x="139608" y="77480"/>
                </a:cubicBezTo>
                <a:cubicBezTo>
                  <a:pt x="139760" y="77753"/>
                  <a:pt x="139881" y="76993"/>
                  <a:pt x="139881" y="77510"/>
                </a:cubicBezTo>
                <a:cubicBezTo>
                  <a:pt x="139851" y="78270"/>
                  <a:pt x="139790" y="77419"/>
                  <a:pt x="139668" y="77875"/>
                </a:cubicBezTo>
                <a:cubicBezTo>
                  <a:pt x="139638" y="78270"/>
                  <a:pt x="139820" y="78118"/>
                  <a:pt x="139851" y="78300"/>
                </a:cubicBezTo>
                <a:cubicBezTo>
                  <a:pt x="139851" y="78452"/>
                  <a:pt x="139729" y="79334"/>
                  <a:pt x="139942" y="79090"/>
                </a:cubicBezTo>
                <a:cubicBezTo>
                  <a:pt x="139942" y="80185"/>
                  <a:pt x="139820" y="80945"/>
                  <a:pt x="139760" y="81856"/>
                </a:cubicBezTo>
                <a:cubicBezTo>
                  <a:pt x="139577" y="81735"/>
                  <a:pt x="139486" y="82252"/>
                  <a:pt x="139364" y="81826"/>
                </a:cubicBezTo>
                <a:cubicBezTo>
                  <a:pt x="139243" y="83012"/>
                  <a:pt x="139182" y="84197"/>
                  <a:pt x="139243" y="85382"/>
                </a:cubicBezTo>
                <a:cubicBezTo>
                  <a:pt x="139243" y="85565"/>
                  <a:pt x="139273" y="85565"/>
                  <a:pt x="139334" y="85595"/>
                </a:cubicBezTo>
                <a:cubicBezTo>
                  <a:pt x="139334" y="87237"/>
                  <a:pt x="139030" y="89060"/>
                  <a:pt x="139243" y="89942"/>
                </a:cubicBezTo>
                <a:cubicBezTo>
                  <a:pt x="139152" y="90793"/>
                  <a:pt x="138969" y="92100"/>
                  <a:pt x="139273" y="92130"/>
                </a:cubicBezTo>
                <a:cubicBezTo>
                  <a:pt x="139243" y="92677"/>
                  <a:pt x="139243" y="93194"/>
                  <a:pt x="139273" y="93741"/>
                </a:cubicBezTo>
                <a:cubicBezTo>
                  <a:pt x="139273" y="94106"/>
                  <a:pt x="139152" y="94592"/>
                  <a:pt x="139152" y="94927"/>
                </a:cubicBezTo>
                <a:cubicBezTo>
                  <a:pt x="139182" y="95109"/>
                  <a:pt x="139212" y="95322"/>
                  <a:pt x="139273" y="95535"/>
                </a:cubicBezTo>
                <a:cubicBezTo>
                  <a:pt x="139304" y="96325"/>
                  <a:pt x="139212" y="97297"/>
                  <a:pt x="139212" y="98088"/>
                </a:cubicBezTo>
                <a:cubicBezTo>
                  <a:pt x="139212" y="98787"/>
                  <a:pt x="139121" y="100003"/>
                  <a:pt x="139152" y="101067"/>
                </a:cubicBezTo>
                <a:cubicBezTo>
                  <a:pt x="139182" y="101766"/>
                  <a:pt x="139273" y="102252"/>
                  <a:pt x="139273" y="102860"/>
                </a:cubicBezTo>
                <a:cubicBezTo>
                  <a:pt x="139212" y="103589"/>
                  <a:pt x="139212" y="104319"/>
                  <a:pt x="139243" y="105048"/>
                </a:cubicBezTo>
                <a:cubicBezTo>
                  <a:pt x="139061" y="104896"/>
                  <a:pt x="139030" y="105231"/>
                  <a:pt x="138878" y="105231"/>
                </a:cubicBezTo>
                <a:cubicBezTo>
                  <a:pt x="138939" y="104471"/>
                  <a:pt x="138635" y="104775"/>
                  <a:pt x="138665" y="104197"/>
                </a:cubicBezTo>
                <a:cubicBezTo>
                  <a:pt x="138483" y="104380"/>
                  <a:pt x="138726" y="104836"/>
                  <a:pt x="138605" y="105383"/>
                </a:cubicBezTo>
                <a:cubicBezTo>
                  <a:pt x="138422" y="104896"/>
                  <a:pt x="138088" y="104684"/>
                  <a:pt x="137936" y="105535"/>
                </a:cubicBezTo>
                <a:cubicBezTo>
                  <a:pt x="137905" y="105626"/>
                  <a:pt x="138027" y="105991"/>
                  <a:pt x="138027" y="106143"/>
                </a:cubicBezTo>
                <a:cubicBezTo>
                  <a:pt x="138027" y="106568"/>
                  <a:pt x="137905" y="107541"/>
                  <a:pt x="137905" y="108331"/>
                </a:cubicBezTo>
                <a:cubicBezTo>
                  <a:pt x="137905" y="109061"/>
                  <a:pt x="138057" y="109395"/>
                  <a:pt x="137905" y="110064"/>
                </a:cubicBezTo>
                <a:cubicBezTo>
                  <a:pt x="138118" y="110520"/>
                  <a:pt x="137997" y="112435"/>
                  <a:pt x="138179" y="113559"/>
                </a:cubicBezTo>
                <a:cubicBezTo>
                  <a:pt x="138240" y="113833"/>
                  <a:pt x="138301" y="114106"/>
                  <a:pt x="138422" y="114410"/>
                </a:cubicBezTo>
                <a:cubicBezTo>
                  <a:pt x="138605" y="115352"/>
                  <a:pt x="138605" y="116295"/>
                  <a:pt x="138787" y="117024"/>
                </a:cubicBezTo>
                <a:cubicBezTo>
                  <a:pt x="138513" y="117024"/>
                  <a:pt x="138635" y="117450"/>
                  <a:pt x="138483" y="117541"/>
                </a:cubicBezTo>
                <a:cubicBezTo>
                  <a:pt x="138544" y="117815"/>
                  <a:pt x="138544" y="118118"/>
                  <a:pt x="138483" y="118392"/>
                </a:cubicBezTo>
                <a:cubicBezTo>
                  <a:pt x="138422" y="118635"/>
                  <a:pt x="138453" y="118909"/>
                  <a:pt x="138544" y="119152"/>
                </a:cubicBezTo>
                <a:cubicBezTo>
                  <a:pt x="138209" y="119030"/>
                  <a:pt x="138301" y="119304"/>
                  <a:pt x="138483" y="119669"/>
                </a:cubicBezTo>
                <a:cubicBezTo>
                  <a:pt x="137905" y="119426"/>
                  <a:pt x="138361" y="120216"/>
                  <a:pt x="138209" y="120429"/>
                </a:cubicBezTo>
                <a:cubicBezTo>
                  <a:pt x="138057" y="120216"/>
                  <a:pt x="137997" y="120246"/>
                  <a:pt x="137875" y="120094"/>
                </a:cubicBezTo>
                <a:cubicBezTo>
                  <a:pt x="137845" y="120185"/>
                  <a:pt x="138057" y="120429"/>
                  <a:pt x="138209" y="120641"/>
                </a:cubicBezTo>
                <a:cubicBezTo>
                  <a:pt x="137845" y="120429"/>
                  <a:pt x="137997" y="120702"/>
                  <a:pt x="137662" y="120429"/>
                </a:cubicBezTo>
                <a:cubicBezTo>
                  <a:pt x="137541" y="120429"/>
                  <a:pt x="137662" y="120611"/>
                  <a:pt x="137753" y="120763"/>
                </a:cubicBezTo>
                <a:cubicBezTo>
                  <a:pt x="137602" y="120611"/>
                  <a:pt x="137541" y="120763"/>
                  <a:pt x="137358" y="120641"/>
                </a:cubicBezTo>
                <a:cubicBezTo>
                  <a:pt x="137267" y="120550"/>
                  <a:pt x="137206" y="120459"/>
                  <a:pt x="137146" y="120368"/>
                </a:cubicBezTo>
                <a:cubicBezTo>
                  <a:pt x="136963" y="120246"/>
                  <a:pt x="136933" y="120581"/>
                  <a:pt x="136750" y="120368"/>
                </a:cubicBezTo>
                <a:cubicBezTo>
                  <a:pt x="136690" y="120246"/>
                  <a:pt x="136720" y="120125"/>
                  <a:pt x="136629" y="120003"/>
                </a:cubicBezTo>
                <a:cubicBezTo>
                  <a:pt x="136477" y="119790"/>
                  <a:pt x="136264" y="119577"/>
                  <a:pt x="135991" y="119456"/>
                </a:cubicBezTo>
                <a:cubicBezTo>
                  <a:pt x="135747" y="118848"/>
                  <a:pt x="135656" y="118787"/>
                  <a:pt x="135474" y="118210"/>
                </a:cubicBezTo>
                <a:cubicBezTo>
                  <a:pt x="135383" y="117997"/>
                  <a:pt x="135322" y="118088"/>
                  <a:pt x="135231" y="118058"/>
                </a:cubicBezTo>
                <a:cubicBezTo>
                  <a:pt x="135170" y="117085"/>
                  <a:pt x="134836" y="115261"/>
                  <a:pt x="135139" y="114532"/>
                </a:cubicBezTo>
                <a:cubicBezTo>
                  <a:pt x="135079" y="114015"/>
                  <a:pt x="135079" y="113498"/>
                  <a:pt x="135048" y="112982"/>
                </a:cubicBezTo>
                <a:cubicBezTo>
                  <a:pt x="134653" y="112890"/>
                  <a:pt x="134562" y="113590"/>
                  <a:pt x="134288" y="113742"/>
                </a:cubicBezTo>
                <a:cubicBezTo>
                  <a:pt x="134167" y="112435"/>
                  <a:pt x="133893" y="113893"/>
                  <a:pt x="133711" y="113346"/>
                </a:cubicBezTo>
                <a:lnTo>
                  <a:pt x="133711" y="112526"/>
                </a:lnTo>
                <a:cubicBezTo>
                  <a:pt x="133559" y="112526"/>
                  <a:pt x="133528" y="112860"/>
                  <a:pt x="133316" y="112708"/>
                </a:cubicBezTo>
                <a:cubicBezTo>
                  <a:pt x="133346" y="111614"/>
                  <a:pt x="133346" y="111431"/>
                  <a:pt x="133407" y="110489"/>
                </a:cubicBezTo>
                <a:cubicBezTo>
                  <a:pt x="133589" y="110276"/>
                  <a:pt x="133680" y="110003"/>
                  <a:pt x="133680" y="109699"/>
                </a:cubicBezTo>
                <a:cubicBezTo>
                  <a:pt x="133680" y="109000"/>
                  <a:pt x="133498" y="109699"/>
                  <a:pt x="133498" y="109304"/>
                </a:cubicBezTo>
                <a:lnTo>
                  <a:pt x="133528" y="108483"/>
                </a:lnTo>
                <a:lnTo>
                  <a:pt x="133802" y="108513"/>
                </a:lnTo>
                <a:cubicBezTo>
                  <a:pt x="133772" y="107723"/>
                  <a:pt x="134045" y="107146"/>
                  <a:pt x="133802" y="106933"/>
                </a:cubicBezTo>
                <a:cubicBezTo>
                  <a:pt x="133680" y="106933"/>
                  <a:pt x="133863" y="108118"/>
                  <a:pt x="133559" y="107906"/>
                </a:cubicBezTo>
                <a:lnTo>
                  <a:pt x="133832" y="101766"/>
                </a:lnTo>
                <a:cubicBezTo>
                  <a:pt x="133832" y="101522"/>
                  <a:pt x="133711" y="101462"/>
                  <a:pt x="133711" y="101158"/>
                </a:cubicBezTo>
                <a:cubicBezTo>
                  <a:pt x="133589" y="101158"/>
                  <a:pt x="133528" y="101492"/>
                  <a:pt x="133346" y="101340"/>
                </a:cubicBezTo>
                <a:cubicBezTo>
                  <a:pt x="133316" y="100367"/>
                  <a:pt x="133164" y="100459"/>
                  <a:pt x="133285" y="99334"/>
                </a:cubicBezTo>
                <a:cubicBezTo>
                  <a:pt x="133103" y="99121"/>
                  <a:pt x="133164" y="99760"/>
                  <a:pt x="133133" y="100124"/>
                </a:cubicBezTo>
                <a:cubicBezTo>
                  <a:pt x="133073" y="100732"/>
                  <a:pt x="133073" y="99760"/>
                  <a:pt x="133103" y="99516"/>
                </a:cubicBezTo>
                <a:cubicBezTo>
                  <a:pt x="133225" y="98149"/>
                  <a:pt x="133103" y="95808"/>
                  <a:pt x="133468" y="95383"/>
                </a:cubicBezTo>
                <a:cubicBezTo>
                  <a:pt x="133285" y="94866"/>
                  <a:pt x="133255" y="94319"/>
                  <a:pt x="133346" y="93772"/>
                </a:cubicBezTo>
                <a:cubicBezTo>
                  <a:pt x="133437" y="93832"/>
                  <a:pt x="133346" y="94379"/>
                  <a:pt x="133437" y="94379"/>
                </a:cubicBezTo>
                <a:cubicBezTo>
                  <a:pt x="133528" y="94379"/>
                  <a:pt x="133498" y="94197"/>
                  <a:pt x="133559" y="94197"/>
                </a:cubicBezTo>
                <a:cubicBezTo>
                  <a:pt x="133559" y="93711"/>
                  <a:pt x="133528" y="93255"/>
                  <a:pt x="133346" y="93194"/>
                </a:cubicBezTo>
                <a:cubicBezTo>
                  <a:pt x="133346" y="91796"/>
                  <a:pt x="133620" y="90732"/>
                  <a:pt x="133498" y="89607"/>
                </a:cubicBezTo>
                <a:cubicBezTo>
                  <a:pt x="133650" y="90641"/>
                  <a:pt x="133680" y="88787"/>
                  <a:pt x="133528" y="88635"/>
                </a:cubicBezTo>
                <a:cubicBezTo>
                  <a:pt x="133589" y="87388"/>
                  <a:pt x="133680" y="85929"/>
                  <a:pt x="133680" y="84866"/>
                </a:cubicBezTo>
                <a:cubicBezTo>
                  <a:pt x="133680" y="81978"/>
                  <a:pt x="134136" y="78270"/>
                  <a:pt x="133924" y="76142"/>
                </a:cubicBezTo>
                <a:cubicBezTo>
                  <a:pt x="133984" y="75777"/>
                  <a:pt x="134045" y="76142"/>
                  <a:pt x="134106" y="76142"/>
                </a:cubicBezTo>
                <a:cubicBezTo>
                  <a:pt x="134106" y="75929"/>
                  <a:pt x="134136" y="75808"/>
                  <a:pt x="134197" y="75777"/>
                </a:cubicBezTo>
                <a:cubicBezTo>
                  <a:pt x="134197" y="75200"/>
                  <a:pt x="134076" y="75291"/>
                  <a:pt x="134106" y="74774"/>
                </a:cubicBezTo>
                <a:cubicBezTo>
                  <a:pt x="134106" y="74410"/>
                  <a:pt x="134258" y="73954"/>
                  <a:pt x="134288" y="73589"/>
                </a:cubicBezTo>
                <a:cubicBezTo>
                  <a:pt x="134228" y="73255"/>
                  <a:pt x="134197" y="72920"/>
                  <a:pt x="134197" y="72586"/>
                </a:cubicBezTo>
                <a:cubicBezTo>
                  <a:pt x="134197" y="72160"/>
                  <a:pt x="134258" y="71978"/>
                  <a:pt x="134410" y="72008"/>
                </a:cubicBezTo>
                <a:cubicBezTo>
                  <a:pt x="134349" y="71583"/>
                  <a:pt x="134167" y="71522"/>
                  <a:pt x="134258" y="70610"/>
                </a:cubicBezTo>
                <a:cubicBezTo>
                  <a:pt x="134349" y="70671"/>
                  <a:pt x="134288" y="71005"/>
                  <a:pt x="134380" y="71036"/>
                </a:cubicBezTo>
                <a:cubicBezTo>
                  <a:pt x="134501" y="70792"/>
                  <a:pt x="134410" y="70185"/>
                  <a:pt x="134501" y="69637"/>
                </a:cubicBezTo>
                <a:cubicBezTo>
                  <a:pt x="134501" y="69577"/>
                  <a:pt x="134623" y="69303"/>
                  <a:pt x="134653" y="69273"/>
                </a:cubicBezTo>
                <a:cubicBezTo>
                  <a:pt x="134744" y="67814"/>
                  <a:pt x="134653" y="66233"/>
                  <a:pt x="134744" y="65291"/>
                </a:cubicBezTo>
                <a:cubicBezTo>
                  <a:pt x="134714" y="65139"/>
                  <a:pt x="134653" y="65017"/>
                  <a:pt x="134562" y="64896"/>
                </a:cubicBezTo>
                <a:cubicBezTo>
                  <a:pt x="134836" y="64136"/>
                  <a:pt x="134714" y="62738"/>
                  <a:pt x="134684" y="61704"/>
                </a:cubicBezTo>
                <a:lnTo>
                  <a:pt x="134866" y="61704"/>
                </a:lnTo>
                <a:cubicBezTo>
                  <a:pt x="134836" y="61279"/>
                  <a:pt x="134866" y="60640"/>
                  <a:pt x="134744" y="60519"/>
                </a:cubicBezTo>
                <a:cubicBezTo>
                  <a:pt x="134836" y="59911"/>
                  <a:pt x="134896" y="60762"/>
                  <a:pt x="134987" y="60731"/>
                </a:cubicBezTo>
                <a:cubicBezTo>
                  <a:pt x="134987" y="60276"/>
                  <a:pt x="134957" y="59789"/>
                  <a:pt x="134866" y="59333"/>
                </a:cubicBezTo>
                <a:cubicBezTo>
                  <a:pt x="134957" y="58391"/>
                  <a:pt x="134957" y="57479"/>
                  <a:pt x="134866" y="56537"/>
                </a:cubicBezTo>
                <a:lnTo>
                  <a:pt x="135018" y="55777"/>
                </a:lnTo>
                <a:cubicBezTo>
                  <a:pt x="134836" y="52646"/>
                  <a:pt x="134866" y="49546"/>
                  <a:pt x="135139" y="46446"/>
                </a:cubicBezTo>
                <a:cubicBezTo>
                  <a:pt x="135109" y="45959"/>
                  <a:pt x="135048" y="45473"/>
                  <a:pt x="135018" y="45047"/>
                </a:cubicBezTo>
                <a:cubicBezTo>
                  <a:pt x="135079" y="44257"/>
                  <a:pt x="135200" y="43649"/>
                  <a:pt x="135231" y="42676"/>
                </a:cubicBezTo>
                <a:lnTo>
                  <a:pt x="135474" y="42707"/>
                </a:lnTo>
                <a:cubicBezTo>
                  <a:pt x="135413" y="41977"/>
                  <a:pt x="135170" y="40762"/>
                  <a:pt x="135474" y="40123"/>
                </a:cubicBezTo>
                <a:cubicBezTo>
                  <a:pt x="135626" y="40366"/>
                  <a:pt x="135443" y="41157"/>
                  <a:pt x="135413" y="41491"/>
                </a:cubicBezTo>
                <a:cubicBezTo>
                  <a:pt x="135443" y="41977"/>
                  <a:pt x="135687" y="41977"/>
                  <a:pt x="135626" y="42707"/>
                </a:cubicBezTo>
                <a:cubicBezTo>
                  <a:pt x="135717" y="42464"/>
                  <a:pt x="135778" y="42190"/>
                  <a:pt x="135778" y="41917"/>
                </a:cubicBezTo>
                <a:cubicBezTo>
                  <a:pt x="135839" y="42585"/>
                  <a:pt x="136143" y="42251"/>
                  <a:pt x="136234" y="42555"/>
                </a:cubicBezTo>
                <a:cubicBezTo>
                  <a:pt x="136477" y="43315"/>
                  <a:pt x="136264" y="44348"/>
                  <a:pt x="136386" y="45351"/>
                </a:cubicBezTo>
                <a:cubicBezTo>
                  <a:pt x="136355" y="45746"/>
                  <a:pt x="136325" y="46202"/>
                  <a:pt x="136173" y="46111"/>
                </a:cubicBezTo>
                <a:cubicBezTo>
                  <a:pt x="136203" y="46385"/>
                  <a:pt x="136234" y="46658"/>
                  <a:pt x="136264" y="46932"/>
                </a:cubicBezTo>
                <a:cubicBezTo>
                  <a:pt x="136355" y="46901"/>
                  <a:pt x="136416" y="46598"/>
                  <a:pt x="136416" y="46142"/>
                </a:cubicBezTo>
                <a:cubicBezTo>
                  <a:pt x="136538" y="46628"/>
                  <a:pt x="136386" y="48026"/>
                  <a:pt x="136325" y="48512"/>
                </a:cubicBezTo>
                <a:cubicBezTo>
                  <a:pt x="136143" y="48269"/>
                  <a:pt x="136173" y="48421"/>
                  <a:pt x="135991" y="48695"/>
                </a:cubicBezTo>
                <a:cubicBezTo>
                  <a:pt x="135991" y="49181"/>
                  <a:pt x="136203" y="49364"/>
                  <a:pt x="135991" y="49880"/>
                </a:cubicBezTo>
                <a:cubicBezTo>
                  <a:pt x="136082" y="49850"/>
                  <a:pt x="136112" y="49941"/>
                  <a:pt x="136112" y="50093"/>
                </a:cubicBezTo>
                <a:cubicBezTo>
                  <a:pt x="136294" y="50063"/>
                  <a:pt x="136082" y="48452"/>
                  <a:pt x="136355" y="48725"/>
                </a:cubicBezTo>
                <a:cubicBezTo>
                  <a:pt x="136355" y="49515"/>
                  <a:pt x="136294" y="50306"/>
                  <a:pt x="136203" y="51096"/>
                </a:cubicBezTo>
                <a:cubicBezTo>
                  <a:pt x="136203" y="51856"/>
                  <a:pt x="136416" y="51126"/>
                  <a:pt x="136507" y="51522"/>
                </a:cubicBezTo>
                <a:cubicBezTo>
                  <a:pt x="136538" y="50914"/>
                  <a:pt x="136386" y="50367"/>
                  <a:pt x="136568" y="49941"/>
                </a:cubicBezTo>
                <a:cubicBezTo>
                  <a:pt x="136659" y="49971"/>
                  <a:pt x="136750" y="50093"/>
                  <a:pt x="136781" y="50367"/>
                </a:cubicBezTo>
                <a:cubicBezTo>
                  <a:pt x="136902" y="50184"/>
                  <a:pt x="136994" y="49971"/>
                  <a:pt x="136994" y="49789"/>
                </a:cubicBezTo>
                <a:cubicBezTo>
                  <a:pt x="136902" y="49060"/>
                  <a:pt x="136811" y="50123"/>
                  <a:pt x="136690" y="49941"/>
                </a:cubicBezTo>
                <a:cubicBezTo>
                  <a:pt x="136720" y="49515"/>
                  <a:pt x="136598" y="49576"/>
                  <a:pt x="136507" y="49546"/>
                </a:cubicBezTo>
                <a:cubicBezTo>
                  <a:pt x="136507" y="49151"/>
                  <a:pt x="136568" y="48756"/>
                  <a:pt x="136629" y="48360"/>
                </a:cubicBezTo>
                <a:cubicBezTo>
                  <a:pt x="136690" y="48421"/>
                  <a:pt x="136659" y="48847"/>
                  <a:pt x="136659" y="49151"/>
                </a:cubicBezTo>
                <a:cubicBezTo>
                  <a:pt x="136933" y="48877"/>
                  <a:pt x="136659" y="48087"/>
                  <a:pt x="136568" y="47753"/>
                </a:cubicBezTo>
                <a:cubicBezTo>
                  <a:pt x="136598" y="47297"/>
                  <a:pt x="136720" y="46810"/>
                  <a:pt x="136902" y="46385"/>
                </a:cubicBezTo>
                <a:cubicBezTo>
                  <a:pt x="136872" y="45990"/>
                  <a:pt x="136568" y="46294"/>
                  <a:pt x="136659" y="45564"/>
                </a:cubicBezTo>
                <a:cubicBezTo>
                  <a:pt x="136720" y="45351"/>
                  <a:pt x="136842" y="45169"/>
                  <a:pt x="136994" y="45017"/>
                </a:cubicBezTo>
                <a:cubicBezTo>
                  <a:pt x="136963" y="44743"/>
                  <a:pt x="136811" y="44743"/>
                  <a:pt x="136781" y="44409"/>
                </a:cubicBezTo>
                <a:cubicBezTo>
                  <a:pt x="136811" y="42524"/>
                  <a:pt x="136994" y="40062"/>
                  <a:pt x="137054" y="37661"/>
                </a:cubicBezTo>
                <a:cubicBezTo>
                  <a:pt x="137085" y="37205"/>
                  <a:pt x="136872" y="37418"/>
                  <a:pt x="136902" y="37053"/>
                </a:cubicBezTo>
                <a:cubicBezTo>
                  <a:pt x="136781" y="37296"/>
                  <a:pt x="136720" y="37570"/>
                  <a:pt x="136750" y="37844"/>
                </a:cubicBezTo>
                <a:cubicBezTo>
                  <a:pt x="136568" y="37266"/>
                  <a:pt x="136325" y="38026"/>
                  <a:pt x="136173" y="38178"/>
                </a:cubicBezTo>
                <a:lnTo>
                  <a:pt x="136173" y="37783"/>
                </a:lnTo>
                <a:lnTo>
                  <a:pt x="136173" y="37418"/>
                </a:lnTo>
                <a:cubicBezTo>
                  <a:pt x="136325" y="37722"/>
                  <a:pt x="136507" y="37600"/>
                  <a:pt x="136538" y="36841"/>
                </a:cubicBezTo>
                <a:cubicBezTo>
                  <a:pt x="136355" y="36689"/>
                  <a:pt x="136446" y="37540"/>
                  <a:pt x="136203" y="37236"/>
                </a:cubicBezTo>
                <a:cubicBezTo>
                  <a:pt x="136355" y="36567"/>
                  <a:pt x="136355" y="35898"/>
                  <a:pt x="136203" y="35260"/>
                </a:cubicBezTo>
                <a:cubicBezTo>
                  <a:pt x="136082" y="35594"/>
                  <a:pt x="136203" y="36020"/>
                  <a:pt x="136173" y="36445"/>
                </a:cubicBezTo>
                <a:cubicBezTo>
                  <a:pt x="136082" y="37023"/>
                  <a:pt x="135991" y="37600"/>
                  <a:pt x="135839" y="38208"/>
                </a:cubicBezTo>
                <a:cubicBezTo>
                  <a:pt x="135778" y="37904"/>
                  <a:pt x="135535" y="37448"/>
                  <a:pt x="135474" y="38148"/>
                </a:cubicBezTo>
                <a:cubicBezTo>
                  <a:pt x="135413" y="37540"/>
                  <a:pt x="135322" y="36932"/>
                  <a:pt x="135231" y="36354"/>
                </a:cubicBezTo>
                <a:cubicBezTo>
                  <a:pt x="135200" y="35807"/>
                  <a:pt x="135352" y="35959"/>
                  <a:pt x="135383" y="35564"/>
                </a:cubicBezTo>
                <a:cubicBezTo>
                  <a:pt x="135413" y="35047"/>
                  <a:pt x="135413" y="34500"/>
                  <a:pt x="135383" y="33983"/>
                </a:cubicBezTo>
                <a:cubicBezTo>
                  <a:pt x="135383" y="33649"/>
                  <a:pt x="135474" y="33649"/>
                  <a:pt x="135474" y="33406"/>
                </a:cubicBezTo>
                <a:cubicBezTo>
                  <a:pt x="135474" y="32707"/>
                  <a:pt x="135413" y="32190"/>
                  <a:pt x="135474" y="31612"/>
                </a:cubicBezTo>
                <a:cubicBezTo>
                  <a:pt x="135565" y="30397"/>
                  <a:pt x="135626" y="27935"/>
                  <a:pt x="135656" y="26658"/>
                </a:cubicBezTo>
                <a:cubicBezTo>
                  <a:pt x="135656" y="26293"/>
                  <a:pt x="135869" y="25685"/>
                  <a:pt x="135656" y="25473"/>
                </a:cubicBezTo>
                <a:cubicBezTo>
                  <a:pt x="135656" y="24925"/>
                  <a:pt x="135808" y="25108"/>
                  <a:pt x="135808" y="24682"/>
                </a:cubicBezTo>
                <a:cubicBezTo>
                  <a:pt x="135869" y="24348"/>
                  <a:pt x="135778" y="24318"/>
                  <a:pt x="135717" y="24287"/>
                </a:cubicBezTo>
                <a:cubicBezTo>
                  <a:pt x="135687" y="23649"/>
                  <a:pt x="135930" y="24014"/>
                  <a:pt x="135930" y="23618"/>
                </a:cubicBezTo>
                <a:cubicBezTo>
                  <a:pt x="135960" y="23436"/>
                  <a:pt x="135960" y="23223"/>
                  <a:pt x="135930" y="23010"/>
                </a:cubicBezTo>
                <a:cubicBezTo>
                  <a:pt x="135930" y="22859"/>
                  <a:pt x="135899" y="22707"/>
                  <a:pt x="135869" y="22555"/>
                </a:cubicBezTo>
                <a:cubicBezTo>
                  <a:pt x="135778" y="22403"/>
                  <a:pt x="135687" y="22494"/>
                  <a:pt x="135626" y="22494"/>
                </a:cubicBezTo>
                <a:cubicBezTo>
                  <a:pt x="135535" y="22251"/>
                  <a:pt x="135443" y="22038"/>
                  <a:pt x="135322" y="21825"/>
                </a:cubicBezTo>
                <a:cubicBezTo>
                  <a:pt x="135109" y="21430"/>
                  <a:pt x="134805" y="21004"/>
                  <a:pt x="134532" y="20518"/>
                </a:cubicBezTo>
                <a:cubicBezTo>
                  <a:pt x="134410" y="20396"/>
                  <a:pt x="134288" y="20305"/>
                  <a:pt x="134167" y="20244"/>
                </a:cubicBezTo>
                <a:cubicBezTo>
                  <a:pt x="133285" y="18725"/>
                  <a:pt x="132465" y="17144"/>
                  <a:pt x="131766" y="15533"/>
                </a:cubicBezTo>
                <a:cubicBezTo>
                  <a:pt x="130884" y="13557"/>
                  <a:pt x="130185" y="11491"/>
                  <a:pt x="129607" y="9393"/>
                </a:cubicBezTo>
                <a:lnTo>
                  <a:pt x="129152" y="7965"/>
                </a:lnTo>
                <a:cubicBezTo>
                  <a:pt x="128969" y="7205"/>
                  <a:pt x="128939" y="6323"/>
                  <a:pt x="128787" y="5776"/>
                </a:cubicBezTo>
                <a:cubicBezTo>
                  <a:pt x="128787" y="6384"/>
                  <a:pt x="128696" y="6354"/>
                  <a:pt x="128604" y="5837"/>
                </a:cubicBezTo>
                <a:lnTo>
                  <a:pt x="128604" y="5776"/>
                </a:lnTo>
                <a:lnTo>
                  <a:pt x="128544" y="5776"/>
                </a:lnTo>
                <a:lnTo>
                  <a:pt x="127358" y="5776"/>
                </a:lnTo>
                <a:lnTo>
                  <a:pt x="126112" y="5776"/>
                </a:lnTo>
                <a:lnTo>
                  <a:pt x="124623" y="5807"/>
                </a:lnTo>
                <a:cubicBezTo>
                  <a:pt x="124319" y="5807"/>
                  <a:pt x="124288" y="5776"/>
                  <a:pt x="124045" y="5776"/>
                </a:cubicBezTo>
                <a:cubicBezTo>
                  <a:pt x="123680" y="5776"/>
                  <a:pt x="123164" y="5867"/>
                  <a:pt x="122677" y="5867"/>
                </a:cubicBezTo>
                <a:cubicBezTo>
                  <a:pt x="122252" y="5867"/>
                  <a:pt x="121917" y="5837"/>
                  <a:pt x="121674" y="5837"/>
                </a:cubicBezTo>
                <a:cubicBezTo>
                  <a:pt x="121097" y="5959"/>
                  <a:pt x="120519" y="6019"/>
                  <a:pt x="119911" y="6050"/>
                </a:cubicBezTo>
                <a:cubicBezTo>
                  <a:pt x="119729" y="6019"/>
                  <a:pt x="119516" y="5989"/>
                  <a:pt x="119334" y="5928"/>
                </a:cubicBezTo>
                <a:cubicBezTo>
                  <a:pt x="119030" y="5959"/>
                  <a:pt x="118695" y="6141"/>
                  <a:pt x="118361" y="6171"/>
                </a:cubicBezTo>
                <a:cubicBezTo>
                  <a:pt x="118239" y="6171"/>
                  <a:pt x="117996" y="6111"/>
                  <a:pt x="117753" y="6141"/>
                </a:cubicBezTo>
                <a:cubicBezTo>
                  <a:pt x="117267" y="6171"/>
                  <a:pt x="116750" y="6323"/>
                  <a:pt x="116203" y="6354"/>
                </a:cubicBezTo>
                <a:cubicBezTo>
                  <a:pt x="115625" y="6384"/>
                  <a:pt x="113559" y="6475"/>
                  <a:pt x="112859" y="6566"/>
                </a:cubicBezTo>
                <a:cubicBezTo>
                  <a:pt x="112647" y="6597"/>
                  <a:pt x="112677" y="6749"/>
                  <a:pt x="112282" y="6718"/>
                </a:cubicBezTo>
                <a:cubicBezTo>
                  <a:pt x="112221" y="6627"/>
                  <a:pt x="112464" y="6597"/>
                  <a:pt x="112464" y="6536"/>
                </a:cubicBezTo>
                <a:cubicBezTo>
                  <a:pt x="112100" y="6536"/>
                  <a:pt x="112039" y="6627"/>
                  <a:pt x="111674" y="6658"/>
                </a:cubicBezTo>
                <a:cubicBezTo>
                  <a:pt x="111644" y="6718"/>
                  <a:pt x="111735" y="6749"/>
                  <a:pt x="111887" y="6749"/>
                </a:cubicBezTo>
                <a:cubicBezTo>
                  <a:pt x="111796" y="6931"/>
                  <a:pt x="111279" y="6810"/>
                  <a:pt x="111492" y="6658"/>
                </a:cubicBezTo>
                <a:cubicBezTo>
                  <a:pt x="111127" y="6749"/>
                  <a:pt x="110732" y="6810"/>
                  <a:pt x="110337" y="6810"/>
                </a:cubicBezTo>
                <a:cubicBezTo>
                  <a:pt x="110185" y="6810"/>
                  <a:pt x="109273" y="7022"/>
                  <a:pt x="108969" y="7053"/>
                </a:cubicBezTo>
                <a:cubicBezTo>
                  <a:pt x="108574" y="7083"/>
                  <a:pt x="108209" y="7053"/>
                  <a:pt x="107783" y="7083"/>
                </a:cubicBezTo>
                <a:cubicBezTo>
                  <a:pt x="106628" y="7235"/>
                  <a:pt x="105139" y="7448"/>
                  <a:pt x="104075" y="7539"/>
                </a:cubicBezTo>
                <a:cubicBezTo>
                  <a:pt x="103589" y="7569"/>
                  <a:pt x="103011" y="7752"/>
                  <a:pt x="102525" y="7813"/>
                </a:cubicBezTo>
                <a:cubicBezTo>
                  <a:pt x="102343" y="7813"/>
                  <a:pt x="102130" y="7813"/>
                  <a:pt x="101947" y="7813"/>
                </a:cubicBezTo>
                <a:cubicBezTo>
                  <a:pt x="101339" y="7843"/>
                  <a:pt x="100792" y="8025"/>
                  <a:pt x="100367" y="8056"/>
                </a:cubicBezTo>
                <a:cubicBezTo>
                  <a:pt x="99972" y="8117"/>
                  <a:pt x="99668" y="8056"/>
                  <a:pt x="99394" y="8056"/>
                </a:cubicBezTo>
                <a:cubicBezTo>
                  <a:pt x="99029" y="8086"/>
                  <a:pt x="98482" y="8117"/>
                  <a:pt x="98239" y="8147"/>
                </a:cubicBezTo>
                <a:cubicBezTo>
                  <a:pt x="98057" y="8177"/>
                  <a:pt x="97722" y="8329"/>
                  <a:pt x="97662" y="8360"/>
                </a:cubicBezTo>
                <a:cubicBezTo>
                  <a:pt x="97449" y="8360"/>
                  <a:pt x="97266" y="8360"/>
                  <a:pt x="97054" y="8360"/>
                </a:cubicBezTo>
                <a:cubicBezTo>
                  <a:pt x="96719" y="8390"/>
                  <a:pt x="96658" y="8481"/>
                  <a:pt x="96294" y="8512"/>
                </a:cubicBezTo>
                <a:cubicBezTo>
                  <a:pt x="95929" y="8573"/>
                  <a:pt x="95534" y="8542"/>
                  <a:pt x="95200" y="8633"/>
                </a:cubicBezTo>
                <a:cubicBezTo>
                  <a:pt x="94652" y="8725"/>
                  <a:pt x="93406" y="9241"/>
                  <a:pt x="92585" y="9393"/>
                </a:cubicBezTo>
                <a:cubicBezTo>
                  <a:pt x="92464" y="9545"/>
                  <a:pt x="91522" y="10001"/>
                  <a:pt x="90823" y="10548"/>
                </a:cubicBezTo>
                <a:cubicBezTo>
                  <a:pt x="90671" y="10700"/>
                  <a:pt x="90367" y="10852"/>
                  <a:pt x="90184" y="11004"/>
                </a:cubicBezTo>
                <a:cubicBezTo>
                  <a:pt x="88938" y="12190"/>
                  <a:pt x="87874" y="14013"/>
                  <a:pt x="86658" y="15442"/>
                </a:cubicBezTo>
                <a:cubicBezTo>
                  <a:pt x="86415" y="15716"/>
                  <a:pt x="86081" y="15898"/>
                  <a:pt x="85898" y="16354"/>
                </a:cubicBezTo>
                <a:cubicBezTo>
                  <a:pt x="85990" y="16354"/>
                  <a:pt x="86172" y="16080"/>
                  <a:pt x="86324" y="15898"/>
                </a:cubicBezTo>
                <a:cubicBezTo>
                  <a:pt x="86142" y="16323"/>
                  <a:pt x="85047" y="17813"/>
                  <a:pt x="84926" y="17570"/>
                </a:cubicBezTo>
                <a:cubicBezTo>
                  <a:pt x="84956" y="17782"/>
                  <a:pt x="84683" y="17995"/>
                  <a:pt x="84287" y="18603"/>
                </a:cubicBezTo>
                <a:cubicBezTo>
                  <a:pt x="84044" y="19150"/>
                  <a:pt x="83710" y="19667"/>
                  <a:pt x="83315" y="20123"/>
                </a:cubicBezTo>
                <a:cubicBezTo>
                  <a:pt x="83163" y="20123"/>
                  <a:pt x="83406" y="19819"/>
                  <a:pt x="83588" y="19576"/>
                </a:cubicBezTo>
                <a:cubicBezTo>
                  <a:pt x="83467" y="19606"/>
                  <a:pt x="83132" y="19789"/>
                  <a:pt x="83558" y="19272"/>
                </a:cubicBezTo>
                <a:cubicBezTo>
                  <a:pt x="83345" y="19272"/>
                  <a:pt x="83345" y="19667"/>
                  <a:pt x="83072" y="19910"/>
                </a:cubicBezTo>
                <a:cubicBezTo>
                  <a:pt x="83132" y="19758"/>
                  <a:pt x="83102" y="19667"/>
                  <a:pt x="83011" y="19606"/>
                </a:cubicBezTo>
                <a:cubicBezTo>
                  <a:pt x="82616" y="20001"/>
                  <a:pt x="82768" y="20062"/>
                  <a:pt x="82464" y="20427"/>
                </a:cubicBezTo>
                <a:cubicBezTo>
                  <a:pt x="82403" y="20093"/>
                  <a:pt x="81856" y="20731"/>
                  <a:pt x="81734" y="21096"/>
                </a:cubicBezTo>
                <a:cubicBezTo>
                  <a:pt x="82038" y="21035"/>
                  <a:pt x="82555" y="20366"/>
                  <a:pt x="82828" y="20457"/>
                </a:cubicBezTo>
                <a:cubicBezTo>
                  <a:pt x="82707" y="20761"/>
                  <a:pt x="82403" y="21217"/>
                  <a:pt x="82403" y="21430"/>
                </a:cubicBezTo>
                <a:cubicBezTo>
                  <a:pt x="82190" y="21612"/>
                  <a:pt x="82069" y="21521"/>
                  <a:pt x="81825" y="21703"/>
                </a:cubicBezTo>
                <a:cubicBezTo>
                  <a:pt x="81491" y="22159"/>
                  <a:pt x="81765" y="22281"/>
                  <a:pt x="82129" y="21703"/>
                </a:cubicBezTo>
                <a:cubicBezTo>
                  <a:pt x="81977" y="22190"/>
                  <a:pt x="81552" y="22555"/>
                  <a:pt x="81066" y="22615"/>
                </a:cubicBezTo>
                <a:cubicBezTo>
                  <a:pt x="80944" y="22980"/>
                  <a:pt x="80458" y="23618"/>
                  <a:pt x="80792" y="23679"/>
                </a:cubicBezTo>
                <a:cubicBezTo>
                  <a:pt x="80640" y="23892"/>
                  <a:pt x="80458" y="24135"/>
                  <a:pt x="80488" y="24196"/>
                </a:cubicBezTo>
                <a:cubicBezTo>
                  <a:pt x="80154" y="24439"/>
                  <a:pt x="79637" y="25199"/>
                  <a:pt x="79424" y="25108"/>
                </a:cubicBezTo>
                <a:cubicBezTo>
                  <a:pt x="79728" y="24682"/>
                  <a:pt x="80002" y="24287"/>
                  <a:pt x="80032" y="24591"/>
                </a:cubicBezTo>
                <a:lnTo>
                  <a:pt x="80640" y="23801"/>
                </a:lnTo>
                <a:cubicBezTo>
                  <a:pt x="80549" y="23527"/>
                  <a:pt x="80002" y="24530"/>
                  <a:pt x="79910" y="24226"/>
                </a:cubicBezTo>
                <a:cubicBezTo>
                  <a:pt x="80062" y="23922"/>
                  <a:pt x="80275" y="23679"/>
                  <a:pt x="80549" y="23466"/>
                </a:cubicBezTo>
                <a:cubicBezTo>
                  <a:pt x="80366" y="23375"/>
                  <a:pt x="79880" y="24044"/>
                  <a:pt x="79667" y="24014"/>
                </a:cubicBezTo>
                <a:cubicBezTo>
                  <a:pt x="79303" y="24500"/>
                  <a:pt x="79303" y="24865"/>
                  <a:pt x="78907" y="25169"/>
                </a:cubicBezTo>
                <a:cubicBezTo>
                  <a:pt x="78695" y="24956"/>
                  <a:pt x="79394" y="23740"/>
                  <a:pt x="79120" y="23801"/>
                </a:cubicBezTo>
                <a:cubicBezTo>
                  <a:pt x="79303" y="23375"/>
                  <a:pt x="79819" y="22980"/>
                  <a:pt x="80154" y="22342"/>
                </a:cubicBezTo>
                <a:cubicBezTo>
                  <a:pt x="80062" y="22676"/>
                  <a:pt x="80214" y="22372"/>
                  <a:pt x="80336" y="22494"/>
                </a:cubicBezTo>
                <a:cubicBezTo>
                  <a:pt x="80914" y="21764"/>
                  <a:pt x="80245" y="21947"/>
                  <a:pt x="80883" y="21156"/>
                </a:cubicBezTo>
                <a:cubicBezTo>
                  <a:pt x="81187" y="20761"/>
                  <a:pt x="81066" y="21004"/>
                  <a:pt x="81096" y="21065"/>
                </a:cubicBezTo>
                <a:cubicBezTo>
                  <a:pt x="81400" y="20761"/>
                  <a:pt x="81187" y="20761"/>
                  <a:pt x="81369" y="20518"/>
                </a:cubicBezTo>
                <a:cubicBezTo>
                  <a:pt x="81856" y="19758"/>
                  <a:pt x="81947" y="20001"/>
                  <a:pt x="82403" y="19333"/>
                </a:cubicBezTo>
                <a:cubicBezTo>
                  <a:pt x="82737" y="18755"/>
                  <a:pt x="82038" y="19576"/>
                  <a:pt x="82038" y="19302"/>
                </a:cubicBezTo>
                <a:cubicBezTo>
                  <a:pt x="82221" y="19272"/>
                  <a:pt x="82616" y="18542"/>
                  <a:pt x="82737" y="18573"/>
                </a:cubicBezTo>
                <a:cubicBezTo>
                  <a:pt x="83011" y="18208"/>
                  <a:pt x="82494" y="18664"/>
                  <a:pt x="82373" y="18785"/>
                </a:cubicBezTo>
                <a:cubicBezTo>
                  <a:pt x="82585" y="18330"/>
                  <a:pt x="83254" y="17691"/>
                  <a:pt x="83467" y="17114"/>
                </a:cubicBezTo>
                <a:cubicBezTo>
                  <a:pt x="83072" y="17266"/>
                  <a:pt x="83132" y="17752"/>
                  <a:pt x="82798" y="18117"/>
                </a:cubicBezTo>
                <a:cubicBezTo>
                  <a:pt x="82616" y="18086"/>
                  <a:pt x="82129" y="18694"/>
                  <a:pt x="82312" y="18208"/>
                </a:cubicBezTo>
                <a:cubicBezTo>
                  <a:pt x="81704" y="18907"/>
                  <a:pt x="81977" y="18968"/>
                  <a:pt x="81461" y="19576"/>
                </a:cubicBezTo>
                <a:cubicBezTo>
                  <a:pt x="81035" y="20123"/>
                  <a:pt x="81248" y="19606"/>
                  <a:pt x="80822" y="20336"/>
                </a:cubicBezTo>
                <a:cubicBezTo>
                  <a:pt x="80610" y="20670"/>
                  <a:pt x="80549" y="20883"/>
                  <a:pt x="80306" y="21187"/>
                </a:cubicBezTo>
                <a:cubicBezTo>
                  <a:pt x="79971" y="21521"/>
                  <a:pt x="79637" y="21825"/>
                  <a:pt x="79333" y="22190"/>
                </a:cubicBezTo>
                <a:cubicBezTo>
                  <a:pt x="78999" y="22767"/>
                  <a:pt x="79698" y="21764"/>
                  <a:pt x="79607" y="22159"/>
                </a:cubicBezTo>
                <a:cubicBezTo>
                  <a:pt x="79303" y="22889"/>
                  <a:pt x="78026" y="24044"/>
                  <a:pt x="78026" y="24439"/>
                </a:cubicBezTo>
                <a:cubicBezTo>
                  <a:pt x="77661" y="24743"/>
                  <a:pt x="77357" y="25077"/>
                  <a:pt x="77114" y="25473"/>
                </a:cubicBezTo>
                <a:cubicBezTo>
                  <a:pt x="77053" y="24986"/>
                  <a:pt x="77874" y="24682"/>
                  <a:pt x="78026" y="24166"/>
                </a:cubicBezTo>
                <a:cubicBezTo>
                  <a:pt x="77418" y="24561"/>
                  <a:pt x="76719" y="25229"/>
                  <a:pt x="76111" y="25685"/>
                </a:cubicBezTo>
                <a:cubicBezTo>
                  <a:pt x="75837" y="26384"/>
                  <a:pt x="76689" y="25473"/>
                  <a:pt x="76992" y="25138"/>
                </a:cubicBezTo>
                <a:cubicBezTo>
                  <a:pt x="77114" y="25351"/>
                  <a:pt x="76081" y="26384"/>
                  <a:pt x="76567" y="26324"/>
                </a:cubicBezTo>
                <a:cubicBezTo>
                  <a:pt x="76354" y="26597"/>
                  <a:pt x="76233" y="26719"/>
                  <a:pt x="76111" y="26719"/>
                </a:cubicBezTo>
                <a:cubicBezTo>
                  <a:pt x="76050" y="27084"/>
                  <a:pt x="75412" y="27843"/>
                  <a:pt x="74895" y="28542"/>
                </a:cubicBezTo>
                <a:cubicBezTo>
                  <a:pt x="74834" y="28421"/>
                  <a:pt x="75412" y="27813"/>
                  <a:pt x="75230" y="27783"/>
                </a:cubicBezTo>
                <a:cubicBezTo>
                  <a:pt x="74926" y="28056"/>
                  <a:pt x="74591" y="28421"/>
                  <a:pt x="74257" y="28755"/>
                </a:cubicBezTo>
                <a:cubicBezTo>
                  <a:pt x="73953" y="29181"/>
                  <a:pt x="74196" y="29211"/>
                  <a:pt x="74318" y="29333"/>
                </a:cubicBezTo>
                <a:cubicBezTo>
                  <a:pt x="73983" y="29667"/>
                  <a:pt x="73497" y="30518"/>
                  <a:pt x="73315" y="30549"/>
                </a:cubicBezTo>
                <a:cubicBezTo>
                  <a:pt x="73041" y="30397"/>
                  <a:pt x="73892" y="29910"/>
                  <a:pt x="73923" y="29515"/>
                </a:cubicBezTo>
                <a:cubicBezTo>
                  <a:pt x="73375" y="29789"/>
                  <a:pt x="73284" y="30488"/>
                  <a:pt x="72798" y="30913"/>
                </a:cubicBezTo>
                <a:cubicBezTo>
                  <a:pt x="72889" y="31005"/>
                  <a:pt x="73071" y="30792"/>
                  <a:pt x="73132" y="30913"/>
                </a:cubicBezTo>
                <a:lnTo>
                  <a:pt x="72068" y="32342"/>
                </a:lnTo>
                <a:cubicBezTo>
                  <a:pt x="71582" y="32737"/>
                  <a:pt x="72919" y="31217"/>
                  <a:pt x="72615" y="31248"/>
                </a:cubicBezTo>
                <a:cubicBezTo>
                  <a:pt x="72220" y="31552"/>
                  <a:pt x="71825" y="32464"/>
                  <a:pt x="71369" y="33041"/>
                </a:cubicBezTo>
                <a:cubicBezTo>
                  <a:pt x="72160" y="32312"/>
                  <a:pt x="70792" y="33983"/>
                  <a:pt x="70427" y="34561"/>
                </a:cubicBezTo>
                <a:cubicBezTo>
                  <a:pt x="70032" y="34956"/>
                  <a:pt x="70974" y="33710"/>
                  <a:pt x="71187" y="33436"/>
                </a:cubicBezTo>
                <a:cubicBezTo>
                  <a:pt x="70822" y="33497"/>
                  <a:pt x="70275" y="34622"/>
                  <a:pt x="70062" y="35017"/>
                </a:cubicBezTo>
                <a:cubicBezTo>
                  <a:pt x="69637" y="35351"/>
                  <a:pt x="68755" y="36506"/>
                  <a:pt x="68634" y="37114"/>
                </a:cubicBezTo>
                <a:cubicBezTo>
                  <a:pt x="68877" y="36962"/>
                  <a:pt x="69363" y="35959"/>
                  <a:pt x="69728" y="35503"/>
                </a:cubicBezTo>
                <a:cubicBezTo>
                  <a:pt x="69849" y="35564"/>
                  <a:pt x="69363" y="36111"/>
                  <a:pt x="69242" y="36354"/>
                </a:cubicBezTo>
                <a:cubicBezTo>
                  <a:pt x="68877" y="36962"/>
                  <a:pt x="68421" y="37631"/>
                  <a:pt x="68421" y="37904"/>
                </a:cubicBezTo>
                <a:cubicBezTo>
                  <a:pt x="67752" y="38755"/>
                  <a:pt x="67448" y="39515"/>
                  <a:pt x="66840" y="40762"/>
                </a:cubicBezTo>
                <a:cubicBezTo>
                  <a:pt x="66780" y="40944"/>
                  <a:pt x="66901" y="40944"/>
                  <a:pt x="66810" y="41157"/>
                </a:cubicBezTo>
                <a:cubicBezTo>
                  <a:pt x="66628" y="41643"/>
                  <a:pt x="66506" y="41704"/>
                  <a:pt x="66384" y="41582"/>
                </a:cubicBezTo>
                <a:cubicBezTo>
                  <a:pt x="66324" y="41917"/>
                  <a:pt x="66232" y="42190"/>
                  <a:pt x="66141" y="42464"/>
                </a:cubicBezTo>
                <a:cubicBezTo>
                  <a:pt x="66050" y="42707"/>
                  <a:pt x="65928" y="43041"/>
                  <a:pt x="65837" y="43315"/>
                </a:cubicBezTo>
                <a:cubicBezTo>
                  <a:pt x="65624" y="43892"/>
                  <a:pt x="65473" y="44500"/>
                  <a:pt x="65412" y="45108"/>
                </a:cubicBezTo>
                <a:lnTo>
                  <a:pt x="65412" y="45108"/>
                </a:lnTo>
                <a:cubicBezTo>
                  <a:pt x="65351" y="45199"/>
                  <a:pt x="65260" y="45139"/>
                  <a:pt x="65260" y="45139"/>
                </a:cubicBezTo>
                <a:cubicBezTo>
                  <a:pt x="65290" y="45078"/>
                  <a:pt x="65290" y="45047"/>
                  <a:pt x="65290" y="44987"/>
                </a:cubicBezTo>
                <a:cubicBezTo>
                  <a:pt x="65290" y="44895"/>
                  <a:pt x="65290" y="44774"/>
                  <a:pt x="65260" y="44683"/>
                </a:cubicBezTo>
                <a:cubicBezTo>
                  <a:pt x="65229" y="44743"/>
                  <a:pt x="65229" y="44835"/>
                  <a:pt x="65199" y="44895"/>
                </a:cubicBezTo>
                <a:cubicBezTo>
                  <a:pt x="65199" y="44926"/>
                  <a:pt x="65169" y="44956"/>
                  <a:pt x="65169" y="44987"/>
                </a:cubicBezTo>
                <a:lnTo>
                  <a:pt x="65047" y="44987"/>
                </a:lnTo>
                <a:cubicBezTo>
                  <a:pt x="64986" y="44987"/>
                  <a:pt x="64895" y="45017"/>
                  <a:pt x="64834" y="45017"/>
                </a:cubicBezTo>
                <a:cubicBezTo>
                  <a:pt x="64591" y="45139"/>
                  <a:pt x="64713" y="45260"/>
                  <a:pt x="64986" y="45169"/>
                </a:cubicBezTo>
                <a:cubicBezTo>
                  <a:pt x="64591" y="45564"/>
                  <a:pt x="63558" y="45777"/>
                  <a:pt x="62767" y="46142"/>
                </a:cubicBezTo>
                <a:cubicBezTo>
                  <a:pt x="62767" y="46233"/>
                  <a:pt x="62798" y="46324"/>
                  <a:pt x="63071" y="46233"/>
                </a:cubicBezTo>
                <a:cubicBezTo>
                  <a:pt x="62555" y="46537"/>
                  <a:pt x="61947" y="46567"/>
                  <a:pt x="61308" y="46932"/>
                </a:cubicBezTo>
                <a:cubicBezTo>
                  <a:pt x="61703" y="46658"/>
                  <a:pt x="61278" y="46567"/>
                  <a:pt x="60822" y="46689"/>
                </a:cubicBezTo>
                <a:cubicBezTo>
                  <a:pt x="60913" y="46476"/>
                  <a:pt x="61248" y="46628"/>
                  <a:pt x="61582" y="46446"/>
                </a:cubicBezTo>
                <a:cubicBezTo>
                  <a:pt x="61582" y="46294"/>
                  <a:pt x="61369" y="46294"/>
                  <a:pt x="60974" y="46446"/>
                </a:cubicBezTo>
                <a:cubicBezTo>
                  <a:pt x="60184" y="46780"/>
                  <a:pt x="61156" y="46719"/>
                  <a:pt x="60731" y="46993"/>
                </a:cubicBezTo>
                <a:cubicBezTo>
                  <a:pt x="60001" y="47145"/>
                  <a:pt x="59302" y="47327"/>
                  <a:pt x="58633" y="47601"/>
                </a:cubicBezTo>
                <a:lnTo>
                  <a:pt x="58603" y="47418"/>
                </a:lnTo>
                <a:cubicBezTo>
                  <a:pt x="57661" y="47753"/>
                  <a:pt x="57448" y="48057"/>
                  <a:pt x="56415" y="48421"/>
                </a:cubicBezTo>
                <a:cubicBezTo>
                  <a:pt x="56627" y="48148"/>
                  <a:pt x="56080" y="48391"/>
                  <a:pt x="55989" y="48360"/>
                </a:cubicBezTo>
                <a:cubicBezTo>
                  <a:pt x="55837" y="48330"/>
                  <a:pt x="56019" y="48087"/>
                  <a:pt x="55533" y="48269"/>
                </a:cubicBezTo>
                <a:cubicBezTo>
                  <a:pt x="54986" y="48634"/>
                  <a:pt x="56263" y="48178"/>
                  <a:pt x="56050" y="48543"/>
                </a:cubicBezTo>
                <a:cubicBezTo>
                  <a:pt x="55320" y="48847"/>
                  <a:pt x="55442" y="48512"/>
                  <a:pt x="54682" y="48847"/>
                </a:cubicBezTo>
                <a:cubicBezTo>
                  <a:pt x="54439" y="48968"/>
                  <a:pt x="54712" y="48968"/>
                  <a:pt x="54895" y="48908"/>
                </a:cubicBezTo>
                <a:cubicBezTo>
                  <a:pt x="54560" y="49212"/>
                  <a:pt x="54074" y="49120"/>
                  <a:pt x="53588" y="49303"/>
                </a:cubicBezTo>
                <a:cubicBezTo>
                  <a:pt x="53101" y="49485"/>
                  <a:pt x="52615" y="49789"/>
                  <a:pt x="52129" y="50002"/>
                </a:cubicBezTo>
                <a:cubicBezTo>
                  <a:pt x="51703" y="50123"/>
                  <a:pt x="51247" y="50275"/>
                  <a:pt x="50852" y="50488"/>
                </a:cubicBezTo>
                <a:cubicBezTo>
                  <a:pt x="50761" y="50397"/>
                  <a:pt x="50974" y="50306"/>
                  <a:pt x="50974" y="50215"/>
                </a:cubicBezTo>
                <a:cubicBezTo>
                  <a:pt x="50396" y="50427"/>
                  <a:pt x="50305" y="50701"/>
                  <a:pt x="49880" y="50701"/>
                </a:cubicBezTo>
                <a:cubicBezTo>
                  <a:pt x="49788" y="50579"/>
                  <a:pt x="50396" y="50427"/>
                  <a:pt x="50396" y="50336"/>
                </a:cubicBezTo>
                <a:cubicBezTo>
                  <a:pt x="49667" y="50519"/>
                  <a:pt x="49910" y="50671"/>
                  <a:pt x="49302" y="50883"/>
                </a:cubicBezTo>
                <a:cubicBezTo>
                  <a:pt x="49484" y="50974"/>
                  <a:pt x="50123" y="50731"/>
                  <a:pt x="50153" y="50944"/>
                </a:cubicBezTo>
                <a:cubicBezTo>
                  <a:pt x="50031" y="50974"/>
                  <a:pt x="49545" y="51218"/>
                  <a:pt x="49424" y="51218"/>
                </a:cubicBezTo>
                <a:cubicBezTo>
                  <a:pt x="49302" y="51218"/>
                  <a:pt x="49667" y="51035"/>
                  <a:pt x="49576" y="51035"/>
                </a:cubicBezTo>
                <a:cubicBezTo>
                  <a:pt x="48907" y="51066"/>
                  <a:pt x="48238" y="51218"/>
                  <a:pt x="47630" y="51461"/>
                </a:cubicBezTo>
                <a:cubicBezTo>
                  <a:pt x="47144" y="51704"/>
                  <a:pt x="48238" y="51370"/>
                  <a:pt x="47691" y="51674"/>
                </a:cubicBezTo>
                <a:lnTo>
                  <a:pt x="46384" y="52130"/>
                </a:lnTo>
                <a:lnTo>
                  <a:pt x="46323" y="51947"/>
                </a:lnTo>
                <a:cubicBezTo>
                  <a:pt x="45898" y="52038"/>
                  <a:pt x="45898" y="52130"/>
                  <a:pt x="45563" y="52251"/>
                </a:cubicBezTo>
                <a:cubicBezTo>
                  <a:pt x="44925" y="52464"/>
                  <a:pt x="44803" y="52312"/>
                  <a:pt x="44499" y="52737"/>
                </a:cubicBezTo>
                <a:cubicBezTo>
                  <a:pt x="44895" y="52646"/>
                  <a:pt x="45776" y="52464"/>
                  <a:pt x="44743" y="52889"/>
                </a:cubicBezTo>
                <a:cubicBezTo>
                  <a:pt x="45107" y="52889"/>
                  <a:pt x="46171" y="52373"/>
                  <a:pt x="46810" y="52160"/>
                </a:cubicBezTo>
                <a:cubicBezTo>
                  <a:pt x="46931" y="52342"/>
                  <a:pt x="46019" y="52585"/>
                  <a:pt x="45533" y="52798"/>
                </a:cubicBezTo>
                <a:lnTo>
                  <a:pt x="43892" y="53437"/>
                </a:lnTo>
                <a:lnTo>
                  <a:pt x="43800" y="53133"/>
                </a:lnTo>
                <a:cubicBezTo>
                  <a:pt x="43040" y="53437"/>
                  <a:pt x="42828" y="53649"/>
                  <a:pt x="43162" y="53740"/>
                </a:cubicBezTo>
                <a:lnTo>
                  <a:pt x="42037" y="54166"/>
                </a:lnTo>
                <a:cubicBezTo>
                  <a:pt x="42098" y="54075"/>
                  <a:pt x="42341" y="53953"/>
                  <a:pt x="42372" y="53832"/>
                </a:cubicBezTo>
                <a:cubicBezTo>
                  <a:pt x="41521" y="54227"/>
                  <a:pt x="41186" y="54196"/>
                  <a:pt x="40305" y="54592"/>
                </a:cubicBezTo>
                <a:cubicBezTo>
                  <a:pt x="40335" y="54531"/>
                  <a:pt x="40487" y="54470"/>
                  <a:pt x="40457" y="54409"/>
                </a:cubicBezTo>
                <a:cubicBezTo>
                  <a:pt x="39028" y="54926"/>
                  <a:pt x="38268" y="55321"/>
                  <a:pt x="36961" y="55777"/>
                </a:cubicBezTo>
                <a:cubicBezTo>
                  <a:pt x="36870" y="56051"/>
                  <a:pt x="36353" y="56355"/>
                  <a:pt x="35381" y="56689"/>
                </a:cubicBezTo>
                <a:cubicBezTo>
                  <a:pt x="35533" y="56902"/>
                  <a:pt x="36414" y="56203"/>
                  <a:pt x="36901" y="56203"/>
                </a:cubicBezTo>
                <a:cubicBezTo>
                  <a:pt x="36657" y="56476"/>
                  <a:pt x="35533" y="56810"/>
                  <a:pt x="34925" y="57084"/>
                </a:cubicBezTo>
                <a:cubicBezTo>
                  <a:pt x="34834" y="57023"/>
                  <a:pt x="35016" y="56932"/>
                  <a:pt x="35259" y="56810"/>
                </a:cubicBezTo>
                <a:cubicBezTo>
                  <a:pt x="34590" y="57023"/>
                  <a:pt x="35198" y="56598"/>
                  <a:pt x="34773" y="56689"/>
                </a:cubicBezTo>
                <a:cubicBezTo>
                  <a:pt x="33922" y="56993"/>
                  <a:pt x="35077" y="56719"/>
                  <a:pt x="34469" y="56993"/>
                </a:cubicBezTo>
                <a:cubicBezTo>
                  <a:pt x="33679" y="57418"/>
                  <a:pt x="33983" y="56932"/>
                  <a:pt x="33131" y="57358"/>
                </a:cubicBezTo>
                <a:cubicBezTo>
                  <a:pt x="32797" y="57510"/>
                  <a:pt x="33496" y="57479"/>
                  <a:pt x="33071" y="57753"/>
                </a:cubicBezTo>
                <a:cubicBezTo>
                  <a:pt x="32554" y="57783"/>
                  <a:pt x="31551" y="58513"/>
                  <a:pt x="31916" y="58087"/>
                </a:cubicBezTo>
                <a:cubicBezTo>
                  <a:pt x="31095" y="58543"/>
                  <a:pt x="30274" y="58938"/>
                  <a:pt x="29393" y="59242"/>
                </a:cubicBezTo>
                <a:cubicBezTo>
                  <a:pt x="29241" y="59607"/>
                  <a:pt x="30213" y="59060"/>
                  <a:pt x="30730" y="58847"/>
                </a:cubicBezTo>
                <a:cubicBezTo>
                  <a:pt x="30669" y="59151"/>
                  <a:pt x="29970" y="59242"/>
                  <a:pt x="29484" y="59455"/>
                </a:cubicBezTo>
                <a:cubicBezTo>
                  <a:pt x="29150" y="59668"/>
                  <a:pt x="28785" y="59880"/>
                  <a:pt x="28420" y="60032"/>
                </a:cubicBezTo>
                <a:cubicBezTo>
                  <a:pt x="28177" y="59941"/>
                  <a:pt x="28603" y="59728"/>
                  <a:pt x="29089" y="59546"/>
                </a:cubicBezTo>
                <a:cubicBezTo>
                  <a:pt x="29028" y="59424"/>
                  <a:pt x="28572" y="59637"/>
                  <a:pt x="28147" y="59820"/>
                </a:cubicBezTo>
                <a:cubicBezTo>
                  <a:pt x="28177" y="59637"/>
                  <a:pt x="28299" y="59516"/>
                  <a:pt x="27843" y="59607"/>
                </a:cubicBezTo>
                <a:cubicBezTo>
                  <a:pt x="27630" y="59759"/>
                  <a:pt x="28147" y="59759"/>
                  <a:pt x="27599" y="60063"/>
                </a:cubicBezTo>
                <a:cubicBezTo>
                  <a:pt x="27447" y="60306"/>
                  <a:pt x="28451" y="59941"/>
                  <a:pt x="27873" y="60276"/>
                </a:cubicBezTo>
                <a:cubicBezTo>
                  <a:pt x="27417" y="60488"/>
                  <a:pt x="27660" y="60336"/>
                  <a:pt x="27660" y="60245"/>
                </a:cubicBezTo>
                <a:cubicBezTo>
                  <a:pt x="26748" y="60701"/>
                  <a:pt x="26536" y="60762"/>
                  <a:pt x="25593" y="61248"/>
                </a:cubicBezTo>
                <a:cubicBezTo>
                  <a:pt x="25411" y="60975"/>
                  <a:pt x="26475" y="60853"/>
                  <a:pt x="26353" y="60640"/>
                </a:cubicBezTo>
                <a:cubicBezTo>
                  <a:pt x="25897" y="60640"/>
                  <a:pt x="25837" y="60853"/>
                  <a:pt x="25259" y="61066"/>
                </a:cubicBezTo>
                <a:cubicBezTo>
                  <a:pt x="24894" y="61279"/>
                  <a:pt x="25350" y="61248"/>
                  <a:pt x="25350" y="61218"/>
                </a:cubicBezTo>
                <a:cubicBezTo>
                  <a:pt x="25320" y="61491"/>
                  <a:pt x="24773" y="61522"/>
                  <a:pt x="25016" y="61735"/>
                </a:cubicBezTo>
                <a:cubicBezTo>
                  <a:pt x="24408" y="62069"/>
                  <a:pt x="24195" y="62525"/>
                  <a:pt x="23739" y="62738"/>
                </a:cubicBezTo>
                <a:cubicBezTo>
                  <a:pt x="23526" y="63133"/>
                  <a:pt x="23283" y="63498"/>
                  <a:pt x="22979" y="63832"/>
                </a:cubicBezTo>
                <a:cubicBezTo>
                  <a:pt x="22584" y="64440"/>
                  <a:pt x="22219" y="65078"/>
                  <a:pt x="21885" y="65716"/>
                </a:cubicBezTo>
                <a:cubicBezTo>
                  <a:pt x="21520" y="66476"/>
                  <a:pt x="21520" y="66567"/>
                  <a:pt x="21095" y="67084"/>
                </a:cubicBezTo>
                <a:cubicBezTo>
                  <a:pt x="21004" y="67267"/>
                  <a:pt x="21125" y="67267"/>
                  <a:pt x="21004" y="67479"/>
                </a:cubicBezTo>
                <a:cubicBezTo>
                  <a:pt x="19727" y="69698"/>
                  <a:pt x="19210" y="71127"/>
                  <a:pt x="18086" y="72890"/>
                </a:cubicBezTo>
                <a:cubicBezTo>
                  <a:pt x="17994" y="73103"/>
                  <a:pt x="18116" y="73072"/>
                  <a:pt x="17994" y="73315"/>
                </a:cubicBezTo>
                <a:cubicBezTo>
                  <a:pt x="17812" y="73741"/>
                  <a:pt x="17690" y="73619"/>
                  <a:pt x="17478" y="74136"/>
                </a:cubicBezTo>
                <a:cubicBezTo>
                  <a:pt x="17174" y="74227"/>
                  <a:pt x="17508" y="73680"/>
                  <a:pt x="17478" y="73467"/>
                </a:cubicBezTo>
                <a:cubicBezTo>
                  <a:pt x="17934" y="73042"/>
                  <a:pt x="18268" y="72525"/>
                  <a:pt x="18420" y="71947"/>
                </a:cubicBezTo>
                <a:cubicBezTo>
                  <a:pt x="18207" y="71947"/>
                  <a:pt x="18055" y="72586"/>
                  <a:pt x="17751" y="72920"/>
                </a:cubicBezTo>
                <a:cubicBezTo>
                  <a:pt x="17690" y="73011"/>
                  <a:pt x="17569" y="72920"/>
                  <a:pt x="17508" y="73011"/>
                </a:cubicBezTo>
                <a:cubicBezTo>
                  <a:pt x="17295" y="73285"/>
                  <a:pt x="17143" y="73680"/>
                  <a:pt x="16900" y="74014"/>
                </a:cubicBezTo>
                <a:cubicBezTo>
                  <a:pt x="16961" y="74349"/>
                  <a:pt x="17235" y="73467"/>
                  <a:pt x="17295" y="73802"/>
                </a:cubicBezTo>
                <a:cubicBezTo>
                  <a:pt x="17235" y="74106"/>
                  <a:pt x="16748" y="75230"/>
                  <a:pt x="17295" y="74470"/>
                </a:cubicBezTo>
                <a:cubicBezTo>
                  <a:pt x="17326" y="74622"/>
                  <a:pt x="16566" y="76142"/>
                  <a:pt x="16475" y="75838"/>
                </a:cubicBezTo>
                <a:cubicBezTo>
                  <a:pt x="16201" y="76841"/>
                  <a:pt x="15350" y="78087"/>
                  <a:pt x="14560" y="79546"/>
                </a:cubicBezTo>
                <a:cubicBezTo>
                  <a:pt x="13709" y="81157"/>
                  <a:pt x="12706" y="83163"/>
                  <a:pt x="12037" y="84471"/>
                </a:cubicBezTo>
                <a:cubicBezTo>
                  <a:pt x="11824" y="84987"/>
                  <a:pt x="11733" y="84774"/>
                  <a:pt x="11551" y="85109"/>
                </a:cubicBezTo>
                <a:cubicBezTo>
                  <a:pt x="11429" y="85413"/>
                  <a:pt x="11277" y="85717"/>
                  <a:pt x="11095" y="85990"/>
                </a:cubicBezTo>
                <a:cubicBezTo>
                  <a:pt x="10943" y="86294"/>
                  <a:pt x="11125" y="86355"/>
                  <a:pt x="10699" y="86933"/>
                </a:cubicBezTo>
                <a:cubicBezTo>
                  <a:pt x="10365" y="87145"/>
                  <a:pt x="10760" y="86568"/>
                  <a:pt x="10821" y="86294"/>
                </a:cubicBezTo>
                <a:cubicBezTo>
                  <a:pt x="10851" y="86173"/>
                  <a:pt x="10821" y="85990"/>
                  <a:pt x="10851" y="85869"/>
                </a:cubicBezTo>
                <a:cubicBezTo>
                  <a:pt x="10943" y="85626"/>
                  <a:pt x="11551" y="84957"/>
                  <a:pt x="11277" y="84957"/>
                </a:cubicBezTo>
                <a:cubicBezTo>
                  <a:pt x="11155" y="84957"/>
                  <a:pt x="11186" y="85230"/>
                  <a:pt x="11003" y="85474"/>
                </a:cubicBezTo>
                <a:cubicBezTo>
                  <a:pt x="10943" y="85534"/>
                  <a:pt x="10669" y="85443"/>
                  <a:pt x="10456" y="86081"/>
                </a:cubicBezTo>
                <a:cubicBezTo>
                  <a:pt x="10547" y="86233"/>
                  <a:pt x="10851" y="85261"/>
                  <a:pt x="10912" y="85656"/>
                </a:cubicBezTo>
                <a:cubicBezTo>
                  <a:pt x="10517" y="86507"/>
                  <a:pt x="9757" y="87449"/>
                  <a:pt x="9392" y="88209"/>
                </a:cubicBezTo>
                <a:cubicBezTo>
                  <a:pt x="9575" y="88300"/>
                  <a:pt x="10031" y="87085"/>
                  <a:pt x="10304" y="86902"/>
                </a:cubicBezTo>
                <a:cubicBezTo>
                  <a:pt x="10639" y="86781"/>
                  <a:pt x="10274" y="87388"/>
                  <a:pt x="10426" y="87449"/>
                </a:cubicBezTo>
                <a:cubicBezTo>
                  <a:pt x="9666" y="88969"/>
                  <a:pt x="8815" y="90458"/>
                  <a:pt x="7903" y="91917"/>
                </a:cubicBezTo>
                <a:cubicBezTo>
                  <a:pt x="7478" y="93072"/>
                  <a:pt x="7022" y="94197"/>
                  <a:pt x="6474" y="95291"/>
                </a:cubicBezTo>
                <a:cubicBezTo>
                  <a:pt x="6626" y="95504"/>
                  <a:pt x="6809" y="95200"/>
                  <a:pt x="7022" y="94714"/>
                </a:cubicBezTo>
                <a:cubicBezTo>
                  <a:pt x="7143" y="94835"/>
                  <a:pt x="6778" y="95504"/>
                  <a:pt x="6870" y="95656"/>
                </a:cubicBezTo>
                <a:cubicBezTo>
                  <a:pt x="7082" y="95717"/>
                  <a:pt x="7052" y="95170"/>
                  <a:pt x="7143" y="94957"/>
                </a:cubicBezTo>
                <a:cubicBezTo>
                  <a:pt x="7356" y="94379"/>
                  <a:pt x="7690" y="93832"/>
                  <a:pt x="8055" y="93103"/>
                </a:cubicBezTo>
                <a:cubicBezTo>
                  <a:pt x="8116" y="92920"/>
                  <a:pt x="7994" y="92920"/>
                  <a:pt x="8116" y="92708"/>
                </a:cubicBezTo>
                <a:cubicBezTo>
                  <a:pt x="8298" y="92282"/>
                  <a:pt x="8541" y="91917"/>
                  <a:pt x="8845" y="91553"/>
                </a:cubicBezTo>
                <a:cubicBezTo>
                  <a:pt x="9028" y="91158"/>
                  <a:pt x="8663" y="91735"/>
                  <a:pt x="8785" y="91310"/>
                </a:cubicBezTo>
                <a:cubicBezTo>
                  <a:pt x="9544" y="90154"/>
                  <a:pt x="10031" y="88726"/>
                  <a:pt x="10791" y="87662"/>
                </a:cubicBezTo>
                <a:cubicBezTo>
                  <a:pt x="10730" y="88240"/>
                  <a:pt x="11459" y="86781"/>
                  <a:pt x="11672" y="86811"/>
                </a:cubicBezTo>
                <a:cubicBezTo>
                  <a:pt x="11946" y="86355"/>
                  <a:pt x="11307" y="86811"/>
                  <a:pt x="11763" y="86173"/>
                </a:cubicBezTo>
                <a:cubicBezTo>
                  <a:pt x="11672" y="86173"/>
                  <a:pt x="11551" y="86446"/>
                  <a:pt x="11429" y="86659"/>
                </a:cubicBezTo>
                <a:cubicBezTo>
                  <a:pt x="11064" y="87176"/>
                  <a:pt x="11520" y="86294"/>
                  <a:pt x="11642" y="86112"/>
                </a:cubicBezTo>
                <a:cubicBezTo>
                  <a:pt x="11946" y="85747"/>
                  <a:pt x="12219" y="85352"/>
                  <a:pt x="12462" y="84957"/>
                </a:cubicBezTo>
                <a:cubicBezTo>
                  <a:pt x="12402" y="84683"/>
                  <a:pt x="12158" y="85291"/>
                  <a:pt x="11976" y="85595"/>
                </a:cubicBezTo>
                <a:cubicBezTo>
                  <a:pt x="11824" y="85474"/>
                  <a:pt x="12219" y="85048"/>
                  <a:pt x="12402" y="84683"/>
                </a:cubicBezTo>
                <a:cubicBezTo>
                  <a:pt x="12766" y="83954"/>
                  <a:pt x="13283" y="82799"/>
                  <a:pt x="13861" y="81856"/>
                </a:cubicBezTo>
                <a:cubicBezTo>
                  <a:pt x="14013" y="81856"/>
                  <a:pt x="13830" y="82191"/>
                  <a:pt x="13678" y="82464"/>
                </a:cubicBezTo>
                <a:cubicBezTo>
                  <a:pt x="14104" y="82282"/>
                  <a:pt x="14195" y="81461"/>
                  <a:pt x="14225" y="81157"/>
                </a:cubicBezTo>
                <a:cubicBezTo>
                  <a:pt x="14985" y="79759"/>
                  <a:pt x="15320" y="79790"/>
                  <a:pt x="15928" y="78513"/>
                </a:cubicBezTo>
                <a:cubicBezTo>
                  <a:pt x="15806" y="78239"/>
                  <a:pt x="15441" y="79303"/>
                  <a:pt x="15168" y="79638"/>
                </a:cubicBezTo>
                <a:cubicBezTo>
                  <a:pt x="15624" y="78148"/>
                  <a:pt x="16839" y="76598"/>
                  <a:pt x="17387" y="75443"/>
                </a:cubicBezTo>
                <a:cubicBezTo>
                  <a:pt x="17417" y="75291"/>
                  <a:pt x="17447" y="75169"/>
                  <a:pt x="17478" y="75017"/>
                </a:cubicBezTo>
                <a:cubicBezTo>
                  <a:pt x="17599" y="74744"/>
                  <a:pt x="17569" y="75109"/>
                  <a:pt x="17569" y="75078"/>
                </a:cubicBezTo>
                <a:cubicBezTo>
                  <a:pt x="17751" y="74744"/>
                  <a:pt x="17873" y="74288"/>
                  <a:pt x="18025" y="73984"/>
                </a:cubicBezTo>
                <a:cubicBezTo>
                  <a:pt x="18390" y="73285"/>
                  <a:pt x="18663" y="73224"/>
                  <a:pt x="18937" y="72677"/>
                </a:cubicBezTo>
                <a:cubicBezTo>
                  <a:pt x="19028" y="72464"/>
                  <a:pt x="18906" y="72464"/>
                  <a:pt x="18876" y="72403"/>
                </a:cubicBezTo>
                <a:cubicBezTo>
                  <a:pt x="19818" y="70792"/>
                  <a:pt x="20396" y="69242"/>
                  <a:pt x="21186" y="68239"/>
                </a:cubicBezTo>
                <a:cubicBezTo>
                  <a:pt x="21308" y="68026"/>
                  <a:pt x="21156" y="68148"/>
                  <a:pt x="21125" y="68209"/>
                </a:cubicBezTo>
                <a:cubicBezTo>
                  <a:pt x="21490" y="67297"/>
                  <a:pt x="21976" y="66415"/>
                  <a:pt x="22584" y="65625"/>
                </a:cubicBezTo>
                <a:cubicBezTo>
                  <a:pt x="22736" y="65260"/>
                  <a:pt x="22919" y="64865"/>
                  <a:pt x="22979" y="64561"/>
                </a:cubicBezTo>
                <a:cubicBezTo>
                  <a:pt x="23374" y="63923"/>
                  <a:pt x="23891" y="63346"/>
                  <a:pt x="24499" y="62890"/>
                </a:cubicBezTo>
                <a:cubicBezTo>
                  <a:pt x="25137" y="62403"/>
                  <a:pt x="25867" y="62008"/>
                  <a:pt x="26627" y="61735"/>
                </a:cubicBezTo>
                <a:cubicBezTo>
                  <a:pt x="26961" y="61887"/>
                  <a:pt x="27478" y="61735"/>
                  <a:pt x="27539" y="62008"/>
                </a:cubicBezTo>
                <a:cubicBezTo>
                  <a:pt x="28967" y="61279"/>
                  <a:pt x="29788" y="61035"/>
                  <a:pt x="31277" y="60367"/>
                </a:cubicBezTo>
                <a:cubicBezTo>
                  <a:pt x="31399" y="60276"/>
                  <a:pt x="31490" y="60184"/>
                  <a:pt x="31581" y="60032"/>
                </a:cubicBezTo>
                <a:cubicBezTo>
                  <a:pt x="31855" y="59880"/>
                  <a:pt x="32189" y="59789"/>
                  <a:pt x="32493" y="59728"/>
                </a:cubicBezTo>
                <a:cubicBezTo>
                  <a:pt x="32919" y="59516"/>
                  <a:pt x="32250" y="59637"/>
                  <a:pt x="32068" y="59698"/>
                </a:cubicBezTo>
                <a:cubicBezTo>
                  <a:pt x="31217" y="59972"/>
                  <a:pt x="31156" y="60367"/>
                  <a:pt x="30457" y="60458"/>
                </a:cubicBezTo>
                <a:cubicBezTo>
                  <a:pt x="30943" y="60093"/>
                  <a:pt x="31460" y="59789"/>
                  <a:pt x="32037" y="59576"/>
                </a:cubicBezTo>
                <a:cubicBezTo>
                  <a:pt x="31885" y="59546"/>
                  <a:pt x="31764" y="59576"/>
                  <a:pt x="31642" y="59607"/>
                </a:cubicBezTo>
                <a:cubicBezTo>
                  <a:pt x="31703" y="59455"/>
                  <a:pt x="31885" y="59485"/>
                  <a:pt x="32007" y="59455"/>
                </a:cubicBezTo>
                <a:cubicBezTo>
                  <a:pt x="32098" y="59455"/>
                  <a:pt x="32493" y="59333"/>
                  <a:pt x="32432" y="59546"/>
                </a:cubicBezTo>
                <a:lnTo>
                  <a:pt x="33162" y="59242"/>
                </a:lnTo>
                <a:cubicBezTo>
                  <a:pt x="33375" y="59181"/>
                  <a:pt x="33557" y="59151"/>
                  <a:pt x="33770" y="59121"/>
                </a:cubicBezTo>
                <a:cubicBezTo>
                  <a:pt x="34074" y="58999"/>
                  <a:pt x="34043" y="58786"/>
                  <a:pt x="34621" y="58634"/>
                </a:cubicBezTo>
                <a:cubicBezTo>
                  <a:pt x="34742" y="58817"/>
                  <a:pt x="35685" y="58330"/>
                  <a:pt x="35837" y="58513"/>
                </a:cubicBezTo>
                <a:cubicBezTo>
                  <a:pt x="36384" y="58209"/>
                  <a:pt x="35502" y="58421"/>
                  <a:pt x="35928" y="58148"/>
                </a:cubicBezTo>
                <a:cubicBezTo>
                  <a:pt x="36475" y="57874"/>
                  <a:pt x="36840" y="57844"/>
                  <a:pt x="36536" y="58087"/>
                </a:cubicBezTo>
                <a:cubicBezTo>
                  <a:pt x="36901" y="57722"/>
                  <a:pt x="37934" y="57692"/>
                  <a:pt x="37752" y="57388"/>
                </a:cubicBezTo>
                <a:cubicBezTo>
                  <a:pt x="37539" y="57236"/>
                  <a:pt x="36961" y="57935"/>
                  <a:pt x="36840" y="57783"/>
                </a:cubicBezTo>
                <a:cubicBezTo>
                  <a:pt x="36566" y="57662"/>
                  <a:pt x="37600" y="57358"/>
                  <a:pt x="37873" y="57206"/>
                </a:cubicBezTo>
                <a:cubicBezTo>
                  <a:pt x="38025" y="57114"/>
                  <a:pt x="38299" y="56902"/>
                  <a:pt x="38390" y="56871"/>
                </a:cubicBezTo>
                <a:cubicBezTo>
                  <a:pt x="39332" y="56415"/>
                  <a:pt x="40822" y="55807"/>
                  <a:pt x="41369" y="55777"/>
                </a:cubicBezTo>
                <a:cubicBezTo>
                  <a:pt x="41825" y="55503"/>
                  <a:pt x="42676" y="55321"/>
                  <a:pt x="43375" y="54987"/>
                </a:cubicBezTo>
                <a:cubicBezTo>
                  <a:pt x="43740" y="54804"/>
                  <a:pt x="44074" y="54592"/>
                  <a:pt x="44408" y="54379"/>
                </a:cubicBezTo>
                <a:cubicBezTo>
                  <a:pt x="43557" y="54531"/>
                  <a:pt x="42980" y="55017"/>
                  <a:pt x="42220" y="55260"/>
                </a:cubicBezTo>
                <a:cubicBezTo>
                  <a:pt x="42463" y="54896"/>
                  <a:pt x="43253" y="54652"/>
                  <a:pt x="43800" y="54409"/>
                </a:cubicBezTo>
                <a:cubicBezTo>
                  <a:pt x="44378" y="54196"/>
                  <a:pt x="45168" y="54014"/>
                  <a:pt x="46019" y="53619"/>
                </a:cubicBezTo>
                <a:cubicBezTo>
                  <a:pt x="46262" y="53740"/>
                  <a:pt x="45594" y="53923"/>
                  <a:pt x="45563" y="54044"/>
                </a:cubicBezTo>
                <a:cubicBezTo>
                  <a:pt x="46110" y="53771"/>
                  <a:pt x="46384" y="53528"/>
                  <a:pt x="46962" y="53254"/>
                </a:cubicBezTo>
                <a:cubicBezTo>
                  <a:pt x="47417" y="53285"/>
                  <a:pt x="47752" y="52981"/>
                  <a:pt x="48633" y="52737"/>
                </a:cubicBezTo>
                <a:cubicBezTo>
                  <a:pt x="48633" y="52555"/>
                  <a:pt x="47630" y="53193"/>
                  <a:pt x="47843" y="52829"/>
                </a:cubicBezTo>
                <a:cubicBezTo>
                  <a:pt x="48390" y="52585"/>
                  <a:pt x="49302" y="52342"/>
                  <a:pt x="49302" y="52160"/>
                </a:cubicBezTo>
                <a:cubicBezTo>
                  <a:pt x="49788" y="52069"/>
                  <a:pt x="50427" y="51856"/>
                  <a:pt x="50670" y="51947"/>
                </a:cubicBezTo>
                <a:cubicBezTo>
                  <a:pt x="50943" y="51795"/>
                  <a:pt x="51369" y="51643"/>
                  <a:pt x="51156" y="51491"/>
                </a:cubicBezTo>
                <a:cubicBezTo>
                  <a:pt x="51612" y="51248"/>
                  <a:pt x="52007" y="51400"/>
                  <a:pt x="51886" y="51157"/>
                </a:cubicBezTo>
                <a:cubicBezTo>
                  <a:pt x="52554" y="50914"/>
                  <a:pt x="52646" y="51096"/>
                  <a:pt x="53071" y="51035"/>
                </a:cubicBezTo>
                <a:cubicBezTo>
                  <a:pt x="53557" y="50792"/>
                  <a:pt x="52554" y="51126"/>
                  <a:pt x="52797" y="50823"/>
                </a:cubicBezTo>
                <a:cubicBezTo>
                  <a:pt x="54165" y="50519"/>
                  <a:pt x="55138" y="49911"/>
                  <a:pt x="56323" y="49576"/>
                </a:cubicBezTo>
                <a:cubicBezTo>
                  <a:pt x="56506" y="49455"/>
                  <a:pt x="56475" y="49364"/>
                  <a:pt x="56840" y="49242"/>
                </a:cubicBezTo>
                <a:cubicBezTo>
                  <a:pt x="56445" y="49698"/>
                  <a:pt x="57296" y="49212"/>
                  <a:pt x="57509" y="49333"/>
                </a:cubicBezTo>
                <a:cubicBezTo>
                  <a:pt x="57691" y="49151"/>
                  <a:pt x="58968" y="48604"/>
                  <a:pt x="58512" y="48634"/>
                </a:cubicBezTo>
                <a:cubicBezTo>
                  <a:pt x="58633" y="48391"/>
                  <a:pt x="58907" y="48573"/>
                  <a:pt x="59089" y="48512"/>
                </a:cubicBezTo>
                <a:cubicBezTo>
                  <a:pt x="59606" y="48269"/>
                  <a:pt x="58785" y="48452"/>
                  <a:pt x="59211" y="48208"/>
                </a:cubicBezTo>
                <a:cubicBezTo>
                  <a:pt x="60123" y="47905"/>
                  <a:pt x="60974" y="47570"/>
                  <a:pt x="61764" y="47266"/>
                </a:cubicBezTo>
                <a:lnTo>
                  <a:pt x="64348" y="46294"/>
                </a:lnTo>
                <a:cubicBezTo>
                  <a:pt x="64743" y="46172"/>
                  <a:pt x="64804" y="46233"/>
                  <a:pt x="65108" y="46111"/>
                </a:cubicBezTo>
                <a:cubicBezTo>
                  <a:pt x="65503" y="45990"/>
                  <a:pt x="65868" y="45777"/>
                  <a:pt x="66202" y="45564"/>
                </a:cubicBezTo>
                <a:cubicBezTo>
                  <a:pt x="66232" y="45321"/>
                  <a:pt x="66293" y="45108"/>
                  <a:pt x="66354" y="44835"/>
                </a:cubicBezTo>
                <a:cubicBezTo>
                  <a:pt x="66384" y="44531"/>
                  <a:pt x="66506" y="44227"/>
                  <a:pt x="66688" y="43953"/>
                </a:cubicBezTo>
                <a:cubicBezTo>
                  <a:pt x="66780" y="43467"/>
                  <a:pt x="66871" y="42980"/>
                  <a:pt x="67023" y="42524"/>
                </a:cubicBezTo>
                <a:cubicBezTo>
                  <a:pt x="67144" y="42129"/>
                  <a:pt x="67296" y="41795"/>
                  <a:pt x="67387" y="41461"/>
                </a:cubicBezTo>
                <a:cubicBezTo>
                  <a:pt x="68087" y="39515"/>
                  <a:pt x="68968" y="38117"/>
                  <a:pt x="69910" y="37509"/>
                </a:cubicBezTo>
                <a:cubicBezTo>
                  <a:pt x="70062" y="37722"/>
                  <a:pt x="70275" y="37783"/>
                  <a:pt x="70609" y="37327"/>
                </a:cubicBezTo>
                <a:cubicBezTo>
                  <a:pt x="70670" y="37418"/>
                  <a:pt x="70549" y="37692"/>
                  <a:pt x="70305" y="38026"/>
                </a:cubicBezTo>
                <a:cubicBezTo>
                  <a:pt x="70640" y="37752"/>
                  <a:pt x="70488" y="38664"/>
                  <a:pt x="71005" y="37844"/>
                </a:cubicBezTo>
                <a:cubicBezTo>
                  <a:pt x="70701" y="38391"/>
                  <a:pt x="70974" y="38512"/>
                  <a:pt x="70913" y="38847"/>
                </a:cubicBezTo>
                <a:cubicBezTo>
                  <a:pt x="70883" y="38999"/>
                  <a:pt x="70518" y="39455"/>
                  <a:pt x="70731" y="39394"/>
                </a:cubicBezTo>
                <a:cubicBezTo>
                  <a:pt x="70214" y="40154"/>
                  <a:pt x="69758" y="41005"/>
                  <a:pt x="69394" y="41886"/>
                </a:cubicBezTo>
                <a:cubicBezTo>
                  <a:pt x="69211" y="42281"/>
                  <a:pt x="69059" y="42707"/>
                  <a:pt x="68907" y="43132"/>
                </a:cubicBezTo>
                <a:lnTo>
                  <a:pt x="68725" y="43588"/>
                </a:lnTo>
                <a:cubicBezTo>
                  <a:pt x="68664" y="43801"/>
                  <a:pt x="68603" y="44014"/>
                  <a:pt x="68542" y="44227"/>
                </a:cubicBezTo>
                <a:cubicBezTo>
                  <a:pt x="68451" y="44652"/>
                  <a:pt x="68360" y="45047"/>
                  <a:pt x="68269" y="45473"/>
                </a:cubicBezTo>
                <a:cubicBezTo>
                  <a:pt x="68117" y="45990"/>
                  <a:pt x="67965" y="46385"/>
                  <a:pt x="67813" y="46962"/>
                </a:cubicBezTo>
                <a:lnTo>
                  <a:pt x="67813" y="47053"/>
                </a:lnTo>
                <a:cubicBezTo>
                  <a:pt x="67114" y="47357"/>
                  <a:pt x="66384" y="47661"/>
                  <a:pt x="65564" y="47935"/>
                </a:cubicBezTo>
                <a:cubicBezTo>
                  <a:pt x="65017" y="48117"/>
                  <a:pt x="64865" y="48117"/>
                  <a:pt x="64317" y="48330"/>
                </a:cubicBezTo>
                <a:cubicBezTo>
                  <a:pt x="63922" y="48452"/>
                  <a:pt x="63558" y="48634"/>
                  <a:pt x="63193" y="48816"/>
                </a:cubicBezTo>
                <a:cubicBezTo>
                  <a:pt x="62980" y="48908"/>
                  <a:pt x="62737" y="48968"/>
                  <a:pt x="62494" y="48968"/>
                </a:cubicBezTo>
                <a:cubicBezTo>
                  <a:pt x="62281" y="49060"/>
                  <a:pt x="62403" y="49120"/>
                  <a:pt x="62159" y="49212"/>
                </a:cubicBezTo>
                <a:cubicBezTo>
                  <a:pt x="61643" y="49364"/>
                  <a:pt x="61156" y="49607"/>
                  <a:pt x="60670" y="49759"/>
                </a:cubicBezTo>
                <a:cubicBezTo>
                  <a:pt x="60457" y="49789"/>
                  <a:pt x="60275" y="49819"/>
                  <a:pt x="60062" y="49819"/>
                </a:cubicBezTo>
                <a:cubicBezTo>
                  <a:pt x="59880" y="49911"/>
                  <a:pt x="59758" y="50063"/>
                  <a:pt x="59545" y="50154"/>
                </a:cubicBezTo>
                <a:cubicBezTo>
                  <a:pt x="59120" y="50336"/>
                  <a:pt x="58603" y="50397"/>
                  <a:pt x="58238" y="50549"/>
                </a:cubicBezTo>
                <a:cubicBezTo>
                  <a:pt x="57874" y="50701"/>
                  <a:pt x="57874" y="50823"/>
                  <a:pt x="57539" y="50944"/>
                </a:cubicBezTo>
                <a:cubicBezTo>
                  <a:pt x="56931" y="51187"/>
                  <a:pt x="56323" y="51400"/>
                  <a:pt x="55685" y="51552"/>
                </a:cubicBezTo>
                <a:cubicBezTo>
                  <a:pt x="55351" y="51643"/>
                  <a:pt x="55351" y="51734"/>
                  <a:pt x="55351" y="51826"/>
                </a:cubicBezTo>
                <a:cubicBezTo>
                  <a:pt x="54196" y="52130"/>
                  <a:pt x="52737" y="52768"/>
                  <a:pt x="51095" y="53406"/>
                </a:cubicBezTo>
                <a:cubicBezTo>
                  <a:pt x="50731" y="53437"/>
                  <a:pt x="51339" y="53011"/>
                  <a:pt x="50639" y="53254"/>
                </a:cubicBezTo>
                <a:cubicBezTo>
                  <a:pt x="50092" y="53528"/>
                  <a:pt x="50974" y="53376"/>
                  <a:pt x="50548" y="53619"/>
                </a:cubicBezTo>
                <a:cubicBezTo>
                  <a:pt x="49120" y="54166"/>
                  <a:pt x="48633" y="54318"/>
                  <a:pt x="47235" y="54896"/>
                </a:cubicBezTo>
                <a:cubicBezTo>
                  <a:pt x="47296" y="54804"/>
                  <a:pt x="47448" y="54683"/>
                  <a:pt x="47752" y="54561"/>
                </a:cubicBezTo>
                <a:cubicBezTo>
                  <a:pt x="47053" y="54561"/>
                  <a:pt x="46870" y="55078"/>
                  <a:pt x="46901" y="55108"/>
                </a:cubicBezTo>
                <a:cubicBezTo>
                  <a:pt x="46050" y="55473"/>
                  <a:pt x="47083" y="54835"/>
                  <a:pt x="46475" y="55078"/>
                </a:cubicBezTo>
                <a:cubicBezTo>
                  <a:pt x="46080" y="55199"/>
                  <a:pt x="46141" y="55291"/>
                  <a:pt x="46171" y="55382"/>
                </a:cubicBezTo>
                <a:lnTo>
                  <a:pt x="44864" y="55899"/>
                </a:lnTo>
                <a:cubicBezTo>
                  <a:pt x="44530" y="55899"/>
                  <a:pt x="44864" y="55807"/>
                  <a:pt x="44803" y="55655"/>
                </a:cubicBezTo>
                <a:lnTo>
                  <a:pt x="44256" y="55868"/>
                </a:lnTo>
                <a:cubicBezTo>
                  <a:pt x="43861" y="56051"/>
                  <a:pt x="45016" y="55838"/>
                  <a:pt x="43952" y="56263"/>
                </a:cubicBezTo>
                <a:cubicBezTo>
                  <a:pt x="43192" y="56567"/>
                  <a:pt x="43952" y="56142"/>
                  <a:pt x="43709" y="56081"/>
                </a:cubicBezTo>
                <a:cubicBezTo>
                  <a:pt x="43192" y="56294"/>
                  <a:pt x="43284" y="56142"/>
                  <a:pt x="42980" y="56385"/>
                </a:cubicBezTo>
                <a:cubicBezTo>
                  <a:pt x="42554" y="56537"/>
                  <a:pt x="42980" y="56658"/>
                  <a:pt x="42919" y="56810"/>
                </a:cubicBezTo>
                <a:lnTo>
                  <a:pt x="41642" y="57327"/>
                </a:lnTo>
                <a:cubicBezTo>
                  <a:pt x="41764" y="57206"/>
                  <a:pt x="41794" y="57114"/>
                  <a:pt x="41733" y="56993"/>
                </a:cubicBezTo>
                <a:cubicBezTo>
                  <a:pt x="41521" y="57175"/>
                  <a:pt x="40761" y="57388"/>
                  <a:pt x="41095" y="57540"/>
                </a:cubicBezTo>
                <a:cubicBezTo>
                  <a:pt x="40092" y="57996"/>
                  <a:pt x="39515" y="58117"/>
                  <a:pt x="39180" y="58057"/>
                </a:cubicBezTo>
                <a:cubicBezTo>
                  <a:pt x="38846" y="58148"/>
                  <a:pt x="38451" y="58665"/>
                  <a:pt x="38268" y="58421"/>
                </a:cubicBezTo>
                <a:cubicBezTo>
                  <a:pt x="37782" y="58695"/>
                  <a:pt x="38785" y="58482"/>
                  <a:pt x="37782" y="58817"/>
                </a:cubicBezTo>
                <a:cubicBezTo>
                  <a:pt x="37934" y="58847"/>
                  <a:pt x="38056" y="58847"/>
                  <a:pt x="38208" y="58786"/>
                </a:cubicBezTo>
                <a:cubicBezTo>
                  <a:pt x="38086" y="58847"/>
                  <a:pt x="36597" y="59668"/>
                  <a:pt x="36870" y="59212"/>
                </a:cubicBezTo>
                <a:cubicBezTo>
                  <a:pt x="36323" y="59424"/>
                  <a:pt x="36505" y="59576"/>
                  <a:pt x="35837" y="59820"/>
                </a:cubicBezTo>
                <a:lnTo>
                  <a:pt x="35776" y="59637"/>
                </a:lnTo>
                <a:cubicBezTo>
                  <a:pt x="35715" y="59789"/>
                  <a:pt x="35259" y="59972"/>
                  <a:pt x="35138" y="60124"/>
                </a:cubicBezTo>
                <a:cubicBezTo>
                  <a:pt x="34803" y="60276"/>
                  <a:pt x="34469" y="60336"/>
                  <a:pt x="34135" y="60276"/>
                </a:cubicBezTo>
                <a:cubicBezTo>
                  <a:pt x="34195" y="60549"/>
                  <a:pt x="32828" y="61005"/>
                  <a:pt x="32554" y="61127"/>
                </a:cubicBezTo>
                <a:cubicBezTo>
                  <a:pt x="32767" y="61127"/>
                  <a:pt x="32949" y="61066"/>
                  <a:pt x="33131" y="60975"/>
                </a:cubicBezTo>
                <a:cubicBezTo>
                  <a:pt x="32220" y="61552"/>
                  <a:pt x="30882" y="61856"/>
                  <a:pt x="29697" y="62434"/>
                </a:cubicBezTo>
                <a:cubicBezTo>
                  <a:pt x="29210" y="62342"/>
                  <a:pt x="28724" y="62342"/>
                  <a:pt x="28268" y="62434"/>
                </a:cubicBezTo>
                <a:cubicBezTo>
                  <a:pt x="27721" y="62616"/>
                  <a:pt x="27995" y="62738"/>
                  <a:pt x="27508" y="62920"/>
                </a:cubicBezTo>
                <a:cubicBezTo>
                  <a:pt x="28025" y="62920"/>
                  <a:pt x="27113" y="63406"/>
                  <a:pt x="27782" y="63194"/>
                </a:cubicBezTo>
                <a:cubicBezTo>
                  <a:pt x="27630" y="63406"/>
                  <a:pt x="26779" y="63680"/>
                  <a:pt x="27204" y="63832"/>
                </a:cubicBezTo>
                <a:cubicBezTo>
                  <a:pt x="26840" y="64075"/>
                  <a:pt x="26505" y="64318"/>
                  <a:pt x="26232" y="64561"/>
                </a:cubicBezTo>
                <a:cubicBezTo>
                  <a:pt x="25958" y="64744"/>
                  <a:pt x="25715" y="64987"/>
                  <a:pt x="25502" y="65260"/>
                </a:cubicBezTo>
                <a:cubicBezTo>
                  <a:pt x="24894" y="66081"/>
                  <a:pt x="24378" y="66993"/>
                  <a:pt x="23952" y="67905"/>
                </a:cubicBezTo>
                <a:cubicBezTo>
                  <a:pt x="23800" y="67692"/>
                  <a:pt x="24438" y="66780"/>
                  <a:pt x="24742" y="66203"/>
                </a:cubicBezTo>
                <a:cubicBezTo>
                  <a:pt x="25046" y="65625"/>
                  <a:pt x="25350" y="65260"/>
                  <a:pt x="25472" y="65017"/>
                </a:cubicBezTo>
                <a:cubicBezTo>
                  <a:pt x="25259" y="65108"/>
                  <a:pt x="25016" y="65443"/>
                  <a:pt x="24803" y="65504"/>
                </a:cubicBezTo>
                <a:cubicBezTo>
                  <a:pt x="24438" y="65990"/>
                  <a:pt x="24833" y="65960"/>
                  <a:pt x="24529" y="66476"/>
                </a:cubicBezTo>
                <a:lnTo>
                  <a:pt x="24408" y="66385"/>
                </a:lnTo>
                <a:cubicBezTo>
                  <a:pt x="24134" y="66993"/>
                  <a:pt x="23770" y="67510"/>
                  <a:pt x="23344" y="67996"/>
                </a:cubicBezTo>
                <a:cubicBezTo>
                  <a:pt x="23253" y="68209"/>
                  <a:pt x="23374" y="68178"/>
                  <a:pt x="23253" y="68422"/>
                </a:cubicBezTo>
                <a:lnTo>
                  <a:pt x="22584" y="69637"/>
                </a:lnTo>
                <a:cubicBezTo>
                  <a:pt x="22280" y="70033"/>
                  <a:pt x="22432" y="69698"/>
                  <a:pt x="22250" y="69881"/>
                </a:cubicBezTo>
                <a:cubicBezTo>
                  <a:pt x="21855" y="70580"/>
                  <a:pt x="22371" y="69881"/>
                  <a:pt x="22219" y="70337"/>
                </a:cubicBezTo>
                <a:cubicBezTo>
                  <a:pt x="21976" y="70792"/>
                  <a:pt x="21581" y="71400"/>
                  <a:pt x="21915" y="71309"/>
                </a:cubicBezTo>
                <a:cubicBezTo>
                  <a:pt x="21216" y="72312"/>
                  <a:pt x="20487" y="73954"/>
                  <a:pt x="19970" y="74774"/>
                </a:cubicBezTo>
                <a:cubicBezTo>
                  <a:pt x="20183" y="74106"/>
                  <a:pt x="21004" y="72829"/>
                  <a:pt x="21429" y="71947"/>
                </a:cubicBezTo>
                <a:cubicBezTo>
                  <a:pt x="21460" y="71704"/>
                  <a:pt x="21581" y="71370"/>
                  <a:pt x="21429" y="71248"/>
                </a:cubicBezTo>
                <a:cubicBezTo>
                  <a:pt x="21156" y="71704"/>
                  <a:pt x="21034" y="72008"/>
                  <a:pt x="21216" y="72039"/>
                </a:cubicBezTo>
                <a:cubicBezTo>
                  <a:pt x="20730" y="72647"/>
                  <a:pt x="20639" y="73224"/>
                  <a:pt x="20061" y="74136"/>
                </a:cubicBezTo>
                <a:cubicBezTo>
                  <a:pt x="20122" y="73893"/>
                  <a:pt x="20031" y="74014"/>
                  <a:pt x="19909" y="74045"/>
                </a:cubicBezTo>
                <a:cubicBezTo>
                  <a:pt x="19149" y="75565"/>
                  <a:pt x="18420" y="77024"/>
                  <a:pt x="17387" y="78999"/>
                </a:cubicBezTo>
                <a:cubicBezTo>
                  <a:pt x="17083" y="79364"/>
                  <a:pt x="17387" y="78574"/>
                  <a:pt x="17083" y="79030"/>
                </a:cubicBezTo>
                <a:cubicBezTo>
                  <a:pt x="16687" y="79790"/>
                  <a:pt x="17478" y="78938"/>
                  <a:pt x="16809" y="80033"/>
                </a:cubicBezTo>
                <a:cubicBezTo>
                  <a:pt x="16505" y="80306"/>
                  <a:pt x="16687" y="79607"/>
                  <a:pt x="16870" y="79151"/>
                </a:cubicBezTo>
                <a:cubicBezTo>
                  <a:pt x="16627" y="79151"/>
                  <a:pt x="16171" y="80246"/>
                  <a:pt x="16566" y="80124"/>
                </a:cubicBezTo>
                <a:cubicBezTo>
                  <a:pt x="16353" y="80428"/>
                  <a:pt x="16262" y="80762"/>
                  <a:pt x="16444" y="80489"/>
                </a:cubicBezTo>
                <a:cubicBezTo>
                  <a:pt x="14620" y="83923"/>
                  <a:pt x="11824" y="88847"/>
                  <a:pt x="10183" y="92191"/>
                </a:cubicBezTo>
                <a:cubicBezTo>
                  <a:pt x="10092" y="92404"/>
                  <a:pt x="10183" y="92313"/>
                  <a:pt x="10244" y="92221"/>
                </a:cubicBezTo>
                <a:cubicBezTo>
                  <a:pt x="10061" y="92647"/>
                  <a:pt x="9666" y="93316"/>
                  <a:pt x="9362" y="94106"/>
                </a:cubicBezTo>
                <a:cubicBezTo>
                  <a:pt x="9119" y="94106"/>
                  <a:pt x="9575" y="93468"/>
                  <a:pt x="9210" y="93802"/>
                </a:cubicBezTo>
                <a:cubicBezTo>
                  <a:pt x="9028" y="94045"/>
                  <a:pt x="8876" y="94319"/>
                  <a:pt x="8785" y="94592"/>
                </a:cubicBezTo>
                <a:cubicBezTo>
                  <a:pt x="8511" y="94987"/>
                  <a:pt x="9028" y="94015"/>
                  <a:pt x="9058" y="93711"/>
                </a:cubicBezTo>
                <a:cubicBezTo>
                  <a:pt x="8663" y="94319"/>
                  <a:pt x="8329" y="94775"/>
                  <a:pt x="8025" y="95413"/>
                </a:cubicBezTo>
                <a:cubicBezTo>
                  <a:pt x="8207" y="95717"/>
                  <a:pt x="8085" y="96355"/>
                  <a:pt x="8055" y="96902"/>
                </a:cubicBezTo>
                <a:cubicBezTo>
                  <a:pt x="7903" y="97297"/>
                  <a:pt x="7781" y="97693"/>
                  <a:pt x="7599" y="97601"/>
                </a:cubicBezTo>
                <a:cubicBezTo>
                  <a:pt x="7629" y="98361"/>
                  <a:pt x="7265" y="99182"/>
                  <a:pt x="7356" y="100793"/>
                </a:cubicBezTo>
                <a:cubicBezTo>
                  <a:pt x="7295" y="100915"/>
                  <a:pt x="7204" y="100975"/>
                  <a:pt x="7113" y="100945"/>
                </a:cubicBezTo>
                <a:cubicBezTo>
                  <a:pt x="7113" y="101340"/>
                  <a:pt x="7204" y="101279"/>
                  <a:pt x="7295" y="101279"/>
                </a:cubicBezTo>
                <a:cubicBezTo>
                  <a:pt x="7326" y="102252"/>
                  <a:pt x="7447" y="103164"/>
                  <a:pt x="7690" y="104106"/>
                </a:cubicBezTo>
                <a:cubicBezTo>
                  <a:pt x="7964" y="105687"/>
                  <a:pt x="8237" y="107389"/>
                  <a:pt x="8541" y="108848"/>
                </a:cubicBezTo>
                <a:cubicBezTo>
                  <a:pt x="8693" y="109547"/>
                  <a:pt x="8997" y="110185"/>
                  <a:pt x="8876" y="110580"/>
                </a:cubicBezTo>
                <a:cubicBezTo>
                  <a:pt x="8967" y="110824"/>
                  <a:pt x="9058" y="110884"/>
                  <a:pt x="9149" y="111158"/>
                </a:cubicBezTo>
                <a:cubicBezTo>
                  <a:pt x="9210" y="111462"/>
                  <a:pt x="9210" y="111796"/>
                  <a:pt x="9180" y="112131"/>
                </a:cubicBezTo>
                <a:cubicBezTo>
                  <a:pt x="9484" y="112982"/>
                  <a:pt x="9727" y="113863"/>
                  <a:pt x="9909" y="114745"/>
                </a:cubicBezTo>
                <a:cubicBezTo>
                  <a:pt x="10000" y="115261"/>
                  <a:pt x="10122" y="115778"/>
                  <a:pt x="10244" y="116356"/>
                </a:cubicBezTo>
                <a:cubicBezTo>
                  <a:pt x="10304" y="116629"/>
                  <a:pt x="10365" y="116903"/>
                  <a:pt x="10426" y="117207"/>
                </a:cubicBezTo>
                <a:cubicBezTo>
                  <a:pt x="10487" y="117450"/>
                  <a:pt x="10547" y="117693"/>
                  <a:pt x="10608" y="117936"/>
                </a:cubicBezTo>
                <a:cubicBezTo>
                  <a:pt x="10517" y="118240"/>
                  <a:pt x="10456" y="117784"/>
                  <a:pt x="10274" y="117906"/>
                </a:cubicBezTo>
                <a:cubicBezTo>
                  <a:pt x="10426" y="118453"/>
                  <a:pt x="10730" y="118179"/>
                  <a:pt x="10821" y="118878"/>
                </a:cubicBezTo>
                <a:cubicBezTo>
                  <a:pt x="10699" y="118848"/>
                  <a:pt x="10608" y="118666"/>
                  <a:pt x="10426" y="118878"/>
                </a:cubicBezTo>
                <a:cubicBezTo>
                  <a:pt x="10487" y="119334"/>
                  <a:pt x="10760" y="119152"/>
                  <a:pt x="10669" y="119669"/>
                </a:cubicBezTo>
                <a:cubicBezTo>
                  <a:pt x="10547" y="119669"/>
                  <a:pt x="10517" y="119152"/>
                  <a:pt x="10395" y="119182"/>
                </a:cubicBezTo>
                <a:cubicBezTo>
                  <a:pt x="10335" y="119577"/>
                  <a:pt x="10699" y="119669"/>
                  <a:pt x="10760" y="120337"/>
                </a:cubicBezTo>
                <a:cubicBezTo>
                  <a:pt x="10639" y="120520"/>
                  <a:pt x="10547" y="120337"/>
                  <a:pt x="10487" y="120003"/>
                </a:cubicBezTo>
                <a:cubicBezTo>
                  <a:pt x="10395" y="120307"/>
                  <a:pt x="10547" y="120368"/>
                  <a:pt x="10639" y="120489"/>
                </a:cubicBezTo>
                <a:cubicBezTo>
                  <a:pt x="10730" y="120459"/>
                  <a:pt x="10821" y="120459"/>
                  <a:pt x="10882" y="120459"/>
                </a:cubicBezTo>
                <a:cubicBezTo>
                  <a:pt x="10821" y="120611"/>
                  <a:pt x="11429" y="120489"/>
                  <a:pt x="11459" y="120611"/>
                </a:cubicBezTo>
                <a:cubicBezTo>
                  <a:pt x="11885" y="120489"/>
                  <a:pt x="12432" y="120216"/>
                  <a:pt x="12706" y="120307"/>
                </a:cubicBezTo>
                <a:cubicBezTo>
                  <a:pt x="12584" y="120368"/>
                  <a:pt x="12554" y="120520"/>
                  <a:pt x="12371" y="120611"/>
                </a:cubicBezTo>
                <a:cubicBezTo>
                  <a:pt x="12128" y="120611"/>
                  <a:pt x="12128" y="120520"/>
                  <a:pt x="11885" y="120550"/>
                </a:cubicBezTo>
                <a:cubicBezTo>
                  <a:pt x="11672" y="120824"/>
                  <a:pt x="12584" y="120702"/>
                  <a:pt x="12888" y="120672"/>
                </a:cubicBezTo>
                <a:cubicBezTo>
                  <a:pt x="12888" y="120854"/>
                  <a:pt x="12554" y="120854"/>
                  <a:pt x="12554" y="121067"/>
                </a:cubicBezTo>
                <a:cubicBezTo>
                  <a:pt x="12797" y="120976"/>
                  <a:pt x="12918" y="120884"/>
                  <a:pt x="13162" y="120793"/>
                </a:cubicBezTo>
                <a:cubicBezTo>
                  <a:pt x="13344" y="120793"/>
                  <a:pt x="13526" y="120824"/>
                  <a:pt x="13709" y="120884"/>
                </a:cubicBezTo>
                <a:cubicBezTo>
                  <a:pt x="13830" y="120945"/>
                  <a:pt x="13952" y="121006"/>
                  <a:pt x="14043" y="121067"/>
                </a:cubicBezTo>
                <a:lnTo>
                  <a:pt x="12341" y="121158"/>
                </a:lnTo>
                <a:cubicBezTo>
                  <a:pt x="11733" y="121158"/>
                  <a:pt x="11155" y="121158"/>
                  <a:pt x="10943" y="120976"/>
                </a:cubicBezTo>
                <a:cubicBezTo>
                  <a:pt x="10608" y="121006"/>
                  <a:pt x="11064" y="121067"/>
                  <a:pt x="10669" y="121158"/>
                </a:cubicBezTo>
                <a:lnTo>
                  <a:pt x="10122" y="121158"/>
                </a:lnTo>
                <a:cubicBezTo>
                  <a:pt x="9970" y="120702"/>
                  <a:pt x="9879" y="120216"/>
                  <a:pt x="9848" y="119729"/>
                </a:cubicBezTo>
                <a:cubicBezTo>
                  <a:pt x="9818" y="119577"/>
                  <a:pt x="9757" y="119669"/>
                  <a:pt x="9696" y="119669"/>
                </a:cubicBezTo>
                <a:cubicBezTo>
                  <a:pt x="9605" y="119213"/>
                  <a:pt x="9544" y="118818"/>
                  <a:pt x="9484" y="118483"/>
                </a:cubicBezTo>
                <a:cubicBezTo>
                  <a:pt x="9484" y="118331"/>
                  <a:pt x="9423" y="118149"/>
                  <a:pt x="9392" y="117997"/>
                </a:cubicBezTo>
                <a:cubicBezTo>
                  <a:pt x="9332" y="117815"/>
                  <a:pt x="9240" y="117602"/>
                  <a:pt x="9119" y="117419"/>
                </a:cubicBezTo>
                <a:cubicBezTo>
                  <a:pt x="9180" y="116872"/>
                  <a:pt x="8602" y="114897"/>
                  <a:pt x="8298" y="114167"/>
                </a:cubicBezTo>
                <a:cubicBezTo>
                  <a:pt x="8389" y="113833"/>
                  <a:pt x="8177" y="113012"/>
                  <a:pt x="8085" y="112374"/>
                </a:cubicBezTo>
                <a:cubicBezTo>
                  <a:pt x="7842" y="112374"/>
                  <a:pt x="8085" y="113194"/>
                  <a:pt x="8025" y="113590"/>
                </a:cubicBezTo>
                <a:cubicBezTo>
                  <a:pt x="7721" y="113407"/>
                  <a:pt x="7964" y="113225"/>
                  <a:pt x="7812" y="112647"/>
                </a:cubicBezTo>
                <a:cubicBezTo>
                  <a:pt x="7721" y="112222"/>
                  <a:pt x="7569" y="112586"/>
                  <a:pt x="7447" y="112495"/>
                </a:cubicBezTo>
                <a:cubicBezTo>
                  <a:pt x="7569" y="113225"/>
                  <a:pt x="7842" y="113924"/>
                  <a:pt x="8268" y="114562"/>
                </a:cubicBezTo>
                <a:cubicBezTo>
                  <a:pt x="8511" y="115778"/>
                  <a:pt x="8754" y="116720"/>
                  <a:pt x="8967" y="117602"/>
                </a:cubicBezTo>
                <a:cubicBezTo>
                  <a:pt x="9058" y="117967"/>
                  <a:pt x="9149" y="118362"/>
                  <a:pt x="9210" y="118726"/>
                </a:cubicBezTo>
                <a:cubicBezTo>
                  <a:pt x="9301" y="119122"/>
                  <a:pt x="9362" y="119456"/>
                  <a:pt x="9423" y="119821"/>
                </a:cubicBezTo>
                <a:cubicBezTo>
                  <a:pt x="9271" y="119486"/>
                  <a:pt x="9058" y="119699"/>
                  <a:pt x="8906" y="119152"/>
                </a:cubicBezTo>
                <a:cubicBezTo>
                  <a:pt x="8785" y="119304"/>
                  <a:pt x="9119" y="120094"/>
                  <a:pt x="9028" y="120307"/>
                </a:cubicBezTo>
                <a:cubicBezTo>
                  <a:pt x="9149" y="120307"/>
                  <a:pt x="9180" y="120155"/>
                  <a:pt x="9119" y="119851"/>
                </a:cubicBezTo>
                <a:cubicBezTo>
                  <a:pt x="9301" y="119790"/>
                  <a:pt x="9392" y="120641"/>
                  <a:pt x="9544" y="121128"/>
                </a:cubicBezTo>
                <a:cubicBezTo>
                  <a:pt x="9453" y="121219"/>
                  <a:pt x="9332" y="121249"/>
                  <a:pt x="9362" y="121523"/>
                </a:cubicBezTo>
                <a:cubicBezTo>
                  <a:pt x="9453" y="122009"/>
                  <a:pt x="9544" y="121736"/>
                  <a:pt x="9636" y="121796"/>
                </a:cubicBezTo>
                <a:cubicBezTo>
                  <a:pt x="9788" y="121766"/>
                  <a:pt x="9909" y="121766"/>
                  <a:pt x="10061" y="121796"/>
                </a:cubicBezTo>
                <a:cubicBezTo>
                  <a:pt x="9605" y="122009"/>
                  <a:pt x="9605" y="121948"/>
                  <a:pt x="10000" y="122100"/>
                </a:cubicBezTo>
                <a:cubicBezTo>
                  <a:pt x="10365" y="122070"/>
                  <a:pt x="10244" y="121979"/>
                  <a:pt x="9909" y="121979"/>
                </a:cubicBezTo>
                <a:cubicBezTo>
                  <a:pt x="10031" y="121888"/>
                  <a:pt x="10487" y="121979"/>
                  <a:pt x="10547" y="121857"/>
                </a:cubicBezTo>
                <a:cubicBezTo>
                  <a:pt x="10912" y="121979"/>
                  <a:pt x="11307" y="122040"/>
                  <a:pt x="10882" y="122252"/>
                </a:cubicBezTo>
                <a:cubicBezTo>
                  <a:pt x="11672" y="122283"/>
                  <a:pt x="11733" y="122040"/>
                  <a:pt x="12645" y="122131"/>
                </a:cubicBezTo>
                <a:cubicBezTo>
                  <a:pt x="13374" y="122131"/>
                  <a:pt x="13192" y="122404"/>
                  <a:pt x="13982" y="122374"/>
                </a:cubicBezTo>
                <a:cubicBezTo>
                  <a:pt x="14529" y="122313"/>
                  <a:pt x="15137" y="122222"/>
                  <a:pt x="14803" y="122009"/>
                </a:cubicBezTo>
                <a:cubicBezTo>
                  <a:pt x="15897" y="122009"/>
                  <a:pt x="16444" y="121918"/>
                  <a:pt x="16383" y="121705"/>
                </a:cubicBezTo>
                <a:cubicBezTo>
                  <a:pt x="16961" y="121644"/>
                  <a:pt x="16900" y="121796"/>
                  <a:pt x="17387" y="121766"/>
                </a:cubicBezTo>
                <a:cubicBezTo>
                  <a:pt x="17478" y="121888"/>
                  <a:pt x="17083" y="121888"/>
                  <a:pt x="16779" y="121888"/>
                </a:cubicBezTo>
                <a:cubicBezTo>
                  <a:pt x="16779" y="122070"/>
                  <a:pt x="17235" y="122131"/>
                  <a:pt x="17538" y="122192"/>
                </a:cubicBezTo>
                <a:cubicBezTo>
                  <a:pt x="17994" y="122100"/>
                  <a:pt x="18481" y="122100"/>
                  <a:pt x="18937" y="122192"/>
                </a:cubicBezTo>
                <a:cubicBezTo>
                  <a:pt x="19149" y="122404"/>
                  <a:pt x="18268" y="122252"/>
                  <a:pt x="18511" y="122465"/>
                </a:cubicBezTo>
                <a:cubicBezTo>
                  <a:pt x="18511" y="122587"/>
                  <a:pt x="19058" y="122435"/>
                  <a:pt x="18906" y="122343"/>
                </a:cubicBezTo>
                <a:cubicBezTo>
                  <a:pt x="19575" y="122343"/>
                  <a:pt x="19909" y="122222"/>
                  <a:pt x="20700" y="122283"/>
                </a:cubicBezTo>
                <a:cubicBezTo>
                  <a:pt x="20791" y="122131"/>
                  <a:pt x="20700" y="122040"/>
                  <a:pt x="20517" y="121979"/>
                </a:cubicBezTo>
                <a:cubicBezTo>
                  <a:pt x="20061" y="122040"/>
                  <a:pt x="19605" y="122040"/>
                  <a:pt x="19149" y="122009"/>
                </a:cubicBezTo>
                <a:cubicBezTo>
                  <a:pt x="19271" y="121705"/>
                  <a:pt x="18086" y="121796"/>
                  <a:pt x="18177" y="121523"/>
                </a:cubicBezTo>
                <a:cubicBezTo>
                  <a:pt x="20456" y="121584"/>
                  <a:pt x="24438" y="121462"/>
                  <a:pt x="26475" y="121644"/>
                </a:cubicBezTo>
                <a:cubicBezTo>
                  <a:pt x="26444" y="121918"/>
                  <a:pt x="26019" y="121705"/>
                  <a:pt x="25685" y="121675"/>
                </a:cubicBezTo>
                <a:lnTo>
                  <a:pt x="19757" y="121644"/>
                </a:lnTo>
                <a:cubicBezTo>
                  <a:pt x="20274" y="121766"/>
                  <a:pt x="21308" y="121736"/>
                  <a:pt x="21520" y="121979"/>
                </a:cubicBezTo>
                <a:cubicBezTo>
                  <a:pt x="22189" y="122009"/>
                  <a:pt x="21794" y="121736"/>
                  <a:pt x="22523" y="121796"/>
                </a:cubicBezTo>
                <a:cubicBezTo>
                  <a:pt x="22949" y="121766"/>
                  <a:pt x="22797" y="121918"/>
                  <a:pt x="23101" y="121918"/>
                </a:cubicBezTo>
                <a:cubicBezTo>
                  <a:pt x="23314" y="121979"/>
                  <a:pt x="23557" y="121948"/>
                  <a:pt x="23709" y="121796"/>
                </a:cubicBezTo>
                <a:cubicBezTo>
                  <a:pt x="23800" y="121796"/>
                  <a:pt x="23952" y="121857"/>
                  <a:pt x="24074" y="121857"/>
                </a:cubicBezTo>
                <a:cubicBezTo>
                  <a:pt x="24226" y="121857"/>
                  <a:pt x="24347" y="121827"/>
                  <a:pt x="24469" y="121796"/>
                </a:cubicBezTo>
                <a:cubicBezTo>
                  <a:pt x="25320" y="121888"/>
                  <a:pt x="26201" y="121888"/>
                  <a:pt x="27052" y="121796"/>
                </a:cubicBezTo>
                <a:cubicBezTo>
                  <a:pt x="27387" y="121766"/>
                  <a:pt x="27417" y="121857"/>
                  <a:pt x="27417" y="121918"/>
                </a:cubicBezTo>
                <a:cubicBezTo>
                  <a:pt x="28025" y="121888"/>
                  <a:pt x="27235" y="121796"/>
                  <a:pt x="27417" y="121675"/>
                </a:cubicBezTo>
                <a:cubicBezTo>
                  <a:pt x="27934" y="121675"/>
                  <a:pt x="27903" y="121827"/>
                  <a:pt x="28207" y="121857"/>
                </a:cubicBezTo>
                <a:cubicBezTo>
                  <a:pt x="28633" y="121857"/>
                  <a:pt x="28299" y="121644"/>
                  <a:pt x="28420" y="121553"/>
                </a:cubicBezTo>
                <a:cubicBezTo>
                  <a:pt x="30001" y="121523"/>
                  <a:pt x="31460" y="121462"/>
                  <a:pt x="32797" y="121462"/>
                </a:cubicBezTo>
                <a:cubicBezTo>
                  <a:pt x="33010" y="121462"/>
                  <a:pt x="33071" y="121584"/>
                  <a:pt x="33162" y="121584"/>
                </a:cubicBezTo>
                <a:cubicBezTo>
                  <a:pt x="33375" y="121584"/>
                  <a:pt x="34013" y="121553"/>
                  <a:pt x="34347" y="121523"/>
                </a:cubicBezTo>
                <a:cubicBezTo>
                  <a:pt x="34773" y="121523"/>
                  <a:pt x="35350" y="121614"/>
                  <a:pt x="35563" y="121492"/>
                </a:cubicBezTo>
                <a:cubicBezTo>
                  <a:pt x="35715" y="121523"/>
                  <a:pt x="36080" y="121523"/>
                  <a:pt x="36141" y="121614"/>
                </a:cubicBezTo>
                <a:cubicBezTo>
                  <a:pt x="37144" y="121432"/>
                  <a:pt x="39393" y="121675"/>
                  <a:pt x="40913" y="121523"/>
                </a:cubicBezTo>
                <a:cubicBezTo>
                  <a:pt x="41065" y="121705"/>
                  <a:pt x="40366" y="121644"/>
                  <a:pt x="40305" y="121766"/>
                </a:cubicBezTo>
                <a:cubicBezTo>
                  <a:pt x="39636" y="121705"/>
                  <a:pt x="38967" y="121705"/>
                  <a:pt x="38299" y="121766"/>
                </a:cubicBezTo>
                <a:cubicBezTo>
                  <a:pt x="37934" y="121796"/>
                  <a:pt x="38147" y="122009"/>
                  <a:pt x="37508" y="121948"/>
                </a:cubicBezTo>
                <a:cubicBezTo>
                  <a:pt x="38116" y="122161"/>
                  <a:pt x="38694" y="121827"/>
                  <a:pt x="39302" y="121827"/>
                </a:cubicBezTo>
                <a:cubicBezTo>
                  <a:pt x="39484" y="121979"/>
                  <a:pt x="40609" y="121827"/>
                  <a:pt x="40457" y="122100"/>
                </a:cubicBezTo>
                <a:cubicBezTo>
                  <a:pt x="40822" y="122009"/>
                  <a:pt x="40274" y="121827"/>
                  <a:pt x="40882" y="121705"/>
                </a:cubicBezTo>
                <a:cubicBezTo>
                  <a:pt x="41460" y="121675"/>
                  <a:pt x="41399" y="121796"/>
                  <a:pt x="41885" y="121796"/>
                </a:cubicBezTo>
                <a:cubicBezTo>
                  <a:pt x="42098" y="121584"/>
                  <a:pt x="41430" y="121675"/>
                  <a:pt x="41095" y="121644"/>
                </a:cubicBezTo>
                <a:cubicBezTo>
                  <a:pt x="41369" y="121492"/>
                  <a:pt x="42433" y="121492"/>
                  <a:pt x="43071" y="121492"/>
                </a:cubicBezTo>
                <a:lnTo>
                  <a:pt x="44651" y="121492"/>
                </a:lnTo>
                <a:cubicBezTo>
                  <a:pt x="44864" y="121492"/>
                  <a:pt x="45077" y="121553"/>
                  <a:pt x="45259" y="121614"/>
                </a:cubicBezTo>
                <a:cubicBezTo>
                  <a:pt x="45503" y="121614"/>
                  <a:pt x="45533" y="121492"/>
                  <a:pt x="45655" y="121492"/>
                </a:cubicBezTo>
                <a:cubicBezTo>
                  <a:pt x="46110" y="121462"/>
                  <a:pt x="46414" y="121644"/>
                  <a:pt x="46840" y="121432"/>
                </a:cubicBezTo>
                <a:cubicBezTo>
                  <a:pt x="47174" y="121401"/>
                  <a:pt x="47235" y="121492"/>
                  <a:pt x="47235" y="121553"/>
                </a:cubicBezTo>
                <a:cubicBezTo>
                  <a:pt x="47813" y="121553"/>
                  <a:pt x="47843" y="121432"/>
                  <a:pt x="48421" y="121432"/>
                </a:cubicBezTo>
                <a:cubicBezTo>
                  <a:pt x="48360" y="121553"/>
                  <a:pt x="48086" y="121584"/>
                  <a:pt x="47630" y="121553"/>
                </a:cubicBezTo>
                <a:cubicBezTo>
                  <a:pt x="47752" y="121675"/>
                  <a:pt x="48208" y="121705"/>
                  <a:pt x="48390" y="121827"/>
                </a:cubicBezTo>
                <a:cubicBezTo>
                  <a:pt x="48846" y="121796"/>
                  <a:pt x="49302" y="121766"/>
                  <a:pt x="49180" y="121584"/>
                </a:cubicBezTo>
                <a:cubicBezTo>
                  <a:pt x="49332" y="121614"/>
                  <a:pt x="50366" y="121736"/>
                  <a:pt x="50183" y="121523"/>
                </a:cubicBezTo>
                <a:cubicBezTo>
                  <a:pt x="50001" y="121371"/>
                  <a:pt x="49424" y="121614"/>
                  <a:pt x="48785" y="121523"/>
                </a:cubicBezTo>
                <a:cubicBezTo>
                  <a:pt x="49120" y="121432"/>
                  <a:pt x="49454" y="121401"/>
                  <a:pt x="49788" y="121401"/>
                </a:cubicBezTo>
                <a:cubicBezTo>
                  <a:pt x="49697" y="121219"/>
                  <a:pt x="48724" y="121280"/>
                  <a:pt x="48633" y="121067"/>
                </a:cubicBezTo>
                <a:cubicBezTo>
                  <a:pt x="48086" y="121158"/>
                  <a:pt x="47569" y="121128"/>
                  <a:pt x="47053" y="120945"/>
                </a:cubicBezTo>
                <a:cubicBezTo>
                  <a:pt x="47144" y="120793"/>
                  <a:pt x="47873" y="121188"/>
                  <a:pt x="48056" y="120884"/>
                </a:cubicBezTo>
                <a:cubicBezTo>
                  <a:pt x="47995" y="120824"/>
                  <a:pt x="47661" y="120824"/>
                  <a:pt x="47661" y="120884"/>
                </a:cubicBezTo>
                <a:cubicBezTo>
                  <a:pt x="47022" y="120733"/>
                  <a:pt x="48603" y="120489"/>
                  <a:pt x="47083" y="120520"/>
                </a:cubicBezTo>
                <a:cubicBezTo>
                  <a:pt x="47205" y="120216"/>
                  <a:pt x="48664" y="120641"/>
                  <a:pt x="48876" y="120337"/>
                </a:cubicBezTo>
                <a:cubicBezTo>
                  <a:pt x="48177" y="120216"/>
                  <a:pt x="47448" y="120155"/>
                  <a:pt x="46718" y="120125"/>
                </a:cubicBezTo>
                <a:cubicBezTo>
                  <a:pt x="46141" y="120185"/>
                  <a:pt x="46962" y="120277"/>
                  <a:pt x="46688" y="120459"/>
                </a:cubicBezTo>
                <a:cubicBezTo>
                  <a:pt x="46202" y="120398"/>
                  <a:pt x="46202" y="120185"/>
                  <a:pt x="45928" y="120064"/>
                </a:cubicBezTo>
                <a:cubicBezTo>
                  <a:pt x="45533" y="120125"/>
                  <a:pt x="45138" y="120125"/>
                  <a:pt x="44743" y="120064"/>
                </a:cubicBezTo>
                <a:cubicBezTo>
                  <a:pt x="45503" y="119760"/>
                  <a:pt x="46810" y="120003"/>
                  <a:pt x="48117" y="119912"/>
                </a:cubicBezTo>
                <a:cubicBezTo>
                  <a:pt x="48025" y="120003"/>
                  <a:pt x="47509" y="119942"/>
                  <a:pt x="47721" y="120155"/>
                </a:cubicBezTo>
                <a:cubicBezTo>
                  <a:pt x="48481" y="120216"/>
                  <a:pt x="48056" y="119881"/>
                  <a:pt x="48907" y="119973"/>
                </a:cubicBezTo>
                <a:cubicBezTo>
                  <a:pt x="48968" y="119881"/>
                  <a:pt x="48876" y="119851"/>
                  <a:pt x="48724" y="119851"/>
                </a:cubicBezTo>
                <a:cubicBezTo>
                  <a:pt x="49393" y="119729"/>
                  <a:pt x="50214" y="119638"/>
                  <a:pt x="50335" y="119365"/>
                </a:cubicBezTo>
                <a:cubicBezTo>
                  <a:pt x="50974" y="119304"/>
                  <a:pt x="50943" y="119456"/>
                  <a:pt x="51308" y="119486"/>
                </a:cubicBezTo>
                <a:cubicBezTo>
                  <a:pt x="52190" y="119547"/>
                  <a:pt x="52524" y="119426"/>
                  <a:pt x="53314" y="119426"/>
                </a:cubicBezTo>
                <a:cubicBezTo>
                  <a:pt x="53345" y="119577"/>
                  <a:pt x="53132" y="119638"/>
                  <a:pt x="52706" y="119608"/>
                </a:cubicBezTo>
                <a:cubicBezTo>
                  <a:pt x="53284" y="119912"/>
                  <a:pt x="54804" y="119608"/>
                  <a:pt x="54864" y="120003"/>
                </a:cubicBezTo>
                <a:cubicBezTo>
                  <a:pt x="55685" y="119912"/>
                  <a:pt x="54864" y="119638"/>
                  <a:pt x="54469" y="119547"/>
                </a:cubicBezTo>
                <a:cubicBezTo>
                  <a:pt x="54439" y="119426"/>
                  <a:pt x="55168" y="119547"/>
                  <a:pt x="55472" y="119517"/>
                </a:cubicBezTo>
                <a:cubicBezTo>
                  <a:pt x="54864" y="119699"/>
                  <a:pt x="55746" y="119790"/>
                  <a:pt x="55837" y="119942"/>
                </a:cubicBezTo>
                <a:cubicBezTo>
                  <a:pt x="56840" y="119851"/>
                  <a:pt x="57266" y="119577"/>
                  <a:pt x="58633" y="119577"/>
                </a:cubicBezTo>
                <a:cubicBezTo>
                  <a:pt x="59181" y="119547"/>
                  <a:pt x="59029" y="119729"/>
                  <a:pt x="59241" y="119790"/>
                </a:cubicBezTo>
                <a:cubicBezTo>
                  <a:pt x="59363" y="119760"/>
                  <a:pt x="59485" y="119729"/>
                  <a:pt x="59606" y="119729"/>
                </a:cubicBezTo>
                <a:cubicBezTo>
                  <a:pt x="60032" y="119638"/>
                  <a:pt x="59029" y="119547"/>
                  <a:pt x="59819" y="119456"/>
                </a:cubicBezTo>
                <a:cubicBezTo>
                  <a:pt x="60244" y="119456"/>
                  <a:pt x="60214" y="119547"/>
                  <a:pt x="60214" y="119669"/>
                </a:cubicBezTo>
                <a:cubicBezTo>
                  <a:pt x="60852" y="119547"/>
                  <a:pt x="61521" y="119486"/>
                  <a:pt x="62190" y="119486"/>
                </a:cubicBezTo>
                <a:cubicBezTo>
                  <a:pt x="62706" y="119517"/>
                  <a:pt x="62737" y="119699"/>
                  <a:pt x="63588" y="119608"/>
                </a:cubicBezTo>
                <a:cubicBezTo>
                  <a:pt x="63558" y="119547"/>
                  <a:pt x="63193" y="119547"/>
                  <a:pt x="62980" y="119547"/>
                </a:cubicBezTo>
                <a:cubicBezTo>
                  <a:pt x="63588" y="119365"/>
                  <a:pt x="65746" y="119577"/>
                  <a:pt x="66962" y="119456"/>
                </a:cubicBezTo>
                <a:cubicBezTo>
                  <a:pt x="67357" y="119517"/>
                  <a:pt x="67114" y="119760"/>
                  <a:pt x="67722" y="119760"/>
                </a:cubicBezTo>
                <a:cubicBezTo>
                  <a:pt x="67995" y="119729"/>
                  <a:pt x="67631" y="119669"/>
                  <a:pt x="67722" y="119577"/>
                </a:cubicBezTo>
                <a:cubicBezTo>
                  <a:pt x="68846" y="119577"/>
                  <a:pt x="70001" y="119608"/>
                  <a:pt x="70883" y="119517"/>
                </a:cubicBezTo>
                <a:cubicBezTo>
                  <a:pt x="70883" y="119699"/>
                  <a:pt x="71096" y="119821"/>
                  <a:pt x="71856" y="119790"/>
                </a:cubicBezTo>
                <a:cubicBezTo>
                  <a:pt x="71734" y="119699"/>
                  <a:pt x="71400" y="119699"/>
                  <a:pt x="71460" y="119577"/>
                </a:cubicBezTo>
                <a:cubicBezTo>
                  <a:pt x="71856" y="119517"/>
                  <a:pt x="71764" y="119699"/>
                  <a:pt x="71856" y="119699"/>
                </a:cubicBezTo>
                <a:cubicBezTo>
                  <a:pt x="72281" y="119760"/>
                  <a:pt x="72767" y="119547"/>
                  <a:pt x="73254" y="119699"/>
                </a:cubicBezTo>
                <a:cubicBezTo>
                  <a:pt x="72555" y="119942"/>
                  <a:pt x="71916" y="119760"/>
                  <a:pt x="70853" y="119821"/>
                </a:cubicBezTo>
                <a:cubicBezTo>
                  <a:pt x="70397" y="119851"/>
                  <a:pt x="70488" y="120033"/>
                  <a:pt x="69849" y="120003"/>
                </a:cubicBezTo>
                <a:cubicBezTo>
                  <a:pt x="70488" y="119790"/>
                  <a:pt x="68421" y="119942"/>
                  <a:pt x="68087" y="119821"/>
                </a:cubicBezTo>
                <a:lnTo>
                  <a:pt x="67479" y="120003"/>
                </a:lnTo>
                <a:cubicBezTo>
                  <a:pt x="66992" y="119942"/>
                  <a:pt x="66992" y="119729"/>
                  <a:pt x="66719" y="119608"/>
                </a:cubicBezTo>
                <a:cubicBezTo>
                  <a:pt x="66111" y="119790"/>
                  <a:pt x="66050" y="119456"/>
                  <a:pt x="65138" y="119547"/>
                </a:cubicBezTo>
                <a:cubicBezTo>
                  <a:pt x="64834" y="119942"/>
                  <a:pt x="66354" y="119821"/>
                  <a:pt x="65716" y="120125"/>
                </a:cubicBezTo>
                <a:cubicBezTo>
                  <a:pt x="65199" y="120003"/>
                  <a:pt x="64713" y="119881"/>
                  <a:pt x="64743" y="119608"/>
                </a:cubicBezTo>
                <a:cubicBezTo>
                  <a:pt x="63892" y="119547"/>
                  <a:pt x="63831" y="119760"/>
                  <a:pt x="64317" y="119851"/>
                </a:cubicBezTo>
                <a:cubicBezTo>
                  <a:pt x="64196" y="119973"/>
                  <a:pt x="63862" y="119881"/>
                  <a:pt x="63953" y="119790"/>
                </a:cubicBezTo>
                <a:cubicBezTo>
                  <a:pt x="63497" y="119790"/>
                  <a:pt x="63041" y="119760"/>
                  <a:pt x="62585" y="119669"/>
                </a:cubicBezTo>
                <a:cubicBezTo>
                  <a:pt x="62190" y="119638"/>
                  <a:pt x="62251" y="119942"/>
                  <a:pt x="62767" y="119851"/>
                </a:cubicBezTo>
                <a:cubicBezTo>
                  <a:pt x="62494" y="120033"/>
                  <a:pt x="61886" y="119729"/>
                  <a:pt x="61582" y="119912"/>
                </a:cubicBezTo>
                <a:cubicBezTo>
                  <a:pt x="61491" y="120003"/>
                  <a:pt x="61734" y="120003"/>
                  <a:pt x="61764" y="120094"/>
                </a:cubicBezTo>
                <a:cubicBezTo>
                  <a:pt x="62099" y="120003"/>
                  <a:pt x="63010" y="120125"/>
                  <a:pt x="62950" y="119912"/>
                </a:cubicBezTo>
                <a:cubicBezTo>
                  <a:pt x="63740" y="119851"/>
                  <a:pt x="63527" y="120094"/>
                  <a:pt x="64348" y="120033"/>
                </a:cubicBezTo>
                <a:cubicBezTo>
                  <a:pt x="64439" y="120185"/>
                  <a:pt x="63953" y="120125"/>
                  <a:pt x="63922" y="120216"/>
                </a:cubicBezTo>
                <a:cubicBezTo>
                  <a:pt x="63983" y="120368"/>
                  <a:pt x="64287" y="120155"/>
                  <a:pt x="64317" y="120155"/>
                </a:cubicBezTo>
                <a:cubicBezTo>
                  <a:pt x="64591" y="120155"/>
                  <a:pt x="64652" y="120307"/>
                  <a:pt x="64925" y="120307"/>
                </a:cubicBezTo>
                <a:cubicBezTo>
                  <a:pt x="65229" y="120246"/>
                  <a:pt x="65564" y="120185"/>
                  <a:pt x="65898" y="120185"/>
                </a:cubicBezTo>
                <a:cubicBezTo>
                  <a:pt x="66172" y="120155"/>
                  <a:pt x="66080" y="120033"/>
                  <a:pt x="66111" y="119912"/>
                </a:cubicBezTo>
                <a:cubicBezTo>
                  <a:pt x="66931" y="119912"/>
                  <a:pt x="67023" y="120094"/>
                  <a:pt x="67509" y="120185"/>
                </a:cubicBezTo>
                <a:cubicBezTo>
                  <a:pt x="68117" y="120216"/>
                  <a:pt x="68056" y="120033"/>
                  <a:pt x="68299" y="119942"/>
                </a:cubicBezTo>
                <a:cubicBezTo>
                  <a:pt x="68634" y="120033"/>
                  <a:pt x="68968" y="120155"/>
                  <a:pt x="69272" y="120307"/>
                </a:cubicBezTo>
                <a:cubicBezTo>
                  <a:pt x="69637" y="120064"/>
                  <a:pt x="70883" y="120064"/>
                  <a:pt x="71856" y="120003"/>
                </a:cubicBezTo>
                <a:cubicBezTo>
                  <a:pt x="71673" y="120246"/>
                  <a:pt x="72615" y="120094"/>
                  <a:pt x="73041" y="120155"/>
                </a:cubicBezTo>
                <a:cubicBezTo>
                  <a:pt x="73649" y="120125"/>
                  <a:pt x="73467" y="119821"/>
                  <a:pt x="74439" y="119912"/>
                </a:cubicBezTo>
                <a:cubicBezTo>
                  <a:pt x="74257" y="119973"/>
                  <a:pt x="74044" y="120003"/>
                  <a:pt x="73831" y="120033"/>
                </a:cubicBezTo>
                <a:cubicBezTo>
                  <a:pt x="73892" y="120185"/>
                  <a:pt x="74713" y="120064"/>
                  <a:pt x="74834" y="120033"/>
                </a:cubicBezTo>
                <a:cubicBezTo>
                  <a:pt x="74682" y="119973"/>
                  <a:pt x="74591" y="119881"/>
                  <a:pt x="74439" y="119851"/>
                </a:cubicBezTo>
                <a:cubicBezTo>
                  <a:pt x="73923" y="119638"/>
                  <a:pt x="73527" y="119760"/>
                  <a:pt x="73862" y="119577"/>
                </a:cubicBezTo>
                <a:lnTo>
                  <a:pt x="72099" y="119577"/>
                </a:lnTo>
                <a:cubicBezTo>
                  <a:pt x="72464" y="119365"/>
                  <a:pt x="73345" y="119577"/>
                  <a:pt x="74287" y="119547"/>
                </a:cubicBezTo>
                <a:cubicBezTo>
                  <a:pt x="74986" y="119517"/>
                  <a:pt x="76202" y="119486"/>
                  <a:pt x="77448" y="119547"/>
                </a:cubicBezTo>
                <a:cubicBezTo>
                  <a:pt x="77296" y="119729"/>
                  <a:pt x="77631" y="119760"/>
                  <a:pt x="77631" y="119912"/>
                </a:cubicBezTo>
                <a:cubicBezTo>
                  <a:pt x="78664" y="120003"/>
                  <a:pt x="79120" y="119881"/>
                  <a:pt x="80002" y="119973"/>
                </a:cubicBezTo>
                <a:cubicBezTo>
                  <a:pt x="79910" y="120125"/>
                  <a:pt x="79607" y="120216"/>
                  <a:pt x="79181" y="120216"/>
                </a:cubicBezTo>
                <a:cubicBezTo>
                  <a:pt x="79728" y="120429"/>
                  <a:pt x="80062" y="120003"/>
                  <a:pt x="80579" y="119973"/>
                </a:cubicBezTo>
                <a:cubicBezTo>
                  <a:pt x="81278" y="119942"/>
                  <a:pt x="81066" y="120216"/>
                  <a:pt x="81765" y="120185"/>
                </a:cubicBezTo>
                <a:cubicBezTo>
                  <a:pt x="82129" y="120185"/>
                  <a:pt x="81734" y="119912"/>
                  <a:pt x="81187" y="119973"/>
                </a:cubicBezTo>
                <a:cubicBezTo>
                  <a:pt x="81582" y="119669"/>
                  <a:pt x="81886" y="120094"/>
                  <a:pt x="82373" y="120125"/>
                </a:cubicBezTo>
                <a:cubicBezTo>
                  <a:pt x="83163" y="120033"/>
                  <a:pt x="82616" y="119912"/>
                  <a:pt x="82980" y="119729"/>
                </a:cubicBezTo>
                <a:cubicBezTo>
                  <a:pt x="83740" y="119760"/>
                  <a:pt x="82707" y="120003"/>
                  <a:pt x="83558" y="120033"/>
                </a:cubicBezTo>
                <a:cubicBezTo>
                  <a:pt x="83680" y="119881"/>
                  <a:pt x="84561" y="119973"/>
                  <a:pt x="84348" y="119729"/>
                </a:cubicBezTo>
                <a:cubicBezTo>
                  <a:pt x="84956" y="119851"/>
                  <a:pt x="86050" y="119669"/>
                  <a:pt x="85534" y="119851"/>
                </a:cubicBezTo>
                <a:cubicBezTo>
                  <a:pt x="86081" y="119821"/>
                  <a:pt x="87114" y="119942"/>
                  <a:pt x="87327" y="119790"/>
                </a:cubicBezTo>
                <a:cubicBezTo>
                  <a:pt x="87661" y="119851"/>
                  <a:pt x="87357" y="119912"/>
                  <a:pt x="87327" y="119973"/>
                </a:cubicBezTo>
                <a:cubicBezTo>
                  <a:pt x="87965" y="120033"/>
                  <a:pt x="87601" y="119790"/>
                  <a:pt x="87935" y="119729"/>
                </a:cubicBezTo>
                <a:cubicBezTo>
                  <a:pt x="88239" y="119973"/>
                  <a:pt x="88482" y="119638"/>
                  <a:pt x="89516" y="119729"/>
                </a:cubicBezTo>
                <a:cubicBezTo>
                  <a:pt x="89333" y="119851"/>
                  <a:pt x="89120" y="119973"/>
                  <a:pt x="88908" y="120033"/>
                </a:cubicBezTo>
                <a:cubicBezTo>
                  <a:pt x="85169" y="119973"/>
                  <a:pt x="83680" y="120246"/>
                  <a:pt x="80366" y="120277"/>
                </a:cubicBezTo>
                <a:cubicBezTo>
                  <a:pt x="80093" y="120307"/>
                  <a:pt x="80366" y="120398"/>
                  <a:pt x="80579" y="120398"/>
                </a:cubicBezTo>
                <a:cubicBezTo>
                  <a:pt x="79880" y="120459"/>
                  <a:pt x="79120" y="120550"/>
                  <a:pt x="78573" y="120520"/>
                </a:cubicBezTo>
                <a:cubicBezTo>
                  <a:pt x="78421" y="120520"/>
                  <a:pt x="78239" y="120398"/>
                  <a:pt x="77996" y="120398"/>
                </a:cubicBezTo>
                <a:cubicBezTo>
                  <a:pt x="77844" y="120398"/>
                  <a:pt x="77509" y="120459"/>
                  <a:pt x="77600" y="120459"/>
                </a:cubicBezTo>
                <a:cubicBezTo>
                  <a:pt x="77296" y="120429"/>
                  <a:pt x="77874" y="120277"/>
                  <a:pt x="76840" y="120337"/>
                </a:cubicBezTo>
                <a:cubicBezTo>
                  <a:pt x="77175" y="119973"/>
                  <a:pt x="78208" y="120246"/>
                  <a:pt x="78816" y="120155"/>
                </a:cubicBezTo>
                <a:cubicBezTo>
                  <a:pt x="77661" y="119912"/>
                  <a:pt x="76476" y="119760"/>
                  <a:pt x="75290" y="119790"/>
                </a:cubicBezTo>
                <a:cubicBezTo>
                  <a:pt x="75382" y="119729"/>
                  <a:pt x="75473" y="119669"/>
                  <a:pt x="75473" y="119577"/>
                </a:cubicBezTo>
                <a:cubicBezTo>
                  <a:pt x="74682" y="119638"/>
                  <a:pt x="75017" y="119881"/>
                  <a:pt x="75260" y="120094"/>
                </a:cubicBezTo>
                <a:cubicBezTo>
                  <a:pt x="76111" y="120155"/>
                  <a:pt x="75929" y="119881"/>
                  <a:pt x="76658" y="119912"/>
                </a:cubicBezTo>
                <a:cubicBezTo>
                  <a:pt x="76537" y="120185"/>
                  <a:pt x="75746" y="120459"/>
                  <a:pt x="77023" y="120520"/>
                </a:cubicBezTo>
                <a:cubicBezTo>
                  <a:pt x="75412" y="120520"/>
                  <a:pt x="73163" y="120793"/>
                  <a:pt x="71278" y="120581"/>
                </a:cubicBezTo>
                <a:cubicBezTo>
                  <a:pt x="70640" y="120763"/>
                  <a:pt x="69242" y="120672"/>
                  <a:pt x="68087" y="120672"/>
                </a:cubicBezTo>
                <a:cubicBezTo>
                  <a:pt x="67722" y="120702"/>
                  <a:pt x="67935" y="120915"/>
                  <a:pt x="67296" y="120854"/>
                </a:cubicBezTo>
                <a:cubicBezTo>
                  <a:pt x="67053" y="120824"/>
                  <a:pt x="66840" y="120641"/>
                  <a:pt x="66719" y="120429"/>
                </a:cubicBezTo>
                <a:cubicBezTo>
                  <a:pt x="65776" y="120489"/>
                  <a:pt x="65959" y="120429"/>
                  <a:pt x="64743" y="120489"/>
                </a:cubicBezTo>
                <a:cubicBezTo>
                  <a:pt x="64652" y="120611"/>
                  <a:pt x="64865" y="120641"/>
                  <a:pt x="64925" y="120733"/>
                </a:cubicBezTo>
                <a:cubicBezTo>
                  <a:pt x="65229" y="120611"/>
                  <a:pt x="66020" y="120611"/>
                  <a:pt x="66324" y="120489"/>
                </a:cubicBezTo>
                <a:cubicBezTo>
                  <a:pt x="67509" y="120884"/>
                  <a:pt x="65503" y="121036"/>
                  <a:pt x="64500" y="120915"/>
                </a:cubicBezTo>
                <a:cubicBezTo>
                  <a:pt x="64500" y="120915"/>
                  <a:pt x="64743" y="120793"/>
                  <a:pt x="64713" y="120793"/>
                </a:cubicBezTo>
                <a:cubicBezTo>
                  <a:pt x="64621" y="120793"/>
                  <a:pt x="63558" y="120793"/>
                  <a:pt x="63710" y="120915"/>
                </a:cubicBezTo>
                <a:cubicBezTo>
                  <a:pt x="62585" y="120884"/>
                  <a:pt x="60123" y="120915"/>
                  <a:pt x="58360" y="121006"/>
                </a:cubicBezTo>
                <a:cubicBezTo>
                  <a:pt x="57144" y="121067"/>
                  <a:pt x="55867" y="120945"/>
                  <a:pt x="54804" y="120976"/>
                </a:cubicBezTo>
                <a:cubicBezTo>
                  <a:pt x="54287" y="120976"/>
                  <a:pt x="53649" y="121128"/>
                  <a:pt x="53010" y="121158"/>
                </a:cubicBezTo>
                <a:cubicBezTo>
                  <a:pt x="52220" y="121188"/>
                  <a:pt x="51460" y="121158"/>
                  <a:pt x="51004" y="121340"/>
                </a:cubicBezTo>
                <a:cubicBezTo>
                  <a:pt x="51126" y="121553"/>
                  <a:pt x="52159" y="121462"/>
                  <a:pt x="52190" y="121705"/>
                </a:cubicBezTo>
                <a:cubicBezTo>
                  <a:pt x="53071" y="121584"/>
                  <a:pt x="54530" y="121644"/>
                  <a:pt x="54743" y="121918"/>
                </a:cubicBezTo>
                <a:cubicBezTo>
                  <a:pt x="54956" y="121675"/>
                  <a:pt x="55594" y="121584"/>
                  <a:pt x="56354" y="121523"/>
                </a:cubicBezTo>
                <a:cubicBezTo>
                  <a:pt x="56536" y="121340"/>
                  <a:pt x="56080" y="121371"/>
                  <a:pt x="56171" y="121219"/>
                </a:cubicBezTo>
                <a:cubicBezTo>
                  <a:pt x="57387" y="121158"/>
                  <a:pt x="56779" y="121553"/>
                  <a:pt x="56567" y="121705"/>
                </a:cubicBezTo>
                <a:cubicBezTo>
                  <a:pt x="56749" y="121766"/>
                  <a:pt x="57539" y="121705"/>
                  <a:pt x="58147" y="121796"/>
                </a:cubicBezTo>
                <a:cubicBezTo>
                  <a:pt x="58512" y="121796"/>
                  <a:pt x="57843" y="121553"/>
                  <a:pt x="58360" y="121462"/>
                </a:cubicBezTo>
                <a:cubicBezTo>
                  <a:pt x="58269" y="121371"/>
                  <a:pt x="57387" y="121675"/>
                  <a:pt x="56962" y="121462"/>
                </a:cubicBezTo>
                <a:cubicBezTo>
                  <a:pt x="57174" y="121401"/>
                  <a:pt x="57509" y="121371"/>
                  <a:pt x="57570" y="121219"/>
                </a:cubicBezTo>
                <a:cubicBezTo>
                  <a:pt x="59029" y="121310"/>
                  <a:pt x="60700" y="121219"/>
                  <a:pt x="62919" y="121249"/>
                </a:cubicBezTo>
                <a:cubicBezTo>
                  <a:pt x="63558" y="121401"/>
                  <a:pt x="61703" y="121219"/>
                  <a:pt x="61916" y="121432"/>
                </a:cubicBezTo>
                <a:cubicBezTo>
                  <a:pt x="61916" y="121614"/>
                  <a:pt x="62585" y="121584"/>
                  <a:pt x="63102" y="121584"/>
                </a:cubicBezTo>
                <a:cubicBezTo>
                  <a:pt x="63618" y="121584"/>
                  <a:pt x="63284" y="121340"/>
                  <a:pt x="63892" y="121401"/>
                </a:cubicBezTo>
                <a:cubicBezTo>
                  <a:pt x="63406" y="121584"/>
                  <a:pt x="64165" y="121644"/>
                  <a:pt x="64500" y="121584"/>
                </a:cubicBezTo>
                <a:cubicBezTo>
                  <a:pt x="64956" y="121523"/>
                  <a:pt x="64500" y="121310"/>
                  <a:pt x="64895" y="121523"/>
                </a:cubicBezTo>
                <a:cubicBezTo>
                  <a:pt x="65321" y="121736"/>
                  <a:pt x="65807" y="121766"/>
                  <a:pt x="66263" y="121644"/>
                </a:cubicBezTo>
                <a:cubicBezTo>
                  <a:pt x="66080" y="121523"/>
                  <a:pt x="65412" y="121553"/>
                  <a:pt x="65503" y="121340"/>
                </a:cubicBezTo>
                <a:cubicBezTo>
                  <a:pt x="66141" y="121310"/>
                  <a:pt x="66020" y="121492"/>
                  <a:pt x="66476" y="121523"/>
                </a:cubicBezTo>
                <a:cubicBezTo>
                  <a:pt x="66628" y="121492"/>
                  <a:pt x="66749" y="121492"/>
                  <a:pt x="66871" y="121462"/>
                </a:cubicBezTo>
                <a:cubicBezTo>
                  <a:pt x="67023" y="121310"/>
                  <a:pt x="66476" y="121340"/>
                  <a:pt x="66293" y="121280"/>
                </a:cubicBezTo>
                <a:cubicBezTo>
                  <a:pt x="66111" y="121128"/>
                  <a:pt x="66871" y="121219"/>
                  <a:pt x="66901" y="121219"/>
                </a:cubicBezTo>
                <a:cubicBezTo>
                  <a:pt x="67357" y="121188"/>
                  <a:pt x="67357" y="121097"/>
                  <a:pt x="67691" y="121097"/>
                </a:cubicBezTo>
                <a:cubicBezTo>
                  <a:pt x="68573" y="121067"/>
                  <a:pt x="69758" y="121128"/>
                  <a:pt x="70853" y="121097"/>
                </a:cubicBezTo>
                <a:cubicBezTo>
                  <a:pt x="70366" y="121249"/>
                  <a:pt x="70093" y="121158"/>
                  <a:pt x="69272" y="121158"/>
                </a:cubicBezTo>
                <a:cubicBezTo>
                  <a:pt x="69272" y="121310"/>
                  <a:pt x="69941" y="121280"/>
                  <a:pt x="70457" y="121280"/>
                </a:cubicBezTo>
                <a:cubicBezTo>
                  <a:pt x="70457" y="121462"/>
                  <a:pt x="70913" y="121523"/>
                  <a:pt x="71217" y="121584"/>
                </a:cubicBezTo>
                <a:cubicBezTo>
                  <a:pt x="71856" y="121492"/>
                  <a:pt x="70701" y="121432"/>
                  <a:pt x="71035" y="121219"/>
                </a:cubicBezTo>
                <a:cubicBezTo>
                  <a:pt x="72190" y="121188"/>
                  <a:pt x="71825" y="121584"/>
                  <a:pt x="72403" y="121736"/>
                </a:cubicBezTo>
                <a:cubicBezTo>
                  <a:pt x="73011" y="121736"/>
                  <a:pt x="73588" y="121766"/>
                  <a:pt x="74166" y="121857"/>
                </a:cubicBezTo>
                <a:cubicBezTo>
                  <a:pt x="74561" y="121857"/>
                  <a:pt x="74318" y="121644"/>
                  <a:pt x="74591" y="121614"/>
                </a:cubicBezTo>
                <a:cubicBezTo>
                  <a:pt x="75594" y="121553"/>
                  <a:pt x="75412" y="121888"/>
                  <a:pt x="76567" y="121796"/>
                </a:cubicBezTo>
                <a:cubicBezTo>
                  <a:pt x="76415" y="122070"/>
                  <a:pt x="77296" y="122070"/>
                  <a:pt x="77114" y="122374"/>
                </a:cubicBezTo>
                <a:cubicBezTo>
                  <a:pt x="76506" y="122252"/>
                  <a:pt x="75898" y="122313"/>
                  <a:pt x="75321" y="122526"/>
                </a:cubicBezTo>
                <a:cubicBezTo>
                  <a:pt x="75382" y="122617"/>
                  <a:pt x="75807" y="122587"/>
                  <a:pt x="76111" y="122617"/>
                </a:cubicBezTo>
                <a:cubicBezTo>
                  <a:pt x="75959" y="122647"/>
                  <a:pt x="75898" y="122739"/>
                  <a:pt x="75898" y="122860"/>
                </a:cubicBezTo>
                <a:cubicBezTo>
                  <a:pt x="75473" y="122860"/>
                  <a:pt x="75290" y="122799"/>
                  <a:pt x="75321" y="122678"/>
                </a:cubicBezTo>
                <a:cubicBezTo>
                  <a:pt x="75047" y="122617"/>
                  <a:pt x="74834" y="122921"/>
                  <a:pt x="74713" y="122739"/>
                </a:cubicBezTo>
                <a:cubicBezTo>
                  <a:pt x="74439" y="122617"/>
                  <a:pt x="74561" y="122587"/>
                  <a:pt x="75138" y="122617"/>
                </a:cubicBezTo>
                <a:cubicBezTo>
                  <a:pt x="74743" y="122495"/>
                  <a:pt x="74926" y="122283"/>
                  <a:pt x="75351" y="122222"/>
                </a:cubicBezTo>
                <a:cubicBezTo>
                  <a:pt x="75078" y="122040"/>
                  <a:pt x="74652" y="122343"/>
                  <a:pt x="74166" y="122283"/>
                </a:cubicBezTo>
                <a:cubicBezTo>
                  <a:pt x="74105" y="122131"/>
                  <a:pt x="73862" y="122040"/>
                  <a:pt x="73983" y="121857"/>
                </a:cubicBezTo>
                <a:cubicBezTo>
                  <a:pt x="73375" y="121857"/>
                  <a:pt x="73771" y="122161"/>
                  <a:pt x="73163" y="122161"/>
                </a:cubicBezTo>
                <a:cubicBezTo>
                  <a:pt x="73102" y="122313"/>
                  <a:pt x="73923" y="122192"/>
                  <a:pt x="73740" y="122404"/>
                </a:cubicBezTo>
                <a:cubicBezTo>
                  <a:pt x="73467" y="122374"/>
                  <a:pt x="72707" y="122465"/>
                  <a:pt x="72767" y="122343"/>
                </a:cubicBezTo>
                <a:cubicBezTo>
                  <a:pt x="72372" y="122495"/>
                  <a:pt x="71977" y="122556"/>
                  <a:pt x="71552" y="122526"/>
                </a:cubicBezTo>
                <a:cubicBezTo>
                  <a:pt x="71916" y="122313"/>
                  <a:pt x="71825" y="122131"/>
                  <a:pt x="70792" y="122192"/>
                </a:cubicBezTo>
                <a:cubicBezTo>
                  <a:pt x="70275" y="122070"/>
                  <a:pt x="71339" y="122040"/>
                  <a:pt x="70792" y="121888"/>
                </a:cubicBezTo>
                <a:cubicBezTo>
                  <a:pt x="70488" y="122040"/>
                  <a:pt x="70153" y="122070"/>
                  <a:pt x="69819" y="122009"/>
                </a:cubicBezTo>
                <a:cubicBezTo>
                  <a:pt x="69880" y="121918"/>
                  <a:pt x="69667" y="121888"/>
                  <a:pt x="69424" y="121888"/>
                </a:cubicBezTo>
                <a:cubicBezTo>
                  <a:pt x="69546" y="121736"/>
                  <a:pt x="69849" y="121523"/>
                  <a:pt x="69454" y="121401"/>
                </a:cubicBezTo>
                <a:cubicBezTo>
                  <a:pt x="69090" y="121432"/>
                  <a:pt x="69181" y="121644"/>
                  <a:pt x="68451" y="121584"/>
                </a:cubicBezTo>
                <a:cubicBezTo>
                  <a:pt x="68208" y="121340"/>
                  <a:pt x="69120" y="121462"/>
                  <a:pt x="68877" y="121188"/>
                </a:cubicBezTo>
                <a:cubicBezTo>
                  <a:pt x="68087" y="121097"/>
                  <a:pt x="68360" y="121371"/>
                  <a:pt x="68056" y="121432"/>
                </a:cubicBezTo>
                <a:cubicBezTo>
                  <a:pt x="67691" y="121401"/>
                  <a:pt x="68056" y="121158"/>
                  <a:pt x="67296" y="121249"/>
                </a:cubicBezTo>
                <a:cubicBezTo>
                  <a:pt x="67175" y="121310"/>
                  <a:pt x="67205" y="121492"/>
                  <a:pt x="66658" y="121553"/>
                </a:cubicBezTo>
                <a:cubicBezTo>
                  <a:pt x="66840" y="121705"/>
                  <a:pt x="67175" y="121401"/>
                  <a:pt x="67874" y="121492"/>
                </a:cubicBezTo>
                <a:cubicBezTo>
                  <a:pt x="67539" y="121675"/>
                  <a:pt x="68299" y="121614"/>
                  <a:pt x="68451" y="121675"/>
                </a:cubicBezTo>
                <a:cubicBezTo>
                  <a:pt x="68512" y="121736"/>
                  <a:pt x="68390" y="121827"/>
                  <a:pt x="68451" y="121888"/>
                </a:cubicBezTo>
                <a:cubicBezTo>
                  <a:pt x="68512" y="121918"/>
                  <a:pt x="68938" y="121948"/>
                  <a:pt x="68816" y="122070"/>
                </a:cubicBezTo>
                <a:cubicBezTo>
                  <a:pt x="68512" y="122131"/>
                  <a:pt x="68178" y="122131"/>
                  <a:pt x="67843" y="122131"/>
                </a:cubicBezTo>
                <a:cubicBezTo>
                  <a:pt x="67904" y="122040"/>
                  <a:pt x="68178" y="122040"/>
                  <a:pt x="68239" y="121948"/>
                </a:cubicBezTo>
                <a:cubicBezTo>
                  <a:pt x="67904" y="121888"/>
                  <a:pt x="67570" y="121948"/>
                  <a:pt x="67235" y="122070"/>
                </a:cubicBezTo>
                <a:cubicBezTo>
                  <a:pt x="67327" y="122343"/>
                  <a:pt x="68239" y="122313"/>
                  <a:pt x="68998" y="122252"/>
                </a:cubicBezTo>
                <a:cubicBezTo>
                  <a:pt x="69211" y="122435"/>
                  <a:pt x="68573" y="122374"/>
                  <a:pt x="68208" y="122374"/>
                </a:cubicBezTo>
                <a:cubicBezTo>
                  <a:pt x="68573" y="122526"/>
                  <a:pt x="68755" y="122678"/>
                  <a:pt x="68178" y="122799"/>
                </a:cubicBezTo>
                <a:cubicBezTo>
                  <a:pt x="68239" y="122860"/>
                  <a:pt x="68573" y="122860"/>
                  <a:pt x="68573" y="122921"/>
                </a:cubicBezTo>
                <a:cubicBezTo>
                  <a:pt x="69059" y="122921"/>
                  <a:pt x="69242" y="122708"/>
                  <a:pt x="69758" y="122860"/>
                </a:cubicBezTo>
                <a:cubicBezTo>
                  <a:pt x="69606" y="123164"/>
                  <a:pt x="67965" y="123012"/>
                  <a:pt x="66780" y="123043"/>
                </a:cubicBezTo>
                <a:cubicBezTo>
                  <a:pt x="66172" y="123103"/>
                  <a:pt x="65594" y="123134"/>
                  <a:pt x="64986" y="123103"/>
                </a:cubicBezTo>
                <a:cubicBezTo>
                  <a:pt x="65260" y="123043"/>
                  <a:pt x="65533" y="123012"/>
                  <a:pt x="65776" y="123043"/>
                </a:cubicBezTo>
                <a:cubicBezTo>
                  <a:pt x="65169" y="122921"/>
                  <a:pt x="65108" y="123103"/>
                  <a:pt x="64591" y="123103"/>
                </a:cubicBezTo>
                <a:cubicBezTo>
                  <a:pt x="64409" y="123103"/>
                  <a:pt x="64196" y="123043"/>
                  <a:pt x="64014" y="122982"/>
                </a:cubicBezTo>
                <a:cubicBezTo>
                  <a:pt x="63649" y="122982"/>
                  <a:pt x="63375" y="123134"/>
                  <a:pt x="63010" y="123164"/>
                </a:cubicBezTo>
                <a:cubicBezTo>
                  <a:pt x="62676" y="123164"/>
                  <a:pt x="62555" y="123073"/>
                  <a:pt x="62220" y="123073"/>
                </a:cubicBezTo>
                <a:cubicBezTo>
                  <a:pt x="61551" y="123073"/>
                  <a:pt x="60700" y="123225"/>
                  <a:pt x="60244" y="123073"/>
                </a:cubicBezTo>
                <a:cubicBezTo>
                  <a:pt x="60396" y="122769"/>
                  <a:pt x="61187" y="122647"/>
                  <a:pt x="62220" y="122799"/>
                </a:cubicBezTo>
                <a:cubicBezTo>
                  <a:pt x="62190" y="122587"/>
                  <a:pt x="61339" y="122617"/>
                  <a:pt x="60670" y="122587"/>
                </a:cubicBezTo>
                <a:cubicBezTo>
                  <a:pt x="60092" y="122647"/>
                  <a:pt x="60427" y="122678"/>
                  <a:pt x="60457" y="122830"/>
                </a:cubicBezTo>
                <a:cubicBezTo>
                  <a:pt x="60062" y="122830"/>
                  <a:pt x="59819" y="122830"/>
                  <a:pt x="59849" y="122951"/>
                </a:cubicBezTo>
                <a:cubicBezTo>
                  <a:pt x="59485" y="122951"/>
                  <a:pt x="58846" y="122891"/>
                  <a:pt x="59059" y="123073"/>
                </a:cubicBezTo>
                <a:cubicBezTo>
                  <a:pt x="59059" y="123195"/>
                  <a:pt x="59819" y="122982"/>
                  <a:pt x="60032" y="123134"/>
                </a:cubicBezTo>
                <a:cubicBezTo>
                  <a:pt x="59089" y="123316"/>
                  <a:pt x="57995" y="123134"/>
                  <a:pt x="56871" y="123195"/>
                </a:cubicBezTo>
                <a:cubicBezTo>
                  <a:pt x="56597" y="123195"/>
                  <a:pt x="56354" y="123316"/>
                  <a:pt x="56050" y="123316"/>
                </a:cubicBezTo>
                <a:lnTo>
                  <a:pt x="53071" y="123347"/>
                </a:lnTo>
                <a:cubicBezTo>
                  <a:pt x="51582" y="123377"/>
                  <a:pt x="49940" y="123407"/>
                  <a:pt x="48937" y="123316"/>
                </a:cubicBezTo>
                <a:cubicBezTo>
                  <a:pt x="48876" y="123316"/>
                  <a:pt x="48968" y="123225"/>
                  <a:pt x="48937" y="123195"/>
                </a:cubicBezTo>
                <a:cubicBezTo>
                  <a:pt x="48724" y="123134"/>
                  <a:pt x="48390" y="123316"/>
                  <a:pt x="48117" y="123255"/>
                </a:cubicBezTo>
                <a:cubicBezTo>
                  <a:pt x="48572" y="122860"/>
                  <a:pt x="47691" y="123377"/>
                  <a:pt x="46749" y="123255"/>
                </a:cubicBezTo>
                <a:cubicBezTo>
                  <a:pt x="46506" y="123255"/>
                  <a:pt x="46566" y="123377"/>
                  <a:pt x="46536" y="123438"/>
                </a:cubicBezTo>
                <a:cubicBezTo>
                  <a:pt x="45715" y="123438"/>
                  <a:pt x="44621" y="123499"/>
                  <a:pt x="44347" y="123316"/>
                </a:cubicBezTo>
                <a:cubicBezTo>
                  <a:pt x="43740" y="123286"/>
                  <a:pt x="43892" y="123499"/>
                  <a:pt x="43162" y="123407"/>
                </a:cubicBezTo>
                <a:cubicBezTo>
                  <a:pt x="43010" y="123195"/>
                  <a:pt x="43284" y="123134"/>
                  <a:pt x="43983" y="123164"/>
                </a:cubicBezTo>
                <a:cubicBezTo>
                  <a:pt x="44013" y="122982"/>
                  <a:pt x="43375" y="122982"/>
                  <a:pt x="42797" y="122982"/>
                </a:cubicBezTo>
                <a:cubicBezTo>
                  <a:pt x="42645" y="123164"/>
                  <a:pt x="42980" y="123225"/>
                  <a:pt x="42980" y="123377"/>
                </a:cubicBezTo>
                <a:cubicBezTo>
                  <a:pt x="33527" y="123559"/>
                  <a:pt x="23982" y="123377"/>
                  <a:pt x="14864" y="123316"/>
                </a:cubicBezTo>
                <a:cubicBezTo>
                  <a:pt x="13405" y="123316"/>
                  <a:pt x="11763" y="123316"/>
                  <a:pt x="9970" y="123286"/>
                </a:cubicBezTo>
                <a:cubicBezTo>
                  <a:pt x="9605" y="123286"/>
                  <a:pt x="9514" y="123347"/>
                  <a:pt x="9210" y="123347"/>
                </a:cubicBezTo>
                <a:lnTo>
                  <a:pt x="8298" y="123347"/>
                </a:lnTo>
                <a:cubicBezTo>
                  <a:pt x="8177" y="122708"/>
                  <a:pt x="7903" y="121584"/>
                  <a:pt x="7690" y="120550"/>
                </a:cubicBezTo>
                <a:cubicBezTo>
                  <a:pt x="7508" y="119821"/>
                  <a:pt x="7234" y="119061"/>
                  <a:pt x="7113" y="118301"/>
                </a:cubicBezTo>
                <a:cubicBezTo>
                  <a:pt x="6930" y="117389"/>
                  <a:pt x="6322" y="114623"/>
                  <a:pt x="5897" y="113103"/>
                </a:cubicBezTo>
                <a:cubicBezTo>
                  <a:pt x="5623" y="112222"/>
                  <a:pt x="5167" y="111127"/>
                  <a:pt x="5137" y="109820"/>
                </a:cubicBezTo>
                <a:cubicBezTo>
                  <a:pt x="4833" y="109030"/>
                  <a:pt x="4620" y="108179"/>
                  <a:pt x="4529" y="107328"/>
                </a:cubicBezTo>
                <a:cubicBezTo>
                  <a:pt x="4499" y="107450"/>
                  <a:pt x="4590" y="107784"/>
                  <a:pt x="4438" y="107723"/>
                </a:cubicBezTo>
                <a:cubicBezTo>
                  <a:pt x="4195" y="106264"/>
                  <a:pt x="3800" y="105200"/>
                  <a:pt x="3587" y="103377"/>
                </a:cubicBezTo>
                <a:cubicBezTo>
                  <a:pt x="3678" y="103437"/>
                  <a:pt x="3739" y="103711"/>
                  <a:pt x="3830" y="103741"/>
                </a:cubicBezTo>
                <a:cubicBezTo>
                  <a:pt x="3769" y="102921"/>
                  <a:pt x="3526" y="103255"/>
                  <a:pt x="3435" y="102738"/>
                </a:cubicBezTo>
                <a:cubicBezTo>
                  <a:pt x="3404" y="102252"/>
                  <a:pt x="3708" y="102617"/>
                  <a:pt x="3769" y="102738"/>
                </a:cubicBezTo>
                <a:cubicBezTo>
                  <a:pt x="3648" y="102161"/>
                  <a:pt x="3526" y="101887"/>
                  <a:pt x="3435" y="101310"/>
                </a:cubicBezTo>
                <a:cubicBezTo>
                  <a:pt x="3526" y="100641"/>
                  <a:pt x="3404" y="100215"/>
                  <a:pt x="3435" y="99395"/>
                </a:cubicBezTo>
                <a:cubicBezTo>
                  <a:pt x="3465" y="99030"/>
                  <a:pt x="3556" y="98696"/>
                  <a:pt x="3617" y="98361"/>
                </a:cubicBezTo>
                <a:cubicBezTo>
                  <a:pt x="3617" y="97510"/>
                  <a:pt x="3769" y="96659"/>
                  <a:pt x="4043" y="95838"/>
                </a:cubicBezTo>
                <a:cubicBezTo>
                  <a:pt x="4134" y="95656"/>
                  <a:pt x="4225" y="95474"/>
                  <a:pt x="4347" y="95291"/>
                </a:cubicBezTo>
                <a:cubicBezTo>
                  <a:pt x="4468" y="94957"/>
                  <a:pt x="4316" y="94683"/>
                  <a:pt x="4711" y="94319"/>
                </a:cubicBezTo>
                <a:cubicBezTo>
                  <a:pt x="5015" y="93285"/>
                  <a:pt x="5411" y="92252"/>
                  <a:pt x="5836" y="91249"/>
                </a:cubicBezTo>
                <a:cubicBezTo>
                  <a:pt x="5958" y="91006"/>
                  <a:pt x="6110" y="90762"/>
                  <a:pt x="6262" y="90550"/>
                </a:cubicBezTo>
                <a:cubicBezTo>
                  <a:pt x="6444" y="90246"/>
                  <a:pt x="6414" y="90154"/>
                  <a:pt x="6596" y="89820"/>
                </a:cubicBezTo>
                <a:cubicBezTo>
                  <a:pt x="6778" y="89486"/>
                  <a:pt x="6870" y="89516"/>
                  <a:pt x="6961" y="89364"/>
                </a:cubicBezTo>
                <a:cubicBezTo>
                  <a:pt x="7022" y="89273"/>
                  <a:pt x="7082" y="88999"/>
                  <a:pt x="7204" y="88817"/>
                </a:cubicBezTo>
                <a:cubicBezTo>
                  <a:pt x="7629" y="88057"/>
                  <a:pt x="8329" y="86933"/>
                  <a:pt x="8663" y="86233"/>
                </a:cubicBezTo>
                <a:cubicBezTo>
                  <a:pt x="8815" y="85899"/>
                  <a:pt x="8845" y="85656"/>
                  <a:pt x="9058" y="85291"/>
                </a:cubicBezTo>
                <a:cubicBezTo>
                  <a:pt x="9180" y="85139"/>
                  <a:pt x="9332" y="84987"/>
                  <a:pt x="9423" y="84835"/>
                </a:cubicBezTo>
                <a:cubicBezTo>
                  <a:pt x="9636" y="84258"/>
                  <a:pt x="9879" y="83711"/>
                  <a:pt x="10213" y="83224"/>
                </a:cubicBezTo>
                <a:cubicBezTo>
                  <a:pt x="10426" y="82829"/>
                  <a:pt x="10547" y="82343"/>
                  <a:pt x="10760" y="81948"/>
                </a:cubicBezTo>
                <a:cubicBezTo>
                  <a:pt x="10943" y="81613"/>
                  <a:pt x="11034" y="81613"/>
                  <a:pt x="11186" y="81279"/>
                </a:cubicBezTo>
                <a:cubicBezTo>
                  <a:pt x="11794" y="80094"/>
                  <a:pt x="12584" y="78483"/>
                  <a:pt x="13253" y="77206"/>
                </a:cubicBezTo>
                <a:cubicBezTo>
                  <a:pt x="13405" y="76902"/>
                  <a:pt x="13465" y="76932"/>
                  <a:pt x="13587" y="76689"/>
                </a:cubicBezTo>
                <a:cubicBezTo>
                  <a:pt x="14195" y="75504"/>
                  <a:pt x="14651" y="74410"/>
                  <a:pt x="15076" y="73650"/>
                </a:cubicBezTo>
                <a:cubicBezTo>
                  <a:pt x="15289" y="73285"/>
                  <a:pt x="15289" y="73437"/>
                  <a:pt x="15472" y="73194"/>
                </a:cubicBezTo>
                <a:cubicBezTo>
                  <a:pt x="15928" y="72251"/>
                  <a:pt x="16292" y="71400"/>
                  <a:pt x="16870" y="70337"/>
                </a:cubicBezTo>
                <a:cubicBezTo>
                  <a:pt x="16961" y="70276"/>
                  <a:pt x="17143" y="69972"/>
                  <a:pt x="17204" y="70093"/>
                </a:cubicBezTo>
                <a:cubicBezTo>
                  <a:pt x="17295" y="69881"/>
                  <a:pt x="17174" y="69881"/>
                  <a:pt x="17143" y="69820"/>
                </a:cubicBezTo>
                <a:cubicBezTo>
                  <a:pt x="17782" y="68726"/>
                  <a:pt x="17934" y="67722"/>
                  <a:pt x="18663" y="67023"/>
                </a:cubicBezTo>
                <a:cubicBezTo>
                  <a:pt x="18967" y="66385"/>
                  <a:pt x="18997" y="66385"/>
                  <a:pt x="19362" y="65595"/>
                </a:cubicBezTo>
                <a:cubicBezTo>
                  <a:pt x="19545" y="65443"/>
                  <a:pt x="19727" y="65169"/>
                  <a:pt x="19818" y="65412"/>
                </a:cubicBezTo>
                <a:cubicBezTo>
                  <a:pt x="20244" y="64653"/>
                  <a:pt x="19818" y="65139"/>
                  <a:pt x="19879" y="64774"/>
                </a:cubicBezTo>
                <a:cubicBezTo>
                  <a:pt x="20274" y="63923"/>
                  <a:pt x="20487" y="64014"/>
                  <a:pt x="20912" y="63224"/>
                </a:cubicBezTo>
                <a:cubicBezTo>
                  <a:pt x="21095" y="62890"/>
                  <a:pt x="20791" y="62981"/>
                  <a:pt x="20943" y="62707"/>
                </a:cubicBezTo>
                <a:cubicBezTo>
                  <a:pt x="21277" y="62282"/>
                  <a:pt x="21703" y="61735"/>
                  <a:pt x="22219" y="61187"/>
                </a:cubicBezTo>
                <a:cubicBezTo>
                  <a:pt x="22736" y="60640"/>
                  <a:pt x="23344" y="60154"/>
                  <a:pt x="24043" y="59759"/>
                </a:cubicBezTo>
                <a:cubicBezTo>
                  <a:pt x="24438" y="59546"/>
                  <a:pt x="24955" y="59394"/>
                  <a:pt x="25411" y="59151"/>
                </a:cubicBezTo>
                <a:cubicBezTo>
                  <a:pt x="26566" y="58604"/>
                  <a:pt x="28481" y="57540"/>
                  <a:pt x="29271" y="57510"/>
                </a:cubicBezTo>
                <a:cubicBezTo>
                  <a:pt x="29393" y="57418"/>
                  <a:pt x="29514" y="57297"/>
                  <a:pt x="29575" y="57175"/>
                </a:cubicBezTo>
                <a:cubicBezTo>
                  <a:pt x="30852" y="56810"/>
                  <a:pt x="31460" y="56203"/>
                  <a:pt x="32888" y="55777"/>
                </a:cubicBezTo>
                <a:cubicBezTo>
                  <a:pt x="33071" y="55412"/>
                  <a:pt x="33557" y="55382"/>
                  <a:pt x="34287" y="54987"/>
                </a:cubicBezTo>
                <a:cubicBezTo>
                  <a:pt x="34317" y="54896"/>
                  <a:pt x="33891" y="54956"/>
                  <a:pt x="33861" y="54987"/>
                </a:cubicBezTo>
                <a:cubicBezTo>
                  <a:pt x="33648" y="55048"/>
                  <a:pt x="33557" y="55230"/>
                  <a:pt x="33344" y="55321"/>
                </a:cubicBezTo>
                <a:cubicBezTo>
                  <a:pt x="33131" y="55412"/>
                  <a:pt x="32949" y="55382"/>
                  <a:pt x="32767" y="55503"/>
                </a:cubicBezTo>
                <a:cubicBezTo>
                  <a:pt x="32524" y="55625"/>
                  <a:pt x="32311" y="55807"/>
                  <a:pt x="32068" y="55929"/>
                </a:cubicBezTo>
                <a:cubicBezTo>
                  <a:pt x="31672" y="56081"/>
                  <a:pt x="31399" y="56142"/>
                  <a:pt x="30943" y="56324"/>
                </a:cubicBezTo>
                <a:cubicBezTo>
                  <a:pt x="30487" y="56507"/>
                  <a:pt x="29940" y="56810"/>
                  <a:pt x="29119" y="57114"/>
                </a:cubicBezTo>
                <a:cubicBezTo>
                  <a:pt x="28906" y="57145"/>
                  <a:pt x="28724" y="57206"/>
                  <a:pt x="28511" y="57206"/>
                </a:cubicBezTo>
                <a:cubicBezTo>
                  <a:pt x="28329" y="57297"/>
                  <a:pt x="27751" y="57631"/>
                  <a:pt x="27265" y="57814"/>
                </a:cubicBezTo>
                <a:cubicBezTo>
                  <a:pt x="26657" y="58087"/>
                  <a:pt x="26566" y="58148"/>
                  <a:pt x="25776" y="58482"/>
                </a:cubicBezTo>
                <a:cubicBezTo>
                  <a:pt x="24833" y="58877"/>
                  <a:pt x="23952" y="59394"/>
                  <a:pt x="23131" y="60002"/>
                </a:cubicBezTo>
                <a:cubicBezTo>
                  <a:pt x="23010" y="59941"/>
                  <a:pt x="23253" y="59789"/>
                  <a:pt x="23222" y="59698"/>
                </a:cubicBezTo>
                <a:cubicBezTo>
                  <a:pt x="22615" y="60093"/>
                  <a:pt x="22007" y="60731"/>
                  <a:pt x="21976" y="60458"/>
                </a:cubicBezTo>
                <a:cubicBezTo>
                  <a:pt x="21763" y="60671"/>
                  <a:pt x="21885" y="60701"/>
                  <a:pt x="21915" y="60792"/>
                </a:cubicBezTo>
                <a:cubicBezTo>
                  <a:pt x="21915" y="60853"/>
                  <a:pt x="22554" y="60215"/>
                  <a:pt x="22858" y="60063"/>
                </a:cubicBezTo>
                <a:cubicBezTo>
                  <a:pt x="22645" y="60367"/>
                  <a:pt x="22219" y="60762"/>
                  <a:pt x="21763" y="61248"/>
                </a:cubicBezTo>
                <a:cubicBezTo>
                  <a:pt x="21308" y="61735"/>
                  <a:pt x="20852" y="62251"/>
                  <a:pt x="20517" y="62707"/>
                </a:cubicBezTo>
                <a:cubicBezTo>
                  <a:pt x="20153" y="63163"/>
                  <a:pt x="20365" y="63437"/>
                  <a:pt x="20092" y="63498"/>
                </a:cubicBezTo>
                <a:cubicBezTo>
                  <a:pt x="19788" y="63801"/>
                  <a:pt x="20031" y="63346"/>
                  <a:pt x="20183" y="63011"/>
                </a:cubicBezTo>
                <a:cubicBezTo>
                  <a:pt x="20244" y="62798"/>
                  <a:pt x="20031" y="62981"/>
                  <a:pt x="20304" y="62555"/>
                </a:cubicBezTo>
                <a:cubicBezTo>
                  <a:pt x="20426" y="62403"/>
                  <a:pt x="20487" y="62403"/>
                  <a:pt x="20608" y="62221"/>
                </a:cubicBezTo>
                <a:cubicBezTo>
                  <a:pt x="20639" y="62282"/>
                  <a:pt x="20426" y="62586"/>
                  <a:pt x="20274" y="62829"/>
                </a:cubicBezTo>
                <a:cubicBezTo>
                  <a:pt x="20791" y="62312"/>
                  <a:pt x="21095" y="61552"/>
                  <a:pt x="21763" y="61005"/>
                </a:cubicBezTo>
                <a:cubicBezTo>
                  <a:pt x="21794" y="60731"/>
                  <a:pt x="21429" y="61096"/>
                  <a:pt x="21125" y="61461"/>
                </a:cubicBezTo>
                <a:cubicBezTo>
                  <a:pt x="20821" y="61795"/>
                  <a:pt x="20578" y="62160"/>
                  <a:pt x="20548" y="61856"/>
                </a:cubicBezTo>
                <a:cubicBezTo>
                  <a:pt x="19879" y="63011"/>
                  <a:pt x="19970" y="63498"/>
                  <a:pt x="19210" y="64622"/>
                </a:cubicBezTo>
                <a:cubicBezTo>
                  <a:pt x="19301" y="64987"/>
                  <a:pt x="19727" y="63832"/>
                  <a:pt x="19849" y="64075"/>
                </a:cubicBezTo>
                <a:cubicBezTo>
                  <a:pt x="19545" y="64744"/>
                  <a:pt x="19149" y="65352"/>
                  <a:pt x="18694" y="65929"/>
                </a:cubicBezTo>
                <a:cubicBezTo>
                  <a:pt x="18785" y="65595"/>
                  <a:pt x="19332" y="64592"/>
                  <a:pt x="18815" y="65078"/>
                </a:cubicBezTo>
                <a:cubicBezTo>
                  <a:pt x="18663" y="65443"/>
                  <a:pt x="18937" y="65352"/>
                  <a:pt x="18602" y="65868"/>
                </a:cubicBezTo>
                <a:cubicBezTo>
                  <a:pt x="18390" y="65534"/>
                  <a:pt x="17782" y="66902"/>
                  <a:pt x="17782" y="67236"/>
                </a:cubicBezTo>
                <a:cubicBezTo>
                  <a:pt x="18086" y="66963"/>
                  <a:pt x="18329" y="66628"/>
                  <a:pt x="18450" y="66264"/>
                </a:cubicBezTo>
                <a:cubicBezTo>
                  <a:pt x="18572" y="66537"/>
                  <a:pt x="18025" y="67175"/>
                  <a:pt x="17751" y="67692"/>
                </a:cubicBezTo>
                <a:cubicBezTo>
                  <a:pt x="17751" y="67145"/>
                  <a:pt x="17387" y="67874"/>
                  <a:pt x="17083" y="68178"/>
                </a:cubicBezTo>
                <a:cubicBezTo>
                  <a:pt x="17174" y="68513"/>
                  <a:pt x="17599" y="67692"/>
                  <a:pt x="17478" y="68178"/>
                </a:cubicBezTo>
                <a:cubicBezTo>
                  <a:pt x="17204" y="68634"/>
                  <a:pt x="17022" y="68482"/>
                  <a:pt x="16718" y="69090"/>
                </a:cubicBezTo>
                <a:cubicBezTo>
                  <a:pt x="16475" y="69607"/>
                  <a:pt x="16961" y="68878"/>
                  <a:pt x="17022" y="68817"/>
                </a:cubicBezTo>
                <a:cubicBezTo>
                  <a:pt x="16231" y="70580"/>
                  <a:pt x="14864" y="73072"/>
                  <a:pt x="13648" y="75352"/>
                </a:cubicBezTo>
                <a:cubicBezTo>
                  <a:pt x="13526" y="75534"/>
                  <a:pt x="12979" y="76203"/>
                  <a:pt x="13040" y="76598"/>
                </a:cubicBezTo>
                <a:cubicBezTo>
                  <a:pt x="12432" y="77510"/>
                  <a:pt x="11399" y="79425"/>
                  <a:pt x="11003" y="80215"/>
                </a:cubicBezTo>
                <a:cubicBezTo>
                  <a:pt x="10973" y="79850"/>
                  <a:pt x="11551" y="78969"/>
                  <a:pt x="11946" y="78239"/>
                </a:cubicBezTo>
                <a:cubicBezTo>
                  <a:pt x="12493" y="77176"/>
                  <a:pt x="13070" y="76203"/>
                  <a:pt x="13405" y="75413"/>
                </a:cubicBezTo>
                <a:cubicBezTo>
                  <a:pt x="13162" y="75352"/>
                  <a:pt x="13010" y="75808"/>
                  <a:pt x="12979" y="75382"/>
                </a:cubicBezTo>
                <a:cubicBezTo>
                  <a:pt x="12675" y="76051"/>
                  <a:pt x="12371" y="76264"/>
                  <a:pt x="12310" y="76598"/>
                </a:cubicBezTo>
                <a:cubicBezTo>
                  <a:pt x="12462" y="76416"/>
                  <a:pt x="12584" y="76294"/>
                  <a:pt x="12888" y="75808"/>
                </a:cubicBezTo>
                <a:cubicBezTo>
                  <a:pt x="12949" y="76355"/>
                  <a:pt x="12280" y="76841"/>
                  <a:pt x="11946" y="77540"/>
                </a:cubicBezTo>
                <a:cubicBezTo>
                  <a:pt x="12037" y="77692"/>
                  <a:pt x="12341" y="76750"/>
                  <a:pt x="12402" y="77115"/>
                </a:cubicBezTo>
                <a:cubicBezTo>
                  <a:pt x="10274" y="81157"/>
                  <a:pt x="7234" y="86720"/>
                  <a:pt x="4955" y="91127"/>
                </a:cubicBezTo>
                <a:cubicBezTo>
                  <a:pt x="4803" y="91462"/>
                  <a:pt x="4590" y="91735"/>
                  <a:pt x="4438" y="92039"/>
                </a:cubicBezTo>
                <a:cubicBezTo>
                  <a:pt x="4256" y="92465"/>
                  <a:pt x="4164" y="92829"/>
                  <a:pt x="3982" y="93224"/>
                </a:cubicBezTo>
                <a:cubicBezTo>
                  <a:pt x="3678" y="93893"/>
                  <a:pt x="3101" y="94623"/>
                  <a:pt x="3131" y="95261"/>
                </a:cubicBezTo>
                <a:cubicBezTo>
                  <a:pt x="2979" y="95291"/>
                  <a:pt x="2797" y="96082"/>
                  <a:pt x="2645" y="96264"/>
                </a:cubicBezTo>
                <a:cubicBezTo>
                  <a:pt x="2584" y="96568"/>
                  <a:pt x="2705" y="96538"/>
                  <a:pt x="2766" y="96325"/>
                </a:cubicBezTo>
                <a:cubicBezTo>
                  <a:pt x="2401" y="98301"/>
                  <a:pt x="2310" y="100337"/>
                  <a:pt x="2493" y="102374"/>
                </a:cubicBezTo>
                <a:cubicBezTo>
                  <a:pt x="2614" y="104045"/>
                  <a:pt x="2918" y="105717"/>
                  <a:pt x="3435" y="107328"/>
                </a:cubicBezTo>
                <a:cubicBezTo>
                  <a:pt x="3465" y="107632"/>
                  <a:pt x="3374" y="107328"/>
                  <a:pt x="3313" y="107358"/>
                </a:cubicBezTo>
                <a:cubicBezTo>
                  <a:pt x="3556" y="108118"/>
                  <a:pt x="3800" y="108878"/>
                  <a:pt x="3952" y="109668"/>
                </a:cubicBezTo>
                <a:cubicBezTo>
                  <a:pt x="3800" y="109668"/>
                  <a:pt x="3708" y="108939"/>
                  <a:pt x="3526" y="108939"/>
                </a:cubicBezTo>
                <a:cubicBezTo>
                  <a:pt x="3678" y="109547"/>
                  <a:pt x="4104" y="110368"/>
                  <a:pt x="4043" y="110854"/>
                </a:cubicBezTo>
                <a:cubicBezTo>
                  <a:pt x="3769" y="110884"/>
                  <a:pt x="3921" y="110033"/>
                  <a:pt x="3648" y="109912"/>
                </a:cubicBezTo>
                <a:cubicBezTo>
                  <a:pt x="3465" y="109334"/>
                  <a:pt x="3587" y="109213"/>
                  <a:pt x="3374" y="108574"/>
                </a:cubicBezTo>
                <a:cubicBezTo>
                  <a:pt x="3313" y="108453"/>
                  <a:pt x="3283" y="108301"/>
                  <a:pt x="3222" y="108179"/>
                </a:cubicBezTo>
                <a:cubicBezTo>
                  <a:pt x="3070" y="108149"/>
                  <a:pt x="3009" y="108270"/>
                  <a:pt x="3070" y="108605"/>
                </a:cubicBezTo>
                <a:cubicBezTo>
                  <a:pt x="2857" y="107997"/>
                  <a:pt x="2553" y="107936"/>
                  <a:pt x="2462" y="107906"/>
                </a:cubicBezTo>
                <a:cubicBezTo>
                  <a:pt x="2310" y="108301"/>
                  <a:pt x="2736" y="109061"/>
                  <a:pt x="2705" y="109486"/>
                </a:cubicBezTo>
                <a:cubicBezTo>
                  <a:pt x="2553" y="109638"/>
                  <a:pt x="2523" y="108878"/>
                  <a:pt x="2462" y="108726"/>
                </a:cubicBezTo>
                <a:cubicBezTo>
                  <a:pt x="2432" y="108574"/>
                  <a:pt x="2341" y="108635"/>
                  <a:pt x="2310" y="108544"/>
                </a:cubicBezTo>
                <a:cubicBezTo>
                  <a:pt x="2128" y="107997"/>
                  <a:pt x="1976" y="107267"/>
                  <a:pt x="1733" y="106355"/>
                </a:cubicBezTo>
                <a:cubicBezTo>
                  <a:pt x="1794" y="105991"/>
                  <a:pt x="2128" y="105991"/>
                  <a:pt x="2280" y="106477"/>
                </a:cubicBezTo>
                <a:cubicBezTo>
                  <a:pt x="2432" y="106629"/>
                  <a:pt x="2371" y="105687"/>
                  <a:pt x="2219" y="105656"/>
                </a:cubicBezTo>
                <a:cubicBezTo>
                  <a:pt x="2219" y="104988"/>
                  <a:pt x="2523" y="106021"/>
                  <a:pt x="2614" y="106021"/>
                </a:cubicBezTo>
                <a:cubicBezTo>
                  <a:pt x="2523" y="105595"/>
                  <a:pt x="2432" y="105383"/>
                  <a:pt x="2310" y="105444"/>
                </a:cubicBezTo>
                <a:cubicBezTo>
                  <a:pt x="2158" y="104775"/>
                  <a:pt x="2401" y="104957"/>
                  <a:pt x="2219" y="104167"/>
                </a:cubicBezTo>
                <a:cubicBezTo>
                  <a:pt x="2523" y="104501"/>
                  <a:pt x="2371" y="105535"/>
                  <a:pt x="2705" y="105808"/>
                </a:cubicBezTo>
                <a:cubicBezTo>
                  <a:pt x="2827" y="106507"/>
                  <a:pt x="2766" y="107389"/>
                  <a:pt x="3131" y="108027"/>
                </a:cubicBezTo>
                <a:cubicBezTo>
                  <a:pt x="3435" y="108240"/>
                  <a:pt x="2766" y="106447"/>
                  <a:pt x="3192" y="107176"/>
                </a:cubicBezTo>
                <a:cubicBezTo>
                  <a:pt x="2857" y="106386"/>
                  <a:pt x="2857" y="105808"/>
                  <a:pt x="2584" y="105200"/>
                </a:cubicBezTo>
                <a:cubicBezTo>
                  <a:pt x="2523" y="104805"/>
                  <a:pt x="2432" y="104288"/>
                  <a:pt x="2614" y="104349"/>
                </a:cubicBezTo>
                <a:cubicBezTo>
                  <a:pt x="2280" y="103498"/>
                  <a:pt x="2158" y="101644"/>
                  <a:pt x="2249" y="99972"/>
                </a:cubicBezTo>
                <a:cubicBezTo>
                  <a:pt x="2128" y="99030"/>
                  <a:pt x="2189" y="98088"/>
                  <a:pt x="2432" y="97176"/>
                </a:cubicBezTo>
                <a:cubicBezTo>
                  <a:pt x="2462" y="96477"/>
                  <a:pt x="2584" y="95808"/>
                  <a:pt x="2797" y="95139"/>
                </a:cubicBezTo>
                <a:cubicBezTo>
                  <a:pt x="2888" y="95139"/>
                  <a:pt x="2827" y="95443"/>
                  <a:pt x="2949" y="95443"/>
                </a:cubicBezTo>
                <a:cubicBezTo>
                  <a:pt x="3131" y="94896"/>
                  <a:pt x="2979" y="94866"/>
                  <a:pt x="3070" y="94531"/>
                </a:cubicBezTo>
                <a:cubicBezTo>
                  <a:pt x="3283" y="93802"/>
                  <a:pt x="3769" y="92890"/>
                  <a:pt x="3830" y="92465"/>
                </a:cubicBezTo>
                <a:cubicBezTo>
                  <a:pt x="3617" y="92677"/>
                  <a:pt x="3465" y="92920"/>
                  <a:pt x="3374" y="93194"/>
                </a:cubicBezTo>
                <a:cubicBezTo>
                  <a:pt x="3435" y="92769"/>
                  <a:pt x="3891" y="91887"/>
                  <a:pt x="3921" y="91553"/>
                </a:cubicBezTo>
                <a:cubicBezTo>
                  <a:pt x="4347" y="90671"/>
                  <a:pt x="4651" y="90550"/>
                  <a:pt x="5076" y="89820"/>
                </a:cubicBezTo>
                <a:cubicBezTo>
                  <a:pt x="5198" y="89516"/>
                  <a:pt x="4955" y="89851"/>
                  <a:pt x="4924" y="89699"/>
                </a:cubicBezTo>
                <a:cubicBezTo>
                  <a:pt x="5289" y="88939"/>
                  <a:pt x="5563" y="88847"/>
                  <a:pt x="5958" y="88027"/>
                </a:cubicBezTo>
                <a:cubicBezTo>
                  <a:pt x="6019" y="87814"/>
                  <a:pt x="5927" y="87753"/>
                  <a:pt x="6140" y="87419"/>
                </a:cubicBezTo>
                <a:cubicBezTo>
                  <a:pt x="6079" y="87297"/>
                  <a:pt x="5958" y="87510"/>
                  <a:pt x="5836" y="87723"/>
                </a:cubicBezTo>
                <a:cubicBezTo>
                  <a:pt x="6019" y="87206"/>
                  <a:pt x="6292" y="86750"/>
                  <a:pt x="6657" y="86355"/>
                </a:cubicBezTo>
                <a:cubicBezTo>
                  <a:pt x="6839" y="85929"/>
                  <a:pt x="6444" y="86507"/>
                  <a:pt x="6596" y="86081"/>
                </a:cubicBezTo>
                <a:cubicBezTo>
                  <a:pt x="6930" y="85534"/>
                  <a:pt x="7082" y="86051"/>
                  <a:pt x="7508" y="85018"/>
                </a:cubicBezTo>
                <a:cubicBezTo>
                  <a:pt x="7386" y="85109"/>
                  <a:pt x="7234" y="85382"/>
                  <a:pt x="7174" y="85261"/>
                </a:cubicBezTo>
                <a:cubicBezTo>
                  <a:pt x="7569" y="84744"/>
                  <a:pt x="7386" y="84562"/>
                  <a:pt x="7660" y="84197"/>
                </a:cubicBezTo>
                <a:cubicBezTo>
                  <a:pt x="7629" y="84227"/>
                  <a:pt x="7721" y="84471"/>
                  <a:pt x="7842" y="84288"/>
                </a:cubicBezTo>
                <a:cubicBezTo>
                  <a:pt x="7964" y="84106"/>
                  <a:pt x="7964" y="83741"/>
                  <a:pt x="7842" y="84045"/>
                </a:cubicBezTo>
                <a:cubicBezTo>
                  <a:pt x="7629" y="84045"/>
                  <a:pt x="8389" y="83133"/>
                  <a:pt x="8207" y="83103"/>
                </a:cubicBezTo>
                <a:cubicBezTo>
                  <a:pt x="7933" y="83255"/>
                  <a:pt x="7417" y="84774"/>
                  <a:pt x="7234" y="84379"/>
                </a:cubicBezTo>
                <a:cubicBezTo>
                  <a:pt x="7143" y="84622"/>
                  <a:pt x="7295" y="84592"/>
                  <a:pt x="7356" y="84683"/>
                </a:cubicBezTo>
                <a:close/>
                <a:moveTo>
                  <a:pt x="2006" y="107358"/>
                </a:moveTo>
                <a:cubicBezTo>
                  <a:pt x="2189" y="107298"/>
                  <a:pt x="2341" y="107176"/>
                  <a:pt x="2189" y="106507"/>
                </a:cubicBezTo>
                <a:lnTo>
                  <a:pt x="1794" y="106568"/>
                </a:lnTo>
                <a:close/>
                <a:moveTo>
                  <a:pt x="2766" y="107024"/>
                </a:moveTo>
                <a:lnTo>
                  <a:pt x="2614" y="106416"/>
                </a:lnTo>
                <a:cubicBezTo>
                  <a:pt x="2493" y="106659"/>
                  <a:pt x="2249" y="106720"/>
                  <a:pt x="2523" y="107693"/>
                </a:cubicBezTo>
                <a:cubicBezTo>
                  <a:pt x="2888" y="107997"/>
                  <a:pt x="2401" y="106751"/>
                  <a:pt x="2766" y="107024"/>
                </a:cubicBezTo>
                <a:close/>
                <a:moveTo>
                  <a:pt x="4711" y="90762"/>
                </a:moveTo>
                <a:cubicBezTo>
                  <a:pt x="4408" y="91310"/>
                  <a:pt x="4316" y="90732"/>
                  <a:pt x="3952" y="91765"/>
                </a:cubicBezTo>
                <a:cubicBezTo>
                  <a:pt x="4012" y="92100"/>
                  <a:pt x="4225" y="91553"/>
                  <a:pt x="4347" y="91522"/>
                </a:cubicBezTo>
                <a:cubicBezTo>
                  <a:pt x="4347" y="91705"/>
                  <a:pt x="4863" y="90671"/>
                  <a:pt x="4711" y="90762"/>
                </a:cubicBezTo>
                <a:close/>
                <a:moveTo>
                  <a:pt x="72068" y="122252"/>
                </a:moveTo>
                <a:cubicBezTo>
                  <a:pt x="72524" y="122161"/>
                  <a:pt x="73345" y="122192"/>
                  <a:pt x="73254" y="121948"/>
                </a:cubicBezTo>
                <a:cubicBezTo>
                  <a:pt x="72646" y="121888"/>
                  <a:pt x="72828" y="122100"/>
                  <a:pt x="72464" y="122131"/>
                </a:cubicBezTo>
                <a:cubicBezTo>
                  <a:pt x="72494" y="121979"/>
                  <a:pt x="72524" y="121827"/>
                  <a:pt x="72068" y="121827"/>
                </a:cubicBezTo>
                <a:close/>
                <a:moveTo>
                  <a:pt x="62767" y="122070"/>
                </a:moveTo>
                <a:lnTo>
                  <a:pt x="62159" y="122070"/>
                </a:lnTo>
                <a:cubicBezTo>
                  <a:pt x="62281" y="122283"/>
                  <a:pt x="61947" y="122313"/>
                  <a:pt x="61947" y="122465"/>
                </a:cubicBezTo>
                <a:cubicBezTo>
                  <a:pt x="62676" y="122465"/>
                  <a:pt x="62555" y="122222"/>
                  <a:pt x="62767" y="122070"/>
                </a:cubicBezTo>
                <a:close/>
                <a:moveTo>
                  <a:pt x="63132" y="122647"/>
                </a:moveTo>
                <a:cubicBezTo>
                  <a:pt x="62706" y="122830"/>
                  <a:pt x="62919" y="122951"/>
                  <a:pt x="62129" y="123073"/>
                </a:cubicBezTo>
                <a:cubicBezTo>
                  <a:pt x="62798" y="123073"/>
                  <a:pt x="64044" y="122799"/>
                  <a:pt x="63132" y="122647"/>
                </a:cubicBezTo>
                <a:close/>
                <a:moveTo>
                  <a:pt x="66719" y="122343"/>
                </a:moveTo>
                <a:cubicBezTo>
                  <a:pt x="66719" y="122526"/>
                  <a:pt x="65868" y="122708"/>
                  <a:pt x="66901" y="122739"/>
                </a:cubicBezTo>
                <a:cubicBezTo>
                  <a:pt x="66688" y="122495"/>
                  <a:pt x="67327" y="122526"/>
                  <a:pt x="67509" y="122435"/>
                </a:cubicBezTo>
                <a:cubicBezTo>
                  <a:pt x="67114" y="122435"/>
                  <a:pt x="67053" y="122343"/>
                  <a:pt x="66719" y="122343"/>
                </a:cubicBezTo>
                <a:close/>
                <a:moveTo>
                  <a:pt x="66536" y="121979"/>
                </a:moveTo>
                <a:cubicBezTo>
                  <a:pt x="66597" y="121888"/>
                  <a:pt x="66871" y="121857"/>
                  <a:pt x="66962" y="121796"/>
                </a:cubicBezTo>
                <a:cubicBezTo>
                  <a:pt x="66688" y="121736"/>
                  <a:pt x="66415" y="121705"/>
                  <a:pt x="66172" y="121736"/>
                </a:cubicBezTo>
                <a:cubicBezTo>
                  <a:pt x="66080" y="121857"/>
                  <a:pt x="66202" y="121948"/>
                  <a:pt x="66536" y="121979"/>
                </a:cubicBezTo>
                <a:close/>
                <a:moveTo>
                  <a:pt x="65503" y="122647"/>
                </a:moveTo>
                <a:cubicBezTo>
                  <a:pt x="65442" y="122739"/>
                  <a:pt x="65229" y="122769"/>
                  <a:pt x="65290" y="122891"/>
                </a:cubicBezTo>
                <a:cubicBezTo>
                  <a:pt x="65564" y="122891"/>
                  <a:pt x="65837" y="122921"/>
                  <a:pt x="66080" y="122982"/>
                </a:cubicBezTo>
                <a:cubicBezTo>
                  <a:pt x="66141" y="122799"/>
                  <a:pt x="66141" y="122647"/>
                  <a:pt x="65503" y="122647"/>
                </a:cubicBezTo>
                <a:close/>
                <a:moveTo>
                  <a:pt x="61795" y="121827"/>
                </a:moveTo>
                <a:cubicBezTo>
                  <a:pt x="62403" y="121979"/>
                  <a:pt x="63041" y="121766"/>
                  <a:pt x="63983" y="121827"/>
                </a:cubicBezTo>
                <a:cubicBezTo>
                  <a:pt x="64014" y="121918"/>
                  <a:pt x="64287" y="121918"/>
                  <a:pt x="64348" y="122009"/>
                </a:cubicBezTo>
                <a:cubicBezTo>
                  <a:pt x="64348" y="122100"/>
                  <a:pt x="64014" y="122070"/>
                  <a:pt x="63953" y="122131"/>
                </a:cubicBezTo>
                <a:cubicBezTo>
                  <a:pt x="64439" y="122192"/>
                  <a:pt x="64378" y="122404"/>
                  <a:pt x="65138" y="122404"/>
                </a:cubicBezTo>
                <a:cubicBezTo>
                  <a:pt x="65412" y="122374"/>
                  <a:pt x="65685" y="122313"/>
                  <a:pt x="65928" y="122222"/>
                </a:cubicBezTo>
                <a:cubicBezTo>
                  <a:pt x="65868" y="121888"/>
                  <a:pt x="65503" y="121675"/>
                  <a:pt x="64561" y="121644"/>
                </a:cubicBezTo>
                <a:cubicBezTo>
                  <a:pt x="64439" y="121766"/>
                  <a:pt x="64834" y="121736"/>
                  <a:pt x="64956" y="121766"/>
                </a:cubicBezTo>
                <a:cubicBezTo>
                  <a:pt x="65169" y="121827"/>
                  <a:pt x="65533" y="122040"/>
                  <a:pt x="65138" y="122070"/>
                </a:cubicBezTo>
                <a:cubicBezTo>
                  <a:pt x="64652" y="122040"/>
                  <a:pt x="64287" y="121918"/>
                  <a:pt x="64378" y="121705"/>
                </a:cubicBezTo>
                <a:cubicBezTo>
                  <a:pt x="63497" y="121675"/>
                  <a:pt x="62646" y="121736"/>
                  <a:pt x="61795" y="121827"/>
                </a:cubicBezTo>
                <a:close/>
                <a:moveTo>
                  <a:pt x="61460" y="120641"/>
                </a:moveTo>
                <a:cubicBezTo>
                  <a:pt x="61855" y="120672"/>
                  <a:pt x="62281" y="120641"/>
                  <a:pt x="62676" y="120520"/>
                </a:cubicBezTo>
                <a:cubicBezTo>
                  <a:pt x="61947" y="120641"/>
                  <a:pt x="62068" y="120520"/>
                  <a:pt x="61491" y="120459"/>
                </a:cubicBezTo>
                <a:close/>
                <a:moveTo>
                  <a:pt x="57357" y="119881"/>
                </a:moveTo>
                <a:cubicBezTo>
                  <a:pt x="57509" y="119942"/>
                  <a:pt x="58877" y="120064"/>
                  <a:pt x="58725" y="119821"/>
                </a:cubicBezTo>
                <a:cubicBezTo>
                  <a:pt x="58603" y="119699"/>
                  <a:pt x="57266" y="119729"/>
                  <a:pt x="57357" y="119881"/>
                </a:cubicBezTo>
                <a:close/>
                <a:moveTo>
                  <a:pt x="55320" y="120550"/>
                </a:moveTo>
                <a:cubicBezTo>
                  <a:pt x="56323" y="120520"/>
                  <a:pt x="57022" y="120824"/>
                  <a:pt x="57904" y="120641"/>
                </a:cubicBezTo>
                <a:cubicBezTo>
                  <a:pt x="58117" y="120307"/>
                  <a:pt x="57022" y="120368"/>
                  <a:pt x="56719" y="120489"/>
                </a:cubicBezTo>
                <a:cubicBezTo>
                  <a:pt x="55928" y="120520"/>
                  <a:pt x="55685" y="120368"/>
                  <a:pt x="55320" y="120550"/>
                </a:cubicBezTo>
                <a:close/>
                <a:moveTo>
                  <a:pt x="52554" y="120550"/>
                </a:moveTo>
                <a:cubicBezTo>
                  <a:pt x="53193" y="120763"/>
                  <a:pt x="54074" y="120368"/>
                  <a:pt x="54743" y="120550"/>
                </a:cubicBezTo>
                <a:cubicBezTo>
                  <a:pt x="54408" y="120216"/>
                  <a:pt x="53162" y="120429"/>
                  <a:pt x="52554" y="120520"/>
                </a:cubicBezTo>
                <a:close/>
                <a:moveTo>
                  <a:pt x="51794" y="119851"/>
                </a:moveTo>
                <a:cubicBezTo>
                  <a:pt x="52706" y="119851"/>
                  <a:pt x="53709" y="120155"/>
                  <a:pt x="54378" y="119881"/>
                </a:cubicBezTo>
                <a:cubicBezTo>
                  <a:pt x="53345" y="119942"/>
                  <a:pt x="52463" y="119669"/>
                  <a:pt x="51794" y="119851"/>
                </a:cubicBezTo>
                <a:close/>
                <a:moveTo>
                  <a:pt x="59150" y="122647"/>
                </a:moveTo>
                <a:cubicBezTo>
                  <a:pt x="59150" y="122678"/>
                  <a:pt x="59120" y="122708"/>
                  <a:pt x="58968" y="122708"/>
                </a:cubicBezTo>
                <a:cubicBezTo>
                  <a:pt x="58907" y="122860"/>
                  <a:pt x="59241" y="122921"/>
                  <a:pt x="59728" y="122891"/>
                </a:cubicBezTo>
                <a:cubicBezTo>
                  <a:pt x="59819" y="122708"/>
                  <a:pt x="59697" y="122617"/>
                  <a:pt x="59150" y="122617"/>
                </a:cubicBezTo>
                <a:close/>
                <a:moveTo>
                  <a:pt x="59029" y="121523"/>
                </a:moveTo>
                <a:cubicBezTo>
                  <a:pt x="58907" y="121766"/>
                  <a:pt x="60123" y="121614"/>
                  <a:pt x="60609" y="121644"/>
                </a:cubicBezTo>
                <a:cubicBezTo>
                  <a:pt x="60275" y="121857"/>
                  <a:pt x="60640" y="121888"/>
                  <a:pt x="61369" y="121918"/>
                </a:cubicBezTo>
                <a:cubicBezTo>
                  <a:pt x="61582" y="121492"/>
                  <a:pt x="59637" y="121462"/>
                  <a:pt x="59029" y="121492"/>
                </a:cubicBezTo>
                <a:close/>
                <a:moveTo>
                  <a:pt x="58998" y="121948"/>
                </a:moveTo>
                <a:cubicBezTo>
                  <a:pt x="59637" y="121918"/>
                  <a:pt x="59606" y="122070"/>
                  <a:pt x="59789" y="122161"/>
                </a:cubicBezTo>
                <a:cubicBezTo>
                  <a:pt x="60062" y="122161"/>
                  <a:pt x="60336" y="122131"/>
                  <a:pt x="60579" y="122040"/>
                </a:cubicBezTo>
                <a:cubicBezTo>
                  <a:pt x="59819" y="122009"/>
                  <a:pt x="59728" y="121918"/>
                  <a:pt x="60214" y="121766"/>
                </a:cubicBezTo>
                <a:cubicBezTo>
                  <a:pt x="59697" y="121736"/>
                  <a:pt x="58725" y="121918"/>
                  <a:pt x="58998" y="121948"/>
                </a:cubicBezTo>
                <a:close/>
                <a:moveTo>
                  <a:pt x="58755" y="122891"/>
                </a:moveTo>
                <a:cubicBezTo>
                  <a:pt x="58208" y="122799"/>
                  <a:pt x="58421" y="122495"/>
                  <a:pt x="57387" y="122556"/>
                </a:cubicBezTo>
                <a:cubicBezTo>
                  <a:pt x="57174" y="122708"/>
                  <a:pt x="57752" y="122708"/>
                  <a:pt x="57752" y="122830"/>
                </a:cubicBezTo>
                <a:cubicBezTo>
                  <a:pt x="57752" y="122860"/>
                  <a:pt x="57296" y="122891"/>
                  <a:pt x="57357" y="123012"/>
                </a:cubicBezTo>
                <a:cubicBezTo>
                  <a:pt x="57387" y="123073"/>
                  <a:pt x="57418" y="123164"/>
                  <a:pt x="58147" y="123134"/>
                </a:cubicBezTo>
                <a:cubicBezTo>
                  <a:pt x="57965" y="122769"/>
                  <a:pt x="58451" y="122982"/>
                  <a:pt x="58755" y="122860"/>
                </a:cubicBezTo>
                <a:close/>
                <a:moveTo>
                  <a:pt x="54226" y="122495"/>
                </a:moveTo>
                <a:cubicBezTo>
                  <a:pt x="54044" y="122100"/>
                  <a:pt x="55867" y="122587"/>
                  <a:pt x="55229" y="122192"/>
                </a:cubicBezTo>
                <a:cubicBezTo>
                  <a:pt x="55624" y="122222"/>
                  <a:pt x="56019" y="122192"/>
                  <a:pt x="56415" y="122070"/>
                </a:cubicBezTo>
                <a:cubicBezTo>
                  <a:pt x="57144" y="122222"/>
                  <a:pt x="57843" y="122343"/>
                  <a:pt x="58573" y="122404"/>
                </a:cubicBezTo>
                <a:lnTo>
                  <a:pt x="58573" y="122131"/>
                </a:lnTo>
                <a:cubicBezTo>
                  <a:pt x="57691" y="122161"/>
                  <a:pt x="57205" y="122100"/>
                  <a:pt x="57600" y="121888"/>
                </a:cubicBezTo>
                <a:cubicBezTo>
                  <a:pt x="56567" y="121888"/>
                  <a:pt x="55807" y="122009"/>
                  <a:pt x="54834" y="122070"/>
                </a:cubicBezTo>
                <a:cubicBezTo>
                  <a:pt x="55047" y="122313"/>
                  <a:pt x="52949" y="122252"/>
                  <a:pt x="54226" y="122465"/>
                </a:cubicBezTo>
                <a:close/>
                <a:moveTo>
                  <a:pt x="51977" y="123347"/>
                </a:moveTo>
                <a:cubicBezTo>
                  <a:pt x="52646" y="123316"/>
                  <a:pt x="53314" y="123225"/>
                  <a:pt x="53983" y="123103"/>
                </a:cubicBezTo>
                <a:cubicBezTo>
                  <a:pt x="54895" y="123225"/>
                  <a:pt x="55837" y="123255"/>
                  <a:pt x="56749" y="123255"/>
                </a:cubicBezTo>
                <a:cubicBezTo>
                  <a:pt x="56810" y="123103"/>
                  <a:pt x="56749" y="123012"/>
                  <a:pt x="56567" y="122951"/>
                </a:cubicBezTo>
                <a:cubicBezTo>
                  <a:pt x="56202" y="123012"/>
                  <a:pt x="55442" y="122951"/>
                  <a:pt x="55168" y="123043"/>
                </a:cubicBezTo>
                <a:cubicBezTo>
                  <a:pt x="55685" y="123164"/>
                  <a:pt x="55867" y="122982"/>
                  <a:pt x="56171" y="123134"/>
                </a:cubicBezTo>
                <a:cubicBezTo>
                  <a:pt x="55624" y="123225"/>
                  <a:pt x="55077" y="123195"/>
                  <a:pt x="54591" y="122982"/>
                </a:cubicBezTo>
                <a:cubicBezTo>
                  <a:pt x="55624" y="122891"/>
                  <a:pt x="54895" y="122739"/>
                  <a:pt x="55594" y="122617"/>
                </a:cubicBezTo>
                <a:cubicBezTo>
                  <a:pt x="55989" y="122617"/>
                  <a:pt x="56019" y="122678"/>
                  <a:pt x="56384" y="122678"/>
                </a:cubicBezTo>
                <a:cubicBezTo>
                  <a:pt x="56445" y="122495"/>
                  <a:pt x="55807" y="122526"/>
                  <a:pt x="55807" y="122374"/>
                </a:cubicBezTo>
                <a:cubicBezTo>
                  <a:pt x="55898" y="122313"/>
                  <a:pt x="56779" y="122283"/>
                  <a:pt x="56202" y="122252"/>
                </a:cubicBezTo>
                <a:cubicBezTo>
                  <a:pt x="55564" y="122283"/>
                  <a:pt x="55564" y="122587"/>
                  <a:pt x="54621" y="122526"/>
                </a:cubicBezTo>
                <a:cubicBezTo>
                  <a:pt x="55138" y="122830"/>
                  <a:pt x="54317" y="122830"/>
                  <a:pt x="54013" y="122860"/>
                </a:cubicBezTo>
                <a:cubicBezTo>
                  <a:pt x="54378" y="122860"/>
                  <a:pt x="53861" y="123073"/>
                  <a:pt x="53588" y="123103"/>
                </a:cubicBezTo>
                <a:cubicBezTo>
                  <a:pt x="53679" y="122769"/>
                  <a:pt x="52220" y="122951"/>
                  <a:pt x="52038" y="122708"/>
                </a:cubicBezTo>
                <a:lnTo>
                  <a:pt x="52038" y="123012"/>
                </a:lnTo>
                <a:cubicBezTo>
                  <a:pt x="52554" y="123012"/>
                  <a:pt x="53193" y="122982"/>
                  <a:pt x="53193" y="123164"/>
                </a:cubicBezTo>
                <a:cubicBezTo>
                  <a:pt x="52646" y="123195"/>
                  <a:pt x="51734" y="123043"/>
                  <a:pt x="51977" y="123316"/>
                </a:cubicBezTo>
                <a:close/>
                <a:moveTo>
                  <a:pt x="51065" y="122192"/>
                </a:moveTo>
                <a:cubicBezTo>
                  <a:pt x="50487" y="122252"/>
                  <a:pt x="50548" y="122100"/>
                  <a:pt x="50092" y="122131"/>
                </a:cubicBezTo>
                <a:cubicBezTo>
                  <a:pt x="49697" y="122435"/>
                  <a:pt x="51126" y="122374"/>
                  <a:pt x="51065" y="122192"/>
                </a:cubicBezTo>
                <a:close/>
                <a:moveTo>
                  <a:pt x="49849" y="122799"/>
                </a:moveTo>
                <a:cubicBezTo>
                  <a:pt x="50700" y="122830"/>
                  <a:pt x="50092" y="122647"/>
                  <a:pt x="50457" y="122617"/>
                </a:cubicBezTo>
                <a:cubicBezTo>
                  <a:pt x="50974" y="122617"/>
                  <a:pt x="51612" y="122647"/>
                  <a:pt x="51642" y="122495"/>
                </a:cubicBezTo>
                <a:cubicBezTo>
                  <a:pt x="50883" y="122435"/>
                  <a:pt x="50366" y="122587"/>
                  <a:pt x="50062" y="122495"/>
                </a:cubicBezTo>
                <a:cubicBezTo>
                  <a:pt x="50214" y="122678"/>
                  <a:pt x="49758" y="122678"/>
                  <a:pt x="49849" y="122799"/>
                </a:cubicBezTo>
                <a:close/>
                <a:moveTo>
                  <a:pt x="48633" y="123103"/>
                </a:moveTo>
                <a:cubicBezTo>
                  <a:pt x="48968" y="123103"/>
                  <a:pt x="49606" y="123286"/>
                  <a:pt x="49819" y="123103"/>
                </a:cubicBezTo>
                <a:cubicBezTo>
                  <a:pt x="49667" y="123103"/>
                  <a:pt x="49606" y="123043"/>
                  <a:pt x="49636" y="122982"/>
                </a:cubicBezTo>
                <a:cubicBezTo>
                  <a:pt x="49150" y="122982"/>
                  <a:pt x="48664" y="122982"/>
                  <a:pt x="48664" y="123134"/>
                </a:cubicBezTo>
                <a:close/>
                <a:moveTo>
                  <a:pt x="47265" y="122982"/>
                </a:moveTo>
                <a:cubicBezTo>
                  <a:pt x="46597" y="123043"/>
                  <a:pt x="47114" y="122769"/>
                  <a:pt x="46475" y="122830"/>
                </a:cubicBezTo>
                <a:cubicBezTo>
                  <a:pt x="46141" y="122860"/>
                  <a:pt x="46293" y="123043"/>
                  <a:pt x="45655" y="122951"/>
                </a:cubicBezTo>
                <a:cubicBezTo>
                  <a:pt x="45411" y="123164"/>
                  <a:pt x="46293" y="123012"/>
                  <a:pt x="46050" y="123225"/>
                </a:cubicBezTo>
                <a:cubicBezTo>
                  <a:pt x="45472" y="123225"/>
                  <a:pt x="45077" y="122951"/>
                  <a:pt x="44864" y="123225"/>
                </a:cubicBezTo>
                <a:cubicBezTo>
                  <a:pt x="45442" y="123225"/>
                  <a:pt x="45472" y="123347"/>
                  <a:pt x="46050" y="123347"/>
                </a:cubicBezTo>
                <a:cubicBezTo>
                  <a:pt x="46749" y="123195"/>
                  <a:pt x="47509" y="123073"/>
                  <a:pt x="48238" y="123043"/>
                </a:cubicBezTo>
                <a:cubicBezTo>
                  <a:pt x="48269" y="122982"/>
                  <a:pt x="48208" y="122860"/>
                  <a:pt x="48451" y="122860"/>
                </a:cubicBezTo>
                <a:cubicBezTo>
                  <a:pt x="49424" y="122799"/>
                  <a:pt x="47904" y="122799"/>
                  <a:pt x="47843" y="122921"/>
                </a:cubicBezTo>
                <a:cubicBezTo>
                  <a:pt x="47569" y="122921"/>
                  <a:pt x="47265" y="122647"/>
                  <a:pt x="47053" y="122860"/>
                </a:cubicBezTo>
                <a:cubicBezTo>
                  <a:pt x="47265" y="122891"/>
                  <a:pt x="47539" y="122951"/>
                  <a:pt x="47265" y="122982"/>
                </a:cubicBezTo>
                <a:close/>
                <a:moveTo>
                  <a:pt x="44895" y="122526"/>
                </a:moveTo>
                <a:cubicBezTo>
                  <a:pt x="45290" y="122587"/>
                  <a:pt x="45685" y="122617"/>
                  <a:pt x="46080" y="122587"/>
                </a:cubicBezTo>
                <a:cubicBezTo>
                  <a:pt x="46354" y="122374"/>
                  <a:pt x="45442" y="122526"/>
                  <a:pt x="45715" y="122343"/>
                </a:cubicBezTo>
                <a:cubicBezTo>
                  <a:pt x="46110" y="122343"/>
                  <a:pt x="46506" y="122343"/>
                  <a:pt x="46901" y="122404"/>
                </a:cubicBezTo>
                <a:cubicBezTo>
                  <a:pt x="47235" y="122283"/>
                  <a:pt x="46901" y="122313"/>
                  <a:pt x="46901" y="122161"/>
                </a:cubicBezTo>
                <a:cubicBezTo>
                  <a:pt x="46293" y="122222"/>
                  <a:pt x="45320" y="122161"/>
                  <a:pt x="45107" y="122343"/>
                </a:cubicBezTo>
                <a:cubicBezTo>
                  <a:pt x="46050" y="122374"/>
                  <a:pt x="44955" y="122465"/>
                  <a:pt x="44895" y="122526"/>
                </a:cubicBezTo>
                <a:close/>
                <a:moveTo>
                  <a:pt x="44074" y="122891"/>
                </a:moveTo>
                <a:cubicBezTo>
                  <a:pt x="43922" y="122769"/>
                  <a:pt x="43709" y="122313"/>
                  <a:pt x="43132" y="122526"/>
                </a:cubicBezTo>
                <a:cubicBezTo>
                  <a:pt x="43466" y="122526"/>
                  <a:pt x="43557" y="122617"/>
                  <a:pt x="43496" y="122769"/>
                </a:cubicBezTo>
                <a:cubicBezTo>
                  <a:pt x="43132" y="122769"/>
                  <a:pt x="42493" y="122708"/>
                  <a:pt x="42706" y="122891"/>
                </a:cubicBezTo>
                <a:cubicBezTo>
                  <a:pt x="43223" y="122860"/>
                  <a:pt x="43740" y="122891"/>
                  <a:pt x="44287" y="122951"/>
                </a:cubicBezTo>
                <a:cubicBezTo>
                  <a:pt x="44530" y="122951"/>
                  <a:pt x="45715" y="122982"/>
                  <a:pt x="45077" y="122891"/>
                </a:cubicBezTo>
                <a:close/>
                <a:moveTo>
                  <a:pt x="44743" y="122100"/>
                </a:moveTo>
                <a:cubicBezTo>
                  <a:pt x="44469" y="122040"/>
                  <a:pt x="42828" y="121918"/>
                  <a:pt x="43344" y="122009"/>
                </a:cubicBezTo>
                <a:cubicBezTo>
                  <a:pt x="43375" y="122131"/>
                  <a:pt x="44499" y="122252"/>
                  <a:pt x="44712" y="122100"/>
                </a:cubicBezTo>
                <a:close/>
                <a:moveTo>
                  <a:pt x="43162" y="121827"/>
                </a:moveTo>
                <a:cubicBezTo>
                  <a:pt x="43800" y="121918"/>
                  <a:pt x="43314" y="121644"/>
                  <a:pt x="43952" y="121705"/>
                </a:cubicBezTo>
                <a:cubicBezTo>
                  <a:pt x="44256" y="121705"/>
                  <a:pt x="44104" y="121888"/>
                  <a:pt x="44560" y="121827"/>
                </a:cubicBezTo>
                <a:lnTo>
                  <a:pt x="44560" y="121584"/>
                </a:lnTo>
                <a:cubicBezTo>
                  <a:pt x="43800" y="121644"/>
                  <a:pt x="43618" y="121523"/>
                  <a:pt x="42980" y="121523"/>
                </a:cubicBezTo>
                <a:cubicBezTo>
                  <a:pt x="42858" y="121705"/>
                  <a:pt x="43648" y="121705"/>
                  <a:pt x="43162" y="121827"/>
                </a:cubicBezTo>
                <a:close/>
                <a:moveTo>
                  <a:pt x="41551" y="122435"/>
                </a:moveTo>
                <a:cubicBezTo>
                  <a:pt x="41308" y="122647"/>
                  <a:pt x="43223" y="122678"/>
                  <a:pt x="42706" y="122587"/>
                </a:cubicBezTo>
                <a:cubicBezTo>
                  <a:pt x="41916" y="122647"/>
                  <a:pt x="42341" y="122374"/>
                  <a:pt x="41551" y="122435"/>
                </a:cubicBezTo>
                <a:close/>
                <a:moveTo>
                  <a:pt x="40791" y="121888"/>
                </a:moveTo>
                <a:cubicBezTo>
                  <a:pt x="41308" y="121979"/>
                  <a:pt x="41825" y="122070"/>
                  <a:pt x="42341" y="122070"/>
                </a:cubicBezTo>
                <a:cubicBezTo>
                  <a:pt x="42463" y="121857"/>
                  <a:pt x="41217" y="121736"/>
                  <a:pt x="40791" y="121888"/>
                </a:cubicBezTo>
                <a:close/>
                <a:moveTo>
                  <a:pt x="38603" y="122040"/>
                </a:moveTo>
                <a:cubicBezTo>
                  <a:pt x="39089" y="122100"/>
                  <a:pt x="40153" y="122313"/>
                  <a:pt x="40366" y="122040"/>
                </a:cubicBezTo>
                <a:cubicBezTo>
                  <a:pt x="39879" y="122040"/>
                  <a:pt x="38663" y="121857"/>
                  <a:pt x="38603" y="122040"/>
                </a:cubicBezTo>
                <a:close/>
                <a:moveTo>
                  <a:pt x="37752" y="122678"/>
                </a:moveTo>
                <a:cubicBezTo>
                  <a:pt x="38268" y="122647"/>
                  <a:pt x="38663" y="122951"/>
                  <a:pt x="38937" y="122799"/>
                </a:cubicBezTo>
                <a:cubicBezTo>
                  <a:pt x="38694" y="122708"/>
                  <a:pt x="38025" y="122435"/>
                  <a:pt x="37752" y="122678"/>
                </a:cubicBezTo>
                <a:close/>
                <a:moveTo>
                  <a:pt x="37721" y="123225"/>
                </a:moveTo>
                <a:cubicBezTo>
                  <a:pt x="38208" y="123347"/>
                  <a:pt x="39302" y="123286"/>
                  <a:pt x="40092" y="123316"/>
                </a:cubicBezTo>
                <a:cubicBezTo>
                  <a:pt x="40305" y="123073"/>
                  <a:pt x="38998" y="123286"/>
                  <a:pt x="39119" y="123043"/>
                </a:cubicBezTo>
                <a:cubicBezTo>
                  <a:pt x="39393" y="123043"/>
                  <a:pt x="39332" y="122891"/>
                  <a:pt x="38937" y="122921"/>
                </a:cubicBezTo>
                <a:cubicBezTo>
                  <a:pt x="38815" y="123012"/>
                  <a:pt x="39150" y="123255"/>
                  <a:pt x="38724" y="123225"/>
                </a:cubicBezTo>
                <a:cubicBezTo>
                  <a:pt x="38390" y="123073"/>
                  <a:pt x="38025" y="123073"/>
                  <a:pt x="37721" y="123225"/>
                </a:cubicBezTo>
                <a:close/>
                <a:moveTo>
                  <a:pt x="30426" y="123134"/>
                </a:moveTo>
                <a:cubicBezTo>
                  <a:pt x="30031" y="123073"/>
                  <a:pt x="29636" y="123043"/>
                  <a:pt x="29241" y="123043"/>
                </a:cubicBezTo>
                <a:cubicBezTo>
                  <a:pt x="28937" y="123255"/>
                  <a:pt x="30396" y="123225"/>
                  <a:pt x="30426" y="123134"/>
                </a:cubicBezTo>
                <a:close/>
                <a:moveTo>
                  <a:pt x="37205" y="121918"/>
                </a:moveTo>
                <a:cubicBezTo>
                  <a:pt x="37053" y="121918"/>
                  <a:pt x="36840" y="121918"/>
                  <a:pt x="36809" y="121979"/>
                </a:cubicBezTo>
                <a:cubicBezTo>
                  <a:pt x="37600" y="122040"/>
                  <a:pt x="37448" y="121796"/>
                  <a:pt x="37630" y="121675"/>
                </a:cubicBezTo>
                <a:lnTo>
                  <a:pt x="36840" y="121675"/>
                </a:lnTo>
                <a:cubicBezTo>
                  <a:pt x="36657" y="121827"/>
                  <a:pt x="37205" y="121796"/>
                  <a:pt x="37205" y="121918"/>
                </a:cubicBezTo>
                <a:close/>
                <a:moveTo>
                  <a:pt x="36566" y="123103"/>
                </a:moveTo>
                <a:cubicBezTo>
                  <a:pt x="36505" y="123255"/>
                  <a:pt x="36840" y="123286"/>
                  <a:pt x="37144" y="123347"/>
                </a:cubicBezTo>
                <a:cubicBezTo>
                  <a:pt x="37205" y="123255"/>
                  <a:pt x="37417" y="123225"/>
                  <a:pt x="37356" y="123103"/>
                </a:cubicBezTo>
                <a:close/>
                <a:moveTo>
                  <a:pt x="33831" y="121888"/>
                </a:moveTo>
                <a:cubicBezTo>
                  <a:pt x="34864" y="121979"/>
                  <a:pt x="35107" y="121796"/>
                  <a:pt x="35806" y="121796"/>
                </a:cubicBezTo>
                <a:cubicBezTo>
                  <a:pt x="35806" y="121948"/>
                  <a:pt x="35259" y="121948"/>
                  <a:pt x="35016" y="122040"/>
                </a:cubicBezTo>
                <a:cubicBezTo>
                  <a:pt x="35502" y="122100"/>
                  <a:pt x="35989" y="122040"/>
                  <a:pt x="36414" y="121796"/>
                </a:cubicBezTo>
                <a:cubicBezTo>
                  <a:pt x="35381" y="121705"/>
                  <a:pt x="34712" y="121827"/>
                  <a:pt x="34043" y="121584"/>
                </a:cubicBezTo>
                <a:cubicBezTo>
                  <a:pt x="34226" y="121766"/>
                  <a:pt x="33770" y="121736"/>
                  <a:pt x="33831" y="121888"/>
                </a:cubicBezTo>
                <a:close/>
                <a:moveTo>
                  <a:pt x="34378" y="122830"/>
                </a:moveTo>
                <a:cubicBezTo>
                  <a:pt x="32372" y="122891"/>
                  <a:pt x="35168" y="123012"/>
                  <a:pt x="35168" y="122769"/>
                </a:cubicBezTo>
                <a:cubicBezTo>
                  <a:pt x="34803" y="122769"/>
                  <a:pt x="34742" y="122830"/>
                  <a:pt x="34378" y="122830"/>
                </a:cubicBezTo>
                <a:close/>
                <a:moveTo>
                  <a:pt x="31794" y="122769"/>
                </a:moveTo>
                <a:lnTo>
                  <a:pt x="31794" y="123073"/>
                </a:lnTo>
                <a:cubicBezTo>
                  <a:pt x="31764" y="123164"/>
                  <a:pt x="30365" y="123103"/>
                  <a:pt x="30973" y="123195"/>
                </a:cubicBezTo>
                <a:cubicBezTo>
                  <a:pt x="31642" y="123164"/>
                  <a:pt x="32311" y="123195"/>
                  <a:pt x="32949" y="123255"/>
                </a:cubicBezTo>
                <a:cubicBezTo>
                  <a:pt x="33283" y="122951"/>
                  <a:pt x="31946" y="123164"/>
                  <a:pt x="32189" y="122891"/>
                </a:cubicBezTo>
                <a:cubicBezTo>
                  <a:pt x="32584" y="122891"/>
                  <a:pt x="32645" y="122830"/>
                  <a:pt x="32979" y="122830"/>
                </a:cubicBezTo>
                <a:cubicBezTo>
                  <a:pt x="32858" y="123164"/>
                  <a:pt x="34834" y="123407"/>
                  <a:pt x="35168" y="123012"/>
                </a:cubicBezTo>
                <a:cubicBezTo>
                  <a:pt x="34347" y="123012"/>
                  <a:pt x="33648" y="122982"/>
                  <a:pt x="33375" y="122951"/>
                </a:cubicBezTo>
                <a:cubicBezTo>
                  <a:pt x="33010" y="122647"/>
                  <a:pt x="34043" y="122799"/>
                  <a:pt x="33983" y="122587"/>
                </a:cubicBezTo>
                <a:cubicBezTo>
                  <a:pt x="33071" y="122587"/>
                  <a:pt x="32888" y="122799"/>
                  <a:pt x="31794" y="122769"/>
                </a:cubicBezTo>
                <a:close/>
                <a:moveTo>
                  <a:pt x="28906" y="121857"/>
                </a:moveTo>
                <a:cubicBezTo>
                  <a:pt x="29423" y="121827"/>
                  <a:pt x="29271" y="121979"/>
                  <a:pt x="29666" y="121979"/>
                </a:cubicBezTo>
                <a:cubicBezTo>
                  <a:pt x="30122" y="121918"/>
                  <a:pt x="29423" y="121827"/>
                  <a:pt x="29879" y="121796"/>
                </a:cubicBezTo>
                <a:cubicBezTo>
                  <a:pt x="29970" y="121918"/>
                  <a:pt x="30153" y="121796"/>
                  <a:pt x="30487" y="121796"/>
                </a:cubicBezTo>
                <a:cubicBezTo>
                  <a:pt x="30578" y="122009"/>
                  <a:pt x="30092" y="122009"/>
                  <a:pt x="30457" y="122131"/>
                </a:cubicBezTo>
                <a:cubicBezTo>
                  <a:pt x="30761" y="122131"/>
                  <a:pt x="31186" y="122131"/>
                  <a:pt x="31247" y="122070"/>
                </a:cubicBezTo>
                <a:cubicBezTo>
                  <a:pt x="31156" y="122070"/>
                  <a:pt x="31034" y="122009"/>
                  <a:pt x="31247" y="122009"/>
                </a:cubicBezTo>
                <a:cubicBezTo>
                  <a:pt x="32280" y="121918"/>
                  <a:pt x="32098" y="122192"/>
                  <a:pt x="32645" y="122252"/>
                </a:cubicBezTo>
                <a:cubicBezTo>
                  <a:pt x="32584" y="122009"/>
                  <a:pt x="33010" y="121918"/>
                  <a:pt x="32858" y="121644"/>
                </a:cubicBezTo>
                <a:cubicBezTo>
                  <a:pt x="32280" y="121675"/>
                  <a:pt x="31672" y="121644"/>
                  <a:pt x="31095" y="121553"/>
                </a:cubicBezTo>
                <a:cubicBezTo>
                  <a:pt x="31065" y="121644"/>
                  <a:pt x="31034" y="121705"/>
                  <a:pt x="30700" y="121675"/>
                </a:cubicBezTo>
                <a:cubicBezTo>
                  <a:pt x="30062" y="121675"/>
                  <a:pt x="30122" y="121492"/>
                  <a:pt x="29302" y="121553"/>
                </a:cubicBezTo>
                <a:cubicBezTo>
                  <a:pt x="29210" y="121675"/>
                  <a:pt x="28724" y="121675"/>
                  <a:pt x="28906" y="121857"/>
                </a:cubicBezTo>
                <a:close/>
                <a:moveTo>
                  <a:pt x="29058" y="122252"/>
                </a:moveTo>
                <a:cubicBezTo>
                  <a:pt x="29818" y="122404"/>
                  <a:pt x="29423" y="122465"/>
                  <a:pt x="30062" y="122313"/>
                </a:cubicBezTo>
                <a:cubicBezTo>
                  <a:pt x="29818" y="122556"/>
                  <a:pt x="30548" y="122495"/>
                  <a:pt x="30426" y="122678"/>
                </a:cubicBezTo>
                <a:cubicBezTo>
                  <a:pt x="30852" y="122739"/>
                  <a:pt x="31186" y="122495"/>
                  <a:pt x="30852" y="122495"/>
                </a:cubicBezTo>
                <a:cubicBezTo>
                  <a:pt x="30852" y="122556"/>
                  <a:pt x="30487" y="122587"/>
                  <a:pt x="30457" y="122495"/>
                </a:cubicBezTo>
                <a:lnTo>
                  <a:pt x="30457" y="122374"/>
                </a:lnTo>
                <a:cubicBezTo>
                  <a:pt x="30882" y="122343"/>
                  <a:pt x="31764" y="122465"/>
                  <a:pt x="31855" y="122343"/>
                </a:cubicBezTo>
                <a:cubicBezTo>
                  <a:pt x="31399" y="122252"/>
                  <a:pt x="30913" y="122252"/>
                  <a:pt x="30457" y="122343"/>
                </a:cubicBezTo>
                <a:cubicBezTo>
                  <a:pt x="29940" y="122100"/>
                  <a:pt x="29302" y="122192"/>
                  <a:pt x="28511" y="122131"/>
                </a:cubicBezTo>
                <a:cubicBezTo>
                  <a:pt x="28329" y="122283"/>
                  <a:pt x="28815" y="122192"/>
                  <a:pt x="29058" y="122252"/>
                </a:cubicBezTo>
                <a:close/>
                <a:moveTo>
                  <a:pt x="26870" y="122708"/>
                </a:moveTo>
                <a:cubicBezTo>
                  <a:pt x="27204" y="122739"/>
                  <a:pt x="27508" y="122769"/>
                  <a:pt x="27843" y="122860"/>
                </a:cubicBezTo>
                <a:lnTo>
                  <a:pt x="26444" y="122860"/>
                </a:lnTo>
                <a:cubicBezTo>
                  <a:pt x="26292" y="122921"/>
                  <a:pt x="26171" y="123012"/>
                  <a:pt x="26232" y="123164"/>
                </a:cubicBezTo>
                <a:cubicBezTo>
                  <a:pt x="27417" y="123255"/>
                  <a:pt x="27478" y="122982"/>
                  <a:pt x="28420" y="123012"/>
                </a:cubicBezTo>
                <a:cubicBezTo>
                  <a:pt x="28572" y="122860"/>
                  <a:pt x="28086" y="122891"/>
                  <a:pt x="28055" y="122799"/>
                </a:cubicBezTo>
                <a:cubicBezTo>
                  <a:pt x="28177" y="122799"/>
                  <a:pt x="28329" y="122739"/>
                  <a:pt x="28451" y="122678"/>
                </a:cubicBezTo>
                <a:cubicBezTo>
                  <a:pt x="28329" y="122678"/>
                  <a:pt x="28207" y="122647"/>
                  <a:pt x="28086" y="122617"/>
                </a:cubicBezTo>
                <a:cubicBezTo>
                  <a:pt x="27995" y="122556"/>
                  <a:pt x="28481" y="122495"/>
                  <a:pt x="27873" y="122495"/>
                </a:cubicBezTo>
                <a:cubicBezTo>
                  <a:pt x="28238" y="122799"/>
                  <a:pt x="26961" y="122556"/>
                  <a:pt x="26870" y="122708"/>
                </a:cubicBezTo>
                <a:close/>
                <a:moveTo>
                  <a:pt x="25107" y="122222"/>
                </a:moveTo>
                <a:cubicBezTo>
                  <a:pt x="25472" y="122313"/>
                  <a:pt x="26414" y="122252"/>
                  <a:pt x="27083" y="122283"/>
                </a:cubicBezTo>
                <a:cubicBezTo>
                  <a:pt x="26961" y="121918"/>
                  <a:pt x="25685" y="122070"/>
                  <a:pt x="25107" y="122222"/>
                </a:cubicBezTo>
                <a:close/>
                <a:moveTo>
                  <a:pt x="24438" y="122495"/>
                </a:moveTo>
                <a:lnTo>
                  <a:pt x="24104" y="122465"/>
                </a:lnTo>
                <a:cubicBezTo>
                  <a:pt x="23861" y="122435"/>
                  <a:pt x="23952" y="122343"/>
                  <a:pt x="23496" y="122313"/>
                </a:cubicBezTo>
                <a:cubicBezTo>
                  <a:pt x="23344" y="122313"/>
                  <a:pt x="22736" y="122283"/>
                  <a:pt x="22706" y="122435"/>
                </a:cubicBezTo>
                <a:cubicBezTo>
                  <a:pt x="23040" y="122495"/>
                  <a:pt x="23861" y="122374"/>
                  <a:pt x="23891" y="122526"/>
                </a:cubicBezTo>
                <a:cubicBezTo>
                  <a:pt x="22949" y="122465"/>
                  <a:pt x="23314" y="122678"/>
                  <a:pt x="23070" y="122708"/>
                </a:cubicBezTo>
                <a:cubicBezTo>
                  <a:pt x="22706" y="122617"/>
                  <a:pt x="22280" y="122617"/>
                  <a:pt x="21885" y="122617"/>
                </a:cubicBezTo>
                <a:cubicBezTo>
                  <a:pt x="22007" y="122891"/>
                  <a:pt x="23466" y="122769"/>
                  <a:pt x="24074" y="122891"/>
                </a:cubicBezTo>
                <a:cubicBezTo>
                  <a:pt x="24074" y="122951"/>
                  <a:pt x="23891" y="122951"/>
                  <a:pt x="23861" y="123012"/>
                </a:cubicBezTo>
                <a:cubicBezTo>
                  <a:pt x="24195" y="123043"/>
                  <a:pt x="24529" y="123043"/>
                  <a:pt x="24833" y="123012"/>
                </a:cubicBezTo>
                <a:cubicBezTo>
                  <a:pt x="25168" y="122769"/>
                  <a:pt x="23952" y="122982"/>
                  <a:pt x="24256" y="122769"/>
                </a:cubicBezTo>
                <a:lnTo>
                  <a:pt x="25259" y="122769"/>
                </a:lnTo>
                <a:cubicBezTo>
                  <a:pt x="25472" y="122495"/>
                  <a:pt x="24378" y="122739"/>
                  <a:pt x="24286" y="122556"/>
                </a:cubicBezTo>
                <a:cubicBezTo>
                  <a:pt x="24256" y="122495"/>
                  <a:pt x="24347" y="122495"/>
                  <a:pt x="24438" y="122465"/>
                </a:cubicBezTo>
                <a:cubicBezTo>
                  <a:pt x="24651" y="122526"/>
                  <a:pt x="24560" y="122495"/>
                  <a:pt x="24438" y="122495"/>
                </a:cubicBezTo>
                <a:close/>
                <a:moveTo>
                  <a:pt x="21338" y="122252"/>
                </a:moveTo>
                <a:cubicBezTo>
                  <a:pt x="22371" y="122313"/>
                  <a:pt x="21794" y="122161"/>
                  <a:pt x="22128" y="122131"/>
                </a:cubicBezTo>
                <a:cubicBezTo>
                  <a:pt x="22949" y="122100"/>
                  <a:pt x="23861" y="122283"/>
                  <a:pt x="24499" y="122222"/>
                </a:cubicBezTo>
                <a:cubicBezTo>
                  <a:pt x="24195" y="122222"/>
                  <a:pt x="24317" y="122070"/>
                  <a:pt x="24317" y="121948"/>
                </a:cubicBezTo>
                <a:cubicBezTo>
                  <a:pt x="23405" y="122131"/>
                  <a:pt x="22706" y="121979"/>
                  <a:pt x="21338" y="122009"/>
                </a:cubicBezTo>
                <a:close/>
                <a:moveTo>
                  <a:pt x="15988" y="122100"/>
                </a:moveTo>
                <a:cubicBezTo>
                  <a:pt x="15988" y="122192"/>
                  <a:pt x="16079" y="122222"/>
                  <a:pt x="16171" y="122283"/>
                </a:cubicBezTo>
                <a:cubicBezTo>
                  <a:pt x="16444" y="122313"/>
                  <a:pt x="16718" y="122252"/>
                  <a:pt x="16961" y="122100"/>
                </a:cubicBezTo>
                <a:cubicBezTo>
                  <a:pt x="16657" y="122009"/>
                  <a:pt x="16323" y="122009"/>
                  <a:pt x="15988" y="122100"/>
                </a:cubicBezTo>
                <a:close/>
                <a:moveTo>
                  <a:pt x="13769" y="122647"/>
                </a:moveTo>
                <a:cubicBezTo>
                  <a:pt x="14134" y="122617"/>
                  <a:pt x="14924" y="122708"/>
                  <a:pt x="14955" y="122587"/>
                </a:cubicBezTo>
                <a:cubicBezTo>
                  <a:pt x="14712" y="122495"/>
                  <a:pt x="13800" y="122465"/>
                  <a:pt x="13769" y="122647"/>
                </a:cubicBezTo>
                <a:close/>
                <a:moveTo>
                  <a:pt x="8845" y="123043"/>
                </a:moveTo>
                <a:cubicBezTo>
                  <a:pt x="9210" y="123164"/>
                  <a:pt x="9119" y="123043"/>
                  <a:pt x="9727" y="123043"/>
                </a:cubicBezTo>
                <a:cubicBezTo>
                  <a:pt x="10092" y="122830"/>
                  <a:pt x="8876" y="122799"/>
                  <a:pt x="8845" y="123073"/>
                </a:cubicBezTo>
                <a:close/>
                <a:moveTo>
                  <a:pt x="9149" y="122435"/>
                </a:moveTo>
                <a:cubicBezTo>
                  <a:pt x="9544" y="122495"/>
                  <a:pt x="10456" y="122678"/>
                  <a:pt x="11125" y="122495"/>
                </a:cubicBezTo>
                <a:cubicBezTo>
                  <a:pt x="10669" y="122465"/>
                  <a:pt x="9575" y="122313"/>
                  <a:pt x="9149" y="122435"/>
                </a:cubicBezTo>
                <a:close/>
                <a:moveTo>
                  <a:pt x="8997" y="118544"/>
                </a:moveTo>
                <a:cubicBezTo>
                  <a:pt x="9028" y="118787"/>
                  <a:pt x="8845" y="118726"/>
                  <a:pt x="9058" y="119243"/>
                </a:cubicBezTo>
                <a:lnTo>
                  <a:pt x="9210" y="119182"/>
                </a:lnTo>
                <a:cubicBezTo>
                  <a:pt x="9180" y="118939"/>
                  <a:pt x="9149" y="118544"/>
                  <a:pt x="9028" y="118544"/>
                </a:cubicBezTo>
                <a:close/>
                <a:moveTo>
                  <a:pt x="8450" y="117115"/>
                </a:moveTo>
                <a:cubicBezTo>
                  <a:pt x="8481" y="117784"/>
                  <a:pt x="8724" y="118574"/>
                  <a:pt x="8997" y="118362"/>
                </a:cubicBezTo>
                <a:cubicBezTo>
                  <a:pt x="8997" y="118270"/>
                  <a:pt x="8997" y="117632"/>
                  <a:pt x="8815" y="117632"/>
                </a:cubicBezTo>
                <a:cubicBezTo>
                  <a:pt x="8845" y="117754"/>
                  <a:pt x="8876" y="117875"/>
                  <a:pt x="8815" y="117845"/>
                </a:cubicBezTo>
                <a:cubicBezTo>
                  <a:pt x="8724" y="117207"/>
                  <a:pt x="8572" y="117267"/>
                  <a:pt x="8450" y="117115"/>
                </a:cubicBezTo>
                <a:close/>
                <a:moveTo>
                  <a:pt x="8055" y="114349"/>
                </a:moveTo>
                <a:cubicBezTo>
                  <a:pt x="7751" y="114319"/>
                  <a:pt x="8237" y="115140"/>
                  <a:pt x="8329" y="115504"/>
                </a:cubicBezTo>
                <a:cubicBezTo>
                  <a:pt x="8450" y="115991"/>
                  <a:pt x="8481" y="116872"/>
                  <a:pt x="8754" y="117024"/>
                </a:cubicBezTo>
                <a:cubicBezTo>
                  <a:pt x="8511" y="116173"/>
                  <a:pt x="8298" y="114897"/>
                  <a:pt x="8055" y="114349"/>
                </a:cubicBezTo>
                <a:close/>
                <a:moveTo>
                  <a:pt x="7022" y="112921"/>
                </a:moveTo>
                <a:cubicBezTo>
                  <a:pt x="6991" y="113194"/>
                  <a:pt x="7174" y="114106"/>
                  <a:pt x="7356" y="114076"/>
                </a:cubicBezTo>
                <a:cubicBezTo>
                  <a:pt x="7234" y="113742"/>
                  <a:pt x="7143" y="112921"/>
                  <a:pt x="7022" y="112921"/>
                </a:cubicBezTo>
                <a:close/>
                <a:moveTo>
                  <a:pt x="11307" y="120915"/>
                </a:moveTo>
                <a:cubicBezTo>
                  <a:pt x="11763" y="120915"/>
                  <a:pt x="11763" y="121097"/>
                  <a:pt x="12402" y="121036"/>
                </a:cubicBezTo>
                <a:cubicBezTo>
                  <a:pt x="12493" y="120702"/>
                  <a:pt x="11794" y="120793"/>
                  <a:pt x="11307" y="120915"/>
                </a:cubicBezTo>
                <a:close/>
                <a:moveTo>
                  <a:pt x="10244" y="120246"/>
                </a:moveTo>
                <a:cubicBezTo>
                  <a:pt x="10304" y="120459"/>
                  <a:pt x="10335" y="120672"/>
                  <a:pt x="10335" y="120915"/>
                </a:cubicBezTo>
                <a:cubicBezTo>
                  <a:pt x="10456" y="120976"/>
                  <a:pt x="10608" y="120976"/>
                  <a:pt x="10730" y="120915"/>
                </a:cubicBezTo>
                <a:cubicBezTo>
                  <a:pt x="10183" y="120854"/>
                  <a:pt x="10517" y="120763"/>
                  <a:pt x="10912" y="120672"/>
                </a:cubicBezTo>
                <a:lnTo>
                  <a:pt x="10517" y="120672"/>
                </a:lnTo>
                <a:cubicBezTo>
                  <a:pt x="10426" y="120398"/>
                  <a:pt x="10365" y="120216"/>
                  <a:pt x="10244" y="120216"/>
                </a:cubicBezTo>
                <a:close/>
                <a:moveTo>
                  <a:pt x="10395" y="118392"/>
                </a:moveTo>
                <a:cubicBezTo>
                  <a:pt x="10274" y="118544"/>
                  <a:pt x="10031" y="118574"/>
                  <a:pt x="10152" y="119030"/>
                </a:cubicBezTo>
                <a:cubicBezTo>
                  <a:pt x="10395" y="118939"/>
                  <a:pt x="10365" y="118635"/>
                  <a:pt x="10395" y="118362"/>
                </a:cubicBezTo>
                <a:close/>
                <a:moveTo>
                  <a:pt x="10000" y="118118"/>
                </a:moveTo>
                <a:cubicBezTo>
                  <a:pt x="10092" y="118878"/>
                  <a:pt x="9544" y="117693"/>
                  <a:pt x="9757" y="118635"/>
                </a:cubicBezTo>
                <a:cubicBezTo>
                  <a:pt x="10000" y="118757"/>
                  <a:pt x="10183" y="118362"/>
                  <a:pt x="10000" y="118088"/>
                </a:cubicBezTo>
                <a:close/>
                <a:moveTo>
                  <a:pt x="8572" y="113073"/>
                </a:moveTo>
                <a:cubicBezTo>
                  <a:pt x="8541" y="112860"/>
                  <a:pt x="8633" y="112860"/>
                  <a:pt x="8724" y="112860"/>
                </a:cubicBezTo>
                <a:cubicBezTo>
                  <a:pt x="8663" y="112586"/>
                  <a:pt x="8602" y="112313"/>
                  <a:pt x="8481" y="112100"/>
                </a:cubicBezTo>
                <a:cubicBezTo>
                  <a:pt x="8298" y="111948"/>
                  <a:pt x="8420" y="112921"/>
                  <a:pt x="8572" y="113042"/>
                </a:cubicBezTo>
                <a:close/>
                <a:moveTo>
                  <a:pt x="9028" y="111401"/>
                </a:moveTo>
                <a:cubicBezTo>
                  <a:pt x="8936" y="111431"/>
                  <a:pt x="8785" y="111371"/>
                  <a:pt x="8815" y="111614"/>
                </a:cubicBezTo>
                <a:cubicBezTo>
                  <a:pt x="8936" y="111553"/>
                  <a:pt x="8936" y="112191"/>
                  <a:pt x="8876" y="112222"/>
                </a:cubicBezTo>
                <a:cubicBezTo>
                  <a:pt x="8845" y="112252"/>
                  <a:pt x="8724" y="111735"/>
                  <a:pt x="8602" y="111857"/>
                </a:cubicBezTo>
                <a:cubicBezTo>
                  <a:pt x="8785" y="112708"/>
                  <a:pt x="9210" y="113863"/>
                  <a:pt x="9362" y="114745"/>
                </a:cubicBezTo>
                <a:cubicBezTo>
                  <a:pt x="9423" y="115231"/>
                  <a:pt x="9301" y="115474"/>
                  <a:pt x="9392" y="115930"/>
                </a:cubicBezTo>
                <a:cubicBezTo>
                  <a:pt x="9210" y="115322"/>
                  <a:pt x="8785" y="114289"/>
                  <a:pt x="8754" y="114653"/>
                </a:cubicBezTo>
                <a:cubicBezTo>
                  <a:pt x="9058" y="115018"/>
                  <a:pt x="9332" y="116325"/>
                  <a:pt x="9575" y="116508"/>
                </a:cubicBezTo>
                <a:cubicBezTo>
                  <a:pt x="9544" y="116477"/>
                  <a:pt x="9484" y="115900"/>
                  <a:pt x="9605" y="116112"/>
                </a:cubicBezTo>
                <a:cubicBezTo>
                  <a:pt x="9666" y="116447"/>
                  <a:pt x="10000" y="116872"/>
                  <a:pt x="9848" y="117055"/>
                </a:cubicBezTo>
                <a:cubicBezTo>
                  <a:pt x="9757" y="116842"/>
                  <a:pt x="9727" y="116508"/>
                  <a:pt x="9636" y="116508"/>
                </a:cubicBezTo>
                <a:cubicBezTo>
                  <a:pt x="9666" y="116842"/>
                  <a:pt x="9696" y="117176"/>
                  <a:pt x="9666" y="117511"/>
                </a:cubicBezTo>
                <a:cubicBezTo>
                  <a:pt x="9544" y="117298"/>
                  <a:pt x="9484" y="117328"/>
                  <a:pt x="9544" y="117723"/>
                </a:cubicBezTo>
                <a:cubicBezTo>
                  <a:pt x="9605" y="117632"/>
                  <a:pt x="9666" y="117815"/>
                  <a:pt x="9727" y="117936"/>
                </a:cubicBezTo>
                <a:cubicBezTo>
                  <a:pt x="9788" y="118058"/>
                  <a:pt x="9818" y="118118"/>
                  <a:pt x="9909" y="117997"/>
                </a:cubicBezTo>
                <a:cubicBezTo>
                  <a:pt x="9818" y="117632"/>
                  <a:pt x="9666" y="117450"/>
                  <a:pt x="9818" y="117267"/>
                </a:cubicBezTo>
                <a:lnTo>
                  <a:pt x="10517" y="117754"/>
                </a:lnTo>
                <a:lnTo>
                  <a:pt x="10335" y="116994"/>
                </a:lnTo>
                <a:cubicBezTo>
                  <a:pt x="10122" y="116751"/>
                  <a:pt x="10335" y="117784"/>
                  <a:pt x="10122" y="117237"/>
                </a:cubicBezTo>
                <a:cubicBezTo>
                  <a:pt x="10092" y="117024"/>
                  <a:pt x="9909" y="116386"/>
                  <a:pt x="10000" y="116447"/>
                </a:cubicBezTo>
                <a:cubicBezTo>
                  <a:pt x="10000" y="116447"/>
                  <a:pt x="10183" y="116963"/>
                  <a:pt x="10152" y="116811"/>
                </a:cubicBezTo>
                <a:cubicBezTo>
                  <a:pt x="10061" y="116234"/>
                  <a:pt x="9909" y="115656"/>
                  <a:pt x="9757" y="115079"/>
                </a:cubicBezTo>
                <a:cubicBezTo>
                  <a:pt x="9666" y="114684"/>
                  <a:pt x="9666" y="113954"/>
                  <a:pt x="9423" y="113954"/>
                </a:cubicBezTo>
                <a:cubicBezTo>
                  <a:pt x="9636" y="114866"/>
                  <a:pt x="9484" y="115140"/>
                  <a:pt x="9636" y="115930"/>
                </a:cubicBezTo>
                <a:cubicBezTo>
                  <a:pt x="9301" y="115383"/>
                  <a:pt x="9484" y="114775"/>
                  <a:pt x="9453" y="114349"/>
                </a:cubicBezTo>
                <a:cubicBezTo>
                  <a:pt x="9332" y="113954"/>
                  <a:pt x="8967" y="112951"/>
                  <a:pt x="9028" y="112617"/>
                </a:cubicBezTo>
                <a:cubicBezTo>
                  <a:pt x="9210" y="112556"/>
                  <a:pt x="9271" y="113893"/>
                  <a:pt x="9453" y="113529"/>
                </a:cubicBezTo>
                <a:cubicBezTo>
                  <a:pt x="9149" y="112617"/>
                  <a:pt x="9210" y="112313"/>
                  <a:pt x="9028" y="111371"/>
                </a:cubicBezTo>
                <a:close/>
                <a:moveTo>
                  <a:pt x="6748" y="107966"/>
                </a:moveTo>
                <a:cubicBezTo>
                  <a:pt x="6474" y="108392"/>
                  <a:pt x="6474" y="108939"/>
                  <a:pt x="6748" y="109365"/>
                </a:cubicBezTo>
                <a:cubicBezTo>
                  <a:pt x="6718" y="109243"/>
                  <a:pt x="6718" y="109091"/>
                  <a:pt x="6778" y="108969"/>
                </a:cubicBezTo>
                <a:cubicBezTo>
                  <a:pt x="6930" y="109395"/>
                  <a:pt x="7082" y="109851"/>
                  <a:pt x="7143" y="110307"/>
                </a:cubicBezTo>
                <a:cubicBezTo>
                  <a:pt x="6900" y="110124"/>
                  <a:pt x="7082" y="110641"/>
                  <a:pt x="6991" y="110732"/>
                </a:cubicBezTo>
                <a:cubicBezTo>
                  <a:pt x="7113" y="111401"/>
                  <a:pt x="7265" y="111462"/>
                  <a:pt x="7386" y="112070"/>
                </a:cubicBezTo>
                <a:cubicBezTo>
                  <a:pt x="7538" y="111918"/>
                  <a:pt x="7447" y="111918"/>
                  <a:pt x="7690" y="112009"/>
                </a:cubicBezTo>
                <a:close/>
                <a:moveTo>
                  <a:pt x="5441" y="102647"/>
                </a:moveTo>
                <a:cubicBezTo>
                  <a:pt x="5502" y="103225"/>
                  <a:pt x="5593" y="103802"/>
                  <a:pt x="5775" y="104349"/>
                </a:cubicBezTo>
                <a:cubicBezTo>
                  <a:pt x="5623" y="104440"/>
                  <a:pt x="5593" y="103802"/>
                  <a:pt x="5471" y="103802"/>
                </a:cubicBezTo>
                <a:cubicBezTo>
                  <a:pt x="5471" y="103954"/>
                  <a:pt x="5532" y="104197"/>
                  <a:pt x="5471" y="104197"/>
                </a:cubicBezTo>
                <a:lnTo>
                  <a:pt x="5563" y="104562"/>
                </a:lnTo>
                <a:cubicBezTo>
                  <a:pt x="5654" y="104592"/>
                  <a:pt x="5775" y="104471"/>
                  <a:pt x="5836" y="104714"/>
                </a:cubicBezTo>
                <a:cubicBezTo>
                  <a:pt x="5623" y="105018"/>
                  <a:pt x="6019" y="105717"/>
                  <a:pt x="6140" y="106234"/>
                </a:cubicBezTo>
                <a:lnTo>
                  <a:pt x="5958" y="106264"/>
                </a:lnTo>
                <a:cubicBezTo>
                  <a:pt x="6353" y="107024"/>
                  <a:pt x="6231" y="108331"/>
                  <a:pt x="6505" y="108392"/>
                </a:cubicBezTo>
                <a:cubicBezTo>
                  <a:pt x="6292" y="107571"/>
                  <a:pt x="6322" y="106933"/>
                  <a:pt x="6596" y="107358"/>
                </a:cubicBezTo>
                <a:cubicBezTo>
                  <a:pt x="6505" y="106781"/>
                  <a:pt x="6292" y="106203"/>
                  <a:pt x="6019" y="105687"/>
                </a:cubicBezTo>
                <a:cubicBezTo>
                  <a:pt x="5745" y="104684"/>
                  <a:pt x="5897" y="102951"/>
                  <a:pt x="5441" y="102647"/>
                </a:cubicBezTo>
                <a:close/>
                <a:moveTo>
                  <a:pt x="7174" y="98969"/>
                </a:moveTo>
                <a:cubicBezTo>
                  <a:pt x="7234" y="99456"/>
                  <a:pt x="7052" y="99577"/>
                  <a:pt x="7234" y="99790"/>
                </a:cubicBezTo>
                <a:cubicBezTo>
                  <a:pt x="7326" y="99425"/>
                  <a:pt x="7234" y="99486"/>
                  <a:pt x="7356" y="99000"/>
                </a:cubicBezTo>
                <a:close/>
                <a:moveTo>
                  <a:pt x="6201" y="97723"/>
                </a:moveTo>
                <a:cubicBezTo>
                  <a:pt x="6049" y="98057"/>
                  <a:pt x="5988" y="98392"/>
                  <a:pt x="5958" y="98756"/>
                </a:cubicBezTo>
                <a:cubicBezTo>
                  <a:pt x="6110" y="99060"/>
                  <a:pt x="6262" y="97753"/>
                  <a:pt x="6201" y="97723"/>
                </a:cubicBezTo>
                <a:close/>
                <a:moveTo>
                  <a:pt x="5684" y="97389"/>
                </a:moveTo>
                <a:cubicBezTo>
                  <a:pt x="5471" y="98604"/>
                  <a:pt x="5532" y="97176"/>
                  <a:pt x="5319" y="97693"/>
                </a:cubicBezTo>
                <a:cubicBezTo>
                  <a:pt x="5167" y="98361"/>
                  <a:pt x="5107" y="99060"/>
                  <a:pt x="5137" y="99760"/>
                </a:cubicBezTo>
                <a:cubicBezTo>
                  <a:pt x="5198" y="100246"/>
                  <a:pt x="5350" y="99456"/>
                  <a:pt x="5380" y="99972"/>
                </a:cubicBezTo>
                <a:cubicBezTo>
                  <a:pt x="5198" y="100459"/>
                  <a:pt x="5107" y="100975"/>
                  <a:pt x="5107" y="101492"/>
                </a:cubicBezTo>
                <a:cubicBezTo>
                  <a:pt x="5198" y="101826"/>
                  <a:pt x="5350" y="102009"/>
                  <a:pt x="5502" y="102070"/>
                </a:cubicBezTo>
                <a:cubicBezTo>
                  <a:pt x="5441" y="101370"/>
                  <a:pt x="5441" y="100550"/>
                  <a:pt x="5319" y="101310"/>
                </a:cubicBezTo>
                <a:cubicBezTo>
                  <a:pt x="5319" y="100641"/>
                  <a:pt x="5471" y="100307"/>
                  <a:pt x="5502" y="99608"/>
                </a:cubicBezTo>
                <a:cubicBezTo>
                  <a:pt x="5228" y="99152"/>
                  <a:pt x="5715" y="97997"/>
                  <a:pt x="5715" y="97419"/>
                </a:cubicBezTo>
                <a:close/>
                <a:moveTo>
                  <a:pt x="5441" y="97145"/>
                </a:moveTo>
                <a:cubicBezTo>
                  <a:pt x="5502" y="96902"/>
                  <a:pt x="5532" y="97024"/>
                  <a:pt x="5563" y="97176"/>
                </a:cubicBezTo>
                <a:cubicBezTo>
                  <a:pt x="5684" y="96659"/>
                  <a:pt x="5836" y="96842"/>
                  <a:pt x="5988" y="96325"/>
                </a:cubicBezTo>
                <a:cubicBezTo>
                  <a:pt x="6019" y="95930"/>
                  <a:pt x="5350" y="96659"/>
                  <a:pt x="5441" y="97145"/>
                </a:cubicBezTo>
                <a:close/>
                <a:moveTo>
                  <a:pt x="68968" y="42403"/>
                </a:moveTo>
                <a:cubicBezTo>
                  <a:pt x="69029" y="42221"/>
                  <a:pt x="69150" y="41977"/>
                  <a:pt x="69090" y="41917"/>
                </a:cubicBezTo>
                <a:cubicBezTo>
                  <a:pt x="68816" y="42464"/>
                  <a:pt x="68998" y="41339"/>
                  <a:pt x="68755" y="42129"/>
                </a:cubicBezTo>
                <a:cubicBezTo>
                  <a:pt x="68725" y="42312"/>
                  <a:pt x="68816" y="42221"/>
                  <a:pt x="68968" y="42403"/>
                </a:cubicBezTo>
                <a:close/>
                <a:moveTo>
                  <a:pt x="59637" y="48300"/>
                </a:moveTo>
                <a:cubicBezTo>
                  <a:pt x="60457" y="48026"/>
                  <a:pt x="60944" y="47935"/>
                  <a:pt x="61491" y="47570"/>
                </a:cubicBezTo>
                <a:cubicBezTo>
                  <a:pt x="60852" y="47753"/>
                  <a:pt x="60214" y="47996"/>
                  <a:pt x="59637" y="48300"/>
                </a:cubicBezTo>
                <a:close/>
                <a:moveTo>
                  <a:pt x="51430" y="53072"/>
                </a:moveTo>
                <a:cubicBezTo>
                  <a:pt x="51794" y="52920"/>
                  <a:pt x="52159" y="52798"/>
                  <a:pt x="52554" y="52707"/>
                </a:cubicBezTo>
                <a:cubicBezTo>
                  <a:pt x="52524" y="52525"/>
                  <a:pt x="51399" y="52859"/>
                  <a:pt x="51430" y="53072"/>
                </a:cubicBezTo>
                <a:close/>
                <a:moveTo>
                  <a:pt x="48694" y="54166"/>
                </a:moveTo>
                <a:cubicBezTo>
                  <a:pt x="49120" y="53832"/>
                  <a:pt x="49758" y="53862"/>
                  <a:pt x="50123" y="53558"/>
                </a:cubicBezTo>
                <a:cubicBezTo>
                  <a:pt x="49940" y="53558"/>
                  <a:pt x="48481" y="54014"/>
                  <a:pt x="48694" y="54166"/>
                </a:cubicBezTo>
                <a:close/>
                <a:moveTo>
                  <a:pt x="31186" y="61279"/>
                </a:moveTo>
                <a:cubicBezTo>
                  <a:pt x="31338" y="61127"/>
                  <a:pt x="31277" y="61005"/>
                  <a:pt x="31429" y="60853"/>
                </a:cubicBezTo>
                <a:lnTo>
                  <a:pt x="30700" y="61157"/>
                </a:lnTo>
                <a:cubicBezTo>
                  <a:pt x="30730" y="61309"/>
                  <a:pt x="30761" y="61461"/>
                  <a:pt x="31186" y="61279"/>
                </a:cubicBezTo>
                <a:close/>
                <a:moveTo>
                  <a:pt x="23770" y="64136"/>
                </a:moveTo>
                <a:cubicBezTo>
                  <a:pt x="24134" y="63649"/>
                  <a:pt x="24165" y="64045"/>
                  <a:pt x="24590" y="63467"/>
                </a:cubicBezTo>
                <a:cubicBezTo>
                  <a:pt x="24529" y="63254"/>
                  <a:pt x="24134" y="63710"/>
                  <a:pt x="24286" y="63346"/>
                </a:cubicBezTo>
                <a:cubicBezTo>
                  <a:pt x="24013" y="63528"/>
                  <a:pt x="23830" y="63801"/>
                  <a:pt x="23770" y="64136"/>
                </a:cubicBezTo>
                <a:close/>
                <a:moveTo>
                  <a:pt x="23618" y="67479"/>
                </a:moveTo>
                <a:cubicBezTo>
                  <a:pt x="23861" y="66902"/>
                  <a:pt x="23922" y="67084"/>
                  <a:pt x="24104" y="66841"/>
                </a:cubicBezTo>
                <a:cubicBezTo>
                  <a:pt x="23982" y="66719"/>
                  <a:pt x="23739" y="67054"/>
                  <a:pt x="23557" y="67206"/>
                </a:cubicBezTo>
                <a:cubicBezTo>
                  <a:pt x="23435" y="67145"/>
                  <a:pt x="23739" y="66689"/>
                  <a:pt x="23526" y="66719"/>
                </a:cubicBezTo>
                <a:cubicBezTo>
                  <a:pt x="22949" y="67753"/>
                  <a:pt x="23435" y="67206"/>
                  <a:pt x="23618" y="67479"/>
                </a:cubicBezTo>
                <a:close/>
                <a:moveTo>
                  <a:pt x="18116" y="77328"/>
                </a:moveTo>
                <a:cubicBezTo>
                  <a:pt x="18329" y="76993"/>
                  <a:pt x="18481" y="76598"/>
                  <a:pt x="18572" y="76203"/>
                </a:cubicBezTo>
                <a:cubicBezTo>
                  <a:pt x="18268" y="76872"/>
                  <a:pt x="17873" y="77145"/>
                  <a:pt x="18086" y="77297"/>
                </a:cubicBezTo>
                <a:close/>
                <a:moveTo>
                  <a:pt x="14590" y="81188"/>
                </a:moveTo>
                <a:lnTo>
                  <a:pt x="15076" y="80337"/>
                </a:lnTo>
                <a:cubicBezTo>
                  <a:pt x="14924" y="80033"/>
                  <a:pt x="14286" y="81249"/>
                  <a:pt x="14590" y="81188"/>
                </a:cubicBezTo>
                <a:close/>
                <a:moveTo>
                  <a:pt x="14651" y="83072"/>
                </a:moveTo>
                <a:cubicBezTo>
                  <a:pt x="14894" y="82616"/>
                  <a:pt x="15228" y="82069"/>
                  <a:pt x="15107" y="81978"/>
                </a:cubicBezTo>
                <a:cubicBezTo>
                  <a:pt x="14924" y="82343"/>
                  <a:pt x="14347" y="83133"/>
                  <a:pt x="14651" y="83072"/>
                </a:cubicBezTo>
                <a:close/>
                <a:moveTo>
                  <a:pt x="12979" y="85778"/>
                </a:moveTo>
                <a:cubicBezTo>
                  <a:pt x="13344" y="85200"/>
                  <a:pt x="13648" y="84258"/>
                  <a:pt x="13313" y="84592"/>
                </a:cubicBezTo>
                <a:cubicBezTo>
                  <a:pt x="13344" y="84714"/>
                  <a:pt x="12493" y="85899"/>
                  <a:pt x="12979" y="85778"/>
                </a:cubicBezTo>
                <a:close/>
                <a:moveTo>
                  <a:pt x="10000" y="89303"/>
                </a:moveTo>
                <a:cubicBezTo>
                  <a:pt x="10244" y="89273"/>
                  <a:pt x="10517" y="88908"/>
                  <a:pt x="10882" y="88209"/>
                </a:cubicBezTo>
                <a:cubicBezTo>
                  <a:pt x="10760" y="87753"/>
                  <a:pt x="10365" y="88695"/>
                  <a:pt x="10000" y="89303"/>
                </a:cubicBezTo>
                <a:close/>
                <a:moveTo>
                  <a:pt x="9332" y="93224"/>
                </a:moveTo>
                <a:cubicBezTo>
                  <a:pt x="9757" y="92799"/>
                  <a:pt x="9909" y="92100"/>
                  <a:pt x="10395" y="91613"/>
                </a:cubicBezTo>
                <a:cubicBezTo>
                  <a:pt x="10304" y="91431"/>
                  <a:pt x="10183" y="91857"/>
                  <a:pt x="10000" y="92069"/>
                </a:cubicBezTo>
                <a:cubicBezTo>
                  <a:pt x="9727" y="92404"/>
                  <a:pt x="9210" y="92920"/>
                  <a:pt x="9332" y="93224"/>
                </a:cubicBezTo>
                <a:close/>
                <a:moveTo>
                  <a:pt x="6505" y="95109"/>
                </a:moveTo>
                <a:cubicBezTo>
                  <a:pt x="6687" y="94562"/>
                  <a:pt x="6809" y="93954"/>
                  <a:pt x="6839" y="93376"/>
                </a:cubicBezTo>
                <a:cubicBezTo>
                  <a:pt x="6626" y="93863"/>
                  <a:pt x="6110" y="94531"/>
                  <a:pt x="6140" y="94957"/>
                </a:cubicBezTo>
                <a:cubicBezTo>
                  <a:pt x="6322" y="94562"/>
                  <a:pt x="6505" y="94957"/>
                  <a:pt x="6474" y="95109"/>
                </a:cubicBezTo>
                <a:close/>
                <a:moveTo>
                  <a:pt x="8389" y="90641"/>
                </a:moveTo>
                <a:cubicBezTo>
                  <a:pt x="8237" y="90398"/>
                  <a:pt x="7812" y="91553"/>
                  <a:pt x="7538" y="91948"/>
                </a:cubicBezTo>
                <a:cubicBezTo>
                  <a:pt x="7478" y="92221"/>
                  <a:pt x="7356" y="92465"/>
                  <a:pt x="7234" y="92677"/>
                </a:cubicBezTo>
                <a:cubicBezTo>
                  <a:pt x="7143" y="92495"/>
                  <a:pt x="7022" y="92647"/>
                  <a:pt x="6809" y="93133"/>
                </a:cubicBezTo>
                <a:cubicBezTo>
                  <a:pt x="6930" y="93346"/>
                  <a:pt x="7174" y="92708"/>
                  <a:pt x="7265" y="92920"/>
                </a:cubicBezTo>
                <a:cubicBezTo>
                  <a:pt x="7052" y="93255"/>
                  <a:pt x="6930" y="93650"/>
                  <a:pt x="6930" y="94076"/>
                </a:cubicBezTo>
                <a:cubicBezTo>
                  <a:pt x="7326" y="92951"/>
                  <a:pt x="7781" y="91522"/>
                  <a:pt x="8389" y="90610"/>
                </a:cubicBezTo>
                <a:close/>
                <a:moveTo>
                  <a:pt x="13435" y="81431"/>
                </a:moveTo>
                <a:cubicBezTo>
                  <a:pt x="13344" y="81553"/>
                  <a:pt x="13283" y="81583"/>
                  <a:pt x="13222" y="81522"/>
                </a:cubicBezTo>
                <a:cubicBezTo>
                  <a:pt x="13101" y="81856"/>
                  <a:pt x="12949" y="82130"/>
                  <a:pt x="12766" y="82404"/>
                </a:cubicBezTo>
                <a:cubicBezTo>
                  <a:pt x="12827" y="82647"/>
                  <a:pt x="13496" y="81309"/>
                  <a:pt x="13405" y="81401"/>
                </a:cubicBezTo>
                <a:close/>
                <a:moveTo>
                  <a:pt x="15107" y="78057"/>
                </a:moveTo>
                <a:cubicBezTo>
                  <a:pt x="14864" y="78422"/>
                  <a:pt x="14772" y="78695"/>
                  <a:pt x="14833" y="78817"/>
                </a:cubicBezTo>
                <a:cubicBezTo>
                  <a:pt x="14985" y="78604"/>
                  <a:pt x="15137" y="78391"/>
                  <a:pt x="15259" y="78148"/>
                </a:cubicBezTo>
                <a:close/>
                <a:moveTo>
                  <a:pt x="15806" y="76872"/>
                </a:moveTo>
                <a:cubicBezTo>
                  <a:pt x="15563" y="76963"/>
                  <a:pt x="15320" y="76932"/>
                  <a:pt x="14924" y="77723"/>
                </a:cubicBezTo>
                <a:cubicBezTo>
                  <a:pt x="15016" y="78027"/>
                  <a:pt x="15137" y="77571"/>
                  <a:pt x="15320" y="77480"/>
                </a:cubicBezTo>
                <a:cubicBezTo>
                  <a:pt x="15320" y="77480"/>
                  <a:pt x="15259" y="77783"/>
                  <a:pt x="15441" y="77540"/>
                </a:cubicBezTo>
                <a:close/>
                <a:moveTo>
                  <a:pt x="21794" y="64987"/>
                </a:moveTo>
                <a:cubicBezTo>
                  <a:pt x="21551" y="65321"/>
                  <a:pt x="21399" y="65686"/>
                  <a:pt x="21338" y="66081"/>
                </a:cubicBezTo>
                <a:cubicBezTo>
                  <a:pt x="21612" y="65564"/>
                  <a:pt x="21733" y="65625"/>
                  <a:pt x="22007" y="65108"/>
                </a:cubicBezTo>
                <a:close/>
                <a:moveTo>
                  <a:pt x="79789" y="23406"/>
                </a:moveTo>
                <a:cubicBezTo>
                  <a:pt x="79910" y="23436"/>
                  <a:pt x="79637" y="23862"/>
                  <a:pt x="79363" y="24378"/>
                </a:cubicBezTo>
                <a:cubicBezTo>
                  <a:pt x="79607" y="24044"/>
                  <a:pt x="79667" y="24257"/>
                  <a:pt x="79941" y="23801"/>
                </a:cubicBezTo>
                <a:cubicBezTo>
                  <a:pt x="79941" y="23679"/>
                  <a:pt x="80245" y="22737"/>
                  <a:pt x="79789" y="23406"/>
                </a:cubicBezTo>
                <a:close/>
                <a:moveTo>
                  <a:pt x="82281" y="19849"/>
                </a:moveTo>
                <a:cubicBezTo>
                  <a:pt x="82190" y="19971"/>
                  <a:pt x="82129" y="20001"/>
                  <a:pt x="82099" y="19910"/>
                </a:cubicBezTo>
                <a:cubicBezTo>
                  <a:pt x="81643" y="20427"/>
                  <a:pt x="81795" y="20518"/>
                  <a:pt x="81643" y="20822"/>
                </a:cubicBezTo>
                <a:cubicBezTo>
                  <a:pt x="81825" y="20548"/>
                  <a:pt x="82373" y="19941"/>
                  <a:pt x="82281" y="19849"/>
                </a:cubicBezTo>
                <a:close/>
                <a:moveTo>
                  <a:pt x="136203" y="44987"/>
                </a:moveTo>
                <a:cubicBezTo>
                  <a:pt x="136203" y="44470"/>
                  <a:pt x="136507" y="44196"/>
                  <a:pt x="136325" y="43801"/>
                </a:cubicBezTo>
                <a:cubicBezTo>
                  <a:pt x="136264" y="44014"/>
                  <a:pt x="136051" y="44683"/>
                  <a:pt x="136203" y="44987"/>
                </a:cubicBezTo>
                <a:close/>
                <a:moveTo>
                  <a:pt x="135656" y="47905"/>
                </a:moveTo>
                <a:cubicBezTo>
                  <a:pt x="135656" y="47540"/>
                  <a:pt x="135747" y="47449"/>
                  <a:pt x="135869" y="47540"/>
                </a:cubicBezTo>
                <a:cubicBezTo>
                  <a:pt x="135899" y="46901"/>
                  <a:pt x="135778" y="46810"/>
                  <a:pt x="135869" y="46142"/>
                </a:cubicBezTo>
                <a:cubicBezTo>
                  <a:pt x="135747" y="46081"/>
                  <a:pt x="135535" y="47084"/>
                  <a:pt x="135565" y="47297"/>
                </a:cubicBezTo>
                <a:cubicBezTo>
                  <a:pt x="135565" y="47388"/>
                  <a:pt x="135717" y="47297"/>
                  <a:pt x="135687" y="47509"/>
                </a:cubicBezTo>
                <a:cubicBezTo>
                  <a:pt x="135595" y="47509"/>
                  <a:pt x="135443" y="48026"/>
                  <a:pt x="135656" y="47905"/>
                </a:cubicBezTo>
                <a:close/>
                <a:moveTo>
                  <a:pt x="135899" y="51339"/>
                </a:moveTo>
                <a:cubicBezTo>
                  <a:pt x="136051" y="51430"/>
                  <a:pt x="136173" y="50306"/>
                  <a:pt x="136051" y="50154"/>
                </a:cubicBezTo>
                <a:cubicBezTo>
                  <a:pt x="135991" y="50519"/>
                  <a:pt x="135930" y="50914"/>
                  <a:pt x="135899" y="51309"/>
                </a:cubicBezTo>
                <a:close/>
                <a:moveTo>
                  <a:pt x="134076" y="109760"/>
                </a:moveTo>
                <a:cubicBezTo>
                  <a:pt x="133984" y="110520"/>
                  <a:pt x="134349" y="110550"/>
                  <a:pt x="134319" y="109790"/>
                </a:cubicBezTo>
                <a:close/>
                <a:moveTo>
                  <a:pt x="134197" y="104410"/>
                </a:moveTo>
                <a:cubicBezTo>
                  <a:pt x="133984" y="104349"/>
                  <a:pt x="133984" y="104988"/>
                  <a:pt x="133954" y="105565"/>
                </a:cubicBezTo>
                <a:cubicBezTo>
                  <a:pt x="134167" y="105717"/>
                  <a:pt x="134167" y="104988"/>
                  <a:pt x="134197" y="104410"/>
                </a:cubicBezTo>
                <a:close/>
                <a:moveTo>
                  <a:pt x="139000" y="102465"/>
                </a:moveTo>
                <a:cubicBezTo>
                  <a:pt x="138878" y="102708"/>
                  <a:pt x="138635" y="102343"/>
                  <a:pt x="138635" y="103012"/>
                </a:cubicBezTo>
                <a:cubicBezTo>
                  <a:pt x="138696" y="103194"/>
                  <a:pt x="138787" y="103285"/>
                  <a:pt x="138909" y="103255"/>
                </a:cubicBezTo>
                <a:cubicBezTo>
                  <a:pt x="138909" y="102860"/>
                  <a:pt x="139000" y="102829"/>
                  <a:pt x="139000" y="102465"/>
                </a:cubicBezTo>
                <a:close/>
                <a:moveTo>
                  <a:pt x="139334" y="97328"/>
                </a:moveTo>
                <a:cubicBezTo>
                  <a:pt x="139212" y="97267"/>
                  <a:pt x="139212" y="97571"/>
                  <a:pt x="139121" y="97693"/>
                </a:cubicBezTo>
                <a:cubicBezTo>
                  <a:pt x="139000" y="97571"/>
                  <a:pt x="138817" y="97267"/>
                  <a:pt x="138817" y="98088"/>
                </a:cubicBezTo>
                <a:cubicBezTo>
                  <a:pt x="138878" y="98088"/>
                  <a:pt x="138939" y="97997"/>
                  <a:pt x="139000" y="97905"/>
                </a:cubicBezTo>
                <a:cubicBezTo>
                  <a:pt x="138969" y="98331"/>
                  <a:pt x="139030" y="98544"/>
                  <a:pt x="139152" y="98513"/>
                </a:cubicBezTo>
                <a:cubicBezTo>
                  <a:pt x="139152" y="98118"/>
                  <a:pt x="139212" y="97723"/>
                  <a:pt x="139334" y="97358"/>
                </a:cubicBezTo>
                <a:close/>
                <a:moveTo>
                  <a:pt x="133589" y="96173"/>
                </a:moveTo>
                <a:cubicBezTo>
                  <a:pt x="133620" y="96750"/>
                  <a:pt x="133377" y="98027"/>
                  <a:pt x="133650" y="97966"/>
                </a:cubicBezTo>
                <a:cubicBezTo>
                  <a:pt x="133832" y="97814"/>
                  <a:pt x="133498" y="97662"/>
                  <a:pt x="133589" y="97176"/>
                </a:cubicBezTo>
                <a:cubicBezTo>
                  <a:pt x="133680" y="97176"/>
                  <a:pt x="133741" y="97145"/>
                  <a:pt x="133741" y="96811"/>
                </a:cubicBezTo>
                <a:cubicBezTo>
                  <a:pt x="133528" y="97085"/>
                  <a:pt x="133741" y="96142"/>
                  <a:pt x="133589" y="96203"/>
                </a:cubicBezTo>
                <a:close/>
                <a:moveTo>
                  <a:pt x="138909" y="95504"/>
                </a:moveTo>
                <a:cubicBezTo>
                  <a:pt x="138909" y="95990"/>
                  <a:pt x="138969" y="96750"/>
                  <a:pt x="139182" y="96507"/>
                </a:cubicBezTo>
                <a:cubicBezTo>
                  <a:pt x="139182" y="95747"/>
                  <a:pt x="138817" y="95322"/>
                  <a:pt x="139061" y="94501"/>
                </a:cubicBezTo>
                <a:cubicBezTo>
                  <a:pt x="138909" y="94319"/>
                  <a:pt x="138909" y="95139"/>
                  <a:pt x="138909" y="95504"/>
                </a:cubicBezTo>
                <a:close/>
                <a:moveTo>
                  <a:pt x="138696" y="93072"/>
                </a:moveTo>
                <a:cubicBezTo>
                  <a:pt x="138817" y="93407"/>
                  <a:pt x="138787" y="94076"/>
                  <a:pt x="139030" y="94106"/>
                </a:cubicBezTo>
                <a:cubicBezTo>
                  <a:pt x="139121" y="93224"/>
                  <a:pt x="138848" y="92252"/>
                  <a:pt x="138696" y="93103"/>
                </a:cubicBezTo>
                <a:close/>
                <a:moveTo>
                  <a:pt x="134197" y="80732"/>
                </a:moveTo>
                <a:cubicBezTo>
                  <a:pt x="134228" y="80276"/>
                  <a:pt x="134440" y="80397"/>
                  <a:pt x="134440" y="79759"/>
                </a:cubicBezTo>
                <a:cubicBezTo>
                  <a:pt x="134288" y="79638"/>
                  <a:pt x="134076" y="80549"/>
                  <a:pt x="134197" y="80762"/>
                </a:cubicBezTo>
                <a:close/>
                <a:moveTo>
                  <a:pt x="136477" y="66051"/>
                </a:moveTo>
                <a:lnTo>
                  <a:pt x="136720" y="66081"/>
                </a:lnTo>
                <a:lnTo>
                  <a:pt x="136750" y="65473"/>
                </a:lnTo>
                <a:cubicBezTo>
                  <a:pt x="136598" y="65443"/>
                  <a:pt x="136477" y="65534"/>
                  <a:pt x="136477" y="66051"/>
                </a:cubicBezTo>
                <a:close/>
                <a:moveTo>
                  <a:pt x="137176" y="41126"/>
                </a:moveTo>
                <a:cubicBezTo>
                  <a:pt x="137146" y="41704"/>
                  <a:pt x="137176" y="43011"/>
                  <a:pt x="137237" y="42707"/>
                </a:cubicBezTo>
                <a:cubicBezTo>
                  <a:pt x="137206" y="42312"/>
                  <a:pt x="137298" y="40731"/>
                  <a:pt x="137176" y="41126"/>
                </a:cubicBezTo>
                <a:close/>
                <a:moveTo>
                  <a:pt x="137723" y="38573"/>
                </a:moveTo>
                <a:cubicBezTo>
                  <a:pt x="137662" y="39059"/>
                  <a:pt x="137450" y="38968"/>
                  <a:pt x="137480" y="39758"/>
                </a:cubicBezTo>
                <a:cubicBezTo>
                  <a:pt x="137632" y="39728"/>
                  <a:pt x="137875" y="38907"/>
                  <a:pt x="137723" y="38573"/>
                </a:cubicBezTo>
                <a:close/>
                <a:moveTo>
                  <a:pt x="136933" y="36719"/>
                </a:moveTo>
                <a:cubicBezTo>
                  <a:pt x="137176" y="36810"/>
                  <a:pt x="137024" y="35564"/>
                  <a:pt x="136963" y="35321"/>
                </a:cubicBezTo>
                <a:cubicBezTo>
                  <a:pt x="136872" y="35777"/>
                  <a:pt x="136872" y="36233"/>
                  <a:pt x="136933" y="36689"/>
                </a:cubicBezTo>
                <a:close/>
                <a:moveTo>
                  <a:pt x="137845" y="29454"/>
                </a:moveTo>
                <a:cubicBezTo>
                  <a:pt x="137845" y="30001"/>
                  <a:pt x="137693" y="29819"/>
                  <a:pt x="137632" y="30032"/>
                </a:cubicBezTo>
                <a:cubicBezTo>
                  <a:pt x="137541" y="30609"/>
                  <a:pt x="137571" y="31217"/>
                  <a:pt x="137693" y="31825"/>
                </a:cubicBezTo>
                <a:cubicBezTo>
                  <a:pt x="137602" y="31856"/>
                  <a:pt x="137602" y="32251"/>
                  <a:pt x="137541" y="32403"/>
                </a:cubicBezTo>
                <a:cubicBezTo>
                  <a:pt x="137693" y="33497"/>
                  <a:pt x="137541" y="35017"/>
                  <a:pt x="137450" y="36172"/>
                </a:cubicBezTo>
                <a:cubicBezTo>
                  <a:pt x="137571" y="35989"/>
                  <a:pt x="137450" y="37296"/>
                  <a:pt x="137541" y="36567"/>
                </a:cubicBezTo>
                <a:cubicBezTo>
                  <a:pt x="137571" y="36202"/>
                  <a:pt x="137480" y="36141"/>
                  <a:pt x="137510" y="35777"/>
                </a:cubicBezTo>
                <a:cubicBezTo>
                  <a:pt x="137662" y="35716"/>
                  <a:pt x="137753" y="35017"/>
                  <a:pt x="137814" y="34622"/>
                </a:cubicBezTo>
                <a:cubicBezTo>
                  <a:pt x="137845" y="34196"/>
                  <a:pt x="137784" y="34105"/>
                  <a:pt x="137784" y="33619"/>
                </a:cubicBezTo>
                <a:cubicBezTo>
                  <a:pt x="137814" y="33132"/>
                  <a:pt x="137966" y="32494"/>
                  <a:pt x="137966" y="32038"/>
                </a:cubicBezTo>
                <a:cubicBezTo>
                  <a:pt x="137966" y="31856"/>
                  <a:pt x="137936" y="31643"/>
                  <a:pt x="137936" y="31430"/>
                </a:cubicBezTo>
                <a:cubicBezTo>
                  <a:pt x="137997" y="30913"/>
                  <a:pt x="138118" y="29454"/>
                  <a:pt x="137845" y="29424"/>
                </a:cubicBezTo>
                <a:close/>
                <a:moveTo>
                  <a:pt x="131310" y="6901"/>
                </a:moveTo>
                <a:cubicBezTo>
                  <a:pt x="131340" y="7387"/>
                  <a:pt x="131310" y="7873"/>
                  <a:pt x="131401" y="8299"/>
                </a:cubicBezTo>
                <a:cubicBezTo>
                  <a:pt x="131492" y="8633"/>
                  <a:pt x="131614" y="8937"/>
                  <a:pt x="131766" y="9241"/>
                </a:cubicBezTo>
                <a:cubicBezTo>
                  <a:pt x="131796" y="9424"/>
                  <a:pt x="131766" y="9393"/>
                  <a:pt x="131766" y="9454"/>
                </a:cubicBezTo>
                <a:cubicBezTo>
                  <a:pt x="131796" y="9636"/>
                  <a:pt x="131857" y="9606"/>
                  <a:pt x="131857" y="9636"/>
                </a:cubicBezTo>
                <a:cubicBezTo>
                  <a:pt x="132161" y="10609"/>
                  <a:pt x="132343" y="11126"/>
                  <a:pt x="132617" y="11278"/>
                </a:cubicBezTo>
                <a:cubicBezTo>
                  <a:pt x="132465" y="10579"/>
                  <a:pt x="131978" y="9515"/>
                  <a:pt x="131705" y="8451"/>
                </a:cubicBezTo>
                <a:cubicBezTo>
                  <a:pt x="131583" y="7904"/>
                  <a:pt x="131583" y="6992"/>
                  <a:pt x="131310" y="6870"/>
                </a:cubicBezTo>
                <a:close/>
                <a:moveTo>
                  <a:pt x="106598" y="7114"/>
                </a:moveTo>
                <a:cubicBezTo>
                  <a:pt x="106993" y="7144"/>
                  <a:pt x="107388" y="7114"/>
                  <a:pt x="107783" y="6992"/>
                </a:cubicBezTo>
                <a:cubicBezTo>
                  <a:pt x="107966" y="6749"/>
                  <a:pt x="106476" y="6962"/>
                  <a:pt x="106598" y="7083"/>
                </a:cubicBezTo>
                <a:close/>
                <a:moveTo>
                  <a:pt x="110124" y="6354"/>
                </a:moveTo>
                <a:cubicBezTo>
                  <a:pt x="109364" y="6293"/>
                  <a:pt x="109364" y="6718"/>
                  <a:pt x="109729" y="6688"/>
                </a:cubicBezTo>
                <a:cubicBezTo>
                  <a:pt x="109577" y="6506"/>
                  <a:pt x="110397" y="6566"/>
                  <a:pt x="110124" y="6354"/>
                </a:cubicBezTo>
                <a:close/>
                <a:moveTo>
                  <a:pt x="109121" y="6141"/>
                </a:moveTo>
                <a:cubicBezTo>
                  <a:pt x="109577" y="6111"/>
                  <a:pt x="109516" y="6323"/>
                  <a:pt x="110093" y="6232"/>
                </a:cubicBezTo>
                <a:cubicBezTo>
                  <a:pt x="111127" y="5989"/>
                  <a:pt x="109455" y="5776"/>
                  <a:pt x="109121" y="6111"/>
                </a:cubicBezTo>
                <a:close/>
                <a:moveTo>
                  <a:pt x="131006" y="6566"/>
                </a:moveTo>
                <a:cubicBezTo>
                  <a:pt x="131188" y="6566"/>
                  <a:pt x="131097" y="6050"/>
                  <a:pt x="131279" y="6019"/>
                </a:cubicBezTo>
                <a:cubicBezTo>
                  <a:pt x="131310" y="6171"/>
                  <a:pt x="131370" y="6414"/>
                  <a:pt x="131401" y="6384"/>
                </a:cubicBezTo>
                <a:cubicBezTo>
                  <a:pt x="131218" y="5229"/>
                  <a:pt x="130823" y="5381"/>
                  <a:pt x="131006" y="6566"/>
                </a:cubicBezTo>
                <a:close/>
                <a:moveTo>
                  <a:pt x="122373" y="852"/>
                </a:moveTo>
                <a:cubicBezTo>
                  <a:pt x="122920" y="913"/>
                  <a:pt x="123468" y="852"/>
                  <a:pt x="123984" y="730"/>
                </a:cubicBezTo>
                <a:cubicBezTo>
                  <a:pt x="123194" y="791"/>
                  <a:pt x="122768" y="609"/>
                  <a:pt x="122373" y="852"/>
                </a:cubicBezTo>
                <a:close/>
                <a:moveTo>
                  <a:pt x="116963" y="1217"/>
                </a:moveTo>
                <a:cubicBezTo>
                  <a:pt x="117723" y="1034"/>
                  <a:pt x="117692" y="1247"/>
                  <a:pt x="118361" y="1278"/>
                </a:cubicBezTo>
                <a:cubicBezTo>
                  <a:pt x="118391" y="1126"/>
                  <a:pt x="118756" y="1065"/>
                  <a:pt x="118361" y="943"/>
                </a:cubicBezTo>
                <a:cubicBezTo>
                  <a:pt x="118027" y="1065"/>
                  <a:pt x="116902" y="974"/>
                  <a:pt x="116963" y="1217"/>
                </a:cubicBezTo>
                <a:close/>
                <a:moveTo>
                  <a:pt x="105595" y="2281"/>
                </a:moveTo>
                <a:cubicBezTo>
                  <a:pt x="105838" y="2341"/>
                  <a:pt x="106568" y="2281"/>
                  <a:pt x="106598" y="2098"/>
                </a:cubicBezTo>
                <a:cubicBezTo>
                  <a:pt x="106324" y="2037"/>
                  <a:pt x="105625" y="2098"/>
                  <a:pt x="105595" y="2250"/>
                </a:cubicBezTo>
                <a:close/>
                <a:moveTo>
                  <a:pt x="106719" y="5472"/>
                </a:moveTo>
                <a:cubicBezTo>
                  <a:pt x="107419" y="5533"/>
                  <a:pt x="107601" y="5351"/>
                  <a:pt x="108300" y="5259"/>
                </a:cubicBezTo>
                <a:cubicBezTo>
                  <a:pt x="108118" y="5533"/>
                  <a:pt x="109060" y="5259"/>
                  <a:pt x="109090" y="5259"/>
                </a:cubicBezTo>
                <a:cubicBezTo>
                  <a:pt x="109516" y="5259"/>
                  <a:pt x="109607" y="5411"/>
                  <a:pt x="110093" y="5381"/>
                </a:cubicBezTo>
                <a:cubicBezTo>
                  <a:pt x="109941" y="5107"/>
                  <a:pt x="111157" y="5168"/>
                  <a:pt x="111248" y="4955"/>
                </a:cubicBezTo>
                <a:cubicBezTo>
                  <a:pt x="111613" y="4955"/>
                  <a:pt x="112251" y="4834"/>
                  <a:pt x="112069" y="5047"/>
                </a:cubicBezTo>
                <a:cubicBezTo>
                  <a:pt x="111431" y="5107"/>
                  <a:pt x="111248" y="4955"/>
                  <a:pt x="111066" y="5168"/>
                </a:cubicBezTo>
                <a:cubicBezTo>
                  <a:pt x="111400" y="5199"/>
                  <a:pt x="111735" y="5199"/>
                  <a:pt x="112069" y="5168"/>
                </a:cubicBezTo>
                <a:cubicBezTo>
                  <a:pt x="112434" y="5107"/>
                  <a:pt x="113680" y="4621"/>
                  <a:pt x="113832" y="4925"/>
                </a:cubicBezTo>
                <a:cubicBezTo>
                  <a:pt x="113710" y="4925"/>
                  <a:pt x="113589" y="4986"/>
                  <a:pt x="113832" y="4986"/>
                </a:cubicBezTo>
                <a:cubicBezTo>
                  <a:pt x="114075" y="4773"/>
                  <a:pt x="114987" y="5168"/>
                  <a:pt x="115200" y="4834"/>
                </a:cubicBezTo>
                <a:cubicBezTo>
                  <a:pt x="115078" y="4743"/>
                  <a:pt x="114440" y="4864"/>
                  <a:pt x="114410" y="4743"/>
                </a:cubicBezTo>
                <a:cubicBezTo>
                  <a:pt x="115352" y="4682"/>
                  <a:pt x="116081" y="4803"/>
                  <a:pt x="116598" y="4560"/>
                </a:cubicBezTo>
                <a:cubicBezTo>
                  <a:pt x="116750" y="4560"/>
                  <a:pt x="116902" y="4712"/>
                  <a:pt x="116963" y="4743"/>
                </a:cubicBezTo>
                <a:cubicBezTo>
                  <a:pt x="117145" y="4743"/>
                  <a:pt x="118239" y="4621"/>
                  <a:pt x="118361" y="4652"/>
                </a:cubicBezTo>
                <a:cubicBezTo>
                  <a:pt x="118391" y="4652"/>
                  <a:pt x="118331" y="4773"/>
                  <a:pt x="118361" y="4773"/>
                </a:cubicBezTo>
                <a:cubicBezTo>
                  <a:pt x="118756" y="4712"/>
                  <a:pt x="119151" y="4682"/>
                  <a:pt x="119546" y="4652"/>
                </a:cubicBezTo>
                <a:cubicBezTo>
                  <a:pt x="119577" y="4743"/>
                  <a:pt x="119486" y="4834"/>
                  <a:pt x="119729" y="4834"/>
                </a:cubicBezTo>
                <a:cubicBezTo>
                  <a:pt x="120154" y="4682"/>
                  <a:pt x="119698" y="4621"/>
                  <a:pt x="119546" y="4530"/>
                </a:cubicBezTo>
                <a:cubicBezTo>
                  <a:pt x="120367" y="4439"/>
                  <a:pt x="119759" y="4256"/>
                  <a:pt x="120732" y="4165"/>
                </a:cubicBezTo>
                <a:cubicBezTo>
                  <a:pt x="121097" y="4165"/>
                  <a:pt x="120975" y="4317"/>
                  <a:pt x="121522" y="4256"/>
                </a:cubicBezTo>
                <a:cubicBezTo>
                  <a:pt x="121765" y="4135"/>
                  <a:pt x="122039" y="4104"/>
                  <a:pt x="122312" y="4104"/>
                </a:cubicBezTo>
                <a:cubicBezTo>
                  <a:pt x="123619" y="3983"/>
                  <a:pt x="124927" y="3952"/>
                  <a:pt x="126234" y="3983"/>
                </a:cubicBezTo>
                <a:cubicBezTo>
                  <a:pt x="126477" y="3831"/>
                  <a:pt x="126750" y="3770"/>
                  <a:pt x="127024" y="3800"/>
                </a:cubicBezTo>
                <a:lnTo>
                  <a:pt x="128939" y="3709"/>
                </a:lnTo>
                <a:lnTo>
                  <a:pt x="129790" y="3679"/>
                </a:lnTo>
                <a:lnTo>
                  <a:pt x="130246" y="3679"/>
                </a:lnTo>
                <a:lnTo>
                  <a:pt x="130489" y="3679"/>
                </a:lnTo>
                <a:cubicBezTo>
                  <a:pt x="130519" y="3679"/>
                  <a:pt x="130550" y="3679"/>
                  <a:pt x="130580" y="3679"/>
                </a:cubicBezTo>
                <a:lnTo>
                  <a:pt x="130580" y="3800"/>
                </a:lnTo>
                <a:cubicBezTo>
                  <a:pt x="130641" y="4196"/>
                  <a:pt x="130702" y="4743"/>
                  <a:pt x="130793" y="5442"/>
                </a:cubicBezTo>
                <a:cubicBezTo>
                  <a:pt x="131158" y="5320"/>
                  <a:pt x="130884" y="4348"/>
                  <a:pt x="130762" y="3618"/>
                </a:cubicBezTo>
                <a:cubicBezTo>
                  <a:pt x="130762" y="3588"/>
                  <a:pt x="130762" y="3527"/>
                  <a:pt x="130702" y="3496"/>
                </a:cubicBezTo>
                <a:lnTo>
                  <a:pt x="130550" y="3496"/>
                </a:lnTo>
                <a:lnTo>
                  <a:pt x="130307" y="3496"/>
                </a:lnTo>
                <a:cubicBezTo>
                  <a:pt x="129091" y="3496"/>
                  <a:pt x="127996" y="3405"/>
                  <a:pt x="126902" y="3405"/>
                </a:cubicBezTo>
                <a:cubicBezTo>
                  <a:pt x="126902" y="3527"/>
                  <a:pt x="126720" y="3588"/>
                  <a:pt x="126446" y="3618"/>
                </a:cubicBezTo>
                <a:cubicBezTo>
                  <a:pt x="124744" y="3527"/>
                  <a:pt x="123863" y="3709"/>
                  <a:pt x="122282" y="3831"/>
                </a:cubicBezTo>
                <a:cubicBezTo>
                  <a:pt x="122160" y="3709"/>
                  <a:pt x="122860" y="3618"/>
                  <a:pt x="122100" y="3648"/>
                </a:cubicBezTo>
                <a:cubicBezTo>
                  <a:pt x="121857" y="3800"/>
                  <a:pt x="121340" y="3831"/>
                  <a:pt x="121097" y="3952"/>
                </a:cubicBezTo>
                <a:cubicBezTo>
                  <a:pt x="119638" y="3952"/>
                  <a:pt x="118239" y="4165"/>
                  <a:pt x="117540" y="4044"/>
                </a:cubicBezTo>
                <a:cubicBezTo>
                  <a:pt x="116811" y="4196"/>
                  <a:pt x="116081" y="4226"/>
                  <a:pt x="115352" y="4165"/>
                </a:cubicBezTo>
                <a:cubicBezTo>
                  <a:pt x="115595" y="4469"/>
                  <a:pt x="114349" y="4378"/>
                  <a:pt x="113984" y="4500"/>
                </a:cubicBezTo>
                <a:cubicBezTo>
                  <a:pt x="114045" y="4378"/>
                  <a:pt x="114501" y="4348"/>
                  <a:pt x="114562" y="4226"/>
                </a:cubicBezTo>
                <a:cubicBezTo>
                  <a:pt x="113893" y="4378"/>
                  <a:pt x="113619" y="4287"/>
                  <a:pt x="112799" y="4348"/>
                </a:cubicBezTo>
                <a:cubicBezTo>
                  <a:pt x="112464" y="4621"/>
                  <a:pt x="113650" y="4317"/>
                  <a:pt x="113589" y="4469"/>
                </a:cubicBezTo>
                <a:cubicBezTo>
                  <a:pt x="113467" y="4712"/>
                  <a:pt x="112647" y="4530"/>
                  <a:pt x="111796" y="4652"/>
                </a:cubicBezTo>
                <a:cubicBezTo>
                  <a:pt x="111796" y="4743"/>
                  <a:pt x="111735" y="4803"/>
                  <a:pt x="111431" y="4803"/>
                </a:cubicBezTo>
                <a:cubicBezTo>
                  <a:pt x="111796" y="4591"/>
                  <a:pt x="111340" y="4773"/>
                  <a:pt x="110823" y="4803"/>
                </a:cubicBezTo>
                <a:cubicBezTo>
                  <a:pt x="110002" y="4864"/>
                  <a:pt x="109364" y="4895"/>
                  <a:pt x="109060" y="5077"/>
                </a:cubicBezTo>
                <a:cubicBezTo>
                  <a:pt x="109030" y="4986"/>
                  <a:pt x="109090" y="4895"/>
                  <a:pt x="109242" y="4834"/>
                </a:cubicBezTo>
                <a:cubicBezTo>
                  <a:pt x="108513" y="4834"/>
                  <a:pt x="108634" y="5016"/>
                  <a:pt x="108270" y="5107"/>
                </a:cubicBezTo>
                <a:cubicBezTo>
                  <a:pt x="106993" y="5168"/>
                  <a:pt x="105838" y="5290"/>
                  <a:pt x="105504" y="5168"/>
                </a:cubicBezTo>
                <a:cubicBezTo>
                  <a:pt x="105534" y="5077"/>
                  <a:pt x="105838" y="4986"/>
                  <a:pt x="105504" y="4986"/>
                </a:cubicBezTo>
                <a:cubicBezTo>
                  <a:pt x="105200" y="5077"/>
                  <a:pt x="105200" y="5229"/>
                  <a:pt x="104926" y="5351"/>
                </a:cubicBezTo>
                <a:cubicBezTo>
                  <a:pt x="104379" y="5411"/>
                  <a:pt x="103984" y="5199"/>
                  <a:pt x="103741" y="5472"/>
                </a:cubicBezTo>
                <a:cubicBezTo>
                  <a:pt x="104592" y="5472"/>
                  <a:pt x="105260" y="5259"/>
                  <a:pt x="105534" y="5411"/>
                </a:cubicBezTo>
                <a:cubicBezTo>
                  <a:pt x="105200" y="5503"/>
                  <a:pt x="104622" y="5594"/>
                  <a:pt x="104166" y="5685"/>
                </a:cubicBezTo>
                <a:cubicBezTo>
                  <a:pt x="103315" y="5837"/>
                  <a:pt x="103862" y="5685"/>
                  <a:pt x="103163" y="5715"/>
                </a:cubicBezTo>
                <a:cubicBezTo>
                  <a:pt x="102251" y="6202"/>
                  <a:pt x="106811" y="5594"/>
                  <a:pt x="106719" y="5472"/>
                </a:cubicBezTo>
                <a:close/>
                <a:moveTo>
                  <a:pt x="97540" y="6840"/>
                </a:moveTo>
                <a:cubicBezTo>
                  <a:pt x="97631" y="6597"/>
                  <a:pt x="96810" y="6688"/>
                  <a:pt x="96537" y="6840"/>
                </a:cubicBezTo>
                <a:cubicBezTo>
                  <a:pt x="96415" y="7053"/>
                  <a:pt x="97236" y="6962"/>
                  <a:pt x="97540" y="6810"/>
                </a:cubicBezTo>
                <a:close/>
                <a:moveTo>
                  <a:pt x="92403" y="9272"/>
                </a:moveTo>
                <a:cubicBezTo>
                  <a:pt x="92798" y="9059"/>
                  <a:pt x="93224" y="8937"/>
                  <a:pt x="93649" y="8877"/>
                </a:cubicBezTo>
                <a:cubicBezTo>
                  <a:pt x="93528" y="8816"/>
                  <a:pt x="92950" y="8694"/>
                  <a:pt x="92798" y="8877"/>
                </a:cubicBezTo>
                <a:cubicBezTo>
                  <a:pt x="92889" y="8846"/>
                  <a:pt x="92981" y="8846"/>
                  <a:pt x="92981" y="8877"/>
                </a:cubicBezTo>
                <a:cubicBezTo>
                  <a:pt x="92737" y="8937"/>
                  <a:pt x="92555" y="9089"/>
                  <a:pt x="92403" y="9241"/>
                </a:cubicBezTo>
                <a:close/>
                <a:moveTo>
                  <a:pt x="91126" y="9211"/>
                </a:moveTo>
                <a:cubicBezTo>
                  <a:pt x="91461" y="9120"/>
                  <a:pt x="91765" y="8937"/>
                  <a:pt x="92008" y="8694"/>
                </a:cubicBezTo>
                <a:cubicBezTo>
                  <a:pt x="91643" y="8725"/>
                  <a:pt x="91339" y="8907"/>
                  <a:pt x="91126" y="9211"/>
                </a:cubicBezTo>
                <a:close/>
                <a:moveTo>
                  <a:pt x="90549" y="9211"/>
                </a:moveTo>
                <a:cubicBezTo>
                  <a:pt x="90671" y="9454"/>
                  <a:pt x="91005" y="9120"/>
                  <a:pt x="91339" y="8877"/>
                </a:cubicBezTo>
                <a:cubicBezTo>
                  <a:pt x="91400" y="8603"/>
                  <a:pt x="90823" y="9028"/>
                  <a:pt x="90549" y="9211"/>
                </a:cubicBezTo>
                <a:close/>
                <a:moveTo>
                  <a:pt x="88117" y="6597"/>
                </a:moveTo>
                <a:cubicBezTo>
                  <a:pt x="88786" y="6293"/>
                  <a:pt x="89029" y="5837"/>
                  <a:pt x="89485" y="5472"/>
                </a:cubicBezTo>
                <a:cubicBezTo>
                  <a:pt x="88695" y="5898"/>
                  <a:pt x="88239" y="6323"/>
                  <a:pt x="88117" y="6566"/>
                </a:cubicBezTo>
                <a:close/>
                <a:moveTo>
                  <a:pt x="87540" y="6597"/>
                </a:moveTo>
                <a:cubicBezTo>
                  <a:pt x="87509" y="6354"/>
                  <a:pt x="86993" y="6749"/>
                  <a:pt x="86506" y="7235"/>
                </a:cubicBezTo>
                <a:cubicBezTo>
                  <a:pt x="86537" y="7448"/>
                  <a:pt x="86993" y="7022"/>
                  <a:pt x="87540" y="6566"/>
                </a:cubicBezTo>
                <a:close/>
                <a:moveTo>
                  <a:pt x="85442" y="9150"/>
                </a:moveTo>
                <a:cubicBezTo>
                  <a:pt x="85838" y="8725"/>
                  <a:pt x="86202" y="8329"/>
                  <a:pt x="86111" y="8208"/>
                </a:cubicBezTo>
                <a:cubicBezTo>
                  <a:pt x="85807" y="8390"/>
                  <a:pt x="85199" y="9089"/>
                  <a:pt x="85442" y="9120"/>
                </a:cubicBezTo>
                <a:close/>
                <a:moveTo>
                  <a:pt x="86324" y="12950"/>
                </a:moveTo>
                <a:cubicBezTo>
                  <a:pt x="86841" y="12402"/>
                  <a:pt x="86446" y="12524"/>
                  <a:pt x="86841" y="12068"/>
                </a:cubicBezTo>
                <a:cubicBezTo>
                  <a:pt x="87114" y="11794"/>
                  <a:pt x="88269" y="10791"/>
                  <a:pt x="88208" y="10457"/>
                </a:cubicBezTo>
                <a:cubicBezTo>
                  <a:pt x="87692" y="10913"/>
                  <a:pt x="87327" y="11643"/>
                  <a:pt x="87023" y="11734"/>
                </a:cubicBezTo>
                <a:cubicBezTo>
                  <a:pt x="87084" y="11734"/>
                  <a:pt x="87388" y="11217"/>
                  <a:pt x="87114" y="11551"/>
                </a:cubicBezTo>
                <a:cubicBezTo>
                  <a:pt x="87023" y="11855"/>
                  <a:pt x="85990" y="12858"/>
                  <a:pt x="86324" y="12919"/>
                </a:cubicBezTo>
                <a:close/>
                <a:moveTo>
                  <a:pt x="83771" y="11278"/>
                </a:moveTo>
                <a:cubicBezTo>
                  <a:pt x="84075" y="10791"/>
                  <a:pt x="84135" y="10913"/>
                  <a:pt x="84439" y="10518"/>
                </a:cubicBezTo>
                <a:cubicBezTo>
                  <a:pt x="84348" y="10457"/>
                  <a:pt x="84257" y="10427"/>
                  <a:pt x="84105" y="10518"/>
                </a:cubicBezTo>
                <a:cubicBezTo>
                  <a:pt x="83923" y="10731"/>
                  <a:pt x="83801" y="10974"/>
                  <a:pt x="83771" y="11278"/>
                </a:cubicBezTo>
                <a:close/>
                <a:moveTo>
                  <a:pt x="82798" y="17934"/>
                </a:moveTo>
                <a:cubicBezTo>
                  <a:pt x="83284" y="17053"/>
                  <a:pt x="83862" y="16749"/>
                  <a:pt x="83923" y="16323"/>
                </a:cubicBezTo>
                <a:cubicBezTo>
                  <a:pt x="83528" y="16749"/>
                  <a:pt x="83315" y="16627"/>
                  <a:pt x="82859" y="17235"/>
                </a:cubicBezTo>
                <a:cubicBezTo>
                  <a:pt x="82798" y="17478"/>
                  <a:pt x="82859" y="17509"/>
                  <a:pt x="83041" y="17387"/>
                </a:cubicBezTo>
                <a:cubicBezTo>
                  <a:pt x="82920" y="17539"/>
                  <a:pt x="82828" y="17722"/>
                  <a:pt x="82798" y="17934"/>
                </a:cubicBezTo>
                <a:close/>
                <a:moveTo>
                  <a:pt x="81278" y="19241"/>
                </a:moveTo>
                <a:cubicBezTo>
                  <a:pt x="81613" y="18846"/>
                  <a:pt x="81613" y="18664"/>
                  <a:pt x="81430" y="18603"/>
                </a:cubicBezTo>
                <a:cubicBezTo>
                  <a:pt x="81126" y="19029"/>
                  <a:pt x="80974" y="19454"/>
                  <a:pt x="81278" y="19241"/>
                </a:cubicBezTo>
                <a:close/>
                <a:moveTo>
                  <a:pt x="74682" y="27904"/>
                </a:moveTo>
                <a:cubicBezTo>
                  <a:pt x="74774" y="27813"/>
                  <a:pt x="74865" y="27783"/>
                  <a:pt x="74895" y="27843"/>
                </a:cubicBezTo>
                <a:cubicBezTo>
                  <a:pt x="75290" y="27448"/>
                  <a:pt x="75625" y="26688"/>
                  <a:pt x="75746" y="26719"/>
                </a:cubicBezTo>
                <a:cubicBezTo>
                  <a:pt x="75807" y="26871"/>
                  <a:pt x="75230" y="27448"/>
                  <a:pt x="75412" y="27479"/>
                </a:cubicBezTo>
                <a:cubicBezTo>
                  <a:pt x="75929" y="26992"/>
                  <a:pt x="75807" y="26901"/>
                  <a:pt x="76202" y="26354"/>
                </a:cubicBezTo>
                <a:cubicBezTo>
                  <a:pt x="75868" y="26476"/>
                  <a:pt x="76050" y="26141"/>
                  <a:pt x="75777" y="26263"/>
                </a:cubicBezTo>
                <a:cubicBezTo>
                  <a:pt x="75412" y="26901"/>
                  <a:pt x="74986" y="27509"/>
                  <a:pt x="74682" y="27935"/>
                </a:cubicBezTo>
                <a:close/>
                <a:moveTo>
                  <a:pt x="68269" y="37874"/>
                </a:moveTo>
                <a:cubicBezTo>
                  <a:pt x="68421" y="37540"/>
                  <a:pt x="68542" y="37540"/>
                  <a:pt x="68694" y="37236"/>
                </a:cubicBezTo>
                <a:cubicBezTo>
                  <a:pt x="68482" y="37266"/>
                  <a:pt x="68694" y="36901"/>
                  <a:pt x="68542" y="36901"/>
                </a:cubicBezTo>
                <a:cubicBezTo>
                  <a:pt x="68360" y="37175"/>
                  <a:pt x="68269" y="37540"/>
                  <a:pt x="68269" y="37874"/>
                </a:cubicBezTo>
                <a:close/>
                <a:moveTo>
                  <a:pt x="67023" y="40275"/>
                </a:moveTo>
                <a:cubicBezTo>
                  <a:pt x="67266" y="40002"/>
                  <a:pt x="67479" y="39667"/>
                  <a:pt x="67631" y="39303"/>
                </a:cubicBezTo>
                <a:cubicBezTo>
                  <a:pt x="67570" y="39242"/>
                  <a:pt x="67479" y="39303"/>
                  <a:pt x="67387" y="39363"/>
                </a:cubicBezTo>
                <a:cubicBezTo>
                  <a:pt x="67509" y="38695"/>
                  <a:pt x="68056" y="38391"/>
                  <a:pt x="68117" y="37996"/>
                </a:cubicBezTo>
                <a:cubicBezTo>
                  <a:pt x="67843" y="38087"/>
                  <a:pt x="67418" y="39059"/>
                  <a:pt x="67144" y="39455"/>
                </a:cubicBezTo>
                <a:cubicBezTo>
                  <a:pt x="67205" y="39546"/>
                  <a:pt x="67357" y="39515"/>
                  <a:pt x="67266" y="39758"/>
                </a:cubicBezTo>
                <a:cubicBezTo>
                  <a:pt x="67144" y="39728"/>
                  <a:pt x="66962" y="40336"/>
                  <a:pt x="66840" y="40397"/>
                </a:cubicBezTo>
                <a:cubicBezTo>
                  <a:pt x="66506" y="41643"/>
                  <a:pt x="66688" y="40853"/>
                  <a:pt x="67023" y="40275"/>
                </a:cubicBezTo>
                <a:close/>
                <a:moveTo>
                  <a:pt x="44013" y="48847"/>
                </a:moveTo>
                <a:cubicBezTo>
                  <a:pt x="44773" y="48512"/>
                  <a:pt x="45077" y="48543"/>
                  <a:pt x="45472" y="48208"/>
                </a:cubicBezTo>
                <a:cubicBezTo>
                  <a:pt x="45259" y="48269"/>
                  <a:pt x="45351" y="48178"/>
                  <a:pt x="45442" y="48087"/>
                </a:cubicBezTo>
                <a:cubicBezTo>
                  <a:pt x="44864" y="48421"/>
                  <a:pt x="44135" y="48391"/>
                  <a:pt x="44013" y="48847"/>
                </a:cubicBezTo>
                <a:close/>
                <a:moveTo>
                  <a:pt x="43679" y="49090"/>
                </a:moveTo>
                <a:cubicBezTo>
                  <a:pt x="43709" y="49151"/>
                  <a:pt x="44044" y="49060"/>
                  <a:pt x="44044" y="48968"/>
                </a:cubicBezTo>
                <a:cubicBezTo>
                  <a:pt x="43679" y="49060"/>
                  <a:pt x="43588" y="48877"/>
                  <a:pt x="43040" y="49090"/>
                </a:cubicBezTo>
                <a:cubicBezTo>
                  <a:pt x="42949" y="49333"/>
                  <a:pt x="43557" y="49029"/>
                  <a:pt x="43679" y="49090"/>
                </a:cubicBezTo>
                <a:close/>
                <a:moveTo>
                  <a:pt x="41065" y="50002"/>
                </a:moveTo>
                <a:cubicBezTo>
                  <a:pt x="41338" y="50002"/>
                  <a:pt x="42189" y="49637"/>
                  <a:pt x="42129" y="49455"/>
                </a:cubicBezTo>
                <a:cubicBezTo>
                  <a:pt x="41642" y="49759"/>
                  <a:pt x="41217" y="49698"/>
                  <a:pt x="41065" y="50002"/>
                </a:cubicBezTo>
                <a:close/>
                <a:moveTo>
                  <a:pt x="38238" y="53497"/>
                </a:moveTo>
                <a:cubicBezTo>
                  <a:pt x="38694" y="53315"/>
                  <a:pt x="39089" y="53072"/>
                  <a:pt x="39484" y="52798"/>
                </a:cubicBezTo>
                <a:cubicBezTo>
                  <a:pt x="38663" y="53041"/>
                  <a:pt x="38512" y="53163"/>
                  <a:pt x="38238" y="53497"/>
                </a:cubicBezTo>
                <a:close/>
                <a:moveTo>
                  <a:pt x="36627" y="51856"/>
                </a:moveTo>
                <a:cubicBezTo>
                  <a:pt x="37326" y="51613"/>
                  <a:pt x="37508" y="51582"/>
                  <a:pt x="37691" y="51278"/>
                </a:cubicBezTo>
                <a:cubicBezTo>
                  <a:pt x="37265" y="51339"/>
                  <a:pt x="36901" y="51522"/>
                  <a:pt x="36627" y="51856"/>
                </a:cubicBezTo>
                <a:close/>
                <a:moveTo>
                  <a:pt x="24681" y="58969"/>
                </a:moveTo>
                <a:cubicBezTo>
                  <a:pt x="25077" y="58786"/>
                  <a:pt x="25472" y="58573"/>
                  <a:pt x="25837" y="58330"/>
                </a:cubicBezTo>
                <a:cubicBezTo>
                  <a:pt x="25745" y="58239"/>
                  <a:pt x="25624" y="58209"/>
                  <a:pt x="25350" y="58300"/>
                </a:cubicBezTo>
                <a:cubicBezTo>
                  <a:pt x="25685" y="58391"/>
                  <a:pt x="24864" y="58725"/>
                  <a:pt x="24681" y="58969"/>
                </a:cubicBezTo>
                <a:close/>
                <a:moveTo>
                  <a:pt x="23466" y="59546"/>
                </a:moveTo>
                <a:cubicBezTo>
                  <a:pt x="23618" y="59485"/>
                  <a:pt x="24165" y="59394"/>
                  <a:pt x="24256" y="59121"/>
                </a:cubicBezTo>
                <a:cubicBezTo>
                  <a:pt x="23648" y="59151"/>
                  <a:pt x="24742" y="58817"/>
                  <a:pt x="24985" y="58604"/>
                </a:cubicBezTo>
                <a:cubicBezTo>
                  <a:pt x="24773" y="58269"/>
                  <a:pt x="23587" y="59242"/>
                  <a:pt x="23466" y="59546"/>
                </a:cubicBezTo>
                <a:close/>
                <a:moveTo>
                  <a:pt x="17204" y="66385"/>
                </a:moveTo>
                <a:cubicBezTo>
                  <a:pt x="17417" y="66203"/>
                  <a:pt x="17964" y="65260"/>
                  <a:pt x="17812" y="65139"/>
                </a:cubicBezTo>
                <a:cubicBezTo>
                  <a:pt x="17690" y="65656"/>
                  <a:pt x="17265" y="65960"/>
                  <a:pt x="17204" y="66355"/>
                </a:cubicBezTo>
                <a:close/>
                <a:moveTo>
                  <a:pt x="13709" y="73042"/>
                </a:moveTo>
                <a:cubicBezTo>
                  <a:pt x="13678" y="72920"/>
                  <a:pt x="13709" y="72738"/>
                  <a:pt x="13861" y="72434"/>
                </a:cubicBezTo>
                <a:cubicBezTo>
                  <a:pt x="13739" y="72251"/>
                  <a:pt x="13526" y="72525"/>
                  <a:pt x="13313" y="72799"/>
                </a:cubicBezTo>
                <a:cubicBezTo>
                  <a:pt x="13435" y="72829"/>
                  <a:pt x="13344" y="73042"/>
                  <a:pt x="13162" y="73376"/>
                </a:cubicBezTo>
                <a:cubicBezTo>
                  <a:pt x="13283" y="73558"/>
                  <a:pt x="13496" y="73285"/>
                  <a:pt x="13709" y="73042"/>
                </a:cubicBezTo>
                <a:close/>
                <a:moveTo>
                  <a:pt x="12584" y="74440"/>
                </a:moveTo>
                <a:cubicBezTo>
                  <a:pt x="12766" y="74440"/>
                  <a:pt x="12949" y="74227"/>
                  <a:pt x="13192" y="74106"/>
                </a:cubicBezTo>
                <a:cubicBezTo>
                  <a:pt x="13010" y="74075"/>
                  <a:pt x="12949" y="73619"/>
                  <a:pt x="12584" y="74440"/>
                </a:cubicBezTo>
                <a:close/>
                <a:moveTo>
                  <a:pt x="13648" y="75078"/>
                </a:moveTo>
                <a:cubicBezTo>
                  <a:pt x="13921" y="74379"/>
                  <a:pt x="14681" y="73194"/>
                  <a:pt x="14560" y="72859"/>
                </a:cubicBezTo>
                <a:cubicBezTo>
                  <a:pt x="14317" y="73103"/>
                  <a:pt x="14499" y="73072"/>
                  <a:pt x="14347" y="73406"/>
                </a:cubicBezTo>
                <a:cubicBezTo>
                  <a:pt x="14073" y="73954"/>
                  <a:pt x="13374" y="74987"/>
                  <a:pt x="13648" y="75078"/>
                </a:cubicBezTo>
                <a:close/>
                <a:moveTo>
                  <a:pt x="10031" y="80762"/>
                </a:moveTo>
                <a:cubicBezTo>
                  <a:pt x="9909" y="81127"/>
                  <a:pt x="9666" y="81613"/>
                  <a:pt x="9757" y="81765"/>
                </a:cubicBezTo>
                <a:cubicBezTo>
                  <a:pt x="10000" y="81218"/>
                  <a:pt x="10092" y="81340"/>
                  <a:pt x="10304" y="80914"/>
                </a:cubicBezTo>
                <a:close/>
                <a:moveTo>
                  <a:pt x="10183" y="79698"/>
                </a:moveTo>
                <a:cubicBezTo>
                  <a:pt x="10365" y="79394"/>
                  <a:pt x="10487" y="79090"/>
                  <a:pt x="10578" y="78787"/>
                </a:cubicBezTo>
                <a:cubicBezTo>
                  <a:pt x="10547" y="78574"/>
                  <a:pt x="10122" y="78756"/>
                  <a:pt x="10183" y="78999"/>
                </a:cubicBezTo>
                <a:cubicBezTo>
                  <a:pt x="10456" y="78635"/>
                  <a:pt x="10213" y="79455"/>
                  <a:pt x="10183" y="79668"/>
                </a:cubicBezTo>
                <a:close/>
                <a:moveTo>
                  <a:pt x="8511" y="82373"/>
                </a:moveTo>
                <a:cubicBezTo>
                  <a:pt x="8693" y="81917"/>
                  <a:pt x="9423" y="80945"/>
                  <a:pt x="9149" y="80914"/>
                </a:cubicBezTo>
                <a:cubicBezTo>
                  <a:pt x="8967" y="81401"/>
                  <a:pt x="8237" y="82343"/>
                  <a:pt x="8511" y="82373"/>
                </a:cubicBezTo>
                <a:close/>
                <a:moveTo>
                  <a:pt x="8572" y="82404"/>
                </a:moveTo>
                <a:cubicBezTo>
                  <a:pt x="8815" y="82464"/>
                  <a:pt x="9392" y="80975"/>
                  <a:pt x="9788" y="80397"/>
                </a:cubicBezTo>
                <a:cubicBezTo>
                  <a:pt x="9696" y="80306"/>
                  <a:pt x="10061" y="79790"/>
                  <a:pt x="9909" y="79759"/>
                </a:cubicBezTo>
                <a:cubicBezTo>
                  <a:pt x="9301" y="80945"/>
                  <a:pt x="9301" y="81249"/>
                  <a:pt x="8572" y="82404"/>
                </a:cubicBezTo>
                <a:close/>
                <a:moveTo>
                  <a:pt x="118361" y="4560"/>
                </a:moveTo>
                <a:cubicBezTo>
                  <a:pt x="118483" y="4378"/>
                  <a:pt x="118908" y="4287"/>
                  <a:pt x="119546" y="4256"/>
                </a:cubicBezTo>
                <a:cubicBezTo>
                  <a:pt x="119394" y="4378"/>
                  <a:pt x="119182" y="4439"/>
                  <a:pt x="118969" y="4408"/>
                </a:cubicBezTo>
                <a:cubicBezTo>
                  <a:pt x="118939" y="4469"/>
                  <a:pt x="119030" y="4469"/>
                  <a:pt x="119151" y="4469"/>
                </a:cubicBezTo>
                <a:cubicBezTo>
                  <a:pt x="119091" y="4560"/>
                  <a:pt x="118665" y="4530"/>
                  <a:pt x="118361" y="4560"/>
                </a:cubicBezTo>
                <a:close/>
                <a:moveTo>
                  <a:pt x="64804" y="121219"/>
                </a:moveTo>
                <a:cubicBezTo>
                  <a:pt x="64682" y="121432"/>
                  <a:pt x="64044" y="121310"/>
                  <a:pt x="63618" y="121280"/>
                </a:cubicBezTo>
                <a:cubicBezTo>
                  <a:pt x="63801" y="121097"/>
                  <a:pt x="64409" y="121188"/>
                  <a:pt x="64804" y="121219"/>
                </a:cubicBezTo>
                <a:close/>
                <a:moveTo>
                  <a:pt x="66111" y="43649"/>
                </a:moveTo>
                <a:cubicBezTo>
                  <a:pt x="66080" y="43983"/>
                  <a:pt x="65989" y="44652"/>
                  <a:pt x="65868" y="45321"/>
                </a:cubicBezTo>
                <a:cubicBezTo>
                  <a:pt x="65868" y="45412"/>
                  <a:pt x="65776" y="45442"/>
                  <a:pt x="65716" y="45473"/>
                </a:cubicBezTo>
                <a:lnTo>
                  <a:pt x="65473" y="45534"/>
                </a:lnTo>
                <a:lnTo>
                  <a:pt x="65047" y="45686"/>
                </a:lnTo>
                <a:cubicBezTo>
                  <a:pt x="64804" y="45746"/>
                  <a:pt x="64561" y="45807"/>
                  <a:pt x="64317" y="45868"/>
                </a:cubicBezTo>
                <a:cubicBezTo>
                  <a:pt x="64135" y="45655"/>
                  <a:pt x="64652" y="45746"/>
                  <a:pt x="64986" y="45625"/>
                </a:cubicBezTo>
                <a:cubicBezTo>
                  <a:pt x="65108" y="45564"/>
                  <a:pt x="65229" y="45503"/>
                  <a:pt x="65351" y="45442"/>
                </a:cubicBezTo>
                <a:lnTo>
                  <a:pt x="65564" y="45351"/>
                </a:lnTo>
                <a:cubicBezTo>
                  <a:pt x="65624" y="45321"/>
                  <a:pt x="65716" y="45291"/>
                  <a:pt x="65746" y="45230"/>
                </a:cubicBezTo>
                <a:cubicBezTo>
                  <a:pt x="65837" y="44652"/>
                  <a:pt x="65989" y="44044"/>
                  <a:pt x="66111" y="43649"/>
                </a:cubicBezTo>
                <a:close/>
                <a:moveTo>
                  <a:pt x="40548" y="54713"/>
                </a:moveTo>
                <a:cubicBezTo>
                  <a:pt x="40001" y="55017"/>
                  <a:pt x="39241" y="55291"/>
                  <a:pt x="38177" y="55747"/>
                </a:cubicBezTo>
                <a:cubicBezTo>
                  <a:pt x="38937" y="55321"/>
                  <a:pt x="39727" y="54987"/>
                  <a:pt x="40548" y="54713"/>
                </a:cubicBezTo>
                <a:close/>
                <a:moveTo>
                  <a:pt x="47174" y="124623"/>
                </a:moveTo>
                <a:cubicBezTo>
                  <a:pt x="46840" y="124958"/>
                  <a:pt x="45381" y="124775"/>
                  <a:pt x="44591" y="124745"/>
                </a:cubicBezTo>
                <a:cubicBezTo>
                  <a:pt x="44044" y="124714"/>
                  <a:pt x="43101" y="124836"/>
                  <a:pt x="43010" y="124593"/>
                </a:cubicBezTo>
                <a:cubicBezTo>
                  <a:pt x="44378" y="124684"/>
                  <a:pt x="45776" y="124684"/>
                  <a:pt x="47144" y="124593"/>
                </a:cubicBezTo>
                <a:close/>
                <a:moveTo>
                  <a:pt x="70853" y="122708"/>
                </a:moveTo>
                <a:cubicBezTo>
                  <a:pt x="70488" y="122708"/>
                  <a:pt x="70427" y="122769"/>
                  <a:pt x="70062" y="122769"/>
                </a:cubicBezTo>
                <a:cubicBezTo>
                  <a:pt x="69880" y="122647"/>
                  <a:pt x="69758" y="122465"/>
                  <a:pt x="69698" y="122252"/>
                </a:cubicBezTo>
                <a:cubicBezTo>
                  <a:pt x="70305" y="122313"/>
                  <a:pt x="70792" y="122435"/>
                  <a:pt x="70853" y="122678"/>
                </a:cubicBezTo>
                <a:close/>
                <a:moveTo>
                  <a:pt x="51095" y="124836"/>
                </a:moveTo>
                <a:cubicBezTo>
                  <a:pt x="50639" y="124988"/>
                  <a:pt x="49332" y="124836"/>
                  <a:pt x="48512" y="124897"/>
                </a:cubicBezTo>
                <a:cubicBezTo>
                  <a:pt x="49120" y="124714"/>
                  <a:pt x="50366" y="124836"/>
                  <a:pt x="51095" y="124806"/>
                </a:cubicBezTo>
                <a:close/>
                <a:moveTo>
                  <a:pt x="33496" y="124471"/>
                </a:moveTo>
                <a:lnTo>
                  <a:pt x="36840" y="124471"/>
                </a:lnTo>
                <a:cubicBezTo>
                  <a:pt x="34986" y="124775"/>
                  <a:pt x="33314" y="124410"/>
                  <a:pt x="30700" y="124502"/>
                </a:cubicBezTo>
                <a:cubicBezTo>
                  <a:pt x="30335" y="124380"/>
                  <a:pt x="32676" y="124441"/>
                  <a:pt x="33496" y="124441"/>
                </a:cubicBezTo>
                <a:close/>
                <a:moveTo>
                  <a:pt x="72008" y="123012"/>
                </a:moveTo>
                <a:lnTo>
                  <a:pt x="70032" y="123012"/>
                </a:lnTo>
                <a:cubicBezTo>
                  <a:pt x="70427" y="122951"/>
                  <a:pt x="71947" y="122739"/>
                  <a:pt x="72038" y="123012"/>
                </a:cubicBezTo>
                <a:close/>
                <a:moveTo>
                  <a:pt x="77570" y="122830"/>
                </a:moveTo>
                <a:cubicBezTo>
                  <a:pt x="77175" y="122982"/>
                  <a:pt x="76780" y="122982"/>
                  <a:pt x="76385" y="122891"/>
                </a:cubicBezTo>
                <a:cubicBezTo>
                  <a:pt x="76780" y="122769"/>
                  <a:pt x="77175" y="122739"/>
                  <a:pt x="77570" y="122830"/>
                </a:cubicBezTo>
                <a:close/>
                <a:moveTo>
                  <a:pt x="74409" y="122951"/>
                </a:moveTo>
                <a:cubicBezTo>
                  <a:pt x="73740" y="123043"/>
                  <a:pt x="73071" y="123012"/>
                  <a:pt x="72403" y="122891"/>
                </a:cubicBezTo>
                <a:cubicBezTo>
                  <a:pt x="72950" y="122769"/>
                  <a:pt x="73467" y="122739"/>
                  <a:pt x="74014" y="122769"/>
                </a:cubicBezTo>
                <a:cubicBezTo>
                  <a:pt x="74014" y="122860"/>
                  <a:pt x="74166" y="122921"/>
                  <a:pt x="74409" y="122951"/>
                </a:cubicBezTo>
                <a:close/>
                <a:moveTo>
                  <a:pt x="55655" y="121492"/>
                </a:moveTo>
                <a:cubicBezTo>
                  <a:pt x="54834" y="121432"/>
                  <a:pt x="54864" y="121614"/>
                  <a:pt x="54256" y="121614"/>
                </a:cubicBezTo>
                <a:cubicBezTo>
                  <a:pt x="53801" y="121219"/>
                  <a:pt x="52980" y="121644"/>
                  <a:pt x="52494" y="121523"/>
                </a:cubicBezTo>
                <a:cubicBezTo>
                  <a:pt x="52585" y="121492"/>
                  <a:pt x="52706" y="121432"/>
                  <a:pt x="52706" y="121340"/>
                </a:cubicBezTo>
                <a:cubicBezTo>
                  <a:pt x="53101" y="121401"/>
                  <a:pt x="54013" y="121280"/>
                  <a:pt x="54074" y="121432"/>
                </a:cubicBezTo>
                <a:cubicBezTo>
                  <a:pt x="54530" y="121371"/>
                  <a:pt x="55715" y="121158"/>
                  <a:pt x="55655" y="121492"/>
                </a:cubicBezTo>
                <a:close/>
                <a:moveTo>
                  <a:pt x="135504" y="23862"/>
                </a:moveTo>
                <a:lnTo>
                  <a:pt x="135504" y="23284"/>
                </a:lnTo>
                <a:cubicBezTo>
                  <a:pt x="135504" y="23102"/>
                  <a:pt x="135595" y="22919"/>
                  <a:pt x="135443" y="22737"/>
                </a:cubicBezTo>
                <a:lnTo>
                  <a:pt x="135109" y="22220"/>
                </a:lnTo>
                <a:lnTo>
                  <a:pt x="134592" y="21308"/>
                </a:lnTo>
                <a:lnTo>
                  <a:pt x="135443" y="22494"/>
                </a:lnTo>
                <a:lnTo>
                  <a:pt x="135595" y="22737"/>
                </a:lnTo>
                <a:cubicBezTo>
                  <a:pt x="135626" y="22767"/>
                  <a:pt x="135656" y="22798"/>
                  <a:pt x="135687" y="22859"/>
                </a:cubicBezTo>
                <a:lnTo>
                  <a:pt x="135687" y="23010"/>
                </a:lnTo>
                <a:cubicBezTo>
                  <a:pt x="135687" y="23193"/>
                  <a:pt x="135687" y="23406"/>
                  <a:pt x="135656" y="23618"/>
                </a:cubicBezTo>
                <a:cubicBezTo>
                  <a:pt x="135656" y="23831"/>
                  <a:pt x="135595" y="23862"/>
                  <a:pt x="135504" y="23862"/>
                </a:cubicBezTo>
                <a:close/>
                <a:moveTo>
                  <a:pt x="74713" y="21248"/>
                </a:moveTo>
                <a:lnTo>
                  <a:pt x="75564" y="20123"/>
                </a:lnTo>
                <a:cubicBezTo>
                  <a:pt x="75594" y="20244"/>
                  <a:pt x="74865" y="21460"/>
                  <a:pt x="74713" y="21248"/>
                </a:cubicBezTo>
                <a:close/>
                <a:moveTo>
                  <a:pt x="140368" y="59880"/>
                </a:moveTo>
                <a:cubicBezTo>
                  <a:pt x="140459" y="59911"/>
                  <a:pt x="140520" y="60701"/>
                  <a:pt x="140489" y="61066"/>
                </a:cubicBezTo>
                <a:cubicBezTo>
                  <a:pt x="140489" y="61370"/>
                  <a:pt x="140398" y="62160"/>
                  <a:pt x="140276" y="62039"/>
                </a:cubicBezTo>
                <a:cubicBezTo>
                  <a:pt x="140398" y="61187"/>
                  <a:pt x="140276" y="60944"/>
                  <a:pt x="140368" y="59880"/>
                </a:cubicBezTo>
                <a:close/>
                <a:moveTo>
                  <a:pt x="80488" y="13436"/>
                </a:moveTo>
                <a:cubicBezTo>
                  <a:pt x="80974" y="12889"/>
                  <a:pt x="81430" y="12342"/>
                  <a:pt x="81825" y="11734"/>
                </a:cubicBezTo>
                <a:cubicBezTo>
                  <a:pt x="82312" y="11095"/>
                  <a:pt x="82889" y="10153"/>
                  <a:pt x="83132" y="10214"/>
                </a:cubicBezTo>
                <a:cubicBezTo>
                  <a:pt x="82251" y="11217"/>
                  <a:pt x="81005" y="13405"/>
                  <a:pt x="80488" y="13436"/>
                </a:cubicBezTo>
                <a:close/>
                <a:moveTo>
                  <a:pt x="130945" y="183"/>
                </a:moveTo>
                <a:cubicBezTo>
                  <a:pt x="130003" y="1"/>
                  <a:pt x="133042" y="31"/>
                  <a:pt x="133832" y="31"/>
                </a:cubicBezTo>
                <a:cubicBezTo>
                  <a:pt x="133832" y="62"/>
                  <a:pt x="133863" y="123"/>
                  <a:pt x="133863" y="153"/>
                </a:cubicBezTo>
                <a:cubicBezTo>
                  <a:pt x="133832" y="518"/>
                  <a:pt x="133863" y="852"/>
                  <a:pt x="133924" y="1217"/>
                </a:cubicBezTo>
                <a:cubicBezTo>
                  <a:pt x="133772" y="913"/>
                  <a:pt x="133711" y="548"/>
                  <a:pt x="133680" y="214"/>
                </a:cubicBezTo>
                <a:cubicBezTo>
                  <a:pt x="132769" y="153"/>
                  <a:pt x="131857" y="123"/>
                  <a:pt x="130945" y="183"/>
                </a:cubicBezTo>
                <a:close/>
                <a:moveTo>
                  <a:pt x="90944" y="4287"/>
                </a:moveTo>
                <a:cubicBezTo>
                  <a:pt x="91522" y="4044"/>
                  <a:pt x="92130" y="3892"/>
                  <a:pt x="92130" y="4074"/>
                </a:cubicBezTo>
                <a:cubicBezTo>
                  <a:pt x="91491" y="4256"/>
                  <a:pt x="90883" y="4500"/>
                  <a:pt x="90944" y="4287"/>
                </a:cubicBezTo>
                <a:close/>
                <a:moveTo>
                  <a:pt x="80093" y="14925"/>
                </a:moveTo>
                <a:cubicBezTo>
                  <a:pt x="79910" y="14864"/>
                  <a:pt x="80762" y="14074"/>
                  <a:pt x="80579" y="14044"/>
                </a:cubicBezTo>
                <a:cubicBezTo>
                  <a:pt x="80792" y="14013"/>
                  <a:pt x="81461" y="12767"/>
                  <a:pt x="81552" y="13041"/>
                </a:cubicBezTo>
                <a:cubicBezTo>
                  <a:pt x="81066" y="13709"/>
                  <a:pt x="80640" y="14074"/>
                  <a:pt x="80093" y="14895"/>
                </a:cubicBezTo>
                <a:close/>
                <a:moveTo>
                  <a:pt x="76293" y="20001"/>
                </a:moveTo>
                <a:cubicBezTo>
                  <a:pt x="76810" y="19241"/>
                  <a:pt x="77053" y="19211"/>
                  <a:pt x="77509" y="18694"/>
                </a:cubicBezTo>
                <a:cubicBezTo>
                  <a:pt x="77479" y="18694"/>
                  <a:pt x="76354" y="20336"/>
                  <a:pt x="76293" y="19971"/>
                </a:cubicBezTo>
                <a:close/>
                <a:moveTo>
                  <a:pt x="80640" y="14591"/>
                </a:moveTo>
                <a:cubicBezTo>
                  <a:pt x="81005" y="14074"/>
                  <a:pt x="81461" y="13466"/>
                  <a:pt x="81613" y="13618"/>
                </a:cubicBezTo>
                <a:cubicBezTo>
                  <a:pt x="81339" y="13801"/>
                  <a:pt x="80762" y="14773"/>
                  <a:pt x="80640" y="14591"/>
                </a:cubicBezTo>
                <a:close/>
                <a:moveTo>
                  <a:pt x="82342" y="12646"/>
                </a:moveTo>
                <a:cubicBezTo>
                  <a:pt x="82251" y="12402"/>
                  <a:pt x="81795" y="13253"/>
                  <a:pt x="81734" y="12919"/>
                </a:cubicBezTo>
                <a:cubicBezTo>
                  <a:pt x="82099" y="12402"/>
                  <a:pt x="82281" y="12524"/>
                  <a:pt x="82707" y="11946"/>
                </a:cubicBezTo>
                <a:cubicBezTo>
                  <a:pt x="82768" y="12038"/>
                  <a:pt x="82616" y="12311"/>
                  <a:pt x="82312" y="12646"/>
                </a:cubicBezTo>
                <a:close/>
                <a:moveTo>
                  <a:pt x="135322" y="33558"/>
                </a:moveTo>
                <a:cubicBezTo>
                  <a:pt x="135109" y="33163"/>
                  <a:pt x="135261" y="32038"/>
                  <a:pt x="135291" y="31369"/>
                </a:cubicBezTo>
                <a:cubicBezTo>
                  <a:pt x="135352" y="29515"/>
                  <a:pt x="135413" y="28056"/>
                  <a:pt x="135474" y="26415"/>
                </a:cubicBezTo>
                <a:cubicBezTo>
                  <a:pt x="135504" y="25625"/>
                  <a:pt x="135322" y="24530"/>
                  <a:pt x="135626" y="24257"/>
                </a:cubicBezTo>
                <a:cubicBezTo>
                  <a:pt x="135413" y="25837"/>
                  <a:pt x="135565" y="27539"/>
                  <a:pt x="135504" y="29211"/>
                </a:cubicBezTo>
                <a:cubicBezTo>
                  <a:pt x="135443" y="30488"/>
                  <a:pt x="135322" y="31977"/>
                  <a:pt x="135322" y="33558"/>
                </a:cubicBezTo>
                <a:close/>
                <a:moveTo>
                  <a:pt x="132829" y="18238"/>
                </a:moveTo>
                <a:cubicBezTo>
                  <a:pt x="132465" y="17630"/>
                  <a:pt x="132161" y="17023"/>
                  <a:pt x="131918" y="16354"/>
                </a:cubicBezTo>
                <a:cubicBezTo>
                  <a:pt x="132313" y="16779"/>
                  <a:pt x="132586" y="17600"/>
                  <a:pt x="132829" y="18238"/>
                </a:cubicBezTo>
                <a:close/>
                <a:moveTo>
                  <a:pt x="129152" y="7387"/>
                </a:moveTo>
                <a:cubicBezTo>
                  <a:pt x="129030" y="7144"/>
                  <a:pt x="128939" y="6901"/>
                  <a:pt x="128908" y="6627"/>
                </a:cubicBezTo>
                <a:cubicBezTo>
                  <a:pt x="129121" y="6384"/>
                  <a:pt x="129060" y="7174"/>
                  <a:pt x="129152" y="7418"/>
                </a:cubicBezTo>
                <a:close/>
                <a:moveTo>
                  <a:pt x="131796" y="15959"/>
                </a:moveTo>
                <a:cubicBezTo>
                  <a:pt x="131583" y="16080"/>
                  <a:pt x="130793" y="13892"/>
                  <a:pt x="130732" y="13466"/>
                </a:cubicBezTo>
                <a:cubicBezTo>
                  <a:pt x="131036" y="13892"/>
                  <a:pt x="131431" y="15229"/>
                  <a:pt x="131826" y="15959"/>
                </a:cubicBezTo>
                <a:close/>
                <a:moveTo>
                  <a:pt x="134896" y="48421"/>
                </a:moveTo>
                <a:cubicBezTo>
                  <a:pt x="134744" y="47783"/>
                  <a:pt x="134866" y="47297"/>
                  <a:pt x="134896" y="46415"/>
                </a:cubicBezTo>
                <a:cubicBezTo>
                  <a:pt x="135048" y="46719"/>
                  <a:pt x="134896" y="47813"/>
                  <a:pt x="134896" y="48421"/>
                </a:cubicBezTo>
                <a:close/>
                <a:moveTo>
                  <a:pt x="134562" y="64288"/>
                </a:moveTo>
                <a:cubicBezTo>
                  <a:pt x="134380" y="64075"/>
                  <a:pt x="134562" y="63589"/>
                  <a:pt x="134562" y="63102"/>
                </a:cubicBezTo>
                <a:cubicBezTo>
                  <a:pt x="134592" y="61400"/>
                  <a:pt x="134623" y="58999"/>
                  <a:pt x="134684" y="57358"/>
                </a:cubicBezTo>
                <a:cubicBezTo>
                  <a:pt x="135018" y="57662"/>
                  <a:pt x="134744" y="58634"/>
                  <a:pt x="134714" y="59151"/>
                </a:cubicBezTo>
                <a:cubicBezTo>
                  <a:pt x="134684" y="60580"/>
                  <a:pt x="134653" y="62039"/>
                  <a:pt x="134562" y="64288"/>
                </a:cubicBezTo>
                <a:close/>
                <a:moveTo>
                  <a:pt x="135200" y="36141"/>
                </a:moveTo>
                <a:cubicBezTo>
                  <a:pt x="135018" y="35868"/>
                  <a:pt x="135139" y="33740"/>
                  <a:pt x="135291" y="33953"/>
                </a:cubicBezTo>
                <a:cubicBezTo>
                  <a:pt x="135200" y="34530"/>
                  <a:pt x="135291" y="35138"/>
                  <a:pt x="135200" y="36141"/>
                </a:cubicBezTo>
                <a:close/>
                <a:moveTo>
                  <a:pt x="134987" y="46050"/>
                </a:moveTo>
                <a:cubicBezTo>
                  <a:pt x="134836" y="46020"/>
                  <a:pt x="134896" y="45108"/>
                  <a:pt x="134987" y="44865"/>
                </a:cubicBezTo>
                <a:cubicBezTo>
                  <a:pt x="135109" y="44926"/>
                  <a:pt x="134957" y="45716"/>
                  <a:pt x="134987" y="46050"/>
                </a:cubicBezTo>
                <a:close/>
                <a:moveTo>
                  <a:pt x="64105" y="36476"/>
                </a:moveTo>
                <a:cubicBezTo>
                  <a:pt x="64196" y="36020"/>
                  <a:pt x="64986" y="34865"/>
                  <a:pt x="65412" y="34196"/>
                </a:cubicBezTo>
                <a:cubicBezTo>
                  <a:pt x="65260" y="34622"/>
                  <a:pt x="64469" y="35746"/>
                  <a:pt x="64105" y="36476"/>
                </a:cubicBezTo>
                <a:close/>
                <a:moveTo>
                  <a:pt x="4043" y="113681"/>
                </a:moveTo>
                <a:cubicBezTo>
                  <a:pt x="3891" y="113438"/>
                  <a:pt x="3769" y="112830"/>
                  <a:pt x="3587" y="112556"/>
                </a:cubicBezTo>
                <a:cubicBezTo>
                  <a:pt x="3556" y="112678"/>
                  <a:pt x="3526" y="112799"/>
                  <a:pt x="3556" y="112951"/>
                </a:cubicBezTo>
                <a:cubicBezTo>
                  <a:pt x="3283" y="112678"/>
                  <a:pt x="3648" y="112647"/>
                  <a:pt x="3435" y="112161"/>
                </a:cubicBezTo>
                <a:cubicBezTo>
                  <a:pt x="3739" y="112617"/>
                  <a:pt x="3952" y="113134"/>
                  <a:pt x="4043" y="113681"/>
                </a:cubicBezTo>
                <a:close/>
                <a:moveTo>
                  <a:pt x="5015" y="118331"/>
                </a:moveTo>
                <a:cubicBezTo>
                  <a:pt x="4651" y="118240"/>
                  <a:pt x="4681" y="117419"/>
                  <a:pt x="4590" y="116811"/>
                </a:cubicBezTo>
                <a:cubicBezTo>
                  <a:pt x="4772" y="116903"/>
                  <a:pt x="4863" y="117875"/>
                  <a:pt x="5015" y="118331"/>
                </a:cubicBezTo>
                <a:close/>
                <a:moveTo>
                  <a:pt x="2797" y="112100"/>
                </a:moveTo>
                <a:cubicBezTo>
                  <a:pt x="2645" y="111523"/>
                  <a:pt x="2523" y="110915"/>
                  <a:pt x="2705" y="110884"/>
                </a:cubicBezTo>
                <a:cubicBezTo>
                  <a:pt x="2584" y="111067"/>
                  <a:pt x="3070" y="112222"/>
                  <a:pt x="2797" y="112100"/>
                </a:cubicBezTo>
                <a:close/>
                <a:moveTo>
                  <a:pt x="4012" y="116477"/>
                </a:moveTo>
                <a:cubicBezTo>
                  <a:pt x="3769" y="116234"/>
                  <a:pt x="3739" y="115352"/>
                  <a:pt x="3769" y="115140"/>
                </a:cubicBezTo>
                <a:cubicBezTo>
                  <a:pt x="3648" y="114653"/>
                  <a:pt x="3496" y="114562"/>
                  <a:pt x="3526" y="114167"/>
                </a:cubicBezTo>
                <a:cubicBezTo>
                  <a:pt x="3860" y="114775"/>
                  <a:pt x="3921" y="115930"/>
                  <a:pt x="4012" y="116477"/>
                </a:cubicBezTo>
                <a:close/>
                <a:moveTo>
                  <a:pt x="3313" y="112191"/>
                </a:moveTo>
                <a:cubicBezTo>
                  <a:pt x="3131" y="112039"/>
                  <a:pt x="3161" y="111583"/>
                  <a:pt x="3040" y="111249"/>
                </a:cubicBezTo>
                <a:cubicBezTo>
                  <a:pt x="2979" y="111127"/>
                  <a:pt x="2888" y="111097"/>
                  <a:pt x="2857" y="111067"/>
                </a:cubicBezTo>
                <a:cubicBezTo>
                  <a:pt x="2766" y="110763"/>
                  <a:pt x="2857" y="110702"/>
                  <a:pt x="2797" y="110489"/>
                </a:cubicBezTo>
                <a:cubicBezTo>
                  <a:pt x="2553" y="110124"/>
                  <a:pt x="2401" y="109729"/>
                  <a:pt x="2341" y="109334"/>
                </a:cubicBezTo>
                <a:cubicBezTo>
                  <a:pt x="2493" y="109121"/>
                  <a:pt x="2553" y="109760"/>
                  <a:pt x="2645" y="110094"/>
                </a:cubicBezTo>
                <a:cubicBezTo>
                  <a:pt x="2827" y="109972"/>
                  <a:pt x="3009" y="110489"/>
                  <a:pt x="2918" y="109851"/>
                </a:cubicBezTo>
                <a:cubicBezTo>
                  <a:pt x="3192" y="110033"/>
                  <a:pt x="2949" y="110246"/>
                  <a:pt x="2979" y="110428"/>
                </a:cubicBezTo>
                <a:cubicBezTo>
                  <a:pt x="3040" y="110702"/>
                  <a:pt x="3101" y="110459"/>
                  <a:pt x="3161" y="110611"/>
                </a:cubicBezTo>
                <a:cubicBezTo>
                  <a:pt x="3253" y="110884"/>
                  <a:pt x="3192" y="111431"/>
                  <a:pt x="3404" y="111979"/>
                </a:cubicBezTo>
                <a:cubicBezTo>
                  <a:pt x="3313" y="111948"/>
                  <a:pt x="3313" y="112039"/>
                  <a:pt x="3313" y="112191"/>
                </a:cubicBezTo>
                <a:close/>
                <a:moveTo>
                  <a:pt x="1186" y="100580"/>
                </a:moveTo>
                <a:cubicBezTo>
                  <a:pt x="1216" y="99395"/>
                  <a:pt x="1003" y="99121"/>
                  <a:pt x="1277" y="97632"/>
                </a:cubicBezTo>
                <a:cubicBezTo>
                  <a:pt x="1398" y="97784"/>
                  <a:pt x="1459" y="97297"/>
                  <a:pt x="1520" y="96933"/>
                </a:cubicBezTo>
                <a:cubicBezTo>
                  <a:pt x="1642" y="97601"/>
                  <a:pt x="1490" y="99000"/>
                  <a:pt x="1277" y="99851"/>
                </a:cubicBezTo>
                <a:cubicBezTo>
                  <a:pt x="1429" y="99851"/>
                  <a:pt x="1490" y="99425"/>
                  <a:pt x="1581" y="99881"/>
                </a:cubicBezTo>
                <a:cubicBezTo>
                  <a:pt x="1581" y="99121"/>
                  <a:pt x="1642" y="98331"/>
                  <a:pt x="1794" y="97571"/>
                </a:cubicBezTo>
                <a:cubicBezTo>
                  <a:pt x="1976" y="96720"/>
                  <a:pt x="2249" y="96051"/>
                  <a:pt x="2462" y="95960"/>
                </a:cubicBezTo>
                <a:cubicBezTo>
                  <a:pt x="2219" y="96902"/>
                  <a:pt x="1976" y="97267"/>
                  <a:pt x="1824" y="98240"/>
                </a:cubicBezTo>
                <a:cubicBezTo>
                  <a:pt x="1763" y="98544"/>
                  <a:pt x="1915" y="99091"/>
                  <a:pt x="1976" y="98513"/>
                </a:cubicBezTo>
                <a:cubicBezTo>
                  <a:pt x="1976" y="100033"/>
                  <a:pt x="1854" y="102556"/>
                  <a:pt x="2189" y="103711"/>
                </a:cubicBezTo>
                <a:cubicBezTo>
                  <a:pt x="1915" y="103377"/>
                  <a:pt x="1824" y="102191"/>
                  <a:pt x="1733" y="101766"/>
                </a:cubicBezTo>
                <a:cubicBezTo>
                  <a:pt x="1581" y="101583"/>
                  <a:pt x="1550" y="102586"/>
                  <a:pt x="1702" y="102647"/>
                </a:cubicBezTo>
                <a:cubicBezTo>
                  <a:pt x="1611" y="103498"/>
                  <a:pt x="1459" y="101796"/>
                  <a:pt x="1459" y="101279"/>
                </a:cubicBezTo>
                <a:cubicBezTo>
                  <a:pt x="1550" y="100854"/>
                  <a:pt x="1642" y="101401"/>
                  <a:pt x="1794" y="101522"/>
                </a:cubicBezTo>
                <a:cubicBezTo>
                  <a:pt x="1733" y="100823"/>
                  <a:pt x="1763" y="100124"/>
                  <a:pt x="1854" y="99456"/>
                </a:cubicBezTo>
                <a:cubicBezTo>
                  <a:pt x="1611" y="99243"/>
                  <a:pt x="1672" y="100215"/>
                  <a:pt x="1642" y="100367"/>
                </a:cubicBezTo>
                <a:cubicBezTo>
                  <a:pt x="1611" y="100428"/>
                  <a:pt x="1520" y="100003"/>
                  <a:pt x="1520" y="100124"/>
                </a:cubicBezTo>
                <a:cubicBezTo>
                  <a:pt x="1490" y="100246"/>
                  <a:pt x="1520" y="101006"/>
                  <a:pt x="1307" y="100823"/>
                </a:cubicBezTo>
                <a:cubicBezTo>
                  <a:pt x="1307" y="100580"/>
                  <a:pt x="1246" y="100641"/>
                  <a:pt x="1186" y="100580"/>
                </a:cubicBezTo>
                <a:close/>
                <a:moveTo>
                  <a:pt x="2401" y="112343"/>
                </a:moveTo>
                <a:cubicBezTo>
                  <a:pt x="2189" y="111583"/>
                  <a:pt x="1824" y="110945"/>
                  <a:pt x="1611" y="110276"/>
                </a:cubicBezTo>
                <a:cubicBezTo>
                  <a:pt x="1429" y="109790"/>
                  <a:pt x="1642" y="110003"/>
                  <a:pt x="1429" y="109517"/>
                </a:cubicBezTo>
                <a:cubicBezTo>
                  <a:pt x="760" y="107845"/>
                  <a:pt x="304" y="106112"/>
                  <a:pt x="31" y="104349"/>
                </a:cubicBezTo>
                <a:cubicBezTo>
                  <a:pt x="61" y="104136"/>
                  <a:pt x="0" y="103589"/>
                  <a:pt x="91" y="103407"/>
                </a:cubicBezTo>
                <a:cubicBezTo>
                  <a:pt x="335" y="103346"/>
                  <a:pt x="426" y="104714"/>
                  <a:pt x="608" y="104076"/>
                </a:cubicBezTo>
                <a:cubicBezTo>
                  <a:pt x="821" y="104866"/>
                  <a:pt x="730" y="105079"/>
                  <a:pt x="973" y="105808"/>
                </a:cubicBezTo>
                <a:cubicBezTo>
                  <a:pt x="1246" y="105778"/>
                  <a:pt x="912" y="104532"/>
                  <a:pt x="790" y="103589"/>
                </a:cubicBezTo>
                <a:cubicBezTo>
                  <a:pt x="912" y="103559"/>
                  <a:pt x="973" y="103863"/>
                  <a:pt x="1094" y="103802"/>
                </a:cubicBezTo>
                <a:cubicBezTo>
                  <a:pt x="1003" y="104957"/>
                  <a:pt x="1490" y="106386"/>
                  <a:pt x="1794" y="107814"/>
                </a:cubicBezTo>
                <a:cubicBezTo>
                  <a:pt x="1702" y="107936"/>
                  <a:pt x="1611" y="107571"/>
                  <a:pt x="1550" y="107237"/>
                </a:cubicBezTo>
                <a:cubicBezTo>
                  <a:pt x="1459" y="106933"/>
                  <a:pt x="1277" y="106690"/>
                  <a:pt x="1064" y="106477"/>
                </a:cubicBezTo>
                <a:cubicBezTo>
                  <a:pt x="1064" y="107267"/>
                  <a:pt x="1246" y="107115"/>
                  <a:pt x="1398" y="107480"/>
                </a:cubicBezTo>
                <a:cubicBezTo>
                  <a:pt x="1763" y="109091"/>
                  <a:pt x="1885" y="110428"/>
                  <a:pt x="2341" y="111583"/>
                </a:cubicBezTo>
                <a:cubicBezTo>
                  <a:pt x="2310" y="111827"/>
                  <a:pt x="2341" y="112100"/>
                  <a:pt x="2401" y="112343"/>
                </a:cubicBezTo>
                <a:close/>
                <a:moveTo>
                  <a:pt x="1429" y="108696"/>
                </a:moveTo>
                <a:cubicBezTo>
                  <a:pt x="1490" y="108635"/>
                  <a:pt x="1398" y="108270"/>
                  <a:pt x="1429" y="108088"/>
                </a:cubicBezTo>
                <a:cubicBezTo>
                  <a:pt x="1155" y="107997"/>
                  <a:pt x="1429" y="108878"/>
                  <a:pt x="1550" y="109486"/>
                </a:cubicBezTo>
                <a:cubicBezTo>
                  <a:pt x="1854" y="110793"/>
                  <a:pt x="1581" y="109273"/>
                  <a:pt x="1429" y="108696"/>
                </a:cubicBezTo>
                <a:close/>
                <a:moveTo>
                  <a:pt x="1186" y="102677"/>
                </a:moveTo>
                <a:cubicBezTo>
                  <a:pt x="1277" y="102708"/>
                  <a:pt x="1277" y="103103"/>
                  <a:pt x="1368" y="103103"/>
                </a:cubicBezTo>
                <a:cubicBezTo>
                  <a:pt x="1459" y="103103"/>
                  <a:pt x="1277" y="102161"/>
                  <a:pt x="1307" y="101735"/>
                </a:cubicBezTo>
                <a:cubicBezTo>
                  <a:pt x="1246" y="101735"/>
                  <a:pt x="1277" y="102039"/>
                  <a:pt x="1277" y="102222"/>
                </a:cubicBezTo>
                <a:cubicBezTo>
                  <a:pt x="1094" y="102343"/>
                  <a:pt x="942" y="101583"/>
                  <a:pt x="1064" y="102677"/>
                </a:cubicBezTo>
                <a:cubicBezTo>
                  <a:pt x="851" y="102161"/>
                  <a:pt x="912" y="102009"/>
                  <a:pt x="912" y="101279"/>
                </a:cubicBezTo>
                <a:cubicBezTo>
                  <a:pt x="912" y="101097"/>
                  <a:pt x="1003" y="101766"/>
                  <a:pt x="1003" y="101735"/>
                </a:cubicBezTo>
                <a:cubicBezTo>
                  <a:pt x="1034" y="101826"/>
                  <a:pt x="912" y="100398"/>
                  <a:pt x="942" y="100063"/>
                </a:cubicBezTo>
                <a:cubicBezTo>
                  <a:pt x="1094" y="99972"/>
                  <a:pt x="1064" y="100428"/>
                  <a:pt x="1064" y="100793"/>
                </a:cubicBezTo>
                <a:cubicBezTo>
                  <a:pt x="1398" y="101826"/>
                  <a:pt x="1611" y="102890"/>
                  <a:pt x="1733" y="103985"/>
                </a:cubicBezTo>
                <a:cubicBezTo>
                  <a:pt x="1672" y="103863"/>
                  <a:pt x="1611" y="103741"/>
                  <a:pt x="1520" y="103772"/>
                </a:cubicBezTo>
                <a:cubicBezTo>
                  <a:pt x="1672" y="104228"/>
                  <a:pt x="1854" y="104167"/>
                  <a:pt x="1976" y="105048"/>
                </a:cubicBezTo>
                <a:cubicBezTo>
                  <a:pt x="1794" y="104988"/>
                  <a:pt x="1733" y="105140"/>
                  <a:pt x="1854" y="105687"/>
                </a:cubicBezTo>
                <a:cubicBezTo>
                  <a:pt x="1429" y="105535"/>
                  <a:pt x="1368" y="104410"/>
                  <a:pt x="1186" y="103589"/>
                </a:cubicBezTo>
                <a:cubicBezTo>
                  <a:pt x="1338" y="103559"/>
                  <a:pt x="1338" y="103924"/>
                  <a:pt x="1429" y="103589"/>
                </a:cubicBezTo>
                <a:cubicBezTo>
                  <a:pt x="1368" y="103194"/>
                  <a:pt x="1186" y="103377"/>
                  <a:pt x="1186" y="102677"/>
                </a:cubicBezTo>
                <a:close/>
                <a:moveTo>
                  <a:pt x="5593" y="118818"/>
                </a:moveTo>
                <a:cubicBezTo>
                  <a:pt x="5471" y="118787"/>
                  <a:pt x="5411" y="118240"/>
                  <a:pt x="5319" y="118270"/>
                </a:cubicBezTo>
                <a:lnTo>
                  <a:pt x="4955" y="116720"/>
                </a:lnTo>
                <a:cubicBezTo>
                  <a:pt x="4803" y="116052"/>
                  <a:pt x="4590" y="115231"/>
                  <a:pt x="4772" y="115140"/>
                </a:cubicBezTo>
                <a:cubicBezTo>
                  <a:pt x="4924" y="115596"/>
                  <a:pt x="4772" y="115596"/>
                  <a:pt x="4955" y="116112"/>
                </a:cubicBezTo>
                <a:lnTo>
                  <a:pt x="5137" y="116082"/>
                </a:lnTo>
                <a:cubicBezTo>
                  <a:pt x="5198" y="115504"/>
                  <a:pt x="4894" y="114957"/>
                  <a:pt x="4681" y="113954"/>
                </a:cubicBezTo>
                <a:cubicBezTo>
                  <a:pt x="4863" y="113681"/>
                  <a:pt x="4924" y="114532"/>
                  <a:pt x="5046" y="114897"/>
                </a:cubicBezTo>
                <a:cubicBezTo>
                  <a:pt x="5137" y="115201"/>
                  <a:pt x="5319" y="115535"/>
                  <a:pt x="5380" y="115839"/>
                </a:cubicBezTo>
                <a:cubicBezTo>
                  <a:pt x="5654" y="116811"/>
                  <a:pt x="5836" y="117845"/>
                  <a:pt x="6079" y="118514"/>
                </a:cubicBezTo>
                <a:cubicBezTo>
                  <a:pt x="6049" y="119030"/>
                  <a:pt x="5897" y="118270"/>
                  <a:pt x="5745" y="118392"/>
                </a:cubicBezTo>
                <a:cubicBezTo>
                  <a:pt x="5927" y="118179"/>
                  <a:pt x="5563" y="116720"/>
                  <a:pt x="5319" y="116052"/>
                </a:cubicBezTo>
                <a:cubicBezTo>
                  <a:pt x="5167" y="116234"/>
                  <a:pt x="5167" y="116629"/>
                  <a:pt x="5289" y="117267"/>
                </a:cubicBezTo>
                <a:cubicBezTo>
                  <a:pt x="5471" y="117359"/>
                  <a:pt x="5471" y="117146"/>
                  <a:pt x="5319" y="116659"/>
                </a:cubicBezTo>
                <a:cubicBezTo>
                  <a:pt x="5654" y="117359"/>
                  <a:pt x="5441" y="118058"/>
                  <a:pt x="5593" y="118818"/>
                </a:cubicBezTo>
                <a:close/>
                <a:moveTo>
                  <a:pt x="1398" y="96902"/>
                </a:moveTo>
                <a:cubicBezTo>
                  <a:pt x="1338" y="95869"/>
                  <a:pt x="1794" y="95717"/>
                  <a:pt x="2158" y="94379"/>
                </a:cubicBezTo>
                <a:cubicBezTo>
                  <a:pt x="1794" y="95322"/>
                  <a:pt x="1794" y="94744"/>
                  <a:pt x="2097" y="93832"/>
                </a:cubicBezTo>
                <a:cubicBezTo>
                  <a:pt x="2310" y="94076"/>
                  <a:pt x="2493" y="93042"/>
                  <a:pt x="2888" y="92708"/>
                </a:cubicBezTo>
                <a:cubicBezTo>
                  <a:pt x="2888" y="92860"/>
                  <a:pt x="2705" y="93650"/>
                  <a:pt x="3040" y="92799"/>
                </a:cubicBezTo>
                <a:cubicBezTo>
                  <a:pt x="3192" y="93072"/>
                  <a:pt x="2675" y="93832"/>
                  <a:pt x="2432" y="94501"/>
                </a:cubicBezTo>
                <a:cubicBezTo>
                  <a:pt x="2371" y="94288"/>
                  <a:pt x="2827" y="93346"/>
                  <a:pt x="2462" y="93498"/>
                </a:cubicBezTo>
                <a:cubicBezTo>
                  <a:pt x="2401" y="93711"/>
                  <a:pt x="2462" y="93711"/>
                  <a:pt x="2493" y="93772"/>
                </a:cubicBezTo>
                <a:cubicBezTo>
                  <a:pt x="2310" y="94258"/>
                  <a:pt x="2128" y="94775"/>
                  <a:pt x="1976" y="95322"/>
                </a:cubicBezTo>
                <a:cubicBezTo>
                  <a:pt x="1885" y="95686"/>
                  <a:pt x="2371" y="95048"/>
                  <a:pt x="2037" y="96082"/>
                </a:cubicBezTo>
                <a:cubicBezTo>
                  <a:pt x="1763" y="96507"/>
                  <a:pt x="1824" y="94987"/>
                  <a:pt x="1398" y="96902"/>
                </a:cubicBezTo>
                <a:close/>
                <a:moveTo>
                  <a:pt x="9271" y="125626"/>
                </a:moveTo>
                <a:cubicBezTo>
                  <a:pt x="10365" y="125626"/>
                  <a:pt x="9970" y="125778"/>
                  <a:pt x="11155" y="125687"/>
                </a:cubicBezTo>
                <a:cubicBezTo>
                  <a:pt x="11277" y="125930"/>
                  <a:pt x="8967" y="125778"/>
                  <a:pt x="9271" y="125626"/>
                </a:cubicBezTo>
                <a:close/>
                <a:moveTo>
                  <a:pt x="129516" y="121766"/>
                </a:moveTo>
                <a:cubicBezTo>
                  <a:pt x="130003" y="121614"/>
                  <a:pt x="131279" y="121705"/>
                  <a:pt x="132100" y="121675"/>
                </a:cubicBezTo>
                <a:cubicBezTo>
                  <a:pt x="131644" y="121827"/>
                  <a:pt x="130337" y="121705"/>
                  <a:pt x="129516" y="121766"/>
                </a:cubicBezTo>
                <a:close/>
                <a:moveTo>
                  <a:pt x="9636" y="125505"/>
                </a:moveTo>
                <a:cubicBezTo>
                  <a:pt x="8967" y="125565"/>
                  <a:pt x="8085" y="125626"/>
                  <a:pt x="7842" y="125809"/>
                </a:cubicBezTo>
                <a:lnTo>
                  <a:pt x="6444" y="125809"/>
                </a:lnTo>
                <a:cubicBezTo>
                  <a:pt x="6322" y="125170"/>
                  <a:pt x="6231" y="124623"/>
                  <a:pt x="6322" y="124471"/>
                </a:cubicBezTo>
                <a:cubicBezTo>
                  <a:pt x="6353" y="124897"/>
                  <a:pt x="6444" y="125292"/>
                  <a:pt x="6535" y="125687"/>
                </a:cubicBezTo>
                <a:cubicBezTo>
                  <a:pt x="7143" y="125687"/>
                  <a:pt x="7842" y="125657"/>
                  <a:pt x="8298" y="125626"/>
                </a:cubicBezTo>
                <a:cubicBezTo>
                  <a:pt x="8329" y="125565"/>
                  <a:pt x="7933" y="125565"/>
                  <a:pt x="7690" y="125565"/>
                </a:cubicBezTo>
                <a:cubicBezTo>
                  <a:pt x="8329" y="125413"/>
                  <a:pt x="8997" y="125413"/>
                  <a:pt x="9666" y="125505"/>
                </a:cubicBezTo>
                <a:close/>
                <a:moveTo>
                  <a:pt x="132586" y="124836"/>
                </a:moveTo>
                <a:cubicBezTo>
                  <a:pt x="132525" y="124958"/>
                  <a:pt x="132221" y="124988"/>
                  <a:pt x="131766" y="124958"/>
                </a:cubicBezTo>
                <a:cubicBezTo>
                  <a:pt x="131766" y="125140"/>
                  <a:pt x="132100" y="125079"/>
                  <a:pt x="131766" y="125231"/>
                </a:cubicBezTo>
                <a:cubicBezTo>
                  <a:pt x="131036" y="125353"/>
                  <a:pt x="130215" y="125322"/>
                  <a:pt x="129395" y="125383"/>
                </a:cubicBezTo>
                <a:cubicBezTo>
                  <a:pt x="128118" y="125474"/>
                  <a:pt x="126781" y="125596"/>
                  <a:pt x="125413" y="125626"/>
                </a:cubicBezTo>
                <a:cubicBezTo>
                  <a:pt x="125200" y="125626"/>
                  <a:pt x="125018" y="125596"/>
                  <a:pt x="124805" y="125565"/>
                </a:cubicBezTo>
                <a:cubicBezTo>
                  <a:pt x="122829" y="125596"/>
                  <a:pt x="120823" y="125809"/>
                  <a:pt x="118847" y="125900"/>
                </a:cubicBezTo>
                <a:cubicBezTo>
                  <a:pt x="118513" y="125900"/>
                  <a:pt x="118027" y="125809"/>
                  <a:pt x="117662" y="125839"/>
                </a:cubicBezTo>
                <a:cubicBezTo>
                  <a:pt x="117449" y="125839"/>
                  <a:pt x="117115" y="125961"/>
                  <a:pt x="116872" y="125961"/>
                </a:cubicBezTo>
                <a:cubicBezTo>
                  <a:pt x="116568" y="125961"/>
                  <a:pt x="116203" y="125900"/>
                  <a:pt x="115869" y="125930"/>
                </a:cubicBezTo>
                <a:cubicBezTo>
                  <a:pt x="114501" y="125961"/>
                  <a:pt x="112799" y="126052"/>
                  <a:pt x="111309" y="126021"/>
                </a:cubicBezTo>
                <a:cubicBezTo>
                  <a:pt x="111492" y="125839"/>
                  <a:pt x="111036" y="125869"/>
                  <a:pt x="111127" y="125717"/>
                </a:cubicBezTo>
                <a:cubicBezTo>
                  <a:pt x="110337" y="125778"/>
                  <a:pt x="111188" y="125839"/>
                  <a:pt x="111127" y="126021"/>
                </a:cubicBezTo>
                <a:cubicBezTo>
                  <a:pt x="109668" y="126082"/>
                  <a:pt x="108969" y="126021"/>
                  <a:pt x="108361" y="126234"/>
                </a:cubicBezTo>
                <a:cubicBezTo>
                  <a:pt x="107905" y="126356"/>
                  <a:pt x="107783" y="126173"/>
                  <a:pt x="107571" y="126173"/>
                </a:cubicBezTo>
                <a:cubicBezTo>
                  <a:pt x="107115" y="126173"/>
                  <a:pt x="106719" y="126356"/>
                  <a:pt x="106172" y="126173"/>
                </a:cubicBezTo>
                <a:cubicBezTo>
                  <a:pt x="106385" y="126568"/>
                  <a:pt x="105595" y="126265"/>
                  <a:pt x="105169" y="126417"/>
                </a:cubicBezTo>
                <a:cubicBezTo>
                  <a:pt x="105443" y="126477"/>
                  <a:pt x="105716" y="126568"/>
                  <a:pt x="105960" y="126720"/>
                </a:cubicBezTo>
                <a:cubicBezTo>
                  <a:pt x="106264" y="126629"/>
                  <a:pt x="105868" y="126508"/>
                  <a:pt x="106355" y="126356"/>
                </a:cubicBezTo>
                <a:cubicBezTo>
                  <a:pt x="106993" y="126325"/>
                  <a:pt x="107054" y="126447"/>
                  <a:pt x="107753" y="126386"/>
                </a:cubicBezTo>
                <a:lnTo>
                  <a:pt x="107753" y="126660"/>
                </a:lnTo>
                <a:cubicBezTo>
                  <a:pt x="108422" y="126660"/>
                  <a:pt x="107875" y="126325"/>
                  <a:pt x="108756" y="126265"/>
                </a:cubicBezTo>
                <a:cubicBezTo>
                  <a:pt x="108756" y="126386"/>
                  <a:pt x="108513" y="126417"/>
                  <a:pt x="108543" y="126508"/>
                </a:cubicBezTo>
                <a:cubicBezTo>
                  <a:pt x="109303" y="126568"/>
                  <a:pt x="109577" y="126295"/>
                  <a:pt x="110124" y="126447"/>
                </a:cubicBezTo>
                <a:cubicBezTo>
                  <a:pt x="110853" y="126234"/>
                  <a:pt x="111583" y="126143"/>
                  <a:pt x="112343" y="126173"/>
                </a:cubicBezTo>
                <a:cubicBezTo>
                  <a:pt x="111948" y="126295"/>
                  <a:pt x="111552" y="126356"/>
                  <a:pt x="111127" y="126386"/>
                </a:cubicBezTo>
                <a:cubicBezTo>
                  <a:pt x="111400" y="126447"/>
                  <a:pt x="111644" y="126508"/>
                  <a:pt x="111917" y="126568"/>
                </a:cubicBezTo>
                <a:cubicBezTo>
                  <a:pt x="112343" y="126568"/>
                  <a:pt x="111735" y="126417"/>
                  <a:pt x="111735" y="126447"/>
                </a:cubicBezTo>
                <a:cubicBezTo>
                  <a:pt x="111826" y="126325"/>
                  <a:pt x="112069" y="126447"/>
                  <a:pt x="112312" y="126356"/>
                </a:cubicBezTo>
                <a:cubicBezTo>
                  <a:pt x="112616" y="126295"/>
                  <a:pt x="112647" y="126052"/>
                  <a:pt x="113315" y="126234"/>
                </a:cubicBezTo>
                <a:cubicBezTo>
                  <a:pt x="113528" y="126417"/>
                  <a:pt x="112890" y="126325"/>
                  <a:pt x="112707" y="126356"/>
                </a:cubicBezTo>
                <a:cubicBezTo>
                  <a:pt x="112555" y="126417"/>
                  <a:pt x="112768" y="126599"/>
                  <a:pt x="112312" y="126629"/>
                </a:cubicBezTo>
                <a:cubicBezTo>
                  <a:pt x="113072" y="126872"/>
                  <a:pt x="113498" y="126690"/>
                  <a:pt x="114288" y="126720"/>
                </a:cubicBezTo>
                <a:cubicBezTo>
                  <a:pt x="114288" y="126447"/>
                  <a:pt x="113498" y="126690"/>
                  <a:pt x="113315" y="126538"/>
                </a:cubicBezTo>
                <a:cubicBezTo>
                  <a:pt x="113072" y="126295"/>
                  <a:pt x="113984" y="126386"/>
                  <a:pt x="114106" y="126234"/>
                </a:cubicBezTo>
                <a:cubicBezTo>
                  <a:pt x="114774" y="126295"/>
                  <a:pt x="114197" y="126356"/>
                  <a:pt x="114288" y="126538"/>
                </a:cubicBezTo>
                <a:cubicBezTo>
                  <a:pt x="114714" y="126751"/>
                  <a:pt x="115200" y="126812"/>
                  <a:pt x="115686" y="126781"/>
                </a:cubicBezTo>
                <a:cubicBezTo>
                  <a:pt x="115686" y="126994"/>
                  <a:pt x="114926" y="127176"/>
                  <a:pt x="114683" y="126964"/>
                </a:cubicBezTo>
                <a:cubicBezTo>
                  <a:pt x="114136" y="127024"/>
                  <a:pt x="115200" y="127085"/>
                  <a:pt x="114866" y="127298"/>
                </a:cubicBezTo>
                <a:cubicBezTo>
                  <a:pt x="114440" y="127450"/>
                  <a:pt x="113923" y="127298"/>
                  <a:pt x="113467" y="127298"/>
                </a:cubicBezTo>
                <a:cubicBezTo>
                  <a:pt x="113285" y="127298"/>
                  <a:pt x="113042" y="127359"/>
                  <a:pt x="112677" y="127359"/>
                </a:cubicBezTo>
                <a:cubicBezTo>
                  <a:pt x="111765" y="127359"/>
                  <a:pt x="110701" y="127237"/>
                  <a:pt x="109698" y="127237"/>
                </a:cubicBezTo>
                <a:cubicBezTo>
                  <a:pt x="109303" y="127237"/>
                  <a:pt x="109151" y="127328"/>
                  <a:pt x="108908" y="127328"/>
                </a:cubicBezTo>
                <a:cubicBezTo>
                  <a:pt x="107479" y="127328"/>
                  <a:pt x="105716" y="127237"/>
                  <a:pt x="104349" y="127268"/>
                </a:cubicBezTo>
                <a:cubicBezTo>
                  <a:pt x="103741" y="127268"/>
                  <a:pt x="103315" y="127237"/>
                  <a:pt x="102768" y="127207"/>
                </a:cubicBezTo>
                <a:cubicBezTo>
                  <a:pt x="99425" y="127116"/>
                  <a:pt x="95929" y="127116"/>
                  <a:pt x="92646" y="126933"/>
                </a:cubicBezTo>
                <a:cubicBezTo>
                  <a:pt x="92342" y="126903"/>
                  <a:pt x="92160" y="126842"/>
                  <a:pt x="91856" y="126812"/>
                </a:cubicBezTo>
                <a:cubicBezTo>
                  <a:pt x="91187" y="126751"/>
                  <a:pt x="90519" y="126812"/>
                  <a:pt x="89698" y="126812"/>
                </a:cubicBezTo>
                <a:cubicBezTo>
                  <a:pt x="89151" y="126751"/>
                  <a:pt x="88634" y="126751"/>
                  <a:pt x="88087" y="126812"/>
                </a:cubicBezTo>
                <a:cubicBezTo>
                  <a:pt x="87479" y="126842"/>
                  <a:pt x="87570" y="126629"/>
                  <a:pt x="87114" y="126629"/>
                </a:cubicBezTo>
                <a:cubicBezTo>
                  <a:pt x="86142" y="126751"/>
                  <a:pt x="85017" y="126538"/>
                  <a:pt x="83953" y="126690"/>
                </a:cubicBezTo>
                <a:cubicBezTo>
                  <a:pt x="83588" y="126690"/>
                  <a:pt x="83953" y="126447"/>
                  <a:pt x="84348" y="126477"/>
                </a:cubicBezTo>
                <a:cubicBezTo>
                  <a:pt x="83619" y="126265"/>
                  <a:pt x="82555" y="126568"/>
                  <a:pt x="82737" y="126690"/>
                </a:cubicBezTo>
                <a:cubicBezTo>
                  <a:pt x="82038" y="126629"/>
                  <a:pt x="81096" y="126629"/>
                  <a:pt x="80974" y="126356"/>
                </a:cubicBezTo>
                <a:cubicBezTo>
                  <a:pt x="80032" y="126660"/>
                  <a:pt x="78451" y="126143"/>
                  <a:pt x="77600" y="126477"/>
                </a:cubicBezTo>
                <a:cubicBezTo>
                  <a:pt x="77236" y="126538"/>
                  <a:pt x="77144" y="126356"/>
                  <a:pt x="77023" y="126356"/>
                </a:cubicBezTo>
                <a:cubicBezTo>
                  <a:pt x="76810" y="126386"/>
                  <a:pt x="76628" y="126386"/>
                  <a:pt x="76415" y="126417"/>
                </a:cubicBezTo>
                <a:cubicBezTo>
                  <a:pt x="75564" y="126356"/>
                  <a:pt x="74044" y="126204"/>
                  <a:pt x="72859" y="126204"/>
                </a:cubicBezTo>
                <a:cubicBezTo>
                  <a:pt x="72585" y="126204"/>
                  <a:pt x="71886" y="126234"/>
                  <a:pt x="71856" y="126325"/>
                </a:cubicBezTo>
                <a:cubicBezTo>
                  <a:pt x="71643" y="126325"/>
                  <a:pt x="71704" y="126234"/>
                  <a:pt x="71673" y="126143"/>
                </a:cubicBezTo>
                <a:cubicBezTo>
                  <a:pt x="70761" y="126204"/>
                  <a:pt x="69819" y="126204"/>
                  <a:pt x="68907" y="126143"/>
                </a:cubicBezTo>
                <a:cubicBezTo>
                  <a:pt x="68694" y="126143"/>
                  <a:pt x="68755" y="126234"/>
                  <a:pt x="68694" y="126265"/>
                </a:cubicBezTo>
                <a:cubicBezTo>
                  <a:pt x="67965" y="126143"/>
                  <a:pt x="67539" y="126325"/>
                  <a:pt x="67114" y="126143"/>
                </a:cubicBezTo>
                <a:cubicBezTo>
                  <a:pt x="66688" y="126113"/>
                  <a:pt x="66810" y="126265"/>
                  <a:pt x="66506" y="126265"/>
                </a:cubicBezTo>
                <a:cubicBezTo>
                  <a:pt x="65807" y="126173"/>
                  <a:pt x="65077" y="126113"/>
                  <a:pt x="64348" y="126143"/>
                </a:cubicBezTo>
                <a:cubicBezTo>
                  <a:pt x="63831" y="126143"/>
                  <a:pt x="62858" y="126173"/>
                  <a:pt x="62555" y="126173"/>
                </a:cubicBezTo>
                <a:cubicBezTo>
                  <a:pt x="62129" y="126204"/>
                  <a:pt x="61734" y="126295"/>
                  <a:pt x="61369" y="126295"/>
                </a:cubicBezTo>
                <a:cubicBezTo>
                  <a:pt x="59910" y="126356"/>
                  <a:pt x="58421" y="126295"/>
                  <a:pt x="57174" y="126265"/>
                </a:cubicBezTo>
                <a:cubicBezTo>
                  <a:pt x="56019" y="126265"/>
                  <a:pt x="54773" y="126477"/>
                  <a:pt x="54013" y="126265"/>
                </a:cubicBezTo>
                <a:cubicBezTo>
                  <a:pt x="53679" y="126265"/>
                  <a:pt x="53557" y="126356"/>
                  <a:pt x="53193" y="126386"/>
                </a:cubicBezTo>
                <a:cubicBezTo>
                  <a:pt x="52858" y="126386"/>
                  <a:pt x="52858" y="126295"/>
                  <a:pt x="52615" y="126295"/>
                </a:cubicBezTo>
                <a:cubicBezTo>
                  <a:pt x="52159" y="126295"/>
                  <a:pt x="51521" y="126417"/>
                  <a:pt x="51035" y="126417"/>
                </a:cubicBezTo>
                <a:cubicBezTo>
                  <a:pt x="49880" y="126417"/>
                  <a:pt x="48846" y="126295"/>
                  <a:pt x="47661" y="126325"/>
                </a:cubicBezTo>
                <a:cubicBezTo>
                  <a:pt x="47357" y="126325"/>
                  <a:pt x="47296" y="126386"/>
                  <a:pt x="47053" y="126386"/>
                </a:cubicBezTo>
                <a:cubicBezTo>
                  <a:pt x="46718" y="126386"/>
                  <a:pt x="46414" y="126325"/>
                  <a:pt x="46080" y="126325"/>
                </a:cubicBezTo>
                <a:cubicBezTo>
                  <a:pt x="45806" y="126325"/>
                  <a:pt x="45503" y="126447"/>
                  <a:pt x="45259" y="126447"/>
                </a:cubicBezTo>
                <a:cubicBezTo>
                  <a:pt x="45168" y="126447"/>
                  <a:pt x="44895" y="126386"/>
                  <a:pt x="44682" y="126386"/>
                </a:cubicBezTo>
                <a:cubicBezTo>
                  <a:pt x="44317" y="126386"/>
                  <a:pt x="44256" y="126447"/>
                  <a:pt x="43892" y="126447"/>
                </a:cubicBezTo>
                <a:cubicBezTo>
                  <a:pt x="42372" y="126447"/>
                  <a:pt x="40700" y="126356"/>
                  <a:pt x="39332" y="126417"/>
                </a:cubicBezTo>
                <a:cubicBezTo>
                  <a:pt x="38998" y="126417"/>
                  <a:pt x="38998" y="126325"/>
                  <a:pt x="38724" y="126356"/>
                </a:cubicBezTo>
                <a:cubicBezTo>
                  <a:pt x="38025" y="126356"/>
                  <a:pt x="37083" y="126599"/>
                  <a:pt x="35958" y="126386"/>
                </a:cubicBezTo>
                <a:cubicBezTo>
                  <a:pt x="35168" y="126568"/>
                  <a:pt x="34043" y="126386"/>
                  <a:pt x="32584" y="126417"/>
                </a:cubicBezTo>
                <a:cubicBezTo>
                  <a:pt x="32615" y="126295"/>
                  <a:pt x="33253" y="126386"/>
                  <a:pt x="33192" y="126234"/>
                </a:cubicBezTo>
                <a:cubicBezTo>
                  <a:pt x="32919" y="126204"/>
                  <a:pt x="32645" y="126265"/>
                  <a:pt x="32402" y="126417"/>
                </a:cubicBezTo>
                <a:cubicBezTo>
                  <a:pt x="32007" y="126295"/>
                  <a:pt x="31095" y="126356"/>
                  <a:pt x="30426" y="126356"/>
                </a:cubicBezTo>
                <a:cubicBezTo>
                  <a:pt x="29970" y="126325"/>
                  <a:pt x="30183" y="126538"/>
                  <a:pt x="29818" y="126538"/>
                </a:cubicBezTo>
                <a:cubicBezTo>
                  <a:pt x="27812" y="126568"/>
                  <a:pt x="25958" y="126417"/>
                  <a:pt x="24256" y="126508"/>
                </a:cubicBezTo>
                <a:cubicBezTo>
                  <a:pt x="23800" y="126508"/>
                  <a:pt x="23496" y="126599"/>
                  <a:pt x="23070" y="126599"/>
                </a:cubicBezTo>
                <a:cubicBezTo>
                  <a:pt x="21824" y="126629"/>
                  <a:pt x="20548" y="126538"/>
                  <a:pt x="19301" y="126538"/>
                </a:cubicBezTo>
                <a:cubicBezTo>
                  <a:pt x="18937" y="126538"/>
                  <a:pt x="18481" y="126599"/>
                  <a:pt x="18116" y="126568"/>
                </a:cubicBezTo>
                <a:cubicBezTo>
                  <a:pt x="17751" y="126568"/>
                  <a:pt x="17538" y="126477"/>
                  <a:pt x="17143" y="126447"/>
                </a:cubicBezTo>
                <a:cubicBezTo>
                  <a:pt x="16718" y="126417"/>
                  <a:pt x="16505" y="126508"/>
                  <a:pt x="16140" y="126508"/>
                </a:cubicBezTo>
                <a:lnTo>
                  <a:pt x="9909" y="126356"/>
                </a:lnTo>
                <a:cubicBezTo>
                  <a:pt x="9788" y="126173"/>
                  <a:pt x="11247" y="126356"/>
                  <a:pt x="12341" y="126325"/>
                </a:cubicBezTo>
                <a:cubicBezTo>
                  <a:pt x="12523" y="126325"/>
                  <a:pt x="12736" y="126295"/>
                  <a:pt x="12979" y="126265"/>
                </a:cubicBezTo>
                <a:lnTo>
                  <a:pt x="13374" y="126234"/>
                </a:lnTo>
                <a:lnTo>
                  <a:pt x="13587" y="126204"/>
                </a:lnTo>
                <a:cubicBezTo>
                  <a:pt x="13891" y="126173"/>
                  <a:pt x="14134" y="126173"/>
                  <a:pt x="14195" y="126325"/>
                </a:cubicBezTo>
                <a:cubicBezTo>
                  <a:pt x="14894" y="126356"/>
                  <a:pt x="14681" y="126113"/>
                  <a:pt x="15380" y="126143"/>
                </a:cubicBezTo>
                <a:cubicBezTo>
                  <a:pt x="15380" y="126234"/>
                  <a:pt x="15532" y="126295"/>
                  <a:pt x="15745" y="126325"/>
                </a:cubicBezTo>
                <a:cubicBezTo>
                  <a:pt x="15654" y="126173"/>
                  <a:pt x="16444" y="126052"/>
                  <a:pt x="16961" y="126265"/>
                </a:cubicBezTo>
                <a:cubicBezTo>
                  <a:pt x="17174" y="126052"/>
                  <a:pt x="16201" y="126173"/>
                  <a:pt x="16383" y="125961"/>
                </a:cubicBezTo>
                <a:lnTo>
                  <a:pt x="19362" y="125900"/>
                </a:lnTo>
                <a:cubicBezTo>
                  <a:pt x="19545" y="125687"/>
                  <a:pt x="18481" y="125809"/>
                  <a:pt x="18785" y="125535"/>
                </a:cubicBezTo>
                <a:cubicBezTo>
                  <a:pt x="20153" y="125687"/>
                  <a:pt x="21095" y="125322"/>
                  <a:pt x="22128" y="125626"/>
                </a:cubicBezTo>
                <a:cubicBezTo>
                  <a:pt x="22554" y="125596"/>
                  <a:pt x="22554" y="125535"/>
                  <a:pt x="22341" y="125444"/>
                </a:cubicBezTo>
                <a:cubicBezTo>
                  <a:pt x="22797" y="125353"/>
                  <a:pt x="23070" y="125596"/>
                  <a:pt x="23131" y="125444"/>
                </a:cubicBezTo>
                <a:cubicBezTo>
                  <a:pt x="23618" y="125444"/>
                  <a:pt x="22888" y="125596"/>
                  <a:pt x="22919" y="125687"/>
                </a:cubicBezTo>
                <a:cubicBezTo>
                  <a:pt x="24165" y="125505"/>
                  <a:pt x="25441" y="125474"/>
                  <a:pt x="26688" y="125565"/>
                </a:cubicBezTo>
                <a:cubicBezTo>
                  <a:pt x="26688" y="125505"/>
                  <a:pt x="26444" y="125535"/>
                  <a:pt x="26323" y="125505"/>
                </a:cubicBezTo>
                <a:cubicBezTo>
                  <a:pt x="27022" y="125505"/>
                  <a:pt x="28846" y="125383"/>
                  <a:pt x="29879" y="125535"/>
                </a:cubicBezTo>
                <a:cubicBezTo>
                  <a:pt x="30578" y="125565"/>
                  <a:pt x="30365" y="125322"/>
                  <a:pt x="31095" y="125353"/>
                </a:cubicBezTo>
                <a:cubicBezTo>
                  <a:pt x="31460" y="125444"/>
                  <a:pt x="31855" y="125505"/>
                  <a:pt x="32250" y="125505"/>
                </a:cubicBezTo>
                <a:cubicBezTo>
                  <a:pt x="32584" y="125505"/>
                  <a:pt x="32645" y="125444"/>
                  <a:pt x="32676" y="125383"/>
                </a:cubicBezTo>
                <a:cubicBezTo>
                  <a:pt x="33101" y="125413"/>
                  <a:pt x="33739" y="125505"/>
                  <a:pt x="33861" y="125322"/>
                </a:cubicBezTo>
                <a:cubicBezTo>
                  <a:pt x="33709" y="125170"/>
                  <a:pt x="32736" y="125292"/>
                  <a:pt x="32280" y="125231"/>
                </a:cubicBezTo>
                <a:cubicBezTo>
                  <a:pt x="32341" y="125079"/>
                  <a:pt x="32220" y="124988"/>
                  <a:pt x="31703" y="124988"/>
                </a:cubicBezTo>
                <a:cubicBezTo>
                  <a:pt x="31551" y="125018"/>
                  <a:pt x="31429" y="125049"/>
                  <a:pt x="31308" y="125049"/>
                </a:cubicBezTo>
                <a:cubicBezTo>
                  <a:pt x="31429" y="125109"/>
                  <a:pt x="31733" y="125109"/>
                  <a:pt x="31672" y="125231"/>
                </a:cubicBezTo>
                <a:cubicBezTo>
                  <a:pt x="26779" y="125079"/>
                  <a:pt x="24621" y="125231"/>
                  <a:pt x="20001" y="125109"/>
                </a:cubicBezTo>
                <a:cubicBezTo>
                  <a:pt x="19757" y="125018"/>
                  <a:pt x="19909" y="124988"/>
                  <a:pt x="20001" y="124897"/>
                </a:cubicBezTo>
                <a:cubicBezTo>
                  <a:pt x="18724" y="124897"/>
                  <a:pt x="17660" y="124958"/>
                  <a:pt x="16627" y="124897"/>
                </a:cubicBezTo>
                <a:cubicBezTo>
                  <a:pt x="16414" y="124897"/>
                  <a:pt x="16475" y="125018"/>
                  <a:pt x="16231" y="125018"/>
                </a:cubicBezTo>
                <a:cubicBezTo>
                  <a:pt x="15684" y="124988"/>
                  <a:pt x="15107" y="124927"/>
                  <a:pt x="15259" y="124684"/>
                </a:cubicBezTo>
                <a:cubicBezTo>
                  <a:pt x="14712" y="124775"/>
                  <a:pt x="14620" y="124745"/>
                  <a:pt x="14833" y="124958"/>
                </a:cubicBezTo>
                <a:cubicBezTo>
                  <a:pt x="14651" y="124897"/>
                  <a:pt x="14651" y="124806"/>
                  <a:pt x="14256" y="124806"/>
                </a:cubicBezTo>
                <a:cubicBezTo>
                  <a:pt x="14347" y="124593"/>
                  <a:pt x="15107" y="124593"/>
                  <a:pt x="15472" y="124441"/>
                </a:cubicBezTo>
                <a:cubicBezTo>
                  <a:pt x="16049" y="124532"/>
                  <a:pt x="16657" y="124562"/>
                  <a:pt x="17235" y="124502"/>
                </a:cubicBezTo>
                <a:cubicBezTo>
                  <a:pt x="17538" y="124745"/>
                  <a:pt x="16566" y="124532"/>
                  <a:pt x="16627" y="124684"/>
                </a:cubicBezTo>
                <a:cubicBezTo>
                  <a:pt x="17022" y="124836"/>
                  <a:pt x="18207" y="124714"/>
                  <a:pt x="17630" y="124502"/>
                </a:cubicBezTo>
                <a:cubicBezTo>
                  <a:pt x="18390" y="124562"/>
                  <a:pt x="18785" y="124380"/>
                  <a:pt x="19210" y="124502"/>
                </a:cubicBezTo>
                <a:cubicBezTo>
                  <a:pt x="19301" y="124654"/>
                  <a:pt x="18937" y="124623"/>
                  <a:pt x="18633" y="124623"/>
                </a:cubicBezTo>
                <a:cubicBezTo>
                  <a:pt x="18906" y="124806"/>
                  <a:pt x="19909" y="124684"/>
                  <a:pt x="19818" y="124502"/>
                </a:cubicBezTo>
                <a:cubicBezTo>
                  <a:pt x="20943" y="124593"/>
                  <a:pt x="22067" y="124593"/>
                  <a:pt x="23192" y="124532"/>
                </a:cubicBezTo>
                <a:cubicBezTo>
                  <a:pt x="23739" y="124562"/>
                  <a:pt x="24013" y="124684"/>
                  <a:pt x="24560" y="124745"/>
                </a:cubicBezTo>
                <a:cubicBezTo>
                  <a:pt x="24773" y="124745"/>
                  <a:pt x="24712" y="124623"/>
                  <a:pt x="24955" y="124623"/>
                </a:cubicBezTo>
                <a:cubicBezTo>
                  <a:pt x="26809" y="124654"/>
                  <a:pt x="29180" y="124562"/>
                  <a:pt x="30700" y="124714"/>
                </a:cubicBezTo>
                <a:cubicBezTo>
                  <a:pt x="30882" y="124927"/>
                  <a:pt x="30092" y="124806"/>
                  <a:pt x="29697" y="124836"/>
                </a:cubicBezTo>
                <a:cubicBezTo>
                  <a:pt x="30396" y="125049"/>
                  <a:pt x="31156" y="124745"/>
                  <a:pt x="31490" y="124654"/>
                </a:cubicBezTo>
                <a:cubicBezTo>
                  <a:pt x="33983" y="124806"/>
                  <a:pt x="35837" y="124806"/>
                  <a:pt x="38238" y="124775"/>
                </a:cubicBezTo>
                <a:cubicBezTo>
                  <a:pt x="38360" y="124866"/>
                  <a:pt x="38815" y="124806"/>
                  <a:pt x="38420" y="124958"/>
                </a:cubicBezTo>
                <a:cubicBezTo>
                  <a:pt x="39028" y="125018"/>
                  <a:pt x="38907" y="124866"/>
                  <a:pt x="39211" y="124836"/>
                </a:cubicBezTo>
                <a:cubicBezTo>
                  <a:pt x="40791" y="124927"/>
                  <a:pt x="42554" y="124958"/>
                  <a:pt x="43983" y="124927"/>
                </a:cubicBezTo>
                <a:cubicBezTo>
                  <a:pt x="44712" y="124897"/>
                  <a:pt x="45655" y="124866"/>
                  <a:pt x="46354" y="124866"/>
                </a:cubicBezTo>
                <a:cubicBezTo>
                  <a:pt x="46962" y="124866"/>
                  <a:pt x="47387" y="124958"/>
                  <a:pt x="47934" y="124958"/>
                </a:cubicBezTo>
                <a:cubicBezTo>
                  <a:pt x="48238" y="124958"/>
                  <a:pt x="48603" y="124897"/>
                  <a:pt x="48937" y="124897"/>
                </a:cubicBezTo>
                <a:cubicBezTo>
                  <a:pt x="49241" y="124897"/>
                  <a:pt x="49393" y="125018"/>
                  <a:pt x="49728" y="125018"/>
                </a:cubicBezTo>
                <a:cubicBezTo>
                  <a:pt x="49971" y="125018"/>
                  <a:pt x="51612" y="124988"/>
                  <a:pt x="52098" y="124927"/>
                </a:cubicBezTo>
                <a:cubicBezTo>
                  <a:pt x="52311" y="124897"/>
                  <a:pt x="52250" y="124806"/>
                  <a:pt x="52494" y="124806"/>
                </a:cubicBezTo>
                <a:cubicBezTo>
                  <a:pt x="52949" y="124866"/>
                  <a:pt x="53436" y="124897"/>
                  <a:pt x="53892" y="124866"/>
                </a:cubicBezTo>
                <a:cubicBezTo>
                  <a:pt x="54560" y="124866"/>
                  <a:pt x="54712" y="125018"/>
                  <a:pt x="55077" y="124806"/>
                </a:cubicBezTo>
                <a:cubicBezTo>
                  <a:pt x="55715" y="124806"/>
                  <a:pt x="55715" y="124988"/>
                  <a:pt x="56445" y="124958"/>
                </a:cubicBezTo>
                <a:cubicBezTo>
                  <a:pt x="56415" y="124866"/>
                  <a:pt x="56111" y="124897"/>
                  <a:pt x="55867" y="124897"/>
                </a:cubicBezTo>
                <a:cubicBezTo>
                  <a:pt x="56080" y="124623"/>
                  <a:pt x="56627" y="124836"/>
                  <a:pt x="57053" y="124836"/>
                </a:cubicBezTo>
                <a:cubicBezTo>
                  <a:pt x="59545" y="124836"/>
                  <a:pt x="61764" y="124775"/>
                  <a:pt x="64773" y="124866"/>
                </a:cubicBezTo>
                <a:cubicBezTo>
                  <a:pt x="65716" y="124897"/>
                  <a:pt x="67418" y="124897"/>
                  <a:pt x="68755" y="124866"/>
                </a:cubicBezTo>
                <a:cubicBezTo>
                  <a:pt x="69120" y="124866"/>
                  <a:pt x="69150" y="124958"/>
                  <a:pt x="69546" y="124927"/>
                </a:cubicBezTo>
                <a:cubicBezTo>
                  <a:pt x="70336" y="124927"/>
                  <a:pt x="71308" y="124775"/>
                  <a:pt x="71704" y="125018"/>
                </a:cubicBezTo>
                <a:cubicBezTo>
                  <a:pt x="71886" y="124866"/>
                  <a:pt x="73710" y="124806"/>
                  <a:pt x="74105" y="124897"/>
                </a:cubicBezTo>
                <a:cubicBezTo>
                  <a:pt x="74196" y="124927"/>
                  <a:pt x="73649" y="124988"/>
                  <a:pt x="73497" y="124958"/>
                </a:cubicBezTo>
                <a:cubicBezTo>
                  <a:pt x="73436" y="125079"/>
                  <a:pt x="74622" y="125079"/>
                  <a:pt x="74287" y="124897"/>
                </a:cubicBezTo>
                <a:cubicBezTo>
                  <a:pt x="74804" y="125018"/>
                  <a:pt x="75351" y="125079"/>
                  <a:pt x="75868" y="125018"/>
                </a:cubicBezTo>
                <a:cubicBezTo>
                  <a:pt x="75868" y="124958"/>
                  <a:pt x="75625" y="124988"/>
                  <a:pt x="75503" y="124958"/>
                </a:cubicBezTo>
                <a:cubicBezTo>
                  <a:pt x="76293" y="124806"/>
                  <a:pt x="77935" y="124958"/>
                  <a:pt x="79059" y="124897"/>
                </a:cubicBezTo>
                <a:cubicBezTo>
                  <a:pt x="80032" y="125140"/>
                  <a:pt x="81035" y="125231"/>
                  <a:pt x="82038" y="125170"/>
                </a:cubicBezTo>
                <a:cubicBezTo>
                  <a:pt x="81917" y="125049"/>
                  <a:pt x="81035" y="125170"/>
                  <a:pt x="81278" y="124927"/>
                </a:cubicBezTo>
                <a:cubicBezTo>
                  <a:pt x="82403" y="124988"/>
                  <a:pt x="82585" y="124745"/>
                  <a:pt x="83862" y="124806"/>
                </a:cubicBezTo>
                <a:cubicBezTo>
                  <a:pt x="84591" y="124836"/>
                  <a:pt x="85382" y="124927"/>
                  <a:pt x="86233" y="124927"/>
                </a:cubicBezTo>
                <a:cubicBezTo>
                  <a:pt x="86202" y="124988"/>
                  <a:pt x="85838" y="124988"/>
                  <a:pt x="85625" y="124988"/>
                </a:cubicBezTo>
                <a:cubicBezTo>
                  <a:pt x="86050" y="125140"/>
                  <a:pt x="86962" y="124988"/>
                  <a:pt x="86415" y="124806"/>
                </a:cubicBezTo>
                <a:cubicBezTo>
                  <a:pt x="86871" y="124775"/>
                  <a:pt x="87175" y="124806"/>
                  <a:pt x="87205" y="124927"/>
                </a:cubicBezTo>
                <a:cubicBezTo>
                  <a:pt x="88391" y="124745"/>
                  <a:pt x="90306" y="124897"/>
                  <a:pt x="91765" y="124806"/>
                </a:cubicBezTo>
                <a:cubicBezTo>
                  <a:pt x="91096" y="124988"/>
                  <a:pt x="92616" y="125049"/>
                  <a:pt x="92950" y="124927"/>
                </a:cubicBezTo>
                <a:cubicBezTo>
                  <a:pt x="92859" y="124684"/>
                  <a:pt x="91947" y="125079"/>
                  <a:pt x="92160" y="124806"/>
                </a:cubicBezTo>
                <a:cubicBezTo>
                  <a:pt x="94075" y="124775"/>
                  <a:pt x="96385" y="124836"/>
                  <a:pt x="97722" y="124806"/>
                </a:cubicBezTo>
                <a:cubicBezTo>
                  <a:pt x="97662" y="124897"/>
                  <a:pt x="97905" y="124897"/>
                  <a:pt x="97905" y="124988"/>
                </a:cubicBezTo>
                <a:lnTo>
                  <a:pt x="98513" y="124806"/>
                </a:lnTo>
                <a:cubicBezTo>
                  <a:pt x="99364" y="124806"/>
                  <a:pt x="100276" y="124806"/>
                  <a:pt x="101096" y="124806"/>
                </a:cubicBezTo>
                <a:cubicBezTo>
                  <a:pt x="102525" y="124745"/>
                  <a:pt x="104075" y="124836"/>
                  <a:pt x="105656" y="124836"/>
                </a:cubicBezTo>
                <a:cubicBezTo>
                  <a:pt x="106020" y="124836"/>
                  <a:pt x="106476" y="124775"/>
                  <a:pt x="106841" y="124775"/>
                </a:cubicBezTo>
                <a:cubicBezTo>
                  <a:pt x="108513" y="124745"/>
                  <a:pt x="111461" y="124806"/>
                  <a:pt x="113589" y="124714"/>
                </a:cubicBezTo>
                <a:cubicBezTo>
                  <a:pt x="114227" y="124714"/>
                  <a:pt x="114774" y="124623"/>
                  <a:pt x="115382" y="124593"/>
                </a:cubicBezTo>
                <a:cubicBezTo>
                  <a:pt x="116659" y="124532"/>
                  <a:pt x="117875" y="124593"/>
                  <a:pt x="119151" y="124562"/>
                </a:cubicBezTo>
                <a:lnTo>
                  <a:pt x="123711" y="124380"/>
                </a:lnTo>
                <a:cubicBezTo>
                  <a:pt x="124075" y="124380"/>
                  <a:pt x="124136" y="124441"/>
                  <a:pt x="124501" y="124441"/>
                </a:cubicBezTo>
                <a:cubicBezTo>
                  <a:pt x="124866" y="124410"/>
                  <a:pt x="125048" y="124350"/>
                  <a:pt x="125291" y="124350"/>
                </a:cubicBezTo>
                <a:cubicBezTo>
                  <a:pt x="125808" y="124350"/>
                  <a:pt x="126386" y="124502"/>
                  <a:pt x="126872" y="124258"/>
                </a:cubicBezTo>
                <a:lnTo>
                  <a:pt x="132039" y="124198"/>
                </a:lnTo>
                <a:cubicBezTo>
                  <a:pt x="132069" y="124319"/>
                  <a:pt x="131796" y="124319"/>
                  <a:pt x="131826" y="124441"/>
                </a:cubicBezTo>
                <a:lnTo>
                  <a:pt x="130246" y="124471"/>
                </a:lnTo>
                <a:cubicBezTo>
                  <a:pt x="129820" y="124471"/>
                  <a:pt x="130155" y="124684"/>
                  <a:pt x="130033" y="124775"/>
                </a:cubicBezTo>
                <a:cubicBezTo>
                  <a:pt x="130459" y="124806"/>
                  <a:pt x="130337" y="124654"/>
                  <a:pt x="130641" y="124654"/>
                </a:cubicBezTo>
                <a:cubicBezTo>
                  <a:pt x="131127" y="124623"/>
                  <a:pt x="130823" y="124745"/>
                  <a:pt x="131006" y="124775"/>
                </a:cubicBezTo>
                <a:cubicBezTo>
                  <a:pt x="131218" y="124775"/>
                  <a:pt x="131431" y="124745"/>
                  <a:pt x="131614" y="124684"/>
                </a:cubicBezTo>
                <a:cubicBezTo>
                  <a:pt x="132100" y="124714"/>
                  <a:pt x="132161" y="124958"/>
                  <a:pt x="132586" y="124836"/>
                </a:cubicBezTo>
                <a:close/>
                <a:moveTo>
                  <a:pt x="29302" y="124927"/>
                </a:moveTo>
                <a:cubicBezTo>
                  <a:pt x="28876" y="124927"/>
                  <a:pt x="28511" y="124623"/>
                  <a:pt x="28116" y="124836"/>
                </a:cubicBezTo>
                <a:cubicBezTo>
                  <a:pt x="28511" y="124836"/>
                  <a:pt x="28906" y="125140"/>
                  <a:pt x="29302" y="124927"/>
                </a:cubicBezTo>
                <a:close/>
                <a:moveTo>
                  <a:pt x="20943" y="125809"/>
                </a:moveTo>
                <a:cubicBezTo>
                  <a:pt x="20548" y="125717"/>
                  <a:pt x="20001" y="125717"/>
                  <a:pt x="19545" y="125657"/>
                </a:cubicBezTo>
                <a:cubicBezTo>
                  <a:pt x="19423" y="125900"/>
                  <a:pt x="20578" y="126052"/>
                  <a:pt x="20730" y="125991"/>
                </a:cubicBezTo>
                <a:cubicBezTo>
                  <a:pt x="20153" y="125961"/>
                  <a:pt x="21034" y="125900"/>
                  <a:pt x="20912" y="125809"/>
                </a:cubicBezTo>
                <a:close/>
                <a:moveTo>
                  <a:pt x="22858" y="126508"/>
                </a:moveTo>
                <a:cubicBezTo>
                  <a:pt x="22858" y="126325"/>
                  <a:pt x="21551" y="126234"/>
                  <a:pt x="21308" y="126356"/>
                </a:cubicBezTo>
                <a:cubicBezTo>
                  <a:pt x="21824" y="126477"/>
                  <a:pt x="22341" y="126508"/>
                  <a:pt x="22858" y="126508"/>
                </a:cubicBezTo>
                <a:close/>
                <a:moveTo>
                  <a:pt x="29606" y="126356"/>
                </a:moveTo>
                <a:cubicBezTo>
                  <a:pt x="29180" y="126295"/>
                  <a:pt x="27964" y="126173"/>
                  <a:pt x="27843" y="126386"/>
                </a:cubicBezTo>
                <a:cubicBezTo>
                  <a:pt x="28511" y="126295"/>
                  <a:pt x="29028" y="126508"/>
                  <a:pt x="29606" y="126356"/>
                </a:cubicBezTo>
                <a:close/>
                <a:moveTo>
                  <a:pt x="34651" y="125018"/>
                </a:moveTo>
                <a:cubicBezTo>
                  <a:pt x="34378" y="124866"/>
                  <a:pt x="32858" y="125079"/>
                  <a:pt x="33253" y="125140"/>
                </a:cubicBezTo>
                <a:cubicBezTo>
                  <a:pt x="33435" y="124988"/>
                  <a:pt x="34530" y="125170"/>
                  <a:pt x="34651" y="125018"/>
                </a:cubicBezTo>
                <a:close/>
                <a:moveTo>
                  <a:pt x="48056" y="126143"/>
                </a:moveTo>
                <a:cubicBezTo>
                  <a:pt x="47600" y="126082"/>
                  <a:pt x="47114" y="126082"/>
                  <a:pt x="46658" y="126204"/>
                </a:cubicBezTo>
                <a:cubicBezTo>
                  <a:pt x="47083" y="126265"/>
                  <a:pt x="47934" y="126386"/>
                  <a:pt x="48056" y="126173"/>
                </a:cubicBezTo>
                <a:close/>
                <a:moveTo>
                  <a:pt x="54013" y="126082"/>
                </a:moveTo>
                <a:cubicBezTo>
                  <a:pt x="53953" y="125930"/>
                  <a:pt x="53466" y="126143"/>
                  <a:pt x="53405" y="126173"/>
                </a:cubicBezTo>
                <a:lnTo>
                  <a:pt x="55199" y="126173"/>
                </a:lnTo>
                <a:cubicBezTo>
                  <a:pt x="55381" y="125991"/>
                  <a:pt x="54408" y="126113"/>
                  <a:pt x="54013" y="126082"/>
                </a:cubicBezTo>
                <a:close/>
                <a:moveTo>
                  <a:pt x="78026" y="125626"/>
                </a:moveTo>
                <a:cubicBezTo>
                  <a:pt x="77692" y="125565"/>
                  <a:pt x="77327" y="125626"/>
                  <a:pt x="77023" y="125809"/>
                </a:cubicBezTo>
                <a:cubicBezTo>
                  <a:pt x="77540" y="125809"/>
                  <a:pt x="78056" y="125809"/>
                  <a:pt x="78026" y="125626"/>
                </a:cubicBezTo>
                <a:close/>
                <a:moveTo>
                  <a:pt x="79059" y="125079"/>
                </a:moveTo>
                <a:cubicBezTo>
                  <a:pt x="78299" y="125140"/>
                  <a:pt x="76719" y="124806"/>
                  <a:pt x="76476" y="125140"/>
                </a:cubicBezTo>
                <a:cubicBezTo>
                  <a:pt x="77236" y="125201"/>
                  <a:pt x="76780" y="125170"/>
                  <a:pt x="77053" y="125079"/>
                </a:cubicBezTo>
                <a:cubicBezTo>
                  <a:pt x="77692" y="124866"/>
                  <a:pt x="78938" y="125474"/>
                  <a:pt x="79059" y="125079"/>
                </a:cubicBezTo>
                <a:close/>
                <a:moveTo>
                  <a:pt x="83406" y="124958"/>
                </a:moveTo>
                <a:cubicBezTo>
                  <a:pt x="83041" y="124866"/>
                  <a:pt x="82190" y="124958"/>
                  <a:pt x="82221" y="125140"/>
                </a:cubicBezTo>
                <a:cubicBezTo>
                  <a:pt x="82616" y="125201"/>
                  <a:pt x="83041" y="125140"/>
                  <a:pt x="83406" y="124958"/>
                </a:cubicBezTo>
                <a:close/>
                <a:moveTo>
                  <a:pt x="83801" y="125079"/>
                </a:moveTo>
                <a:cubicBezTo>
                  <a:pt x="84379" y="125079"/>
                  <a:pt x="84409" y="125231"/>
                  <a:pt x="84987" y="125201"/>
                </a:cubicBezTo>
                <a:cubicBezTo>
                  <a:pt x="85260" y="124988"/>
                  <a:pt x="83983" y="124958"/>
                  <a:pt x="83801" y="125079"/>
                </a:cubicBezTo>
                <a:close/>
                <a:moveTo>
                  <a:pt x="92251" y="126508"/>
                </a:moveTo>
                <a:lnTo>
                  <a:pt x="91461" y="126508"/>
                </a:lnTo>
                <a:cubicBezTo>
                  <a:pt x="91126" y="126812"/>
                  <a:pt x="92464" y="126751"/>
                  <a:pt x="92251" y="126508"/>
                </a:cubicBezTo>
                <a:close/>
                <a:moveTo>
                  <a:pt x="95230" y="126447"/>
                </a:moveTo>
                <a:cubicBezTo>
                  <a:pt x="94166" y="126538"/>
                  <a:pt x="94622" y="126143"/>
                  <a:pt x="93649" y="126204"/>
                </a:cubicBezTo>
                <a:cubicBezTo>
                  <a:pt x="93649" y="126417"/>
                  <a:pt x="94318" y="126417"/>
                  <a:pt x="94622" y="126508"/>
                </a:cubicBezTo>
                <a:cubicBezTo>
                  <a:pt x="94865" y="126720"/>
                  <a:pt x="93984" y="126568"/>
                  <a:pt x="94227" y="126781"/>
                </a:cubicBezTo>
                <a:cubicBezTo>
                  <a:pt x="94592" y="126812"/>
                  <a:pt x="94956" y="126690"/>
                  <a:pt x="95230" y="126447"/>
                </a:cubicBezTo>
                <a:close/>
                <a:moveTo>
                  <a:pt x="101552" y="127055"/>
                </a:moveTo>
                <a:lnTo>
                  <a:pt x="102343" y="127055"/>
                </a:lnTo>
                <a:cubicBezTo>
                  <a:pt x="102525" y="126812"/>
                  <a:pt x="101400" y="126812"/>
                  <a:pt x="101552" y="127055"/>
                </a:cubicBezTo>
                <a:close/>
                <a:moveTo>
                  <a:pt x="102768" y="126447"/>
                </a:moveTo>
                <a:cubicBezTo>
                  <a:pt x="102373" y="126386"/>
                  <a:pt x="101947" y="126447"/>
                  <a:pt x="101583" y="126568"/>
                </a:cubicBezTo>
                <a:cubicBezTo>
                  <a:pt x="101704" y="126568"/>
                  <a:pt x="101826" y="126599"/>
                  <a:pt x="101947" y="126690"/>
                </a:cubicBezTo>
                <a:cubicBezTo>
                  <a:pt x="102464" y="126690"/>
                  <a:pt x="102738" y="126599"/>
                  <a:pt x="102768" y="126447"/>
                </a:cubicBezTo>
                <a:close/>
                <a:moveTo>
                  <a:pt x="113072" y="126872"/>
                </a:moveTo>
                <a:cubicBezTo>
                  <a:pt x="113437" y="127055"/>
                  <a:pt x="113832" y="127207"/>
                  <a:pt x="114227" y="127268"/>
                </a:cubicBezTo>
                <a:cubicBezTo>
                  <a:pt x="114562" y="127024"/>
                  <a:pt x="113680" y="127055"/>
                  <a:pt x="113467" y="127024"/>
                </a:cubicBezTo>
                <a:cubicBezTo>
                  <a:pt x="113376" y="127024"/>
                  <a:pt x="113498" y="126903"/>
                  <a:pt x="113467" y="126903"/>
                </a:cubicBezTo>
                <a:cubicBezTo>
                  <a:pt x="113467" y="126903"/>
                  <a:pt x="113011" y="126812"/>
                  <a:pt x="113072" y="126842"/>
                </a:cubicBezTo>
                <a:cubicBezTo>
                  <a:pt x="112829" y="126781"/>
                  <a:pt x="112555" y="126812"/>
                  <a:pt x="112282" y="126781"/>
                </a:cubicBezTo>
                <a:cubicBezTo>
                  <a:pt x="112069" y="126933"/>
                  <a:pt x="112707" y="126872"/>
                  <a:pt x="113072" y="126872"/>
                </a:cubicBezTo>
                <a:close/>
                <a:moveTo>
                  <a:pt x="111674" y="127085"/>
                </a:moveTo>
                <a:lnTo>
                  <a:pt x="110671" y="127085"/>
                </a:lnTo>
                <a:cubicBezTo>
                  <a:pt x="110367" y="127268"/>
                  <a:pt x="111978" y="127268"/>
                  <a:pt x="111674" y="127085"/>
                </a:cubicBezTo>
                <a:close/>
                <a:moveTo>
                  <a:pt x="109911" y="126660"/>
                </a:moveTo>
                <a:cubicBezTo>
                  <a:pt x="110063" y="126964"/>
                  <a:pt x="110914" y="126690"/>
                  <a:pt x="111279" y="126872"/>
                </a:cubicBezTo>
                <a:cubicBezTo>
                  <a:pt x="111218" y="126751"/>
                  <a:pt x="111856" y="126812"/>
                  <a:pt x="111887" y="126690"/>
                </a:cubicBezTo>
                <a:cubicBezTo>
                  <a:pt x="111127" y="126599"/>
                  <a:pt x="110793" y="126720"/>
                  <a:pt x="109911" y="126660"/>
                </a:cubicBezTo>
                <a:close/>
                <a:moveTo>
                  <a:pt x="108270" y="127207"/>
                </a:moveTo>
                <a:cubicBezTo>
                  <a:pt x="108786" y="127298"/>
                  <a:pt x="108847" y="127116"/>
                  <a:pt x="109273" y="127085"/>
                </a:cubicBezTo>
                <a:cubicBezTo>
                  <a:pt x="109485" y="127085"/>
                  <a:pt x="110337" y="127298"/>
                  <a:pt x="110276" y="127024"/>
                </a:cubicBezTo>
                <a:cubicBezTo>
                  <a:pt x="109911" y="126933"/>
                  <a:pt x="108270" y="126994"/>
                  <a:pt x="108300" y="127207"/>
                </a:cubicBezTo>
                <a:close/>
                <a:moveTo>
                  <a:pt x="105109" y="127116"/>
                </a:moveTo>
                <a:cubicBezTo>
                  <a:pt x="105595" y="127085"/>
                  <a:pt x="106142" y="127055"/>
                  <a:pt x="106112" y="126842"/>
                </a:cubicBezTo>
                <a:cubicBezTo>
                  <a:pt x="105656" y="126903"/>
                  <a:pt x="105109" y="126903"/>
                  <a:pt x="105109" y="127116"/>
                </a:cubicBezTo>
                <a:close/>
                <a:moveTo>
                  <a:pt x="125443" y="124988"/>
                </a:moveTo>
                <a:cubicBezTo>
                  <a:pt x="125352" y="124897"/>
                  <a:pt x="125382" y="124745"/>
                  <a:pt x="124866" y="124775"/>
                </a:cubicBezTo>
                <a:cubicBezTo>
                  <a:pt x="124501" y="124897"/>
                  <a:pt x="124410" y="124958"/>
                  <a:pt x="124653" y="125140"/>
                </a:cubicBezTo>
                <a:cubicBezTo>
                  <a:pt x="125200" y="125170"/>
                  <a:pt x="125048" y="125018"/>
                  <a:pt x="125443" y="124988"/>
                </a:cubicBezTo>
                <a:close/>
                <a:moveTo>
                  <a:pt x="128240" y="124593"/>
                </a:moveTo>
                <a:cubicBezTo>
                  <a:pt x="128088" y="124593"/>
                  <a:pt x="127966" y="124562"/>
                  <a:pt x="127844" y="124471"/>
                </a:cubicBezTo>
                <a:cubicBezTo>
                  <a:pt x="128057" y="124471"/>
                  <a:pt x="128361" y="124441"/>
                  <a:pt x="128057" y="124410"/>
                </a:cubicBezTo>
                <a:cubicBezTo>
                  <a:pt x="127601" y="124562"/>
                  <a:pt x="127358" y="124350"/>
                  <a:pt x="126659" y="124410"/>
                </a:cubicBezTo>
                <a:cubicBezTo>
                  <a:pt x="126568" y="124684"/>
                  <a:pt x="127389" y="124562"/>
                  <a:pt x="127844" y="124532"/>
                </a:cubicBezTo>
                <a:cubicBezTo>
                  <a:pt x="127784" y="124623"/>
                  <a:pt x="128088" y="124714"/>
                  <a:pt x="128240" y="124593"/>
                </a:cubicBezTo>
                <a:close/>
                <a:moveTo>
                  <a:pt x="6718" y="123407"/>
                </a:moveTo>
                <a:cubicBezTo>
                  <a:pt x="6383" y="122009"/>
                  <a:pt x="6201" y="121888"/>
                  <a:pt x="5806" y="120611"/>
                </a:cubicBezTo>
                <a:cubicBezTo>
                  <a:pt x="5745" y="120185"/>
                  <a:pt x="5715" y="119790"/>
                  <a:pt x="5715" y="119456"/>
                </a:cubicBezTo>
                <a:lnTo>
                  <a:pt x="5684" y="118970"/>
                </a:lnTo>
                <a:cubicBezTo>
                  <a:pt x="5684" y="118787"/>
                  <a:pt x="5715" y="118726"/>
                  <a:pt x="5715" y="118605"/>
                </a:cubicBezTo>
                <a:cubicBezTo>
                  <a:pt x="5958" y="118970"/>
                  <a:pt x="6110" y="119334"/>
                  <a:pt x="6231" y="119760"/>
                </a:cubicBezTo>
                <a:cubicBezTo>
                  <a:pt x="6383" y="120307"/>
                  <a:pt x="6566" y="120854"/>
                  <a:pt x="6748" y="121432"/>
                </a:cubicBezTo>
                <a:cubicBezTo>
                  <a:pt x="6414" y="120854"/>
                  <a:pt x="6201" y="120216"/>
                  <a:pt x="6079" y="119577"/>
                </a:cubicBezTo>
                <a:cubicBezTo>
                  <a:pt x="5897" y="119547"/>
                  <a:pt x="5958" y="120033"/>
                  <a:pt x="6170" y="120763"/>
                </a:cubicBezTo>
                <a:cubicBezTo>
                  <a:pt x="6322" y="120824"/>
                  <a:pt x="6687" y="121614"/>
                  <a:pt x="6961" y="122435"/>
                </a:cubicBezTo>
                <a:cubicBezTo>
                  <a:pt x="7234" y="123255"/>
                  <a:pt x="7417" y="124167"/>
                  <a:pt x="7265" y="124623"/>
                </a:cubicBezTo>
                <a:cubicBezTo>
                  <a:pt x="7113" y="123924"/>
                  <a:pt x="7143" y="123681"/>
                  <a:pt x="6930" y="123225"/>
                </a:cubicBezTo>
                <a:cubicBezTo>
                  <a:pt x="6961" y="123772"/>
                  <a:pt x="7052" y="124319"/>
                  <a:pt x="7204" y="124836"/>
                </a:cubicBezTo>
                <a:cubicBezTo>
                  <a:pt x="8298" y="124836"/>
                  <a:pt x="9484" y="124714"/>
                  <a:pt x="9970" y="124866"/>
                </a:cubicBezTo>
                <a:lnTo>
                  <a:pt x="10092" y="124623"/>
                </a:lnTo>
                <a:cubicBezTo>
                  <a:pt x="9058" y="124593"/>
                  <a:pt x="8693" y="124714"/>
                  <a:pt x="7781" y="124684"/>
                </a:cubicBezTo>
                <a:cubicBezTo>
                  <a:pt x="7538" y="124319"/>
                  <a:pt x="10608" y="124380"/>
                  <a:pt x="10699" y="124562"/>
                </a:cubicBezTo>
                <a:cubicBezTo>
                  <a:pt x="11429" y="124502"/>
                  <a:pt x="12189" y="124502"/>
                  <a:pt x="12949" y="124562"/>
                </a:cubicBezTo>
                <a:cubicBezTo>
                  <a:pt x="12675" y="124684"/>
                  <a:pt x="11885" y="124684"/>
                  <a:pt x="11733" y="124806"/>
                </a:cubicBezTo>
                <a:cubicBezTo>
                  <a:pt x="11216" y="124806"/>
                  <a:pt x="11611" y="124623"/>
                  <a:pt x="10943" y="124623"/>
                </a:cubicBezTo>
                <a:cubicBezTo>
                  <a:pt x="10547" y="124623"/>
                  <a:pt x="10760" y="124806"/>
                  <a:pt x="10304" y="124806"/>
                </a:cubicBezTo>
                <a:cubicBezTo>
                  <a:pt x="10335" y="124897"/>
                  <a:pt x="11003" y="124866"/>
                  <a:pt x="11429" y="124866"/>
                </a:cubicBezTo>
                <a:cubicBezTo>
                  <a:pt x="11003" y="125140"/>
                  <a:pt x="9666" y="125170"/>
                  <a:pt x="8602" y="125170"/>
                </a:cubicBezTo>
                <a:cubicBezTo>
                  <a:pt x="8085" y="125170"/>
                  <a:pt x="7538" y="125140"/>
                  <a:pt x="7022" y="125079"/>
                </a:cubicBezTo>
                <a:cubicBezTo>
                  <a:pt x="6930" y="124502"/>
                  <a:pt x="6870" y="123924"/>
                  <a:pt x="6718" y="123407"/>
                </a:cubicBezTo>
                <a:close/>
                <a:moveTo>
                  <a:pt x="6110" y="124289"/>
                </a:moveTo>
                <a:lnTo>
                  <a:pt x="5867" y="123347"/>
                </a:lnTo>
                <a:cubicBezTo>
                  <a:pt x="6170" y="124015"/>
                  <a:pt x="5867" y="122799"/>
                  <a:pt x="6079" y="122830"/>
                </a:cubicBezTo>
                <a:cubicBezTo>
                  <a:pt x="6322" y="123802"/>
                  <a:pt x="6201" y="123985"/>
                  <a:pt x="6110" y="124289"/>
                </a:cubicBezTo>
                <a:close/>
                <a:moveTo>
                  <a:pt x="10608" y="125444"/>
                </a:moveTo>
                <a:cubicBezTo>
                  <a:pt x="11824" y="125474"/>
                  <a:pt x="11733" y="125444"/>
                  <a:pt x="12493" y="125505"/>
                </a:cubicBezTo>
                <a:cubicBezTo>
                  <a:pt x="12493" y="125596"/>
                  <a:pt x="10092" y="125626"/>
                  <a:pt x="10639" y="125444"/>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2"/>
          <p:cNvSpPr/>
          <p:nvPr/>
        </p:nvSpPr>
        <p:spPr>
          <a:xfrm>
            <a:off x="5827891" y="2107083"/>
            <a:ext cx="3398530" cy="3021763"/>
          </a:xfrm>
          <a:custGeom>
            <a:rect b="b" l="l" r="r" t="t"/>
            <a:pathLst>
              <a:path extrusionOk="0" h="118780" w="133590">
                <a:moveTo>
                  <a:pt x="126447" y="1"/>
                </a:moveTo>
                <a:cubicBezTo>
                  <a:pt x="115170" y="92"/>
                  <a:pt x="103924" y="913"/>
                  <a:pt x="92768" y="2463"/>
                </a:cubicBezTo>
                <a:cubicBezTo>
                  <a:pt x="90610" y="2767"/>
                  <a:pt x="88391" y="3101"/>
                  <a:pt x="86507" y="4165"/>
                </a:cubicBezTo>
                <a:cubicBezTo>
                  <a:pt x="84318" y="5381"/>
                  <a:pt x="82738" y="7448"/>
                  <a:pt x="81279" y="9454"/>
                </a:cubicBezTo>
                <a:cubicBezTo>
                  <a:pt x="76872" y="15381"/>
                  <a:pt x="72464" y="21338"/>
                  <a:pt x="68057" y="27266"/>
                </a:cubicBezTo>
                <a:cubicBezTo>
                  <a:pt x="64926" y="31491"/>
                  <a:pt x="61704" y="35928"/>
                  <a:pt x="60823" y="41065"/>
                </a:cubicBezTo>
                <a:cubicBezTo>
                  <a:pt x="48178" y="45503"/>
                  <a:pt x="35746" y="50427"/>
                  <a:pt x="23527" y="55807"/>
                </a:cubicBezTo>
                <a:cubicBezTo>
                  <a:pt x="21855" y="56537"/>
                  <a:pt x="20153" y="57327"/>
                  <a:pt x="18876" y="58603"/>
                </a:cubicBezTo>
                <a:cubicBezTo>
                  <a:pt x="18056" y="59576"/>
                  <a:pt x="17326" y="60640"/>
                  <a:pt x="16779" y="61795"/>
                </a:cubicBezTo>
                <a:lnTo>
                  <a:pt x="3739" y="86385"/>
                </a:lnTo>
                <a:cubicBezTo>
                  <a:pt x="2341" y="88999"/>
                  <a:pt x="913" y="91674"/>
                  <a:pt x="487" y="94592"/>
                </a:cubicBezTo>
                <a:cubicBezTo>
                  <a:pt x="1" y="97844"/>
                  <a:pt x="791" y="101157"/>
                  <a:pt x="1551" y="104379"/>
                </a:cubicBezTo>
                <a:cubicBezTo>
                  <a:pt x="2706" y="109151"/>
                  <a:pt x="3831" y="113954"/>
                  <a:pt x="4986" y="118756"/>
                </a:cubicBezTo>
                <a:cubicBezTo>
                  <a:pt x="8404" y="118752"/>
                  <a:pt x="11824" y="118750"/>
                  <a:pt x="15244" y="118750"/>
                </a:cubicBezTo>
                <a:cubicBezTo>
                  <a:pt x="28721" y="118750"/>
                  <a:pt x="42211" y="118780"/>
                  <a:pt x="55705" y="118780"/>
                </a:cubicBezTo>
                <a:cubicBezTo>
                  <a:pt x="81505" y="118780"/>
                  <a:pt x="107317" y="118670"/>
                  <a:pt x="133073" y="118027"/>
                </a:cubicBezTo>
                <a:cubicBezTo>
                  <a:pt x="129730" y="114288"/>
                  <a:pt x="130490" y="107145"/>
                  <a:pt x="130672" y="102191"/>
                </a:cubicBezTo>
                <a:cubicBezTo>
                  <a:pt x="131675" y="74105"/>
                  <a:pt x="132587" y="46749"/>
                  <a:pt x="133590" y="18664"/>
                </a:cubicBezTo>
                <a:cubicBezTo>
                  <a:pt x="129669" y="12980"/>
                  <a:pt x="127055" y="6809"/>
                  <a:pt x="126447"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3_1_1">
    <p:spTree>
      <p:nvGrpSpPr>
        <p:cNvPr id="1059" name="Shape 1059"/>
        <p:cNvGrpSpPr/>
        <p:nvPr/>
      </p:nvGrpSpPr>
      <p:grpSpPr>
        <a:xfrm>
          <a:off x="0" y="0"/>
          <a:ext cx="0" cy="0"/>
          <a:chOff x="0" y="0"/>
          <a:chExt cx="0" cy="0"/>
        </a:xfrm>
      </p:grpSpPr>
      <p:sp>
        <p:nvSpPr>
          <p:cNvPr id="1060" name="Google Shape;1060;p33"/>
          <p:cNvSpPr/>
          <p:nvPr/>
        </p:nvSpPr>
        <p:spPr>
          <a:xfrm rot="10800000">
            <a:off x="4098553" y="-739806"/>
            <a:ext cx="5434722" cy="1825981"/>
          </a:xfrm>
          <a:custGeom>
            <a:rect b="b" l="l" r="r" t="t"/>
            <a:pathLst>
              <a:path extrusionOk="0" h="25644" w="76325">
                <a:moveTo>
                  <a:pt x="69642" y="8267"/>
                </a:moveTo>
                <a:lnTo>
                  <a:pt x="69642" y="8267"/>
                </a:lnTo>
                <a:cubicBezTo>
                  <a:pt x="69634" y="8285"/>
                  <a:pt x="69630" y="8297"/>
                  <a:pt x="69632" y="8297"/>
                </a:cubicBezTo>
                <a:cubicBezTo>
                  <a:pt x="69632" y="8297"/>
                  <a:pt x="69634" y="8294"/>
                  <a:pt x="69637" y="8287"/>
                </a:cubicBezTo>
                <a:cubicBezTo>
                  <a:pt x="69639" y="8281"/>
                  <a:pt x="69641" y="8274"/>
                  <a:pt x="69642" y="8267"/>
                </a:cubicBezTo>
                <a:close/>
                <a:moveTo>
                  <a:pt x="56233" y="14701"/>
                </a:moveTo>
                <a:cubicBezTo>
                  <a:pt x="56240" y="14701"/>
                  <a:pt x="56235" y="14702"/>
                  <a:pt x="56223" y="14704"/>
                </a:cubicBezTo>
                <a:lnTo>
                  <a:pt x="56223" y="14704"/>
                </a:lnTo>
                <a:cubicBezTo>
                  <a:pt x="56226" y="14703"/>
                  <a:pt x="56230" y="14702"/>
                  <a:pt x="56233" y="14701"/>
                </a:cubicBezTo>
                <a:close/>
                <a:moveTo>
                  <a:pt x="57564" y="14653"/>
                </a:moveTo>
                <a:cubicBezTo>
                  <a:pt x="57551" y="14722"/>
                  <a:pt x="57540" y="14783"/>
                  <a:pt x="57540" y="14822"/>
                </a:cubicBezTo>
                <a:cubicBezTo>
                  <a:pt x="57537" y="14831"/>
                  <a:pt x="57535" y="14840"/>
                  <a:pt x="57533" y="14849"/>
                </a:cubicBezTo>
                <a:lnTo>
                  <a:pt x="57533" y="14849"/>
                </a:lnTo>
                <a:cubicBezTo>
                  <a:pt x="57472" y="14816"/>
                  <a:pt x="57469" y="14795"/>
                  <a:pt x="57540" y="14701"/>
                </a:cubicBezTo>
                <a:lnTo>
                  <a:pt x="57564" y="14653"/>
                </a:lnTo>
                <a:close/>
                <a:moveTo>
                  <a:pt x="55982" y="14731"/>
                </a:moveTo>
                <a:cubicBezTo>
                  <a:pt x="55940" y="14823"/>
                  <a:pt x="55885" y="14943"/>
                  <a:pt x="55838" y="14974"/>
                </a:cubicBezTo>
                <a:cubicBezTo>
                  <a:pt x="55814" y="14997"/>
                  <a:pt x="55787" y="15007"/>
                  <a:pt x="55758" y="15007"/>
                </a:cubicBezTo>
                <a:cubicBezTo>
                  <a:pt x="55712" y="15007"/>
                  <a:pt x="55662" y="14981"/>
                  <a:pt x="55625" y="14944"/>
                </a:cubicBezTo>
                <a:cubicBezTo>
                  <a:pt x="55595" y="14913"/>
                  <a:pt x="55625" y="14822"/>
                  <a:pt x="55686" y="14731"/>
                </a:cubicBezTo>
                <a:lnTo>
                  <a:pt x="55929" y="14731"/>
                </a:lnTo>
                <a:cubicBezTo>
                  <a:pt x="55946" y="14731"/>
                  <a:pt x="55963" y="14731"/>
                  <a:pt x="55982" y="14731"/>
                </a:cubicBezTo>
                <a:close/>
                <a:moveTo>
                  <a:pt x="22372" y="15369"/>
                </a:moveTo>
                <a:cubicBezTo>
                  <a:pt x="22372" y="15552"/>
                  <a:pt x="22342" y="15704"/>
                  <a:pt x="22342" y="15825"/>
                </a:cubicBezTo>
                <a:cubicBezTo>
                  <a:pt x="21946" y="15673"/>
                  <a:pt x="21946" y="15612"/>
                  <a:pt x="22372" y="15369"/>
                </a:cubicBezTo>
                <a:close/>
                <a:moveTo>
                  <a:pt x="52878" y="1"/>
                </a:moveTo>
                <a:cubicBezTo>
                  <a:pt x="52844" y="1"/>
                  <a:pt x="52817" y="7"/>
                  <a:pt x="52798" y="20"/>
                </a:cubicBezTo>
                <a:lnTo>
                  <a:pt x="52555" y="20"/>
                </a:lnTo>
                <a:cubicBezTo>
                  <a:pt x="52403" y="20"/>
                  <a:pt x="52251" y="50"/>
                  <a:pt x="52099" y="111"/>
                </a:cubicBezTo>
                <a:cubicBezTo>
                  <a:pt x="52069" y="141"/>
                  <a:pt x="52038" y="202"/>
                  <a:pt x="52069" y="263"/>
                </a:cubicBezTo>
                <a:lnTo>
                  <a:pt x="52069" y="293"/>
                </a:lnTo>
                <a:cubicBezTo>
                  <a:pt x="52060" y="302"/>
                  <a:pt x="52043" y="306"/>
                  <a:pt x="52023" y="306"/>
                </a:cubicBezTo>
                <a:cubicBezTo>
                  <a:pt x="51975" y="306"/>
                  <a:pt x="51908" y="284"/>
                  <a:pt x="51886" y="263"/>
                </a:cubicBezTo>
                <a:cubicBezTo>
                  <a:pt x="51881" y="257"/>
                  <a:pt x="51871" y="255"/>
                  <a:pt x="51857" y="255"/>
                </a:cubicBezTo>
                <a:cubicBezTo>
                  <a:pt x="51793" y="255"/>
                  <a:pt x="51652" y="309"/>
                  <a:pt x="51552" y="384"/>
                </a:cubicBezTo>
                <a:cubicBezTo>
                  <a:pt x="51339" y="445"/>
                  <a:pt x="51096" y="506"/>
                  <a:pt x="50883" y="567"/>
                </a:cubicBezTo>
                <a:cubicBezTo>
                  <a:pt x="50762" y="597"/>
                  <a:pt x="50518" y="962"/>
                  <a:pt x="50336" y="992"/>
                </a:cubicBezTo>
                <a:cubicBezTo>
                  <a:pt x="50214" y="992"/>
                  <a:pt x="50062" y="1023"/>
                  <a:pt x="49911" y="1023"/>
                </a:cubicBezTo>
                <a:lnTo>
                  <a:pt x="49850" y="1023"/>
                </a:lnTo>
                <a:cubicBezTo>
                  <a:pt x="49728" y="1023"/>
                  <a:pt x="49728" y="1144"/>
                  <a:pt x="49698" y="1144"/>
                </a:cubicBezTo>
                <a:lnTo>
                  <a:pt x="49546" y="1175"/>
                </a:lnTo>
                <a:cubicBezTo>
                  <a:pt x="49424" y="1205"/>
                  <a:pt x="49333" y="1266"/>
                  <a:pt x="49242" y="1327"/>
                </a:cubicBezTo>
                <a:lnTo>
                  <a:pt x="49242" y="1387"/>
                </a:lnTo>
                <a:cubicBezTo>
                  <a:pt x="49288" y="1480"/>
                  <a:pt x="49281" y="1520"/>
                  <a:pt x="49249" y="1520"/>
                </a:cubicBezTo>
                <a:cubicBezTo>
                  <a:pt x="49238" y="1520"/>
                  <a:pt x="49226" y="1516"/>
                  <a:pt x="49211" y="1509"/>
                </a:cubicBezTo>
                <a:lnTo>
                  <a:pt x="49090" y="1418"/>
                </a:lnTo>
                <a:cubicBezTo>
                  <a:pt x="48938" y="1448"/>
                  <a:pt x="48816" y="1479"/>
                  <a:pt x="48664" y="1509"/>
                </a:cubicBezTo>
                <a:lnTo>
                  <a:pt x="48634" y="1509"/>
                </a:lnTo>
                <a:cubicBezTo>
                  <a:pt x="48572" y="1488"/>
                  <a:pt x="48524" y="1439"/>
                  <a:pt x="48461" y="1439"/>
                </a:cubicBezTo>
                <a:cubicBezTo>
                  <a:pt x="48431" y="1439"/>
                  <a:pt x="48399" y="1450"/>
                  <a:pt x="48360" y="1479"/>
                </a:cubicBezTo>
                <a:lnTo>
                  <a:pt x="48269" y="1539"/>
                </a:lnTo>
                <a:cubicBezTo>
                  <a:pt x="48330" y="1600"/>
                  <a:pt x="48239" y="1631"/>
                  <a:pt x="48178" y="1631"/>
                </a:cubicBezTo>
                <a:cubicBezTo>
                  <a:pt x="48087" y="1631"/>
                  <a:pt x="47996" y="1691"/>
                  <a:pt x="47935" y="1752"/>
                </a:cubicBezTo>
                <a:lnTo>
                  <a:pt x="47844" y="1813"/>
                </a:lnTo>
                <a:lnTo>
                  <a:pt x="47783" y="1874"/>
                </a:lnTo>
                <a:cubicBezTo>
                  <a:pt x="47661" y="1965"/>
                  <a:pt x="47570" y="1995"/>
                  <a:pt x="47418" y="1995"/>
                </a:cubicBezTo>
                <a:lnTo>
                  <a:pt x="47357" y="2056"/>
                </a:lnTo>
                <a:cubicBezTo>
                  <a:pt x="47266" y="2117"/>
                  <a:pt x="47145" y="2147"/>
                  <a:pt x="47053" y="2178"/>
                </a:cubicBezTo>
                <a:cubicBezTo>
                  <a:pt x="47023" y="2208"/>
                  <a:pt x="46962" y="2238"/>
                  <a:pt x="46932" y="2269"/>
                </a:cubicBezTo>
                <a:cubicBezTo>
                  <a:pt x="46871" y="2330"/>
                  <a:pt x="46749" y="2390"/>
                  <a:pt x="46749" y="2390"/>
                </a:cubicBezTo>
                <a:cubicBezTo>
                  <a:pt x="46707" y="2366"/>
                  <a:pt x="46679" y="2356"/>
                  <a:pt x="46661" y="2356"/>
                </a:cubicBezTo>
                <a:cubicBezTo>
                  <a:pt x="46588" y="2356"/>
                  <a:pt x="46670" y="2512"/>
                  <a:pt x="46597" y="2512"/>
                </a:cubicBezTo>
                <a:cubicBezTo>
                  <a:pt x="46557" y="2502"/>
                  <a:pt x="46516" y="2498"/>
                  <a:pt x="46477" y="2498"/>
                </a:cubicBezTo>
                <a:cubicBezTo>
                  <a:pt x="46398" y="2498"/>
                  <a:pt x="46324" y="2512"/>
                  <a:pt x="46263" y="2512"/>
                </a:cubicBezTo>
                <a:lnTo>
                  <a:pt x="46172" y="2542"/>
                </a:lnTo>
                <a:cubicBezTo>
                  <a:pt x="46081" y="2603"/>
                  <a:pt x="46081" y="2725"/>
                  <a:pt x="46020" y="2755"/>
                </a:cubicBezTo>
                <a:cubicBezTo>
                  <a:pt x="45989" y="2755"/>
                  <a:pt x="45868" y="2816"/>
                  <a:pt x="45777" y="2846"/>
                </a:cubicBezTo>
                <a:lnTo>
                  <a:pt x="45564" y="2846"/>
                </a:lnTo>
                <a:cubicBezTo>
                  <a:pt x="45473" y="2907"/>
                  <a:pt x="45321" y="3029"/>
                  <a:pt x="45169" y="3120"/>
                </a:cubicBezTo>
                <a:lnTo>
                  <a:pt x="44986" y="3120"/>
                </a:lnTo>
                <a:cubicBezTo>
                  <a:pt x="44956" y="3120"/>
                  <a:pt x="44895" y="3120"/>
                  <a:pt x="44865" y="3150"/>
                </a:cubicBezTo>
                <a:lnTo>
                  <a:pt x="44774" y="3272"/>
                </a:lnTo>
                <a:cubicBezTo>
                  <a:pt x="44694" y="3404"/>
                  <a:pt x="44615" y="3490"/>
                  <a:pt x="44596" y="3490"/>
                </a:cubicBezTo>
                <a:cubicBezTo>
                  <a:pt x="44593" y="3490"/>
                  <a:pt x="44591" y="3489"/>
                  <a:pt x="44591" y="3485"/>
                </a:cubicBezTo>
                <a:lnTo>
                  <a:pt x="44561" y="3485"/>
                </a:lnTo>
                <a:lnTo>
                  <a:pt x="44530" y="3424"/>
                </a:lnTo>
                <a:lnTo>
                  <a:pt x="44378" y="3424"/>
                </a:lnTo>
                <a:cubicBezTo>
                  <a:pt x="44378" y="3454"/>
                  <a:pt x="44318" y="3637"/>
                  <a:pt x="44257" y="3667"/>
                </a:cubicBezTo>
                <a:cubicBezTo>
                  <a:pt x="44166" y="3697"/>
                  <a:pt x="43771" y="3849"/>
                  <a:pt x="43649" y="3910"/>
                </a:cubicBezTo>
                <a:cubicBezTo>
                  <a:pt x="43527" y="3971"/>
                  <a:pt x="43436" y="4032"/>
                  <a:pt x="43467" y="4062"/>
                </a:cubicBezTo>
                <a:cubicBezTo>
                  <a:pt x="43497" y="4093"/>
                  <a:pt x="43467" y="4123"/>
                  <a:pt x="43406" y="4123"/>
                </a:cubicBezTo>
                <a:lnTo>
                  <a:pt x="43284" y="4123"/>
                </a:lnTo>
                <a:cubicBezTo>
                  <a:pt x="43193" y="4123"/>
                  <a:pt x="43071" y="4245"/>
                  <a:pt x="43011" y="4245"/>
                </a:cubicBezTo>
                <a:cubicBezTo>
                  <a:pt x="42859" y="4275"/>
                  <a:pt x="42707" y="4336"/>
                  <a:pt x="42555" y="4427"/>
                </a:cubicBezTo>
                <a:cubicBezTo>
                  <a:pt x="42524" y="4457"/>
                  <a:pt x="42479" y="4473"/>
                  <a:pt x="42429" y="4473"/>
                </a:cubicBezTo>
                <a:cubicBezTo>
                  <a:pt x="42380" y="4473"/>
                  <a:pt x="42327" y="4457"/>
                  <a:pt x="42281" y="4427"/>
                </a:cubicBezTo>
                <a:cubicBezTo>
                  <a:pt x="42279" y="4425"/>
                  <a:pt x="42277" y="4424"/>
                  <a:pt x="42275" y="4424"/>
                </a:cubicBezTo>
                <a:cubicBezTo>
                  <a:pt x="42240" y="4424"/>
                  <a:pt x="42154" y="4641"/>
                  <a:pt x="42068" y="4670"/>
                </a:cubicBezTo>
                <a:cubicBezTo>
                  <a:pt x="41886" y="4700"/>
                  <a:pt x="41734" y="4700"/>
                  <a:pt x="41552" y="4700"/>
                </a:cubicBezTo>
                <a:cubicBezTo>
                  <a:pt x="41461" y="4700"/>
                  <a:pt x="41582" y="4518"/>
                  <a:pt x="41612" y="4427"/>
                </a:cubicBezTo>
                <a:cubicBezTo>
                  <a:pt x="41612" y="4383"/>
                  <a:pt x="41597" y="4367"/>
                  <a:pt x="41575" y="4367"/>
                </a:cubicBezTo>
                <a:cubicBezTo>
                  <a:pt x="41537" y="4367"/>
                  <a:pt x="41480" y="4418"/>
                  <a:pt x="41461" y="4457"/>
                </a:cubicBezTo>
                <a:cubicBezTo>
                  <a:pt x="41445" y="4473"/>
                  <a:pt x="41429" y="4481"/>
                  <a:pt x="41414" y="4481"/>
                </a:cubicBezTo>
                <a:cubicBezTo>
                  <a:pt x="41372" y="4481"/>
                  <a:pt x="41339" y="4418"/>
                  <a:pt x="41339" y="4305"/>
                </a:cubicBezTo>
                <a:lnTo>
                  <a:pt x="41369" y="4275"/>
                </a:lnTo>
                <a:lnTo>
                  <a:pt x="41582" y="4153"/>
                </a:lnTo>
                <a:cubicBezTo>
                  <a:pt x="41430" y="4062"/>
                  <a:pt x="41278" y="4001"/>
                  <a:pt x="41096" y="3941"/>
                </a:cubicBezTo>
                <a:lnTo>
                  <a:pt x="41005" y="3880"/>
                </a:lnTo>
                <a:lnTo>
                  <a:pt x="40913" y="3819"/>
                </a:lnTo>
                <a:cubicBezTo>
                  <a:pt x="40835" y="3760"/>
                  <a:pt x="40756" y="3727"/>
                  <a:pt x="40670" y="3727"/>
                </a:cubicBezTo>
                <a:cubicBezTo>
                  <a:pt x="40622" y="3727"/>
                  <a:pt x="40572" y="3737"/>
                  <a:pt x="40518" y="3758"/>
                </a:cubicBezTo>
                <a:cubicBezTo>
                  <a:pt x="40513" y="3764"/>
                  <a:pt x="40508" y="3766"/>
                  <a:pt x="40505" y="3766"/>
                </a:cubicBezTo>
                <a:cubicBezTo>
                  <a:pt x="40469" y="3766"/>
                  <a:pt x="40529" y="3512"/>
                  <a:pt x="40640" y="3485"/>
                </a:cubicBezTo>
                <a:cubicBezTo>
                  <a:pt x="40761" y="3454"/>
                  <a:pt x="40731" y="3241"/>
                  <a:pt x="40670" y="3241"/>
                </a:cubicBezTo>
                <a:cubicBezTo>
                  <a:pt x="40457" y="3241"/>
                  <a:pt x="40245" y="3241"/>
                  <a:pt x="40032" y="3272"/>
                </a:cubicBezTo>
                <a:cubicBezTo>
                  <a:pt x="39880" y="3272"/>
                  <a:pt x="39363" y="3424"/>
                  <a:pt x="39181" y="3454"/>
                </a:cubicBezTo>
                <a:cubicBezTo>
                  <a:pt x="38998" y="3515"/>
                  <a:pt x="38786" y="3576"/>
                  <a:pt x="38725" y="3576"/>
                </a:cubicBezTo>
                <a:lnTo>
                  <a:pt x="38664" y="3606"/>
                </a:lnTo>
                <a:lnTo>
                  <a:pt x="38360" y="3789"/>
                </a:lnTo>
                <a:lnTo>
                  <a:pt x="38239" y="3880"/>
                </a:lnTo>
                <a:cubicBezTo>
                  <a:pt x="38170" y="3948"/>
                  <a:pt x="38068" y="3982"/>
                  <a:pt x="37969" y="3982"/>
                </a:cubicBezTo>
                <a:cubicBezTo>
                  <a:pt x="37937" y="3982"/>
                  <a:pt x="37904" y="3979"/>
                  <a:pt x="37874" y="3971"/>
                </a:cubicBezTo>
                <a:lnTo>
                  <a:pt x="37783" y="3971"/>
                </a:lnTo>
                <a:cubicBezTo>
                  <a:pt x="37631" y="3971"/>
                  <a:pt x="37509" y="4001"/>
                  <a:pt x="37357" y="4032"/>
                </a:cubicBezTo>
                <a:lnTo>
                  <a:pt x="37236" y="4093"/>
                </a:lnTo>
                <a:lnTo>
                  <a:pt x="37175" y="4123"/>
                </a:lnTo>
                <a:cubicBezTo>
                  <a:pt x="37151" y="4146"/>
                  <a:pt x="37118" y="4156"/>
                  <a:pt x="37080" y="4156"/>
                </a:cubicBezTo>
                <a:cubicBezTo>
                  <a:pt x="36971" y="4156"/>
                  <a:pt x="36825" y="4077"/>
                  <a:pt x="36780" y="4032"/>
                </a:cubicBezTo>
                <a:cubicBezTo>
                  <a:pt x="36773" y="4025"/>
                  <a:pt x="36765" y="4022"/>
                  <a:pt x="36757" y="4022"/>
                </a:cubicBezTo>
                <a:cubicBezTo>
                  <a:pt x="36687" y="4022"/>
                  <a:pt x="36563" y="4224"/>
                  <a:pt x="36536" y="4305"/>
                </a:cubicBezTo>
                <a:cubicBezTo>
                  <a:pt x="36476" y="4397"/>
                  <a:pt x="36384" y="4457"/>
                  <a:pt x="36293" y="4457"/>
                </a:cubicBezTo>
                <a:cubicBezTo>
                  <a:pt x="36263" y="4457"/>
                  <a:pt x="36202" y="4397"/>
                  <a:pt x="36202" y="4336"/>
                </a:cubicBezTo>
                <a:lnTo>
                  <a:pt x="36202" y="4275"/>
                </a:lnTo>
                <a:lnTo>
                  <a:pt x="36202" y="4245"/>
                </a:lnTo>
                <a:cubicBezTo>
                  <a:pt x="36202" y="4209"/>
                  <a:pt x="36178" y="4192"/>
                  <a:pt x="36140" y="4192"/>
                </a:cubicBezTo>
                <a:cubicBezTo>
                  <a:pt x="36082" y="4192"/>
                  <a:pt x="35990" y="4232"/>
                  <a:pt x="35898" y="4305"/>
                </a:cubicBezTo>
                <a:lnTo>
                  <a:pt x="35837" y="4305"/>
                </a:lnTo>
                <a:cubicBezTo>
                  <a:pt x="35788" y="4272"/>
                  <a:pt x="35756" y="4260"/>
                  <a:pt x="35736" y="4260"/>
                </a:cubicBezTo>
                <a:cubicBezTo>
                  <a:pt x="35683" y="4260"/>
                  <a:pt x="35716" y="4352"/>
                  <a:pt x="35716" y="4397"/>
                </a:cubicBezTo>
                <a:lnTo>
                  <a:pt x="35716" y="4427"/>
                </a:lnTo>
                <a:cubicBezTo>
                  <a:pt x="35716" y="4442"/>
                  <a:pt x="35777" y="4457"/>
                  <a:pt x="35845" y="4457"/>
                </a:cubicBezTo>
                <a:cubicBezTo>
                  <a:pt x="35913" y="4457"/>
                  <a:pt x="35989" y="4442"/>
                  <a:pt x="36020" y="4397"/>
                </a:cubicBezTo>
                <a:cubicBezTo>
                  <a:pt x="36025" y="4387"/>
                  <a:pt x="36029" y="4382"/>
                  <a:pt x="36034" y="4382"/>
                </a:cubicBezTo>
                <a:cubicBezTo>
                  <a:pt x="36059" y="4382"/>
                  <a:pt x="36080" y="4498"/>
                  <a:pt x="36080" y="4549"/>
                </a:cubicBezTo>
                <a:cubicBezTo>
                  <a:pt x="36080" y="4579"/>
                  <a:pt x="35625" y="4640"/>
                  <a:pt x="35503" y="4731"/>
                </a:cubicBezTo>
                <a:cubicBezTo>
                  <a:pt x="35477" y="4736"/>
                  <a:pt x="35450" y="4739"/>
                  <a:pt x="35423" y="4739"/>
                </a:cubicBezTo>
                <a:cubicBezTo>
                  <a:pt x="35291" y="4739"/>
                  <a:pt x="35153" y="4680"/>
                  <a:pt x="35077" y="4579"/>
                </a:cubicBezTo>
                <a:cubicBezTo>
                  <a:pt x="35056" y="4536"/>
                  <a:pt x="35019" y="4493"/>
                  <a:pt x="34978" y="4493"/>
                </a:cubicBezTo>
                <a:cubicBezTo>
                  <a:pt x="34961" y="4493"/>
                  <a:pt x="34943" y="4500"/>
                  <a:pt x="34925" y="4518"/>
                </a:cubicBezTo>
                <a:lnTo>
                  <a:pt x="34895" y="4549"/>
                </a:lnTo>
                <a:lnTo>
                  <a:pt x="34591" y="4761"/>
                </a:lnTo>
                <a:cubicBezTo>
                  <a:pt x="34591" y="4913"/>
                  <a:pt x="34561" y="5035"/>
                  <a:pt x="34561" y="5156"/>
                </a:cubicBezTo>
                <a:cubicBezTo>
                  <a:pt x="34555" y="5168"/>
                  <a:pt x="34545" y="5173"/>
                  <a:pt x="34534" y="5173"/>
                </a:cubicBezTo>
                <a:cubicBezTo>
                  <a:pt x="34486" y="5173"/>
                  <a:pt x="34403" y="5090"/>
                  <a:pt x="34378" y="5065"/>
                </a:cubicBezTo>
                <a:cubicBezTo>
                  <a:pt x="34370" y="5049"/>
                  <a:pt x="34362" y="5041"/>
                  <a:pt x="34353" y="5041"/>
                </a:cubicBezTo>
                <a:cubicBezTo>
                  <a:pt x="34329" y="5041"/>
                  <a:pt x="34301" y="5098"/>
                  <a:pt x="34257" y="5187"/>
                </a:cubicBezTo>
                <a:lnTo>
                  <a:pt x="34105" y="5187"/>
                </a:lnTo>
                <a:cubicBezTo>
                  <a:pt x="34069" y="5178"/>
                  <a:pt x="34034" y="5174"/>
                  <a:pt x="33999" y="5174"/>
                </a:cubicBezTo>
                <a:cubicBezTo>
                  <a:pt x="33915" y="5174"/>
                  <a:pt x="33835" y="5196"/>
                  <a:pt x="33770" y="5217"/>
                </a:cubicBezTo>
                <a:lnTo>
                  <a:pt x="33649" y="5248"/>
                </a:lnTo>
                <a:cubicBezTo>
                  <a:pt x="33527" y="5278"/>
                  <a:pt x="33406" y="5278"/>
                  <a:pt x="33254" y="5278"/>
                </a:cubicBezTo>
                <a:cubicBezTo>
                  <a:pt x="33497" y="5156"/>
                  <a:pt x="33497" y="5096"/>
                  <a:pt x="33345" y="4974"/>
                </a:cubicBezTo>
                <a:lnTo>
                  <a:pt x="33254" y="4974"/>
                </a:lnTo>
                <a:cubicBezTo>
                  <a:pt x="33162" y="5187"/>
                  <a:pt x="32859" y="5126"/>
                  <a:pt x="32646" y="5248"/>
                </a:cubicBezTo>
                <a:lnTo>
                  <a:pt x="32433" y="5369"/>
                </a:lnTo>
                <a:cubicBezTo>
                  <a:pt x="32463" y="5460"/>
                  <a:pt x="32463" y="5552"/>
                  <a:pt x="32494" y="5643"/>
                </a:cubicBezTo>
                <a:cubicBezTo>
                  <a:pt x="32524" y="5673"/>
                  <a:pt x="32494" y="5734"/>
                  <a:pt x="32463" y="5734"/>
                </a:cubicBezTo>
                <a:cubicBezTo>
                  <a:pt x="32403" y="5673"/>
                  <a:pt x="32372" y="5552"/>
                  <a:pt x="32311" y="5460"/>
                </a:cubicBezTo>
                <a:cubicBezTo>
                  <a:pt x="32289" y="5416"/>
                  <a:pt x="32169" y="5388"/>
                  <a:pt x="32023" y="5388"/>
                </a:cubicBezTo>
                <a:cubicBezTo>
                  <a:pt x="31969" y="5388"/>
                  <a:pt x="31912" y="5391"/>
                  <a:pt x="31855" y="5400"/>
                </a:cubicBezTo>
                <a:lnTo>
                  <a:pt x="31734" y="5521"/>
                </a:lnTo>
                <a:lnTo>
                  <a:pt x="31612" y="5612"/>
                </a:lnTo>
                <a:cubicBezTo>
                  <a:pt x="31308" y="5673"/>
                  <a:pt x="30974" y="5764"/>
                  <a:pt x="30670" y="5856"/>
                </a:cubicBezTo>
                <a:cubicBezTo>
                  <a:pt x="30488" y="5916"/>
                  <a:pt x="30305" y="6007"/>
                  <a:pt x="30123" y="6129"/>
                </a:cubicBezTo>
                <a:lnTo>
                  <a:pt x="30001" y="6159"/>
                </a:lnTo>
                <a:lnTo>
                  <a:pt x="29849" y="6190"/>
                </a:lnTo>
                <a:cubicBezTo>
                  <a:pt x="29789" y="6251"/>
                  <a:pt x="29697" y="6311"/>
                  <a:pt x="29576" y="6342"/>
                </a:cubicBezTo>
                <a:lnTo>
                  <a:pt x="29545" y="6311"/>
                </a:lnTo>
                <a:cubicBezTo>
                  <a:pt x="29525" y="6291"/>
                  <a:pt x="29508" y="6284"/>
                  <a:pt x="29492" y="6284"/>
                </a:cubicBezTo>
                <a:cubicBezTo>
                  <a:pt x="29461" y="6284"/>
                  <a:pt x="29434" y="6311"/>
                  <a:pt x="29393" y="6311"/>
                </a:cubicBezTo>
                <a:lnTo>
                  <a:pt x="29272" y="6342"/>
                </a:lnTo>
                <a:cubicBezTo>
                  <a:pt x="29211" y="6433"/>
                  <a:pt x="29089" y="6524"/>
                  <a:pt x="28968" y="6585"/>
                </a:cubicBezTo>
                <a:lnTo>
                  <a:pt x="28725" y="6585"/>
                </a:lnTo>
                <a:cubicBezTo>
                  <a:pt x="28725" y="6676"/>
                  <a:pt x="28573" y="6737"/>
                  <a:pt x="28512" y="6798"/>
                </a:cubicBezTo>
                <a:cubicBezTo>
                  <a:pt x="28496" y="6806"/>
                  <a:pt x="28477" y="6810"/>
                  <a:pt x="28458" y="6810"/>
                </a:cubicBezTo>
                <a:cubicBezTo>
                  <a:pt x="28404" y="6810"/>
                  <a:pt x="28344" y="6781"/>
                  <a:pt x="28299" y="6737"/>
                </a:cubicBezTo>
                <a:cubicBezTo>
                  <a:pt x="28294" y="6727"/>
                  <a:pt x="28288" y="6723"/>
                  <a:pt x="28282" y="6723"/>
                </a:cubicBezTo>
                <a:cubicBezTo>
                  <a:pt x="28250" y="6723"/>
                  <a:pt x="28203" y="6833"/>
                  <a:pt x="28178" y="6859"/>
                </a:cubicBezTo>
                <a:cubicBezTo>
                  <a:pt x="28178" y="6880"/>
                  <a:pt x="28147" y="6902"/>
                  <a:pt x="28097" y="6902"/>
                </a:cubicBezTo>
                <a:cubicBezTo>
                  <a:pt x="28076" y="6902"/>
                  <a:pt x="28052" y="6898"/>
                  <a:pt x="28026" y="6889"/>
                </a:cubicBezTo>
                <a:lnTo>
                  <a:pt x="27934" y="6950"/>
                </a:lnTo>
                <a:cubicBezTo>
                  <a:pt x="27813" y="7071"/>
                  <a:pt x="27630" y="7193"/>
                  <a:pt x="27448" y="7254"/>
                </a:cubicBezTo>
                <a:cubicBezTo>
                  <a:pt x="27357" y="7254"/>
                  <a:pt x="27235" y="7284"/>
                  <a:pt x="27114" y="7315"/>
                </a:cubicBezTo>
                <a:lnTo>
                  <a:pt x="27083" y="7345"/>
                </a:lnTo>
                <a:lnTo>
                  <a:pt x="27053" y="7375"/>
                </a:lnTo>
                <a:cubicBezTo>
                  <a:pt x="27053" y="7425"/>
                  <a:pt x="27035" y="7448"/>
                  <a:pt x="27008" y="7448"/>
                </a:cubicBezTo>
                <a:cubicBezTo>
                  <a:pt x="26986" y="7448"/>
                  <a:pt x="26959" y="7433"/>
                  <a:pt x="26931" y="7406"/>
                </a:cubicBezTo>
                <a:lnTo>
                  <a:pt x="26840" y="7497"/>
                </a:lnTo>
                <a:cubicBezTo>
                  <a:pt x="26837" y="7500"/>
                  <a:pt x="26834" y="7501"/>
                  <a:pt x="26829" y="7501"/>
                </a:cubicBezTo>
                <a:cubicBezTo>
                  <a:pt x="26804" y="7501"/>
                  <a:pt x="26756" y="7459"/>
                  <a:pt x="26723" y="7459"/>
                </a:cubicBezTo>
                <a:cubicBezTo>
                  <a:pt x="26703" y="7459"/>
                  <a:pt x="26688" y="7475"/>
                  <a:pt x="26688" y="7527"/>
                </a:cubicBezTo>
                <a:cubicBezTo>
                  <a:pt x="26681" y="7565"/>
                  <a:pt x="26667" y="7579"/>
                  <a:pt x="26651" y="7579"/>
                </a:cubicBezTo>
                <a:cubicBezTo>
                  <a:pt x="26612" y="7579"/>
                  <a:pt x="26555" y="7506"/>
                  <a:pt x="26510" y="7506"/>
                </a:cubicBezTo>
                <a:cubicBezTo>
                  <a:pt x="26497" y="7506"/>
                  <a:pt x="26486" y="7512"/>
                  <a:pt x="26475" y="7527"/>
                </a:cubicBezTo>
                <a:lnTo>
                  <a:pt x="26415" y="7618"/>
                </a:lnTo>
                <a:cubicBezTo>
                  <a:pt x="26293" y="7710"/>
                  <a:pt x="26141" y="7801"/>
                  <a:pt x="25989" y="7862"/>
                </a:cubicBezTo>
                <a:cubicBezTo>
                  <a:pt x="25898" y="7892"/>
                  <a:pt x="25807" y="7892"/>
                  <a:pt x="25776" y="7892"/>
                </a:cubicBezTo>
                <a:cubicBezTo>
                  <a:pt x="25716" y="7922"/>
                  <a:pt x="25655" y="7953"/>
                  <a:pt x="25594" y="7983"/>
                </a:cubicBezTo>
                <a:lnTo>
                  <a:pt x="25533" y="8044"/>
                </a:lnTo>
                <a:cubicBezTo>
                  <a:pt x="25452" y="8125"/>
                  <a:pt x="25322" y="8231"/>
                  <a:pt x="25252" y="8231"/>
                </a:cubicBezTo>
                <a:cubicBezTo>
                  <a:pt x="25243" y="8231"/>
                  <a:pt x="25236" y="8230"/>
                  <a:pt x="25229" y="8226"/>
                </a:cubicBezTo>
                <a:lnTo>
                  <a:pt x="25077" y="8196"/>
                </a:lnTo>
                <a:cubicBezTo>
                  <a:pt x="25016" y="8318"/>
                  <a:pt x="24925" y="8409"/>
                  <a:pt x="24864" y="8500"/>
                </a:cubicBezTo>
                <a:cubicBezTo>
                  <a:pt x="24773" y="8530"/>
                  <a:pt x="24682" y="8530"/>
                  <a:pt x="24621" y="8530"/>
                </a:cubicBezTo>
                <a:cubicBezTo>
                  <a:pt x="24560" y="8530"/>
                  <a:pt x="24560" y="8591"/>
                  <a:pt x="24621" y="8652"/>
                </a:cubicBezTo>
                <a:cubicBezTo>
                  <a:pt x="24560" y="8682"/>
                  <a:pt x="24469" y="8713"/>
                  <a:pt x="24409" y="8743"/>
                </a:cubicBezTo>
                <a:lnTo>
                  <a:pt x="24226" y="8773"/>
                </a:lnTo>
                <a:cubicBezTo>
                  <a:pt x="24105" y="8834"/>
                  <a:pt x="23709" y="8895"/>
                  <a:pt x="23649" y="8956"/>
                </a:cubicBezTo>
                <a:cubicBezTo>
                  <a:pt x="23618" y="9017"/>
                  <a:pt x="23466" y="9199"/>
                  <a:pt x="23345" y="9351"/>
                </a:cubicBezTo>
                <a:lnTo>
                  <a:pt x="23071" y="9321"/>
                </a:lnTo>
                <a:cubicBezTo>
                  <a:pt x="23071" y="9321"/>
                  <a:pt x="23041" y="9381"/>
                  <a:pt x="23010" y="9412"/>
                </a:cubicBezTo>
                <a:lnTo>
                  <a:pt x="22950" y="9473"/>
                </a:lnTo>
                <a:cubicBezTo>
                  <a:pt x="22922" y="9514"/>
                  <a:pt x="22888" y="9530"/>
                  <a:pt x="22857" y="9530"/>
                </a:cubicBezTo>
                <a:cubicBezTo>
                  <a:pt x="22819" y="9530"/>
                  <a:pt x="22784" y="9506"/>
                  <a:pt x="22767" y="9473"/>
                </a:cubicBezTo>
                <a:lnTo>
                  <a:pt x="22737" y="9442"/>
                </a:lnTo>
                <a:lnTo>
                  <a:pt x="22646" y="9442"/>
                </a:lnTo>
                <a:cubicBezTo>
                  <a:pt x="22646" y="9533"/>
                  <a:pt x="22646" y="9625"/>
                  <a:pt x="22646" y="9716"/>
                </a:cubicBezTo>
                <a:lnTo>
                  <a:pt x="22463" y="9746"/>
                </a:lnTo>
                <a:lnTo>
                  <a:pt x="22159" y="9837"/>
                </a:lnTo>
                <a:cubicBezTo>
                  <a:pt x="21916" y="9959"/>
                  <a:pt x="21643" y="10080"/>
                  <a:pt x="21369" y="10172"/>
                </a:cubicBezTo>
                <a:cubicBezTo>
                  <a:pt x="21278" y="10172"/>
                  <a:pt x="21339" y="10080"/>
                  <a:pt x="21521" y="9929"/>
                </a:cubicBezTo>
                <a:lnTo>
                  <a:pt x="21612" y="9837"/>
                </a:lnTo>
                <a:lnTo>
                  <a:pt x="21734" y="9746"/>
                </a:lnTo>
                <a:cubicBezTo>
                  <a:pt x="21855" y="9655"/>
                  <a:pt x="22190" y="9533"/>
                  <a:pt x="22159" y="9473"/>
                </a:cubicBezTo>
                <a:cubicBezTo>
                  <a:pt x="22159" y="9412"/>
                  <a:pt x="22372" y="9229"/>
                  <a:pt x="22433" y="9169"/>
                </a:cubicBezTo>
                <a:cubicBezTo>
                  <a:pt x="22554" y="9047"/>
                  <a:pt x="22706" y="8925"/>
                  <a:pt x="22858" y="8834"/>
                </a:cubicBezTo>
                <a:lnTo>
                  <a:pt x="23010" y="8713"/>
                </a:lnTo>
                <a:cubicBezTo>
                  <a:pt x="23071" y="8652"/>
                  <a:pt x="23162" y="8591"/>
                  <a:pt x="23193" y="8561"/>
                </a:cubicBezTo>
                <a:cubicBezTo>
                  <a:pt x="23223" y="8530"/>
                  <a:pt x="23010" y="8470"/>
                  <a:pt x="23223" y="8409"/>
                </a:cubicBezTo>
                <a:lnTo>
                  <a:pt x="23345" y="8378"/>
                </a:lnTo>
                <a:cubicBezTo>
                  <a:pt x="23466" y="8226"/>
                  <a:pt x="23740" y="8014"/>
                  <a:pt x="23770" y="7953"/>
                </a:cubicBezTo>
                <a:cubicBezTo>
                  <a:pt x="23861" y="7831"/>
                  <a:pt x="23922" y="7679"/>
                  <a:pt x="23953" y="7527"/>
                </a:cubicBezTo>
                <a:lnTo>
                  <a:pt x="24074" y="7436"/>
                </a:lnTo>
                <a:lnTo>
                  <a:pt x="24348" y="7254"/>
                </a:lnTo>
                <a:cubicBezTo>
                  <a:pt x="24439" y="7102"/>
                  <a:pt x="24500" y="6919"/>
                  <a:pt x="24560" y="6737"/>
                </a:cubicBezTo>
                <a:cubicBezTo>
                  <a:pt x="24530" y="6707"/>
                  <a:pt x="24500" y="6615"/>
                  <a:pt x="24469" y="6555"/>
                </a:cubicBezTo>
                <a:lnTo>
                  <a:pt x="24469" y="6494"/>
                </a:lnTo>
                <a:lnTo>
                  <a:pt x="24439" y="6433"/>
                </a:lnTo>
                <a:cubicBezTo>
                  <a:pt x="24409" y="6372"/>
                  <a:pt x="24439" y="6281"/>
                  <a:pt x="24500" y="6251"/>
                </a:cubicBezTo>
                <a:cubicBezTo>
                  <a:pt x="24560" y="6220"/>
                  <a:pt x="24560" y="6159"/>
                  <a:pt x="24500" y="6129"/>
                </a:cubicBezTo>
                <a:lnTo>
                  <a:pt x="24439" y="6099"/>
                </a:lnTo>
                <a:cubicBezTo>
                  <a:pt x="24439" y="6068"/>
                  <a:pt x="24378" y="6068"/>
                  <a:pt x="24378" y="6068"/>
                </a:cubicBezTo>
                <a:cubicBezTo>
                  <a:pt x="24325" y="6108"/>
                  <a:pt x="24278" y="6131"/>
                  <a:pt x="24239" y="6131"/>
                </a:cubicBezTo>
                <a:cubicBezTo>
                  <a:pt x="24189" y="6131"/>
                  <a:pt x="24152" y="6093"/>
                  <a:pt x="24135" y="6007"/>
                </a:cubicBezTo>
                <a:lnTo>
                  <a:pt x="24135" y="5977"/>
                </a:lnTo>
                <a:cubicBezTo>
                  <a:pt x="24013" y="5947"/>
                  <a:pt x="23740" y="5856"/>
                  <a:pt x="23709" y="5795"/>
                </a:cubicBezTo>
                <a:lnTo>
                  <a:pt x="23588" y="5552"/>
                </a:lnTo>
                <a:lnTo>
                  <a:pt x="23527" y="5521"/>
                </a:lnTo>
                <a:cubicBezTo>
                  <a:pt x="23375" y="5460"/>
                  <a:pt x="23314" y="5278"/>
                  <a:pt x="23375" y="5126"/>
                </a:cubicBezTo>
                <a:lnTo>
                  <a:pt x="23405" y="4822"/>
                </a:lnTo>
                <a:cubicBezTo>
                  <a:pt x="23223" y="4579"/>
                  <a:pt x="23010" y="4305"/>
                  <a:pt x="22980" y="4275"/>
                </a:cubicBezTo>
                <a:cubicBezTo>
                  <a:pt x="22980" y="4245"/>
                  <a:pt x="22950" y="4001"/>
                  <a:pt x="22858" y="3941"/>
                </a:cubicBezTo>
                <a:cubicBezTo>
                  <a:pt x="22798" y="3880"/>
                  <a:pt x="22767" y="3758"/>
                  <a:pt x="22798" y="3667"/>
                </a:cubicBezTo>
                <a:lnTo>
                  <a:pt x="22858" y="3606"/>
                </a:lnTo>
                <a:cubicBezTo>
                  <a:pt x="22919" y="3545"/>
                  <a:pt x="22980" y="3515"/>
                  <a:pt x="22919" y="3393"/>
                </a:cubicBezTo>
                <a:cubicBezTo>
                  <a:pt x="22767" y="3241"/>
                  <a:pt x="23041" y="3333"/>
                  <a:pt x="23041" y="3272"/>
                </a:cubicBezTo>
                <a:cubicBezTo>
                  <a:pt x="23041" y="3241"/>
                  <a:pt x="23071" y="3211"/>
                  <a:pt x="23041" y="3181"/>
                </a:cubicBezTo>
                <a:lnTo>
                  <a:pt x="22980" y="3090"/>
                </a:lnTo>
                <a:cubicBezTo>
                  <a:pt x="22945" y="3066"/>
                  <a:pt x="22906" y="3056"/>
                  <a:pt x="22867" y="3056"/>
                </a:cubicBezTo>
                <a:cubicBezTo>
                  <a:pt x="22805" y="3056"/>
                  <a:pt x="22744" y="3082"/>
                  <a:pt x="22706" y="3120"/>
                </a:cubicBezTo>
                <a:lnTo>
                  <a:pt x="22615" y="3090"/>
                </a:lnTo>
                <a:cubicBezTo>
                  <a:pt x="22524" y="3059"/>
                  <a:pt x="22646" y="2877"/>
                  <a:pt x="22676" y="2846"/>
                </a:cubicBezTo>
                <a:cubicBezTo>
                  <a:pt x="22706" y="2816"/>
                  <a:pt x="22554" y="2664"/>
                  <a:pt x="22281" y="2482"/>
                </a:cubicBezTo>
                <a:lnTo>
                  <a:pt x="22159" y="2269"/>
                </a:lnTo>
                <a:lnTo>
                  <a:pt x="22098" y="2147"/>
                </a:lnTo>
                <a:cubicBezTo>
                  <a:pt x="22007" y="2056"/>
                  <a:pt x="22007" y="1904"/>
                  <a:pt x="22007" y="1904"/>
                </a:cubicBezTo>
                <a:cubicBezTo>
                  <a:pt x="22038" y="1874"/>
                  <a:pt x="21794" y="1752"/>
                  <a:pt x="21703" y="1691"/>
                </a:cubicBezTo>
                <a:cubicBezTo>
                  <a:pt x="21643" y="1631"/>
                  <a:pt x="21430" y="1479"/>
                  <a:pt x="21278" y="1357"/>
                </a:cubicBezTo>
                <a:lnTo>
                  <a:pt x="21126" y="1296"/>
                </a:lnTo>
                <a:lnTo>
                  <a:pt x="21095" y="1296"/>
                </a:lnTo>
                <a:cubicBezTo>
                  <a:pt x="21053" y="1317"/>
                  <a:pt x="20910" y="1353"/>
                  <a:pt x="20825" y="1353"/>
                </a:cubicBezTo>
                <a:cubicBezTo>
                  <a:pt x="20787" y="1353"/>
                  <a:pt x="20761" y="1345"/>
                  <a:pt x="20761" y="1327"/>
                </a:cubicBezTo>
                <a:cubicBezTo>
                  <a:pt x="20761" y="1281"/>
                  <a:pt x="20723" y="1266"/>
                  <a:pt x="20677" y="1266"/>
                </a:cubicBezTo>
                <a:cubicBezTo>
                  <a:pt x="20632" y="1266"/>
                  <a:pt x="20579" y="1281"/>
                  <a:pt x="20548" y="1296"/>
                </a:cubicBezTo>
                <a:cubicBezTo>
                  <a:pt x="20487" y="1296"/>
                  <a:pt x="20275" y="1235"/>
                  <a:pt x="20214" y="1235"/>
                </a:cubicBezTo>
                <a:lnTo>
                  <a:pt x="19667" y="1357"/>
                </a:lnTo>
                <a:lnTo>
                  <a:pt x="19484" y="1296"/>
                </a:lnTo>
                <a:lnTo>
                  <a:pt x="19241" y="1235"/>
                </a:lnTo>
                <a:cubicBezTo>
                  <a:pt x="19080" y="1282"/>
                  <a:pt x="18620" y="1398"/>
                  <a:pt x="18328" y="1398"/>
                </a:cubicBezTo>
                <a:cubicBezTo>
                  <a:pt x="18236" y="1398"/>
                  <a:pt x="18160" y="1386"/>
                  <a:pt x="18117" y="1357"/>
                </a:cubicBezTo>
                <a:cubicBezTo>
                  <a:pt x="17965" y="1266"/>
                  <a:pt x="17813" y="1205"/>
                  <a:pt x="17661" y="1144"/>
                </a:cubicBezTo>
                <a:cubicBezTo>
                  <a:pt x="17634" y="1144"/>
                  <a:pt x="17415" y="1048"/>
                  <a:pt x="17302" y="1048"/>
                </a:cubicBezTo>
                <a:cubicBezTo>
                  <a:pt x="17288" y="1048"/>
                  <a:pt x="17276" y="1050"/>
                  <a:pt x="17266" y="1053"/>
                </a:cubicBezTo>
                <a:cubicBezTo>
                  <a:pt x="17053" y="1114"/>
                  <a:pt x="16870" y="1144"/>
                  <a:pt x="16658" y="1205"/>
                </a:cubicBezTo>
                <a:cubicBezTo>
                  <a:pt x="16506" y="1205"/>
                  <a:pt x="16384" y="1235"/>
                  <a:pt x="16384" y="1266"/>
                </a:cubicBezTo>
                <a:cubicBezTo>
                  <a:pt x="16384" y="1280"/>
                  <a:pt x="16375" y="1286"/>
                  <a:pt x="16361" y="1286"/>
                </a:cubicBezTo>
                <a:cubicBezTo>
                  <a:pt x="16316" y="1286"/>
                  <a:pt x="16217" y="1228"/>
                  <a:pt x="16171" y="1205"/>
                </a:cubicBezTo>
                <a:cubicBezTo>
                  <a:pt x="16169" y="1202"/>
                  <a:pt x="16163" y="1201"/>
                  <a:pt x="16156" y="1201"/>
                </a:cubicBezTo>
                <a:cubicBezTo>
                  <a:pt x="16082" y="1201"/>
                  <a:pt x="15796" y="1329"/>
                  <a:pt x="15685" y="1357"/>
                </a:cubicBezTo>
                <a:cubicBezTo>
                  <a:pt x="15533" y="1387"/>
                  <a:pt x="15411" y="1448"/>
                  <a:pt x="15259" y="1509"/>
                </a:cubicBezTo>
                <a:cubicBezTo>
                  <a:pt x="15214" y="1524"/>
                  <a:pt x="15161" y="1532"/>
                  <a:pt x="15104" y="1532"/>
                </a:cubicBezTo>
                <a:cubicBezTo>
                  <a:pt x="15047" y="1532"/>
                  <a:pt x="14986" y="1524"/>
                  <a:pt x="14925" y="1509"/>
                </a:cubicBezTo>
                <a:lnTo>
                  <a:pt x="14712" y="1509"/>
                </a:lnTo>
                <a:cubicBezTo>
                  <a:pt x="14500" y="1691"/>
                  <a:pt x="14226" y="1783"/>
                  <a:pt x="13952" y="1813"/>
                </a:cubicBezTo>
                <a:lnTo>
                  <a:pt x="13770" y="1843"/>
                </a:lnTo>
                <a:cubicBezTo>
                  <a:pt x="13770" y="1934"/>
                  <a:pt x="13709" y="2026"/>
                  <a:pt x="13648" y="2086"/>
                </a:cubicBezTo>
                <a:lnTo>
                  <a:pt x="13588" y="2086"/>
                </a:lnTo>
                <a:cubicBezTo>
                  <a:pt x="13588" y="2093"/>
                  <a:pt x="13585" y="2095"/>
                  <a:pt x="13581" y="2095"/>
                </a:cubicBezTo>
                <a:cubicBezTo>
                  <a:pt x="13566" y="2095"/>
                  <a:pt x="13527" y="2056"/>
                  <a:pt x="13527" y="2056"/>
                </a:cubicBezTo>
                <a:lnTo>
                  <a:pt x="13557" y="2026"/>
                </a:lnTo>
                <a:cubicBezTo>
                  <a:pt x="13588" y="1995"/>
                  <a:pt x="13557" y="1934"/>
                  <a:pt x="13466" y="1934"/>
                </a:cubicBezTo>
                <a:lnTo>
                  <a:pt x="13436" y="1965"/>
                </a:lnTo>
                <a:lnTo>
                  <a:pt x="13314" y="2026"/>
                </a:lnTo>
                <a:cubicBezTo>
                  <a:pt x="13223" y="2094"/>
                  <a:pt x="13132" y="2128"/>
                  <a:pt x="13028" y="2128"/>
                </a:cubicBezTo>
                <a:cubicBezTo>
                  <a:pt x="12993" y="2128"/>
                  <a:pt x="12957" y="2124"/>
                  <a:pt x="12919" y="2117"/>
                </a:cubicBezTo>
                <a:lnTo>
                  <a:pt x="12858" y="2178"/>
                </a:lnTo>
                <a:lnTo>
                  <a:pt x="12797" y="2208"/>
                </a:lnTo>
                <a:cubicBezTo>
                  <a:pt x="12645" y="2208"/>
                  <a:pt x="12615" y="2330"/>
                  <a:pt x="12645" y="2360"/>
                </a:cubicBezTo>
                <a:cubicBezTo>
                  <a:pt x="12676" y="2421"/>
                  <a:pt x="12554" y="2421"/>
                  <a:pt x="12402" y="2421"/>
                </a:cubicBezTo>
                <a:lnTo>
                  <a:pt x="12281" y="2451"/>
                </a:lnTo>
                <a:lnTo>
                  <a:pt x="12159" y="2482"/>
                </a:lnTo>
                <a:cubicBezTo>
                  <a:pt x="12123" y="2517"/>
                  <a:pt x="12073" y="2530"/>
                  <a:pt x="12022" y="2530"/>
                </a:cubicBezTo>
                <a:cubicBezTo>
                  <a:pt x="11943" y="2530"/>
                  <a:pt x="11862" y="2500"/>
                  <a:pt x="11825" y="2482"/>
                </a:cubicBezTo>
                <a:cubicBezTo>
                  <a:pt x="11820" y="2479"/>
                  <a:pt x="11814" y="2478"/>
                  <a:pt x="11807" y="2478"/>
                </a:cubicBezTo>
                <a:cubicBezTo>
                  <a:pt x="11719" y="2478"/>
                  <a:pt x="11453" y="2638"/>
                  <a:pt x="11369" y="2694"/>
                </a:cubicBezTo>
                <a:cubicBezTo>
                  <a:pt x="11247" y="2725"/>
                  <a:pt x="11004" y="2786"/>
                  <a:pt x="10974" y="2816"/>
                </a:cubicBezTo>
                <a:cubicBezTo>
                  <a:pt x="10943" y="2846"/>
                  <a:pt x="10609" y="2968"/>
                  <a:pt x="10214" y="3120"/>
                </a:cubicBezTo>
                <a:lnTo>
                  <a:pt x="10001" y="3424"/>
                </a:lnTo>
                <a:lnTo>
                  <a:pt x="9910" y="3424"/>
                </a:lnTo>
                <a:lnTo>
                  <a:pt x="9849" y="3485"/>
                </a:lnTo>
                <a:cubicBezTo>
                  <a:pt x="9842" y="3481"/>
                  <a:pt x="9835" y="3480"/>
                  <a:pt x="9827" y="3480"/>
                </a:cubicBezTo>
                <a:cubicBezTo>
                  <a:pt x="9762" y="3480"/>
                  <a:pt x="9656" y="3576"/>
                  <a:pt x="9575" y="3576"/>
                </a:cubicBezTo>
                <a:cubicBezTo>
                  <a:pt x="9567" y="3573"/>
                  <a:pt x="9558" y="3572"/>
                  <a:pt x="9548" y="3572"/>
                </a:cubicBezTo>
                <a:cubicBezTo>
                  <a:pt x="9447" y="3572"/>
                  <a:pt x="9266" y="3697"/>
                  <a:pt x="9211" y="3697"/>
                </a:cubicBezTo>
                <a:cubicBezTo>
                  <a:pt x="9119" y="3697"/>
                  <a:pt x="9028" y="3758"/>
                  <a:pt x="8998" y="3819"/>
                </a:cubicBezTo>
                <a:lnTo>
                  <a:pt x="8998" y="3849"/>
                </a:lnTo>
                <a:lnTo>
                  <a:pt x="8907" y="3941"/>
                </a:lnTo>
                <a:lnTo>
                  <a:pt x="8846" y="4062"/>
                </a:lnTo>
                <a:cubicBezTo>
                  <a:pt x="8785" y="4017"/>
                  <a:pt x="8717" y="3994"/>
                  <a:pt x="8648" y="3994"/>
                </a:cubicBezTo>
                <a:cubicBezTo>
                  <a:pt x="8580" y="3994"/>
                  <a:pt x="8512" y="4017"/>
                  <a:pt x="8451" y="4062"/>
                </a:cubicBezTo>
                <a:lnTo>
                  <a:pt x="8390" y="4123"/>
                </a:lnTo>
                <a:cubicBezTo>
                  <a:pt x="8349" y="4163"/>
                  <a:pt x="8319" y="4177"/>
                  <a:pt x="8295" y="4177"/>
                </a:cubicBezTo>
                <a:cubicBezTo>
                  <a:pt x="8248" y="4177"/>
                  <a:pt x="8228" y="4123"/>
                  <a:pt x="8208" y="4123"/>
                </a:cubicBezTo>
                <a:cubicBezTo>
                  <a:pt x="8116" y="4153"/>
                  <a:pt x="8025" y="4214"/>
                  <a:pt x="7995" y="4305"/>
                </a:cubicBezTo>
                <a:cubicBezTo>
                  <a:pt x="7904" y="4488"/>
                  <a:pt x="7721" y="4518"/>
                  <a:pt x="7539" y="4518"/>
                </a:cubicBezTo>
                <a:cubicBezTo>
                  <a:pt x="7478" y="4518"/>
                  <a:pt x="7417" y="4549"/>
                  <a:pt x="7357" y="4549"/>
                </a:cubicBezTo>
                <a:cubicBezTo>
                  <a:pt x="7265" y="4609"/>
                  <a:pt x="7205" y="4640"/>
                  <a:pt x="7113" y="4700"/>
                </a:cubicBezTo>
                <a:cubicBezTo>
                  <a:pt x="7022" y="4731"/>
                  <a:pt x="6901" y="4792"/>
                  <a:pt x="6809" y="4822"/>
                </a:cubicBezTo>
                <a:lnTo>
                  <a:pt x="6718" y="4852"/>
                </a:lnTo>
                <a:cubicBezTo>
                  <a:pt x="6627" y="4913"/>
                  <a:pt x="6505" y="4944"/>
                  <a:pt x="6384" y="4944"/>
                </a:cubicBezTo>
                <a:lnTo>
                  <a:pt x="6323" y="4974"/>
                </a:lnTo>
                <a:lnTo>
                  <a:pt x="6201" y="5035"/>
                </a:lnTo>
                <a:cubicBezTo>
                  <a:pt x="6019" y="5156"/>
                  <a:pt x="5837" y="5217"/>
                  <a:pt x="5654" y="5248"/>
                </a:cubicBezTo>
                <a:lnTo>
                  <a:pt x="5654" y="5430"/>
                </a:lnTo>
                <a:cubicBezTo>
                  <a:pt x="5533" y="5430"/>
                  <a:pt x="5381" y="5460"/>
                  <a:pt x="5259" y="5521"/>
                </a:cubicBezTo>
                <a:lnTo>
                  <a:pt x="5259" y="5582"/>
                </a:lnTo>
                <a:cubicBezTo>
                  <a:pt x="5290" y="5673"/>
                  <a:pt x="5138" y="5673"/>
                  <a:pt x="5046" y="5673"/>
                </a:cubicBezTo>
                <a:cubicBezTo>
                  <a:pt x="4986" y="5704"/>
                  <a:pt x="4773" y="5886"/>
                  <a:pt x="4682" y="5916"/>
                </a:cubicBezTo>
                <a:cubicBezTo>
                  <a:pt x="4499" y="5947"/>
                  <a:pt x="4317" y="6007"/>
                  <a:pt x="4135" y="6068"/>
                </a:cubicBezTo>
                <a:cubicBezTo>
                  <a:pt x="4043" y="6099"/>
                  <a:pt x="3891" y="6220"/>
                  <a:pt x="3891" y="6251"/>
                </a:cubicBezTo>
                <a:cubicBezTo>
                  <a:pt x="3891" y="6311"/>
                  <a:pt x="3770" y="6342"/>
                  <a:pt x="3618" y="6342"/>
                </a:cubicBezTo>
                <a:lnTo>
                  <a:pt x="3587" y="6463"/>
                </a:lnTo>
                <a:lnTo>
                  <a:pt x="3557" y="6494"/>
                </a:lnTo>
                <a:cubicBezTo>
                  <a:pt x="3557" y="6555"/>
                  <a:pt x="3375" y="6615"/>
                  <a:pt x="3314" y="6615"/>
                </a:cubicBezTo>
                <a:cubicBezTo>
                  <a:pt x="3253" y="6615"/>
                  <a:pt x="3253" y="6676"/>
                  <a:pt x="3314" y="6737"/>
                </a:cubicBezTo>
                <a:lnTo>
                  <a:pt x="3223" y="6859"/>
                </a:lnTo>
                <a:cubicBezTo>
                  <a:pt x="3207" y="6843"/>
                  <a:pt x="3189" y="6836"/>
                  <a:pt x="3170" y="6836"/>
                </a:cubicBezTo>
                <a:cubicBezTo>
                  <a:pt x="3080" y="6836"/>
                  <a:pt x="2964" y="6985"/>
                  <a:pt x="2888" y="7011"/>
                </a:cubicBezTo>
                <a:cubicBezTo>
                  <a:pt x="2797" y="7071"/>
                  <a:pt x="2493" y="7071"/>
                  <a:pt x="2463" y="7132"/>
                </a:cubicBezTo>
                <a:cubicBezTo>
                  <a:pt x="2432" y="7193"/>
                  <a:pt x="2250" y="7284"/>
                  <a:pt x="2189" y="7345"/>
                </a:cubicBezTo>
                <a:lnTo>
                  <a:pt x="2037" y="7527"/>
                </a:lnTo>
                <a:lnTo>
                  <a:pt x="2007" y="7527"/>
                </a:lnTo>
                <a:lnTo>
                  <a:pt x="1703" y="7497"/>
                </a:lnTo>
                <a:cubicBezTo>
                  <a:pt x="1551" y="7649"/>
                  <a:pt x="1399" y="7801"/>
                  <a:pt x="1277" y="7983"/>
                </a:cubicBezTo>
                <a:lnTo>
                  <a:pt x="1186" y="8044"/>
                </a:lnTo>
                <a:cubicBezTo>
                  <a:pt x="1034" y="8135"/>
                  <a:pt x="882" y="8226"/>
                  <a:pt x="761" y="8348"/>
                </a:cubicBezTo>
                <a:cubicBezTo>
                  <a:pt x="700" y="8439"/>
                  <a:pt x="639" y="8500"/>
                  <a:pt x="639" y="8591"/>
                </a:cubicBezTo>
                <a:cubicBezTo>
                  <a:pt x="609" y="8682"/>
                  <a:pt x="366" y="8561"/>
                  <a:pt x="517" y="8743"/>
                </a:cubicBezTo>
                <a:cubicBezTo>
                  <a:pt x="517" y="8743"/>
                  <a:pt x="396" y="8834"/>
                  <a:pt x="335" y="8895"/>
                </a:cubicBezTo>
                <a:cubicBezTo>
                  <a:pt x="305" y="8925"/>
                  <a:pt x="214" y="8925"/>
                  <a:pt x="183" y="8986"/>
                </a:cubicBezTo>
                <a:cubicBezTo>
                  <a:pt x="31" y="9199"/>
                  <a:pt x="1" y="9442"/>
                  <a:pt x="62" y="9685"/>
                </a:cubicBezTo>
                <a:cubicBezTo>
                  <a:pt x="62" y="9716"/>
                  <a:pt x="92" y="9716"/>
                  <a:pt x="92" y="9716"/>
                </a:cubicBezTo>
                <a:cubicBezTo>
                  <a:pt x="426" y="9777"/>
                  <a:pt x="183" y="9777"/>
                  <a:pt x="92" y="9807"/>
                </a:cubicBezTo>
                <a:lnTo>
                  <a:pt x="62" y="9807"/>
                </a:lnTo>
                <a:cubicBezTo>
                  <a:pt x="92" y="9868"/>
                  <a:pt x="122" y="9898"/>
                  <a:pt x="183" y="9898"/>
                </a:cubicBezTo>
                <a:cubicBezTo>
                  <a:pt x="244" y="9898"/>
                  <a:pt x="244" y="10020"/>
                  <a:pt x="244" y="10202"/>
                </a:cubicBezTo>
                <a:lnTo>
                  <a:pt x="274" y="10384"/>
                </a:lnTo>
                <a:lnTo>
                  <a:pt x="274" y="10506"/>
                </a:lnTo>
                <a:cubicBezTo>
                  <a:pt x="457" y="10658"/>
                  <a:pt x="669" y="10780"/>
                  <a:pt x="882" y="10901"/>
                </a:cubicBezTo>
                <a:lnTo>
                  <a:pt x="700" y="11114"/>
                </a:lnTo>
                <a:cubicBezTo>
                  <a:pt x="700" y="11144"/>
                  <a:pt x="973" y="11479"/>
                  <a:pt x="973" y="11631"/>
                </a:cubicBezTo>
                <a:cubicBezTo>
                  <a:pt x="973" y="11752"/>
                  <a:pt x="1034" y="11874"/>
                  <a:pt x="1125" y="11965"/>
                </a:cubicBezTo>
                <a:lnTo>
                  <a:pt x="1217" y="11995"/>
                </a:lnTo>
                <a:cubicBezTo>
                  <a:pt x="1308" y="12026"/>
                  <a:pt x="1399" y="12026"/>
                  <a:pt x="1460" y="12056"/>
                </a:cubicBezTo>
                <a:lnTo>
                  <a:pt x="1521" y="12087"/>
                </a:lnTo>
                <a:cubicBezTo>
                  <a:pt x="1521" y="12178"/>
                  <a:pt x="1703" y="12299"/>
                  <a:pt x="1703" y="12360"/>
                </a:cubicBezTo>
                <a:lnTo>
                  <a:pt x="1703" y="12664"/>
                </a:lnTo>
                <a:cubicBezTo>
                  <a:pt x="1703" y="12725"/>
                  <a:pt x="1703" y="12755"/>
                  <a:pt x="1733" y="12816"/>
                </a:cubicBezTo>
                <a:cubicBezTo>
                  <a:pt x="1794" y="12846"/>
                  <a:pt x="1855" y="12846"/>
                  <a:pt x="1916" y="12846"/>
                </a:cubicBezTo>
                <a:cubicBezTo>
                  <a:pt x="1976" y="12877"/>
                  <a:pt x="2007" y="12938"/>
                  <a:pt x="1976" y="13059"/>
                </a:cubicBezTo>
                <a:lnTo>
                  <a:pt x="2007" y="13120"/>
                </a:lnTo>
                <a:lnTo>
                  <a:pt x="2250" y="13363"/>
                </a:lnTo>
                <a:cubicBezTo>
                  <a:pt x="2078" y="13564"/>
                  <a:pt x="2257" y="13791"/>
                  <a:pt x="2355" y="13791"/>
                </a:cubicBezTo>
                <a:cubicBezTo>
                  <a:pt x="2361" y="13791"/>
                  <a:pt x="2366" y="13791"/>
                  <a:pt x="2372" y="13789"/>
                </a:cubicBezTo>
                <a:cubicBezTo>
                  <a:pt x="2615" y="13728"/>
                  <a:pt x="2858" y="13698"/>
                  <a:pt x="3101" y="13667"/>
                </a:cubicBezTo>
                <a:cubicBezTo>
                  <a:pt x="3253" y="13667"/>
                  <a:pt x="3587" y="13789"/>
                  <a:pt x="3709" y="13789"/>
                </a:cubicBezTo>
                <a:lnTo>
                  <a:pt x="4043" y="13758"/>
                </a:lnTo>
                <a:lnTo>
                  <a:pt x="4104" y="13789"/>
                </a:lnTo>
                <a:lnTo>
                  <a:pt x="4165" y="13789"/>
                </a:lnTo>
                <a:cubicBezTo>
                  <a:pt x="4184" y="13847"/>
                  <a:pt x="4228" y="13868"/>
                  <a:pt x="4273" y="13868"/>
                </a:cubicBezTo>
                <a:cubicBezTo>
                  <a:pt x="4299" y="13868"/>
                  <a:pt x="4325" y="13861"/>
                  <a:pt x="4347" y="13850"/>
                </a:cubicBezTo>
                <a:cubicBezTo>
                  <a:pt x="4353" y="13844"/>
                  <a:pt x="4363" y="13841"/>
                  <a:pt x="4377" y="13841"/>
                </a:cubicBezTo>
                <a:cubicBezTo>
                  <a:pt x="4432" y="13841"/>
                  <a:pt x="4541" y="13886"/>
                  <a:pt x="4591" y="13910"/>
                </a:cubicBezTo>
                <a:cubicBezTo>
                  <a:pt x="4651" y="13941"/>
                  <a:pt x="4439" y="14184"/>
                  <a:pt x="4347" y="14275"/>
                </a:cubicBezTo>
                <a:cubicBezTo>
                  <a:pt x="4287" y="14336"/>
                  <a:pt x="4165" y="14366"/>
                  <a:pt x="4074" y="14366"/>
                </a:cubicBezTo>
                <a:cubicBezTo>
                  <a:pt x="4072" y="14365"/>
                  <a:pt x="4071" y="14364"/>
                  <a:pt x="4069" y="14364"/>
                </a:cubicBezTo>
                <a:cubicBezTo>
                  <a:pt x="4029" y="14364"/>
                  <a:pt x="3887" y="14644"/>
                  <a:pt x="3800" y="14731"/>
                </a:cubicBezTo>
                <a:cubicBezTo>
                  <a:pt x="3709" y="14883"/>
                  <a:pt x="3648" y="15035"/>
                  <a:pt x="3618" y="15187"/>
                </a:cubicBezTo>
                <a:lnTo>
                  <a:pt x="3375" y="15187"/>
                </a:lnTo>
                <a:cubicBezTo>
                  <a:pt x="3375" y="15187"/>
                  <a:pt x="3375" y="15278"/>
                  <a:pt x="3375" y="15278"/>
                </a:cubicBezTo>
                <a:lnTo>
                  <a:pt x="3466" y="15369"/>
                </a:lnTo>
                <a:cubicBezTo>
                  <a:pt x="3314" y="15430"/>
                  <a:pt x="3192" y="15521"/>
                  <a:pt x="3071" y="15643"/>
                </a:cubicBezTo>
                <a:cubicBezTo>
                  <a:pt x="3040" y="15704"/>
                  <a:pt x="2919" y="16008"/>
                  <a:pt x="2828" y="16038"/>
                </a:cubicBezTo>
                <a:cubicBezTo>
                  <a:pt x="2736" y="16099"/>
                  <a:pt x="2676" y="16190"/>
                  <a:pt x="2736" y="16281"/>
                </a:cubicBezTo>
                <a:lnTo>
                  <a:pt x="2615" y="16342"/>
                </a:lnTo>
                <a:lnTo>
                  <a:pt x="2584" y="16342"/>
                </a:lnTo>
                <a:cubicBezTo>
                  <a:pt x="2554" y="16372"/>
                  <a:pt x="2524" y="16433"/>
                  <a:pt x="2524" y="16494"/>
                </a:cubicBezTo>
                <a:lnTo>
                  <a:pt x="2463" y="16524"/>
                </a:lnTo>
                <a:lnTo>
                  <a:pt x="2372" y="16555"/>
                </a:lnTo>
                <a:cubicBezTo>
                  <a:pt x="2402" y="16646"/>
                  <a:pt x="2341" y="16798"/>
                  <a:pt x="2311" y="16889"/>
                </a:cubicBezTo>
                <a:cubicBezTo>
                  <a:pt x="2250" y="16950"/>
                  <a:pt x="2189" y="17193"/>
                  <a:pt x="2128" y="17193"/>
                </a:cubicBezTo>
                <a:cubicBezTo>
                  <a:pt x="2068" y="17193"/>
                  <a:pt x="2037" y="17254"/>
                  <a:pt x="2068" y="17284"/>
                </a:cubicBezTo>
                <a:cubicBezTo>
                  <a:pt x="2098" y="17284"/>
                  <a:pt x="2007" y="17345"/>
                  <a:pt x="1916" y="17375"/>
                </a:cubicBezTo>
                <a:lnTo>
                  <a:pt x="1855" y="17436"/>
                </a:lnTo>
                <a:cubicBezTo>
                  <a:pt x="1825" y="17467"/>
                  <a:pt x="1885" y="17558"/>
                  <a:pt x="1825" y="17588"/>
                </a:cubicBezTo>
                <a:lnTo>
                  <a:pt x="1642" y="17771"/>
                </a:lnTo>
                <a:cubicBezTo>
                  <a:pt x="1551" y="17953"/>
                  <a:pt x="1490" y="18166"/>
                  <a:pt x="1429" y="18378"/>
                </a:cubicBezTo>
                <a:cubicBezTo>
                  <a:pt x="1429" y="18500"/>
                  <a:pt x="1429" y="18622"/>
                  <a:pt x="1429" y="18743"/>
                </a:cubicBezTo>
                <a:lnTo>
                  <a:pt x="1399" y="18834"/>
                </a:lnTo>
                <a:lnTo>
                  <a:pt x="1399" y="18865"/>
                </a:lnTo>
                <a:lnTo>
                  <a:pt x="1551" y="19078"/>
                </a:lnTo>
                <a:lnTo>
                  <a:pt x="1551" y="19169"/>
                </a:lnTo>
                <a:cubicBezTo>
                  <a:pt x="1551" y="19290"/>
                  <a:pt x="1642" y="19351"/>
                  <a:pt x="1673" y="19442"/>
                </a:cubicBezTo>
                <a:lnTo>
                  <a:pt x="1703" y="19534"/>
                </a:lnTo>
                <a:cubicBezTo>
                  <a:pt x="1764" y="19716"/>
                  <a:pt x="1855" y="19868"/>
                  <a:pt x="1946" y="20020"/>
                </a:cubicBezTo>
                <a:cubicBezTo>
                  <a:pt x="2037" y="20141"/>
                  <a:pt x="2128" y="20233"/>
                  <a:pt x="2220" y="20354"/>
                </a:cubicBezTo>
                <a:lnTo>
                  <a:pt x="2280" y="20445"/>
                </a:lnTo>
                <a:lnTo>
                  <a:pt x="2402" y="20719"/>
                </a:lnTo>
                <a:cubicBezTo>
                  <a:pt x="2554" y="21023"/>
                  <a:pt x="2676" y="21388"/>
                  <a:pt x="2736" y="21540"/>
                </a:cubicBezTo>
                <a:lnTo>
                  <a:pt x="2858" y="21600"/>
                </a:lnTo>
                <a:lnTo>
                  <a:pt x="2949" y="21692"/>
                </a:lnTo>
                <a:cubicBezTo>
                  <a:pt x="2926" y="21760"/>
                  <a:pt x="2955" y="21794"/>
                  <a:pt x="3022" y="21794"/>
                </a:cubicBezTo>
                <a:cubicBezTo>
                  <a:pt x="3044" y="21794"/>
                  <a:pt x="3071" y="21790"/>
                  <a:pt x="3101" y="21783"/>
                </a:cubicBezTo>
                <a:lnTo>
                  <a:pt x="3192" y="21752"/>
                </a:lnTo>
                <a:cubicBezTo>
                  <a:pt x="3223" y="21844"/>
                  <a:pt x="3253" y="21935"/>
                  <a:pt x="3253" y="22056"/>
                </a:cubicBezTo>
                <a:cubicBezTo>
                  <a:pt x="3253" y="22117"/>
                  <a:pt x="3284" y="22330"/>
                  <a:pt x="3344" y="22360"/>
                </a:cubicBezTo>
                <a:lnTo>
                  <a:pt x="3557" y="22482"/>
                </a:lnTo>
                <a:cubicBezTo>
                  <a:pt x="3587" y="22482"/>
                  <a:pt x="3891" y="22603"/>
                  <a:pt x="3891" y="22695"/>
                </a:cubicBezTo>
                <a:cubicBezTo>
                  <a:pt x="3831" y="22847"/>
                  <a:pt x="3800" y="22999"/>
                  <a:pt x="3739" y="23151"/>
                </a:cubicBezTo>
                <a:lnTo>
                  <a:pt x="3679" y="23333"/>
                </a:lnTo>
                <a:lnTo>
                  <a:pt x="3679" y="23424"/>
                </a:lnTo>
                <a:cubicBezTo>
                  <a:pt x="3800" y="23607"/>
                  <a:pt x="3983" y="23728"/>
                  <a:pt x="4195" y="23789"/>
                </a:cubicBezTo>
                <a:lnTo>
                  <a:pt x="4651" y="23789"/>
                </a:lnTo>
                <a:cubicBezTo>
                  <a:pt x="4909" y="23732"/>
                  <a:pt x="5328" y="23513"/>
                  <a:pt x="5452" y="23513"/>
                </a:cubicBezTo>
                <a:cubicBezTo>
                  <a:pt x="5460" y="23513"/>
                  <a:pt x="5467" y="23514"/>
                  <a:pt x="5472" y="23515"/>
                </a:cubicBezTo>
                <a:cubicBezTo>
                  <a:pt x="5594" y="23576"/>
                  <a:pt x="5898" y="23698"/>
                  <a:pt x="5989" y="23728"/>
                </a:cubicBezTo>
                <a:cubicBezTo>
                  <a:pt x="6080" y="23728"/>
                  <a:pt x="6201" y="23728"/>
                  <a:pt x="6293" y="23667"/>
                </a:cubicBezTo>
                <a:cubicBezTo>
                  <a:pt x="6536" y="23667"/>
                  <a:pt x="6809" y="23667"/>
                  <a:pt x="7083" y="23637"/>
                </a:cubicBezTo>
                <a:cubicBezTo>
                  <a:pt x="7265" y="23576"/>
                  <a:pt x="7539" y="23455"/>
                  <a:pt x="7721" y="23394"/>
                </a:cubicBezTo>
                <a:lnTo>
                  <a:pt x="7904" y="23333"/>
                </a:lnTo>
                <a:cubicBezTo>
                  <a:pt x="8056" y="23272"/>
                  <a:pt x="8208" y="23181"/>
                  <a:pt x="8360" y="23059"/>
                </a:cubicBezTo>
                <a:cubicBezTo>
                  <a:pt x="8420" y="23029"/>
                  <a:pt x="8481" y="23029"/>
                  <a:pt x="8542" y="22999"/>
                </a:cubicBezTo>
                <a:lnTo>
                  <a:pt x="8633" y="22968"/>
                </a:lnTo>
                <a:cubicBezTo>
                  <a:pt x="8846" y="22847"/>
                  <a:pt x="9059" y="22725"/>
                  <a:pt x="9271" y="22603"/>
                </a:cubicBezTo>
                <a:lnTo>
                  <a:pt x="9910" y="22391"/>
                </a:lnTo>
                <a:lnTo>
                  <a:pt x="10031" y="22208"/>
                </a:lnTo>
                <a:lnTo>
                  <a:pt x="10062" y="22178"/>
                </a:lnTo>
                <a:cubicBezTo>
                  <a:pt x="10275" y="22117"/>
                  <a:pt x="10487" y="22056"/>
                  <a:pt x="10700" y="21965"/>
                </a:cubicBezTo>
                <a:cubicBezTo>
                  <a:pt x="10822" y="21904"/>
                  <a:pt x="11126" y="21540"/>
                  <a:pt x="11278" y="21540"/>
                </a:cubicBezTo>
                <a:cubicBezTo>
                  <a:pt x="11399" y="21509"/>
                  <a:pt x="11855" y="21175"/>
                  <a:pt x="12037" y="21114"/>
                </a:cubicBezTo>
                <a:cubicBezTo>
                  <a:pt x="12281" y="21023"/>
                  <a:pt x="12524" y="20871"/>
                  <a:pt x="12737" y="20719"/>
                </a:cubicBezTo>
                <a:lnTo>
                  <a:pt x="13162" y="20719"/>
                </a:lnTo>
                <a:cubicBezTo>
                  <a:pt x="13284" y="20567"/>
                  <a:pt x="13466" y="20476"/>
                  <a:pt x="13648" y="20415"/>
                </a:cubicBezTo>
                <a:lnTo>
                  <a:pt x="13770" y="20324"/>
                </a:lnTo>
                <a:lnTo>
                  <a:pt x="14074" y="20172"/>
                </a:lnTo>
                <a:cubicBezTo>
                  <a:pt x="14378" y="19989"/>
                  <a:pt x="14986" y="19625"/>
                  <a:pt x="15138" y="19534"/>
                </a:cubicBezTo>
                <a:cubicBezTo>
                  <a:pt x="15290" y="19473"/>
                  <a:pt x="15685" y="19230"/>
                  <a:pt x="15807" y="19169"/>
                </a:cubicBezTo>
                <a:cubicBezTo>
                  <a:pt x="15928" y="19108"/>
                  <a:pt x="16202" y="18956"/>
                  <a:pt x="16414" y="18834"/>
                </a:cubicBezTo>
                <a:lnTo>
                  <a:pt x="16566" y="18682"/>
                </a:lnTo>
                <a:lnTo>
                  <a:pt x="16718" y="18530"/>
                </a:lnTo>
                <a:cubicBezTo>
                  <a:pt x="16962" y="18439"/>
                  <a:pt x="17326" y="18196"/>
                  <a:pt x="17569" y="18044"/>
                </a:cubicBezTo>
                <a:lnTo>
                  <a:pt x="17813" y="17923"/>
                </a:lnTo>
                <a:lnTo>
                  <a:pt x="18117" y="17771"/>
                </a:lnTo>
                <a:cubicBezTo>
                  <a:pt x="18390" y="17588"/>
                  <a:pt x="19363" y="17041"/>
                  <a:pt x="19667" y="16889"/>
                </a:cubicBezTo>
                <a:cubicBezTo>
                  <a:pt x="19940" y="16737"/>
                  <a:pt x="20214" y="16585"/>
                  <a:pt x="20244" y="16585"/>
                </a:cubicBezTo>
                <a:cubicBezTo>
                  <a:pt x="20275" y="16585"/>
                  <a:pt x="20244" y="16707"/>
                  <a:pt x="20214" y="16737"/>
                </a:cubicBezTo>
                <a:cubicBezTo>
                  <a:pt x="20214" y="16750"/>
                  <a:pt x="20233" y="16756"/>
                  <a:pt x="20262" y="16756"/>
                </a:cubicBezTo>
                <a:cubicBezTo>
                  <a:pt x="20365" y="16756"/>
                  <a:pt x="20596" y="16680"/>
                  <a:pt x="20548" y="16585"/>
                </a:cubicBezTo>
                <a:cubicBezTo>
                  <a:pt x="20487" y="16494"/>
                  <a:pt x="20487" y="16433"/>
                  <a:pt x="20487" y="16433"/>
                </a:cubicBezTo>
                <a:lnTo>
                  <a:pt x="20487" y="16433"/>
                </a:lnTo>
                <a:cubicBezTo>
                  <a:pt x="20491" y="16437"/>
                  <a:pt x="20495" y="16438"/>
                  <a:pt x="20501" y="16438"/>
                </a:cubicBezTo>
                <a:cubicBezTo>
                  <a:pt x="20543" y="16438"/>
                  <a:pt x="20643" y="16339"/>
                  <a:pt x="20670" y="16312"/>
                </a:cubicBezTo>
                <a:cubicBezTo>
                  <a:pt x="20679" y="16293"/>
                  <a:pt x="20695" y="16286"/>
                  <a:pt x="20711" y="16286"/>
                </a:cubicBezTo>
                <a:cubicBezTo>
                  <a:pt x="20748" y="16286"/>
                  <a:pt x="20791" y="16321"/>
                  <a:pt x="20791" y="16342"/>
                </a:cubicBezTo>
                <a:cubicBezTo>
                  <a:pt x="20796" y="16346"/>
                  <a:pt x="20804" y="16348"/>
                  <a:pt x="20815" y="16348"/>
                </a:cubicBezTo>
                <a:cubicBezTo>
                  <a:pt x="20884" y="16348"/>
                  <a:pt x="21069" y="16273"/>
                  <a:pt x="21095" y="16220"/>
                </a:cubicBezTo>
                <a:cubicBezTo>
                  <a:pt x="21247" y="16099"/>
                  <a:pt x="21369" y="15977"/>
                  <a:pt x="21521" y="15886"/>
                </a:cubicBezTo>
                <a:lnTo>
                  <a:pt x="21703" y="15825"/>
                </a:lnTo>
                <a:cubicBezTo>
                  <a:pt x="21794" y="15825"/>
                  <a:pt x="21703" y="15947"/>
                  <a:pt x="21643" y="15977"/>
                </a:cubicBezTo>
                <a:cubicBezTo>
                  <a:pt x="21582" y="16008"/>
                  <a:pt x="21643" y="16068"/>
                  <a:pt x="21734" y="16129"/>
                </a:cubicBezTo>
                <a:lnTo>
                  <a:pt x="21734" y="16190"/>
                </a:lnTo>
                <a:lnTo>
                  <a:pt x="21673" y="16312"/>
                </a:lnTo>
                <a:cubicBezTo>
                  <a:pt x="21521" y="16403"/>
                  <a:pt x="21339" y="16464"/>
                  <a:pt x="21156" y="16464"/>
                </a:cubicBezTo>
                <a:lnTo>
                  <a:pt x="21217" y="16524"/>
                </a:lnTo>
                <a:lnTo>
                  <a:pt x="21369" y="16676"/>
                </a:lnTo>
                <a:cubicBezTo>
                  <a:pt x="21335" y="16744"/>
                  <a:pt x="21292" y="16764"/>
                  <a:pt x="21261" y="16764"/>
                </a:cubicBezTo>
                <a:cubicBezTo>
                  <a:pt x="21235" y="16764"/>
                  <a:pt x="21217" y="16751"/>
                  <a:pt x="21217" y="16737"/>
                </a:cubicBezTo>
                <a:cubicBezTo>
                  <a:pt x="21195" y="16716"/>
                  <a:pt x="21128" y="16694"/>
                  <a:pt x="21037" y="16694"/>
                </a:cubicBezTo>
                <a:cubicBezTo>
                  <a:pt x="20999" y="16694"/>
                  <a:pt x="20958" y="16698"/>
                  <a:pt x="20913" y="16707"/>
                </a:cubicBezTo>
                <a:lnTo>
                  <a:pt x="20791" y="16737"/>
                </a:lnTo>
                <a:cubicBezTo>
                  <a:pt x="20761" y="16768"/>
                  <a:pt x="20731" y="16828"/>
                  <a:pt x="20700" y="16859"/>
                </a:cubicBezTo>
                <a:cubicBezTo>
                  <a:pt x="20822" y="16920"/>
                  <a:pt x="20822" y="16980"/>
                  <a:pt x="20700" y="17041"/>
                </a:cubicBezTo>
                <a:lnTo>
                  <a:pt x="20609" y="17102"/>
                </a:lnTo>
                <a:cubicBezTo>
                  <a:pt x="20579" y="17163"/>
                  <a:pt x="20275" y="17284"/>
                  <a:pt x="20244" y="17345"/>
                </a:cubicBezTo>
                <a:cubicBezTo>
                  <a:pt x="20214" y="17436"/>
                  <a:pt x="19849" y="17406"/>
                  <a:pt x="19788" y="17467"/>
                </a:cubicBezTo>
                <a:cubicBezTo>
                  <a:pt x="19697" y="17527"/>
                  <a:pt x="19819" y="17679"/>
                  <a:pt x="19849" y="17710"/>
                </a:cubicBezTo>
                <a:cubicBezTo>
                  <a:pt x="19880" y="17710"/>
                  <a:pt x="19880" y="17831"/>
                  <a:pt x="19849" y="17831"/>
                </a:cubicBezTo>
                <a:cubicBezTo>
                  <a:pt x="19758" y="17831"/>
                  <a:pt x="19667" y="17862"/>
                  <a:pt x="19606" y="17862"/>
                </a:cubicBezTo>
                <a:lnTo>
                  <a:pt x="19302" y="18014"/>
                </a:lnTo>
                <a:lnTo>
                  <a:pt x="19302" y="18166"/>
                </a:lnTo>
                <a:cubicBezTo>
                  <a:pt x="19241" y="18257"/>
                  <a:pt x="19180" y="18318"/>
                  <a:pt x="19089" y="18409"/>
                </a:cubicBezTo>
                <a:lnTo>
                  <a:pt x="19089" y="18530"/>
                </a:lnTo>
                <a:cubicBezTo>
                  <a:pt x="19089" y="18561"/>
                  <a:pt x="18998" y="18591"/>
                  <a:pt x="18968" y="18591"/>
                </a:cubicBezTo>
                <a:cubicBezTo>
                  <a:pt x="18937" y="18561"/>
                  <a:pt x="18907" y="18561"/>
                  <a:pt x="18877" y="18500"/>
                </a:cubicBezTo>
                <a:lnTo>
                  <a:pt x="18877" y="18470"/>
                </a:lnTo>
                <a:cubicBezTo>
                  <a:pt x="18864" y="18444"/>
                  <a:pt x="18840" y="18435"/>
                  <a:pt x="18815" y="18435"/>
                </a:cubicBezTo>
                <a:cubicBezTo>
                  <a:pt x="18780" y="18435"/>
                  <a:pt x="18742" y="18452"/>
                  <a:pt x="18725" y="18470"/>
                </a:cubicBezTo>
                <a:cubicBezTo>
                  <a:pt x="18664" y="18500"/>
                  <a:pt x="18633" y="18530"/>
                  <a:pt x="18633" y="18591"/>
                </a:cubicBezTo>
                <a:lnTo>
                  <a:pt x="18633" y="18622"/>
                </a:lnTo>
                <a:lnTo>
                  <a:pt x="18633" y="18804"/>
                </a:lnTo>
                <a:cubicBezTo>
                  <a:pt x="18481" y="18895"/>
                  <a:pt x="18299" y="18956"/>
                  <a:pt x="18117" y="19017"/>
                </a:cubicBezTo>
                <a:lnTo>
                  <a:pt x="18056" y="18956"/>
                </a:lnTo>
                <a:cubicBezTo>
                  <a:pt x="18029" y="18947"/>
                  <a:pt x="18005" y="18943"/>
                  <a:pt x="17984" y="18943"/>
                </a:cubicBezTo>
                <a:cubicBezTo>
                  <a:pt x="17934" y="18943"/>
                  <a:pt x="17904" y="18965"/>
                  <a:pt x="17904" y="18986"/>
                </a:cubicBezTo>
                <a:lnTo>
                  <a:pt x="17873" y="19078"/>
                </a:lnTo>
                <a:cubicBezTo>
                  <a:pt x="17850" y="19170"/>
                  <a:pt x="17898" y="19210"/>
                  <a:pt x="17935" y="19210"/>
                </a:cubicBezTo>
                <a:cubicBezTo>
                  <a:pt x="17947" y="19210"/>
                  <a:pt x="17957" y="19206"/>
                  <a:pt x="17965" y="19199"/>
                </a:cubicBezTo>
                <a:cubicBezTo>
                  <a:pt x="17965" y="19199"/>
                  <a:pt x="18025" y="19199"/>
                  <a:pt x="18056" y="19260"/>
                </a:cubicBezTo>
                <a:lnTo>
                  <a:pt x="18056" y="19290"/>
                </a:lnTo>
                <a:cubicBezTo>
                  <a:pt x="18025" y="19321"/>
                  <a:pt x="17965" y="19382"/>
                  <a:pt x="17934" y="19382"/>
                </a:cubicBezTo>
                <a:lnTo>
                  <a:pt x="17691" y="19382"/>
                </a:lnTo>
                <a:cubicBezTo>
                  <a:pt x="17718" y="19514"/>
                  <a:pt x="17583" y="19600"/>
                  <a:pt x="17507" y="19600"/>
                </a:cubicBezTo>
                <a:cubicBezTo>
                  <a:pt x="17496" y="19600"/>
                  <a:pt x="17486" y="19598"/>
                  <a:pt x="17478" y="19594"/>
                </a:cubicBezTo>
                <a:cubicBezTo>
                  <a:pt x="17462" y="19586"/>
                  <a:pt x="17446" y="19582"/>
                  <a:pt x="17431" y="19582"/>
                </a:cubicBezTo>
                <a:cubicBezTo>
                  <a:pt x="17389" y="19582"/>
                  <a:pt x="17357" y="19611"/>
                  <a:pt x="17357" y="19655"/>
                </a:cubicBezTo>
                <a:lnTo>
                  <a:pt x="17357" y="19716"/>
                </a:lnTo>
                <a:lnTo>
                  <a:pt x="17357" y="19989"/>
                </a:lnTo>
                <a:cubicBezTo>
                  <a:pt x="17205" y="19989"/>
                  <a:pt x="17022" y="20050"/>
                  <a:pt x="16870" y="20081"/>
                </a:cubicBezTo>
                <a:lnTo>
                  <a:pt x="16810" y="20141"/>
                </a:lnTo>
                <a:cubicBezTo>
                  <a:pt x="16718" y="20202"/>
                  <a:pt x="16627" y="20263"/>
                  <a:pt x="16536" y="20324"/>
                </a:cubicBezTo>
                <a:lnTo>
                  <a:pt x="16475" y="20354"/>
                </a:lnTo>
                <a:cubicBezTo>
                  <a:pt x="16354" y="20354"/>
                  <a:pt x="16232" y="20415"/>
                  <a:pt x="16141" y="20506"/>
                </a:cubicBezTo>
                <a:cubicBezTo>
                  <a:pt x="16050" y="20597"/>
                  <a:pt x="15898" y="20689"/>
                  <a:pt x="15776" y="20719"/>
                </a:cubicBezTo>
                <a:cubicBezTo>
                  <a:pt x="15685" y="20749"/>
                  <a:pt x="15655" y="20841"/>
                  <a:pt x="15776" y="20932"/>
                </a:cubicBezTo>
                <a:lnTo>
                  <a:pt x="15837" y="20993"/>
                </a:lnTo>
                <a:cubicBezTo>
                  <a:pt x="15928" y="21023"/>
                  <a:pt x="15989" y="21114"/>
                  <a:pt x="15959" y="21236"/>
                </a:cubicBezTo>
                <a:lnTo>
                  <a:pt x="15959" y="21388"/>
                </a:lnTo>
                <a:cubicBezTo>
                  <a:pt x="16050" y="21448"/>
                  <a:pt x="16141" y="21509"/>
                  <a:pt x="16232" y="21570"/>
                </a:cubicBezTo>
                <a:cubicBezTo>
                  <a:pt x="16232" y="21600"/>
                  <a:pt x="16141" y="21722"/>
                  <a:pt x="16202" y="21752"/>
                </a:cubicBezTo>
                <a:cubicBezTo>
                  <a:pt x="16262" y="21783"/>
                  <a:pt x="16293" y="21874"/>
                  <a:pt x="16262" y="21965"/>
                </a:cubicBezTo>
                <a:lnTo>
                  <a:pt x="16293" y="22026"/>
                </a:lnTo>
                <a:lnTo>
                  <a:pt x="16414" y="22148"/>
                </a:lnTo>
                <a:cubicBezTo>
                  <a:pt x="16566" y="22300"/>
                  <a:pt x="16718" y="22391"/>
                  <a:pt x="16901" y="22482"/>
                </a:cubicBezTo>
                <a:lnTo>
                  <a:pt x="16992" y="22421"/>
                </a:lnTo>
                <a:cubicBezTo>
                  <a:pt x="17083" y="22421"/>
                  <a:pt x="17083" y="22543"/>
                  <a:pt x="17083" y="22573"/>
                </a:cubicBezTo>
                <a:cubicBezTo>
                  <a:pt x="17068" y="22603"/>
                  <a:pt x="17022" y="22611"/>
                  <a:pt x="16977" y="22611"/>
                </a:cubicBezTo>
                <a:cubicBezTo>
                  <a:pt x="16931" y="22611"/>
                  <a:pt x="16886" y="22603"/>
                  <a:pt x="16870" y="22603"/>
                </a:cubicBezTo>
                <a:cubicBezTo>
                  <a:pt x="16864" y="22600"/>
                  <a:pt x="16859" y="22599"/>
                  <a:pt x="16854" y="22599"/>
                </a:cubicBezTo>
                <a:cubicBezTo>
                  <a:pt x="16817" y="22599"/>
                  <a:pt x="16850" y="22711"/>
                  <a:pt x="16931" y="22847"/>
                </a:cubicBezTo>
                <a:lnTo>
                  <a:pt x="17053" y="22907"/>
                </a:lnTo>
                <a:lnTo>
                  <a:pt x="17266" y="23029"/>
                </a:lnTo>
                <a:cubicBezTo>
                  <a:pt x="17235" y="23181"/>
                  <a:pt x="17691" y="23303"/>
                  <a:pt x="17813" y="23363"/>
                </a:cubicBezTo>
                <a:cubicBezTo>
                  <a:pt x="17965" y="23394"/>
                  <a:pt x="18177" y="23455"/>
                  <a:pt x="18208" y="23455"/>
                </a:cubicBezTo>
                <a:cubicBezTo>
                  <a:pt x="18360" y="23455"/>
                  <a:pt x="18512" y="23424"/>
                  <a:pt x="18664" y="23424"/>
                </a:cubicBezTo>
                <a:lnTo>
                  <a:pt x="18846" y="23394"/>
                </a:lnTo>
                <a:lnTo>
                  <a:pt x="18877" y="23394"/>
                </a:lnTo>
                <a:cubicBezTo>
                  <a:pt x="18937" y="23333"/>
                  <a:pt x="18846" y="23242"/>
                  <a:pt x="18785" y="23242"/>
                </a:cubicBezTo>
                <a:cubicBezTo>
                  <a:pt x="18755" y="23211"/>
                  <a:pt x="18846" y="23181"/>
                  <a:pt x="18877" y="23181"/>
                </a:cubicBezTo>
                <a:cubicBezTo>
                  <a:pt x="19059" y="23242"/>
                  <a:pt x="19241" y="23272"/>
                  <a:pt x="19454" y="23272"/>
                </a:cubicBezTo>
                <a:lnTo>
                  <a:pt x="20153" y="22999"/>
                </a:lnTo>
                <a:cubicBezTo>
                  <a:pt x="20305" y="22938"/>
                  <a:pt x="20822" y="22786"/>
                  <a:pt x="20943" y="22695"/>
                </a:cubicBezTo>
                <a:cubicBezTo>
                  <a:pt x="21095" y="22634"/>
                  <a:pt x="21369" y="22512"/>
                  <a:pt x="21430" y="22452"/>
                </a:cubicBezTo>
                <a:cubicBezTo>
                  <a:pt x="21491" y="22421"/>
                  <a:pt x="21916" y="22269"/>
                  <a:pt x="22038" y="22208"/>
                </a:cubicBezTo>
                <a:cubicBezTo>
                  <a:pt x="22159" y="22148"/>
                  <a:pt x="22554" y="21874"/>
                  <a:pt x="22676" y="21813"/>
                </a:cubicBezTo>
                <a:cubicBezTo>
                  <a:pt x="22828" y="21752"/>
                  <a:pt x="23466" y="21357"/>
                  <a:pt x="23679" y="21236"/>
                </a:cubicBezTo>
                <a:cubicBezTo>
                  <a:pt x="23922" y="21144"/>
                  <a:pt x="24317" y="20962"/>
                  <a:pt x="24378" y="20932"/>
                </a:cubicBezTo>
                <a:cubicBezTo>
                  <a:pt x="24469" y="20901"/>
                  <a:pt x="25320" y="20354"/>
                  <a:pt x="25655" y="20172"/>
                </a:cubicBezTo>
                <a:lnTo>
                  <a:pt x="26779" y="19564"/>
                </a:lnTo>
                <a:cubicBezTo>
                  <a:pt x="26894" y="19478"/>
                  <a:pt x="27089" y="19257"/>
                  <a:pt x="27188" y="19257"/>
                </a:cubicBezTo>
                <a:cubicBezTo>
                  <a:pt x="27194" y="19257"/>
                  <a:pt x="27200" y="19258"/>
                  <a:pt x="27205" y="19260"/>
                </a:cubicBezTo>
                <a:cubicBezTo>
                  <a:pt x="27296" y="19290"/>
                  <a:pt x="27266" y="19473"/>
                  <a:pt x="27235" y="19534"/>
                </a:cubicBezTo>
                <a:cubicBezTo>
                  <a:pt x="27205" y="19564"/>
                  <a:pt x="27205" y="19625"/>
                  <a:pt x="27175" y="19655"/>
                </a:cubicBezTo>
                <a:cubicBezTo>
                  <a:pt x="27235" y="19837"/>
                  <a:pt x="27266" y="19989"/>
                  <a:pt x="27266" y="20172"/>
                </a:cubicBezTo>
                <a:cubicBezTo>
                  <a:pt x="27266" y="20293"/>
                  <a:pt x="27235" y="20385"/>
                  <a:pt x="27175" y="20506"/>
                </a:cubicBezTo>
                <a:lnTo>
                  <a:pt x="27175" y="20537"/>
                </a:lnTo>
                <a:lnTo>
                  <a:pt x="27357" y="20841"/>
                </a:lnTo>
                <a:cubicBezTo>
                  <a:pt x="27478" y="21205"/>
                  <a:pt x="27813" y="21904"/>
                  <a:pt x="27874" y="22056"/>
                </a:cubicBezTo>
                <a:cubicBezTo>
                  <a:pt x="27904" y="22208"/>
                  <a:pt x="27965" y="22482"/>
                  <a:pt x="27995" y="22603"/>
                </a:cubicBezTo>
                <a:lnTo>
                  <a:pt x="27934" y="22695"/>
                </a:lnTo>
                <a:lnTo>
                  <a:pt x="27843" y="22907"/>
                </a:lnTo>
                <a:cubicBezTo>
                  <a:pt x="28026" y="22907"/>
                  <a:pt x="28238" y="23242"/>
                  <a:pt x="28360" y="23272"/>
                </a:cubicBezTo>
                <a:cubicBezTo>
                  <a:pt x="28482" y="23333"/>
                  <a:pt x="28603" y="23637"/>
                  <a:pt x="28603" y="23759"/>
                </a:cubicBezTo>
                <a:cubicBezTo>
                  <a:pt x="28603" y="23880"/>
                  <a:pt x="28816" y="23850"/>
                  <a:pt x="28877" y="23910"/>
                </a:cubicBezTo>
                <a:cubicBezTo>
                  <a:pt x="28907" y="23941"/>
                  <a:pt x="28907" y="24214"/>
                  <a:pt x="28907" y="24275"/>
                </a:cubicBezTo>
                <a:cubicBezTo>
                  <a:pt x="28877" y="24366"/>
                  <a:pt x="28877" y="24427"/>
                  <a:pt x="28846" y="24518"/>
                </a:cubicBezTo>
                <a:lnTo>
                  <a:pt x="28816" y="24549"/>
                </a:lnTo>
                <a:cubicBezTo>
                  <a:pt x="28755" y="24701"/>
                  <a:pt x="28694" y="24853"/>
                  <a:pt x="28664" y="25005"/>
                </a:cubicBezTo>
                <a:lnTo>
                  <a:pt x="28694" y="25187"/>
                </a:lnTo>
                <a:cubicBezTo>
                  <a:pt x="28907" y="25278"/>
                  <a:pt x="29150" y="25339"/>
                  <a:pt x="29393" y="25400"/>
                </a:cubicBezTo>
                <a:cubicBezTo>
                  <a:pt x="29454" y="25461"/>
                  <a:pt x="29515" y="25521"/>
                  <a:pt x="29545" y="25521"/>
                </a:cubicBezTo>
                <a:cubicBezTo>
                  <a:pt x="29545" y="25521"/>
                  <a:pt x="29819" y="25491"/>
                  <a:pt x="30153" y="25491"/>
                </a:cubicBezTo>
                <a:lnTo>
                  <a:pt x="30457" y="25461"/>
                </a:lnTo>
                <a:lnTo>
                  <a:pt x="30488" y="25461"/>
                </a:lnTo>
                <a:cubicBezTo>
                  <a:pt x="30512" y="25425"/>
                  <a:pt x="30568" y="25413"/>
                  <a:pt x="30634" y="25413"/>
                </a:cubicBezTo>
                <a:cubicBezTo>
                  <a:pt x="30735" y="25413"/>
                  <a:pt x="30858" y="25442"/>
                  <a:pt x="30913" y="25461"/>
                </a:cubicBezTo>
                <a:cubicBezTo>
                  <a:pt x="30931" y="25465"/>
                  <a:pt x="30953" y="25467"/>
                  <a:pt x="30977" y="25467"/>
                </a:cubicBezTo>
                <a:cubicBezTo>
                  <a:pt x="31070" y="25467"/>
                  <a:pt x="31193" y="25439"/>
                  <a:pt x="31260" y="25439"/>
                </a:cubicBezTo>
                <a:cubicBezTo>
                  <a:pt x="31290" y="25439"/>
                  <a:pt x="31308" y="25445"/>
                  <a:pt x="31308" y="25461"/>
                </a:cubicBezTo>
                <a:cubicBezTo>
                  <a:pt x="31295" y="25486"/>
                  <a:pt x="31326" y="25496"/>
                  <a:pt x="31373" y="25496"/>
                </a:cubicBezTo>
                <a:cubicBezTo>
                  <a:pt x="31436" y="25496"/>
                  <a:pt x="31529" y="25478"/>
                  <a:pt x="31582" y="25461"/>
                </a:cubicBezTo>
                <a:cubicBezTo>
                  <a:pt x="31590" y="25457"/>
                  <a:pt x="31600" y="25455"/>
                  <a:pt x="31610" y="25455"/>
                </a:cubicBezTo>
                <a:cubicBezTo>
                  <a:pt x="31674" y="25455"/>
                  <a:pt x="31764" y="25530"/>
                  <a:pt x="31764" y="25582"/>
                </a:cubicBezTo>
                <a:cubicBezTo>
                  <a:pt x="31764" y="25613"/>
                  <a:pt x="31977" y="25613"/>
                  <a:pt x="32038" y="25613"/>
                </a:cubicBezTo>
                <a:cubicBezTo>
                  <a:pt x="32099" y="25613"/>
                  <a:pt x="32159" y="25613"/>
                  <a:pt x="32190" y="25643"/>
                </a:cubicBezTo>
                <a:cubicBezTo>
                  <a:pt x="32433" y="25582"/>
                  <a:pt x="32646" y="25521"/>
                  <a:pt x="32859" y="25461"/>
                </a:cubicBezTo>
                <a:cubicBezTo>
                  <a:pt x="33041" y="25430"/>
                  <a:pt x="33588" y="25248"/>
                  <a:pt x="34074" y="25066"/>
                </a:cubicBezTo>
                <a:lnTo>
                  <a:pt x="34530" y="24914"/>
                </a:lnTo>
                <a:lnTo>
                  <a:pt x="34652" y="24883"/>
                </a:lnTo>
                <a:cubicBezTo>
                  <a:pt x="34956" y="24731"/>
                  <a:pt x="35260" y="24579"/>
                  <a:pt x="35564" y="24427"/>
                </a:cubicBezTo>
                <a:lnTo>
                  <a:pt x="36141" y="24275"/>
                </a:lnTo>
                <a:cubicBezTo>
                  <a:pt x="36232" y="24245"/>
                  <a:pt x="36354" y="24184"/>
                  <a:pt x="36445" y="24123"/>
                </a:cubicBezTo>
                <a:lnTo>
                  <a:pt x="36445" y="24062"/>
                </a:lnTo>
                <a:lnTo>
                  <a:pt x="36506" y="23910"/>
                </a:lnTo>
                <a:cubicBezTo>
                  <a:pt x="36567" y="23931"/>
                  <a:pt x="36628" y="23941"/>
                  <a:pt x="36686" y="23941"/>
                </a:cubicBezTo>
                <a:cubicBezTo>
                  <a:pt x="36803" y="23941"/>
                  <a:pt x="36911" y="23900"/>
                  <a:pt x="36992" y="23819"/>
                </a:cubicBezTo>
                <a:lnTo>
                  <a:pt x="37114" y="23698"/>
                </a:lnTo>
                <a:cubicBezTo>
                  <a:pt x="37144" y="23683"/>
                  <a:pt x="37182" y="23683"/>
                  <a:pt x="37224" y="23683"/>
                </a:cubicBezTo>
                <a:cubicBezTo>
                  <a:pt x="37266" y="23683"/>
                  <a:pt x="37311" y="23683"/>
                  <a:pt x="37357" y="23667"/>
                </a:cubicBezTo>
                <a:lnTo>
                  <a:pt x="37600" y="23607"/>
                </a:lnTo>
                <a:cubicBezTo>
                  <a:pt x="37813" y="23485"/>
                  <a:pt x="37995" y="23363"/>
                  <a:pt x="38178" y="23211"/>
                </a:cubicBezTo>
                <a:cubicBezTo>
                  <a:pt x="38208" y="23181"/>
                  <a:pt x="38512" y="23120"/>
                  <a:pt x="38603" y="23059"/>
                </a:cubicBezTo>
                <a:cubicBezTo>
                  <a:pt x="38786" y="22938"/>
                  <a:pt x="38968" y="22847"/>
                  <a:pt x="39150" y="22786"/>
                </a:cubicBezTo>
                <a:lnTo>
                  <a:pt x="39302" y="22664"/>
                </a:lnTo>
                <a:lnTo>
                  <a:pt x="39454" y="22543"/>
                </a:lnTo>
                <a:cubicBezTo>
                  <a:pt x="39637" y="22482"/>
                  <a:pt x="39819" y="22360"/>
                  <a:pt x="40002" y="22239"/>
                </a:cubicBezTo>
                <a:cubicBezTo>
                  <a:pt x="40029" y="22211"/>
                  <a:pt x="40157" y="22083"/>
                  <a:pt x="40203" y="22083"/>
                </a:cubicBezTo>
                <a:cubicBezTo>
                  <a:pt x="40208" y="22083"/>
                  <a:pt x="40212" y="22084"/>
                  <a:pt x="40214" y="22087"/>
                </a:cubicBezTo>
                <a:lnTo>
                  <a:pt x="40336" y="22117"/>
                </a:lnTo>
                <a:cubicBezTo>
                  <a:pt x="40457" y="22087"/>
                  <a:pt x="40549" y="22056"/>
                  <a:pt x="40640" y="21996"/>
                </a:cubicBezTo>
                <a:lnTo>
                  <a:pt x="40670" y="21874"/>
                </a:lnTo>
                <a:lnTo>
                  <a:pt x="40731" y="21752"/>
                </a:lnTo>
                <a:cubicBezTo>
                  <a:pt x="40853" y="21722"/>
                  <a:pt x="40974" y="21692"/>
                  <a:pt x="41065" y="21661"/>
                </a:cubicBezTo>
                <a:cubicBezTo>
                  <a:pt x="41157" y="21570"/>
                  <a:pt x="41278" y="21540"/>
                  <a:pt x="41400" y="21509"/>
                </a:cubicBezTo>
                <a:lnTo>
                  <a:pt x="41430" y="21357"/>
                </a:lnTo>
                <a:lnTo>
                  <a:pt x="41430" y="21327"/>
                </a:lnTo>
                <a:cubicBezTo>
                  <a:pt x="41451" y="21320"/>
                  <a:pt x="41479" y="21318"/>
                  <a:pt x="41512" y="21318"/>
                </a:cubicBezTo>
                <a:cubicBezTo>
                  <a:pt x="41569" y="21318"/>
                  <a:pt x="41640" y="21325"/>
                  <a:pt x="41700" y="21325"/>
                </a:cubicBezTo>
                <a:cubicBezTo>
                  <a:pt x="41755" y="21325"/>
                  <a:pt x="41803" y="21319"/>
                  <a:pt x="41825" y="21296"/>
                </a:cubicBezTo>
                <a:cubicBezTo>
                  <a:pt x="41886" y="21205"/>
                  <a:pt x="41947" y="21144"/>
                  <a:pt x="42008" y="21084"/>
                </a:cubicBezTo>
                <a:lnTo>
                  <a:pt x="42160" y="21084"/>
                </a:lnTo>
                <a:cubicBezTo>
                  <a:pt x="42220" y="21023"/>
                  <a:pt x="42281" y="20962"/>
                  <a:pt x="42342" y="20932"/>
                </a:cubicBezTo>
                <a:lnTo>
                  <a:pt x="42403" y="20901"/>
                </a:lnTo>
                <a:cubicBezTo>
                  <a:pt x="42433" y="20871"/>
                  <a:pt x="42403" y="20780"/>
                  <a:pt x="42464" y="20749"/>
                </a:cubicBezTo>
                <a:lnTo>
                  <a:pt x="42707" y="20749"/>
                </a:lnTo>
                <a:cubicBezTo>
                  <a:pt x="42768" y="20719"/>
                  <a:pt x="42828" y="20689"/>
                  <a:pt x="42889" y="20658"/>
                </a:cubicBezTo>
                <a:lnTo>
                  <a:pt x="43132" y="20506"/>
                </a:lnTo>
                <a:cubicBezTo>
                  <a:pt x="43375" y="20354"/>
                  <a:pt x="43923" y="20050"/>
                  <a:pt x="44075" y="19959"/>
                </a:cubicBezTo>
                <a:cubicBezTo>
                  <a:pt x="44196" y="19898"/>
                  <a:pt x="44378" y="19807"/>
                  <a:pt x="44470" y="19746"/>
                </a:cubicBezTo>
                <a:lnTo>
                  <a:pt x="44591" y="19716"/>
                </a:lnTo>
                <a:cubicBezTo>
                  <a:pt x="44682" y="19716"/>
                  <a:pt x="44743" y="19594"/>
                  <a:pt x="44804" y="19534"/>
                </a:cubicBezTo>
                <a:cubicBezTo>
                  <a:pt x="44819" y="19518"/>
                  <a:pt x="44834" y="19511"/>
                  <a:pt x="44846" y="19511"/>
                </a:cubicBezTo>
                <a:cubicBezTo>
                  <a:pt x="44857" y="19511"/>
                  <a:pt x="44865" y="19518"/>
                  <a:pt x="44865" y="19534"/>
                </a:cubicBezTo>
                <a:lnTo>
                  <a:pt x="44926" y="19534"/>
                </a:lnTo>
                <a:cubicBezTo>
                  <a:pt x="44986" y="19534"/>
                  <a:pt x="45017" y="19534"/>
                  <a:pt x="45017" y="19473"/>
                </a:cubicBezTo>
                <a:cubicBezTo>
                  <a:pt x="45017" y="19442"/>
                  <a:pt x="45290" y="19382"/>
                  <a:pt x="45321" y="19321"/>
                </a:cubicBezTo>
                <a:cubicBezTo>
                  <a:pt x="45336" y="19275"/>
                  <a:pt x="45359" y="19260"/>
                  <a:pt x="45382" y="19260"/>
                </a:cubicBezTo>
                <a:cubicBezTo>
                  <a:pt x="45404" y="19260"/>
                  <a:pt x="45427" y="19275"/>
                  <a:pt x="45442" y="19290"/>
                </a:cubicBezTo>
                <a:cubicBezTo>
                  <a:pt x="45442" y="19292"/>
                  <a:pt x="45443" y="19293"/>
                  <a:pt x="45444" y="19293"/>
                </a:cubicBezTo>
                <a:cubicBezTo>
                  <a:pt x="45467" y="19293"/>
                  <a:pt x="45662" y="19074"/>
                  <a:pt x="45777" y="19017"/>
                </a:cubicBezTo>
                <a:cubicBezTo>
                  <a:pt x="46020" y="18926"/>
                  <a:pt x="46293" y="18804"/>
                  <a:pt x="46537" y="18652"/>
                </a:cubicBezTo>
                <a:cubicBezTo>
                  <a:pt x="46597" y="18561"/>
                  <a:pt x="46719" y="18470"/>
                  <a:pt x="46841" y="18439"/>
                </a:cubicBezTo>
                <a:lnTo>
                  <a:pt x="46871" y="18439"/>
                </a:lnTo>
                <a:cubicBezTo>
                  <a:pt x="46962" y="18439"/>
                  <a:pt x="47145" y="18378"/>
                  <a:pt x="47145" y="18348"/>
                </a:cubicBezTo>
                <a:lnTo>
                  <a:pt x="47145" y="18166"/>
                </a:lnTo>
                <a:cubicBezTo>
                  <a:pt x="47327" y="18135"/>
                  <a:pt x="47509" y="18105"/>
                  <a:pt x="47692" y="18075"/>
                </a:cubicBezTo>
                <a:cubicBezTo>
                  <a:pt x="47813" y="18044"/>
                  <a:pt x="47904" y="17983"/>
                  <a:pt x="48026" y="17892"/>
                </a:cubicBezTo>
                <a:cubicBezTo>
                  <a:pt x="48056" y="17862"/>
                  <a:pt x="48239" y="17710"/>
                  <a:pt x="48269" y="17710"/>
                </a:cubicBezTo>
                <a:cubicBezTo>
                  <a:pt x="48482" y="17679"/>
                  <a:pt x="48664" y="17588"/>
                  <a:pt x="48786" y="17467"/>
                </a:cubicBezTo>
                <a:lnTo>
                  <a:pt x="49029" y="17375"/>
                </a:lnTo>
                <a:cubicBezTo>
                  <a:pt x="49151" y="17345"/>
                  <a:pt x="49242" y="17284"/>
                  <a:pt x="49363" y="17223"/>
                </a:cubicBezTo>
                <a:lnTo>
                  <a:pt x="49576" y="17102"/>
                </a:lnTo>
                <a:cubicBezTo>
                  <a:pt x="49850" y="16950"/>
                  <a:pt x="50184" y="16768"/>
                  <a:pt x="50336" y="16646"/>
                </a:cubicBezTo>
                <a:lnTo>
                  <a:pt x="50518" y="16585"/>
                </a:lnTo>
                <a:lnTo>
                  <a:pt x="50579" y="16585"/>
                </a:lnTo>
                <a:cubicBezTo>
                  <a:pt x="50822" y="16464"/>
                  <a:pt x="51035" y="16372"/>
                  <a:pt x="51278" y="16281"/>
                </a:cubicBezTo>
                <a:cubicBezTo>
                  <a:pt x="51491" y="16160"/>
                  <a:pt x="51704" y="16038"/>
                  <a:pt x="51886" y="15916"/>
                </a:cubicBezTo>
                <a:cubicBezTo>
                  <a:pt x="51977" y="15856"/>
                  <a:pt x="52221" y="15764"/>
                  <a:pt x="52281" y="15734"/>
                </a:cubicBezTo>
                <a:cubicBezTo>
                  <a:pt x="52373" y="15673"/>
                  <a:pt x="52494" y="15612"/>
                  <a:pt x="52585" y="15521"/>
                </a:cubicBezTo>
                <a:cubicBezTo>
                  <a:pt x="52677" y="15461"/>
                  <a:pt x="52768" y="15400"/>
                  <a:pt x="52859" y="15369"/>
                </a:cubicBezTo>
                <a:cubicBezTo>
                  <a:pt x="52920" y="15369"/>
                  <a:pt x="53406" y="15065"/>
                  <a:pt x="53619" y="15005"/>
                </a:cubicBezTo>
                <a:cubicBezTo>
                  <a:pt x="53832" y="14944"/>
                  <a:pt x="54075" y="14761"/>
                  <a:pt x="54136" y="14761"/>
                </a:cubicBezTo>
                <a:cubicBezTo>
                  <a:pt x="54196" y="14731"/>
                  <a:pt x="54470" y="14549"/>
                  <a:pt x="54622" y="14488"/>
                </a:cubicBezTo>
                <a:cubicBezTo>
                  <a:pt x="54743" y="14427"/>
                  <a:pt x="55078" y="14305"/>
                  <a:pt x="55199" y="14245"/>
                </a:cubicBezTo>
                <a:cubicBezTo>
                  <a:pt x="55351" y="14154"/>
                  <a:pt x="55503" y="14093"/>
                  <a:pt x="55625" y="14002"/>
                </a:cubicBezTo>
                <a:lnTo>
                  <a:pt x="55746" y="13971"/>
                </a:lnTo>
                <a:cubicBezTo>
                  <a:pt x="56050" y="13880"/>
                  <a:pt x="56324" y="13728"/>
                  <a:pt x="56628" y="13606"/>
                </a:cubicBezTo>
                <a:lnTo>
                  <a:pt x="56658" y="13576"/>
                </a:lnTo>
                <a:cubicBezTo>
                  <a:pt x="56750" y="13576"/>
                  <a:pt x="56841" y="13454"/>
                  <a:pt x="56871" y="13302"/>
                </a:cubicBezTo>
                <a:lnTo>
                  <a:pt x="57084" y="13485"/>
                </a:lnTo>
                <a:cubicBezTo>
                  <a:pt x="57175" y="13454"/>
                  <a:pt x="57266" y="13272"/>
                  <a:pt x="57327" y="13242"/>
                </a:cubicBezTo>
                <a:lnTo>
                  <a:pt x="57570" y="13242"/>
                </a:lnTo>
                <a:cubicBezTo>
                  <a:pt x="57570" y="13233"/>
                  <a:pt x="57573" y="13229"/>
                  <a:pt x="57576" y="13229"/>
                </a:cubicBezTo>
                <a:cubicBezTo>
                  <a:pt x="57583" y="13229"/>
                  <a:pt x="57592" y="13251"/>
                  <a:pt x="57570" y="13272"/>
                </a:cubicBezTo>
                <a:cubicBezTo>
                  <a:pt x="57479" y="13363"/>
                  <a:pt x="57418" y="13454"/>
                  <a:pt x="57327" y="13576"/>
                </a:cubicBezTo>
                <a:lnTo>
                  <a:pt x="57327" y="13910"/>
                </a:lnTo>
                <a:cubicBezTo>
                  <a:pt x="57236" y="13910"/>
                  <a:pt x="57114" y="13910"/>
                  <a:pt x="57023" y="13941"/>
                </a:cubicBezTo>
                <a:cubicBezTo>
                  <a:pt x="56962" y="13971"/>
                  <a:pt x="56871" y="14002"/>
                  <a:pt x="56810" y="14032"/>
                </a:cubicBezTo>
                <a:cubicBezTo>
                  <a:pt x="56810" y="14040"/>
                  <a:pt x="56808" y="14043"/>
                  <a:pt x="56806" y="14043"/>
                </a:cubicBezTo>
                <a:cubicBezTo>
                  <a:pt x="56799" y="14043"/>
                  <a:pt x="56788" y="14009"/>
                  <a:pt x="56810" y="13941"/>
                </a:cubicBezTo>
                <a:lnTo>
                  <a:pt x="56810" y="13850"/>
                </a:lnTo>
                <a:cubicBezTo>
                  <a:pt x="56658" y="13910"/>
                  <a:pt x="56476" y="14002"/>
                  <a:pt x="56324" y="14093"/>
                </a:cubicBezTo>
                <a:cubicBezTo>
                  <a:pt x="56172" y="14184"/>
                  <a:pt x="55777" y="14397"/>
                  <a:pt x="55686" y="14488"/>
                </a:cubicBezTo>
                <a:cubicBezTo>
                  <a:pt x="55625" y="14549"/>
                  <a:pt x="55564" y="14579"/>
                  <a:pt x="55503" y="14670"/>
                </a:cubicBezTo>
                <a:cubicBezTo>
                  <a:pt x="55503" y="14701"/>
                  <a:pt x="55473" y="14761"/>
                  <a:pt x="55443" y="14792"/>
                </a:cubicBezTo>
                <a:lnTo>
                  <a:pt x="55473" y="14883"/>
                </a:lnTo>
                <a:lnTo>
                  <a:pt x="55503" y="14944"/>
                </a:lnTo>
                <a:cubicBezTo>
                  <a:pt x="55503" y="15065"/>
                  <a:pt x="55443" y="15157"/>
                  <a:pt x="55382" y="15217"/>
                </a:cubicBezTo>
                <a:cubicBezTo>
                  <a:pt x="55321" y="15248"/>
                  <a:pt x="55351" y="15309"/>
                  <a:pt x="55412" y="15369"/>
                </a:cubicBezTo>
                <a:lnTo>
                  <a:pt x="55473" y="15400"/>
                </a:lnTo>
                <a:lnTo>
                  <a:pt x="55534" y="15430"/>
                </a:lnTo>
                <a:cubicBezTo>
                  <a:pt x="55595" y="15430"/>
                  <a:pt x="55625" y="15400"/>
                  <a:pt x="55595" y="15369"/>
                </a:cubicBezTo>
                <a:lnTo>
                  <a:pt x="55595" y="15339"/>
                </a:lnTo>
                <a:cubicBezTo>
                  <a:pt x="55595" y="15278"/>
                  <a:pt x="55625" y="15217"/>
                  <a:pt x="55655" y="15217"/>
                </a:cubicBezTo>
                <a:lnTo>
                  <a:pt x="55777" y="15217"/>
                </a:lnTo>
                <a:cubicBezTo>
                  <a:pt x="55898" y="15217"/>
                  <a:pt x="56020" y="15187"/>
                  <a:pt x="56050" y="15065"/>
                </a:cubicBezTo>
                <a:lnTo>
                  <a:pt x="56111" y="14974"/>
                </a:lnTo>
                <a:cubicBezTo>
                  <a:pt x="56172" y="14944"/>
                  <a:pt x="56202" y="14944"/>
                  <a:pt x="56263" y="14944"/>
                </a:cubicBezTo>
                <a:lnTo>
                  <a:pt x="56294" y="14944"/>
                </a:lnTo>
                <a:cubicBezTo>
                  <a:pt x="56294" y="15035"/>
                  <a:pt x="56263" y="15096"/>
                  <a:pt x="56233" y="15187"/>
                </a:cubicBezTo>
                <a:cubicBezTo>
                  <a:pt x="56223" y="15197"/>
                  <a:pt x="56243" y="15200"/>
                  <a:pt x="56278" y="15200"/>
                </a:cubicBezTo>
                <a:cubicBezTo>
                  <a:pt x="56348" y="15200"/>
                  <a:pt x="56476" y="15187"/>
                  <a:pt x="56537" y="15187"/>
                </a:cubicBezTo>
                <a:cubicBezTo>
                  <a:pt x="56628" y="15157"/>
                  <a:pt x="56780" y="14822"/>
                  <a:pt x="56841" y="14731"/>
                </a:cubicBezTo>
                <a:cubicBezTo>
                  <a:pt x="56902" y="14701"/>
                  <a:pt x="56993" y="14670"/>
                  <a:pt x="57084" y="14670"/>
                </a:cubicBezTo>
                <a:cubicBezTo>
                  <a:pt x="57114" y="14701"/>
                  <a:pt x="57023" y="14822"/>
                  <a:pt x="56962" y="14853"/>
                </a:cubicBezTo>
                <a:cubicBezTo>
                  <a:pt x="56932" y="14883"/>
                  <a:pt x="56962" y="14913"/>
                  <a:pt x="57023" y="14913"/>
                </a:cubicBezTo>
                <a:lnTo>
                  <a:pt x="57054" y="14913"/>
                </a:lnTo>
                <a:cubicBezTo>
                  <a:pt x="57084" y="14944"/>
                  <a:pt x="57145" y="14974"/>
                  <a:pt x="57175" y="15005"/>
                </a:cubicBezTo>
                <a:lnTo>
                  <a:pt x="57266" y="15096"/>
                </a:lnTo>
                <a:cubicBezTo>
                  <a:pt x="57175" y="15126"/>
                  <a:pt x="57054" y="15157"/>
                  <a:pt x="56962" y="15217"/>
                </a:cubicBezTo>
                <a:cubicBezTo>
                  <a:pt x="56934" y="15246"/>
                  <a:pt x="56768" y="15493"/>
                  <a:pt x="56673" y="15493"/>
                </a:cubicBezTo>
                <a:cubicBezTo>
                  <a:pt x="56668" y="15493"/>
                  <a:pt x="56663" y="15493"/>
                  <a:pt x="56658" y="15491"/>
                </a:cubicBezTo>
                <a:cubicBezTo>
                  <a:pt x="56537" y="15461"/>
                  <a:pt x="56415" y="15461"/>
                  <a:pt x="56324" y="15461"/>
                </a:cubicBezTo>
                <a:lnTo>
                  <a:pt x="56263" y="15521"/>
                </a:lnTo>
                <a:cubicBezTo>
                  <a:pt x="56172" y="15612"/>
                  <a:pt x="56202" y="15643"/>
                  <a:pt x="56294" y="15704"/>
                </a:cubicBezTo>
                <a:lnTo>
                  <a:pt x="56354" y="15734"/>
                </a:lnTo>
                <a:cubicBezTo>
                  <a:pt x="56415" y="15764"/>
                  <a:pt x="56324" y="15886"/>
                  <a:pt x="56294" y="15886"/>
                </a:cubicBezTo>
                <a:cubicBezTo>
                  <a:pt x="56263" y="15916"/>
                  <a:pt x="56354" y="16068"/>
                  <a:pt x="56415" y="16068"/>
                </a:cubicBezTo>
                <a:cubicBezTo>
                  <a:pt x="56567" y="16068"/>
                  <a:pt x="56689" y="16038"/>
                  <a:pt x="56810" y="15977"/>
                </a:cubicBezTo>
                <a:cubicBezTo>
                  <a:pt x="56871" y="15916"/>
                  <a:pt x="56932" y="15825"/>
                  <a:pt x="56962" y="15764"/>
                </a:cubicBezTo>
                <a:lnTo>
                  <a:pt x="57205" y="15764"/>
                </a:lnTo>
                <a:cubicBezTo>
                  <a:pt x="57297" y="15673"/>
                  <a:pt x="57418" y="15643"/>
                  <a:pt x="57509" y="15643"/>
                </a:cubicBezTo>
                <a:cubicBezTo>
                  <a:pt x="57570" y="15643"/>
                  <a:pt x="57631" y="15552"/>
                  <a:pt x="57661" y="15491"/>
                </a:cubicBezTo>
                <a:cubicBezTo>
                  <a:pt x="57661" y="15430"/>
                  <a:pt x="57692" y="15369"/>
                  <a:pt x="57692" y="15339"/>
                </a:cubicBezTo>
                <a:lnTo>
                  <a:pt x="57722" y="15339"/>
                </a:lnTo>
                <a:cubicBezTo>
                  <a:pt x="57874" y="15248"/>
                  <a:pt x="57905" y="15248"/>
                  <a:pt x="57753" y="15187"/>
                </a:cubicBezTo>
                <a:lnTo>
                  <a:pt x="57661" y="15157"/>
                </a:lnTo>
                <a:cubicBezTo>
                  <a:pt x="57551" y="15101"/>
                  <a:pt x="57516" y="14946"/>
                  <a:pt x="57533" y="14849"/>
                </a:cubicBezTo>
                <a:lnTo>
                  <a:pt x="57533" y="14849"/>
                </a:lnTo>
                <a:cubicBezTo>
                  <a:pt x="57551" y="14859"/>
                  <a:pt x="57573" y="14869"/>
                  <a:pt x="57601" y="14883"/>
                </a:cubicBezTo>
                <a:cubicBezTo>
                  <a:pt x="57605" y="14883"/>
                  <a:pt x="57608" y="14883"/>
                  <a:pt x="57612" y="14884"/>
                </a:cubicBezTo>
                <a:lnTo>
                  <a:pt x="57612" y="14884"/>
                </a:lnTo>
                <a:cubicBezTo>
                  <a:pt x="57599" y="14803"/>
                  <a:pt x="57593" y="14730"/>
                  <a:pt x="57570" y="14640"/>
                </a:cubicBezTo>
                <a:lnTo>
                  <a:pt x="57564" y="14653"/>
                </a:lnTo>
                <a:lnTo>
                  <a:pt x="57564" y="14653"/>
                </a:lnTo>
                <a:cubicBezTo>
                  <a:pt x="57581" y="14560"/>
                  <a:pt x="57601" y="14453"/>
                  <a:pt x="57601" y="14366"/>
                </a:cubicBezTo>
                <a:lnTo>
                  <a:pt x="57722" y="14366"/>
                </a:lnTo>
                <a:cubicBezTo>
                  <a:pt x="57726" y="14364"/>
                  <a:pt x="57730" y="14363"/>
                  <a:pt x="57733" y="14363"/>
                </a:cubicBezTo>
                <a:cubicBezTo>
                  <a:pt x="57779" y="14363"/>
                  <a:pt x="57755" y="14555"/>
                  <a:pt x="57783" y="14640"/>
                </a:cubicBezTo>
                <a:cubicBezTo>
                  <a:pt x="57813" y="14731"/>
                  <a:pt x="57844" y="14822"/>
                  <a:pt x="57844" y="14913"/>
                </a:cubicBezTo>
                <a:lnTo>
                  <a:pt x="57783" y="14913"/>
                </a:lnTo>
                <a:cubicBezTo>
                  <a:pt x="57768" y="14929"/>
                  <a:pt x="57753" y="14934"/>
                  <a:pt x="57737" y="14934"/>
                </a:cubicBezTo>
                <a:cubicBezTo>
                  <a:pt x="57696" y="14934"/>
                  <a:pt x="57654" y="14891"/>
                  <a:pt x="57612" y="14884"/>
                </a:cubicBezTo>
                <a:lnTo>
                  <a:pt x="57612" y="14884"/>
                </a:lnTo>
                <a:cubicBezTo>
                  <a:pt x="57617" y="14913"/>
                  <a:pt x="57623" y="14942"/>
                  <a:pt x="57631" y="14974"/>
                </a:cubicBezTo>
                <a:lnTo>
                  <a:pt x="57783" y="15035"/>
                </a:lnTo>
                <a:cubicBezTo>
                  <a:pt x="57803" y="15038"/>
                  <a:pt x="57822" y="15040"/>
                  <a:pt x="57842" y="15040"/>
                </a:cubicBezTo>
                <a:cubicBezTo>
                  <a:pt x="58002" y="15040"/>
                  <a:pt x="58141" y="14937"/>
                  <a:pt x="58087" y="14883"/>
                </a:cubicBezTo>
                <a:cubicBezTo>
                  <a:pt x="58026" y="14792"/>
                  <a:pt x="57965" y="14701"/>
                  <a:pt x="57935" y="14609"/>
                </a:cubicBezTo>
                <a:lnTo>
                  <a:pt x="57965" y="14518"/>
                </a:lnTo>
                <a:lnTo>
                  <a:pt x="57996" y="14427"/>
                </a:lnTo>
                <a:cubicBezTo>
                  <a:pt x="58178" y="14305"/>
                  <a:pt x="58391" y="14245"/>
                  <a:pt x="58604" y="14214"/>
                </a:cubicBezTo>
                <a:cubicBezTo>
                  <a:pt x="58756" y="14214"/>
                  <a:pt x="58816" y="14336"/>
                  <a:pt x="58756" y="14457"/>
                </a:cubicBezTo>
                <a:lnTo>
                  <a:pt x="58664" y="14427"/>
                </a:lnTo>
                <a:cubicBezTo>
                  <a:pt x="58615" y="14394"/>
                  <a:pt x="58570" y="14381"/>
                  <a:pt x="58530" y="14381"/>
                </a:cubicBezTo>
                <a:cubicBezTo>
                  <a:pt x="58423" y="14381"/>
                  <a:pt x="58352" y="14474"/>
                  <a:pt x="58330" y="14518"/>
                </a:cubicBezTo>
                <a:cubicBezTo>
                  <a:pt x="58269" y="14549"/>
                  <a:pt x="58300" y="14579"/>
                  <a:pt x="58391" y="14609"/>
                </a:cubicBezTo>
                <a:cubicBezTo>
                  <a:pt x="58474" y="14637"/>
                  <a:pt x="58431" y="14765"/>
                  <a:pt x="58560" y="14765"/>
                </a:cubicBezTo>
                <a:cubicBezTo>
                  <a:pt x="58573" y="14765"/>
                  <a:pt x="58587" y="14764"/>
                  <a:pt x="58604" y="14761"/>
                </a:cubicBezTo>
                <a:lnTo>
                  <a:pt x="58695" y="14761"/>
                </a:lnTo>
                <a:cubicBezTo>
                  <a:pt x="58763" y="14789"/>
                  <a:pt x="58825" y="14804"/>
                  <a:pt x="58884" y="14804"/>
                </a:cubicBezTo>
                <a:cubicBezTo>
                  <a:pt x="58956" y="14804"/>
                  <a:pt x="59023" y="14781"/>
                  <a:pt x="59090" y="14731"/>
                </a:cubicBezTo>
                <a:cubicBezTo>
                  <a:pt x="59120" y="14670"/>
                  <a:pt x="59120" y="14609"/>
                  <a:pt x="59090" y="14609"/>
                </a:cubicBezTo>
                <a:lnTo>
                  <a:pt x="59120" y="14518"/>
                </a:lnTo>
                <a:lnTo>
                  <a:pt x="59151" y="14427"/>
                </a:lnTo>
                <a:cubicBezTo>
                  <a:pt x="59151" y="14305"/>
                  <a:pt x="59242" y="14184"/>
                  <a:pt x="59272" y="14184"/>
                </a:cubicBezTo>
                <a:cubicBezTo>
                  <a:pt x="59333" y="14184"/>
                  <a:pt x="59303" y="14305"/>
                  <a:pt x="59303" y="14336"/>
                </a:cubicBezTo>
                <a:cubicBezTo>
                  <a:pt x="59272" y="14366"/>
                  <a:pt x="59303" y="14427"/>
                  <a:pt x="59333" y="14427"/>
                </a:cubicBezTo>
                <a:lnTo>
                  <a:pt x="59455" y="14366"/>
                </a:lnTo>
                <a:cubicBezTo>
                  <a:pt x="59576" y="14305"/>
                  <a:pt x="59759" y="14123"/>
                  <a:pt x="59850" y="14123"/>
                </a:cubicBezTo>
                <a:cubicBezTo>
                  <a:pt x="59856" y="14125"/>
                  <a:pt x="59861" y="14126"/>
                  <a:pt x="59864" y="14126"/>
                </a:cubicBezTo>
                <a:cubicBezTo>
                  <a:pt x="59918" y="14126"/>
                  <a:pt x="59753" y="13935"/>
                  <a:pt x="59668" y="13850"/>
                </a:cubicBezTo>
                <a:cubicBezTo>
                  <a:pt x="59637" y="13819"/>
                  <a:pt x="59599" y="13804"/>
                  <a:pt x="59561" y="13804"/>
                </a:cubicBezTo>
                <a:cubicBezTo>
                  <a:pt x="59523" y="13804"/>
                  <a:pt x="59485" y="13819"/>
                  <a:pt x="59455" y="13850"/>
                </a:cubicBezTo>
                <a:cubicBezTo>
                  <a:pt x="59424" y="13910"/>
                  <a:pt x="59272" y="13880"/>
                  <a:pt x="59212" y="13910"/>
                </a:cubicBezTo>
                <a:cubicBezTo>
                  <a:pt x="59181" y="13941"/>
                  <a:pt x="59120" y="13971"/>
                  <a:pt x="59090" y="14002"/>
                </a:cubicBezTo>
                <a:lnTo>
                  <a:pt x="59090" y="14032"/>
                </a:lnTo>
                <a:cubicBezTo>
                  <a:pt x="59073" y="14082"/>
                  <a:pt x="59038" y="14105"/>
                  <a:pt x="59000" y="14105"/>
                </a:cubicBezTo>
                <a:cubicBezTo>
                  <a:pt x="58968" y="14105"/>
                  <a:pt x="58935" y="14090"/>
                  <a:pt x="58908" y="14062"/>
                </a:cubicBezTo>
                <a:lnTo>
                  <a:pt x="58664" y="13941"/>
                </a:lnTo>
                <a:cubicBezTo>
                  <a:pt x="58546" y="13728"/>
                  <a:pt x="58428" y="13607"/>
                  <a:pt x="58381" y="13607"/>
                </a:cubicBezTo>
                <a:cubicBezTo>
                  <a:pt x="58368" y="13607"/>
                  <a:pt x="58361" y="13617"/>
                  <a:pt x="58361" y="13637"/>
                </a:cubicBezTo>
                <a:lnTo>
                  <a:pt x="58361" y="13698"/>
                </a:lnTo>
                <a:cubicBezTo>
                  <a:pt x="58330" y="13728"/>
                  <a:pt x="58300" y="13758"/>
                  <a:pt x="58269" y="13758"/>
                </a:cubicBezTo>
                <a:lnTo>
                  <a:pt x="58239" y="13758"/>
                </a:lnTo>
                <a:cubicBezTo>
                  <a:pt x="58148" y="13667"/>
                  <a:pt x="58057" y="13546"/>
                  <a:pt x="58026" y="13424"/>
                </a:cubicBezTo>
                <a:lnTo>
                  <a:pt x="57783" y="13272"/>
                </a:lnTo>
                <a:cubicBezTo>
                  <a:pt x="57753" y="13242"/>
                  <a:pt x="57753" y="13181"/>
                  <a:pt x="57753" y="13150"/>
                </a:cubicBezTo>
                <a:lnTo>
                  <a:pt x="57753" y="13120"/>
                </a:lnTo>
                <a:cubicBezTo>
                  <a:pt x="57874" y="13120"/>
                  <a:pt x="58026" y="13150"/>
                  <a:pt x="58178" y="13181"/>
                </a:cubicBezTo>
                <a:lnTo>
                  <a:pt x="58239" y="13363"/>
                </a:lnTo>
                <a:lnTo>
                  <a:pt x="58239" y="13394"/>
                </a:lnTo>
                <a:lnTo>
                  <a:pt x="58330" y="13394"/>
                </a:lnTo>
                <a:cubicBezTo>
                  <a:pt x="58421" y="13394"/>
                  <a:pt x="58604" y="13333"/>
                  <a:pt x="58573" y="13272"/>
                </a:cubicBezTo>
                <a:cubicBezTo>
                  <a:pt x="58543" y="13211"/>
                  <a:pt x="58634" y="13150"/>
                  <a:pt x="58756" y="13150"/>
                </a:cubicBezTo>
                <a:lnTo>
                  <a:pt x="58847" y="13150"/>
                </a:lnTo>
                <a:cubicBezTo>
                  <a:pt x="58908" y="13181"/>
                  <a:pt x="58968" y="13211"/>
                  <a:pt x="58968" y="13242"/>
                </a:cubicBezTo>
                <a:cubicBezTo>
                  <a:pt x="58938" y="13272"/>
                  <a:pt x="58938" y="13302"/>
                  <a:pt x="58908" y="13333"/>
                </a:cubicBezTo>
                <a:lnTo>
                  <a:pt x="58816" y="13333"/>
                </a:lnTo>
                <a:lnTo>
                  <a:pt x="58756" y="13363"/>
                </a:lnTo>
                <a:cubicBezTo>
                  <a:pt x="58695" y="13454"/>
                  <a:pt x="58664" y="13546"/>
                  <a:pt x="58634" y="13637"/>
                </a:cubicBezTo>
                <a:cubicBezTo>
                  <a:pt x="58664" y="13698"/>
                  <a:pt x="58725" y="13728"/>
                  <a:pt x="58786" y="13758"/>
                </a:cubicBezTo>
                <a:cubicBezTo>
                  <a:pt x="58816" y="13698"/>
                  <a:pt x="58847" y="13667"/>
                  <a:pt x="58847" y="13606"/>
                </a:cubicBezTo>
                <a:lnTo>
                  <a:pt x="58847" y="13485"/>
                </a:lnTo>
                <a:cubicBezTo>
                  <a:pt x="58968" y="13515"/>
                  <a:pt x="59060" y="13546"/>
                  <a:pt x="59151" y="13606"/>
                </a:cubicBezTo>
                <a:lnTo>
                  <a:pt x="59151" y="13515"/>
                </a:lnTo>
                <a:lnTo>
                  <a:pt x="59120" y="13363"/>
                </a:lnTo>
                <a:lnTo>
                  <a:pt x="59424" y="13302"/>
                </a:lnTo>
                <a:cubicBezTo>
                  <a:pt x="59516" y="13302"/>
                  <a:pt x="59576" y="13333"/>
                  <a:pt x="59668" y="13363"/>
                </a:cubicBezTo>
                <a:lnTo>
                  <a:pt x="59698" y="13394"/>
                </a:lnTo>
                <a:lnTo>
                  <a:pt x="59850" y="13576"/>
                </a:lnTo>
                <a:cubicBezTo>
                  <a:pt x="59971" y="13485"/>
                  <a:pt x="59941" y="13333"/>
                  <a:pt x="59880" y="13302"/>
                </a:cubicBezTo>
                <a:cubicBezTo>
                  <a:pt x="59820" y="13272"/>
                  <a:pt x="59576" y="13211"/>
                  <a:pt x="59576" y="13150"/>
                </a:cubicBezTo>
                <a:cubicBezTo>
                  <a:pt x="59576" y="13090"/>
                  <a:pt x="59546" y="13059"/>
                  <a:pt x="59516" y="12998"/>
                </a:cubicBezTo>
                <a:cubicBezTo>
                  <a:pt x="59485" y="12998"/>
                  <a:pt x="59455" y="12816"/>
                  <a:pt x="59516" y="12816"/>
                </a:cubicBezTo>
                <a:cubicBezTo>
                  <a:pt x="59637" y="12786"/>
                  <a:pt x="59759" y="12725"/>
                  <a:pt x="59820" y="12664"/>
                </a:cubicBezTo>
                <a:cubicBezTo>
                  <a:pt x="59843" y="12641"/>
                  <a:pt x="59870" y="12631"/>
                  <a:pt x="59896" y="12631"/>
                </a:cubicBezTo>
                <a:cubicBezTo>
                  <a:pt x="59937" y="12631"/>
                  <a:pt x="59971" y="12657"/>
                  <a:pt x="59971" y="12695"/>
                </a:cubicBezTo>
                <a:cubicBezTo>
                  <a:pt x="59984" y="12720"/>
                  <a:pt x="60003" y="12730"/>
                  <a:pt x="60026" y="12730"/>
                </a:cubicBezTo>
                <a:cubicBezTo>
                  <a:pt x="60059" y="12730"/>
                  <a:pt x="60101" y="12712"/>
                  <a:pt x="60154" y="12695"/>
                </a:cubicBezTo>
                <a:lnTo>
                  <a:pt x="60154" y="12634"/>
                </a:lnTo>
                <a:cubicBezTo>
                  <a:pt x="60215" y="12543"/>
                  <a:pt x="60123" y="12421"/>
                  <a:pt x="60336" y="12421"/>
                </a:cubicBezTo>
                <a:cubicBezTo>
                  <a:pt x="60367" y="12330"/>
                  <a:pt x="60397" y="12117"/>
                  <a:pt x="60427" y="12117"/>
                </a:cubicBezTo>
                <a:cubicBezTo>
                  <a:pt x="60473" y="12102"/>
                  <a:pt x="60519" y="12094"/>
                  <a:pt x="60564" y="12094"/>
                </a:cubicBezTo>
                <a:cubicBezTo>
                  <a:pt x="60610" y="12094"/>
                  <a:pt x="60655" y="12102"/>
                  <a:pt x="60701" y="12117"/>
                </a:cubicBezTo>
                <a:lnTo>
                  <a:pt x="60762" y="12147"/>
                </a:lnTo>
                <a:lnTo>
                  <a:pt x="60823" y="12147"/>
                </a:lnTo>
                <a:cubicBezTo>
                  <a:pt x="60828" y="12149"/>
                  <a:pt x="60834" y="12150"/>
                  <a:pt x="60842" y="12150"/>
                </a:cubicBezTo>
                <a:cubicBezTo>
                  <a:pt x="60952" y="12150"/>
                  <a:pt x="61269" y="11962"/>
                  <a:pt x="61356" y="11962"/>
                </a:cubicBezTo>
                <a:cubicBezTo>
                  <a:pt x="61361" y="11962"/>
                  <a:pt x="61366" y="11963"/>
                  <a:pt x="61370" y="11965"/>
                </a:cubicBezTo>
                <a:cubicBezTo>
                  <a:pt x="61375" y="11968"/>
                  <a:pt x="61380" y="11969"/>
                  <a:pt x="61385" y="11969"/>
                </a:cubicBezTo>
                <a:cubicBezTo>
                  <a:pt x="61435" y="11969"/>
                  <a:pt x="61458" y="11838"/>
                  <a:pt x="61430" y="11783"/>
                </a:cubicBezTo>
                <a:cubicBezTo>
                  <a:pt x="61430" y="11722"/>
                  <a:pt x="61582" y="11570"/>
                  <a:pt x="61643" y="11509"/>
                </a:cubicBezTo>
                <a:cubicBezTo>
                  <a:pt x="61646" y="11508"/>
                  <a:pt x="61649" y="11507"/>
                  <a:pt x="61652" y="11507"/>
                </a:cubicBezTo>
                <a:cubicBezTo>
                  <a:pt x="61709" y="11507"/>
                  <a:pt x="61761" y="11787"/>
                  <a:pt x="61674" y="11874"/>
                </a:cubicBezTo>
                <a:cubicBezTo>
                  <a:pt x="61613" y="11935"/>
                  <a:pt x="61552" y="12056"/>
                  <a:pt x="61552" y="12178"/>
                </a:cubicBezTo>
                <a:cubicBezTo>
                  <a:pt x="61582" y="12239"/>
                  <a:pt x="61582" y="12330"/>
                  <a:pt x="61582" y="12391"/>
                </a:cubicBezTo>
                <a:lnTo>
                  <a:pt x="61674" y="12451"/>
                </a:lnTo>
                <a:lnTo>
                  <a:pt x="61704" y="12482"/>
                </a:lnTo>
                <a:cubicBezTo>
                  <a:pt x="61826" y="12451"/>
                  <a:pt x="61795" y="12299"/>
                  <a:pt x="61734" y="12239"/>
                </a:cubicBezTo>
                <a:cubicBezTo>
                  <a:pt x="61704" y="12178"/>
                  <a:pt x="61856" y="12117"/>
                  <a:pt x="61886" y="12117"/>
                </a:cubicBezTo>
                <a:cubicBezTo>
                  <a:pt x="61917" y="12087"/>
                  <a:pt x="61947" y="11965"/>
                  <a:pt x="61917" y="11935"/>
                </a:cubicBezTo>
                <a:cubicBezTo>
                  <a:pt x="61917" y="11911"/>
                  <a:pt x="61930" y="11901"/>
                  <a:pt x="61953" y="11901"/>
                </a:cubicBezTo>
                <a:cubicBezTo>
                  <a:pt x="61991" y="11901"/>
                  <a:pt x="62054" y="11927"/>
                  <a:pt x="62130" y="11965"/>
                </a:cubicBezTo>
                <a:lnTo>
                  <a:pt x="62251" y="11995"/>
                </a:lnTo>
                <a:lnTo>
                  <a:pt x="62282" y="11995"/>
                </a:lnTo>
                <a:cubicBezTo>
                  <a:pt x="62373" y="11935"/>
                  <a:pt x="62251" y="11691"/>
                  <a:pt x="62342" y="11631"/>
                </a:cubicBezTo>
                <a:cubicBezTo>
                  <a:pt x="62434" y="11570"/>
                  <a:pt x="62403" y="11509"/>
                  <a:pt x="62373" y="11509"/>
                </a:cubicBezTo>
                <a:cubicBezTo>
                  <a:pt x="62342" y="11479"/>
                  <a:pt x="62373" y="11448"/>
                  <a:pt x="62464" y="11418"/>
                </a:cubicBezTo>
                <a:lnTo>
                  <a:pt x="62525" y="11388"/>
                </a:lnTo>
                <a:lnTo>
                  <a:pt x="62707" y="11205"/>
                </a:lnTo>
                <a:cubicBezTo>
                  <a:pt x="62859" y="11327"/>
                  <a:pt x="63041" y="11600"/>
                  <a:pt x="63102" y="11600"/>
                </a:cubicBezTo>
                <a:cubicBezTo>
                  <a:pt x="63163" y="11570"/>
                  <a:pt x="63163" y="11388"/>
                  <a:pt x="63163" y="11327"/>
                </a:cubicBezTo>
                <a:cubicBezTo>
                  <a:pt x="63133" y="11266"/>
                  <a:pt x="62859" y="11236"/>
                  <a:pt x="62829" y="11144"/>
                </a:cubicBezTo>
                <a:cubicBezTo>
                  <a:pt x="62768" y="11084"/>
                  <a:pt x="62920" y="10992"/>
                  <a:pt x="63163" y="10992"/>
                </a:cubicBezTo>
                <a:lnTo>
                  <a:pt x="63163" y="10780"/>
                </a:lnTo>
                <a:cubicBezTo>
                  <a:pt x="63224" y="10780"/>
                  <a:pt x="63285" y="10810"/>
                  <a:pt x="63285" y="10810"/>
                </a:cubicBezTo>
                <a:cubicBezTo>
                  <a:pt x="63285" y="10840"/>
                  <a:pt x="63285" y="10901"/>
                  <a:pt x="63315" y="10932"/>
                </a:cubicBezTo>
                <a:lnTo>
                  <a:pt x="63467" y="10932"/>
                </a:lnTo>
                <a:cubicBezTo>
                  <a:pt x="63528" y="10992"/>
                  <a:pt x="63589" y="11144"/>
                  <a:pt x="63649" y="11205"/>
                </a:cubicBezTo>
                <a:cubicBezTo>
                  <a:pt x="63658" y="11209"/>
                  <a:pt x="63667" y="11211"/>
                  <a:pt x="63676" y="11211"/>
                </a:cubicBezTo>
                <a:cubicBezTo>
                  <a:pt x="63734" y="11211"/>
                  <a:pt x="63806" y="11140"/>
                  <a:pt x="63832" y="11114"/>
                </a:cubicBezTo>
                <a:cubicBezTo>
                  <a:pt x="63832" y="11053"/>
                  <a:pt x="63832" y="10962"/>
                  <a:pt x="63832" y="10932"/>
                </a:cubicBezTo>
                <a:lnTo>
                  <a:pt x="63710" y="10932"/>
                </a:lnTo>
                <a:cubicBezTo>
                  <a:pt x="63680" y="10810"/>
                  <a:pt x="63710" y="10719"/>
                  <a:pt x="63741" y="10628"/>
                </a:cubicBezTo>
                <a:lnTo>
                  <a:pt x="63801" y="10536"/>
                </a:lnTo>
                <a:cubicBezTo>
                  <a:pt x="63862" y="10476"/>
                  <a:pt x="63923" y="10445"/>
                  <a:pt x="64014" y="10445"/>
                </a:cubicBezTo>
                <a:lnTo>
                  <a:pt x="64045" y="10445"/>
                </a:lnTo>
                <a:cubicBezTo>
                  <a:pt x="64061" y="10470"/>
                  <a:pt x="64084" y="10481"/>
                  <a:pt x="64111" y="10481"/>
                </a:cubicBezTo>
                <a:cubicBezTo>
                  <a:pt x="64187" y="10481"/>
                  <a:pt x="64298" y="10396"/>
                  <a:pt x="64409" y="10263"/>
                </a:cubicBezTo>
                <a:lnTo>
                  <a:pt x="64622" y="10202"/>
                </a:lnTo>
                <a:lnTo>
                  <a:pt x="64744" y="10172"/>
                </a:lnTo>
                <a:cubicBezTo>
                  <a:pt x="64865" y="10202"/>
                  <a:pt x="64987" y="10415"/>
                  <a:pt x="65078" y="10415"/>
                </a:cubicBezTo>
                <a:lnTo>
                  <a:pt x="65291" y="10445"/>
                </a:lnTo>
                <a:lnTo>
                  <a:pt x="65321" y="10445"/>
                </a:lnTo>
                <a:cubicBezTo>
                  <a:pt x="65337" y="10437"/>
                  <a:pt x="65356" y="10433"/>
                  <a:pt x="65375" y="10433"/>
                </a:cubicBezTo>
                <a:cubicBezTo>
                  <a:pt x="65429" y="10433"/>
                  <a:pt x="65489" y="10462"/>
                  <a:pt x="65534" y="10506"/>
                </a:cubicBezTo>
                <a:lnTo>
                  <a:pt x="65595" y="10506"/>
                </a:lnTo>
                <a:cubicBezTo>
                  <a:pt x="65625" y="10476"/>
                  <a:pt x="65655" y="10445"/>
                  <a:pt x="65655" y="10415"/>
                </a:cubicBezTo>
                <a:lnTo>
                  <a:pt x="65655" y="10384"/>
                </a:lnTo>
                <a:cubicBezTo>
                  <a:pt x="65625" y="10354"/>
                  <a:pt x="65625" y="10324"/>
                  <a:pt x="65625" y="10293"/>
                </a:cubicBezTo>
                <a:lnTo>
                  <a:pt x="65716" y="10172"/>
                </a:lnTo>
                <a:cubicBezTo>
                  <a:pt x="65774" y="10114"/>
                  <a:pt x="65844" y="10093"/>
                  <a:pt x="65895" y="10093"/>
                </a:cubicBezTo>
                <a:cubicBezTo>
                  <a:pt x="65925" y="10093"/>
                  <a:pt x="65948" y="10100"/>
                  <a:pt x="65959" y="10111"/>
                </a:cubicBezTo>
                <a:cubicBezTo>
                  <a:pt x="65959" y="10126"/>
                  <a:pt x="65975" y="10134"/>
                  <a:pt x="65997" y="10134"/>
                </a:cubicBezTo>
                <a:cubicBezTo>
                  <a:pt x="66020" y="10134"/>
                  <a:pt x="66051" y="10126"/>
                  <a:pt x="66081" y="10111"/>
                </a:cubicBezTo>
                <a:lnTo>
                  <a:pt x="66111" y="10080"/>
                </a:lnTo>
                <a:lnTo>
                  <a:pt x="66172" y="10050"/>
                </a:lnTo>
                <a:cubicBezTo>
                  <a:pt x="66233" y="10050"/>
                  <a:pt x="66203" y="9868"/>
                  <a:pt x="66172" y="9837"/>
                </a:cubicBezTo>
                <a:cubicBezTo>
                  <a:pt x="66111" y="9807"/>
                  <a:pt x="65868" y="9777"/>
                  <a:pt x="65777" y="9777"/>
                </a:cubicBezTo>
                <a:cubicBezTo>
                  <a:pt x="65686" y="9777"/>
                  <a:pt x="65686" y="9716"/>
                  <a:pt x="65747" y="9685"/>
                </a:cubicBezTo>
                <a:cubicBezTo>
                  <a:pt x="65777" y="9670"/>
                  <a:pt x="65807" y="9663"/>
                  <a:pt x="65842" y="9663"/>
                </a:cubicBezTo>
                <a:cubicBezTo>
                  <a:pt x="65876" y="9663"/>
                  <a:pt x="65914" y="9670"/>
                  <a:pt x="65959" y="9685"/>
                </a:cubicBezTo>
                <a:lnTo>
                  <a:pt x="66020" y="9655"/>
                </a:lnTo>
                <a:lnTo>
                  <a:pt x="66233" y="9503"/>
                </a:lnTo>
                <a:cubicBezTo>
                  <a:pt x="66507" y="9381"/>
                  <a:pt x="66780" y="9229"/>
                  <a:pt x="66841" y="9199"/>
                </a:cubicBezTo>
                <a:cubicBezTo>
                  <a:pt x="66847" y="9193"/>
                  <a:pt x="66859" y="9190"/>
                  <a:pt x="66874" y="9190"/>
                </a:cubicBezTo>
                <a:cubicBezTo>
                  <a:pt x="66915" y="9190"/>
                  <a:pt x="66979" y="9208"/>
                  <a:pt x="67020" y="9208"/>
                </a:cubicBezTo>
                <a:cubicBezTo>
                  <a:pt x="67035" y="9208"/>
                  <a:pt x="67047" y="9205"/>
                  <a:pt x="67054" y="9199"/>
                </a:cubicBezTo>
                <a:cubicBezTo>
                  <a:pt x="67145" y="9138"/>
                  <a:pt x="67236" y="9077"/>
                  <a:pt x="67327" y="9047"/>
                </a:cubicBezTo>
                <a:cubicBezTo>
                  <a:pt x="67338" y="9042"/>
                  <a:pt x="67349" y="9039"/>
                  <a:pt x="67359" y="9039"/>
                </a:cubicBezTo>
                <a:cubicBezTo>
                  <a:pt x="67409" y="9039"/>
                  <a:pt x="67454" y="9094"/>
                  <a:pt x="67479" y="9169"/>
                </a:cubicBezTo>
                <a:lnTo>
                  <a:pt x="67327" y="9169"/>
                </a:lnTo>
                <a:cubicBezTo>
                  <a:pt x="67297" y="9229"/>
                  <a:pt x="67327" y="9290"/>
                  <a:pt x="67418" y="9290"/>
                </a:cubicBezTo>
                <a:lnTo>
                  <a:pt x="67449" y="9290"/>
                </a:lnTo>
                <a:cubicBezTo>
                  <a:pt x="67510" y="9290"/>
                  <a:pt x="67540" y="9229"/>
                  <a:pt x="67570" y="9199"/>
                </a:cubicBezTo>
                <a:cubicBezTo>
                  <a:pt x="67662" y="9138"/>
                  <a:pt x="67692" y="9108"/>
                  <a:pt x="67570" y="9017"/>
                </a:cubicBezTo>
                <a:lnTo>
                  <a:pt x="67570" y="8956"/>
                </a:lnTo>
                <a:lnTo>
                  <a:pt x="67783" y="8925"/>
                </a:lnTo>
                <a:cubicBezTo>
                  <a:pt x="68057" y="8773"/>
                  <a:pt x="68330" y="8622"/>
                  <a:pt x="68543" y="8409"/>
                </a:cubicBezTo>
                <a:lnTo>
                  <a:pt x="68877" y="8409"/>
                </a:lnTo>
                <a:cubicBezTo>
                  <a:pt x="68908" y="8409"/>
                  <a:pt x="68999" y="8378"/>
                  <a:pt x="68999" y="8348"/>
                </a:cubicBezTo>
                <a:cubicBezTo>
                  <a:pt x="69022" y="8280"/>
                  <a:pt x="69062" y="8245"/>
                  <a:pt x="69119" y="8245"/>
                </a:cubicBezTo>
                <a:cubicBezTo>
                  <a:pt x="69138" y="8245"/>
                  <a:pt x="69159" y="8249"/>
                  <a:pt x="69181" y="8257"/>
                </a:cubicBezTo>
                <a:lnTo>
                  <a:pt x="69212" y="8287"/>
                </a:lnTo>
                <a:cubicBezTo>
                  <a:pt x="69215" y="8294"/>
                  <a:pt x="69220" y="8297"/>
                  <a:pt x="69226" y="8297"/>
                </a:cubicBezTo>
                <a:cubicBezTo>
                  <a:pt x="69275" y="8297"/>
                  <a:pt x="69404" y="8101"/>
                  <a:pt x="69485" y="8074"/>
                </a:cubicBezTo>
                <a:cubicBezTo>
                  <a:pt x="69491" y="8072"/>
                  <a:pt x="69497" y="8070"/>
                  <a:pt x="69503" y="8070"/>
                </a:cubicBezTo>
                <a:cubicBezTo>
                  <a:pt x="69562" y="8070"/>
                  <a:pt x="69650" y="8184"/>
                  <a:pt x="69642" y="8267"/>
                </a:cubicBezTo>
                <a:lnTo>
                  <a:pt x="69642" y="8267"/>
                </a:lnTo>
                <a:cubicBezTo>
                  <a:pt x="69665" y="8208"/>
                  <a:pt x="69727" y="8076"/>
                  <a:pt x="69789" y="8014"/>
                </a:cubicBezTo>
                <a:lnTo>
                  <a:pt x="70002" y="7740"/>
                </a:lnTo>
                <a:lnTo>
                  <a:pt x="70032" y="7740"/>
                </a:lnTo>
                <a:lnTo>
                  <a:pt x="70215" y="7710"/>
                </a:lnTo>
                <a:cubicBezTo>
                  <a:pt x="70291" y="7679"/>
                  <a:pt x="70374" y="7664"/>
                  <a:pt x="70454" y="7664"/>
                </a:cubicBezTo>
                <a:cubicBezTo>
                  <a:pt x="70534" y="7664"/>
                  <a:pt x="70610" y="7679"/>
                  <a:pt x="70671" y="7710"/>
                </a:cubicBezTo>
                <a:cubicBezTo>
                  <a:pt x="70679" y="7718"/>
                  <a:pt x="70694" y="7722"/>
                  <a:pt x="70713" y="7722"/>
                </a:cubicBezTo>
                <a:cubicBezTo>
                  <a:pt x="70766" y="7722"/>
                  <a:pt x="70855" y="7693"/>
                  <a:pt x="70944" y="7649"/>
                </a:cubicBezTo>
                <a:lnTo>
                  <a:pt x="71005" y="7527"/>
                </a:lnTo>
                <a:cubicBezTo>
                  <a:pt x="71127" y="7333"/>
                  <a:pt x="71326" y="7235"/>
                  <a:pt x="71541" y="7235"/>
                </a:cubicBezTo>
                <a:cubicBezTo>
                  <a:pt x="71595" y="7235"/>
                  <a:pt x="71650" y="7242"/>
                  <a:pt x="71704" y="7254"/>
                </a:cubicBezTo>
                <a:cubicBezTo>
                  <a:pt x="71765" y="7193"/>
                  <a:pt x="71826" y="7132"/>
                  <a:pt x="71856" y="7071"/>
                </a:cubicBezTo>
                <a:cubicBezTo>
                  <a:pt x="71887" y="7041"/>
                  <a:pt x="72008" y="7041"/>
                  <a:pt x="72130" y="7041"/>
                </a:cubicBezTo>
                <a:lnTo>
                  <a:pt x="72221" y="6919"/>
                </a:lnTo>
                <a:lnTo>
                  <a:pt x="72282" y="6767"/>
                </a:lnTo>
                <a:cubicBezTo>
                  <a:pt x="72403" y="6798"/>
                  <a:pt x="72525" y="6798"/>
                  <a:pt x="72647" y="6828"/>
                </a:cubicBezTo>
                <a:cubicBezTo>
                  <a:pt x="72677" y="6798"/>
                  <a:pt x="72950" y="6524"/>
                  <a:pt x="73102" y="6494"/>
                </a:cubicBezTo>
                <a:cubicBezTo>
                  <a:pt x="73224" y="6463"/>
                  <a:pt x="73315" y="6403"/>
                  <a:pt x="73437" y="6372"/>
                </a:cubicBezTo>
                <a:cubicBezTo>
                  <a:pt x="73254" y="6251"/>
                  <a:pt x="73437" y="6190"/>
                  <a:pt x="73498" y="6159"/>
                </a:cubicBezTo>
                <a:lnTo>
                  <a:pt x="73650" y="6068"/>
                </a:lnTo>
                <a:cubicBezTo>
                  <a:pt x="73802" y="6007"/>
                  <a:pt x="73954" y="5947"/>
                  <a:pt x="74105" y="5947"/>
                </a:cubicBezTo>
                <a:lnTo>
                  <a:pt x="74349" y="5947"/>
                </a:lnTo>
                <a:cubicBezTo>
                  <a:pt x="74470" y="5916"/>
                  <a:pt x="74561" y="5856"/>
                  <a:pt x="74653" y="5764"/>
                </a:cubicBezTo>
                <a:cubicBezTo>
                  <a:pt x="74698" y="5719"/>
                  <a:pt x="74709" y="5640"/>
                  <a:pt x="74762" y="5640"/>
                </a:cubicBezTo>
                <a:cubicBezTo>
                  <a:pt x="74781" y="5640"/>
                  <a:pt x="74804" y="5650"/>
                  <a:pt x="74835" y="5673"/>
                </a:cubicBezTo>
                <a:cubicBezTo>
                  <a:pt x="74865" y="5673"/>
                  <a:pt x="74835" y="5795"/>
                  <a:pt x="74835" y="5886"/>
                </a:cubicBezTo>
                <a:lnTo>
                  <a:pt x="74835" y="5916"/>
                </a:lnTo>
                <a:cubicBezTo>
                  <a:pt x="74828" y="5920"/>
                  <a:pt x="74826" y="5921"/>
                  <a:pt x="74828" y="5921"/>
                </a:cubicBezTo>
                <a:cubicBezTo>
                  <a:pt x="74842" y="5921"/>
                  <a:pt x="75105" y="5819"/>
                  <a:pt x="75078" y="5764"/>
                </a:cubicBezTo>
                <a:lnTo>
                  <a:pt x="75017" y="5582"/>
                </a:lnTo>
                <a:lnTo>
                  <a:pt x="75230" y="5582"/>
                </a:lnTo>
                <a:cubicBezTo>
                  <a:pt x="75291" y="5582"/>
                  <a:pt x="75321" y="5673"/>
                  <a:pt x="75321" y="5825"/>
                </a:cubicBezTo>
                <a:lnTo>
                  <a:pt x="75291" y="5947"/>
                </a:lnTo>
                <a:cubicBezTo>
                  <a:pt x="75352" y="5947"/>
                  <a:pt x="75382" y="5795"/>
                  <a:pt x="75382" y="5734"/>
                </a:cubicBezTo>
                <a:cubicBezTo>
                  <a:pt x="75382" y="5673"/>
                  <a:pt x="75686" y="5643"/>
                  <a:pt x="75808" y="5643"/>
                </a:cubicBezTo>
                <a:cubicBezTo>
                  <a:pt x="75960" y="5643"/>
                  <a:pt x="76112" y="5582"/>
                  <a:pt x="76264" y="5521"/>
                </a:cubicBezTo>
                <a:cubicBezTo>
                  <a:pt x="76324" y="5430"/>
                  <a:pt x="76294" y="5278"/>
                  <a:pt x="76233" y="5217"/>
                </a:cubicBezTo>
                <a:cubicBezTo>
                  <a:pt x="76218" y="5202"/>
                  <a:pt x="76188" y="5194"/>
                  <a:pt x="76153" y="5194"/>
                </a:cubicBezTo>
                <a:cubicBezTo>
                  <a:pt x="76119" y="5194"/>
                  <a:pt x="76081" y="5202"/>
                  <a:pt x="76051" y="5217"/>
                </a:cubicBezTo>
                <a:lnTo>
                  <a:pt x="76020" y="5248"/>
                </a:lnTo>
                <a:lnTo>
                  <a:pt x="75990" y="5248"/>
                </a:lnTo>
                <a:cubicBezTo>
                  <a:pt x="75990" y="5251"/>
                  <a:pt x="75990" y="5252"/>
                  <a:pt x="75989" y="5252"/>
                </a:cubicBezTo>
                <a:cubicBezTo>
                  <a:pt x="75984" y="5252"/>
                  <a:pt x="75963" y="5153"/>
                  <a:pt x="75990" y="5126"/>
                </a:cubicBezTo>
                <a:cubicBezTo>
                  <a:pt x="76020" y="5096"/>
                  <a:pt x="76172" y="4944"/>
                  <a:pt x="76112" y="4913"/>
                </a:cubicBezTo>
                <a:cubicBezTo>
                  <a:pt x="76051" y="4852"/>
                  <a:pt x="76020" y="4700"/>
                  <a:pt x="75960" y="4670"/>
                </a:cubicBezTo>
                <a:cubicBezTo>
                  <a:pt x="75868" y="4579"/>
                  <a:pt x="75777" y="4488"/>
                  <a:pt x="75686" y="4366"/>
                </a:cubicBezTo>
                <a:lnTo>
                  <a:pt x="75747" y="4336"/>
                </a:lnTo>
                <a:lnTo>
                  <a:pt x="75899" y="4184"/>
                </a:lnTo>
                <a:cubicBezTo>
                  <a:pt x="75747" y="4093"/>
                  <a:pt x="75413" y="4001"/>
                  <a:pt x="75413" y="3910"/>
                </a:cubicBezTo>
                <a:cubicBezTo>
                  <a:pt x="75413" y="3880"/>
                  <a:pt x="75413" y="3819"/>
                  <a:pt x="75413" y="3758"/>
                </a:cubicBezTo>
                <a:cubicBezTo>
                  <a:pt x="75413" y="3758"/>
                  <a:pt x="75504" y="3819"/>
                  <a:pt x="75564" y="3849"/>
                </a:cubicBezTo>
                <a:cubicBezTo>
                  <a:pt x="75567" y="3852"/>
                  <a:pt x="75570" y="3853"/>
                  <a:pt x="75574" y="3853"/>
                </a:cubicBezTo>
                <a:cubicBezTo>
                  <a:pt x="75621" y="3853"/>
                  <a:pt x="75773" y="3695"/>
                  <a:pt x="75716" y="3667"/>
                </a:cubicBezTo>
                <a:cubicBezTo>
                  <a:pt x="75625" y="3576"/>
                  <a:pt x="75504" y="3515"/>
                  <a:pt x="75413" y="3424"/>
                </a:cubicBezTo>
                <a:lnTo>
                  <a:pt x="75504" y="3333"/>
                </a:lnTo>
                <a:lnTo>
                  <a:pt x="75656" y="3181"/>
                </a:lnTo>
                <a:cubicBezTo>
                  <a:pt x="75628" y="3175"/>
                  <a:pt x="75601" y="3173"/>
                  <a:pt x="75576" y="3173"/>
                </a:cubicBezTo>
                <a:cubicBezTo>
                  <a:pt x="75463" y="3173"/>
                  <a:pt x="75382" y="3222"/>
                  <a:pt x="75382" y="3272"/>
                </a:cubicBezTo>
                <a:cubicBezTo>
                  <a:pt x="75382" y="3302"/>
                  <a:pt x="75169" y="3393"/>
                  <a:pt x="75109" y="3424"/>
                </a:cubicBezTo>
                <a:cubicBezTo>
                  <a:pt x="75017" y="3424"/>
                  <a:pt x="74774" y="3272"/>
                  <a:pt x="74713" y="3211"/>
                </a:cubicBezTo>
                <a:cubicBezTo>
                  <a:pt x="74653" y="3150"/>
                  <a:pt x="74713" y="2968"/>
                  <a:pt x="74774" y="2938"/>
                </a:cubicBezTo>
                <a:cubicBezTo>
                  <a:pt x="74835" y="2907"/>
                  <a:pt x="74501" y="2573"/>
                  <a:pt x="74288" y="2542"/>
                </a:cubicBezTo>
                <a:cubicBezTo>
                  <a:pt x="74197" y="2512"/>
                  <a:pt x="74113" y="2497"/>
                  <a:pt x="74052" y="2497"/>
                </a:cubicBezTo>
                <a:cubicBezTo>
                  <a:pt x="73992" y="2497"/>
                  <a:pt x="73954" y="2512"/>
                  <a:pt x="73954" y="2542"/>
                </a:cubicBezTo>
                <a:cubicBezTo>
                  <a:pt x="73931" y="2576"/>
                  <a:pt x="73917" y="2589"/>
                  <a:pt x="73907" y="2589"/>
                </a:cubicBezTo>
                <a:cubicBezTo>
                  <a:pt x="73889" y="2589"/>
                  <a:pt x="73882" y="2550"/>
                  <a:pt x="73862" y="2512"/>
                </a:cubicBezTo>
                <a:cubicBezTo>
                  <a:pt x="73832" y="2482"/>
                  <a:pt x="73802" y="2451"/>
                  <a:pt x="73741" y="2451"/>
                </a:cubicBezTo>
                <a:lnTo>
                  <a:pt x="73619" y="2482"/>
                </a:lnTo>
                <a:cubicBezTo>
                  <a:pt x="73680" y="2512"/>
                  <a:pt x="73710" y="2573"/>
                  <a:pt x="73650" y="2603"/>
                </a:cubicBezTo>
                <a:lnTo>
                  <a:pt x="73619" y="2603"/>
                </a:lnTo>
                <a:cubicBezTo>
                  <a:pt x="73577" y="2582"/>
                  <a:pt x="73550" y="2547"/>
                  <a:pt x="73507" y="2547"/>
                </a:cubicBezTo>
                <a:cubicBezTo>
                  <a:pt x="73487" y="2547"/>
                  <a:pt x="73465" y="2554"/>
                  <a:pt x="73437" y="2573"/>
                </a:cubicBezTo>
                <a:cubicBezTo>
                  <a:pt x="73382" y="2600"/>
                  <a:pt x="73327" y="2615"/>
                  <a:pt x="73276" y="2615"/>
                </a:cubicBezTo>
                <a:cubicBezTo>
                  <a:pt x="73212" y="2615"/>
                  <a:pt x="73153" y="2593"/>
                  <a:pt x="73102" y="2542"/>
                </a:cubicBezTo>
                <a:cubicBezTo>
                  <a:pt x="73072" y="2542"/>
                  <a:pt x="72950" y="2664"/>
                  <a:pt x="72859" y="2694"/>
                </a:cubicBezTo>
                <a:lnTo>
                  <a:pt x="72798" y="2694"/>
                </a:lnTo>
                <a:cubicBezTo>
                  <a:pt x="72707" y="2634"/>
                  <a:pt x="72738" y="2573"/>
                  <a:pt x="72859" y="2573"/>
                </a:cubicBezTo>
                <a:lnTo>
                  <a:pt x="72768" y="2390"/>
                </a:lnTo>
                <a:cubicBezTo>
                  <a:pt x="72688" y="2251"/>
                  <a:pt x="72700" y="2190"/>
                  <a:pt x="72658" y="2190"/>
                </a:cubicBezTo>
                <a:cubicBezTo>
                  <a:pt x="72636" y="2190"/>
                  <a:pt x="72598" y="2207"/>
                  <a:pt x="72525" y="2238"/>
                </a:cubicBezTo>
                <a:lnTo>
                  <a:pt x="72312" y="2330"/>
                </a:lnTo>
                <a:cubicBezTo>
                  <a:pt x="72191" y="2390"/>
                  <a:pt x="72069" y="2451"/>
                  <a:pt x="71917" y="2451"/>
                </a:cubicBezTo>
                <a:lnTo>
                  <a:pt x="71917" y="2421"/>
                </a:lnTo>
                <a:cubicBezTo>
                  <a:pt x="71917" y="2360"/>
                  <a:pt x="71978" y="2269"/>
                  <a:pt x="71826" y="2269"/>
                </a:cubicBezTo>
                <a:lnTo>
                  <a:pt x="71795" y="2269"/>
                </a:lnTo>
                <a:cubicBezTo>
                  <a:pt x="71768" y="2324"/>
                  <a:pt x="71639" y="2455"/>
                  <a:pt x="71594" y="2455"/>
                </a:cubicBezTo>
                <a:cubicBezTo>
                  <a:pt x="71589" y="2455"/>
                  <a:pt x="71585" y="2454"/>
                  <a:pt x="71583" y="2451"/>
                </a:cubicBezTo>
                <a:cubicBezTo>
                  <a:pt x="71461" y="2421"/>
                  <a:pt x="71370" y="2390"/>
                  <a:pt x="71248" y="2330"/>
                </a:cubicBezTo>
                <a:lnTo>
                  <a:pt x="71127" y="2451"/>
                </a:lnTo>
                <a:cubicBezTo>
                  <a:pt x="71089" y="2476"/>
                  <a:pt x="71067" y="2491"/>
                  <a:pt x="71037" y="2491"/>
                </a:cubicBezTo>
                <a:cubicBezTo>
                  <a:pt x="70994" y="2491"/>
                  <a:pt x="70935" y="2462"/>
                  <a:pt x="70792" y="2390"/>
                </a:cubicBezTo>
                <a:cubicBezTo>
                  <a:pt x="70762" y="2360"/>
                  <a:pt x="70732" y="2360"/>
                  <a:pt x="70732" y="2360"/>
                </a:cubicBezTo>
                <a:lnTo>
                  <a:pt x="70610" y="2421"/>
                </a:lnTo>
                <a:cubicBezTo>
                  <a:pt x="70458" y="2482"/>
                  <a:pt x="70306" y="2542"/>
                  <a:pt x="70154" y="2664"/>
                </a:cubicBezTo>
                <a:lnTo>
                  <a:pt x="70002" y="2542"/>
                </a:lnTo>
                <a:lnTo>
                  <a:pt x="69972" y="2512"/>
                </a:lnTo>
                <a:cubicBezTo>
                  <a:pt x="69820" y="2542"/>
                  <a:pt x="69455" y="2573"/>
                  <a:pt x="69364" y="2603"/>
                </a:cubicBezTo>
                <a:cubicBezTo>
                  <a:pt x="69273" y="2634"/>
                  <a:pt x="69181" y="2664"/>
                  <a:pt x="69090" y="2694"/>
                </a:cubicBezTo>
                <a:lnTo>
                  <a:pt x="69060" y="2664"/>
                </a:lnTo>
                <a:cubicBezTo>
                  <a:pt x="69029" y="2634"/>
                  <a:pt x="69007" y="2618"/>
                  <a:pt x="68984" y="2618"/>
                </a:cubicBezTo>
                <a:cubicBezTo>
                  <a:pt x="68961" y="2618"/>
                  <a:pt x="68938" y="2634"/>
                  <a:pt x="68908" y="2664"/>
                </a:cubicBezTo>
                <a:lnTo>
                  <a:pt x="68786" y="2786"/>
                </a:lnTo>
                <a:cubicBezTo>
                  <a:pt x="68665" y="2770"/>
                  <a:pt x="68543" y="2763"/>
                  <a:pt x="68425" y="2763"/>
                </a:cubicBezTo>
                <a:cubicBezTo>
                  <a:pt x="68308" y="2763"/>
                  <a:pt x="68194" y="2770"/>
                  <a:pt x="68087" y="2786"/>
                </a:cubicBezTo>
                <a:cubicBezTo>
                  <a:pt x="67996" y="2846"/>
                  <a:pt x="67905" y="2846"/>
                  <a:pt x="67814" y="2877"/>
                </a:cubicBezTo>
                <a:lnTo>
                  <a:pt x="67783" y="2877"/>
                </a:lnTo>
                <a:cubicBezTo>
                  <a:pt x="67738" y="2862"/>
                  <a:pt x="67700" y="2854"/>
                  <a:pt x="67662" y="2854"/>
                </a:cubicBezTo>
                <a:cubicBezTo>
                  <a:pt x="67624" y="2854"/>
                  <a:pt x="67586" y="2862"/>
                  <a:pt x="67540" y="2877"/>
                </a:cubicBezTo>
                <a:lnTo>
                  <a:pt x="67479" y="3029"/>
                </a:lnTo>
                <a:cubicBezTo>
                  <a:pt x="67433" y="3006"/>
                  <a:pt x="67382" y="2996"/>
                  <a:pt x="67330" y="2996"/>
                </a:cubicBezTo>
                <a:cubicBezTo>
                  <a:pt x="67246" y="2996"/>
                  <a:pt x="67159" y="3022"/>
                  <a:pt x="67084" y="3059"/>
                </a:cubicBezTo>
                <a:lnTo>
                  <a:pt x="66993" y="3150"/>
                </a:lnTo>
                <a:cubicBezTo>
                  <a:pt x="66932" y="3150"/>
                  <a:pt x="66841" y="3059"/>
                  <a:pt x="66811" y="2998"/>
                </a:cubicBezTo>
                <a:cubicBezTo>
                  <a:pt x="66802" y="2990"/>
                  <a:pt x="66788" y="2986"/>
                  <a:pt x="66769" y="2986"/>
                </a:cubicBezTo>
                <a:cubicBezTo>
                  <a:pt x="66719" y="2986"/>
                  <a:pt x="66642" y="3015"/>
                  <a:pt x="66598" y="3059"/>
                </a:cubicBezTo>
                <a:lnTo>
                  <a:pt x="66476" y="3059"/>
                </a:lnTo>
                <a:cubicBezTo>
                  <a:pt x="66355" y="3090"/>
                  <a:pt x="66233" y="3120"/>
                  <a:pt x="66111" y="3181"/>
                </a:cubicBezTo>
                <a:lnTo>
                  <a:pt x="65929" y="3241"/>
                </a:lnTo>
                <a:cubicBezTo>
                  <a:pt x="65716" y="3302"/>
                  <a:pt x="65321" y="3363"/>
                  <a:pt x="65321" y="3454"/>
                </a:cubicBezTo>
                <a:cubicBezTo>
                  <a:pt x="65321" y="3545"/>
                  <a:pt x="65108" y="3637"/>
                  <a:pt x="64835" y="3667"/>
                </a:cubicBezTo>
                <a:lnTo>
                  <a:pt x="64592" y="3576"/>
                </a:lnTo>
                <a:cubicBezTo>
                  <a:pt x="64571" y="3566"/>
                  <a:pt x="64544" y="3559"/>
                  <a:pt x="64517" y="3559"/>
                </a:cubicBezTo>
                <a:cubicBezTo>
                  <a:pt x="64463" y="3559"/>
                  <a:pt x="64409" y="3586"/>
                  <a:pt x="64409" y="3667"/>
                </a:cubicBezTo>
                <a:cubicBezTo>
                  <a:pt x="64409" y="3725"/>
                  <a:pt x="64373" y="3746"/>
                  <a:pt x="64323" y="3746"/>
                </a:cubicBezTo>
                <a:cubicBezTo>
                  <a:pt x="64294" y="3746"/>
                  <a:pt x="64260" y="3739"/>
                  <a:pt x="64227" y="3728"/>
                </a:cubicBezTo>
                <a:lnTo>
                  <a:pt x="64166" y="3697"/>
                </a:lnTo>
                <a:cubicBezTo>
                  <a:pt x="63923" y="3758"/>
                  <a:pt x="63680" y="3849"/>
                  <a:pt x="63467" y="3971"/>
                </a:cubicBezTo>
                <a:cubicBezTo>
                  <a:pt x="63315" y="4062"/>
                  <a:pt x="63254" y="4214"/>
                  <a:pt x="63285" y="4275"/>
                </a:cubicBezTo>
                <a:cubicBezTo>
                  <a:pt x="63315" y="4305"/>
                  <a:pt x="63163" y="4366"/>
                  <a:pt x="62920" y="4366"/>
                </a:cubicBezTo>
                <a:lnTo>
                  <a:pt x="62738" y="4275"/>
                </a:lnTo>
                <a:cubicBezTo>
                  <a:pt x="62669" y="4246"/>
                  <a:pt x="62617" y="4232"/>
                  <a:pt x="62561" y="4232"/>
                </a:cubicBezTo>
                <a:cubicBezTo>
                  <a:pt x="62442" y="4232"/>
                  <a:pt x="62308" y="4293"/>
                  <a:pt x="61978" y="4397"/>
                </a:cubicBezTo>
                <a:lnTo>
                  <a:pt x="61826" y="4457"/>
                </a:lnTo>
                <a:cubicBezTo>
                  <a:pt x="61734" y="4549"/>
                  <a:pt x="61613" y="4609"/>
                  <a:pt x="61491" y="4670"/>
                </a:cubicBezTo>
                <a:cubicBezTo>
                  <a:pt x="61438" y="4604"/>
                  <a:pt x="61373" y="4590"/>
                  <a:pt x="61307" y="4590"/>
                </a:cubicBezTo>
                <a:cubicBezTo>
                  <a:pt x="61258" y="4590"/>
                  <a:pt x="61208" y="4597"/>
                  <a:pt x="61161" y="4597"/>
                </a:cubicBezTo>
                <a:cubicBezTo>
                  <a:pt x="61127" y="4597"/>
                  <a:pt x="61095" y="4593"/>
                  <a:pt x="61066" y="4579"/>
                </a:cubicBezTo>
                <a:lnTo>
                  <a:pt x="60883" y="4457"/>
                </a:lnTo>
                <a:cubicBezTo>
                  <a:pt x="60731" y="4640"/>
                  <a:pt x="60579" y="4822"/>
                  <a:pt x="60367" y="4974"/>
                </a:cubicBezTo>
                <a:cubicBezTo>
                  <a:pt x="60275" y="5035"/>
                  <a:pt x="60123" y="5156"/>
                  <a:pt x="60032" y="5217"/>
                </a:cubicBezTo>
                <a:lnTo>
                  <a:pt x="59941" y="5096"/>
                </a:lnTo>
                <a:lnTo>
                  <a:pt x="59516" y="5187"/>
                </a:lnTo>
                <a:lnTo>
                  <a:pt x="59424" y="5278"/>
                </a:lnTo>
                <a:cubicBezTo>
                  <a:pt x="59303" y="5369"/>
                  <a:pt x="58968" y="5369"/>
                  <a:pt x="58938" y="5400"/>
                </a:cubicBezTo>
                <a:cubicBezTo>
                  <a:pt x="58816" y="5491"/>
                  <a:pt x="58725" y="5552"/>
                  <a:pt x="58604" y="5582"/>
                </a:cubicBezTo>
                <a:cubicBezTo>
                  <a:pt x="58512" y="5612"/>
                  <a:pt x="58421" y="5643"/>
                  <a:pt x="58361" y="5673"/>
                </a:cubicBezTo>
                <a:lnTo>
                  <a:pt x="58361" y="5704"/>
                </a:lnTo>
                <a:lnTo>
                  <a:pt x="57874" y="5977"/>
                </a:lnTo>
                <a:cubicBezTo>
                  <a:pt x="57808" y="5926"/>
                  <a:pt x="57749" y="5906"/>
                  <a:pt x="57695" y="5906"/>
                </a:cubicBezTo>
                <a:cubicBezTo>
                  <a:pt x="57524" y="5906"/>
                  <a:pt x="57397" y="6099"/>
                  <a:pt x="57236" y="6099"/>
                </a:cubicBezTo>
                <a:cubicBezTo>
                  <a:pt x="57205" y="6099"/>
                  <a:pt x="57145" y="6159"/>
                  <a:pt x="57145" y="6190"/>
                </a:cubicBezTo>
                <a:cubicBezTo>
                  <a:pt x="57099" y="6258"/>
                  <a:pt x="57088" y="6292"/>
                  <a:pt x="57072" y="6292"/>
                </a:cubicBezTo>
                <a:cubicBezTo>
                  <a:pt x="57067" y="6292"/>
                  <a:pt x="57061" y="6289"/>
                  <a:pt x="57054" y="6281"/>
                </a:cubicBezTo>
                <a:lnTo>
                  <a:pt x="56962" y="6251"/>
                </a:lnTo>
                <a:cubicBezTo>
                  <a:pt x="56841" y="6220"/>
                  <a:pt x="56810" y="6068"/>
                  <a:pt x="56902" y="5977"/>
                </a:cubicBezTo>
                <a:lnTo>
                  <a:pt x="57205" y="5977"/>
                </a:lnTo>
                <a:cubicBezTo>
                  <a:pt x="57297" y="5795"/>
                  <a:pt x="57388" y="5612"/>
                  <a:pt x="57449" y="5430"/>
                </a:cubicBezTo>
                <a:cubicBezTo>
                  <a:pt x="57418" y="5339"/>
                  <a:pt x="57449" y="5278"/>
                  <a:pt x="57509" y="5217"/>
                </a:cubicBezTo>
                <a:cubicBezTo>
                  <a:pt x="57570" y="5187"/>
                  <a:pt x="57540" y="5096"/>
                  <a:pt x="57418" y="5004"/>
                </a:cubicBezTo>
                <a:lnTo>
                  <a:pt x="57388" y="5004"/>
                </a:lnTo>
                <a:lnTo>
                  <a:pt x="57266" y="4944"/>
                </a:lnTo>
                <a:cubicBezTo>
                  <a:pt x="57114" y="4883"/>
                  <a:pt x="57023" y="4761"/>
                  <a:pt x="57054" y="4609"/>
                </a:cubicBezTo>
                <a:lnTo>
                  <a:pt x="56993" y="4518"/>
                </a:lnTo>
                <a:lnTo>
                  <a:pt x="56871" y="4397"/>
                </a:lnTo>
                <a:cubicBezTo>
                  <a:pt x="56841" y="4214"/>
                  <a:pt x="56780" y="3880"/>
                  <a:pt x="56750" y="3819"/>
                </a:cubicBezTo>
                <a:cubicBezTo>
                  <a:pt x="56719" y="3758"/>
                  <a:pt x="56719" y="3697"/>
                  <a:pt x="56750" y="3637"/>
                </a:cubicBezTo>
                <a:cubicBezTo>
                  <a:pt x="56780" y="3576"/>
                  <a:pt x="56780" y="3515"/>
                  <a:pt x="56810" y="3454"/>
                </a:cubicBezTo>
                <a:cubicBezTo>
                  <a:pt x="56810" y="3444"/>
                  <a:pt x="56800" y="3441"/>
                  <a:pt x="56786" y="3441"/>
                </a:cubicBezTo>
                <a:cubicBezTo>
                  <a:pt x="56756" y="3441"/>
                  <a:pt x="56709" y="3454"/>
                  <a:pt x="56689" y="3454"/>
                </a:cubicBezTo>
                <a:cubicBezTo>
                  <a:pt x="56689" y="3458"/>
                  <a:pt x="56687" y="3460"/>
                  <a:pt x="56683" y="3460"/>
                </a:cubicBezTo>
                <a:cubicBezTo>
                  <a:pt x="56657" y="3460"/>
                  <a:pt x="56555" y="3381"/>
                  <a:pt x="56476" y="3302"/>
                </a:cubicBezTo>
                <a:lnTo>
                  <a:pt x="56415" y="3211"/>
                </a:lnTo>
                <a:lnTo>
                  <a:pt x="56415" y="3181"/>
                </a:lnTo>
                <a:cubicBezTo>
                  <a:pt x="56446" y="3120"/>
                  <a:pt x="56567" y="3090"/>
                  <a:pt x="56567" y="3090"/>
                </a:cubicBezTo>
                <a:cubicBezTo>
                  <a:pt x="56598" y="3029"/>
                  <a:pt x="56628" y="2968"/>
                  <a:pt x="56658" y="2907"/>
                </a:cubicBezTo>
                <a:cubicBezTo>
                  <a:pt x="56689" y="2877"/>
                  <a:pt x="56628" y="2786"/>
                  <a:pt x="56598" y="2755"/>
                </a:cubicBezTo>
                <a:cubicBezTo>
                  <a:pt x="56567" y="2725"/>
                  <a:pt x="56628" y="2542"/>
                  <a:pt x="56658" y="2482"/>
                </a:cubicBezTo>
                <a:cubicBezTo>
                  <a:pt x="56719" y="2421"/>
                  <a:pt x="56415" y="2238"/>
                  <a:pt x="56354" y="2147"/>
                </a:cubicBezTo>
                <a:cubicBezTo>
                  <a:pt x="56354" y="2026"/>
                  <a:pt x="56385" y="1934"/>
                  <a:pt x="56446" y="1843"/>
                </a:cubicBezTo>
                <a:cubicBezTo>
                  <a:pt x="56506" y="1813"/>
                  <a:pt x="56233" y="1600"/>
                  <a:pt x="56263" y="1509"/>
                </a:cubicBezTo>
                <a:cubicBezTo>
                  <a:pt x="56294" y="1448"/>
                  <a:pt x="56324" y="1357"/>
                  <a:pt x="56415" y="1296"/>
                </a:cubicBezTo>
                <a:lnTo>
                  <a:pt x="56415" y="1266"/>
                </a:lnTo>
                <a:cubicBezTo>
                  <a:pt x="56415" y="1175"/>
                  <a:pt x="56476" y="1083"/>
                  <a:pt x="56294" y="1053"/>
                </a:cubicBezTo>
                <a:cubicBezTo>
                  <a:pt x="56233" y="1053"/>
                  <a:pt x="56172" y="962"/>
                  <a:pt x="56111" y="962"/>
                </a:cubicBezTo>
                <a:cubicBezTo>
                  <a:pt x="56081" y="947"/>
                  <a:pt x="56043" y="947"/>
                  <a:pt x="56005" y="947"/>
                </a:cubicBezTo>
                <a:cubicBezTo>
                  <a:pt x="55967" y="947"/>
                  <a:pt x="55929" y="947"/>
                  <a:pt x="55898" y="931"/>
                </a:cubicBezTo>
                <a:cubicBezTo>
                  <a:pt x="55716" y="810"/>
                  <a:pt x="55503" y="719"/>
                  <a:pt x="55321" y="658"/>
                </a:cubicBezTo>
                <a:cubicBezTo>
                  <a:pt x="55139" y="658"/>
                  <a:pt x="54926" y="627"/>
                  <a:pt x="54774" y="536"/>
                </a:cubicBezTo>
                <a:lnTo>
                  <a:pt x="54622" y="445"/>
                </a:lnTo>
                <a:cubicBezTo>
                  <a:pt x="54409" y="536"/>
                  <a:pt x="54227" y="567"/>
                  <a:pt x="54014" y="567"/>
                </a:cubicBezTo>
                <a:cubicBezTo>
                  <a:pt x="53923" y="536"/>
                  <a:pt x="53832" y="475"/>
                  <a:pt x="53771" y="415"/>
                </a:cubicBezTo>
                <a:lnTo>
                  <a:pt x="53710" y="415"/>
                </a:lnTo>
                <a:lnTo>
                  <a:pt x="53467" y="232"/>
                </a:lnTo>
                <a:cubicBezTo>
                  <a:pt x="53226" y="88"/>
                  <a:pt x="53005" y="1"/>
                  <a:pt x="528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13_1_1_1">
    <p:spTree>
      <p:nvGrpSpPr>
        <p:cNvPr id="1061" name="Shape 1061"/>
        <p:cNvGrpSpPr/>
        <p:nvPr/>
      </p:nvGrpSpPr>
      <p:grpSpPr>
        <a:xfrm>
          <a:off x="0" y="0"/>
          <a:ext cx="0" cy="0"/>
          <a:chOff x="0" y="0"/>
          <a:chExt cx="0" cy="0"/>
        </a:xfrm>
      </p:grpSpPr>
      <p:grpSp>
        <p:nvGrpSpPr>
          <p:cNvPr id="1062" name="Google Shape;1062;p34"/>
          <p:cNvGrpSpPr/>
          <p:nvPr/>
        </p:nvGrpSpPr>
        <p:grpSpPr>
          <a:xfrm>
            <a:off x="-253915" y="1633739"/>
            <a:ext cx="1315177" cy="4258930"/>
            <a:chOff x="2278800" y="6962750"/>
            <a:chExt cx="725575" cy="2349625"/>
          </a:xfrm>
        </p:grpSpPr>
        <p:sp>
          <p:nvSpPr>
            <p:cNvPr id="1063" name="Google Shape;1063;p34"/>
            <p:cNvSpPr/>
            <p:nvPr/>
          </p:nvSpPr>
          <p:spPr>
            <a:xfrm rot="-5400000">
              <a:off x="1551888" y="7859888"/>
              <a:ext cx="2179400" cy="725575"/>
            </a:xfrm>
            <a:custGeom>
              <a:rect b="b" l="l" r="r" t="t"/>
              <a:pathLst>
                <a:path extrusionOk="0" h="29023" w="87176">
                  <a:moveTo>
                    <a:pt x="19879" y="1440"/>
                  </a:moveTo>
                  <a:cubicBezTo>
                    <a:pt x="19879" y="1440"/>
                    <a:pt x="19879" y="1442"/>
                    <a:pt x="19879" y="1445"/>
                  </a:cubicBezTo>
                  <a:lnTo>
                    <a:pt x="19879" y="1475"/>
                  </a:lnTo>
                  <a:cubicBezTo>
                    <a:pt x="19880" y="1478"/>
                    <a:pt x="19881" y="1480"/>
                    <a:pt x="19882" y="1483"/>
                  </a:cubicBezTo>
                  <a:lnTo>
                    <a:pt x="19882" y="1483"/>
                  </a:lnTo>
                  <a:cubicBezTo>
                    <a:pt x="19880" y="1457"/>
                    <a:pt x="19880" y="1440"/>
                    <a:pt x="19879" y="1440"/>
                  </a:cubicBezTo>
                  <a:close/>
                  <a:moveTo>
                    <a:pt x="25705" y="2387"/>
                  </a:moveTo>
                  <a:cubicBezTo>
                    <a:pt x="25697" y="2403"/>
                    <a:pt x="25690" y="2423"/>
                    <a:pt x="25685" y="2448"/>
                  </a:cubicBezTo>
                  <a:lnTo>
                    <a:pt x="25685" y="2478"/>
                  </a:lnTo>
                  <a:cubicBezTo>
                    <a:pt x="25674" y="2484"/>
                    <a:pt x="25662" y="2487"/>
                    <a:pt x="25649" y="2487"/>
                  </a:cubicBezTo>
                  <a:cubicBezTo>
                    <a:pt x="25593" y="2487"/>
                    <a:pt x="25527" y="2437"/>
                    <a:pt x="25503" y="2387"/>
                  </a:cubicBezTo>
                  <a:close/>
                  <a:moveTo>
                    <a:pt x="74956" y="3896"/>
                  </a:moveTo>
                  <a:cubicBezTo>
                    <a:pt x="74969" y="3896"/>
                    <a:pt x="74980" y="3900"/>
                    <a:pt x="74987" y="3907"/>
                  </a:cubicBezTo>
                  <a:cubicBezTo>
                    <a:pt x="75017" y="3937"/>
                    <a:pt x="74926" y="4089"/>
                    <a:pt x="74896" y="4181"/>
                  </a:cubicBezTo>
                  <a:cubicBezTo>
                    <a:pt x="74835" y="4241"/>
                    <a:pt x="74774" y="4272"/>
                    <a:pt x="74744" y="4272"/>
                  </a:cubicBezTo>
                  <a:lnTo>
                    <a:pt x="74713" y="4272"/>
                  </a:lnTo>
                  <a:cubicBezTo>
                    <a:pt x="74683" y="4241"/>
                    <a:pt x="74500" y="4211"/>
                    <a:pt x="74470" y="4120"/>
                  </a:cubicBezTo>
                  <a:lnTo>
                    <a:pt x="74683" y="4059"/>
                  </a:lnTo>
                  <a:lnTo>
                    <a:pt x="74774" y="4029"/>
                  </a:lnTo>
                  <a:cubicBezTo>
                    <a:pt x="74844" y="3936"/>
                    <a:pt x="74913" y="3896"/>
                    <a:pt x="74956" y="3896"/>
                  </a:cubicBezTo>
                  <a:close/>
                  <a:moveTo>
                    <a:pt x="42737" y="6582"/>
                  </a:moveTo>
                  <a:lnTo>
                    <a:pt x="42828" y="6612"/>
                  </a:lnTo>
                  <a:cubicBezTo>
                    <a:pt x="42980" y="6643"/>
                    <a:pt x="42950" y="6764"/>
                    <a:pt x="42798" y="6825"/>
                  </a:cubicBezTo>
                  <a:lnTo>
                    <a:pt x="42676" y="6916"/>
                  </a:lnTo>
                  <a:cubicBezTo>
                    <a:pt x="42653" y="6924"/>
                    <a:pt x="42627" y="6928"/>
                    <a:pt x="42598" y="6928"/>
                  </a:cubicBezTo>
                  <a:cubicBezTo>
                    <a:pt x="42513" y="6928"/>
                    <a:pt x="42410" y="6893"/>
                    <a:pt x="42342" y="6825"/>
                  </a:cubicBezTo>
                  <a:cubicBezTo>
                    <a:pt x="42342" y="6795"/>
                    <a:pt x="42342" y="6764"/>
                    <a:pt x="42372" y="6734"/>
                  </a:cubicBezTo>
                  <a:cubicBezTo>
                    <a:pt x="42494" y="6703"/>
                    <a:pt x="42676" y="6764"/>
                    <a:pt x="42676" y="6582"/>
                  </a:cubicBezTo>
                  <a:close/>
                  <a:moveTo>
                    <a:pt x="39244" y="7458"/>
                  </a:moveTo>
                  <a:cubicBezTo>
                    <a:pt x="39268" y="7458"/>
                    <a:pt x="39290" y="7463"/>
                    <a:pt x="39302" y="7463"/>
                  </a:cubicBezTo>
                  <a:cubicBezTo>
                    <a:pt x="39363" y="7494"/>
                    <a:pt x="39333" y="7585"/>
                    <a:pt x="39302" y="7615"/>
                  </a:cubicBezTo>
                  <a:lnTo>
                    <a:pt x="39211" y="7706"/>
                  </a:lnTo>
                  <a:cubicBezTo>
                    <a:pt x="39134" y="7732"/>
                    <a:pt x="39057" y="7742"/>
                    <a:pt x="38994" y="7742"/>
                  </a:cubicBezTo>
                  <a:cubicBezTo>
                    <a:pt x="38907" y="7742"/>
                    <a:pt x="38846" y="7724"/>
                    <a:pt x="38846" y="7706"/>
                  </a:cubicBezTo>
                  <a:cubicBezTo>
                    <a:pt x="38846" y="7676"/>
                    <a:pt x="38877" y="7585"/>
                    <a:pt x="38907" y="7585"/>
                  </a:cubicBezTo>
                  <a:lnTo>
                    <a:pt x="38937" y="7585"/>
                  </a:lnTo>
                  <a:cubicBezTo>
                    <a:pt x="38975" y="7610"/>
                    <a:pt x="39013" y="7625"/>
                    <a:pt x="39046" y="7625"/>
                  </a:cubicBezTo>
                  <a:cubicBezTo>
                    <a:pt x="39094" y="7625"/>
                    <a:pt x="39132" y="7595"/>
                    <a:pt x="39150" y="7524"/>
                  </a:cubicBezTo>
                  <a:cubicBezTo>
                    <a:pt x="39168" y="7469"/>
                    <a:pt x="39209" y="7458"/>
                    <a:pt x="39244" y="7458"/>
                  </a:cubicBezTo>
                  <a:close/>
                  <a:moveTo>
                    <a:pt x="76659" y="7585"/>
                  </a:moveTo>
                  <a:cubicBezTo>
                    <a:pt x="76780" y="7615"/>
                    <a:pt x="76811" y="7646"/>
                    <a:pt x="76750" y="7706"/>
                  </a:cubicBezTo>
                  <a:cubicBezTo>
                    <a:pt x="76683" y="7751"/>
                    <a:pt x="76600" y="7779"/>
                    <a:pt x="76513" y="7779"/>
                  </a:cubicBezTo>
                  <a:cubicBezTo>
                    <a:pt x="76481" y="7779"/>
                    <a:pt x="76448" y="7775"/>
                    <a:pt x="76415" y="7767"/>
                  </a:cubicBezTo>
                  <a:cubicBezTo>
                    <a:pt x="76385" y="7706"/>
                    <a:pt x="76537" y="7585"/>
                    <a:pt x="76659" y="7585"/>
                  </a:cubicBezTo>
                  <a:close/>
                  <a:moveTo>
                    <a:pt x="39758" y="7524"/>
                  </a:moveTo>
                  <a:cubicBezTo>
                    <a:pt x="39971" y="7524"/>
                    <a:pt x="40153" y="7524"/>
                    <a:pt x="40153" y="7585"/>
                  </a:cubicBezTo>
                  <a:lnTo>
                    <a:pt x="40153" y="7615"/>
                  </a:lnTo>
                  <a:cubicBezTo>
                    <a:pt x="40123" y="7676"/>
                    <a:pt x="40214" y="7828"/>
                    <a:pt x="40062" y="7828"/>
                  </a:cubicBezTo>
                  <a:lnTo>
                    <a:pt x="39849" y="7828"/>
                  </a:lnTo>
                  <a:cubicBezTo>
                    <a:pt x="39872" y="7715"/>
                    <a:pt x="39861" y="7653"/>
                    <a:pt x="39817" y="7653"/>
                  </a:cubicBezTo>
                  <a:cubicBezTo>
                    <a:pt x="39801" y="7653"/>
                    <a:pt x="39782" y="7660"/>
                    <a:pt x="39758" y="7676"/>
                  </a:cubicBezTo>
                  <a:lnTo>
                    <a:pt x="39667" y="7737"/>
                  </a:lnTo>
                  <a:cubicBezTo>
                    <a:pt x="39637" y="7737"/>
                    <a:pt x="39576" y="7706"/>
                    <a:pt x="39545" y="7676"/>
                  </a:cubicBezTo>
                  <a:cubicBezTo>
                    <a:pt x="39545" y="7676"/>
                    <a:pt x="39545" y="7585"/>
                    <a:pt x="39576" y="7585"/>
                  </a:cubicBezTo>
                  <a:lnTo>
                    <a:pt x="39758" y="7524"/>
                  </a:lnTo>
                  <a:close/>
                  <a:moveTo>
                    <a:pt x="41380" y="7338"/>
                  </a:moveTo>
                  <a:cubicBezTo>
                    <a:pt x="41397" y="7338"/>
                    <a:pt x="41413" y="7347"/>
                    <a:pt x="41430" y="7372"/>
                  </a:cubicBezTo>
                  <a:cubicBezTo>
                    <a:pt x="41455" y="7423"/>
                    <a:pt x="41353" y="7538"/>
                    <a:pt x="41283" y="7538"/>
                  </a:cubicBezTo>
                  <a:cubicBezTo>
                    <a:pt x="41270" y="7538"/>
                    <a:pt x="41257" y="7534"/>
                    <a:pt x="41248" y="7524"/>
                  </a:cubicBezTo>
                  <a:cubicBezTo>
                    <a:pt x="41193" y="7485"/>
                    <a:pt x="41146" y="7470"/>
                    <a:pt x="41104" y="7470"/>
                  </a:cubicBezTo>
                  <a:cubicBezTo>
                    <a:pt x="40984" y="7470"/>
                    <a:pt x="40904" y="7593"/>
                    <a:pt x="40792" y="7615"/>
                  </a:cubicBezTo>
                  <a:cubicBezTo>
                    <a:pt x="40670" y="7615"/>
                    <a:pt x="40700" y="7767"/>
                    <a:pt x="40700" y="7858"/>
                  </a:cubicBezTo>
                  <a:cubicBezTo>
                    <a:pt x="40685" y="7874"/>
                    <a:pt x="40662" y="7881"/>
                    <a:pt x="40640" y="7881"/>
                  </a:cubicBezTo>
                  <a:cubicBezTo>
                    <a:pt x="40617" y="7881"/>
                    <a:pt x="40594" y="7874"/>
                    <a:pt x="40579" y="7858"/>
                  </a:cubicBezTo>
                  <a:cubicBezTo>
                    <a:pt x="40548" y="7737"/>
                    <a:pt x="40548" y="7615"/>
                    <a:pt x="40609" y="7524"/>
                  </a:cubicBezTo>
                  <a:lnTo>
                    <a:pt x="40700" y="7463"/>
                  </a:lnTo>
                  <a:cubicBezTo>
                    <a:pt x="40822" y="7403"/>
                    <a:pt x="40974" y="7372"/>
                    <a:pt x="41126" y="7372"/>
                  </a:cubicBezTo>
                  <a:cubicBezTo>
                    <a:pt x="41135" y="7363"/>
                    <a:pt x="41144" y="7360"/>
                    <a:pt x="41153" y="7360"/>
                  </a:cubicBezTo>
                  <a:cubicBezTo>
                    <a:pt x="41177" y="7360"/>
                    <a:pt x="41205" y="7381"/>
                    <a:pt x="41248" y="7403"/>
                  </a:cubicBezTo>
                  <a:cubicBezTo>
                    <a:pt x="41292" y="7403"/>
                    <a:pt x="41336" y="7338"/>
                    <a:pt x="41380" y="7338"/>
                  </a:cubicBezTo>
                  <a:close/>
                  <a:moveTo>
                    <a:pt x="38268" y="7899"/>
                  </a:moveTo>
                  <a:cubicBezTo>
                    <a:pt x="38303" y="7899"/>
                    <a:pt x="38342" y="7914"/>
                    <a:pt x="38360" y="7950"/>
                  </a:cubicBezTo>
                  <a:cubicBezTo>
                    <a:pt x="38421" y="8010"/>
                    <a:pt x="38360" y="8041"/>
                    <a:pt x="38269" y="8071"/>
                  </a:cubicBezTo>
                  <a:lnTo>
                    <a:pt x="38147" y="8102"/>
                  </a:lnTo>
                  <a:cubicBezTo>
                    <a:pt x="38079" y="8170"/>
                    <a:pt x="37993" y="8204"/>
                    <a:pt x="37929" y="8204"/>
                  </a:cubicBezTo>
                  <a:cubicBezTo>
                    <a:pt x="37908" y="8204"/>
                    <a:pt x="37889" y="8200"/>
                    <a:pt x="37874" y="8193"/>
                  </a:cubicBezTo>
                  <a:cubicBezTo>
                    <a:pt x="37874" y="8132"/>
                    <a:pt x="37874" y="8041"/>
                    <a:pt x="37904" y="8010"/>
                  </a:cubicBezTo>
                  <a:cubicBezTo>
                    <a:pt x="37995" y="7950"/>
                    <a:pt x="38086" y="7919"/>
                    <a:pt x="38208" y="7919"/>
                  </a:cubicBezTo>
                  <a:cubicBezTo>
                    <a:pt x="38221" y="7907"/>
                    <a:pt x="38244" y="7899"/>
                    <a:pt x="38268" y="7899"/>
                  </a:cubicBezTo>
                  <a:close/>
                  <a:moveTo>
                    <a:pt x="85473" y="7919"/>
                  </a:moveTo>
                  <a:cubicBezTo>
                    <a:pt x="85504" y="7950"/>
                    <a:pt x="85473" y="8071"/>
                    <a:pt x="85382" y="8193"/>
                  </a:cubicBezTo>
                  <a:lnTo>
                    <a:pt x="85261" y="8254"/>
                  </a:lnTo>
                  <a:lnTo>
                    <a:pt x="85230" y="8254"/>
                  </a:lnTo>
                  <a:cubicBezTo>
                    <a:pt x="85048" y="8132"/>
                    <a:pt x="85078" y="7980"/>
                    <a:pt x="85291" y="7919"/>
                  </a:cubicBezTo>
                  <a:close/>
                  <a:moveTo>
                    <a:pt x="80440" y="8322"/>
                  </a:moveTo>
                  <a:cubicBezTo>
                    <a:pt x="80402" y="8352"/>
                    <a:pt x="80365" y="8379"/>
                    <a:pt x="80331" y="8401"/>
                  </a:cubicBezTo>
                  <a:lnTo>
                    <a:pt x="80331" y="8401"/>
                  </a:lnTo>
                  <a:cubicBezTo>
                    <a:pt x="80402" y="8386"/>
                    <a:pt x="80431" y="8355"/>
                    <a:pt x="80440" y="8322"/>
                  </a:cubicBezTo>
                  <a:close/>
                  <a:moveTo>
                    <a:pt x="80331" y="8401"/>
                  </a:moveTo>
                  <a:cubicBezTo>
                    <a:pt x="80323" y="8403"/>
                    <a:pt x="80315" y="8404"/>
                    <a:pt x="80306" y="8406"/>
                  </a:cubicBezTo>
                  <a:lnTo>
                    <a:pt x="80215" y="8436"/>
                  </a:lnTo>
                  <a:cubicBezTo>
                    <a:pt x="80215" y="8445"/>
                    <a:pt x="80220" y="8450"/>
                    <a:pt x="80229" y="8450"/>
                  </a:cubicBezTo>
                  <a:cubicBezTo>
                    <a:pt x="80249" y="8450"/>
                    <a:pt x="80286" y="8431"/>
                    <a:pt x="80331" y="8401"/>
                  </a:cubicBezTo>
                  <a:close/>
                  <a:moveTo>
                    <a:pt x="37478" y="8102"/>
                  </a:moveTo>
                  <a:lnTo>
                    <a:pt x="37478" y="8102"/>
                  </a:lnTo>
                  <a:cubicBezTo>
                    <a:pt x="37600" y="8223"/>
                    <a:pt x="37509" y="8406"/>
                    <a:pt x="37418" y="8436"/>
                  </a:cubicBezTo>
                  <a:cubicBezTo>
                    <a:pt x="37387" y="8451"/>
                    <a:pt x="37349" y="8459"/>
                    <a:pt x="37311" y="8459"/>
                  </a:cubicBezTo>
                  <a:cubicBezTo>
                    <a:pt x="37273" y="8459"/>
                    <a:pt x="37235" y="8451"/>
                    <a:pt x="37205" y="8436"/>
                  </a:cubicBezTo>
                  <a:cubicBezTo>
                    <a:pt x="37175" y="8406"/>
                    <a:pt x="37144" y="8254"/>
                    <a:pt x="37235" y="8223"/>
                  </a:cubicBezTo>
                  <a:lnTo>
                    <a:pt x="37327" y="8193"/>
                  </a:lnTo>
                  <a:lnTo>
                    <a:pt x="37478" y="8102"/>
                  </a:lnTo>
                  <a:close/>
                  <a:moveTo>
                    <a:pt x="77936" y="8068"/>
                  </a:moveTo>
                  <a:cubicBezTo>
                    <a:pt x="78044" y="8068"/>
                    <a:pt x="77973" y="8223"/>
                    <a:pt x="78057" y="8223"/>
                  </a:cubicBezTo>
                  <a:lnTo>
                    <a:pt x="78422" y="8254"/>
                  </a:lnTo>
                  <a:cubicBezTo>
                    <a:pt x="78178" y="8375"/>
                    <a:pt x="77905" y="8436"/>
                    <a:pt x="77601" y="8436"/>
                  </a:cubicBezTo>
                  <a:lnTo>
                    <a:pt x="77388" y="8497"/>
                  </a:lnTo>
                  <a:lnTo>
                    <a:pt x="77206" y="8588"/>
                  </a:lnTo>
                  <a:cubicBezTo>
                    <a:pt x="77174" y="8596"/>
                    <a:pt x="77148" y="8600"/>
                    <a:pt x="77128" y="8600"/>
                  </a:cubicBezTo>
                  <a:cubicBezTo>
                    <a:pt x="76990" y="8600"/>
                    <a:pt x="77093" y="8427"/>
                    <a:pt x="77358" y="8162"/>
                  </a:cubicBezTo>
                  <a:lnTo>
                    <a:pt x="77449" y="8102"/>
                  </a:lnTo>
                  <a:lnTo>
                    <a:pt x="77479" y="8102"/>
                  </a:lnTo>
                  <a:cubicBezTo>
                    <a:pt x="77540" y="8132"/>
                    <a:pt x="77540" y="8162"/>
                    <a:pt x="77540" y="8193"/>
                  </a:cubicBezTo>
                  <a:lnTo>
                    <a:pt x="77540" y="8254"/>
                  </a:lnTo>
                  <a:lnTo>
                    <a:pt x="77692" y="8254"/>
                  </a:lnTo>
                  <a:cubicBezTo>
                    <a:pt x="77753" y="8193"/>
                    <a:pt x="77783" y="8132"/>
                    <a:pt x="77814" y="8071"/>
                  </a:cubicBezTo>
                  <a:lnTo>
                    <a:pt x="77905" y="8071"/>
                  </a:lnTo>
                  <a:cubicBezTo>
                    <a:pt x="77916" y="8069"/>
                    <a:pt x="77927" y="8068"/>
                    <a:pt x="77936" y="8068"/>
                  </a:cubicBezTo>
                  <a:close/>
                  <a:moveTo>
                    <a:pt x="38421" y="8162"/>
                  </a:moveTo>
                  <a:cubicBezTo>
                    <a:pt x="38451" y="8162"/>
                    <a:pt x="38542" y="8193"/>
                    <a:pt x="38542" y="8193"/>
                  </a:cubicBezTo>
                  <a:cubicBezTo>
                    <a:pt x="38542" y="8254"/>
                    <a:pt x="38542" y="8314"/>
                    <a:pt x="38512" y="8375"/>
                  </a:cubicBezTo>
                  <a:cubicBezTo>
                    <a:pt x="38451" y="8436"/>
                    <a:pt x="38360" y="8497"/>
                    <a:pt x="38299" y="8558"/>
                  </a:cubicBezTo>
                  <a:lnTo>
                    <a:pt x="38117" y="8710"/>
                  </a:lnTo>
                  <a:cubicBezTo>
                    <a:pt x="37934" y="8558"/>
                    <a:pt x="37995" y="8466"/>
                    <a:pt x="38269" y="8466"/>
                  </a:cubicBezTo>
                  <a:lnTo>
                    <a:pt x="38390" y="8314"/>
                  </a:lnTo>
                  <a:cubicBezTo>
                    <a:pt x="38421" y="8284"/>
                    <a:pt x="38390" y="8254"/>
                    <a:pt x="38390" y="8223"/>
                  </a:cubicBezTo>
                  <a:cubicBezTo>
                    <a:pt x="38390" y="8193"/>
                    <a:pt x="38390" y="8162"/>
                    <a:pt x="38421" y="8162"/>
                  </a:cubicBezTo>
                  <a:close/>
                  <a:moveTo>
                    <a:pt x="78514" y="8589"/>
                  </a:moveTo>
                  <a:lnTo>
                    <a:pt x="78514" y="8589"/>
                  </a:lnTo>
                  <a:cubicBezTo>
                    <a:pt x="78574" y="8621"/>
                    <a:pt x="78603" y="8862"/>
                    <a:pt x="78513" y="8862"/>
                  </a:cubicBezTo>
                  <a:cubicBezTo>
                    <a:pt x="78422" y="8892"/>
                    <a:pt x="78330" y="9044"/>
                    <a:pt x="78330" y="9105"/>
                  </a:cubicBezTo>
                  <a:cubicBezTo>
                    <a:pt x="78300" y="9135"/>
                    <a:pt x="78270" y="9196"/>
                    <a:pt x="78239" y="9196"/>
                  </a:cubicBezTo>
                  <a:cubicBezTo>
                    <a:pt x="78178" y="9165"/>
                    <a:pt x="78118" y="9105"/>
                    <a:pt x="78057" y="9044"/>
                  </a:cubicBezTo>
                  <a:cubicBezTo>
                    <a:pt x="77996" y="8983"/>
                    <a:pt x="77935" y="8922"/>
                    <a:pt x="78148" y="8892"/>
                  </a:cubicBezTo>
                  <a:cubicBezTo>
                    <a:pt x="78361" y="8862"/>
                    <a:pt x="78118" y="8801"/>
                    <a:pt x="78148" y="8770"/>
                  </a:cubicBezTo>
                  <a:lnTo>
                    <a:pt x="78239" y="8679"/>
                  </a:lnTo>
                  <a:cubicBezTo>
                    <a:pt x="78295" y="8623"/>
                    <a:pt x="78402" y="8593"/>
                    <a:pt x="78514" y="8589"/>
                  </a:cubicBezTo>
                  <a:close/>
                  <a:moveTo>
                    <a:pt x="77470" y="8940"/>
                  </a:moveTo>
                  <a:cubicBezTo>
                    <a:pt x="77525" y="8940"/>
                    <a:pt x="77601" y="8962"/>
                    <a:pt x="77601" y="8983"/>
                  </a:cubicBezTo>
                  <a:lnTo>
                    <a:pt x="77631" y="9044"/>
                  </a:lnTo>
                  <a:cubicBezTo>
                    <a:pt x="77631" y="9165"/>
                    <a:pt x="77601" y="9257"/>
                    <a:pt x="77510" y="9257"/>
                  </a:cubicBezTo>
                  <a:lnTo>
                    <a:pt x="77327" y="9257"/>
                  </a:lnTo>
                  <a:cubicBezTo>
                    <a:pt x="77312" y="9261"/>
                    <a:pt x="77298" y="9262"/>
                    <a:pt x="77286" y="9262"/>
                  </a:cubicBezTo>
                  <a:cubicBezTo>
                    <a:pt x="77208" y="9262"/>
                    <a:pt x="77221" y="9176"/>
                    <a:pt x="77327" y="9044"/>
                  </a:cubicBezTo>
                  <a:lnTo>
                    <a:pt x="77418" y="8953"/>
                  </a:lnTo>
                  <a:cubicBezTo>
                    <a:pt x="77427" y="8944"/>
                    <a:pt x="77447" y="8940"/>
                    <a:pt x="77470" y="8940"/>
                  </a:cubicBezTo>
                  <a:close/>
                  <a:moveTo>
                    <a:pt x="36327" y="8554"/>
                  </a:moveTo>
                  <a:cubicBezTo>
                    <a:pt x="36376" y="8572"/>
                    <a:pt x="36427" y="8594"/>
                    <a:pt x="36475" y="8618"/>
                  </a:cubicBezTo>
                  <a:lnTo>
                    <a:pt x="36540" y="8610"/>
                  </a:lnTo>
                  <a:lnTo>
                    <a:pt x="36540" y="8610"/>
                  </a:lnTo>
                  <a:cubicBezTo>
                    <a:pt x="36613" y="8648"/>
                    <a:pt x="36681" y="8689"/>
                    <a:pt x="36749" y="8740"/>
                  </a:cubicBezTo>
                  <a:cubicBezTo>
                    <a:pt x="36779" y="8770"/>
                    <a:pt x="36749" y="8831"/>
                    <a:pt x="36719" y="8831"/>
                  </a:cubicBezTo>
                  <a:lnTo>
                    <a:pt x="36567" y="8740"/>
                  </a:lnTo>
                  <a:lnTo>
                    <a:pt x="36567" y="8740"/>
                  </a:lnTo>
                  <a:cubicBezTo>
                    <a:pt x="36506" y="8831"/>
                    <a:pt x="36536" y="8953"/>
                    <a:pt x="36627" y="8953"/>
                  </a:cubicBezTo>
                  <a:lnTo>
                    <a:pt x="36688" y="8983"/>
                  </a:lnTo>
                  <a:cubicBezTo>
                    <a:pt x="36688" y="9013"/>
                    <a:pt x="36688" y="9074"/>
                    <a:pt x="36688" y="9105"/>
                  </a:cubicBezTo>
                  <a:cubicBezTo>
                    <a:pt x="36627" y="9135"/>
                    <a:pt x="36597" y="9135"/>
                    <a:pt x="36536" y="9135"/>
                  </a:cubicBezTo>
                  <a:lnTo>
                    <a:pt x="36445" y="9074"/>
                  </a:lnTo>
                  <a:cubicBezTo>
                    <a:pt x="36384" y="9044"/>
                    <a:pt x="36331" y="9029"/>
                    <a:pt x="36297" y="9029"/>
                  </a:cubicBezTo>
                  <a:cubicBezTo>
                    <a:pt x="36263" y="9029"/>
                    <a:pt x="36247" y="9044"/>
                    <a:pt x="36263" y="9074"/>
                  </a:cubicBezTo>
                  <a:lnTo>
                    <a:pt x="36263" y="9135"/>
                  </a:lnTo>
                  <a:lnTo>
                    <a:pt x="36293" y="9257"/>
                  </a:lnTo>
                  <a:lnTo>
                    <a:pt x="35989" y="9378"/>
                  </a:lnTo>
                  <a:cubicBezTo>
                    <a:pt x="35955" y="9327"/>
                    <a:pt x="35920" y="9309"/>
                    <a:pt x="35886" y="9309"/>
                  </a:cubicBezTo>
                  <a:cubicBezTo>
                    <a:pt x="35813" y="9309"/>
                    <a:pt x="35740" y="9388"/>
                    <a:pt x="35667" y="9388"/>
                  </a:cubicBezTo>
                  <a:cubicBezTo>
                    <a:pt x="35653" y="9388"/>
                    <a:pt x="35638" y="9385"/>
                    <a:pt x="35624" y="9378"/>
                  </a:cubicBezTo>
                  <a:cubicBezTo>
                    <a:pt x="35594" y="9378"/>
                    <a:pt x="35564" y="9348"/>
                    <a:pt x="35564" y="9317"/>
                  </a:cubicBezTo>
                  <a:cubicBezTo>
                    <a:pt x="35564" y="9264"/>
                    <a:pt x="35553" y="9232"/>
                    <a:pt x="35521" y="9232"/>
                  </a:cubicBezTo>
                  <a:cubicBezTo>
                    <a:pt x="35497" y="9232"/>
                    <a:pt x="35463" y="9249"/>
                    <a:pt x="35412" y="9287"/>
                  </a:cubicBezTo>
                  <a:cubicBezTo>
                    <a:pt x="35320" y="9257"/>
                    <a:pt x="35290" y="9196"/>
                    <a:pt x="35290" y="9135"/>
                  </a:cubicBezTo>
                  <a:lnTo>
                    <a:pt x="35320" y="9105"/>
                  </a:lnTo>
                  <a:lnTo>
                    <a:pt x="35442" y="8983"/>
                  </a:lnTo>
                  <a:cubicBezTo>
                    <a:pt x="35511" y="9024"/>
                    <a:pt x="35604" y="9041"/>
                    <a:pt x="35686" y="9041"/>
                  </a:cubicBezTo>
                  <a:cubicBezTo>
                    <a:pt x="35785" y="9041"/>
                    <a:pt x="35868" y="9016"/>
                    <a:pt x="35868" y="8983"/>
                  </a:cubicBezTo>
                  <a:cubicBezTo>
                    <a:pt x="35868" y="8953"/>
                    <a:pt x="35928" y="8922"/>
                    <a:pt x="35989" y="8922"/>
                  </a:cubicBezTo>
                  <a:cubicBezTo>
                    <a:pt x="35989" y="8937"/>
                    <a:pt x="35997" y="8945"/>
                    <a:pt x="36008" y="8945"/>
                  </a:cubicBezTo>
                  <a:cubicBezTo>
                    <a:pt x="36019" y="8945"/>
                    <a:pt x="36035" y="8937"/>
                    <a:pt x="36050" y="8922"/>
                  </a:cubicBezTo>
                  <a:lnTo>
                    <a:pt x="36080" y="8892"/>
                  </a:lnTo>
                  <a:cubicBezTo>
                    <a:pt x="36111" y="8770"/>
                    <a:pt x="36171" y="8710"/>
                    <a:pt x="36263" y="8618"/>
                  </a:cubicBezTo>
                  <a:lnTo>
                    <a:pt x="36327" y="8554"/>
                  </a:lnTo>
                  <a:close/>
                  <a:moveTo>
                    <a:pt x="27387" y="9500"/>
                  </a:moveTo>
                  <a:cubicBezTo>
                    <a:pt x="27509" y="9561"/>
                    <a:pt x="27539" y="9713"/>
                    <a:pt x="27418" y="9804"/>
                  </a:cubicBezTo>
                  <a:lnTo>
                    <a:pt x="27205" y="9804"/>
                  </a:lnTo>
                  <a:cubicBezTo>
                    <a:pt x="27053" y="9743"/>
                    <a:pt x="27053" y="9621"/>
                    <a:pt x="27174" y="9530"/>
                  </a:cubicBezTo>
                  <a:lnTo>
                    <a:pt x="27296" y="9500"/>
                  </a:lnTo>
                  <a:close/>
                  <a:moveTo>
                    <a:pt x="76152" y="9248"/>
                  </a:moveTo>
                  <a:cubicBezTo>
                    <a:pt x="76216" y="9248"/>
                    <a:pt x="76305" y="9293"/>
                    <a:pt x="76355" y="9317"/>
                  </a:cubicBezTo>
                  <a:lnTo>
                    <a:pt x="76385" y="9317"/>
                  </a:lnTo>
                  <a:cubicBezTo>
                    <a:pt x="76446" y="9317"/>
                    <a:pt x="76385" y="9378"/>
                    <a:pt x="76263" y="9439"/>
                  </a:cubicBezTo>
                  <a:cubicBezTo>
                    <a:pt x="76172" y="9500"/>
                    <a:pt x="75959" y="9773"/>
                    <a:pt x="75899" y="9834"/>
                  </a:cubicBezTo>
                  <a:lnTo>
                    <a:pt x="75807" y="9743"/>
                  </a:lnTo>
                  <a:cubicBezTo>
                    <a:pt x="75777" y="9713"/>
                    <a:pt x="75716" y="9621"/>
                    <a:pt x="75807" y="9591"/>
                  </a:cubicBezTo>
                  <a:cubicBezTo>
                    <a:pt x="75899" y="9561"/>
                    <a:pt x="75959" y="9561"/>
                    <a:pt x="75959" y="9439"/>
                  </a:cubicBezTo>
                  <a:cubicBezTo>
                    <a:pt x="75990" y="9348"/>
                    <a:pt x="76051" y="9287"/>
                    <a:pt x="76111" y="9257"/>
                  </a:cubicBezTo>
                  <a:cubicBezTo>
                    <a:pt x="76123" y="9251"/>
                    <a:pt x="76137" y="9248"/>
                    <a:pt x="76152" y="9248"/>
                  </a:cubicBezTo>
                  <a:close/>
                  <a:moveTo>
                    <a:pt x="86385" y="9409"/>
                  </a:moveTo>
                  <a:cubicBezTo>
                    <a:pt x="86446" y="9500"/>
                    <a:pt x="86446" y="9591"/>
                    <a:pt x="86385" y="9652"/>
                  </a:cubicBezTo>
                  <a:cubicBezTo>
                    <a:pt x="86331" y="9706"/>
                    <a:pt x="86180" y="9809"/>
                    <a:pt x="86126" y="9809"/>
                  </a:cubicBezTo>
                  <a:cubicBezTo>
                    <a:pt x="86120" y="9809"/>
                    <a:pt x="86115" y="9807"/>
                    <a:pt x="86112" y="9804"/>
                  </a:cubicBezTo>
                  <a:cubicBezTo>
                    <a:pt x="86105" y="9790"/>
                    <a:pt x="86089" y="9784"/>
                    <a:pt x="86069" y="9784"/>
                  </a:cubicBezTo>
                  <a:cubicBezTo>
                    <a:pt x="86003" y="9784"/>
                    <a:pt x="85885" y="9848"/>
                    <a:pt x="85838" y="9895"/>
                  </a:cubicBezTo>
                  <a:cubicBezTo>
                    <a:pt x="85824" y="9902"/>
                    <a:pt x="85811" y="9906"/>
                    <a:pt x="85800" y="9906"/>
                  </a:cubicBezTo>
                  <a:cubicBezTo>
                    <a:pt x="85766" y="9906"/>
                    <a:pt x="85754" y="9866"/>
                    <a:pt x="85777" y="9773"/>
                  </a:cubicBezTo>
                  <a:lnTo>
                    <a:pt x="85838" y="9743"/>
                  </a:lnTo>
                  <a:cubicBezTo>
                    <a:pt x="85929" y="9652"/>
                    <a:pt x="86020" y="9561"/>
                    <a:pt x="86112" y="9500"/>
                  </a:cubicBezTo>
                  <a:cubicBezTo>
                    <a:pt x="86172" y="9439"/>
                    <a:pt x="86233" y="9409"/>
                    <a:pt x="86324" y="9409"/>
                  </a:cubicBezTo>
                  <a:close/>
                  <a:moveTo>
                    <a:pt x="79911" y="9561"/>
                  </a:moveTo>
                  <a:cubicBezTo>
                    <a:pt x="80124" y="9561"/>
                    <a:pt x="80276" y="9621"/>
                    <a:pt x="80215" y="9652"/>
                  </a:cubicBezTo>
                  <a:lnTo>
                    <a:pt x="80184" y="9652"/>
                  </a:lnTo>
                  <a:lnTo>
                    <a:pt x="80154" y="9743"/>
                  </a:lnTo>
                  <a:cubicBezTo>
                    <a:pt x="80124" y="9834"/>
                    <a:pt x="80032" y="9925"/>
                    <a:pt x="79941" y="9956"/>
                  </a:cubicBezTo>
                  <a:lnTo>
                    <a:pt x="79911" y="9956"/>
                  </a:lnTo>
                  <a:cubicBezTo>
                    <a:pt x="79850" y="9925"/>
                    <a:pt x="79880" y="9804"/>
                    <a:pt x="79729" y="9804"/>
                  </a:cubicBezTo>
                  <a:lnTo>
                    <a:pt x="79668" y="9804"/>
                  </a:lnTo>
                  <a:cubicBezTo>
                    <a:pt x="79607" y="9773"/>
                    <a:pt x="79607" y="9682"/>
                    <a:pt x="79668" y="9591"/>
                  </a:cubicBezTo>
                  <a:lnTo>
                    <a:pt x="79729" y="9591"/>
                  </a:lnTo>
                  <a:lnTo>
                    <a:pt x="79911" y="9561"/>
                  </a:lnTo>
                  <a:close/>
                  <a:moveTo>
                    <a:pt x="76659" y="9500"/>
                  </a:moveTo>
                  <a:lnTo>
                    <a:pt x="76659" y="9530"/>
                  </a:lnTo>
                  <a:lnTo>
                    <a:pt x="76659" y="9591"/>
                  </a:lnTo>
                  <a:cubicBezTo>
                    <a:pt x="76598" y="9652"/>
                    <a:pt x="76567" y="9682"/>
                    <a:pt x="76507" y="9743"/>
                  </a:cubicBezTo>
                  <a:cubicBezTo>
                    <a:pt x="76476" y="9773"/>
                    <a:pt x="76476" y="9865"/>
                    <a:pt x="76507" y="9895"/>
                  </a:cubicBezTo>
                  <a:cubicBezTo>
                    <a:pt x="76628" y="9986"/>
                    <a:pt x="76476" y="9986"/>
                    <a:pt x="76446" y="9986"/>
                  </a:cubicBezTo>
                  <a:cubicBezTo>
                    <a:pt x="76385" y="9986"/>
                    <a:pt x="76294" y="9925"/>
                    <a:pt x="76294" y="9925"/>
                  </a:cubicBezTo>
                  <a:cubicBezTo>
                    <a:pt x="76241" y="9960"/>
                    <a:pt x="76189" y="9996"/>
                    <a:pt x="76142" y="9996"/>
                  </a:cubicBezTo>
                  <a:cubicBezTo>
                    <a:pt x="76111" y="9996"/>
                    <a:pt x="76082" y="9980"/>
                    <a:pt x="76058" y="9939"/>
                  </a:cubicBezTo>
                  <a:lnTo>
                    <a:pt x="76058" y="9939"/>
                  </a:lnTo>
                  <a:cubicBezTo>
                    <a:pt x="76005" y="9966"/>
                    <a:pt x="75953" y="9981"/>
                    <a:pt x="75910" y="9981"/>
                  </a:cubicBezTo>
                  <a:cubicBezTo>
                    <a:pt x="75864" y="9981"/>
                    <a:pt x="75827" y="9964"/>
                    <a:pt x="75807" y="9925"/>
                  </a:cubicBezTo>
                  <a:lnTo>
                    <a:pt x="75625" y="10077"/>
                  </a:lnTo>
                  <a:cubicBezTo>
                    <a:pt x="75595" y="10077"/>
                    <a:pt x="75504" y="10047"/>
                    <a:pt x="75504" y="10047"/>
                  </a:cubicBezTo>
                  <a:lnTo>
                    <a:pt x="75473" y="9925"/>
                  </a:lnTo>
                  <a:cubicBezTo>
                    <a:pt x="75462" y="9869"/>
                    <a:pt x="75488" y="9851"/>
                    <a:pt x="75533" y="9851"/>
                  </a:cubicBezTo>
                  <a:cubicBezTo>
                    <a:pt x="75609" y="9851"/>
                    <a:pt x="75742" y="9906"/>
                    <a:pt x="75838" y="9925"/>
                  </a:cubicBezTo>
                  <a:cubicBezTo>
                    <a:pt x="75849" y="9928"/>
                    <a:pt x="75861" y="9929"/>
                    <a:pt x="75874" y="9929"/>
                  </a:cubicBezTo>
                  <a:cubicBezTo>
                    <a:pt x="75924" y="9929"/>
                    <a:pt x="75989" y="9913"/>
                    <a:pt x="76063" y="9885"/>
                  </a:cubicBezTo>
                  <a:lnTo>
                    <a:pt x="76063" y="9885"/>
                  </a:lnTo>
                  <a:cubicBezTo>
                    <a:pt x="76055" y="9902"/>
                    <a:pt x="76051" y="9917"/>
                    <a:pt x="76051" y="9925"/>
                  </a:cubicBezTo>
                  <a:cubicBezTo>
                    <a:pt x="76053" y="9930"/>
                    <a:pt x="76056" y="9935"/>
                    <a:pt x="76058" y="9939"/>
                  </a:cubicBezTo>
                  <a:lnTo>
                    <a:pt x="76058" y="9939"/>
                  </a:lnTo>
                  <a:cubicBezTo>
                    <a:pt x="76120" y="9908"/>
                    <a:pt x="76184" y="9860"/>
                    <a:pt x="76239" y="9801"/>
                  </a:cubicBezTo>
                  <a:lnTo>
                    <a:pt x="76239" y="9801"/>
                  </a:lnTo>
                  <a:cubicBezTo>
                    <a:pt x="76177" y="9835"/>
                    <a:pt x="76117" y="9864"/>
                    <a:pt x="76063" y="9885"/>
                  </a:cubicBezTo>
                  <a:lnTo>
                    <a:pt x="76063" y="9885"/>
                  </a:lnTo>
                  <a:cubicBezTo>
                    <a:pt x="76084" y="9838"/>
                    <a:pt x="76128" y="9773"/>
                    <a:pt x="76172" y="9773"/>
                  </a:cubicBezTo>
                  <a:cubicBezTo>
                    <a:pt x="76263" y="9743"/>
                    <a:pt x="76355" y="9682"/>
                    <a:pt x="76415" y="9561"/>
                  </a:cubicBezTo>
                  <a:lnTo>
                    <a:pt x="76446" y="9530"/>
                  </a:lnTo>
                  <a:cubicBezTo>
                    <a:pt x="76449" y="9527"/>
                    <a:pt x="76451" y="9526"/>
                    <a:pt x="76452" y="9526"/>
                  </a:cubicBezTo>
                  <a:lnTo>
                    <a:pt x="76452" y="9526"/>
                  </a:lnTo>
                  <a:cubicBezTo>
                    <a:pt x="76462" y="9526"/>
                    <a:pt x="76396" y="9637"/>
                    <a:pt x="76233" y="9773"/>
                  </a:cubicBezTo>
                  <a:lnTo>
                    <a:pt x="76263" y="9773"/>
                  </a:lnTo>
                  <a:cubicBezTo>
                    <a:pt x="76255" y="9783"/>
                    <a:pt x="76247" y="9792"/>
                    <a:pt x="76239" y="9801"/>
                  </a:cubicBezTo>
                  <a:lnTo>
                    <a:pt x="76239" y="9801"/>
                  </a:lnTo>
                  <a:cubicBezTo>
                    <a:pt x="76375" y="9726"/>
                    <a:pt x="76523" y="9622"/>
                    <a:pt x="76659" y="9500"/>
                  </a:cubicBezTo>
                  <a:close/>
                  <a:moveTo>
                    <a:pt x="79242" y="9652"/>
                  </a:moveTo>
                  <a:lnTo>
                    <a:pt x="79242" y="9652"/>
                  </a:lnTo>
                  <a:cubicBezTo>
                    <a:pt x="79333" y="9682"/>
                    <a:pt x="79212" y="9773"/>
                    <a:pt x="78999" y="9925"/>
                  </a:cubicBezTo>
                  <a:lnTo>
                    <a:pt x="79029" y="10138"/>
                  </a:lnTo>
                  <a:lnTo>
                    <a:pt x="78969" y="10138"/>
                  </a:lnTo>
                  <a:cubicBezTo>
                    <a:pt x="78949" y="10112"/>
                    <a:pt x="78929" y="10103"/>
                    <a:pt x="78907" y="10103"/>
                  </a:cubicBezTo>
                  <a:cubicBezTo>
                    <a:pt x="78849" y="10103"/>
                    <a:pt x="78784" y="10173"/>
                    <a:pt x="78726" y="10173"/>
                  </a:cubicBezTo>
                  <a:cubicBezTo>
                    <a:pt x="78705" y="10173"/>
                    <a:pt x="78684" y="10164"/>
                    <a:pt x="78665" y="10138"/>
                  </a:cubicBezTo>
                  <a:lnTo>
                    <a:pt x="78665" y="10047"/>
                  </a:lnTo>
                  <a:cubicBezTo>
                    <a:pt x="78969" y="10017"/>
                    <a:pt x="79029" y="9743"/>
                    <a:pt x="79242" y="9652"/>
                  </a:cubicBezTo>
                  <a:close/>
                  <a:moveTo>
                    <a:pt x="37671" y="10133"/>
                  </a:moveTo>
                  <a:cubicBezTo>
                    <a:pt x="37753" y="10133"/>
                    <a:pt x="37835" y="10143"/>
                    <a:pt x="37874" y="10169"/>
                  </a:cubicBezTo>
                  <a:cubicBezTo>
                    <a:pt x="37965" y="10260"/>
                    <a:pt x="37965" y="10320"/>
                    <a:pt x="37843" y="10320"/>
                  </a:cubicBezTo>
                  <a:lnTo>
                    <a:pt x="37813" y="10320"/>
                  </a:lnTo>
                  <a:cubicBezTo>
                    <a:pt x="37691" y="10320"/>
                    <a:pt x="37448" y="10229"/>
                    <a:pt x="37448" y="10169"/>
                  </a:cubicBezTo>
                  <a:cubicBezTo>
                    <a:pt x="37448" y="10151"/>
                    <a:pt x="37560" y="10133"/>
                    <a:pt x="37671" y="10133"/>
                  </a:cubicBezTo>
                  <a:close/>
                  <a:moveTo>
                    <a:pt x="26688" y="9652"/>
                  </a:moveTo>
                  <a:cubicBezTo>
                    <a:pt x="26810" y="9652"/>
                    <a:pt x="26779" y="9682"/>
                    <a:pt x="26658" y="9743"/>
                  </a:cubicBezTo>
                  <a:lnTo>
                    <a:pt x="26627" y="9804"/>
                  </a:lnTo>
                  <a:cubicBezTo>
                    <a:pt x="26597" y="9865"/>
                    <a:pt x="26718" y="9895"/>
                    <a:pt x="26779" y="9895"/>
                  </a:cubicBezTo>
                  <a:cubicBezTo>
                    <a:pt x="26810" y="9895"/>
                    <a:pt x="26840" y="9895"/>
                    <a:pt x="26688" y="9986"/>
                  </a:cubicBezTo>
                  <a:cubicBezTo>
                    <a:pt x="26506" y="10077"/>
                    <a:pt x="26354" y="10169"/>
                    <a:pt x="26202" y="10290"/>
                  </a:cubicBezTo>
                  <a:lnTo>
                    <a:pt x="26171" y="10320"/>
                  </a:lnTo>
                  <a:cubicBezTo>
                    <a:pt x="26148" y="10336"/>
                    <a:pt x="26122" y="10344"/>
                    <a:pt x="26097" y="10344"/>
                  </a:cubicBezTo>
                  <a:cubicBezTo>
                    <a:pt x="26023" y="10344"/>
                    <a:pt x="25951" y="10281"/>
                    <a:pt x="25928" y="10169"/>
                  </a:cubicBezTo>
                  <a:lnTo>
                    <a:pt x="26171" y="10138"/>
                  </a:lnTo>
                  <a:cubicBezTo>
                    <a:pt x="26262" y="10138"/>
                    <a:pt x="26323" y="10077"/>
                    <a:pt x="26414" y="10017"/>
                  </a:cubicBezTo>
                  <a:cubicBezTo>
                    <a:pt x="26445" y="10017"/>
                    <a:pt x="26323" y="9986"/>
                    <a:pt x="26384" y="9895"/>
                  </a:cubicBezTo>
                  <a:cubicBezTo>
                    <a:pt x="26445" y="9682"/>
                    <a:pt x="26445" y="9652"/>
                    <a:pt x="26627" y="9652"/>
                  </a:cubicBezTo>
                  <a:close/>
                  <a:moveTo>
                    <a:pt x="78376" y="10214"/>
                  </a:moveTo>
                  <a:cubicBezTo>
                    <a:pt x="78422" y="10214"/>
                    <a:pt x="78467" y="10229"/>
                    <a:pt x="78513" y="10260"/>
                  </a:cubicBezTo>
                  <a:lnTo>
                    <a:pt x="78452" y="10260"/>
                  </a:lnTo>
                  <a:cubicBezTo>
                    <a:pt x="78482" y="10290"/>
                    <a:pt x="78756" y="10472"/>
                    <a:pt x="78756" y="10533"/>
                  </a:cubicBezTo>
                  <a:cubicBezTo>
                    <a:pt x="78756" y="10594"/>
                    <a:pt x="78725" y="10624"/>
                    <a:pt x="78695" y="10624"/>
                  </a:cubicBezTo>
                  <a:cubicBezTo>
                    <a:pt x="78695" y="10564"/>
                    <a:pt x="78665" y="10503"/>
                    <a:pt x="78573" y="10503"/>
                  </a:cubicBezTo>
                  <a:cubicBezTo>
                    <a:pt x="78452" y="10503"/>
                    <a:pt x="78422" y="10472"/>
                    <a:pt x="78361" y="10381"/>
                  </a:cubicBezTo>
                  <a:lnTo>
                    <a:pt x="78239" y="10260"/>
                  </a:lnTo>
                  <a:cubicBezTo>
                    <a:pt x="78285" y="10229"/>
                    <a:pt x="78330" y="10214"/>
                    <a:pt x="78376" y="10214"/>
                  </a:cubicBezTo>
                  <a:close/>
                  <a:moveTo>
                    <a:pt x="30700" y="10472"/>
                  </a:moveTo>
                  <a:lnTo>
                    <a:pt x="30518" y="10564"/>
                  </a:lnTo>
                  <a:lnTo>
                    <a:pt x="30336" y="10624"/>
                  </a:lnTo>
                  <a:cubicBezTo>
                    <a:pt x="30304" y="10650"/>
                    <a:pt x="30281" y="10661"/>
                    <a:pt x="30267" y="10661"/>
                  </a:cubicBezTo>
                  <a:cubicBezTo>
                    <a:pt x="30250" y="10661"/>
                    <a:pt x="30247" y="10644"/>
                    <a:pt x="30256" y="10619"/>
                  </a:cubicBezTo>
                  <a:lnTo>
                    <a:pt x="30256" y="10619"/>
                  </a:lnTo>
                  <a:cubicBezTo>
                    <a:pt x="30389" y="10573"/>
                    <a:pt x="30539" y="10524"/>
                    <a:pt x="30700" y="10472"/>
                  </a:cubicBezTo>
                  <a:close/>
                  <a:moveTo>
                    <a:pt x="29940" y="10229"/>
                  </a:moveTo>
                  <a:cubicBezTo>
                    <a:pt x="30059" y="10277"/>
                    <a:pt x="30141" y="10343"/>
                    <a:pt x="30214" y="10428"/>
                  </a:cubicBezTo>
                  <a:lnTo>
                    <a:pt x="30214" y="10428"/>
                  </a:lnTo>
                  <a:cubicBezTo>
                    <a:pt x="30152" y="10449"/>
                    <a:pt x="30082" y="10474"/>
                    <a:pt x="30003" y="10503"/>
                  </a:cubicBezTo>
                  <a:lnTo>
                    <a:pt x="29971" y="10503"/>
                  </a:lnTo>
                  <a:cubicBezTo>
                    <a:pt x="29964" y="10500"/>
                    <a:pt x="29957" y="10498"/>
                    <a:pt x="29950" y="10498"/>
                  </a:cubicBezTo>
                  <a:cubicBezTo>
                    <a:pt x="29916" y="10498"/>
                    <a:pt x="29878" y="10530"/>
                    <a:pt x="29846" y="10562"/>
                  </a:cubicBezTo>
                  <a:lnTo>
                    <a:pt x="29846" y="10562"/>
                  </a:lnTo>
                  <a:cubicBezTo>
                    <a:pt x="29727" y="10607"/>
                    <a:pt x="29596" y="10659"/>
                    <a:pt x="29454" y="10716"/>
                  </a:cubicBezTo>
                  <a:lnTo>
                    <a:pt x="29484" y="10594"/>
                  </a:lnTo>
                  <a:lnTo>
                    <a:pt x="29515" y="10503"/>
                  </a:lnTo>
                  <a:cubicBezTo>
                    <a:pt x="29515" y="10421"/>
                    <a:pt x="29550" y="10392"/>
                    <a:pt x="29587" y="10392"/>
                  </a:cubicBezTo>
                  <a:cubicBezTo>
                    <a:pt x="29619" y="10392"/>
                    <a:pt x="29653" y="10414"/>
                    <a:pt x="29667" y="10442"/>
                  </a:cubicBezTo>
                  <a:cubicBezTo>
                    <a:pt x="29678" y="10447"/>
                    <a:pt x="29688" y="10450"/>
                    <a:pt x="29699" y="10450"/>
                  </a:cubicBezTo>
                  <a:cubicBezTo>
                    <a:pt x="29750" y="10450"/>
                    <a:pt x="29805" y="10396"/>
                    <a:pt x="29880" y="10320"/>
                  </a:cubicBezTo>
                  <a:lnTo>
                    <a:pt x="29940" y="10229"/>
                  </a:lnTo>
                  <a:close/>
                  <a:moveTo>
                    <a:pt x="80762" y="9621"/>
                  </a:moveTo>
                  <a:lnTo>
                    <a:pt x="80853" y="9743"/>
                  </a:lnTo>
                  <a:cubicBezTo>
                    <a:pt x="80914" y="9804"/>
                    <a:pt x="80944" y="9895"/>
                    <a:pt x="80792" y="9895"/>
                  </a:cubicBezTo>
                  <a:cubicBezTo>
                    <a:pt x="80772" y="9895"/>
                    <a:pt x="80765" y="9881"/>
                    <a:pt x="80754" y="9881"/>
                  </a:cubicBezTo>
                  <a:cubicBezTo>
                    <a:pt x="80748" y="9881"/>
                    <a:pt x="80742" y="9885"/>
                    <a:pt x="80732" y="9895"/>
                  </a:cubicBezTo>
                  <a:cubicBezTo>
                    <a:pt x="80732" y="9925"/>
                    <a:pt x="80701" y="9986"/>
                    <a:pt x="80701" y="10017"/>
                  </a:cubicBezTo>
                  <a:cubicBezTo>
                    <a:pt x="80721" y="10047"/>
                    <a:pt x="80738" y="10057"/>
                    <a:pt x="80753" y="10057"/>
                  </a:cubicBezTo>
                  <a:cubicBezTo>
                    <a:pt x="80782" y="10057"/>
                    <a:pt x="80802" y="10017"/>
                    <a:pt x="80823" y="10017"/>
                  </a:cubicBezTo>
                  <a:lnTo>
                    <a:pt x="80884" y="10017"/>
                  </a:lnTo>
                  <a:cubicBezTo>
                    <a:pt x="80900" y="10011"/>
                    <a:pt x="80914" y="10009"/>
                    <a:pt x="80926" y="10009"/>
                  </a:cubicBezTo>
                  <a:cubicBezTo>
                    <a:pt x="80982" y="10009"/>
                    <a:pt x="80989" y="10063"/>
                    <a:pt x="80914" y="10138"/>
                  </a:cubicBezTo>
                  <a:lnTo>
                    <a:pt x="80671" y="10138"/>
                  </a:lnTo>
                  <a:cubicBezTo>
                    <a:pt x="80580" y="10169"/>
                    <a:pt x="80488" y="10229"/>
                    <a:pt x="80458" y="10229"/>
                  </a:cubicBezTo>
                  <a:lnTo>
                    <a:pt x="80306" y="10169"/>
                  </a:lnTo>
                  <a:cubicBezTo>
                    <a:pt x="80306" y="10143"/>
                    <a:pt x="80301" y="10132"/>
                    <a:pt x="80292" y="10132"/>
                  </a:cubicBezTo>
                  <a:cubicBezTo>
                    <a:pt x="80247" y="10132"/>
                    <a:pt x="80108" y="10397"/>
                    <a:pt x="80032" y="10472"/>
                  </a:cubicBezTo>
                  <a:cubicBezTo>
                    <a:pt x="79972" y="10564"/>
                    <a:pt x="79850" y="10746"/>
                    <a:pt x="79789" y="10746"/>
                  </a:cubicBezTo>
                  <a:cubicBezTo>
                    <a:pt x="79698" y="10746"/>
                    <a:pt x="79577" y="10776"/>
                    <a:pt x="79516" y="10837"/>
                  </a:cubicBezTo>
                  <a:lnTo>
                    <a:pt x="79455" y="10837"/>
                  </a:lnTo>
                  <a:cubicBezTo>
                    <a:pt x="79364" y="10807"/>
                    <a:pt x="79364" y="10716"/>
                    <a:pt x="79273" y="10685"/>
                  </a:cubicBezTo>
                  <a:cubicBezTo>
                    <a:pt x="79212" y="10624"/>
                    <a:pt x="79090" y="10624"/>
                    <a:pt x="78999" y="10594"/>
                  </a:cubicBezTo>
                  <a:lnTo>
                    <a:pt x="78969" y="10564"/>
                  </a:lnTo>
                  <a:cubicBezTo>
                    <a:pt x="78944" y="10514"/>
                    <a:pt x="79138" y="10426"/>
                    <a:pt x="79262" y="10426"/>
                  </a:cubicBezTo>
                  <a:cubicBezTo>
                    <a:pt x="79291" y="10426"/>
                    <a:pt x="79316" y="10430"/>
                    <a:pt x="79333" y="10442"/>
                  </a:cubicBezTo>
                  <a:cubicBezTo>
                    <a:pt x="79372" y="10480"/>
                    <a:pt x="79399" y="10497"/>
                    <a:pt x="79416" y="10497"/>
                  </a:cubicBezTo>
                  <a:cubicBezTo>
                    <a:pt x="79439" y="10497"/>
                    <a:pt x="79442" y="10465"/>
                    <a:pt x="79425" y="10412"/>
                  </a:cubicBezTo>
                  <a:lnTo>
                    <a:pt x="79880" y="10412"/>
                  </a:lnTo>
                  <a:cubicBezTo>
                    <a:pt x="79941" y="10199"/>
                    <a:pt x="80154" y="10108"/>
                    <a:pt x="80215" y="10108"/>
                  </a:cubicBezTo>
                  <a:cubicBezTo>
                    <a:pt x="80217" y="10110"/>
                    <a:pt x="80220" y="10111"/>
                    <a:pt x="80224" y="10111"/>
                  </a:cubicBezTo>
                  <a:cubicBezTo>
                    <a:pt x="80273" y="10111"/>
                    <a:pt x="80461" y="9953"/>
                    <a:pt x="80510" y="9953"/>
                  </a:cubicBezTo>
                  <a:cubicBezTo>
                    <a:pt x="80514" y="9953"/>
                    <a:pt x="80517" y="9954"/>
                    <a:pt x="80519" y="9956"/>
                  </a:cubicBezTo>
                  <a:cubicBezTo>
                    <a:pt x="80580" y="9956"/>
                    <a:pt x="80549" y="9804"/>
                    <a:pt x="80519" y="9773"/>
                  </a:cubicBezTo>
                  <a:cubicBezTo>
                    <a:pt x="80488" y="9713"/>
                    <a:pt x="80610" y="9652"/>
                    <a:pt x="80762" y="9621"/>
                  </a:cubicBezTo>
                  <a:close/>
                  <a:moveTo>
                    <a:pt x="29710" y="10823"/>
                  </a:moveTo>
                  <a:lnTo>
                    <a:pt x="29710" y="10823"/>
                  </a:lnTo>
                  <a:cubicBezTo>
                    <a:pt x="29727" y="10827"/>
                    <a:pt x="29744" y="10830"/>
                    <a:pt x="29758" y="10837"/>
                  </a:cubicBezTo>
                  <a:lnTo>
                    <a:pt x="29788" y="10837"/>
                  </a:lnTo>
                  <a:cubicBezTo>
                    <a:pt x="29788" y="10898"/>
                    <a:pt x="29758" y="10928"/>
                    <a:pt x="29728" y="10928"/>
                  </a:cubicBezTo>
                  <a:lnTo>
                    <a:pt x="29606" y="10928"/>
                  </a:lnTo>
                  <a:cubicBezTo>
                    <a:pt x="29545" y="10916"/>
                    <a:pt x="29587" y="10879"/>
                    <a:pt x="29710" y="10823"/>
                  </a:cubicBezTo>
                  <a:close/>
                  <a:moveTo>
                    <a:pt x="78695" y="10746"/>
                  </a:moveTo>
                  <a:cubicBezTo>
                    <a:pt x="78786" y="10746"/>
                    <a:pt x="78847" y="10807"/>
                    <a:pt x="78847" y="10868"/>
                  </a:cubicBezTo>
                  <a:lnTo>
                    <a:pt x="78817" y="10868"/>
                  </a:lnTo>
                  <a:cubicBezTo>
                    <a:pt x="78817" y="10906"/>
                    <a:pt x="78719" y="10945"/>
                    <a:pt x="78633" y="10945"/>
                  </a:cubicBezTo>
                  <a:cubicBezTo>
                    <a:pt x="78582" y="10945"/>
                    <a:pt x="78535" y="10932"/>
                    <a:pt x="78513" y="10898"/>
                  </a:cubicBezTo>
                  <a:cubicBezTo>
                    <a:pt x="78452" y="10837"/>
                    <a:pt x="78482" y="10746"/>
                    <a:pt x="78573" y="10746"/>
                  </a:cubicBezTo>
                  <a:close/>
                  <a:moveTo>
                    <a:pt x="76816" y="10750"/>
                  </a:moveTo>
                  <a:cubicBezTo>
                    <a:pt x="76952" y="10750"/>
                    <a:pt x="77054" y="10787"/>
                    <a:pt x="77054" y="10868"/>
                  </a:cubicBezTo>
                  <a:cubicBezTo>
                    <a:pt x="77030" y="11011"/>
                    <a:pt x="76987" y="11060"/>
                    <a:pt x="76941" y="11060"/>
                  </a:cubicBezTo>
                  <a:cubicBezTo>
                    <a:pt x="76928" y="11060"/>
                    <a:pt x="76915" y="11057"/>
                    <a:pt x="76902" y="11050"/>
                  </a:cubicBezTo>
                  <a:lnTo>
                    <a:pt x="76871" y="11050"/>
                  </a:lnTo>
                  <a:cubicBezTo>
                    <a:pt x="76858" y="11037"/>
                    <a:pt x="76846" y="11032"/>
                    <a:pt x="76833" y="11032"/>
                  </a:cubicBezTo>
                  <a:cubicBezTo>
                    <a:pt x="76799" y="11032"/>
                    <a:pt x="76767" y="11068"/>
                    <a:pt x="76742" y="11068"/>
                  </a:cubicBezTo>
                  <a:cubicBezTo>
                    <a:pt x="76734" y="11068"/>
                    <a:pt x="76726" y="11063"/>
                    <a:pt x="76719" y="11050"/>
                  </a:cubicBezTo>
                  <a:cubicBezTo>
                    <a:pt x="76689" y="10959"/>
                    <a:pt x="76750" y="10928"/>
                    <a:pt x="76871" y="10928"/>
                  </a:cubicBezTo>
                  <a:cubicBezTo>
                    <a:pt x="76871" y="10903"/>
                    <a:pt x="76789" y="10796"/>
                    <a:pt x="76692" y="10759"/>
                  </a:cubicBezTo>
                  <a:lnTo>
                    <a:pt x="76692" y="10759"/>
                  </a:lnTo>
                  <a:cubicBezTo>
                    <a:pt x="76735" y="10753"/>
                    <a:pt x="76777" y="10750"/>
                    <a:pt x="76816" y="10750"/>
                  </a:cubicBezTo>
                  <a:close/>
                  <a:moveTo>
                    <a:pt x="76294" y="10716"/>
                  </a:moveTo>
                  <a:lnTo>
                    <a:pt x="76294" y="10746"/>
                  </a:lnTo>
                  <a:lnTo>
                    <a:pt x="76324" y="10807"/>
                  </a:lnTo>
                  <a:cubicBezTo>
                    <a:pt x="76356" y="10817"/>
                    <a:pt x="76377" y="10832"/>
                    <a:pt x="76386" y="10847"/>
                  </a:cubicBezTo>
                  <a:lnTo>
                    <a:pt x="76386" y="10847"/>
                  </a:lnTo>
                  <a:cubicBezTo>
                    <a:pt x="76396" y="10844"/>
                    <a:pt x="76406" y="10841"/>
                    <a:pt x="76415" y="10837"/>
                  </a:cubicBezTo>
                  <a:cubicBezTo>
                    <a:pt x="76445" y="10824"/>
                    <a:pt x="76475" y="10812"/>
                    <a:pt x="76507" y="10802"/>
                  </a:cubicBezTo>
                  <a:lnTo>
                    <a:pt x="76507" y="10802"/>
                  </a:lnTo>
                  <a:cubicBezTo>
                    <a:pt x="76470" y="10825"/>
                    <a:pt x="76430" y="10853"/>
                    <a:pt x="76389" y="10882"/>
                  </a:cubicBezTo>
                  <a:lnTo>
                    <a:pt x="76389" y="10882"/>
                  </a:lnTo>
                  <a:cubicBezTo>
                    <a:pt x="76382" y="10899"/>
                    <a:pt x="76363" y="10914"/>
                    <a:pt x="76331" y="10926"/>
                  </a:cubicBezTo>
                  <a:lnTo>
                    <a:pt x="76331" y="10926"/>
                  </a:lnTo>
                  <a:cubicBezTo>
                    <a:pt x="76350" y="10911"/>
                    <a:pt x="76370" y="10896"/>
                    <a:pt x="76389" y="10882"/>
                  </a:cubicBezTo>
                  <a:lnTo>
                    <a:pt x="76389" y="10882"/>
                  </a:lnTo>
                  <a:cubicBezTo>
                    <a:pt x="76395" y="10870"/>
                    <a:pt x="76393" y="10858"/>
                    <a:pt x="76386" y="10847"/>
                  </a:cubicBezTo>
                  <a:lnTo>
                    <a:pt x="76386" y="10847"/>
                  </a:lnTo>
                  <a:cubicBezTo>
                    <a:pt x="76227" y="10900"/>
                    <a:pt x="76113" y="10942"/>
                    <a:pt x="76056" y="10959"/>
                  </a:cubicBezTo>
                  <a:lnTo>
                    <a:pt x="76081" y="10959"/>
                  </a:lnTo>
                  <a:cubicBezTo>
                    <a:pt x="76111" y="10959"/>
                    <a:pt x="76172" y="10928"/>
                    <a:pt x="76263" y="10928"/>
                  </a:cubicBezTo>
                  <a:lnTo>
                    <a:pt x="76324" y="10928"/>
                  </a:lnTo>
                  <a:cubicBezTo>
                    <a:pt x="76327" y="10928"/>
                    <a:pt x="76329" y="10927"/>
                    <a:pt x="76331" y="10926"/>
                  </a:cubicBezTo>
                  <a:lnTo>
                    <a:pt x="76331" y="10926"/>
                  </a:lnTo>
                  <a:cubicBezTo>
                    <a:pt x="76212" y="11018"/>
                    <a:pt x="76111" y="11111"/>
                    <a:pt x="76142" y="11111"/>
                  </a:cubicBezTo>
                  <a:cubicBezTo>
                    <a:pt x="76203" y="11141"/>
                    <a:pt x="76111" y="11202"/>
                    <a:pt x="76051" y="11202"/>
                  </a:cubicBezTo>
                  <a:lnTo>
                    <a:pt x="75929" y="11202"/>
                  </a:lnTo>
                  <a:lnTo>
                    <a:pt x="75868" y="11172"/>
                  </a:lnTo>
                  <a:cubicBezTo>
                    <a:pt x="75827" y="11172"/>
                    <a:pt x="75927" y="11058"/>
                    <a:pt x="76024" y="10967"/>
                  </a:cubicBezTo>
                  <a:lnTo>
                    <a:pt x="76024" y="10967"/>
                  </a:lnTo>
                  <a:cubicBezTo>
                    <a:pt x="76031" y="10966"/>
                    <a:pt x="76042" y="10963"/>
                    <a:pt x="76056" y="10959"/>
                  </a:cubicBezTo>
                  <a:lnTo>
                    <a:pt x="76032" y="10959"/>
                  </a:lnTo>
                  <a:cubicBezTo>
                    <a:pt x="76074" y="10920"/>
                    <a:pt x="76115" y="10886"/>
                    <a:pt x="76142" y="10868"/>
                  </a:cubicBezTo>
                  <a:cubicBezTo>
                    <a:pt x="76233" y="10807"/>
                    <a:pt x="76294" y="10716"/>
                    <a:pt x="76294" y="10716"/>
                  </a:cubicBezTo>
                  <a:close/>
                  <a:moveTo>
                    <a:pt x="84309" y="10499"/>
                  </a:moveTo>
                  <a:cubicBezTo>
                    <a:pt x="84338" y="10499"/>
                    <a:pt x="84361" y="10529"/>
                    <a:pt x="84409" y="10594"/>
                  </a:cubicBezTo>
                  <a:lnTo>
                    <a:pt x="84440" y="10655"/>
                  </a:lnTo>
                  <a:cubicBezTo>
                    <a:pt x="84501" y="10716"/>
                    <a:pt x="84440" y="10807"/>
                    <a:pt x="84318" y="10807"/>
                  </a:cubicBezTo>
                  <a:cubicBezTo>
                    <a:pt x="84197" y="10807"/>
                    <a:pt x="83923" y="11141"/>
                    <a:pt x="83741" y="11202"/>
                  </a:cubicBezTo>
                  <a:lnTo>
                    <a:pt x="83558" y="11232"/>
                  </a:lnTo>
                  <a:lnTo>
                    <a:pt x="83498" y="11232"/>
                  </a:lnTo>
                  <a:cubicBezTo>
                    <a:pt x="83376" y="11141"/>
                    <a:pt x="83315" y="11020"/>
                    <a:pt x="83346" y="10898"/>
                  </a:cubicBezTo>
                  <a:cubicBezTo>
                    <a:pt x="83376" y="10807"/>
                    <a:pt x="83437" y="10746"/>
                    <a:pt x="83528" y="10746"/>
                  </a:cubicBezTo>
                  <a:lnTo>
                    <a:pt x="83558" y="10776"/>
                  </a:lnTo>
                  <a:lnTo>
                    <a:pt x="83619" y="10837"/>
                  </a:lnTo>
                  <a:cubicBezTo>
                    <a:pt x="83662" y="10895"/>
                    <a:pt x="83712" y="10925"/>
                    <a:pt x="83759" y="10925"/>
                  </a:cubicBezTo>
                  <a:cubicBezTo>
                    <a:pt x="83812" y="10925"/>
                    <a:pt x="83861" y="10887"/>
                    <a:pt x="83893" y="10807"/>
                  </a:cubicBezTo>
                  <a:lnTo>
                    <a:pt x="83954" y="10746"/>
                  </a:lnTo>
                  <a:cubicBezTo>
                    <a:pt x="84014" y="10685"/>
                    <a:pt x="84075" y="10685"/>
                    <a:pt x="84197" y="10564"/>
                  </a:cubicBezTo>
                  <a:cubicBezTo>
                    <a:pt x="84253" y="10521"/>
                    <a:pt x="84283" y="10499"/>
                    <a:pt x="84309" y="10499"/>
                  </a:cubicBezTo>
                  <a:close/>
                  <a:moveTo>
                    <a:pt x="77722" y="11020"/>
                  </a:moveTo>
                  <a:lnTo>
                    <a:pt x="77722" y="11050"/>
                  </a:lnTo>
                  <a:cubicBezTo>
                    <a:pt x="77731" y="11042"/>
                    <a:pt x="77741" y="11038"/>
                    <a:pt x="77752" y="11038"/>
                  </a:cubicBezTo>
                  <a:cubicBezTo>
                    <a:pt x="77822" y="11038"/>
                    <a:pt x="77935" y="11184"/>
                    <a:pt x="77935" y="11263"/>
                  </a:cubicBezTo>
                  <a:cubicBezTo>
                    <a:pt x="77926" y="11281"/>
                    <a:pt x="77907" y="11288"/>
                    <a:pt x="77883" y="11288"/>
                  </a:cubicBezTo>
                  <a:cubicBezTo>
                    <a:pt x="77826" y="11288"/>
                    <a:pt x="77744" y="11245"/>
                    <a:pt x="77722" y="11202"/>
                  </a:cubicBezTo>
                  <a:cubicBezTo>
                    <a:pt x="77662" y="11141"/>
                    <a:pt x="77662" y="11080"/>
                    <a:pt x="77722" y="11020"/>
                  </a:cubicBezTo>
                  <a:close/>
                  <a:moveTo>
                    <a:pt x="25594" y="10776"/>
                  </a:moveTo>
                  <a:cubicBezTo>
                    <a:pt x="25776" y="10928"/>
                    <a:pt x="25837" y="11050"/>
                    <a:pt x="25746" y="11050"/>
                  </a:cubicBezTo>
                  <a:cubicBezTo>
                    <a:pt x="25655" y="11050"/>
                    <a:pt x="25381" y="11141"/>
                    <a:pt x="25442" y="11202"/>
                  </a:cubicBezTo>
                  <a:lnTo>
                    <a:pt x="25472" y="11293"/>
                  </a:lnTo>
                  <a:cubicBezTo>
                    <a:pt x="25472" y="11324"/>
                    <a:pt x="25472" y="11354"/>
                    <a:pt x="25411" y="11384"/>
                  </a:cubicBezTo>
                  <a:cubicBezTo>
                    <a:pt x="25381" y="11384"/>
                    <a:pt x="25320" y="11384"/>
                    <a:pt x="25290" y="11354"/>
                  </a:cubicBezTo>
                  <a:cubicBezTo>
                    <a:pt x="25229" y="11293"/>
                    <a:pt x="25168" y="11172"/>
                    <a:pt x="25168" y="11111"/>
                  </a:cubicBezTo>
                  <a:cubicBezTo>
                    <a:pt x="25229" y="10989"/>
                    <a:pt x="25320" y="10898"/>
                    <a:pt x="25411" y="10807"/>
                  </a:cubicBezTo>
                  <a:lnTo>
                    <a:pt x="25472" y="10807"/>
                  </a:lnTo>
                  <a:lnTo>
                    <a:pt x="25594" y="10776"/>
                  </a:lnTo>
                  <a:close/>
                  <a:moveTo>
                    <a:pt x="75482" y="11067"/>
                  </a:moveTo>
                  <a:cubicBezTo>
                    <a:pt x="75534" y="11067"/>
                    <a:pt x="75554" y="11121"/>
                    <a:pt x="75534" y="11202"/>
                  </a:cubicBezTo>
                  <a:lnTo>
                    <a:pt x="75473" y="11263"/>
                  </a:lnTo>
                  <a:cubicBezTo>
                    <a:pt x="75412" y="11324"/>
                    <a:pt x="75382" y="11415"/>
                    <a:pt x="75443" y="11476"/>
                  </a:cubicBezTo>
                  <a:cubicBezTo>
                    <a:pt x="75504" y="11536"/>
                    <a:pt x="75412" y="11567"/>
                    <a:pt x="75321" y="11567"/>
                  </a:cubicBezTo>
                  <a:lnTo>
                    <a:pt x="75200" y="11567"/>
                  </a:lnTo>
                  <a:cubicBezTo>
                    <a:pt x="75200" y="11415"/>
                    <a:pt x="75260" y="11232"/>
                    <a:pt x="75382" y="11111"/>
                  </a:cubicBezTo>
                  <a:cubicBezTo>
                    <a:pt x="75422" y="11080"/>
                    <a:pt x="75456" y="11067"/>
                    <a:pt x="75482" y="11067"/>
                  </a:cubicBezTo>
                  <a:close/>
                  <a:moveTo>
                    <a:pt x="77001" y="11217"/>
                  </a:moveTo>
                  <a:cubicBezTo>
                    <a:pt x="77046" y="11217"/>
                    <a:pt x="77099" y="11232"/>
                    <a:pt x="77145" y="11263"/>
                  </a:cubicBezTo>
                  <a:lnTo>
                    <a:pt x="77206" y="11324"/>
                  </a:lnTo>
                  <a:cubicBezTo>
                    <a:pt x="77236" y="11384"/>
                    <a:pt x="77206" y="11445"/>
                    <a:pt x="77084" y="11445"/>
                  </a:cubicBezTo>
                  <a:lnTo>
                    <a:pt x="76963" y="11445"/>
                  </a:lnTo>
                  <a:cubicBezTo>
                    <a:pt x="76871" y="11536"/>
                    <a:pt x="76750" y="11567"/>
                    <a:pt x="76689" y="11567"/>
                  </a:cubicBezTo>
                  <a:lnTo>
                    <a:pt x="76689" y="11536"/>
                  </a:lnTo>
                  <a:cubicBezTo>
                    <a:pt x="76719" y="11506"/>
                    <a:pt x="76750" y="11415"/>
                    <a:pt x="76780" y="11415"/>
                  </a:cubicBezTo>
                  <a:cubicBezTo>
                    <a:pt x="76871" y="11415"/>
                    <a:pt x="76902" y="11384"/>
                    <a:pt x="76902" y="11293"/>
                  </a:cubicBezTo>
                  <a:lnTo>
                    <a:pt x="76902" y="11263"/>
                  </a:lnTo>
                  <a:cubicBezTo>
                    <a:pt x="76917" y="11232"/>
                    <a:pt x="76955" y="11217"/>
                    <a:pt x="77001" y="11217"/>
                  </a:cubicBezTo>
                  <a:close/>
                  <a:moveTo>
                    <a:pt x="84064" y="11186"/>
                  </a:moveTo>
                  <a:cubicBezTo>
                    <a:pt x="84095" y="11186"/>
                    <a:pt x="84136" y="11290"/>
                    <a:pt x="84136" y="11415"/>
                  </a:cubicBezTo>
                  <a:lnTo>
                    <a:pt x="84409" y="11415"/>
                  </a:lnTo>
                  <a:cubicBezTo>
                    <a:pt x="84409" y="11415"/>
                    <a:pt x="84409" y="11536"/>
                    <a:pt x="84409" y="11536"/>
                  </a:cubicBezTo>
                  <a:lnTo>
                    <a:pt x="84318" y="11597"/>
                  </a:lnTo>
                  <a:cubicBezTo>
                    <a:pt x="84299" y="11610"/>
                    <a:pt x="84279" y="11616"/>
                    <a:pt x="84258" y="11616"/>
                  </a:cubicBezTo>
                  <a:cubicBezTo>
                    <a:pt x="84179" y="11616"/>
                    <a:pt x="84093" y="11529"/>
                    <a:pt x="84045" y="11384"/>
                  </a:cubicBezTo>
                  <a:lnTo>
                    <a:pt x="84045" y="11263"/>
                  </a:lnTo>
                  <a:lnTo>
                    <a:pt x="84045" y="11202"/>
                  </a:lnTo>
                  <a:cubicBezTo>
                    <a:pt x="84050" y="11191"/>
                    <a:pt x="84057" y="11186"/>
                    <a:pt x="84064" y="11186"/>
                  </a:cubicBezTo>
                  <a:close/>
                  <a:moveTo>
                    <a:pt x="29089" y="10898"/>
                  </a:moveTo>
                  <a:cubicBezTo>
                    <a:pt x="29211" y="10898"/>
                    <a:pt x="29180" y="11172"/>
                    <a:pt x="29089" y="11172"/>
                  </a:cubicBezTo>
                  <a:cubicBezTo>
                    <a:pt x="28998" y="11172"/>
                    <a:pt x="28968" y="11293"/>
                    <a:pt x="29028" y="11415"/>
                  </a:cubicBezTo>
                  <a:lnTo>
                    <a:pt x="29089" y="11536"/>
                  </a:lnTo>
                  <a:cubicBezTo>
                    <a:pt x="29089" y="11567"/>
                    <a:pt x="28998" y="11628"/>
                    <a:pt x="28998" y="11658"/>
                  </a:cubicBezTo>
                  <a:cubicBezTo>
                    <a:pt x="28998" y="11658"/>
                    <a:pt x="28877" y="11628"/>
                    <a:pt x="28877" y="11597"/>
                  </a:cubicBezTo>
                  <a:lnTo>
                    <a:pt x="28816" y="11536"/>
                  </a:lnTo>
                  <a:cubicBezTo>
                    <a:pt x="28790" y="11461"/>
                    <a:pt x="28493" y="11301"/>
                    <a:pt x="28341" y="11301"/>
                  </a:cubicBezTo>
                  <a:cubicBezTo>
                    <a:pt x="28309" y="11301"/>
                    <a:pt x="28284" y="11308"/>
                    <a:pt x="28269" y="11324"/>
                  </a:cubicBezTo>
                  <a:cubicBezTo>
                    <a:pt x="28056" y="11445"/>
                    <a:pt x="27873" y="11536"/>
                    <a:pt x="27661" y="11628"/>
                  </a:cubicBezTo>
                  <a:lnTo>
                    <a:pt x="27448" y="11658"/>
                  </a:lnTo>
                  <a:lnTo>
                    <a:pt x="27418" y="11658"/>
                  </a:lnTo>
                  <a:cubicBezTo>
                    <a:pt x="27387" y="11628"/>
                    <a:pt x="27357" y="11567"/>
                    <a:pt x="27387" y="11506"/>
                  </a:cubicBezTo>
                  <a:lnTo>
                    <a:pt x="27418" y="11506"/>
                  </a:lnTo>
                  <a:cubicBezTo>
                    <a:pt x="27569" y="11476"/>
                    <a:pt x="27691" y="11536"/>
                    <a:pt x="27813" y="11415"/>
                  </a:cubicBezTo>
                  <a:lnTo>
                    <a:pt x="27843" y="11415"/>
                  </a:lnTo>
                  <a:cubicBezTo>
                    <a:pt x="27870" y="11419"/>
                    <a:pt x="27896" y="11420"/>
                    <a:pt x="27923" y="11420"/>
                  </a:cubicBezTo>
                  <a:cubicBezTo>
                    <a:pt x="28107" y="11420"/>
                    <a:pt x="28280" y="11327"/>
                    <a:pt x="28360" y="11141"/>
                  </a:cubicBezTo>
                  <a:lnTo>
                    <a:pt x="28542" y="11020"/>
                  </a:lnTo>
                  <a:lnTo>
                    <a:pt x="28573" y="10989"/>
                  </a:lnTo>
                  <a:cubicBezTo>
                    <a:pt x="28595" y="10997"/>
                    <a:pt x="28620" y="11001"/>
                    <a:pt x="28645" y="11001"/>
                  </a:cubicBezTo>
                  <a:cubicBezTo>
                    <a:pt x="28721" y="11001"/>
                    <a:pt x="28801" y="10966"/>
                    <a:pt x="28846" y="10898"/>
                  </a:cubicBezTo>
                  <a:close/>
                  <a:moveTo>
                    <a:pt x="82960" y="11197"/>
                  </a:moveTo>
                  <a:cubicBezTo>
                    <a:pt x="82985" y="11197"/>
                    <a:pt x="83019" y="11211"/>
                    <a:pt x="83072" y="11232"/>
                  </a:cubicBezTo>
                  <a:cubicBezTo>
                    <a:pt x="83087" y="11237"/>
                    <a:pt x="83105" y="11239"/>
                    <a:pt x="83124" y="11239"/>
                  </a:cubicBezTo>
                  <a:cubicBezTo>
                    <a:pt x="83162" y="11239"/>
                    <a:pt x="83206" y="11232"/>
                    <a:pt x="83247" y="11232"/>
                  </a:cubicBezTo>
                  <a:cubicBezTo>
                    <a:pt x="83308" y="11232"/>
                    <a:pt x="83361" y="11248"/>
                    <a:pt x="83376" y="11324"/>
                  </a:cubicBezTo>
                  <a:cubicBezTo>
                    <a:pt x="83376" y="11384"/>
                    <a:pt x="83498" y="11476"/>
                    <a:pt x="83376" y="11536"/>
                  </a:cubicBezTo>
                  <a:cubicBezTo>
                    <a:pt x="83346" y="11567"/>
                    <a:pt x="83376" y="11688"/>
                    <a:pt x="83376" y="11688"/>
                  </a:cubicBezTo>
                  <a:cubicBezTo>
                    <a:pt x="83346" y="11719"/>
                    <a:pt x="83315" y="11749"/>
                    <a:pt x="83285" y="11749"/>
                  </a:cubicBezTo>
                  <a:cubicBezTo>
                    <a:pt x="83254" y="11719"/>
                    <a:pt x="83163" y="11719"/>
                    <a:pt x="83163" y="11688"/>
                  </a:cubicBezTo>
                  <a:lnTo>
                    <a:pt x="83163" y="11597"/>
                  </a:lnTo>
                  <a:cubicBezTo>
                    <a:pt x="83163" y="11530"/>
                    <a:pt x="83108" y="11509"/>
                    <a:pt x="83053" y="11509"/>
                  </a:cubicBezTo>
                  <a:cubicBezTo>
                    <a:pt x="83008" y="11509"/>
                    <a:pt x="82964" y="11523"/>
                    <a:pt x="82950" y="11536"/>
                  </a:cubicBezTo>
                  <a:cubicBezTo>
                    <a:pt x="82890" y="11567"/>
                    <a:pt x="82859" y="11567"/>
                    <a:pt x="82798" y="11567"/>
                  </a:cubicBezTo>
                  <a:cubicBezTo>
                    <a:pt x="82798" y="11506"/>
                    <a:pt x="82829" y="11476"/>
                    <a:pt x="82859" y="11445"/>
                  </a:cubicBezTo>
                  <a:lnTo>
                    <a:pt x="82859" y="11384"/>
                  </a:lnTo>
                  <a:cubicBezTo>
                    <a:pt x="82899" y="11246"/>
                    <a:pt x="82913" y="11197"/>
                    <a:pt x="82960" y="11197"/>
                  </a:cubicBezTo>
                  <a:close/>
                  <a:moveTo>
                    <a:pt x="83741" y="11726"/>
                  </a:moveTo>
                  <a:cubicBezTo>
                    <a:pt x="83802" y="11726"/>
                    <a:pt x="83862" y="11734"/>
                    <a:pt x="83923" y="11749"/>
                  </a:cubicBezTo>
                  <a:cubicBezTo>
                    <a:pt x="84014" y="11749"/>
                    <a:pt x="84014" y="11871"/>
                    <a:pt x="83923" y="11992"/>
                  </a:cubicBezTo>
                  <a:lnTo>
                    <a:pt x="83771" y="11871"/>
                  </a:lnTo>
                  <a:cubicBezTo>
                    <a:pt x="83736" y="11847"/>
                    <a:pt x="83706" y="11838"/>
                    <a:pt x="83678" y="11838"/>
                  </a:cubicBezTo>
                  <a:cubicBezTo>
                    <a:pt x="83634" y="11838"/>
                    <a:pt x="83596" y="11863"/>
                    <a:pt x="83558" y="11901"/>
                  </a:cubicBezTo>
                  <a:lnTo>
                    <a:pt x="83528" y="11931"/>
                  </a:lnTo>
                  <a:cubicBezTo>
                    <a:pt x="83406" y="11931"/>
                    <a:pt x="83498" y="11779"/>
                    <a:pt x="83558" y="11749"/>
                  </a:cubicBezTo>
                  <a:cubicBezTo>
                    <a:pt x="83619" y="11734"/>
                    <a:pt x="83680" y="11726"/>
                    <a:pt x="83741" y="11726"/>
                  </a:cubicBezTo>
                  <a:close/>
                  <a:moveTo>
                    <a:pt x="30133" y="11032"/>
                  </a:moveTo>
                  <a:cubicBezTo>
                    <a:pt x="30241" y="11032"/>
                    <a:pt x="30487" y="11241"/>
                    <a:pt x="30487" y="11293"/>
                  </a:cubicBezTo>
                  <a:cubicBezTo>
                    <a:pt x="30487" y="11354"/>
                    <a:pt x="30457" y="11354"/>
                    <a:pt x="30427" y="11354"/>
                  </a:cubicBezTo>
                  <a:lnTo>
                    <a:pt x="30366" y="11354"/>
                  </a:lnTo>
                  <a:cubicBezTo>
                    <a:pt x="30336" y="11354"/>
                    <a:pt x="30305" y="11567"/>
                    <a:pt x="30305" y="11628"/>
                  </a:cubicBezTo>
                  <a:cubicBezTo>
                    <a:pt x="30305" y="11672"/>
                    <a:pt x="30256" y="11700"/>
                    <a:pt x="30218" y="11700"/>
                  </a:cubicBezTo>
                  <a:cubicBezTo>
                    <a:pt x="30204" y="11700"/>
                    <a:pt x="30192" y="11696"/>
                    <a:pt x="30184" y="11688"/>
                  </a:cubicBezTo>
                  <a:cubicBezTo>
                    <a:pt x="30153" y="11688"/>
                    <a:pt x="30092" y="11749"/>
                    <a:pt x="30062" y="11810"/>
                  </a:cubicBezTo>
                  <a:cubicBezTo>
                    <a:pt x="30062" y="11814"/>
                    <a:pt x="30060" y="11816"/>
                    <a:pt x="30055" y="11816"/>
                  </a:cubicBezTo>
                  <a:cubicBezTo>
                    <a:pt x="30029" y="11816"/>
                    <a:pt x="29932" y="11745"/>
                    <a:pt x="29880" y="11719"/>
                  </a:cubicBezTo>
                  <a:cubicBezTo>
                    <a:pt x="29868" y="11695"/>
                    <a:pt x="29856" y="11686"/>
                    <a:pt x="29845" y="11686"/>
                  </a:cubicBezTo>
                  <a:cubicBezTo>
                    <a:pt x="29826" y="11686"/>
                    <a:pt x="29807" y="11712"/>
                    <a:pt x="29788" y="11749"/>
                  </a:cubicBezTo>
                  <a:lnTo>
                    <a:pt x="29788" y="11871"/>
                  </a:lnTo>
                  <a:cubicBezTo>
                    <a:pt x="29667" y="11901"/>
                    <a:pt x="29576" y="11931"/>
                    <a:pt x="29484" y="11992"/>
                  </a:cubicBezTo>
                  <a:cubicBezTo>
                    <a:pt x="29479" y="12003"/>
                    <a:pt x="29474" y="12008"/>
                    <a:pt x="29469" y="12008"/>
                  </a:cubicBezTo>
                  <a:cubicBezTo>
                    <a:pt x="29445" y="12008"/>
                    <a:pt x="29429" y="11894"/>
                    <a:pt x="29454" y="11719"/>
                  </a:cubicBezTo>
                  <a:lnTo>
                    <a:pt x="29272" y="11597"/>
                  </a:lnTo>
                  <a:cubicBezTo>
                    <a:pt x="29272" y="11597"/>
                    <a:pt x="29302" y="11506"/>
                    <a:pt x="29332" y="11506"/>
                  </a:cubicBezTo>
                  <a:cubicBezTo>
                    <a:pt x="29350" y="11497"/>
                    <a:pt x="29365" y="11493"/>
                    <a:pt x="29380" y="11493"/>
                  </a:cubicBezTo>
                  <a:cubicBezTo>
                    <a:pt x="29414" y="11493"/>
                    <a:pt x="29441" y="11515"/>
                    <a:pt x="29484" y="11536"/>
                  </a:cubicBezTo>
                  <a:lnTo>
                    <a:pt x="29545" y="11597"/>
                  </a:lnTo>
                  <a:cubicBezTo>
                    <a:pt x="29562" y="11608"/>
                    <a:pt x="29578" y="11613"/>
                    <a:pt x="29593" y="11613"/>
                  </a:cubicBezTo>
                  <a:cubicBezTo>
                    <a:pt x="29657" y="11613"/>
                    <a:pt x="29697" y="11519"/>
                    <a:pt x="29697" y="11445"/>
                  </a:cubicBezTo>
                  <a:cubicBezTo>
                    <a:pt x="29697" y="11354"/>
                    <a:pt x="29728" y="11324"/>
                    <a:pt x="29788" y="11324"/>
                  </a:cubicBezTo>
                  <a:cubicBezTo>
                    <a:pt x="29792" y="11326"/>
                    <a:pt x="29797" y="11326"/>
                    <a:pt x="29802" y="11326"/>
                  </a:cubicBezTo>
                  <a:cubicBezTo>
                    <a:pt x="29876" y="11326"/>
                    <a:pt x="30064" y="11135"/>
                    <a:pt x="30092" y="11050"/>
                  </a:cubicBezTo>
                  <a:cubicBezTo>
                    <a:pt x="30101" y="11037"/>
                    <a:pt x="30115" y="11032"/>
                    <a:pt x="30133" y="11032"/>
                  </a:cubicBezTo>
                  <a:close/>
                  <a:moveTo>
                    <a:pt x="27168" y="11597"/>
                  </a:moveTo>
                  <a:cubicBezTo>
                    <a:pt x="27186" y="11597"/>
                    <a:pt x="27208" y="11612"/>
                    <a:pt x="27235" y="11658"/>
                  </a:cubicBezTo>
                  <a:cubicBezTo>
                    <a:pt x="27235" y="11658"/>
                    <a:pt x="27174" y="11719"/>
                    <a:pt x="27144" y="11749"/>
                  </a:cubicBezTo>
                  <a:cubicBezTo>
                    <a:pt x="26962" y="11779"/>
                    <a:pt x="26840" y="11871"/>
                    <a:pt x="26749" y="11992"/>
                  </a:cubicBezTo>
                  <a:lnTo>
                    <a:pt x="26718" y="12053"/>
                  </a:lnTo>
                  <a:cubicBezTo>
                    <a:pt x="26673" y="12068"/>
                    <a:pt x="26627" y="12076"/>
                    <a:pt x="26582" y="12076"/>
                  </a:cubicBezTo>
                  <a:cubicBezTo>
                    <a:pt x="26536" y="12076"/>
                    <a:pt x="26490" y="12068"/>
                    <a:pt x="26445" y="12053"/>
                  </a:cubicBezTo>
                  <a:cubicBezTo>
                    <a:pt x="26414" y="12053"/>
                    <a:pt x="26414" y="12023"/>
                    <a:pt x="26445" y="12023"/>
                  </a:cubicBezTo>
                  <a:lnTo>
                    <a:pt x="26445" y="11992"/>
                  </a:lnTo>
                  <a:lnTo>
                    <a:pt x="26506" y="11901"/>
                  </a:lnTo>
                  <a:cubicBezTo>
                    <a:pt x="26627" y="11749"/>
                    <a:pt x="26749" y="11628"/>
                    <a:pt x="26931" y="11597"/>
                  </a:cubicBezTo>
                  <a:lnTo>
                    <a:pt x="27083" y="11658"/>
                  </a:lnTo>
                  <a:cubicBezTo>
                    <a:pt x="27086" y="11660"/>
                    <a:pt x="27088" y="11661"/>
                    <a:pt x="27090" y="11661"/>
                  </a:cubicBezTo>
                  <a:cubicBezTo>
                    <a:pt x="27109" y="11661"/>
                    <a:pt x="27130" y="11597"/>
                    <a:pt x="27168" y="11597"/>
                  </a:cubicBezTo>
                  <a:close/>
                  <a:moveTo>
                    <a:pt x="73539" y="11680"/>
                  </a:moveTo>
                  <a:cubicBezTo>
                    <a:pt x="73572" y="11680"/>
                    <a:pt x="73676" y="11735"/>
                    <a:pt x="73801" y="11810"/>
                  </a:cubicBezTo>
                  <a:lnTo>
                    <a:pt x="73619" y="11962"/>
                  </a:lnTo>
                  <a:lnTo>
                    <a:pt x="73497" y="12053"/>
                  </a:lnTo>
                  <a:cubicBezTo>
                    <a:pt x="73430" y="12166"/>
                    <a:pt x="73379" y="12228"/>
                    <a:pt x="73357" y="12228"/>
                  </a:cubicBezTo>
                  <a:cubicBezTo>
                    <a:pt x="73349" y="12228"/>
                    <a:pt x="73345" y="12221"/>
                    <a:pt x="73345" y="12205"/>
                  </a:cubicBezTo>
                  <a:lnTo>
                    <a:pt x="73345" y="12175"/>
                  </a:lnTo>
                  <a:cubicBezTo>
                    <a:pt x="73376" y="12114"/>
                    <a:pt x="73102" y="12023"/>
                    <a:pt x="73102" y="11962"/>
                  </a:cubicBezTo>
                  <a:lnTo>
                    <a:pt x="73133" y="11931"/>
                  </a:lnTo>
                  <a:cubicBezTo>
                    <a:pt x="73182" y="11882"/>
                    <a:pt x="73252" y="11832"/>
                    <a:pt x="73293" y="11832"/>
                  </a:cubicBezTo>
                  <a:cubicBezTo>
                    <a:pt x="73302" y="11832"/>
                    <a:pt x="73309" y="11835"/>
                    <a:pt x="73315" y="11840"/>
                  </a:cubicBezTo>
                  <a:lnTo>
                    <a:pt x="73467" y="11931"/>
                  </a:lnTo>
                  <a:cubicBezTo>
                    <a:pt x="73467" y="11840"/>
                    <a:pt x="73497" y="11779"/>
                    <a:pt x="73528" y="11688"/>
                  </a:cubicBezTo>
                  <a:cubicBezTo>
                    <a:pt x="73528" y="11683"/>
                    <a:pt x="73532" y="11680"/>
                    <a:pt x="73539" y="11680"/>
                  </a:cubicBezTo>
                  <a:close/>
                  <a:moveTo>
                    <a:pt x="85266" y="12097"/>
                  </a:moveTo>
                  <a:cubicBezTo>
                    <a:pt x="85145" y="12129"/>
                    <a:pt x="85005" y="12167"/>
                    <a:pt x="84867" y="12205"/>
                  </a:cubicBezTo>
                  <a:lnTo>
                    <a:pt x="84867" y="12205"/>
                  </a:lnTo>
                  <a:cubicBezTo>
                    <a:pt x="84887" y="12205"/>
                    <a:pt x="84906" y="12205"/>
                    <a:pt x="84926" y="12205"/>
                  </a:cubicBezTo>
                  <a:cubicBezTo>
                    <a:pt x="85063" y="12205"/>
                    <a:pt x="85200" y="12205"/>
                    <a:pt x="85230" y="12235"/>
                  </a:cubicBezTo>
                  <a:lnTo>
                    <a:pt x="85230" y="12175"/>
                  </a:lnTo>
                  <a:cubicBezTo>
                    <a:pt x="85242" y="12148"/>
                    <a:pt x="85254" y="12122"/>
                    <a:pt x="85266" y="12097"/>
                  </a:cubicBezTo>
                  <a:close/>
                  <a:moveTo>
                    <a:pt x="33709" y="11871"/>
                  </a:moveTo>
                  <a:lnTo>
                    <a:pt x="33801" y="11962"/>
                  </a:lnTo>
                  <a:cubicBezTo>
                    <a:pt x="33861" y="12023"/>
                    <a:pt x="33892" y="12083"/>
                    <a:pt x="33892" y="12175"/>
                  </a:cubicBezTo>
                  <a:lnTo>
                    <a:pt x="33892" y="12235"/>
                  </a:lnTo>
                  <a:cubicBezTo>
                    <a:pt x="33876" y="12251"/>
                    <a:pt x="33860" y="12259"/>
                    <a:pt x="33846" y="12259"/>
                  </a:cubicBezTo>
                  <a:cubicBezTo>
                    <a:pt x="33806" y="12259"/>
                    <a:pt x="33778" y="12196"/>
                    <a:pt x="33801" y="12083"/>
                  </a:cubicBezTo>
                  <a:lnTo>
                    <a:pt x="33557" y="12083"/>
                  </a:lnTo>
                  <a:cubicBezTo>
                    <a:pt x="33513" y="12128"/>
                    <a:pt x="33452" y="12156"/>
                    <a:pt x="33399" y="12156"/>
                  </a:cubicBezTo>
                  <a:cubicBezTo>
                    <a:pt x="33379" y="12156"/>
                    <a:pt x="33361" y="12152"/>
                    <a:pt x="33345" y="12144"/>
                  </a:cubicBezTo>
                  <a:cubicBezTo>
                    <a:pt x="33284" y="12114"/>
                    <a:pt x="33466" y="11992"/>
                    <a:pt x="33709" y="11871"/>
                  </a:cubicBezTo>
                  <a:close/>
                  <a:moveTo>
                    <a:pt x="81693" y="11848"/>
                  </a:moveTo>
                  <a:cubicBezTo>
                    <a:pt x="81765" y="11848"/>
                    <a:pt x="81856" y="11855"/>
                    <a:pt x="81947" y="11871"/>
                  </a:cubicBezTo>
                  <a:lnTo>
                    <a:pt x="82069" y="11931"/>
                  </a:lnTo>
                  <a:cubicBezTo>
                    <a:pt x="82160" y="11992"/>
                    <a:pt x="82251" y="12053"/>
                    <a:pt x="82251" y="12175"/>
                  </a:cubicBezTo>
                  <a:lnTo>
                    <a:pt x="82221" y="12296"/>
                  </a:lnTo>
                  <a:cubicBezTo>
                    <a:pt x="82200" y="12301"/>
                    <a:pt x="82179" y="12304"/>
                    <a:pt x="82159" y="12304"/>
                  </a:cubicBezTo>
                  <a:cubicBezTo>
                    <a:pt x="82059" y="12304"/>
                    <a:pt x="81967" y="12245"/>
                    <a:pt x="81917" y="12144"/>
                  </a:cubicBezTo>
                  <a:cubicBezTo>
                    <a:pt x="81917" y="12123"/>
                    <a:pt x="81888" y="12088"/>
                    <a:pt x="81850" y="12088"/>
                  </a:cubicBezTo>
                  <a:cubicBezTo>
                    <a:pt x="81833" y="12088"/>
                    <a:pt x="81814" y="12095"/>
                    <a:pt x="81795" y="12114"/>
                  </a:cubicBezTo>
                  <a:lnTo>
                    <a:pt x="81643" y="12114"/>
                  </a:lnTo>
                  <a:cubicBezTo>
                    <a:pt x="81640" y="12113"/>
                    <a:pt x="81636" y="12112"/>
                    <a:pt x="81632" y="12111"/>
                  </a:cubicBezTo>
                  <a:lnTo>
                    <a:pt x="81632" y="12111"/>
                  </a:lnTo>
                  <a:cubicBezTo>
                    <a:pt x="81579" y="11993"/>
                    <a:pt x="81542" y="11892"/>
                    <a:pt x="81552" y="11871"/>
                  </a:cubicBezTo>
                  <a:cubicBezTo>
                    <a:pt x="81567" y="11855"/>
                    <a:pt x="81621" y="11848"/>
                    <a:pt x="81693" y="11848"/>
                  </a:cubicBezTo>
                  <a:close/>
                  <a:moveTo>
                    <a:pt x="76172" y="11384"/>
                  </a:moveTo>
                  <a:cubicBezTo>
                    <a:pt x="76385" y="11536"/>
                    <a:pt x="76537" y="11688"/>
                    <a:pt x="76537" y="11779"/>
                  </a:cubicBezTo>
                  <a:lnTo>
                    <a:pt x="76537" y="11840"/>
                  </a:lnTo>
                  <a:lnTo>
                    <a:pt x="76415" y="11840"/>
                  </a:lnTo>
                  <a:cubicBezTo>
                    <a:pt x="76415" y="11779"/>
                    <a:pt x="76385" y="11749"/>
                    <a:pt x="76385" y="11688"/>
                  </a:cubicBezTo>
                  <a:lnTo>
                    <a:pt x="76385" y="11658"/>
                  </a:lnTo>
                  <a:cubicBezTo>
                    <a:pt x="76355" y="11628"/>
                    <a:pt x="76203" y="11597"/>
                    <a:pt x="76111" y="11597"/>
                  </a:cubicBezTo>
                  <a:cubicBezTo>
                    <a:pt x="76051" y="11597"/>
                    <a:pt x="76020" y="11719"/>
                    <a:pt x="76081" y="11840"/>
                  </a:cubicBezTo>
                  <a:lnTo>
                    <a:pt x="75807" y="11840"/>
                  </a:lnTo>
                  <a:cubicBezTo>
                    <a:pt x="75716" y="11840"/>
                    <a:pt x="75686" y="12023"/>
                    <a:pt x="75564" y="12083"/>
                  </a:cubicBezTo>
                  <a:lnTo>
                    <a:pt x="75473" y="12114"/>
                  </a:lnTo>
                  <a:cubicBezTo>
                    <a:pt x="75451" y="12158"/>
                    <a:pt x="75412" y="12187"/>
                    <a:pt x="75369" y="12187"/>
                  </a:cubicBezTo>
                  <a:cubicBezTo>
                    <a:pt x="75354" y="12187"/>
                    <a:pt x="75337" y="12183"/>
                    <a:pt x="75321" y="12175"/>
                  </a:cubicBezTo>
                  <a:lnTo>
                    <a:pt x="75260" y="12175"/>
                  </a:lnTo>
                  <a:cubicBezTo>
                    <a:pt x="75200" y="12175"/>
                    <a:pt x="75139" y="12205"/>
                    <a:pt x="75108" y="12235"/>
                  </a:cubicBezTo>
                  <a:lnTo>
                    <a:pt x="75017" y="12357"/>
                  </a:lnTo>
                  <a:cubicBezTo>
                    <a:pt x="74935" y="12341"/>
                    <a:pt x="74772" y="12315"/>
                    <a:pt x="74588" y="12286"/>
                  </a:cubicBezTo>
                  <a:lnTo>
                    <a:pt x="74588" y="12286"/>
                  </a:lnTo>
                  <a:cubicBezTo>
                    <a:pt x="74658" y="12238"/>
                    <a:pt x="74713" y="12194"/>
                    <a:pt x="74713" y="12175"/>
                  </a:cubicBezTo>
                  <a:cubicBezTo>
                    <a:pt x="74713" y="12114"/>
                    <a:pt x="75048" y="12023"/>
                    <a:pt x="75200" y="11992"/>
                  </a:cubicBezTo>
                  <a:cubicBezTo>
                    <a:pt x="75321" y="11962"/>
                    <a:pt x="75382" y="11901"/>
                    <a:pt x="75352" y="11871"/>
                  </a:cubicBezTo>
                  <a:lnTo>
                    <a:pt x="75352" y="11810"/>
                  </a:lnTo>
                  <a:lnTo>
                    <a:pt x="75352" y="11749"/>
                  </a:lnTo>
                  <a:cubicBezTo>
                    <a:pt x="75382" y="11688"/>
                    <a:pt x="75504" y="11688"/>
                    <a:pt x="75534" y="11688"/>
                  </a:cubicBezTo>
                  <a:cubicBezTo>
                    <a:pt x="75542" y="11692"/>
                    <a:pt x="75550" y="11694"/>
                    <a:pt x="75559" y="11694"/>
                  </a:cubicBezTo>
                  <a:cubicBezTo>
                    <a:pt x="75619" y="11694"/>
                    <a:pt x="75698" y="11612"/>
                    <a:pt x="75777" y="11506"/>
                  </a:cubicBezTo>
                  <a:lnTo>
                    <a:pt x="75959" y="11445"/>
                  </a:lnTo>
                  <a:lnTo>
                    <a:pt x="76172" y="11384"/>
                  </a:lnTo>
                  <a:close/>
                  <a:moveTo>
                    <a:pt x="81431" y="12114"/>
                  </a:moveTo>
                  <a:cubicBezTo>
                    <a:pt x="81454" y="12114"/>
                    <a:pt x="81494" y="12149"/>
                    <a:pt x="81513" y="12205"/>
                  </a:cubicBezTo>
                  <a:lnTo>
                    <a:pt x="81513" y="12205"/>
                  </a:lnTo>
                  <a:cubicBezTo>
                    <a:pt x="81499" y="12242"/>
                    <a:pt x="81491" y="12284"/>
                    <a:pt x="81491" y="12327"/>
                  </a:cubicBezTo>
                  <a:lnTo>
                    <a:pt x="81491" y="12296"/>
                  </a:lnTo>
                  <a:cubicBezTo>
                    <a:pt x="81491" y="12345"/>
                    <a:pt x="81469" y="12363"/>
                    <a:pt x="81439" y="12363"/>
                  </a:cubicBezTo>
                  <a:cubicBezTo>
                    <a:pt x="81376" y="12363"/>
                    <a:pt x="81279" y="12286"/>
                    <a:pt x="81279" y="12266"/>
                  </a:cubicBezTo>
                  <a:cubicBezTo>
                    <a:pt x="81309" y="12205"/>
                    <a:pt x="81339" y="12144"/>
                    <a:pt x="81370" y="12114"/>
                  </a:cubicBezTo>
                  <a:close/>
                  <a:moveTo>
                    <a:pt x="74531" y="12323"/>
                  </a:moveTo>
                  <a:cubicBezTo>
                    <a:pt x="74562" y="12327"/>
                    <a:pt x="74592" y="12327"/>
                    <a:pt x="74622" y="12327"/>
                  </a:cubicBezTo>
                  <a:cubicBezTo>
                    <a:pt x="74713" y="12327"/>
                    <a:pt x="74744" y="12387"/>
                    <a:pt x="74713" y="12418"/>
                  </a:cubicBezTo>
                  <a:cubicBezTo>
                    <a:pt x="74713" y="12448"/>
                    <a:pt x="74622" y="12479"/>
                    <a:pt x="74592" y="12479"/>
                  </a:cubicBezTo>
                  <a:lnTo>
                    <a:pt x="74322" y="12449"/>
                  </a:lnTo>
                  <a:lnTo>
                    <a:pt x="74322" y="12449"/>
                  </a:lnTo>
                  <a:cubicBezTo>
                    <a:pt x="74367" y="12424"/>
                    <a:pt x="74452" y="12374"/>
                    <a:pt x="74531" y="12323"/>
                  </a:cubicBezTo>
                  <a:close/>
                  <a:moveTo>
                    <a:pt x="28466" y="12061"/>
                  </a:moveTo>
                  <a:cubicBezTo>
                    <a:pt x="28481" y="12061"/>
                    <a:pt x="28497" y="12068"/>
                    <a:pt x="28512" y="12083"/>
                  </a:cubicBezTo>
                  <a:cubicBezTo>
                    <a:pt x="28542" y="12083"/>
                    <a:pt x="28573" y="12114"/>
                    <a:pt x="28573" y="12114"/>
                  </a:cubicBezTo>
                  <a:lnTo>
                    <a:pt x="28603" y="12205"/>
                  </a:lnTo>
                  <a:cubicBezTo>
                    <a:pt x="28664" y="12296"/>
                    <a:pt x="28633" y="12418"/>
                    <a:pt x="28573" y="12418"/>
                  </a:cubicBezTo>
                  <a:lnTo>
                    <a:pt x="28542" y="12387"/>
                  </a:lnTo>
                  <a:lnTo>
                    <a:pt x="28238" y="12357"/>
                  </a:lnTo>
                  <a:cubicBezTo>
                    <a:pt x="28185" y="12446"/>
                    <a:pt x="28142" y="12493"/>
                    <a:pt x="28116" y="12493"/>
                  </a:cubicBezTo>
                  <a:cubicBezTo>
                    <a:pt x="28097" y="12493"/>
                    <a:pt x="28086" y="12469"/>
                    <a:pt x="28086" y="12418"/>
                  </a:cubicBezTo>
                  <a:lnTo>
                    <a:pt x="28086" y="12357"/>
                  </a:lnTo>
                  <a:cubicBezTo>
                    <a:pt x="28056" y="12327"/>
                    <a:pt x="28025" y="12235"/>
                    <a:pt x="28025" y="12235"/>
                  </a:cubicBezTo>
                  <a:cubicBezTo>
                    <a:pt x="27904" y="12235"/>
                    <a:pt x="27843" y="12175"/>
                    <a:pt x="27873" y="12114"/>
                  </a:cubicBezTo>
                  <a:cubicBezTo>
                    <a:pt x="27938" y="12092"/>
                    <a:pt x="28002" y="12071"/>
                    <a:pt x="28067" y="12071"/>
                  </a:cubicBezTo>
                  <a:cubicBezTo>
                    <a:pt x="28094" y="12071"/>
                    <a:pt x="28120" y="12075"/>
                    <a:pt x="28147" y="12083"/>
                  </a:cubicBezTo>
                  <a:cubicBezTo>
                    <a:pt x="28238" y="12114"/>
                    <a:pt x="28269" y="12205"/>
                    <a:pt x="28360" y="12235"/>
                  </a:cubicBezTo>
                  <a:cubicBezTo>
                    <a:pt x="28481" y="12235"/>
                    <a:pt x="28542" y="12205"/>
                    <a:pt x="28421" y="12114"/>
                  </a:cubicBezTo>
                  <a:cubicBezTo>
                    <a:pt x="28390" y="12114"/>
                    <a:pt x="28421" y="12083"/>
                    <a:pt x="28421" y="12083"/>
                  </a:cubicBezTo>
                  <a:cubicBezTo>
                    <a:pt x="28436" y="12068"/>
                    <a:pt x="28451" y="12061"/>
                    <a:pt x="28466" y="12061"/>
                  </a:cubicBezTo>
                  <a:close/>
                  <a:moveTo>
                    <a:pt x="81852" y="12507"/>
                  </a:moveTo>
                  <a:lnTo>
                    <a:pt x="81917" y="12539"/>
                  </a:lnTo>
                  <a:cubicBezTo>
                    <a:pt x="81915" y="12549"/>
                    <a:pt x="81910" y="12553"/>
                    <a:pt x="81904" y="12553"/>
                  </a:cubicBezTo>
                  <a:cubicBezTo>
                    <a:pt x="81893" y="12553"/>
                    <a:pt x="81874" y="12536"/>
                    <a:pt x="81852" y="12507"/>
                  </a:cubicBezTo>
                  <a:close/>
                  <a:moveTo>
                    <a:pt x="72118" y="12193"/>
                  </a:moveTo>
                  <a:cubicBezTo>
                    <a:pt x="72195" y="12193"/>
                    <a:pt x="72284" y="12221"/>
                    <a:pt x="72373" y="12266"/>
                  </a:cubicBezTo>
                  <a:lnTo>
                    <a:pt x="72373" y="12296"/>
                  </a:lnTo>
                  <a:cubicBezTo>
                    <a:pt x="72342" y="12327"/>
                    <a:pt x="72312" y="12357"/>
                    <a:pt x="72251" y="12357"/>
                  </a:cubicBezTo>
                  <a:cubicBezTo>
                    <a:pt x="72224" y="12350"/>
                    <a:pt x="72198" y="12346"/>
                    <a:pt x="72175" y="12346"/>
                  </a:cubicBezTo>
                  <a:cubicBezTo>
                    <a:pt x="72095" y="12346"/>
                    <a:pt x="72045" y="12391"/>
                    <a:pt x="72069" y="12509"/>
                  </a:cubicBezTo>
                  <a:cubicBezTo>
                    <a:pt x="72069" y="12539"/>
                    <a:pt x="72038" y="12600"/>
                    <a:pt x="72008" y="12600"/>
                  </a:cubicBezTo>
                  <a:cubicBezTo>
                    <a:pt x="72002" y="12600"/>
                    <a:pt x="71995" y="12598"/>
                    <a:pt x="71989" y="12596"/>
                  </a:cubicBezTo>
                  <a:lnTo>
                    <a:pt x="71989" y="12596"/>
                  </a:lnTo>
                  <a:cubicBezTo>
                    <a:pt x="71956" y="12393"/>
                    <a:pt x="71944" y="12205"/>
                    <a:pt x="72038" y="12205"/>
                  </a:cubicBezTo>
                  <a:cubicBezTo>
                    <a:pt x="72063" y="12197"/>
                    <a:pt x="72089" y="12193"/>
                    <a:pt x="72118" y="12193"/>
                  </a:cubicBezTo>
                  <a:close/>
                  <a:moveTo>
                    <a:pt x="79760" y="12215"/>
                  </a:moveTo>
                  <a:cubicBezTo>
                    <a:pt x="79830" y="12215"/>
                    <a:pt x="79901" y="12237"/>
                    <a:pt x="79972" y="12296"/>
                  </a:cubicBezTo>
                  <a:lnTo>
                    <a:pt x="80032" y="12327"/>
                  </a:lnTo>
                  <a:cubicBezTo>
                    <a:pt x="80032" y="12387"/>
                    <a:pt x="80002" y="12448"/>
                    <a:pt x="79941" y="12448"/>
                  </a:cubicBezTo>
                  <a:lnTo>
                    <a:pt x="79880" y="12448"/>
                  </a:lnTo>
                  <a:cubicBezTo>
                    <a:pt x="79820" y="12448"/>
                    <a:pt x="79759" y="12418"/>
                    <a:pt x="79698" y="12418"/>
                  </a:cubicBezTo>
                  <a:cubicBezTo>
                    <a:pt x="79669" y="12411"/>
                    <a:pt x="79641" y="12407"/>
                    <a:pt x="79613" y="12407"/>
                  </a:cubicBezTo>
                  <a:cubicBezTo>
                    <a:pt x="79524" y="12407"/>
                    <a:pt x="79448" y="12446"/>
                    <a:pt x="79425" y="12539"/>
                  </a:cubicBezTo>
                  <a:lnTo>
                    <a:pt x="79425" y="12600"/>
                  </a:lnTo>
                  <a:cubicBezTo>
                    <a:pt x="79412" y="12613"/>
                    <a:pt x="79399" y="12619"/>
                    <a:pt x="79387" y="12619"/>
                  </a:cubicBezTo>
                  <a:cubicBezTo>
                    <a:pt x="79340" y="12619"/>
                    <a:pt x="79297" y="12532"/>
                    <a:pt x="79273" y="12387"/>
                  </a:cubicBezTo>
                  <a:lnTo>
                    <a:pt x="79425" y="12327"/>
                  </a:lnTo>
                  <a:cubicBezTo>
                    <a:pt x="79536" y="12271"/>
                    <a:pt x="79648" y="12215"/>
                    <a:pt x="79760" y="12215"/>
                  </a:cubicBezTo>
                  <a:close/>
                  <a:moveTo>
                    <a:pt x="1738" y="12272"/>
                  </a:moveTo>
                  <a:cubicBezTo>
                    <a:pt x="1772" y="12272"/>
                    <a:pt x="1812" y="12279"/>
                    <a:pt x="1855" y="12296"/>
                  </a:cubicBezTo>
                  <a:cubicBezTo>
                    <a:pt x="2007" y="12327"/>
                    <a:pt x="1946" y="12631"/>
                    <a:pt x="1885" y="12631"/>
                  </a:cubicBezTo>
                  <a:cubicBezTo>
                    <a:pt x="1824" y="12631"/>
                    <a:pt x="1672" y="12448"/>
                    <a:pt x="1642" y="12387"/>
                  </a:cubicBezTo>
                  <a:cubicBezTo>
                    <a:pt x="1598" y="12322"/>
                    <a:pt x="1649" y="12272"/>
                    <a:pt x="1738" y="12272"/>
                  </a:cubicBezTo>
                  <a:close/>
                  <a:moveTo>
                    <a:pt x="72006" y="12691"/>
                  </a:moveTo>
                  <a:cubicBezTo>
                    <a:pt x="72011" y="12720"/>
                    <a:pt x="72017" y="12749"/>
                    <a:pt x="72022" y="12777"/>
                  </a:cubicBezTo>
                  <a:lnTo>
                    <a:pt x="72022" y="12777"/>
                  </a:lnTo>
                  <a:cubicBezTo>
                    <a:pt x="72034" y="12755"/>
                    <a:pt x="72027" y="12729"/>
                    <a:pt x="72008" y="12691"/>
                  </a:cubicBezTo>
                  <a:close/>
                  <a:moveTo>
                    <a:pt x="26019" y="12615"/>
                  </a:moveTo>
                  <a:cubicBezTo>
                    <a:pt x="26073" y="12615"/>
                    <a:pt x="26126" y="12631"/>
                    <a:pt x="26171" y="12661"/>
                  </a:cubicBezTo>
                  <a:cubicBezTo>
                    <a:pt x="26202" y="12691"/>
                    <a:pt x="26202" y="12752"/>
                    <a:pt x="26141" y="12783"/>
                  </a:cubicBezTo>
                  <a:cubicBezTo>
                    <a:pt x="26129" y="12794"/>
                    <a:pt x="26109" y="12799"/>
                    <a:pt x="26084" y="12799"/>
                  </a:cubicBezTo>
                  <a:cubicBezTo>
                    <a:pt x="25978" y="12799"/>
                    <a:pt x="25794" y="12710"/>
                    <a:pt x="25867" y="12661"/>
                  </a:cubicBezTo>
                  <a:cubicBezTo>
                    <a:pt x="25913" y="12631"/>
                    <a:pt x="25966" y="12615"/>
                    <a:pt x="26019" y="12615"/>
                  </a:cubicBezTo>
                  <a:close/>
                  <a:moveTo>
                    <a:pt x="26840" y="12266"/>
                  </a:moveTo>
                  <a:cubicBezTo>
                    <a:pt x="26931" y="12357"/>
                    <a:pt x="27083" y="12418"/>
                    <a:pt x="27053" y="12570"/>
                  </a:cubicBezTo>
                  <a:cubicBezTo>
                    <a:pt x="27053" y="12600"/>
                    <a:pt x="27083" y="12661"/>
                    <a:pt x="27114" y="12661"/>
                  </a:cubicBezTo>
                  <a:cubicBezTo>
                    <a:pt x="27387" y="12722"/>
                    <a:pt x="27205" y="12813"/>
                    <a:pt x="27114" y="12874"/>
                  </a:cubicBezTo>
                  <a:lnTo>
                    <a:pt x="27083" y="12904"/>
                  </a:lnTo>
                  <a:cubicBezTo>
                    <a:pt x="27022" y="12904"/>
                    <a:pt x="26901" y="12661"/>
                    <a:pt x="26840" y="12570"/>
                  </a:cubicBezTo>
                  <a:cubicBezTo>
                    <a:pt x="26815" y="12520"/>
                    <a:pt x="26770" y="12470"/>
                    <a:pt x="26705" y="12470"/>
                  </a:cubicBezTo>
                  <a:cubicBezTo>
                    <a:pt x="26690" y="12470"/>
                    <a:pt x="26674" y="12473"/>
                    <a:pt x="26658" y="12479"/>
                  </a:cubicBezTo>
                  <a:cubicBezTo>
                    <a:pt x="26645" y="12491"/>
                    <a:pt x="26632" y="12499"/>
                    <a:pt x="26624" y="12499"/>
                  </a:cubicBezTo>
                  <a:cubicBezTo>
                    <a:pt x="26612" y="12499"/>
                    <a:pt x="26609" y="12484"/>
                    <a:pt x="26627" y="12448"/>
                  </a:cubicBezTo>
                  <a:cubicBezTo>
                    <a:pt x="26688" y="12387"/>
                    <a:pt x="26749" y="12266"/>
                    <a:pt x="26840" y="12266"/>
                  </a:cubicBezTo>
                  <a:close/>
                  <a:moveTo>
                    <a:pt x="70731" y="12722"/>
                  </a:moveTo>
                  <a:cubicBezTo>
                    <a:pt x="70762" y="12722"/>
                    <a:pt x="70823" y="12752"/>
                    <a:pt x="70823" y="12813"/>
                  </a:cubicBezTo>
                  <a:cubicBezTo>
                    <a:pt x="70823" y="12843"/>
                    <a:pt x="70519" y="12995"/>
                    <a:pt x="70458" y="12995"/>
                  </a:cubicBezTo>
                  <a:lnTo>
                    <a:pt x="70367" y="12995"/>
                  </a:lnTo>
                  <a:cubicBezTo>
                    <a:pt x="70245" y="12965"/>
                    <a:pt x="70154" y="12935"/>
                    <a:pt x="70154" y="12874"/>
                  </a:cubicBezTo>
                  <a:cubicBezTo>
                    <a:pt x="70164" y="12853"/>
                    <a:pt x="70194" y="12847"/>
                    <a:pt x="70234" y="12847"/>
                  </a:cubicBezTo>
                  <a:cubicBezTo>
                    <a:pt x="70313" y="12847"/>
                    <a:pt x="70427" y="12874"/>
                    <a:pt x="70488" y="12874"/>
                  </a:cubicBezTo>
                  <a:lnTo>
                    <a:pt x="70549" y="12843"/>
                  </a:lnTo>
                  <a:cubicBezTo>
                    <a:pt x="70610" y="12783"/>
                    <a:pt x="70671" y="12752"/>
                    <a:pt x="70731" y="12722"/>
                  </a:cubicBezTo>
                  <a:close/>
                  <a:moveTo>
                    <a:pt x="80403" y="12687"/>
                  </a:moveTo>
                  <a:cubicBezTo>
                    <a:pt x="80540" y="12687"/>
                    <a:pt x="80790" y="12818"/>
                    <a:pt x="80762" y="12874"/>
                  </a:cubicBezTo>
                  <a:cubicBezTo>
                    <a:pt x="80701" y="12904"/>
                    <a:pt x="80640" y="12965"/>
                    <a:pt x="80549" y="12995"/>
                  </a:cubicBezTo>
                  <a:lnTo>
                    <a:pt x="80519" y="12995"/>
                  </a:lnTo>
                  <a:lnTo>
                    <a:pt x="80397" y="12935"/>
                  </a:lnTo>
                  <a:cubicBezTo>
                    <a:pt x="80306" y="12843"/>
                    <a:pt x="80276" y="12752"/>
                    <a:pt x="80367" y="12691"/>
                  </a:cubicBezTo>
                  <a:cubicBezTo>
                    <a:pt x="80378" y="12689"/>
                    <a:pt x="80390" y="12687"/>
                    <a:pt x="80403" y="12687"/>
                  </a:cubicBezTo>
                  <a:close/>
                  <a:moveTo>
                    <a:pt x="73663" y="12593"/>
                  </a:moveTo>
                  <a:cubicBezTo>
                    <a:pt x="73750" y="12593"/>
                    <a:pt x="73806" y="12607"/>
                    <a:pt x="73771" y="12631"/>
                  </a:cubicBezTo>
                  <a:lnTo>
                    <a:pt x="73710" y="12661"/>
                  </a:lnTo>
                  <a:cubicBezTo>
                    <a:pt x="73619" y="12752"/>
                    <a:pt x="73437" y="12813"/>
                    <a:pt x="73406" y="12904"/>
                  </a:cubicBezTo>
                  <a:lnTo>
                    <a:pt x="73315" y="13086"/>
                  </a:lnTo>
                  <a:cubicBezTo>
                    <a:pt x="73163" y="13026"/>
                    <a:pt x="73133" y="12843"/>
                    <a:pt x="73254" y="12722"/>
                  </a:cubicBezTo>
                  <a:cubicBezTo>
                    <a:pt x="73310" y="12629"/>
                    <a:pt x="73526" y="12593"/>
                    <a:pt x="73663" y="12593"/>
                  </a:cubicBezTo>
                  <a:close/>
                  <a:moveTo>
                    <a:pt x="78458" y="12862"/>
                  </a:moveTo>
                  <a:cubicBezTo>
                    <a:pt x="78478" y="12862"/>
                    <a:pt x="78496" y="12866"/>
                    <a:pt x="78513" y="12874"/>
                  </a:cubicBezTo>
                  <a:cubicBezTo>
                    <a:pt x="78604" y="12904"/>
                    <a:pt x="78543" y="13056"/>
                    <a:pt x="78422" y="13117"/>
                  </a:cubicBezTo>
                  <a:cubicBezTo>
                    <a:pt x="78411" y="13120"/>
                    <a:pt x="78401" y="13121"/>
                    <a:pt x="78391" y="13121"/>
                  </a:cubicBezTo>
                  <a:cubicBezTo>
                    <a:pt x="78295" y="13121"/>
                    <a:pt x="78272" y="12990"/>
                    <a:pt x="78300" y="12935"/>
                  </a:cubicBezTo>
                  <a:cubicBezTo>
                    <a:pt x="78344" y="12890"/>
                    <a:pt x="78405" y="12862"/>
                    <a:pt x="78458" y="12862"/>
                  </a:cubicBezTo>
                  <a:close/>
                  <a:moveTo>
                    <a:pt x="71819" y="12584"/>
                  </a:moveTo>
                  <a:cubicBezTo>
                    <a:pt x="71831" y="12584"/>
                    <a:pt x="71844" y="12585"/>
                    <a:pt x="71859" y="12588"/>
                  </a:cubicBezTo>
                  <a:lnTo>
                    <a:pt x="71859" y="12588"/>
                  </a:lnTo>
                  <a:cubicBezTo>
                    <a:pt x="71858" y="12592"/>
                    <a:pt x="71857" y="12596"/>
                    <a:pt x="71856" y="12600"/>
                  </a:cubicBezTo>
                  <a:cubicBezTo>
                    <a:pt x="71856" y="12600"/>
                    <a:pt x="71947" y="12661"/>
                    <a:pt x="71978" y="12691"/>
                  </a:cubicBezTo>
                  <a:lnTo>
                    <a:pt x="72006" y="12691"/>
                  </a:lnTo>
                  <a:cubicBezTo>
                    <a:pt x="72002" y="12674"/>
                    <a:pt x="71999" y="12656"/>
                    <a:pt x="71996" y="12638"/>
                  </a:cubicBezTo>
                  <a:lnTo>
                    <a:pt x="71996" y="12638"/>
                  </a:lnTo>
                  <a:cubicBezTo>
                    <a:pt x="72010" y="12645"/>
                    <a:pt x="72024" y="12653"/>
                    <a:pt x="72038" y="12661"/>
                  </a:cubicBezTo>
                  <a:cubicBezTo>
                    <a:pt x="72190" y="12752"/>
                    <a:pt x="72342" y="12874"/>
                    <a:pt x="72434" y="13056"/>
                  </a:cubicBezTo>
                  <a:cubicBezTo>
                    <a:pt x="72418" y="13086"/>
                    <a:pt x="72358" y="13086"/>
                    <a:pt x="72297" y="13086"/>
                  </a:cubicBezTo>
                  <a:cubicBezTo>
                    <a:pt x="72236" y="13086"/>
                    <a:pt x="72175" y="13086"/>
                    <a:pt x="72160" y="13117"/>
                  </a:cubicBezTo>
                  <a:cubicBezTo>
                    <a:pt x="72130" y="13178"/>
                    <a:pt x="71917" y="13178"/>
                    <a:pt x="71886" y="13238"/>
                  </a:cubicBezTo>
                  <a:cubicBezTo>
                    <a:pt x="71866" y="13259"/>
                    <a:pt x="71839" y="13269"/>
                    <a:pt x="71810" y="13269"/>
                  </a:cubicBezTo>
                  <a:cubicBezTo>
                    <a:pt x="71751" y="13269"/>
                    <a:pt x="71684" y="13228"/>
                    <a:pt x="71643" y="13147"/>
                  </a:cubicBezTo>
                  <a:lnTo>
                    <a:pt x="71856" y="13117"/>
                  </a:lnTo>
                  <a:lnTo>
                    <a:pt x="72069" y="13056"/>
                  </a:lnTo>
                  <a:cubicBezTo>
                    <a:pt x="72069" y="13007"/>
                    <a:pt x="72046" y="12899"/>
                    <a:pt x="72022" y="12777"/>
                  </a:cubicBezTo>
                  <a:lnTo>
                    <a:pt x="72022" y="12777"/>
                  </a:lnTo>
                  <a:cubicBezTo>
                    <a:pt x="72015" y="12790"/>
                    <a:pt x="72001" y="12801"/>
                    <a:pt x="71978" y="12813"/>
                  </a:cubicBezTo>
                  <a:lnTo>
                    <a:pt x="71947" y="12813"/>
                  </a:lnTo>
                  <a:cubicBezTo>
                    <a:pt x="71886" y="12813"/>
                    <a:pt x="71856" y="12813"/>
                    <a:pt x="71826" y="12783"/>
                  </a:cubicBezTo>
                  <a:lnTo>
                    <a:pt x="71765" y="12691"/>
                  </a:lnTo>
                  <a:cubicBezTo>
                    <a:pt x="71731" y="12623"/>
                    <a:pt x="71754" y="12584"/>
                    <a:pt x="71819" y="12584"/>
                  </a:cubicBezTo>
                  <a:close/>
                  <a:moveTo>
                    <a:pt x="29051" y="13140"/>
                  </a:moveTo>
                  <a:cubicBezTo>
                    <a:pt x="29089" y="13140"/>
                    <a:pt x="29104" y="13162"/>
                    <a:pt x="29089" y="13208"/>
                  </a:cubicBezTo>
                  <a:lnTo>
                    <a:pt x="29059" y="13178"/>
                  </a:lnTo>
                  <a:cubicBezTo>
                    <a:pt x="28907" y="13299"/>
                    <a:pt x="28755" y="13360"/>
                    <a:pt x="28573" y="13360"/>
                  </a:cubicBezTo>
                  <a:cubicBezTo>
                    <a:pt x="28512" y="13360"/>
                    <a:pt x="28451" y="13330"/>
                    <a:pt x="28390" y="13299"/>
                  </a:cubicBezTo>
                  <a:cubicBezTo>
                    <a:pt x="28481" y="13269"/>
                    <a:pt x="28542" y="13269"/>
                    <a:pt x="28633" y="13269"/>
                  </a:cubicBezTo>
                  <a:lnTo>
                    <a:pt x="28785" y="13238"/>
                  </a:lnTo>
                  <a:lnTo>
                    <a:pt x="28877" y="13208"/>
                  </a:lnTo>
                  <a:cubicBezTo>
                    <a:pt x="28952" y="13162"/>
                    <a:pt x="29013" y="13140"/>
                    <a:pt x="29051" y="13140"/>
                  </a:cubicBezTo>
                  <a:close/>
                  <a:moveTo>
                    <a:pt x="30537" y="13214"/>
                  </a:moveTo>
                  <a:cubicBezTo>
                    <a:pt x="30566" y="13214"/>
                    <a:pt x="30592" y="13221"/>
                    <a:pt x="30609" y="13238"/>
                  </a:cubicBezTo>
                  <a:cubicBezTo>
                    <a:pt x="30670" y="13330"/>
                    <a:pt x="30487" y="13451"/>
                    <a:pt x="30396" y="13482"/>
                  </a:cubicBezTo>
                  <a:cubicBezTo>
                    <a:pt x="30372" y="13490"/>
                    <a:pt x="30347" y="13494"/>
                    <a:pt x="30325" y="13494"/>
                  </a:cubicBezTo>
                  <a:cubicBezTo>
                    <a:pt x="30263" y="13494"/>
                    <a:pt x="30214" y="13465"/>
                    <a:pt x="30214" y="13421"/>
                  </a:cubicBezTo>
                  <a:cubicBezTo>
                    <a:pt x="30214" y="13347"/>
                    <a:pt x="30413" y="13214"/>
                    <a:pt x="30537" y="13214"/>
                  </a:cubicBezTo>
                  <a:close/>
                  <a:moveTo>
                    <a:pt x="70942" y="13048"/>
                  </a:moveTo>
                  <a:cubicBezTo>
                    <a:pt x="70953" y="13048"/>
                    <a:pt x="70964" y="13051"/>
                    <a:pt x="70975" y="13056"/>
                  </a:cubicBezTo>
                  <a:lnTo>
                    <a:pt x="70944" y="13056"/>
                  </a:lnTo>
                  <a:cubicBezTo>
                    <a:pt x="71005" y="13117"/>
                    <a:pt x="71430" y="13451"/>
                    <a:pt x="71430" y="13512"/>
                  </a:cubicBezTo>
                  <a:cubicBezTo>
                    <a:pt x="71430" y="13603"/>
                    <a:pt x="71248" y="13634"/>
                    <a:pt x="71187" y="13634"/>
                  </a:cubicBezTo>
                  <a:cubicBezTo>
                    <a:pt x="71035" y="13573"/>
                    <a:pt x="70914" y="13512"/>
                    <a:pt x="70823" y="13421"/>
                  </a:cubicBezTo>
                  <a:lnTo>
                    <a:pt x="70792" y="13330"/>
                  </a:lnTo>
                  <a:lnTo>
                    <a:pt x="70762" y="13238"/>
                  </a:lnTo>
                  <a:cubicBezTo>
                    <a:pt x="70812" y="13112"/>
                    <a:pt x="70884" y="13048"/>
                    <a:pt x="70942" y="13048"/>
                  </a:cubicBezTo>
                  <a:close/>
                  <a:moveTo>
                    <a:pt x="25590" y="13149"/>
                  </a:moveTo>
                  <a:cubicBezTo>
                    <a:pt x="25616" y="13149"/>
                    <a:pt x="25639" y="13168"/>
                    <a:pt x="25655" y="13208"/>
                  </a:cubicBezTo>
                  <a:lnTo>
                    <a:pt x="25715" y="13360"/>
                  </a:lnTo>
                  <a:cubicBezTo>
                    <a:pt x="25715" y="13451"/>
                    <a:pt x="25746" y="13482"/>
                    <a:pt x="25837" y="13482"/>
                  </a:cubicBezTo>
                  <a:cubicBezTo>
                    <a:pt x="25867" y="13542"/>
                    <a:pt x="25837" y="13634"/>
                    <a:pt x="25776" y="13664"/>
                  </a:cubicBezTo>
                  <a:lnTo>
                    <a:pt x="25746" y="13664"/>
                  </a:lnTo>
                  <a:lnTo>
                    <a:pt x="25320" y="13542"/>
                  </a:lnTo>
                  <a:cubicBezTo>
                    <a:pt x="25410" y="13296"/>
                    <a:pt x="25516" y="13149"/>
                    <a:pt x="25590" y="13149"/>
                  </a:cubicBezTo>
                  <a:close/>
                  <a:moveTo>
                    <a:pt x="77510" y="13421"/>
                  </a:moveTo>
                  <a:cubicBezTo>
                    <a:pt x="77570" y="13542"/>
                    <a:pt x="77510" y="13664"/>
                    <a:pt x="77388" y="13664"/>
                  </a:cubicBezTo>
                  <a:cubicBezTo>
                    <a:pt x="77266" y="13664"/>
                    <a:pt x="77023" y="13542"/>
                    <a:pt x="77114" y="13421"/>
                  </a:cubicBezTo>
                  <a:close/>
                  <a:moveTo>
                    <a:pt x="26566" y="13755"/>
                  </a:moveTo>
                  <a:cubicBezTo>
                    <a:pt x="26597" y="13755"/>
                    <a:pt x="26627" y="13786"/>
                    <a:pt x="26627" y="13816"/>
                  </a:cubicBezTo>
                  <a:lnTo>
                    <a:pt x="26627" y="13846"/>
                  </a:lnTo>
                  <a:lnTo>
                    <a:pt x="26597" y="14029"/>
                  </a:lnTo>
                  <a:cubicBezTo>
                    <a:pt x="26521" y="14050"/>
                    <a:pt x="26446" y="14060"/>
                    <a:pt x="26377" y="14060"/>
                  </a:cubicBezTo>
                  <a:cubicBezTo>
                    <a:pt x="26252" y="14060"/>
                    <a:pt x="26150" y="14027"/>
                    <a:pt x="26110" y="13968"/>
                  </a:cubicBezTo>
                  <a:lnTo>
                    <a:pt x="26293" y="13877"/>
                  </a:lnTo>
                  <a:cubicBezTo>
                    <a:pt x="26384" y="13877"/>
                    <a:pt x="26445" y="13786"/>
                    <a:pt x="26506" y="13755"/>
                  </a:cubicBezTo>
                  <a:close/>
                  <a:moveTo>
                    <a:pt x="78700" y="13511"/>
                  </a:moveTo>
                  <a:cubicBezTo>
                    <a:pt x="78737" y="13511"/>
                    <a:pt x="78777" y="13533"/>
                    <a:pt x="78817" y="13573"/>
                  </a:cubicBezTo>
                  <a:lnTo>
                    <a:pt x="78756" y="13573"/>
                  </a:lnTo>
                  <a:cubicBezTo>
                    <a:pt x="78594" y="13573"/>
                    <a:pt x="78672" y="13765"/>
                    <a:pt x="78542" y="13765"/>
                  </a:cubicBezTo>
                  <a:cubicBezTo>
                    <a:pt x="78525" y="13765"/>
                    <a:pt x="78506" y="13762"/>
                    <a:pt x="78482" y="13755"/>
                  </a:cubicBezTo>
                  <a:cubicBezTo>
                    <a:pt x="78452" y="13743"/>
                    <a:pt x="78425" y="13738"/>
                    <a:pt x="78401" y="13738"/>
                  </a:cubicBezTo>
                  <a:cubicBezTo>
                    <a:pt x="78302" y="13738"/>
                    <a:pt x="78239" y="13816"/>
                    <a:pt x="78118" y="13816"/>
                  </a:cubicBezTo>
                  <a:cubicBezTo>
                    <a:pt x="77966" y="13846"/>
                    <a:pt x="77844" y="13877"/>
                    <a:pt x="77814" y="13998"/>
                  </a:cubicBezTo>
                  <a:cubicBezTo>
                    <a:pt x="77783" y="14090"/>
                    <a:pt x="77722" y="14059"/>
                    <a:pt x="77631" y="14090"/>
                  </a:cubicBezTo>
                  <a:cubicBezTo>
                    <a:pt x="77555" y="14122"/>
                    <a:pt x="77494" y="14139"/>
                    <a:pt x="77446" y="14139"/>
                  </a:cubicBezTo>
                  <a:cubicBezTo>
                    <a:pt x="77361" y="14139"/>
                    <a:pt x="77316" y="14085"/>
                    <a:pt x="77297" y="13968"/>
                  </a:cubicBezTo>
                  <a:lnTo>
                    <a:pt x="77297" y="13877"/>
                  </a:lnTo>
                  <a:cubicBezTo>
                    <a:pt x="77297" y="13831"/>
                    <a:pt x="77350" y="13816"/>
                    <a:pt x="77411" y="13816"/>
                  </a:cubicBezTo>
                  <a:cubicBezTo>
                    <a:pt x="77472" y="13816"/>
                    <a:pt x="77540" y="13831"/>
                    <a:pt x="77570" y="13846"/>
                  </a:cubicBezTo>
                  <a:cubicBezTo>
                    <a:pt x="77631" y="13877"/>
                    <a:pt x="77692" y="13877"/>
                    <a:pt x="77692" y="13877"/>
                  </a:cubicBezTo>
                  <a:lnTo>
                    <a:pt x="77692" y="13846"/>
                  </a:lnTo>
                  <a:cubicBezTo>
                    <a:pt x="77722" y="13816"/>
                    <a:pt x="77692" y="13694"/>
                    <a:pt x="77722" y="13694"/>
                  </a:cubicBezTo>
                  <a:cubicBezTo>
                    <a:pt x="77844" y="13664"/>
                    <a:pt x="77966" y="13634"/>
                    <a:pt x="78118" y="13634"/>
                  </a:cubicBezTo>
                  <a:cubicBezTo>
                    <a:pt x="78143" y="13627"/>
                    <a:pt x="78170" y="13625"/>
                    <a:pt x="78198" y="13625"/>
                  </a:cubicBezTo>
                  <a:cubicBezTo>
                    <a:pt x="78273" y="13625"/>
                    <a:pt x="78352" y="13642"/>
                    <a:pt x="78417" y="13642"/>
                  </a:cubicBezTo>
                  <a:cubicBezTo>
                    <a:pt x="78441" y="13642"/>
                    <a:pt x="78463" y="13640"/>
                    <a:pt x="78482" y="13634"/>
                  </a:cubicBezTo>
                  <a:lnTo>
                    <a:pt x="78573" y="13634"/>
                  </a:lnTo>
                  <a:cubicBezTo>
                    <a:pt x="78608" y="13548"/>
                    <a:pt x="78652" y="13511"/>
                    <a:pt x="78700" y="13511"/>
                  </a:cubicBezTo>
                  <a:close/>
                  <a:moveTo>
                    <a:pt x="76263" y="14120"/>
                  </a:moveTo>
                  <a:cubicBezTo>
                    <a:pt x="76324" y="14120"/>
                    <a:pt x="76415" y="14150"/>
                    <a:pt x="76446" y="14211"/>
                  </a:cubicBezTo>
                  <a:lnTo>
                    <a:pt x="76237" y="14391"/>
                  </a:lnTo>
                  <a:lnTo>
                    <a:pt x="76237" y="14391"/>
                  </a:lnTo>
                  <a:cubicBezTo>
                    <a:pt x="76251" y="14307"/>
                    <a:pt x="76242" y="14206"/>
                    <a:pt x="76263" y="14120"/>
                  </a:cubicBezTo>
                  <a:close/>
                  <a:moveTo>
                    <a:pt x="69090" y="13694"/>
                  </a:moveTo>
                  <a:cubicBezTo>
                    <a:pt x="69120" y="13694"/>
                    <a:pt x="69120" y="13725"/>
                    <a:pt x="69120" y="13816"/>
                  </a:cubicBezTo>
                  <a:cubicBezTo>
                    <a:pt x="69120" y="13838"/>
                    <a:pt x="69158" y="13844"/>
                    <a:pt x="69208" y="13844"/>
                  </a:cubicBezTo>
                  <a:cubicBezTo>
                    <a:pt x="69263" y="13844"/>
                    <a:pt x="69333" y="13837"/>
                    <a:pt x="69386" y="13837"/>
                  </a:cubicBezTo>
                  <a:cubicBezTo>
                    <a:pt x="69416" y="13837"/>
                    <a:pt x="69441" y="13839"/>
                    <a:pt x="69455" y="13846"/>
                  </a:cubicBezTo>
                  <a:lnTo>
                    <a:pt x="69455" y="13877"/>
                  </a:lnTo>
                  <a:cubicBezTo>
                    <a:pt x="69424" y="13938"/>
                    <a:pt x="69364" y="13968"/>
                    <a:pt x="69485" y="13968"/>
                  </a:cubicBezTo>
                  <a:cubicBezTo>
                    <a:pt x="69491" y="13974"/>
                    <a:pt x="69497" y="13976"/>
                    <a:pt x="69504" y="13976"/>
                  </a:cubicBezTo>
                  <a:cubicBezTo>
                    <a:pt x="69529" y="13976"/>
                    <a:pt x="69558" y="13938"/>
                    <a:pt x="69607" y="13938"/>
                  </a:cubicBezTo>
                  <a:lnTo>
                    <a:pt x="69668" y="13938"/>
                  </a:lnTo>
                  <a:cubicBezTo>
                    <a:pt x="69728" y="13938"/>
                    <a:pt x="69759" y="13968"/>
                    <a:pt x="69789" y="14029"/>
                  </a:cubicBezTo>
                  <a:lnTo>
                    <a:pt x="69728" y="14090"/>
                  </a:lnTo>
                  <a:cubicBezTo>
                    <a:pt x="69668" y="14150"/>
                    <a:pt x="69607" y="14211"/>
                    <a:pt x="69516" y="14242"/>
                  </a:cubicBezTo>
                  <a:lnTo>
                    <a:pt x="69333" y="14394"/>
                  </a:lnTo>
                  <a:cubicBezTo>
                    <a:pt x="69212" y="14242"/>
                    <a:pt x="69090" y="14090"/>
                    <a:pt x="68999" y="13907"/>
                  </a:cubicBezTo>
                  <a:cubicBezTo>
                    <a:pt x="68999" y="13846"/>
                    <a:pt x="69029" y="13755"/>
                    <a:pt x="69090" y="13694"/>
                  </a:cubicBezTo>
                  <a:close/>
                  <a:moveTo>
                    <a:pt x="76236" y="14394"/>
                  </a:moveTo>
                  <a:cubicBezTo>
                    <a:pt x="76353" y="14394"/>
                    <a:pt x="76340" y="14394"/>
                    <a:pt x="76232" y="14411"/>
                  </a:cubicBezTo>
                  <a:lnTo>
                    <a:pt x="76232" y="14411"/>
                  </a:lnTo>
                  <a:cubicBezTo>
                    <a:pt x="76234" y="14405"/>
                    <a:pt x="76235" y="14399"/>
                    <a:pt x="76236" y="14394"/>
                  </a:cubicBezTo>
                  <a:close/>
                  <a:moveTo>
                    <a:pt x="76750" y="14090"/>
                  </a:moveTo>
                  <a:lnTo>
                    <a:pt x="76932" y="14150"/>
                  </a:lnTo>
                  <a:cubicBezTo>
                    <a:pt x="77114" y="14211"/>
                    <a:pt x="77236" y="14272"/>
                    <a:pt x="77114" y="14272"/>
                  </a:cubicBezTo>
                  <a:lnTo>
                    <a:pt x="77145" y="14272"/>
                  </a:lnTo>
                  <a:cubicBezTo>
                    <a:pt x="77054" y="14272"/>
                    <a:pt x="76932" y="14485"/>
                    <a:pt x="76871" y="14515"/>
                  </a:cubicBezTo>
                  <a:lnTo>
                    <a:pt x="76841" y="14515"/>
                  </a:lnTo>
                  <a:cubicBezTo>
                    <a:pt x="76780" y="14485"/>
                    <a:pt x="76780" y="14424"/>
                    <a:pt x="76780" y="14394"/>
                  </a:cubicBezTo>
                  <a:cubicBezTo>
                    <a:pt x="76841" y="14333"/>
                    <a:pt x="76932" y="14242"/>
                    <a:pt x="76719" y="14242"/>
                  </a:cubicBezTo>
                  <a:cubicBezTo>
                    <a:pt x="76689" y="14242"/>
                    <a:pt x="76659" y="14150"/>
                    <a:pt x="76659" y="14120"/>
                  </a:cubicBezTo>
                  <a:cubicBezTo>
                    <a:pt x="76659" y="14120"/>
                    <a:pt x="76750" y="14090"/>
                    <a:pt x="76750" y="14090"/>
                  </a:cubicBezTo>
                  <a:close/>
                  <a:moveTo>
                    <a:pt x="75899" y="14333"/>
                  </a:moveTo>
                  <a:cubicBezTo>
                    <a:pt x="75929" y="14333"/>
                    <a:pt x="76020" y="14363"/>
                    <a:pt x="76020" y="14363"/>
                  </a:cubicBezTo>
                  <a:lnTo>
                    <a:pt x="76020" y="14424"/>
                  </a:lnTo>
                  <a:cubicBezTo>
                    <a:pt x="76020" y="14431"/>
                    <a:pt x="76006" y="14442"/>
                    <a:pt x="75983" y="14456"/>
                  </a:cubicBezTo>
                  <a:lnTo>
                    <a:pt x="75983" y="14456"/>
                  </a:lnTo>
                  <a:cubicBezTo>
                    <a:pt x="75701" y="14513"/>
                    <a:pt x="75245" y="14670"/>
                    <a:pt x="75130" y="14670"/>
                  </a:cubicBezTo>
                  <a:cubicBezTo>
                    <a:pt x="75120" y="14670"/>
                    <a:pt x="75113" y="14669"/>
                    <a:pt x="75108" y="14667"/>
                  </a:cubicBezTo>
                  <a:cubicBezTo>
                    <a:pt x="75169" y="14606"/>
                    <a:pt x="75230" y="14515"/>
                    <a:pt x="75260" y="14515"/>
                  </a:cubicBezTo>
                  <a:cubicBezTo>
                    <a:pt x="75504" y="14515"/>
                    <a:pt x="75716" y="14454"/>
                    <a:pt x="75899" y="14333"/>
                  </a:cubicBezTo>
                  <a:close/>
                  <a:moveTo>
                    <a:pt x="78284" y="14715"/>
                  </a:moveTo>
                  <a:cubicBezTo>
                    <a:pt x="78257" y="14732"/>
                    <a:pt x="78240" y="14745"/>
                    <a:pt x="78242" y="14745"/>
                  </a:cubicBezTo>
                  <a:cubicBezTo>
                    <a:pt x="78243" y="14745"/>
                    <a:pt x="78252" y="14740"/>
                    <a:pt x="78270" y="14728"/>
                  </a:cubicBezTo>
                  <a:cubicBezTo>
                    <a:pt x="78275" y="14724"/>
                    <a:pt x="78280" y="14720"/>
                    <a:pt x="78284" y="14715"/>
                  </a:cubicBezTo>
                  <a:close/>
                  <a:moveTo>
                    <a:pt x="76223" y="14444"/>
                  </a:moveTo>
                  <a:lnTo>
                    <a:pt x="76385" y="14606"/>
                  </a:lnTo>
                  <a:cubicBezTo>
                    <a:pt x="76415" y="14606"/>
                    <a:pt x="76355" y="14728"/>
                    <a:pt x="76324" y="14728"/>
                  </a:cubicBezTo>
                  <a:lnTo>
                    <a:pt x="76203" y="14758"/>
                  </a:lnTo>
                  <a:cubicBezTo>
                    <a:pt x="76111" y="14758"/>
                    <a:pt x="76020" y="14728"/>
                    <a:pt x="75929" y="14697"/>
                  </a:cubicBezTo>
                  <a:cubicBezTo>
                    <a:pt x="75990" y="14637"/>
                    <a:pt x="76081" y="14576"/>
                    <a:pt x="76142" y="14545"/>
                  </a:cubicBezTo>
                  <a:lnTo>
                    <a:pt x="76203" y="14485"/>
                  </a:lnTo>
                  <a:cubicBezTo>
                    <a:pt x="76211" y="14472"/>
                    <a:pt x="76218" y="14459"/>
                    <a:pt x="76223" y="14444"/>
                  </a:cubicBezTo>
                  <a:close/>
                  <a:moveTo>
                    <a:pt x="26536" y="14515"/>
                  </a:moveTo>
                  <a:cubicBezTo>
                    <a:pt x="26566" y="14515"/>
                    <a:pt x="26688" y="14758"/>
                    <a:pt x="26688" y="14849"/>
                  </a:cubicBezTo>
                  <a:cubicBezTo>
                    <a:pt x="26688" y="14869"/>
                    <a:pt x="26677" y="14878"/>
                    <a:pt x="26659" y="14878"/>
                  </a:cubicBezTo>
                  <a:cubicBezTo>
                    <a:pt x="26594" y="14878"/>
                    <a:pt x="26445" y="14769"/>
                    <a:pt x="26445" y="14697"/>
                  </a:cubicBezTo>
                  <a:cubicBezTo>
                    <a:pt x="26445" y="14606"/>
                    <a:pt x="26475" y="14515"/>
                    <a:pt x="26506" y="14515"/>
                  </a:cubicBezTo>
                  <a:close/>
                  <a:moveTo>
                    <a:pt x="68535" y="13945"/>
                  </a:moveTo>
                  <a:cubicBezTo>
                    <a:pt x="68596" y="13945"/>
                    <a:pt x="68695" y="13953"/>
                    <a:pt x="68816" y="13968"/>
                  </a:cubicBezTo>
                  <a:lnTo>
                    <a:pt x="68938" y="14090"/>
                  </a:lnTo>
                  <a:cubicBezTo>
                    <a:pt x="68968" y="14181"/>
                    <a:pt x="68968" y="14242"/>
                    <a:pt x="68938" y="14333"/>
                  </a:cubicBezTo>
                  <a:cubicBezTo>
                    <a:pt x="68905" y="14366"/>
                    <a:pt x="68871" y="14390"/>
                    <a:pt x="68828" y="14390"/>
                  </a:cubicBezTo>
                  <a:cubicBezTo>
                    <a:pt x="68792" y="14390"/>
                    <a:pt x="68750" y="14374"/>
                    <a:pt x="68695" y="14333"/>
                  </a:cubicBezTo>
                  <a:cubicBezTo>
                    <a:pt x="68604" y="14333"/>
                    <a:pt x="68513" y="14363"/>
                    <a:pt x="68452" y="14394"/>
                  </a:cubicBezTo>
                  <a:cubicBezTo>
                    <a:pt x="68361" y="14485"/>
                    <a:pt x="68300" y="14576"/>
                    <a:pt x="68209" y="14667"/>
                  </a:cubicBezTo>
                  <a:cubicBezTo>
                    <a:pt x="68178" y="14697"/>
                    <a:pt x="68117" y="14728"/>
                    <a:pt x="68087" y="14728"/>
                  </a:cubicBezTo>
                  <a:lnTo>
                    <a:pt x="67753" y="14576"/>
                  </a:lnTo>
                  <a:cubicBezTo>
                    <a:pt x="67449" y="14728"/>
                    <a:pt x="67236" y="14880"/>
                    <a:pt x="67236" y="14941"/>
                  </a:cubicBezTo>
                  <a:cubicBezTo>
                    <a:pt x="67236" y="14996"/>
                    <a:pt x="67185" y="15127"/>
                    <a:pt x="67131" y="15127"/>
                  </a:cubicBezTo>
                  <a:cubicBezTo>
                    <a:pt x="67125" y="15127"/>
                    <a:pt x="67120" y="15126"/>
                    <a:pt x="67114" y="15123"/>
                  </a:cubicBezTo>
                  <a:lnTo>
                    <a:pt x="67114" y="15093"/>
                  </a:lnTo>
                  <a:cubicBezTo>
                    <a:pt x="67175" y="14941"/>
                    <a:pt x="66810" y="15032"/>
                    <a:pt x="66932" y="14880"/>
                  </a:cubicBezTo>
                  <a:cubicBezTo>
                    <a:pt x="66962" y="14819"/>
                    <a:pt x="67145" y="14758"/>
                    <a:pt x="67175" y="14728"/>
                  </a:cubicBezTo>
                  <a:cubicBezTo>
                    <a:pt x="67236" y="14667"/>
                    <a:pt x="67114" y="14576"/>
                    <a:pt x="67236" y="14515"/>
                  </a:cubicBezTo>
                  <a:lnTo>
                    <a:pt x="67418" y="14485"/>
                  </a:lnTo>
                  <a:cubicBezTo>
                    <a:pt x="67509" y="14515"/>
                    <a:pt x="67631" y="14545"/>
                    <a:pt x="67722" y="14545"/>
                  </a:cubicBezTo>
                  <a:lnTo>
                    <a:pt x="67722" y="14515"/>
                  </a:lnTo>
                  <a:cubicBezTo>
                    <a:pt x="67753" y="14424"/>
                    <a:pt x="67661" y="14302"/>
                    <a:pt x="67813" y="14242"/>
                  </a:cubicBezTo>
                  <a:lnTo>
                    <a:pt x="67935" y="14211"/>
                  </a:lnTo>
                  <a:cubicBezTo>
                    <a:pt x="68057" y="14211"/>
                    <a:pt x="68246" y="14238"/>
                    <a:pt x="68376" y="14238"/>
                  </a:cubicBezTo>
                  <a:cubicBezTo>
                    <a:pt x="68442" y="14238"/>
                    <a:pt x="68492" y="14231"/>
                    <a:pt x="68513" y="14211"/>
                  </a:cubicBezTo>
                  <a:cubicBezTo>
                    <a:pt x="68604" y="14150"/>
                    <a:pt x="68543" y="14029"/>
                    <a:pt x="68482" y="13968"/>
                  </a:cubicBezTo>
                  <a:cubicBezTo>
                    <a:pt x="68452" y="13953"/>
                    <a:pt x="68475" y="13945"/>
                    <a:pt x="68535" y="13945"/>
                  </a:cubicBezTo>
                  <a:close/>
                  <a:moveTo>
                    <a:pt x="75017" y="15032"/>
                  </a:moveTo>
                  <a:lnTo>
                    <a:pt x="75017" y="15032"/>
                  </a:lnTo>
                  <a:cubicBezTo>
                    <a:pt x="75024" y="15088"/>
                    <a:pt x="75028" y="15144"/>
                    <a:pt x="75029" y="15199"/>
                  </a:cubicBezTo>
                  <a:lnTo>
                    <a:pt x="75029" y="15199"/>
                  </a:lnTo>
                  <a:cubicBezTo>
                    <a:pt x="75022" y="15173"/>
                    <a:pt x="75017" y="15148"/>
                    <a:pt x="75017" y="15123"/>
                  </a:cubicBezTo>
                  <a:lnTo>
                    <a:pt x="75017" y="15032"/>
                  </a:lnTo>
                  <a:close/>
                  <a:moveTo>
                    <a:pt x="75230" y="14971"/>
                  </a:moveTo>
                  <a:cubicBezTo>
                    <a:pt x="75230" y="15062"/>
                    <a:pt x="75230" y="15153"/>
                    <a:pt x="75200" y="15245"/>
                  </a:cubicBezTo>
                  <a:lnTo>
                    <a:pt x="75321" y="15366"/>
                  </a:lnTo>
                  <a:lnTo>
                    <a:pt x="75382" y="15427"/>
                  </a:lnTo>
                  <a:cubicBezTo>
                    <a:pt x="75382" y="15528"/>
                    <a:pt x="75278" y="15587"/>
                    <a:pt x="75155" y="15587"/>
                  </a:cubicBezTo>
                  <a:cubicBezTo>
                    <a:pt x="75130" y="15587"/>
                    <a:pt x="75104" y="15584"/>
                    <a:pt x="75078" y="15579"/>
                  </a:cubicBezTo>
                  <a:lnTo>
                    <a:pt x="75078" y="15427"/>
                  </a:lnTo>
                  <a:cubicBezTo>
                    <a:pt x="75078" y="15368"/>
                    <a:pt x="75064" y="15316"/>
                    <a:pt x="75049" y="15268"/>
                  </a:cubicBezTo>
                  <a:lnTo>
                    <a:pt x="75049" y="15268"/>
                  </a:lnTo>
                  <a:cubicBezTo>
                    <a:pt x="75107" y="15164"/>
                    <a:pt x="75168" y="15064"/>
                    <a:pt x="75230" y="14971"/>
                  </a:cubicBezTo>
                  <a:close/>
                  <a:moveTo>
                    <a:pt x="66142" y="14880"/>
                  </a:moveTo>
                  <a:cubicBezTo>
                    <a:pt x="66202" y="14910"/>
                    <a:pt x="65868" y="15245"/>
                    <a:pt x="65746" y="15245"/>
                  </a:cubicBezTo>
                  <a:cubicBezTo>
                    <a:pt x="65655" y="15245"/>
                    <a:pt x="65686" y="15366"/>
                    <a:pt x="65807" y="15488"/>
                  </a:cubicBezTo>
                  <a:lnTo>
                    <a:pt x="65503" y="15549"/>
                  </a:lnTo>
                  <a:lnTo>
                    <a:pt x="65412" y="15549"/>
                  </a:lnTo>
                  <a:cubicBezTo>
                    <a:pt x="65392" y="15579"/>
                    <a:pt x="65368" y="15592"/>
                    <a:pt x="65345" y="15592"/>
                  </a:cubicBezTo>
                  <a:cubicBezTo>
                    <a:pt x="65297" y="15592"/>
                    <a:pt x="65250" y="15538"/>
                    <a:pt x="65230" y="15457"/>
                  </a:cubicBezTo>
                  <a:lnTo>
                    <a:pt x="65291" y="15366"/>
                  </a:lnTo>
                  <a:lnTo>
                    <a:pt x="65321" y="15305"/>
                  </a:lnTo>
                  <a:cubicBezTo>
                    <a:pt x="65473" y="15275"/>
                    <a:pt x="65564" y="15153"/>
                    <a:pt x="65595" y="15032"/>
                  </a:cubicBezTo>
                  <a:lnTo>
                    <a:pt x="65807" y="15062"/>
                  </a:lnTo>
                  <a:lnTo>
                    <a:pt x="65898" y="15093"/>
                  </a:lnTo>
                  <a:cubicBezTo>
                    <a:pt x="65929" y="15032"/>
                    <a:pt x="66081" y="14880"/>
                    <a:pt x="66142" y="14880"/>
                  </a:cubicBezTo>
                  <a:close/>
                  <a:moveTo>
                    <a:pt x="74654" y="15629"/>
                  </a:moveTo>
                  <a:cubicBezTo>
                    <a:pt x="74653" y="15629"/>
                    <a:pt x="74652" y="15632"/>
                    <a:pt x="74652" y="15640"/>
                  </a:cubicBezTo>
                  <a:cubicBezTo>
                    <a:pt x="74652" y="15645"/>
                    <a:pt x="74654" y="15649"/>
                    <a:pt x="74657" y="15654"/>
                  </a:cubicBezTo>
                  <a:lnTo>
                    <a:pt x="74657" y="15654"/>
                  </a:lnTo>
                  <a:cubicBezTo>
                    <a:pt x="74656" y="15639"/>
                    <a:pt x="74655" y="15629"/>
                    <a:pt x="74654" y="15629"/>
                  </a:cubicBezTo>
                  <a:close/>
                  <a:moveTo>
                    <a:pt x="72000" y="16000"/>
                  </a:moveTo>
                  <a:cubicBezTo>
                    <a:pt x="71998" y="16000"/>
                    <a:pt x="71996" y="16000"/>
                    <a:pt x="71994" y="16000"/>
                  </a:cubicBezTo>
                  <a:lnTo>
                    <a:pt x="71994" y="16000"/>
                  </a:lnTo>
                  <a:cubicBezTo>
                    <a:pt x="71999" y="16013"/>
                    <a:pt x="72003" y="16020"/>
                    <a:pt x="72005" y="16020"/>
                  </a:cubicBezTo>
                  <a:cubicBezTo>
                    <a:pt x="72007" y="16020"/>
                    <a:pt x="72008" y="16015"/>
                    <a:pt x="72008" y="16004"/>
                  </a:cubicBezTo>
                  <a:cubicBezTo>
                    <a:pt x="72008" y="16001"/>
                    <a:pt x="72005" y="16000"/>
                    <a:pt x="72000" y="16000"/>
                  </a:cubicBezTo>
                  <a:close/>
                  <a:moveTo>
                    <a:pt x="22965" y="15617"/>
                  </a:moveTo>
                  <a:cubicBezTo>
                    <a:pt x="22987" y="15617"/>
                    <a:pt x="23010" y="15625"/>
                    <a:pt x="23041" y="15640"/>
                  </a:cubicBezTo>
                  <a:lnTo>
                    <a:pt x="23132" y="15701"/>
                  </a:lnTo>
                  <a:cubicBezTo>
                    <a:pt x="23193" y="15701"/>
                    <a:pt x="23253" y="15701"/>
                    <a:pt x="23314" y="15761"/>
                  </a:cubicBezTo>
                  <a:lnTo>
                    <a:pt x="23193" y="15761"/>
                  </a:lnTo>
                  <a:lnTo>
                    <a:pt x="23132" y="15731"/>
                  </a:lnTo>
                  <a:cubicBezTo>
                    <a:pt x="23071" y="15761"/>
                    <a:pt x="23041" y="15792"/>
                    <a:pt x="23041" y="15822"/>
                  </a:cubicBezTo>
                  <a:cubicBezTo>
                    <a:pt x="23041" y="15852"/>
                    <a:pt x="23041" y="15883"/>
                    <a:pt x="23101" y="15913"/>
                  </a:cubicBezTo>
                  <a:cubicBezTo>
                    <a:pt x="23206" y="15948"/>
                    <a:pt x="23311" y="16003"/>
                    <a:pt x="23416" y="16003"/>
                  </a:cubicBezTo>
                  <a:cubicBezTo>
                    <a:pt x="23493" y="16003"/>
                    <a:pt x="23571" y="15973"/>
                    <a:pt x="23648" y="15883"/>
                  </a:cubicBezTo>
                  <a:lnTo>
                    <a:pt x="23648" y="15883"/>
                  </a:lnTo>
                  <a:cubicBezTo>
                    <a:pt x="23770" y="15913"/>
                    <a:pt x="23527" y="16126"/>
                    <a:pt x="23405" y="16187"/>
                  </a:cubicBezTo>
                  <a:cubicBezTo>
                    <a:pt x="23380" y="16200"/>
                    <a:pt x="23349" y="16206"/>
                    <a:pt x="23315" y="16206"/>
                  </a:cubicBezTo>
                  <a:cubicBezTo>
                    <a:pt x="23186" y="16206"/>
                    <a:pt x="23009" y="16118"/>
                    <a:pt x="22889" y="15974"/>
                  </a:cubicBezTo>
                  <a:lnTo>
                    <a:pt x="22889" y="15761"/>
                  </a:lnTo>
                  <a:cubicBezTo>
                    <a:pt x="22889" y="15731"/>
                    <a:pt x="22858" y="15670"/>
                    <a:pt x="22889" y="15640"/>
                  </a:cubicBezTo>
                  <a:cubicBezTo>
                    <a:pt x="22919" y="15625"/>
                    <a:pt x="22942" y="15617"/>
                    <a:pt x="22965" y="15617"/>
                  </a:cubicBezTo>
                  <a:close/>
                  <a:moveTo>
                    <a:pt x="22281" y="16369"/>
                  </a:moveTo>
                  <a:cubicBezTo>
                    <a:pt x="22372" y="16369"/>
                    <a:pt x="22493" y="16491"/>
                    <a:pt x="22524" y="16673"/>
                  </a:cubicBezTo>
                  <a:lnTo>
                    <a:pt x="22311" y="16795"/>
                  </a:lnTo>
                  <a:lnTo>
                    <a:pt x="22098" y="16916"/>
                  </a:lnTo>
                  <a:lnTo>
                    <a:pt x="22037" y="16947"/>
                  </a:lnTo>
                  <a:cubicBezTo>
                    <a:pt x="22031" y="16950"/>
                    <a:pt x="22025" y="16952"/>
                    <a:pt x="22020" y="16952"/>
                  </a:cubicBezTo>
                  <a:cubicBezTo>
                    <a:pt x="21977" y="16952"/>
                    <a:pt x="21980" y="16849"/>
                    <a:pt x="22007" y="16795"/>
                  </a:cubicBezTo>
                  <a:cubicBezTo>
                    <a:pt x="22037" y="16764"/>
                    <a:pt x="22037" y="16704"/>
                    <a:pt x="22007" y="16643"/>
                  </a:cubicBezTo>
                  <a:cubicBezTo>
                    <a:pt x="21977" y="16582"/>
                    <a:pt x="22159" y="16400"/>
                    <a:pt x="22281" y="16369"/>
                  </a:cubicBezTo>
                  <a:close/>
                  <a:moveTo>
                    <a:pt x="21014" y="16923"/>
                  </a:moveTo>
                  <a:cubicBezTo>
                    <a:pt x="21031" y="16923"/>
                    <a:pt x="21049" y="16931"/>
                    <a:pt x="21065" y="16947"/>
                  </a:cubicBezTo>
                  <a:lnTo>
                    <a:pt x="21034" y="16947"/>
                  </a:lnTo>
                  <a:cubicBezTo>
                    <a:pt x="21054" y="16960"/>
                    <a:pt x="21080" y="16964"/>
                    <a:pt x="21109" y="16964"/>
                  </a:cubicBezTo>
                  <a:cubicBezTo>
                    <a:pt x="21189" y="16964"/>
                    <a:pt x="21295" y="16929"/>
                    <a:pt x="21355" y="16929"/>
                  </a:cubicBezTo>
                  <a:cubicBezTo>
                    <a:pt x="21377" y="16929"/>
                    <a:pt x="21393" y="16934"/>
                    <a:pt x="21399" y="16947"/>
                  </a:cubicBezTo>
                  <a:lnTo>
                    <a:pt x="21308" y="17008"/>
                  </a:lnTo>
                  <a:cubicBezTo>
                    <a:pt x="21247" y="17099"/>
                    <a:pt x="21156" y="17160"/>
                    <a:pt x="21034" y="17160"/>
                  </a:cubicBezTo>
                  <a:lnTo>
                    <a:pt x="21004" y="17129"/>
                  </a:lnTo>
                  <a:lnTo>
                    <a:pt x="20913" y="17099"/>
                  </a:lnTo>
                  <a:cubicBezTo>
                    <a:pt x="20913" y="16986"/>
                    <a:pt x="20963" y="16923"/>
                    <a:pt x="21014" y="16923"/>
                  </a:cubicBezTo>
                  <a:close/>
                  <a:moveTo>
                    <a:pt x="70215" y="17068"/>
                  </a:moveTo>
                  <a:cubicBezTo>
                    <a:pt x="70245" y="17068"/>
                    <a:pt x="70282" y="17143"/>
                    <a:pt x="70298" y="17225"/>
                  </a:cubicBezTo>
                  <a:lnTo>
                    <a:pt x="70298" y="17225"/>
                  </a:lnTo>
                  <a:cubicBezTo>
                    <a:pt x="70185" y="17143"/>
                    <a:pt x="70187" y="17068"/>
                    <a:pt x="70215" y="17068"/>
                  </a:cubicBezTo>
                  <a:close/>
                  <a:moveTo>
                    <a:pt x="3800" y="19774"/>
                  </a:moveTo>
                  <a:cubicBezTo>
                    <a:pt x="3648" y="19804"/>
                    <a:pt x="3618" y="19834"/>
                    <a:pt x="3739" y="19834"/>
                  </a:cubicBezTo>
                  <a:cubicBezTo>
                    <a:pt x="3742" y="19835"/>
                    <a:pt x="3745" y="19836"/>
                    <a:pt x="3748" y="19836"/>
                  </a:cubicBezTo>
                  <a:lnTo>
                    <a:pt x="3748" y="19836"/>
                  </a:lnTo>
                  <a:lnTo>
                    <a:pt x="3800" y="19774"/>
                  </a:lnTo>
                  <a:close/>
                  <a:moveTo>
                    <a:pt x="59242" y="20138"/>
                  </a:moveTo>
                  <a:lnTo>
                    <a:pt x="59394" y="20260"/>
                  </a:lnTo>
                  <a:lnTo>
                    <a:pt x="59455" y="20321"/>
                  </a:lnTo>
                  <a:cubicBezTo>
                    <a:pt x="59546" y="20351"/>
                    <a:pt x="59607" y="20412"/>
                    <a:pt x="59546" y="20442"/>
                  </a:cubicBezTo>
                  <a:cubicBezTo>
                    <a:pt x="59537" y="20446"/>
                    <a:pt x="59525" y="20448"/>
                    <a:pt x="59511" y="20448"/>
                  </a:cubicBezTo>
                  <a:cubicBezTo>
                    <a:pt x="59420" y="20448"/>
                    <a:pt x="59229" y="20377"/>
                    <a:pt x="59151" y="20351"/>
                  </a:cubicBezTo>
                  <a:lnTo>
                    <a:pt x="59090" y="20381"/>
                  </a:lnTo>
                  <a:cubicBezTo>
                    <a:pt x="59059" y="20442"/>
                    <a:pt x="59059" y="20533"/>
                    <a:pt x="59059" y="20594"/>
                  </a:cubicBezTo>
                  <a:lnTo>
                    <a:pt x="58999" y="20594"/>
                  </a:lnTo>
                  <a:cubicBezTo>
                    <a:pt x="58938" y="20594"/>
                    <a:pt x="58877" y="20564"/>
                    <a:pt x="58877" y="20533"/>
                  </a:cubicBezTo>
                  <a:lnTo>
                    <a:pt x="58847" y="20442"/>
                  </a:lnTo>
                  <a:cubicBezTo>
                    <a:pt x="58968" y="20351"/>
                    <a:pt x="59120" y="20229"/>
                    <a:pt x="59242" y="20138"/>
                  </a:cubicBezTo>
                  <a:close/>
                  <a:moveTo>
                    <a:pt x="60575" y="20389"/>
                  </a:moveTo>
                  <a:cubicBezTo>
                    <a:pt x="60610" y="20389"/>
                    <a:pt x="60640" y="20397"/>
                    <a:pt x="60670" y="20412"/>
                  </a:cubicBezTo>
                  <a:cubicBezTo>
                    <a:pt x="60731" y="20473"/>
                    <a:pt x="60579" y="20594"/>
                    <a:pt x="60488" y="20655"/>
                  </a:cubicBezTo>
                  <a:cubicBezTo>
                    <a:pt x="60460" y="20674"/>
                    <a:pt x="60443" y="20681"/>
                    <a:pt x="60435" y="20681"/>
                  </a:cubicBezTo>
                  <a:cubicBezTo>
                    <a:pt x="60416" y="20681"/>
                    <a:pt x="60437" y="20646"/>
                    <a:pt x="60458" y="20625"/>
                  </a:cubicBezTo>
                  <a:cubicBezTo>
                    <a:pt x="60518" y="20594"/>
                    <a:pt x="60397" y="20412"/>
                    <a:pt x="60458" y="20412"/>
                  </a:cubicBezTo>
                  <a:cubicBezTo>
                    <a:pt x="60503" y="20397"/>
                    <a:pt x="60541" y="20389"/>
                    <a:pt x="60575" y="20389"/>
                  </a:cubicBezTo>
                  <a:close/>
                  <a:moveTo>
                    <a:pt x="58816" y="20442"/>
                  </a:moveTo>
                  <a:cubicBezTo>
                    <a:pt x="58847" y="20473"/>
                    <a:pt x="58847" y="20564"/>
                    <a:pt x="58847" y="20564"/>
                  </a:cubicBezTo>
                  <a:lnTo>
                    <a:pt x="58725" y="20655"/>
                  </a:lnTo>
                  <a:cubicBezTo>
                    <a:pt x="58604" y="20746"/>
                    <a:pt x="58482" y="20807"/>
                    <a:pt x="58330" y="20837"/>
                  </a:cubicBezTo>
                  <a:lnTo>
                    <a:pt x="58360" y="20807"/>
                  </a:lnTo>
                  <a:cubicBezTo>
                    <a:pt x="58330" y="20777"/>
                    <a:pt x="58360" y="20716"/>
                    <a:pt x="58391" y="20716"/>
                  </a:cubicBezTo>
                  <a:cubicBezTo>
                    <a:pt x="58543" y="20716"/>
                    <a:pt x="58664" y="20625"/>
                    <a:pt x="58664" y="20473"/>
                  </a:cubicBezTo>
                  <a:cubicBezTo>
                    <a:pt x="58725" y="20442"/>
                    <a:pt x="58755" y="20442"/>
                    <a:pt x="58816" y="20442"/>
                  </a:cubicBezTo>
                  <a:close/>
                  <a:moveTo>
                    <a:pt x="60154" y="20473"/>
                  </a:moveTo>
                  <a:lnTo>
                    <a:pt x="60154" y="20594"/>
                  </a:lnTo>
                  <a:cubicBezTo>
                    <a:pt x="60154" y="20675"/>
                    <a:pt x="60100" y="20689"/>
                    <a:pt x="60037" y="20689"/>
                  </a:cubicBezTo>
                  <a:cubicBezTo>
                    <a:pt x="60005" y="20689"/>
                    <a:pt x="59971" y="20685"/>
                    <a:pt x="59941" y="20685"/>
                  </a:cubicBezTo>
                  <a:cubicBezTo>
                    <a:pt x="59759" y="20716"/>
                    <a:pt x="59880" y="20837"/>
                    <a:pt x="59880" y="20868"/>
                  </a:cubicBezTo>
                  <a:cubicBezTo>
                    <a:pt x="59880" y="20898"/>
                    <a:pt x="59911" y="20989"/>
                    <a:pt x="59880" y="20989"/>
                  </a:cubicBezTo>
                  <a:lnTo>
                    <a:pt x="59819" y="21050"/>
                  </a:lnTo>
                  <a:cubicBezTo>
                    <a:pt x="59759" y="20989"/>
                    <a:pt x="59728" y="20929"/>
                    <a:pt x="59667" y="20868"/>
                  </a:cubicBezTo>
                  <a:lnTo>
                    <a:pt x="59637" y="20868"/>
                  </a:lnTo>
                  <a:cubicBezTo>
                    <a:pt x="59630" y="20861"/>
                    <a:pt x="59623" y="20859"/>
                    <a:pt x="59616" y="20859"/>
                  </a:cubicBezTo>
                  <a:cubicBezTo>
                    <a:pt x="59604" y="20859"/>
                    <a:pt x="59592" y="20866"/>
                    <a:pt x="59579" y="20866"/>
                  </a:cubicBezTo>
                  <a:cubicBezTo>
                    <a:pt x="59568" y="20866"/>
                    <a:pt x="59557" y="20860"/>
                    <a:pt x="59546" y="20837"/>
                  </a:cubicBezTo>
                  <a:cubicBezTo>
                    <a:pt x="59515" y="20777"/>
                    <a:pt x="59485" y="20685"/>
                    <a:pt x="59515" y="20655"/>
                  </a:cubicBezTo>
                  <a:lnTo>
                    <a:pt x="59607" y="20564"/>
                  </a:lnTo>
                  <a:cubicBezTo>
                    <a:pt x="59667" y="20533"/>
                    <a:pt x="59759" y="20503"/>
                    <a:pt x="59819" y="20503"/>
                  </a:cubicBezTo>
                  <a:cubicBezTo>
                    <a:pt x="59941" y="20503"/>
                    <a:pt x="60032" y="20503"/>
                    <a:pt x="60154" y="20473"/>
                  </a:cubicBezTo>
                  <a:close/>
                  <a:moveTo>
                    <a:pt x="57950" y="20826"/>
                  </a:moveTo>
                  <a:cubicBezTo>
                    <a:pt x="57994" y="20826"/>
                    <a:pt x="58034" y="20860"/>
                    <a:pt x="58056" y="20929"/>
                  </a:cubicBezTo>
                  <a:cubicBezTo>
                    <a:pt x="58056" y="20989"/>
                    <a:pt x="57904" y="20989"/>
                    <a:pt x="57874" y="20989"/>
                  </a:cubicBezTo>
                  <a:cubicBezTo>
                    <a:pt x="57868" y="20984"/>
                    <a:pt x="57862" y="20981"/>
                    <a:pt x="57857" y="20981"/>
                  </a:cubicBezTo>
                  <a:cubicBezTo>
                    <a:pt x="57834" y="20981"/>
                    <a:pt x="57819" y="21026"/>
                    <a:pt x="57844" y="21050"/>
                  </a:cubicBezTo>
                  <a:cubicBezTo>
                    <a:pt x="57874" y="21081"/>
                    <a:pt x="57844" y="21111"/>
                    <a:pt x="57783" y="21111"/>
                  </a:cubicBezTo>
                  <a:cubicBezTo>
                    <a:pt x="57722" y="21111"/>
                    <a:pt x="57570" y="20989"/>
                    <a:pt x="57570" y="20959"/>
                  </a:cubicBezTo>
                  <a:cubicBezTo>
                    <a:pt x="57570" y="20929"/>
                    <a:pt x="57813" y="20837"/>
                    <a:pt x="57904" y="20837"/>
                  </a:cubicBezTo>
                  <a:cubicBezTo>
                    <a:pt x="57920" y="20830"/>
                    <a:pt x="57935" y="20826"/>
                    <a:pt x="57950" y="20826"/>
                  </a:cubicBezTo>
                  <a:close/>
                  <a:moveTo>
                    <a:pt x="59333" y="20944"/>
                  </a:moveTo>
                  <a:cubicBezTo>
                    <a:pt x="59371" y="20944"/>
                    <a:pt x="59394" y="20959"/>
                    <a:pt x="59394" y="20989"/>
                  </a:cubicBezTo>
                  <a:lnTo>
                    <a:pt x="59394" y="21020"/>
                  </a:lnTo>
                  <a:cubicBezTo>
                    <a:pt x="59394" y="21050"/>
                    <a:pt x="59303" y="21141"/>
                    <a:pt x="59272" y="21141"/>
                  </a:cubicBezTo>
                  <a:cubicBezTo>
                    <a:pt x="59270" y="21139"/>
                    <a:pt x="59268" y="21138"/>
                    <a:pt x="59265" y="21138"/>
                  </a:cubicBezTo>
                  <a:cubicBezTo>
                    <a:pt x="59225" y="21138"/>
                    <a:pt x="59103" y="21296"/>
                    <a:pt x="59018" y="21296"/>
                  </a:cubicBezTo>
                  <a:cubicBezTo>
                    <a:pt x="59011" y="21296"/>
                    <a:pt x="59005" y="21295"/>
                    <a:pt x="58999" y="21293"/>
                  </a:cubicBezTo>
                  <a:cubicBezTo>
                    <a:pt x="58907" y="21263"/>
                    <a:pt x="59059" y="21050"/>
                    <a:pt x="59181" y="20989"/>
                  </a:cubicBezTo>
                  <a:cubicBezTo>
                    <a:pt x="59242" y="20959"/>
                    <a:pt x="59295" y="20944"/>
                    <a:pt x="59333" y="20944"/>
                  </a:cubicBezTo>
                  <a:close/>
                  <a:moveTo>
                    <a:pt x="56293" y="21293"/>
                  </a:moveTo>
                  <a:cubicBezTo>
                    <a:pt x="56476" y="21354"/>
                    <a:pt x="56506" y="21476"/>
                    <a:pt x="56415" y="21567"/>
                  </a:cubicBezTo>
                  <a:lnTo>
                    <a:pt x="56354" y="21567"/>
                  </a:lnTo>
                  <a:cubicBezTo>
                    <a:pt x="56322" y="21599"/>
                    <a:pt x="56276" y="21612"/>
                    <a:pt x="56236" y="21617"/>
                  </a:cubicBezTo>
                  <a:lnTo>
                    <a:pt x="56236" y="21617"/>
                  </a:lnTo>
                  <a:lnTo>
                    <a:pt x="56293" y="21445"/>
                  </a:lnTo>
                  <a:lnTo>
                    <a:pt x="56293" y="21293"/>
                  </a:lnTo>
                  <a:close/>
                  <a:moveTo>
                    <a:pt x="56162" y="21618"/>
                  </a:moveTo>
                  <a:cubicBezTo>
                    <a:pt x="56164" y="21618"/>
                    <a:pt x="56170" y="21619"/>
                    <a:pt x="56180" y="21620"/>
                  </a:cubicBezTo>
                  <a:lnTo>
                    <a:pt x="56180" y="21620"/>
                  </a:lnTo>
                  <a:cubicBezTo>
                    <a:pt x="56166" y="21619"/>
                    <a:pt x="56158" y="21618"/>
                    <a:pt x="56162" y="21618"/>
                  </a:cubicBezTo>
                  <a:close/>
                  <a:moveTo>
                    <a:pt x="55021" y="21876"/>
                  </a:moveTo>
                  <a:cubicBezTo>
                    <a:pt x="55120" y="21876"/>
                    <a:pt x="55248" y="21998"/>
                    <a:pt x="55199" y="22023"/>
                  </a:cubicBezTo>
                  <a:cubicBezTo>
                    <a:pt x="55128" y="22058"/>
                    <a:pt x="55057" y="22073"/>
                    <a:pt x="54992" y="22073"/>
                  </a:cubicBezTo>
                  <a:cubicBezTo>
                    <a:pt x="54946" y="22073"/>
                    <a:pt x="54903" y="22066"/>
                    <a:pt x="54865" y="22053"/>
                  </a:cubicBezTo>
                  <a:cubicBezTo>
                    <a:pt x="54854" y="22048"/>
                    <a:pt x="54844" y="22045"/>
                    <a:pt x="54835" y="22045"/>
                  </a:cubicBezTo>
                  <a:cubicBezTo>
                    <a:pt x="54795" y="22045"/>
                    <a:pt x="54779" y="22095"/>
                    <a:pt x="54804" y="22144"/>
                  </a:cubicBezTo>
                  <a:cubicBezTo>
                    <a:pt x="54682" y="22236"/>
                    <a:pt x="54561" y="22327"/>
                    <a:pt x="54409" y="22357"/>
                  </a:cubicBezTo>
                  <a:cubicBezTo>
                    <a:pt x="54402" y="22361"/>
                    <a:pt x="54394" y="22362"/>
                    <a:pt x="54386" y="22362"/>
                  </a:cubicBezTo>
                  <a:cubicBezTo>
                    <a:pt x="54316" y="22362"/>
                    <a:pt x="54193" y="22266"/>
                    <a:pt x="54166" y="22266"/>
                  </a:cubicBezTo>
                  <a:cubicBezTo>
                    <a:pt x="54166" y="22236"/>
                    <a:pt x="54227" y="22175"/>
                    <a:pt x="54227" y="22114"/>
                  </a:cubicBezTo>
                  <a:lnTo>
                    <a:pt x="54379" y="21992"/>
                  </a:lnTo>
                  <a:cubicBezTo>
                    <a:pt x="54409" y="21992"/>
                    <a:pt x="54470" y="21962"/>
                    <a:pt x="54500" y="21962"/>
                  </a:cubicBezTo>
                  <a:lnTo>
                    <a:pt x="54591" y="21962"/>
                  </a:lnTo>
                  <a:cubicBezTo>
                    <a:pt x="54624" y="21970"/>
                    <a:pt x="54656" y="21974"/>
                    <a:pt x="54689" y="21974"/>
                  </a:cubicBezTo>
                  <a:cubicBezTo>
                    <a:pt x="54778" y="21974"/>
                    <a:pt x="54867" y="21946"/>
                    <a:pt x="54956" y="21901"/>
                  </a:cubicBezTo>
                  <a:cubicBezTo>
                    <a:pt x="54974" y="21883"/>
                    <a:pt x="54997" y="21876"/>
                    <a:pt x="55021" y="21876"/>
                  </a:cubicBezTo>
                  <a:close/>
                  <a:moveTo>
                    <a:pt x="25209" y="22059"/>
                  </a:moveTo>
                  <a:cubicBezTo>
                    <a:pt x="25233" y="22059"/>
                    <a:pt x="25251" y="22067"/>
                    <a:pt x="25259" y="22084"/>
                  </a:cubicBezTo>
                  <a:cubicBezTo>
                    <a:pt x="25290" y="22114"/>
                    <a:pt x="25107" y="22388"/>
                    <a:pt x="25016" y="22418"/>
                  </a:cubicBezTo>
                  <a:cubicBezTo>
                    <a:pt x="24970" y="22441"/>
                    <a:pt x="24923" y="22451"/>
                    <a:pt x="24877" y="22451"/>
                  </a:cubicBezTo>
                  <a:cubicBezTo>
                    <a:pt x="24802" y="22451"/>
                    <a:pt x="24727" y="22425"/>
                    <a:pt x="24652" y="22388"/>
                  </a:cubicBezTo>
                  <a:lnTo>
                    <a:pt x="24834" y="22266"/>
                  </a:lnTo>
                  <a:lnTo>
                    <a:pt x="24955" y="22175"/>
                  </a:lnTo>
                  <a:cubicBezTo>
                    <a:pt x="25043" y="22109"/>
                    <a:pt x="25147" y="22059"/>
                    <a:pt x="25209" y="22059"/>
                  </a:cubicBezTo>
                  <a:close/>
                  <a:moveTo>
                    <a:pt x="55516" y="22320"/>
                  </a:moveTo>
                  <a:cubicBezTo>
                    <a:pt x="55527" y="22320"/>
                    <a:pt x="55534" y="22322"/>
                    <a:pt x="55534" y="22327"/>
                  </a:cubicBezTo>
                  <a:cubicBezTo>
                    <a:pt x="55564" y="22357"/>
                    <a:pt x="55382" y="22540"/>
                    <a:pt x="55321" y="22600"/>
                  </a:cubicBezTo>
                  <a:cubicBezTo>
                    <a:pt x="55309" y="22612"/>
                    <a:pt x="55292" y="22617"/>
                    <a:pt x="55271" y="22617"/>
                  </a:cubicBezTo>
                  <a:cubicBezTo>
                    <a:pt x="55184" y="22617"/>
                    <a:pt x="55036" y="22528"/>
                    <a:pt x="54986" y="22479"/>
                  </a:cubicBezTo>
                  <a:cubicBezTo>
                    <a:pt x="54926" y="22418"/>
                    <a:pt x="54956" y="22357"/>
                    <a:pt x="55108" y="22357"/>
                  </a:cubicBezTo>
                  <a:cubicBezTo>
                    <a:pt x="55126" y="22362"/>
                    <a:pt x="55148" y="22363"/>
                    <a:pt x="55172" y="22363"/>
                  </a:cubicBezTo>
                  <a:cubicBezTo>
                    <a:pt x="55288" y="22363"/>
                    <a:pt x="55460" y="22320"/>
                    <a:pt x="55516" y="22320"/>
                  </a:cubicBezTo>
                  <a:close/>
                  <a:moveTo>
                    <a:pt x="51764" y="22965"/>
                  </a:moveTo>
                  <a:lnTo>
                    <a:pt x="51886" y="23026"/>
                  </a:lnTo>
                  <a:cubicBezTo>
                    <a:pt x="52008" y="23117"/>
                    <a:pt x="52008" y="23269"/>
                    <a:pt x="51886" y="23360"/>
                  </a:cubicBezTo>
                  <a:lnTo>
                    <a:pt x="51877" y="23369"/>
                  </a:lnTo>
                  <a:lnTo>
                    <a:pt x="51877" y="23369"/>
                  </a:lnTo>
                  <a:cubicBezTo>
                    <a:pt x="51837" y="23356"/>
                    <a:pt x="51797" y="23341"/>
                    <a:pt x="51756" y="23326"/>
                  </a:cubicBezTo>
                  <a:lnTo>
                    <a:pt x="51756" y="23326"/>
                  </a:lnTo>
                  <a:cubicBezTo>
                    <a:pt x="51755" y="23369"/>
                    <a:pt x="51750" y="23413"/>
                    <a:pt x="51744" y="23457"/>
                  </a:cubicBezTo>
                  <a:lnTo>
                    <a:pt x="51744" y="23457"/>
                  </a:lnTo>
                  <a:cubicBezTo>
                    <a:pt x="51702" y="23441"/>
                    <a:pt x="51667" y="23382"/>
                    <a:pt x="51634" y="23382"/>
                  </a:cubicBezTo>
                  <a:cubicBezTo>
                    <a:pt x="51616" y="23382"/>
                    <a:pt x="51599" y="23400"/>
                    <a:pt x="51582" y="23451"/>
                  </a:cubicBezTo>
                  <a:cubicBezTo>
                    <a:pt x="51552" y="23543"/>
                    <a:pt x="51491" y="23543"/>
                    <a:pt x="51400" y="23543"/>
                  </a:cubicBezTo>
                  <a:cubicBezTo>
                    <a:pt x="51369" y="23512"/>
                    <a:pt x="51309" y="23512"/>
                    <a:pt x="51278" y="23451"/>
                  </a:cubicBezTo>
                  <a:cubicBezTo>
                    <a:pt x="51278" y="23451"/>
                    <a:pt x="51278" y="23421"/>
                    <a:pt x="51339" y="23391"/>
                  </a:cubicBezTo>
                  <a:cubicBezTo>
                    <a:pt x="51400" y="23330"/>
                    <a:pt x="51491" y="23330"/>
                    <a:pt x="51552" y="23299"/>
                  </a:cubicBezTo>
                  <a:lnTo>
                    <a:pt x="51612" y="23269"/>
                  </a:lnTo>
                  <a:cubicBezTo>
                    <a:pt x="51660" y="23288"/>
                    <a:pt x="51708" y="23307"/>
                    <a:pt x="51756" y="23326"/>
                  </a:cubicBezTo>
                  <a:lnTo>
                    <a:pt x="51756" y="23326"/>
                  </a:lnTo>
                  <a:cubicBezTo>
                    <a:pt x="51759" y="23236"/>
                    <a:pt x="51752" y="23146"/>
                    <a:pt x="51734" y="23056"/>
                  </a:cubicBezTo>
                  <a:cubicBezTo>
                    <a:pt x="51704" y="23026"/>
                    <a:pt x="51734" y="22965"/>
                    <a:pt x="51764" y="22965"/>
                  </a:cubicBezTo>
                  <a:close/>
                  <a:moveTo>
                    <a:pt x="29211" y="23391"/>
                  </a:moveTo>
                  <a:lnTo>
                    <a:pt x="29211" y="23421"/>
                  </a:lnTo>
                  <a:cubicBezTo>
                    <a:pt x="29262" y="23489"/>
                    <a:pt x="29342" y="23529"/>
                    <a:pt x="29424" y="23529"/>
                  </a:cubicBezTo>
                  <a:cubicBezTo>
                    <a:pt x="29488" y="23529"/>
                    <a:pt x="29553" y="23505"/>
                    <a:pt x="29606" y="23451"/>
                  </a:cubicBezTo>
                  <a:lnTo>
                    <a:pt x="29606" y="23451"/>
                  </a:lnTo>
                  <a:cubicBezTo>
                    <a:pt x="29636" y="23482"/>
                    <a:pt x="29545" y="23664"/>
                    <a:pt x="29454" y="23695"/>
                  </a:cubicBezTo>
                  <a:cubicBezTo>
                    <a:pt x="29419" y="23718"/>
                    <a:pt x="29384" y="23728"/>
                    <a:pt x="29351" y="23728"/>
                  </a:cubicBezTo>
                  <a:cubicBezTo>
                    <a:pt x="29298" y="23728"/>
                    <a:pt x="29248" y="23702"/>
                    <a:pt x="29211" y="23664"/>
                  </a:cubicBezTo>
                  <a:cubicBezTo>
                    <a:pt x="29180" y="23573"/>
                    <a:pt x="29089" y="23391"/>
                    <a:pt x="29211" y="23391"/>
                  </a:cubicBezTo>
                  <a:close/>
                  <a:moveTo>
                    <a:pt x="50811" y="23413"/>
                  </a:moveTo>
                  <a:cubicBezTo>
                    <a:pt x="50883" y="23413"/>
                    <a:pt x="50944" y="23463"/>
                    <a:pt x="50944" y="23512"/>
                  </a:cubicBezTo>
                  <a:lnTo>
                    <a:pt x="50883" y="23573"/>
                  </a:lnTo>
                  <a:lnTo>
                    <a:pt x="50822" y="23634"/>
                  </a:lnTo>
                  <a:cubicBezTo>
                    <a:pt x="50741" y="23715"/>
                    <a:pt x="50562" y="23821"/>
                    <a:pt x="50482" y="23821"/>
                  </a:cubicBezTo>
                  <a:cubicBezTo>
                    <a:pt x="50472" y="23821"/>
                    <a:pt x="50464" y="23819"/>
                    <a:pt x="50457" y="23816"/>
                  </a:cubicBezTo>
                  <a:cubicBezTo>
                    <a:pt x="50366" y="23786"/>
                    <a:pt x="50305" y="23695"/>
                    <a:pt x="50245" y="23603"/>
                  </a:cubicBezTo>
                  <a:cubicBezTo>
                    <a:pt x="50245" y="23543"/>
                    <a:pt x="50275" y="23543"/>
                    <a:pt x="50366" y="23543"/>
                  </a:cubicBezTo>
                  <a:lnTo>
                    <a:pt x="50366" y="23512"/>
                  </a:lnTo>
                  <a:cubicBezTo>
                    <a:pt x="50419" y="23530"/>
                    <a:pt x="50502" y="23547"/>
                    <a:pt x="50569" y="23547"/>
                  </a:cubicBezTo>
                  <a:cubicBezTo>
                    <a:pt x="50617" y="23547"/>
                    <a:pt x="50657" y="23538"/>
                    <a:pt x="50670" y="23512"/>
                  </a:cubicBezTo>
                  <a:lnTo>
                    <a:pt x="50701" y="23482"/>
                  </a:lnTo>
                  <a:lnTo>
                    <a:pt x="50761" y="23421"/>
                  </a:lnTo>
                  <a:cubicBezTo>
                    <a:pt x="50778" y="23415"/>
                    <a:pt x="50795" y="23413"/>
                    <a:pt x="50811" y="23413"/>
                  </a:cubicBezTo>
                  <a:close/>
                  <a:moveTo>
                    <a:pt x="27144" y="24211"/>
                  </a:moveTo>
                  <a:cubicBezTo>
                    <a:pt x="27509" y="24211"/>
                    <a:pt x="27509" y="24211"/>
                    <a:pt x="27509" y="24576"/>
                  </a:cubicBezTo>
                  <a:cubicBezTo>
                    <a:pt x="27326" y="24485"/>
                    <a:pt x="27053" y="24485"/>
                    <a:pt x="27144" y="24211"/>
                  </a:cubicBezTo>
                  <a:close/>
                  <a:moveTo>
                    <a:pt x="13010" y="24302"/>
                  </a:moveTo>
                  <a:lnTo>
                    <a:pt x="13010" y="24302"/>
                  </a:lnTo>
                  <a:cubicBezTo>
                    <a:pt x="13040" y="24454"/>
                    <a:pt x="12980" y="24606"/>
                    <a:pt x="12888" y="24698"/>
                  </a:cubicBezTo>
                  <a:lnTo>
                    <a:pt x="12828" y="24728"/>
                  </a:lnTo>
                  <a:lnTo>
                    <a:pt x="12767" y="24789"/>
                  </a:lnTo>
                  <a:cubicBezTo>
                    <a:pt x="12714" y="24842"/>
                    <a:pt x="12640" y="24874"/>
                    <a:pt x="12570" y="24874"/>
                  </a:cubicBezTo>
                  <a:cubicBezTo>
                    <a:pt x="12519" y="24874"/>
                    <a:pt x="12471" y="24857"/>
                    <a:pt x="12432" y="24819"/>
                  </a:cubicBezTo>
                  <a:lnTo>
                    <a:pt x="12372" y="24758"/>
                  </a:lnTo>
                  <a:lnTo>
                    <a:pt x="12372" y="24606"/>
                  </a:lnTo>
                  <a:lnTo>
                    <a:pt x="12432" y="24606"/>
                  </a:lnTo>
                  <a:cubicBezTo>
                    <a:pt x="12463" y="24667"/>
                    <a:pt x="12493" y="24698"/>
                    <a:pt x="12524" y="24728"/>
                  </a:cubicBezTo>
                  <a:cubicBezTo>
                    <a:pt x="12532" y="24736"/>
                    <a:pt x="12542" y="24740"/>
                    <a:pt x="12553" y="24740"/>
                  </a:cubicBezTo>
                  <a:cubicBezTo>
                    <a:pt x="12582" y="24740"/>
                    <a:pt x="12615" y="24712"/>
                    <a:pt x="12615" y="24667"/>
                  </a:cubicBezTo>
                  <a:lnTo>
                    <a:pt x="12645" y="24606"/>
                  </a:lnTo>
                  <a:cubicBezTo>
                    <a:pt x="12676" y="24515"/>
                    <a:pt x="12736" y="24394"/>
                    <a:pt x="12828" y="24363"/>
                  </a:cubicBezTo>
                  <a:lnTo>
                    <a:pt x="13010" y="24302"/>
                  </a:lnTo>
                  <a:close/>
                  <a:moveTo>
                    <a:pt x="11516" y="24390"/>
                  </a:moveTo>
                  <a:cubicBezTo>
                    <a:pt x="11548" y="24390"/>
                    <a:pt x="11581" y="24394"/>
                    <a:pt x="11612" y="24394"/>
                  </a:cubicBezTo>
                  <a:cubicBezTo>
                    <a:pt x="11703" y="24394"/>
                    <a:pt x="11764" y="24454"/>
                    <a:pt x="11703" y="24515"/>
                  </a:cubicBezTo>
                  <a:cubicBezTo>
                    <a:pt x="11612" y="24576"/>
                    <a:pt x="11460" y="24606"/>
                    <a:pt x="11429" y="24667"/>
                  </a:cubicBezTo>
                  <a:lnTo>
                    <a:pt x="11369" y="24789"/>
                  </a:lnTo>
                  <a:cubicBezTo>
                    <a:pt x="11343" y="24776"/>
                    <a:pt x="11318" y="24769"/>
                    <a:pt x="11295" y="24769"/>
                  </a:cubicBezTo>
                  <a:cubicBezTo>
                    <a:pt x="11263" y="24769"/>
                    <a:pt x="11234" y="24784"/>
                    <a:pt x="11217" y="24819"/>
                  </a:cubicBezTo>
                  <a:lnTo>
                    <a:pt x="11156" y="24880"/>
                  </a:lnTo>
                  <a:cubicBezTo>
                    <a:pt x="11095" y="24880"/>
                    <a:pt x="11065" y="24850"/>
                    <a:pt x="11034" y="24819"/>
                  </a:cubicBezTo>
                  <a:cubicBezTo>
                    <a:pt x="11034" y="24789"/>
                    <a:pt x="11034" y="24789"/>
                    <a:pt x="11065" y="24758"/>
                  </a:cubicBezTo>
                  <a:lnTo>
                    <a:pt x="11065" y="24728"/>
                  </a:lnTo>
                  <a:cubicBezTo>
                    <a:pt x="11017" y="24585"/>
                    <a:pt x="11007" y="24535"/>
                    <a:pt x="11122" y="24535"/>
                  </a:cubicBezTo>
                  <a:cubicBezTo>
                    <a:pt x="11154" y="24535"/>
                    <a:pt x="11195" y="24539"/>
                    <a:pt x="11247" y="24546"/>
                  </a:cubicBezTo>
                  <a:cubicBezTo>
                    <a:pt x="11308" y="24546"/>
                    <a:pt x="11399" y="24515"/>
                    <a:pt x="11399" y="24485"/>
                  </a:cubicBezTo>
                  <a:cubicBezTo>
                    <a:pt x="11399" y="24404"/>
                    <a:pt x="11453" y="24390"/>
                    <a:pt x="11516" y="24390"/>
                  </a:cubicBezTo>
                  <a:close/>
                  <a:moveTo>
                    <a:pt x="45229" y="25598"/>
                  </a:moveTo>
                  <a:cubicBezTo>
                    <a:pt x="45319" y="25598"/>
                    <a:pt x="45404" y="25632"/>
                    <a:pt x="45473" y="25701"/>
                  </a:cubicBezTo>
                  <a:cubicBezTo>
                    <a:pt x="45527" y="25755"/>
                    <a:pt x="45509" y="25953"/>
                    <a:pt x="45354" y="25953"/>
                  </a:cubicBezTo>
                  <a:cubicBezTo>
                    <a:pt x="45335" y="25953"/>
                    <a:pt x="45314" y="25950"/>
                    <a:pt x="45290" y="25944"/>
                  </a:cubicBezTo>
                  <a:lnTo>
                    <a:pt x="45260" y="25822"/>
                  </a:lnTo>
                  <a:cubicBezTo>
                    <a:pt x="45224" y="25751"/>
                    <a:pt x="45189" y="25722"/>
                    <a:pt x="45141" y="25722"/>
                  </a:cubicBezTo>
                  <a:cubicBezTo>
                    <a:pt x="45107" y="25722"/>
                    <a:pt x="45067" y="25736"/>
                    <a:pt x="45017" y="25761"/>
                  </a:cubicBezTo>
                  <a:cubicBezTo>
                    <a:pt x="44956" y="25731"/>
                    <a:pt x="44956" y="25670"/>
                    <a:pt x="44986" y="25609"/>
                  </a:cubicBezTo>
                  <a:lnTo>
                    <a:pt x="45138" y="25609"/>
                  </a:lnTo>
                  <a:cubicBezTo>
                    <a:pt x="45169" y="25602"/>
                    <a:pt x="45199" y="25598"/>
                    <a:pt x="45229" y="25598"/>
                  </a:cubicBezTo>
                  <a:close/>
                  <a:moveTo>
                    <a:pt x="45505" y="26172"/>
                  </a:moveTo>
                  <a:cubicBezTo>
                    <a:pt x="45527" y="26172"/>
                    <a:pt x="45547" y="26177"/>
                    <a:pt x="45564" y="26187"/>
                  </a:cubicBezTo>
                  <a:cubicBezTo>
                    <a:pt x="45685" y="26248"/>
                    <a:pt x="45655" y="26309"/>
                    <a:pt x="45473" y="26309"/>
                  </a:cubicBezTo>
                  <a:lnTo>
                    <a:pt x="45351" y="26309"/>
                  </a:lnTo>
                  <a:cubicBezTo>
                    <a:pt x="45322" y="26301"/>
                    <a:pt x="45297" y="26298"/>
                    <a:pt x="45275" y="26298"/>
                  </a:cubicBezTo>
                  <a:cubicBezTo>
                    <a:pt x="45261" y="26298"/>
                    <a:pt x="45248" y="26299"/>
                    <a:pt x="45237" y="26302"/>
                  </a:cubicBezTo>
                  <a:lnTo>
                    <a:pt x="45237" y="26302"/>
                  </a:lnTo>
                  <a:cubicBezTo>
                    <a:pt x="45315" y="26235"/>
                    <a:pt x="45424" y="26172"/>
                    <a:pt x="45505" y="26172"/>
                  </a:cubicBezTo>
                  <a:close/>
                  <a:moveTo>
                    <a:pt x="45179" y="26359"/>
                  </a:moveTo>
                  <a:lnTo>
                    <a:pt x="45179" y="26359"/>
                  </a:lnTo>
                  <a:cubicBezTo>
                    <a:pt x="45172" y="26378"/>
                    <a:pt x="45169" y="26401"/>
                    <a:pt x="45169" y="26430"/>
                  </a:cubicBezTo>
                  <a:lnTo>
                    <a:pt x="45169" y="26461"/>
                  </a:lnTo>
                  <a:cubicBezTo>
                    <a:pt x="45114" y="26461"/>
                    <a:pt x="45130" y="26414"/>
                    <a:pt x="45179" y="26359"/>
                  </a:cubicBezTo>
                  <a:close/>
                  <a:moveTo>
                    <a:pt x="67911" y="0"/>
                  </a:moveTo>
                  <a:cubicBezTo>
                    <a:pt x="67849" y="0"/>
                    <a:pt x="67795" y="42"/>
                    <a:pt x="67753" y="168"/>
                  </a:cubicBezTo>
                  <a:cubicBezTo>
                    <a:pt x="67753" y="199"/>
                    <a:pt x="67661" y="199"/>
                    <a:pt x="67601" y="199"/>
                  </a:cubicBezTo>
                  <a:lnTo>
                    <a:pt x="67540" y="229"/>
                  </a:lnTo>
                  <a:cubicBezTo>
                    <a:pt x="67418" y="260"/>
                    <a:pt x="67449" y="381"/>
                    <a:pt x="67601" y="503"/>
                  </a:cubicBezTo>
                  <a:lnTo>
                    <a:pt x="67570" y="655"/>
                  </a:lnTo>
                  <a:cubicBezTo>
                    <a:pt x="67570" y="685"/>
                    <a:pt x="67570" y="746"/>
                    <a:pt x="67601" y="776"/>
                  </a:cubicBezTo>
                  <a:lnTo>
                    <a:pt x="67631" y="776"/>
                  </a:lnTo>
                  <a:cubicBezTo>
                    <a:pt x="67722" y="807"/>
                    <a:pt x="67692" y="837"/>
                    <a:pt x="67631" y="837"/>
                  </a:cubicBezTo>
                  <a:lnTo>
                    <a:pt x="67631" y="867"/>
                  </a:lnTo>
                  <a:lnTo>
                    <a:pt x="67540" y="1080"/>
                  </a:lnTo>
                  <a:cubicBezTo>
                    <a:pt x="67464" y="1095"/>
                    <a:pt x="67388" y="1103"/>
                    <a:pt x="67308" y="1103"/>
                  </a:cubicBezTo>
                  <a:cubicBezTo>
                    <a:pt x="67228" y="1103"/>
                    <a:pt x="67145" y="1095"/>
                    <a:pt x="67054" y="1080"/>
                  </a:cubicBezTo>
                  <a:cubicBezTo>
                    <a:pt x="67008" y="1065"/>
                    <a:pt x="66962" y="1057"/>
                    <a:pt x="66917" y="1057"/>
                  </a:cubicBezTo>
                  <a:cubicBezTo>
                    <a:pt x="66871" y="1057"/>
                    <a:pt x="66826" y="1065"/>
                    <a:pt x="66780" y="1080"/>
                  </a:cubicBezTo>
                  <a:lnTo>
                    <a:pt x="66689" y="1141"/>
                  </a:lnTo>
                  <a:cubicBezTo>
                    <a:pt x="66622" y="1191"/>
                    <a:pt x="66592" y="1214"/>
                    <a:pt x="66573" y="1214"/>
                  </a:cubicBezTo>
                  <a:cubicBezTo>
                    <a:pt x="66558" y="1214"/>
                    <a:pt x="66550" y="1199"/>
                    <a:pt x="66537" y="1171"/>
                  </a:cubicBezTo>
                  <a:cubicBezTo>
                    <a:pt x="66506" y="1141"/>
                    <a:pt x="66476" y="1080"/>
                    <a:pt x="66446" y="1050"/>
                  </a:cubicBezTo>
                  <a:cubicBezTo>
                    <a:pt x="66415" y="1019"/>
                    <a:pt x="66385" y="989"/>
                    <a:pt x="66324" y="989"/>
                  </a:cubicBezTo>
                  <a:cubicBezTo>
                    <a:pt x="66294" y="1019"/>
                    <a:pt x="66263" y="1050"/>
                    <a:pt x="66263" y="1080"/>
                  </a:cubicBezTo>
                  <a:cubicBezTo>
                    <a:pt x="66233" y="1141"/>
                    <a:pt x="66294" y="1232"/>
                    <a:pt x="66111" y="1263"/>
                  </a:cubicBezTo>
                  <a:cubicBezTo>
                    <a:pt x="65990" y="1323"/>
                    <a:pt x="65838" y="1384"/>
                    <a:pt x="65716" y="1475"/>
                  </a:cubicBezTo>
                  <a:cubicBezTo>
                    <a:pt x="65611" y="1502"/>
                    <a:pt x="65462" y="1573"/>
                    <a:pt x="65403" y="1573"/>
                  </a:cubicBezTo>
                  <a:cubicBezTo>
                    <a:pt x="65393" y="1573"/>
                    <a:pt x="65386" y="1571"/>
                    <a:pt x="65382" y="1567"/>
                  </a:cubicBezTo>
                  <a:lnTo>
                    <a:pt x="65199" y="1445"/>
                  </a:lnTo>
                  <a:cubicBezTo>
                    <a:pt x="65108" y="1536"/>
                    <a:pt x="65017" y="1627"/>
                    <a:pt x="64987" y="1749"/>
                  </a:cubicBezTo>
                  <a:lnTo>
                    <a:pt x="64865" y="1749"/>
                  </a:lnTo>
                  <a:cubicBezTo>
                    <a:pt x="64835" y="1749"/>
                    <a:pt x="64743" y="1536"/>
                    <a:pt x="64743" y="1506"/>
                  </a:cubicBezTo>
                  <a:lnTo>
                    <a:pt x="64743" y="1384"/>
                  </a:lnTo>
                  <a:cubicBezTo>
                    <a:pt x="64895" y="1323"/>
                    <a:pt x="64743" y="1323"/>
                    <a:pt x="64652" y="1323"/>
                  </a:cubicBezTo>
                  <a:cubicBezTo>
                    <a:pt x="64591" y="1354"/>
                    <a:pt x="64591" y="1567"/>
                    <a:pt x="64591" y="1627"/>
                  </a:cubicBezTo>
                  <a:cubicBezTo>
                    <a:pt x="64569" y="1696"/>
                    <a:pt x="64512" y="1730"/>
                    <a:pt x="64433" y="1730"/>
                  </a:cubicBezTo>
                  <a:cubicBezTo>
                    <a:pt x="64407" y="1730"/>
                    <a:pt x="64379" y="1726"/>
                    <a:pt x="64348" y="1719"/>
                  </a:cubicBezTo>
                  <a:lnTo>
                    <a:pt x="64257" y="1688"/>
                  </a:lnTo>
                  <a:cubicBezTo>
                    <a:pt x="64136" y="1627"/>
                    <a:pt x="64257" y="1567"/>
                    <a:pt x="64257" y="1567"/>
                  </a:cubicBezTo>
                  <a:lnTo>
                    <a:pt x="64196" y="1536"/>
                  </a:lnTo>
                  <a:cubicBezTo>
                    <a:pt x="64161" y="1513"/>
                    <a:pt x="64122" y="1503"/>
                    <a:pt x="64080" y="1503"/>
                  </a:cubicBezTo>
                  <a:cubicBezTo>
                    <a:pt x="64012" y="1503"/>
                    <a:pt x="63937" y="1529"/>
                    <a:pt x="63862" y="1567"/>
                  </a:cubicBezTo>
                  <a:lnTo>
                    <a:pt x="63862" y="1597"/>
                  </a:lnTo>
                  <a:lnTo>
                    <a:pt x="63953" y="1749"/>
                  </a:lnTo>
                  <a:cubicBezTo>
                    <a:pt x="63862" y="1810"/>
                    <a:pt x="63771" y="1871"/>
                    <a:pt x="63649" y="1901"/>
                  </a:cubicBezTo>
                  <a:cubicBezTo>
                    <a:pt x="63588" y="1931"/>
                    <a:pt x="63406" y="2114"/>
                    <a:pt x="63315" y="2114"/>
                  </a:cubicBezTo>
                  <a:lnTo>
                    <a:pt x="62798" y="2114"/>
                  </a:lnTo>
                  <a:cubicBezTo>
                    <a:pt x="62707" y="2144"/>
                    <a:pt x="62616" y="2144"/>
                    <a:pt x="62525" y="2174"/>
                  </a:cubicBezTo>
                  <a:cubicBezTo>
                    <a:pt x="62452" y="2174"/>
                    <a:pt x="62359" y="2136"/>
                    <a:pt x="62278" y="2136"/>
                  </a:cubicBezTo>
                  <a:cubicBezTo>
                    <a:pt x="62258" y="2136"/>
                    <a:pt x="62239" y="2138"/>
                    <a:pt x="62221" y="2144"/>
                  </a:cubicBezTo>
                  <a:cubicBezTo>
                    <a:pt x="62160" y="2174"/>
                    <a:pt x="62129" y="2296"/>
                    <a:pt x="62069" y="2326"/>
                  </a:cubicBezTo>
                  <a:cubicBezTo>
                    <a:pt x="61977" y="2326"/>
                    <a:pt x="61886" y="2326"/>
                    <a:pt x="61795" y="2296"/>
                  </a:cubicBezTo>
                  <a:lnTo>
                    <a:pt x="61643" y="2266"/>
                  </a:lnTo>
                  <a:cubicBezTo>
                    <a:pt x="61430" y="2357"/>
                    <a:pt x="61248" y="2478"/>
                    <a:pt x="61066" y="2630"/>
                  </a:cubicBezTo>
                  <a:cubicBezTo>
                    <a:pt x="60988" y="2688"/>
                    <a:pt x="60899" y="2709"/>
                    <a:pt x="60813" y="2709"/>
                  </a:cubicBezTo>
                  <a:cubicBezTo>
                    <a:pt x="60763" y="2709"/>
                    <a:pt x="60715" y="2702"/>
                    <a:pt x="60670" y="2691"/>
                  </a:cubicBezTo>
                  <a:lnTo>
                    <a:pt x="60579" y="2661"/>
                  </a:lnTo>
                  <a:lnTo>
                    <a:pt x="60458" y="2661"/>
                  </a:lnTo>
                  <a:cubicBezTo>
                    <a:pt x="60441" y="2655"/>
                    <a:pt x="60425" y="2653"/>
                    <a:pt x="60410" y="2653"/>
                  </a:cubicBezTo>
                  <a:cubicBezTo>
                    <a:pt x="60336" y="2653"/>
                    <a:pt x="60270" y="2707"/>
                    <a:pt x="60245" y="2782"/>
                  </a:cubicBezTo>
                  <a:cubicBezTo>
                    <a:pt x="60230" y="2798"/>
                    <a:pt x="60184" y="2798"/>
                    <a:pt x="60138" y="2798"/>
                  </a:cubicBezTo>
                  <a:cubicBezTo>
                    <a:pt x="60093" y="2798"/>
                    <a:pt x="60047" y="2798"/>
                    <a:pt x="60032" y="2813"/>
                  </a:cubicBezTo>
                  <a:cubicBezTo>
                    <a:pt x="59971" y="2813"/>
                    <a:pt x="59941" y="2843"/>
                    <a:pt x="59911" y="2904"/>
                  </a:cubicBezTo>
                  <a:cubicBezTo>
                    <a:pt x="59728" y="2934"/>
                    <a:pt x="59515" y="2995"/>
                    <a:pt x="59333" y="3086"/>
                  </a:cubicBezTo>
                  <a:lnTo>
                    <a:pt x="59272" y="3117"/>
                  </a:lnTo>
                  <a:cubicBezTo>
                    <a:pt x="59239" y="3103"/>
                    <a:pt x="59206" y="3097"/>
                    <a:pt x="59173" y="3097"/>
                  </a:cubicBezTo>
                  <a:cubicBezTo>
                    <a:pt x="59057" y="3097"/>
                    <a:pt x="58948" y="3174"/>
                    <a:pt x="58877" y="3269"/>
                  </a:cubicBezTo>
                  <a:lnTo>
                    <a:pt x="58330" y="3269"/>
                  </a:lnTo>
                  <a:cubicBezTo>
                    <a:pt x="58178" y="3360"/>
                    <a:pt x="57904" y="3542"/>
                    <a:pt x="57844" y="3573"/>
                  </a:cubicBezTo>
                  <a:cubicBezTo>
                    <a:pt x="57841" y="3575"/>
                    <a:pt x="57836" y="3577"/>
                    <a:pt x="57831" y="3577"/>
                  </a:cubicBezTo>
                  <a:cubicBezTo>
                    <a:pt x="57771" y="3577"/>
                    <a:pt x="57565" y="3446"/>
                    <a:pt x="57509" y="3390"/>
                  </a:cubicBezTo>
                  <a:cubicBezTo>
                    <a:pt x="57477" y="3369"/>
                    <a:pt x="57452" y="3359"/>
                    <a:pt x="57435" y="3359"/>
                  </a:cubicBezTo>
                  <a:cubicBezTo>
                    <a:pt x="57404" y="3359"/>
                    <a:pt x="57398" y="3392"/>
                    <a:pt x="57418" y="3451"/>
                  </a:cubicBezTo>
                  <a:lnTo>
                    <a:pt x="57448" y="3542"/>
                  </a:lnTo>
                  <a:lnTo>
                    <a:pt x="57448" y="3603"/>
                  </a:lnTo>
                  <a:cubicBezTo>
                    <a:pt x="57540" y="3633"/>
                    <a:pt x="57448" y="3725"/>
                    <a:pt x="57236" y="3846"/>
                  </a:cubicBezTo>
                  <a:lnTo>
                    <a:pt x="57053" y="3877"/>
                  </a:lnTo>
                  <a:lnTo>
                    <a:pt x="56932" y="3907"/>
                  </a:lnTo>
                  <a:cubicBezTo>
                    <a:pt x="56719" y="3968"/>
                    <a:pt x="56537" y="3998"/>
                    <a:pt x="56354" y="4029"/>
                  </a:cubicBezTo>
                  <a:lnTo>
                    <a:pt x="56233" y="4181"/>
                  </a:lnTo>
                  <a:cubicBezTo>
                    <a:pt x="56188" y="4225"/>
                    <a:pt x="56147" y="4245"/>
                    <a:pt x="56114" y="4245"/>
                  </a:cubicBezTo>
                  <a:cubicBezTo>
                    <a:pt x="56056" y="4245"/>
                    <a:pt x="56020" y="4186"/>
                    <a:pt x="56020" y="4089"/>
                  </a:cubicBezTo>
                  <a:cubicBezTo>
                    <a:pt x="55929" y="4089"/>
                    <a:pt x="55868" y="4150"/>
                    <a:pt x="55898" y="4181"/>
                  </a:cubicBezTo>
                  <a:cubicBezTo>
                    <a:pt x="55898" y="4181"/>
                    <a:pt x="55807" y="4241"/>
                    <a:pt x="55746" y="4241"/>
                  </a:cubicBezTo>
                  <a:cubicBezTo>
                    <a:pt x="55686" y="4241"/>
                    <a:pt x="55686" y="4363"/>
                    <a:pt x="55686" y="4393"/>
                  </a:cubicBezTo>
                  <a:cubicBezTo>
                    <a:pt x="55686" y="4424"/>
                    <a:pt x="55564" y="4454"/>
                    <a:pt x="55503" y="4454"/>
                  </a:cubicBezTo>
                  <a:cubicBezTo>
                    <a:pt x="55473" y="4454"/>
                    <a:pt x="55412" y="4272"/>
                    <a:pt x="55412" y="4211"/>
                  </a:cubicBezTo>
                  <a:cubicBezTo>
                    <a:pt x="55412" y="4150"/>
                    <a:pt x="55382" y="4089"/>
                    <a:pt x="55321" y="4089"/>
                  </a:cubicBezTo>
                  <a:cubicBezTo>
                    <a:pt x="55321" y="4150"/>
                    <a:pt x="55290" y="4241"/>
                    <a:pt x="55290" y="4333"/>
                  </a:cubicBezTo>
                  <a:cubicBezTo>
                    <a:pt x="55290" y="4424"/>
                    <a:pt x="55138" y="4454"/>
                    <a:pt x="54956" y="4454"/>
                  </a:cubicBezTo>
                  <a:lnTo>
                    <a:pt x="54926" y="4637"/>
                  </a:lnTo>
                  <a:cubicBezTo>
                    <a:pt x="54926" y="4661"/>
                    <a:pt x="54985" y="4744"/>
                    <a:pt x="54944" y="4744"/>
                  </a:cubicBezTo>
                  <a:cubicBezTo>
                    <a:pt x="54935" y="4744"/>
                    <a:pt x="54919" y="4740"/>
                    <a:pt x="54895" y="4728"/>
                  </a:cubicBezTo>
                  <a:lnTo>
                    <a:pt x="54591" y="4576"/>
                  </a:lnTo>
                  <a:cubicBezTo>
                    <a:pt x="54409" y="4758"/>
                    <a:pt x="54348" y="4880"/>
                    <a:pt x="54500" y="4880"/>
                  </a:cubicBezTo>
                  <a:lnTo>
                    <a:pt x="54591" y="4880"/>
                  </a:lnTo>
                  <a:cubicBezTo>
                    <a:pt x="54606" y="4864"/>
                    <a:pt x="54622" y="4857"/>
                    <a:pt x="54637" y="4857"/>
                  </a:cubicBezTo>
                  <a:cubicBezTo>
                    <a:pt x="54652" y="4857"/>
                    <a:pt x="54667" y="4864"/>
                    <a:pt x="54682" y="4880"/>
                  </a:cubicBezTo>
                  <a:lnTo>
                    <a:pt x="54682" y="4910"/>
                  </a:lnTo>
                  <a:cubicBezTo>
                    <a:pt x="54682" y="4940"/>
                    <a:pt x="54287" y="5001"/>
                    <a:pt x="54135" y="5001"/>
                  </a:cubicBezTo>
                  <a:cubicBezTo>
                    <a:pt x="53983" y="5001"/>
                    <a:pt x="53831" y="5092"/>
                    <a:pt x="53801" y="5244"/>
                  </a:cubicBezTo>
                  <a:lnTo>
                    <a:pt x="53588" y="5244"/>
                  </a:lnTo>
                  <a:cubicBezTo>
                    <a:pt x="53497" y="5275"/>
                    <a:pt x="53436" y="5305"/>
                    <a:pt x="53375" y="5336"/>
                  </a:cubicBezTo>
                  <a:cubicBezTo>
                    <a:pt x="53291" y="5399"/>
                    <a:pt x="53221" y="5491"/>
                    <a:pt x="53126" y="5491"/>
                  </a:cubicBezTo>
                  <a:cubicBezTo>
                    <a:pt x="53083" y="5491"/>
                    <a:pt x="53036" y="5473"/>
                    <a:pt x="52980" y="5427"/>
                  </a:cubicBezTo>
                  <a:cubicBezTo>
                    <a:pt x="52971" y="5418"/>
                    <a:pt x="52960" y="5414"/>
                    <a:pt x="52947" y="5414"/>
                  </a:cubicBezTo>
                  <a:cubicBezTo>
                    <a:pt x="52914" y="5414"/>
                    <a:pt x="52871" y="5436"/>
                    <a:pt x="52828" y="5457"/>
                  </a:cubicBezTo>
                  <a:cubicBezTo>
                    <a:pt x="52676" y="5548"/>
                    <a:pt x="52494" y="5640"/>
                    <a:pt x="52281" y="5670"/>
                  </a:cubicBezTo>
                  <a:cubicBezTo>
                    <a:pt x="52220" y="5670"/>
                    <a:pt x="52160" y="5670"/>
                    <a:pt x="52099" y="5761"/>
                  </a:cubicBezTo>
                  <a:cubicBezTo>
                    <a:pt x="52008" y="5913"/>
                    <a:pt x="51764" y="5883"/>
                    <a:pt x="51582" y="5974"/>
                  </a:cubicBezTo>
                  <a:lnTo>
                    <a:pt x="51521" y="5974"/>
                  </a:lnTo>
                  <a:cubicBezTo>
                    <a:pt x="51448" y="5919"/>
                    <a:pt x="51375" y="5908"/>
                    <a:pt x="51329" y="5908"/>
                  </a:cubicBezTo>
                  <a:cubicBezTo>
                    <a:pt x="51298" y="5908"/>
                    <a:pt x="51278" y="5913"/>
                    <a:pt x="51278" y="5913"/>
                  </a:cubicBezTo>
                  <a:cubicBezTo>
                    <a:pt x="51278" y="5944"/>
                    <a:pt x="51278" y="6126"/>
                    <a:pt x="51217" y="6126"/>
                  </a:cubicBezTo>
                  <a:cubicBezTo>
                    <a:pt x="51065" y="6156"/>
                    <a:pt x="50913" y="6217"/>
                    <a:pt x="50761" y="6278"/>
                  </a:cubicBezTo>
                  <a:lnTo>
                    <a:pt x="50579" y="6308"/>
                  </a:lnTo>
                  <a:lnTo>
                    <a:pt x="50488" y="6339"/>
                  </a:lnTo>
                  <a:cubicBezTo>
                    <a:pt x="50427" y="6369"/>
                    <a:pt x="50366" y="6430"/>
                    <a:pt x="50305" y="6460"/>
                  </a:cubicBezTo>
                  <a:cubicBezTo>
                    <a:pt x="50249" y="6423"/>
                    <a:pt x="50207" y="6408"/>
                    <a:pt x="50174" y="6408"/>
                  </a:cubicBezTo>
                  <a:cubicBezTo>
                    <a:pt x="50101" y="6408"/>
                    <a:pt x="50074" y="6479"/>
                    <a:pt x="50032" y="6521"/>
                  </a:cubicBezTo>
                  <a:cubicBezTo>
                    <a:pt x="49971" y="6612"/>
                    <a:pt x="49789" y="6673"/>
                    <a:pt x="49728" y="6764"/>
                  </a:cubicBezTo>
                  <a:cubicBezTo>
                    <a:pt x="49715" y="6783"/>
                    <a:pt x="49698" y="6790"/>
                    <a:pt x="49676" y="6790"/>
                  </a:cubicBezTo>
                  <a:cubicBezTo>
                    <a:pt x="49610" y="6790"/>
                    <a:pt x="49508" y="6721"/>
                    <a:pt x="49421" y="6721"/>
                  </a:cubicBezTo>
                  <a:cubicBezTo>
                    <a:pt x="49401" y="6721"/>
                    <a:pt x="49381" y="6725"/>
                    <a:pt x="49363" y="6734"/>
                  </a:cubicBezTo>
                  <a:lnTo>
                    <a:pt x="49302" y="6734"/>
                  </a:lnTo>
                  <a:lnTo>
                    <a:pt x="49120" y="6916"/>
                  </a:lnTo>
                  <a:cubicBezTo>
                    <a:pt x="49027" y="6823"/>
                    <a:pt x="48934" y="6787"/>
                    <a:pt x="48869" y="6787"/>
                  </a:cubicBezTo>
                  <a:cubicBezTo>
                    <a:pt x="48827" y="6787"/>
                    <a:pt x="48797" y="6801"/>
                    <a:pt x="48786" y="6825"/>
                  </a:cubicBezTo>
                  <a:cubicBezTo>
                    <a:pt x="48786" y="6911"/>
                    <a:pt x="48622" y="7162"/>
                    <a:pt x="48527" y="7162"/>
                  </a:cubicBezTo>
                  <a:cubicBezTo>
                    <a:pt x="48522" y="7162"/>
                    <a:pt x="48517" y="7161"/>
                    <a:pt x="48512" y="7159"/>
                  </a:cubicBezTo>
                  <a:cubicBezTo>
                    <a:pt x="48495" y="7148"/>
                    <a:pt x="48474" y="7143"/>
                    <a:pt x="48452" y="7143"/>
                  </a:cubicBezTo>
                  <a:cubicBezTo>
                    <a:pt x="48357" y="7143"/>
                    <a:pt x="48233" y="7232"/>
                    <a:pt x="48208" y="7281"/>
                  </a:cubicBezTo>
                  <a:cubicBezTo>
                    <a:pt x="48199" y="7290"/>
                    <a:pt x="48180" y="7294"/>
                    <a:pt x="48156" y="7294"/>
                  </a:cubicBezTo>
                  <a:cubicBezTo>
                    <a:pt x="48097" y="7294"/>
                    <a:pt x="48008" y="7272"/>
                    <a:pt x="47965" y="7251"/>
                  </a:cubicBezTo>
                  <a:cubicBezTo>
                    <a:pt x="47935" y="7220"/>
                    <a:pt x="48056" y="7068"/>
                    <a:pt x="48087" y="7038"/>
                  </a:cubicBezTo>
                  <a:cubicBezTo>
                    <a:pt x="48117" y="7007"/>
                    <a:pt x="48117" y="6855"/>
                    <a:pt x="48117" y="6795"/>
                  </a:cubicBezTo>
                  <a:cubicBezTo>
                    <a:pt x="48026" y="6703"/>
                    <a:pt x="47935" y="6643"/>
                    <a:pt x="47843" y="6582"/>
                  </a:cubicBezTo>
                  <a:cubicBezTo>
                    <a:pt x="47813" y="6567"/>
                    <a:pt x="47775" y="6559"/>
                    <a:pt x="47737" y="6559"/>
                  </a:cubicBezTo>
                  <a:cubicBezTo>
                    <a:pt x="47699" y="6559"/>
                    <a:pt x="47661" y="6567"/>
                    <a:pt x="47631" y="6582"/>
                  </a:cubicBezTo>
                  <a:lnTo>
                    <a:pt x="47600" y="6582"/>
                  </a:lnTo>
                  <a:cubicBezTo>
                    <a:pt x="47418" y="6612"/>
                    <a:pt x="47327" y="6673"/>
                    <a:pt x="47479" y="6825"/>
                  </a:cubicBezTo>
                  <a:cubicBezTo>
                    <a:pt x="47509" y="6825"/>
                    <a:pt x="47479" y="6825"/>
                    <a:pt x="47479" y="6886"/>
                  </a:cubicBezTo>
                  <a:cubicBezTo>
                    <a:pt x="47479" y="6911"/>
                    <a:pt x="47457" y="6918"/>
                    <a:pt x="47429" y="6918"/>
                  </a:cubicBezTo>
                  <a:cubicBezTo>
                    <a:pt x="47402" y="6918"/>
                    <a:pt x="47368" y="6912"/>
                    <a:pt x="47344" y="6912"/>
                  </a:cubicBezTo>
                  <a:cubicBezTo>
                    <a:pt x="47306" y="6912"/>
                    <a:pt x="47290" y="6927"/>
                    <a:pt x="47357" y="7007"/>
                  </a:cubicBezTo>
                  <a:lnTo>
                    <a:pt x="47387" y="7068"/>
                  </a:lnTo>
                  <a:cubicBezTo>
                    <a:pt x="47387" y="7159"/>
                    <a:pt x="47266" y="7281"/>
                    <a:pt x="47296" y="7342"/>
                  </a:cubicBezTo>
                  <a:cubicBezTo>
                    <a:pt x="47327" y="7372"/>
                    <a:pt x="47296" y="7403"/>
                    <a:pt x="47175" y="7403"/>
                  </a:cubicBezTo>
                  <a:lnTo>
                    <a:pt x="47084" y="7403"/>
                  </a:lnTo>
                  <a:cubicBezTo>
                    <a:pt x="46992" y="7372"/>
                    <a:pt x="46901" y="7342"/>
                    <a:pt x="46810" y="7342"/>
                  </a:cubicBezTo>
                  <a:cubicBezTo>
                    <a:pt x="46810" y="7311"/>
                    <a:pt x="46992" y="7251"/>
                    <a:pt x="47084" y="7251"/>
                  </a:cubicBezTo>
                  <a:cubicBezTo>
                    <a:pt x="47144" y="7251"/>
                    <a:pt x="47175" y="7220"/>
                    <a:pt x="47114" y="7190"/>
                  </a:cubicBezTo>
                  <a:lnTo>
                    <a:pt x="47114" y="7159"/>
                  </a:lnTo>
                  <a:cubicBezTo>
                    <a:pt x="47114" y="7099"/>
                    <a:pt x="47266" y="7038"/>
                    <a:pt x="47084" y="6947"/>
                  </a:cubicBezTo>
                  <a:cubicBezTo>
                    <a:pt x="47051" y="6930"/>
                    <a:pt x="47025" y="6924"/>
                    <a:pt x="47003" y="6924"/>
                  </a:cubicBezTo>
                  <a:cubicBezTo>
                    <a:pt x="46900" y="6924"/>
                    <a:pt x="46896" y="7068"/>
                    <a:pt x="46871" y="7068"/>
                  </a:cubicBezTo>
                  <a:lnTo>
                    <a:pt x="46628" y="7068"/>
                  </a:lnTo>
                  <a:cubicBezTo>
                    <a:pt x="46628" y="7068"/>
                    <a:pt x="46597" y="6947"/>
                    <a:pt x="46628" y="6947"/>
                  </a:cubicBezTo>
                  <a:cubicBezTo>
                    <a:pt x="46749" y="6825"/>
                    <a:pt x="46658" y="6825"/>
                    <a:pt x="46567" y="6825"/>
                  </a:cubicBezTo>
                  <a:cubicBezTo>
                    <a:pt x="46506" y="6825"/>
                    <a:pt x="46472" y="6866"/>
                    <a:pt x="46420" y="6866"/>
                  </a:cubicBezTo>
                  <a:cubicBezTo>
                    <a:pt x="46395" y="6866"/>
                    <a:pt x="46364" y="6855"/>
                    <a:pt x="46324" y="6825"/>
                  </a:cubicBezTo>
                  <a:lnTo>
                    <a:pt x="46232" y="6764"/>
                  </a:lnTo>
                  <a:cubicBezTo>
                    <a:pt x="46043" y="6764"/>
                    <a:pt x="45662" y="6956"/>
                    <a:pt x="45516" y="6956"/>
                  </a:cubicBezTo>
                  <a:cubicBezTo>
                    <a:pt x="45497" y="6956"/>
                    <a:pt x="45483" y="6953"/>
                    <a:pt x="45473" y="6947"/>
                  </a:cubicBezTo>
                  <a:cubicBezTo>
                    <a:pt x="45351" y="6916"/>
                    <a:pt x="45533" y="6764"/>
                    <a:pt x="45655" y="6764"/>
                  </a:cubicBezTo>
                  <a:cubicBezTo>
                    <a:pt x="45777" y="6764"/>
                    <a:pt x="45716" y="6551"/>
                    <a:pt x="45625" y="6551"/>
                  </a:cubicBezTo>
                  <a:cubicBezTo>
                    <a:pt x="45533" y="6551"/>
                    <a:pt x="45564" y="6491"/>
                    <a:pt x="45685" y="6460"/>
                  </a:cubicBezTo>
                  <a:lnTo>
                    <a:pt x="45807" y="6399"/>
                  </a:lnTo>
                  <a:cubicBezTo>
                    <a:pt x="45837" y="6369"/>
                    <a:pt x="45837" y="6278"/>
                    <a:pt x="45837" y="6278"/>
                  </a:cubicBezTo>
                  <a:cubicBezTo>
                    <a:pt x="45607" y="6220"/>
                    <a:pt x="45513" y="5972"/>
                    <a:pt x="45245" y="5972"/>
                  </a:cubicBezTo>
                  <a:cubicBezTo>
                    <a:pt x="45230" y="5972"/>
                    <a:pt x="45215" y="5972"/>
                    <a:pt x="45199" y="5974"/>
                  </a:cubicBezTo>
                  <a:lnTo>
                    <a:pt x="45169" y="5974"/>
                  </a:lnTo>
                  <a:cubicBezTo>
                    <a:pt x="45169" y="6004"/>
                    <a:pt x="45199" y="6065"/>
                    <a:pt x="45199" y="6096"/>
                  </a:cubicBezTo>
                  <a:cubicBezTo>
                    <a:pt x="45214" y="6111"/>
                    <a:pt x="45191" y="6118"/>
                    <a:pt x="45138" y="6118"/>
                  </a:cubicBezTo>
                  <a:cubicBezTo>
                    <a:pt x="45085" y="6118"/>
                    <a:pt x="45001" y="6111"/>
                    <a:pt x="44895" y="6096"/>
                  </a:cubicBezTo>
                  <a:lnTo>
                    <a:pt x="44895" y="6278"/>
                  </a:lnTo>
                  <a:cubicBezTo>
                    <a:pt x="44865" y="6308"/>
                    <a:pt x="44834" y="6308"/>
                    <a:pt x="44773" y="6308"/>
                  </a:cubicBezTo>
                  <a:cubicBezTo>
                    <a:pt x="44728" y="6262"/>
                    <a:pt x="44686" y="6247"/>
                    <a:pt x="44646" y="6247"/>
                  </a:cubicBezTo>
                  <a:cubicBezTo>
                    <a:pt x="44579" y="6247"/>
                    <a:pt x="44515" y="6289"/>
                    <a:pt x="44439" y="6308"/>
                  </a:cubicBezTo>
                  <a:lnTo>
                    <a:pt x="44348" y="6339"/>
                  </a:lnTo>
                  <a:cubicBezTo>
                    <a:pt x="44166" y="6278"/>
                    <a:pt x="44318" y="6126"/>
                    <a:pt x="44378" y="6065"/>
                  </a:cubicBezTo>
                  <a:cubicBezTo>
                    <a:pt x="44470" y="6035"/>
                    <a:pt x="44348" y="5974"/>
                    <a:pt x="44287" y="5974"/>
                  </a:cubicBezTo>
                  <a:cubicBezTo>
                    <a:pt x="44226" y="5974"/>
                    <a:pt x="44257" y="5913"/>
                    <a:pt x="44318" y="5822"/>
                  </a:cubicBezTo>
                  <a:lnTo>
                    <a:pt x="44409" y="5792"/>
                  </a:lnTo>
                  <a:cubicBezTo>
                    <a:pt x="44561" y="5700"/>
                    <a:pt x="44500" y="5609"/>
                    <a:pt x="44500" y="5488"/>
                  </a:cubicBezTo>
                  <a:lnTo>
                    <a:pt x="44500" y="5457"/>
                  </a:lnTo>
                  <a:cubicBezTo>
                    <a:pt x="44484" y="5449"/>
                    <a:pt x="44465" y="5445"/>
                    <a:pt x="44446" y="5445"/>
                  </a:cubicBezTo>
                  <a:cubicBezTo>
                    <a:pt x="44395" y="5445"/>
                    <a:pt x="44340" y="5473"/>
                    <a:pt x="44318" y="5518"/>
                  </a:cubicBezTo>
                  <a:cubicBezTo>
                    <a:pt x="44500" y="5640"/>
                    <a:pt x="44318" y="5731"/>
                    <a:pt x="44257" y="5731"/>
                  </a:cubicBezTo>
                  <a:lnTo>
                    <a:pt x="44135" y="5761"/>
                  </a:lnTo>
                  <a:cubicBezTo>
                    <a:pt x="43983" y="5731"/>
                    <a:pt x="43922" y="5609"/>
                    <a:pt x="43953" y="5579"/>
                  </a:cubicBezTo>
                  <a:cubicBezTo>
                    <a:pt x="43953" y="5518"/>
                    <a:pt x="43862" y="5457"/>
                    <a:pt x="43740" y="5427"/>
                  </a:cubicBezTo>
                  <a:lnTo>
                    <a:pt x="43679" y="5548"/>
                  </a:lnTo>
                  <a:cubicBezTo>
                    <a:pt x="43679" y="5579"/>
                    <a:pt x="43618" y="5640"/>
                    <a:pt x="43618" y="5640"/>
                  </a:cubicBezTo>
                  <a:lnTo>
                    <a:pt x="43345" y="5579"/>
                  </a:lnTo>
                  <a:cubicBezTo>
                    <a:pt x="43324" y="5706"/>
                    <a:pt x="43273" y="5759"/>
                    <a:pt x="43224" y="5759"/>
                  </a:cubicBezTo>
                  <a:cubicBezTo>
                    <a:pt x="43202" y="5759"/>
                    <a:pt x="43181" y="5749"/>
                    <a:pt x="43162" y="5731"/>
                  </a:cubicBezTo>
                  <a:cubicBezTo>
                    <a:pt x="43147" y="5700"/>
                    <a:pt x="43124" y="5685"/>
                    <a:pt x="43098" y="5685"/>
                  </a:cubicBezTo>
                  <a:cubicBezTo>
                    <a:pt x="43071" y="5685"/>
                    <a:pt x="43041" y="5700"/>
                    <a:pt x="43011" y="5731"/>
                  </a:cubicBezTo>
                  <a:lnTo>
                    <a:pt x="42980" y="5761"/>
                  </a:lnTo>
                  <a:lnTo>
                    <a:pt x="42919" y="5852"/>
                  </a:lnTo>
                  <a:cubicBezTo>
                    <a:pt x="42884" y="5876"/>
                    <a:pt x="42841" y="5885"/>
                    <a:pt x="42795" y="5885"/>
                  </a:cubicBezTo>
                  <a:cubicBezTo>
                    <a:pt x="42721" y="5885"/>
                    <a:pt x="42641" y="5860"/>
                    <a:pt x="42585" y="5822"/>
                  </a:cubicBezTo>
                  <a:lnTo>
                    <a:pt x="42433" y="5822"/>
                  </a:lnTo>
                  <a:cubicBezTo>
                    <a:pt x="42372" y="5822"/>
                    <a:pt x="42403" y="5883"/>
                    <a:pt x="42494" y="5944"/>
                  </a:cubicBezTo>
                  <a:lnTo>
                    <a:pt x="42524" y="6004"/>
                  </a:lnTo>
                  <a:cubicBezTo>
                    <a:pt x="42555" y="6035"/>
                    <a:pt x="42555" y="6096"/>
                    <a:pt x="42524" y="6126"/>
                  </a:cubicBezTo>
                  <a:lnTo>
                    <a:pt x="42403" y="6126"/>
                  </a:lnTo>
                  <a:lnTo>
                    <a:pt x="42311" y="6065"/>
                  </a:lnTo>
                  <a:cubicBezTo>
                    <a:pt x="42300" y="6057"/>
                    <a:pt x="42284" y="6054"/>
                    <a:pt x="42265" y="6054"/>
                  </a:cubicBezTo>
                  <a:cubicBezTo>
                    <a:pt x="42143" y="6054"/>
                    <a:pt x="41888" y="6190"/>
                    <a:pt x="41786" y="6190"/>
                  </a:cubicBezTo>
                  <a:cubicBezTo>
                    <a:pt x="41778" y="6190"/>
                    <a:pt x="41770" y="6189"/>
                    <a:pt x="41764" y="6187"/>
                  </a:cubicBezTo>
                  <a:cubicBezTo>
                    <a:pt x="41748" y="6181"/>
                    <a:pt x="41733" y="6179"/>
                    <a:pt x="41720" y="6179"/>
                  </a:cubicBezTo>
                  <a:cubicBezTo>
                    <a:pt x="41664" y="6179"/>
                    <a:pt x="41648" y="6228"/>
                    <a:pt x="41673" y="6278"/>
                  </a:cubicBezTo>
                  <a:lnTo>
                    <a:pt x="41491" y="6278"/>
                  </a:lnTo>
                  <a:cubicBezTo>
                    <a:pt x="41369" y="6308"/>
                    <a:pt x="41248" y="6460"/>
                    <a:pt x="41278" y="6521"/>
                  </a:cubicBezTo>
                  <a:cubicBezTo>
                    <a:pt x="41339" y="6612"/>
                    <a:pt x="41339" y="6673"/>
                    <a:pt x="41278" y="6703"/>
                  </a:cubicBezTo>
                  <a:cubicBezTo>
                    <a:pt x="41217" y="6703"/>
                    <a:pt x="41156" y="6643"/>
                    <a:pt x="41065" y="6612"/>
                  </a:cubicBezTo>
                  <a:lnTo>
                    <a:pt x="41035" y="6612"/>
                  </a:lnTo>
                  <a:cubicBezTo>
                    <a:pt x="41033" y="6610"/>
                    <a:pt x="41031" y="6610"/>
                    <a:pt x="41029" y="6610"/>
                  </a:cubicBezTo>
                  <a:cubicBezTo>
                    <a:pt x="40993" y="6610"/>
                    <a:pt x="40894" y="6812"/>
                    <a:pt x="40910" y="6930"/>
                  </a:cubicBezTo>
                  <a:lnTo>
                    <a:pt x="40910" y="6930"/>
                  </a:lnTo>
                  <a:lnTo>
                    <a:pt x="40883" y="6916"/>
                  </a:lnTo>
                  <a:lnTo>
                    <a:pt x="40792" y="6855"/>
                  </a:lnTo>
                  <a:cubicBezTo>
                    <a:pt x="40772" y="6852"/>
                    <a:pt x="40754" y="6851"/>
                    <a:pt x="40738" y="6851"/>
                  </a:cubicBezTo>
                  <a:cubicBezTo>
                    <a:pt x="40610" y="6851"/>
                    <a:pt x="40613" y="6950"/>
                    <a:pt x="40640" y="6977"/>
                  </a:cubicBezTo>
                  <a:cubicBezTo>
                    <a:pt x="40670" y="6977"/>
                    <a:pt x="40700" y="7007"/>
                    <a:pt x="40700" y="7068"/>
                  </a:cubicBezTo>
                  <a:cubicBezTo>
                    <a:pt x="40579" y="7038"/>
                    <a:pt x="40457" y="6977"/>
                    <a:pt x="40336" y="6947"/>
                  </a:cubicBezTo>
                  <a:cubicBezTo>
                    <a:pt x="40311" y="6938"/>
                    <a:pt x="40287" y="6935"/>
                    <a:pt x="40263" y="6935"/>
                  </a:cubicBezTo>
                  <a:cubicBezTo>
                    <a:pt x="40198" y="6935"/>
                    <a:pt x="40137" y="6963"/>
                    <a:pt x="40093" y="7007"/>
                  </a:cubicBezTo>
                  <a:cubicBezTo>
                    <a:pt x="40093" y="7018"/>
                    <a:pt x="40076" y="7021"/>
                    <a:pt x="40050" y="7021"/>
                  </a:cubicBezTo>
                  <a:cubicBezTo>
                    <a:pt x="39998" y="7021"/>
                    <a:pt x="39910" y="7007"/>
                    <a:pt x="39849" y="7007"/>
                  </a:cubicBezTo>
                  <a:cubicBezTo>
                    <a:pt x="39841" y="7003"/>
                    <a:pt x="39834" y="7001"/>
                    <a:pt x="39830" y="7001"/>
                  </a:cubicBezTo>
                  <a:cubicBezTo>
                    <a:pt x="39805" y="7001"/>
                    <a:pt x="39849" y="7068"/>
                    <a:pt x="39849" y="7068"/>
                  </a:cubicBezTo>
                  <a:cubicBezTo>
                    <a:pt x="39880" y="7099"/>
                    <a:pt x="39819" y="7159"/>
                    <a:pt x="39697" y="7220"/>
                  </a:cubicBezTo>
                  <a:lnTo>
                    <a:pt x="39606" y="7251"/>
                  </a:lnTo>
                  <a:cubicBezTo>
                    <a:pt x="39532" y="7275"/>
                    <a:pt x="39439" y="7320"/>
                    <a:pt x="39373" y="7320"/>
                  </a:cubicBezTo>
                  <a:cubicBezTo>
                    <a:pt x="39358" y="7320"/>
                    <a:pt x="39344" y="7317"/>
                    <a:pt x="39333" y="7311"/>
                  </a:cubicBezTo>
                  <a:lnTo>
                    <a:pt x="39181" y="7190"/>
                  </a:lnTo>
                  <a:cubicBezTo>
                    <a:pt x="39120" y="7311"/>
                    <a:pt x="38725" y="7403"/>
                    <a:pt x="38634" y="7494"/>
                  </a:cubicBezTo>
                  <a:cubicBezTo>
                    <a:pt x="38542" y="7554"/>
                    <a:pt x="38603" y="7646"/>
                    <a:pt x="38755" y="7706"/>
                  </a:cubicBezTo>
                  <a:lnTo>
                    <a:pt x="38786" y="7858"/>
                  </a:lnTo>
                  <a:cubicBezTo>
                    <a:pt x="38816" y="7950"/>
                    <a:pt x="38846" y="7980"/>
                    <a:pt x="38755" y="8010"/>
                  </a:cubicBezTo>
                  <a:cubicBezTo>
                    <a:pt x="38740" y="8041"/>
                    <a:pt x="38702" y="8056"/>
                    <a:pt x="38660" y="8056"/>
                  </a:cubicBezTo>
                  <a:cubicBezTo>
                    <a:pt x="38618" y="8056"/>
                    <a:pt x="38573" y="8041"/>
                    <a:pt x="38542" y="8010"/>
                  </a:cubicBezTo>
                  <a:cubicBezTo>
                    <a:pt x="38512" y="7980"/>
                    <a:pt x="38451" y="7980"/>
                    <a:pt x="38451" y="7919"/>
                  </a:cubicBezTo>
                  <a:lnTo>
                    <a:pt x="38360" y="7767"/>
                  </a:lnTo>
                  <a:cubicBezTo>
                    <a:pt x="38254" y="7752"/>
                    <a:pt x="38147" y="7744"/>
                    <a:pt x="38041" y="7744"/>
                  </a:cubicBezTo>
                  <a:cubicBezTo>
                    <a:pt x="37934" y="7744"/>
                    <a:pt x="37828" y="7752"/>
                    <a:pt x="37722" y="7767"/>
                  </a:cubicBezTo>
                  <a:lnTo>
                    <a:pt x="37691" y="7889"/>
                  </a:lnTo>
                  <a:cubicBezTo>
                    <a:pt x="37673" y="7924"/>
                    <a:pt x="37645" y="7939"/>
                    <a:pt x="37607" y="7939"/>
                  </a:cubicBezTo>
                  <a:cubicBezTo>
                    <a:pt x="37579" y="7939"/>
                    <a:pt x="37547" y="7932"/>
                    <a:pt x="37509" y="7919"/>
                  </a:cubicBezTo>
                  <a:cubicBezTo>
                    <a:pt x="37433" y="7889"/>
                    <a:pt x="37357" y="7874"/>
                    <a:pt x="37281" y="7874"/>
                  </a:cubicBezTo>
                  <a:cubicBezTo>
                    <a:pt x="37205" y="7874"/>
                    <a:pt x="37129" y="7889"/>
                    <a:pt x="37053" y="7919"/>
                  </a:cubicBezTo>
                  <a:cubicBezTo>
                    <a:pt x="36992" y="7919"/>
                    <a:pt x="36992" y="8071"/>
                    <a:pt x="36840" y="8071"/>
                  </a:cubicBezTo>
                  <a:cubicBezTo>
                    <a:pt x="36810" y="8102"/>
                    <a:pt x="36992" y="8193"/>
                    <a:pt x="36840" y="8254"/>
                  </a:cubicBezTo>
                  <a:lnTo>
                    <a:pt x="36779" y="8284"/>
                  </a:lnTo>
                  <a:cubicBezTo>
                    <a:pt x="36658" y="8314"/>
                    <a:pt x="36719" y="8436"/>
                    <a:pt x="36779" y="8436"/>
                  </a:cubicBezTo>
                  <a:cubicBezTo>
                    <a:pt x="36901" y="8466"/>
                    <a:pt x="37023" y="8466"/>
                    <a:pt x="37144" y="8466"/>
                  </a:cubicBezTo>
                  <a:lnTo>
                    <a:pt x="37114" y="8649"/>
                  </a:lnTo>
                  <a:cubicBezTo>
                    <a:pt x="37114" y="8679"/>
                    <a:pt x="37083" y="8710"/>
                    <a:pt x="37083" y="8710"/>
                  </a:cubicBezTo>
                  <a:cubicBezTo>
                    <a:pt x="37053" y="8725"/>
                    <a:pt x="37030" y="8732"/>
                    <a:pt x="37007" y="8732"/>
                  </a:cubicBezTo>
                  <a:cubicBezTo>
                    <a:pt x="36985" y="8732"/>
                    <a:pt x="36962" y="8725"/>
                    <a:pt x="36931" y="8710"/>
                  </a:cubicBezTo>
                  <a:cubicBezTo>
                    <a:pt x="36931" y="8588"/>
                    <a:pt x="36840" y="8588"/>
                    <a:pt x="36719" y="8588"/>
                  </a:cubicBezTo>
                  <a:lnTo>
                    <a:pt x="36540" y="8610"/>
                  </a:lnTo>
                  <a:lnTo>
                    <a:pt x="36540" y="8610"/>
                  </a:lnTo>
                  <a:cubicBezTo>
                    <a:pt x="36482" y="8581"/>
                    <a:pt x="36421" y="8554"/>
                    <a:pt x="36354" y="8527"/>
                  </a:cubicBezTo>
                  <a:lnTo>
                    <a:pt x="36327" y="8554"/>
                  </a:lnTo>
                  <a:lnTo>
                    <a:pt x="36327" y="8554"/>
                  </a:lnTo>
                  <a:cubicBezTo>
                    <a:pt x="36243" y="8523"/>
                    <a:pt x="36162" y="8503"/>
                    <a:pt x="36102" y="8503"/>
                  </a:cubicBezTo>
                  <a:cubicBezTo>
                    <a:pt x="36065" y="8503"/>
                    <a:pt x="36036" y="8510"/>
                    <a:pt x="36019" y="8527"/>
                  </a:cubicBezTo>
                  <a:lnTo>
                    <a:pt x="35959" y="8558"/>
                  </a:lnTo>
                  <a:cubicBezTo>
                    <a:pt x="35861" y="8627"/>
                    <a:pt x="35777" y="8665"/>
                    <a:pt x="35705" y="8665"/>
                  </a:cubicBezTo>
                  <a:cubicBezTo>
                    <a:pt x="35619" y="8665"/>
                    <a:pt x="35552" y="8612"/>
                    <a:pt x="35503" y="8497"/>
                  </a:cubicBezTo>
                  <a:lnTo>
                    <a:pt x="35412" y="8345"/>
                  </a:lnTo>
                  <a:cubicBezTo>
                    <a:pt x="35323" y="8309"/>
                    <a:pt x="35234" y="8294"/>
                    <a:pt x="35151" y="8294"/>
                  </a:cubicBezTo>
                  <a:cubicBezTo>
                    <a:pt x="35092" y="8294"/>
                    <a:pt x="35036" y="8302"/>
                    <a:pt x="34986" y="8314"/>
                  </a:cubicBezTo>
                  <a:lnTo>
                    <a:pt x="34956" y="8193"/>
                  </a:lnTo>
                  <a:cubicBezTo>
                    <a:pt x="34942" y="8165"/>
                    <a:pt x="34910" y="8150"/>
                    <a:pt x="34873" y="8150"/>
                  </a:cubicBezTo>
                  <a:cubicBezTo>
                    <a:pt x="34828" y="8150"/>
                    <a:pt x="34776" y="8173"/>
                    <a:pt x="34743" y="8223"/>
                  </a:cubicBezTo>
                  <a:cubicBezTo>
                    <a:pt x="34682" y="8314"/>
                    <a:pt x="34591" y="8406"/>
                    <a:pt x="34469" y="8497"/>
                  </a:cubicBezTo>
                  <a:lnTo>
                    <a:pt x="34409" y="8527"/>
                  </a:lnTo>
                  <a:cubicBezTo>
                    <a:pt x="34372" y="8513"/>
                    <a:pt x="34337" y="8507"/>
                    <a:pt x="34305" y="8507"/>
                  </a:cubicBezTo>
                  <a:cubicBezTo>
                    <a:pt x="34205" y="8507"/>
                    <a:pt x="34135" y="8565"/>
                    <a:pt x="34135" y="8588"/>
                  </a:cubicBezTo>
                  <a:cubicBezTo>
                    <a:pt x="34135" y="8618"/>
                    <a:pt x="34317" y="8649"/>
                    <a:pt x="34561" y="8649"/>
                  </a:cubicBezTo>
                  <a:cubicBezTo>
                    <a:pt x="34609" y="8698"/>
                    <a:pt x="34658" y="8729"/>
                    <a:pt x="34707" y="8729"/>
                  </a:cubicBezTo>
                  <a:cubicBezTo>
                    <a:pt x="34749" y="8729"/>
                    <a:pt x="34792" y="8705"/>
                    <a:pt x="34834" y="8649"/>
                  </a:cubicBezTo>
                  <a:cubicBezTo>
                    <a:pt x="34834" y="8618"/>
                    <a:pt x="34895" y="8588"/>
                    <a:pt x="34956" y="8588"/>
                  </a:cubicBezTo>
                  <a:lnTo>
                    <a:pt x="35260" y="8436"/>
                  </a:lnTo>
                  <a:lnTo>
                    <a:pt x="35260" y="8436"/>
                  </a:lnTo>
                  <a:cubicBezTo>
                    <a:pt x="35320" y="8649"/>
                    <a:pt x="35290" y="8831"/>
                    <a:pt x="35229" y="8831"/>
                  </a:cubicBezTo>
                  <a:lnTo>
                    <a:pt x="35138" y="8831"/>
                  </a:lnTo>
                  <a:cubicBezTo>
                    <a:pt x="34956" y="8831"/>
                    <a:pt x="34773" y="8922"/>
                    <a:pt x="34682" y="9105"/>
                  </a:cubicBezTo>
                  <a:cubicBezTo>
                    <a:pt x="34633" y="9154"/>
                    <a:pt x="34643" y="9243"/>
                    <a:pt x="34569" y="9243"/>
                  </a:cubicBezTo>
                  <a:cubicBezTo>
                    <a:pt x="34551" y="9243"/>
                    <a:pt x="34529" y="9238"/>
                    <a:pt x="34500" y="9226"/>
                  </a:cubicBezTo>
                  <a:lnTo>
                    <a:pt x="34439" y="9226"/>
                  </a:lnTo>
                  <a:cubicBezTo>
                    <a:pt x="34421" y="9191"/>
                    <a:pt x="34362" y="9176"/>
                    <a:pt x="34309" y="9176"/>
                  </a:cubicBezTo>
                  <a:cubicBezTo>
                    <a:pt x="34272" y="9176"/>
                    <a:pt x="34239" y="9183"/>
                    <a:pt x="34226" y="9196"/>
                  </a:cubicBezTo>
                  <a:cubicBezTo>
                    <a:pt x="34115" y="9240"/>
                    <a:pt x="34004" y="9269"/>
                    <a:pt x="33880" y="9269"/>
                  </a:cubicBezTo>
                  <a:cubicBezTo>
                    <a:pt x="33835" y="9269"/>
                    <a:pt x="33789" y="9265"/>
                    <a:pt x="33740" y="9257"/>
                  </a:cubicBezTo>
                  <a:lnTo>
                    <a:pt x="33679" y="9500"/>
                  </a:lnTo>
                  <a:lnTo>
                    <a:pt x="33314" y="9500"/>
                  </a:lnTo>
                  <a:cubicBezTo>
                    <a:pt x="33253" y="9530"/>
                    <a:pt x="33497" y="9591"/>
                    <a:pt x="33588" y="9682"/>
                  </a:cubicBezTo>
                  <a:cubicBezTo>
                    <a:pt x="33607" y="9711"/>
                    <a:pt x="33630" y="9725"/>
                    <a:pt x="33652" y="9725"/>
                  </a:cubicBezTo>
                  <a:cubicBezTo>
                    <a:pt x="33698" y="9725"/>
                    <a:pt x="33740" y="9664"/>
                    <a:pt x="33740" y="9561"/>
                  </a:cubicBezTo>
                  <a:lnTo>
                    <a:pt x="33892" y="9469"/>
                  </a:lnTo>
                  <a:cubicBezTo>
                    <a:pt x="33953" y="9439"/>
                    <a:pt x="34013" y="9409"/>
                    <a:pt x="34074" y="9409"/>
                  </a:cubicBezTo>
                  <a:cubicBezTo>
                    <a:pt x="34126" y="9409"/>
                    <a:pt x="34178" y="9476"/>
                    <a:pt x="34250" y="9476"/>
                  </a:cubicBezTo>
                  <a:cubicBezTo>
                    <a:pt x="34262" y="9476"/>
                    <a:pt x="34274" y="9474"/>
                    <a:pt x="34287" y="9469"/>
                  </a:cubicBezTo>
                  <a:cubicBezTo>
                    <a:pt x="34348" y="9469"/>
                    <a:pt x="34409" y="9348"/>
                    <a:pt x="34469" y="9348"/>
                  </a:cubicBezTo>
                  <a:cubicBezTo>
                    <a:pt x="34530" y="9348"/>
                    <a:pt x="34621" y="9348"/>
                    <a:pt x="34682" y="9378"/>
                  </a:cubicBezTo>
                  <a:cubicBezTo>
                    <a:pt x="34721" y="9417"/>
                    <a:pt x="34747" y="9455"/>
                    <a:pt x="34792" y="9455"/>
                  </a:cubicBezTo>
                  <a:cubicBezTo>
                    <a:pt x="34818" y="9455"/>
                    <a:pt x="34850" y="9442"/>
                    <a:pt x="34895" y="9409"/>
                  </a:cubicBezTo>
                  <a:lnTo>
                    <a:pt x="35016" y="9348"/>
                  </a:lnTo>
                  <a:cubicBezTo>
                    <a:pt x="35138" y="9500"/>
                    <a:pt x="35138" y="9713"/>
                    <a:pt x="35016" y="9834"/>
                  </a:cubicBezTo>
                  <a:lnTo>
                    <a:pt x="34773" y="9834"/>
                  </a:lnTo>
                  <a:cubicBezTo>
                    <a:pt x="34621" y="9834"/>
                    <a:pt x="34500" y="9865"/>
                    <a:pt x="34409" y="9925"/>
                  </a:cubicBezTo>
                  <a:lnTo>
                    <a:pt x="34317" y="9986"/>
                  </a:lnTo>
                  <a:cubicBezTo>
                    <a:pt x="34300" y="10039"/>
                    <a:pt x="34272" y="10072"/>
                    <a:pt x="34234" y="10072"/>
                  </a:cubicBezTo>
                  <a:cubicBezTo>
                    <a:pt x="34206" y="10072"/>
                    <a:pt x="34173" y="10055"/>
                    <a:pt x="34135" y="10017"/>
                  </a:cubicBezTo>
                  <a:lnTo>
                    <a:pt x="34044" y="9956"/>
                  </a:lnTo>
                  <a:lnTo>
                    <a:pt x="33953" y="9925"/>
                  </a:lnTo>
                  <a:cubicBezTo>
                    <a:pt x="33944" y="9901"/>
                    <a:pt x="33925" y="9890"/>
                    <a:pt x="33899" y="9890"/>
                  </a:cubicBezTo>
                  <a:cubicBezTo>
                    <a:pt x="33827" y="9890"/>
                    <a:pt x="33699" y="9974"/>
                    <a:pt x="33588" y="10108"/>
                  </a:cubicBezTo>
                  <a:lnTo>
                    <a:pt x="33618" y="10351"/>
                  </a:lnTo>
                  <a:cubicBezTo>
                    <a:pt x="33618" y="10351"/>
                    <a:pt x="33557" y="10412"/>
                    <a:pt x="33527" y="10412"/>
                  </a:cubicBezTo>
                  <a:cubicBezTo>
                    <a:pt x="33497" y="10412"/>
                    <a:pt x="33436" y="10381"/>
                    <a:pt x="33405" y="10381"/>
                  </a:cubicBezTo>
                  <a:lnTo>
                    <a:pt x="33405" y="10290"/>
                  </a:lnTo>
                  <a:cubicBezTo>
                    <a:pt x="33375" y="10260"/>
                    <a:pt x="33314" y="10260"/>
                    <a:pt x="33284" y="10260"/>
                  </a:cubicBezTo>
                  <a:cubicBezTo>
                    <a:pt x="33253" y="10260"/>
                    <a:pt x="33223" y="10320"/>
                    <a:pt x="33223" y="10320"/>
                  </a:cubicBezTo>
                  <a:cubicBezTo>
                    <a:pt x="33223" y="10320"/>
                    <a:pt x="33223" y="10351"/>
                    <a:pt x="33223" y="10351"/>
                  </a:cubicBezTo>
                  <a:lnTo>
                    <a:pt x="33284" y="10624"/>
                  </a:lnTo>
                  <a:cubicBezTo>
                    <a:pt x="33093" y="10768"/>
                    <a:pt x="32902" y="10817"/>
                    <a:pt x="32829" y="10817"/>
                  </a:cubicBezTo>
                  <a:cubicBezTo>
                    <a:pt x="32809" y="10817"/>
                    <a:pt x="32798" y="10813"/>
                    <a:pt x="32798" y="10807"/>
                  </a:cubicBezTo>
                  <a:cubicBezTo>
                    <a:pt x="32767" y="10746"/>
                    <a:pt x="32706" y="10685"/>
                    <a:pt x="32646" y="10624"/>
                  </a:cubicBezTo>
                  <a:cubicBezTo>
                    <a:pt x="32615" y="10624"/>
                    <a:pt x="32585" y="10746"/>
                    <a:pt x="32524" y="10746"/>
                  </a:cubicBezTo>
                  <a:cubicBezTo>
                    <a:pt x="32433" y="10746"/>
                    <a:pt x="32402" y="10837"/>
                    <a:pt x="32433" y="10928"/>
                  </a:cubicBezTo>
                  <a:lnTo>
                    <a:pt x="32311" y="10928"/>
                  </a:lnTo>
                  <a:cubicBezTo>
                    <a:pt x="32280" y="10923"/>
                    <a:pt x="32249" y="10921"/>
                    <a:pt x="32218" y="10921"/>
                  </a:cubicBezTo>
                  <a:cubicBezTo>
                    <a:pt x="32068" y="10921"/>
                    <a:pt x="31926" y="10980"/>
                    <a:pt x="31825" y="11080"/>
                  </a:cubicBezTo>
                  <a:cubicBezTo>
                    <a:pt x="31794" y="11096"/>
                    <a:pt x="31764" y="11103"/>
                    <a:pt x="31734" y="11103"/>
                  </a:cubicBezTo>
                  <a:cubicBezTo>
                    <a:pt x="31703" y="11103"/>
                    <a:pt x="31673" y="11096"/>
                    <a:pt x="31643" y="11080"/>
                  </a:cubicBezTo>
                  <a:lnTo>
                    <a:pt x="31612" y="11080"/>
                  </a:lnTo>
                  <a:cubicBezTo>
                    <a:pt x="31582" y="11020"/>
                    <a:pt x="31673" y="10928"/>
                    <a:pt x="31764" y="10868"/>
                  </a:cubicBezTo>
                  <a:lnTo>
                    <a:pt x="31825" y="10776"/>
                  </a:lnTo>
                  <a:cubicBezTo>
                    <a:pt x="31837" y="10753"/>
                    <a:pt x="31852" y="10744"/>
                    <a:pt x="31869" y="10744"/>
                  </a:cubicBezTo>
                  <a:cubicBezTo>
                    <a:pt x="31919" y="10744"/>
                    <a:pt x="31987" y="10824"/>
                    <a:pt x="32031" y="10824"/>
                  </a:cubicBezTo>
                  <a:cubicBezTo>
                    <a:pt x="32048" y="10824"/>
                    <a:pt x="32061" y="10811"/>
                    <a:pt x="32068" y="10776"/>
                  </a:cubicBezTo>
                  <a:lnTo>
                    <a:pt x="32129" y="10655"/>
                  </a:lnTo>
                  <a:cubicBezTo>
                    <a:pt x="32220" y="10655"/>
                    <a:pt x="32250" y="10503"/>
                    <a:pt x="32250" y="10442"/>
                  </a:cubicBezTo>
                  <a:cubicBezTo>
                    <a:pt x="32234" y="10409"/>
                    <a:pt x="32318" y="10385"/>
                    <a:pt x="32402" y="10385"/>
                  </a:cubicBezTo>
                  <a:cubicBezTo>
                    <a:pt x="32471" y="10385"/>
                    <a:pt x="32541" y="10401"/>
                    <a:pt x="32554" y="10442"/>
                  </a:cubicBezTo>
                  <a:cubicBezTo>
                    <a:pt x="32570" y="10488"/>
                    <a:pt x="32615" y="10495"/>
                    <a:pt x="32668" y="10495"/>
                  </a:cubicBezTo>
                  <a:cubicBezTo>
                    <a:pt x="32695" y="10495"/>
                    <a:pt x="32723" y="10493"/>
                    <a:pt x="32751" y="10493"/>
                  </a:cubicBezTo>
                  <a:cubicBezTo>
                    <a:pt x="32779" y="10493"/>
                    <a:pt x="32805" y="10495"/>
                    <a:pt x="32828" y="10503"/>
                  </a:cubicBezTo>
                  <a:cubicBezTo>
                    <a:pt x="32919" y="10503"/>
                    <a:pt x="33041" y="10351"/>
                    <a:pt x="33041" y="10290"/>
                  </a:cubicBezTo>
                  <a:cubicBezTo>
                    <a:pt x="33071" y="10199"/>
                    <a:pt x="33132" y="10108"/>
                    <a:pt x="33223" y="10047"/>
                  </a:cubicBezTo>
                  <a:lnTo>
                    <a:pt x="33223" y="9834"/>
                  </a:lnTo>
                  <a:cubicBezTo>
                    <a:pt x="33223" y="9743"/>
                    <a:pt x="33162" y="9652"/>
                    <a:pt x="33071" y="9652"/>
                  </a:cubicBezTo>
                  <a:cubicBezTo>
                    <a:pt x="32889" y="9682"/>
                    <a:pt x="32706" y="9773"/>
                    <a:pt x="32554" y="9895"/>
                  </a:cubicBezTo>
                  <a:lnTo>
                    <a:pt x="32281" y="9986"/>
                  </a:lnTo>
                  <a:lnTo>
                    <a:pt x="32159" y="10047"/>
                  </a:lnTo>
                  <a:cubicBezTo>
                    <a:pt x="32112" y="10028"/>
                    <a:pt x="32065" y="10021"/>
                    <a:pt x="32022" y="10021"/>
                  </a:cubicBezTo>
                  <a:cubicBezTo>
                    <a:pt x="31928" y="10021"/>
                    <a:pt x="31855" y="10056"/>
                    <a:pt x="31855" y="10077"/>
                  </a:cubicBezTo>
                  <a:cubicBezTo>
                    <a:pt x="31855" y="10093"/>
                    <a:pt x="31832" y="10100"/>
                    <a:pt x="31794" y="10100"/>
                  </a:cubicBezTo>
                  <a:cubicBezTo>
                    <a:pt x="31756" y="10100"/>
                    <a:pt x="31703" y="10093"/>
                    <a:pt x="31643" y="10077"/>
                  </a:cubicBezTo>
                  <a:lnTo>
                    <a:pt x="31612" y="10108"/>
                  </a:lnTo>
                  <a:lnTo>
                    <a:pt x="31430" y="10199"/>
                  </a:lnTo>
                  <a:cubicBezTo>
                    <a:pt x="31358" y="10235"/>
                    <a:pt x="31287" y="10247"/>
                    <a:pt x="31226" y="10247"/>
                  </a:cubicBezTo>
                  <a:cubicBezTo>
                    <a:pt x="31132" y="10247"/>
                    <a:pt x="31065" y="10217"/>
                    <a:pt x="31065" y="10199"/>
                  </a:cubicBezTo>
                  <a:cubicBezTo>
                    <a:pt x="31217" y="10047"/>
                    <a:pt x="31399" y="9956"/>
                    <a:pt x="31582" y="9925"/>
                  </a:cubicBezTo>
                  <a:cubicBezTo>
                    <a:pt x="31734" y="9925"/>
                    <a:pt x="31886" y="9865"/>
                    <a:pt x="31886" y="9834"/>
                  </a:cubicBezTo>
                  <a:cubicBezTo>
                    <a:pt x="32159" y="9804"/>
                    <a:pt x="32402" y="9713"/>
                    <a:pt x="32585" y="9500"/>
                  </a:cubicBezTo>
                  <a:lnTo>
                    <a:pt x="32737" y="9378"/>
                  </a:lnTo>
                  <a:cubicBezTo>
                    <a:pt x="32876" y="9285"/>
                    <a:pt x="33033" y="9246"/>
                    <a:pt x="33113" y="9246"/>
                  </a:cubicBezTo>
                  <a:cubicBezTo>
                    <a:pt x="33138" y="9246"/>
                    <a:pt x="33155" y="9249"/>
                    <a:pt x="33162" y="9257"/>
                  </a:cubicBezTo>
                  <a:cubicBezTo>
                    <a:pt x="33168" y="9263"/>
                    <a:pt x="33181" y="9265"/>
                    <a:pt x="33197" y="9265"/>
                  </a:cubicBezTo>
                  <a:cubicBezTo>
                    <a:pt x="33261" y="9265"/>
                    <a:pt x="33387" y="9226"/>
                    <a:pt x="33436" y="9226"/>
                  </a:cubicBezTo>
                  <a:cubicBezTo>
                    <a:pt x="33527" y="9226"/>
                    <a:pt x="33618" y="9196"/>
                    <a:pt x="33709" y="9196"/>
                  </a:cubicBezTo>
                  <a:lnTo>
                    <a:pt x="33770" y="9135"/>
                  </a:lnTo>
                  <a:lnTo>
                    <a:pt x="33953" y="9044"/>
                  </a:lnTo>
                  <a:cubicBezTo>
                    <a:pt x="33861" y="8922"/>
                    <a:pt x="33709" y="8831"/>
                    <a:pt x="33557" y="8801"/>
                  </a:cubicBezTo>
                  <a:lnTo>
                    <a:pt x="33527" y="8862"/>
                  </a:lnTo>
                  <a:cubicBezTo>
                    <a:pt x="33405" y="8922"/>
                    <a:pt x="33253" y="8953"/>
                    <a:pt x="33132" y="8953"/>
                  </a:cubicBezTo>
                  <a:lnTo>
                    <a:pt x="32889" y="8922"/>
                  </a:lnTo>
                  <a:cubicBezTo>
                    <a:pt x="32676" y="8983"/>
                    <a:pt x="32494" y="9135"/>
                    <a:pt x="32402" y="9317"/>
                  </a:cubicBezTo>
                  <a:cubicBezTo>
                    <a:pt x="32402" y="9329"/>
                    <a:pt x="32395" y="9334"/>
                    <a:pt x="32384" y="9334"/>
                  </a:cubicBezTo>
                  <a:cubicBezTo>
                    <a:pt x="32336" y="9334"/>
                    <a:pt x="32208" y="9251"/>
                    <a:pt x="32159" y="9226"/>
                  </a:cubicBezTo>
                  <a:cubicBezTo>
                    <a:pt x="32141" y="9208"/>
                    <a:pt x="32113" y="9201"/>
                    <a:pt x="32083" y="9201"/>
                  </a:cubicBezTo>
                  <a:cubicBezTo>
                    <a:pt x="32010" y="9201"/>
                    <a:pt x="31925" y="9244"/>
                    <a:pt x="31946" y="9287"/>
                  </a:cubicBezTo>
                  <a:cubicBezTo>
                    <a:pt x="31946" y="9348"/>
                    <a:pt x="31825" y="9378"/>
                    <a:pt x="31764" y="9378"/>
                  </a:cubicBezTo>
                  <a:lnTo>
                    <a:pt x="31095" y="9378"/>
                  </a:lnTo>
                  <a:lnTo>
                    <a:pt x="30883" y="9561"/>
                  </a:lnTo>
                  <a:cubicBezTo>
                    <a:pt x="30822" y="9621"/>
                    <a:pt x="30670" y="9621"/>
                    <a:pt x="30548" y="9621"/>
                  </a:cubicBezTo>
                  <a:lnTo>
                    <a:pt x="30518" y="9621"/>
                  </a:lnTo>
                  <a:cubicBezTo>
                    <a:pt x="30548" y="9682"/>
                    <a:pt x="30548" y="9773"/>
                    <a:pt x="30548" y="9834"/>
                  </a:cubicBezTo>
                  <a:cubicBezTo>
                    <a:pt x="30563" y="9865"/>
                    <a:pt x="30541" y="9880"/>
                    <a:pt x="30491" y="9880"/>
                  </a:cubicBezTo>
                  <a:cubicBezTo>
                    <a:pt x="30442" y="9880"/>
                    <a:pt x="30366" y="9865"/>
                    <a:pt x="30275" y="9834"/>
                  </a:cubicBezTo>
                  <a:lnTo>
                    <a:pt x="30184" y="9865"/>
                  </a:lnTo>
                  <a:cubicBezTo>
                    <a:pt x="30062" y="9925"/>
                    <a:pt x="29940" y="9986"/>
                    <a:pt x="29819" y="10047"/>
                  </a:cubicBezTo>
                  <a:cubicBezTo>
                    <a:pt x="29728" y="10077"/>
                    <a:pt x="29636" y="10077"/>
                    <a:pt x="29576" y="10077"/>
                  </a:cubicBezTo>
                  <a:cubicBezTo>
                    <a:pt x="29272" y="10199"/>
                    <a:pt x="28907" y="10199"/>
                    <a:pt x="28725" y="10472"/>
                  </a:cubicBezTo>
                  <a:lnTo>
                    <a:pt x="28664" y="10564"/>
                  </a:lnTo>
                  <a:cubicBezTo>
                    <a:pt x="28542" y="10685"/>
                    <a:pt x="28390" y="10746"/>
                    <a:pt x="28238" y="10746"/>
                  </a:cubicBezTo>
                  <a:cubicBezTo>
                    <a:pt x="28147" y="10746"/>
                    <a:pt x="28025" y="10564"/>
                    <a:pt x="27965" y="10564"/>
                  </a:cubicBezTo>
                  <a:cubicBezTo>
                    <a:pt x="27843" y="10594"/>
                    <a:pt x="27691" y="10594"/>
                    <a:pt x="27569" y="10594"/>
                  </a:cubicBezTo>
                  <a:cubicBezTo>
                    <a:pt x="27509" y="10624"/>
                    <a:pt x="27539" y="10685"/>
                    <a:pt x="27630" y="10776"/>
                  </a:cubicBezTo>
                  <a:lnTo>
                    <a:pt x="27661" y="10868"/>
                  </a:lnTo>
                  <a:lnTo>
                    <a:pt x="27661" y="10898"/>
                  </a:lnTo>
                  <a:cubicBezTo>
                    <a:pt x="27600" y="10928"/>
                    <a:pt x="27539" y="10944"/>
                    <a:pt x="27478" y="10944"/>
                  </a:cubicBezTo>
                  <a:cubicBezTo>
                    <a:pt x="27418" y="10944"/>
                    <a:pt x="27357" y="10928"/>
                    <a:pt x="27296" y="10898"/>
                  </a:cubicBezTo>
                  <a:lnTo>
                    <a:pt x="27205" y="10868"/>
                  </a:lnTo>
                  <a:cubicBezTo>
                    <a:pt x="27174" y="10837"/>
                    <a:pt x="27144" y="10716"/>
                    <a:pt x="27144" y="10716"/>
                  </a:cubicBezTo>
                  <a:lnTo>
                    <a:pt x="27387" y="10564"/>
                  </a:lnTo>
                  <a:cubicBezTo>
                    <a:pt x="27235" y="10412"/>
                    <a:pt x="27266" y="10229"/>
                    <a:pt x="27387" y="10229"/>
                  </a:cubicBezTo>
                  <a:lnTo>
                    <a:pt x="27478" y="10260"/>
                  </a:lnTo>
                  <a:lnTo>
                    <a:pt x="27600" y="10320"/>
                  </a:lnTo>
                  <a:cubicBezTo>
                    <a:pt x="27721" y="10320"/>
                    <a:pt x="27843" y="10290"/>
                    <a:pt x="27843" y="10290"/>
                  </a:cubicBezTo>
                  <a:cubicBezTo>
                    <a:pt x="27752" y="10199"/>
                    <a:pt x="27600" y="10169"/>
                    <a:pt x="27661" y="10047"/>
                  </a:cubicBezTo>
                  <a:cubicBezTo>
                    <a:pt x="27693" y="9982"/>
                    <a:pt x="27743" y="9952"/>
                    <a:pt x="27801" y="9952"/>
                  </a:cubicBezTo>
                  <a:cubicBezTo>
                    <a:pt x="27852" y="9952"/>
                    <a:pt x="27908" y="9974"/>
                    <a:pt x="27965" y="10017"/>
                  </a:cubicBezTo>
                  <a:cubicBezTo>
                    <a:pt x="27965" y="10017"/>
                    <a:pt x="28056" y="9956"/>
                    <a:pt x="28056" y="9956"/>
                  </a:cubicBezTo>
                  <a:cubicBezTo>
                    <a:pt x="28056" y="9834"/>
                    <a:pt x="28117" y="9834"/>
                    <a:pt x="28238" y="9834"/>
                  </a:cubicBezTo>
                  <a:lnTo>
                    <a:pt x="28299" y="9834"/>
                  </a:lnTo>
                  <a:cubicBezTo>
                    <a:pt x="28421" y="9834"/>
                    <a:pt x="28360" y="9713"/>
                    <a:pt x="28299" y="9682"/>
                  </a:cubicBezTo>
                  <a:cubicBezTo>
                    <a:pt x="28269" y="9682"/>
                    <a:pt x="28360" y="9591"/>
                    <a:pt x="28390" y="9561"/>
                  </a:cubicBezTo>
                  <a:cubicBezTo>
                    <a:pt x="28421" y="9561"/>
                    <a:pt x="28390" y="9500"/>
                    <a:pt x="28329" y="9439"/>
                  </a:cubicBezTo>
                  <a:lnTo>
                    <a:pt x="28512" y="9439"/>
                  </a:lnTo>
                  <a:cubicBezTo>
                    <a:pt x="28603" y="9409"/>
                    <a:pt x="28573" y="9317"/>
                    <a:pt x="28512" y="9287"/>
                  </a:cubicBezTo>
                  <a:cubicBezTo>
                    <a:pt x="28451" y="9226"/>
                    <a:pt x="28360" y="9226"/>
                    <a:pt x="28299" y="9196"/>
                  </a:cubicBezTo>
                  <a:cubicBezTo>
                    <a:pt x="28299" y="9181"/>
                    <a:pt x="28337" y="9173"/>
                    <a:pt x="28383" y="9173"/>
                  </a:cubicBezTo>
                  <a:cubicBezTo>
                    <a:pt x="28428" y="9173"/>
                    <a:pt x="28481" y="9181"/>
                    <a:pt x="28512" y="9196"/>
                  </a:cubicBezTo>
                  <a:cubicBezTo>
                    <a:pt x="28573" y="9196"/>
                    <a:pt x="28390" y="8892"/>
                    <a:pt x="28269" y="8862"/>
                  </a:cubicBezTo>
                  <a:cubicBezTo>
                    <a:pt x="28238" y="8854"/>
                    <a:pt x="28206" y="8850"/>
                    <a:pt x="28173" y="8850"/>
                  </a:cubicBezTo>
                  <a:cubicBezTo>
                    <a:pt x="28075" y="8850"/>
                    <a:pt x="27972" y="8884"/>
                    <a:pt x="27904" y="8953"/>
                  </a:cubicBezTo>
                  <a:cubicBezTo>
                    <a:pt x="27904" y="8983"/>
                    <a:pt x="27934" y="9105"/>
                    <a:pt x="27965" y="9135"/>
                  </a:cubicBezTo>
                  <a:cubicBezTo>
                    <a:pt x="27976" y="9158"/>
                    <a:pt x="27975" y="9168"/>
                    <a:pt x="27960" y="9168"/>
                  </a:cubicBezTo>
                  <a:cubicBezTo>
                    <a:pt x="27935" y="9168"/>
                    <a:pt x="27876" y="9142"/>
                    <a:pt x="27782" y="9105"/>
                  </a:cubicBezTo>
                  <a:lnTo>
                    <a:pt x="27691" y="9044"/>
                  </a:lnTo>
                  <a:cubicBezTo>
                    <a:pt x="27509" y="8953"/>
                    <a:pt x="27478" y="8862"/>
                    <a:pt x="27661" y="8770"/>
                  </a:cubicBezTo>
                  <a:lnTo>
                    <a:pt x="27752" y="8710"/>
                  </a:lnTo>
                  <a:cubicBezTo>
                    <a:pt x="27873" y="8710"/>
                    <a:pt x="27934" y="8527"/>
                    <a:pt x="27873" y="8375"/>
                  </a:cubicBezTo>
                  <a:lnTo>
                    <a:pt x="28117" y="8132"/>
                  </a:lnTo>
                  <a:cubicBezTo>
                    <a:pt x="28177" y="8071"/>
                    <a:pt x="28147" y="7950"/>
                    <a:pt x="28208" y="7919"/>
                  </a:cubicBezTo>
                  <a:cubicBezTo>
                    <a:pt x="28228" y="7899"/>
                    <a:pt x="28255" y="7892"/>
                    <a:pt x="28285" y="7892"/>
                  </a:cubicBezTo>
                  <a:cubicBezTo>
                    <a:pt x="28346" y="7892"/>
                    <a:pt x="28421" y="7919"/>
                    <a:pt x="28481" y="7919"/>
                  </a:cubicBezTo>
                  <a:cubicBezTo>
                    <a:pt x="28512" y="7919"/>
                    <a:pt x="28512" y="7889"/>
                    <a:pt x="28573" y="7828"/>
                  </a:cubicBezTo>
                  <a:cubicBezTo>
                    <a:pt x="28618" y="7798"/>
                    <a:pt x="28656" y="7782"/>
                    <a:pt x="28690" y="7782"/>
                  </a:cubicBezTo>
                  <a:cubicBezTo>
                    <a:pt x="28725" y="7782"/>
                    <a:pt x="28755" y="7798"/>
                    <a:pt x="28785" y="7828"/>
                  </a:cubicBezTo>
                  <a:lnTo>
                    <a:pt x="28846" y="7858"/>
                  </a:lnTo>
                  <a:cubicBezTo>
                    <a:pt x="28937" y="7858"/>
                    <a:pt x="28968" y="7828"/>
                    <a:pt x="28968" y="7798"/>
                  </a:cubicBezTo>
                  <a:lnTo>
                    <a:pt x="28937" y="7798"/>
                  </a:lnTo>
                  <a:lnTo>
                    <a:pt x="28725" y="7737"/>
                  </a:lnTo>
                  <a:cubicBezTo>
                    <a:pt x="28755" y="7585"/>
                    <a:pt x="28816" y="7372"/>
                    <a:pt x="28877" y="7220"/>
                  </a:cubicBezTo>
                  <a:lnTo>
                    <a:pt x="29089" y="7281"/>
                  </a:lnTo>
                  <a:cubicBezTo>
                    <a:pt x="29120" y="7281"/>
                    <a:pt x="29211" y="7220"/>
                    <a:pt x="29211" y="7190"/>
                  </a:cubicBezTo>
                  <a:cubicBezTo>
                    <a:pt x="29241" y="6947"/>
                    <a:pt x="28907" y="6855"/>
                    <a:pt x="28816" y="6673"/>
                  </a:cubicBezTo>
                  <a:cubicBezTo>
                    <a:pt x="28785" y="6612"/>
                    <a:pt x="28709" y="6597"/>
                    <a:pt x="28633" y="6597"/>
                  </a:cubicBezTo>
                  <a:cubicBezTo>
                    <a:pt x="28557" y="6597"/>
                    <a:pt x="28481" y="6612"/>
                    <a:pt x="28451" y="6612"/>
                  </a:cubicBezTo>
                  <a:cubicBezTo>
                    <a:pt x="28360" y="6612"/>
                    <a:pt x="28299" y="6673"/>
                    <a:pt x="28238" y="6673"/>
                  </a:cubicBezTo>
                  <a:cubicBezTo>
                    <a:pt x="28147" y="6673"/>
                    <a:pt x="28086" y="6612"/>
                    <a:pt x="28025" y="6612"/>
                  </a:cubicBezTo>
                  <a:lnTo>
                    <a:pt x="27965" y="6612"/>
                  </a:lnTo>
                  <a:cubicBezTo>
                    <a:pt x="27939" y="6625"/>
                    <a:pt x="27919" y="6632"/>
                    <a:pt x="27905" y="6632"/>
                  </a:cubicBezTo>
                  <a:cubicBezTo>
                    <a:pt x="27884" y="6632"/>
                    <a:pt x="27873" y="6617"/>
                    <a:pt x="27873" y="6582"/>
                  </a:cubicBezTo>
                  <a:lnTo>
                    <a:pt x="27965" y="6521"/>
                  </a:lnTo>
                  <a:lnTo>
                    <a:pt x="28117" y="6430"/>
                  </a:lnTo>
                  <a:cubicBezTo>
                    <a:pt x="28238" y="6308"/>
                    <a:pt x="28208" y="6096"/>
                    <a:pt x="28056" y="5974"/>
                  </a:cubicBezTo>
                  <a:lnTo>
                    <a:pt x="28086" y="5944"/>
                  </a:lnTo>
                  <a:lnTo>
                    <a:pt x="28147" y="5822"/>
                  </a:lnTo>
                  <a:cubicBezTo>
                    <a:pt x="28056" y="5761"/>
                    <a:pt x="27539" y="5427"/>
                    <a:pt x="27569" y="5305"/>
                  </a:cubicBezTo>
                  <a:cubicBezTo>
                    <a:pt x="27569" y="5254"/>
                    <a:pt x="27586" y="5235"/>
                    <a:pt x="27605" y="5235"/>
                  </a:cubicBezTo>
                  <a:cubicBezTo>
                    <a:pt x="27630" y="5235"/>
                    <a:pt x="27661" y="5270"/>
                    <a:pt x="27661" y="5305"/>
                  </a:cubicBezTo>
                  <a:cubicBezTo>
                    <a:pt x="27661" y="5328"/>
                    <a:pt x="27674" y="5338"/>
                    <a:pt x="27694" y="5338"/>
                  </a:cubicBezTo>
                  <a:cubicBezTo>
                    <a:pt x="27726" y="5338"/>
                    <a:pt x="27775" y="5312"/>
                    <a:pt x="27813" y="5275"/>
                  </a:cubicBezTo>
                  <a:lnTo>
                    <a:pt x="27843" y="5214"/>
                  </a:lnTo>
                  <a:lnTo>
                    <a:pt x="27873" y="5153"/>
                  </a:lnTo>
                  <a:cubicBezTo>
                    <a:pt x="27904" y="5092"/>
                    <a:pt x="27904" y="5032"/>
                    <a:pt x="27813" y="5032"/>
                  </a:cubicBezTo>
                  <a:lnTo>
                    <a:pt x="27721" y="5032"/>
                  </a:lnTo>
                  <a:cubicBezTo>
                    <a:pt x="27691" y="5032"/>
                    <a:pt x="27661" y="4971"/>
                    <a:pt x="27691" y="4910"/>
                  </a:cubicBezTo>
                  <a:lnTo>
                    <a:pt x="27721" y="4880"/>
                  </a:lnTo>
                  <a:cubicBezTo>
                    <a:pt x="27782" y="4849"/>
                    <a:pt x="27843" y="4819"/>
                    <a:pt x="27843" y="4788"/>
                  </a:cubicBezTo>
                  <a:cubicBezTo>
                    <a:pt x="27843" y="4697"/>
                    <a:pt x="27904" y="4637"/>
                    <a:pt x="27965" y="4576"/>
                  </a:cubicBezTo>
                  <a:lnTo>
                    <a:pt x="28056" y="4485"/>
                  </a:lnTo>
                  <a:cubicBezTo>
                    <a:pt x="27934" y="4424"/>
                    <a:pt x="27813" y="4333"/>
                    <a:pt x="27691" y="4241"/>
                  </a:cubicBezTo>
                  <a:cubicBezTo>
                    <a:pt x="27661" y="4181"/>
                    <a:pt x="27813" y="4059"/>
                    <a:pt x="27873" y="4029"/>
                  </a:cubicBezTo>
                  <a:cubicBezTo>
                    <a:pt x="27904" y="3998"/>
                    <a:pt x="27691" y="3968"/>
                    <a:pt x="27600" y="3968"/>
                  </a:cubicBezTo>
                  <a:cubicBezTo>
                    <a:pt x="27539" y="3968"/>
                    <a:pt x="27448" y="4029"/>
                    <a:pt x="27448" y="4120"/>
                  </a:cubicBezTo>
                  <a:cubicBezTo>
                    <a:pt x="27357" y="4211"/>
                    <a:pt x="27235" y="4272"/>
                    <a:pt x="27114" y="4272"/>
                  </a:cubicBezTo>
                  <a:cubicBezTo>
                    <a:pt x="27108" y="4274"/>
                    <a:pt x="27103" y="4274"/>
                    <a:pt x="27098" y="4274"/>
                  </a:cubicBezTo>
                  <a:cubicBezTo>
                    <a:pt x="27012" y="4274"/>
                    <a:pt x="26931" y="4055"/>
                    <a:pt x="26931" y="3998"/>
                  </a:cubicBezTo>
                  <a:cubicBezTo>
                    <a:pt x="26931" y="3937"/>
                    <a:pt x="27144" y="3877"/>
                    <a:pt x="27205" y="3877"/>
                  </a:cubicBezTo>
                  <a:cubicBezTo>
                    <a:pt x="27266" y="3877"/>
                    <a:pt x="27357" y="3785"/>
                    <a:pt x="27387" y="3725"/>
                  </a:cubicBezTo>
                  <a:cubicBezTo>
                    <a:pt x="27387" y="3694"/>
                    <a:pt x="27144" y="3573"/>
                    <a:pt x="27144" y="3542"/>
                  </a:cubicBezTo>
                  <a:cubicBezTo>
                    <a:pt x="27137" y="3528"/>
                    <a:pt x="27126" y="3522"/>
                    <a:pt x="27113" y="3522"/>
                  </a:cubicBezTo>
                  <a:cubicBezTo>
                    <a:pt x="27073" y="3522"/>
                    <a:pt x="27015" y="3580"/>
                    <a:pt x="26992" y="3603"/>
                  </a:cubicBezTo>
                  <a:cubicBezTo>
                    <a:pt x="26992" y="3611"/>
                    <a:pt x="26988" y="3615"/>
                    <a:pt x="26981" y="3615"/>
                  </a:cubicBezTo>
                  <a:cubicBezTo>
                    <a:pt x="26964" y="3615"/>
                    <a:pt x="26931" y="3587"/>
                    <a:pt x="26931" y="3542"/>
                  </a:cubicBezTo>
                  <a:lnTo>
                    <a:pt x="26931" y="3421"/>
                  </a:lnTo>
                  <a:cubicBezTo>
                    <a:pt x="26931" y="3269"/>
                    <a:pt x="26901" y="3117"/>
                    <a:pt x="26840" y="2995"/>
                  </a:cubicBezTo>
                  <a:lnTo>
                    <a:pt x="26779" y="2904"/>
                  </a:lnTo>
                  <a:cubicBezTo>
                    <a:pt x="26597" y="2965"/>
                    <a:pt x="26414" y="2965"/>
                    <a:pt x="26232" y="2965"/>
                  </a:cubicBezTo>
                  <a:lnTo>
                    <a:pt x="26110" y="2722"/>
                  </a:lnTo>
                  <a:cubicBezTo>
                    <a:pt x="26171" y="2661"/>
                    <a:pt x="26141" y="2570"/>
                    <a:pt x="26019" y="2478"/>
                  </a:cubicBezTo>
                  <a:lnTo>
                    <a:pt x="25928" y="2418"/>
                  </a:lnTo>
                  <a:cubicBezTo>
                    <a:pt x="25867" y="2372"/>
                    <a:pt x="25814" y="2342"/>
                    <a:pt x="25772" y="2342"/>
                  </a:cubicBezTo>
                  <a:cubicBezTo>
                    <a:pt x="25763" y="2342"/>
                    <a:pt x="25754" y="2343"/>
                    <a:pt x="25745" y="2347"/>
                  </a:cubicBezTo>
                  <a:lnTo>
                    <a:pt x="25745" y="2347"/>
                  </a:lnTo>
                  <a:cubicBezTo>
                    <a:pt x="25740" y="2090"/>
                    <a:pt x="25682" y="1871"/>
                    <a:pt x="25624" y="1871"/>
                  </a:cubicBezTo>
                  <a:lnTo>
                    <a:pt x="25563" y="1871"/>
                  </a:lnTo>
                  <a:cubicBezTo>
                    <a:pt x="25533" y="1871"/>
                    <a:pt x="25442" y="1840"/>
                    <a:pt x="25442" y="1810"/>
                  </a:cubicBezTo>
                  <a:cubicBezTo>
                    <a:pt x="25422" y="1729"/>
                    <a:pt x="25482" y="1715"/>
                    <a:pt x="25534" y="1715"/>
                  </a:cubicBezTo>
                  <a:cubicBezTo>
                    <a:pt x="25560" y="1715"/>
                    <a:pt x="25584" y="1719"/>
                    <a:pt x="25594" y="1719"/>
                  </a:cubicBezTo>
                  <a:lnTo>
                    <a:pt x="25715" y="1719"/>
                  </a:lnTo>
                  <a:cubicBezTo>
                    <a:pt x="25749" y="1752"/>
                    <a:pt x="25783" y="1765"/>
                    <a:pt x="25815" y="1765"/>
                  </a:cubicBezTo>
                  <a:cubicBezTo>
                    <a:pt x="25900" y="1765"/>
                    <a:pt x="25975" y="1680"/>
                    <a:pt x="26019" y="1658"/>
                  </a:cubicBezTo>
                  <a:cubicBezTo>
                    <a:pt x="26080" y="1658"/>
                    <a:pt x="26019" y="1384"/>
                    <a:pt x="25959" y="1354"/>
                  </a:cubicBezTo>
                  <a:cubicBezTo>
                    <a:pt x="25898" y="1293"/>
                    <a:pt x="25807" y="1263"/>
                    <a:pt x="25746" y="1202"/>
                  </a:cubicBezTo>
                  <a:cubicBezTo>
                    <a:pt x="25667" y="1143"/>
                    <a:pt x="25525" y="1109"/>
                    <a:pt x="25435" y="1109"/>
                  </a:cubicBezTo>
                  <a:cubicBezTo>
                    <a:pt x="25385" y="1109"/>
                    <a:pt x="25351" y="1119"/>
                    <a:pt x="25351" y="1141"/>
                  </a:cubicBezTo>
                  <a:cubicBezTo>
                    <a:pt x="25351" y="1323"/>
                    <a:pt x="25168" y="1323"/>
                    <a:pt x="25077" y="1323"/>
                  </a:cubicBezTo>
                  <a:lnTo>
                    <a:pt x="24986" y="1354"/>
                  </a:lnTo>
                  <a:cubicBezTo>
                    <a:pt x="24864" y="1293"/>
                    <a:pt x="24803" y="1202"/>
                    <a:pt x="24773" y="1050"/>
                  </a:cubicBezTo>
                  <a:cubicBezTo>
                    <a:pt x="24803" y="1019"/>
                    <a:pt x="24652" y="898"/>
                    <a:pt x="24591" y="867"/>
                  </a:cubicBezTo>
                  <a:cubicBezTo>
                    <a:pt x="24589" y="866"/>
                    <a:pt x="24587" y="865"/>
                    <a:pt x="24585" y="865"/>
                  </a:cubicBezTo>
                  <a:cubicBezTo>
                    <a:pt x="24545" y="865"/>
                    <a:pt x="24404" y="1119"/>
                    <a:pt x="24317" y="1263"/>
                  </a:cubicBezTo>
                  <a:cubicBezTo>
                    <a:pt x="24250" y="1352"/>
                    <a:pt x="24184" y="1408"/>
                    <a:pt x="24141" y="1408"/>
                  </a:cubicBezTo>
                  <a:cubicBezTo>
                    <a:pt x="24125" y="1408"/>
                    <a:pt x="24113" y="1400"/>
                    <a:pt x="24104" y="1384"/>
                  </a:cubicBezTo>
                  <a:lnTo>
                    <a:pt x="24104" y="1354"/>
                  </a:lnTo>
                  <a:lnTo>
                    <a:pt x="24165" y="1263"/>
                  </a:lnTo>
                  <a:cubicBezTo>
                    <a:pt x="24104" y="1141"/>
                    <a:pt x="24013" y="1019"/>
                    <a:pt x="23922" y="898"/>
                  </a:cubicBezTo>
                  <a:lnTo>
                    <a:pt x="23861" y="807"/>
                  </a:lnTo>
                  <a:cubicBezTo>
                    <a:pt x="23823" y="755"/>
                    <a:pt x="23784" y="736"/>
                    <a:pt x="23746" y="736"/>
                  </a:cubicBezTo>
                  <a:cubicBezTo>
                    <a:pt x="23693" y="736"/>
                    <a:pt x="23640" y="772"/>
                    <a:pt x="23588" y="807"/>
                  </a:cubicBezTo>
                  <a:cubicBezTo>
                    <a:pt x="23496" y="837"/>
                    <a:pt x="23436" y="959"/>
                    <a:pt x="23375" y="959"/>
                  </a:cubicBezTo>
                  <a:lnTo>
                    <a:pt x="23010" y="959"/>
                  </a:lnTo>
                  <a:cubicBezTo>
                    <a:pt x="22776" y="842"/>
                    <a:pt x="22567" y="787"/>
                    <a:pt x="22432" y="787"/>
                  </a:cubicBezTo>
                  <a:cubicBezTo>
                    <a:pt x="22356" y="787"/>
                    <a:pt x="22302" y="804"/>
                    <a:pt x="22281" y="837"/>
                  </a:cubicBezTo>
                  <a:lnTo>
                    <a:pt x="22220" y="898"/>
                  </a:lnTo>
                  <a:lnTo>
                    <a:pt x="22189" y="959"/>
                  </a:lnTo>
                  <a:cubicBezTo>
                    <a:pt x="22098" y="989"/>
                    <a:pt x="21977" y="1019"/>
                    <a:pt x="21885" y="1019"/>
                  </a:cubicBezTo>
                  <a:lnTo>
                    <a:pt x="21825" y="1111"/>
                  </a:lnTo>
                  <a:lnTo>
                    <a:pt x="21794" y="1171"/>
                  </a:lnTo>
                  <a:cubicBezTo>
                    <a:pt x="21794" y="1202"/>
                    <a:pt x="21741" y="1217"/>
                    <a:pt x="21658" y="1217"/>
                  </a:cubicBezTo>
                  <a:cubicBezTo>
                    <a:pt x="21574" y="1217"/>
                    <a:pt x="21460" y="1202"/>
                    <a:pt x="21338" y="1171"/>
                  </a:cubicBezTo>
                  <a:lnTo>
                    <a:pt x="21095" y="1445"/>
                  </a:lnTo>
                  <a:cubicBezTo>
                    <a:pt x="21065" y="1475"/>
                    <a:pt x="21034" y="1506"/>
                    <a:pt x="21004" y="1536"/>
                  </a:cubicBezTo>
                  <a:lnTo>
                    <a:pt x="20427" y="1415"/>
                  </a:lnTo>
                  <a:cubicBezTo>
                    <a:pt x="20345" y="1374"/>
                    <a:pt x="20275" y="1345"/>
                    <a:pt x="20218" y="1345"/>
                  </a:cubicBezTo>
                  <a:cubicBezTo>
                    <a:pt x="20147" y="1345"/>
                    <a:pt x="20095" y="1388"/>
                    <a:pt x="20062" y="1506"/>
                  </a:cubicBezTo>
                  <a:cubicBezTo>
                    <a:pt x="20048" y="1533"/>
                    <a:pt x="20016" y="1548"/>
                    <a:pt x="19982" y="1548"/>
                  </a:cubicBezTo>
                  <a:cubicBezTo>
                    <a:pt x="19943" y="1548"/>
                    <a:pt x="19901" y="1528"/>
                    <a:pt x="19882" y="1483"/>
                  </a:cubicBezTo>
                  <a:lnTo>
                    <a:pt x="19882" y="1483"/>
                  </a:lnTo>
                  <a:cubicBezTo>
                    <a:pt x="19886" y="1525"/>
                    <a:pt x="19893" y="1591"/>
                    <a:pt x="19910" y="1658"/>
                  </a:cubicBezTo>
                  <a:lnTo>
                    <a:pt x="19636" y="1475"/>
                  </a:lnTo>
                  <a:cubicBezTo>
                    <a:pt x="19605" y="1444"/>
                    <a:pt x="19559" y="1427"/>
                    <a:pt x="19513" y="1427"/>
                  </a:cubicBezTo>
                  <a:cubicBezTo>
                    <a:pt x="19427" y="1427"/>
                    <a:pt x="19343" y="1488"/>
                    <a:pt x="19363" y="1627"/>
                  </a:cubicBezTo>
                  <a:cubicBezTo>
                    <a:pt x="19363" y="1627"/>
                    <a:pt x="19332" y="1688"/>
                    <a:pt x="19332" y="1688"/>
                  </a:cubicBezTo>
                  <a:cubicBezTo>
                    <a:pt x="19150" y="1688"/>
                    <a:pt x="19028" y="1810"/>
                    <a:pt x="18907" y="1840"/>
                  </a:cubicBezTo>
                  <a:cubicBezTo>
                    <a:pt x="18755" y="1901"/>
                    <a:pt x="18603" y="1901"/>
                    <a:pt x="18451" y="1931"/>
                  </a:cubicBezTo>
                  <a:lnTo>
                    <a:pt x="18390" y="1931"/>
                  </a:lnTo>
                  <a:cubicBezTo>
                    <a:pt x="18323" y="1887"/>
                    <a:pt x="18264" y="1867"/>
                    <a:pt x="18217" y="1867"/>
                  </a:cubicBezTo>
                  <a:cubicBezTo>
                    <a:pt x="18135" y="1867"/>
                    <a:pt x="18086" y="1926"/>
                    <a:pt x="18086" y="2023"/>
                  </a:cubicBezTo>
                  <a:lnTo>
                    <a:pt x="17934" y="2053"/>
                  </a:lnTo>
                  <a:cubicBezTo>
                    <a:pt x="17914" y="2063"/>
                    <a:pt x="17890" y="2066"/>
                    <a:pt x="17867" y="2066"/>
                  </a:cubicBezTo>
                  <a:cubicBezTo>
                    <a:pt x="17819" y="2066"/>
                    <a:pt x="17772" y="2053"/>
                    <a:pt x="17752" y="2053"/>
                  </a:cubicBezTo>
                  <a:cubicBezTo>
                    <a:pt x="17691" y="2114"/>
                    <a:pt x="17630" y="2144"/>
                    <a:pt x="17569" y="2205"/>
                  </a:cubicBezTo>
                  <a:cubicBezTo>
                    <a:pt x="17478" y="2266"/>
                    <a:pt x="17387" y="2326"/>
                    <a:pt x="17265" y="2357"/>
                  </a:cubicBezTo>
                  <a:lnTo>
                    <a:pt x="17205" y="2357"/>
                  </a:lnTo>
                  <a:cubicBezTo>
                    <a:pt x="17188" y="2351"/>
                    <a:pt x="17172" y="2349"/>
                    <a:pt x="17157" y="2349"/>
                  </a:cubicBezTo>
                  <a:cubicBezTo>
                    <a:pt x="17091" y="2349"/>
                    <a:pt x="17041" y="2398"/>
                    <a:pt x="16992" y="2448"/>
                  </a:cubicBezTo>
                  <a:cubicBezTo>
                    <a:pt x="16992" y="2463"/>
                    <a:pt x="16961" y="2471"/>
                    <a:pt x="16916" y="2471"/>
                  </a:cubicBezTo>
                  <a:cubicBezTo>
                    <a:pt x="16870" y="2471"/>
                    <a:pt x="16809" y="2463"/>
                    <a:pt x="16749" y="2448"/>
                  </a:cubicBezTo>
                  <a:lnTo>
                    <a:pt x="16627" y="2418"/>
                  </a:lnTo>
                  <a:cubicBezTo>
                    <a:pt x="16611" y="2416"/>
                    <a:pt x="16597" y="2415"/>
                    <a:pt x="16585" y="2415"/>
                  </a:cubicBezTo>
                  <a:cubicBezTo>
                    <a:pt x="16422" y="2415"/>
                    <a:pt x="16678" y="2600"/>
                    <a:pt x="16536" y="2600"/>
                  </a:cubicBezTo>
                  <a:lnTo>
                    <a:pt x="16505" y="2600"/>
                  </a:lnTo>
                  <a:cubicBezTo>
                    <a:pt x="16384" y="2661"/>
                    <a:pt x="16232" y="2722"/>
                    <a:pt x="16080" y="2722"/>
                  </a:cubicBezTo>
                  <a:lnTo>
                    <a:pt x="15867" y="2691"/>
                  </a:lnTo>
                  <a:cubicBezTo>
                    <a:pt x="15824" y="2670"/>
                    <a:pt x="15777" y="2660"/>
                    <a:pt x="15731" y="2660"/>
                  </a:cubicBezTo>
                  <a:cubicBezTo>
                    <a:pt x="15646" y="2660"/>
                    <a:pt x="15561" y="2693"/>
                    <a:pt x="15502" y="2752"/>
                  </a:cubicBezTo>
                  <a:lnTo>
                    <a:pt x="15472" y="2782"/>
                  </a:lnTo>
                  <a:cubicBezTo>
                    <a:pt x="15443" y="2771"/>
                    <a:pt x="15418" y="2766"/>
                    <a:pt x="15398" y="2766"/>
                  </a:cubicBezTo>
                  <a:cubicBezTo>
                    <a:pt x="15310" y="2766"/>
                    <a:pt x="15290" y="2855"/>
                    <a:pt x="15290" y="2904"/>
                  </a:cubicBezTo>
                  <a:cubicBezTo>
                    <a:pt x="15320" y="2934"/>
                    <a:pt x="15229" y="3026"/>
                    <a:pt x="15138" y="3086"/>
                  </a:cubicBezTo>
                  <a:cubicBezTo>
                    <a:pt x="15069" y="3035"/>
                    <a:pt x="15010" y="3015"/>
                    <a:pt x="14959" y="3015"/>
                  </a:cubicBezTo>
                  <a:cubicBezTo>
                    <a:pt x="14830" y="3015"/>
                    <a:pt x="14756" y="3143"/>
                    <a:pt x="14712" y="3208"/>
                  </a:cubicBezTo>
                  <a:cubicBezTo>
                    <a:pt x="14591" y="3390"/>
                    <a:pt x="14378" y="3421"/>
                    <a:pt x="14195" y="3542"/>
                  </a:cubicBezTo>
                  <a:cubicBezTo>
                    <a:pt x="14013" y="3664"/>
                    <a:pt x="13800" y="3755"/>
                    <a:pt x="13557" y="3785"/>
                  </a:cubicBezTo>
                  <a:cubicBezTo>
                    <a:pt x="13405" y="3785"/>
                    <a:pt x="13253" y="3846"/>
                    <a:pt x="13132" y="3968"/>
                  </a:cubicBezTo>
                  <a:lnTo>
                    <a:pt x="13101" y="3968"/>
                  </a:lnTo>
                  <a:cubicBezTo>
                    <a:pt x="13010" y="3968"/>
                    <a:pt x="12919" y="3937"/>
                    <a:pt x="12828" y="3907"/>
                  </a:cubicBezTo>
                  <a:lnTo>
                    <a:pt x="12736" y="4029"/>
                  </a:lnTo>
                  <a:cubicBezTo>
                    <a:pt x="12684" y="4108"/>
                    <a:pt x="12608" y="4187"/>
                    <a:pt x="12510" y="4187"/>
                  </a:cubicBezTo>
                  <a:cubicBezTo>
                    <a:pt x="12495" y="4187"/>
                    <a:pt x="12479" y="4185"/>
                    <a:pt x="12463" y="4181"/>
                  </a:cubicBezTo>
                  <a:lnTo>
                    <a:pt x="12311" y="4181"/>
                  </a:lnTo>
                  <a:cubicBezTo>
                    <a:pt x="12402" y="4241"/>
                    <a:pt x="12463" y="4333"/>
                    <a:pt x="12463" y="4333"/>
                  </a:cubicBezTo>
                  <a:lnTo>
                    <a:pt x="12311" y="4333"/>
                  </a:lnTo>
                  <a:cubicBezTo>
                    <a:pt x="11946" y="4333"/>
                    <a:pt x="11885" y="4393"/>
                    <a:pt x="11794" y="4667"/>
                  </a:cubicBezTo>
                  <a:cubicBezTo>
                    <a:pt x="11746" y="4786"/>
                    <a:pt x="11623" y="4868"/>
                    <a:pt x="11484" y="4868"/>
                  </a:cubicBezTo>
                  <a:cubicBezTo>
                    <a:pt x="11447" y="4868"/>
                    <a:pt x="11408" y="4862"/>
                    <a:pt x="11369" y="4849"/>
                  </a:cubicBezTo>
                  <a:cubicBezTo>
                    <a:pt x="11308" y="4849"/>
                    <a:pt x="11277" y="5032"/>
                    <a:pt x="11247" y="5062"/>
                  </a:cubicBezTo>
                  <a:cubicBezTo>
                    <a:pt x="11247" y="5123"/>
                    <a:pt x="11125" y="5123"/>
                    <a:pt x="11095" y="5123"/>
                  </a:cubicBezTo>
                  <a:cubicBezTo>
                    <a:pt x="11034" y="5123"/>
                    <a:pt x="10882" y="5336"/>
                    <a:pt x="10761" y="5336"/>
                  </a:cubicBezTo>
                  <a:cubicBezTo>
                    <a:pt x="10748" y="5332"/>
                    <a:pt x="10736" y="5330"/>
                    <a:pt x="10724" y="5330"/>
                  </a:cubicBezTo>
                  <a:cubicBezTo>
                    <a:pt x="10646" y="5330"/>
                    <a:pt x="10574" y="5409"/>
                    <a:pt x="10548" y="5488"/>
                  </a:cubicBezTo>
                  <a:cubicBezTo>
                    <a:pt x="10396" y="5518"/>
                    <a:pt x="10244" y="5533"/>
                    <a:pt x="10092" y="5533"/>
                  </a:cubicBezTo>
                  <a:cubicBezTo>
                    <a:pt x="9940" y="5533"/>
                    <a:pt x="9788" y="5518"/>
                    <a:pt x="9636" y="5488"/>
                  </a:cubicBezTo>
                  <a:lnTo>
                    <a:pt x="9362" y="5883"/>
                  </a:lnTo>
                  <a:lnTo>
                    <a:pt x="9241" y="6065"/>
                  </a:lnTo>
                  <a:cubicBezTo>
                    <a:pt x="8998" y="6156"/>
                    <a:pt x="8785" y="6278"/>
                    <a:pt x="8572" y="6430"/>
                  </a:cubicBezTo>
                  <a:cubicBezTo>
                    <a:pt x="8481" y="6491"/>
                    <a:pt x="8542" y="6612"/>
                    <a:pt x="8724" y="6734"/>
                  </a:cubicBezTo>
                  <a:lnTo>
                    <a:pt x="8907" y="6643"/>
                  </a:lnTo>
                  <a:lnTo>
                    <a:pt x="9089" y="6551"/>
                  </a:lnTo>
                  <a:lnTo>
                    <a:pt x="9089" y="6551"/>
                  </a:lnTo>
                  <a:cubicBezTo>
                    <a:pt x="9180" y="6673"/>
                    <a:pt x="9089" y="6795"/>
                    <a:pt x="8876" y="6825"/>
                  </a:cubicBezTo>
                  <a:lnTo>
                    <a:pt x="8846" y="6886"/>
                  </a:lnTo>
                  <a:cubicBezTo>
                    <a:pt x="8786" y="6945"/>
                    <a:pt x="8766" y="6992"/>
                    <a:pt x="8725" y="6992"/>
                  </a:cubicBezTo>
                  <a:cubicBezTo>
                    <a:pt x="8703" y="6992"/>
                    <a:pt x="8675" y="6978"/>
                    <a:pt x="8633" y="6947"/>
                  </a:cubicBezTo>
                  <a:cubicBezTo>
                    <a:pt x="8624" y="6938"/>
                    <a:pt x="8613" y="6934"/>
                    <a:pt x="8600" y="6934"/>
                  </a:cubicBezTo>
                  <a:cubicBezTo>
                    <a:pt x="8570" y="6934"/>
                    <a:pt x="8533" y="6955"/>
                    <a:pt x="8511" y="6977"/>
                  </a:cubicBezTo>
                  <a:lnTo>
                    <a:pt x="8329" y="7099"/>
                  </a:lnTo>
                  <a:cubicBezTo>
                    <a:pt x="8268" y="7007"/>
                    <a:pt x="8299" y="6886"/>
                    <a:pt x="8420" y="6825"/>
                  </a:cubicBezTo>
                  <a:lnTo>
                    <a:pt x="7569" y="6825"/>
                  </a:lnTo>
                  <a:cubicBezTo>
                    <a:pt x="7508" y="6825"/>
                    <a:pt x="7387" y="6916"/>
                    <a:pt x="7387" y="6947"/>
                  </a:cubicBezTo>
                  <a:cubicBezTo>
                    <a:pt x="7356" y="7068"/>
                    <a:pt x="7296" y="7099"/>
                    <a:pt x="7204" y="7099"/>
                  </a:cubicBezTo>
                  <a:cubicBezTo>
                    <a:pt x="6992" y="7129"/>
                    <a:pt x="6840" y="7281"/>
                    <a:pt x="6900" y="7403"/>
                  </a:cubicBezTo>
                  <a:cubicBezTo>
                    <a:pt x="7022" y="7585"/>
                    <a:pt x="6870" y="7615"/>
                    <a:pt x="6718" y="7676"/>
                  </a:cubicBezTo>
                  <a:lnTo>
                    <a:pt x="6657" y="7676"/>
                  </a:lnTo>
                  <a:cubicBezTo>
                    <a:pt x="6538" y="7676"/>
                    <a:pt x="6536" y="7792"/>
                    <a:pt x="6564" y="7882"/>
                  </a:cubicBezTo>
                  <a:lnTo>
                    <a:pt x="6564" y="7882"/>
                  </a:lnTo>
                  <a:cubicBezTo>
                    <a:pt x="6568" y="7864"/>
                    <a:pt x="6578" y="7846"/>
                    <a:pt x="6596" y="7828"/>
                  </a:cubicBezTo>
                  <a:cubicBezTo>
                    <a:pt x="6659" y="7807"/>
                    <a:pt x="6722" y="7772"/>
                    <a:pt x="6775" y="7772"/>
                  </a:cubicBezTo>
                  <a:cubicBezTo>
                    <a:pt x="6799" y="7772"/>
                    <a:pt x="6821" y="7779"/>
                    <a:pt x="6840" y="7798"/>
                  </a:cubicBezTo>
                  <a:cubicBezTo>
                    <a:pt x="6931" y="7828"/>
                    <a:pt x="7022" y="7889"/>
                    <a:pt x="6961" y="7980"/>
                  </a:cubicBezTo>
                  <a:lnTo>
                    <a:pt x="6900" y="8041"/>
                  </a:lnTo>
                  <a:cubicBezTo>
                    <a:pt x="6837" y="8025"/>
                    <a:pt x="6723" y="7984"/>
                    <a:pt x="6624" y="7948"/>
                  </a:cubicBezTo>
                  <a:lnTo>
                    <a:pt x="6624" y="7948"/>
                  </a:lnTo>
                  <a:cubicBezTo>
                    <a:pt x="6646" y="7987"/>
                    <a:pt x="6657" y="8035"/>
                    <a:pt x="6657" y="8071"/>
                  </a:cubicBezTo>
                  <a:lnTo>
                    <a:pt x="6596" y="8010"/>
                  </a:lnTo>
                  <a:cubicBezTo>
                    <a:pt x="6582" y="7982"/>
                    <a:pt x="6568" y="7955"/>
                    <a:pt x="6563" y="7927"/>
                  </a:cubicBezTo>
                  <a:lnTo>
                    <a:pt x="6563" y="7927"/>
                  </a:lnTo>
                  <a:cubicBezTo>
                    <a:pt x="6583" y="7933"/>
                    <a:pt x="6603" y="7941"/>
                    <a:pt x="6624" y="7948"/>
                  </a:cubicBezTo>
                  <a:lnTo>
                    <a:pt x="6624" y="7948"/>
                  </a:lnTo>
                  <a:cubicBezTo>
                    <a:pt x="6610" y="7923"/>
                    <a:pt x="6590" y="7901"/>
                    <a:pt x="6566" y="7889"/>
                  </a:cubicBezTo>
                  <a:cubicBezTo>
                    <a:pt x="6565" y="7887"/>
                    <a:pt x="6565" y="7885"/>
                    <a:pt x="6564" y="7882"/>
                  </a:cubicBezTo>
                  <a:lnTo>
                    <a:pt x="6564" y="7882"/>
                  </a:lnTo>
                  <a:cubicBezTo>
                    <a:pt x="6560" y="7897"/>
                    <a:pt x="6561" y="7912"/>
                    <a:pt x="6563" y="7927"/>
                  </a:cubicBezTo>
                  <a:lnTo>
                    <a:pt x="6563" y="7927"/>
                  </a:lnTo>
                  <a:cubicBezTo>
                    <a:pt x="6502" y="7905"/>
                    <a:pt x="6455" y="7889"/>
                    <a:pt x="6444" y="7889"/>
                  </a:cubicBezTo>
                  <a:cubicBezTo>
                    <a:pt x="6441" y="7892"/>
                    <a:pt x="6438" y="7894"/>
                    <a:pt x="6434" y="7894"/>
                  </a:cubicBezTo>
                  <a:cubicBezTo>
                    <a:pt x="6402" y="7894"/>
                    <a:pt x="6353" y="7791"/>
                    <a:pt x="6353" y="7737"/>
                  </a:cubicBezTo>
                  <a:cubicBezTo>
                    <a:pt x="6351" y="7735"/>
                    <a:pt x="6348" y="7733"/>
                    <a:pt x="6343" y="7733"/>
                  </a:cubicBezTo>
                  <a:cubicBezTo>
                    <a:pt x="6292" y="7733"/>
                    <a:pt x="6106" y="7896"/>
                    <a:pt x="6049" y="7980"/>
                  </a:cubicBezTo>
                  <a:cubicBezTo>
                    <a:pt x="6030" y="8038"/>
                    <a:pt x="5986" y="8059"/>
                    <a:pt x="5957" y="8059"/>
                  </a:cubicBezTo>
                  <a:cubicBezTo>
                    <a:pt x="5940" y="8059"/>
                    <a:pt x="5928" y="8052"/>
                    <a:pt x="5928" y="8041"/>
                  </a:cubicBezTo>
                  <a:cubicBezTo>
                    <a:pt x="5867" y="8010"/>
                    <a:pt x="5776" y="7980"/>
                    <a:pt x="5715" y="7980"/>
                  </a:cubicBezTo>
                  <a:lnTo>
                    <a:pt x="5624" y="8041"/>
                  </a:lnTo>
                  <a:lnTo>
                    <a:pt x="5198" y="8406"/>
                  </a:lnTo>
                  <a:cubicBezTo>
                    <a:pt x="5168" y="8436"/>
                    <a:pt x="5107" y="8466"/>
                    <a:pt x="5046" y="8497"/>
                  </a:cubicBezTo>
                  <a:lnTo>
                    <a:pt x="5016" y="8497"/>
                  </a:lnTo>
                  <a:cubicBezTo>
                    <a:pt x="5003" y="8484"/>
                    <a:pt x="4991" y="8477"/>
                    <a:pt x="4980" y="8477"/>
                  </a:cubicBezTo>
                  <a:cubicBezTo>
                    <a:pt x="4966" y="8477"/>
                    <a:pt x="4955" y="8492"/>
                    <a:pt x="4955" y="8527"/>
                  </a:cubicBezTo>
                  <a:lnTo>
                    <a:pt x="4955" y="8588"/>
                  </a:lnTo>
                  <a:lnTo>
                    <a:pt x="4955" y="8618"/>
                  </a:lnTo>
                  <a:cubicBezTo>
                    <a:pt x="4977" y="8640"/>
                    <a:pt x="4952" y="8661"/>
                    <a:pt x="4915" y="8661"/>
                  </a:cubicBezTo>
                  <a:cubicBezTo>
                    <a:pt x="4900" y="8661"/>
                    <a:pt x="4882" y="8658"/>
                    <a:pt x="4864" y="8649"/>
                  </a:cubicBezTo>
                  <a:lnTo>
                    <a:pt x="4834" y="8649"/>
                  </a:lnTo>
                  <a:cubicBezTo>
                    <a:pt x="4682" y="8740"/>
                    <a:pt x="4530" y="8831"/>
                    <a:pt x="4378" y="8953"/>
                  </a:cubicBezTo>
                  <a:lnTo>
                    <a:pt x="4347" y="8983"/>
                  </a:lnTo>
                  <a:cubicBezTo>
                    <a:pt x="4367" y="9042"/>
                    <a:pt x="4310" y="9076"/>
                    <a:pt x="4219" y="9076"/>
                  </a:cubicBezTo>
                  <a:cubicBezTo>
                    <a:pt x="4169" y="9076"/>
                    <a:pt x="4108" y="9065"/>
                    <a:pt x="4043" y="9044"/>
                  </a:cubicBezTo>
                  <a:lnTo>
                    <a:pt x="3982" y="9257"/>
                  </a:lnTo>
                  <a:cubicBezTo>
                    <a:pt x="3952" y="9317"/>
                    <a:pt x="4013" y="9378"/>
                    <a:pt x="3861" y="9409"/>
                  </a:cubicBezTo>
                  <a:cubicBezTo>
                    <a:pt x="3723" y="9436"/>
                    <a:pt x="3559" y="9565"/>
                    <a:pt x="3416" y="9565"/>
                  </a:cubicBezTo>
                  <a:cubicBezTo>
                    <a:pt x="3402" y="9565"/>
                    <a:pt x="3388" y="9563"/>
                    <a:pt x="3375" y="9561"/>
                  </a:cubicBezTo>
                  <a:cubicBezTo>
                    <a:pt x="3342" y="9552"/>
                    <a:pt x="3314" y="9549"/>
                    <a:pt x="3292" y="9549"/>
                  </a:cubicBezTo>
                  <a:cubicBezTo>
                    <a:pt x="3231" y="9549"/>
                    <a:pt x="3217" y="9577"/>
                    <a:pt x="3283" y="9621"/>
                  </a:cubicBezTo>
                  <a:lnTo>
                    <a:pt x="3405" y="9743"/>
                  </a:lnTo>
                  <a:cubicBezTo>
                    <a:pt x="3359" y="9773"/>
                    <a:pt x="3306" y="9789"/>
                    <a:pt x="3249" y="9789"/>
                  </a:cubicBezTo>
                  <a:cubicBezTo>
                    <a:pt x="3192" y="9789"/>
                    <a:pt x="3131" y="9773"/>
                    <a:pt x="3071" y="9743"/>
                  </a:cubicBezTo>
                  <a:lnTo>
                    <a:pt x="3010" y="9834"/>
                  </a:lnTo>
                  <a:cubicBezTo>
                    <a:pt x="2949" y="9895"/>
                    <a:pt x="2858" y="9986"/>
                    <a:pt x="2797" y="10077"/>
                  </a:cubicBezTo>
                  <a:cubicBezTo>
                    <a:pt x="2736" y="10108"/>
                    <a:pt x="2706" y="10138"/>
                    <a:pt x="2645" y="10138"/>
                  </a:cubicBezTo>
                  <a:lnTo>
                    <a:pt x="2463" y="9956"/>
                  </a:lnTo>
                  <a:cubicBezTo>
                    <a:pt x="2341" y="10047"/>
                    <a:pt x="2219" y="10169"/>
                    <a:pt x="2128" y="10260"/>
                  </a:cubicBezTo>
                  <a:lnTo>
                    <a:pt x="2128" y="10290"/>
                  </a:lnTo>
                  <a:cubicBezTo>
                    <a:pt x="2159" y="10381"/>
                    <a:pt x="2189" y="10503"/>
                    <a:pt x="2250" y="10503"/>
                  </a:cubicBezTo>
                  <a:lnTo>
                    <a:pt x="2493" y="10533"/>
                  </a:lnTo>
                  <a:cubicBezTo>
                    <a:pt x="2523" y="10685"/>
                    <a:pt x="2311" y="10807"/>
                    <a:pt x="2250" y="10807"/>
                  </a:cubicBezTo>
                  <a:cubicBezTo>
                    <a:pt x="2159" y="10807"/>
                    <a:pt x="2067" y="11020"/>
                    <a:pt x="1976" y="11050"/>
                  </a:cubicBezTo>
                  <a:cubicBezTo>
                    <a:pt x="1855" y="11080"/>
                    <a:pt x="1824" y="11141"/>
                    <a:pt x="1855" y="11172"/>
                  </a:cubicBezTo>
                  <a:lnTo>
                    <a:pt x="1885" y="11172"/>
                  </a:lnTo>
                  <a:cubicBezTo>
                    <a:pt x="2128" y="11263"/>
                    <a:pt x="2189" y="11415"/>
                    <a:pt x="2067" y="11567"/>
                  </a:cubicBezTo>
                  <a:lnTo>
                    <a:pt x="1926" y="11765"/>
                  </a:lnTo>
                  <a:lnTo>
                    <a:pt x="1926" y="11765"/>
                  </a:lnTo>
                  <a:cubicBezTo>
                    <a:pt x="1884" y="11773"/>
                    <a:pt x="1813" y="11786"/>
                    <a:pt x="1745" y="11786"/>
                  </a:cubicBezTo>
                  <a:cubicBezTo>
                    <a:pt x="1720" y="11786"/>
                    <a:pt x="1695" y="11784"/>
                    <a:pt x="1672" y="11779"/>
                  </a:cubicBezTo>
                  <a:cubicBezTo>
                    <a:pt x="1596" y="11764"/>
                    <a:pt x="1528" y="11757"/>
                    <a:pt x="1479" y="11757"/>
                  </a:cubicBezTo>
                  <a:cubicBezTo>
                    <a:pt x="1429" y="11757"/>
                    <a:pt x="1399" y="11764"/>
                    <a:pt x="1399" y="11779"/>
                  </a:cubicBezTo>
                  <a:lnTo>
                    <a:pt x="1429" y="11810"/>
                  </a:lnTo>
                  <a:cubicBezTo>
                    <a:pt x="1439" y="11820"/>
                    <a:pt x="1466" y="11820"/>
                    <a:pt x="1494" y="11820"/>
                  </a:cubicBezTo>
                  <a:cubicBezTo>
                    <a:pt x="1551" y="11820"/>
                    <a:pt x="1612" y="11820"/>
                    <a:pt x="1551" y="11901"/>
                  </a:cubicBezTo>
                  <a:lnTo>
                    <a:pt x="1490" y="11992"/>
                  </a:lnTo>
                  <a:cubicBezTo>
                    <a:pt x="1476" y="12033"/>
                    <a:pt x="1382" y="12050"/>
                    <a:pt x="1272" y="12050"/>
                  </a:cubicBezTo>
                  <a:cubicBezTo>
                    <a:pt x="1137" y="12050"/>
                    <a:pt x="979" y="12026"/>
                    <a:pt x="912" y="11992"/>
                  </a:cubicBezTo>
                  <a:cubicBezTo>
                    <a:pt x="874" y="11963"/>
                    <a:pt x="841" y="11953"/>
                    <a:pt x="817" y="11953"/>
                  </a:cubicBezTo>
                  <a:cubicBezTo>
                    <a:pt x="765" y="11953"/>
                    <a:pt x="749" y="12002"/>
                    <a:pt x="791" y="12023"/>
                  </a:cubicBezTo>
                  <a:cubicBezTo>
                    <a:pt x="882" y="12114"/>
                    <a:pt x="973" y="12175"/>
                    <a:pt x="1095" y="12205"/>
                  </a:cubicBezTo>
                  <a:cubicBezTo>
                    <a:pt x="1156" y="12235"/>
                    <a:pt x="1156" y="12327"/>
                    <a:pt x="1095" y="12387"/>
                  </a:cubicBezTo>
                  <a:lnTo>
                    <a:pt x="1034" y="12387"/>
                  </a:lnTo>
                  <a:cubicBezTo>
                    <a:pt x="943" y="12418"/>
                    <a:pt x="821" y="12448"/>
                    <a:pt x="760" y="12479"/>
                  </a:cubicBezTo>
                  <a:cubicBezTo>
                    <a:pt x="669" y="12479"/>
                    <a:pt x="548" y="12479"/>
                    <a:pt x="578" y="12600"/>
                  </a:cubicBezTo>
                  <a:lnTo>
                    <a:pt x="578" y="12661"/>
                  </a:lnTo>
                  <a:cubicBezTo>
                    <a:pt x="540" y="12719"/>
                    <a:pt x="611" y="12740"/>
                    <a:pt x="692" y="12740"/>
                  </a:cubicBezTo>
                  <a:cubicBezTo>
                    <a:pt x="738" y="12740"/>
                    <a:pt x="788" y="12733"/>
                    <a:pt x="821" y="12722"/>
                  </a:cubicBezTo>
                  <a:cubicBezTo>
                    <a:pt x="906" y="12693"/>
                    <a:pt x="1045" y="12506"/>
                    <a:pt x="1112" y="12506"/>
                  </a:cubicBezTo>
                  <a:cubicBezTo>
                    <a:pt x="1117" y="12506"/>
                    <a:pt x="1121" y="12507"/>
                    <a:pt x="1125" y="12509"/>
                  </a:cubicBezTo>
                  <a:cubicBezTo>
                    <a:pt x="1186" y="12539"/>
                    <a:pt x="1308" y="12783"/>
                    <a:pt x="1308" y="12843"/>
                  </a:cubicBezTo>
                  <a:cubicBezTo>
                    <a:pt x="1338" y="12904"/>
                    <a:pt x="1186" y="13056"/>
                    <a:pt x="1125" y="13086"/>
                  </a:cubicBezTo>
                  <a:cubicBezTo>
                    <a:pt x="1064" y="13086"/>
                    <a:pt x="1004" y="13086"/>
                    <a:pt x="943" y="13026"/>
                  </a:cubicBezTo>
                  <a:cubicBezTo>
                    <a:pt x="943" y="13022"/>
                    <a:pt x="942" y="13020"/>
                    <a:pt x="941" y="13020"/>
                  </a:cubicBezTo>
                  <a:cubicBezTo>
                    <a:pt x="935" y="13020"/>
                    <a:pt x="908" y="13102"/>
                    <a:pt x="882" y="13208"/>
                  </a:cubicBezTo>
                  <a:lnTo>
                    <a:pt x="1004" y="13299"/>
                  </a:lnTo>
                  <a:cubicBezTo>
                    <a:pt x="1064" y="13330"/>
                    <a:pt x="1095" y="13421"/>
                    <a:pt x="1064" y="13482"/>
                  </a:cubicBezTo>
                  <a:cubicBezTo>
                    <a:pt x="973" y="13634"/>
                    <a:pt x="852" y="13786"/>
                    <a:pt x="730" y="13907"/>
                  </a:cubicBezTo>
                  <a:lnTo>
                    <a:pt x="669" y="13907"/>
                  </a:lnTo>
                  <a:cubicBezTo>
                    <a:pt x="661" y="13890"/>
                    <a:pt x="643" y="13883"/>
                    <a:pt x="619" y="13883"/>
                  </a:cubicBezTo>
                  <a:cubicBezTo>
                    <a:pt x="556" y="13883"/>
                    <a:pt x="453" y="13933"/>
                    <a:pt x="365" y="13998"/>
                  </a:cubicBezTo>
                  <a:lnTo>
                    <a:pt x="487" y="14120"/>
                  </a:lnTo>
                  <a:cubicBezTo>
                    <a:pt x="578" y="14211"/>
                    <a:pt x="578" y="14302"/>
                    <a:pt x="517" y="14394"/>
                  </a:cubicBezTo>
                  <a:cubicBezTo>
                    <a:pt x="497" y="14434"/>
                    <a:pt x="473" y="14448"/>
                    <a:pt x="446" y="14448"/>
                  </a:cubicBezTo>
                  <a:cubicBezTo>
                    <a:pt x="392" y="14448"/>
                    <a:pt x="325" y="14394"/>
                    <a:pt x="244" y="14394"/>
                  </a:cubicBezTo>
                  <a:cubicBezTo>
                    <a:pt x="153" y="14394"/>
                    <a:pt x="1" y="14515"/>
                    <a:pt x="61" y="14576"/>
                  </a:cubicBezTo>
                  <a:cubicBezTo>
                    <a:pt x="84" y="14620"/>
                    <a:pt x="106" y="14713"/>
                    <a:pt x="187" y="14713"/>
                  </a:cubicBezTo>
                  <a:cubicBezTo>
                    <a:pt x="217" y="14713"/>
                    <a:pt x="255" y="14700"/>
                    <a:pt x="305" y="14667"/>
                  </a:cubicBezTo>
                  <a:cubicBezTo>
                    <a:pt x="365" y="14606"/>
                    <a:pt x="487" y="14637"/>
                    <a:pt x="548" y="14576"/>
                  </a:cubicBezTo>
                  <a:lnTo>
                    <a:pt x="639" y="14545"/>
                  </a:lnTo>
                  <a:cubicBezTo>
                    <a:pt x="669" y="14454"/>
                    <a:pt x="791" y="14454"/>
                    <a:pt x="821" y="14454"/>
                  </a:cubicBezTo>
                  <a:cubicBezTo>
                    <a:pt x="821" y="14457"/>
                    <a:pt x="822" y="14458"/>
                    <a:pt x="822" y="14458"/>
                  </a:cubicBezTo>
                  <a:cubicBezTo>
                    <a:pt x="831" y="14458"/>
                    <a:pt x="889" y="14300"/>
                    <a:pt x="973" y="14272"/>
                  </a:cubicBezTo>
                  <a:cubicBezTo>
                    <a:pt x="1031" y="14214"/>
                    <a:pt x="1225" y="13966"/>
                    <a:pt x="1323" y="13966"/>
                  </a:cubicBezTo>
                  <a:cubicBezTo>
                    <a:pt x="1328" y="13966"/>
                    <a:pt x="1333" y="13966"/>
                    <a:pt x="1338" y="13968"/>
                  </a:cubicBezTo>
                  <a:cubicBezTo>
                    <a:pt x="1460" y="13998"/>
                    <a:pt x="1460" y="14150"/>
                    <a:pt x="1368" y="14272"/>
                  </a:cubicBezTo>
                  <a:lnTo>
                    <a:pt x="1551" y="14394"/>
                  </a:lnTo>
                  <a:cubicBezTo>
                    <a:pt x="1672" y="14454"/>
                    <a:pt x="1764" y="14545"/>
                    <a:pt x="1855" y="14637"/>
                  </a:cubicBezTo>
                  <a:cubicBezTo>
                    <a:pt x="1885" y="14728"/>
                    <a:pt x="1885" y="14789"/>
                    <a:pt x="1855" y="14849"/>
                  </a:cubicBezTo>
                  <a:lnTo>
                    <a:pt x="1642" y="14910"/>
                  </a:lnTo>
                  <a:cubicBezTo>
                    <a:pt x="1556" y="15053"/>
                    <a:pt x="1740" y="15278"/>
                    <a:pt x="1863" y="15278"/>
                  </a:cubicBezTo>
                  <a:cubicBezTo>
                    <a:pt x="1871" y="15278"/>
                    <a:pt x="1878" y="15277"/>
                    <a:pt x="1885" y="15275"/>
                  </a:cubicBezTo>
                  <a:cubicBezTo>
                    <a:pt x="1892" y="15271"/>
                    <a:pt x="1897" y="15266"/>
                    <a:pt x="1903" y="15262"/>
                  </a:cubicBezTo>
                  <a:lnTo>
                    <a:pt x="1903" y="15262"/>
                  </a:lnTo>
                  <a:lnTo>
                    <a:pt x="1976" y="15336"/>
                  </a:lnTo>
                  <a:lnTo>
                    <a:pt x="2007" y="15366"/>
                  </a:lnTo>
                  <a:cubicBezTo>
                    <a:pt x="2067" y="15457"/>
                    <a:pt x="1946" y="15579"/>
                    <a:pt x="1794" y="15640"/>
                  </a:cubicBezTo>
                  <a:lnTo>
                    <a:pt x="1794" y="15822"/>
                  </a:lnTo>
                  <a:lnTo>
                    <a:pt x="1794" y="15883"/>
                  </a:lnTo>
                  <a:cubicBezTo>
                    <a:pt x="1824" y="15944"/>
                    <a:pt x="1976" y="16004"/>
                    <a:pt x="2037" y="16004"/>
                  </a:cubicBezTo>
                  <a:cubicBezTo>
                    <a:pt x="2098" y="16004"/>
                    <a:pt x="2098" y="16156"/>
                    <a:pt x="2098" y="16217"/>
                  </a:cubicBezTo>
                  <a:cubicBezTo>
                    <a:pt x="2098" y="16248"/>
                    <a:pt x="2060" y="16255"/>
                    <a:pt x="2014" y="16255"/>
                  </a:cubicBezTo>
                  <a:cubicBezTo>
                    <a:pt x="1969" y="16255"/>
                    <a:pt x="1916" y="16248"/>
                    <a:pt x="1885" y="16248"/>
                  </a:cubicBezTo>
                  <a:cubicBezTo>
                    <a:pt x="1855" y="16278"/>
                    <a:pt x="1794" y="16339"/>
                    <a:pt x="1733" y="16460"/>
                  </a:cubicBezTo>
                  <a:lnTo>
                    <a:pt x="1885" y="16521"/>
                  </a:lnTo>
                  <a:cubicBezTo>
                    <a:pt x="1946" y="16521"/>
                    <a:pt x="1976" y="16582"/>
                    <a:pt x="1976" y="16612"/>
                  </a:cubicBezTo>
                  <a:lnTo>
                    <a:pt x="1976" y="16825"/>
                  </a:lnTo>
                  <a:cubicBezTo>
                    <a:pt x="2067" y="17068"/>
                    <a:pt x="2159" y="17220"/>
                    <a:pt x="2219" y="17220"/>
                  </a:cubicBezTo>
                  <a:lnTo>
                    <a:pt x="2219" y="17190"/>
                  </a:lnTo>
                  <a:lnTo>
                    <a:pt x="2341" y="17008"/>
                  </a:lnTo>
                  <a:cubicBezTo>
                    <a:pt x="2493" y="16947"/>
                    <a:pt x="2645" y="16856"/>
                    <a:pt x="2797" y="16764"/>
                  </a:cubicBezTo>
                  <a:lnTo>
                    <a:pt x="2827" y="16734"/>
                  </a:lnTo>
                  <a:cubicBezTo>
                    <a:pt x="2949" y="16643"/>
                    <a:pt x="3071" y="16552"/>
                    <a:pt x="3223" y="16491"/>
                  </a:cubicBezTo>
                  <a:cubicBezTo>
                    <a:pt x="3227" y="16487"/>
                    <a:pt x="3232" y="16485"/>
                    <a:pt x="3239" y="16485"/>
                  </a:cubicBezTo>
                  <a:cubicBezTo>
                    <a:pt x="3278" y="16485"/>
                    <a:pt x="3353" y="16556"/>
                    <a:pt x="3405" y="16582"/>
                  </a:cubicBezTo>
                  <a:lnTo>
                    <a:pt x="3435" y="16582"/>
                  </a:lnTo>
                  <a:cubicBezTo>
                    <a:pt x="3435" y="16612"/>
                    <a:pt x="3283" y="16643"/>
                    <a:pt x="3223" y="16643"/>
                  </a:cubicBezTo>
                  <a:cubicBezTo>
                    <a:pt x="3162" y="16643"/>
                    <a:pt x="3283" y="16916"/>
                    <a:pt x="3283" y="17038"/>
                  </a:cubicBezTo>
                  <a:cubicBezTo>
                    <a:pt x="3253" y="17129"/>
                    <a:pt x="3101" y="17220"/>
                    <a:pt x="3040" y="17251"/>
                  </a:cubicBezTo>
                  <a:cubicBezTo>
                    <a:pt x="2979" y="17251"/>
                    <a:pt x="3071" y="17615"/>
                    <a:pt x="2979" y="17676"/>
                  </a:cubicBezTo>
                  <a:cubicBezTo>
                    <a:pt x="2919" y="17767"/>
                    <a:pt x="2827" y="17798"/>
                    <a:pt x="2736" y="17859"/>
                  </a:cubicBezTo>
                  <a:lnTo>
                    <a:pt x="2797" y="17919"/>
                  </a:lnTo>
                  <a:cubicBezTo>
                    <a:pt x="2797" y="17950"/>
                    <a:pt x="2827" y="18011"/>
                    <a:pt x="2797" y="18041"/>
                  </a:cubicBezTo>
                  <a:cubicBezTo>
                    <a:pt x="2706" y="18163"/>
                    <a:pt x="2463" y="18193"/>
                    <a:pt x="2493" y="18406"/>
                  </a:cubicBezTo>
                  <a:cubicBezTo>
                    <a:pt x="2402" y="18406"/>
                    <a:pt x="2371" y="18497"/>
                    <a:pt x="2371" y="18497"/>
                  </a:cubicBezTo>
                  <a:cubicBezTo>
                    <a:pt x="2402" y="18527"/>
                    <a:pt x="2311" y="18558"/>
                    <a:pt x="2280" y="18558"/>
                  </a:cubicBezTo>
                  <a:cubicBezTo>
                    <a:pt x="2280" y="18588"/>
                    <a:pt x="2250" y="18618"/>
                    <a:pt x="2280" y="18618"/>
                  </a:cubicBezTo>
                  <a:lnTo>
                    <a:pt x="2280" y="18710"/>
                  </a:lnTo>
                  <a:cubicBezTo>
                    <a:pt x="2280" y="18770"/>
                    <a:pt x="2493" y="18801"/>
                    <a:pt x="2554" y="18801"/>
                  </a:cubicBezTo>
                  <a:cubicBezTo>
                    <a:pt x="2645" y="18801"/>
                    <a:pt x="2767" y="19014"/>
                    <a:pt x="2706" y="19044"/>
                  </a:cubicBezTo>
                  <a:cubicBezTo>
                    <a:pt x="2688" y="19056"/>
                    <a:pt x="2662" y="19061"/>
                    <a:pt x="2632" y="19061"/>
                  </a:cubicBezTo>
                  <a:cubicBezTo>
                    <a:pt x="2512" y="19061"/>
                    <a:pt x="2323" y="18983"/>
                    <a:pt x="2250" y="18983"/>
                  </a:cubicBezTo>
                  <a:cubicBezTo>
                    <a:pt x="2128" y="19014"/>
                    <a:pt x="2098" y="19074"/>
                    <a:pt x="2159" y="19166"/>
                  </a:cubicBezTo>
                  <a:lnTo>
                    <a:pt x="2037" y="19226"/>
                  </a:lnTo>
                  <a:lnTo>
                    <a:pt x="1946" y="19287"/>
                  </a:lnTo>
                  <a:cubicBezTo>
                    <a:pt x="1794" y="19378"/>
                    <a:pt x="1733" y="19439"/>
                    <a:pt x="1794" y="19470"/>
                  </a:cubicBezTo>
                  <a:lnTo>
                    <a:pt x="1824" y="19470"/>
                  </a:lnTo>
                  <a:cubicBezTo>
                    <a:pt x="1905" y="19486"/>
                    <a:pt x="1995" y="19519"/>
                    <a:pt x="2080" y="19519"/>
                  </a:cubicBezTo>
                  <a:cubicBezTo>
                    <a:pt x="2154" y="19519"/>
                    <a:pt x="2224" y="19494"/>
                    <a:pt x="2280" y="19409"/>
                  </a:cubicBezTo>
                  <a:lnTo>
                    <a:pt x="2371" y="19257"/>
                  </a:lnTo>
                  <a:cubicBezTo>
                    <a:pt x="2615" y="19287"/>
                    <a:pt x="2706" y="19378"/>
                    <a:pt x="2615" y="19439"/>
                  </a:cubicBezTo>
                  <a:lnTo>
                    <a:pt x="2554" y="19500"/>
                  </a:lnTo>
                  <a:lnTo>
                    <a:pt x="2554" y="19530"/>
                  </a:lnTo>
                  <a:cubicBezTo>
                    <a:pt x="2569" y="19546"/>
                    <a:pt x="2630" y="19546"/>
                    <a:pt x="2694" y="19546"/>
                  </a:cubicBezTo>
                  <a:cubicBezTo>
                    <a:pt x="2759" y="19546"/>
                    <a:pt x="2827" y="19546"/>
                    <a:pt x="2858" y="19561"/>
                  </a:cubicBezTo>
                  <a:cubicBezTo>
                    <a:pt x="2979" y="19622"/>
                    <a:pt x="3101" y="19652"/>
                    <a:pt x="3223" y="19682"/>
                  </a:cubicBezTo>
                  <a:cubicBezTo>
                    <a:pt x="3226" y="19684"/>
                    <a:pt x="3230" y="19684"/>
                    <a:pt x="3234" y="19684"/>
                  </a:cubicBezTo>
                  <a:cubicBezTo>
                    <a:pt x="3311" y="19684"/>
                    <a:pt x="3282" y="19373"/>
                    <a:pt x="3253" y="19257"/>
                  </a:cubicBezTo>
                  <a:cubicBezTo>
                    <a:pt x="3236" y="19190"/>
                    <a:pt x="3321" y="19169"/>
                    <a:pt x="3417" y="19169"/>
                  </a:cubicBezTo>
                  <a:cubicBezTo>
                    <a:pt x="3494" y="19169"/>
                    <a:pt x="3577" y="19182"/>
                    <a:pt x="3618" y="19196"/>
                  </a:cubicBezTo>
                  <a:cubicBezTo>
                    <a:pt x="3709" y="19257"/>
                    <a:pt x="3709" y="19378"/>
                    <a:pt x="3618" y="19470"/>
                  </a:cubicBezTo>
                  <a:lnTo>
                    <a:pt x="3466" y="19318"/>
                  </a:lnTo>
                  <a:lnTo>
                    <a:pt x="3375" y="19318"/>
                  </a:lnTo>
                  <a:cubicBezTo>
                    <a:pt x="3375" y="19348"/>
                    <a:pt x="3375" y="19378"/>
                    <a:pt x="3375" y="19409"/>
                  </a:cubicBezTo>
                  <a:cubicBezTo>
                    <a:pt x="3496" y="19470"/>
                    <a:pt x="3587" y="19500"/>
                    <a:pt x="3709" y="19500"/>
                  </a:cubicBezTo>
                  <a:lnTo>
                    <a:pt x="3830" y="19409"/>
                  </a:lnTo>
                  <a:cubicBezTo>
                    <a:pt x="3982" y="19500"/>
                    <a:pt x="4104" y="19591"/>
                    <a:pt x="4226" y="19682"/>
                  </a:cubicBezTo>
                  <a:lnTo>
                    <a:pt x="4347" y="19561"/>
                  </a:lnTo>
                  <a:cubicBezTo>
                    <a:pt x="4369" y="19539"/>
                    <a:pt x="4398" y="19529"/>
                    <a:pt x="4427" y="19529"/>
                  </a:cubicBezTo>
                  <a:cubicBezTo>
                    <a:pt x="4479" y="19529"/>
                    <a:pt x="4530" y="19563"/>
                    <a:pt x="4530" y="19622"/>
                  </a:cubicBezTo>
                  <a:cubicBezTo>
                    <a:pt x="4530" y="19682"/>
                    <a:pt x="4560" y="19804"/>
                    <a:pt x="4408" y="19804"/>
                  </a:cubicBezTo>
                  <a:lnTo>
                    <a:pt x="4226" y="19774"/>
                  </a:lnTo>
                  <a:cubicBezTo>
                    <a:pt x="4206" y="19831"/>
                    <a:pt x="4065" y="19852"/>
                    <a:pt x="3933" y="19852"/>
                  </a:cubicBezTo>
                  <a:cubicBezTo>
                    <a:pt x="3861" y="19852"/>
                    <a:pt x="3793" y="19846"/>
                    <a:pt x="3748" y="19836"/>
                  </a:cubicBezTo>
                  <a:lnTo>
                    <a:pt x="3748" y="19836"/>
                  </a:lnTo>
                  <a:lnTo>
                    <a:pt x="3648" y="19956"/>
                  </a:lnTo>
                  <a:cubicBezTo>
                    <a:pt x="3557" y="20047"/>
                    <a:pt x="3526" y="20199"/>
                    <a:pt x="3678" y="20199"/>
                  </a:cubicBezTo>
                  <a:lnTo>
                    <a:pt x="3922" y="20199"/>
                  </a:lnTo>
                  <a:cubicBezTo>
                    <a:pt x="3891" y="20351"/>
                    <a:pt x="4134" y="20533"/>
                    <a:pt x="4104" y="20625"/>
                  </a:cubicBezTo>
                  <a:cubicBezTo>
                    <a:pt x="4074" y="20716"/>
                    <a:pt x="4226" y="20807"/>
                    <a:pt x="4438" y="20807"/>
                  </a:cubicBezTo>
                  <a:lnTo>
                    <a:pt x="4408" y="21141"/>
                  </a:lnTo>
                  <a:lnTo>
                    <a:pt x="4408" y="21263"/>
                  </a:lnTo>
                  <a:cubicBezTo>
                    <a:pt x="4499" y="21354"/>
                    <a:pt x="4682" y="21597"/>
                    <a:pt x="4621" y="21658"/>
                  </a:cubicBezTo>
                  <a:cubicBezTo>
                    <a:pt x="4590" y="21688"/>
                    <a:pt x="4773" y="21840"/>
                    <a:pt x="4864" y="21840"/>
                  </a:cubicBezTo>
                  <a:cubicBezTo>
                    <a:pt x="4955" y="21840"/>
                    <a:pt x="5016" y="21810"/>
                    <a:pt x="5046" y="21719"/>
                  </a:cubicBezTo>
                  <a:cubicBezTo>
                    <a:pt x="5046" y="21688"/>
                    <a:pt x="4894" y="21628"/>
                    <a:pt x="4834" y="21597"/>
                  </a:cubicBezTo>
                  <a:cubicBezTo>
                    <a:pt x="4773" y="21597"/>
                    <a:pt x="4742" y="21567"/>
                    <a:pt x="4803" y="21536"/>
                  </a:cubicBezTo>
                  <a:lnTo>
                    <a:pt x="4834" y="21536"/>
                  </a:lnTo>
                  <a:cubicBezTo>
                    <a:pt x="4985" y="21536"/>
                    <a:pt x="4985" y="21445"/>
                    <a:pt x="4894" y="21384"/>
                  </a:cubicBezTo>
                  <a:lnTo>
                    <a:pt x="4834" y="21324"/>
                  </a:lnTo>
                  <a:cubicBezTo>
                    <a:pt x="4682" y="21263"/>
                    <a:pt x="4773" y="21263"/>
                    <a:pt x="5016" y="21263"/>
                  </a:cubicBezTo>
                  <a:lnTo>
                    <a:pt x="5168" y="21354"/>
                  </a:lnTo>
                  <a:cubicBezTo>
                    <a:pt x="5229" y="21415"/>
                    <a:pt x="5289" y="21536"/>
                    <a:pt x="5229" y="21567"/>
                  </a:cubicBezTo>
                  <a:cubicBezTo>
                    <a:pt x="5077" y="21719"/>
                    <a:pt x="5229" y="21780"/>
                    <a:pt x="5350" y="21780"/>
                  </a:cubicBezTo>
                  <a:lnTo>
                    <a:pt x="5502" y="21810"/>
                  </a:lnTo>
                  <a:cubicBezTo>
                    <a:pt x="5715" y="21810"/>
                    <a:pt x="5897" y="21901"/>
                    <a:pt x="5897" y="22023"/>
                  </a:cubicBezTo>
                  <a:lnTo>
                    <a:pt x="6019" y="22114"/>
                  </a:lnTo>
                  <a:cubicBezTo>
                    <a:pt x="6110" y="22175"/>
                    <a:pt x="6171" y="22266"/>
                    <a:pt x="5958" y="22296"/>
                  </a:cubicBezTo>
                  <a:lnTo>
                    <a:pt x="5928" y="22296"/>
                  </a:lnTo>
                  <a:cubicBezTo>
                    <a:pt x="5806" y="22388"/>
                    <a:pt x="5685" y="22448"/>
                    <a:pt x="5533" y="22448"/>
                  </a:cubicBezTo>
                  <a:cubicBezTo>
                    <a:pt x="5441" y="22418"/>
                    <a:pt x="5350" y="22357"/>
                    <a:pt x="5350" y="22236"/>
                  </a:cubicBezTo>
                  <a:lnTo>
                    <a:pt x="5381" y="22144"/>
                  </a:lnTo>
                  <a:lnTo>
                    <a:pt x="5441" y="21901"/>
                  </a:lnTo>
                  <a:cubicBezTo>
                    <a:pt x="5289" y="21871"/>
                    <a:pt x="5107" y="21871"/>
                    <a:pt x="5107" y="21871"/>
                  </a:cubicBezTo>
                  <a:cubicBezTo>
                    <a:pt x="5077" y="21871"/>
                    <a:pt x="5137" y="21992"/>
                    <a:pt x="5198" y="22053"/>
                  </a:cubicBezTo>
                  <a:cubicBezTo>
                    <a:pt x="5229" y="22114"/>
                    <a:pt x="4955" y="22266"/>
                    <a:pt x="4894" y="22327"/>
                  </a:cubicBezTo>
                  <a:cubicBezTo>
                    <a:pt x="4834" y="22357"/>
                    <a:pt x="4925" y="22448"/>
                    <a:pt x="5107" y="22479"/>
                  </a:cubicBezTo>
                  <a:lnTo>
                    <a:pt x="5229" y="22540"/>
                  </a:lnTo>
                  <a:cubicBezTo>
                    <a:pt x="5289" y="22540"/>
                    <a:pt x="5350" y="22570"/>
                    <a:pt x="5350" y="22631"/>
                  </a:cubicBezTo>
                  <a:lnTo>
                    <a:pt x="5411" y="22752"/>
                  </a:lnTo>
                  <a:cubicBezTo>
                    <a:pt x="5472" y="22904"/>
                    <a:pt x="5533" y="23026"/>
                    <a:pt x="5593" y="23026"/>
                  </a:cubicBezTo>
                  <a:lnTo>
                    <a:pt x="5624" y="23026"/>
                  </a:lnTo>
                  <a:cubicBezTo>
                    <a:pt x="5638" y="23031"/>
                    <a:pt x="5654" y="23032"/>
                    <a:pt x="5670" y="23032"/>
                  </a:cubicBezTo>
                  <a:cubicBezTo>
                    <a:pt x="5709" y="23032"/>
                    <a:pt x="5751" y="23021"/>
                    <a:pt x="5786" y="23021"/>
                  </a:cubicBezTo>
                  <a:cubicBezTo>
                    <a:pt x="5824" y="23021"/>
                    <a:pt x="5854" y="23034"/>
                    <a:pt x="5867" y="23087"/>
                  </a:cubicBezTo>
                  <a:lnTo>
                    <a:pt x="5897" y="23178"/>
                  </a:lnTo>
                  <a:cubicBezTo>
                    <a:pt x="5806" y="23208"/>
                    <a:pt x="5715" y="23239"/>
                    <a:pt x="5715" y="23269"/>
                  </a:cubicBezTo>
                  <a:cubicBezTo>
                    <a:pt x="5776" y="23299"/>
                    <a:pt x="5837" y="23299"/>
                    <a:pt x="5837" y="23299"/>
                  </a:cubicBezTo>
                  <a:cubicBezTo>
                    <a:pt x="5849" y="23390"/>
                    <a:pt x="5873" y="23420"/>
                    <a:pt x="5904" y="23420"/>
                  </a:cubicBezTo>
                  <a:cubicBezTo>
                    <a:pt x="5944" y="23420"/>
                    <a:pt x="5997" y="23365"/>
                    <a:pt x="6049" y="23330"/>
                  </a:cubicBezTo>
                  <a:lnTo>
                    <a:pt x="6080" y="23299"/>
                  </a:lnTo>
                  <a:cubicBezTo>
                    <a:pt x="6095" y="23292"/>
                    <a:pt x="6108" y="23288"/>
                    <a:pt x="6119" y="23288"/>
                  </a:cubicBezTo>
                  <a:cubicBezTo>
                    <a:pt x="6152" y="23288"/>
                    <a:pt x="6163" y="23322"/>
                    <a:pt x="6141" y="23391"/>
                  </a:cubicBezTo>
                  <a:lnTo>
                    <a:pt x="6110" y="23421"/>
                  </a:lnTo>
                  <a:cubicBezTo>
                    <a:pt x="5897" y="23664"/>
                    <a:pt x="5867" y="23755"/>
                    <a:pt x="6110" y="23938"/>
                  </a:cubicBezTo>
                  <a:lnTo>
                    <a:pt x="6292" y="24090"/>
                  </a:lnTo>
                  <a:cubicBezTo>
                    <a:pt x="6232" y="24242"/>
                    <a:pt x="6080" y="24394"/>
                    <a:pt x="5897" y="24424"/>
                  </a:cubicBezTo>
                  <a:lnTo>
                    <a:pt x="5897" y="24211"/>
                  </a:lnTo>
                  <a:cubicBezTo>
                    <a:pt x="5897" y="24181"/>
                    <a:pt x="5897" y="24150"/>
                    <a:pt x="5867" y="24120"/>
                  </a:cubicBezTo>
                  <a:lnTo>
                    <a:pt x="5837" y="24120"/>
                  </a:lnTo>
                  <a:cubicBezTo>
                    <a:pt x="5776" y="24120"/>
                    <a:pt x="5806" y="24333"/>
                    <a:pt x="5837" y="24394"/>
                  </a:cubicBezTo>
                  <a:cubicBezTo>
                    <a:pt x="5928" y="24546"/>
                    <a:pt x="6080" y="24698"/>
                    <a:pt x="6232" y="24789"/>
                  </a:cubicBezTo>
                  <a:lnTo>
                    <a:pt x="6475" y="24637"/>
                  </a:lnTo>
                  <a:cubicBezTo>
                    <a:pt x="6475" y="24637"/>
                    <a:pt x="6556" y="24677"/>
                    <a:pt x="6619" y="24677"/>
                  </a:cubicBezTo>
                  <a:cubicBezTo>
                    <a:pt x="6650" y="24677"/>
                    <a:pt x="6678" y="24667"/>
                    <a:pt x="6688" y="24637"/>
                  </a:cubicBezTo>
                  <a:lnTo>
                    <a:pt x="6718" y="24454"/>
                  </a:lnTo>
                  <a:cubicBezTo>
                    <a:pt x="6931" y="24424"/>
                    <a:pt x="7144" y="24363"/>
                    <a:pt x="7326" y="24333"/>
                  </a:cubicBezTo>
                  <a:lnTo>
                    <a:pt x="7448" y="24485"/>
                  </a:lnTo>
                  <a:lnTo>
                    <a:pt x="7508" y="24546"/>
                  </a:lnTo>
                  <a:cubicBezTo>
                    <a:pt x="7569" y="24667"/>
                    <a:pt x="7569" y="24819"/>
                    <a:pt x="7508" y="24971"/>
                  </a:cubicBezTo>
                  <a:cubicBezTo>
                    <a:pt x="7508" y="25062"/>
                    <a:pt x="7721" y="25214"/>
                    <a:pt x="7812" y="25214"/>
                  </a:cubicBezTo>
                  <a:cubicBezTo>
                    <a:pt x="7934" y="25214"/>
                    <a:pt x="8025" y="25184"/>
                    <a:pt x="8086" y="25093"/>
                  </a:cubicBezTo>
                  <a:lnTo>
                    <a:pt x="8147" y="25032"/>
                  </a:lnTo>
                  <a:cubicBezTo>
                    <a:pt x="8167" y="25019"/>
                    <a:pt x="8188" y="25014"/>
                    <a:pt x="8209" y="25014"/>
                  </a:cubicBezTo>
                  <a:cubicBezTo>
                    <a:pt x="8300" y="25014"/>
                    <a:pt x="8391" y="25109"/>
                    <a:pt x="8491" y="25109"/>
                  </a:cubicBezTo>
                  <a:cubicBezTo>
                    <a:pt x="8537" y="25109"/>
                    <a:pt x="8584" y="25089"/>
                    <a:pt x="8633" y="25032"/>
                  </a:cubicBezTo>
                  <a:cubicBezTo>
                    <a:pt x="8633" y="25062"/>
                    <a:pt x="8663" y="25062"/>
                    <a:pt x="8694" y="25093"/>
                  </a:cubicBezTo>
                  <a:lnTo>
                    <a:pt x="8755" y="25123"/>
                  </a:lnTo>
                  <a:cubicBezTo>
                    <a:pt x="8846" y="25184"/>
                    <a:pt x="8633" y="25366"/>
                    <a:pt x="8603" y="25488"/>
                  </a:cubicBezTo>
                  <a:cubicBezTo>
                    <a:pt x="8584" y="25543"/>
                    <a:pt x="8665" y="25554"/>
                    <a:pt x="8745" y="25554"/>
                  </a:cubicBezTo>
                  <a:cubicBezTo>
                    <a:pt x="8798" y="25554"/>
                    <a:pt x="8852" y="25549"/>
                    <a:pt x="8876" y="25549"/>
                  </a:cubicBezTo>
                  <a:cubicBezTo>
                    <a:pt x="9028" y="25488"/>
                    <a:pt x="9180" y="25457"/>
                    <a:pt x="9332" y="25427"/>
                  </a:cubicBezTo>
                  <a:lnTo>
                    <a:pt x="9454" y="25609"/>
                  </a:lnTo>
                  <a:lnTo>
                    <a:pt x="9606" y="25488"/>
                  </a:lnTo>
                  <a:cubicBezTo>
                    <a:pt x="9632" y="25504"/>
                    <a:pt x="9655" y="25511"/>
                    <a:pt x="9673" y="25511"/>
                  </a:cubicBezTo>
                  <a:cubicBezTo>
                    <a:pt x="9761" y="25511"/>
                    <a:pt x="9779" y="25366"/>
                    <a:pt x="9879" y="25366"/>
                  </a:cubicBezTo>
                  <a:cubicBezTo>
                    <a:pt x="10031" y="25366"/>
                    <a:pt x="10153" y="25427"/>
                    <a:pt x="10305" y="25427"/>
                  </a:cubicBezTo>
                  <a:cubicBezTo>
                    <a:pt x="10335" y="25427"/>
                    <a:pt x="10366" y="25366"/>
                    <a:pt x="10426" y="25336"/>
                  </a:cubicBezTo>
                  <a:cubicBezTo>
                    <a:pt x="10457" y="25336"/>
                    <a:pt x="10487" y="25306"/>
                    <a:pt x="10518" y="25306"/>
                  </a:cubicBezTo>
                  <a:cubicBezTo>
                    <a:pt x="10639" y="25336"/>
                    <a:pt x="10730" y="25366"/>
                    <a:pt x="10821" y="25397"/>
                  </a:cubicBezTo>
                  <a:lnTo>
                    <a:pt x="10882" y="25427"/>
                  </a:lnTo>
                  <a:cubicBezTo>
                    <a:pt x="10862" y="25508"/>
                    <a:pt x="11071" y="25549"/>
                    <a:pt x="11258" y="25549"/>
                  </a:cubicBezTo>
                  <a:cubicBezTo>
                    <a:pt x="11352" y="25549"/>
                    <a:pt x="11440" y="25539"/>
                    <a:pt x="11490" y="25518"/>
                  </a:cubicBezTo>
                  <a:cubicBezTo>
                    <a:pt x="11642" y="25457"/>
                    <a:pt x="11703" y="25336"/>
                    <a:pt x="11642" y="25275"/>
                  </a:cubicBezTo>
                  <a:lnTo>
                    <a:pt x="11551" y="25214"/>
                  </a:lnTo>
                  <a:lnTo>
                    <a:pt x="11490" y="25123"/>
                  </a:lnTo>
                  <a:cubicBezTo>
                    <a:pt x="11369" y="25062"/>
                    <a:pt x="11642" y="24971"/>
                    <a:pt x="11764" y="24971"/>
                  </a:cubicBezTo>
                  <a:cubicBezTo>
                    <a:pt x="11885" y="25002"/>
                    <a:pt x="11885" y="25032"/>
                    <a:pt x="11855" y="25032"/>
                  </a:cubicBezTo>
                  <a:cubicBezTo>
                    <a:pt x="11825" y="25062"/>
                    <a:pt x="11916" y="25245"/>
                    <a:pt x="11946" y="25336"/>
                  </a:cubicBezTo>
                  <a:cubicBezTo>
                    <a:pt x="11968" y="25357"/>
                    <a:pt x="11993" y="25368"/>
                    <a:pt x="12021" y="25368"/>
                  </a:cubicBezTo>
                  <a:cubicBezTo>
                    <a:pt x="12071" y="25368"/>
                    <a:pt x="12130" y="25334"/>
                    <a:pt x="12189" y="25275"/>
                  </a:cubicBezTo>
                  <a:lnTo>
                    <a:pt x="12280" y="25184"/>
                  </a:lnTo>
                  <a:lnTo>
                    <a:pt x="12311" y="25154"/>
                  </a:lnTo>
                  <a:cubicBezTo>
                    <a:pt x="12402" y="25123"/>
                    <a:pt x="12524" y="25123"/>
                    <a:pt x="12615" y="25093"/>
                  </a:cubicBezTo>
                  <a:lnTo>
                    <a:pt x="12706" y="25123"/>
                  </a:lnTo>
                  <a:cubicBezTo>
                    <a:pt x="12722" y="25126"/>
                    <a:pt x="12737" y="25128"/>
                    <a:pt x="12751" y="25128"/>
                  </a:cubicBezTo>
                  <a:cubicBezTo>
                    <a:pt x="12865" y="25128"/>
                    <a:pt x="12892" y="25025"/>
                    <a:pt x="12919" y="24971"/>
                  </a:cubicBezTo>
                  <a:cubicBezTo>
                    <a:pt x="12980" y="24910"/>
                    <a:pt x="13040" y="24880"/>
                    <a:pt x="13132" y="24880"/>
                  </a:cubicBezTo>
                  <a:cubicBezTo>
                    <a:pt x="13178" y="24903"/>
                    <a:pt x="13216" y="24913"/>
                    <a:pt x="13249" y="24913"/>
                  </a:cubicBezTo>
                  <a:cubicBezTo>
                    <a:pt x="13304" y="24913"/>
                    <a:pt x="13349" y="24887"/>
                    <a:pt x="13405" y="24850"/>
                  </a:cubicBezTo>
                  <a:cubicBezTo>
                    <a:pt x="13587" y="24667"/>
                    <a:pt x="13922" y="24667"/>
                    <a:pt x="14074" y="24454"/>
                  </a:cubicBezTo>
                  <a:cubicBezTo>
                    <a:pt x="14165" y="24363"/>
                    <a:pt x="14347" y="24424"/>
                    <a:pt x="14530" y="24363"/>
                  </a:cubicBezTo>
                  <a:cubicBezTo>
                    <a:pt x="14712" y="24333"/>
                    <a:pt x="14955" y="24363"/>
                    <a:pt x="14986" y="24120"/>
                  </a:cubicBezTo>
                  <a:lnTo>
                    <a:pt x="15046" y="24120"/>
                  </a:lnTo>
                  <a:lnTo>
                    <a:pt x="15350" y="24090"/>
                  </a:lnTo>
                  <a:cubicBezTo>
                    <a:pt x="15350" y="23968"/>
                    <a:pt x="15107" y="23847"/>
                    <a:pt x="15016" y="23847"/>
                  </a:cubicBezTo>
                  <a:cubicBezTo>
                    <a:pt x="14925" y="23847"/>
                    <a:pt x="14955" y="23786"/>
                    <a:pt x="15077" y="23695"/>
                  </a:cubicBezTo>
                  <a:lnTo>
                    <a:pt x="15198" y="23634"/>
                  </a:lnTo>
                  <a:cubicBezTo>
                    <a:pt x="15290" y="23573"/>
                    <a:pt x="15381" y="23512"/>
                    <a:pt x="15472" y="23451"/>
                  </a:cubicBezTo>
                  <a:cubicBezTo>
                    <a:pt x="15533" y="23391"/>
                    <a:pt x="15563" y="23360"/>
                    <a:pt x="15590" y="23360"/>
                  </a:cubicBezTo>
                  <a:cubicBezTo>
                    <a:pt x="15616" y="23360"/>
                    <a:pt x="15639" y="23391"/>
                    <a:pt x="15685" y="23451"/>
                  </a:cubicBezTo>
                  <a:lnTo>
                    <a:pt x="15715" y="23512"/>
                  </a:lnTo>
                  <a:cubicBezTo>
                    <a:pt x="15746" y="23543"/>
                    <a:pt x="15563" y="23695"/>
                    <a:pt x="15502" y="23725"/>
                  </a:cubicBezTo>
                  <a:cubicBezTo>
                    <a:pt x="15442" y="23786"/>
                    <a:pt x="15533" y="23968"/>
                    <a:pt x="15715" y="24090"/>
                  </a:cubicBezTo>
                  <a:lnTo>
                    <a:pt x="15806" y="23786"/>
                  </a:lnTo>
                  <a:lnTo>
                    <a:pt x="15806" y="23755"/>
                  </a:lnTo>
                  <a:cubicBezTo>
                    <a:pt x="15958" y="23755"/>
                    <a:pt x="16050" y="23664"/>
                    <a:pt x="16080" y="23543"/>
                  </a:cubicBezTo>
                  <a:cubicBezTo>
                    <a:pt x="16080" y="23521"/>
                    <a:pt x="16095" y="23511"/>
                    <a:pt x="16120" y="23511"/>
                  </a:cubicBezTo>
                  <a:cubicBezTo>
                    <a:pt x="16166" y="23511"/>
                    <a:pt x="16245" y="23544"/>
                    <a:pt x="16323" y="23603"/>
                  </a:cubicBezTo>
                  <a:lnTo>
                    <a:pt x="16536" y="23603"/>
                  </a:lnTo>
                  <a:cubicBezTo>
                    <a:pt x="16607" y="23568"/>
                    <a:pt x="16689" y="23553"/>
                    <a:pt x="16769" y="23553"/>
                  </a:cubicBezTo>
                  <a:cubicBezTo>
                    <a:pt x="16825" y="23553"/>
                    <a:pt x="16881" y="23560"/>
                    <a:pt x="16931" y="23573"/>
                  </a:cubicBezTo>
                  <a:cubicBezTo>
                    <a:pt x="16992" y="23573"/>
                    <a:pt x="17053" y="23603"/>
                    <a:pt x="17113" y="23603"/>
                  </a:cubicBezTo>
                  <a:cubicBezTo>
                    <a:pt x="17144" y="23573"/>
                    <a:pt x="17144" y="23543"/>
                    <a:pt x="17113" y="23512"/>
                  </a:cubicBezTo>
                  <a:lnTo>
                    <a:pt x="17113" y="23451"/>
                  </a:lnTo>
                  <a:cubicBezTo>
                    <a:pt x="17136" y="23407"/>
                    <a:pt x="17174" y="23379"/>
                    <a:pt x="17217" y="23379"/>
                  </a:cubicBezTo>
                  <a:cubicBezTo>
                    <a:pt x="17233" y="23379"/>
                    <a:pt x="17249" y="23382"/>
                    <a:pt x="17265" y="23391"/>
                  </a:cubicBezTo>
                  <a:lnTo>
                    <a:pt x="17296" y="23421"/>
                  </a:lnTo>
                  <a:lnTo>
                    <a:pt x="17357" y="23451"/>
                  </a:lnTo>
                  <a:cubicBezTo>
                    <a:pt x="17372" y="23467"/>
                    <a:pt x="17395" y="23474"/>
                    <a:pt x="17417" y="23474"/>
                  </a:cubicBezTo>
                  <a:cubicBezTo>
                    <a:pt x="17440" y="23474"/>
                    <a:pt x="17463" y="23467"/>
                    <a:pt x="17478" y="23451"/>
                  </a:cubicBezTo>
                  <a:lnTo>
                    <a:pt x="17509" y="23421"/>
                  </a:lnTo>
                  <a:cubicBezTo>
                    <a:pt x="17539" y="23391"/>
                    <a:pt x="17569" y="23391"/>
                    <a:pt x="17600" y="23391"/>
                  </a:cubicBezTo>
                  <a:lnTo>
                    <a:pt x="17995" y="23360"/>
                  </a:lnTo>
                  <a:cubicBezTo>
                    <a:pt x="18046" y="23391"/>
                    <a:pt x="18103" y="23404"/>
                    <a:pt x="18161" y="23404"/>
                  </a:cubicBezTo>
                  <a:cubicBezTo>
                    <a:pt x="18279" y="23404"/>
                    <a:pt x="18400" y="23350"/>
                    <a:pt x="18481" y="23269"/>
                  </a:cubicBezTo>
                  <a:cubicBezTo>
                    <a:pt x="18542" y="23178"/>
                    <a:pt x="18633" y="23117"/>
                    <a:pt x="18755" y="23117"/>
                  </a:cubicBezTo>
                  <a:lnTo>
                    <a:pt x="18907" y="23117"/>
                  </a:lnTo>
                  <a:cubicBezTo>
                    <a:pt x="18923" y="23112"/>
                    <a:pt x="18935" y="23109"/>
                    <a:pt x="18944" y="23109"/>
                  </a:cubicBezTo>
                  <a:cubicBezTo>
                    <a:pt x="18985" y="23109"/>
                    <a:pt x="18951" y="23164"/>
                    <a:pt x="18876" y="23239"/>
                  </a:cubicBezTo>
                  <a:lnTo>
                    <a:pt x="18785" y="23330"/>
                  </a:lnTo>
                  <a:cubicBezTo>
                    <a:pt x="18664" y="23421"/>
                    <a:pt x="18664" y="23573"/>
                    <a:pt x="18542" y="23664"/>
                  </a:cubicBezTo>
                  <a:lnTo>
                    <a:pt x="18481" y="23695"/>
                  </a:lnTo>
                  <a:cubicBezTo>
                    <a:pt x="18390" y="23755"/>
                    <a:pt x="18299" y="23786"/>
                    <a:pt x="18208" y="23786"/>
                  </a:cubicBezTo>
                  <a:lnTo>
                    <a:pt x="18177" y="23786"/>
                  </a:lnTo>
                  <a:cubicBezTo>
                    <a:pt x="18116" y="23786"/>
                    <a:pt x="18086" y="23725"/>
                    <a:pt x="18056" y="23725"/>
                  </a:cubicBezTo>
                  <a:cubicBezTo>
                    <a:pt x="17979" y="23744"/>
                    <a:pt x="17902" y="23800"/>
                    <a:pt x="17817" y="23800"/>
                  </a:cubicBezTo>
                  <a:cubicBezTo>
                    <a:pt x="17768" y="23800"/>
                    <a:pt x="17716" y="23781"/>
                    <a:pt x="17660" y="23725"/>
                  </a:cubicBezTo>
                  <a:cubicBezTo>
                    <a:pt x="17658" y="23723"/>
                    <a:pt x="17655" y="23722"/>
                    <a:pt x="17650" y="23722"/>
                  </a:cubicBezTo>
                  <a:cubicBezTo>
                    <a:pt x="17590" y="23722"/>
                    <a:pt x="17354" y="23884"/>
                    <a:pt x="17326" y="23968"/>
                  </a:cubicBezTo>
                  <a:cubicBezTo>
                    <a:pt x="17326" y="23999"/>
                    <a:pt x="17357" y="24029"/>
                    <a:pt x="17357" y="24059"/>
                  </a:cubicBezTo>
                  <a:cubicBezTo>
                    <a:pt x="17373" y="24063"/>
                    <a:pt x="17388" y="24064"/>
                    <a:pt x="17403" y="24064"/>
                  </a:cubicBezTo>
                  <a:cubicBezTo>
                    <a:pt x="17522" y="24064"/>
                    <a:pt x="17579" y="23962"/>
                    <a:pt x="17660" y="23907"/>
                  </a:cubicBezTo>
                  <a:cubicBezTo>
                    <a:pt x="17691" y="23907"/>
                    <a:pt x="17691" y="23999"/>
                    <a:pt x="17691" y="24090"/>
                  </a:cubicBezTo>
                  <a:lnTo>
                    <a:pt x="17752" y="24120"/>
                  </a:lnTo>
                  <a:lnTo>
                    <a:pt x="17812" y="24150"/>
                  </a:lnTo>
                  <a:cubicBezTo>
                    <a:pt x="17934" y="24150"/>
                    <a:pt x="18056" y="24363"/>
                    <a:pt x="18056" y="24394"/>
                  </a:cubicBezTo>
                  <a:cubicBezTo>
                    <a:pt x="18056" y="24454"/>
                    <a:pt x="18208" y="24454"/>
                    <a:pt x="18238" y="24454"/>
                  </a:cubicBezTo>
                  <a:cubicBezTo>
                    <a:pt x="18246" y="24450"/>
                    <a:pt x="18254" y="24448"/>
                    <a:pt x="18261" y="24448"/>
                  </a:cubicBezTo>
                  <a:cubicBezTo>
                    <a:pt x="18307" y="24448"/>
                    <a:pt x="18333" y="24524"/>
                    <a:pt x="18360" y="24576"/>
                  </a:cubicBezTo>
                  <a:cubicBezTo>
                    <a:pt x="18360" y="24582"/>
                    <a:pt x="18365" y="24584"/>
                    <a:pt x="18374" y="24584"/>
                  </a:cubicBezTo>
                  <a:cubicBezTo>
                    <a:pt x="18413" y="24584"/>
                    <a:pt x="18517" y="24540"/>
                    <a:pt x="18542" y="24515"/>
                  </a:cubicBezTo>
                  <a:cubicBezTo>
                    <a:pt x="18545" y="24514"/>
                    <a:pt x="18548" y="24513"/>
                    <a:pt x="18551" y="24513"/>
                  </a:cubicBezTo>
                  <a:cubicBezTo>
                    <a:pt x="18596" y="24513"/>
                    <a:pt x="18536" y="24762"/>
                    <a:pt x="18420" y="24819"/>
                  </a:cubicBezTo>
                  <a:cubicBezTo>
                    <a:pt x="18329" y="24880"/>
                    <a:pt x="18390" y="25002"/>
                    <a:pt x="18572" y="25093"/>
                  </a:cubicBezTo>
                  <a:lnTo>
                    <a:pt x="18785" y="25062"/>
                  </a:lnTo>
                  <a:lnTo>
                    <a:pt x="18816" y="25062"/>
                  </a:lnTo>
                  <a:cubicBezTo>
                    <a:pt x="18846" y="25032"/>
                    <a:pt x="18664" y="24971"/>
                    <a:pt x="18603" y="24971"/>
                  </a:cubicBezTo>
                  <a:cubicBezTo>
                    <a:pt x="18512" y="24971"/>
                    <a:pt x="18664" y="24880"/>
                    <a:pt x="18724" y="24850"/>
                  </a:cubicBezTo>
                  <a:cubicBezTo>
                    <a:pt x="18785" y="24850"/>
                    <a:pt x="18876" y="24941"/>
                    <a:pt x="18937" y="25062"/>
                  </a:cubicBezTo>
                  <a:lnTo>
                    <a:pt x="19028" y="25184"/>
                  </a:lnTo>
                  <a:cubicBezTo>
                    <a:pt x="19059" y="25245"/>
                    <a:pt x="18937" y="25336"/>
                    <a:pt x="18816" y="25336"/>
                  </a:cubicBezTo>
                  <a:cubicBezTo>
                    <a:pt x="18755" y="25397"/>
                    <a:pt x="18755" y="25457"/>
                    <a:pt x="18816" y="25518"/>
                  </a:cubicBezTo>
                  <a:lnTo>
                    <a:pt x="18846" y="25518"/>
                  </a:lnTo>
                  <a:cubicBezTo>
                    <a:pt x="19059" y="25579"/>
                    <a:pt x="19150" y="25670"/>
                    <a:pt x="18998" y="25853"/>
                  </a:cubicBezTo>
                  <a:cubicBezTo>
                    <a:pt x="18998" y="25853"/>
                    <a:pt x="19028" y="25913"/>
                    <a:pt x="19028" y="25913"/>
                  </a:cubicBezTo>
                  <a:lnTo>
                    <a:pt x="19211" y="26035"/>
                  </a:lnTo>
                  <a:cubicBezTo>
                    <a:pt x="19268" y="26043"/>
                    <a:pt x="19318" y="26047"/>
                    <a:pt x="19361" y="26047"/>
                  </a:cubicBezTo>
                  <a:cubicBezTo>
                    <a:pt x="19478" y="26047"/>
                    <a:pt x="19537" y="26019"/>
                    <a:pt x="19515" y="25974"/>
                  </a:cubicBezTo>
                  <a:lnTo>
                    <a:pt x="19484" y="25974"/>
                  </a:lnTo>
                  <a:cubicBezTo>
                    <a:pt x="19211" y="25913"/>
                    <a:pt x="19211" y="25731"/>
                    <a:pt x="19302" y="25640"/>
                  </a:cubicBezTo>
                  <a:lnTo>
                    <a:pt x="19393" y="25488"/>
                  </a:lnTo>
                  <a:cubicBezTo>
                    <a:pt x="19393" y="25366"/>
                    <a:pt x="19211" y="25123"/>
                    <a:pt x="19211" y="25032"/>
                  </a:cubicBezTo>
                  <a:cubicBezTo>
                    <a:pt x="19211" y="24971"/>
                    <a:pt x="19332" y="24910"/>
                    <a:pt x="19363" y="24910"/>
                  </a:cubicBezTo>
                  <a:cubicBezTo>
                    <a:pt x="19423" y="24910"/>
                    <a:pt x="19484" y="24819"/>
                    <a:pt x="19484" y="24758"/>
                  </a:cubicBezTo>
                  <a:lnTo>
                    <a:pt x="19484" y="24667"/>
                  </a:lnTo>
                  <a:cubicBezTo>
                    <a:pt x="19484" y="24637"/>
                    <a:pt x="19515" y="24606"/>
                    <a:pt x="19545" y="24576"/>
                  </a:cubicBezTo>
                  <a:cubicBezTo>
                    <a:pt x="19575" y="24576"/>
                    <a:pt x="19667" y="24637"/>
                    <a:pt x="19667" y="24637"/>
                  </a:cubicBezTo>
                  <a:lnTo>
                    <a:pt x="19667" y="24758"/>
                  </a:lnTo>
                  <a:cubicBezTo>
                    <a:pt x="19712" y="24743"/>
                    <a:pt x="19758" y="24736"/>
                    <a:pt x="19796" y="24736"/>
                  </a:cubicBezTo>
                  <a:cubicBezTo>
                    <a:pt x="19834" y="24736"/>
                    <a:pt x="19864" y="24743"/>
                    <a:pt x="19879" y="24758"/>
                  </a:cubicBezTo>
                  <a:cubicBezTo>
                    <a:pt x="19788" y="24850"/>
                    <a:pt x="19667" y="24941"/>
                    <a:pt x="19575" y="25002"/>
                  </a:cubicBezTo>
                  <a:lnTo>
                    <a:pt x="19423" y="25062"/>
                  </a:lnTo>
                  <a:cubicBezTo>
                    <a:pt x="19393" y="25214"/>
                    <a:pt x="19393" y="25366"/>
                    <a:pt x="19393" y="25488"/>
                  </a:cubicBezTo>
                  <a:lnTo>
                    <a:pt x="19606" y="25579"/>
                  </a:lnTo>
                  <a:cubicBezTo>
                    <a:pt x="19727" y="25609"/>
                    <a:pt x="19819" y="25731"/>
                    <a:pt x="19788" y="25883"/>
                  </a:cubicBezTo>
                  <a:cubicBezTo>
                    <a:pt x="19788" y="25883"/>
                    <a:pt x="19819" y="25913"/>
                    <a:pt x="19849" y="25913"/>
                  </a:cubicBezTo>
                  <a:cubicBezTo>
                    <a:pt x="20001" y="25944"/>
                    <a:pt x="20001" y="25944"/>
                    <a:pt x="19940" y="26005"/>
                  </a:cubicBezTo>
                  <a:lnTo>
                    <a:pt x="19849" y="26126"/>
                  </a:lnTo>
                  <a:cubicBezTo>
                    <a:pt x="19827" y="26121"/>
                    <a:pt x="19807" y="26118"/>
                    <a:pt x="19787" y="26118"/>
                  </a:cubicBezTo>
                  <a:cubicBezTo>
                    <a:pt x="19696" y="26118"/>
                    <a:pt x="19625" y="26173"/>
                    <a:pt x="19575" y="26248"/>
                  </a:cubicBezTo>
                  <a:cubicBezTo>
                    <a:pt x="19575" y="26278"/>
                    <a:pt x="19515" y="26339"/>
                    <a:pt x="19423" y="26339"/>
                  </a:cubicBezTo>
                  <a:lnTo>
                    <a:pt x="19393" y="26369"/>
                  </a:lnTo>
                  <a:lnTo>
                    <a:pt x="19363" y="26369"/>
                  </a:lnTo>
                  <a:cubicBezTo>
                    <a:pt x="19363" y="26400"/>
                    <a:pt x="19393" y="26430"/>
                    <a:pt x="19423" y="26461"/>
                  </a:cubicBezTo>
                  <a:lnTo>
                    <a:pt x="19819" y="26369"/>
                  </a:lnTo>
                  <a:lnTo>
                    <a:pt x="19819" y="26613"/>
                  </a:lnTo>
                  <a:cubicBezTo>
                    <a:pt x="19819" y="26673"/>
                    <a:pt x="19910" y="26734"/>
                    <a:pt x="19971" y="26825"/>
                  </a:cubicBezTo>
                  <a:lnTo>
                    <a:pt x="19971" y="26856"/>
                  </a:lnTo>
                  <a:cubicBezTo>
                    <a:pt x="19940" y="26886"/>
                    <a:pt x="20001" y="26916"/>
                    <a:pt x="20062" y="26916"/>
                  </a:cubicBezTo>
                  <a:lnTo>
                    <a:pt x="20062" y="26886"/>
                  </a:lnTo>
                  <a:lnTo>
                    <a:pt x="20123" y="26795"/>
                  </a:lnTo>
                  <a:cubicBezTo>
                    <a:pt x="20183" y="26673"/>
                    <a:pt x="20518" y="26643"/>
                    <a:pt x="20548" y="26582"/>
                  </a:cubicBezTo>
                  <a:cubicBezTo>
                    <a:pt x="20578" y="26521"/>
                    <a:pt x="20487" y="26369"/>
                    <a:pt x="20427" y="26339"/>
                  </a:cubicBezTo>
                  <a:cubicBezTo>
                    <a:pt x="20366" y="26309"/>
                    <a:pt x="20275" y="26278"/>
                    <a:pt x="20183" y="26278"/>
                  </a:cubicBezTo>
                  <a:cubicBezTo>
                    <a:pt x="20123" y="26278"/>
                    <a:pt x="20123" y="26157"/>
                    <a:pt x="20183" y="26005"/>
                  </a:cubicBezTo>
                  <a:lnTo>
                    <a:pt x="20396" y="26126"/>
                  </a:lnTo>
                  <a:cubicBezTo>
                    <a:pt x="20427" y="26126"/>
                    <a:pt x="20457" y="26187"/>
                    <a:pt x="20487" y="26187"/>
                  </a:cubicBezTo>
                  <a:lnTo>
                    <a:pt x="20548" y="26187"/>
                  </a:lnTo>
                  <a:cubicBezTo>
                    <a:pt x="20559" y="26193"/>
                    <a:pt x="20570" y="26195"/>
                    <a:pt x="20581" y="26195"/>
                  </a:cubicBezTo>
                  <a:cubicBezTo>
                    <a:pt x="20629" y="26195"/>
                    <a:pt x="20670" y="26145"/>
                    <a:pt x="20670" y="26096"/>
                  </a:cubicBezTo>
                  <a:lnTo>
                    <a:pt x="20670" y="26065"/>
                  </a:lnTo>
                  <a:lnTo>
                    <a:pt x="20670" y="26005"/>
                  </a:lnTo>
                  <a:cubicBezTo>
                    <a:pt x="20647" y="25960"/>
                    <a:pt x="20674" y="25932"/>
                    <a:pt x="20726" y="25932"/>
                  </a:cubicBezTo>
                  <a:cubicBezTo>
                    <a:pt x="20745" y="25932"/>
                    <a:pt x="20767" y="25936"/>
                    <a:pt x="20791" y="25944"/>
                  </a:cubicBezTo>
                  <a:lnTo>
                    <a:pt x="20822" y="25974"/>
                  </a:lnTo>
                  <a:cubicBezTo>
                    <a:pt x="20974" y="26035"/>
                    <a:pt x="21186" y="26065"/>
                    <a:pt x="21126" y="26248"/>
                  </a:cubicBezTo>
                  <a:cubicBezTo>
                    <a:pt x="21126" y="26278"/>
                    <a:pt x="21156" y="26309"/>
                    <a:pt x="21217" y="26309"/>
                  </a:cubicBezTo>
                  <a:cubicBezTo>
                    <a:pt x="21247" y="26309"/>
                    <a:pt x="21338" y="26278"/>
                    <a:pt x="21338" y="26248"/>
                  </a:cubicBezTo>
                  <a:lnTo>
                    <a:pt x="21399" y="26157"/>
                  </a:lnTo>
                  <a:cubicBezTo>
                    <a:pt x="21419" y="26098"/>
                    <a:pt x="21476" y="26064"/>
                    <a:pt x="21539" y="26064"/>
                  </a:cubicBezTo>
                  <a:cubicBezTo>
                    <a:pt x="21574" y="26064"/>
                    <a:pt x="21610" y="26074"/>
                    <a:pt x="21642" y="26096"/>
                  </a:cubicBezTo>
                  <a:cubicBezTo>
                    <a:pt x="21658" y="26111"/>
                    <a:pt x="21680" y="26119"/>
                    <a:pt x="21707" y="26119"/>
                  </a:cubicBezTo>
                  <a:cubicBezTo>
                    <a:pt x="21734" y="26119"/>
                    <a:pt x="21764" y="26111"/>
                    <a:pt x="21794" y="26096"/>
                  </a:cubicBezTo>
                  <a:lnTo>
                    <a:pt x="21825" y="26035"/>
                  </a:lnTo>
                  <a:lnTo>
                    <a:pt x="21885" y="25944"/>
                  </a:lnTo>
                  <a:cubicBezTo>
                    <a:pt x="21977" y="25822"/>
                    <a:pt x="22098" y="25731"/>
                    <a:pt x="22281" y="25701"/>
                  </a:cubicBezTo>
                  <a:lnTo>
                    <a:pt x="22402" y="25792"/>
                  </a:lnTo>
                  <a:cubicBezTo>
                    <a:pt x="22428" y="25805"/>
                    <a:pt x="22453" y="25811"/>
                    <a:pt x="22475" y="25811"/>
                  </a:cubicBezTo>
                  <a:cubicBezTo>
                    <a:pt x="22557" y="25811"/>
                    <a:pt x="22608" y="25729"/>
                    <a:pt x="22585" y="25609"/>
                  </a:cubicBezTo>
                  <a:lnTo>
                    <a:pt x="22585" y="25579"/>
                  </a:lnTo>
                  <a:cubicBezTo>
                    <a:pt x="22607" y="25535"/>
                    <a:pt x="22662" y="25506"/>
                    <a:pt x="22713" y="25506"/>
                  </a:cubicBezTo>
                  <a:cubicBezTo>
                    <a:pt x="22732" y="25506"/>
                    <a:pt x="22751" y="25510"/>
                    <a:pt x="22767" y="25518"/>
                  </a:cubicBezTo>
                  <a:lnTo>
                    <a:pt x="22767" y="25549"/>
                  </a:lnTo>
                  <a:lnTo>
                    <a:pt x="22828" y="25701"/>
                  </a:lnTo>
                  <a:cubicBezTo>
                    <a:pt x="22949" y="25670"/>
                    <a:pt x="23071" y="25397"/>
                    <a:pt x="23010" y="25336"/>
                  </a:cubicBezTo>
                  <a:cubicBezTo>
                    <a:pt x="22949" y="25275"/>
                    <a:pt x="22889" y="25214"/>
                    <a:pt x="22797" y="25154"/>
                  </a:cubicBezTo>
                  <a:lnTo>
                    <a:pt x="22797" y="25123"/>
                  </a:lnTo>
                  <a:lnTo>
                    <a:pt x="22797" y="25062"/>
                  </a:lnTo>
                  <a:cubicBezTo>
                    <a:pt x="22828" y="25032"/>
                    <a:pt x="23101" y="24941"/>
                    <a:pt x="23101" y="24880"/>
                  </a:cubicBezTo>
                  <a:cubicBezTo>
                    <a:pt x="23089" y="24842"/>
                    <a:pt x="23097" y="24825"/>
                    <a:pt x="23120" y="24825"/>
                  </a:cubicBezTo>
                  <a:cubicBezTo>
                    <a:pt x="23153" y="24825"/>
                    <a:pt x="23213" y="24857"/>
                    <a:pt x="23284" y="24910"/>
                  </a:cubicBezTo>
                  <a:lnTo>
                    <a:pt x="23193" y="25002"/>
                  </a:lnTo>
                  <a:cubicBezTo>
                    <a:pt x="23101" y="25093"/>
                    <a:pt x="23132" y="25123"/>
                    <a:pt x="23223" y="25184"/>
                  </a:cubicBezTo>
                  <a:lnTo>
                    <a:pt x="23253" y="25245"/>
                  </a:lnTo>
                  <a:cubicBezTo>
                    <a:pt x="23263" y="25255"/>
                    <a:pt x="23287" y="25258"/>
                    <a:pt x="23315" y="25258"/>
                  </a:cubicBezTo>
                  <a:cubicBezTo>
                    <a:pt x="23372" y="25258"/>
                    <a:pt x="23446" y="25245"/>
                    <a:pt x="23466" y="25245"/>
                  </a:cubicBezTo>
                  <a:cubicBezTo>
                    <a:pt x="23557" y="25245"/>
                    <a:pt x="23618" y="25214"/>
                    <a:pt x="23709" y="25214"/>
                  </a:cubicBezTo>
                  <a:lnTo>
                    <a:pt x="23709" y="25457"/>
                  </a:lnTo>
                  <a:cubicBezTo>
                    <a:pt x="23740" y="25488"/>
                    <a:pt x="23770" y="25549"/>
                    <a:pt x="23800" y="25579"/>
                  </a:cubicBezTo>
                  <a:lnTo>
                    <a:pt x="23861" y="25670"/>
                  </a:lnTo>
                  <a:cubicBezTo>
                    <a:pt x="23892" y="25701"/>
                    <a:pt x="23930" y="25716"/>
                    <a:pt x="23968" y="25716"/>
                  </a:cubicBezTo>
                  <a:cubicBezTo>
                    <a:pt x="24006" y="25716"/>
                    <a:pt x="24044" y="25701"/>
                    <a:pt x="24074" y="25670"/>
                  </a:cubicBezTo>
                  <a:cubicBezTo>
                    <a:pt x="24104" y="25609"/>
                    <a:pt x="24013" y="25579"/>
                    <a:pt x="23892" y="25579"/>
                  </a:cubicBezTo>
                  <a:lnTo>
                    <a:pt x="23892" y="25427"/>
                  </a:lnTo>
                  <a:lnTo>
                    <a:pt x="23892" y="25214"/>
                  </a:lnTo>
                  <a:cubicBezTo>
                    <a:pt x="24029" y="25097"/>
                    <a:pt x="24166" y="25029"/>
                    <a:pt x="24263" y="25029"/>
                  </a:cubicBezTo>
                  <a:cubicBezTo>
                    <a:pt x="24316" y="25029"/>
                    <a:pt x="24356" y="25050"/>
                    <a:pt x="24378" y="25093"/>
                  </a:cubicBezTo>
                  <a:lnTo>
                    <a:pt x="24226" y="25184"/>
                  </a:lnTo>
                  <a:lnTo>
                    <a:pt x="24196" y="25184"/>
                  </a:lnTo>
                  <a:cubicBezTo>
                    <a:pt x="24196" y="25245"/>
                    <a:pt x="24378" y="25275"/>
                    <a:pt x="24408" y="25275"/>
                  </a:cubicBezTo>
                  <a:cubicBezTo>
                    <a:pt x="24469" y="25275"/>
                    <a:pt x="24439" y="25184"/>
                    <a:pt x="24348" y="25032"/>
                  </a:cubicBezTo>
                  <a:lnTo>
                    <a:pt x="24530" y="24910"/>
                  </a:lnTo>
                  <a:lnTo>
                    <a:pt x="24682" y="24789"/>
                  </a:lnTo>
                  <a:cubicBezTo>
                    <a:pt x="24773" y="24606"/>
                    <a:pt x="25320" y="24576"/>
                    <a:pt x="25472" y="24485"/>
                  </a:cubicBezTo>
                  <a:cubicBezTo>
                    <a:pt x="25505" y="24465"/>
                    <a:pt x="25541" y="24457"/>
                    <a:pt x="25577" y="24457"/>
                  </a:cubicBezTo>
                  <a:cubicBezTo>
                    <a:pt x="25708" y="24457"/>
                    <a:pt x="25844" y="24565"/>
                    <a:pt x="25867" y="24637"/>
                  </a:cubicBezTo>
                  <a:cubicBezTo>
                    <a:pt x="25891" y="24673"/>
                    <a:pt x="25911" y="24690"/>
                    <a:pt x="25927" y="24690"/>
                  </a:cubicBezTo>
                  <a:cubicBezTo>
                    <a:pt x="25952" y="24690"/>
                    <a:pt x="25971" y="24650"/>
                    <a:pt x="25989" y="24576"/>
                  </a:cubicBezTo>
                  <a:lnTo>
                    <a:pt x="25928" y="24515"/>
                  </a:lnTo>
                  <a:lnTo>
                    <a:pt x="25685" y="24333"/>
                  </a:lnTo>
                  <a:cubicBezTo>
                    <a:pt x="25898" y="24302"/>
                    <a:pt x="25959" y="24211"/>
                    <a:pt x="25928" y="24150"/>
                  </a:cubicBezTo>
                  <a:cubicBezTo>
                    <a:pt x="25898" y="24120"/>
                    <a:pt x="25928" y="24029"/>
                    <a:pt x="25959" y="23999"/>
                  </a:cubicBezTo>
                  <a:cubicBezTo>
                    <a:pt x="25964" y="23993"/>
                    <a:pt x="25971" y="23990"/>
                    <a:pt x="25979" y="23990"/>
                  </a:cubicBezTo>
                  <a:cubicBezTo>
                    <a:pt x="26010" y="23990"/>
                    <a:pt x="26050" y="24035"/>
                    <a:pt x="26050" y="24059"/>
                  </a:cubicBezTo>
                  <a:cubicBezTo>
                    <a:pt x="26056" y="24065"/>
                    <a:pt x="26066" y="24068"/>
                    <a:pt x="26079" y="24068"/>
                  </a:cubicBezTo>
                  <a:cubicBezTo>
                    <a:pt x="26135" y="24068"/>
                    <a:pt x="26244" y="24023"/>
                    <a:pt x="26293" y="23999"/>
                  </a:cubicBezTo>
                  <a:cubicBezTo>
                    <a:pt x="26304" y="23993"/>
                    <a:pt x="26315" y="23991"/>
                    <a:pt x="26328" y="23991"/>
                  </a:cubicBezTo>
                  <a:cubicBezTo>
                    <a:pt x="26384" y="23991"/>
                    <a:pt x="26450" y="24045"/>
                    <a:pt x="26475" y="24120"/>
                  </a:cubicBezTo>
                  <a:lnTo>
                    <a:pt x="26506" y="24211"/>
                  </a:lnTo>
                  <a:lnTo>
                    <a:pt x="26566" y="24272"/>
                  </a:lnTo>
                  <a:cubicBezTo>
                    <a:pt x="26597" y="24333"/>
                    <a:pt x="26627" y="24394"/>
                    <a:pt x="26658" y="24454"/>
                  </a:cubicBezTo>
                  <a:cubicBezTo>
                    <a:pt x="26536" y="24394"/>
                    <a:pt x="26414" y="24363"/>
                    <a:pt x="26323" y="24302"/>
                  </a:cubicBezTo>
                  <a:cubicBezTo>
                    <a:pt x="26303" y="24289"/>
                    <a:pt x="26285" y="24283"/>
                    <a:pt x="26269" y="24283"/>
                  </a:cubicBezTo>
                  <a:cubicBezTo>
                    <a:pt x="26211" y="24283"/>
                    <a:pt x="26185" y="24360"/>
                    <a:pt x="26232" y="24454"/>
                  </a:cubicBezTo>
                  <a:lnTo>
                    <a:pt x="26202" y="24546"/>
                  </a:lnTo>
                  <a:cubicBezTo>
                    <a:pt x="26171" y="24606"/>
                    <a:pt x="26141" y="24698"/>
                    <a:pt x="26202" y="24698"/>
                  </a:cubicBezTo>
                  <a:cubicBezTo>
                    <a:pt x="26234" y="24714"/>
                    <a:pt x="26284" y="24747"/>
                    <a:pt x="26333" y="24747"/>
                  </a:cubicBezTo>
                  <a:cubicBezTo>
                    <a:pt x="26375" y="24747"/>
                    <a:pt x="26417" y="24722"/>
                    <a:pt x="26445" y="24637"/>
                  </a:cubicBezTo>
                  <a:cubicBezTo>
                    <a:pt x="26506" y="24485"/>
                    <a:pt x="26749" y="24546"/>
                    <a:pt x="26901" y="24485"/>
                  </a:cubicBezTo>
                  <a:cubicBezTo>
                    <a:pt x="26901" y="24480"/>
                    <a:pt x="26907" y="24477"/>
                    <a:pt x="26917" y="24477"/>
                  </a:cubicBezTo>
                  <a:cubicBezTo>
                    <a:pt x="26965" y="24477"/>
                    <a:pt x="27098" y="24536"/>
                    <a:pt x="27022" y="24637"/>
                  </a:cubicBezTo>
                  <a:lnTo>
                    <a:pt x="26870" y="24758"/>
                  </a:lnTo>
                  <a:cubicBezTo>
                    <a:pt x="26913" y="24780"/>
                    <a:pt x="26957" y="24790"/>
                    <a:pt x="26997" y="24790"/>
                  </a:cubicBezTo>
                  <a:cubicBezTo>
                    <a:pt x="27070" y="24790"/>
                    <a:pt x="27135" y="24756"/>
                    <a:pt x="27174" y="24698"/>
                  </a:cubicBezTo>
                  <a:cubicBezTo>
                    <a:pt x="27192" y="24680"/>
                    <a:pt x="27220" y="24663"/>
                    <a:pt x="27257" y="24663"/>
                  </a:cubicBezTo>
                  <a:cubicBezTo>
                    <a:pt x="27285" y="24663"/>
                    <a:pt x="27318" y="24672"/>
                    <a:pt x="27357" y="24698"/>
                  </a:cubicBezTo>
                  <a:lnTo>
                    <a:pt x="27418" y="24728"/>
                  </a:lnTo>
                  <a:cubicBezTo>
                    <a:pt x="27446" y="24735"/>
                    <a:pt x="27483" y="24739"/>
                    <a:pt x="27524" y="24739"/>
                  </a:cubicBezTo>
                  <a:cubicBezTo>
                    <a:pt x="27656" y="24739"/>
                    <a:pt x="27827" y="24699"/>
                    <a:pt x="27873" y="24606"/>
                  </a:cubicBezTo>
                  <a:cubicBezTo>
                    <a:pt x="27934" y="24454"/>
                    <a:pt x="27721" y="24485"/>
                    <a:pt x="27691" y="24454"/>
                  </a:cubicBezTo>
                  <a:cubicBezTo>
                    <a:pt x="27691" y="24454"/>
                    <a:pt x="27691" y="24394"/>
                    <a:pt x="27691" y="24394"/>
                  </a:cubicBezTo>
                  <a:cubicBezTo>
                    <a:pt x="27843" y="24272"/>
                    <a:pt x="27691" y="24211"/>
                    <a:pt x="27630" y="24120"/>
                  </a:cubicBezTo>
                  <a:cubicBezTo>
                    <a:pt x="27569" y="24059"/>
                    <a:pt x="27569" y="23999"/>
                    <a:pt x="27630" y="23907"/>
                  </a:cubicBezTo>
                  <a:lnTo>
                    <a:pt x="27721" y="23816"/>
                  </a:lnTo>
                  <a:cubicBezTo>
                    <a:pt x="27478" y="23816"/>
                    <a:pt x="27266" y="23755"/>
                    <a:pt x="27053" y="23695"/>
                  </a:cubicBezTo>
                  <a:lnTo>
                    <a:pt x="27205" y="23573"/>
                  </a:lnTo>
                  <a:lnTo>
                    <a:pt x="27326" y="23482"/>
                  </a:lnTo>
                  <a:cubicBezTo>
                    <a:pt x="27448" y="23482"/>
                    <a:pt x="27569" y="23482"/>
                    <a:pt x="27661" y="23543"/>
                  </a:cubicBezTo>
                  <a:lnTo>
                    <a:pt x="27661" y="23573"/>
                  </a:lnTo>
                  <a:cubicBezTo>
                    <a:pt x="27661" y="23603"/>
                    <a:pt x="27357" y="23664"/>
                    <a:pt x="27357" y="23725"/>
                  </a:cubicBezTo>
                  <a:cubicBezTo>
                    <a:pt x="27357" y="23733"/>
                    <a:pt x="27368" y="23736"/>
                    <a:pt x="27388" y="23736"/>
                  </a:cubicBezTo>
                  <a:cubicBezTo>
                    <a:pt x="27448" y="23736"/>
                    <a:pt x="27585" y="23702"/>
                    <a:pt x="27721" y="23634"/>
                  </a:cubicBezTo>
                  <a:lnTo>
                    <a:pt x="27752" y="23634"/>
                  </a:lnTo>
                  <a:lnTo>
                    <a:pt x="27813" y="23603"/>
                  </a:lnTo>
                  <a:cubicBezTo>
                    <a:pt x="27829" y="23595"/>
                    <a:pt x="27845" y="23591"/>
                    <a:pt x="27861" y="23591"/>
                  </a:cubicBezTo>
                  <a:cubicBezTo>
                    <a:pt x="27904" y="23591"/>
                    <a:pt x="27942" y="23620"/>
                    <a:pt x="27965" y="23664"/>
                  </a:cubicBezTo>
                  <a:lnTo>
                    <a:pt x="27965" y="23725"/>
                  </a:lnTo>
                  <a:lnTo>
                    <a:pt x="27934" y="23786"/>
                  </a:lnTo>
                  <a:cubicBezTo>
                    <a:pt x="27843" y="23877"/>
                    <a:pt x="27843" y="23999"/>
                    <a:pt x="27934" y="24059"/>
                  </a:cubicBezTo>
                  <a:lnTo>
                    <a:pt x="27995" y="24059"/>
                  </a:lnTo>
                  <a:cubicBezTo>
                    <a:pt x="28025" y="24059"/>
                    <a:pt x="28056" y="24029"/>
                    <a:pt x="28086" y="23999"/>
                  </a:cubicBezTo>
                  <a:cubicBezTo>
                    <a:pt x="28147" y="23938"/>
                    <a:pt x="28208" y="23877"/>
                    <a:pt x="28299" y="23877"/>
                  </a:cubicBezTo>
                  <a:lnTo>
                    <a:pt x="28360" y="23877"/>
                  </a:lnTo>
                  <a:cubicBezTo>
                    <a:pt x="28451" y="23877"/>
                    <a:pt x="28512" y="23786"/>
                    <a:pt x="28512" y="23664"/>
                  </a:cubicBezTo>
                  <a:lnTo>
                    <a:pt x="28542" y="23573"/>
                  </a:lnTo>
                  <a:cubicBezTo>
                    <a:pt x="28573" y="23512"/>
                    <a:pt x="28664" y="23482"/>
                    <a:pt x="28725" y="23482"/>
                  </a:cubicBezTo>
                  <a:cubicBezTo>
                    <a:pt x="28738" y="23478"/>
                    <a:pt x="28749" y="23477"/>
                    <a:pt x="28759" y="23477"/>
                  </a:cubicBezTo>
                  <a:cubicBezTo>
                    <a:pt x="28840" y="23477"/>
                    <a:pt x="28816" y="23580"/>
                    <a:pt x="28816" y="23634"/>
                  </a:cubicBezTo>
                  <a:lnTo>
                    <a:pt x="28846" y="23847"/>
                  </a:lnTo>
                  <a:cubicBezTo>
                    <a:pt x="28896" y="23796"/>
                    <a:pt x="28947" y="23774"/>
                    <a:pt x="28981" y="23774"/>
                  </a:cubicBezTo>
                  <a:cubicBezTo>
                    <a:pt x="29010" y="23774"/>
                    <a:pt x="29028" y="23789"/>
                    <a:pt x="29028" y="23816"/>
                  </a:cubicBezTo>
                  <a:cubicBezTo>
                    <a:pt x="29028" y="23847"/>
                    <a:pt x="29089" y="23847"/>
                    <a:pt x="29180" y="23847"/>
                  </a:cubicBezTo>
                  <a:lnTo>
                    <a:pt x="29211" y="23877"/>
                  </a:lnTo>
                  <a:cubicBezTo>
                    <a:pt x="29272" y="23907"/>
                    <a:pt x="29326" y="23917"/>
                    <a:pt x="29376" y="23917"/>
                  </a:cubicBezTo>
                  <a:cubicBezTo>
                    <a:pt x="29478" y="23917"/>
                    <a:pt x="29565" y="23877"/>
                    <a:pt x="29667" y="23877"/>
                  </a:cubicBezTo>
                  <a:cubicBezTo>
                    <a:pt x="29880" y="23877"/>
                    <a:pt x="29910" y="23755"/>
                    <a:pt x="30001" y="23634"/>
                  </a:cubicBezTo>
                  <a:lnTo>
                    <a:pt x="30032" y="23603"/>
                  </a:lnTo>
                  <a:cubicBezTo>
                    <a:pt x="30049" y="23586"/>
                    <a:pt x="30075" y="23578"/>
                    <a:pt x="30105" y="23578"/>
                  </a:cubicBezTo>
                  <a:cubicBezTo>
                    <a:pt x="30179" y="23578"/>
                    <a:pt x="30280" y="23621"/>
                    <a:pt x="30366" y="23664"/>
                  </a:cubicBezTo>
                  <a:lnTo>
                    <a:pt x="30457" y="23695"/>
                  </a:lnTo>
                  <a:lnTo>
                    <a:pt x="30670" y="23725"/>
                  </a:lnTo>
                  <a:cubicBezTo>
                    <a:pt x="30670" y="23786"/>
                    <a:pt x="30677" y="23816"/>
                    <a:pt x="30685" y="23816"/>
                  </a:cubicBezTo>
                  <a:cubicBezTo>
                    <a:pt x="30693" y="23816"/>
                    <a:pt x="30700" y="23786"/>
                    <a:pt x="30700" y="23725"/>
                  </a:cubicBezTo>
                  <a:lnTo>
                    <a:pt x="30670" y="23664"/>
                  </a:lnTo>
                  <a:lnTo>
                    <a:pt x="30639" y="23573"/>
                  </a:lnTo>
                  <a:cubicBezTo>
                    <a:pt x="30587" y="23538"/>
                    <a:pt x="30676" y="23503"/>
                    <a:pt x="30761" y="23503"/>
                  </a:cubicBezTo>
                  <a:cubicBezTo>
                    <a:pt x="30823" y="23503"/>
                    <a:pt x="30883" y="23522"/>
                    <a:pt x="30883" y="23573"/>
                  </a:cubicBezTo>
                  <a:cubicBezTo>
                    <a:pt x="30905" y="23662"/>
                    <a:pt x="30943" y="23718"/>
                    <a:pt x="30974" y="23718"/>
                  </a:cubicBezTo>
                  <a:cubicBezTo>
                    <a:pt x="30986" y="23718"/>
                    <a:pt x="30996" y="23711"/>
                    <a:pt x="31004" y="23695"/>
                  </a:cubicBezTo>
                  <a:lnTo>
                    <a:pt x="31035" y="23695"/>
                  </a:lnTo>
                  <a:cubicBezTo>
                    <a:pt x="31217" y="23695"/>
                    <a:pt x="31278" y="23695"/>
                    <a:pt x="31369" y="23603"/>
                  </a:cubicBezTo>
                  <a:cubicBezTo>
                    <a:pt x="31460" y="23482"/>
                    <a:pt x="31582" y="23451"/>
                    <a:pt x="31734" y="23451"/>
                  </a:cubicBezTo>
                  <a:cubicBezTo>
                    <a:pt x="31825" y="23451"/>
                    <a:pt x="31916" y="23451"/>
                    <a:pt x="32007" y="23391"/>
                  </a:cubicBezTo>
                  <a:cubicBezTo>
                    <a:pt x="32032" y="23378"/>
                    <a:pt x="32068" y="23371"/>
                    <a:pt x="32103" y="23371"/>
                  </a:cubicBezTo>
                  <a:cubicBezTo>
                    <a:pt x="32153" y="23371"/>
                    <a:pt x="32202" y="23385"/>
                    <a:pt x="32220" y="23421"/>
                  </a:cubicBezTo>
                  <a:lnTo>
                    <a:pt x="32281" y="23482"/>
                  </a:lnTo>
                  <a:cubicBezTo>
                    <a:pt x="32340" y="23541"/>
                    <a:pt x="32399" y="23574"/>
                    <a:pt x="32466" y="23574"/>
                  </a:cubicBezTo>
                  <a:cubicBezTo>
                    <a:pt x="32502" y="23574"/>
                    <a:pt x="32542" y="23564"/>
                    <a:pt x="32585" y="23543"/>
                  </a:cubicBezTo>
                  <a:lnTo>
                    <a:pt x="32433" y="23421"/>
                  </a:lnTo>
                  <a:cubicBezTo>
                    <a:pt x="32372" y="23391"/>
                    <a:pt x="32372" y="23299"/>
                    <a:pt x="32494" y="23299"/>
                  </a:cubicBezTo>
                  <a:lnTo>
                    <a:pt x="32585" y="23299"/>
                  </a:lnTo>
                  <a:cubicBezTo>
                    <a:pt x="32600" y="23292"/>
                    <a:pt x="32615" y="23288"/>
                    <a:pt x="32630" y="23288"/>
                  </a:cubicBezTo>
                  <a:cubicBezTo>
                    <a:pt x="32674" y="23288"/>
                    <a:pt x="32714" y="23322"/>
                    <a:pt x="32737" y="23391"/>
                  </a:cubicBezTo>
                  <a:lnTo>
                    <a:pt x="32767" y="23482"/>
                  </a:lnTo>
                  <a:cubicBezTo>
                    <a:pt x="32798" y="23543"/>
                    <a:pt x="33102" y="24059"/>
                    <a:pt x="33102" y="24059"/>
                  </a:cubicBezTo>
                  <a:lnTo>
                    <a:pt x="33102" y="24120"/>
                  </a:lnTo>
                  <a:cubicBezTo>
                    <a:pt x="32767" y="24211"/>
                    <a:pt x="32950" y="24363"/>
                    <a:pt x="33010" y="24515"/>
                  </a:cubicBezTo>
                  <a:cubicBezTo>
                    <a:pt x="33071" y="24606"/>
                    <a:pt x="33102" y="24728"/>
                    <a:pt x="33162" y="24850"/>
                  </a:cubicBezTo>
                  <a:lnTo>
                    <a:pt x="33193" y="24971"/>
                  </a:lnTo>
                  <a:cubicBezTo>
                    <a:pt x="33255" y="24980"/>
                    <a:pt x="33307" y="24984"/>
                    <a:pt x="33348" y="24984"/>
                  </a:cubicBezTo>
                  <a:cubicBezTo>
                    <a:pt x="33448" y="24984"/>
                    <a:pt x="33488" y="24962"/>
                    <a:pt x="33466" y="24941"/>
                  </a:cubicBezTo>
                  <a:cubicBezTo>
                    <a:pt x="33436" y="24941"/>
                    <a:pt x="33618" y="24910"/>
                    <a:pt x="33679" y="24910"/>
                  </a:cubicBezTo>
                  <a:cubicBezTo>
                    <a:pt x="33709" y="24910"/>
                    <a:pt x="33679" y="25123"/>
                    <a:pt x="33740" y="25214"/>
                  </a:cubicBezTo>
                  <a:cubicBezTo>
                    <a:pt x="33752" y="25226"/>
                    <a:pt x="33764" y="25231"/>
                    <a:pt x="33775" y="25231"/>
                  </a:cubicBezTo>
                  <a:cubicBezTo>
                    <a:pt x="33822" y="25231"/>
                    <a:pt x="33861" y="25148"/>
                    <a:pt x="33861" y="25123"/>
                  </a:cubicBezTo>
                  <a:cubicBezTo>
                    <a:pt x="33861" y="25071"/>
                    <a:pt x="34088" y="24996"/>
                    <a:pt x="34189" y="24996"/>
                  </a:cubicBezTo>
                  <a:cubicBezTo>
                    <a:pt x="34205" y="24996"/>
                    <a:pt x="34218" y="24997"/>
                    <a:pt x="34226" y="25002"/>
                  </a:cubicBezTo>
                  <a:cubicBezTo>
                    <a:pt x="34317" y="25062"/>
                    <a:pt x="34348" y="25123"/>
                    <a:pt x="34348" y="25123"/>
                  </a:cubicBezTo>
                  <a:cubicBezTo>
                    <a:pt x="34257" y="25154"/>
                    <a:pt x="34105" y="25123"/>
                    <a:pt x="34044" y="25214"/>
                  </a:cubicBezTo>
                  <a:cubicBezTo>
                    <a:pt x="33983" y="25306"/>
                    <a:pt x="33953" y="25427"/>
                    <a:pt x="33892" y="25518"/>
                  </a:cubicBezTo>
                  <a:cubicBezTo>
                    <a:pt x="33892" y="25518"/>
                    <a:pt x="33953" y="25549"/>
                    <a:pt x="33983" y="25579"/>
                  </a:cubicBezTo>
                  <a:lnTo>
                    <a:pt x="34013" y="25579"/>
                  </a:lnTo>
                  <a:cubicBezTo>
                    <a:pt x="34044" y="25609"/>
                    <a:pt x="34135" y="25761"/>
                    <a:pt x="34257" y="25913"/>
                  </a:cubicBezTo>
                  <a:lnTo>
                    <a:pt x="33922" y="25913"/>
                  </a:lnTo>
                  <a:cubicBezTo>
                    <a:pt x="33922" y="25913"/>
                    <a:pt x="33892" y="26035"/>
                    <a:pt x="33922" y="26035"/>
                  </a:cubicBezTo>
                  <a:cubicBezTo>
                    <a:pt x="34013" y="26096"/>
                    <a:pt x="34044" y="26217"/>
                    <a:pt x="33983" y="26278"/>
                  </a:cubicBezTo>
                  <a:lnTo>
                    <a:pt x="33922" y="26369"/>
                  </a:lnTo>
                  <a:cubicBezTo>
                    <a:pt x="33801" y="26400"/>
                    <a:pt x="33953" y="26521"/>
                    <a:pt x="34044" y="26552"/>
                  </a:cubicBezTo>
                  <a:cubicBezTo>
                    <a:pt x="34135" y="26582"/>
                    <a:pt x="34165" y="26643"/>
                    <a:pt x="34074" y="26704"/>
                  </a:cubicBezTo>
                  <a:lnTo>
                    <a:pt x="33953" y="26704"/>
                  </a:lnTo>
                  <a:cubicBezTo>
                    <a:pt x="33947" y="26701"/>
                    <a:pt x="33941" y="26700"/>
                    <a:pt x="33936" y="26700"/>
                  </a:cubicBezTo>
                  <a:cubicBezTo>
                    <a:pt x="33877" y="26700"/>
                    <a:pt x="33806" y="26831"/>
                    <a:pt x="33861" y="26886"/>
                  </a:cubicBezTo>
                  <a:cubicBezTo>
                    <a:pt x="33870" y="26890"/>
                    <a:pt x="33881" y="26892"/>
                    <a:pt x="33894" y="26892"/>
                  </a:cubicBezTo>
                  <a:cubicBezTo>
                    <a:pt x="33972" y="26892"/>
                    <a:pt x="34118" y="26825"/>
                    <a:pt x="34196" y="26825"/>
                  </a:cubicBezTo>
                  <a:cubicBezTo>
                    <a:pt x="34257" y="26825"/>
                    <a:pt x="34196" y="26886"/>
                    <a:pt x="34074" y="26977"/>
                  </a:cubicBezTo>
                  <a:lnTo>
                    <a:pt x="34287" y="27038"/>
                  </a:lnTo>
                  <a:lnTo>
                    <a:pt x="34378" y="27068"/>
                  </a:lnTo>
                  <a:cubicBezTo>
                    <a:pt x="34439" y="27129"/>
                    <a:pt x="34439" y="27190"/>
                    <a:pt x="34409" y="27251"/>
                  </a:cubicBezTo>
                  <a:cubicBezTo>
                    <a:pt x="34393" y="27266"/>
                    <a:pt x="34378" y="27274"/>
                    <a:pt x="34363" y="27274"/>
                  </a:cubicBezTo>
                  <a:cubicBezTo>
                    <a:pt x="34348" y="27274"/>
                    <a:pt x="34333" y="27266"/>
                    <a:pt x="34317" y="27251"/>
                  </a:cubicBezTo>
                  <a:cubicBezTo>
                    <a:pt x="34317" y="27129"/>
                    <a:pt x="34196" y="27129"/>
                    <a:pt x="34105" y="27129"/>
                  </a:cubicBezTo>
                  <a:cubicBezTo>
                    <a:pt x="34044" y="27129"/>
                    <a:pt x="34013" y="27190"/>
                    <a:pt x="34013" y="27251"/>
                  </a:cubicBezTo>
                  <a:cubicBezTo>
                    <a:pt x="33983" y="27372"/>
                    <a:pt x="34044" y="27372"/>
                    <a:pt x="34165" y="27372"/>
                  </a:cubicBezTo>
                  <a:lnTo>
                    <a:pt x="34226" y="27372"/>
                  </a:lnTo>
                  <a:cubicBezTo>
                    <a:pt x="34317" y="27464"/>
                    <a:pt x="34439" y="27524"/>
                    <a:pt x="34561" y="27555"/>
                  </a:cubicBezTo>
                  <a:lnTo>
                    <a:pt x="34652" y="27676"/>
                  </a:lnTo>
                  <a:lnTo>
                    <a:pt x="34773" y="27828"/>
                  </a:lnTo>
                  <a:cubicBezTo>
                    <a:pt x="34682" y="27920"/>
                    <a:pt x="34743" y="28132"/>
                    <a:pt x="34804" y="28132"/>
                  </a:cubicBezTo>
                  <a:cubicBezTo>
                    <a:pt x="34895" y="28132"/>
                    <a:pt x="34986" y="28163"/>
                    <a:pt x="35047" y="28223"/>
                  </a:cubicBezTo>
                  <a:lnTo>
                    <a:pt x="35229" y="28223"/>
                  </a:lnTo>
                  <a:cubicBezTo>
                    <a:pt x="35290" y="28315"/>
                    <a:pt x="35442" y="28375"/>
                    <a:pt x="35412" y="28527"/>
                  </a:cubicBezTo>
                  <a:cubicBezTo>
                    <a:pt x="35412" y="28619"/>
                    <a:pt x="35442" y="28740"/>
                    <a:pt x="35472" y="28831"/>
                  </a:cubicBezTo>
                  <a:cubicBezTo>
                    <a:pt x="35442" y="28831"/>
                    <a:pt x="35503" y="28892"/>
                    <a:pt x="35594" y="28892"/>
                  </a:cubicBezTo>
                  <a:lnTo>
                    <a:pt x="35685" y="28923"/>
                  </a:lnTo>
                  <a:cubicBezTo>
                    <a:pt x="35716" y="28923"/>
                    <a:pt x="35716" y="28953"/>
                    <a:pt x="35716" y="28953"/>
                  </a:cubicBezTo>
                  <a:lnTo>
                    <a:pt x="35807" y="29014"/>
                  </a:lnTo>
                  <a:cubicBezTo>
                    <a:pt x="35989" y="28983"/>
                    <a:pt x="36171" y="28953"/>
                    <a:pt x="36323" y="28923"/>
                  </a:cubicBezTo>
                  <a:cubicBezTo>
                    <a:pt x="36445" y="28953"/>
                    <a:pt x="36567" y="28983"/>
                    <a:pt x="36688" y="29014"/>
                  </a:cubicBezTo>
                  <a:cubicBezTo>
                    <a:pt x="36707" y="29020"/>
                    <a:pt x="36739" y="29023"/>
                    <a:pt x="36777" y="29023"/>
                  </a:cubicBezTo>
                  <a:cubicBezTo>
                    <a:pt x="36883" y="29023"/>
                    <a:pt x="37041" y="29005"/>
                    <a:pt x="37146" y="29005"/>
                  </a:cubicBezTo>
                  <a:cubicBezTo>
                    <a:pt x="37185" y="29005"/>
                    <a:pt x="37216" y="29007"/>
                    <a:pt x="37235" y="29014"/>
                  </a:cubicBezTo>
                  <a:cubicBezTo>
                    <a:pt x="37387" y="29014"/>
                    <a:pt x="37509" y="28983"/>
                    <a:pt x="37600" y="28892"/>
                  </a:cubicBezTo>
                  <a:cubicBezTo>
                    <a:pt x="37630" y="28801"/>
                    <a:pt x="37691" y="28740"/>
                    <a:pt x="37752" y="28679"/>
                  </a:cubicBezTo>
                  <a:lnTo>
                    <a:pt x="37782" y="28588"/>
                  </a:lnTo>
                  <a:cubicBezTo>
                    <a:pt x="37782" y="28558"/>
                    <a:pt x="37782" y="28527"/>
                    <a:pt x="37782" y="28467"/>
                  </a:cubicBezTo>
                  <a:cubicBezTo>
                    <a:pt x="37813" y="28436"/>
                    <a:pt x="37843" y="28406"/>
                    <a:pt x="37874" y="28406"/>
                  </a:cubicBezTo>
                  <a:cubicBezTo>
                    <a:pt x="37904" y="28406"/>
                    <a:pt x="37995" y="28406"/>
                    <a:pt x="37995" y="28467"/>
                  </a:cubicBezTo>
                  <a:cubicBezTo>
                    <a:pt x="37995" y="28527"/>
                    <a:pt x="37965" y="28588"/>
                    <a:pt x="37995" y="28679"/>
                  </a:cubicBezTo>
                  <a:lnTo>
                    <a:pt x="38056" y="28892"/>
                  </a:lnTo>
                  <a:cubicBezTo>
                    <a:pt x="38105" y="28900"/>
                    <a:pt x="38154" y="28904"/>
                    <a:pt x="38202" y="28904"/>
                  </a:cubicBezTo>
                  <a:cubicBezTo>
                    <a:pt x="38334" y="28904"/>
                    <a:pt x="38461" y="28876"/>
                    <a:pt x="38573" y="28831"/>
                  </a:cubicBezTo>
                  <a:cubicBezTo>
                    <a:pt x="38573" y="28771"/>
                    <a:pt x="38421" y="28740"/>
                    <a:pt x="38390" y="28710"/>
                  </a:cubicBezTo>
                  <a:cubicBezTo>
                    <a:pt x="38330" y="28710"/>
                    <a:pt x="38269" y="28558"/>
                    <a:pt x="38269" y="28497"/>
                  </a:cubicBezTo>
                  <a:cubicBezTo>
                    <a:pt x="38238" y="28436"/>
                    <a:pt x="38178" y="28375"/>
                    <a:pt x="38086" y="28315"/>
                  </a:cubicBezTo>
                  <a:lnTo>
                    <a:pt x="38026" y="28315"/>
                  </a:lnTo>
                  <a:cubicBezTo>
                    <a:pt x="37934" y="28315"/>
                    <a:pt x="37843" y="28315"/>
                    <a:pt x="37874" y="28223"/>
                  </a:cubicBezTo>
                  <a:cubicBezTo>
                    <a:pt x="37891" y="28170"/>
                    <a:pt x="37919" y="28138"/>
                    <a:pt x="37963" y="28138"/>
                  </a:cubicBezTo>
                  <a:cubicBezTo>
                    <a:pt x="37995" y="28138"/>
                    <a:pt x="38035" y="28155"/>
                    <a:pt x="38086" y="28193"/>
                  </a:cubicBezTo>
                  <a:cubicBezTo>
                    <a:pt x="38128" y="28234"/>
                    <a:pt x="38163" y="28251"/>
                    <a:pt x="38197" y="28251"/>
                  </a:cubicBezTo>
                  <a:cubicBezTo>
                    <a:pt x="38239" y="28251"/>
                    <a:pt x="38280" y="28226"/>
                    <a:pt x="38330" y="28193"/>
                  </a:cubicBezTo>
                  <a:lnTo>
                    <a:pt x="38360" y="28193"/>
                  </a:lnTo>
                  <a:cubicBezTo>
                    <a:pt x="38421" y="28223"/>
                    <a:pt x="38451" y="28284"/>
                    <a:pt x="38451" y="28315"/>
                  </a:cubicBezTo>
                  <a:lnTo>
                    <a:pt x="38421" y="28345"/>
                  </a:lnTo>
                  <a:lnTo>
                    <a:pt x="38360" y="28375"/>
                  </a:lnTo>
                  <a:cubicBezTo>
                    <a:pt x="38299" y="28406"/>
                    <a:pt x="38421" y="28527"/>
                    <a:pt x="38634" y="28649"/>
                  </a:cubicBezTo>
                  <a:lnTo>
                    <a:pt x="38846" y="28679"/>
                  </a:lnTo>
                  <a:cubicBezTo>
                    <a:pt x="38877" y="28649"/>
                    <a:pt x="38846" y="28527"/>
                    <a:pt x="38846" y="28497"/>
                  </a:cubicBezTo>
                  <a:cubicBezTo>
                    <a:pt x="38816" y="28467"/>
                    <a:pt x="38968" y="28436"/>
                    <a:pt x="38998" y="28436"/>
                  </a:cubicBezTo>
                  <a:cubicBezTo>
                    <a:pt x="39029" y="28436"/>
                    <a:pt x="39059" y="28679"/>
                    <a:pt x="38998" y="28740"/>
                  </a:cubicBezTo>
                  <a:cubicBezTo>
                    <a:pt x="38937" y="28801"/>
                    <a:pt x="38725" y="28953"/>
                    <a:pt x="38786" y="28983"/>
                  </a:cubicBezTo>
                  <a:cubicBezTo>
                    <a:pt x="38790" y="28986"/>
                    <a:pt x="38796" y="28987"/>
                    <a:pt x="38804" y="28987"/>
                  </a:cubicBezTo>
                  <a:cubicBezTo>
                    <a:pt x="38896" y="28987"/>
                    <a:pt x="39190" y="28827"/>
                    <a:pt x="39302" y="28771"/>
                  </a:cubicBezTo>
                  <a:cubicBezTo>
                    <a:pt x="39424" y="28740"/>
                    <a:pt x="39576" y="28740"/>
                    <a:pt x="39697" y="28740"/>
                  </a:cubicBezTo>
                  <a:lnTo>
                    <a:pt x="39789" y="28740"/>
                  </a:lnTo>
                  <a:cubicBezTo>
                    <a:pt x="40032" y="28710"/>
                    <a:pt x="40275" y="28588"/>
                    <a:pt x="40457" y="28436"/>
                  </a:cubicBezTo>
                  <a:lnTo>
                    <a:pt x="40670" y="28315"/>
                  </a:lnTo>
                  <a:cubicBezTo>
                    <a:pt x="40731" y="28102"/>
                    <a:pt x="40822" y="27920"/>
                    <a:pt x="40883" y="27768"/>
                  </a:cubicBezTo>
                  <a:cubicBezTo>
                    <a:pt x="40894" y="27762"/>
                    <a:pt x="40909" y="27759"/>
                    <a:pt x="40926" y="27759"/>
                  </a:cubicBezTo>
                  <a:cubicBezTo>
                    <a:pt x="40998" y="27759"/>
                    <a:pt x="41107" y="27804"/>
                    <a:pt x="41156" y="27828"/>
                  </a:cubicBezTo>
                  <a:cubicBezTo>
                    <a:pt x="41164" y="27832"/>
                    <a:pt x="41171" y="27834"/>
                    <a:pt x="41177" y="27834"/>
                  </a:cubicBezTo>
                  <a:cubicBezTo>
                    <a:pt x="41217" y="27834"/>
                    <a:pt x="41217" y="27748"/>
                    <a:pt x="41217" y="27616"/>
                  </a:cubicBezTo>
                  <a:lnTo>
                    <a:pt x="41521" y="27616"/>
                  </a:lnTo>
                  <a:cubicBezTo>
                    <a:pt x="41567" y="27684"/>
                    <a:pt x="41612" y="27718"/>
                    <a:pt x="41632" y="27718"/>
                  </a:cubicBezTo>
                  <a:cubicBezTo>
                    <a:pt x="41639" y="27718"/>
                    <a:pt x="41643" y="27714"/>
                    <a:pt x="41643" y="27707"/>
                  </a:cubicBezTo>
                  <a:lnTo>
                    <a:pt x="41643" y="27676"/>
                  </a:lnTo>
                  <a:lnTo>
                    <a:pt x="41643" y="27646"/>
                  </a:lnTo>
                  <a:cubicBezTo>
                    <a:pt x="41643" y="27646"/>
                    <a:pt x="41855" y="27798"/>
                    <a:pt x="41916" y="27859"/>
                  </a:cubicBezTo>
                  <a:cubicBezTo>
                    <a:pt x="41962" y="27904"/>
                    <a:pt x="42015" y="27927"/>
                    <a:pt x="42068" y="27927"/>
                  </a:cubicBezTo>
                  <a:cubicBezTo>
                    <a:pt x="42121" y="27927"/>
                    <a:pt x="42175" y="27904"/>
                    <a:pt x="42220" y="27859"/>
                  </a:cubicBezTo>
                  <a:lnTo>
                    <a:pt x="42281" y="27859"/>
                  </a:lnTo>
                  <a:cubicBezTo>
                    <a:pt x="42305" y="27863"/>
                    <a:pt x="42327" y="27865"/>
                    <a:pt x="42345" y="27865"/>
                  </a:cubicBezTo>
                  <a:cubicBezTo>
                    <a:pt x="42463" y="27865"/>
                    <a:pt x="42463" y="27786"/>
                    <a:pt x="42463" y="27707"/>
                  </a:cubicBezTo>
                  <a:cubicBezTo>
                    <a:pt x="42463" y="27636"/>
                    <a:pt x="42495" y="27606"/>
                    <a:pt x="42533" y="27606"/>
                  </a:cubicBezTo>
                  <a:cubicBezTo>
                    <a:pt x="42560" y="27606"/>
                    <a:pt x="42590" y="27621"/>
                    <a:pt x="42615" y="27646"/>
                  </a:cubicBezTo>
                  <a:cubicBezTo>
                    <a:pt x="42651" y="27682"/>
                    <a:pt x="42701" y="27699"/>
                    <a:pt x="42753" y="27699"/>
                  </a:cubicBezTo>
                  <a:cubicBezTo>
                    <a:pt x="42832" y="27699"/>
                    <a:pt x="42913" y="27659"/>
                    <a:pt x="42950" y="27585"/>
                  </a:cubicBezTo>
                  <a:lnTo>
                    <a:pt x="42980" y="27464"/>
                  </a:lnTo>
                  <a:cubicBezTo>
                    <a:pt x="43162" y="27464"/>
                    <a:pt x="43345" y="27403"/>
                    <a:pt x="43497" y="27372"/>
                  </a:cubicBezTo>
                  <a:cubicBezTo>
                    <a:pt x="43588" y="27312"/>
                    <a:pt x="43649" y="27251"/>
                    <a:pt x="43710" y="27190"/>
                  </a:cubicBezTo>
                  <a:lnTo>
                    <a:pt x="43801" y="27251"/>
                  </a:lnTo>
                  <a:lnTo>
                    <a:pt x="43892" y="27312"/>
                  </a:lnTo>
                  <a:cubicBezTo>
                    <a:pt x="44014" y="27190"/>
                    <a:pt x="44166" y="27099"/>
                    <a:pt x="44318" y="27008"/>
                  </a:cubicBezTo>
                  <a:lnTo>
                    <a:pt x="44470" y="27008"/>
                  </a:lnTo>
                  <a:cubicBezTo>
                    <a:pt x="44491" y="27013"/>
                    <a:pt x="44510" y="27016"/>
                    <a:pt x="44526" y="27016"/>
                  </a:cubicBezTo>
                  <a:cubicBezTo>
                    <a:pt x="44601" y="27016"/>
                    <a:pt x="44621" y="26961"/>
                    <a:pt x="44621" y="26886"/>
                  </a:cubicBezTo>
                  <a:lnTo>
                    <a:pt x="44621" y="26856"/>
                  </a:lnTo>
                  <a:cubicBezTo>
                    <a:pt x="44713" y="26795"/>
                    <a:pt x="44804" y="26734"/>
                    <a:pt x="44925" y="26704"/>
                  </a:cubicBezTo>
                  <a:lnTo>
                    <a:pt x="45077" y="26765"/>
                  </a:lnTo>
                  <a:lnTo>
                    <a:pt x="45169" y="26795"/>
                  </a:lnTo>
                  <a:cubicBezTo>
                    <a:pt x="45351" y="26673"/>
                    <a:pt x="45837" y="26552"/>
                    <a:pt x="45898" y="26491"/>
                  </a:cubicBezTo>
                  <a:cubicBezTo>
                    <a:pt x="46020" y="26369"/>
                    <a:pt x="46172" y="26278"/>
                    <a:pt x="46293" y="26187"/>
                  </a:cubicBezTo>
                  <a:lnTo>
                    <a:pt x="46597" y="26187"/>
                  </a:lnTo>
                  <a:cubicBezTo>
                    <a:pt x="46536" y="26096"/>
                    <a:pt x="46476" y="26005"/>
                    <a:pt x="46415" y="25913"/>
                  </a:cubicBezTo>
                  <a:cubicBezTo>
                    <a:pt x="46384" y="25883"/>
                    <a:pt x="46476" y="25883"/>
                    <a:pt x="46597" y="25883"/>
                  </a:cubicBezTo>
                  <a:lnTo>
                    <a:pt x="46567" y="25761"/>
                  </a:lnTo>
                  <a:lnTo>
                    <a:pt x="46536" y="25579"/>
                  </a:lnTo>
                  <a:lnTo>
                    <a:pt x="46536" y="25579"/>
                  </a:lnTo>
                  <a:cubicBezTo>
                    <a:pt x="46546" y="25585"/>
                    <a:pt x="46556" y="25588"/>
                    <a:pt x="46569" y="25588"/>
                  </a:cubicBezTo>
                  <a:cubicBezTo>
                    <a:pt x="46681" y="25588"/>
                    <a:pt x="46916" y="25366"/>
                    <a:pt x="47053" y="25366"/>
                  </a:cubicBezTo>
                  <a:lnTo>
                    <a:pt x="47448" y="25366"/>
                  </a:lnTo>
                  <a:cubicBezTo>
                    <a:pt x="47479" y="25397"/>
                    <a:pt x="47509" y="25518"/>
                    <a:pt x="47479" y="25549"/>
                  </a:cubicBezTo>
                  <a:cubicBezTo>
                    <a:pt x="47479" y="25579"/>
                    <a:pt x="47357" y="25609"/>
                    <a:pt x="47357" y="25609"/>
                  </a:cubicBezTo>
                  <a:cubicBezTo>
                    <a:pt x="47327" y="25609"/>
                    <a:pt x="47266" y="25640"/>
                    <a:pt x="47266" y="25701"/>
                  </a:cubicBezTo>
                  <a:lnTo>
                    <a:pt x="47114" y="25731"/>
                  </a:lnTo>
                  <a:lnTo>
                    <a:pt x="46962" y="25761"/>
                  </a:lnTo>
                  <a:cubicBezTo>
                    <a:pt x="46871" y="25792"/>
                    <a:pt x="46780" y="25853"/>
                    <a:pt x="46719" y="25974"/>
                  </a:cubicBezTo>
                  <a:cubicBezTo>
                    <a:pt x="46790" y="26010"/>
                    <a:pt x="46872" y="26025"/>
                    <a:pt x="46952" y="26025"/>
                  </a:cubicBezTo>
                  <a:cubicBezTo>
                    <a:pt x="47008" y="26025"/>
                    <a:pt x="47064" y="26017"/>
                    <a:pt x="47114" y="26005"/>
                  </a:cubicBezTo>
                  <a:cubicBezTo>
                    <a:pt x="47327" y="25944"/>
                    <a:pt x="47539" y="25822"/>
                    <a:pt x="47752" y="25731"/>
                  </a:cubicBezTo>
                  <a:lnTo>
                    <a:pt x="47995" y="25670"/>
                  </a:lnTo>
                  <a:lnTo>
                    <a:pt x="48208" y="25640"/>
                  </a:lnTo>
                  <a:cubicBezTo>
                    <a:pt x="48421" y="25549"/>
                    <a:pt x="48725" y="25397"/>
                    <a:pt x="48755" y="25366"/>
                  </a:cubicBezTo>
                  <a:cubicBezTo>
                    <a:pt x="48816" y="25306"/>
                    <a:pt x="48907" y="25245"/>
                    <a:pt x="48938" y="25154"/>
                  </a:cubicBezTo>
                  <a:lnTo>
                    <a:pt x="48816" y="25062"/>
                  </a:lnTo>
                  <a:cubicBezTo>
                    <a:pt x="48755" y="25032"/>
                    <a:pt x="48725" y="25002"/>
                    <a:pt x="48786" y="24941"/>
                  </a:cubicBezTo>
                  <a:cubicBezTo>
                    <a:pt x="48938" y="24880"/>
                    <a:pt x="49090" y="24819"/>
                    <a:pt x="49242" y="24789"/>
                  </a:cubicBezTo>
                  <a:cubicBezTo>
                    <a:pt x="49272" y="24758"/>
                    <a:pt x="49272" y="24758"/>
                    <a:pt x="49363" y="24698"/>
                  </a:cubicBezTo>
                  <a:cubicBezTo>
                    <a:pt x="49394" y="24652"/>
                    <a:pt x="49424" y="24629"/>
                    <a:pt x="49454" y="24629"/>
                  </a:cubicBezTo>
                  <a:cubicBezTo>
                    <a:pt x="49485" y="24629"/>
                    <a:pt x="49515" y="24652"/>
                    <a:pt x="49546" y="24698"/>
                  </a:cubicBezTo>
                  <a:lnTo>
                    <a:pt x="49637" y="24789"/>
                  </a:lnTo>
                  <a:cubicBezTo>
                    <a:pt x="49673" y="24825"/>
                    <a:pt x="49709" y="24842"/>
                    <a:pt x="49741" y="24842"/>
                  </a:cubicBezTo>
                  <a:cubicBezTo>
                    <a:pt x="49790" y="24842"/>
                    <a:pt x="49831" y="24802"/>
                    <a:pt x="49850" y="24728"/>
                  </a:cubicBezTo>
                  <a:lnTo>
                    <a:pt x="49606" y="24728"/>
                  </a:lnTo>
                  <a:cubicBezTo>
                    <a:pt x="49606" y="24606"/>
                    <a:pt x="49667" y="24485"/>
                    <a:pt x="49789" y="24424"/>
                  </a:cubicBezTo>
                  <a:cubicBezTo>
                    <a:pt x="49806" y="24406"/>
                    <a:pt x="49895" y="24389"/>
                    <a:pt x="49972" y="24389"/>
                  </a:cubicBezTo>
                  <a:cubicBezTo>
                    <a:pt x="50029" y="24389"/>
                    <a:pt x="50080" y="24398"/>
                    <a:pt x="50093" y="24424"/>
                  </a:cubicBezTo>
                  <a:cubicBezTo>
                    <a:pt x="50106" y="24450"/>
                    <a:pt x="50135" y="24459"/>
                    <a:pt x="50166" y="24459"/>
                  </a:cubicBezTo>
                  <a:cubicBezTo>
                    <a:pt x="50210" y="24459"/>
                    <a:pt x="50258" y="24442"/>
                    <a:pt x="50275" y="24424"/>
                  </a:cubicBezTo>
                  <a:cubicBezTo>
                    <a:pt x="50275" y="24420"/>
                    <a:pt x="50279" y="24418"/>
                    <a:pt x="50286" y="24418"/>
                  </a:cubicBezTo>
                  <a:cubicBezTo>
                    <a:pt x="50331" y="24418"/>
                    <a:pt x="50512" y="24501"/>
                    <a:pt x="50670" y="24606"/>
                  </a:cubicBezTo>
                  <a:lnTo>
                    <a:pt x="50853" y="24485"/>
                  </a:lnTo>
                  <a:lnTo>
                    <a:pt x="50974" y="24424"/>
                  </a:lnTo>
                  <a:cubicBezTo>
                    <a:pt x="50944" y="24242"/>
                    <a:pt x="51187" y="24059"/>
                    <a:pt x="51248" y="24029"/>
                  </a:cubicBezTo>
                  <a:cubicBezTo>
                    <a:pt x="51309" y="23968"/>
                    <a:pt x="51400" y="23877"/>
                    <a:pt x="51430" y="23816"/>
                  </a:cubicBezTo>
                  <a:lnTo>
                    <a:pt x="51339" y="23786"/>
                  </a:lnTo>
                  <a:lnTo>
                    <a:pt x="51309" y="23786"/>
                  </a:lnTo>
                  <a:cubicBezTo>
                    <a:pt x="51217" y="23755"/>
                    <a:pt x="51278" y="23695"/>
                    <a:pt x="51309" y="23664"/>
                  </a:cubicBezTo>
                  <a:cubicBezTo>
                    <a:pt x="51309" y="23658"/>
                    <a:pt x="51314" y="23656"/>
                    <a:pt x="51323" y="23656"/>
                  </a:cubicBezTo>
                  <a:cubicBezTo>
                    <a:pt x="51362" y="23656"/>
                    <a:pt x="51466" y="23700"/>
                    <a:pt x="51491" y="23725"/>
                  </a:cubicBezTo>
                  <a:cubicBezTo>
                    <a:pt x="51494" y="23728"/>
                    <a:pt x="51497" y="23729"/>
                    <a:pt x="51502" y="23729"/>
                  </a:cubicBezTo>
                  <a:cubicBezTo>
                    <a:pt x="51548" y="23729"/>
                    <a:pt x="51679" y="23595"/>
                    <a:pt x="51734" y="23512"/>
                  </a:cubicBezTo>
                  <a:cubicBezTo>
                    <a:pt x="51738" y="23494"/>
                    <a:pt x="51741" y="23476"/>
                    <a:pt x="51744" y="23457"/>
                  </a:cubicBezTo>
                  <a:lnTo>
                    <a:pt x="51744" y="23457"/>
                  </a:lnTo>
                  <a:cubicBezTo>
                    <a:pt x="51750" y="23460"/>
                    <a:pt x="51757" y="23461"/>
                    <a:pt x="51764" y="23461"/>
                  </a:cubicBezTo>
                  <a:cubicBezTo>
                    <a:pt x="51774" y="23461"/>
                    <a:pt x="51784" y="23458"/>
                    <a:pt x="51795" y="23451"/>
                  </a:cubicBezTo>
                  <a:lnTo>
                    <a:pt x="51877" y="23369"/>
                  </a:lnTo>
                  <a:lnTo>
                    <a:pt x="51877" y="23369"/>
                  </a:lnTo>
                  <a:cubicBezTo>
                    <a:pt x="51941" y="23390"/>
                    <a:pt x="52005" y="23408"/>
                    <a:pt x="52068" y="23421"/>
                  </a:cubicBezTo>
                  <a:cubicBezTo>
                    <a:pt x="52220" y="23421"/>
                    <a:pt x="52372" y="23391"/>
                    <a:pt x="52494" y="23391"/>
                  </a:cubicBezTo>
                  <a:cubicBezTo>
                    <a:pt x="52555" y="23330"/>
                    <a:pt x="52494" y="23026"/>
                    <a:pt x="52433" y="22935"/>
                  </a:cubicBezTo>
                  <a:cubicBezTo>
                    <a:pt x="52403" y="22843"/>
                    <a:pt x="52433" y="22722"/>
                    <a:pt x="52555" y="22691"/>
                  </a:cubicBezTo>
                  <a:lnTo>
                    <a:pt x="52616" y="22874"/>
                  </a:lnTo>
                  <a:lnTo>
                    <a:pt x="52616" y="22904"/>
                  </a:lnTo>
                  <a:cubicBezTo>
                    <a:pt x="52616" y="22949"/>
                    <a:pt x="52648" y="22977"/>
                    <a:pt x="52689" y="22977"/>
                  </a:cubicBezTo>
                  <a:cubicBezTo>
                    <a:pt x="52705" y="22977"/>
                    <a:pt x="52721" y="22973"/>
                    <a:pt x="52737" y="22965"/>
                  </a:cubicBezTo>
                  <a:lnTo>
                    <a:pt x="52828" y="23026"/>
                  </a:lnTo>
                  <a:cubicBezTo>
                    <a:pt x="52887" y="23085"/>
                    <a:pt x="52971" y="23118"/>
                    <a:pt x="53048" y="23118"/>
                  </a:cubicBezTo>
                  <a:cubicBezTo>
                    <a:pt x="53090" y="23118"/>
                    <a:pt x="53130" y="23108"/>
                    <a:pt x="53163" y="23087"/>
                  </a:cubicBezTo>
                  <a:cubicBezTo>
                    <a:pt x="53193" y="23056"/>
                    <a:pt x="53223" y="23026"/>
                    <a:pt x="53284" y="23026"/>
                  </a:cubicBezTo>
                  <a:cubicBezTo>
                    <a:pt x="53254" y="23117"/>
                    <a:pt x="53254" y="23178"/>
                    <a:pt x="53223" y="23239"/>
                  </a:cubicBezTo>
                  <a:cubicBezTo>
                    <a:pt x="53214" y="23257"/>
                    <a:pt x="53231" y="23265"/>
                    <a:pt x="53261" y="23265"/>
                  </a:cubicBezTo>
                  <a:cubicBezTo>
                    <a:pt x="53329" y="23265"/>
                    <a:pt x="53465" y="23229"/>
                    <a:pt x="53527" y="23208"/>
                  </a:cubicBezTo>
                  <a:cubicBezTo>
                    <a:pt x="53619" y="23178"/>
                    <a:pt x="53619" y="22995"/>
                    <a:pt x="53679" y="22965"/>
                  </a:cubicBezTo>
                  <a:cubicBezTo>
                    <a:pt x="53740" y="22965"/>
                    <a:pt x="53801" y="23147"/>
                    <a:pt x="53801" y="23239"/>
                  </a:cubicBezTo>
                  <a:cubicBezTo>
                    <a:pt x="53801" y="23253"/>
                    <a:pt x="53819" y="23259"/>
                    <a:pt x="53848" y="23259"/>
                  </a:cubicBezTo>
                  <a:cubicBezTo>
                    <a:pt x="53945" y="23259"/>
                    <a:pt x="54164" y="23194"/>
                    <a:pt x="54257" y="23147"/>
                  </a:cubicBezTo>
                  <a:cubicBezTo>
                    <a:pt x="54379" y="23056"/>
                    <a:pt x="54348" y="22965"/>
                    <a:pt x="54135" y="22904"/>
                  </a:cubicBezTo>
                  <a:lnTo>
                    <a:pt x="53983" y="22874"/>
                  </a:lnTo>
                  <a:lnTo>
                    <a:pt x="53862" y="22813"/>
                  </a:lnTo>
                  <a:cubicBezTo>
                    <a:pt x="53892" y="22752"/>
                    <a:pt x="53831" y="22691"/>
                    <a:pt x="53710" y="22631"/>
                  </a:cubicBezTo>
                  <a:lnTo>
                    <a:pt x="53740" y="22479"/>
                  </a:lnTo>
                  <a:cubicBezTo>
                    <a:pt x="53619" y="22448"/>
                    <a:pt x="53375" y="22327"/>
                    <a:pt x="53375" y="22205"/>
                  </a:cubicBezTo>
                  <a:cubicBezTo>
                    <a:pt x="53375" y="22164"/>
                    <a:pt x="53394" y="22148"/>
                    <a:pt x="53426" y="22148"/>
                  </a:cubicBezTo>
                  <a:cubicBezTo>
                    <a:pt x="53464" y="22148"/>
                    <a:pt x="53522" y="22172"/>
                    <a:pt x="53588" y="22205"/>
                  </a:cubicBezTo>
                  <a:lnTo>
                    <a:pt x="53649" y="22296"/>
                  </a:lnTo>
                  <a:cubicBezTo>
                    <a:pt x="53705" y="22334"/>
                    <a:pt x="53773" y="22360"/>
                    <a:pt x="53839" y="22360"/>
                  </a:cubicBezTo>
                  <a:cubicBezTo>
                    <a:pt x="53879" y="22360"/>
                    <a:pt x="53918" y="22350"/>
                    <a:pt x="53953" y="22327"/>
                  </a:cubicBezTo>
                  <a:cubicBezTo>
                    <a:pt x="53988" y="22309"/>
                    <a:pt x="54023" y="22292"/>
                    <a:pt x="54052" y="22292"/>
                  </a:cubicBezTo>
                  <a:cubicBezTo>
                    <a:pt x="54074" y="22292"/>
                    <a:pt x="54092" y="22301"/>
                    <a:pt x="54105" y="22327"/>
                  </a:cubicBezTo>
                  <a:lnTo>
                    <a:pt x="54135" y="22357"/>
                  </a:lnTo>
                  <a:cubicBezTo>
                    <a:pt x="54166" y="22418"/>
                    <a:pt x="54135" y="22479"/>
                    <a:pt x="54075" y="22509"/>
                  </a:cubicBezTo>
                  <a:lnTo>
                    <a:pt x="53953" y="22509"/>
                  </a:lnTo>
                  <a:cubicBezTo>
                    <a:pt x="53943" y="22506"/>
                    <a:pt x="53934" y="22504"/>
                    <a:pt x="53925" y="22504"/>
                  </a:cubicBezTo>
                  <a:cubicBezTo>
                    <a:pt x="53856" y="22504"/>
                    <a:pt x="53835" y="22604"/>
                    <a:pt x="53862" y="22631"/>
                  </a:cubicBezTo>
                  <a:cubicBezTo>
                    <a:pt x="53983" y="22722"/>
                    <a:pt x="54135" y="22783"/>
                    <a:pt x="54287" y="22783"/>
                  </a:cubicBezTo>
                  <a:cubicBezTo>
                    <a:pt x="54439" y="22752"/>
                    <a:pt x="54561" y="22631"/>
                    <a:pt x="54622" y="22479"/>
                  </a:cubicBezTo>
                  <a:lnTo>
                    <a:pt x="54774" y="22540"/>
                  </a:lnTo>
                  <a:lnTo>
                    <a:pt x="54865" y="22570"/>
                  </a:lnTo>
                  <a:cubicBezTo>
                    <a:pt x="54986" y="22631"/>
                    <a:pt x="54804" y="22874"/>
                    <a:pt x="54743" y="22965"/>
                  </a:cubicBezTo>
                  <a:cubicBezTo>
                    <a:pt x="54702" y="22992"/>
                    <a:pt x="54698" y="23007"/>
                    <a:pt x="54720" y="23007"/>
                  </a:cubicBezTo>
                  <a:cubicBezTo>
                    <a:pt x="54746" y="23007"/>
                    <a:pt x="54812" y="22985"/>
                    <a:pt x="54895" y="22935"/>
                  </a:cubicBezTo>
                  <a:lnTo>
                    <a:pt x="54926" y="22935"/>
                  </a:lnTo>
                  <a:lnTo>
                    <a:pt x="55108" y="23026"/>
                  </a:lnTo>
                  <a:cubicBezTo>
                    <a:pt x="55230" y="22935"/>
                    <a:pt x="55412" y="22843"/>
                    <a:pt x="55564" y="22783"/>
                  </a:cubicBezTo>
                  <a:cubicBezTo>
                    <a:pt x="55625" y="22783"/>
                    <a:pt x="55686" y="22752"/>
                    <a:pt x="55746" y="22722"/>
                  </a:cubicBezTo>
                  <a:cubicBezTo>
                    <a:pt x="55777" y="22479"/>
                    <a:pt x="56172" y="22540"/>
                    <a:pt x="56263" y="22357"/>
                  </a:cubicBezTo>
                  <a:cubicBezTo>
                    <a:pt x="56293" y="22357"/>
                    <a:pt x="56354" y="22388"/>
                    <a:pt x="56385" y="22388"/>
                  </a:cubicBezTo>
                  <a:cubicBezTo>
                    <a:pt x="56415" y="22403"/>
                    <a:pt x="56461" y="22418"/>
                    <a:pt x="56499" y="22418"/>
                  </a:cubicBezTo>
                  <a:cubicBezTo>
                    <a:pt x="56537" y="22418"/>
                    <a:pt x="56567" y="22403"/>
                    <a:pt x="56567" y="22357"/>
                  </a:cubicBezTo>
                  <a:cubicBezTo>
                    <a:pt x="56567" y="22327"/>
                    <a:pt x="56476" y="22266"/>
                    <a:pt x="56445" y="22266"/>
                  </a:cubicBezTo>
                  <a:cubicBezTo>
                    <a:pt x="56382" y="22228"/>
                    <a:pt x="56307" y="22211"/>
                    <a:pt x="56231" y="22211"/>
                  </a:cubicBezTo>
                  <a:cubicBezTo>
                    <a:pt x="56126" y="22211"/>
                    <a:pt x="56017" y="22243"/>
                    <a:pt x="55929" y="22296"/>
                  </a:cubicBezTo>
                  <a:lnTo>
                    <a:pt x="55898" y="22327"/>
                  </a:lnTo>
                  <a:cubicBezTo>
                    <a:pt x="55807" y="22327"/>
                    <a:pt x="55898" y="22114"/>
                    <a:pt x="56020" y="22084"/>
                  </a:cubicBezTo>
                  <a:cubicBezTo>
                    <a:pt x="56141" y="22053"/>
                    <a:pt x="56172" y="21962"/>
                    <a:pt x="56141" y="21932"/>
                  </a:cubicBezTo>
                  <a:cubicBezTo>
                    <a:pt x="56141" y="21901"/>
                    <a:pt x="56658" y="21932"/>
                    <a:pt x="56810" y="21840"/>
                  </a:cubicBezTo>
                  <a:cubicBezTo>
                    <a:pt x="56838" y="21826"/>
                    <a:pt x="56860" y="21820"/>
                    <a:pt x="56878" y="21820"/>
                  </a:cubicBezTo>
                  <a:cubicBezTo>
                    <a:pt x="56975" y="21820"/>
                    <a:pt x="56927" y="22006"/>
                    <a:pt x="56901" y="22084"/>
                  </a:cubicBezTo>
                  <a:cubicBezTo>
                    <a:pt x="56876" y="22135"/>
                    <a:pt x="56877" y="22154"/>
                    <a:pt x="56890" y="22154"/>
                  </a:cubicBezTo>
                  <a:cubicBezTo>
                    <a:pt x="56907" y="22154"/>
                    <a:pt x="56945" y="22119"/>
                    <a:pt x="56962" y="22084"/>
                  </a:cubicBezTo>
                  <a:cubicBezTo>
                    <a:pt x="57023" y="22053"/>
                    <a:pt x="57084" y="22023"/>
                    <a:pt x="57145" y="22023"/>
                  </a:cubicBezTo>
                  <a:lnTo>
                    <a:pt x="57145" y="22053"/>
                  </a:lnTo>
                  <a:lnTo>
                    <a:pt x="57296" y="22144"/>
                  </a:lnTo>
                  <a:cubicBezTo>
                    <a:pt x="57448" y="22114"/>
                    <a:pt x="57631" y="21840"/>
                    <a:pt x="57722" y="21810"/>
                  </a:cubicBezTo>
                  <a:cubicBezTo>
                    <a:pt x="57813" y="21780"/>
                    <a:pt x="57752" y="21749"/>
                    <a:pt x="57570" y="21749"/>
                  </a:cubicBezTo>
                  <a:lnTo>
                    <a:pt x="57540" y="21597"/>
                  </a:lnTo>
                  <a:cubicBezTo>
                    <a:pt x="57540" y="21567"/>
                    <a:pt x="57540" y="21536"/>
                    <a:pt x="57540" y="21506"/>
                  </a:cubicBezTo>
                  <a:cubicBezTo>
                    <a:pt x="57556" y="21482"/>
                    <a:pt x="57583" y="21475"/>
                    <a:pt x="57615" y="21475"/>
                  </a:cubicBezTo>
                  <a:cubicBezTo>
                    <a:pt x="57657" y="21475"/>
                    <a:pt x="57706" y="21486"/>
                    <a:pt x="57748" y="21486"/>
                  </a:cubicBezTo>
                  <a:cubicBezTo>
                    <a:pt x="57794" y="21486"/>
                    <a:pt x="57832" y="21473"/>
                    <a:pt x="57844" y="21415"/>
                  </a:cubicBezTo>
                  <a:cubicBezTo>
                    <a:pt x="57874" y="21263"/>
                    <a:pt x="57996" y="21263"/>
                    <a:pt x="58148" y="21263"/>
                  </a:cubicBezTo>
                  <a:lnTo>
                    <a:pt x="58239" y="21263"/>
                  </a:lnTo>
                  <a:cubicBezTo>
                    <a:pt x="58264" y="21246"/>
                    <a:pt x="58292" y="21238"/>
                    <a:pt x="58320" y="21238"/>
                  </a:cubicBezTo>
                  <a:cubicBezTo>
                    <a:pt x="58391" y="21238"/>
                    <a:pt x="58460" y="21288"/>
                    <a:pt x="58482" y="21354"/>
                  </a:cubicBezTo>
                  <a:cubicBezTo>
                    <a:pt x="58512" y="21415"/>
                    <a:pt x="58300" y="21415"/>
                    <a:pt x="58208" y="21415"/>
                  </a:cubicBezTo>
                  <a:cubicBezTo>
                    <a:pt x="58117" y="21415"/>
                    <a:pt x="58026" y="21415"/>
                    <a:pt x="57904" y="21476"/>
                  </a:cubicBezTo>
                  <a:lnTo>
                    <a:pt x="57874" y="21567"/>
                  </a:lnTo>
                  <a:lnTo>
                    <a:pt x="57874" y="21628"/>
                  </a:lnTo>
                  <a:cubicBezTo>
                    <a:pt x="57874" y="21663"/>
                    <a:pt x="57895" y="21678"/>
                    <a:pt x="57918" y="21678"/>
                  </a:cubicBezTo>
                  <a:cubicBezTo>
                    <a:pt x="57935" y="21678"/>
                    <a:pt x="57953" y="21671"/>
                    <a:pt x="57965" y="21658"/>
                  </a:cubicBezTo>
                  <a:cubicBezTo>
                    <a:pt x="57971" y="21653"/>
                    <a:pt x="57978" y="21650"/>
                    <a:pt x="57987" y="21650"/>
                  </a:cubicBezTo>
                  <a:cubicBezTo>
                    <a:pt x="58028" y="21650"/>
                    <a:pt x="58103" y="21705"/>
                    <a:pt x="58178" y="21780"/>
                  </a:cubicBezTo>
                  <a:lnTo>
                    <a:pt x="58452" y="21780"/>
                  </a:lnTo>
                  <a:cubicBezTo>
                    <a:pt x="58664" y="21688"/>
                    <a:pt x="59029" y="21476"/>
                    <a:pt x="59120" y="21476"/>
                  </a:cubicBezTo>
                  <a:cubicBezTo>
                    <a:pt x="59156" y="21467"/>
                    <a:pt x="59191" y="21463"/>
                    <a:pt x="59227" y="21463"/>
                  </a:cubicBezTo>
                  <a:cubicBezTo>
                    <a:pt x="59313" y="21463"/>
                    <a:pt x="59399" y="21485"/>
                    <a:pt x="59485" y="21506"/>
                  </a:cubicBezTo>
                  <a:lnTo>
                    <a:pt x="59607" y="21476"/>
                  </a:lnTo>
                  <a:cubicBezTo>
                    <a:pt x="59789" y="21445"/>
                    <a:pt x="59607" y="21293"/>
                    <a:pt x="59728" y="21263"/>
                  </a:cubicBezTo>
                  <a:lnTo>
                    <a:pt x="59880" y="21263"/>
                  </a:lnTo>
                  <a:lnTo>
                    <a:pt x="60214" y="21111"/>
                  </a:lnTo>
                  <a:cubicBezTo>
                    <a:pt x="60458" y="20989"/>
                    <a:pt x="60731" y="20929"/>
                    <a:pt x="61035" y="20929"/>
                  </a:cubicBezTo>
                  <a:cubicBezTo>
                    <a:pt x="61035" y="20935"/>
                    <a:pt x="61036" y="20937"/>
                    <a:pt x="61038" y="20937"/>
                  </a:cubicBezTo>
                  <a:cubicBezTo>
                    <a:pt x="61053" y="20937"/>
                    <a:pt x="61135" y="20713"/>
                    <a:pt x="61218" y="20685"/>
                  </a:cubicBezTo>
                  <a:cubicBezTo>
                    <a:pt x="61312" y="20662"/>
                    <a:pt x="61533" y="20565"/>
                    <a:pt x="61643" y="20565"/>
                  </a:cubicBezTo>
                  <a:cubicBezTo>
                    <a:pt x="61675" y="20565"/>
                    <a:pt x="61697" y="20574"/>
                    <a:pt x="61704" y="20594"/>
                  </a:cubicBezTo>
                  <a:cubicBezTo>
                    <a:pt x="61704" y="20623"/>
                    <a:pt x="61713" y="20634"/>
                    <a:pt x="61727" y="20634"/>
                  </a:cubicBezTo>
                  <a:cubicBezTo>
                    <a:pt x="61759" y="20634"/>
                    <a:pt x="61814" y="20585"/>
                    <a:pt x="61856" y="20564"/>
                  </a:cubicBezTo>
                  <a:cubicBezTo>
                    <a:pt x="61977" y="20503"/>
                    <a:pt x="62099" y="20473"/>
                    <a:pt x="62251" y="20442"/>
                  </a:cubicBezTo>
                  <a:lnTo>
                    <a:pt x="62342" y="20381"/>
                  </a:lnTo>
                  <a:cubicBezTo>
                    <a:pt x="62399" y="20344"/>
                    <a:pt x="62478" y="20318"/>
                    <a:pt x="62559" y="20318"/>
                  </a:cubicBezTo>
                  <a:cubicBezTo>
                    <a:pt x="62610" y="20318"/>
                    <a:pt x="62660" y="20328"/>
                    <a:pt x="62707" y="20351"/>
                  </a:cubicBezTo>
                  <a:cubicBezTo>
                    <a:pt x="62754" y="20389"/>
                    <a:pt x="62792" y="20403"/>
                    <a:pt x="62825" y="20403"/>
                  </a:cubicBezTo>
                  <a:cubicBezTo>
                    <a:pt x="62897" y="20403"/>
                    <a:pt x="62939" y="20332"/>
                    <a:pt x="62980" y="20290"/>
                  </a:cubicBezTo>
                  <a:cubicBezTo>
                    <a:pt x="63011" y="20229"/>
                    <a:pt x="62980" y="20169"/>
                    <a:pt x="63102" y="20169"/>
                  </a:cubicBezTo>
                  <a:cubicBezTo>
                    <a:pt x="63224" y="20138"/>
                    <a:pt x="63315" y="20108"/>
                    <a:pt x="63406" y="20017"/>
                  </a:cubicBezTo>
                  <a:cubicBezTo>
                    <a:pt x="63431" y="19998"/>
                    <a:pt x="63454" y="19991"/>
                    <a:pt x="63475" y="19991"/>
                  </a:cubicBezTo>
                  <a:cubicBezTo>
                    <a:pt x="63539" y="19991"/>
                    <a:pt x="63586" y="20060"/>
                    <a:pt x="63641" y="20060"/>
                  </a:cubicBezTo>
                  <a:cubicBezTo>
                    <a:pt x="63653" y="20060"/>
                    <a:pt x="63666" y="20056"/>
                    <a:pt x="63680" y="20047"/>
                  </a:cubicBezTo>
                  <a:cubicBezTo>
                    <a:pt x="63984" y="19925"/>
                    <a:pt x="64318" y="19804"/>
                    <a:pt x="64591" y="19622"/>
                  </a:cubicBezTo>
                  <a:cubicBezTo>
                    <a:pt x="64653" y="19601"/>
                    <a:pt x="64659" y="19538"/>
                    <a:pt x="64704" y="19538"/>
                  </a:cubicBezTo>
                  <a:cubicBezTo>
                    <a:pt x="64726" y="19538"/>
                    <a:pt x="64755" y="19552"/>
                    <a:pt x="64804" y="19591"/>
                  </a:cubicBezTo>
                  <a:cubicBezTo>
                    <a:pt x="64835" y="19561"/>
                    <a:pt x="64895" y="19530"/>
                    <a:pt x="64926" y="19500"/>
                  </a:cubicBezTo>
                  <a:cubicBezTo>
                    <a:pt x="65092" y="19389"/>
                    <a:pt x="65208" y="19253"/>
                    <a:pt x="65412" y="19253"/>
                  </a:cubicBezTo>
                  <a:cubicBezTo>
                    <a:pt x="65431" y="19253"/>
                    <a:pt x="65452" y="19254"/>
                    <a:pt x="65473" y="19257"/>
                  </a:cubicBezTo>
                  <a:cubicBezTo>
                    <a:pt x="65625" y="19257"/>
                    <a:pt x="65686" y="19166"/>
                    <a:pt x="65777" y="19105"/>
                  </a:cubicBezTo>
                  <a:lnTo>
                    <a:pt x="65868" y="19074"/>
                  </a:lnTo>
                  <a:cubicBezTo>
                    <a:pt x="65990" y="19044"/>
                    <a:pt x="66202" y="19014"/>
                    <a:pt x="66263" y="18983"/>
                  </a:cubicBezTo>
                  <a:cubicBezTo>
                    <a:pt x="66294" y="18983"/>
                    <a:pt x="66537" y="18831"/>
                    <a:pt x="66628" y="18801"/>
                  </a:cubicBezTo>
                  <a:cubicBezTo>
                    <a:pt x="66719" y="18770"/>
                    <a:pt x="67023" y="18679"/>
                    <a:pt x="67297" y="18649"/>
                  </a:cubicBezTo>
                  <a:lnTo>
                    <a:pt x="67540" y="18588"/>
                  </a:lnTo>
                  <a:cubicBezTo>
                    <a:pt x="67692" y="18527"/>
                    <a:pt x="67874" y="18497"/>
                    <a:pt x="67935" y="18345"/>
                  </a:cubicBezTo>
                  <a:cubicBezTo>
                    <a:pt x="67935" y="18315"/>
                    <a:pt x="68057" y="18345"/>
                    <a:pt x="68087" y="18284"/>
                  </a:cubicBezTo>
                  <a:cubicBezTo>
                    <a:pt x="68117" y="18193"/>
                    <a:pt x="68026" y="18163"/>
                    <a:pt x="67935" y="18163"/>
                  </a:cubicBezTo>
                  <a:cubicBezTo>
                    <a:pt x="67905" y="18132"/>
                    <a:pt x="67874" y="18102"/>
                    <a:pt x="67874" y="18041"/>
                  </a:cubicBezTo>
                  <a:cubicBezTo>
                    <a:pt x="67905" y="18011"/>
                    <a:pt x="67935" y="18011"/>
                    <a:pt x="67996" y="17980"/>
                  </a:cubicBezTo>
                  <a:lnTo>
                    <a:pt x="68087" y="17980"/>
                  </a:lnTo>
                  <a:cubicBezTo>
                    <a:pt x="68095" y="17983"/>
                    <a:pt x="68103" y="17984"/>
                    <a:pt x="68112" y="17984"/>
                  </a:cubicBezTo>
                  <a:cubicBezTo>
                    <a:pt x="68199" y="17984"/>
                    <a:pt x="68300" y="17853"/>
                    <a:pt x="68300" y="17798"/>
                  </a:cubicBezTo>
                  <a:cubicBezTo>
                    <a:pt x="68300" y="17776"/>
                    <a:pt x="68311" y="17766"/>
                    <a:pt x="68330" y="17766"/>
                  </a:cubicBezTo>
                  <a:cubicBezTo>
                    <a:pt x="68364" y="17766"/>
                    <a:pt x="68423" y="17800"/>
                    <a:pt x="68482" y="17859"/>
                  </a:cubicBezTo>
                  <a:lnTo>
                    <a:pt x="68482" y="17919"/>
                  </a:lnTo>
                  <a:lnTo>
                    <a:pt x="68482" y="17950"/>
                  </a:lnTo>
                  <a:cubicBezTo>
                    <a:pt x="68421" y="18041"/>
                    <a:pt x="68482" y="18071"/>
                    <a:pt x="68573" y="18071"/>
                  </a:cubicBezTo>
                  <a:lnTo>
                    <a:pt x="68664" y="18071"/>
                  </a:lnTo>
                  <a:cubicBezTo>
                    <a:pt x="68968" y="18071"/>
                    <a:pt x="69090" y="18011"/>
                    <a:pt x="69181" y="17798"/>
                  </a:cubicBezTo>
                  <a:cubicBezTo>
                    <a:pt x="69212" y="17767"/>
                    <a:pt x="68968" y="17707"/>
                    <a:pt x="69212" y="17646"/>
                  </a:cubicBezTo>
                  <a:cubicBezTo>
                    <a:pt x="69303" y="17646"/>
                    <a:pt x="69364" y="17433"/>
                    <a:pt x="69424" y="17433"/>
                  </a:cubicBezTo>
                  <a:lnTo>
                    <a:pt x="69607" y="17433"/>
                  </a:lnTo>
                  <a:cubicBezTo>
                    <a:pt x="69652" y="17372"/>
                    <a:pt x="69683" y="17342"/>
                    <a:pt x="69698" y="17342"/>
                  </a:cubicBezTo>
                  <a:cubicBezTo>
                    <a:pt x="69713" y="17342"/>
                    <a:pt x="69713" y="17372"/>
                    <a:pt x="69698" y="17433"/>
                  </a:cubicBezTo>
                  <a:lnTo>
                    <a:pt x="69637" y="17494"/>
                  </a:lnTo>
                  <a:lnTo>
                    <a:pt x="69607" y="17585"/>
                  </a:lnTo>
                  <a:cubicBezTo>
                    <a:pt x="69516" y="17615"/>
                    <a:pt x="69455" y="17707"/>
                    <a:pt x="69394" y="17798"/>
                  </a:cubicBezTo>
                  <a:lnTo>
                    <a:pt x="69424" y="17798"/>
                  </a:lnTo>
                  <a:cubicBezTo>
                    <a:pt x="69458" y="17809"/>
                    <a:pt x="69491" y="17816"/>
                    <a:pt x="69520" y="17816"/>
                  </a:cubicBezTo>
                  <a:cubicBezTo>
                    <a:pt x="69570" y="17816"/>
                    <a:pt x="69607" y="17795"/>
                    <a:pt x="69607" y="17737"/>
                  </a:cubicBezTo>
                  <a:cubicBezTo>
                    <a:pt x="69607" y="17687"/>
                    <a:pt x="69616" y="17664"/>
                    <a:pt x="69639" y="17664"/>
                  </a:cubicBezTo>
                  <a:cubicBezTo>
                    <a:pt x="69659" y="17664"/>
                    <a:pt x="69687" y="17679"/>
                    <a:pt x="69728" y="17707"/>
                  </a:cubicBezTo>
                  <a:lnTo>
                    <a:pt x="69759" y="17737"/>
                  </a:lnTo>
                  <a:cubicBezTo>
                    <a:pt x="69850" y="17737"/>
                    <a:pt x="69850" y="17585"/>
                    <a:pt x="69759" y="17372"/>
                  </a:cubicBezTo>
                  <a:lnTo>
                    <a:pt x="70002" y="17342"/>
                  </a:lnTo>
                  <a:lnTo>
                    <a:pt x="70303" y="17260"/>
                  </a:lnTo>
                  <a:lnTo>
                    <a:pt x="70303" y="17260"/>
                  </a:lnTo>
                  <a:cubicBezTo>
                    <a:pt x="70311" y="17334"/>
                    <a:pt x="70298" y="17407"/>
                    <a:pt x="70245" y="17433"/>
                  </a:cubicBezTo>
                  <a:cubicBezTo>
                    <a:pt x="70134" y="17488"/>
                    <a:pt x="70225" y="17619"/>
                    <a:pt x="70311" y="17619"/>
                  </a:cubicBezTo>
                  <a:cubicBezTo>
                    <a:pt x="70320" y="17619"/>
                    <a:pt x="70328" y="17618"/>
                    <a:pt x="70336" y="17615"/>
                  </a:cubicBezTo>
                  <a:cubicBezTo>
                    <a:pt x="70397" y="17615"/>
                    <a:pt x="70792" y="17403"/>
                    <a:pt x="70883" y="17403"/>
                  </a:cubicBezTo>
                  <a:cubicBezTo>
                    <a:pt x="70944" y="17372"/>
                    <a:pt x="70883" y="17251"/>
                    <a:pt x="70792" y="17251"/>
                  </a:cubicBezTo>
                  <a:cubicBezTo>
                    <a:pt x="70731" y="17220"/>
                    <a:pt x="70671" y="17220"/>
                    <a:pt x="70579" y="17190"/>
                  </a:cubicBezTo>
                  <a:cubicBezTo>
                    <a:pt x="70549" y="17160"/>
                    <a:pt x="70640" y="17068"/>
                    <a:pt x="70731" y="16977"/>
                  </a:cubicBezTo>
                  <a:lnTo>
                    <a:pt x="70853" y="16916"/>
                  </a:lnTo>
                  <a:lnTo>
                    <a:pt x="70975" y="16825"/>
                  </a:lnTo>
                  <a:cubicBezTo>
                    <a:pt x="71035" y="16795"/>
                    <a:pt x="71104" y="16780"/>
                    <a:pt x="71172" y="16780"/>
                  </a:cubicBezTo>
                  <a:cubicBezTo>
                    <a:pt x="71241" y="16780"/>
                    <a:pt x="71309" y="16795"/>
                    <a:pt x="71370" y="16825"/>
                  </a:cubicBezTo>
                  <a:cubicBezTo>
                    <a:pt x="71430" y="16856"/>
                    <a:pt x="71339" y="16856"/>
                    <a:pt x="71157" y="16856"/>
                  </a:cubicBezTo>
                  <a:lnTo>
                    <a:pt x="71096" y="17008"/>
                  </a:lnTo>
                  <a:cubicBezTo>
                    <a:pt x="71157" y="17068"/>
                    <a:pt x="71248" y="17099"/>
                    <a:pt x="71309" y="17160"/>
                  </a:cubicBezTo>
                  <a:cubicBezTo>
                    <a:pt x="71320" y="17165"/>
                    <a:pt x="71330" y="17167"/>
                    <a:pt x="71341" y="17167"/>
                  </a:cubicBezTo>
                  <a:cubicBezTo>
                    <a:pt x="71389" y="17167"/>
                    <a:pt x="71430" y="17113"/>
                    <a:pt x="71430" y="17038"/>
                  </a:cubicBezTo>
                  <a:lnTo>
                    <a:pt x="71613" y="17038"/>
                  </a:lnTo>
                  <a:cubicBezTo>
                    <a:pt x="71674" y="17038"/>
                    <a:pt x="71765" y="16977"/>
                    <a:pt x="71826" y="16977"/>
                  </a:cubicBezTo>
                  <a:lnTo>
                    <a:pt x="71886" y="16977"/>
                  </a:lnTo>
                  <a:cubicBezTo>
                    <a:pt x="71910" y="16989"/>
                    <a:pt x="71929" y="16994"/>
                    <a:pt x="71945" y="16994"/>
                  </a:cubicBezTo>
                  <a:cubicBezTo>
                    <a:pt x="72008" y="16994"/>
                    <a:pt x="72008" y="16910"/>
                    <a:pt x="72008" y="16886"/>
                  </a:cubicBezTo>
                  <a:cubicBezTo>
                    <a:pt x="71978" y="16825"/>
                    <a:pt x="72069" y="16795"/>
                    <a:pt x="72190" y="16795"/>
                  </a:cubicBezTo>
                  <a:lnTo>
                    <a:pt x="72251" y="16795"/>
                  </a:lnTo>
                  <a:cubicBezTo>
                    <a:pt x="72336" y="16795"/>
                    <a:pt x="72421" y="16804"/>
                    <a:pt x="72501" y="16804"/>
                  </a:cubicBezTo>
                  <a:cubicBezTo>
                    <a:pt x="72620" y="16804"/>
                    <a:pt x="72725" y="16783"/>
                    <a:pt x="72798" y="16673"/>
                  </a:cubicBezTo>
                  <a:lnTo>
                    <a:pt x="72920" y="16673"/>
                  </a:lnTo>
                  <a:cubicBezTo>
                    <a:pt x="72981" y="16673"/>
                    <a:pt x="73041" y="16704"/>
                    <a:pt x="73102" y="16734"/>
                  </a:cubicBezTo>
                  <a:lnTo>
                    <a:pt x="73133" y="16764"/>
                  </a:lnTo>
                  <a:cubicBezTo>
                    <a:pt x="73133" y="16781"/>
                    <a:pt x="73135" y="16788"/>
                    <a:pt x="73139" y="16788"/>
                  </a:cubicBezTo>
                  <a:cubicBezTo>
                    <a:pt x="73149" y="16788"/>
                    <a:pt x="73171" y="16732"/>
                    <a:pt x="73193" y="16643"/>
                  </a:cubicBezTo>
                  <a:lnTo>
                    <a:pt x="73224" y="16552"/>
                  </a:lnTo>
                  <a:lnTo>
                    <a:pt x="73224" y="16460"/>
                  </a:lnTo>
                  <a:cubicBezTo>
                    <a:pt x="73274" y="16385"/>
                    <a:pt x="72995" y="16331"/>
                    <a:pt x="72809" y="16331"/>
                  </a:cubicBezTo>
                  <a:cubicBezTo>
                    <a:pt x="72770" y="16331"/>
                    <a:pt x="72734" y="16333"/>
                    <a:pt x="72707" y="16339"/>
                  </a:cubicBezTo>
                  <a:cubicBezTo>
                    <a:pt x="72555" y="16339"/>
                    <a:pt x="72525" y="16248"/>
                    <a:pt x="72646" y="16096"/>
                  </a:cubicBezTo>
                  <a:lnTo>
                    <a:pt x="72859" y="16096"/>
                  </a:lnTo>
                  <a:cubicBezTo>
                    <a:pt x="72871" y="16100"/>
                    <a:pt x="72884" y="16102"/>
                    <a:pt x="72897" y="16102"/>
                  </a:cubicBezTo>
                  <a:cubicBezTo>
                    <a:pt x="72981" y="16102"/>
                    <a:pt x="73076" y="16023"/>
                    <a:pt x="73102" y="15944"/>
                  </a:cubicBezTo>
                  <a:cubicBezTo>
                    <a:pt x="73133" y="15913"/>
                    <a:pt x="73224" y="15852"/>
                    <a:pt x="73224" y="15852"/>
                  </a:cubicBezTo>
                  <a:lnTo>
                    <a:pt x="73285" y="15883"/>
                  </a:lnTo>
                  <a:cubicBezTo>
                    <a:pt x="73345" y="15944"/>
                    <a:pt x="73254" y="16156"/>
                    <a:pt x="73345" y="16187"/>
                  </a:cubicBezTo>
                  <a:cubicBezTo>
                    <a:pt x="73437" y="16187"/>
                    <a:pt x="73467" y="16278"/>
                    <a:pt x="73437" y="16308"/>
                  </a:cubicBezTo>
                  <a:lnTo>
                    <a:pt x="73619" y="16308"/>
                  </a:lnTo>
                  <a:cubicBezTo>
                    <a:pt x="73680" y="16339"/>
                    <a:pt x="73771" y="16339"/>
                    <a:pt x="73862" y="16339"/>
                  </a:cubicBezTo>
                  <a:cubicBezTo>
                    <a:pt x="73953" y="16339"/>
                    <a:pt x="74014" y="16278"/>
                    <a:pt x="74105" y="16278"/>
                  </a:cubicBezTo>
                  <a:lnTo>
                    <a:pt x="74166" y="16278"/>
                  </a:lnTo>
                  <a:cubicBezTo>
                    <a:pt x="74171" y="16280"/>
                    <a:pt x="74177" y="16281"/>
                    <a:pt x="74182" y="16281"/>
                  </a:cubicBezTo>
                  <a:cubicBezTo>
                    <a:pt x="74267" y="16281"/>
                    <a:pt x="74343" y="16060"/>
                    <a:pt x="74257" y="15974"/>
                  </a:cubicBezTo>
                  <a:cubicBezTo>
                    <a:pt x="74216" y="15947"/>
                    <a:pt x="74169" y="15932"/>
                    <a:pt x="74121" y="15932"/>
                  </a:cubicBezTo>
                  <a:cubicBezTo>
                    <a:pt x="74063" y="15932"/>
                    <a:pt x="74004" y="15954"/>
                    <a:pt x="73953" y="16004"/>
                  </a:cubicBezTo>
                  <a:lnTo>
                    <a:pt x="73923" y="16096"/>
                  </a:lnTo>
                  <a:lnTo>
                    <a:pt x="73893" y="16126"/>
                  </a:lnTo>
                  <a:cubicBezTo>
                    <a:pt x="73877" y="16141"/>
                    <a:pt x="73855" y="16149"/>
                    <a:pt x="73828" y="16149"/>
                  </a:cubicBezTo>
                  <a:cubicBezTo>
                    <a:pt x="73801" y="16149"/>
                    <a:pt x="73771" y="16141"/>
                    <a:pt x="73741" y="16126"/>
                  </a:cubicBezTo>
                  <a:lnTo>
                    <a:pt x="73710" y="16096"/>
                  </a:lnTo>
                  <a:lnTo>
                    <a:pt x="73649" y="15974"/>
                  </a:lnTo>
                  <a:cubicBezTo>
                    <a:pt x="73649" y="15883"/>
                    <a:pt x="73710" y="15822"/>
                    <a:pt x="73801" y="15822"/>
                  </a:cubicBezTo>
                  <a:cubicBezTo>
                    <a:pt x="73832" y="15822"/>
                    <a:pt x="74075" y="15609"/>
                    <a:pt x="74196" y="15579"/>
                  </a:cubicBezTo>
                  <a:cubicBezTo>
                    <a:pt x="74318" y="15579"/>
                    <a:pt x="74196" y="15427"/>
                    <a:pt x="74196" y="15366"/>
                  </a:cubicBezTo>
                  <a:cubicBezTo>
                    <a:pt x="74190" y="15353"/>
                    <a:pt x="74179" y="15347"/>
                    <a:pt x="74165" y="15347"/>
                  </a:cubicBezTo>
                  <a:cubicBezTo>
                    <a:pt x="74113" y="15347"/>
                    <a:pt x="74012" y="15429"/>
                    <a:pt x="73893" y="15549"/>
                  </a:cubicBezTo>
                  <a:lnTo>
                    <a:pt x="73497" y="15609"/>
                  </a:lnTo>
                  <a:lnTo>
                    <a:pt x="73467" y="15609"/>
                  </a:lnTo>
                  <a:cubicBezTo>
                    <a:pt x="73406" y="15640"/>
                    <a:pt x="73345" y="15701"/>
                    <a:pt x="73285" y="15761"/>
                  </a:cubicBezTo>
                  <a:lnTo>
                    <a:pt x="73163" y="15640"/>
                  </a:lnTo>
                  <a:cubicBezTo>
                    <a:pt x="73133" y="15609"/>
                    <a:pt x="73102" y="15609"/>
                    <a:pt x="73072" y="15609"/>
                  </a:cubicBezTo>
                  <a:cubicBezTo>
                    <a:pt x="73041" y="15609"/>
                    <a:pt x="72981" y="15640"/>
                    <a:pt x="72981" y="15670"/>
                  </a:cubicBezTo>
                  <a:cubicBezTo>
                    <a:pt x="72950" y="15731"/>
                    <a:pt x="72950" y="15822"/>
                    <a:pt x="72889" y="15852"/>
                  </a:cubicBezTo>
                  <a:cubicBezTo>
                    <a:pt x="72707" y="15944"/>
                    <a:pt x="72525" y="16035"/>
                    <a:pt x="72312" y="16065"/>
                  </a:cubicBezTo>
                  <a:lnTo>
                    <a:pt x="72190" y="16096"/>
                  </a:lnTo>
                  <a:cubicBezTo>
                    <a:pt x="72038" y="16096"/>
                    <a:pt x="71856" y="16126"/>
                    <a:pt x="71674" y="16156"/>
                  </a:cubicBezTo>
                  <a:lnTo>
                    <a:pt x="71643" y="16339"/>
                  </a:lnTo>
                  <a:lnTo>
                    <a:pt x="71643" y="16369"/>
                  </a:lnTo>
                  <a:cubicBezTo>
                    <a:pt x="71679" y="16405"/>
                    <a:pt x="71729" y="16422"/>
                    <a:pt x="71784" y="16422"/>
                  </a:cubicBezTo>
                  <a:cubicBezTo>
                    <a:pt x="71869" y="16422"/>
                    <a:pt x="71965" y="16382"/>
                    <a:pt x="72038" y="16308"/>
                  </a:cubicBezTo>
                  <a:lnTo>
                    <a:pt x="72160" y="16217"/>
                  </a:lnTo>
                  <a:cubicBezTo>
                    <a:pt x="72182" y="16206"/>
                    <a:pt x="72196" y="16199"/>
                    <a:pt x="72208" y="16199"/>
                  </a:cubicBezTo>
                  <a:cubicBezTo>
                    <a:pt x="72229" y="16199"/>
                    <a:pt x="72243" y="16220"/>
                    <a:pt x="72282" y="16278"/>
                  </a:cubicBezTo>
                  <a:cubicBezTo>
                    <a:pt x="72342" y="16339"/>
                    <a:pt x="72373" y="16400"/>
                    <a:pt x="72434" y="16430"/>
                  </a:cubicBezTo>
                  <a:lnTo>
                    <a:pt x="72494" y="16491"/>
                  </a:lnTo>
                  <a:cubicBezTo>
                    <a:pt x="72528" y="16541"/>
                    <a:pt x="72478" y="16564"/>
                    <a:pt x="72417" y="16564"/>
                  </a:cubicBezTo>
                  <a:cubicBezTo>
                    <a:pt x="72367" y="16564"/>
                    <a:pt x="72309" y="16549"/>
                    <a:pt x="72282" y="16521"/>
                  </a:cubicBezTo>
                  <a:cubicBezTo>
                    <a:pt x="72231" y="16509"/>
                    <a:pt x="72176" y="16501"/>
                    <a:pt x="72119" y="16501"/>
                  </a:cubicBezTo>
                  <a:cubicBezTo>
                    <a:pt x="72039" y="16501"/>
                    <a:pt x="71958" y="16516"/>
                    <a:pt x="71886" y="16552"/>
                  </a:cubicBezTo>
                  <a:cubicBezTo>
                    <a:pt x="71851" y="16569"/>
                    <a:pt x="71715" y="16587"/>
                    <a:pt x="71606" y="16587"/>
                  </a:cubicBezTo>
                  <a:cubicBezTo>
                    <a:pt x="71526" y="16587"/>
                    <a:pt x="71461" y="16577"/>
                    <a:pt x="71461" y="16552"/>
                  </a:cubicBezTo>
                  <a:cubicBezTo>
                    <a:pt x="71461" y="16491"/>
                    <a:pt x="71430" y="16400"/>
                    <a:pt x="71430" y="16339"/>
                  </a:cubicBezTo>
                  <a:lnTo>
                    <a:pt x="71430" y="16308"/>
                  </a:lnTo>
                  <a:cubicBezTo>
                    <a:pt x="71426" y="16304"/>
                    <a:pt x="71420" y="16302"/>
                    <a:pt x="71413" y="16302"/>
                  </a:cubicBezTo>
                  <a:cubicBezTo>
                    <a:pt x="71368" y="16302"/>
                    <a:pt x="71270" y="16378"/>
                    <a:pt x="71218" y="16430"/>
                  </a:cubicBezTo>
                  <a:cubicBezTo>
                    <a:pt x="71211" y="16433"/>
                    <a:pt x="71205" y="16435"/>
                    <a:pt x="71201" y="16435"/>
                  </a:cubicBezTo>
                  <a:cubicBezTo>
                    <a:pt x="71163" y="16435"/>
                    <a:pt x="71187" y="16335"/>
                    <a:pt x="71187" y="16308"/>
                  </a:cubicBezTo>
                  <a:cubicBezTo>
                    <a:pt x="71218" y="16248"/>
                    <a:pt x="71279" y="16156"/>
                    <a:pt x="71339" y="16126"/>
                  </a:cubicBezTo>
                  <a:cubicBezTo>
                    <a:pt x="71430" y="16065"/>
                    <a:pt x="71491" y="16035"/>
                    <a:pt x="71582" y="16035"/>
                  </a:cubicBezTo>
                  <a:lnTo>
                    <a:pt x="71613" y="16065"/>
                  </a:lnTo>
                  <a:lnTo>
                    <a:pt x="71704" y="16096"/>
                  </a:lnTo>
                  <a:cubicBezTo>
                    <a:pt x="71756" y="16096"/>
                    <a:pt x="71940" y="16007"/>
                    <a:pt x="71994" y="16000"/>
                  </a:cubicBezTo>
                  <a:lnTo>
                    <a:pt x="71994" y="16000"/>
                  </a:lnTo>
                  <a:cubicBezTo>
                    <a:pt x="71979" y="15964"/>
                    <a:pt x="71953" y="15883"/>
                    <a:pt x="71917" y="15792"/>
                  </a:cubicBezTo>
                  <a:lnTo>
                    <a:pt x="72038" y="15792"/>
                  </a:lnTo>
                  <a:cubicBezTo>
                    <a:pt x="72130" y="15792"/>
                    <a:pt x="72221" y="15792"/>
                    <a:pt x="72282" y="15822"/>
                  </a:cubicBezTo>
                  <a:lnTo>
                    <a:pt x="72373" y="15883"/>
                  </a:lnTo>
                  <a:cubicBezTo>
                    <a:pt x="72494" y="15852"/>
                    <a:pt x="72555" y="15792"/>
                    <a:pt x="72525" y="15792"/>
                  </a:cubicBezTo>
                  <a:lnTo>
                    <a:pt x="72494" y="15761"/>
                  </a:lnTo>
                  <a:cubicBezTo>
                    <a:pt x="72434" y="15731"/>
                    <a:pt x="72434" y="15640"/>
                    <a:pt x="72494" y="15609"/>
                  </a:cubicBezTo>
                  <a:lnTo>
                    <a:pt x="72646" y="15609"/>
                  </a:lnTo>
                  <a:cubicBezTo>
                    <a:pt x="72677" y="15617"/>
                    <a:pt x="72707" y="15621"/>
                    <a:pt x="72737" y="15621"/>
                  </a:cubicBezTo>
                  <a:cubicBezTo>
                    <a:pt x="72825" y="15621"/>
                    <a:pt x="72905" y="15587"/>
                    <a:pt x="72950" y="15518"/>
                  </a:cubicBezTo>
                  <a:lnTo>
                    <a:pt x="73011" y="15457"/>
                  </a:lnTo>
                  <a:lnTo>
                    <a:pt x="73072" y="15397"/>
                  </a:lnTo>
                  <a:cubicBezTo>
                    <a:pt x="73092" y="15376"/>
                    <a:pt x="73126" y="15370"/>
                    <a:pt x="73164" y="15370"/>
                  </a:cubicBezTo>
                  <a:cubicBezTo>
                    <a:pt x="73241" y="15370"/>
                    <a:pt x="73335" y="15397"/>
                    <a:pt x="73376" y="15397"/>
                  </a:cubicBezTo>
                  <a:cubicBezTo>
                    <a:pt x="73467" y="15397"/>
                    <a:pt x="73558" y="15427"/>
                    <a:pt x="73649" y="15427"/>
                  </a:cubicBezTo>
                  <a:cubicBezTo>
                    <a:pt x="73652" y="15428"/>
                    <a:pt x="73654" y="15429"/>
                    <a:pt x="73655" y="15429"/>
                  </a:cubicBezTo>
                  <a:cubicBezTo>
                    <a:pt x="73699" y="15429"/>
                    <a:pt x="73560" y="15061"/>
                    <a:pt x="73619" y="15032"/>
                  </a:cubicBezTo>
                  <a:cubicBezTo>
                    <a:pt x="73629" y="15022"/>
                    <a:pt x="73640" y="15018"/>
                    <a:pt x="73653" y="15018"/>
                  </a:cubicBezTo>
                  <a:cubicBezTo>
                    <a:pt x="73717" y="15018"/>
                    <a:pt x="73811" y="15133"/>
                    <a:pt x="73862" y="15184"/>
                  </a:cubicBezTo>
                  <a:cubicBezTo>
                    <a:pt x="73877" y="15198"/>
                    <a:pt x="73900" y="15204"/>
                    <a:pt x="73928" y="15204"/>
                  </a:cubicBezTo>
                  <a:cubicBezTo>
                    <a:pt x="74016" y="15204"/>
                    <a:pt x="74150" y="15146"/>
                    <a:pt x="74196" y="15123"/>
                  </a:cubicBezTo>
                  <a:cubicBezTo>
                    <a:pt x="74204" y="15115"/>
                    <a:pt x="74213" y="15112"/>
                    <a:pt x="74223" y="15112"/>
                  </a:cubicBezTo>
                  <a:cubicBezTo>
                    <a:pt x="74294" y="15112"/>
                    <a:pt x="74417" y="15279"/>
                    <a:pt x="74470" y="15305"/>
                  </a:cubicBezTo>
                  <a:cubicBezTo>
                    <a:pt x="74481" y="15311"/>
                    <a:pt x="74491" y="15313"/>
                    <a:pt x="74500" y="15313"/>
                  </a:cubicBezTo>
                  <a:cubicBezTo>
                    <a:pt x="74541" y="15313"/>
                    <a:pt x="74561" y="15259"/>
                    <a:pt x="74561" y="15184"/>
                  </a:cubicBezTo>
                  <a:lnTo>
                    <a:pt x="74561" y="15093"/>
                  </a:lnTo>
                  <a:cubicBezTo>
                    <a:pt x="74561" y="14971"/>
                    <a:pt x="74500" y="14849"/>
                    <a:pt x="74713" y="14849"/>
                  </a:cubicBezTo>
                  <a:cubicBezTo>
                    <a:pt x="74744" y="14849"/>
                    <a:pt x="74744" y="14728"/>
                    <a:pt x="74774" y="14697"/>
                  </a:cubicBezTo>
                  <a:cubicBezTo>
                    <a:pt x="74774" y="14667"/>
                    <a:pt x="74835" y="14606"/>
                    <a:pt x="74835" y="14606"/>
                  </a:cubicBezTo>
                  <a:cubicBezTo>
                    <a:pt x="74896" y="14637"/>
                    <a:pt x="74956" y="14667"/>
                    <a:pt x="74987" y="14697"/>
                  </a:cubicBezTo>
                  <a:cubicBezTo>
                    <a:pt x="75078" y="14728"/>
                    <a:pt x="75048" y="14758"/>
                    <a:pt x="74987" y="14789"/>
                  </a:cubicBezTo>
                  <a:cubicBezTo>
                    <a:pt x="74956" y="14849"/>
                    <a:pt x="74926" y="14941"/>
                    <a:pt x="74896" y="14941"/>
                  </a:cubicBezTo>
                  <a:cubicBezTo>
                    <a:pt x="74713" y="14941"/>
                    <a:pt x="74774" y="15062"/>
                    <a:pt x="74713" y="15123"/>
                  </a:cubicBezTo>
                  <a:cubicBezTo>
                    <a:pt x="74592" y="15214"/>
                    <a:pt x="74804" y="15214"/>
                    <a:pt x="74804" y="15275"/>
                  </a:cubicBezTo>
                  <a:cubicBezTo>
                    <a:pt x="74835" y="15336"/>
                    <a:pt x="74835" y="15397"/>
                    <a:pt x="74865" y="15457"/>
                  </a:cubicBezTo>
                  <a:lnTo>
                    <a:pt x="74896" y="15579"/>
                  </a:lnTo>
                  <a:cubicBezTo>
                    <a:pt x="74934" y="15489"/>
                    <a:pt x="74978" y="15399"/>
                    <a:pt x="75025" y="15311"/>
                  </a:cubicBezTo>
                  <a:lnTo>
                    <a:pt x="75025" y="15311"/>
                  </a:lnTo>
                  <a:cubicBezTo>
                    <a:pt x="75015" y="15458"/>
                    <a:pt x="74982" y="15600"/>
                    <a:pt x="74926" y="15731"/>
                  </a:cubicBezTo>
                  <a:cubicBezTo>
                    <a:pt x="74920" y="15736"/>
                    <a:pt x="74908" y="15739"/>
                    <a:pt x="74891" y="15739"/>
                  </a:cubicBezTo>
                  <a:cubicBezTo>
                    <a:pt x="74822" y="15739"/>
                    <a:pt x="74683" y="15699"/>
                    <a:pt x="74657" y="15654"/>
                  </a:cubicBezTo>
                  <a:lnTo>
                    <a:pt x="74657" y="15654"/>
                  </a:lnTo>
                  <a:cubicBezTo>
                    <a:pt x="74659" y="15705"/>
                    <a:pt x="74653" y="15822"/>
                    <a:pt x="74592" y="15883"/>
                  </a:cubicBezTo>
                  <a:cubicBezTo>
                    <a:pt x="74500" y="15974"/>
                    <a:pt x="74531" y="16035"/>
                    <a:pt x="74683" y="16035"/>
                  </a:cubicBezTo>
                  <a:lnTo>
                    <a:pt x="74744" y="16004"/>
                  </a:lnTo>
                  <a:cubicBezTo>
                    <a:pt x="74827" y="15963"/>
                    <a:pt x="74896" y="15878"/>
                    <a:pt x="74990" y="15878"/>
                  </a:cubicBezTo>
                  <a:cubicBezTo>
                    <a:pt x="75033" y="15878"/>
                    <a:pt x="75081" y="15896"/>
                    <a:pt x="75139" y="15944"/>
                  </a:cubicBezTo>
                  <a:cubicBezTo>
                    <a:pt x="75139" y="15950"/>
                    <a:pt x="75144" y="15952"/>
                    <a:pt x="75151" y="15952"/>
                  </a:cubicBezTo>
                  <a:cubicBezTo>
                    <a:pt x="75183" y="15952"/>
                    <a:pt x="75260" y="15913"/>
                    <a:pt x="75260" y="15913"/>
                  </a:cubicBezTo>
                  <a:cubicBezTo>
                    <a:pt x="75260" y="15792"/>
                    <a:pt x="75382" y="15731"/>
                    <a:pt x="75504" y="15701"/>
                  </a:cubicBezTo>
                  <a:cubicBezTo>
                    <a:pt x="75564" y="15701"/>
                    <a:pt x="75625" y="15488"/>
                    <a:pt x="75625" y="15457"/>
                  </a:cubicBezTo>
                  <a:cubicBezTo>
                    <a:pt x="75625" y="15427"/>
                    <a:pt x="75625" y="15366"/>
                    <a:pt x="75625" y="15366"/>
                  </a:cubicBezTo>
                  <a:lnTo>
                    <a:pt x="75716" y="15366"/>
                  </a:lnTo>
                  <a:lnTo>
                    <a:pt x="75899" y="15427"/>
                  </a:lnTo>
                  <a:cubicBezTo>
                    <a:pt x="75899" y="15488"/>
                    <a:pt x="75943" y="15510"/>
                    <a:pt x="76001" y="15510"/>
                  </a:cubicBezTo>
                  <a:cubicBezTo>
                    <a:pt x="76085" y="15510"/>
                    <a:pt x="76197" y="15463"/>
                    <a:pt x="76233" y="15427"/>
                  </a:cubicBezTo>
                  <a:cubicBezTo>
                    <a:pt x="76324" y="15366"/>
                    <a:pt x="76415" y="15305"/>
                    <a:pt x="76507" y="15245"/>
                  </a:cubicBezTo>
                  <a:lnTo>
                    <a:pt x="76598" y="15305"/>
                  </a:lnTo>
                  <a:lnTo>
                    <a:pt x="76628" y="15305"/>
                  </a:lnTo>
                  <a:cubicBezTo>
                    <a:pt x="76689" y="15275"/>
                    <a:pt x="76780" y="15245"/>
                    <a:pt x="76841" y="15184"/>
                  </a:cubicBezTo>
                  <a:lnTo>
                    <a:pt x="76932" y="15123"/>
                  </a:lnTo>
                  <a:cubicBezTo>
                    <a:pt x="76993" y="15093"/>
                    <a:pt x="77145" y="15062"/>
                    <a:pt x="77175" y="15062"/>
                  </a:cubicBezTo>
                  <a:cubicBezTo>
                    <a:pt x="77206" y="15032"/>
                    <a:pt x="77145" y="14941"/>
                    <a:pt x="77145" y="14849"/>
                  </a:cubicBezTo>
                  <a:lnTo>
                    <a:pt x="77145" y="14819"/>
                  </a:lnTo>
                  <a:cubicBezTo>
                    <a:pt x="77157" y="14807"/>
                    <a:pt x="77170" y="14802"/>
                    <a:pt x="77185" y="14802"/>
                  </a:cubicBezTo>
                  <a:cubicBezTo>
                    <a:pt x="77278" y="14802"/>
                    <a:pt x="77421" y="15004"/>
                    <a:pt x="77548" y="15004"/>
                  </a:cubicBezTo>
                  <a:cubicBezTo>
                    <a:pt x="77556" y="15004"/>
                    <a:pt x="77563" y="15003"/>
                    <a:pt x="77570" y="15001"/>
                  </a:cubicBezTo>
                  <a:cubicBezTo>
                    <a:pt x="77692" y="14971"/>
                    <a:pt x="77570" y="14728"/>
                    <a:pt x="77601" y="14667"/>
                  </a:cubicBezTo>
                  <a:cubicBezTo>
                    <a:pt x="77753" y="14545"/>
                    <a:pt x="77935" y="14454"/>
                    <a:pt x="78118" y="14424"/>
                  </a:cubicBezTo>
                  <a:cubicBezTo>
                    <a:pt x="78124" y="14422"/>
                    <a:pt x="78130" y="14422"/>
                    <a:pt x="78137" y="14422"/>
                  </a:cubicBezTo>
                  <a:cubicBezTo>
                    <a:pt x="78244" y="14422"/>
                    <a:pt x="78343" y="14640"/>
                    <a:pt x="78284" y="14715"/>
                  </a:cubicBezTo>
                  <a:lnTo>
                    <a:pt x="78284" y="14715"/>
                  </a:lnTo>
                  <a:cubicBezTo>
                    <a:pt x="78326" y="14688"/>
                    <a:pt x="78392" y="14652"/>
                    <a:pt x="78452" y="14637"/>
                  </a:cubicBezTo>
                  <a:cubicBezTo>
                    <a:pt x="78634" y="14515"/>
                    <a:pt x="78817" y="14424"/>
                    <a:pt x="79029" y="14333"/>
                  </a:cubicBezTo>
                  <a:cubicBezTo>
                    <a:pt x="79151" y="14302"/>
                    <a:pt x="79090" y="14150"/>
                    <a:pt x="79029" y="14090"/>
                  </a:cubicBezTo>
                  <a:cubicBezTo>
                    <a:pt x="79007" y="14045"/>
                    <a:pt x="79050" y="14017"/>
                    <a:pt x="79134" y="14017"/>
                  </a:cubicBezTo>
                  <a:cubicBezTo>
                    <a:pt x="79165" y="14017"/>
                    <a:pt x="79201" y="14021"/>
                    <a:pt x="79242" y="14029"/>
                  </a:cubicBezTo>
                  <a:lnTo>
                    <a:pt x="79303" y="14090"/>
                  </a:lnTo>
                  <a:cubicBezTo>
                    <a:pt x="79381" y="14148"/>
                    <a:pt x="79485" y="14182"/>
                    <a:pt x="79582" y="14182"/>
                  </a:cubicBezTo>
                  <a:cubicBezTo>
                    <a:pt x="79635" y="14182"/>
                    <a:pt x="79685" y="14172"/>
                    <a:pt x="79729" y="14150"/>
                  </a:cubicBezTo>
                  <a:cubicBezTo>
                    <a:pt x="79880" y="14120"/>
                    <a:pt x="80032" y="14059"/>
                    <a:pt x="80154" y="13968"/>
                  </a:cubicBezTo>
                  <a:cubicBezTo>
                    <a:pt x="80184" y="13968"/>
                    <a:pt x="80184" y="13907"/>
                    <a:pt x="80184" y="13877"/>
                  </a:cubicBezTo>
                  <a:cubicBezTo>
                    <a:pt x="80163" y="13855"/>
                    <a:pt x="80126" y="13834"/>
                    <a:pt x="80096" y="13834"/>
                  </a:cubicBezTo>
                  <a:cubicBezTo>
                    <a:pt x="80083" y="13834"/>
                    <a:pt x="80072" y="13837"/>
                    <a:pt x="80063" y="13846"/>
                  </a:cubicBezTo>
                  <a:lnTo>
                    <a:pt x="79972" y="13846"/>
                  </a:lnTo>
                  <a:cubicBezTo>
                    <a:pt x="79964" y="13849"/>
                    <a:pt x="79957" y="13850"/>
                    <a:pt x="79952" y="13850"/>
                  </a:cubicBezTo>
                  <a:cubicBezTo>
                    <a:pt x="79896" y="13850"/>
                    <a:pt x="79972" y="13717"/>
                    <a:pt x="79972" y="13634"/>
                  </a:cubicBezTo>
                  <a:cubicBezTo>
                    <a:pt x="79972" y="13451"/>
                    <a:pt x="80032" y="13269"/>
                    <a:pt x="80124" y="13117"/>
                  </a:cubicBezTo>
                  <a:cubicBezTo>
                    <a:pt x="80138" y="13103"/>
                    <a:pt x="80150" y="13097"/>
                    <a:pt x="80161" y="13097"/>
                  </a:cubicBezTo>
                  <a:cubicBezTo>
                    <a:pt x="80223" y="13097"/>
                    <a:pt x="80241" y="13283"/>
                    <a:pt x="80215" y="13360"/>
                  </a:cubicBezTo>
                  <a:cubicBezTo>
                    <a:pt x="80215" y="13482"/>
                    <a:pt x="80245" y="13634"/>
                    <a:pt x="80336" y="13786"/>
                  </a:cubicBezTo>
                  <a:cubicBezTo>
                    <a:pt x="80403" y="13830"/>
                    <a:pt x="80454" y="13858"/>
                    <a:pt x="80476" y="13858"/>
                  </a:cubicBezTo>
                  <a:cubicBezTo>
                    <a:pt x="80480" y="13858"/>
                    <a:pt x="80483" y="13857"/>
                    <a:pt x="80485" y="13856"/>
                  </a:cubicBezTo>
                  <a:lnTo>
                    <a:pt x="80485" y="13856"/>
                  </a:lnTo>
                  <a:lnTo>
                    <a:pt x="80488" y="13877"/>
                  </a:lnTo>
                  <a:lnTo>
                    <a:pt x="80488" y="13846"/>
                  </a:lnTo>
                  <a:cubicBezTo>
                    <a:pt x="80488" y="13851"/>
                    <a:pt x="80487" y="13854"/>
                    <a:pt x="80485" y="13856"/>
                  </a:cubicBezTo>
                  <a:lnTo>
                    <a:pt x="80485" y="13856"/>
                  </a:lnTo>
                  <a:lnTo>
                    <a:pt x="80458" y="13694"/>
                  </a:lnTo>
                  <a:cubicBezTo>
                    <a:pt x="80481" y="13533"/>
                    <a:pt x="80626" y="13459"/>
                    <a:pt x="80695" y="13459"/>
                  </a:cubicBezTo>
                  <a:cubicBezTo>
                    <a:pt x="80717" y="13459"/>
                    <a:pt x="80732" y="13467"/>
                    <a:pt x="80732" y="13482"/>
                  </a:cubicBezTo>
                  <a:cubicBezTo>
                    <a:pt x="80701" y="13573"/>
                    <a:pt x="80701" y="13664"/>
                    <a:pt x="80732" y="13786"/>
                  </a:cubicBezTo>
                  <a:cubicBezTo>
                    <a:pt x="80737" y="13791"/>
                    <a:pt x="80742" y="13793"/>
                    <a:pt x="80748" y="13793"/>
                  </a:cubicBezTo>
                  <a:cubicBezTo>
                    <a:pt x="80772" y="13793"/>
                    <a:pt x="80792" y="13739"/>
                    <a:pt x="80792" y="13664"/>
                  </a:cubicBezTo>
                  <a:lnTo>
                    <a:pt x="80944" y="13603"/>
                  </a:lnTo>
                  <a:lnTo>
                    <a:pt x="81339" y="13542"/>
                  </a:lnTo>
                  <a:cubicBezTo>
                    <a:pt x="81370" y="13512"/>
                    <a:pt x="81400" y="13512"/>
                    <a:pt x="81431" y="13482"/>
                  </a:cubicBezTo>
                  <a:cubicBezTo>
                    <a:pt x="81461" y="13451"/>
                    <a:pt x="81370" y="13299"/>
                    <a:pt x="81370" y="13299"/>
                  </a:cubicBezTo>
                  <a:cubicBezTo>
                    <a:pt x="81324" y="13330"/>
                    <a:pt x="81294" y="13345"/>
                    <a:pt x="81267" y="13345"/>
                  </a:cubicBezTo>
                  <a:cubicBezTo>
                    <a:pt x="81241" y="13345"/>
                    <a:pt x="81218" y="13330"/>
                    <a:pt x="81188" y="13299"/>
                  </a:cubicBezTo>
                  <a:lnTo>
                    <a:pt x="81127" y="13238"/>
                  </a:lnTo>
                  <a:cubicBezTo>
                    <a:pt x="81036" y="13208"/>
                    <a:pt x="81036" y="13147"/>
                    <a:pt x="81157" y="13086"/>
                  </a:cubicBezTo>
                  <a:lnTo>
                    <a:pt x="81248" y="13086"/>
                  </a:lnTo>
                  <a:cubicBezTo>
                    <a:pt x="81279" y="13071"/>
                    <a:pt x="81309" y="13064"/>
                    <a:pt x="81336" y="13064"/>
                  </a:cubicBezTo>
                  <a:cubicBezTo>
                    <a:pt x="81362" y="13064"/>
                    <a:pt x="81385" y="13071"/>
                    <a:pt x="81400" y="13086"/>
                  </a:cubicBezTo>
                  <a:cubicBezTo>
                    <a:pt x="81491" y="13299"/>
                    <a:pt x="81735" y="13208"/>
                    <a:pt x="81917" y="13299"/>
                  </a:cubicBezTo>
                  <a:lnTo>
                    <a:pt x="81947" y="13299"/>
                  </a:lnTo>
                  <a:cubicBezTo>
                    <a:pt x="82069" y="13238"/>
                    <a:pt x="81917" y="13086"/>
                    <a:pt x="81856" y="13056"/>
                  </a:cubicBezTo>
                  <a:cubicBezTo>
                    <a:pt x="81765" y="12995"/>
                    <a:pt x="81917" y="12843"/>
                    <a:pt x="81978" y="12783"/>
                  </a:cubicBezTo>
                  <a:cubicBezTo>
                    <a:pt x="82069" y="12722"/>
                    <a:pt x="82130" y="12661"/>
                    <a:pt x="82221" y="12631"/>
                  </a:cubicBezTo>
                  <a:lnTo>
                    <a:pt x="82282" y="12691"/>
                  </a:lnTo>
                  <a:lnTo>
                    <a:pt x="82495" y="12691"/>
                  </a:lnTo>
                  <a:lnTo>
                    <a:pt x="82647" y="12631"/>
                  </a:lnTo>
                  <a:cubicBezTo>
                    <a:pt x="82555" y="12570"/>
                    <a:pt x="82616" y="12509"/>
                    <a:pt x="82677" y="12509"/>
                  </a:cubicBezTo>
                  <a:cubicBezTo>
                    <a:pt x="82707" y="12509"/>
                    <a:pt x="82738" y="12448"/>
                    <a:pt x="82738" y="12418"/>
                  </a:cubicBezTo>
                  <a:cubicBezTo>
                    <a:pt x="82738" y="12403"/>
                    <a:pt x="82730" y="12395"/>
                    <a:pt x="82719" y="12395"/>
                  </a:cubicBezTo>
                  <a:cubicBezTo>
                    <a:pt x="82707" y="12395"/>
                    <a:pt x="82692" y="12403"/>
                    <a:pt x="82677" y="12418"/>
                  </a:cubicBezTo>
                  <a:lnTo>
                    <a:pt x="82555" y="12418"/>
                  </a:lnTo>
                  <a:cubicBezTo>
                    <a:pt x="82464" y="12418"/>
                    <a:pt x="82373" y="12296"/>
                    <a:pt x="82373" y="12266"/>
                  </a:cubicBezTo>
                  <a:cubicBezTo>
                    <a:pt x="82373" y="12205"/>
                    <a:pt x="82495" y="12175"/>
                    <a:pt x="82555" y="12175"/>
                  </a:cubicBezTo>
                  <a:cubicBezTo>
                    <a:pt x="82616" y="12175"/>
                    <a:pt x="82647" y="12114"/>
                    <a:pt x="82616" y="12023"/>
                  </a:cubicBezTo>
                  <a:lnTo>
                    <a:pt x="82738" y="11992"/>
                  </a:lnTo>
                  <a:lnTo>
                    <a:pt x="82829" y="11992"/>
                  </a:lnTo>
                  <a:cubicBezTo>
                    <a:pt x="82890" y="11931"/>
                    <a:pt x="82890" y="11840"/>
                    <a:pt x="82829" y="11810"/>
                  </a:cubicBezTo>
                  <a:cubicBezTo>
                    <a:pt x="82786" y="11788"/>
                    <a:pt x="82864" y="11767"/>
                    <a:pt x="82936" y="11767"/>
                  </a:cubicBezTo>
                  <a:cubicBezTo>
                    <a:pt x="82965" y="11767"/>
                    <a:pt x="82993" y="11771"/>
                    <a:pt x="83011" y="11779"/>
                  </a:cubicBezTo>
                  <a:cubicBezTo>
                    <a:pt x="83102" y="11840"/>
                    <a:pt x="83133" y="11931"/>
                    <a:pt x="83133" y="12053"/>
                  </a:cubicBezTo>
                  <a:lnTo>
                    <a:pt x="83133" y="12175"/>
                  </a:lnTo>
                  <a:cubicBezTo>
                    <a:pt x="83285" y="12205"/>
                    <a:pt x="83437" y="12327"/>
                    <a:pt x="83558" y="12327"/>
                  </a:cubicBezTo>
                  <a:lnTo>
                    <a:pt x="83741" y="12327"/>
                  </a:lnTo>
                  <a:cubicBezTo>
                    <a:pt x="83862" y="12327"/>
                    <a:pt x="84014" y="12357"/>
                    <a:pt x="84106" y="12448"/>
                  </a:cubicBezTo>
                  <a:lnTo>
                    <a:pt x="84075" y="12479"/>
                  </a:lnTo>
                  <a:cubicBezTo>
                    <a:pt x="83984" y="12509"/>
                    <a:pt x="84257" y="12631"/>
                    <a:pt x="84379" y="12631"/>
                  </a:cubicBezTo>
                  <a:cubicBezTo>
                    <a:pt x="84393" y="12628"/>
                    <a:pt x="84406" y="12627"/>
                    <a:pt x="84418" y="12627"/>
                  </a:cubicBezTo>
                  <a:cubicBezTo>
                    <a:pt x="84536" y="12627"/>
                    <a:pt x="84561" y="12752"/>
                    <a:pt x="84561" y="12752"/>
                  </a:cubicBezTo>
                  <a:cubicBezTo>
                    <a:pt x="84541" y="12752"/>
                    <a:pt x="84778" y="12806"/>
                    <a:pt x="84982" y="12806"/>
                  </a:cubicBezTo>
                  <a:cubicBezTo>
                    <a:pt x="85085" y="12806"/>
                    <a:pt x="85179" y="12793"/>
                    <a:pt x="85230" y="12752"/>
                  </a:cubicBezTo>
                  <a:cubicBezTo>
                    <a:pt x="85321" y="12570"/>
                    <a:pt x="85321" y="12387"/>
                    <a:pt x="85230" y="12235"/>
                  </a:cubicBezTo>
                  <a:lnTo>
                    <a:pt x="85230" y="12418"/>
                  </a:lnTo>
                  <a:cubicBezTo>
                    <a:pt x="85230" y="12509"/>
                    <a:pt x="85048" y="12600"/>
                    <a:pt x="84926" y="12661"/>
                  </a:cubicBezTo>
                  <a:cubicBezTo>
                    <a:pt x="84899" y="12675"/>
                    <a:pt x="84860" y="12688"/>
                    <a:pt x="84824" y="12688"/>
                  </a:cubicBezTo>
                  <a:cubicBezTo>
                    <a:pt x="84781" y="12688"/>
                    <a:pt x="84744" y="12667"/>
                    <a:pt x="84744" y="12600"/>
                  </a:cubicBezTo>
                  <a:cubicBezTo>
                    <a:pt x="84744" y="12570"/>
                    <a:pt x="84683" y="12509"/>
                    <a:pt x="84653" y="12509"/>
                  </a:cubicBezTo>
                  <a:cubicBezTo>
                    <a:pt x="84637" y="12511"/>
                    <a:pt x="84622" y="12511"/>
                    <a:pt x="84608" y="12511"/>
                  </a:cubicBezTo>
                  <a:cubicBezTo>
                    <a:pt x="84354" y="12511"/>
                    <a:pt x="84400" y="12263"/>
                    <a:pt x="84227" y="12205"/>
                  </a:cubicBezTo>
                  <a:cubicBezTo>
                    <a:pt x="84227" y="12205"/>
                    <a:pt x="84257" y="12083"/>
                    <a:pt x="84288" y="12083"/>
                  </a:cubicBezTo>
                  <a:cubicBezTo>
                    <a:pt x="84318" y="12083"/>
                    <a:pt x="84379" y="12083"/>
                    <a:pt x="84409" y="12114"/>
                  </a:cubicBezTo>
                  <a:lnTo>
                    <a:pt x="84409" y="12327"/>
                  </a:lnTo>
                  <a:cubicBezTo>
                    <a:pt x="84533" y="12296"/>
                    <a:pt x="84699" y="12251"/>
                    <a:pt x="84867" y="12205"/>
                  </a:cubicBezTo>
                  <a:lnTo>
                    <a:pt x="84867" y="12205"/>
                  </a:lnTo>
                  <a:cubicBezTo>
                    <a:pt x="84752" y="12204"/>
                    <a:pt x="84648" y="12201"/>
                    <a:pt x="84622" y="12175"/>
                  </a:cubicBezTo>
                  <a:cubicBezTo>
                    <a:pt x="84531" y="12114"/>
                    <a:pt x="84561" y="12023"/>
                    <a:pt x="84653" y="11931"/>
                  </a:cubicBezTo>
                  <a:lnTo>
                    <a:pt x="84713" y="11871"/>
                  </a:lnTo>
                  <a:lnTo>
                    <a:pt x="84835" y="11749"/>
                  </a:lnTo>
                  <a:cubicBezTo>
                    <a:pt x="84911" y="11779"/>
                    <a:pt x="84987" y="11795"/>
                    <a:pt x="85063" y="11795"/>
                  </a:cubicBezTo>
                  <a:cubicBezTo>
                    <a:pt x="85139" y="11795"/>
                    <a:pt x="85215" y="11779"/>
                    <a:pt x="85291" y="11749"/>
                  </a:cubicBezTo>
                  <a:lnTo>
                    <a:pt x="85352" y="11597"/>
                  </a:lnTo>
                  <a:cubicBezTo>
                    <a:pt x="85382" y="11536"/>
                    <a:pt x="85413" y="11476"/>
                    <a:pt x="85473" y="11445"/>
                  </a:cubicBezTo>
                  <a:cubicBezTo>
                    <a:pt x="85519" y="11415"/>
                    <a:pt x="85572" y="11392"/>
                    <a:pt x="85625" y="11392"/>
                  </a:cubicBezTo>
                  <a:cubicBezTo>
                    <a:pt x="85678" y="11392"/>
                    <a:pt x="85732" y="11415"/>
                    <a:pt x="85777" y="11476"/>
                  </a:cubicBezTo>
                  <a:lnTo>
                    <a:pt x="85838" y="11567"/>
                  </a:lnTo>
                  <a:cubicBezTo>
                    <a:pt x="85915" y="11643"/>
                    <a:pt x="85841" y="11763"/>
                    <a:pt x="85797" y="11763"/>
                  </a:cubicBezTo>
                  <a:cubicBezTo>
                    <a:pt x="85789" y="11763"/>
                    <a:pt x="85782" y="11759"/>
                    <a:pt x="85777" y="11749"/>
                  </a:cubicBezTo>
                  <a:cubicBezTo>
                    <a:pt x="85773" y="11745"/>
                    <a:pt x="85765" y="11743"/>
                    <a:pt x="85754" y="11743"/>
                  </a:cubicBezTo>
                  <a:cubicBezTo>
                    <a:pt x="85689" y="11743"/>
                    <a:pt x="85525" y="11810"/>
                    <a:pt x="85473" y="11810"/>
                  </a:cubicBezTo>
                  <a:cubicBezTo>
                    <a:pt x="85447" y="11810"/>
                    <a:pt x="85350" y="11926"/>
                    <a:pt x="85266" y="12097"/>
                  </a:cubicBezTo>
                  <a:lnTo>
                    <a:pt x="85266" y="12097"/>
                  </a:lnTo>
                  <a:cubicBezTo>
                    <a:pt x="85431" y="12054"/>
                    <a:pt x="85560" y="12023"/>
                    <a:pt x="85595" y="12023"/>
                  </a:cubicBezTo>
                  <a:cubicBezTo>
                    <a:pt x="85716" y="12023"/>
                    <a:pt x="85838" y="12053"/>
                    <a:pt x="85960" y="12114"/>
                  </a:cubicBezTo>
                  <a:lnTo>
                    <a:pt x="86020" y="11992"/>
                  </a:lnTo>
                  <a:lnTo>
                    <a:pt x="86081" y="11901"/>
                  </a:lnTo>
                  <a:cubicBezTo>
                    <a:pt x="86203" y="11810"/>
                    <a:pt x="86324" y="11688"/>
                    <a:pt x="86385" y="11536"/>
                  </a:cubicBezTo>
                  <a:lnTo>
                    <a:pt x="86142" y="11445"/>
                  </a:lnTo>
                  <a:lnTo>
                    <a:pt x="86081" y="11415"/>
                  </a:lnTo>
                  <a:cubicBezTo>
                    <a:pt x="86059" y="11302"/>
                    <a:pt x="85969" y="11239"/>
                    <a:pt x="85875" y="11239"/>
                  </a:cubicBezTo>
                  <a:cubicBezTo>
                    <a:pt x="85842" y="11239"/>
                    <a:pt x="85809" y="11247"/>
                    <a:pt x="85777" y="11263"/>
                  </a:cubicBezTo>
                  <a:lnTo>
                    <a:pt x="85473" y="11263"/>
                  </a:lnTo>
                  <a:cubicBezTo>
                    <a:pt x="85291" y="11354"/>
                    <a:pt x="85139" y="11445"/>
                    <a:pt x="85139" y="11476"/>
                  </a:cubicBezTo>
                  <a:cubicBezTo>
                    <a:pt x="85048" y="11567"/>
                    <a:pt x="84926" y="11628"/>
                    <a:pt x="84805" y="11628"/>
                  </a:cubicBezTo>
                  <a:cubicBezTo>
                    <a:pt x="84713" y="11597"/>
                    <a:pt x="84622" y="11506"/>
                    <a:pt x="84622" y="11415"/>
                  </a:cubicBezTo>
                  <a:cubicBezTo>
                    <a:pt x="84622" y="11365"/>
                    <a:pt x="84642" y="11315"/>
                    <a:pt x="84716" y="11315"/>
                  </a:cubicBezTo>
                  <a:cubicBezTo>
                    <a:pt x="84733" y="11315"/>
                    <a:pt x="84752" y="11318"/>
                    <a:pt x="84774" y="11324"/>
                  </a:cubicBezTo>
                  <a:lnTo>
                    <a:pt x="84835" y="11324"/>
                  </a:lnTo>
                  <a:cubicBezTo>
                    <a:pt x="84926" y="11324"/>
                    <a:pt x="85017" y="11354"/>
                    <a:pt x="85078" y="11384"/>
                  </a:cubicBezTo>
                  <a:cubicBezTo>
                    <a:pt x="85109" y="11384"/>
                    <a:pt x="85139" y="11232"/>
                    <a:pt x="85139" y="11172"/>
                  </a:cubicBezTo>
                  <a:cubicBezTo>
                    <a:pt x="85139" y="11080"/>
                    <a:pt x="85109" y="11080"/>
                    <a:pt x="85048" y="11080"/>
                  </a:cubicBezTo>
                  <a:lnTo>
                    <a:pt x="85017" y="11141"/>
                  </a:lnTo>
                  <a:cubicBezTo>
                    <a:pt x="85002" y="11156"/>
                    <a:pt x="84979" y="11164"/>
                    <a:pt x="84953" y="11164"/>
                  </a:cubicBezTo>
                  <a:cubicBezTo>
                    <a:pt x="84926" y="11164"/>
                    <a:pt x="84896" y="11156"/>
                    <a:pt x="84865" y="11141"/>
                  </a:cubicBezTo>
                  <a:lnTo>
                    <a:pt x="84865" y="11111"/>
                  </a:lnTo>
                  <a:lnTo>
                    <a:pt x="84805" y="10959"/>
                  </a:lnTo>
                  <a:cubicBezTo>
                    <a:pt x="84744" y="10776"/>
                    <a:pt x="84713" y="10624"/>
                    <a:pt x="84744" y="10624"/>
                  </a:cubicBezTo>
                  <a:lnTo>
                    <a:pt x="84926" y="10655"/>
                  </a:lnTo>
                  <a:cubicBezTo>
                    <a:pt x="84955" y="10768"/>
                    <a:pt x="85116" y="10962"/>
                    <a:pt x="85186" y="10962"/>
                  </a:cubicBezTo>
                  <a:cubicBezTo>
                    <a:pt x="85191" y="10962"/>
                    <a:pt x="85196" y="10961"/>
                    <a:pt x="85200" y="10959"/>
                  </a:cubicBezTo>
                  <a:cubicBezTo>
                    <a:pt x="85216" y="10953"/>
                    <a:pt x="85231" y="10951"/>
                    <a:pt x="85245" y="10951"/>
                  </a:cubicBezTo>
                  <a:cubicBezTo>
                    <a:pt x="85311" y="10951"/>
                    <a:pt x="85352" y="11005"/>
                    <a:pt x="85352" y="11080"/>
                  </a:cubicBezTo>
                  <a:lnTo>
                    <a:pt x="85504" y="11050"/>
                  </a:lnTo>
                  <a:lnTo>
                    <a:pt x="85595" y="11020"/>
                  </a:lnTo>
                  <a:cubicBezTo>
                    <a:pt x="85747" y="10959"/>
                    <a:pt x="85564" y="10807"/>
                    <a:pt x="85504" y="10807"/>
                  </a:cubicBezTo>
                  <a:cubicBezTo>
                    <a:pt x="85413" y="10776"/>
                    <a:pt x="85413" y="10655"/>
                    <a:pt x="85443" y="10594"/>
                  </a:cubicBezTo>
                  <a:lnTo>
                    <a:pt x="85686" y="10594"/>
                  </a:lnTo>
                  <a:cubicBezTo>
                    <a:pt x="85899" y="10533"/>
                    <a:pt x="86081" y="10442"/>
                    <a:pt x="86233" y="10320"/>
                  </a:cubicBezTo>
                  <a:lnTo>
                    <a:pt x="86294" y="10138"/>
                  </a:lnTo>
                  <a:cubicBezTo>
                    <a:pt x="86313" y="10045"/>
                    <a:pt x="86331" y="10009"/>
                    <a:pt x="86378" y="10009"/>
                  </a:cubicBezTo>
                  <a:cubicBezTo>
                    <a:pt x="86407" y="10009"/>
                    <a:pt x="86448" y="10023"/>
                    <a:pt x="86507" y="10047"/>
                  </a:cubicBezTo>
                  <a:cubicBezTo>
                    <a:pt x="86534" y="10063"/>
                    <a:pt x="86552" y="10070"/>
                    <a:pt x="86565" y="10070"/>
                  </a:cubicBezTo>
                  <a:cubicBezTo>
                    <a:pt x="86624" y="10070"/>
                    <a:pt x="86564" y="9925"/>
                    <a:pt x="86689" y="9925"/>
                  </a:cubicBezTo>
                  <a:cubicBezTo>
                    <a:pt x="86902" y="9895"/>
                    <a:pt x="87054" y="9804"/>
                    <a:pt x="87175" y="9652"/>
                  </a:cubicBezTo>
                  <a:cubicBezTo>
                    <a:pt x="87175" y="9642"/>
                    <a:pt x="87155" y="9638"/>
                    <a:pt x="87126" y="9638"/>
                  </a:cubicBezTo>
                  <a:cubicBezTo>
                    <a:pt x="87067" y="9638"/>
                    <a:pt x="86973" y="9652"/>
                    <a:pt x="86932" y="9652"/>
                  </a:cubicBezTo>
                  <a:cubicBezTo>
                    <a:pt x="86925" y="9654"/>
                    <a:pt x="86919" y="9655"/>
                    <a:pt x="86912" y="9655"/>
                  </a:cubicBezTo>
                  <a:cubicBezTo>
                    <a:pt x="86832" y="9655"/>
                    <a:pt x="86780" y="9495"/>
                    <a:pt x="86780" y="9439"/>
                  </a:cubicBezTo>
                  <a:cubicBezTo>
                    <a:pt x="86780" y="9378"/>
                    <a:pt x="86628" y="9226"/>
                    <a:pt x="86568" y="9196"/>
                  </a:cubicBezTo>
                  <a:cubicBezTo>
                    <a:pt x="86507" y="9165"/>
                    <a:pt x="86568" y="9074"/>
                    <a:pt x="86689" y="9013"/>
                  </a:cubicBezTo>
                  <a:lnTo>
                    <a:pt x="86780" y="8953"/>
                  </a:lnTo>
                  <a:cubicBezTo>
                    <a:pt x="86811" y="8953"/>
                    <a:pt x="86780" y="8892"/>
                    <a:pt x="86780" y="8892"/>
                  </a:cubicBezTo>
                  <a:cubicBezTo>
                    <a:pt x="86780" y="8892"/>
                    <a:pt x="86780" y="8878"/>
                    <a:pt x="86762" y="8878"/>
                  </a:cubicBezTo>
                  <a:cubicBezTo>
                    <a:pt x="86753" y="8878"/>
                    <a:pt x="86740" y="8882"/>
                    <a:pt x="86720" y="8892"/>
                  </a:cubicBezTo>
                  <a:cubicBezTo>
                    <a:pt x="86659" y="8892"/>
                    <a:pt x="86598" y="8953"/>
                    <a:pt x="86537" y="8953"/>
                  </a:cubicBezTo>
                  <a:cubicBezTo>
                    <a:pt x="86385" y="8892"/>
                    <a:pt x="86598" y="8831"/>
                    <a:pt x="86537" y="8801"/>
                  </a:cubicBezTo>
                  <a:cubicBezTo>
                    <a:pt x="86514" y="8778"/>
                    <a:pt x="86491" y="8719"/>
                    <a:pt x="86428" y="8719"/>
                  </a:cubicBezTo>
                  <a:cubicBezTo>
                    <a:pt x="86408" y="8719"/>
                    <a:pt x="86384" y="8725"/>
                    <a:pt x="86355" y="8740"/>
                  </a:cubicBezTo>
                  <a:cubicBezTo>
                    <a:pt x="86294" y="8770"/>
                    <a:pt x="86226" y="8786"/>
                    <a:pt x="86157" y="8786"/>
                  </a:cubicBezTo>
                  <a:cubicBezTo>
                    <a:pt x="86089" y="8786"/>
                    <a:pt x="86020" y="8770"/>
                    <a:pt x="85960" y="8740"/>
                  </a:cubicBezTo>
                  <a:cubicBezTo>
                    <a:pt x="85938" y="8735"/>
                    <a:pt x="85918" y="8732"/>
                    <a:pt x="85899" y="8732"/>
                  </a:cubicBezTo>
                  <a:cubicBezTo>
                    <a:pt x="85811" y="8732"/>
                    <a:pt x="85758" y="8786"/>
                    <a:pt x="85808" y="8862"/>
                  </a:cubicBezTo>
                  <a:lnTo>
                    <a:pt x="85868" y="8983"/>
                  </a:lnTo>
                  <a:cubicBezTo>
                    <a:pt x="85853" y="9044"/>
                    <a:pt x="85808" y="9067"/>
                    <a:pt x="85762" y="9067"/>
                  </a:cubicBezTo>
                  <a:cubicBezTo>
                    <a:pt x="85716" y="9067"/>
                    <a:pt x="85671" y="9044"/>
                    <a:pt x="85656" y="9013"/>
                  </a:cubicBezTo>
                  <a:cubicBezTo>
                    <a:pt x="85595" y="8953"/>
                    <a:pt x="85504" y="8892"/>
                    <a:pt x="85413" y="8862"/>
                  </a:cubicBezTo>
                  <a:lnTo>
                    <a:pt x="85321" y="8892"/>
                  </a:lnTo>
                  <a:cubicBezTo>
                    <a:pt x="85291" y="8907"/>
                    <a:pt x="85261" y="8915"/>
                    <a:pt x="85234" y="8915"/>
                  </a:cubicBezTo>
                  <a:cubicBezTo>
                    <a:pt x="85207" y="8915"/>
                    <a:pt x="85185" y="8907"/>
                    <a:pt x="85169" y="8892"/>
                  </a:cubicBezTo>
                  <a:cubicBezTo>
                    <a:pt x="85078" y="8892"/>
                    <a:pt x="85017" y="8862"/>
                    <a:pt x="84957" y="8831"/>
                  </a:cubicBezTo>
                  <a:lnTo>
                    <a:pt x="84805" y="8710"/>
                  </a:lnTo>
                  <a:lnTo>
                    <a:pt x="84805" y="8710"/>
                  </a:lnTo>
                  <a:cubicBezTo>
                    <a:pt x="84774" y="8831"/>
                    <a:pt x="84774" y="8953"/>
                    <a:pt x="84835" y="9044"/>
                  </a:cubicBezTo>
                  <a:lnTo>
                    <a:pt x="84653" y="8983"/>
                  </a:lnTo>
                  <a:cubicBezTo>
                    <a:pt x="84516" y="8952"/>
                    <a:pt x="84405" y="8935"/>
                    <a:pt x="84312" y="8935"/>
                  </a:cubicBezTo>
                  <a:cubicBezTo>
                    <a:pt x="84135" y="8935"/>
                    <a:pt x="84023" y="8996"/>
                    <a:pt x="83923" y="9135"/>
                  </a:cubicBezTo>
                  <a:cubicBezTo>
                    <a:pt x="83862" y="9165"/>
                    <a:pt x="84014" y="9226"/>
                    <a:pt x="83923" y="9257"/>
                  </a:cubicBezTo>
                  <a:cubicBezTo>
                    <a:pt x="83902" y="9262"/>
                    <a:pt x="83883" y="9265"/>
                    <a:pt x="83867" y="9265"/>
                  </a:cubicBezTo>
                  <a:cubicBezTo>
                    <a:pt x="83792" y="9265"/>
                    <a:pt x="83771" y="9210"/>
                    <a:pt x="83771" y="9135"/>
                  </a:cubicBezTo>
                  <a:lnTo>
                    <a:pt x="83771" y="9074"/>
                  </a:lnTo>
                  <a:cubicBezTo>
                    <a:pt x="83710" y="9013"/>
                    <a:pt x="83771" y="8953"/>
                    <a:pt x="83954" y="8953"/>
                  </a:cubicBezTo>
                  <a:lnTo>
                    <a:pt x="83954" y="8892"/>
                  </a:lnTo>
                  <a:lnTo>
                    <a:pt x="84106" y="8679"/>
                  </a:lnTo>
                  <a:cubicBezTo>
                    <a:pt x="84133" y="8691"/>
                    <a:pt x="84165" y="8696"/>
                    <a:pt x="84198" y="8696"/>
                  </a:cubicBezTo>
                  <a:cubicBezTo>
                    <a:pt x="84218" y="8696"/>
                    <a:pt x="84238" y="8694"/>
                    <a:pt x="84260" y="8691"/>
                  </a:cubicBezTo>
                  <a:lnTo>
                    <a:pt x="84260" y="8691"/>
                  </a:lnTo>
                  <a:cubicBezTo>
                    <a:pt x="84261" y="8691"/>
                    <a:pt x="84263" y="8691"/>
                    <a:pt x="84264" y="8691"/>
                  </a:cubicBezTo>
                  <a:cubicBezTo>
                    <a:pt x="84274" y="8691"/>
                    <a:pt x="84281" y="8690"/>
                    <a:pt x="84284" y="8686"/>
                  </a:cubicBezTo>
                  <a:lnTo>
                    <a:pt x="84284" y="8686"/>
                  </a:lnTo>
                  <a:cubicBezTo>
                    <a:pt x="84276" y="8688"/>
                    <a:pt x="84268" y="8690"/>
                    <a:pt x="84260" y="8691"/>
                  </a:cubicBezTo>
                  <a:lnTo>
                    <a:pt x="84260" y="8691"/>
                  </a:lnTo>
                  <a:cubicBezTo>
                    <a:pt x="84217" y="8689"/>
                    <a:pt x="84131" y="8661"/>
                    <a:pt x="84045" y="8618"/>
                  </a:cubicBezTo>
                  <a:lnTo>
                    <a:pt x="83923" y="8558"/>
                  </a:lnTo>
                  <a:lnTo>
                    <a:pt x="83802" y="8527"/>
                  </a:lnTo>
                  <a:cubicBezTo>
                    <a:pt x="83741" y="8512"/>
                    <a:pt x="83680" y="8504"/>
                    <a:pt x="83634" y="8504"/>
                  </a:cubicBezTo>
                  <a:cubicBezTo>
                    <a:pt x="83589" y="8504"/>
                    <a:pt x="83558" y="8512"/>
                    <a:pt x="83558" y="8527"/>
                  </a:cubicBezTo>
                  <a:lnTo>
                    <a:pt x="83589" y="8527"/>
                  </a:lnTo>
                  <a:cubicBezTo>
                    <a:pt x="83558" y="8649"/>
                    <a:pt x="83589" y="8862"/>
                    <a:pt x="83528" y="8862"/>
                  </a:cubicBezTo>
                  <a:cubicBezTo>
                    <a:pt x="83505" y="8868"/>
                    <a:pt x="83484" y="8871"/>
                    <a:pt x="83467" y="8871"/>
                  </a:cubicBezTo>
                  <a:cubicBezTo>
                    <a:pt x="83326" y="8871"/>
                    <a:pt x="83363" y="8676"/>
                    <a:pt x="83254" y="8649"/>
                  </a:cubicBezTo>
                  <a:lnTo>
                    <a:pt x="83224" y="8649"/>
                  </a:lnTo>
                  <a:cubicBezTo>
                    <a:pt x="83221" y="8646"/>
                    <a:pt x="83219" y="8645"/>
                    <a:pt x="83216" y="8645"/>
                  </a:cubicBezTo>
                  <a:cubicBezTo>
                    <a:pt x="83188" y="8645"/>
                    <a:pt x="83163" y="8773"/>
                    <a:pt x="83163" y="8801"/>
                  </a:cubicBezTo>
                  <a:cubicBezTo>
                    <a:pt x="83163" y="8862"/>
                    <a:pt x="83315" y="8953"/>
                    <a:pt x="83467" y="8983"/>
                  </a:cubicBezTo>
                  <a:lnTo>
                    <a:pt x="83528" y="9074"/>
                  </a:lnTo>
                  <a:lnTo>
                    <a:pt x="83619" y="9165"/>
                  </a:lnTo>
                  <a:cubicBezTo>
                    <a:pt x="83558" y="9257"/>
                    <a:pt x="83528" y="9409"/>
                    <a:pt x="83498" y="9530"/>
                  </a:cubicBezTo>
                  <a:cubicBezTo>
                    <a:pt x="83508" y="9552"/>
                    <a:pt x="83504" y="9562"/>
                    <a:pt x="83487" y="9562"/>
                  </a:cubicBezTo>
                  <a:cubicBezTo>
                    <a:pt x="83456" y="9562"/>
                    <a:pt x="83383" y="9528"/>
                    <a:pt x="83285" y="9469"/>
                  </a:cubicBezTo>
                  <a:lnTo>
                    <a:pt x="82950" y="9469"/>
                  </a:lnTo>
                  <a:cubicBezTo>
                    <a:pt x="82864" y="9448"/>
                    <a:pt x="82778" y="9438"/>
                    <a:pt x="82693" y="9438"/>
                  </a:cubicBezTo>
                  <a:cubicBezTo>
                    <a:pt x="82539" y="9438"/>
                    <a:pt x="82389" y="9471"/>
                    <a:pt x="82251" y="9530"/>
                  </a:cubicBezTo>
                  <a:cubicBezTo>
                    <a:pt x="82099" y="9621"/>
                    <a:pt x="82130" y="9743"/>
                    <a:pt x="82160" y="9773"/>
                  </a:cubicBezTo>
                  <a:cubicBezTo>
                    <a:pt x="82191" y="9804"/>
                    <a:pt x="82099" y="9865"/>
                    <a:pt x="81978" y="9956"/>
                  </a:cubicBezTo>
                  <a:lnTo>
                    <a:pt x="81856" y="10017"/>
                  </a:lnTo>
                  <a:cubicBezTo>
                    <a:pt x="81796" y="10053"/>
                    <a:pt x="81732" y="10070"/>
                    <a:pt x="81670" y="10070"/>
                  </a:cubicBezTo>
                  <a:cubicBezTo>
                    <a:pt x="81575" y="10070"/>
                    <a:pt x="81486" y="10029"/>
                    <a:pt x="81431" y="9956"/>
                  </a:cubicBezTo>
                  <a:cubicBezTo>
                    <a:pt x="81415" y="9941"/>
                    <a:pt x="81393" y="9933"/>
                    <a:pt x="81370" y="9933"/>
                  </a:cubicBezTo>
                  <a:cubicBezTo>
                    <a:pt x="81347" y="9933"/>
                    <a:pt x="81324" y="9941"/>
                    <a:pt x="81309" y="9956"/>
                  </a:cubicBezTo>
                  <a:cubicBezTo>
                    <a:pt x="81283" y="9981"/>
                    <a:pt x="81247" y="9991"/>
                    <a:pt x="81213" y="9991"/>
                  </a:cubicBezTo>
                  <a:cubicBezTo>
                    <a:pt x="81167" y="9991"/>
                    <a:pt x="81127" y="9973"/>
                    <a:pt x="81127" y="9956"/>
                  </a:cubicBezTo>
                  <a:cubicBezTo>
                    <a:pt x="81096" y="9925"/>
                    <a:pt x="81157" y="9834"/>
                    <a:pt x="81188" y="9804"/>
                  </a:cubicBezTo>
                  <a:cubicBezTo>
                    <a:pt x="81309" y="9713"/>
                    <a:pt x="81431" y="9652"/>
                    <a:pt x="81522" y="9561"/>
                  </a:cubicBezTo>
                  <a:cubicBezTo>
                    <a:pt x="81613" y="9500"/>
                    <a:pt x="81674" y="9409"/>
                    <a:pt x="81735" y="9317"/>
                  </a:cubicBezTo>
                  <a:cubicBezTo>
                    <a:pt x="81735" y="9317"/>
                    <a:pt x="81735" y="9287"/>
                    <a:pt x="81704" y="9257"/>
                  </a:cubicBezTo>
                  <a:cubicBezTo>
                    <a:pt x="81699" y="9254"/>
                    <a:pt x="81694" y="9253"/>
                    <a:pt x="81689" y="9253"/>
                  </a:cubicBezTo>
                  <a:cubicBezTo>
                    <a:pt x="81649" y="9253"/>
                    <a:pt x="81593" y="9308"/>
                    <a:pt x="81557" y="9308"/>
                  </a:cubicBezTo>
                  <a:cubicBezTo>
                    <a:pt x="81536" y="9308"/>
                    <a:pt x="81522" y="9289"/>
                    <a:pt x="81522" y="9226"/>
                  </a:cubicBezTo>
                  <a:cubicBezTo>
                    <a:pt x="81522" y="9165"/>
                    <a:pt x="81643" y="9135"/>
                    <a:pt x="81674" y="9074"/>
                  </a:cubicBezTo>
                  <a:cubicBezTo>
                    <a:pt x="81704" y="9013"/>
                    <a:pt x="81704" y="8922"/>
                    <a:pt x="81765" y="8862"/>
                  </a:cubicBezTo>
                  <a:cubicBezTo>
                    <a:pt x="81826" y="8801"/>
                    <a:pt x="81917" y="8740"/>
                    <a:pt x="82008" y="8740"/>
                  </a:cubicBezTo>
                  <a:cubicBezTo>
                    <a:pt x="82024" y="8735"/>
                    <a:pt x="82038" y="8732"/>
                    <a:pt x="82049" y="8732"/>
                  </a:cubicBezTo>
                  <a:cubicBezTo>
                    <a:pt x="82101" y="8732"/>
                    <a:pt x="82110" y="8786"/>
                    <a:pt x="82160" y="8862"/>
                  </a:cubicBezTo>
                  <a:lnTo>
                    <a:pt x="82251" y="9013"/>
                  </a:lnTo>
                  <a:cubicBezTo>
                    <a:pt x="82302" y="9140"/>
                    <a:pt x="82416" y="9203"/>
                    <a:pt x="82541" y="9203"/>
                  </a:cubicBezTo>
                  <a:cubicBezTo>
                    <a:pt x="82565" y="9203"/>
                    <a:pt x="82591" y="9201"/>
                    <a:pt x="82616" y="9196"/>
                  </a:cubicBezTo>
                  <a:cubicBezTo>
                    <a:pt x="82707" y="9135"/>
                    <a:pt x="82586" y="8983"/>
                    <a:pt x="82525" y="8922"/>
                  </a:cubicBezTo>
                  <a:cubicBezTo>
                    <a:pt x="82464" y="8862"/>
                    <a:pt x="82555" y="8740"/>
                    <a:pt x="82707" y="8618"/>
                  </a:cubicBezTo>
                  <a:lnTo>
                    <a:pt x="82920" y="8649"/>
                  </a:lnTo>
                  <a:lnTo>
                    <a:pt x="83163" y="8649"/>
                  </a:lnTo>
                  <a:lnTo>
                    <a:pt x="83194" y="8466"/>
                  </a:lnTo>
                  <a:cubicBezTo>
                    <a:pt x="83210" y="8469"/>
                    <a:pt x="83227" y="8470"/>
                    <a:pt x="83243" y="8470"/>
                  </a:cubicBezTo>
                  <a:cubicBezTo>
                    <a:pt x="83443" y="8470"/>
                    <a:pt x="83654" y="8314"/>
                    <a:pt x="83710" y="8314"/>
                  </a:cubicBezTo>
                  <a:cubicBezTo>
                    <a:pt x="83802" y="8314"/>
                    <a:pt x="83862" y="8223"/>
                    <a:pt x="83832" y="8102"/>
                  </a:cubicBezTo>
                  <a:lnTo>
                    <a:pt x="83984" y="8041"/>
                  </a:lnTo>
                  <a:lnTo>
                    <a:pt x="84045" y="7980"/>
                  </a:lnTo>
                  <a:cubicBezTo>
                    <a:pt x="84136" y="8041"/>
                    <a:pt x="84227" y="8102"/>
                    <a:pt x="84318" y="8162"/>
                  </a:cubicBezTo>
                  <a:lnTo>
                    <a:pt x="84440" y="8102"/>
                  </a:lnTo>
                  <a:lnTo>
                    <a:pt x="84470" y="8041"/>
                  </a:lnTo>
                  <a:cubicBezTo>
                    <a:pt x="84485" y="8031"/>
                    <a:pt x="84501" y="8027"/>
                    <a:pt x="84518" y="8027"/>
                  </a:cubicBezTo>
                  <a:cubicBezTo>
                    <a:pt x="84607" y="8027"/>
                    <a:pt x="84718" y="8142"/>
                    <a:pt x="84744" y="8193"/>
                  </a:cubicBezTo>
                  <a:cubicBezTo>
                    <a:pt x="84744" y="8284"/>
                    <a:pt x="84349" y="8254"/>
                    <a:pt x="84166" y="8284"/>
                  </a:cubicBezTo>
                  <a:cubicBezTo>
                    <a:pt x="84014" y="8314"/>
                    <a:pt x="83893" y="8375"/>
                    <a:pt x="83923" y="8466"/>
                  </a:cubicBezTo>
                  <a:lnTo>
                    <a:pt x="83954" y="8466"/>
                  </a:lnTo>
                  <a:lnTo>
                    <a:pt x="84257" y="8497"/>
                  </a:lnTo>
                  <a:cubicBezTo>
                    <a:pt x="84318" y="8558"/>
                    <a:pt x="84318" y="8649"/>
                    <a:pt x="84288" y="8679"/>
                  </a:cubicBezTo>
                  <a:cubicBezTo>
                    <a:pt x="84288" y="8682"/>
                    <a:pt x="84287" y="8685"/>
                    <a:pt x="84284" y="8686"/>
                  </a:cubicBezTo>
                  <a:lnTo>
                    <a:pt x="84284" y="8686"/>
                  </a:lnTo>
                  <a:cubicBezTo>
                    <a:pt x="84478" y="8646"/>
                    <a:pt x="84705" y="8495"/>
                    <a:pt x="84789" y="8495"/>
                  </a:cubicBezTo>
                  <a:cubicBezTo>
                    <a:pt x="84795" y="8495"/>
                    <a:pt x="84800" y="8495"/>
                    <a:pt x="84805" y="8497"/>
                  </a:cubicBezTo>
                  <a:cubicBezTo>
                    <a:pt x="84820" y="8504"/>
                    <a:pt x="84837" y="8508"/>
                    <a:pt x="84856" y="8508"/>
                  </a:cubicBezTo>
                  <a:cubicBezTo>
                    <a:pt x="84975" y="8508"/>
                    <a:pt x="85151" y="8372"/>
                    <a:pt x="85240" y="8372"/>
                  </a:cubicBezTo>
                  <a:cubicBezTo>
                    <a:pt x="85248" y="8372"/>
                    <a:pt x="85254" y="8373"/>
                    <a:pt x="85261" y="8375"/>
                  </a:cubicBezTo>
                  <a:cubicBezTo>
                    <a:pt x="85413" y="8375"/>
                    <a:pt x="85534" y="8345"/>
                    <a:pt x="85595" y="8254"/>
                  </a:cubicBezTo>
                  <a:cubicBezTo>
                    <a:pt x="85747" y="8132"/>
                    <a:pt x="85899" y="8041"/>
                    <a:pt x="86081" y="8010"/>
                  </a:cubicBezTo>
                  <a:lnTo>
                    <a:pt x="85899" y="8010"/>
                  </a:lnTo>
                  <a:cubicBezTo>
                    <a:pt x="85808" y="8010"/>
                    <a:pt x="85777" y="7828"/>
                    <a:pt x="85808" y="7798"/>
                  </a:cubicBezTo>
                  <a:cubicBezTo>
                    <a:pt x="85899" y="7676"/>
                    <a:pt x="85990" y="7585"/>
                    <a:pt x="86112" y="7524"/>
                  </a:cubicBezTo>
                  <a:lnTo>
                    <a:pt x="85960" y="7311"/>
                  </a:lnTo>
                  <a:cubicBezTo>
                    <a:pt x="85868" y="7220"/>
                    <a:pt x="86020" y="7129"/>
                    <a:pt x="86142" y="7068"/>
                  </a:cubicBezTo>
                  <a:lnTo>
                    <a:pt x="86203" y="7068"/>
                  </a:lnTo>
                  <a:cubicBezTo>
                    <a:pt x="86233" y="7038"/>
                    <a:pt x="86203" y="6947"/>
                    <a:pt x="86172" y="6916"/>
                  </a:cubicBezTo>
                  <a:lnTo>
                    <a:pt x="86112" y="6916"/>
                  </a:lnTo>
                  <a:cubicBezTo>
                    <a:pt x="85990" y="6916"/>
                    <a:pt x="85899" y="6886"/>
                    <a:pt x="85990" y="6795"/>
                  </a:cubicBezTo>
                  <a:lnTo>
                    <a:pt x="86112" y="6643"/>
                  </a:lnTo>
                  <a:cubicBezTo>
                    <a:pt x="86102" y="6638"/>
                    <a:pt x="86091" y="6635"/>
                    <a:pt x="86080" y="6635"/>
                  </a:cubicBezTo>
                  <a:cubicBezTo>
                    <a:pt x="85955" y="6635"/>
                    <a:pt x="85765" y="6921"/>
                    <a:pt x="85625" y="6977"/>
                  </a:cubicBezTo>
                  <a:cubicBezTo>
                    <a:pt x="85593" y="6985"/>
                    <a:pt x="85558" y="6989"/>
                    <a:pt x="85523" y="6989"/>
                  </a:cubicBezTo>
                  <a:cubicBezTo>
                    <a:pt x="85427" y="6989"/>
                    <a:pt x="85327" y="6961"/>
                    <a:pt x="85261" y="6916"/>
                  </a:cubicBezTo>
                  <a:cubicBezTo>
                    <a:pt x="85252" y="6899"/>
                    <a:pt x="85236" y="6892"/>
                    <a:pt x="85217" y="6892"/>
                  </a:cubicBezTo>
                  <a:cubicBezTo>
                    <a:pt x="85167" y="6892"/>
                    <a:pt x="85092" y="6942"/>
                    <a:pt x="85048" y="7007"/>
                  </a:cubicBezTo>
                  <a:lnTo>
                    <a:pt x="84835" y="7007"/>
                  </a:lnTo>
                  <a:cubicBezTo>
                    <a:pt x="84713" y="7007"/>
                    <a:pt x="84835" y="7190"/>
                    <a:pt x="84896" y="7220"/>
                  </a:cubicBezTo>
                  <a:cubicBezTo>
                    <a:pt x="84957" y="7281"/>
                    <a:pt x="84926" y="7403"/>
                    <a:pt x="84835" y="7524"/>
                  </a:cubicBezTo>
                  <a:lnTo>
                    <a:pt x="84683" y="7554"/>
                  </a:lnTo>
                  <a:cubicBezTo>
                    <a:pt x="84683" y="7570"/>
                    <a:pt x="84675" y="7577"/>
                    <a:pt x="84664" y="7577"/>
                  </a:cubicBezTo>
                  <a:cubicBezTo>
                    <a:pt x="84653" y="7577"/>
                    <a:pt x="84637" y="7570"/>
                    <a:pt x="84622" y="7554"/>
                  </a:cubicBezTo>
                  <a:lnTo>
                    <a:pt x="84622" y="7494"/>
                  </a:lnTo>
                  <a:lnTo>
                    <a:pt x="84683" y="7463"/>
                  </a:lnTo>
                  <a:cubicBezTo>
                    <a:pt x="84774" y="7433"/>
                    <a:pt x="84713" y="7342"/>
                    <a:pt x="84561" y="7251"/>
                  </a:cubicBezTo>
                  <a:lnTo>
                    <a:pt x="84288" y="7403"/>
                  </a:lnTo>
                  <a:cubicBezTo>
                    <a:pt x="84257" y="7418"/>
                    <a:pt x="84227" y="7425"/>
                    <a:pt x="84200" y="7425"/>
                  </a:cubicBezTo>
                  <a:cubicBezTo>
                    <a:pt x="84174" y="7425"/>
                    <a:pt x="84151" y="7418"/>
                    <a:pt x="84136" y="7403"/>
                  </a:cubicBezTo>
                  <a:cubicBezTo>
                    <a:pt x="84075" y="7372"/>
                    <a:pt x="84014" y="7357"/>
                    <a:pt x="83957" y="7357"/>
                  </a:cubicBezTo>
                  <a:cubicBezTo>
                    <a:pt x="83900" y="7357"/>
                    <a:pt x="83847" y="7372"/>
                    <a:pt x="83802" y="7403"/>
                  </a:cubicBezTo>
                  <a:lnTo>
                    <a:pt x="83710" y="7463"/>
                  </a:lnTo>
                  <a:cubicBezTo>
                    <a:pt x="83558" y="7494"/>
                    <a:pt x="83498" y="7554"/>
                    <a:pt x="83528" y="7585"/>
                  </a:cubicBezTo>
                  <a:lnTo>
                    <a:pt x="83528" y="7646"/>
                  </a:lnTo>
                  <a:lnTo>
                    <a:pt x="83528" y="7676"/>
                  </a:lnTo>
                  <a:cubicBezTo>
                    <a:pt x="83528" y="7737"/>
                    <a:pt x="83467" y="7798"/>
                    <a:pt x="83406" y="7798"/>
                  </a:cubicBezTo>
                  <a:lnTo>
                    <a:pt x="83376" y="7767"/>
                  </a:lnTo>
                  <a:lnTo>
                    <a:pt x="83285" y="7706"/>
                  </a:lnTo>
                  <a:cubicBezTo>
                    <a:pt x="83230" y="7679"/>
                    <a:pt x="83169" y="7664"/>
                    <a:pt x="83108" y="7664"/>
                  </a:cubicBezTo>
                  <a:cubicBezTo>
                    <a:pt x="83033" y="7664"/>
                    <a:pt x="82957" y="7687"/>
                    <a:pt x="82890" y="7737"/>
                  </a:cubicBezTo>
                  <a:lnTo>
                    <a:pt x="82738" y="7706"/>
                  </a:lnTo>
                  <a:lnTo>
                    <a:pt x="82525" y="7646"/>
                  </a:lnTo>
                  <a:cubicBezTo>
                    <a:pt x="82555" y="7524"/>
                    <a:pt x="82525" y="7433"/>
                    <a:pt x="82495" y="7311"/>
                  </a:cubicBezTo>
                  <a:cubicBezTo>
                    <a:pt x="82434" y="7311"/>
                    <a:pt x="82373" y="7311"/>
                    <a:pt x="82312" y="7342"/>
                  </a:cubicBezTo>
                  <a:cubicBezTo>
                    <a:pt x="82282" y="7403"/>
                    <a:pt x="82251" y="7463"/>
                    <a:pt x="82282" y="7524"/>
                  </a:cubicBezTo>
                  <a:lnTo>
                    <a:pt x="82160" y="7524"/>
                  </a:lnTo>
                  <a:cubicBezTo>
                    <a:pt x="82008" y="7524"/>
                    <a:pt x="82069" y="7433"/>
                    <a:pt x="82008" y="7403"/>
                  </a:cubicBezTo>
                  <a:cubicBezTo>
                    <a:pt x="82006" y="7401"/>
                    <a:pt x="82004" y="7400"/>
                    <a:pt x="82002" y="7400"/>
                  </a:cubicBezTo>
                  <a:cubicBezTo>
                    <a:pt x="81974" y="7400"/>
                    <a:pt x="81947" y="7589"/>
                    <a:pt x="81947" y="7646"/>
                  </a:cubicBezTo>
                  <a:cubicBezTo>
                    <a:pt x="81947" y="7737"/>
                    <a:pt x="81795" y="7767"/>
                    <a:pt x="81735" y="7767"/>
                  </a:cubicBezTo>
                  <a:cubicBezTo>
                    <a:pt x="81613" y="7798"/>
                    <a:pt x="81491" y="7858"/>
                    <a:pt x="81400" y="7950"/>
                  </a:cubicBezTo>
                  <a:lnTo>
                    <a:pt x="81279" y="8071"/>
                  </a:lnTo>
                  <a:lnTo>
                    <a:pt x="81218" y="8132"/>
                  </a:lnTo>
                  <a:cubicBezTo>
                    <a:pt x="81172" y="8200"/>
                    <a:pt x="81195" y="8235"/>
                    <a:pt x="81261" y="8235"/>
                  </a:cubicBezTo>
                  <a:cubicBezTo>
                    <a:pt x="81282" y="8235"/>
                    <a:pt x="81309" y="8231"/>
                    <a:pt x="81339" y="8223"/>
                  </a:cubicBezTo>
                  <a:lnTo>
                    <a:pt x="81461" y="8223"/>
                  </a:lnTo>
                  <a:cubicBezTo>
                    <a:pt x="81488" y="8223"/>
                    <a:pt x="81235" y="8386"/>
                    <a:pt x="81110" y="8386"/>
                  </a:cubicBezTo>
                  <a:cubicBezTo>
                    <a:pt x="81093" y="8386"/>
                    <a:pt x="81077" y="8383"/>
                    <a:pt x="81066" y="8375"/>
                  </a:cubicBezTo>
                  <a:cubicBezTo>
                    <a:pt x="81005" y="8314"/>
                    <a:pt x="80975" y="8193"/>
                    <a:pt x="81005" y="8102"/>
                  </a:cubicBezTo>
                  <a:cubicBezTo>
                    <a:pt x="81020" y="8071"/>
                    <a:pt x="81013" y="8056"/>
                    <a:pt x="80990" y="8056"/>
                  </a:cubicBezTo>
                  <a:cubicBezTo>
                    <a:pt x="80967" y="8056"/>
                    <a:pt x="80929" y="8071"/>
                    <a:pt x="80884" y="8102"/>
                  </a:cubicBezTo>
                  <a:lnTo>
                    <a:pt x="80884" y="8132"/>
                  </a:lnTo>
                  <a:cubicBezTo>
                    <a:pt x="80853" y="8193"/>
                    <a:pt x="80853" y="8254"/>
                    <a:pt x="80853" y="8345"/>
                  </a:cubicBezTo>
                  <a:cubicBezTo>
                    <a:pt x="80853" y="8436"/>
                    <a:pt x="80792" y="8527"/>
                    <a:pt x="80671" y="8558"/>
                  </a:cubicBezTo>
                  <a:lnTo>
                    <a:pt x="80549" y="8588"/>
                  </a:lnTo>
                  <a:cubicBezTo>
                    <a:pt x="80336" y="8527"/>
                    <a:pt x="80093" y="8466"/>
                    <a:pt x="79880" y="8406"/>
                  </a:cubicBezTo>
                  <a:cubicBezTo>
                    <a:pt x="79872" y="8403"/>
                    <a:pt x="79863" y="8402"/>
                    <a:pt x="79852" y="8402"/>
                  </a:cubicBezTo>
                  <a:cubicBezTo>
                    <a:pt x="79747" y="8402"/>
                    <a:pt x="79543" y="8530"/>
                    <a:pt x="79516" y="8558"/>
                  </a:cubicBezTo>
                  <a:cubicBezTo>
                    <a:pt x="79506" y="8576"/>
                    <a:pt x="79482" y="8584"/>
                    <a:pt x="79452" y="8584"/>
                  </a:cubicBezTo>
                  <a:cubicBezTo>
                    <a:pt x="79384" y="8584"/>
                    <a:pt x="79284" y="8548"/>
                    <a:pt x="79242" y="8527"/>
                  </a:cubicBezTo>
                  <a:cubicBezTo>
                    <a:pt x="79181" y="8466"/>
                    <a:pt x="79151" y="8375"/>
                    <a:pt x="79181" y="8254"/>
                  </a:cubicBezTo>
                  <a:cubicBezTo>
                    <a:pt x="79242" y="8193"/>
                    <a:pt x="79364" y="8132"/>
                    <a:pt x="79455" y="8132"/>
                  </a:cubicBezTo>
                  <a:lnTo>
                    <a:pt x="79607" y="8132"/>
                  </a:lnTo>
                  <a:cubicBezTo>
                    <a:pt x="79637" y="8132"/>
                    <a:pt x="79668" y="8193"/>
                    <a:pt x="79729" y="8223"/>
                  </a:cubicBezTo>
                  <a:lnTo>
                    <a:pt x="79759" y="8254"/>
                  </a:lnTo>
                  <a:cubicBezTo>
                    <a:pt x="79789" y="8269"/>
                    <a:pt x="79820" y="8276"/>
                    <a:pt x="79846" y="8276"/>
                  </a:cubicBezTo>
                  <a:cubicBezTo>
                    <a:pt x="79873" y="8276"/>
                    <a:pt x="79896" y="8269"/>
                    <a:pt x="79911" y="8254"/>
                  </a:cubicBezTo>
                  <a:lnTo>
                    <a:pt x="79911" y="8223"/>
                  </a:lnTo>
                  <a:lnTo>
                    <a:pt x="79911" y="8162"/>
                  </a:lnTo>
                  <a:cubicBezTo>
                    <a:pt x="79911" y="8137"/>
                    <a:pt x="79933" y="8127"/>
                    <a:pt x="79960" y="8127"/>
                  </a:cubicBezTo>
                  <a:cubicBezTo>
                    <a:pt x="79997" y="8127"/>
                    <a:pt x="80045" y="8145"/>
                    <a:pt x="80063" y="8162"/>
                  </a:cubicBezTo>
                  <a:cubicBezTo>
                    <a:pt x="80070" y="8170"/>
                    <a:pt x="80084" y="8174"/>
                    <a:pt x="80101" y="8174"/>
                  </a:cubicBezTo>
                  <a:cubicBezTo>
                    <a:pt x="80154" y="8174"/>
                    <a:pt x="80245" y="8140"/>
                    <a:pt x="80336" y="8071"/>
                  </a:cubicBezTo>
                  <a:lnTo>
                    <a:pt x="80397" y="8193"/>
                  </a:lnTo>
                  <a:cubicBezTo>
                    <a:pt x="80415" y="8211"/>
                    <a:pt x="80453" y="8270"/>
                    <a:pt x="80440" y="8322"/>
                  </a:cubicBezTo>
                  <a:lnTo>
                    <a:pt x="80440" y="8322"/>
                  </a:lnTo>
                  <a:cubicBezTo>
                    <a:pt x="80563" y="8225"/>
                    <a:pt x="80687" y="8103"/>
                    <a:pt x="80671" y="8071"/>
                  </a:cubicBezTo>
                  <a:cubicBezTo>
                    <a:pt x="80671" y="8044"/>
                    <a:pt x="80655" y="8036"/>
                    <a:pt x="80631" y="8036"/>
                  </a:cubicBezTo>
                  <a:cubicBezTo>
                    <a:pt x="80591" y="8036"/>
                    <a:pt x="80530" y="8059"/>
                    <a:pt x="80482" y="8059"/>
                  </a:cubicBezTo>
                  <a:cubicBezTo>
                    <a:pt x="80460" y="8059"/>
                    <a:pt x="80441" y="8054"/>
                    <a:pt x="80428" y="8041"/>
                  </a:cubicBezTo>
                  <a:cubicBezTo>
                    <a:pt x="80367" y="7980"/>
                    <a:pt x="80519" y="7737"/>
                    <a:pt x="80610" y="7646"/>
                  </a:cubicBezTo>
                  <a:cubicBezTo>
                    <a:pt x="80671" y="7585"/>
                    <a:pt x="80580" y="7463"/>
                    <a:pt x="80549" y="7433"/>
                  </a:cubicBezTo>
                  <a:cubicBezTo>
                    <a:pt x="80488" y="7433"/>
                    <a:pt x="80428" y="7524"/>
                    <a:pt x="80397" y="7554"/>
                  </a:cubicBezTo>
                  <a:cubicBezTo>
                    <a:pt x="80397" y="7580"/>
                    <a:pt x="80376" y="7590"/>
                    <a:pt x="80346" y="7590"/>
                  </a:cubicBezTo>
                  <a:cubicBezTo>
                    <a:pt x="80305" y="7590"/>
                    <a:pt x="80250" y="7572"/>
                    <a:pt x="80215" y="7554"/>
                  </a:cubicBezTo>
                  <a:cubicBezTo>
                    <a:pt x="80154" y="7554"/>
                    <a:pt x="80184" y="7433"/>
                    <a:pt x="80154" y="7372"/>
                  </a:cubicBezTo>
                  <a:cubicBezTo>
                    <a:pt x="80124" y="7342"/>
                    <a:pt x="80184" y="7281"/>
                    <a:pt x="80306" y="7251"/>
                  </a:cubicBezTo>
                  <a:lnTo>
                    <a:pt x="80367" y="7220"/>
                  </a:lnTo>
                  <a:cubicBezTo>
                    <a:pt x="80397" y="7190"/>
                    <a:pt x="80397" y="7099"/>
                    <a:pt x="80397" y="7099"/>
                  </a:cubicBezTo>
                  <a:lnTo>
                    <a:pt x="80306" y="7038"/>
                  </a:lnTo>
                  <a:cubicBezTo>
                    <a:pt x="80267" y="7012"/>
                    <a:pt x="80231" y="7001"/>
                    <a:pt x="80199" y="7001"/>
                  </a:cubicBezTo>
                  <a:cubicBezTo>
                    <a:pt x="80077" y="7001"/>
                    <a:pt x="80002" y="7148"/>
                    <a:pt x="80002" y="7220"/>
                  </a:cubicBezTo>
                  <a:lnTo>
                    <a:pt x="80002" y="7554"/>
                  </a:lnTo>
                  <a:lnTo>
                    <a:pt x="79637" y="7554"/>
                  </a:lnTo>
                  <a:cubicBezTo>
                    <a:pt x="79577" y="7585"/>
                    <a:pt x="79516" y="7676"/>
                    <a:pt x="79546" y="7767"/>
                  </a:cubicBezTo>
                  <a:lnTo>
                    <a:pt x="79425" y="7798"/>
                  </a:lnTo>
                  <a:cubicBezTo>
                    <a:pt x="79303" y="7858"/>
                    <a:pt x="79121" y="7828"/>
                    <a:pt x="79090" y="8010"/>
                  </a:cubicBezTo>
                  <a:cubicBezTo>
                    <a:pt x="79060" y="8041"/>
                    <a:pt x="78999" y="8041"/>
                    <a:pt x="78969" y="8041"/>
                  </a:cubicBezTo>
                  <a:lnTo>
                    <a:pt x="78756" y="7858"/>
                  </a:lnTo>
                  <a:cubicBezTo>
                    <a:pt x="78646" y="7969"/>
                    <a:pt x="78520" y="8047"/>
                    <a:pt x="78424" y="8047"/>
                  </a:cubicBezTo>
                  <a:cubicBezTo>
                    <a:pt x="78387" y="8047"/>
                    <a:pt x="78355" y="8036"/>
                    <a:pt x="78330" y="8010"/>
                  </a:cubicBezTo>
                  <a:lnTo>
                    <a:pt x="78300" y="7950"/>
                  </a:lnTo>
                  <a:lnTo>
                    <a:pt x="78270" y="7858"/>
                  </a:lnTo>
                  <a:cubicBezTo>
                    <a:pt x="78330" y="7798"/>
                    <a:pt x="78330" y="7463"/>
                    <a:pt x="78209" y="7433"/>
                  </a:cubicBezTo>
                  <a:cubicBezTo>
                    <a:pt x="78199" y="7431"/>
                    <a:pt x="78189" y="7430"/>
                    <a:pt x="78179" y="7430"/>
                  </a:cubicBezTo>
                  <a:cubicBezTo>
                    <a:pt x="78047" y="7430"/>
                    <a:pt x="77807" y="7590"/>
                    <a:pt x="77722" y="7646"/>
                  </a:cubicBezTo>
                  <a:cubicBezTo>
                    <a:pt x="77695" y="7687"/>
                    <a:pt x="77630" y="7703"/>
                    <a:pt x="77562" y="7703"/>
                  </a:cubicBezTo>
                  <a:cubicBezTo>
                    <a:pt x="77479" y="7703"/>
                    <a:pt x="77391" y="7679"/>
                    <a:pt x="77358" y="7646"/>
                  </a:cubicBezTo>
                  <a:cubicBezTo>
                    <a:pt x="77342" y="7630"/>
                    <a:pt x="77320" y="7623"/>
                    <a:pt x="77293" y="7623"/>
                  </a:cubicBezTo>
                  <a:cubicBezTo>
                    <a:pt x="77266" y="7623"/>
                    <a:pt x="77236" y="7630"/>
                    <a:pt x="77206" y="7646"/>
                  </a:cubicBezTo>
                  <a:cubicBezTo>
                    <a:pt x="77114" y="7585"/>
                    <a:pt x="77054" y="7494"/>
                    <a:pt x="76993" y="7403"/>
                  </a:cubicBezTo>
                  <a:lnTo>
                    <a:pt x="76750" y="7372"/>
                  </a:lnTo>
                  <a:cubicBezTo>
                    <a:pt x="76719" y="7342"/>
                    <a:pt x="76719" y="7281"/>
                    <a:pt x="76750" y="7220"/>
                  </a:cubicBezTo>
                  <a:cubicBezTo>
                    <a:pt x="76780" y="7190"/>
                    <a:pt x="76871" y="7099"/>
                    <a:pt x="76871" y="7099"/>
                  </a:cubicBezTo>
                  <a:cubicBezTo>
                    <a:pt x="76719" y="6947"/>
                    <a:pt x="76902" y="6947"/>
                    <a:pt x="76993" y="6886"/>
                  </a:cubicBezTo>
                  <a:lnTo>
                    <a:pt x="77023" y="6855"/>
                  </a:lnTo>
                  <a:cubicBezTo>
                    <a:pt x="77145" y="6855"/>
                    <a:pt x="77054" y="6825"/>
                    <a:pt x="76871" y="6764"/>
                  </a:cubicBezTo>
                  <a:lnTo>
                    <a:pt x="76689" y="6886"/>
                  </a:lnTo>
                  <a:cubicBezTo>
                    <a:pt x="76628" y="6855"/>
                    <a:pt x="76628" y="6734"/>
                    <a:pt x="76628" y="6673"/>
                  </a:cubicBezTo>
                  <a:cubicBezTo>
                    <a:pt x="76659" y="6643"/>
                    <a:pt x="76476" y="6430"/>
                    <a:pt x="76415" y="6399"/>
                  </a:cubicBezTo>
                  <a:cubicBezTo>
                    <a:pt x="76390" y="6374"/>
                    <a:pt x="76342" y="6364"/>
                    <a:pt x="76292" y="6364"/>
                  </a:cubicBezTo>
                  <a:cubicBezTo>
                    <a:pt x="76222" y="6364"/>
                    <a:pt x="76147" y="6382"/>
                    <a:pt x="76111" y="6399"/>
                  </a:cubicBezTo>
                  <a:cubicBezTo>
                    <a:pt x="76051" y="6430"/>
                    <a:pt x="76020" y="6521"/>
                    <a:pt x="76051" y="6582"/>
                  </a:cubicBezTo>
                  <a:lnTo>
                    <a:pt x="75929" y="6582"/>
                  </a:lnTo>
                  <a:cubicBezTo>
                    <a:pt x="75868" y="6551"/>
                    <a:pt x="75807" y="6491"/>
                    <a:pt x="75716" y="6491"/>
                  </a:cubicBezTo>
                  <a:cubicBezTo>
                    <a:pt x="75655" y="6521"/>
                    <a:pt x="75595" y="6612"/>
                    <a:pt x="75534" y="6643"/>
                  </a:cubicBezTo>
                  <a:cubicBezTo>
                    <a:pt x="75504" y="6658"/>
                    <a:pt x="75443" y="6665"/>
                    <a:pt x="75390" y="6665"/>
                  </a:cubicBezTo>
                  <a:cubicBezTo>
                    <a:pt x="75336" y="6665"/>
                    <a:pt x="75291" y="6658"/>
                    <a:pt x="75291" y="6643"/>
                  </a:cubicBezTo>
                  <a:lnTo>
                    <a:pt x="75260" y="6551"/>
                  </a:lnTo>
                  <a:cubicBezTo>
                    <a:pt x="75169" y="6491"/>
                    <a:pt x="75108" y="6460"/>
                    <a:pt x="75139" y="6430"/>
                  </a:cubicBezTo>
                  <a:lnTo>
                    <a:pt x="75169" y="6430"/>
                  </a:lnTo>
                  <a:cubicBezTo>
                    <a:pt x="75230" y="6369"/>
                    <a:pt x="75291" y="6339"/>
                    <a:pt x="75352" y="6278"/>
                  </a:cubicBezTo>
                  <a:cubicBezTo>
                    <a:pt x="75412" y="6217"/>
                    <a:pt x="75412" y="6126"/>
                    <a:pt x="75473" y="6065"/>
                  </a:cubicBezTo>
                  <a:lnTo>
                    <a:pt x="75534" y="6004"/>
                  </a:lnTo>
                  <a:cubicBezTo>
                    <a:pt x="75625" y="6004"/>
                    <a:pt x="75747" y="5944"/>
                    <a:pt x="75807" y="5883"/>
                  </a:cubicBezTo>
                  <a:lnTo>
                    <a:pt x="75868" y="5852"/>
                  </a:lnTo>
                  <a:lnTo>
                    <a:pt x="75959" y="5822"/>
                  </a:lnTo>
                  <a:cubicBezTo>
                    <a:pt x="75929" y="5792"/>
                    <a:pt x="75838" y="5609"/>
                    <a:pt x="75868" y="5609"/>
                  </a:cubicBezTo>
                  <a:cubicBezTo>
                    <a:pt x="75878" y="5599"/>
                    <a:pt x="75858" y="5596"/>
                    <a:pt x="75822" y="5596"/>
                  </a:cubicBezTo>
                  <a:cubicBezTo>
                    <a:pt x="75750" y="5596"/>
                    <a:pt x="75615" y="5609"/>
                    <a:pt x="75534" y="5609"/>
                  </a:cubicBezTo>
                  <a:cubicBezTo>
                    <a:pt x="75412" y="5609"/>
                    <a:pt x="75291" y="5518"/>
                    <a:pt x="75260" y="5427"/>
                  </a:cubicBezTo>
                  <a:lnTo>
                    <a:pt x="75352" y="5244"/>
                  </a:lnTo>
                  <a:cubicBezTo>
                    <a:pt x="75382" y="5214"/>
                    <a:pt x="75382" y="5153"/>
                    <a:pt x="75352" y="5123"/>
                  </a:cubicBezTo>
                  <a:cubicBezTo>
                    <a:pt x="75291" y="5062"/>
                    <a:pt x="75230" y="5032"/>
                    <a:pt x="75169" y="4971"/>
                  </a:cubicBezTo>
                  <a:cubicBezTo>
                    <a:pt x="75230" y="4910"/>
                    <a:pt x="75473" y="4940"/>
                    <a:pt x="75564" y="4910"/>
                  </a:cubicBezTo>
                  <a:cubicBezTo>
                    <a:pt x="75655" y="4880"/>
                    <a:pt x="75686" y="4697"/>
                    <a:pt x="75655" y="4515"/>
                  </a:cubicBezTo>
                  <a:lnTo>
                    <a:pt x="75716" y="4424"/>
                  </a:lnTo>
                  <a:cubicBezTo>
                    <a:pt x="75807" y="4302"/>
                    <a:pt x="75716" y="4181"/>
                    <a:pt x="75655" y="4120"/>
                  </a:cubicBezTo>
                  <a:cubicBezTo>
                    <a:pt x="75534" y="3998"/>
                    <a:pt x="75443" y="3755"/>
                    <a:pt x="75200" y="3755"/>
                  </a:cubicBezTo>
                  <a:cubicBezTo>
                    <a:pt x="75040" y="3755"/>
                    <a:pt x="75113" y="3592"/>
                    <a:pt x="74991" y="3592"/>
                  </a:cubicBezTo>
                  <a:cubicBezTo>
                    <a:pt x="74974" y="3592"/>
                    <a:pt x="74953" y="3595"/>
                    <a:pt x="74926" y="3603"/>
                  </a:cubicBezTo>
                  <a:cubicBezTo>
                    <a:pt x="74926" y="3603"/>
                    <a:pt x="74865" y="3573"/>
                    <a:pt x="74896" y="3542"/>
                  </a:cubicBezTo>
                  <a:cubicBezTo>
                    <a:pt x="74896" y="3481"/>
                    <a:pt x="74956" y="3451"/>
                    <a:pt x="74956" y="3390"/>
                  </a:cubicBezTo>
                  <a:cubicBezTo>
                    <a:pt x="74956" y="3330"/>
                    <a:pt x="74956" y="3299"/>
                    <a:pt x="74926" y="3238"/>
                  </a:cubicBezTo>
                  <a:cubicBezTo>
                    <a:pt x="74896" y="3208"/>
                    <a:pt x="74804" y="3147"/>
                    <a:pt x="74774" y="3117"/>
                  </a:cubicBezTo>
                  <a:cubicBezTo>
                    <a:pt x="74774" y="3117"/>
                    <a:pt x="74804" y="3026"/>
                    <a:pt x="74804" y="3026"/>
                  </a:cubicBezTo>
                  <a:lnTo>
                    <a:pt x="74835" y="3026"/>
                  </a:lnTo>
                  <a:cubicBezTo>
                    <a:pt x="74926" y="3056"/>
                    <a:pt x="75017" y="3117"/>
                    <a:pt x="75078" y="3208"/>
                  </a:cubicBezTo>
                  <a:lnTo>
                    <a:pt x="75139" y="3269"/>
                  </a:lnTo>
                  <a:cubicBezTo>
                    <a:pt x="75200" y="3269"/>
                    <a:pt x="75139" y="3178"/>
                    <a:pt x="75108" y="3117"/>
                  </a:cubicBezTo>
                  <a:cubicBezTo>
                    <a:pt x="75048" y="3086"/>
                    <a:pt x="75230" y="2965"/>
                    <a:pt x="75291" y="2934"/>
                  </a:cubicBezTo>
                  <a:cubicBezTo>
                    <a:pt x="75321" y="2904"/>
                    <a:pt x="75291" y="2813"/>
                    <a:pt x="75139" y="2752"/>
                  </a:cubicBezTo>
                  <a:lnTo>
                    <a:pt x="75108" y="2782"/>
                  </a:lnTo>
                  <a:cubicBezTo>
                    <a:pt x="75044" y="2819"/>
                    <a:pt x="74997" y="2834"/>
                    <a:pt x="74962" y="2834"/>
                  </a:cubicBezTo>
                  <a:cubicBezTo>
                    <a:pt x="74880" y="2834"/>
                    <a:pt x="74865" y="2755"/>
                    <a:pt x="74865" y="2691"/>
                  </a:cubicBezTo>
                  <a:cubicBezTo>
                    <a:pt x="74865" y="2600"/>
                    <a:pt x="74774" y="2600"/>
                    <a:pt x="74713" y="2600"/>
                  </a:cubicBezTo>
                  <a:lnTo>
                    <a:pt x="74652" y="2600"/>
                  </a:lnTo>
                  <a:cubicBezTo>
                    <a:pt x="74531" y="2509"/>
                    <a:pt x="74409" y="2418"/>
                    <a:pt x="74318" y="2296"/>
                  </a:cubicBezTo>
                  <a:lnTo>
                    <a:pt x="74227" y="2144"/>
                  </a:lnTo>
                  <a:cubicBezTo>
                    <a:pt x="74166" y="2023"/>
                    <a:pt x="74045" y="1962"/>
                    <a:pt x="74288" y="1931"/>
                  </a:cubicBezTo>
                  <a:cubicBezTo>
                    <a:pt x="74257" y="1749"/>
                    <a:pt x="74166" y="1536"/>
                    <a:pt x="74105" y="1354"/>
                  </a:cubicBezTo>
                  <a:lnTo>
                    <a:pt x="74409" y="1263"/>
                  </a:lnTo>
                  <a:cubicBezTo>
                    <a:pt x="74561" y="1232"/>
                    <a:pt x="74561" y="1232"/>
                    <a:pt x="74500" y="1171"/>
                  </a:cubicBezTo>
                  <a:cubicBezTo>
                    <a:pt x="74440" y="1111"/>
                    <a:pt x="74348" y="1080"/>
                    <a:pt x="74227" y="1080"/>
                  </a:cubicBezTo>
                  <a:lnTo>
                    <a:pt x="74166" y="1080"/>
                  </a:lnTo>
                  <a:cubicBezTo>
                    <a:pt x="74105" y="1050"/>
                    <a:pt x="74105" y="959"/>
                    <a:pt x="74166" y="928"/>
                  </a:cubicBezTo>
                  <a:cubicBezTo>
                    <a:pt x="74196" y="898"/>
                    <a:pt x="74045" y="685"/>
                    <a:pt x="73984" y="624"/>
                  </a:cubicBezTo>
                  <a:cubicBezTo>
                    <a:pt x="73893" y="564"/>
                    <a:pt x="73741" y="260"/>
                    <a:pt x="73649" y="229"/>
                  </a:cubicBezTo>
                  <a:cubicBezTo>
                    <a:pt x="73528" y="260"/>
                    <a:pt x="73406" y="290"/>
                    <a:pt x="73285" y="381"/>
                  </a:cubicBezTo>
                  <a:cubicBezTo>
                    <a:pt x="73278" y="384"/>
                    <a:pt x="73268" y="386"/>
                    <a:pt x="73254" y="386"/>
                  </a:cubicBezTo>
                  <a:cubicBezTo>
                    <a:pt x="73146" y="386"/>
                    <a:pt x="72842" y="287"/>
                    <a:pt x="72707" y="260"/>
                  </a:cubicBezTo>
                  <a:cubicBezTo>
                    <a:pt x="72586" y="260"/>
                    <a:pt x="72525" y="442"/>
                    <a:pt x="72525" y="533"/>
                  </a:cubicBezTo>
                  <a:cubicBezTo>
                    <a:pt x="72532" y="555"/>
                    <a:pt x="72520" y="565"/>
                    <a:pt x="72497" y="565"/>
                  </a:cubicBezTo>
                  <a:cubicBezTo>
                    <a:pt x="72427" y="565"/>
                    <a:pt x="72259" y="473"/>
                    <a:pt x="72282" y="381"/>
                  </a:cubicBezTo>
                  <a:cubicBezTo>
                    <a:pt x="72299" y="310"/>
                    <a:pt x="72275" y="280"/>
                    <a:pt x="72222" y="280"/>
                  </a:cubicBezTo>
                  <a:cubicBezTo>
                    <a:pt x="72184" y="280"/>
                    <a:pt x="72132" y="295"/>
                    <a:pt x="72069" y="320"/>
                  </a:cubicBezTo>
                  <a:lnTo>
                    <a:pt x="71886" y="199"/>
                  </a:lnTo>
                  <a:lnTo>
                    <a:pt x="71765" y="138"/>
                  </a:lnTo>
                  <a:cubicBezTo>
                    <a:pt x="71522" y="168"/>
                    <a:pt x="71400" y="260"/>
                    <a:pt x="71400" y="290"/>
                  </a:cubicBezTo>
                  <a:cubicBezTo>
                    <a:pt x="71430" y="290"/>
                    <a:pt x="71339" y="351"/>
                    <a:pt x="71218" y="412"/>
                  </a:cubicBezTo>
                  <a:lnTo>
                    <a:pt x="70944" y="412"/>
                  </a:lnTo>
                  <a:cubicBezTo>
                    <a:pt x="70933" y="409"/>
                    <a:pt x="70920" y="408"/>
                    <a:pt x="70908" y="408"/>
                  </a:cubicBezTo>
                  <a:cubicBezTo>
                    <a:pt x="70756" y="408"/>
                    <a:pt x="70540" y="566"/>
                    <a:pt x="70427" y="594"/>
                  </a:cubicBezTo>
                  <a:cubicBezTo>
                    <a:pt x="70367" y="624"/>
                    <a:pt x="70306" y="655"/>
                    <a:pt x="70215" y="655"/>
                  </a:cubicBezTo>
                  <a:cubicBezTo>
                    <a:pt x="70184" y="564"/>
                    <a:pt x="70306" y="442"/>
                    <a:pt x="70123" y="442"/>
                  </a:cubicBezTo>
                  <a:cubicBezTo>
                    <a:pt x="70083" y="442"/>
                    <a:pt x="70036" y="430"/>
                    <a:pt x="69997" y="430"/>
                  </a:cubicBezTo>
                  <a:cubicBezTo>
                    <a:pt x="69948" y="430"/>
                    <a:pt x="69911" y="449"/>
                    <a:pt x="69911" y="533"/>
                  </a:cubicBezTo>
                  <a:cubicBezTo>
                    <a:pt x="69911" y="564"/>
                    <a:pt x="69850" y="594"/>
                    <a:pt x="69820" y="594"/>
                  </a:cubicBezTo>
                  <a:lnTo>
                    <a:pt x="69698" y="594"/>
                  </a:lnTo>
                  <a:cubicBezTo>
                    <a:pt x="69666" y="610"/>
                    <a:pt x="69628" y="615"/>
                    <a:pt x="69588" y="615"/>
                  </a:cubicBezTo>
                  <a:cubicBezTo>
                    <a:pt x="69498" y="615"/>
                    <a:pt x="69399" y="588"/>
                    <a:pt x="69340" y="588"/>
                  </a:cubicBezTo>
                  <a:cubicBezTo>
                    <a:pt x="69325" y="588"/>
                    <a:pt x="69312" y="589"/>
                    <a:pt x="69303" y="594"/>
                  </a:cubicBezTo>
                  <a:cubicBezTo>
                    <a:pt x="69258" y="603"/>
                    <a:pt x="69214" y="607"/>
                    <a:pt x="69169" y="607"/>
                  </a:cubicBezTo>
                  <a:cubicBezTo>
                    <a:pt x="69062" y="607"/>
                    <a:pt x="68954" y="585"/>
                    <a:pt x="68847" y="564"/>
                  </a:cubicBezTo>
                  <a:lnTo>
                    <a:pt x="68664" y="472"/>
                  </a:lnTo>
                  <a:cubicBezTo>
                    <a:pt x="68648" y="464"/>
                    <a:pt x="68629" y="460"/>
                    <a:pt x="68609" y="460"/>
                  </a:cubicBezTo>
                  <a:cubicBezTo>
                    <a:pt x="68481" y="460"/>
                    <a:pt x="68300" y="611"/>
                    <a:pt x="68300" y="715"/>
                  </a:cubicBezTo>
                  <a:lnTo>
                    <a:pt x="68300" y="746"/>
                  </a:lnTo>
                  <a:cubicBezTo>
                    <a:pt x="68330" y="807"/>
                    <a:pt x="68300" y="807"/>
                    <a:pt x="68239" y="807"/>
                  </a:cubicBezTo>
                  <a:lnTo>
                    <a:pt x="68087" y="807"/>
                  </a:lnTo>
                  <a:cubicBezTo>
                    <a:pt x="68070" y="812"/>
                    <a:pt x="68053" y="815"/>
                    <a:pt x="68037" y="815"/>
                  </a:cubicBezTo>
                  <a:cubicBezTo>
                    <a:pt x="67965" y="815"/>
                    <a:pt x="67905" y="765"/>
                    <a:pt x="67905" y="715"/>
                  </a:cubicBezTo>
                  <a:lnTo>
                    <a:pt x="67874" y="655"/>
                  </a:lnTo>
                  <a:cubicBezTo>
                    <a:pt x="67753" y="351"/>
                    <a:pt x="67753" y="351"/>
                    <a:pt x="68087" y="199"/>
                  </a:cubicBezTo>
                  <a:lnTo>
                    <a:pt x="68148" y="168"/>
                  </a:lnTo>
                  <a:cubicBezTo>
                    <a:pt x="68239" y="138"/>
                    <a:pt x="68269" y="108"/>
                    <a:pt x="68178" y="108"/>
                  </a:cubicBezTo>
                  <a:lnTo>
                    <a:pt x="68148" y="108"/>
                  </a:lnTo>
                  <a:cubicBezTo>
                    <a:pt x="68066" y="58"/>
                    <a:pt x="67984" y="0"/>
                    <a:pt x="679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4"/>
            <p:cNvSpPr/>
            <p:nvPr/>
          </p:nvSpPr>
          <p:spPr>
            <a:xfrm rot="-5400000">
              <a:off x="2646600" y="7156150"/>
              <a:ext cx="82100" cy="50950"/>
            </a:xfrm>
            <a:custGeom>
              <a:rect b="b" l="l" r="r" t="t"/>
              <a:pathLst>
                <a:path extrusionOk="0" h="2038" w="3284">
                  <a:moveTo>
                    <a:pt x="3040" y="1"/>
                  </a:moveTo>
                  <a:cubicBezTo>
                    <a:pt x="2980" y="31"/>
                    <a:pt x="2919" y="62"/>
                    <a:pt x="2888" y="122"/>
                  </a:cubicBezTo>
                  <a:cubicBezTo>
                    <a:pt x="2858" y="153"/>
                    <a:pt x="2812" y="168"/>
                    <a:pt x="2767" y="168"/>
                  </a:cubicBezTo>
                  <a:cubicBezTo>
                    <a:pt x="2721" y="168"/>
                    <a:pt x="2676" y="153"/>
                    <a:pt x="2645" y="122"/>
                  </a:cubicBezTo>
                  <a:cubicBezTo>
                    <a:pt x="2615" y="122"/>
                    <a:pt x="2524" y="305"/>
                    <a:pt x="2432" y="335"/>
                  </a:cubicBezTo>
                  <a:cubicBezTo>
                    <a:pt x="2311" y="335"/>
                    <a:pt x="2220" y="305"/>
                    <a:pt x="2159" y="214"/>
                  </a:cubicBezTo>
                  <a:cubicBezTo>
                    <a:pt x="2156" y="211"/>
                    <a:pt x="2153" y="210"/>
                    <a:pt x="2150" y="210"/>
                  </a:cubicBezTo>
                  <a:cubicBezTo>
                    <a:pt x="2118" y="210"/>
                    <a:pt x="2065" y="353"/>
                    <a:pt x="2037" y="548"/>
                  </a:cubicBezTo>
                  <a:lnTo>
                    <a:pt x="1764" y="609"/>
                  </a:lnTo>
                  <a:cubicBezTo>
                    <a:pt x="1551" y="669"/>
                    <a:pt x="1338" y="700"/>
                    <a:pt x="1125" y="730"/>
                  </a:cubicBezTo>
                  <a:lnTo>
                    <a:pt x="1095" y="730"/>
                  </a:lnTo>
                  <a:cubicBezTo>
                    <a:pt x="1034" y="730"/>
                    <a:pt x="1034" y="761"/>
                    <a:pt x="1034" y="821"/>
                  </a:cubicBezTo>
                  <a:lnTo>
                    <a:pt x="1065" y="821"/>
                  </a:lnTo>
                  <a:cubicBezTo>
                    <a:pt x="1217" y="882"/>
                    <a:pt x="1429" y="943"/>
                    <a:pt x="1612" y="1034"/>
                  </a:cubicBezTo>
                  <a:cubicBezTo>
                    <a:pt x="1673" y="1065"/>
                    <a:pt x="1733" y="1186"/>
                    <a:pt x="1733" y="1186"/>
                  </a:cubicBezTo>
                  <a:cubicBezTo>
                    <a:pt x="1733" y="1217"/>
                    <a:pt x="1673" y="1247"/>
                    <a:pt x="1673" y="1247"/>
                  </a:cubicBezTo>
                  <a:cubicBezTo>
                    <a:pt x="1627" y="1247"/>
                    <a:pt x="1574" y="1262"/>
                    <a:pt x="1528" y="1262"/>
                  </a:cubicBezTo>
                  <a:cubicBezTo>
                    <a:pt x="1483" y="1262"/>
                    <a:pt x="1445" y="1247"/>
                    <a:pt x="1429" y="1186"/>
                  </a:cubicBezTo>
                  <a:cubicBezTo>
                    <a:pt x="1429" y="1156"/>
                    <a:pt x="1369" y="1095"/>
                    <a:pt x="1369" y="1095"/>
                  </a:cubicBezTo>
                  <a:cubicBezTo>
                    <a:pt x="1288" y="1086"/>
                    <a:pt x="1211" y="1082"/>
                    <a:pt x="1135" y="1082"/>
                  </a:cubicBezTo>
                  <a:cubicBezTo>
                    <a:pt x="953" y="1082"/>
                    <a:pt x="781" y="1104"/>
                    <a:pt x="609" y="1125"/>
                  </a:cubicBezTo>
                  <a:cubicBezTo>
                    <a:pt x="577" y="1138"/>
                    <a:pt x="547" y="1143"/>
                    <a:pt x="520" y="1143"/>
                  </a:cubicBezTo>
                  <a:cubicBezTo>
                    <a:pt x="448" y="1143"/>
                    <a:pt x="395" y="1108"/>
                    <a:pt x="363" y="1108"/>
                  </a:cubicBezTo>
                  <a:cubicBezTo>
                    <a:pt x="351" y="1108"/>
                    <a:pt x="342" y="1113"/>
                    <a:pt x="335" y="1125"/>
                  </a:cubicBezTo>
                  <a:lnTo>
                    <a:pt x="214" y="1247"/>
                  </a:lnTo>
                  <a:cubicBezTo>
                    <a:pt x="175" y="1218"/>
                    <a:pt x="140" y="1207"/>
                    <a:pt x="109" y="1207"/>
                  </a:cubicBezTo>
                  <a:cubicBezTo>
                    <a:pt x="43" y="1207"/>
                    <a:pt x="1" y="1257"/>
                    <a:pt x="1" y="1277"/>
                  </a:cubicBezTo>
                  <a:cubicBezTo>
                    <a:pt x="1" y="1308"/>
                    <a:pt x="305" y="1308"/>
                    <a:pt x="426" y="1308"/>
                  </a:cubicBezTo>
                  <a:cubicBezTo>
                    <a:pt x="548" y="1308"/>
                    <a:pt x="578" y="1399"/>
                    <a:pt x="548" y="1429"/>
                  </a:cubicBezTo>
                  <a:cubicBezTo>
                    <a:pt x="518" y="1460"/>
                    <a:pt x="578" y="1581"/>
                    <a:pt x="700" y="1703"/>
                  </a:cubicBezTo>
                  <a:lnTo>
                    <a:pt x="518" y="1794"/>
                  </a:lnTo>
                  <a:lnTo>
                    <a:pt x="457" y="1825"/>
                  </a:lnTo>
                  <a:cubicBezTo>
                    <a:pt x="487" y="1946"/>
                    <a:pt x="578" y="2007"/>
                    <a:pt x="700" y="2037"/>
                  </a:cubicBezTo>
                  <a:lnTo>
                    <a:pt x="761" y="2007"/>
                  </a:lnTo>
                  <a:lnTo>
                    <a:pt x="852" y="1916"/>
                  </a:lnTo>
                  <a:cubicBezTo>
                    <a:pt x="943" y="1794"/>
                    <a:pt x="1034" y="1642"/>
                    <a:pt x="1065" y="1490"/>
                  </a:cubicBezTo>
                  <a:lnTo>
                    <a:pt x="1004" y="1369"/>
                  </a:lnTo>
                  <a:lnTo>
                    <a:pt x="913" y="1369"/>
                  </a:lnTo>
                  <a:cubicBezTo>
                    <a:pt x="896" y="1377"/>
                    <a:pt x="882" y="1380"/>
                    <a:pt x="870" y="1380"/>
                  </a:cubicBezTo>
                  <a:cubicBezTo>
                    <a:pt x="838" y="1380"/>
                    <a:pt x="821" y="1352"/>
                    <a:pt x="821" y="1308"/>
                  </a:cubicBezTo>
                  <a:lnTo>
                    <a:pt x="821" y="1277"/>
                  </a:lnTo>
                  <a:lnTo>
                    <a:pt x="943" y="1125"/>
                  </a:lnTo>
                  <a:cubicBezTo>
                    <a:pt x="1125" y="1156"/>
                    <a:pt x="1217" y="1308"/>
                    <a:pt x="1247" y="1460"/>
                  </a:cubicBezTo>
                  <a:cubicBezTo>
                    <a:pt x="1217" y="1581"/>
                    <a:pt x="1217" y="1703"/>
                    <a:pt x="1277" y="1825"/>
                  </a:cubicBezTo>
                  <a:cubicBezTo>
                    <a:pt x="1289" y="1836"/>
                    <a:pt x="1304" y="1841"/>
                    <a:pt x="1321" y="1841"/>
                  </a:cubicBezTo>
                  <a:cubicBezTo>
                    <a:pt x="1392" y="1841"/>
                    <a:pt x="1496" y="1752"/>
                    <a:pt x="1521" y="1703"/>
                  </a:cubicBezTo>
                  <a:cubicBezTo>
                    <a:pt x="1551" y="1642"/>
                    <a:pt x="1855" y="1551"/>
                    <a:pt x="1855" y="1460"/>
                  </a:cubicBezTo>
                  <a:cubicBezTo>
                    <a:pt x="1855" y="1373"/>
                    <a:pt x="1937" y="1123"/>
                    <a:pt x="2049" y="1123"/>
                  </a:cubicBezTo>
                  <a:cubicBezTo>
                    <a:pt x="2055" y="1123"/>
                    <a:pt x="2061" y="1124"/>
                    <a:pt x="2068" y="1125"/>
                  </a:cubicBezTo>
                  <a:cubicBezTo>
                    <a:pt x="2159" y="1125"/>
                    <a:pt x="2159" y="1247"/>
                    <a:pt x="2037" y="1369"/>
                  </a:cubicBezTo>
                  <a:lnTo>
                    <a:pt x="1976" y="1460"/>
                  </a:lnTo>
                  <a:lnTo>
                    <a:pt x="1946" y="1490"/>
                  </a:lnTo>
                  <a:cubicBezTo>
                    <a:pt x="1946" y="1521"/>
                    <a:pt x="2098" y="1581"/>
                    <a:pt x="2128" y="1581"/>
                  </a:cubicBezTo>
                  <a:cubicBezTo>
                    <a:pt x="2189" y="1581"/>
                    <a:pt x="2250" y="1399"/>
                    <a:pt x="2250" y="1338"/>
                  </a:cubicBezTo>
                  <a:cubicBezTo>
                    <a:pt x="2269" y="1301"/>
                    <a:pt x="2299" y="1275"/>
                    <a:pt x="2341" y="1275"/>
                  </a:cubicBezTo>
                  <a:cubicBezTo>
                    <a:pt x="2367" y="1275"/>
                    <a:pt x="2398" y="1285"/>
                    <a:pt x="2432" y="1308"/>
                  </a:cubicBezTo>
                  <a:lnTo>
                    <a:pt x="2463" y="1308"/>
                  </a:lnTo>
                  <a:cubicBezTo>
                    <a:pt x="2503" y="1308"/>
                    <a:pt x="2557" y="1321"/>
                    <a:pt x="2607" y="1321"/>
                  </a:cubicBezTo>
                  <a:cubicBezTo>
                    <a:pt x="2632" y="1321"/>
                    <a:pt x="2655" y="1318"/>
                    <a:pt x="2676" y="1308"/>
                  </a:cubicBezTo>
                  <a:lnTo>
                    <a:pt x="2706" y="1308"/>
                  </a:lnTo>
                  <a:cubicBezTo>
                    <a:pt x="2736" y="1277"/>
                    <a:pt x="2676" y="1186"/>
                    <a:pt x="2554" y="1125"/>
                  </a:cubicBezTo>
                  <a:lnTo>
                    <a:pt x="2524" y="1034"/>
                  </a:lnTo>
                  <a:cubicBezTo>
                    <a:pt x="2493" y="1019"/>
                    <a:pt x="2463" y="1011"/>
                    <a:pt x="2432" y="1011"/>
                  </a:cubicBezTo>
                  <a:cubicBezTo>
                    <a:pt x="2402" y="1011"/>
                    <a:pt x="2372" y="1019"/>
                    <a:pt x="2341" y="1034"/>
                  </a:cubicBezTo>
                  <a:lnTo>
                    <a:pt x="2280" y="1034"/>
                  </a:lnTo>
                  <a:cubicBezTo>
                    <a:pt x="2268" y="1037"/>
                    <a:pt x="2258" y="1039"/>
                    <a:pt x="2249" y="1039"/>
                  </a:cubicBezTo>
                  <a:cubicBezTo>
                    <a:pt x="2172" y="1039"/>
                    <a:pt x="2235" y="921"/>
                    <a:pt x="2372" y="730"/>
                  </a:cubicBezTo>
                  <a:lnTo>
                    <a:pt x="2676" y="761"/>
                  </a:lnTo>
                  <a:lnTo>
                    <a:pt x="2767" y="761"/>
                  </a:lnTo>
                  <a:cubicBezTo>
                    <a:pt x="2888" y="761"/>
                    <a:pt x="2919" y="669"/>
                    <a:pt x="2858" y="578"/>
                  </a:cubicBezTo>
                  <a:lnTo>
                    <a:pt x="3040" y="457"/>
                  </a:lnTo>
                  <a:cubicBezTo>
                    <a:pt x="3101" y="426"/>
                    <a:pt x="3192" y="396"/>
                    <a:pt x="3253" y="366"/>
                  </a:cubicBezTo>
                  <a:cubicBezTo>
                    <a:pt x="3223" y="305"/>
                    <a:pt x="3192" y="274"/>
                    <a:pt x="3132" y="274"/>
                  </a:cubicBezTo>
                  <a:cubicBezTo>
                    <a:pt x="3126" y="280"/>
                    <a:pt x="3121" y="282"/>
                    <a:pt x="3118" y="282"/>
                  </a:cubicBezTo>
                  <a:cubicBezTo>
                    <a:pt x="3102" y="282"/>
                    <a:pt x="3107" y="233"/>
                    <a:pt x="3132" y="183"/>
                  </a:cubicBezTo>
                  <a:cubicBezTo>
                    <a:pt x="3253" y="183"/>
                    <a:pt x="3284" y="92"/>
                    <a:pt x="3253" y="62"/>
                  </a:cubicBezTo>
                  <a:cubicBezTo>
                    <a:pt x="3223" y="1"/>
                    <a:pt x="3101" y="1"/>
                    <a:pt x="3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4"/>
            <p:cNvSpPr/>
            <p:nvPr/>
          </p:nvSpPr>
          <p:spPr>
            <a:xfrm rot="-5400000">
              <a:off x="2687413" y="7215938"/>
              <a:ext cx="77225" cy="27400"/>
            </a:xfrm>
            <a:custGeom>
              <a:rect b="b" l="l" r="r" t="t"/>
              <a:pathLst>
                <a:path extrusionOk="0" h="1096" w="3089">
                  <a:moveTo>
                    <a:pt x="730" y="1"/>
                  </a:moveTo>
                  <a:cubicBezTo>
                    <a:pt x="638" y="1"/>
                    <a:pt x="547" y="31"/>
                    <a:pt x="456" y="62"/>
                  </a:cubicBezTo>
                  <a:cubicBezTo>
                    <a:pt x="426" y="62"/>
                    <a:pt x="365" y="122"/>
                    <a:pt x="365" y="153"/>
                  </a:cubicBezTo>
                  <a:cubicBezTo>
                    <a:pt x="395" y="183"/>
                    <a:pt x="426" y="214"/>
                    <a:pt x="456" y="214"/>
                  </a:cubicBezTo>
                  <a:lnTo>
                    <a:pt x="517" y="244"/>
                  </a:lnTo>
                  <a:cubicBezTo>
                    <a:pt x="608" y="244"/>
                    <a:pt x="669" y="426"/>
                    <a:pt x="669" y="457"/>
                  </a:cubicBezTo>
                  <a:cubicBezTo>
                    <a:pt x="669" y="473"/>
                    <a:pt x="658" y="481"/>
                    <a:pt x="638" y="481"/>
                  </a:cubicBezTo>
                  <a:cubicBezTo>
                    <a:pt x="585" y="481"/>
                    <a:pt x="468" y="424"/>
                    <a:pt x="334" y="335"/>
                  </a:cubicBezTo>
                  <a:lnTo>
                    <a:pt x="243" y="244"/>
                  </a:lnTo>
                  <a:lnTo>
                    <a:pt x="122" y="122"/>
                  </a:lnTo>
                  <a:lnTo>
                    <a:pt x="122" y="122"/>
                  </a:lnTo>
                  <a:cubicBezTo>
                    <a:pt x="0" y="183"/>
                    <a:pt x="213" y="457"/>
                    <a:pt x="334" y="548"/>
                  </a:cubicBezTo>
                  <a:cubicBezTo>
                    <a:pt x="456" y="609"/>
                    <a:pt x="486" y="730"/>
                    <a:pt x="365" y="791"/>
                  </a:cubicBezTo>
                  <a:lnTo>
                    <a:pt x="365" y="822"/>
                  </a:lnTo>
                  <a:cubicBezTo>
                    <a:pt x="395" y="974"/>
                    <a:pt x="304" y="974"/>
                    <a:pt x="152" y="974"/>
                  </a:cubicBezTo>
                  <a:lnTo>
                    <a:pt x="122" y="974"/>
                  </a:lnTo>
                  <a:cubicBezTo>
                    <a:pt x="91" y="1034"/>
                    <a:pt x="122" y="1095"/>
                    <a:pt x="213" y="1095"/>
                  </a:cubicBezTo>
                  <a:lnTo>
                    <a:pt x="274" y="1065"/>
                  </a:lnTo>
                  <a:lnTo>
                    <a:pt x="426" y="1004"/>
                  </a:lnTo>
                  <a:cubicBezTo>
                    <a:pt x="458" y="1020"/>
                    <a:pt x="486" y="1028"/>
                    <a:pt x="509" y="1028"/>
                  </a:cubicBezTo>
                  <a:cubicBezTo>
                    <a:pt x="571" y="1028"/>
                    <a:pt x="592" y="971"/>
                    <a:pt x="547" y="882"/>
                  </a:cubicBezTo>
                  <a:lnTo>
                    <a:pt x="669" y="761"/>
                  </a:lnTo>
                  <a:lnTo>
                    <a:pt x="699" y="761"/>
                  </a:lnTo>
                  <a:cubicBezTo>
                    <a:pt x="821" y="791"/>
                    <a:pt x="912" y="822"/>
                    <a:pt x="1003" y="882"/>
                  </a:cubicBezTo>
                  <a:cubicBezTo>
                    <a:pt x="1011" y="886"/>
                    <a:pt x="1022" y="888"/>
                    <a:pt x="1034" y="888"/>
                  </a:cubicBezTo>
                  <a:cubicBezTo>
                    <a:pt x="1111" y="888"/>
                    <a:pt x="1250" y="813"/>
                    <a:pt x="1277" y="761"/>
                  </a:cubicBezTo>
                  <a:cubicBezTo>
                    <a:pt x="1299" y="750"/>
                    <a:pt x="1321" y="743"/>
                    <a:pt x="1342" y="743"/>
                  </a:cubicBezTo>
                  <a:cubicBezTo>
                    <a:pt x="1378" y="743"/>
                    <a:pt x="1409" y="764"/>
                    <a:pt x="1429" y="822"/>
                  </a:cubicBezTo>
                  <a:lnTo>
                    <a:pt x="1489" y="761"/>
                  </a:lnTo>
                  <a:cubicBezTo>
                    <a:pt x="1550" y="700"/>
                    <a:pt x="1581" y="700"/>
                    <a:pt x="1641" y="670"/>
                  </a:cubicBezTo>
                  <a:lnTo>
                    <a:pt x="1824" y="670"/>
                  </a:lnTo>
                  <a:cubicBezTo>
                    <a:pt x="2006" y="700"/>
                    <a:pt x="2189" y="791"/>
                    <a:pt x="2310" y="943"/>
                  </a:cubicBezTo>
                  <a:cubicBezTo>
                    <a:pt x="2318" y="967"/>
                    <a:pt x="2339" y="976"/>
                    <a:pt x="2366" y="976"/>
                  </a:cubicBezTo>
                  <a:cubicBezTo>
                    <a:pt x="2442" y="976"/>
                    <a:pt x="2569" y="905"/>
                    <a:pt x="2614" y="882"/>
                  </a:cubicBezTo>
                  <a:cubicBezTo>
                    <a:pt x="2650" y="847"/>
                    <a:pt x="2696" y="832"/>
                    <a:pt x="2740" y="832"/>
                  </a:cubicBezTo>
                  <a:cubicBezTo>
                    <a:pt x="2771" y="832"/>
                    <a:pt x="2802" y="839"/>
                    <a:pt x="2827" y="852"/>
                  </a:cubicBezTo>
                  <a:lnTo>
                    <a:pt x="2918" y="852"/>
                  </a:lnTo>
                  <a:lnTo>
                    <a:pt x="2979" y="882"/>
                  </a:lnTo>
                  <a:cubicBezTo>
                    <a:pt x="2991" y="886"/>
                    <a:pt x="3002" y="888"/>
                    <a:pt x="3011" y="888"/>
                  </a:cubicBezTo>
                  <a:cubicBezTo>
                    <a:pt x="3076" y="888"/>
                    <a:pt x="3088" y="806"/>
                    <a:pt x="3009" y="700"/>
                  </a:cubicBezTo>
                  <a:lnTo>
                    <a:pt x="2796" y="578"/>
                  </a:lnTo>
                  <a:cubicBezTo>
                    <a:pt x="2741" y="556"/>
                    <a:pt x="2702" y="547"/>
                    <a:pt x="2674" y="547"/>
                  </a:cubicBezTo>
                  <a:cubicBezTo>
                    <a:pt x="2548" y="547"/>
                    <a:pt x="2647" y="730"/>
                    <a:pt x="2523" y="730"/>
                  </a:cubicBezTo>
                  <a:cubicBezTo>
                    <a:pt x="2488" y="730"/>
                    <a:pt x="2434" y="750"/>
                    <a:pt x="2393" y="750"/>
                  </a:cubicBezTo>
                  <a:cubicBezTo>
                    <a:pt x="2363" y="750"/>
                    <a:pt x="2341" y="739"/>
                    <a:pt x="2341" y="700"/>
                  </a:cubicBezTo>
                  <a:cubicBezTo>
                    <a:pt x="2318" y="632"/>
                    <a:pt x="2312" y="597"/>
                    <a:pt x="2259" y="597"/>
                  </a:cubicBezTo>
                  <a:cubicBezTo>
                    <a:pt x="2242" y="597"/>
                    <a:pt x="2219" y="601"/>
                    <a:pt x="2189" y="609"/>
                  </a:cubicBezTo>
                  <a:cubicBezTo>
                    <a:pt x="2037" y="609"/>
                    <a:pt x="2006" y="548"/>
                    <a:pt x="2006" y="457"/>
                  </a:cubicBezTo>
                  <a:lnTo>
                    <a:pt x="2006" y="426"/>
                  </a:lnTo>
                  <a:cubicBezTo>
                    <a:pt x="2000" y="415"/>
                    <a:pt x="1991" y="410"/>
                    <a:pt x="1979" y="410"/>
                  </a:cubicBezTo>
                  <a:cubicBezTo>
                    <a:pt x="1932" y="410"/>
                    <a:pt x="1848" y="493"/>
                    <a:pt x="1824" y="518"/>
                  </a:cubicBezTo>
                  <a:cubicBezTo>
                    <a:pt x="1733" y="578"/>
                    <a:pt x="1611" y="639"/>
                    <a:pt x="1489" y="670"/>
                  </a:cubicBezTo>
                  <a:lnTo>
                    <a:pt x="1368" y="578"/>
                  </a:lnTo>
                  <a:cubicBezTo>
                    <a:pt x="1307" y="518"/>
                    <a:pt x="1246" y="396"/>
                    <a:pt x="1216" y="305"/>
                  </a:cubicBezTo>
                  <a:cubicBezTo>
                    <a:pt x="1216" y="274"/>
                    <a:pt x="1246" y="274"/>
                    <a:pt x="1277" y="274"/>
                  </a:cubicBezTo>
                  <a:cubicBezTo>
                    <a:pt x="1337" y="274"/>
                    <a:pt x="1368" y="274"/>
                    <a:pt x="1398" y="305"/>
                  </a:cubicBezTo>
                  <a:cubicBezTo>
                    <a:pt x="1459" y="381"/>
                    <a:pt x="1527" y="411"/>
                    <a:pt x="1600" y="411"/>
                  </a:cubicBezTo>
                  <a:cubicBezTo>
                    <a:pt x="1672" y="411"/>
                    <a:pt x="1748" y="381"/>
                    <a:pt x="1824" y="335"/>
                  </a:cubicBezTo>
                  <a:cubicBezTo>
                    <a:pt x="1915" y="335"/>
                    <a:pt x="1915" y="244"/>
                    <a:pt x="1915" y="214"/>
                  </a:cubicBezTo>
                  <a:cubicBezTo>
                    <a:pt x="1915" y="167"/>
                    <a:pt x="1736" y="102"/>
                    <a:pt x="1639" y="102"/>
                  </a:cubicBezTo>
                  <a:cubicBezTo>
                    <a:pt x="1610" y="102"/>
                    <a:pt x="1588" y="108"/>
                    <a:pt x="1581" y="122"/>
                  </a:cubicBezTo>
                  <a:cubicBezTo>
                    <a:pt x="1558" y="167"/>
                    <a:pt x="1520" y="195"/>
                    <a:pt x="1477" y="195"/>
                  </a:cubicBezTo>
                  <a:cubicBezTo>
                    <a:pt x="1461" y="195"/>
                    <a:pt x="1445" y="191"/>
                    <a:pt x="1429" y="183"/>
                  </a:cubicBezTo>
                  <a:lnTo>
                    <a:pt x="1368" y="122"/>
                  </a:lnTo>
                  <a:lnTo>
                    <a:pt x="1277" y="62"/>
                  </a:lnTo>
                  <a:cubicBezTo>
                    <a:pt x="1231" y="46"/>
                    <a:pt x="1185" y="39"/>
                    <a:pt x="1140" y="39"/>
                  </a:cubicBezTo>
                  <a:cubicBezTo>
                    <a:pt x="1094" y="39"/>
                    <a:pt x="1049" y="46"/>
                    <a:pt x="1003" y="62"/>
                  </a:cubicBezTo>
                  <a:lnTo>
                    <a:pt x="973" y="31"/>
                  </a:lnTo>
                  <a:cubicBezTo>
                    <a:pt x="882" y="31"/>
                    <a:pt x="790" y="1"/>
                    <a:pt x="7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4"/>
            <p:cNvSpPr/>
            <p:nvPr/>
          </p:nvSpPr>
          <p:spPr>
            <a:xfrm rot="-5400000">
              <a:off x="2596063" y="7064588"/>
              <a:ext cx="101100" cy="43325"/>
            </a:xfrm>
            <a:custGeom>
              <a:rect b="b" l="l" r="r" t="t"/>
              <a:pathLst>
                <a:path extrusionOk="0" h="1733" w="4044">
                  <a:moveTo>
                    <a:pt x="3491" y="444"/>
                  </a:moveTo>
                  <a:cubicBezTo>
                    <a:pt x="3502" y="444"/>
                    <a:pt x="3514" y="448"/>
                    <a:pt x="3526" y="456"/>
                  </a:cubicBezTo>
                  <a:lnTo>
                    <a:pt x="3648" y="456"/>
                  </a:lnTo>
                  <a:cubicBezTo>
                    <a:pt x="3678" y="487"/>
                    <a:pt x="3709" y="517"/>
                    <a:pt x="3678" y="548"/>
                  </a:cubicBezTo>
                  <a:lnTo>
                    <a:pt x="3648" y="548"/>
                  </a:lnTo>
                  <a:cubicBezTo>
                    <a:pt x="3607" y="575"/>
                    <a:pt x="3573" y="608"/>
                    <a:pt x="3550" y="644"/>
                  </a:cubicBezTo>
                  <a:lnTo>
                    <a:pt x="3550" y="644"/>
                  </a:lnTo>
                  <a:cubicBezTo>
                    <a:pt x="3520" y="633"/>
                    <a:pt x="3492" y="622"/>
                    <a:pt x="3466" y="608"/>
                  </a:cubicBezTo>
                  <a:cubicBezTo>
                    <a:pt x="3413" y="582"/>
                    <a:pt x="3428" y="444"/>
                    <a:pt x="3491" y="444"/>
                  </a:cubicBezTo>
                  <a:close/>
                  <a:moveTo>
                    <a:pt x="3101" y="0"/>
                  </a:moveTo>
                  <a:lnTo>
                    <a:pt x="2949" y="92"/>
                  </a:lnTo>
                  <a:cubicBezTo>
                    <a:pt x="2797" y="213"/>
                    <a:pt x="2645" y="365"/>
                    <a:pt x="2615" y="396"/>
                  </a:cubicBezTo>
                  <a:lnTo>
                    <a:pt x="2554" y="396"/>
                  </a:lnTo>
                  <a:lnTo>
                    <a:pt x="2371" y="456"/>
                  </a:lnTo>
                  <a:cubicBezTo>
                    <a:pt x="2352" y="361"/>
                    <a:pt x="2321" y="314"/>
                    <a:pt x="2279" y="314"/>
                  </a:cubicBezTo>
                  <a:cubicBezTo>
                    <a:pt x="2253" y="314"/>
                    <a:pt x="2223" y="331"/>
                    <a:pt x="2189" y="365"/>
                  </a:cubicBezTo>
                  <a:lnTo>
                    <a:pt x="2189" y="426"/>
                  </a:lnTo>
                  <a:cubicBezTo>
                    <a:pt x="2189" y="517"/>
                    <a:pt x="2098" y="517"/>
                    <a:pt x="2037" y="578"/>
                  </a:cubicBezTo>
                  <a:lnTo>
                    <a:pt x="1824" y="730"/>
                  </a:lnTo>
                  <a:lnTo>
                    <a:pt x="1885" y="760"/>
                  </a:lnTo>
                  <a:cubicBezTo>
                    <a:pt x="1893" y="768"/>
                    <a:pt x="1908" y="772"/>
                    <a:pt x="1927" y="772"/>
                  </a:cubicBezTo>
                  <a:cubicBezTo>
                    <a:pt x="1981" y="772"/>
                    <a:pt x="2070" y="744"/>
                    <a:pt x="2159" y="699"/>
                  </a:cubicBezTo>
                  <a:lnTo>
                    <a:pt x="2250" y="639"/>
                  </a:lnTo>
                  <a:cubicBezTo>
                    <a:pt x="2320" y="615"/>
                    <a:pt x="2373" y="519"/>
                    <a:pt x="2449" y="519"/>
                  </a:cubicBezTo>
                  <a:cubicBezTo>
                    <a:pt x="2472" y="519"/>
                    <a:pt x="2496" y="527"/>
                    <a:pt x="2523" y="548"/>
                  </a:cubicBezTo>
                  <a:lnTo>
                    <a:pt x="2675" y="669"/>
                  </a:lnTo>
                  <a:cubicBezTo>
                    <a:pt x="2703" y="641"/>
                    <a:pt x="2745" y="631"/>
                    <a:pt x="2792" y="631"/>
                  </a:cubicBezTo>
                  <a:cubicBezTo>
                    <a:pt x="2900" y="631"/>
                    <a:pt x="3037" y="688"/>
                    <a:pt x="3101" y="730"/>
                  </a:cubicBezTo>
                  <a:cubicBezTo>
                    <a:pt x="3162" y="791"/>
                    <a:pt x="3192" y="882"/>
                    <a:pt x="3162" y="973"/>
                  </a:cubicBezTo>
                  <a:cubicBezTo>
                    <a:pt x="3131" y="1034"/>
                    <a:pt x="3405" y="1034"/>
                    <a:pt x="3435" y="1095"/>
                  </a:cubicBezTo>
                  <a:cubicBezTo>
                    <a:pt x="3443" y="1119"/>
                    <a:pt x="3454" y="1130"/>
                    <a:pt x="3465" y="1130"/>
                  </a:cubicBezTo>
                  <a:cubicBezTo>
                    <a:pt x="3496" y="1130"/>
                    <a:pt x="3535" y="1046"/>
                    <a:pt x="3557" y="912"/>
                  </a:cubicBezTo>
                  <a:lnTo>
                    <a:pt x="3678" y="851"/>
                  </a:lnTo>
                  <a:lnTo>
                    <a:pt x="3891" y="730"/>
                  </a:lnTo>
                  <a:cubicBezTo>
                    <a:pt x="3813" y="714"/>
                    <a:pt x="3735" y="699"/>
                    <a:pt x="3661" y="679"/>
                  </a:cubicBezTo>
                  <a:lnTo>
                    <a:pt x="3661" y="679"/>
                  </a:lnTo>
                  <a:cubicBezTo>
                    <a:pt x="3739" y="612"/>
                    <a:pt x="3830" y="554"/>
                    <a:pt x="3922" y="517"/>
                  </a:cubicBezTo>
                  <a:cubicBezTo>
                    <a:pt x="3982" y="517"/>
                    <a:pt x="4043" y="456"/>
                    <a:pt x="4043" y="365"/>
                  </a:cubicBezTo>
                  <a:lnTo>
                    <a:pt x="4013" y="304"/>
                  </a:lnTo>
                  <a:cubicBezTo>
                    <a:pt x="3982" y="274"/>
                    <a:pt x="3891" y="274"/>
                    <a:pt x="3861" y="244"/>
                  </a:cubicBezTo>
                  <a:lnTo>
                    <a:pt x="3800" y="213"/>
                  </a:lnTo>
                  <a:cubicBezTo>
                    <a:pt x="3788" y="190"/>
                    <a:pt x="3777" y="180"/>
                    <a:pt x="3769" y="180"/>
                  </a:cubicBezTo>
                  <a:cubicBezTo>
                    <a:pt x="3755" y="180"/>
                    <a:pt x="3751" y="206"/>
                    <a:pt x="3770" y="244"/>
                  </a:cubicBezTo>
                  <a:lnTo>
                    <a:pt x="3496" y="244"/>
                  </a:lnTo>
                  <a:cubicBezTo>
                    <a:pt x="3344" y="244"/>
                    <a:pt x="3253" y="365"/>
                    <a:pt x="3283" y="487"/>
                  </a:cubicBezTo>
                  <a:lnTo>
                    <a:pt x="3131" y="487"/>
                  </a:lnTo>
                  <a:cubicBezTo>
                    <a:pt x="3040" y="487"/>
                    <a:pt x="2918" y="365"/>
                    <a:pt x="2918" y="335"/>
                  </a:cubicBezTo>
                  <a:cubicBezTo>
                    <a:pt x="2888" y="335"/>
                    <a:pt x="2949" y="244"/>
                    <a:pt x="3010" y="213"/>
                  </a:cubicBezTo>
                  <a:cubicBezTo>
                    <a:pt x="3040" y="183"/>
                    <a:pt x="3131" y="183"/>
                    <a:pt x="3162" y="152"/>
                  </a:cubicBezTo>
                  <a:cubicBezTo>
                    <a:pt x="3192" y="122"/>
                    <a:pt x="3222" y="92"/>
                    <a:pt x="3222" y="31"/>
                  </a:cubicBezTo>
                  <a:cubicBezTo>
                    <a:pt x="3192" y="31"/>
                    <a:pt x="3101" y="0"/>
                    <a:pt x="3101" y="0"/>
                  </a:cubicBezTo>
                  <a:close/>
                  <a:moveTo>
                    <a:pt x="1637" y="635"/>
                  </a:moveTo>
                  <a:cubicBezTo>
                    <a:pt x="1584" y="635"/>
                    <a:pt x="1530" y="639"/>
                    <a:pt x="1490" y="639"/>
                  </a:cubicBezTo>
                  <a:cubicBezTo>
                    <a:pt x="1368" y="669"/>
                    <a:pt x="1095" y="791"/>
                    <a:pt x="973" y="791"/>
                  </a:cubicBezTo>
                  <a:cubicBezTo>
                    <a:pt x="882" y="821"/>
                    <a:pt x="791" y="851"/>
                    <a:pt x="700" y="882"/>
                  </a:cubicBezTo>
                  <a:cubicBezTo>
                    <a:pt x="669" y="943"/>
                    <a:pt x="852" y="973"/>
                    <a:pt x="912" y="973"/>
                  </a:cubicBezTo>
                  <a:cubicBezTo>
                    <a:pt x="1004" y="973"/>
                    <a:pt x="1034" y="1155"/>
                    <a:pt x="1034" y="1216"/>
                  </a:cubicBezTo>
                  <a:cubicBezTo>
                    <a:pt x="1034" y="1277"/>
                    <a:pt x="973" y="1307"/>
                    <a:pt x="943" y="1307"/>
                  </a:cubicBezTo>
                  <a:lnTo>
                    <a:pt x="821" y="1247"/>
                  </a:lnTo>
                  <a:cubicBezTo>
                    <a:pt x="734" y="1181"/>
                    <a:pt x="646" y="1131"/>
                    <a:pt x="604" y="1131"/>
                  </a:cubicBezTo>
                  <a:cubicBezTo>
                    <a:pt x="587" y="1131"/>
                    <a:pt x="578" y="1138"/>
                    <a:pt x="578" y="1155"/>
                  </a:cubicBezTo>
                  <a:lnTo>
                    <a:pt x="578" y="1186"/>
                  </a:lnTo>
                  <a:lnTo>
                    <a:pt x="548" y="1247"/>
                  </a:lnTo>
                  <a:cubicBezTo>
                    <a:pt x="513" y="1264"/>
                    <a:pt x="477" y="1282"/>
                    <a:pt x="442" y="1282"/>
                  </a:cubicBezTo>
                  <a:cubicBezTo>
                    <a:pt x="417" y="1282"/>
                    <a:pt x="391" y="1272"/>
                    <a:pt x="365" y="1247"/>
                  </a:cubicBezTo>
                  <a:lnTo>
                    <a:pt x="304" y="1216"/>
                  </a:lnTo>
                  <a:cubicBezTo>
                    <a:pt x="304" y="1216"/>
                    <a:pt x="365" y="1125"/>
                    <a:pt x="365" y="1095"/>
                  </a:cubicBezTo>
                  <a:cubicBezTo>
                    <a:pt x="335" y="1064"/>
                    <a:pt x="304" y="1003"/>
                    <a:pt x="274" y="1003"/>
                  </a:cubicBezTo>
                  <a:cubicBezTo>
                    <a:pt x="244" y="1003"/>
                    <a:pt x="183" y="1034"/>
                    <a:pt x="152" y="1034"/>
                  </a:cubicBezTo>
                  <a:lnTo>
                    <a:pt x="244" y="1186"/>
                  </a:lnTo>
                  <a:cubicBezTo>
                    <a:pt x="92" y="1247"/>
                    <a:pt x="0" y="1307"/>
                    <a:pt x="31" y="1307"/>
                  </a:cubicBezTo>
                  <a:lnTo>
                    <a:pt x="61" y="1307"/>
                  </a:lnTo>
                  <a:cubicBezTo>
                    <a:pt x="76" y="1306"/>
                    <a:pt x="89" y="1305"/>
                    <a:pt x="102" y="1305"/>
                  </a:cubicBezTo>
                  <a:cubicBezTo>
                    <a:pt x="312" y="1305"/>
                    <a:pt x="378" y="1522"/>
                    <a:pt x="578" y="1551"/>
                  </a:cubicBezTo>
                  <a:cubicBezTo>
                    <a:pt x="578" y="1642"/>
                    <a:pt x="608" y="1703"/>
                    <a:pt x="700" y="1733"/>
                  </a:cubicBezTo>
                  <a:cubicBezTo>
                    <a:pt x="760" y="1733"/>
                    <a:pt x="821" y="1703"/>
                    <a:pt x="882" y="1672"/>
                  </a:cubicBezTo>
                  <a:lnTo>
                    <a:pt x="852" y="1611"/>
                  </a:lnTo>
                  <a:lnTo>
                    <a:pt x="791" y="1520"/>
                  </a:lnTo>
                  <a:cubicBezTo>
                    <a:pt x="745" y="1452"/>
                    <a:pt x="853" y="1418"/>
                    <a:pt x="936" y="1418"/>
                  </a:cubicBezTo>
                  <a:cubicBezTo>
                    <a:pt x="964" y="1418"/>
                    <a:pt x="988" y="1421"/>
                    <a:pt x="1004" y="1429"/>
                  </a:cubicBezTo>
                  <a:cubicBezTo>
                    <a:pt x="1012" y="1432"/>
                    <a:pt x="1019" y="1433"/>
                    <a:pt x="1026" y="1433"/>
                  </a:cubicBezTo>
                  <a:cubicBezTo>
                    <a:pt x="1100" y="1433"/>
                    <a:pt x="1128" y="1299"/>
                    <a:pt x="1156" y="1216"/>
                  </a:cubicBezTo>
                  <a:cubicBezTo>
                    <a:pt x="1156" y="1155"/>
                    <a:pt x="1368" y="973"/>
                    <a:pt x="1399" y="882"/>
                  </a:cubicBezTo>
                  <a:cubicBezTo>
                    <a:pt x="1399" y="821"/>
                    <a:pt x="1520" y="760"/>
                    <a:pt x="1551" y="760"/>
                  </a:cubicBezTo>
                  <a:cubicBezTo>
                    <a:pt x="1551" y="766"/>
                    <a:pt x="1554" y="768"/>
                    <a:pt x="1559" y="768"/>
                  </a:cubicBezTo>
                  <a:cubicBezTo>
                    <a:pt x="1582" y="768"/>
                    <a:pt x="1653" y="714"/>
                    <a:pt x="1703" y="639"/>
                  </a:cubicBezTo>
                  <a:lnTo>
                    <a:pt x="1824" y="730"/>
                  </a:lnTo>
                  <a:cubicBezTo>
                    <a:pt x="1844" y="649"/>
                    <a:pt x="1743" y="635"/>
                    <a:pt x="1637" y="63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4"/>
            <p:cNvSpPr/>
            <p:nvPr/>
          </p:nvSpPr>
          <p:spPr>
            <a:xfrm rot="-5400000">
              <a:off x="2685075" y="7139600"/>
              <a:ext cx="82075" cy="44525"/>
            </a:xfrm>
            <a:custGeom>
              <a:rect b="b" l="l" r="r" t="t"/>
              <a:pathLst>
                <a:path extrusionOk="0" h="1781" w="3283">
                  <a:moveTo>
                    <a:pt x="3168" y="1"/>
                  </a:moveTo>
                  <a:cubicBezTo>
                    <a:pt x="3034" y="1"/>
                    <a:pt x="3013" y="103"/>
                    <a:pt x="3040" y="158"/>
                  </a:cubicBezTo>
                  <a:cubicBezTo>
                    <a:pt x="3040" y="249"/>
                    <a:pt x="2979" y="340"/>
                    <a:pt x="2918" y="340"/>
                  </a:cubicBezTo>
                  <a:cubicBezTo>
                    <a:pt x="2827" y="370"/>
                    <a:pt x="2736" y="492"/>
                    <a:pt x="2736" y="674"/>
                  </a:cubicBezTo>
                  <a:lnTo>
                    <a:pt x="2523" y="765"/>
                  </a:lnTo>
                  <a:lnTo>
                    <a:pt x="2493" y="765"/>
                  </a:lnTo>
                  <a:cubicBezTo>
                    <a:pt x="2401" y="857"/>
                    <a:pt x="2401" y="857"/>
                    <a:pt x="2097" y="917"/>
                  </a:cubicBezTo>
                  <a:lnTo>
                    <a:pt x="2006" y="948"/>
                  </a:lnTo>
                  <a:cubicBezTo>
                    <a:pt x="1985" y="956"/>
                    <a:pt x="1965" y="960"/>
                    <a:pt x="1946" y="960"/>
                  </a:cubicBezTo>
                  <a:cubicBezTo>
                    <a:pt x="1831" y="960"/>
                    <a:pt x="1763" y="818"/>
                    <a:pt x="1763" y="765"/>
                  </a:cubicBezTo>
                  <a:cubicBezTo>
                    <a:pt x="1763" y="747"/>
                    <a:pt x="1757" y="739"/>
                    <a:pt x="1746" y="739"/>
                  </a:cubicBezTo>
                  <a:cubicBezTo>
                    <a:pt x="1702" y="739"/>
                    <a:pt x="1575" y="880"/>
                    <a:pt x="1429" y="1100"/>
                  </a:cubicBezTo>
                  <a:lnTo>
                    <a:pt x="1125" y="1161"/>
                  </a:lnTo>
                  <a:lnTo>
                    <a:pt x="1034" y="1191"/>
                  </a:lnTo>
                  <a:cubicBezTo>
                    <a:pt x="973" y="1282"/>
                    <a:pt x="882" y="1313"/>
                    <a:pt x="790" y="1313"/>
                  </a:cubicBezTo>
                  <a:cubicBezTo>
                    <a:pt x="638" y="1343"/>
                    <a:pt x="486" y="1404"/>
                    <a:pt x="334" y="1495"/>
                  </a:cubicBezTo>
                  <a:lnTo>
                    <a:pt x="122" y="1373"/>
                  </a:lnTo>
                  <a:lnTo>
                    <a:pt x="91" y="1373"/>
                  </a:lnTo>
                  <a:cubicBezTo>
                    <a:pt x="61" y="1404"/>
                    <a:pt x="30" y="1434"/>
                    <a:pt x="0" y="1465"/>
                  </a:cubicBezTo>
                  <a:cubicBezTo>
                    <a:pt x="30" y="1525"/>
                    <a:pt x="61" y="1586"/>
                    <a:pt x="91" y="1616"/>
                  </a:cubicBezTo>
                  <a:cubicBezTo>
                    <a:pt x="116" y="1666"/>
                    <a:pt x="300" y="1755"/>
                    <a:pt x="385" y="1755"/>
                  </a:cubicBezTo>
                  <a:cubicBezTo>
                    <a:pt x="405" y="1755"/>
                    <a:pt x="420" y="1750"/>
                    <a:pt x="426" y="1738"/>
                  </a:cubicBezTo>
                  <a:cubicBezTo>
                    <a:pt x="435" y="1729"/>
                    <a:pt x="449" y="1725"/>
                    <a:pt x="464" y="1725"/>
                  </a:cubicBezTo>
                  <a:cubicBezTo>
                    <a:pt x="502" y="1725"/>
                    <a:pt x="547" y="1747"/>
                    <a:pt x="547" y="1768"/>
                  </a:cubicBezTo>
                  <a:cubicBezTo>
                    <a:pt x="555" y="1777"/>
                    <a:pt x="566" y="1780"/>
                    <a:pt x="578" y="1780"/>
                  </a:cubicBezTo>
                  <a:cubicBezTo>
                    <a:pt x="610" y="1780"/>
                    <a:pt x="655" y="1752"/>
                    <a:pt x="699" y="1708"/>
                  </a:cubicBezTo>
                  <a:lnTo>
                    <a:pt x="730" y="1647"/>
                  </a:lnTo>
                  <a:lnTo>
                    <a:pt x="760" y="1647"/>
                  </a:lnTo>
                  <a:cubicBezTo>
                    <a:pt x="765" y="1642"/>
                    <a:pt x="775" y="1640"/>
                    <a:pt x="791" y="1640"/>
                  </a:cubicBezTo>
                  <a:cubicBezTo>
                    <a:pt x="850" y="1640"/>
                    <a:pt x="979" y="1668"/>
                    <a:pt x="1079" y="1668"/>
                  </a:cubicBezTo>
                  <a:cubicBezTo>
                    <a:pt x="1123" y="1668"/>
                    <a:pt x="1162" y="1663"/>
                    <a:pt x="1185" y="1647"/>
                  </a:cubicBezTo>
                  <a:cubicBezTo>
                    <a:pt x="1277" y="1556"/>
                    <a:pt x="1185" y="1495"/>
                    <a:pt x="1125" y="1495"/>
                  </a:cubicBezTo>
                  <a:cubicBezTo>
                    <a:pt x="1064" y="1465"/>
                    <a:pt x="1277" y="1313"/>
                    <a:pt x="1368" y="1252"/>
                  </a:cubicBezTo>
                  <a:cubicBezTo>
                    <a:pt x="1395" y="1246"/>
                    <a:pt x="1423" y="1244"/>
                    <a:pt x="1451" y="1244"/>
                  </a:cubicBezTo>
                  <a:cubicBezTo>
                    <a:pt x="1584" y="1244"/>
                    <a:pt x="1729" y="1298"/>
                    <a:pt x="1854" y="1373"/>
                  </a:cubicBezTo>
                  <a:lnTo>
                    <a:pt x="1945" y="1282"/>
                  </a:lnTo>
                  <a:cubicBezTo>
                    <a:pt x="2104" y="1150"/>
                    <a:pt x="2309" y="1064"/>
                    <a:pt x="2520" y="1064"/>
                  </a:cubicBezTo>
                  <a:cubicBezTo>
                    <a:pt x="2551" y="1064"/>
                    <a:pt x="2583" y="1065"/>
                    <a:pt x="2614" y="1069"/>
                  </a:cubicBezTo>
                  <a:lnTo>
                    <a:pt x="2675" y="1069"/>
                  </a:lnTo>
                  <a:cubicBezTo>
                    <a:pt x="2736" y="1009"/>
                    <a:pt x="2736" y="917"/>
                    <a:pt x="2675" y="887"/>
                  </a:cubicBezTo>
                  <a:cubicBezTo>
                    <a:pt x="2619" y="859"/>
                    <a:pt x="2770" y="701"/>
                    <a:pt x="2889" y="701"/>
                  </a:cubicBezTo>
                  <a:cubicBezTo>
                    <a:pt x="2899" y="701"/>
                    <a:pt x="2909" y="702"/>
                    <a:pt x="2918" y="705"/>
                  </a:cubicBezTo>
                  <a:cubicBezTo>
                    <a:pt x="2934" y="716"/>
                    <a:pt x="2949" y="721"/>
                    <a:pt x="2961" y="721"/>
                  </a:cubicBezTo>
                  <a:cubicBezTo>
                    <a:pt x="3017" y="721"/>
                    <a:pt x="3029" y="616"/>
                    <a:pt x="2979" y="492"/>
                  </a:cubicBezTo>
                  <a:lnTo>
                    <a:pt x="3283" y="492"/>
                  </a:lnTo>
                  <a:cubicBezTo>
                    <a:pt x="3283" y="431"/>
                    <a:pt x="3283" y="401"/>
                    <a:pt x="3283" y="340"/>
                  </a:cubicBezTo>
                  <a:cubicBezTo>
                    <a:pt x="3252" y="309"/>
                    <a:pt x="3222" y="249"/>
                    <a:pt x="3222" y="188"/>
                  </a:cubicBezTo>
                  <a:lnTo>
                    <a:pt x="3222" y="6"/>
                  </a:lnTo>
                  <a:cubicBezTo>
                    <a:pt x="3202" y="2"/>
                    <a:pt x="3184" y="1"/>
                    <a:pt x="3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4"/>
            <p:cNvSpPr/>
            <p:nvPr/>
          </p:nvSpPr>
          <p:spPr>
            <a:xfrm rot="-5400000">
              <a:off x="2727813" y="7268513"/>
              <a:ext cx="58525" cy="42800"/>
            </a:xfrm>
            <a:custGeom>
              <a:rect b="b" l="l" r="r" t="t"/>
              <a:pathLst>
                <a:path extrusionOk="0" h="1712" w="2341">
                  <a:moveTo>
                    <a:pt x="1960" y="1"/>
                  </a:moveTo>
                  <a:cubicBezTo>
                    <a:pt x="1945" y="1"/>
                    <a:pt x="1922" y="12"/>
                    <a:pt x="1885" y="40"/>
                  </a:cubicBezTo>
                  <a:lnTo>
                    <a:pt x="1824" y="70"/>
                  </a:lnTo>
                  <a:cubicBezTo>
                    <a:pt x="1763" y="70"/>
                    <a:pt x="1703" y="192"/>
                    <a:pt x="1763" y="374"/>
                  </a:cubicBezTo>
                  <a:lnTo>
                    <a:pt x="1460" y="343"/>
                  </a:lnTo>
                  <a:cubicBezTo>
                    <a:pt x="1399" y="343"/>
                    <a:pt x="1338" y="404"/>
                    <a:pt x="1277" y="465"/>
                  </a:cubicBezTo>
                  <a:lnTo>
                    <a:pt x="1125" y="556"/>
                  </a:lnTo>
                  <a:cubicBezTo>
                    <a:pt x="1105" y="475"/>
                    <a:pt x="1004" y="435"/>
                    <a:pt x="929" y="435"/>
                  </a:cubicBezTo>
                  <a:cubicBezTo>
                    <a:pt x="892" y="435"/>
                    <a:pt x="862" y="445"/>
                    <a:pt x="852" y="465"/>
                  </a:cubicBezTo>
                  <a:cubicBezTo>
                    <a:pt x="821" y="526"/>
                    <a:pt x="548" y="647"/>
                    <a:pt x="548" y="708"/>
                  </a:cubicBezTo>
                  <a:cubicBezTo>
                    <a:pt x="560" y="744"/>
                    <a:pt x="553" y="761"/>
                    <a:pt x="532" y="761"/>
                  </a:cubicBezTo>
                  <a:cubicBezTo>
                    <a:pt x="501" y="761"/>
                    <a:pt x="439" y="721"/>
                    <a:pt x="365" y="647"/>
                  </a:cubicBezTo>
                  <a:lnTo>
                    <a:pt x="183" y="678"/>
                  </a:lnTo>
                  <a:lnTo>
                    <a:pt x="31" y="678"/>
                  </a:lnTo>
                  <a:cubicBezTo>
                    <a:pt x="1" y="830"/>
                    <a:pt x="31" y="1012"/>
                    <a:pt x="152" y="1164"/>
                  </a:cubicBezTo>
                  <a:lnTo>
                    <a:pt x="213" y="1164"/>
                  </a:lnTo>
                  <a:cubicBezTo>
                    <a:pt x="274" y="1073"/>
                    <a:pt x="335" y="1012"/>
                    <a:pt x="365" y="921"/>
                  </a:cubicBezTo>
                  <a:cubicBezTo>
                    <a:pt x="380" y="891"/>
                    <a:pt x="403" y="875"/>
                    <a:pt x="430" y="875"/>
                  </a:cubicBezTo>
                  <a:cubicBezTo>
                    <a:pt x="456" y="875"/>
                    <a:pt x="487" y="891"/>
                    <a:pt x="517" y="921"/>
                  </a:cubicBezTo>
                  <a:lnTo>
                    <a:pt x="608" y="982"/>
                  </a:lnTo>
                  <a:lnTo>
                    <a:pt x="760" y="1043"/>
                  </a:lnTo>
                  <a:cubicBezTo>
                    <a:pt x="639" y="1103"/>
                    <a:pt x="669" y="1195"/>
                    <a:pt x="791" y="1225"/>
                  </a:cubicBezTo>
                  <a:lnTo>
                    <a:pt x="912" y="1316"/>
                  </a:lnTo>
                  <a:cubicBezTo>
                    <a:pt x="1095" y="1438"/>
                    <a:pt x="1095" y="1438"/>
                    <a:pt x="912" y="1590"/>
                  </a:cubicBezTo>
                  <a:lnTo>
                    <a:pt x="882" y="1590"/>
                  </a:lnTo>
                  <a:cubicBezTo>
                    <a:pt x="852" y="1620"/>
                    <a:pt x="912" y="1681"/>
                    <a:pt x="1004" y="1711"/>
                  </a:cubicBezTo>
                  <a:lnTo>
                    <a:pt x="1034" y="1681"/>
                  </a:lnTo>
                  <a:cubicBezTo>
                    <a:pt x="1186" y="1590"/>
                    <a:pt x="1216" y="1377"/>
                    <a:pt x="1125" y="1225"/>
                  </a:cubicBezTo>
                  <a:lnTo>
                    <a:pt x="1034" y="1134"/>
                  </a:lnTo>
                  <a:cubicBezTo>
                    <a:pt x="943" y="1073"/>
                    <a:pt x="943" y="891"/>
                    <a:pt x="882" y="891"/>
                  </a:cubicBezTo>
                  <a:cubicBezTo>
                    <a:pt x="821" y="860"/>
                    <a:pt x="791" y="830"/>
                    <a:pt x="730" y="769"/>
                  </a:cubicBezTo>
                  <a:lnTo>
                    <a:pt x="760" y="769"/>
                  </a:lnTo>
                  <a:lnTo>
                    <a:pt x="821" y="708"/>
                  </a:lnTo>
                  <a:cubicBezTo>
                    <a:pt x="844" y="697"/>
                    <a:pt x="868" y="692"/>
                    <a:pt x="890" y="692"/>
                  </a:cubicBezTo>
                  <a:cubicBezTo>
                    <a:pt x="985" y="692"/>
                    <a:pt x="1064" y="781"/>
                    <a:pt x="1064" y="830"/>
                  </a:cubicBezTo>
                  <a:cubicBezTo>
                    <a:pt x="1080" y="845"/>
                    <a:pt x="1102" y="853"/>
                    <a:pt x="1125" y="853"/>
                  </a:cubicBezTo>
                  <a:cubicBezTo>
                    <a:pt x="1148" y="853"/>
                    <a:pt x="1171" y="845"/>
                    <a:pt x="1186" y="830"/>
                  </a:cubicBezTo>
                  <a:cubicBezTo>
                    <a:pt x="1216" y="830"/>
                    <a:pt x="1338" y="891"/>
                    <a:pt x="1368" y="921"/>
                  </a:cubicBezTo>
                  <a:cubicBezTo>
                    <a:pt x="1399" y="921"/>
                    <a:pt x="1490" y="891"/>
                    <a:pt x="1611" y="830"/>
                  </a:cubicBezTo>
                  <a:lnTo>
                    <a:pt x="1733" y="799"/>
                  </a:lnTo>
                  <a:lnTo>
                    <a:pt x="1855" y="739"/>
                  </a:lnTo>
                  <a:cubicBezTo>
                    <a:pt x="1824" y="647"/>
                    <a:pt x="1794" y="495"/>
                    <a:pt x="1794" y="404"/>
                  </a:cubicBezTo>
                  <a:lnTo>
                    <a:pt x="1824" y="404"/>
                  </a:lnTo>
                  <a:cubicBezTo>
                    <a:pt x="1841" y="399"/>
                    <a:pt x="1857" y="396"/>
                    <a:pt x="1871" y="396"/>
                  </a:cubicBezTo>
                  <a:cubicBezTo>
                    <a:pt x="1936" y="396"/>
                    <a:pt x="1976" y="446"/>
                    <a:pt x="1976" y="495"/>
                  </a:cubicBezTo>
                  <a:cubicBezTo>
                    <a:pt x="1976" y="556"/>
                    <a:pt x="1946" y="647"/>
                    <a:pt x="2098" y="647"/>
                  </a:cubicBezTo>
                  <a:cubicBezTo>
                    <a:pt x="2128" y="647"/>
                    <a:pt x="2159" y="587"/>
                    <a:pt x="2189" y="556"/>
                  </a:cubicBezTo>
                  <a:lnTo>
                    <a:pt x="2250" y="526"/>
                  </a:lnTo>
                  <a:cubicBezTo>
                    <a:pt x="2341" y="465"/>
                    <a:pt x="2341" y="404"/>
                    <a:pt x="2250" y="343"/>
                  </a:cubicBezTo>
                  <a:lnTo>
                    <a:pt x="2159" y="313"/>
                  </a:lnTo>
                  <a:lnTo>
                    <a:pt x="2037" y="283"/>
                  </a:lnTo>
                  <a:cubicBezTo>
                    <a:pt x="2067" y="222"/>
                    <a:pt x="2067" y="161"/>
                    <a:pt x="2007" y="131"/>
                  </a:cubicBezTo>
                  <a:lnTo>
                    <a:pt x="2007" y="100"/>
                  </a:lnTo>
                  <a:cubicBezTo>
                    <a:pt x="1985" y="58"/>
                    <a:pt x="1994" y="1"/>
                    <a:pt x="19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4"/>
            <p:cNvSpPr/>
            <p:nvPr/>
          </p:nvSpPr>
          <p:spPr>
            <a:xfrm rot="-5400000">
              <a:off x="2639488" y="7067938"/>
              <a:ext cx="43350" cy="35125"/>
            </a:xfrm>
            <a:custGeom>
              <a:rect b="b" l="l" r="r" t="t"/>
              <a:pathLst>
                <a:path extrusionOk="0" h="1405" w="1734">
                  <a:moveTo>
                    <a:pt x="1556" y="1"/>
                  </a:moveTo>
                  <a:cubicBezTo>
                    <a:pt x="1504" y="1"/>
                    <a:pt x="1430" y="55"/>
                    <a:pt x="1369" y="136"/>
                  </a:cubicBezTo>
                  <a:lnTo>
                    <a:pt x="1338" y="227"/>
                  </a:lnTo>
                  <a:cubicBezTo>
                    <a:pt x="1308" y="288"/>
                    <a:pt x="1399" y="349"/>
                    <a:pt x="1369" y="409"/>
                  </a:cubicBezTo>
                  <a:lnTo>
                    <a:pt x="1308" y="501"/>
                  </a:lnTo>
                  <a:cubicBezTo>
                    <a:pt x="1216" y="574"/>
                    <a:pt x="1102" y="614"/>
                    <a:pt x="985" y="614"/>
                  </a:cubicBezTo>
                  <a:cubicBezTo>
                    <a:pt x="909" y="614"/>
                    <a:pt x="833" y="597"/>
                    <a:pt x="761" y="561"/>
                  </a:cubicBezTo>
                  <a:lnTo>
                    <a:pt x="974" y="409"/>
                  </a:lnTo>
                  <a:cubicBezTo>
                    <a:pt x="1004" y="379"/>
                    <a:pt x="1004" y="288"/>
                    <a:pt x="1004" y="257"/>
                  </a:cubicBezTo>
                  <a:lnTo>
                    <a:pt x="1004" y="197"/>
                  </a:lnTo>
                  <a:cubicBezTo>
                    <a:pt x="1040" y="161"/>
                    <a:pt x="1010" y="148"/>
                    <a:pt x="953" y="148"/>
                  </a:cubicBezTo>
                  <a:cubicBezTo>
                    <a:pt x="866" y="148"/>
                    <a:pt x="713" y="178"/>
                    <a:pt x="639" y="197"/>
                  </a:cubicBezTo>
                  <a:cubicBezTo>
                    <a:pt x="518" y="227"/>
                    <a:pt x="730" y="379"/>
                    <a:pt x="761" y="440"/>
                  </a:cubicBezTo>
                  <a:cubicBezTo>
                    <a:pt x="791" y="531"/>
                    <a:pt x="578" y="531"/>
                    <a:pt x="274" y="531"/>
                  </a:cubicBezTo>
                  <a:lnTo>
                    <a:pt x="123" y="744"/>
                  </a:lnTo>
                  <a:lnTo>
                    <a:pt x="123" y="774"/>
                  </a:lnTo>
                  <a:cubicBezTo>
                    <a:pt x="107" y="767"/>
                    <a:pt x="92" y="763"/>
                    <a:pt x="78" y="763"/>
                  </a:cubicBezTo>
                  <a:cubicBezTo>
                    <a:pt x="35" y="763"/>
                    <a:pt x="1" y="797"/>
                    <a:pt x="1" y="865"/>
                  </a:cubicBezTo>
                  <a:cubicBezTo>
                    <a:pt x="1" y="957"/>
                    <a:pt x="31" y="1078"/>
                    <a:pt x="92" y="1169"/>
                  </a:cubicBezTo>
                  <a:cubicBezTo>
                    <a:pt x="153" y="1230"/>
                    <a:pt x="183" y="1291"/>
                    <a:pt x="183" y="1352"/>
                  </a:cubicBezTo>
                  <a:lnTo>
                    <a:pt x="214" y="1352"/>
                  </a:lnTo>
                  <a:lnTo>
                    <a:pt x="366" y="1382"/>
                  </a:lnTo>
                  <a:cubicBezTo>
                    <a:pt x="411" y="1397"/>
                    <a:pt x="464" y="1405"/>
                    <a:pt x="518" y="1405"/>
                  </a:cubicBezTo>
                  <a:cubicBezTo>
                    <a:pt x="571" y="1405"/>
                    <a:pt x="624" y="1397"/>
                    <a:pt x="670" y="1382"/>
                  </a:cubicBezTo>
                  <a:cubicBezTo>
                    <a:pt x="578" y="1352"/>
                    <a:pt x="487" y="1291"/>
                    <a:pt x="396" y="1260"/>
                  </a:cubicBezTo>
                  <a:cubicBezTo>
                    <a:pt x="335" y="1260"/>
                    <a:pt x="274" y="1200"/>
                    <a:pt x="274" y="1109"/>
                  </a:cubicBezTo>
                  <a:lnTo>
                    <a:pt x="274" y="1048"/>
                  </a:lnTo>
                  <a:cubicBezTo>
                    <a:pt x="244" y="987"/>
                    <a:pt x="183" y="957"/>
                    <a:pt x="183" y="896"/>
                  </a:cubicBezTo>
                  <a:cubicBezTo>
                    <a:pt x="183" y="835"/>
                    <a:pt x="457" y="683"/>
                    <a:pt x="548" y="683"/>
                  </a:cubicBezTo>
                  <a:cubicBezTo>
                    <a:pt x="639" y="713"/>
                    <a:pt x="761" y="744"/>
                    <a:pt x="852" y="774"/>
                  </a:cubicBezTo>
                  <a:lnTo>
                    <a:pt x="882" y="774"/>
                  </a:lnTo>
                  <a:cubicBezTo>
                    <a:pt x="882" y="865"/>
                    <a:pt x="974" y="1078"/>
                    <a:pt x="1034" y="1109"/>
                  </a:cubicBezTo>
                  <a:cubicBezTo>
                    <a:pt x="1044" y="1112"/>
                    <a:pt x="1053" y="1113"/>
                    <a:pt x="1060" y="1113"/>
                  </a:cubicBezTo>
                  <a:cubicBezTo>
                    <a:pt x="1119" y="1113"/>
                    <a:pt x="1092" y="1011"/>
                    <a:pt x="1065" y="957"/>
                  </a:cubicBezTo>
                  <a:cubicBezTo>
                    <a:pt x="1034" y="896"/>
                    <a:pt x="1278" y="713"/>
                    <a:pt x="1338" y="653"/>
                  </a:cubicBezTo>
                  <a:cubicBezTo>
                    <a:pt x="1399" y="561"/>
                    <a:pt x="1460" y="470"/>
                    <a:pt x="1521" y="349"/>
                  </a:cubicBezTo>
                  <a:cubicBezTo>
                    <a:pt x="1521" y="288"/>
                    <a:pt x="1551" y="227"/>
                    <a:pt x="1581" y="166"/>
                  </a:cubicBezTo>
                  <a:lnTo>
                    <a:pt x="1612" y="166"/>
                  </a:lnTo>
                  <a:cubicBezTo>
                    <a:pt x="1733" y="166"/>
                    <a:pt x="1703" y="136"/>
                    <a:pt x="1642" y="75"/>
                  </a:cubicBezTo>
                  <a:lnTo>
                    <a:pt x="1612" y="45"/>
                  </a:lnTo>
                  <a:cubicBezTo>
                    <a:pt x="1602" y="14"/>
                    <a:pt x="1581" y="1"/>
                    <a:pt x="15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4"/>
            <p:cNvSpPr/>
            <p:nvPr/>
          </p:nvSpPr>
          <p:spPr>
            <a:xfrm rot="-5400000">
              <a:off x="2593713" y="6973463"/>
              <a:ext cx="41075" cy="19650"/>
            </a:xfrm>
            <a:custGeom>
              <a:rect b="b" l="l" r="r" t="t"/>
              <a:pathLst>
                <a:path extrusionOk="0" h="786" w="1643">
                  <a:moveTo>
                    <a:pt x="517" y="1"/>
                  </a:moveTo>
                  <a:cubicBezTo>
                    <a:pt x="396" y="31"/>
                    <a:pt x="305" y="153"/>
                    <a:pt x="335" y="305"/>
                  </a:cubicBezTo>
                  <a:cubicBezTo>
                    <a:pt x="335" y="426"/>
                    <a:pt x="1" y="761"/>
                    <a:pt x="31" y="761"/>
                  </a:cubicBezTo>
                  <a:cubicBezTo>
                    <a:pt x="31" y="765"/>
                    <a:pt x="36" y="767"/>
                    <a:pt x="44" y="767"/>
                  </a:cubicBezTo>
                  <a:cubicBezTo>
                    <a:pt x="77" y="767"/>
                    <a:pt x="162" y="739"/>
                    <a:pt x="220" y="739"/>
                  </a:cubicBezTo>
                  <a:cubicBezTo>
                    <a:pt x="246" y="739"/>
                    <a:pt x="266" y="745"/>
                    <a:pt x="274" y="761"/>
                  </a:cubicBezTo>
                  <a:cubicBezTo>
                    <a:pt x="286" y="778"/>
                    <a:pt x="302" y="785"/>
                    <a:pt x="321" y="785"/>
                  </a:cubicBezTo>
                  <a:cubicBezTo>
                    <a:pt x="400" y="785"/>
                    <a:pt x="529" y="652"/>
                    <a:pt x="578" y="578"/>
                  </a:cubicBezTo>
                  <a:cubicBezTo>
                    <a:pt x="590" y="561"/>
                    <a:pt x="602" y="553"/>
                    <a:pt x="613" y="553"/>
                  </a:cubicBezTo>
                  <a:cubicBezTo>
                    <a:pt x="660" y="553"/>
                    <a:pt x="700" y="681"/>
                    <a:pt x="700" y="730"/>
                  </a:cubicBezTo>
                  <a:cubicBezTo>
                    <a:pt x="700" y="761"/>
                    <a:pt x="723" y="776"/>
                    <a:pt x="757" y="776"/>
                  </a:cubicBezTo>
                  <a:cubicBezTo>
                    <a:pt x="791" y="776"/>
                    <a:pt x="837" y="761"/>
                    <a:pt x="882" y="730"/>
                  </a:cubicBezTo>
                  <a:lnTo>
                    <a:pt x="882" y="669"/>
                  </a:lnTo>
                  <a:cubicBezTo>
                    <a:pt x="902" y="531"/>
                    <a:pt x="909" y="482"/>
                    <a:pt x="962" y="482"/>
                  </a:cubicBezTo>
                  <a:cubicBezTo>
                    <a:pt x="990" y="482"/>
                    <a:pt x="1031" y="496"/>
                    <a:pt x="1095" y="517"/>
                  </a:cubicBezTo>
                  <a:lnTo>
                    <a:pt x="1277" y="609"/>
                  </a:lnTo>
                  <a:cubicBezTo>
                    <a:pt x="1369" y="654"/>
                    <a:pt x="1460" y="677"/>
                    <a:pt x="1528" y="677"/>
                  </a:cubicBezTo>
                  <a:cubicBezTo>
                    <a:pt x="1597" y="677"/>
                    <a:pt x="1642" y="654"/>
                    <a:pt x="1642" y="609"/>
                  </a:cubicBezTo>
                  <a:lnTo>
                    <a:pt x="1612" y="548"/>
                  </a:lnTo>
                  <a:cubicBezTo>
                    <a:pt x="1581" y="487"/>
                    <a:pt x="1460" y="457"/>
                    <a:pt x="1429" y="396"/>
                  </a:cubicBezTo>
                  <a:cubicBezTo>
                    <a:pt x="1277" y="153"/>
                    <a:pt x="1277" y="153"/>
                    <a:pt x="973" y="153"/>
                  </a:cubicBezTo>
                  <a:cubicBezTo>
                    <a:pt x="947" y="144"/>
                    <a:pt x="920" y="140"/>
                    <a:pt x="893" y="140"/>
                  </a:cubicBezTo>
                  <a:cubicBezTo>
                    <a:pt x="829" y="140"/>
                    <a:pt x="764" y="162"/>
                    <a:pt x="700" y="183"/>
                  </a:cubicBezTo>
                  <a:cubicBezTo>
                    <a:pt x="664" y="201"/>
                    <a:pt x="642" y="208"/>
                    <a:pt x="627" y="208"/>
                  </a:cubicBezTo>
                  <a:cubicBezTo>
                    <a:pt x="591" y="208"/>
                    <a:pt x="600" y="165"/>
                    <a:pt x="578" y="122"/>
                  </a:cubicBezTo>
                  <a:lnTo>
                    <a:pt x="5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4"/>
            <p:cNvSpPr/>
            <p:nvPr/>
          </p:nvSpPr>
          <p:spPr>
            <a:xfrm rot="-5400000">
              <a:off x="2598375" y="7015150"/>
              <a:ext cx="40825" cy="23125"/>
            </a:xfrm>
            <a:custGeom>
              <a:rect b="b" l="l" r="r" t="t"/>
              <a:pathLst>
                <a:path extrusionOk="0" h="925" w="1633">
                  <a:moveTo>
                    <a:pt x="1534" y="0"/>
                  </a:moveTo>
                  <a:cubicBezTo>
                    <a:pt x="1522" y="0"/>
                    <a:pt x="1507" y="3"/>
                    <a:pt x="1490" y="10"/>
                  </a:cubicBezTo>
                  <a:lnTo>
                    <a:pt x="1490" y="71"/>
                  </a:lnTo>
                  <a:lnTo>
                    <a:pt x="1490" y="345"/>
                  </a:lnTo>
                  <a:cubicBezTo>
                    <a:pt x="1450" y="354"/>
                    <a:pt x="1414" y="359"/>
                    <a:pt x="1381" y="359"/>
                  </a:cubicBezTo>
                  <a:cubicBezTo>
                    <a:pt x="1211" y="359"/>
                    <a:pt x="1130" y="244"/>
                    <a:pt x="1155" y="193"/>
                  </a:cubicBezTo>
                  <a:cubicBezTo>
                    <a:pt x="1155" y="176"/>
                    <a:pt x="1151" y="169"/>
                    <a:pt x="1142" y="169"/>
                  </a:cubicBezTo>
                  <a:cubicBezTo>
                    <a:pt x="1118" y="169"/>
                    <a:pt x="1062" y="225"/>
                    <a:pt x="973" y="314"/>
                  </a:cubicBezTo>
                  <a:lnTo>
                    <a:pt x="973" y="436"/>
                  </a:lnTo>
                  <a:cubicBezTo>
                    <a:pt x="973" y="466"/>
                    <a:pt x="912" y="497"/>
                    <a:pt x="882" y="497"/>
                  </a:cubicBezTo>
                  <a:cubicBezTo>
                    <a:pt x="851" y="497"/>
                    <a:pt x="790" y="466"/>
                    <a:pt x="790" y="466"/>
                  </a:cubicBezTo>
                  <a:lnTo>
                    <a:pt x="821" y="253"/>
                  </a:lnTo>
                  <a:cubicBezTo>
                    <a:pt x="760" y="223"/>
                    <a:pt x="697" y="212"/>
                    <a:pt x="636" y="212"/>
                  </a:cubicBezTo>
                  <a:cubicBezTo>
                    <a:pt x="450" y="212"/>
                    <a:pt x="274" y="314"/>
                    <a:pt x="183" y="314"/>
                  </a:cubicBezTo>
                  <a:cubicBezTo>
                    <a:pt x="61" y="314"/>
                    <a:pt x="0" y="649"/>
                    <a:pt x="61" y="709"/>
                  </a:cubicBezTo>
                  <a:cubicBezTo>
                    <a:pt x="69" y="718"/>
                    <a:pt x="79" y="721"/>
                    <a:pt x="91" y="721"/>
                  </a:cubicBezTo>
                  <a:cubicBezTo>
                    <a:pt x="124" y="721"/>
                    <a:pt x="168" y="693"/>
                    <a:pt x="213" y="649"/>
                  </a:cubicBezTo>
                  <a:lnTo>
                    <a:pt x="243" y="618"/>
                  </a:lnTo>
                  <a:cubicBezTo>
                    <a:pt x="274" y="588"/>
                    <a:pt x="335" y="557"/>
                    <a:pt x="335" y="527"/>
                  </a:cubicBezTo>
                  <a:lnTo>
                    <a:pt x="335" y="314"/>
                  </a:lnTo>
                  <a:cubicBezTo>
                    <a:pt x="487" y="345"/>
                    <a:pt x="638" y="466"/>
                    <a:pt x="669" y="649"/>
                  </a:cubicBezTo>
                  <a:lnTo>
                    <a:pt x="608" y="740"/>
                  </a:lnTo>
                  <a:cubicBezTo>
                    <a:pt x="578" y="801"/>
                    <a:pt x="578" y="801"/>
                    <a:pt x="669" y="831"/>
                  </a:cubicBezTo>
                  <a:lnTo>
                    <a:pt x="760" y="861"/>
                  </a:lnTo>
                  <a:cubicBezTo>
                    <a:pt x="835" y="899"/>
                    <a:pt x="899" y="925"/>
                    <a:pt x="936" y="925"/>
                  </a:cubicBezTo>
                  <a:cubicBezTo>
                    <a:pt x="960" y="925"/>
                    <a:pt x="973" y="915"/>
                    <a:pt x="973" y="892"/>
                  </a:cubicBezTo>
                  <a:lnTo>
                    <a:pt x="851" y="770"/>
                  </a:lnTo>
                  <a:cubicBezTo>
                    <a:pt x="973" y="709"/>
                    <a:pt x="1125" y="618"/>
                    <a:pt x="1125" y="588"/>
                  </a:cubicBezTo>
                  <a:cubicBezTo>
                    <a:pt x="1125" y="557"/>
                    <a:pt x="1155" y="527"/>
                    <a:pt x="1186" y="527"/>
                  </a:cubicBezTo>
                  <a:cubicBezTo>
                    <a:pt x="1186" y="588"/>
                    <a:pt x="1155" y="679"/>
                    <a:pt x="1155" y="740"/>
                  </a:cubicBezTo>
                  <a:cubicBezTo>
                    <a:pt x="1125" y="801"/>
                    <a:pt x="1186" y="831"/>
                    <a:pt x="1246" y="861"/>
                  </a:cubicBezTo>
                  <a:lnTo>
                    <a:pt x="1398" y="557"/>
                  </a:lnTo>
                  <a:cubicBezTo>
                    <a:pt x="1587" y="207"/>
                    <a:pt x="1632" y="0"/>
                    <a:pt x="15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4"/>
            <p:cNvSpPr/>
            <p:nvPr/>
          </p:nvSpPr>
          <p:spPr>
            <a:xfrm rot="-5400000">
              <a:off x="2533813" y="7118488"/>
              <a:ext cx="54750" cy="22925"/>
            </a:xfrm>
            <a:custGeom>
              <a:rect b="b" l="l" r="r" t="t"/>
              <a:pathLst>
                <a:path extrusionOk="0" h="917" w="2190">
                  <a:moveTo>
                    <a:pt x="1156" y="0"/>
                  </a:moveTo>
                  <a:cubicBezTo>
                    <a:pt x="1095" y="0"/>
                    <a:pt x="1095" y="122"/>
                    <a:pt x="1156" y="304"/>
                  </a:cubicBezTo>
                  <a:lnTo>
                    <a:pt x="1156" y="487"/>
                  </a:lnTo>
                  <a:cubicBezTo>
                    <a:pt x="973" y="487"/>
                    <a:pt x="791" y="426"/>
                    <a:pt x="609" y="365"/>
                  </a:cubicBezTo>
                  <a:lnTo>
                    <a:pt x="426" y="487"/>
                  </a:lnTo>
                  <a:cubicBezTo>
                    <a:pt x="408" y="496"/>
                    <a:pt x="383" y="502"/>
                    <a:pt x="358" y="502"/>
                  </a:cubicBezTo>
                  <a:cubicBezTo>
                    <a:pt x="302" y="502"/>
                    <a:pt x="244" y="470"/>
                    <a:pt x="244" y="365"/>
                  </a:cubicBezTo>
                  <a:cubicBezTo>
                    <a:pt x="244" y="304"/>
                    <a:pt x="244" y="243"/>
                    <a:pt x="122" y="243"/>
                  </a:cubicBezTo>
                  <a:lnTo>
                    <a:pt x="92" y="243"/>
                  </a:lnTo>
                  <a:cubicBezTo>
                    <a:pt x="1" y="304"/>
                    <a:pt x="31" y="365"/>
                    <a:pt x="92" y="395"/>
                  </a:cubicBezTo>
                  <a:lnTo>
                    <a:pt x="183" y="456"/>
                  </a:lnTo>
                  <a:cubicBezTo>
                    <a:pt x="244" y="517"/>
                    <a:pt x="305" y="608"/>
                    <a:pt x="366" y="669"/>
                  </a:cubicBezTo>
                  <a:lnTo>
                    <a:pt x="305" y="699"/>
                  </a:lnTo>
                  <a:cubicBezTo>
                    <a:pt x="244" y="760"/>
                    <a:pt x="274" y="791"/>
                    <a:pt x="335" y="791"/>
                  </a:cubicBezTo>
                  <a:cubicBezTo>
                    <a:pt x="396" y="791"/>
                    <a:pt x="457" y="730"/>
                    <a:pt x="518" y="730"/>
                  </a:cubicBezTo>
                  <a:lnTo>
                    <a:pt x="548" y="730"/>
                  </a:lnTo>
                  <a:cubicBezTo>
                    <a:pt x="561" y="742"/>
                    <a:pt x="578" y="750"/>
                    <a:pt x="595" y="750"/>
                  </a:cubicBezTo>
                  <a:cubicBezTo>
                    <a:pt x="618" y="750"/>
                    <a:pt x="639" y="735"/>
                    <a:pt x="639" y="699"/>
                  </a:cubicBezTo>
                  <a:lnTo>
                    <a:pt x="670" y="639"/>
                  </a:lnTo>
                  <a:cubicBezTo>
                    <a:pt x="694" y="614"/>
                    <a:pt x="699" y="569"/>
                    <a:pt x="748" y="569"/>
                  </a:cubicBezTo>
                  <a:cubicBezTo>
                    <a:pt x="760" y="569"/>
                    <a:pt x="774" y="572"/>
                    <a:pt x="791" y="578"/>
                  </a:cubicBezTo>
                  <a:cubicBezTo>
                    <a:pt x="852" y="608"/>
                    <a:pt x="943" y="669"/>
                    <a:pt x="973" y="669"/>
                  </a:cubicBezTo>
                  <a:cubicBezTo>
                    <a:pt x="986" y="675"/>
                    <a:pt x="999" y="678"/>
                    <a:pt x="1012" y="678"/>
                  </a:cubicBezTo>
                  <a:cubicBezTo>
                    <a:pt x="1047" y="678"/>
                    <a:pt x="1082" y="660"/>
                    <a:pt x="1117" y="660"/>
                  </a:cubicBezTo>
                  <a:cubicBezTo>
                    <a:pt x="1130" y="660"/>
                    <a:pt x="1143" y="663"/>
                    <a:pt x="1156" y="669"/>
                  </a:cubicBezTo>
                  <a:cubicBezTo>
                    <a:pt x="1217" y="730"/>
                    <a:pt x="1217" y="791"/>
                    <a:pt x="1277" y="851"/>
                  </a:cubicBezTo>
                  <a:lnTo>
                    <a:pt x="1338" y="882"/>
                  </a:lnTo>
                  <a:cubicBezTo>
                    <a:pt x="1351" y="907"/>
                    <a:pt x="1386" y="917"/>
                    <a:pt x="1426" y="917"/>
                  </a:cubicBezTo>
                  <a:cubicBezTo>
                    <a:pt x="1481" y="917"/>
                    <a:pt x="1546" y="899"/>
                    <a:pt x="1581" y="882"/>
                  </a:cubicBezTo>
                  <a:cubicBezTo>
                    <a:pt x="1612" y="851"/>
                    <a:pt x="1521" y="760"/>
                    <a:pt x="1460" y="730"/>
                  </a:cubicBezTo>
                  <a:cubicBezTo>
                    <a:pt x="1399" y="699"/>
                    <a:pt x="1581" y="639"/>
                    <a:pt x="1642" y="608"/>
                  </a:cubicBezTo>
                  <a:cubicBezTo>
                    <a:pt x="1703" y="547"/>
                    <a:pt x="1764" y="487"/>
                    <a:pt x="1794" y="395"/>
                  </a:cubicBezTo>
                  <a:cubicBezTo>
                    <a:pt x="1825" y="365"/>
                    <a:pt x="2007" y="304"/>
                    <a:pt x="2098" y="304"/>
                  </a:cubicBezTo>
                  <a:cubicBezTo>
                    <a:pt x="2189" y="304"/>
                    <a:pt x="2189" y="213"/>
                    <a:pt x="2068" y="61"/>
                  </a:cubicBezTo>
                  <a:lnTo>
                    <a:pt x="1855" y="213"/>
                  </a:lnTo>
                  <a:cubicBezTo>
                    <a:pt x="1764" y="274"/>
                    <a:pt x="1642" y="335"/>
                    <a:pt x="1521" y="335"/>
                  </a:cubicBezTo>
                  <a:lnTo>
                    <a:pt x="1490" y="335"/>
                  </a:lnTo>
                  <a:cubicBezTo>
                    <a:pt x="1429" y="335"/>
                    <a:pt x="1369" y="152"/>
                    <a:pt x="1369" y="91"/>
                  </a:cubicBezTo>
                  <a:cubicBezTo>
                    <a:pt x="1369" y="31"/>
                    <a:pt x="1217" y="0"/>
                    <a:pt x="1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4"/>
            <p:cNvSpPr/>
            <p:nvPr/>
          </p:nvSpPr>
          <p:spPr>
            <a:xfrm rot="-5400000">
              <a:off x="2445238" y="7256463"/>
              <a:ext cx="45600" cy="23575"/>
            </a:xfrm>
            <a:custGeom>
              <a:rect b="b" l="l" r="r" t="t"/>
              <a:pathLst>
                <a:path extrusionOk="0" h="943" w="1824">
                  <a:moveTo>
                    <a:pt x="1277" y="1"/>
                  </a:moveTo>
                  <a:cubicBezTo>
                    <a:pt x="1216" y="31"/>
                    <a:pt x="1155" y="31"/>
                    <a:pt x="1094" y="61"/>
                  </a:cubicBezTo>
                  <a:cubicBezTo>
                    <a:pt x="1094" y="170"/>
                    <a:pt x="1017" y="185"/>
                    <a:pt x="939" y="185"/>
                  </a:cubicBezTo>
                  <a:cubicBezTo>
                    <a:pt x="908" y="185"/>
                    <a:pt x="877" y="183"/>
                    <a:pt x="851" y="183"/>
                  </a:cubicBezTo>
                  <a:lnTo>
                    <a:pt x="790" y="183"/>
                  </a:lnTo>
                  <a:cubicBezTo>
                    <a:pt x="699" y="213"/>
                    <a:pt x="608" y="274"/>
                    <a:pt x="547" y="335"/>
                  </a:cubicBezTo>
                  <a:lnTo>
                    <a:pt x="426" y="335"/>
                  </a:lnTo>
                  <a:cubicBezTo>
                    <a:pt x="395" y="320"/>
                    <a:pt x="357" y="312"/>
                    <a:pt x="316" y="312"/>
                  </a:cubicBezTo>
                  <a:cubicBezTo>
                    <a:pt x="274" y="312"/>
                    <a:pt x="228" y="320"/>
                    <a:pt x="183" y="335"/>
                  </a:cubicBezTo>
                  <a:cubicBezTo>
                    <a:pt x="122" y="365"/>
                    <a:pt x="0" y="426"/>
                    <a:pt x="61" y="517"/>
                  </a:cubicBezTo>
                  <a:cubicBezTo>
                    <a:pt x="152" y="608"/>
                    <a:pt x="183" y="669"/>
                    <a:pt x="61" y="760"/>
                  </a:cubicBezTo>
                  <a:cubicBezTo>
                    <a:pt x="61" y="791"/>
                    <a:pt x="152" y="943"/>
                    <a:pt x="183" y="943"/>
                  </a:cubicBezTo>
                  <a:lnTo>
                    <a:pt x="304" y="943"/>
                  </a:lnTo>
                  <a:cubicBezTo>
                    <a:pt x="335" y="943"/>
                    <a:pt x="365" y="912"/>
                    <a:pt x="365" y="882"/>
                  </a:cubicBezTo>
                  <a:cubicBezTo>
                    <a:pt x="335" y="852"/>
                    <a:pt x="304" y="821"/>
                    <a:pt x="304" y="791"/>
                  </a:cubicBezTo>
                  <a:cubicBezTo>
                    <a:pt x="248" y="622"/>
                    <a:pt x="374" y="453"/>
                    <a:pt x="538" y="453"/>
                  </a:cubicBezTo>
                  <a:cubicBezTo>
                    <a:pt x="551" y="453"/>
                    <a:pt x="564" y="454"/>
                    <a:pt x="578" y="456"/>
                  </a:cubicBezTo>
                  <a:cubicBezTo>
                    <a:pt x="646" y="484"/>
                    <a:pt x="690" y="499"/>
                    <a:pt x="725" y="499"/>
                  </a:cubicBezTo>
                  <a:cubicBezTo>
                    <a:pt x="769" y="499"/>
                    <a:pt x="801" y="476"/>
                    <a:pt x="851" y="426"/>
                  </a:cubicBezTo>
                  <a:lnTo>
                    <a:pt x="912" y="396"/>
                  </a:lnTo>
                  <a:cubicBezTo>
                    <a:pt x="1003" y="396"/>
                    <a:pt x="1155" y="213"/>
                    <a:pt x="1186" y="183"/>
                  </a:cubicBezTo>
                  <a:cubicBezTo>
                    <a:pt x="1277" y="122"/>
                    <a:pt x="1368" y="61"/>
                    <a:pt x="1490" y="61"/>
                  </a:cubicBezTo>
                  <a:cubicBezTo>
                    <a:pt x="1495" y="59"/>
                    <a:pt x="1500" y="57"/>
                    <a:pt x="1505" y="57"/>
                  </a:cubicBezTo>
                  <a:cubicBezTo>
                    <a:pt x="1556" y="57"/>
                    <a:pt x="1581" y="186"/>
                    <a:pt x="1581" y="213"/>
                  </a:cubicBezTo>
                  <a:cubicBezTo>
                    <a:pt x="1611" y="274"/>
                    <a:pt x="1611" y="305"/>
                    <a:pt x="1642" y="335"/>
                  </a:cubicBezTo>
                  <a:cubicBezTo>
                    <a:pt x="1657" y="350"/>
                    <a:pt x="1672" y="358"/>
                    <a:pt x="1687" y="358"/>
                  </a:cubicBezTo>
                  <a:cubicBezTo>
                    <a:pt x="1702" y="358"/>
                    <a:pt x="1718" y="350"/>
                    <a:pt x="1733" y="335"/>
                  </a:cubicBezTo>
                  <a:cubicBezTo>
                    <a:pt x="1763" y="274"/>
                    <a:pt x="1794" y="213"/>
                    <a:pt x="1824" y="122"/>
                  </a:cubicBezTo>
                  <a:cubicBezTo>
                    <a:pt x="1824" y="61"/>
                    <a:pt x="1642"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4"/>
            <p:cNvSpPr/>
            <p:nvPr/>
          </p:nvSpPr>
          <p:spPr>
            <a:xfrm rot="-5400000">
              <a:off x="2742250" y="7585600"/>
              <a:ext cx="45075" cy="30425"/>
            </a:xfrm>
            <a:custGeom>
              <a:rect b="b" l="l" r="r" t="t"/>
              <a:pathLst>
                <a:path extrusionOk="0" h="1217" w="1803">
                  <a:moveTo>
                    <a:pt x="1620" y="0"/>
                  </a:moveTo>
                  <a:lnTo>
                    <a:pt x="1529" y="61"/>
                  </a:lnTo>
                  <a:cubicBezTo>
                    <a:pt x="1438" y="152"/>
                    <a:pt x="1468" y="365"/>
                    <a:pt x="1377" y="365"/>
                  </a:cubicBezTo>
                  <a:cubicBezTo>
                    <a:pt x="1372" y="367"/>
                    <a:pt x="1368" y="368"/>
                    <a:pt x="1363" y="368"/>
                  </a:cubicBezTo>
                  <a:cubicBezTo>
                    <a:pt x="1303" y="368"/>
                    <a:pt x="1225" y="206"/>
                    <a:pt x="1225" y="122"/>
                  </a:cubicBezTo>
                  <a:cubicBezTo>
                    <a:pt x="1221" y="114"/>
                    <a:pt x="1217" y="111"/>
                    <a:pt x="1211" y="111"/>
                  </a:cubicBezTo>
                  <a:cubicBezTo>
                    <a:pt x="1173" y="111"/>
                    <a:pt x="1100" y="281"/>
                    <a:pt x="1073" y="335"/>
                  </a:cubicBezTo>
                  <a:cubicBezTo>
                    <a:pt x="1043" y="426"/>
                    <a:pt x="982" y="517"/>
                    <a:pt x="952" y="578"/>
                  </a:cubicBezTo>
                  <a:lnTo>
                    <a:pt x="860" y="547"/>
                  </a:lnTo>
                  <a:lnTo>
                    <a:pt x="800" y="547"/>
                  </a:lnTo>
                  <a:cubicBezTo>
                    <a:pt x="678" y="547"/>
                    <a:pt x="556" y="578"/>
                    <a:pt x="465" y="608"/>
                  </a:cubicBezTo>
                  <a:lnTo>
                    <a:pt x="313" y="699"/>
                  </a:lnTo>
                  <a:lnTo>
                    <a:pt x="161" y="760"/>
                  </a:lnTo>
                  <a:cubicBezTo>
                    <a:pt x="60" y="887"/>
                    <a:pt x="1" y="950"/>
                    <a:pt x="37" y="950"/>
                  </a:cubicBezTo>
                  <a:cubicBezTo>
                    <a:pt x="44" y="950"/>
                    <a:pt x="55" y="948"/>
                    <a:pt x="70" y="943"/>
                  </a:cubicBezTo>
                  <a:lnTo>
                    <a:pt x="131" y="943"/>
                  </a:lnTo>
                  <a:cubicBezTo>
                    <a:pt x="192" y="943"/>
                    <a:pt x="252" y="943"/>
                    <a:pt x="283" y="973"/>
                  </a:cubicBezTo>
                  <a:lnTo>
                    <a:pt x="283" y="1216"/>
                  </a:lnTo>
                  <a:cubicBezTo>
                    <a:pt x="435" y="1155"/>
                    <a:pt x="556" y="1094"/>
                    <a:pt x="708" y="1034"/>
                  </a:cubicBezTo>
                  <a:lnTo>
                    <a:pt x="708" y="1003"/>
                  </a:lnTo>
                  <a:cubicBezTo>
                    <a:pt x="708" y="962"/>
                    <a:pt x="696" y="946"/>
                    <a:pt x="677" y="946"/>
                  </a:cubicBezTo>
                  <a:cubicBezTo>
                    <a:pt x="653" y="946"/>
                    <a:pt x="620" y="970"/>
                    <a:pt x="587" y="1003"/>
                  </a:cubicBezTo>
                  <a:cubicBezTo>
                    <a:pt x="560" y="1017"/>
                    <a:pt x="526" y="1030"/>
                    <a:pt x="495" y="1030"/>
                  </a:cubicBezTo>
                  <a:cubicBezTo>
                    <a:pt x="457" y="1030"/>
                    <a:pt x="421" y="1010"/>
                    <a:pt x="404" y="943"/>
                  </a:cubicBezTo>
                  <a:cubicBezTo>
                    <a:pt x="374" y="851"/>
                    <a:pt x="496" y="791"/>
                    <a:pt x="678" y="760"/>
                  </a:cubicBezTo>
                  <a:cubicBezTo>
                    <a:pt x="830" y="760"/>
                    <a:pt x="800" y="851"/>
                    <a:pt x="800" y="943"/>
                  </a:cubicBezTo>
                  <a:lnTo>
                    <a:pt x="800" y="973"/>
                  </a:lnTo>
                  <a:cubicBezTo>
                    <a:pt x="830" y="1003"/>
                    <a:pt x="860" y="1003"/>
                    <a:pt x="891" y="1003"/>
                  </a:cubicBezTo>
                  <a:lnTo>
                    <a:pt x="891" y="882"/>
                  </a:lnTo>
                  <a:cubicBezTo>
                    <a:pt x="891" y="821"/>
                    <a:pt x="1195" y="699"/>
                    <a:pt x="1529" y="639"/>
                  </a:cubicBezTo>
                  <a:lnTo>
                    <a:pt x="1559" y="274"/>
                  </a:lnTo>
                  <a:cubicBezTo>
                    <a:pt x="1559" y="243"/>
                    <a:pt x="1590" y="243"/>
                    <a:pt x="1651" y="243"/>
                  </a:cubicBezTo>
                  <a:cubicBezTo>
                    <a:pt x="1803" y="213"/>
                    <a:pt x="1742" y="122"/>
                    <a:pt x="1742" y="31"/>
                  </a:cubicBezTo>
                  <a:cubicBezTo>
                    <a:pt x="1742" y="31"/>
                    <a:pt x="1620" y="0"/>
                    <a:pt x="1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4"/>
            <p:cNvSpPr/>
            <p:nvPr/>
          </p:nvSpPr>
          <p:spPr>
            <a:xfrm rot="-5400000">
              <a:off x="2809375" y="7640800"/>
              <a:ext cx="32700" cy="24650"/>
            </a:xfrm>
            <a:custGeom>
              <a:rect b="b" l="l" r="r" t="t"/>
              <a:pathLst>
                <a:path extrusionOk="0" h="986" w="1308">
                  <a:moveTo>
                    <a:pt x="790" y="0"/>
                  </a:moveTo>
                  <a:cubicBezTo>
                    <a:pt x="730" y="0"/>
                    <a:pt x="821" y="244"/>
                    <a:pt x="790" y="365"/>
                  </a:cubicBezTo>
                  <a:cubicBezTo>
                    <a:pt x="760" y="487"/>
                    <a:pt x="274" y="426"/>
                    <a:pt x="243" y="487"/>
                  </a:cubicBezTo>
                  <a:cubicBezTo>
                    <a:pt x="182" y="548"/>
                    <a:pt x="274" y="608"/>
                    <a:pt x="334" y="669"/>
                  </a:cubicBezTo>
                  <a:cubicBezTo>
                    <a:pt x="395" y="700"/>
                    <a:pt x="304" y="700"/>
                    <a:pt x="152" y="700"/>
                  </a:cubicBezTo>
                  <a:lnTo>
                    <a:pt x="61" y="730"/>
                  </a:lnTo>
                  <a:lnTo>
                    <a:pt x="30" y="730"/>
                  </a:lnTo>
                  <a:cubicBezTo>
                    <a:pt x="0" y="791"/>
                    <a:pt x="0" y="852"/>
                    <a:pt x="61" y="852"/>
                  </a:cubicBezTo>
                  <a:cubicBezTo>
                    <a:pt x="122" y="821"/>
                    <a:pt x="166" y="808"/>
                    <a:pt x="197" y="808"/>
                  </a:cubicBezTo>
                  <a:cubicBezTo>
                    <a:pt x="260" y="808"/>
                    <a:pt x="274" y="862"/>
                    <a:pt x="274" y="943"/>
                  </a:cubicBezTo>
                  <a:lnTo>
                    <a:pt x="274" y="973"/>
                  </a:lnTo>
                  <a:cubicBezTo>
                    <a:pt x="278" y="982"/>
                    <a:pt x="284" y="985"/>
                    <a:pt x="293" y="985"/>
                  </a:cubicBezTo>
                  <a:cubicBezTo>
                    <a:pt x="344" y="985"/>
                    <a:pt x="464" y="839"/>
                    <a:pt x="517" y="760"/>
                  </a:cubicBezTo>
                  <a:cubicBezTo>
                    <a:pt x="547" y="700"/>
                    <a:pt x="608" y="669"/>
                    <a:pt x="669" y="608"/>
                  </a:cubicBezTo>
                  <a:cubicBezTo>
                    <a:pt x="730" y="639"/>
                    <a:pt x="790" y="669"/>
                    <a:pt x="821" y="730"/>
                  </a:cubicBezTo>
                  <a:lnTo>
                    <a:pt x="882" y="791"/>
                  </a:lnTo>
                  <a:cubicBezTo>
                    <a:pt x="912" y="806"/>
                    <a:pt x="942" y="814"/>
                    <a:pt x="973" y="814"/>
                  </a:cubicBezTo>
                  <a:cubicBezTo>
                    <a:pt x="1003" y="814"/>
                    <a:pt x="1034" y="806"/>
                    <a:pt x="1064" y="791"/>
                  </a:cubicBezTo>
                  <a:lnTo>
                    <a:pt x="1125" y="730"/>
                  </a:lnTo>
                  <a:cubicBezTo>
                    <a:pt x="1064" y="669"/>
                    <a:pt x="942" y="608"/>
                    <a:pt x="912" y="578"/>
                  </a:cubicBezTo>
                  <a:cubicBezTo>
                    <a:pt x="912" y="548"/>
                    <a:pt x="942" y="517"/>
                    <a:pt x="973" y="487"/>
                  </a:cubicBezTo>
                  <a:lnTo>
                    <a:pt x="1034" y="487"/>
                  </a:lnTo>
                  <a:cubicBezTo>
                    <a:pt x="1216" y="456"/>
                    <a:pt x="1307" y="396"/>
                    <a:pt x="1307" y="244"/>
                  </a:cubicBezTo>
                  <a:lnTo>
                    <a:pt x="1307" y="152"/>
                  </a:lnTo>
                  <a:cubicBezTo>
                    <a:pt x="1296" y="109"/>
                    <a:pt x="1273" y="93"/>
                    <a:pt x="1247" y="93"/>
                  </a:cubicBezTo>
                  <a:cubicBezTo>
                    <a:pt x="1201" y="93"/>
                    <a:pt x="1144" y="144"/>
                    <a:pt x="1125" y="183"/>
                  </a:cubicBezTo>
                  <a:cubicBezTo>
                    <a:pt x="1116" y="201"/>
                    <a:pt x="1091" y="208"/>
                    <a:pt x="1062" y="208"/>
                  </a:cubicBezTo>
                  <a:cubicBezTo>
                    <a:pt x="991" y="208"/>
                    <a:pt x="890" y="165"/>
                    <a:pt x="912" y="122"/>
                  </a:cubicBezTo>
                  <a:cubicBezTo>
                    <a:pt x="973" y="31"/>
                    <a:pt x="851" y="0"/>
                    <a:pt x="7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4"/>
            <p:cNvSpPr/>
            <p:nvPr/>
          </p:nvSpPr>
          <p:spPr>
            <a:xfrm rot="-5400000">
              <a:off x="2450100" y="8366950"/>
              <a:ext cx="30000" cy="18850"/>
            </a:xfrm>
            <a:custGeom>
              <a:rect b="b" l="l" r="r" t="t"/>
              <a:pathLst>
                <a:path extrusionOk="0" h="754" w="1200">
                  <a:moveTo>
                    <a:pt x="657" y="1"/>
                  </a:moveTo>
                  <a:cubicBezTo>
                    <a:pt x="635" y="1"/>
                    <a:pt x="578" y="69"/>
                    <a:pt x="487" y="206"/>
                  </a:cubicBezTo>
                  <a:lnTo>
                    <a:pt x="365" y="328"/>
                  </a:lnTo>
                  <a:cubicBezTo>
                    <a:pt x="348" y="333"/>
                    <a:pt x="330" y="336"/>
                    <a:pt x="313" y="336"/>
                  </a:cubicBezTo>
                  <a:cubicBezTo>
                    <a:pt x="242" y="336"/>
                    <a:pt x="183" y="291"/>
                    <a:pt x="183" y="267"/>
                  </a:cubicBezTo>
                  <a:cubicBezTo>
                    <a:pt x="161" y="224"/>
                    <a:pt x="155" y="181"/>
                    <a:pt x="121" y="181"/>
                  </a:cubicBezTo>
                  <a:cubicBezTo>
                    <a:pt x="107" y="181"/>
                    <a:pt x="88" y="188"/>
                    <a:pt x="61" y="206"/>
                  </a:cubicBezTo>
                  <a:cubicBezTo>
                    <a:pt x="31" y="236"/>
                    <a:pt x="31" y="267"/>
                    <a:pt x="0" y="328"/>
                  </a:cubicBezTo>
                  <a:lnTo>
                    <a:pt x="31" y="449"/>
                  </a:lnTo>
                  <a:cubicBezTo>
                    <a:pt x="91" y="571"/>
                    <a:pt x="213" y="662"/>
                    <a:pt x="335" y="723"/>
                  </a:cubicBezTo>
                  <a:lnTo>
                    <a:pt x="426" y="753"/>
                  </a:lnTo>
                  <a:lnTo>
                    <a:pt x="487" y="753"/>
                  </a:lnTo>
                  <a:cubicBezTo>
                    <a:pt x="487" y="753"/>
                    <a:pt x="487" y="571"/>
                    <a:pt x="487" y="510"/>
                  </a:cubicBezTo>
                  <a:cubicBezTo>
                    <a:pt x="456" y="449"/>
                    <a:pt x="547" y="419"/>
                    <a:pt x="638" y="419"/>
                  </a:cubicBezTo>
                  <a:lnTo>
                    <a:pt x="730" y="419"/>
                  </a:lnTo>
                  <a:cubicBezTo>
                    <a:pt x="790" y="419"/>
                    <a:pt x="851" y="449"/>
                    <a:pt x="882" y="449"/>
                  </a:cubicBezTo>
                  <a:lnTo>
                    <a:pt x="1064" y="328"/>
                  </a:lnTo>
                  <a:cubicBezTo>
                    <a:pt x="1199" y="238"/>
                    <a:pt x="1084" y="131"/>
                    <a:pt x="966" y="131"/>
                  </a:cubicBezTo>
                  <a:cubicBezTo>
                    <a:pt x="925" y="131"/>
                    <a:pt x="883" y="144"/>
                    <a:pt x="851" y="176"/>
                  </a:cubicBezTo>
                  <a:cubicBezTo>
                    <a:pt x="806" y="221"/>
                    <a:pt x="760" y="244"/>
                    <a:pt x="726" y="244"/>
                  </a:cubicBezTo>
                  <a:cubicBezTo>
                    <a:pt x="692" y="244"/>
                    <a:pt x="669" y="221"/>
                    <a:pt x="669" y="176"/>
                  </a:cubicBezTo>
                  <a:lnTo>
                    <a:pt x="669" y="24"/>
                  </a:lnTo>
                  <a:cubicBezTo>
                    <a:pt x="669" y="8"/>
                    <a:pt x="665" y="1"/>
                    <a:pt x="6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4"/>
            <p:cNvSpPr/>
            <p:nvPr/>
          </p:nvSpPr>
          <p:spPr>
            <a:xfrm rot="-5400000">
              <a:off x="2722875" y="7323800"/>
              <a:ext cx="34225" cy="18825"/>
            </a:xfrm>
            <a:custGeom>
              <a:rect b="b" l="l" r="r" t="t"/>
              <a:pathLst>
                <a:path extrusionOk="0" h="753" w="1369">
                  <a:moveTo>
                    <a:pt x="1095" y="0"/>
                  </a:moveTo>
                  <a:cubicBezTo>
                    <a:pt x="943" y="31"/>
                    <a:pt x="851" y="122"/>
                    <a:pt x="851" y="183"/>
                  </a:cubicBezTo>
                  <a:cubicBezTo>
                    <a:pt x="882" y="213"/>
                    <a:pt x="760" y="213"/>
                    <a:pt x="699" y="213"/>
                  </a:cubicBezTo>
                  <a:cubicBezTo>
                    <a:pt x="639" y="213"/>
                    <a:pt x="547" y="274"/>
                    <a:pt x="517" y="365"/>
                  </a:cubicBezTo>
                  <a:lnTo>
                    <a:pt x="456" y="396"/>
                  </a:lnTo>
                  <a:cubicBezTo>
                    <a:pt x="344" y="452"/>
                    <a:pt x="387" y="612"/>
                    <a:pt x="275" y="612"/>
                  </a:cubicBezTo>
                  <a:cubicBezTo>
                    <a:pt x="265" y="612"/>
                    <a:pt x="255" y="611"/>
                    <a:pt x="243" y="608"/>
                  </a:cubicBezTo>
                  <a:cubicBezTo>
                    <a:pt x="91" y="578"/>
                    <a:pt x="213" y="456"/>
                    <a:pt x="152" y="396"/>
                  </a:cubicBezTo>
                  <a:lnTo>
                    <a:pt x="152" y="365"/>
                  </a:lnTo>
                  <a:cubicBezTo>
                    <a:pt x="91" y="365"/>
                    <a:pt x="31" y="365"/>
                    <a:pt x="0" y="396"/>
                  </a:cubicBezTo>
                  <a:lnTo>
                    <a:pt x="0" y="426"/>
                  </a:lnTo>
                  <a:lnTo>
                    <a:pt x="0" y="456"/>
                  </a:lnTo>
                  <a:cubicBezTo>
                    <a:pt x="31" y="487"/>
                    <a:pt x="61" y="699"/>
                    <a:pt x="152" y="730"/>
                  </a:cubicBezTo>
                  <a:cubicBezTo>
                    <a:pt x="228" y="745"/>
                    <a:pt x="304" y="753"/>
                    <a:pt x="384" y="753"/>
                  </a:cubicBezTo>
                  <a:cubicBezTo>
                    <a:pt x="464" y="753"/>
                    <a:pt x="547" y="745"/>
                    <a:pt x="639" y="730"/>
                  </a:cubicBezTo>
                  <a:lnTo>
                    <a:pt x="578" y="517"/>
                  </a:lnTo>
                  <a:lnTo>
                    <a:pt x="578" y="487"/>
                  </a:lnTo>
                  <a:cubicBezTo>
                    <a:pt x="656" y="428"/>
                    <a:pt x="748" y="394"/>
                    <a:pt x="810" y="394"/>
                  </a:cubicBezTo>
                  <a:cubicBezTo>
                    <a:pt x="845" y="394"/>
                    <a:pt x="871" y="404"/>
                    <a:pt x="882" y="426"/>
                  </a:cubicBezTo>
                  <a:lnTo>
                    <a:pt x="882" y="456"/>
                  </a:lnTo>
                  <a:cubicBezTo>
                    <a:pt x="882" y="517"/>
                    <a:pt x="882" y="578"/>
                    <a:pt x="912" y="608"/>
                  </a:cubicBezTo>
                  <a:lnTo>
                    <a:pt x="973" y="639"/>
                  </a:lnTo>
                  <a:cubicBezTo>
                    <a:pt x="1034" y="639"/>
                    <a:pt x="1125" y="669"/>
                    <a:pt x="1216" y="730"/>
                  </a:cubicBezTo>
                  <a:cubicBezTo>
                    <a:pt x="1216" y="739"/>
                    <a:pt x="1224" y="742"/>
                    <a:pt x="1236" y="742"/>
                  </a:cubicBezTo>
                  <a:cubicBezTo>
                    <a:pt x="1264" y="742"/>
                    <a:pt x="1316" y="721"/>
                    <a:pt x="1338" y="699"/>
                  </a:cubicBezTo>
                  <a:cubicBezTo>
                    <a:pt x="1368" y="669"/>
                    <a:pt x="1307" y="578"/>
                    <a:pt x="1186" y="487"/>
                  </a:cubicBezTo>
                  <a:lnTo>
                    <a:pt x="1095" y="396"/>
                  </a:lnTo>
                  <a:cubicBezTo>
                    <a:pt x="1125" y="304"/>
                    <a:pt x="1155" y="244"/>
                    <a:pt x="1186" y="183"/>
                  </a:cubicBezTo>
                  <a:lnTo>
                    <a:pt x="1155" y="122"/>
                  </a:lnTo>
                  <a:lnTo>
                    <a:pt x="109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4"/>
            <p:cNvSpPr/>
            <p:nvPr/>
          </p:nvSpPr>
          <p:spPr>
            <a:xfrm rot="-5400000">
              <a:off x="2732175" y="7204200"/>
              <a:ext cx="27375" cy="18675"/>
            </a:xfrm>
            <a:custGeom>
              <a:rect b="b" l="l" r="r" t="t"/>
              <a:pathLst>
                <a:path extrusionOk="0" h="747" w="1095">
                  <a:moveTo>
                    <a:pt x="382" y="1"/>
                  </a:moveTo>
                  <a:cubicBezTo>
                    <a:pt x="324" y="1"/>
                    <a:pt x="248" y="18"/>
                    <a:pt x="213" y="36"/>
                  </a:cubicBezTo>
                  <a:cubicBezTo>
                    <a:pt x="152" y="66"/>
                    <a:pt x="213" y="188"/>
                    <a:pt x="244" y="249"/>
                  </a:cubicBezTo>
                  <a:cubicBezTo>
                    <a:pt x="304" y="309"/>
                    <a:pt x="152" y="370"/>
                    <a:pt x="61" y="401"/>
                  </a:cubicBezTo>
                  <a:cubicBezTo>
                    <a:pt x="0" y="401"/>
                    <a:pt x="122" y="492"/>
                    <a:pt x="152" y="492"/>
                  </a:cubicBezTo>
                  <a:cubicBezTo>
                    <a:pt x="244" y="492"/>
                    <a:pt x="335" y="461"/>
                    <a:pt x="396" y="431"/>
                  </a:cubicBezTo>
                  <a:cubicBezTo>
                    <a:pt x="417" y="410"/>
                    <a:pt x="446" y="399"/>
                    <a:pt x="482" y="399"/>
                  </a:cubicBezTo>
                  <a:cubicBezTo>
                    <a:pt x="546" y="399"/>
                    <a:pt x="632" y="433"/>
                    <a:pt x="730" y="492"/>
                  </a:cubicBezTo>
                  <a:lnTo>
                    <a:pt x="821" y="553"/>
                  </a:lnTo>
                  <a:cubicBezTo>
                    <a:pt x="882" y="583"/>
                    <a:pt x="912" y="613"/>
                    <a:pt x="912" y="674"/>
                  </a:cubicBezTo>
                  <a:lnTo>
                    <a:pt x="912" y="735"/>
                  </a:lnTo>
                  <a:cubicBezTo>
                    <a:pt x="929" y="743"/>
                    <a:pt x="947" y="747"/>
                    <a:pt x="966" y="747"/>
                  </a:cubicBezTo>
                  <a:cubicBezTo>
                    <a:pt x="1018" y="747"/>
                    <a:pt x="1072" y="719"/>
                    <a:pt x="1095" y="674"/>
                  </a:cubicBezTo>
                  <a:lnTo>
                    <a:pt x="1095" y="613"/>
                  </a:lnTo>
                  <a:lnTo>
                    <a:pt x="1095" y="583"/>
                  </a:lnTo>
                  <a:cubicBezTo>
                    <a:pt x="1095" y="492"/>
                    <a:pt x="1064" y="401"/>
                    <a:pt x="1064" y="309"/>
                  </a:cubicBezTo>
                  <a:cubicBezTo>
                    <a:pt x="997" y="265"/>
                    <a:pt x="931" y="237"/>
                    <a:pt x="864" y="237"/>
                  </a:cubicBezTo>
                  <a:cubicBezTo>
                    <a:pt x="840" y="237"/>
                    <a:pt x="815" y="241"/>
                    <a:pt x="791" y="249"/>
                  </a:cubicBezTo>
                  <a:cubicBezTo>
                    <a:pt x="700" y="249"/>
                    <a:pt x="426" y="66"/>
                    <a:pt x="456" y="36"/>
                  </a:cubicBezTo>
                  <a:cubicBezTo>
                    <a:pt x="456" y="10"/>
                    <a:pt x="424" y="1"/>
                    <a:pt x="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4"/>
            <p:cNvSpPr/>
            <p:nvPr/>
          </p:nvSpPr>
          <p:spPr>
            <a:xfrm rot="-5400000">
              <a:off x="2654113" y="6987213"/>
              <a:ext cx="30350" cy="16425"/>
            </a:xfrm>
            <a:custGeom>
              <a:rect b="b" l="l" r="r" t="t"/>
              <a:pathLst>
                <a:path extrusionOk="0" h="657" w="1214">
                  <a:moveTo>
                    <a:pt x="853" y="0"/>
                  </a:moveTo>
                  <a:cubicBezTo>
                    <a:pt x="777" y="0"/>
                    <a:pt x="824" y="120"/>
                    <a:pt x="849" y="197"/>
                  </a:cubicBezTo>
                  <a:cubicBezTo>
                    <a:pt x="849" y="288"/>
                    <a:pt x="576" y="440"/>
                    <a:pt x="485" y="501"/>
                  </a:cubicBezTo>
                  <a:cubicBezTo>
                    <a:pt x="363" y="501"/>
                    <a:pt x="272" y="470"/>
                    <a:pt x="181" y="379"/>
                  </a:cubicBezTo>
                  <a:cubicBezTo>
                    <a:pt x="159" y="358"/>
                    <a:pt x="137" y="347"/>
                    <a:pt x="117" y="347"/>
                  </a:cubicBezTo>
                  <a:cubicBezTo>
                    <a:pt x="81" y="347"/>
                    <a:pt x="48" y="381"/>
                    <a:pt x="29" y="440"/>
                  </a:cubicBezTo>
                  <a:cubicBezTo>
                    <a:pt x="0" y="496"/>
                    <a:pt x="154" y="656"/>
                    <a:pt x="250" y="656"/>
                  </a:cubicBezTo>
                  <a:cubicBezTo>
                    <a:pt x="257" y="656"/>
                    <a:pt x="265" y="655"/>
                    <a:pt x="272" y="653"/>
                  </a:cubicBezTo>
                  <a:lnTo>
                    <a:pt x="363" y="653"/>
                  </a:lnTo>
                  <a:cubicBezTo>
                    <a:pt x="381" y="654"/>
                    <a:pt x="398" y="655"/>
                    <a:pt x="415" y="655"/>
                  </a:cubicBezTo>
                  <a:cubicBezTo>
                    <a:pt x="685" y="655"/>
                    <a:pt x="833" y="440"/>
                    <a:pt x="1062" y="440"/>
                  </a:cubicBezTo>
                  <a:cubicBezTo>
                    <a:pt x="1092" y="410"/>
                    <a:pt x="1153" y="349"/>
                    <a:pt x="1153" y="349"/>
                  </a:cubicBezTo>
                  <a:lnTo>
                    <a:pt x="940" y="197"/>
                  </a:lnTo>
                  <a:cubicBezTo>
                    <a:pt x="1123" y="136"/>
                    <a:pt x="1214" y="45"/>
                    <a:pt x="1123" y="14"/>
                  </a:cubicBezTo>
                  <a:lnTo>
                    <a:pt x="910" y="14"/>
                  </a:lnTo>
                  <a:cubicBezTo>
                    <a:pt x="886" y="5"/>
                    <a:pt x="867" y="0"/>
                    <a:pt x="8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4"/>
            <p:cNvSpPr/>
            <p:nvPr/>
          </p:nvSpPr>
          <p:spPr>
            <a:xfrm rot="-5400000">
              <a:off x="2680125" y="7082000"/>
              <a:ext cx="40300" cy="13050"/>
            </a:xfrm>
            <a:custGeom>
              <a:rect b="b" l="l" r="r" t="t"/>
              <a:pathLst>
                <a:path extrusionOk="0" h="522" w="1612">
                  <a:moveTo>
                    <a:pt x="1093" y="0"/>
                  </a:moveTo>
                  <a:cubicBezTo>
                    <a:pt x="1063" y="0"/>
                    <a:pt x="1033" y="4"/>
                    <a:pt x="1003" y="14"/>
                  </a:cubicBezTo>
                  <a:lnTo>
                    <a:pt x="730" y="106"/>
                  </a:lnTo>
                  <a:cubicBezTo>
                    <a:pt x="638" y="85"/>
                    <a:pt x="561" y="75"/>
                    <a:pt x="500" y="75"/>
                  </a:cubicBezTo>
                  <a:cubicBezTo>
                    <a:pt x="378" y="75"/>
                    <a:pt x="324" y="116"/>
                    <a:pt x="365" y="197"/>
                  </a:cubicBezTo>
                  <a:lnTo>
                    <a:pt x="183" y="258"/>
                  </a:lnTo>
                  <a:lnTo>
                    <a:pt x="91" y="288"/>
                  </a:lnTo>
                  <a:cubicBezTo>
                    <a:pt x="0" y="349"/>
                    <a:pt x="213" y="410"/>
                    <a:pt x="243" y="501"/>
                  </a:cubicBezTo>
                  <a:cubicBezTo>
                    <a:pt x="251" y="515"/>
                    <a:pt x="261" y="521"/>
                    <a:pt x="274" y="521"/>
                  </a:cubicBezTo>
                  <a:cubicBezTo>
                    <a:pt x="312" y="521"/>
                    <a:pt x="365" y="463"/>
                    <a:pt x="365" y="440"/>
                  </a:cubicBezTo>
                  <a:cubicBezTo>
                    <a:pt x="365" y="379"/>
                    <a:pt x="547" y="379"/>
                    <a:pt x="730" y="379"/>
                  </a:cubicBezTo>
                  <a:lnTo>
                    <a:pt x="851" y="227"/>
                  </a:lnTo>
                  <a:cubicBezTo>
                    <a:pt x="912" y="197"/>
                    <a:pt x="1003" y="166"/>
                    <a:pt x="1064" y="166"/>
                  </a:cubicBezTo>
                  <a:lnTo>
                    <a:pt x="1246" y="166"/>
                  </a:lnTo>
                  <a:cubicBezTo>
                    <a:pt x="1316" y="190"/>
                    <a:pt x="1386" y="199"/>
                    <a:pt x="1445" y="199"/>
                  </a:cubicBezTo>
                  <a:cubicBezTo>
                    <a:pt x="1541" y="199"/>
                    <a:pt x="1611" y="174"/>
                    <a:pt x="1611" y="136"/>
                  </a:cubicBezTo>
                  <a:lnTo>
                    <a:pt x="1581" y="136"/>
                  </a:lnTo>
                  <a:cubicBezTo>
                    <a:pt x="1403" y="111"/>
                    <a:pt x="1246" y="0"/>
                    <a:pt x="10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4"/>
            <p:cNvSpPr/>
            <p:nvPr/>
          </p:nvSpPr>
          <p:spPr>
            <a:xfrm rot="-5400000">
              <a:off x="2789475" y="7578650"/>
              <a:ext cx="28125" cy="18275"/>
            </a:xfrm>
            <a:custGeom>
              <a:rect b="b" l="l" r="r" t="t"/>
              <a:pathLst>
                <a:path extrusionOk="0" h="731" w="1125">
                  <a:moveTo>
                    <a:pt x="882" y="1"/>
                  </a:moveTo>
                  <a:lnTo>
                    <a:pt x="851" y="153"/>
                  </a:lnTo>
                  <a:cubicBezTo>
                    <a:pt x="851" y="210"/>
                    <a:pt x="815" y="232"/>
                    <a:pt x="772" y="232"/>
                  </a:cubicBezTo>
                  <a:cubicBezTo>
                    <a:pt x="748" y="232"/>
                    <a:pt x="722" y="224"/>
                    <a:pt x="699" y="213"/>
                  </a:cubicBezTo>
                  <a:lnTo>
                    <a:pt x="578" y="183"/>
                  </a:lnTo>
                  <a:cubicBezTo>
                    <a:pt x="557" y="169"/>
                    <a:pt x="527" y="163"/>
                    <a:pt x="494" y="163"/>
                  </a:cubicBezTo>
                  <a:cubicBezTo>
                    <a:pt x="383" y="163"/>
                    <a:pt x="229" y="227"/>
                    <a:pt x="183" y="274"/>
                  </a:cubicBezTo>
                  <a:cubicBezTo>
                    <a:pt x="122" y="335"/>
                    <a:pt x="152" y="457"/>
                    <a:pt x="213" y="517"/>
                  </a:cubicBezTo>
                  <a:cubicBezTo>
                    <a:pt x="243" y="548"/>
                    <a:pt x="122" y="669"/>
                    <a:pt x="61" y="669"/>
                  </a:cubicBezTo>
                  <a:cubicBezTo>
                    <a:pt x="0" y="700"/>
                    <a:pt x="183" y="730"/>
                    <a:pt x="243" y="730"/>
                  </a:cubicBezTo>
                  <a:cubicBezTo>
                    <a:pt x="304" y="730"/>
                    <a:pt x="365" y="578"/>
                    <a:pt x="365" y="517"/>
                  </a:cubicBezTo>
                  <a:cubicBezTo>
                    <a:pt x="365" y="457"/>
                    <a:pt x="426" y="426"/>
                    <a:pt x="517" y="426"/>
                  </a:cubicBezTo>
                  <a:cubicBezTo>
                    <a:pt x="590" y="426"/>
                    <a:pt x="896" y="348"/>
                    <a:pt x="1000" y="348"/>
                  </a:cubicBezTo>
                  <a:cubicBezTo>
                    <a:pt x="1026" y="348"/>
                    <a:pt x="1040" y="353"/>
                    <a:pt x="1034" y="365"/>
                  </a:cubicBezTo>
                  <a:cubicBezTo>
                    <a:pt x="1034" y="379"/>
                    <a:pt x="1037" y="385"/>
                    <a:pt x="1042" y="385"/>
                  </a:cubicBezTo>
                  <a:cubicBezTo>
                    <a:pt x="1058" y="385"/>
                    <a:pt x="1095" y="314"/>
                    <a:pt x="1095" y="244"/>
                  </a:cubicBezTo>
                  <a:cubicBezTo>
                    <a:pt x="1125" y="153"/>
                    <a:pt x="1034" y="3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4"/>
            <p:cNvSpPr/>
            <p:nvPr/>
          </p:nvSpPr>
          <p:spPr>
            <a:xfrm rot="-5400000">
              <a:off x="2682538" y="7056063"/>
              <a:ext cx="24350" cy="18575"/>
            </a:xfrm>
            <a:custGeom>
              <a:rect b="b" l="l" r="r" t="t"/>
              <a:pathLst>
                <a:path extrusionOk="0" h="743" w="974">
                  <a:moveTo>
                    <a:pt x="729" y="0"/>
                  </a:moveTo>
                  <a:cubicBezTo>
                    <a:pt x="610" y="0"/>
                    <a:pt x="503" y="22"/>
                    <a:pt x="395" y="43"/>
                  </a:cubicBezTo>
                  <a:lnTo>
                    <a:pt x="213" y="74"/>
                  </a:lnTo>
                  <a:cubicBezTo>
                    <a:pt x="169" y="74"/>
                    <a:pt x="125" y="10"/>
                    <a:pt x="92" y="10"/>
                  </a:cubicBezTo>
                  <a:cubicBezTo>
                    <a:pt x="80" y="10"/>
                    <a:pt x="69" y="19"/>
                    <a:pt x="61" y="43"/>
                  </a:cubicBezTo>
                  <a:cubicBezTo>
                    <a:pt x="0" y="135"/>
                    <a:pt x="92" y="135"/>
                    <a:pt x="183" y="165"/>
                  </a:cubicBezTo>
                  <a:lnTo>
                    <a:pt x="304" y="195"/>
                  </a:lnTo>
                  <a:cubicBezTo>
                    <a:pt x="332" y="223"/>
                    <a:pt x="371" y="238"/>
                    <a:pt x="415" y="238"/>
                  </a:cubicBezTo>
                  <a:cubicBezTo>
                    <a:pt x="468" y="238"/>
                    <a:pt x="528" y="215"/>
                    <a:pt x="578" y="165"/>
                  </a:cubicBezTo>
                  <a:cubicBezTo>
                    <a:pt x="578" y="161"/>
                    <a:pt x="583" y="159"/>
                    <a:pt x="593" y="159"/>
                  </a:cubicBezTo>
                  <a:cubicBezTo>
                    <a:pt x="653" y="159"/>
                    <a:pt x="878" y="238"/>
                    <a:pt x="851" y="317"/>
                  </a:cubicBezTo>
                  <a:cubicBezTo>
                    <a:pt x="791" y="378"/>
                    <a:pt x="578" y="591"/>
                    <a:pt x="517" y="591"/>
                  </a:cubicBezTo>
                  <a:cubicBezTo>
                    <a:pt x="426" y="591"/>
                    <a:pt x="456" y="651"/>
                    <a:pt x="547" y="743"/>
                  </a:cubicBezTo>
                  <a:lnTo>
                    <a:pt x="639" y="743"/>
                  </a:lnTo>
                  <a:cubicBezTo>
                    <a:pt x="791" y="743"/>
                    <a:pt x="821" y="621"/>
                    <a:pt x="882" y="530"/>
                  </a:cubicBezTo>
                  <a:lnTo>
                    <a:pt x="973" y="378"/>
                  </a:lnTo>
                  <a:cubicBezTo>
                    <a:pt x="973" y="195"/>
                    <a:pt x="943" y="13"/>
                    <a:pt x="882" y="13"/>
                  </a:cubicBezTo>
                  <a:cubicBezTo>
                    <a:pt x="828" y="4"/>
                    <a:pt x="778" y="0"/>
                    <a:pt x="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4"/>
            <p:cNvSpPr/>
            <p:nvPr/>
          </p:nvSpPr>
          <p:spPr>
            <a:xfrm rot="-5400000">
              <a:off x="2705150" y="7472000"/>
              <a:ext cx="23475" cy="17375"/>
            </a:xfrm>
            <a:custGeom>
              <a:rect b="b" l="l" r="r" t="t"/>
              <a:pathLst>
                <a:path extrusionOk="0" h="695" w="939">
                  <a:moveTo>
                    <a:pt x="821" y="166"/>
                  </a:moveTo>
                  <a:lnTo>
                    <a:pt x="765" y="190"/>
                  </a:lnTo>
                  <a:lnTo>
                    <a:pt x="760" y="227"/>
                  </a:lnTo>
                  <a:cubicBezTo>
                    <a:pt x="832" y="263"/>
                    <a:pt x="880" y="280"/>
                    <a:pt x="903" y="280"/>
                  </a:cubicBezTo>
                  <a:cubicBezTo>
                    <a:pt x="938" y="280"/>
                    <a:pt x="913" y="239"/>
                    <a:pt x="821" y="166"/>
                  </a:cubicBezTo>
                  <a:close/>
                  <a:moveTo>
                    <a:pt x="773" y="0"/>
                  </a:moveTo>
                  <a:cubicBezTo>
                    <a:pt x="764" y="0"/>
                    <a:pt x="750" y="4"/>
                    <a:pt x="730" y="14"/>
                  </a:cubicBezTo>
                  <a:cubicBezTo>
                    <a:pt x="699" y="14"/>
                    <a:pt x="608" y="44"/>
                    <a:pt x="608" y="44"/>
                  </a:cubicBezTo>
                  <a:cubicBezTo>
                    <a:pt x="608" y="257"/>
                    <a:pt x="365" y="196"/>
                    <a:pt x="243" y="257"/>
                  </a:cubicBezTo>
                  <a:lnTo>
                    <a:pt x="0" y="348"/>
                  </a:lnTo>
                  <a:cubicBezTo>
                    <a:pt x="31" y="439"/>
                    <a:pt x="61" y="561"/>
                    <a:pt x="91" y="683"/>
                  </a:cubicBezTo>
                  <a:cubicBezTo>
                    <a:pt x="91" y="691"/>
                    <a:pt x="122" y="695"/>
                    <a:pt x="167" y="695"/>
                  </a:cubicBezTo>
                  <a:cubicBezTo>
                    <a:pt x="291" y="695"/>
                    <a:pt x="525" y="666"/>
                    <a:pt x="547" y="622"/>
                  </a:cubicBezTo>
                  <a:cubicBezTo>
                    <a:pt x="547" y="561"/>
                    <a:pt x="547" y="500"/>
                    <a:pt x="547" y="500"/>
                  </a:cubicBezTo>
                  <a:cubicBezTo>
                    <a:pt x="543" y="496"/>
                    <a:pt x="537" y="494"/>
                    <a:pt x="530" y="494"/>
                  </a:cubicBezTo>
                  <a:cubicBezTo>
                    <a:pt x="485" y="494"/>
                    <a:pt x="395" y="565"/>
                    <a:pt x="395" y="591"/>
                  </a:cubicBezTo>
                  <a:cubicBezTo>
                    <a:pt x="387" y="609"/>
                    <a:pt x="370" y="617"/>
                    <a:pt x="349" y="617"/>
                  </a:cubicBezTo>
                  <a:cubicBezTo>
                    <a:pt x="299" y="617"/>
                    <a:pt x="226" y="574"/>
                    <a:pt x="183" y="531"/>
                  </a:cubicBezTo>
                  <a:cubicBezTo>
                    <a:pt x="152" y="500"/>
                    <a:pt x="274" y="409"/>
                    <a:pt x="456" y="348"/>
                  </a:cubicBezTo>
                  <a:lnTo>
                    <a:pt x="608" y="257"/>
                  </a:lnTo>
                  <a:lnTo>
                    <a:pt x="765" y="190"/>
                  </a:lnTo>
                  <a:lnTo>
                    <a:pt x="791" y="14"/>
                  </a:lnTo>
                  <a:cubicBezTo>
                    <a:pt x="791" y="14"/>
                    <a:pt x="791" y="0"/>
                    <a:pt x="7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4"/>
            <p:cNvSpPr/>
            <p:nvPr/>
          </p:nvSpPr>
          <p:spPr>
            <a:xfrm rot="-5400000">
              <a:off x="2584663" y="7226163"/>
              <a:ext cx="18550" cy="21575"/>
            </a:xfrm>
            <a:custGeom>
              <a:rect b="b" l="l" r="r" t="t"/>
              <a:pathLst>
                <a:path extrusionOk="0" h="863" w="742">
                  <a:moveTo>
                    <a:pt x="183" y="1"/>
                  </a:moveTo>
                  <a:cubicBezTo>
                    <a:pt x="92" y="1"/>
                    <a:pt x="92" y="31"/>
                    <a:pt x="183" y="92"/>
                  </a:cubicBezTo>
                  <a:lnTo>
                    <a:pt x="244" y="122"/>
                  </a:lnTo>
                  <a:lnTo>
                    <a:pt x="274" y="183"/>
                  </a:lnTo>
                  <a:cubicBezTo>
                    <a:pt x="274" y="244"/>
                    <a:pt x="183" y="305"/>
                    <a:pt x="152" y="305"/>
                  </a:cubicBezTo>
                  <a:cubicBezTo>
                    <a:pt x="122" y="335"/>
                    <a:pt x="61" y="365"/>
                    <a:pt x="31" y="396"/>
                  </a:cubicBezTo>
                  <a:lnTo>
                    <a:pt x="1" y="457"/>
                  </a:lnTo>
                  <a:lnTo>
                    <a:pt x="1" y="487"/>
                  </a:lnTo>
                  <a:cubicBezTo>
                    <a:pt x="10" y="506"/>
                    <a:pt x="31" y="513"/>
                    <a:pt x="57" y="513"/>
                  </a:cubicBezTo>
                  <a:cubicBezTo>
                    <a:pt x="113" y="513"/>
                    <a:pt x="192" y="478"/>
                    <a:pt x="213" y="457"/>
                  </a:cubicBezTo>
                  <a:cubicBezTo>
                    <a:pt x="217" y="453"/>
                    <a:pt x="219" y="452"/>
                    <a:pt x="222" y="452"/>
                  </a:cubicBezTo>
                  <a:cubicBezTo>
                    <a:pt x="243" y="452"/>
                    <a:pt x="240" y="554"/>
                    <a:pt x="213" y="609"/>
                  </a:cubicBezTo>
                  <a:cubicBezTo>
                    <a:pt x="152" y="669"/>
                    <a:pt x="122" y="761"/>
                    <a:pt x="122" y="852"/>
                  </a:cubicBezTo>
                  <a:cubicBezTo>
                    <a:pt x="122" y="859"/>
                    <a:pt x="125" y="863"/>
                    <a:pt x="130" y="863"/>
                  </a:cubicBezTo>
                  <a:cubicBezTo>
                    <a:pt x="165" y="863"/>
                    <a:pt x="312" y="692"/>
                    <a:pt x="365" y="639"/>
                  </a:cubicBezTo>
                  <a:cubicBezTo>
                    <a:pt x="404" y="581"/>
                    <a:pt x="503" y="560"/>
                    <a:pt x="587" y="560"/>
                  </a:cubicBezTo>
                  <a:cubicBezTo>
                    <a:pt x="635" y="560"/>
                    <a:pt x="677" y="567"/>
                    <a:pt x="700" y="578"/>
                  </a:cubicBezTo>
                  <a:cubicBezTo>
                    <a:pt x="706" y="581"/>
                    <a:pt x="711" y="583"/>
                    <a:pt x="714" y="583"/>
                  </a:cubicBezTo>
                  <a:cubicBezTo>
                    <a:pt x="741" y="583"/>
                    <a:pt x="666" y="480"/>
                    <a:pt x="639" y="426"/>
                  </a:cubicBezTo>
                  <a:cubicBezTo>
                    <a:pt x="578" y="365"/>
                    <a:pt x="335" y="213"/>
                    <a:pt x="396" y="183"/>
                  </a:cubicBezTo>
                  <a:cubicBezTo>
                    <a:pt x="456" y="153"/>
                    <a:pt x="426" y="61"/>
                    <a:pt x="365" y="31"/>
                  </a:cubicBezTo>
                  <a:lnTo>
                    <a:pt x="304" y="31"/>
                  </a:lnTo>
                  <a:lnTo>
                    <a:pt x="1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4"/>
            <p:cNvSpPr/>
            <p:nvPr/>
          </p:nvSpPr>
          <p:spPr>
            <a:xfrm rot="-5400000">
              <a:off x="2698513" y="7208363"/>
              <a:ext cx="21300" cy="14925"/>
            </a:xfrm>
            <a:custGeom>
              <a:rect b="b" l="l" r="r" t="t"/>
              <a:pathLst>
                <a:path extrusionOk="0" h="597" w="852">
                  <a:moveTo>
                    <a:pt x="627" y="0"/>
                  </a:moveTo>
                  <a:cubicBezTo>
                    <a:pt x="595" y="0"/>
                    <a:pt x="568" y="10"/>
                    <a:pt x="548" y="31"/>
                  </a:cubicBezTo>
                  <a:lnTo>
                    <a:pt x="487" y="92"/>
                  </a:lnTo>
                  <a:cubicBezTo>
                    <a:pt x="457" y="152"/>
                    <a:pt x="366" y="152"/>
                    <a:pt x="366" y="152"/>
                  </a:cubicBezTo>
                  <a:cubicBezTo>
                    <a:pt x="319" y="106"/>
                    <a:pt x="268" y="86"/>
                    <a:pt x="221" y="86"/>
                  </a:cubicBezTo>
                  <a:cubicBezTo>
                    <a:pt x="146" y="86"/>
                    <a:pt x="80" y="138"/>
                    <a:pt x="62" y="213"/>
                  </a:cubicBezTo>
                  <a:cubicBezTo>
                    <a:pt x="1" y="335"/>
                    <a:pt x="122" y="395"/>
                    <a:pt x="274" y="426"/>
                  </a:cubicBezTo>
                  <a:cubicBezTo>
                    <a:pt x="295" y="426"/>
                    <a:pt x="318" y="422"/>
                    <a:pt x="342" y="422"/>
                  </a:cubicBezTo>
                  <a:cubicBezTo>
                    <a:pt x="389" y="422"/>
                    <a:pt x="436" y="436"/>
                    <a:pt x="457" y="517"/>
                  </a:cubicBezTo>
                  <a:cubicBezTo>
                    <a:pt x="457" y="575"/>
                    <a:pt x="493" y="596"/>
                    <a:pt x="536" y="596"/>
                  </a:cubicBezTo>
                  <a:cubicBezTo>
                    <a:pt x="560" y="596"/>
                    <a:pt x="586" y="589"/>
                    <a:pt x="609" y="578"/>
                  </a:cubicBezTo>
                  <a:lnTo>
                    <a:pt x="639" y="547"/>
                  </a:lnTo>
                  <a:cubicBezTo>
                    <a:pt x="639" y="456"/>
                    <a:pt x="639" y="365"/>
                    <a:pt x="609" y="244"/>
                  </a:cubicBezTo>
                  <a:lnTo>
                    <a:pt x="670" y="244"/>
                  </a:lnTo>
                  <a:lnTo>
                    <a:pt x="852" y="122"/>
                  </a:lnTo>
                  <a:cubicBezTo>
                    <a:pt x="771" y="41"/>
                    <a:pt x="690" y="0"/>
                    <a:pt x="6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4"/>
            <p:cNvSpPr/>
            <p:nvPr/>
          </p:nvSpPr>
          <p:spPr>
            <a:xfrm rot="-5400000">
              <a:off x="2721313" y="7493013"/>
              <a:ext cx="28900" cy="15525"/>
            </a:xfrm>
            <a:custGeom>
              <a:rect b="b" l="l" r="r" t="t"/>
              <a:pathLst>
                <a:path extrusionOk="0" h="621" w="1156">
                  <a:moveTo>
                    <a:pt x="628" y="1"/>
                  </a:moveTo>
                  <a:cubicBezTo>
                    <a:pt x="538" y="1"/>
                    <a:pt x="487" y="35"/>
                    <a:pt x="487" y="103"/>
                  </a:cubicBezTo>
                  <a:cubicBezTo>
                    <a:pt x="456" y="195"/>
                    <a:pt x="365" y="286"/>
                    <a:pt x="274" y="347"/>
                  </a:cubicBezTo>
                  <a:cubicBezTo>
                    <a:pt x="244" y="347"/>
                    <a:pt x="152" y="225"/>
                    <a:pt x="122" y="164"/>
                  </a:cubicBezTo>
                  <a:cubicBezTo>
                    <a:pt x="122" y="152"/>
                    <a:pt x="119" y="146"/>
                    <a:pt x="115" y="146"/>
                  </a:cubicBezTo>
                  <a:cubicBezTo>
                    <a:pt x="97" y="146"/>
                    <a:pt x="49" y="238"/>
                    <a:pt x="0" y="407"/>
                  </a:cubicBezTo>
                  <a:lnTo>
                    <a:pt x="183" y="499"/>
                  </a:lnTo>
                  <a:lnTo>
                    <a:pt x="396" y="620"/>
                  </a:lnTo>
                  <a:cubicBezTo>
                    <a:pt x="487" y="559"/>
                    <a:pt x="578" y="438"/>
                    <a:pt x="608" y="316"/>
                  </a:cubicBezTo>
                  <a:cubicBezTo>
                    <a:pt x="578" y="255"/>
                    <a:pt x="639" y="225"/>
                    <a:pt x="700" y="225"/>
                  </a:cubicBezTo>
                  <a:lnTo>
                    <a:pt x="791" y="225"/>
                  </a:lnTo>
                  <a:cubicBezTo>
                    <a:pt x="815" y="225"/>
                    <a:pt x="976" y="303"/>
                    <a:pt x="1054" y="303"/>
                  </a:cubicBezTo>
                  <a:cubicBezTo>
                    <a:pt x="1074" y="303"/>
                    <a:pt x="1089" y="298"/>
                    <a:pt x="1095" y="286"/>
                  </a:cubicBezTo>
                  <a:cubicBezTo>
                    <a:pt x="1155" y="225"/>
                    <a:pt x="852" y="73"/>
                    <a:pt x="730" y="12"/>
                  </a:cubicBezTo>
                  <a:cubicBezTo>
                    <a:pt x="692" y="5"/>
                    <a:pt x="658" y="1"/>
                    <a:pt x="6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4"/>
            <p:cNvSpPr/>
            <p:nvPr/>
          </p:nvSpPr>
          <p:spPr>
            <a:xfrm rot="-5400000">
              <a:off x="2674325" y="7132125"/>
              <a:ext cx="20025" cy="16675"/>
            </a:xfrm>
            <a:custGeom>
              <a:rect b="b" l="l" r="r" t="t"/>
              <a:pathLst>
                <a:path extrusionOk="0" h="667" w="801">
                  <a:moveTo>
                    <a:pt x="490" y="1"/>
                  </a:moveTo>
                  <a:cubicBezTo>
                    <a:pt x="427" y="1"/>
                    <a:pt x="396" y="51"/>
                    <a:pt x="396" y="116"/>
                  </a:cubicBezTo>
                  <a:cubicBezTo>
                    <a:pt x="396" y="208"/>
                    <a:pt x="61" y="268"/>
                    <a:pt x="31" y="329"/>
                  </a:cubicBezTo>
                  <a:cubicBezTo>
                    <a:pt x="0" y="390"/>
                    <a:pt x="0" y="603"/>
                    <a:pt x="61" y="664"/>
                  </a:cubicBezTo>
                  <a:cubicBezTo>
                    <a:pt x="67" y="666"/>
                    <a:pt x="73" y="667"/>
                    <a:pt x="78" y="667"/>
                  </a:cubicBezTo>
                  <a:cubicBezTo>
                    <a:pt x="156" y="667"/>
                    <a:pt x="183" y="475"/>
                    <a:pt x="183" y="390"/>
                  </a:cubicBezTo>
                  <a:cubicBezTo>
                    <a:pt x="183" y="346"/>
                    <a:pt x="215" y="317"/>
                    <a:pt x="245" y="317"/>
                  </a:cubicBezTo>
                  <a:cubicBezTo>
                    <a:pt x="255" y="317"/>
                    <a:pt x="266" y="321"/>
                    <a:pt x="274" y="329"/>
                  </a:cubicBezTo>
                  <a:cubicBezTo>
                    <a:pt x="274" y="422"/>
                    <a:pt x="309" y="462"/>
                    <a:pt x="367" y="462"/>
                  </a:cubicBezTo>
                  <a:cubicBezTo>
                    <a:pt x="385" y="462"/>
                    <a:pt x="404" y="458"/>
                    <a:pt x="426" y="451"/>
                  </a:cubicBezTo>
                  <a:cubicBezTo>
                    <a:pt x="547" y="420"/>
                    <a:pt x="396" y="360"/>
                    <a:pt x="396" y="329"/>
                  </a:cubicBezTo>
                  <a:cubicBezTo>
                    <a:pt x="370" y="254"/>
                    <a:pt x="407" y="200"/>
                    <a:pt x="489" y="200"/>
                  </a:cubicBezTo>
                  <a:cubicBezTo>
                    <a:pt x="506" y="200"/>
                    <a:pt x="526" y="202"/>
                    <a:pt x="547" y="208"/>
                  </a:cubicBezTo>
                  <a:lnTo>
                    <a:pt x="669" y="238"/>
                  </a:lnTo>
                  <a:cubicBezTo>
                    <a:pt x="686" y="245"/>
                    <a:pt x="700" y="248"/>
                    <a:pt x="711" y="248"/>
                  </a:cubicBezTo>
                  <a:cubicBezTo>
                    <a:pt x="800" y="248"/>
                    <a:pt x="713" y="52"/>
                    <a:pt x="578" y="25"/>
                  </a:cubicBezTo>
                  <a:cubicBezTo>
                    <a:pt x="544" y="8"/>
                    <a:pt x="515" y="1"/>
                    <a:pt x="4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4"/>
            <p:cNvSpPr/>
            <p:nvPr/>
          </p:nvSpPr>
          <p:spPr>
            <a:xfrm rot="-5400000">
              <a:off x="2696938" y="7229088"/>
              <a:ext cx="15975" cy="13750"/>
            </a:xfrm>
            <a:custGeom>
              <a:rect b="b" l="l" r="r" t="t"/>
              <a:pathLst>
                <a:path extrusionOk="0" h="550" w="639">
                  <a:moveTo>
                    <a:pt x="204" y="0"/>
                  </a:moveTo>
                  <a:cubicBezTo>
                    <a:pt x="165" y="0"/>
                    <a:pt x="126" y="8"/>
                    <a:pt x="92" y="25"/>
                  </a:cubicBezTo>
                  <a:cubicBezTo>
                    <a:pt x="1" y="86"/>
                    <a:pt x="31" y="146"/>
                    <a:pt x="92" y="177"/>
                  </a:cubicBezTo>
                  <a:lnTo>
                    <a:pt x="213" y="177"/>
                  </a:lnTo>
                  <a:cubicBezTo>
                    <a:pt x="274" y="238"/>
                    <a:pt x="335" y="329"/>
                    <a:pt x="365" y="420"/>
                  </a:cubicBezTo>
                  <a:lnTo>
                    <a:pt x="153" y="420"/>
                  </a:lnTo>
                  <a:cubicBezTo>
                    <a:pt x="103" y="495"/>
                    <a:pt x="156" y="549"/>
                    <a:pt x="294" y="549"/>
                  </a:cubicBezTo>
                  <a:cubicBezTo>
                    <a:pt x="324" y="549"/>
                    <a:pt x="358" y="547"/>
                    <a:pt x="396" y="541"/>
                  </a:cubicBezTo>
                  <a:lnTo>
                    <a:pt x="487" y="511"/>
                  </a:lnTo>
                  <a:cubicBezTo>
                    <a:pt x="578" y="450"/>
                    <a:pt x="639" y="268"/>
                    <a:pt x="639" y="238"/>
                  </a:cubicBezTo>
                  <a:lnTo>
                    <a:pt x="457" y="116"/>
                  </a:lnTo>
                  <a:cubicBezTo>
                    <a:pt x="413" y="50"/>
                    <a:pt x="306"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4"/>
            <p:cNvSpPr/>
            <p:nvPr/>
          </p:nvSpPr>
          <p:spPr>
            <a:xfrm rot="-5400000">
              <a:off x="2460400" y="7235150"/>
              <a:ext cx="15850" cy="12400"/>
            </a:xfrm>
            <a:custGeom>
              <a:rect b="b" l="l" r="r" t="t"/>
              <a:pathLst>
                <a:path extrusionOk="0" h="496" w="634">
                  <a:moveTo>
                    <a:pt x="340" y="1"/>
                  </a:moveTo>
                  <a:cubicBezTo>
                    <a:pt x="314" y="1"/>
                    <a:pt x="291" y="3"/>
                    <a:pt x="274" y="9"/>
                  </a:cubicBezTo>
                  <a:cubicBezTo>
                    <a:pt x="214" y="39"/>
                    <a:pt x="123" y="70"/>
                    <a:pt x="62" y="100"/>
                  </a:cubicBezTo>
                  <a:cubicBezTo>
                    <a:pt x="31" y="221"/>
                    <a:pt x="1" y="313"/>
                    <a:pt x="1" y="434"/>
                  </a:cubicBezTo>
                  <a:lnTo>
                    <a:pt x="214" y="465"/>
                  </a:lnTo>
                  <a:lnTo>
                    <a:pt x="366" y="495"/>
                  </a:lnTo>
                  <a:cubicBezTo>
                    <a:pt x="457" y="373"/>
                    <a:pt x="548" y="252"/>
                    <a:pt x="609" y="100"/>
                  </a:cubicBezTo>
                  <a:cubicBezTo>
                    <a:pt x="634" y="50"/>
                    <a:pt x="456" y="1"/>
                    <a:pt x="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4"/>
            <p:cNvSpPr/>
            <p:nvPr/>
          </p:nvSpPr>
          <p:spPr>
            <a:xfrm rot="-5400000">
              <a:off x="2775025" y="7276975"/>
              <a:ext cx="21300" cy="16000"/>
            </a:xfrm>
            <a:custGeom>
              <a:rect b="b" l="l" r="r" t="t"/>
              <a:pathLst>
                <a:path extrusionOk="0" h="640" w="852">
                  <a:moveTo>
                    <a:pt x="457" y="1"/>
                  </a:moveTo>
                  <a:cubicBezTo>
                    <a:pt x="396" y="1"/>
                    <a:pt x="366" y="31"/>
                    <a:pt x="335" y="62"/>
                  </a:cubicBezTo>
                  <a:cubicBezTo>
                    <a:pt x="305" y="122"/>
                    <a:pt x="244" y="183"/>
                    <a:pt x="274" y="214"/>
                  </a:cubicBezTo>
                  <a:lnTo>
                    <a:pt x="305" y="274"/>
                  </a:lnTo>
                  <a:cubicBezTo>
                    <a:pt x="396" y="335"/>
                    <a:pt x="183" y="487"/>
                    <a:pt x="92" y="518"/>
                  </a:cubicBezTo>
                  <a:cubicBezTo>
                    <a:pt x="1" y="548"/>
                    <a:pt x="122" y="609"/>
                    <a:pt x="396" y="639"/>
                  </a:cubicBezTo>
                  <a:lnTo>
                    <a:pt x="578" y="457"/>
                  </a:lnTo>
                  <a:lnTo>
                    <a:pt x="609" y="426"/>
                  </a:lnTo>
                  <a:lnTo>
                    <a:pt x="852" y="426"/>
                  </a:lnTo>
                  <a:cubicBezTo>
                    <a:pt x="852" y="396"/>
                    <a:pt x="609" y="244"/>
                    <a:pt x="548" y="183"/>
                  </a:cubicBezTo>
                  <a:lnTo>
                    <a:pt x="548" y="62"/>
                  </a:lnTo>
                  <a:cubicBezTo>
                    <a:pt x="548" y="62"/>
                    <a:pt x="487" y="1"/>
                    <a:pt x="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4"/>
            <p:cNvSpPr/>
            <p:nvPr/>
          </p:nvSpPr>
          <p:spPr>
            <a:xfrm rot="-5400000">
              <a:off x="2613438" y="7252938"/>
              <a:ext cx="13700" cy="15425"/>
            </a:xfrm>
            <a:custGeom>
              <a:rect b="b" l="l" r="r" t="t"/>
              <a:pathLst>
                <a:path extrusionOk="0" h="617" w="548">
                  <a:moveTo>
                    <a:pt x="219" y="1"/>
                  </a:moveTo>
                  <a:cubicBezTo>
                    <a:pt x="197" y="1"/>
                    <a:pt x="175" y="3"/>
                    <a:pt x="152" y="9"/>
                  </a:cubicBezTo>
                  <a:lnTo>
                    <a:pt x="92" y="70"/>
                  </a:lnTo>
                  <a:cubicBezTo>
                    <a:pt x="0" y="131"/>
                    <a:pt x="0" y="191"/>
                    <a:pt x="152" y="222"/>
                  </a:cubicBezTo>
                  <a:lnTo>
                    <a:pt x="183" y="222"/>
                  </a:lnTo>
                  <a:cubicBezTo>
                    <a:pt x="213" y="222"/>
                    <a:pt x="152" y="283"/>
                    <a:pt x="61" y="313"/>
                  </a:cubicBezTo>
                  <a:lnTo>
                    <a:pt x="31" y="374"/>
                  </a:lnTo>
                  <a:lnTo>
                    <a:pt x="0" y="465"/>
                  </a:lnTo>
                  <a:cubicBezTo>
                    <a:pt x="31" y="556"/>
                    <a:pt x="183" y="617"/>
                    <a:pt x="213" y="617"/>
                  </a:cubicBezTo>
                  <a:cubicBezTo>
                    <a:pt x="274" y="617"/>
                    <a:pt x="274" y="465"/>
                    <a:pt x="213" y="283"/>
                  </a:cubicBezTo>
                  <a:lnTo>
                    <a:pt x="548" y="283"/>
                  </a:lnTo>
                  <a:lnTo>
                    <a:pt x="548" y="191"/>
                  </a:lnTo>
                  <a:lnTo>
                    <a:pt x="487" y="100"/>
                  </a:lnTo>
                  <a:cubicBezTo>
                    <a:pt x="412" y="51"/>
                    <a:pt x="318" y="1"/>
                    <a:pt x="2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4"/>
            <p:cNvSpPr/>
            <p:nvPr/>
          </p:nvSpPr>
          <p:spPr>
            <a:xfrm rot="-5400000">
              <a:off x="2722100" y="7271575"/>
              <a:ext cx="22825" cy="19175"/>
            </a:xfrm>
            <a:custGeom>
              <a:rect b="b" l="l" r="r" t="t"/>
              <a:pathLst>
                <a:path extrusionOk="0" h="767" w="913">
                  <a:moveTo>
                    <a:pt x="563" y="0"/>
                  </a:moveTo>
                  <a:cubicBezTo>
                    <a:pt x="547" y="0"/>
                    <a:pt x="532" y="8"/>
                    <a:pt x="517" y="23"/>
                  </a:cubicBezTo>
                  <a:lnTo>
                    <a:pt x="487" y="297"/>
                  </a:lnTo>
                  <a:cubicBezTo>
                    <a:pt x="304" y="418"/>
                    <a:pt x="152" y="570"/>
                    <a:pt x="0" y="753"/>
                  </a:cubicBezTo>
                  <a:cubicBezTo>
                    <a:pt x="0" y="753"/>
                    <a:pt x="27" y="766"/>
                    <a:pt x="72" y="766"/>
                  </a:cubicBezTo>
                  <a:cubicBezTo>
                    <a:pt x="95" y="766"/>
                    <a:pt x="122" y="763"/>
                    <a:pt x="152" y="753"/>
                  </a:cubicBezTo>
                  <a:cubicBezTo>
                    <a:pt x="238" y="724"/>
                    <a:pt x="432" y="507"/>
                    <a:pt x="505" y="507"/>
                  </a:cubicBezTo>
                  <a:cubicBezTo>
                    <a:pt x="509" y="507"/>
                    <a:pt x="514" y="508"/>
                    <a:pt x="517" y="510"/>
                  </a:cubicBezTo>
                  <a:cubicBezTo>
                    <a:pt x="558" y="510"/>
                    <a:pt x="598" y="523"/>
                    <a:pt x="621" y="523"/>
                  </a:cubicBezTo>
                  <a:cubicBezTo>
                    <a:pt x="632" y="523"/>
                    <a:pt x="639" y="520"/>
                    <a:pt x="639" y="510"/>
                  </a:cubicBezTo>
                  <a:lnTo>
                    <a:pt x="639" y="479"/>
                  </a:lnTo>
                  <a:cubicBezTo>
                    <a:pt x="547" y="388"/>
                    <a:pt x="517" y="297"/>
                    <a:pt x="669" y="236"/>
                  </a:cubicBezTo>
                  <a:cubicBezTo>
                    <a:pt x="760" y="175"/>
                    <a:pt x="851" y="145"/>
                    <a:pt x="912" y="114"/>
                  </a:cubicBezTo>
                  <a:cubicBezTo>
                    <a:pt x="912" y="54"/>
                    <a:pt x="851" y="23"/>
                    <a:pt x="851" y="23"/>
                  </a:cubicBezTo>
                  <a:cubicBezTo>
                    <a:pt x="821" y="54"/>
                    <a:pt x="775" y="69"/>
                    <a:pt x="730" y="69"/>
                  </a:cubicBezTo>
                  <a:cubicBezTo>
                    <a:pt x="684" y="69"/>
                    <a:pt x="639" y="54"/>
                    <a:pt x="608" y="23"/>
                  </a:cubicBezTo>
                  <a:cubicBezTo>
                    <a:pt x="593" y="8"/>
                    <a:pt x="578" y="0"/>
                    <a:pt x="5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4"/>
            <p:cNvSpPr/>
            <p:nvPr/>
          </p:nvSpPr>
          <p:spPr>
            <a:xfrm rot="-5400000">
              <a:off x="2665088" y="7110313"/>
              <a:ext cx="18250" cy="11925"/>
            </a:xfrm>
            <a:custGeom>
              <a:rect b="b" l="l" r="r" t="t"/>
              <a:pathLst>
                <a:path extrusionOk="0" h="477" w="730">
                  <a:moveTo>
                    <a:pt x="183" y="1"/>
                  </a:moveTo>
                  <a:cubicBezTo>
                    <a:pt x="122" y="1"/>
                    <a:pt x="122" y="62"/>
                    <a:pt x="122" y="123"/>
                  </a:cubicBezTo>
                  <a:cubicBezTo>
                    <a:pt x="122" y="153"/>
                    <a:pt x="0" y="396"/>
                    <a:pt x="31" y="457"/>
                  </a:cubicBezTo>
                  <a:cubicBezTo>
                    <a:pt x="45" y="471"/>
                    <a:pt x="66" y="477"/>
                    <a:pt x="90" y="477"/>
                  </a:cubicBezTo>
                  <a:cubicBezTo>
                    <a:pt x="170" y="477"/>
                    <a:pt x="288" y="412"/>
                    <a:pt x="335" y="366"/>
                  </a:cubicBezTo>
                  <a:cubicBezTo>
                    <a:pt x="344" y="347"/>
                    <a:pt x="371" y="340"/>
                    <a:pt x="406" y="340"/>
                  </a:cubicBezTo>
                  <a:cubicBezTo>
                    <a:pt x="483" y="340"/>
                    <a:pt x="597" y="375"/>
                    <a:pt x="639" y="396"/>
                  </a:cubicBezTo>
                  <a:cubicBezTo>
                    <a:pt x="655" y="404"/>
                    <a:pt x="667" y="408"/>
                    <a:pt x="676" y="408"/>
                  </a:cubicBezTo>
                  <a:cubicBezTo>
                    <a:pt x="700" y="408"/>
                    <a:pt x="700" y="380"/>
                    <a:pt x="700" y="335"/>
                  </a:cubicBezTo>
                  <a:lnTo>
                    <a:pt x="700" y="305"/>
                  </a:lnTo>
                  <a:lnTo>
                    <a:pt x="700" y="244"/>
                  </a:lnTo>
                  <a:cubicBezTo>
                    <a:pt x="730" y="153"/>
                    <a:pt x="669" y="92"/>
                    <a:pt x="608" y="62"/>
                  </a:cubicBezTo>
                  <a:lnTo>
                    <a:pt x="578" y="92"/>
                  </a:lnTo>
                  <a:lnTo>
                    <a:pt x="396" y="214"/>
                  </a:lnTo>
                  <a:cubicBezTo>
                    <a:pt x="365" y="123"/>
                    <a:pt x="274" y="3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4"/>
            <p:cNvSpPr/>
            <p:nvPr/>
          </p:nvSpPr>
          <p:spPr>
            <a:xfrm rot="-5400000">
              <a:off x="2665550" y="7353675"/>
              <a:ext cx="26525" cy="9325"/>
            </a:xfrm>
            <a:custGeom>
              <a:rect b="b" l="l" r="r" t="t"/>
              <a:pathLst>
                <a:path extrusionOk="0" h="373" w="1061">
                  <a:moveTo>
                    <a:pt x="619" y="0"/>
                  </a:moveTo>
                  <a:cubicBezTo>
                    <a:pt x="487" y="0"/>
                    <a:pt x="349" y="59"/>
                    <a:pt x="274" y="160"/>
                  </a:cubicBezTo>
                  <a:cubicBezTo>
                    <a:pt x="243" y="160"/>
                    <a:pt x="152" y="130"/>
                    <a:pt x="91" y="130"/>
                  </a:cubicBezTo>
                  <a:lnTo>
                    <a:pt x="61" y="130"/>
                  </a:lnTo>
                  <a:cubicBezTo>
                    <a:pt x="55" y="124"/>
                    <a:pt x="49" y="121"/>
                    <a:pt x="44" y="121"/>
                  </a:cubicBezTo>
                  <a:cubicBezTo>
                    <a:pt x="20" y="121"/>
                    <a:pt x="0" y="166"/>
                    <a:pt x="0" y="190"/>
                  </a:cubicBezTo>
                  <a:lnTo>
                    <a:pt x="0" y="221"/>
                  </a:lnTo>
                  <a:lnTo>
                    <a:pt x="31" y="282"/>
                  </a:lnTo>
                  <a:cubicBezTo>
                    <a:pt x="39" y="286"/>
                    <a:pt x="51" y="288"/>
                    <a:pt x="66" y="288"/>
                  </a:cubicBezTo>
                  <a:cubicBezTo>
                    <a:pt x="156" y="288"/>
                    <a:pt x="347" y="217"/>
                    <a:pt x="426" y="190"/>
                  </a:cubicBezTo>
                  <a:cubicBezTo>
                    <a:pt x="439" y="177"/>
                    <a:pt x="452" y="171"/>
                    <a:pt x="464" y="171"/>
                  </a:cubicBezTo>
                  <a:cubicBezTo>
                    <a:pt x="508" y="171"/>
                    <a:pt x="541" y="253"/>
                    <a:pt x="517" y="373"/>
                  </a:cubicBezTo>
                  <a:lnTo>
                    <a:pt x="760" y="190"/>
                  </a:lnTo>
                  <a:lnTo>
                    <a:pt x="760" y="160"/>
                  </a:lnTo>
                  <a:cubicBezTo>
                    <a:pt x="821" y="190"/>
                    <a:pt x="882" y="206"/>
                    <a:pt x="931" y="206"/>
                  </a:cubicBezTo>
                  <a:cubicBezTo>
                    <a:pt x="980" y="206"/>
                    <a:pt x="1018" y="190"/>
                    <a:pt x="1034" y="160"/>
                  </a:cubicBezTo>
                  <a:cubicBezTo>
                    <a:pt x="1061" y="106"/>
                    <a:pt x="1015" y="3"/>
                    <a:pt x="876" y="3"/>
                  </a:cubicBezTo>
                  <a:cubicBezTo>
                    <a:pt x="859" y="3"/>
                    <a:pt x="841" y="5"/>
                    <a:pt x="821" y="8"/>
                  </a:cubicBezTo>
                  <a:lnTo>
                    <a:pt x="699" y="8"/>
                  </a:lnTo>
                  <a:cubicBezTo>
                    <a:pt x="673" y="3"/>
                    <a:pt x="646" y="0"/>
                    <a:pt x="6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4"/>
            <p:cNvSpPr/>
            <p:nvPr/>
          </p:nvSpPr>
          <p:spPr>
            <a:xfrm rot="-5400000">
              <a:off x="2467763" y="8407013"/>
              <a:ext cx="19775" cy="12800"/>
            </a:xfrm>
            <a:custGeom>
              <a:rect b="b" l="l" r="r" t="t"/>
              <a:pathLst>
                <a:path extrusionOk="0" h="512" w="791">
                  <a:moveTo>
                    <a:pt x="643" y="1"/>
                  </a:moveTo>
                  <a:cubicBezTo>
                    <a:pt x="624" y="1"/>
                    <a:pt x="608" y="24"/>
                    <a:pt x="608" y="69"/>
                  </a:cubicBezTo>
                  <a:lnTo>
                    <a:pt x="639" y="69"/>
                  </a:lnTo>
                  <a:lnTo>
                    <a:pt x="724" y="154"/>
                  </a:lnTo>
                  <a:lnTo>
                    <a:pt x="724" y="154"/>
                  </a:lnTo>
                  <a:cubicBezTo>
                    <a:pt x="723" y="117"/>
                    <a:pt x="716" y="85"/>
                    <a:pt x="700" y="69"/>
                  </a:cubicBezTo>
                  <a:cubicBezTo>
                    <a:pt x="684" y="24"/>
                    <a:pt x="662" y="1"/>
                    <a:pt x="643" y="1"/>
                  </a:cubicBezTo>
                  <a:close/>
                  <a:moveTo>
                    <a:pt x="724" y="154"/>
                  </a:moveTo>
                  <a:cubicBezTo>
                    <a:pt x="724" y="179"/>
                    <a:pt x="720" y="206"/>
                    <a:pt x="714" y="234"/>
                  </a:cubicBezTo>
                  <a:lnTo>
                    <a:pt x="714" y="234"/>
                  </a:lnTo>
                  <a:cubicBezTo>
                    <a:pt x="740" y="230"/>
                    <a:pt x="766" y="226"/>
                    <a:pt x="791" y="221"/>
                  </a:cubicBezTo>
                  <a:lnTo>
                    <a:pt x="724" y="154"/>
                  </a:lnTo>
                  <a:close/>
                  <a:moveTo>
                    <a:pt x="714" y="234"/>
                  </a:moveTo>
                  <a:cubicBezTo>
                    <a:pt x="580" y="252"/>
                    <a:pt x="432" y="252"/>
                    <a:pt x="305" y="252"/>
                  </a:cubicBezTo>
                  <a:lnTo>
                    <a:pt x="183" y="343"/>
                  </a:lnTo>
                  <a:cubicBezTo>
                    <a:pt x="122" y="373"/>
                    <a:pt x="1" y="434"/>
                    <a:pt x="1" y="434"/>
                  </a:cubicBezTo>
                  <a:lnTo>
                    <a:pt x="31" y="495"/>
                  </a:lnTo>
                  <a:cubicBezTo>
                    <a:pt x="43" y="507"/>
                    <a:pt x="66" y="512"/>
                    <a:pt x="97" y="512"/>
                  </a:cubicBezTo>
                  <a:cubicBezTo>
                    <a:pt x="225" y="512"/>
                    <a:pt x="480" y="428"/>
                    <a:pt x="578" y="404"/>
                  </a:cubicBezTo>
                  <a:cubicBezTo>
                    <a:pt x="646" y="404"/>
                    <a:pt x="694" y="319"/>
                    <a:pt x="714" y="2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4"/>
            <p:cNvSpPr/>
            <p:nvPr/>
          </p:nvSpPr>
          <p:spPr>
            <a:xfrm rot="-5400000">
              <a:off x="2666850" y="7388825"/>
              <a:ext cx="26000" cy="9750"/>
            </a:xfrm>
            <a:custGeom>
              <a:rect b="b" l="l" r="r" t="t"/>
              <a:pathLst>
                <a:path extrusionOk="0" h="390" w="1040">
                  <a:moveTo>
                    <a:pt x="689" y="1"/>
                  </a:moveTo>
                  <a:cubicBezTo>
                    <a:pt x="570" y="1"/>
                    <a:pt x="513" y="100"/>
                    <a:pt x="432" y="127"/>
                  </a:cubicBezTo>
                  <a:cubicBezTo>
                    <a:pt x="432" y="137"/>
                    <a:pt x="428" y="141"/>
                    <a:pt x="421" y="141"/>
                  </a:cubicBezTo>
                  <a:cubicBezTo>
                    <a:pt x="408" y="141"/>
                    <a:pt x="381" y="127"/>
                    <a:pt x="340" y="127"/>
                  </a:cubicBezTo>
                  <a:cubicBezTo>
                    <a:pt x="300" y="127"/>
                    <a:pt x="246" y="114"/>
                    <a:pt x="205" y="114"/>
                  </a:cubicBezTo>
                  <a:cubicBezTo>
                    <a:pt x="185" y="114"/>
                    <a:pt x="168" y="117"/>
                    <a:pt x="158" y="127"/>
                  </a:cubicBezTo>
                  <a:lnTo>
                    <a:pt x="97" y="188"/>
                  </a:lnTo>
                  <a:cubicBezTo>
                    <a:pt x="7" y="301"/>
                    <a:pt x="0" y="363"/>
                    <a:pt x="65" y="363"/>
                  </a:cubicBezTo>
                  <a:cubicBezTo>
                    <a:pt x="88" y="363"/>
                    <a:pt x="119" y="356"/>
                    <a:pt x="158" y="340"/>
                  </a:cubicBezTo>
                  <a:lnTo>
                    <a:pt x="219" y="309"/>
                  </a:lnTo>
                  <a:lnTo>
                    <a:pt x="280" y="249"/>
                  </a:lnTo>
                  <a:cubicBezTo>
                    <a:pt x="346" y="249"/>
                    <a:pt x="509" y="313"/>
                    <a:pt x="593" y="313"/>
                  </a:cubicBezTo>
                  <a:cubicBezTo>
                    <a:pt x="624" y="313"/>
                    <a:pt x="644" y="304"/>
                    <a:pt x="644" y="279"/>
                  </a:cubicBezTo>
                  <a:cubicBezTo>
                    <a:pt x="637" y="265"/>
                    <a:pt x="640" y="259"/>
                    <a:pt x="649" y="259"/>
                  </a:cubicBezTo>
                  <a:cubicBezTo>
                    <a:pt x="678" y="259"/>
                    <a:pt x="773" y="324"/>
                    <a:pt x="796" y="370"/>
                  </a:cubicBezTo>
                  <a:cubicBezTo>
                    <a:pt x="809" y="383"/>
                    <a:pt x="825" y="389"/>
                    <a:pt x="842" y="389"/>
                  </a:cubicBezTo>
                  <a:cubicBezTo>
                    <a:pt x="906" y="389"/>
                    <a:pt x="992" y="307"/>
                    <a:pt x="1039" y="188"/>
                  </a:cubicBezTo>
                  <a:lnTo>
                    <a:pt x="887" y="188"/>
                  </a:lnTo>
                  <a:cubicBezTo>
                    <a:pt x="736" y="157"/>
                    <a:pt x="796" y="36"/>
                    <a:pt x="736" y="5"/>
                  </a:cubicBezTo>
                  <a:cubicBezTo>
                    <a:pt x="719" y="2"/>
                    <a:pt x="703" y="1"/>
                    <a:pt x="6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4"/>
            <p:cNvSpPr/>
            <p:nvPr/>
          </p:nvSpPr>
          <p:spPr>
            <a:xfrm rot="-5400000">
              <a:off x="2732238" y="7301538"/>
              <a:ext cx="17500" cy="10175"/>
            </a:xfrm>
            <a:custGeom>
              <a:rect b="b" l="l" r="r" t="t"/>
              <a:pathLst>
                <a:path extrusionOk="0" h="407" w="700">
                  <a:moveTo>
                    <a:pt x="304" y="0"/>
                  </a:moveTo>
                  <a:cubicBezTo>
                    <a:pt x="213" y="31"/>
                    <a:pt x="122" y="61"/>
                    <a:pt x="0" y="122"/>
                  </a:cubicBezTo>
                  <a:cubicBezTo>
                    <a:pt x="0" y="183"/>
                    <a:pt x="92" y="183"/>
                    <a:pt x="122" y="183"/>
                  </a:cubicBezTo>
                  <a:cubicBezTo>
                    <a:pt x="124" y="180"/>
                    <a:pt x="126" y="180"/>
                    <a:pt x="129" y="180"/>
                  </a:cubicBezTo>
                  <a:cubicBezTo>
                    <a:pt x="161" y="180"/>
                    <a:pt x="219" y="367"/>
                    <a:pt x="304" y="395"/>
                  </a:cubicBezTo>
                  <a:cubicBezTo>
                    <a:pt x="327" y="403"/>
                    <a:pt x="352" y="407"/>
                    <a:pt x="378" y="407"/>
                  </a:cubicBezTo>
                  <a:cubicBezTo>
                    <a:pt x="455" y="407"/>
                    <a:pt x="540" y="372"/>
                    <a:pt x="608" y="304"/>
                  </a:cubicBezTo>
                  <a:lnTo>
                    <a:pt x="669" y="243"/>
                  </a:lnTo>
                  <a:lnTo>
                    <a:pt x="700" y="213"/>
                  </a:lnTo>
                  <a:cubicBezTo>
                    <a:pt x="700" y="152"/>
                    <a:pt x="669" y="91"/>
                    <a:pt x="608" y="91"/>
                  </a:cubicBezTo>
                  <a:lnTo>
                    <a:pt x="548" y="91"/>
                  </a:lnTo>
                  <a:cubicBezTo>
                    <a:pt x="517" y="91"/>
                    <a:pt x="517" y="122"/>
                    <a:pt x="456" y="152"/>
                  </a:cubicBezTo>
                  <a:cubicBezTo>
                    <a:pt x="436" y="162"/>
                    <a:pt x="423" y="169"/>
                    <a:pt x="413" y="169"/>
                  </a:cubicBezTo>
                  <a:cubicBezTo>
                    <a:pt x="392" y="169"/>
                    <a:pt x="386" y="142"/>
                    <a:pt x="365" y="61"/>
                  </a:cubicBezTo>
                  <a:cubicBezTo>
                    <a:pt x="365" y="31"/>
                    <a:pt x="335" y="0"/>
                    <a:pt x="3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4"/>
            <p:cNvSpPr/>
            <p:nvPr/>
          </p:nvSpPr>
          <p:spPr>
            <a:xfrm rot="-5400000">
              <a:off x="2678550" y="7375725"/>
              <a:ext cx="18950" cy="9150"/>
            </a:xfrm>
            <a:custGeom>
              <a:rect b="b" l="l" r="r" t="t"/>
              <a:pathLst>
                <a:path extrusionOk="0" h="366" w="758">
                  <a:moveTo>
                    <a:pt x="514" y="1"/>
                  </a:moveTo>
                  <a:cubicBezTo>
                    <a:pt x="454" y="1"/>
                    <a:pt x="393" y="122"/>
                    <a:pt x="393" y="153"/>
                  </a:cubicBezTo>
                  <a:cubicBezTo>
                    <a:pt x="393" y="214"/>
                    <a:pt x="302" y="214"/>
                    <a:pt x="210" y="214"/>
                  </a:cubicBezTo>
                  <a:cubicBezTo>
                    <a:pt x="202" y="211"/>
                    <a:pt x="194" y="210"/>
                    <a:pt x="185" y="210"/>
                  </a:cubicBezTo>
                  <a:cubicBezTo>
                    <a:pt x="99" y="210"/>
                    <a:pt x="0" y="338"/>
                    <a:pt x="28" y="366"/>
                  </a:cubicBezTo>
                  <a:cubicBezTo>
                    <a:pt x="180" y="366"/>
                    <a:pt x="332" y="366"/>
                    <a:pt x="484" y="305"/>
                  </a:cubicBezTo>
                  <a:lnTo>
                    <a:pt x="727" y="305"/>
                  </a:lnTo>
                  <a:cubicBezTo>
                    <a:pt x="758" y="274"/>
                    <a:pt x="727" y="214"/>
                    <a:pt x="666" y="183"/>
                  </a:cubicBezTo>
                  <a:lnTo>
                    <a:pt x="666" y="153"/>
                  </a:lnTo>
                  <a:lnTo>
                    <a:pt x="636" y="92"/>
                  </a:lnTo>
                  <a:cubicBezTo>
                    <a:pt x="666" y="31"/>
                    <a:pt x="545" y="1"/>
                    <a:pt x="5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4"/>
            <p:cNvSpPr/>
            <p:nvPr/>
          </p:nvSpPr>
          <p:spPr>
            <a:xfrm rot="-5400000">
              <a:off x="2555225" y="9281000"/>
              <a:ext cx="12925" cy="5725"/>
            </a:xfrm>
            <a:custGeom>
              <a:rect b="b" l="l" r="r" t="t"/>
              <a:pathLst>
                <a:path extrusionOk="0" h="229" w="517">
                  <a:moveTo>
                    <a:pt x="122" y="1"/>
                  </a:moveTo>
                  <a:cubicBezTo>
                    <a:pt x="30" y="1"/>
                    <a:pt x="0" y="62"/>
                    <a:pt x="91" y="123"/>
                  </a:cubicBezTo>
                  <a:cubicBezTo>
                    <a:pt x="131" y="182"/>
                    <a:pt x="261" y="228"/>
                    <a:pt x="355" y="228"/>
                  </a:cubicBezTo>
                  <a:cubicBezTo>
                    <a:pt x="405" y="228"/>
                    <a:pt x="445" y="215"/>
                    <a:pt x="456" y="183"/>
                  </a:cubicBezTo>
                  <a:cubicBezTo>
                    <a:pt x="517" y="123"/>
                    <a:pt x="243" y="31"/>
                    <a:pt x="1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4"/>
            <p:cNvSpPr/>
            <p:nvPr/>
          </p:nvSpPr>
          <p:spPr>
            <a:xfrm rot="-5400000">
              <a:off x="2762050" y="7343025"/>
              <a:ext cx="15225" cy="14575"/>
            </a:xfrm>
            <a:custGeom>
              <a:rect b="b" l="l" r="r" t="t"/>
              <a:pathLst>
                <a:path extrusionOk="0" h="583" w="609">
                  <a:moveTo>
                    <a:pt x="372" y="0"/>
                  </a:moveTo>
                  <a:cubicBezTo>
                    <a:pt x="355" y="0"/>
                    <a:pt x="335" y="18"/>
                    <a:pt x="335" y="35"/>
                  </a:cubicBezTo>
                  <a:cubicBezTo>
                    <a:pt x="304" y="96"/>
                    <a:pt x="274" y="187"/>
                    <a:pt x="274" y="279"/>
                  </a:cubicBezTo>
                  <a:lnTo>
                    <a:pt x="152" y="339"/>
                  </a:lnTo>
                  <a:lnTo>
                    <a:pt x="92" y="370"/>
                  </a:lnTo>
                  <a:cubicBezTo>
                    <a:pt x="0" y="370"/>
                    <a:pt x="213" y="582"/>
                    <a:pt x="335" y="582"/>
                  </a:cubicBezTo>
                  <a:cubicBezTo>
                    <a:pt x="456" y="552"/>
                    <a:pt x="304" y="522"/>
                    <a:pt x="244" y="491"/>
                  </a:cubicBezTo>
                  <a:cubicBezTo>
                    <a:pt x="183" y="491"/>
                    <a:pt x="213" y="431"/>
                    <a:pt x="304" y="400"/>
                  </a:cubicBezTo>
                  <a:lnTo>
                    <a:pt x="395" y="339"/>
                  </a:lnTo>
                  <a:lnTo>
                    <a:pt x="487" y="309"/>
                  </a:lnTo>
                  <a:cubicBezTo>
                    <a:pt x="547" y="248"/>
                    <a:pt x="578" y="187"/>
                    <a:pt x="608" y="96"/>
                  </a:cubicBezTo>
                  <a:cubicBezTo>
                    <a:pt x="608" y="96"/>
                    <a:pt x="395" y="66"/>
                    <a:pt x="395" y="35"/>
                  </a:cubicBezTo>
                  <a:cubicBezTo>
                    <a:pt x="395" y="10"/>
                    <a:pt x="385" y="0"/>
                    <a:pt x="3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4"/>
            <p:cNvSpPr/>
            <p:nvPr/>
          </p:nvSpPr>
          <p:spPr>
            <a:xfrm rot="-5400000">
              <a:off x="2775675" y="7543050"/>
              <a:ext cx="14350" cy="8800"/>
            </a:xfrm>
            <a:custGeom>
              <a:rect b="b" l="l" r="r" t="t"/>
              <a:pathLst>
                <a:path extrusionOk="0" h="352" w="574">
                  <a:moveTo>
                    <a:pt x="421" y="0"/>
                  </a:moveTo>
                  <a:lnTo>
                    <a:pt x="209" y="152"/>
                  </a:lnTo>
                  <a:lnTo>
                    <a:pt x="26" y="152"/>
                  </a:lnTo>
                  <a:cubicBezTo>
                    <a:pt x="18" y="144"/>
                    <a:pt x="12" y="140"/>
                    <a:pt x="9" y="140"/>
                  </a:cubicBezTo>
                  <a:cubicBezTo>
                    <a:pt x="0" y="140"/>
                    <a:pt x="12" y="169"/>
                    <a:pt x="57" y="213"/>
                  </a:cubicBezTo>
                  <a:cubicBezTo>
                    <a:pt x="106" y="262"/>
                    <a:pt x="254" y="351"/>
                    <a:pt x="326" y="351"/>
                  </a:cubicBezTo>
                  <a:cubicBezTo>
                    <a:pt x="342" y="351"/>
                    <a:pt x="355" y="346"/>
                    <a:pt x="361" y="335"/>
                  </a:cubicBezTo>
                  <a:lnTo>
                    <a:pt x="452" y="274"/>
                  </a:lnTo>
                  <a:lnTo>
                    <a:pt x="482" y="243"/>
                  </a:lnTo>
                  <a:cubicBezTo>
                    <a:pt x="573" y="213"/>
                    <a:pt x="543" y="122"/>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4"/>
            <p:cNvSpPr/>
            <p:nvPr/>
          </p:nvSpPr>
          <p:spPr>
            <a:xfrm rot="-5400000">
              <a:off x="2634450" y="7304325"/>
              <a:ext cx="17500" cy="12200"/>
            </a:xfrm>
            <a:custGeom>
              <a:rect b="b" l="l" r="r" t="t"/>
              <a:pathLst>
                <a:path extrusionOk="0" h="488" w="700">
                  <a:moveTo>
                    <a:pt x="548" y="1"/>
                  </a:moveTo>
                  <a:lnTo>
                    <a:pt x="487" y="62"/>
                  </a:lnTo>
                  <a:cubicBezTo>
                    <a:pt x="426" y="92"/>
                    <a:pt x="517" y="274"/>
                    <a:pt x="456" y="305"/>
                  </a:cubicBezTo>
                  <a:cubicBezTo>
                    <a:pt x="335" y="365"/>
                    <a:pt x="213" y="396"/>
                    <a:pt x="92" y="457"/>
                  </a:cubicBezTo>
                  <a:cubicBezTo>
                    <a:pt x="1" y="457"/>
                    <a:pt x="61" y="487"/>
                    <a:pt x="213" y="487"/>
                  </a:cubicBezTo>
                  <a:cubicBezTo>
                    <a:pt x="426" y="426"/>
                    <a:pt x="578" y="305"/>
                    <a:pt x="700" y="122"/>
                  </a:cubicBezTo>
                  <a:cubicBezTo>
                    <a:pt x="639" y="92"/>
                    <a:pt x="608" y="3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4"/>
            <p:cNvSpPr/>
            <p:nvPr/>
          </p:nvSpPr>
          <p:spPr>
            <a:xfrm rot="-5400000">
              <a:off x="2763375" y="7329925"/>
              <a:ext cx="16475" cy="10675"/>
            </a:xfrm>
            <a:custGeom>
              <a:rect b="b" l="l" r="r" t="t"/>
              <a:pathLst>
                <a:path extrusionOk="0" h="427" w="659">
                  <a:moveTo>
                    <a:pt x="457" y="1"/>
                  </a:moveTo>
                  <a:cubicBezTo>
                    <a:pt x="396" y="31"/>
                    <a:pt x="366" y="62"/>
                    <a:pt x="366" y="62"/>
                  </a:cubicBezTo>
                  <a:lnTo>
                    <a:pt x="366" y="92"/>
                  </a:lnTo>
                  <a:lnTo>
                    <a:pt x="396" y="153"/>
                  </a:lnTo>
                  <a:cubicBezTo>
                    <a:pt x="396" y="214"/>
                    <a:pt x="183" y="275"/>
                    <a:pt x="92" y="275"/>
                  </a:cubicBezTo>
                  <a:cubicBezTo>
                    <a:pt x="1" y="275"/>
                    <a:pt x="31" y="335"/>
                    <a:pt x="153" y="426"/>
                  </a:cubicBezTo>
                  <a:lnTo>
                    <a:pt x="335" y="335"/>
                  </a:lnTo>
                  <a:cubicBezTo>
                    <a:pt x="402" y="346"/>
                    <a:pt x="465" y="353"/>
                    <a:pt x="516" y="353"/>
                  </a:cubicBezTo>
                  <a:cubicBezTo>
                    <a:pt x="604" y="353"/>
                    <a:pt x="658" y="332"/>
                    <a:pt x="639" y="275"/>
                  </a:cubicBezTo>
                  <a:lnTo>
                    <a:pt x="609" y="183"/>
                  </a:lnTo>
                  <a:cubicBezTo>
                    <a:pt x="578" y="123"/>
                    <a:pt x="518" y="62"/>
                    <a:pt x="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4"/>
            <p:cNvSpPr/>
            <p:nvPr/>
          </p:nvSpPr>
          <p:spPr>
            <a:xfrm rot="-5400000">
              <a:off x="2761888" y="7513513"/>
              <a:ext cx="12950" cy="13275"/>
            </a:xfrm>
            <a:custGeom>
              <a:rect b="b" l="l" r="r" t="t"/>
              <a:pathLst>
                <a:path extrusionOk="0" h="531" w="518">
                  <a:moveTo>
                    <a:pt x="183" y="1"/>
                  </a:moveTo>
                  <a:cubicBezTo>
                    <a:pt x="92" y="1"/>
                    <a:pt x="0" y="274"/>
                    <a:pt x="31" y="335"/>
                  </a:cubicBezTo>
                  <a:cubicBezTo>
                    <a:pt x="92" y="426"/>
                    <a:pt x="183" y="487"/>
                    <a:pt x="304" y="487"/>
                  </a:cubicBezTo>
                  <a:lnTo>
                    <a:pt x="426" y="517"/>
                  </a:lnTo>
                  <a:cubicBezTo>
                    <a:pt x="436" y="527"/>
                    <a:pt x="446" y="531"/>
                    <a:pt x="456" y="531"/>
                  </a:cubicBezTo>
                  <a:cubicBezTo>
                    <a:pt x="477" y="531"/>
                    <a:pt x="497" y="517"/>
                    <a:pt x="517" y="517"/>
                  </a:cubicBezTo>
                  <a:cubicBezTo>
                    <a:pt x="517" y="457"/>
                    <a:pt x="517" y="396"/>
                    <a:pt x="517" y="396"/>
                  </a:cubicBezTo>
                  <a:lnTo>
                    <a:pt x="365" y="335"/>
                  </a:lnTo>
                  <a:cubicBezTo>
                    <a:pt x="244" y="305"/>
                    <a:pt x="183" y="153"/>
                    <a:pt x="244" y="31"/>
                  </a:cubicBezTo>
                  <a:cubicBezTo>
                    <a:pt x="304" y="1"/>
                    <a:pt x="274"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4"/>
            <p:cNvSpPr/>
            <p:nvPr/>
          </p:nvSpPr>
          <p:spPr>
            <a:xfrm rot="-5400000">
              <a:off x="2493150" y="8457125"/>
              <a:ext cx="13700" cy="12850"/>
            </a:xfrm>
            <a:custGeom>
              <a:rect b="b" l="l" r="r" t="t"/>
              <a:pathLst>
                <a:path extrusionOk="0" h="514" w="548">
                  <a:moveTo>
                    <a:pt x="134" y="0"/>
                  </a:moveTo>
                  <a:cubicBezTo>
                    <a:pt x="115" y="0"/>
                    <a:pt x="91" y="7"/>
                    <a:pt x="61" y="27"/>
                  </a:cubicBezTo>
                  <a:cubicBezTo>
                    <a:pt x="0" y="88"/>
                    <a:pt x="30" y="149"/>
                    <a:pt x="91" y="179"/>
                  </a:cubicBezTo>
                  <a:lnTo>
                    <a:pt x="122" y="179"/>
                  </a:lnTo>
                  <a:cubicBezTo>
                    <a:pt x="122" y="179"/>
                    <a:pt x="162" y="193"/>
                    <a:pt x="216" y="193"/>
                  </a:cubicBezTo>
                  <a:cubicBezTo>
                    <a:pt x="243" y="193"/>
                    <a:pt x="274" y="189"/>
                    <a:pt x="304" y="179"/>
                  </a:cubicBezTo>
                  <a:lnTo>
                    <a:pt x="334" y="301"/>
                  </a:lnTo>
                  <a:lnTo>
                    <a:pt x="426" y="514"/>
                  </a:lnTo>
                  <a:cubicBezTo>
                    <a:pt x="517" y="422"/>
                    <a:pt x="547" y="271"/>
                    <a:pt x="517" y="149"/>
                  </a:cubicBezTo>
                  <a:cubicBezTo>
                    <a:pt x="456" y="88"/>
                    <a:pt x="365" y="58"/>
                    <a:pt x="304" y="27"/>
                  </a:cubicBezTo>
                  <a:lnTo>
                    <a:pt x="213" y="27"/>
                  </a:lnTo>
                  <a:cubicBezTo>
                    <a:pt x="193" y="27"/>
                    <a:pt x="172" y="0"/>
                    <a:pt x="1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4"/>
            <p:cNvSpPr/>
            <p:nvPr/>
          </p:nvSpPr>
          <p:spPr>
            <a:xfrm rot="-5400000">
              <a:off x="2778063" y="7639463"/>
              <a:ext cx="12950" cy="9125"/>
            </a:xfrm>
            <a:custGeom>
              <a:rect b="b" l="l" r="r" t="t"/>
              <a:pathLst>
                <a:path extrusionOk="0" h="365" w="518">
                  <a:moveTo>
                    <a:pt x="92" y="0"/>
                  </a:moveTo>
                  <a:cubicBezTo>
                    <a:pt x="31" y="0"/>
                    <a:pt x="1" y="91"/>
                    <a:pt x="31" y="213"/>
                  </a:cubicBezTo>
                  <a:lnTo>
                    <a:pt x="153" y="274"/>
                  </a:lnTo>
                  <a:lnTo>
                    <a:pt x="335" y="365"/>
                  </a:lnTo>
                  <a:cubicBezTo>
                    <a:pt x="487" y="243"/>
                    <a:pt x="518" y="152"/>
                    <a:pt x="487" y="152"/>
                  </a:cubicBezTo>
                  <a:cubicBezTo>
                    <a:pt x="396" y="152"/>
                    <a:pt x="305" y="61"/>
                    <a:pt x="305" y="30"/>
                  </a:cubicBezTo>
                  <a:cubicBezTo>
                    <a:pt x="305" y="30"/>
                    <a:pt x="153" y="0"/>
                    <a:pt x="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4"/>
            <p:cNvSpPr/>
            <p:nvPr/>
          </p:nvSpPr>
          <p:spPr>
            <a:xfrm rot="-5400000">
              <a:off x="2765538" y="7577213"/>
              <a:ext cx="13700" cy="9725"/>
            </a:xfrm>
            <a:custGeom>
              <a:rect b="b" l="l" r="r" t="t"/>
              <a:pathLst>
                <a:path extrusionOk="0" h="389" w="548">
                  <a:moveTo>
                    <a:pt x="351" y="1"/>
                  </a:moveTo>
                  <a:cubicBezTo>
                    <a:pt x="312" y="1"/>
                    <a:pt x="228" y="171"/>
                    <a:pt x="122" y="225"/>
                  </a:cubicBezTo>
                  <a:cubicBezTo>
                    <a:pt x="0" y="285"/>
                    <a:pt x="0" y="346"/>
                    <a:pt x="152" y="376"/>
                  </a:cubicBezTo>
                  <a:cubicBezTo>
                    <a:pt x="185" y="385"/>
                    <a:pt x="219" y="388"/>
                    <a:pt x="255" y="388"/>
                  </a:cubicBezTo>
                  <a:cubicBezTo>
                    <a:pt x="353" y="388"/>
                    <a:pt x="458" y="360"/>
                    <a:pt x="547" y="316"/>
                  </a:cubicBezTo>
                  <a:cubicBezTo>
                    <a:pt x="486" y="225"/>
                    <a:pt x="426" y="133"/>
                    <a:pt x="365" y="12"/>
                  </a:cubicBezTo>
                  <a:cubicBezTo>
                    <a:pt x="361" y="4"/>
                    <a:pt x="356" y="1"/>
                    <a:pt x="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4"/>
            <p:cNvSpPr/>
            <p:nvPr/>
          </p:nvSpPr>
          <p:spPr>
            <a:xfrm rot="-5400000">
              <a:off x="2715763" y="7053563"/>
              <a:ext cx="17500" cy="7625"/>
            </a:xfrm>
            <a:custGeom>
              <a:rect b="b" l="l" r="r" t="t"/>
              <a:pathLst>
                <a:path extrusionOk="0" h="305" w="700">
                  <a:moveTo>
                    <a:pt x="639" y="0"/>
                  </a:moveTo>
                  <a:cubicBezTo>
                    <a:pt x="426" y="31"/>
                    <a:pt x="243" y="91"/>
                    <a:pt x="61" y="152"/>
                  </a:cubicBezTo>
                  <a:cubicBezTo>
                    <a:pt x="0" y="183"/>
                    <a:pt x="0" y="213"/>
                    <a:pt x="0" y="274"/>
                  </a:cubicBezTo>
                  <a:cubicBezTo>
                    <a:pt x="31" y="304"/>
                    <a:pt x="61" y="304"/>
                    <a:pt x="91" y="304"/>
                  </a:cubicBezTo>
                  <a:cubicBezTo>
                    <a:pt x="304" y="274"/>
                    <a:pt x="456" y="213"/>
                    <a:pt x="639" y="183"/>
                  </a:cubicBezTo>
                  <a:lnTo>
                    <a:pt x="669" y="183"/>
                  </a:lnTo>
                  <a:cubicBezTo>
                    <a:pt x="699" y="122"/>
                    <a:pt x="699" y="31"/>
                    <a:pt x="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4"/>
            <p:cNvSpPr/>
            <p:nvPr/>
          </p:nvSpPr>
          <p:spPr>
            <a:xfrm rot="-5400000">
              <a:off x="2643700" y="7323475"/>
              <a:ext cx="10675" cy="9625"/>
            </a:xfrm>
            <a:custGeom>
              <a:rect b="b" l="l" r="r" t="t"/>
              <a:pathLst>
                <a:path extrusionOk="0" h="385" w="427">
                  <a:moveTo>
                    <a:pt x="126" y="1"/>
                  </a:moveTo>
                  <a:cubicBezTo>
                    <a:pt x="57" y="1"/>
                    <a:pt x="1" y="83"/>
                    <a:pt x="1" y="202"/>
                  </a:cubicBezTo>
                  <a:lnTo>
                    <a:pt x="1" y="293"/>
                  </a:lnTo>
                  <a:cubicBezTo>
                    <a:pt x="1" y="324"/>
                    <a:pt x="31" y="354"/>
                    <a:pt x="92" y="384"/>
                  </a:cubicBezTo>
                  <a:cubicBezTo>
                    <a:pt x="123" y="354"/>
                    <a:pt x="183" y="354"/>
                    <a:pt x="214" y="324"/>
                  </a:cubicBezTo>
                  <a:cubicBezTo>
                    <a:pt x="244" y="293"/>
                    <a:pt x="214" y="232"/>
                    <a:pt x="244" y="232"/>
                  </a:cubicBezTo>
                  <a:cubicBezTo>
                    <a:pt x="247" y="230"/>
                    <a:pt x="250" y="229"/>
                    <a:pt x="253" y="229"/>
                  </a:cubicBezTo>
                  <a:cubicBezTo>
                    <a:pt x="278" y="229"/>
                    <a:pt x="329" y="284"/>
                    <a:pt x="370" y="284"/>
                  </a:cubicBezTo>
                  <a:cubicBezTo>
                    <a:pt x="395" y="284"/>
                    <a:pt x="416" y="265"/>
                    <a:pt x="427" y="202"/>
                  </a:cubicBezTo>
                  <a:cubicBezTo>
                    <a:pt x="427" y="80"/>
                    <a:pt x="366" y="20"/>
                    <a:pt x="244" y="20"/>
                  </a:cubicBezTo>
                  <a:lnTo>
                    <a:pt x="183" y="20"/>
                  </a:lnTo>
                  <a:cubicBezTo>
                    <a:pt x="164" y="7"/>
                    <a:pt x="144" y="1"/>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4"/>
            <p:cNvSpPr/>
            <p:nvPr/>
          </p:nvSpPr>
          <p:spPr>
            <a:xfrm rot="-5400000">
              <a:off x="2671988" y="7024388"/>
              <a:ext cx="15225" cy="10500"/>
            </a:xfrm>
            <a:custGeom>
              <a:rect b="b" l="l" r="r" t="t"/>
              <a:pathLst>
                <a:path extrusionOk="0" h="420" w="609">
                  <a:moveTo>
                    <a:pt x="31" y="0"/>
                  </a:moveTo>
                  <a:cubicBezTo>
                    <a:pt x="0" y="61"/>
                    <a:pt x="183" y="334"/>
                    <a:pt x="304" y="395"/>
                  </a:cubicBezTo>
                  <a:cubicBezTo>
                    <a:pt x="337" y="412"/>
                    <a:pt x="369" y="419"/>
                    <a:pt x="401" y="419"/>
                  </a:cubicBezTo>
                  <a:cubicBezTo>
                    <a:pt x="487" y="419"/>
                    <a:pt x="564" y="363"/>
                    <a:pt x="608" y="274"/>
                  </a:cubicBezTo>
                  <a:lnTo>
                    <a:pt x="395" y="274"/>
                  </a:lnTo>
                  <a:cubicBezTo>
                    <a:pt x="183" y="274"/>
                    <a:pt x="183" y="182"/>
                    <a:pt x="183" y="61"/>
                  </a:cubicBezTo>
                  <a:cubicBezTo>
                    <a:pt x="152" y="30"/>
                    <a:pt x="92" y="0"/>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4"/>
            <p:cNvSpPr/>
            <p:nvPr/>
          </p:nvSpPr>
          <p:spPr>
            <a:xfrm rot="-5400000">
              <a:off x="2768188" y="7302063"/>
              <a:ext cx="7525" cy="14550"/>
            </a:xfrm>
            <a:custGeom>
              <a:rect b="b" l="l" r="r" t="t"/>
              <a:pathLst>
                <a:path extrusionOk="0" h="582" w="301">
                  <a:moveTo>
                    <a:pt x="202" y="1"/>
                  </a:moveTo>
                  <a:cubicBezTo>
                    <a:pt x="196" y="1"/>
                    <a:pt x="190" y="2"/>
                    <a:pt x="183" y="4"/>
                  </a:cubicBezTo>
                  <a:cubicBezTo>
                    <a:pt x="122" y="65"/>
                    <a:pt x="1" y="126"/>
                    <a:pt x="153" y="156"/>
                  </a:cubicBezTo>
                  <a:lnTo>
                    <a:pt x="92" y="278"/>
                  </a:lnTo>
                  <a:cubicBezTo>
                    <a:pt x="92" y="339"/>
                    <a:pt x="31" y="460"/>
                    <a:pt x="1" y="490"/>
                  </a:cubicBezTo>
                  <a:cubicBezTo>
                    <a:pt x="1" y="521"/>
                    <a:pt x="31" y="582"/>
                    <a:pt x="92" y="582"/>
                  </a:cubicBezTo>
                  <a:cubicBezTo>
                    <a:pt x="122" y="582"/>
                    <a:pt x="213" y="551"/>
                    <a:pt x="213" y="551"/>
                  </a:cubicBezTo>
                  <a:lnTo>
                    <a:pt x="244" y="369"/>
                  </a:lnTo>
                  <a:cubicBezTo>
                    <a:pt x="300" y="172"/>
                    <a:pt x="278"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4"/>
            <p:cNvSpPr/>
            <p:nvPr/>
          </p:nvSpPr>
          <p:spPr>
            <a:xfrm rot="-5400000">
              <a:off x="2768288" y="7528588"/>
              <a:ext cx="12950" cy="10475"/>
            </a:xfrm>
            <a:custGeom>
              <a:rect b="b" l="l" r="r" t="t"/>
              <a:pathLst>
                <a:path extrusionOk="0" h="419" w="518">
                  <a:moveTo>
                    <a:pt x="84" y="0"/>
                  </a:moveTo>
                  <a:cubicBezTo>
                    <a:pt x="61" y="0"/>
                    <a:pt x="31" y="8"/>
                    <a:pt x="0" y="23"/>
                  </a:cubicBezTo>
                  <a:lnTo>
                    <a:pt x="0" y="145"/>
                  </a:lnTo>
                  <a:cubicBezTo>
                    <a:pt x="31" y="205"/>
                    <a:pt x="244" y="418"/>
                    <a:pt x="365" y="418"/>
                  </a:cubicBezTo>
                  <a:cubicBezTo>
                    <a:pt x="487" y="418"/>
                    <a:pt x="517" y="357"/>
                    <a:pt x="456" y="296"/>
                  </a:cubicBezTo>
                  <a:lnTo>
                    <a:pt x="396" y="236"/>
                  </a:lnTo>
                  <a:lnTo>
                    <a:pt x="335" y="114"/>
                  </a:lnTo>
                  <a:cubicBezTo>
                    <a:pt x="320" y="122"/>
                    <a:pt x="301" y="126"/>
                    <a:pt x="280" y="126"/>
                  </a:cubicBezTo>
                  <a:cubicBezTo>
                    <a:pt x="219" y="126"/>
                    <a:pt x="145" y="91"/>
                    <a:pt x="122" y="23"/>
                  </a:cubicBezTo>
                  <a:cubicBezTo>
                    <a:pt x="122" y="8"/>
                    <a:pt x="107" y="0"/>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4"/>
            <p:cNvSpPr/>
            <p:nvPr/>
          </p:nvSpPr>
          <p:spPr>
            <a:xfrm rot="-5400000">
              <a:off x="2705788" y="7107988"/>
              <a:ext cx="11425" cy="8200"/>
            </a:xfrm>
            <a:custGeom>
              <a:rect b="b" l="l" r="r" t="t"/>
              <a:pathLst>
                <a:path extrusionOk="0" h="328" w="457">
                  <a:moveTo>
                    <a:pt x="122" y="0"/>
                  </a:moveTo>
                  <a:cubicBezTo>
                    <a:pt x="99" y="0"/>
                    <a:pt x="76" y="16"/>
                    <a:pt x="61" y="46"/>
                  </a:cubicBezTo>
                  <a:lnTo>
                    <a:pt x="31" y="76"/>
                  </a:lnTo>
                  <a:cubicBezTo>
                    <a:pt x="0" y="107"/>
                    <a:pt x="31" y="167"/>
                    <a:pt x="61" y="198"/>
                  </a:cubicBezTo>
                  <a:lnTo>
                    <a:pt x="122" y="259"/>
                  </a:lnTo>
                  <a:cubicBezTo>
                    <a:pt x="168" y="304"/>
                    <a:pt x="228" y="327"/>
                    <a:pt x="289" y="327"/>
                  </a:cubicBezTo>
                  <a:cubicBezTo>
                    <a:pt x="350" y="327"/>
                    <a:pt x="411" y="304"/>
                    <a:pt x="456" y="259"/>
                  </a:cubicBezTo>
                  <a:lnTo>
                    <a:pt x="213" y="76"/>
                  </a:lnTo>
                  <a:lnTo>
                    <a:pt x="183" y="46"/>
                  </a:lnTo>
                  <a:cubicBezTo>
                    <a:pt x="168" y="16"/>
                    <a:pt x="145" y="0"/>
                    <a:pt x="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4"/>
            <p:cNvSpPr/>
            <p:nvPr/>
          </p:nvSpPr>
          <p:spPr>
            <a:xfrm rot="-5400000">
              <a:off x="2754875" y="7324475"/>
              <a:ext cx="10675" cy="7625"/>
            </a:xfrm>
            <a:custGeom>
              <a:rect b="b" l="l" r="r" t="t"/>
              <a:pathLst>
                <a:path extrusionOk="0" h="305" w="427">
                  <a:moveTo>
                    <a:pt x="214" y="1"/>
                  </a:moveTo>
                  <a:cubicBezTo>
                    <a:pt x="183" y="1"/>
                    <a:pt x="153" y="1"/>
                    <a:pt x="92" y="62"/>
                  </a:cubicBezTo>
                  <a:lnTo>
                    <a:pt x="62" y="122"/>
                  </a:lnTo>
                  <a:cubicBezTo>
                    <a:pt x="1" y="244"/>
                    <a:pt x="244" y="305"/>
                    <a:pt x="335" y="305"/>
                  </a:cubicBezTo>
                  <a:cubicBezTo>
                    <a:pt x="427" y="305"/>
                    <a:pt x="396" y="274"/>
                    <a:pt x="244" y="244"/>
                  </a:cubicBezTo>
                  <a:lnTo>
                    <a:pt x="305" y="62"/>
                  </a:lnTo>
                  <a:cubicBezTo>
                    <a:pt x="305" y="62"/>
                    <a:pt x="244" y="1"/>
                    <a:pt x="2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4"/>
            <p:cNvSpPr/>
            <p:nvPr/>
          </p:nvSpPr>
          <p:spPr>
            <a:xfrm rot="-5400000">
              <a:off x="2769663" y="7238163"/>
              <a:ext cx="10650" cy="10025"/>
            </a:xfrm>
            <a:custGeom>
              <a:rect b="b" l="l" r="r" t="t"/>
              <a:pathLst>
                <a:path extrusionOk="0" h="401" w="426">
                  <a:moveTo>
                    <a:pt x="308" y="0"/>
                  </a:moveTo>
                  <a:cubicBezTo>
                    <a:pt x="253" y="0"/>
                    <a:pt x="187" y="18"/>
                    <a:pt x="152" y="35"/>
                  </a:cubicBezTo>
                  <a:cubicBezTo>
                    <a:pt x="92" y="66"/>
                    <a:pt x="213" y="127"/>
                    <a:pt x="243" y="127"/>
                  </a:cubicBezTo>
                  <a:cubicBezTo>
                    <a:pt x="274" y="157"/>
                    <a:pt x="152" y="278"/>
                    <a:pt x="92" y="309"/>
                  </a:cubicBezTo>
                  <a:cubicBezTo>
                    <a:pt x="31" y="339"/>
                    <a:pt x="0" y="400"/>
                    <a:pt x="0" y="400"/>
                  </a:cubicBezTo>
                  <a:cubicBezTo>
                    <a:pt x="122" y="370"/>
                    <a:pt x="243" y="339"/>
                    <a:pt x="335" y="278"/>
                  </a:cubicBezTo>
                  <a:cubicBezTo>
                    <a:pt x="426" y="248"/>
                    <a:pt x="426" y="96"/>
                    <a:pt x="395" y="35"/>
                  </a:cubicBezTo>
                  <a:cubicBezTo>
                    <a:pt x="383" y="10"/>
                    <a:pt x="348" y="0"/>
                    <a:pt x="3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4"/>
            <p:cNvSpPr/>
            <p:nvPr/>
          </p:nvSpPr>
          <p:spPr>
            <a:xfrm rot="-5400000">
              <a:off x="2654963" y="7308888"/>
              <a:ext cx="13700" cy="9925"/>
            </a:xfrm>
            <a:custGeom>
              <a:rect b="b" l="l" r="r" t="t"/>
              <a:pathLst>
                <a:path extrusionOk="0" h="397" w="548">
                  <a:moveTo>
                    <a:pt x="426" y="1"/>
                  </a:moveTo>
                  <a:lnTo>
                    <a:pt x="305" y="62"/>
                  </a:lnTo>
                  <a:cubicBezTo>
                    <a:pt x="183" y="123"/>
                    <a:pt x="92" y="214"/>
                    <a:pt x="1" y="335"/>
                  </a:cubicBezTo>
                  <a:cubicBezTo>
                    <a:pt x="1" y="335"/>
                    <a:pt x="31" y="396"/>
                    <a:pt x="31" y="396"/>
                  </a:cubicBezTo>
                  <a:lnTo>
                    <a:pt x="92" y="396"/>
                  </a:lnTo>
                  <a:cubicBezTo>
                    <a:pt x="183" y="335"/>
                    <a:pt x="244" y="275"/>
                    <a:pt x="335" y="214"/>
                  </a:cubicBezTo>
                  <a:lnTo>
                    <a:pt x="517" y="214"/>
                  </a:lnTo>
                  <a:cubicBezTo>
                    <a:pt x="548" y="214"/>
                    <a:pt x="517" y="123"/>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4"/>
            <p:cNvSpPr/>
            <p:nvPr/>
          </p:nvSpPr>
          <p:spPr>
            <a:xfrm rot="-5400000">
              <a:off x="2777950" y="7213800"/>
              <a:ext cx="12750" cy="9550"/>
            </a:xfrm>
            <a:custGeom>
              <a:rect b="b" l="l" r="r" t="t"/>
              <a:pathLst>
                <a:path extrusionOk="0" h="382" w="510">
                  <a:moveTo>
                    <a:pt x="204" y="0"/>
                  </a:moveTo>
                  <a:cubicBezTo>
                    <a:pt x="175" y="0"/>
                    <a:pt x="143" y="40"/>
                    <a:pt x="92" y="108"/>
                  </a:cubicBezTo>
                  <a:lnTo>
                    <a:pt x="61" y="139"/>
                  </a:lnTo>
                  <a:cubicBezTo>
                    <a:pt x="1" y="169"/>
                    <a:pt x="61" y="230"/>
                    <a:pt x="213" y="260"/>
                  </a:cubicBezTo>
                  <a:lnTo>
                    <a:pt x="274" y="291"/>
                  </a:lnTo>
                  <a:lnTo>
                    <a:pt x="457" y="382"/>
                  </a:lnTo>
                  <a:cubicBezTo>
                    <a:pt x="509" y="303"/>
                    <a:pt x="471" y="224"/>
                    <a:pt x="380" y="224"/>
                  </a:cubicBezTo>
                  <a:cubicBezTo>
                    <a:pt x="366" y="224"/>
                    <a:pt x="351" y="226"/>
                    <a:pt x="335" y="230"/>
                  </a:cubicBezTo>
                  <a:lnTo>
                    <a:pt x="274" y="78"/>
                  </a:lnTo>
                  <a:cubicBezTo>
                    <a:pt x="247" y="25"/>
                    <a:pt x="227"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4"/>
            <p:cNvSpPr/>
            <p:nvPr/>
          </p:nvSpPr>
          <p:spPr>
            <a:xfrm rot="-5400000">
              <a:off x="2598713" y="7251163"/>
              <a:ext cx="8375" cy="6050"/>
            </a:xfrm>
            <a:custGeom>
              <a:rect b="b" l="l" r="r" t="t"/>
              <a:pathLst>
                <a:path extrusionOk="0" h="242" w="335">
                  <a:moveTo>
                    <a:pt x="243" y="0"/>
                  </a:moveTo>
                  <a:cubicBezTo>
                    <a:pt x="183" y="0"/>
                    <a:pt x="0" y="152"/>
                    <a:pt x="0" y="213"/>
                  </a:cubicBezTo>
                  <a:cubicBezTo>
                    <a:pt x="0" y="233"/>
                    <a:pt x="9" y="242"/>
                    <a:pt x="24" y="242"/>
                  </a:cubicBezTo>
                  <a:cubicBezTo>
                    <a:pt x="75" y="242"/>
                    <a:pt x="196" y="139"/>
                    <a:pt x="243" y="92"/>
                  </a:cubicBezTo>
                  <a:cubicBezTo>
                    <a:pt x="335" y="31"/>
                    <a:pt x="335" y="0"/>
                    <a:pt x="2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4"/>
            <p:cNvSpPr/>
            <p:nvPr/>
          </p:nvSpPr>
          <p:spPr>
            <a:xfrm rot="-5400000">
              <a:off x="2638175" y="7273225"/>
              <a:ext cx="9750" cy="7350"/>
            </a:xfrm>
            <a:custGeom>
              <a:rect b="b" l="l" r="r" t="t"/>
              <a:pathLst>
                <a:path extrusionOk="0" h="294" w="390">
                  <a:moveTo>
                    <a:pt x="328" y="1"/>
                  </a:moveTo>
                  <a:cubicBezTo>
                    <a:pt x="237" y="1"/>
                    <a:pt x="176" y="1"/>
                    <a:pt x="85" y="31"/>
                  </a:cubicBezTo>
                  <a:lnTo>
                    <a:pt x="24" y="92"/>
                  </a:lnTo>
                  <a:cubicBezTo>
                    <a:pt x="0" y="212"/>
                    <a:pt x="52" y="294"/>
                    <a:pt x="149" y="294"/>
                  </a:cubicBezTo>
                  <a:cubicBezTo>
                    <a:pt x="175" y="294"/>
                    <a:pt x="205" y="287"/>
                    <a:pt x="237" y="274"/>
                  </a:cubicBezTo>
                  <a:lnTo>
                    <a:pt x="328" y="244"/>
                  </a:lnTo>
                  <a:cubicBezTo>
                    <a:pt x="359" y="183"/>
                    <a:pt x="389" y="122"/>
                    <a:pt x="389" y="62"/>
                  </a:cubicBezTo>
                  <a:cubicBezTo>
                    <a:pt x="389" y="62"/>
                    <a:pt x="328" y="1"/>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 name="Google Shape;1120;p34"/>
          <p:cNvGrpSpPr/>
          <p:nvPr/>
        </p:nvGrpSpPr>
        <p:grpSpPr>
          <a:xfrm flipH="1" rot="10800000">
            <a:off x="8264408" y="-577042"/>
            <a:ext cx="1153275" cy="4517892"/>
            <a:chOff x="3623725" y="7009875"/>
            <a:chExt cx="641100" cy="2511475"/>
          </a:xfrm>
        </p:grpSpPr>
        <p:sp>
          <p:nvSpPr>
            <p:cNvPr id="1121" name="Google Shape;1121;p34"/>
            <p:cNvSpPr/>
            <p:nvPr/>
          </p:nvSpPr>
          <p:spPr>
            <a:xfrm rot="-5400000">
              <a:off x="2990213" y="8246738"/>
              <a:ext cx="1908125" cy="641100"/>
            </a:xfrm>
            <a:custGeom>
              <a:rect b="b" l="l" r="r" t="t"/>
              <a:pathLst>
                <a:path extrusionOk="0" h="25644" w="76325">
                  <a:moveTo>
                    <a:pt x="69642" y="8267"/>
                  </a:moveTo>
                  <a:lnTo>
                    <a:pt x="69642" y="8267"/>
                  </a:lnTo>
                  <a:cubicBezTo>
                    <a:pt x="69634" y="8285"/>
                    <a:pt x="69630" y="8297"/>
                    <a:pt x="69632" y="8297"/>
                  </a:cubicBezTo>
                  <a:cubicBezTo>
                    <a:pt x="69632" y="8297"/>
                    <a:pt x="69634" y="8294"/>
                    <a:pt x="69637" y="8287"/>
                  </a:cubicBezTo>
                  <a:cubicBezTo>
                    <a:pt x="69639" y="8281"/>
                    <a:pt x="69641" y="8274"/>
                    <a:pt x="69642" y="8267"/>
                  </a:cubicBezTo>
                  <a:close/>
                  <a:moveTo>
                    <a:pt x="56233" y="14701"/>
                  </a:moveTo>
                  <a:cubicBezTo>
                    <a:pt x="56240" y="14701"/>
                    <a:pt x="56235" y="14702"/>
                    <a:pt x="56223" y="14704"/>
                  </a:cubicBezTo>
                  <a:lnTo>
                    <a:pt x="56223" y="14704"/>
                  </a:lnTo>
                  <a:cubicBezTo>
                    <a:pt x="56226" y="14703"/>
                    <a:pt x="56230" y="14702"/>
                    <a:pt x="56233" y="14701"/>
                  </a:cubicBezTo>
                  <a:close/>
                  <a:moveTo>
                    <a:pt x="57564" y="14653"/>
                  </a:moveTo>
                  <a:cubicBezTo>
                    <a:pt x="57551" y="14722"/>
                    <a:pt x="57540" y="14783"/>
                    <a:pt x="57540" y="14822"/>
                  </a:cubicBezTo>
                  <a:cubicBezTo>
                    <a:pt x="57537" y="14831"/>
                    <a:pt x="57535" y="14840"/>
                    <a:pt x="57533" y="14849"/>
                  </a:cubicBezTo>
                  <a:lnTo>
                    <a:pt x="57533" y="14849"/>
                  </a:lnTo>
                  <a:cubicBezTo>
                    <a:pt x="57472" y="14816"/>
                    <a:pt x="57469" y="14795"/>
                    <a:pt x="57540" y="14701"/>
                  </a:cubicBezTo>
                  <a:lnTo>
                    <a:pt x="57564" y="14653"/>
                  </a:lnTo>
                  <a:close/>
                  <a:moveTo>
                    <a:pt x="55982" y="14731"/>
                  </a:moveTo>
                  <a:cubicBezTo>
                    <a:pt x="55940" y="14823"/>
                    <a:pt x="55885" y="14943"/>
                    <a:pt x="55838" y="14974"/>
                  </a:cubicBezTo>
                  <a:cubicBezTo>
                    <a:pt x="55814" y="14997"/>
                    <a:pt x="55787" y="15007"/>
                    <a:pt x="55758" y="15007"/>
                  </a:cubicBezTo>
                  <a:cubicBezTo>
                    <a:pt x="55712" y="15007"/>
                    <a:pt x="55662" y="14981"/>
                    <a:pt x="55625" y="14944"/>
                  </a:cubicBezTo>
                  <a:cubicBezTo>
                    <a:pt x="55595" y="14913"/>
                    <a:pt x="55625" y="14822"/>
                    <a:pt x="55686" y="14731"/>
                  </a:cubicBezTo>
                  <a:lnTo>
                    <a:pt x="55929" y="14731"/>
                  </a:lnTo>
                  <a:cubicBezTo>
                    <a:pt x="55946" y="14731"/>
                    <a:pt x="55963" y="14731"/>
                    <a:pt x="55982" y="14731"/>
                  </a:cubicBezTo>
                  <a:close/>
                  <a:moveTo>
                    <a:pt x="22372" y="15369"/>
                  </a:moveTo>
                  <a:cubicBezTo>
                    <a:pt x="22372" y="15552"/>
                    <a:pt x="22342" y="15704"/>
                    <a:pt x="22342" y="15825"/>
                  </a:cubicBezTo>
                  <a:cubicBezTo>
                    <a:pt x="21946" y="15673"/>
                    <a:pt x="21946" y="15612"/>
                    <a:pt x="22372" y="15369"/>
                  </a:cubicBezTo>
                  <a:close/>
                  <a:moveTo>
                    <a:pt x="52878" y="1"/>
                  </a:moveTo>
                  <a:cubicBezTo>
                    <a:pt x="52844" y="1"/>
                    <a:pt x="52817" y="7"/>
                    <a:pt x="52798" y="20"/>
                  </a:cubicBezTo>
                  <a:lnTo>
                    <a:pt x="52555" y="20"/>
                  </a:lnTo>
                  <a:cubicBezTo>
                    <a:pt x="52403" y="20"/>
                    <a:pt x="52251" y="50"/>
                    <a:pt x="52099" y="111"/>
                  </a:cubicBezTo>
                  <a:cubicBezTo>
                    <a:pt x="52069" y="141"/>
                    <a:pt x="52038" y="202"/>
                    <a:pt x="52069" y="263"/>
                  </a:cubicBezTo>
                  <a:lnTo>
                    <a:pt x="52069" y="293"/>
                  </a:lnTo>
                  <a:cubicBezTo>
                    <a:pt x="52060" y="302"/>
                    <a:pt x="52043" y="306"/>
                    <a:pt x="52023" y="306"/>
                  </a:cubicBezTo>
                  <a:cubicBezTo>
                    <a:pt x="51975" y="306"/>
                    <a:pt x="51908" y="284"/>
                    <a:pt x="51886" y="263"/>
                  </a:cubicBezTo>
                  <a:cubicBezTo>
                    <a:pt x="51881" y="257"/>
                    <a:pt x="51871" y="255"/>
                    <a:pt x="51857" y="255"/>
                  </a:cubicBezTo>
                  <a:cubicBezTo>
                    <a:pt x="51793" y="255"/>
                    <a:pt x="51652" y="309"/>
                    <a:pt x="51552" y="384"/>
                  </a:cubicBezTo>
                  <a:cubicBezTo>
                    <a:pt x="51339" y="445"/>
                    <a:pt x="51096" y="506"/>
                    <a:pt x="50883" y="567"/>
                  </a:cubicBezTo>
                  <a:cubicBezTo>
                    <a:pt x="50762" y="597"/>
                    <a:pt x="50518" y="962"/>
                    <a:pt x="50336" y="992"/>
                  </a:cubicBezTo>
                  <a:cubicBezTo>
                    <a:pt x="50214" y="992"/>
                    <a:pt x="50062" y="1023"/>
                    <a:pt x="49911" y="1023"/>
                  </a:cubicBezTo>
                  <a:lnTo>
                    <a:pt x="49850" y="1023"/>
                  </a:lnTo>
                  <a:cubicBezTo>
                    <a:pt x="49728" y="1023"/>
                    <a:pt x="49728" y="1144"/>
                    <a:pt x="49698" y="1144"/>
                  </a:cubicBezTo>
                  <a:lnTo>
                    <a:pt x="49546" y="1175"/>
                  </a:lnTo>
                  <a:cubicBezTo>
                    <a:pt x="49424" y="1205"/>
                    <a:pt x="49333" y="1266"/>
                    <a:pt x="49242" y="1327"/>
                  </a:cubicBezTo>
                  <a:lnTo>
                    <a:pt x="49242" y="1387"/>
                  </a:lnTo>
                  <a:cubicBezTo>
                    <a:pt x="49288" y="1480"/>
                    <a:pt x="49281" y="1520"/>
                    <a:pt x="49249" y="1520"/>
                  </a:cubicBezTo>
                  <a:cubicBezTo>
                    <a:pt x="49238" y="1520"/>
                    <a:pt x="49226" y="1516"/>
                    <a:pt x="49211" y="1509"/>
                  </a:cubicBezTo>
                  <a:lnTo>
                    <a:pt x="49090" y="1418"/>
                  </a:lnTo>
                  <a:cubicBezTo>
                    <a:pt x="48938" y="1448"/>
                    <a:pt x="48816" y="1479"/>
                    <a:pt x="48664" y="1509"/>
                  </a:cubicBezTo>
                  <a:lnTo>
                    <a:pt x="48634" y="1509"/>
                  </a:lnTo>
                  <a:cubicBezTo>
                    <a:pt x="48572" y="1488"/>
                    <a:pt x="48524" y="1439"/>
                    <a:pt x="48461" y="1439"/>
                  </a:cubicBezTo>
                  <a:cubicBezTo>
                    <a:pt x="48431" y="1439"/>
                    <a:pt x="48399" y="1450"/>
                    <a:pt x="48360" y="1479"/>
                  </a:cubicBezTo>
                  <a:lnTo>
                    <a:pt x="48269" y="1539"/>
                  </a:lnTo>
                  <a:cubicBezTo>
                    <a:pt x="48330" y="1600"/>
                    <a:pt x="48239" y="1631"/>
                    <a:pt x="48178" y="1631"/>
                  </a:cubicBezTo>
                  <a:cubicBezTo>
                    <a:pt x="48087" y="1631"/>
                    <a:pt x="47996" y="1691"/>
                    <a:pt x="47935" y="1752"/>
                  </a:cubicBezTo>
                  <a:lnTo>
                    <a:pt x="47844" y="1813"/>
                  </a:lnTo>
                  <a:lnTo>
                    <a:pt x="47783" y="1874"/>
                  </a:lnTo>
                  <a:cubicBezTo>
                    <a:pt x="47661" y="1965"/>
                    <a:pt x="47570" y="1995"/>
                    <a:pt x="47418" y="1995"/>
                  </a:cubicBezTo>
                  <a:lnTo>
                    <a:pt x="47357" y="2056"/>
                  </a:lnTo>
                  <a:cubicBezTo>
                    <a:pt x="47266" y="2117"/>
                    <a:pt x="47145" y="2147"/>
                    <a:pt x="47053" y="2178"/>
                  </a:cubicBezTo>
                  <a:cubicBezTo>
                    <a:pt x="47023" y="2208"/>
                    <a:pt x="46962" y="2238"/>
                    <a:pt x="46932" y="2269"/>
                  </a:cubicBezTo>
                  <a:cubicBezTo>
                    <a:pt x="46871" y="2330"/>
                    <a:pt x="46749" y="2390"/>
                    <a:pt x="46749" y="2390"/>
                  </a:cubicBezTo>
                  <a:cubicBezTo>
                    <a:pt x="46707" y="2366"/>
                    <a:pt x="46679" y="2356"/>
                    <a:pt x="46661" y="2356"/>
                  </a:cubicBezTo>
                  <a:cubicBezTo>
                    <a:pt x="46588" y="2356"/>
                    <a:pt x="46670" y="2512"/>
                    <a:pt x="46597" y="2512"/>
                  </a:cubicBezTo>
                  <a:cubicBezTo>
                    <a:pt x="46557" y="2502"/>
                    <a:pt x="46516" y="2498"/>
                    <a:pt x="46477" y="2498"/>
                  </a:cubicBezTo>
                  <a:cubicBezTo>
                    <a:pt x="46398" y="2498"/>
                    <a:pt x="46324" y="2512"/>
                    <a:pt x="46263" y="2512"/>
                  </a:cubicBezTo>
                  <a:lnTo>
                    <a:pt x="46172" y="2542"/>
                  </a:lnTo>
                  <a:cubicBezTo>
                    <a:pt x="46081" y="2603"/>
                    <a:pt x="46081" y="2725"/>
                    <a:pt x="46020" y="2755"/>
                  </a:cubicBezTo>
                  <a:cubicBezTo>
                    <a:pt x="45989" y="2755"/>
                    <a:pt x="45868" y="2816"/>
                    <a:pt x="45777" y="2846"/>
                  </a:cubicBezTo>
                  <a:lnTo>
                    <a:pt x="45564" y="2846"/>
                  </a:lnTo>
                  <a:cubicBezTo>
                    <a:pt x="45473" y="2907"/>
                    <a:pt x="45321" y="3029"/>
                    <a:pt x="45169" y="3120"/>
                  </a:cubicBezTo>
                  <a:lnTo>
                    <a:pt x="44986" y="3120"/>
                  </a:lnTo>
                  <a:cubicBezTo>
                    <a:pt x="44956" y="3120"/>
                    <a:pt x="44895" y="3120"/>
                    <a:pt x="44865" y="3150"/>
                  </a:cubicBezTo>
                  <a:lnTo>
                    <a:pt x="44774" y="3272"/>
                  </a:lnTo>
                  <a:cubicBezTo>
                    <a:pt x="44694" y="3404"/>
                    <a:pt x="44615" y="3490"/>
                    <a:pt x="44596" y="3490"/>
                  </a:cubicBezTo>
                  <a:cubicBezTo>
                    <a:pt x="44593" y="3490"/>
                    <a:pt x="44591" y="3489"/>
                    <a:pt x="44591" y="3485"/>
                  </a:cubicBezTo>
                  <a:lnTo>
                    <a:pt x="44561" y="3485"/>
                  </a:lnTo>
                  <a:lnTo>
                    <a:pt x="44530" y="3424"/>
                  </a:lnTo>
                  <a:lnTo>
                    <a:pt x="44378" y="3424"/>
                  </a:lnTo>
                  <a:cubicBezTo>
                    <a:pt x="44378" y="3454"/>
                    <a:pt x="44318" y="3637"/>
                    <a:pt x="44257" y="3667"/>
                  </a:cubicBezTo>
                  <a:cubicBezTo>
                    <a:pt x="44166" y="3697"/>
                    <a:pt x="43771" y="3849"/>
                    <a:pt x="43649" y="3910"/>
                  </a:cubicBezTo>
                  <a:cubicBezTo>
                    <a:pt x="43527" y="3971"/>
                    <a:pt x="43436" y="4032"/>
                    <a:pt x="43467" y="4062"/>
                  </a:cubicBezTo>
                  <a:cubicBezTo>
                    <a:pt x="43497" y="4093"/>
                    <a:pt x="43467" y="4123"/>
                    <a:pt x="43406" y="4123"/>
                  </a:cubicBezTo>
                  <a:lnTo>
                    <a:pt x="43284" y="4123"/>
                  </a:lnTo>
                  <a:cubicBezTo>
                    <a:pt x="43193" y="4123"/>
                    <a:pt x="43071" y="4245"/>
                    <a:pt x="43011" y="4245"/>
                  </a:cubicBezTo>
                  <a:cubicBezTo>
                    <a:pt x="42859" y="4275"/>
                    <a:pt x="42707" y="4336"/>
                    <a:pt x="42555" y="4427"/>
                  </a:cubicBezTo>
                  <a:cubicBezTo>
                    <a:pt x="42524" y="4457"/>
                    <a:pt x="42479" y="4473"/>
                    <a:pt x="42429" y="4473"/>
                  </a:cubicBezTo>
                  <a:cubicBezTo>
                    <a:pt x="42380" y="4473"/>
                    <a:pt x="42327" y="4457"/>
                    <a:pt x="42281" y="4427"/>
                  </a:cubicBezTo>
                  <a:cubicBezTo>
                    <a:pt x="42279" y="4425"/>
                    <a:pt x="42277" y="4424"/>
                    <a:pt x="42275" y="4424"/>
                  </a:cubicBezTo>
                  <a:cubicBezTo>
                    <a:pt x="42240" y="4424"/>
                    <a:pt x="42154" y="4641"/>
                    <a:pt x="42068" y="4670"/>
                  </a:cubicBezTo>
                  <a:cubicBezTo>
                    <a:pt x="41886" y="4700"/>
                    <a:pt x="41734" y="4700"/>
                    <a:pt x="41552" y="4700"/>
                  </a:cubicBezTo>
                  <a:cubicBezTo>
                    <a:pt x="41461" y="4700"/>
                    <a:pt x="41582" y="4518"/>
                    <a:pt x="41612" y="4427"/>
                  </a:cubicBezTo>
                  <a:cubicBezTo>
                    <a:pt x="41612" y="4383"/>
                    <a:pt x="41597" y="4367"/>
                    <a:pt x="41575" y="4367"/>
                  </a:cubicBezTo>
                  <a:cubicBezTo>
                    <a:pt x="41537" y="4367"/>
                    <a:pt x="41480" y="4418"/>
                    <a:pt x="41461" y="4457"/>
                  </a:cubicBezTo>
                  <a:cubicBezTo>
                    <a:pt x="41445" y="4473"/>
                    <a:pt x="41429" y="4481"/>
                    <a:pt x="41414" y="4481"/>
                  </a:cubicBezTo>
                  <a:cubicBezTo>
                    <a:pt x="41372" y="4481"/>
                    <a:pt x="41339" y="4418"/>
                    <a:pt x="41339" y="4305"/>
                  </a:cubicBezTo>
                  <a:lnTo>
                    <a:pt x="41369" y="4275"/>
                  </a:lnTo>
                  <a:lnTo>
                    <a:pt x="41582" y="4153"/>
                  </a:lnTo>
                  <a:cubicBezTo>
                    <a:pt x="41430" y="4062"/>
                    <a:pt x="41278" y="4001"/>
                    <a:pt x="41096" y="3941"/>
                  </a:cubicBezTo>
                  <a:lnTo>
                    <a:pt x="41005" y="3880"/>
                  </a:lnTo>
                  <a:lnTo>
                    <a:pt x="40913" y="3819"/>
                  </a:lnTo>
                  <a:cubicBezTo>
                    <a:pt x="40835" y="3760"/>
                    <a:pt x="40756" y="3727"/>
                    <a:pt x="40670" y="3727"/>
                  </a:cubicBezTo>
                  <a:cubicBezTo>
                    <a:pt x="40622" y="3727"/>
                    <a:pt x="40572" y="3737"/>
                    <a:pt x="40518" y="3758"/>
                  </a:cubicBezTo>
                  <a:cubicBezTo>
                    <a:pt x="40513" y="3764"/>
                    <a:pt x="40508" y="3766"/>
                    <a:pt x="40505" y="3766"/>
                  </a:cubicBezTo>
                  <a:cubicBezTo>
                    <a:pt x="40469" y="3766"/>
                    <a:pt x="40529" y="3512"/>
                    <a:pt x="40640" y="3485"/>
                  </a:cubicBezTo>
                  <a:cubicBezTo>
                    <a:pt x="40761" y="3454"/>
                    <a:pt x="40731" y="3241"/>
                    <a:pt x="40670" y="3241"/>
                  </a:cubicBezTo>
                  <a:cubicBezTo>
                    <a:pt x="40457" y="3241"/>
                    <a:pt x="40245" y="3241"/>
                    <a:pt x="40032" y="3272"/>
                  </a:cubicBezTo>
                  <a:cubicBezTo>
                    <a:pt x="39880" y="3272"/>
                    <a:pt x="39363" y="3424"/>
                    <a:pt x="39181" y="3454"/>
                  </a:cubicBezTo>
                  <a:cubicBezTo>
                    <a:pt x="38998" y="3515"/>
                    <a:pt x="38786" y="3576"/>
                    <a:pt x="38725" y="3576"/>
                  </a:cubicBezTo>
                  <a:lnTo>
                    <a:pt x="38664" y="3606"/>
                  </a:lnTo>
                  <a:lnTo>
                    <a:pt x="38360" y="3789"/>
                  </a:lnTo>
                  <a:lnTo>
                    <a:pt x="38239" y="3880"/>
                  </a:lnTo>
                  <a:cubicBezTo>
                    <a:pt x="38170" y="3948"/>
                    <a:pt x="38068" y="3982"/>
                    <a:pt x="37969" y="3982"/>
                  </a:cubicBezTo>
                  <a:cubicBezTo>
                    <a:pt x="37937" y="3982"/>
                    <a:pt x="37904" y="3979"/>
                    <a:pt x="37874" y="3971"/>
                  </a:cubicBezTo>
                  <a:lnTo>
                    <a:pt x="37783" y="3971"/>
                  </a:lnTo>
                  <a:cubicBezTo>
                    <a:pt x="37631" y="3971"/>
                    <a:pt x="37509" y="4001"/>
                    <a:pt x="37357" y="4032"/>
                  </a:cubicBezTo>
                  <a:lnTo>
                    <a:pt x="37236" y="4093"/>
                  </a:lnTo>
                  <a:lnTo>
                    <a:pt x="37175" y="4123"/>
                  </a:lnTo>
                  <a:cubicBezTo>
                    <a:pt x="37151" y="4146"/>
                    <a:pt x="37118" y="4156"/>
                    <a:pt x="37080" y="4156"/>
                  </a:cubicBezTo>
                  <a:cubicBezTo>
                    <a:pt x="36971" y="4156"/>
                    <a:pt x="36825" y="4077"/>
                    <a:pt x="36780" y="4032"/>
                  </a:cubicBezTo>
                  <a:cubicBezTo>
                    <a:pt x="36773" y="4025"/>
                    <a:pt x="36765" y="4022"/>
                    <a:pt x="36757" y="4022"/>
                  </a:cubicBezTo>
                  <a:cubicBezTo>
                    <a:pt x="36687" y="4022"/>
                    <a:pt x="36563" y="4224"/>
                    <a:pt x="36536" y="4305"/>
                  </a:cubicBezTo>
                  <a:cubicBezTo>
                    <a:pt x="36476" y="4397"/>
                    <a:pt x="36384" y="4457"/>
                    <a:pt x="36293" y="4457"/>
                  </a:cubicBezTo>
                  <a:cubicBezTo>
                    <a:pt x="36263" y="4457"/>
                    <a:pt x="36202" y="4397"/>
                    <a:pt x="36202" y="4336"/>
                  </a:cubicBezTo>
                  <a:lnTo>
                    <a:pt x="36202" y="4275"/>
                  </a:lnTo>
                  <a:lnTo>
                    <a:pt x="36202" y="4245"/>
                  </a:lnTo>
                  <a:cubicBezTo>
                    <a:pt x="36202" y="4209"/>
                    <a:pt x="36178" y="4192"/>
                    <a:pt x="36140" y="4192"/>
                  </a:cubicBezTo>
                  <a:cubicBezTo>
                    <a:pt x="36082" y="4192"/>
                    <a:pt x="35990" y="4232"/>
                    <a:pt x="35898" y="4305"/>
                  </a:cubicBezTo>
                  <a:lnTo>
                    <a:pt x="35837" y="4305"/>
                  </a:lnTo>
                  <a:cubicBezTo>
                    <a:pt x="35788" y="4272"/>
                    <a:pt x="35756" y="4260"/>
                    <a:pt x="35736" y="4260"/>
                  </a:cubicBezTo>
                  <a:cubicBezTo>
                    <a:pt x="35683" y="4260"/>
                    <a:pt x="35716" y="4352"/>
                    <a:pt x="35716" y="4397"/>
                  </a:cubicBezTo>
                  <a:lnTo>
                    <a:pt x="35716" y="4427"/>
                  </a:lnTo>
                  <a:cubicBezTo>
                    <a:pt x="35716" y="4442"/>
                    <a:pt x="35777" y="4457"/>
                    <a:pt x="35845" y="4457"/>
                  </a:cubicBezTo>
                  <a:cubicBezTo>
                    <a:pt x="35913" y="4457"/>
                    <a:pt x="35989" y="4442"/>
                    <a:pt x="36020" y="4397"/>
                  </a:cubicBezTo>
                  <a:cubicBezTo>
                    <a:pt x="36025" y="4387"/>
                    <a:pt x="36029" y="4382"/>
                    <a:pt x="36034" y="4382"/>
                  </a:cubicBezTo>
                  <a:cubicBezTo>
                    <a:pt x="36059" y="4382"/>
                    <a:pt x="36080" y="4498"/>
                    <a:pt x="36080" y="4549"/>
                  </a:cubicBezTo>
                  <a:cubicBezTo>
                    <a:pt x="36080" y="4579"/>
                    <a:pt x="35625" y="4640"/>
                    <a:pt x="35503" y="4731"/>
                  </a:cubicBezTo>
                  <a:cubicBezTo>
                    <a:pt x="35477" y="4736"/>
                    <a:pt x="35450" y="4739"/>
                    <a:pt x="35423" y="4739"/>
                  </a:cubicBezTo>
                  <a:cubicBezTo>
                    <a:pt x="35291" y="4739"/>
                    <a:pt x="35153" y="4680"/>
                    <a:pt x="35077" y="4579"/>
                  </a:cubicBezTo>
                  <a:cubicBezTo>
                    <a:pt x="35056" y="4536"/>
                    <a:pt x="35019" y="4493"/>
                    <a:pt x="34978" y="4493"/>
                  </a:cubicBezTo>
                  <a:cubicBezTo>
                    <a:pt x="34961" y="4493"/>
                    <a:pt x="34943" y="4500"/>
                    <a:pt x="34925" y="4518"/>
                  </a:cubicBezTo>
                  <a:lnTo>
                    <a:pt x="34895" y="4549"/>
                  </a:lnTo>
                  <a:lnTo>
                    <a:pt x="34591" y="4761"/>
                  </a:lnTo>
                  <a:cubicBezTo>
                    <a:pt x="34591" y="4913"/>
                    <a:pt x="34561" y="5035"/>
                    <a:pt x="34561" y="5156"/>
                  </a:cubicBezTo>
                  <a:cubicBezTo>
                    <a:pt x="34555" y="5168"/>
                    <a:pt x="34545" y="5173"/>
                    <a:pt x="34534" y="5173"/>
                  </a:cubicBezTo>
                  <a:cubicBezTo>
                    <a:pt x="34486" y="5173"/>
                    <a:pt x="34403" y="5090"/>
                    <a:pt x="34378" y="5065"/>
                  </a:cubicBezTo>
                  <a:cubicBezTo>
                    <a:pt x="34370" y="5049"/>
                    <a:pt x="34362" y="5041"/>
                    <a:pt x="34353" y="5041"/>
                  </a:cubicBezTo>
                  <a:cubicBezTo>
                    <a:pt x="34329" y="5041"/>
                    <a:pt x="34301" y="5098"/>
                    <a:pt x="34257" y="5187"/>
                  </a:cubicBezTo>
                  <a:lnTo>
                    <a:pt x="34105" y="5187"/>
                  </a:lnTo>
                  <a:cubicBezTo>
                    <a:pt x="34069" y="5178"/>
                    <a:pt x="34034" y="5174"/>
                    <a:pt x="33999" y="5174"/>
                  </a:cubicBezTo>
                  <a:cubicBezTo>
                    <a:pt x="33915" y="5174"/>
                    <a:pt x="33835" y="5196"/>
                    <a:pt x="33770" y="5217"/>
                  </a:cubicBezTo>
                  <a:lnTo>
                    <a:pt x="33649" y="5248"/>
                  </a:lnTo>
                  <a:cubicBezTo>
                    <a:pt x="33527" y="5278"/>
                    <a:pt x="33406" y="5278"/>
                    <a:pt x="33254" y="5278"/>
                  </a:cubicBezTo>
                  <a:cubicBezTo>
                    <a:pt x="33497" y="5156"/>
                    <a:pt x="33497" y="5096"/>
                    <a:pt x="33345" y="4974"/>
                  </a:cubicBezTo>
                  <a:lnTo>
                    <a:pt x="33254" y="4974"/>
                  </a:lnTo>
                  <a:cubicBezTo>
                    <a:pt x="33162" y="5187"/>
                    <a:pt x="32859" y="5126"/>
                    <a:pt x="32646" y="5248"/>
                  </a:cubicBezTo>
                  <a:lnTo>
                    <a:pt x="32433" y="5369"/>
                  </a:lnTo>
                  <a:cubicBezTo>
                    <a:pt x="32463" y="5460"/>
                    <a:pt x="32463" y="5552"/>
                    <a:pt x="32494" y="5643"/>
                  </a:cubicBezTo>
                  <a:cubicBezTo>
                    <a:pt x="32524" y="5673"/>
                    <a:pt x="32494" y="5734"/>
                    <a:pt x="32463" y="5734"/>
                  </a:cubicBezTo>
                  <a:cubicBezTo>
                    <a:pt x="32403" y="5673"/>
                    <a:pt x="32372" y="5552"/>
                    <a:pt x="32311" y="5460"/>
                  </a:cubicBezTo>
                  <a:cubicBezTo>
                    <a:pt x="32289" y="5416"/>
                    <a:pt x="32169" y="5388"/>
                    <a:pt x="32023" y="5388"/>
                  </a:cubicBezTo>
                  <a:cubicBezTo>
                    <a:pt x="31969" y="5388"/>
                    <a:pt x="31912" y="5391"/>
                    <a:pt x="31855" y="5400"/>
                  </a:cubicBezTo>
                  <a:lnTo>
                    <a:pt x="31734" y="5521"/>
                  </a:lnTo>
                  <a:lnTo>
                    <a:pt x="31612" y="5612"/>
                  </a:lnTo>
                  <a:cubicBezTo>
                    <a:pt x="31308" y="5673"/>
                    <a:pt x="30974" y="5764"/>
                    <a:pt x="30670" y="5856"/>
                  </a:cubicBezTo>
                  <a:cubicBezTo>
                    <a:pt x="30488" y="5916"/>
                    <a:pt x="30305" y="6007"/>
                    <a:pt x="30123" y="6129"/>
                  </a:cubicBezTo>
                  <a:lnTo>
                    <a:pt x="30001" y="6159"/>
                  </a:lnTo>
                  <a:lnTo>
                    <a:pt x="29849" y="6190"/>
                  </a:lnTo>
                  <a:cubicBezTo>
                    <a:pt x="29789" y="6251"/>
                    <a:pt x="29697" y="6311"/>
                    <a:pt x="29576" y="6342"/>
                  </a:cubicBezTo>
                  <a:lnTo>
                    <a:pt x="29545" y="6311"/>
                  </a:lnTo>
                  <a:cubicBezTo>
                    <a:pt x="29525" y="6291"/>
                    <a:pt x="29508" y="6284"/>
                    <a:pt x="29492" y="6284"/>
                  </a:cubicBezTo>
                  <a:cubicBezTo>
                    <a:pt x="29461" y="6284"/>
                    <a:pt x="29434" y="6311"/>
                    <a:pt x="29393" y="6311"/>
                  </a:cubicBezTo>
                  <a:lnTo>
                    <a:pt x="29272" y="6342"/>
                  </a:lnTo>
                  <a:cubicBezTo>
                    <a:pt x="29211" y="6433"/>
                    <a:pt x="29089" y="6524"/>
                    <a:pt x="28968" y="6585"/>
                  </a:cubicBezTo>
                  <a:lnTo>
                    <a:pt x="28725" y="6585"/>
                  </a:lnTo>
                  <a:cubicBezTo>
                    <a:pt x="28725" y="6676"/>
                    <a:pt x="28573" y="6737"/>
                    <a:pt x="28512" y="6798"/>
                  </a:cubicBezTo>
                  <a:cubicBezTo>
                    <a:pt x="28496" y="6806"/>
                    <a:pt x="28477" y="6810"/>
                    <a:pt x="28458" y="6810"/>
                  </a:cubicBezTo>
                  <a:cubicBezTo>
                    <a:pt x="28404" y="6810"/>
                    <a:pt x="28344" y="6781"/>
                    <a:pt x="28299" y="6737"/>
                  </a:cubicBezTo>
                  <a:cubicBezTo>
                    <a:pt x="28294" y="6727"/>
                    <a:pt x="28288" y="6723"/>
                    <a:pt x="28282" y="6723"/>
                  </a:cubicBezTo>
                  <a:cubicBezTo>
                    <a:pt x="28250" y="6723"/>
                    <a:pt x="28203" y="6833"/>
                    <a:pt x="28178" y="6859"/>
                  </a:cubicBezTo>
                  <a:cubicBezTo>
                    <a:pt x="28178" y="6880"/>
                    <a:pt x="28147" y="6902"/>
                    <a:pt x="28097" y="6902"/>
                  </a:cubicBezTo>
                  <a:cubicBezTo>
                    <a:pt x="28076" y="6902"/>
                    <a:pt x="28052" y="6898"/>
                    <a:pt x="28026" y="6889"/>
                  </a:cubicBezTo>
                  <a:lnTo>
                    <a:pt x="27934" y="6950"/>
                  </a:lnTo>
                  <a:cubicBezTo>
                    <a:pt x="27813" y="7071"/>
                    <a:pt x="27630" y="7193"/>
                    <a:pt x="27448" y="7254"/>
                  </a:cubicBezTo>
                  <a:cubicBezTo>
                    <a:pt x="27357" y="7254"/>
                    <a:pt x="27235" y="7284"/>
                    <a:pt x="27114" y="7315"/>
                  </a:cubicBezTo>
                  <a:lnTo>
                    <a:pt x="27083" y="7345"/>
                  </a:lnTo>
                  <a:lnTo>
                    <a:pt x="27053" y="7375"/>
                  </a:lnTo>
                  <a:cubicBezTo>
                    <a:pt x="27053" y="7425"/>
                    <a:pt x="27035" y="7448"/>
                    <a:pt x="27008" y="7448"/>
                  </a:cubicBezTo>
                  <a:cubicBezTo>
                    <a:pt x="26986" y="7448"/>
                    <a:pt x="26959" y="7433"/>
                    <a:pt x="26931" y="7406"/>
                  </a:cubicBezTo>
                  <a:lnTo>
                    <a:pt x="26840" y="7497"/>
                  </a:lnTo>
                  <a:cubicBezTo>
                    <a:pt x="26837" y="7500"/>
                    <a:pt x="26834" y="7501"/>
                    <a:pt x="26829" y="7501"/>
                  </a:cubicBezTo>
                  <a:cubicBezTo>
                    <a:pt x="26804" y="7501"/>
                    <a:pt x="26756" y="7459"/>
                    <a:pt x="26723" y="7459"/>
                  </a:cubicBezTo>
                  <a:cubicBezTo>
                    <a:pt x="26703" y="7459"/>
                    <a:pt x="26688" y="7475"/>
                    <a:pt x="26688" y="7527"/>
                  </a:cubicBezTo>
                  <a:cubicBezTo>
                    <a:pt x="26681" y="7565"/>
                    <a:pt x="26667" y="7579"/>
                    <a:pt x="26651" y="7579"/>
                  </a:cubicBezTo>
                  <a:cubicBezTo>
                    <a:pt x="26612" y="7579"/>
                    <a:pt x="26555" y="7506"/>
                    <a:pt x="26510" y="7506"/>
                  </a:cubicBezTo>
                  <a:cubicBezTo>
                    <a:pt x="26497" y="7506"/>
                    <a:pt x="26486" y="7512"/>
                    <a:pt x="26475" y="7527"/>
                  </a:cubicBezTo>
                  <a:lnTo>
                    <a:pt x="26415" y="7618"/>
                  </a:lnTo>
                  <a:cubicBezTo>
                    <a:pt x="26293" y="7710"/>
                    <a:pt x="26141" y="7801"/>
                    <a:pt x="25989" y="7862"/>
                  </a:cubicBezTo>
                  <a:cubicBezTo>
                    <a:pt x="25898" y="7892"/>
                    <a:pt x="25807" y="7892"/>
                    <a:pt x="25776" y="7892"/>
                  </a:cubicBezTo>
                  <a:cubicBezTo>
                    <a:pt x="25716" y="7922"/>
                    <a:pt x="25655" y="7953"/>
                    <a:pt x="25594" y="7983"/>
                  </a:cubicBezTo>
                  <a:lnTo>
                    <a:pt x="25533" y="8044"/>
                  </a:lnTo>
                  <a:cubicBezTo>
                    <a:pt x="25452" y="8125"/>
                    <a:pt x="25322" y="8231"/>
                    <a:pt x="25252" y="8231"/>
                  </a:cubicBezTo>
                  <a:cubicBezTo>
                    <a:pt x="25243" y="8231"/>
                    <a:pt x="25236" y="8230"/>
                    <a:pt x="25229" y="8226"/>
                  </a:cubicBezTo>
                  <a:lnTo>
                    <a:pt x="25077" y="8196"/>
                  </a:lnTo>
                  <a:cubicBezTo>
                    <a:pt x="25016" y="8318"/>
                    <a:pt x="24925" y="8409"/>
                    <a:pt x="24864" y="8500"/>
                  </a:cubicBezTo>
                  <a:cubicBezTo>
                    <a:pt x="24773" y="8530"/>
                    <a:pt x="24682" y="8530"/>
                    <a:pt x="24621" y="8530"/>
                  </a:cubicBezTo>
                  <a:cubicBezTo>
                    <a:pt x="24560" y="8530"/>
                    <a:pt x="24560" y="8591"/>
                    <a:pt x="24621" y="8652"/>
                  </a:cubicBezTo>
                  <a:cubicBezTo>
                    <a:pt x="24560" y="8682"/>
                    <a:pt x="24469" y="8713"/>
                    <a:pt x="24409" y="8743"/>
                  </a:cubicBezTo>
                  <a:lnTo>
                    <a:pt x="24226" y="8773"/>
                  </a:lnTo>
                  <a:cubicBezTo>
                    <a:pt x="24105" y="8834"/>
                    <a:pt x="23709" y="8895"/>
                    <a:pt x="23649" y="8956"/>
                  </a:cubicBezTo>
                  <a:cubicBezTo>
                    <a:pt x="23618" y="9017"/>
                    <a:pt x="23466" y="9199"/>
                    <a:pt x="23345" y="9351"/>
                  </a:cubicBezTo>
                  <a:lnTo>
                    <a:pt x="23071" y="9321"/>
                  </a:lnTo>
                  <a:cubicBezTo>
                    <a:pt x="23071" y="9321"/>
                    <a:pt x="23041" y="9381"/>
                    <a:pt x="23010" y="9412"/>
                  </a:cubicBezTo>
                  <a:lnTo>
                    <a:pt x="22950" y="9473"/>
                  </a:lnTo>
                  <a:cubicBezTo>
                    <a:pt x="22922" y="9514"/>
                    <a:pt x="22888" y="9530"/>
                    <a:pt x="22857" y="9530"/>
                  </a:cubicBezTo>
                  <a:cubicBezTo>
                    <a:pt x="22819" y="9530"/>
                    <a:pt x="22784" y="9506"/>
                    <a:pt x="22767" y="9473"/>
                  </a:cubicBezTo>
                  <a:lnTo>
                    <a:pt x="22737" y="9442"/>
                  </a:lnTo>
                  <a:lnTo>
                    <a:pt x="22646" y="9442"/>
                  </a:lnTo>
                  <a:cubicBezTo>
                    <a:pt x="22646" y="9533"/>
                    <a:pt x="22646" y="9625"/>
                    <a:pt x="22646" y="9716"/>
                  </a:cubicBezTo>
                  <a:lnTo>
                    <a:pt x="22463" y="9746"/>
                  </a:lnTo>
                  <a:lnTo>
                    <a:pt x="22159" y="9837"/>
                  </a:lnTo>
                  <a:cubicBezTo>
                    <a:pt x="21916" y="9959"/>
                    <a:pt x="21643" y="10080"/>
                    <a:pt x="21369" y="10172"/>
                  </a:cubicBezTo>
                  <a:cubicBezTo>
                    <a:pt x="21278" y="10172"/>
                    <a:pt x="21339" y="10080"/>
                    <a:pt x="21521" y="9929"/>
                  </a:cubicBezTo>
                  <a:lnTo>
                    <a:pt x="21612" y="9837"/>
                  </a:lnTo>
                  <a:lnTo>
                    <a:pt x="21734" y="9746"/>
                  </a:lnTo>
                  <a:cubicBezTo>
                    <a:pt x="21855" y="9655"/>
                    <a:pt x="22190" y="9533"/>
                    <a:pt x="22159" y="9473"/>
                  </a:cubicBezTo>
                  <a:cubicBezTo>
                    <a:pt x="22159" y="9412"/>
                    <a:pt x="22372" y="9229"/>
                    <a:pt x="22433" y="9169"/>
                  </a:cubicBezTo>
                  <a:cubicBezTo>
                    <a:pt x="22554" y="9047"/>
                    <a:pt x="22706" y="8925"/>
                    <a:pt x="22858" y="8834"/>
                  </a:cubicBezTo>
                  <a:lnTo>
                    <a:pt x="23010" y="8713"/>
                  </a:lnTo>
                  <a:cubicBezTo>
                    <a:pt x="23071" y="8652"/>
                    <a:pt x="23162" y="8591"/>
                    <a:pt x="23193" y="8561"/>
                  </a:cubicBezTo>
                  <a:cubicBezTo>
                    <a:pt x="23223" y="8530"/>
                    <a:pt x="23010" y="8470"/>
                    <a:pt x="23223" y="8409"/>
                  </a:cubicBezTo>
                  <a:lnTo>
                    <a:pt x="23345" y="8378"/>
                  </a:lnTo>
                  <a:cubicBezTo>
                    <a:pt x="23466" y="8226"/>
                    <a:pt x="23740" y="8014"/>
                    <a:pt x="23770" y="7953"/>
                  </a:cubicBezTo>
                  <a:cubicBezTo>
                    <a:pt x="23861" y="7831"/>
                    <a:pt x="23922" y="7679"/>
                    <a:pt x="23953" y="7527"/>
                  </a:cubicBezTo>
                  <a:lnTo>
                    <a:pt x="24074" y="7436"/>
                  </a:lnTo>
                  <a:lnTo>
                    <a:pt x="24348" y="7254"/>
                  </a:lnTo>
                  <a:cubicBezTo>
                    <a:pt x="24439" y="7102"/>
                    <a:pt x="24500" y="6919"/>
                    <a:pt x="24560" y="6737"/>
                  </a:cubicBezTo>
                  <a:cubicBezTo>
                    <a:pt x="24530" y="6707"/>
                    <a:pt x="24500" y="6615"/>
                    <a:pt x="24469" y="6555"/>
                  </a:cubicBezTo>
                  <a:lnTo>
                    <a:pt x="24469" y="6494"/>
                  </a:lnTo>
                  <a:lnTo>
                    <a:pt x="24439" y="6433"/>
                  </a:lnTo>
                  <a:cubicBezTo>
                    <a:pt x="24409" y="6372"/>
                    <a:pt x="24439" y="6281"/>
                    <a:pt x="24500" y="6251"/>
                  </a:cubicBezTo>
                  <a:cubicBezTo>
                    <a:pt x="24560" y="6220"/>
                    <a:pt x="24560" y="6159"/>
                    <a:pt x="24500" y="6129"/>
                  </a:cubicBezTo>
                  <a:lnTo>
                    <a:pt x="24439" y="6099"/>
                  </a:lnTo>
                  <a:cubicBezTo>
                    <a:pt x="24439" y="6068"/>
                    <a:pt x="24378" y="6068"/>
                    <a:pt x="24378" y="6068"/>
                  </a:cubicBezTo>
                  <a:cubicBezTo>
                    <a:pt x="24325" y="6108"/>
                    <a:pt x="24278" y="6131"/>
                    <a:pt x="24239" y="6131"/>
                  </a:cubicBezTo>
                  <a:cubicBezTo>
                    <a:pt x="24189" y="6131"/>
                    <a:pt x="24152" y="6093"/>
                    <a:pt x="24135" y="6007"/>
                  </a:cubicBezTo>
                  <a:lnTo>
                    <a:pt x="24135" y="5977"/>
                  </a:lnTo>
                  <a:cubicBezTo>
                    <a:pt x="24013" y="5947"/>
                    <a:pt x="23740" y="5856"/>
                    <a:pt x="23709" y="5795"/>
                  </a:cubicBezTo>
                  <a:lnTo>
                    <a:pt x="23588" y="5552"/>
                  </a:lnTo>
                  <a:lnTo>
                    <a:pt x="23527" y="5521"/>
                  </a:lnTo>
                  <a:cubicBezTo>
                    <a:pt x="23375" y="5460"/>
                    <a:pt x="23314" y="5278"/>
                    <a:pt x="23375" y="5126"/>
                  </a:cubicBezTo>
                  <a:lnTo>
                    <a:pt x="23405" y="4822"/>
                  </a:lnTo>
                  <a:cubicBezTo>
                    <a:pt x="23223" y="4579"/>
                    <a:pt x="23010" y="4305"/>
                    <a:pt x="22980" y="4275"/>
                  </a:cubicBezTo>
                  <a:cubicBezTo>
                    <a:pt x="22980" y="4245"/>
                    <a:pt x="22950" y="4001"/>
                    <a:pt x="22858" y="3941"/>
                  </a:cubicBezTo>
                  <a:cubicBezTo>
                    <a:pt x="22798" y="3880"/>
                    <a:pt x="22767" y="3758"/>
                    <a:pt x="22798" y="3667"/>
                  </a:cubicBezTo>
                  <a:lnTo>
                    <a:pt x="22858" y="3606"/>
                  </a:lnTo>
                  <a:cubicBezTo>
                    <a:pt x="22919" y="3545"/>
                    <a:pt x="22980" y="3515"/>
                    <a:pt x="22919" y="3393"/>
                  </a:cubicBezTo>
                  <a:cubicBezTo>
                    <a:pt x="22767" y="3241"/>
                    <a:pt x="23041" y="3333"/>
                    <a:pt x="23041" y="3272"/>
                  </a:cubicBezTo>
                  <a:cubicBezTo>
                    <a:pt x="23041" y="3241"/>
                    <a:pt x="23071" y="3211"/>
                    <a:pt x="23041" y="3181"/>
                  </a:cubicBezTo>
                  <a:lnTo>
                    <a:pt x="22980" y="3090"/>
                  </a:lnTo>
                  <a:cubicBezTo>
                    <a:pt x="22945" y="3066"/>
                    <a:pt x="22906" y="3056"/>
                    <a:pt x="22867" y="3056"/>
                  </a:cubicBezTo>
                  <a:cubicBezTo>
                    <a:pt x="22805" y="3056"/>
                    <a:pt x="22744" y="3082"/>
                    <a:pt x="22706" y="3120"/>
                  </a:cubicBezTo>
                  <a:lnTo>
                    <a:pt x="22615" y="3090"/>
                  </a:lnTo>
                  <a:cubicBezTo>
                    <a:pt x="22524" y="3059"/>
                    <a:pt x="22646" y="2877"/>
                    <a:pt x="22676" y="2846"/>
                  </a:cubicBezTo>
                  <a:cubicBezTo>
                    <a:pt x="22706" y="2816"/>
                    <a:pt x="22554" y="2664"/>
                    <a:pt x="22281" y="2482"/>
                  </a:cubicBezTo>
                  <a:lnTo>
                    <a:pt x="22159" y="2269"/>
                  </a:lnTo>
                  <a:lnTo>
                    <a:pt x="22098" y="2147"/>
                  </a:lnTo>
                  <a:cubicBezTo>
                    <a:pt x="22007" y="2056"/>
                    <a:pt x="22007" y="1904"/>
                    <a:pt x="22007" y="1904"/>
                  </a:cubicBezTo>
                  <a:cubicBezTo>
                    <a:pt x="22038" y="1874"/>
                    <a:pt x="21794" y="1752"/>
                    <a:pt x="21703" y="1691"/>
                  </a:cubicBezTo>
                  <a:cubicBezTo>
                    <a:pt x="21643" y="1631"/>
                    <a:pt x="21430" y="1479"/>
                    <a:pt x="21278" y="1357"/>
                  </a:cubicBezTo>
                  <a:lnTo>
                    <a:pt x="21126" y="1296"/>
                  </a:lnTo>
                  <a:lnTo>
                    <a:pt x="21095" y="1296"/>
                  </a:lnTo>
                  <a:cubicBezTo>
                    <a:pt x="21053" y="1317"/>
                    <a:pt x="20910" y="1353"/>
                    <a:pt x="20825" y="1353"/>
                  </a:cubicBezTo>
                  <a:cubicBezTo>
                    <a:pt x="20787" y="1353"/>
                    <a:pt x="20761" y="1345"/>
                    <a:pt x="20761" y="1327"/>
                  </a:cubicBezTo>
                  <a:cubicBezTo>
                    <a:pt x="20761" y="1281"/>
                    <a:pt x="20723" y="1266"/>
                    <a:pt x="20677" y="1266"/>
                  </a:cubicBezTo>
                  <a:cubicBezTo>
                    <a:pt x="20632" y="1266"/>
                    <a:pt x="20579" y="1281"/>
                    <a:pt x="20548" y="1296"/>
                  </a:cubicBezTo>
                  <a:cubicBezTo>
                    <a:pt x="20487" y="1296"/>
                    <a:pt x="20275" y="1235"/>
                    <a:pt x="20214" y="1235"/>
                  </a:cubicBezTo>
                  <a:lnTo>
                    <a:pt x="19667" y="1357"/>
                  </a:lnTo>
                  <a:lnTo>
                    <a:pt x="19484" y="1296"/>
                  </a:lnTo>
                  <a:lnTo>
                    <a:pt x="19241" y="1235"/>
                  </a:lnTo>
                  <a:cubicBezTo>
                    <a:pt x="19080" y="1282"/>
                    <a:pt x="18620" y="1398"/>
                    <a:pt x="18328" y="1398"/>
                  </a:cubicBezTo>
                  <a:cubicBezTo>
                    <a:pt x="18236" y="1398"/>
                    <a:pt x="18160" y="1386"/>
                    <a:pt x="18117" y="1357"/>
                  </a:cubicBezTo>
                  <a:cubicBezTo>
                    <a:pt x="17965" y="1266"/>
                    <a:pt x="17813" y="1205"/>
                    <a:pt x="17661" y="1144"/>
                  </a:cubicBezTo>
                  <a:cubicBezTo>
                    <a:pt x="17634" y="1144"/>
                    <a:pt x="17415" y="1048"/>
                    <a:pt x="17302" y="1048"/>
                  </a:cubicBezTo>
                  <a:cubicBezTo>
                    <a:pt x="17288" y="1048"/>
                    <a:pt x="17276" y="1050"/>
                    <a:pt x="17266" y="1053"/>
                  </a:cubicBezTo>
                  <a:cubicBezTo>
                    <a:pt x="17053" y="1114"/>
                    <a:pt x="16870" y="1144"/>
                    <a:pt x="16658" y="1205"/>
                  </a:cubicBezTo>
                  <a:cubicBezTo>
                    <a:pt x="16506" y="1205"/>
                    <a:pt x="16384" y="1235"/>
                    <a:pt x="16384" y="1266"/>
                  </a:cubicBezTo>
                  <a:cubicBezTo>
                    <a:pt x="16384" y="1280"/>
                    <a:pt x="16375" y="1286"/>
                    <a:pt x="16361" y="1286"/>
                  </a:cubicBezTo>
                  <a:cubicBezTo>
                    <a:pt x="16316" y="1286"/>
                    <a:pt x="16217" y="1228"/>
                    <a:pt x="16171" y="1205"/>
                  </a:cubicBezTo>
                  <a:cubicBezTo>
                    <a:pt x="16169" y="1202"/>
                    <a:pt x="16163" y="1201"/>
                    <a:pt x="16156" y="1201"/>
                  </a:cubicBezTo>
                  <a:cubicBezTo>
                    <a:pt x="16082" y="1201"/>
                    <a:pt x="15796" y="1329"/>
                    <a:pt x="15685" y="1357"/>
                  </a:cubicBezTo>
                  <a:cubicBezTo>
                    <a:pt x="15533" y="1387"/>
                    <a:pt x="15411" y="1448"/>
                    <a:pt x="15259" y="1509"/>
                  </a:cubicBezTo>
                  <a:cubicBezTo>
                    <a:pt x="15214" y="1524"/>
                    <a:pt x="15161" y="1532"/>
                    <a:pt x="15104" y="1532"/>
                  </a:cubicBezTo>
                  <a:cubicBezTo>
                    <a:pt x="15047" y="1532"/>
                    <a:pt x="14986" y="1524"/>
                    <a:pt x="14925" y="1509"/>
                  </a:cubicBezTo>
                  <a:lnTo>
                    <a:pt x="14712" y="1509"/>
                  </a:lnTo>
                  <a:cubicBezTo>
                    <a:pt x="14500" y="1691"/>
                    <a:pt x="14226" y="1783"/>
                    <a:pt x="13952" y="1813"/>
                  </a:cubicBezTo>
                  <a:lnTo>
                    <a:pt x="13770" y="1843"/>
                  </a:lnTo>
                  <a:cubicBezTo>
                    <a:pt x="13770" y="1934"/>
                    <a:pt x="13709" y="2026"/>
                    <a:pt x="13648" y="2086"/>
                  </a:cubicBezTo>
                  <a:lnTo>
                    <a:pt x="13588" y="2086"/>
                  </a:lnTo>
                  <a:cubicBezTo>
                    <a:pt x="13588" y="2093"/>
                    <a:pt x="13585" y="2095"/>
                    <a:pt x="13581" y="2095"/>
                  </a:cubicBezTo>
                  <a:cubicBezTo>
                    <a:pt x="13566" y="2095"/>
                    <a:pt x="13527" y="2056"/>
                    <a:pt x="13527" y="2056"/>
                  </a:cubicBezTo>
                  <a:lnTo>
                    <a:pt x="13557" y="2026"/>
                  </a:lnTo>
                  <a:cubicBezTo>
                    <a:pt x="13588" y="1995"/>
                    <a:pt x="13557" y="1934"/>
                    <a:pt x="13466" y="1934"/>
                  </a:cubicBezTo>
                  <a:lnTo>
                    <a:pt x="13436" y="1965"/>
                  </a:lnTo>
                  <a:lnTo>
                    <a:pt x="13314" y="2026"/>
                  </a:lnTo>
                  <a:cubicBezTo>
                    <a:pt x="13223" y="2094"/>
                    <a:pt x="13132" y="2128"/>
                    <a:pt x="13028" y="2128"/>
                  </a:cubicBezTo>
                  <a:cubicBezTo>
                    <a:pt x="12993" y="2128"/>
                    <a:pt x="12957" y="2124"/>
                    <a:pt x="12919" y="2117"/>
                  </a:cubicBezTo>
                  <a:lnTo>
                    <a:pt x="12858" y="2178"/>
                  </a:lnTo>
                  <a:lnTo>
                    <a:pt x="12797" y="2208"/>
                  </a:lnTo>
                  <a:cubicBezTo>
                    <a:pt x="12645" y="2208"/>
                    <a:pt x="12615" y="2330"/>
                    <a:pt x="12645" y="2360"/>
                  </a:cubicBezTo>
                  <a:cubicBezTo>
                    <a:pt x="12676" y="2421"/>
                    <a:pt x="12554" y="2421"/>
                    <a:pt x="12402" y="2421"/>
                  </a:cubicBezTo>
                  <a:lnTo>
                    <a:pt x="12281" y="2451"/>
                  </a:lnTo>
                  <a:lnTo>
                    <a:pt x="12159" y="2482"/>
                  </a:lnTo>
                  <a:cubicBezTo>
                    <a:pt x="12123" y="2517"/>
                    <a:pt x="12073" y="2530"/>
                    <a:pt x="12022" y="2530"/>
                  </a:cubicBezTo>
                  <a:cubicBezTo>
                    <a:pt x="11943" y="2530"/>
                    <a:pt x="11862" y="2500"/>
                    <a:pt x="11825" y="2482"/>
                  </a:cubicBezTo>
                  <a:cubicBezTo>
                    <a:pt x="11820" y="2479"/>
                    <a:pt x="11814" y="2478"/>
                    <a:pt x="11807" y="2478"/>
                  </a:cubicBezTo>
                  <a:cubicBezTo>
                    <a:pt x="11719" y="2478"/>
                    <a:pt x="11453" y="2638"/>
                    <a:pt x="11369" y="2694"/>
                  </a:cubicBezTo>
                  <a:cubicBezTo>
                    <a:pt x="11247" y="2725"/>
                    <a:pt x="11004" y="2786"/>
                    <a:pt x="10974" y="2816"/>
                  </a:cubicBezTo>
                  <a:cubicBezTo>
                    <a:pt x="10943" y="2846"/>
                    <a:pt x="10609" y="2968"/>
                    <a:pt x="10214" y="3120"/>
                  </a:cubicBezTo>
                  <a:lnTo>
                    <a:pt x="10001" y="3424"/>
                  </a:lnTo>
                  <a:lnTo>
                    <a:pt x="9910" y="3424"/>
                  </a:lnTo>
                  <a:lnTo>
                    <a:pt x="9849" y="3485"/>
                  </a:lnTo>
                  <a:cubicBezTo>
                    <a:pt x="9842" y="3481"/>
                    <a:pt x="9835" y="3480"/>
                    <a:pt x="9827" y="3480"/>
                  </a:cubicBezTo>
                  <a:cubicBezTo>
                    <a:pt x="9762" y="3480"/>
                    <a:pt x="9656" y="3576"/>
                    <a:pt x="9575" y="3576"/>
                  </a:cubicBezTo>
                  <a:cubicBezTo>
                    <a:pt x="9567" y="3573"/>
                    <a:pt x="9558" y="3572"/>
                    <a:pt x="9548" y="3572"/>
                  </a:cubicBezTo>
                  <a:cubicBezTo>
                    <a:pt x="9447" y="3572"/>
                    <a:pt x="9266" y="3697"/>
                    <a:pt x="9211" y="3697"/>
                  </a:cubicBezTo>
                  <a:cubicBezTo>
                    <a:pt x="9119" y="3697"/>
                    <a:pt x="9028" y="3758"/>
                    <a:pt x="8998" y="3819"/>
                  </a:cubicBezTo>
                  <a:lnTo>
                    <a:pt x="8998" y="3849"/>
                  </a:lnTo>
                  <a:lnTo>
                    <a:pt x="8907" y="3941"/>
                  </a:lnTo>
                  <a:lnTo>
                    <a:pt x="8846" y="4062"/>
                  </a:lnTo>
                  <a:cubicBezTo>
                    <a:pt x="8785" y="4017"/>
                    <a:pt x="8717" y="3994"/>
                    <a:pt x="8648" y="3994"/>
                  </a:cubicBezTo>
                  <a:cubicBezTo>
                    <a:pt x="8580" y="3994"/>
                    <a:pt x="8512" y="4017"/>
                    <a:pt x="8451" y="4062"/>
                  </a:cubicBezTo>
                  <a:lnTo>
                    <a:pt x="8390" y="4123"/>
                  </a:lnTo>
                  <a:cubicBezTo>
                    <a:pt x="8349" y="4163"/>
                    <a:pt x="8319" y="4177"/>
                    <a:pt x="8295" y="4177"/>
                  </a:cubicBezTo>
                  <a:cubicBezTo>
                    <a:pt x="8248" y="4177"/>
                    <a:pt x="8228" y="4123"/>
                    <a:pt x="8208" y="4123"/>
                  </a:cubicBezTo>
                  <a:cubicBezTo>
                    <a:pt x="8116" y="4153"/>
                    <a:pt x="8025" y="4214"/>
                    <a:pt x="7995" y="4305"/>
                  </a:cubicBezTo>
                  <a:cubicBezTo>
                    <a:pt x="7904" y="4488"/>
                    <a:pt x="7721" y="4518"/>
                    <a:pt x="7539" y="4518"/>
                  </a:cubicBezTo>
                  <a:cubicBezTo>
                    <a:pt x="7478" y="4518"/>
                    <a:pt x="7417" y="4549"/>
                    <a:pt x="7357" y="4549"/>
                  </a:cubicBezTo>
                  <a:cubicBezTo>
                    <a:pt x="7265" y="4609"/>
                    <a:pt x="7205" y="4640"/>
                    <a:pt x="7113" y="4700"/>
                  </a:cubicBezTo>
                  <a:cubicBezTo>
                    <a:pt x="7022" y="4731"/>
                    <a:pt x="6901" y="4792"/>
                    <a:pt x="6809" y="4822"/>
                  </a:cubicBezTo>
                  <a:lnTo>
                    <a:pt x="6718" y="4852"/>
                  </a:lnTo>
                  <a:cubicBezTo>
                    <a:pt x="6627" y="4913"/>
                    <a:pt x="6505" y="4944"/>
                    <a:pt x="6384" y="4944"/>
                  </a:cubicBezTo>
                  <a:lnTo>
                    <a:pt x="6323" y="4974"/>
                  </a:lnTo>
                  <a:lnTo>
                    <a:pt x="6201" y="5035"/>
                  </a:lnTo>
                  <a:cubicBezTo>
                    <a:pt x="6019" y="5156"/>
                    <a:pt x="5837" y="5217"/>
                    <a:pt x="5654" y="5248"/>
                  </a:cubicBezTo>
                  <a:lnTo>
                    <a:pt x="5654" y="5430"/>
                  </a:lnTo>
                  <a:cubicBezTo>
                    <a:pt x="5533" y="5430"/>
                    <a:pt x="5381" y="5460"/>
                    <a:pt x="5259" y="5521"/>
                  </a:cubicBezTo>
                  <a:lnTo>
                    <a:pt x="5259" y="5582"/>
                  </a:lnTo>
                  <a:cubicBezTo>
                    <a:pt x="5290" y="5673"/>
                    <a:pt x="5138" y="5673"/>
                    <a:pt x="5046" y="5673"/>
                  </a:cubicBezTo>
                  <a:cubicBezTo>
                    <a:pt x="4986" y="5704"/>
                    <a:pt x="4773" y="5886"/>
                    <a:pt x="4682" y="5916"/>
                  </a:cubicBezTo>
                  <a:cubicBezTo>
                    <a:pt x="4499" y="5947"/>
                    <a:pt x="4317" y="6007"/>
                    <a:pt x="4135" y="6068"/>
                  </a:cubicBezTo>
                  <a:cubicBezTo>
                    <a:pt x="4043" y="6099"/>
                    <a:pt x="3891" y="6220"/>
                    <a:pt x="3891" y="6251"/>
                  </a:cubicBezTo>
                  <a:cubicBezTo>
                    <a:pt x="3891" y="6311"/>
                    <a:pt x="3770" y="6342"/>
                    <a:pt x="3618" y="6342"/>
                  </a:cubicBezTo>
                  <a:lnTo>
                    <a:pt x="3587" y="6463"/>
                  </a:lnTo>
                  <a:lnTo>
                    <a:pt x="3557" y="6494"/>
                  </a:lnTo>
                  <a:cubicBezTo>
                    <a:pt x="3557" y="6555"/>
                    <a:pt x="3375" y="6615"/>
                    <a:pt x="3314" y="6615"/>
                  </a:cubicBezTo>
                  <a:cubicBezTo>
                    <a:pt x="3253" y="6615"/>
                    <a:pt x="3253" y="6676"/>
                    <a:pt x="3314" y="6737"/>
                  </a:cubicBezTo>
                  <a:lnTo>
                    <a:pt x="3223" y="6859"/>
                  </a:lnTo>
                  <a:cubicBezTo>
                    <a:pt x="3207" y="6843"/>
                    <a:pt x="3189" y="6836"/>
                    <a:pt x="3170" y="6836"/>
                  </a:cubicBezTo>
                  <a:cubicBezTo>
                    <a:pt x="3080" y="6836"/>
                    <a:pt x="2964" y="6985"/>
                    <a:pt x="2888" y="7011"/>
                  </a:cubicBezTo>
                  <a:cubicBezTo>
                    <a:pt x="2797" y="7071"/>
                    <a:pt x="2493" y="7071"/>
                    <a:pt x="2463" y="7132"/>
                  </a:cubicBezTo>
                  <a:cubicBezTo>
                    <a:pt x="2432" y="7193"/>
                    <a:pt x="2250" y="7284"/>
                    <a:pt x="2189" y="7345"/>
                  </a:cubicBezTo>
                  <a:lnTo>
                    <a:pt x="2037" y="7527"/>
                  </a:lnTo>
                  <a:lnTo>
                    <a:pt x="2007" y="7527"/>
                  </a:lnTo>
                  <a:lnTo>
                    <a:pt x="1703" y="7497"/>
                  </a:lnTo>
                  <a:cubicBezTo>
                    <a:pt x="1551" y="7649"/>
                    <a:pt x="1399" y="7801"/>
                    <a:pt x="1277" y="7983"/>
                  </a:cubicBezTo>
                  <a:lnTo>
                    <a:pt x="1186" y="8044"/>
                  </a:lnTo>
                  <a:cubicBezTo>
                    <a:pt x="1034" y="8135"/>
                    <a:pt x="882" y="8226"/>
                    <a:pt x="761" y="8348"/>
                  </a:cubicBezTo>
                  <a:cubicBezTo>
                    <a:pt x="700" y="8439"/>
                    <a:pt x="639" y="8500"/>
                    <a:pt x="639" y="8591"/>
                  </a:cubicBezTo>
                  <a:cubicBezTo>
                    <a:pt x="609" y="8682"/>
                    <a:pt x="366" y="8561"/>
                    <a:pt x="517" y="8743"/>
                  </a:cubicBezTo>
                  <a:cubicBezTo>
                    <a:pt x="517" y="8743"/>
                    <a:pt x="396" y="8834"/>
                    <a:pt x="335" y="8895"/>
                  </a:cubicBezTo>
                  <a:cubicBezTo>
                    <a:pt x="305" y="8925"/>
                    <a:pt x="214" y="8925"/>
                    <a:pt x="183" y="8986"/>
                  </a:cubicBezTo>
                  <a:cubicBezTo>
                    <a:pt x="31" y="9199"/>
                    <a:pt x="1" y="9442"/>
                    <a:pt x="62" y="9685"/>
                  </a:cubicBezTo>
                  <a:cubicBezTo>
                    <a:pt x="62" y="9716"/>
                    <a:pt x="92" y="9716"/>
                    <a:pt x="92" y="9716"/>
                  </a:cubicBezTo>
                  <a:cubicBezTo>
                    <a:pt x="426" y="9777"/>
                    <a:pt x="183" y="9777"/>
                    <a:pt x="92" y="9807"/>
                  </a:cubicBezTo>
                  <a:lnTo>
                    <a:pt x="62" y="9807"/>
                  </a:lnTo>
                  <a:cubicBezTo>
                    <a:pt x="92" y="9868"/>
                    <a:pt x="122" y="9898"/>
                    <a:pt x="183" y="9898"/>
                  </a:cubicBezTo>
                  <a:cubicBezTo>
                    <a:pt x="244" y="9898"/>
                    <a:pt x="244" y="10020"/>
                    <a:pt x="244" y="10202"/>
                  </a:cubicBezTo>
                  <a:lnTo>
                    <a:pt x="274" y="10384"/>
                  </a:lnTo>
                  <a:lnTo>
                    <a:pt x="274" y="10506"/>
                  </a:lnTo>
                  <a:cubicBezTo>
                    <a:pt x="457" y="10658"/>
                    <a:pt x="669" y="10780"/>
                    <a:pt x="882" y="10901"/>
                  </a:cubicBezTo>
                  <a:lnTo>
                    <a:pt x="700" y="11114"/>
                  </a:lnTo>
                  <a:cubicBezTo>
                    <a:pt x="700" y="11144"/>
                    <a:pt x="973" y="11479"/>
                    <a:pt x="973" y="11631"/>
                  </a:cubicBezTo>
                  <a:cubicBezTo>
                    <a:pt x="973" y="11752"/>
                    <a:pt x="1034" y="11874"/>
                    <a:pt x="1125" y="11965"/>
                  </a:cubicBezTo>
                  <a:lnTo>
                    <a:pt x="1217" y="11995"/>
                  </a:lnTo>
                  <a:cubicBezTo>
                    <a:pt x="1308" y="12026"/>
                    <a:pt x="1399" y="12026"/>
                    <a:pt x="1460" y="12056"/>
                  </a:cubicBezTo>
                  <a:lnTo>
                    <a:pt x="1521" y="12087"/>
                  </a:lnTo>
                  <a:cubicBezTo>
                    <a:pt x="1521" y="12178"/>
                    <a:pt x="1703" y="12299"/>
                    <a:pt x="1703" y="12360"/>
                  </a:cubicBezTo>
                  <a:lnTo>
                    <a:pt x="1703" y="12664"/>
                  </a:lnTo>
                  <a:cubicBezTo>
                    <a:pt x="1703" y="12725"/>
                    <a:pt x="1703" y="12755"/>
                    <a:pt x="1733" y="12816"/>
                  </a:cubicBezTo>
                  <a:cubicBezTo>
                    <a:pt x="1794" y="12846"/>
                    <a:pt x="1855" y="12846"/>
                    <a:pt x="1916" y="12846"/>
                  </a:cubicBezTo>
                  <a:cubicBezTo>
                    <a:pt x="1976" y="12877"/>
                    <a:pt x="2007" y="12938"/>
                    <a:pt x="1976" y="13059"/>
                  </a:cubicBezTo>
                  <a:lnTo>
                    <a:pt x="2007" y="13120"/>
                  </a:lnTo>
                  <a:lnTo>
                    <a:pt x="2250" y="13363"/>
                  </a:lnTo>
                  <a:cubicBezTo>
                    <a:pt x="2078" y="13564"/>
                    <a:pt x="2257" y="13791"/>
                    <a:pt x="2355" y="13791"/>
                  </a:cubicBezTo>
                  <a:cubicBezTo>
                    <a:pt x="2361" y="13791"/>
                    <a:pt x="2366" y="13791"/>
                    <a:pt x="2372" y="13789"/>
                  </a:cubicBezTo>
                  <a:cubicBezTo>
                    <a:pt x="2615" y="13728"/>
                    <a:pt x="2858" y="13698"/>
                    <a:pt x="3101" y="13667"/>
                  </a:cubicBezTo>
                  <a:cubicBezTo>
                    <a:pt x="3253" y="13667"/>
                    <a:pt x="3587" y="13789"/>
                    <a:pt x="3709" y="13789"/>
                  </a:cubicBezTo>
                  <a:lnTo>
                    <a:pt x="4043" y="13758"/>
                  </a:lnTo>
                  <a:lnTo>
                    <a:pt x="4104" y="13789"/>
                  </a:lnTo>
                  <a:lnTo>
                    <a:pt x="4165" y="13789"/>
                  </a:lnTo>
                  <a:cubicBezTo>
                    <a:pt x="4184" y="13847"/>
                    <a:pt x="4228" y="13868"/>
                    <a:pt x="4273" y="13868"/>
                  </a:cubicBezTo>
                  <a:cubicBezTo>
                    <a:pt x="4299" y="13868"/>
                    <a:pt x="4325" y="13861"/>
                    <a:pt x="4347" y="13850"/>
                  </a:cubicBezTo>
                  <a:cubicBezTo>
                    <a:pt x="4353" y="13844"/>
                    <a:pt x="4363" y="13841"/>
                    <a:pt x="4377" y="13841"/>
                  </a:cubicBezTo>
                  <a:cubicBezTo>
                    <a:pt x="4432" y="13841"/>
                    <a:pt x="4541" y="13886"/>
                    <a:pt x="4591" y="13910"/>
                  </a:cubicBezTo>
                  <a:cubicBezTo>
                    <a:pt x="4651" y="13941"/>
                    <a:pt x="4439" y="14184"/>
                    <a:pt x="4347" y="14275"/>
                  </a:cubicBezTo>
                  <a:cubicBezTo>
                    <a:pt x="4287" y="14336"/>
                    <a:pt x="4165" y="14366"/>
                    <a:pt x="4074" y="14366"/>
                  </a:cubicBezTo>
                  <a:cubicBezTo>
                    <a:pt x="4072" y="14365"/>
                    <a:pt x="4071" y="14364"/>
                    <a:pt x="4069" y="14364"/>
                  </a:cubicBezTo>
                  <a:cubicBezTo>
                    <a:pt x="4029" y="14364"/>
                    <a:pt x="3887" y="14644"/>
                    <a:pt x="3800" y="14731"/>
                  </a:cubicBezTo>
                  <a:cubicBezTo>
                    <a:pt x="3709" y="14883"/>
                    <a:pt x="3648" y="15035"/>
                    <a:pt x="3618" y="15187"/>
                  </a:cubicBezTo>
                  <a:lnTo>
                    <a:pt x="3375" y="15187"/>
                  </a:lnTo>
                  <a:cubicBezTo>
                    <a:pt x="3375" y="15187"/>
                    <a:pt x="3375" y="15278"/>
                    <a:pt x="3375" y="15278"/>
                  </a:cubicBezTo>
                  <a:lnTo>
                    <a:pt x="3466" y="15369"/>
                  </a:lnTo>
                  <a:cubicBezTo>
                    <a:pt x="3314" y="15430"/>
                    <a:pt x="3192" y="15521"/>
                    <a:pt x="3071" y="15643"/>
                  </a:cubicBezTo>
                  <a:cubicBezTo>
                    <a:pt x="3040" y="15704"/>
                    <a:pt x="2919" y="16008"/>
                    <a:pt x="2828" y="16038"/>
                  </a:cubicBezTo>
                  <a:cubicBezTo>
                    <a:pt x="2736" y="16099"/>
                    <a:pt x="2676" y="16190"/>
                    <a:pt x="2736" y="16281"/>
                  </a:cubicBezTo>
                  <a:lnTo>
                    <a:pt x="2615" y="16342"/>
                  </a:lnTo>
                  <a:lnTo>
                    <a:pt x="2584" y="16342"/>
                  </a:lnTo>
                  <a:cubicBezTo>
                    <a:pt x="2554" y="16372"/>
                    <a:pt x="2524" y="16433"/>
                    <a:pt x="2524" y="16494"/>
                  </a:cubicBezTo>
                  <a:lnTo>
                    <a:pt x="2463" y="16524"/>
                  </a:lnTo>
                  <a:lnTo>
                    <a:pt x="2372" y="16555"/>
                  </a:lnTo>
                  <a:cubicBezTo>
                    <a:pt x="2402" y="16646"/>
                    <a:pt x="2341" y="16798"/>
                    <a:pt x="2311" y="16889"/>
                  </a:cubicBezTo>
                  <a:cubicBezTo>
                    <a:pt x="2250" y="16950"/>
                    <a:pt x="2189" y="17193"/>
                    <a:pt x="2128" y="17193"/>
                  </a:cubicBezTo>
                  <a:cubicBezTo>
                    <a:pt x="2068" y="17193"/>
                    <a:pt x="2037" y="17254"/>
                    <a:pt x="2068" y="17284"/>
                  </a:cubicBezTo>
                  <a:cubicBezTo>
                    <a:pt x="2098" y="17284"/>
                    <a:pt x="2007" y="17345"/>
                    <a:pt x="1916" y="17375"/>
                  </a:cubicBezTo>
                  <a:lnTo>
                    <a:pt x="1855" y="17436"/>
                  </a:lnTo>
                  <a:cubicBezTo>
                    <a:pt x="1825" y="17467"/>
                    <a:pt x="1885" y="17558"/>
                    <a:pt x="1825" y="17588"/>
                  </a:cubicBezTo>
                  <a:lnTo>
                    <a:pt x="1642" y="17771"/>
                  </a:lnTo>
                  <a:cubicBezTo>
                    <a:pt x="1551" y="17953"/>
                    <a:pt x="1490" y="18166"/>
                    <a:pt x="1429" y="18378"/>
                  </a:cubicBezTo>
                  <a:cubicBezTo>
                    <a:pt x="1429" y="18500"/>
                    <a:pt x="1429" y="18622"/>
                    <a:pt x="1429" y="18743"/>
                  </a:cubicBezTo>
                  <a:lnTo>
                    <a:pt x="1399" y="18834"/>
                  </a:lnTo>
                  <a:lnTo>
                    <a:pt x="1399" y="18865"/>
                  </a:lnTo>
                  <a:lnTo>
                    <a:pt x="1551" y="19078"/>
                  </a:lnTo>
                  <a:lnTo>
                    <a:pt x="1551" y="19169"/>
                  </a:lnTo>
                  <a:cubicBezTo>
                    <a:pt x="1551" y="19290"/>
                    <a:pt x="1642" y="19351"/>
                    <a:pt x="1673" y="19442"/>
                  </a:cubicBezTo>
                  <a:lnTo>
                    <a:pt x="1703" y="19534"/>
                  </a:lnTo>
                  <a:cubicBezTo>
                    <a:pt x="1764" y="19716"/>
                    <a:pt x="1855" y="19868"/>
                    <a:pt x="1946" y="20020"/>
                  </a:cubicBezTo>
                  <a:cubicBezTo>
                    <a:pt x="2037" y="20141"/>
                    <a:pt x="2128" y="20233"/>
                    <a:pt x="2220" y="20354"/>
                  </a:cubicBezTo>
                  <a:lnTo>
                    <a:pt x="2280" y="20445"/>
                  </a:lnTo>
                  <a:lnTo>
                    <a:pt x="2402" y="20719"/>
                  </a:lnTo>
                  <a:cubicBezTo>
                    <a:pt x="2554" y="21023"/>
                    <a:pt x="2676" y="21388"/>
                    <a:pt x="2736" y="21540"/>
                  </a:cubicBezTo>
                  <a:lnTo>
                    <a:pt x="2858" y="21600"/>
                  </a:lnTo>
                  <a:lnTo>
                    <a:pt x="2949" y="21692"/>
                  </a:lnTo>
                  <a:cubicBezTo>
                    <a:pt x="2926" y="21760"/>
                    <a:pt x="2955" y="21794"/>
                    <a:pt x="3022" y="21794"/>
                  </a:cubicBezTo>
                  <a:cubicBezTo>
                    <a:pt x="3044" y="21794"/>
                    <a:pt x="3071" y="21790"/>
                    <a:pt x="3101" y="21783"/>
                  </a:cubicBezTo>
                  <a:lnTo>
                    <a:pt x="3192" y="21752"/>
                  </a:lnTo>
                  <a:cubicBezTo>
                    <a:pt x="3223" y="21844"/>
                    <a:pt x="3253" y="21935"/>
                    <a:pt x="3253" y="22056"/>
                  </a:cubicBezTo>
                  <a:cubicBezTo>
                    <a:pt x="3253" y="22117"/>
                    <a:pt x="3284" y="22330"/>
                    <a:pt x="3344" y="22360"/>
                  </a:cubicBezTo>
                  <a:lnTo>
                    <a:pt x="3557" y="22482"/>
                  </a:lnTo>
                  <a:cubicBezTo>
                    <a:pt x="3587" y="22482"/>
                    <a:pt x="3891" y="22603"/>
                    <a:pt x="3891" y="22695"/>
                  </a:cubicBezTo>
                  <a:cubicBezTo>
                    <a:pt x="3831" y="22847"/>
                    <a:pt x="3800" y="22999"/>
                    <a:pt x="3739" y="23151"/>
                  </a:cubicBezTo>
                  <a:lnTo>
                    <a:pt x="3679" y="23333"/>
                  </a:lnTo>
                  <a:lnTo>
                    <a:pt x="3679" y="23424"/>
                  </a:lnTo>
                  <a:cubicBezTo>
                    <a:pt x="3800" y="23607"/>
                    <a:pt x="3983" y="23728"/>
                    <a:pt x="4195" y="23789"/>
                  </a:cubicBezTo>
                  <a:lnTo>
                    <a:pt x="4651" y="23789"/>
                  </a:lnTo>
                  <a:cubicBezTo>
                    <a:pt x="4909" y="23732"/>
                    <a:pt x="5328" y="23513"/>
                    <a:pt x="5452" y="23513"/>
                  </a:cubicBezTo>
                  <a:cubicBezTo>
                    <a:pt x="5460" y="23513"/>
                    <a:pt x="5467" y="23514"/>
                    <a:pt x="5472" y="23515"/>
                  </a:cubicBezTo>
                  <a:cubicBezTo>
                    <a:pt x="5594" y="23576"/>
                    <a:pt x="5898" y="23698"/>
                    <a:pt x="5989" y="23728"/>
                  </a:cubicBezTo>
                  <a:cubicBezTo>
                    <a:pt x="6080" y="23728"/>
                    <a:pt x="6201" y="23728"/>
                    <a:pt x="6293" y="23667"/>
                  </a:cubicBezTo>
                  <a:cubicBezTo>
                    <a:pt x="6536" y="23667"/>
                    <a:pt x="6809" y="23667"/>
                    <a:pt x="7083" y="23637"/>
                  </a:cubicBezTo>
                  <a:cubicBezTo>
                    <a:pt x="7265" y="23576"/>
                    <a:pt x="7539" y="23455"/>
                    <a:pt x="7721" y="23394"/>
                  </a:cubicBezTo>
                  <a:lnTo>
                    <a:pt x="7904" y="23333"/>
                  </a:lnTo>
                  <a:cubicBezTo>
                    <a:pt x="8056" y="23272"/>
                    <a:pt x="8208" y="23181"/>
                    <a:pt x="8360" y="23059"/>
                  </a:cubicBezTo>
                  <a:cubicBezTo>
                    <a:pt x="8420" y="23029"/>
                    <a:pt x="8481" y="23029"/>
                    <a:pt x="8542" y="22999"/>
                  </a:cubicBezTo>
                  <a:lnTo>
                    <a:pt x="8633" y="22968"/>
                  </a:lnTo>
                  <a:cubicBezTo>
                    <a:pt x="8846" y="22847"/>
                    <a:pt x="9059" y="22725"/>
                    <a:pt x="9271" y="22603"/>
                  </a:cubicBezTo>
                  <a:lnTo>
                    <a:pt x="9910" y="22391"/>
                  </a:lnTo>
                  <a:lnTo>
                    <a:pt x="10031" y="22208"/>
                  </a:lnTo>
                  <a:lnTo>
                    <a:pt x="10062" y="22178"/>
                  </a:lnTo>
                  <a:cubicBezTo>
                    <a:pt x="10275" y="22117"/>
                    <a:pt x="10487" y="22056"/>
                    <a:pt x="10700" y="21965"/>
                  </a:cubicBezTo>
                  <a:cubicBezTo>
                    <a:pt x="10822" y="21904"/>
                    <a:pt x="11126" y="21540"/>
                    <a:pt x="11278" y="21540"/>
                  </a:cubicBezTo>
                  <a:cubicBezTo>
                    <a:pt x="11399" y="21509"/>
                    <a:pt x="11855" y="21175"/>
                    <a:pt x="12037" y="21114"/>
                  </a:cubicBezTo>
                  <a:cubicBezTo>
                    <a:pt x="12281" y="21023"/>
                    <a:pt x="12524" y="20871"/>
                    <a:pt x="12737" y="20719"/>
                  </a:cubicBezTo>
                  <a:lnTo>
                    <a:pt x="13162" y="20719"/>
                  </a:lnTo>
                  <a:cubicBezTo>
                    <a:pt x="13284" y="20567"/>
                    <a:pt x="13466" y="20476"/>
                    <a:pt x="13648" y="20415"/>
                  </a:cubicBezTo>
                  <a:lnTo>
                    <a:pt x="13770" y="20324"/>
                  </a:lnTo>
                  <a:lnTo>
                    <a:pt x="14074" y="20172"/>
                  </a:lnTo>
                  <a:cubicBezTo>
                    <a:pt x="14378" y="19989"/>
                    <a:pt x="14986" y="19625"/>
                    <a:pt x="15138" y="19534"/>
                  </a:cubicBezTo>
                  <a:cubicBezTo>
                    <a:pt x="15290" y="19473"/>
                    <a:pt x="15685" y="19230"/>
                    <a:pt x="15807" y="19169"/>
                  </a:cubicBezTo>
                  <a:cubicBezTo>
                    <a:pt x="15928" y="19108"/>
                    <a:pt x="16202" y="18956"/>
                    <a:pt x="16414" y="18834"/>
                  </a:cubicBezTo>
                  <a:lnTo>
                    <a:pt x="16566" y="18682"/>
                  </a:lnTo>
                  <a:lnTo>
                    <a:pt x="16718" y="18530"/>
                  </a:lnTo>
                  <a:cubicBezTo>
                    <a:pt x="16962" y="18439"/>
                    <a:pt x="17326" y="18196"/>
                    <a:pt x="17569" y="18044"/>
                  </a:cubicBezTo>
                  <a:lnTo>
                    <a:pt x="17813" y="17923"/>
                  </a:lnTo>
                  <a:lnTo>
                    <a:pt x="18117" y="17771"/>
                  </a:lnTo>
                  <a:cubicBezTo>
                    <a:pt x="18390" y="17588"/>
                    <a:pt x="19363" y="17041"/>
                    <a:pt x="19667" y="16889"/>
                  </a:cubicBezTo>
                  <a:cubicBezTo>
                    <a:pt x="19940" y="16737"/>
                    <a:pt x="20214" y="16585"/>
                    <a:pt x="20244" y="16585"/>
                  </a:cubicBezTo>
                  <a:cubicBezTo>
                    <a:pt x="20275" y="16585"/>
                    <a:pt x="20244" y="16707"/>
                    <a:pt x="20214" y="16737"/>
                  </a:cubicBezTo>
                  <a:cubicBezTo>
                    <a:pt x="20214" y="16750"/>
                    <a:pt x="20233" y="16756"/>
                    <a:pt x="20262" y="16756"/>
                  </a:cubicBezTo>
                  <a:cubicBezTo>
                    <a:pt x="20365" y="16756"/>
                    <a:pt x="20596" y="16680"/>
                    <a:pt x="20548" y="16585"/>
                  </a:cubicBezTo>
                  <a:cubicBezTo>
                    <a:pt x="20487" y="16494"/>
                    <a:pt x="20487" y="16433"/>
                    <a:pt x="20487" y="16433"/>
                  </a:cubicBezTo>
                  <a:lnTo>
                    <a:pt x="20487" y="16433"/>
                  </a:lnTo>
                  <a:cubicBezTo>
                    <a:pt x="20491" y="16437"/>
                    <a:pt x="20495" y="16438"/>
                    <a:pt x="20501" y="16438"/>
                  </a:cubicBezTo>
                  <a:cubicBezTo>
                    <a:pt x="20543" y="16438"/>
                    <a:pt x="20643" y="16339"/>
                    <a:pt x="20670" y="16312"/>
                  </a:cubicBezTo>
                  <a:cubicBezTo>
                    <a:pt x="20679" y="16293"/>
                    <a:pt x="20695" y="16286"/>
                    <a:pt x="20711" y="16286"/>
                  </a:cubicBezTo>
                  <a:cubicBezTo>
                    <a:pt x="20748" y="16286"/>
                    <a:pt x="20791" y="16321"/>
                    <a:pt x="20791" y="16342"/>
                  </a:cubicBezTo>
                  <a:cubicBezTo>
                    <a:pt x="20796" y="16346"/>
                    <a:pt x="20804" y="16348"/>
                    <a:pt x="20815" y="16348"/>
                  </a:cubicBezTo>
                  <a:cubicBezTo>
                    <a:pt x="20884" y="16348"/>
                    <a:pt x="21069" y="16273"/>
                    <a:pt x="21095" y="16220"/>
                  </a:cubicBezTo>
                  <a:cubicBezTo>
                    <a:pt x="21247" y="16099"/>
                    <a:pt x="21369" y="15977"/>
                    <a:pt x="21521" y="15886"/>
                  </a:cubicBezTo>
                  <a:lnTo>
                    <a:pt x="21703" y="15825"/>
                  </a:lnTo>
                  <a:cubicBezTo>
                    <a:pt x="21794" y="15825"/>
                    <a:pt x="21703" y="15947"/>
                    <a:pt x="21643" y="15977"/>
                  </a:cubicBezTo>
                  <a:cubicBezTo>
                    <a:pt x="21582" y="16008"/>
                    <a:pt x="21643" y="16068"/>
                    <a:pt x="21734" y="16129"/>
                  </a:cubicBezTo>
                  <a:lnTo>
                    <a:pt x="21734" y="16190"/>
                  </a:lnTo>
                  <a:lnTo>
                    <a:pt x="21673" y="16312"/>
                  </a:lnTo>
                  <a:cubicBezTo>
                    <a:pt x="21521" y="16403"/>
                    <a:pt x="21339" y="16464"/>
                    <a:pt x="21156" y="16464"/>
                  </a:cubicBezTo>
                  <a:lnTo>
                    <a:pt x="21217" y="16524"/>
                  </a:lnTo>
                  <a:lnTo>
                    <a:pt x="21369" y="16676"/>
                  </a:lnTo>
                  <a:cubicBezTo>
                    <a:pt x="21335" y="16744"/>
                    <a:pt x="21292" y="16764"/>
                    <a:pt x="21261" y="16764"/>
                  </a:cubicBezTo>
                  <a:cubicBezTo>
                    <a:pt x="21235" y="16764"/>
                    <a:pt x="21217" y="16751"/>
                    <a:pt x="21217" y="16737"/>
                  </a:cubicBezTo>
                  <a:cubicBezTo>
                    <a:pt x="21195" y="16716"/>
                    <a:pt x="21128" y="16694"/>
                    <a:pt x="21037" y="16694"/>
                  </a:cubicBezTo>
                  <a:cubicBezTo>
                    <a:pt x="20999" y="16694"/>
                    <a:pt x="20958" y="16698"/>
                    <a:pt x="20913" y="16707"/>
                  </a:cubicBezTo>
                  <a:lnTo>
                    <a:pt x="20791" y="16737"/>
                  </a:lnTo>
                  <a:cubicBezTo>
                    <a:pt x="20761" y="16768"/>
                    <a:pt x="20731" y="16828"/>
                    <a:pt x="20700" y="16859"/>
                  </a:cubicBezTo>
                  <a:cubicBezTo>
                    <a:pt x="20822" y="16920"/>
                    <a:pt x="20822" y="16980"/>
                    <a:pt x="20700" y="17041"/>
                  </a:cubicBezTo>
                  <a:lnTo>
                    <a:pt x="20609" y="17102"/>
                  </a:lnTo>
                  <a:cubicBezTo>
                    <a:pt x="20579" y="17163"/>
                    <a:pt x="20275" y="17284"/>
                    <a:pt x="20244" y="17345"/>
                  </a:cubicBezTo>
                  <a:cubicBezTo>
                    <a:pt x="20214" y="17436"/>
                    <a:pt x="19849" y="17406"/>
                    <a:pt x="19788" y="17467"/>
                  </a:cubicBezTo>
                  <a:cubicBezTo>
                    <a:pt x="19697" y="17527"/>
                    <a:pt x="19819" y="17679"/>
                    <a:pt x="19849" y="17710"/>
                  </a:cubicBezTo>
                  <a:cubicBezTo>
                    <a:pt x="19880" y="17710"/>
                    <a:pt x="19880" y="17831"/>
                    <a:pt x="19849" y="17831"/>
                  </a:cubicBezTo>
                  <a:cubicBezTo>
                    <a:pt x="19758" y="17831"/>
                    <a:pt x="19667" y="17862"/>
                    <a:pt x="19606" y="17862"/>
                  </a:cubicBezTo>
                  <a:lnTo>
                    <a:pt x="19302" y="18014"/>
                  </a:lnTo>
                  <a:lnTo>
                    <a:pt x="19302" y="18166"/>
                  </a:lnTo>
                  <a:cubicBezTo>
                    <a:pt x="19241" y="18257"/>
                    <a:pt x="19180" y="18318"/>
                    <a:pt x="19089" y="18409"/>
                  </a:cubicBezTo>
                  <a:lnTo>
                    <a:pt x="19089" y="18530"/>
                  </a:lnTo>
                  <a:cubicBezTo>
                    <a:pt x="19089" y="18561"/>
                    <a:pt x="18998" y="18591"/>
                    <a:pt x="18968" y="18591"/>
                  </a:cubicBezTo>
                  <a:cubicBezTo>
                    <a:pt x="18937" y="18561"/>
                    <a:pt x="18907" y="18561"/>
                    <a:pt x="18877" y="18500"/>
                  </a:cubicBezTo>
                  <a:lnTo>
                    <a:pt x="18877" y="18470"/>
                  </a:lnTo>
                  <a:cubicBezTo>
                    <a:pt x="18864" y="18444"/>
                    <a:pt x="18840" y="18435"/>
                    <a:pt x="18815" y="18435"/>
                  </a:cubicBezTo>
                  <a:cubicBezTo>
                    <a:pt x="18780" y="18435"/>
                    <a:pt x="18742" y="18452"/>
                    <a:pt x="18725" y="18470"/>
                  </a:cubicBezTo>
                  <a:cubicBezTo>
                    <a:pt x="18664" y="18500"/>
                    <a:pt x="18633" y="18530"/>
                    <a:pt x="18633" y="18591"/>
                  </a:cubicBezTo>
                  <a:lnTo>
                    <a:pt x="18633" y="18622"/>
                  </a:lnTo>
                  <a:lnTo>
                    <a:pt x="18633" y="18804"/>
                  </a:lnTo>
                  <a:cubicBezTo>
                    <a:pt x="18481" y="18895"/>
                    <a:pt x="18299" y="18956"/>
                    <a:pt x="18117" y="19017"/>
                  </a:cubicBezTo>
                  <a:lnTo>
                    <a:pt x="18056" y="18956"/>
                  </a:lnTo>
                  <a:cubicBezTo>
                    <a:pt x="18029" y="18947"/>
                    <a:pt x="18005" y="18943"/>
                    <a:pt x="17984" y="18943"/>
                  </a:cubicBezTo>
                  <a:cubicBezTo>
                    <a:pt x="17934" y="18943"/>
                    <a:pt x="17904" y="18965"/>
                    <a:pt x="17904" y="18986"/>
                  </a:cubicBezTo>
                  <a:lnTo>
                    <a:pt x="17873" y="19078"/>
                  </a:lnTo>
                  <a:cubicBezTo>
                    <a:pt x="17850" y="19170"/>
                    <a:pt x="17898" y="19210"/>
                    <a:pt x="17935" y="19210"/>
                  </a:cubicBezTo>
                  <a:cubicBezTo>
                    <a:pt x="17947" y="19210"/>
                    <a:pt x="17957" y="19206"/>
                    <a:pt x="17965" y="19199"/>
                  </a:cubicBezTo>
                  <a:cubicBezTo>
                    <a:pt x="17965" y="19199"/>
                    <a:pt x="18025" y="19199"/>
                    <a:pt x="18056" y="19260"/>
                  </a:cubicBezTo>
                  <a:lnTo>
                    <a:pt x="18056" y="19290"/>
                  </a:lnTo>
                  <a:cubicBezTo>
                    <a:pt x="18025" y="19321"/>
                    <a:pt x="17965" y="19382"/>
                    <a:pt x="17934" y="19382"/>
                  </a:cubicBezTo>
                  <a:lnTo>
                    <a:pt x="17691" y="19382"/>
                  </a:lnTo>
                  <a:cubicBezTo>
                    <a:pt x="17718" y="19514"/>
                    <a:pt x="17583" y="19600"/>
                    <a:pt x="17507" y="19600"/>
                  </a:cubicBezTo>
                  <a:cubicBezTo>
                    <a:pt x="17496" y="19600"/>
                    <a:pt x="17486" y="19598"/>
                    <a:pt x="17478" y="19594"/>
                  </a:cubicBezTo>
                  <a:cubicBezTo>
                    <a:pt x="17462" y="19586"/>
                    <a:pt x="17446" y="19582"/>
                    <a:pt x="17431" y="19582"/>
                  </a:cubicBezTo>
                  <a:cubicBezTo>
                    <a:pt x="17389" y="19582"/>
                    <a:pt x="17357" y="19611"/>
                    <a:pt x="17357" y="19655"/>
                  </a:cubicBezTo>
                  <a:lnTo>
                    <a:pt x="17357" y="19716"/>
                  </a:lnTo>
                  <a:lnTo>
                    <a:pt x="17357" y="19989"/>
                  </a:lnTo>
                  <a:cubicBezTo>
                    <a:pt x="17205" y="19989"/>
                    <a:pt x="17022" y="20050"/>
                    <a:pt x="16870" y="20081"/>
                  </a:cubicBezTo>
                  <a:lnTo>
                    <a:pt x="16810" y="20141"/>
                  </a:lnTo>
                  <a:cubicBezTo>
                    <a:pt x="16718" y="20202"/>
                    <a:pt x="16627" y="20263"/>
                    <a:pt x="16536" y="20324"/>
                  </a:cubicBezTo>
                  <a:lnTo>
                    <a:pt x="16475" y="20354"/>
                  </a:lnTo>
                  <a:cubicBezTo>
                    <a:pt x="16354" y="20354"/>
                    <a:pt x="16232" y="20415"/>
                    <a:pt x="16141" y="20506"/>
                  </a:cubicBezTo>
                  <a:cubicBezTo>
                    <a:pt x="16050" y="20597"/>
                    <a:pt x="15898" y="20689"/>
                    <a:pt x="15776" y="20719"/>
                  </a:cubicBezTo>
                  <a:cubicBezTo>
                    <a:pt x="15685" y="20749"/>
                    <a:pt x="15655" y="20841"/>
                    <a:pt x="15776" y="20932"/>
                  </a:cubicBezTo>
                  <a:lnTo>
                    <a:pt x="15837" y="20993"/>
                  </a:lnTo>
                  <a:cubicBezTo>
                    <a:pt x="15928" y="21023"/>
                    <a:pt x="15989" y="21114"/>
                    <a:pt x="15959" y="21236"/>
                  </a:cubicBezTo>
                  <a:lnTo>
                    <a:pt x="15959" y="21388"/>
                  </a:lnTo>
                  <a:cubicBezTo>
                    <a:pt x="16050" y="21448"/>
                    <a:pt x="16141" y="21509"/>
                    <a:pt x="16232" y="21570"/>
                  </a:cubicBezTo>
                  <a:cubicBezTo>
                    <a:pt x="16232" y="21600"/>
                    <a:pt x="16141" y="21722"/>
                    <a:pt x="16202" y="21752"/>
                  </a:cubicBezTo>
                  <a:cubicBezTo>
                    <a:pt x="16262" y="21783"/>
                    <a:pt x="16293" y="21874"/>
                    <a:pt x="16262" y="21965"/>
                  </a:cubicBezTo>
                  <a:lnTo>
                    <a:pt x="16293" y="22026"/>
                  </a:lnTo>
                  <a:lnTo>
                    <a:pt x="16414" y="22148"/>
                  </a:lnTo>
                  <a:cubicBezTo>
                    <a:pt x="16566" y="22300"/>
                    <a:pt x="16718" y="22391"/>
                    <a:pt x="16901" y="22482"/>
                  </a:cubicBezTo>
                  <a:lnTo>
                    <a:pt x="16992" y="22421"/>
                  </a:lnTo>
                  <a:cubicBezTo>
                    <a:pt x="17083" y="22421"/>
                    <a:pt x="17083" y="22543"/>
                    <a:pt x="17083" y="22573"/>
                  </a:cubicBezTo>
                  <a:cubicBezTo>
                    <a:pt x="17068" y="22603"/>
                    <a:pt x="17022" y="22611"/>
                    <a:pt x="16977" y="22611"/>
                  </a:cubicBezTo>
                  <a:cubicBezTo>
                    <a:pt x="16931" y="22611"/>
                    <a:pt x="16886" y="22603"/>
                    <a:pt x="16870" y="22603"/>
                  </a:cubicBezTo>
                  <a:cubicBezTo>
                    <a:pt x="16864" y="22600"/>
                    <a:pt x="16859" y="22599"/>
                    <a:pt x="16854" y="22599"/>
                  </a:cubicBezTo>
                  <a:cubicBezTo>
                    <a:pt x="16817" y="22599"/>
                    <a:pt x="16850" y="22711"/>
                    <a:pt x="16931" y="22847"/>
                  </a:cubicBezTo>
                  <a:lnTo>
                    <a:pt x="17053" y="22907"/>
                  </a:lnTo>
                  <a:lnTo>
                    <a:pt x="17266" y="23029"/>
                  </a:lnTo>
                  <a:cubicBezTo>
                    <a:pt x="17235" y="23181"/>
                    <a:pt x="17691" y="23303"/>
                    <a:pt x="17813" y="23363"/>
                  </a:cubicBezTo>
                  <a:cubicBezTo>
                    <a:pt x="17965" y="23394"/>
                    <a:pt x="18177" y="23455"/>
                    <a:pt x="18208" y="23455"/>
                  </a:cubicBezTo>
                  <a:cubicBezTo>
                    <a:pt x="18360" y="23455"/>
                    <a:pt x="18512" y="23424"/>
                    <a:pt x="18664" y="23424"/>
                  </a:cubicBezTo>
                  <a:lnTo>
                    <a:pt x="18846" y="23394"/>
                  </a:lnTo>
                  <a:lnTo>
                    <a:pt x="18877" y="23394"/>
                  </a:lnTo>
                  <a:cubicBezTo>
                    <a:pt x="18937" y="23333"/>
                    <a:pt x="18846" y="23242"/>
                    <a:pt x="18785" y="23242"/>
                  </a:cubicBezTo>
                  <a:cubicBezTo>
                    <a:pt x="18755" y="23211"/>
                    <a:pt x="18846" y="23181"/>
                    <a:pt x="18877" y="23181"/>
                  </a:cubicBezTo>
                  <a:cubicBezTo>
                    <a:pt x="19059" y="23242"/>
                    <a:pt x="19241" y="23272"/>
                    <a:pt x="19454" y="23272"/>
                  </a:cubicBezTo>
                  <a:lnTo>
                    <a:pt x="20153" y="22999"/>
                  </a:lnTo>
                  <a:cubicBezTo>
                    <a:pt x="20305" y="22938"/>
                    <a:pt x="20822" y="22786"/>
                    <a:pt x="20943" y="22695"/>
                  </a:cubicBezTo>
                  <a:cubicBezTo>
                    <a:pt x="21095" y="22634"/>
                    <a:pt x="21369" y="22512"/>
                    <a:pt x="21430" y="22452"/>
                  </a:cubicBezTo>
                  <a:cubicBezTo>
                    <a:pt x="21491" y="22421"/>
                    <a:pt x="21916" y="22269"/>
                    <a:pt x="22038" y="22208"/>
                  </a:cubicBezTo>
                  <a:cubicBezTo>
                    <a:pt x="22159" y="22148"/>
                    <a:pt x="22554" y="21874"/>
                    <a:pt x="22676" y="21813"/>
                  </a:cubicBezTo>
                  <a:cubicBezTo>
                    <a:pt x="22828" y="21752"/>
                    <a:pt x="23466" y="21357"/>
                    <a:pt x="23679" y="21236"/>
                  </a:cubicBezTo>
                  <a:cubicBezTo>
                    <a:pt x="23922" y="21144"/>
                    <a:pt x="24317" y="20962"/>
                    <a:pt x="24378" y="20932"/>
                  </a:cubicBezTo>
                  <a:cubicBezTo>
                    <a:pt x="24469" y="20901"/>
                    <a:pt x="25320" y="20354"/>
                    <a:pt x="25655" y="20172"/>
                  </a:cubicBezTo>
                  <a:lnTo>
                    <a:pt x="26779" y="19564"/>
                  </a:lnTo>
                  <a:cubicBezTo>
                    <a:pt x="26894" y="19478"/>
                    <a:pt x="27089" y="19257"/>
                    <a:pt x="27188" y="19257"/>
                  </a:cubicBezTo>
                  <a:cubicBezTo>
                    <a:pt x="27194" y="19257"/>
                    <a:pt x="27200" y="19258"/>
                    <a:pt x="27205" y="19260"/>
                  </a:cubicBezTo>
                  <a:cubicBezTo>
                    <a:pt x="27296" y="19290"/>
                    <a:pt x="27266" y="19473"/>
                    <a:pt x="27235" y="19534"/>
                  </a:cubicBezTo>
                  <a:cubicBezTo>
                    <a:pt x="27205" y="19564"/>
                    <a:pt x="27205" y="19625"/>
                    <a:pt x="27175" y="19655"/>
                  </a:cubicBezTo>
                  <a:cubicBezTo>
                    <a:pt x="27235" y="19837"/>
                    <a:pt x="27266" y="19989"/>
                    <a:pt x="27266" y="20172"/>
                  </a:cubicBezTo>
                  <a:cubicBezTo>
                    <a:pt x="27266" y="20293"/>
                    <a:pt x="27235" y="20385"/>
                    <a:pt x="27175" y="20506"/>
                  </a:cubicBezTo>
                  <a:lnTo>
                    <a:pt x="27175" y="20537"/>
                  </a:lnTo>
                  <a:lnTo>
                    <a:pt x="27357" y="20841"/>
                  </a:lnTo>
                  <a:cubicBezTo>
                    <a:pt x="27478" y="21205"/>
                    <a:pt x="27813" y="21904"/>
                    <a:pt x="27874" y="22056"/>
                  </a:cubicBezTo>
                  <a:cubicBezTo>
                    <a:pt x="27904" y="22208"/>
                    <a:pt x="27965" y="22482"/>
                    <a:pt x="27995" y="22603"/>
                  </a:cubicBezTo>
                  <a:lnTo>
                    <a:pt x="27934" y="22695"/>
                  </a:lnTo>
                  <a:lnTo>
                    <a:pt x="27843" y="22907"/>
                  </a:lnTo>
                  <a:cubicBezTo>
                    <a:pt x="28026" y="22907"/>
                    <a:pt x="28238" y="23242"/>
                    <a:pt x="28360" y="23272"/>
                  </a:cubicBezTo>
                  <a:cubicBezTo>
                    <a:pt x="28482" y="23333"/>
                    <a:pt x="28603" y="23637"/>
                    <a:pt x="28603" y="23759"/>
                  </a:cubicBezTo>
                  <a:cubicBezTo>
                    <a:pt x="28603" y="23880"/>
                    <a:pt x="28816" y="23850"/>
                    <a:pt x="28877" y="23910"/>
                  </a:cubicBezTo>
                  <a:cubicBezTo>
                    <a:pt x="28907" y="23941"/>
                    <a:pt x="28907" y="24214"/>
                    <a:pt x="28907" y="24275"/>
                  </a:cubicBezTo>
                  <a:cubicBezTo>
                    <a:pt x="28877" y="24366"/>
                    <a:pt x="28877" y="24427"/>
                    <a:pt x="28846" y="24518"/>
                  </a:cubicBezTo>
                  <a:lnTo>
                    <a:pt x="28816" y="24549"/>
                  </a:lnTo>
                  <a:cubicBezTo>
                    <a:pt x="28755" y="24701"/>
                    <a:pt x="28694" y="24853"/>
                    <a:pt x="28664" y="25005"/>
                  </a:cubicBezTo>
                  <a:lnTo>
                    <a:pt x="28694" y="25187"/>
                  </a:lnTo>
                  <a:cubicBezTo>
                    <a:pt x="28907" y="25278"/>
                    <a:pt x="29150" y="25339"/>
                    <a:pt x="29393" y="25400"/>
                  </a:cubicBezTo>
                  <a:cubicBezTo>
                    <a:pt x="29454" y="25461"/>
                    <a:pt x="29515" y="25521"/>
                    <a:pt x="29545" y="25521"/>
                  </a:cubicBezTo>
                  <a:cubicBezTo>
                    <a:pt x="29545" y="25521"/>
                    <a:pt x="29819" y="25491"/>
                    <a:pt x="30153" y="25491"/>
                  </a:cubicBezTo>
                  <a:lnTo>
                    <a:pt x="30457" y="25461"/>
                  </a:lnTo>
                  <a:lnTo>
                    <a:pt x="30488" y="25461"/>
                  </a:lnTo>
                  <a:cubicBezTo>
                    <a:pt x="30512" y="25425"/>
                    <a:pt x="30568" y="25413"/>
                    <a:pt x="30634" y="25413"/>
                  </a:cubicBezTo>
                  <a:cubicBezTo>
                    <a:pt x="30735" y="25413"/>
                    <a:pt x="30858" y="25442"/>
                    <a:pt x="30913" y="25461"/>
                  </a:cubicBezTo>
                  <a:cubicBezTo>
                    <a:pt x="30931" y="25465"/>
                    <a:pt x="30953" y="25467"/>
                    <a:pt x="30977" y="25467"/>
                  </a:cubicBezTo>
                  <a:cubicBezTo>
                    <a:pt x="31070" y="25467"/>
                    <a:pt x="31193" y="25439"/>
                    <a:pt x="31260" y="25439"/>
                  </a:cubicBezTo>
                  <a:cubicBezTo>
                    <a:pt x="31290" y="25439"/>
                    <a:pt x="31308" y="25445"/>
                    <a:pt x="31308" y="25461"/>
                  </a:cubicBezTo>
                  <a:cubicBezTo>
                    <a:pt x="31295" y="25486"/>
                    <a:pt x="31326" y="25496"/>
                    <a:pt x="31373" y="25496"/>
                  </a:cubicBezTo>
                  <a:cubicBezTo>
                    <a:pt x="31436" y="25496"/>
                    <a:pt x="31529" y="25478"/>
                    <a:pt x="31582" y="25461"/>
                  </a:cubicBezTo>
                  <a:cubicBezTo>
                    <a:pt x="31590" y="25457"/>
                    <a:pt x="31600" y="25455"/>
                    <a:pt x="31610" y="25455"/>
                  </a:cubicBezTo>
                  <a:cubicBezTo>
                    <a:pt x="31674" y="25455"/>
                    <a:pt x="31764" y="25530"/>
                    <a:pt x="31764" y="25582"/>
                  </a:cubicBezTo>
                  <a:cubicBezTo>
                    <a:pt x="31764" y="25613"/>
                    <a:pt x="31977" y="25613"/>
                    <a:pt x="32038" y="25613"/>
                  </a:cubicBezTo>
                  <a:cubicBezTo>
                    <a:pt x="32099" y="25613"/>
                    <a:pt x="32159" y="25613"/>
                    <a:pt x="32190" y="25643"/>
                  </a:cubicBezTo>
                  <a:cubicBezTo>
                    <a:pt x="32433" y="25582"/>
                    <a:pt x="32646" y="25521"/>
                    <a:pt x="32859" y="25461"/>
                  </a:cubicBezTo>
                  <a:cubicBezTo>
                    <a:pt x="33041" y="25430"/>
                    <a:pt x="33588" y="25248"/>
                    <a:pt x="34074" y="25066"/>
                  </a:cubicBezTo>
                  <a:lnTo>
                    <a:pt x="34530" y="24914"/>
                  </a:lnTo>
                  <a:lnTo>
                    <a:pt x="34652" y="24883"/>
                  </a:lnTo>
                  <a:cubicBezTo>
                    <a:pt x="34956" y="24731"/>
                    <a:pt x="35260" y="24579"/>
                    <a:pt x="35564" y="24427"/>
                  </a:cubicBezTo>
                  <a:lnTo>
                    <a:pt x="36141" y="24275"/>
                  </a:lnTo>
                  <a:cubicBezTo>
                    <a:pt x="36232" y="24245"/>
                    <a:pt x="36354" y="24184"/>
                    <a:pt x="36445" y="24123"/>
                  </a:cubicBezTo>
                  <a:lnTo>
                    <a:pt x="36445" y="24062"/>
                  </a:lnTo>
                  <a:lnTo>
                    <a:pt x="36506" y="23910"/>
                  </a:lnTo>
                  <a:cubicBezTo>
                    <a:pt x="36567" y="23931"/>
                    <a:pt x="36628" y="23941"/>
                    <a:pt x="36686" y="23941"/>
                  </a:cubicBezTo>
                  <a:cubicBezTo>
                    <a:pt x="36803" y="23941"/>
                    <a:pt x="36911" y="23900"/>
                    <a:pt x="36992" y="23819"/>
                  </a:cubicBezTo>
                  <a:lnTo>
                    <a:pt x="37114" y="23698"/>
                  </a:lnTo>
                  <a:cubicBezTo>
                    <a:pt x="37144" y="23683"/>
                    <a:pt x="37182" y="23683"/>
                    <a:pt x="37224" y="23683"/>
                  </a:cubicBezTo>
                  <a:cubicBezTo>
                    <a:pt x="37266" y="23683"/>
                    <a:pt x="37311" y="23683"/>
                    <a:pt x="37357" y="23667"/>
                  </a:cubicBezTo>
                  <a:lnTo>
                    <a:pt x="37600" y="23607"/>
                  </a:lnTo>
                  <a:cubicBezTo>
                    <a:pt x="37813" y="23485"/>
                    <a:pt x="37995" y="23363"/>
                    <a:pt x="38178" y="23211"/>
                  </a:cubicBezTo>
                  <a:cubicBezTo>
                    <a:pt x="38208" y="23181"/>
                    <a:pt x="38512" y="23120"/>
                    <a:pt x="38603" y="23059"/>
                  </a:cubicBezTo>
                  <a:cubicBezTo>
                    <a:pt x="38786" y="22938"/>
                    <a:pt x="38968" y="22847"/>
                    <a:pt x="39150" y="22786"/>
                  </a:cubicBezTo>
                  <a:lnTo>
                    <a:pt x="39302" y="22664"/>
                  </a:lnTo>
                  <a:lnTo>
                    <a:pt x="39454" y="22543"/>
                  </a:lnTo>
                  <a:cubicBezTo>
                    <a:pt x="39637" y="22482"/>
                    <a:pt x="39819" y="22360"/>
                    <a:pt x="40002" y="22239"/>
                  </a:cubicBezTo>
                  <a:cubicBezTo>
                    <a:pt x="40029" y="22211"/>
                    <a:pt x="40157" y="22083"/>
                    <a:pt x="40203" y="22083"/>
                  </a:cubicBezTo>
                  <a:cubicBezTo>
                    <a:pt x="40208" y="22083"/>
                    <a:pt x="40212" y="22084"/>
                    <a:pt x="40214" y="22087"/>
                  </a:cubicBezTo>
                  <a:lnTo>
                    <a:pt x="40336" y="22117"/>
                  </a:lnTo>
                  <a:cubicBezTo>
                    <a:pt x="40457" y="22087"/>
                    <a:pt x="40549" y="22056"/>
                    <a:pt x="40640" y="21996"/>
                  </a:cubicBezTo>
                  <a:lnTo>
                    <a:pt x="40670" y="21874"/>
                  </a:lnTo>
                  <a:lnTo>
                    <a:pt x="40731" y="21752"/>
                  </a:lnTo>
                  <a:cubicBezTo>
                    <a:pt x="40853" y="21722"/>
                    <a:pt x="40974" y="21692"/>
                    <a:pt x="41065" y="21661"/>
                  </a:cubicBezTo>
                  <a:cubicBezTo>
                    <a:pt x="41157" y="21570"/>
                    <a:pt x="41278" y="21540"/>
                    <a:pt x="41400" y="21509"/>
                  </a:cubicBezTo>
                  <a:lnTo>
                    <a:pt x="41430" y="21357"/>
                  </a:lnTo>
                  <a:lnTo>
                    <a:pt x="41430" y="21327"/>
                  </a:lnTo>
                  <a:cubicBezTo>
                    <a:pt x="41451" y="21320"/>
                    <a:pt x="41479" y="21318"/>
                    <a:pt x="41512" y="21318"/>
                  </a:cubicBezTo>
                  <a:cubicBezTo>
                    <a:pt x="41569" y="21318"/>
                    <a:pt x="41640" y="21325"/>
                    <a:pt x="41700" y="21325"/>
                  </a:cubicBezTo>
                  <a:cubicBezTo>
                    <a:pt x="41755" y="21325"/>
                    <a:pt x="41803" y="21319"/>
                    <a:pt x="41825" y="21296"/>
                  </a:cubicBezTo>
                  <a:cubicBezTo>
                    <a:pt x="41886" y="21205"/>
                    <a:pt x="41947" y="21144"/>
                    <a:pt x="42008" y="21084"/>
                  </a:cubicBezTo>
                  <a:lnTo>
                    <a:pt x="42160" y="21084"/>
                  </a:lnTo>
                  <a:cubicBezTo>
                    <a:pt x="42220" y="21023"/>
                    <a:pt x="42281" y="20962"/>
                    <a:pt x="42342" y="20932"/>
                  </a:cubicBezTo>
                  <a:lnTo>
                    <a:pt x="42403" y="20901"/>
                  </a:lnTo>
                  <a:cubicBezTo>
                    <a:pt x="42433" y="20871"/>
                    <a:pt x="42403" y="20780"/>
                    <a:pt x="42464" y="20749"/>
                  </a:cubicBezTo>
                  <a:lnTo>
                    <a:pt x="42707" y="20749"/>
                  </a:lnTo>
                  <a:cubicBezTo>
                    <a:pt x="42768" y="20719"/>
                    <a:pt x="42828" y="20689"/>
                    <a:pt x="42889" y="20658"/>
                  </a:cubicBezTo>
                  <a:lnTo>
                    <a:pt x="43132" y="20506"/>
                  </a:lnTo>
                  <a:cubicBezTo>
                    <a:pt x="43375" y="20354"/>
                    <a:pt x="43923" y="20050"/>
                    <a:pt x="44075" y="19959"/>
                  </a:cubicBezTo>
                  <a:cubicBezTo>
                    <a:pt x="44196" y="19898"/>
                    <a:pt x="44378" y="19807"/>
                    <a:pt x="44470" y="19746"/>
                  </a:cubicBezTo>
                  <a:lnTo>
                    <a:pt x="44591" y="19716"/>
                  </a:lnTo>
                  <a:cubicBezTo>
                    <a:pt x="44682" y="19716"/>
                    <a:pt x="44743" y="19594"/>
                    <a:pt x="44804" y="19534"/>
                  </a:cubicBezTo>
                  <a:cubicBezTo>
                    <a:pt x="44819" y="19518"/>
                    <a:pt x="44834" y="19511"/>
                    <a:pt x="44846" y="19511"/>
                  </a:cubicBezTo>
                  <a:cubicBezTo>
                    <a:pt x="44857" y="19511"/>
                    <a:pt x="44865" y="19518"/>
                    <a:pt x="44865" y="19534"/>
                  </a:cubicBezTo>
                  <a:lnTo>
                    <a:pt x="44926" y="19534"/>
                  </a:lnTo>
                  <a:cubicBezTo>
                    <a:pt x="44986" y="19534"/>
                    <a:pt x="45017" y="19534"/>
                    <a:pt x="45017" y="19473"/>
                  </a:cubicBezTo>
                  <a:cubicBezTo>
                    <a:pt x="45017" y="19442"/>
                    <a:pt x="45290" y="19382"/>
                    <a:pt x="45321" y="19321"/>
                  </a:cubicBezTo>
                  <a:cubicBezTo>
                    <a:pt x="45336" y="19275"/>
                    <a:pt x="45359" y="19260"/>
                    <a:pt x="45382" y="19260"/>
                  </a:cubicBezTo>
                  <a:cubicBezTo>
                    <a:pt x="45404" y="19260"/>
                    <a:pt x="45427" y="19275"/>
                    <a:pt x="45442" y="19290"/>
                  </a:cubicBezTo>
                  <a:cubicBezTo>
                    <a:pt x="45442" y="19292"/>
                    <a:pt x="45443" y="19293"/>
                    <a:pt x="45444" y="19293"/>
                  </a:cubicBezTo>
                  <a:cubicBezTo>
                    <a:pt x="45467" y="19293"/>
                    <a:pt x="45662" y="19074"/>
                    <a:pt x="45777" y="19017"/>
                  </a:cubicBezTo>
                  <a:cubicBezTo>
                    <a:pt x="46020" y="18926"/>
                    <a:pt x="46293" y="18804"/>
                    <a:pt x="46537" y="18652"/>
                  </a:cubicBezTo>
                  <a:cubicBezTo>
                    <a:pt x="46597" y="18561"/>
                    <a:pt x="46719" y="18470"/>
                    <a:pt x="46841" y="18439"/>
                  </a:cubicBezTo>
                  <a:lnTo>
                    <a:pt x="46871" y="18439"/>
                  </a:lnTo>
                  <a:cubicBezTo>
                    <a:pt x="46962" y="18439"/>
                    <a:pt x="47145" y="18378"/>
                    <a:pt x="47145" y="18348"/>
                  </a:cubicBezTo>
                  <a:lnTo>
                    <a:pt x="47145" y="18166"/>
                  </a:lnTo>
                  <a:cubicBezTo>
                    <a:pt x="47327" y="18135"/>
                    <a:pt x="47509" y="18105"/>
                    <a:pt x="47692" y="18075"/>
                  </a:cubicBezTo>
                  <a:cubicBezTo>
                    <a:pt x="47813" y="18044"/>
                    <a:pt x="47904" y="17983"/>
                    <a:pt x="48026" y="17892"/>
                  </a:cubicBezTo>
                  <a:cubicBezTo>
                    <a:pt x="48056" y="17862"/>
                    <a:pt x="48239" y="17710"/>
                    <a:pt x="48269" y="17710"/>
                  </a:cubicBezTo>
                  <a:cubicBezTo>
                    <a:pt x="48482" y="17679"/>
                    <a:pt x="48664" y="17588"/>
                    <a:pt x="48786" y="17467"/>
                  </a:cubicBezTo>
                  <a:lnTo>
                    <a:pt x="49029" y="17375"/>
                  </a:lnTo>
                  <a:cubicBezTo>
                    <a:pt x="49151" y="17345"/>
                    <a:pt x="49242" y="17284"/>
                    <a:pt x="49363" y="17223"/>
                  </a:cubicBezTo>
                  <a:lnTo>
                    <a:pt x="49576" y="17102"/>
                  </a:lnTo>
                  <a:cubicBezTo>
                    <a:pt x="49850" y="16950"/>
                    <a:pt x="50184" y="16768"/>
                    <a:pt x="50336" y="16646"/>
                  </a:cubicBezTo>
                  <a:lnTo>
                    <a:pt x="50518" y="16585"/>
                  </a:lnTo>
                  <a:lnTo>
                    <a:pt x="50579" y="16585"/>
                  </a:lnTo>
                  <a:cubicBezTo>
                    <a:pt x="50822" y="16464"/>
                    <a:pt x="51035" y="16372"/>
                    <a:pt x="51278" y="16281"/>
                  </a:cubicBezTo>
                  <a:cubicBezTo>
                    <a:pt x="51491" y="16160"/>
                    <a:pt x="51704" y="16038"/>
                    <a:pt x="51886" y="15916"/>
                  </a:cubicBezTo>
                  <a:cubicBezTo>
                    <a:pt x="51977" y="15856"/>
                    <a:pt x="52221" y="15764"/>
                    <a:pt x="52281" y="15734"/>
                  </a:cubicBezTo>
                  <a:cubicBezTo>
                    <a:pt x="52373" y="15673"/>
                    <a:pt x="52494" y="15612"/>
                    <a:pt x="52585" y="15521"/>
                  </a:cubicBezTo>
                  <a:cubicBezTo>
                    <a:pt x="52677" y="15461"/>
                    <a:pt x="52768" y="15400"/>
                    <a:pt x="52859" y="15369"/>
                  </a:cubicBezTo>
                  <a:cubicBezTo>
                    <a:pt x="52920" y="15369"/>
                    <a:pt x="53406" y="15065"/>
                    <a:pt x="53619" y="15005"/>
                  </a:cubicBezTo>
                  <a:cubicBezTo>
                    <a:pt x="53832" y="14944"/>
                    <a:pt x="54075" y="14761"/>
                    <a:pt x="54136" y="14761"/>
                  </a:cubicBezTo>
                  <a:cubicBezTo>
                    <a:pt x="54196" y="14731"/>
                    <a:pt x="54470" y="14549"/>
                    <a:pt x="54622" y="14488"/>
                  </a:cubicBezTo>
                  <a:cubicBezTo>
                    <a:pt x="54743" y="14427"/>
                    <a:pt x="55078" y="14305"/>
                    <a:pt x="55199" y="14245"/>
                  </a:cubicBezTo>
                  <a:cubicBezTo>
                    <a:pt x="55351" y="14154"/>
                    <a:pt x="55503" y="14093"/>
                    <a:pt x="55625" y="14002"/>
                  </a:cubicBezTo>
                  <a:lnTo>
                    <a:pt x="55746" y="13971"/>
                  </a:lnTo>
                  <a:cubicBezTo>
                    <a:pt x="56050" y="13880"/>
                    <a:pt x="56324" y="13728"/>
                    <a:pt x="56628" y="13606"/>
                  </a:cubicBezTo>
                  <a:lnTo>
                    <a:pt x="56658" y="13576"/>
                  </a:lnTo>
                  <a:cubicBezTo>
                    <a:pt x="56750" y="13576"/>
                    <a:pt x="56841" y="13454"/>
                    <a:pt x="56871" y="13302"/>
                  </a:cubicBezTo>
                  <a:lnTo>
                    <a:pt x="57084" y="13485"/>
                  </a:lnTo>
                  <a:cubicBezTo>
                    <a:pt x="57175" y="13454"/>
                    <a:pt x="57266" y="13272"/>
                    <a:pt x="57327" y="13242"/>
                  </a:cubicBezTo>
                  <a:lnTo>
                    <a:pt x="57570" y="13242"/>
                  </a:lnTo>
                  <a:cubicBezTo>
                    <a:pt x="57570" y="13233"/>
                    <a:pt x="57573" y="13229"/>
                    <a:pt x="57576" y="13229"/>
                  </a:cubicBezTo>
                  <a:cubicBezTo>
                    <a:pt x="57583" y="13229"/>
                    <a:pt x="57592" y="13251"/>
                    <a:pt x="57570" y="13272"/>
                  </a:cubicBezTo>
                  <a:cubicBezTo>
                    <a:pt x="57479" y="13363"/>
                    <a:pt x="57418" y="13454"/>
                    <a:pt x="57327" y="13576"/>
                  </a:cubicBezTo>
                  <a:lnTo>
                    <a:pt x="57327" y="13910"/>
                  </a:lnTo>
                  <a:cubicBezTo>
                    <a:pt x="57236" y="13910"/>
                    <a:pt x="57114" y="13910"/>
                    <a:pt x="57023" y="13941"/>
                  </a:cubicBezTo>
                  <a:cubicBezTo>
                    <a:pt x="56962" y="13971"/>
                    <a:pt x="56871" y="14002"/>
                    <a:pt x="56810" y="14032"/>
                  </a:cubicBezTo>
                  <a:cubicBezTo>
                    <a:pt x="56810" y="14040"/>
                    <a:pt x="56808" y="14043"/>
                    <a:pt x="56806" y="14043"/>
                  </a:cubicBezTo>
                  <a:cubicBezTo>
                    <a:pt x="56799" y="14043"/>
                    <a:pt x="56788" y="14009"/>
                    <a:pt x="56810" y="13941"/>
                  </a:cubicBezTo>
                  <a:lnTo>
                    <a:pt x="56810" y="13850"/>
                  </a:lnTo>
                  <a:cubicBezTo>
                    <a:pt x="56658" y="13910"/>
                    <a:pt x="56476" y="14002"/>
                    <a:pt x="56324" y="14093"/>
                  </a:cubicBezTo>
                  <a:cubicBezTo>
                    <a:pt x="56172" y="14184"/>
                    <a:pt x="55777" y="14397"/>
                    <a:pt x="55686" y="14488"/>
                  </a:cubicBezTo>
                  <a:cubicBezTo>
                    <a:pt x="55625" y="14549"/>
                    <a:pt x="55564" y="14579"/>
                    <a:pt x="55503" y="14670"/>
                  </a:cubicBezTo>
                  <a:cubicBezTo>
                    <a:pt x="55503" y="14701"/>
                    <a:pt x="55473" y="14761"/>
                    <a:pt x="55443" y="14792"/>
                  </a:cubicBezTo>
                  <a:lnTo>
                    <a:pt x="55473" y="14883"/>
                  </a:lnTo>
                  <a:lnTo>
                    <a:pt x="55503" y="14944"/>
                  </a:lnTo>
                  <a:cubicBezTo>
                    <a:pt x="55503" y="15065"/>
                    <a:pt x="55443" y="15157"/>
                    <a:pt x="55382" y="15217"/>
                  </a:cubicBezTo>
                  <a:cubicBezTo>
                    <a:pt x="55321" y="15248"/>
                    <a:pt x="55351" y="15309"/>
                    <a:pt x="55412" y="15369"/>
                  </a:cubicBezTo>
                  <a:lnTo>
                    <a:pt x="55473" y="15400"/>
                  </a:lnTo>
                  <a:lnTo>
                    <a:pt x="55534" y="15430"/>
                  </a:lnTo>
                  <a:cubicBezTo>
                    <a:pt x="55595" y="15430"/>
                    <a:pt x="55625" y="15400"/>
                    <a:pt x="55595" y="15369"/>
                  </a:cubicBezTo>
                  <a:lnTo>
                    <a:pt x="55595" y="15339"/>
                  </a:lnTo>
                  <a:cubicBezTo>
                    <a:pt x="55595" y="15278"/>
                    <a:pt x="55625" y="15217"/>
                    <a:pt x="55655" y="15217"/>
                  </a:cubicBezTo>
                  <a:lnTo>
                    <a:pt x="55777" y="15217"/>
                  </a:lnTo>
                  <a:cubicBezTo>
                    <a:pt x="55898" y="15217"/>
                    <a:pt x="56020" y="15187"/>
                    <a:pt x="56050" y="15065"/>
                  </a:cubicBezTo>
                  <a:lnTo>
                    <a:pt x="56111" y="14974"/>
                  </a:lnTo>
                  <a:cubicBezTo>
                    <a:pt x="56172" y="14944"/>
                    <a:pt x="56202" y="14944"/>
                    <a:pt x="56263" y="14944"/>
                  </a:cubicBezTo>
                  <a:lnTo>
                    <a:pt x="56294" y="14944"/>
                  </a:lnTo>
                  <a:cubicBezTo>
                    <a:pt x="56294" y="15035"/>
                    <a:pt x="56263" y="15096"/>
                    <a:pt x="56233" y="15187"/>
                  </a:cubicBezTo>
                  <a:cubicBezTo>
                    <a:pt x="56223" y="15197"/>
                    <a:pt x="56243" y="15200"/>
                    <a:pt x="56278" y="15200"/>
                  </a:cubicBezTo>
                  <a:cubicBezTo>
                    <a:pt x="56348" y="15200"/>
                    <a:pt x="56476" y="15187"/>
                    <a:pt x="56537" y="15187"/>
                  </a:cubicBezTo>
                  <a:cubicBezTo>
                    <a:pt x="56628" y="15157"/>
                    <a:pt x="56780" y="14822"/>
                    <a:pt x="56841" y="14731"/>
                  </a:cubicBezTo>
                  <a:cubicBezTo>
                    <a:pt x="56902" y="14701"/>
                    <a:pt x="56993" y="14670"/>
                    <a:pt x="57084" y="14670"/>
                  </a:cubicBezTo>
                  <a:cubicBezTo>
                    <a:pt x="57114" y="14701"/>
                    <a:pt x="57023" y="14822"/>
                    <a:pt x="56962" y="14853"/>
                  </a:cubicBezTo>
                  <a:cubicBezTo>
                    <a:pt x="56932" y="14883"/>
                    <a:pt x="56962" y="14913"/>
                    <a:pt x="57023" y="14913"/>
                  </a:cubicBezTo>
                  <a:lnTo>
                    <a:pt x="57054" y="14913"/>
                  </a:lnTo>
                  <a:cubicBezTo>
                    <a:pt x="57084" y="14944"/>
                    <a:pt x="57145" y="14974"/>
                    <a:pt x="57175" y="15005"/>
                  </a:cubicBezTo>
                  <a:lnTo>
                    <a:pt x="57266" y="15096"/>
                  </a:lnTo>
                  <a:cubicBezTo>
                    <a:pt x="57175" y="15126"/>
                    <a:pt x="57054" y="15157"/>
                    <a:pt x="56962" y="15217"/>
                  </a:cubicBezTo>
                  <a:cubicBezTo>
                    <a:pt x="56934" y="15246"/>
                    <a:pt x="56768" y="15493"/>
                    <a:pt x="56673" y="15493"/>
                  </a:cubicBezTo>
                  <a:cubicBezTo>
                    <a:pt x="56668" y="15493"/>
                    <a:pt x="56663" y="15493"/>
                    <a:pt x="56658" y="15491"/>
                  </a:cubicBezTo>
                  <a:cubicBezTo>
                    <a:pt x="56537" y="15461"/>
                    <a:pt x="56415" y="15461"/>
                    <a:pt x="56324" y="15461"/>
                  </a:cubicBezTo>
                  <a:lnTo>
                    <a:pt x="56263" y="15521"/>
                  </a:lnTo>
                  <a:cubicBezTo>
                    <a:pt x="56172" y="15612"/>
                    <a:pt x="56202" y="15643"/>
                    <a:pt x="56294" y="15704"/>
                  </a:cubicBezTo>
                  <a:lnTo>
                    <a:pt x="56354" y="15734"/>
                  </a:lnTo>
                  <a:cubicBezTo>
                    <a:pt x="56415" y="15764"/>
                    <a:pt x="56324" y="15886"/>
                    <a:pt x="56294" y="15886"/>
                  </a:cubicBezTo>
                  <a:cubicBezTo>
                    <a:pt x="56263" y="15916"/>
                    <a:pt x="56354" y="16068"/>
                    <a:pt x="56415" y="16068"/>
                  </a:cubicBezTo>
                  <a:cubicBezTo>
                    <a:pt x="56567" y="16068"/>
                    <a:pt x="56689" y="16038"/>
                    <a:pt x="56810" y="15977"/>
                  </a:cubicBezTo>
                  <a:cubicBezTo>
                    <a:pt x="56871" y="15916"/>
                    <a:pt x="56932" y="15825"/>
                    <a:pt x="56962" y="15764"/>
                  </a:cubicBezTo>
                  <a:lnTo>
                    <a:pt x="57205" y="15764"/>
                  </a:lnTo>
                  <a:cubicBezTo>
                    <a:pt x="57297" y="15673"/>
                    <a:pt x="57418" y="15643"/>
                    <a:pt x="57509" y="15643"/>
                  </a:cubicBezTo>
                  <a:cubicBezTo>
                    <a:pt x="57570" y="15643"/>
                    <a:pt x="57631" y="15552"/>
                    <a:pt x="57661" y="15491"/>
                  </a:cubicBezTo>
                  <a:cubicBezTo>
                    <a:pt x="57661" y="15430"/>
                    <a:pt x="57692" y="15369"/>
                    <a:pt x="57692" y="15339"/>
                  </a:cubicBezTo>
                  <a:lnTo>
                    <a:pt x="57722" y="15339"/>
                  </a:lnTo>
                  <a:cubicBezTo>
                    <a:pt x="57874" y="15248"/>
                    <a:pt x="57905" y="15248"/>
                    <a:pt x="57753" y="15187"/>
                  </a:cubicBezTo>
                  <a:lnTo>
                    <a:pt x="57661" y="15157"/>
                  </a:lnTo>
                  <a:cubicBezTo>
                    <a:pt x="57551" y="15101"/>
                    <a:pt x="57516" y="14946"/>
                    <a:pt x="57533" y="14849"/>
                  </a:cubicBezTo>
                  <a:lnTo>
                    <a:pt x="57533" y="14849"/>
                  </a:lnTo>
                  <a:cubicBezTo>
                    <a:pt x="57551" y="14859"/>
                    <a:pt x="57573" y="14869"/>
                    <a:pt x="57601" y="14883"/>
                  </a:cubicBezTo>
                  <a:cubicBezTo>
                    <a:pt x="57605" y="14883"/>
                    <a:pt x="57608" y="14883"/>
                    <a:pt x="57612" y="14884"/>
                  </a:cubicBezTo>
                  <a:lnTo>
                    <a:pt x="57612" y="14884"/>
                  </a:lnTo>
                  <a:cubicBezTo>
                    <a:pt x="57599" y="14803"/>
                    <a:pt x="57593" y="14730"/>
                    <a:pt x="57570" y="14640"/>
                  </a:cubicBezTo>
                  <a:lnTo>
                    <a:pt x="57564" y="14653"/>
                  </a:lnTo>
                  <a:lnTo>
                    <a:pt x="57564" y="14653"/>
                  </a:lnTo>
                  <a:cubicBezTo>
                    <a:pt x="57581" y="14560"/>
                    <a:pt x="57601" y="14453"/>
                    <a:pt x="57601" y="14366"/>
                  </a:cubicBezTo>
                  <a:lnTo>
                    <a:pt x="57722" y="14366"/>
                  </a:lnTo>
                  <a:cubicBezTo>
                    <a:pt x="57726" y="14364"/>
                    <a:pt x="57730" y="14363"/>
                    <a:pt x="57733" y="14363"/>
                  </a:cubicBezTo>
                  <a:cubicBezTo>
                    <a:pt x="57779" y="14363"/>
                    <a:pt x="57755" y="14555"/>
                    <a:pt x="57783" y="14640"/>
                  </a:cubicBezTo>
                  <a:cubicBezTo>
                    <a:pt x="57813" y="14731"/>
                    <a:pt x="57844" y="14822"/>
                    <a:pt x="57844" y="14913"/>
                  </a:cubicBezTo>
                  <a:lnTo>
                    <a:pt x="57783" y="14913"/>
                  </a:lnTo>
                  <a:cubicBezTo>
                    <a:pt x="57768" y="14929"/>
                    <a:pt x="57753" y="14934"/>
                    <a:pt x="57737" y="14934"/>
                  </a:cubicBezTo>
                  <a:cubicBezTo>
                    <a:pt x="57696" y="14934"/>
                    <a:pt x="57654" y="14891"/>
                    <a:pt x="57612" y="14884"/>
                  </a:cubicBezTo>
                  <a:lnTo>
                    <a:pt x="57612" y="14884"/>
                  </a:lnTo>
                  <a:cubicBezTo>
                    <a:pt x="57617" y="14913"/>
                    <a:pt x="57623" y="14942"/>
                    <a:pt x="57631" y="14974"/>
                  </a:cubicBezTo>
                  <a:lnTo>
                    <a:pt x="57783" y="15035"/>
                  </a:lnTo>
                  <a:cubicBezTo>
                    <a:pt x="57803" y="15038"/>
                    <a:pt x="57822" y="15040"/>
                    <a:pt x="57842" y="15040"/>
                  </a:cubicBezTo>
                  <a:cubicBezTo>
                    <a:pt x="58002" y="15040"/>
                    <a:pt x="58141" y="14937"/>
                    <a:pt x="58087" y="14883"/>
                  </a:cubicBezTo>
                  <a:cubicBezTo>
                    <a:pt x="58026" y="14792"/>
                    <a:pt x="57965" y="14701"/>
                    <a:pt x="57935" y="14609"/>
                  </a:cubicBezTo>
                  <a:lnTo>
                    <a:pt x="57965" y="14518"/>
                  </a:lnTo>
                  <a:lnTo>
                    <a:pt x="57996" y="14427"/>
                  </a:lnTo>
                  <a:cubicBezTo>
                    <a:pt x="58178" y="14305"/>
                    <a:pt x="58391" y="14245"/>
                    <a:pt x="58604" y="14214"/>
                  </a:cubicBezTo>
                  <a:cubicBezTo>
                    <a:pt x="58756" y="14214"/>
                    <a:pt x="58816" y="14336"/>
                    <a:pt x="58756" y="14457"/>
                  </a:cubicBezTo>
                  <a:lnTo>
                    <a:pt x="58664" y="14427"/>
                  </a:lnTo>
                  <a:cubicBezTo>
                    <a:pt x="58615" y="14394"/>
                    <a:pt x="58570" y="14381"/>
                    <a:pt x="58530" y="14381"/>
                  </a:cubicBezTo>
                  <a:cubicBezTo>
                    <a:pt x="58423" y="14381"/>
                    <a:pt x="58352" y="14474"/>
                    <a:pt x="58330" y="14518"/>
                  </a:cubicBezTo>
                  <a:cubicBezTo>
                    <a:pt x="58269" y="14549"/>
                    <a:pt x="58300" y="14579"/>
                    <a:pt x="58391" y="14609"/>
                  </a:cubicBezTo>
                  <a:cubicBezTo>
                    <a:pt x="58474" y="14637"/>
                    <a:pt x="58431" y="14765"/>
                    <a:pt x="58560" y="14765"/>
                  </a:cubicBezTo>
                  <a:cubicBezTo>
                    <a:pt x="58573" y="14765"/>
                    <a:pt x="58587" y="14764"/>
                    <a:pt x="58604" y="14761"/>
                  </a:cubicBezTo>
                  <a:lnTo>
                    <a:pt x="58695" y="14761"/>
                  </a:lnTo>
                  <a:cubicBezTo>
                    <a:pt x="58763" y="14789"/>
                    <a:pt x="58825" y="14804"/>
                    <a:pt x="58884" y="14804"/>
                  </a:cubicBezTo>
                  <a:cubicBezTo>
                    <a:pt x="58956" y="14804"/>
                    <a:pt x="59023" y="14781"/>
                    <a:pt x="59090" y="14731"/>
                  </a:cubicBezTo>
                  <a:cubicBezTo>
                    <a:pt x="59120" y="14670"/>
                    <a:pt x="59120" y="14609"/>
                    <a:pt x="59090" y="14609"/>
                  </a:cubicBezTo>
                  <a:lnTo>
                    <a:pt x="59120" y="14518"/>
                  </a:lnTo>
                  <a:lnTo>
                    <a:pt x="59151" y="14427"/>
                  </a:lnTo>
                  <a:cubicBezTo>
                    <a:pt x="59151" y="14305"/>
                    <a:pt x="59242" y="14184"/>
                    <a:pt x="59272" y="14184"/>
                  </a:cubicBezTo>
                  <a:cubicBezTo>
                    <a:pt x="59333" y="14184"/>
                    <a:pt x="59303" y="14305"/>
                    <a:pt x="59303" y="14336"/>
                  </a:cubicBezTo>
                  <a:cubicBezTo>
                    <a:pt x="59272" y="14366"/>
                    <a:pt x="59303" y="14427"/>
                    <a:pt x="59333" y="14427"/>
                  </a:cubicBezTo>
                  <a:lnTo>
                    <a:pt x="59455" y="14366"/>
                  </a:lnTo>
                  <a:cubicBezTo>
                    <a:pt x="59576" y="14305"/>
                    <a:pt x="59759" y="14123"/>
                    <a:pt x="59850" y="14123"/>
                  </a:cubicBezTo>
                  <a:cubicBezTo>
                    <a:pt x="59856" y="14125"/>
                    <a:pt x="59861" y="14126"/>
                    <a:pt x="59864" y="14126"/>
                  </a:cubicBezTo>
                  <a:cubicBezTo>
                    <a:pt x="59918" y="14126"/>
                    <a:pt x="59753" y="13935"/>
                    <a:pt x="59668" y="13850"/>
                  </a:cubicBezTo>
                  <a:cubicBezTo>
                    <a:pt x="59637" y="13819"/>
                    <a:pt x="59599" y="13804"/>
                    <a:pt x="59561" y="13804"/>
                  </a:cubicBezTo>
                  <a:cubicBezTo>
                    <a:pt x="59523" y="13804"/>
                    <a:pt x="59485" y="13819"/>
                    <a:pt x="59455" y="13850"/>
                  </a:cubicBezTo>
                  <a:cubicBezTo>
                    <a:pt x="59424" y="13910"/>
                    <a:pt x="59272" y="13880"/>
                    <a:pt x="59212" y="13910"/>
                  </a:cubicBezTo>
                  <a:cubicBezTo>
                    <a:pt x="59181" y="13941"/>
                    <a:pt x="59120" y="13971"/>
                    <a:pt x="59090" y="14002"/>
                  </a:cubicBezTo>
                  <a:lnTo>
                    <a:pt x="59090" y="14032"/>
                  </a:lnTo>
                  <a:cubicBezTo>
                    <a:pt x="59073" y="14082"/>
                    <a:pt x="59038" y="14105"/>
                    <a:pt x="59000" y="14105"/>
                  </a:cubicBezTo>
                  <a:cubicBezTo>
                    <a:pt x="58968" y="14105"/>
                    <a:pt x="58935" y="14090"/>
                    <a:pt x="58908" y="14062"/>
                  </a:cubicBezTo>
                  <a:lnTo>
                    <a:pt x="58664" y="13941"/>
                  </a:lnTo>
                  <a:cubicBezTo>
                    <a:pt x="58546" y="13728"/>
                    <a:pt x="58428" y="13607"/>
                    <a:pt x="58381" y="13607"/>
                  </a:cubicBezTo>
                  <a:cubicBezTo>
                    <a:pt x="58368" y="13607"/>
                    <a:pt x="58361" y="13617"/>
                    <a:pt x="58361" y="13637"/>
                  </a:cubicBezTo>
                  <a:lnTo>
                    <a:pt x="58361" y="13698"/>
                  </a:lnTo>
                  <a:cubicBezTo>
                    <a:pt x="58330" y="13728"/>
                    <a:pt x="58300" y="13758"/>
                    <a:pt x="58269" y="13758"/>
                  </a:cubicBezTo>
                  <a:lnTo>
                    <a:pt x="58239" y="13758"/>
                  </a:lnTo>
                  <a:cubicBezTo>
                    <a:pt x="58148" y="13667"/>
                    <a:pt x="58057" y="13546"/>
                    <a:pt x="58026" y="13424"/>
                  </a:cubicBezTo>
                  <a:lnTo>
                    <a:pt x="57783" y="13272"/>
                  </a:lnTo>
                  <a:cubicBezTo>
                    <a:pt x="57753" y="13242"/>
                    <a:pt x="57753" y="13181"/>
                    <a:pt x="57753" y="13150"/>
                  </a:cubicBezTo>
                  <a:lnTo>
                    <a:pt x="57753" y="13120"/>
                  </a:lnTo>
                  <a:cubicBezTo>
                    <a:pt x="57874" y="13120"/>
                    <a:pt x="58026" y="13150"/>
                    <a:pt x="58178" y="13181"/>
                  </a:cubicBezTo>
                  <a:lnTo>
                    <a:pt x="58239" y="13363"/>
                  </a:lnTo>
                  <a:lnTo>
                    <a:pt x="58239" y="13394"/>
                  </a:lnTo>
                  <a:lnTo>
                    <a:pt x="58330" y="13394"/>
                  </a:lnTo>
                  <a:cubicBezTo>
                    <a:pt x="58421" y="13394"/>
                    <a:pt x="58604" y="13333"/>
                    <a:pt x="58573" y="13272"/>
                  </a:cubicBezTo>
                  <a:cubicBezTo>
                    <a:pt x="58543" y="13211"/>
                    <a:pt x="58634" y="13150"/>
                    <a:pt x="58756" y="13150"/>
                  </a:cubicBezTo>
                  <a:lnTo>
                    <a:pt x="58847" y="13150"/>
                  </a:lnTo>
                  <a:cubicBezTo>
                    <a:pt x="58908" y="13181"/>
                    <a:pt x="58968" y="13211"/>
                    <a:pt x="58968" y="13242"/>
                  </a:cubicBezTo>
                  <a:cubicBezTo>
                    <a:pt x="58938" y="13272"/>
                    <a:pt x="58938" y="13302"/>
                    <a:pt x="58908" y="13333"/>
                  </a:cubicBezTo>
                  <a:lnTo>
                    <a:pt x="58816" y="13333"/>
                  </a:lnTo>
                  <a:lnTo>
                    <a:pt x="58756" y="13363"/>
                  </a:lnTo>
                  <a:cubicBezTo>
                    <a:pt x="58695" y="13454"/>
                    <a:pt x="58664" y="13546"/>
                    <a:pt x="58634" y="13637"/>
                  </a:cubicBezTo>
                  <a:cubicBezTo>
                    <a:pt x="58664" y="13698"/>
                    <a:pt x="58725" y="13728"/>
                    <a:pt x="58786" y="13758"/>
                  </a:cubicBezTo>
                  <a:cubicBezTo>
                    <a:pt x="58816" y="13698"/>
                    <a:pt x="58847" y="13667"/>
                    <a:pt x="58847" y="13606"/>
                  </a:cubicBezTo>
                  <a:lnTo>
                    <a:pt x="58847" y="13485"/>
                  </a:lnTo>
                  <a:cubicBezTo>
                    <a:pt x="58968" y="13515"/>
                    <a:pt x="59060" y="13546"/>
                    <a:pt x="59151" y="13606"/>
                  </a:cubicBezTo>
                  <a:lnTo>
                    <a:pt x="59151" y="13515"/>
                  </a:lnTo>
                  <a:lnTo>
                    <a:pt x="59120" y="13363"/>
                  </a:lnTo>
                  <a:lnTo>
                    <a:pt x="59424" y="13302"/>
                  </a:lnTo>
                  <a:cubicBezTo>
                    <a:pt x="59516" y="13302"/>
                    <a:pt x="59576" y="13333"/>
                    <a:pt x="59668" y="13363"/>
                  </a:cubicBezTo>
                  <a:lnTo>
                    <a:pt x="59698" y="13394"/>
                  </a:lnTo>
                  <a:lnTo>
                    <a:pt x="59850" y="13576"/>
                  </a:lnTo>
                  <a:cubicBezTo>
                    <a:pt x="59971" y="13485"/>
                    <a:pt x="59941" y="13333"/>
                    <a:pt x="59880" y="13302"/>
                  </a:cubicBezTo>
                  <a:cubicBezTo>
                    <a:pt x="59820" y="13272"/>
                    <a:pt x="59576" y="13211"/>
                    <a:pt x="59576" y="13150"/>
                  </a:cubicBezTo>
                  <a:cubicBezTo>
                    <a:pt x="59576" y="13090"/>
                    <a:pt x="59546" y="13059"/>
                    <a:pt x="59516" y="12998"/>
                  </a:cubicBezTo>
                  <a:cubicBezTo>
                    <a:pt x="59485" y="12998"/>
                    <a:pt x="59455" y="12816"/>
                    <a:pt x="59516" y="12816"/>
                  </a:cubicBezTo>
                  <a:cubicBezTo>
                    <a:pt x="59637" y="12786"/>
                    <a:pt x="59759" y="12725"/>
                    <a:pt x="59820" y="12664"/>
                  </a:cubicBezTo>
                  <a:cubicBezTo>
                    <a:pt x="59843" y="12641"/>
                    <a:pt x="59870" y="12631"/>
                    <a:pt x="59896" y="12631"/>
                  </a:cubicBezTo>
                  <a:cubicBezTo>
                    <a:pt x="59937" y="12631"/>
                    <a:pt x="59971" y="12657"/>
                    <a:pt x="59971" y="12695"/>
                  </a:cubicBezTo>
                  <a:cubicBezTo>
                    <a:pt x="59984" y="12720"/>
                    <a:pt x="60003" y="12730"/>
                    <a:pt x="60026" y="12730"/>
                  </a:cubicBezTo>
                  <a:cubicBezTo>
                    <a:pt x="60059" y="12730"/>
                    <a:pt x="60101" y="12712"/>
                    <a:pt x="60154" y="12695"/>
                  </a:cubicBezTo>
                  <a:lnTo>
                    <a:pt x="60154" y="12634"/>
                  </a:lnTo>
                  <a:cubicBezTo>
                    <a:pt x="60215" y="12543"/>
                    <a:pt x="60123" y="12421"/>
                    <a:pt x="60336" y="12421"/>
                  </a:cubicBezTo>
                  <a:cubicBezTo>
                    <a:pt x="60367" y="12330"/>
                    <a:pt x="60397" y="12117"/>
                    <a:pt x="60427" y="12117"/>
                  </a:cubicBezTo>
                  <a:cubicBezTo>
                    <a:pt x="60473" y="12102"/>
                    <a:pt x="60519" y="12094"/>
                    <a:pt x="60564" y="12094"/>
                  </a:cubicBezTo>
                  <a:cubicBezTo>
                    <a:pt x="60610" y="12094"/>
                    <a:pt x="60655" y="12102"/>
                    <a:pt x="60701" y="12117"/>
                  </a:cubicBezTo>
                  <a:lnTo>
                    <a:pt x="60762" y="12147"/>
                  </a:lnTo>
                  <a:lnTo>
                    <a:pt x="60823" y="12147"/>
                  </a:lnTo>
                  <a:cubicBezTo>
                    <a:pt x="60828" y="12149"/>
                    <a:pt x="60834" y="12150"/>
                    <a:pt x="60842" y="12150"/>
                  </a:cubicBezTo>
                  <a:cubicBezTo>
                    <a:pt x="60952" y="12150"/>
                    <a:pt x="61269" y="11962"/>
                    <a:pt x="61356" y="11962"/>
                  </a:cubicBezTo>
                  <a:cubicBezTo>
                    <a:pt x="61361" y="11962"/>
                    <a:pt x="61366" y="11963"/>
                    <a:pt x="61370" y="11965"/>
                  </a:cubicBezTo>
                  <a:cubicBezTo>
                    <a:pt x="61375" y="11968"/>
                    <a:pt x="61380" y="11969"/>
                    <a:pt x="61385" y="11969"/>
                  </a:cubicBezTo>
                  <a:cubicBezTo>
                    <a:pt x="61435" y="11969"/>
                    <a:pt x="61458" y="11838"/>
                    <a:pt x="61430" y="11783"/>
                  </a:cubicBezTo>
                  <a:cubicBezTo>
                    <a:pt x="61430" y="11722"/>
                    <a:pt x="61582" y="11570"/>
                    <a:pt x="61643" y="11509"/>
                  </a:cubicBezTo>
                  <a:cubicBezTo>
                    <a:pt x="61646" y="11508"/>
                    <a:pt x="61649" y="11507"/>
                    <a:pt x="61652" y="11507"/>
                  </a:cubicBezTo>
                  <a:cubicBezTo>
                    <a:pt x="61709" y="11507"/>
                    <a:pt x="61761" y="11787"/>
                    <a:pt x="61674" y="11874"/>
                  </a:cubicBezTo>
                  <a:cubicBezTo>
                    <a:pt x="61613" y="11935"/>
                    <a:pt x="61552" y="12056"/>
                    <a:pt x="61552" y="12178"/>
                  </a:cubicBezTo>
                  <a:cubicBezTo>
                    <a:pt x="61582" y="12239"/>
                    <a:pt x="61582" y="12330"/>
                    <a:pt x="61582" y="12391"/>
                  </a:cubicBezTo>
                  <a:lnTo>
                    <a:pt x="61674" y="12451"/>
                  </a:lnTo>
                  <a:lnTo>
                    <a:pt x="61704" y="12482"/>
                  </a:lnTo>
                  <a:cubicBezTo>
                    <a:pt x="61826" y="12451"/>
                    <a:pt x="61795" y="12299"/>
                    <a:pt x="61734" y="12239"/>
                  </a:cubicBezTo>
                  <a:cubicBezTo>
                    <a:pt x="61704" y="12178"/>
                    <a:pt x="61856" y="12117"/>
                    <a:pt x="61886" y="12117"/>
                  </a:cubicBezTo>
                  <a:cubicBezTo>
                    <a:pt x="61917" y="12087"/>
                    <a:pt x="61947" y="11965"/>
                    <a:pt x="61917" y="11935"/>
                  </a:cubicBezTo>
                  <a:cubicBezTo>
                    <a:pt x="61917" y="11911"/>
                    <a:pt x="61930" y="11901"/>
                    <a:pt x="61953" y="11901"/>
                  </a:cubicBezTo>
                  <a:cubicBezTo>
                    <a:pt x="61991" y="11901"/>
                    <a:pt x="62054" y="11927"/>
                    <a:pt x="62130" y="11965"/>
                  </a:cubicBezTo>
                  <a:lnTo>
                    <a:pt x="62251" y="11995"/>
                  </a:lnTo>
                  <a:lnTo>
                    <a:pt x="62282" y="11995"/>
                  </a:lnTo>
                  <a:cubicBezTo>
                    <a:pt x="62373" y="11935"/>
                    <a:pt x="62251" y="11691"/>
                    <a:pt x="62342" y="11631"/>
                  </a:cubicBezTo>
                  <a:cubicBezTo>
                    <a:pt x="62434" y="11570"/>
                    <a:pt x="62403" y="11509"/>
                    <a:pt x="62373" y="11509"/>
                  </a:cubicBezTo>
                  <a:cubicBezTo>
                    <a:pt x="62342" y="11479"/>
                    <a:pt x="62373" y="11448"/>
                    <a:pt x="62464" y="11418"/>
                  </a:cubicBezTo>
                  <a:lnTo>
                    <a:pt x="62525" y="11388"/>
                  </a:lnTo>
                  <a:lnTo>
                    <a:pt x="62707" y="11205"/>
                  </a:lnTo>
                  <a:cubicBezTo>
                    <a:pt x="62859" y="11327"/>
                    <a:pt x="63041" y="11600"/>
                    <a:pt x="63102" y="11600"/>
                  </a:cubicBezTo>
                  <a:cubicBezTo>
                    <a:pt x="63163" y="11570"/>
                    <a:pt x="63163" y="11388"/>
                    <a:pt x="63163" y="11327"/>
                  </a:cubicBezTo>
                  <a:cubicBezTo>
                    <a:pt x="63133" y="11266"/>
                    <a:pt x="62859" y="11236"/>
                    <a:pt x="62829" y="11144"/>
                  </a:cubicBezTo>
                  <a:cubicBezTo>
                    <a:pt x="62768" y="11084"/>
                    <a:pt x="62920" y="10992"/>
                    <a:pt x="63163" y="10992"/>
                  </a:cubicBezTo>
                  <a:lnTo>
                    <a:pt x="63163" y="10780"/>
                  </a:lnTo>
                  <a:cubicBezTo>
                    <a:pt x="63224" y="10780"/>
                    <a:pt x="63285" y="10810"/>
                    <a:pt x="63285" y="10810"/>
                  </a:cubicBezTo>
                  <a:cubicBezTo>
                    <a:pt x="63285" y="10840"/>
                    <a:pt x="63285" y="10901"/>
                    <a:pt x="63315" y="10932"/>
                  </a:cubicBezTo>
                  <a:lnTo>
                    <a:pt x="63467" y="10932"/>
                  </a:lnTo>
                  <a:cubicBezTo>
                    <a:pt x="63528" y="10992"/>
                    <a:pt x="63589" y="11144"/>
                    <a:pt x="63649" y="11205"/>
                  </a:cubicBezTo>
                  <a:cubicBezTo>
                    <a:pt x="63658" y="11209"/>
                    <a:pt x="63667" y="11211"/>
                    <a:pt x="63676" y="11211"/>
                  </a:cubicBezTo>
                  <a:cubicBezTo>
                    <a:pt x="63734" y="11211"/>
                    <a:pt x="63806" y="11140"/>
                    <a:pt x="63832" y="11114"/>
                  </a:cubicBezTo>
                  <a:cubicBezTo>
                    <a:pt x="63832" y="11053"/>
                    <a:pt x="63832" y="10962"/>
                    <a:pt x="63832" y="10932"/>
                  </a:cubicBezTo>
                  <a:lnTo>
                    <a:pt x="63710" y="10932"/>
                  </a:lnTo>
                  <a:cubicBezTo>
                    <a:pt x="63680" y="10810"/>
                    <a:pt x="63710" y="10719"/>
                    <a:pt x="63741" y="10628"/>
                  </a:cubicBezTo>
                  <a:lnTo>
                    <a:pt x="63801" y="10536"/>
                  </a:lnTo>
                  <a:cubicBezTo>
                    <a:pt x="63862" y="10476"/>
                    <a:pt x="63923" y="10445"/>
                    <a:pt x="64014" y="10445"/>
                  </a:cubicBezTo>
                  <a:lnTo>
                    <a:pt x="64045" y="10445"/>
                  </a:lnTo>
                  <a:cubicBezTo>
                    <a:pt x="64061" y="10470"/>
                    <a:pt x="64084" y="10481"/>
                    <a:pt x="64111" y="10481"/>
                  </a:cubicBezTo>
                  <a:cubicBezTo>
                    <a:pt x="64187" y="10481"/>
                    <a:pt x="64298" y="10396"/>
                    <a:pt x="64409" y="10263"/>
                  </a:cubicBezTo>
                  <a:lnTo>
                    <a:pt x="64622" y="10202"/>
                  </a:lnTo>
                  <a:lnTo>
                    <a:pt x="64744" y="10172"/>
                  </a:lnTo>
                  <a:cubicBezTo>
                    <a:pt x="64865" y="10202"/>
                    <a:pt x="64987" y="10415"/>
                    <a:pt x="65078" y="10415"/>
                  </a:cubicBezTo>
                  <a:lnTo>
                    <a:pt x="65291" y="10445"/>
                  </a:lnTo>
                  <a:lnTo>
                    <a:pt x="65321" y="10445"/>
                  </a:lnTo>
                  <a:cubicBezTo>
                    <a:pt x="65337" y="10437"/>
                    <a:pt x="65356" y="10433"/>
                    <a:pt x="65375" y="10433"/>
                  </a:cubicBezTo>
                  <a:cubicBezTo>
                    <a:pt x="65429" y="10433"/>
                    <a:pt x="65489" y="10462"/>
                    <a:pt x="65534" y="10506"/>
                  </a:cubicBezTo>
                  <a:lnTo>
                    <a:pt x="65595" y="10506"/>
                  </a:lnTo>
                  <a:cubicBezTo>
                    <a:pt x="65625" y="10476"/>
                    <a:pt x="65655" y="10445"/>
                    <a:pt x="65655" y="10415"/>
                  </a:cubicBezTo>
                  <a:lnTo>
                    <a:pt x="65655" y="10384"/>
                  </a:lnTo>
                  <a:cubicBezTo>
                    <a:pt x="65625" y="10354"/>
                    <a:pt x="65625" y="10324"/>
                    <a:pt x="65625" y="10293"/>
                  </a:cubicBezTo>
                  <a:lnTo>
                    <a:pt x="65716" y="10172"/>
                  </a:lnTo>
                  <a:cubicBezTo>
                    <a:pt x="65774" y="10114"/>
                    <a:pt x="65844" y="10093"/>
                    <a:pt x="65895" y="10093"/>
                  </a:cubicBezTo>
                  <a:cubicBezTo>
                    <a:pt x="65925" y="10093"/>
                    <a:pt x="65948" y="10100"/>
                    <a:pt x="65959" y="10111"/>
                  </a:cubicBezTo>
                  <a:cubicBezTo>
                    <a:pt x="65959" y="10126"/>
                    <a:pt x="65975" y="10134"/>
                    <a:pt x="65997" y="10134"/>
                  </a:cubicBezTo>
                  <a:cubicBezTo>
                    <a:pt x="66020" y="10134"/>
                    <a:pt x="66051" y="10126"/>
                    <a:pt x="66081" y="10111"/>
                  </a:cubicBezTo>
                  <a:lnTo>
                    <a:pt x="66111" y="10080"/>
                  </a:lnTo>
                  <a:lnTo>
                    <a:pt x="66172" y="10050"/>
                  </a:lnTo>
                  <a:cubicBezTo>
                    <a:pt x="66233" y="10050"/>
                    <a:pt x="66203" y="9868"/>
                    <a:pt x="66172" y="9837"/>
                  </a:cubicBezTo>
                  <a:cubicBezTo>
                    <a:pt x="66111" y="9807"/>
                    <a:pt x="65868" y="9777"/>
                    <a:pt x="65777" y="9777"/>
                  </a:cubicBezTo>
                  <a:cubicBezTo>
                    <a:pt x="65686" y="9777"/>
                    <a:pt x="65686" y="9716"/>
                    <a:pt x="65747" y="9685"/>
                  </a:cubicBezTo>
                  <a:cubicBezTo>
                    <a:pt x="65777" y="9670"/>
                    <a:pt x="65807" y="9663"/>
                    <a:pt x="65842" y="9663"/>
                  </a:cubicBezTo>
                  <a:cubicBezTo>
                    <a:pt x="65876" y="9663"/>
                    <a:pt x="65914" y="9670"/>
                    <a:pt x="65959" y="9685"/>
                  </a:cubicBezTo>
                  <a:lnTo>
                    <a:pt x="66020" y="9655"/>
                  </a:lnTo>
                  <a:lnTo>
                    <a:pt x="66233" y="9503"/>
                  </a:lnTo>
                  <a:cubicBezTo>
                    <a:pt x="66507" y="9381"/>
                    <a:pt x="66780" y="9229"/>
                    <a:pt x="66841" y="9199"/>
                  </a:cubicBezTo>
                  <a:cubicBezTo>
                    <a:pt x="66847" y="9193"/>
                    <a:pt x="66859" y="9190"/>
                    <a:pt x="66874" y="9190"/>
                  </a:cubicBezTo>
                  <a:cubicBezTo>
                    <a:pt x="66915" y="9190"/>
                    <a:pt x="66979" y="9208"/>
                    <a:pt x="67020" y="9208"/>
                  </a:cubicBezTo>
                  <a:cubicBezTo>
                    <a:pt x="67035" y="9208"/>
                    <a:pt x="67047" y="9205"/>
                    <a:pt x="67054" y="9199"/>
                  </a:cubicBezTo>
                  <a:cubicBezTo>
                    <a:pt x="67145" y="9138"/>
                    <a:pt x="67236" y="9077"/>
                    <a:pt x="67327" y="9047"/>
                  </a:cubicBezTo>
                  <a:cubicBezTo>
                    <a:pt x="67338" y="9042"/>
                    <a:pt x="67349" y="9039"/>
                    <a:pt x="67359" y="9039"/>
                  </a:cubicBezTo>
                  <a:cubicBezTo>
                    <a:pt x="67409" y="9039"/>
                    <a:pt x="67454" y="9094"/>
                    <a:pt x="67479" y="9169"/>
                  </a:cubicBezTo>
                  <a:lnTo>
                    <a:pt x="67327" y="9169"/>
                  </a:lnTo>
                  <a:cubicBezTo>
                    <a:pt x="67297" y="9229"/>
                    <a:pt x="67327" y="9290"/>
                    <a:pt x="67418" y="9290"/>
                  </a:cubicBezTo>
                  <a:lnTo>
                    <a:pt x="67449" y="9290"/>
                  </a:lnTo>
                  <a:cubicBezTo>
                    <a:pt x="67510" y="9290"/>
                    <a:pt x="67540" y="9229"/>
                    <a:pt x="67570" y="9199"/>
                  </a:cubicBezTo>
                  <a:cubicBezTo>
                    <a:pt x="67662" y="9138"/>
                    <a:pt x="67692" y="9108"/>
                    <a:pt x="67570" y="9017"/>
                  </a:cubicBezTo>
                  <a:lnTo>
                    <a:pt x="67570" y="8956"/>
                  </a:lnTo>
                  <a:lnTo>
                    <a:pt x="67783" y="8925"/>
                  </a:lnTo>
                  <a:cubicBezTo>
                    <a:pt x="68057" y="8773"/>
                    <a:pt x="68330" y="8622"/>
                    <a:pt x="68543" y="8409"/>
                  </a:cubicBezTo>
                  <a:lnTo>
                    <a:pt x="68877" y="8409"/>
                  </a:lnTo>
                  <a:cubicBezTo>
                    <a:pt x="68908" y="8409"/>
                    <a:pt x="68999" y="8378"/>
                    <a:pt x="68999" y="8348"/>
                  </a:cubicBezTo>
                  <a:cubicBezTo>
                    <a:pt x="69022" y="8280"/>
                    <a:pt x="69062" y="8245"/>
                    <a:pt x="69119" y="8245"/>
                  </a:cubicBezTo>
                  <a:cubicBezTo>
                    <a:pt x="69138" y="8245"/>
                    <a:pt x="69159" y="8249"/>
                    <a:pt x="69181" y="8257"/>
                  </a:cubicBezTo>
                  <a:lnTo>
                    <a:pt x="69212" y="8287"/>
                  </a:lnTo>
                  <a:cubicBezTo>
                    <a:pt x="69215" y="8294"/>
                    <a:pt x="69220" y="8297"/>
                    <a:pt x="69226" y="8297"/>
                  </a:cubicBezTo>
                  <a:cubicBezTo>
                    <a:pt x="69275" y="8297"/>
                    <a:pt x="69404" y="8101"/>
                    <a:pt x="69485" y="8074"/>
                  </a:cubicBezTo>
                  <a:cubicBezTo>
                    <a:pt x="69491" y="8072"/>
                    <a:pt x="69497" y="8070"/>
                    <a:pt x="69503" y="8070"/>
                  </a:cubicBezTo>
                  <a:cubicBezTo>
                    <a:pt x="69562" y="8070"/>
                    <a:pt x="69650" y="8184"/>
                    <a:pt x="69642" y="8267"/>
                  </a:cubicBezTo>
                  <a:lnTo>
                    <a:pt x="69642" y="8267"/>
                  </a:lnTo>
                  <a:cubicBezTo>
                    <a:pt x="69665" y="8208"/>
                    <a:pt x="69727" y="8076"/>
                    <a:pt x="69789" y="8014"/>
                  </a:cubicBezTo>
                  <a:lnTo>
                    <a:pt x="70002" y="7740"/>
                  </a:lnTo>
                  <a:lnTo>
                    <a:pt x="70032" y="7740"/>
                  </a:lnTo>
                  <a:lnTo>
                    <a:pt x="70215" y="7710"/>
                  </a:lnTo>
                  <a:cubicBezTo>
                    <a:pt x="70291" y="7679"/>
                    <a:pt x="70374" y="7664"/>
                    <a:pt x="70454" y="7664"/>
                  </a:cubicBezTo>
                  <a:cubicBezTo>
                    <a:pt x="70534" y="7664"/>
                    <a:pt x="70610" y="7679"/>
                    <a:pt x="70671" y="7710"/>
                  </a:cubicBezTo>
                  <a:cubicBezTo>
                    <a:pt x="70679" y="7718"/>
                    <a:pt x="70694" y="7722"/>
                    <a:pt x="70713" y="7722"/>
                  </a:cubicBezTo>
                  <a:cubicBezTo>
                    <a:pt x="70766" y="7722"/>
                    <a:pt x="70855" y="7693"/>
                    <a:pt x="70944" y="7649"/>
                  </a:cubicBezTo>
                  <a:lnTo>
                    <a:pt x="71005" y="7527"/>
                  </a:lnTo>
                  <a:cubicBezTo>
                    <a:pt x="71127" y="7333"/>
                    <a:pt x="71326" y="7235"/>
                    <a:pt x="71541" y="7235"/>
                  </a:cubicBezTo>
                  <a:cubicBezTo>
                    <a:pt x="71595" y="7235"/>
                    <a:pt x="71650" y="7242"/>
                    <a:pt x="71704" y="7254"/>
                  </a:cubicBezTo>
                  <a:cubicBezTo>
                    <a:pt x="71765" y="7193"/>
                    <a:pt x="71826" y="7132"/>
                    <a:pt x="71856" y="7071"/>
                  </a:cubicBezTo>
                  <a:cubicBezTo>
                    <a:pt x="71887" y="7041"/>
                    <a:pt x="72008" y="7041"/>
                    <a:pt x="72130" y="7041"/>
                  </a:cubicBezTo>
                  <a:lnTo>
                    <a:pt x="72221" y="6919"/>
                  </a:lnTo>
                  <a:lnTo>
                    <a:pt x="72282" y="6767"/>
                  </a:lnTo>
                  <a:cubicBezTo>
                    <a:pt x="72403" y="6798"/>
                    <a:pt x="72525" y="6798"/>
                    <a:pt x="72647" y="6828"/>
                  </a:cubicBezTo>
                  <a:cubicBezTo>
                    <a:pt x="72677" y="6798"/>
                    <a:pt x="72950" y="6524"/>
                    <a:pt x="73102" y="6494"/>
                  </a:cubicBezTo>
                  <a:cubicBezTo>
                    <a:pt x="73224" y="6463"/>
                    <a:pt x="73315" y="6403"/>
                    <a:pt x="73437" y="6372"/>
                  </a:cubicBezTo>
                  <a:cubicBezTo>
                    <a:pt x="73254" y="6251"/>
                    <a:pt x="73437" y="6190"/>
                    <a:pt x="73498" y="6159"/>
                  </a:cubicBezTo>
                  <a:lnTo>
                    <a:pt x="73650" y="6068"/>
                  </a:lnTo>
                  <a:cubicBezTo>
                    <a:pt x="73802" y="6007"/>
                    <a:pt x="73954" y="5947"/>
                    <a:pt x="74105" y="5947"/>
                  </a:cubicBezTo>
                  <a:lnTo>
                    <a:pt x="74349" y="5947"/>
                  </a:lnTo>
                  <a:cubicBezTo>
                    <a:pt x="74470" y="5916"/>
                    <a:pt x="74561" y="5856"/>
                    <a:pt x="74653" y="5764"/>
                  </a:cubicBezTo>
                  <a:cubicBezTo>
                    <a:pt x="74698" y="5719"/>
                    <a:pt x="74709" y="5640"/>
                    <a:pt x="74762" y="5640"/>
                  </a:cubicBezTo>
                  <a:cubicBezTo>
                    <a:pt x="74781" y="5640"/>
                    <a:pt x="74804" y="5650"/>
                    <a:pt x="74835" y="5673"/>
                  </a:cubicBezTo>
                  <a:cubicBezTo>
                    <a:pt x="74865" y="5673"/>
                    <a:pt x="74835" y="5795"/>
                    <a:pt x="74835" y="5886"/>
                  </a:cubicBezTo>
                  <a:lnTo>
                    <a:pt x="74835" y="5916"/>
                  </a:lnTo>
                  <a:cubicBezTo>
                    <a:pt x="74828" y="5920"/>
                    <a:pt x="74826" y="5921"/>
                    <a:pt x="74828" y="5921"/>
                  </a:cubicBezTo>
                  <a:cubicBezTo>
                    <a:pt x="74842" y="5921"/>
                    <a:pt x="75105" y="5819"/>
                    <a:pt x="75078" y="5764"/>
                  </a:cubicBezTo>
                  <a:lnTo>
                    <a:pt x="75017" y="5582"/>
                  </a:lnTo>
                  <a:lnTo>
                    <a:pt x="75230" y="5582"/>
                  </a:lnTo>
                  <a:cubicBezTo>
                    <a:pt x="75291" y="5582"/>
                    <a:pt x="75321" y="5673"/>
                    <a:pt x="75321" y="5825"/>
                  </a:cubicBezTo>
                  <a:lnTo>
                    <a:pt x="75291" y="5947"/>
                  </a:lnTo>
                  <a:cubicBezTo>
                    <a:pt x="75352" y="5947"/>
                    <a:pt x="75382" y="5795"/>
                    <a:pt x="75382" y="5734"/>
                  </a:cubicBezTo>
                  <a:cubicBezTo>
                    <a:pt x="75382" y="5673"/>
                    <a:pt x="75686" y="5643"/>
                    <a:pt x="75808" y="5643"/>
                  </a:cubicBezTo>
                  <a:cubicBezTo>
                    <a:pt x="75960" y="5643"/>
                    <a:pt x="76112" y="5582"/>
                    <a:pt x="76264" y="5521"/>
                  </a:cubicBezTo>
                  <a:cubicBezTo>
                    <a:pt x="76324" y="5430"/>
                    <a:pt x="76294" y="5278"/>
                    <a:pt x="76233" y="5217"/>
                  </a:cubicBezTo>
                  <a:cubicBezTo>
                    <a:pt x="76218" y="5202"/>
                    <a:pt x="76188" y="5194"/>
                    <a:pt x="76153" y="5194"/>
                  </a:cubicBezTo>
                  <a:cubicBezTo>
                    <a:pt x="76119" y="5194"/>
                    <a:pt x="76081" y="5202"/>
                    <a:pt x="76051" y="5217"/>
                  </a:cubicBezTo>
                  <a:lnTo>
                    <a:pt x="76020" y="5248"/>
                  </a:lnTo>
                  <a:lnTo>
                    <a:pt x="75990" y="5248"/>
                  </a:lnTo>
                  <a:cubicBezTo>
                    <a:pt x="75990" y="5251"/>
                    <a:pt x="75990" y="5252"/>
                    <a:pt x="75989" y="5252"/>
                  </a:cubicBezTo>
                  <a:cubicBezTo>
                    <a:pt x="75984" y="5252"/>
                    <a:pt x="75963" y="5153"/>
                    <a:pt x="75990" y="5126"/>
                  </a:cubicBezTo>
                  <a:cubicBezTo>
                    <a:pt x="76020" y="5096"/>
                    <a:pt x="76172" y="4944"/>
                    <a:pt x="76112" y="4913"/>
                  </a:cubicBezTo>
                  <a:cubicBezTo>
                    <a:pt x="76051" y="4852"/>
                    <a:pt x="76020" y="4700"/>
                    <a:pt x="75960" y="4670"/>
                  </a:cubicBezTo>
                  <a:cubicBezTo>
                    <a:pt x="75868" y="4579"/>
                    <a:pt x="75777" y="4488"/>
                    <a:pt x="75686" y="4366"/>
                  </a:cubicBezTo>
                  <a:lnTo>
                    <a:pt x="75747" y="4336"/>
                  </a:lnTo>
                  <a:lnTo>
                    <a:pt x="75899" y="4184"/>
                  </a:lnTo>
                  <a:cubicBezTo>
                    <a:pt x="75747" y="4093"/>
                    <a:pt x="75413" y="4001"/>
                    <a:pt x="75413" y="3910"/>
                  </a:cubicBezTo>
                  <a:cubicBezTo>
                    <a:pt x="75413" y="3880"/>
                    <a:pt x="75413" y="3819"/>
                    <a:pt x="75413" y="3758"/>
                  </a:cubicBezTo>
                  <a:cubicBezTo>
                    <a:pt x="75413" y="3758"/>
                    <a:pt x="75504" y="3819"/>
                    <a:pt x="75564" y="3849"/>
                  </a:cubicBezTo>
                  <a:cubicBezTo>
                    <a:pt x="75567" y="3852"/>
                    <a:pt x="75570" y="3853"/>
                    <a:pt x="75574" y="3853"/>
                  </a:cubicBezTo>
                  <a:cubicBezTo>
                    <a:pt x="75621" y="3853"/>
                    <a:pt x="75773" y="3695"/>
                    <a:pt x="75716" y="3667"/>
                  </a:cubicBezTo>
                  <a:cubicBezTo>
                    <a:pt x="75625" y="3576"/>
                    <a:pt x="75504" y="3515"/>
                    <a:pt x="75413" y="3424"/>
                  </a:cubicBezTo>
                  <a:lnTo>
                    <a:pt x="75504" y="3333"/>
                  </a:lnTo>
                  <a:lnTo>
                    <a:pt x="75656" y="3181"/>
                  </a:lnTo>
                  <a:cubicBezTo>
                    <a:pt x="75628" y="3175"/>
                    <a:pt x="75601" y="3173"/>
                    <a:pt x="75576" y="3173"/>
                  </a:cubicBezTo>
                  <a:cubicBezTo>
                    <a:pt x="75463" y="3173"/>
                    <a:pt x="75382" y="3222"/>
                    <a:pt x="75382" y="3272"/>
                  </a:cubicBezTo>
                  <a:cubicBezTo>
                    <a:pt x="75382" y="3302"/>
                    <a:pt x="75169" y="3393"/>
                    <a:pt x="75109" y="3424"/>
                  </a:cubicBezTo>
                  <a:cubicBezTo>
                    <a:pt x="75017" y="3424"/>
                    <a:pt x="74774" y="3272"/>
                    <a:pt x="74713" y="3211"/>
                  </a:cubicBezTo>
                  <a:cubicBezTo>
                    <a:pt x="74653" y="3150"/>
                    <a:pt x="74713" y="2968"/>
                    <a:pt x="74774" y="2938"/>
                  </a:cubicBezTo>
                  <a:cubicBezTo>
                    <a:pt x="74835" y="2907"/>
                    <a:pt x="74501" y="2573"/>
                    <a:pt x="74288" y="2542"/>
                  </a:cubicBezTo>
                  <a:cubicBezTo>
                    <a:pt x="74197" y="2512"/>
                    <a:pt x="74113" y="2497"/>
                    <a:pt x="74052" y="2497"/>
                  </a:cubicBezTo>
                  <a:cubicBezTo>
                    <a:pt x="73992" y="2497"/>
                    <a:pt x="73954" y="2512"/>
                    <a:pt x="73954" y="2542"/>
                  </a:cubicBezTo>
                  <a:cubicBezTo>
                    <a:pt x="73931" y="2576"/>
                    <a:pt x="73917" y="2589"/>
                    <a:pt x="73907" y="2589"/>
                  </a:cubicBezTo>
                  <a:cubicBezTo>
                    <a:pt x="73889" y="2589"/>
                    <a:pt x="73882" y="2550"/>
                    <a:pt x="73862" y="2512"/>
                  </a:cubicBezTo>
                  <a:cubicBezTo>
                    <a:pt x="73832" y="2482"/>
                    <a:pt x="73802" y="2451"/>
                    <a:pt x="73741" y="2451"/>
                  </a:cubicBezTo>
                  <a:lnTo>
                    <a:pt x="73619" y="2482"/>
                  </a:lnTo>
                  <a:cubicBezTo>
                    <a:pt x="73680" y="2512"/>
                    <a:pt x="73710" y="2573"/>
                    <a:pt x="73650" y="2603"/>
                  </a:cubicBezTo>
                  <a:lnTo>
                    <a:pt x="73619" y="2603"/>
                  </a:lnTo>
                  <a:cubicBezTo>
                    <a:pt x="73577" y="2582"/>
                    <a:pt x="73550" y="2547"/>
                    <a:pt x="73507" y="2547"/>
                  </a:cubicBezTo>
                  <a:cubicBezTo>
                    <a:pt x="73487" y="2547"/>
                    <a:pt x="73465" y="2554"/>
                    <a:pt x="73437" y="2573"/>
                  </a:cubicBezTo>
                  <a:cubicBezTo>
                    <a:pt x="73382" y="2600"/>
                    <a:pt x="73327" y="2615"/>
                    <a:pt x="73276" y="2615"/>
                  </a:cubicBezTo>
                  <a:cubicBezTo>
                    <a:pt x="73212" y="2615"/>
                    <a:pt x="73153" y="2593"/>
                    <a:pt x="73102" y="2542"/>
                  </a:cubicBezTo>
                  <a:cubicBezTo>
                    <a:pt x="73072" y="2542"/>
                    <a:pt x="72950" y="2664"/>
                    <a:pt x="72859" y="2694"/>
                  </a:cubicBezTo>
                  <a:lnTo>
                    <a:pt x="72798" y="2694"/>
                  </a:lnTo>
                  <a:cubicBezTo>
                    <a:pt x="72707" y="2634"/>
                    <a:pt x="72738" y="2573"/>
                    <a:pt x="72859" y="2573"/>
                  </a:cubicBezTo>
                  <a:lnTo>
                    <a:pt x="72768" y="2390"/>
                  </a:lnTo>
                  <a:cubicBezTo>
                    <a:pt x="72688" y="2251"/>
                    <a:pt x="72700" y="2190"/>
                    <a:pt x="72658" y="2190"/>
                  </a:cubicBezTo>
                  <a:cubicBezTo>
                    <a:pt x="72636" y="2190"/>
                    <a:pt x="72598" y="2207"/>
                    <a:pt x="72525" y="2238"/>
                  </a:cubicBezTo>
                  <a:lnTo>
                    <a:pt x="72312" y="2330"/>
                  </a:lnTo>
                  <a:cubicBezTo>
                    <a:pt x="72191" y="2390"/>
                    <a:pt x="72069" y="2451"/>
                    <a:pt x="71917" y="2451"/>
                  </a:cubicBezTo>
                  <a:lnTo>
                    <a:pt x="71917" y="2421"/>
                  </a:lnTo>
                  <a:cubicBezTo>
                    <a:pt x="71917" y="2360"/>
                    <a:pt x="71978" y="2269"/>
                    <a:pt x="71826" y="2269"/>
                  </a:cubicBezTo>
                  <a:lnTo>
                    <a:pt x="71795" y="2269"/>
                  </a:lnTo>
                  <a:cubicBezTo>
                    <a:pt x="71768" y="2324"/>
                    <a:pt x="71639" y="2455"/>
                    <a:pt x="71594" y="2455"/>
                  </a:cubicBezTo>
                  <a:cubicBezTo>
                    <a:pt x="71589" y="2455"/>
                    <a:pt x="71585" y="2454"/>
                    <a:pt x="71583" y="2451"/>
                  </a:cubicBezTo>
                  <a:cubicBezTo>
                    <a:pt x="71461" y="2421"/>
                    <a:pt x="71370" y="2390"/>
                    <a:pt x="71248" y="2330"/>
                  </a:cubicBezTo>
                  <a:lnTo>
                    <a:pt x="71127" y="2451"/>
                  </a:lnTo>
                  <a:cubicBezTo>
                    <a:pt x="71089" y="2476"/>
                    <a:pt x="71067" y="2491"/>
                    <a:pt x="71037" y="2491"/>
                  </a:cubicBezTo>
                  <a:cubicBezTo>
                    <a:pt x="70994" y="2491"/>
                    <a:pt x="70935" y="2462"/>
                    <a:pt x="70792" y="2390"/>
                  </a:cubicBezTo>
                  <a:cubicBezTo>
                    <a:pt x="70762" y="2360"/>
                    <a:pt x="70732" y="2360"/>
                    <a:pt x="70732" y="2360"/>
                  </a:cubicBezTo>
                  <a:lnTo>
                    <a:pt x="70610" y="2421"/>
                  </a:lnTo>
                  <a:cubicBezTo>
                    <a:pt x="70458" y="2482"/>
                    <a:pt x="70306" y="2542"/>
                    <a:pt x="70154" y="2664"/>
                  </a:cubicBezTo>
                  <a:lnTo>
                    <a:pt x="70002" y="2542"/>
                  </a:lnTo>
                  <a:lnTo>
                    <a:pt x="69972" y="2512"/>
                  </a:lnTo>
                  <a:cubicBezTo>
                    <a:pt x="69820" y="2542"/>
                    <a:pt x="69455" y="2573"/>
                    <a:pt x="69364" y="2603"/>
                  </a:cubicBezTo>
                  <a:cubicBezTo>
                    <a:pt x="69273" y="2634"/>
                    <a:pt x="69181" y="2664"/>
                    <a:pt x="69090" y="2694"/>
                  </a:cubicBezTo>
                  <a:lnTo>
                    <a:pt x="69060" y="2664"/>
                  </a:lnTo>
                  <a:cubicBezTo>
                    <a:pt x="69029" y="2634"/>
                    <a:pt x="69007" y="2618"/>
                    <a:pt x="68984" y="2618"/>
                  </a:cubicBezTo>
                  <a:cubicBezTo>
                    <a:pt x="68961" y="2618"/>
                    <a:pt x="68938" y="2634"/>
                    <a:pt x="68908" y="2664"/>
                  </a:cubicBezTo>
                  <a:lnTo>
                    <a:pt x="68786" y="2786"/>
                  </a:lnTo>
                  <a:cubicBezTo>
                    <a:pt x="68665" y="2770"/>
                    <a:pt x="68543" y="2763"/>
                    <a:pt x="68425" y="2763"/>
                  </a:cubicBezTo>
                  <a:cubicBezTo>
                    <a:pt x="68308" y="2763"/>
                    <a:pt x="68194" y="2770"/>
                    <a:pt x="68087" y="2786"/>
                  </a:cubicBezTo>
                  <a:cubicBezTo>
                    <a:pt x="67996" y="2846"/>
                    <a:pt x="67905" y="2846"/>
                    <a:pt x="67814" y="2877"/>
                  </a:cubicBezTo>
                  <a:lnTo>
                    <a:pt x="67783" y="2877"/>
                  </a:lnTo>
                  <a:cubicBezTo>
                    <a:pt x="67738" y="2862"/>
                    <a:pt x="67700" y="2854"/>
                    <a:pt x="67662" y="2854"/>
                  </a:cubicBezTo>
                  <a:cubicBezTo>
                    <a:pt x="67624" y="2854"/>
                    <a:pt x="67586" y="2862"/>
                    <a:pt x="67540" y="2877"/>
                  </a:cubicBezTo>
                  <a:lnTo>
                    <a:pt x="67479" y="3029"/>
                  </a:lnTo>
                  <a:cubicBezTo>
                    <a:pt x="67433" y="3006"/>
                    <a:pt x="67382" y="2996"/>
                    <a:pt x="67330" y="2996"/>
                  </a:cubicBezTo>
                  <a:cubicBezTo>
                    <a:pt x="67246" y="2996"/>
                    <a:pt x="67159" y="3022"/>
                    <a:pt x="67084" y="3059"/>
                  </a:cubicBezTo>
                  <a:lnTo>
                    <a:pt x="66993" y="3150"/>
                  </a:lnTo>
                  <a:cubicBezTo>
                    <a:pt x="66932" y="3150"/>
                    <a:pt x="66841" y="3059"/>
                    <a:pt x="66811" y="2998"/>
                  </a:cubicBezTo>
                  <a:cubicBezTo>
                    <a:pt x="66802" y="2990"/>
                    <a:pt x="66788" y="2986"/>
                    <a:pt x="66769" y="2986"/>
                  </a:cubicBezTo>
                  <a:cubicBezTo>
                    <a:pt x="66719" y="2986"/>
                    <a:pt x="66642" y="3015"/>
                    <a:pt x="66598" y="3059"/>
                  </a:cubicBezTo>
                  <a:lnTo>
                    <a:pt x="66476" y="3059"/>
                  </a:lnTo>
                  <a:cubicBezTo>
                    <a:pt x="66355" y="3090"/>
                    <a:pt x="66233" y="3120"/>
                    <a:pt x="66111" y="3181"/>
                  </a:cubicBezTo>
                  <a:lnTo>
                    <a:pt x="65929" y="3241"/>
                  </a:lnTo>
                  <a:cubicBezTo>
                    <a:pt x="65716" y="3302"/>
                    <a:pt x="65321" y="3363"/>
                    <a:pt x="65321" y="3454"/>
                  </a:cubicBezTo>
                  <a:cubicBezTo>
                    <a:pt x="65321" y="3545"/>
                    <a:pt x="65108" y="3637"/>
                    <a:pt x="64835" y="3667"/>
                  </a:cubicBezTo>
                  <a:lnTo>
                    <a:pt x="64592" y="3576"/>
                  </a:lnTo>
                  <a:cubicBezTo>
                    <a:pt x="64571" y="3566"/>
                    <a:pt x="64544" y="3559"/>
                    <a:pt x="64517" y="3559"/>
                  </a:cubicBezTo>
                  <a:cubicBezTo>
                    <a:pt x="64463" y="3559"/>
                    <a:pt x="64409" y="3586"/>
                    <a:pt x="64409" y="3667"/>
                  </a:cubicBezTo>
                  <a:cubicBezTo>
                    <a:pt x="64409" y="3725"/>
                    <a:pt x="64373" y="3746"/>
                    <a:pt x="64323" y="3746"/>
                  </a:cubicBezTo>
                  <a:cubicBezTo>
                    <a:pt x="64294" y="3746"/>
                    <a:pt x="64260" y="3739"/>
                    <a:pt x="64227" y="3728"/>
                  </a:cubicBezTo>
                  <a:lnTo>
                    <a:pt x="64166" y="3697"/>
                  </a:lnTo>
                  <a:cubicBezTo>
                    <a:pt x="63923" y="3758"/>
                    <a:pt x="63680" y="3849"/>
                    <a:pt x="63467" y="3971"/>
                  </a:cubicBezTo>
                  <a:cubicBezTo>
                    <a:pt x="63315" y="4062"/>
                    <a:pt x="63254" y="4214"/>
                    <a:pt x="63285" y="4275"/>
                  </a:cubicBezTo>
                  <a:cubicBezTo>
                    <a:pt x="63315" y="4305"/>
                    <a:pt x="63163" y="4366"/>
                    <a:pt x="62920" y="4366"/>
                  </a:cubicBezTo>
                  <a:lnTo>
                    <a:pt x="62738" y="4275"/>
                  </a:lnTo>
                  <a:cubicBezTo>
                    <a:pt x="62669" y="4246"/>
                    <a:pt x="62617" y="4232"/>
                    <a:pt x="62561" y="4232"/>
                  </a:cubicBezTo>
                  <a:cubicBezTo>
                    <a:pt x="62442" y="4232"/>
                    <a:pt x="62308" y="4293"/>
                    <a:pt x="61978" y="4397"/>
                  </a:cubicBezTo>
                  <a:lnTo>
                    <a:pt x="61826" y="4457"/>
                  </a:lnTo>
                  <a:cubicBezTo>
                    <a:pt x="61734" y="4549"/>
                    <a:pt x="61613" y="4609"/>
                    <a:pt x="61491" y="4670"/>
                  </a:cubicBezTo>
                  <a:cubicBezTo>
                    <a:pt x="61438" y="4604"/>
                    <a:pt x="61373" y="4590"/>
                    <a:pt x="61307" y="4590"/>
                  </a:cubicBezTo>
                  <a:cubicBezTo>
                    <a:pt x="61258" y="4590"/>
                    <a:pt x="61208" y="4597"/>
                    <a:pt x="61161" y="4597"/>
                  </a:cubicBezTo>
                  <a:cubicBezTo>
                    <a:pt x="61127" y="4597"/>
                    <a:pt x="61095" y="4593"/>
                    <a:pt x="61066" y="4579"/>
                  </a:cubicBezTo>
                  <a:lnTo>
                    <a:pt x="60883" y="4457"/>
                  </a:lnTo>
                  <a:cubicBezTo>
                    <a:pt x="60731" y="4640"/>
                    <a:pt x="60579" y="4822"/>
                    <a:pt x="60367" y="4974"/>
                  </a:cubicBezTo>
                  <a:cubicBezTo>
                    <a:pt x="60275" y="5035"/>
                    <a:pt x="60123" y="5156"/>
                    <a:pt x="60032" y="5217"/>
                  </a:cubicBezTo>
                  <a:lnTo>
                    <a:pt x="59941" y="5096"/>
                  </a:lnTo>
                  <a:lnTo>
                    <a:pt x="59516" y="5187"/>
                  </a:lnTo>
                  <a:lnTo>
                    <a:pt x="59424" y="5278"/>
                  </a:lnTo>
                  <a:cubicBezTo>
                    <a:pt x="59303" y="5369"/>
                    <a:pt x="58968" y="5369"/>
                    <a:pt x="58938" y="5400"/>
                  </a:cubicBezTo>
                  <a:cubicBezTo>
                    <a:pt x="58816" y="5491"/>
                    <a:pt x="58725" y="5552"/>
                    <a:pt x="58604" y="5582"/>
                  </a:cubicBezTo>
                  <a:cubicBezTo>
                    <a:pt x="58512" y="5612"/>
                    <a:pt x="58421" y="5643"/>
                    <a:pt x="58361" y="5673"/>
                  </a:cubicBezTo>
                  <a:lnTo>
                    <a:pt x="58361" y="5704"/>
                  </a:lnTo>
                  <a:lnTo>
                    <a:pt x="57874" y="5977"/>
                  </a:lnTo>
                  <a:cubicBezTo>
                    <a:pt x="57808" y="5926"/>
                    <a:pt x="57749" y="5906"/>
                    <a:pt x="57695" y="5906"/>
                  </a:cubicBezTo>
                  <a:cubicBezTo>
                    <a:pt x="57524" y="5906"/>
                    <a:pt x="57397" y="6099"/>
                    <a:pt x="57236" y="6099"/>
                  </a:cubicBezTo>
                  <a:cubicBezTo>
                    <a:pt x="57205" y="6099"/>
                    <a:pt x="57145" y="6159"/>
                    <a:pt x="57145" y="6190"/>
                  </a:cubicBezTo>
                  <a:cubicBezTo>
                    <a:pt x="57099" y="6258"/>
                    <a:pt x="57088" y="6292"/>
                    <a:pt x="57072" y="6292"/>
                  </a:cubicBezTo>
                  <a:cubicBezTo>
                    <a:pt x="57067" y="6292"/>
                    <a:pt x="57061" y="6289"/>
                    <a:pt x="57054" y="6281"/>
                  </a:cubicBezTo>
                  <a:lnTo>
                    <a:pt x="56962" y="6251"/>
                  </a:lnTo>
                  <a:cubicBezTo>
                    <a:pt x="56841" y="6220"/>
                    <a:pt x="56810" y="6068"/>
                    <a:pt x="56902" y="5977"/>
                  </a:cubicBezTo>
                  <a:lnTo>
                    <a:pt x="57205" y="5977"/>
                  </a:lnTo>
                  <a:cubicBezTo>
                    <a:pt x="57297" y="5795"/>
                    <a:pt x="57388" y="5612"/>
                    <a:pt x="57449" y="5430"/>
                  </a:cubicBezTo>
                  <a:cubicBezTo>
                    <a:pt x="57418" y="5339"/>
                    <a:pt x="57449" y="5278"/>
                    <a:pt x="57509" y="5217"/>
                  </a:cubicBezTo>
                  <a:cubicBezTo>
                    <a:pt x="57570" y="5187"/>
                    <a:pt x="57540" y="5096"/>
                    <a:pt x="57418" y="5004"/>
                  </a:cubicBezTo>
                  <a:lnTo>
                    <a:pt x="57388" y="5004"/>
                  </a:lnTo>
                  <a:lnTo>
                    <a:pt x="57266" y="4944"/>
                  </a:lnTo>
                  <a:cubicBezTo>
                    <a:pt x="57114" y="4883"/>
                    <a:pt x="57023" y="4761"/>
                    <a:pt x="57054" y="4609"/>
                  </a:cubicBezTo>
                  <a:lnTo>
                    <a:pt x="56993" y="4518"/>
                  </a:lnTo>
                  <a:lnTo>
                    <a:pt x="56871" y="4397"/>
                  </a:lnTo>
                  <a:cubicBezTo>
                    <a:pt x="56841" y="4214"/>
                    <a:pt x="56780" y="3880"/>
                    <a:pt x="56750" y="3819"/>
                  </a:cubicBezTo>
                  <a:cubicBezTo>
                    <a:pt x="56719" y="3758"/>
                    <a:pt x="56719" y="3697"/>
                    <a:pt x="56750" y="3637"/>
                  </a:cubicBezTo>
                  <a:cubicBezTo>
                    <a:pt x="56780" y="3576"/>
                    <a:pt x="56780" y="3515"/>
                    <a:pt x="56810" y="3454"/>
                  </a:cubicBezTo>
                  <a:cubicBezTo>
                    <a:pt x="56810" y="3444"/>
                    <a:pt x="56800" y="3441"/>
                    <a:pt x="56786" y="3441"/>
                  </a:cubicBezTo>
                  <a:cubicBezTo>
                    <a:pt x="56756" y="3441"/>
                    <a:pt x="56709" y="3454"/>
                    <a:pt x="56689" y="3454"/>
                  </a:cubicBezTo>
                  <a:cubicBezTo>
                    <a:pt x="56689" y="3458"/>
                    <a:pt x="56687" y="3460"/>
                    <a:pt x="56683" y="3460"/>
                  </a:cubicBezTo>
                  <a:cubicBezTo>
                    <a:pt x="56657" y="3460"/>
                    <a:pt x="56555" y="3381"/>
                    <a:pt x="56476" y="3302"/>
                  </a:cubicBezTo>
                  <a:lnTo>
                    <a:pt x="56415" y="3211"/>
                  </a:lnTo>
                  <a:lnTo>
                    <a:pt x="56415" y="3181"/>
                  </a:lnTo>
                  <a:cubicBezTo>
                    <a:pt x="56446" y="3120"/>
                    <a:pt x="56567" y="3090"/>
                    <a:pt x="56567" y="3090"/>
                  </a:cubicBezTo>
                  <a:cubicBezTo>
                    <a:pt x="56598" y="3029"/>
                    <a:pt x="56628" y="2968"/>
                    <a:pt x="56658" y="2907"/>
                  </a:cubicBezTo>
                  <a:cubicBezTo>
                    <a:pt x="56689" y="2877"/>
                    <a:pt x="56628" y="2786"/>
                    <a:pt x="56598" y="2755"/>
                  </a:cubicBezTo>
                  <a:cubicBezTo>
                    <a:pt x="56567" y="2725"/>
                    <a:pt x="56628" y="2542"/>
                    <a:pt x="56658" y="2482"/>
                  </a:cubicBezTo>
                  <a:cubicBezTo>
                    <a:pt x="56719" y="2421"/>
                    <a:pt x="56415" y="2238"/>
                    <a:pt x="56354" y="2147"/>
                  </a:cubicBezTo>
                  <a:cubicBezTo>
                    <a:pt x="56354" y="2026"/>
                    <a:pt x="56385" y="1934"/>
                    <a:pt x="56446" y="1843"/>
                  </a:cubicBezTo>
                  <a:cubicBezTo>
                    <a:pt x="56506" y="1813"/>
                    <a:pt x="56233" y="1600"/>
                    <a:pt x="56263" y="1509"/>
                  </a:cubicBezTo>
                  <a:cubicBezTo>
                    <a:pt x="56294" y="1448"/>
                    <a:pt x="56324" y="1357"/>
                    <a:pt x="56415" y="1296"/>
                  </a:cubicBezTo>
                  <a:lnTo>
                    <a:pt x="56415" y="1266"/>
                  </a:lnTo>
                  <a:cubicBezTo>
                    <a:pt x="56415" y="1175"/>
                    <a:pt x="56476" y="1083"/>
                    <a:pt x="56294" y="1053"/>
                  </a:cubicBezTo>
                  <a:cubicBezTo>
                    <a:pt x="56233" y="1053"/>
                    <a:pt x="56172" y="962"/>
                    <a:pt x="56111" y="962"/>
                  </a:cubicBezTo>
                  <a:cubicBezTo>
                    <a:pt x="56081" y="947"/>
                    <a:pt x="56043" y="947"/>
                    <a:pt x="56005" y="947"/>
                  </a:cubicBezTo>
                  <a:cubicBezTo>
                    <a:pt x="55967" y="947"/>
                    <a:pt x="55929" y="947"/>
                    <a:pt x="55898" y="931"/>
                  </a:cubicBezTo>
                  <a:cubicBezTo>
                    <a:pt x="55716" y="810"/>
                    <a:pt x="55503" y="719"/>
                    <a:pt x="55321" y="658"/>
                  </a:cubicBezTo>
                  <a:cubicBezTo>
                    <a:pt x="55139" y="658"/>
                    <a:pt x="54926" y="627"/>
                    <a:pt x="54774" y="536"/>
                  </a:cubicBezTo>
                  <a:lnTo>
                    <a:pt x="54622" y="445"/>
                  </a:lnTo>
                  <a:cubicBezTo>
                    <a:pt x="54409" y="536"/>
                    <a:pt x="54227" y="567"/>
                    <a:pt x="54014" y="567"/>
                  </a:cubicBezTo>
                  <a:cubicBezTo>
                    <a:pt x="53923" y="536"/>
                    <a:pt x="53832" y="475"/>
                    <a:pt x="53771" y="415"/>
                  </a:cubicBezTo>
                  <a:lnTo>
                    <a:pt x="53710" y="415"/>
                  </a:lnTo>
                  <a:lnTo>
                    <a:pt x="53467" y="232"/>
                  </a:lnTo>
                  <a:cubicBezTo>
                    <a:pt x="53226" y="88"/>
                    <a:pt x="53005" y="1"/>
                    <a:pt x="528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4"/>
            <p:cNvSpPr/>
            <p:nvPr/>
          </p:nvSpPr>
          <p:spPr>
            <a:xfrm rot="-5400000">
              <a:off x="3279713" y="7394063"/>
              <a:ext cx="1331350" cy="562975"/>
            </a:xfrm>
            <a:custGeom>
              <a:rect b="b" l="l" r="r" t="t"/>
              <a:pathLst>
                <a:path extrusionOk="0" h="22519" w="53254">
                  <a:moveTo>
                    <a:pt x="41407" y="434"/>
                  </a:moveTo>
                  <a:cubicBezTo>
                    <a:pt x="41437" y="434"/>
                    <a:pt x="41460" y="449"/>
                    <a:pt x="41460" y="479"/>
                  </a:cubicBezTo>
                  <a:lnTo>
                    <a:pt x="41460" y="510"/>
                  </a:lnTo>
                  <a:lnTo>
                    <a:pt x="41460" y="540"/>
                  </a:lnTo>
                  <a:cubicBezTo>
                    <a:pt x="41430" y="601"/>
                    <a:pt x="41460" y="631"/>
                    <a:pt x="41521" y="631"/>
                  </a:cubicBezTo>
                  <a:lnTo>
                    <a:pt x="41612" y="631"/>
                  </a:lnTo>
                  <a:cubicBezTo>
                    <a:pt x="41618" y="626"/>
                    <a:pt x="41624" y="623"/>
                    <a:pt x="41629" y="623"/>
                  </a:cubicBezTo>
                  <a:cubicBezTo>
                    <a:pt x="41653" y="623"/>
                    <a:pt x="41673" y="668"/>
                    <a:pt x="41673" y="692"/>
                  </a:cubicBezTo>
                  <a:cubicBezTo>
                    <a:pt x="41582" y="753"/>
                    <a:pt x="41521" y="783"/>
                    <a:pt x="41430" y="844"/>
                  </a:cubicBezTo>
                  <a:cubicBezTo>
                    <a:pt x="41413" y="852"/>
                    <a:pt x="41395" y="856"/>
                    <a:pt x="41375" y="856"/>
                  </a:cubicBezTo>
                  <a:cubicBezTo>
                    <a:pt x="41322" y="856"/>
                    <a:pt x="41261" y="828"/>
                    <a:pt x="41217" y="783"/>
                  </a:cubicBezTo>
                  <a:lnTo>
                    <a:pt x="41217" y="814"/>
                  </a:lnTo>
                  <a:cubicBezTo>
                    <a:pt x="41186" y="692"/>
                    <a:pt x="41217" y="571"/>
                    <a:pt x="41308" y="479"/>
                  </a:cubicBezTo>
                  <a:cubicBezTo>
                    <a:pt x="41338" y="449"/>
                    <a:pt x="41376" y="434"/>
                    <a:pt x="41407" y="434"/>
                  </a:cubicBezTo>
                  <a:close/>
                  <a:moveTo>
                    <a:pt x="39424" y="937"/>
                  </a:moveTo>
                  <a:cubicBezTo>
                    <a:pt x="39454" y="1028"/>
                    <a:pt x="39423" y="1149"/>
                    <a:pt x="39363" y="1239"/>
                  </a:cubicBezTo>
                  <a:cubicBezTo>
                    <a:pt x="39302" y="1300"/>
                    <a:pt x="39241" y="1361"/>
                    <a:pt x="39180" y="1422"/>
                  </a:cubicBezTo>
                  <a:lnTo>
                    <a:pt x="39059" y="1422"/>
                  </a:lnTo>
                  <a:cubicBezTo>
                    <a:pt x="38998" y="1391"/>
                    <a:pt x="38968" y="1331"/>
                    <a:pt x="38998" y="1270"/>
                  </a:cubicBezTo>
                  <a:cubicBezTo>
                    <a:pt x="39059" y="1239"/>
                    <a:pt x="39120" y="1179"/>
                    <a:pt x="39211" y="1148"/>
                  </a:cubicBezTo>
                  <a:lnTo>
                    <a:pt x="39302" y="1087"/>
                  </a:lnTo>
                  <a:lnTo>
                    <a:pt x="39332" y="1027"/>
                  </a:lnTo>
                  <a:cubicBezTo>
                    <a:pt x="39355" y="960"/>
                    <a:pt x="39393" y="942"/>
                    <a:pt x="39424" y="937"/>
                  </a:cubicBezTo>
                  <a:close/>
                  <a:moveTo>
                    <a:pt x="38633" y="1300"/>
                  </a:moveTo>
                  <a:lnTo>
                    <a:pt x="38664" y="1331"/>
                  </a:lnTo>
                  <a:cubicBezTo>
                    <a:pt x="38785" y="1391"/>
                    <a:pt x="38694" y="1452"/>
                    <a:pt x="38633" y="1513"/>
                  </a:cubicBezTo>
                  <a:lnTo>
                    <a:pt x="38603" y="1543"/>
                  </a:lnTo>
                  <a:cubicBezTo>
                    <a:pt x="38603" y="1604"/>
                    <a:pt x="38512" y="1634"/>
                    <a:pt x="38390" y="1634"/>
                  </a:cubicBezTo>
                  <a:lnTo>
                    <a:pt x="38390" y="1665"/>
                  </a:lnTo>
                  <a:cubicBezTo>
                    <a:pt x="38268" y="1665"/>
                    <a:pt x="37995" y="1634"/>
                    <a:pt x="38056" y="1574"/>
                  </a:cubicBezTo>
                  <a:lnTo>
                    <a:pt x="38238" y="1574"/>
                  </a:lnTo>
                  <a:cubicBezTo>
                    <a:pt x="38360" y="1483"/>
                    <a:pt x="38542" y="1361"/>
                    <a:pt x="38633" y="1300"/>
                  </a:cubicBezTo>
                  <a:close/>
                  <a:moveTo>
                    <a:pt x="36342" y="2075"/>
                  </a:moveTo>
                  <a:cubicBezTo>
                    <a:pt x="36376" y="2075"/>
                    <a:pt x="36414" y="2090"/>
                    <a:pt x="36445" y="2121"/>
                  </a:cubicBezTo>
                  <a:cubicBezTo>
                    <a:pt x="36506" y="2182"/>
                    <a:pt x="36475" y="2364"/>
                    <a:pt x="36384" y="2394"/>
                  </a:cubicBezTo>
                  <a:cubicBezTo>
                    <a:pt x="36262" y="2425"/>
                    <a:pt x="36141" y="2425"/>
                    <a:pt x="36050" y="2455"/>
                  </a:cubicBezTo>
                  <a:lnTo>
                    <a:pt x="35958" y="2516"/>
                  </a:lnTo>
                  <a:lnTo>
                    <a:pt x="35928" y="2516"/>
                  </a:lnTo>
                  <a:cubicBezTo>
                    <a:pt x="35867" y="2486"/>
                    <a:pt x="35837" y="2425"/>
                    <a:pt x="35867" y="2364"/>
                  </a:cubicBezTo>
                  <a:cubicBezTo>
                    <a:pt x="35989" y="2303"/>
                    <a:pt x="36141" y="2212"/>
                    <a:pt x="36262" y="2121"/>
                  </a:cubicBezTo>
                  <a:cubicBezTo>
                    <a:pt x="36278" y="2090"/>
                    <a:pt x="36308" y="2075"/>
                    <a:pt x="36342" y="2075"/>
                  </a:cubicBezTo>
                  <a:close/>
                  <a:moveTo>
                    <a:pt x="34408" y="2979"/>
                  </a:moveTo>
                  <a:cubicBezTo>
                    <a:pt x="34439" y="2979"/>
                    <a:pt x="34469" y="2987"/>
                    <a:pt x="34499" y="3002"/>
                  </a:cubicBezTo>
                  <a:cubicBezTo>
                    <a:pt x="34591" y="3033"/>
                    <a:pt x="34803" y="3154"/>
                    <a:pt x="34743" y="3215"/>
                  </a:cubicBezTo>
                  <a:lnTo>
                    <a:pt x="34682" y="3245"/>
                  </a:lnTo>
                  <a:lnTo>
                    <a:pt x="34530" y="3306"/>
                  </a:lnTo>
                  <a:cubicBezTo>
                    <a:pt x="34505" y="3316"/>
                    <a:pt x="34478" y="3320"/>
                    <a:pt x="34449" y="3320"/>
                  </a:cubicBezTo>
                  <a:cubicBezTo>
                    <a:pt x="34298" y="3320"/>
                    <a:pt x="34114" y="3205"/>
                    <a:pt x="34165" y="3154"/>
                  </a:cubicBezTo>
                  <a:cubicBezTo>
                    <a:pt x="34195" y="3093"/>
                    <a:pt x="34256" y="3033"/>
                    <a:pt x="34317" y="3002"/>
                  </a:cubicBezTo>
                  <a:cubicBezTo>
                    <a:pt x="34347" y="2987"/>
                    <a:pt x="34378" y="2979"/>
                    <a:pt x="34408" y="2979"/>
                  </a:cubicBezTo>
                  <a:close/>
                  <a:moveTo>
                    <a:pt x="30700" y="4613"/>
                  </a:moveTo>
                  <a:cubicBezTo>
                    <a:pt x="30791" y="4644"/>
                    <a:pt x="30852" y="4704"/>
                    <a:pt x="30852" y="4735"/>
                  </a:cubicBezTo>
                  <a:lnTo>
                    <a:pt x="30761" y="4765"/>
                  </a:lnTo>
                  <a:cubicBezTo>
                    <a:pt x="30680" y="4765"/>
                    <a:pt x="30491" y="4738"/>
                    <a:pt x="30373" y="4738"/>
                  </a:cubicBezTo>
                  <a:cubicBezTo>
                    <a:pt x="30315" y="4738"/>
                    <a:pt x="30274" y="4745"/>
                    <a:pt x="30274" y="4765"/>
                  </a:cubicBezTo>
                  <a:cubicBezTo>
                    <a:pt x="30244" y="4856"/>
                    <a:pt x="30214" y="4887"/>
                    <a:pt x="30183" y="4887"/>
                  </a:cubicBezTo>
                  <a:lnTo>
                    <a:pt x="30153" y="4887"/>
                  </a:lnTo>
                  <a:cubicBezTo>
                    <a:pt x="30153" y="4856"/>
                    <a:pt x="30244" y="4704"/>
                    <a:pt x="30335" y="4674"/>
                  </a:cubicBezTo>
                  <a:cubicBezTo>
                    <a:pt x="30457" y="4613"/>
                    <a:pt x="30578" y="4613"/>
                    <a:pt x="30700" y="4613"/>
                  </a:cubicBezTo>
                  <a:close/>
                  <a:moveTo>
                    <a:pt x="28542" y="5525"/>
                  </a:moveTo>
                  <a:cubicBezTo>
                    <a:pt x="28572" y="5525"/>
                    <a:pt x="28603" y="5647"/>
                    <a:pt x="28603" y="5677"/>
                  </a:cubicBezTo>
                  <a:cubicBezTo>
                    <a:pt x="28572" y="5768"/>
                    <a:pt x="28511" y="5829"/>
                    <a:pt x="28451" y="5890"/>
                  </a:cubicBezTo>
                  <a:lnTo>
                    <a:pt x="28329" y="5799"/>
                  </a:lnTo>
                  <a:lnTo>
                    <a:pt x="28116" y="5677"/>
                  </a:lnTo>
                  <a:lnTo>
                    <a:pt x="28116" y="5677"/>
                  </a:lnTo>
                  <a:cubicBezTo>
                    <a:pt x="28147" y="5799"/>
                    <a:pt x="28116" y="5859"/>
                    <a:pt x="28086" y="5859"/>
                  </a:cubicBezTo>
                  <a:lnTo>
                    <a:pt x="28056" y="5829"/>
                  </a:lnTo>
                  <a:lnTo>
                    <a:pt x="28056" y="5677"/>
                  </a:lnTo>
                  <a:lnTo>
                    <a:pt x="28177" y="5677"/>
                  </a:lnTo>
                  <a:cubicBezTo>
                    <a:pt x="28299" y="5586"/>
                    <a:pt x="28420" y="5525"/>
                    <a:pt x="28542" y="5525"/>
                  </a:cubicBezTo>
                  <a:close/>
                  <a:moveTo>
                    <a:pt x="24651" y="7106"/>
                  </a:moveTo>
                  <a:cubicBezTo>
                    <a:pt x="24712" y="7106"/>
                    <a:pt x="24773" y="7136"/>
                    <a:pt x="24773" y="7166"/>
                  </a:cubicBezTo>
                  <a:lnTo>
                    <a:pt x="24773" y="7197"/>
                  </a:lnTo>
                  <a:cubicBezTo>
                    <a:pt x="24773" y="7197"/>
                    <a:pt x="24742" y="7227"/>
                    <a:pt x="24742" y="7227"/>
                  </a:cubicBezTo>
                  <a:lnTo>
                    <a:pt x="24682" y="7470"/>
                  </a:lnTo>
                  <a:cubicBezTo>
                    <a:pt x="24650" y="7483"/>
                    <a:pt x="24622" y="7489"/>
                    <a:pt x="24599" y="7489"/>
                  </a:cubicBezTo>
                  <a:cubicBezTo>
                    <a:pt x="24511" y="7489"/>
                    <a:pt x="24488" y="7402"/>
                    <a:pt x="24560" y="7258"/>
                  </a:cubicBezTo>
                  <a:lnTo>
                    <a:pt x="24651" y="7106"/>
                  </a:lnTo>
                  <a:close/>
                  <a:moveTo>
                    <a:pt x="21490" y="8170"/>
                  </a:moveTo>
                  <a:cubicBezTo>
                    <a:pt x="21490" y="8181"/>
                    <a:pt x="21489" y="8194"/>
                    <a:pt x="21487" y="8208"/>
                  </a:cubicBezTo>
                  <a:lnTo>
                    <a:pt x="21487" y="8208"/>
                  </a:lnTo>
                  <a:cubicBezTo>
                    <a:pt x="21489" y="8214"/>
                    <a:pt x="21490" y="8222"/>
                    <a:pt x="21490" y="8230"/>
                  </a:cubicBezTo>
                  <a:lnTo>
                    <a:pt x="21490" y="8170"/>
                  </a:lnTo>
                  <a:close/>
                  <a:moveTo>
                    <a:pt x="18542" y="10084"/>
                  </a:moveTo>
                  <a:cubicBezTo>
                    <a:pt x="18663" y="10115"/>
                    <a:pt x="18785" y="10206"/>
                    <a:pt x="18724" y="10236"/>
                  </a:cubicBezTo>
                  <a:cubicBezTo>
                    <a:pt x="18602" y="10297"/>
                    <a:pt x="18481" y="10388"/>
                    <a:pt x="18390" y="10510"/>
                  </a:cubicBezTo>
                  <a:cubicBezTo>
                    <a:pt x="18374" y="10556"/>
                    <a:pt x="18329" y="10578"/>
                    <a:pt x="18283" y="10578"/>
                  </a:cubicBezTo>
                  <a:cubicBezTo>
                    <a:pt x="18238" y="10578"/>
                    <a:pt x="18192" y="10556"/>
                    <a:pt x="18177" y="10510"/>
                  </a:cubicBezTo>
                  <a:lnTo>
                    <a:pt x="18207" y="10449"/>
                  </a:lnTo>
                  <a:cubicBezTo>
                    <a:pt x="18299" y="10297"/>
                    <a:pt x="18390" y="10176"/>
                    <a:pt x="18511" y="10084"/>
                  </a:cubicBezTo>
                  <a:close/>
                  <a:moveTo>
                    <a:pt x="15748" y="11672"/>
                  </a:moveTo>
                  <a:cubicBezTo>
                    <a:pt x="15816" y="11672"/>
                    <a:pt x="15821" y="11735"/>
                    <a:pt x="15776" y="11847"/>
                  </a:cubicBezTo>
                  <a:lnTo>
                    <a:pt x="15654" y="11908"/>
                  </a:lnTo>
                  <a:lnTo>
                    <a:pt x="15533" y="11969"/>
                  </a:lnTo>
                  <a:cubicBezTo>
                    <a:pt x="15495" y="11969"/>
                    <a:pt x="15454" y="11966"/>
                    <a:pt x="15414" y="11961"/>
                  </a:cubicBezTo>
                  <a:lnTo>
                    <a:pt x="15414" y="11961"/>
                  </a:lnTo>
                  <a:cubicBezTo>
                    <a:pt x="15443" y="11924"/>
                    <a:pt x="15455" y="11874"/>
                    <a:pt x="15441" y="11817"/>
                  </a:cubicBezTo>
                  <a:lnTo>
                    <a:pt x="15563" y="11756"/>
                  </a:lnTo>
                  <a:lnTo>
                    <a:pt x="15654" y="11695"/>
                  </a:lnTo>
                  <a:cubicBezTo>
                    <a:pt x="15693" y="11680"/>
                    <a:pt x="15724" y="11672"/>
                    <a:pt x="15748" y="11672"/>
                  </a:cubicBezTo>
                  <a:close/>
                  <a:moveTo>
                    <a:pt x="15013" y="11853"/>
                  </a:moveTo>
                  <a:cubicBezTo>
                    <a:pt x="15036" y="11853"/>
                    <a:pt x="15072" y="11886"/>
                    <a:pt x="15107" y="11939"/>
                  </a:cubicBezTo>
                  <a:lnTo>
                    <a:pt x="15146" y="11958"/>
                  </a:lnTo>
                  <a:lnTo>
                    <a:pt x="15146" y="11958"/>
                  </a:lnTo>
                  <a:cubicBezTo>
                    <a:pt x="15143" y="11984"/>
                    <a:pt x="15150" y="12012"/>
                    <a:pt x="15168" y="12030"/>
                  </a:cubicBezTo>
                  <a:lnTo>
                    <a:pt x="15168" y="12060"/>
                  </a:lnTo>
                  <a:cubicBezTo>
                    <a:pt x="15168" y="12080"/>
                    <a:pt x="15159" y="12088"/>
                    <a:pt x="15146" y="12088"/>
                  </a:cubicBezTo>
                  <a:cubicBezTo>
                    <a:pt x="15097" y="12088"/>
                    <a:pt x="14985" y="11980"/>
                    <a:pt x="14985" y="11908"/>
                  </a:cubicBezTo>
                  <a:cubicBezTo>
                    <a:pt x="14985" y="11870"/>
                    <a:pt x="14996" y="11853"/>
                    <a:pt x="15013" y="11853"/>
                  </a:cubicBezTo>
                  <a:close/>
                  <a:moveTo>
                    <a:pt x="6687" y="15768"/>
                  </a:moveTo>
                  <a:cubicBezTo>
                    <a:pt x="6718" y="15768"/>
                    <a:pt x="6900" y="15920"/>
                    <a:pt x="6900" y="16042"/>
                  </a:cubicBezTo>
                  <a:cubicBezTo>
                    <a:pt x="6900" y="16131"/>
                    <a:pt x="6868" y="16187"/>
                    <a:pt x="6826" y="16187"/>
                  </a:cubicBezTo>
                  <a:cubicBezTo>
                    <a:pt x="6811" y="16187"/>
                    <a:pt x="6795" y="16180"/>
                    <a:pt x="6779" y="16164"/>
                  </a:cubicBezTo>
                  <a:lnTo>
                    <a:pt x="6718" y="16164"/>
                  </a:lnTo>
                  <a:lnTo>
                    <a:pt x="6657" y="16103"/>
                  </a:lnTo>
                  <a:cubicBezTo>
                    <a:pt x="6596" y="16072"/>
                    <a:pt x="6627" y="15951"/>
                    <a:pt x="6657" y="15951"/>
                  </a:cubicBezTo>
                  <a:cubicBezTo>
                    <a:pt x="6718" y="15920"/>
                    <a:pt x="6657" y="15890"/>
                    <a:pt x="6596" y="15860"/>
                  </a:cubicBezTo>
                  <a:cubicBezTo>
                    <a:pt x="6535" y="15860"/>
                    <a:pt x="6627" y="15799"/>
                    <a:pt x="6687" y="15768"/>
                  </a:cubicBezTo>
                  <a:close/>
                  <a:moveTo>
                    <a:pt x="6019" y="16285"/>
                  </a:moveTo>
                  <a:cubicBezTo>
                    <a:pt x="6079" y="16346"/>
                    <a:pt x="6110" y="16407"/>
                    <a:pt x="6201" y="16468"/>
                  </a:cubicBezTo>
                  <a:cubicBezTo>
                    <a:pt x="6262" y="16468"/>
                    <a:pt x="6353" y="16498"/>
                    <a:pt x="6414" y="16498"/>
                  </a:cubicBezTo>
                  <a:cubicBezTo>
                    <a:pt x="6444" y="16498"/>
                    <a:pt x="6414" y="16559"/>
                    <a:pt x="6414" y="16589"/>
                  </a:cubicBezTo>
                  <a:cubicBezTo>
                    <a:pt x="6231" y="16620"/>
                    <a:pt x="6049" y="16711"/>
                    <a:pt x="5867" y="16802"/>
                  </a:cubicBezTo>
                  <a:cubicBezTo>
                    <a:pt x="5826" y="16883"/>
                    <a:pt x="5745" y="16950"/>
                    <a:pt x="5696" y="16950"/>
                  </a:cubicBezTo>
                  <a:cubicBezTo>
                    <a:pt x="5671" y="16950"/>
                    <a:pt x="5654" y="16934"/>
                    <a:pt x="5654" y="16893"/>
                  </a:cubicBezTo>
                  <a:cubicBezTo>
                    <a:pt x="5661" y="16858"/>
                    <a:pt x="5669" y="16813"/>
                    <a:pt x="5679" y="16759"/>
                  </a:cubicBezTo>
                  <a:lnTo>
                    <a:pt x="5679" y="16759"/>
                  </a:lnTo>
                  <a:lnTo>
                    <a:pt x="5715" y="16741"/>
                  </a:lnTo>
                  <a:cubicBezTo>
                    <a:pt x="5836" y="16650"/>
                    <a:pt x="5745" y="16650"/>
                    <a:pt x="5715" y="16589"/>
                  </a:cubicBezTo>
                  <a:lnTo>
                    <a:pt x="5715" y="16561"/>
                  </a:lnTo>
                  <a:lnTo>
                    <a:pt x="5715" y="16561"/>
                  </a:lnTo>
                  <a:cubicBezTo>
                    <a:pt x="5715" y="16560"/>
                    <a:pt x="5715" y="16559"/>
                    <a:pt x="5715" y="16558"/>
                  </a:cubicBezTo>
                  <a:lnTo>
                    <a:pt x="5715" y="16558"/>
                  </a:lnTo>
                  <a:cubicBezTo>
                    <a:pt x="5776" y="16498"/>
                    <a:pt x="5837" y="16437"/>
                    <a:pt x="5927" y="16407"/>
                  </a:cubicBezTo>
                  <a:lnTo>
                    <a:pt x="5927" y="16346"/>
                  </a:lnTo>
                  <a:cubicBezTo>
                    <a:pt x="5958" y="16316"/>
                    <a:pt x="5988" y="16285"/>
                    <a:pt x="6019" y="16285"/>
                  </a:cubicBezTo>
                  <a:close/>
                  <a:moveTo>
                    <a:pt x="4256" y="16528"/>
                  </a:moveTo>
                  <a:lnTo>
                    <a:pt x="4316" y="16559"/>
                  </a:lnTo>
                  <a:lnTo>
                    <a:pt x="4438" y="16589"/>
                  </a:lnTo>
                  <a:cubicBezTo>
                    <a:pt x="4651" y="16620"/>
                    <a:pt x="4864" y="16680"/>
                    <a:pt x="5046" y="16802"/>
                  </a:cubicBezTo>
                  <a:lnTo>
                    <a:pt x="4985" y="16984"/>
                  </a:lnTo>
                  <a:lnTo>
                    <a:pt x="4924" y="17106"/>
                  </a:lnTo>
                  <a:cubicBezTo>
                    <a:pt x="4830" y="17224"/>
                    <a:pt x="4718" y="17268"/>
                    <a:pt x="4672" y="17268"/>
                  </a:cubicBezTo>
                  <a:cubicBezTo>
                    <a:pt x="4659" y="17268"/>
                    <a:pt x="4651" y="17265"/>
                    <a:pt x="4651" y="17258"/>
                  </a:cubicBezTo>
                  <a:cubicBezTo>
                    <a:pt x="4651" y="17227"/>
                    <a:pt x="4651" y="17167"/>
                    <a:pt x="4681" y="17167"/>
                  </a:cubicBezTo>
                  <a:cubicBezTo>
                    <a:pt x="4742" y="17136"/>
                    <a:pt x="4742" y="17075"/>
                    <a:pt x="4742" y="17075"/>
                  </a:cubicBezTo>
                  <a:cubicBezTo>
                    <a:pt x="4742" y="17075"/>
                    <a:pt x="4529" y="17015"/>
                    <a:pt x="4499" y="16984"/>
                  </a:cubicBezTo>
                  <a:cubicBezTo>
                    <a:pt x="4468" y="16923"/>
                    <a:pt x="4286" y="16680"/>
                    <a:pt x="4195" y="16680"/>
                  </a:cubicBezTo>
                  <a:cubicBezTo>
                    <a:pt x="4073" y="16680"/>
                    <a:pt x="4104" y="16620"/>
                    <a:pt x="4256" y="16528"/>
                  </a:cubicBezTo>
                  <a:close/>
                  <a:moveTo>
                    <a:pt x="1210" y="18298"/>
                  </a:moveTo>
                  <a:cubicBezTo>
                    <a:pt x="1250" y="18298"/>
                    <a:pt x="1286" y="18387"/>
                    <a:pt x="1307" y="18534"/>
                  </a:cubicBezTo>
                  <a:lnTo>
                    <a:pt x="1277" y="18565"/>
                  </a:lnTo>
                  <a:lnTo>
                    <a:pt x="1216" y="18626"/>
                  </a:lnTo>
                  <a:cubicBezTo>
                    <a:pt x="1206" y="18628"/>
                    <a:pt x="1197" y="18629"/>
                    <a:pt x="1188" y="18629"/>
                  </a:cubicBezTo>
                  <a:cubicBezTo>
                    <a:pt x="1068" y="18629"/>
                    <a:pt x="1099" y="18437"/>
                    <a:pt x="1155" y="18352"/>
                  </a:cubicBezTo>
                  <a:cubicBezTo>
                    <a:pt x="1174" y="18315"/>
                    <a:pt x="1193" y="18298"/>
                    <a:pt x="1210" y="18298"/>
                  </a:cubicBezTo>
                  <a:close/>
                  <a:moveTo>
                    <a:pt x="4104" y="19355"/>
                  </a:moveTo>
                  <a:lnTo>
                    <a:pt x="4529" y="19902"/>
                  </a:lnTo>
                  <a:cubicBezTo>
                    <a:pt x="4073" y="19720"/>
                    <a:pt x="4073" y="19720"/>
                    <a:pt x="4104" y="19355"/>
                  </a:cubicBezTo>
                  <a:close/>
                  <a:moveTo>
                    <a:pt x="3526" y="19863"/>
                  </a:moveTo>
                  <a:cubicBezTo>
                    <a:pt x="3537" y="19863"/>
                    <a:pt x="3547" y="19866"/>
                    <a:pt x="3557" y="19872"/>
                  </a:cubicBezTo>
                  <a:cubicBezTo>
                    <a:pt x="3648" y="19872"/>
                    <a:pt x="3739" y="19902"/>
                    <a:pt x="3830" y="19963"/>
                  </a:cubicBezTo>
                  <a:cubicBezTo>
                    <a:pt x="3861" y="19993"/>
                    <a:pt x="3891" y="20024"/>
                    <a:pt x="3830" y="20054"/>
                  </a:cubicBezTo>
                  <a:cubicBezTo>
                    <a:pt x="3769" y="20085"/>
                    <a:pt x="3709" y="20085"/>
                    <a:pt x="3648" y="20085"/>
                  </a:cubicBezTo>
                  <a:lnTo>
                    <a:pt x="3557" y="20085"/>
                  </a:lnTo>
                  <a:cubicBezTo>
                    <a:pt x="3504" y="20111"/>
                    <a:pt x="3339" y="20182"/>
                    <a:pt x="3256" y="20182"/>
                  </a:cubicBezTo>
                  <a:cubicBezTo>
                    <a:pt x="3242" y="20182"/>
                    <a:pt x="3231" y="20180"/>
                    <a:pt x="3222" y="20176"/>
                  </a:cubicBezTo>
                  <a:cubicBezTo>
                    <a:pt x="3161" y="20145"/>
                    <a:pt x="3161" y="20085"/>
                    <a:pt x="3192" y="20085"/>
                  </a:cubicBezTo>
                  <a:cubicBezTo>
                    <a:pt x="3247" y="20085"/>
                    <a:pt x="3424" y="19863"/>
                    <a:pt x="3526" y="19863"/>
                  </a:cubicBezTo>
                  <a:close/>
                  <a:moveTo>
                    <a:pt x="2421" y="20225"/>
                  </a:moveTo>
                  <a:cubicBezTo>
                    <a:pt x="2473" y="20225"/>
                    <a:pt x="2521" y="20228"/>
                    <a:pt x="2554" y="20237"/>
                  </a:cubicBezTo>
                  <a:cubicBezTo>
                    <a:pt x="2645" y="20237"/>
                    <a:pt x="2706" y="20358"/>
                    <a:pt x="2645" y="20449"/>
                  </a:cubicBezTo>
                  <a:lnTo>
                    <a:pt x="2584" y="20449"/>
                  </a:lnTo>
                  <a:cubicBezTo>
                    <a:pt x="2341" y="20480"/>
                    <a:pt x="2371" y="20571"/>
                    <a:pt x="2523" y="20693"/>
                  </a:cubicBezTo>
                  <a:cubicBezTo>
                    <a:pt x="2523" y="20693"/>
                    <a:pt x="2493" y="20784"/>
                    <a:pt x="2462" y="20784"/>
                  </a:cubicBezTo>
                  <a:cubicBezTo>
                    <a:pt x="2447" y="20799"/>
                    <a:pt x="2424" y="20807"/>
                    <a:pt x="2402" y="20807"/>
                  </a:cubicBezTo>
                  <a:cubicBezTo>
                    <a:pt x="2379" y="20807"/>
                    <a:pt x="2356" y="20799"/>
                    <a:pt x="2341" y="20784"/>
                  </a:cubicBezTo>
                  <a:cubicBezTo>
                    <a:pt x="2280" y="20753"/>
                    <a:pt x="2250" y="20723"/>
                    <a:pt x="2219" y="20662"/>
                  </a:cubicBezTo>
                  <a:cubicBezTo>
                    <a:pt x="2182" y="20625"/>
                    <a:pt x="2074" y="20599"/>
                    <a:pt x="1984" y="20599"/>
                  </a:cubicBezTo>
                  <a:cubicBezTo>
                    <a:pt x="1927" y="20599"/>
                    <a:pt x="1878" y="20609"/>
                    <a:pt x="1854" y="20632"/>
                  </a:cubicBezTo>
                  <a:lnTo>
                    <a:pt x="1824" y="20693"/>
                  </a:lnTo>
                  <a:cubicBezTo>
                    <a:pt x="1802" y="20737"/>
                    <a:pt x="1747" y="20765"/>
                    <a:pt x="1695" y="20765"/>
                  </a:cubicBezTo>
                  <a:cubicBezTo>
                    <a:pt x="1676" y="20765"/>
                    <a:pt x="1658" y="20761"/>
                    <a:pt x="1642" y="20753"/>
                  </a:cubicBezTo>
                  <a:lnTo>
                    <a:pt x="1672" y="20723"/>
                  </a:lnTo>
                  <a:cubicBezTo>
                    <a:pt x="1702" y="20541"/>
                    <a:pt x="1794" y="20389"/>
                    <a:pt x="1885" y="20237"/>
                  </a:cubicBezTo>
                  <a:lnTo>
                    <a:pt x="1915" y="20237"/>
                  </a:lnTo>
                  <a:cubicBezTo>
                    <a:pt x="1946" y="20267"/>
                    <a:pt x="1976" y="20297"/>
                    <a:pt x="1946" y="20297"/>
                  </a:cubicBezTo>
                  <a:lnTo>
                    <a:pt x="1946" y="20328"/>
                  </a:lnTo>
                  <a:lnTo>
                    <a:pt x="1915" y="20389"/>
                  </a:lnTo>
                  <a:cubicBezTo>
                    <a:pt x="1951" y="20424"/>
                    <a:pt x="1986" y="20439"/>
                    <a:pt x="2028" y="20439"/>
                  </a:cubicBezTo>
                  <a:cubicBezTo>
                    <a:pt x="2058" y="20439"/>
                    <a:pt x="2090" y="20432"/>
                    <a:pt x="2128" y="20419"/>
                  </a:cubicBezTo>
                  <a:lnTo>
                    <a:pt x="2128" y="20389"/>
                  </a:lnTo>
                  <a:lnTo>
                    <a:pt x="2128" y="20297"/>
                  </a:lnTo>
                  <a:cubicBezTo>
                    <a:pt x="2106" y="20253"/>
                    <a:pt x="2279" y="20225"/>
                    <a:pt x="2421" y="20225"/>
                  </a:cubicBezTo>
                  <a:close/>
                  <a:moveTo>
                    <a:pt x="1681" y="21203"/>
                  </a:moveTo>
                  <a:cubicBezTo>
                    <a:pt x="1658" y="21213"/>
                    <a:pt x="1636" y="21223"/>
                    <a:pt x="1616" y="21233"/>
                  </a:cubicBezTo>
                  <a:lnTo>
                    <a:pt x="1616" y="21233"/>
                  </a:lnTo>
                  <a:cubicBezTo>
                    <a:pt x="1623" y="21242"/>
                    <a:pt x="1630" y="21251"/>
                    <a:pt x="1635" y="21259"/>
                  </a:cubicBezTo>
                  <a:lnTo>
                    <a:pt x="1635" y="21259"/>
                  </a:lnTo>
                  <a:cubicBezTo>
                    <a:pt x="1651" y="21241"/>
                    <a:pt x="1667" y="21220"/>
                    <a:pt x="1681" y="21203"/>
                  </a:cubicBezTo>
                  <a:close/>
                  <a:moveTo>
                    <a:pt x="41931" y="1"/>
                  </a:moveTo>
                  <a:cubicBezTo>
                    <a:pt x="41886" y="1"/>
                    <a:pt x="41840" y="8"/>
                    <a:pt x="41794" y="24"/>
                  </a:cubicBezTo>
                  <a:lnTo>
                    <a:pt x="41734" y="54"/>
                  </a:lnTo>
                  <a:cubicBezTo>
                    <a:pt x="41703" y="84"/>
                    <a:pt x="41886" y="145"/>
                    <a:pt x="41946" y="145"/>
                  </a:cubicBezTo>
                  <a:cubicBezTo>
                    <a:pt x="42038" y="145"/>
                    <a:pt x="42068" y="297"/>
                    <a:pt x="42068" y="358"/>
                  </a:cubicBezTo>
                  <a:cubicBezTo>
                    <a:pt x="42068" y="419"/>
                    <a:pt x="42007" y="479"/>
                    <a:pt x="41886" y="479"/>
                  </a:cubicBezTo>
                  <a:lnTo>
                    <a:pt x="41825" y="449"/>
                  </a:lnTo>
                  <a:cubicBezTo>
                    <a:pt x="41794" y="419"/>
                    <a:pt x="41794" y="327"/>
                    <a:pt x="41734" y="327"/>
                  </a:cubicBezTo>
                  <a:lnTo>
                    <a:pt x="41703" y="297"/>
                  </a:lnTo>
                  <a:cubicBezTo>
                    <a:pt x="41612" y="312"/>
                    <a:pt x="41521" y="320"/>
                    <a:pt x="41426" y="320"/>
                  </a:cubicBezTo>
                  <a:cubicBezTo>
                    <a:pt x="41331" y="320"/>
                    <a:pt x="41232" y="312"/>
                    <a:pt x="41126" y="297"/>
                  </a:cubicBezTo>
                  <a:lnTo>
                    <a:pt x="40943" y="540"/>
                  </a:lnTo>
                  <a:lnTo>
                    <a:pt x="40913" y="601"/>
                  </a:lnTo>
                  <a:cubicBezTo>
                    <a:pt x="40883" y="631"/>
                    <a:pt x="40852" y="662"/>
                    <a:pt x="40791" y="662"/>
                  </a:cubicBezTo>
                  <a:cubicBezTo>
                    <a:pt x="40761" y="631"/>
                    <a:pt x="40791" y="510"/>
                    <a:pt x="40822" y="479"/>
                  </a:cubicBezTo>
                  <a:cubicBezTo>
                    <a:pt x="40822" y="449"/>
                    <a:pt x="40822" y="388"/>
                    <a:pt x="40791" y="388"/>
                  </a:cubicBezTo>
                  <a:cubicBezTo>
                    <a:pt x="40731" y="449"/>
                    <a:pt x="40639" y="479"/>
                    <a:pt x="40579" y="510"/>
                  </a:cubicBezTo>
                  <a:cubicBezTo>
                    <a:pt x="40518" y="540"/>
                    <a:pt x="40457" y="540"/>
                    <a:pt x="40396" y="571"/>
                  </a:cubicBezTo>
                  <a:lnTo>
                    <a:pt x="40275" y="571"/>
                  </a:lnTo>
                  <a:lnTo>
                    <a:pt x="40275" y="692"/>
                  </a:lnTo>
                  <a:cubicBezTo>
                    <a:pt x="40275" y="723"/>
                    <a:pt x="40244" y="723"/>
                    <a:pt x="40183" y="723"/>
                  </a:cubicBezTo>
                  <a:lnTo>
                    <a:pt x="40153" y="723"/>
                  </a:lnTo>
                  <a:cubicBezTo>
                    <a:pt x="40062" y="692"/>
                    <a:pt x="40001" y="662"/>
                    <a:pt x="39910" y="662"/>
                  </a:cubicBezTo>
                  <a:lnTo>
                    <a:pt x="39758" y="631"/>
                  </a:lnTo>
                  <a:cubicBezTo>
                    <a:pt x="39697" y="723"/>
                    <a:pt x="39576" y="814"/>
                    <a:pt x="39454" y="814"/>
                  </a:cubicBezTo>
                  <a:lnTo>
                    <a:pt x="39332" y="753"/>
                  </a:lnTo>
                  <a:cubicBezTo>
                    <a:pt x="39332" y="753"/>
                    <a:pt x="39272" y="814"/>
                    <a:pt x="39211" y="844"/>
                  </a:cubicBezTo>
                  <a:lnTo>
                    <a:pt x="39120" y="905"/>
                  </a:lnTo>
                  <a:cubicBezTo>
                    <a:pt x="38998" y="935"/>
                    <a:pt x="38572" y="1118"/>
                    <a:pt x="38420" y="1209"/>
                  </a:cubicBezTo>
                  <a:cubicBezTo>
                    <a:pt x="38299" y="1300"/>
                    <a:pt x="38177" y="1361"/>
                    <a:pt x="38025" y="1391"/>
                  </a:cubicBezTo>
                  <a:cubicBezTo>
                    <a:pt x="37965" y="1361"/>
                    <a:pt x="37873" y="1361"/>
                    <a:pt x="37813" y="1331"/>
                  </a:cubicBezTo>
                  <a:lnTo>
                    <a:pt x="37782" y="1361"/>
                  </a:lnTo>
                  <a:lnTo>
                    <a:pt x="37752" y="1391"/>
                  </a:lnTo>
                  <a:cubicBezTo>
                    <a:pt x="37734" y="1427"/>
                    <a:pt x="37706" y="1442"/>
                    <a:pt x="37673" y="1442"/>
                  </a:cubicBezTo>
                  <a:cubicBezTo>
                    <a:pt x="37650" y="1442"/>
                    <a:pt x="37625" y="1434"/>
                    <a:pt x="37600" y="1422"/>
                  </a:cubicBezTo>
                  <a:cubicBezTo>
                    <a:pt x="37569" y="1452"/>
                    <a:pt x="37509" y="1483"/>
                    <a:pt x="37448" y="1513"/>
                  </a:cubicBezTo>
                  <a:lnTo>
                    <a:pt x="37417" y="1574"/>
                  </a:lnTo>
                  <a:cubicBezTo>
                    <a:pt x="37382" y="1591"/>
                    <a:pt x="37337" y="1609"/>
                    <a:pt x="37305" y="1609"/>
                  </a:cubicBezTo>
                  <a:cubicBezTo>
                    <a:pt x="37282" y="1609"/>
                    <a:pt x="37265" y="1599"/>
                    <a:pt x="37265" y="1574"/>
                  </a:cubicBezTo>
                  <a:lnTo>
                    <a:pt x="37265" y="1543"/>
                  </a:lnTo>
                  <a:cubicBezTo>
                    <a:pt x="37264" y="1542"/>
                    <a:pt x="37262" y="1541"/>
                    <a:pt x="37259" y="1541"/>
                  </a:cubicBezTo>
                  <a:cubicBezTo>
                    <a:pt x="37213" y="1541"/>
                    <a:pt x="37014" y="1788"/>
                    <a:pt x="36870" y="1817"/>
                  </a:cubicBezTo>
                  <a:cubicBezTo>
                    <a:pt x="36827" y="1838"/>
                    <a:pt x="36784" y="1848"/>
                    <a:pt x="36742" y="1848"/>
                  </a:cubicBezTo>
                  <a:cubicBezTo>
                    <a:pt x="36666" y="1848"/>
                    <a:pt x="36595" y="1815"/>
                    <a:pt x="36536" y="1756"/>
                  </a:cubicBezTo>
                  <a:cubicBezTo>
                    <a:pt x="36528" y="1748"/>
                    <a:pt x="36521" y="1745"/>
                    <a:pt x="36514" y="1745"/>
                  </a:cubicBezTo>
                  <a:cubicBezTo>
                    <a:pt x="36492" y="1745"/>
                    <a:pt x="36475" y="1779"/>
                    <a:pt x="36475" y="1847"/>
                  </a:cubicBezTo>
                  <a:lnTo>
                    <a:pt x="36445" y="1847"/>
                  </a:lnTo>
                  <a:cubicBezTo>
                    <a:pt x="36134" y="1904"/>
                    <a:pt x="35955" y="2249"/>
                    <a:pt x="35590" y="2249"/>
                  </a:cubicBezTo>
                  <a:cubicBezTo>
                    <a:pt x="35562" y="2249"/>
                    <a:pt x="35533" y="2247"/>
                    <a:pt x="35502" y="2242"/>
                  </a:cubicBezTo>
                  <a:cubicBezTo>
                    <a:pt x="35472" y="2242"/>
                    <a:pt x="35442" y="2303"/>
                    <a:pt x="35381" y="2303"/>
                  </a:cubicBezTo>
                  <a:lnTo>
                    <a:pt x="35229" y="2394"/>
                  </a:lnTo>
                  <a:cubicBezTo>
                    <a:pt x="35077" y="2486"/>
                    <a:pt x="35016" y="2638"/>
                    <a:pt x="35138" y="2759"/>
                  </a:cubicBezTo>
                  <a:lnTo>
                    <a:pt x="35077" y="2911"/>
                  </a:lnTo>
                  <a:lnTo>
                    <a:pt x="35077" y="2942"/>
                  </a:lnTo>
                  <a:cubicBezTo>
                    <a:pt x="35047" y="2962"/>
                    <a:pt x="35020" y="2972"/>
                    <a:pt x="34997" y="2972"/>
                  </a:cubicBezTo>
                  <a:cubicBezTo>
                    <a:pt x="34952" y="2972"/>
                    <a:pt x="34925" y="2931"/>
                    <a:pt x="34925" y="2850"/>
                  </a:cubicBezTo>
                  <a:lnTo>
                    <a:pt x="34925" y="2790"/>
                  </a:lnTo>
                  <a:cubicBezTo>
                    <a:pt x="34925" y="2698"/>
                    <a:pt x="34925" y="2698"/>
                    <a:pt x="34773" y="2668"/>
                  </a:cubicBezTo>
                  <a:cubicBezTo>
                    <a:pt x="34716" y="2656"/>
                    <a:pt x="34645" y="2645"/>
                    <a:pt x="34576" y="2645"/>
                  </a:cubicBezTo>
                  <a:cubicBezTo>
                    <a:pt x="34463" y="2645"/>
                    <a:pt x="34355" y="2676"/>
                    <a:pt x="34317" y="2790"/>
                  </a:cubicBezTo>
                  <a:cubicBezTo>
                    <a:pt x="34287" y="2972"/>
                    <a:pt x="34104" y="2850"/>
                    <a:pt x="34043" y="2942"/>
                  </a:cubicBezTo>
                  <a:cubicBezTo>
                    <a:pt x="33969" y="3016"/>
                    <a:pt x="33935" y="3110"/>
                    <a:pt x="33844" y="3110"/>
                  </a:cubicBezTo>
                  <a:cubicBezTo>
                    <a:pt x="33823" y="3110"/>
                    <a:pt x="33798" y="3105"/>
                    <a:pt x="33770" y="3093"/>
                  </a:cubicBezTo>
                  <a:lnTo>
                    <a:pt x="33648" y="3033"/>
                  </a:lnTo>
                  <a:lnTo>
                    <a:pt x="33405" y="3093"/>
                  </a:lnTo>
                  <a:cubicBezTo>
                    <a:pt x="33344" y="3245"/>
                    <a:pt x="33071" y="3306"/>
                    <a:pt x="33162" y="3519"/>
                  </a:cubicBezTo>
                  <a:cubicBezTo>
                    <a:pt x="33158" y="3523"/>
                    <a:pt x="33153" y="3525"/>
                    <a:pt x="33148" y="3525"/>
                  </a:cubicBezTo>
                  <a:cubicBezTo>
                    <a:pt x="33115" y="3525"/>
                    <a:pt x="33059" y="3442"/>
                    <a:pt x="32980" y="3337"/>
                  </a:cubicBezTo>
                  <a:lnTo>
                    <a:pt x="32736" y="3337"/>
                  </a:lnTo>
                  <a:cubicBezTo>
                    <a:pt x="32676" y="3458"/>
                    <a:pt x="32341" y="3549"/>
                    <a:pt x="32311" y="3610"/>
                  </a:cubicBezTo>
                  <a:cubicBezTo>
                    <a:pt x="32281" y="3671"/>
                    <a:pt x="32189" y="3701"/>
                    <a:pt x="32129" y="3701"/>
                  </a:cubicBezTo>
                  <a:cubicBezTo>
                    <a:pt x="32125" y="3698"/>
                    <a:pt x="32121" y="3697"/>
                    <a:pt x="32117" y="3697"/>
                  </a:cubicBezTo>
                  <a:cubicBezTo>
                    <a:pt x="32079" y="3697"/>
                    <a:pt x="32004" y="3802"/>
                    <a:pt x="31977" y="3884"/>
                  </a:cubicBezTo>
                  <a:cubicBezTo>
                    <a:pt x="31946" y="3945"/>
                    <a:pt x="31946" y="3975"/>
                    <a:pt x="32007" y="3975"/>
                  </a:cubicBezTo>
                  <a:cubicBezTo>
                    <a:pt x="32049" y="3954"/>
                    <a:pt x="32091" y="3919"/>
                    <a:pt x="32143" y="3919"/>
                  </a:cubicBezTo>
                  <a:cubicBezTo>
                    <a:pt x="32166" y="3919"/>
                    <a:pt x="32191" y="3926"/>
                    <a:pt x="32220" y="3945"/>
                  </a:cubicBezTo>
                  <a:cubicBezTo>
                    <a:pt x="32220" y="3945"/>
                    <a:pt x="32281" y="3975"/>
                    <a:pt x="32220" y="4005"/>
                  </a:cubicBezTo>
                  <a:cubicBezTo>
                    <a:pt x="32189" y="4036"/>
                    <a:pt x="32129" y="4066"/>
                    <a:pt x="32098" y="4066"/>
                  </a:cubicBezTo>
                  <a:lnTo>
                    <a:pt x="31885" y="4036"/>
                  </a:lnTo>
                  <a:cubicBezTo>
                    <a:pt x="31885" y="4070"/>
                    <a:pt x="31876" y="4082"/>
                    <a:pt x="31860" y="4082"/>
                  </a:cubicBezTo>
                  <a:cubicBezTo>
                    <a:pt x="31820" y="4082"/>
                    <a:pt x="31738" y="3997"/>
                    <a:pt x="31673" y="3975"/>
                  </a:cubicBezTo>
                  <a:cubicBezTo>
                    <a:pt x="31669" y="3973"/>
                    <a:pt x="31665" y="3972"/>
                    <a:pt x="31661" y="3972"/>
                  </a:cubicBezTo>
                  <a:cubicBezTo>
                    <a:pt x="31595" y="3972"/>
                    <a:pt x="31458" y="4195"/>
                    <a:pt x="31429" y="4309"/>
                  </a:cubicBezTo>
                  <a:cubicBezTo>
                    <a:pt x="31409" y="4390"/>
                    <a:pt x="31362" y="4431"/>
                    <a:pt x="31306" y="4431"/>
                  </a:cubicBezTo>
                  <a:cubicBezTo>
                    <a:pt x="31277" y="4431"/>
                    <a:pt x="31247" y="4421"/>
                    <a:pt x="31217" y="4400"/>
                  </a:cubicBezTo>
                  <a:lnTo>
                    <a:pt x="31429" y="4218"/>
                  </a:lnTo>
                  <a:cubicBezTo>
                    <a:pt x="31386" y="4183"/>
                    <a:pt x="31333" y="4171"/>
                    <a:pt x="31277" y="4171"/>
                  </a:cubicBezTo>
                  <a:cubicBezTo>
                    <a:pt x="31136" y="4171"/>
                    <a:pt x="30978" y="4249"/>
                    <a:pt x="30913" y="4249"/>
                  </a:cubicBezTo>
                  <a:cubicBezTo>
                    <a:pt x="30730" y="4279"/>
                    <a:pt x="30578" y="4340"/>
                    <a:pt x="30426" y="4431"/>
                  </a:cubicBezTo>
                  <a:cubicBezTo>
                    <a:pt x="30335" y="4492"/>
                    <a:pt x="30031" y="4613"/>
                    <a:pt x="29940" y="4674"/>
                  </a:cubicBezTo>
                  <a:cubicBezTo>
                    <a:pt x="29923" y="4680"/>
                    <a:pt x="29908" y="4682"/>
                    <a:pt x="29893" y="4682"/>
                  </a:cubicBezTo>
                  <a:cubicBezTo>
                    <a:pt x="29830" y="4682"/>
                    <a:pt x="29794" y="4633"/>
                    <a:pt x="29818" y="4583"/>
                  </a:cubicBezTo>
                  <a:cubicBezTo>
                    <a:pt x="29818" y="4522"/>
                    <a:pt x="29788" y="4492"/>
                    <a:pt x="29727" y="4492"/>
                  </a:cubicBezTo>
                  <a:cubicBezTo>
                    <a:pt x="29667" y="4522"/>
                    <a:pt x="29606" y="4583"/>
                    <a:pt x="29575" y="4644"/>
                  </a:cubicBezTo>
                  <a:lnTo>
                    <a:pt x="29484" y="4735"/>
                  </a:lnTo>
                  <a:cubicBezTo>
                    <a:pt x="29271" y="4826"/>
                    <a:pt x="28785" y="4948"/>
                    <a:pt x="28755" y="5008"/>
                  </a:cubicBezTo>
                  <a:cubicBezTo>
                    <a:pt x="28742" y="5047"/>
                    <a:pt x="28719" y="5063"/>
                    <a:pt x="28689" y="5063"/>
                  </a:cubicBezTo>
                  <a:cubicBezTo>
                    <a:pt x="28648" y="5063"/>
                    <a:pt x="28595" y="5031"/>
                    <a:pt x="28542" y="4978"/>
                  </a:cubicBezTo>
                  <a:lnTo>
                    <a:pt x="28451" y="5160"/>
                  </a:lnTo>
                  <a:cubicBezTo>
                    <a:pt x="28420" y="5191"/>
                    <a:pt x="28390" y="5221"/>
                    <a:pt x="28359" y="5221"/>
                  </a:cubicBezTo>
                  <a:lnTo>
                    <a:pt x="28086" y="5221"/>
                  </a:lnTo>
                  <a:cubicBezTo>
                    <a:pt x="27812" y="5404"/>
                    <a:pt x="27508" y="5495"/>
                    <a:pt x="27204" y="5586"/>
                  </a:cubicBezTo>
                  <a:lnTo>
                    <a:pt x="27144" y="5829"/>
                  </a:lnTo>
                  <a:cubicBezTo>
                    <a:pt x="27125" y="5867"/>
                    <a:pt x="27083" y="5893"/>
                    <a:pt x="27046" y="5893"/>
                  </a:cubicBezTo>
                  <a:cubicBezTo>
                    <a:pt x="27024" y="5893"/>
                    <a:pt x="27003" y="5883"/>
                    <a:pt x="26992" y="5859"/>
                  </a:cubicBezTo>
                  <a:cubicBezTo>
                    <a:pt x="26961" y="5829"/>
                    <a:pt x="26961" y="5768"/>
                    <a:pt x="26961" y="5738"/>
                  </a:cubicBezTo>
                  <a:lnTo>
                    <a:pt x="26961" y="5677"/>
                  </a:lnTo>
                  <a:cubicBezTo>
                    <a:pt x="26961" y="5654"/>
                    <a:pt x="26930" y="5644"/>
                    <a:pt x="26888" y="5644"/>
                  </a:cubicBezTo>
                  <a:cubicBezTo>
                    <a:pt x="26821" y="5644"/>
                    <a:pt x="26725" y="5670"/>
                    <a:pt x="26688" y="5708"/>
                  </a:cubicBezTo>
                  <a:cubicBezTo>
                    <a:pt x="26657" y="5768"/>
                    <a:pt x="26627" y="5799"/>
                    <a:pt x="26627" y="5859"/>
                  </a:cubicBezTo>
                  <a:lnTo>
                    <a:pt x="26627" y="5890"/>
                  </a:lnTo>
                  <a:cubicBezTo>
                    <a:pt x="26597" y="5920"/>
                    <a:pt x="26536" y="5981"/>
                    <a:pt x="26505" y="6011"/>
                  </a:cubicBezTo>
                  <a:lnTo>
                    <a:pt x="26323" y="6103"/>
                  </a:lnTo>
                  <a:cubicBezTo>
                    <a:pt x="26141" y="6224"/>
                    <a:pt x="25928" y="6376"/>
                    <a:pt x="25837" y="6407"/>
                  </a:cubicBezTo>
                  <a:cubicBezTo>
                    <a:pt x="25762" y="6353"/>
                    <a:pt x="25702" y="6330"/>
                    <a:pt x="25654" y="6330"/>
                  </a:cubicBezTo>
                  <a:cubicBezTo>
                    <a:pt x="25564" y="6330"/>
                    <a:pt x="25511" y="6410"/>
                    <a:pt x="25472" y="6528"/>
                  </a:cubicBezTo>
                  <a:cubicBezTo>
                    <a:pt x="25411" y="6559"/>
                    <a:pt x="25381" y="6559"/>
                    <a:pt x="25320" y="6559"/>
                  </a:cubicBezTo>
                  <a:cubicBezTo>
                    <a:pt x="25254" y="6502"/>
                    <a:pt x="25208" y="6481"/>
                    <a:pt x="25174" y="6481"/>
                  </a:cubicBezTo>
                  <a:cubicBezTo>
                    <a:pt x="25098" y="6481"/>
                    <a:pt x="25079" y="6587"/>
                    <a:pt x="25016" y="6650"/>
                  </a:cubicBezTo>
                  <a:lnTo>
                    <a:pt x="24986" y="6680"/>
                  </a:lnTo>
                  <a:cubicBezTo>
                    <a:pt x="24979" y="6687"/>
                    <a:pt x="24962" y="6689"/>
                    <a:pt x="24941" y="6689"/>
                  </a:cubicBezTo>
                  <a:cubicBezTo>
                    <a:pt x="24903" y="6689"/>
                    <a:pt x="24849" y="6682"/>
                    <a:pt x="24802" y="6682"/>
                  </a:cubicBezTo>
                  <a:cubicBezTo>
                    <a:pt x="24759" y="6682"/>
                    <a:pt x="24723" y="6688"/>
                    <a:pt x="24712" y="6711"/>
                  </a:cubicBezTo>
                  <a:cubicBezTo>
                    <a:pt x="24682" y="6802"/>
                    <a:pt x="24682" y="6893"/>
                    <a:pt x="24712" y="7015"/>
                  </a:cubicBezTo>
                  <a:lnTo>
                    <a:pt x="24438" y="7015"/>
                  </a:lnTo>
                  <a:cubicBezTo>
                    <a:pt x="24226" y="7015"/>
                    <a:pt x="24043" y="7075"/>
                    <a:pt x="23861" y="7166"/>
                  </a:cubicBezTo>
                  <a:cubicBezTo>
                    <a:pt x="23739" y="7197"/>
                    <a:pt x="23648" y="7227"/>
                    <a:pt x="23557" y="7258"/>
                  </a:cubicBezTo>
                  <a:cubicBezTo>
                    <a:pt x="23527" y="7288"/>
                    <a:pt x="23618" y="7349"/>
                    <a:pt x="23648" y="7349"/>
                  </a:cubicBezTo>
                  <a:cubicBezTo>
                    <a:pt x="23709" y="7379"/>
                    <a:pt x="23618" y="7440"/>
                    <a:pt x="23557" y="7440"/>
                  </a:cubicBezTo>
                  <a:cubicBezTo>
                    <a:pt x="23466" y="7470"/>
                    <a:pt x="23405" y="7501"/>
                    <a:pt x="23314" y="7562"/>
                  </a:cubicBezTo>
                  <a:lnTo>
                    <a:pt x="23223" y="7592"/>
                  </a:lnTo>
                  <a:cubicBezTo>
                    <a:pt x="23192" y="7592"/>
                    <a:pt x="23131" y="7562"/>
                    <a:pt x="23101" y="7531"/>
                  </a:cubicBezTo>
                  <a:lnTo>
                    <a:pt x="23101" y="7410"/>
                  </a:lnTo>
                  <a:cubicBezTo>
                    <a:pt x="23101" y="7379"/>
                    <a:pt x="23071" y="7349"/>
                    <a:pt x="23010" y="7349"/>
                  </a:cubicBezTo>
                  <a:lnTo>
                    <a:pt x="22979" y="7349"/>
                  </a:lnTo>
                  <a:cubicBezTo>
                    <a:pt x="22949" y="7379"/>
                    <a:pt x="22827" y="7683"/>
                    <a:pt x="22706" y="7683"/>
                  </a:cubicBezTo>
                  <a:cubicBezTo>
                    <a:pt x="22584" y="7683"/>
                    <a:pt x="22372" y="7744"/>
                    <a:pt x="22372" y="7805"/>
                  </a:cubicBezTo>
                  <a:cubicBezTo>
                    <a:pt x="22372" y="7866"/>
                    <a:pt x="22372" y="7957"/>
                    <a:pt x="22341" y="8018"/>
                  </a:cubicBezTo>
                  <a:cubicBezTo>
                    <a:pt x="22332" y="8036"/>
                    <a:pt x="22308" y="8044"/>
                    <a:pt x="22278" y="8044"/>
                  </a:cubicBezTo>
                  <a:cubicBezTo>
                    <a:pt x="22212" y="8044"/>
                    <a:pt x="22119" y="8008"/>
                    <a:pt x="22098" y="7987"/>
                  </a:cubicBezTo>
                  <a:cubicBezTo>
                    <a:pt x="22083" y="7980"/>
                    <a:pt x="22071" y="7976"/>
                    <a:pt x="22063" y="7976"/>
                  </a:cubicBezTo>
                  <a:cubicBezTo>
                    <a:pt x="22037" y="7976"/>
                    <a:pt x="22037" y="8010"/>
                    <a:pt x="22037" y="8078"/>
                  </a:cubicBezTo>
                  <a:lnTo>
                    <a:pt x="22037" y="8109"/>
                  </a:lnTo>
                  <a:lnTo>
                    <a:pt x="22037" y="8170"/>
                  </a:lnTo>
                  <a:cubicBezTo>
                    <a:pt x="22037" y="8191"/>
                    <a:pt x="21992" y="8213"/>
                    <a:pt x="21922" y="8213"/>
                  </a:cubicBezTo>
                  <a:cubicBezTo>
                    <a:pt x="21893" y="8213"/>
                    <a:pt x="21860" y="8209"/>
                    <a:pt x="21824" y="8200"/>
                  </a:cubicBezTo>
                  <a:lnTo>
                    <a:pt x="21703" y="8170"/>
                  </a:lnTo>
                  <a:lnTo>
                    <a:pt x="21672" y="8230"/>
                  </a:lnTo>
                  <a:lnTo>
                    <a:pt x="21703" y="8291"/>
                  </a:lnTo>
                  <a:cubicBezTo>
                    <a:pt x="21733" y="8352"/>
                    <a:pt x="21672" y="8413"/>
                    <a:pt x="21581" y="8443"/>
                  </a:cubicBezTo>
                  <a:lnTo>
                    <a:pt x="21520" y="8413"/>
                  </a:lnTo>
                  <a:lnTo>
                    <a:pt x="21399" y="8382"/>
                  </a:lnTo>
                  <a:cubicBezTo>
                    <a:pt x="21448" y="8333"/>
                    <a:pt x="21477" y="8265"/>
                    <a:pt x="21487" y="8208"/>
                  </a:cubicBezTo>
                  <a:lnTo>
                    <a:pt x="21487" y="8208"/>
                  </a:lnTo>
                  <a:cubicBezTo>
                    <a:pt x="21473" y="8170"/>
                    <a:pt x="21425" y="8170"/>
                    <a:pt x="21399" y="8170"/>
                  </a:cubicBezTo>
                  <a:cubicBezTo>
                    <a:pt x="21368" y="8170"/>
                    <a:pt x="21338" y="8382"/>
                    <a:pt x="21338" y="8443"/>
                  </a:cubicBezTo>
                  <a:cubicBezTo>
                    <a:pt x="21338" y="8534"/>
                    <a:pt x="21186" y="8534"/>
                    <a:pt x="21125" y="8534"/>
                  </a:cubicBezTo>
                  <a:cubicBezTo>
                    <a:pt x="21065" y="8504"/>
                    <a:pt x="21004" y="8443"/>
                    <a:pt x="20973" y="8382"/>
                  </a:cubicBezTo>
                  <a:lnTo>
                    <a:pt x="20700" y="8382"/>
                  </a:lnTo>
                  <a:cubicBezTo>
                    <a:pt x="20578" y="8382"/>
                    <a:pt x="20639" y="8261"/>
                    <a:pt x="20669" y="8200"/>
                  </a:cubicBezTo>
                  <a:cubicBezTo>
                    <a:pt x="20685" y="8192"/>
                    <a:pt x="20685" y="8189"/>
                    <a:pt x="20673" y="8189"/>
                  </a:cubicBezTo>
                  <a:cubicBezTo>
                    <a:pt x="20637" y="8189"/>
                    <a:pt x="20495" y="8223"/>
                    <a:pt x="20335" y="8291"/>
                  </a:cubicBezTo>
                  <a:lnTo>
                    <a:pt x="20213" y="8443"/>
                  </a:lnTo>
                  <a:lnTo>
                    <a:pt x="20122" y="8595"/>
                  </a:lnTo>
                  <a:cubicBezTo>
                    <a:pt x="20001" y="8534"/>
                    <a:pt x="19818" y="8413"/>
                    <a:pt x="19818" y="8413"/>
                  </a:cubicBezTo>
                  <a:cubicBezTo>
                    <a:pt x="19812" y="8407"/>
                    <a:pt x="19808" y="8404"/>
                    <a:pt x="19804" y="8404"/>
                  </a:cubicBezTo>
                  <a:cubicBezTo>
                    <a:pt x="19788" y="8404"/>
                    <a:pt x="19788" y="8449"/>
                    <a:pt x="19788" y="8473"/>
                  </a:cubicBezTo>
                  <a:cubicBezTo>
                    <a:pt x="19788" y="8534"/>
                    <a:pt x="19818" y="8595"/>
                    <a:pt x="19818" y="8656"/>
                  </a:cubicBezTo>
                  <a:cubicBezTo>
                    <a:pt x="19818" y="8686"/>
                    <a:pt x="20001" y="8747"/>
                    <a:pt x="20061" y="8808"/>
                  </a:cubicBezTo>
                  <a:cubicBezTo>
                    <a:pt x="20083" y="8829"/>
                    <a:pt x="20120" y="8851"/>
                    <a:pt x="20161" y="8851"/>
                  </a:cubicBezTo>
                  <a:cubicBezTo>
                    <a:pt x="20178" y="8851"/>
                    <a:pt x="20196" y="8847"/>
                    <a:pt x="20213" y="8838"/>
                  </a:cubicBezTo>
                  <a:cubicBezTo>
                    <a:pt x="20213" y="8838"/>
                    <a:pt x="20397" y="8498"/>
                    <a:pt x="20545" y="8498"/>
                  </a:cubicBezTo>
                  <a:cubicBezTo>
                    <a:pt x="20556" y="8498"/>
                    <a:pt x="20567" y="8500"/>
                    <a:pt x="20578" y="8504"/>
                  </a:cubicBezTo>
                  <a:cubicBezTo>
                    <a:pt x="20730" y="8534"/>
                    <a:pt x="20852" y="8656"/>
                    <a:pt x="20852" y="8747"/>
                  </a:cubicBezTo>
                  <a:lnTo>
                    <a:pt x="20852" y="8838"/>
                  </a:lnTo>
                  <a:cubicBezTo>
                    <a:pt x="20852" y="8869"/>
                    <a:pt x="20761" y="8899"/>
                    <a:pt x="20730" y="8899"/>
                  </a:cubicBezTo>
                  <a:lnTo>
                    <a:pt x="20700" y="8899"/>
                  </a:lnTo>
                  <a:cubicBezTo>
                    <a:pt x="20669" y="8869"/>
                    <a:pt x="20669" y="8808"/>
                    <a:pt x="20700" y="8777"/>
                  </a:cubicBezTo>
                  <a:cubicBezTo>
                    <a:pt x="20730" y="8777"/>
                    <a:pt x="20669" y="8686"/>
                    <a:pt x="20639" y="8686"/>
                  </a:cubicBezTo>
                  <a:cubicBezTo>
                    <a:pt x="20638" y="8685"/>
                    <a:pt x="20636" y="8684"/>
                    <a:pt x="20633" y="8684"/>
                  </a:cubicBezTo>
                  <a:cubicBezTo>
                    <a:pt x="20589" y="8684"/>
                    <a:pt x="20392" y="8966"/>
                    <a:pt x="20305" y="9081"/>
                  </a:cubicBezTo>
                  <a:cubicBezTo>
                    <a:pt x="20229" y="9182"/>
                    <a:pt x="20154" y="9241"/>
                    <a:pt x="20113" y="9241"/>
                  </a:cubicBezTo>
                  <a:cubicBezTo>
                    <a:pt x="20104" y="9241"/>
                    <a:pt x="20097" y="9239"/>
                    <a:pt x="20092" y="9233"/>
                  </a:cubicBezTo>
                  <a:cubicBezTo>
                    <a:pt x="20061" y="9173"/>
                    <a:pt x="20031" y="9112"/>
                    <a:pt x="20001" y="9021"/>
                  </a:cubicBezTo>
                  <a:cubicBezTo>
                    <a:pt x="20001" y="8960"/>
                    <a:pt x="19940" y="8899"/>
                    <a:pt x="19879" y="8838"/>
                  </a:cubicBezTo>
                  <a:lnTo>
                    <a:pt x="19818" y="8808"/>
                  </a:lnTo>
                  <a:cubicBezTo>
                    <a:pt x="19818" y="8777"/>
                    <a:pt x="19788" y="8762"/>
                    <a:pt x="19758" y="8762"/>
                  </a:cubicBezTo>
                  <a:cubicBezTo>
                    <a:pt x="19727" y="8762"/>
                    <a:pt x="19697" y="8777"/>
                    <a:pt x="19697" y="8808"/>
                  </a:cubicBezTo>
                  <a:cubicBezTo>
                    <a:pt x="19727" y="8899"/>
                    <a:pt x="19788" y="8990"/>
                    <a:pt x="19849" y="9081"/>
                  </a:cubicBezTo>
                  <a:cubicBezTo>
                    <a:pt x="19879" y="9142"/>
                    <a:pt x="19636" y="9325"/>
                    <a:pt x="19575" y="9416"/>
                  </a:cubicBezTo>
                  <a:cubicBezTo>
                    <a:pt x="19514" y="9477"/>
                    <a:pt x="19332" y="9537"/>
                    <a:pt x="19302" y="9537"/>
                  </a:cubicBezTo>
                  <a:cubicBezTo>
                    <a:pt x="19210" y="9568"/>
                    <a:pt x="19119" y="9629"/>
                    <a:pt x="19058" y="9720"/>
                  </a:cubicBezTo>
                  <a:lnTo>
                    <a:pt x="18906" y="9598"/>
                  </a:lnTo>
                  <a:lnTo>
                    <a:pt x="18876" y="9598"/>
                  </a:lnTo>
                  <a:cubicBezTo>
                    <a:pt x="18785" y="9629"/>
                    <a:pt x="18694" y="9659"/>
                    <a:pt x="18633" y="9720"/>
                  </a:cubicBezTo>
                  <a:lnTo>
                    <a:pt x="18450" y="9720"/>
                  </a:lnTo>
                  <a:cubicBezTo>
                    <a:pt x="18425" y="9771"/>
                    <a:pt x="18442" y="9886"/>
                    <a:pt x="18466" y="9886"/>
                  </a:cubicBezTo>
                  <a:cubicBezTo>
                    <a:pt x="18471" y="9886"/>
                    <a:pt x="18476" y="9882"/>
                    <a:pt x="18481" y="9872"/>
                  </a:cubicBezTo>
                  <a:cubicBezTo>
                    <a:pt x="18491" y="9862"/>
                    <a:pt x="18518" y="9858"/>
                    <a:pt x="18552" y="9858"/>
                  </a:cubicBezTo>
                  <a:cubicBezTo>
                    <a:pt x="18619" y="9858"/>
                    <a:pt x="18714" y="9872"/>
                    <a:pt x="18754" y="9872"/>
                  </a:cubicBezTo>
                  <a:cubicBezTo>
                    <a:pt x="18846" y="9902"/>
                    <a:pt x="18785" y="10024"/>
                    <a:pt x="18663" y="10115"/>
                  </a:cubicBezTo>
                  <a:lnTo>
                    <a:pt x="18481" y="9993"/>
                  </a:lnTo>
                  <a:cubicBezTo>
                    <a:pt x="18435" y="9978"/>
                    <a:pt x="18397" y="9963"/>
                    <a:pt x="18363" y="9963"/>
                  </a:cubicBezTo>
                  <a:cubicBezTo>
                    <a:pt x="18329" y="9963"/>
                    <a:pt x="18299" y="9978"/>
                    <a:pt x="18268" y="10024"/>
                  </a:cubicBezTo>
                  <a:lnTo>
                    <a:pt x="18177" y="10206"/>
                  </a:lnTo>
                  <a:cubicBezTo>
                    <a:pt x="18025" y="10206"/>
                    <a:pt x="17843" y="10236"/>
                    <a:pt x="17691" y="10267"/>
                  </a:cubicBezTo>
                  <a:cubicBezTo>
                    <a:pt x="17599" y="10388"/>
                    <a:pt x="17539" y="10540"/>
                    <a:pt x="17508" y="10692"/>
                  </a:cubicBezTo>
                  <a:cubicBezTo>
                    <a:pt x="17508" y="10784"/>
                    <a:pt x="17539" y="10875"/>
                    <a:pt x="17539" y="10875"/>
                  </a:cubicBezTo>
                  <a:cubicBezTo>
                    <a:pt x="17554" y="10882"/>
                    <a:pt x="17573" y="10884"/>
                    <a:pt x="17593" y="10884"/>
                  </a:cubicBezTo>
                  <a:cubicBezTo>
                    <a:pt x="17614" y="10884"/>
                    <a:pt x="17636" y="10882"/>
                    <a:pt x="17656" y="10882"/>
                  </a:cubicBezTo>
                  <a:cubicBezTo>
                    <a:pt x="17698" y="10882"/>
                    <a:pt x="17736" y="10890"/>
                    <a:pt x="17751" y="10936"/>
                  </a:cubicBezTo>
                  <a:cubicBezTo>
                    <a:pt x="17751" y="10966"/>
                    <a:pt x="17721" y="11027"/>
                    <a:pt x="17721" y="11027"/>
                  </a:cubicBezTo>
                  <a:cubicBezTo>
                    <a:pt x="17660" y="11057"/>
                    <a:pt x="17569" y="11057"/>
                    <a:pt x="17478" y="11057"/>
                  </a:cubicBezTo>
                  <a:lnTo>
                    <a:pt x="17417" y="11027"/>
                  </a:lnTo>
                  <a:cubicBezTo>
                    <a:pt x="17387" y="10936"/>
                    <a:pt x="17204" y="10571"/>
                    <a:pt x="17143" y="10449"/>
                  </a:cubicBezTo>
                  <a:cubicBezTo>
                    <a:pt x="17083" y="10358"/>
                    <a:pt x="17052" y="10236"/>
                    <a:pt x="16991" y="10115"/>
                  </a:cubicBezTo>
                  <a:cubicBezTo>
                    <a:pt x="16991" y="10084"/>
                    <a:pt x="16931" y="10084"/>
                    <a:pt x="16840" y="10084"/>
                  </a:cubicBezTo>
                  <a:lnTo>
                    <a:pt x="16748" y="10054"/>
                  </a:lnTo>
                  <a:lnTo>
                    <a:pt x="16718" y="10024"/>
                  </a:lnTo>
                  <a:lnTo>
                    <a:pt x="16718" y="10024"/>
                  </a:lnTo>
                  <a:cubicBezTo>
                    <a:pt x="16688" y="10145"/>
                    <a:pt x="16718" y="10236"/>
                    <a:pt x="16748" y="10328"/>
                  </a:cubicBezTo>
                  <a:lnTo>
                    <a:pt x="16536" y="10388"/>
                  </a:lnTo>
                  <a:cubicBezTo>
                    <a:pt x="16505" y="10419"/>
                    <a:pt x="16444" y="10419"/>
                    <a:pt x="16444" y="10419"/>
                  </a:cubicBezTo>
                  <a:cubicBezTo>
                    <a:pt x="16444" y="10449"/>
                    <a:pt x="16414" y="10480"/>
                    <a:pt x="16414" y="10510"/>
                  </a:cubicBezTo>
                  <a:cubicBezTo>
                    <a:pt x="16566" y="10480"/>
                    <a:pt x="16718" y="10449"/>
                    <a:pt x="16870" y="10419"/>
                  </a:cubicBezTo>
                  <a:cubicBezTo>
                    <a:pt x="16881" y="10416"/>
                    <a:pt x="16891" y="10415"/>
                    <a:pt x="16899" y="10415"/>
                  </a:cubicBezTo>
                  <a:cubicBezTo>
                    <a:pt x="16986" y="10415"/>
                    <a:pt x="16958" y="10543"/>
                    <a:pt x="16931" y="10571"/>
                  </a:cubicBezTo>
                  <a:cubicBezTo>
                    <a:pt x="16870" y="10601"/>
                    <a:pt x="16809" y="10632"/>
                    <a:pt x="16718" y="10662"/>
                  </a:cubicBezTo>
                  <a:cubicBezTo>
                    <a:pt x="16688" y="10677"/>
                    <a:pt x="16650" y="10685"/>
                    <a:pt x="16612" y="10685"/>
                  </a:cubicBezTo>
                  <a:cubicBezTo>
                    <a:pt x="16574" y="10685"/>
                    <a:pt x="16536" y="10677"/>
                    <a:pt x="16505" y="10662"/>
                  </a:cubicBezTo>
                  <a:cubicBezTo>
                    <a:pt x="16444" y="10662"/>
                    <a:pt x="16414" y="10692"/>
                    <a:pt x="16414" y="10753"/>
                  </a:cubicBezTo>
                  <a:lnTo>
                    <a:pt x="16414" y="10814"/>
                  </a:lnTo>
                  <a:lnTo>
                    <a:pt x="16414" y="10844"/>
                  </a:lnTo>
                  <a:cubicBezTo>
                    <a:pt x="16384" y="10905"/>
                    <a:pt x="16596" y="10996"/>
                    <a:pt x="16688" y="10996"/>
                  </a:cubicBezTo>
                  <a:cubicBezTo>
                    <a:pt x="16779" y="11027"/>
                    <a:pt x="16870" y="11057"/>
                    <a:pt x="16991" y="11118"/>
                  </a:cubicBezTo>
                  <a:cubicBezTo>
                    <a:pt x="17022" y="11148"/>
                    <a:pt x="16961" y="11179"/>
                    <a:pt x="16840" y="11209"/>
                  </a:cubicBezTo>
                  <a:lnTo>
                    <a:pt x="16748" y="11209"/>
                  </a:lnTo>
                  <a:cubicBezTo>
                    <a:pt x="16688" y="11209"/>
                    <a:pt x="16627" y="11148"/>
                    <a:pt x="16596" y="11118"/>
                  </a:cubicBezTo>
                  <a:cubicBezTo>
                    <a:pt x="16536" y="11088"/>
                    <a:pt x="16475" y="11057"/>
                    <a:pt x="16414" y="11057"/>
                  </a:cubicBezTo>
                  <a:lnTo>
                    <a:pt x="16292" y="11179"/>
                  </a:lnTo>
                  <a:cubicBezTo>
                    <a:pt x="16171" y="11088"/>
                    <a:pt x="16049" y="10905"/>
                    <a:pt x="16019" y="10905"/>
                  </a:cubicBezTo>
                  <a:cubicBezTo>
                    <a:pt x="15988" y="10844"/>
                    <a:pt x="15958" y="10814"/>
                    <a:pt x="15958" y="10753"/>
                  </a:cubicBezTo>
                  <a:cubicBezTo>
                    <a:pt x="15988" y="10723"/>
                    <a:pt x="16049" y="10662"/>
                    <a:pt x="16110" y="10632"/>
                  </a:cubicBezTo>
                  <a:lnTo>
                    <a:pt x="16232" y="10632"/>
                  </a:lnTo>
                  <a:cubicBezTo>
                    <a:pt x="16271" y="10690"/>
                    <a:pt x="16310" y="10724"/>
                    <a:pt x="16333" y="10724"/>
                  </a:cubicBezTo>
                  <a:cubicBezTo>
                    <a:pt x="16346" y="10724"/>
                    <a:pt x="16353" y="10714"/>
                    <a:pt x="16353" y="10692"/>
                  </a:cubicBezTo>
                  <a:lnTo>
                    <a:pt x="16353" y="10632"/>
                  </a:lnTo>
                  <a:lnTo>
                    <a:pt x="16353" y="10540"/>
                  </a:lnTo>
                  <a:cubicBezTo>
                    <a:pt x="16323" y="10449"/>
                    <a:pt x="16323" y="10358"/>
                    <a:pt x="16292" y="10297"/>
                  </a:cubicBezTo>
                  <a:lnTo>
                    <a:pt x="16262" y="10297"/>
                  </a:lnTo>
                  <a:cubicBezTo>
                    <a:pt x="16247" y="10282"/>
                    <a:pt x="16232" y="10274"/>
                    <a:pt x="16216" y="10274"/>
                  </a:cubicBezTo>
                  <a:cubicBezTo>
                    <a:pt x="16201" y="10274"/>
                    <a:pt x="16186" y="10282"/>
                    <a:pt x="16171" y="10297"/>
                  </a:cubicBezTo>
                  <a:lnTo>
                    <a:pt x="16019" y="10449"/>
                  </a:lnTo>
                  <a:cubicBezTo>
                    <a:pt x="15867" y="10662"/>
                    <a:pt x="15867" y="10936"/>
                    <a:pt x="16019" y="11148"/>
                  </a:cubicBezTo>
                  <a:cubicBezTo>
                    <a:pt x="16110" y="11270"/>
                    <a:pt x="15928" y="11361"/>
                    <a:pt x="15867" y="11361"/>
                  </a:cubicBezTo>
                  <a:cubicBezTo>
                    <a:pt x="15745" y="11331"/>
                    <a:pt x="15654" y="11270"/>
                    <a:pt x="15563" y="11209"/>
                  </a:cubicBezTo>
                  <a:cubicBezTo>
                    <a:pt x="15558" y="11199"/>
                    <a:pt x="15550" y="11195"/>
                    <a:pt x="15541" y="11195"/>
                  </a:cubicBezTo>
                  <a:cubicBezTo>
                    <a:pt x="15493" y="11195"/>
                    <a:pt x="15396" y="11305"/>
                    <a:pt x="15320" y="11331"/>
                  </a:cubicBezTo>
                  <a:cubicBezTo>
                    <a:pt x="15229" y="11361"/>
                    <a:pt x="15381" y="11361"/>
                    <a:pt x="15472" y="11361"/>
                  </a:cubicBezTo>
                  <a:cubicBezTo>
                    <a:pt x="15563" y="11361"/>
                    <a:pt x="15533" y="11483"/>
                    <a:pt x="15472" y="11513"/>
                  </a:cubicBezTo>
                  <a:cubicBezTo>
                    <a:pt x="15411" y="11574"/>
                    <a:pt x="15320" y="11604"/>
                    <a:pt x="15229" y="11635"/>
                  </a:cubicBezTo>
                  <a:lnTo>
                    <a:pt x="15198" y="11695"/>
                  </a:lnTo>
                  <a:lnTo>
                    <a:pt x="15198" y="11726"/>
                  </a:lnTo>
                  <a:cubicBezTo>
                    <a:pt x="15191" y="11729"/>
                    <a:pt x="15180" y="11731"/>
                    <a:pt x="15166" y="11731"/>
                  </a:cubicBezTo>
                  <a:cubicBezTo>
                    <a:pt x="15083" y="11731"/>
                    <a:pt x="14889" y="11678"/>
                    <a:pt x="14767" y="11678"/>
                  </a:cubicBezTo>
                  <a:cubicBezTo>
                    <a:pt x="14730" y="11678"/>
                    <a:pt x="14700" y="11683"/>
                    <a:pt x="14681" y="11695"/>
                  </a:cubicBezTo>
                  <a:cubicBezTo>
                    <a:pt x="14606" y="11770"/>
                    <a:pt x="14387" y="11825"/>
                    <a:pt x="14329" y="11825"/>
                  </a:cubicBezTo>
                  <a:cubicBezTo>
                    <a:pt x="14316" y="11825"/>
                    <a:pt x="14311" y="11822"/>
                    <a:pt x="14317" y="11817"/>
                  </a:cubicBezTo>
                  <a:cubicBezTo>
                    <a:pt x="14317" y="11791"/>
                    <a:pt x="14306" y="11782"/>
                    <a:pt x="14293" y="11782"/>
                  </a:cubicBezTo>
                  <a:cubicBezTo>
                    <a:pt x="14276" y="11782"/>
                    <a:pt x="14256" y="11799"/>
                    <a:pt x="14256" y="11817"/>
                  </a:cubicBezTo>
                  <a:cubicBezTo>
                    <a:pt x="14256" y="11847"/>
                    <a:pt x="14347" y="12151"/>
                    <a:pt x="14256" y="12212"/>
                  </a:cubicBezTo>
                  <a:cubicBezTo>
                    <a:pt x="14180" y="12243"/>
                    <a:pt x="14096" y="12258"/>
                    <a:pt x="14013" y="12258"/>
                  </a:cubicBezTo>
                  <a:cubicBezTo>
                    <a:pt x="13929" y="12258"/>
                    <a:pt x="13846" y="12243"/>
                    <a:pt x="13770" y="12212"/>
                  </a:cubicBezTo>
                  <a:cubicBezTo>
                    <a:pt x="13763" y="12210"/>
                    <a:pt x="13756" y="12209"/>
                    <a:pt x="13750" y="12209"/>
                  </a:cubicBezTo>
                  <a:cubicBezTo>
                    <a:pt x="13674" y="12209"/>
                    <a:pt x="13648" y="12369"/>
                    <a:pt x="13648" y="12425"/>
                  </a:cubicBezTo>
                  <a:cubicBezTo>
                    <a:pt x="13648" y="12486"/>
                    <a:pt x="13466" y="12516"/>
                    <a:pt x="13405" y="12516"/>
                  </a:cubicBezTo>
                  <a:cubicBezTo>
                    <a:pt x="13314" y="12547"/>
                    <a:pt x="13222" y="12577"/>
                    <a:pt x="13131" y="12668"/>
                  </a:cubicBezTo>
                  <a:lnTo>
                    <a:pt x="13070" y="12850"/>
                  </a:lnTo>
                  <a:lnTo>
                    <a:pt x="13070" y="12911"/>
                  </a:lnTo>
                  <a:cubicBezTo>
                    <a:pt x="13055" y="12942"/>
                    <a:pt x="13025" y="12957"/>
                    <a:pt x="12994" y="12957"/>
                  </a:cubicBezTo>
                  <a:cubicBezTo>
                    <a:pt x="12964" y="12957"/>
                    <a:pt x="12934" y="12942"/>
                    <a:pt x="12918" y="12911"/>
                  </a:cubicBezTo>
                  <a:cubicBezTo>
                    <a:pt x="12888" y="12881"/>
                    <a:pt x="12858" y="12881"/>
                    <a:pt x="12766" y="12881"/>
                  </a:cubicBezTo>
                  <a:lnTo>
                    <a:pt x="12736" y="12881"/>
                  </a:lnTo>
                  <a:lnTo>
                    <a:pt x="12645" y="12820"/>
                  </a:lnTo>
                  <a:cubicBezTo>
                    <a:pt x="12610" y="12797"/>
                    <a:pt x="12580" y="12787"/>
                    <a:pt x="12555" y="12787"/>
                  </a:cubicBezTo>
                  <a:cubicBezTo>
                    <a:pt x="12516" y="12787"/>
                    <a:pt x="12493" y="12813"/>
                    <a:pt x="12493" y="12850"/>
                  </a:cubicBezTo>
                  <a:lnTo>
                    <a:pt x="12554" y="12881"/>
                  </a:lnTo>
                  <a:lnTo>
                    <a:pt x="12736" y="13002"/>
                  </a:lnTo>
                  <a:cubicBezTo>
                    <a:pt x="12706" y="13124"/>
                    <a:pt x="12645" y="13215"/>
                    <a:pt x="12554" y="13276"/>
                  </a:cubicBezTo>
                  <a:cubicBezTo>
                    <a:pt x="12523" y="13276"/>
                    <a:pt x="12341" y="13185"/>
                    <a:pt x="12159" y="13094"/>
                  </a:cubicBezTo>
                  <a:lnTo>
                    <a:pt x="12067" y="13276"/>
                  </a:lnTo>
                  <a:lnTo>
                    <a:pt x="12037" y="13337"/>
                  </a:lnTo>
                  <a:cubicBezTo>
                    <a:pt x="12037" y="13381"/>
                    <a:pt x="11988" y="13410"/>
                    <a:pt x="11938" y="13410"/>
                  </a:cubicBezTo>
                  <a:cubicBezTo>
                    <a:pt x="11920" y="13410"/>
                    <a:pt x="11901" y="13406"/>
                    <a:pt x="11885" y="13398"/>
                  </a:cubicBezTo>
                  <a:cubicBezTo>
                    <a:pt x="11824" y="13458"/>
                    <a:pt x="11824" y="13519"/>
                    <a:pt x="11763" y="13580"/>
                  </a:cubicBezTo>
                  <a:cubicBezTo>
                    <a:pt x="11733" y="13595"/>
                    <a:pt x="11703" y="13603"/>
                    <a:pt x="11676" y="13603"/>
                  </a:cubicBezTo>
                  <a:cubicBezTo>
                    <a:pt x="11649" y="13603"/>
                    <a:pt x="11627" y="13595"/>
                    <a:pt x="11611" y="13580"/>
                  </a:cubicBezTo>
                  <a:lnTo>
                    <a:pt x="11429" y="13489"/>
                  </a:lnTo>
                  <a:lnTo>
                    <a:pt x="11429" y="13489"/>
                  </a:lnTo>
                  <a:cubicBezTo>
                    <a:pt x="11399" y="13580"/>
                    <a:pt x="11429" y="13702"/>
                    <a:pt x="11490" y="13793"/>
                  </a:cubicBezTo>
                  <a:cubicBezTo>
                    <a:pt x="11520" y="13823"/>
                    <a:pt x="11459" y="13914"/>
                    <a:pt x="11429" y="13975"/>
                  </a:cubicBezTo>
                  <a:cubicBezTo>
                    <a:pt x="11399" y="14005"/>
                    <a:pt x="11429" y="14005"/>
                    <a:pt x="11459" y="14005"/>
                  </a:cubicBezTo>
                  <a:lnTo>
                    <a:pt x="11520" y="14036"/>
                  </a:lnTo>
                  <a:cubicBezTo>
                    <a:pt x="11563" y="14078"/>
                    <a:pt x="11605" y="14135"/>
                    <a:pt x="11668" y="14135"/>
                  </a:cubicBezTo>
                  <a:cubicBezTo>
                    <a:pt x="11695" y="14135"/>
                    <a:pt x="11726" y="14124"/>
                    <a:pt x="11763" y="14097"/>
                  </a:cubicBezTo>
                  <a:cubicBezTo>
                    <a:pt x="11763" y="14066"/>
                    <a:pt x="11703" y="13975"/>
                    <a:pt x="11703" y="13914"/>
                  </a:cubicBezTo>
                  <a:lnTo>
                    <a:pt x="11703" y="13884"/>
                  </a:lnTo>
                  <a:cubicBezTo>
                    <a:pt x="11794" y="13884"/>
                    <a:pt x="11976" y="13732"/>
                    <a:pt x="11915" y="13702"/>
                  </a:cubicBezTo>
                  <a:cubicBezTo>
                    <a:pt x="11885" y="13641"/>
                    <a:pt x="12067" y="13610"/>
                    <a:pt x="12128" y="13610"/>
                  </a:cubicBezTo>
                  <a:cubicBezTo>
                    <a:pt x="12189" y="13610"/>
                    <a:pt x="12280" y="13489"/>
                    <a:pt x="12311" y="13428"/>
                  </a:cubicBezTo>
                  <a:cubicBezTo>
                    <a:pt x="12311" y="13423"/>
                    <a:pt x="12312" y="13420"/>
                    <a:pt x="12315" y="13420"/>
                  </a:cubicBezTo>
                  <a:cubicBezTo>
                    <a:pt x="12331" y="13420"/>
                    <a:pt x="12381" y="13484"/>
                    <a:pt x="12432" y="13610"/>
                  </a:cubicBezTo>
                  <a:lnTo>
                    <a:pt x="12615" y="13458"/>
                  </a:lnTo>
                  <a:lnTo>
                    <a:pt x="12615" y="13458"/>
                  </a:lnTo>
                  <a:cubicBezTo>
                    <a:pt x="12645" y="13519"/>
                    <a:pt x="12584" y="13762"/>
                    <a:pt x="12493" y="13793"/>
                  </a:cubicBezTo>
                  <a:cubicBezTo>
                    <a:pt x="12371" y="13793"/>
                    <a:pt x="12098" y="13823"/>
                    <a:pt x="12007" y="13854"/>
                  </a:cubicBezTo>
                  <a:cubicBezTo>
                    <a:pt x="11915" y="13854"/>
                    <a:pt x="11885" y="13975"/>
                    <a:pt x="11915" y="14097"/>
                  </a:cubicBezTo>
                  <a:lnTo>
                    <a:pt x="11855" y="14157"/>
                  </a:lnTo>
                  <a:lnTo>
                    <a:pt x="11733" y="14279"/>
                  </a:lnTo>
                  <a:cubicBezTo>
                    <a:pt x="11611" y="14340"/>
                    <a:pt x="11490" y="14370"/>
                    <a:pt x="11399" y="14431"/>
                  </a:cubicBezTo>
                  <a:lnTo>
                    <a:pt x="11216" y="14431"/>
                  </a:lnTo>
                  <a:lnTo>
                    <a:pt x="11125" y="14401"/>
                  </a:lnTo>
                  <a:cubicBezTo>
                    <a:pt x="10943" y="14401"/>
                    <a:pt x="10791" y="14461"/>
                    <a:pt x="10639" y="14553"/>
                  </a:cubicBezTo>
                  <a:cubicBezTo>
                    <a:pt x="10562" y="14604"/>
                    <a:pt x="10422" y="14719"/>
                    <a:pt x="10343" y="14719"/>
                  </a:cubicBezTo>
                  <a:cubicBezTo>
                    <a:pt x="10327" y="14719"/>
                    <a:pt x="10314" y="14714"/>
                    <a:pt x="10304" y="14705"/>
                  </a:cubicBezTo>
                  <a:cubicBezTo>
                    <a:pt x="10300" y="14700"/>
                    <a:pt x="10294" y="14698"/>
                    <a:pt x="10287" y="14698"/>
                  </a:cubicBezTo>
                  <a:cubicBezTo>
                    <a:pt x="10242" y="14698"/>
                    <a:pt x="10148" y="14770"/>
                    <a:pt x="10122" y="14796"/>
                  </a:cubicBezTo>
                  <a:cubicBezTo>
                    <a:pt x="10105" y="14813"/>
                    <a:pt x="10127" y="14831"/>
                    <a:pt x="10179" y="14831"/>
                  </a:cubicBezTo>
                  <a:cubicBezTo>
                    <a:pt x="10217" y="14831"/>
                    <a:pt x="10271" y="14821"/>
                    <a:pt x="10335" y="14796"/>
                  </a:cubicBezTo>
                  <a:lnTo>
                    <a:pt x="10426" y="14765"/>
                  </a:lnTo>
                  <a:cubicBezTo>
                    <a:pt x="10456" y="14765"/>
                    <a:pt x="10487" y="14796"/>
                    <a:pt x="10487" y="14826"/>
                  </a:cubicBezTo>
                  <a:cubicBezTo>
                    <a:pt x="10487" y="14857"/>
                    <a:pt x="10517" y="14887"/>
                    <a:pt x="10487" y="14887"/>
                  </a:cubicBezTo>
                  <a:cubicBezTo>
                    <a:pt x="10396" y="14978"/>
                    <a:pt x="10274" y="15039"/>
                    <a:pt x="10152" y="15100"/>
                  </a:cubicBezTo>
                  <a:cubicBezTo>
                    <a:pt x="10092" y="15100"/>
                    <a:pt x="10061" y="15100"/>
                    <a:pt x="10000" y="15069"/>
                  </a:cubicBezTo>
                  <a:lnTo>
                    <a:pt x="9970" y="15009"/>
                  </a:lnTo>
                  <a:cubicBezTo>
                    <a:pt x="9849" y="14948"/>
                    <a:pt x="9636" y="14705"/>
                    <a:pt x="9514" y="14705"/>
                  </a:cubicBezTo>
                  <a:cubicBezTo>
                    <a:pt x="9393" y="14705"/>
                    <a:pt x="9393" y="14735"/>
                    <a:pt x="9514" y="14765"/>
                  </a:cubicBezTo>
                  <a:lnTo>
                    <a:pt x="9545" y="14796"/>
                  </a:lnTo>
                  <a:lnTo>
                    <a:pt x="9605" y="14826"/>
                  </a:lnTo>
                  <a:cubicBezTo>
                    <a:pt x="9636" y="14978"/>
                    <a:pt x="9636" y="15100"/>
                    <a:pt x="9636" y="15252"/>
                  </a:cubicBezTo>
                  <a:lnTo>
                    <a:pt x="9514" y="15282"/>
                  </a:lnTo>
                  <a:cubicBezTo>
                    <a:pt x="9453" y="15282"/>
                    <a:pt x="9362" y="15282"/>
                    <a:pt x="9301" y="15252"/>
                  </a:cubicBezTo>
                  <a:cubicBezTo>
                    <a:pt x="9241" y="15191"/>
                    <a:pt x="9271" y="15100"/>
                    <a:pt x="9393" y="15100"/>
                  </a:cubicBezTo>
                  <a:lnTo>
                    <a:pt x="9423" y="15100"/>
                  </a:lnTo>
                  <a:cubicBezTo>
                    <a:pt x="9484" y="15039"/>
                    <a:pt x="9332" y="14917"/>
                    <a:pt x="9271" y="14917"/>
                  </a:cubicBezTo>
                  <a:lnTo>
                    <a:pt x="9028" y="14917"/>
                  </a:lnTo>
                  <a:cubicBezTo>
                    <a:pt x="8845" y="14917"/>
                    <a:pt x="8906" y="15039"/>
                    <a:pt x="8845" y="15130"/>
                  </a:cubicBezTo>
                  <a:lnTo>
                    <a:pt x="8815" y="15221"/>
                  </a:lnTo>
                  <a:cubicBezTo>
                    <a:pt x="8765" y="15209"/>
                    <a:pt x="8693" y="15201"/>
                    <a:pt x="8625" y="15201"/>
                  </a:cubicBezTo>
                  <a:cubicBezTo>
                    <a:pt x="8529" y="15201"/>
                    <a:pt x="8438" y="15216"/>
                    <a:pt x="8420" y="15252"/>
                  </a:cubicBezTo>
                  <a:cubicBezTo>
                    <a:pt x="8390" y="15313"/>
                    <a:pt x="8481" y="15434"/>
                    <a:pt x="8511" y="15464"/>
                  </a:cubicBezTo>
                  <a:cubicBezTo>
                    <a:pt x="8602" y="15525"/>
                    <a:pt x="8693" y="15556"/>
                    <a:pt x="8785" y="15616"/>
                  </a:cubicBezTo>
                  <a:cubicBezTo>
                    <a:pt x="8815" y="15616"/>
                    <a:pt x="8845" y="15464"/>
                    <a:pt x="8876" y="15434"/>
                  </a:cubicBezTo>
                  <a:cubicBezTo>
                    <a:pt x="8937" y="15373"/>
                    <a:pt x="8967" y="15313"/>
                    <a:pt x="8997" y="15252"/>
                  </a:cubicBezTo>
                  <a:cubicBezTo>
                    <a:pt x="8997" y="15246"/>
                    <a:pt x="9003" y="15244"/>
                    <a:pt x="9011" y="15244"/>
                  </a:cubicBezTo>
                  <a:cubicBezTo>
                    <a:pt x="9049" y="15244"/>
                    <a:pt x="9155" y="15293"/>
                    <a:pt x="9180" y="15343"/>
                  </a:cubicBezTo>
                  <a:cubicBezTo>
                    <a:pt x="9210" y="15373"/>
                    <a:pt x="9058" y="15495"/>
                    <a:pt x="8997" y="15525"/>
                  </a:cubicBezTo>
                  <a:cubicBezTo>
                    <a:pt x="8937" y="15586"/>
                    <a:pt x="8876" y="15647"/>
                    <a:pt x="8845" y="15708"/>
                  </a:cubicBezTo>
                  <a:cubicBezTo>
                    <a:pt x="8845" y="15738"/>
                    <a:pt x="8541" y="15738"/>
                    <a:pt x="8450" y="15829"/>
                  </a:cubicBezTo>
                  <a:cubicBezTo>
                    <a:pt x="8298" y="15951"/>
                    <a:pt x="8146" y="16042"/>
                    <a:pt x="7964" y="16072"/>
                  </a:cubicBezTo>
                  <a:cubicBezTo>
                    <a:pt x="7950" y="16079"/>
                    <a:pt x="7936" y="16087"/>
                    <a:pt x="7923" y="16094"/>
                  </a:cubicBezTo>
                  <a:lnTo>
                    <a:pt x="7923" y="16094"/>
                  </a:lnTo>
                  <a:cubicBezTo>
                    <a:pt x="7925" y="16160"/>
                    <a:pt x="7911" y="16228"/>
                    <a:pt x="7873" y="16285"/>
                  </a:cubicBezTo>
                  <a:cubicBezTo>
                    <a:pt x="7845" y="16312"/>
                    <a:pt x="7818" y="16328"/>
                    <a:pt x="7796" y="16328"/>
                  </a:cubicBezTo>
                  <a:cubicBezTo>
                    <a:pt x="7770" y="16328"/>
                    <a:pt x="7751" y="16305"/>
                    <a:pt x="7751" y="16255"/>
                  </a:cubicBezTo>
                  <a:cubicBezTo>
                    <a:pt x="7754" y="16239"/>
                    <a:pt x="7756" y="16224"/>
                    <a:pt x="7759" y="16209"/>
                  </a:cubicBezTo>
                  <a:lnTo>
                    <a:pt x="7759" y="16209"/>
                  </a:lnTo>
                  <a:cubicBezTo>
                    <a:pt x="7668" y="16287"/>
                    <a:pt x="7593" y="16377"/>
                    <a:pt x="7538" y="16468"/>
                  </a:cubicBezTo>
                  <a:cubicBezTo>
                    <a:pt x="7538" y="16498"/>
                    <a:pt x="7447" y="16498"/>
                    <a:pt x="7417" y="16498"/>
                  </a:cubicBezTo>
                  <a:cubicBezTo>
                    <a:pt x="7411" y="16492"/>
                    <a:pt x="7405" y="16490"/>
                    <a:pt x="7398" y="16490"/>
                  </a:cubicBezTo>
                  <a:cubicBezTo>
                    <a:pt x="7366" y="16490"/>
                    <a:pt x="7326" y="16539"/>
                    <a:pt x="7326" y="16589"/>
                  </a:cubicBezTo>
                  <a:cubicBezTo>
                    <a:pt x="7322" y="16592"/>
                    <a:pt x="7318" y="16594"/>
                    <a:pt x="7314" y="16594"/>
                  </a:cubicBezTo>
                  <a:cubicBezTo>
                    <a:pt x="7276" y="16594"/>
                    <a:pt x="7201" y="16491"/>
                    <a:pt x="7174" y="16437"/>
                  </a:cubicBezTo>
                  <a:cubicBezTo>
                    <a:pt x="7143" y="16376"/>
                    <a:pt x="7295" y="16224"/>
                    <a:pt x="7356" y="16194"/>
                  </a:cubicBezTo>
                  <a:lnTo>
                    <a:pt x="7751" y="16012"/>
                  </a:lnTo>
                  <a:lnTo>
                    <a:pt x="7799" y="16002"/>
                  </a:lnTo>
                  <a:lnTo>
                    <a:pt x="7799" y="16002"/>
                  </a:lnTo>
                  <a:cubicBezTo>
                    <a:pt x="7784" y="16070"/>
                    <a:pt x="7771" y="16138"/>
                    <a:pt x="7759" y="16209"/>
                  </a:cubicBezTo>
                  <a:lnTo>
                    <a:pt x="7759" y="16209"/>
                  </a:lnTo>
                  <a:cubicBezTo>
                    <a:pt x="7809" y="16166"/>
                    <a:pt x="7864" y="16127"/>
                    <a:pt x="7923" y="16094"/>
                  </a:cubicBezTo>
                  <a:lnTo>
                    <a:pt x="7923" y="16094"/>
                  </a:lnTo>
                  <a:cubicBezTo>
                    <a:pt x="7922" y="16054"/>
                    <a:pt x="7915" y="16016"/>
                    <a:pt x="7903" y="15981"/>
                  </a:cubicBezTo>
                  <a:lnTo>
                    <a:pt x="7903" y="15981"/>
                  </a:lnTo>
                  <a:lnTo>
                    <a:pt x="7799" y="16002"/>
                  </a:lnTo>
                  <a:lnTo>
                    <a:pt x="7799" y="16002"/>
                  </a:lnTo>
                  <a:cubicBezTo>
                    <a:pt x="7819" y="15917"/>
                    <a:pt x="7842" y="15831"/>
                    <a:pt x="7873" y="15738"/>
                  </a:cubicBezTo>
                  <a:cubicBezTo>
                    <a:pt x="7895" y="15694"/>
                    <a:pt x="7820" y="15665"/>
                    <a:pt x="7754" y="15665"/>
                  </a:cubicBezTo>
                  <a:cubicBezTo>
                    <a:pt x="7730" y="15665"/>
                    <a:pt x="7707" y="15669"/>
                    <a:pt x="7690" y="15677"/>
                  </a:cubicBezTo>
                  <a:cubicBezTo>
                    <a:pt x="7569" y="15829"/>
                    <a:pt x="7417" y="15920"/>
                    <a:pt x="7234" y="16042"/>
                  </a:cubicBezTo>
                  <a:lnTo>
                    <a:pt x="7113" y="16042"/>
                  </a:lnTo>
                  <a:cubicBezTo>
                    <a:pt x="7076" y="16042"/>
                    <a:pt x="7035" y="16047"/>
                    <a:pt x="6999" y="16047"/>
                  </a:cubicBezTo>
                  <a:cubicBezTo>
                    <a:pt x="6944" y="16047"/>
                    <a:pt x="6900" y="16036"/>
                    <a:pt x="6900" y="15981"/>
                  </a:cubicBezTo>
                  <a:lnTo>
                    <a:pt x="6900" y="15829"/>
                  </a:lnTo>
                  <a:cubicBezTo>
                    <a:pt x="6991" y="15860"/>
                    <a:pt x="7082" y="15860"/>
                    <a:pt x="7174" y="15860"/>
                  </a:cubicBezTo>
                  <a:cubicBezTo>
                    <a:pt x="7143" y="15799"/>
                    <a:pt x="7143" y="15738"/>
                    <a:pt x="7113" y="15677"/>
                  </a:cubicBezTo>
                  <a:lnTo>
                    <a:pt x="7143" y="15647"/>
                  </a:lnTo>
                  <a:lnTo>
                    <a:pt x="7295" y="15556"/>
                  </a:lnTo>
                  <a:cubicBezTo>
                    <a:pt x="7143" y="15495"/>
                    <a:pt x="6991" y="15434"/>
                    <a:pt x="6809" y="15404"/>
                  </a:cubicBezTo>
                  <a:cubicBezTo>
                    <a:pt x="6718" y="15404"/>
                    <a:pt x="6566" y="15525"/>
                    <a:pt x="6475" y="15677"/>
                  </a:cubicBezTo>
                  <a:lnTo>
                    <a:pt x="6292" y="15768"/>
                  </a:lnTo>
                  <a:cubicBezTo>
                    <a:pt x="6262" y="15799"/>
                    <a:pt x="6201" y="15890"/>
                    <a:pt x="6171" y="15890"/>
                  </a:cubicBezTo>
                  <a:lnTo>
                    <a:pt x="6079" y="15890"/>
                  </a:lnTo>
                  <a:lnTo>
                    <a:pt x="5988" y="15920"/>
                  </a:lnTo>
                  <a:cubicBezTo>
                    <a:pt x="5900" y="16031"/>
                    <a:pt x="5827" y="16142"/>
                    <a:pt x="5771" y="16252"/>
                  </a:cubicBezTo>
                  <a:lnTo>
                    <a:pt x="5771" y="16252"/>
                  </a:lnTo>
                  <a:cubicBezTo>
                    <a:pt x="5783" y="16191"/>
                    <a:pt x="5794" y="16131"/>
                    <a:pt x="5806" y="16072"/>
                  </a:cubicBezTo>
                  <a:lnTo>
                    <a:pt x="5806" y="16072"/>
                  </a:lnTo>
                  <a:lnTo>
                    <a:pt x="5624" y="16103"/>
                  </a:lnTo>
                  <a:lnTo>
                    <a:pt x="5502" y="16133"/>
                  </a:lnTo>
                  <a:lnTo>
                    <a:pt x="5228" y="16133"/>
                  </a:lnTo>
                  <a:cubicBezTo>
                    <a:pt x="5198" y="16133"/>
                    <a:pt x="5289" y="16255"/>
                    <a:pt x="5320" y="16316"/>
                  </a:cubicBezTo>
                  <a:cubicBezTo>
                    <a:pt x="5350" y="16346"/>
                    <a:pt x="5289" y="16468"/>
                    <a:pt x="5259" y="16498"/>
                  </a:cubicBezTo>
                  <a:cubicBezTo>
                    <a:pt x="5228" y="16498"/>
                    <a:pt x="5107" y="16437"/>
                    <a:pt x="5046" y="16407"/>
                  </a:cubicBezTo>
                  <a:cubicBezTo>
                    <a:pt x="4894" y="16407"/>
                    <a:pt x="4742" y="16437"/>
                    <a:pt x="4590" y="16498"/>
                  </a:cubicBezTo>
                  <a:cubicBezTo>
                    <a:pt x="4582" y="16501"/>
                    <a:pt x="4574" y="16502"/>
                    <a:pt x="4566" y="16502"/>
                  </a:cubicBezTo>
                  <a:cubicBezTo>
                    <a:pt x="4483" y="16502"/>
                    <a:pt x="4408" y="16371"/>
                    <a:pt x="4408" y="16316"/>
                  </a:cubicBezTo>
                  <a:cubicBezTo>
                    <a:pt x="4408" y="16255"/>
                    <a:pt x="4438" y="16194"/>
                    <a:pt x="4468" y="16194"/>
                  </a:cubicBezTo>
                  <a:lnTo>
                    <a:pt x="4499" y="16194"/>
                  </a:lnTo>
                  <a:lnTo>
                    <a:pt x="4620" y="16255"/>
                  </a:lnTo>
                  <a:cubicBezTo>
                    <a:pt x="4712" y="16194"/>
                    <a:pt x="4803" y="16103"/>
                    <a:pt x="4864" y="16012"/>
                  </a:cubicBezTo>
                  <a:lnTo>
                    <a:pt x="4924" y="15981"/>
                  </a:lnTo>
                  <a:lnTo>
                    <a:pt x="4985" y="15951"/>
                  </a:lnTo>
                  <a:cubicBezTo>
                    <a:pt x="5107" y="15951"/>
                    <a:pt x="5228" y="15920"/>
                    <a:pt x="5320" y="15860"/>
                  </a:cubicBezTo>
                  <a:cubicBezTo>
                    <a:pt x="5350" y="15829"/>
                    <a:pt x="5380" y="15768"/>
                    <a:pt x="5380" y="15768"/>
                  </a:cubicBezTo>
                  <a:cubicBezTo>
                    <a:pt x="5228" y="15738"/>
                    <a:pt x="5107" y="15708"/>
                    <a:pt x="4955" y="15677"/>
                  </a:cubicBezTo>
                  <a:lnTo>
                    <a:pt x="4833" y="15647"/>
                  </a:lnTo>
                  <a:cubicBezTo>
                    <a:pt x="4779" y="15565"/>
                    <a:pt x="4846" y="15460"/>
                    <a:pt x="4861" y="15460"/>
                  </a:cubicBezTo>
                  <a:cubicBezTo>
                    <a:pt x="4863" y="15460"/>
                    <a:pt x="4864" y="15461"/>
                    <a:pt x="4864" y="15464"/>
                  </a:cubicBezTo>
                  <a:cubicBezTo>
                    <a:pt x="4894" y="15525"/>
                    <a:pt x="4955" y="15556"/>
                    <a:pt x="4985" y="15556"/>
                  </a:cubicBezTo>
                  <a:lnTo>
                    <a:pt x="5076" y="15495"/>
                  </a:lnTo>
                  <a:cubicBezTo>
                    <a:pt x="5228" y="15586"/>
                    <a:pt x="5380" y="15647"/>
                    <a:pt x="5563" y="15677"/>
                  </a:cubicBezTo>
                  <a:cubicBezTo>
                    <a:pt x="5654" y="15677"/>
                    <a:pt x="5745" y="15464"/>
                    <a:pt x="5745" y="15404"/>
                  </a:cubicBezTo>
                  <a:cubicBezTo>
                    <a:pt x="5745" y="15313"/>
                    <a:pt x="5836" y="15313"/>
                    <a:pt x="5836" y="15313"/>
                  </a:cubicBezTo>
                  <a:cubicBezTo>
                    <a:pt x="5844" y="15321"/>
                    <a:pt x="5853" y="15324"/>
                    <a:pt x="5861" y="15324"/>
                  </a:cubicBezTo>
                  <a:cubicBezTo>
                    <a:pt x="5883" y="15324"/>
                    <a:pt x="5905" y="15296"/>
                    <a:pt x="5927" y="15252"/>
                  </a:cubicBezTo>
                  <a:lnTo>
                    <a:pt x="5927" y="15221"/>
                  </a:lnTo>
                  <a:lnTo>
                    <a:pt x="5927" y="15161"/>
                  </a:lnTo>
                  <a:cubicBezTo>
                    <a:pt x="5958" y="15130"/>
                    <a:pt x="6231" y="15069"/>
                    <a:pt x="6262" y="15069"/>
                  </a:cubicBezTo>
                  <a:cubicBezTo>
                    <a:pt x="6292" y="15039"/>
                    <a:pt x="6353" y="15009"/>
                    <a:pt x="6383" y="14978"/>
                  </a:cubicBezTo>
                  <a:cubicBezTo>
                    <a:pt x="6388" y="14974"/>
                    <a:pt x="6392" y="14972"/>
                    <a:pt x="6398" y="14972"/>
                  </a:cubicBezTo>
                  <a:cubicBezTo>
                    <a:pt x="6430" y="14972"/>
                    <a:pt x="6475" y="15043"/>
                    <a:pt x="6475" y="15069"/>
                  </a:cubicBezTo>
                  <a:cubicBezTo>
                    <a:pt x="6505" y="15130"/>
                    <a:pt x="6535" y="15161"/>
                    <a:pt x="6566" y="15221"/>
                  </a:cubicBezTo>
                  <a:lnTo>
                    <a:pt x="6627" y="15252"/>
                  </a:lnTo>
                  <a:cubicBezTo>
                    <a:pt x="6657" y="15221"/>
                    <a:pt x="6687" y="15161"/>
                    <a:pt x="6718" y="15100"/>
                  </a:cubicBezTo>
                  <a:lnTo>
                    <a:pt x="6718" y="15069"/>
                  </a:lnTo>
                  <a:lnTo>
                    <a:pt x="6718" y="14978"/>
                  </a:lnTo>
                  <a:cubicBezTo>
                    <a:pt x="6687" y="14826"/>
                    <a:pt x="6748" y="14674"/>
                    <a:pt x="6870" y="14553"/>
                  </a:cubicBezTo>
                  <a:cubicBezTo>
                    <a:pt x="6878" y="14548"/>
                    <a:pt x="6886" y="14547"/>
                    <a:pt x="6893" y="14547"/>
                  </a:cubicBezTo>
                  <a:cubicBezTo>
                    <a:pt x="6938" y="14547"/>
                    <a:pt x="6957" y="14622"/>
                    <a:pt x="6931" y="14674"/>
                  </a:cubicBezTo>
                  <a:cubicBezTo>
                    <a:pt x="6931" y="14705"/>
                    <a:pt x="7052" y="14826"/>
                    <a:pt x="7113" y="14857"/>
                  </a:cubicBezTo>
                  <a:cubicBezTo>
                    <a:pt x="7204" y="14887"/>
                    <a:pt x="7265" y="14948"/>
                    <a:pt x="7295" y="15009"/>
                  </a:cubicBezTo>
                  <a:cubicBezTo>
                    <a:pt x="7265" y="15039"/>
                    <a:pt x="7204" y="15069"/>
                    <a:pt x="7143" y="15069"/>
                  </a:cubicBezTo>
                  <a:lnTo>
                    <a:pt x="7113" y="15069"/>
                  </a:lnTo>
                  <a:cubicBezTo>
                    <a:pt x="7022" y="15100"/>
                    <a:pt x="7082" y="15252"/>
                    <a:pt x="7143" y="15313"/>
                  </a:cubicBezTo>
                  <a:cubicBezTo>
                    <a:pt x="7153" y="15333"/>
                    <a:pt x="7197" y="15340"/>
                    <a:pt x="7256" y="15340"/>
                  </a:cubicBezTo>
                  <a:cubicBezTo>
                    <a:pt x="7373" y="15340"/>
                    <a:pt x="7549" y="15313"/>
                    <a:pt x="7630" y="15313"/>
                  </a:cubicBezTo>
                  <a:cubicBezTo>
                    <a:pt x="7782" y="15282"/>
                    <a:pt x="7934" y="15221"/>
                    <a:pt x="8055" y="15130"/>
                  </a:cubicBezTo>
                  <a:cubicBezTo>
                    <a:pt x="8146" y="15069"/>
                    <a:pt x="8268" y="15039"/>
                    <a:pt x="8390" y="15039"/>
                  </a:cubicBezTo>
                  <a:cubicBezTo>
                    <a:pt x="8412" y="15047"/>
                    <a:pt x="8433" y="15050"/>
                    <a:pt x="8451" y="15050"/>
                  </a:cubicBezTo>
                  <a:cubicBezTo>
                    <a:pt x="8505" y="15050"/>
                    <a:pt x="8534" y="15016"/>
                    <a:pt x="8511" y="14948"/>
                  </a:cubicBezTo>
                  <a:lnTo>
                    <a:pt x="8511" y="14917"/>
                  </a:lnTo>
                  <a:cubicBezTo>
                    <a:pt x="8481" y="14857"/>
                    <a:pt x="8481" y="14765"/>
                    <a:pt x="8481" y="14765"/>
                  </a:cubicBezTo>
                  <a:lnTo>
                    <a:pt x="8572" y="14735"/>
                  </a:lnTo>
                  <a:cubicBezTo>
                    <a:pt x="8589" y="14729"/>
                    <a:pt x="8608" y="14727"/>
                    <a:pt x="8626" y="14727"/>
                  </a:cubicBezTo>
                  <a:cubicBezTo>
                    <a:pt x="8705" y="14727"/>
                    <a:pt x="8785" y="14771"/>
                    <a:pt x="8785" y="14796"/>
                  </a:cubicBezTo>
                  <a:cubicBezTo>
                    <a:pt x="8785" y="14798"/>
                    <a:pt x="8786" y="14800"/>
                    <a:pt x="8787" y="14800"/>
                  </a:cubicBezTo>
                  <a:cubicBezTo>
                    <a:pt x="8806" y="14800"/>
                    <a:pt x="8909" y="14669"/>
                    <a:pt x="8937" y="14613"/>
                  </a:cubicBezTo>
                  <a:cubicBezTo>
                    <a:pt x="8959" y="14569"/>
                    <a:pt x="8932" y="14541"/>
                    <a:pt x="8869" y="14541"/>
                  </a:cubicBezTo>
                  <a:cubicBezTo>
                    <a:pt x="8845" y="14541"/>
                    <a:pt x="8817" y="14544"/>
                    <a:pt x="8785" y="14553"/>
                  </a:cubicBezTo>
                  <a:lnTo>
                    <a:pt x="8602" y="14553"/>
                  </a:lnTo>
                  <a:cubicBezTo>
                    <a:pt x="8511" y="14553"/>
                    <a:pt x="8845" y="14309"/>
                    <a:pt x="8906" y="14309"/>
                  </a:cubicBezTo>
                  <a:cubicBezTo>
                    <a:pt x="8937" y="14309"/>
                    <a:pt x="8967" y="14036"/>
                    <a:pt x="8906" y="13945"/>
                  </a:cubicBezTo>
                  <a:cubicBezTo>
                    <a:pt x="8887" y="13932"/>
                    <a:pt x="8866" y="13926"/>
                    <a:pt x="8842" y="13926"/>
                  </a:cubicBezTo>
                  <a:cubicBezTo>
                    <a:pt x="8754" y="13926"/>
                    <a:pt x="8644" y="14013"/>
                    <a:pt x="8572" y="14157"/>
                  </a:cubicBezTo>
                  <a:lnTo>
                    <a:pt x="8511" y="14309"/>
                  </a:lnTo>
                  <a:lnTo>
                    <a:pt x="8481" y="14340"/>
                  </a:lnTo>
                  <a:cubicBezTo>
                    <a:pt x="8463" y="14349"/>
                    <a:pt x="8445" y="14352"/>
                    <a:pt x="8427" y="14352"/>
                  </a:cubicBezTo>
                  <a:cubicBezTo>
                    <a:pt x="8384" y="14352"/>
                    <a:pt x="8341" y="14331"/>
                    <a:pt x="8298" y="14309"/>
                  </a:cubicBezTo>
                  <a:lnTo>
                    <a:pt x="8177" y="14127"/>
                  </a:lnTo>
                  <a:cubicBezTo>
                    <a:pt x="8146" y="14097"/>
                    <a:pt x="8086" y="14066"/>
                    <a:pt x="8025" y="14066"/>
                  </a:cubicBezTo>
                  <a:lnTo>
                    <a:pt x="8025" y="14431"/>
                  </a:lnTo>
                  <a:lnTo>
                    <a:pt x="8086" y="14644"/>
                  </a:lnTo>
                  <a:cubicBezTo>
                    <a:pt x="8086" y="14644"/>
                    <a:pt x="7994" y="14705"/>
                    <a:pt x="7964" y="14735"/>
                  </a:cubicBezTo>
                  <a:lnTo>
                    <a:pt x="7842" y="14765"/>
                  </a:lnTo>
                  <a:cubicBezTo>
                    <a:pt x="7812" y="14857"/>
                    <a:pt x="7721" y="14948"/>
                    <a:pt x="7630" y="14978"/>
                  </a:cubicBezTo>
                  <a:lnTo>
                    <a:pt x="7599" y="14948"/>
                  </a:lnTo>
                  <a:cubicBezTo>
                    <a:pt x="7538" y="14917"/>
                    <a:pt x="7508" y="14887"/>
                    <a:pt x="7508" y="14826"/>
                  </a:cubicBezTo>
                  <a:lnTo>
                    <a:pt x="7508" y="14735"/>
                  </a:lnTo>
                  <a:cubicBezTo>
                    <a:pt x="7538" y="14644"/>
                    <a:pt x="7660" y="14249"/>
                    <a:pt x="7782" y="14218"/>
                  </a:cubicBezTo>
                  <a:cubicBezTo>
                    <a:pt x="7903" y="14218"/>
                    <a:pt x="7812" y="14127"/>
                    <a:pt x="7751" y="14097"/>
                  </a:cubicBezTo>
                  <a:cubicBezTo>
                    <a:pt x="7745" y="14093"/>
                    <a:pt x="7736" y="14092"/>
                    <a:pt x="7726" y="14092"/>
                  </a:cubicBezTo>
                  <a:cubicBezTo>
                    <a:pt x="7646" y="14092"/>
                    <a:pt x="7471" y="14191"/>
                    <a:pt x="7417" y="14218"/>
                  </a:cubicBezTo>
                  <a:cubicBezTo>
                    <a:pt x="7400" y="14235"/>
                    <a:pt x="7376" y="14243"/>
                    <a:pt x="7348" y="14243"/>
                  </a:cubicBezTo>
                  <a:cubicBezTo>
                    <a:pt x="7276" y="14243"/>
                    <a:pt x="7179" y="14193"/>
                    <a:pt x="7113" y="14127"/>
                  </a:cubicBezTo>
                  <a:lnTo>
                    <a:pt x="7326" y="14066"/>
                  </a:lnTo>
                  <a:lnTo>
                    <a:pt x="7417" y="14066"/>
                  </a:lnTo>
                  <a:lnTo>
                    <a:pt x="7538" y="13793"/>
                  </a:lnTo>
                  <a:cubicBezTo>
                    <a:pt x="7618" y="13827"/>
                    <a:pt x="7698" y="13844"/>
                    <a:pt x="7768" y="13844"/>
                  </a:cubicBezTo>
                  <a:cubicBezTo>
                    <a:pt x="7885" y="13844"/>
                    <a:pt x="7975" y="13797"/>
                    <a:pt x="7994" y="13702"/>
                  </a:cubicBezTo>
                  <a:lnTo>
                    <a:pt x="7812" y="13580"/>
                  </a:lnTo>
                  <a:lnTo>
                    <a:pt x="7660" y="13458"/>
                  </a:lnTo>
                  <a:cubicBezTo>
                    <a:pt x="7721" y="13367"/>
                    <a:pt x="7812" y="13276"/>
                    <a:pt x="7903" y="13215"/>
                  </a:cubicBezTo>
                  <a:lnTo>
                    <a:pt x="7964" y="13276"/>
                  </a:lnTo>
                  <a:cubicBezTo>
                    <a:pt x="8025" y="13276"/>
                    <a:pt x="8086" y="13276"/>
                    <a:pt x="8116" y="13246"/>
                  </a:cubicBezTo>
                  <a:lnTo>
                    <a:pt x="8298" y="13094"/>
                  </a:lnTo>
                  <a:cubicBezTo>
                    <a:pt x="8279" y="13086"/>
                    <a:pt x="8258" y="13083"/>
                    <a:pt x="8236" y="13083"/>
                  </a:cubicBezTo>
                  <a:cubicBezTo>
                    <a:pt x="8080" y="13083"/>
                    <a:pt x="7854" y="13246"/>
                    <a:pt x="7721" y="13246"/>
                  </a:cubicBezTo>
                  <a:cubicBezTo>
                    <a:pt x="7569" y="13246"/>
                    <a:pt x="7508" y="13306"/>
                    <a:pt x="7569" y="13367"/>
                  </a:cubicBezTo>
                  <a:lnTo>
                    <a:pt x="7569" y="13398"/>
                  </a:lnTo>
                  <a:lnTo>
                    <a:pt x="7538" y="13458"/>
                  </a:lnTo>
                  <a:cubicBezTo>
                    <a:pt x="7447" y="13489"/>
                    <a:pt x="7478" y="13580"/>
                    <a:pt x="7538" y="13580"/>
                  </a:cubicBezTo>
                  <a:cubicBezTo>
                    <a:pt x="7599" y="13580"/>
                    <a:pt x="7660" y="13610"/>
                    <a:pt x="7721" y="13641"/>
                  </a:cubicBezTo>
                  <a:lnTo>
                    <a:pt x="7782" y="13702"/>
                  </a:lnTo>
                  <a:cubicBezTo>
                    <a:pt x="7782" y="13702"/>
                    <a:pt x="7782" y="13732"/>
                    <a:pt x="7782" y="13762"/>
                  </a:cubicBezTo>
                  <a:cubicBezTo>
                    <a:pt x="7756" y="13788"/>
                    <a:pt x="7730" y="13797"/>
                    <a:pt x="7702" y="13797"/>
                  </a:cubicBezTo>
                  <a:cubicBezTo>
                    <a:pt x="7664" y="13797"/>
                    <a:pt x="7621" y="13780"/>
                    <a:pt x="7569" y="13762"/>
                  </a:cubicBezTo>
                  <a:lnTo>
                    <a:pt x="7447" y="13732"/>
                  </a:lnTo>
                  <a:cubicBezTo>
                    <a:pt x="7295" y="13762"/>
                    <a:pt x="7143" y="13854"/>
                    <a:pt x="7022" y="14005"/>
                  </a:cubicBezTo>
                  <a:cubicBezTo>
                    <a:pt x="6961" y="14066"/>
                    <a:pt x="6900" y="14127"/>
                    <a:pt x="6900" y="14127"/>
                  </a:cubicBezTo>
                  <a:cubicBezTo>
                    <a:pt x="6870" y="14097"/>
                    <a:pt x="6900" y="13975"/>
                    <a:pt x="6931" y="13914"/>
                  </a:cubicBezTo>
                  <a:cubicBezTo>
                    <a:pt x="6961" y="13854"/>
                    <a:pt x="6779" y="13823"/>
                    <a:pt x="6748" y="13823"/>
                  </a:cubicBezTo>
                  <a:cubicBezTo>
                    <a:pt x="6687" y="13823"/>
                    <a:pt x="6718" y="14066"/>
                    <a:pt x="6687" y="14097"/>
                  </a:cubicBezTo>
                  <a:cubicBezTo>
                    <a:pt x="6627" y="14127"/>
                    <a:pt x="6535" y="14218"/>
                    <a:pt x="6566" y="14249"/>
                  </a:cubicBezTo>
                  <a:cubicBezTo>
                    <a:pt x="6566" y="14309"/>
                    <a:pt x="6566" y="14340"/>
                    <a:pt x="6566" y="14401"/>
                  </a:cubicBezTo>
                  <a:lnTo>
                    <a:pt x="6535" y="14431"/>
                  </a:lnTo>
                  <a:lnTo>
                    <a:pt x="6475" y="14492"/>
                  </a:lnTo>
                  <a:cubicBezTo>
                    <a:pt x="6383" y="14431"/>
                    <a:pt x="6323" y="14370"/>
                    <a:pt x="6231" y="14309"/>
                  </a:cubicBezTo>
                  <a:cubicBezTo>
                    <a:pt x="6171" y="14279"/>
                    <a:pt x="6171" y="14249"/>
                    <a:pt x="6171" y="14218"/>
                  </a:cubicBezTo>
                  <a:cubicBezTo>
                    <a:pt x="6201" y="14188"/>
                    <a:pt x="6110" y="14188"/>
                    <a:pt x="6079" y="14188"/>
                  </a:cubicBezTo>
                  <a:cubicBezTo>
                    <a:pt x="6049" y="14188"/>
                    <a:pt x="5988" y="14401"/>
                    <a:pt x="5867" y="14431"/>
                  </a:cubicBezTo>
                  <a:cubicBezTo>
                    <a:pt x="5715" y="14461"/>
                    <a:pt x="5775" y="14461"/>
                    <a:pt x="5988" y="14461"/>
                  </a:cubicBezTo>
                  <a:lnTo>
                    <a:pt x="6079" y="14492"/>
                  </a:lnTo>
                  <a:lnTo>
                    <a:pt x="6171" y="14553"/>
                  </a:lnTo>
                  <a:cubicBezTo>
                    <a:pt x="6193" y="14597"/>
                    <a:pt x="6264" y="14625"/>
                    <a:pt x="6336" y="14625"/>
                  </a:cubicBezTo>
                  <a:cubicBezTo>
                    <a:pt x="6363" y="14625"/>
                    <a:pt x="6389" y="14622"/>
                    <a:pt x="6414" y="14613"/>
                  </a:cubicBezTo>
                  <a:cubicBezTo>
                    <a:pt x="6429" y="14598"/>
                    <a:pt x="6452" y="14591"/>
                    <a:pt x="6478" y="14591"/>
                  </a:cubicBezTo>
                  <a:cubicBezTo>
                    <a:pt x="6505" y="14591"/>
                    <a:pt x="6535" y="14598"/>
                    <a:pt x="6566" y="14613"/>
                  </a:cubicBezTo>
                  <a:lnTo>
                    <a:pt x="6627" y="14644"/>
                  </a:lnTo>
                  <a:cubicBezTo>
                    <a:pt x="6535" y="14735"/>
                    <a:pt x="6414" y="14796"/>
                    <a:pt x="6292" y="14857"/>
                  </a:cubicBezTo>
                  <a:cubicBezTo>
                    <a:pt x="6276" y="14865"/>
                    <a:pt x="6257" y="14868"/>
                    <a:pt x="6239" y="14868"/>
                  </a:cubicBezTo>
                  <a:cubicBezTo>
                    <a:pt x="6187" y="14868"/>
                    <a:pt x="6132" y="14840"/>
                    <a:pt x="6110" y="14796"/>
                  </a:cubicBezTo>
                  <a:cubicBezTo>
                    <a:pt x="5988" y="14735"/>
                    <a:pt x="5836" y="14705"/>
                    <a:pt x="5715" y="14674"/>
                  </a:cubicBezTo>
                  <a:lnTo>
                    <a:pt x="5593" y="14857"/>
                  </a:lnTo>
                  <a:lnTo>
                    <a:pt x="5563" y="14887"/>
                  </a:lnTo>
                  <a:cubicBezTo>
                    <a:pt x="5472" y="14887"/>
                    <a:pt x="5411" y="14857"/>
                    <a:pt x="5350" y="14765"/>
                  </a:cubicBezTo>
                  <a:cubicBezTo>
                    <a:pt x="5347" y="14762"/>
                    <a:pt x="5343" y="14761"/>
                    <a:pt x="5339" y="14761"/>
                  </a:cubicBezTo>
                  <a:cubicBezTo>
                    <a:pt x="5307" y="14761"/>
                    <a:pt x="5259" y="14863"/>
                    <a:pt x="5259" y="14917"/>
                  </a:cubicBezTo>
                  <a:cubicBezTo>
                    <a:pt x="5259" y="14948"/>
                    <a:pt x="5016" y="14948"/>
                    <a:pt x="4924" y="14948"/>
                  </a:cubicBezTo>
                  <a:cubicBezTo>
                    <a:pt x="4916" y="14945"/>
                    <a:pt x="4908" y="14944"/>
                    <a:pt x="4899" y="14944"/>
                  </a:cubicBezTo>
                  <a:cubicBezTo>
                    <a:pt x="4812" y="14944"/>
                    <a:pt x="4709" y="15075"/>
                    <a:pt x="4681" y="15130"/>
                  </a:cubicBezTo>
                  <a:cubicBezTo>
                    <a:pt x="4681" y="15191"/>
                    <a:pt x="4590" y="15343"/>
                    <a:pt x="4560" y="15464"/>
                  </a:cubicBezTo>
                  <a:lnTo>
                    <a:pt x="4377" y="15313"/>
                  </a:lnTo>
                  <a:cubicBezTo>
                    <a:pt x="4377" y="15313"/>
                    <a:pt x="4256" y="15343"/>
                    <a:pt x="4256" y="15343"/>
                  </a:cubicBezTo>
                  <a:lnTo>
                    <a:pt x="4256" y="15404"/>
                  </a:lnTo>
                  <a:cubicBezTo>
                    <a:pt x="4286" y="15464"/>
                    <a:pt x="4165" y="15677"/>
                    <a:pt x="4104" y="15768"/>
                  </a:cubicBezTo>
                  <a:cubicBezTo>
                    <a:pt x="4043" y="15829"/>
                    <a:pt x="3952" y="15890"/>
                    <a:pt x="3861" y="15920"/>
                  </a:cubicBezTo>
                  <a:lnTo>
                    <a:pt x="3830" y="15829"/>
                  </a:lnTo>
                  <a:cubicBezTo>
                    <a:pt x="3800" y="15799"/>
                    <a:pt x="3800" y="15768"/>
                    <a:pt x="3769" y="15738"/>
                  </a:cubicBezTo>
                  <a:lnTo>
                    <a:pt x="3648" y="15738"/>
                  </a:lnTo>
                  <a:cubicBezTo>
                    <a:pt x="3678" y="15799"/>
                    <a:pt x="3709" y="15890"/>
                    <a:pt x="3769" y="15920"/>
                  </a:cubicBezTo>
                  <a:lnTo>
                    <a:pt x="3648" y="16012"/>
                  </a:lnTo>
                  <a:cubicBezTo>
                    <a:pt x="3587" y="16042"/>
                    <a:pt x="3526" y="16072"/>
                    <a:pt x="3435" y="16133"/>
                  </a:cubicBezTo>
                  <a:lnTo>
                    <a:pt x="3405" y="16103"/>
                  </a:lnTo>
                  <a:cubicBezTo>
                    <a:pt x="3405" y="16072"/>
                    <a:pt x="3374" y="16072"/>
                    <a:pt x="3374" y="16072"/>
                  </a:cubicBezTo>
                  <a:cubicBezTo>
                    <a:pt x="3344" y="16133"/>
                    <a:pt x="3344" y="16224"/>
                    <a:pt x="3344" y="16316"/>
                  </a:cubicBezTo>
                  <a:lnTo>
                    <a:pt x="3344" y="16437"/>
                  </a:lnTo>
                  <a:cubicBezTo>
                    <a:pt x="3344" y="16437"/>
                    <a:pt x="3283" y="16468"/>
                    <a:pt x="3222" y="16468"/>
                  </a:cubicBezTo>
                  <a:cubicBezTo>
                    <a:pt x="3192" y="16468"/>
                    <a:pt x="3161" y="16437"/>
                    <a:pt x="3131" y="16407"/>
                  </a:cubicBezTo>
                  <a:lnTo>
                    <a:pt x="3131" y="16376"/>
                  </a:lnTo>
                  <a:cubicBezTo>
                    <a:pt x="3125" y="16370"/>
                    <a:pt x="3114" y="16368"/>
                    <a:pt x="3100" y="16368"/>
                  </a:cubicBezTo>
                  <a:cubicBezTo>
                    <a:pt x="3044" y="16368"/>
                    <a:pt x="2937" y="16407"/>
                    <a:pt x="2888" y="16407"/>
                  </a:cubicBezTo>
                  <a:cubicBezTo>
                    <a:pt x="2857" y="16437"/>
                    <a:pt x="3131" y="16528"/>
                    <a:pt x="3161" y="16620"/>
                  </a:cubicBezTo>
                  <a:cubicBezTo>
                    <a:pt x="3192" y="16711"/>
                    <a:pt x="3161" y="16771"/>
                    <a:pt x="3101" y="16832"/>
                  </a:cubicBezTo>
                  <a:cubicBezTo>
                    <a:pt x="3070" y="16832"/>
                    <a:pt x="3222" y="16984"/>
                    <a:pt x="3283" y="17015"/>
                  </a:cubicBezTo>
                  <a:cubicBezTo>
                    <a:pt x="3465" y="17045"/>
                    <a:pt x="3648" y="17075"/>
                    <a:pt x="3830" y="17075"/>
                  </a:cubicBezTo>
                  <a:cubicBezTo>
                    <a:pt x="3952" y="17075"/>
                    <a:pt x="3952" y="17136"/>
                    <a:pt x="3861" y="17227"/>
                  </a:cubicBezTo>
                  <a:lnTo>
                    <a:pt x="3800" y="17319"/>
                  </a:lnTo>
                  <a:lnTo>
                    <a:pt x="3709" y="17410"/>
                  </a:lnTo>
                  <a:cubicBezTo>
                    <a:pt x="3587" y="17471"/>
                    <a:pt x="3557" y="17623"/>
                    <a:pt x="3617" y="17683"/>
                  </a:cubicBezTo>
                  <a:cubicBezTo>
                    <a:pt x="3629" y="17689"/>
                    <a:pt x="3626" y="17692"/>
                    <a:pt x="3613" y="17692"/>
                  </a:cubicBezTo>
                  <a:cubicBezTo>
                    <a:pt x="3559" y="17692"/>
                    <a:pt x="3326" y="17647"/>
                    <a:pt x="3253" y="17623"/>
                  </a:cubicBezTo>
                  <a:cubicBezTo>
                    <a:pt x="3246" y="17621"/>
                    <a:pt x="3240" y="17620"/>
                    <a:pt x="3235" y="17620"/>
                  </a:cubicBezTo>
                  <a:cubicBezTo>
                    <a:pt x="3137" y="17620"/>
                    <a:pt x="3190" y="17872"/>
                    <a:pt x="3161" y="17987"/>
                  </a:cubicBezTo>
                  <a:cubicBezTo>
                    <a:pt x="3161" y="18109"/>
                    <a:pt x="3070" y="18261"/>
                    <a:pt x="3040" y="18261"/>
                  </a:cubicBezTo>
                  <a:cubicBezTo>
                    <a:pt x="3031" y="18265"/>
                    <a:pt x="3023" y="18267"/>
                    <a:pt x="3016" y="18267"/>
                  </a:cubicBezTo>
                  <a:cubicBezTo>
                    <a:pt x="2972" y="18267"/>
                    <a:pt x="2953" y="18196"/>
                    <a:pt x="2979" y="18170"/>
                  </a:cubicBezTo>
                  <a:cubicBezTo>
                    <a:pt x="3009" y="18139"/>
                    <a:pt x="2827" y="18048"/>
                    <a:pt x="2766" y="18018"/>
                  </a:cubicBezTo>
                  <a:cubicBezTo>
                    <a:pt x="2706" y="18018"/>
                    <a:pt x="2675" y="18048"/>
                    <a:pt x="2706" y="18139"/>
                  </a:cubicBezTo>
                  <a:lnTo>
                    <a:pt x="2736" y="18200"/>
                  </a:lnTo>
                  <a:cubicBezTo>
                    <a:pt x="2766" y="18291"/>
                    <a:pt x="2857" y="18352"/>
                    <a:pt x="2827" y="18413"/>
                  </a:cubicBezTo>
                  <a:lnTo>
                    <a:pt x="2766" y="18504"/>
                  </a:lnTo>
                  <a:cubicBezTo>
                    <a:pt x="2706" y="18534"/>
                    <a:pt x="2652" y="18550"/>
                    <a:pt x="2614" y="18550"/>
                  </a:cubicBezTo>
                  <a:cubicBezTo>
                    <a:pt x="2576" y="18550"/>
                    <a:pt x="2554" y="18534"/>
                    <a:pt x="2554" y="18504"/>
                  </a:cubicBezTo>
                  <a:lnTo>
                    <a:pt x="2584" y="18474"/>
                  </a:lnTo>
                  <a:cubicBezTo>
                    <a:pt x="2675" y="18322"/>
                    <a:pt x="2584" y="18261"/>
                    <a:pt x="2493" y="18139"/>
                  </a:cubicBezTo>
                  <a:lnTo>
                    <a:pt x="2310" y="17957"/>
                  </a:lnTo>
                  <a:cubicBezTo>
                    <a:pt x="2158" y="17987"/>
                    <a:pt x="1915" y="18048"/>
                    <a:pt x="1885" y="18048"/>
                  </a:cubicBezTo>
                  <a:cubicBezTo>
                    <a:pt x="1824" y="18018"/>
                    <a:pt x="1763" y="18018"/>
                    <a:pt x="1702" y="18018"/>
                  </a:cubicBezTo>
                  <a:cubicBezTo>
                    <a:pt x="1672" y="18018"/>
                    <a:pt x="1672" y="17896"/>
                    <a:pt x="1733" y="17744"/>
                  </a:cubicBezTo>
                  <a:lnTo>
                    <a:pt x="1976" y="17805"/>
                  </a:lnTo>
                  <a:lnTo>
                    <a:pt x="2037" y="17805"/>
                  </a:lnTo>
                  <a:cubicBezTo>
                    <a:pt x="2098" y="17805"/>
                    <a:pt x="2128" y="17744"/>
                    <a:pt x="2128" y="17683"/>
                  </a:cubicBezTo>
                  <a:cubicBezTo>
                    <a:pt x="2037" y="17653"/>
                    <a:pt x="1885" y="17653"/>
                    <a:pt x="1976" y="17531"/>
                  </a:cubicBezTo>
                  <a:lnTo>
                    <a:pt x="1976" y="17501"/>
                  </a:lnTo>
                  <a:cubicBezTo>
                    <a:pt x="2098" y="17501"/>
                    <a:pt x="2189" y="17562"/>
                    <a:pt x="2250" y="17653"/>
                  </a:cubicBezTo>
                  <a:cubicBezTo>
                    <a:pt x="2250" y="17683"/>
                    <a:pt x="2280" y="17714"/>
                    <a:pt x="2280" y="17744"/>
                  </a:cubicBezTo>
                  <a:cubicBezTo>
                    <a:pt x="2280" y="17744"/>
                    <a:pt x="2462" y="17653"/>
                    <a:pt x="2523" y="17653"/>
                  </a:cubicBezTo>
                  <a:cubicBezTo>
                    <a:pt x="2675" y="17653"/>
                    <a:pt x="2827" y="17623"/>
                    <a:pt x="2979" y="17592"/>
                  </a:cubicBezTo>
                  <a:cubicBezTo>
                    <a:pt x="3040" y="17531"/>
                    <a:pt x="3070" y="17440"/>
                    <a:pt x="3101" y="17349"/>
                  </a:cubicBezTo>
                  <a:lnTo>
                    <a:pt x="3313" y="17349"/>
                  </a:lnTo>
                  <a:cubicBezTo>
                    <a:pt x="3344" y="17227"/>
                    <a:pt x="3313" y="17136"/>
                    <a:pt x="3222" y="17045"/>
                  </a:cubicBezTo>
                  <a:cubicBezTo>
                    <a:pt x="3192" y="17045"/>
                    <a:pt x="3070" y="16893"/>
                    <a:pt x="2949" y="16893"/>
                  </a:cubicBezTo>
                  <a:lnTo>
                    <a:pt x="2949" y="17015"/>
                  </a:lnTo>
                  <a:lnTo>
                    <a:pt x="2949" y="17136"/>
                  </a:lnTo>
                  <a:cubicBezTo>
                    <a:pt x="2827" y="17167"/>
                    <a:pt x="2706" y="17227"/>
                    <a:pt x="2645" y="17258"/>
                  </a:cubicBezTo>
                  <a:lnTo>
                    <a:pt x="2614" y="17258"/>
                  </a:lnTo>
                  <a:cubicBezTo>
                    <a:pt x="2584" y="17258"/>
                    <a:pt x="2523" y="17197"/>
                    <a:pt x="2523" y="17167"/>
                  </a:cubicBezTo>
                  <a:lnTo>
                    <a:pt x="2523" y="17075"/>
                  </a:lnTo>
                  <a:cubicBezTo>
                    <a:pt x="2591" y="16985"/>
                    <a:pt x="2658" y="16929"/>
                    <a:pt x="2738" y="16868"/>
                  </a:cubicBezTo>
                  <a:lnTo>
                    <a:pt x="2738" y="16868"/>
                  </a:lnTo>
                  <a:cubicBezTo>
                    <a:pt x="2645" y="16863"/>
                    <a:pt x="2567" y="16863"/>
                    <a:pt x="2584" y="16863"/>
                  </a:cubicBezTo>
                  <a:cubicBezTo>
                    <a:pt x="2653" y="16845"/>
                    <a:pt x="2722" y="16838"/>
                    <a:pt x="2790" y="16829"/>
                  </a:cubicBezTo>
                  <a:lnTo>
                    <a:pt x="2790" y="16829"/>
                  </a:lnTo>
                  <a:cubicBezTo>
                    <a:pt x="2772" y="16843"/>
                    <a:pt x="2755" y="16855"/>
                    <a:pt x="2738" y="16868"/>
                  </a:cubicBezTo>
                  <a:lnTo>
                    <a:pt x="2738" y="16868"/>
                  </a:lnTo>
                  <a:cubicBezTo>
                    <a:pt x="2812" y="16872"/>
                    <a:pt x="2895" y="16880"/>
                    <a:pt x="2949" y="16893"/>
                  </a:cubicBezTo>
                  <a:lnTo>
                    <a:pt x="2949" y="16802"/>
                  </a:lnTo>
                  <a:cubicBezTo>
                    <a:pt x="2896" y="16815"/>
                    <a:pt x="2843" y="16823"/>
                    <a:pt x="2790" y="16829"/>
                  </a:cubicBezTo>
                  <a:lnTo>
                    <a:pt x="2790" y="16829"/>
                  </a:lnTo>
                  <a:cubicBezTo>
                    <a:pt x="2802" y="16820"/>
                    <a:pt x="2815" y="16811"/>
                    <a:pt x="2827" y="16802"/>
                  </a:cubicBezTo>
                  <a:lnTo>
                    <a:pt x="2857" y="16741"/>
                  </a:lnTo>
                  <a:lnTo>
                    <a:pt x="2857" y="16711"/>
                  </a:lnTo>
                  <a:cubicBezTo>
                    <a:pt x="2949" y="16650"/>
                    <a:pt x="2766" y="16498"/>
                    <a:pt x="2675" y="16468"/>
                  </a:cubicBezTo>
                  <a:cubicBezTo>
                    <a:pt x="2657" y="16455"/>
                    <a:pt x="2642" y="16451"/>
                    <a:pt x="2631" y="16451"/>
                  </a:cubicBezTo>
                  <a:cubicBezTo>
                    <a:pt x="2584" y="16451"/>
                    <a:pt x="2584" y="16528"/>
                    <a:pt x="2584" y="16528"/>
                  </a:cubicBezTo>
                  <a:cubicBezTo>
                    <a:pt x="2614" y="16559"/>
                    <a:pt x="2554" y="16620"/>
                    <a:pt x="2462" y="16650"/>
                  </a:cubicBezTo>
                  <a:lnTo>
                    <a:pt x="2402" y="16680"/>
                  </a:lnTo>
                  <a:cubicBezTo>
                    <a:pt x="2341" y="16711"/>
                    <a:pt x="2341" y="16771"/>
                    <a:pt x="2310" y="16802"/>
                  </a:cubicBezTo>
                  <a:lnTo>
                    <a:pt x="2280" y="16863"/>
                  </a:lnTo>
                  <a:cubicBezTo>
                    <a:pt x="2241" y="16920"/>
                    <a:pt x="2130" y="16942"/>
                    <a:pt x="2037" y="16942"/>
                  </a:cubicBezTo>
                  <a:cubicBezTo>
                    <a:pt x="1984" y="16942"/>
                    <a:pt x="1937" y="16935"/>
                    <a:pt x="1915" y="16923"/>
                  </a:cubicBezTo>
                  <a:cubicBezTo>
                    <a:pt x="1911" y="16921"/>
                    <a:pt x="1907" y="16920"/>
                    <a:pt x="1904" y="16920"/>
                  </a:cubicBezTo>
                  <a:cubicBezTo>
                    <a:pt x="1872" y="16920"/>
                    <a:pt x="1981" y="17082"/>
                    <a:pt x="2037" y="17167"/>
                  </a:cubicBezTo>
                  <a:cubicBezTo>
                    <a:pt x="2098" y="17227"/>
                    <a:pt x="2037" y="17288"/>
                    <a:pt x="1915" y="17288"/>
                  </a:cubicBezTo>
                  <a:lnTo>
                    <a:pt x="1794" y="17288"/>
                  </a:lnTo>
                  <a:cubicBezTo>
                    <a:pt x="1763" y="17319"/>
                    <a:pt x="1763" y="17410"/>
                    <a:pt x="1733" y="17410"/>
                  </a:cubicBezTo>
                  <a:cubicBezTo>
                    <a:pt x="1702" y="17440"/>
                    <a:pt x="1520" y="17471"/>
                    <a:pt x="1459" y="17501"/>
                  </a:cubicBezTo>
                  <a:cubicBezTo>
                    <a:pt x="1398" y="17531"/>
                    <a:pt x="1459" y="17592"/>
                    <a:pt x="1581" y="17653"/>
                  </a:cubicBezTo>
                  <a:lnTo>
                    <a:pt x="1581" y="17714"/>
                  </a:lnTo>
                  <a:lnTo>
                    <a:pt x="1581" y="17805"/>
                  </a:lnTo>
                  <a:cubicBezTo>
                    <a:pt x="1398" y="17835"/>
                    <a:pt x="1247" y="17835"/>
                    <a:pt x="1095" y="17835"/>
                  </a:cubicBezTo>
                  <a:lnTo>
                    <a:pt x="1095" y="17957"/>
                  </a:lnTo>
                  <a:cubicBezTo>
                    <a:pt x="1125" y="17987"/>
                    <a:pt x="1003" y="18200"/>
                    <a:pt x="943" y="18261"/>
                  </a:cubicBezTo>
                  <a:cubicBezTo>
                    <a:pt x="851" y="18352"/>
                    <a:pt x="760" y="18474"/>
                    <a:pt x="669" y="18595"/>
                  </a:cubicBezTo>
                  <a:cubicBezTo>
                    <a:pt x="669" y="18656"/>
                    <a:pt x="669" y="18717"/>
                    <a:pt x="639" y="18747"/>
                  </a:cubicBezTo>
                  <a:lnTo>
                    <a:pt x="578" y="18778"/>
                  </a:lnTo>
                  <a:cubicBezTo>
                    <a:pt x="487" y="18808"/>
                    <a:pt x="304" y="18930"/>
                    <a:pt x="335" y="18960"/>
                  </a:cubicBezTo>
                  <a:cubicBezTo>
                    <a:pt x="395" y="18990"/>
                    <a:pt x="213" y="19173"/>
                    <a:pt x="122" y="19234"/>
                  </a:cubicBezTo>
                  <a:cubicBezTo>
                    <a:pt x="31" y="19294"/>
                    <a:pt x="0" y="19386"/>
                    <a:pt x="31" y="19416"/>
                  </a:cubicBezTo>
                  <a:lnTo>
                    <a:pt x="31" y="19446"/>
                  </a:lnTo>
                  <a:lnTo>
                    <a:pt x="152" y="19720"/>
                  </a:lnTo>
                  <a:cubicBezTo>
                    <a:pt x="243" y="19993"/>
                    <a:pt x="365" y="20237"/>
                    <a:pt x="487" y="20480"/>
                  </a:cubicBezTo>
                  <a:lnTo>
                    <a:pt x="730" y="20480"/>
                  </a:lnTo>
                  <a:cubicBezTo>
                    <a:pt x="791" y="20480"/>
                    <a:pt x="821" y="20601"/>
                    <a:pt x="760" y="20723"/>
                  </a:cubicBezTo>
                  <a:lnTo>
                    <a:pt x="699" y="20845"/>
                  </a:lnTo>
                  <a:lnTo>
                    <a:pt x="639" y="20936"/>
                  </a:lnTo>
                  <a:cubicBezTo>
                    <a:pt x="730" y="20936"/>
                    <a:pt x="821" y="20936"/>
                    <a:pt x="882" y="20996"/>
                  </a:cubicBezTo>
                  <a:cubicBezTo>
                    <a:pt x="1064" y="21179"/>
                    <a:pt x="1277" y="21300"/>
                    <a:pt x="1520" y="21392"/>
                  </a:cubicBezTo>
                  <a:cubicBezTo>
                    <a:pt x="1549" y="21396"/>
                    <a:pt x="1574" y="21398"/>
                    <a:pt x="1594" y="21398"/>
                  </a:cubicBezTo>
                  <a:cubicBezTo>
                    <a:pt x="1724" y="21398"/>
                    <a:pt x="1694" y="21323"/>
                    <a:pt x="1642" y="21270"/>
                  </a:cubicBezTo>
                  <a:cubicBezTo>
                    <a:pt x="1640" y="21266"/>
                    <a:pt x="1638" y="21263"/>
                    <a:pt x="1635" y="21259"/>
                  </a:cubicBezTo>
                  <a:lnTo>
                    <a:pt x="1635" y="21259"/>
                  </a:lnTo>
                  <a:cubicBezTo>
                    <a:pt x="1615" y="21282"/>
                    <a:pt x="1595" y="21300"/>
                    <a:pt x="1581" y="21300"/>
                  </a:cubicBezTo>
                  <a:lnTo>
                    <a:pt x="1520" y="21300"/>
                  </a:lnTo>
                  <a:cubicBezTo>
                    <a:pt x="1529" y="21282"/>
                    <a:pt x="1567" y="21258"/>
                    <a:pt x="1616" y="21233"/>
                  </a:cubicBezTo>
                  <a:lnTo>
                    <a:pt x="1616" y="21233"/>
                  </a:lnTo>
                  <a:cubicBezTo>
                    <a:pt x="1563" y="21169"/>
                    <a:pt x="1465" y="21082"/>
                    <a:pt x="1490" y="21057"/>
                  </a:cubicBezTo>
                  <a:cubicBezTo>
                    <a:pt x="1539" y="21033"/>
                    <a:pt x="1686" y="20949"/>
                    <a:pt x="1757" y="20949"/>
                  </a:cubicBezTo>
                  <a:cubicBezTo>
                    <a:pt x="1775" y="20949"/>
                    <a:pt x="1788" y="20954"/>
                    <a:pt x="1794" y="20966"/>
                  </a:cubicBezTo>
                  <a:cubicBezTo>
                    <a:pt x="1854" y="20996"/>
                    <a:pt x="1854" y="21057"/>
                    <a:pt x="1763" y="21118"/>
                  </a:cubicBezTo>
                  <a:lnTo>
                    <a:pt x="1702" y="21179"/>
                  </a:lnTo>
                  <a:cubicBezTo>
                    <a:pt x="1696" y="21185"/>
                    <a:pt x="1689" y="21193"/>
                    <a:pt x="1681" y="21203"/>
                  </a:cubicBezTo>
                  <a:lnTo>
                    <a:pt x="1681" y="21203"/>
                  </a:lnTo>
                  <a:cubicBezTo>
                    <a:pt x="1787" y="21158"/>
                    <a:pt x="1911" y="21118"/>
                    <a:pt x="1946" y="21118"/>
                  </a:cubicBezTo>
                  <a:cubicBezTo>
                    <a:pt x="1976" y="21118"/>
                    <a:pt x="2128" y="20936"/>
                    <a:pt x="2219" y="20936"/>
                  </a:cubicBezTo>
                  <a:cubicBezTo>
                    <a:pt x="2371" y="20966"/>
                    <a:pt x="2523" y="20996"/>
                    <a:pt x="2675" y="21088"/>
                  </a:cubicBezTo>
                  <a:cubicBezTo>
                    <a:pt x="2736" y="21118"/>
                    <a:pt x="2827" y="21148"/>
                    <a:pt x="2918" y="21148"/>
                  </a:cubicBezTo>
                  <a:cubicBezTo>
                    <a:pt x="3040" y="21118"/>
                    <a:pt x="3131" y="21118"/>
                    <a:pt x="3253" y="21118"/>
                  </a:cubicBezTo>
                  <a:cubicBezTo>
                    <a:pt x="3253" y="21118"/>
                    <a:pt x="3405" y="21118"/>
                    <a:pt x="3405" y="21088"/>
                  </a:cubicBezTo>
                  <a:cubicBezTo>
                    <a:pt x="3405" y="21057"/>
                    <a:pt x="3405" y="20996"/>
                    <a:pt x="3405" y="20936"/>
                  </a:cubicBezTo>
                  <a:cubicBezTo>
                    <a:pt x="3405" y="20875"/>
                    <a:pt x="3435" y="20814"/>
                    <a:pt x="3465" y="20784"/>
                  </a:cubicBezTo>
                  <a:lnTo>
                    <a:pt x="3557" y="20723"/>
                  </a:lnTo>
                  <a:cubicBezTo>
                    <a:pt x="3587" y="20723"/>
                    <a:pt x="3587" y="20753"/>
                    <a:pt x="3617" y="20753"/>
                  </a:cubicBezTo>
                  <a:lnTo>
                    <a:pt x="3709" y="20814"/>
                  </a:lnTo>
                  <a:cubicBezTo>
                    <a:pt x="3678" y="20905"/>
                    <a:pt x="3648" y="20996"/>
                    <a:pt x="3617" y="21057"/>
                  </a:cubicBezTo>
                  <a:lnTo>
                    <a:pt x="3709" y="21057"/>
                  </a:lnTo>
                  <a:cubicBezTo>
                    <a:pt x="3769" y="21057"/>
                    <a:pt x="3830" y="21027"/>
                    <a:pt x="3830" y="20996"/>
                  </a:cubicBezTo>
                  <a:lnTo>
                    <a:pt x="3830" y="20905"/>
                  </a:lnTo>
                  <a:cubicBezTo>
                    <a:pt x="3830" y="20814"/>
                    <a:pt x="3891" y="20723"/>
                    <a:pt x="3952" y="20723"/>
                  </a:cubicBezTo>
                  <a:lnTo>
                    <a:pt x="3982" y="20723"/>
                  </a:lnTo>
                  <a:cubicBezTo>
                    <a:pt x="4013" y="20753"/>
                    <a:pt x="4043" y="20784"/>
                    <a:pt x="4073" y="20814"/>
                  </a:cubicBezTo>
                  <a:lnTo>
                    <a:pt x="4286" y="20996"/>
                  </a:lnTo>
                  <a:cubicBezTo>
                    <a:pt x="4408" y="20905"/>
                    <a:pt x="4438" y="20784"/>
                    <a:pt x="4408" y="20784"/>
                  </a:cubicBezTo>
                  <a:cubicBezTo>
                    <a:pt x="4385" y="20761"/>
                    <a:pt x="4537" y="20702"/>
                    <a:pt x="4651" y="20702"/>
                  </a:cubicBezTo>
                  <a:cubicBezTo>
                    <a:pt x="4688" y="20702"/>
                    <a:pt x="4720" y="20708"/>
                    <a:pt x="4742" y="20723"/>
                  </a:cubicBezTo>
                  <a:cubicBezTo>
                    <a:pt x="4812" y="20740"/>
                    <a:pt x="4862" y="20758"/>
                    <a:pt x="4886" y="20758"/>
                  </a:cubicBezTo>
                  <a:cubicBezTo>
                    <a:pt x="4903" y="20758"/>
                    <a:pt x="4907" y="20749"/>
                    <a:pt x="4894" y="20723"/>
                  </a:cubicBezTo>
                  <a:cubicBezTo>
                    <a:pt x="4894" y="20662"/>
                    <a:pt x="4894" y="20632"/>
                    <a:pt x="4894" y="20571"/>
                  </a:cubicBezTo>
                  <a:lnTo>
                    <a:pt x="5016" y="20571"/>
                  </a:lnTo>
                  <a:cubicBezTo>
                    <a:pt x="5087" y="20632"/>
                    <a:pt x="5151" y="20655"/>
                    <a:pt x="5209" y="20655"/>
                  </a:cubicBezTo>
                  <a:cubicBezTo>
                    <a:pt x="5326" y="20655"/>
                    <a:pt x="5421" y="20561"/>
                    <a:pt x="5502" y="20480"/>
                  </a:cubicBezTo>
                  <a:lnTo>
                    <a:pt x="5654" y="20358"/>
                  </a:lnTo>
                  <a:lnTo>
                    <a:pt x="6110" y="20297"/>
                  </a:lnTo>
                  <a:cubicBezTo>
                    <a:pt x="6140" y="20297"/>
                    <a:pt x="6171" y="20237"/>
                    <a:pt x="6171" y="20237"/>
                  </a:cubicBezTo>
                  <a:lnTo>
                    <a:pt x="6171" y="19993"/>
                  </a:lnTo>
                  <a:lnTo>
                    <a:pt x="6353" y="20085"/>
                  </a:lnTo>
                  <a:lnTo>
                    <a:pt x="6383" y="20085"/>
                  </a:lnTo>
                  <a:cubicBezTo>
                    <a:pt x="6386" y="20087"/>
                    <a:pt x="6389" y="20088"/>
                    <a:pt x="6393" y="20088"/>
                  </a:cubicBezTo>
                  <a:cubicBezTo>
                    <a:pt x="6441" y="20088"/>
                    <a:pt x="6605" y="19930"/>
                    <a:pt x="6718" y="19902"/>
                  </a:cubicBezTo>
                  <a:lnTo>
                    <a:pt x="6657" y="19902"/>
                  </a:lnTo>
                  <a:cubicBezTo>
                    <a:pt x="6627" y="19872"/>
                    <a:pt x="6596" y="19811"/>
                    <a:pt x="6596" y="19781"/>
                  </a:cubicBezTo>
                  <a:cubicBezTo>
                    <a:pt x="6606" y="19750"/>
                    <a:pt x="6620" y="19740"/>
                    <a:pt x="6634" y="19740"/>
                  </a:cubicBezTo>
                  <a:cubicBezTo>
                    <a:pt x="6664" y="19740"/>
                    <a:pt x="6697" y="19781"/>
                    <a:pt x="6718" y="19781"/>
                  </a:cubicBezTo>
                  <a:cubicBezTo>
                    <a:pt x="6718" y="19787"/>
                    <a:pt x="6720" y="19789"/>
                    <a:pt x="6724" y="19789"/>
                  </a:cubicBezTo>
                  <a:cubicBezTo>
                    <a:pt x="6740" y="19789"/>
                    <a:pt x="6779" y="19750"/>
                    <a:pt x="6779" y="19750"/>
                  </a:cubicBezTo>
                  <a:lnTo>
                    <a:pt x="6779" y="19720"/>
                  </a:lnTo>
                  <a:cubicBezTo>
                    <a:pt x="6718" y="19659"/>
                    <a:pt x="6687" y="19598"/>
                    <a:pt x="6687" y="19537"/>
                  </a:cubicBezTo>
                  <a:cubicBezTo>
                    <a:pt x="6687" y="19534"/>
                    <a:pt x="6690" y="19533"/>
                    <a:pt x="6695" y="19533"/>
                  </a:cubicBezTo>
                  <a:cubicBezTo>
                    <a:pt x="6738" y="19533"/>
                    <a:pt x="6937" y="19635"/>
                    <a:pt x="6991" y="19689"/>
                  </a:cubicBezTo>
                  <a:cubicBezTo>
                    <a:pt x="7060" y="19758"/>
                    <a:pt x="7145" y="19792"/>
                    <a:pt x="7235" y="19792"/>
                  </a:cubicBezTo>
                  <a:cubicBezTo>
                    <a:pt x="7265" y="19792"/>
                    <a:pt x="7295" y="19788"/>
                    <a:pt x="7326" y="19781"/>
                  </a:cubicBezTo>
                  <a:lnTo>
                    <a:pt x="7386" y="19689"/>
                  </a:lnTo>
                  <a:lnTo>
                    <a:pt x="7447" y="19659"/>
                  </a:lnTo>
                  <a:cubicBezTo>
                    <a:pt x="7599" y="19568"/>
                    <a:pt x="7812" y="19507"/>
                    <a:pt x="7994" y="19446"/>
                  </a:cubicBezTo>
                  <a:cubicBezTo>
                    <a:pt x="8146" y="19386"/>
                    <a:pt x="8298" y="19325"/>
                    <a:pt x="8450" y="19294"/>
                  </a:cubicBezTo>
                  <a:lnTo>
                    <a:pt x="8541" y="19203"/>
                  </a:lnTo>
                  <a:cubicBezTo>
                    <a:pt x="8693" y="19051"/>
                    <a:pt x="8906" y="18930"/>
                    <a:pt x="9119" y="18869"/>
                  </a:cubicBezTo>
                  <a:lnTo>
                    <a:pt x="9301" y="18838"/>
                  </a:lnTo>
                  <a:cubicBezTo>
                    <a:pt x="9362" y="18686"/>
                    <a:pt x="9788" y="18626"/>
                    <a:pt x="9788" y="18504"/>
                  </a:cubicBezTo>
                  <a:cubicBezTo>
                    <a:pt x="9788" y="18454"/>
                    <a:pt x="9849" y="18405"/>
                    <a:pt x="9920" y="18405"/>
                  </a:cubicBezTo>
                  <a:cubicBezTo>
                    <a:pt x="9937" y="18405"/>
                    <a:pt x="9953" y="18407"/>
                    <a:pt x="9970" y="18413"/>
                  </a:cubicBezTo>
                  <a:cubicBezTo>
                    <a:pt x="9975" y="18418"/>
                    <a:pt x="9982" y="18421"/>
                    <a:pt x="9989" y="18421"/>
                  </a:cubicBezTo>
                  <a:cubicBezTo>
                    <a:pt x="10020" y="18421"/>
                    <a:pt x="10061" y="18366"/>
                    <a:pt x="10061" y="18291"/>
                  </a:cubicBezTo>
                  <a:lnTo>
                    <a:pt x="10244" y="18291"/>
                  </a:lnTo>
                  <a:cubicBezTo>
                    <a:pt x="10274" y="18291"/>
                    <a:pt x="10365" y="18230"/>
                    <a:pt x="10335" y="18170"/>
                  </a:cubicBezTo>
                  <a:cubicBezTo>
                    <a:pt x="10335" y="18109"/>
                    <a:pt x="10274" y="18079"/>
                    <a:pt x="10365" y="18079"/>
                  </a:cubicBezTo>
                  <a:cubicBezTo>
                    <a:pt x="10426" y="18079"/>
                    <a:pt x="10487" y="18109"/>
                    <a:pt x="10487" y="18109"/>
                  </a:cubicBezTo>
                  <a:lnTo>
                    <a:pt x="10517" y="18200"/>
                  </a:lnTo>
                  <a:cubicBezTo>
                    <a:pt x="10426" y="18352"/>
                    <a:pt x="10304" y="18504"/>
                    <a:pt x="10183" y="18626"/>
                  </a:cubicBezTo>
                  <a:lnTo>
                    <a:pt x="10183" y="18747"/>
                  </a:lnTo>
                  <a:lnTo>
                    <a:pt x="10183" y="18930"/>
                  </a:lnTo>
                  <a:cubicBezTo>
                    <a:pt x="10274" y="19082"/>
                    <a:pt x="10304" y="19234"/>
                    <a:pt x="10274" y="19416"/>
                  </a:cubicBezTo>
                  <a:cubicBezTo>
                    <a:pt x="10213" y="19446"/>
                    <a:pt x="10244" y="19477"/>
                    <a:pt x="10304" y="19507"/>
                  </a:cubicBezTo>
                  <a:lnTo>
                    <a:pt x="10335" y="19568"/>
                  </a:lnTo>
                  <a:lnTo>
                    <a:pt x="10456" y="19659"/>
                  </a:lnTo>
                  <a:cubicBezTo>
                    <a:pt x="10548" y="19811"/>
                    <a:pt x="10608" y="19963"/>
                    <a:pt x="10669" y="20115"/>
                  </a:cubicBezTo>
                  <a:lnTo>
                    <a:pt x="10730" y="20237"/>
                  </a:lnTo>
                  <a:cubicBezTo>
                    <a:pt x="10730" y="20267"/>
                    <a:pt x="10669" y="20297"/>
                    <a:pt x="10669" y="20328"/>
                  </a:cubicBezTo>
                  <a:cubicBezTo>
                    <a:pt x="10639" y="20449"/>
                    <a:pt x="10608" y="20571"/>
                    <a:pt x="10669" y="20632"/>
                  </a:cubicBezTo>
                  <a:cubicBezTo>
                    <a:pt x="10791" y="20723"/>
                    <a:pt x="10912" y="20784"/>
                    <a:pt x="11064" y="20814"/>
                  </a:cubicBezTo>
                  <a:lnTo>
                    <a:pt x="11095" y="20814"/>
                  </a:lnTo>
                  <a:cubicBezTo>
                    <a:pt x="11095" y="20845"/>
                    <a:pt x="11004" y="20905"/>
                    <a:pt x="10973" y="20905"/>
                  </a:cubicBezTo>
                  <a:cubicBezTo>
                    <a:pt x="10943" y="20936"/>
                    <a:pt x="11034" y="20966"/>
                    <a:pt x="11186" y="20996"/>
                  </a:cubicBezTo>
                  <a:lnTo>
                    <a:pt x="11125" y="21148"/>
                  </a:lnTo>
                  <a:cubicBezTo>
                    <a:pt x="11095" y="21209"/>
                    <a:pt x="11095" y="21300"/>
                    <a:pt x="11125" y="21361"/>
                  </a:cubicBezTo>
                  <a:lnTo>
                    <a:pt x="11156" y="21392"/>
                  </a:lnTo>
                  <a:cubicBezTo>
                    <a:pt x="11247" y="21422"/>
                    <a:pt x="11156" y="21756"/>
                    <a:pt x="11156" y="21878"/>
                  </a:cubicBezTo>
                  <a:cubicBezTo>
                    <a:pt x="11156" y="21982"/>
                    <a:pt x="11170" y="22029"/>
                    <a:pt x="11188" y="22029"/>
                  </a:cubicBezTo>
                  <a:cubicBezTo>
                    <a:pt x="11197" y="22029"/>
                    <a:pt x="11207" y="22019"/>
                    <a:pt x="11216" y="22000"/>
                  </a:cubicBezTo>
                  <a:lnTo>
                    <a:pt x="11247" y="21969"/>
                  </a:lnTo>
                  <a:lnTo>
                    <a:pt x="11277" y="21939"/>
                  </a:lnTo>
                  <a:cubicBezTo>
                    <a:pt x="11293" y="21931"/>
                    <a:pt x="11310" y="21927"/>
                    <a:pt x="11325" y="21927"/>
                  </a:cubicBezTo>
                  <a:cubicBezTo>
                    <a:pt x="11368" y="21927"/>
                    <a:pt x="11407" y="21955"/>
                    <a:pt x="11429" y="22000"/>
                  </a:cubicBezTo>
                  <a:lnTo>
                    <a:pt x="11429" y="22030"/>
                  </a:lnTo>
                  <a:lnTo>
                    <a:pt x="11429" y="22060"/>
                  </a:lnTo>
                  <a:cubicBezTo>
                    <a:pt x="11368" y="22121"/>
                    <a:pt x="12067" y="22212"/>
                    <a:pt x="12311" y="22303"/>
                  </a:cubicBezTo>
                  <a:cubicBezTo>
                    <a:pt x="12523" y="22395"/>
                    <a:pt x="12766" y="22486"/>
                    <a:pt x="12827" y="22486"/>
                  </a:cubicBezTo>
                  <a:lnTo>
                    <a:pt x="12858" y="22486"/>
                  </a:lnTo>
                  <a:cubicBezTo>
                    <a:pt x="12913" y="22445"/>
                    <a:pt x="12961" y="22428"/>
                    <a:pt x="13012" y="22428"/>
                  </a:cubicBezTo>
                  <a:cubicBezTo>
                    <a:pt x="13074" y="22428"/>
                    <a:pt x="13139" y="22453"/>
                    <a:pt x="13222" y="22486"/>
                  </a:cubicBezTo>
                  <a:cubicBezTo>
                    <a:pt x="13280" y="22509"/>
                    <a:pt x="13339" y="22519"/>
                    <a:pt x="13395" y="22519"/>
                  </a:cubicBezTo>
                  <a:cubicBezTo>
                    <a:pt x="13486" y="22519"/>
                    <a:pt x="13573" y="22493"/>
                    <a:pt x="13648" y="22455"/>
                  </a:cubicBezTo>
                  <a:lnTo>
                    <a:pt x="13891" y="22303"/>
                  </a:lnTo>
                  <a:cubicBezTo>
                    <a:pt x="14074" y="22273"/>
                    <a:pt x="14286" y="22212"/>
                    <a:pt x="14499" y="22182"/>
                  </a:cubicBezTo>
                  <a:lnTo>
                    <a:pt x="14529" y="22182"/>
                  </a:lnTo>
                  <a:lnTo>
                    <a:pt x="14712" y="22121"/>
                  </a:lnTo>
                  <a:cubicBezTo>
                    <a:pt x="14925" y="22060"/>
                    <a:pt x="15350" y="21908"/>
                    <a:pt x="15472" y="21878"/>
                  </a:cubicBezTo>
                  <a:cubicBezTo>
                    <a:pt x="15593" y="21848"/>
                    <a:pt x="16110" y="21604"/>
                    <a:pt x="16292" y="21574"/>
                  </a:cubicBezTo>
                  <a:cubicBezTo>
                    <a:pt x="16444" y="21513"/>
                    <a:pt x="16809" y="21392"/>
                    <a:pt x="16870" y="21361"/>
                  </a:cubicBezTo>
                  <a:cubicBezTo>
                    <a:pt x="16961" y="21331"/>
                    <a:pt x="17447" y="21118"/>
                    <a:pt x="17599" y="21027"/>
                  </a:cubicBezTo>
                  <a:cubicBezTo>
                    <a:pt x="17782" y="20966"/>
                    <a:pt x="18177" y="20845"/>
                    <a:pt x="18511" y="20753"/>
                  </a:cubicBezTo>
                  <a:lnTo>
                    <a:pt x="18754" y="20601"/>
                  </a:lnTo>
                  <a:lnTo>
                    <a:pt x="18967" y="20480"/>
                  </a:lnTo>
                  <a:cubicBezTo>
                    <a:pt x="19210" y="20419"/>
                    <a:pt x="19727" y="20115"/>
                    <a:pt x="19879" y="20054"/>
                  </a:cubicBezTo>
                  <a:cubicBezTo>
                    <a:pt x="20031" y="20024"/>
                    <a:pt x="20487" y="19811"/>
                    <a:pt x="20639" y="19781"/>
                  </a:cubicBezTo>
                  <a:cubicBezTo>
                    <a:pt x="20761" y="19750"/>
                    <a:pt x="20913" y="19689"/>
                    <a:pt x="21034" y="19689"/>
                  </a:cubicBezTo>
                  <a:lnTo>
                    <a:pt x="21065" y="19537"/>
                  </a:lnTo>
                  <a:cubicBezTo>
                    <a:pt x="21186" y="19537"/>
                    <a:pt x="21308" y="19537"/>
                    <a:pt x="21460" y="19507"/>
                  </a:cubicBezTo>
                  <a:lnTo>
                    <a:pt x="21490" y="19477"/>
                  </a:lnTo>
                  <a:lnTo>
                    <a:pt x="21794" y="19325"/>
                  </a:lnTo>
                  <a:cubicBezTo>
                    <a:pt x="22128" y="19203"/>
                    <a:pt x="22554" y="19051"/>
                    <a:pt x="22615" y="19021"/>
                  </a:cubicBezTo>
                  <a:cubicBezTo>
                    <a:pt x="22736" y="18960"/>
                    <a:pt x="22858" y="18899"/>
                    <a:pt x="22979" y="18899"/>
                  </a:cubicBezTo>
                  <a:cubicBezTo>
                    <a:pt x="23131" y="18838"/>
                    <a:pt x="23253" y="18808"/>
                    <a:pt x="23375" y="18717"/>
                  </a:cubicBezTo>
                  <a:cubicBezTo>
                    <a:pt x="23435" y="18686"/>
                    <a:pt x="23709" y="18656"/>
                    <a:pt x="23739" y="18626"/>
                  </a:cubicBezTo>
                  <a:cubicBezTo>
                    <a:pt x="23922" y="18534"/>
                    <a:pt x="24074" y="18443"/>
                    <a:pt x="24226" y="18382"/>
                  </a:cubicBezTo>
                  <a:cubicBezTo>
                    <a:pt x="24347" y="18322"/>
                    <a:pt x="24986" y="18139"/>
                    <a:pt x="25198" y="18048"/>
                  </a:cubicBezTo>
                  <a:cubicBezTo>
                    <a:pt x="25381" y="17927"/>
                    <a:pt x="25593" y="17866"/>
                    <a:pt x="25776" y="17805"/>
                  </a:cubicBezTo>
                  <a:lnTo>
                    <a:pt x="26019" y="17775"/>
                  </a:lnTo>
                  <a:cubicBezTo>
                    <a:pt x="26049" y="17744"/>
                    <a:pt x="26262" y="17471"/>
                    <a:pt x="26384" y="17471"/>
                  </a:cubicBezTo>
                  <a:lnTo>
                    <a:pt x="26809" y="17471"/>
                  </a:lnTo>
                  <a:cubicBezTo>
                    <a:pt x="26870" y="17258"/>
                    <a:pt x="27113" y="17227"/>
                    <a:pt x="27326" y="17197"/>
                  </a:cubicBezTo>
                  <a:lnTo>
                    <a:pt x="27478" y="17167"/>
                  </a:lnTo>
                  <a:cubicBezTo>
                    <a:pt x="27630" y="17106"/>
                    <a:pt x="27782" y="17045"/>
                    <a:pt x="27904" y="16984"/>
                  </a:cubicBezTo>
                  <a:cubicBezTo>
                    <a:pt x="27995" y="16923"/>
                    <a:pt x="28086" y="16863"/>
                    <a:pt x="28208" y="16863"/>
                  </a:cubicBezTo>
                  <a:cubicBezTo>
                    <a:pt x="28299" y="16832"/>
                    <a:pt x="28390" y="16802"/>
                    <a:pt x="28481" y="16741"/>
                  </a:cubicBezTo>
                  <a:lnTo>
                    <a:pt x="28603" y="16711"/>
                  </a:lnTo>
                  <a:lnTo>
                    <a:pt x="28755" y="16650"/>
                  </a:lnTo>
                  <a:cubicBezTo>
                    <a:pt x="28907" y="16589"/>
                    <a:pt x="29059" y="16559"/>
                    <a:pt x="29211" y="16528"/>
                  </a:cubicBezTo>
                  <a:cubicBezTo>
                    <a:pt x="29241" y="16528"/>
                    <a:pt x="29332" y="16437"/>
                    <a:pt x="29393" y="16437"/>
                  </a:cubicBezTo>
                  <a:cubicBezTo>
                    <a:pt x="29423" y="16407"/>
                    <a:pt x="29697" y="16437"/>
                    <a:pt x="29697" y="16376"/>
                  </a:cubicBezTo>
                  <a:cubicBezTo>
                    <a:pt x="29667" y="16316"/>
                    <a:pt x="30122" y="16224"/>
                    <a:pt x="30274" y="16164"/>
                  </a:cubicBezTo>
                  <a:cubicBezTo>
                    <a:pt x="30518" y="15981"/>
                    <a:pt x="30761" y="15829"/>
                    <a:pt x="31034" y="15677"/>
                  </a:cubicBezTo>
                  <a:cubicBezTo>
                    <a:pt x="31217" y="15647"/>
                    <a:pt x="31399" y="15616"/>
                    <a:pt x="31429" y="15616"/>
                  </a:cubicBezTo>
                  <a:cubicBezTo>
                    <a:pt x="31456" y="15616"/>
                    <a:pt x="31571" y="15683"/>
                    <a:pt x="31642" y="15683"/>
                  </a:cubicBezTo>
                  <a:cubicBezTo>
                    <a:pt x="31653" y="15683"/>
                    <a:pt x="31664" y="15682"/>
                    <a:pt x="31673" y="15677"/>
                  </a:cubicBezTo>
                  <a:cubicBezTo>
                    <a:pt x="31855" y="15525"/>
                    <a:pt x="32037" y="15434"/>
                    <a:pt x="32220" y="15343"/>
                  </a:cubicBezTo>
                  <a:cubicBezTo>
                    <a:pt x="32463" y="15282"/>
                    <a:pt x="32706" y="15191"/>
                    <a:pt x="32919" y="15100"/>
                  </a:cubicBezTo>
                  <a:cubicBezTo>
                    <a:pt x="33040" y="15039"/>
                    <a:pt x="33496" y="14917"/>
                    <a:pt x="33618" y="14857"/>
                  </a:cubicBezTo>
                  <a:cubicBezTo>
                    <a:pt x="33770" y="14796"/>
                    <a:pt x="34043" y="14674"/>
                    <a:pt x="34226" y="14583"/>
                  </a:cubicBezTo>
                  <a:lnTo>
                    <a:pt x="34378" y="14613"/>
                  </a:lnTo>
                  <a:lnTo>
                    <a:pt x="34621" y="14674"/>
                  </a:lnTo>
                  <a:cubicBezTo>
                    <a:pt x="34834" y="14492"/>
                    <a:pt x="35077" y="14370"/>
                    <a:pt x="35350" y="14279"/>
                  </a:cubicBezTo>
                  <a:cubicBezTo>
                    <a:pt x="35502" y="14218"/>
                    <a:pt x="35867" y="14097"/>
                    <a:pt x="35928" y="14066"/>
                  </a:cubicBezTo>
                  <a:cubicBezTo>
                    <a:pt x="36080" y="14036"/>
                    <a:pt x="36202" y="14036"/>
                    <a:pt x="36354" y="14036"/>
                  </a:cubicBezTo>
                  <a:lnTo>
                    <a:pt x="36354" y="14097"/>
                  </a:lnTo>
                  <a:lnTo>
                    <a:pt x="36384" y="14309"/>
                  </a:lnTo>
                  <a:cubicBezTo>
                    <a:pt x="36414" y="14553"/>
                    <a:pt x="36475" y="14826"/>
                    <a:pt x="36475" y="14857"/>
                  </a:cubicBezTo>
                  <a:cubicBezTo>
                    <a:pt x="36475" y="14887"/>
                    <a:pt x="36688" y="15009"/>
                    <a:pt x="36688" y="15069"/>
                  </a:cubicBezTo>
                  <a:cubicBezTo>
                    <a:pt x="36688" y="15221"/>
                    <a:pt x="36688" y="15373"/>
                    <a:pt x="36749" y="15495"/>
                  </a:cubicBezTo>
                  <a:cubicBezTo>
                    <a:pt x="36779" y="15586"/>
                    <a:pt x="36809" y="15677"/>
                    <a:pt x="36840" y="15768"/>
                  </a:cubicBezTo>
                  <a:lnTo>
                    <a:pt x="36779" y="15768"/>
                  </a:lnTo>
                  <a:lnTo>
                    <a:pt x="36688" y="15860"/>
                  </a:lnTo>
                  <a:cubicBezTo>
                    <a:pt x="36718" y="15951"/>
                    <a:pt x="36749" y="16012"/>
                    <a:pt x="36779" y="16103"/>
                  </a:cubicBezTo>
                  <a:cubicBezTo>
                    <a:pt x="36718" y="16164"/>
                    <a:pt x="36658" y="16224"/>
                    <a:pt x="36597" y="16316"/>
                  </a:cubicBezTo>
                  <a:lnTo>
                    <a:pt x="36718" y="16407"/>
                  </a:lnTo>
                  <a:lnTo>
                    <a:pt x="36840" y="16528"/>
                  </a:lnTo>
                  <a:cubicBezTo>
                    <a:pt x="37022" y="16589"/>
                    <a:pt x="37539" y="16741"/>
                    <a:pt x="37691" y="16802"/>
                  </a:cubicBezTo>
                  <a:cubicBezTo>
                    <a:pt x="37782" y="16863"/>
                    <a:pt x="37904" y="16893"/>
                    <a:pt x="37995" y="16954"/>
                  </a:cubicBezTo>
                  <a:lnTo>
                    <a:pt x="38025" y="16954"/>
                  </a:lnTo>
                  <a:cubicBezTo>
                    <a:pt x="38177" y="16954"/>
                    <a:pt x="38329" y="16984"/>
                    <a:pt x="38451" y="17045"/>
                  </a:cubicBezTo>
                  <a:lnTo>
                    <a:pt x="38542" y="17075"/>
                  </a:lnTo>
                  <a:cubicBezTo>
                    <a:pt x="38680" y="17103"/>
                    <a:pt x="38919" y="17231"/>
                    <a:pt x="39030" y="17231"/>
                  </a:cubicBezTo>
                  <a:cubicBezTo>
                    <a:pt x="39041" y="17231"/>
                    <a:pt x="39051" y="17230"/>
                    <a:pt x="39059" y="17227"/>
                  </a:cubicBezTo>
                  <a:cubicBezTo>
                    <a:pt x="39089" y="17212"/>
                    <a:pt x="39150" y="17212"/>
                    <a:pt x="39207" y="17212"/>
                  </a:cubicBezTo>
                  <a:cubicBezTo>
                    <a:pt x="39264" y="17212"/>
                    <a:pt x="39317" y="17212"/>
                    <a:pt x="39332" y="17197"/>
                  </a:cubicBezTo>
                  <a:cubicBezTo>
                    <a:pt x="39349" y="17189"/>
                    <a:pt x="39369" y="17185"/>
                    <a:pt x="39393" y="17185"/>
                  </a:cubicBezTo>
                  <a:cubicBezTo>
                    <a:pt x="39456" y="17185"/>
                    <a:pt x="39539" y="17213"/>
                    <a:pt x="39606" y="17258"/>
                  </a:cubicBezTo>
                  <a:lnTo>
                    <a:pt x="39758" y="17136"/>
                  </a:lnTo>
                  <a:cubicBezTo>
                    <a:pt x="39762" y="17132"/>
                    <a:pt x="39771" y="17130"/>
                    <a:pt x="39782" y="17130"/>
                  </a:cubicBezTo>
                  <a:cubicBezTo>
                    <a:pt x="39837" y="17130"/>
                    <a:pt x="39960" y="17173"/>
                    <a:pt x="40045" y="17173"/>
                  </a:cubicBezTo>
                  <a:cubicBezTo>
                    <a:pt x="40063" y="17173"/>
                    <a:pt x="40079" y="17171"/>
                    <a:pt x="40092" y="17167"/>
                  </a:cubicBezTo>
                  <a:lnTo>
                    <a:pt x="40396" y="17106"/>
                  </a:lnTo>
                  <a:cubicBezTo>
                    <a:pt x="40700" y="17075"/>
                    <a:pt x="41004" y="17045"/>
                    <a:pt x="41308" y="16984"/>
                  </a:cubicBezTo>
                  <a:cubicBezTo>
                    <a:pt x="41430" y="16954"/>
                    <a:pt x="41551" y="16954"/>
                    <a:pt x="41703" y="16954"/>
                  </a:cubicBezTo>
                  <a:cubicBezTo>
                    <a:pt x="41764" y="16954"/>
                    <a:pt x="41825" y="16923"/>
                    <a:pt x="41886" y="16893"/>
                  </a:cubicBezTo>
                  <a:cubicBezTo>
                    <a:pt x="42068" y="16832"/>
                    <a:pt x="42220" y="16771"/>
                    <a:pt x="42402" y="16741"/>
                  </a:cubicBezTo>
                  <a:lnTo>
                    <a:pt x="42980" y="16741"/>
                  </a:lnTo>
                  <a:cubicBezTo>
                    <a:pt x="43284" y="16680"/>
                    <a:pt x="43892" y="16589"/>
                    <a:pt x="44013" y="16559"/>
                  </a:cubicBezTo>
                  <a:lnTo>
                    <a:pt x="45016" y="16224"/>
                  </a:lnTo>
                  <a:lnTo>
                    <a:pt x="45442" y="16224"/>
                  </a:lnTo>
                  <a:lnTo>
                    <a:pt x="45959" y="16103"/>
                  </a:lnTo>
                  <a:lnTo>
                    <a:pt x="46019" y="16103"/>
                  </a:lnTo>
                  <a:cubicBezTo>
                    <a:pt x="46080" y="16072"/>
                    <a:pt x="46901" y="15951"/>
                    <a:pt x="47205" y="15920"/>
                  </a:cubicBezTo>
                  <a:cubicBezTo>
                    <a:pt x="47509" y="15860"/>
                    <a:pt x="48329" y="15708"/>
                    <a:pt x="48512" y="15677"/>
                  </a:cubicBezTo>
                  <a:cubicBezTo>
                    <a:pt x="48725" y="15616"/>
                    <a:pt x="49059" y="15556"/>
                    <a:pt x="49120" y="15525"/>
                  </a:cubicBezTo>
                  <a:cubicBezTo>
                    <a:pt x="49211" y="15525"/>
                    <a:pt x="49485" y="15525"/>
                    <a:pt x="49576" y="15495"/>
                  </a:cubicBezTo>
                  <a:cubicBezTo>
                    <a:pt x="49728" y="15495"/>
                    <a:pt x="49880" y="15495"/>
                    <a:pt x="50032" y="15556"/>
                  </a:cubicBezTo>
                  <a:lnTo>
                    <a:pt x="50184" y="15404"/>
                  </a:lnTo>
                  <a:lnTo>
                    <a:pt x="50214" y="15343"/>
                  </a:lnTo>
                  <a:lnTo>
                    <a:pt x="50792" y="15282"/>
                  </a:lnTo>
                  <a:lnTo>
                    <a:pt x="50913" y="15252"/>
                  </a:lnTo>
                  <a:lnTo>
                    <a:pt x="51035" y="15221"/>
                  </a:lnTo>
                  <a:cubicBezTo>
                    <a:pt x="51126" y="15161"/>
                    <a:pt x="51217" y="15100"/>
                    <a:pt x="51339" y="15069"/>
                  </a:cubicBezTo>
                  <a:cubicBezTo>
                    <a:pt x="51582" y="15009"/>
                    <a:pt x="51825" y="14948"/>
                    <a:pt x="52099" y="14826"/>
                  </a:cubicBezTo>
                  <a:cubicBezTo>
                    <a:pt x="52190" y="14765"/>
                    <a:pt x="52311" y="14705"/>
                    <a:pt x="52433" y="14644"/>
                  </a:cubicBezTo>
                  <a:cubicBezTo>
                    <a:pt x="52457" y="14644"/>
                    <a:pt x="52734" y="14722"/>
                    <a:pt x="52907" y="14722"/>
                  </a:cubicBezTo>
                  <a:cubicBezTo>
                    <a:pt x="52950" y="14722"/>
                    <a:pt x="52986" y="14717"/>
                    <a:pt x="53010" y="14705"/>
                  </a:cubicBezTo>
                  <a:cubicBezTo>
                    <a:pt x="53162" y="14644"/>
                    <a:pt x="53254" y="14583"/>
                    <a:pt x="53223" y="14553"/>
                  </a:cubicBezTo>
                  <a:cubicBezTo>
                    <a:pt x="53202" y="14531"/>
                    <a:pt x="53150" y="14510"/>
                    <a:pt x="53110" y="14510"/>
                  </a:cubicBezTo>
                  <a:cubicBezTo>
                    <a:pt x="53094" y="14510"/>
                    <a:pt x="53080" y="14513"/>
                    <a:pt x="53071" y="14522"/>
                  </a:cubicBezTo>
                  <a:cubicBezTo>
                    <a:pt x="53028" y="14544"/>
                    <a:pt x="53000" y="14565"/>
                    <a:pt x="52966" y="14565"/>
                  </a:cubicBezTo>
                  <a:cubicBezTo>
                    <a:pt x="52952" y="14565"/>
                    <a:pt x="52937" y="14562"/>
                    <a:pt x="52919" y="14553"/>
                  </a:cubicBezTo>
                  <a:lnTo>
                    <a:pt x="52828" y="14522"/>
                  </a:lnTo>
                  <a:cubicBezTo>
                    <a:pt x="52767" y="14492"/>
                    <a:pt x="52767" y="14401"/>
                    <a:pt x="52828" y="14370"/>
                  </a:cubicBezTo>
                  <a:cubicBezTo>
                    <a:pt x="52858" y="14340"/>
                    <a:pt x="52767" y="14066"/>
                    <a:pt x="52828" y="13975"/>
                  </a:cubicBezTo>
                  <a:cubicBezTo>
                    <a:pt x="52858" y="13914"/>
                    <a:pt x="52919" y="13823"/>
                    <a:pt x="52950" y="13732"/>
                  </a:cubicBezTo>
                  <a:lnTo>
                    <a:pt x="52737" y="13702"/>
                  </a:lnTo>
                  <a:cubicBezTo>
                    <a:pt x="52585" y="13610"/>
                    <a:pt x="52463" y="13519"/>
                    <a:pt x="52311" y="13458"/>
                  </a:cubicBezTo>
                  <a:cubicBezTo>
                    <a:pt x="52281" y="13458"/>
                    <a:pt x="52372" y="13276"/>
                    <a:pt x="52433" y="13215"/>
                  </a:cubicBezTo>
                  <a:cubicBezTo>
                    <a:pt x="52456" y="13169"/>
                    <a:pt x="52336" y="13104"/>
                    <a:pt x="52252" y="13104"/>
                  </a:cubicBezTo>
                  <a:cubicBezTo>
                    <a:pt x="52226" y="13104"/>
                    <a:pt x="52204" y="13110"/>
                    <a:pt x="52190" y="13124"/>
                  </a:cubicBezTo>
                  <a:cubicBezTo>
                    <a:pt x="52186" y="13131"/>
                    <a:pt x="52183" y="13134"/>
                    <a:pt x="52181" y="13134"/>
                  </a:cubicBezTo>
                  <a:cubicBezTo>
                    <a:pt x="52160" y="13134"/>
                    <a:pt x="52169" y="12942"/>
                    <a:pt x="52251" y="12942"/>
                  </a:cubicBezTo>
                  <a:cubicBezTo>
                    <a:pt x="52372" y="12972"/>
                    <a:pt x="52494" y="12972"/>
                    <a:pt x="52615" y="12972"/>
                  </a:cubicBezTo>
                  <a:cubicBezTo>
                    <a:pt x="52646" y="12972"/>
                    <a:pt x="52646" y="12790"/>
                    <a:pt x="52646" y="12759"/>
                  </a:cubicBezTo>
                  <a:cubicBezTo>
                    <a:pt x="52676" y="12698"/>
                    <a:pt x="52585" y="12638"/>
                    <a:pt x="52554" y="12638"/>
                  </a:cubicBezTo>
                  <a:cubicBezTo>
                    <a:pt x="52494" y="12638"/>
                    <a:pt x="52402" y="12668"/>
                    <a:pt x="52342" y="12668"/>
                  </a:cubicBezTo>
                  <a:lnTo>
                    <a:pt x="52099" y="12668"/>
                  </a:lnTo>
                  <a:cubicBezTo>
                    <a:pt x="52038" y="12607"/>
                    <a:pt x="51795" y="12577"/>
                    <a:pt x="51795" y="12516"/>
                  </a:cubicBezTo>
                  <a:cubicBezTo>
                    <a:pt x="51825" y="12455"/>
                    <a:pt x="51795" y="12395"/>
                    <a:pt x="51734" y="12364"/>
                  </a:cubicBezTo>
                  <a:cubicBezTo>
                    <a:pt x="51703" y="12364"/>
                    <a:pt x="51764" y="12151"/>
                    <a:pt x="51825" y="12121"/>
                  </a:cubicBezTo>
                  <a:cubicBezTo>
                    <a:pt x="51916" y="12121"/>
                    <a:pt x="52007" y="11878"/>
                    <a:pt x="52099" y="11878"/>
                  </a:cubicBezTo>
                  <a:cubicBezTo>
                    <a:pt x="52123" y="11886"/>
                    <a:pt x="52145" y="11890"/>
                    <a:pt x="52166" y="11890"/>
                  </a:cubicBezTo>
                  <a:cubicBezTo>
                    <a:pt x="52222" y="11890"/>
                    <a:pt x="52267" y="11862"/>
                    <a:pt x="52311" y="11817"/>
                  </a:cubicBezTo>
                  <a:cubicBezTo>
                    <a:pt x="52311" y="11787"/>
                    <a:pt x="52281" y="11726"/>
                    <a:pt x="52251" y="11695"/>
                  </a:cubicBezTo>
                  <a:cubicBezTo>
                    <a:pt x="52159" y="11695"/>
                    <a:pt x="52038" y="11695"/>
                    <a:pt x="51947" y="11726"/>
                  </a:cubicBezTo>
                  <a:cubicBezTo>
                    <a:pt x="51886" y="11756"/>
                    <a:pt x="51795" y="11756"/>
                    <a:pt x="51703" y="11756"/>
                  </a:cubicBezTo>
                  <a:cubicBezTo>
                    <a:pt x="51673" y="11726"/>
                    <a:pt x="51643" y="11695"/>
                    <a:pt x="51582" y="11665"/>
                  </a:cubicBezTo>
                  <a:cubicBezTo>
                    <a:pt x="51491" y="11635"/>
                    <a:pt x="51369" y="11604"/>
                    <a:pt x="51278" y="11574"/>
                  </a:cubicBezTo>
                  <a:lnTo>
                    <a:pt x="51217" y="11574"/>
                  </a:lnTo>
                  <a:cubicBezTo>
                    <a:pt x="51170" y="11630"/>
                    <a:pt x="51127" y="11649"/>
                    <a:pt x="51084" y="11649"/>
                  </a:cubicBezTo>
                  <a:cubicBezTo>
                    <a:pt x="50997" y="11649"/>
                    <a:pt x="50915" y="11571"/>
                    <a:pt x="50822" y="11571"/>
                  </a:cubicBezTo>
                  <a:cubicBezTo>
                    <a:pt x="50812" y="11571"/>
                    <a:pt x="50802" y="11572"/>
                    <a:pt x="50792" y="11574"/>
                  </a:cubicBezTo>
                  <a:lnTo>
                    <a:pt x="50609" y="11635"/>
                  </a:lnTo>
                  <a:cubicBezTo>
                    <a:pt x="50396" y="11604"/>
                    <a:pt x="50305" y="11513"/>
                    <a:pt x="50396" y="11452"/>
                  </a:cubicBezTo>
                  <a:lnTo>
                    <a:pt x="51126" y="11452"/>
                  </a:lnTo>
                  <a:cubicBezTo>
                    <a:pt x="51126" y="11422"/>
                    <a:pt x="51004" y="11331"/>
                    <a:pt x="50974" y="11300"/>
                  </a:cubicBezTo>
                  <a:cubicBezTo>
                    <a:pt x="50956" y="11291"/>
                    <a:pt x="50933" y="11288"/>
                    <a:pt x="50908" y="11288"/>
                  </a:cubicBezTo>
                  <a:cubicBezTo>
                    <a:pt x="50847" y="11288"/>
                    <a:pt x="50774" y="11309"/>
                    <a:pt x="50731" y="11331"/>
                  </a:cubicBezTo>
                  <a:cubicBezTo>
                    <a:pt x="50609" y="11331"/>
                    <a:pt x="50457" y="11270"/>
                    <a:pt x="50336" y="11209"/>
                  </a:cubicBezTo>
                  <a:cubicBezTo>
                    <a:pt x="50322" y="11205"/>
                    <a:pt x="50302" y="11203"/>
                    <a:pt x="50276" y="11203"/>
                  </a:cubicBezTo>
                  <a:cubicBezTo>
                    <a:pt x="50151" y="11203"/>
                    <a:pt x="49904" y="11246"/>
                    <a:pt x="49749" y="11246"/>
                  </a:cubicBezTo>
                  <a:cubicBezTo>
                    <a:pt x="49717" y="11246"/>
                    <a:pt x="49689" y="11244"/>
                    <a:pt x="49667" y="11239"/>
                  </a:cubicBezTo>
                  <a:cubicBezTo>
                    <a:pt x="49515" y="11209"/>
                    <a:pt x="49333" y="11148"/>
                    <a:pt x="49272" y="11148"/>
                  </a:cubicBezTo>
                  <a:cubicBezTo>
                    <a:pt x="49268" y="11145"/>
                    <a:pt x="49261" y="11143"/>
                    <a:pt x="49252" y="11143"/>
                  </a:cubicBezTo>
                  <a:cubicBezTo>
                    <a:pt x="49185" y="11143"/>
                    <a:pt x="48985" y="11214"/>
                    <a:pt x="48863" y="11214"/>
                  </a:cubicBezTo>
                  <a:cubicBezTo>
                    <a:pt x="48846" y="11214"/>
                    <a:pt x="48830" y="11213"/>
                    <a:pt x="48816" y="11209"/>
                  </a:cubicBezTo>
                  <a:cubicBezTo>
                    <a:pt x="48694" y="11148"/>
                    <a:pt x="48573" y="11118"/>
                    <a:pt x="48451" y="11118"/>
                  </a:cubicBezTo>
                  <a:lnTo>
                    <a:pt x="48390" y="11148"/>
                  </a:lnTo>
                  <a:cubicBezTo>
                    <a:pt x="48299" y="11179"/>
                    <a:pt x="48269" y="11270"/>
                    <a:pt x="48177" y="11300"/>
                  </a:cubicBezTo>
                  <a:lnTo>
                    <a:pt x="48117" y="11300"/>
                  </a:lnTo>
                  <a:cubicBezTo>
                    <a:pt x="48056" y="11285"/>
                    <a:pt x="47988" y="11277"/>
                    <a:pt x="47919" y="11277"/>
                  </a:cubicBezTo>
                  <a:cubicBezTo>
                    <a:pt x="47851" y="11277"/>
                    <a:pt x="47782" y="11285"/>
                    <a:pt x="47722" y="11300"/>
                  </a:cubicBezTo>
                  <a:lnTo>
                    <a:pt x="47600" y="11300"/>
                  </a:lnTo>
                  <a:cubicBezTo>
                    <a:pt x="47580" y="11296"/>
                    <a:pt x="47561" y="11294"/>
                    <a:pt x="47544" y="11294"/>
                  </a:cubicBezTo>
                  <a:cubicBezTo>
                    <a:pt x="47431" y="11294"/>
                    <a:pt x="47375" y="11373"/>
                    <a:pt x="47296" y="11452"/>
                  </a:cubicBezTo>
                  <a:cubicBezTo>
                    <a:pt x="47271" y="11471"/>
                    <a:pt x="47248" y="11478"/>
                    <a:pt x="47227" y="11478"/>
                  </a:cubicBezTo>
                  <a:cubicBezTo>
                    <a:pt x="47162" y="11478"/>
                    <a:pt x="47111" y="11409"/>
                    <a:pt x="47043" y="11409"/>
                  </a:cubicBezTo>
                  <a:cubicBezTo>
                    <a:pt x="47027" y="11409"/>
                    <a:pt x="47010" y="11413"/>
                    <a:pt x="46992" y="11422"/>
                  </a:cubicBezTo>
                  <a:cubicBezTo>
                    <a:pt x="46953" y="11451"/>
                    <a:pt x="46911" y="11465"/>
                    <a:pt x="46875" y="11465"/>
                  </a:cubicBezTo>
                  <a:cubicBezTo>
                    <a:pt x="46798" y="11465"/>
                    <a:pt x="46748" y="11404"/>
                    <a:pt x="46810" y="11300"/>
                  </a:cubicBezTo>
                  <a:cubicBezTo>
                    <a:pt x="46901" y="11148"/>
                    <a:pt x="47022" y="10966"/>
                    <a:pt x="47174" y="10905"/>
                  </a:cubicBezTo>
                  <a:lnTo>
                    <a:pt x="47326" y="10844"/>
                  </a:lnTo>
                  <a:cubicBezTo>
                    <a:pt x="47478" y="10784"/>
                    <a:pt x="47874" y="10480"/>
                    <a:pt x="47782" y="10388"/>
                  </a:cubicBezTo>
                  <a:cubicBezTo>
                    <a:pt x="47722" y="10328"/>
                    <a:pt x="47570" y="10176"/>
                    <a:pt x="47448" y="10084"/>
                  </a:cubicBezTo>
                  <a:lnTo>
                    <a:pt x="47570" y="9963"/>
                  </a:lnTo>
                  <a:lnTo>
                    <a:pt x="47600" y="9963"/>
                  </a:lnTo>
                  <a:cubicBezTo>
                    <a:pt x="47600" y="9932"/>
                    <a:pt x="47539" y="9629"/>
                    <a:pt x="47539" y="9537"/>
                  </a:cubicBezTo>
                  <a:cubicBezTo>
                    <a:pt x="47539" y="9477"/>
                    <a:pt x="47509" y="9385"/>
                    <a:pt x="47509" y="9325"/>
                  </a:cubicBezTo>
                  <a:lnTo>
                    <a:pt x="47205" y="9325"/>
                  </a:lnTo>
                  <a:cubicBezTo>
                    <a:pt x="47326" y="9203"/>
                    <a:pt x="47326" y="8899"/>
                    <a:pt x="47357" y="8808"/>
                  </a:cubicBezTo>
                  <a:lnTo>
                    <a:pt x="47509" y="8413"/>
                  </a:lnTo>
                  <a:lnTo>
                    <a:pt x="47357" y="8382"/>
                  </a:lnTo>
                  <a:lnTo>
                    <a:pt x="47174" y="8352"/>
                  </a:lnTo>
                  <a:cubicBezTo>
                    <a:pt x="47235" y="8261"/>
                    <a:pt x="47326" y="8078"/>
                    <a:pt x="47296" y="8048"/>
                  </a:cubicBezTo>
                  <a:cubicBezTo>
                    <a:pt x="47235" y="7987"/>
                    <a:pt x="47114" y="7896"/>
                    <a:pt x="47144" y="7866"/>
                  </a:cubicBezTo>
                  <a:cubicBezTo>
                    <a:pt x="47205" y="7835"/>
                    <a:pt x="47235" y="7774"/>
                    <a:pt x="47266" y="7744"/>
                  </a:cubicBezTo>
                  <a:lnTo>
                    <a:pt x="47266" y="7683"/>
                  </a:lnTo>
                  <a:cubicBezTo>
                    <a:pt x="47235" y="7653"/>
                    <a:pt x="47266" y="7562"/>
                    <a:pt x="47296" y="7562"/>
                  </a:cubicBezTo>
                  <a:lnTo>
                    <a:pt x="47509" y="7531"/>
                  </a:lnTo>
                  <a:cubicBezTo>
                    <a:pt x="47387" y="7349"/>
                    <a:pt x="47266" y="7166"/>
                    <a:pt x="47114" y="6984"/>
                  </a:cubicBezTo>
                  <a:cubicBezTo>
                    <a:pt x="46870" y="6923"/>
                    <a:pt x="46597" y="6863"/>
                    <a:pt x="46323" y="6832"/>
                  </a:cubicBezTo>
                  <a:cubicBezTo>
                    <a:pt x="46171" y="6802"/>
                    <a:pt x="45776" y="6802"/>
                    <a:pt x="45746" y="6771"/>
                  </a:cubicBezTo>
                  <a:cubicBezTo>
                    <a:pt x="45746" y="6711"/>
                    <a:pt x="45655" y="6437"/>
                    <a:pt x="45563" y="6407"/>
                  </a:cubicBezTo>
                  <a:cubicBezTo>
                    <a:pt x="45472" y="6376"/>
                    <a:pt x="45411" y="6346"/>
                    <a:pt x="45381" y="6315"/>
                  </a:cubicBezTo>
                  <a:cubicBezTo>
                    <a:pt x="45290" y="6285"/>
                    <a:pt x="45229" y="6285"/>
                    <a:pt x="45168" y="6255"/>
                  </a:cubicBezTo>
                  <a:lnTo>
                    <a:pt x="45077" y="6285"/>
                  </a:lnTo>
                  <a:cubicBezTo>
                    <a:pt x="45056" y="6280"/>
                    <a:pt x="45034" y="6277"/>
                    <a:pt x="45013" y="6277"/>
                  </a:cubicBezTo>
                  <a:cubicBezTo>
                    <a:pt x="44914" y="6277"/>
                    <a:pt x="44823" y="6332"/>
                    <a:pt x="44773" y="6407"/>
                  </a:cubicBezTo>
                  <a:cubicBezTo>
                    <a:pt x="44767" y="6412"/>
                    <a:pt x="44760" y="6415"/>
                    <a:pt x="44753" y="6415"/>
                  </a:cubicBezTo>
                  <a:cubicBezTo>
                    <a:pt x="44721" y="6415"/>
                    <a:pt x="44676" y="6370"/>
                    <a:pt x="44652" y="6346"/>
                  </a:cubicBezTo>
                  <a:cubicBezTo>
                    <a:pt x="44500" y="6346"/>
                    <a:pt x="44317" y="6346"/>
                    <a:pt x="44135" y="6407"/>
                  </a:cubicBezTo>
                  <a:cubicBezTo>
                    <a:pt x="44013" y="6437"/>
                    <a:pt x="43892" y="6498"/>
                    <a:pt x="43861" y="6498"/>
                  </a:cubicBezTo>
                  <a:lnTo>
                    <a:pt x="43861" y="6528"/>
                  </a:lnTo>
                  <a:lnTo>
                    <a:pt x="43801" y="6680"/>
                  </a:lnTo>
                  <a:cubicBezTo>
                    <a:pt x="43649" y="6650"/>
                    <a:pt x="43436" y="6589"/>
                    <a:pt x="43345" y="6559"/>
                  </a:cubicBezTo>
                  <a:lnTo>
                    <a:pt x="43253" y="6650"/>
                  </a:lnTo>
                  <a:cubicBezTo>
                    <a:pt x="43232" y="6678"/>
                    <a:pt x="43213" y="6688"/>
                    <a:pt x="43194" y="6688"/>
                  </a:cubicBezTo>
                  <a:cubicBezTo>
                    <a:pt x="43142" y="6688"/>
                    <a:pt x="43093" y="6608"/>
                    <a:pt x="43024" y="6608"/>
                  </a:cubicBezTo>
                  <a:cubicBezTo>
                    <a:pt x="43010" y="6608"/>
                    <a:pt x="42996" y="6611"/>
                    <a:pt x="42980" y="6619"/>
                  </a:cubicBezTo>
                  <a:lnTo>
                    <a:pt x="42889" y="6680"/>
                  </a:lnTo>
                  <a:cubicBezTo>
                    <a:pt x="42797" y="6741"/>
                    <a:pt x="42615" y="6832"/>
                    <a:pt x="42493" y="6893"/>
                  </a:cubicBezTo>
                  <a:lnTo>
                    <a:pt x="42463" y="6863"/>
                  </a:lnTo>
                  <a:cubicBezTo>
                    <a:pt x="42423" y="6836"/>
                    <a:pt x="42388" y="6825"/>
                    <a:pt x="42359" y="6825"/>
                  </a:cubicBezTo>
                  <a:cubicBezTo>
                    <a:pt x="42255" y="6825"/>
                    <a:pt x="42213" y="6954"/>
                    <a:pt x="42190" y="6954"/>
                  </a:cubicBezTo>
                  <a:cubicBezTo>
                    <a:pt x="42159" y="6954"/>
                    <a:pt x="42129" y="6893"/>
                    <a:pt x="42068" y="6893"/>
                  </a:cubicBezTo>
                  <a:lnTo>
                    <a:pt x="42038" y="6893"/>
                  </a:lnTo>
                  <a:cubicBezTo>
                    <a:pt x="41946" y="6923"/>
                    <a:pt x="41855" y="6984"/>
                    <a:pt x="41764" y="7045"/>
                  </a:cubicBezTo>
                  <a:lnTo>
                    <a:pt x="41612" y="7045"/>
                  </a:lnTo>
                  <a:cubicBezTo>
                    <a:pt x="41521" y="7045"/>
                    <a:pt x="41430" y="7045"/>
                    <a:pt x="41338" y="7075"/>
                  </a:cubicBezTo>
                  <a:lnTo>
                    <a:pt x="41247" y="7106"/>
                  </a:lnTo>
                  <a:cubicBezTo>
                    <a:pt x="41186" y="7187"/>
                    <a:pt x="41126" y="7214"/>
                    <a:pt x="41092" y="7214"/>
                  </a:cubicBezTo>
                  <a:cubicBezTo>
                    <a:pt x="41075" y="7214"/>
                    <a:pt x="41065" y="7207"/>
                    <a:pt x="41065" y="7197"/>
                  </a:cubicBezTo>
                  <a:cubicBezTo>
                    <a:pt x="41065" y="7191"/>
                    <a:pt x="41062" y="7189"/>
                    <a:pt x="41056" y="7189"/>
                  </a:cubicBezTo>
                  <a:cubicBezTo>
                    <a:pt x="41031" y="7189"/>
                    <a:pt x="40957" y="7238"/>
                    <a:pt x="40883" y="7288"/>
                  </a:cubicBezTo>
                  <a:lnTo>
                    <a:pt x="40731" y="7227"/>
                  </a:lnTo>
                  <a:cubicBezTo>
                    <a:pt x="40639" y="7349"/>
                    <a:pt x="40518" y="7440"/>
                    <a:pt x="40366" y="7531"/>
                  </a:cubicBezTo>
                  <a:cubicBezTo>
                    <a:pt x="40305" y="7546"/>
                    <a:pt x="40206" y="7546"/>
                    <a:pt x="40115" y="7546"/>
                  </a:cubicBezTo>
                  <a:cubicBezTo>
                    <a:pt x="40024" y="7546"/>
                    <a:pt x="39940" y="7546"/>
                    <a:pt x="39910" y="7562"/>
                  </a:cubicBezTo>
                  <a:cubicBezTo>
                    <a:pt x="39849" y="7562"/>
                    <a:pt x="39636" y="7653"/>
                    <a:pt x="39576" y="7653"/>
                  </a:cubicBezTo>
                  <a:cubicBezTo>
                    <a:pt x="39515" y="7683"/>
                    <a:pt x="39302" y="7683"/>
                    <a:pt x="39120" y="7683"/>
                  </a:cubicBezTo>
                  <a:lnTo>
                    <a:pt x="39120" y="7866"/>
                  </a:lnTo>
                  <a:lnTo>
                    <a:pt x="38755" y="7866"/>
                  </a:lnTo>
                  <a:cubicBezTo>
                    <a:pt x="38694" y="7866"/>
                    <a:pt x="38603" y="7987"/>
                    <a:pt x="38572" y="8139"/>
                  </a:cubicBezTo>
                  <a:lnTo>
                    <a:pt x="38329" y="8048"/>
                  </a:lnTo>
                  <a:lnTo>
                    <a:pt x="38177" y="7987"/>
                  </a:lnTo>
                  <a:cubicBezTo>
                    <a:pt x="38177" y="8078"/>
                    <a:pt x="38025" y="8230"/>
                    <a:pt x="37843" y="8291"/>
                  </a:cubicBezTo>
                  <a:lnTo>
                    <a:pt x="37691" y="8291"/>
                  </a:lnTo>
                  <a:cubicBezTo>
                    <a:pt x="37600" y="8291"/>
                    <a:pt x="37509" y="8322"/>
                    <a:pt x="37417" y="8382"/>
                  </a:cubicBezTo>
                  <a:cubicBezTo>
                    <a:pt x="37387" y="8413"/>
                    <a:pt x="37357" y="8504"/>
                    <a:pt x="37326" y="8504"/>
                  </a:cubicBezTo>
                  <a:cubicBezTo>
                    <a:pt x="37235" y="8504"/>
                    <a:pt x="37144" y="8473"/>
                    <a:pt x="37053" y="8443"/>
                  </a:cubicBezTo>
                  <a:lnTo>
                    <a:pt x="36749" y="8595"/>
                  </a:lnTo>
                  <a:lnTo>
                    <a:pt x="36688" y="8625"/>
                  </a:lnTo>
                  <a:cubicBezTo>
                    <a:pt x="36506" y="8686"/>
                    <a:pt x="36354" y="8717"/>
                    <a:pt x="36171" y="8747"/>
                  </a:cubicBezTo>
                  <a:cubicBezTo>
                    <a:pt x="36110" y="8747"/>
                    <a:pt x="36050" y="8747"/>
                    <a:pt x="35989" y="8717"/>
                  </a:cubicBezTo>
                  <a:cubicBezTo>
                    <a:pt x="35989" y="8717"/>
                    <a:pt x="36293" y="8595"/>
                    <a:pt x="36384" y="8534"/>
                  </a:cubicBezTo>
                  <a:cubicBezTo>
                    <a:pt x="36566" y="8413"/>
                    <a:pt x="36718" y="8291"/>
                    <a:pt x="36870" y="8170"/>
                  </a:cubicBezTo>
                  <a:cubicBezTo>
                    <a:pt x="36931" y="8109"/>
                    <a:pt x="37022" y="8048"/>
                    <a:pt x="37113" y="8048"/>
                  </a:cubicBezTo>
                  <a:lnTo>
                    <a:pt x="37205" y="8048"/>
                  </a:lnTo>
                  <a:cubicBezTo>
                    <a:pt x="37326" y="8018"/>
                    <a:pt x="37448" y="7987"/>
                    <a:pt x="37539" y="7896"/>
                  </a:cubicBezTo>
                  <a:lnTo>
                    <a:pt x="37661" y="7835"/>
                  </a:lnTo>
                  <a:lnTo>
                    <a:pt x="37752" y="7774"/>
                  </a:lnTo>
                  <a:cubicBezTo>
                    <a:pt x="37843" y="7683"/>
                    <a:pt x="37965" y="7622"/>
                    <a:pt x="38086" y="7562"/>
                  </a:cubicBezTo>
                  <a:cubicBezTo>
                    <a:pt x="38238" y="7501"/>
                    <a:pt x="38390" y="7440"/>
                    <a:pt x="38512" y="7349"/>
                  </a:cubicBezTo>
                  <a:lnTo>
                    <a:pt x="38694" y="7318"/>
                  </a:lnTo>
                  <a:lnTo>
                    <a:pt x="38907" y="7288"/>
                  </a:lnTo>
                  <a:cubicBezTo>
                    <a:pt x="39028" y="7106"/>
                    <a:pt x="38998" y="6832"/>
                    <a:pt x="39089" y="6802"/>
                  </a:cubicBezTo>
                  <a:cubicBezTo>
                    <a:pt x="39150" y="6771"/>
                    <a:pt x="39211" y="6771"/>
                    <a:pt x="39272" y="6771"/>
                  </a:cubicBezTo>
                  <a:cubicBezTo>
                    <a:pt x="39302" y="6771"/>
                    <a:pt x="39302" y="6893"/>
                    <a:pt x="39302" y="6893"/>
                  </a:cubicBezTo>
                  <a:lnTo>
                    <a:pt x="39697" y="6893"/>
                  </a:lnTo>
                  <a:cubicBezTo>
                    <a:pt x="39697" y="6711"/>
                    <a:pt x="39879" y="6680"/>
                    <a:pt x="39910" y="6650"/>
                  </a:cubicBezTo>
                  <a:cubicBezTo>
                    <a:pt x="40001" y="6589"/>
                    <a:pt x="40092" y="6498"/>
                    <a:pt x="40183" y="6467"/>
                  </a:cubicBezTo>
                  <a:cubicBezTo>
                    <a:pt x="40244" y="6437"/>
                    <a:pt x="40396" y="6407"/>
                    <a:pt x="40427" y="6407"/>
                  </a:cubicBezTo>
                  <a:cubicBezTo>
                    <a:pt x="40609" y="6255"/>
                    <a:pt x="40822" y="6133"/>
                    <a:pt x="41004" y="6011"/>
                  </a:cubicBezTo>
                  <a:cubicBezTo>
                    <a:pt x="41217" y="5951"/>
                    <a:pt x="41399" y="5829"/>
                    <a:pt x="41582" y="5738"/>
                  </a:cubicBezTo>
                  <a:cubicBezTo>
                    <a:pt x="41642" y="5677"/>
                    <a:pt x="41886" y="5434"/>
                    <a:pt x="42007" y="5434"/>
                  </a:cubicBezTo>
                  <a:cubicBezTo>
                    <a:pt x="42053" y="5449"/>
                    <a:pt x="42091" y="5457"/>
                    <a:pt x="42129" y="5457"/>
                  </a:cubicBezTo>
                  <a:cubicBezTo>
                    <a:pt x="42167" y="5457"/>
                    <a:pt x="42205" y="5449"/>
                    <a:pt x="42250" y="5434"/>
                  </a:cubicBezTo>
                  <a:lnTo>
                    <a:pt x="42433" y="5312"/>
                  </a:lnTo>
                  <a:cubicBezTo>
                    <a:pt x="42645" y="5191"/>
                    <a:pt x="43162" y="4917"/>
                    <a:pt x="43284" y="4856"/>
                  </a:cubicBezTo>
                  <a:lnTo>
                    <a:pt x="43740" y="4613"/>
                  </a:lnTo>
                  <a:lnTo>
                    <a:pt x="43831" y="4552"/>
                  </a:lnTo>
                  <a:lnTo>
                    <a:pt x="43952" y="4492"/>
                  </a:lnTo>
                  <a:cubicBezTo>
                    <a:pt x="44044" y="4370"/>
                    <a:pt x="44165" y="4279"/>
                    <a:pt x="44317" y="4279"/>
                  </a:cubicBezTo>
                  <a:lnTo>
                    <a:pt x="44439" y="4249"/>
                  </a:lnTo>
                  <a:lnTo>
                    <a:pt x="44469" y="4249"/>
                  </a:lnTo>
                  <a:cubicBezTo>
                    <a:pt x="44500" y="4157"/>
                    <a:pt x="44560" y="4097"/>
                    <a:pt x="44621" y="4036"/>
                  </a:cubicBezTo>
                  <a:cubicBezTo>
                    <a:pt x="44652" y="4005"/>
                    <a:pt x="44743" y="3914"/>
                    <a:pt x="44804" y="3853"/>
                  </a:cubicBezTo>
                  <a:lnTo>
                    <a:pt x="44864" y="3853"/>
                  </a:lnTo>
                  <a:cubicBezTo>
                    <a:pt x="45108" y="3823"/>
                    <a:pt x="44895" y="3732"/>
                    <a:pt x="44925" y="3701"/>
                  </a:cubicBezTo>
                  <a:cubicBezTo>
                    <a:pt x="44986" y="3671"/>
                    <a:pt x="45077" y="3610"/>
                    <a:pt x="45168" y="3610"/>
                  </a:cubicBezTo>
                  <a:lnTo>
                    <a:pt x="45199" y="3610"/>
                  </a:lnTo>
                  <a:cubicBezTo>
                    <a:pt x="45260" y="3580"/>
                    <a:pt x="45260" y="3428"/>
                    <a:pt x="45229" y="3397"/>
                  </a:cubicBezTo>
                  <a:cubicBezTo>
                    <a:pt x="45229" y="3337"/>
                    <a:pt x="44986" y="3154"/>
                    <a:pt x="44986" y="3063"/>
                  </a:cubicBezTo>
                  <a:cubicBezTo>
                    <a:pt x="44956" y="2881"/>
                    <a:pt x="44925" y="2729"/>
                    <a:pt x="44864" y="2577"/>
                  </a:cubicBezTo>
                  <a:lnTo>
                    <a:pt x="44804" y="2455"/>
                  </a:lnTo>
                  <a:lnTo>
                    <a:pt x="44773" y="2060"/>
                  </a:lnTo>
                  <a:cubicBezTo>
                    <a:pt x="44773" y="2030"/>
                    <a:pt x="44743" y="1969"/>
                    <a:pt x="44743" y="1908"/>
                  </a:cubicBezTo>
                  <a:cubicBezTo>
                    <a:pt x="44743" y="1878"/>
                    <a:pt x="44682" y="1817"/>
                    <a:pt x="44682" y="1817"/>
                  </a:cubicBezTo>
                  <a:cubicBezTo>
                    <a:pt x="44925" y="1695"/>
                    <a:pt x="44743" y="1543"/>
                    <a:pt x="44682" y="1483"/>
                  </a:cubicBezTo>
                  <a:lnTo>
                    <a:pt x="44560" y="1331"/>
                  </a:lnTo>
                  <a:cubicBezTo>
                    <a:pt x="44621" y="1209"/>
                    <a:pt x="44652" y="1087"/>
                    <a:pt x="44652" y="935"/>
                  </a:cubicBezTo>
                  <a:lnTo>
                    <a:pt x="44439" y="935"/>
                  </a:lnTo>
                  <a:cubicBezTo>
                    <a:pt x="44469" y="844"/>
                    <a:pt x="44469" y="723"/>
                    <a:pt x="44439" y="631"/>
                  </a:cubicBezTo>
                  <a:cubicBezTo>
                    <a:pt x="44408" y="601"/>
                    <a:pt x="44196" y="601"/>
                    <a:pt x="44196" y="540"/>
                  </a:cubicBezTo>
                  <a:cubicBezTo>
                    <a:pt x="44165" y="449"/>
                    <a:pt x="44013" y="388"/>
                    <a:pt x="43831" y="327"/>
                  </a:cubicBezTo>
                  <a:lnTo>
                    <a:pt x="43527" y="327"/>
                  </a:lnTo>
                  <a:cubicBezTo>
                    <a:pt x="43436" y="419"/>
                    <a:pt x="43314" y="419"/>
                    <a:pt x="43314" y="419"/>
                  </a:cubicBezTo>
                  <a:cubicBezTo>
                    <a:pt x="43193" y="358"/>
                    <a:pt x="43071" y="327"/>
                    <a:pt x="42919" y="297"/>
                  </a:cubicBezTo>
                  <a:lnTo>
                    <a:pt x="42797" y="419"/>
                  </a:lnTo>
                  <a:lnTo>
                    <a:pt x="42767" y="449"/>
                  </a:lnTo>
                  <a:cubicBezTo>
                    <a:pt x="42751" y="457"/>
                    <a:pt x="42734" y="461"/>
                    <a:pt x="42719" y="461"/>
                  </a:cubicBezTo>
                  <a:cubicBezTo>
                    <a:pt x="42676" y="461"/>
                    <a:pt x="42637" y="433"/>
                    <a:pt x="42615" y="388"/>
                  </a:cubicBezTo>
                  <a:lnTo>
                    <a:pt x="42615" y="358"/>
                  </a:lnTo>
                  <a:cubicBezTo>
                    <a:pt x="42615" y="327"/>
                    <a:pt x="42676" y="297"/>
                    <a:pt x="42676" y="297"/>
                  </a:cubicBezTo>
                  <a:cubicBezTo>
                    <a:pt x="42737" y="145"/>
                    <a:pt x="42676" y="54"/>
                    <a:pt x="42493" y="24"/>
                  </a:cubicBezTo>
                  <a:lnTo>
                    <a:pt x="42463" y="24"/>
                  </a:lnTo>
                  <a:cubicBezTo>
                    <a:pt x="42402" y="39"/>
                    <a:pt x="42334" y="46"/>
                    <a:pt x="42266" y="46"/>
                  </a:cubicBezTo>
                  <a:cubicBezTo>
                    <a:pt x="42197" y="46"/>
                    <a:pt x="42129" y="39"/>
                    <a:pt x="42068" y="24"/>
                  </a:cubicBezTo>
                  <a:cubicBezTo>
                    <a:pt x="42022" y="8"/>
                    <a:pt x="41977" y="1"/>
                    <a:pt x="419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4"/>
            <p:cNvSpPr/>
            <p:nvPr/>
          </p:nvSpPr>
          <p:spPr>
            <a:xfrm rot="-5400000">
              <a:off x="3894113" y="7884363"/>
              <a:ext cx="25100" cy="22375"/>
            </a:xfrm>
            <a:custGeom>
              <a:rect b="b" l="l" r="r" t="t"/>
              <a:pathLst>
                <a:path extrusionOk="0" h="895" w="1004">
                  <a:moveTo>
                    <a:pt x="822" y="1"/>
                  </a:moveTo>
                  <a:cubicBezTo>
                    <a:pt x="670" y="1"/>
                    <a:pt x="609" y="1"/>
                    <a:pt x="670" y="122"/>
                  </a:cubicBezTo>
                  <a:lnTo>
                    <a:pt x="670" y="183"/>
                  </a:lnTo>
                  <a:cubicBezTo>
                    <a:pt x="700" y="244"/>
                    <a:pt x="700" y="305"/>
                    <a:pt x="670" y="335"/>
                  </a:cubicBezTo>
                  <a:cubicBezTo>
                    <a:pt x="609" y="305"/>
                    <a:pt x="548" y="244"/>
                    <a:pt x="518" y="183"/>
                  </a:cubicBezTo>
                  <a:cubicBezTo>
                    <a:pt x="513" y="179"/>
                    <a:pt x="507" y="177"/>
                    <a:pt x="498" y="177"/>
                  </a:cubicBezTo>
                  <a:cubicBezTo>
                    <a:pt x="447" y="177"/>
                    <a:pt x="327" y="248"/>
                    <a:pt x="274" y="274"/>
                  </a:cubicBezTo>
                  <a:cubicBezTo>
                    <a:pt x="249" y="291"/>
                    <a:pt x="223" y="299"/>
                    <a:pt x="199" y="299"/>
                  </a:cubicBezTo>
                  <a:cubicBezTo>
                    <a:pt x="137" y="299"/>
                    <a:pt x="84" y="249"/>
                    <a:pt x="62" y="183"/>
                  </a:cubicBezTo>
                  <a:lnTo>
                    <a:pt x="1" y="335"/>
                  </a:lnTo>
                  <a:cubicBezTo>
                    <a:pt x="1" y="366"/>
                    <a:pt x="92" y="426"/>
                    <a:pt x="122" y="426"/>
                  </a:cubicBezTo>
                  <a:lnTo>
                    <a:pt x="214" y="426"/>
                  </a:lnTo>
                  <a:cubicBezTo>
                    <a:pt x="244" y="457"/>
                    <a:pt x="305" y="487"/>
                    <a:pt x="305" y="518"/>
                  </a:cubicBezTo>
                  <a:cubicBezTo>
                    <a:pt x="305" y="548"/>
                    <a:pt x="244" y="578"/>
                    <a:pt x="214" y="609"/>
                  </a:cubicBezTo>
                  <a:lnTo>
                    <a:pt x="183" y="639"/>
                  </a:lnTo>
                  <a:cubicBezTo>
                    <a:pt x="92" y="639"/>
                    <a:pt x="244" y="821"/>
                    <a:pt x="305" y="852"/>
                  </a:cubicBezTo>
                  <a:cubicBezTo>
                    <a:pt x="326" y="873"/>
                    <a:pt x="378" y="895"/>
                    <a:pt x="428" y="895"/>
                  </a:cubicBezTo>
                  <a:cubicBezTo>
                    <a:pt x="449" y="895"/>
                    <a:pt x="469" y="891"/>
                    <a:pt x="487" y="882"/>
                  </a:cubicBezTo>
                  <a:cubicBezTo>
                    <a:pt x="487" y="852"/>
                    <a:pt x="396" y="761"/>
                    <a:pt x="274" y="609"/>
                  </a:cubicBezTo>
                  <a:lnTo>
                    <a:pt x="578" y="578"/>
                  </a:lnTo>
                  <a:cubicBezTo>
                    <a:pt x="670" y="578"/>
                    <a:pt x="700" y="487"/>
                    <a:pt x="822" y="457"/>
                  </a:cubicBezTo>
                  <a:cubicBezTo>
                    <a:pt x="943" y="426"/>
                    <a:pt x="943" y="366"/>
                    <a:pt x="882" y="305"/>
                  </a:cubicBezTo>
                  <a:cubicBezTo>
                    <a:pt x="730" y="183"/>
                    <a:pt x="791" y="122"/>
                    <a:pt x="974" y="92"/>
                  </a:cubicBezTo>
                  <a:lnTo>
                    <a:pt x="1004" y="92"/>
                  </a:lnTo>
                  <a:cubicBezTo>
                    <a:pt x="1004" y="31"/>
                    <a:pt x="974" y="1"/>
                    <a:pt x="9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4"/>
            <p:cNvSpPr/>
            <p:nvPr/>
          </p:nvSpPr>
          <p:spPr>
            <a:xfrm rot="-5400000">
              <a:off x="3958688" y="8004713"/>
              <a:ext cx="15975" cy="15700"/>
            </a:xfrm>
            <a:custGeom>
              <a:rect b="b" l="l" r="r" t="t"/>
              <a:pathLst>
                <a:path extrusionOk="0" h="628" w="639">
                  <a:moveTo>
                    <a:pt x="415" y="0"/>
                  </a:moveTo>
                  <a:cubicBezTo>
                    <a:pt x="332" y="0"/>
                    <a:pt x="248" y="20"/>
                    <a:pt x="213" y="20"/>
                  </a:cubicBezTo>
                  <a:cubicBezTo>
                    <a:pt x="197" y="15"/>
                    <a:pt x="182" y="12"/>
                    <a:pt x="167" y="12"/>
                  </a:cubicBezTo>
                  <a:cubicBezTo>
                    <a:pt x="101" y="12"/>
                    <a:pt x="56" y="67"/>
                    <a:pt x="31" y="142"/>
                  </a:cubicBezTo>
                  <a:lnTo>
                    <a:pt x="152" y="202"/>
                  </a:lnTo>
                  <a:lnTo>
                    <a:pt x="183" y="202"/>
                  </a:lnTo>
                  <a:cubicBezTo>
                    <a:pt x="243" y="233"/>
                    <a:pt x="213" y="294"/>
                    <a:pt x="152" y="324"/>
                  </a:cubicBezTo>
                  <a:lnTo>
                    <a:pt x="61" y="324"/>
                  </a:lnTo>
                  <a:cubicBezTo>
                    <a:pt x="0" y="354"/>
                    <a:pt x="152" y="598"/>
                    <a:pt x="274" y="628"/>
                  </a:cubicBezTo>
                  <a:cubicBezTo>
                    <a:pt x="395" y="628"/>
                    <a:pt x="517" y="506"/>
                    <a:pt x="487" y="446"/>
                  </a:cubicBezTo>
                  <a:cubicBezTo>
                    <a:pt x="426" y="385"/>
                    <a:pt x="639" y="142"/>
                    <a:pt x="578" y="50"/>
                  </a:cubicBezTo>
                  <a:cubicBezTo>
                    <a:pt x="539" y="11"/>
                    <a:pt x="477" y="0"/>
                    <a:pt x="4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4"/>
            <p:cNvSpPr/>
            <p:nvPr/>
          </p:nvSpPr>
          <p:spPr>
            <a:xfrm rot="-5400000">
              <a:off x="3951513" y="7990713"/>
              <a:ext cx="12950" cy="10275"/>
            </a:xfrm>
            <a:custGeom>
              <a:rect b="b" l="l" r="r" t="t"/>
              <a:pathLst>
                <a:path extrusionOk="0" h="411" w="518">
                  <a:moveTo>
                    <a:pt x="335" y="1"/>
                  </a:moveTo>
                  <a:cubicBezTo>
                    <a:pt x="210" y="1"/>
                    <a:pt x="44" y="38"/>
                    <a:pt x="1" y="168"/>
                  </a:cubicBezTo>
                  <a:lnTo>
                    <a:pt x="153" y="259"/>
                  </a:lnTo>
                  <a:lnTo>
                    <a:pt x="335" y="411"/>
                  </a:lnTo>
                  <a:cubicBezTo>
                    <a:pt x="487" y="229"/>
                    <a:pt x="518" y="46"/>
                    <a:pt x="457" y="16"/>
                  </a:cubicBezTo>
                  <a:cubicBezTo>
                    <a:pt x="430" y="7"/>
                    <a:pt x="386" y="1"/>
                    <a:pt x="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4"/>
            <p:cNvSpPr/>
            <p:nvPr/>
          </p:nvSpPr>
          <p:spPr>
            <a:xfrm rot="-5400000">
              <a:off x="3797725" y="7706225"/>
              <a:ext cx="18275" cy="8575"/>
            </a:xfrm>
            <a:custGeom>
              <a:rect b="b" l="l" r="r" t="t"/>
              <a:pathLst>
                <a:path extrusionOk="0" h="343" w="731">
                  <a:moveTo>
                    <a:pt x="632" y="0"/>
                  </a:moveTo>
                  <a:cubicBezTo>
                    <a:pt x="553" y="0"/>
                    <a:pt x="385" y="45"/>
                    <a:pt x="335" y="69"/>
                  </a:cubicBezTo>
                  <a:cubicBezTo>
                    <a:pt x="275" y="100"/>
                    <a:pt x="1" y="191"/>
                    <a:pt x="31" y="252"/>
                  </a:cubicBezTo>
                  <a:cubicBezTo>
                    <a:pt x="50" y="289"/>
                    <a:pt x="81" y="315"/>
                    <a:pt x="108" y="315"/>
                  </a:cubicBezTo>
                  <a:cubicBezTo>
                    <a:pt x="125" y="315"/>
                    <a:pt x="141" y="305"/>
                    <a:pt x="153" y="282"/>
                  </a:cubicBezTo>
                  <a:cubicBezTo>
                    <a:pt x="162" y="278"/>
                    <a:pt x="173" y="276"/>
                    <a:pt x="187" y="276"/>
                  </a:cubicBezTo>
                  <a:cubicBezTo>
                    <a:pt x="270" y="276"/>
                    <a:pt x="427" y="343"/>
                    <a:pt x="427" y="343"/>
                  </a:cubicBezTo>
                  <a:cubicBezTo>
                    <a:pt x="457" y="343"/>
                    <a:pt x="518" y="130"/>
                    <a:pt x="609" y="130"/>
                  </a:cubicBezTo>
                  <a:cubicBezTo>
                    <a:pt x="730" y="130"/>
                    <a:pt x="730" y="69"/>
                    <a:pt x="670" y="9"/>
                  </a:cubicBezTo>
                  <a:cubicBezTo>
                    <a:pt x="664" y="3"/>
                    <a:pt x="650" y="0"/>
                    <a:pt x="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4"/>
            <p:cNvSpPr/>
            <p:nvPr/>
          </p:nvSpPr>
          <p:spPr>
            <a:xfrm rot="-5400000">
              <a:off x="3937950" y="8013475"/>
              <a:ext cx="22050" cy="7300"/>
            </a:xfrm>
            <a:custGeom>
              <a:rect b="b" l="l" r="r" t="t"/>
              <a:pathLst>
                <a:path extrusionOk="0" h="292" w="882">
                  <a:moveTo>
                    <a:pt x="24" y="1"/>
                  </a:moveTo>
                  <a:cubicBezTo>
                    <a:pt x="0" y="1"/>
                    <a:pt x="0" y="29"/>
                    <a:pt x="0" y="74"/>
                  </a:cubicBezTo>
                  <a:lnTo>
                    <a:pt x="61" y="104"/>
                  </a:lnTo>
                  <a:lnTo>
                    <a:pt x="122" y="165"/>
                  </a:lnTo>
                  <a:cubicBezTo>
                    <a:pt x="243" y="195"/>
                    <a:pt x="365" y="226"/>
                    <a:pt x="487" y="286"/>
                  </a:cubicBezTo>
                  <a:cubicBezTo>
                    <a:pt x="493" y="290"/>
                    <a:pt x="500" y="291"/>
                    <a:pt x="506" y="291"/>
                  </a:cubicBezTo>
                  <a:cubicBezTo>
                    <a:pt x="555" y="291"/>
                    <a:pt x="585" y="195"/>
                    <a:pt x="639" y="195"/>
                  </a:cubicBezTo>
                  <a:cubicBezTo>
                    <a:pt x="730" y="195"/>
                    <a:pt x="791" y="165"/>
                    <a:pt x="851" y="134"/>
                  </a:cubicBezTo>
                  <a:cubicBezTo>
                    <a:pt x="882" y="104"/>
                    <a:pt x="669" y="43"/>
                    <a:pt x="578" y="43"/>
                  </a:cubicBezTo>
                  <a:lnTo>
                    <a:pt x="304" y="43"/>
                  </a:lnTo>
                  <a:cubicBezTo>
                    <a:pt x="213" y="43"/>
                    <a:pt x="122" y="43"/>
                    <a:pt x="61" y="13"/>
                  </a:cubicBezTo>
                  <a:cubicBezTo>
                    <a:pt x="45" y="5"/>
                    <a:pt x="33" y="1"/>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4"/>
            <p:cNvSpPr/>
            <p:nvPr/>
          </p:nvSpPr>
          <p:spPr>
            <a:xfrm rot="-5400000">
              <a:off x="3816113" y="7726038"/>
              <a:ext cx="9150" cy="9975"/>
            </a:xfrm>
            <a:custGeom>
              <a:rect b="b" l="l" r="r" t="t"/>
              <a:pathLst>
                <a:path extrusionOk="0" h="399" w="366">
                  <a:moveTo>
                    <a:pt x="213" y="0"/>
                  </a:moveTo>
                  <a:lnTo>
                    <a:pt x="122" y="61"/>
                  </a:lnTo>
                  <a:lnTo>
                    <a:pt x="1" y="122"/>
                  </a:lnTo>
                  <a:cubicBezTo>
                    <a:pt x="1" y="234"/>
                    <a:pt x="131" y="399"/>
                    <a:pt x="198" y="399"/>
                  </a:cubicBezTo>
                  <a:cubicBezTo>
                    <a:pt x="204" y="399"/>
                    <a:pt x="209" y="398"/>
                    <a:pt x="213" y="395"/>
                  </a:cubicBezTo>
                  <a:cubicBezTo>
                    <a:pt x="305" y="395"/>
                    <a:pt x="274" y="304"/>
                    <a:pt x="244" y="304"/>
                  </a:cubicBezTo>
                  <a:cubicBezTo>
                    <a:pt x="213" y="274"/>
                    <a:pt x="244" y="213"/>
                    <a:pt x="305" y="152"/>
                  </a:cubicBezTo>
                  <a:cubicBezTo>
                    <a:pt x="335" y="91"/>
                    <a:pt x="365" y="0"/>
                    <a:pt x="2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4"/>
            <p:cNvSpPr/>
            <p:nvPr/>
          </p:nvSpPr>
          <p:spPr>
            <a:xfrm rot="-5400000">
              <a:off x="3927950" y="7989575"/>
              <a:ext cx="7350" cy="8450"/>
            </a:xfrm>
            <a:custGeom>
              <a:rect b="b" l="l" r="r" t="t"/>
              <a:pathLst>
                <a:path extrusionOk="0" h="338" w="294">
                  <a:moveTo>
                    <a:pt x="202" y="0"/>
                  </a:moveTo>
                  <a:cubicBezTo>
                    <a:pt x="141" y="0"/>
                    <a:pt x="50" y="213"/>
                    <a:pt x="20" y="274"/>
                  </a:cubicBezTo>
                  <a:cubicBezTo>
                    <a:pt x="1" y="312"/>
                    <a:pt x="17" y="337"/>
                    <a:pt x="61" y="337"/>
                  </a:cubicBezTo>
                  <a:cubicBezTo>
                    <a:pt x="88" y="337"/>
                    <a:pt x="125" y="328"/>
                    <a:pt x="172" y="304"/>
                  </a:cubicBezTo>
                  <a:cubicBezTo>
                    <a:pt x="293" y="274"/>
                    <a:pt x="263"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4"/>
            <p:cNvSpPr/>
            <p:nvPr/>
          </p:nvSpPr>
          <p:spPr>
            <a:xfrm rot="-5400000">
              <a:off x="3832175" y="7801925"/>
              <a:ext cx="15975" cy="10925"/>
            </a:xfrm>
            <a:custGeom>
              <a:rect b="b" l="l" r="r" t="t"/>
              <a:pathLst>
                <a:path extrusionOk="0" h="437" w="639">
                  <a:moveTo>
                    <a:pt x="517" y="0"/>
                  </a:moveTo>
                  <a:lnTo>
                    <a:pt x="395" y="152"/>
                  </a:lnTo>
                  <a:cubicBezTo>
                    <a:pt x="320" y="227"/>
                    <a:pt x="204" y="282"/>
                    <a:pt x="97" y="282"/>
                  </a:cubicBezTo>
                  <a:cubicBezTo>
                    <a:pt x="75" y="282"/>
                    <a:pt x="52" y="279"/>
                    <a:pt x="31" y="274"/>
                  </a:cubicBezTo>
                  <a:cubicBezTo>
                    <a:pt x="31" y="274"/>
                    <a:pt x="0" y="395"/>
                    <a:pt x="0" y="395"/>
                  </a:cubicBezTo>
                  <a:lnTo>
                    <a:pt x="61" y="426"/>
                  </a:lnTo>
                  <a:cubicBezTo>
                    <a:pt x="76" y="433"/>
                    <a:pt x="92" y="437"/>
                    <a:pt x="109" y="437"/>
                  </a:cubicBezTo>
                  <a:cubicBezTo>
                    <a:pt x="227" y="437"/>
                    <a:pt x="380" y="274"/>
                    <a:pt x="486" y="274"/>
                  </a:cubicBezTo>
                  <a:cubicBezTo>
                    <a:pt x="638" y="243"/>
                    <a:pt x="638" y="152"/>
                    <a:pt x="5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4"/>
            <p:cNvSpPr/>
            <p:nvPr/>
          </p:nvSpPr>
          <p:spPr>
            <a:xfrm rot="-5400000">
              <a:off x="3927075" y="7949425"/>
              <a:ext cx="12175" cy="11525"/>
            </a:xfrm>
            <a:custGeom>
              <a:rect b="b" l="l" r="r" t="t"/>
              <a:pathLst>
                <a:path extrusionOk="0" h="461" w="487">
                  <a:moveTo>
                    <a:pt x="456" y="0"/>
                  </a:moveTo>
                  <a:cubicBezTo>
                    <a:pt x="456" y="2"/>
                    <a:pt x="456" y="4"/>
                    <a:pt x="456" y="6"/>
                  </a:cubicBezTo>
                  <a:lnTo>
                    <a:pt x="456" y="6"/>
                  </a:lnTo>
                  <a:cubicBezTo>
                    <a:pt x="466" y="4"/>
                    <a:pt x="476" y="2"/>
                    <a:pt x="486" y="0"/>
                  </a:cubicBezTo>
                  <a:close/>
                  <a:moveTo>
                    <a:pt x="456" y="6"/>
                  </a:moveTo>
                  <a:cubicBezTo>
                    <a:pt x="311" y="35"/>
                    <a:pt x="148" y="65"/>
                    <a:pt x="91" y="122"/>
                  </a:cubicBezTo>
                  <a:lnTo>
                    <a:pt x="0" y="244"/>
                  </a:lnTo>
                  <a:cubicBezTo>
                    <a:pt x="122" y="304"/>
                    <a:pt x="213" y="396"/>
                    <a:pt x="335" y="456"/>
                  </a:cubicBezTo>
                  <a:cubicBezTo>
                    <a:pt x="337" y="459"/>
                    <a:pt x="340" y="460"/>
                    <a:pt x="343" y="460"/>
                  </a:cubicBezTo>
                  <a:cubicBezTo>
                    <a:pt x="370" y="460"/>
                    <a:pt x="395" y="329"/>
                    <a:pt x="395" y="274"/>
                  </a:cubicBezTo>
                  <a:cubicBezTo>
                    <a:pt x="395" y="213"/>
                    <a:pt x="395" y="152"/>
                    <a:pt x="456" y="122"/>
                  </a:cubicBezTo>
                  <a:cubicBezTo>
                    <a:pt x="456" y="93"/>
                    <a:pt x="456" y="38"/>
                    <a:pt x="456" y="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4"/>
            <p:cNvSpPr/>
            <p:nvPr/>
          </p:nvSpPr>
          <p:spPr>
            <a:xfrm rot="-5400000">
              <a:off x="3939425" y="7983150"/>
              <a:ext cx="12925" cy="8675"/>
            </a:xfrm>
            <a:custGeom>
              <a:rect b="b" l="l" r="r" t="t"/>
              <a:pathLst>
                <a:path extrusionOk="0" h="347" w="517">
                  <a:moveTo>
                    <a:pt x="290" y="1"/>
                  </a:moveTo>
                  <a:cubicBezTo>
                    <a:pt x="268" y="1"/>
                    <a:pt x="251" y="4"/>
                    <a:pt x="243" y="12"/>
                  </a:cubicBezTo>
                  <a:cubicBezTo>
                    <a:pt x="243" y="73"/>
                    <a:pt x="0" y="164"/>
                    <a:pt x="31" y="225"/>
                  </a:cubicBezTo>
                  <a:cubicBezTo>
                    <a:pt x="31" y="316"/>
                    <a:pt x="274" y="346"/>
                    <a:pt x="365" y="346"/>
                  </a:cubicBezTo>
                  <a:cubicBezTo>
                    <a:pt x="426" y="346"/>
                    <a:pt x="334" y="255"/>
                    <a:pt x="274" y="255"/>
                  </a:cubicBezTo>
                  <a:cubicBezTo>
                    <a:pt x="213" y="225"/>
                    <a:pt x="395" y="194"/>
                    <a:pt x="456" y="194"/>
                  </a:cubicBezTo>
                  <a:cubicBezTo>
                    <a:pt x="486" y="194"/>
                    <a:pt x="517" y="164"/>
                    <a:pt x="486" y="103"/>
                  </a:cubicBezTo>
                  <a:cubicBezTo>
                    <a:pt x="464" y="35"/>
                    <a:pt x="355" y="1"/>
                    <a:pt x="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4"/>
            <p:cNvSpPr/>
            <p:nvPr/>
          </p:nvSpPr>
          <p:spPr>
            <a:xfrm rot="-5400000">
              <a:off x="3940213" y="7967888"/>
              <a:ext cx="13600" cy="9475"/>
            </a:xfrm>
            <a:custGeom>
              <a:rect b="b" l="l" r="r" t="t"/>
              <a:pathLst>
                <a:path extrusionOk="0" h="379" w="544">
                  <a:moveTo>
                    <a:pt x="388" y="1"/>
                  </a:moveTo>
                  <a:cubicBezTo>
                    <a:pt x="369" y="1"/>
                    <a:pt x="349" y="4"/>
                    <a:pt x="331" y="13"/>
                  </a:cubicBezTo>
                  <a:cubicBezTo>
                    <a:pt x="303" y="41"/>
                    <a:pt x="197" y="199"/>
                    <a:pt x="133" y="199"/>
                  </a:cubicBezTo>
                  <a:cubicBezTo>
                    <a:pt x="128" y="199"/>
                    <a:pt x="123" y="198"/>
                    <a:pt x="118" y="196"/>
                  </a:cubicBezTo>
                  <a:cubicBezTo>
                    <a:pt x="106" y="192"/>
                    <a:pt x="95" y="190"/>
                    <a:pt x="85" y="190"/>
                  </a:cubicBezTo>
                  <a:cubicBezTo>
                    <a:pt x="20" y="190"/>
                    <a:pt x="1" y="272"/>
                    <a:pt x="27" y="378"/>
                  </a:cubicBezTo>
                  <a:lnTo>
                    <a:pt x="118" y="287"/>
                  </a:lnTo>
                  <a:lnTo>
                    <a:pt x="301" y="196"/>
                  </a:lnTo>
                  <a:cubicBezTo>
                    <a:pt x="361" y="216"/>
                    <a:pt x="409" y="223"/>
                    <a:pt x="445" y="223"/>
                  </a:cubicBezTo>
                  <a:cubicBezTo>
                    <a:pt x="517" y="223"/>
                    <a:pt x="544" y="196"/>
                    <a:pt x="544" y="196"/>
                  </a:cubicBezTo>
                  <a:cubicBezTo>
                    <a:pt x="513" y="165"/>
                    <a:pt x="453" y="44"/>
                    <a:pt x="453" y="44"/>
                  </a:cubicBezTo>
                  <a:cubicBezTo>
                    <a:pt x="474" y="22"/>
                    <a:pt x="435" y="1"/>
                    <a:pt x="3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4"/>
            <p:cNvSpPr/>
            <p:nvPr/>
          </p:nvSpPr>
          <p:spPr>
            <a:xfrm rot="-5400000">
              <a:off x="4186975" y="8275400"/>
              <a:ext cx="14650" cy="4900"/>
            </a:xfrm>
            <a:custGeom>
              <a:rect b="b" l="l" r="r" t="t"/>
              <a:pathLst>
                <a:path extrusionOk="0" h="196" w="586">
                  <a:moveTo>
                    <a:pt x="38" y="0"/>
                  </a:moveTo>
                  <a:cubicBezTo>
                    <a:pt x="38" y="44"/>
                    <a:pt x="35" y="80"/>
                    <a:pt x="32" y="108"/>
                  </a:cubicBezTo>
                  <a:lnTo>
                    <a:pt x="32" y="108"/>
                  </a:lnTo>
                  <a:cubicBezTo>
                    <a:pt x="55" y="91"/>
                    <a:pt x="93" y="75"/>
                    <a:pt x="136" y="61"/>
                  </a:cubicBezTo>
                  <a:lnTo>
                    <a:pt x="136" y="61"/>
                  </a:lnTo>
                  <a:lnTo>
                    <a:pt x="38" y="0"/>
                  </a:lnTo>
                  <a:close/>
                  <a:moveTo>
                    <a:pt x="32" y="108"/>
                  </a:moveTo>
                  <a:lnTo>
                    <a:pt x="32" y="108"/>
                  </a:lnTo>
                  <a:cubicBezTo>
                    <a:pt x="11" y="123"/>
                    <a:pt x="1" y="138"/>
                    <a:pt x="8" y="152"/>
                  </a:cubicBezTo>
                  <a:cubicBezTo>
                    <a:pt x="8" y="168"/>
                    <a:pt x="10" y="175"/>
                    <a:pt x="13" y="175"/>
                  </a:cubicBezTo>
                  <a:cubicBezTo>
                    <a:pt x="18" y="175"/>
                    <a:pt x="26" y="152"/>
                    <a:pt x="32" y="108"/>
                  </a:cubicBezTo>
                  <a:close/>
                  <a:moveTo>
                    <a:pt x="344" y="24"/>
                  </a:moveTo>
                  <a:cubicBezTo>
                    <a:pt x="281" y="24"/>
                    <a:pt x="202" y="40"/>
                    <a:pt x="136" y="61"/>
                  </a:cubicBezTo>
                  <a:lnTo>
                    <a:pt x="136" y="61"/>
                  </a:lnTo>
                  <a:lnTo>
                    <a:pt x="281" y="152"/>
                  </a:lnTo>
                  <a:cubicBezTo>
                    <a:pt x="324" y="174"/>
                    <a:pt x="367" y="195"/>
                    <a:pt x="421" y="195"/>
                  </a:cubicBezTo>
                  <a:cubicBezTo>
                    <a:pt x="443" y="195"/>
                    <a:pt x="467" y="191"/>
                    <a:pt x="494" y="182"/>
                  </a:cubicBezTo>
                  <a:lnTo>
                    <a:pt x="524" y="182"/>
                  </a:lnTo>
                  <a:cubicBezTo>
                    <a:pt x="585" y="122"/>
                    <a:pt x="524" y="61"/>
                    <a:pt x="403" y="30"/>
                  </a:cubicBezTo>
                  <a:cubicBezTo>
                    <a:pt x="386" y="26"/>
                    <a:pt x="366" y="24"/>
                    <a:pt x="344" y="2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4"/>
            <p:cNvSpPr/>
            <p:nvPr/>
          </p:nvSpPr>
          <p:spPr>
            <a:xfrm rot="-5400000">
              <a:off x="3830850" y="7751575"/>
              <a:ext cx="14550" cy="6850"/>
            </a:xfrm>
            <a:custGeom>
              <a:rect b="b" l="l" r="r" t="t"/>
              <a:pathLst>
                <a:path extrusionOk="0" h="274" w="582">
                  <a:moveTo>
                    <a:pt x="27" y="89"/>
                  </a:moveTo>
                  <a:cubicBezTo>
                    <a:pt x="0" y="89"/>
                    <a:pt x="43" y="115"/>
                    <a:pt x="156" y="152"/>
                  </a:cubicBezTo>
                  <a:lnTo>
                    <a:pt x="180" y="136"/>
                  </a:lnTo>
                  <a:lnTo>
                    <a:pt x="180" y="136"/>
                  </a:lnTo>
                  <a:lnTo>
                    <a:pt x="156" y="122"/>
                  </a:lnTo>
                  <a:cubicBezTo>
                    <a:pt x="86" y="98"/>
                    <a:pt x="43" y="89"/>
                    <a:pt x="27" y="89"/>
                  </a:cubicBezTo>
                  <a:close/>
                  <a:moveTo>
                    <a:pt x="399" y="0"/>
                  </a:moveTo>
                  <a:lnTo>
                    <a:pt x="338" y="31"/>
                  </a:lnTo>
                  <a:lnTo>
                    <a:pt x="180" y="136"/>
                  </a:lnTo>
                  <a:lnTo>
                    <a:pt x="180" y="136"/>
                  </a:lnTo>
                  <a:lnTo>
                    <a:pt x="308" y="213"/>
                  </a:lnTo>
                  <a:lnTo>
                    <a:pt x="429" y="274"/>
                  </a:lnTo>
                  <a:cubicBezTo>
                    <a:pt x="581" y="213"/>
                    <a:pt x="551" y="91"/>
                    <a:pt x="3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4"/>
            <p:cNvSpPr/>
            <p:nvPr/>
          </p:nvSpPr>
          <p:spPr>
            <a:xfrm rot="-5400000">
              <a:off x="3882538" y="7864288"/>
              <a:ext cx="12300" cy="7175"/>
            </a:xfrm>
            <a:custGeom>
              <a:rect b="b" l="l" r="r" t="t"/>
              <a:pathLst>
                <a:path extrusionOk="0" h="287" w="492">
                  <a:moveTo>
                    <a:pt x="456" y="0"/>
                  </a:moveTo>
                  <a:cubicBezTo>
                    <a:pt x="407" y="0"/>
                    <a:pt x="325" y="58"/>
                    <a:pt x="279" y="81"/>
                  </a:cubicBezTo>
                  <a:cubicBezTo>
                    <a:pt x="249" y="142"/>
                    <a:pt x="188" y="142"/>
                    <a:pt x="158" y="142"/>
                  </a:cubicBezTo>
                  <a:cubicBezTo>
                    <a:pt x="132" y="130"/>
                    <a:pt x="97" y="122"/>
                    <a:pt x="68" y="122"/>
                  </a:cubicBezTo>
                  <a:cubicBezTo>
                    <a:pt x="27" y="122"/>
                    <a:pt x="0" y="137"/>
                    <a:pt x="36" y="173"/>
                  </a:cubicBezTo>
                  <a:lnTo>
                    <a:pt x="36" y="203"/>
                  </a:lnTo>
                  <a:lnTo>
                    <a:pt x="97" y="264"/>
                  </a:lnTo>
                  <a:cubicBezTo>
                    <a:pt x="142" y="279"/>
                    <a:pt x="188" y="287"/>
                    <a:pt x="234" y="287"/>
                  </a:cubicBezTo>
                  <a:cubicBezTo>
                    <a:pt x="279" y="287"/>
                    <a:pt x="325" y="279"/>
                    <a:pt x="370" y="264"/>
                  </a:cubicBezTo>
                  <a:lnTo>
                    <a:pt x="401" y="173"/>
                  </a:lnTo>
                  <a:cubicBezTo>
                    <a:pt x="401" y="142"/>
                    <a:pt x="492" y="81"/>
                    <a:pt x="492" y="51"/>
                  </a:cubicBezTo>
                  <a:lnTo>
                    <a:pt x="492" y="21"/>
                  </a:lnTo>
                  <a:cubicBezTo>
                    <a:pt x="485" y="6"/>
                    <a:pt x="472" y="0"/>
                    <a:pt x="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4"/>
            <p:cNvSpPr/>
            <p:nvPr/>
          </p:nvSpPr>
          <p:spPr>
            <a:xfrm rot="-5400000">
              <a:off x="3878038" y="7895063"/>
              <a:ext cx="15100" cy="7675"/>
            </a:xfrm>
            <a:custGeom>
              <a:rect b="b" l="l" r="r" t="t"/>
              <a:pathLst>
                <a:path extrusionOk="0" h="307" w="604">
                  <a:moveTo>
                    <a:pt x="366" y="0"/>
                  </a:moveTo>
                  <a:cubicBezTo>
                    <a:pt x="214" y="0"/>
                    <a:pt x="0" y="247"/>
                    <a:pt x="87" y="276"/>
                  </a:cubicBezTo>
                  <a:lnTo>
                    <a:pt x="148" y="307"/>
                  </a:lnTo>
                  <a:cubicBezTo>
                    <a:pt x="178" y="307"/>
                    <a:pt x="239" y="276"/>
                    <a:pt x="239" y="246"/>
                  </a:cubicBezTo>
                  <a:lnTo>
                    <a:pt x="239" y="155"/>
                  </a:lnTo>
                  <a:cubicBezTo>
                    <a:pt x="262" y="155"/>
                    <a:pt x="387" y="206"/>
                    <a:pt x="474" y="206"/>
                  </a:cubicBezTo>
                  <a:cubicBezTo>
                    <a:pt x="503" y="206"/>
                    <a:pt x="528" y="200"/>
                    <a:pt x="543" y="185"/>
                  </a:cubicBezTo>
                  <a:cubicBezTo>
                    <a:pt x="604" y="124"/>
                    <a:pt x="512" y="33"/>
                    <a:pt x="391" y="3"/>
                  </a:cubicBezTo>
                  <a:cubicBezTo>
                    <a:pt x="383" y="1"/>
                    <a:pt x="375" y="0"/>
                    <a:pt x="3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4"/>
            <p:cNvSpPr/>
            <p:nvPr/>
          </p:nvSpPr>
          <p:spPr>
            <a:xfrm rot="-5400000">
              <a:off x="3928788" y="8000638"/>
              <a:ext cx="10650" cy="10925"/>
            </a:xfrm>
            <a:custGeom>
              <a:rect b="b" l="l" r="r" t="t"/>
              <a:pathLst>
                <a:path extrusionOk="0" h="437" w="426">
                  <a:moveTo>
                    <a:pt x="296" y="0"/>
                  </a:moveTo>
                  <a:cubicBezTo>
                    <a:pt x="261" y="0"/>
                    <a:pt x="243" y="40"/>
                    <a:pt x="243" y="133"/>
                  </a:cubicBezTo>
                  <a:lnTo>
                    <a:pt x="213" y="194"/>
                  </a:lnTo>
                  <a:cubicBezTo>
                    <a:pt x="182" y="254"/>
                    <a:pt x="61" y="315"/>
                    <a:pt x="30" y="315"/>
                  </a:cubicBezTo>
                  <a:cubicBezTo>
                    <a:pt x="0" y="346"/>
                    <a:pt x="0" y="376"/>
                    <a:pt x="30" y="406"/>
                  </a:cubicBezTo>
                  <a:cubicBezTo>
                    <a:pt x="30" y="437"/>
                    <a:pt x="91" y="437"/>
                    <a:pt x="91" y="437"/>
                  </a:cubicBezTo>
                  <a:lnTo>
                    <a:pt x="213" y="376"/>
                  </a:lnTo>
                  <a:cubicBezTo>
                    <a:pt x="334" y="285"/>
                    <a:pt x="426" y="72"/>
                    <a:pt x="334" y="11"/>
                  </a:cubicBezTo>
                  <a:cubicBezTo>
                    <a:pt x="320" y="4"/>
                    <a:pt x="307" y="0"/>
                    <a:pt x="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4"/>
            <p:cNvSpPr/>
            <p:nvPr/>
          </p:nvSpPr>
          <p:spPr>
            <a:xfrm rot="-5400000">
              <a:off x="4006338" y="8061463"/>
              <a:ext cx="14450" cy="7075"/>
            </a:xfrm>
            <a:custGeom>
              <a:rect b="b" l="l" r="r" t="t"/>
              <a:pathLst>
                <a:path extrusionOk="0" h="283" w="578">
                  <a:moveTo>
                    <a:pt x="441" y="0"/>
                  </a:moveTo>
                  <a:cubicBezTo>
                    <a:pt x="402" y="0"/>
                    <a:pt x="293" y="45"/>
                    <a:pt x="244" y="69"/>
                  </a:cubicBezTo>
                  <a:cubicBezTo>
                    <a:pt x="183" y="100"/>
                    <a:pt x="92" y="100"/>
                    <a:pt x="31" y="100"/>
                  </a:cubicBezTo>
                  <a:cubicBezTo>
                    <a:pt x="31" y="100"/>
                    <a:pt x="0" y="130"/>
                    <a:pt x="31" y="191"/>
                  </a:cubicBezTo>
                  <a:lnTo>
                    <a:pt x="61" y="221"/>
                  </a:lnTo>
                  <a:lnTo>
                    <a:pt x="122" y="282"/>
                  </a:lnTo>
                  <a:cubicBezTo>
                    <a:pt x="122" y="282"/>
                    <a:pt x="183" y="252"/>
                    <a:pt x="213" y="160"/>
                  </a:cubicBezTo>
                  <a:lnTo>
                    <a:pt x="365" y="252"/>
                  </a:lnTo>
                  <a:lnTo>
                    <a:pt x="456" y="282"/>
                  </a:lnTo>
                  <a:cubicBezTo>
                    <a:pt x="517" y="252"/>
                    <a:pt x="578" y="160"/>
                    <a:pt x="547" y="130"/>
                  </a:cubicBezTo>
                  <a:cubicBezTo>
                    <a:pt x="517" y="100"/>
                    <a:pt x="456" y="39"/>
                    <a:pt x="456" y="9"/>
                  </a:cubicBezTo>
                  <a:cubicBezTo>
                    <a:pt x="456" y="3"/>
                    <a:pt x="451" y="0"/>
                    <a:pt x="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143" name="Shape 114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34" Type="http://schemas.openxmlformats.org/officeDocument/2006/relationships/theme" Target="../theme/theme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434343"/>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D19A78"/>
              </a:buClr>
              <a:buSzPts val="2800"/>
              <a:buFont typeface="Poiret One"/>
              <a:buNone/>
              <a:defRPr b="1" sz="2800">
                <a:solidFill>
                  <a:srgbClr val="D19A78"/>
                </a:solidFill>
                <a:latin typeface="Poiret One"/>
                <a:ea typeface="Poiret One"/>
                <a:cs typeface="Poiret One"/>
                <a:sym typeface="Poiret One"/>
              </a:defRPr>
            </a:lvl1pPr>
            <a:lvl2pPr lvl="1">
              <a:spcBef>
                <a:spcPts val="0"/>
              </a:spcBef>
              <a:spcAft>
                <a:spcPts val="0"/>
              </a:spcAft>
              <a:buClr>
                <a:srgbClr val="D19A78"/>
              </a:buClr>
              <a:buSzPts val="2800"/>
              <a:buFont typeface="Poiret One"/>
              <a:buNone/>
              <a:defRPr b="1" sz="2800">
                <a:solidFill>
                  <a:srgbClr val="D19A78"/>
                </a:solidFill>
                <a:latin typeface="Poiret One"/>
                <a:ea typeface="Poiret One"/>
                <a:cs typeface="Poiret One"/>
                <a:sym typeface="Poiret One"/>
              </a:defRPr>
            </a:lvl2pPr>
            <a:lvl3pPr lvl="2">
              <a:spcBef>
                <a:spcPts val="0"/>
              </a:spcBef>
              <a:spcAft>
                <a:spcPts val="0"/>
              </a:spcAft>
              <a:buClr>
                <a:srgbClr val="D19A78"/>
              </a:buClr>
              <a:buSzPts val="2800"/>
              <a:buFont typeface="Poiret One"/>
              <a:buNone/>
              <a:defRPr b="1" sz="2800">
                <a:solidFill>
                  <a:srgbClr val="D19A78"/>
                </a:solidFill>
                <a:latin typeface="Poiret One"/>
                <a:ea typeface="Poiret One"/>
                <a:cs typeface="Poiret One"/>
                <a:sym typeface="Poiret One"/>
              </a:defRPr>
            </a:lvl3pPr>
            <a:lvl4pPr lvl="3">
              <a:spcBef>
                <a:spcPts val="0"/>
              </a:spcBef>
              <a:spcAft>
                <a:spcPts val="0"/>
              </a:spcAft>
              <a:buClr>
                <a:srgbClr val="D19A78"/>
              </a:buClr>
              <a:buSzPts val="2800"/>
              <a:buFont typeface="Poiret One"/>
              <a:buNone/>
              <a:defRPr b="1" sz="2800">
                <a:solidFill>
                  <a:srgbClr val="D19A78"/>
                </a:solidFill>
                <a:latin typeface="Poiret One"/>
                <a:ea typeface="Poiret One"/>
                <a:cs typeface="Poiret One"/>
                <a:sym typeface="Poiret One"/>
              </a:defRPr>
            </a:lvl4pPr>
            <a:lvl5pPr lvl="4">
              <a:spcBef>
                <a:spcPts val="0"/>
              </a:spcBef>
              <a:spcAft>
                <a:spcPts val="0"/>
              </a:spcAft>
              <a:buClr>
                <a:srgbClr val="D19A78"/>
              </a:buClr>
              <a:buSzPts val="2800"/>
              <a:buFont typeface="Poiret One"/>
              <a:buNone/>
              <a:defRPr b="1" sz="2800">
                <a:solidFill>
                  <a:srgbClr val="D19A78"/>
                </a:solidFill>
                <a:latin typeface="Poiret One"/>
                <a:ea typeface="Poiret One"/>
                <a:cs typeface="Poiret One"/>
                <a:sym typeface="Poiret One"/>
              </a:defRPr>
            </a:lvl5pPr>
            <a:lvl6pPr lvl="5">
              <a:spcBef>
                <a:spcPts val="0"/>
              </a:spcBef>
              <a:spcAft>
                <a:spcPts val="0"/>
              </a:spcAft>
              <a:buClr>
                <a:srgbClr val="D19A78"/>
              </a:buClr>
              <a:buSzPts val="2800"/>
              <a:buFont typeface="Poiret One"/>
              <a:buNone/>
              <a:defRPr b="1" sz="2800">
                <a:solidFill>
                  <a:srgbClr val="D19A78"/>
                </a:solidFill>
                <a:latin typeface="Poiret One"/>
                <a:ea typeface="Poiret One"/>
                <a:cs typeface="Poiret One"/>
                <a:sym typeface="Poiret One"/>
              </a:defRPr>
            </a:lvl6pPr>
            <a:lvl7pPr lvl="6">
              <a:spcBef>
                <a:spcPts val="0"/>
              </a:spcBef>
              <a:spcAft>
                <a:spcPts val="0"/>
              </a:spcAft>
              <a:buClr>
                <a:srgbClr val="D19A78"/>
              </a:buClr>
              <a:buSzPts val="2800"/>
              <a:buFont typeface="Poiret One"/>
              <a:buNone/>
              <a:defRPr b="1" sz="2800">
                <a:solidFill>
                  <a:srgbClr val="D19A78"/>
                </a:solidFill>
                <a:latin typeface="Poiret One"/>
                <a:ea typeface="Poiret One"/>
                <a:cs typeface="Poiret One"/>
                <a:sym typeface="Poiret One"/>
              </a:defRPr>
            </a:lvl7pPr>
            <a:lvl8pPr lvl="7">
              <a:spcBef>
                <a:spcPts val="0"/>
              </a:spcBef>
              <a:spcAft>
                <a:spcPts val="0"/>
              </a:spcAft>
              <a:buClr>
                <a:srgbClr val="D19A78"/>
              </a:buClr>
              <a:buSzPts val="2800"/>
              <a:buFont typeface="Poiret One"/>
              <a:buNone/>
              <a:defRPr b="1" sz="2800">
                <a:solidFill>
                  <a:srgbClr val="D19A78"/>
                </a:solidFill>
                <a:latin typeface="Poiret One"/>
                <a:ea typeface="Poiret One"/>
                <a:cs typeface="Poiret One"/>
                <a:sym typeface="Poiret One"/>
              </a:defRPr>
            </a:lvl8pPr>
            <a:lvl9pPr lvl="8">
              <a:spcBef>
                <a:spcPts val="0"/>
              </a:spcBef>
              <a:spcAft>
                <a:spcPts val="0"/>
              </a:spcAft>
              <a:buClr>
                <a:srgbClr val="D19A78"/>
              </a:buClr>
              <a:buSzPts val="2800"/>
              <a:buFont typeface="Poiret One"/>
              <a:buNone/>
              <a:defRPr b="1" sz="2800">
                <a:solidFill>
                  <a:srgbClr val="D19A78"/>
                </a:solidFill>
                <a:latin typeface="Poiret One"/>
                <a:ea typeface="Poiret One"/>
                <a:cs typeface="Poiret One"/>
                <a:sym typeface="Poiret On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lt1"/>
              </a:buClr>
              <a:buSzPts val="1800"/>
              <a:buFont typeface="Be Vietnam"/>
              <a:buChar char="●"/>
              <a:defRPr sz="1800">
                <a:solidFill>
                  <a:schemeClr val="lt1"/>
                </a:solidFill>
                <a:latin typeface="Be Vietnam"/>
                <a:ea typeface="Be Vietnam"/>
                <a:cs typeface="Be Vietnam"/>
                <a:sym typeface="Be Vietnam"/>
              </a:defRPr>
            </a:lvl1pPr>
            <a:lvl2pPr indent="-317500" lvl="1" marL="914400">
              <a:lnSpc>
                <a:spcPct val="115000"/>
              </a:lnSpc>
              <a:spcBef>
                <a:spcPts val="0"/>
              </a:spcBef>
              <a:spcAft>
                <a:spcPts val="0"/>
              </a:spcAft>
              <a:buClr>
                <a:schemeClr val="lt1"/>
              </a:buClr>
              <a:buSzPts val="1400"/>
              <a:buFont typeface="Be Vietnam"/>
              <a:buChar char="○"/>
              <a:defRPr>
                <a:solidFill>
                  <a:schemeClr val="lt1"/>
                </a:solidFill>
                <a:latin typeface="Be Vietnam"/>
                <a:ea typeface="Be Vietnam"/>
                <a:cs typeface="Be Vietnam"/>
                <a:sym typeface="Be Vietnam"/>
              </a:defRPr>
            </a:lvl2pPr>
            <a:lvl3pPr indent="-317500" lvl="2" marL="1371600">
              <a:lnSpc>
                <a:spcPct val="115000"/>
              </a:lnSpc>
              <a:spcBef>
                <a:spcPts val="0"/>
              </a:spcBef>
              <a:spcAft>
                <a:spcPts val="0"/>
              </a:spcAft>
              <a:buClr>
                <a:schemeClr val="lt1"/>
              </a:buClr>
              <a:buSzPts val="1400"/>
              <a:buFont typeface="Be Vietnam"/>
              <a:buChar char="■"/>
              <a:defRPr>
                <a:solidFill>
                  <a:schemeClr val="lt1"/>
                </a:solidFill>
                <a:latin typeface="Be Vietnam"/>
                <a:ea typeface="Be Vietnam"/>
                <a:cs typeface="Be Vietnam"/>
                <a:sym typeface="Be Vietnam"/>
              </a:defRPr>
            </a:lvl3pPr>
            <a:lvl4pPr indent="-317500" lvl="3" marL="1828800">
              <a:lnSpc>
                <a:spcPct val="115000"/>
              </a:lnSpc>
              <a:spcBef>
                <a:spcPts val="0"/>
              </a:spcBef>
              <a:spcAft>
                <a:spcPts val="0"/>
              </a:spcAft>
              <a:buClr>
                <a:schemeClr val="lt1"/>
              </a:buClr>
              <a:buSzPts val="1400"/>
              <a:buFont typeface="Be Vietnam"/>
              <a:buChar char="●"/>
              <a:defRPr>
                <a:solidFill>
                  <a:schemeClr val="lt1"/>
                </a:solidFill>
                <a:latin typeface="Be Vietnam"/>
                <a:ea typeface="Be Vietnam"/>
                <a:cs typeface="Be Vietnam"/>
                <a:sym typeface="Be Vietnam"/>
              </a:defRPr>
            </a:lvl4pPr>
            <a:lvl5pPr indent="-317500" lvl="4" marL="2286000">
              <a:lnSpc>
                <a:spcPct val="115000"/>
              </a:lnSpc>
              <a:spcBef>
                <a:spcPts val="0"/>
              </a:spcBef>
              <a:spcAft>
                <a:spcPts val="0"/>
              </a:spcAft>
              <a:buClr>
                <a:schemeClr val="lt1"/>
              </a:buClr>
              <a:buSzPts val="1400"/>
              <a:buFont typeface="Be Vietnam"/>
              <a:buChar char="○"/>
              <a:defRPr>
                <a:solidFill>
                  <a:schemeClr val="lt1"/>
                </a:solidFill>
                <a:latin typeface="Be Vietnam"/>
                <a:ea typeface="Be Vietnam"/>
                <a:cs typeface="Be Vietnam"/>
                <a:sym typeface="Be Vietnam"/>
              </a:defRPr>
            </a:lvl5pPr>
            <a:lvl6pPr indent="-317500" lvl="5" marL="2743200">
              <a:lnSpc>
                <a:spcPct val="115000"/>
              </a:lnSpc>
              <a:spcBef>
                <a:spcPts val="0"/>
              </a:spcBef>
              <a:spcAft>
                <a:spcPts val="0"/>
              </a:spcAft>
              <a:buClr>
                <a:schemeClr val="lt1"/>
              </a:buClr>
              <a:buSzPts val="1400"/>
              <a:buFont typeface="Be Vietnam"/>
              <a:buChar char="■"/>
              <a:defRPr>
                <a:solidFill>
                  <a:schemeClr val="lt1"/>
                </a:solidFill>
                <a:latin typeface="Be Vietnam"/>
                <a:ea typeface="Be Vietnam"/>
                <a:cs typeface="Be Vietnam"/>
                <a:sym typeface="Be Vietnam"/>
              </a:defRPr>
            </a:lvl6pPr>
            <a:lvl7pPr indent="-317500" lvl="6" marL="3200400">
              <a:lnSpc>
                <a:spcPct val="115000"/>
              </a:lnSpc>
              <a:spcBef>
                <a:spcPts val="0"/>
              </a:spcBef>
              <a:spcAft>
                <a:spcPts val="0"/>
              </a:spcAft>
              <a:buClr>
                <a:schemeClr val="lt1"/>
              </a:buClr>
              <a:buSzPts val="1400"/>
              <a:buFont typeface="Be Vietnam"/>
              <a:buChar char="●"/>
              <a:defRPr>
                <a:solidFill>
                  <a:schemeClr val="lt1"/>
                </a:solidFill>
                <a:latin typeface="Be Vietnam"/>
                <a:ea typeface="Be Vietnam"/>
                <a:cs typeface="Be Vietnam"/>
                <a:sym typeface="Be Vietnam"/>
              </a:defRPr>
            </a:lvl7pPr>
            <a:lvl8pPr indent="-317500" lvl="7" marL="3657600">
              <a:lnSpc>
                <a:spcPct val="115000"/>
              </a:lnSpc>
              <a:spcBef>
                <a:spcPts val="0"/>
              </a:spcBef>
              <a:spcAft>
                <a:spcPts val="0"/>
              </a:spcAft>
              <a:buClr>
                <a:schemeClr val="lt1"/>
              </a:buClr>
              <a:buSzPts val="1400"/>
              <a:buFont typeface="Be Vietnam"/>
              <a:buChar char="○"/>
              <a:defRPr>
                <a:solidFill>
                  <a:schemeClr val="lt1"/>
                </a:solidFill>
                <a:latin typeface="Be Vietnam"/>
                <a:ea typeface="Be Vietnam"/>
                <a:cs typeface="Be Vietnam"/>
                <a:sym typeface="Be Vietnam"/>
              </a:defRPr>
            </a:lvl8pPr>
            <a:lvl9pPr indent="-317500" lvl="8" marL="4114800">
              <a:lnSpc>
                <a:spcPct val="115000"/>
              </a:lnSpc>
              <a:spcBef>
                <a:spcPts val="0"/>
              </a:spcBef>
              <a:spcAft>
                <a:spcPts val="0"/>
              </a:spcAft>
              <a:buClr>
                <a:schemeClr val="lt1"/>
              </a:buClr>
              <a:buSzPts val="1400"/>
              <a:buFont typeface="Be Vietnam"/>
              <a:buChar char="■"/>
              <a:defRPr>
                <a:solidFill>
                  <a:schemeClr val="lt1"/>
                </a:solidFill>
                <a:latin typeface="Be Vietnam"/>
                <a:ea typeface="Be Vietnam"/>
                <a:cs typeface="Be Vietnam"/>
                <a:sym typeface="Be Vietna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140" name="Shape 1140"/>
        <p:cNvGrpSpPr/>
        <p:nvPr/>
      </p:nvGrpSpPr>
      <p:grpSpPr>
        <a:xfrm>
          <a:off x="0" y="0"/>
          <a:ext cx="0" cy="0"/>
          <a:chOff x="0" y="0"/>
          <a:chExt cx="0" cy="0"/>
        </a:xfrm>
      </p:grpSpPr>
      <p:sp>
        <p:nvSpPr>
          <p:cNvPr id="1141" name="Google Shape;1141;p3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142" name="Google Shape;1142;p3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1"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9.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slide" Target="/ppt/slides/slide31.xml"/><Relationship Id="rId7" Type="http://schemas.openxmlformats.org/officeDocument/2006/relationships/slide" Target="/ppt/slides/slide31.xml"/><Relationship Id="rId8" Type="http://schemas.openxmlformats.org/officeDocument/2006/relationships/slide" Target="/ppt/slides/slide30.xml"/><Relationship Id="rId11" Type="http://schemas.openxmlformats.org/officeDocument/2006/relationships/slide" Target="/ppt/slides/slide33.xml"/><Relationship Id="rId10" Type="http://schemas.openxmlformats.org/officeDocument/2006/relationships/slide" Target="/ppt/slides/slide32.xml"/><Relationship Id="rId13" Type="http://schemas.openxmlformats.org/officeDocument/2006/relationships/slide" Target="/ppt/slides/slide34.xml"/><Relationship Id="rId12" Type="http://schemas.openxmlformats.org/officeDocument/2006/relationships/slide" Target="/ppt/slides/slide34.xml"/><Relationship Id="rId15" Type="http://schemas.openxmlformats.org/officeDocument/2006/relationships/hyperlink" Target="https://storyset.com/?utm_source=slidesgo_template&amp;utm_medium=referral-link&amp;utm_campaign=slidesgo_contents_of_this_template&amp;utm_term=storyset&amp;utm_content=storyset" TargetMode="External"/><Relationship Id="rId14" Type="http://schemas.openxmlformats.org/officeDocument/2006/relationships/slide" Target="/ppt/slides/slide35.xml"/><Relationship Id="rId17" Type="http://schemas.openxmlformats.org/officeDocument/2006/relationships/slide" Target="/ppt/slides/slide36.xml"/><Relationship Id="rId16" Type="http://schemas.openxmlformats.org/officeDocument/2006/relationships/slide" Target="/ppt/slides/slide36.xml"/><Relationship Id="rId18" Type="http://schemas.openxmlformats.org/officeDocument/2006/relationships/slide" Target="/ppt/slides/slide4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 Id="rId3" Type="http://schemas.openxmlformats.org/officeDocument/2006/relationships/image" Target="../media/image12.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8.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1.xml"/><Relationship Id="rId3" Type="http://schemas.openxmlformats.org/officeDocument/2006/relationships/image" Target="../media/image22.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2.xml"/><Relationship Id="rId3" Type="http://schemas.openxmlformats.org/officeDocument/2006/relationships/hyperlink" Target="https://docs.google.com/spreadsheets/d/1U21ejnKzZK00zbwCji9nN4lt_JUet-BSepYacw65Ivw/copy" TargetMode="External"/><Relationship Id="rId4" Type="http://schemas.openxmlformats.org/officeDocument/2006/relationships/image" Target="../media/image2.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3.xml"/><Relationship Id="rId3" Type="http://schemas.openxmlformats.org/officeDocument/2006/relationships/image" Target="../media/image10.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4.xml"/><Relationship Id="rId3" Type="http://schemas.openxmlformats.org/officeDocument/2006/relationships/image" Target="../media/image13.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image" Target="../media/image18.png"/><Relationship Id="rId4" Type="http://schemas.openxmlformats.org/officeDocument/2006/relationships/image" Target="../media/image20.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xml"/><Relationship Id="rId3" Type="http://schemas.openxmlformats.org/officeDocument/2006/relationships/image" Target="../media/image11.png"/><Relationship Id="rId4" Type="http://schemas.openxmlformats.org/officeDocument/2006/relationships/image" Target="../media/image16.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9.xml"/><Relationship Id="rId3" Type="http://schemas.openxmlformats.org/officeDocument/2006/relationships/image" Target="../media/image14.png"/><Relationship Id="rId4" Type="http://schemas.openxmlformats.org/officeDocument/2006/relationships/image" Target="../media/image17.png"/><Relationship Id="rId5" Type="http://schemas.openxmlformats.org/officeDocument/2006/relationships/image" Target="../media/image15.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0.xml"/><Relationship Id="rId3" Type="http://schemas.openxmlformats.org/officeDocument/2006/relationships/image" Target="../media/image2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 Id="rId3" Type="http://schemas.openxmlformats.org/officeDocument/2006/relationships/hyperlink" Target="https://www.freepik.com/free-photo/top-view-stethoscope-with-copys-space_7626313.htm/?utm_source=slidesgo_template&amp;utm_medium=referral-link&amp;utm_campaign=sg_resources&amp;utm_content=freepik" TargetMode="External"/><Relationship Id="rId4" Type="http://schemas.openxmlformats.org/officeDocument/2006/relationships/hyperlink" Target="https://www.freepik.com/free-photo/portrait-doctor-talking-phone_10823304.htm/?utm_source=slidesgo_template&amp;utm_medium=referral-link&amp;utm_campaign=sg_resources&amp;utm_content=freepik" TargetMode="External"/><Relationship Id="rId5" Type="http://schemas.openxmlformats.org/officeDocument/2006/relationships/hyperlink" Target="https://www.freepik.com/free-photo/doctor-writing-medical-prescription_10823305.htm/?utm_source=slidesgo_template&amp;utm_medium=referral-link&amp;utm_campaign=sg_resources&amp;utm_content=freepik" TargetMode="External"/><Relationship Id="rId6" Type="http://schemas.openxmlformats.org/officeDocument/2006/relationships/hyperlink" Target="https://www.freepik.com/free-vector/ink-brush-stroke-collection_11753261.htm/?utm_source=slidesgo_template&amp;utm_medium=referral-link&amp;utm_campaign=sg_resources&amp;utm_content=freepik" TargetMode="External"/><Relationship Id="rId7" Type="http://schemas.openxmlformats.org/officeDocument/2006/relationships/hyperlink" Target="https://www.freepik.com/free-vector/ink-brush-stroke-collection_11753261.htm/?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 Id="rId3" Type="http://schemas.openxmlformats.org/officeDocument/2006/relationships/hyperlink" Target="https://www.freepik.com/free-photo/doctor-checking-patients-x-ray_10823373.htm/?utm_source=slidesgo_template&amp;utm_medium=referral-link&amp;utm_campaign=sg_resources&amp;utm_content=freepik" TargetMode="External"/><Relationship Id="rId4" Type="http://schemas.openxmlformats.org/officeDocument/2006/relationships/hyperlink" Target="https://www.freepik.com/free-photo/doctor-wearing-face-mask-clinic_10823303.htm/?utm_source=slidesgo_template&amp;utm_medium=referral-link&amp;utm_campaign=sg_resources&amp;utm_content=freepik" TargetMode="External"/><Relationship Id="rId9" Type="http://schemas.openxmlformats.org/officeDocument/2006/relationships/hyperlink" Target="https://www.freepik.com/free-photo/medium-shot-smiley-man-wearing-coat_12060662.htm/?utm_source=slidesgo_template&amp;utm_medium=referral-link&amp;utm_campaign=sg_resources&amp;utm_content=freepik" TargetMode="External"/><Relationship Id="rId5" Type="http://schemas.openxmlformats.org/officeDocument/2006/relationships/hyperlink" Target="https://www.freepik.com/free-photo/back-view-woman-with-neck-pain_11463471.htm/?utm_source=slidesgo_template&amp;utm_medium=referral-link&amp;utm_campaign=sg_resources&amp;utm_content=freepik" TargetMode="External"/><Relationship Id="rId6" Type="http://schemas.openxmlformats.org/officeDocument/2006/relationships/hyperlink" Target="https://www.freepik.com/free-photo/medical-element-vaccination-close-up_9320092.htm/?utm_source=slidesgo_template&amp;utm_medium=referral-link&amp;utm_campaign=sg_resources&amp;utm_content=freepik" TargetMode="External"/><Relationship Id="rId7" Type="http://schemas.openxmlformats.org/officeDocument/2006/relationships/hyperlink" Target="https://www.freepik.com/free-photo/syringe-with-vaccine-close-up_9320095.htm/?utm_source=slidesgo_template&amp;utm_medium=referral-link&amp;utm_campaign=sg_resources&amp;utm_content=freepik" TargetMode="External"/><Relationship Id="rId8" Type="http://schemas.openxmlformats.org/officeDocument/2006/relationships/hyperlink" Target="https://www.freepik.com/free-photo/front-view-doctor-holding-stethoscope_12412934.htm#page=1&amp;query=doctor&amp;position=4/?utm_source=slidesgo_template&amp;utm_medium=referral-link&amp;utm_campaign=sg_resources&amp;utm_content=freepik" TargetMode="External"/><Relationship Id="rId11" Type="http://schemas.openxmlformats.org/officeDocument/2006/relationships/hyperlink" Target="https://www.freepik.com/free-photo/females-doctor-hospital-with-stethoscope_12164398.htm/?utm_source=slidesgo_template&amp;utm_medium=referral-link&amp;utm_campaign=sg_resources&amp;utm_content=freepik" TargetMode="External"/><Relationship Id="rId10" Type="http://schemas.openxmlformats.org/officeDocument/2006/relationships/hyperlink" Target="https://www.freepik.com/free-photo/medium-shot-smiley-doctor-with-coat_12060722.htm#page=1&amp;query=doctor&amp;position=35/?utm_source=slidesgo_template&amp;utm_medium=referral-link&amp;utm_campaign=sg_resources&amp;utm_content=freepik" TargetMode="External"/><Relationship Id="rId13" Type="http://schemas.openxmlformats.org/officeDocument/2006/relationships/hyperlink" Target="https://www.freepik.com/free-photo/doctor-holding-vaccine-bottle-while-wearing-protective-equipment_12336832.htm#position=4/?utm_source=slidesgo_template&amp;utm_medium=referral-link&amp;utm_campaign=sg_resources&amp;utm_content=freepik" TargetMode="External"/><Relationship Id="rId12" Type="http://schemas.openxmlformats.org/officeDocument/2006/relationships/hyperlink" Target="https://www.freepik.com/free-photo/female-doctor-hospital_12167662.htm#page=1&amp;query=doctor&amp;position=12/?utm_source=slidesgo_template&amp;utm_medium=referral-link&amp;utm_campaign=sg_resources&amp;utm_content=freepik" TargetMode="External"/><Relationship Id="rId15" Type="http://schemas.openxmlformats.org/officeDocument/2006/relationships/hyperlink" Target="https://www.freepik.com/free-vector/abstract-painted-wallpaper_10423744.htm/?utm_source=slidesgo_template&amp;utm_medium=referral-link&amp;utm_campaign=sg_resources&amp;utm_content=freepik" TargetMode="External"/><Relationship Id="rId14" Type="http://schemas.openxmlformats.org/officeDocument/2006/relationships/hyperlink" Target="https://www.freepik.com/free-photo/front-view-smiling-rehab-patients-applauding_6414774.htm#page=1&amp;query=black%20people&amp;position=18/?utm_source=slidesgo_template&amp;utm_medium=referral-link&amp;utm_campaign=sg_resources&amp;utm_content=freepik" TargetMode="External"/><Relationship Id="rId17" Type="http://schemas.openxmlformats.org/officeDocument/2006/relationships/hyperlink" Target="https://www.freepik.com/free-vector/various-shapes-abstract-painted-background_8848431.htm/?utm_source=slidesgo_template&amp;utm_medium=referral-link&amp;utm_campaign=sg_resources&amp;utm_content=freepik" TargetMode="External"/><Relationship Id="rId16" Type="http://schemas.openxmlformats.org/officeDocument/2006/relationships/hyperlink" Target="https://www.freepik.com/free-vector/ink-brush-stroke-collection_11753260.htm#page=1&amp;query=paint&amp;position=0/?utm_source=slidesgo_template&amp;utm_medium=referral-link&amp;utm_campaign=sg_resources&amp;utm_content=freepik" TargetMode="External"/><Relationship Id="rId18" Type="http://schemas.openxmlformats.org/officeDocument/2006/relationships/hyperlink" Target="https://www.freepik.com/free-vector/various-shapes-abstract-painted-background_8848431.htm/?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3.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4.xml"/><Relationship Id="rId3" Type="http://schemas.openxmlformats.org/officeDocument/2006/relationships/hyperlink" Target="https://fonts.google.com/specimen/Poiret+One" TargetMode="External"/><Relationship Id="rId4" Type="http://schemas.openxmlformats.org/officeDocument/2006/relationships/hyperlink" Target="https://fonts.google.com/specimen/Be+Vietnam"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5.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3.gif"/><Relationship Id="rId9" Type="http://schemas.openxmlformats.org/officeDocument/2006/relationships/image" Target="../media/image5.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1" Type="http://schemas.openxmlformats.org/officeDocument/2006/relationships/image" Target="../media/image7.gif"/><Relationship Id="rId10" Type="http://schemas.openxmlformats.org/officeDocument/2006/relationships/image" Target="../media/image6.gif"/><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12" Type="http://schemas.openxmlformats.org/officeDocument/2006/relationships/image" Target="../media/image4.gif"/></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6.xml"/><Relationship Id="rId3" Type="http://schemas.openxmlformats.org/officeDocument/2006/relationships/hyperlink" Target="https://bit.ly/2ZjL1pd"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2.xml"/><Relationship Id="rId3" Type="http://schemas.openxmlformats.org/officeDocument/2006/relationships/hyperlink" Target="https://chrome.google.com/webstore/detail/flaticon-for-gsuit-gslide/haekgjfnhhdkgfgmldhfokhmfkgmciba"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9.xml"/><Relationship Id="rId3" Type="http://schemas.openxmlformats.org/officeDocument/2006/relationships/hyperlink" Target="http://bit.ly/2PfT4lq" TargetMode="External"/><Relationship Id="rId4" Type="http://schemas.openxmlformats.org/officeDocument/2006/relationships/image" Target="../media/image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434343"/>
        </a:solidFill>
      </p:bgPr>
    </p:bg>
    <p:spTree>
      <p:nvGrpSpPr>
        <p:cNvPr id="1147" name="Shape 1147"/>
        <p:cNvGrpSpPr/>
        <p:nvPr/>
      </p:nvGrpSpPr>
      <p:grpSpPr>
        <a:xfrm>
          <a:off x="0" y="0"/>
          <a:ext cx="0" cy="0"/>
          <a:chOff x="0" y="0"/>
          <a:chExt cx="0" cy="0"/>
        </a:xfrm>
      </p:grpSpPr>
      <p:sp>
        <p:nvSpPr>
          <p:cNvPr id="1148" name="Google Shape;1148;p37"/>
          <p:cNvSpPr txBox="1"/>
          <p:nvPr>
            <p:ph type="ctrTitle"/>
          </p:nvPr>
        </p:nvSpPr>
        <p:spPr>
          <a:xfrm>
            <a:off x="646600" y="823125"/>
            <a:ext cx="4068600" cy="2233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TRAUMATIC BRAIN INJURY CLINICAL CASE</a:t>
            </a:r>
            <a:endParaRPr/>
          </a:p>
        </p:txBody>
      </p:sp>
      <p:sp>
        <p:nvSpPr>
          <p:cNvPr id="1149" name="Google Shape;1149;p37"/>
          <p:cNvSpPr txBox="1"/>
          <p:nvPr>
            <p:ph idx="1" type="subTitle"/>
          </p:nvPr>
        </p:nvSpPr>
        <p:spPr>
          <a:xfrm>
            <a:off x="646600" y="3721400"/>
            <a:ext cx="4649400" cy="29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pic>
        <p:nvPicPr>
          <p:cNvPr id="1150" name="Google Shape;1150;p37"/>
          <p:cNvPicPr preferRelativeResize="0"/>
          <p:nvPr/>
        </p:nvPicPr>
        <p:blipFill>
          <a:blip r:embed="rId3">
            <a:alphaModFix/>
          </a:blip>
          <a:stretch>
            <a:fillRect/>
          </a:stretch>
        </p:blipFill>
        <p:spPr>
          <a:xfrm>
            <a:off x="4431825" y="216138"/>
            <a:ext cx="4649188" cy="4711223"/>
          </a:xfrm>
          <a:prstGeom prst="rect">
            <a:avLst/>
          </a:prstGeom>
          <a:noFill/>
          <a:ln>
            <a:noFill/>
          </a:ln>
        </p:spPr>
      </p:pic>
      <p:grpSp>
        <p:nvGrpSpPr>
          <p:cNvPr id="1151" name="Google Shape;1151;p37"/>
          <p:cNvGrpSpPr/>
          <p:nvPr/>
        </p:nvGrpSpPr>
        <p:grpSpPr>
          <a:xfrm>
            <a:off x="4509672" y="239539"/>
            <a:ext cx="4571615" cy="4620306"/>
            <a:chOff x="1418375" y="452125"/>
            <a:chExt cx="4779025" cy="4829925"/>
          </a:xfrm>
        </p:grpSpPr>
        <p:sp>
          <p:nvSpPr>
            <p:cNvPr id="1152" name="Google Shape;1152;p37"/>
            <p:cNvSpPr/>
            <p:nvPr/>
          </p:nvSpPr>
          <p:spPr>
            <a:xfrm>
              <a:off x="4370425" y="5152950"/>
              <a:ext cx="15475" cy="9700"/>
            </a:xfrm>
            <a:custGeom>
              <a:rect b="b" l="l" r="r" t="t"/>
              <a:pathLst>
                <a:path extrusionOk="0" h="388" w="619">
                  <a:moveTo>
                    <a:pt x="272" y="0"/>
                  </a:moveTo>
                  <a:cubicBezTo>
                    <a:pt x="69" y="0"/>
                    <a:pt x="1" y="247"/>
                    <a:pt x="20" y="247"/>
                  </a:cubicBezTo>
                  <a:cubicBezTo>
                    <a:pt x="22" y="247"/>
                    <a:pt x="25" y="245"/>
                    <a:pt x="29" y="239"/>
                  </a:cubicBezTo>
                  <a:cubicBezTo>
                    <a:pt x="105" y="349"/>
                    <a:pt x="181" y="388"/>
                    <a:pt x="253" y="388"/>
                  </a:cubicBezTo>
                  <a:cubicBezTo>
                    <a:pt x="419" y="388"/>
                    <a:pt x="559" y="183"/>
                    <a:pt x="618" y="183"/>
                  </a:cubicBezTo>
                  <a:cubicBezTo>
                    <a:pt x="475" y="47"/>
                    <a:pt x="360"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7"/>
            <p:cNvSpPr/>
            <p:nvPr/>
          </p:nvSpPr>
          <p:spPr>
            <a:xfrm>
              <a:off x="4215325" y="5057850"/>
              <a:ext cx="25275" cy="7050"/>
            </a:xfrm>
            <a:custGeom>
              <a:rect b="b" l="l" r="r" t="t"/>
              <a:pathLst>
                <a:path extrusionOk="0" h="282" w="1011">
                  <a:moveTo>
                    <a:pt x="0" y="0"/>
                  </a:moveTo>
                  <a:lnTo>
                    <a:pt x="0" y="0"/>
                  </a:lnTo>
                  <a:cubicBezTo>
                    <a:pt x="281" y="85"/>
                    <a:pt x="562" y="169"/>
                    <a:pt x="814" y="281"/>
                  </a:cubicBezTo>
                  <a:lnTo>
                    <a:pt x="1011" y="197"/>
                  </a:lnTo>
                  <a:cubicBezTo>
                    <a:pt x="674" y="113"/>
                    <a:pt x="365" y="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7"/>
            <p:cNvSpPr/>
            <p:nvPr/>
          </p:nvSpPr>
          <p:spPr>
            <a:xfrm>
              <a:off x="4110725" y="4988350"/>
              <a:ext cx="86375" cy="47050"/>
            </a:xfrm>
            <a:custGeom>
              <a:rect b="b" l="l" r="r" t="t"/>
              <a:pathLst>
                <a:path extrusionOk="0" h="1882" w="3455">
                  <a:moveTo>
                    <a:pt x="1" y="1"/>
                  </a:moveTo>
                  <a:lnTo>
                    <a:pt x="1" y="1"/>
                  </a:lnTo>
                  <a:cubicBezTo>
                    <a:pt x="85" y="450"/>
                    <a:pt x="562" y="703"/>
                    <a:pt x="1124" y="871"/>
                  </a:cubicBezTo>
                  <a:cubicBezTo>
                    <a:pt x="1685" y="1012"/>
                    <a:pt x="2219" y="1292"/>
                    <a:pt x="2696" y="1657"/>
                  </a:cubicBezTo>
                  <a:lnTo>
                    <a:pt x="2752" y="1882"/>
                  </a:lnTo>
                  <a:cubicBezTo>
                    <a:pt x="2977" y="1798"/>
                    <a:pt x="3230" y="1714"/>
                    <a:pt x="3454" y="1629"/>
                  </a:cubicBezTo>
                  <a:cubicBezTo>
                    <a:pt x="2893" y="1320"/>
                    <a:pt x="2191" y="1068"/>
                    <a:pt x="1573" y="787"/>
                  </a:cubicBezTo>
                  <a:cubicBezTo>
                    <a:pt x="1012" y="619"/>
                    <a:pt x="478" y="33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7"/>
            <p:cNvSpPr/>
            <p:nvPr/>
          </p:nvSpPr>
          <p:spPr>
            <a:xfrm>
              <a:off x="4053175" y="4918175"/>
              <a:ext cx="20400" cy="9850"/>
            </a:xfrm>
            <a:custGeom>
              <a:rect b="b" l="l" r="r" t="t"/>
              <a:pathLst>
                <a:path extrusionOk="0" h="394" w="816">
                  <a:moveTo>
                    <a:pt x="197" y="0"/>
                  </a:moveTo>
                  <a:lnTo>
                    <a:pt x="197" y="0"/>
                  </a:lnTo>
                  <a:cubicBezTo>
                    <a:pt x="221" y="145"/>
                    <a:pt x="91" y="155"/>
                    <a:pt x="40" y="155"/>
                  </a:cubicBezTo>
                  <a:cubicBezTo>
                    <a:pt x="31" y="155"/>
                    <a:pt x="25" y="155"/>
                    <a:pt x="22" y="155"/>
                  </a:cubicBezTo>
                  <a:cubicBezTo>
                    <a:pt x="1" y="155"/>
                    <a:pt x="141" y="169"/>
                    <a:pt x="815" y="394"/>
                  </a:cubicBezTo>
                  <a:cubicBezTo>
                    <a:pt x="787" y="337"/>
                    <a:pt x="759" y="309"/>
                    <a:pt x="731" y="253"/>
                  </a:cubicBezTo>
                  <a:cubicBezTo>
                    <a:pt x="619" y="197"/>
                    <a:pt x="450" y="141"/>
                    <a:pt x="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7"/>
            <p:cNvSpPr/>
            <p:nvPr/>
          </p:nvSpPr>
          <p:spPr>
            <a:xfrm>
              <a:off x="4069875" y="4921225"/>
              <a:ext cx="8825" cy="4800"/>
            </a:xfrm>
            <a:custGeom>
              <a:rect b="b" l="l" r="r" t="t"/>
              <a:pathLst>
                <a:path extrusionOk="0" h="192" w="353">
                  <a:moveTo>
                    <a:pt x="37" y="1"/>
                  </a:moveTo>
                  <a:cubicBezTo>
                    <a:pt x="5" y="1"/>
                    <a:pt x="1" y="35"/>
                    <a:pt x="63" y="131"/>
                  </a:cubicBezTo>
                  <a:cubicBezTo>
                    <a:pt x="165" y="175"/>
                    <a:pt x="224" y="192"/>
                    <a:pt x="253" y="192"/>
                  </a:cubicBezTo>
                  <a:cubicBezTo>
                    <a:pt x="352" y="192"/>
                    <a:pt x="114" y="1"/>
                    <a:pt x="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7"/>
            <p:cNvSpPr/>
            <p:nvPr/>
          </p:nvSpPr>
          <p:spPr>
            <a:xfrm>
              <a:off x="3995800" y="4886600"/>
              <a:ext cx="30025" cy="15450"/>
            </a:xfrm>
            <a:custGeom>
              <a:rect b="b" l="l" r="r" t="t"/>
              <a:pathLst>
                <a:path extrusionOk="0" h="618" w="1201">
                  <a:moveTo>
                    <a:pt x="345" y="0"/>
                  </a:moveTo>
                  <a:cubicBezTo>
                    <a:pt x="0" y="0"/>
                    <a:pt x="126" y="208"/>
                    <a:pt x="387" y="534"/>
                  </a:cubicBezTo>
                  <a:lnTo>
                    <a:pt x="1201" y="618"/>
                  </a:lnTo>
                  <a:cubicBezTo>
                    <a:pt x="1117" y="393"/>
                    <a:pt x="471" y="84"/>
                    <a:pt x="780" y="56"/>
                  </a:cubicBezTo>
                  <a:cubicBezTo>
                    <a:pt x="588" y="18"/>
                    <a:pt x="446" y="0"/>
                    <a:pt x="3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7"/>
            <p:cNvSpPr/>
            <p:nvPr/>
          </p:nvSpPr>
          <p:spPr>
            <a:xfrm>
              <a:off x="3982300" y="4904200"/>
              <a:ext cx="10550" cy="2775"/>
            </a:xfrm>
            <a:custGeom>
              <a:rect b="b" l="l" r="r" t="t"/>
              <a:pathLst>
                <a:path extrusionOk="0" h="111" w="422">
                  <a:moveTo>
                    <a:pt x="228" y="0"/>
                  </a:moveTo>
                  <a:cubicBezTo>
                    <a:pt x="171" y="0"/>
                    <a:pt x="97" y="15"/>
                    <a:pt x="0" y="54"/>
                  </a:cubicBezTo>
                  <a:lnTo>
                    <a:pt x="421" y="110"/>
                  </a:lnTo>
                  <a:cubicBezTo>
                    <a:pt x="385" y="55"/>
                    <a:pt x="336" y="0"/>
                    <a:pt x="2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7"/>
            <p:cNvSpPr/>
            <p:nvPr/>
          </p:nvSpPr>
          <p:spPr>
            <a:xfrm>
              <a:off x="3992825" y="4906950"/>
              <a:ext cx="22475" cy="5975"/>
            </a:xfrm>
            <a:custGeom>
              <a:rect b="b" l="l" r="r" t="t"/>
              <a:pathLst>
                <a:path extrusionOk="0" h="239" w="899">
                  <a:moveTo>
                    <a:pt x="0" y="0"/>
                  </a:moveTo>
                  <a:lnTo>
                    <a:pt x="0" y="0"/>
                  </a:lnTo>
                  <a:cubicBezTo>
                    <a:pt x="36" y="108"/>
                    <a:pt x="15" y="238"/>
                    <a:pt x="104" y="238"/>
                  </a:cubicBezTo>
                  <a:cubicBezTo>
                    <a:pt x="155" y="238"/>
                    <a:pt x="241" y="196"/>
                    <a:pt x="393" y="85"/>
                  </a:cubicBezTo>
                  <a:lnTo>
                    <a:pt x="393" y="85"/>
                  </a:lnTo>
                  <a:cubicBezTo>
                    <a:pt x="341" y="148"/>
                    <a:pt x="343" y="167"/>
                    <a:pt x="388" y="167"/>
                  </a:cubicBezTo>
                  <a:cubicBezTo>
                    <a:pt x="462" y="167"/>
                    <a:pt x="653" y="113"/>
                    <a:pt x="899" y="113"/>
                  </a:cubicBezTo>
                  <a:cubicBezTo>
                    <a:pt x="590" y="85"/>
                    <a:pt x="309" y="2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7"/>
            <p:cNvSpPr/>
            <p:nvPr/>
          </p:nvSpPr>
          <p:spPr>
            <a:xfrm>
              <a:off x="4025800" y="4917475"/>
              <a:ext cx="27400" cy="19575"/>
            </a:xfrm>
            <a:custGeom>
              <a:rect b="b" l="l" r="r" t="t"/>
              <a:pathLst>
                <a:path extrusionOk="0" h="783" w="1096">
                  <a:moveTo>
                    <a:pt x="1" y="0"/>
                  </a:moveTo>
                  <a:cubicBezTo>
                    <a:pt x="311" y="310"/>
                    <a:pt x="764" y="597"/>
                    <a:pt x="178" y="597"/>
                  </a:cubicBezTo>
                  <a:cubicBezTo>
                    <a:pt x="127" y="597"/>
                    <a:pt x="68" y="594"/>
                    <a:pt x="1" y="590"/>
                  </a:cubicBezTo>
                  <a:lnTo>
                    <a:pt x="1" y="590"/>
                  </a:lnTo>
                  <a:cubicBezTo>
                    <a:pt x="402" y="718"/>
                    <a:pt x="693" y="783"/>
                    <a:pt x="874" y="783"/>
                  </a:cubicBezTo>
                  <a:cubicBezTo>
                    <a:pt x="1010" y="783"/>
                    <a:pt x="1084" y="746"/>
                    <a:pt x="1096" y="674"/>
                  </a:cubicBezTo>
                  <a:cubicBezTo>
                    <a:pt x="1096" y="534"/>
                    <a:pt x="731" y="25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7"/>
            <p:cNvSpPr/>
            <p:nvPr/>
          </p:nvSpPr>
          <p:spPr>
            <a:xfrm>
              <a:off x="4095300" y="5001225"/>
              <a:ext cx="25300" cy="13125"/>
            </a:xfrm>
            <a:custGeom>
              <a:rect b="b" l="l" r="r" t="t"/>
              <a:pathLst>
                <a:path extrusionOk="0" h="525" w="1012">
                  <a:moveTo>
                    <a:pt x="77" y="1"/>
                  </a:moveTo>
                  <a:cubicBezTo>
                    <a:pt x="43" y="1"/>
                    <a:pt x="17" y="15"/>
                    <a:pt x="0" y="47"/>
                  </a:cubicBezTo>
                  <a:cubicBezTo>
                    <a:pt x="169" y="188"/>
                    <a:pt x="309" y="328"/>
                    <a:pt x="450" y="497"/>
                  </a:cubicBezTo>
                  <a:lnTo>
                    <a:pt x="1011" y="525"/>
                  </a:lnTo>
                  <a:cubicBezTo>
                    <a:pt x="786" y="441"/>
                    <a:pt x="590" y="328"/>
                    <a:pt x="450" y="160"/>
                  </a:cubicBezTo>
                  <a:cubicBezTo>
                    <a:pt x="291" y="80"/>
                    <a:pt x="160" y="1"/>
                    <a:pt x="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7"/>
            <p:cNvSpPr/>
            <p:nvPr/>
          </p:nvSpPr>
          <p:spPr>
            <a:xfrm>
              <a:off x="3891750" y="4845875"/>
              <a:ext cx="18975" cy="18275"/>
            </a:xfrm>
            <a:custGeom>
              <a:rect b="b" l="l" r="r" t="t"/>
              <a:pathLst>
                <a:path extrusionOk="0" h="731" w="759">
                  <a:moveTo>
                    <a:pt x="85" y="1"/>
                  </a:moveTo>
                  <a:lnTo>
                    <a:pt x="85" y="1"/>
                  </a:lnTo>
                  <a:cubicBezTo>
                    <a:pt x="1" y="113"/>
                    <a:pt x="197" y="478"/>
                    <a:pt x="169" y="703"/>
                  </a:cubicBezTo>
                  <a:lnTo>
                    <a:pt x="759" y="731"/>
                  </a:lnTo>
                  <a:cubicBezTo>
                    <a:pt x="534" y="506"/>
                    <a:pt x="57" y="225"/>
                    <a:pt x="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7"/>
            <p:cNvSpPr/>
            <p:nvPr/>
          </p:nvSpPr>
          <p:spPr>
            <a:xfrm>
              <a:off x="3873500" y="4862025"/>
              <a:ext cx="22500" cy="5200"/>
            </a:xfrm>
            <a:custGeom>
              <a:rect b="b" l="l" r="r" t="t"/>
              <a:pathLst>
                <a:path extrusionOk="0" h="208" w="900">
                  <a:moveTo>
                    <a:pt x="1" y="1"/>
                  </a:moveTo>
                  <a:lnTo>
                    <a:pt x="1" y="1"/>
                  </a:lnTo>
                  <a:cubicBezTo>
                    <a:pt x="341" y="150"/>
                    <a:pt x="556" y="208"/>
                    <a:pt x="691" y="208"/>
                  </a:cubicBezTo>
                  <a:cubicBezTo>
                    <a:pt x="833" y="208"/>
                    <a:pt x="885" y="143"/>
                    <a:pt x="899" y="57"/>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7"/>
            <p:cNvSpPr/>
            <p:nvPr/>
          </p:nvSpPr>
          <p:spPr>
            <a:xfrm>
              <a:off x="3964750" y="4920975"/>
              <a:ext cx="44950" cy="2850"/>
            </a:xfrm>
            <a:custGeom>
              <a:rect b="b" l="l" r="r" t="t"/>
              <a:pathLst>
                <a:path extrusionOk="0" h="114" w="1798">
                  <a:moveTo>
                    <a:pt x="0" y="1"/>
                  </a:moveTo>
                  <a:lnTo>
                    <a:pt x="253" y="113"/>
                  </a:lnTo>
                  <a:lnTo>
                    <a:pt x="1797" y="113"/>
                  </a:lnTo>
                  <a:cubicBezTo>
                    <a:pt x="1208" y="57"/>
                    <a:pt x="590" y="5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7"/>
            <p:cNvSpPr/>
            <p:nvPr/>
          </p:nvSpPr>
          <p:spPr>
            <a:xfrm>
              <a:off x="3808225" y="4811500"/>
              <a:ext cx="25300" cy="4925"/>
            </a:xfrm>
            <a:custGeom>
              <a:rect b="b" l="l" r="r" t="t"/>
              <a:pathLst>
                <a:path extrusionOk="0" h="197" w="1012">
                  <a:moveTo>
                    <a:pt x="1012" y="0"/>
                  </a:moveTo>
                  <a:lnTo>
                    <a:pt x="1" y="197"/>
                  </a:lnTo>
                  <a:lnTo>
                    <a:pt x="1" y="197"/>
                  </a:lnTo>
                  <a:lnTo>
                    <a:pt x="422" y="169"/>
                  </a:lnTo>
                  <a:lnTo>
                    <a:pt x="10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7"/>
            <p:cNvSpPr/>
            <p:nvPr/>
          </p:nvSpPr>
          <p:spPr>
            <a:xfrm>
              <a:off x="3734525" y="4775925"/>
              <a:ext cx="45650" cy="20850"/>
            </a:xfrm>
            <a:custGeom>
              <a:rect b="b" l="l" r="r" t="t"/>
              <a:pathLst>
                <a:path extrusionOk="0" h="834" w="1826">
                  <a:moveTo>
                    <a:pt x="600" y="0"/>
                  </a:moveTo>
                  <a:cubicBezTo>
                    <a:pt x="401" y="0"/>
                    <a:pt x="201" y="16"/>
                    <a:pt x="1" y="47"/>
                  </a:cubicBezTo>
                  <a:cubicBezTo>
                    <a:pt x="534" y="132"/>
                    <a:pt x="1040" y="412"/>
                    <a:pt x="1405" y="834"/>
                  </a:cubicBezTo>
                  <a:cubicBezTo>
                    <a:pt x="1826" y="693"/>
                    <a:pt x="1180" y="160"/>
                    <a:pt x="1573" y="132"/>
                  </a:cubicBezTo>
                  <a:cubicBezTo>
                    <a:pt x="1257" y="44"/>
                    <a:pt x="931"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7"/>
            <p:cNvSpPr/>
            <p:nvPr/>
          </p:nvSpPr>
          <p:spPr>
            <a:xfrm>
              <a:off x="3714175" y="4776575"/>
              <a:ext cx="20375" cy="1075"/>
            </a:xfrm>
            <a:custGeom>
              <a:rect b="b" l="l" r="r" t="t"/>
              <a:pathLst>
                <a:path extrusionOk="0" h="43" w="815">
                  <a:moveTo>
                    <a:pt x="408" y="0"/>
                  </a:moveTo>
                  <a:cubicBezTo>
                    <a:pt x="275" y="0"/>
                    <a:pt x="141" y="7"/>
                    <a:pt x="1" y="21"/>
                  </a:cubicBezTo>
                  <a:cubicBezTo>
                    <a:pt x="141" y="36"/>
                    <a:pt x="275" y="43"/>
                    <a:pt x="408" y="43"/>
                  </a:cubicBezTo>
                  <a:cubicBezTo>
                    <a:pt x="541" y="43"/>
                    <a:pt x="675" y="36"/>
                    <a:pt x="815" y="21"/>
                  </a:cubicBezTo>
                  <a:cubicBezTo>
                    <a:pt x="675" y="7"/>
                    <a:pt x="541" y="0"/>
                    <a:pt x="4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7"/>
            <p:cNvSpPr/>
            <p:nvPr/>
          </p:nvSpPr>
          <p:spPr>
            <a:xfrm>
              <a:off x="3828575" y="4829750"/>
              <a:ext cx="11975" cy="16850"/>
            </a:xfrm>
            <a:custGeom>
              <a:rect b="b" l="l" r="r" t="t"/>
              <a:pathLst>
                <a:path extrusionOk="0" h="674" w="479">
                  <a:moveTo>
                    <a:pt x="1" y="0"/>
                  </a:moveTo>
                  <a:lnTo>
                    <a:pt x="169" y="534"/>
                  </a:lnTo>
                  <a:lnTo>
                    <a:pt x="478" y="674"/>
                  </a:lnTo>
                  <a:cubicBezTo>
                    <a:pt x="422" y="393"/>
                    <a:pt x="254" y="14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7"/>
            <p:cNvSpPr/>
            <p:nvPr/>
          </p:nvSpPr>
          <p:spPr>
            <a:xfrm>
              <a:off x="3815950" y="4836750"/>
              <a:ext cx="16875" cy="7750"/>
            </a:xfrm>
            <a:custGeom>
              <a:rect b="b" l="l" r="r" t="t"/>
              <a:pathLst>
                <a:path extrusionOk="0" h="310" w="675">
                  <a:moveTo>
                    <a:pt x="1" y="1"/>
                  </a:moveTo>
                  <a:lnTo>
                    <a:pt x="674" y="310"/>
                  </a:lnTo>
                  <a:lnTo>
                    <a:pt x="674" y="282"/>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7"/>
            <p:cNvSpPr/>
            <p:nvPr/>
          </p:nvSpPr>
          <p:spPr>
            <a:xfrm>
              <a:off x="3840525" y="4846575"/>
              <a:ext cx="1425" cy="1500"/>
            </a:xfrm>
            <a:custGeom>
              <a:rect b="b" l="l" r="r" t="t"/>
              <a:pathLst>
                <a:path extrusionOk="0" h="60" w="57">
                  <a:moveTo>
                    <a:pt x="0" y="1"/>
                  </a:moveTo>
                  <a:cubicBezTo>
                    <a:pt x="0" y="36"/>
                    <a:pt x="0" y="60"/>
                    <a:pt x="14" y="60"/>
                  </a:cubicBezTo>
                  <a:cubicBezTo>
                    <a:pt x="22" y="60"/>
                    <a:pt x="35" y="50"/>
                    <a:pt x="56" y="29"/>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7"/>
            <p:cNvSpPr/>
            <p:nvPr/>
          </p:nvSpPr>
          <p:spPr>
            <a:xfrm>
              <a:off x="3880525" y="4890800"/>
              <a:ext cx="41425" cy="18275"/>
            </a:xfrm>
            <a:custGeom>
              <a:rect b="b" l="l" r="r" t="t"/>
              <a:pathLst>
                <a:path extrusionOk="0" h="731" w="1657">
                  <a:moveTo>
                    <a:pt x="1657" y="85"/>
                  </a:moveTo>
                  <a:cubicBezTo>
                    <a:pt x="1095" y="141"/>
                    <a:pt x="1" y="1"/>
                    <a:pt x="815" y="731"/>
                  </a:cubicBezTo>
                  <a:cubicBezTo>
                    <a:pt x="1264" y="590"/>
                    <a:pt x="815" y="169"/>
                    <a:pt x="1657" y="8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7"/>
            <p:cNvSpPr/>
            <p:nvPr/>
          </p:nvSpPr>
          <p:spPr>
            <a:xfrm>
              <a:off x="3846825" y="4864125"/>
              <a:ext cx="25300" cy="11250"/>
            </a:xfrm>
            <a:custGeom>
              <a:rect b="b" l="l" r="r" t="t"/>
              <a:pathLst>
                <a:path extrusionOk="0" h="450" w="1012">
                  <a:moveTo>
                    <a:pt x="1" y="1"/>
                  </a:moveTo>
                  <a:lnTo>
                    <a:pt x="815" y="450"/>
                  </a:lnTo>
                  <a:cubicBezTo>
                    <a:pt x="843" y="310"/>
                    <a:pt x="731" y="85"/>
                    <a:pt x="1012" y="85"/>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7"/>
            <p:cNvSpPr/>
            <p:nvPr/>
          </p:nvSpPr>
          <p:spPr>
            <a:xfrm>
              <a:off x="3834900" y="4860625"/>
              <a:ext cx="11950" cy="3525"/>
            </a:xfrm>
            <a:custGeom>
              <a:rect b="b" l="l" r="r" t="t"/>
              <a:pathLst>
                <a:path extrusionOk="0" h="141" w="478">
                  <a:moveTo>
                    <a:pt x="169" y="0"/>
                  </a:moveTo>
                  <a:lnTo>
                    <a:pt x="1" y="113"/>
                  </a:lnTo>
                  <a:lnTo>
                    <a:pt x="478" y="141"/>
                  </a:lnTo>
                  <a:lnTo>
                    <a:pt x="1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7"/>
            <p:cNvSpPr/>
            <p:nvPr/>
          </p:nvSpPr>
          <p:spPr>
            <a:xfrm>
              <a:off x="3712775" y="4794650"/>
              <a:ext cx="44250" cy="18975"/>
            </a:xfrm>
            <a:custGeom>
              <a:rect b="b" l="l" r="r" t="t"/>
              <a:pathLst>
                <a:path extrusionOk="0" h="759" w="1770">
                  <a:moveTo>
                    <a:pt x="1" y="0"/>
                  </a:moveTo>
                  <a:lnTo>
                    <a:pt x="1" y="0"/>
                  </a:lnTo>
                  <a:cubicBezTo>
                    <a:pt x="422" y="309"/>
                    <a:pt x="871" y="562"/>
                    <a:pt x="1348" y="758"/>
                  </a:cubicBezTo>
                  <a:cubicBezTo>
                    <a:pt x="1461" y="646"/>
                    <a:pt x="1769" y="506"/>
                    <a:pt x="1264" y="309"/>
                  </a:cubicBezTo>
                  <a:cubicBezTo>
                    <a:pt x="815" y="309"/>
                    <a:pt x="394" y="19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7"/>
            <p:cNvSpPr/>
            <p:nvPr/>
          </p:nvSpPr>
          <p:spPr>
            <a:xfrm>
              <a:off x="3784375" y="4823425"/>
              <a:ext cx="2125" cy="1350"/>
            </a:xfrm>
            <a:custGeom>
              <a:rect b="b" l="l" r="r" t="t"/>
              <a:pathLst>
                <a:path extrusionOk="0" h="54" w="85">
                  <a:moveTo>
                    <a:pt x="0" y="0"/>
                  </a:moveTo>
                  <a:cubicBezTo>
                    <a:pt x="16" y="31"/>
                    <a:pt x="31" y="54"/>
                    <a:pt x="46" y="54"/>
                  </a:cubicBezTo>
                  <a:cubicBezTo>
                    <a:pt x="59" y="54"/>
                    <a:pt x="72" y="38"/>
                    <a:pt x="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7"/>
            <p:cNvSpPr/>
            <p:nvPr/>
          </p:nvSpPr>
          <p:spPr>
            <a:xfrm>
              <a:off x="3608200" y="4743400"/>
              <a:ext cx="2125" cy="2150"/>
            </a:xfrm>
            <a:custGeom>
              <a:rect b="b" l="l" r="r" t="t"/>
              <a:pathLst>
                <a:path extrusionOk="0" h="86" w="85">
                  <a:moveTo>
                    <a:pt x="1" y="1"/>
                  </a:moveTo>
                  <a:lnTo>
                    <a:pt x="29" y="85"/>
                  </a:lnTo>
                  <a:lnTo>
                    <a:pt x="85" y="2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7"/>
            <p:cNvSpPr/>
            <p:nvPr/>
          </p:nvSpPr>
          <p:spPr>
            <a:xfrm>
              <a:off x="3744375" y="4813600"/>
              <a:ext cx="23875" cy="7875"/>
            </a:xfrm>
            <a:custGeom>
              <a:rect b="b" l="l" r="r" t="t"/>
              <a:pathLst>
                <a:path extrusionOk="0" h="315" w="955">
                  <a:moveTo>
                    <a:pt x="84" y="0"/>
                  </a:moveTo>
                  <a:cubicBezTo>
                    <a:pt x="28" y="57"/>
                    <a:pt x="0" y="85"/>
                    <a:pt x="112" y="113"/>
                  </a:cubicBezTo>
                  <a:cubicBezTo>
                    <a:pt x="297" y="236"/>
                    <a:pt x="497" y="314"/>
                    <a:pt x="712" y="314"/>
                  </a:cubicBezTo>
                  <a:cubicBezTo>
                    <a:pt x="791" y="314"/>
                    <a:pt x="872" y="304"/>
                    <a:pt x="955" y="281"/>
                  </a:cubicBezTo>
                  <a:cubicBezTo>
                    <a:pt x="646" y="225"/>
                    <a:pt x="365" y="113"/>
                    <a:pt x="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7"/>
            <p:cNvSpPr/>
            <p:nvPr/>
          </p:nvSpPr>
          <p:spPr>
            <a:xfrm>
              <a:off x="3682600" y="4767825"/>
              <a:ext cx="12650" cy="12800"/>
            </a:xfrm>
            <a:custGeom>
              <a:rect b="b" l="l" r="r" t="t"/>
              <a:pathLst>
                <a:path extrusionOk="0" h="512" w="506">
                  <a:moveTo>
                    <a:pt x="26" y="1"/>
                  </a:moveTo>
                  <a:cubicBezTo>
                    <a:pt x="17" y="1"/>
                    <a:pt x="8" y="3"/>
                    <a:pt x="0" y="7"/>
                  </a:cubicBezTo>
                  <a:cubicBezTo>
                    <a:pt x="169" y="203"/>
                    <a:pt x="309" y="371"/>
                    <a:pt x="506" y="512"/>
                  </a:cubicBezTo>
                  <a:cubicBezTo>
                    <a:pt x="401" y="329"/>
                    <a:pt x="151" y="1"/>
                    <a:pt x="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7"/>
            <p:cNvSpPr/>
            <p:nvPr/>
          </p:nvSpPr>
          <p:spPr>
            <a:xfrm>
              <a:off x="3781875" y="4817075"/>
              <a:ext cx="1825" cy="2150"/>
            </a:xfrm>
            <a:custGeom>
              <a:rect b="b" l="l" r="r" t="t"/>
              <a:pathLst>
                <a:path extrusionOk="0" h="86" w="73">
                  <a:moveTo>
                    <a:pt x="17" y="0"/>
                  </a:moveTo>
                  <a:cubicBezTo>
                    <a:pt x="2" y="0"/>
                    <a:pt x="0" y="39"/>
                    <a:pt x="16" y="86"/>
                  </a:cubicBezTo>
                  <a:lnTo>
                    <a:pt x="72" y="86"/>
                  </a:lnTo>
                  <a:cubicBezTo>
                    <a:pt x="47" y="24"/>
                    <a:pt x="28" y="0"/>
                    <a:pt x="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7"/>
            <p:cNvSpPr/>
            <p:nvPr/>
          </p:nvSpPr>
          <p:spPr>
            <a:xfrm>
              <a:off x="3768225" y="4819200"/>
              <a:ext cx="16175" cy="4250"/>
            </a:xfrm>
            <a:custGeom>
              <a:rect b="b" l="l" r="r" t="t"/>
              <a:pathLst>
                <a:path extrusionOk="0" h="170" w="647">
                  <a:moveTo>
                    <a:pt x="562" y="1"/>
                  </a:moveTo>
                  <a:cubicBezTo>
                    <a:pt x="366" y="1"/>
                    <a:pt x="169" y="29"/>
                    <a:pt x="1" y="57"/>
                  </a:cubicBezTo>
                  <a:cubicBezTo>
                    <a:pt x="197" y="113"/>
                    <a:pt x="422" y="169"/>
                    <a:pt x="646" y="169"/>
                  </a:cubicBezTo>
                  <a:cubicBezTo>
                    <a:pt x="618" y="113"/>
                    <a:pt x="590" y="57"/>
                    <a:pt x="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7"/>
            <p:cNvSpPr/>
            <p:nvPr/>
          </p:nvSpPr>
          <p:spPr>
            <a:xfrm>
              <a:off x="3522575" y="4745525"/>
              <a:ext cx="96000" cy="59900"/>
            </a:xfrm>
            <a:custGeom>
              <a:rect b="b" l="l" r="r" t="t"/>
              <a:pathLst>
                <a:path extrusionOk="0" h="2396" w="3840">
                  <a:moveTo>
                    <a:pt x="3454" y="0"/>
                  </a:moveTo>
                  <a:lnTo>
                    <a:pt x="3454" y="0"/>
                  </a:lnTo>
                  <a:cubicBezTo>
                    <a:pt x="3378" y="95"/>
                    <a:pt x="3315" y="202"/>
                    <a:pt x="3008" y="202"/>
                  </a:cubicBezTo>
                  <a:cubicBezTo>
                    <a:pt x="2859" y="202"/>
                    <a:pt x="2652" y="177"/>
                    <a:pt x="2359" y="112"/>
                  </a:cubicBezTo>
                  <a:lnTo>
                    <a:pt x="2359" y="112"/>
                  </a:lnTo>
                  <a:cubicBezTo>
                    <a:pt x="2525" y="445"/>
                    <a:pt x="3840" y="1489"/>
                    <a:pt x="3064" y="1489"/>
                  </a:cubicBezTo>
                  <a:cubicBezTo>
                    <a:pt x="3054" y="1489"/>
                    <a:pt x="3043" y="1488"/>
                    <a:pt x="3033" y="1488"/>
                  </a:cubicBezTo>
                  <a:cubicBezTo>
                    <a:pt x="1881" y="1123"/>
                    <a:pt x="2218" y="899"/>
                    <a:pt x="1825" y="421"/>
                  </a:cubicBezTo>
                  <a:lnTo>
                    <a:pt x="1825" y="421"/>
                  </a:lnTo>
                  <a:cubicBezTo>
                    <a:pt x="1911" y="727"/>
                    <a:pt x="1602" y="756"/>
                    <a:pt x="1215" y="756"/>
                  </a:cubicBezTo>
                  <a:cubicBezTo>
                    <a:pt x="1125" y="756"/>
                    <a:pt x="1032" y="754"/>
                    <a:pt x="938" y="754"/>
                  </a:cubicBezTo>
                  <a:cubicBezTo>
                    <a:pt x="505" y="754"/>
                    <a:pt x="66" y="787"/>
                    <a:pt x="0" y="1151"/>
                  </a:cubicBezTo>
                  <a:lnTo>
                    <a:pt x="1039" y="1432"/>
                  </a:lnTo>
                  <a:cubicBezTo>
                    <a:pt x="1011" y="1544"/>
                    <a:pt x="590" y="1544"/>
                    <a:pt x="787" y="1769"/>
                  </a:cubicBezTo>
                  <a:cubicBezTo>
                    <a:pt x="868" y="1660"/>
                    <a:pt x="1036" y="1604"/>
                    <a:pt x="1247" y="1604"/>
                  </a:cubicBezTo>
                  <a:cubicBezTo>
                    <a:pt x="1692" y="1604"/>
                    <a:pt x="2324" y="1853"/>
                    <a:pt x="2724" y="2386"/>
                  </a:cubicBezTo>
                  <a:cubicBezTo>
                    <a:pt x="2765" y="2393"/>
                    <a:pt x="2804" y="2396"/>
                    <a:pt x="2842" y="2396"/>
                  </a:cubicBezTo>
                  <a:cubicBezTo>
                    <a:pt x="3659" y="2396"/>
                    <a:pt x="3749" y="993"/>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7"/>
            <p:cNvSpPr/>
            <p:nvPr/>
          </p:nvSpPr>
          <p:spPr>
            <a:xfrm>
              <a:off x="3609600" y="4741375"/>
              <a:ext cx="44950" cy="27325"/>
            </a:xfrm>
            <a:custGeom>
              <a:rect b="b" l="l" r="r" t="t"/>
              <a:pathLst>
                <a:path extrusionOk="0" h="1093" w="1798">
                  <a:moveTo>
                    <a:pt x="437" y="1"/>
                  </a:moveTo>
                  <a:cubicBezTo>
                    <a:pt x="188" y="1"/>
                    <a:pt x="76" y="63"/>
                    <a:pt x="1" y="138"/>
                  </a:cubicBezTo>
                  <a:cubicBezTo>
                    <a:pt x="534" y="419"/>
                    <a:pt x="1068" y="700"/>
                    <a:pt x="1573" y="1008"/>
                  </a:cubicBezTo>
                  <a:lnTo>
                    <a:pt x="1433" y="980"/>
                  </a:lnTo>
                  <a:lnTo>
                    <a:pt x="1797" y="1093"/>
                  </a:lnTo>
                  <a:cubicBezTo>
                    <a:pt x="1433" y="812"/>
                    <a:pt x="1124" y="447"/>
                    <a:pt x="927" y="54"/>
                  </a:cubicBezTo>
                  <a:cubicBezTo>
                    <a:pt x="721" y="16"/>
                    <a:pt x="562"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7"/>
            <p:cNvSpPr/>
            <p:nvPr/>
          </p:nvSpPr>
          <p:spPr>
            <a:xfrm>
              <a:off x="3654525" y="4768675"/>
              <a:ext cx="61075" cy="41600"/>
            </a:xfrm>
            <a:custGeom>
              <a:rect b="b" l="l" r="r" t="t"/>
              <a:pathLst>
                <a:path extrusionOk="0" h="1664" w="2443">
                  <a:moveTo>
                    <a:pt x="0" y="1"/>
                  </a:moveTo>
                  <a:lnTo>
                    <a:pt x="0" y="1"/>
                  </a:lnTo>
                  <a:cubicBezTo>
                    <a:pt x="478" y="309"/>
                    <a:pt x="955" y="534"/>
                    <a:pt x="1460" y="702"/>
                  </a:cubicBezTo>
                  <a:cubicBezTo>
                    <a:pt x="1272" y="568"/>
                    <a:pt x="1264" y="530"/>
                    <a:pt x="1322" y="530"/>
                  </a:cubicBezTo>
                  <a:cubicBezTo>
                    <a:pt x="1385" y="530"/>
                    <a:pt x="1527" y="575"/>
                    <a:pt x="1601" y="590"/>
                  </a:cubicBezTo>
                  <a:cubicBezTo>
                    <a:pt x="1629" y="562"/>
                    <a:pt x="1657" y="562"/>
                    <a:pt x="1657" y="534"/>
                  </a:cubicBezTo>
                  <a:lnTo>
                    <a:pt x="0" y="1"/>
                  </a:lnTo>
                  <a:close/>
                  <a:moveTo>
                    <a:pt x="1629" y="478"/>
                  </a:moveTo>
                  <a:lnTo>
                    <a:pt x="1657" y="534"/>
                  </a:lnTo>
                  <a:cubicBezTo>
                    <a:pt x="1675" y="588"/>
                    <a:pt x="1693" y="619"/>
                    <a:pt x="1689" y="619"/>
                  </a:cubicBezTo>
                  <a:cubicBezTo>
                    <a:pt x="1686" y="619"/>
                    <a:pt x="1677" y="610"/>
                    <a:pt x="1657" y="590"/>
                  </a:cubicBezTo>
                  <a:lnTo>
                    <a:pt x="1601" y="590"/>
                  </a:lnTo>
                  <a:cubicBezTo>
                    <a:pt x="1573" y="646"/>
                    <a:pt x="1517" y="674"/>
                    <a:pt x="1460" y="702"/>
                  </a:cubicBezTo>
                  <a:cubicBezTo>
                    <a:pt x="1011" y="1011"/>
                    <a:pt x="141" y="787"/>
                    <a:pt x="394" y="1460"/>
                  </a:cubicBezTo>
                  <a:cubicBezTo>
                    <a:pt x="732" y="1615"/>
                    <a:pt x="937" y="1663"/>
                    <a:pt x="1089" y="1663"/>
                  </a:cubicBezTo>
                  <a:cubicBezTo>
                    <a:pt x="1337" y="1663"/>
                    <a:pt x="1439" y="1534"/>
                    <a:pt x="1746" y="1534"/>
                  </a:cubicBezTo>
                  <a:cubicBezTo>
                    <a:pt x="1795" y="1534"/>
                    <a:pt x="1849" y="1537"/>
                    <a:pt x="1910" y="1545"/>
                  </a:cubicBezTo>
                  <a:cubicBezTo>
                    <a:pt x="309" y="927"/>
                    <a:pt x="2443" y="1517"/>
                    <a:pt x="1432" y="759"/>
                  </a:cubicBezTo>
                  <a:lnTo>
                    <a:pt x="1432" y="759"/>
                  </a:lnTo>
                  <a:cubicBezTo>
                    <a:pt x="1741" y="843"/>
                    <a:pt x="2050" y="927"/>
                    <a:pt x="2331" y="1039"/>
                  </a:cubicBezTo>
                  <a:cubicBezTo>
                    <a:pt x="2078" y="871"/>
                    <a:pt x="1853" y="674"/>
                    <a:pt x="1629" y="47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7"/>
            <p:cNvSpPr/>
            <p:nvPr/>
          </p:nvSpPr>
          <p:spPr>
            <a:xfrm>
              <a:off x="3865075" y="4920275"/>
              <a:ext cx="4950" cy="2850"/>
            </a:xfrm>
            <a:custGeom>
              <a:rect b="b" l="l" r="r" t="t"/>
              <a:pathLst>
                <a:path extrusionOk="0" h="114" w="198">
                  <a:moveTo>
                    <a:pt x="197" y="1"/>
                  </a:moveTo>
                  <a:cubicBezTo>
                    <a:pt x="57" y="29"/>
                    <a:pt x="1" y="29"/>
                    <a:pt x="197" y="113"/>
                  </a:cubicBezTo>
                  <a:cubicBezTo>
                    <a:pt x="197" y="85"/>
                    <a:pt x="197" y="29"/>
                    <a:pt x="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7"/>
            <p:cNvSpPr/>
            <p:nvPr/>
          </p:nvSpPr>
          <p:spPr>
            <a:xfrm>
              <a:off x="3845400" y="4876775"/>
              <a:ext cx="47775" cy="43525"/>
            </a:xfrm>
            <a:custGeom>
              <a:rect b="b" l="l" r="r" t="t"/>
              <a:pathLst>
                <a:path extrusionOk="0" h="1741" w="1911">
                  <a:moveTo>
                    <a:pt x="30" y="0"/>
                  </a:moveTo>
                  <a:cubicBezTo>
                    <a:pt x="0" y="0"/>
                    <a:pt x="6" y="39"/>
                    <a:pt x="38" y="103"/>
                  </a:cubicBezTo>
                  <a:lnTo>
                    <a:pt x="38" y="103"/>
                  </a:lnTo>
                  <a:cubicBezTo>
                    <a:pt x="34" y="69"/>
                    <a:pt x="32" y="34"/>
                    <a:pt x="30" y="0"/>
                  </a:cubicBezTo>
                  <a:close/>
                  <a:moveTo>
                    <a:pt x="38" y="103"/>
                  </a:moveTo>
                  <a:lnTo>
                    <a:pt x="38" y="103"/>
                  </a:lnTo>
                  <a:cubicBezTo>
                    <a:pt x="79" y="542"/>
                    <a:pt x="214" y="957"/>
                    <a:pt x="423" y="1348"/>
                  </a:cubicBezTo>
                  <a:cubicBezTo>
                    <a:pt x="521" y="1311"/>
                    <a:pt x="624" y="1290"/>
                    <a:pt x="726" y="1290"/>
                  </a:cubicBezTo>
                  <a:cubicBezTo>
                    <a:pt x="857" y="1290"/>
                    <a:pt x="986" y="1325"/>
                    <a:pt x="1097" y="1404"/>
                  </a:cubicBezTo>
                  <a:cubicBezTo>
                    <a:pt x="1377" y="1656"/>
                    <a:pt x="1012" y="1600"/>
                    <a:pt x="984" y="1741"/>
                  </a:cubicBezTo>
                  <a:cubicBezTo>
                    <a:pt x="1265" y="1741"/>
                    <a:pt x="1911" y="1741"/>
                    <a:pt x="1265" y="1263"/>
                  </a:cubicBezTo>
                  <a:lnTo>
                    <a:pt x="1125" y="1263"/>
                  </a:lnTo>
                  <a:cubicBezTo>
                    <a:pt x="659" y="953"/>
                    <a:pt x="158" y="345"/>
                    <a:pt x="38" y="10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7"/>
            <p:cNvSpPr/>
            <p:nvPr/>
          </p:nvSpPr>
          <p:spPr>
            <a:xfrm>
              <a:off x="3733825" y="4843075"/>
              <a:ext cx="35125" cy="16175"/>
            </a:xfrm>
            <a:custGeom>
              <a:rect b="b" l="l" r="r" t="t"/>
              <a:pathLst>
                <a:path extrusionOk="0" h="647" w="1405">
                  <a:moveTo>
                    <a:pt x="1" y="1"/>
                  </a:moveTo>
                  <a:cubicBezTo>
                    <a:pt x="169" y="225"/>
                    <a:pt x="338" y="450"/>
                    <a:pt x="506" y="646"/>
                  </a:cubicBezTo>
                  <a:lnTo>
                    <a:pt x="562" y="422"/>
                  </a:lnTo>
                  <a:cubicBezTo>
                    <a:pt x="817" y="559"/>
                    <a:pt x="976" y="607"/>
                    <a:pt x="1082" y="607"/>
                  </a:cubicBezTo>
                  <a:cubicBezTo>
                    <a:pt x="1280" y="607"/>
                    <a:pt x="1295" y="439"/>
                    <a:pt x="1405" y="365"/>
                  </a:cubicBezTo>
                  <a:cubicBezTo>
                    <a:pt x="927" y="225"/>
                    <a:pt x="450" y="1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7"/>
            <p:cNvSpPr/>
            <p:nvPr/>
          </p:nvSpPr>
          <p:spPr>
            <a:xfrm>
              <a:off x="3590650" y="4727975"/>
              <a:ext cx="26000" cy="8450"/>
            </a:xfrm>
            <a:custGeom>
              <a:rect b="b" l="l" r="r" t="t"/>
              <a:pathLst>
                <a:path extrusionOk="0" h="338" w="1040">
                  <a:moveTo>
                    <a:pt x="1039" y="0"/>
                  </a:moveTo>
                  <a:lnTo>
                    <a:pt x="1" y="197"/>
                  </a:lnTo>
                  <a:lnTo>
                    <a:pt x="646" y="337"/>
                  </a:lnTo>
                  <a:lnTo>
                    <a:pt x="10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7"/>
            <p:cNvSpPr/>
            <p:nvPr/>
          </p:nvSpPr>
          <p:spPr>
            <a:xfrm>
              <a:off x="3558375" y="4706900"/>
              <a:ext cx="13350" cy="8450"/>
            </a:xfrm>
            <a:custGeom>
              <a:rect b="b" l="l" r="r" t="t"/>
              <a:pathLst>
                <a:path extrusionOk="0" h="338" w="534">
                  <a:moveTo>
                    <a:pt x="0" y="1"/>
                  </a:moveTo>
                  <a:lnTo>
                    <a:pt x="281" y="338"/>
                  </a:lnTo>
                  <a:lnTo>
                    <a:pt x="5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7"/>
            <p:cNvSpPr/>
            <p:nvPr/>
          </p:nvSpPr>
          <p:spPr>
            <a:xfrm>
              <a:off x="1836700" y="2785900"/>
              <a:ext cx="9150" cy="6350"/>
            </a:xfrm>
            <a:custGeom>
              <a:rect b="b" l="l" r="r" t="t"/>
              <a:pathLst>
                <a:path extrusionOk="0" h="254" w="366">
                  <a:moveTo>
                    <a:pt x="0" y="0"/>
                  </a:moveTo>
                  <a:cubicBezTo>
                    <a:pt x="112" y="113"/>
                    <a:pt x="225" y="169"/>
                    <a:pt x="365" y="253"/>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7"/>
            <p:cNvSpPr/>
            <p:nvPr/>
          </p:nvSpPr>
          <p:spPr>
            <a:xfrm>
              <a:off x="1894700" y="2847275"/>
              <a:ext cx="6600" cy="2525"/>
            </a:xfrm>
            <a:custGeom>
              <a:rect b="b" l="l" r="r" t="t"/>
              <a:pathLst>
                <a:path extrusionOk="0" h="101" w="264">
                  <a:moveTo>
                    <a:pt x="117" y="0"/>
                  </a:moveTo>
                  <a:cubicBezTo>
                    <a:pt x="38" y="0"/>
                    <a:pt x="1" y="25"/>
                    <a:pt x="38" y="100"/>
                  </a:cubicBezTo>
                  <a:lnTo>
                    <a:pt x="263" y="16"/>
                  </a:lnTo>
                  <a:cubicBezTo>
                    <a:pt x="207" y="7"/>
                    <a:pt x="157" y="0"/>
                    <a:pt x="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7"/>
            <p:cNvSpPr/>
            <p:nvPr/>
          </p:nvSpPr>
          <p:spPr>
            <a:xfrm>
              <a:off x="2630500" y="4006025"/>
              <a:ext cx="14775" cy="33425"/>
            </a:xfrm>
            <a:custGeom>
              <a:rect b="b" l="l" r="r" t="t"/>
              <a:pathLst>
                <a:path extrusionOk="0" h="1337" w="591">
                  <a:moveTo>
                    <a:pt x="369" y="0"/>
                  </a:moveTo>
                  <a:cubicBezTo>
                    <a:pt x="337" y="0"/>
                    <a:pt x="299" y="23"/>
                    <a:pt x="253" y="74"/>
                  </a:cubicBezTo>
                  <a:lnTo>
                    <a:pt x="1" y="495"/>
                  </a:lnTo>
                  <a:cubicBezTo>
                    <a:pt x="281" y="719"/>
                    <a:pt x="478" y="1000"/>
                    <a:pt x="590" y="1337"/>
                  </a:cubicBezTo>
                  <a:cubicBezTo>
                    <a:pt x="518" y="740"/>
                    <a:pt x="548" y="0"/>
                    <a:pt x="3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7"/>
            <p:cNvSpPr/>
            <p:nvPr/>
          </p:nvSpPr>
          <p:spPr>
            <a:xfrm>
              <a:off x="2259925" y="3357925"/>
              <a:ext cx="14050" cy="11950"/>
            </a:xfrm>
            <a:custGeom>
              <a:rect b="b" l="l" r="r" t="t"/>
              <a:pathLst>
                <a:path extrusionOk="0" h="478" w="562">
                  <a:moveTo>
                    <a:pt x="84" y="0"/>
                  </a:moveTo>
                  <a:lnTo>
                    <a:pt x="0" y="225"/>
                  </a:lnTo>
                  <a:lnTo>
                    <a:pt x="562" y="478"/>
                  </a:lnTo>
                  <a:lnTo>
                    <a:pt x="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7"/>
            <p:cNvSpPr/>
            <p:nvPr/>
          </p:nvSpPr>
          <p:spPr>
            <a:xfrm>
              <a:off x="2212900" y="3341075"/>
              <a:ext cx="725" cy="21775"/>
            </a:xfrm>
            <a:custGeom>
              <a:rect b="b" l="l" r="r" t="t"/>
              <a:pathLst>
                <a:path extrusionOk="0" h="871" w="29">
                  <a:moveTo>
                    <a:pt x="28" y="1"/>
                  </a:moveTo>
                  <a:cubicBezTo>
                    <a:pt x="0" y="281"/>
                    <a:pt x="0" y="590"/>
                    <a:pt x="28" y="871"/>
                  </a:cubicBezTo>
                  <a:lnTo>
                    <a:pt x="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7"/>
            <p:cNvSpPr/>
            <p:nvPr/>
          </p:nvSpPr>
          <p:spPr>
            <a:xfrm>
              <a:off x="1525075" y="2491825"/>
              <a:ext cx="17550" cy="8000"/>
            </a:xfrm>
            <a:custGeom>
              <a:rect b="b" l="l" r="r" t="t"/>
              <a:pathLst>
                <a:path extrusionOk="0" h="320" w="702">
                  <a:moveTo>
                    <a:pt x="0" y="0"/>
                  </a:moveTo>
                  <a:lnTo>
                    <a:pt x="0" y="0"/>
                  </a:lnTo>
                  <a:cubicBezTo>
                    <a:pt x="229" y="240"/>
                    <a:pt x="357" y="319"/>
                    <a:pt x="438" y="319"/>
                  </a:cubicBezTo>
                  <a:cubicBezTo>
                    <a:pt x="567" y="319"/>
                    <a:pt x="582" y="125"/>
                    <a:pt x="702" y="5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7"/>
            <p:cNvSpPr/>
            <p:nvPr/>
          </p:nvSpPr>
          <p:spPr>
            <a:xfrm>
              <a:off x="3128825" y="4440200"/>
              <a:ext cx="23900" cy="25075"/>
            </a:xfrm>
            <a:custGeom>
              <a:rect b="b" l="l" r="r" t="t"/>
              <a:pathLst>
                <a:path extrusionOk="0" h="1003" w="956">
                  <a:moveTo>
                    <a:pt x="1" y="1"/>
                  </a:moveTo>
                  <a:lnTo>
                    <a:pt x="1" y="1"/>
                  </a:lnTo>
                  <a:cubicBezTo>
                    <a:pt x="313" y="481"/>
                    <a:pt x="522" y="1002"/>
                    <a:pt x="805" y="1002"/>
                  </a:cubicBezTo>
                  <a:cubicBezTo>
                    <a:pt x="853" y="1002"/>
                    <a:pt x="902" y="988"/>
                    <a:pt x="955" y="955"/>
                  </a:cubicBezTo>
                  <a:cubicBezTo>
                    <a:pt x="674" y="590"/>
                    <a:pt x="337" y="28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7"/>
            <p:cNvSpPr/>
            <p:nvPr/>
          </p:nvSpPr>
          <p:spPr>
            <a:xfrm>
              <a:off x="1944775" y="2730300"/>
              <a:ext cx="11950" cy="5150"/>
            </a:xfrm>
            <a:custGeom>
              <a:rect b="b" l="l" r="r" t="t"/>
              <a:pathLst>
                <a:path extrusionOk="0" h="206" w="478">
                  <a:moveTo>
                    <a:pt x="118" y="1"/>
                  </a:moveTo>
                  <a:cubicBezTo>
                    <a:pt x="70" y="1"/>
                    <a:pt x="31" y="14"/>
                    <a:pt x="1" y="35"/>
                  </a:cubicBezTo>
                  <a:cubicBezTo>
                    <a:pt x="164" y="143"/>
                    <a:pt x="292" y="205"/>
                    <a:pt x="377" y="205"/>
                  </a:cubicBezTo>
                  <a:cubicBezTo>
                    <a:pt x="424" y="205"/>
                    <a:pt x="458" y="187"/>
                    <a:pt x="478" y="147"/>
                  </a:cubicBezTo>
                  <a:cubicBezTo>
                    <a:pt x="318" y="40"/>
                    <a:pt x="203" y="1"/>
                    <a:pt x="1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7"/>
            <p:cNvSpPr/>
            <p:nvPr/>
          </p:nvSpPr>
          <p:spPr>
            <a:xfrm>
              <a:off x="3096550" y="4418450"/>
              <a:ext cx="32300" cy="21775"/>
            </a:xfrm>
            <a:custGeom>
              <a:rect b="b" l="l" r="r" t="t"/>
              <a:pathLst>
                <a:path extrusionOk="0" h="871" w="1292">
                  <a:moveTo>
                    <a:pt x="0" y="0"/>
                  </a:moveTo>
                  <a:lnTo>
                    <a:pt x="0" y="0"/>
                  </a:lnTo>
                  <a:cubicBezTo>
                    <a:pt x="56" y="84"/>
                    <a:pt x="112" y="169"/>
                    <a:pt x="169" y="253"/>
                  </a:cubicBezTo>
                  <a:cubicBezTo>
                    <a:pt x="562" y="393"/>
                    <a:pt x="927" y="618"/>
                    <a:pt x="1292" y="871"/>
                  </a:cubicBezTo>
                  <a:cubicBezTo>
                    <a:pt x="1011" y="365"/>
                    <a:pt x="534" y="5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7"/>
            <p:cNvSpPr/>
            <p:nvPr/>
          </p:nvSpPr>
          <p:spPr>
            <a:xfrm>
              <a:off x="1832475" y="951575"/>
              <a:ext cx="4250" cy="2475"/>
            </a:xfrm>
            <a:custGeom>
              <a:rect b="b" l="l" r="r" t="t"/>
              <a:pathLst>
                <a:path extrusionOk="0" h="99" w="170">
                  <a:moveTo>
                    <a:pt x="130" y="0"/>
                  </a:moveTo>
                  <a:cubicBezTo>
                    <a:pt x="99" y="0"/>
                    <a:pt x="56" y="43"/>
                    <a:pt x="1" y="98"/>
                  </a:cubicBezTo>
                  <a:cubicBezTo>
                    <a:pt x="57" y="98"/>
                    <a:pt x="113" y="42"/>
                    <a:pt x="169" y="42"/>
                  </a:cubicBezTo>
                  <a:cubicBezTo>
                    <a:pt x="159" y="13"/>
                    <a:pt x="146" y="0"/>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7"/>
            <p:cNvSpPr/>
            <p:nvPr/>
          </p:nvSpPr>
          <p:spPr>
            <a:xfrm>
              <a:off x="2278875" y="875400"/>
              <a:ext cx="17575" cy="4950"/>
            </a:xfrm>
            <a:custGeom>
              <a:rect b="b" l="l" r="r" t="t"/>
              <a:pathLst>
                <a:path extrusionOk="0" h="198" w="703">
                  <a:moveTo>
                    <a:pt x="702" y="1"/>
                  </a:moveTo>
                  <a:lnTo>
                    <a:pt x="702" y="1"/>
                  </a:lnTo>
                  <a:cubicBezTo>
                    <a:pt x="534" y="57"/>
                    <a:pt x="253" y="141"/>
                    <a:pt x="0" y="197"/>
                  </a:cubicBezTo>
                  <a:cubicBezTo>
                    <a:pt x="225" y="169"/>
                    <a:pt x="477" y="113"/>
                    <a:pt x="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7"/>
            <p:cNvSpPr/>
            <p:nvPr/>
          </p:nvSpPr>
          <p:spPr>
            <a:xfrm>
              <a:off x="3405350" y="4616375"/>
              <a:ext cx="5025" cy="1900"/>
            </a:xfrm>
            <a:custGeom>
              <a:rect b="b" l="l" r="r" t="t"/>
              <a:pathLst>
                <a:path extrusionOk="0" h="76" w="201">
                  <a:moveTo>
                    <a:pt x="1" y="0"/>
                  </a:moveTo>
                  <a:cubicBezTo>
                    <a:pt x="123" y="57"/>
                    <a:pt x="173" y="75"/>
                    <a:pt x="182" y="75"/>
                  </a:cubicBezTo>
                  <a:cubicBezTo>
                    <a:pt x="201" y="75"/>
                    <a:pt x="5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7"/>
            <p:cNvSpPr/>
            <p:nvPr/>
          </p:nvSpPr>
          <p:spPr>
            <a:xfrm>
              <a:off x="3417300" y="4679550"/>
              <a:ext cx="6325" cy="2825"/>
            </a:xfrm>
            <a:custGeom>
              <a:rect b="b" l="l" r="r" t="t"/>
              <a:pathLst>
                <a:path extrusionOk="0" h="113" w="253">
                  <a:moveTo>
                    <a:pt x="253" y="0"/>
                  </a:moveTo>
                  <a:cubicBezTo>
                    <a:pt x="141" y="0"/>
                    <a:pt x="56" y="28"/>
                    <a:pt x="0" y="112"/>
                  </a:cubicBezTo>
                  <a:cubicBezTo>
                    <a:pt x="56" y="28"/>
                    <a:pt x="141" y="0"/>
                    <a:pt x="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7"/>
            <p:cNvSpPr/>
            <p:nvPr/>
          </p:nvSpPr>
          <p:spPr>
            <a:xfrm>
              <a:off x="2973000" y="4419150"/>
              <a:ext cx="925" cy="2750"/>
            </a:xfrm>
            <a:custGeom>
              <a:rect b="b" l="l" r="r" t="t"/>
              <a:pathLst>
                <a:path extrusionOk="0" h="110" w="37">
                  <a:moveTo>
                    <a:pt x="1" y="0"/>
                  </a:moveTo>
                  <a:cubicBezTo>
                    <a:pt x="28" y="80"/>
                    <a:pt x="35" y="109"/>
                    <a:pt x="36" y="109"/>
                  </a:cubicBezTo>
                  <a:cubicBezTo>
                    <a:pt x="37" y="109"/>
                    <a:pt x="29" y="73"/>
                    <a:pt x="29" y="28"/>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7"/>
            <p:cNvSpPr/>
            <p:nvPr/>
          </p:nvSpPr>
          <p:spPr>
            <a:xfrm>
              <a:off x="3406775" y="4618475"/>
              <a:ext cx="8450" cy="9850"/>
            </a:xfrm>
            <a:custGeom>
              <a:rect b="b" l="l" r="r" t="t"/>
              <a:pathLst>
                <a:path extrusionOk="0" h="394" w="338">
                  <a:moveTo>
                    <a:pt x="0" y="1"/>
                  </a:moveTo>
                  <a:lnTo>
                    <a:pt x="0" y="1"/>
                  </a:lnTo>
                  <a:cubicBezTo>
                    <a:pt x="112" y="141"/>
                    <a:pt x="225" y="253"/>
                    <a:pt x="337" y="394"/>
                  </a:cubicBezTo>
                  <a:cubicBezTo>
                    <a:pt x="253" y="253"/>
                    <a:pt x="112" y="1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7"/>
            <p:cNvSpPr/>
            <p:nvPr/>
          </p:nvSpPr>
          <p:spPr>
            <a:xfrm>
              <a:off x="3416600" y="4621975"/>
              <a:ext cx="9150" cy="5650"/>
            </a:xfrm>
            <a:custGeom>
              <a:rect b="b" l="l" r="r" t="t"/>
              <a:pathLst>
                <a:path extrusionOk="0" h="226" w="366">
                  <a:moveTo>
                    <a:pt x="0" y="1"/>
                  </a:moveTo>
                  <a:lnTo>
                    <a:pt x="281" y="226"/>
                  </a:lnTo>
                  <a:cubicBezTo>
                    <a:pt x="365" y="197"/>
                    <a:pt x="337" y="14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7"/>
            <p:cNvSpPr/>
            <p:nvPr/>
          </p:nvSpPr>
          <p:spPr>
            <a:xfrm>
              <a:off x="3393425" y="4608650"/>
              <a:ext cx="13375" cy="9850"/>
            </a:xfrm>
            <a:custGeom>
              <a:rect b="b" l="l" r="r" t="t"/>
              <a:pathLst>
                <a:path extrusionOk="0" h="394" w="535">
                  <a:moveTo>
                    <a:pt x="1" y="1"/>
                  </a:moveTo>
                  <a:cubicBezTo>
                    <a:pt x="169" y="113"/>
                    <a:pt x="366" y="253"/>
                    <a:pt x="534" y="394"/>
                  </a:cubicBezTo>
                  <a:cubicBezTo>
                    <a:pt x="478" y="309"/>
                    <a:pt x="450" y="281"/>
                    <a:pt x="478" y="28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7"/>
            <p:cNvSpPr/>
            <p:nvPr/>
          </p:nvSpPr>
          <p:spPr>
            <a:xfrm>
              <a:off x="1584725" y="1751550"/>
              <a:ext cx="2125" cy="8250"/>
            </a:xfrm>
            <a:custGeom>
              <a:rect b="b" l="l" r="r" t="t"/>
              <a:pathLst>
                <a:path extrusionOk="0" h="330" w="85">
                  <a:moveTo>
                    <a:pt x="39" y="0"/>
                  </a:moveTo>
                  <a:cubicBezTo>
                    <a:pt x="19" y="0"/>
                    <a:pt x="0" y="137"/>
                    <a:pt x="0" y="329"/>
                  </a:cubicBezTo>
                  <a:cubicBezTo>
                    <a:pt x="28" y="329"/>
                    <a:pt x="57" y="301"/>
                    <a:pt x="85" y="273"/>
                  </a:cubicBezTo>
                  <a:cubicBezTo>
                    <a:pt x="72" y="79"/>
                    <a:pt x="55" y="0"/>
                    <a:pt x="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7"/>
            <p:cNvSpPr/>
            <p:nvPr/>
          </p:nvSpPr>
          <p:spPr>
            <a:xfrm>
              <a:off x="2401000" y="3887125"/>
              <a:ext cx="725" cy="1425"/>
            </a:xfrm>
            <a:custGeom>
              <a:rect b="b" l="l" r="r" t="t"/>
              <a:pathLst>
                <a:path extrusionOk="0" h="57" w="29">
                  <a:moveTo>
                    <a:pt x="28" y="1"/>
                  </a:moveTo>
                  <a:lnTo>
                    <a:pt x="0" y="29"/>
                  </a:lnTo>
                  <a:lnTo>
                    <a:pt x="28" y="57"/>
                  </a:lnTo>
                  <a:lnTo>
                    <a:pt x="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7"/>
            <p:cNvSpPr/>
            <p:nvPr/>
          </p:nvSpPr>
          <p:spPr>
            <a:xfrm>
              <a:off x="2376425" y="3856950"/>
              <a:ext cx="49150" cy="29500"/>
            </a:xfrm>
            <a:custGeom>
              <a:rect b="b" l="l" r="r" t="t"/>
              <a:pathLst>
                <a:path extrusionOk="0" h="1180" w="1966">
                  <a:moveTo>
                    <a:pt x="1" y="0"/>
                  </a:moveTo>
                  <a:lnTo>
                    <a:pt x="1" y="0"/>
                  </a:lnTo>
                  <a:cubicBezTo>
                    <a:pt x="787" y="365"/>
                    <a:pt x="899" y="702"/>
                    <a:pt x="1011" y="1180"/>
                  </a:cubicBezTo>
                  <a:lnTo>
                    <a:pt x="1966" y="141"/>
                  </a:lnTo>
                  <a:cubicBezTo>
                    <a:pt x="1292" y="113"/>
                    <a:pt x="646" y="5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7"/>
            <p:cNvSpPr/>
            <p:nvPr/>
          </p:nvSpPr>
          <p:spPr>
            <a:xfrm>
              <a:off x="1418375" y="781350"/>
              <a:ext cx="2123875" cy="3933075"/>
            </a:xfrm>
            <a:custGeom>
              <a:rect b="b" l="l" r="r" t="t"/>
              <a:pathLst>
                <a:path extrusionOk="0" h="157323" w="84955">
                  <a:moveTo>
                    <a:pt x="14305" y="8921"/>
                  </a:moveTo>
                  <a:lnTo>
                    <a:pt x="14305" y="8921"/>
                  </a:lnTo>
                  <a:cubicBezTo>
                    <a:pt x="14263" y="8951"/>
                    <a:pt x="14221" y="8982"/>
                    <a:pt x="14178" y="9013"/>
                  </a:cubicBezTo>
                  <a:cubicBezTo>
                    <a:pt x="14214" y="9001"/>
                    <a:pt x="14256" y="8969"/>
                    <a:pt x="14305" y="8921"/>
                  </a:cubicBezTo>
                  <a:close/>
                  <a:moveTo>
                    <a:pt x="14347" y="20102"/>
                  </a:moveTo>
                  <a:cubicBezTo>
                    <a:pt x="14317" y="20120"/>
                    <a:pt x="14288" y="20140"/>
                    <a:pt x="14260" y="20160"/>
                  </a:cubicBezTo>
                  <a:lnTo>
                    <a:pt x="14260" y="20160"/>
                  </a:lnTo>
                  <a:cubicBezTo>
                    <a:pt x="14286" y="20149"/>
                    <a:pt x="14315" y="20130"/>
                    <a:pt x="14347" y="20102"/>
                  </a:cubicBezTo>
                  <a:close/>
                  <a:moveTo>
                    <a:pt x="11245" y="36014"/>
                  </a:moveTo>
                  <a:cubicBezTo>
                    <a:pt x="11280" y="36014"/>
                    <a:pt x="11315" y="36119"/>
                    <a:pt x="11343" y="36217"/>
                  </a:cubicBezTo>
                  <a:lnTo>
                    <a:pt x="11146" y="36442"/>
                  </a:lnTo>
                  <a:cubicBezTo>
                    <a:pt x="11174" y="36119"/>
                    <a:pt x="11209" y="36014"/>
                    <a:pt x="11245" y="36014"/>
                  </a:cubicBezTo>
                  <a:close/>
                  <a:moveTo>
                    <a:pt x="1984" y="47351"/>
                  </a:moveTo>
                  <a:cubicBezTo>
                    <a:pt x="1961" y="47416"/>
                    <a:pt x="1945" y="47477"/>
                    <a:pt x="1938" y="47531"/>
                  </a:cubicBezTo>
                  <a:cubicBezTo>
                    <a:pt x="1953" y="47470"/>
                    <a:pt x="1968" y="47410"/>
                    <a:pt x="1984" y="47351"/>
                  </a:cubicBezTo>
                  <a:close/>
                  <a:moveTo>
                    <a:pt x="450" y="61793"/>
                  </a:moveTo>
                  <a:lnTo>
                    <a:pt x="450" y="61793"/>
                  </a:lnTo>
                  <a:cubicBezTo>
                    <a:pt x="491" y="61928"/>
                    <a:pt x="552" y="62051"/>
                    <a:pt x="630" y="62162"/>
                  </a:cubicBezTo>
                  <a:lnTo>
                    <a:pt x="630" y="62162"/>
                  </a:lnTo>
                  <a:cubicBezTo>
                    <a:pt x="567" y="62040"/>
                    <a:pt x="507" y="61917"/>
                    <a:pt x="450" y="61793"/>
                  </a:cubicBezTo>
                  <a:close/>
                  <a:moveTo>
                    <a:pt x="17968" y="81249"/>
                  </a:moveTo>
                  <a:lnTo>
                    <a:pt x="17968" y="81249"/>
                  </a:lnTo>
                  <a:cubicBezTo>
                    <a:pt x="18001" y="81286"/>
                    <a:pt x="18034" y="81316"/>
                    <a:pt x="18065" y="81341"/>
                  </a:cubicBezTo>
                  <a:lnTo>
                    <a:pt x="18065" y="81341"/>
                  </a:lnTo>
                  <a:cubicBezTo>
                    <a:pt x="18033" y="81310"/>
                    <a:pt x="18001" y="81280"/>
                    <a:pt x="17968" y="81249"/>
                  </a:cubicBezTo>
                  <a:close/>
                  <a:moveTo>
                    <a:pt x="21569" y="85308"/>
                  </a:moveTo>
                  <a:cubicBezTo>
                    <a:pt x="22041" y="85308"/>
                    <a:pt x="22002" y="85632"/>
                    <a:pt x="22140" y="86070"/>
                  </a:cubicBezTo>
                  <a:lnTo>
                    <a:pt x="22140" y="86070"/>
                  </a:lnTo>
                  <a:cubicBezTo>
                    <a:pt x="21881" y="85903"/>
                    <a:pt x="21283" y="85680"/>
                    <a:pt x="21394" y="85320"/>
                  </a:cubicBezTo>
                  <a:cubicBezTo>
                    <a:pt x="21459" y="85312"/>
                    <a:pt x="21517" y="85308"/>
                    <a:pt x="21569" y="85308"/>
                  </a:cubicBezTo>
                  <a:close/>
                  <a:moveTo>
                    <a:pt x="33325" y="104551"/>
                  </a:moveTo>
                  <a:lnTo>
                    <a:pt x="33325" y="104551"/>
                  </a:lnTo>
                  <a:cubicBezTo>
                    <a:pt x="33466" y="104832"/>
                    <a:pt x="33550" y="105169"/>
                    <a:pt x="33522" y="105506"/>
                  </a:cubicBezTo>
                  <a:lnTo>
                    <a:pt x="33522" y="105478"/>
                  </a:lnTo>
                  <a:cubicBezTo>
                    <a:pt x="33297" y="105337"/>
                    <a:pt x="33269" y="104972"/>
                    <a:pt x="33325" y="104551"/>
                  </a:cubicBezTo>
                  <a:close/>
                  <a:moveTo>
                    <a:pt x="44141" y="125907"/>
                  </a:moveTo>
                  <a:cubicBezTo>
                    <a:pt x="44159" y="125907"/>
                    <a:pt x="44186" y="125934"/>
                    <a:pt x="44233" y="126008"/>
                  </a:cubicBezTo>
                  <a:lnTo>
                    <a:pt x="44233" y="126008"/>
                  </a:lnTo>
                  <a:cubicBezTo>
                    <a:pt x="44229" y="126008"/>
                    <a:pt x="44224" y="126008"/>
                    <a:pt x="44219" y="126008"/>
                  </a:cubicBezTo>
                  <a:cubicBezTo>
                    <a:pt x="44162" y="126008"/>
                    <a:pt x="44105" y="126015"/>
                    <a:pt x="44050" y="126028"/>
                  </a:cubicBezTo>
                  <a:cubicBezTo>
                    <a:pt x="44100" y="125978"/>
                    <a:pt x="44110" y="125907"/>
                    <a:pt x="44141" y="125907"/>
                  </a:cubicBezTo>
                  <a:close/>
                  <a:moveTo>
                    <a:pt x="41267" y="127511"/>
                  </a:moveTo>
                  <a:cubicBezTo>
                    <a:pt x="41266" y="127531"/>
                    <a:pt x="41267" y="127552"/>
                    <a:pt x="41270" y="127573"/>
                  </a:cubicBezTo>
                  <a:cubicBezTo>
                    <a:pt x="41269" y="127552"/>
                    <a:pt x="41268" y="127531"/>
                    <a:pt x="41267" y="127511"/>
                  </a:cubicBezTo>
                  <a:close/>
                  <a:moveTo>
                    <a:pt x="41607" y="128050"/>
                  </a:moveTo>
                  <a:lnTo>
                    <a:pt x="41607" y="128050"/>
                  </a:lnTo>
                  <a:cubicBezTo>
                    <a:pt x="41616" y="128055"/>
                    <a:pt x="41625" y="128058"/>
                    <a:pt x="41635" y="128061"/>
                  </a:cubicBezTo>
                  <a:lnTo>
                    <a:pt x="41635" y="128061"/>
                  </a:lnTo>
                  <a:cubicBezTo>
                    <a:pt x="41626" y="128057"/>
                    <a:pt x="41616" y="128054"/>
                    <a:pt x="41607" y="128050"/>
                  </a:cubicBezTo>
                  <a:close/>
                  <a:moveTo>
                    <a:pt x="75221" y="151061"/>
                  </a:moveTo>
                  <a:cubicBezTo>
                    <a:pt x="75231" y="151061"/>
                    <a:pt x="75365" y="151195"/>
                    <a:pt x="75550" y="151380"/>
                  </a:cubicBezTo>
                  <a:lnTo>
                    <a:pt x="75493" y="151380"/>
                  </a:lnTo>
                  <a:cubicBezTo>
                    <a:pt x="75291" y="151152"/>
                    <a:pt x="75214" y="151061"/>
                    <a:pt x="75221" y="151061"/>
                  </a:cubicBezTo>
                  <a:close/>
                  <a:moveTo>
                    <a:pt x="36442" y="1"/>
                  </a:moveTo>
                  <a:cubicBezTo>
                    <a:pt x="36199" y="324"/>
                    <a:pt x="35845" y="406"/>
                    <a:pt x="35421" y="406"/>
                  </a:cubicBezTo>
                  <a:cubicBezTo>
                    <a:pt x="35110" y="406"/>
                    <a:pt x="34761" y="362"/>
                    <a:pt x="34392" y="338"/>
                  </a:cubicBezTo>
                  <a:cubicBezTo>
                    <a:pt x="34224" y="327"/>
                    <a:pt x="34051" y="318"/>
                    <a:pt x="33876" y="318"/>
                  </a:cubicBezTo>
                  <a:cubicBezTo>
                    <a:pt x="33179" y="318"/>
                    <a:pt x="32461" y="461"/>
                    <a:pt x="31922" y="1180"/>
                  </a:cubicBezTo>
                  <a:cubicBezTo>
                    <a:pt x="31472" y="1096"/>
                    <a:pt x="32146" y="759"/>
                    <a:pt x="31893" y="590"/>
                  </a:cubicBezTo>
                  <a:lnTo>
                    <a:pt x="31893" y="590"/>
                  </a:lnTo>
                  <a:cubicBezTo>
                    <a:pt x="31557" y="1152"/>
                    <a:pt x="31079" y="1405"/>
                    <a:pt x="30041" y="1517"/>
                  </a:cubicBezTo>
                  <a:lnTo>
                    <a:pt x="30125" y="1377"/>
                  </a:lnTo>
                  <a:lnTo>
                    <a:pt x="30125" y="1377"/>
                  </a:lnTo>
                  <a:cubicBezTo>
                    <a:pt x="29030" y="1798"/>
                    <a:pt x="27879" y="2163"/>
                    <a:pt x="26728" y="2443"/>
                  </a:cubicBezTo>
                  <a:cubicBezTo>
                    <a:pt x="25689" y="2724"/>
                    <a:pt x="24594" y="2977"/>
                    <a:pt x="23050" y="3482"/>
                  </a:cubicBezTo>
                  <a:lnTo>
                    <a:pt x="23471" y="3847"/>
                  </a:lnTo>
                  <a:cubicBezTo>
                    <a:pt x="23144" y="3964"/>
                    <a:pt x="22797" y="4023"/>
                    <a:pt x="22462" y="4023"/>
                  </a:cubicBezTo>
                  <a:cubicBezTo>
                    <a:pt x="22396" y="4023"/>
                    <a:pt x="22329" y="4020"/>
                    <a:pt x="22264" y="4016"/>
                  </a:cubicBezTo>
                  <a:lnTo>
                    <a:pt x="22264" y="4016"/>
                  </a:lnTo>
                  <a:cubicBezTo>
                    <a:pt x="22158" y="4267"/>
                    <a:pt x="22202" y="4350"/>
                    <a:pt x="22327" y="4350"/>
                  </a:cubicBezTo>
                  <a:cubicBezTo>
                    <a:pt x="22469" y="4350"/>
                    <a:pt x="22713" y="4245"/>
                    <a:pt x="22966" y="4156"/>
                  </a:cubicBezTo>
                  <a:cubicBezTo>
                    <a:pt x="23199" y="4054"/>
                    <a:pt x="23439" y="3952"/>
                    <a:pt x="23594" y="3952"/>
                  </a:cubicBezTo>
                  <a:cubicBezTo>
                    <a:pt x="23736" y="3952"/>
                    <a:pt x="23805" y="4040"/>
                    <a:pt x="23724" y="4296"/>
                  </a:cubicBezTo>
                  <a:cubicBezTo>
                    <a:pt x="23606" y="4243"/>
                    <a:pt x="23470" y="4219"/>
                    <a:pt x="23319" y="4219"/>
                  </a:cubicBezTo>
                  <a:cubicBezTo>
                    <a:pt x="22679" y="4219"/>
                    <a:pt x="21774" y="4651"/>
                    <a:pt x="20888" y="5082"/>
                  </a:cubicBezTo>
                  <a:cubicBezTo>
                    <a:pt x="19988" y="5544"/>
                    <a:pt x="19144" y="6025"/>
                    <a:pt x="18545" y="6025"/>
                  </a:cubicBezTo>
                  <a:cubicBezTo>
                    <a:pt x="18416" y="6025"/>
                    <a:pt x="18298" y="6003"/>
                    <a:pt x="18193" y="5953"/>
                  </a:cubicBezTo>
                  <a:lnTo>
                    <a:pt x="18193" y="5953"/>
                  </a:lnTo>
                  <a:cubicBezTo>
                    <a:pt x="17210" y="6570"/>
                    <a:pt x="18783" y="6233"/>
                    <a:pt x="17828" y="6851"/>
                  </a:cubicBezTo>
                  <a:lnTo>
                    <a:pt x="17407" y="6767"/>
                  </a:lnTo>
                  <a:lnTo>
                    <a:pt x="17407" y="7272"/>
                  </a:lnTo>
                  <a:cubicBezTo>
                    <a:pt x="17154" y="7441"/>
                    <a:pt x="16874" y="7553"/>
                    <a:pt x="16565" y="7553"/>
                  </a:cubicBezTo>
                  <a:cubicBezTo>
                    <a:pt x="16531" y="7558"/>
                    <a:pt x="16498" y="7560"/>
                    <a:pt x="16466" y="7560"/>
                  </a:cubicBezTo>
                  <a:cubicBezTo>
                    <a:pt x="16311" y="7560"/>
                    <a:pt x="16176" y="7506"/>
                    <a:pt x="16059" y="7413"/>
                  </a:cubicBezTo>
                  <a:cubicBezTo>
                    <a:pt x="16228" y="7244"/>
                    <a:pt x="16396" y="7076"/>
                    <a:pt x="16565" y="6879"/>
                  </a:cubicBezTo>
                  <a:lnTo>
                    <a:pt x="16565" y="6879"/>
                  </a:lnTo>
                  <a:cubicBezTo>
                    <a:pt x="16284" y="6991"/>
                    <a:pt x="16031" y="7132"/>
                    <a:pt x="15807" y="7328"/>
                  </a:cubicBezTo>
                  <a:cubicBezTo>
                    <a:pt x="15526" y="7525"/>
                    <a:pt x="15301" y="7749"/>
                    <a:pt x="15105" y="8002"/>
                  </a:cubicBezTo>
                  <a:cubicBezTo>
                    <a:pt x="14751" y="8356"/>
                    <a:pt x="14485" y="8744"/>
                    <a:pt x="14305" y="8921"/>
                  </a:cubicBezTo>
                  <a:lnTo>
                    <a:pt x="14305" y="8921"/>
                  </a:lnTo>
                  <a:cubicBezTo>
                    <a:pt x="14572" y="8727"/>
                    <a:pt x="14842" y="8533"/>
                    <a:pt x="15133" y="8339"/>
                  </a:cubicBezTo>
                  <a:lnTo>
                    <a:pt x="15133" y="8339"/>
                  </a:lnTo>
                  <a:cubicBezTo>
                    <a:pt x="14599" y="8957"/>
                    <a:pt x="14010" y="9602"/>
                    <a:pt x="13477" y="10304"/>
                  </a:cubicBezTo>
                  <a:cubicBezTo>
                    <a:pt x="12887" y="11034"/>
                    <a:pt x="12382" y="11792"/>
                    <a:pt x="11960" y="12606"/>
                  </a:cubicBezTo>
                  <a:cubicBezTo>
                    <a:pt x="11118" y="14094"/>
                    <a:pt x="10669" y="15779"/>
                    <a:pt x="10613" y="17520"/>
                  </a:cubicBezTo>
                  <a:lnTo>
                    <a:pt x="10894" y="17351"/>
                  </a:lnTo>
                  <a:lnTo>
                    <a:pt x="10894" y="17351"/>
                  </a:lnTo>
                  <a:cubicBezTo>
                    <a:pt x="10922" y="18025"/>
                    <a:pt x="10809" y="18699"/>
                    <a:pt x="10585" y="19344"/>
                  </a:cubicBezTo>
                  <a:cubicBezTo>
                    <a:pt x="10304" y="20018"/>
                    <a:pt x="10192" y="20748"/>
                    <a:pt x="10192" y="21450"/>
                  </a:cubicBezTo>
                  <a:lnTo>
                    <a:pt x="10164" y="21366"/>
                  </a:lnTo>
                  <a:lnTo>
                    <a:pt x="10164" y="21366"/>
                  </a:lnTo>
                  <a:cubicBezTo>
                    <a:pt x="10332" y="21927"/>
                    <a:pt x="10388" y="22545"/>
                    <a:pt x="10332" y="23134"/>
                  </a:cubicBezTo>
                  <a:cubicBezTo>
                    <a:pt x="10295" y="23033"/>
                    <a:pt x="10253" y="22993"/>
                    <a:pt x="10208" y="22993"/>
                  </a:cubicBezTo>
                  <a:cubicBezTo>
                    <a:pt x="10031" y="22993"/>
                    <a:pt x="9799" y="23603"/>
                    <a:pt x="9616" y="23603"/>
                  </a:cubicBezTo>
                  <a:cubicBezTo>
                    <a:pt x="9559" y="23603"/>
                    <a:pt x="9507" y="23544"/>
                    <a:pt x="9462" y="23387"/>
                  </a:cubicBezTo>
                  <a:lnTo>
                    <a:pt x="9462" y="23387"/>
                  </a:lnTo>
                  <a:cubicBezTo>
                    <a:pt x="9743" y="25689"/>
                    <a:pt x="9743" y="24538"/>
                    <a:pt x="10473" y="26082"/>
                  </a:cubicBezTo>
                  <a:lnTo>
                    <a:pt x="10051" y="26391"/>
                  </a:lnTo>
                  <a:cubicBezTo>
                    <a:pt x="10332" y="26925"/>
                    <a:pt x="10529" y="26981"/>
                    <a:pt x="10473" y="28104"/>
                  </a:cubicBezTo>
                  <a:cubicBezTo>
                    <a:pt x="10422" y="27860"/>
                    <a:pt x="10352" y="27781"/>
                    <a:pt x="10270" y="27781"/>
                  </a:cubicBezTo>
                  <a:cubicBezTo>
                    <a:pt x="10121" y="27781"/>
                    <a:pt x="9934" y="28043"/>
                    <a:pt x="9764" y="28043"/>
                  </a:cubicBezTo>
                  <a:cubicBezTo>
                    <a:pt x="9663" y="28043"/>
                    <a:pt x="9568" y="27951"/>
                    <a:pt x="9490" y="27655"/>
                  </a:cubicBezTo>
                  <a:cubicBezTo>
                    <a:pt x="9237" y="28104"/>
                    <a:pt x="9069" y="28581"/>
                    <a:pt x="9013" y="29086"/>
                  </a:cubicBezTo>
                  <a:cubicBezTo>
                    <a:pt x="8985" y="29311"/>
                    <a:pt x="8985" y="29507"/>
                    <a:pt x="8985" y="29732"/>
                  </a:cubicBezTo>
                  <a:lnTo>
                    <a:pt x="8985" y="30294"/>
                  </a:lnTo>
                  <a:cubicBezTo>
                    <a:pt x="8985" y="30995"/>
                    <a:pt x="8985" y="31557"/>
                    <a:pt x="8227" y="31922"/>
                  </a:cubicBezTo>
                  <a:cubicBezTo>
                    <a:pt x="8355" y="32149"/>
                    <a:pt x="8473" y="32241"/>
                    <a:pt x="8581" y="32241"/>
                  </a:cubicBezTo>
                  <a:cubicBezTo>
                    <a:pt x="8779" y="32241"/>
                    <a:pt x="8941" y="31931"/>
                    <a:pt x="9069" y="31585"/>
                  </a:cubicBezTo>
                  <a:cubicBezTo>
                    <a:pt x="9229" y="31150"/>
                    <a:pt x="9296" y="30660"/>
                    <a:pt x="9345" y="30660"/>
                  </a:cubicBezTo>
                  <a:cubicBezTo>
                    <a:pt x="9357" y="30660"/>
                    <a:pt x="9367" y="30685"/>
                    <a:pt x="9378" y="30743"/>
                  </a:cubicBezTo>
                  <a:cubicBezTo>
                    <a:pt x="9429" y="30697"/>
                    <a:pt x="9477" y="30677"/>
                    <a:pt x="9521" y="30677"/>
                  </a:cubicBezTo>
                  <a:cubicBezTo>
                    <a:pt x="9853" y="30677"/>
                    <a:pt x="9932" y="31891"/>
                    <a:pt x="9658" y="32511"/>
                  </a:cubicBezTo>
                  <a:cubicBezTo>
                    <a:pt x="9434" y="33241"/>
                    <a:pt x="7974" y="33354"/>
                    <a:pt x="7412" y="35150"/>
                  </a:cubicBezTo>
                  <a:cubicBezTo>
                    <a:pt x="7469" y="34954"/>
                    <a:pt x="7412" y="34926"/>
                    <a:pt x="7469" y="34757"/>
                  </a:cubicBezTo>
                  <a:lnTo>
                    <a:pt x="7469" y="34757"/>
                  </a:lnTo>
                  <a:cubicBezTo>
                    <a:pt x="6963" y="35319"/>
                    <a:pt x="7384" y="36189"/>
                    <a:pt x="6654" y="36863"/>
                  </a:cubicBezTo>
                  <a:cubicBezTo>
                    <a:pt x="7104" y="37537"/>
                    <a:pt x="6233" y="37902"/>
                    <a:pt x="6963" y="38323"/>
                  </a:cubicBezTo>
                  <a:lnTo>
                    <a:pt x="7384" y="36610"/>
                  </a:lnTo>
                  <a:lnTo>
                    <a:pt x="7384" y="36610"/>
                  </a:lnTo>
                  <a:cubicBezTo>
                    <a:pt x="7244" y="37621"/>
                    <a:pt x="7834" y="38856"/>
                    <a:pt x="6795" y="40232"/>
                  </a:cubicBezTo>
                  <a:cubicBezTo>
                    <a:pt x="6682" y="39867"/>
                    <a:pt x="6654" y="39502"/>
                    <a:pt x="6654" y="39137"/>
                  </a:cubicBezTo>
                  <a:cubicBezTo>
                    <a:pt x="6261" y="39502"/>
                    <a:pt x="6486" y="40064"/>
                    <a:pt x="6065" y="40457"/>
                  </a:cubicBezTo>
                  <a:cubicBezTo>
                    <a:pt x="5335" y="40007"/>
                    <a:pt x="6682" y="38379"/>
                    <a:pt x="6430" y="37172"/>
                  </a:cubicBezTo>
                  <a:lnTo>
                    <a:pt x="6430" y="37172"/>
                  </a:lnTo>
                  <a:cubicBezTo>
                    <a:pt x="6020" y="37445"/>
                    <a:pt x="6183" y="38660"/>
                    <a:pt x="5914" y="38660"/>
                  </a:cubicBezTo>
                  <a:cubicBezTo>
                    <a:pt x="5852" y="38660"/>
                    <a:pt x="5766" y="38594"/>
                    <a:pt x="5644" y="38435"/>
                  </a:cubicBezTo>
                  <a:lnTo>
                    <a:pt x="5644" y="38435"/>
                  </a:lnTo>
                  <a:cubicBezTo>
                    <a:pt x="6430" y="39558"/>
                    <a:pt x="4830" y="40148"/>
                    <a:pt x="5166" y="41692"/>
                  </a:cubicBezTo>
                  <a:lnTo>
                    <a:pt x="4745" y="41439"/>
                  </a:lnTo>
                  <a:lnTo>
                    <a:pt x="4745" y="41439"/>
                  </a:lnTo>
                  <a:cubicBezTo>
                    <a:pt x="4773" y="41804"/>
                    <a:pt x="4745" y="42169"/>
                    <a:pt x="4661" y="42506"/>
                  </a:cubicBezTo>
                  <a:lnTo>
                    <a:pt x="4296" y="41636"/>
                  </a:lnTo>
                  <a:lnTo>
                    <a:pt x="4296" y="41636"/>
                  </a:lnTo>
                  <a:cubicBezTo>
                    <a:pt x="4380" y="42225"/>
                    <a:pt x="4071" y="42675"/>
                    <a:pt x="3763" y="43096"/>
                  </a:cubicBezTo>
                  <a:cubicBezTo>
                    <a:pt x="3426" y="43517"/>
                    <a:pt x="3089" y="43966"/>
                    <a:pt x="3061" y="44499"/>
                  </a:cubicBezTo>
                  <a:cubicBezTo>
                    <a:pt x="3351" y="43686"/>
                    <a:pt x="3525" y="43478"/>
                    <a:pt x="3673" y="43478"/>
                  </a:cubicBezTo>
                  <a:cubicBezTo>
                    <a:pt x="3826" y="43478"/>
                    <a:pt x="3950" y="43703"/>
                    <a:pt x="4144" y="43703"/>
                  </a:cubicBezTo>
                  <a:cubicBezTo>
                    <a:pt x="4233" y="43703"/>
                    <a:pt x="4337" y="43655"/>
                    <a:pt x="4465" y="43517"/>
                  </a:cubicBezTo>
                  <a:lnTo>
                    <a:pt x="4465" y="43517"/>
                  </a:lnTo>
                  <a:cubicBezTo>
                    <a:pt x="4324" y="44864"/>
                    <a:pt x="3875" y="45117"/>
                    <a:pt x="3370" y="45398"/>
                  </a:cubicBezTo>
                  <a:cubicBezTo>
                    <a:pt x="3089" y="45538"/>
                    <a:pt x="2808" y="45763"/>
                    <a:pt x="2584" y="46015"/>
                  </a:cubicBezTo>
                  <a:cubicBezTo>
                    <a:pt x="2443" y="46184"/>
                    <a:pt x="2331" y="46380"/>
                    <a:pt x="2247" y="46577"/>
                  </a:cubicBezTo>
                  <a:cubicBezTo>
                    <a:pt x="2132" y="46830"/>
                    <a:pt x="2054" y="47082"/>
                    <a:pt x="1984" y="47351"/>
                  </a:cubicBezTo>
                  <a:lnTo>
                    <a:pt x="1984" y="47351"/>
                  </a:lnTo>
                  <a:cubicBezTo>
                    <a:pt x="2105" y="47013"/>
                    <a:pt x="2415" y="46580"/>
                    <a:pt x="2594" y="46580"/>
                  </a:cubicBezTo>
                  <a:cubicBezTo>
                    <a:pt x="2666" y="46580"/>
                    <a:pt x="2717" y="46651"/>
                    <a:pt x="2724" y="46830"/>
                  </a:cubicBezTo>
                  <a:cubicBezTo>
                    <a:pt x="2471" y="47363"/>
                    <a:pt x="2106" y="47868"/>
                    <a:pt x="1657" y="48318"/>
                  </a:cubicBezTo>
                  <a:cubicBezTo>
                    <a:pt x="1504" y="49008"/>
                    <a:pt x="1524" y="49207"/>
                    <a:pt x="1619" y="49207"/>
                  </a:cubicBezTo>
                  <a:cubicBezTo>
                    <a:pt x="1749" y="49207"/>
                    <a:pt x="2020" y="48835"/>
                    <a:pt x="2179" y="48835"/>
                  </a:cubicBezTo>
                  <a:cubicBezTo>
                    <a:pt x="2245" y="48835"/>
                    <a:pt x="2292" y="48898"/>
                    <a:pt x="2303" y="49076"/>
                  </a:cubicBezTo>
                  <a:cubicBezTo>
                    <a:pt x="1545" y="49581"/>
                    <a:pt x="2275" y="50114"/>
                    <a:pt x="2275" y="51013"/>
                  </a:cubicBezTo>
                  <a:lnTo>
                    <a:pt x="1769" y="50900"/>
                  </a:lnTo>
                  <a:lnTo>
                    <a:pt x="1769" y="50900"/>
                  </a:lnTo>
                  <a:cubicBezTo>
                    <a:pt x="955" y="53146"/>
                    <a:pt x="2640" y="51715"/>
                    <a:pt x="1882" y="53708"/>
                  </a:cubicBezTo>
                  <a:lnTo>
                    <a:pt x="1348" y="52697"/>
                  </a:lnTo>
                  <a:lnTo>
                    <a:pt x="1348" y="53820"/>
                  </a:lnTo>
                  <a:lnTo>
                    <a:pt x="815" y="53511"/>
                  </a:lnTo>
                  <a:lnTo>
                    <a:pt x="815" y="53511"/>
                  </a:lnTo>
                  <a:cubicBezTo>
                    <a:pt x="871" y="53820"/>
                    <a:pt x="899" y="54101"/>
                    <a:pt x="927" y="54326"/>
                  </a:cubicBezTo>
                  <a:cubicBezTo>
                    <a:pt x="927" y="54522"/>
                    <a:pt x="927" y="54747"/>
                    <a:pt x="927" y="54971"/>
                  </a:cubicBezTo>
                  <a:cubicBezTo>
                    <a:pt x="843" y="55420"/>
                    <a:pt x="759" y="55898"/>
                    <a:pt x="646" y="56375"/>
                  </a:cubicBezTo>
                  <a:cubicBezTo>
                    <a:pt x="721" y="56322"/>
                    <a:pt x="799" y="56296"/>
                    <a:pt x="877" y="56296"/>
                  </a:cubicBezTo>
                  <a:cubicBezTo>
                    <a:pt x="1213" y="56296"/>
                    <a:pt x="1545" y="56773"/>
                    <a:pt x="1545" y="57638"/>
                  </a:cubicBezTo>
                  <a:cubicBezTo>
                    <a:pt x="1430" y="57888"/>
                    <a:pt x="1341" y="57927"/>
                    <a:pt x="1269" y="57927"/>
                  </a:cubicBezTo>
                  <a:cubicBezTo>
                    <a:pt x="1236" y="57927"/>
                    <a:pt x="1206" y="57919"/>
                    <a:pt x="1180" y="57919"/>
                  </a:cubicBezTo>
                  <a:cubicBezTo>
                    <a:pt x="1173" y="57917"/>
                    <a:pt x="1166" y="57915"/>
                    <a:pt x="1159" y="57915"/>
                  </a:cubicBezTo>
                  <a:cubicBezTo>
                    <a:pt x="1092" y="57915"/>
                    <a:pt x="1075" y="58071"/>
                    <a:pt x="1152" y="58789"/>
                  </a:cubicBezTo>
                  <a:cubicBezTo>
                    <a:pt x="787" y="58453"/>
                    <a:pt x="394" y="58031"/>
                    <a:pt x="871" y="57358"/>
                  </a:cubicBezTo>
                  <a:cubicBezTo>
                    <a:pt x="703" y="57273"/>
                    <a:pt x="562" y="57021"/>
                    <a:pt x="394" y="56908"/>
                  </a:cubicBezTo>
                  <a:cubicBezTo>
                    <a:pt x="1" y="57723"/>
                    <a:pt x="338" y="59042"/>
                    <a:pt x="394" y="59660"/>
                  </a:cubicBezTo>
                  <a:cubicBezTo>
                    <a:pt x="394" y="59435"/>
                    <a:pt x="422" y="59211"/>
                    <a:pt x="478" y="58986"/>
                  </a:cubicBezTo>
                  <a:cubicBezTo>
                    <a:pt x="759" y="59800"/>
                    <a:pt x="1124" y="60558"/>
                    <a:pt x="1545" y="61316"/>
                  </a:cubicBezTo>
                  <a:cubicBezTo>
                    <a:pt x="1513" y="61477"/>
                    <a:pt x="1460" y="61540"/>
                    <a:pt x="1394" y="61540"/>
                  </a:cubicBezTo>
                  <a:cubicBezTo>
                    <a:pt x="1289" y="61540"/>
                    <a:pt x="1150" y="61377"/>
                    <a:pt x="1011" y="61204"/>
                  </a:cubicBezTo>
                  <a:lnTo>
                    <a:pt x="1011" y="61204"/>
                  </a:lnTo>
                  <a:cubicBezTo>
                    <a:pt x="1208" y="61681"/>
                    <a:pt x="1517" y="61990"/>
                    <a:pt x="1826" y="62664"/>
                  </a:cubicBezTo>
                  <a:cubicBezTo>
                    <a:pt x="1765" y="62671"/>
                    <a:pt x="1705" y="62675"/>
                    <a:pt x="1646" y="62675"/>
                  </a:cubicBezTo>
                  <a:cubicBezTo>
                    <a:pt x="1483" y="62675"/>
                    <a:pt x="1324" y="62649"/>
                    <a:pt x="1180" y="62608"/>
                  </a:cubicBezTo>
                  <a:cubicBezTo>
                    <a:pt x="949" y="62501"/>
                    <a:pt x="764" y="62350"/>
                    <a:pt x="630" y="62162"/>
                  </a:cubicBezTo>
                  <a:lnTo>
                    <a:pt x="630" y="62162"/>
                  </a:lnTo>
                  <a:cubicBezTo>
                    <a:pt x="967" y="62816"/>
                    <a:pt x="1380" y="63443"/>
                    <a:pt x="1854" y="64011"/>
                  </a:cubicBezTo>
                  <a:cubicBezTo>
                    <a:pt x="1776" y="64218"/>
                    <a:pt x="2031" y="65185"/>
                    <a:pt x="1832" y="65185"/>
                  </a:cubicBezTo>
                  <a:cubicBezTo>
                    <a:pt x="1815" y="65185"/>
                    <a:pt x="1794" y="65178"/>
                    <a:pt x="1769" y="65162"/>
                  </a:cubicBezTo>
                  <a:lnTo>
                    <a:pt x="1769" y="65162"/>
                  </a:lnTo>
                  <a:cubicBezTo>
                    <a:pt x="2050" y="65836"/>
                    <a:pt x="2696" y="66370"/>
                    <a:pt x="3370" y="66875"/>
                  </a:cubicBezTo>
                  <a:cubicBezTo>
                    <a:pt x="4015" y="67380"/>
                    <a:pt x="4689" y="67829"/>
                    <a:pt x="5082" y="68475"/>
                  </a:cubicBezTo>
                  <a:cubicBezTo>
                    <a:pt x="5279" y="68503"/>
                    <a:pt x="5447" y="68588"/>
                    <a:pt x="5616" y="68700"/>
                  </a:cubicBezTo>
                  <a:cubicBezTo>
                    <a:pt x="6486" y="69739"/>
                    <a:pt x="6935" y="70946"/>
                    <a:pt x="8451" y="71704"/>
                  </a:cubicBezTo>
                  <a:lnTo>
                    <a:pt x="8535" y="72855"/>
                  </a:lnTo>
                  <a:cubicBezTo>
                    <a:pt x="8686" y="72968"/>
                    <a:pt x="8788" y="73013"/>
                    <a:pt x="8858" y="73013"/>
                  </a:cubicBezTo>
                  <a:cubicBezTo>
                    <a:pt x="9151" y="73013"/>
                    <a:pt x="8880" y="72212"/>
                    <a:pt x="9264" y="72212"/>
                  </a:cubicBezTo>
                  <a:cubicBezTo>
                    <a:pt x="9403" y="72212"/>
                    <a:pt x="9627" y="72317"/>
                    <a:pt x="9995" y="72602"/>
                  </a:cubicBezTo>
                  <a:cubicBezTo>
                    <a:pt x="11202" y="73501"/>
                    <a:pt x="9939" y="73444"/>
                    <a:pt x="10136" y="73950"/>
                  </a:cubicBezTo>
                  <a:cubicBezTo>
                    <a:pt x="10922" y="74202"/>
                    <a:pt x="12354" y="74596"/>
                    <a:pt x="12831" y="75943"/>
                  </a:cubicBezTo>
                  <a:cubicBezTo>
                    <a:pt x="12410" y="75718"/>
                    <a:pt x="12241" y="75410"/>
                    <a:pt x="11932" y="75129"/>
                  </a:cubicBezTo>
                  <a:lnTo>
                    <a:pt x="11932" y="75129"/>
                  </a:lnTo>
                  <a:lnTo>
                    <a:pt x="12325" y="76140"/>
                  </a:lnTo>
                  <a:cubicBezTo>
                    <a:pt x="11495" y="75892"/>
                    <a:pt x="11009" y="75478"/>
                    <a:pt x="10826" y="75478"/>
                  </a:cubicBezTo>
                  <a:cubicBezTo>
                    <a:pt x="10719" y="75478"/>
                    <a:pt x="10716" y="75622"/>
                    <a:pt x="10809" y="76027"/>
                  </a:cubicBezTo>
                  <a:cubicBezTo>
                    <a:pt x="10936" y="75926"/>
                    <a:pt x="11069" y="75882"/>
                    <a:pt x="11207" y="75882"/>
                  </a:cubicBezTo>
                  <a:cubicBezTo>
                    <a:pt x="11686" y="75882"/>
                    <a:pt x="12230" y="76410"/>
                    <a:pt x="12775" y="76954"/>
                  </a:cubicBezTo>
                  <a:cubicBezTo>
                    <a:pt x="13347" y="77482"/>
                    <a:pt x="13885" y="78011"/>
                    <a:pt x="14362" y="78011"/>
                  </a:cubicBezTo>
                  <a:cubicBezTo>
                    <a:pt x="14493" y="78011"/>
                    <a:pt x="14619" y="77971"/>
                    <a:pt x="14740" y="77880"/>
                  </a:cubicBezTo>
                  <a:lnTo>
                    <a:pt x="14993" y="78582"/>
                  </a:lnTo>
                  <a:cubicBezTo>
                    <a:pt x="14880" y="78414"/>
                    <a:pt x="14796" y="78470"/>
                    <a:pt x="14684" y="78301"/>
                  </a:cubicBezTo>
                  <a:lnTo>
                    <a:pt x="14684" y="78301"/>
                  </a:lnTo>
                  <a:cubicBezTo>
                    <a:pt x="14854" y="78957"/>
                    <a:pt x="15172" y="79000"/>
                    <a:pt x="15561" y="79000"/>
                  </a:cubicBezTo>
                  <a:cubicBezTo>
                    <a:pt x="15621" y="79000"/>
                    <a:pt x="15682" y="78999"/>
                    <a:pt x="15744" y="78999"/>
                  </a:cubicBezTo>
                  <a:cubicBezTo>
                    <a:pt x="16150" y="78999"/>
                    <a:pt x="16616" y="79042"/>
                    <a:pt x="17070" y="79677"/>
                  </a:cubicBezTo>
                  <a:cubicBezTo>
                    <a:pt x="17332" y="80105"/>
                    <a:pt x="17452" y="80473"/>
                    <a:pt x="17244" y="80473"/>
                  </a:cubicBezTo>
                  <a:cubicBezTo>
                    <a:pt x="17206" y="80473"/>
                    <a:pt x="17158" y="80461"/>
                    <a:pt x="17098" y="80435"/>
                  </a:cubicBezTo>
                  <a:lnTo>
                    <a:pt x="17098" y="80435"/>
                  </a:lnTo>
                  <a:lnTo>
                    <a:pt x="18221" y="81137"/>
                  </a:lnTo>
                  <a:cubicBezTo>
                    <a:pt x="18352" y="81317"/>
                    <a:pt x="18330" y="81420"/>
                    <a:pt x="18240" y="81420"/>
                  </a:cubicBezTo>
                  <a:cubicBezTo>
                    <a:pt x="18195" y="81420"/>
                    <a:pt x="18133" y="81395"/>
                    <a:pt x="18065" y="81341"/>
                  </a:cubicBezTo>
                  <a:lnTo>
                    <a:pt x="18065" y="81341"/>
                  </a:lnTo>
                  <a:cubicBezTo>
                    <a:pt x="18506" y="81763"/>
                    <a:pt x="18925" y="82208"/>
                    <a:pt x="19344" y="82653"/>
                  </a:cubicBezTo>
                  <a:lnTo>
                    <a:pt x="19316" y="82653"/>
                  </a:lnTo>
                  <a:cubicBezTo>
                    <a:pt x="19765" y="82765"/>
                    <a:pt x="20214" y="82934"/>
                    <a:pt x="20664" y="83130"/>
                  </a:cubicBezTo>
                  <a:cubicBezTo>
                    <a:pt x="20707" y="83286"/>
                    <a:pt x="20697" y="83335"/>
                    <a:pt x="20661" y="83335"/>
                  </a:cubicBezTo>
                  <a:cubicBezTo>
                    <a:pt x="20599" y="83335"/>
                    <a:pt x="20460" y="83191"/>
                    <a:pt x="20380" y="83191"/>
                  </a:cubicBezTo>
                  <a:cubicBezTo>
                    <a:pt x="20355" y="83191"/>
                    <a:pt x="20336" y="83205"/>
                    <a:pt x="20327" y="83243"/>
                  </a:cubicBezTo>
                  <a:lnTo>
                    <a:pt x="21281" y="83860"/>
                  </a:lnTo>
                  <a:cubicBezTo>
                    <a:pt x="21281" y="84040"/>
                    <a:pt x="21195" y="84116"/>
                    <a:pt x="21062" y="84116"/>
                  </a:cubicBezTo>
                  <a:cubicBezTo>
                    <a:pt x="20782" y="84116"/>
                    <a:pt x="20295" y="83774"/>
                    <a:pt x="19990" y="83355"/>
                  </a:cubicBezTo>
                  <a:lnTo>
                    <a:pt x="19990" y="83355"/>
                  </a:lnTo>
                  <a:cubicBezTo>
                    <a:pt x="19765" y="84197"/>
                    <a:pt x="19990" y="84309"/>
                    <a:pt x="20355" y="84506"/>
                  </a:cubicBezTo>
                  <a:cubicBezTo>
                    <a:pt x="20692" y="84674"/>
                    <a:pt x="21225" y="84927"/>
                    <a:pt x="21562" y="86022"/>
                  </a:cubicBezTo>
                  <a:lnTo>
                    <a:pt x="20804" y="85348"/>
                  </a:lnTo>
                  <a:lnTo>
                    <a:pt x="20804" y="85348"/>
                  </a:lnTo>
                  <a:cubicBezTo>
                    <a:pt x="20551" y="86359"/>
                    <a:pt x="21281" y="86780"/>
                    <a:pt x="21562" y="87987"/>
                  </a:cubicBezTo>
                  <a:cubicBezTo>
                    <a:pt x="21611" y="87670"/>
                    <a:pt x="21279" y="85978"/>
                    <a:pt x="21851" y="85978"/>
                  </a:cubicBezTo>
                  <a:cubicBezTo>
                    <a:pt x="21931" y="85978"/>
                    <a:pt x="22027" y="86011"/>
                    <a:pt x="22144" y="86083"/>
                  </a:cubicBezTo>
                  <a:lnTo>
                    <a:pt x="22144" y="86083"/>
                  </a:lnTo>
                  <a:cubicBezTo>
                    <a:pt x="22147" y="86091"/>
                    <a:pt x="22149" y="86098"/>
                    <a:pt x="22152" y="86106"/>
                  </a:cubicBezTo>
                  <a:lnTo>
                    <a:pt x="22152" y="86088"/>
                  </a:lnTo>
                  <a:lnTo>
                    <a:pt x="22152" y="86088"/>
                  </a:lnTo>
                  <a:cubicBezTo>
                    <a:pt x="22161" y="86094"/>
                    <a:pt x="22170" y="86100"/>
                    <a:pt x="22180" y="86106"/>
                  </a:cubicBezTo>
                  <a:cubicBezTo>
                    <a:pt x="22348" y="86555"/>
                    <a:pt x="22685" y="86948"/>
                    <a:pt x="23106" y="87145"/>
                  </a:cubicBezTo>
                  <a:cubicBezTo>
                    <a:pt x="22713" y="87454"/>
                    <a:pt x="23190" y="87875"/>
                    <a:pt x="23668" y="88464"/>
                  </a:cubicBezTo>
                  <a:lnTo>
                    <a:pt x="23078" y="88801"/>
                  </a:lnTo>
                  <a:cubicBezTo>
                    <a:pt x="23724" y="89363"/>
                    <a:pt x="23948" y="89110"/>
                    <a:pt x="24482" y="89335"/>
                  </a:cubicBezTo>
                  <a:cubicBezTo>
                    <a:pt x="24959" y="90149"/>
                    <a:pt x="24622" y="90570"/>
                    <a:pt x="24369" y="90991"/>
                  </a:cubicBezTo>
                  <a:cubicBezTo>
                    <a:pt x="24512" y="91265"/>
                    <a:pt x="24602" y="91365"/>
                    <a:pt x="24665" y="91365"/>
                  </a:cubicBezTo>
                  <a:cubicBezTo>
                    <a:pt x="24832" y="91365"/>
                    <a:pt x="24808" y="90659"/>
                    <a:pt x="25082" y="90659"/>
                  </a:cubicBezTo>
                  <a:cubicBezTo>
                    <a:pt x="25190" y="90659"/>
                    <a:pt x="25345" y="90769"/>
                    <a:pt x="25577" y="91075"/>
                  </a:cubicBezTo>
                  <a:cubicBezTo>
                    <a:pt x="25745" y="91609"/>
                    <a:pt x="26054" y="92086"/>
                    <a:pt x="26419" y="92507"/>
                  </a:cubicBezTo>
                  <a:cubicBezTo>
                    <a:pt x="26840" y="93013"/>
                    <a:pt x="27289" y="93462"/>
                    <a:pt x="27738" y="93883"/>
                  </a:cubicBezTo>
                  <a:cubicBezTo>
                    <a:pt x="27815" y="94223"/>
                    <a:pt x="27768" y="94310"/>
                    <a:pt x="27679" y="94310"/>
                  </a:cubicBezTo>
                  <a:cubicBezTo>
                    <a:pt x="27587" y="94310"/>
                    <a:pt x="27450" y="94214"/>
                    <a:pt x="27365" y="94214"/>
                  </a:cubicBezTo>
                  <a:cubicBezTo>
                    <a:pt x="27324" y="94214"/>
                    <a:pt x="27295" y="94237"/>
                    <a:pt x="27289" y="94304"/>
                  </a:cubicBezTo>
                  <a:lnTo>
                    <a:pt x="28103" y="94725"/>
                  </a:lnTo>
                  <a:cubicBezTo>
                    <a:pt x="28188" y="94894"/>
                    <a:pt x="28019" y="94922"/>
                    <a:pt x="27907" y="94922"/>
                  </a:cubicBezTo>
                  <a:cubicBezTo>
                    <a:pt x="28050" y="95065"/>
                    <a:pt x="28163" y="95100"/>
                    <a:pt x="28269" y="95100"/>
                  </a:cubicBezTo>
                  <a:cubicBezTo>
                    <a:pt x="28366" y="95100"/>
                    <a:pt x="28456" y="95071"/>
                    <a:pt x="28558" y="95071"/>
                  </a:cubicBezTo>
                  <a:cubicBezTo>
                    <a:pt x="28714" y="95071"/>
                    <a:pt x="28897" y="95139"/>
                    <a:pt x="29170" y="95483"/>
                  </a:cubicBezTo>
                  <a:cubicBezTo>
                    <a:pt x="29187" y="95481"/>
                    <a:pt x="29203" y="95480"/>
                    <a:pt x="29218" y="95480"/>
                  </a:cubicBezTo>
                  <a:cubicBezTo>
                    <a:pt x="29561" y="95480"/>
                    <a:pt x="29538" y="96073"/>
                    <a:pt x="29591" y="96718"/>
                  </a:cubicBezTo>
                  <a:cubicBezTo>
                    <a:pt x="29619" y="97420"/>
                    <a:pt x="29704" y="98206"/>
                    <a:pt x="30321" y="98599"/>
                  </a:cubicBezTo>
                  <a:cubicBezTo>
                    <a:pt x="30299" y="98746"/>
                    <a:pt x="30226" y="98780"/>
                    <a:pt x="30134" y="98780"/>
                  </a:cubicBezTo>
                  <a:cubicBezTo>
                    <a:pt x="30059" y="98780"/>
                    <a:pt x="29971" y="98757"/>
                    <a:pt x="29888" y="98757"/>
                  </a:cubicBezTo>
                  <a:cubicBezTo>
                    <a:pt x="29820" y="98757"/>
                    <a:pt x="29756" y="98772"/>
                    <a:pt x="29704" y="98824"/>
                  </a:cubicBezTo>
                  <a:cubicBezTo>
                    <a:pt x="30293" y="99498"/>
                    <a:pt x="30490" y="99807"/>
                    <a:pt x="30742" y="100087"/>
                  </a:cubicBezTo>
                  <a:cubicBezTo>
                    <a:pt x="30995" y="100340"/>
                    <a:pt x="31220" y="100565"/>
                    <a:pt x="31837" y="101098"/>
                  </a:cubicBezTo>
                  <a:lnTo>
                    <a:pt x="31837" y="102390"/>
                  </a:lnTo>
                  <a:cubicBezTo>
                    <a:pt x="31892" y="102064"/>
                    <a:pt x="32027" y="101934"/>
                    <a:pt x="32213" y="101934"/>
                  </a:cubicBezTo>
                  <a:cubicBezTo>
                    <a:pt x="32603" y="101934"/>
                    <a:pt x="33213" y="102511"/>
                    <a:pt x="33746" y="103063"/>
                  </a:cubicBezTo>
                  <a:cubicBezTo>
                    <a:pt x="33859" y="102754"/>
                    <a:pt x="33943" y="102446"/>
                    <a:pt x="34027" y="102137"/>
                  </a:cubicBezTo>
                  <a:lnTo>
                    <a:pt x="34897" y="103569"/>
                  </a:lnTo>
                  <a:cubicBezTo>
                    <a:pt x="34873" y="103666"/>
                    <a:pt x="34812" y="103705"/>
                    <a:pt x="34722" y="103705"/>
                  </a:cubicBezTo>
                  <a:cubicBezTo>
                    <a:pt x="34602" y="103705"/>
                    <a:pt x="34431" y="103636"/>
                    <a:pt x="34224" y="103541"/>
                  </a:cubicBezTo>
                  <a:lnTo>
                    <a:pt x="34224" y="103541"/>
                  </a:lnTo>
                  <a:cubicBezTo>
                    <a:pt x="34308" y="103625"/>
                    <a:pt x="34392" y="103709"/>
                    <a:pt x="34476" y="103765"/>
                  </a:cubicBezTo>
                  <a:cubicBezTo>
                    <a:pt x="34448" y="104093"/>
                    <a:pt x="34318" y="104211"/>
                    <a:pt x="34131" y="104211"/>
                  </a:cubicBezTo>
                  <a:cubicBezTo>
                    <a:pt x="33950" y="104211"/>
                    <a:pt x="33714" y="104100"/>
                    <a:pt x="33466" y="103962"/>
                  </a:cubicBezTo>
                  <a:cubicBezTo>
                    <a:pt x="33522" y="103737"/>
                    <a:pt x="33606" y="103513"/>
                    <a:pt x="33662" y="103260"/>
                  </a:cubicBezTo>
                  <a:cubicBezTo>
                    <a:pt x="33301" y="103079"/>
                    <a:pt x="32925" y="102927"/>
                    <a:pt x="32607" y="102927"/>
                  </a:cubicBezTo>
                  <a:cubicBezTo>
                    <a:pt x="32480" y="102927"/>
                    <a:pt x="32362" y="102951"/>
                    <a:pt x="32258" y="103007"/>
                  </a:cubicBezTo>
                  <a:cubicBezTo>
                    <a:pt x="32427" y="103148"/>
                    <a:pt x="32539" y="103288"/>
                    <a:pt x="32623" y="103456"/>
                  </a:cubicBezTo>
                  <a:cubicBezTo>
                    <a:pt x="32537" y="103422"/>
                    <a:pt x="32461" y="103398"/>
                    <a:pt x="32402" y="103398"/>
                  </a:cubicBezTo>
                  <a:cubicBezTo>
                    <a:pt x="32366" y="103398"/>
                    <a:pt x="32336" y="103407"/>
                    <a:pt x="32315" y="103428"/>
                  </a:cubicBezTo>
                  <a:cubicBezTo>
                    <a:pt x="32287" y="103484"/>
                    <a:pt x="32455" y="103625"/>
                    <a:pt x="32708" y="103821"/>
                  </a:cubicBezTo>
                  <a:lnTo>
                    <a:pt x="32118" y="104383"/>
                  </a:lnTo>
                  <a:lnTo>
                    <a:pt x="32427" y="104383"/>
                  </a:lnTo>
                  <a:lnTo>
                    <a:pt x="32651" y="106545"/>
                  </a:lnTo>
                  <a:cubicBezTo>
                    <a:pt x="33831" y="107752"/>
                    <a:pt x="35290" y="108678"/>
                    <a:pt x="36301" y="110896"/>
                  </a:cubicBezTo>
                  <a:cubicBezTo>
                    <a:pt x="36117" y="110786"/>
                    <a:pt x="35967" y="110743"/>
                    <a:pt x="35836" y="110743"/>
                  </a:cubicBezTo>
                  <a:cubicBezTo>
                    <a:pt x="35467" y="110743"/>
                    <a:pt x="35241" y="111081"/>
                    <a:pt x="34785" y="111205"/>
                  </a:cubicBezTo>
                  <a:cubicBezTo>
                    <a:pt x="35234" y="110363"/>
                    <a:pt x="33943" y="109492"/>
                    <a:pt x="33690" y="108257"/>
                  </a:cubicBezTo>
                  <a:lnTo>
                    <a:pt x="33690" y="108257"/>
                  </a:lnTo>
                  <a:cubicBezTo>
                    <a:pt x="33765" y="108684"/>
                    <a:pt x="33642" y="108817"/>
                    <a:pt x="33510" y="108817"/>
                  </a:cubicBezTo>
                  <a:cubicBezTo>
                    <a:pt x="33443" y="108817"/>
                    <a:pt x="33373" y="108782"/>
                    <a:pt x="33325" y="108734"/>
                  </a:cubicBezTo>
                  <a:lnTo>
                    <a:pt x="33325" y="108734"/>
                  </a:lnTo>
                  <a:lnTo>
                    <a:pt x="34617" y="110700"/>
                  </a:lnTo>
                  <a:cubicBezTo>
                    <a:pt x="34083" y="110812"/>
                    <a:pt x="34364" y="111261"/>
                    <a:pt x="34336" y="111879"/>
                  </a:cubicBezTo>
                  <a:cubicBezTo>
                    <a:pt x="34460" y="111775"/>
                    <a:pt x="34573" y="111729"/>
                    <a:pt x="34676" y="111729"/>
                  </a:cubicBezTo>
                  <a:cubicBezTo>
                    <a:pt x="35300" y="111729"/>
                    <a:pt x="35599" y="113391"/>
                    <a:pt x="36105" y="114041"/>
                  </a:cubicBezTo>
                  <a:cubicBezTo>
                    <a:pt x="36029" y="114082"/>
                    <a:pt x="35947" y="114108"/>
                    <a:pt x="35863" y="114108"/>
                  </a:cubicBezTo>
                  <a:cubicBezTo>
                    <a:pt x="35600" y="114108"/>
                    <a:pt x="35313" y="113858"/>
                    <a:pt x="35122" y="113030"/>
                  </a:cubicBezTo>
                  <a:lnTo>
                    <a:pt x="35122" y="113030"/>
                  </a:lnTo>
                  <a:cubicBezTo>
                    <a:pt x="34757" y="114462"/>
                    <a:pt x="36807" y="114153"/>
                    <a:pt x="36554" y="115500"/>
                  </a:cubicBezTo>
                  <a:cubicBezTo>
                    <a:pt x="36442" y="115248"/>
                    <a:pt x="36442" y="115107"/>
                    <a:pt x="36245" y="115051"/>
                  </a:cubicBezTo>
                  <a:lnTo>
                    <a:pt x="36245" y="115051"/>
                  </a:lnTo>
                  <a:cubicBezTo>
                    <a:pt x="36716" y="115523"/>
                    <a:pt x="37017" y="116898"/>
                    <a:pt x="36713" y="116898"/>
                  </a:cubicBezTo>
                  <a:cubicBezTo>
                    <a:pt x="36691" y="116898"/>
                    <a:pt x="36666" y="116891"/>
                    <a:pt x="36638" y="116876"/>
                  </a:cubicBezTo>
                  <a:lnTo>
                    <a:pt x="36526" y="116623"/>
                  </a:lnTo>
                  <a:lnTo>
                    <a:pt x="36526" y="116623"/>
                  </a:lnTo>
                  <a:cubicBezTo>
                    <a:pt x="36863" y="117746"/>
                    <a:pt x="37312" y="118841"/>
                    <a:pt x="37845" y="119880"/>
                  </a:cubicBezTo>
                  <a:cubicBezTo>
                    <a:pt x="38098" y="120357"/>
                    <a:pt x="38407" y="120807"/>
                    <a:pt x="38744" y="121228"/>
                  </a:cubicBezTo>
                  <a:cubicBezTo>
                    <a:pt x="39033" y="121517"/>
                    <a:pt x="39297" y="121708"/>
                    <a:pt x="39514" y="121708"/>
                  </a:cubicBezTo>
                  <a:cubicBezTo>
                    <a:pt x="39529" y="121708"/>
                    <a:pt x="39544" y="121707"/>
                    <a:pt x="39558" y="121705"/>
                  </a:cubicBezTo>
                  <a:lnTo>
                    <a:pt x="39558" y="121705"/>
                  </a:lnTo>
                  <a:cubicBezTo>
                    <a:pt x="39137" y="121817"/>
                    <a:pt x="38688" y="121901"/>
                    <a:pt x="38266" y="121901"/>
                  </a:cubicBezTo>
                  <a:cubicBezTo>
                    <a:pt x="38968" y="122182"/>
                    <a:pt x="39642" y="122491"/>
                    <a:pt x="40316" y="122744"/>
                  </a:cubicBezTo>
                  <a:cubicBezTo>
                    <a:pt x="40990" y="123024"/>
                    <a:pt x="41720" y="123249"/>
                    <a:pt x="42393" y="123474"/>
                  </a:cubicBezTo>
                  <a:cubicBezTo>
                    <a:pt x="42000" y="123530"/>
                    <a:pt x="41495" y="124007"/>
                    <a:pt x="40990" y="124344"/>
                  </a:cubicBezTo>
                  <a:cubicBezTo>
                    <a:pt x="40708" y="124522"/>
                    <a:pt x="40425" y="124661"/>
                    <a:pt x="40143" y="124661"/>
                  </a:cubicBezTo>
                  <a:cubicBezTo>
                    <a:pt x="39892" y="124661"/>
                    <a:pt x="39641" y="124551"/>
                    <a:pt x="39389" y="124260"/>
                  </a:cubicBezTo>
                  <a:lnTo>
                    <a:pt x="39389" y="124260"/>
                  </a:lnTo>
                  <a:cubicBezTo>
                    <a:pt x="39502" y="124934"/>
                    <a:pt x="39839" y="125523"/>
                    <a:pt x="40344" y="125972"/>
                  </a:cubicBezTo>
                  <a:cubicBezTo>
                    <a:pt x="40296" y="125685"/>
                    <a:pt x="40759" y="125009"/>
                    <a:pt x="41071" y="125009"/>
                  </a:cubicBezTo>
                  <a:cubicBezTo>
                    <a:pt x="41124" y="125009"/>
                    <a:pt x="41173" y="125029"/>
                    <a:pt x="41214" y="125074"/>
                  </a:cubicBezTo>
                  <a:cubicBezTo>
                    <a:pt x="41020" y="126459"/>
                    <a:pt x="41182" y="125985"/>
                    <a:pt x="41267" y="127511"/>
                  </a:cubicBezTo>
                  <a:lnTo>
                    <a:pt x="41267" y="127511"/>
                  </a:lnTo>
                  <a:cubicBezTo>
                    <a:pt x="41284" y="127276"/>
                    <a:pt x="41645" y="127124"/>
                    <a:pt x="42022" y="127124"/>
                  </a:cubicBezTo>
                  <a:cubicBezTo>
                    <a:pt x="42339" y="127124"/>
                    <a:pt x="42668" y="127231"/>
                    <a:pt x="42814" y="127488"/>
                  </a:cubicBezTo>
                  <a:cubicBezTo>
                    <a:pt x="42636" y="127488"/>
                    <a:pt x="41993" y="128068"/>
                    <a:pt x="41688" y="128068"/>
                  </a:cubicBezTo>
                  <a:cubicBezTo>
                    <a:pt x="41669" y="128068"/>
                    <a:pt x="41651" y="128066"/>
                    <a:pt x="41635" y="128061"/>
                  </a:cubicBezTo>
                  <a:lnTo>
                    <a:pt x="41635" y="128061"/>
                  </a:lnTo>
                  <a:cubicBezTo>
                    <a:pt x="42260" y="128322"/>
                    <a:pt x="42861" y="128582"/>
                    <a:pt x="43460" y="128820"/>
                  </a:cubicBezTo>
                  <a:lnTo>
                    <a:pt x="43460" y="128820"/>
                  </a:lnTo>
                  <a:cubicBezTo>
                    <a:pt x="43440" y="128816"/>
                    <a:pt x="43420" y="128814"/>
                    <a:pt x="43400" y="128814"/>
                  </a:cubicBezTo>
                  <a:cubicBezTo>
                    <a:pt x="43037" y="128814"/>
                    <a:pt x="42698" y="129442"/>
                    <a:pt x="42674" y="129903"/>
                  </a:cubicBezTo>
                  <a:cubicBezTo>
                    <a:pt x="42679" y="129875"/>
                    <a:pt x="42690" y="129863"/>
                    <a:pt x="42707" y="129863"/>
                  </a:cubicBezTo>
                  <a:cubicBezTo>
                    <a:pt x="42876" y="129863"/>
                    <a:pt x="43605" y="131194"/>
                    <a:pt x="43937" y="131475"/>
                  </a:cubicBezTo>
                  <a:lnTo>
                    <a:pt x="43713" y="130689"/>
                  </a:lnTo>
                  <a:lnTo>
                    <a:pt x="43713" y="130689"/>
                  </a:lnTo>
                  <a:cubicBezTo>
                    <a:pt x="43909" y="131054"/>
                    <a:pt x="44218" y="131335"/>
                    <a:pt x="44583" y="131531"/>
                  </a:cubicBezTo>
                  <a:cubicBezTo>
                    <a:pt x="44864" y="131671"/>
                    <a:pt x="45201" y="131756"/>
                    <a:pt x="45538" y="131812"/>
                  </a:cubicBezTo>
                  <a:cubicBezTo>
                    <a:pt x="46183" y="131896"/>
                    <a:pt x="46801" y="132008"/>
                    <a:pt x="47419" y="132766"/>
                  </a:cubicBezTo>
                  <a:cubicBezTo>
                    <a:pt x="47110" y="132794"/>
                    <a:pt x="46829" y="132907"/>
                    <a:pt x="46577" y="133103"/>
                  </a:cubicBezTo>
                  <a:cubicBezTo>
                    <a:pt x="46268" y="133356"/>
                    <a:pt x="46183" y="133805"/>
                    <a:pt x="46436" y="134142"/>
                  </a:cubicBezTo>
                  <a:cubicBezTo>
                    <a:pt x="46829" y="134114"/>
                    <a:pt x="47728" y="134002"/>
                    <a:pt x="48682" y="134002"/>
                  </a:cubicBezTo>
                  <a:cubicBezTo>
                    <a:pt x="49637" y="134002"/>
                    <a:pt x="50703" y="134086"/>
                    <a:pt x="51461" y="134535"/>
                  </a:cubicBezTo>
                  <a:lnTo>
                    <a:pt x="51433" y="135012"/>
                  </a:lnTo>
                  <a:cubicBezTo>
                    <a:pt x="51826" y="135209"/>
                    <a:pt x="52220" y="135405"/>
                    <a:pt x="52613" y="135602"/>
                  </a:cubicBezTo>
                  <a:cubicBezTo>
                    <a:pt x="52382" y="135635"/>
                    <a:pt x="52152" y="135648"/>
                    <a:pt x="51922" y="135648"/>
                  </a:cubicBezTo>
                  <a:cubicBezTo>
                    <a:pt x="51759" y="135648"/>
                    <a:pt x="51596" y="135642"/>
                    <a:pt x="51433" y="135630"/>
                  </a:cubicBezTo>
                  <a:cubicBezTo>
                    <a:pt x="50956" y="135630"/>
                    <a:pt x="50451" y="135574"/>
                    <a:pt x="49917" y="135518"/>
                  </a:cubicBezTo>
                  <a:cubicBezTo>
                    <a:pt x="49356" y="135462"/>
                    <a:pt x="48822" y="135405"/>
                    <a:pt x="48317" y="135293"/>
                  </a:cubicBezTo>
                  <a:cubicBezTo>
                    <a:pt x="47868" y="135237"/>
                    <a:pt x="47447" y="135125"/>
                    <a:pt x="46998" y="134984"/>
                  </a:cubicBezTo>
                  <a:lnTo>
                    <a:pt x="46998" y="134984"/>
                  </a:lnTo>
                  <a:cubicBezTo>
                    <a:pt x="47306" y="135714"/>
                    <a:pt x="46829" y="135434"/>
                    <a:pt x="47643" y="136220"/>
                  </a:cubicBezTo>
                  <a:cubicBezTo>
                    <a:pt x="47659" y="136361"/>
                    <a:pt x="47604" y="136414"/>
                    <a:pt x="47509" y="136414"/>
                  </a:cubicBezTo>
                  <a:cubicBezTo>
                    <a:pt x="47434" y="136414"/>
                    <a:pt x="47333" y="136381"/>
                    <a:pt x="47222" y="136332"/>
                  </a:cubicBezTo>
                  <a:cubicBezTo>
                    <a:pt x="46998" y="136220"/>
                    <a:pt x="46801" y="136051"/>
                    <a:pt x="46633" y="135883"/>
                  </a:cubicBezTo>
                  <a:lnTo>
                    <a:pt x="46633" y="135883"/>
                  </a:lnTo>
                  <a:lnTo>
                    <a:pt x="47026" y="136416"/>
                  </a:lnTo>
                  <a:lnTo>
                    <a:pt x="47447" y="136921"/>
                  </a:lnTo>
                  <a:lnTo>
                    <a:pt x="48317" y="137932"/>
                  </a:lnTo>
                  <a:cubicBezTo>
                    <a:pt x="48379" y="137844"/>
                    <a:pt x="48469" y="137808"/>
                    <a:pt x="48578" y="137808"/>
                  </a:cubicBezTo>
                  <a:cubicBezTo>
                    <a:pt x="48815" y="137808"/>
                    <a:pt x="49142" y="137975"/>
                    <a:pt x="49468" y="138129"/>
                  </a:cubicBezTo>
                  <a:cubicBezTo>
                    <a:pt x="49796" y="138283"/>
                    <a:pt x="50123" y="138437"/>
                    <a:pt x="50351" y="138437"/>
                  </a:cubicBezTo>
                  <a:cubicBezTo>
                    <a:pt x="50455" y="138437"/>
                    <a:pt x="50538" y="138405"/>
                    <a:pt x="50591" y="138325"/>
                  </a:cubicBezTo>
                  <a:cubicBezTo>
                    <a:pt x="50170" y="138101"/>
                    <a:pt x="49721" y="137876"/>
                    <a:pt x="49300" y="137623"/>
                  </a:cubicBezTo>
                  <a:lnTo>
                    <a:pt x="48036" y="136893"/>
                  </a:lnTo>
                  <a:cubicBezTo>
                    <a:pt x="48159" y="136718"/>
                    <a:pt x="48458" y="136630"/>
                    <a:pt x="48849" y="136630"/>
                  </a:cubicBezTo>
                  <a:cubicBezTo>
                    <a:pt x="49084" y="136630"/>
                    <a:pt x="49352" y="136662"/>
                    <a:pt x="49637" y="136725"/>
                  </a:cubicBezTo>
                  <a:cubicBezTo>
                    <a:pt x="50451" y="136921"/>
                    <a:pt x="51209" y="137371"/>
                    <a:pt x="51826" y="137988"/>
                  </a:cubicBezTo>
                  <a:cubicBezTo>
                    <a:pt x="51967" y="138494"/>
                    <a:pt x="50703" y="138662"/>
                    <a:pt x="50563" y="138859"/>
                  </a:cubicBezTo>
                  <a:cubicBezTo>
                    <a:pt x="50900" y="138943"/>
                    <a:pt x="51237" y="139083"/>
                    <a:pt x="51490" y="139308"/>
                  </a:cubicBezTo>
                  <a:cubicBezTo>
                    <a:pt x="51855" y="139560"/>
                    <a:pt x="52191" y="139813"/>
                    <a:pt x="52191" y="139925"/>
                  </a:cubicBezTo>
                  <a:lnTo>
                    <a:pt x="51349" y="139701"/>
                  </a:lnTo>
                  <a:lnTo>
                    <a:pt x="51349" y="139701"/>
                  </a:lnTo>
                  <a:cubicBezTo>
                    <a:pt x="51967" y="140571"/>
                    <a:pt x="53230" y="140122"/>
                    <a:pt x="53707" y="141413"/>
                  </a:cubicBezTo>
                  <a:cubicBezTo>
                    <a:pt x="53985" y="141691"/>
                    <a:pt x="54103" y="142691"/>
                    <a:pt x="54328" y="142691"/>
                  </a:cubicBezTo>
                  <a:cubicBezTo>
                    <a:pt x="54353" y="142691"/>
                    <a:pt x="54380" y="142678"/>
                    <a:pt x="54409" y="142649"/>
                  </a:cubicBezTo>
                  <a:cubicBezTo>
                    <a:pt x="54409" y="141582"/>
                    <a:pt x="55925" y="139589"/>
                    <a:pt x="56627" y="139420"/>
                  </a:cubicBezTo>
                  <a:cubicBezTo>
                    <a:pt x="56683" y="139476"/>
                    <a:pt x="56964" y="139954"/>
                    <a:pt x="57273" y="140515"/>
                  </a:cubicBezTo>
                  <a:cubicBezTo>
                    <a:pt x="57554" y="140964"/>
                    <a:pt x="57778" y="141470"/>
                    <a:pt x="57975" y="141975"/>
                  </a:cubicBezTo>
                  <a:cubicBezTo>
                    <a:pt x="58115" y="142901"/>
                    <a:pt x="56206" y="142508"/>
                    <a:pt x="56346" y="143323"/>
                  </a:cubicBezTo>
                  <a:cubicBezTo>
                    <a:pt x="56422" y="143247"/>
                    <a:pt x="56586" y="143220"/>
                    <a:pt x="56748" y="143220"/>
                  </a:cubicBezTo>
                  <a:cubicBezTo>
                    <a:pt x="56888" y="143220"/>
                    <a:pt x="57026" y="143240"/>
                    <a:pt x="57104" y="143266"/>
                  </a:cubicBezTo>
                  <a:cubicBezTo>
                    <a:pt x="57357" y="143659"/>
                    <a:pt x="56599" y="143603"/>
                    <a:pt x="57413" y="144137"/>
                  </a:cubicBezTo>
                  <a:cubicBezTo>
                    <a:pt x="57483" y="144081"/>
                    <a:pt x="57559" y="144058"/>
                    <a:pt x="57637" y="144058"/>
                  </a:cubicBezTo>
                  <a:cubicBezTo>
                    <a:pt x="57990" y="144058"/>
                    <a:pt x="58384" y="144530"/>
                    <a:pt x="58436" y="144530"/>
                  </a:cubicBezTo>
                  <a:cubicBezTo>
                    <a:pt x="58464" y="144530"/>
                    <a:pt x="58388" y="144386"/>
                    <a:pt x="58143" y="143940"/>
                  </a:cubicBezTo>
                  <a:lnTo>
                    <a:pt x="58143" y="143940"/>
                  </a:lnTo>
                  <a:cubicBezTo>
                    <a:pt x="59014" y="144333"/>
                    <a:pt x="58845" y="144642"/>
                    <a:pt x="59744" y="145288"/>
                  </a:cubicBezTo>
                  <a:cubicBezTo>
                    <a:pt x="59744" y="145007"/>
                    <a:pt x="60165" y="144839"/>
                    <a:pt x="60698" y="144782"/>
                  </a:cubicBezTo>
                  <a:cubicBezTo>
                    <a:pt x="60845" y="144760"/>
                    <a:pt x="60992" y="144750"/>
                    <a:pt x="61137" y="144750"/>
                  </a:cubicBezTo>
                  <a:cubicBezTo>
                    <a:pt x="61549" y="144750"/>
                    <a:pt x="61953" y="144834"/>
                    <a:pt x="62326" y="144979"/>
                  </a:cubicBezTo>
                  <a:cubicBezTo>
                    <a:pt x="62186" y="145091"/>
                    <a:pt x="62214" y="145400"/>
                    <a:pt x="62242" y="145540"/>
                  </a:cubicBezTo>
                  <a:cubicBezTo>
                    <a:pt x="62972" y="146130"/>
                    <a:pt x="63534" y="146607"/>
                    <a:pt x="64067" y="147113"/>
                  </a:cubicBezTo>
                  <a:cubicBezTo>
                    <a:pt x="64628" y="147618"/>
                    <a:pt x="65246" y="148095"/>
                    <a:pt x="65864" y="148544"/>
                  </a:cubicBezTo>
                  <a:cubicBezTo>
                    <a:pt x="65920" y="148769"/>
                    <a:pt x="66509" y="149443"/>
                    <a:pt x="66032" y="149471"/>
                  </a:cubicBezTo>
                  <a:cubicBezTo>
                    <a:pt x="66397" y="149471"/>
                    <a:pt x="66790" y="149555"/>
                    <a:pt x="67099" y="149724"/>
                  </a:cubicBezTo>
                  <a:cubicBezTo>
                    <a:pt x="67243" y="150027"/>
                    <a:pt x="67232" y="150124"/>
                    <a:pt x="67143" y="150124"/>
                  </a:cubicBezTo>
                  <a:cubicBezTo>
                    <a:pt x="66988" y="150124"/>
                    <a:pt x="66601" y="149834"/>
                    <a:pt x="66394" y="149834"/>
                  </a:cubicBezTo>
                  <a:cubicBezTo>
                    <a:pt x="66279" y="149834"/>
                    <a:pt x="66219" y="149923"/>
                    <a:pt x="66285" y="150201"/>
                  </a:cubicBezTo>
                  <a:cubicBezTo>
                    <a:pt x="66345" y="150141"/>
                    <a:pt x="66438" y="150116"/>
                    <a:pt x="66555" y="150116"/>
                  </a:cubicBezTo>
                  <a:cubicBezTo>
                    <a:pt x="67045" y="150116"/>
                    <a:pt x="67953" y="150553"/>
                    <a:pt x="68587" y="150734"/>
                  </a:cubicBezTo>
                  <a:cubicBezTo>
                    <a:pt x="68755" y="150060"/>
                    <a:pt x="67155" y="149639"/>
                    <a:pt x="66369" y="149415"/>
                  </a:cubicBezTo>
                  <a:cubicBezTo>
                    <a:pt x="66620" y="149031"/>
                    <a:pt x="67196" y="148841"/>
                    <a:pt x="67944" y="148841"/>
                  </a:cubicBezTo>
                  <a:cubicBezTo>
                    <a:pt x="68618" y="148841"/>
                    <a:pt x="69432" y="148996"/>
                    <a:pt x="70271" y="149302"/>
                  </a:cubicBezTo>
                  <a:cubicBezTo>
                    <a:pt x="71619" y="149920"/>
                    <a:pt x="70468" y="150145"/>
                    <a:pt x="70749" y="150173"/>
                  </a:cubicBezTo>
                  <a:cubicBezTo>
                    <a:pt x="72995" y="151801"/>
                    <a:pt x="73556" y="150145"/>
                    <a:pt x="75156" y="151941"/>
                  </a:cubicBezTo>
                  <a:cubicBezTo>
                    <a:pt x="75606" y="152896"/>
                    <a:pt x="74567" y="152896"/>
                    <a:pt x="74539" y="153345"/>
                  </a:cubicBezTo>
                  <a:cubicBezTo>
                    <a:pt x="73416" y="152896"/>
                    <a:pt x="73163" y="152054"/>
                    <a:pt x="72489" y="151633"/>
                  </a:cubicBezTo>
                  <a:lnTo>
                    <a:pt x="72489" y="151633"/>
                  </a:lnTo>
                  <a:lnTo>
                    <a:pt x="73191" y="152419"/>
                  </a:lnTo>
                  <a:cubicBezTo>
                    <a:pt x="72630" y="152335"/>
                    <a:pt x="72124" y="152054"/>
                    <a:pt x="71731" y="151661"/>
                  </a:cubicBezTo>
                  <a:lnTo>
                    <a:pt x="71731" y="151661"/>
                  </a:lnTo>
                  <a:cubicBezTo>
                    <a:pt x="72096" y="152503"/>
                    <a:pt x="75606" y="154272"/>
                    <a:pt x="77178" y="155816"/>
                  </a:cubicBezTo>
                  <a:cubicBezTo>
                    <a:pt x="77396" y="155830"/>
                    <a:pt x="77675" y="155883"/>
                    <a:pt x="77873" y="155883"/>
                  </a:cubicBezTo>
                  <a:cubicBezTo>
                    <a:pt x="78057" y="155883"/>
                    <a:pt x="78172" y="155838"/>
                    <a:pt x="78104" y="155675"/>
                  </a:cubicBezTo>
                  <a:lnTo>
                    <a:pt x="77487" y="155367"/>
                  </a:lnTo>
                  <a:cubicBezTo>
                    <a:pt x="77391" y="155129"/>
                    <a:pt x="77522" y="155068"/>
                    <a:pt x="77713" y="155068"/>
                  </a:cubicBezTo>
                  <a:cubicBezTo>
                    <a:pt x="77909" y="155068"/>
                    <a:pt x="78169" y="155132"/>
                    <a:pt x="78309" y="155132"/>
                  </a:cubicBezTo>
                  <a:cubicBezTo>
                    <a:pt x="78434" y="155132"/>
                    <a:pt x="78465" y="155081"/>
                    <a:pt x="78273" y="154889"/>
                  </a:cubicBezTo>
                  <a:lnTo>
                    <a:pt x="78273" y="154889"/>
                  </a:lnTo>
                  <a:cubicBezTo>
                    <a:pt x="79227" y="155086"/>
                    <a:pt x="80350" y="155170"/>
                    <a:pt x="81277" y="156040"/>
                  </a:cubicBezTo>
                  <a:lnTo>
                    <a:pt x="81168" y="156691"/>
                  </a:lnTo>
                  <a:lnTo>
                    <a:pt x="81168" y="156691"/>
                  </a:lnTo>
                  <a:cubicBezTo>
                    <a:pt x="81174" y="156498"/>
                    <a:pt x="80642" y="155956"/>
                    <a:pt x="80238" y="155956"/>
                  </a:cubicBezTo>
                  <a:cubicBezTo>
                    <a:pt x="80759" y="155981"/>
                    <a:pt x="81324" y="157323"/>
                    <a:pt x="82089" y="157323"/>
                  </a:cubicBezTo>
                  <a:cubicBezTo>
                    <a:pt x="82189" y="157323"/>
                    <a:pt x="82292" y="157300"/>
                    <a:pt x="82400" y="157248"/>
                  </a:cubicBezTo>
                  <a:lnTo>
                    <a:pt x="81866" y="156433"/>
                  </a:lnTo>
                  <a:lnTo>
                    <a:pt x="81866" y="156433"/>
                  </a:lnTo>
                  <a:cubicBezTo>
                    <a:pt x="82793" y="156602"/>
                    <a:pt x="84084" y="156574"/>
                    <a:pt x="84955" y="157276"/>
                  </a:cubicBezTo>
                  <a:cubicBezTo>
                    <a:pt x="84842" y="156490"/>
                    <a:pt x="84702" y="157220"/>
                    <a:pt x="84393" y="156181"/>
                  </a:cubicBezTo>
                  <a:lnTo>
                    <a:pt x="84393" y="156181"/>
                  </a:lnTo>
                  <a:cubicBezTo>
                    <a:pt x="84415" y="156398"/>
                    <a:pt x="84335" y="156481"/>
                    <a:pt x="84197" y="156481"/>
                  </a:cubicBezTo>
                  <a:cubicBezTo>
                    <a:pt x="83979" y="156481"/>
                    <a:pt x="83614" y="156275"/>
                    <a:pt x="83270" y="156068"/>
                  </a:cubicBezTo>
                  <a:cubicBezTo>
                    <a:pt x="82957" y="155881"/>
                    <a:pt x="82653" y="155701"/>
                    <a:pt x="82483" y="155701"/>
                  </a:cubicBezTo>
                  <a:cubicBezTo>
                    <a:pt x="82377" y="155701"/>
                    <a:pt x="82325" y="155772"/>
                    <a:pt x="82356" y="155955"/>
                  </a:cubicBezTo>
                  <a:lnTo>
                    <a:pt x="82356" y="155955"/>
                  </a:lnTo>
                  <a:cubicBezTo>
                    <a:pt x="82069" y="154982"/>
                    <a:pt x="81361" y="155024"/>
                    <a:pt x="80856" y="153907"/>
                  </a:cubicBezTo>
                  <a:cubicBezTo>
                    <a:pt x="80806" y="154023"/>
                    <a:pt x="80854" y="154188"/>
                    <a:pt x="80751" y="154188"/>
                  </a:cubicBezTo>
                  <a:cubicBezTo>
                    <a:pt x="80680" y="154188"/>
                    <a:pt x="80537" y="154108"/>
                    <a:pt x="80238" y="153879"/>
                  </a:cubicBezTo>
                  <a:cubicBezTo>
                    <a:pt x="80154" y="153907"/>
                    <a:pt x="80041" y="153935"/>
                    <a:pt x="79957" y="153935"/>
                  </a:cubicBezTo>
                  <a:cubicBezTo>
                    <a:pt x="80070" y="154103"/>
                    <a:pt x="80154" y="154272"/>
                    <a:pt x="80182" y="154468"/>
                  </a:cubicBezTo>
                  <a:cubicBezTo>
                    <a:pt x="80120" y="154484"/>
                    <a:pt x="80052" y="154492"/>
                    <a:pt x="79979" y="154492"/>
                  </a:cubicBezTo>
                  <a:cubicBezTo>
                    <a:pt x="79299" y="154492"/>
                    <a:pt x="78219" y="153845"/>
                    <a:pt x="77711" y="153794"/>
                  </a:cubicBezTo>
                  <a:cubicBezTo>
                    <a:pt x="77290" y="153401"/>
                    <a:pt x="78020" y="153710"/>
                    <a:pt x="77880" y="153345"/>
                  </a:cubicBezTo>
                  <a:lnTo>
                    <a:pt x="77066" y="153289"/>
                  </a:lnTo>
                  <a:cubicBezTo>
                    <a:pt x="77205" y="152918"/>
                    <a:pt x="76541" y="152166"/>
                    <a:pt x="77014" y="152166"/>
                  </a:cubicBezTo>
                  <a:cubicBezTo>
                    <a:pt x="77114" y="152166"/>
                    <a:pt x="77266" y="152200"/>
                    <a:pt x="77487" y="152278"/>
                  </a:cubicBezTo>
                  <a:lnTo>
                    <a:pt x="76476" y="151633"/>
                  </a:lnTo>
                  <a:cubicBezTo>
                    <a:pt x="76027" y="151015"/>
                    <a:pt x="75409" y="150538"/>
                    <a:pt x="74679" y="150285"/>
                  </a:cubicBezTo>
                  <a:cubicBezTo>
                    <a:pt x="74258" y="149892"/>
                    <a:pt x="73191" y="149948"/>
                    <a:pt x="73809" y="149892"/>
                  </a:cubicBezTo>
                  <a:lnTo>
                    <a:pt x="72096" y="149134"/>
                  </a:lnTo>
                  <a:lnTo>
                    <a:pt x="72152" y="149022"/>
                  </a:lnTo>
                  <a:cubicBezTo>
                    <a:pt x="70636" y="147983"/>
                    <a:pt x="68559" y="147618"/>
                    <a:pt x="67296" y="145737"/>
                  </a:cubicBezTo>
                  <a:cubicBezTo>
                    <a:pt x="66566" y="145484"/>
                    <a:pt x="65920" y="145091"/>
                    <a:pt x="65358" y="144558"/>
                  </a:cubicBezTo>
                  <a:lnTo>
                    <a:pt x="65415" y="144109"/>
                  </a:lnTo>
                  <a:cubicBezTo>
                    <a:pt x="64726" y="143817"/>
                    <a:pt x="63839" y="142578"/>
                    <a:pt x="63316" y="142578"/>
                  </a:cubicBezTo>
                  <a:cubicBezTo>
                    <a:pt x="63284" y="142578"/>
                    <a:pt x="63254" y="142583"/>
                    <a:pt x="63225" y="142593"/>
                  </a:cubicBezTo>
                  <a:cubicBezTo>
                    <a:pt x="63169" y="141217"/>
                    <a:pt x="60333" y="140150"/>
                    <a:pt x="59379" y="139139"/>
                  </a:cubicBezTo>
                  <a:lnTo>
                    <a:pt x="59014" y="139532"/>
                  </a:lnTo>
                  <a:cubicBezTo>
                    <a:pt x="58227" y="138915"/>
                    <a:pt x="57385" y="138353"/>
                    <a:pt x="56487" y="137876"/>
                  </a:cubicBezTo>
                  <a:lnTo>
                    <a:pt x="56234" y="138297"/>
                  </a:lnTo>
                  <a:cubicBezTo>
                    <a:pt x="55729" y="138129"/>
                    <a:pt x="55308" y="137623"/>
                    <a:pt x="54830" y="137034"/>
                  </a:cubicBezTo>
                  <a:cubicBezTo>
                    <a:pt x="54381" y="136416"/>
                    <a:pt x="53876" y="135827"/>
                    <a:pt x="53314" y="135293"/>
                  </a:cubicBezTo>
                  <a:cubicBezTo>
                    <a:pt x="53330" y="135289"/>
                    <a:pt x="53347" y="135286"/>
                    <a:pt x="53363" y="135286"/>
                  </a:cubicBezTo>
                  <a:cubicBezTo>
                    <a:pt x="53555" y="135286"/>
                    <a:pt x="53801" y="135568"/>
                    <a:pt x="53904" y="135827"/>
                  </a:cubicBezTo>
                  <a:cubicBezTo>
                    <a:pt x="53595" y="134760"/>
                    <a:pt x="52725" y="134254"/>
                    <a:pt x="51911" y="133721"/>
                  </a:cubicBezTo>
                  <a:cubicBezTo>
                    <a:pt x="51490" y="133468"/>
                    <a:pt x="51097" y="133188"/>
                    <a:pt x="50703" y="132879"/>
                  </a:cubicBezTo>
                  <a:cubicBezTo>
                    <a:pt x="50339" y="132598"/>
                    <a:pt x="50086" y="132205"/>
                    <a:pt x="49945" y="131784"/>
                  </a:cubicBezTo>
                  <a:cubicBezTo>
                    <a:pt x="49609" y="131615"/>
                    <a:pt x="49356" y="131363"/>
                    <a:pt x="49244" y="130998"/>
                  </a:cubicBezTo>
                  <a:lnTo>
                    <a:pt x="49244" y="130998"/>
                  </a:lnTo>
                  <a:cubicBezTo>
                    <a:pt x="49272" y="131026"/>
                    <a:pt x="49300" y="131054"/>
                    <a:pt x="49356" y="131082"/>
                  </a:cubicBezTo>
                  <a:cubicBezTo>
                    <a:pt x="49300" y="131026"/>
                    <a:pt x="49272" y="130970"/>
                    <a:pt x="49244" y="130942"/>
                  </a:cubicBezTo>
                  <a:cubicBezTo>
                    <a:pt x="49187" y="130745"/>
                    <a:pt x="49131" y="130520"/>
                    <a:pt x="49047" y="130324"/>
                  </a:cubicBezTo>
                  <a:lnTo>
                    <a:pt x="49047" y="130324"/>
                  </a:lnTo>
                  <a:cubicBezTo>
                    <a:pt x="49075" y="130520"/>
                    <a:pt x="49103" y="130689"/>
                    <a:pt x="49159" y="130857"/>
                  </a:cubicBezTo>
                  <a:cubicBezTo>
                    <a:pt x="48879" y="130548"/>
                    <a:pt x="48542" y="130240"/>
                    <a:pt x="48205" y="129987"/>
                  </a:cubicBezTo>
                  <a:lnTo>
                    <a:pt x="48458" y="129510"/>
                  </a:lnTo>
                  <a:cubicBezTo>
                    <a:pt x="48429" y="129482"/>
                    <a:pt x="48429" y="129454"/>
                    <a:pt x="48373" y="129426"/>
                  </a:cubicBezTo>
                  <a:cubicBezTo>
                    <a:pt x="48325" y="129260"/>
                    <a:pt x="48259" y="129192"/>
                    <a:pt x="48188" y="129192"/>
                  </a:cubicBezTo>
                  <a:cubicBezTo>
                    <a:pt x="48055" y="129192"/>
                    <a:pt x="47903" y="129431"/>
                    <a:pt x="47812" y="129706"/>
                  </a:cubicBezTo>
                  <a:cubicBezTo>
                    <a:pt x="47615" y="129594"/>
                    <a:pt x="47391" y="129482"/>
                    <a:pt x="47166" y="129397"/>
                  </a:cubicBezTo>
                  <a:cubicBezTo>
                    <a:pt x="47587" y="128583"/>
                    <a:pt x="46183" y="128527"/>
                    <a:pt x="46577" y="127601"/>
                  </a:cubicBezTo>
                  <a:cubicBezTo>
                    <a:pt x="46380" y="127545"/>
                    <a:pt x="46212" y="127460"/>
                    <a:pt x="46071" y="127320"/>
                  </a:cubicBezTo>
                  <a:cubicBezTo>
                    <a:pt x="45875" y="127151"/>
                    <a:pt x="45678" y="126927"/>
                    <a:pt x="45454" y="126730"/>
                  </a:cubicBezTo>
                  <a:cubicBezTo>
                    <a:pt x="45066" y="126343"/>
                    <a:pt x="44637" y="126018"/>
                    <a:pt x="44238" y="126008"/>
                  </a:cubicBezTo>
                  <a:lnTo>
                    <a:pt x="44238" y="126008"/>
                  </a:lnTo>
                  <a:cubicBezTo>
                    <a:pt x="44185" y="125875"/>
                    <a:pt x="44131" y="125742"/>
                    <a:pt x="44078" y="125635"/>
                  </a:cubicBezTo>
                  <a:cubicBezTo>
                    <a:pt x="44022" y="125523"/>
                    <a:pt x="43966" y="125383"/>
                    <a:pt x="43909" y="125270"/>
                  </a:cubicBezTo>
                  <a:cubicBezTo>
                    <a:pt x="43797" y="125018"/>
                    <a:pt x="43601" y="124821"/>
                    <a:pt x="43376" y="124681"/>
                  </a:cubicBezTo>
                  <a:lnTo>
                    <a:pt x="43825" y="124147"/>
                  </a:lnTo>
                  <a:cubicBezTo>
                    <a:pt x="43376" y="123951"/>
                    <a:pt x="42927" y="123754"/>
                    <a:pt x="42478" y="123558"/>
                  </a:cubicBezTo>
                  <a:cubicBezTo>
                    <a:pt x="42478" y="122946"/>
                    <a:pt x="42522" y="122586"/>
                    <a:pt x="42838" y="122586"/>
                  </a:cubicBezTo>
                  <a:cubicBezTo>
                    <a:pt x="42956" y="122586"/>
                    <a:pt x="43113" y="122636"/>
                    <a:pt x="43320" y="122744"/>
                  </a:cubicBezTo>
                  <a:cubicBezTo>
                    <a:pt x="42899" y="122435"/>
                    <a:pt x="42506" y="122070"/>
                    <a:pt x="42169" y="121621"/>
                  </a:cubicBezTo>
                  <a:cubicBezTo>
                    <a:pt x="41860" y="121256"/>
                    <a:pt x="41495" y="120919"/>
                    <a:pt x="41102" y="120638"/>
                  </a:cubicBezTo>
                  <a:lnTo>
                    <a:pt x="41523" y="120526"/>
                  </a:lnTo>
                  <a:cubicBezTo>
                    <a:pt x="41270" y="120049"/>
                    <a:pt x="40428" y="119459"/>
                    <a:pt x="40625" y="119066"/>
                  </a:cubicBezTo>
                  <a:cubicBezTo>
                    <a:pt x="40653" y="118533"/>
                    <a:pt x="40569" y="118027"/>
                    <a:pt x="40400" y="117550"/>
                  </a:cubicBezTo>
                  <a:cubicBezTo>
                    <a:pt x="40316" y="117241"/>
                    <a:pt x="40204" y="116904"/>
                    <a:pt x="40063" y="116539"/>
                  </a:cubicBezTo>
                  <a:cubicBezTo>
                    <a:pt x="39923" y="116174"/>
                    <a:pt x="39811" y="115781"/>
                    <a:pt x="39670" y="115360"/>
                  </a:cubicBezTo>
                  <a:cubicBezTo>
                    <a:pt x="39081" y="113760"/>
                    <a:pt x="38491" y="111879"/>
                    <a:pt x="38379" y="110279"/>
                  </a:cubicBezTo>
                  <a:cubicBezTo>
                    <a:pt x="38220" y="110432"/>
                    <a:pt x="38115" y="110497"/>
                    <a:pt x="38046" y="110497"/>
                  </a:cubicBezTo>
                  <a:cubicBezTo>
                    <a:pt x="37702" y="110497"/>
                    <a:pt x="38262" y="108895"/>
                    <a:pt x="37596" y="108895"/>
                  </a:cubicBezTo>
                  <a:cubicBezTo>
                    <a:pt x="37569" y="108895"/>
                    <a:pt x="37540" y="108897"/>
                    <a:pt x="37508" y="108903"/>
                  </a:cubicBezTo>
                  <a:cubicBezTo>
                    <a:pt x="37669" y="108722"/>
                    <a:pt x="37729" y="108427"/>
                    <a:pt x="37894" y="108427"/>
                  </a:cubicBezTo>
                  <a:cubicBezTo>
                    <a:pt x="37960" y="108427"/>
                    <a:pt x="38042" y="108474"/>
                    <a:pt x="38154" y="108594"/>
                  </a:cubicBezTo>
                  <a:cubicBezTo>
                    <a:pt x="37424" y="107134"/>
                    <a:pt x="37873" y="106152"/>
                    <a:pt x="36778" y="105337"/>
                  </a:cubicBezTo>
                  <a:cubicBezTo>
                    <a:pt x="36832" y="105270"/>
                    <a:pt x="36889" y="105246"/>
                    <a:pt x="36946" y="105246"/>
                  </a:cubicBezTo>
                  <a:cubicBezTo>
                    <a:pt x="37085" y="105246"/>
                    <a:pt x="37224" y="105386"/>
                    <a:pt x="37320" y="105386"/>
                  </a:cubicBezTo>
                  <a:cubicBezTo>
                    <a:pt x="37350" y="105386"/>
                    <a:pt x="37376" y="105373"/>
                    <a:pt x="37396" y="105337"/>
                  </a:cubicBezTo>
                  <a:cubicBezTo>
                    <a:pt x="37312" y="105225"/>
                    <a:pt x="37003" y="104916"/>
                    <a:pt x="37115" y="104720"/>
                  </a:cubicBezTo>
                  <a:cubicBezTo>
                    <a:pt x="37140" y="104670"/>
                    <a:pt x="37169" y="104649"/>
                    <a:pt x="37202" y="104649"/>
                  </a:cubicBezTo>
                  <a:cubicBezTo>
                    <a:pt x="37315" y="104649"/>
                    <a:pt x="37468" y="104904"/>
                    <a:pt x="37621" y="105057"/>
                  </a:cubicBezTo>
                  <a:cubicBezTo>
                    <a:pt x="37215" y="103940"/>
                    <a:pt x="36632" y="103690"/>
                    <a:pt x="36023" y="103690"/>
                  </a:cubicBezTo>
                  <a:cubicBezTo>
                    <a:pt x="35789" y="103690"/>
                    <a:pt x="35552" y="103726"/>
                    <a:pt x="35319" y="103765"/>
                  </a:cubicBezTo>
                  <a:cubicBezTo>
                    <a:pt x="35431" y="102867"/>
                    <a:pt x="35234" y="102474"/>
                    <a:pt x="34532" y="102081"/>
                  </a:cubicBezTo>
                  <a:cubicBezTo>
                    <a:pt x="34633" y="101880"/>
                    <a:pt x="34713" y="101589"/>
                    <a:pt x="34851" y="101589"/>
                  </a:cubicBezTo>
                  <a:cubicBezTo>
                    <a:pt x="34944" y="101589"/>
                    <a:pt x="35064" y="101723"/>
                    <a:pt x="35234" y="102109"/>
                  </a:cubicBezTo>
                  <a:cubicBezTo>
                    <a:pt x="35150" y="101828"/>
                    <a:pt x="34954" y="100958"/>
                    <a:pt x="34673" y="100172"/>
                  </a:cubicBezTo>
                  <a:cubicBezTo>
                    <a:pt x="34438" y="99468"/>
                    <a:pt x="34107" y="98812"/>
                    <a:pt x="33791" y="98812"/>
                  </a:cubicBezTo>
                  <a:cubicBezTo>
                    <a:pt x="33767" y="98812"/>
                    <a:pt x="33742" y="98816"/>
                    <a:pt x="33718" y="98824"/>
                  </a:cubicBezTo>
                  <a:cubicBezTo>
                    <a:pt x="33831" y="98571"/>
                    <a:pt x="33494" y="98038"/>
                    <a:pt x="33353" y="97926"/>
                  </a:cubicBezTo>
                  <a:cubicBezTo>
                    <a:pt x="32876" y="96718"/>
                    <a:pt x="32904" y="96578"/>
                    <a:pt x="32287" y="95427"/>
                  </a:cubicBezTo>
                  <a:lnTo>
                    <a:pt x="32287" y="95427"/>
                  </a:lnTo>
                  <a:lnTo>
                    <a:pt x="32343" y="95792"/>
                  </a:lnTo>
                  <a:cubicBezTo>
                    <a:pt x="32006" y="95792"/>
                    <a:pt x="31697" y="95539"/>
                    <a:pt x="31613" y="95202"/>
                  </a:cubicBezTo>
                  <a:cubicBezTo>
                    <a:pt x="31557" y="95034"/>
                    <a:pt x="31528" y="94837"/>
                    <a:pt x="31472" y="94669"/>
                  </a:cubicBezTo>
                  <a:cubicBezTo>
                    <a:pt x="31388" y="94444"/>
                    <a:pt x="31304" y="94220"/>
                    <a:pt x="31192" y="94023"/>
                  </a:cubicBezTo>
                  <a:lnTo>
                    <a:pt x="31276" y="94023"/>
                  </a:lnTo>
                  <a:cubicBezTo>
                    <a:pt x="30686" y="91637"/>
                    <a:pt x="30574" y="93237"/>
                    <a:pt x="29984" y="90879"/>
                  </a:cubicBezTo>
                  <a:lnTo>
                    <a:pt x="29619" y="91216"/>
                  </a:lnTo>
                  <a:cubicBezTo>
                    <a:pt x="29543" y="91244"/>
                    <a:pt x="29476" y="91257"/>
                    <a:pt x="29417" y="91257"/>
                  </a:cubicBezTo>
                  <a:cubicBezTo>
                    <a:pt x="29060" y="91257"/>
                    <a:pt x="28978" y="90783"/>
                    <a:pt x="28833" y="90205"/>
                  </a:cubicBezTo>
                  <a:cubicBezTo>
                    <a:pt x="28693" y="89503"/>
                    <a:pt x="28553" y="88633"/>
                    <a:pt x="27991" y="88212"/>
                  </a:cubicBezTo>
                  <a:lnTo>
                    <a:pt x="27991" y="88212"/>
                  </a:lnTo>
                  <a:cubicBezTo>
                    <a:pt x="27991" y="88380"/>
                    <a:pt x="28019" y="88577"/>
                    <a:pt x="28019" y="88773"/>
                  </a:cubicBezTo>
                  <a:cubicBezTo>
                    <a:pt x="27682" y="88549"/>
                    <a:pt x="27682" y="87931"/>
                    <a:pt x="27738" y="87257"/>
                  </a:cubicBezTo>
                  <a:cubicBezTo>
                    <a:pt x="27823" y="86583"/>
                    <a:pt x="27907" y="85853"/>
                    <a:pt x="27738" y="85517"/>
                  </a:cubicBezTo>
                  <a:cubicBezTo>
                    <a:pt x="27732" y="85471"/>
                    <a:pt x="27743" y="85453"/>
                    <a:pt x="27767" y="85453"/>
                  </a:cubicBezTo>
                  <a:cubicBezTo>
                    <a:pt x="27846" y="85453"/>
                    <a:pt x="28064" y="85661"/>
                    <a:pt x="28216" y="85769"/>
                  </a:cubicBezTo>
                  <a:cubicBezTo>
                    <a:pt x="27992" y="85088"/>
                    <a:pt x="27839" y="84899"/>
                    <a:pt x="27693" y="84899"/>
                  </a:cubicBezTo>
                  <a:cubicBezTo>
                    <a:pt x="27513" y="84899"/>
                    <a:pt x="27345" y="85188"/>
                    <a:pt x="27069" y="85188"/>
                  </a:cubicBezTo>
                  <a:cubicBezTo>
                    <a:pt x="26925" y="85188"/>
                    <a:pt x="26751" y="85110"/>
                    <a:pt x="26531" y="84871"/>
                  </a:cubicBezTo>
                  <a:cubicBezTo>
                    <a:pt x="26644" y="84422"/>
                    <a:pt x="27458" y="84590"/>
                    <a:pt x="26924" y="83748"/>
                  </a:cubicBezTo>
                  <a:cubicBezTo>
                    <a:pt x="26896" y="83467"/>
                    <a:pt x="26222" y="83074"/>
                    <a:pt x="25521" y="82597"/>
                  </a:cubicBezTo>
                  <a:cubicBezTo>
                    <a:pt x="24819" y="82091"/>
                    <a:pt x="24089" y="81502"/>
                    <a:pt x="23920" y="80772"/>
                  </a:cubicBezTo>
                  <a:cubicBezTo>
                    <a:pt x="23900" y="81055"/>
                    <a:pt x="23880" y="81338"/>
                    <a:pt x="23660" y="81338"/>
                  </a:cubicBezTo>
                  <a:cubicBezTo>
                    <a:pt x="23575" y="81338"/>
                    <a:pt x="23460" y="81295"/>
                    <a:pt x="23303" y="81193"/>
                  </a:cubicBezTo>
                  <a:cubicBezTo>
                    <a:pt x="22938" y="80800"/>
                    <a:pt x="22657" y="80126"/>
                    <a:pt x="22348" y="79509"/>
                  </a:cubicBezTo>
                  <a:cubicBezTo>
                    <a:pt x="22011" y="78863"/>
                    <a:pt x="21646" y="78329"/>
                    <a:pt x="21001" y="78273"/>
                  </a:cubicBezTo>
                  <a:cubicBezTo>
                    <a:pt x="20944" y="78161"/>
                    <a:pt x="20972" y="78077"/>
                    <a:pt x="21029" y="77993"/>
                  </a:cubicBezTo>
                  <a:cubicBezTo>
                    <a:pt x="20327" y="77543"/>
                    <a:pt x="19035" y="76336"/>
                    <a:pt x="18361" y="76336"/>
                  </a:cubicBezTo>
                  <a:cubicBezTo>
                    <a:pt x="18755" y="75466"/>
                    <a:pt x="17772" y="74736"/>
                    <a:pt x="16817" y="74062"/>
                  </a:cubicBezTo>
                  <a:cubicBezTo>
                    <a:pt x="15891" y="73416"/>
                    <a:pt x="14993" y="72855"/>
                    <a:pt x="15582" y="72321"/>
                  </a:cubicBezTo>
                  <a:lnTo>
                    <a:pt x="13841" y="70665"/>
                  </a:lnTo>
                  <a:lnTo>
                    <a:pt x="14010" y="70581"/>
                  </a:lnTo>
                  <a:cubicBezTo>
                    <a:pt x="13027" y="69430"/>
                    <a:pt x="12382" y="69317"/>
                    <a:pt x="11736" y="69177"/>
                  </a:cubicBezTo>
                  <a:cubicBezTo>
                    <a:pt x="11567" y="68868"/>
                    <a:pt x="11848" y="68952"/>
                    <a:pt x="11932" y="68896"/>
                  </a:cubicBezTo>
                  <a:cubicBezTo>
                    <a:pt x="10613" y="67071"/>
                    <a:pt x="10416" y="66987"/>
                    <a:pt x="8535" y="66201"/>
                  </a:cubicBezTo>
                  <a:lnTo>
                    <a:pt x="8788" y="65696"/>
                  </a:lnTo>
                  <a:cubicBezTo>
                    <a:pt x="8507" y="65612"/>
                    <a:pt x="8086" y="64882"/>
                    <a:pt x="7581" y="64096"/>
                  </a:cubicBezTo>
                  <a:cubicBezTo>
                    <a:pt x="7132" y="63253"/>
                    <a:pt x="6570" y="62495"/>
                    <a:pt x="5924" y="61793"/>
                  </a:cubicBezTo>
                  <a:cubicBezTo>
                    <a:pt x="5955" y="61786"/>
                    <a:pt x="5985" y="61782"/>
                    <a:pt x="6014" y="61782"/>
                  </a:cubicBezTo>
                  <a:cubicBezTo>
                    <a:pt x="6095" y="61782"/>
                    <a:pt x="6172" y="61808"/>
                    <a:pt x="6233" y="61850"/>
                  </a:cubicBezTo>
                  <a:cubicBezTo>
                    <a:pt x="5447" y="61148"/>
                    <a:pt x="5475" y="59940"/>
                    <a:pt x="5588" y="58930"/>
                  </a:cubicBezTo>
                  <a:cubicBezTo>
                    <a:pt x="5728" y="57891"/>
                    <a:pt x="5812" y="56965"/>
                    <a:pt x="4886" y="56459"/>
                  </a:cubicBezTo>
                  <a:lnTo>
                    <a:pt x="4577" y="54887"/>
                  </a:lnTo>
                  <a:cubicBezTo>
                    <a:pt x="4472" y="55501"/>
                    <a:pt x="4355" y="55699"/>
                    <a:pt x="4235" y="55699"/>
                  </a:cubicBezTo>
                  <a:cubicBezTo>
                    <a:pt x="4163" y="55699"/>
                    <a:pt x="4089" y="55627"/>
                    <a:pt x="4015" y="55533"/>
                  </a:cubicBezTo>
                  <a:cubicBezTo>
                    <a:pt x="3879" y="55357"/>
                    <a:pt x="3728" y="55114"/>
                    <a:pt x="3584" y="55114"/>
                  </a:cubicBezTo>
                  <a:cubicBezTo>
                    <a:pt x="3520" y="55114"/>
                    <a:pt x="3458" y="55160"/>
                    <a:pt x="3398" y="55280"/>
                  </a:cubicBezTo>
                  <a:cubicBezTo>
                    <a:pt x="3398" y="55055"/>
                    <a:pt x="3426" y="54831"/>
                    <a:pt x="3510" y="54634"/>
                  </a:cubicBezTo>
                  <a:cubicBezTo>
                    <a:pt x="3566" y="54438"/>
                    <a:pt x="3678" y="54241"/>
                    <a:pt x="3819" y="54073"/>
                  </a:cubicBezTo>
                  <a:cubicBezTo>
                    <a:pt x="3906" y="53948"/>
                    <a:pt x="3999" y="53873"/>
                    <a:pt x="4071" y="53873"/>
                  </a:cubicBezTo>
                  <a:cubicBezTo>
                    <a:pt x="4160" y="53873"/>
                    <a:pt x="4215" y="53989"/>
                    <a:pt x="4184" y="54269"/>
                  </a:cubicBezTo>
                  <a:lnTo>
                    <a:pt x="4071" y="54410"/>
                  </a:lnTo>
                  <a:cubicBezTo>
                    <a:pt x="4142" y="54443"/>
                    <a:pt x="4206" y="54458"/>
                    <a:pt x="4264" y="54458"/>
                  </a:cubicBezTo>
                  <a:cubicBezTo>
                    <a:pt x="4599" y="54458"/>
                    <a:pt x="4742" y="53949"/>
                    <a:pt x="4886" y="53399"/>
                  </a:cubicBezTo>
                  <a:cubicBezTo>
                    <a:pt x="4942" y="53090"/>
                    <a:pt x="5026" y="52781"/>
                    <a:pt x="5138" y="52501"/>
                  </a:cubicBezTo>
                  <a:cubicBezTo>
                    <a:pt x="5234" y="52285"/>
                    <a:pt x="5330" y="52151"/>
                    <a:pt x="5460" y="52151"/>
                  </a:cubicBezTo>
                  <a:cubicBezTo>
                    <a:pt x="5483" y="52151"/>
                    <a:pt x="5507" y="52155"/>
                    <a:pt x="5531" y="52164"/>
                  </a:cubicBezTo>
                  <a:cubicBezTo>
                    <a:pt x="6346" y="48318"/>
                    <a:pt x="8339" y="44808"/>
                    <a:pt x="9743" y="41215"/>
                  </a:cubicBezTo>
                  <a:lnTo>
                    <a:pt x="9743" y="41215"/>
                  </a:lnTo>
                  <a:lnTo>
                    <a:pt x="8872" y="41355"/>
                  </a:lnTo>
                  <a:lnTo>
                    <a:pt x="9378" y="40120"/>
                  </a:lnTo>
                  <a:cubicBezTo>
                    <a:pt x="9484" y="40023"/>
                    <a:pt x="9608" y="39962"/>
                    <a:pt x="9708" y="39962"/>
                  </a:cubicBezTo>
                  <a:cubicBezTo>
                    <a:pt x="9896" y="39962"/>
                    <a:pt x="10000" y="40178"/>
                    <a:pt x="9743" y="40765"/>
                  </a:cubicBezTo>
                  <a:cubicBezTo>
                    <a:pt x="10332" y="40457"/>
                    <a:pt x="9967" y="39109"/>
                    <a:pt x="9827" y="39025"/>
                  </a:cubicBezTo>
                  <a:cubicBezTo>
                    <a:pt x="10060" y="38614"/>
                    <a:pt x="10214" y="38463"/>
                    <a:pt x="10318" y="38463"/>
                  </a:cubicBezTo>
                  <a:cubicBezTo>
                    <a:pt x="10599" y="38463"/>
                    <a:pt x="10505" y="39573"/>
                    <a:pt x="10592" y="39573"/>
                  </a:cubicBezTo>
                  <a:cubicBezTo>
                    <a:pt x="10604" y="39573"/>
                    <a:pt x="10620" y="39552"/>
                    <a:pt x="10641" y="39502"/>
                  </a:cubicBezTo>
                  <a:lnTo>
                    <a:pt x="10866" y="38744"/>
                  </a:lnTo>
                  <a:lnTo>
                    <a:pt x="10697" y="38884"/>
                  </a:lnTo>
                  <a:cubicBezTo>
                    <a:pt x="10641" y="38154"/>
                    <a:pt x="10360" y="37986"/>
                    <a:pt x="10753" y="36891"/>
                  </a:cubicBezTo>
                  <a:cubicBezTo>
                    <a:pt x="10967" y="36540"/>
                    <a:pt x="11123" y="36504"/>
                    <a:pt x="11239" y="36504"/>
                  </a:cubicBezTo>
                  <a:cubicBezTo>
                    <a:pt x="11268" y="36504"/>
                    <a:pt x="11294" y="36506"/>
                    <a:pt x="11318" y="36506"/>
                  </a:cubicBezTo>
                  <a:cubicBezTo>
                    <a:pt x="11375" y="36506"/>
                    <a:pt x="11419" y="36494"/>
                    <a:pt x="11455" y="36414"/>
                  </a:cubicBezTo>
                  <a:cubicBezTo>
                    <a:pt x="11511" y="36414"/>
                    <a:pt x="11567" y="36358"/>
                    <a:pt x="11624" y="35993"/>
                  </a:cubicBezTo>
                  <a:lnTo>
                    <a:pt x="12241" y="34336"/>
                  </a:lnTo>
                  <a:lnTo>
                    <a:pt x="12241" y="34336"/>
                  </a:lnTo>
                  <a:lnTo>
                    <a:pt x="11427" y="34842"/>
                  </a:lnTo>
                  <a:cubicBezTo>
                    <a:pt x="11406" y="34206"/>
                    <a:pt x="11705" y="33633"/>
                    <a:pt x="11478" y="33633"/>
                  </a:cubicBezTo>
                  <a:cubicBezTo>
                    <a:pt x="11404" y="33633"/>
                    <a:pt x="11275" y="33694"/>
                    <a:pt x="11062" y="33831"/>
                  </a:cubicBezTo>
                  <a:cubicBezTo>
                    <a:pt x="11483" y="33494"/>
                    <a:pt x="11792" y="33017"/>
                    <a:pt x="11960" y="32511"/>
                  </a:cubicBezTo>
                  <a:cubicBezTo>
                    <a:pt x="12213" y="31781"/>
                    <a:pt x="12438" y="31052"/>
                    <a:pt x="12578" y="30294"/>
                  </a:cubicBezTo>
                  <a:cubicBezTo>
                    <a:pt x="12718" y="29507"/>
                    <a:pt x="12859" y="28721"/>
                    <a:pt x="12943" y="28104"/>
                  </a:cubicBezTo>
                  <a:cubicBezTo>
                    <a:pt x="12971" y="27683"/>
                    <a:pt x="13055" y="27261"/>
                    <a:pt x="13196" y="26840"/>
                  </a:cubicBezTo>
                  <a:cubicBezTo>
                    <a:pt x="12859" y="25717"/>
                    <a:pt x="12943" y="24679"/>
                    <a:pt x="13112" y="23387"/>
                  </a:cubicBezTo>
                  <a:lnTo>
                    <a:pt x="13112" y="23387"/>
                  </a:lnTo>
                  <a:cubicBezTo>
                    <a:pt x="13055" y="23512"/>
                    <a:pt x="12907" y="23609"/>
                    <a:pt x="12762" y="23609"/>
                  </a:cubicBezTo>
                  <a:cubicBezTo>
                    <a:pt x="12547" y="23609"/>
                    <a:pt x="12337" y="23395"/>
                    <a:pt x="12438" y="22741"/>
                  </a:cubicBezTo>
                  <a:lnTo>
                    <a:pt x="12438" y="22741"/>
                  </a:lnTo>
                  <a:cubicBezTo>
                    <a:pt x="12569" y="22792"/>
                    <a:pt x="12682" y="22816"/>
                    <a:pt x="12780" y="22816"/>
                  </a:cubicBezTo>
                  <a:cubicBezTo>
                    <a:pt x="13689" y="22816"/>
                    <a:pt x="13352" y="20835"/>
                    <a:pt x="14260" y="20160"/>
                  </a:cubicBezTo>
                  <a:lnTo>
                    <a:pt x="14260" y="20160"/>
                  </a:lnTo>
                  <a:cubicBezTo>
                    <a:pt x="14238" y="20170"/>
                    <a:pt x="14218" y="20175"/>
                    <a:pt x="14201" y="20175"/>
                  </a:cubicBezTo>
                  <a:cubicBezTo>
                    <a:pt x="13999" y="20175"/>
                    <a:pt x="14043" y="19567"/>
                    <a:pt x="14066" y="18979"/>
                  </a:cubicBezTo>
                  <a:cubicBezTo>
                    <a:pt x="14109" y="18468"/>
                    <a:pt x="14151" y="17972"/>
                    <a:pt x="13899" y="17972"/>
                  </a:cubicBezTo>
                  <a:cubicBezTo>
                    <a:pt x="13819" y="17972"/>
                    <a:pt x="13709" y="18022"/>
                    <a:pt x="13561" y="18137"/>
                  </a:cubicBezTo>
                  <a:cubicBezTo>
                    <a:pt x="13672" y="17843"/>
                    <a:pt x="13773" y="17769"/>
                    <a:pt x="13878" y="17769"/>
                  </a:cubicBezTo>
                  <a:cubicBezTo>
                    <a:pt x="13986" y="17769"/>
                    <a:pt x="14098" y="17846"/>
                    <a:pt x="14233" y="17846"/>
                  </a:cubicBezTo>
                  <a:cubicBezTo>
                    <a:pt x="14332" y="17846"/>
                    <a:pt x="14442" y="17804"/>
                    <a:pt x="14571" y="17660"/>
                  </a:cubicBezTo>
                  <a:cubicBezTo>
                    <a:pt x="14599" y="16593"/>
                    <a:pt x="14964" y="15554"/>
                    <a:pt x="15610" y="14712"/>
                  </a:cubicBezTo>
                  <a:cubicBezTo>
                    <a:pt x="16256" y="13814"/>
                    <a:pt x="17042" y="13028"/>
                    <a:pt x="17800" y="12129"/>
                  </a:cubicBezTo>
                  <a:cubicBezTo>
                    <a:pt x="17716" y="11989"/>
                    <a:pt x="17210" y="12073"/>
                    <a:pt x="17379" y="11512"/>
                  </a:cubicBezTo>
                  <a:cubicBezTo>
                    <a:pt x="17660" y="11455"/>
                    <a:pt x="17912" y="11427"/>
                    <a:pt x="18165" y="11399"/>
                  </a:cubicBezTo>
                  <a:cubicBezTo>
                    <a:pt x="18446" y="11371"/>
                    <a:pt x="18698" y="11343"/>
                    <a:pt x="18951" y="11315"/>
                  </a:cubicBezTo>
                  <a:cubicBezTo>
                    <a:pt x="19260" y="10978"/>
                    <a:pt x="18642" y="10192"/>
                    <a:pt x="19737" y="10192"/>
                  </a:cubicBezTo>
                  <a:cubicBezTo>
                    <a:pt x="19541" y="10136"/>
                    <a:pt x="19260" y="10052"/>
                    <a:pt x="19484" y="9799"/>
                  </a:cubicBezTo>
                  <a:cubicBezTo>
                    <a:pt x="20664" y="9266"/>
                    <a:pt x="21759" y="8704"/>
                    <a:pt x="22910" y="8114"/>
                  </a:cubicBezTo>
                  <a:cubicBezTo>
                    <a:pt x="24061" y="7525"/>
                    <a:pt x="25268" y="6907"/>
                    <a:pt x="26475" y="6346"/>
                  </a:cubicBezTo>
                  <a:cubicBezTo>
                    <a:pt x="28781" y="5273"/>
                    <a:pt x="31267" y="4431"/>
                    <a:pt x="33882" y="4431"/>
                  </a:cubicBezTo>
                  <a:cubicBezTo>
                    <a:pt x="34005" y="4431"/>
                    <a:pt x="34128" y="4433"/>
                    <a:pt x="34252" y="4437"/>
                  </a:cubicBezTo>
                  <a:cubicBezTo>
                    <a:pt x="33466" y="4296"/>
                    <a:pt x="33887" y="4128"/>
                    <a:pt x="34420" y="3987"/>
                  </a:cubicBezTo>
                  <a:cubicBezTo>
                    <a:pt x="34083" y="3987"/>
                    <a:pt x="34308" y="3538"/>
                    <a:pt x="34168" y="3314"/>
                  </a:cubicBezTo>
                  <a:lnTo>
                    <a:pt x="34168" y="3314"/>
                  </a:lnTo>
                  <a:cubicBezTo>
                    <a:pt x="34954" y="3342"/>
                    <a:pt x="35740" y="3370"/>
                    <a:pt x="36498" y="3426"/>
                  </a:cubicBezTo>
                  <a:cubicBezTo>
                    <a:pt x="36722" y="2640"/>
                    <a:pt x="38800" y="2864"/>
                    <a:pt x="38884" y="2163"/>
                  </a:cubicBezTo>
                  <a:lnTo>
                    <a:pt x="38884" y="2163"/>
                  </a:lnTo>
                  <a:lnTo>
                    <a:pt x="38210" y="2415"/>
                  </a:lnTo>
                  <a:cubicBezTo>
                    <a:pt x="38603" y="1938"/>
                    <a:pt x="38182" y="1573"/>
                    <a:pt x="37677" y="1208"/>
                  </a:cubicBezTo>
                  <a:cubicBezTo>
                    <a:pt x="37143" y="843"/>
                    <a:pt x="36498" y="506"/>
                    <a:pt x="36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7"/>
            <p:cNvSpPr/>
            <p:nvPr/>
          </p:nvSpPr>
          <p:spPr>
            <a:xfrm>
              <a:off x="2219200" y="3356175"/>
              <a:ext cx="5650" cy="6675"/>
            </a:xfrm>
            <a:custGeom>
              <a:rect b="b" l="l" r="r" t="t"/>
              <a:pathLst>
                <a:path extrusionOk="0" h="267" w="226">
                  <a:moveTo>
                    <a:pt x="123" y="0"/>
                  </a:moveTo>
                  <a:cubicBezTo>
                    <a:pt x="54" y="0"/>
                    <a:pt x="1" y="74"/>
                    <a:pt x="1" y="267"/>
                  </a:cubicBezTo>
                  <a:cubicBezTo>
                    <a:pt x="57" y="155"/>
                    <a:pt x="141" y="98"/>
                    <a:pt x="225" y="42"/>
                  </a:cubicBezTo>
                  <a:cubicBezTo>
                    <a:pt x="190" y="16"/>
                    <a:pt x="155" y="0"/>
                    <a:pt x="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7"/>
            <p:cNvSpPr/>
            <p:nvPr/>
          </p:nvSpPr>
          <p:spPr>
            <a:xfrm>
              <a:off x="1542600" y="2492525"/>
              <a:ext cx="3550" cy="1425"/>
            </a:xfrm>
            <a:custGeom>
              <a:rect b="b" l="l" r="r" t="t"/>
              <a:pathLst>
                <a:path extrusionOk="0" h="57" w="142">
                  <a:moveTo>
                    <a:pt x="113" y="0"/>
                  </a:moveTo>
                  <a:cubicBezTo>
                    <a:pt x="57" y="0"/>
                    <a:pt x="29" y="28"/>
                    <a:pt x="1" y="28"/>
                  </a:cubicBezTo>
                  <a:lnTo>
                    <a:pt x="141" y="56"/>
                  </a:lnTo>
                  <a:cubicBezTo>
                    <a:pt x="141" y="56"/>
                    <a:pt x="113" y="28"/>
                    <a:pt x="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7"/>
            <p:cNvSpPr/>
            <p:nvPr/>
          </p:nvSpPr>
          <p:spPr>
            <a:xfrm>
              <a:off x="2824225" y="4363700"/>
              <a:ext cx="9150" cy="14050"/>
            </a:xfrm>
            <a:custGeom>
              <a:rect b="b" l="l" r="r" t="t"/>
              <a:pathLst>
                <a:path extrusionOk="0" h="562" w="366">
                  <a:moveTo>
                    <a:pt x="84" y="0"/>
                  </a:moveTo>
                  <a:lnTo>
                    <a:pt x="84" y="0"/>
                  </a:lnTo>
                  <a:cubicBezTo>
                    <a:pt x="0" y="85"/>
                    <a:pt x="28" y="281"/>
                    <a:pt x="365" y="562"/>
                  </a:cubicBezTo>
                  <a:cubicBezTo>
                    <a:pt x="225" y="393"/>
                    <a:pt x="141" y="197"/>
                    <a:pt x="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7"/>
            <p:cNvSpPr/>
            <p:nvPr/>
          </p:nvSpPr>
          <p:spPr>
            <a:xfrm>
              <a:off x="3476250" y="4655675"/>
              <a:ext cx="20375" cy="13350"/>
            </a:xfrm>
            <a:custGeom>
              <a:rect b="b" l="l" r="r" t="t"/>
              <a:pathLst>
                <a:path extrusionOk="0" h="534" w="815">
                  <a:moveTo>
                    <a:pt x="707" y="293"/>
                  </a:moveTo>
                  <a:lnTo>
                    <a:pt x="815" y="337"/>
                  </a:lnTo>
                  <a:cubicBezTo>
                    <a:pt x="768" y="308"/>
                    <a:pt x="733" y="295"/>
                    <a:pt x="707" y="293"/>
                  </a:cubicBezTo>
                  <a:close/>
                  <a:moveTo>
                    <a:pt x="1" y="1"/>
                  </a:moveTo>
                  <a:lnTo>
                    <a:pt x="1" y="1"/>
                  </a:lnTo>
                  <a:cubicBezTo>
                    <a:pt x="225" y="113"/>
                    <a:pt x="450" y="309"/>
                    <a:pt x="590" y="534"/>
                  </a:cubicBezTo>
                  <a:cubicBezTo>
                    <a:pt x="634" y="447"/>
                    <a:pt x="610" y="293"/>
                    <a:pt x="701" y="293"/>
                  </a:cubicBezTo>
                  <a:cubicBezTo>
                    <a:pt x="703" y="293"/>
                    <a:pt x="705" y="293"/>
                    <a:pt x="707" y="293"/>
                  </a:cubicBezTo>
                  <a:lnTo>
                    <a:pt x="707" y="2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7"/>
            <p:cNvSpPr/>
            <p:nvPr/>
          </p:nvSpPr>
          <p:spPr>
            <a:xfrm>
              <a:off x="3617775" y="4816000"/>
              <a:ext cx="17825" cy="9550"/>
            </a:xfrm>
            <a:custGeom>
              <a:rect b="b" l="l" r="r" t="t"/>
              <a:pathLst>
                <a:path extrusionOk="0" h="382" w="713">
                  <a:moveTo>
                    <a:pt x="156" y="1"/>
                  </a:moveTo>
                  <a:cubicBezTo>
                    <a:pt x="10" y="1"/>
                    <a:pt x="1" y="84"/>
                    <a:pt x="263" y="269"/>
                  </a:cubicBezTo>
                  <a:cubicBezTo>
                    <a:pt x="404" y="269"/>
                    <a:pt x="488" y="382"/>
                    <a:pt x="628" y="382"/>
                  </a:cubicBezTo>
                  <a:lnTo>
                    <a:pt x="712" y="157"/>
                  </a:lnTo>
                  <a:cubicBezTo>
                    <a:pt x="485" y="56"/>
                    <a:pt x="275"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7"/>
            <p:cNvSpPr/>
            <p:nvPr/>
          </p:nvSpPr>
          <p:spPr>
            <a:xfrm>
              <a:off x="3488875" y="4710425"/>
              <a:ext cx="36525" cy="19675"/>
            </a:xfrm>
            <a:custGeom>
              <a:rect b="b" l="l" r="r" t="t"/>
              <a:pathLst>
                <a:path extrusionOk="0" h="787" w="1461">
                  <a:moveTo>
                    <a:pt x="141" y="0"/>
                  </a:moveTo>
                  <a:cubicBezTo>
                    <a:pt x="1" y="393"/>
                    <a:pt x="534" y="562"/>
                    <a:pt x="1124" y="786"/>
                  </a:cubicBezTo>
                  <a:lnTo>
                    <a:pt x="1012" y="730"/>
                  </a:lnTo>
                  <a:cubicBezTo>
                    <a:pt x="1461" y="309"/>
                    <a:pt x="815" y="141"/>
                    <a:pt x="1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7"/>
            <p:cNvSpPr/>
            <p:nvPr/>
          </p:nvSpPr>
          <p:spPr>
            <a:xfrm>
              <a:off x="3519775" y="4731475"/>
              <a:ext cx="16850" cy="6350"/>
            </a:xfrm>
            <a:custGeom>
              <a:rect b="b" l="l" r="r" t="t"/>
              <a:pathLst>
                <a:path extrusionOk="0" h="254" w="674">
                  <a:moveTo>
                    <a:pt x="0" y="1"/>
                  </a:moveTo>
                  <a:cubicBezTo>
                    <a:pt x="169" y="57"/>
                    <a:pt x="337" y="141"/>
                    <a:pt x="505" y="253"/>
                  </a:cubicBezTo>
                  <a:cubicBezTo>
                    <a:pt x="674" y="85"/>
                    <a:pt x="337" y="1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7"/>
            <p:cNvSpPr/>
            <p:nvPr/>
          </p:nvSpPr>
          <p:spPr>
            <a:xfrm>
              <a:off x="3354775" y="4595925"/>
              <a:ext cx="37400" cy="11500"/>
            </a:xfrm>
            <a:custGeom>
              <a:rect b="b" l="l" r="r" t="t"/>
              <a:pathLst>
                <a:path extrusionOk="0" h="460" w="1496">
                  <a:moveTo>
                    <a:pt x="606" y="1"/>
                  </a:moveTo>
                  <a:cubicBezTo>
                    <a:pt x="240" y="1"/>
                    <a:pt x="0" y="107"/>
                    <a:pt x="733" y="397"/>
                  </a:cubicBezTo>
                  <a:cubicBezTo>
                    <a:pt x="762" y="442"/>
                    <a:pt x="795" y="459"/>
                    <a:pt x="830" y="459"/>
                  </a:cubicBezTo>
                  <a:cubicBezTo>
                    <a:pt x="960" y="459"/>
                    <a:pt x="1113" y="207"/>
                    <a:pt x="1179" y="207"/>
                  </a:cubicBezTo>
                  <a:cubicBezTo>
                    <a:pt x="1194" y="207"/>
                    <a:pt x="1205" y="221"/>
                    <a:pt x="1210" y="257"/>
                  </a:cubicBezTo>
                  <a:cubicBezTo>
                    <a:pt x="1495" y="114"/>
                    <a:pt x="983" y="1"/>
                    <a:pt x="6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7"/>
            <p:cNvSpPr/>
            <p:nvPr/>
          </p:nvSpPr>
          <p:spPr>
            <a:xfrm>
              <a:off x="3474850" y="4732875"/>
              <a:ext cx="12650" cy="14075"/>
            </a:xfrm>
            <a:custGeom>
              <a:rect b="b" l="l" r="r" t="t"/>
              <a:pathLst>
                <a:path extrusionOk="0" h="563" w="506">
                  <a:moveTo>
                    <a:pt x="506" y="1"/>
                  </a:moveTo>
                  <a:lnTo>
                    <a:pt x="0" y="197"/>
                  </a:lnTo>
                  <a:lnTo>
                    <a:pt x="450" y="562"/>
                  </a:lnTo>
                  <a:lnTo>
                    <a:pt x="5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7"/>
            <p:cNvSpPr/>
            <p:nvPr/>
          </p:nvSpPr>
          <p:spPr>
            <a:xfrm>
              <a:off x="3386400" y="4676075"/>
              <a:ext cx="27400" cy="16825"/>
            </a:xfrm>
            <a:custGeom>
              <a:rect b="b" l="l" r="r" t="t"/>
              <a:pathLst>
                <a:path extrusionOk="0" h="673" w="1096">
                  <a:moveTo>
                    <a:pt x="54" y="0"/>
                  </a:moveTo>
                  <a:cubicBezTo>
                    <a:pt x="30" y="0"/>
                    <a:pt x="12" y="9"/>
                    <a:pt x="1" y="27"/>
                  </a:cubicBezTo>
                  <a:lnTo>
                    <a:pt x="759" y="673"/>
                  </a:lnTo>
                  <a:cubicBezTo>
                    <a:pt x="787" y="630"/>
                    <a:pt x="829" y="616"/>
                    <a:pt x="885" y="616"/>
                  </a:cubicBezTo>
                  <a:cubicBezTo>
                    <a:pt x="941" y="616"/>
                    <a:pt x="1012" y="630"/>
                    <a:pt x="1096" y="644"/>
                  </a:cubicBezTo>
                  <a:cubicBezTo>
                    <a:pt x="656" y="376"/>
                    <a:pt x="216" y="0"/>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7"/>
            <p:cNvSpPr/>
            <p:nvPr/>
          </p:nvSpPr>
          <p:spPr>
            <a:xfrm>
              <a:off x="3413775" y="4692175"/>
              <a:ext cx="17575" cy="8450"/>
            </a:xfrm>
            <a:custGeom>
              <a:rect b="b" l="l" r="r" t="t"/>
              <a:pathLst>
                <a:path extrusionOk="0" h="338" w="703">
                  <a:moveTo>
                    <a:pt x="1" y="0"/>
                  </a:moveTo>
                  <a:lnTo>
                    <a:pt x="1" y="0"/>
                  </a:lnTo>
                  <a:cubicBezTo>
                    <a:pt x="197" y="169"/>
                    <a:pt x="450" y="281"/>
                    <a:pt x="703" y="337"/>
                  </a:cubicBezTo>
                  <a:cubicBezTo>
                    <a:pt x="478" y="197"/>
                    <a:pt x="225" y="8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7"/>
            <p:cNvSpPr/>
            <p:nvPr/>
          </p:nvSpPr>
          <p:spPr>
            <a:xfrm>
              <a:off x="3435550" y="4718150"/>
              <a:ext cx="18975" cy="15450"/>
            </a:xfrm>
            <a:custGeom>
              <a:rect b="b" l="l" r="r" t="t"/>
              <a:pathLst>
                <a:path extrusionOk="0" h="618" w="759">
                  <a:moveTo>
                    <a:pt x="0" y="0"/>
                  </a:moveTo>
                  <a:lnTo>
                    <a:pt x="758" y="618"/>
                  </a:lnTo>
                  <a:lnTo>
                    <a:pt x="590" y="36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7"/>
            <p:cNvSpPr/>
            <p:nvPr/>
          </p:nvSpPr>
          <p:spPr>
            <a:xfrm>
              <a:off x="3136550" y="4521625"/>
              <a:ext cx="29800" cy="14675"/>
            </a:xfrm>
            <a:custGeom>
              <a:rect b="b" l="l" r="r" t="t"/>
              <a:pathLst>
                <a:path extrusionOk="0" h="587" w="1192">
                  <a:moveTo>
                    <a:pt x="197" y="0"/>
                  </a:moveTo>
                  <a:lnTo>
                    <a:pt x="197" y="0"/>
                  </a:lnTo>
                  <a:cubicBezTo>
                    <a:pt x="0" y="84"/>
                    <a:pt x="197" y="337"/>
                    <a:pt x="534" y="506"/>
                  </a:cubicBezTo>
                  <a:cubicBezTo>
                    <a:pt x="715" y="522"/>
                    <a:pt x="915" y="587"/>
                    <a:pt x="1044" y="587"/>
                  </a:cubicBezTo>
                  <a:cubicBezTo>
                    <a:pt x="1135" y="587"/>
                    <a:pt x="1191" y="554"/>
                    <a:pt x="1180" y="449"/>
                  </a:cubicBezTo>
                  <a:lnTo>
                    <a:pt x="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7"/>
            <p:cNvSpPr/>
            <p:nvPr/>
          </p:nvSpPr>
          <p:spPr>
            <a:xfrm>
              <a:off x="3199725" y="4592500"/>
              <a:ext cx="14750" cy="14775"/>
            </a:xfrm>
            <a:custGeom>
              <a:rect b="b" l="l" r="r" t="t"/>
              <a:pathLst>
                <a:path extrusionOk="0" h="591" w="590">
                  <a:moveTo>
                    <a:pt x="393" y="1"/>
                  </a:moveTo>
                  <a:lnTo>
                    <a:pt x="0" y="534"/>
                  </a:lnTo>
                  <a:lnTo>
                    <a:pt x="590" y="590"/>
                  </a:lnTo>
                  <a:cubicBezTo>
                    <a:pt x="393" y="338"/>
                    <a:pt x="449" y="253"/>
                    <a:pt x="3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7"/>
            <p:cNvSpPr/>
            <p:nvPr/>
          </p:nvSpPr>
          <p:spPr>
            <a:xfrm>
              <a:off x="3122425" y="4565625"/>
              <a:ext cx="32250" cy="11575"/>
            </a:xfrm>
            <a:custGeom>
              <a:rect b="b" l="l" r="r" t="t"/>
              <a:pathLst>
                <a:path extrusionOk="0" h="463" w="1290">
                  <a:moveTo>
                    <a:pt x="153" y="0"/>
                  </a:moveTo>
                  <a:cubicBezTo>
                    <a:pt x="0" y="0"/>
                    <a:pt x="24" y="84"/>
                    <a:pt x="537" y="402"/>
                  </a:cubicBezTo>
                  <a:cubicBezTo>
                    <a:pt x="560" y="389"/>
                    <a:pt x="593" y="384"/>
                    <a:pt x="632" y="384"/>
                  </a:cubicBezTo>
                  <a:cubicBezTo>
                    <a:pt x="786" y="384"/>
                    <a:pt x="1040" y="462"/>
                    <a:pt x="1166" y="462"/>
                  </a:cubicBezTo>
                  <a:cubicBezTo>
                    <a:pt x="1289" y="462"/>
                    <a:pt x="1290" y="388"/>
                    <a:pt x="958" y="93"/>
                  </a:cubicBezTo>
                  <a:cubicBezTo>
                    <a:pt x="942" y="100"/>
                    <a:pt x="918" y="103"/>
                    <a:pt x="888" y="103"/>
                  </a:cubicBezTo>
                  <a:cubicBezTo>
                    <a:pt x="710" y="103"/>
                    <a:pt x="323" y="0"/>
                    <a:pt x="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7"/>
            <p:cNvSpPr/>
            <p:nvPr/>
          </p:nvSpPr>
          <p:spPr>
            <a:xfrm>
              <a:off x="2828425" y="4299125"/>
              <a:ext cx="21075" cy="21775"/>
            </a:xfrm>
            <a:custGeom>
              <a:rect b="b" l="l" r="r" t="t"/>
              <a:pathLst>
                <a:path extrusionOk="0" h="871" w="843">
                  <a:moveTo>
                    <a:pt x="843" y="1"/>
                  </a:moveTo>
                  <a:lnTo>
                    <a:pt x="1" y="702"/>
                  </a:lnTo>
                  <a:lnTo>
                    <a:pt x="225" y="871"/>
                  </a:lnTo>
                  <a:lnTo>
                    <a:pt x="8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7"/>
            <p:cNvSpPr/>
            <p:nvPr/>
          </p:nvSpPr>
          <p:spPr>
            <a:xfrm>
              <a:off x="2523825" y="4097600"/>
              <a:ext cx="39275" cy="33850"/>
            </a:xfrm>
            <a:custGeom>
              <a:rect b="b" l="l" r="r" t="t"/>
              <a:pathLst>
                <a:path extrusionOk="0" h="1354" w="1571">
                  <a:moveTo>
                    <a:pt x="342" y="0"/>
                  </a:moveTo>
                  <a:cubicBezTo>
                    <a:pt x="222" y="0"/>
                    <a:pt x="122" y="109"/>
                    <a:pt x="0" y="397"/>
                  </a:cubicBezTo>
                  <a:cubicBezTo>
                    <a:pt x="232" y="820"/>
                    <a:pt x="388" y="914"/>
                    <a:pt x="517" y="914"/>
                  </a:cubicBezTo>
                  <a:cubicBezTo>
                    <a:pt x="621" y="914"/>
                    <a:pt x="707" y="854"/>
                    <a:pt x="802" y="854"/>
                  </a:cubicBezTo>
                  <a:cubicBezTo>
                    <a:pt x="918" y="854"/>
                    <a:pt x="1047" y="945"/>
                    <a:pt x="1236" y="1352"/>
                  </a:cubicBezTo>
                  <a:cubicBezTo>
                    <a:pt x="1246" y="1353"/>
                    <a:pt x="1256" y="1354"/>
                    <a:pt x="1266" y="1354"/>
                  </a:cubicBezTo>
                  <a:cubicBezTo>
                    <a:pt x="1571" y="1354"/>
                    <a:pt x="887" y="504"/>
                    <a:pt x="1140" y="504"/>
                  </a:cubicBezTo>
                  <a:cubicBezTo>
                    <a:pt x="1151" y="504"/>
                    <a:pt x="1164" y="506"/>
                    <a:pt x="1179" y="509"/>
                  </a:cubicBezTo>
                  <a:cubicBezTo>
                    <a:pt x="755" y="255"/>
                    <a:pt x="525" y="0"/>
                    <a:pt x="3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7"/>
            <p:cNvSpPr/>
            <p:nvPr/>
          </p:nvSpPr>
          <p:spPr>
            <a:xfrm>
              <a:off x="2553300" y="4110325"/>
              <a:ext cx="9850" cy="5650"/>
            </a:xfrm>
            <a:custGeom>
              <a:rect b="b" l="l" r="r" t="t"/>
              <a:pathLst>
                <a:path extrusionOk="0" h="226" w="394">
                  <a:moveTo>
                    <a:pt x="0" y="0"/>
                  </a:moveTo>
                  <a:lnTo>
                    <a:pt x="0" y="0"/>
                  </a:lnTo>
                  <a:cubicBezTo>
                    <a:pt x="113" y="85"/>
                    <a:pt x="253" y="169"/>
                    <a:pt x="393" y="225"/>
                  </a:cubicBezTo>
                  <a:cubicBezTo>
                    <a:pt x="253" y="141"/>
                    <a:pt x="141" y="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7"/>
            <p:cNvSpPr/>
            <p:nvPr/>
          </p:nvSpPr>
          <p:spPr>
            <a:xfrm>
              <a:off x="2369400" y="866975"/>
              <a:ext cx="20375" cy="6350"/>
            </a:xfrm>
            <a:custGeom>
              <a:rect b="b" l="l" r="r" t="t"/>
              <a:pathLst>
                <a:path extrusionOk="0" h="254" w="815">
                  <a:moveTo>
                    <a:pt x="253" y="1"/>
                  </a:moveTo>
                  <a:lnTo>
                    <a:pt x="1" y="198"/>
                  </a:lnTo>
                  <a:lnTo>
                    <a:pt x="815" y="254"/>
                  </a:lnTo>
                  <a:lnTo>
                    <a:pt x="2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7"/>
            <p:cNvSpPr/>
            <p:nvPr/>
          </p:nvSpPr>
          <p:spPr>
            <a:xfrm>
              <a:off x="2403100" y="843125"/>
              <a:ext cx="16175" cy="17575"/>
            </a:xfrm>
            <a:custGeom>
              <a:rect b="b" l="l" r="r" t="t"/>
              <a:pathLst>
                <a:path extrusionOk="0" h="703" w="647">
                  <a:moveTo>
                    <a:pt x="646" y="0"/>
                  </a:moveTo>
                  <a:lnTo>
                    <a:pt x="646" y="0"/>
                  </a:lnTo>
                  <a:cubicBezTo>
                    <a:pt x="528" y="59"/>
                    <a:pt x="328" y="132"/>
                    <a:pt x="171" y="132"/>
                  </a:cubicBezTo>
                  <a:cubicBezTo>
                    <a:pt x="103" y="132"/>
                    <a:pt x="43" y="118"/>
                    <a:pt x="0" y="85"/>
                  </a:cubicBezTo>
                  <a:lnTo>
                    <a:pt x="0" y="85"/>
                  </a:lnTo>
                  <a:lnTo>
                    <a:pt x="309" y="702"/>
                  </a:lnTo>
                  <a:lnTo>
                    <a:pt x="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7"/>
            <p:cNvSpPr/>
            <p:nvPr/>
          </p:nvSpPr>
          <p:spPr>
            <a:xfrm>
              <a:off x="1976375" y="2979625"/>
              <a:ext cx="7725" cy="18250"/>
            </a:xfrm>
            <a:custGeom>
              <a:rect b="b" l="l" r="r" t="t"/>
              <a:pathLst>
                <a:path extrusionOk="0" h="730" w="309">
                  <a:moveTo>
                    <a:pt x="0" y="0"/>
                  </a:moveTo>
                  <a:lnTo>
                    <a:pt x="56" y="730"/>
                  </a:lnTo>
                  <a:lnTo>
                    <a:pt x="225" y="674"/>
                  </a:lnTo>
                  <a:cubicBezTo>
                    <a:pt x="309" y="477"/>
                    <a:pt x="197" y="33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7"/>
            <p:cNvSpPr/>
            <p:nvPr/>
          </p:nvSpPr>
          <p:spPr>
            <a:xfrm>
              <a:off x="1816325" y="2771150"/>
              <a:ext cx="8450" cy="16875"/>
            </a:xfrm>
            <a:custGeom>
              <a:rect b="b" l="l" r="r" t="t"/>
              <a:pathLst>
                <a:path extrusionOk="0" h="675" w="338">
                  <a:moveTo>
                    <a:pt x="338" y="1"/>
                  </a:moveTo>
                  <a:lnTo>
                    <a:pt x="1" y="534"/>
                  </a:lnTo>
                  <a:lnTo>
                    <a:pt x="113" y="675"/>
                  </a:lnTo>
                  <a:lnTo>
                    <a:pt x="3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7"/>
            <p:cNvSpPr/>
            <p:nvPr/>
          </p:nvSpPr>
          <p:spPr>
            <a:xfrm>
              <a:off x="1642975" y="2627050"/>
              <a:ext cx="23200" cy="25525"/>
            </a:xfrm>
            <a:custGeom>
              <a:rect b="b" l="l" r="r" t="t"/>
              <a:pathLst>
                <a:path extrusionOk="0" h="1021" w="928">
                  <a:moveTo>
                    <a:pt x="253" y="1"/>
                  </a:moveTo>
                  <a:cubicBezTo>
                    <a:pt x="196" y="1"/>
                    <a:pt x="119" y="61"/>
                    <a:pt x="1" y="206"/>
                  </a:cubicBezTo>
                  <a:cubicBezTo>
                    <a:pt x="185" y="411"/>
                    <a:pt x="458" y="585"/>
                    <a:pt x="691" y="785"/>
                  </a:cubicBezTo>
                  <a:lnTo>
                    <a:pt x="691" y="785"/>
                  </a:lnTo>
                  <a:cubicBezTo>
                    <a:pt x="414" y="420"/>
                    <a:pt x="404" y="1"/>
                    <a:pt x="253" y="1"/>
                  </a:cubicBezTo>
                  <a:close/>
                  <a:moveTo>
                    <a:pt x="691" y="785"/>
                  </a:moveTo>
                  <a:cubicBezTo>
                    <a:pt x="754" y="868"/>
                    <a:pt x="831" y="948"/>
                    <a:pt x="927" y="1020"/>
                  </a:cubicBezTo>
                  <a:cubicBezTo>
                    <a:pt x="858" y="936"/>
                    <a:pt x="777" y="859"/>
                    <a:pt x="691" y="78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7"/>
            <p:cNvSpPr/>
            <p:nvPr/>
          </p:nvSpPr>
          <p:spPr>
            <a:xfrm>
              <a:off x="5895575" y="3515225"/>
              <a:ext cx="16200" cy="12575"/>
            </a:xfrm>
            <a:custGeom>
              <a:rect b="b" l="l" r="r" t="t"/>
              <a:pathLst>
                <a:path extrusionOk="0" h="503" w="648">
                  <a:moveTo>
                    <a:pt x="247" y="1"/>
                  </a:moveTo>
                  <a:cubicBezTo>
                    <a:pt x="212" y="1"/>
                    <a:pt x="198" y="11"/>
                    <a:pt x="225" y="25"/>
                  </a:cubicBezTo>
                  <a:cubicBezTo>
                    <a:pt x="1" y="278"/>
                    <a:pt x="450" y="418"/>
                    <a:pt x="478" y="502"/>
                  </a:cubicBezTo>
                  <a:cubicBezTo>
                    <a:pt x="648" y="100"/>
                    <a:pt x="353" y="1"/>
                    <a:pt x="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7"/>
            <p:cNvSpPr/>
            <p:nvPr/>
          </p:nvSpPr>
          <p:spPr>
            <a:xfrm>
              <a:off x="5952425" y="3368450"/>
              <a:ext cx="4250" cy="23175"/>
            </a:xfrm>
            <a:custGeom>
              <a:rect b="b" l="l" r="r" t="t"/>
              <a:pathLst>
                <a:path extrusionOk="0" h="927" w="170">
                  <a:moveTo>
                    <a:pt x="169" y="0"/>
                  </a:moveTo>
                  <a:lnTo>
                    <a:pt x="1" y="730"/>
                  </a:lnTo>
                  <a:lnTo>
                    <a:pt x="113" y="927"/>
                  </a:lnTo>
                  <a:lnTo>
                    <a:pt x="1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7"/>
            <p:cNvSpPr/>
            <p:nvPr/>
          </p:nvSpPr>
          <p:spPr>
            <a:xfrm>
              <a:off x="5975600" y="3279300"/>
              <a:ext cx="45650" cy="73725"/>
            </a:xfrm>
            <a:custGeom>
              <a:rect b="b" l="l" r="r" t="t"/>
              <a:pathLst>
                <a:path extrusionOk="0" h="2949" w="1826">
                  <a:moveTo>
                    <a:pt x="1825" y="1"/>
                  </a:moveTo>
                  <a:cubicBezTo>
                    <a:pt x="927" y="1"/>
                    <a:pt x="927" y="1629"/>
                    <a:pt x="225" y="2247"/>
                  </a:cubicBezTo>
                  <a:lnTo>
                    <a:pt x="0" y="2275"/>
                  </a:lnTo>
                  <a:lnTo>
                    <a:pt x="281" y="2949"/>
                  </a:lnTo>
                  <a:cubicBezTo>
                    <a:pt x="786" y="1966"/>
                    <a:pt x="1208" y="534"/>
                    <a:pt x="1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7"/>
            <p:cNvSpPr/>
            <p:nvPr/>
          </p:nvSpPr>
          <p:spPr>
            <a:xfrm>
              <a:off x="6080875" y="3238900"/>
              <a:ext cx="10550" cy="16575"/>
            </a:xfrm>
            <a:custGeom>
              <a:rect b="b" l="l" r="r" t="t"/>
              <a:pathLst>
                <a:path extrusionOk="0" h="663" w="422">
                  <a:moveTo>
                    <a:pt x="285" y="0"/>
                  </a:moveTo>
                  <a:cubicBezTo>
                    <a:pt x="284" y="0"/>
                    <a:pt x="249" y="140"/>
                    <a:pt x="0" y="662"/>
                  </a:cubicBezTo>
                  <a:cubicBezTo>
                    <a:pt x="57" y="634"/>
                    <a:pt x="85" y="606"/>
                    <a:pt x="141" y="606"/>
                  </a:cubicBezTo>
                  <a:cubicBezTo>
                    <a:pt x="225" y="438"/>
                    <a:pt x="309" y="297"/>
                    <a:pt x="422" y="185"/>
                  </a:cubicBezTo>
                  <a:cubicBezTo>
                    <a:pt x="241" y="185"/>
                    <a:pt x="286"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7"/>
            <p:cNvSpPr/>
            <p:nvPr/>
          </p:nvSpPr>
          <p:spPr>
            <a:xfrm>
              <a:off x="6082325" y="3253300"/>
              <a:ext cx="6975" cy="4950"/>
            </a:xfrm>
            <a:custGeom>
              <a:rect b="b" l="l" r="r" t="t"/>
              <a:pathLst>
                <a:path extrusionOk="0" h="198" w="279">
                  <a:moveTo>
                    <a:pt x="185" y="0"/>
                  </a:moveTo>
                  <a:cubicBezTo>
                    <a:pt x="165" y="0"/>
                    <a:pt x="132" y="9"/>
                    <a:pt x="83" y="30"/>
                  </a:cubicBezTo>
                  <a:cubicBezTo>
                    <a:pt x="5" y="155"/>
                    <a:pt x="1" y="197"/>
                    <a:pt x="26" y="197"/>
                  </a:cubicBezTo>
                  <a:cubicBezTo>
                    <a:pt x="82" y="197"/>
                    <a:pt x="278" y="0"/>
                    <a:pt x="1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7"/>
            <p:cNvSpPr/>
            <p:nvPr/>
          </p:nvSpPr>
          <p:spPr>
            <a:xfrm>
              <a:off x="6109650" y="3195750"/>
              <a:ext cx="19125" cy="21825"/>
            </a:xfrm>
            <a:custGeom>
              <a:rect b="b" l="l" r="r" t="t"/>
              <a:pathLst>
                <a:path extrusionOk="0" h="873" w="765">
                  <a:moveTo>
                    <a:pt x="576" y="1"/>
                  </a:moveTo>
                  <a:cubicBezTo>
                    <a:pt x="480" y="1"/>
                    <a:pt x="339" y="58"/>
                    <a:pt x="169" y="142"/>
                  </a:cubicBezTo>
                  <a:lnTo>
                    <a:pt x="1" y="872"/>
                  </a:lnTo>
                  <a:cubicBezTo>
                    <a:pt x="180" y="850"/>
                    <a:pt x="450" y="521"/>
                    <a:pt x="551" y="521"/>
                  </a:cubicBezTo>
                  <a:cubicBezTo>
                    <a:pt x="576" y="521"/>
                    <a:pt x="590" y="541"/>
                    <a:pt x="590" y="592"/>
                  </a:cubicBezTo>
                  <a:cubicBezTo>
                    <a:pt x="765" y="155"/>
                    <a:pt x="733" y="1"/>
                    <a:pt x="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7"/>
            <p:cNvSpPr/>
            <p:nvPr/>
          </p:nvSpPr>
          <p:spPr>
            <a:xfrm>
              <a:off x="6108950" y="3177550"/>
              <a:ext cx="4225" cy="9150"/>
            </a:xfrm>
            <a:custGeom>
              <a:rect b="b" l="l" r="r" t="t"/>
              <a:pathLst>
                <a:path extrusionOk="0" h="366" w="169">
                  <a:moveTo>
                    <a:pt x="113" y="0"/>
                  </a:moveTo>
                  <a:lnTo>
                    <a:pt x="0" y="365"/>
                  </a:lnTo>
                  <a:cubicBezTo>
                    <a:pt x="85" y="337"/>
                    <a:pt x="169" y="281"/>
                    <a:pt x="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7"/>
            <p:cNvSpPr/>
            <p:nvPr/>
          </p:nvSpPr>
          <p:spPr>
            <a:xfrm>
              <a:off x="6100375" y="3186675"/>
              <a:ext cx="8600" cy="19675"/>
            </a:xfrm>
            <a:custGeom>
              <a:rect b="b" l="l" r="r" t="t"/>
              <a:pathLst>
                <a:path extrusionOk="0" h="787" w="344">
                  <a:moveTo>
                    <a:pt x="343" y="0"/>
                  </a:moveTo>
                  <a:lnTo>
                    <a:pt x="343" y="0"/>
                  </a:lnTo>
                  <a:cubicBezTo>
                    <a:pt x="310" y="6"/>
                    <a:pt x="274" y="6"/>
                    <a:pt x="240" y="6"/>
                  </a:cubicBezTo>
                  <a:lnTo>
                    <a:pt x="240" y="6"/>
                  </a:lnTo>
                  <a:cubicBezTo>
                    <a:pt x="104" y="6"/>
                    <a:pt x="1" y="6"/>
                    <a:pt x="203" y="365"/>
                  </a:cubicBezTo>
                  <a:cubicBezTo>
                    <a:pt x="171" y="326"/>
                    <a:pt x="150" y="308"/>
                    <a:pt x="138" y="308"/>
                  </a:cubicBezTo>
                  <a:cubicBezTo>
                    <a:pt x="96" y="308"/>
                    <a:pt x="140" y="506"/>
                    <a:pt x="119" y="786"/>
                  </a:cubicBezTo>
                  <a:lnTo>
                    <a:pt x="3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7"/>
            <p:cNvSpPr/>
            <p:nvPr/>
          </p:nvSpPr>
          <p:spPr>
            <a:xfrm>
              <a:off x="6072600" y="3211225"/>
              <a:ext cx="22325" cy="24125"/>
            </a:xfrm>
            <a:custGeom>
              <a:rect b="b" l="l" r="r" t="t"/>
              <a:pathLst>
                <a:path extrusionOk="0" h="965" w="893">
                  <a:moveTo>
                    <a:pt x="331" y="1"/>
                  </a:moveTo>
                  <a:cubicBezTo>
                    <a:pt x="8" y="632"/>
                    <a:pt x="0" y="964"/>
                    <a:pt x="159" y="964"/>
                  </a:cubicBezTo>
                  <a:cubicBezTo>
                    <a:pt x="303" y="964"/>
                    <a:pt x="585" y="689"/>
                    <a:pt x="893" y="113"/>
                  </a:cubicBezTo>
                  <a:lnTo>
                    <a:pt x="893" y="113"/>
                  </a:lnTo>
                  <a:cubicBezTo>
                    <a:pt x="687" y="256"/>
                    <a:pt x="490" y="443"/>
                    <a:pt x="383" y="443"/>
                  </a:cubicBezTo>
                  <a:cubicBezTo>
                    <a:pt x="300" y="443"/>
                    <a:pt x="270" y="331"/>
                    <a:pt x="3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7"/>
            <p:cNvSpPr/>
            <p:nvPr/>
          </p:nvSpPr>
          <p:spPr>
            <a:xfrm>
              <a:off x="5995250" y="3263175"/>
              <a:ext cx="18275" cy="21075"/>
            </a:xfrm>
            <a:custGeom>
              <a:rect b="b" l="l" r="r" t="t"/>
              <a:pathLst>
                <a:path extrusionOk="0" h="843" w="731">
                  <a:moveTo>
                    <a:pt x="506" y="0"/>
                  </a:moveTo>
                  <a:lnTo>
                    <a:pt x="28" y="337"/>
                  </a:lnTo>
                  <a:lnTo>
                    <a:pt x="0" y="842"/>
                  </a:lnTo>
                  <a:cubicBezTo>
                    <a:pt x="28" y="590"/>
                    <a:pt x="730" y="84"/>
                    <a:pt x="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7"/>
            <p:cNvSpPr/>
            <p:nvPr/>
          </p:nvSpPr>
          <p:spPr>
            <a:xfrm>
              <a:off x="6162300" y="3081725"/>
              <a:ext cx="18975" cy="24250"/>
            </a:xfrm>
            <a:custGeom>
              <a:rect b="b" l="l" r="r" t="t"/>
              <a:pathLst>
                <a:path extrusionOk="0" h="970" w="759">
                  <a:moveTo>
                    <a:pt x="699" y="0"/>
                  </a:moveTo>
                  <a:cubicBezTo>
                    <a:pt x="533" y="0"/>
                    <a:pt x="229" y="240"/>
                    <a:pt x="56" y="240"/>
                  </a:cubicBezTo>
                  <a:cubicBezTo>
                    <a:pt x="56" y="464"/>
                    <a:pt x="28" y="717"/>
                    <a:pt x="0" y="969"/>
                  </a:cubicBezTo>
                  <a:cubicBezTo>
                    <a:pt x="197" y="661"/>
                    <a:pt x="505" y="15"/>
                    <a:pt x="758" y="15"/>
                  </a:cubicBezTo>
                  <a:cubicBezTo>
                    <a:pt x="741" y="5"/>
                    <a:pt x="721" y="0"/>
                    <a:pt x="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7"/>
            <p:cNvSpPr/>
            <p:nvPr/>
          </p:nvSpPr>
          <p:spPr>
            <a:xfrm>
              <a:off x="6157375" y="3060325"/>
              <a:ext cx="6350" cy="27400"/>
            </a:xfrm>
            <a:custGeom>
              <a:rect b="b" l="l" r="r" t="t"/>
              <a:pathLst>
                <a:path extrusionOk="0" h="1096" w="254">
                  <a:moveTo>
                    <a:pt x="253" y="1"/>
                  </a:moveTo>
                  <a:cubicBezTo>
                    <a:pt x="1" y="899"/>
                    <a:pt x="29" y="1096"/>
                    <a:pt x="253" y="1096"/>
                  </a:cubicBezTo>
                  <a:cubicBezTo>
                    <a:pt x="253" y="731"/>
                    <a:pt x="253" y="366"/>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7"/>
            <p:cNvSpPr/>
            <p:nvPr/>
          </p:nvSpPr>
          <p:spPr>
            <a:xfrm>
              <a:off x="6090000" y="3157900"/>
              <a:ext cx="8450" cy="40725"/>
            </a:xfrm>
            <a:custGeom>
              <a:rect b="b" l="l" r="r" t="t"/>
              <a:pathLst>
                <a:path extrusionOk="0" h="1629" w="338">
                  <a:moveTo>
                    <a:pt x="337" y="0"/>
                  </a:moveTo>
                  <a:lnTo>
                    <a:pt x="225" y="225"/>
                  </a:lnTo>
                  <a:lnTo>
                    <a:pt x="0" y="1628"/>
                  </a:lnTo>
                  <a:lnTo>
                    <a:pt x="3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7"/>
            <p:cNvSpPr/>
            <p:nvPr/>
          </p:nvSpPr>
          <p:spPr>
            <a:xfrm>
              <a:off x="6178425" y="2960650"/>
              <a:ext cx="18975" cy="26700"/>
            </a:xfrm>
            <a:custGeom>
              <a:rect b="b" l="l" r="r" t="t"/>
              <a:pathLst>
                <a:path extrusionOk="0" h="1068" w="759">
                  <a:moveTo>
                    <a:pt x="1" y="1"/>
                  </a:moveTo>
                  <a:lnTo>
                    <a:pt x="310" y="450"/>
                  </a:lnTo>
                  <a:cubicBezTo>
                    <a:pt x="450" y="647"/>
                    <a:pt x="619" y="843"/>
                    <a:pt x="759" y="1068"/>
                  </a:cubicBezTo>
                  <a:cubicBezTo>
                    <a:pt x="647" y="871"/>
                    <a:pt x="534" y="675"/>
                    <a:pt x="394" y="506"/>
                  </a:cubicBezTo>
                  <a:cubicBezTo>
                    <a:pt x="282" y="338"/>
                    <a:pt x="141" y="16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7"/>
            <p:cNvSpPr/>
            <p:nvPr/>
          </p:nvSpPr>
          <p:spPr>
            <a:xfrm>
              <a:off x="6146850" y="2861700"/>
              <a:ext cx="33025" cy="46375"/>
            </a:xfrm>
            <a:custGeom>
              <a:rect b="b" l="l" r="r" t="t"/>
              <a:pathLst>
                <a:path extrusionOk="0" h="1855" w="1321">
                  <a:moveTo>
                    <a:pt x="1" y="0"/>
                  </a:moveTo>
                  <a:lnTo>
                    <a:pt x="1" y="0"/>
                  </a:lnTo>
                  <a:cubicBezTo>
                    <a:pt x="197" y="197"/>
                    <a:pt x="365" y="450"/>
                    <a:pt x="478" y="730"/>
                  </a:cubicBezTo>
                  <a:cubicBezTo>
                    <a:pt x="618" y="1067"/>
                    <a:pt x="702" y="1432"/>
                    <a:pt x="730" y="1797"/>
                  </a:cubicBezTo>
                  <a:cubicBezTo>
                    <a:pt x="789" y="1837"/>
                    <a:pt x="835" y="1854"/>
                    <a:pt x="874" y="1854"/>
                  </a:cubicBezTo>
                  <a:cubicBezTo>
                    <a:pt x="1087" y="1854"/>
                    <a:pt x="1035" y="1327"/>
                    <a:pt x="1192" y="1327"/>
                  </a:cubicBezTo>
                  <a:cubicBezTo>
                    <a:pt x="1224" y="1327"/>
                    <a:pt x="1266" y="1350"/>
                    <a:pt x="1320" y="1404"/>
                  </a:cubicBezTo>
                  <a:cubicBezTo>
                    <a:pt x="983" y="815"/>
                    <a:pt x="534" y="33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7"/>
            <p:cNvSpPr/>
            <p:nvPr/>
          </p:nvSpPr>
          <p:spPr>
            <a:xfrm>
              <a:off x="6128600" y="2847650"/>
              <a:ext cx="18275" cy="14075"/>
            </a:xfrm>
            <a:custGeom>
              <a:rect b="b" l="l" r="r" t="t"/>
              <a:pathLst>
                <a:path extrusionOk="0" h="563" w="731">
                  <a:moveTo>
                    <a:pt x="1" y="1"/>
                  </a:moveTo>
                  <a:cubicBezTo>
                    <a:pt x="197" y="169"/>
                    <a:pt x="450" y="366"/>
                    <a:pt x="731" y="562"/>
                  </a:cubicBezTo>
                  <a:cubicBezTo>
                    <a:pt x="506" y="310"/>
                    <a:pt x="253" y="14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7"/>
            <p:cNvSpPr/>
            <p:nvPr/>
          </p:nvSpPr>
          <p:spPr>
            <a:xfrm>
              <a:off x="6168600" y="2992950"/>
              <a:ext cx="9850" cy="21775"/>
            </a:xfrm>
            <a:custGeom>
              <a:rect b="b" l="l" r="r" t="t"/>
              <a:pathLst>
                <a:path extrusionOk="0" h="871" w="394">
                  <a:moveTo>
                    <a:pt x="394" y="0"/>
                  </a:moveTo>
                  <a:cubicBezTo>
                    <a:pt x="282" y="169"/>
                    <a:pt x="141" y="309"/>
                    <a:pt x="1" y="450"/>
                  </a:cubicBezTo>
                  <a:cubicBezTo>
                    <a:pt x="1" y="590"/>
                    <a:pt x="1" y="730"/>
                    <a:pt x="1" y="871"/>
                  </a:cubicBezTo>
                  <a:cubicBezTo>
                    <a:pt x="85" y="815"/>
                    <a:pt x="141" y="730"/>
                    <a:pt x="225" y="646"/>
                  </a:cubicBezTo>
                  <a:cubicBezTo>
                    <a:pt x="338" y="450"/>
                    <a:pt x="394" y="225"/>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7"/>
            <p:cNvSpPr/>
            <p:nvPr/>
          </p:nvSpPr>
          <p:spPr>
            <a:xfrm>
              <a:off x="6166500" y="2982425"/>
              <a:ext cx="2125" cy="22475"/>
            </a:xfrm>
            <a:custGeom>
              <a:rect b="b" l="l" r="r" t="t"/>
              <a:pathLst>
                <a:path extrusionOk="0" h="899" w="85">
                  <a:moveTo>
                    <a:pt x="1" y="0"/>
                  </a:moveTo>
                  <a:lnTo>
                    <a:pt x="52" y="549"/>
                  </a:lnTo>
                  <a:lnTo>
                    <a:pt x="52" y="549"/>
                  </a:lnTo>
                  <a:cubicBezTo>
                    <a:pt x="43" y="239"/>
                    <a:pt x="22" y="64"/>
                    <a:pt x="1" y="0"/>
                  </a:cubicBezTo>
                  <a:close/>
                  <a:moveTo>
                    <a:pt x="52" y="549"/>
                  </a:moveTo>
                  <a:cubicBezTo>
                    <a:pt x="55" y="651"/>
                    <a:pt x="57" y="767"/>
                    <a:pt x="57" y="899"/>
                  </a:cubicBezTo>
                  <a:lnTo>
                    <a:pt x="85" y="899"/>
                  </a:lnTo>
                  <a:lnTo>
                    <a:pt x="52" y="54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7"/>
            <p:cNvSpPr/>
            <p:nvPr/>
          </p:nvSpPr>
          <p:spPr>
            <a:xfrm>
              <a:off x="6167200" y="3014700"/>
              <a:ext cx="1425" cy="2850"/>
            </a:xfrm>
            <a:custGeom>
              <a:rect b="b" l="l" r="r" t="t"/>
              <a:pathLst>
                <a:path extrusionOk="0" h="114" w="57">
                  <a:moveTo>
                    <a:pt x="57" y="1"/>
                  </a:moveTo>
                  <a:cubicBezTo>
                    <a:pt x="1" y="57"/>
                    <a:pt x="1" y="85"/>
                    <a:pt x="57" y="113"/>
                  </a:cubicBezTo>
                  <a:lnTo>
                    <a:pt x="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7"/>
            <p:cNvSpPr/>
            <p:nvPr/>
          </p:nvSpPr>
          <p:spPr>
            <a:xfrm>
              <a:off x="6116675" y="3089100"/>
              <a:ext cx="15450" cy="29500"/>
            </a:xfrm>
            <a:custGeom>
              <a:rect b="b" l="l" r="r" t="t"/>
              <a:pathLst>
                <a:path extrusionOk="0" h="1180" w="618">
                  <a:moveTo>
                    <a:pt x="408" y="0"/>
                  </a:moveTo>
                  <a:cubicBezTo>
                    <a:pt x="320" y="0"/>
                    <a:pt x="190" y="90"/>
                    <a:pt x="0" y="309"/>
                  </a:cubicBezTo>
                  <a:cubicBezTo>
                    <a:pt x="113" y="759"/>
                    <a:pt x="590" y="281"/>
                    <a:pt x="590" y="1180"/>
                  </a:cubicBezTo>
                  <a:cubicBezTo>
                    <a:pt x="618" y="843"/>
                    <a:pt x="618" y="506"/>
                    <a:pt x="562" y="197"/>
                  </a:cubicBezTo>
                  <a:cubicBezTo>
                    <a:pt x="535" y="76"/>
                    <a:pt x="489" y="0"/>
                    <a:pt x="4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7"/>
            <p:cNvSpPr/>
            <p:nvPr/>
          </p:nvSpPr>
          <p:spPr>
            <a:xfrm>
              <a:off x="6148950" y="3030150"/>
              <a:ext cx="9850" cy="30200"/>
            </a:xfrm>
            <a:custGeom>
              <a:rect b="b" l="l" r="r" t="t"/>
              <a:pathLst>
                <a:path extrusionOk="0" h="1208" w="394">
                  <a:moveTo>
                    <a:pt x="225" y="0"/>
                  </a:moveTo>
                  <a:cubicBezTo>
                    <a:pt x="141" y="337"/>
                    <a:pt x="85" y="702"/>
                    <a:pt x="1" y="1039"/>
                  </a:cubicBezTo>
                  <a:cubicBezTo>
                    <a:pt x="57" y="1039"/>
                    <a:pt x="141" y="997"/>
                    <a:pt x="218" y="997"/>
                  </a:cubicBezTo>
                  <a:cubicBezTo>
                    <a:pt x="296" y="997"/>
                    <a:pt x="366" y="1039"/>
                    <a:pt x="394" y="1208"/>
                  </a:cubicBezTo>
                  <a:cubicBezTo>
                    <a:pt x="338" y="786"/>
                    <a:pt x="281" y="365"/>
                    <a:pt x="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7"/>
            <p:cNvSpPr/>
            <p:nvPr/>
          </p:nvSpPr>
          <p:spPr>
            <a:xfrm>
              <a:off x="6150350" y="3016800"/>
              <a:ext cx="4950" cy="13375"/>
            </a:xfrm>
            <a:custGeom>
              <a:rect b="b" l="l" r="r" t="t"/>
              <a:pathLst>
                <a:path extrusionOk="0" h="535" w="198">
                  <a:moveTo>
                    <a:pt x="1" y="1"/>
                  </a:moveTo>
                  <a:lnTo>
                    <a:pt x="169" y="534"/>
                  </a:lnTo>
                  <a:lnTo>
                    <a:pt x="197" y="11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7"/>
            <p:cNvSpPr/>
            <p:nvPr/>
          </p:nvSpPr>
          <p:spPr>
            <a:xfrm>
              <a:off x="6117375" y="2862400"/>
              <a:ext cx="27850" cy="39025"/>
            </a:xfrm>
            <a:custGeom>
              <a:rect b="b" l="l" r="r" t="t"/>
              <a:pathLst>
                <a:path extrusionOk="0" h="1561" w="1114">
                  <a:moveTo>
                    <a:pt x="0" y="1"/>
                  </a:moveTo>
                  <a:lnTo>
                    <a:pt x="0" y="1"/>
                  </a:lnTo>
                  <a:cubicBezTo>
                    <a:pt x="225" y="506"/>
                    <a:pt x="478" y="1039"/>
                    <a:pt x="702" y="1545"/>
                  </a:cubicBezTo>
                  <a:cubicBezTo>
                    <a:pt x="758" y="1545"/>
                    <a:pt x="833" y="1560"/>
                    <a:pt x="898" y="1560"/>
                  </a:cubicBezTo>
                  <a:cubicBezTo>
                    <a:pt x="1027" y="1560"/>
                    <a:pt x="1114" y="1498"/>
                    <a:pt x="927" y="1124"/>
                  </a:cubicBezTo>
                  <a:cubicBezTo>
                    <a:pt x="758" y="955"/>
                    <a:pt x="590" y="787"/>
                    <a:pt x="450" y="590"/>
                  </a:cubicBezTo>
                  <a:cubicBezTo>
                    <a:pt x="281" y="422"/>
                    <a:pt x="169" y="19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7"/>
            <p:cNvSpPr/>
            <p:nvPr/>
          </p:nvSpPr>
          <p:spPr>
            <a:xfrm>
              <a:off x="6156675" y="2941000"/>
              <a:ext cx="1425" cy="2325"/>
            </a:xfrm>
            <a:custGeom>
              <a:rect b="b" l="l" r="r" t="t"/>
              <a:pathLst>
                <a:path extrusionOk="0" h="93" w="57">
                  <a:moveTo>
                    <a:pt x="1" y="1"/>
                  </a:moveTo>
                  <a:cubicBezTo>
                    <a:pt x="1" y="47"/>
                    <a:pt x="1" y="93"/>
                    <a:pt x="31" y="93"/>
                  </a:cubicBezTo>
                  <a:cubicBezTo>
                    <a:pt x="38" y="93"/>
                    <a:pt x="46" y="90"/>
                    <a:pt x="57" y="85"/>
                  </a:cubicBezTo>
                  <a:cubicBezTo>
                    <a:pt x="57" y="57"/>
                    <a:pt x="29" y="2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7"/>
            <p:cNvSpPr/>
            <p:nvPr/>
          </p:nvSpPr>
          <p:spPr>
            <a:xfrm>
              <a:off x="6045075" y="2766950"/>
              <a:ext cx="1425" cy="2825"/>
            </a:xfrm>
            <a:custGeom>
              <a:rect b="b" l="l" r="r" t="t"/>
              <a:pathLst>
                <a:path extrusionOk="0" h="113" w="57">
                  <a:moveTo>
                    <a:pt x="1" y="0"/>
                  </a:moveTo>
                  <a:lnTo>
                    <a:pt x="1" y="113"/>
                  </a:lnTo>
                  <a:lnTo>
                    <a:pt x="57" y="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7"/>
            <p:cNvSpPr/>
            <p:nvPr/>
          </p:nvSpPr>
          <p:spPr>
            <a:xfrm>
              <a:off x="6132100" y="2901000"/>
              <a:ext cx="15475" cy="23200"/>
            </a:xfrm>
            <a:custGeom>
              <a:rect b="b" l="l" r="r" t="t"/>
              <a:pathLst>
                <a:path extrusionOk="0" h="928" w="619">
                  <a:moveTo>
                    <a:pt x="113" y="1"/>
                  </a:moveTo>
                  <a:cubicBezTo>
                    <a:pt x="57" y="1"/>
                    <a:pt x="1" y="1"/>
                    <a:pt x="85" y="141"/>
                  </a:cubicBezTo>
                  <a:cubicBezTo>
                    <a:pt x="169" y="450"/>
                    <a:pt x="338" y="731"/>
                    <a:pt x="619" y="927"/>
                  </a:cubicBezTo>
                  <a:cubicBezTo>
                    <a:pt x="450" y="646"/>
                    <a:pt x="282" y="309"/>
                    <a:pt x="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7"/>
            <p:cNvSpPr/>
            <p:nvPr/>
          </p:nvSpPr>
          <p:spPr>
            <a:xfrm>
              <a:off x="6104025" y="2821700"/>
              <a:ext cx="4950" cy="17575"/>
            </a:xfrm>
            <a:custGeom>
              <a:rect b="b" l="l" r="r" t="t"/>
              <a:pathLst>
                <a:path extrusionOk="0" h="703" w="198">
                  <a:moveTo>
                    <a:pt x="1" y="0"/>
                  </a:moveTo>
                  <a:cubicBezTo>
                    <a:pt x="57" y="225"/>
                    <a:pt x="113" y="477"/>
                    <a:pt x="197" y="702"/>
                  </a:cubicBezTo>
                  <a:cubicBezTo>
                    <a:pt x="197" y="477"/>
                    <a:pt x="14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7"/>
            <p:cNvSpPr/>
            <p:nvPr/>
          </p:nvSpPr>
          <p:spPr>
            <a:xfrm>
              <a:off x="6158775" y="2934425"/>
              <a:ext cx="1625" cy="3100"/>
            </a:xfrm>
            <a:custGeom>
              <a:rect b="b" l="l" r="r" t="t"/>
              <a:pathLst>
                <a:path extrusionOk="0" h="124" w="65">
                  <a:moveTo>
                    <a:pt x="56" y="0"/>
                  </a:moveTo>
                  <a:cubicBezTo>
                    <a:pt x="48" y="0"/>
                    <a:pt x="27" y="28"/>
                    <a:pt x="1" y="67"/>
                  </a:cubicBezTo>
                  <a:cubicBezTo>
                    <a:pt x="29" y="95"/>
                    <a:pt x="29" y="124"/>
                    <a:pt x="29" y="124"/>
                  </a:cubicBezTo>
                  <a:cubicBezTo>
                    <a:pt x="59" y="35"/>
                    <a:pt x="65" y="0"/>
                    <a:pt x="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7"/>
            <p:cNvSpPr/>
            <p:nvPr/>
          </p:nvSpPr>
          <p:spPr>
            <a:xfrm>
              <a:off x="6147550" y="2924175"/>
              <a:ext cx="11250" cy="16850"/>
            </a:xfrm>
            <a:custGeom>
              <a:rect b="b" l="l" r="r" t="t"/>
              <a:pathLst>
                <a:path extrusionOk="0" h="674" w="450">
                  <a:moveTo>
                    <a:pt x="1" y="0"/>
                  </a:moveTo>
                  <a:lnTo>
                    <a:pt x="1" y="0"/>
                  </a:lnTo>
                  <a:cubicBezTo>
                    <a:pt x="141" y="253"/>
                    <a:pt x="253" y="477"/>
                    <a:pt x="366" y="674"/>
                  </a:cubicBezTo>
                  <a:cubicBezTo>
                    <a:pt x="394" y="618"/>
                    <a:pt x="422" y="534"/>
                    <a:pt x="450" y="477"/>
                  </a:cubicBezTo>
                  <a:cubicBezTo>
                    <a:pt x="337" y="309"/>
                    <a:pt x="169" y="14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7"/>
            <p:cNvSpPr/>
            <p:nvPr/>
          </p:nvSpPr>
          <p:spPr>
            <a:xfrm>
              <a:off x="5955950" y="2764150"/>
              <a:ext cx="88450" cy="56600"/>
            </a:xfrm>
            <a:custGeom>
              <a:rect b="b" l="l" r="r" t="t"/>
              <a:pathLst>
                <a:path extrusionOk="0" h="2264" w="3538">
                  <a:moveTo>
                    <a:pt x="2499" y="0"/>
                  </a:moveTo>
                  <a:cubicBezTo>
                    <a:pt x="2550" y="307"/>
                    <a:pt x="3206" y="1497"/>
                    <a:pt x="2773" y="1497"/>
                  </a:cubicBezTo>
                  <a:cubicBezTo>
                    <a:pt x="2730" y="1497"/>
                    <a:pt x="2677" y="1485"/>
                    <a:pt x="2611" y="1460"/>
                  </a:cubicBezTo>
                  <a:cubicBezTo>
                    <a:pt x="1713" y="786"/>
                    <a:pt x="2106" y="702"/>
                    <a:pt x="1909" y="140"/>
                  </a:cubicBezTo>
                  <a:lnTo>
                    <a:pt x="1909" y="140"/>
                  </a:lnTo>
                  <a:cubicBezTo>
                    <a:pt x="1889" y="302"/>
                    <a:pt x="1791" y="357"/>
                    <a:pt x="1649" y="357"/>
                  </a:cubicBezTo>
                  <a:cubicBezTo>
                    <a:pt x="1345" y="357"/>
                    <a:pt x="836" y="105"/>
                    <a:pt x="446" y="105"/>
                  </a:cubicBezTo>
                  <a:cubicBezTo>
                    <a:pt x="258" y="105"/>
                    <a:pt x="97" y="163"/>
                    <a:pt x="0" y="337"/>
                  </a:cubicBezTo>
                  <a:lnTo>
                    <a:pt x="842" y="842"/>
                  </a:lnTo>
                  <a:cubicBezTo>
                    <a:pt x="786" y="927"/>
                    <a:pt x="421" y="814"/>
                    <a:pt x="506" y="1095"/>
                  </a:cubicBezTo>
                  <a:cubicBezTo>
                    <a:pt x="574" y="1048"/>
                    <a:pt x="660" y="1025"/>
                    <a:pt x="757" y="1025"/>
                  </a:cubicBezTo>
                  <a:cubicBezTo>
                    <a:pt x="1182" y="1025"/>
                    <a:pt x="1811" y="1459"/>
                    <a:pt x="1994" y="2190"/>
                  </a:cubicBezTo>
                  <a:cubicBezTo>
                    <a:pt x="2090" y="2240"/>
                    <a:pt x="2186" y="2263"/>
                    <a:pt x="2280" y="2263"/>
                  </a:cubicBezTo>
                  <a:cubicBezTo>
                    <a:pt x="2921" y="2263"/>
                    <a:pt x="3464" y="1183"/>
                    <a:pt x="3538" y="253"/>
                  </a:cubicBezTo>
                  <a:lnTo>
                    <a:pt x="3538" y="253"/>
                  </a:lnTo>
                  <a:cubicBezTo>
                    <a:pt x="3479" y="300"/>
                    <a:pt x="3420" y="342"/>
                    <a:pt x="3316" y="342"/>
                  </a:cubicBezTo>
                  <a:cubicBezTo>
                    <a:pt x="3171" y="342"/>
                    <a:pt x="2939" y="261"/>
                    <a:pt x="2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7"/>
            <p:cNvSpPr/>
            <p:nvPr/>
          </p:nvSpPr>
          <p:spPr>
            <a:xfrm>
              <a:off x="6046475" y="2768200"/>
              <a:ext cx="30925" cy="40175"/>
            </a:xfrm>
            <a:custGeom>
              <a:rect b="b" l="l" r="r" t="t"/>
              <a:pathLst>
                <a:path extrusionOk="0" h="1607" w="1237">
                  <a:moveTo>
                    <a:pt x="152" y="0"/>
                  </a:moveTo>
                  <a:cubicBezTo>
                    <a:pt x="85" y="0"/>
                    <a:pt x="38" y="16"/>
                    <a:pt x="1" y="35"/>
                  </a:cubicBezTo>
                  <a:cubicBezTo>
                    <a:pt x="366" y="484"/>
                    <a:pt x="731" y="933"/>
                    <a:pt x="1096" y="1438"/>
                  </a:cubicBezTo>
                  <a:lnTo>
                    <a:pt x="955" y="1354"/>
                  </a:lnTo>
                  <a:lnTo>
                    <a:pt x="1236" y="1607"/>
                  </a:lnTo>
                  <a:cubicBezTo>
                    <a:pt x="1040" y="1186"/>
                    <a:pt x="899" y="736"/>
                    <a:pt x="871" y="287"/>
                  </a:cubicBezTo>
                  <a:cubicBezTo>
                    <a:pt x="497" y="63"/>
                    <a:pt x="285" y="0"/>
                    <a:pt x="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7"/>
            <p:cNvSpPr/>
            <p:nvPr/>
          </p:nvSpPr>
          <p:spPr>
            <a:xfrm>
              <a:off x="6070350" y="2809050"/>
              <a:ext cx="47050" cy="57575"/>
            </a:xfrm>
            <a:custGeom>
              <a:rect b="b" l="l" r="r" t="t"/>
              <a:pathLst>
                <a:path extrusionOk="0" h="2303" w="1882">
                  <a:moveTo>
                    <a:pt x="281" y="1"/>
                  </a:moveTo>
                  <a:lnTo>
                    <a:pt x="281" y="1"/>
                  </a:lnTo>
                  <a:cubicBezTo>
                    <a:pt x="590" y="450"/>
                    <a:pt x="927" y="899"/>
                    <a:pt x="1292" y="1320"/>
                  </a:cubicBezTo>
                  <a:cubicBezTo>
                    <a:pt x="952" y="1320"/>
                    <a:pt x="580" y="1114"/>
                    <a:pt x="322" y="1114"/>
                  </a:cubicBezTo>
                  <a:cubicBezTo>
                    <a:pt x="154" y="1114"/>
                    <a:pt x="34" y="1201"/>
                    <a:pt x="0" y="1489"/>
                  </a:cubicBezTo>
                  <a:cubicBezTo>
                    <a:pt x="646" y="2303"/>
                    <a:pt x="730" y="1854"/>
                    <a:pt x="1264" y="2303"/>
                  </a:cubicBezTo>
                  <a:cubicBezTo>
                    <a:pt x="905" y="1831"/>
                    <a:pt x="838" y="1702"/>
                    <a:pt x="893" y="1702"/>
                  </a:cubicBezTo>
                  <a:cubicBezTo>
                    <a:pt x="919" y="1702"/>
                    <a:pt x="975" y="1733"/>
                    <a:pt x="1039" y="1770"/>
                  </a:cubicBezTo>
                  <a:cubicBezTo>
                    <a:pt x="1117" y="1803"/>
                    <a:pt x="1209" y="1845"/>
                    <a:pt x="1275" y="1845"/>
                  </a:cubicBezTo>
                  <a:cubicBezTo>
                    <a:pt x="1375" y="1845"/>
                    <a:pt x="1416" y="1748"/>
                    <a:pt x="1264" y="1377"/>
                  </a:cubicBezTo>
                  <a:lnTo>
                    <a:pt x="1264" y="1377"/>
                  </a:lnTo>
                  <a:cubicBezTo>
                    <a:pt x="1488" y="1601"/>
                    <a:pt x="1713" y="1854"/>
                    <a:pt x="1881" y="2135"/>
                  </a:cubicBezTo>
                  <a:cubicBezTo>
                    <a:pt x="1769" y="1826"/>
                    <a:pt x="1657" y="1517"/>
                    <a:pt x="1544" y="1208"/>
                  </a:cubicBezTo>
                  <a:lnTo>
                    <a:pt x="1544" y="1264"/>
                  </a:lnTo>
                  <a:cubicBezTo>
                    <a:pt x="1544" y="1332"/>
                    <a:pt x="1544" y="1369"/>
                    <a:pt x="1538" y="1369"/>
                  </a:cubicBezTo>
                  <a:cubicBezTo>
                    <a:pt x="1534" y="1369"/>
                    <a:pt x="1527" y="1354"/>
                    <a:pt x="1516" y="1320"/>
                  </a:cubicBezTo>
                  <a:cubicBezTo>
                    <a:pt x="1516" y="1320"/>
                    <a:pt x="1488" y="1292"/>
                    <a:pt x="1488" y="1292"/>
                  </a:cubicBezTo>
                  <a:cubicBezTo>
                    <a:pt x="1404" y="1320"/>
                    <a:pt x="1348" y="1320"/>
                    <a:pt x="1292" y="1320"/>
                  </a:cubicBezTo>
                  <a:cubicBezTo>
                    <a:pt x="1204" y="1134"/>
                    <a:pt x="1193" y="1072"/>
                    <a:pt x="1221" y="1072"/>
                  </a:cubicBezTo>
                  <a:cubicBezTo>
                    <a:pt x="1265" y="1072"/>
                    <a:pt x="1403" y="1224"/>
                    <a:pt x="1488" y="1292"/>
                  </a:cubicBezTo>
                  <a:cubicBezTo>
                    <a:pt x="1488" y="1292"/>
                    <a:pt x="1516" y="1264"/>
                    <a:pt x="1544" y="1264"/>
                  </a:cubicBezTo>
                  <a:lnTo>
                    <a:pt x="927" y="618"/>
                  </a:lnTo>
                  <a:lnTo>
                    <a:pt x="2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7"/>
            <p:cNvSpPr/>
            <p:nvPr/>
          </p:nvSpPr>
          <p:spPr>
            <a:xfrm>
              <a:off x="6101225" y="3063750"/>
              <a:ext cx="2825" cy="2925"/>
            </a:xfrm>
            <a:custGeom>
              <a:rect b="b" l="l" r="r" t="t"/>
              <a:pathLst>
                <a:path extrusionOk="0" h="117" w="113">
                  <a:moveTo>
                    <a:pt x="65" y="0"/>
                  </a:moveTo>
                  <a:cubicBezTo>
                    <a:pt x="48" y="0"/>
                    <a:pt x="27" y="36"/>
                    <a:pt x="1" y="116"/>
                  </a:cubicBezTo>
                  <a:cubicBezTo>
                    <a:pt x="15" y="102"/>
                    <a:pt x="29" y="95"/>
                    <a:pt x="46" y="95"/>
                  </a:cubicBezTo>
                  <a:cubicBezTo>
                    <a:pt x="64" y="95"/>
                    <a:pt x="85" y="102"/>
                    <a:pt x="113" y="116"/>
                  </a:cubicBezTo>
                  <a:cubicBezTo>
                    <a:pt x="98" y="43"/>
                    <a:pt x="84" y="0"/>
                    <a:pt x="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7"/>
            <p:cNvSpPr/>
            <p:nvPr/>
          </p:nvSpPr>
          <p:spPr>
            <a:xfrm>
              <a:off x="6104025" y="3032750"/>
              <a:ext cx="37925" cy="46950"/>
            </a:xfrm>
            <a:custGeom>
              <a:rect b="b" l="l" r="r" t="t"/>
              <a:pathLst>
                <a:path extrusionOk="0" h="1878" w="1517">
                  <a:moveTo>
                    <a:pt x="1503" y="0"/>
                  </a:moveTo>
                  <a:cubicBezTo>
                    <a:pt x="1487" y="0"/>
                    <a:pt x="1460" y="18"/>
                    <a:pt x="1426" y="50"/>
                  </a:cubicBezTo>
                  <a:lnTo>
                    <a:pt x="1426" y="50"/>
                  </a:lnTo>
                  <a:cubicBezTo>
                    <a:pt x="1456" y="36"/>
                    <a:pt x="1486" y="22"/>
                    <a:pt x="1517" y="9"/>
                  </a:cubicBezTo>
                  <a:cubicBezTo>
                    <a:pt x="1514" y="3"/>
                    <a:pt x="1509" y="0"/>
                    <a:pt x="1503" y="0"/>
                  </a:cubicBezTo>
                  <a:close/>
                  <a:moveTo>
                    <a:pt x="1426" y="50"/>
                  </a:moveTo>
                  <a:cubicBezTo>
                    <a:pt x="1014" y="240"/>
                    <a:pt x="650" y="479"/>
                    <a:pt x="310" y="767"/>
                  </a:cubicBezTo>
                  <a:cubicBezTo>
                    <a:pt x="422" y="963"/>
                    <a:pt x="450" y="1216"/>
                    <a:pt x="338" y="1412"/>
                  </a:cubicBezTo>
                  <a:cubicBezTo>
                    <a:pt x="272" y="1503"/>
                    <a:pt x="228" y="1536"/>
                    <a:pt x="195" y="1536"/>
                  </a:cubicBezTo>
                  <a:cubicBezTo>
                    <a:pt x="115" y="1536"/>
                    <a:pt x="100" y="1348"/>
                    <a:pt x="1" y="1328"/>
                  </a:cubicBezTo>
                  <a:lnTo>
                    <a:pt x="1" y="1328"/>
                  </a:lnTo>
                  <a:cubicBezTo>
                    <a:pt x="39" y="1519"/>
                    <a:pt x="51" y="1878"/>
                    <a:pt x="196" y="1878"/>
                  </a:cubicBezTo>
                  <a:cubicBezTo>
                    <a:pt x="264" y="1878"/>
                    <a:pt x="362" y="1797"/>
                    <a:pt x="506" y="1581"/>
                  </a:cubicBezTo>
                  <a:lnTo>
                    <a:pt x="478" y="1441"/>
                  </a:lnTo>
                  <a:cubicBezTo>
                    <a:pt x="647" y="1132"/>
                    <a:pt x="899" y="739"/>
                    <a:pt x="1096" y="458"/>
                  </a:cubicBezTo>
                  <a:cubicBezTo>
                    <a:pt x="1220" y="281"/>
                    <a:pt x="1344" y="126"/>
                    <a:pt x="1426" y="5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7"/>
            <p:cNvSpPr/>
            <p:nvPr/>
          </p:nvSpPr>
          <p:spPr>
            <a:xfrm>
              <a:off x="6105450" y="2915050"/>
              <a:ext cx="20375" cy="32500"/>
            </a:xfrm>
            <a:custGeom>
              <a:rect b="b" l="l" r="r" t="t"/>
              <a:pathLst>
                <a:path extrusionOk="0" h="1300" w="815">
                  <a:moveTo>
                    <a:pt x="56" y="0"/>
                  </a:moveTo>
                  <a:cubicBezTo>
                    <a:pt x="56" y="281"/>
                    <a:pt x="28" y="562"/>
                    <a:pt x="0" y="814"/>
                  </a:cubicBezTo>
                  <a:lnTo>
                    <a:pt x="197" y="702"/>
                  </a:lnTo>
                  <a:cubicBezTo>
                    <a:pt x="309" y="1095"/>
                    <a:pt x="421" y="1235"/>
                    <a:pt x="505" y="1292"/>
                  </a:cubicBezTo>
                  <a:cubicBezTo>
                    <a:pt x="529" y="1298"/>
                    <a:pt x="552" y="1300"/>
                    <a:pt x="573" y="1300"/>
                  </a:cubicBezTo>
                  <a:cubicBezTo>
                    <a:pt x="633" y="1300"/>
                    <a:pt x="687" y="1283"/>
                    <a:pt x="746" y="1283"/>
                  </a:cubicBezTo>
                  <a:cubicBezTo>
                    <a:pt x="768" y="1283"/>
                    <a:pt x="791" y="1286"/>
                    <a:pt x="814" y="1292"/>
                  </a:cubicBezTo>
                  <a:cubicBezTo>
                    <a:pt x="702" y="1067"/>
                    <a:pt x="590" y="842"/>
                    <a:pt x="449" y="618"/>
                  </a:cubicBezTo>
                  <a:cubicBezTo>
                    <a:pt x="337" y="393"/>
                    <a:pt x="197" y="197"/>
                    <a:pt x="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7"/>
            <p:cNvSpPr/>
            <p:nvPr/>
          </p:nvSpPr>
          <p:spPr>
            <a:xfrm>
              <a:off x="6031750" y="2752200"/>
              <a:ext cx="26700" cy="8450"/>
            </a:xfrm>
            <a:custGeom>
              <a:rect b="b" l="l" r="r" t="t"/>
              <a:pathLst>
                <a:path extrusionOk="0" h="338" w="1068">
                  <a:moveTo>
                    <a:pt x="0" y="1"/>
                  </a:moveTo>
                  <a:lnTo>
                    <a:pt x="590" y="338"/>
                  </a:lnTo>
                  <a:lnTo>
                    <a:pt x="1067" y="169"/>
                  </a:lnTo>
                  <a:cubicBezTo>
                    <a:pt x="702" y="113"/>
                    <a:pt x="365" y="5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7"/>
            <p:cNvSpPr/>
            <p:nvPr/>
          </p:nvSpPr>
          <p:spPr>
            <a:xfrm>
              <a:off x="6011400" y="2718525"/>
              <a:ext cx="12650" cy="9850"/>
            </a:xfrm>
            <a:custGeom>
              <a:rect b="b" l="l" r="r" t="t"/>
              <a:pathLst>
                <a:path extrusionOk="0" h="394" w="506">
                  <a:moveTo>
                    <a:pt x="0" y="0"/>
                  </a:moveTo>
                  <a:lnTo>
                    <a:pt x="140" y="393"/>
                  </a:lnTo>
                  <a:lnTo>
                    <a:pt x="505" y="169"/>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7"/>
            <p:cNvSpPr/>
            <p:nvPr/>
          </p:nvSpPr>
          <p:spPr>
            <a:xfrm>
              <a:off x="4500975" y="918925"/>
              <a:ext cx="9850" cy="2125"/>
            </a:xfrm>
            <a:custGeom>
              <a:rect b="b" l="l" r="r" t="t"/>
              <a:pathLst>
                <a:path extrusionOk="0" h="85" w="394">
                  <a:moveTo>
                    <a:pt x="0" y="1"/>
                  </a:moveTo>
                  <a:lnTo>
                    <a:pt x="0" y="1"/>
                  </a:lnTo>
                  <a:cubicBezTo>
                    <a:pt x="141" y="57"/>
                    <a:pt x="281" y="85"/>
                    <a:pt x="394" y="85"/>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7"/>
            <p:cNvSpPr/>
            <p:nvPr/>
          </p:nvSpPr>
          <p:spPr>
            <a:xfrm>
              <a:off x="4568350" y="951925"/>
              <a:ext cx="6350" cy="3525"/>
            </a:xfrm>
            <a:custGeom>
              <a:rect b="b" l="l" r="r" t="t"/>
              <a:pathLst>
                <a:path extrusionOk="0" h="141" w="254">
                  <a:moveTo>
                    <a:pt x="253" y="0"/>
                  </a:moveTo>
                  <a:lnTo>
                    <a:pt x="253" y="0"/>
                  </a:lnTo>
                  <a:cubicBezTo>
                    <a:pt x="85" y="28"/>
                    <a:pt x="1" y="84"/>
                    <a:pt x="85" y="140"/>
                  </a:cubicBezTo>
                  <a:lnTo>
                    <a:pt x="2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7"/>
            <p:cNvSpPr/>
            <p:nvPr/>
          </p:nvSpPr>
          <p:spPr>
            <a:xfrm>
              <a:off x="5558675" y="1757500"/>
              <a:ext cx="15100" cy="33875"/>
            </a:xfrm>
            <a:custGeom>
              <a:rect b="b" l="l" r="r" t="t"/>
              <a:pathLst>
                <a:path extrusionOk="0" h="1355" w="604">
                  <a:moveTo>
                    <a:pt x="405" y="0"/>
                  </a:moveTo>
                  <a:cubicBezTo>
                    <a:pt x="373" y="0"/>
                    <a:pt x="333" y="20"/>
                    <a:pt x="282" y="63"/>
                  </a:cubicBezTo>
                  <a:lnTo>
                    <a:pt x="1" y="456"/>
                  </a:lnTo>
                  <a:cubicBezTo>
                    <a:pt x="226" y="709"/>
                    <a:pt x="394" y="1018"/>
                    <a:pt x="478" y="1354"/>
                  </a:cubicBezTo>
                  <a:cubicBezTo>
                    <a:pt x="478" y="750"/>
                    <a:pt x="603" y="0"/>
                    <a:pt x="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7"/>
            <p:cNvSpPr/>
            <p:nvPr/>
          </p:nvSpPr>
          <p:spPr>
            <a:xfrm>
              <a:off x="5060350" y="1256525"/>
              <a:ext cx="14775" cy="5650"/>
            </a:xfrm>
            <a:custGeom>
              <a:rect b="b" l="l" r="r" t="t"/>
              <a:pathLst>
                <a:path extrusionOk="0" h="226" w="591">
                  <a:moveTo>
                    <a:pt x="1" y="0"/>
                  </a:moveTo>
                  <a:lnTo>
                    <a:pt x="1" y="225"/>
                  </a:lnTo>
                  <a:lnTo>
                    <a:pt x="591" y="197"/>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7"/>
            <p:cNvSpPr/>
            <p:nvPr/>
          </p:nvSpPr>
          <p:spPr>
            <a:xfrm>
              <a:off x="5011925" y="1265650"/>
              <a:ext cx="7750" cy="18275"/>
            </a:xfrm>
            <a:custGeom>
              <a:rect b="b" l="l" r="r" t="t"/>
              <a:pathLst>
                <a:path extrusionOk="0" h="731" w="310">
                  <a:moveTo>
                    <a:pt x="1" y="0"/>
                  </a:moveTo>
                  <a:lnTo>
                    <a:pt x="1" y="0"/>
                  </a:lnTo>
                  <a:cubicBezTo>
                    <a:pt x="57" y="253"/>
                    <a:pt x="169" y="506"/>
                    <a:pt x="310" y="730"/>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7"/>
            <p:cNvSpPr/>
            <p:nvPr/>
          </p:nvSpPr>
          <p:spPr>
            <a:xfrm>
              <a:off x="4145825" y="789075"/>
              <a:ext cx="15150" cy="9600"/>
            </a:xfrm>
            <a:custGeom>
              <a:rect b="b" l="l" r="r" t="t"/>
              <a:pathLst>
                <a:path extrusionOk="0" h="384" w="606">
                  <a:moveTo>
                    <a:pt x="590" y="1"/>
                  </a:moveTo>
                  <a:lnTo>
                    <a:pt x="1" y="310"/>
                  </a:lnTo>
                  <a:cubicBezTo>
                    <a:pt x="165" y="362"/>
                    <a:pt x="277" y="384"/>
                    <a:pt x="354" y="384"/>
                  </a:cubicBezTo>
                  <a:cubicBezTo>
                    <a:pt x="606" y="384"/>
                    <a:pt x="483" y="151"/>
                    <a:pt x="5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7"/>
            <p:cNvSpPr/>
            <p:nvPr/>
          </p:nvSpPr>
          <p:spPr>
            <a:xfrm>
              <a:off x="5767150" y="2356350"/>
              <a:ext cx="10550" cy="28800"/>
            </a:xfrm>
            <a:custGeom>
              <a:rect b="b" l="l" r="r" t="t"/>
              <a:pathLst>
                <a:path extrusionOk="0" h="1152" w="422">
                  <a:moveTo>
                    <a:pt x="281" y="1"/>
                  </a:moveTo>
                  <a:cubicBezTo>
                    <a:pt x="225" y="590"/>
                    <a:pt x="0" y="1152"/>
                    <a:pt x="421" y="1152"/>
                  </a:cubicBezTo>
                  <a:cubicBezTo>
                    <a:pt x="421" y="759"/>
                    <a:pt x="365" y="366"/>
                    <a:pt x="2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7"/>
            <p:cNvSpPr/>
            <p:nvPr/>
          </p:nvSpPr>
          <p:spPr>
            <a:xfrm>
              <a:off x="4582400" y="827125"/>
              <a:ext cx="11250" cy="3575"/>
            </a:xfrm>
            <a:custGeom>
              <a:rect b="b" l="l" r="r" t="t"/>
              <a:pathLst>
                <a:path extrusionOk="0" h="143" w="450">
                  <a:moveTo>
                    <a:pt x="263" y="0"/>
                  </a:moveTo>
                  <a:cubicBezTo>
                    <a:pt x="125" y="0"/>
                    <a:pt x="41" y="46"/>
                    <a:pt x="0" y="107"/>
                  </a:cubicBezTo>
                  <a:cubicBezTo>
                    <a:pt x="98" y="129"/>
                    <a:pt x="183" y="142"/>
                    <a:pt x="253" y="142"/>
                  </a:cubicBezTo>
                  <a:cubicBezTo>
                    <a:pt x="362" y="142"/>
                    <a:pt x="432" y="109"/>
                    <a:pt x="449" y="23"/>
                  </a:cubicBezTo>
                  <a:cubicBezTo>
                    <a:pt x="379" y="7"/>
                    <a:pt x="317" y="0"/>
                    <a:pt x="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7"/>
            <p:cNvSpPr/>
            <p:nvPr/>
          </p:nvSpPr>
          <p:spPr>
            <a:xfrm>
              <a:off x="5763625" y="2325475"/>
              <a:ext cx="13375" cy="30900"/>
            </a:xfrm>
            <a:custGeom>
              <a:rect b="b" l="l" r="r" t="t"/>
              <a:pathLst>
                <a:path extrusionOk="0" h="1236" w="535">
                  <a:moveTo>
                    <a:pt x="29" y="0"/>
                  </a:moveTo>
                  <a:cubicBezTo>
                    <a:pt x="1" y="85"/>
                    <a:pt x="1" y="169"/>
                    <a:pt x="1" y="253"/>
                  </a:cubicBezTo>
                  <a:cubicBezTo>
                    <a:pt x="197" y="562"/>
                    <a:pt x="338" y="899"/>
                    <a:pt x="422" y="1236"/>
                  </a:cubicBezTo>
                  <a:cubicBezTo>
                    <a:pt x="534" y="786"/>
                    <a:pt x="394" y="281"/>
                    <a:pt x="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7"/>
            <p:cNvSpPr/>
            <p:nvPr/>
          </p:nvSpPr>
          <p:spPr>
            <a:xfrm>
              <a:off x="2850900" y="752575"/>
              <a:ext cx="3525" cy="1200"/>
            </a:xfrm>
            <a:custGeom>
              <a:rect b="b" l="l" r="r" t="t"/>
              <a:pathLst>
                <a:path extrusionOk="0" h="48" w="141">
                  <a:moveTo>
                    <a:pt x="0" y="1"/>
                  </a:moveTo>
                  <a:cubicBezTo>
                    <a:pt x="0" y="34"/>
                    <a:pt x="19" y="47"/>
                    <a:pt x="52" y="47"/>
                  </a:cubicBezTo>
                  <a:cubicBezTo>
                    <a:pt x="75" y="47"/>
                    <a:pt x="105" y="41"/>
                    <a:pt x="140" y="29"/>
                  </a:cubicBezTo>
                  <a:cubicBezTo>
                    <a:pt x="84" y="29"/>
                    <a:pt x="28" y="2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7"/>
            <p:cNvSpPr/>
            <p:nvPr/>
          </p:nvSpPr>
          <p:spPr>
            <a:xfrm>
              <a:off x="2428375" y="739950"/>
              <a:ext cx="16150" cy="4925"/>
            </a:xfrm>
            <a:custGeom>
              <a:rect b="b" l="l" r="r" t="t"/>
              <a:pathLst>
                <a:path extrusionOk="0" h="197" w="646">
                  <a:moveTo>
                    <a:pt x="646" y="0"/>
                  </a:moveTo>
                  <a:cubicBezTo>
                    <a:pt x="421" y="0"/>
                    <a:pt x="197" y="85"/>
                    <a:pt x="0" y="197"/>
                  </a:cubicBezTo>
                  <a:cubicBezTo>
                    <a:pt x="225" y="113"/>
                    <a:pt x="421" y="57"/>
                    <a:pt x="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7"/>
            <p:cNvSpPr/>
            <p:nvPr/>
          </p:nvSpPr>
          <p:spPr>
            <a:xfrm>
              <a:off x="5911025" y="2597800"/>
              <a:ext cx="3150" cy="2825"/>
            </a:xfrm>
            <a:custGeom>
              <a:rect b="b" l="l" r="r" t="t"/>
              <a:pathLst>
                <a:path extrusionOk="0" h="113" w="126">
                  <a:moveTo>
                    <a:pt x="0" y="0"/>
                  </a:moveTo>
                  <a:cubicBezTo>
                    <a:pt x="75" y="85"/>
                    <a:pt x="106" y="113"/>
                    <a:pt x="113" y="113"/>
                  </a:cubicBezTo>
                  <a:cubicBezTo>
                    <a:pt x="125" y="113"/>
                    <a:pt x="38"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7"/>
            <p:cNvSpPr/>
            <p:nvPr/>
          </p:nvSpPr>
          <p:spPr>
            <a:xfrm>
              <a:off x="5894875" y="2658850"/>
              <a:ext cx="7050" cy="1425"/>
            </a:xfrm>
            <a:custGeom>
              <a:rect b="b" l="l" r="r" t="t"/>
              <a:pathLst>
                <a:path extrusionOk="0" h="57" w="282">
                  <a:moveTo>
                    <a:pt x="281" y="29"/>
                  </a:moveTo>
                  <a:cubicBezTo>
                    <a:pt x="169" y="1"/>
                    <a:pt x="85" y="1"/>
                    <a:pt x="1" y="57"/>
                  </a:cubicBezTo>
                  <a:cubicBezTo>
                    <a:pt x="85" y="1"/>
                    <a:pt x="169" y="1"/>
                    <a:pt x="281" y="2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7"/>
            <p:cNvSpPr/>
            <p:nvPr/>
          </p:nvSpPr>
          <p:spPr>
            <a:xfrm>
              <a:off x="5672700" y="2255975"/>
              <a:ext cx="1125" cy="2250"/>
            </a:xfrm>
            <a:custGeom>
              <a:rect b="b" l="l" r="r" t="t"/>
              <a:pathLst>
                <a:path extrusionOk="0" h="90" w="45">
                  <a:moveTo>
                    <a:pt x="44" y="1"/>
                  </a:moveTo>
                  <a:cubicBezTo>
                    <a:pt x="14" y="61"/>
                    <a:pt x="0" y="89"/>
                    <a:pt x="2" y="89"/>
                  </a:cubicBezTo>
                  <a:cubicBezTo>
                    <a:pt x="4" y="89"/>
                    <a:pt x="18" y="68"/>
                    <a:pt x="44" y="29"/>
                  </a:cubicBezTo>
                  <a:lnTo>
                    <a:pt x="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7"/>
            <p:cNvSpPr/>
            <p:nvPr/>
          </p:nvSpPr>
          <p:spPr>
            <a:xfrm>
              <a:off x="5910325" y="2600600"/>
              <a:ext cx="4225" cy="10550"/>
            </a:xfrm>
            <a:custGeom>
              <a:rect b="b" l="l" r="r" t="t"/>
              <a:pathLst>
                <a:path extrusionOk="0" h="422" w="169">
                  <a:moveTo>
                    <a:pt x="0" y="1"/>
                  </a:moveTo>
                  <a:cubicBezTo>
                    <a:pt x="57" y="141"/>
                    <a:pt x="85" y="281"/>
                    <a:pt x="169" y="422"/>
                  </a:cubicBezTo>
                  <a:cubicBezTo>
                    <a:pt x="141" y="281"/>
                    <a:pt x="85" y="14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7"/>
            <p:cNvSpPr/>
            <p:nvPr/>
          </p:nvSpPr>
          <p:spPr>
            <a:xfrm>
              <a:off x="5918050" y="2606925"/>
              <a:ext cx="5625" cy="7050"/>
            </a:xfrm>
            <a:custGeom>
              <a:rect b="b" l="l" r="r" t="t"/>
              <a:pathLst>
                <a:path extrusionOk="0" h="282" w="225">
                  <a:moveTo>
                    <a:pt x="0" y="0"/>
                  </a:moveTo>
                  <a:cubicBezTo>
                    <a:pt x="56" y="113"/>
                    <a:pt x="84" y="197"/>
                    <a:pt x="141" y="281"/>
                  </a:cubicBezTo>
                  <a:cubicBezTo>
                    <a:pt x="225" y="253"/>
                    <a:pt x="225" y="19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7"/>
            <p:cNvSpPr/>
            <p:nvPr/>
          </p:nvSpPr>
          <p:spPr>
            <a:xfrm>
              <a:off x="5902600" y="2588675"/>
              <a:ext cx="7750" cy="11950"/>
            </a:xfrm>
            <a:custGeom>
              <a:rect b="b" l="l" r="r" t="t"/>
              <a:pathLst>
                <a:path extrusionOk="0" h="478" w="310">
                  <a:moveTo>
                    <a:pt x="1" y="1"/>
                  </a:moveTo>
                  <a:cubicBezTo>
                    <a:pt x="141" y="141"/>
                    <a:pt x="225" y="309"/>
                    <a:pt x="309" y="478"/>
                  </a:cubicBezTo>
                  <a:lnTo>
                    <a:pt x="309" y="365"/>
                  </a:lnTo>
                  <a:cubicBezTo>
                    <a:pt x="253" y="281"/>
                    <a:pt x="169" y="16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7"/>
            <p:cNvSpPr/>
            <p:nvPr/>
          </p:nvSpPr>
          <p:spPr>
            <a:xfrm>
              <a:off x="3564425" y="544825"/>
              <a:ext cx="7300" cy="3800"/>
            </a:xfrm>
            <a:custGeom>
              <a:rect b="b" l="l" r="r" t="t"/>
              <a:pathLst>
                <a:path extrusionOk="0" h="152" w="292">
                  <a:moveTo>
                    <a:pt x="207" y="1"/>
                  </a:moveTo>
                  <a:cubicBezTo>
                    <a:pt x="45" y="109"/>
                    <a:pt x="0" y="152"/>
                    <a:pt x="25" y="152"/>
                  </a:cubicBezTo>
                  <a:cubicBezTo>
                    <a:pt x="52" y="152"/>
                    <a:pt x="161" y="102"/>
                    <a:pt x="292" y="29"/>
                  </a:cubicBezTo>
                  <a:cubicBezTo>
                    <a:pt x="264" y="29"/>
                    <a:pt x="236" y="1"/>
                    <a:pt x="2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7"/>
            <p:cNvSpPr/>
            <p:nvPr/>
          </p:nvSpPr>
          <p:spPr>
            <a:xfrm>
              <a:off x="5337600" y="1657300"/>
              <a:ext cx="1425" cy="725"/>
            </a:xfrm>
            <a:custGeom>
              <a:rect b="b" l="l" r="r" t="t"/>
              <a:pathLst>
                <a:path extrusionOk="0" h="29" w="57">
                  <a:moveTo>
                    <a:pt x="57" y="0"/>
                  </a:moveTo>
                  <a:lnTo>
                    <a:pt x="0" y="28"/>
                  </a:lnTo>
                  <a:lnTo>
                    <a:pt x="57" y="28"/>
                  </a:lnTo>
                  <a:lnTo>
                    <a:pt x="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7"/>
            <p:cNvSpPr/>
            <p:nvPr/>
          </p:nvSpPr>
          <p:spPr>
            <a:xfrm>
              <a:off x="5311625" y="1628525"/>
              <a:ext cx="47050" cy="28800"/>
            </a:xfrm>
            <a:custGeom>
              <a:rect b="b" l="l" r="r" t="t"/>
              <a:pathLst>
                <a:path extrusionOk="0" h="1152" w="1882">
                  <a:moveTo>
                    <a:pt x="1882" y="0"/>
                  </a:moveTo>
                  <a:lnTo>
                    <a:pt x="1" y="337"/>
                  </a:lnTo>
                  <a:cubicBezTo>
                    <a:pt x="787" y="421"/>
                    <a:pt x="927" y="730"/>
                    <a:pt x="1068" y="1151"/>
                  </a:cubicBez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7"/>
            <p:cNvSpPr/>
            <p:nvPr/>
          </p:nvSpPr>
          <p:spPr>
            <a:xfrm>
              <a:off x="2339925" y="452125"/>
              <a:ext cx="3658150" cy="2267125"/>
            </a:xfrm>
            <a:custGeom>
              <a:rect b="b" l="l" r="r" t="t"/>
              <a:pathLst>
                <a:path extrusionOk="0" h="90685" w="146326">
                  <a:moveTo>
                    <a:pt x="44864" y="957"/>
                  </a:moveTo>
                  <a:lnTo>
                    <a:pt x="45117" y="1042"/>
                  </a:lnTo>
                  <a:cubicBezTo>
                    <a:pt x="44924" y="1148"/>
                    <a:pt x="44822" y="1190"/>
                    <a:pt x="44776" y="1190"/>
                  </a:cubicBezTo>
                  <a:cubicBezTo>
                    <a:pt x="44701" y="1190"/>
                    <a:pt x="44777" y="1079"/>
                    <a:pt x="44864" y="957"/>
                  </a:cubicBezTo>
                  <a:close/>
                  <a:moveTo>
                    <a:pt x="30546" y="4411"/>
                  </a:moveTo>
                  <a:cubicBezTo>
                    <a:pt x="30577" y="4433"/>
                    <a:pt x="30609" y="4453"/>
                    <a:pt x="30641" y="4472"/>
                  </a:cubicBezTo>
                  <a:lnTo>
                    <a:pt x="30641" y="4472"/>
                  </a:lnTo>
                  <a:cubicBezTo>
                    <a:pt x="30618" y="4451"/>
                    <a:pt x="30587" y="4431"/>
                    <a:pt x="30546" y="4411"/>
                  </a:cubicBezTo>
                  <a:close/>
                  <a:moveTo>
                    <a:pt x="55692" y="6876"/>
                  </a:moveTo>
                  <a:cubicBezTo>
                    <a:pt x="55744" y="6905"/>
                    <a:pt x="55795" y="6927"/>
                    <a:pt x="55841" y="6937"/>
                  </a:cubicBezTo>
                  <a:cubicBezTo>
                    <a:pt x="55789" y="6917"/>
                    <a:pt x="55740" y="6897"/>
                    <a:pt x="55692" y="6876"/>
                  </a:cubicBezTo>
                  <a:close/>
                  <a:moveTo>
                    <a:pt x="22990" y="11399"/>
                  </a:moveTo>
                  <a:cubicBezTo>
                    <a:pt x="22973" y="11399"/>
                    <a:pt x="22954" y="11400"/>
                    <a:pt x="22933" y="11404"/>
                  </a:cubicBezTo>
                  <a:lnTo>
                    <a:pt x="22933" y="11404"/>
                  </a:lnTo>
                  <a:lnTo>
                    <a:pt x="23022" y="11401"/>
                  </a:lnTo>
                  <a:cubicBezTo>
                    <a:pt x="23012" y="11399"/>
                    <a:pt x="23002" y="11399"/>
                    <a:pt x="22990" y="11399"/>
                  </a:cubicBezTo>
                  <a:close/>
                  <a:moveTo>
                    <a:pt x="66874" y="11850"/>
                  </a:moveTo>
                  <a:cubicBezTo>
                    <a:pt x="66896" y="11853"/>
                    <a:pt x="66916" y="11854"/>
                    <a:pt x="66936" y="11856"/>
                  </a:cubicBezTo>
                  <a:lnTo>
                    <a:pt x="66936" y="11856"/>
                  </a:lnTo>
                  <a:cubicBezTo>
                    <a:pt x="66916" y="11854"/>
                    <a:pt x="66895" y="11852"/>
                    <a:pt x="66874" y="11850"/>
                  </a:cubicBezTo>
                  <a:close/>
                  <a:moveTo>
                    <a:pt x="87846" y="19178"/>
                  </a:moveTo>
                  <a:cubicBezTo>
                    <a:pt x="87875" y="19195"/>
                    <a:pt x="87902" y="19209"/>
                    <a:pt x="87929" y="19219"/>
                  </a:cubicBezTo>
                  <a:lnTo>
                    <a:pt x="87929" y="19219"/>
                  </a:lnTo>
                  <a:lnTo>
                    <a:pt x="87846" y="19178"/>
                  </a:lnTo>
                  <a:close/>
                  <a:moveTo>
                    <a:pt x="92315" y="21544"/>
                  </a:moveTo>
                  <a:cubicBezTo>
                    <a:pt x="92556" y="21544"/>
                    <a:pt x="92653" y="21793"/>
                    <a:pt x="92823" y="22065"/>
                  </a:cubicBezTo>
                  <a:lnTo>
                    <a:pt x="92823" y="22065"/>
                  </a:lnTo>
                  <a:cubicBezTo>
                    <a:pt x="92763" y="22052"/>
                    <a:pt x="92709" y="22046"/>
                    <a:pt x="92662" y="22046"/>
                  </a:cubicBezTo>
                  <a:cubicBezTo>
                    <a:pt x="92626" y="22046"/>
                    <a:pt x="92593" y="22049"/>
                    <a:pt x="92563" y="22056"/>
                  </a:cubicBezTo>
                  <a:lnTo>
                    <a:pt x="92563" y="22056"/>
                  </a:lnTo>
                  <a:cubicBezTo>
                    <a:pt x="92276" y="22015"/>
                    <a:pt x="91945" y="21944"/>
                    <a:pt x="91945" y="21677"/>
                  </a:cubicBezTo>
                  <a:cubicBezTo>
                    <a:pt x="92101" y="21583"/>
                    <a:pt x="92219" y="21544"/>
                    <a:pt x="92315" y="21544"/>
                  </a:cubicBezTo>
                  <a:close/>
                  <a:moveTo>
                    <a:pt x="109043" y="33608"/>
                  </a:moveTo>
                  <a:lnTo>
                    <a:pt x="109043" y="33608"/>
                  </a:lnTo>
                  <a:cubicBezTo>
                    <a:pt x="109267" y="33777"/>
                    <a:pt x="109464" y="34029"/>
                    <a:pt x="109548" y="34310"/>
                  </a:cubicBezTo>
                  <a:cubicBezTo>
                    <a:pt x="109295" y="34282"/>
                    <a:pt x="109155" y="34001"/>
                    <a:pt x="109043" y="33608"/>
                  </a:cubicBezTo>
                  <a:close/>
                  <a:moveTo>
                    <a:pt x="110699" y="36556"/>
                  </a:moveTo>
                  <a:lnTo>
                    <a:pt x="110699" y="36556"/>
                  </a:lnTo>
                  <a:cubicBezTo>
                    <a:pt x="110707" y="36567"/>
                    <a:pt x="110715" y="36578"/>
                    <a:pt x="110723" y="36589"/>
                  </a:cubicBezTo>
                  <a:lnTo>
                    <a:pt x="110723" y="36589"/>
                  </a:lnTo>
                  <a:cubicBezTo>
                    <a:pt x="110715" y="36578"/>
                    <a:pt x="110707" y="36567"/>
                    <a:pt x="110699" y="36556"/>
                  </a:cubicBezTo>
                  <a:close/>
                  <a:moveTo>
                    <a:pt x="124635" y="49062"/>
                  </a:moveTo>
                  <a:cubicBezTo>
                    <a:pt x="124654" y="49062"/>
                    <a:pt x="124680" y="49085"/>
                    <a:pt x="124727" y="49149"/>
                  </a:cubicBezTo>
                  <a:lnTo>
                    <a:pt x="124727" y="49149"/>
                  </a:lnTo>
                  <a:cubicBezTo>
                    <a:pt x="124663" y="49152"/>
                    <a:pt x="124601" y="49165"/>
                    <a:pt x="124540" y="49190"/>
                  </a:cubicBezTo>
                  <a:cubicBezTo>
                    <a:pt x="124593" y="49137"/>
                    <a:pt x="124601" y="49062"/>
                    <a:pt x="124635" y="49062"/>
                  </a:cubicBezTo>
                  <a:close/>
                  <a:moveTo>
                    <a:pt x="121841" y="50825"/>
                  </a:moveTo>
                  <a:cubicBezTo>
                    <a:pt x="121840" y="50841"/>
                    <a:pt x="121841" y="50858"/>
                    <a:pt x="121845" y="50874"/>
                  </a:cubicBezTo>
                  <a:cubicBezTo>
                    <a:pt x="121843" y="50858"/>
                    <a:pt x="121842" y="50841"/>
                    <a:pt x="121841" y="50825"/>
                  </a:cubicBezTo>
                  <a:close/>
                  <a:moveTo>
                    <a:pt x="122125" y="51267"/>
                  </a:moveTo>
                  <a:cubicBezTo>
                    <a:pt x="122128" y="51268"/>
                    <a:pt x="122132" y="51270"/>
                    <a:pt x="122135" y="51270"/>
                  </a:cubicBezTo>
                  <a:lnTo>
                    <a:pt x="122135" y="51270"/>
                  </a:lnTo>
                  <a:cubicBezTo>
                    <a:pt x="122132" y="51269"/>
                    <a:pt x="122129" y="51268"/>
                    <a:pt x="122125" y="51267"/>
                  </a:cubicBezTo>
                  <a:close/>
                  <a:moveTo>
                    <a:pt x="133524" y="77208"/>
                  </a:moveTo>
                  <a:lnTo>
                    <a:pt x="133524" y="77208"/>
                  </a:lnTo>
                  <a:cubicBezTo>
                    <a:pt x="133527" y="77211"/>
                    <a:pt x="133531" y="77213"/>
                    <a:pt x="133535" y="77215"/>
                  </a:cubicBezTo>
                  <a:lnTo>
                    <a:pt x="133535" y="77215"/>
                  </a:lnTo>
                  <a:cubicBezTo>
                    <a:pt x="133531" y="77213"/>
                    <a:pt x="133527" y="77210"/>
                    <a:pt x="133524" y="77208"/>
                  </a:cubicBezTo>
                  <a:close/>
                  <a:moveTo>
                    <a:pt x="140218" y="82564"/>
                  </a:moveTo>
                  <a:cubicBezTo>
                    <a:pt x="140220" y="82564"/>
                    <a:pt x="140256" y="82720"/>
                    <a:pt x="140318" y="82936"/>
                  </a:cubicBezTo>
                  <a:lnTo>
                    <a:pt x="140290" y="82936"/>
                  </a:lnTo>
                  <a:cubicBezTo>
                    <a:pt x="140239" y="82670"/>
                    <a:pt x="140217" y="82564"/>
                    <a:pt x="140218" y="82564"/>
                  </a:cubicBezTo>
                  <a:close/>
                  <a:moveTo>
                    <a:pt x="47997" y="0"/>
                  </a:moveTo>
                  <a:cubicBezTo>
                    <a:pt x="47985" y="0"/>
                    <a:pt x="47970" y="1"/>
                    <a:pt x="47952" y="3"/>
                  </a:cubicBezTo>
                  <a:cubicBezTo>
                    <a:pt x="47643" y="3"/>
                    <a:pt x="47419" y="87"/>
                    <a:pt x="47166" y="143"/>
                  </a:cubicBezTo>
                  <a:lnTo>
                    <a:pt x="47363" y="199"/>
                  </a:lnTo>
                  <a:cubicBezTo>
                    <a:pt x="46773" y="620"/>
                    <a:pt x="46773" y="957"/>
                    <a:pt x="45678" y="1126"/>
                  </a:cubicBezTo>
                  <a:cubicBezTo>
                    <a:pt x="45000" y="1126"/>
                    <a:pt x="45213" y="759"/>
                    <a:pt x="44975" y="759"/>
                  </a:cubicBezTo>
                  <a:cubicBezTo>
                    <a:pt x="44967" y="759"/>
                    <a:pt x="44958" y="760"/>
                    <a:pt x="44948" y="761"/>
                  </a:cubicBezTo>
                  <a:cubicBezTo>
                    <a:pt x="44948" y="739"/>
                    <a:pt x="44931" y="726"/>
                    <a:pt x="44893" y="726"/>
                  </a:cubicBezTo>
                  <a:cubicBezTo>
                    <a:pt x="44832" y="726"/>
                    <a:pt x="44716" y="759"/>
                    <a:pt x="44527" y="845"/>
                  </a:cubicBezTo>
                  <a:cubicBezTo>
                    <a:pt x="44022" y="929"/>
                    <a:pt x="43488" y="1042"/>
                    <a:pt x="42983" y="1154"/>
                  </a:cubicBezTo>
                  <a:lnTo>
                    <a:pt x="43741" y="1575"/>
                  </a:lnTo>
                  <a:cubicBezTo>
                    <a:pt x="43130" y="2047"/>
                    <a:pt x="42299" y="1915"/>
                    <a:pt x="43124" y="2401"/>
                  </a:cubicBezTo>
                  <a:lnTo>
                    <a:pt x="43124" y="2401"/>
                  </a:lnTo>
                  <a:cubicBezTo>
                    <a:pt x="42898" y="2274"/>
                    <a:pt x="42585" y="2222"/>
                    <a:pt x="42217" y="2222"/>
                  </a:cubicBezTo>
                  <a:cubicBezTo>
                    <a:pt x="40524" y="2222"/>
                    <a:pt x="37680" y="3327"/>
                    <a:pt x="36892" y="3327"/>
                  </a:cubicBezTo>
                  <a:cubicBezTo>
                    <a:pt x="36847" y="3327"/>
                    <a:pt x="36809" y="3323"/>
                    <a:pt x="36778" y="3316"/>
                  </a:cubicBezTo>
                  <a:cubicBezTo>
                    <a:pt x="35964" y="3989"/>
                    <a:pt x="35038" y="4214"/>
                    <a:pt x="33887" y="4467"/>
                  </a:cubicBezTo>
                  <a:cubicBezTo>
                    <a:pt x="34196" y="4523"/>
                    <a:pt x="34561" y="5140"/>
                    <a:pt x="33550" y="5309"/>
                  </a:cubicBezTo>
                  <a:cubicBezTo>
                    <a:pt x="33550" y="4713"/>
                    <a:pt x="33227" y="4580"/>
                    <a:pt x="32772" y="4580"/>
                  </a:cubicBezTo>
                  <a:cubicBezTo>
                    <a:pt x="32407" y="4580"/>
                    <a:pt x="31957" y="4666"/>
                    <a:pt x="31520" y="4666"/>
                  </a:cubicBezTo>
                  <a:cubicBezTo>
                    <a:pt x="31208" y="4666"/>
                    <a:pt x="30903" y="4622"/>
                    <a:pt x="30641" y="4472"/>
                  </a:cubicBezTo>
                  <a:lnTo>
                    <a:pt x="30641" y="4472"/>
                  </a:lnTo>
                  <a:cubicBezTo>
                    <a:pt x="31126" y="4898"/>
                    <a:pt x="27883" y="5310"/>
                    <a:pt x="29142" y="5927"/>
                  </a:cubicBezTo>
                  <a:cubicBezTo>
                    <a:pt x="29087" y="5932"/>
                    <a:pt x="29038" y="5935"/>
                    <a:pt x="28994" y="5935"/>
                  </a:cubicBezTo>
                  <a:cubicBezTo>
                    <a:pt x="28383" y="5935"/>
                    <a:pt x="28927" y="5410"/>
                    <a:pt x="28272" y="5253"/>
                  </a:cubicBezTo>
                  <a:cubicBezTo>
                    <a:pt x="26475" y="6292"/>
                    <a:pt x="23892" y="6039"/>
                    <a:pt x="21534" y="6825"/>
                  </a:cubicBezTo>
                  <a:cubicBezTo>
                    <a:pt x="21534" y="7021"/>
                    <a:pt x="22011" y="7190"/>
                    <a:pt x="21562" y="7583"/>
                  </a:cubicBezTo>
                  <a:lnTo>
                    <a:pt x="20074" y="7021"/>
                  </a:lnTo>
                  <a:cubicBezTo>
                    <a:pt x="19702" y="7208"/>
                    <a:pt x="19831" y="7875"/>
                    <a:pt x="19295" y="7875"/>
                  </a:cubicBezTo>
                  <a:cubicBezTo>
                    <a:pt x="19184" y="7875"/>
                    <a:pt x="19045" y="7847"/>
                    <a:pt x="18867" y="7780"/>
                  </a:cubicBezTo>
                  <a:lnTo>
                    <a:pt x="18867" y="7780"/>
                  </a:lnTo>
                  <a:cubicBezTo>
                    <a:pt x="19035" y="7892"/>
                    <a:pt x="19288" y="8088"/>
                    <a:pt x="18979" y="8229"/>
                  </a:cubicBezTo>
                  <a:cubicBezTo>
                    <a:pt x="14354" y="8544"/>
                    <a:pt x="10123" y="11073"/>
                    <a:pt x="5341" y="11073"/>
                  </a:cubicBezTo>
                  <a:cubicBezTo>
                    <a:pt x="5014" y="11073"/>
                    <a:pt x="4685" y="11061"/>
                    <a:pt x="4352" y="11036"/>
                  </a:cubicBezTo>
                  <a:lnTo>
                    <a:pt x="4352" y="11036"/>
                  </a:lnTo>
                  <a:cubicBezTo>
                    <a:pt x="5082" y="11205"/>
                    <a:pt x="4661" y="11345"/>
                    <a:pt x="4184" y="11485"/>
                  </a:cubicBezTo>
                  <a:cubicBezTo>
                    <a:pt x="4521" y="11485"/>
                    <a:pt x="4268" y="11935"/>
                    <a:pt x="4408" y="12159"/>
                  </a:cubicBezTo>
                  <a:lnTo>
                    <a:pt x="2219" y="12019"/>
                  </a:lnTo>
                  <a:cubicBezTo>
                    <a:pt x="2050" y="12777"/>
                    <a:pt x="85" y="12608"/>
                    <a:pt x="57" y="13310"/>
                  </a:cubicBezTo>
                  <a:lnTo>
                    <a:pt x="646" y="13029"/>
                  </a:lnTo>
                  <a:lnTo>
                    <a:pt x="646" y="13029"/>
                  </a:lnTo>
                  <a:cubicBezTo>
                    <a:pt x="1" y="14012"/>
                    <a:pt x="2275" y="14433"/>
                    <a:pt x="2415" y="15416"/>
                  </a:cubicBezTo>
                  <a:cubicBezTo>
                    <a:pt x="2610" y="15111"/>
                    <a:pt x="2914" y="15026"/>
                    <a:pt x="3277" y="15026"/>
                  </a:cubicBezTo>
                  <a:cubicBezTo>
                    <a:pt x="3739" y="15026"/>
                    <a:pt x="4299" y="15164"/>
                    <a:pt x="4853" y="15164"/>
                  </a:cubicBezTo>
                  <a:cubicBezTo>
                    <a:pt x="5430" y="15164"/>
                    <a:pt x="6003" y="15015"/>
                    <a:pt x="6458" y="14405"/>
                  </a:cubicBezTo>
                  <a:lnTo>
                    <a:pt x="6458" y="14405"/>
                  </a:lnTo>
                  <a:cubicBezTo>
                    <a:pt x="6851" y="14517"/>
                    <a:pt x="6261" y="14798"/>
                    <a:pt x="6486" y="14995"/>
                  </a:cubicBezTo>
                  <a:cubicBezTo>
                    <a:pt x="6767" y="14461"/>
                    <a:pt x="7216" y="14265"/>
                    <a:pt x="8170" y="14209"/>
                  </a:cubicBezTo>
                  <a:lnTo>
                    <a:pt x="8170" y="14209"/>
                  </a:lnTo>
                  <a:lnTo>
                    <a:pt x="8086" y="14349"/>
                  </a:lnTo>
                  <a:cubicBezTo>
                    <a:pt x="10529" y="13591"/>
                    <a:pt x="11680" y="13731"/>
                    <a:pt x="14543" y="13282"/>
                  </a:cubicBezTo>
                  <a:lnTo>
                    <a:pt x="14206" y="12861"/>
                  </a:lnTo>
                  <a:cubicBezTo>
                    <a:pt x="14328" y="12842"/>
                    <a:pt x="14450" y="12833"/>
                    <a:pt x="14571" y="12833"/>
                  </a:cubicBezTo>
                  <a:cubicBezTo>
                    <a:pt x="14815" y="12833"/>
                    <a:pt x="15058" y="12870"/>
                    <a:pt x="15301" y="12945"/>
                  </a:cubicBezTo>
                  <a:cubicBezTo>
                    <a:pt x="15441" y="12673"/>
                    <a:pt x="15352" y="12595"/>
                    <a:pt x="15166" y="12595"/>
                  </a:cubicBezTo>
                  <a:cubicBezTo>
                    <a:pt x="14912" y="12595"/>
                    <a:pt x="14478" y="12741"/>
                    <a:pt x="14205" y="12741"/>
                  </a:cubicBezTo>
                  <a:cubicBezTo>
                    <a:pt x="13996" y="12741"/>
                    <a:pt x="13881" y="12656"/>
                    <a:pt x="14010" y="12356"/>
                  </a:cubicBezTo>
                  <a:lnTo>
                    <a:pt x="14010" y="12356"/>
                  </a:lnTo>
                  <a:cubicBezTo>
                    <a:pt x="14206" y="12500"/>
                    <a:pt x="14473" y="12556"/>
                    <a:pt x="14783" y="12556"/>
                  </a:cubicBezTo>
                  <a:cubicBezTo>
                    <a:pt x="15785" y="12556"/>
                    <a:pt x="17238" y="11976"/>
                    <a:pt x="18207" y="11976"/>
                  </a:cubicBezTo>
                  <a:cubicBezTo>
                    <a:pt x="18564" y="11976"/>
                    <a:pt x="18856" y="12055"/>
                    <a:pt x="19035" y="12271"/>
                  </a:cubicBezTo>
                  <a:cubicBezTo>
                    <a:pt x="19962" y="12019"/>
                    <a:pt x="18614" y="11766"/>
                    <a:pt x="19541" y="11570"/>
                  </a:cubicBezTo>
                  <a:lnTo>
                    <a:pt x="19541" y="11570"/>
                  </a:lnTo>
                  <a:lnTo>
                    <a:pt x="19878" y="11794"/>
                  </a:lnTo>
                  <a:lnTo>
                    <a:pt x="19990" y="11345"/>
                  </a:lnTo>
                  <a:cubicBezTo>
                    <a:pt x="20061" y="11335"/>
                    <a:pt x="20130" y="11331"/>
                    <a:pt x="20195" y="11331"/>
                  </a:cubicBezTo>
                  <a:cubicBezTo>
                    <a:pt x="20700" y="11331"/>
                    <a:pt x="21038" y="11595"/>
                    <a:pt x="21113" y="11794"/>
                  </a:cubicBezTo>
                  <a:cubicBezTo>
                    <a:pt x="20916" y="11850"/>
                    <a:pt x="20720" y="11935"/>
                    <a:pt x="20551" y="12047"/>
                  </a:cubicBezTo>
                  <a:cubicBezTo>
                    <a:pt x="20628" y="12062"/>
                    <a:pt x="20709" y="12069"/>
                    <a:pt x="20791" y="12069"/>
                  </a:cubicBezTo>
                  <a:cubicBezTo>
                    <a:pt x="21570" y="12069"/>
                    <a:pt x="22556" y="11467"/>
                    <a:pt x="22933" y="11404"/>
                  </a:cubicBezTo>
                  <a:lnTo>
                    <a:pt x="22933" y="11404"/>
                  </a:lnTo>
                  <a:lnTo>
                    <a:pt x="22095" y="11429"/>
                  </a:lnTo>
                  <a:cubicBezTo>
                    <a:pt x="24510" y="10503"/>
                    <a:pt x="27654" y="10110"/>
                    <a:pt x="29928" y="8874"/>
                  </a:cubicBezTo>
                  <a:lnTo>
                    <a:pt x="29676" y="8678"/>
                  </a:lnTo>
                  <a:cubicBezTo>
                    <a:pt x="31416" y="7780"/>
                    <a:pt x="31220" y="8566"/>
                    <a:pt x="33185" y="7836"/>
                  </a:cubicBezTo>
                  <a:lnTo>
                    <a:pt x="33185" y="7836"/>
                  </a:lnTo>
                  <a:lnTo>
                    <a:pt x="33129" y="7892"/>
                  </a:lnTo>
                  <a:cubicBezTo>
                    <a:pt x="33522" y="7555"/>
                    <a:pt x="33999" y="7302"/>
                    <a:pt x="34532" y="7190"/>
                  </a:cubicBezTo>
                  <a:lnTo>
                    <a:pt x="34532" y="7190"/>
                  </a:lnTo>
                  <a:cubicBezTo>
                    <a:pt x="34083" y="7611"/>
                    <a:pt x="35627" y="7471"/>
                    <a:pt x="35038" y="7948"/>
                  </a:cubicBezTo>
                  <a:cubicBezTo>
                    <a:pt x="36919" y="6965"/>
                    <a:pt x="35936" y="7330"/>
                    <a:pt x="37031" y="6151"/>
                  </a:cubicBezTo>
                  <a:lnTo>
                    <a:pt x="37452" y="6432"/>
                  </a:lnTo>
                  <a:cubicBezTo>
                    <a:pt x="37789" y="5983"/>
                    <a:pt x="37789" y="5786"/>
                    <a:pt x="38772" y="5421"/>
                  </a:cubicBezTo>
                  <a:lnTo>
                    <a:pt x="38772" y="5421"/>
                  </a:lnTo>
                  <a:cubicBezTo>
                    <a:pt x="38042" y="5955"/>
                    <a:pt x="39558" y="5842"/>
                    <a:pt x="38744" y="6516"/>
                  </a:cubicBezTo>
                  <a:cubicBezTo>
                    <a:pt x="38892" y="6532"/>
                    <a:pt x="39034" y="6539"/>
                    <a:pt x="39169" y="6539"/>
                  </a:cubicBezTo>
                  <a:cubicBezTo>
                    <a:pt x="40744" y="6539"/>
                    <a:pt x="41449" y="5545"/>
                    <a:pt x="42249" y="5545"/>
                  </a:cubicBezTo>
                  <a:cubicBezTo>
                    <a:pt x="42470" y="5545"/>
                    <a:pt x="42699" y="5621"/>
                    <a:pt x="42955" y="5814"/>
                  </a:cubicBezTo>
                  <a:cubicBezTo>
                    <a:pt x="43218" y="5319"/>
                    <a:pt x="43007" y="5180"/>
                    <a:pt x="42665" y="5180"/>
                  </a:cubicBezTo>
                  <a:cubicBezTo>
                    <a:pt x="42227" y="5180"/>
                    <a:pt x="41574" y="5409"/>
                    <a:pt x="41436" y="5409"/>
                  </a:cubicBezTo>
                  <a:cubicBezTo>
                    <a:pt x="41395" y="5409"/>
                    <a:pt x="41399" y="5389"/>
                    <a:pt x="41467" y="5337"/>
                  </a:cubicBezTo>
                  <a:cubicBezTo>
                    <a:pt x="40905" y="5112"/>
                    <a:pt x="42056" y="4354"/>
                    <a:pt x="42758" y="4270"/>
                  </a:cubicBezTo>
                  <a:cubicBezTo>
                    <a:pt x="42797" y="4262"/>
                    <a:pt x="42835" y="4258"/>
                    <a:pt x="42875" y="4258"/>
                  </a:cubicBezTo>
                  <a:cubicBezTo>
                    <a:pt x="43430" y="4258"/>
                    <a:pt x="44114" y="4997"/>
                    <a:pt x="45228" y="4997"/>
                  </a:cubicBezTo>
                  <a:cubicBezTo>
                    <a:pt x="45413" y="4997"/>
                    <a:pt x="45610" y="4976"/>
                    <a:pt x="45820" y="4929"/>
                  </a:cubicBezTo>
                  <a:lnTo>
                    <a:pt x="45820" y="4929"/>
                  </a:lnTo>
                  <a:cubicBezTo>
                    <a:pt x="45710" y="4964"/>
                    <a:pt x="45713" y="5032"/>
                    <a:pt x="45566" y="5056"/>
                  </a:cubicBezTo>
                  <a:cubicBezTo>
                    <a:pt x="45624" y="5068"/>
                    <a:pt x="45681" y="5074"/>
                    <a:pt x="45736" y="5074"/>
                  </a:cubicBezTo>
                  <a:cubicBezTo>
                    <a:pt x="46202" y="5074"/>
                    <a:pt x="46575" y="4688"/>
                    <a:pt x="47085" y="4688"/>
                  </a:cubicBezTo>
                  <a:cubicBezTo>
                    <a:pt x="47214" y="4688"/>
                    <a:pt x="47352" y="4713"/>
                    <a:pt x="47503" y="4776"/>
                  </a:cubicBezTo>
                  <a:cubicBezTo>
                    <a:pt x="47615" y="4523"/>
                    <a:pt x="47840" y="4354"/>
                    <a:pt x="48093" y="4354"/>
                  </a:cubicBezTo>
                  <a:cubicBezTo>
                    <a:pt x="48317" y="4298"/>
                    <a:pt x="48458" y="4242"/>
                    <a:pt x="48486" y="3821"/>
                  </a:cubicBezTo>
                  <a:lnTo>
                    <a:pt x="48486" y="3821"/>
                  </a:lnTo>
                  <a:cubicBezTo>
                    <a:pt x="47980" y="3961"/>
                    <a:pt x="47503" y="4074"/>
                    <a:pt x="46998" y="4242"/>
                  </a:cubicBezTo>
                  <a:cubicBezTo>
                    <a:pt x="47419" y="4046"/>
                    <a:pt x="47784" y="3709"/>
                    <a:pt x="48261" y="3428"/>
                  </a:cubicBezTo>
                  <a:cubicBezTo>
                    <a:pt x="48585" y="3212"/>
                    <a:pt x="48967" y="3111"/>
                    <a:pt x="49354" y="3111"/>
                  </a:cubicBezTo>
                  <a:cubicBezTo>
                    <a:pt x="49571" y="3111"/>
                    <a:pt x="49790" y="3143"/>
                    <a:pt x="50002" y="3203"/>
                  </a:cubicBezTo>
                  <a:cubicBezTo>
                    <a:pt x="49777" y="3428"/>
                    <a:pt x="49496" y="3624"/>
                    <a:pt x="49216" y="3765"/>
                  </a:cubicBezTo>
                  <a:cubicBezTo>
                    <a:pt x="49300" y="3813"/>
                    <a:pt x="49383" y="3830"/>
                    <a:pt x="49466" y="3830"/>
                  </a:cubicBezTo>
                  <a:cubicBezTo>
                    <a:pt x="49670" y="3830"/>
                    <a:pt x="49871" y="3725"/>
                    <a:pt x="50082" y="3725"/>
                  </a:cubicBezTo>
                  <a:cubicBezTo>
                    <a:pt x="50184" y="3725"/>
                    <a:pt x="50287" y="3749"/>
                    <a:pt x="50395" y="3821"/>
                  </a:cubicBezTo>
                  <a:cubicBezTo>
                    <a:pt x="50339" y="4242"/>
                    <a:pt x="49917" y="4270"/>
                    <a:pt x="49384" y="4326"/>
                  </a:cubicBezTo>
                  <a:cubicBezTo>
                    <a:pt x="48851" y="4354"/>
                    <a:pt x="48205" y="4439"/>
                    <a:pt x="47812" y="4804"/>
                  </a:cubicBezTo>
                  <a:cubicBezTo>
                    <a:pt x="47874" y="4838"/>
                    <a:pt x="47943" y="4852"/>
                    <a:pt x="48016" y="4852"/>
                  </a:cubicBezTo>
                  <a:cubicBezTo>
                    <a:pt x="48241" y="4852"/>
                    <a:pt x="48505" y="4720"/>
                    <a:pt x="48738" y="4635"/>
                  </a:cubicBezTo>
                  <a:cubicBezTo>
                    <a:pt x="48841" y="4598"/>
                    <a:pt x="48929" y="4573"/>
                    <a:pt x="48993" y="4573"/>
                  </a:cubicBezTo>
                  <a:cubicBezTo>
                    <a:pt x="49122" y="4573"/>
                    <a:pt x="49159" y="4673"/>
                    <a:pt x="49047" y="4972"/>
                  </a:cubicBezTo>
                  <a:cubicBezTo>
                    <a:pt x="49230" y="4544"/>
                    <a:pt x="49503" y="4427"/>
                    <a:pt x="49799" y="4427"/>
                  </a:cubicBezTo>
                  <a:cubicBezTo>
                    <a:pt x="49911" y="4427"/>
                    <a:pt x="50026" y="4444"/>
                    <a:pt x="50142" y="4467"/>
                  </a:cubicBezTo>
                  <a:cubicBezTo>
                    <a:pt x="50367" y="4495"/>
                    <a:pt x="50591" y="4523"/>
                    <a:pt x="50816" y="4523"/>
                  </a:cubicBezTo>
                  <a:cubicBezTo>
                    <a:pt x="51068" y="4523"/>
                    <a:pt x="51349" y="4439"/>
                    <a:pt x="51546" y="4270"/>
                  </a:cubicBezTo>
                  <a:lnTo>
                    <a:pt x="51546" y="4270"/>
                  </a:lnTo>
                  <a:lnTo>
                    <a:pt x="51433" y="4747"/>
                  </a:lnTo>
                  <a:cubicBezTo>
                    <a:pt x="51653" y="4650"/>
                    <a:pt x="51893" y="4574"/>
                    <a:pt x="52137" y="4574"/>
                  </a:cubicBezTo>
                  <a:cubicBezTo>
                    <a:pt x="52174" y="4574"/>
                    <a:pt x="52211" y="4575"/>
                    <a:pt x="52248" y="4579"/>
                  </a:cubicBezTo>
                  <a:cubicBezTo>
                    <a:pt x="52023" y="4747"/>
                    <a:pt x="51826" y="4944"/>
                    <a:pt x="51630" y="5112"/>
                  </a:cubicBezTo>
                  <a:cubicBezTo>
                    <a:pt x="51757" y="5058"/>
                    <a:pt x="51884" y="5027"/>
                    <a:pt x="52011" y="5027"/>
                  </a:cubicBezTo>
                  <a:cubicBezTo>
                    <a:pt x="52080" y="5027"/>
                    <a:pt x="52150" y="5036"/>
                    <a:pt x="52220" y="5056"/>
                  </a:cubicBezTo>
                  <a:cubicBezTo>
                    <a:pt x="52388" y="5112"/>
                    <a:pt x="52556" y="5225"/>
                    <a:pt x="52697" y="5337"/>
                  </a:cubicBezTo>
                  <a:cubicBezTo>
                    <a:pt x="52991" y="5551"/>
                    <a:pt x="53260" y="5816"/>
                    <a:pt x="53625" y="5816"/>
                  </a:cubicBezTo>
                  <a:cubicBezTo>
                    <a:pt x="53643" y="5816"/>
                    <a:pt x="53661" y="5816"/>
                    <a:pt x="53679" y="5814"/>
                  </a:cubicBezTo>
                  <a:cubicBezTo>
                    <a:pt x="52949" y="5562"/>
                    <a:pt x="52921" y="5421"/>
                    <a:pt x="53006" y="5253"/>
                  </a:cubicBezTo>
                  <a:cubicBezTo>
                    <a:pt x="53062" y="5056"/>
                    <a:pt x="53286" y="4860"/>
                    <a:pt x="53006" y="4607"/>
                  </a:cubicBezTo>
                  <a:cubicBezTo>
                    <a:pt x="53079" y="4596"/>
                    <a:pt x="53152" y="4590"/>
                    <a:pt x="53224" y="4590"/>
                  </a:cubicBezTo>
                  <a:cubicBezTo>
                    <a:pt x="53514" y="4590"/>
                    <a:pt x="53797" y="4680"/>
                    <a:pt x="54044" y="4860"/>
                  </a:cubicBezTo>
                  <a:cubicBezTo>
                    <a:pt x="54213" y="5028"/>
                    <a:pt x="54353" y="5253"/>
                    <a:pt x="54409" y="5477"/>
                  </a:cubicBezTo>
                  <a:cubicBezTo>
                    <a:pt x="54570" y="5960"/>
                    <a:pt x="54680" y="6443"/>
                    <a:pt x="55692" y="6876"/>
                  </a:cubicBezTo>
                  <a:lnTo>
                    <a:pt x="55692" y="6876"/>
                  </a:lnTo>
                  <a:cubicBezTo>
                    <a:pt x="55338" y="6679"/>
                    <a:pt x="54930" y="6123"/>
                    <a:pt x="55420" y="6123"/>
                  </a:cubicBezTo>
                  <a:cubicBezTo>
                    <a:pt x="55841" y="6432"/>
                    <a:pt x="56178" y="6825"/>
                    <a:pt x="56431" y="7274"/>
                  </a:cubicBezTo>
                  <a:cubicBezTo>
                    <a:pt x="56780" y="7433"/>
                    <a:pt x="56977" y="7495"/>
                    <a:pt x="57079" y="7495"/>
                  </a:cubicBezTo>
                  <a:cubicBezTo>
                    <a:pt x="57432" y="7495"/>
                    <a:pt x="56668" y="6765"/>
                    <a:pt x="57150" y="6765"/>
                  </a:cubicBezTo>
                  <a:cubicBezTo>
                    <a:pt x="57170" y="6765"/>
                    <a:pt x="57192" y="6766"/>
                    <a:pt x="57217" y="6769"/>
                  </a:cubicBezTo>
                  <a:cubicBezTo>
                    <a:pt x="57325" y="7117"/>
                    <a:pt x="57505" y="7203"/>
                    <a:pt x="57740" y="7203"/>
                  </a:cubicBezTo>
                  <a:cubicBezTo>
                    <a:pt x="57969" y="7203"/>
                    <a:pt x="58251" y="7121"/>
                    <a:pt x="58568" y="7121"/>
                  </a:cubicBezTo>
                  <a:cubicBezTo>
                    <a:pt x="58684" y="7121"/>
                    <a:pt x="58805" y="7132"/>
                    <a:pt x="58929" y="7162"/>
                  </a:cubicBezTo>
                  <a:lnTo>
                    <a:pt x="58705" y="7611"/>
                  </a:lnTo>
                  <a:cubicBezTo>
                    <a:pt x="59177" y="7936"/>
                    <a:pt x="59467" y="8041"/>
                    <a:pt x="59666" y="8041"/>
                  </a:cubicBezTo>
                  <a:cubicBezTo>
                    <a:pt x="60036" y="8041"/>
                    <a:pt x="60095" y="7678"/>
                    <a:pt x="60427" y="7678"/>
                  </a:cubicBezTo>
                  <a:cubicBezTo>
                    <a:pt x="60597" y="7678"/>
                    <a:pt x="60839" y="7773"/>
                    <a:pt x="61231" y="8060"/>
                  </a:cubicBezTo>
                  <a:lnTo>
                    <a:pt x="60193" y="8369"/>
                  </a:lnTo>
                  <a:cubicBezTo>
                    <a:pt x="60530" y="8453"/>
                    <a:pt x="60866" y="8538"/>
                    <a:pt x="61175" y="8622"/>
                  </a:cubicBezTo>
                  <a:lnTo>
                    <a:pt x="60782" y="9071"/>
                  </a:lnTo>
                  <a:cubicBezTo>
                    <a:pt x="61933" y="9099"/>
                    <a:pt x="62214" y="9324"/>
                    <a:pt x="63141" y="9857"/>
                  </a:cubicBezTo>
                  <a:cubicBezTo>
                    <a:pt x="63056" y="9541"/>
                    <a:pt x="63351" y="9241"/>
                    <a:pt x="63871" y="9241"/>
                  </a:cubicBezTo>
                  <a:cubicBezTo>
                    <a:pt x="64044" y="9241"/>
                    <a:pt x="64242" y="9274"/>
                    <a:pt x="64460" y="9352"/>
                  </a:cubicBezTo>
                  <a:cubicBezTo>
                    <a:pt x="64937" y="9857"/>
                    <a:pt x="63955" y="9717"/>
                    <a:pt x="65218" y="10054"/>
                  </a:cubicBezTo>
                  <a:cubicBezTo>
                    <a:pt x="65009" y="10158"/>
                    <a:pt x="64784" y="10287"/>
                    <a:pt x="64564" y="10287"/>
                  </a:cubicBezTo>
                  <a:cubicBezTo>
                    <a:pt x="64371" y="10287"/>
                    <a:pt x="64182" y="10187"/>
                    <a:pt x="64011" y="9885"/>
                  </a:cubicBezTo>
                  <a:cubicBezTo>
                    <a:pt x="63899" y="10025"/>
                    <a:pt x="63618" y="10082"/>
                    <a:pt x="63506" y="10222"/>
                  </a:cubicBezTo>
                  <a:cubicBezTo>
                    <a:pt x="64039" y="10784"/>
                    <a:pt x="65106" y="10868"/>
                    <a:pt x="65555" y="11036"/>
                  </a:cubicBezTo>
                  <a:cubicBezTo>
                    <a:pt x="65387" y="10952"/>
                    <a:pt x="65218" y="10868"/>
                    <a:pt x="65106" y="10755"/>
                  </a:cubicBezTo>
                  <a:cubicBezTo>
                    <a:pt x="65780" y="10755"/>
                    <a:pt x="66453" y="10699"/>
                    <a:pt x="67099" y="10671"/>
                  </a:cubicBezTo>
                  <a:lnTo>
                    <a:pt x="67099" y="10671"/>
                  </a:lnTo>
                  <a:cubicBezTo>
                    <a:pt x="67324" y="10952"/>
                    <a:pt x="67071" y="11036"/>
                    <a:pt x="66790" y="11092"/>
                  </a:cubicBezTo>
                  <a:cubicBezTo>
                    <a:pt x="66892" y="11114"/>
                    <a:pt x="66988" y="11121"/>
                    <a:pt x="67083" y="11121"/>
                  </a:cubicBezTo>
                  <a:cubicBezTo>
                    <a:pt x="67241" y="11121"/>
                    <a:pt x="67397" y="11103"/>
                    <a:pt x="67576" y="11103"/>
                  </a:cubicBezTo>
                  <a:cubicBezTo>
                    <a:pt x="67710" y="11103"/>
                    <a:pt x="67856" y="11113"/>
                    <a:pt x="68026" y="11148"/>
                  </a:cubicBezTo>
                  <a:cubicBezTo>
                    <a:pt x="67795" y="11481"/>
                    <a:pt x="67705" y="11861"/>
                    <a:pt x="67072" y="11861"/>
                  </a:cubicBezTo>
                  <a:cubicBezTo>
                    <a:pt x="67030" y="11861"/>
                    <a:pt x="66984" y="11859"/>
                    <a:pt x="66936" y="11856"/>
                  </a:cubicBezTo>
                  <a:lnTo>
                    <a:pt x="66936" y="11856"/>
                  </a:lnTo>
                  <a:cubicBezTo>
                    <a:pt x="67532" y="11908"/>
                    <a:pt x="68102" y="11936"/>
                    <a:pt x="68699" y="11963"/>
                  </a:cubicBezTo>
                  <a:cubicBezTo>
                    <a:pt x="68755" y="12187"/>
                    <a:pt x="69429" y="12721"/>
                    <a:pt x="69149" y="12777"/>
                  </a:cubicBezTo>
                  <a:cubicBezTo>
                    <a:pt x="70019" y="13310"/>
                    <a:pt x="71675" y="12721"/>
                    <a:pt x="72798" y="13423"/>
                  </a:cubicBezTo>
                  <a:cubicBezTo>
                    <a:pt x="72907" y="13368"/>
                    <a:pt x="73016" y="13337"/>
                    <a:pt x="73125" y="13337"/>
                  </a:cubicBezTo>
                  <a:cubicBezTo>
                    <a:pt x="73184" y="13337"/>
                    <a:pt x="73244" y="13346"/>
                    <a:pt x="73304" y="13366"/>
                  </a:cubicBezTo>
                  <a:cubicBezTo>
                    <a:pt x="74388" y="13800"/>
                    <a:pt x="75211" y="14548"/>
                    <a:pt x="76607" y="14548"/>
                  </a:cubicBezTo>
                  <a:cubicBezTo>
                    <a:pt x="76656" y="14548"/>
                    <a:pt x="76706" y="14547"/>
                    <a:pt x="76757" y="14546"/>
                  </a:cubicBezTo>
                  <a:cubicBezTo>
                    <a:pt x="76925" y="14854"/>
                    <a:pt x="77066" y="15191"/>
                    <a:pt x="77234" y="15500"/>
                  </a:cubicBezTo>
                  <a:cubicBezTo>
                    <a:pt x="77315" y="15520"/>
                    <a:pt x="77379" y="15529"/>
                    <a:pt x="77429" y="15529"/>
                  </a:cubicBezTo>
                  <a:cubicBezTo>
                    <a:pt x="77948" y="15529"/>
                    <a:pt x="77019" y="14583"/>
                    <a:pt x="77822" y="14583"/>
                  </a:cubicBezTo>
                  <a:cubicBezTo>
                    <a:pt x="77946" y="14583"/>
                    <a:pt x="78111" y="14606"/>
                    <a:pt x="78329" y="14658"/>
                  </a:cubicBezTo>
                  <a:cubicBezTo>
                    <a:pt x="79620" y="14882"/>
                    <a:pt x="78554" y="15416"/>
                    <a:pt x="78890" y="15753"/>
                  </a:cubicBezTo>
                  <a:cubicBezTo>
                    <a:pt x="79283" y="15683"/>
                    <a:pt x="79676" y="15633"/>
                    <a:pt x="80053" y="15633"/>
                  </a:cubicBezTo>
                  <a:cubicBezTo>
                    <a:pt x="80134" y="15633"/>
                    <a:pt x="80215" y="15635"/>
                    <a:pt x="80294" y="15640"/>
                  </a:cubicBezTo>
                  <a:cubicBezTo>
                    <a:pt x="80884" y="15669"/>
                    <a:pt x="81417" y="15949"/>
                    <a:pt x="81782" y="16398"/>
                  </a:cubicBezTo>
                  <a:cubicBezTo>
                    <a:pt x="81445" y="16370"/>
                    <a:pt x="81221" y="16118"/>
                    <a:pt x="80856" y="16033"/>
                  </a:cubicBezTo>
                  <a:lnTo>
                    <a:pt x="80856" y="16033"/>
                  </a:lnTo>
                  <a:lnTo>
                    <a:pt x="81529" y="16763"/>
                  </a:lnTo>
                  <a:cubicBezTo>
                    <a:pt x="81305" y="16792"/>
                    <a:pt x="81080" y="16806"/>
                    <a:pt x="80856" y="16806"/>
                  </a:cubicBezTo>
                  <a:cubicBezTo>
                    <a:pt x="80631" y="16806"/>
                    <a:pt x="80406" y="16792"/>
                    <a:pt x="80182" y="16763"/>
                  </a:cubicBezTo>
                  <a:cubicBezTo>
                    <a:pt x="79929" y="16763"/>
                    <a:pt x="79929" y="16848"/>
                    <a:pt x="80182" y="17297"/>
                  </a:cubicBezTo>
                  <a:cubicBezTo>
                    <a:pt x="80323" y="17026"/>
                    <a:pt x="80548" y="16928"/>
                    <a:pt x="80819" y="16928"/>
                  </a:cubicBezTo>
                  <a:cubicBezTo>
                    <a:pt x="81196" y="16928"/>
                    <a:pt x="81662" y="17117"/>
                    <a:pt x="82119" y="17297"/>
                  </a:cubicBezTo>
                  <a:cubicBezTo>
                    <a:pt x="82596" y="17478"/>
                    <a:pt x="83064" y="17659"/>
                    <a:pt x="83443" y="17659"/>
                  </a:cubicBezTo>
                  <a:cubicBezTo>
                    <a:pt x="83710" y="17659"/>
                    <a:pt x="83933" y="17569"/>
                    <a:pt x="84084" y="17325"/>
                  </a:cubicBezTo>
                  <a:lnTo>
                    <a:pt x="84505" y="17858"/>
                  </a:lnTo>
                  <a:cubicBezTo>
                    <a:pt x="84365" y="17774"/>
                    <a:pt x="84309" y="17830"/>
                    <a:pt x="84168" y="17746"/>
                  </a:cubicBezTo>
                  <a:lnTo>
                    <a:pt x="84168" y="17746"/>
                  </a:lnTo>
                  <a:cubicBezTo>
                    <a:pt x="84361" y="18062"/>
                    <a:pt x="84539" y="18164"/>
                    <a:pt x="84722" y="18164"/>
                  </a:cubicBezTo>
                  <a:cubicBezTo>
                    <a:pt x="85055" y="18164"/>
                    <a:pt x="85404" y="17822"/>
                    <a:pt x="85884" y="17822"/>
                  </a:cubicBezTo>
                  <a:cubicBezTo>
                    <a:pt x="86097" y="17822"/>
                    <a:pt x="86336" y="17889"/>
                    <a:pt x="86611" y="18083"/>
                  </a:cubicBezTo>
                  <a:cubicBezTo>
                    <a:pt x="87032" y="18448"/>
                    <a:pt x="87257" y="18757"/>
                    <a:pt x="86864" y="18757"/>
                  </a:cubicBezTo>
                  <a:cubicBezTo>
                    <a:pt x="87257" y="18813"/>
                    <a:pt x="87650" y="18897"/>
                    <a:pt x="88043" y="19009"/>
                  </a:cubicBezTo>
                  <a:cubicBezTo>
                    <a:pt x="88241" y="19129"/>
                    <a:pt x="88201" y="19248"/>
                    <a:pt x="88061" y="19248"/>
                  </a:cubicBezTo>
                  <a:cubicBezTo>
                    <a:pt x="88024" y="19248"/>
                    <a:pt x="87978" y="19239"/>
                    <a:pt x="87929" y="19219"/>
                  </a:cubicBezTo>
                  <a:lnTo>
                    <a:pt x="87929" y="19219"/>
                  </a:lnTo>
                  <a:lnTo>
                    <a:pt x="89418" y="19964"/>
                  </a:lnTo>
                  <a:lnTo>
                    <a:pt x="89390" y="19992"/>
                  </a:lnTo>
                  <a:cubicBezTo>
                    <a:pt x="89811" y="19908"/>
                    <a:pt x="90261" y="19908"/>
                    <a:pt x="90710" y="19908"/>
                  </a:cubicBezTo>
                  <a:cubicBezTo>
                    <a:pt x="90814" y="20065"/>
                    <a:pt x="90802" y="20105"/>
                    <a:pt x="90747" y="20105"/>
                  </a:cubicBezTo>
                  <a:cubicBezTo>
                    <a:pt x="90690" y="20105"/>
                    <a:pt x="90586" y="20062"/>
                    <a:pt x="90519" y="20062"/>
                  </a:cubicBezTo>
                  <a:cubicBezTo>
                    <a:pt x="90478" y="20062"/>
                    <a:pt x="90450" y="20078"/>
                    <a:pt x="90457" y="20132"/>
                  </a:cubicBezTo>
                  <a:cubicBezTo>
                    <a:pt x="90794" y="20189"/>
                    <a:pt x="91131" y="20273"/>
                    <a:pt x="91468" y="20357"/>
                  </a:cubicBezTo>
                  <a:cubicBezTo>
                    <a:pt x="91524" y="20638"/>
                    <a:pt x="91356" y="20722"/>
                    <a:pt x="91075" y="20722"/>
                  </a:cubicBezTo>
                  <a:cubicBezTo>
                    <a:pt x="90766" y="20666"/>
                    <a:pt x="90457" y="20554"/>
                    <a:pt x="90176" y="20357"/>
                  </a:cubicBezTo>
                  <a:lnTo>
                    <a:pt x="90176" y="20357"/>
                  </a:lnTo>
                  <a:cubicBezTo>
                    <a:pt x="90204" y="21199"/>
                    <a:pt x="90429" y="21227"/>
                    <a:pt x="90794" y="21283"/>
                  </a:cubicBezTo>
                  <a:cubicBezTo>
                    <a:pt x="91159" y="21312"/>
                    <a:pt x="91692" y="21368"/>
                    <a:pt x="92282" y="22238"/>
                  </a:cubicBezTo>
                  <a:lnTo>
                    <a:pt x="91412" y="21873"/>
                  </a:lnTo>
                  <a:lnTo>
                    <a:pt x="91412" y="21873"/>
                  </a:lnTo>
                  <a:cubicBezTo>
                    <a:pt x="91468" y="22884"/>
                    <a:pt x="92226" y="23024"/>
                    <a:pt x="92815" y="23979"/>
                  </a:cubicBezTo>
                  <a:cubicBezTo>
                    <a:pt x="92765" y="23679"/>
                    <a:pt x="91980" y="22198"/>
                    <a:pt x="92563" y="22056"/>
                  </a:cubicBezTo>
                  <a:lnTo>
                    <a:pt x="92563" y="22056"/>
                  </a:lnTo>
                  <a:cubicBezTo>
                    <a:pt x="92669" y="22072"/>
                    <a:pt x="92768" y="22083"/>
                    <a:pt x="92844" y="22098"/>
                  </a:cubicBezTo>
                  <a:cubicBezTo>
                    <a:pt x="92836" y="22087"/>
                    <a:pt x="92830" y="22076"/>
                    <a:pt x="92823" y="22065"/>
                  </a:cubicBezTo>
                  <a:lnTo>
                    <a:pt x="92823" y="22065"/>
                  </a:lnTo>
                  <a:cubicBezTo>
                    <a:pt x="92830" y="22066"/>
                    <a:pt x="92837" y="22068"/>
                    <a:pt x="92844" y="22070"/>
                  </a:cubicBezTo>
                  <a:cubicBezTo>
                    <a:pt x="93124" y="22435"/>
                    <a:pt x="93545" y="22659"/>
                    <a:pt x="93995" y="22687"/>
                  </a:cubicBezTo>
                  <a:cubicBezTo>
                    <a:pt x="93714" y="23108"/>
                    <a:pt x="94219" y="23333"/>
                    <a:pt x="94809" y="23698"/>
                  </a:cubicBezTo>
                  <a:lnTo>
                    <a:pt x="94388" y="24231"/>
                  </a:lnTo>
                  <a:cubicBezTo>
                    <a:pt x="94616" y="24319"/>
                    <a:pt x="94786" y="24349"/>
                    <a:pt x="94929" y="24349"/>
                  </a:cubicBezTo>
                  <a:cubicBezTo>
                    <a:pt x="95244" y="24349"/>
                    <a:pt x="95425" y="24203"/>
                    <a:pt x="95791" y="24203"/>
                  </a:cubicBezTo>
                  <a:cubicBezTo>
                    <a:pt x="96465" y="24737"/>
                    <a:pt x="96297" y="25242"/>
                    <a:pt x="96184" y="25719"/>
                  </a:cubicBezTo>
                  <a:cubicBezTo>
                    <a:pt x="96370" y="25889"/>
                    <a:pt x="96478" y="25955"/>
                    <a:pt x="96541" y="25955"/>
                  </a:cubicBezTo>
                  <a:cubicBezTo>
                    <a:pt x="96760" y="25955"/>
                    <a:pt x="96410" y="25143"/>
                    <a:pt x="96787" y="25143"/>
                  </a:cubicBezTo>
                  <a:cubicBezTo>
                    <a:pt x="96889" y="25143"/>
                    <a:pt x="97045" y="25203"/>
                    <a:pt x="97279" y="25354"/>
                  </a:cubicBezTo>
                  <a:cubicBezTo>
                    <a:pt x="98009" y="26253"/>
                    <a:pt x="98823" y="26505"/>
                    <a:pt x="100115" y="27011"/>
                  </a:cubicBezTo>
                  <a:cubicBezTo>
                    <a:pt x="100592" y="27713"/>
                    <a:pt x="99778" y="27263"/>
                    <a:pt x="99862" y="27572"/>
                  </a:cubicBezTo>
                  <a:lnTo>
                    <a:pt x="100732" y="27628"/>
                  </a:lnTo>
                  <a:cubicBezTo>
                    <a:pt x="100873" y="27741"/>
                    <a:pt x="100704" y="27825"/>
                    <a:pt x="100648" y="27881"/>
                  </a:cubicBezTo>
                  <a:cubicBezTo>
                    <a:pt x="100724" y="27906"/>
                    <a:pt x="100788" y="27917"/>
                    <a:pt x="100843" y="27917"/>
                  </a:cubicBezTo>
                  <a:cubicBezTo>
                    <a:pt x="101105" y="27917"/>
                    <a:pt x="101178" y="27683"/>
                    <a:pt x="101447" y="27683"/>
                  </a:cubicBezTo>
                  <a:cubicBezTo>
                    <a:pt x="101564" y="27683"/>
                    <a:pt x="101718" y="27727"/>
                    <a:pt x="101940" y="27853"/>
                  </a:cubicBezTo>
                  <a:cubicBezTo>
                    <a:pt x="101994" y="27817"/>
                    <a:pt x="102044" y="27800"/>
                    <a:pt x="102092" y="27800"/>
                  </a:cubicBezTo>
                  <a:cubicBezTo>
                    <a:pt x="102342" y="27800"/>
                    <a:pt x="102518" y="28252"/>
                    <a:pt x="102754" y="28723"/>
                  </a:cubicBezTo>
                  <a:cubicBezTo>
                    <a:pt x="103035" y="29313"/>
                    <a:pt x="103400" y="29959"/>
                    <a:pt x="104101" y="30043"/>
                  </a:cubicBezTo>
                  <a:cubicBezTo>
                    <a:pt x="104186" y="30352"/>
                    <a:pt x="103736" y="30239"/>
                    <a:pt x="103624" y="30492"/>
                  </a:cubicBezTo>
                  <a:cubicBezTo>
                    <a:pt x="105140" y="31138"/>
                    <a:pt x="104888" y="31082"/>
                    <a:pt x="106347" y="31447"/>
                  </a:cubicBezTo>
                  <a:lnTo>
                    <a:pt x="106853" y="32541"/>
                  </a:lnTo>
                  <a:cubicBezTo>
                    <a:pt x="106722" y="32062"/>
                    <a:pt x="106975" y="31906"/>
                    <a:pt x="107390" y="31906"/>
                  </a:cubicBezTo>
                  <a:cubicBezTo>
                    <a:pt x="107776" y="31906"/>
                    <a:pt x="108303" y="32041"/>
                    <a:pt x="108790" y="32176"/>
                  </a:cubicBezTo>
                  <a:cubicBezTo>
                    <a:pt x="108762" y="31896"/>
                    <a:pt x="108706" y="31587"/>
                    <a:pt x="108650" y="31278"/>
                  </a:cubicBezTo>
                  <a:lnTo>
                    <a:pt x="108650" y="31278"/>
                  </a:lnTo>
                  <a:lnTo>
                    <a:pt x="109969" y="32064"/>
                  </a:lnTo>
                  <a:cubicBezTo>
                    <a:pt x="110025" y="32261"/>
                    <a:pt x="109773" y="32317"/>
                    <a:pt x="109379" y="32373"/>
                  </a:cubicBezTo>
                  <a:lnTo>
                    <a:pt x="109688" y="32429"/>
                  </a:lnTo>
                  <a:cubicBezTo>
                    <a:pt x="109913" y="32991"/>
                    <a:pt x="109436" y="33075"/>
                    <a:pt x="108902" y="33075"/>
                  </a:cubicBezTo>
                  <a:cubicBezTo>
                    <a:pt x="108846" y="32850"/>
                    <a:pt x="108818" y="32626"/>
                    <a:pt x="108818" y="32401"/>
                  </a:cubicBezTo>
                  <a:cubicBezTo>
                    <a:pt x="108256" y="32429"/>
                    <a:pt x="107695" y="32541"/>
                    <a:pt x="107470" y="32850"/>
                  </a:cubicBezTo>
                  <a:cubicBezTo>
                    <a:pt x="107639" y="32906"/>
                    <a:pt x="107807" y="32963"/>
                    <a:pt x="107948" y="33075"/>
                  </a:cubicBezTo>
                  <a:cubicBezTo>
                    <a:pt x="107807" y="33075"/>
                    <a:pt x="107695" y="33103"/>
                    <a:pt x="107667" y="33187"/>
                  </a:cubicBezTo>
                  <a:cubicBezTo>
                    <a:pt x="107667" y="33271"/>
                    <a:pt x="107863" y="33271"/>
                    <a:pt x="108172" y="33328"/>
                  </a:cubicBezTo>
                  <a:lnTo>
                    <a:pt x="107863" y="34086"/>
                  </a:lnTo>
                  <a:lnTo>
                    <a:pt x="108144" y="33917"/>
                  </a:lnTo>
                  <a:cubicBezTo>
                    <a:pt x="108481" y="34479"/>
                    <a:pt x="108790" y="35040"/>
                    <a:pt x="109127" y="35602"/>
                  </a:cubicBezTo>
                  <a:cubicBezTo>
                    <a:pt x="109885" y="35826"/>
                    <a:pt x="110643" y="35967"/>
                    <a:pt x="111457" y="36219"/>
                  </a:cubicBezTo>
                  <a:cubicBezTo>
                    <a:pt x="112383" y="36500"/>
                    <a:pt x="113226" y="36977"/>
                    <a:pt x="113956" y="37595"/>
                  </a:cubicBezTo>
                  <a:cubicBezTo>
                    <a:pt x="113936" y="37594"/>
                    <a:pt x="113916" y="37594"/>
                    <a:pt x="113897" y="37594"/>
                  </a:cubicBezTo>
                  <a:cubicBezTo>
                    <a:pt x="113171" y="37594"/>
                    <a:pt x="113185" y="38111"/>
                    <a:pt x="112692" y="38521"/>
                  </a:cubicBezTo>
                  <a:cubicBezTo>
                    <a:pt x="112803" y="37634"/>
                    <a:pt x="111406" y="37486"/>
                    <a:pt x="110723" y="36589"/>
                  </a:cubicBezTo>
                  <a:lnTo>
                    <a:pt x="110723" y="36589"/>
                  </a:lnTo>
                  <a:cubicBezTo>
                    <a:pt x="111018" y="36996"/>
                    <a:pt x="110779" y="37122"/>
                    <a:pt x="110609" y="37122"/>
                  </a:cubicBezTo>
                  <a:cubicBezTo>
                    <a:pt x="110591" y="37122"/>
                    <a:pt x="110574" y="37120"/>
                    <a:pt x="110559" y="37118"/>
                  </a:cubicBezTo>
                  <a:lnTo>
                    <a:pt x="110559" y="37118"/>
                  </a:lnTo>
                  <a:cubicBezTo>
                    <a:pt x="111148" y="37455"/>
                    <a:pt x="111738" y="37820"/>
                    <a:pt x="112355" y="38156"/>
                  </a:cubicBezTo>
                  <a:cubicBezTo>
                    <a:pt x="111934" y="38493"/>
                    <a:pt x="112355" y="38746"/>
                    <a:pt x="112524" y="39279"/>
                  </a:cubicBezTo>
                  <a:cubicBezTo>
                    <a:pt x="112644" y="39058"/>
                    <a:pt x="112787" y="38969"/>
                    <a:pt x="112945" y="38969"/>
                  </a:cubicBezTo>
                  <a:cubicBezTo>
                    <a:pt x="113489" y="38969"/>
                    <a:pt x="114211" y="40020"/>
                    <a:pt x="114798" y="40346"/>
                  </a:cubicBezTo>
                  <a:cubicBezTo>
                    <a:pt x="114708" y="40448"/>
                    <a:pt x="114591" y="40522"/>
                    <a:pt x="114444" y="40522"/>
                  </a:cubicBezTo>
                  <a:cubicBezTo>
                    <a:pt x="114226" y="40522"/>
                    <a:pt x="113944" y="40356"/>
                    <a:pt x="113591" y="39869"/>
                  </a:cubicBezTo>
                  <a:lnTo>
                    <a:pt x="113591" y="39869"/>
                  </a:lnTo>
                  <a:cubicBezTo>
                    <a:pt x="113703" y="41245"/>
                    <a:pt x="115444" y="40150"/>
                    <a:pt x="115640" y="41413"/>
                  </a:cubicBezTo>
                  <a:cubicBezTo>
                    <a:pt x="115497" y="41270"/>
                    <a:pt x="115435" y="41148"/>
                    <a:pt x="115300" y="41148"/>
                  </a:cubicBezTo>
                  <a:cubicBezTo>
                    <a:pt x="115276" y="41148"/>
                    <a:pt x="115249" y="41152"/>
                    <a:pt x="115219" y="41160"/>
                  </a:cubicBezTo>
                  <a:cubicBezTo>
                    <a:pt x="115823" y="41380"/>
                    <a:pt x="116507" y="42566"/>
                    <a:pt x="116118" y="42566"/>
                  </a:cubicBezTo>
                  <a:cubicBezTo>
                    <a:pt x="116109" y="42566"/>
                    <a:pt x="116099" y="42565"/>
                    <a:pt x="116089" y="42564"/>
                  </a:cubicBezTo>
                  <a:lnTo>
                    <a:pt x="115921" y="42368"/>
                  </a:lnTo>
                  <a:lnTo>
                    <a:pt x="115921" y="42368"/>
                  </a:lnTo>
                  <a:cubicBezTo>
                    <a:pt x="116786" y="43626"/>
                    <a:pt x="118679" y="45913"/>
                    <a:pt x="119612" y="45913"/>
                  </a:cubicBezTo>
                  <a:cubicBezTo>
                    <a:pt x="119678" y="45913"/>
                    <a:pt x="119739" y="45901"/>
                    <a:pt x="119795" y="45877"/>
                  </a:cubicBezTo>
                  <a:lnTo>
                    <a:pt x="119795" y="45877"/>
                  </a:lnTo>
                  <a:cubicBezTo>
                    <a:pt x="119430" y="46102"/>
                    <a:pt x="119037" y="46270"/>
                    <a:pt x="118616" y="46382"/>
                  </a:cubicBezTo>
                  <a:cubicBezTo>
                    <a:pt x="119992" y="46551"/>
                    <a:pt x="121367" y="46747"/>
                    <a:pt x="122771" y="46944"/>
                  </a:cubicBezTo>
                  <a:cubicBezTo>
                    <a:pt x="122129" y="47150"/>
                    <a:pt x="121411" y="48425"/>
                    <a:pt x="120543" y="48425"/>
                  </a:cubicBezTo>
                  <a:cubicBezTo>
                    <a:pt x="120348" y="48425"/>
                    <a:pt x="120146" y="48361"/>
                    <a:pt x="119936" y="48207"/>
                  </a:cubicBezTo>
                  <a:lnTo>
                    <a:pt x="119936" y="48207"/>
                  </a:lnTo>
                  <a:cubicBezTo>
                    <a:pt x="120104" y="48769"/>
                    <a:pt x="120469" y="49218"/>
                    <a:pt x="120918" y="49555"/>
                  </a:cubicBezTo>
                  <a:cubicBezTo>
                    <a:pt x="120869" y="49308"/>
                    <a:pt x="121318" y="48584"/>
                    <a:pt x="121619" y="48584"/>
                  </a:cubicBezTo>
                  <a:cubicBezTo>
                    <a:pt x="121660" y="48584"/>
                    <a:pt x="121698" y="48598"/>
                    <a:pt x="121732" y="48628"/>
                  </a:cubicBezTo>
                  <a:cubicBezTo>
                    <a:pt x="121594" y="49905"/>
                    <a:pt x="121729" y="49453"/>
                    <a:pt x="121841" y="50825"/>
                  </a:cubicBezTo>
                  <a:lnTo>
                    <a:pt x="121841" y="50825"/>
                  </a:lnTo>
                  <a:cubicBezTo>
                    <a:pt x="121850" y="50580"/>
                    <a:pt x="122293" y="50375"/>
                    <a:pt x="122700" y="50375"/>
                  </a:cubicBezTo>
                  <a:cubicBezTo>
                    <a:pt x="122952" y="50375"/>
                    <a:pt x="123191" y="50454"/>
                    <a:pt x="123304" y="50650"/>
                  </a:cubicBezTo>
                  <a:cubicBezTo>
                    <a:pt x="123120" y="50676"/>
                    <a:pt x="122437" y="51275"/>
                    <a:pt x="122170" y="51275"/>
                  </a:cubicBezTo>
                  <a:cubicBezTo>
                    <a:pt x="122158" y="51275"/>
                    <a:pt x="122146" y="51273"/>
                    <a:pt x="122135" y="51270"/>
                  </a:cubicBezTo>
                  <a:lnTo>
                    <a:pt x="122135" y="51270"/>
                  </a:lnTo>
                  <a:cubicBezTo>
                    <a:pt x="122717" y="51456"/>
                    <a:pt x="123300" y="51641"/>
                    <a:pt x="123882" y="51826"/>
                  </a:cubicBezTo>
                  <a:lnTo>
                    <a:pt x="123882" y="51826"/>
                  </a:lnTo>
                  <a:cubicBezTo>
                    <a:pt x="123867" y="51824"/>
                    <a:pt x="123852" y="51823"/>
                    <a:pt x="123836" y="51823"/>
                  </a:cubicBezTo>
                  <a:cubicBezTo>
                    <a:pt x="123478" y="51823"/>
                    <a:pt x="123098" y="52419"/>
                    <a:pt x="123024" y="52840"/>
                  </a:cubicBezTo>
                  <a:cubicBezTo>
                    <a:pt x="123033" y="52818"/>
                    <a:pt x="123046" y="52809"/>
                    <a:pt x="123061" y="52809"/>
                  </a:cubicBezTo>
                  <a:cubicBezTo>
                    <a:pt x="123233" y="52809"/>
                    <a:pt x="123754" y="53986"/>
                    <a:pt x="124063" y="54243"/>
                  </a:cubicBezTo>
                  <a:lnTo>
                    <a:pt x="123922" y="53541"/>
                  </a:lnTo>
                  <a:lnTo>
                    <a:pt x="123922" y="53541"/>
                  </a:lnTo>
                  <a:cubicBezTo>
                    <a:pt x="124708" y="55085"/>
                    <a:pt x="126252" y="54103"/>
                    <a:pt x="127123" y="55647"/>
                  </a:cubicBezTo>
                  <a:cubicBezTo>
                    <a:pt x="127102" y="55643"/>
                    <a:pt x="127077" y="55642"/>
                    <a:pt x="127049" y="55642"/>
                  </a:cubicBezTo>
                  <a:cubicBezTo>
                    <a:pt x="126637" y="55642"/>
                    <a:pt x="125570" y="56035"/>
                    <a:pt x="125859" y="56798"/>
                  </a:cubicBezTo>
                  <a:cubicBezTo>
                    <a:pt x="126589" y="56798"/>
                    <a:pt x="127291" y="56882"/>
                    <a:pt x="127993" y="56995"/>
                  </a:cubicBezTo>
                  <a:cubicBezTo>
                    <a:pt x="128891" y="57163"/>
                    <a:pt x="129874" y="57500"/>
                    <a:pt x="130464" y="58118"/>
                  </a:cubicBezTo>
                  <a:lnTo>
                    <a:pt x="130267" y="58539"/>
                  </a:lnTo>
                  <a:cubicBezTo>
                    <a:pt x="130576" y="58847"/>
                    <a:pt x="130857" y="59156"/>
                    <a:pt x="131165" y="59493"/>
                  </a:cubicBezTo>
                  <a:cubicBezTo>
                    <a:pt x="130604" y="59325"/>
                    <a:pt x="129649" y="58988"/>
                    <a:pt x="128695" y="58623"/>
                  </a:cubicBezTo>
                  <a:cubicBezTo>
                    <a:pt x="127740" y="58286"/>
                    <a:pt x="126786" y="57921"/>
                    <a:pt x="126168" y="57612"/>
                  </a:cubicBezTo>
                  <a:lnTo>
                    <a:pt x="126168" y="57612"/>
                  </a:lnTo>
                  <a:cubicBezTo>
                    <a:pt x="126252" y="58314"/>
                    <a:pt x="125915" y="57977"/>
                    <a:pt x="126393" y="58791"/>
                  </a:cubicBezTo>
                  <a:cubicBezTo>
                    <a:pt x="126359" y="58899"/>
                    <a:pt x="126302" y="58942"/>
                    <a:pt x="126234" y="58942"/>
                  </a:cubicBezTo>
                  <a:cubicBezTo>
                    <a:pt x="126017" y="58942"/>
                    <a:pt x="125678" y="58513"/>
                    <a:pt x="125550" y="58342"/>
                  </a:cubicBezTo>
                  <a:lnTo>
                    <a:pt x="125550" y="58342"/>
                  </a:lnTo>
                  <a:cubicBezTo>
                    <a:pt x="125859" y="59016"/>
                    <a:pt x="126140" y="59690"/>
                    <a:pt x="126393" y="60364"/>
                  </a:cubicBezTo>
                  <a:cubicBezTo>
                    <a:pt x="126462" y="60314"/>
                    <a:pt x="126534" y="60292"/>
                    <a:pt x="126608" y="60292"/>
                  </a:cubicBezTo>
                  <a:cubicBezTo>
                    <a:pt x="127107" y="60292"/>
                    <a:pt x="127692" y="61274"/>
                    <a:pt x="128111" y="61274"/>
                  </a:cubicBezTo>
                  <a:cubicBezTo>
                    <a:pt x="128158" y="61274"/>
                    <a:pt x="128203" y="61261"/>
                    <a:pt x="128246" y="61234"/>
                  </a:cubicBezTo>
                  <a:cubicBezTo>
                    <a:pt x="127684" y="60616"/>
                    <a:pt x="127123" y="59999"/>
                    <a:pt x="126533" y="59409"/>
                  </a:cubicBezTo>
                  <a:cubicBezTo>
                    <a:pt x="126651" y="59334"/>
                    <a:pt x="126809" y="59296"/>
                    <a:pt x="126994" y="59296"/>
                  </a:cubicBezTo>
                  <a:cubicBezTo>
                    <a:pt x="127295" y="59296"/>
                    <a:pt x="127667" y="59397"/>
                    <a:pt x="128049" y="59606"/>
                  </a:cubicBezTo>
                  <a:cubicBezTo>
                    <a:pt x="128723" y="59942"/>
                    <a:pt x="129256" y="60560"/>
                    <a:pt x="129537" y="61262"/>
                  </a:cubicBezTo>
                  <a:cubicBezTo>
                    <a:pt x="129425" y="61739"/>
                    <a:pt x="128246" y="61515"/>
                    <a:pt x="128049" y="61627"/>
                  </a:cubicBezTo>
                  <a:cubicBezTo>
                    <a:pt x="128358" y="61711"/>
                    <a:pt x="129060" y="62806"/>
                    <a:pt x="128947" y="63003"/>
                  </a:cubicBezTo>
                  <a:cubicBezTo>
                    <a:pt x="128751" y="62834"/>
                    <a:pt x="128554" y="62694"/>
                    <a:pt x="128358" y="62525"/>
                  </a:cubicBezTo>
                  <a:lnTo>
                    <a:pt x="128358" y="62525"/>
                  </a:lnTo>
                  <a:cubicBezTo>
                    <a:pt x="128386" y="62974"/>
                    <a:pt x="128751" y="63199"/>
                    <a:pt x="129060" y="63508"/>
                  </a:cubicBezTo>
                  <a:cubicBezTo>
                    <a:pt x="129425" y="63761"/>
                    <a:pt x="129593" y="64266"/>
                    <a:pt x="129481" y="64715"/>
                  </a:cubicBezTo>
                  <a:cubicBezTo>
                    <a:pt x="129535" y="65042"/>
                    <a:pt x="128955" y="65925"/>
                    <a:pt x="129306" y="65925"/>
                  </a:cubicBezTo>
                  <a:cubicBezTo>
                    <a:pt x="129317" y="65925"/>
                    <a:pt x="129328" y="65924"/>
                    <a:pt x="129341" y="65922"/>
                  </a:cubicBezTo>
                  <a:cubicBezTo>
                    <a:pt x="129893" y="65220"/>
                    <a:pt x="131813" y="64427"/>
                    <a:pt x="132716" y="64427"/>
                  </a:cubicBezTo>
                  <a:cubicBezTo>
                    <a:pt x="132823" y="64427"/>
                    <a:pt x="132916" y="64439"/>
                    <a:pt x="132990" y="64462"/>
                  </a:cubicBezTo>
                  <a:cubicBezTo>
                    <a:pt x="132990" y="64547"/>
                    <a:pt x="132962" y="65080"/>
                    <a:pt x="132878" y="65670"/>
                  </a:cubicBezTo>
                  <a:cubicBezTo>
                    <a:pt x="132822" y="66175"/>
                    <a:pt x="132709" y="66680"/>
                    <a:pt x="132513" y="67158"/>
                  </a:cubicBezTo>
                  <a:cubicBezTo>
                    <a:pt x="132406" y="67332"/>
                    <a:pt x="132253" y="67393"/>
                    <a:pt x="132078" y="67393"/>
                  </a:cubicBezTo>
                  <a:cubicBezTo>
                    <a:pt x="131679" y="67393"/>
                    <a:pt x="131161" y="67079"/>
                    <a:pt x="130781" y="67079"/>
                  </a:cubicBezTo>
                  <a:cubicBezTo>
                    <a:pt x="130629" y="67079"/>
                    <a:pt x="130499" y="67130"/>
                    <a:pt x="130407" y="67270"/>
                  </a:cubicBezTo>
                  <a:cubicBezTo>
                    <a:pt x="130418" y="67268"/>
                    <a:pt x="130428" y="67268"/>
                    <a:pt x="130439" y="67268"/>
                  </a:cubicBezTo>
                  <a:cubicBezTo>
                    <a:pt x="130635" y="67268"/>
                    <a:pt x="130919" y="67500"/>
                    <a:pt x="131025" y="67607"/>
                  </a:cubicBezTo>
                  <a:cubicBezTo>
                    <a:pt x="130969" y="68028"/>
                    <a:pt x="130407" y="67607"/>
                    <a:pt x="130688" y="68393"/>
                  </a:cubicBezTo>
                  <a:cubicBezTo>
                    <a:pt x="130694" y="68393"/>
                    <a:pt x="130700" y="68393"/>
                    <a:pt x="130705" y="68393"/>
                  </a:cubicBezTo>
                  <a:cubicBezTo>
                    <a:pt x="131201" y="68393"/>
                    <a:pt x="131146" y="69230"/>
                    <a:pt x="131194" y="69230"/>
                  </a:cubicBezTo>
                  <a:cubicBezTo>
                    <a:pt x="131215" y="69230"/>
                    <a:pt x="131254" y="69078"/>
                    <a:pt x="131362" y="68646"/>
                  </a:cubicBezTo>
                  <a:cubicBezTo>
                    <a:pt x="131755" y="69404"/>
                    <a:pt x="131418" y="69544"/>
                    <a:pt x="131643" y="70499"/>
                  </a:cubicBezTo>
                  <a:cubicBezTo>
                    <a:pt x="131707" y="70434"/>
                    <a:pt x="131797" y="70405"/>
                    <a:pt x="131904" y="70405"/>
                  </a:cubicBezTo>
                  <a:cubicBezTo>
                    <a:pt x="132451" y="70405"/>
                    <a:pt x="133443" y="71161"/>
                    <a:pt x="133748" y="71818"/>
                  </a:cubicBezTo>
                  <a:cubicBezTo>
                    <a:pt x="133580" y="71818"/>
                    <a:pt x="133383" y="72043"/>
                    <a:pt x="133299" y="72155"/>
                  </a:cubicBezTo>
                  <a:cubicBezTo>
                    <a:pt x="133608" y="73867"/>
                    <a:pt x="133524" y="74850"/>
                    <a:pt x="134001" y="76394"/>
                  </a:cubicBezTo>
                  <a:cubicBezTo>
                    <a:pt x="133877" y="76568"/>
                    <a:pt x="133906" y="77246"/>
                    <a:pt x="133643" y="77246"/>
                  </a:cubicBezTo>
                  <a:cubicBezTo>
                    <a:pt x="133612" y="77246"/>
                    <a:pt x="133576" y="77236"/>
                    <a:pt x="133535" y="77215"/>
                  </a:cubicBezTo>
                  <a:lnTo>
                    <a:pt x="133535" y="77215"/>
                  </a:lnTo>
                  <a:cubicBezTo>
                    <a:pt x="133839" y="77384"/>
                    <a:pt x="134087" y="77662"/>
                    <a:pt x="134226" y="77994"/>
                  </a:cubicBezTo>
                  <a:cubicBezTo>
                    <a:pt x="134171" y="78244"/>
                    <a:pt x="134117" y="78335"/>
                    <a:pt x="134063" y="78335"/>
                  </a:cubicBezTo>
                  <a:cubicBezTo>
                    <a:pt x="133913" y="78335"/>
                    <a:pt x="133754" y="77652"/>
                    <a:pt x="133534" y="77652"/>
                  </a:cubicBezTo>
                  <a:cubicBezTo>
                    <a:pt x="133462" y="77652"/>
                    <a:pt x="133385" y="77723"/>
                    <a:pt x="133299" y="77910"/>
                  </a:cubicBezTo>
                  <a:cubicBezTo>
                    <a:pt x="133314" y="77907"/>
                    <a:pt x="133329" y="77906"/>
                    <a:pt x="133345" y="77906"/>
                  </a:cubicBezTo>
                  <a:cubicBezTo>
                    <a:pt x="133762" y="77906"/>
                    <a:pt x="134329" y="78969"/>
                    <a:pt x="134843" y="79511"/>
                  </a:cubicBezTo>
                  <a:cubicBezTo>
                    <a:pt x="135320" y="79061"/>
                    <a:pt x="134310" y="77938"/>
                    <a:pt x="133832" y="77321"/>
                  </a:cubicBezTo>
                  <a:cubicBezTo>
                    <a:pt x="133941" y="77285"/>
                    <a:pt x="134056" y="77267"/>
                    <a:pt x="134177" y="77267"/>
                  </a:cubicBezTo>
                  <a:cubicBezTo>
                    <a:pt x="134529" y="77267"/>
                    <a:pt x="134931" y="77414"/>
                    <a:pt x="135349" y="77686"/>
                  </a:cubicBezTo>
                  <a:cubicBezTo>
                    <a:pt x="135966" y="78079"/>
                    <a:pt x="136528" y="78612"/>
                    <a:pt x="136977" y="79202"/>
                  </a:cubicBezTo>
                  <a:cubicBezTo>
                    <a:pt x="137735" y="80240"/>
                    <a:pt x="136696" y="79960"/>
                    <a:pt x="136921" y="80100"/>
                  </a:cubicBezTo>
                  <a:cubicBezTo>
                    <a:pt x="137061" y="80549"/>
                    <a:pt x="137342" y="80942"/>
                    <a:pt x="137679" y="81279"/>
                  </a:cubicBezTo>
                  <a:cubicBezTo>
                    <a:pt x="137931" y="81476"/>
                    <a:pt x="138184" y="81644"/>
                    <a:pt x="138493" y="81757"/>
                  </a:cubicBezTo>
                  <a:cubicBezTo>
                    <a:pt x="138746" y="81869"/>
                    <a:pt x="138998" y="82009"/>
                    <a:pt x="139195" y="82206"/>
                  </a:cubicBezTo>
                  <a:cubicBezTo>
                    <a:pt x="139447" y="82486"/>
                    <a:pt x="139616" y="82851"/>
                    <a:pt x="139700" y="83216"/>
                  </a:cubicBezTo>
                  <a:cubicBezTo>
                    <a:pt x="139644" y="84199"/>
                    <a:pt x="138746" y="83862"/>
                    <a:pt x="138493" y="84227"/>
                  </a:cubicBezTo>
                  <a:cubicBezTo>
                    <a:pt x="138184" y="83890"/>
                    <a:pt x="137988" y="83497"/>
                    <a:pt x="137903" y="83048"/>
                  </a:cubicBezTo>
                  <a:cubicBezTo>
                    <a:pt x="137847" y="82683"/>
                    <a:pt x="137735" y="82318"/>
                    <a:pt x="137566" y="81981"/>
                  </a:cubicBezTo>
                  <a:lnTo>
                    <a:pt x="137566" y="81981"/>
                  </a:lnTo>
                  <a:lnTo>
                    <a:pt x="137791" y="82908"/>
                  </a:lnTo>
                  <a:cubicBezTo>
                    <a:pt x="137370" y="82627"/>
                    <a:pt x="137061" y="82206"/>
                    <a:pt x="136921" y="81700"/>
                  </a:cubicBezTo>
                  <a:lnTo>
                    <a:pt x="136921" y="81700"/>
                  </a:lnTo>
                  <a:cubicBezTo>
                    <a:pt x="136921" y="82065"/>
                    <a:pt x="137033" y="82402"/>
                    <a:pt x="137201" y="82683"/>
                  </a:cubicBezTo>
                  <a:cubicBezTo>
                    <a:pt x="137426" y="83188"/>
                    <a:pt x="137707" y="83666"/>
                    <a:pt x="137988" y="84143"/>
                  </a:cubicBezTo>
                  <a:cubicBezTo>
                    <a:pt x="138633" y="85125"/>
                    <a:pt x="139223" y="86164"/>
                    <a:pt x="139784" y="87231"/>
                  </a:cubicBezTo>
                  <a:cubicBezTo>
                    <a:pt x="140016" y="87347"/>
                    <a:pt x="140341" y="87556"/>
                    <a:pt x="140521" y="87556"/>
                  </a:cubicBezTo>
                  <a:cubicBezTo>
                    <a:pt x="140603" y="87556"/>
                    <a:pt x="140655" y="87513"/>
                    <a:pt x="140655" y="87400"/>
                  </a:cubicBezTo>
                  <a:cubicBezTo>
                    <a:pt x="140514" y="87259"/>
                    <a:pt x="140374" y="87119"/>
                    <a:pt x="140233" y="86950"/>
                  </a:cubicBezTo>
                  <a:cubicBezTo>
                    <a:pt x="140240" y="86786"/>
                    <a:pt x="140308" y="86729"/>
                    <a:pt x="140405" y="86729"/>
                  </a:cubicBezTo>
                  <a:cubicBezTo>
                    <a:pt x="140619" y="86729"/>
                    <a:pt x="140974" y="87006"/>
                    <a:pt x="141115" y="87006"/>
                  </a:cubicBezTo>
                  <a:cubicBezTo>
                    <a:pt x="141183" y="87006"/>
                    <a:pt x="141202" y="86942"/>
                    <a:pt x="141132" y="86754"/>
                  </a:cubicBezTo>
                  <a:lnTo>
                    <a:pt x="141132" y="86754"/>
                  </a:lnTo>
                  <a:cubicBezTo>
                    <a:pt x="141890" y="87203"/>
                    <a:pt x="142816" y="87596"/>
                    <a:pt x="143322" y="88635"/>
                  </a:cubicBezTo>
                  <a:lnTo>
                    <a:pt x="142998" y="89202"/>
                  </a:lnTo>
                  <a:lnTo>
                    <a:pt x="142998" y="89202"/>
                  </a:lnTo>
                  <a:cubicBezTo>
                    <a:pt x="143071" y="89021"/>
                    <a:pt x="142800" y="88377"/>
                    <a:pt x="142451" y="88270"/>
                  </a:cubicBezTo>
                  <a:lnTo>
                    <a:pt x="142451" y="88270"/>
                  </a:lnTo>
                  <a:cubicBezTo>
                    <a:pt x="142937" y="88459"/>
                    <a:pt x="142904" y="90047"/>
                    <a:pt x="143772" y="90047"/>
                  </a:cubicBezTo>
                  <a:cubicBezTo>
                    <a:pt x="143808" y="90047"/>
                    <a:pt x="143845" y="90044"/>
                    <a:pt x="143883" y="90039"/>
                  </a:cubicBezTo>
                  <a:lnTo>
                    <a:pt x="143715" y="89140"/>
                  </a:lnTo>
                  <a:lnTo>
                    <a:pt x="143715" y="89140"/>
                  </a:lnTo>
                  <a:cubicBezTo>
                    <a:pt x="144473" y="89533"/>
                    <a:pt x="145624" y="89842"/>
                    <a:pt x="146157" y="90684"/>
                  </a:cubicBezTo>
                  <a:cubicBezTo>
                    <a:pt x="146326" y="89926"/>
                    <a:pt x="145961" y="90572"/>
                    <a:pt x="146045" y="89561"/>
                  </a:cubicBezTo>
                  <a:lnTo>
                    <a:pt x="146045" y="89561"/>
                  </a:lnTo>
                  <a:cubicBezTo>
                    <a:pt x="146001" y="89729"/>
                    <a:pt x="145929" y="89797"/>
                    <a:pt x="145839" y="89797"/>
                  </a:cubicBezTo>
                  <a:cubicBezTo>
                    <a:pt x="145642" y="89797"/>
                    <a:pt x="145360" y="89476"/>
                    <a:pt x="145090" y="89168"/>
                  </a:cubicBezTo>
                  <a:cubicBezTo>
                    <a:pt x="144849" y="88892"/>
                    <a:pt x="144628" y="88626"/>
                    <a:pt x="144481" y="88626"/>
                  </a:cubicBezTo>
                  <a:cubicBezTo>
                    <a:pt x="144417" y="88626"/>
                    <a:pt x="144367" y="88677"/>
                    <a:pt x="144335" y="88799"/>
                  </a:cubicBezTo>
                  <a:lnTo>
                    <a:pt x="144335" y="88799"/>
                  </a:lnTo>
                  <a:cubicBezTo>
                    <a:pt x="144365" y="88467"/>
                    <a:pt x="144295" y="88129"/>
                    <a:pt x="144108" y="87849"/>
                  </a:cubicBezTo>
                  <a:cubicBezTo>
                    <a:pt x="143883" y="87456"/>
                    <a:pt x="143771" y="87035"/>
                    <a:pt x="143771" y="86613"/>
                  </a:cubicBezTo>
                  <a:cubicBezTo>
                    <a:pt x="143695" y="86704"/>
                    <a:pt x="143669" y="86844"/>
                    <a:pt x="143594" y="86844"/>
                  </a:cubicBezTo>
                  <a:cubicBezTo>
                    <a:pt x="143531" y="86844"/>
                    <a:pt x="143432" y="86741"/>
                    <a:pt x="143237" y="86417"/>
                  </a:cubicBezTo>
                  <a:cubicBezTo>
                    <a:pt x="143153" y="86417"/>
                    <a:pt x="143041" y="86417"/>
                    <a:pt x="142957" y="86389"/>
                  </a:cubicBezTo>
                  <a:cubicBezTo>
                    <a:pt x="142901" y="86389"/>
                    <a:pt x="142901" y="86389"/>
                    <a:pt x="142957" y="86417"/>
                  </a:cubicBezTo>
                  <a:cubicBezTo>
                    <a:pt x="142985" y="86585"/>
                    <a:pt x="142985" y="86754"/>
                    <a:pt x="142957" y="86922"/>
                  </a:cubicBezTo>
                  <a:cubicBezTo>
                    <a:pt x="142311" y="86922"/>
                    <a:pt x="141525" y="85855"/>
                    <a:pt x="141048" y="85631"/>
                  </a:cubicBezTo>
                  <a:cubicBezTo>
                    <a:pt x="140973" y="85460"/>
                    <a:pt x="141004" y="85423"/>
                    <a:pt x="141073" y="85423"/>
                  </a:cubicBezTo>
                  <a:cubicBezTo>
                    <a:pt x="141124" y="85423"/>
                    <a:pt x="141197" y="85444"/>
                    <a:pt x="141262" y="85444"/>
                  </a:cubicBezTo>
                  <a:cubicBezTo>
                    <a:pt x="141338" y="85444"/>
                    <a:pt x="141403" y="85416"/>
                    <a:pt x="141413" y="85294"/>
                  </a:cubicBezTo>
                  <a:cubicBezTo>
                    <a:pt x="141188" y="85210"/>
                    <a:pt x="140935" y="85097"/>
                    <a:pt x="140711" y="84985"/>
                  </a:cubicBezTo>
                  <a:cubicBezTo>
                    <a:pt x="140966" y="84730"/>
                    <a:pt x="140786" y="83990"/>
                    <a:pt x="141063" y="83990"/>
                  </a:cubicBezTo>
                  <a:cubicBezTo>
                    <a:pt x="141152" y="83990"/>
                    <a:pt x="141286" y="84065"/>
                    <a:pt x="141497" y="84255"/>
                  </a:cubicBezTo>
                  <a:cubicBezTo>
                    <a:pt x="141328" y="83974"/>
                    <a:pt x="141132" y="83694"/>
                    <a:pt x="140935" y="83385"/>
                  </a:cubicBezTo>
                  <a:cubicBezTo>
                    <a:pt x="140851" y="82739"/>
                    <a:pt x="140542" y="82150"/>
                    <a:pt x="140093" y="81672"/>
                  </a:cubicBezTo>
                  <a:cubicBezTo>
                    <a:pt x="139958" y="81313"/>
                    <a:pt x="139356" y="81025"/>
                    <a:pt x="139394" y="81025"/>
                  </a:cubicBezTo>
                  <a:cubicBezTo>
                    <a:pt x="139404" y="81025"/>
                    <a:pt x="139453" y="81043"/>
                    <a:pt x="139560" y="81083"/>
                  </a:cubicBezTo>
                  <a:cubicBezTo>
                    <a:pt x="139223" y="80662"/>
                    <a:pt x="138886" y="80240"/>
                    <a:pt x="138549" y="79819"/>
                  </a:cubicBezTo>
                  <a:lnTo>
                    <a:pt x="138661" y="79763"/>
                  </a:lnTo>
                  <a:cubicBezTo>
                    <a:pt x="138352" y="79061"/>
                    <a:pt x="137819" y="78416"/>
                    <a:pt x="137426" y="77658"/>
                  </a:cubicBezTo>
                  <a:cubicBezTo>
                    <a:pt x="137230" y="77293"/>
                    <a:pt x="137061" y="76900"/>
                    <a:pt x="136949" y="76507"/>
                  </a:cubicBezTo>
                  <a:cubicBezTo>
                    <a:pt x="136836" y="76057"/>
                    <a:pt x="136808" y="75608"/>
                    <a:pt x="136893" y="75159"/>
                  </a:cubicBezTo>
                  <a:cubicBezTo>
                    <a:pt x="136528" y="74597"/>
                    <a:pt x="136303" y="73952"/>
                    <a:pt x="136247" y="73306"/>
                  </a:cubicBezTo>
                  <a:lnTo>
                    <a:pt x="136584" y="73025"/>
                  </a:lnTo>
                  <a:cubicBezTo>
                    <a:pt x="136275" y="72408"/>
                    <a:pt x="136528" y="70892"/>
                    <a:pt x="136022" y="70695"/>
                  </a:cubicBezTo>
                  <a:cubicBezTo>
                    <a:pt x="136500" y="70190"/>
                    <a:pt x="136359" y="69319"/>
                    <a:pt x="136107" y="68393"/>
                  </a:cubicBezTo>
                  <a:cubicBezTo>
                    <a:pt x="135826" y="67466"/>
                    <a:pt x="135433" y="66484"/>
                    <a:pt x="135349" y="65782"/>
                  </a:cubicBezTo>
                  <a:lnTo>
                    <a:pt x="134815" y="65866"/>
                  </a:lnTo>
                  <a:cubicBezTo>
                    <a:pt x="134562" y="64912"/>
                    <a:pt x="134169" y="63957"/>
                    <a:pt x="133636" y="63087"/>
                  </a:cubicBezTo>
                  <a:lnTo>
                    <a:pt x="133215" y="63311"/>
                  </a:lnTo>
                  <a:cubicBezTo>
                    <a:pt x="132513" y="62525"/>
                    <a:pt x="132653" y="60813"/>
                    <a:pt x="131951" y="59409"/>
                  </a:cubicBezTo>
                  <a:cubicBezTo>
                    <a:pt x="132148" y="59409"/>
                    <a:pt x="132260" y="59802"/>
                    <a:pt x="132288" y="60111"/>
                  </a:cubicBezTo>
                  <a:cubicBezTo>
                    <a:pt x="132401" y="59016"/>
                    <a:pt x="131783" y="58202"/>
                    <a:pt x="131165" y="57444"/>
                  </a:cubicBezTo>
                  <a:cubicBezTo>
                    <a:pt x="130520" y="56686"/>
                    <a:pt x="129846" y="56012"/>
                    <a:pt x="129762" y="55114"/>
                  </a:cubicBezTo>
                  <a:cubicBezTo>
                    <a:pt x="129455" y="54891"/>
                    <a:pt x="129287" y="54585"/>
                    <a:pt x="129257" y="54251"/>
                  </a:cubicBezTo>
                  <a:lnTo>
                    <a:pt x="129257" y="54251"/>
                  </a:lnTo>
                  <a:cubicBezTo>
                    <a:pt x="129261" y="54276"/>
                    <a:pt x="129287" y="54299"/>
                    <a:pt x="129312" y="54299"/>
                  </a:cubicBezTo>
                  <a:cubicBezTo>
                    <a:pt x="129284" y="54271"/>
                    <a:pt x="129256" y="54215"/>
                    <a:pt x="129228" y="54159"/>
                  </a:cubicBezTo>
                  <a:cubicBezTo>
                    <a:pt x="129228" y="53962"/>
                    <a:pt x="129200" y="53738"/>
                    <a:pt x="129172" y="53541"/>
                  </a:cubicBezTo>
                  <a:lnTo>
                    <a:pt x="129172" y="53541"/>
                  </a:lnTo>
                  <a:cubicBezTo>
                    <a:pt x="129144" y="53710"/>
                    <a:pt x="129144" y="53906"/>
                    <a:pt x="129200" y="54075"/>
                  </a:cubicBezTo>
                  <a:cubicBezTo>
                    <a:pt x="128947" y="53710"/>
                    <a:pt x="128667" y="53401"/>
                    <a:pt x="128358" y="53092"/>
                  </a:cubicBezTo>
                  <a:lnTo>
                    <a:pt x="128695" y="52643"/>
                  </a:lnTo>
                  <a:cubicBezTo>
                    <a:pt x="128667" y="52615"/>
                    <a:pt x="128667" y="52587"/>
                    <a:pt x="128639" y="52559"/>
                  </a:cubicBezTo>
                  <a:cubicBezTo>
                    <a:pt x="128597" y="52382"/>
                    <a:pt x="128528" y="52309"/>
                    <a:pt x="128448" y="52309"/>
                  </a:cubicBezTo>
                  <a:cubicBezTo>
                    <a:pt x="128313" y="52309"/>
                    <a:pt x="128145" y="52518"/>
                    <a:pt x="128021" y="52783"/>
                  </a:cubicBezTo>
                  <a:cubicBezTo>
                    <a:pt x="127853" y="52643"/>
                    <a:pt x="127656" y="52531"/>
                    <a:pt x="127431" y="52446"/>
                  </a:cubicBezTo>
                  <a:cubicBezTo>
                    <a:pt x="127937" y="51688"/>
                    <a:pt x="126561" y="51548"/>
                    <a:pt x="127010" y="50650"/>
                  </a:cubicBezTo>
                  <a:cubicBezTo>
                    <a:pt x="126730" y="50622"/>
                    <a:pt x="126337" y="50200"/>
                    <a:pt x="125915" y="49779"/>
                  </a:cubicBezTo>
                  <a:cubicBezTo>
                    <a:pt x="125543" y="49454"/>
                    <a:pt x="125133" y="49148"/>
                    <a:pt x="124764" y="49148"/>
                  </a:cubicBezTo>
                  <a:cubicBezTo>
                    <a:pt x="124752" y="49148"/>
                    <a:pt x="124741" y="49148"/>
                    <a:pt x="124730" y="49148"/>
                  </a:cubicBezTo>
                  <a:lnTo>
                    <a:pt x="124730" y="49148"/>
                  </a:lnTo>
                  <a:cubicBezTo>
                    <a:pt x="124508" y="48676"/>
                    <a:pt x="124311" y="48205"/>
                    <a:pt x="123838" y="47954"/>
                  </a:cubicBezTo>
                  <a:lnTo>
                    <a:pt x="124231" y="47421"/>
                  </a:lnTo>
                  <a:cubicBezTo>
                    <a:pt x="123782" y="47281"/>
                    <a:pt x="123333" y="47112"/>
                    <a:pt x="122883" y="46972"/>
                  </a:cubicBezTo>
                  <a:cubicBezTo>
                    <a:pt x="122817" y="46375"/>
                    <a:pt x="122803" y="46022"/>
                    <a:pt x="123197" y="46022"/>
                  </a:cubicBezTo>
                  <a:cubicBezTo>
                    <a:pt x="123304" y="46022"/>
                    <a:pt x="123440" y="46048"/>
                    <a:pt x="123613" y="46102"/>
                  </a:cubicBezTo>
                  <a:cubicBezTo>
                    <a:pt x="122013" y="45231"/>
                    <a:pt x="122603" y="45175"/>
                    <a:pt x="121171" y="44501"/>
                  </a:cubicBezTo>
                  <a:lnTo>
                    <a:pt x="121536" y="44305"/>
                  </a:lnTo>
                  <a:cubicBezTo>
                    <a:pt x="121227" y="43912"/>
                    <a:pt x="120301" y="43603"/>
                    <a:pt x="120385" y="43182"/>
                  </a:cubicBezTo>
                  <a:cubicBezTo>
                    <a:pt x="120357" y="42508"/>
                    <a:pt x="119514" y="41385"/>
                    <a:pt x="118532" y="40122"/>
                  </a:cubicBezTo>
                  <a:cubicBezTo>
                    <a:pt x="117437" y="38886"/>
                    <a:pt x="116482" y="37539"/>
                    <a:pt x="115640" y="36135"/>
                  </a:cubicBezTo>
                  <a:cubicBezTo>
                    <a:pt x="115536" y="36376"/>
                    <a:pt x="115454" y="36471"/>
                    <a:pt x="115384" y="36471"/>
                  </a:cubicBezTo>
                  <a:cubicBezTo>
                    <a:pt x="115132" y="36471"/>
                    <a:pt x="115034" y="35241"/>
                    <a:pt x="114588" y="35241"/>
                  </a:cubicBezTo>
                  <a:cubicBezTo>
                    <a:pt x="114525" y="35241"/>
                    <a:pt x="114455" y="35265"/>
                    <a:pt x="114377" y="35321"/>
                  </a:cubicBezTo>
                  <a:cubicBezTo>
                    <a:pt x="114448" y="35061"/>
                    <a:pt x="114359" y="34721"/>
                    <a:pt x="114632" y="34721"/>
                  </a:cubicBezTo>
                  <a:cubicBezTo>
                    <a:pt x="114683" y="34721"/>
                    <a:pt x="114746" y="34733"/>
                    <a:pt x="114826" y="34759"/>
                  </a:cubicBezTo>
                  <a:cubicBezTo>
                    <a:pt x="114545" y="34563"/>
                    <a:pt x="114321" y="34338"/>
                    <a:pt x="114124" y="34057"/>
                  </a:cubicBezTo>
                  <a:cubicBezTo>
                    <a:pt x="113928" y="33833"/>
                    <a:pt x="113759" y="33636"/>
                    <a:pt x="113619" y="33440"/>
                  </a:cubicBezTo>
                  <a:cubicBezTo>
                    <a:pt x="113338" y="32991"/>
                    <a:pt x="112861" y="32710"/>
                    <a:pt x="112355" y="32626"/>
                  </a:cubicBezTo>
                  <a:cubicBezTo>
                    <a:pt x="112440" y="32317"/>
                    <a:pt x="112889" y="32570"/>
                    <a:pt x="112889" y="32345"/>
                  </a:cubicBezTo>
                  <a:cubicBezTo>
                    <a:pt x="112776" y="32289"/>
                    <a:pt x="112383" y="32176"/>
                    <a:pt x="112412" y="31924"/>
                  </a:cubicBezTo>
                  <a:cubicBezTo>
                    <a:pt x="112412" y="31853"/>
                    <a:pt x="112442" y="31827"/>
                    <a:pt x="112492" y="31827"/>
                  </a:cubicBezTo>
                  <a:cubicBezTo>
                    <a:pt x="112601" y="31827"/>
                    <a:pt x="112800" y="31950"/>
                    <a:pt x="112973" y="32008"/>
                  </a:cubicBezTo>
                  <a:cubicBezTo>
                    <a:pt x="112502" y="31549"/>
                    <a:pt x="112099" y="31381"/>
                    <a:pt x="111738" y="31381"/>
                  </a:cubicBezTo>
                  <a:cubicBezTo>
                    <a:pt x="111261" y="31381"/>
                    <a:pt x="110858" y="31676"/>
                    <a:pt x="110474" y="31980"/>
                  </a:cubicBezTo>
                  <a:cubicBezTo>
                    <a:pt x="110222" y="31166"/>
                    <a:pt x="109885" y="30941"/>
                    <a:pt x="109127" y="30941"/>
                  </a:cubicBezTo>
                  <a:cubicBezTo>
                    <a:pt x="109127" y="30694"/>
                    <a:pt x="109075" y="30381"/>
                    <a:pt x="109270" y="30381"/>
                  </a:cubicBezTo>
                  <a:cubicBezTo>
                    <a:pt x="109362" y="30381"/>
                    <a:pt x="109510" y="30452"/>
                    <a:pt x="109744" y="30632"/>
                  </a:cubicBezTo>
                  <a:cubicBezTo>
                    <a:pt x="109576" y="30436"/>
                    <a:pt x="109071" y="29818"/>
                    <a:pt x="108537" y="29285"/>
                  </a:cubicBezTo>
                  <a:cubicBezTo>
                    <a:pt x="108109" y="28856"/>
                    <a:pt x="107662" y="28518"/>
                    <a:pt x="107372" y="28518"/>
                  </a:cubicBezTo>
                  <a:cubicBezTo>
                    <a:pt x="107301" y="28518"/>
                    <a:pt x="107239" y="28539"/>
                    <a:pt x="107190" y="28583"/>
                  </a:cubicBezTo>
                  <a:cubicBezTo>
                    <a:pt x="107190" y="28330"/>
                    <a:pt x="106684" y="28049"/>
                    <a:pt x="106516" y="28021"/>
                  </a:cubicBezTo>
                  <a:cubicBezTo>
                    <a:pt x="105954" y="27432"/>
                    <a:pt x="105365" y="26870"/>
                    <a:pt x="104719" y="26365"/>
                  </a:cubicBezTo>
                  <a:lnTo>
                    <a:pt x="104719" y="26365"/>
                  </a:lnTo>
                  <a:lnTo>
                    <a:pt x="104888" y="26646"/>
                  </a:lnTo>
                  <a:cubicBezTo>
                    <a:pt x="104745" y="26701"/>
                    <a:pt x="104627" y="26725"/>
                    <a:pt x="104526" y="26725"/>
                  </a:cubicBezTo>
                  <a:cubicBezTo>
                    <a:pt x="104005" y="26725"/>
                    <a:pt x="103917" y="26086"/>
                    <a:pt x="103259" y="25663"/>
                  </a:cubicBezTo>
                  <a:lnTo>
                    <a:pt x="103343" y="25607"/>
                  </a:lnTo>
                  <a:cubicBezTo>
                    <a:pt x="102698" y="24709"/>
                    <a:pt x="102473" y="24596"/>
                    <a:pt x="102249" y="24512"/>
                  </a:cubicBezTo>
                  <a:cubicBezTo>
                    <a:pt x="102136" y="24456"/>
                    <a:pt x="101996" y="24372"/>
                    <a:pt x="101912" y="24259"/>
                  </a:cubicBezTo>
                  <a:cubicBezTo>
                    <a:pt x="101659" y="23979"/>
                    <a:pt x="101406" y="23698"/>
                    <a:pt x="101210" y="23389"/>
                  </a:cubicBezTo>
                  <a:lnTo>
                    <a:pt x="100985" y="23866"/>
                  </a:lnTo>
                  <a:cubicBezTo>
                    <a:pt x="100878" y="23962"/>
                    <a:pt x="100781" y="24004"/>
                    <a:pt x="100689" y="24004"/>
                  </a:cubicBezTo>
                  <a:cubicBezTo>
                    <a:pt x="100081" y="24004"/>
                    <a:pt x="99728" y="22158"/>
                    <a:pt x="98655" y="21817"/>
                  </a:cubicBezTo>
                  <a:lnTo>
                    <a:pt x="98655" y="21817"/>
                  </a:lnTo>
                  <a:cubicBezTo>
                    <a:pt x="98739" y="21957"/>
                    <a:pt x="98795" y="22154"/>
                    <a:pt x="98851" y="22294"/>
                  </a:cubicBezTo>
                  <a:cubicBezTo>
                    <a:pt x="98093" y="22210"/>
                    <a:pt x="98178" y="20020"/>
                    <a:pt x="97700" y="19487"/>
                  </a:cubicBezTo>
                  <a:cubicBezTo>
                    <a:pt x="97683" y="19444"/>
                    <a:pt x="97703" y="19427"/>
                    <a:pt x="97744" y="19427"/>
                  </a:cubicBezTo>
                  <a:cubicBezTo>
                    <a:pt x="97837" y="19427"/>
                    <a:pt x="98041" y="19512"/>
                    <a:pt x="98178" y="19571"/>
                  </a:cubicBezTo>
                  <a:cubicBezTo>
                    <a:pt x="97853" y="19113"/>
                    <a:pt x="97671" y="18963"/>
                    <a:pt x="97546" y="18963"/>
                  </a:cubicBezTo>
                  <a:cubicBezTo>
                    <a:pt x="97312" y="18963"/>
                    <a:pt x="97273" y="19481"/>
                    <a:pt x="96863" y="19481"/>
                  </a:cubicBezTo>
                  <a:cubicBezTo>
                    <a:pt x="96752" y="19481"/>
                    <a:pt x="96614" y="19443"/>
                    <a:pt x="96437" y="19346"/>
                  </a:cubicBezTo>
                  <a:cubicBezTo>
                    <a:pt x="96437" y="18925"/>
                    <a:pt x="97195" y="18785"/>
                    <a:pt x="96493" y="18223"/>
                  </a:cubicBezTo>
                  <a:cubicBezTo>
                    <a:pt x="96269" y="17718"/>
                    <a:pt x="93686" y="17774"/>
                    <a:pt x="93012" y="16567"/>
                  </a:cubicBezTo>
                  <a:lnTo>
                    <a:pt x="93012" y="16567"/>
                  </a:lnTo>
                  <a:cubicBezTo>
                    <a:pt x="93084" y="16877"/>
                    <a:pt x="93155" y="17187"/>
                    <a:pt x="92796" y="17187"/>
                  </a:cubicBezTo>
                  <a:cubicBezTo>
                    <a:pt x="92732" y="17187"/>
                    <a:pt x="92656" y="17178"/>
                    <a:pt x="92563" y="17156"/>
                  </a:cubicBezTo>
                  <a:cubicBezTo>
                    <a:pt x="91766" y="16823"/>
                    <a:pt x="90994" y="15290"/>
                    <a:pt x="89986" y="15290"/>
                  </a:cubicBezTo>
                  <a:cubicBezTo>
                    <a:pt x="89893" y="15290"/>
                    <a:pt x="89797" y="15303"/>
                    <a:pt x="89699" y="15332"/>
                  </a:cubicBezTo>
                  <a:cubicBezTo>
                    <a:pt x="89643" y="15247"/>
                    <a:pt x="89615" y="15135"/>
                    <a:pt x="89643" y="15051"/>
                  </a:cubicBezTo>
                  <a:cubicBezTo>
                    <a:pt x="89027" y="14909"/>
                    <a:pt x="87852" y="14467"/>
                    <a:pt x="87146" y="14467"/>
                  </a:cubicBezTo>
                  <a:cubicBezTo>
                    <a:pt x="87015" y="14467"/>
                    <a:pt x="86900" y="14482"/>
                    <a:pt x="86807" y="14517"/>
                  </a:cubicBezTo>
                  <a:cubicBezTo>
                    <a:pt x="86892" y="13591"/>
                    <a:pt x="85797" y="13254"/>
                    <a:pt x="84758" y="13058"/>
                  </a:cubicBezTo>
                  <a:cubicBezTo>
                    <a:pt x="83719" y="12861"/>
                    <a:pt x="82765" y="12665"/>
                    <a:pt x="83102" y="11935"/>
                  </a:cubicBezTo>
                  <a:cubicBezTo>
                    <a:pt x="82737" y="11794"/>
                    <a:pt x="82400" y="11654"/>
                    <a:pt x="82063" y="11542"/>
                  </a:cubicBezTo>
                  <a:lnTo>
                    <a:pt x="80996" y="11177"/>
                  </a:lnTo>
                  <a:lnTo>
                    <a:pt x="81108" y="11036"/>
                  </a:lnTo>
                  <a:cubicBezTo>
                    <a:pt x="80439" y="10716"/>
                    <a:pt x="79958" y="10615"/>
                    <a:pt x="79568" y="10615"/>
                  </a:cubicBezTo>
                  <a:cubicBezTo>
                    <a:pt x="79206" y="10615"/>
                    <a:pt x="78922" y="10702"/>
                    <a:pt x="78638" y="10784"/>
                  </a:cubicBezTo>
                  <a:cubicBezTo>
                    <a:pt x="78357" y="10559"/>
                    <a:pt x="78638" y="10503"/>
                    <a:pt x="78694" y="10447"/>
                  </a:cubicBezTo>
                  <a:cubicBezTo>
                    <a:pt x="77459" y="9773"/>
                    <a:pt x="76947" y="9548"/>
                    <a:pt x="76186" y="9548"/>
                  </a:cubicBezTo>
                  <a:cubicBezTo>
                    <a:pt x="75805" y="9548"/>
                    <a:pt x="75362" y="9604"/>
                    <a:pt x="74735" y="9689"/>
                  </a:cubicBezTo>
                  <a:lnTo>
                    <a:pt x="74735" y="9127"/>
                  </a:lnTo>
                  <a:cubicBezTo>
                    <a:pt x="74715" y="9132"/>
                    <a:pt x="74693" y="9135"/>
                    <a:pt x="74669" y="9135"/>
                  </a:cubicBezTo>
                  <a:cubicBezTo>
                    <a:pt x="74050" y="9135"/>
                    <a:pt x="72104" y="7471"/>
                    <a:pt x="70131" y="7471"/>
                  </a:cubicBezTo>
                  <a:cubicBezTo>
                    <a:pt x="70187" y="7386"/>
                    <a:pt x="70271" y="7330"/>
                    <a:pt x="70384" y="7302"/>
                  </a:cubicBezTo>
                  <a:cubicBezTo>
                    <a:pt x="69233" y="7274"/>
                    <a:pt x="68110" y="6516"/>
                    <a:pt x="67099" y="5955"/>
                  </a:cubicBezTo>
                  <a:cubicBezTo>
                    <a:pt x="66515" y="5621"/>
                    <a:pt x="65970" y="5356"/>
                    <a:pt x="65477" y="5356"/>
                  </a:cubicBezTo>
                  <a:cubicBezTo>
                    <a:pt x="65141" y="5356"/>
                    <a:pt x="64829" y="5479"/>
                    <a:pt x="64544" y="5786"/>
                  </a:cubicBezTo>
                  <a:cubicBezTo>
                    <a:pt x="64039" y="5758"/>
                    <a:pt x="63534" y="5730"/>
                    <a:pt x="63028" y="5674"/>
                  </a:cubicBezTo>
                  <a:lnTo>
                    <a:pt x="63028" y="5674"/>
                  </a:lnTo>
                  <a:cubicBezTo>
                    <a:pt x="64713" y="6516"/>
                    <a:pt x="62467" y="6348"/>
                    <a:pt x="63056" y="6937"/>
                  </a:cubicBezTo>
                  <a:cubicBezTo>
                    <a:pt x="62384" y="6763"/>
                    <a:pt x="61689" y="5881"/>
                    <a:pt x="62149" y="5881"/>
                  </a:cubicBezTo>
                  <a:cubicBezTo>
                    <a:pt x="62208" y="5881"/>
                    <a:pt x="62285" y="5895"/>
                    <a:pt x="62383" y="5927"/>
                  </a:cubicBezTo>
                  <a:lnTo>
                    <a:pt x="62467" y="6067"/>
                  </a:lnTo>
                  <a:cubicBezTo>
                    <a:pt x="62832" y="5674"/>
                    <a:pt x="62326" y="5365"/>
                    <a:pt x="61765" y="5056"/>
                  </a:cubicBezTo>
                  <a:cubicBezTo>
                    <a:pt x="61231" y="4776"/>
                    <a:pt x="60670" y="4467"/>
                    <a:pt x="60838" y="4186"/>
                  </a:cubicBezTo>
                  <a:cubicBezTo>
                    <a:pt x="59210" y="3428"/>
                    <a:pt x="57666" y="2333"/>
                    <a:pt x="55841" y="1435"/>
                  </a:cubicBezTo>
                  <a:cubicBezTo>
                    <a:pt x="54915" y="985"/>
                    <a:pt x="53904" y="620"/>
                    <a:pt x="52893" y="368"/>
                  </a:cubicBezTo>
                  <a:cubicBezTo>
                    <a:pt x="51883" y="143"/>
                    <a:pt x="50872" y="31"/>
                    <a:pt x="49833" y="31"/>
                  </a:cubicBezTo>
                  <a:cubicBezTo>
                    <a:pt x="49974" y="284"/>
                    <a:pt x="50142" y="536"/>
                    <a:pt x="50282" y="817"/>
                  </a:cubicBezTo>
                  <a:cubicBezTo>
                    <a:pt x="50133" y="808"/>
                    <a:pt x="49983" y="804"/>
                    <a:pt x="49834" y="804"/>
                  </a:cubicBezTo>
                  <a:cubicBezTo>
                    <a:pt x="49537" y="804"/>
                    <a:pt x="49244" y="817"/>
                    <a:pt x="48963" y="817"/>
                  </a:cubicBezTo>
                  <a:cubicBezTo>
                    <a:pt x="48598" y="649"/>
                    <a:pt x="48429" y="227"/>
                    <a:pt x="49412" y="199"/>
                  </a:cubicBezTo>
                  <a:cubicBezTo>
                    <a:pt x="49309" y="127"/>
                    <a:pt x="49191" y="97"/>
                    <a:pt x="49066" y="97"/>
                  </a:cubicBezTo>
                  <a:cubicBezTo>
                    <a:pt x="48850" y="97"/>
                    <a:pt x="48615" y="187"/>
                    <a:pt x="48401" y="312"/>
                  </a:cubicBezTo>
                  <a:cubicBezTo>
                    <a:pt x="48177" y="452"/>
                    <a:pt x="48008" y="677"/>
                    <a:pt x="47896" y="929"/>
                  </a:cubicBezTo>
                  <a:cubicBezTo>
                    <a:pt x="46970" y="873"/>
                    <a:pt x="47110" y="649"/>
                    <a:pt x="47419" y="396"/>
                  </a:cubicBezTo>
                  <a:cubicBezTo>
                    <a:pt x="47708" y="186"/>
                    <a:pt x="48169" y="0"/>
                    <a:pt x="479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7"/>
            <p:cNvSpPr/>
            <p:nvPr/>
          </p:nvSpPr>
          <p:spPr>
            <a:xfrm>
              <a:off x="5022725" y="1273950"/>
              <a:ext cx="4675" cy="6475"/>
            </a:xfrm>
            <a:custGeom>
              <a:rect b="b" l="l" r="r" t="t"/>
              <a:pathLst>
                <a:path extrusionOk="0" h="259" w="187">
                  <a:moveTo>
                    <a:pt x="138" y="0"/>
                  </a:moveTo>
                  <a:cubicBezTo>
                    <a:pt x="34" y="0"/>
                    <a:pt x="0" y="86"/>
                    <a:pt x="74" y="258"/>
                  </a:cubicBezTo>
                  <a:cubicBezTo>
                    <a:pt x="74" y="174"/>
                    <a:pt x="130" y="61"/>
                    <a:pt x="186" y="5"/>
                  </a:cubicBezTo>
                  <a:cubicBezTo>
                    <a:pt x="169" y="2"/>
                    <a:pt x="153" y="0"/>
                    <a:pt x="1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7"/>
            <p:cNvSpPr/>
            <p:nvPr/>
          </p:nvSpPr>
          <p:spPr>
            <a:xfrm>
              <a:off x="4160575" y="787675"/>
              <a:ext cx="2825" cy="2125"/>
            </a:xfrm>
            <a:custGeom>
              <a:rect b="b" l="l" r="r" t="t"/>
              <a:pathLst>
                <a:path extrusionOk="0" h="85" w="113">
                  <a:moveTo>
                    <a:pt x="56" y="1"/>
                  </a:moveTo>
                  <a:cubicBezTo>
                    <a:pt x="28" y="29"/>
                    <a:pt x="0" y="57"/>
                    <a:pt x="0" y="85"/>
                  </a:cubicBezTo>
                  <a:lnTo>
                    <a:pt x="1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7"/>
            <p:cNvSpPr/>
            <p:nvPr/>
          </p:nvSpPr>
          <p:spPr>
            <a:xfrm>
              <a:off x="5595875" y="2134575"/>
              <a:ext cx="4950" cy="13350"/>
            </a:xfrm>
            <a:custGeom>
              <a:rect b="b" l="l" r="r" t="t"/>
              <a:pathLst>
                <a:path extrusionOk="0" h="534" w="198">
                  <a:moveTo>
                    <a:pt x="197" y="0"/>
                  </a:moveTo>
                  <a:lnTo>
                    <a:pt x="197" y="0"/>
                  </a:lnTo>
                  <a:cubicBezTo>
                    <a:pt x="85" y="28"/>
                    <a:pt x="1" y="140"/>
                    <a:pt x="57" y="533"/>
                  </a:cubicBezTo>
                  <a:cubicBezTo>
                    <a:pt x="57" y="337"/>
                    <a:pt x="113" y="168"/>
                    <a:pt x="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7"/>
            <p:cNvSpPr/>
            <p:nvPr/>
          </p:nvSpPr>
          <p:spPr>
            <a:xfrm>
              <a:off x="5957350" y="2651850"/>
              <a:ext cx="14750" cy="16150"/>
            </a:xfrm>
            <a:custGeom>
              <a:rect b="b" l="l" r="r" t="t"/>
              <a:pathLst>
                <a:path extrusionOk="0" h="646" w="590">
                  <a:moveTo>
                    <a:pt x="547" y="469"/>
                  </a:moveTo>
                  <a:lnTo>
                    <a:pt x="590" y="505"/>
                  </a:lnTo>
                  <a:cubicBezTo>
                    <a:pt x="574" y="490"/>
                    <a:pt x="560" y="478"/>
                    <a:pt x="547" y="469"/>
                  </a:cubicBezTo>
                  <a:close/>
                  <a:moveTo>
                    <a:pt x="0" y="0"/>
                  </a:moveTo>
                  <a:lnTo>
                    <a:pt x="0" y="0"/>
                  </a:lnTo>
                  <a:cubicBezTo>
                    <a:pt x="169" y="169"/>
                    <a:pt x="281" y="393"/>
                    <a:pt x="309" y="646"/>
                  </a:cubicBezTo>
                  <a:cubicBezTo>
                    <a:pt x="371" y="584"/>
                    <a:pt x="403" y="444"/>
                    <a:pt x="483" y="444"/>
                  </a:cubicBezTo>
                  <a:cubicBezTo>
                    <a:pt x="502" y="444"/>
                    <a:pt x="523" y="452"/>
                    <a:pt x="547" y="469"/>
                  </a:cubicBezTo>
                  <a:lnTo>
                    <a:pt x="547" y="469"/>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7"/>
            <p:cNvSpPr/>
            <p:nvPr/>
          </p:nvSpPr>
          <p:spPr>
            <a:xfrm>
              <a:off x="6024775" y="2837875"/>
              <a:ext cx="13300" cy="13325"/>
            </a:xfrm>
            <a:custGeom>
              <a:rect b="b" l="l" r="r" t="t"/>
              <a:pathLst>
                <a:path extrusionOk="0" h="533" w="532">
                  <a:moveTo>
                    <a:pt x="76" y="0"/>
                  </a:moveTo>
                  <a:cubicBezTo>
                    <a:pt x="8" y="0"/>
                    <a:pt x="1" y="84"/>
                    <a:pt x="111" y="280"/>
                  </a:cubicBezTo>
                  <a:cubicBezTo>
                    <a:pt x="223" y="336"/>
                    <a:pt x="251" y="476"/>
                    <a:pt x="392" y="532"/>
                  </a:cubicBezTo>
                  <a:lnTo>
                    <a:pt x="532" y="364"/>
                  </a:lnTo>
                  <a:cubicBezTo>
                    <a:pt x="357" y="142"/>
                    <a:pt x="165" y="0"/>
                    <a:pt x="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7"/>
            <p:cNvSpPr/>
            <p:nvPr/>
          </p:nvSpPr>
          <p:spPr>
            <a:xfrm>
              <a:off x="5944725" y="2705875"/>
              <a:ext cx="33700" cy="23900"/>
            </a:xfrm>
            <a:custGeom>
              <a:rect b="b" l="l" r="r" t="t"/>
              <a:pathLst>
                <a:path extrusionOk="0" h="956" w="1348">
                  <a:moveTo>
                    <a:pt x="281" y="1"/>
                  </a:moveTo>
                  <a:lnTo>
                    <a:pt x="281" y="1"/>
                  </a:lnTo>
                  <a:cubicBezTo>
                    <a:pt x="0" y="310"/>
                    <a:pt x="449" y="590"/>
                    <a:pt x="870" y="955"/>
                  </a:cubicBezTo>
                  <a:cubicBezTo>
                    <a:pt x="842" y="927"/>
                    <a:pt x="814" y="899"/>
                    <a:pt x="786" y="871"/>
                  </a:cubicBezTo>
                  <a:cubicBezTo>
                    <a:pt x="1348" y="619"/>
                    <a:pt x="814" y="282"/>
                    <a:pt x="2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7"/>
            <p:cNvSpPr/>
            <p:nvPr/>
          </p:nvSpPr>
          <p:spPr>
            <a:xfrm>
              <a:off x="5968575" y="2731850"/>
              <a:ext cx="14775" cy="9150"/>
            </a:xfrm>
            <a:custGeom>
              <a:rect b="b" l="l" r="r" t="t"/>
              <a:pathLst>
                <a:path extrusionOk="0" h="366" w="591">
                  <a:moveTo>
                    <a:pt x="1" y="1"/>
                  </a:moveTo>
                  <a:cubicBezTo>
                    <a:pt x="141" y="113"/>
                    <a:pt x="253" y="225"/>
                    <a:pt x="366" y="366"/>
                  </a:cubicBezTo>
                  <a:cubicBezTo>
                    <a:pt x="590" y="253"/>
                    <a:pt x="253" y="16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7"/>
            <p:cNvSpPr/>
            <p:nvPr/>
          </p:nvSpPr>
          <p:spPr>
            <a:xfrm>
              <a:off x="5877575" y="2568975"/>
              <a:ext cx="31000" cy="12975"/>
            </a:xfrm>
            <a:custGeom>
              <a:rect b="b" l="l" r="r" t="t"/>
              <a:pathLst>
                <a:path extrusionOk="0" h="519" w="1240">
                  <a:moveTo>
                    <a:pt x="166" y="0"/>
                  </a:moveTo>
                  <a:cubicBezTo>
                    <a:pt x="16" y="0"/>
                    <a:pt x="1" y="107"/>
                    <a:pt x="356" y="423"/>
                  </a:cubicBezTo>
                  <a:cubicBezTo>
                    <a:pt x="370" y="494"/>
                    <a:pt x="411" y="519"/>
                    <a:pt x="463" y="519"/>
                  </a:cubicBezTo>
                  <a:cubicBezTo>
                    <a:pt x="579" y="519"/>
                    <a:pt x="751" y="400"/>
                    <a:pt x="814" y="400"/>
                  </a:cubicBezTo>
                  <a:cubicBezTo>
                    <a:pt x="835" y="400"/>
                    <a:pt x="844" y="414"/>
                    <a:pt x="833" y="451"/>
                  </a:cubicBezTo>
                  <a:cubicBezTo>
                    <a:pt x="1240" y="396"/>
                    <a:pt x="454" y="0"/>
                    <a:pt x="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7"/>
            <p:cNvSpPr/>
            <p:nvPr/>
          </p:nvSpPr>
          <p:spPr>
            <a:xfrm>
              <a:off x="5926475" y="2724825"/>
              <a:ext cx="13350" cy="12675"/>
            </a:xfrm>
            <a:custGeom>
              <a:rect b="b" l="l" r="r" t="t"/>
              <a:pathLst>
                <a:path extrusionOk="0" h="507" w="534">
                  <a:moveTo>
                    <a:pt x="533" y="1"/>
                  </a:moveTo>
                  <a:lnTo>
                    <a:pt x="0" y="57"/>
                  </a:lnTo>
                  <a:lnTo>
                    <a:pt x="253" y="506"/>
                  </a:lnTo>
                  <a:lnTo>
                    <a:pt x="5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7"/>
            <p:cNvSpPr/>
            <p:nvPr/>
          </p:nvSpPr>
          <p:spPr>
            <a:xfrm>
              <a:off x="5870325" y="2646550"/>
              <a:ext cx="17550" cy="21450"/>
            </a:xfrm>
            <a:custGeom>
              <a:rect b="b" l="l" r="r" t="t"/>
              <a:pathLst>
                <a:path extrusionOk="0" h="858" w="702">
                  <a:moveTo>
                    <a:pt x="29" y="0"/>
                  </a:moveTo>
                  <a:cubicBezTo>
                    <a:pt x="17" y="0"/>
                    <a:pt x="8" y="5"/>
                    <a:pt x="0" y="16"/>
                  </a:cubicBezTo>
                  <a:lnTo>
                    <a:pt x="421" y="802"/>
                  </a:lnTo>
                  <a:cubicBezTo>
                    <a:pt x="438" y="776"/>
                    <a:pt x="461" y="766"/>
                    <a:pt x="486" y="766"/>
                  </a:cubicBezTo>
                  <a:cubicBezTo>
                    <a:pt x="546" y="766"/>
                    <a:pt x="624" y="819"/>
                    <a:pt x="702" y="858"/>
                  </a:cubicBezTo>
                  <a:cubicBezTo>
                    <a:pt x="422" y="475"/>
                    <a:pt x="141" y="0"/>
                    <a:pt x="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7"/>
            <p:cNvSpPr/>
            <p:nvPr/>
          </p:nvSpPr>
          <p:spPr>
            <a:xfrm>
              <a:off x="5887850" y="2668675"/>
              <a:ext cx="13375" cy="11975"/>
            </a:xfrm>
            <a:custGeom>
              <a:rect b="b" l="l" r="r" t="t"/>
              <a:pathLst>
                <a:path extrusionOk="0" h="479" w="535">
                  <a:moveTo>
                    <a:pt x="1" y="1"/>
                  </a:moveTo>
                  <a:lnTo>
                    <a:pt x="1" y="1"/>
                  </a:lnTo>
                  <a:cubicBezTo>
                    <a:pt x="141" y="197"/>
                    <a:pt x="310" y="366"/>
                    <a:pt x="534" y="478"/>
                  </a:cubicBezTo>
                  <a:cubicBezTo>
                    <a:pt x="366" y="310"/>
                    <a:pt x="197" y="14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7"/>
            <p:cNvSpPr/>
            <p:nvPr/>
          </p:nvSpPr>
          <p:spPr>
            <a:xfrm>
              <a:off x="5898400" y="2697450"/>
              <a:ext cx="11250" cy="19700"/>
            </a:xfrm>
            <a:custGeom>
              <a:rect b="b" l="l" r="r" t="t"/>
              <a:pathLst>
                <a:path extrusionOk="0" h="788" w="450">
                  <a:moveTo>
                    <a:pt x="0" y="1"/>
                  </a:moveTo>
                  <a:lnTo>
                    <a:pt x="0" y="1"/>
                  </a:lnTo>
                  <a:cubicBezTo>
                    <a:pt x="140" y="254"/>
                    <a:pt x="309" y="506"/>
                    <a:pt x="449" y="787"/>
                  </a:cubicBezTo>
                  <a:lnTo>
                    <a:pt x="365" y="50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7"/>
            <p:cNvSpPr/>
            <p:nvPr/>
          </p:nvSpPr>
          <p:spPr>
            <a:xfrm>
              <a:off x="5729300" y="2422975"/>
              <a:ext cx="18925" cy="22400"/>
            </a:xfrm>
            <a:custGeom>
              <a:rect b="b" l="l" r="r" t="t"/>
              <a:pathLst>
                <a:path extrusionOk="0" h="896" w="757">
                  <a:moveTo>
                    <a:pt x="195" y="1"/>
                  </a:moveTo>
                  <a:cubicBezTo>
                    <a:pt x="1" y="1"/>
                    <a:pt x="35" y="295"/>
                    <a:pt x="223" y="564"/>
                  </a:cubicBezTo>
                  <a:cubicBezTo>
                    <a:pt x="391" y="691"/>
                    <a:pt x="544" y="896"/>
                    <a:pt x="657" y="896"/>
                  </a:cubicBezTo>
                  <a:cubicBezTo>
                    <a:pt x="695" y="896"/>
                    <a:pt x="728" y="873"/>
                    <a:pt x="756" y="817"/>
                  </a:cubicBezTo>
                  <a:lnTo>
                    <a:pt x="223" y="3"/>
                  </a:lnTo>
                  <a:cubicBezTo>
                    <a:pt x="213" y="2"/>
                    <a:pt x="204" y="1"/>
                    <a:pt x="1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7"/>
            <p:cNvSpPr/>
            <p:nvPr/>
          </p:nvSpPr>
          <p:spPr>
            <a:xfrm>
              <a:off x="5738375" y="2511475"/>
              <a:ext cx="14750" cy="14750"/>
            </a:xfrm>
            <a:custGeom>
              <a:rect b="b" l="l" r="r" t="t"/>
              <a:pathLst>
                <a:path extrusionOk="0" h="590" w="590">
                  <a:moveTo>
                    <a:pt x="590" y="0"/>
                  </a:moveTo>
                  <a:lnTo>
                    <a:pt x="0" y="281"/>
                  </a:lnTo>
                  <a:cubicBezTo>
                    <a:pt x="169" y="393"/>
                    <a:pt x="281" y="477"/>
                    <a:pt x="449" y="590"/>
                  </a:cubicBezTo>
                  <a:cubicBezTo>
                    <a:pt x="421" y="393"/>
                    <a:pt x="477" y="169"/>
                    <a:pt x="5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7"/>
            <p:cNvSpPr/>
            <p:nvPr/>
          </p:nvSpPr>
          <p:spPr>
            <a:xfrm>
              <a:off x="5694350" y="2450450"/>
              <a:ext cx="20950" cy="22950"/>
            </a:xfrm>
            <a:custGeom>
              <a:rect b="b" l="l" r="r" t="t"/>
              <a:pathLst>
                <a:path extrusionOk="0" h="918" w="838">
                  <a:moveTo>
                    <a:pt x="58" y="1"/>
                  </a:moveTo>
                  <a:cubicBezTo>
                    <a:pt x="1" y="1"/>
                    <a:pt x="27" y="133"/>
                    <a:pt x="217" y="532"/>
                  </a:cubicBezTo>
                  <a:cubicBezTo>
                    <a:pt x="346" y="550"/>
                    <a:pt x="642" y="917"/>
                    <a:pt x="761" y="917"/>
                  </a:cubicBezTo>
                  <a:cubicBezTo>
                    <a:pt x="824" y="917"/>
                    <a:pt x="838" y="815"/>
                    <a:pt x="750" y="504"/>
                  </a:cubicBezTo>
                  <a:cubicBezTo>
                    <a:pt x="602" y="504"/>
                    <a:pt x="171" y="1"/>
                    <a:pt x="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7"/>
            <p:cNvSpPr/>
            <p:nvPr/>
          </p:nvSpPr>
          <p:spPr>
            <a:xfrm>
              <a:off x="5631675" y="2098775"/>
              <a:ext cx="27400" cy="7750"/>
            </a:xfrm>
            <a:custGeom>
              <a:rect b="b" l="l" r="r" t="t"/>
              <a:pathLst>
                <a:path extrusionOk="0" h="310" w="1096">
                  <a:moveTo>
                    <a:pt x="1096" y="0"/>
                  </a:moveTo>
                  <a:lnTo>
                    <a:pt x="1" y="84"/>
                  </a:lnTo>
                  <a:lnTo>
                    <a:pt x="57" y="309"/>
                  </a:lnTo>
                  <a:lnTo>
                    <a:pt x="1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7"/>
            <p:cNvSpPr/>
            <p:nvPr/>
          </p:nvSpPr>
          <p:spPr>
            <a:xfrm>
              <a:off x="5442175" y="1835450"/>
              <a:ext cx="30800" cy="31150"/>
            </a:xfrm>
            <a:custGeom>
              <a:rect b="b" l="l" r="r" t="t"/>
              <a:pathLst>
                <a:path extrusionOk="0" h="1246" w="1232">
                  <a:moveTo>
                    <a:pt x="381" y="0"/>
                  </a:moveTo>
                  <a:cubicBezTo>
                    <a:pt x="273" y="0"/>
                    <a:pt x="161" y="96"/>
                    <a:pt x="1" y="342"/>
                  </a:cubicBezTo>
                  <a:cubicBezTo>
                    <a:pt x="136" y="739"/>
                    <a:pt x="268" y="821"/>
                    <a:pt x="394" y="821"/>
                  </a:cubicBezTo>
                  <a:cubicBezTo>
                    <a:pt x="482" y="821"/>
                    <a:pt x="566" y="781"/>
                    <a:pt x="646" y="781"/>
                  </a:cubicBezTo>
                  <a:cubicBezTo>
                    <a:pt x="759" y="781"/>
                    <a:pt x="863" y="860"/>
                    <a:pt x="955" y="1240"/>
                  </a:cubicBezTo>
                  <a:cubicBezTo>
                    <a:pt x="970" y="1244"/>
                    <a:pt x="983" y="1246"/>
                    <a:pt x="994" y="1246"/>
                  </a:cubicBezTo>
                  <a:cubicBezTo>
                    <a:pt x="1232" y="1246"/>
                    <a:pt x="826" y="501"/>
                    <a:pt x="1022" y="501"/>
                  </a:cubicBezTo>
                  <a:cubicBezTo>
                    <a:pt x="1035" y="501"/>
                    <a:pt x="1050" y="504"/>
                    <a:pt x="1067" y="511"/>
                  </a:cubicBezTo>
                  <a:cubicBezTo>
                    <a:pt x="720" y="250"/>
                    <a:pt x="556" y="0"/>
                    <a:pt x="3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7"/>
            <p:cNvSpPr/>
            <p:nvPr/>
          </p:nvSpPr>
          <p:spPr>
            <a:xfrm>
              <a:off x="5468850" y="1848200"/>
              <a:ext cx="8450" cy="5650"/>
            </a:xfrm>
            <a:custGeom>
              <a:rect b="b" l="l" r="r" t="t"/>
              <a:pathLst>
                <a:path extrusionOk="0" h="226" w="338">
                  <a:moveTo>
                    <a:pt x="0" y="1"/>
                  </a:moveTo>
                  <a:cubicBezTo>
                    <a:pt x="113" y="85"/>
                    <a:pt x="225" y="141"/>
                    <a:pt x="337" y="225"/>
                  </a:cubicBezTo>
                  <a:cubicBezTo>
                    <a:pt x="225" y="141"/>
                    <a:pt x="113" y="5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7"/>
            <p:cNvSpPr/>
            <p:nvPr/>
          </p:nvSpPr>
          <p:spPr>
            <a:xfrm>
              <a:off x="2339925" y="746975"/>
              <a:ext cx="18975" cy="6325"/>
            </a:xfrm>
            <a:custGeom>
              <a:rect b="b" l="l" r="r" t="t"/>
              <a:pathLst>
                <a:path extrusionOk="0" h="253" w="759">
                  <a:moveTo>
                    <a:pt x="1" y="0"/>
                  </a:moveTo>
                  <a:lnTo>
                    <a:pt x="562" y="253"/>
                  </a:lnTo>
                  <a:lnTo>
                    <a:pt x="759" y="28"/>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7"/>
            <p:cNvSpPr/>
            <p:nvPr/>
          </p:nvSpPr>
          <p:spPr>
            <a:xfrm>
              <a:off x="2313950" y="761000"/>
              <a:ext cx="15475" cy="17575"/>
            </a:xfrm>
            <a:custGeom>
              <a:rect b="b" l="l" r="r" t="t"/>
              <a:pathLst>
                <a:path extrusionOk="0" h="703" w="619">
                  <a:moveTo>
                    <a:pt x="282" y="1"/>
                  </a:moveTo>
                  <a:lnTo>
                    <a:pt x="1" y="703"/>
                  </a:lnTo>
                  <a:cubicBezTo>
                    <a:pt x="119" y="644"/>
                    <a:pt x="305" y="571"/>
                    <a:pt x="454" y="571"/>
                  </a:cubicBezTo>
                  <a:cubicBezTo>
                    <a:pt x="519" y="571"/>
                    <a:pt x="576" y="585"/>
                    <a:pt x="619" y="618"/>
                  </a:cubicBezTo>
                  <a:lnTo>
                    <a:pt x="2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7"/>
            <p:cNvSpPr/>
            <p:nvPr/>
          </p:nvSpPr>
          <p:spPr>
            <a:xfrm>
              <a:off x="4677150" y="1044550"/>
              <a:ext cx="9850" cy="16175"/>
            </a:xfrm>
            <a:custGeom>
              <a:rect b="b" l="l" r="r" t="t"/>
              <a:pathLst>
                <a:path extrusionOk="0" h="647" w="394">
                  <a:moveTo>
                    <a:pt x="0" y="1"/>
                  </a:moveTo>
                  <a:lnTo>
                    <a:pt x="253" y="647"/>
                  </a:lnTo>
                  <a:lnTo>
                    <a:pt x="393" y="534"/>
                  </a:lnTo>
                  <a:cubicBezTo>
                    <a:pt x="393" y="338"/>
                    <a:pt x="281" y="22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7"/>
            <p:cNvSpPr/>
            <p:nvPr/>
          </p:nvSpPr>
          <p:spPr>
            <a:xfrm>
              <a:off x="4483425" y="910500"/>
              <a:ext cx="3525" cy="16875"/>
            </a:xfrm>
            <a:custGeom>
              <a:rect b="b" l="l" r="r" t="t"/>
              <a:pathLst>
                <a:path extrusionOk="0" h="675" w="141">
                  <a:moveTo>
                    <a:pt x="141" y="1"/>
                  </a:moveTo>
                  <a:lnTo>
                    <a:pt x="1" y="590"/>
                  </a:lnTo>
                  <a:lnTo>
                    <a:pt x="141" y="674"/>
                  </a:lnTo>
                  <a:lnTo>
                    <a:pt x="1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7"/>
            <p:cNvSpPr/>
            <p:nvPr/>
          </p:nvSpPr>
          <p:spPr>
            <a:xfrm>
              <a:off x="4291825" y="853425"/>
              <a:ext cx="24575" cy="15000"/>
            </a:xfrm>
            <a:custGeom>
              <a:rect b="b" l="l" r="r" t="t"/>
              <a:pathLst>
                <a:path extrusionOk="0" h="600" w="983">
                  <a:moveTo>
                    <a:pt x="164" y="0"/>
                  </a:moveTo>
                  <a:cubicBezTo>
                    <a:pt x="107" y="0"/>
                    <a:pt x="58" y="86"/>
                    <a:pt x="0" y="318"/>
                  </a:cubicBezTo>
                  <a:cubicBezTo>
                    <a:pt x="219" y="428"/>
                    <a:pt x="523" y="452"/>
                    <a:pt x="779" y="524"/>
                  </a:cubicBezTo>
                  <a:lnTo>
                    <a:pt x="779" y="524"/>
                  </a:lnTo>
                  <a:cubicBezTo>
                    <a:pt x="433" y="347"/>
                    <a:pt x="280" y="0"/>
                    <a:pt x="164" y="0"/>
                  </a:cubicBezTo>
                  <a:close/>
                  <a:moveTo>
                    <a:pt x="779" y="524"/>
                  </a:moveTo>
                  <a:lnTo>
                    <a:pt x="779" y="524"/>
                  </a:lnTo>
                  <a:cubicBezTo>
                    <a:pt x="841" y="555"/>
                    <a:pt x="908" y="581"/>
                    <a:pt x="983" y="599"/>
                  </a:cubicBezTo>
                  <a:cubicBezTo>
                    <a:pt x="921" y="568"/>
                    <a:pt x="852" y="544"/>
                    <a:pt x="779" y="5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7"/>
            <p:cNvSpPr/>
            <p:nvPr/>
          </p:nvSpPr>
          <p:spPr>
            <a:xfrm>
              <a:off x="4435950" y="5279350"/>
              <a:ext cx="12400" cy="2700"/>
            </a:xfrm>
            <a:custGeom>
              <a:rect b="b" l="l" r="r" t="t"/>
              <a:pathLst>
                <a:path extrusionOk="0" h="108" w="496">
                  <a:moveTo>
                    <a:pt x="19" y="12"/>
                  </a:moveTo>
                  <a:lnTo>
                    <a:pt x="19" y="12"/>
                  </a:lnTo>
                  <a:cubicBezTo>
                    <a:pt x="5" y="15"/>
                    <a:pt x="0" y="17"/>
                    <a:pt x="3" y="17"/>
                  </a:cubicBezTo>
                  <a:cubicBezTo>
                    <a:pt x="5" y="17"/>
                    <a:pt x="10" y="16"/>
                    <a:pt x="18" y="15"/>
                  </a:cubicBezTo>
                  <a:lnTo>
                    <a:pt x="18" y="15"/>
                  </a:lnTo>
                  <a:cubicBezTo>
                    <a:pt x="18" y="14"/>
                    <a:pt x="18" y="13"/>
                    <a:pt x="19" y="12"/>
                  </a:cubicBezTo>
                  <a:close/>
                  <a:moveTo>
                    <a:pt x="217" y="1"/>
                  </a:moveTo>
                  <a:cubicBezTo>
                    <a:pt x="131" y="1"/>
                    <a:pt x="51" y="11"/>
                    <a:pt x="18" y="15"/>
                  </a:cubicBezTo>
                  <a:lnTo>
                    <a:pt x="18" y="15"/>
                  </a:lnTo>
                  <a:cubicBezTo>
                    <a:pt x="6" y="90"/>
                    <a:pt x="128" y="107"/>
                    <a:pt x="253" y="107"/>
                  </a:cubicBezTo>
                  <a:cubicBezTo>
                    <a:pt x="354" y="107"/>
                    <a:pt x="458" y="96"/>
                    <a:pt x="496" y="96"/>
                  </a:cubicBezTo>
                  <a:cubicBezTo>
                    <a:pt x="457" y="19"/>
                    <a:pt x="332" y="1"/>
                    <a:pt x="2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7"/>
            <p:cNvSpPr/>
            <p:nvPr/>
          </p:nvSpPr>
          <p:spPr>
            <a:xfrm>
              <a:off x="4414650" y="5212250"/>
              <a:ext cx="8450" cy="11975"/>
            </a:xfrm>
            <a:custGeom>
              <a:rect b="b" l="l" r="r" t="t"/>
              <a:pathLst>
                <a:path extrusionOk="0" h="479" w="338">
                  <a:moveTo>
                    <a:pt x="0" y="1"/>
                  </a:moveTo>
                  <a:lnTo>
                    <a:pt x="169" y="394"/>
                  </a:lnTo>
                  <a:lnTo>
                    <a:pt x="337" y="478"/>
                  </a:lnTo>
                  <a:cubicBezTo>
                    <a:pt x="225" y="338"/>
                    <a:pt x="113" y="1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7"/>
            <p:cNvSpPr/>
            <p:nvPr/>
          </p:nvSpPr>
          <p:spPr>
            <a:xfrm>
              <a:off x="4419550" y="5169000"/>
              <a:ext cx="21100" cy="36975"/>
            </a:xfrm>
            <a:custGeom>
              <a:rect b="b" l="l" r="r" t="t"/>
              <a:pathLst>
                <a:path extrusionOk="0" h="1479" w="844">
                  <a:moveTo>
                    <a:pt x="691" y="0"/>
                  </a:moveTo>
                  <a:cubicBezTo>
                    <a:pt x="434" y="0"/>
                    <a:pt x="390" y="196"/>
                    <a:pt x="366" y="411"/>
                  </a:cubicBezTo>
                  <a:cubicBezTo>
                    <a:pt x="366" y="524"/>
                    <a:pt x="338" y="664"/>
                    <a:pt x="338" y="776"/>
                  </a:cubicBezTo>
                  <a:cubicBezTo>
                    <a:pt x="338" y="917"/>
                    <a:pt x="282" y="1029"/>
                    <a:pt x="169" y="1085"/>
                  </a:cubicBezTo>
                  <a:lnTo>
                    <a:pt x="1" y="1085"/>
                  </a:lnTo>
                  <a:cubicBezTo>
                    <a:pt x="169" y="1225"/>
                    <a:pt x="338" y="1338"/>
                    <a:pt x="506" y="1478"/>
                  </a:cubicBezTo>
                  <a:cubicBezTo>
                    <a:pt x="562" y="1225"/>
                    <a:pt x="506" y="917"/>
                    <a:pt x="562" y="664"/>
                  </a:cubicBezTo>
                  <a:cubicBezTo>
                    <a:pt x="562" y="411"/>
                    <a:pt x="647" y="187"/>
                    <a:pt x="843" y="18"/>
                  </a:cubicBezTo>
                  <a:cubicBezTo>
                    <a:pt x="786" y="6"/>
                    <a:pt x="735" y="0"/>
                    <a:pt x="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7"/>
            <p:cNvSpPr/>
            <p:nvPr/>
          </p:nvSpPr>
          <p:spPr>
            <a:xfrm>
              <a:off x="4484825" y="5161250"/>
              <a:ext cx="5650" cy="8225"/>
            </a:xfrm>
            <a:custGeom>
              <a:rect b="b" l="l" r="r" t="t"/>
              <a:pathLst>
                <a:path extrusionOk="0" h="329" w="226">
                  <a:moveTo>
                    <a:pt x="60" y="1"/>
                  </a:moveTo>
                  <a:lnTo>
                    <a:pt x="60" y="1"/>
                  </a:lnTo>
                  <a:cubicBezTo>
                    <a:pt x="58" y="1"/>
                    <a:pt x="67" y="78"/>
                    <a:pt x="1" y="328"/>
                  </a:cubicBezTo>
                  <a:lnTo>
                    <a:pt x="85" y="328"/>
                  </a:lnTo>
                  <a:cubicBezTo>
                    <a:pt x="113" y="272"/>
                    <a:pt x="169" y="216"/>
                    <a:pt x="225" y="160"/>
                  </a:cubicBezTo>
                  <a:cubicBezTo>
                    <a:pt x="76" y="100"/>
                    <a:pt x="62" y="1"/>
                    <a:pt x="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7"/>
            <p:cNvSpPr/>
            <p:nvPr/>
          </p:nvSpPr>
          <p:spPr>
            <a:xfrm>
              <a:off x="4486225" y="5169450"/>
              <a:ext cx="5425" cy="2200"/>
            </a:xfrm>
            <a:custGeom>
              <a:rect b="b" l="l" r="r" t="t"/>
              <a:pathLst>
                <a:path extrusionOk="0" h="88" w="217">
                  <a:moveTo>
                    <a:pt x="29" y="0"/>
                  </a:moveTo>
                  <a:cubicBezTo>
                    <a:pt x="1" y="66"/>
                    <a:pt x="23" y="88"/>
                    <a:pt x="54" y="88"/>
                  </a:cubicBezTo>
                  <a:cubicBezTo>
                    <a:pt x="116" y="88"/>
                    <a:pt x="216" y="0"/>
                    <a:pt x="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7"/>
            <p:cNvSpPr/>
            <p:nvPr/>
          </p:nvSpPr>
          <p:spPr>
            <a:xfrm>
              <a:off x="4498175" y="5145575"/>
              <a:ext cx="12650" cy="10125"/>
            </a:xfrm>
            <a:custGeom>
              <a:rect b="b" l="l" r="r" t="t"/>
              <a:pathLst>
                <a:path extrusionOk="0" h="405" w="506">
                  <a:moveTo>
                    <a:pt x="0" y="1"/>
                  </a:moveTo>
                  <a:lnTo>
                    <a:pt x="56" y="394"/>
                  </a:lnTo>
                  <a:cubicBezTo>
                    <a:pt x="78" y="401"/>
                    <a:pt x="101" y="404"/>
                    <a:pt x="122" y="404"/>
                  </a:cubicBezTo>
                  <a:cubicBezTo>
                    <a:pt x="221" y="404"/>
                    <a:pt x="315" y="342"/>
                    <a:pt x="380" y="342"/>
                  </a:cubicBezTo>
                  <a:cubicBezTo>
                    <a:pt x="410" y="342"/>
                    <a:pt x="434" y="355"/>
                    <a:pt x="449" y="394"/>
                  </a:cubicBezTo>
                  <a:cubicBezTo>
                    <a:pt x="506" y="85"/>
                    <a:pt x="337" y="2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7"/>
            <p:cNvSpPr/>
            <p:nvPr/>
          </p:nvSpPr>
          <p:spPr>
            <a:xfrm>
              <a:off x="4491850" y="5131550"/>
              <a:ext cx="2250" cy="5150"/>
            </a:xfrm>
            <a:custGeom>
              <a:rect b="b" l="l" r="r" t="t"/>
              <a:pathLst>
                <a:path extrusionOk="0" h="206" w="90">
                  <a:moveTo>
                    <a:pt x="1" y="0"/>
                  </a:moveTo>
                  <a:lnTo>
                    <a:pt x="1" y="197"/>
                  </a:lnTo>
                  <a:cubicBezTo>
                    <a:pt x="12" y="203"/>
                    <a:pt x="24" y="206"/>
                    <a:pt x="34" y="206"/>
                  </a:cubicBezTo>
                  <a:cubicBezTo>
                    <a:pt x="73" y="206"/>
                    <a:pt x="90" y="15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7"/>
            <p:cNvSpPr/>
            <p:nvPr/>
          </p:nvSpPr>
          <p:spPr>
            <a:xfrm>
              <a:off x="4486025" y="5135125"/>
              <a:ext cx="5150" cy="11875"/>
            </a:xfrm>
            <a:custGeom>
              <a:rect b="b" l="l" r="r" t="t"/>
              <a:pathLst>
                <a:path extrusionOk="0" h="475" w="206">
                  <a:moveTo>
                    <a:pt x="37" y="1"/>
                  </a:moveTo>
                  <a:cubicBezTo>
                    <a:pt x="0" y="1"/>
                    <a:pt x="17" y="47"/>
                    <a:pt x="177" y="222"/>
                  </a:cubicBezTo>
                  <a:cubicBezTo>
                    <a:pt x="142" y="187"/>
                    <a:pt x="122" y="171"/>
                    <a:pt x="114" y="171"/>
                  </a:cubicBezTo>
                  <a:cubicBezTo>
                    <a:pt x="90" y="171"/>
                    <a:pt x="164" y="307"/>
                    <a:pt x="205" y="475"/>
                  </a:cubicBezTo>
                  <a:cubicBezTo>
                    <a:pt x="205" y="334"/>
                    <a:pt x="205" y="194"/>
                    <a:pt x="205" y="54"/>
                  </a:cubicBezTo>
                  <a:cubicBezTo>
                    <a:pt x="152" y="40"/>
                    <a:pt x="72" y="1"/>
                    <a:pt x="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7"/>
            <p:cNvSpPr/>
            <p:nvPr/>
          </p:nvSpPr>
          <p:spPr>
            <a:xfrm>
              <a:off x="4470075" y="5143475"/>
              <a:ext cx="16175" cy="13275"/>
            </a:xfrm>
            <a:custGeom>
              <a:rect b="b" l="l" r="r" t="t"/>
              <a:pathLst>
                <a:path extrusionOk="0" h="531" w="647">
                  <a:moveTo>
                    <a:pt x="170" y="0"/>
                  </a:moveTo>
                  <a:cubicBezTo>
                    <a:pt x="1" y="321"/>
                    <a:pt x="116" y="530"/>
                    <a:pt x="290" y="530"/>
                  </a:cubicBezTo>
                  <a:cubicBezTo>
                    <a:pt x="405" y="530"/>
                    <a:pt x="546" y="438"/>
                    <a:pt x="647" y="225"/>
                  </a:cubicBezTo>
                  <a:lnTo>
                    <a:pt x="647" y="225"/>
                  </a:lnTo>
                  <a:cubicBezTo>
                    <a:pt x="547" y="238"/>
                    <a:pt x="447" y="272"/>
                    <a:pt x="364" y="272"/>
                  </a:cubicBezTo>
                  <a:cubicBezTo>
                    <a:pt x="261" y="272"/>
                    <a:pt x="185" y="218"/>
                    <a:pt x="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7"/>
            <p:cNvSpPr/>
            <p:nvPr/>
          </p:nvSpPr>
          <p:spPr>
            <a:xfrm>
              <a:off x="4416750" y="5157500"/>
              <a:ext cx="13275" cy="11275"/>
            </a:xfrm>
            <a:custGeom>
              <a:rect b="b" l="l" r="r" t="t"/>
              <a:pathLst>
                <a:path extrusionOk="0" h="451" w="531">
                  <a:moveTo>
                    <a:pt x="309" y="1"/>
                  </a:moveTo>
                  <a:cubicBezTo>
                    <a:pt x="197" y="57"/>
                    <a:pt x="113" y="85"/>
                    <a:pt x="1" y="141"/>
                  </a:cubicBezTo>
                  <a:lnTo>
                    <a:pt x="138" y="443"/>
                  </a:lnTo>
                  <a:lnTo>
                    <a:pt x="138" y="443"/>
                  </a:lnTo>
                  <a:cubicBezTo>
                    <a:pt x="70" y="277"/>
                    <a:pt x="531" y="112"/>
                    <a:pt x="309" y="1"/>
                  </a:cubicBezTo>
                  <a:close/>
                  <a:moveTo>
                    <a:pt x="138" y="443"/>
                  </a:moveTo>
                  <a:cubicBezTo>
                    <a:pt x="139" y="446"/>
                    <a:pt x="140" y="448"/>
                    <a:pt x="141" y="450"/>
                  </a:cubicBezTo>
                  <a:lnTo>
                    <a:pt x="138" y="44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7"/>
            <p:cNvSpPr/>
            <p:nvPr/>
          </p:nvSpPr>
          <p:spPr>
            <a:xfrm>
              <a:off x="4522725" y="5106975"/>
              <a:ext cx="14075" cy="7750"/>
            </a:xfrm>
            <a:custGeom>
              <a:rect b="b" l="l" r="r" t="t"/>
              <a:pathLst>
                <a:path extrusionOk="0" h="310" w="563">
                  <a:moveTo>
                    <a:pt x="1" y="1"/>
                  </a:moveTo>
                  <a:lnTo>
                    <a:pt x="1" y="281"/>
                  </a:lnTo>
                  <a:cubicBezTo>
                    <a:pt x="87" y="281"/>
                    <a:pt x="205" y="239"/>
                    <a:pt x="329" y="239"/>
                  </a:cubicBezTo>
                  <a:cubicBezTo>
                    <a:pt x="399" y="239"/>
                    <a:pt x="471" y="252"/>
                    <a:pt x="539" y="294"/>
                  </a:cubicBezTo>
                  <a:lnTo>
                    <a:pt x="539" y="294"/>
                  </a:lnTo>
                  <a:cubicBezTo>
                    <a:pt x="376" y="187"/>
                    <a:pt x="188" y="81"/>
                    <a:pt x="1" y="1"/>
                  </a:cubicBezTo>
                  <a:close/>
                  <a:moveTo>
                    <a:pt x="539" y="294"/>
                  </a:moveTo>
                  <a:lnTo>
                    <a:pt x="539" y="294"/>
                  </a:lnTo>
                  <a:cubicBezTo>
                    <a:pt x="547" y="299"/>
                    <a:pt x="555" y="304"/>
                    <a:pt x="562" y="309"/>
                  </a:cubicBezTo>
                  <a:cubicBezTo>
                    <a:pt x="555" y="304"/>
                    <a:pt x="547" y="299"/>
                    <a:pt x="539" y="29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7"/>
            <p:cNvSpPr/>
            <p:nvPr/>
          </p:nvSpPr>
          <p:spPr>
            <a:xfrm>
              <a:off x="4517825" y="5095750"/>
              <a:ext cx="6325" cy="11250"/>
            </a:xfrm>
            <a:custGeom>
              <a:rect b="b" l="l" r="r" t="t"/>
              <a:pathLst>
                <a:path extrusionOk="0" h="450" w="253">
                  <a:moveTo>
                    <a:pt x="253" y="0"/>
                  </a:moveTo>
                  <a:lnTo>
                    <a:pt x="253" y="0"/>
                  </a:lnTo>
                  <a:cubicBezTo>
                    <a:pt x="0" y="197"/>
                    <a:pt x="56" y="337"/>
                    <a:pt x="197" y="450"/>
                  </a:cubicBezTo>
                  <a:cubicBezTo>
                    <a:pt x="197" y="281"/>
                    <a:pt x="225" y="141"/>
                    <a:pt x="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7"/>
            <p:cNvSpPr/>
            <p:nvPr/>
          </p:nvSpPr>
          <p:spPr>
            <a:xfrm>
              <a:off x="4476400" y="5115400"/>
              <a:ext cx="2850" cy="22475"/>
            </a:xfrm>
            <a:custGeom>
              <a:rect b="b" l="l" r="r" t="t"/>
              <a:pathLst>
                <a:path extrusionOk="0" h="899" w="114">
                  <a:moveTo>
                    <a:pt x="57" y="1"/>
                  </a:moveTo>
                  <a:lnTo>
                    <a:pt x="1" y="85"/>
                  </a:lnTo>
                  <a:cubicBezTo>
                    <a:pt x="29" y="365"/>
                    <a:pt x="57" y="618"/>
                    <a:pt x="113" y="899"/>
                  </a:cubicBezTo>
                  <a:cubicBezTo>
                    <a:pt x="57" y="590"/>
                    <a:pt x="85" y="309"/>
                    <a:pt x="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7"/>
            <p:cNvSpPr/>
            <p:nvPr/>
          </p:nvSpPr>
          <p:spPr>
            <a:xfrm>
              <a:off x="4560625" y="5085225"/>
              <a:ext cx="2850" cy="16150"/>
            </a:xfrm>
            <a:custGeom>
              <a:rect b="b" l="l" r="r" t="t"/>
              <a:pathLst>
                <a:path extrusionOk="0" h="646" w="114">
                  <a:moveTo>
                    <a:pt x="1" y="0"/>
                  </a:moveTo>
                  <a:lnTo>
                    <a:pt x="1" y="225"/>
                  </a:lnTo>
                  <a:lnTo>
                    <a:pt x="113" y="646"/>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7"/>
            <p:cNvSpPr/>
            <p:nvPr/>
          </p:nvSpPr>
          <p:spPr>
            <a:xfrm>
              <a:off x="4576075" y="5064875"/>
              <a:ext cx="17575" cy="21775"/>
            </a:xfrm>
            <a:custGeom>
              <a:rect b="b" l="l" r="r" t="t"/>
              <a:pathLst>
                <a:path extrusionOk="0" h="871" w="703">
                  <a:moveTo>
                    <a:pt x="646" y="0"/>
                  </a:moveTo>
                  <a:lnTo>
                    <a:pt x="646" y="0"/>
                  </a:lnTo>
                  <a:cubicBezTo>
                    <a:pt x="590" y="253"/>
                    <a:pt x="394" y="365"/>
                    <a:pt x="0" y="365"/>
                  </a:cubicBezTo>
                  <a:cubicBezTo>
                    <a:pt x="113" y="702"/>
                    <a:pt x="506" y="618"/>
                    <a:pt x="534" y="870"/>
                  </a:cubicBezTo>
                  <a:cubicBezTo>
                    <a:pt x="646" y="590"/>
                    <a:pt x="702" y="281"/>
                    <a:pt x="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7"/>
            <p:cNvSpPr/>
            <p:nvPr/>
          </p:nvSpPr>
          <p:spPr>
            <a:xfrm>
              <a:off x="4592225" y="5052925"/>
              <a:ext cx="1425" cy="11975"/>
            </a:xfrm>
            <a:custGeom>
              <a:rect b="b" l="l" r="r" t="t"/>
              <a:pathLst>
                <a:path extrusionOk="0" h="479" w="57">
                  <a:moveTo>
                    <a:pt x="28" y="1"/>
                  </a:moveTo>
                  <a:lnTo>
                    <a:pt x="28" y="1"/>
                  </a:lnTo>
                  <a:cubicBezTo>
                    <a:pt x="0" y="169"/>
                    <a:pt x="0" y="310"/>
                    <a:pt x="0" y="478"/>
                  </a:cubicBezTo>
                  <a:cubicBezTo>
                    <a:pt x="56" y="338"/>
                    <a:pt x="56" y="169"/>
                    <a:pt x="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7"/>
            <p:cNvSpPr/>
            <p:nvPr/>
          </p:nvSpPr>
          <p:spPr>
            <a:xfrm>
              <a:off x="4536075" y="5083125"/>
              <a:ext cx="13350" cy="5800"/>
            </a:xfrm>
            <a:custGeom>
              <a:rect b="b" l="l" r="r" t="t"/>
              <a:pathLst>
                <a:path extrusionOk="0" h="232" w="534">
                  <a:moveTo>
                    <a:pt x="113" y="0"/>
                  </a:moveTo>
                  <a:lnTo>
                    <a:pt x="0" y="112"/>
                  </a:lnTo>
                  <a:cubicBezTo>
                    <a:pt x="139" y="182"/>
                    <a:pt x="277" y="232"/>
                    <a:pt x="432" y="232"/>
                  </a:cubicBezTo>
                  <a:cubicBezTo>
                    <a:pt x="465" y="232"/>
                    <a:pt x="499" y="230"/>
                    <a:pt x="534" y="225"/>
                  </a:cubicBezTo>
                  <a:lnTo>
                    <a:pt x="1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7"/>
            <p:cNvSpPr/>
            <p:nvPr/>
          </p:nvSpPr>
          <p:spPr>
            <a:xfrm>
              <a:off x="4538875" y="5078200"/>
              <a:ext cx="5650" cy="4950"/>
            </a:xfrm>
            <a:custGeom>
              <a:rect b="b" l="l" r="r" t="t"/>
              <a:pathLst>
                <a:path extrusionOk="0" h="198" w="226">
                  <a:moveTo>
                    <a:pt x="225" y="1"/>
                  </a:moveTo>
                  <a:lnTo>
                    <a:pt x="202" y="21"/>
                  </a:lnTo>
                  <a:lnTo>
                    <a:pt x="202" y="21"/>
                  </a:lnTo>
                  <a:cubicBezTo>
                    <a:pt x="212" y="13"/>
                    <a:pt x="220" y="6"/>
                    <a:pt x="225" y="1"/>
                  </a:cubicBezTo>
                  <a:close/>
                  <a:moveTo>
                    <a:pt x="202" y="21"/>
                  </a:moveTo>
                  <a:cubicBezTo>
                    <a:pt x="162" y="53"/>
                    <a:pt x="90" y="107"/>
                    <a:pt x="1" y="197"/>
                  </a:cubicBezTo>
                  <a:lnTo>
                    <a:pt x="202" y="2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7"/>
            <p:cNvSpPr/>
            <p:nvPr/>
          </p:nvSpPr>
          <p:spPr>
            <a:xfrm>
              <a:off x="4535025" y="5085400"/>
              <a:ext cx="1075" cy="550"/>
            </a:xfrm>
            <a:custGeom>
              <a:rect b="b" l="l" r="r" t="t"/>
              <a:pathLst>
                <a:path extrusionOk="0" h="22" w="43">
                  <a:moveTo>
                    <a:pt x="7" y="0"/>
                  </a:moveTo>
                  <a:cubicBezTo>
                    <a:pt x="0" y="0"/>
                    <a:pt x="0" y="7"/>
                    <a:pt x="14" y="21"/>
                  </a:cubicBezTo>
                  <a:lnTo>
                    <a:pt x="42" y="21"/>
                  </a:lnTo>
                  <a:cubicBezTo>
                    <a:pt x="28" y="7"/>
                    <a:pt x="14" y="0"/>
                    <a:pt x="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7"/>
            <p:cNvSpPr/>
            <p:nvPr/>
          </p:nvSpPr>
          <p:spPr>
            <a:xfrm>
              <a:off x="4486225" y="5085825"/>
              <a:ext cx="14500" cy="19775"/>
            </a:xfrm>
            <a:custGeom>
              <a:rect b="b" l="l" r="r" t="t"/>
              <a:pathLst>
                <a:path extrusionOk="0" h="791" w="580">
                  <a:moveTo>
                    <a:pt x="87" y="0"/>
                  </a:moveTo>
                  <a:cubicBezTo>
                    <a:pt x="60" y="0"/>
                    <a:pt x="31" y="1"/>
                    <a:pt x="1" y="4"/>
                  </a:cubicBezTo>
                  <a:cubicBezTo>
                    <a:pt x="141" y="341"/>
                    <a:pt x="450" y="285"/>
                    <a:pt x="534" y="790"/>
                  </a:cubicBezTo>
                  <a:cubicBezTo>
                    <a:pt x="481" y="471"/>
                    <a:pt x="579" y="0"/>
                    <a:pt x="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7"/>
            <p:cNvSpPr/>
            <p:nvPr/>
          </p:nvSpPr>
          <p:spPr>
            <a:xfrm>
              <a:off x="4514300" y="5079600"/>
              <a:ext cx="8450" cy="13375"/>
            </a:xfrm>
            <a:custGeom>
              <a:rect b="b" l="l" r="r" t="t"/>
              <a:pathLst>
                <a:path extrusionOk="0" h="535" w="338">
                  <a:moveTo>
                    <a:pt x="338" y="1"/>
                  </a:moveTo>
                  <a:lnTo>
                    <a:pt x="1" y="225"/>
                  </a:lnTo>
                  <a:cubicBezTo>
                    <a:pt x="85" y="281"/>
                    <a:pt x="254" y="366"/>
                    <a:pt x="282" y="534"/>
                  </a:cubicBezTo>
                  <a:lnTo>
                    <a:pt x="3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7"/>
            <p:cNvSpPr/>
            <p:nvPr/>
          </p:nvSpPr>
          <p:spPr>
            <a:xfrm>
              <a:off x="4522725" y="5074000"/>
              <a:ext cx="2850" cy="5625"/>
            </a:xfrm>
            <a:custGeom>
              <a:rect b="b" l="l" r="r" t="t"/>
              <a:pathLst>
                <a:path extrusionOk="0" h="225" w="114">
                  <a:moveTo>
                    <a:pt x="29" y="0"/>
                  </a:moveTo>
                  <a:lnTo>
                    <a:pt x="1" y="225"/>
                  </a:lnTo>
                  <a:lnTo>
                    <a:pt x="113" y="140"/>
                  </a:lnTo>
                  <a:lnTo>
                    <a:pt x="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7"/>
            <p:cNvSpPr/>
            <p:nvPr/>
          </p:nvSpPr>
          <p:spPr>
            <a:xfrm>
              <a:off x="4564150" y="5042400"/>
              <a:ext cx="15450" cy="15550"/>
            </a:xfrm>
            <a:custGeom>
              <a:rect b="b" l="l" r="r" t="t"/>
              <a:pathLst>
                <a:path extrusionOk="0" h="622" w="618">
                  <a:moveTo>
                    <a:pt x="618" y="1"/>
                  </a:moveTo>
                  <a:lnTo>
                    <a:pt x="618" y="1"/>
                  </a:lnTo>
                  <a:cubicBezTo>
                    <a:pt x="393" y="85"/>
                    <a:pt x="197" y="197"/>
                    <a:pt x="0" y="338"/>
                  </a:cubicBezTo>
                  <a:cubicBezTo>
                    <a:pt x="84" y="464"/>
                    <a:pt x="137" y="622"/>
                    <a:pt x="241" y="622"/>
                  </a:cubicBezTo>
                  <a:cubicBezTo>
                    <a:pt x="276" y="622"/>
                    <a:pt x="316" y="604"/>
                    <a:pt x="365" y="562"/>
                  </a:cubicBezTo>
                  <a:cubicBezTo>
                    <a:pt x="365" y="338"/>
                    <a:pt x="449" y="14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7"/>
            <p:cNvSpPr/>
            <p:nvPr/>
          </p:nvSpPr>
          <p:spPr>
            <a:xfrm>
              <a:off x="4554900" y="5067200"/>
              <a:ext cx="850" cy="1200"/>
            </a:xfrm>
            <a:custGeom>
              <a:rect b="b" l="l" r="r" t="t"/>
              <a:pathLst>
                <a:path extrusionOk="0" h="48" w="34">
                  <a:moveTo>
                    <a:pt x="16" y="1"/>
                  </a:moveTo>
                  <a:cubicBezTo>
                    <a:pt x="6" y="1"/>
                    <a:pt x="0" y="15"/>
                    <a:pt x="33" y="47"/>
                  </a:cubicBezTo>
                  <a:lnTo>
                    <a:pt x="33" y="19"/>
                  </a:lnTo>
                  <a:cubicBezTo>
                    <a:pt x="33" y="8"/>
                    <a:pt x="24" y="1"/>
                    <a:pt x="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7"/>
            <p:cNvSpPr/>
            <p:nvPr/>
          </p:nvSpPr>
          <p:spPr>
            <a:xfrm>
              <a:off x="4618900" y="5006600"/>
              <a:ext cx="2125" cy="1450"/>
            </a:xfrm>
            <a:custGeom>
              <a:rect b="b" l="l" r="r" t="t"/>
              <a:pathLst>
                <a:path extrusionOk="0" h="58" w="85">
                  <a:moveTo>
                    <a:pt x="0" y="1"/>
                  </a:moveTo>
                  <a:lnTo>
                    <a:pt x="28" y="57"/>
                  </a:lnTo>
                  <a:lnTo>
                    <a:pt x="84" y="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7"/>
            <p:cNvSpPr/>
            <p:nvPr/>
          </p:nvSpPr>
          <p:spPr>
            <a:xfrm>
              <a:off x="4557825" y="5050025"/>
              <a:ext cx="6350" cy="9950"/>
            </a:xfrm>
            <a:custGeom>
              <a:rect b="b" l="l" r="r" t="t"/>
              <a:pathLst>
                <a:path extrusionOk="0" h="398" w="254">
                  <a:moveTo>
                    <a:pt x="205" y="0"/>
                  </a:moveTo>
                  <a:cubicBezTo>
                    <a:pt x="193" y="0"/>
                    <a:pt x="181" y="9"/>
                    <a:pt x="169" y="33"/>
                  </a:cubicBezTo>
                  <a:cubicBezTo>
                    <a:pt x="1" y="61"/>
                    <a:pt x="1" y="229"/>
                    <a:pt x="29" y="398"/>
                  </a:cubicBezTo>
                  <a:cubicBezTo>
                    <a:pt x="85" y="257"/>
                    <a:pt x="169" y="145"/>
                    <a:pt x="253" y="33"/>
                  </a:cubicBezTo>
                  <a:cubicBezTo>
                    <a:pt x="237" y="16"/>
                    <a:pt x="221" y="0"/>
                    <a:pt x="2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7"/>
            <p:cNvSpPr/>
            <p:nvPr/>
          </p:nvSpPr>
          <p:spPr>
            <a:xfrm>
              <a:off x="4590825" y="5039075"/>
              <a:ext cx="10425" cy="2175"/>
            </a:xfrm>
            <a:custGeom>
              <a:rect b="b" l="l" r="r" t="t"/>
              <a:pathLst>
                <a:path extrusionOk="0" h="87" w="417">
                  <a:moveTo>
                    <a:pt x="186" y="0"/>
                  </a:moveTo>
                  <a:cubicBezTo>
                    <a:pt x="119" y="0"/>
                    <a:pt x="56" y="7"/>
                    <a:pt x="0" y="21"/>
                  </a:cubicBezTo>
                  <a:cubicBezTo>
                    <a:pt x="97" y="54"/>
                    <a:pt x="232" y="86"/>
                    <a:pt x="318" y="86"/>
                  </a:cubicBezTo>
                  <a:cubicBezTo>
                    <a:pt x="380" y="86"/>
                    <a:pt x="417" y="69"/>
                    <a:pt x="393" y="21"/>
                  </a:cubicBezTo>
                  <a:cubicBezTo>
                    <a:pt x="323" y="7"/>
                    <a:pt x="253" y="0"/>
                    <a:pt x="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7"/>
            <p:cNvSpPr/>
            <p:nvPr/>
          </p:nvSpPr>
          <p:spPr>
            <a:xfrm>
              <a:off x="4558525" y="5068375"/>
              <a:ext cx="2350" cy="1700"/>
            </a:xfrm>
            <a:custGeom>
              <a:rect b="b" l="l" r="r" t="t"/>
              <a:pathLst>
                <a:path extrusionOk="0" h="68" w="94">
                  <a:moveTo>
                    <a:pt x="1" y="0"/>
                  </a:moveTo>
                  <a:cubicBezTo>
                    <a:pt x="1" y="29"/>
                    <a:pt x="1" y="29"/>
                    <a:pt x="1" y="57"/>
                  </a:cubicBezTo>
                  <a:cubicBezTo>
                    <a:pt x="31" y="64"/>
                    <a:pt x="51" y="68"/>
                    <a:pt x="62" y="68"/>
                  </a:cubicBezTo>
                  <a:cubicBezTo>
                    <a:pt x="94" y="68"/>
                    <a:pt x="62" y="4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7"/>
            <p:cNvSpPr/>
            <p:nvPr/>
          </p:nvSpPr>
          <p:spPr>
            <a:xfrm>
              <a:off x="4555725" y="5059950"/>
              <a:ext cx="3525" cy="8450"/>
            </a:xfrm>
            <a:custGeom>
              <a:rect b="b" l="l" r="r" t="t"/>
              <a:pathLst>
                <a:path extrusionOk="0" h="338" w="141">
                  <a:moveTo>
                    <a:pt x="113" y="1"/>
                  </a:moveTo>
                  <a:cubicBezTo>
                    <a:pt x="56" y="85"/>
                    <a:pt x="0" y="197"/>
                    <a:pt x="0" y="309"/>
                  </a:cubicBezTo>
                  <a:cubicBezTo>
                    <a:pt x="28" y="309"/>
                    <a:pt x="85" y="337"/>
                    <a:pt x="113" y="337"/>
                  </a:cubicBezTo>
                  <a:cubicBezTo>
                    <a:pt x="141" y="225"/>
                    <a:pt x="113" y="113"/>
                    <a:pt x="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7"/>
            <p:cNvSpPr/>
            <p:nvPr/>
          </p:nvSpPr>
          <p:spPr>
            <a:xfrm>
              <a:off x="4572575" y="4936425"/>
              <a:ext cx="46350" cy="70200"/>
            </a:xfrm>
            <a:custGeom>
              <a:rect b="b" l="l" r="r" t="t"/>
              <a:pathLst>
                <a:path extrusionOk="0" h="2808" w="1854">
                  <a:moveTo>
                    <a:pt x="1067" y="0"/>
                  </a:moveTo>
                  <a:lnTo>
                    <a:pt x="870" y="534"/>
                  </a:lnTo>
                  <a:cubicBezTo>
                    <a:pt x="790" y="454"/>
                    <a:pt x="812" y="195"/>
                    <a:pt x="644" y="195"/>
                  </a:cubicBezTo>
                  <a:cubicBezTo>
                    <a:pt x="636" y="195"/>
                    <a:pt x="627" y="196"/>
                    <a:pt x="618" y="197"/>
                  </a:cubicBezTo>
                  <a:cubicBezTo>
                    <a:pt x="854" y="512"/>
                    <a:pt x="747" y="1047"/>
                    <a:pt x="250" y="1047"/>
                  </a:cubicBezTo>
                  <a:cubicBezTo>
                    <a:pt x="216" y="1047"/>
                    <a:pt x="179" y="1045"/>
                    <a:pt x="140" y="1039"/>
                  </a:cubicBezTo>
                  <a:lnTo>
                    <a:pt x="140" y="1039"/>
                  </a:lnTo>
                  <a:cubicBezTo>
                    <a:pt x="0" y="1545"/>
                    <a:pt x="1095" y="2443"/>
                    <a:pt x="1853" y="2808"/>
                  </a:cubicBezTo>
                  <a:cubicBezTo>
                    <a:pt x="1741" y="2668"/>
                    <a:pt x="1628" y="2527"/>
                    <a:pt x="1797" y="2078"/>
                  </a:cubicBezTo>
                  <a:cubicBezTo>
                    <a:pt x="1752" y="2063"/>
                    <a:pt x="1689" y="2059"/>
                    <a:pt x="1617" y="2059"/>
                  </a:cubicBezTo>
                  <a:cubicBezTo>
                    <a:pt x="1518" y="2059"/>
                    <a:pt x="1399" y="2067"/>
                    <a:pt x="1284" y="2067"/>
                  </a:cubicBezTo>
                  <a:cubicBezTo>
                    <a:pt x="1012" y="2067"/>
                    <a:pt x="754" y="2021"/>
                    <a:pt x="786" y="1713"/>
                  </a:cubicBezTo>
                  <a:cubicBezTo>
                    <a:pt x="907" y="1496"/>
                    <a:pt x="1006" y="1435"/>
                    <a:pt x="1107" y="1435"/>
                  </a:cubicBezTo>
                  <a:cubicBezTo>
                    <a:pt x="1242" y="1435"/>
                    <a:pt x="1380" y="1545"/>
                    <a:pt x="1572" y="1545"/>
                  </a:cubicBezTo>
                  <a:cubicBezTo>
                    <a:pt x="1067" y="1292"/>
                    <a:pt x="1657" y="534"/>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7"/>
            <p:cNvSpPr/>
            <p:nvPr/>
          </p:nvSpPr>
          <p:spPr>
            <a:xfrm>
              <a:off x="4600650" y="5008025"/>
              <a:ext cx="22475" cy="15450"/>
            </a:xfrm>
            <a:custGeom>
              <a:rect b="b" l="l" r="r" t="t"/>
              <a:pathLst>
                <a:path extrusionOk="0" h="618" w="899">
                  <a:moveTo>
                    <a:pt x="758" y="0"/>
                  </a:moveTo>
                  <a:lnTo>
                    <a:pt x="84" y="477"/>
                  </a:lnTo>
                  <a:lnTo>
                    <a:pt x="112" y="421"/>
                  </a:lnTo>
                  <a:lnTo>
                    <a:pt x="0" y="562"/>
                  </a:lnTo>
                  <a:cubicBezTo>
                    <a:pt x="100" y="542"/>
                    <a:pt x="199" y="532"/>
                    <a:pt x="297" y="532"/>
                  </a:cubicBezTo>
                  <a:cubicBezTo>
                    <a:pt x="476" y="532"/>
                    <a:pt x="651" y="563"/>
                    <a:pt x="814" y="618"/>
                  </a:cubicBezTo>
                  <a:cubicBezTo>
                    <a:pt x="898" y="421"/>
                    <a:pt x="870" y="197"/>
                    <a:pt x="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7"/>
            <p:cNvSpPr/>
            <p:nvPr/>
          </p:nvSpPr>
          <p:spPr>
            <a:xfrm>
              <a:off x="4564850" y="5008025"/>
              <a:ext cx="35825" cy="34400"/>
            </a:xfrm>
            <a:custGeom>
              <a:rect b="b" l="l" r="r" t="t"/>
              <a:pathLst>
                <a:path extrusionOk="0" h="1376" w="1433">
                  <a:moveTo>
                    <a:pt x="972" y="1041"/>
                  </a:moveTo>
                  <a:cubicBezTo>
                    <a:pt x="1051" y="1041"/>
                    <a:pt x="977" y="1147"/>
                    <a:pt x="955" y="1235"/>
                  </a:cubicBezTo>
                  <a:cubicBezTo>
                    <a:pt x="955" y="1235"/>
                    <a:pt x="963" y="1243"/>
                    <a:pt x="970" y="1250"/>
                  </a:cubicBezTo>
                  <a:lnTo>
                    <a:pt x="970" y="1250"/>
                  </a:lnTo>
                  <a:cubicBezTo>
                    <a:pt x="919" y="1235"/>
                    <a:pt x="909" y="1235"/>
                    <a:pt x="955" y="1235"/>
                  </a:cubicBezTo>
                  <a:cubicBezTo>
                    <a:pt x="927" y="1179"/>
                    <a:pt x="899" y="1123"/>
                    <a:pt x="871" y="1067"/>
                  </a:cubicBezTo>
                  <a:cubicBezTo>
                    <a:pt x="918" y="1049"/>
                    <a:pt x="951" y="1041"/>
                    <a:pt x="972" y="1041"/>
                  </a:cubicBezTo>
                  <a:close/>
                  <a:moveTo>
                    <a:pt x="337" y="0"/>
                  </a:moveTo>
                  <a:cubicBezTo>
                    <a:pt x="0" y="337"/>
                    <a:pt x="337" y="505"/>
                    <a:pt x="225" y="842"/>
                  </a:cubicBezTo>
                  <a:cubicBezTo>
                    <a:pt x="358" y="688"/>
                    <a:pt x="425" y="632"/>
                    <a:pt x="460" y="632"/>
                  </a:cubicBezTo>
                  <a:cubicBezTo>
                    <a:pt x="552" y="632"/>
                    <a:pt x="417" y="1031"/>
                    <a:pt x="711" y="1031"/>
                  </a:cubicBezTo>
                  <a:cubicBezTo>
                    <a:pt x="748" y="1031"/>
                    <a:pt x="791" y="1025"/>
                    <a:pt x="843" y="1011"/>
                  </a:cubicBezTo>
                  <a:lnTo>
                    <a:pt x="843" y="1011"/>
                  </a:lnTo>
                  <a:cubicBezTo>
                    <a:pt x="758" y="1123"/>
                    <a:pt x="674" y="1263"/>
                    <a:pt x="590" y="1376"/>
                  </a:cubicBezTo>
                  <a:cubicBezTo>
                    <a:pt x="730" y="1320"/>
                    <a:pt x="871" y="1292"/>
                    <a:pt x="1039" y="1263"/>
                  </a:cubicBezTo>
                  <a:lnTo>
                    <a:pt x="1011" y="1263"/>
                  </a:lnTo>
                  <a:cubicBezTo>
                    <a:pt x="1003" y="1261"/>
                    <a:pt x="995" y="1258"/>
                    <a:pt x="988" y="1256"/>
                  </a:cubicBezTo>
                  <a:lnTo>
                    <a:pt x="988" y="1256"/>
                  </a:lnTo>
                  <a:lnTo>
                    <a:pt x="1432" y="562"/>
                  </a:lnTo>
                  <a:lnTo>
                    <a:pt x="1432" y="562"/>
                  </a:lnTo>
                  <a:cubicBezTo>
                    <a:pt x="1207" y="674"/>
                    <a:pt x="1011" y="842"/>
                    <a:pt x="871" y="1039"/>
                  </a:cubicBezTo>
                  <a:cubicBezTo>
                    <a:pt x="674" y="618"/>
                    <a:pt x="871" y="197"/>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7"/>
            <p:cNvSpPr/>
            <p:nvPr/>
          </p:nvSpPr>
          <p:spPr>
            <a:xfrm>
              <a:off x="4475000" y="5061025"/>
              <a:ext cx="2850" cy="2450"/>
            </a:xfrm>
            <a:custGeom>
              <a:rect b="b" l="l" r="r" t="t"/>
              <a:pathLst>
                <a:path extrusionOk="0" h="98" w="114">
                  <a:moveTo>
                    <a:pt x="70" y="0"/>
                  </a:moveTo>
                  <a:cubicBezTo>
                    <a:pt x="53" y="0"/>
                    <a:pt x="30" y="12"/>
                    <a:pt x="1" y="42"/>
                  </a:cubicBezTo>
                  <a:cubicBezTo>
                    <a:pt x="57" y="42"/>
                    <a:pt x="85" y="70"/>
                    <a:pt x="113" y="98"/>
                  </a:cubicBezTo>
                  <a:cubicBezTo>
                    <a:pt x="113" y="43"/>
                    <a:pt x="101" y="0"/>
                    <a:pt x="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7"/>
            <p:cNvSpPr/>
            <p:nvPr/>
          </p:nvSpPr>
          <p:spPr>
            <a:xfrm>
              <a:off x="4477275" y="5060650"/>
              <a:ext cx="35650" cy="13200"/>
            </a:xfrm>
            <a:custGeom>
              <a:rect b="b" l="l" r="r" t="t"/>
              <a:pathLst>
                <a:path extrusionOk="0" h="528" w="1426">
                  <a:moveTo>
                    <a:pt x="1342" y="423"/>
                  </a:moveTo>
                  <a:lnTo>
                    <a:pt x="1342" y="423"/>
                  </a:lnTo>
                  <a:cubicBezTo>
                    <a:pt x="1370" y="441"/>
                    <a:pt x="1398" y="459"/>
                    <a:pt x="1426" y="478"/>
                  </a:cubicBezTo>
                  <a:cubicBezTo>
                    <a:pt x="1426" y="460"/>
                    <a:pt x="1394" y="441"/>
                    <a:pt x="1342" y="423"/>
                  </a:cubicBezTo>
                  <a:close/>
                  <a:moveTo>
                    <a:pt x="359" y="1"/>
                  </a:moveTo>
                  <a:cubicBezTo>
                    <a:pt x="359" y="85"/>
                    <a:pt x="443" y="225"/>
                    <a:pt x="303" y="338"/>
                  </a:cubicBezTo>
                  <a:cubicBezTo>
                    <a:pt x="286" y="340"/>
                    <a:pt x="271" y="341"/>
                    <a:pt x="257" y="341"/>
                  </a:cubicBezTo>
                  <a:cubicBezTo>
                    <a:pt x="86" y="341"/>
                    <a:pt x="126" y="189"/>
                    <a:pt x="22" y="85"/>
                  </a:cubicBezTo>
                  <a:lnTo>
                    <a:pt x="22" y="85"/>
                  </a:lnTo>
                  <a:cubicBezTo>
                    <a:pt x="22" y="232"/>
                    <a:pt x="1" y="527"/>
                    <a:pt x="255" y="527"/>
                  </a:cubicBezTo>
                  <a:cubicBezTo>
                    <a:pt x="292" y="527"/>
                    <a:pt x="336" y="521"/>
                    <a:pt x="387" y="506"/>
                  </a:cubicBezTo>
                  <a:lnTo>
                    <a:pt x="387" y="422"/>
                  </a:lnTo>
                  <a:cubicBezTo>
                    <a:pt x="503" y="374"/>
                    <a:pt x="661" y="355"/>
                    <a:pt x="820" y="355"/>
                  </a:cubicBezTo>
                  <a:cubicBezTo>
                    <a:pt x="1025" y="355"/>
                    <a:pt x="1231" y="386"/>
                    <a:pt x="1342" y="423"/>
                  </a:cubicBezTo>
                  <a:lnTo>
                    <a:pt x="1342" y="423"/>
                  </a:lnTo>
                  <a:cubicBezTo>
                    <a:pt x="1028" y="226"/>
                    <a:pt x="694" y="78"/>
                    <a:pt x="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7"/>
            <p:cNvSpPr/>
            <p:nvPr/>
          </p:nvSpPr>
          <p:spPr>
            <a:xfrm>
              <a:off x="4526250" y="5026275"/>
              <a:ext cx="16850" cy="16850"/>
            </a:xfrm>
            <a:custGeom>
              <a:rect b="b" l="l" r="r" t="t"/>
              <a:pathLst>
                <a:path extrusionOk="0" h="674" w="674">
                  <a:moveTo>
                    <a:pt x="169" y="0"/>
                  </a:moveTo>
                  <a:lnTo>
                    <a:pt x="337" y="168"/>
                  </a:lnTo>
                  <a:cubicBezTo>
                    <a:pt x="0" y="365"/>
                    <a:pt x="253" y="505"/>
                    <a:pt x="337" y="674"/>
                  </a:cubicBezTo>
                  <a:cubicBezTo>
                    <a:pt x="449" y="477"/>
                    <a:pt x="562" y="281"/>
                    <a:pt x="674" y="56"/>
                  </a:cubicBezTo>
                  <a:lnTo>
                    <a:pt x="1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7"/>
            <p:cNvSpPr/>
            <p:nvPr/>
          </p:nvSpPr>
          <p:spPr>
            <a:xfrm>
              <a:off x="4625900" y="5002400"/>
              <a:ext cx="5650" cy="18975"/>
            </a:xfrm>
            <a:custGeom>
              <a:rect b="b" l="l" r="r" t="t"/>
              <a:pathLst>
                <a:path extrusionOk="0" h="759" w="226">
                  <a:moveTo>
                    <a:pt x="113" y="0"/>
                  </a:moveTo>
                  <a:lnTo>
                    <a:pt x="1" y="337"/>
                  </a:lnTo>
                  <a:lnTo>
                    <a:pt x="225" y="758"/>
                  </a:lnTo>
                  <a:lnTo>
                    <a:pt x="1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7"/>
            <p:cNvSpPr/>
            <p:nvPr/>
          </p:nvSpPr>
          <p:spPr>
            <a:xfrm>
              <a:off x="4642050" y="4996075"/>
              <a:ext cx="6350" cy="8450"/>
            </a:xfrm>
            <a:custGeom>
              <a:rect b="b" l="l" r="r" t="t"/>
              <a:pathLst>
                <a:path extrusionOk="0" h="338" w="254">
                  <a:moveTo>
                    <a:pt x="0" y="1"/>
                  </a:moveTo>
                  <a:lnTo>
                    <a:pt x="225" y="338"/>
                  </a:lnTo>
                  <a:lnTo>
                    <a:pt x="2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7"/>
            <p:cNvSpPr/>
            <p:nvPr/>
          </p:nvSpPr>
          <p:spPr>
            <a:xfrm>
              <a:off x="5446400" y="4019775"/>
              <a:ext cx="1425" cy="5650"/>
            </a:xfrm>
            <a:custGeom>
              <a:rect b="b" l="l" r="r" t="t"/>
              <a:pathLst>
                <a:path extrusionOk="0" h="226" w="57">
                  <a:moveTo>
                    <a:pt x="56" y="1"/>
                  </a:moveTo>
                  <a:lnTo>
                    <a:pt x="56" y="1"/>
                  </a:lnTo>
                  <a:cubicBezTo>
                    <a:pt x="28" y="57"/>
                    <a:pt x="0" y="141"/>
                    <a:pt x="0" y="225"/>
                  </a:cubicBezTo>
                  <a:lnTo>
                    <a:pt x="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7"/>
            <p:cNvSpPr/>
            <p:nvPr/>
          </p:nvSpPr>
          <p:spPr>
            <a:xfrm>
              <a:off x="5422525" y="4051625"/>
              <a:ext cx="3525" cy="4675"/>
            </a:xfrm>
            <a:custGeom>
              <a:rect b="b" l="l" r="r" t="t"/>
              <a:pathLst>
                <a:path extrusionOk="0" h="187" w="141">
                  <a:moveTo>
                    <a:pt x="36" y="1"/>
                  </a:moveTo>
                  <a:cubicBezTo>
                    <a:pt x="24" y="1"/>
                    <a:pt x="12" y="6"/>
                    <a:pt x="0" y="18"/>
                  </a:cubicBezTo>
                  <a:lnTo>
                    <a:pt x="141" y="187"/>
                  </a:lnTo>
                  <a:cubicBezTo>
                    <a:pt x="119" y="76"/>
                    <a:pt x="79" y="1"/>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7"/>
            <p:cNvSpPr/>
            <p:nvPr/>
          </p:nvSpPr>
          <p:spPr>
            <a:xfrm>
              <a:off x="5053350" y="4619875"/>
              <a:ext cx="23375" cy="10525"/>
            </a:xfrm>
            <a:custGeom>
              <a:rect b="b" l="l" r="r" t="t"/>
              <a:pathLst>
                <a:path extrusionOk="0" h="421" w="935">
                  <a:moveTo>
                    <a:pt x="393" y="1"/>
                  </a:moveTo>
                  <a:cubicBezTo>
                    <a:pt x="337" y="169"/>
                    <a:pt x="197" y="281"/>
                    <a:pt x="0" y="281"/>
                  </a:cubicBezTo>
                  <a:cubicBezTo>
                    <a:pt x="283" y="331"/>
                    <a:pt x="636" y="421"/>
                    <a:pt x="799" y="421"/>
                  </a:cubicBezTo>
                  <a:cubicBezTo>
                    <a:pt x="911" y="421"/>
                    <a:pt x="935" y="379"/>
                    <a:pt x="786" y="253"/>
                  </a:cubicBezTo>
                  <a:lnTo>
                    <a:pt x="3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7"/>
            <p:cNvSpPr/>
            <p:nvPr/>
          </p:nvSpPr>
          <p:spPr>
            <a:xfrm>
              <a:off x="5261800" y="4309650"/>
              <a:ext cx="4925" cy="11250"/>
            </a:xfrm>
            <a:custGeom>
              <a:rect b="b" l="l" r="r" t="t"/>
              <a:pathLst>
                <a:path extrusionOk="0" h="450" w="197">
                  <a:moveTo>
                    <a:pt x="0" y="1"/>
                  </a:moveTo>
                  <a:lnTo>
                    <a:pt x="197" y="450"/>
                  </a:lnTo>
                  <a:cubicBezTo>
                    <a:pt x="169" y="310"/>
                    <a:pt x="169" y="197"/>
                    <a:pt x="169" y="29"/>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7"/>
            <p:cNvSpPr/>
            <p:nvPr/>
          </p:nvSpPr>
          <p:spPr>
            <a:xfrm>
              <a:off x="5235125" y="4271750"/>
              <a:ext cx="11950" cy="2125"/>
            </a:xfrm>
            <a:custGeom>
              <a:rect b="b" l="l" r="r" t="t"/>
              <a:pathLst>
                <a:path extrusionOk="0" h="85" w="478">
                  <a:moveTo>
                    <a:pt x="478" y="1"/>
                  </a:moveTo>
                  <a:cubicBezTo>
                    <a:pt x="309" y="1"/>
                    <a:pt x="169" y="29"/>
                    <a:pt x="1" y="85"/>
                  </a:cubicBezTo>
                  <a:lnTo>
                    <a:pt x="4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7"/>
            <p:cNvSpPr/>
            <p:nvPr/>
          </p:nvSpPr>
          <p:spPr>
            <a:xfrm>
              <a:off x="5544650" y="3854850"/>
              <a:ext cx="11250" cy="11250"/>
            </a:xfrm>
            <a:custGeom>
              <a:rect b="b" l="l" r="r" t="t"/>
              <a:pathLst>
                <a:path extrusionOk="0" h="450" w="450">
                  <a:moveTo>
                    <a:pt x="225" y="0"/>
                  </a:moveTo>
                  <a:lnTo>
                    <a:pt x="225" y="0"/>
                  </a:lnTo>
                  <a:cubicBezTo>
                    <a:pt x="0" y="281"/>
                    <a:pt x="281" y="281"/>
                    <a:pt x="450" y="449"/>
                  </a:cubicBezTo>
                  <a:lnTo>
                    <a:pt x="2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7"/>
            <p:cNvSpPr/>
            <p:nvPr/>
          </p:nvSpPr>
          <p:spPr>
            <a:xfrm>
              <a:off x="4814300" y="4839825"/>
              <a:ext cx="18675" cy="6075"/>
            </a:xfrm>
            <a:custGeom>
              <a:rect b="b" l="l" r="r" t="t"/>
              <a:pathLst>
                <a:path extrusionOk="0" h="243" w="747">
                  <a:moveTo>
                    <a:pt x="301" y="0"/>
                  </a:moveTo>
                  <a:cubicBezTo>
                    <a:pt x="111" y="0"/>
                    <a:pt x="0" y="41"/>
                    <a:pt x="101" y="243"/>
                  </a:cubicBezTo>
                  <a:cubicBezTo>
                    <a:pt x="326" y="215"/>
                    <a:pt x="550" y="159"/>
                    <a:pt x="747" y="18"/>
                  </a:cubicBezTo>
                  <a:cubicBezTo>
                    <a:pt x="590" y="18"/>
                    <a:pt x="428"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7"/>
            <p:cNvSpPr/>
            <p:nvPr/>
          </p:nvSpPr>
          <p:spPr>
            <a:xfrm>
              <a:off x="5526400" y="4107525"/>
              <a:ext cx="3525" cy="7725"/>
            </a:xfrm>
            <a:custGeom>
              <a:rect b="b" l="l" r="r" t="t"/>
              <a:pathLst>
                <a:path extrusionOk="0" h="309" w="141">
                  <a:moveTo>
                    <a:pt x="29" y="0"/>
                  </a:moveTo>
                  <a:lnTo>
                    <a:pt x="29" y="0"/>
                  </a:lnTo>
                  <a:cubicBezTo>
                    <a:pt x="1" y="141"/>
                    <a:pt x="29" y="253"/>
                    <a:pt x="113" y="309"/>
                  </a:cubicBezTo>
                  <a:cubicBezTo>
                    <a:pt x="141" y="197"/>
                    <a:pt x="113" y="56"/>
                    <a:pt x="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7"/>
            <p:cNvSpPr/>
            <p:nvPr/>
          </p:nvSpPr>
          <p:spPr>
            <a:xfrm>
              <a:off x="4833650" y="4828325"/>
              <a:ext cx="14075" cy="11975"/>
            </a:xfrm>
            <a:custGeom>
              <a:rect b="b" l="l" r="r" t="t"/>
              <a:pathLst>
                <a:path extrusionOk="0" h="479" w="563">
                  <a:moveTo>
                    <a:pt x="366" y="1"/>
                  </a:moveTo>
                  <a:cubicBezTo>
                    <a:pt x="282" y="169"/>
                    <a:pt x="169" y="338"/>
                    <a:pt x="1" y="478"/>
                  </a:cubicBezTo>
                  <a:cubicBezTo>
                    <a:pt x="282" y="478"/>
                    <a:pt x="562" y="394"/>
                    <a:pt x="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7"/>
            <p:cNvSpPr/>
            <p:nvPr/>
          </p:nvSpPr>
          <p:spPr>
            <a:xfrm>
              <a:off x="5905400" y="3250950"/>
              <a:ext cx="1425" cy="1725"/>
            </a:xfrm>
            <a:custGeom>
              <a:rect b="b" l="l" r="r" t="t"/>
              <a:pathLst>
                <a:path extrusionOk="0" h="69" w="57">
                  <a:moveTo>
                    <a:pt x="23" y="1"/>
                  </a:moveTo>
                  <a:cubicBezTo>
                    <a:pt x="1" y="1"/>
                    <a:pt x="1" y="27"/>
                    <a:pt x="1" y="68"/>
                  </a:cubicBezTo>
                  <a:cubicBezTo>
                    <a:pt x="29" y="40"/>
                    <a:pt x="29" y="40"/>
                    <a:pt x="57" y="12"/>
                  </a:cubicBezTo>
                  <a:cubicBezTo>
                    <a:pt x="42" y="4"/>
                    <a:pt x="31" y="1"/>
                    <a:pt x="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7"/>
            <p:cNvSpPr/>
            <p:nvPr/>
          </p:nvSpPr>
          <p:spPr>
            <a:xfrm>
              <a:off x="6092800" y="3107350"/>
              <a:ext cx="2125" cy="7750"/>
            </a:xfrm>
            <a:custGeom>
              <a:rect b="b" l="l" r="r" t="t"/>
              <a:pathLst>
                <a:path extrusionOk="0" h="310" w="85">
                  <a:moveTo>
                    <a:pt x="85" y="1"/>
                  </a:moveTo>
                  <a:lnTo>
                    <a:pt x="85" y="1"/>
                  </a:lnTo>
                  <a:cubicBezTo>
                    <a:pt x="85" y="113"/>
                    <a:pt x="29" y="197"/>
                    <a:pt x="1" y="309"/>
                  </a:cubicBezTo>
                  <a:cubicBezTo>
                    <a:pt x="57" y="281"/>
                    <a:pt x="85" y="169"/>
                    <a:pt x="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7"/>
            <p:cNvSpPr/>
            <p:nvPr/>
          </p:nvSpPr>
          <p:spPr>
            <a:xfrm>
              <a:off x="4713350" y="4944150"/>
              <a:ext cx="1725" cy="1950"/>
            </a:xfrm>
            <a:custGeom>
              <a:rect b="b" l="l" r="r" t="t"/>
              <a:pathLst>
                <a:path extrusionOk="0" h="78" w="69">
                  <a:moveTo>
                    <a:pt x="68" y="0"/>
                  </a:moveTo>
                  <a:lnTo>
                    <a:pt x="68" y="0"/>
                  </a:lnTo>
                  <a:cubicBezTo>
                    <a:pt x="11" y="57"/>
                    <a:pt x="1" y="77"/>
                    <a:pt x="8" y="77"/>
                  </a:cubicBezTo>
                  <a:cubicBezTo>
                    <a:pt x="18" y="77"/>
                    <a:pt x="68" y="34"/>
                    <a:pt x="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7"/>
            <p:cNvSpPr/>
            <p:nvPr/>
          </p:nvSpPr>
          <p:spPr>
            <a:xfrm>
              <a:off x="4666625" y="4917475"/>
              <a:ext cx="2125" cy="5650"/>
            </a:xfrm>
            <a:custGeom>
              <a:rect b="b" l="l" r="r" t="t"/>
              <a:pathLst>
                <a:path extrusionOk="0" h="226" w="85">
                  <a:moveTo>
                    <a:pt x="0" y="1"/>
                  </a:moveTo>
                  <a:lnTo>
                    <a:pt x="0" y="1"/>
                  </a:lnTo>
                  <a:cubicBezTo>
                    <a:pt x="56" y="57"/>
                    <a:pt x="56" y="141"/>
                    <a:pt x="84" y="225"/>
                  </a:cubicBezTo>
                  <a:cubicBezTo>
                    <a:pt x="84" y="141"/>
                    <a:pt x="56" y="5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7"/>
            <p:cNvSpPr/>
            <p:nvPr/>
          </p:nvSpPr>
          <p:spPr>
            <a:xfrm>
              <a:off x="4832950" y="4742875"/>
              <a:ext cx="1425" cy="550"/>
            </a:xfrm>
            <a:custGeom>
              <a:rect b="b" l="l" r="r" t="t"/>
              <a:pathLst>
                <a:path extrusionOk="0" h="22" w="57">
                  <a:moveTo>
                    <a:pt x="4" y="1"/>
                  </a:moveTo>
                  <a:cubicBezTo>
                    <a:pt x="1" y="1"/>
                    <a:pt x="15" y="8"/>
                    <a:pt x="57" y="22"/>
                  </a:cubicBezTo>
                  <a:cubicBezTo>
                    <a:pt x="29" y="8"/>
                    <a:pt x="8" y="1"/>
                    <a:pt x="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7"/>
            <p:cNvSpPr/>
            <p:nvPr/>
          </p:nvSpPr>
          <p:spPr>
            <a:xfrm>
              <a:off x="4705925" y="4943450"/>
              <a:ext cx="7050" cy="725"/>
            </a:xfrm>
            <a:custGeom>
              <a:rect b="b" l="l" r="r" t="t"/>
              <a:pathLst>
                <a:path extrusionOk="0" h="29" w="282">
                  <a:moveTo>
                    <a:pt x="281" y="0"/>
                  </a:moveTo>
                  <a:cubicBezTo>
                    <a:pt x="197" y="0"/>
                    <a:pt x="85" y="0"/>
                    <a:pt x="0" y="28"/>
                  </a:cubicBezTo>
                  <a:cubicBezTo>
                    <a:pt x="113" y="28"/>
                    <a:pt x="197" y="28"/>
                    <a:pt x="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7"/>
            <p:cNvSpPr/>
            <p:nvPr/>
          </p:nvSpPr>
          <p:spPr>
            <a:xfrm>
              <a:off x="4706625" y="4947650"/>
              <a:ext cx="3525" cy="3525"/>
            </a:xfrm>
            <a:custGeom>
              <a:rect b="b" l="l" r="r" t="t"/>
              <a:pathLst>
                <a:path extrusionOk="0" h="141" w="141">
                  <a:moveTo>
                    <a:pt x="141" y="1"/>
                  </a:moveTo>
                  <a:cubicBezTo>
                    <a:pt x="85" y="29"/>
                    <a:pt x="28" y="57"/>
                    <a:pt x="0" y="85"/>
                  </a:cubicBezTo>
                  <a:cubicBezTo>
                    <a:pt x="12" y="120"/>
                    <a:pt x="24" y="140"/>
                    <a:pt x="39" y="140"/>
                  </a:cubicBezTo>
                  <a:cubicBezTo>
                    <a:pt x="61" y="140"/>
                    <a:pt x="91" y="99"/>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7"/>
            <p:cNvSpPr/>
            <p:nvPr/>
          </p:nvSpPr>
          <p:spPr>
            <a:xfrm>
              <a:off x="4712950" y="4939225"/>
              <a:ext cx="7025" cy="4950"/>
            </a:xfrm>
            <a:custGeom>
              <a:rect b="b" l="l" r="r" t="t"/>
              <a:pathLst>
                <a:path extrusionOk="0" h="198" w="281">
                  <a:moveTo>
                    <a:pt x="281" y="1"/>
                  </a:moveTo>
                  <a:cubicBezTo>
                    <a:pt x="197" y="57"/>
                    <a:pt x="112" y="113"/>
                    <a:pt x="0" y="169"/>
                  </a:cubicBezTo>
                  <a:cubicBezTo>
                    <a:pt x="56" y="169"/>
                    <a:pt x="84" y="169"/>
                    <a:pt x="84" y="197"/>
                  </a:cubicBezTo>
                  <a:cubicBezTo>
                    <a:pt x="112" y="141"/>
                    <a:pt x="168" y="85"/>
                    <a:pt x="2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7"/>
            <p:cNvSpPr/>
            <p:nvPr/>
          </p:nvSpPr>
          <p:spPr>
            <a:xfrm>
              <a:off x="5763075" y="3604675"/>
              <a:ext cx="1975" cy="4550"/>
            </a:xfrm>
            <a:custGeom>
              <a:rect b="b" l="l" r="r" t="t"/>
              <a:pathLst>
                <a:path extrusionOk="0" h="182" w="79">
                  <a:moveTo>
                    <a:pt x="11" y="1"/>
                  </a:moveTo>
                  <a:cubicBezTo>
                    <a:pt x="1" y="1"/>
                    <a:pt x="8" y="74"/>
                    <a:pt x="23" y="181"/>
                  </a:cubicBezTo>
                  <a:lnTo>
                    <a:pt x="79" y="181"/>
                  </a:lnTo>
                  <a:cubicBezTo>
                    <a:pt x="40" y="53"/>
                    <a:pt x="20"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7"/>
            <p:cNvSpPr/>
            <p:nvPr/>
          </p:nvSpPr>
          <p:spPr>
            <a:xfrm>
              <a:off x="5055450" y="4456350"/>
              <a:ext cx="725" cy="725"/>
            </a:xfrm>
            <a:custGeom>
              <a:rect b="b" l="l" r="r" t="t"/>
              <a:pathLst>
                <a:path extrusionOk="0" h="29" w="29">
                  <a:moveTo>
                    <a:pt x="0" y="0"/>
                  </a:moveTo>
                  <a:lnTo>
                    <a:pt x="0" y="28"/>
                  </a:lnTo>
                  <a:lnTo>
                    <a:pt x="29"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7"/>
            <p:cNvSpPr/>
            <p:nvPr/>
          </p:nvSpPr>
          <p:spPr>
            <a:xfrm>
              <a:off x="5056150" y="4438100"/>
              <a:ext cx="28100" cy="37925"/>
            </a:xfrm>
            <a:custGeom>
              <a:rect b="b" l="l" r="r" t="t"/>
              <a:pathLst>
                <a:path extrusionOk="0" h="1517" w="1124">
                  <a:moveTo>
                    <a:pt x="197" y="0"/>
                  </a:moveTo>
                  <a:lnTo>
                    <a:pt x="197" y="0"/>
                  </a:lnTo>
                  <a:cubicBezTo>
                    <a:pt x="422" y="618"/>
                    <a:pt x="253" y="674"/>
                    <a:pt x="1" y="758"/>
                  </a:cubicBezTo>
                  <a:lnTo>
                    <a:pt x="1124" y="1516"/>
                  </a:lnTo>
                  <a:lnTo>
                    <a:pt x="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7"/>
            <p:cNvSpPr/>
            <p:nvPr/>
          </p:nvSpPr>
          <p:spPr>
            <a:xfrm>
              <a:off x="4637150" y="3049800"/>
              <a:ext cx="1473925" cy="1937875"/>
            </a:xfrm>
            <a:custGeom>
              <a:rect b="b" l="l" r="r" t="t"/>
              <a:pathLst>
                <a:path extrusionOk="0" h="77515" w="58957">
                  <a:moveTo>
                    <a:pt x="50144" y="9264"/>
                  </a:moveTo>
                  <a:lnTo>
                    <a:pt x="50113" y="9293"/>
                  </a:lnTo>
                  <a:cubicBezTo>
                    <a:pt x="50125" y="9287"/>
                    <a:pt x="50135" y="9278"/>
                    <a:pt x="50144" y="9264"/>
                  </a:cubicBezTo>
                  <a:close/>
                  <a:moveTo>
                    <a:pt x="52521" y="15524"/>
                  </a:moveTo>
                  <a:cubicBezTo>
                    <a:pt x="52511" y="15524"/>
                    <a:pt x="52502" y="15524"/>
                    <a:pt x="52493" y="15525"/>
                  </a:cubicBezTo>
                  <a:lnTo>
                    <a:pt x="52493" y="15525"/>
                  </a:lnTo>
                  <a:cubicBezTo>
                    <a:pt x="52509" y="15526"/>
                    <a:pt x="52525" y="15527"/>
                    <a:pt x="52543" y="15527"/>
                  </a:cubicBezTo>
                  <a:cubicBezTo>
                    <a:pt x="52556" y="15527"/>
                    <a:pt x="52569" y="15527"/>
                    <a:pt x="52584" y="15526"/>
                  </a:cubicBezTo>
                  <a:cubicBezTo>
                    <a:pt x="52562" y="15525"/>
                    <a:pt x="52541" y="15524"/>
                    <a:pt x="52521" y="15524"/>
                  </a:cubicBezTo>
                  <a:close/>
                  <a:moveTo>
                    <a:pt x="48897" y="22067"/>
                  </a:moveTo>
                  <a:cubicBezTo>
                    <a:pt x="48929" y="22067"/>
                    <a:pt x="48974" y="22133"/>
                    <a:pt x="49018" y="22208"/>
                  </a:cubicBezTo>
                  <a:lnTo>
                    <a:pt x="48850" y="22264"/>
                  </a:lnTo>
                  <a:cubicBezTo>
                    <a:pt x="48850" y="22119"/>
                    <a:pt x="48868" y="22067"/>
                    <a:pt x="48897" y="22067"/>
                  </a:cubicBezTo>
                  <a:close/>
                  <a:moveTo>
                    <a:pt x="41566" y="25228"/>
                  </a:moveTo>
                  <a:cubicBezTo>
                    <a:pt x="41558" y="25242"/>
                    <a:pt x="41553" y="25255"/>
                    <a:pt x="41550" y="25268"/>
                  </a:cubicBezTo>
                  <a:cubicBezTo>
                    <a:pt x="41556" y="25254"/>
                    <a:pt x="41561" y="25241"/>
                    <a:pt x="41566" y="25228"/>
                  </a:cubicBezTo>
                  <a:close/>
                  <a:moveTo>
                    <a:pt x="38322" y="30040"/>
                  </a:moveTo>
                  <a:cubicBezTo>
                    <a:pt x="38321" y="30049"/>
                    <a:pt x="38320" y="30057"/>
                    <a:pt x="38319" y="30066"/>
                  </a:cubicBezTo>
                  <a:lnTo>
                    <a:pt x="38319" y="30066"/>
                  </a:lnTo>
                  <a:lnTo>
                    <a:pt x="38322" y="30040"/>
                  </a:lnTo>
                  <a:close/>
                  <a:moveTo>
                    <a:pt x="32089" y="39530"/>
                  </a:moveTo>
                  <a:lnTo>
                    <a:pt x="32089" y="39530"/>
                  </a:lnTo>
                  <a:cubicBezTo>
                    <a:pt x="32055" y="39550"/>
                    <a:pt x="32040" y="39578"/>
                    <a:pt x="32037" y="39608"/>
                  </a:cubicBezTo>
                  <a:lnTo>
                    <a:pt x="32037" y="39608"/>
                  </a:lnTo>
                  <a:lnTo>
                    <a:pt x="32089" y="39530"/>
                  </a:lnTo>
                  <a:close/>
                  <a:moveTo>
                    <a:pt x="30321" y="41336"/>
                  </a:moveTo>
                  <a:cubicBezTo>
                    <a:pt x="30345" y="41336"/>
                    <a:pt x="30373" y="41342"/>
                    <a:pt x="30405" y="41355"/>
                  </a:cubicBezTo>
                  <a:cubicBezTo>
                    <a:pt x="30742" y="41860"/>
                    <a:pt x="30461" y="41776"/>
                    <a:pt x="30180" y="41832"/>
                  </a:cubicBezTo>
                  <a:cubicBezTo>
                    <a:pt x="30180" y="41683"/>
                    <a:pt x="30136" y="41336"/>
                    <a:pt x="30321" y="41336"/>
                  </a:cubicBezTo>
                  <a:close/>
                  <a:moveTo>
                    <a:pt x="23975" y="50276"/>
                  </a:moveTo>
                  <a:cubicBezTo>
                    <a:pt x="24010" y="50276"/>
                    <a:pt x="24048" y="50278"/>
                    <a:pt x="24088" y="50282"/>
                  </a:cubicBezTo>
                  <a:cubicBezTo>
                    <a:pt x="24004" y="50423"/>
                    <a:pt x="23863" y="50507"/>
                    <a:pt x="23723" y="50507"/>
                  </a:cubicBezTo>
                  <a:lnTo>
                    <a:pt x="23695" y="50507"/>
                  </a:lnTo>
                  <a:cubicBezTo>
                    <a:pt x="23671" y="50342"/>
                    <a:pt x="23787" y="50276"/>
                    <a:pt x="23975" y="50276"/>
                  </a:cubicBezTo>
                  <a:close/>
                  <a:moveTo>
                    <a:pt x="22347" y="50928"/>
                  </a:moveTo>
                  <a:cubicBezTo>
                    <a:pt x="22344" y="50931"/>
                    <a:pt x="22340" y="50933"/>
                    <a:pt x="22337" y="50935"/>
                  </a:cubicBezTo>
                  <a:lnTo>
                    <a:pt x="22337" y="50935"/>
                  </a:lnTo>
                  <a:cubicBezTo>
                    <a:pt x="22340" y="50933"/>
                    <a:pt x="22344" y="50931"/>
                    <a:pt x="22347" y="50928"/>
                  </a:cubicBezTo>
                  <a:close/>
                  <a:moveTo>
                    <a:pt x="15593" y="57497"/>
                  </a:moveTo>
                  <a:cubicBezTo>
                    <a:pt x="15589" y="57497"/>
                    <a:pt x="15585" y="57497"/>
                    <a:pt x="15581" y="57498"/>
                  </a:cubicBezTo>
                  <a:cubicBezTo>
                    <a:pt x="15595" y="57498"/>
                    <a:pt x="15608" y="57499"/>
                    <a:pt x="15621" y="57500"/>
                  </a:cubicBezTo>
                  <a:lnTo>
                    <a:pt x="15621" y="57500"/>
                  </a:lnTo>
                  <a:cubicBezTo>
                    <a:pt x="15611" y="57498"/>
                    <a:pt x="15602" y="57497"/>
                    <a:pt x="15593" y="57497"/>
                  </a:cubicBezTo>
                  <a:close/>
                  <a:moveTo>
                    <a:pt x="15413" y="57694"/>
                  </a:moveTo>
                  <a:cubicBezTo>
                    <a:pt x="15413" y="57703"/>
                    <a:pt x="15415" y="57712"/>
                    <a:pt x="15419" y="57723"/>
                  </a:cubicBezTo>
                  <a:lnTo>
                    <a:pt x="15419" y="57723"/>
                  </a:lnTo>
                  <a:lnTo>
                    <a:pt x="15413" y="57694"/>
                  </a:lnTo>
                  <a:close/>
                  <a:moveTo>
                    <a:pt x="4715" y="74043"/>
                  </a:moveTo>
                  <a:cubicBezTo>
                    <a:pt x="4726" y="74043"/>
                    <a:pt x="4623" y="74057"/>
                    <a:pt x="4492" y="74090"/>
                  </a:cubicBezTo>
                  <a:cubicBezTo>
                    <a:pt x="4492" y="74090"/>
                    <a:pt x="4492" y="74090"/>
                    <a:pt x="4492" y="74062"/>
                  </a:cubicBezTo>
                  <a:cubicBezTo>
                    <a:pt x="4643" y="74050"/>
                    <a:pt x="4708" y="74043"/>
                    <a:pt x="4715" y="74043"/>
                  </a:cubicBezTo>
                  <a:close/>
                  <a:moveTo>
                    <a:pt x="55616" y="0"/>
                  </a:moveTo>
                  <a:cubicBezTo>
                    <a:pt x="56233" y="815"/>
                    <a:pt x="53875" y="674"/>
                    <a:pt x="54746" y="1938"/>
                  </a:cubicBezTo>
                  <a:cubicBezTo>
                    <a:pt x="54716" y="1946"/>
                    <a:pt x="54691" y="1950"/>
                    <a:pt x="54668" y="1950"/>
                  </a:cubicBezTo>
                  <a:cubicBezTo>
                    <a:pt x="54468" y="1950"/>
                    <a:pt x="54467" y="1657"/>
                    <a:pt x="54240" y="1657"/>
                  </a:cubicBezTo>
                  <a:cubicBezTo>
                    <a:pt x="54549" y="2022"/>
                    <a:pt x="54549" y="2303"/>
                    <a:pt x="54184" y="2640"/>
                  </a:cubicBezTo>
                  <a:lnTo>
                    <a:pt x="54100" y="2555"/>
                  </a:lnTo>
                  <a:cubicBezTo>
                    <a:pt x="53679" y="3791"/>
                    <a:pt x="53033" y="4127"/>
                    <a:pt x="52219" y="5363"/>
                  </a:cubicBezTo>
                  <a:lnTo>
                    <a:pt x="52696" y="5447"/>
                  </a:lnTo>
                  <a:cubicBezTo>
                    <a:pt x="52528" y="5728"/>
                    <a:pt x="52359" y="5728"/>
                    <a:pt x="52191" y="5812"/>
                  </a:cubicBezTo>
                  <a:cubicBezTo>
                    <a:pt x="52293" y="5936"/>
                    <a:pt x="52371" y="5983"/>
                    <a:pt x="52434" y="5983"/>
                  </a:cubicBezTo>
                  <a:cubicBezTo>
                    <a:pt x="52638" y="5983"/>
                    <a:pt x="52687" y="5485"/>
                    <a:pt x="52927" y="5485"/>
                  </a:cubicBezTo>
                  <a:cubicBezTo>
                    <a:pt x="52999" y="5485"/>
                    <a:pt x="53087" y="5529"/>
                    <a:pt x="53201" y="5644"/>
                  </a:cubicBezTo>
                  <a:cubicBezTo>
                    <a:pt x="53194" y="5643"/>
                    <a:pt x="53187" y="5643"/>
                    <a:pt x="53179" y="5643"/>
                  </a:cubicBezTo>
                  <a:cubicBezTo>
                    <a:pt x="52158" y="5643"/>
                    <a:pt x="52255" y="7482"/>
                    <a:pt x="51274" y="7482"/>
                  </a:cubicBezTo>
                  <a:cubicBezTo>
                    <a:pt x="51226" y="7482"/>
                    <a:pt x="51177" y="7477"/>
                    <a:pt x="51124" y="7468"/>
                  </a:cubicBezTo>
                  <a:lnTo>
                    <a:pt x="51124" y="7468"/>
                  </a:lnTo>
                  <a:cubicBezTo>
                    <a:pt x="50927" y="7889"/>
                    <a:pt x="51713" y="7581"/>
                    <a:pt x="51489" y="8002"/>
                  </a:cubicBezTo>
                  <a:lnTo>
                    <a:pt x="51152" y="8002"/>
                  </a:lnTo>
                  <a:lnTo>
                    <a:pt x="51461" y="8283"/>
                  </a:lnTo>
                  <a:cubicBezTo>
                    <a:pt x="51319" y="8425"/>
                    <a:pt x="51131" y="8499"/>
                    <a:pt x="50942" y="8499"/>
                  </a:cubicBezTo>
                  <a:cubicBezTo>
                    <a:pt x="50832" y="8499"/>
                    <a:pt x="50722" y="8474"/>
                    <a:pt x="50619" y="8423"/>
                  </a:cubicBezTo>
                  <a:cubicBezTo>
                    <a:pt x="50675" y="8367"/>
                    <a:pt x="50619" y="8198"/>
                    <a:pt x="50647" y="8114"/>
                  </a:cubicBezTo>
                  <a:lnTo>
                    <a:pt x="50647" y="8114"/>
                  </a:lnTo>
                  <a:cubicBezTo>
                    <a:pt x="50177" y="8323"/>
                    <a:pt x="50265" y="9090"/>
                    <a:pt x="50144" y="9264"/>
                  </a:cubicBezTo>
                  <a:lnTo>
                    <a:pt x="50144" y="9264"/>
                  </a:lnTo>
                  <a:lnTo>
                    <a:pt x="50478" y="8956"/>
                  </a:lnTo>
                  <a:lnTo>
                    <a:pt x="50478" y="8956"/>
                  </a:lnTo>
                  <a:cubicBezTo>
                    <a:pt x="50197" y="10276"/>
                    <a:pt x="49159" y="11539"/>
                    <a:pt x="49187" y="12971"/>
                  </a:cubicBezTo>
                  <a:lnTo>
                    <a:pt x="49439" y="12971"/>
                  </a:lnTo>
                  <a:cubicBezTo>
                    <a:pt x="49411" y="14010"/>
                    <a:pt x="48878" y="13561"/>
                    <a:pt x="48597" y="14599"/>
                  </a:cubicBezTo>
                  <a:lnTo>
                    <a:pt x="48569" y="14543"/>
                  </a:lnTo>
                  <a:lnTo>
                    <a:pt x="48569" y="14543"/>
                  </a:lnTo>
                  <a:cubicBezTo>
                    <a:pt x="48681" y="14824"/>
                    <a:pt x="48653" y="15133"/>
                    <a:pt x="48513" y="15385"/>
                  </a:cubicBezTo>
                  <a:cubicBezTo>
                    <a:pt x="48477" y="15298"/>
                    <a:pt x="48412" y="15271"/>
                    <a:pt x="48335" y="15271"/>
                  </a:cubicBezTo>
                  <a:cubicBezTo>
                    <a:pt x="48207" y="15271"/>
                    <a:pt x="48045" y="15344"/>
                    <a:pt x="47914" y="15344"/>
                  </a:cubicBezTo>
                  <a:cubicBezTo>
                    <a:pt x="47815" y="15344"/>
                    <a:pt x="47734" y="15303"/>
                    <a:pt x="47699" y="15161"/>
                  </a:cubicBezTo>
                  <a:lnTo>
                    <a:pt x="47699" y="15161"/>
                  </a:lnTo>
                  <a:cubicBezTo>
                    <a:pt x="47643" y="16312"/>
                    <a:pt x="47783" y="15779"/>
                    <a:pt x="48260" y="16789"/>
                  </a:cubicBezTo>
                  <a:lnTo>
                    <a:pt x="47839" y="16761"/>
                  </a:lnTo>
                  <a:lnTo>
                    <a:pt x="47839" y="16761"/>
                  </a:lnTo>
                  <a:cubicBezTo>
                    <a:pt x="48064" y="17126"/>
                    <a:pt x="48204" y="17238"/>
                    <a:pt x="48064" y="17772"/>
                  </a:cubicBezTo>
                  <a:cubicBezTo>
                    <a:pt x="47951" y="17210"/>
                    <a:pt x="47390" y="17800"/>
                    <a:pt x="47193" y="17154"/>
                  </a:cubicBezTo>
                  <a:cubicBezTo>
                    <a:pt x="46010" y="17746"/>
                    <a:pt x="47094" y="18930"/>
                    <a:pt x="46027" y="18930"/>
                  </a:cubicBezTo>
                  <a:cubicBezTo>
                    <a:pt x="45981" y="18930"/>
                    <a:pt x="45930" y="18928"/>
                    <a:pt x="45874" y="18923"/>
                  </a:cubicBezTo>
                  <a:lnTo>
                    <a:pt x="45874" y="18923"/>
                  </a:lnTo>
                  <a:cubicBezTo>
                    <a:pt x="46051" y="19155"/>
                    <a:pt x="46201" y="19239"/>
                    <a:pt x="46326" y="19239"/>
                  </a:cubicBezTo>
                  <a:cubicBezTo>
                    <a:pt x="46659" y="19239"/>
                    <a:pt x="46820" y="18641"/>
                    <a:pt x="46887" y="18641"/>
                  </a:cubicBezTo>
                  <a:cubicBezTo>
                    <a:pt x="46898" y="18641"/>
                    <a:pt x="46907" y="18658"/>
                    <a:pt x="46913" y="18698"/>
                  </a:cubicBezTo>
                  <a:cubicBezTo>
                    <a:pt x="46928" y="18696"/>
                    <a:pt x="46943" y="18695"/>
                    <a:pt x="46958" y="18695"/>
                  </a:cubicBezTo>
                  <a:cubicBezTo>
                    <a:pt x="47367" y="18695"/>
                    <a:pt x="47437" y="19438"/>
                    <a:pt x="47193" y="19709"/>
                  </a:cubicBezTo>
                  <a:cubicBezTo>
                    <a:pt x="46999" y="20014"/>
                    <a:pt x="45711" y="19607"/>
                    <a:pt x="45300" y="20380"/>
                  </a:cubicBezTo>
                  <a:lnTo>
                    <a:pt x="45300" y="20380"/>
                  </a:lnTo>
                  <a:cubicBezTo>
                    <a:pt x="45321" y="20318"/>
                    <a:pt x="45264" y="20287"/>
                    <a:pt x="45312" y="20214"/>
                  </a:cubicBezTo>
                  <a:lnTo>
                    <a:pt x="45312" y="20214"/>
                  </a:lnTo>
                  <a:cubicBezTo>
                    <a:pt x="44919" y="20383"/>
                    <a:pt x="45312" y="20972"/>
                    <a:pt x="44751" y="21113"/>
                  </a:cubicBezTo>
                  <a:cubicBezTo>
                    <a:pt x="45200" y="21618"/>
                    <a:pt x="44442" y="21562"/>
                    <a:pt x="45144" y="22011"/>
                  </a:cubicBezTo>
                  <a:lnTo>
                    <a:pt x="45369" y="21197"/>
                  </a:lnTo>
                  <a:lnTo>
                    <a:pt x="45369" y="21197"/>
                  </a:lnTo>
                  <a:cubicBezTo>
                    <a:pt x="45341" y="21702"/>
                    <a:pt x="45986" y="22573"/>
                    <a:pt x="45200" y="23022"/>
                  </a:cubicBezTo>
                  <a:cubicBezTo>
                    <a:pt x="45088" y="22825"/>
                    <a:pt x="45004" y="22601"/>
                    <a:pt x="44976" y="22376"/>
                  </a:cubicBezTo>
                  <a:cubicBezTo>
                    <a:pt x="44667" y="22460"/>
                    <a:pt x="44919" y="22825"/>
                    <a:pt x="44582" y="22909"/>
                  </a:cubicBezTo>
                  <a:cubicBezTo>
                    <a:pt x="43881" y="22460"/>
                    <a:pt x="44891" y="21955"/>
                    <a:pt x="44582" y="21225"/>
                  </a:cubicBezTo>
                  <a:lnTo>
                    <a:pt x="44582" y="21225"/>
                  </a:lnTo>
                  <a:cubicBezTo>
                    <a:pt x="44259" y="21247"/>
                    <a:pt x="44482" y="21881"/>
                    <a:pt x="44298" y="21881"/>
                  </a:cubicBezTo>
                  <a:cubicBezTo>
                    <a:pt x="44242" y="21881"/>
                    <a:pt x="44149" y="21824"/>
                    <a:pt x="43993" y="21674"/>
                  </a:cubicBezTo>
                  <a:lnTo>
                    <a:pt x="43993" y="21674"/>
                  </a:lnTo>
                  <a:cubicBezTo>
                    <a:pt x="44835" y="22545"/>
                    <a:pt x="43460" y="22376"/>
                    <a:pt x="43909" y="23331"/>
                  </a:cubicBezTo>
                  <a:lnTo>
                    <a:pt x="43488" y="23050"/>
                  </a:lnTo>
                  <a:lnTo>
                    <a:pt x="43488" y="23050"/>
                  </a:lnTo>
                  <a:cubicBezTo>
                    <a:pt x="43516" y="23162"/>
                    <a:pt x="43628" y="23443"/>
                    <a:pt x="43544" y="23583"/>
                  </a:cubicBezTo>
                  <a:lnTo>
                    <a:pt x="43207" y="22994"/>
                  </a:lnTo>
                  <a:lnTo>
                    <a:pt x="43207" y="22994"/>
                  </a:lnTo>
                  <a:cubicBezTo>
                    <a:pt x="43431" y="23696"/>
                    <a:pt x="42308" y="23555"/>
                    <a:pt x="42337" y="24117"/>
                  </a:cubicBezTo>
                  <a:cubicBezTo>
                    <a:pt x="42487" y="23851"/>
                    <a:pt x="42607" y="23764"/>
                    <a:pt x="42716" y="23764"/>
                  </a:cubicBezTo>
                  <a:cubicBezTo>
                    <a:pt x="42924" y="23764"/>
                    <a:pt x="43094" y="24081"/>
                    <a:pt x="43367" y="24081"/>
                  </a:cubicBezTo>
                  <a:cubicBezTo>
                    <a:pt x="43405" y="24081"/>
                    <a:pt x="43445" y="24075"/>
                    <a:pt x="43488" y="24061"/>
                  </a:cubicBezTo>
                  <a:lnTo>
                    <a:pt x="43488" y="24061"/>
                  </a:lnTo>
                  <a:cubicBezTo>
                    <a:pt x="43488" y="24630"/>
                    <a:pt x="43248" y="24728"/>
                    <a:pt x="42930" y="24728"/>
                  </a:cubicBezTo>
                  <a:cubicBezTo>
                    <a:pt x="42763" y="24728"/>
                    <a:pt x="42574" y="24701"/>
                    <a:pt x="42387" y="24701"/>
                  </a:cubicBezTo>
                  <a:cubicBezTo>
                    <a:pt x="42065" y="24701"/>
                    <a:pt x="41750" y="24782"/>
                    <a:pt x="41566" y="25228"/>
                  </a:cubicBezTo>
                  <a:lnTo>
                    <a:pt x="41566" y="25228"/>
                  </a:lnTo>
                  <a:cubicBezTo>
                    <a:pt x="41625" y="25131"/>
                    <a:pt x="41827" y="25025"/>
                    <a:pt x="41986" y="25025"/>
                  </a:cubicBezTo>
                  <a:cubicBezTo>
                    <a:pt x="42096" y="25025"/>
                    <a:pt x="42186" y="25075"/>
                    <a:pt x="42196" y="25212"/>
                  </a:cubicBezTo>
                  <a:cubicBezTo>
                    <a:pt x="41972" y="25408"/>
                    <a:pt x="41663" y="25520"/>
                    <a:pt x="41354" y="25549"/>
                  </a:cubicBezTo>
                  <a:cubicBezTo>
                    <a:pt x="41171" y="25956"/>
                    <a:pt x="41298" y="25998"/>
                    <a:pt x="41477" y="25998"/>
                  </a:cubicBezTo>
                  <a:cubicBezTo>
                    <a:pt x="41523" y="25998"/>
                    <a:pt x="41574" y="25995"/>
                    <a:pt x="41623" y="25995"/>
                  </a:cubicBezTo>
                  <a:cubicBezTo>
                    <a:pt x="41763" y="25995"/>
                    <a:pt x="41895" y="26018"/>
                    <a:pt x="41915" y="26194"/>
                  </a:cubicBezTo>
                  <a:cubicBezTo>
                    <a:pt x="41884" y="26192"/>
                    <a:pt x="41855" y="26190"/>
                    <a:pt x="41829" y="26190"/>
                  </a:cubicBezTo>
                  <a:cubicBezTo>
                    <a:pt x="41303" y="26190"/>
                    <a:pt x="41914" y="26719"/>
                    <a:pt x="41887" y="27121"/>
                  </a:cubicBezTo>
                  <a:lnTo>
                    <a:pt x="41438" y="26868"/>
                  </a:lnTo>
                  <a:lnTo>
                    <a:pt x="41438" y="26868"/>
                  </a:lnTo>
                  <a:cubicBezTo>
                    <a:pt x="40624" y="27570"/>
                    <a:pt x="42196" y="27654"/>
                    <a:pt x="41382" y="28216"/>
                  </a:cubicBezTo>
                  <a:lnTo>
                    <a:pt x="40989" y="27514"/>
                  </a:lnTo>
                  <a:lnTo>
                    <a:pt x="40877" y="28019"/>
                  </a:lnTo>
                  <a:lnTo>
                    <a:pt x="40456" y="27626"/>
                  </a:lnTo>
                  <a:lnTo>
                    <a:pt x="40456" y="27626"/>
                  </a:lnTo>
                  <a:cubicBezTo>
                    <a:pt x="40540" y="28300"/>
                    <a:pt x="40371" y="28384"/>
                    <a:pt x="39950" y="28721"/>
                  </a:cubicBezTo>
                  <a:cubicBezTo>
                    <a:pt x="40315" y="28805"/>
                    <a:pt x="40708" y="29282"/>
                    <a:pt x="40456" y="29676"/>
                  </a:cubicBezTo>
                  <a:cubicBezTo>
                    <a:pt x="40422" y="29682"/>
                    <a:pt x="40391" y="29685"/>
                    <a:pt x="40364" y="29685"/>
                  </a:cubicBezTo>
                  <a:cubicBezTo>
                    <a:pt x="40176" y="29685"/>
                    <a:pt x="40127" y="29547"/>
                    <a:pt x="40063" y="29547"/>
                  </a:cubicBezTo>
                  <a:cubicBezTo>
                    <a:pt x="40020" y="29547"/>
                    <a:pt x="39969" y="29609"/>
                    <a:pt x="39866" y="29816"/>
                  </a:cubicBezTo>
                  <a:cubicBezTo>
                    <a:pt x="39669" y="29535"/>
                    <a:pt x="39417" y="29198"/>
                    <a:pt x="39978" y="29198"/>
                  </a:cubicBezTo>
                  <a:cubicBezTo>
                    <a:pt x="39866" y="29086"/>
                    <a:pt x="39782" y="28917"/>
                    <a:pt x="39669" y="28805"/>
                  </a:cubicBezTo>
                  <a:cubicBezTo>
                    <a:pt x="39192" y="28889"/>
                    <a:pt x="39136" y="29451"/>
                    <a:pt x="39024" y="29647"/>
                  </a:cubicBezTo>
                  <a:cubicBezTo>
                    <a:pt x="39080" y="29563"/>
                    <a:pt x="39164" y="29507"/>
                    <a:pt x="39248" y="29507"/>
                  </a:cubicBezTo>
                  <a:lnTo>
                    <a:pt x="39333" y="30658"/>
                  </a:lnTo>
                  <a:cubicBezTo>
                    <a:pt x="39080" y="30658"/>
                    <a:pt x="39024" y="30490"/>
                    <a:pt x="38968" y="30321"/>
                  </a:cubicBezTo>
                  <a:lnTo>
                    <a:pt x="38968" y="30321"/>
                  </a:lnTo>
                  <a:cubicBezTo>
                    <a:pt x="38911" y="30490"/>
                    <a:pt x="39052" y="30742"/>
                    <a:pt x="38939" y="30995"/>
                  </a:cubicBezTo>
                  <a:cubicBezTo>
                    <a:pt x="38637" y="30692"/>
                    <a:pt x="38280" y="30471"/>
                    <a:pt x="38319" y="30066"/>
                  </a:cubicBezTo>
                  <a:lnTo>
                    <a:pt x="38319" y="30066"/>
                  </a:lnTo>
                  <a:lnTo>
                    <a:pt x="38210" y="31023"/>
                  </a:lnTo>
                  <a:cubicBezTo>
                    <a:pt x="38178" y="31013"/>
                    <a:pt x="38135" y="31009"/>
                    <a:pt x="38086" y="31009"/>
                  </a:cubicBezTo>
                  <a:cubicBezTo>
                    <a:pt x="37982" y="31009"/>
                    <a:pt x="37849" y="31025"/>
                    <a:pt x="37734" y="31025"/>
                  </a:cubicBezTo>
                  <a:cubicBezTo>
                    <a:pt x="37615" y="31025"/>
                    <a:pt x="37514" y="31008"/>
                    <a:pt x="37480" y="30939"/>
                  </a:cubicBezTo>
                  <a:cubicBezTo>
                    <a:pt x="37002" y="31192"/>
                    <a:pt x="37480" y="32371"/>
                    <a:pt x="36834" y="32680"/>
                  </a:cubicBezTo>
                  <a:cubicBezTo>
                    <a:pt x="36890" y="32792"/>
                    <a:pt x="36890" y="32904"/>
                    <a:pt x="36862" y="33016"/>
                  </a:cubicBezTo>
                  <a:cubicBezTo>
                    <a:pt x="36441" y="33438"/>
                    <a:pt x="35711" y="33550"/>
                    <a:pt x="35739" y="34476"/>
                  </a:cubicBezTo>
                  <a:lnTo>
                    <a:pt x="34925" y="34364"/>
                  </a:lnTo>
                  <a:lnTo>
                    <a:pt x="34925" y="34364"/>
                  </a:lnTo>
                  <a:cubicBezTo>
                    <a:pt x="34700" y="34897"/>
                    <a:pt x="35964" y="34476"/>
                    <a:pt x="35655" y="35403"/>
                  </a:cubicBezTo>
                  <a:cubicBezTo>
                    <a:pt x="35592" y="35593"/>
                    <a:pt x="35513" y="35660"/>
                    <a:pt x="35425" y="35660"/>
                  </a:cubicBezTo>
                  <a:cubicBezTo>
                    <a:pt x="35212" y="35660"/>
                    <a:pt x="34947" y="35260"/>
                    <a:pt x="34730" y="35260"/>
                  </a:cubicBezTo>
                  <a:cubicBezTo>
                    <a:pt x="34720" y="35260"/>
                    <a:pt x="34710" y="35261"/>
                    <a:pt x="34700" y="35262"/>
                  </a:cubicBezTo>
                  <a:cubicBezTo>
                    <a:pt x="34784" y="35768"/>
                    <a:pt x="35037" y="36666"/>
                    <a:pt x="34167" y="36778"/>
                  </a:cubicBezTo>
                  <a:cubicBezTo>
                    <a:pt x="34167" y="36554"/>
                    <a:pt x="34391" y="36498"/>
                    <a:pt x="34448" y="36329"/>
                  </a:cubicBezTo>
                  <a:lnTo>
                    <a:pt x="34448" y="36329"/>
                  </a:lnTo>
                  <a:lnTo>
                    <a:pt x="33830" y="36442"/>
                  </a:lnTo>
                  <a:cubicBezTo>
                    <a:pt x="33661" y="35571"/>
                    <a:pt x="34083" y="35403"/>
                    <a:pt x="33353" y="35375"/>
                  </a:cubicBezTo>
                  <a:lnTo>
                    <a:pt x="33353" y="35375"/>
                  </a:lnTo>
                  <a:cubicBezTo>
                    <a:pt x="34448" y="36329"/>
                    <a:pt x="32370" y="36863"/>
                    <a:pt x="33409" y="37817"/>
                  </a:cubicBezTo>
                  <a:lnTo>
                    <a:pt x="32988" y="37845"/>
                  </a:lnTo>
                  <a:cubicBezTo>
                    <a:pt x="33072" y="37789"/>
                    <a:pt x="32988" y="37733"/>
                    <a:pt x="33072" y="37677"/>
                  </a:cubicBezTo>
                  <a:lnTo>
                    <a:pt x="33072" y="37677"/>
                  </a:lnTo>
                  <a:cubicBezTo>
                    <a:pt x="32174" y="37705"/>
                    <a:pt x="33577" y="38688"/>
                    <a:pt x="32932" y="39137"/>
                  </a:cubicBezTo>
                  <a:cubicBezTo>
                    <a:pt x="32824" y="39197"/>
                    <a:pt x="32711" y="39231"/>
                    <a:pt x="32614" y="39231"/>
                  </a:cubicBezTo>
                  <a:cubicBezTo>
                    <a:pt x="32485" y="39231"/>
                    <a:pt x="32386" y="39169"/>
                    <a:pt x="32370" y="39024"/>
                  </a:cubicBezTo>
                  <a:lnTo>
                    <a:pt x="32258" y="39726"/>
                  </a:lnTo>
                  <a:cubicBezTo>
                    <a:pt x="32231" y="39748"/>
                    <a:pt x="32202" y="39757"/>
                    <a:pt x="32176" y="39757"/>
                  </a:cubicBezTo>
                  <a:cubicBezTo>
                    <a:pt x="32097" y="39757"/>
                    <a:pt x="32031" y="39679"/>
                    <a:pt x="32037" y="39608"/>
                  </a:cubicBezTo>
                  <a:lnTo>
                    <a:pt x="32037" y="39608"/>
                  </a:lnTo>
                  <a:lnTo>
                    <a:pt x="31584" y="40288"/>
                  </a:lnTo>
                  <a:lnTo>
                    <a:pt x="31556" y="40260"/>
                  </a:lnTo>
                  <a:lnTo>
                    <a:pt x="31556" y="40260"/>
                  </a:lnTo>
                  <a:cubicBezTo>
                    <a:pt x="31640" y="40540"/>
                    <a:pt x="31696" y="40849"/>
                    <a:pt x="31696" y="41158"/>
                  </a:cubicBezTo>
                  <a:cubicBezTo>
                    <a:pt x="31678" y="41160"/>
                    <a:pt x="31662" y="41160"/>
                    <a:pt x="31648" y="41160"/>
                  </a:cubicBezTo>
                  <a:cubicBezTo>
                    <a:pt x="31419" y="41160"/>
                    <a:pt x="31658" y="40957"/>
                    <a:pt x="31500" y="40877"/>
                  </a:cubicBezTo>
                  <a:lnTo>
                    <a:pt x="31500" y="40877"/>
                  </a:lnTo>
                  <a:lnTo>
                    <a:pt x="31415" y="41495"/>
                  </a:lnTo>
                  <a:cubicBezTo>
                    <a:pt x="30994" y="41411"/>
                    <a:pt x="31022" y="40849"/>
                    <a:pt x="31275" y="40625"/>
                  </a:cubicBezTo>
                  <a:cubicBezTo>
                    <a:pt x="30994" y="40506"/>
                    <a:pt x="30825" y="40458"/>
                    <a:pt x="30725" y="40458"/>
                  </a:cubicBezTo>
                  <a:cubicBezTo>
                    <a:pt x="30326" y="40458"/>
                    <a:pt x="31016" y="41226"/>
                    <a:pt x="29984" y="41383"/>
                  </a:cubicBezTo>
                  <a:lnTo>
                    <a:pt x="30152" y="40905"/>
                  </a:lnTo>
                  <a:cubicBezTo>
                    <a:pt x="29956" y="40831"/>
                    <a:pt x="29805" y="40802"/>
                    <a:pt x="29680" y="40802"/>
                  </a:cubicBezTo>
                  <a:cubicBezTo>
                    <a:pt x="29284" y="40802"/>
                    <a:pt x="29134" y="41087"/>
                    <a:pt x="28580" y="41130"/>
                  </a:cubicBezTo>
                  <a:cubicBezTo>
                    <a:pt x="28861" y="41214"/>
                    <a:pt x="30236" y="41186"/>
                    <a:pt x="30152" y="41832"/>
                  </a:cubicBezTo>
                  <a:cubicBezTo>
                    <a:pt x="29956" y="41888"/>
                    <a:pt x="29787" y="42000"/>
                    <a:pt x="29787" y="42421"/>
                  </a:cubicBezTo>
                  <a:cubicBezTo>
                    <a:pt x="29668" y="42302"/>
                    <a:pt x="29576" y="42255"/>
                    <a:pt x="29498" y="42255"/>
                  </a:cubicBezTo>
                  <a:cubicBezTo>
                    <a:pt x="29337" y="42255"/>
                    <a:pt x="29237" y="42457"/>
                    <a:pt x="29085" y="42646"/>
                  </a:cubicBezTo>
                  <a:lnTo>
                    <a:pt x="28608" y="42197"/>
                  </a:lnTo>
                  <a:lnTo>
                    <a:pt x="28608" y="42197"/>
                  </a:lnTo>
                  <a:cubicBezTo>
                    <a:pt x="28496" y="42618"/>
                    <a:pt x="28776" y="42814"/>
                    <a:pt x="28833" y="43179"/>
                  </a:cubicBezTo>
                  <a:cubicBezTo>
                    <a:pt x="28723" y="43263"/>
                    <a:pt x="28609" y="43297"/>
                    <a:pt x="28492" y="43297"/>
                  </a:cubicBezTo>
                  <a:cubicBezTo>
                    <a:pt x="28218" y="43297"/>
                    <a:pt x="27929" y="43112"/>
                    <a:pt x="27653" y="42955"/>
                  </a:cubicBezTo>
                  <a:lnTo>
                    <a:pt x="27653" y="42955"/>
                  </a:lnTo>
                  <a:cubicBezTo>
                    <a:pt x="27092" y="43404"/>
                    <a:pt x="28580" y="43179"/>
                    <a:pt x="28131" y="43881"/>
                  </a:cubicBezTo>
                  <a:cubicBezTo>
                    <a:pt x="27541" y="44134"/>
                    <a:pt x="27457" y="44611"/>
                    <a:pt x="27260" y="45397"/>
                  </a:cubicBezTo>
                  <a:cubicBezTo>
                    <a:pt x="27203" y="45415"/>
                    <a:pt x="27156" y="45423"/>
                    <a:pt x="27117" y="45423"/>
                  </a:cubicBezTo>
                  <a:cubicBezTo>
                    <a:pt x="26855" y="45423"/>
                    <a:pt x="26979" y="45060"/>
                    <a:pt x="26783" y="45060"/>
                  </a:cubicBezTo>
                  <a:lnTo>
                    <a:pt x="26924" y="45678"/>
                  </a:lnTo>
                  <a:cubicBezTo>
                    <a:pt x="26910" y="45687"/>
                    <a:pt x="26896" y="45691"/>
                    <a:pt x="26883" y="45691"/>
                  </a:cubicBezTo>
                  <a:cubicBezTo>
                    <a:pt x="26813" y="45691"/>
                    <a:pt x="26746" y="45585"/>
                    <a:pt x="26699" y="45538"/>
                  </a:cubicBezTo>
                  <a:lnTo>
                    <a:pt x="26699" y="45538"/>
                  </a:lnTo>
                  <a:cubicBezTo>
                    <a:pt x="26643" y="45903"/>
                    <a:pt x="27176" y="46015"/>
                    <a:pt x="26980" y="46492"/>
                  </a:cubicBezTo>
                  <a:cubicBezTo>
                    <a:pt x="27429" y="47110"/>
                    <a:pt x="25492" y="46464"/>
                    <a:pt x="25688" y="47475"/>
                  </a:cubicBezTo>
                  <a:cubicBezTo>
                    <a:pt x="25464" y="47475"/>
                    <a:pt x="25436" y="47138"/>
                    <a:pt x="25239" y="46998"/>
                  </a:cubicBezTo>
                  <a:cubicBezTo>
                    <a:pt x="25071" y="47980"/>
                    <a:pt x="25043" y="47784"/>
                    <a:pt x="25099" y="48794"/>
                  </a:cubicBezTo>
                  <a:lnTo>
                    <a:pt x="24397" y="48907"/>
                  </a:lnTo>
                  <a:cubicBezTo>
                    <a:pt x="25043" y="48963"/>
                    <a:pt x="25099" y="49749"/>
                    <a:pt x="25155" y="50451"/>
                  </a:cubicBezTo>
                  <a:cubicBezTo>
                    <a:pt x="25351" y="50479"/>
                    <a:pt x="25576" y="50535"/>
                    <a:pt x="25801" y="50563"/>
                  </a:cubicBezTo>
                  <a:lnTo>
                    <a:pt x="25548" y="51349"/>
                  </a:lnTo>
                  <a:cubicBezTo>
                    <a:pt x="25408" y="51349"/>
                    <a:pt x="25267" y="51125"/>
                    <a:pt x="25155" y="50844"/>
                  </a:cubicBezTo>
                  <a:lnTo>
                    <a:pt x="25155" y="50844"/>
                  </a:lnTo>
                  <a:cubicBezTo>
                    <a:pt x="25155" y="50928"/>
                    <a:pt x="25183" y="50984"/>
                    <a:pt x="25183" y="51068"/>
                  </a:cubicBezTo>
                  <a:cubicBezTo>
                    <a:pt x="25171" y="51069"/>
                    <a:pt x="25158" y="51070"/>
                    <a:pt x="25146" y="51070"/>
                  </a:cubicBezTo>
                  <a:cubicBezTo>
                    <a:pt x="24805" y="51070"/>
                    <a:pt x="24617" y="50690"/>
                    <a:pt x="24481" y="50310"/>
                  </a:cubicBezTo>
                  <a:lnTo>
                    <a:pt x="24481" y="50310"/>
                  </a:lnTo>
                  <a:cubicBezTo>
                    <a:pt x="24649" y="50339"/>
                    <a:pt x="24818" y="50367"/>
                    <a:pt x="24958" y="50395"/>
                  </a:cubicBezTo>
                  <a:cubicBezTo>
                    <a:pt x="24846" y="49974"/>
                    <a:pt x="24593" y="49609"/>
                    <a:pt x="24285" y="49300"/>
                  </a:cubicBezTo>
                  <a:lnTo>
                    <a:pt x="24285" y="49300"/>
                  </a:lnTo>
                  <a:cubicBezTo>
                    <a:pt x="24313" y="49412"/>
                    <a:pt x="24285" y="49524"/>
                    <a:pt x="24256" y="49609"/>
                  </a:cubicBezTo>
                  <a:cubicBezTo>
                    <a:pt x="24228" y="49524"/>
                    <a:pt x="24172" y="49440"/>
                    <a:pt x="24088" y="49384"/>
                  </a:cubicBezTo>
                  <a:cubicBezTo>
                    <a:pt x="24081" y="49382"/>
                    <a:pt x="24075" y="49380"/>
                    <a:pt x="24069" y="49380"/>
                  </a:cubicBezTo>
                  <a:cubicBezTo>
                    <a:pt x="24013" y="49380"/>
                    <a:pt x="24065" y="49515"/>
                    <a:pt x="24116" y="49721"/>
                  </a:cubicBezTo>
                  <a:lnTo>
                    <a:pt x="23470" y="49328"/>
                  </a:lnTo>
                  <a:lnTo>
                    <a:pt x="23470" y="49328"/>
                  </a:lnTo>
                  <a:lnTo>
                    <a:pt x="23639" y="49552"/>
                  </a:lnTo>
                  <a:lnTo>
                    <a:pt x="22628" y="49945"/>
                  </a:lnTo>
                  <a:cubicBezTo>
                    <a:pt x="22684" y="50984"/>
                    <a:pt x="23049" y="52191"/>
                    <a:pt x="22516" y="53230"/>
                  </a:cubicBezTo>
                  <a:cubicBezTo>
                    <a:pt x="22291" y="52641"/>
                    <a:pt x="21898" y="52556"/>
                    <a:pt x="21449" y="52107"/>
                  </a:cubicBezTo>
                  <a:lnTo>
                    <a:pt x="21449" y="52107"/>
                  </a:lnTo>
                  <a:cubicBezTo>
                    <a:pt x="21520" y="52133"/>
                    <a:pt x="21581" y="52145"/>
                    <a:pt x="21634" y="52145"/>
                  </a:cubicBezTo>
                  <a:cubicBezTo>
                    <a:pt x="22093" y="52145"/>
                    <a:pt x="21897" y="51245"/>
                    <a:pt x="22337" y="50935"/>
                  </a:cubicBezTo>
                  <a:lnTo>
                    <a:pt x="22337" y="50935"/>
                  </a:lnTo>
                  <a:cubicBezTo>
                    <a:pt x="22285" y="50969"/>
                    <a:pt x="22231" y="50984"/>
                    <a:pt x="22177" y="50984"/>
                  </a:cubicBezTo>
                  <a:cubicBezTo>
                    <a:pt x="22028" y="50984"/>
                    <a:pt x="21890" y="50866"/>
                    <a:pt x="21870" y="50704"/>
                  </a:cubicBezTo>
                  <a:lnTo>
                    <a:pt x="21617" y="51911"/>
                  </a:lnTo>
                  <a:cubicBezTo>
                    <a:pt x="21465" y="51746"/>
                    <a:pt x="21361" y="51695"/>
                    <a:pt x="21268" y="51695"/>
                  </a:cubicBezTo>
                  <a:cubicBezTo>
                    <a:pt x="21138" y="51695"/>
                    <a:pt x="21027" y="51794"/>
                    <a:pt x="20831" y="51826"/>
                  </a:cubicBezTo>
                  <a:cubicBezTo>
                    <a:pt x="21730" y="52416"/>
                    <a:pt x="20803" y="52865"/>
                    <a:pt x="20747" y="53399"/>
                  </a:cubicBezTo>
                  <a:cubicBezTo>
                    <a:pt x="20466" y="53174"/>
                    <a:pt x="20270" y="52837"/>
                    <a:pt x="20691" y="52528"/>
                  </a:cubicBezTo>
                  <a:cubicBezTo>
                    <a:pt x="20649" y="52522"/>
                    <a:pt x="20612" y="52519"/>
                    <a:pt x="20579" y="52519"/>
                  </a:cubicBezTo>
                  <a:cubicBezTo>
                    <a:pt x="19870" y="52519"/>
                    <a:pt x="20981" y="53851"/>
                    <a:pt x="20278" y="53851"/>
                  </a:cubicBezTo>
                  <a:cubicBezTo>
                    <a:pt x="20258" y="53851"/>
                    <a:pt x="20237" y="53850"/>
                    <a:pt x="20214" y="53848"/>
                  </a:cubicBezTo>
                  <a:cubicBezTo>
                    <a:pt x="20298" y="53764"/>
                    <a:pt x="20382" y="53764"/>
                    <a:pt x="20270" y="53595"/>
                  </a:cubicBezTo>
                  <a:lnTo>
                    <a:pt x="20270" y="53595"/>
                  </a:lnTo>
                  <a:cubicBezTo>
                    <a:pt x="20290" y="53901"/>
                    <a:pt x="19941" y="54177"/>
                    <a:pt x="19705" y="54177"/>
                  </a:cubicBezTo>
                  <a:cubicBezTo>
                    <a:pt x="19616" y="54177"/>
                    <a:pt x="19543" y="54137"/>
                    <a:pt x="19512" y="54044"/>
                  </a:cubicBezTo>
                  <a:lnTo>
                    <a:pt x="19596" y="53932"/>
                  </a:lnTo>
                  <a:lnTo>
                    <a:pt x="19596" y="53932"/>
                  </a:lnTo>
                  <a:cubicBezTo>
                    <a:pt x="18922" y="54437"/>
                    <a:pt x="17855" y="55757"/>
                    <a:pt x="18389" y="56459"/>
                  </a:cubicBezTo>
                  <a:cubicBezTo>
                    <a:pt x="18108" y="56150"/>
                    <a:pt x="17827" y="55813"/>
                    <a:pt x="17575" y="55476"/>
                  </a:cubicBezTo>
                  <a:lnTo>
                    <a:pt x="17575" y="55476"/>
                  </a:lnTo>
                  <a:lnTo>
                    <a:pt x="18698" y="58649"/>
                  </a:lnTo>
                  <a:cubicBezTo>
                    <a:pt x="18248" y="58003"/>
                    <a:pt x="16592" y="57076"/>
                    <a:pt x="16761" y="56290"/>
                  </a:cubicBezTo>
                  <a:lnTo>
                    <a:pt x="16761" y="56290"/>
                  </a:lnTo>
                  <a:cubicBezTo>
                    <a:pt x="16452" y="56347"/>
                    <a:pt x="16199" y="56599"/>
                    <a:pt x="16171" y="56936"/>
                  </a:cubicBezTo>
                  <a:cubicBezTo>
                    <a:pt x="16175" y="56935"/>
                    <a:pt x="16180" y="56935"/>
                    <a:pt x="16184" y="56935"/>
                  </a:cubicBezTo>
                  <a:cubicBezTo>
                    <a:pt x="16381" y="56935"/>
                    <a:pt x="17208" y="57474"/>
                    <a:pt x="17125" y="57638"/>
                  </a:cubicBezTo>
                  <a:cubicBezTo>
                    <a:pt x="16679" y="57520"/>
                    <a:pt x="16527" y="57494"/>
                    <a:pt x="16392" y="57494"/>
                  </a:cubicBezTo>
                  <a:cubicBezTo>
                    <a:pt x="16285" y="57494"/>
                    <a:pt x="16188" y="57510"/>
                    <a:pt x="15965" y="57510"/>
                  </a:cubicBezTo>
                  <a:cubicBezTo>
                    <a:pt x="15874" y="57510"/>
                    <a:pt x="15762" y="57507"/>
                    <a:pt x="15621" y="57500"/>
                  </a:cubicBezTo>
                  <a:lnTo>
                    <a:pt x="15621" y="57500"/>
                  </a:lnTo>
                  <a:cubicBezTo>
                    <a:pt x="15922" y="57557"/>
                    <a:pt x="16552" y="58489"/>
                    <a:pt x="16283" y="58677"/>
                  </a:cubicBezTo>
                  <a:cubicBezTo>
                    <a:pt x="16203" y="58517"/>
                    <a:pt x="15490" y="57926"/>
                    <a:pt x="15419" y="57723"/>
                  </a:cubicBezTo>
                  <a:lnTo>
                    <a:pt x="15419" y="57723"/>
                  </a:lnTo>
                  <a:lnTo>
                    <a:pt x="15675" y="59007"/>
                  </a:lnTo>
                  <a:lnTo>
                    <a:pt x="15675" y="59007"/>
                  </a:lnTo>
                  <a:cubicBezTo>
                    <a:pt x="15563" y="58712"/>
                    <a:pt x="14960" y="58357"/>
                    <a:pt x="14655" y="58256"/>
                  </a:cubicBezTo>
                  <a:lnTo>
                    <a:pt x="14655" y="58256"/>
                  </a:lnTo>
                  <a:cubicBezTo>
                    <a:pt x="14880" y="58368"/>
                    <a:pt x="14150" y="58733"/>
                    <a:pt x="14093" y="58957"/>
                  </a:cubicBezTo>
                  <a:lnTo>
                    <a:pt x="14515" y="58901"/>
                  </a:lnTo>
                  <a:lnTo>
                    <a:pt x="14515" y="58901"/>
                  </a:lnTo>
                  <a:cubicBezTo>
                    <a:pt x="13757" y="59407"/>
                    <a:pt x="15076" y="60726"/>
                    <a:pt x="14374" y="61316"/>
                  </a:cubicBezTo>
                  <a:cubicBezTo>
                    <a:pt x="14297" y="61085"/>
                    <a:pt x="13636" y="60224"/>
                    <a:pt x="13201" y="60224"/>
                  </a:cubicBezTo>
                  <a:cubicBezTo>
                    <a:pt x="13159" y="60224"/>
                    <a:pt x="13120" y="60232"/>
                    <a:pt x="13083" y="60249"/>
                  </a:cubicBezTo>
                  <a:cubicBezTo>
                    <a:pt x="13363" y="60838"/>
                    <a:pt x="14486" y="62972"/>
                    <a:pt x="14234" y="63871"/>
                  </a:cubicBezTo>
                  <a:lnTo>
                    <a:pt x="13869" y="63730"/>
                  </a:lnTo>
                  <a:lnTo>
                    <a:pt x="13700" y="64432"/>
                  </a:lnTo>
                  <a:cubicBezTo>
                    <a:pt x="13251" y="63141"/>
                    <a:pt x="12886" y="61821"/>
                    <a:pt x="12662" y="60445"/>
                  </a:cubicBezTo>
                  <a:cubicBezTo>
                    <a:pt x="12621" y="60451"/>
                    <a:pt x="12584" y="60453"/>
                    <a:pt x="12551" y="60453"/>
                  </a:cubicBezTo>
                  <a:cubicBezTo>
                    <a:pt x="12393" y="60453"/>
                    <a:pt x="12321" y="60400"/>
                    <a:pt x="12246" y="60400"/>
                  </a:cubicBezTo>
                  <a:cubicBezTo>
                    <a:pt x="12177" y="60400"/>
                    <a:pt x="12105" y="60445"/>
                    <a:pt x="11960" y="60614"/>
                  </a:cubicBezTo>
                  <a:cubicBezTo>
                    <a:pt x="11595" y="60502"/>
                    <a:pt x="11819" y="60052"/>
                    <a:pt x="11904" y="59940"/>
                  </a:cubicBezTo>
                  <a:lnTo>
                    <a:pt x="11904" y="59940"/>
                  </a:lnTo>
                  <a:lnTo>
                    <a:pt x="10921" y="60614"/>
                  </a:lnTo>
                  <a:cubicBezTo>
                    <a:pt x="11454" y="61091"/>
                    <a:pt x="10781" y="61737"/>
                    <a:pt x="11230" y="62130"/>
                  </a:cubicBezTo>
                  <a:lnTo>
                    <a:pt x="11623" y="60726"/>
                  </a:lnTo>
                  <a:cubicBezTo>
                    <a:pt x="12156" y="61203"/>
                    <a:pt x="12493" y="62691"/>
                    <a:pt x="11819" y="63197"/>
                  </a:cubicBezTo>
                  <a:cubicBezTo>
                    <a:pt x="11454" y="63141"/>
                    <a:pt x="11033" y="62186"/>
                    <a:pt x="10865" y="62018"/>
                  </a:cubicBezTo>
                  <a:lnTo>
                    <a:pt x="10865" y="62018"/>
                  </a:lnTo>
                  <a:cubicBezTo>
                    <a:pt x="10944" y="62255"/>
                    <a:pt x="10651" y="62839"/>
                    <a:pt x="10476" y="62839"/>
                  </a:cubicBezTo>
                  <a:cubicBezTo>
                    <a:pt x="10465" y="62839"/>
                    <a:pt x="10454" y="62837"/>
                    <a:pt x="10444" y="62832"/>
                  </a:cubicBezTo>
                  <a:lnTo>
                    <a:pt x="10444" y="62326"/>
                  </a:lnTo>
                  <a:lnTo>
                    <a:pt x="10444" y="62326"/>
                  </a:lnTo>
                  <a:cubicBezTo>
                    <a:pt x="9958" y="62434"/>
                    <a:pt x="10511" y="63426"/>
                    <a:pt x="9778" y="63426"/>
                  </a:cubicBezTo>
                  <a:cubicBezTo>
                    <a:pt x="9750" y="63426"/>
                    <a:pt x="9719" y="63425"/>
                    <a:pt x="9686" y="63421"/>
                  </a:cubicBezTo>
                  <a:cubicBezTo>
                    <a:pt x="9667" y="63431"/>
                    <a:pt x="9641" y="63434"/>
                    <a:pt x="9608" y="63434"/>
                  </a:cubicBezTo>
                  <a:cubicBezTo>
                    <a:pt x="9439" y="63434"/>
                    <a:pt x="9112" y="63332"/>
                    <a:pt x="8949" y="63332"/>
                  </a:cubicBezTo>
                  <a:cubicBezTo>
                    <a:pt x="8855" y="63332"/>
                    <a:pt x="8817" y="63367"/>
                    <a:pt x="8900" y="63478"/>
                  </a:cubicBezTo>
                  <a:cubicBezTo>
                    <a:pt x="9686" y="63842"/>
                    <a:pt x="11454" y="65611"/>
                    <a:pt x="11707" y="66201"/>
                  </a:cubicBezTo>
                  <a:cubicBezTo>
                    <a:pt x="11651" y="66201"/>
                    <a:pt x="11108" y="66263"/>
                    <a:pt x="10628" y="66263"/>
                  </a:cubicBezTo>
                  <a:cubicBezTo>
                    <a:pt x="10388" y="66263"/>
                    <a:pt x="10163" y="66248"/>
                    <a:pt x="10023" y="66201"/>
                  </a:cubicBezTo>
                  <a:cubicBezTo>
                    <a:pt x="9349" y="65948"/>
                    <a:pt x="9321" y="64769"/>
                    <a:pt x="8759" y="64544"/>
                  </a:cubicBezTo>
                  <a:lnTo>
                    <a:pt x="8759" y="64544"/>
                  </a:lnTo>
                  <a:cubicBezTo>
                    <a:pt x="8872" y="64713"/>
                    <a:pt x="8928" y="64909"/>
                    <a:pt x="8928" y="65106"/>
                  </a:cubicBezTo>
                  <a:cubicBezTo>
                    <a:pt x="8721" y="65106"/>
                    <a:pt x="8621" y="64833"/>
                    <a:pt x="8482" y="64833"/>
                  </a:cubicBezTo>
                  <a:cubicBezTo>
                    <a:pt x="8432" y="64833"/>
                    <a:pt x="8377" y="64869"/>
                    <a:pt x="8310" y="64965"/>
                  </a:cubicBezTo>
                  <a:cubicBezTo>
                    <a:pt x="8731" y="65555"/>
                    <a:pt x="7608" y="65527"/>
                    <a:pt x="8563" y="65555"/>
                  </a:cubicBezTo>
                  <a:cubicBezTo>
                    <a:pt x="8394" y="66004"/>
                    <a:pt x="8142" y="65752"/>
                    <a:pt x="7777" y="66117"/>
                  </a:cubicBezTo>
                  <a:cubicBezTo>
                    <a:pt x="8226" y="66341"/>
                    <a:pt x="8535" y="67605"/>
                    <a:pt x="8338" y="68026"/>
                  </a:cubicBezTo>
                  <a:cubicBezTo>
                    <a:pt x="8226" y="67885"/>
                    <a:pt x="8057" y="67773"/>
                    <a:pt x="7889" y="67717"/>
                  </a:cubicBezTo>
                  <a:cubicBezTo>
                    <a:pt x="7187" y="68278"/>
                    <a:pt x="6626" y="68363"/>
                    <a:pt x="6008" y="68896"/>
                  </a:cubicBezTo>
                  <a:cubicBezTo>
                    <a:pt x="5839" y="68812"/>
                    <a:pt x="5390" y="68924"/>
                    <a:pt x="5306" y="68559"/>
                  </a:cubicBezTo>
                  <a:lnTo>
                    <a:pt x="5306" y="68559"/>
                  </a:lnTo>
                  <a:cubicBezTo>
                    <a:pt x="5306" y="68756"/>
                    <a:pt x="5390" y="69008"/>
                    <a:pt x="5222" y="69177"/>
                  </a:cubicBezTo>
                  <a:cubicBezTo>
                    <a:pt x="4436" y="69036"/>
                    <a:pt x="5559" y="68728"/>
                    <a:pt x="4801" y="68419"/>
                  </a:cubicBezTo>
                  <a:lnTo>
                    <a:pt x="4801" y="68419"/>
                  </a:lnTo>
                  <a:cubicBezTo>
                    <a:pt x="5053" y="68784"/>
                    <a:pt x="4688" y="69289"/>
                    <a:pt x="4576" y="69710"/>
                  </a:cubicBezTo>
                  <a:cubicBezTo>
                    <a:pt x="4670" y="69789"/>
                    <a:pt x="4754" y="69822"/>
                    <a:pt x="4828" y="69822"/>
                  </a:cubicBezTo>
                  <a:cubicBezTo>
                    <a:pt x="5152" y="69822"/>
                    <a:pt x="5299" y="69182"/>
                    <a:pt x="5390" y="68840"/>
                  </a:cubicBezTo>
                  <a:cubicBezTo>
                    <a:pt x="6008" y="69570"/>
                    <a:pt x="6120" y="70609"/>
                    <a:pt x="5755" y="71479"/>
                  </a:cubicBezTo>
                  <a:cubicBezTo>
                    <a:pt x="5647" y="71649"/>
                    <a:pt x="5551" y="71709"/>
                    <a:pt x="5470" y="71709"/>
                  </a:cubicBezTo>
                  <a:cubicBezTo>
                    <a:pt x="5283" y="71709"/>
                    <a:pt x="5170" y="71400"/>
                    <a:pt x="5144" y="71400"/>
                  </a:cubicBezTo>
                  <a:cubicBezTo>
                    <a:pt x="5140" y="71400"/>
                    <a:pt x="5138" y="71407"/>
                    <a:pt x="5138" y="71423"/>
                  </a:cubicBezTo>
                  <a:cubicBezTo>
                    <a:pt x="4043" y="72153"/>
                    <a:pt x="5306" y="73332"/>
                    <a:pt x="4071" y="73528"/>
                  </a:cubicBezTo>
                  <a:cubicBezTo>
                    <a:pt x="3369" y="73360"/>
                    <a:pt x="3313" y="72686"/>
                    <a:pt x="2976" y="72433"/>
                  </a:cubicBezTo>
                  <a:cubicBezTo>
                    <a:pt x="3285" y="71900"/>
                    <a:pt x="3874" y="72153"/>
                    <a:pt x="4155" y="71872"/>
                  </a:cubicBezTo>
                  <a:lnTo>
                    <a:pt x="4155" y="71872"/>
                  </a:lnTo>
                  <a:lnTo>
                    <a:pt x="3622" y="71984"/>
                  </a:lnTo>
                  <a:cubicBezTo>
                    <a:pt x="3622" y="71732"/>
                    <a:pt x="3818" y="71367"/>
                    <a:pt x="4099" y="71367"/>
                  </a:cubicBezTo>
                  <a:cubicBezTo>
                    <a:pt x="4071" y="71360"/>
                    <a:pt x="4041" y="71357"/>
                    <a:pt x="4011" y="71357"/>
                  </a:cubicBezTo>
                  <a:cubicBezTo>
                    <a:pt x="3379" y="71357"/>
                    <a:pt x="2310" y="72699"/>
                    <a:pt x="1291" y="72967"/>
                  </a:cubicBezTo>
                  <a:cubicBezTo>
                    <a:pt x="1291" y="73219"/>
                    <a:pt x="1179" y="73556"/>
                    <a:pt x="1432" y="73669"/>
                  </a:cubicBezTo>
                  <a:lnTo>
                    <a:pt x="1628" y="73416"/>
                  </a:lnTo>
                  <a:lnTo>
                    <a:pt x="1628" y="73416"/>
                  </a:lnTo>
                  <a:cubicBezTo>
                    <a:pt x="2104" y="73575"/>
                    <a:pt x="1609" y="74181"/>
                    <a:pt x="1925" y="74181"/>
                  </a:cubicBezTo>
                  <a:cubicBezTo>
                    <a:pt x="1944" y="74181"/>
                    <a:pt x="1967" y="74179"/>
                    <a:pt x="1993" y="74174"/>
                  </a:cubicBezTo>
                  <a:lnTo>
                    <a:pt x="1993" y="74174"/>
                  </a:lnTo>
                  <a:cubicBezTo>
                    <a:pt x="1881" y="74707"/>
                    <a:pt x="1825" y="75381"/>
                    <a:pt x="1179" y="75578"/>
                  </a:cubicBezTo>
                  <a:lnTo>
                    <a:pt x="730" y="75155"/>
                  </a:lnTo>
                  <a:lnTo>
                    <a:pt x="730" y="75155"/>
                  </a:lnTo>
                  <a:cubicBezTo>
                    <a:pt x="768" y="75183"/>
                    <a:pt x="824" y="75196"/>
                    <a:pt x="885" y="75196"/>
                  </a:cubicBezTo>
                  <a:cubicBezTo>
                    <a:pt x="1044" y="75196"/>
                    <a:pt x="1235" y="75102"/>
                    <a:pt x="1235" y="74932"/>
                  </a:cubicBezTo>
                  <a:lnTo>
                    <a:pt x="1235" y="74932"/>
                  </a:lnTo>
                  <a:cubicBezTo>
                    <a:pt x="1235" y="75297"/>
                    <a:pt x="0" y="74820"/>
                    <a:pt x="309" y="75634"/>
                  </a:cubicBezTo>
                  <a:lnTo>
                    <a:pt x="898" y="75746"/>
                  </a:lnTo>
                  <a:cubicBezTo>
                    <a:pt x="786" y="76252"/>
                    <a:pt x="786" y="77122"/>
                    <a:pt x="253" y="77290"/>
                  </a:cubicBezTo>
                  <a:cubicBezTo>
                    <a:pt x="427" y="77390"/>
                    <a:pt x="503" y="77418"/>
                    <a:pt x="544" y="77418"/>
                  </a:cubicBezTo>
                  <a:cubicBezTo>
                    <a:pt x="597" y="77418"/>
                    <a:pt x="588" y="77369"/>
                    <a:pt x="661" y="77369"/>
                  </a:cubicBezTo>
                  <a:cubicBezTo>
                    <a:pt x="719" y="77369"/>
                    <a:pt x="830" y="77401"/>
                    <a:pt x="1067" y="77515"/>
                  </a:cubicBezTo>
                  <a:cubicBezTo>
                    <a:pt x="263" y="77006"/>
                    <a:pt x="1965" y="76727"/>
                    <a:pt x="1244" y="76312"/>
                  </a:cubicBezTo>
                  <a:lnTo>
                    <a:pt x="1244" y="76312"/>
                  </a:lnTo>
                  <a:cubicBezTo>
                    <a:pt x="1438" y="76403"/>
                    <a:pt x="1576" y="76432"/>
                    <a:pt x="1691" y="76432"/>
                  </a:cubicBezTo>
                  <a:cubicBezTo>
                    <a:pt x="1912" y="76432"/>
                    <a:pt x="2046" y="76323"/>
                    <a:pt x="2314" y="76323"/>
                  </a:cubicBezTo>
                  <a:cubicBezTo>
                    <a:pt x="2423" y="76323"/>
                    <a:pt x="2555" y="76341"/>
                    <a:pt x="2723" y="76392"/>
                  </a:cubicBezTo>
                  <a:cubicBezTo>
                    <a:pt x="2583" y="76223"/>
                    <a:pt x="2330" y="76167"/>
                    <a:pt x="2751" y="75971"/>
                  </a:cubicBezTo>
                  <a:cubicBezTo>
                    <a:pt x="2751" y="75915"/>
                    <a:pt x="2723" y="75830"/>
                    <a:pt x="2723" y="75774"/>
                  </a:cubicBezTo>
                  <a:cubicBezTo>
                    <a:pt x="2583" y="75774"/>
                    <a:pt x="2442" y="75718"/>
                    <a:pt x="2330" y="75662"/>
                  </a:cubicBezTo>
                  <a:cubicBezTo>
                    <a:pt x="2190" y="75129"/>
                    <a:pt x="2751" y="74707"/>
                    <a:pt x="2779" y="74342"/>
                  </a:cubicBezTo>
                  <a:cubicBezTo>
                    <a:pt x="2808" y="74334"/>
                    <a:pt x="2832" y="74330"/>
                    <a:pt x="2851" y="74330"/>
                  </a:cubicBezTo>
                  <a:cubicBezTo>
                    <a:pt x="3025" y="74330"/>
                    <a:pt x="2889" y="74632"/>
                    <a:pt x="3116" y="74707"/>
                  </a:cubicBezTo>
                  <a:lnTo>
                    <a:pt x="3144" y="74174"/>
                  </a:lnTo>
                  <a:cubicBezTo>
                    <a:pt x="3481" y="74539"/>
                    <a:pt x="4211" y="74342"/>
                    <a:pt x="3874" y="74960"/>
                  </a:cubicBezTo>
                  <a:lnTo>
                    <a:pt x="4323" y="74595"/>
                  </a:lnTo>
                  <a:cubicBezTo>
                    <a:pt x="4347" y="74597"/>
                    <a:pt x="4371" y="74597"/>
                    <a:pt x="4394" y="74597"/>
                  </a:cubicBezTo>
                  <a:cubicBezTo>
                    <a:pt x="4785" y="74597"/>
                    <a:pt x="5119" y="74378"/>
                    <a:pt x="5278" y="74034"/>
                  </a:cubicBezTo>
                  <a:cubicBezTo>
                    <a:pt x="5475" y="73968"/>
                    <a:pt x="5467" y="73511"/>
                    <a:pt x="5481" y="73511"/>
                  </a:cubicBezTo>
                  <a:cubicBezTo>
                    <a:pt x="5485" y="73511"/>
                    <a:pt x="5490" y="73547"/>
                    <a:pt x="5503" y="73641"/>
                  </a:cubicBezTo>
                  <a:lnTo>
                    <a:pt x="5980" y="72826"/>
                  </a:lnTo>
                  <a:lnTo>
                    <a:pt x="6064" y="72911"/>
                  </a:lnTo>
                  <a:cubicBezTo>
                    <a:pt x="6766" y="72405"/>
                    <a:pt x="6906" y="71170"/>
                    <a:pt x="8226" y="71142"/>
                  </a:cubicBezTo>
                  <a:cubicBezTo>
                    <a:pt x="8366" y="70777"/>
                    <a:pt x="8591" y="70496"/>
                    <a:pt x="8928" y="70300"/>
                  </a:cubicBezTo>
                  <a:lnTo>
                    <a:pt x="9293" y="70552"/>
                  </a:lnTo>
                  <a:cubicBezTo>
                    <a:pt x="9461" y="70187"/>
                    <a:pt x="10388" y="70075"/>
                    <a:pt x="10219" y="69654"/>
                  </a:cubicBezTo>
                  <a:lnTo>
                    <a:pt x="10219" y="69654"/>
                  </a:lnTo>
                  <a:cubicBezTo>
                    <a:pt x="10372" y="69730"/>
                    <a:pt x="10511" y="69763"/>
                    <a:pt x="10641" y="69763"/>
                  </a:cubicBezTo>
                  <a:cubicBezTo>
                    <a:pt x="11417" y="69763"/>
                    <a:pt x="11819" y="68567"/>
                    <a:pt x="12325" y="68278"/>
                  </a:cubicBezTo>
                  <a:lnTo>
                    <a:pt x="11988" y="67885"/>
                  </a:lnTo>
                  <a:cubicBezTo>
                    <a:pt x="12353" y="67520"/>
                    <a:pt x="12634" y="67099"/>
                    <a:pt x="12802" y="66622"/>
                  </a:cubicBezTo>
                  <a:lnTo>
                    <a:pt x="12465" y="66313"/>
                  </a:lnTo>
                  <a:cubicBezTo>
                    <a:pt x="12549" y="65695"/>
                    <a:pt x="13588" y="65695"/>
                    <a:pt x="14122" y="65106"/>
                  </a:cubicBezTo>
                  <a:lnTo>
                    <a:pt x="14122" y="65106"/>
                  </a:lnTo>
                  <a:cubicBezTo>
                    <a:pt x="14206" y="65274"/>
                    <a:pt x="14037" y="65387"/>
                    <a:pt x="13841" y="65415"/>
                  </a:cubicBezTo>
                  <a:cubicBezTo>
                    <a:pt x="13879" y="65418"/>
                    <a:pt x="13915" y="65419"/>
                    <a:pt x="13950" y="65419"/>
                  </a:cubicBezTo>
                  <a:cubicBezTo>
                    <a:pt x="15217" y="65419"/>
                    <a:pt x="14741" y="63505"/>
                    <a:pt x="15834" y="63478"/>
                  </a:cubicBezTo>
                  <a:cubicBezTo>
                    <a:pt x="15834" y="63281"/>
                    <a:pt x="16003" y="63113"/>
                    <a:pt x="16199" y="63113"/>
                  </a:cubicBezTo>
                  <a:cubicBezTo>
                    <a:pt x="16171" y="63113"/>
                    <a:pt x="16171" y="63141"/>
                    <a:pt x="16171" y="63169"/>
                  </a:cubicBezTo>
                  <a:cubicBezTo>
                    <a:pt x="16199" y="63141"/>
                    <a:pt x="16227" y="63141"/>
                    <a:pt x="16227" y="63113"/>
                  </a:cubicBezTo>
                  <a:cubicBezTo>
                    <a:pt x="16367" y="63113"/>
                    <a:pt x="16480" y="63113"/>
                    <a:pt x="16620" y="63084"/>
                  </a:cubicBezTo>
                  <a:cubicBezTo>
                    <a:pt x="16564" y="63070"/>
                    <a:pt x="16501" y="63063"/>
                    <a:pt x="16438" y="63063"/>
                  </a:cubicBezTo>
                  <a:cubicBezTo>
                    <a:pt x="16374" y="63063"/>
                    <a:pt x="16311" y="63070"/>
                    <a:pt x="16255" y="63084"/>
                  </a:cubicBezTo>
                  <a:cubicBezTo>
                    <a:pt x="16396" y="62916"/>
                    <a:pt x="16508" y="62720"/>
                    <a:pt x="16592" y="62495"/>
                  </a:cubicBezTo>
                  <a:lnTo>
                    <a:pt x="17013" y="62776"/>
                  </a:lnTo>
                  <a:cubicBezTo>
                    <a:pt x="17013" y="62776"/>
                    <a:pt x="17041" y="62748"/>
                    <a:pt x="17041" y="62748"/>
                  </a:cubicBezTo>
                  <a:cubicBezTo>
                    <a:pt x="17322" y="62720"/>
                    <a:pt x="17013" y="62439"/>
                    <a:pt x="16648" y="62242"/>
                  </a:cubicBezTo>
                  <a:cubicBezTo>
                    <a:pt x="16676" y="62102"/>
                    <a:pt x="16676" y="61961"/>
                    <a:pt x="16648" y="61821"/>
                  </a:cubicBezTo>
                  <a:lnTo>
                    <a:pt x="16648" y="61821"/>
                  </a:lnTo>
                  <a:cubicBezTo>
                    <a:pt x="16772" y="61900"/>
                    <a:pt x="16859" y="61932"/>
                    <a:pt x="16923" y="61932"/>
                  </a:cubicBezTo>
                  <a:cubicBezTo>
                    <a:pt x="17158" y="61932"/>
                    <a:pt x="17082" y="61514"/>
                    <a:pt x="17363" y="61514"/>
                  </a:cubicBezTo>
                  <a:cubicBezTo>
                    <a:pt x="17440" y="61514"/>
                    <a:pt x="17543" y="61545"/>
                    <a:pt x="17687" y="61625"/>
                  </a:cubicBezTo>
                  <a:cubicBezTo>
                    <a:pt x="17519" y="61203"/>
                    <a:pt x="18305" y="60530"/>
                    <a:pt x="17743" y="59828"/>
                  </a:cubicBezTo>
                  <a:lnTo>
                    <a:pt x="17743" y="59828"/>
                  </a:lnTo>
                  <a:cubicBezTo>
                    <a:pt x="17855" y="59912"/>
                    <a:pt x="17940" y="59884"/>
                    <a:pt x="17855" y="59996"/>
                  </a:cubicBezTo>
                  <a:cubicBezTo>
                    <a:pt x="18108" y="59856"/>
                    <a:pt x="18361" y="59744"/>
                    <a:pt x="18361" y="59407"/>
                  </a:cubicBezTo>
                  <a:lnTo>
                    <a:pt x="18894" y="59772"/>
                  </a:lnTo>
                  <a:lnTo>
                    <a:pt x="18670" y="58761"/>
                  </a:lnTo>
                  <a:lnTo>
                    <a:pt x="18670" y="58761"/>
                  </a:lnTo>
                  <a:cubicBezTo>
                    <a:pt x="19203" y="58789"/>
                    <a:pt x="19456" y="58845"/>
                    <a:pt x="19568" y="59435"/>
                  </a:cubicBezTo>
                  <a:cubicBezTo>
                    <a:pt x="19624" y="58312"/>
                    <a:pt x="19849" y="58733"/>
                    <a:pt x="19793" y="57722"/>
                  </a:cubicBezTo>
                  <a:lnTo>
                    <a:pt x="19793" y="57722"/>
                  </a:lnTo>
                  <a:lnTo>
                    <a:pt x="20073" y="58031"/>
                  </a:lnTo>
                  <a:cubicBezTo>
                    <a:pt x="20229" y="57849"/>
                    <a:pt x="20145" y="57260"/>
                    <a:pt x="20397" y="57260"/>
                  </a:cubicBezTo>
                  <a:cubicBezTo>
                    <a:pt x="20418" y="57260"/>
                    <a:pt x="20441" y="57264"/>
                    <a:pt x="20466" y="57273"/>
                  </a:cubicBezTo>
                  <a:cubicBezTo>
                    <a:pt x="20498" y="57278"/>
                    <a:pt x="20530" y="57280"/>
                    <a:pt x="20563" y="57280"/>
                  </a:cubicBezTo>
                  <a:cubicBezTo>
                    <a:pt x="21519" y="57280"/>
                    <a:pt x="22566" y="55318"/>
                    <a:pt x="24060" y="54774"/>
                  </a:cubicBezTo>
                  <a:cubicBezTo>
                    <a:pt x="22965" y="54129"/>
                    <a:pt x="24930" y="54662"/>
                    <a:pt x="24285" y="53960"/>
                  </a:cubicBezTo>
                  <a:lnTo>
                    <a:pt x="24285" y="53960"/>
                  </a:lnTo>
                  <a:cubicBezTo>
                    <a:pt x="24537" y="54101"/>
                    <a:pt x="24790" y="54072"/>
                    <a:pt x="24818" y="54409"/>
                  </a:cubicBezTo>
                  <a:cubicBezTo>
                    <a:pt x="25127" y="53679"/>
                    <a:pt x="25941" y="53932"/>
                    <a:pt x="25716" y="53006"/>
                  </a:cubicBezTo>
                  <a:lnTo>
                    <a:pt x="25716" y="53006"/>
                  </a:lnTo>
                  <a:cubicBezTo>
                    <a:pt x="25969" y="53146"/>
                    <a:pt x="25913" y="53427"/>
                    <a:pt x="26081" y="53483"/>
                  </a:cubicBezTo>
                  <a:cubicBezTo>
                    <a:pt x="26081" y="53407"/>
                    <a:pt x="26058" y="53194"/>
                    <a:pt x="26198" y="53194"/>
                  </a:cubicBezTo>
                  <a:cubicBezTo>
                    <a:pt x="26213" y="53194"/>
                    <a:pt x="26230" y="53197"/>
                    <a:pt x="26250" y="53202"/>
                  </a:cubicBezTo>
                  <a:cubicBezTo>
                    <a:pt x="26418" y="53286"/>
                    <a:pt x="26334" y="53455"/>
                    <a:pt x="26362" y="53623"/>
                  </a:cubicBezTo>
                  <a:cubicBezTo>
                    <a:pt x="26839" y="53034"/>
                    <a:pt x="26250" y="52360"/>
                    <a:pt x="25688" y="51742"/>
                  </a:cubicBezTo>
                  <a:cubicBezTo>
                    <a:pt x="26222" y="51742"/>
                    <a:pt x="26334" y="51574"/>
                    <a:pt x="26109" y="50984"/>
                  </a:cubicBezTo>
                  <a:lnTo>
                    <a:pt x="26109" y="50984"/>
                  </a:lnTo>
                  <a:cubicBezTo>
                    <a:pt x="26418" y="51068"/>
                    <a:pt x="26783" y="51125"/>
                    <a:pt x="26502" y="51518"/>
                  </a:cubicBezTo>
                  <a:cubicBezTo>
                    <a:pt x="26727" y="51349"/>
                    <a:pt x="27906" y="50619"/>
                    <a:pt x="27457" y="50142"/>
                  </a:cubicBezTo>
                  <a:lnTo>
                    <a:pt x="27457" y="50142"/>
                  </a:lnTo>
                  <a:cubicBezTo>
                    <a:pt x="27475" y="50147"/>
                    <a:pt x="27491" y="50149"/>
                    <a:pt x="27508" y="50149"/>
                  </a:cubicBezTo>
                  <a:cubicBezTo>
                    <a:pt x="27672" y="50149"/>
                    <a:pt x="27763" y="49907"/>
                    <a:pt x="27738" y="49805"/>
                  </a:cubicBezTo>
                  <a:cubicBezTo>
                    <a:pt x="28075" y="49552"/>
                    <a:pt x="28383" y="49244"/>
                    <a:pt x="28636" y="48935"/>
                  </a:cubicBezTo>
                  <a:lnTo>
                    <a:pt x="28636" y="48935"/>
                  </a:lnTo>
                  <a:lnTo>
                    <a:pt x="28440" y="48963"/>
                  </a:lnTo>
                  <a:cubicBezTo>
                    <a:pt x="27990" y="48233"/>
                    <a:pt x="28636" y="48486"/>
                    <a:pt x="28889" y="48064"/>
                  </a:cubicBezTo>
                  <a:lnTo>
                    <a:pt x="28945" y="48149"/>
                  </a:lnTo>
                  <a:cubicBezTo>
                    <a:pt x="30124" y="47756"/>
                    <a:pt x="29057" y="47615"/>
                    <a:pt x="30293" y="47278"/>
                  </a:cubicBezTo>
                  <a:lnTo>
                    <a:pt x="29871" y="46970"/>
                  </a:lnTo>
                  <a:cubicBezTo>
                    <a:pt x="29141" y="46155"/>
                    <a:pt x="30994" y="46717"/>
                    <a:pt x="31107" y="45987"/>
                  </a:cubicBezTo>
                  <a:lnTo>
                    <a:pt x="30742" y="45959"/>
                  </a:lnTo>
                  <a:cubicBezTo>
                    <a:pt x="30735" y="45833"/>
                    <a:pt x="30840" y="45787"/>
                    <a:pt x="31007" y="45787"/>
                  </a:cubicBezTo>
                  <a:cubicBezTo>
                    <a:pt x="31442" y="45787"/>
                    <a:pt x="32294" y="46095"/>
                    <a:pt x="32678" y="46095"/>
                  </a:cubicBezTo>
                  <a:cubicBezTo>
                    <a:pt x="32738" y="46095"/>
                    <a:pt x="32786" y="46088"/>
                    <a:pt x="32819" y="46071"/>
                  </a:cubicBezTo>
                  <a:cubicBezTo>
                    <a:pt x="32932" y="46071"/>
                    <a:pt x="32847" y="46268"/>
                    <a:pt x="32819" y="46408"/>
                  </a:cubicBezTo>
                  <a:cubicBezTo>
                    <a:pt x="33914" y="46155"/>
                    <a:pt x="32398" y="45875"/>
                    <a:pt x="32735" y="45257"/>
                  </a:cubicBezTo>
                  <a:lnTo>
                    <a:pt x="32735" y="45257"/>
                  </a:lnTo>
                  <a:cubicBezTo>
                    <a:pt x="33029" y="45393"/>
                    <a:pt x="33232" y="45784"/>
                    <a:pt x="33476" y="45784"/>
                  </a:cubicBezTo>
                  <a:cubicBezTo>
                    <a:pt x="33535" y="45784"/>
                    <a:pt x="33596" y="45761"/>
                    <a:pt x="33661" y="45706"/>
                  </a:cubicBezTo>
                  <a:cubicBezTo>
                    <a:pt x="33664" y="45706"/>
                    <a:pt x="33667" y="45707"/>
                    <a:pt x="33670" y="45707"/>
                  </a:cubicBezTo>
                  <a:cubicBezTo>
                    <a:pt x="34021" y="45707"/>
                    <a:pt x="33669" y="43937"/>
                    <a:pt x="34616" y="43937"/>
                  </a:cubicBezTo>
                  <a:cubicBezTo>
                    <a:pt x="34307" y="43881"/>
                    <a:pt x="33998" y="43797"/>
                    <a:pt x="34055" y="43432"/>
                  </a:cubicBezTo>
                  <a:cubicBezTo>
                    <a:pt x="34307" y="43011"/>
                    <a:pt x="35711" y="43123"/>
                    <a:pt x="35318" y="42225"/>
                  </a:cubicBezTo>
                  <a:cubicBezTo>
                    <a:pt x="35402" y="42225"/>
                    <a:pt x="35486" y="42253"/>
                    <a:pt x="35542" y="42309"/>
                  </a:cubicBezTo>
                  <a:cubicBezTo>
                    <a:pt x="35627" y="41888"/>
                    <a:pt x="36048" y="41158"/>
                    <a:pt x="35823" y="40681"/>
                  </a:cubicBezTo>
                  <a:lnTo>
                    <a:pt x="35823" y="40681"/>
                  </a:lnTo>
                  <a:cubicBezTo>
                    <a:pt x="36017" y="40788"/>
                    <a:pt x="36175" y="40834"/>
                    <a:pt x="36305" y="40834"/>
                  </a:cubicBezTo>
                  <a:cubicBezTo>
                    <a:pt x="37081" y="40834"/>
                    <a:pt x="36878" y="39206"/>
                    <a:pt x="37425" y="39206"/>
                  </a:cubicBezTo>
                  <a:cubicBezTo>
                    <a:pt x="37532" y="39206"/>
                    <a:pt x="37667" y="39268"/>
                    <a:pt x="37845" y="39417"/>
                  </a:cubicBezTo>
                  <a:lnTo>
                    <a:pt x="38490" y="38463"/>
                  </a:lnTo>
                  <a:lnTo>
                    <a:pt x="38603" y="38575"/>
                  </a:lnTo>
                  <a:cubicBezTo>
                    <a:pt x="39136" y="38070"/>
                    <a:pt x="38968" y="37621"/>
                    <a:pt x="38799" y="37171"/>
                  </a:cubicBezTo>
                  <a:cubicBezTo>
                    <a:pt x="38823" y="37165"/>
                    <a:pt x="38845" y="37161"/>
                    <a:pt x="38865" y="37161"/>
                  </a:cubicBezTo>
                  <a:cubicBezTo>
                    <a:pt x="39009" y="37161"/>
                    <a:pt x="39059" y="37319"/>
                    <a:pt x="39108" y="37368"/>
                  </a:cubicBezTo>
                  <a:cubicBezTo>
                    <a:pt x="40006" y="36722"/>
                    <a:pt x="40006" y="36582"/>
                    <a:pt x="39894" y="35403"/>
                  </a:cubicBezTo>
                  <a:lnTo>
                    <a:pt x="39894" y="35403"/>
                  </a:lnTo>
                  <a:lnTo>
                    <a:pt x="40371" y="35627"/>
                  </a:lnTo>
                  <a:cubicBezTo>
                    <a:pt x="40259" y="35262"/>
                    <a:pt x="41915" y="34841"/>
                    <a:pt x="42000" y="33662"/>
                  </a:cubicBezTo>
                  <a:cubicBezTo>
                    <a:pt x="42084" y="33718"/>
                    <a:pt x="42112" y="33803"/>
                    <a:pt x="42140" y="33887"/>
                  </a:cubicBezTo>
                  <a:cubicBezTo>
                    <a:pt x="42196" y="33213"/>
                    <a:pt x="42898" y="32820"/>
                    <a:pt x="43403" y="32455"/>
                  </a:cubicBezTo>
                  <a:cubicBezTo>
                    <a:pt x="43909" y="32062"/>
                    <a:pt x="44218" y="31641"/>
                    <a:pt x="43544" y="30939"/>
                  </a:cubicBezTo>
                  <a:lnTo>
                    <a:pt x="43544" y="30040"/>
                  </a:lnTo>
                  <a:cubicBezTo>
                    <a:pt x="43391" y="30212"/>
                    <a:pt x="43276" y="30277"/>
                    <a:pt x="43183" y="30277"/>
                  </a:cubicBezTo>
                  <a:cubicBezTo>
                    <a:pt x="42892" y="30277"/>
                    <a:pt x="42822" y="29632"/>
                    <a:pt x="42507" y="29632"/>
                  </a:cubicBezTo>
                  <a:cubicBezTo>
                    <a:pt x="42480" y="29632"/>
                    <a:pt x="42452" y="29637"/>
                    <a:pt x="42421" y="29647"/>
                  </a:cubicBezTo>
                  <a:cubicBezTo>
                    <a:pt x="42485" y="29438"/>
                    <a:pt x="42809" y="29293"/>
                    <a:pt x="43042" y="29293"/>
                  </a:cubicBezTo>
                  <a:cubicBezTo>
                    <a:pt x="43213" y="29293"/>
                    <a:pt x="43335" y="29372"/>
                    <a:pt x="43263" y="29563"/>
                  </a:cubicBezTo>
                  <a:lnTo>
                    <a:pt x="43151" y="29563"/>
                  </a:lnTo>
                  <a:cubicBezTo>
                    <a:pt x="43292" y="29689"/>
                    <a:pt x="43413" y="29738"/>
                    <a:pt x="43521" y="29738"/>
                  </a:cubicBezTo>
                  <a:cubicBezTo>
                    <a:pt x="43930" y="29738"/>
                    <a:pt x="44147" y="29028"/>
                    <a:pt x="44493" y="29028"/>
                  </a:cubicBezTo>
                  <a:cubicBezTo>
                    <a:pt x="44547" y="29028"/>
                    <a:pt x="44605" y="29046"/>
                    <a:pt x="44667" y="29086"/>
                  </a:cubicBezTo>
                  <a:cubicBezTo>
                    <a:pt x="45172" y="28272"/>
                    <a:pt x="45734" y="27458"/>
                    <a:pt x="46351" y="26728"/>
                  </a:cubicBezTo>
                  <a:cubicBezTo>
                    <a:pt x="46941" y="25998"/>
                    <a:pt x="47502" y="25240"/>
                    <a:pt x="47980" y="24454"/>
                  </a:cubicBezTo>
                  <a:lnTo>
                    <a:pt x="47222" y="24257"/>
                  </a:lnTo>
                  <a:lnTo>
                    <a:pt x="47558" y="23724"/>
                  </a:lnTo>
                  <a:cubicBezTo>
                    <a:pt x="47594" y="23716"/>
                    <a:pt x="47632" y="23712"/>
                    <a:pt x="47671" y="23712"/>
                  </a:cubicBezTo>
                  <a:cubicBezTo>
                    <a:pt x="47909" y="23712"/>
                    <a:pt x="48169" y="23863"/>
                    <a:pt x="47951" y="24201"/>
                  </a:cubicBezTo>
                  <a:cubicBezTo>
                    <a:pt x="48457" y="24201"/>
                    <a:pt x="48008" y="23359"/>
                    <a:pt x="47867" y="23274"/>
                  </a:cubicBezTo>
                  <a:cubicBezTo>
                    <a:pt x="48003" y="23150"/>
                    <a:pt x="48109" y="23100"/>
                    <a:pt x="48193" y="23100"/>
                  </a:cubicBezTo>
                  <a:cubicBezTo>
                    <a:pt x="48511" y="23100"/>
                    <a:pt x="48515" y="23805"/>
                    <a:pt x="48596" y="23805"/>
                  </a:cubicBezTo>
                  <a:cubicBezTo>
                    <a:pt x="48605" y="23805"/>
                    <a:pt x="48614" y="23797"/>
                    <a:pt x="48625" y="23780"/>
                  </a:cubicBezTo>
                  <a:lnTo>
                    <a:pt x="48766" y="23415"/>
                  </a:lnTo>
                  <a:lnTo>
                    <a:pt x="48625" y="23443"/>
                  </a:lnTo>
                  <a:cubicBezTo>
                    <a:pt x="48513" y="23022"/>
                    <a:pt x="48232" y="22853"/>
                    <a:pt x="48513" y="22404"/>
                  </a:cubicBezTo>
                  <a:cubicBezTo>
                    <a:pt x="48607" y="22336"/>
                    <a:pt x="48691" y="22314"/>
                    <a:pt x="48764" y="22314"/>
                  </a:cubicBezTo>
                  <a:cubicBezTo>
                    <a:pt x="48888" y="22314"/>
                    <a:pt x="48982" y="22376"/>
                    <a:pt x="49046" y="22376"/>
                  </a:cubicBezTo>
                  <a:cubicBezTo>
                    <a:pt x="49069" y="22376"/>
                    <a:pt x="49087" y="22368"/>
                    <a:pt x="49103" y="22348"/>
                  </a:cubicBezTo>
                  <a:cubicBezTo>
                    <a:pt x="49115" y="22354"/>
                    <a:pt x="49127" y="22357"/>
                    <a:pt x="49138" y="22357"/>
                  </a:cubicBezTo>
                  <a:cubicBezTo>
                    <a:pt x="49180" y="22357"/>
                    <a:pt x="49215" y="22312"/>
                    <a:pt x="49215" y="22180"/>
                  </a:cubicBezTo>
                  <a:lnTo>
                    <a:pt x="49664" y="21506"/>
                  </a:lnTo>
                  <a:lnTo>
                    <a:pt x="48962" y="21506"/>
                  </a:lnTo>
                  <a:cubicBezTo>
                    <a:pt x="48878" y="21057"/>
                    <a:pt x="49355" y="20860"/>
                    <a:pt x="48569" y="20860"/>
                  </a:cubicBezTo>
                  <a:cubicBezTo>
                    <a:pt x="49159" y="20860"/>
                    <a:pt x="49580" y="20242"/>
                    <a:pt x="49917" y="19625"/>
                  </a:cubicBezTo>
                  <a:cubicBezTo>
                    <a:pt x="50254" y="18979"/>
                    <a:pt x="50478" y="18305"/>
                    <a:pt x="50703" y="18249"/>
                  </a:cubicBezTo>
                  <a:cubicBezTo>
                    <a:pt x="50534" y="17603"/>
                    <a:pt x="50759" y="17154"/>
                    <a:pt x="51040" y="16649"/>
                  </a:cubicBezTo>
                  <a:lnTo>
                    <a:pt x="51040" y="16649"/>
                  </a:lnTo>
                  <a:cubicBezTo>
                    <a:pt x="51016" y="16661"/>
                    <a:pt x="50984" y="16666"/>
                    <a:pt x="50946" y="16666"/>
                  </a:cubicBezTo>
                  <a:cubicBezTo>
                    <a:pt x="50710" y="16666"/>
                    <a:pt x="50268" y="16446"/>
                    <a:pt x="50534" y="16059"/>
                  </a:cubicBezTo>
                  <a:lnTo>
                    <a:pt x="50534" y="16059"/>
                  </a:lnTo>
                  <a:cubicBezTo>
                    <a:pt x="50801" y="16243"/>
                    <a:pt x="50995" y="16314"/>
                    <a:pt x="51150" y="16314"/>
                  </a:cubicBezTo>
                  <a:cubicBezTo>
                    <a:pt x="51660" y="16314"/>
                    <a:pt x="51731" y="15542"/>
                    <a:pt x="52493" y="15525"/>
                  </a:cubicBezTo>
                  <a:lnTo>
                    <a:pt x="52493" y="15525"/>
                  </a:lnTo>
                  <a:cubicBezTo>
                    <a:pt x="51961" y="15457"/>
                    <a:pt x="52936" y="14253"/>
                    <a:pt x="52106" y="14253"/>
                  </a:cubicBezTo>
                  <a:cubicBezTo>
                    <a:pt x="52064" y="14253"/>
                    <a:pt x="52018" y="14256"/>
                    <a:pt x="51966" y="14262"/>
                  </a:cubicBezTo>
                  <a:cubicBezTo>
                    <a:pt x="52038" y="14169"/>
                    <a:pt x="52104" y="14137"/>
                    <a:pt x="52170" y="14137"/>
                  </a:cubicBezTo>
                  <a:cubicBezTo>
                    <a:pt x="52328" y="14137"/>
                    <a:pt x="52487" y="14323"/>
                    <a:pt x="52722" y="14323"/>
                  </a:cubicBezTo>
                  <a:cubicBezTo>
                    <a:pt x="52775" y="14323"/>
                    <a:pt x="52831" y="14314"/>
                    <a:pt x="52893" y="14291"/>
                  </a:cubicBezTo>
                  <a:cubicBezTo>
                    <a:pt x="52836" y="13139"/>
                    <a:pt x="54184" y="12381"/>
                    <a:pt x="54549" y="11146"/>
                  </a:cubicBezTo>
                  <a:cubicBezTo>
                    <a:pt x="54381" y="11034"/>
                    <a:pt x="54044" y="11118"/>
                    <a:pt x="53903" y="10753"/>
                  </a:cubicBezTo>
                  <a:lnTo>
                    <a:pt x="55026" y="10529"/>
                  </a:lnTo>
                  <a:cubicBezTo>
                    <a:pt x="55054" y="10248"/>
                    <a:pt x="54156" y="9883"/>
                    <a:pt x="54914" y="9714"/>
                  </a:cubicBezTo>
                  <a:cubicBezTo>
                    <a:pt x="54746" y="9714"/>
                    <a:pt x="54493" y="9714"/>
                    <a:pt x="54521" y="9518"/>
                  </a:cubicBezTo>
                  <a:cubicBezTo>
                    <a:pt x="56374" y="7609"/>
                    <a:pt x="55925" y="4549"/>
                    <a:pt x="58479" y="2920"/>
                  </a:cubicBezTo>
                  <a:lnTo>
                    <a:pt x="58479" y="2920"/>
                  </a:lnTo>
                  <a:cubicBezTo>
                    <a:pt x="58364" y="2961"/>
                    <a:pt x="58280" y="2979"/>
                    <a:pt x="58220" y="2979"/>
                  </a:cubicBezTo>
                  <a:cubicBezTo>
                    <a:pt x="58033" y="2979"/>
                    <a:pt x="58085" y="2803"/>
                    <a:pt x="58171" y="2611"/>
                  </a:cubicBezTo>
                  <a:lnTo>
                    <a:pt x="58171" y="2611"/>
                  </a:lnTo>
                  <a:cubicBezTo>
                    <a:pt x="58145" y="2628"/>
                    <a:pt x="58118" y="2636"/>
                    <a:pt x="58088" y="2636"/>
                  </a:cubicBezTo>
                  <a:cubicBezTo>
                    <a:pt x="57925" y="2636"/>
                    <a:pt x="57711" y="2406"/>
                    <a:pt x="57497" y="2359"/>
                  </a:cubicBezTo>
                  <a:lnTo>
                    <a:pt x="58564" y="1657"/>
                  </a:lnTo>
                  <a:cubicBezTo>
                    <a:pt x="58002" y="1208"/>
                    <a:pt x="58957" y="618"/>
                    <a:pt x="58395" y="225"/>
                  </a:cubicBezTo>
                  <a:lnTo>
                    <a:pt x="58395" y="225"/>
                  </a:lnTo>
                  <a:lnTo>
                    <a:pt x="58367" y="590"/>
                  </a:lnTo>
                  <a:cubicBezTo>
                    <a:pt x="58100" y="225"/>
                    <a:pt x="57637" y="190"/>
                    <a:pt x="57128" y="190"/>
                  </a:cubicBezTo>
                  <a:cubicBezTo>
                    <a:pt x="57007" y="190"/>
                    <a:pt x="56883" y="192"/>
                    <a:pt x="56759" y="192"/>
                  </a:cubicBezTo>
                  <a:cubicBezTo>
                    <a:pt x="56361" y="192"/>
                    <a:pt x="55958" y="172"/>
                    <a:pt x="55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7"/>
            <p:cNvSpPr/>
            <p:nvPr/>
          </p:nvSpPr>
          <p:spPr>
            <a:xfrm>
              <a:off x="5238625" y="4278325"/>
              <a:ext cx="6350" cy="3975"/>
            </a:xfrm>
            <a:custGeom>
              <a:rect b="b" l="l" r="r" t="t"/>
              <a:pathLst>
                <a:path extrusionOk="0" h="159" w="254">
                  <a:moveTo>
                    <a:pt x="74" y="1"/>
                  </a:moveTo>
                  <a:cubicBezTo>
                    <a:pt x="50" y="1"/>
                    <a:pt x="26" y="6"/>
                    <a:pt x="1" y="18"/>
                  </a:cubicBezTo>
                  <a:cubicBezTo>
                    <a:pt x="85" y="46"/>
                    <a:pt x="169" y="103"/>
                    <a:pt x="254" y="159"/>
                  </a:cubicBezTo>
                  <a:cubicBezTo>
                    <a:pt x="232" y="71"/>
                    <a:pt x="158" y="1"/>
                    <a:pt x="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7"/>
            <p:cNvSpPr/>
            <p:nvPr/>
          </p:nvSpPr>
          <p:spPr>
            <a:xfrm>
              <a:off x="5555875" y="3866075"/>
              <a:ext cx="1425" cy="2125"/>
            </a:xfrm>
            <a:custGeom>
              <a:rect b="b" l="l" r="r" t="t"/>
              <a:pathLst>
                <a:path extrusionOk="0" h="85" w="57">
                  <a:moveTo>
                    <a:pt x="1" y="0"/>
                  </a:moveTo>
                  <a:cubicBezTo>
                    <a:pt x="1" y="29"/>
                    <a:pt x="29" y="57"/>
                    <a:pt x="57" y="85"/>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7"/>
            <p:cNvSpPr/>
            <p:nvPr/>
          </p:nvSpPr>
          <p:spPr>
            <a:xfrm>
              <a:off x="4847700" y="4662250"/>
              <a:ext cx="8450" cy="1875"/>
            </a:xfrm>
            <a:custGeom>
              <a:rect b="b" l="l" r="r" t="t"/>
              <a:pathLst>
                <a:path extrusionOk="0" h="75" w="338">
                  <a:moveTo>
                    <a:pt x="178" y="0"/>
                  </a:moveTo>
                  <a:cubicBezTo>
                    <a:pt x="125" y="0"/>
                    <a:pt x="66" y="22"/>
                    <a:pt x="0" y="74"/>
                  </a:cubicBezTo>
                  <a:cubicBezTo>
                    <a:pt x="57" y="60"/>
                    <a:pt x="113" y="53"/>
                    <a:pt x="169" y="53"/>
                  </a:cubicBezTo>
                  <a:cubicBezTo>
                    <a:pt x="225" y="53"/>
                    <a:pt x="281" y="60"/>
                    <a:pt x="337" y="74"/>
                  </a:cubicBezTo>
                  <a:cubicBezTo>
                    <a:pt x="292" y="29"/>
                    <a:pt x="239" y="0"/>
                    <a:pt x="1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7"/>
            <p:cNvSpPr/>
            <p:nvPr/>
          </p:nvSpPr>
          <p:spPr>
            <a:xfrm>
              <a:off x="4675750" y="4970825"/>
              <a:ext cx="9850" cy="8425"/>
            </a:xfrm>
            <a:custGeom>
              <a:rect b="b" l="l" r="r" t="t"/>
              <a:pathLst>
                <a:path extrusionOk="0" h="337" w="394">
                  <a:moveTo>
                    <a:pt x="393" y="0"/>
                  </a:moveTo>
                  <a:cubicBezTo>
                    <a:pt x="315" y="78"/>
                    <a:pt x="246" y="95"/>
                    <a:pt x="176" y="95"/>
                  </a:cubicBezTo>
                  <a:cubicBezTo>
                    <a:pt x="119" y="95"/>
                    <a:pt x="62" y="84"/>
                    <a:pt x="0" y="84"/>
                  </a:cubicBezTo>
                  <a:cubicBezTo>
                    <a:pt x="74" y="159"/>
                    <a:pt x="214" y="233"/>
                    <a:pt x="188" y="307"/>
                  </a:cubicBezTo>
                  <a:lnTo>
                    <a:pt x="188" y="307"/>
                  </a:lnTo>
                  <a:lnTo>
                    <a:pt x="393" y="0"/>
                  </a:lnTo>
                  <a:close/>
                  <a:moveTo>
                    <a:pt x="188" y="307"/>
                  </a:moveTo>
                  <a:lnTo>
                    <a:pt x="169" y="337"/>
                  </a:lnTo>
                  <a:cubicBezTo>
                    <a:pt x="178" y="327"/>
                    <a:pt x="185" y="317"/>
                    <a:pt x="188" y="30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7"/>
            <p:cNvSpPr/>
            <p:nvPr/>
          </p:nvSpPr>
          <p:spPr>
            <a:xfrm>
              <a:off x="4559925" y="4973200"/>
              <a:ext cx="8350" cy="8875"/>
            </a:xfrm>
            <a:custGeom>
              <a:rect b="b" l="l" r="r" t="t"/>
              <a:pathLst>
                <a:path extrusionOk="0" h="355" w="334">
                  <a:moveTo>
                    <a:pt x="175" y="1"/>
                  </a:moveTo>
                  <a:cubicBezTo>
                    <a:pt x="149" y="1"/>
                    <a:pt x="120" y="6"/>
                    <a:pt x="85" y="17"/>
                  </a:cubicBezTo>
                  <a:cubicBezTo>
                    <a:pt x="85" y="102"/>
                    <a:pt x="1" y="102"/>
                    <a:pt x="1" y="186"/>
                  </a:cubicBezTo>
                  <a:lnTo>
                    <a:pt x="141" y="354"/>
                  </a:lnTo>
                  <a:cubicBezTo>
                    <a:pt x="311" y="209"/>
                    <a:pt x="334" y="1"/>
                    <a:pt x="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7"/>
            <p:cNvSpPr/>
            <p:nvPr/>
          </p:nvSpPr>
          <p:spPr>
            <a:xfrm>
              <a:off x="4632225" y="4948700"/>
              <a:ext cx="14050" cy="14375"/>
            </a:xfrm>
            <a:custGeom>
              <a:rect b="b" l="l" r="r" t="t"/>
              <a:pathLst>
                <a:path extrusionOk="0" h="575" w="562">
                  <a:moveTo>
                    <a:pt x="331" y="0"/>
                  </a:moveTo>
                  <a:cubicBezTo>
                    <a:pt x="214" y="0"/>
                    <a:pt x="131" y="149"/>
                    <a:pt x="33" y="302"/>
                  </a:cubicBezTo>
                  <a:lnTo>
                    <a:pt x="33" y="302"/>
                  </a:lnTo>
                  <a:cubicBezTo>
                    <a:pt x="31" y="300"/>
                    <a:pt x="30" y="298"/>
                    <a:pt x="29" y="296"/>
                  </a:cubicBezTo>
                  <a:cubicBezTo>
                    <a:pt x="0" y="324"/>
                    <a:pt x="0" y="324"/>
                    <a:pt x="0" y="352"/>
                  </a:cubicBezTo>
                  <a:cubicBezTo>
                    <a:pt x="11" y="335"/>
                    <a:pt x="22" y="319"/>
                    <a:pt x="33" y="302"/>
                  </a:cubicBezTo>
                  <a:lnTo>
                    <a:pt x="33" y="302"/>
                  </a:lnTo>
                  <a:cubicBezTo>
                    <a:pt x="147" y="499"/>
                    <a:pt x="235" y="574"/>
                    <a:pt x="305" y="574"/>
                  </a:cubicBezTo>
                  <a:cubicBezTo>
                    <a:pt x="422" y="574"/>
                    <a:pt x="492" y="365"/>
                    <a:pt x="562" y="155"/>
                  </a:cubicBezTo>
                  <a:cubicBezTo>
                    <a:pt x="469" y="44"/>
                    <a:pt x="395" y="0"/>
                    <a:pt x="3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7"/>
            <p:cNvSpPr/>
            <p:nvPr/>
          </p:nvSpPr>
          <p:spPr>
            <a:xfrm>
              <a:off x="4625900" y="4958175"/>
              <a:ext cx="4950" cy="6600"/>
            </a:xfrm>
            <a:custGeom>
              <a:rect b="b" l="l" r="r" t="t"/>
              <a:pathLst>
                <a:path extrusionOk="0" h="264" w="198">
                  <a:moveTo>
                    <a:pt x="197" y="1"/>
                  </a:moveTo>
                  <a:lnTo>
                    <a:pt x="197" y="1"/>
                  </a:lnTo>
                  <a:cubicBezTo>
                    <a:pt x="141" y="85"/>
                    <a:pt x="85" y="141"/>
                    <a:pt x="1" y="169"/>
                  </a:cubicBezTo>
                  <a:cubicBezTo>
                    <a:pt x="35" y="237"/>
                    <a:pt x="58" y="264"/>
                    <a:pt x="77" y="264"/>
                  </a:cubicBezTo>
                  <a:cubicBezTo>
                    <a:pt x="121" y="264"/>
                    <a:pt x="138" y="119"/>
                    <a:pt x="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7"/>
            <p:cNvSpPr/>
            <p:nvPr/>
          </p:nvSpPr>
          <p:spPr>
            <a:xfrm>
              <a:off x="4717550" y="4922775"/>
              <a:ext cx="12875" cy="16900"/>
            </a:xfrm>
            <a:custGeom>
              <a:rect b="b" l="l" r="r" t="t"/>
              <a:pathLst>
                <a:path extrusionOk="0" h="676" w="515">
                  <a:moveTo>
                    <a:pt x="355" y="0"/>
                  </a:moveTo>
                  <a:cubicBezTo>
                    <a:pt x="311" y="0"/>
                    <a:pt x="254" y="51"/>
                    <a:pt x="181" y="181"/>
                  </a:cubicBezTo>
                  <a:cubicBezTo>
                    <a:pt x="0" y="181"/>
                    <a:pt x="389" y="584"/>
                    <a:pt x="322" y="584"/>
                  </a:cubicBezTo>
                  <a:cubicBezTo>
                    <a:pt x="316" y="584"/>
                    <a:pt x="307" y="581"/>
                    <a:pt x="293" y="575"/>
                  </a:cubicBezTo>
                  <a:lnTo>
                    <a:pt x="293" y="575"/>
                  </a:lnTo>
                  <a:cubicBezTo>
                    <a:pt x="325" y="646"/>
                    <a:pt x="353" y="675"/>
                    <a:pt x="377" y="675"/>
                  </a:cubicBezTo>
                  <a:cubicBezTo>
                    <a:pt x="493" y="675"/>
                    <a:pt x="514"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7"/>
            <p:cNvSpPr/>
            <p:nvPr/>
          </p:nvSpPr>
          <p:spPr>
            <a:xfrm>
              <a:off x="4619600" y="4925900"/>
              <a:ext cx="10550" cy="11250"/>
            </a:xfrm>
            <a:custGeom>
              <a:rect b="b" l="l" r="r" t="t"/>
              <a:pathLst>
                <a:path extrusionOk="0" h="450" w="422">
                  <a:moveTo>
                    <a:pt x="281" y="0"/>
                  </a:moveTo>
                  <a:lnTo>
                    <a:pt x="0" y="85"/>
                  </a:lnTo>
                  <a:lnTo>
                    <a:pt x="421" y="450"/>
                  </a:lnTo>
                  <a:lnTo>
                    <a:pt x="2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7"/>
            <p:cNvSpPr/>
            <p:nvPr/>
          </p:nvSpPr>
          <p:spPr>
            <a:xfrm>
              <a:off x="4658900" y="4900625"/>
              <a:ext cx="14050" cy="9850"/>
            </a:xfrm>
            <a:custGeom>
              <a:rect b="b" l="l" r="r" t="t"/>
              <a:pathLst>
                <a:path extrusionOk="0" h="394" w="562">
                  <a:moveTo>
                    <a:pt x="449" y="1"/>
                  </a:moveTo>
                  <a:lnTo>
                    <a:pt x="0" y="169"/>
                  </a:lnTo>
                  <a:cubicBezTo>
                    <a:pt x="56" y="225"/>
                    <a:pt x="56" y="309"/>
                    <a:pt x="28" y="394"/>
                  </a:cubicBezTo>
                  <a:cubicBezTo>
                    <a:pt x="253" y="225"/>
                    <a:pt x="562" y="113"/>
                    <a:pt x="4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7"/>
            <p:cNvSpPr/>
            <p:nvPr/>
          </p:nvSpPr>
          <p:spPr>
            <a:xfrm>
              <a:off x="4653275" y="4910450"/>
              <a:ext cx="6350" cy="7050"/>
            </a:xfrm>
            <a:custGeom>
              <a:rect b="b" l="l" r="r" t="t"/>
              <a:pathLst>
                <a:path extrusionOk="0" h="282" w="254">
                  <a:moveTo>
                    <a:pt x="253" y="1"/>
                  </a:moveTo>
                  <a:lnTo>
                    <a:pt x="253" y="1"/>
                  </a:lnTo>
                  <a:cubicBezTo>
                    <a:pt x="113" y="57"/>
                    <a:pt x="29" y="169"/>
                    <a:pt x="1" y="281"/>
                  </a:cubicBezTo>
                  <a:cubicBezTo>
                    <a:pt x="113" y="197"/>
                    <a:pt x="169" y="113"/>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7"/>
            <p:cNvSpPr/>
            <p:nvPr/>
          </p:nvSpPr>
          <p:spPr>
            <a:xfrm>
              <a:off x="4629425" y="4911150"/>
              <a:ext cx="11250" cy="4250"/>
            </a:xfrm>
            <a:custGeom>
              <a:rect b="b" l="l" r="r" t="t"/>
              <a:pathLst>
                <a:path extrusionOk="0" h="170" w="450">
                  <a:moveTo>
                    <a:pt x="449" y="1"/>
                  </a:moveTo>
                  <a:lnTo>
                    <a:pt x="0" y="169"/>
                  </a:lnTo>
                  <a:lnTo>
                    <a:pt x="197" y="169"/>
                  </a:lnTo>
                  <a:lnTo>
                    <a:pt x="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7"/>
            <p:cNvSpPr/>
            <p:nvPr/>
          </p:nvSpPr>
          <p:spPr>
            <a:xfrm>
              <a:off x="4762075" y="4809025"/>
              <a:ext cx="11250" cy="14425"/>
            </a:xfrm>
            <a:custGeom>
              <a:rect b="b" l="l" r="r" t="t"/>
              <a:pathLst>
                <a:path extrusionOk="0" h="577" w="450">
                  <a:moveTo>
                    <a:pt x="277" y="1"/>
                  </a:moveTo>
                  <a:cubicBezTo>
                    <a:pt x="211" y="1"/>
                    <a:pt x="141" y="43"/>
                    <a:pt x="84" y="127"/>
                  </a:cubicBezTo>
                  <a:cubicBezTo>
                    <a:pt x="84" y="324"/>
                    <a:pt x="0" y="492"/>
                    <a:pt x="169" y="576"/>
                  </a:cubicBezTo>
                  <a:lnTo>
                    <a:pt x="449" y="127"/>
                  </a:lnTo>
                  <a:cubicBezTo>
                    <a:pt x="407" y="43"/>
                    <a:pt x="344" y="1"/>
                    <a:pt x="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7"/>
            <p:cNvSpPr/>
            <p:nvPr/>
          </p:nvSpPr>
          <p:spPr>
            <a:xfrm>
              <a:off x="4714350" y="4811500"/>
              <a:ext cx="10550" cy="12650"/>
            </a:xfrm>
            <a:custGeom>
              <a:rect b="b" l="l" r="r" t="t"/>
              <a:pathLst>
                <a:path extrusionOk="0" h="506" w="422">
                  <a:moveTo>
                    <a:pt x="0" y="0"/>
                  </a:moveTo>
                  <a:lnTo>
                    <a:pt x="0" y="365"/>
                  </a:lnTo>
                  <a:cubicBezTo>
                    <a:pt x="169" y="365"/>
                    <a:pt x="253" y="421"/>
                    <a:pt x="421" y="505"/>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7"/>
            <p:cNvSpPr/>
            <p:nvPr/>
          </p:nvSpPr>
          <p:spPr>
            <a:xfrm>
              <a:off x="4729700" y="4779725"/>
              <a:ext cx="11350" cy="15225"/>
            </a:xfrm>
            <a:custGeom>
              <a:rect b="b" l="l" r="r" t="t"/>
              <a:pathLst>
                <a:path extrusionOk="0" h="609" w="454">
                  <a:moveTo>
                    <a:pt x="326" y="0"/>
                  </a:moveTo>
                  <a:cubicBezTo>
                    <a:pt x="287" y="0"/>
                    <a:pt x="222" y="42"/>
                    <a:pt x="116" y="148"/>
                  </a:cubicBezTo>
                  <a:cubicBezTo>
                    <a:pt x="187" y="289"/>
                    <a:pt x="1" y="608"/>
                    <a:pt x="204" y="608"/>
                  </a:cubicBezTo>
                  <a:cubicBezTo>
                    <a:pt x="243" y="608"/>
                    <a:pt x="296" y="596"/>
                    <a:pt x="369" y="569"/>
                  </a:cubicBezTo>
                  <a:cubicBezTo>
                    <a:pt x="304" y="441"/>
                    <a:pt x="453" y="0"/>
                    <a:pt x="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7"/>
            <p:cNvSpPr/>
            <p:nvPr/>
          </p:nvSpPr>
          <p:spPr>
            <a:xfrm>
              <a:off x="4889800" y="4683050"/>
              <a:ext cx="18275" cy="21775"/>
            </a:xfrm>
            <a:custGeom>
              <a:rect b="b" l="l" r="r" t="t"/>
              <a:pathLst>
                <a:path extrusionOk="0" h="871" w="731">
                  <a:moveTo>
                    <a:pt x="85" y="0"/>
                  </a:moveTo>
                  <a:lnTo>
                    <a:pt x="1" y="113"/>
                  </a:lnTo>
                  <a:lnTo>
                    <a:pt x="731" y="871"/>
                  </a:lnTo>
                  <a:lnTo>
                    <a:pt x="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7"/>
            <p:cNvSpPr/>
            <p:nvPr/>
          </p:nvSpPr>
          <p:spPr>
            <a:xfrm>
              <a:off x="4950175" y="4522325"/>
              <a:ext cx="30200" cy="21075"/>
            </a:xfrm>
            <a:custGeom>
              <a:rect b="b" l="l" r="r" t="t"/>
              <a:pathLst>
                <a:path extrusionOk="0" h="843" w="1208">
                  <a:moveTo>
                    <a:pt x="590" y="0"/>
                  </a:moveTo>
                  <a:lnTo>
                    <a:pt x="590" y="0"/>
                  </a:lnTo>
                  <a:cubicBezTo>
                    <a:pt x="0" y="225"/>
                    <a:pt x="955" y="562"/>
                    <a:pt x="365" y="702"/>
                  </a:cubicBezTo>
                  <a:cubicBezTo>
                    <a:pt x="390" y="784"/>
                    <a:pt x="441" y="809"/>
                    <a:pt x="502" y="809"/>
                  </a:cubicBezTo>
                  <a:cubicBezTo>
                    <a:pt x="593" y="809"/>
                    <a:pt x="708" y="753"/>
                    <a:pt x="792" y="753"/>
                  </a:cubicBezTo>
                  <a:cubicBezTo>
                    <a:pt x="844" y="753"/>
                    <a:pt x="883" y="774"/>
                    <a:pt x="899" y="843"/>
                  </a:cubicBezTo>
                  <a:cubicBezTo>
                    <a:pt x="983" y="421"/>
                    <a:pt x="1207" y="393"/>
                    <a:pt x="5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7"/>
            <p:cNvSpPr/>
            <p:nvPr/>
          </p:nvSpPr>
          <p:spPr>
            <a:xfrm>
              <a:off x="4972625" y="4543375"/>
              <a:ext cx="725" cy="6350"/>
            </a:xfrm>
            <a:custGeom>
              <a:rect b="b" l="l" r="r" t="t"/>
              <a:pathLst>
                <a:path extrusionOk="0" h="254" w="29">
                  <a:moveTo>
                    <a:pt x="1" y="1"/>
                  </a:moveTo>
                  <a:cubicBezTo>
                    <a:pt x="1" y="85"/>
                    <a:pt x="1" y="169"/>
                    <a:pt x="1" y="253"/>
                  </a:cubicBezTo>
                  <a:cubicBezTo>
                    <a:pt x="29" y="169"/>
                    <a:pt x="29" y="8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7"/>
            <p:cNvSpPr/>
            <p:nvPr/>
          </p:nvSpPr>
          <p:spPr>
            <a:xfrm>
              <a:off x="6120175" y="3074375"/>
              <a:ext cx="11250" cy="6325"/>
            </a:xfrm>
            <a:custGeom>
              <a:rect b="b" l="l" r="r" t="t"/>
              <a:pathLst>
                <a:path extrusionOk="0" h="253" w="450">
                  <a:moveTo>
                    <a:pt x="450" y="0"/>
                  </a:moveTo>
                  <a:lnTo>
                    <a:pt x="1" y="84"/>
                  </a:lnTo>
                  <a:lnTo>
                    <a:pt x="85" y="253"/>
                  </a:lnTo>
                  <a:lnTo>
                    <a:pt x="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7"/>
            <p:cNvSpPr/>
            <p:nvPr/>
          </p:nvSpPr>
          <p:spPr>
            <a:xfrm>
              <a:off x="6111050" y="3049100"/>
              <a:ext cx="16875" cy="11950"/>
            </a:xfrm>
            <a:custGeom>
              <a:rect b="b" l="l" r="r" t="t"/>
              <a:pathLst>
                <a:path extrusionOk="0" h="478" w="675">
                  <a:moveTo>
                    <a:pt x="197" y="0"/>
                  </a:moveTo>
                  <a:cubicBezTo>
                    <a:pt x="197" y="113"/>
                    <a:pt x="169" y="281"/>
                    <a:pt x="1" y="281"/>
                  </a:cubicBezTo>
                  <a:lnTo>
                    <a:pt x="674" y="478"/>
                  </a:lnTo>
                  <a:lnTo>
                    <a:pt x="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7"/>
            <p:cNvSpPr/>
            <p:nvPr/>
          </p:nvSpPr>
          <p:spPr>
            <a:xfrm>
              <a:off x="5348825" y="4092075"/>
              <a:ext cx="11950" cy="3850"/>
            </a:xfrm>
            <a:custGeom>
              <a:rect b="b" l="l" r="r" t="t"/>
              <a:pathLst>
                <a:path extrusionOk="0" h="154" w="478">
                  <a:moveTo>
                    <a:pt x="1" y="1"/>
                  </a:moveTo>
                  <a:lnTo>
                    <a:pt x="85" y="113"/>
                  </a:lnTo>
                  <a:cubicBezTo>
                    <a:pt x="150" y="141"/>
                    <a:pt x="200" y="153"/>
                    <a:pt x="243" y="153"/>
                  </a:cubicBezTo>
                  <a:cubicBezTo>
                    <a:pt x="328" y="153"/>
                    <a:pt x="384" y="103"/>
                    <a:pt x="478" y="29"/>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7"/>
            <p:cNvSpPr/>
            <p:nvPr/>
          </p:nvSpPr>
          <p:spPr>
            <a:xfrm>
              <a:off x="5440075" y="4005750"/>
              <a:ext cx="14050" cy="8450"/>
            </a:xfrm>
            <a:custGeom>
              <a:rect b="b" l="l" r="r" t="t"/>
              <a:pathLst>
                <a:path extrusionOk="0" h="338" w="562">
                  <a:moveTo>
                    <a:pt x="57" y="0"/>
                  </a:moveTo>
                  <a:lnTo>
                    <a:pt x="0" y="56"/>
                  </a:lnTo>
                  <a:lnTo>
                    <a:pt x="562" y="337"/>
                  </a:lnTo>
                  <a:lnTo>
                    <a:pt x="562" y="337"/>
                  </a:lnTo>
                  <a:lnTo>
                    <a:pt x="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7"/>
            <p:cNvSpPr/>
            <p:nvPr/>
          </p:nvSpPr>
          <p:spPr>
            <a:xfrm>
              <a:off x="5485000" y="3912400"/>
              <a:ext cx="20525" cy="11950"/>
            </a:xfrm>
            <a:custGeom>
              <a:rect b="b" l="l" r="r" t="t"/>
              <a:pathLst>
                <a:path extrusionOk="0" h="478" w="821">
                  <a:moveTo>
                    <a:pt x="281" y="0"/>
                  </a:moveTo>
                  <a:lnTo>
                    <a:pt x="281" y="0"/>
                  </a:lnTo>
                  <a:cubicBezTo>
                    <a:pt x="173" y="87"/>
                    <a:pt x="148" y="239"/>
                    <a:pt x="79" y="369"/>
                  </a:cubicBezTo>
                  <a:lnTo>
                    <a:pt x="79" y="369"/>
                  </a:lnTo>
                  <a:cubicBezTo>
                    <a:pt x="310" y="179"/>
                    <a:pt x="821" y="368"/>
                    <a:pt x="281" y="0"/>
                  </a:cubicBezTo>
                  <a:close/>
                  <a:moveTo>
                    <a:pt x="79" y="369"/>
                  </a:moveTo>
                  <a:cubicBezTo>
                    <a:pt x="45" y="396"/>
                    <a:pt x="18" y="432"/>
                    <a:pt x="0" y="478"/>
                  </a:cubicBezTo>
                  <a:cubicBezTo>
                    <a:pt x="33" y="445"/>
                    <a:pt x="58" y="408"/>
                    <a:pt x="79" y="36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 name="Google Shape;1395;p37"/>
          <p:cNvGrpSpPr/>
          <p:nvPr/>
        </p:nvGrpSpPr>
        <p:grpSpPr>
          <a:xfrm rot="-2049267">
            <a:off x="3170947" y="3091651"/>
            <a:ext cx="3075005" cy="1773638"/>
            <a:chOff x="5485900" y="3077725"/>
            <a:chExt cx="1444675" cy="1335825"/>
          </a:xfrm>
        </p:grpSpPr>
        <p:sp>
          <p:nvSpPr>
            <p:cNvPr id="1396" name="Google Shape;1396;p37"/>
            <p:cNvSpPr/>
            <p:nvPr/>
          </p:nvSpPr>
          <p:spPr>
            <a:xfrm>
              <a:off x="6765175" y="4348750"/>
              <a:ext cx="57125" cy="18850"/>
            </a:xfrm>
            <a:custGeom>
              <a:rect b="b" l="l" r="r" t="t"/>
              <a:pathLst>
                <a:path extrusionOk="0" h="754" w="2285">
                  <a:moveTo>
                    <a:pt x="2284" y="1"/>
                  </a:moveTo>
                  <a:lnTo>
                    <a:pt x="1506" y="255"/>
                  </a:lnTo>
                  <a:lnTo>
                    <a:pt x="1506" y="255"/>
                  </a:lnTo>
                  <a:lnTo>
                    <a:pt x="1540" y="229"/>
                  </a:lnTo>
                  <a:lnTo>
                    <a:pt x="1540" y="229"/>
                  </a:lnTo>
                  <a:cubicBezTo>
                    <a:pt x="1362" y="297"/>
                    <a:pt x="1016" y="415"/>
                    <a:pt x="889" y="441"/>
                  </a:cubicBezTo>
                  <a:cubicBezTo>
                    <a:pt x="906" y="432"/>
                    <a:pt x="889" y="432"/>
                    <a:pt x="1032" y="381"/>
                  </a:cubicBezTo>
                  <a:lnTo>
                    <a:pt x="1032" y="381"/>
                  </a:lnTo>
                  <a:cubicBezTo>
                    <a:pt x="107" y="654"/>
                    <a:pt x="763" y="523"/>
                    <a:pt x="54" y="738"/>
                  </a:cubicBezTo>
                  <a:lnTo>
                    <a:pt x="54" y="738"/>
                  </a:lnTo>
                  <a:cubicBezTo>
                    <a:pt x="97" y="726"/>
                    <a:pt x="148" y="714"/>
                    <a:pt x="212" y="703"/>
                  </a:cubicBezTo>
                  <a:cubicBezTo>
                    <a:pt x="355" y="657"/>
                    <a:pt x="494" y="627"/>
                    <a:pt x="519" y="627"/>
                  </a:cubicBezTo>
                  <a:cubicBezTo>
                    <a:pt x="526" y="627"/>
                    <a:pt x="523" y="629"/>
                    <a:pt x="508" y="635"/>
                  </a:cubicBezTo>
                  <a:cubicBezTo>
                    <a:pt x="897" y="508"/>
                    <a:pt x="914" y="525"/>
                    <a:pt x="948" y="475"/>
                  </a:cubicBezTo>
                  <a:cubicBezTo>
                    <a:pt x="1100" y="411"/>
                    <a:pt x="1266" y="365"/>
                    <a:pt x="1302" y="365"/>
                  </a:cubicBezTo>
                  <a:cubicBezTo>
                    <a:pt x="1325" y="365"/>
                    <a:pt x="1299" y="382"/>
                    <a:pt x="1193" y="424"/>
                  </a:cubicBezTo>
                  <a:lnTo>
                    <a:pt x="1904" y="162"/>
                  </a:lnTo>
                  <a:lnTo>
                    <a:pt x="1464" y="297"/>
                  </a:lnTo>
                  <a:cubicBezTo>
                    <a:pt x="1574" y="221"/>
                    <a:pt x="2158" y="85"/>
                    <a:pt x="2284" y="1"/>
                  </a:cubicBezTo>
                  <a:close/>
                  <a:moveTo>
                    <a:pt x="54" y="738"/>
                  </a:moveTo>
                  <a:cubicBezTo>
                    <a:pt x="34" y="743"/>
                    <a:pt x="17" y="748"/>
                    <a:pt x="0" y="754"/>
                  </a:cubicBezTo>
                  <a:cubicBezTo>
                    <a:pt x="19" y="748"/>
                    <a:pt x="37" y="743"/>
                    <a:pt x="54" y="73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7"/>
            <p:cNvSpPr/>
            <p:nvPr/>
          </p:nvSpPr>
          <p:spPr>
            <a:xfrm>
              <a:off x="6713150" y="4364400"/>
              <a:ext cx="54575" cy="16325"/>
            </a:xfrm>
            <a:custGeom>
              <a:rect b="b" l="l" r="r" t="t"/>
              <a:pathLst>
                <a:path extrusionOk="0" h="653" w="2183">
                  <a:moveTo>
                    <a:pt x="2183" y="1"/>
                  </a:moveTo>
                  <a:lnTo>
                    <a:pt x="2183" y="1"/>
                  </a:lnTo>
                  <a:cubicBezTo>
                    <a:pt x="1997" y="35"/>
                    <a:pt x="1819" y="77"/>
                    <a:pt x="1642" y="128"/>
                  </a:cubicBezTo>
                  <a:cubicBezTo>
                    <a:pt x="1413" y="187"/>
                    <a:pt x="1193" y="238"/>
                    <a:pt x="1058" y="263"/>
                  </a:cubicBezTo>
                  <a:cubicBezTo>
                    <a:pt x="1110" y="256"/>
                    <a:pt x="1141" y="254"/>
                    <a:pt x="1157" y="254"/>
                  </a:cubicBezTo>
                  <a:cubicBezTo>
                    <a:pt x="1208" y="254"/>
                    <a:pt x="1117" y="279"/>
                    <a:pt x="1136" y="279"/>
                  </a:cubicBezTo>
                  <a:cubicBezTo>
                    <a:pt x="1150" y="279"/>
                    <a:pt x="1222" y="266"/>
                    <a:pt x="1447" y="221"/>
                  </a:cubicBezTo>
                  <a:lnTo>
                    <a:pt x="1447" y="221"/>
                  </a:lnTo>
                  <a:lnTo>
                    <a:pt x="1117" y="339"/>
                  </a:lnTo>
                  <a:lnTo>
                    <a:pt x="550" y="466"/>
                  </a:lnTo>
                  <a:cubicBezTo>
                    <a:pt x="550" y="480"/>
                    <a:pt x="275" y="555"/>
                    <a:pt x="324" y="555"/>
                  </a:cubicBezTo>
                  <a:cubicBezTo>
                    <a:pt x="335" y="555"/>
                    <a:pt x="363" y="552"/>
                    <a:pt x="415" y="542"/>
                  </a:cubicBezTo>
                  <a:cubicBezTo>
                    <a:pt x="466" y="525"/>
                    <a:pt x="576" y="491"/>
                    <a:pt x="660" y="475"/>
                  </a:cubicBezTo>
                  <a:lnTo>
                    <a:pt x="660" y="475"/>
                  </a:lnTo>
                  <a:cubicBezTo>
                    <a:pt x="542" y="525"/>
                    <a:pt x="415" y="559"/>
                    <a:pt x="288" y="584"/>
                  </a:cubicBezTo>
                  <a:cubicBezTo>
                    <a:pt x="127" y="627"/>
                    <a:pt x="0" y="652"/>
                    <a:pt x="85" y="652"/>
                  </a:cubicBezTo>
                  <a:lnTo>
                    <a:pt x="364" y="593"/>
                  </a:lnTo>
                  <a:lnTo>
                    <a:pt x="550" y="542"/>
                  </a:lnTo>
                  <a:cubicBezTo>
                    <a:pt x="652" y="517"/>
                    <a:pt x="736" y="491"/>
                    <a:pt x="872" y="441"/>
                  </a:cubicBezTo>
                  <a:cubicBezTo>
                    <a:pt x="1286" y="339"/>
                    <a:pt x="1591" y="280"/>
                    <a:pt x="1785" y="238"/>
                  </a:cubicBezTo>
                  <a:cubicBezTo>
                    <a:pt x="1904" y="204"/>
                    <a:pt x="1912" y="178"/>
                    <a:pt x="2064" y="136"/>
                  </a:cubicBezTo>
                  <a:lnTo>
                    <a:pt x="2064" y="136"/>
                  </a:lnTo>
                  <a:lnTo>
                    <a:pt x="1963" y="162"/>
                  </a:lnTo>
                  <a:lnTo>
                    <a:pt x="1929" y="128"/>
                  </a:lnTo>
                  <a:cubicBezTo>
                    <a:pt x="1802" y="170"/>
                    <a:pt x="1675" y="204"/>
                    <a:pt x="1540" y="238"/>
                  </a:cubicBezTo>
                  <a:cubicBezTo>
                    <a:pt x="1760" y="170"/>
                    <a:pt x="1971" y="85"/>
                    <a:pt x="218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7"/>
            <p:cNvSpPr/>
            <p:nvPr/>
          </p:nvSpPr>
          <p:spPr>
            <a:xfrm>
              <a:off x="6764950" y="4367575"/>
              <a:ext cx="450" cy="25"/>
            </a:xfrm>
            <a:custGeom>
              <a:rect b="b" l="l" r="r" t="t"/>
              <a:pathLst>
                <a:path extrusionOk="0" h="1" w="18">
                  <a:moveTo>
                    <a:pt x="1" y="1"/>
                  </a:moveTo>
                  <a:lnTo>
                    <a:pt x="1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7"/>
            <p:cNvSpPr/>
            <p:nvPr/>
          </p:nvSpPr>
          <p:spPr>
            <a:xfrm>
              <a:off x="5634150" y="3930875"/>
              <a:ext cx="29850" cy="46125"/>
            </a:xfrm>
            <a:custGeom>
              <a:rect b="b" l="l" r="r" t="t"/>
              <a:pathLst>
                <a:path extrusionOk="0" h="1845" w="1194">
                  <a:moveTo>
                    <a:pt x="1" y="0"/>
                  </a:moveTo>
                  <a:cubicBezTo>
                    <a:pt x="179" y="310"/>
                    <a:pt x="180" y="258"/>
                    <a:pt x="367" y="553"/>
                  </a:cubicBezTo>
                  <a:lnTo>
                    <a:pt x="367" y="553"/>
                  </a:lnTo>
                  <a:cubicBezTo>
                    <a:pt x="346" y="525"/>
                    <a:pt x="322" y="500"/>
                    <a:pt x="297" y="474"/>
                  </a:cubicBezTo>
                  <a:lnTo>
                    <a:pt x="297" y="474"/>
                  </a:lnTo>
                  <a:cubicBezTo>
                    <a:pt x="584" y="939"/>
                    <a:pt x="897" y="1396"/>
                    <a:pt x="1193" y="1844"/>
                  </a:cubicBezTo>
                  <a:cubicBezTo>
                    <a:pt x="1180" y="1806"/>
                    <a:pt x="1030" y="1566"/>
                    <a:pt x="1041" y="1566"/>
                  </a:cubicBezTo>
                  <a:lnTo>
                    <a:pt x="1041" y="1566"/>
                  </a:lnTo>
                  <a:cubicBezTo>
                    <a:pt x="1045" y="1566"/>
                    <a:pt x="1064" y="1589"/>
                    <a:pt x="1109" y="1650"/>
                  </a:cubicBezTo>
                  <a:cubicBezTo>
                    <a:pt x="999" y="1472"/>
                    <a:pt x="880" y="1294"/>
                    <a:pt x="745" y="1134"/>
                  </a:cubicBezTo>
                  <a:lnTo>
                    <a:pt x="745" y="1134"/>
                  </a:lnTo>
                  <a:lnTo>
                    <a:pt x="830" y="1218"/>
                  </a:lnTo>
                  <a:cubicBezTo>
                    <a:pt x="653" y="998"/>
                    <a:pt x="557" y="805"/>
                    <a:pt x="578" y="805"/>
                  </a:cubicBezTo>
                  <a:cubicBezTo>
                    <a:pt x="585" y="805"/>
                    <a:pt x="607" y="828"/>
                    <a:pt x="643" y="880"/>
                  </a:cubicBezTo>
                  <a:lnTo>
                    <a:pt x="627" y="846"/>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7"/>
            <p:cNvSpPr/>
            <p:nvPr/>
          </p:nvSpPr>
          <p:spPr>
            <a:xfrm>
              <a:off x="5625700" y="3919225"/>
              <a:ext cx="4675" cy="7000"/>
            </a:xfrm>
            <a:custGeom>
              <a:rect b="b" l="l" r="r" t="t"/>
              <a:pathLst>
                <a:path extrusionOk="0" h="280" w="187">
                  <a:moveTo>
                    <a:pt x="0" y="1"/>
                  </a:moveTo>
                  <a:lnTo>
                    <a:pt x="0" y="1"/>
                  </a:lnTo>
                  <a:cubicBezTo>
                    <a:pt x="4" y="8"/>
                    <a:pt x="9" y="14"/>
                    <a:pt x="13" y="21"/>
                  </a:cubicBezTo>
                  <a:lnTo>
                    <a:pt x="13" y="21"/>
                  </a:lnTo>
                  <a:cubicBezTo>
                    <a:pt x="9" y="14"/>
                    <a:pt x="5" y="8"/>
                    <a:pt x="0" y="1"/>
                  </a:cubicBezTo>
                  <a:close/>
                  <a:moveTo>
                    <a:pt x="13" y="21"/>
                  </a:moveTo>
                  <a:cubicBezTo>
                    <a:pt x="83" y="130"/>
                    <a:pt x="138" y="216"/>
                    <a:pt x="186" y="280"/>
                  </a:cubicBezTo>
                  <a:cubicBezTo>
                    <a:pt x="131" y="194"/>
                    <a:pt x="69" y="107"/>
                    <a:pt x="13" y="2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7"/>
            <p:cNvSpPr/>
            <p:nvPr/>
          </p:nvSpPr>
          <p:spPr>
            <a:xfrm>
              <a:off x="5667575" y="3965325"/>
              <a:ext cx="2350" cy="3000"/>
            </a:xfrm>
            <a:custGeom>
              <a:rect b="b" l="l" r="r" t="t"/>
              <a:pathLst>
                <a:path extrusionOk="0" h="120" w="94">
                  <a:moveTo>
                    <a:pt x="0" y="1"/>
                  </a:moveTo>
                  <a:lnTo>
                    <a:pt x="93" y="119"/>
                  </a:lnTo>
                  <a:lnTo>
                    <a:pt x="93" y="111"/>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7"/>
            <p:cNvSpPr/>
            <p:nvPr/>
          </p:nvSpPr>
          <p:spPr>
            <a:xfrm>
              <a:off x="5546600" y="3755975"/>
              <a:ext cx="1075" cy="2550"/>
            </a:xfrm>
            <a:custGeom>
              <a:rect b="b" l="l" r="r" t="t"/>
              <a:pathLst>
                <a:path extrusionOk="0" h="102" w="43">
                  <a:moveTo>
                    <a:pt x="0" y="0"/>
                  </a:moveTo>
                  <a:lnTo>
                    <a:pt x="0" y="0"/>
                  </a:lnTo>
                  <a:cubicBezTo>
                    <a:pt x="5" y="11"/>
                    <a:pt x="9" y="21"/>
                    <a:pt x="13" y="30"/>
                  </a:cubicBezTo>
                  <a:lnTo>
                    <a:pt x="13" y="30"/>
                  </a:lnTo>
                  <a:lnTo>
                    <a:pt x="0" y="0"/>
                  </a:lnTo>
                  <a:close/>
                  <a:moveTo>
                    <a:pt x="13" y="30"/>
                  </a:moveTo>
                  <a:lnTo>
                    <a:pt x="43" y="102"/>
                  </a:lnTo>
                  <a:cubicBezTo>
                    <a:pt x="36" y="83"/>
                    <a:pt x="25" y="59"/>
                    <a:pt x="13" y="3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7"/>
            <p:cNvSpPr/>
            <p:nvPr/>
          </p:nvSpPr>
          <p:spPr>
            <a:xfrm>
              <a:off x="5710925" y="4022225"/>
              <a:ext cx="28775" cy="31325"/>
            </a:xfrm>
            <a:custGeom>
              <a:rect b="b" l="l" r="r" t="t"/>
              <a:pathLst>
                <a:path extrusionOk="0" h="1253" w="1151">
                  <a:moveTo>
                    <a:pt x="0" y="1"/>
                  </a:moveTo>
                  <a:lnTo>
                    <a:pt x="0" y="1"/>
                  </a:lnTo>
                  <a:cubicBezTo>
                    <a:pt x="144" y="212"/>
                    <a:pt x="305" y="415"/>
                    <a:pt x="491" y="593"/>
                  </a:cubicBezTo>
                  <a:lnTo>
                    <a:pt x="618" y="736"/>
                  </a:lnTo>
                  <a:lnTo>
                    <a:pt x="1041" y="1159"/>
                  </a:lnTo>
                  <a:lnTo>
                    <a:pt x="1151" y="1253"/>
                  </a:lnTo>
                  <a:lnTo>
                    <a:pt x="660" y="720"/>
                  </a:lnTo>
                  <a:lnTo>
                    <a:pt x="660" y="720"/>
                  </a:lnTo>
                  <a:cubicBezTo>
                    <a:pt x="669" y="727"/>
                    <a:pt x="674" y="731"/>
                    <a:pt x="675" y="731"/>
                  </a:cubicBezTo>
                  <a:cubicBezTo>
                    <a:pt x="686" y="731"/>
                    <a:pt x="579" y="600"/>
                    <a:pt x="588" y="600"/>
                  </a:cubicBezTo>
                  <a:lnTo>
                    <a:pt x="588" y="600"/>
                  </a:lnTo>
                  <a:cubicBezTo>
                    <a:pt x="590" y="600"/>
                    <a:pt x="599" y="608"/>
                    <a:pt x="618" y="627"/>
                  </a:cubicBezTo>
                  <a:cubicBezTo>
                    <a:pt x="588" y="590"/>
                    <a:pt x="457" y="438"/>
                    <a:pt x="445" y="438"/>
                  </a:cubicBezTo>
                  <a:lnTo>
                    <a:pt x="445" y="438"/>
                  </a:lnTo>
                  <a:cubicBezTo>
                    <a:pt x="443" y="438"/>
                    <a:pt x="444" y="441"/>
                    <a:pt x="449" y="449"/>
                  </a:cubicBezTo>
                  <a:lnTo>
                    <a:pt x="550" y="559"/>
                  </a:lnTo>
                  <a:cubicBezTo>
                    <a:pt x="271" y="288"/>
                    <a:pt x="415" y="474"/>
                    <a:pt x="0" y="1"/>
                  </a:cubicBezTo>
                  <a:close/>
                  <a:moveTo>
                    <a:pt x="1151" y="1253"/>
                  </a:moveTo>
                  <a:lnTo>
                    <a:pt x="1151" y="1253"/>
                  </a:lnTo>
                  <a:lnTo>
                    <a:pt x="1151" y="1253"/>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7"/>
            <p:cNvSpPr/>
            <p:nvPr/>
          </p:nvSpPr>
          <p:spPr>
            <a:xfrm>
              <a:off x="5630350" y="3926200"/>
              <a:ext cx="3825" cy="4900"/>
            </a:xfrm>
            <a:custGeom>
              <a:rect b="b" l="l" r="r" t="t"/>
              <a:pathLst>
                <a:path extrusionOk="0" h="196" w="153">
                  <a:moveTo>
                    <a:pt x="0" y="1"/>
                  </a:moveTo>
                  <a:lnTo>
                    <a:pt x="153" y="196"/>
                  </a:lnTo>
                  <a:lnTo>
                    <a:pt x="153" y="196"/>
                  </a:lnTo>
                  <a:lnTo>
                    <a:pt x="85" y="86"/>
                  </a:lnTo>
                  <a:cubicBezTo>
                    <a:pt x="51" y="60"/>
                    <a:pt x="26" y="26"/>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7"/>
            <p:cNvSpPr/>
            <p:nvPr/>
          </p:nvSpPr>
          <p:spPr>
            <a:xfrm>
              <a:off x="5641550" y="3939100"/>
              <a:ext cx="11650" cy="17600"/>
            </a:xfrm>
            <a:custGeom>
              <a:rect b="b" l="l" r="r" t="t"/>
              <a:pathLst>
                <a:path extrusionOk="0" h="704" w="466">
                  <a:moveTo>
                    <a:pt x="1" y="1"/>
                  </a:moveTo>
                  <a:lnTo>
                    <a:pt x="331" y="525"/>
                  </a:lnTo>
                  <a:cubicBezTo>
                    <a:pt x="370" y="581"/>
                    <a:pt x="416" y="636"/>
                    <a:pt x="457" y="691"/>
                  </a:cubicBezTo>
                  <a:lnTo>
                    <a:pt x="457" y="691"/>
                  </a:lnTo>
                  <a:cubicBezTo>
                    <a:pt x="324" y="506"/>
                    <a:pt x="183" y="274"/>
                    <a:pt x="1" y="1"/>
                  </a:cubicBezTo>
                  <a:close/>
                  <a:moveTo>
                    <a:pt x="457" y="691"/>
                  </a:moveTo>
                  <a:cubicBezTo>
                    <a:pt x="460" y="695"/>
                    <a:pt x="463" y="699"/>
                    <a:pt x="466" y="703"/>
                  </a:cubicBezTo>
                  <a:cubicBezTo>
                    <a:pt x="463" y="699"/>
                    <a:pt x="460" y="695"/>
                    <a:pt x="457" y="69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7"/>
            <p:cNvSpPr/>
            <p:nvPr/>
          </p:nvSpPr>
          <p:spPr>
            <a:xfrm>
              <a:off x="5523275" y="3695000"/>
              <a:ext cx="102450" cy="224250"/>
            </a:xfrm>
            <a:custGeom>
              <a:rect b="b" l="l" r="r" t="t"/>
              <a:pathLst>
                <a:path extrusionOk="0" h="8970" w="4098">
                  <a:moveTo>
                    <a:pt x="216" y="765"/>
                  </a:moveTo>
                  <a:lnTo>
                    <a:pt x="216" y="765"/>
                  </a:lnTo>
                  <a:cubicBezTo>
                    <a:pt x="215" y="781"/>
                    <a:pt x="225" y="825"/>
                    <a:pt x="231" y="849"/>
                  </a:cubicBezTo>
                  <a:cubicBezTo>
                    <a:pt x="229" y="827"/>
                    <a:pt x="224" y="799"/>
                    <a:pt x="216" y="765"/>
                  </a:cubicBezTo>
                  <a:close/>
                  <a:moveTo>
                    <a:pt x="16" y="0"/>
                  </a:moveTo>
                  <a:cubicBezTo>
                    <a:pt x="0" y="0"/>
                    <a:pt x="41" y="160"/>
                    <a:pt x="96" y="341"/>
                  </a:cubicBezTo>
                  <a:cubicBezTo>
                    <a:pt x="135" y="491"/>
                    <a:pt x="189" y="655"/>
                    <a:pt x="216" y="765"/>
                  </a:cubicBezTo>
                  <a:lnTo>
                    <a:pt x="216" y="765"/>
                  </a:lnTo>
                  <a:cubicBezTo>
                    <a:pt x="216" y="761"/>
                    <a:pt x="216" y="759"/>
                    <a:pt x="218" y="759"/>
                  </a:cubicBezTo>
                  <a:lnTo>
                    <a:pt x="218" y="759"/>
                  </a:lnTo>
                  <a:cubicBezTo>
                    <a:pt x="219" y="759"/>
                    <a:pt x="220" y="761"/>
                    <a:pt x="223" y="764"/>
                  </a:cubicBezTo>
                  <a:lnTo>
                    <a:pt x="341" y="1145"/>
                  </a:lnTo>
                  <a:cubicBezTo>
                    <a:pt x="309" y="1039"/>
                    <a:pt x="300" y="999"/>
                    <a:pt x="305" y="999"/>
                  </a:cubicBezTo>
                  <a:lnTo>
                    <a:pt x="305" y="999"/>
                  </a:lnTo>
                  <a:cubicBezTo>
                    <a:pt x="317" y="999"/>
                    <a:pt x="412" y="1244"/>
                    <a:pt x="460" y="1382"/>
                  </a:cubicBezTo>
                  <a:lnTo>
                    <a:pt x="544" y="1644"/>
                  </a:lnTo>
                  <a:cubicBezTo>
                    <a:pt x="567" y="1719"/>
                    <a:pt x="589" y="1774"/>
                    <a:pt x="582" y="1774"/>
                  </a:cubicBezTo>
                  <a:cubicBezTo>
                    <a:pt x="581" y="1774"/>
                    <a:pt x="580" y="1773"/>
                    <a:pt x="578" y="1771"/>
                  </a:cubicBezTo>
                  <a:cubicBezTo>
                    <a:pt x="553" y="1695"/>
                    <a:pt x="519" y="1627"/>
                    <a:pt x="493" y="1559"/>
                  </a:cubicBezTo>
                  <a:lnTo>
                    <a:pt x="493" y="1559"/>
                  </a:lnTo>
                  <a:cubicBezTo>
                    <a:pt x="578" y="1839"/>
                    <a:pt x="739" y="2152"/>
                    <a:pt x="823" y="2448"/>
                  </a:cubicBezTo>
                  <a:cubicBezTo>
                    <a:pt x="823" y="2449"/>
                    <a:pt x="823" y="2449"/>
                    <a:pt x="823" y="2449"/>
                  </a:cubicBezTo>
                  <a:cubicBezTo>
                    <a:pt x="818" y="2449"/>
                    <a:pt x="780" y="2354"/>
                    <a:pt x="773" y="2346"/>
                  </a:cubicBezTo>
                  <a:lnTo>
                    <a:pt x="773" y="2346"/>
                  </a:lnTo>
                  <a:cubicBezTo>
                    <a:pt x="908" y="2659"/>
                    <a:pt x="1018" y="2981"/>
                    <a:pt x="1229" y="3437"/>
                  </a:cubicBezTo>
                  <a:lnTo>
                    <a:pt x="1086" y="3175"/>
                  </a:lnTo>
                  <a:lnTo>
                    <a:pt x="1086" y="3175"/>
                  </a:lnTo>
                  <a:cubicBezTo>
                    <a:pt x="1179" y="3361"/>
                    <a:pt x="1314" y="3666"/>
                    <a:pt x="1449" y="4004"/>
                  </a:cubicBezTo>
                  <a:cubicBezTo>
                    <a:pt x="1483" y="4089"/>
                    <a:pt x="1517" y="4173"/>
                    <a:pt x="1551" y="4258"/>
                  </a:cubicBezTo>
                  <a:lnTo>
                    <a:pt x="1661" y="4512"/>
                  </a:lnTo>
                  <a:cubicBezTo>
                    <a:pt x="1729" y="4681"/>
                    <a:pt x="1796" y="4850"/>
                    <a:pt x="1855" y="4994"/>
                  </a:cubicBezTo>
                  <a:cubicBezTo>
                    <a:pt x="1835" y="4940"/>
                    <a:pt x="1805" y="4855"/>
                    <a:pt x="1809" y="4855"/>
                  </a:cubicBezTo>
                  <a:lnTo>
                    <a:pt x="1809" y="4855"/>
                  </a:lnTo>
                  <a:cubicBezTo>
                    <a:pt x="1811" y="4855"/>
                    <a:pt x="1814" y="4861"/>
                    <a:pt x="1822" y="4875"/>
                  </a:cubicBezTo>
                  <a:cubicBezTo>
                    <a:pt x="1952" y="5150"/>
                    <a:pt x="2038" y="5380"/>
                    <a:pt x="2016" y="5380"/>
                  </a:cubicBezTo>
                  <a:cubicBezTo>
                    <a:pt x="2011" y="5380"/>
                    <a:pt x="2000" y="5368"/>
                    <a:pt x="1982" y="5341"/>
                  </a:cubicBezTo>
                  <a:lnTo>
                    <a:pt x="1982" y="5341"/>
                  </a:lnTo>
                  <a:cubicBezTo>
                    <a:pt x="2067" y="5501"/>
                    <a:pt x="2219" y="5814"/>
                    <a:pt x="2371" y="6153"/>
                  </a:cubicBezTo>
                  <a:cubicBezTo>
                    <a:pt x="2507" y="6457"/>
                    <a:pt x="2659" y="6753"/>
                    <a:pt x="2828" y="7050"/>
                  </a:cubicBezTo>
                  <a:lnTo>
                    <a:pt x="3446" y="8022"/>
                  </a:lnTo>
                  <a:lnTo>
                    <a:pt x="4061" y="8917"/>
                  </a:lnTo>
                  <a:lnTo>
                    <a:pt x="4061" y="8917"/>
                  </a:lnTo>
                  <a:cubicBezTo>
                    <a:pt x="4025" y="8861"/>
                    <a:pt x="3992" y="8799"/>
                    <a:pt x="3953" y="8741"/>
                  </a:cubicBezTo>
                  <a:cubicBezTo>
                    <a:pt x="3912" y="8632"/>
                    <a:pt x="3876" y="8554"/>
                    <a:pt x="3885" y="8554"/>
                  </a:cubicBezTo>
                  <a:lnTo>
                    <a:pt x="3885" y="8554"/>
                  </a:lnTo>
                  <a:cubicBezTo>
                    <a:pt x="3892" y="8554"/>
                    <a:pt x="3932" y="8610"/>
                    <a:pt x="4029" y="8750"/>
                  </a:cubicBezTo>
                  <a:cubicBezTo>
                    <a:pt x="3835" y="8445"/>
                    <a:pt x="3877" y="8581"/>
                    <a:pt x="3615" y="8115"/>
                  </a:cubicBezTo>
                  <a:lnTo>
                    <a:pt x="3615" y="8115"/>
                  </a:lnTo>
                  <a:cubicBezTo>
                    <a:pt x="3663" y="8184"/>
                    <a:pt x="3700" y="8231"/>
                    <a:pt x="3711" y="8231"/>
                  </a:cubicBezTo>
                  <a:cubicBezTo>
                    <a:pt x="3727" y="8231"/>
                    <a:pt x="3688" y="8132"/>
                    <a:pt x="3547" y="7862"/>
                  </a:cubicBezTo>
                  <a:cubicBezTo>
                    <a:pt x="3387" y="7582"/>
                    <a:pt x="3234" y="7329"/>
                    <a:pt x="3099" y="7083"/>
                  </a:cubicBezTo>
                  <a:cubicBezTo>
                    <a:pt x="3023" y="6965"/>
                    <a:pt x="2955" y="6847"/>
                    <a:pt x="2887" y="6728"/>
                  </a:cubicBezTo>
                  <a:lnTo>
                    <a:pt x="2693" y="6381"/>
                  </a:lnTo>
                  <a:lnTo>
                    <a:pt x="2304" y="5688"/>
                  </a:lnTo>
                  <a:cubicBezTo>
                    <a:pt x="2168" y="5451"/>
                    <a:pt x="2050" y="5197"/>
                    <a:pt x="1906" y="4926"/>
                  </a:cubicBezTo>
                  <a:cubicBezTo>
                    <a:pt x="1847" y="4749"/>
                    <a:pt x="1779" y="4571"/>
                    <a:pt x="1695" y="4402"/>
                  </a:cubicBezTo>
                  <a:cubicBezTo>
                    <a:pt x="1576" y="4123"/>
                    <a:pt x="1449" y="3793"/>
                    <a:pt x="1365" y="3581"/>
                  </a:cubicBezTo>
                  <a:lnTo>
                    <a:pt x="1365" y="3581"/>
                  </a:lnTo>
                  <a:cubicBezTo>
                    <a:pt x="1458" y="3733"/>
                    <a:pt x="1585" y="4046"/>
                    <a:pt x="1737" y="4376"/>
                  </a:cubicBezTo>
                  <a:cubicBezTo>
                    <a:pt x="1644" y="4173"/>
                    <a:pt x="1509" y="3810"/>
                    <a:pt x="1399" y="3547"/>
                  </a:cubicBezTo>
                  <a:lnTo>
                    <a:pt x="1306" y="3463"/>
                  </a:lnTo>
                  <a:cubicBezTo>
                    <a:pt x="1158" y="3100"/>
                    <a:pt x="1116" y="2986"/>
                    <a:pt x="1122" y="2986"/>
                  </a:cubicBezTo>
                  <a:lnTo>
                    <a:pt x="1122" y="2986"/>
                  </a:lnTo>
                  <a:cubicBezTo>
                    <a:pt x="1133" y="2986"/>
                    <a:pt x="1286" y="3316"/>
                    <a:pt x="1298" y="3316"/>
                  </a:cubicBezTo>
                  <a:cubicBezTo>
                    <a:pt x="1302" y="3316"/>
                    <a:pt x="1291" y="3280"/>
                    <a:pt x="1255" y="3184"/>
                  </a:cubicBezTo>
                  <a:cubicBezTo>
                    <a:pt x="1119" y="2862"/>
                    <a:pt x="1060" y="2744"/>
                    <a:pt x="976" y="2541"/>
                  </a:cubicBezTo>
                  <a:lnTo>
                    <a:pt x="976" y="2541"/>
                  </a:lnTo>
                  <a:cubicBezTo>
                    <a:pt x="1113" y="2908"/>
                    <a:pt x="1129" y="2975"/>
                    <a:pt x="1117" y="2975"/>
                  </a:cubicBezTo>
                  <a:cubicBezTo>
                    <a:pt x="1114" y="2975"/>
                    <a:pt x="1108" y="2969"/>
                    <a:pt x="1103" y="2964"/>
                  </a:cubicBezTo>
                  <a:cubicBezTo>
                    <a:pt x="1097" y="2958"/>
                    <a:pt x="1091" y="2952"/>
                    <a:pt x="1087" y="2952"/>
                  </a:cubicBezTo>
                  <a:cubicBezTo>
                    <a:pt x="1074" y="2952"/>
                    <a:pt x="1087" y="3020"/>
                    <a:pt x="1238" y="3387"/>
                  </a:cubicBezTo>
                  <a:cubicBezTo>
                    <a:pt x="1162" y="3251"/>
                    <a:pt x="1094" y="3107"/>
                    <a:pt x="1035" y="2964"/>
                  </a:cubicBezTo>
                  <a:cubicBezTo>
                    <a:pt x="959" y="2769"/>
                    <a:pt x="883" y="2541"/>
                    <a:pt x="823" y="2380"/>
                  </a:cubicBezTo>
                  <a:cubicBezTo>
                    <a:pt x="800" y="2300"/>
                    <a:pt x="793" y="2267"/>
                    <a:pt x="797" y="2267"/>
                  </a:cubicBezTo>
                  <a:lnTo>
                    <a:pt x="797" y="2267"/>
                  </a:lnTo>
                  <a:cubicBezTo>
                    <a:pt x="812" y="2267"/>
                    <a:pt x="981" y="2716"/>
                    <a:pt x="1035" y="2769"/>
                  </a:cubicBezTo>
                  <a:cubicBezTo>
                    <a:pt x="984" y="2600"/>
                    <a:pt x="908" y="2448"/>
                    <a:pt x="823" y="2295"/>
                  </a:cubicBezTo>
                  <a:cubicBezTo>
                    <a:pt x="773" y="2143"/>
                    <a:pt x="713" y="1991"/>
                    <a:pt x="654" y="1839"/>
                  </a:cubicBezTo>
                  <a:cubicBezTo>
                    <a:pt x="629" y="1762"/>
                    <a:pt x="595" y="1686"/>
                    <a:pt x="570" y="1610"/>
                  </a:cubicBezTo>
                  <a:cubicBezTo>
                    <a:pt x="536" y="1542"/>
                    <a:pt x="519" y="1466"/>
                    <a:pt x="493" y="1399"/>
                  </a:cubicBezTo>
                  <a:cubicBezTo>
                    <a:pt x="400" y="1153"/>
                    <a:pt x="324" y="908"/>
                    <a:pt x="274" y="663"/>
                  </a:cubicBezTo>
                  <a:cubicBezTo>
                    <a:pt x="121" y="223"/>
                    <a:pt x="113" y="257"/>
                    <a:pt x="20" y="3"/>
                  </a:cubicBezTo>
                  <a:cubicBezTo>
                    <a:pt x="18" y="1"/>
                    <a:pt x="17" y="0"/>
                    <a:pt x="16" y="0"/>
                  </a:cubicBezTo>
                  <a:close/>
                  <a:moveTo>
                    <a:pt x="4061" y="8917"/>
                  </a:moveTo>
                  <a:lnTo>
                    <a:pt x="4061" y="8917"/>
                  </a:lnTo>
                  <a:cubicBezTo>
                    <a:pt x="4073" y="8936"/>
                    <a:pt x="4085" y="8953"/>
                    <a:pt x="4097" y="8970"/>
                  </a:cubicBezTo>
                  <a:lnTo>
                    <a:pt x="4061" y="8917"/>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7"/>
            <p:cNvSpPr/>
            <p:nvPr/>
          </p:nvSpPr>
          <p:spPr>
            <a:xfrm>
              <a:off x="5587200" y="3846900"/>
              <a:ext cx="875" cy="2350"/>
            </a:xfrm>
            <a:custGeom>
              <a:rect b="b" l="l" r="r" t="t"/>
              <a:pathLst>
                <a:path extrusionOk="0" h="94" w="35">
                  <a:moveTo>
                    <a:pt x="1" y="1"/>
                  </a:moveTo>
                  <a:lnTo>
                    <a:pt x="18" y="48"/>
                  </a:lnTo>
                  <a:lnTo>
                    <a:pt x="18" y="48"/>
                  </a:lnTo>
                  <a:cubicBezTo>
                    <a:pt x="11" y="27"/>
                    <a:pt x="6" y="11"/>
                    <a:pt x="1" y="1"/>
                  </a:cubicBezTo>
                  <a:close/>
                  <a:moveTo>
                    <a:pt x="18" y="48"/>
                  </a:moveTo>
                  <a:cubicBezTo>
                    <a:pt x="22" y="61"/>
                    <a:pt x="28" y="77"/>
                    <a:pt x="34" y="94"/>
                  </a:cubicBezTo>
                  <a:lnTo>
                    <a:pt x="18" y="48"/>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7"/>
            <p:cNvSpPr/>
            <p:nvPr/>
          </p:nvSpPr>
          <p:spPr>
            <a:xfrm>
              <a:off x="5566475" y="3804175"/>
              <a:ext cx="1300" cy="2575"/>
            </a:xfrm>
            <a:custGeom>
              <a:rect b="b" l="l" r="r" t="t"/>
              <a:pathLst>
                <a:path extrusionOk="0" h="103" w="52">
                  <a:moveTo>
                    <a:pt x="1" y="1"/>
                  </a:moveTo>
                  <a:cubicBezTo>
                    <a:pt x="17" y="43"/>
                    <a:pt x="43" y="86"/>
                    <a:pt x="51" y="102"/>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7"/>
            <p:cNvSpPr/>
            <p:nvPr/>
          </p:nvSpPr>
          <p:spPr>
            <a:xfrm>
              <a:off x="5629725" y="3920700"/>
              <a:ext cx="3175" cy="4700"/>
            </a:xfrm>
            <a:custGeom>
              <a:rect b="b" l="l" r="r" t="t"/>
              <a:pathLst>
                <a:path extrusionOk="0" h="188" w="127">
                  <a:moveTo>
                    <a:pt x="2" y="0"/>
                  </a:moveTo>
                  <a:lnTo>
                    <a:pt x="2" y="0"/>
                  </a:lnTo>
                  <a:cubicBezTo>
                    <a:pt x="1" y="0"/>
                    <a:pt x="2" y="6"/>
                    <a:pt x="8" y="18"/>
                  </a:cubicBezTo>
                  <a:cubicBezTo>
                    <a:pt x="40" y="62"/>
                    <a:pt x="67" y="102"/>
                    <a:pt x="96" y="144"/>
                  </a:cubicBezTo>
                  <a:lnTo>
                    <a:pt x="96" y="144"/>
                  </a:lnTo>
                  <a:cubicBezTo>
                    <a:pt x="78" y="116"/>
                    <a:pt x="58" y="84"/>
                    <a:pt x="42" y="52"/>
                  </a:cubicBezTo>
                  <a:cubicBezTo>
                    <a:pt x="20" y="19"/>
                    <a:pt x="6" y="0"/>
                    <a:pt x="2" y="0"/>
                  </a:cubicBezTo>
                  <a:close/>
                  <a:moveTo>
                    <a:pt x="96" y="144"/>
                  </a:moveTo>
                  <a:cubicBezTo>
                    <a:pt x="107" y="160"/>
                    <a:pt x="117" y="175"/>
                    <a:pt x="127" y="187"/>
                  </a:cubicBezTo>
                  <a:cubicBezTo>
                    <a:pt x="116" y="172"/>
                    <a:pt x="106" y="158"/>
                    <a:pt x="96" y="14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7"/>
            <p:cNvSpPr/>
            <p:nvPr/>
          </p:nvSpPr>
          <p:spPr>
            <a:xfrm>
              <a:off x="5631400" y="3926625"/>
              <a:ext cx="1275" cy="1800"/>
            </a:xfrm>
            <a:custGeom>
              <a:rect b="b" l="l" r="r" t="t"/>
              <a:pathLst>
                <a:path extrusionOk="0" h="72" w="51">
                  <a:moveTo>
                    <a:pt x="1" y="1"/>
                  </a:moveTo>
                  <a:lnTo>
                    <a:pt x="43" y="69"/>
                  </a:lnTo>
                  <a:cubicBezTo>
                    <a:pt x="45" y="70"/>
                    <a:pt x="46" y="72"/>
                    <a:pt x="47" y="72"/>
                  </a:cubicBezTo>
                  <a:cubicBezTo>
                    <a:pt x="50" y="72"/>
                    <a:pt x="48" y="59"/>
                    <a:pt x="34" y="26"/>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7"/>
            <p:cNvSpPr/>
            <p:nvPr/>
          </p:nvSpPr>
          <p:spPr>
            <a:xfrm>
              <a:off x="5522075" y="3661000"/>
              <a:ext cx="850" cy="3000"/>
            </a:xfrm>
            <a:custGeom>
              <a:rect b="b" l="l" r="r" t="t"/>
              <a:pathLst>
                <a:path extrusionOk="0" h="120" w="34">
                  <a:moveTo>
                    <a:pt x="0" y="1"/>
                  </a:moveTo>
                  <a:cubicBezTo>
                    <a:pt x="9" y="35"/>
                    <a:pt x="17" y="77"/>
                    <a:pt x="34" y="119"/>
                  </a:cubicBez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7"/>
            <p:cNvSpPr/>
            <p:nvPr/>
          </p:nvSpPr>
          <p:spPr>
            <a:xfrm>
              <a:off x="5538125" y="3727625"/>
              <a:ext cx="50750" cy="120900"/>
            </a:xfrm>
            <a:custGeom>
              <a:rect b="b" l="l" r="r" t="t"/>
              <a:pathLst>
                <a:path extrusionOk="0" h="4836" w="2030">
                  <a:moveTo>
                    <a:pt x="1" y="1"/>
                  </a:moveTo>
                  <a:cubicBezTo>
                    <a:pt x="60" y="195"/>
                    <a:pt x="179" y="517"/>
                    <a:pt x="297" y="787"/>
                  </a:cubicBezTo>
                  <a:lnTo>
                    <a:pt x="246" y="804"/>
                  </a:lnTo>
                  <a:cubicBezTo>
                    <a:pt x="407" y="1227"/>
                    <a:pt x="306" y="847"/>
                    <a:pt x="517" y="1439"/>
                  </a:cubicBezTo>
                  <a:lnTo>
                    <a:pt x="458" y="1261"/>
                  </a:lnTo>
                  <a:lnTo>
                    <a:pt x="602" y="1625"/>
                  </a:lnTo>
                  <a:cubicBezTo>
                    <a:pt x="652" y="1760"/>
                    <a:pt x="720" y="1912"/>
                    <a:pt x="779" y="2056"/>
                  </a:cubicBezTo>
                  <a:cubicBezTo>
                    <a:pt x="898" y="2361"/>
                    <a:pt x="1025" y="2665"/>
                    <a:pt x="1118" y="2911"/>
                  </a:cubicBezTo>
                  <a:cubicBezTo>
                    <a:pt x="1116" y="2908"/>
                    <a:pt x="1114" y="2907"/>
                    <a:pt x="1114" y="2907"/>
                  </a:cubicBezTo>
                  <a:lnTo>
                    <a:pt x="1114" y="2907"/>
                  </a:lnTo>
                  <a:cubicBezTo>
                    <a:pt x="1101" y="2907"/>
                    <a:pt x="1217" y="3176"/>
                    <a:pt x="1192" y="3176"/>
                  </a:cubicBezTo>
                  <a:cubicBezTo>
                    <a:pt x="1190" y="3176"/>
                    <a:pt x="1188" y="3175"/>
                    <a:pt x="1185" y="3173"/>
                  </a:cubicBezTo>
                  <a:lnTo>
                    <a:pt x="1185" y="3173"/>
                  </a:lnTo>
                  <a:cubicBezTo>
                    <a:pt x="1338" y="3503"/>
                    <a:pt x="1490" y="3833"/>
                    <a:pt x="1591" y="4002"/>
                  </a:cubicBezTo>
                  <a:cubicBezTo>
                    <a:pt x="1667" y="4213"/>
                    <a:pt x="1845" y="4509"/>
                    <a:pt x="1964" y="4772"/>
                  </a:cubicBezTo>
                  <a:cubicBezTo>
                    <a:pt x="1959" y="4759"/>
                    <a:pt x="1958" y="4754"/>
                    <a:pt x="1960" y="4754"/>
                  </a:cubicBezTo>
                  <a:lnTo>
                    <a:pt x="1960" y="4754"/>
                  </a:lnTo>
                  <a:cubicBezTo>
                    <a:pt x="1967" y="4754"/>
                    <a:pt x="2017" y="4836"/>
                    <a:pt x="2024" y="4836"/>
                  </a:cubicBezTo>
                  <a:cubicBezTo>
                    <a:pt x="2030" y="4836"/>
                    <a:pt x="1999" y="4768"/>
                    <a:pt x="1867" y="4511"/>
                  </a:cubicBezTo>
                  <a:lnTo>
                    <a:pt x="1867" y="4511"/>
                  </a:lnTo>
                  <a:cubicBezTo>
                    <a:pt x="1886" y="4547"/>
                    <a:pt x="1881" y="4522"/>
                    <a:pt x="1904" y="4569"/>
                  </a:cubicBezTo>
                  <a:cubicBezTo>
                    <a:pt x="1718" y="4154"/>
                    <a:pt x="1625" y="3993"/>
                    <a:pt x="1464" y="3638"/>
                  </a:cubicBezTo>
                  <a:cubicBezTo>
                    <a:pt x="1450" y="3601"/>
                    <a:pt x="1446" y="3586"/>
                    <a:pt x="1448" y="3586"/>
                  </a:cubicBezTo>
                  <a:lnTo>
                    <a:pt x="1448" y="3586"/>
                  </a:lnTo>
                  <a:cubicBezTo>
                    <a:pt x="1457" y="3586"/>
                    <a:pt x="1569" y="3819"/>
                    <a:pt x="1574" y="3819"/>
                  </a:cubicBezTo>
                  <a:cubicBezTo>
                    <a:pt x="1576" y="3819"/>
                    <a:pt x="1571" y="3806"/>
                    <a:pt x="1558" y="3773"/>
                  </a:cubicBezTo>
                  <a:cubicBezTo>
                    <a:pt x="1448" y="3554"/>
                    <a:pt x="1304" y="3207"/>
                    <a:pt x="1168" y="2919"/>
                  </a:cubicBezTo>
                  <a:cubicBezTo>
                    <a:pt x="1050" y="2642"/>
                    <a:pt x="968" y="2417"/>
                    <a:pt x="937" y="2417"/>
                  </a:cubicBezTo>
                  <a:cubicBezTo>
                    <a:pt x="935" y="2417"/>
                    <a:pt x="933" y="2418"/>
                    <a:pt x="932" y="2420"/>
                  </a:cubicBezTo>
                  <a:cubicBezTo>
                    <a:pt x="864" y="2259"/>
                    <a:pt x="805" y="2099"/>
                    <a:pt x="762" y="1938"/>
                  </a:cubicBezTo>
                  <a:cubicBezTo>
                    <a:pt x="585" y="1557"/>
                    <a:pt x="432" y="1168"/>
                    <a:pt x="306" y="770"/>
                  </a:cubicBezTo>
                  <a:cubicBezTo>
                    <a:pt x="229" y="559"/>
                    <a:pt x="162" y="364"/>
                    <a:pt x="111" y="229"/>
                  </a:cubicBezTo>
                  <a:cubicBezTo>
                    <a:pt x="52" y="85"/>
                    <a:pt x="18"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7"/>
            <p:cNvSpPr/>
            <p:nvPr/>
          </p:nvSpPr>
          <p:spPr>
            <a:xfrm>
              <a:off x="5619550" y="3903150"/>
              <a:ext cx="1100" cy="1950"/>
            </a:xfrm>
            <a:custGeom>
              <a:rect b="b" l="l" r="r" t="t"/>
              <a:pathLst>
                <a:path extrusionOk="0" h="78" w="44">
                  <a:moveTo>
                    <a:pt x="1" y="1"/>
                  </a:moveTo>
                  <a:cubicBezTo>
                    <a:pt x="9" y="18"/>
                    <a:pt x="26" y="52"/>
                    <a:pt x="43" y="77"/>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7"/>
            <p:cNvSpPr/>
            <p:nvPr/>
          </p:nvSpPr>
          <p:spPr>
            <a:xfrm>
              <a:off x="5617650" y="3911925"/>
              <a:ext cx="75750" cy="113075"/>
            </a:xfrm>
            <a:custGeom>
              <a:rect b="b" l="l" r="r" t="t"/>
              <a:pathLst>
                <a:path extrusionOk="0" h="4523" w="3030">
                  <a:moveTo>
                    <a:pt x="77" y="98"/>
                  </a:moveTo>
                  <a:lnTo>
                    <a:pt x="77" y="98"/>
                  </a:lnTo>
                  <a:cubicBezTo>
                    <a:pt x="78" y="100"/>
                    <a:pt x="79" y="101"/>
                    <a:pt x="80" y="102"/>
                  </a:cubicBezTo>
                  <a:lnTo>
                    <a:pt x="80" y="102"/>
                  </a:lnTo>
                  <a:cubicBezTo>
                    <a:pt x="79" y="101"/>
                    <a:pt x="78" y="100"/>
                    <a:pt x="77" y="98"/>
                  </a:cubicBezTo>
                  <a:close/>
                  <a:moveTo>
                    <a:pt x="2488" y="3803"/>
                  </a:moveTo>
                  <a:lnTo>
                    <a:pt x="2682" y="4083"/>
                  </a:lnTo>
                  <a:lnTo>
                    <a:pt x="2691" y="4100"/>
                  </a:lnTo>
                  <a:cubicBezTo>
                    <a:pt x="2606" y="3981"/>
                    <a:pt x="2530" y="3888"/>
                    <a:pt x="2488" y="3803"/>
                  </a:cubicBezTo>
                  <a:close/>
                  <a:moveTo>
                    <a:pt x="3" y="1"/>
                  </a:moveTo>
                  <a:cubicBezTo>
                    <a:pt x="1" y="1"/>
                    <a:pt x="1" y="2"/>
                    <a:pt x="1" y="5"/>
                  </a:cubicBezTo>
                  <a:cubicBezTo>
                    <a:pt x="60" y="107"/>
                    <a:pt x="119" y="200"/>
                    <a:pt x="178" y="284"/>
                  </a:cubicBezTo>
                  <a:cubicBezTo>
                    <a:pt x="161" y="260"/>
                    <a:pt x="152" y="249"/>
                    <a:pt x="149" y="249"/>
                  </a:cubicBezTo>
                  <a:lnTo>
                    <a:pt x="149" y="249"/>
                  </a:lnTo>
                  <a:cubicBezTo>
                    <a:pt x="131" y="249"/>
                    <a:pt x="330" y="623"/>
                    <a:pt x="424" y="775"/>
                  </a:cubicBezTo>
                  <a:cubicBezTo>
                    <a:pt x="559" y="970"/>
                    <a:pt x="754" y="1283"/>
                    <a:pt x="957" y="1604"/>
                  </a:cubicBezTo>
                  <a:lnTo>
                    <a:pt x="1109" y="1858"/>
                  </a:lnTo>
                  <a:lnTo>
                    <a:pt x="1270" y="2095"/>
                  </a:lnTo>
                  <a:lnTo>
                    <a:pt x="1532" y="2492"/>
                  </a:lnTo>
                  <a:lnTo>
                    <a:pt x="1532" y="2492"/>
                  </a:lnTo>
                  <a:cubicBezTo>
                    <a:pt x="1515" y="2468"/>
                    <a:pt x="1500" y="2448"/>
                    <a:pt x="1497" y="2448"/>
                  </a:cubicBezTo>
                  <a:lnTo>
                    <a:pt x="1497" y="2448"/>
                  </a:lnTo>
                  <a:cubicBezTo>
                    <a:pt x="1496" y="2448"/>
                    <a:pt x="1499" y="2453"/>
                    <a:pt x="1506" y="2467"/>
                  </a:cubicBezTo>
                  <a:lnTo>
                    <a:pt x="1845" y="2974"/>
                  </a:lnTo>
                  <a:lnTo>
                    <a:pt x="2149" y="3397"/>
                  </a:lnTo>
                  <a:cubicBezTo>
                    <a:pt x="2242" y="3541"/>
                    <a:pt x="2344" y="3685"/>
                    <a:pt x="2462" y="3846"/>
                  </a:cubicBezTo>
                  <a:cubicBezTo>
                    <a:pt x="2581" y="4015"/>
                    <a:pt x="2708" y="4184"/>
                    <a:pt x="2877" y="4396"/>
                  </a:cubicBezTo>
                  <a:lnTo>
                    <a:pt x="3029" y="4522"/>
                  </a:lnTo>
                  <a:cubicBezTo>
                    <a:pt x="2953" y="4404"/>
                    <a:pt x="2868" y="4303"/>
                    <a:pt x="2784" y="4201"/>
                  </a:cubicBezTo>
                  <a:lnTo>
                    <a:pt x="2784" y="4201"/>
                  </a:lnTo>
                  <a:cubicBezTo>
                    <a:pt x="2796" y="4210"/>
                    <a:pt x="2808" y="4220"/>
                    <a:pt x="2812" y="4220"/>
                  </a:cubicBezTo>
                  <a:cubicBezTo>
                    <a:pt x="2818" y="4220"/>
                    <a:pt x="2797" y="4188"/>
                    <a:pt x="2699" y="4057"/>
                  </a:cubicBezTo>
                  <a:cubicBezTo>
                    <a:pt x="2420" y="3634"/>
                    <a:pt x="2217" y="3431"/>
                    <a:pt x="2006" y="3135"/>
                  </a:cubicBezTo>
                  <a:lnTo>
                    <a:pt x="2006" y="3135"/>
                  </a:lnTo>
                  <a:lnTo>
                    <a:pt x="2073" y="3220"/>
                  </a:lnTo>
                  <a:lnTo>
                    <a:pt x="1913" y="2991"/>
                  </a:lnTo>
                  <a:lnTo>
                    <a:pt x="1760" y="2754"/>
                  </a:lnTo>
                  <a:cubicBezTo>
                    <a:pt x="1650" y="2602"/>
                    <a:pt x="1549" y="2458"/>
                    <a:pt x="1464" y="2348"/>
                  </a:cubicBezTo>
                  <a:cubicBezTo>
                    <a:pt x="1452" y="2321"/>
                    <a:pt x="1448" y="2310"/>
                    <a:pt x="1452" y="2310"/>
                  </a:cubicBezTo>
                  <a:lnTo>
                    <a:pt x="1452" y="2310"/>
                  </a:lnTo>
                  <a:cubicBezTo>
                    <a:pt x="1475" y="2310"/>
                    <a:pt x="1810" y="2833"/>
                    <a:pt x="1824" y="2833"/>
                  </a:cubicBezTo>
                  <a:cubicBezTo>
                    <a:pt x="1827" y="2833"/>
                    <a:pt x="1810" y="2799"/>
                    <a:pt x="1760" y="2712"/>
                  </a:cubicBezTo>
                  <a:lnTo>
                    <a:pt x="1760" y="2712"/>
                  </a:lnTo>
                  <a:cubicBezTo>
                    <a:pt x="1811" y="2797"/>
                    <a:pt x="1862" y="2890"/>
                    <a:pt x="1929" y="2974"/>
                  </a:cubicBezTo>
                  <a:cubicBezTo>
                    <a:pt x="1997" y="3059"/>
                    <a:pt x="2065" y="3152"/>
                    <a:pt x="2132" y="3245"/>
                  </a:cubicBezTo>
                  <a:cubicBezTo>
                    <a:pt x="2268" y="3423"/>
                    <a:pt x="2395" y="3584"/>
                    <a:pt x="2488" y="3710"/>
                  </a:cubicBezTo>
                  <a:cubicBezTo>
                    <a:pt x="2233" y="3343"/>
                    <a:pt x="2031" y="3008"/>
                    <a:pt x="2059" y="3008"/>
                  </a:cubicBezTo>
                  <a:cubicBezTo>
                    <a:pt x="2063" y="3008"/>
                    <a:pt x="2070" y="3014"/>
                    <a:pt x="2082" y="3025"/>
                  </a:cubicBezTo>
                  <a:cubicBezTo>
                    <a:pt x="1839" y="2686"/>
                    <a:pt x="1775" y="2622"/>
                    <a:pt x="1756" y="2622"/>
                  </a:cubicBezTo>
                  <a:cubicBezTo>
                    <a:pt x="1743" y="2622"/>
                    <a:pt x="1748" y="2647"/>
                    <a:pt x="1737" y="2647"/>
                  </a:cubicBezTo>
                  <a:cubicBezTo>
                    <a:pt x="1721" y="2647"/>
                    <a:pt x="1672" y="2591"/>
                    <a:pt x="1481" y="2315"/>
                  </a:cubicBezTo>
                  <a:lnTo>
                    <a:pt x="1126" y="1773"/>
                  </a:lnTo>
                  <a:lnTo>
                    <a:pt x="974" y="1604"/>
                  </a:lnTo>
                  <a:cubicBezTo>
                    <a:pt x="916" y="1511"/>
                    <a:pt x="904" y="1485"/>
                    <a:pt x="909" y="1485"/>
                  </a:cubicBezTo>
                  <a:lnTo>
                    <a:pt x="909" y="1485"/>
                  </a:lnTo>
                  <a:cubicBezTo>
                    <a:pt x="915" y="1485"/>
                    <a:pt x="946" y="1522"/>
                    <a:pt x="951" y="1522"/>
                  </a:cubicBezTo>
                  <a:cubicBezTo>
                    <a:pt x="957" y="1522"/>
                    <a:pt x="933" y="1478"/>
                    <a:pt x="813" y="1291"/>
                  </a:cubicBezTo>
                  <a:cubicBezTo>
                    <a:pt x="711" y="1164"/>
                    <a:pt x="525" y="826"/>
                    <a:pt x="449" y="733"/>
                  </a:cubicBezTo>
                  <a:lnTo>
                    <a:pt x="449" y="733"/>
                  </a:lnTo>
                  <a:cubicBezTo>
                    <a:pt x="453" y="734"/>
                    <a:pt x="456" y="735"/>
                    <a:pt x="459" y="735"/>
                  </a:cubicBezTo>
                  <a:cubicBezTo>
                    <a:pt x="473" y="735"/>
                    <a:pt x="460" y="701"/>
                    <a:pt x="331" y="479"/>
                  </a:cubicBezTo>
                  <a:cubicBezTo>
                    <a:pt x="314" y="462"/>
                    <a:pt x="314" y="496"/>
                    <a:pt x="195" y="284"/>
                  </a:cubicBezTo>
                  <a:cubicBezTo>
                    <a:pt x="191" y="267"/>
                    <a:pt x="191" y="260"/>
                    <a:pt x="194" y="260"/>
                  </a:cubicBezTo>
                  <a:cubicBezTo>
                    <a:pt x="218" y="260"/>
                    <a:pt x="406" y="615"/>
                    <a:pt x="424" y="615"/>
                  </a:cubicBezTo>
                  <a:cubicBezTo>
                    <a:pt x="428" y="615"/>
                    <a:pt x="423" y="598"/>
                    <a:pt x="407" y="555"/>
                  </a:cubicBezTo>
                  <a:cubicBezTo>
                    <a:pt x="187" y="168"/>
                    <a:pt x="149" y="133"/>
                    <a:pt x="129" y="133"/>
                  </a:cubicBezTo>
                  <a:cubicBezTo>
                    <a:pt x="125" y="133"/>
                    <a:pt x="122" y="135"/>
                    <a:pt x="117" y="135"/>
                  </a:cubicBezTo>
                  <a:cubicBezTo>
                    <a:pt x="110" y="135"/>
                    <a:pt x="101" y="130"/>
                    <a:pt x="80" y="102"/>
                  </a:cubicBezTo>
                  <a:lnTo>
                    <a:pt x="80" y="102"/>
                  </a:lnTo>
                  <a:cubicBezTo>
                    <a:pt x="104" y="136"/>
                    <a:pt x="129" y="176"/>
                    <a:pt x="153" y="225"/>
                  </a:cubicBezTo>
                  <a:cubicBezTo>
                    <a:pt x="137" y="225"/>
                    <a:pt x="20" y="1"/>
                    <a:pt x="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7"/>
            <p:cNvSpPr/>
            <p:nvPr/>
          </p:nvSpPr>
          <p:spPr>
            <a:xfrm>
              <a:off x="6634475" y="4391900"/>
              <a:ext cx="2550" cy="225"/>
            </a:xfrm>
            <a:custGeom>
              <a:rect b="b" l="l" r="r" t="t"/>
              <a:pathLst>
                <a:path extrusionOk="0" h="9" w="102">
                  <a:moveTo>
                    <a:pt x="1" y="9"/>
                  </a:moveTo>
                  <a:lnTo>
                    <a:pt x="10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7"/>
            <p:cNvSpPr/>
            <p:nvPr/>
          </p:nvSpPr>
          <p:spPr>
            <a:xfrm>
              <a:off x="5926200" y="4225450"/>
              <a:ext cx="4050" cy="2575"/>
            </a:xfrm>
            <a:custGeom>
              <a:rect b="b" l="l" r="r" t="t"/>
              <a:pathLst>
                <a:path extrusionOk="0" h="103" w="162">
                  <a:moveTo>
                    <a:pt x="1" y="1"/>
                  </a:moveTo>
                  <a:lnTo>
                    <a:pt x="162" y="103"/>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7"/>
            <p:cNvSpPr/>
            <p:nvPr/>
          </p:nvSpPr>
          <p:spPr>
            <a:xfrm>
              <a:off x="6021375" y="4277700"/>
              <a:ext cx="6375" cy="2975"/>
            </a:xfrm>
            <a:custGeom>
              <a:rect b="b" l="l" r="r" t="t"/>
              <a:pathLst>
                <a:path extrusionOk="0" h="119" w="255">
                  <a:moveTo>
                    <a:pt x="1" y="0"/>
                  </a:moveTo>
                  <a:lnTo>
                    <a:pt x="1" y="0"/>
                  </a:lnTo>
                  <a:cubicBezTo>
                    <a:pt x="51" y="29"/>
                    <a:pt x="102" y="49"/>
                    <a:pt x="160" y="75"/>
                  </a:cubicBezTo>
                  <a:lnTo>
                    <a:pt x="160" y="75"/>
                  </a:lnTo>
                  <a:lnTo>
                    <a:pt x="1" y="0"/>
                  </a:lnTo>
                  <a:close/>
                  <a:moveTo>
                    <a:pt x="160" y="75"/>
                  </a:moveTo>
                  <a:lnTo>
                    <a:pt x="254" y="119"/>
                  </a:lnTo>
                  <a:cubicBezTo>
                    <a:pt x="221" y="102"/>
                    <a:pt x="190" y="88"/>
                    <a:pt x="160" y="7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7"/>
            <p:cNvSpPr/>
            <p:nvPr/>
          </p:nvSpPr>
          <p:spPr>
            <a:xfrm>
              <a:off x="6575475" y="4398025"/>
              <a:ext cx="1500" cy="25"/>
            </a:xfrm>
            <a:custGeom>
              <a:rect b="b" l="l" r="r" t="t"/>
              <a:pathLst>
                <a:path extrusionOk="0" h="1" w="60">
                  <a:moveTo>
                    <a:pt x="60" y="1"/>
                  </a:moveTo>
                  <a:lnTo>
                    <a:pt x="43" y="1"/>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7"/>
            <p:cNvSpPr/>
            <p:nvPr/>
          </p:nvSpPr>
          <p:spPr>
            <a:xfrm>
              <a:off x="6222500" y="4360175"/>
              <a:ext cx="3825" cy="1500"/>
            </a:xfrm>
            <a:custGeom>
              <a:rect b="b" l="l" r="r" t="t"/>
              <a:pathLst>
                <a:path extrusionOk="0" h="60" w="153">
                  <a:moveTo>
                    <a:pt x="1" y="1"/>
                  </a:moveTo>
                  <a:lnTo>
                    <a:pt x="1" y="1"/>
                  </a:lnTo>
                  <a:cubicBezTo>
                    <a:pt x="43" y="18"/>
                    <a:pt x="85" y="34"/>
                    <a:pt x="153" y="60"/>
                  </a:cubicBezTo>
                  <a:cubicBezTo>
                    <a:pt x="102" y="34"/>
                    <a:pt x="51" y="18"/>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7"/>
            <p:cNvSpPr/>
            <p:nvPr/>
          </p:nvSpPr>
          <p:spPr>
            <a:xfrm>
              <a:off x="6020100" y="4277275"/>
              <a:ext cx="1300" cy="450"/>
            </a:xfrm>
            <a:custGeom>
              <a:rect b="b" l="l" r="r" t="t"/>
              <a:pathLst>
                <a:path extrusionOk="0" h="18" w="52">
                  <a:moveTo>
                    <a:pt x="1" y="1"/>
                  </a:moveTo>
                  <a:lnTo>
                    <a:pt x="18" y="9"/>
                  </a:lnTo>
                  <a:lnTo>
                    <a:pt x="52" y="17"/>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7"/>
            <p:cNvSpPr/>
            <p:nvPr/>
          </p:nvSpPr>
          <p:spPr>
            <a:xfrm>
              <a:off x="5886450" y="4193100"/>
              <a:ext cx="2575" cy="1925"/>
            </a:xfrm>
            <a:custGeom>
              <a:rect b="b" l="l" r="r" t="t"/>
              <a:pathLst>
                <a:path extrusionOk="0" h="77" w="103">
                  <a:moveTo>
                    <a:pt x="1" y="1"/>
                  </a:moveTo>
                  <a:cubicBezTo>
                    <a:pt x="51" y="43"/>
                    <a:pt x="77" y="60"/>
                    <a:pt x="102" y="77"/>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7"/>
            <p:cNvSpPr/>
            <p:nvPr/>
          </p:nvSpPr>
          <p:spPr>
            <a:xfrm>
              <a:off x="5890250" y="4199875"/>
              <a:ext cx="2575" cy="1925"/>
            </a:xfrm>
            <a:custGeom>
              <a:rect b="b" l="l" r="r" t="t"/>
              <a:pathLst>
                <a:path extrusionOk="0" h="77" w="103">
                  <a:moveTo>
                    <a:pt x="102" y="77"/>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7"/>
            <p:cNvSpPr/>
            <p:nvPr/>
          </p:nvSpPr>
          <p:spPr>
            <a:xfrm>
              <a:off x="5764000" y="4084825"/>
              <a:ext cx="4675" cy="4475"/>
            </a:xfrm>
            <a:custGeom>
              <a:rect b="b" l="l" r="r" t="t"/>
              <a:pathLst>
                <a:path extrusionOk="0" h="179" w="187">
                  <a:moveTo>
                    <a:pt x="1" y="1"/>
                  </a:moveTo>
                  <a:cubicBezTo>
                    <a:pt x="94" y="94"/>
                    <a:pt x="144" y="144"/>
                    <a:pt x="187" y="178"/>
                  </a:cubicBezTo>
                  <a:cubicBezTo>
                    <a:pt x="128" y="119"/>
                    <a:pt x="60" y="60"/>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7"/>
            <p:cNvSpPr/>
            <p:nvPr/>
          </p:nvSpPr>
          <p:spPr>
            <a:xfrm>
              <a:off x="5878425" y="4190150"/>
              <a:ext cx="925" cy="525"/>
            </a:xfrm>
            <a:custGeom>
              <a:rect b="b" l="l" r="r" t="t"/>
              <a:pathLst>
                <a:path extrusionOk="0" h="21" w="37">
                  <a:moveTo>
                    <a:pt x="0" y="0"/>
                  </a:moveTo>
                  <a:cubicBezTo>
                    <a:pt x="19" y="13"/>
                    <a:pt x="33" y="21"/>
                    <a:pt x="36" y="21"/>
                  </a:cubicBezTo>
                  <a:cubicBezTo>
                    <a:pt x="37" y="21"/>
                    <a:pt x="36" y="19"/>
                    <a:pt x="34" y="17"/>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7"/>
            <p:cNvSpPr/>
            <p:nvPr/>
          </p:nvSpPr>
          <p:spPr>
            <a:xfrm>
              <a:off x="6675500" y="4389150"/>
              <a:ext cx="450" cy="225"/>
            </a:xfrm>
            <a:custGeom>
              <a:rect b="b" l="l" r="r" t="t"/>
              <a:pathLst>
                <a:path extrusionOk="0" h="9" w="18">
                  <a:moveTo>
                    <a:pt x="9" y="1"/>
                  </a:moveTo>
                  <a:lnTo>
                    <a:pt x="1" y="9"/>
                  </a:lnTo>
                  <a:lnTo>
                    <a:pt x="1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7"/>
            <p:cNvSpPr/>
            <p:nvPr/>
          </p:nvSpPr>
          <p:spPr>
            <a:xfrm>
              <a:off x="6691375" y="4383450"/>
              <a:ext cx="5500" cy="1275"/>
            </a:xfrm>
            <a:custGeom>
              <a:rect b="b" l="l" r="r" t="t"/>
              <a:pathLst>
                <a:path extrusionOk="0" h="51" w="220">
                  <a:moveTo>
                    <a:pt x="220" y="0"/>
                  </a:moveTo>
                  <a:lnTo>
                    <a:pt x="220" y="0"/>
                  </a:lnTo>
                  <a:cubicBezTo>
                    <a:pt x="212" y="2"/>
                    <a:pt x="203" y="4"/>
                    <a:pt x="194" y="6"/>
                  </a:cubicBezTo>
                  <a:lnTo>
                    <a:pt x="194" y="6"/>
                  </a:lnTo>
                  <a:lnTo>
                    <a:pt x="220" y="0"/>
                  </a:lnTo>
                  <a:close/>
                  <a:moveTo>
                    <a:pt x="194" y="6"/>
                  </a:moveTo>
                  <a:lnTo>
                    <a:pt x="0" y="51"/>
                  </a:lnTo>
                  <a:cubicBezTo>
                    <a:pt x="53" y="43"/>
                    <a:pt x="125" y="22"/>
                    <a:pt x="194" y="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7"/>
            <p:cNvSpPr/>
            <p:nvPr/>
          </p:nvSpPr>
          <p:spPr>
            <a:xfrm>
              <a:off x="6314500" y="4383450"/>
              <a:ext cx="6800" cy="1325"/>
            </a:xfrm>
            <a:custGeom>
              <a:rect b="b" l="l" r="r" t="t"/>
              <a:pathLst>
                <a:path extrusionOk="0" h="53" w="272">
                  <a:moveTo>
                    <a:pt x="0" y="0"/>
                  </a:moveTo>
                  <a:lnTo>
                    <a:pt x="0" y="0"/>
                  </a:lnTo>
                  <a:cubicBezTo>
                    <a:pt x="68" y="17"/>
                    <a:pt x="229" y="51"/>
                    <a:pt x="153" y="51"/>
                  </a:cubicBezTo>
                  <a:cubicBezTo>
                    <a:pt x="174" y="52"/>
                    <a:pt x="191" y="53"/>
                    <a:pt x="205" y="53"/>
                  </a:cubicBezTo>
                  <a:cubicBezTo>
                    <a:pt x="272" y="53"/>
                    <a:pt x="233" y="35"/>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7"/>
            <p:cNvSpPr/>
            <p:nvPr/>
          </p:nvSpPr>
          <p:spPr>
            <a:xfrm>
              <a:off x="6644550" y="4400350"/>
              <a:ext cx="4525" cy="875"/>
            </a:xfrm>
            <a:custGeom>
              <a:rect b="b" l="l" r="r" t="t"/>
              <a:pathLst>
                <a:path extrusionOk="0" h="35" w="181">
                  <a:moveTo>
                    <a:pt x="181" y="1"/>
                  </a:moveTo>
                  <a:cubicBezTo>
                    <a:pt x="169" y="3"/>
                    <a:pt x="158" y="5"/>
                    <a:pt x="147" y="7"/>
                  </a:cubicBezTo>
                  <a:lnTo>
                    <a:pt x="147" y="7"/>
                  </a:lnTo>
                  <a:cubicBezTo>
                    <a:pt x="158" y="5"/>
                    <a:pt x="169" y="3"/>
                    <a:pt x="181" y="1"/>
                  </a:cubicBezTo>
                  <a:close/>
                  <a:moveTo>
                    <a:pt x="147" y="7"/>
                  </a:moveTo>
                  <a:cubicBezTo>
                    <a:pt x="62" y="22"/>
                    <a:pt x="0" y="35"/>
                    <a:pt x="37" y="35"/>
                  </a:cubicBezTo>
                  <a:cubicBezTo>
                    <a:pt x="70" y="22"/>
                    <a:pt x="108" y="14"/>
                    <a:pt x="147" y="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7"/>
            <p:cNvSpPr/>
            <p:nvPr/>
          </p:nvSpPr>
          <p:spPr>
            <a:xfrm>
              <a:off x="6649075" y="4399525"/>
              <a:ext cx="3400" cy="850"/>
            </a:xfrm>
            <a:custGeom>
              <a:rect b="b" l="l" r="r" t="t"/>
              <a:pathLst>
                <a:path extrusionOk="0" h="34" w="136">
                  <a:moveTo>
                    <a:pt x="0" y="34"/>
                  </a:moveTo>
                  <a:lnTo>
                    <a:pt x="13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7"/>
            <p:cNvSpPr/>
            <p:nvPr/>
          </p:nvSpPr>
          <p:spPr>
            <a:xfrm>
              <a:off x="6267325" y="4383025"/>
              <a:ext cx="1950" cy="650"/>
            </a:xfrm>
            <a:custGeom>
              <a:rect b="b" l="l" r="r" t="t"/>
              <a:pathLst>
                <a:path extrusionOk="0" h="26" w="78">
                  <a:moveTo>
                    <a:pt x="1" y="0"/>
                  </a:moveTo>
                  <a:lnTo>
                    <a:pt x="1" y="0"/>
                  </a:lnTo>
                  <a:cubicBezTo>
                    <a:pt x="26" y="17"/>
                    <a:pt x="52" y="26"/>
                    <a:pt x="77" y="26"/>
                  </a:cubicBezTo>
                  <a:cubicBezTo>
                    <a:pt x="52" y="17"/>
                    <a:pt x="26" y="9"/>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7"/>
            <p:cNvSpPr/>
            <p:nvPr/>
          </p:nvSpPr>
          <p:spPr>
            <a:xfrm>
              <a:off x="6676350" y="4374025"/>
              <a:ext cx="51375" cy="11775"/>
            </a:xfrm>
            <a:custGeom>
              <a:rect b="b" l="l" r="r" t="t"/>
              <a:pathLst>
                <a:path extrusionOk="0" h="471" w="2055">
                  <a:moveTo>
                    <a:pt x="886" y="371"/>
                  </a:moveTo>
                  <a:cubicBezTo>
                    <a:pt x="865" y="375"/>
                    <a:pt x="843" y="380"/>
                    <a:pt x="821" y="386"/>
                  </a:cubicBezTo>
                  <a:cubicBezTo>
                    <a:pt x="843" y="381"/>
                    <a:pt x="865" y="376"/>
                    <a:pt x="886" y="371"/>
                  </a:cubicBezTo>
                  <a:close/>
                  <a:moveTo>
                    <a:pt x="2024" y="0"/>
                  </a:moveTo>
                  <a:cubicBezTo>
                    <a:pt x="2014" y="0"/>
                    <a:pt x="1979" y="6"/>
                    <a:pt x="1904" y="22"/>
                  </a:cubicBezTo>
                  <a:lnTo>
                    <a:pt x="863" y="259"/>
                  </a:lnTo>
                  <a:lnTo>
                    <a:pt x="423" y="369"/>
                  </a:lnTo>
                  <a:cubicBezTo>
                    <a:pt x="280" y="394"/>
                    <a:pt x="144" y="428"/>
                    <a:pt x="0" y="470"/>
                  </a:cubicBezTo>
                  <a:cubicBezTo>
                    <a:pt x="457" y="394"/>
                    <a:pt x="956" y="267"/>
                    <a:pt x="1329" y="208"/>
                  </a:cubicBezTo>
                  <a:lnTo>
                    <a:pt x="1329" y="208"/>
                  </a:lnTo>
                  <a:lnTo>
                    <a:pt x="1176" y="267"/>
                  </a:lnTo>
                  <a:cubicBezTo>
                    <a:pt x="753" y="326"/>
                    <a:pt x="500" y="411"/>
                    <a:pt x="85" y="470"/>
                  </a:cubicBezTo>
                  <a:cubicBezTo>
                    <a:pt x="398" y="428"/>
                    <a:pt x="711" y="369"/>
                    <a:pt x="1016" y="309"/>
                  </a:cubicBezTo>
                  <a:cubicBezTo>
                    <a:pt x="1143" y="290"/>
                    <a:pt x="1209" y="282"/>
                    <a:pt x="1231" y="282"/>
                  </a:cubicBezTo>
                  <a:cubicBezTo>
                    <a:pt x="1279" y="282"/>
                    <a:pt x="1104" y="323"/>
                    <a:pt x="886" y="371"/>
                  </a:cubicBezTo>
                  <a:lnTo>
                    <a:pt x="886" y="371"/>
                  </a:lnTo>
                  <a:cubicBezTo>
                    <a:pt x="929" y="363"/>
                    <a:pt x="970" y="357"/>
                    <a:pt x="1016" y="352"/>
                  </a:cubicBezTo>
                  <a:cubicBezTo>
                    <a:pt x="1040" y="339"/>
                    <a:pt x="1569" y="214"/>
                    <a:pt x="1528" y="214"/>
                  </a:cubicBezTo>
                  <a:cubicBezTo>
                    <a:pt x="1512" y="214"/>
                    <a:pt x="1421" y="230"/>
                    <a:pt x="1202" y="276"/>
                  </a:cubicBezTo>
                  <a:cubicBezTo>
                    <a:pt x="1227" y="233"/>
                    <a:pt x="1726" y="149"/>
                    <a:pt x="1938" y="90"/>
                  </a:cubicBezTo>
                  <a:lnTo>
                    <a:pt x="1938" y="90"/>
                  </a:lnTo>
                  <a:cubicBezTo>
                    <a:pt x="1908" y="96"/>
                    <a:pt x="1892" y="98"/>
                    <a:pt x="1885" y="98"/>
                  </a:cubicBezTo>
                  <a:cubicBezTo>
                    <a:pt x="1854" y="98"/>
                    <a:pt x="2005" y="47"/>
                    <a:pt x="1963" y="47"/>
                  </a:cubicBezTo>
                  <a:cubicBezTo>
                    <a:pt x="1828" y="90"/>
                    <a:pt x="1692" y="132"/>
                    <a:pt x="1549" y="157"/>
                  </a:cubicBezTo>
                  <a:cubicBezTo>
                    <a:pt x="1464" y="157"/>
                    <a:pt x="1735" y="98"/>
                    <a:pt x="1946" y="47"/>
                  </a:cubicBezTo>
                  <a:lnTo>
                    <a:pt x="1946" y="47"/>
                  </a:lnTo>
                  <a:cubicBezTo>
                    <a:pt x="1907" y="55"/>
                    <a:pt x="1887" y="58"/>
                    <a:pt x="1879" y="58"/>
                  </a:cubicBezTo>
                  <a:cubicBezTo>
                    <a:pt x="1847" y="58"/>
                    <a:pt x="2055" y="0"/>
                    <a:pt x="202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7"/>
            <p:cNvSpPr/>
            <p:nvPr/>
          </p:nvSpPr>
          <p:spPr>
            <a:xfrm>
              <a:off x="6687125" y="4391900"/>
              <a:ext cx="1300" cy="225"/>
            </a:xfrm>
            <a:custGeom>
              <a:rect b="b" l="l" r="r" t="t"/>
              <a:pathLst>
                <a:path extrusionOk="0" h="9" w="52">
                  <a:moveTo>
                    <a:pt x="52" y="1"/>
                  </a:moveTo>
                  <a:lnTo>
                    <a:pt x="1" y="9"/>
                  </a:lnTo>
                  <a:lnTo>
                    <a:pt x="18" y="9"/>
                  </a:lnTo>
                  <a:lnTo>
                    <a:pt x="5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7"/>
            <p:cNvSpPr/>
            <p:nvPr/>
          </p:nvSpPr>
          <p:spPr>
            <a:xfrm>
              <a:off x="5757450" y="4099000"/>
              <a:ext cx="1550" cy="1350"/>
            </a:xfrm>
            <a:custGeom>
              <a:rect b="b" l="l" r="r" t="t"/>
              <a:pathLst>
                <a:path extrusionOk="0" h="54" w="62">
                  <a:moveTo>
                    <a:pt x="0" y="0"/>
                  </a:moveTo>
                  <a:lnTo>
                    <a:pt x="52" y="45"/>
                  </a:lnTo>
                  <a:lnTo>
                    <a:pt x="52" y="45"/>
                  </a:lnTo>
                  <a:cubicBezTo>
                    <a:pt x="43" y="36"/>
                    <a:pt x="26" y="21"/>
                    <a:pt x="0" y="0"/>
                  </a:cubicBezTo>
                  <a:close/>
                  <a:moveTo>
                    <a:pt x="52" y="45"/>
                  </a:moveTo>
                  <a:cubicBezTo>
                    <a:pt x="59" y="50"/>
                    <a:pt x="62" y="53"/>
                    <a:pt x="62" y="53"/>
                  </a:cubicBezTo>
                  <a:cubicBezTo>
                    <a:pt x="62" y="53"/>
                    <a:pt x="61" y="52"/>
                    <a:pt x="60" y="51"/>
                  </a:cubicBezTo>
                  <a:lnTo>
                    <a:pt x="52" y="4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7"/>
            <p:cNvSpPr/>
            <p:nvPr/>
          </p:nvSpPr>
          <p:spPr>
            <a:xfrm>
              <a:off x="6672550" y="439105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7"/>
            <p:cNvSpPr/>
            <p:nvPr/>
          </p:nvSpPr>
          <p:spPr>
            <a:xfrm>
              <a:off x="5794875" y="4136225"/>
              <a:ext cx="250" cy="225"/>
            </a:xfrm>
            <a:custGeom>
              <a:rect b="b" l="l" r="r" t="t"/>
              <a:pathLst>
                <a:path extrusionOk="0" h="9" w="10">
                  <a:moveTo>
                    <a:pt x="9" y="9"/>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7"/>
            <p:cNvSpPr/>
            <p:nvPr/>
          </p:nvSpPr>
          <p:spPr>
            <a:xfrm>
              <a:off x="5814550" y="4133250"/>
              <a:ext cx="1075" cy="1075"/>
            </a:xfrm>
            <a:custGeom>
              <a:rect b="b" l="l" r="r" t="t"/>
              <a:pathLst>
                <a:path extrusionOk="0" h="43" w="43">
                  <a:moveTo>
                    <a:pt x="43" y="43"/>
                  </a:moveTo>
                  <a:cubicBezTo>
                    <a:pt x="43" y="43"/>
                    <a:pt x="34" y="35"/>
                    <a:pt x="34" y="35"/>
                  </a:cubicBezTo>
                  <a:cubicBezTo>
                    <a:pt x="0" y="1"/>
                    <a:pt x="17" y="18"/>
                    <a:pt x="43" y="4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7"/>
            <p:cNvSpPr/>
            <p:nvPr/>
          </p:nvSpPr>
          <p:spPr>
            <a:xfrm>
              <a:off x="5795300" y="4136425"/>
              <a:ext cx="25" cy="25"/>
            </a:xfrm>
            <a:custGeom>
              <a:rect b="b" l="l" r="r" t="t"/>
              <a:pathLst>
                <a:path extrusionOk="0" h="1" w="1">
                  <a:moveTo>
                    <a:pt x="1" y="1"/>
                  </a:moveTo>
                  <a:lnTo>
                    <a:pt x="1" y="1"/>
                  </a:lnTo>
                  <a:cubicBezTo>
                    <a:pt x="1" y="1"/>
                    <a:pt x="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7"/>
            <p:cNvSpPr/>
            <p:nvPr/>
          </p:nvSpPr>
          <p:spPr>
            <a:xfrm>
              <a:off x="5995150" y="4278750"/>
              <a:ext cx="2150" cy="1100"/>
            </a:xfrm>
            <a:custGeom>
              <a:rect b="b" l="l" r="r" t="t"/>
              <a:pathLst>
                <a:path extrusionOk="0" h="44" w="86">
                  <a:moveTo>
                    <a:pt x="18" y="1"/>
                  </a:moveTo>
                  <a:cubicBezTo>
                    <a:pt x="1" y="1"/>
                    <a:pt x="18" y="1"/>
                    <a:pt x="85" y="43"/>
                  </a:cubicBezTo>
                  <a:cubicBezTo>
                    <a:pt x="85" y="43"/>
                    <a:pt x="60" y="26"/>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7"/>
            <p:cNvSpPr/>
            <p:nvPr/>
          </p:nvSpPr>
          <p:spPr>
            <a:xfrm>
              <a:off x="5954750" y="4253800"/>
              <a:ext cx="675" cy="650"/>
            </a:xfrm>
            <a:custGeom>
              <a:rect b="b" l="l" r="r" t="t"/>
              <a:pathLst>
                <a:path extrusionOk="0" h="26" w="27">
                  <a:moveTo>
                    <a:pt x="26" y="26"/>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7"/>
            <p:cNvSpPr/>
            <p:nvPr/>
          </p:nvSpPr>
          <p:spPr>
            <a:xfrm>
              <a:off x="6298225" y="4377100"/>
              <a:ext cx="5500" cy="1075"/>
            </a:xfrm>
            <a:custGeom>
              <a:rect b="b" l="l" r="r" t="t"/>
              <a:pathLst>
                <a:path extrusionOk="0" h="43" w="220">
                  <a:moveTo>
                    <a:pt x="0" y="0"/>
                  </a:moveTo>
                  <a:lnTo>
                    <a:pt x="0" y="0"/>
                  </a:lnTo>
                  <a:cubicBezTo>
                    <a:pt x="43" y="11"/>
                    <a:pt x="89" y="18"/>
                    <a:pt x="136" y="27"/>
                  </a:cubicBezTo>
                  <a:lnTo>
                    <a:pt x="136" y="27"/>
                  </a:lnTo>
                  <a:lnTo>
                    <a:pt x="0" y="0"/>
                  </a:lnTo>
                  <a:close/>
                  <a:moveTo>
                    <a:pt x="136" y="27"/>
                  </a:moveTo>
                  <a:lnTo>
                    <a:pt x="220" y="43"/>
                  </a:lnTo>
                  <a:cubicBezTo>
                    <a:pt x="192" y="36"/>
                    <a:pt x="164" y="31"/>
                    <a:pt x="136" y="2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7"/>
            <p:cNvSpPr/>
            <p:nvPr/>
          </p:nvSpPr>
          <p:spPr>
            <a:xfrm>
              <a:off x="5792975" y="4134725"/>
              <a:ext cx="1925" cy="1525"/>
            </a:xfrm>
            <a:custGeom>
              <a:rect b="b" l="l" r="r" t="t"/>
              <a:pathLst>
                <a:path extrusionOk="0" h="61" w="77">
                  <a:moveTo>
                    <a:pt x="1" y="1"/>
                  </a:moveTo>
                  <a:lnTo>
                    <a:pt x="1" y="1"/>
                  </a:lnTo>
                  <a:cubicBezTo>
                    <a:pt x="15" y="12"/>
                    <a:pt x="27" y="22"/>
                    <a:pt x="37" y="29"/>
                  </a:cubicBezTo>
                  <a:lnTo>
                    <a:pt x="37" y="29"/>
                  </a:lnTo>
                  <a:lnTo>
                    <a:pt x="1" y="1"/>
                  </a:lnTo>
                  <a:close/>
                  <a:moveTo>
                    <a:pt x="37" y="29"/>
                  </a:moveTo>
                  <a:lnTo>
                    <a:pt x="77" y="60"/>
                  </a:lnTo>
                  <a:cubicBezTo>
                    <a:pt x="71" y="54"/>
                    <a:pt x="58" y="45"/>
                    <a:pt x="37" y="2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7"/>
            <p:cNvSpPr/>
            <p:nvPr/>
          </p:nvSpPr>
          <p:spPr>
            <a:xfrm>
              <a:off x="6063900" y="4309625"/>
              <a:ext cx="1500" cy="675"/>
            </a:xfrm>
            <a:custGeom>
              <a:rect b="b" l="l" r="r" t="t"/>
              <a:pathLst>
                <a:path extrusionOk="0" h="27" w="60">
                  <a:moveTo>
                    <a:pt x="0" y="1"/>
                  </a:moveTo>
                  <a:lnTo>
                    <a:pt x="34" y="18"/>
                  </a:lnTo>
                  <a:lnTo>
                    <a:pt x="59" y="26"/>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7"/>
            <p:cNvSpPr/>
            <p:nvPr/>
          </p:nvSpPr>
          <p:spPr>
            <a:xfrm>
              <a:off x="6057325" y="4305625"/>
              <a:ext cx="55225" cy="24975"/>
            </a:xfrm>
            <a:custGeom>
              <a:rect b="b" l="l" r="r" t="t"/>
              <a:pathLst>
                <a:path extrusionOk="0" h="999" w="2209">
                  <a:moveTo>
                    <a:pt x="1177" y="592"/>
                  </a:moveTo>
                  <a:lnTo>
                    <a:pt x="1177" y="592"/>
                  </a:lnTo>
                  <a:cubicBezTo>
                    <a:pt x="1181" y="594"/>
                    <a:pt x="1185" y="596"/>
                    <a:pt x="1189" y="597"/>
                  </a:cubicBezTo>
                  <a:lnTo>
                    <a:pt x="1189" y="597"/>
                  </a:lnTo>
                  <a:cubicBezTo>
                    <a:pt x="1185" y="596"/>
                    <a:pt x="1181" y="594"/>
                    <a:pt x="1177" y="592"/>
                  </a:cubicBezTo>
                  <a:close/>
                  <a:moveTo>
                    <a:pt x="1" y="0"/>
                  </a:moveTo>
                  <a:lnTo>
                    <a:pt x="466" y="220"/>
                  </a:lnTo>
                  <a:lnTo>
                    <a:pt x="314" y="186"/>
                  </a:lnTo>
                  <a:lnTo>
                    <a:pt x="365" y="203"/>
                  </a:lnTo>
                  <a:cubicBezTo>
                    <a:pt x="559" y="296"/>
                    <a:pt x="669" y="338"/>
                    <a:pt x="720" y="364"/>
                  </a:cubicBezTo>
                  <a:cubicBezTo>
                    <a:pt x="779" y="389"/>
                    <a:pt x="788" y="398"/>
                    <a:pt x="788" y="415"/>
                  </a:cubicBezTo>
                  <a:cubicBezTo>
                    <a:pt x="796" y="423"/>
                    <a:pt x="828" y="447"/>
                    <a:pt x="1210" y="604"/>
                  </a:cubicBezTo>
                  <a:lnTo>
                    <a:pt x="1210" y="604"/>
                  </a:lnTo>
                  <a:cubicBezTo>
                    <a:pt x="1202" y="601"/>
                    <a:pt x="1195" y="599"/>
                    <a:pt x="1189" y="597"/>
                  </a:cubicBezTo>
                  <a:lnTo>
                    <a:pt x="1189" y="597"/>
                  </a:lnTo>
                  <a:cubicBezTo>
                    <a:pt x="1357" y="665"/>
                    <a:pt x="1588" y="764"/>
                    <a:pt x="1786" y="854"/>
                  </a:cubicBezTo>
                  <a:cubicBezTo>
                    <a:pt x="1921" y="914"/>
                    <a:pt x="2065" y="956"/>
                    <a:pt x="2209" y="998"/>
                  </a:cubicBezTo>
                  <a:cubicBezTo>
                    <a:pt x="2149" y="973"/>
                    <a:pt x="1972" y="897"/>
                    <a:pt x="1828" y="838"/>
                  </a:cubicBezTo>
                  <a:cubicBezTo>
                    <a:pt x="1692" y="777"/>
                    <a:pt x="1589" y="717"/>
                    <a:pt x="1606" y="717"/>
                  </a:cubicBezTo>
                  <a:cubicBezTo>
                    <a:pt x="1608" y="717"/>
                    <a:pt x="1611" y="717"/>
                    <a:pt x="1617" y="719"/>
                  </a:cubicBezTo>
                  <a:cubicBezTo>
                    <a:pt x="1380" y="626"/>
                    <a:pt x="1041" y="457"/>
                    <a:pt x="914" y="406"/>
                  </a:cubicBezTo>
                  <a:lnTo>
                    <a:pt x="914" y="406"/>
                  </a:lnTo>
                  <a:cubicBezTo>
                    <a:pt x="1049" y="469"/>
                    <a:pt x="1092" y="493"/>
                    <a:pt x="1081" y="493"/>
                  </a:cubicBezTo>
                  <a:cubicBezTo>
                    <a:pt x="1061" y="493"/>
                    <a:pt x="856" y="413"/>
                    <a:pt x="686" y="347"/>
                  </a:cubicBezTo>
                  <a:cubicBezTo>
                    <a:pt x="586" y="299"/>
                    <a:pt x="583" y="293"/>
                    <a:pt x="596" y="293"/>
                  </a:cubicBezTo>
                  <a:cubicBezTo>
                    <a:pt x="600" y="293"/>
                    <a:pt x="605" y="293"/>
                    <a:pt x="609" y="293"/>
                  </a:cubicBezTo>
                  <a:cubicBezTo>
                    <a:pt x="622" y="293"/>
                    <a:pt x="624" y="288"/>
                    <a:pt x="542" y="245"/>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7"/>
            <p:cNvSpPr/>
            <p:nvPr/>
          </p:nvSpPr>
          <p:spPr>
            <a:xfrm>
              <a:off x="6083550" y="4319350"/>
              <a:ext cx="3200" cy="1100"/>
            </a:xfrm>
            <a:custGeom>
              <a:rect b="b" l="l" r="r" t="t"/>
              <a:pathLst>
                <a:path extrusionOk="0" h="44" w="128">
                  <a:moveTo>
                    <a:pt x="1" y="1"/>
                  </a:moveTo>
                  <a:cubicBezTo>
                    <a:pt x="35" y="18"/>
                    <a:pt x="85" y="35"/>
                    <a:pt x="128" y="43"/>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7"/>
            <p:cNvSpPr/>
            <p:nvPr/>
          </p:nvSpPr>
          <p:spPr>
            <a:xfrm>
              <a:off x="6169425" y="4353625"/>
              <a:ext cx="3825" cy="1075"/>
            </a:xfrm>
            <a:custGeom>
              <a:rect b="b" l="l" r="r" t="t"/>
              <a:pathLst>
                <a:path extrusionOk="0" h="43" w="153">
                  <a:moveTo>
                    <a:pt x="0" y="0"/>
                  </a:moveTo>
                  <a:lnTo>
                    <a:pt x="153" y="43"/>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7"/>
            <p:cNvSpPr/>
            <p:nvPr/>
          </p:nvSpPr>
          <p:spPr>
            <a:xfrm>
              <a:off x="5659100" y="3965975"/>
              <a:ext cx="7225" cy="10625"/>
            </a:xfrm>
            <a:custGeom>
              <a:rect b="b" l="l" r="r" t="t"/>
              <a:pathLst>
                <a:path extrusionOk="0" h="425" w="289">
                  <a:moveTo>
                    <a:pt x="1" y="0"/>
                  </a:moveTo>
                  <a:cubicBezTo>
                    <a:pt x="1" y="17"/>
                    <a:pt x="256" y="424"/>
                    <a:pt x="286" y="424"/>
                  </a:cubicBezTo>
                  <a:cubicBezTo>
                    <a:pt x="287" y="424"/>
                    <a:pt x="288" y="424"/>
                    <a:pt x="288" y="423"/>
                  </a:cubicBezTo>
                  <a:lnTo>
                    <a:pt x="43" y="43"/>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7"/>
            <p:cNvSpPr/>
            <p:nvPr/>
          </p:nvSpPr>
          <p:spPr>
            <a:xfrm>
              <a:off x="6401625" y="4399725"/>
              <a:ext cx="5100" cy="650"/>
            </a:xfrm>
            <a:custGeom>
              <a:rect b="b" l="l" r="r" t="t"/>
              <a:pathLst>
                <a:path extrusionOk="0" h="26" w="204">
                  <a:moveTo>
                    <a:pt x="1" y="1"/>
                  </a:moveTo>
                  <a:cubicBezTo>
                    <a:pt x="35" y="17"/>
                    <a:pt x="153" y="26"/>
                    <a:pt x="204" y="26"/>
                  </a:cubicBezTo>
                  <a:lnTo>
                    <a:pt x="3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7"/>
            <p:cNvSpPr/>
            <p:nvPr/>
          </p:nvSpPr>
          <p:spPr>
            <a:xfrm>
              <a:off x="6097950" y="4323600"/>
              <a:ext cx="3600" cy="1275"/>
            </a:xfrm>
            <a:custGeom>
              <a:rect b="b" l="l" r="r" t="t"/>
              <a:pathLst>
                <a:path extrusionOk="0" h="51" w="144">
                  <a:moveTo>
                    <a:pt x="0" y="0"/>
                  </a:moveTo>
                  <a:cubicBezTo>
                    <a:pt x="42" y="17"/>
                    <a:pt x="93" y="34"/>
                    <a:pt x="144" y="51"/>
                  </a:cubicBezTo>
                  <a:cubicBezTo>
                    <a:pt x="59" y="17"/>
                    <a:pt x="17"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7"/>
            <p:cNvSpPr/>
            <p:nvPr/>
          </p:nvSpPr>
          <p:spPr>
            <a:xfrm>
              <a:off x="6407350" y="4401850"/>
              <a:ext cx="14825" cy="1275"/>
            </a:xfrm>
            <a:custGeom>
              <a:rect b="b" l="l" r="r" t="t"/>
              <a:pathLst>
                <a:path extrusionOk="0" h="51" w="593">
                  <a:moveTo>
                    <a:pt x="0" y="0"/>
                  </a:moveTo>
                  <a:lnTo>
                    <a:pt x="0" y="0"/>
                  </a:lnTo>
                  <a:cubicBezTo>
                    <a:pt x="10" y="2"/>
                    <a:pt x="19" y="3"/>
                    <a:pt x="29" y="4"/>
                  </a:cubicBezTo>
                  <a:lnTo>
                    <a:pt x="29" y="4"/>
                  </a:lnTo>
                  <a:cubicBezTo>
                    <a:pt x="19" y="3"/>
                    <a:pt x="10" y="1"/>
                    <a:pt x="0" y="0"/>
                  </a:cubicBezTo>
                  <a:close/>
                  <a:moveTo>
                    <a:pt x="29" y="4"/>
                  </a:moveTo>
                  <a:cubicBezTo>
                    <a:pt x="85" y="13"/>
                    <a:pt x="137" y="28"/>
                    <a:pt x="195" y="42"/>
                  </a:cubicBezTo>
                  <a:cubicBezTo>
                    <a:pt x="338" y="51"/>
                    <a:pt x="448" y="51"/>
                    <a:pt x="592" y="51"/>
                  </a:cubicBezTo>
                  <a:cubicBezTo>
                    <a:pt x="430" y="43"/>
                    <a:pt x="245" y="35"/>
                    <a:pt x="29"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7"/>
            <p:cNvSpPr/>
            <p:nvPr/>
          </p:nvSpPr>
          <p:spPr>
            <a:xfrm>
              <a:off x="6422575" y="440310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7"/>
            <p:cNvSpPr/>
            <p:nvPr/>
          </p:nvSpPr>
          <p:spPr>
            <a:xfrm>
              <a:off x="5485900" y="3077725"/>
              <a:ext cx="1225800" cy="1335825"/>
            </a:xfrm>
            <a:custGeom>
              <a:rect b="b" l="l" r="r" t="t"/>
              <a:pathLst>
                <a:path extrusionOk="0" h="53433" w="49032">
                  <a:moveTo>
                    <a:pt x="1117" y="3334"/>
                  </a:moveTo>
                  <a:cubicBezTo>
                    <a:pt x="1114" y="3348"/>
                    <a:pt x="1112" y="3359"/>
                    <a:pt x="1110" y="3367"/>
                  </a:cubicBezTo>
                  <a:lnTo>
                    <a:pt x="1110" y="3367"/>
                  </a:lnTo>
                  <a:cubicBezTo>
                    <a:pt x="1111" y="3356"/>
                    <a:pt x="1113" y="3345"/>
                    <a:pt x="1117" y="3334"/>
                  </a:cubicBezTo>
                  <a:close/>
                  <a:moveTo>
                    <a:pt x="271" y="7978"/>
                  </a:moveTo>
                  <a:cubicBezTo>
                    <a:pt x="269" y="8000"/>
                    <a:pt x="266" y="8022"/>
                    <a:pt x="264" y="8044"/>
                  </a:cubicBezTo>
                  <a:lnTo>
                    <a:pt x="264" y="8044"/>
                  </a:lnTo>
                  <a:cubicBezTo>
                    <a:pt x="266" y="8023"/>
                    <a:pt x="269" y="8000"/>
                    <a:pt x="271" y="7978"/>
                  </a:cubicBezTo>
                  <a:close/>
                  <a:moveTo>
                    <a:pt x="110" y="9509"/>
                  </a:moveTo>
                  <a:cubicBezTo>
                    <a:pt x="103" y="9584"/>
                    <a:pt x="97" y="9657"/>
                    <a:pt x="92" y="9726"/>
                  </a:cubicBezTo>
                  <a:lnTo>
                    <a:pt x="92" y="9726"/>
                  </a:lnTo>
                  <a:cubicBezTo>
                    <a:pt x="94" y="9708"/>
                    <a:pt x="97" y="9689"/>
                    <a:pt x="102" y="9670"/>
                  </a:cubicBezTo>
                  <a:cubicBezTo>
                    <a:pt x="102" y="9619"/>
                    <a:pt x="110" y="9560"/>
                    <a:pt x="110" y="9509"/>
                  </a:cubicBezTo>
                  <a:close/>
                  <a:moveTo>
                    <a:pt x="92" y="9726"/>
                  </a:moveTo>
                  <a:lnTo>
                    <a:pt x="92" y="9726"/>
                  </a:lnTo>
                  <a:cubicBezTo>
                    <a:pt x="91" y="9736"/>
                    <a:pt x="90" y="9747"/>
                    <a:pt x="89" y="9757"/>
                  </a:cubicBezTo>
                  <a:lnTo>
                    <a:pt x="89" y="9757"/>
                  </a:lnTo>
                  <a:cubicBezTo>
                    <a:pt x="90" y="9747"/>
                    <a:pt x="91" y="9736"/>
                    <a:pt x="92" y="9726"/>
                  </a:cubicBezTo>
                  <a:close/>
                  <a:moveTo>
                    <a:pt x="1210" y="22308"/>
                  </a:moveTo>
                  <a:cubicBezTo>
                    <a:pt x="1215" y="22336"/>
                    <a:pt x="1217" y="22339"/>
                    <a:pt x="1221" y="22345"/>
                  </a:cubicBezTo>
                  <a:lnTo>
                    <a:pt x="1221" y="22345"/>
                  </a:lnTo>
                  <a:cubicBezTo>
                    <a:pt x="1217" y="22333"/>
                    <a:pt x="1214" y="22321"/>
                    <a:pt x="1210" y="22308"/>
                  </a:cubicBezTo>
                  <a:close/>
                  <a:moveTo>
                    <a:pt x="1491" y="22466"/>
                  </a:moveTo>
                  <a:cubicBezTo>
                    <a:pt x="1513" y="22531"/>
                    <a:pt x="1547" y="22644"/>
                    <a:pt x="1550" y="22644"/>
                  </a:cubicBezTo>
                  <a:cubicBezTo>
                    <a:pt x="1552" y="22644"/>
                    <a:pt x="1549" y="22628"/>
                    <a:pt x="1540" y="22587"/>
                  </a:cubicBezTo>
                  <a:lnTo>
                    <a:pt x="1491" y="22466"/>
                  </a:lnTo>
                  <a:close/>
                  <a:moveTo>
                    <a:pt x="1481" y="23459"/>
                  </a:moveTo>
                  <a:cubicBezTo>
                    <a:pt x="1481" y="23461"/>
                    <a:pt x="1482" y="23464"/>
                    <a:pt x="1483" y="23466"/>
                  </a:cubicBezTo>
                  <a:lnTo>
                    <a:pt x="1483" y="23466"/>
                  </a:lnTo>
                  <a:cubicBezTo>
                    <a:pt x="1482" y="23464"/>
                    <a:pt x="1482" y="23461"/>
                    <a:pt x="1481" y="23459"/>
                  </a:cubicBezTo>
                  <a:close/>
                  <a:moveTo>
                    <a:pt x="3858" y="30032"/>
                  </a:moveTo>
                  <a:lnTo>
                    <a:pt x="3861" y="30035"/>
                  </a:lnTo>
                  <a:lnTo>
                    <a:pt x="3861" y="30035"/>
                  </a:lnTo>
                  <a:cubicBezTo>
                    <a:pt x="3860" y="30034"/>
                    <a:pt x="3859" y="30032"/>
                    <a:pt x="3858" y="30032"/>
                  </a:cubicBezTo>
                  <a:close/>
                  <a:moveTo>
                    <a:pt x="5389" y="33094"/>
                  </a:moveTo>
                  <a:lnTo>
                    <a:pt x="5389" y="33094"/>
                  </a:lnTo>
                  <a:cubicBezTo>
                    <a:pt x="5433" y="33174"/>
                    <a:pt x="5485" y="33263"/>
                    <a:pt x="5524" y="33328"/>
                  </a:cubicBezTo>
                  <a:lnTo>
                    <a:pt x="5524" y="33328"/>
                  </a:lnTo>
                  <a:cubicBezTo>
                    <a:pt x="5473" y="33241"/>
                    <a:pt x="5427" y="33161"/>
                    <a:pt x="5389" y="33094"/>
                  </a:cubicBezTo>
                  <a:close/>
                  <a:moveTo>
                    <a:pt x="6472" y="34803"/>
                  </a:moveTo>
                  <a:cubicBezTo>
                    <a:pt x="6475" y="34808"/>
                    <a:pt x="6478" y="34813"/>
                    <a:pt x="6482" y="34817"/>
                  </a:cubicBezTo>
                  <a:lnTo>
                    <a:pt x="6482" y="34817"/>
                  </a:lnTo>
                  <a:lnTo>
                    <a:pt x="6472" y="34803"/>
                  </a:lnTo>
                  <a:close/>
                  <a:moveTo>
                    <a:pt x="4569" y="30802"/>
                  </a:moveTo>
                  <a:cubicBezTo>
                    <a:pt x="4822" y="31326"/>
                    <a:pt x="4856" y="31292"/>
                    <a:pt x="5203" y="31952"/>
                  </a:cubicBezTo>
                  <a:cubicBezTo>
                    <a:pt x="5317" y="32185"/>
                    <a:pt x="5347" y="32252"/>
                    <a:pt x="5343" y="32252"/>
                  </a:cubicBezTo>
                  <a:cubicBezTo>
                    <a:pt x="5337" y="32252"/>
                    <a:pt x="5267" y="32126"/>
                    <a:pt x="5256" y="32126"/>
                  </a:cubicBezTo>
                  <a:lnTo>
                    <a:pt x="5256" y="32126"/>
                  </a:lnTo>
                  <a:cubicBezTo>
                    <a:pt x="5250" y="32126"/>
                    <a:pt x="5262" y="32164"/>
                    <a:pt x="5313" y="32282"/>
                  </a:cubicBezTo>
                  <a:cubicBezTo>
                    <a:pt x="5398" y="32451"/>
                    <a:pt x="5508" y="32612"/>
                    <a:pt x="5609" y="32773"/>
                  </a:cubicBezTo>
                  <a:lnTo>
                    <a:pt x="5482" y="32536"/>
                  </a:lnTo>
                  <a:lnTo>
                    <a:pt x="5482" y="32536"/>
                  </a:lnTo>
                  <a:cubicBezTo>
                    <a:pt x="5554" y="32592"/>
                    <a:pt x="5883" y="33236"/>
                    <a:pt x="5919" y="33236"/>
                  </a:cubicBezTo>
                  <a:cubicBezTo>
                    <a:pt x="5921" y="33236"/>
                    <a:pt x="5922" y="33234"/>
                    <a:pt x="5922" y="33229"/>
                  </a:cubicBezTo>
                  <a:cubicBezTo>
                    <a:pt x="6184" y="33762"/>
                    <a:pt x="6294" y="33889"/>
                    <a:pt x="6607" y="34456"/>
                  </a:cubicBezTo>
                  <a:cubicBezTo>
                    <a:pt x="6628" y="34484"/>
                    <a:pt x="6638" y="34496"/>
                    <a:pt x="6639" y="34496"/>
                  </a:cubicBezTo>
                  <a:cubicBezTo>
                    <a:pt x="6646" y="34496"/>
                    <a:pt x="6553" y="34345"/>
                    <a:pt x="6480" y="34219"/>
                  </a:cubicBezTo>
                  <a:lnTo>
                    <a:pt x="6480" y="34219"/>
                  </a:lnTo>
                  <a:cubicBezTo>
                    <a:pt x="6658" y="34498"/>
                    <a:pt x="6700" y="34498"/>
                    <a:pt x="6903" y="34871"/>
                  </a:cubicBezTo>
                  <a:cubicBezTo>
                    <a:pt x="6939" y="34927"/>
                    <a:pt x="6959" y="34953"/>
                    <a:pt x="6963" y="34953"/>
                  </a:cubicBezTo>
                  <a:cubicBezTo>
                    <a:pt x="6971" y="34953"/>
                    <a:pt x="6923" y="34858"/>
                    <a:pt x="6826" y="34698"/>
                  </a:cubicBezTo>
                  <a:lnTo>
                    <a:pt x="6826" y="34698"/>
                  </a:lnTo>
                  <a:cubicBezTo>
                    <a:pt x="6977" y="34937"/>
                    <a:pt x="7140" y="35164"/>
                    <a:pt x="7309" y="35429"/>
                  </a:cubicBezTo>
                  <a:lnTo>
                    <a:pt x="7132" y="35107"/>
                  </a:lnTo>
                  <a:lnTo>
                    <a:pt x="7343" y="35420"/>
                  </a:lnTo>
                  <a:lnTo>
                    <a:pt x="7174" y="35141"/>
                  </a:lnTo>
                  <a:lnTo>
                    <a:pt x="7244" y="35246"/>
                  </a:lnTo>
                  <a:lnTo>
                    <a:pt x="7244" y="35246"/>
                  </a:lnTo>
                  <a:cubicBezTo>
                    <a:pt x="7211" y="35190"/>
                    <a:pt x="7179" y="35132"/>
                    <a:pt x="7149" y="35074"/>
                  </a:cubicBezTo>
                  <a:cubicBezTo>
                    <a:pt x="7047" y="34913"/>
                    <a:pt x="6963" y="34752"/>
                    <a:pt x="6819" y="34532"/>
                  </a:cubicBezTo>
                  <a:lnTo>
                    <a:pt x="6819" y="34532"/>
                  </a:lnTo>
                  <a:lnTo>
                    <a:pt x="6870" y="34676"/>
                  </a:lnTo>
                  <a:cubicBezTo>
                    <a:pt x="6776" y="34541"/>
                    <a:pt x="6557" y="34194"/>
                    <a:pt x="6447" y="34025"/>
                  </a:cubicBezTo>
                  <a:cubicBezTo>
                    <a:pt x="6434" y="33987"/>
                    <a:pt x="6278" y="33703"/>
                    <a:pt x="6294" y="33703"/>
                  </a:cubicBezTo>
                  <a:lnTo>
                    <a:pt x="6294" y="33703"/>
                  </a:lnTo>
                  <a:cubicBezTo>
                    <a:pt x="6299" y="33703"/>
                    <a:pt x="6326" y="33738"/>
                    <a:pt x="6387" y="33830"/>
                  </a:cubicBezTo>
                  <a:cubicBezTo>
                    <a:pt x="6269" y="33635"/>
                    <a:pt x="6184" y="33492"/>
                    <a:pt x="6108" y="33382"/>
                  </a:cubicBezTo>
                  <a:cubicBezTo>
                    <a:pt x="6041" y="33263"/>
                    <a:pt x="5981" y="33179"/>
                    <a:pt x="5914" y="33086"/>
                  </a:cubicBezTo>
                  <a:cubicBezTo>
                    <a:pt x="5854" y="32993"/>
                    <a:pt x="5787" y="32899"/>
                    <a:pt x="5702" y="32764"/>
                  </a:cubicBezTo>
                  <a:cubicBezTo>
                    <a:pt x="5592" y="32595"/>
                    <a:pt x="5491" y="32417"/>
                    <a:pt x="5398" y="32240"/>
                  </a:cubicBezTo>
                  <a:lnTo>
                    <a:pt x="5398" y="32240"/>
                  </a:lnTo>
                  <a:cubicBezTo>
                    <a:pt x="5508" y="32460"/>
                    <a:pt x="5575" y="32578"/>
                    <a:pt x="5634" y="32688"/>
                  </a:cubicBezTo>
                  <a:lnTo>
                    <a:pt x="5846" y="33052"/>
                  </a:lnTo>
                  <a:cubicBezTo>
                    <a:pt x="5764" y="32923"/>
                    <a:pt x="5738" y="32884"/>
                    <a:pt x="5734" y="32884"/>
                  </a:cubicBezTo>
                  <a:lnTo>
                    <a:pt x="5734" y="32884"/>
                  </a:lnTo>
                  <a:cubicBezTo>
                    <a:pt x="5728" y="32884"/>
                    <a:pt x="5778" y="32978"/>
                    <a:pt x="5766" y="32978"/>
                  </a:cubicBezTo>
                  <a:cubicBezTo>
                    <a:pt x="5765" y="32978"/>
                    <a:pt x="5764" y="32977"/>
                    <a:pt x="5761" y="32976"/>
                  </a:cubicBezTo>
                  <a:cubicBezTo>
                    <a:pt x="5711" y="32866"/>
                    <a:pt x="5575" y="32646"/>
                    <a:pt x="5499" y="32502"/>
                  </a:cubicBezTo>
                  <a:cubicBezTo>
                    <a:pt x="5459" y="32427"/>
                    <a:pt x="5433" y="32375"/>
                    <a:pt x="5438" y="32375"/>
                  </a:cubicBezTo>
                  <a:lnTo>
                    <a:pt x="5438" y="32375"/>
                  </a:lnTo>
                  <a:cubicBezTo>
                    <a:pt x="5443" y="32375"/>
                    <a:pt x="5473" y="32418"/>
                    <a:pt x="5541" y="32527"/>
                  </a:cubicBezTo>
                  <a:cubicBezTo>
                    <a:pt x="5381" y="32240"/>
                    <a:pt x="5085" y="31656"/>
                    <a:pt x="5000" y="31529"/>
                  </a:cubicBezTo>
                  <a:lnTo>
                    <a:pt x="5000" y="31529"/>
                  </a:lnTo>
                  <a:lnTo>
                    <a:pt x="5127" y="31791"/>
                  </a:lnTo>
                  <a:cubicBezTo>
                    <a:pt x="5008" y="31580"/>
                    <a:pt x="4898" y="31377"/>
                    <a:pt x="4797" y="31199"/>
                  </a:cubicBezTo>
                  <a:cubicBezTo>
                    <a:pt x="4704" y="31021"/>
                    <a:pt x="4619" y="30878"/>
                    <a:pt x="4569" y="30802"/>
                  </a:cubicBezTo>
                  <a:close/>
                  <a:moveTo>
                    <a:pt x="7244" y="35246"/>
                  </a:moveTo>
                  <a:cubicBezTo>
                    <a:pt x="7321" y="35377"/>
                    <a:pt x="7405" y="35501"/>
                    <a:pt x="7496" y="35622"/>
                  </a:cubicBezTo>
                  <a:lnTo>
                    <a:pt x="7496" y="35622"/>
                  </a:lnTo>
                  <a:lnTo>
                    <a:pt x="7244" y="35246"/>
                  </a:lnTo>
                  <a:close/>
                  <a:moveTo>
                    <a:pt x="7293" y="35284"/>
                  </a:moveTo>
                  <a:cubicBezTo>
                    <a:pt x="7287" y="35284"/>
                    <a:pt x="7561" y="35669"/>
                    <a:pt x="7536" y="35669"/>
                  </a:cubicBezTo>
                  <a:cubicBezTo>
                    <a:pt x="7535" y="35669"/>
                    <a:pt x="7533" y="35668"/>
                    <a:pt x="7529" y="35666"/>
                  </a:cubicBezTo>
                  <a:cubicBezTo>
                    <a:pt x="7518" y="35651"/>
                    <a:pt x="7507" y="35637"/>
                    <a:pt x="7496" y="35622"/>
                  </a:cubicBezTo>
                  <a:lnTo>
                    <a:pt x="7496" y="35622"/>
                  </a:lnTo>
                  <a:lnTo>
                    <a:pt x="7792" y="36063"/>
                  </a:lnTo>
                  <a:cubicBezTo>
                    <a:pt x="7890" y="36209"/>
                    <a:pt x="7982" y="36345"/>
                    <a:pt x="8062" y="36467"/>
                  </a:cubicBezTo>
                  <a:lnTo>
                    <a:pt x="8062" y="36467"/>
                  </a:lnTo>
                  <a:cubicBezTo>
                    <a:pt x="7826" y="36099"/>
                    <a:pt x="7659" y="35815"/>
                    <a:pt x="7301" y="35293"/>
                  </a:cubicBezTo>
                  <a:cubicBezTo>
                    <a:pt x="7296" y="35287"/>
                    <a:pt x="7293" y="35284"/>
                    <a:pt x="7293" y="35284"/>
                  </a:cubicBezTo>
                  <a:close/>
                  <a:moveTo>
                    <a:pt x="8062" y="36467"/>
                  </a:moveTo>
                  <a:lnTo>
                    <a:pt x="8062" y="36467"/>
                  </a:lnTo>
                  <a:cubicBezTo>
                    <a:pt x="8099" y="36525"/>
                    <a:pt x="8138" y="36585"/>
                    <a:pt x="8180" y="36649"/>
                  </a:cubicBezTo>
                  <a:lnTo>
                    <a:pt x="8180" y="36649"/>
                  </a:lnTo>
                  <a:cubicBezTo>
                    <a:pt x="8144" y="36593"/>
                    <a:pt x="8105" y="36532"/>
                    <a:pt x="8062" y="36467"/>
                  </a:cubicBezTo>
                  <a:close/>
                  <a:moveTo>
                    <a:pt x="8612" y="37764"/>
                  </a:moveTo>
                  <a:lnTo>
                    <a:pt x="8747" y="37939"/>
                  </a:lnTo>
                  <a:lnTo>
                    <a:pt x="8747" y="37939"/>
                  </a:lnTo>
                  <a:cubicBezTo>
                    <a:pt x="8668" y="37844"/>
                    <a:pt x="8628" y="37788"/>
                    <a:pt x="8612" y="37764"/>
                  </a:cubicBezTo>
                  <a:close/>
                  <a:moveTo>
                    <a:pt x="9137" y="38440"/>
                  </a:moveTo>
                  <a:lnTo>
                    <a:pt x="9297" y="38643"/>
                  </a:lnTo>
                  <a:lnTo>
                    <a:pt x="9297" y="38643"/>
                  </a:lnTo>
                  <a:lnTo>
                    <a:pt x="9221" y="38584"/>
                  </a:lnTo>
                  <a:lnTo>
                    <a:pt x="9213" y="38593"/>
                  </a:lnTo>
                  <a:cubicBezTo>
                    <a:pt x="9179" y="38542"/>
                    <a:pt x="9154" y="38491"/>
                    <a:pt x="9137" y="38440"/>
                  </a:cubicBezTo>
                  <a:close/>
                  <a:moveTo>
                    <a:pt x="10203" y="39286"/>
                  </a:moveTo>
                  <a:lnTo>
                    <a:pt x="10211" y="39295"/>
                  </a:lnTo>
                  <a:lnTo>
                    <a:pt x="10219" y="39295"/>
                  </a:lnTo>
                  <a:lnTo>
                    <a:pt x="10203" y="39286"/>
                  </a:lnTo>
                  <a:close/>
                  <a:moveTo>
                    <a:pt x="10397" y="40071"/>
                  </a:moveTo>
                  <a:cubicBezTo>
                    <a:pt x="10399" y="40071"/>
                    <a:pt x="10405" y="40074"/>
                    <a:pt x="10414" y="40081"/>
                  </a:cubicBezTo>
                  <a:cubicBezTo>
                    <a:pt x="10702" y="40411"/>
                    <a:pt x="10727" y="40335"/>
                    <a:pt x="10972" y="40657"/>
                  </a:cubicBezTo>
                  <a:cubicBezTo>
                    <a:pt x="10982" y="40662"/>
                    <a:pt x="10988" y="40665"/>
                    <a:pt x="10991" y="40665"/>
                  </a:cubicBezTo>
                  <a:cubicBezTo>
                    <a:pt x="11009" y="40665"/>
                    <a:pt x="10946" y="40595"/>
                    <a:pt x="10854" y="40496"/>
                  </a:cubicBezTo>
                  <a:lnTo>
                    <a:pt x="10854" y="40496"/>
                  </a:lnTo>
                  <a:cubicBezTo>
                    <a:pt x="10879" y="40513"/>
                    <a:pt x="10896" y="40538"/>
                    <a:pt x="10930" y="40547"/>
                  </a:cubicBezTo>
                  <a:lnTo>
                    <a:pt x="11243" y="40877"/>
                  </a:lnTo>
                  <a:cubicBezTo>
                    <a:pt x="11317" y="40958"/>
                    <a:pt x="11385" y="41033"/>
                    <a:pt x="11383" y="41033"/>
                  </a:cubicBezTo>
                  <a:cubicBezTo>
                    <a:pt x="11383" y="41033"/>
                    <a:pt x="11381" y="41032"/>
                    <a:pt x="11378" y="41029"/>
                  </a:cubicBezTo>
                  <a:cubicBezTo>
                    <a:pt x="11328" y="41029"/>
                    <a:pt x="10955" y="40648"/>
                    <a:pt x="10829" y="40555"/>
                  </a:cubicBezTo>
                  <a:lnTo>
                    <a:pt x="10820" y="40555"/>
                  </a:lnTo>
                  <a:cubicBezTo>
                    <a:pt x="10735" y="40470"/>
                    <a:pt x="10372" y="40071"/>
                    <a:pt x="10397" y="40071"/>
                  </a:cubicBezTo>
                  <a:close/>
                  <a:moveTo>
                    <a:pt x="12114" y="41452"/>
                  </a:moveTo>
                  <a:cubicBezTo>
                    <a:pt x="12115" y="41452"/>
                    <a:pt x="12115" y="41452"/>
                    <a:pt x="12115" y="41453"/>
                  </a:cubicBezTo>
                  <a:lnTo>
                    <a:pt x="12115" y="41453"/>
                  </a:lnTo>
                  <a:cubicBezTo>
                    <a:pt x="12121" y="41458"/>
                    <a:pt x="12126" y="41464"/>
                    <a:pt x="12131" y="41469"/>
                  </a:cubicBezTo>
                  <a:lnTo>
                    <a:pt x="12114" y="41452"/>
                  </a:lnTo>
                  <a:close/>
                  <a:moveTo>
                    <a:pt x="11911" y="41410"/>
                  </a:moveTo>
                  <a:cubicBezTo>
                    <a:pt x="12148" y="41646"/>
                    <a:pt x="12394" y="41875"/>
                    <a:pt x="12630" y="42112"/>
                  </a:cubicBezTo>
                  <a:lnTo>
                    <a:pt x="13003" y="42475"/>
                  </a:lnTo>
                  <a:lnTo>
                    <a:pt x="13383" y="42814"/>
                  </a:lnTo>
                  <a:lnTo>
                    <a:pt x="13324" y="42746"/>
                  </a:lnTo>
                  <a:lnTo>
                    <a:pt x="13324" y="42746"/>
                  </a:lnTo>
                  <a:cubicBezTo>
                    <a:pt x="13485" y="42890"/>
                    <a:pt x="13629" y="42992"/>
                    <a:pt x="13713" y="43085"/>
                  </a:cubicBezTo>
                  <a:cubicBezTo>
                    <a:pt x="13713" y="43085"/>
                    <a:pt x="13713" y="43086"/>
                    <a:pt x="13712" y="43086"/>
                  </a:cubicBezTo>
                  <a:cubicBezTo>
                    <a:pt x="13703" y="43086"/>
                    <a:pt x="13647" y="43046"/>
                    <a:pt x="13569" y="42992"/>
                  </a:cubicBezTo>
                  <a:lnTo>
                    <a:pt x="13239" y="42746"/>
                  </a:lnTo>
                  <a:cubicBezTo>
                    <a:pt x="12986" y="42552"/>
                    <a:pt x="12707" y="42323"/>
                    <a:pt x="12580" y="42213"/>
                  </a:cubicBezTo>
                  <a:lnTo>
                    <a:pt x="12123" y="41782"/>
                  </a:lnTo>
                  <a:cubicBezTo>
                    <a:pt x="11979" y="41646"/>
                    <a:pt x="11852" y="41528"/>
                    <a:pt x="11768" y="41427"/>
                  </a:cubicBezTo>
                  <a:lnTo>
                    <a:pt x="11768" y="41427"/>
                  </a:lnTo>
                  <a:lnTo>
                    <a:pt x="11861" y="41520"/>
                  </a:lnTo>
                  <a:cubicBezTo>
                    <a:pt x="12471" y="42101"/>
                    <a:pt x="12718" y="42326"/>
                    <a:pt x="12739" y="42326"/>
                  </a:cubicBezTo>
                  <a:cubicBezTo>
                    <a:pt x="12768" y="42326"/>
                    <a:pt x="12379" y="41911"/>
                    <a:pt x="11911" y="41410"/>
                  </a:cubicBezTo>
                  <a:close/>
                  <a:moveTo>
                    <a:pt x="13646" y="43178"/>
                  </a:moveTo>
                  <a:lnTo>
                    <a:pt x="13959" y="43440"/>
                  </a:lnTo>
                  <a:cubicBezTo>
                    <a:pt x="13899" y="43414"/>
                    <a:pt x="13959" y="43482"/>
                    <a:pt x="13671" y="43220"/>
                  </a:cubicBezTo>
                  <a:lnTo>
                    <a:pt x="13671" y="43220"/>
                  </a:lnTo>
                  <a:cubicBezTo>
                    <a:pt x="13675" y="43221"/>
                    <a:pt x="13678" y="43222"/>
                    <a:pt x="13680" y="43222"/>
                  </a:cubicBezTo>
                  <a:cubicBezTo>
                    <a:pt x="13690" y="43222"/>
                    <a:pt x="13674" y="43206"/>
                    <a:pt x="13646" y="43178"/>
                  </a:cubicBezTo>
                  <a:close/>
                  <a:moveTo>
                    <a:pt x="14356" y="43829"/>
                  </a:moveTo>
                  <a:cubicBezTo>
                    <a:pt x="14356" y="43829"/>
                    <a:pt x="14356" y="43829"/>
                    <a:pt x="14356" y="43829"/>
                  </a:cubicBezTo>
                  <a:cubicBezTo>
                    <a:pt x="14356" y="43829"/>
                    <a:pt x="14356" y="43829"/>
                    <a:pt x="14356" y="43829"/>
                  </a:cubicBezTo>
                  <a:close/>
                  <a:moveTo>
                    <a:pt x="15705" y="45133"/>
                  </a:moveTo>
                  <a:cubicBezTo>
                    <a:pt x="15767" y="45180"/>
                    <a:pt x="15822" y="45219"/>
                    <a:pt x="15870" y="45250"/>
                  </a:cubicBezTo>
                  <a:cubicBezTo>
                    <a:pt x="15817" y="45213"/>
                    <a:pt x="15762" y="45174"/>
                    <a:pt x="15705" y="45133"/>
                  </a:cubicBezTo>
                  <a:close/>
                  <a:moveTo>
                    <a:pt x="17588" y="45900"/>
                  </a:moveTo>
                  <a:cubicBezTo>
                    <a:pt x="17593" y="45903"/>
                    <a:pt x="17599" y="45907"/>
                    <a:pt x="17605" y="45910"/>
                  </a:cubicBezTo>
                  <a:cubicBezTo>
                    <a:pt x="17599" y="45906"/>
                    <a:pt x="17593" y="45903"/>
                    <a:pt x="17588" y="45900"/>
                  </a:cubicBezTo>
                  <a:close/>
                  <a:moveTo>
                    <a:pt x="13888" y="43480"/>
                  </a:moveTo>
                  <a:cubicBezTo>
                    <a:pt x="13908" y="43480"/>
                    <a:pt x="14142" y="43703"/>
                    <a:pt x="14255" y="43778"/>
                  </a:cubicBezTo>
                  <a:lnTo>
                    <a:pt x="14026" y="43558"/>
                  </a:lnTo>
                  <a:lnTo>
                    <a:pt x="14026" y="43558"/>
                  </a:lnTo>
                  <a:cubicBezTo>
                    <a:pt x="14144" y="43651"/>
                    <a:pt x="14380" y="43811"/>
                    <a:pt x="14356" y="43829"/>
                  </a:cubicBezTo>
                  <a:lnTo>
                    <a:pt x="14356" y="43829"/>
                  </a:lnTo>
                  <a:cubicBezTo>
                    <a:pt x="14357" y="43829"/>
                    <a:pt x="14357" y="43829"/>
                    <a:pt x="14358" y="43829"/>
                  </a:cubicBezTo>
                  <a:cubicBezTo>
                    <a:pt x="14367" y="43829"/>
                    <a:pt x="14408" y="43852"/>
                    <a:pt x="14418" y="43852"/>
                  </a:cubicBezTo>
                  <a:cubicBezTo>
                    <a:pt x="14428" y="43852"/>
                    <a:pt x="14396" y="43821"/>
                    <a:pt x="14221" y="43685"/>
                  </a:cubicBezTo>
                  <a:lnTo>
                    <a:pt x="14221" y="43685"/>
                  </a:lnTo>
                  <a:lnTo>
                    <a:pt x="14483" y="43871"/>
                  </a:lnTo>
                  <a:cubicBezTo>
                    <a:pt x="14466" y="43854"/>
                    <a:pt x="14449" y="43837"/>
                    <a:pt x="14432" y="43821"/>
                  </a:cubicBezTo>
                  <a:lnTo>
                    <a:pt x="14432" y="43821"/>
                  </a:lnTo>
                  <a:lnTo>
                    <a:pt x="14661" y="44007"/>
                  </a:lnTo>
                  <a:cubicBezTo>
                    <a:pt x="14745" y="44091"/>
                    <a:pt x="14914" y="44227"/>
                    <a:pt x="15050" y="44362"/>
                  </a:cubicBezTo>
                  <a:cubicBezTo>
                    <a:pt x="14965" y="44311"/>
                    <a:pt x="14881" y="44252"/>
                    <a:pt x="14804" y="44184"/>
                  </a:cubicBezTo>
                  <a:lnTo>
                    <a:pt x="14804" y="44184"/>
                  </a:lnTo>
                  <a:cubicBezTo>
                    <a:pt x="14982" y="44345"/>
                    <a:pt x="15168" y="44497"/>
                    <a:pt x="15371" y="44633"/>
                  </a:cubicBezTo>
                  <a:cubicBezTo>
                    <a:pt x="15007" y="44345"/>
                    <a:pt x="15211" y="44489"/>
                    <a:pt x="15143" y="44404"/>
                  </a:cubicBezTo>
                  <a:lnTo>
                    <a:pt x="15143" y="44404"/>
                  </a:lnTo>
                  <a:cubicBezTo>
                    <a:pt x="15380" y="44565"/>
                    <a:pt x="15735" y="44853"/>
                    <a:pt x="15870" y="44946"/>
                  </a:cubicBezTo>
                  <a:cubicBezTo>
                    <a:pt x="16110" y="45139"/>
                    <a:pt x="16314" y="45306"/>
                    <a:pt x="16281" y="45306"/>
                  </a:cubicBezTo>
                  <a:cubicBezTo>
                    <a:pt x="16273" y="45306"/>
                    <a:pt x="16247" y="45294"/>
                    <a:pt x="16200" y="45267"/>
                  </a:cubicBezTo>
                  <a:lnTo>
                    <a:pt x="16200" y="45267"/>
                  </a:lnTo>
                  <a:cubicBezTo>
                    <a:pt x="16403" y="45394"/>
                    <a:pt x="16615" y="45555"/>
                    <a:pt x="16843" y="45690"/>
                  </a:cubicBezTo>
                  <a:cubicBezTo>
                    <a:pt x="16429" y="45428"/>
                    <a:pt x="16869" y="45631"/>
                    <a:pt x="16336" y="45301"/>
                  </a:cubicBezTo>
                  <a:cubicBezTo>
                    <a:pt x="16319" y="45283"/>
                    <a:pt x="16314" y="45275"/>
                    <a:pt x="16320" y="45275"/>
                  </a:cubicBezTo>
                  <a:cubicBezTo>
                    <a:pt x="16357" y="45275"/>
                    <a:pt x="16818" y="45615"/>
                    <a:pt x="17038" y="45783"/>
                  </a:cubicBezTo>
                  <a:cubicBezTo>
                    <a:pt x="16989" y="45752"/>
                    <a:pt x="16969" y="45741"/>
                    <a:pt x="16963" y="45741"/>
                  </a:cubicBezTo>
                  <a:cubicBezTo>
                    <a:pt x="16952" y="45741"/>
                    <a:pt x="16985" y="45775"/>
                    <a:pt x="16966" y="45775"/>
                  </a:cubicBezTo>
                  <a:cubicBezTo>
                    <a:pt x="16965" y="45775"/>
                    <a:pt x="16963" y="45775"/>
                    <a:pt x="16962" y="45775"/>
                  </a:cubicBezTo>
                  <a:lnTo>
                    <a:pt x="16962" y="45775"/>
                  </a:lnTo>
                  <a:cubicBezTo>
                    <a:pt x="17118" y="45875"/>
                    <a:pt x="17189" y="45916"/>
                    <a:pt x="17201" y="45916"/>
                  </a:cubicBezTo>
                  <a:cubicBezTo>
                    <a:pt x="17221" y="45916"/>
                    <a:pt x="17091" y="45812"/>
                    <a:pt x="16919" y="45682"/>
                  </a:cubicBezTo>
                  <a:lnTo>
                    <a:pt x="16919" y="45682"/>
                  </a:lnTo>
                  <a:cubicBezTo>
                    <a:pt x="17072" y="45783"/>
                    <a:pt x="17232" y="45885"/>
                    <a:pt x="17393" y="45986"/>
                  </a:cubicBezTo>
                  <a:lnTo>
                    <a:pt x="17351" y="45952"/>
                  </a:lnTo>
                  <a:lnTo>
                    <a:pt x="17824" y="46257"/>
                  </a:lnTo>
                  <a:cubicBezTo>
                    <a:pt x="17847" y="46293"/>
                    <a:pt x="17858" y="46317"/>
                    <a:pt x="17844" y="46317"/>
                  </a:cubicBezTo>
                  <a:cubicBezTo>
                    <a:pt x="17832" y="46317"/>
                    <a:pt x="17803" y="46300"/>
                    <a:pt x="17748" y="46257"/>
                  </a:cubicBezTo>
                  <a:lnTo>
                    <a:pt x="17748" y="46257"/>
                  </a:lnTo>
                  <a:lnTo>
                    <a:pt x="17985" y="46443"/>
                  </a:lnTo>
                  <a:lnTo>
                    <a:pt x="17596" y="46198"/>
                  </a:lnTo>
                  <a:lnTo>
                    <a:pt x="17596" y="46198"/>
                  </a:lnTo>
                  <a:cubicBezTo>
                    <a:pt x="17740" y="46316"/>
                    <a:pt x="18027" y="46477"/>
                    <a:pt x="18222" y="46612"/>
                  </a:cubicBezTo>
                  <a:cubicBezTo>
                    <a:pt x="18253" y="46635"/>
                    <a:pt x="18265" y="46645"/>
                    <a:pt x="18262" y="46645"/>
                  </a:cubicBezTo>
                  <a:cubicBezTo>
                    <a:pt x="18242" y="46645"/>
                    <a:pt x="17660" y="46273"/>
                    <a:pt x="17427" y="46164"/>
                  </a:cubicBezTo>
                  <a:cubicBezTo>
                    <a:pt x="17221" y="46054"/>
                    <a:pt x="16856" y="45764"/>
                    <a:pt x="16819" y="45724"/>
                  </a:cubicBezTo>
                  <a:lnTo>
                    <a:pt x="16819" y="45724"/>
                  </a:lnTo>
                  <a:cubicBezTo>
                    <a:pt x="16820" y="45724"/>
                    <a:pt x="16822" y="45724"/>
                    <a:pt x="16823" y="45724"/>
                  </a:cubicBezTo>
                  <a:cubicBezTo>
                    <a:pt x="16824" y="45724"/>
                    <a:pt x="16825" y="45724"/>
                    <a:pt x="16826" y="45724"/>
                  </a:cubicBezTo>
                  <a:cubicBezTo>
                    <a:pt x="16821" y="45721"/>
                    <a:pt x="16818" y="45719"/>
                    <a:pt x="16816" y="45719"/>
                  </a:cubicBezTo>
                  <a:lnTo>
                    <a:pt x="16816" y="45719"/>
                  </a:lnTo>
                  <a:cubicBezTo>
                    <a:pt x="16815" y="45719"/>
                    <a:pt x="16816" y="45721"/>
                    <a:pt x="16819" y="45724"/>
                  </a:cubicBezTo>
                  <a:lnTo>
                    <a:pt x="16819" y="45724"/>
                  </a:lnTo>
                  <a:cubicBezTo>
                    <a:pt x="16777" y="45716"/>
                    <a:pt x="16617" y="45604"/>
                    <a:pt x="16420" y="45470"/>
                  </a:cubicBezTo>
                  <a:lnTo>
                    <a:pt x="16099" y="45250"/>
                  </a:lnTo>
                  <a:cubicBezTo>
                    <a:pt x="15997" y="45174"/>
                    <a:pt x="15913" y="45106"/>
                    <a:pt x="15845" y="45064"/>
                  </a:cubicBezTo>
                  <a:cubicBezTo>
                    <a:pt x="15227" y="44590"/>
                    <a:pt x="15464" y="44717"/>
                    <a:pt x="14914" y="44303"/>
                  </a:cubicBezTo>
                  <a:lnTo>
                    <a:pt x="14914" y="44303"/>
                  </a:lnTo>
                  <a:cubicBezTo>
                    <a:pt x="14974" y="44362"/>
                    <a:pt x="15033" y="44421"/>
                    <a:pt x="15092" y="44472"/>
                  </a:cubicBezTo>
                  <a:cubicBezTo>
                    <a:pt x="14610" y="44100"/>
                    <a:pt x="14407" y="43930"/>
                    <a:pt x="13891" y="43491"/>
                  </a:cubicBezTo>
                  <a:cubicBezTo>
                    <a:pt x="13886" y="43483"/>
                    <a:pt x="13885" y="43480"/>
                    <a:pt x="13888" y="43480"/>
                  </a:cubicBezTo>
                  <a:close/>
                  <a:moveTo>
                    <a:pt x="18721" y="47120"/>
                  </a:moveTo>
                  <a:cubicBezTo>
                    <a:pt x="18731" y="47125"/>
                    <a:pt x="18740" y="47131"/>
                    <a:pt x="18748" y="47135"/>
                  </a:cubicBezTo>
                  <a:lnTo>
                    <a:pt x="18748" y="47135"/>
                  </a:lnTo>
                  <a:cubicBezTo>
                    <a:pt x="18739" y="47130"/>
                    <a:pt x="18730" y="47125"/>
                    <a:pt x="18721" y="47120"/>
                  </a:cubicBezTo>
                  <a:close/>
                  <a:moveTo>
                    <a:pt x="18383" y="46401"/>
                  </a:moveTo>
                  <a:cubicBezTo>
                    <a:pt x="18366" y="46401"/>
                    <a:pt x="18442" y="46460"/>
                    <a:pt x="18577" y="46536"/>
                  </a:cubicBezTo>
                  <a:cubicBezTo>
                    <a:pt x="18704" y="46621"/>
                    <a:pt x="18890" y="46722"/>
                    <a:pt x="19076" y="46841"/>
                  </a:cubicBezTo>
                  <a:lnTo>
                    <a:pt x="18899" y="46764"/>
                  </a:lnTo>
                  <a:lnTo>
                    <a:pt x="19660" y="47187"/>
                  </a:lnTo>
                  <a:cubicBezTo>
                    <a:pt x="19838" y="47238"/>
                    <a:pt x="20015" y="47306"/>
                    <a:pt x="20176" y="47399"/>
                  </a:cubicBezTo>
                  <a:cubicBezTo>
                    <a:pt x="20368" y="47529"/>
                    <a:pt x="20482" y="47632"/>
                    <a:pt x="20456" y="47648"/>
                  </a:cubicBezTo>
                  <a:lnTo>
                    <a:pt x="20456" y="47648"/>
                  </a:lnTo>
                  <a:cubicBezTo>
                    <a:pt x="20453" y="47646"/>
                    <a:pt x="20450" y="47645"/>
                    <a:pt x="20447" y="47644"/>
                  </a:cubicBezTo>
                  <a:lnTo>
                    <a:pt x="20447" y="47644"/>
                  </a:lnTo>
                  <a:lnTo>
                    <a:pt x="20454" y="47648"/>
                  </a:lnTo>
                  <a:lnTo>
                    <a:pt x="20454" y="47648"/>
                  </a:lnTo>
                  <a:cubicBezTo>
                    <a:pt x="20455" y="47648"/>
                    <a:pt x="20455" y="47648"/>
                    <a:pt x="20456" y="47648"/>
                  </a:cubicBezTo>
                  <a:lnTo>
                    <a:pt x="20456" y="47648"/>
                  </a:lnTo>
                  <a:cubicBezTo>
                    <a:pt x="20542" y="47683"/>
                    <a:pt x="20699" y="47758"/>
                    <a:pt x="20895" y="47864"/>
                  </a:cubicBezTo>
                  <a:cubicBezTo>
                    <a:pt x="21090" y="47974"/>
                    <a:pt x="21335" y="48084"/>
                    <a:pt x="21580" y="48219"/>
                  </a:cubicBezTo>
                  <a:lnTo>
                    <a:pt x="21360" y="48118"/>
                  </a:lnTo>
                  <a:lnTo>
                    <a:pt x="21360" y="48118"/>
                  </a:lnTo>
                  <a:cubicBezTo>
                    <a:pt x="21606" y="48245"/>
                    <a:pt x="21851" y="48363"/>
                    <a:pt x="22105" y="48473"/>
                  </a:cubicBezTo>
                  <a:cubicBezTo>
                    <a:pt x="22101" y="48472"/>
                    <a:pt x="22098" y="48471"/>
                    <a:pt x="22097" y="48471"/>
                  </a:cubicBezTo>
                  <a:cubicBezTo>
                    <a:pt x="22092" y="48471"/>
                    <a:pt x="22123" y="48489"/>
                    <a:pt x="22173" y="48524"/>
                  </a:cubicBezTo>
                  <a:cubicBezTo>
                    <a:pt x="22415" y="48637"/>
                    <a:pt x="22590" y="48701"/>
                    <a:pt x="22624" y="48701"/>
                  </a:cubicBezTo>
                  <a:cubicBezTo>
                    <a:pt x="22642" y="48701"/>
                    <a:pt x="22624" y="48685"/>
                    <a:pt x="22562" y="48651"/>
                  </a:cubicBezTo>
                  <a:lnTo>
                    <a:pt x="22435" y="48600"/>
                  </a:lnTo>
                  <a:cubicBezTo>
                    <a:pt x="22359" y="48549"/>
                    <a:pt x="22274" y="48507"/>
                    <a:pt x="22198" y="48456"/>
                  </a:cubicBezTo>
                  <a:cubicBezTo>
                    <a:pt x="22080" y="48448"/>
                    <a:pt x="21360" y="48050"/>
                    <a:pt x="20946" y="47856"/>
                  </a:cubicBezTo>
                  <a:lnTo>
                    <a:pt x="20946" y="47856"/>
                  </a:lnTo>
                  <a:cubicBezTo>
                    <a:pt x="21234" y="47983"/>
                    <a:pt x="21496" y="48059"/>
                    <a:pt x="21834" y="48270"/>
                  </a:cubicBezTo>
                  <a:lnTo>
                    <a:pt x="21809" y="48228"/>
                  </a:lnTo>
                  <a:lnTo>
                    <a:pt x="21809" y="48228"/>
                  </a:lnTo>
                  <a:cubicBezTo>
                    <a:pt x="22122" y="48389"/>
                    <a:pt x="22359" y="48541"/>
                    <a:pt x="22545" y="48600"/>
                  </a:cubicBezTo>
                  <a:cubicBezTo>
                    <a:pt x="22426" y="48541"/>
                    <a:pt x="22299" y="48490"/>
                    <a:pt x="22181" y="48422"/>
                  </a:cubicBezTo>
                  <a:lnTo>
                    <a:pt x="22198" y="48414"/>
                  </a:lnTo>
                  <a:cubicBezTo>
                    <a:pt x="21936" y="48287"/>
                    <a:pt x="21606" y="48135"/>
                    <a:pt x="21377" y="47999"/>
                  </a:cubicBezTo>
                  <a:cubicBezTo>
                    <a:pt x="21267" y="47949"/>
                    <a:pt x="21157" y="47915"/>
                    <a:pt x="21014" y="47847"/>
                  </a:cubicBezTo>
                  <a:cubicBezTo>
                    <a:pt x="20870" y="47780"/>
                    <a:pt x="20684" y="47678"/>
                    <a:pt x="20413" y="47526"/>
                  </a:cubicBezTo>
                  <a:lnTo>
                    <a:pt x="20438" y="47526"/>
                  </a:lnTo>
                  <a:cubicBezTo>
                    <a:pt x="20202" y="47416"/>
                    <a:pt x="19965" y="47289"/>
                    <a:pt x="19753" y="47145"/>
                  </a:cubicBezTo>
                  <a:cubicBezTo>
                    <a:pt x="19516" y="46984"/>
                    <a:pt x="19288" y="46832"/>
                    <a:pt x="19153" y="46764"/>
                  </a:cubicBezTo>
                  <a:cubicBezTo>
                    <a:pt x="19141" y="46761"/>
                    <a:pt x="19133" y="46759"/>
                    <a:pt x="19128" y="46759"/>
                  </a:cubicBezTo>
                  <a:cubicBezTo>
                    <a:pt x="19061" y="46759"/>
                    <a:pt x="19739" y="47144"/>
                    <a:pt x="19897" y="47255"/>
                  </a:cubicBezTo>
                  <a:cubicBezTo>
                    <a:pt x="19723" y="47174"/>
                    <a:pt x="19554" y="47057"/>
                    <a:pt x="19546" y="47057"/>
                  </a:cubicBezTo>
                  <a:lnTo>
                    <a:pt x="19546" y="47057"/>
                  </a:lnTo>
                  <a:cubicBezTo>
                    <a:pt x="19544" y="47057"/>
                    <a:pt x="19562" y="47073"/>
                    <a:pt x="19609" y="47111"/>
                  </a:cubicBezTo>
                  <a:cubicBezTo>
                    <a:pt x="19076" y="46815"/>
                    <a:pt x="19322" y="46891"/>
                    <a:pt x="18873" y="46654"/>
                  </a:cubicBezTo>
                  <a:lnTo>
                    <a:pt x="18873" y="46654"/>
                  </a:lnTo>
                  <a:lnTo>
                    <a:pt x="19110" y="46815"/>
                  </a:lnTo>
                  <a:cubicBezTo>
                    <a:pt x="18907" y="46714"/>
                    <a:pt x="18586" y="46502"/>
                    <a:pt x="18383" y="46401"/>
                  </a:cubicBezTo>
                  <a:close/>
                  <a:moveTo>
                    <a:pt x="22748" y="49006"/>
                  </a:moveTo>
                  <a:cubicBezTo>
                    <a:pt x="22809" y="49033"/>
                    <a:pt x="22856" y="49052"/>
                    <a:pt x="22890" y="49067"/>
                  </a:cubicBezTo>
                  <a:lnTo>
                    <a:pt x="22890" y="49067"/>
                  </a:lnTo>
                  <a:cubicBezTo>
                    <a:pt x="22843" y="49046"/>
                    <a:pt x="22795" y="49026"/>
                    <a:pt x="22748" y="49006"/>
                  </a:cubicBezTo>
                  <a:close/>
                  <a:moveTo>
                    <a:pt x="23606" y="49080"/>
                  </a:moveTo>
                  <a:lnTo>
                    <a:pt x="23737" y="49134"/>
                  </a:lnTo>
                  <a:lnTo>
                    <a:pt x="23737" y="49134"/>
                  </a:lnTo>
                  <a:cubicBezTo>
                    <a:pt x="23693" y="49114"/>
                    <a:pt x="23650" y="49096"/>
                    <a:pt x="23606" y="49080"/>
                  </a:cubicBezTo>
                  <a:close/>
                  <a:moveTo>
                    <a:pt x="23737" y="49134"/>
                  </a:moveTo>
                  <a:cubicBezTo>
                    <a:pt x="23783" y="49155"/>
                    <a:pt x="23828" y="49177"/>
                    <a:pt x="23873" y="49201"/>
                  </a:cubicBezTo>
                  <a:cubicBezTo>
                    <a:pt x="24103" y="49299"/>
                    <a:pt x="24136" y="49321"/>
                    <a:pt x="24117" y="49321"/>
                  </a:cubicBezTo>
                  <a:cubicBezTo>
                    <a:pt x="24101" y="49321"/>
                    <a:pt x="24046" y="49305"/>
                    <a:pt x="24041" y="49305"/>
                  </a:cubicBezTo>
                  <a:lnTo>
                    <a:pt x="24041" y="49305"/>
                  </a:lnTo>
                  <a:cubicBezTo>
                    <a:pt x="24039" y="49305"/>
                    <a:pt x="24047" y="49309"/>
                    <a:pt x="24076" y="49319"/>
                  </a:cubicBezTo>
                  <a:cubicBezTo>
                    <a:pt x="24211" y="49395"/>
                    <a:pt x="24364" y="49471"/>
                    <a:pt x="24524" y="49531"/>
                  </a:cubicBezTo>
                  <a:lnTo>
                    <a:pt x="24837" y="49657"/>
                  </a:lnTo>
                  <a:cubicBezTo>
                    <a:pt x="24939" y="49691"/>
                    <a:pt x="25040" y="49725"/>
                    <a:pt x="25116" y="49759"/>
                  </a:cubicBezTo>
                  <a:cubicBezTo>
                    <a:pt x="25123" y="49762"/>
                    <a:pt x="25124" y="49764"/>
                    <a:pt x="25122" y="49764"/>
                  </a:cubicBezTo>
                  <a:cubicBezTo>
                    <a:pt x="25110" y="49764"/>
                    <a:pt x="25031" y="49739"/>
                    <a:pt x="24990" y="49725"/>
                  </a:cubicBezTo>
                  <a:lnTo>
                    <a:pt x="24990" y="49725"/>
                  </a:lnTo>
                  <a:cubicBezTo>
                    <a:pt x="25036" y="49742"/>
                    <a:pt x="25091" y="49763"/>
                    <a:pt x="25151" y="49785"/>
                  </a:cubicBezTo>
                  <a:lnTo>
                    <a:pt x="25151" y="49785"/>
                  </a:lnTo>
                  <a:cubicBezTo>
                    <a:pt x="25145" y="49782"/>
                    <a:pt x="25145" y="49780"/>
                    <a:pt x="25149" y="49780"/>
                  </a:cubicBezTo>
                  <a:cubicBezTo>
                    <a:pt x="25164" y="49780"/>
                    <a:pt x="25240" y="49803"/>
                    <a:pt x="25256" y="49803"/>
                  </a:cubicBezTo>
                  <a:cubicBezTo>
                    <a:pt x="25266" y="49803"/>
                    <a:pt x="25254" y="49795"/>
                    <a:pt x="25193" y="49767"/>
                  </a:cubicBezTo>
                  <a:cubicBezTo>
                    <a:pt x="25006" y="49700"/>
                    <a:pt x="24829" y="49632"/>
                    <a:pt x="24651" y="49556"/>
                  </a:cubicBezTo>
                  <a:lnTo>
                    <a:pt x="24693" y="49556"/>
                  </a:lnTo>
                  <a:cubicBezTo>
                    <a:pt x="24482" y="49463"/>
                    <a:pt x="24228" y="49344"/>
                    <a:pt x="23958" y="49226"/>
                  </a:cubicBezTo>
                  <a:lnTo>
                    <a:pt x="23737" y="49134"/>
                  </a:lnTo>
                  <a:close/>
                  <a:moveTo>
                    <a:pt x="25151" y="49785"/>
                  </a:moveTo>
                  <a:lnTo>
                    <a:pt x="25151" y="49785"/>
                  </a:lnTo>
                  <a:cubicBezTo>
                    <a:pt x="25156" y="49788"/>
                    <a:pt x="25167" y="49794"/>
                    <a:pt x="25184" y="49801"/>
                  </a:cubicBezTo>
                  <a:lnTo>
                    <a:pt x="25294" y="49839"/>
                  </a:lnTo>
                  <a:lnTo>
                    <a:pt x="25294" y="49839"/>
                  </a:lnTo>
                  <a:cubicBezTo>
                    <a:pt x="25245" y="49821"/>
                    <a:pt x="25197" y="49802"/>
                    <a:pt x="25151" y="49785"/>
                  </a:cubicBezTo>
                  <a:close/>
                  <a:moveTo>
                    <a:pt x="25448" y="49937"/>
                  </a:moveTo>
                  <a:lnTo>
                    <a:pt x="25514" y="49962"/>
                  </a:lnTo>
                  <a:cubicBezTo>
                    <a:pt x="25493" y="49953"/>
                    <a:pt x="25470" y="49944"/>
                    <a:pt x="25448" y="49937"/>
                  </a:cubicBezTo>
                  <a:close/>
                  <a:moveTo>
                    <a:pt x="25294" y="49839"/>
                  </a:moveTo>
                  <a:cubicBezTo>
                    <a:pt x="25556" y="49939"/>
                    <a:pt x="25844" y="50047"/>
                    <a:pt x="25891" y="50047"/>
                  </a:cubicBezTo>
                  <a:cubicBezTo>
                    <a:pt x="25893" y="50047"/>
                    <a:pt x="25894" y="50047"/>
                    <a:pt x="25895" y="50047"/>
                  </a:cubicBezTo>
                  <a:lnTo>
                    <a:pt x="25294" y="49839"/>
                  </a:lnTo>
                  <a:close/>
                  <a:moveTo>
                    <a:pt x="27268" y="51020"/>
                  </a:moveTo>
                  <a:cubicBezTo>
                    <a:pt x="27291" y="51028"/>
                    <a:pt x="27315" y="51036"/>
                    <a:pt x="27341" y="51045"/>
                  </a:cubicBezTo>
                  <a:cubicBezTo>
                    <a:pt x="27320" y="51030"/>
                    <a:pt x="27292" y="51022"/>
                    <a:pt x="27268" y="51020"/>
                  </a:cubicBezTo>
                  <a:close/>
                  <a:moveTo>
                    <a:pt x="30666" y="51595"/>
                  </a:moveTo>
                  <a:cubicBezTo>
                    <a:pt x="30726" y="51607"/>
                    <a:pt x="30797" y="51621"/>
                    <a:pt x="30874" y="51638"/>
                  </a:cubicBezTo>
                  <a:lnTo>
                    <a:pt x="30874" y="51638"/>
                  </a:lnTo>
                  <a:cubicBezTo>
                    <a:pt x="30811" y="51623"/>
                    <a:pt x="30742" y="51609"/>
                    <a:pt x="30666" y="51595"/>
                  </a:cubicBezTo>
                  <a:close/>
                  <a:moveTo>
                    <a:pt x="19474" y="47247"/>
                  </a:moveTo>
                  <a:lnTo>
                    <a:pt x="19736" y="47416"/>
                  </a:lnTo>
                  <a:lnTo>
                    <a:pt x="19990" y="47551"/>
                  </a:lnTo>
                  <a:lnTo>
                    <a:pt x="20015" y="47593"/>
                  </a:lnTo>
                  <a:cubicBezTo>
                    <a:pt x="20227" y="47712"/>
                    <a:pt x="20421" y="47822"/>
                    <a:pt x="20616" y="47923"/>
                  </a:cubicBezTo>
                  <a:cubicBezTo>
                    <a:pt x="20802" y="48025"/>
                    <a:pt x="20988" y="48118"/>
                    <a:pt x="21183" y="48211"/>
                  </a:cubicBezTo>
                  <a:lnTo>
                    <a:pt x="21758" y="48482"/>
                  </a:lnTo>
                  <a:cubicBezTo>
                    <a:pt x="21961" y="48583"/>
                    <a:pt x="22164" y="48693"/>
                    <a:pt x="22393" y="48803"/>
                  </a:cubicBezTo>
                  <a:cubicBezTo>
                    <a:pt x="22268" y="48772"/>
                    <a:pt x="21981" y="48613"/>
                    <a:pt x="21960" y="48613"/>
                  </a:cubicBezTo>
                  <a:cubicBezTo>
                    <a:pt x="21958" y="48613"/>
                    <a:pt x="21958" y="48614"/>
                    <a:pt x="21961" y="48617"/>
                  </a:cubicBezTo>
                  <a:cubicBezTo>
                    <a:pt x="22130" y="48702"/>
                    <a:pt x="22299" y="48778"/>
                    <a:pt x="22477" y="48837"/>
                  </a:cubicBezTo>
                  <a:cubicBezTo>
                    <a:pt x="22646" y="48905"/>
                    <a:pt x="22816" y="48981"/>
                    <a:pt x="22976" y="49074"/>
                  </a:cubicBezTo>
                  <a:cubicBezTo>
                    <a:pt x="22786" y="48986"/>
                    <a:pt x="22719" y="48956"/>
                    <a:pt x="22715" y="48956"/>
                  </a:cubicBezTo>
                  <a:lnTo>
                    <a:pt x="22715" y="48956"/>
                  </a:lnTo>
                  <a:cubicBezTo>
                    <a:pt x="22705" y="48956"/>
                    <a:pt x="22992" y="49097"/>
                    <a:pt x="22971" y="49097"/>
                  </a:cubicBezTo>
                  <a:cubicBezTo>
                    <a:pt x="22966" y="49097"/>
                    <a:pt x="22942" y="49088"/>
                    <a:pt x="22890" y="49067"/>
                  </a:cubicBezTo>
                  <a:lnTo>
                    <a:pt x="22890" y="49067"/>
                  </a:lnTo>
                  <a:cubicBezTo>
                    <a:pt x="23088" y="49153"/>
                    <a:pt x="23286" y="49247"/>
                    <a:pt x="23484" y="49336"/>
                  </a:cubicBezTo>
                  <a:cubicBezTo>
                    <a:pt x="23729" y="49438"/>
                    <a:pt x="23966" y="49548"/>
                    <a:pt x="24203" y="49649"/>
                  </a:cubicBezTo>
                  <a:cubicBezTo>
                    <a:pt x="24431" y="49751"/>
                    <a:pt x="24651" y="49861"/>
                    <a:pt x="24854" y="49945"/>
                  </a:cubicBezTo>
                  <a:cubicBezTo>
                    <a:pt x="25057" y="50030"/>
                    <a:pt x="25243" y="50106"/>
                    <a:pt x="25413" y="50165"/>
                  </a:cubicBezTo>
                  <a:cubicBezTo>
                    <a:pt x="25382" y="50150"/>
                    <a:pt x="25373" y="50145"/>
                    <a:pt x="25378" y="50145"/>
                  </a:cubicBezTo>
                  <a:cubicBezTo>
                    <a:pt x="25402" y="50145"/>
                    <a:pt x="25688" y="50250"/>
                    <a:pt x="25709" y="50250"/>
                  </a:cubicBezTo>
                  <a:cubicBezTo>
                    <a:pt x="25793" y="50283"/>
                    <a:pt x="25819" y="50298"/>
                    <a:pt x="25806" y="50298"/>
                  </a:cubicBezTo>
                  <a:cubicBezTo>
                    <a:pt x="25793" y="50298"/>
                    <a:pt x="25742" y="50283"/>
                    <a:pt x="25675" y="50258"/>
                  </a:cubicBezTo>
                  <a:lnTo>
                    <a:pt x="25675" y="50258"/>
                  </a:lnTo>
                  <a:cubicBezTo>
                    <a:pt x="26005" y="50402"/>
                    <a:pt x="26055" y="50444"/>
                    <a:pt x="25988" y="50444"/>
                  </a:cubicBezTo>
                  <a:lnTo>
                    <a:pt x="25303" y="50174"/>
                  </a:lnTo>
                  <a:lnTo>
                    <a:pt x="25303" y="50174"/>
                  </a:lnTo>
                  <a:cubicBezTo>
                    <a:pt x="25523" y="50267"/>
                    <a:pt x="25632" y="50334"/>
                    <a:pt x="25819" y="50410"/>
                  </a:cubicBezTo>
                  <a:cubicBezTo>
                    <a:pt x="25912" y="50453"/>
                    <a:pt x="26005" y="50487"/>
                    <a:pt x="26106" y="50512"/>
                  </a:cubicBezTo>
                  <a:cubicBezTo>
                    <a:pt x="26176" y="50531"/>
                    <a:pt x="26200" y="50536"/>
                    <a:pt x="26208" y="50536"/>
                  </a:cubicBezTo>
                  <a:cubicBezTo>
                    <a:pt x="26215" y="50536"/>
                    <a:pt x="26212" y="50533"/>
                    <a:pt x="26216" y="50529"/>
                  </a:cubicBezTo>
                  <a:lnTo>
                    <a:pt x="27087" y="50766"/>
                  </a:lnTo>
                  <a:lnTo>
                    <a:pt x="27071" y="50766"/>
                  </a:lnTo>
                  <a:cubicBezTo>
                    <a:pt x="27316" y="50859"/>
                    <a:pt x="27570" y="50935"/>
                    <a:pt x="27823" y="51011"/>
                  </a:cubicBezTo>
                  <a:lnTo>
                    <a:pt x="27730" y="50994"/>
                  </a:lnTo>
                  <a:lnTo>
                    <a:pt x="28179" y="51113"/>
                  </a:lnTo>
                  <a:cubicBezTo>
                    <a:pt x="28162" y="51138"/>
                    <a:pt x="28314" y="51172"/>
                    <a:pt x="28280" y="51180"/>
                  </a:cubicBezTo>
                  <a:cubicBezTo>
                    <a:pt x="28543" y="51324"/>
                    <a:pt x="29278" y="51459"/>
                    <a:pt x="29888" y="51654"/>
                  </a:cubicBezTo>
                  <a:lnTo>
                    <a:pt x="29786" y="51637"/>
                  </a:lnTo>
                  <a:lnTo>
                    <a:pt x="29786" y="51637"/>
                  </a:lnTo>
                  <a:cubicBezTo>
                    <a:pt x="29871" y="51654"/>
                    <a:pt x="29989" y="51688"/>
                    <a:pt x="30116" y="51713"/>
                  </a:cubicBezTo>
                  <a:cubicBezTo>
                    <a:pt x="30251" y="51738"/>
                    <a:pt x="30404" y="51781"/>
                    <a:pt x="30556" y="51823"/>
                  </a:cubicBezTo>
                  <a:cubicBezTo>
                    <a:pt x="30877" y="51899"/>
                    <a:pt x="31207" y="51992"/>
                    <a:pt x="31478" y="52060"/>
                  </a:cubicBezTo>
                  <a:lnTo>
                    <a:pt x="31461" y="52060"/>
                  </a:lnTo>
                  <a:cubicBezTo>
                    <a:pt x="31284" y="52024"/>
                    <a:pt x="31183" y="52007"/>
                    <a:pt x="31149" y="52007"/>
                  </a:cubicBezTo>
                  <a:cubicBezTo>
                    <a:pt x="31119" y="52007"/>
                    <a:pt x="31140" y="52019"/>
                    <a:pt x="31207" y="52043"/>
                  </a:cubicBezTo>
                  <a:lnTo>
                    <a:pt x="30810" y="51958"/>
                  </a:lnTo>
                  <a:cubicBezTo>
                    <a:pt x="30632" y="51916"/>
                    <a:pt x="30124" y="51798"/>
                    <a:pt x="30091" y="51764"/>
                  </a:cubicBezTo>
                  <a:lnTo>
                    <a:pt x="30091" y="51764"/>
                  </a:lnTo>
                  <a:cubicBezTo>
                    <a:pt x="30287" y="51813"/>
                    <a:pt x="30370" y="51834"/>
                    <a:pt x="30382" y="51834"/>
                  </a:cubicBezTo>
                  <a:cubicBezTo>
                    <a:pt x="30392" y="51834"/>
                    <a:pt x="30344" y="51817"/>
                    <a:pt x="30268" y="51789"/>
                  </a:cubicBezTo>
                  <a:cubicBezTo>
                    <a:pt x="30074" y="51755"/>
                    <a:pt x="29820" y="51688"/>
                    <a:pt x="29600" y="51629"/>
                  </a:cubicBezTo>
                  <a:cubicBezTo>
                    <a:pt x="29437" y="51583"/>
                    <a:pt x="29304" y="51552"/>
                    <a:pt x="29256" y="51552"/>
                  </a:cubicBezTo>
                  <a:cubicBezTo>
                    <a:pt x="29241" y="51552"/>
                    <a:pt x="29234" y="51555"/>
                    <a:pt x="29236" y="51561"/>
                  </a:cubicBezTo>
                  <a:cubicBezTo>
                    <a:pt x="29059" y="51510"/>
                    <a:pt x="28889" y="51459"/>
                    <a:pt x="28720" y="51392"/>
                  </a:cubicBezTo>
                  <a:cubicBezTo>
                    <a:pt x="28708" y="51384"/>
                    <a:pt x="28710" y="51381"/>
                    <a:pt x="28722" y="51381"/>
                  </a:cubicBezTo>
                  <a:cubicBezTo>
                    <a:pt x="28753" y="51381"/>
                    <a:pt x="28844" y="51399"/>
                    <a:pt x="28940" y="51417"/>
                  </a:cubicBezTo>
                  <a:cubicBezTo>
                    <a:pt x="28695" y="51358"/>
                    <a:pt x="28441" y="51273"/>
                    <a:pt x="28196" y="51197"/>
                  </a:cubicBezTo>
                  <a:lnTo>
                    <a:pt x="27460" y="50977"/>
                  </a:lnTo>
                  <a:lnTo>
                    <a:pt x="27460" y="50977"/>
                  </a:lnTo>
                  <a:cubicBezTo>
                    <a:pt x="27389" y="50984"/>
                    <a:pt x="28102" y="51207"/>
                    <a:pt x="28023" y="51207"/>
                  </a:cubicBezTo>
                  <a:cubicBezTo>
                    <a:pt x="28008" y="51207"/>
                    <a:pt x="27965" y="51199"/>
                    <a:pt x="27883" y="51180"/>
                  </a:cubicBezTo>
                  <a:cubicBezTo>
                    <a:pt x="27663" y="51155"/>
                    <a:pt x="27451" y="51104"/>
                    <a:pt x="27257" y="51019"/>
                  </a:cubicBezTo>
                  <a:cubicBezTo>
                    <a:pt x="27260" y="51019"/>
                    <a:pt x="27264" y="51020"/>
                    <a:pt x="27268" y="51020"/>
                  </a:cubicBezTo>
                  <a:lnTo>
                    <a:pt x="27268" y="51020"/>
                  </a:lnTo>
                  <a:cubicBezTo>
                    <a:pt x="27102" y="50962"/>
                    <a:pt x="27050" y="50932"/>
                    <a:pt x="26834" y="50850"/>
                  </a:cubicBezTo>
                  <a:cubicBezTo>
                    <a:pt x="26823" y="50842"/>
                    <a:pt x="26824" y="50839"/>
                    <a:pt x="26832" y="50839"/>
                  </a:cubicBezTo>
                  <a:cubicBezTo>
                    <a:pt x="26878" y="50839"/>
                    <a:pt x="27173" y="50941"/>
                    <a:pt x="27316" y="50977"/>
                  </a:cubicBezTo>
                  <a:cubicBezTo>
                    <a:pt x="27155" y="50926"/>
                    <a:pt x="26969" y="50876"/>
                    <a:pt x="26800" y="50808"/>
                  </a:cubicBezTo>
                  <a:lnTo>
                    <a:pt x="26842" y="50808"/>
                  </a:lnTo>
                  <a:lnTo>
                    <a:pt x="26309" y="50630"/>
                  </a:lnTo>
                  <a:cubicBezTo>
                    <a:pt x="26281" y="50623"/>
                    <a:pt x="26267" y="50620"/>
                    <a:pt x="26263" y="50620"/>
                  </a:cubicBezTo>
                  <a:cubicBezTo>
                    <a:pt x="26238" y="50620"/>
                    <a:pt x="26717" y="50777"/>
                    <a:pt x="26732" y="50800"/>
                  </a:cubicBezTo>
                  <a:lnTo>
                    <a:pt x="26394" y="50698"/>
                  </a:lnTo>
                  <a:lnTo>
                    <a:pt x="26005" y="50563"/>
                  </a:lnTo>
                  <a:lnTo>
                    <a:pt x="25506" y="50368"/>
                  </a:lnTo>
                  <a:cubicBezTo>
                    <a:pt x="25159" y="50233"/>
                    <a:pt x="24820" y="50089"/>
                    <a:pt x="24660" y="50004"/>
                  </a:cubicBezTo>
                  <a:cubicBezTo>
                    <a:pt x="24439" y="49900"/>
                    <a:pt x="24377" y="49878"/>
                    <a:pt x="24354" y="49878"/>
                  </a:cubicBezTo>
                  <a:cubicBezTo>
                    <a:pt x="24338" y="49878"/>
                    <a:pt x="24341" y="49890"/>
                    <a:pt x="24318" y="49890"/>
                  </a:cubicBezTo>
                  <a:cubicBezTo>
                    <a:pt x="24311" y="49890"/>
                    <a:pt x="24301" y="49889"/>
                    <a:pt x="24287" y="49886"/>
                  </a:cubicBezTo>
                  <a:cubicBezTo>
                    <a:pt x="24017" y="49793"/>
                    <a:pt x="23788" y="49657"/>
                    <a:pt x="23526" y="49556"/>
                  </a:cubicBezTo>
                  <a:cubicBezTo>
                    <a:pt x="23526" y="49557"/>
                    <a:pt x="23525" y="49558"/>
                    <a:pt x="23522" y="49558"/>
                  </a:cubicBezTo>
                  <a:cubicBezTo>
                    <a:pt x="23506" y="49558"/>
                    <a:pt x="23439" y="49536"/>
                    <a:pt x="23365" y="49514"/>
                  </a:cubicBezTo>
                  <a:cubicBezTo>
                    <a:pt x="23315" y="49488"/>
                    <a:pt x="23255" y="49471"/>
                    <a:pt x="23196" y="49463"/>
                  </a:cubicBezTo>
                  <a:lnTo>
                    <a:pt x="22782" y="49260"/>
                  </a:lnTo>
                  <a:cubicBezTo>
                    <a:pt x="22756" y="49252"/>
                    <a:pt x="22741" y="49248"/>
                    <a:pt x="22735" y="49248"/>
                  </a:cubicBezTo>
                  <a:cubicBezTo>
                    <a:pt x="22685" y="49248"/>
                    <a:pt x="23291" y="49512"/>
                    <a:pt x="23382" y="49573"/>
                  </a:cubicBezTo>
                  <a:cubicBezTo>
                    <a:pt x="23431" y="49603"/>
                    <a:pt x="23442" y="49615"/>
                    <a:pt x="23431" y="49615"/>
                  </a:cubicBezTo>
                  <a:cubicBezTo>
                    <a:pt x="23417" y="49615"/>
                    <a:pt x="23370" y="49596"/>
                    <a:pt x="23323" y="49573"/>
                  </a:cubicBezTo>
                  <a:cubicBezTo>
                    <a:pt x="23264" y="49543"/>
                    <a:pt x="23196" y="49509"/>
                    <a:pt x="23184" y="49509"/>
                  </a:cubicBezTo>
                  <a:cubicBezTo>
                    <a:pt x="23179" y="49509"/>
                    <a:pt x="23184" y="49515"/>
                    <a:pt x="23205" y="49531"/>
                  </a:cubicBezTo>
                  <a:cubicBezTo>
                    <a:pt x="23374" y="49598"/>
                    <a:pt x="23543" y="49666"/>
                    <a:pt x="23721" y="49725"/>
                  </a:cubicBezTo>
                  <a:cubicBezTo>
                    <a:pt x="23907" y="49801"/>
                    <a:pt x="24000" y="49852"/>
                    <a:pt x="23991" y="49861"/>
                  </a:cubicBezTo>
                  <a:cubicBezTo>
                    <a:pt x="23475" y="49624"/>
                    <a:pt x="23704" y="49767"/>
                    <a:pt x="23281" y="49581"/>
                  </a:cubicBezTo>
                  <a:lnTo>
                    <a:pt x="23264" y="49564"/>
                  </a:lnTo>
                  <a:cubicBezTo>
                    <a:pt x="23263" y="49565"/>
                    <a:pt x="23262" y="49565"/>
                    <a:pt x="23261" y="49565"/>
                  </a:cubicBezTo>
                  <a:cubicBezTo>
                    <a:pt x="23214" y="49565"/>
                    <a:pt x="22648" y="49283"/>
                    <a:pt x="22426" y="49192"/>
                  </a:cubicBezTo>
                  <a:cubicBezTo>
                    <a:pt x="22319" y="49132"/>
                    <a:pt x="22287" y="49110"/>
                    <a:pt x="22300" y="49110"/>
                  </a:cubicBezTo>
                  <a:cubicBezTo>
                    <a:pt x="22341" y="49110"/>
                    <a:pt x="22800" y="49319"/>
                    <a:pt x="22807" y="49319"/>
                  </a:cubicBezTo>
                  <a:cubicBezTo>
                    <a:pt x="22807" y="49319"/>
                    <a:pt x="22807" y="49319"/>
                    <a:pt x="22807" y="49319"/>
                  </a:cubicBezTo>
                  <a:lnTo>
                    <a:pt x="22240" y="49057"/>
                  </a:lnTo>
                  <a:lnTo>
                    <a:pt x="22240" y="49057"/>
                  </a:lnTo>
                  <a:cubicBezTo>
                    <a:pt x="22333" y="49094"/>
                    <a:pt x="22360" y="49101"/>
                    <a:pt x="22374" y="49101"/>
                  </a:cubicBezTo>
                  <a:cubicBezTo>
                    <a:pt x="22381" y="49101"/>
                    <a:pt x="22384" y="49099"/>
                    <a:pt x="22391" y="49099"/>
                  </a:cubicBezTo>
                  <a:cubicBezTo>
                    <a:pt x="22407" y="49099"/>
                    <a:pt x="22443" y="49108"/>
                    <a:pt x="22587" y="49167"/>
                  </a:cubicBezTo>
                  <a:cubicBezTo>
                    <a:pt x="22249" y="49015"/>
                    <a:pt x="22215" y="48981"/>
                    <a:pt x="21893" y="48828"/>
                  </a:cubicBezTo>
                  <a:lnTo>
                    <a:pt x="21893" y="48828"/>
                  </a:lnTo>
                  <a:cubicBezTo>
                    <a:pt x="21950" y="48850"/>
                    <a:pt x="21980" y="48859"/>
                    <a:pt x="21990" y="48859"/>
                  </a:cubicBezTo>
                  <a:cubicBezTo>
                    <a:pt x="22047" y="48859"/>
                    <a:pt x="21450" y="48560"/>
                    <a:pt x="21428" y="48524"/>
                  </a:cubicBezTo>
                  <a:lnTo>
                    <a:pt x="21428" y="48524"/>
                  </a:lnTo>
                  <a:cubicBezTo>
                    <a:pt x="21623" y="48617"/>
                    <a:pt x="21885" y="48769"/>
                    <a:pt x="22096" y="48888"/>
                  </a:cubicBezTo>
                  <a:cubicBezTo>
                    <a:pt x="22206" y="48938"/>
                    <a:pt x="22308" y="48989"/>
                    <a:pt x="22409" y="49057"/>
                  </a:cubicBezTo>
                  <a:cubicBezTo>
                    <a:pt x="22409" y="49056"/>
                    <a:pt x="22409" y="49056"/>
                    <a:pt x="22410" y="49056"/>
                  </a:cubicBezTo>
                  <a:cubicBezTo>
                    <a:pt x="22433" y="49056"/>
                    <a:pt x="22864" y="49272"/>
                    <a:pt x="23035" y="49361"/>
                  </a:cubicBezTo>
                  <a:lnTo>
                    <a:pt x="23315" y="49454"/>
                  </a:lnTo>
                  <a:cubicBezTo>
                    <a:pt x="23038" y="49320"/>
                    <a:pt x="22657" y="49156"/>
                    <a:pt x="22713" y="49156"/>
                  </a:cubicBezTo>
                  <a:cubicBezTo>
                    <a:pt x="22717" y="49156"/>
                    <a:pt x="22723" y="49157"/>
                    <a:pt x="22731" y="49158"/>
                  </a:cubicBezTo>
                  <a:lnTo>
                    <a:pt x="22316" y="48981"/>
                  </a:lnTo>
                  <a:lnTo>
                    <a:pt x="22316" y="48981"/>
                  </a:lnTo>
                  <a:cubicBezTo>
                    <a:pt x="22756" y="49133"/>
                    <a:pt x="22731" y="49125"/>
                    <a:pt x="23120" y="49285"/>
                  </a:cubicBezTo>
                  <a:cubicBezTo>
                    <a:pt x="22739" y="49074"/>
                    <a:pt x="22384" y="48930"/>
                    <a:pt x="22054" y="48778"/>
                  </a:cubicBezTo>
                  <a:cubicBezTo>
                    <a:pt x="21724" y="48617"/>
                    <a:pt x="21411" y="48473"/>
                    <a:pt x="21107" y="48296"/>
                  </a:cubicBezTo>
                  <a:lnTo>
                    <a:pt x="21107" y="48296"/>
                  </a:lnTo>
                  <a:lnTo>
                    <a:pt x="21208" y="48338"/>
                  </a:lnTo>
                  <a:cubicBezTo>
                    <a:pt x="20895" y="48177"/>
                    <a:pt x="20641" y="48033"/>
                    <a:pt x="20447" y="47915"/>
                  </a:cubicBezTo>
                  <a:cubicBezTo>
                    <a:pt x="20244" y="47796"/>
                    <a:pt x="20083" y="47703"/>
                    <a:pt x="19956" y="47619"/>
                  </a:cubicBezTo>
                  <a:cubicBezTo>
                    <a:pt x="19787" y="47517"/>
                    <a:pt x="19626" y="47390"/>
                    <a:pt x="19474" y="47247"/>
                  </a:cubicBezTo>
                  <a:close/>
                  <a:moveTo>
                    <a:pt x="33195" y="52491"/>
                  </a:moveTo>
                  <a:lnTo>
                    <a:pt x="33195" y="52491"/>
                  </a:lnTo>
                  <a:cubicBezTo>
                    <a:pt x="33198" y="52492"/>
                    <a:pt x="33201" y="52493"/>
                    <a:pt x="33205" y="52493"/>
                  </a:cubicBezTo>
                  <a:lnTo>
                    <a:pt x="33205" y="52493"/>
                  </a:lnTo>
                  <a:lnTo>
                    <a:pt x="33195" y="52491"/>
                  </a:lnTo>
                  <a:close/>
                  <a:moveTo>
                    <a:pt x="46273" y="52576"/>
                  </a:moveTo>
                  <a:cubicBezTo>
                    <a:pt x="46254" y="52579"/>
                    <a:pt x="46233" y="52582"/>
                    <a:pt x="46218" y="52585"/>
                  </a:cubicBezTo>
                  <a:lnTo>
                    <a:pt x="46218" y="52585"/>
                  </a:lnTo>
                  <a:lnTo>
                    <a:pt x="46273" y="52576"/>
                  </a:lnTo>
                  <a:close/>
                  <a:moveTo>
                    <a:pt x="43879" y="52796"/>
                  </a:moveTo>
                  <a:lnTo>
                    <a:pt x="43467" y="52828"/>
                  </a:lnTo>
                  <a:lnTo>
                    <a:pt x="43467" y="52828"/>
                  </a:lnTo>
                  <a:lnTo>
                    <a:pt x="43626" y="52821"/>
                  </a:lnTo>
                  <a:lnTo>
                    <a:pt x="43879" y="52796"/>
                  </a:lnTo>
                  <a:close/>
                  <a:moveTo>
                    <a:pt x="44842" y="52934"/>
                  </a:moveTo>
                  <a:lnTo>
                    <a:pt x="44842" y="52934"/>
                  </a:lnTo>
                  <a:cubicBezTo>
                    <a:pt x="44815" y="52939"/>
                    <a:pt x="44787" y="52943"/>
                    <a:pt x="44759" y="52948"/>
                  </a:cubicBezTo>
                  <a:lnTo>
                    <a:pt x="44842" y="52934"/>
                  </a:lnTo>
                  <a:close/>
                  <a:moveTo>
                    <a:pt x="41206" y="52965"/>
                  </a:moveTo>
                  <a:cubicBezTo>
                    <a:pt x="41214" y="52965"/>
                    <a:pt x="41221" y="52965"/>
                    <a:pt x="41229" y="52965"/>
                  </a:cubicBezTo>
                  <a:lnTo>
                    <a:pt x="41229" y="52965"/>
                  </a:lnTo>
                  <a:cubicBezTo>
                    <a:pt x="41230" y="52965"/>
                    <a:pt x="41231" y="52965"/>
                    <a:pt x="41232" y="52965"/>
                  </a:cubicBezTo>
                  <a:close/>
                  <a:moveTo>
                    <a:pt x="31977" y="52212"/>
                  </a:moveTo>
                  <a:lnTo>
                    <a:pt x="31977" y="52212"/>
                  </a:lnTo>
                  <a:cubicBezTo>
                    <a:pt x="32298" y="52280"/>
                    <a:pt x="32705" y="52373"/>
                    <a:pt x="33195" y="52441"/>
                  </a:cubicBezTo>
                  <a:lnTo>
                    <a:pt x="33965" y="52551"/>
                  </a:lnTo>
                  <a:cubicBezTo>
                    <a:pt x="34100" y="52576"/>
                    <a:pt x="34244" y="52584"/>
                    <a:pt x="34388" y="52601"/>
                  </a:cubicBezTo>
                  <a:lnTo>
                    <a:pt x="34836" y="52644"/>
                  </a:lnTo>
                  <a:lnTo>
                    <a:pt x="34760" y="52644"/>
                  </a:lnTo>
                  <a:lnTo>
                    <a:pt x="34760" y="52652"/>
                  </a:lnTo>
                  <a:cubicBezTo>
                    <a:pt x="35378" y="52737"/>
                    <a:pt x="35428" y="52754"/>
                    <a:pt x="35936" y="52779"/>
                  </a:cubicBezTo>
                  <a:lnTo>
                    <a:pt x="35784" y="52779"/>
                  </a:lnTo>
                  <a:cubicBezTo>
                    <a:pt x="35868" y="52813"/>
                    <a:pt x="36274" y="52830"/>
                    <a:pt x="36672" y="52872"/>
                  </a:cubicBezTo>
                  <a:cubicBezTo>
                    <a:pt x="36731" y="52872"/>
                    <a:pt x="36833" y="52881"/>
                    <a:pt x="36926" y="52889"/>
                  </a:cubicBezTo>
                  <a:cubicBezTo>
                    <a:pt x="37027" y="52889"/>
                    <a:pt x="37137" y="52897"/>
                    <a:pt x="37213" y="52914"/>
                  </a:cubicBezTo>
                  <a:lnTo>
                    <a:pt x="37154" y="52923"/>
                  </a:lnTo>
                  <a:cubicBezTo>
                    <a:pt x="37222" y="52948"/>
                    <a:pt x="37619" y="52974"/>
                    <a:pt x="38076" y="53007"/>
                  </a:cubicBezTo>
                  <a:lnTo>
                    <a:pt x="37890" y="53007"/>
                  </a:lnTo>
                  <a:cubicBezTo>
                    <a:pt x="37855" y="53010"/>
                    <a:pt x="37819" y="53011"/>
                    <a:pt x="37782" y="53011"/>
                  </a:cubicBezTo>
                  <a:cubicBezTo>
                    <a:pt x="37690" y="53011"/>
                    <a:pt x="37589" y="53005"/>
                    <a:pt x="37476" y="52999"/>
                  </a:cubicBezTo>
                  <a:lnTo>
                    <a:pt x="37476" y="52999"/>
                  </a:lnTo>
                  <a:cubicBezTo>
                    <a:pt x="37560" y="53007"/>
                    <a:pt x="37670" y="53016"/>
                    <a:pt x="37822" y="53033"/>
                  </a:cubicBezTo>
                  <a:lnTo>
                    <a:pt x="37019" y="53033"/>
                  </a:lnTo>
                  <a:cubicBezTo>
                    <a:pt x="37160" y="53045"/>
                    <a:pt x="37259" y="53047"/>
                    <a:pt x="37350" y="53047"/>
                  </a:cubicBezTo>
                  <a:cubicBezTo>
                    <a:pt x="37409" y="53047"/>
                    <a:pt x="37466" y="53046"/>
                    <a:pt x="37528" y="53046"/>
                  </a:cubicBezTo>
                  <a:cubicBezTo>
                    <a:pt x="37637" y="53046"/>
                    <a:pt x="37766" y="53049"/>
                    <a:pt x="37966" y="53067"/>
                  </a:cubicBezTo>
                  <a:cubicBezTo>
                    <a:pt x="37947" y="53099"/>
                    <a:pt x="37957" y="53112"/>
                    <a:pt x="37719" y="53112"/>
                  </a:cubicBezTo>
                  <a:cubicBezTo>
                    <a:pt x="37650" y="53112"/>
                    <a:pt x="37560" y="53111"/>
                    <a:pt x="37442" y="53109"/>
                  </a:cubicBezTo>
                  <a:cubicBezTo>
                    <a:pt x="36985" y="53067"/>
                    <a:pt x="37467" y="53092"/>
                    <a:pt x="37239" y="53058"/>
                  </a:cubicBezTo>
                  <a:lnTo>
                    <a:pt x="37239" y="53058"/>
                  </a:lnTo>
                  <a:cubicBezTo>
                    <a:pt x="37209" y="53060"/>
                    <a:pt x="37181" y="53060"/>
                    <a:pt x="37155" y="53060"/>
                  </a:cubicBezTo>
                  <a:cubicBezTo>
                    <a:pt x="36880" y="53060"/>
                    <a:pt x="36770" y="52990"/>
                    <a:pt x="36465" y="52990"/>
                  </a:cubicBezTo>
                  <a:cubicBezTo>
                    <a:pt x="36450" y="52990"/>
                    <a:pt x="36434" y="52990"/>
                    <a:pt x="36418" y="52990"/>
                  </a:cubicBezTo>
                  <a:cubicBezTo>
                    <a:pt x="35978" y="52948"/>
                    <a:pt x="36122" y="52940"/>
                    <a:pt x="35978" y="52906"/>
                  </a:cubicBezTo>
                  <a:lnTo>
                    <a:pt x="35978" y="52906"/>
                  </a:lnTo>
                  <a:cubicBezTo>
                    <a:pt x="36071" y="52917"/>
                    <a:pt x="36116" y="52921"/>
                    <a:pt x="36134" y="52921"/>
                  </a:cubicBezTo>
                  <a:cubicBezTo>
                    <a:pt x="36182" y="52921"/>
                    <a:pt x="36031" y="52891"/>
                    <a:pt x="36119" y="52891"/>
                  </a:cubicBezTo>
                  <a:cubicBezTo>
                    <a:pt x="36151" y="52891"/>
                    <a:pt x="36216" y="52895"/>
                    <a:pt x="36334" y="52906"/>
                  </a:cubicBezTo>
                  <a:cubicBezTo>
                    <a:pt x="36154" y="52879"/>
                    <a:pt x="36066" y="52873"/>
                    <a:pt x="35999" y="52873"/>
                  </a:cubicBezTo>
                  <a:cubicBezTo>
                    <a:pt x="35955" y="52873"/>
                    <a:pt x="35921" y="52876"/>
                    <a:pt x="35877" y="52876"/>
                  </a:cubicBezTo>
                  <a:cubicBezTo>
                    <a:pt x="35821" y="52876"/>
                    <a:pt x="35750" y="52872"/>
                    <a:pt x="35623" y="52855"/>
                  </a:cubicBezTo>
                  <a:lnTo>
                    <a:pt x="35572" y="52813"/>
                  </a:lnTo>
                  <a:cubicBezTo>
                    <a:pt x="35225" y="52754"/>
                    <a:pt x="34489" y="52635"/>
                    <a:pt x="34024" y="52584"/>
                  </a:cubicBezTo>
                  <a:lnTo>
                    <a:pt x="34024" y="52584"/>
                  </a:lnTo>
                  <a:cubicBezTo>
                    <a:pt x="34144" y="52613"/>
                    <a:pt x="34168" y="52623"/>
                    <a:pt x="34146" y="52623"/>
                  </a:cubicBezTo>
                  <a:cubicBezTo>
                    <a:pt x="34105" y="52623"/>
                    <a:pt x="33897" y="52589"/>
                    <a:pt x="33857" y="52589"/>
                  </a:cubicBezTo>
                  <a:cubicBezTo>
                    <a:pt x="33850" y="52589"/>
                    <a:pt x="33849" y="52590"/>
                    <a:pt x="33855" y="52593"/>
                  </a:cubicBezTo>
                  <a:cubicBezTo>
                    <a:pt x="34058" y="52618"/>
                    <a:pt x="34253" y="52652"/>
                    <a:pt x="34456" y="52703"/>
                  </a:cubicBezTo>
                  <a:lnTo>
                    <a:pt x="34143" y="52661"/>
                  </a:lnTo>
                  <a:lnTo>
                    <a:pt x="33762" y="52601"/>
                  </a:lnTo>
                  <a:cubicBezTo>
                    <a:pt x="33518" y="52553"/>
                    <a:pt x="33290" y="52512"/>
                    <a:pt x="33205" y="52493"/>
                  </a:cubicBezTo>
                  <a:lnTo>
                    <a:pt x="33205" y="52493"/>
                  </a:lnTo>
                  <a:lnTo>
                    <a:pt x="33779" y="52618"/>
                  </a:lnTo>
                  <a:cubicBezTo>
                    <a:pt x="33576" y="52601"/>
                    <a:pt x="32823" y="52500"/>
                    <a:pt x="32806" y="52500"/>
                  </a:cubicBezTo>
                  <a:cubicBezTo>
                    <a:pt x="32578" y="52441"/>
                    <a:pt x="32231" y="52373"/>
                    <a:pt x="32121" y="52331"/>
                  </a:cubicBezTo>
                  <a:lnTo>
                    <a:pt x="32121" y="52331"/>
                  </a:lnTo>
                  <a:lnTo>
                    <a:pt x="32552" y="52390"/>
                  </a:lnTo>
                  <a:lnTo>
                    <a:pt x="32696" y="52449"/>
                  </a:lnTo>
                  <a:cubicBezTo>
                    <a:pt x="32781" y="52458"/>
                    <a:pt x="32865" y="52458"/>
                    <a:pt x="32950" y="52466"/>
                  </a:cubicBezTo>
                  <a:cubicBezTo>
                    <a:pt x="32671" y="52407"/>
                    <a:pt x="32095" y="52255"/>
                    <a:pt x="31977" y="52212"/>
                  </a:cubicBezTo>
                  <a:close/>
                  <a:moveTo>
                    <a:pt x="36702" y="53200"/>
                  </a:moveTo>
                  <a:cubicBezTo>
                    <a:pt x="36711" y="53201"/>
                    <a:pt x="36721" y="53201"/>
                    <a:pt x="36731" y="53202"/>
                  </a:cubicBezTo>
                  <a:cubicBezTo>
                    <a:pt x="36719" y="53201"/>
                    <a:pt x="36709" y="53200"/>
                    <a:pt x="36702" y="53200"/>
                  </a:cubicBezTo>
                  <a:close/>
                  <a:moveTo>
                    <a:pt x="36435" y="53202"/>
                  </a:moveTo>
                  <a:cubicBezTo>
                    <a:pt x="36449" y="53205"/>
                    <a:pt x="36465" y="53207"/>
                    <a:pt x="36482" y="53209"/>
                  </a:cubicBezTo>
                  <a:lnTo>
                    <a:pt x="36482" y="53209"/>
                  </a:lnTo>
                  <a:cubicBezTo>
                    <a:pt x="36467" y="53207"/>
                    <a:pt x="36451" y="53204"/>
                    <a:pt x="36435" y="53202"/>
                  </a:cubicBezTo>
                  <a:close/>
                  <a:moveTo>
                    <a:pt x="40269" y="53405"/>
                  </a:moveTo>
                  <a:cubicBezTo>
                    <a:pt x="40268" y="53405"/>
                    <a:pt x="40268" y="53405"/>
                    <a:pt x="40267" y="53405"/>
                  </a:cubicBezTo>
                  <a:cubicBezTo>
                    <a:pt x="40267" y="53405"/>
                    <a:pt x="40268" y="53405"/>
                    <a:pt x="40269" y="53405"/>
                  </a:cubicBezTo>
                  <a:close/>
                  <a:moveTo>
                    <a:pt x="1980" y="1"/>
                  </a:moveTo>
                  <a:cubicBezTo>
                    <a:pt x="1802" y="542"/>
                    <a:pt x="1684" y="940"/>
                    <a:pt x="1591" y="1321"/>
                  </a:cubicBezTo>
                  <a:cubicBezTo>
                    <a:pt x="1506" y="1701"/>
                    <a:pt x="1430" y="2048"/>
                    <a:pt x="1286" y="2496"/>
                  </a:cubicBezTo>
                  <a:cubicBezTo>
                    <a:pt x="1298" y="2449"/>
                    <a:pt x="1300" y="2432"/>
                    <a:pt x="1299" y="2432"/>
                  </a:cubicBezTo>
                  <a:lnTo>
                    <a:pt x="1299" y="2432"/>
                  </a:lnTo>
                  <a:cubicBezTo>
                    <a:pt x="1295" y="2432"/>
                    <a:pt x="1272" y="2499"/>
                    <a:pt x="1261" y="2522"/>
                  </a:cubicBezTo>
                  <a:cubicBezTo>
                    <a:pt x="1219" y="2666"/>
                    <a:pt x="1185" y="2818"/>
                    <a:pt x="1159" y="2962"/>
                  </a:cubicBezTo>
                  <a:cubicBezTo>
                    <a:pt x="1126" y="3114"/>
                    <a:pt x="1100" y="3241"/>
                    <a:pt x="1092" y="3334"/>
                  </a:cubicBezTo>
                  <a:lnTo>
                    <a:pt x="982" y="3782"/>
                  </a:lnTo>
                  <a:cubicBezTo>
                    <a:pt x="973" y="3782"/>
                    <a:pt x="982" y="3596"/>
                    <a:pt x="1092" y="3131"/>
                  </a:cubicBezTo>
                  <a:lnTo>
                    <a:pt x="1092" y="3131"/>
                  </a:lnTo>
                  <a:cubicBezTo>
                    <a:pt x="1041" y="3334"/>
                    <a:pt x="999" y="3529"/>
                    <a:pt x="948" y="3723"/>
                  </a:cubicBezTo>
                  <a:cubicBezTo>
                    <a:pt x="906" y="3918"/>
                    <a:pt x="863" y="4112"/>
                    <a:pt x="830" y="4298"/>
                  </a:cubicBezTo>
                  <a:cubicBezTo>
                    <a:pt x="762" y="4671"/>
                    <a:pt x="703" y="5043"/>
                    <a:pt x="635" y="5406"/>
                  </a:cubicBezTo>
                  <a:cubicBezTo>
                    <a:pt x="533" y="6134"/>
                    <a:pt x="415" y="6870"/>
                    <a:pt x="314" y="7707"/>
                  </a:cubicBezTo>
                  <a:cubicBezTo>
                    <a:pt x="312" y="7715"/>
                    <a:pt x="311" y="7718"/>
                    <a:pt x="310" y="7718"/>
                  </a:cubicBezTo>
                  <a:cubicBezTo>
                    <a:pt x="304" y="7718"/>
                    <a:pt x="320" y="7574"/>
                    <a:pt x="318" y="7574"/>
                  </a:cubicBezTo>
                  <a:lnTo>
                    <a:pt x="318" y="7574"/>
                  </a:lnTo>
                  <a:cubicBezTo>
                    <a:pt x="318" y="7574"/>
                    <a:pt x="317" y="7583"/>
                    <a:pt x="314" y="7606"/>
                  </a:cubicBezTo>
                  <a:cubicBezTo>
                    <a:pt x="291" y="7805"/>
                    <a:pt x="263" y="8113"/>
                    <a:pt x="261" y="8178"/>
                  </a:cubicBezTo>
                  <a:lnTo>
                    <a:pt x="261" y="8178"/>
                  </a:lnTo>
                  <a:cubicBezTo>
                    <a:pt x="257" y="8135"/>
                    <a:pt x="259" y="8089"/>
                    <a:pt x="264" y="8044"/>
                  </a:cubicBezTo>
                  <a:lnTo>
                    <a:pt x="264" y="8044"/>
                  </a:lnTo>
                  <a:cubicBezTo>
                    <a:pt x="244" y="8230"/>
                    <a:pt x="235" y="8403"/>
                    <a:pt x="212" y="8562"/>
                  </a:cubicBezTo>
                  <a:cubicBezTo>
                    <a:pt x="195" y="8731"/>
                    <a:pt x="178" y="8892"/>
                    <a:pt x="161" y="9036"/>
                  </a:cubicBezTo>
                  <a:cubicBezTo>
                    <a:pt x="127" y="9315"/>
                    <a:pt x="102" y="9585"/>
                    <a:pt x="102" y="9865"/>
                  </a:cubicBezTo>
                  <a:cubicBezTo>
                    <a:pt x="93" y="9827"/>
                    <a:pt x="88" y="9792"/>
                    <a:pt x="89" y="9757"/>
                  </a:cubicBezTo>
                  <a:lnTo>
                    <a:pt x="89" y="9757"/>
                  </a:lnTo>
                  <a:cubicBezTo>
                    <a:pt x="68" y="10066"/>
                    <a:pt x="66" y="10329"/>
                    <a:pt x="60" y="10592"/>
                  </a:cubicBezTo>
                  <a:cubicBezTo>
                    <a:pt x="60" y="10753"/>
                    <a:pt x="51" y="10914"/>
                    <a:pt x="51" y="11091"/>
                  </a:cubicBezTo>
                  <a:lnTo>
                    <a:pt x="51" y="11675"/>
                  </a:lnTo>
                  <a:cubicBezTo>
                    <a:pt x="48" y="11612"/>
                    <a:pt x="44" y="11586"/>
                    <a:pt x="41" y="11586"/>
                  </a:cubicBezTo>
                  <a:cubicBezTo>
                    <a:pt x="30" y="11586"/>
                    <a:pt x="20" y="11919"/>
                    <a:pt x="1" y="12098"/>
                  </a:cubicBezTo>
                  <a:cubicBezTo>
                    <a:pt x="1" y="12191"/>
                    <a:pt x="1" y="12292"/>
                    <a:pt x="1" y="12402"/>
                  </a:cubicBezTo>
                  <a:cubicBezTo>
                    <a:pt x="9" y="12512"/>
                    <a:pt x="17" y="12639"/>
                    <a:pt x="17" y="12766"/>
                  </a:cubicBezTo>
                  <a:cubicBezTo>
                    <a:pt x="17" y="13020"/>
                    <a:pt x="34" y="13308"/>
                    <a:pt x="34" y="13612"/>
                  </a:cubicBezTo>
                  <a:cubicBezTo>
                    <a:pt x="43" y="13764"/>
                    <a:pt x="51" y="13917"/>
                    <a:pt x="60" y="14069"/>
                  </a:cubicBezTo>
                  <a:cubicBezTo>
                    <a:pt x="68" y="14221"/>
                    <a:pt x="77" y="14373"/>
                    <a:pt x="85" y="14526"/>
                  </a:cubicBezTo>
                  <a:cubicBezTo>
                    <a:pt x="102" y="14830"/>
                    <a:pt x="119" y="15126"/>
                    <a:pt x="144" y="15397"/>
                  </a:cubicBezTo>
                  <a:cubicBezTo>
                    <a:pt x="137" y="15373"/>
                    <a:pt x="132" y="15362"/>
                    <a:pt x="128" y="15362"/>
                  </a:cubicBezTo>
                  <a:lnTo>
                    <a:pt x="128" y="15362"/>
                  </a:lnTo>
                  <a:cubicBezTo>
                    <a:pt x="89" y="15362"/>
                    <a:pt x="234" y="16598"/>
                    <a:pt x="195" y="16683"/>
                  </a:cubicBezTo>
                  <a:cubicBezTo>
                    <a:pt x="220" y="16894"/>
                    <a:pt x="254" y="17106"/>
                    <a:pt x="305" y="17317"/>
                  </a:cubicBezTo>
                  <a:cubicBezTo>
                    <a:pt x="280" y="17182"/>
                    <a:pt x="271" y="17038"/>
                    <a:pt x="271" y="16903"/>
                  </a:cubicBezTo>
                  <a:lnTo>
                    <a:pt x="271" y="16903"/>
                  </a:lnTo>
                  <a:cubicBezTo>
                    <a:pt x="314" y="17250"/>
                    <a:pt x="381" y="17783"/>
                    <a:pt x="415" y="17825"/>
                  </a:cubicBezTo>
                  <a:cubicBezTo>
                    <a:pt x="415" y="17969"/>
                    <a:pt x="432" y="18112"/>
                    <a:pt x="440" y="18256"/>
                  </a:cubicBezTo>
                  <a:cubicBezTo>
                    <a:pt x="500" y="18383"/>
                    <a:pt x="542" y="18510"/>
                    <a:pt x="550" y="18645"/>
                  </a:cubicBezTo>
                  <a:cubicBezTo>
                    <a:pt x="584" y="19178"/>
                    <a:pt x="576" y="18586"/>
                    <a:pt x="660" y="19339"/>
                  </a:cubicBezTo>
                  <a:cubicBezTo>
                    <a:pt x="618" y="19178"/>
                    <a:pt x="584" y="19026"/>
                    <a:pt x="559" y="18967"/>
                  </a:cubicBezTo>
                  <a:lnTo>
                    <a:pt x="559" y="18967"/>
                  </a:lnTo>
                  <a:cubicBezTo>
                    <a:pt x="584" y="19153"/>
                    <a:pt x="618" y="19348"/>
                    <a:pt x="660" y="19534"/>
                  </a:cubicBezTo>
                  <a:cubicBezTo>
                    <a:pt x="660" y="19543"/>
                    <a:pt x="659" y="19547"/>
                    <a:pt x="657" y="19547"/>
                  </a:cubicBezTo>
                  <a:cubicBezTo>
                    <a:pt x="649" y="19547"/>
                    <a:pt x="629" y="19492"/>
                    <a:pt x="610" y="19407"/>
                  </a:cubicBezTo>
                  <a:cubicBezTo>
                    <a:pt x="584" y="19297"/>
                    <a:pt x="550" y="19145"/>
                    <a:pt x="525" y="19009"/>
                  </a:cubicBezTo>
                  <a:lnTo>
                    <a:pt x="525" y="19009"/>
                  </a:lnTo>
                  <a:cubicBezTo>
                    <a:pt x="550" y="19161"/>
                    <a:pt x="559" y="19322"/>
                    <a:pt x="584" y="19483"/>
                  </a:cubicBezTo>
                  <a:cubicBezTo>
                    <a:pt x="643" y="19703"/>
                    <a:pt x="720" y="20007"/>
                    <a:pt x="796" y="20346"/>
                  </a:cubicBezTo>
                  <a:lnTo>
                    <a:pt x="914" y="20870"/>
                  </a:lnTo>
                  <a:cubicBezTo>
                    <a:pt x="956" y="21048"/>
                    <a:pt x="999" y="21234"/>
                    <a:pt x="1033" y="21412"/>
                  </a:cubicBezTo>
                  <a:cubicBezTo>
                    <a:pt x="1002" y="21332"/>
                    <a:pt x="967" y="21185"/>
                    <a:pt x="956" y="21185"/>
                  </a:cubicBezTo>
                  <a:lnTo>
                    <a:pt x="956" y="21185"/>
                  </a:lnTo>
                  <a:cubicBezTo>
                    <a:pt x="952" y="21185"/>
                    <a:pt x="952" y="21206"/>
                    <a:pt x="956" y="21259"/>
                  </a:cubicBezTo>
                  <a:cubicBezTo>
                    <a:pt x="990" y="21412"/>
                    <a:pt x="1041" y="21589"/>
                    <a:pt x="1092" y="21784"/>
                  </a:cubicBezTo>
                  <a:cubicBezTo>
                    <a:pt x="1143" y="21970"/>
                    <a:pt x="1185" y="22173"/>
                    <a:pt x="1236" y="22384"/>
                  </a:cubicBezTo>
                  <a:cubicBezTo>
                    <a:pt x="1228" y="22358"/>
                    <a:pt x="1224" y="22350"/>
                    <a:pt x="1221" y="22345"/>
                  </a:cubicBezTo>
                  <a:lnTo>
                    <a:pt x="1221" y="22345"/>
                  </a:lnTo>
                  <a:cubicBezTo>
                    <a:pt x="1411" y="23005"/>
                    <a:pt x="1340" y="22853"/>
                    <a:pt x="1498" y="23484"/>
                  </a:cubicBezTo>
                  <a:cubicBezTo>
                    <a:pt x="1492" y="23478"/>
                    <a:pt x="1486" y="23472"/>
                    <a:pt x="1483" y="23466"/>
                  </a:cubicBezTo>
                  <a:lnTo>
                    <a:pt x="1483" y="23466"/>
                  </a:lnTo>
                  <a:cubicBezTo>
                    <a:pt x="1517" y="23591"/>
                    <a:pt x="1566" y="23715"/>
                    <a:pt x="1608" y="23839"/>
                  </a:cubicBezTo>
                  <a:cubicBezTo>
                    <a:pt x="1887" y="24643"/>
                    <a:pt x="1836" y="24762"/>
                    <a:pt x="1980" y="25252"/>
                  </a:cubicBezTo>
                  <a:lnTo>
                    <a:pt x="1938" y="25142"/>
                  </a:lnTo>
                  <a:lnTo>
                    <a:pt x="1938" y="25142"/>
                  </a:lnTo>
                  <a:cubicBezTo>
                    <a:pt x="2014" y="25455"/>
                    <a:pt x="2352" y="26428"/>
                    <a:pt x="2445" y="26699"/>
                  </a:cubicBezTo>
                  <a:cubicBezTo>
                    <a:pt x="2344" y="26352"/>
                    <a:pt x="2428" y="26580"/>
                    <a:pt x="2361" y="26318"/>
                  </a:cubicBezTo>
                  <a:cubicBezTo>
                    <a:pt x="2251" y="26022"/>
                    <a:pt x="2251" y="26124"/>
                    <a:pt x="2098" y="25616"/>
                  </a:cubicBezTo>
                  <a:lnTo>
                    <a:pt x="2098" y="25616"/>
                  </a:lnTo>
                  <a:cubicBezTo>
                    <a:pt x="2149" y="25675"/>
                    <a:pt x="2361" y="26310"/>
                    <a:pt x="2437" y="26428"/>
                  </a:cubicBezTo>
                  <a:cubicBezTo>
                    <a:pt x="2504" y="26589"/>
                    <a:pt x="2547" y="26766"/>
                    <a:pt x="2555" y="26944"/>
                  </a:cubicBezTo>
                  <a:cubicBezTo>
                    <a:pt x="2809" y="27638"/>
                    <a:pt x="2961" y="28027"/>
                    <a:pt x="3308" y="28864"/>
                  </a:cubicBezTo>
                  <a:cubicBezTo>
                    <a:pt x="3537" y="29245"/>
                    <a:pt x="3731" y="29651"/>
                    <a:pt x="3883" y="30066"/>
                  </a:cubicBezTo>
                  <a:lnTo>
                    <a:pt x="3861" y="30035"/>
                  </a:lnTo>
                  <a:lnTo>
                    <a:pt x="3861" y="30035"/>
                  </a:lnTo>
                  <a:cubicBezTo>
                    <a:pt x="3885" y="30074"/>
                    <a:pt x="4013" y="30375"/>
                    <a:pt x="4086" y="30497"/>
                  </a:cubicBezTo>
                  <a:cubicBezTo>
                    <a:pt x="4070" y="30448"/>
                    <a:pt x="4066" y="30430"/>
                    <a:pt x="4070" y="30430"/>
                  </a:cubicBezTo>
                  <a:lnTo>
                    <a:pt x="4070" y="30430"/>
                  </a:lnTo>
                  <a:cubicBezTo>
                    <a:pt x="4081" y="30430"/>
                    <a:pt x="4154" y="30577"/>
                    <a:pt x="4165" y="30577"/>
                  </a:cubicBezTo>
                  <a:cubicBezTo>
                    <a:pt x="4169" y="30577"/>
                    <a:pt x="4163" y="30552"/>
                    <a:pt x="4137" y="30480"/>
                  </a:cubicBezTo>
                  <a:lnTo>
                    <a:pt x="4137" y="30480"/>
                  </a:lnTo>
                  <a:cubicBezTo>
                    <a:pt x="4332" y="30878"/>
                    <a:pt x="4323" y="30962"/>
                    <a:pt x="4323" y="31013"/>
                  </a:cubicBezTo>
                  <a:cubicBezTo>
                    <a:pt x="4492" y="31275"/>
                    <a:pt x="4695" y="31800"/>
                    <a:pt x="5025" y="32392"/>
                  </a:cubicBezTo>
                  <a:cubicBezTo>
                    <a:pt x="4969" y="32308"/>
                    <a:pt x="4723" y="31849"/>
                    <a:pt x="4711" y="31849"/>
                  </a:cubicBezTo>
                  <a:lnTo>
                    <a:pt x="4711" y="31849"/>
                  </a:lnTo>
                  <a:cubicBezTo>
                    <a:pt x="4708" y="31849"/>
                    <a:pt x="4716" y="31870"/>
                    <a:pt x="4738" y="31918"/>
                  </a:cubicBezTo>
                  <a:lnTo>
                    <a:pt x="5186" y="32663"/>
                  </a:lnTo>
                  <a:lnTo>
                    <a:pt x="5000" y="32324"/>
                  </a:lnTo>
                  <a:lnTo>
                    <a:pt x="5000" y="32324"/>
                  </a:lnTo>
                  <a:cubicBezTo>
                    <a:pt x="5169" y="32612"/>
                    <a:pt x="5271" y="32789"/>
                    <a:pt x="5355" y="32950"/>
                  </a:cubicBezTo>
                  <a:cubicBezTo>
                    <a:pt x="5431" y="33102"/>
                    <a:pt x="5491" y="33238"/>
                    <a:pt x="5584" y="33407"/>
                  </a:cubicBezTo>
                  <a:cubicBezTo>
                    <a:pt x="5587" y="33416"/>
                    <a:pt x="5588" y="33420"/>
                    <a:pt x="5586" y="33420"/>
                  </a:cubicBezTo>
                  <a:cubicBezTo>
                    <a:pt x="5582" y="33420"/>
                    <a:pt x="5557" y="33383"/>
                    <a:pt x="5524" y="33328"/>
                  </a:cubicBezTo>
                  <a:lnTo>
                    <a:pt x="5524" y="33328"/>
                  </a:lnTo>
                  <a:cubicBezTo>
                    <a:pt x="5609" y="33474"/>
                    <a:pt x="5705" y="33636"/>
                    <a:pt x="5795" y="33779"/>
                  </a:cubicBezTo>
                  <a:cubicBezTo>
                    <a:pt x="5905" y="33940"/>
                    <a:pt x="6286" y="34524"/>
                    <a:pt x="6447" y="34744"/>
                  </a:cubicBezTo>
                  <a:lnTo>
                    <a:pt x="6503" y="34840"/>
                  </a:lnTo>
                  <a:lnTo>
                    <a:pt x="6503" y="34840"/>
                  </a:lnTo>
                  <a:cubicBezTo>
                    <a:pt x="6497" y="34831"/>
                    <a:pt x="6489" y="34824"/>
                    <a:pt x="6482" y="34817"/>
                  </a:cubicBezTo>
                  <a:lnTo>
                    <a:pt x="6482" y="34817"/>
                  </a:lnTo>
                  <a:lnTo>
                    <a:pt x="6557" y="34921"/>
                  </a:lnTo>
                  <a:cubicBezTo>
                    <a:pt x="6616" y="35023"/>
                    <a:pt x="6675" y="35124"/>
                    <a:pt x="6734" y="35217"/>
                  </a:cubicBezTo>
                  <a:lnTo>
                    <a:pt x="6776" y="35268"/>
                  </a:lnTo>
                  <a:lnTo>
                    <a:pt x="6988" y="35590"/>
                  </a:lnTo>
                  <a:lnTo>
                    <a:pt x="7098" y="35733"/>
                  </a:lnTo>
                  <a:lnTo>
                    <a:pt x="7047" y="35657"/>
                  </a:lnTo>
                  <a:lnTo>
                    <a:pt x="7047" y="35657"/>
                  </a:lnTo>
                  <a:cubicBezTo>
                    <a:pt x="7132" y="35725"/>
                    <a:pt x="7199" y="35801"/>
                    <a:pt x="7259" y="35894"/>
                  </a:cubicBezTo>
                  <a:cubicBezTo>
                    <a:pt x="7309" y="35962"/>
                    <a:pt x="7369" y="36046"/>
                    <a:pt x="7436" y="36139"/>
                  </a:cubicBezTo>
                  <a:cubicBezTo>
                    <a:pt x="7496" y="36232"/>
                    <a:pt x="7572" y="36334"/>
                    <a:pt x="7648" y="36435"/>
                  </a:cubicBezTo>
                  <a:cubicBezTo>
                    <a:pt x="7631" y="36410"/>
                    <a:pt x="7479" y="36190"/>
                    <a:pt x="7267" y="35860"/>
                  </a:cubicBezTo>
                  <a:lnTo>
                    <a:pt x="7267" y="35860"/>
                  </a:lnTo>
                  <a:lnTo>
                    <a:pt x="7343" y="35970"/>
                  </a:lnTo>
                  <a:cubicBezTo>
                    <a:pt x="7496" y="36216"/>
                    <a:pt x="7665" y="36435"/>
                    <a:pt x="7817" y="36655"/>
                  </a:cubicBezTo>
                  <a:lnTo>
                    <a:pt x="8265" y="37298"/>
                  </a:lnTo>
                  <a:cubicBezTo>
                    <a:pt x="8155" y="37155"/>
                    <a:pt x="8037" y="37002"/>
                    <a:pt x="7910" y="36816"/>
                  </a:cubicBezTo>
                  <a:lnTo>
                    <a:pt x="7910" y="36816"/>
                  </a:lnTo>
                  <a:cubicBezTo>
                    <a:pt x="8189" y="37281"/>
                    <a:pt x="8748" y="37899"/>
                    <a:pt x="8866" y="38127"/>
                  </a:cubicBezTo>
                  <a:cubicBezTo>
                    <a:pt x="8595" y="37814"/>
                    <a:pt x="8401" y="37586"/>
                    <a:pt x="8215" y="37332"/>
                  </a:cubicBezTo>
                  <a:cubicBezTo>
                    <a:pt x="8028" y="37078"/>
                    <a:pt x="7851" y="36825"/>
                    <a:pt x="7589" y="36469"/>
                  </a:cubicBezTo>
                  <a:cubicBezTo>
                    <a:pt x="7544" y="36398"/>
                    <a:pt x="7529" y="36369"/>
                    <a:pt x="7533" y="36369"/>
                  </a:cubicBezTo>
                  <a:lnTo>
                    <a:pt x="7533" y="36369"/>
                  </a:lnTo>
                  <a:cubicBezTo>
                    <a:pt x="7550" y="36369"/>
                    <a:pt x="7940" y="36919"/>
                    <a:pt x="7961" y="36926"/>
                  </a:cubicBezTo>
                  <a:lnTo>
                    <a:pt x="7682" y="36520"/>
                  </a:lnTo>
                  <a:cubicBezTo>
                    <a:pt x="7589" y="36410"/>
                    <a:pt x="7504" y="36300"/>
                    <a:pt x="7419" y="36182"/>
                  </a:cubicBezTo>
                  <a:cubicBezTo>
                    <a:pt x="7323" y="36053"/>
                    <a:pt x="7236" y="35929"/>
                    <a:pt x="7223" y="35929"/>
                  </a:cubicBezTo>
                  <a:cubicBezTo>
                    <a:pt x="7218" y="35929"/>
                    <a:pt x="7221" y="35942"/>
                    <a:pt x="7233" y="35970"/>
                  </a:cubicBezTo>
                  <a:cubicBezTo>
                    <a:pt x="7369" y="36207"/>
                    <a:pt x="7538" y="36427"/>
                    <a:pt x="7690" y="36647"/>
                  </a:cubicBezTo>
                  <a:lnTo>
                    <a:pt x="8147" y="37290"/>
                  </a:lnTo>
                  <a:cubicBezTo>
                    <a:pt x="8460" y="37713"/>
                    <a:pt x="8773" y="38110"/>
                    <a:pt x="9061" y="38483"/>
                  </a:cubicBezTo>
                  <a:lnTo>
                    <a:pt x="8316" y="37907"/>
                  </a:lnTo>
                  <a:cubicBezTo>
                    <a:pt x="8316" y="37907"/>
                    <a:pt x="8299" y="37899"/>
                    <a:pt x="8265" y="37865"/>
                  </a:cubicBezTo>
                  <a:lnTo>
                    <a:pt x="8265" y="37865"/>
                  </a:lnTo>
                  <a:cubicBezTo>
                    <a:pt x="8564" y="38248"/>
                    <a:pt x="8646" y="38315"/>
                    <a:pt x="8676" y="38315"/>
                  </a:cubicBezTo>
                  <a:cubicBezTo>
                    <a:pt x="8692" y="38315"/>
                    <a:pt x="8693" y="38295"/>
                    <a:pt x="8705" y="38295"/>
                  </a:cubicBezTo>
                  <a:cubicBezTo>
                    <a:pt x="8713" y="38295"/>
                    <a:pt x="8727" y="38305"/>
                    <a:pt x="8756" y="38339"/>
                  </a:cubicBezTo>
                  <a:cubicBezTo>
                    <a:pt x="8824" y="38423"/>
                    <a:pt x="8883" y="38491"/>
                    <a:pt x="8942" y="38559"/>
                  </a:cubicBezTo>
                  <a:cubicBezTo>
                    <a:pt x="9001" y="38626"/>
                    <a:pt x="9061" y="38703"/>
                    <a:pt x="9111" y="38770"/>
                  </a:cubicBezTo>
                  <a:lnTo>
                    <a:pt x="9035" y="38711"/>
                  </a:lnTo>
                  <a:lnTo>
                    <a:pt x="9035" y="38711"/>
                  </a:lnTo>
                  <a:cubicBezTo>
                    <a:pt x="9416" y="39142"/>
                    <a:pt x="9179" y="38821"/>
                    <a:pt x="9509" y="39227"/>
                  </a:cubicBezTo>
                  <a:cubicBezTo>
                    <a:pt x="9568" y="39292"/>
                    <a:pt x="9592" y="39316"/>
                    <a:pt x="9594" y="39316"/>
                  </a:cubicBezTo>
                  <a:cubicBezTo>
                    <a:pt x="9602" y="39316"/>
                    <a:pt x="9415" y="39094"/>
                    <a:pt x="9425" y="39094"/>
                  </a:cubicBezTo>
                  <a:lnTo>
                    <a:pt x="9425" y="39094"/>
                  </a:lnTo>
                  <a:cubicBezTo>
                    <a:pt x="9427" y="39094"/>
                    <a:pt x="9439" y="39105"/>
                    <a:pt x="9467" y="39134"/>
                  </a:cubicBezTo>
                  <a:cubicBezTo>
                    <a:pt x="9560" y="39261"/>
                    <a:pt x="9670" y="39379"/>
                    <a:pt x="9788" y="39489"/>
                  </a:cubicBezTo>
                  <a:cubicBezTo>
                    <a:pt x="9957" y="39650"/>
                    <a:pt x="10118" y="39828"/>
                    <a:pt x="10270" y="40014"/>
                  </a:cubicBezTo>
                  <a:cubicBezTo>
                    <a:pt x="10266" y="40011"/>
                    <a:pt x="10264" y="40010"/>
                    <a:pt x="10262" y="40010"/>
                  </a:cubicBezTo>
                  <a:cubicBezTo>
                    <a:pt x="10259" y="40010"/>
                    <a:pt x="10257" y="40013"/>
                    <a:pt x="10253" y="40013"/>
                  </a:cubicBezTo>
                  <a:cubicBezTo>
                    <a:pt x="10239" y="40013"/>
                    <a:pt x="10194" y="39983"/>
                    <a:pt x="9966" y="39743"/>
                  </a:cubicBezTo>
                  <a:lnTo>
                    <a:pt x="9966" y="39743"/>
                  </a:lnTo>
                  <a:lnTo>
                    <a:pt x="10279" y="40124"/>
                  </a:lnTo>
                  <a:lnTo>
                    <a:pt x="10000" y="39828"/>
                  </a:lnTo>
                  <a:cubicBezTo>
                    <a:pt x="9966" y="39777"/>
                    <a:pt x="9915" y="39743"/>
                    <a:pt x="9729" y="39515"/>
                  </a:cubicBezTo>
                  <a:cubicBezTo>
                    <a:pt x="9526" y="39329"/>
                    <a:pt x="9551" y="39388"/>
                    <a:pt x="9374" y="39210"/>
                  </a:cubicBezTo>
                  <a:lnTo>
                    <a:pt x="9374" y="39210"/>
                  </a:lnTo>
                  <a:cubicBezTo>
                    <a:pt x="9492" y="39329"/>
                    <a:pt x="9610" y="39456"/>
                    <a:pt x="9720" y="39591"/>
                  </a:cubicBezTo>
                  <a:cubicBezTo>
                    <a:pt x="9800" y="39686"/>
                    <a:pt x="9826" y="39719"/>
                    <a:pt x="9824" y="39719"/>
                  </a:cubicBezTo>
                  <a:cubicBezTo>
                    <a:pt x="9819" y="39719"/>
                    <a:pt x="9659" y="39541"/>
                    <a:pt x="9636" y="39523"/>
                  </a:cubicBezTo>
                  <a:lnTo>
                    <a:pt x="9636" y="39523"/>
                  </a:lnTo>
                  <a:cubicBezTo>
                    <a:pt x="9822" y="39726"/>
                    <a:pt x="9915" y="39836"/>
                    <a:pt x="10008" y="39946"/>
                  </a:cubicBezTo>
                  <a:cubicBezTo>
                    <a:pt x="10109" y="40081"/>
                    <a:pt x="10228" y="40208"/>
                    <a:pt x="10355" y="40335"/>
                  </a:cubicBezTo>
                  <a:cubicBezTo>
                    <a:pt x="10321" y="40234"/>
                    <a:pt x="10380" y="40310"/>
                    <a:pt x="10169" y="40039"/>
                  </a:cubicBezTo>
                  <a:lnTo>
                    <a:pt x="10169" y="40039"/>
                  </a:lnTo>
                  <a:cubicBezTo>
                    <a:pt x="10406" y="40276"/>
                    <a:pt x="10676" y="40614"/>
                    <a:pt x="10626" y="40614"/>
                  </a:cubicBezTo>
                  <a:lnTo>
                    <a:pt x="10693" y="40648"/>
                  </a:lnTo>
                  <a:cubicBezTo>
                    <a:pt x="10744" y="40716"/>
                    <a:pt x="10930" y="40902"/>
                    <a:pt x="10939" y="40927"/>
                  </a:cubicBezTo>
                  <a:lnTo>
                    <a:pt x="11032" y="40995"/>
                  </a:lnTo>
                  <a:cubicBezTo>
                    <a:pt x="10947" y="40902"/>
                    <a:pt x="10879" y="40817"/>
                    <a:pt x="10786" y="40716"/>
                  </a:cubicBezTo>
                  <a:cubicBezTo>
                    <a:pt x="10702" y="40606"/>
                    <a:pt x="10592" y="40496"/>
                    <a:pt x="10448" y="40335"/>
                  </a:cubicBezTo>
                  <a:lnTo>
                    <a:pt x="10448" y="40335"/>
                  </a:lnTo>
                  <a:cubicBezTo>
                    <a:pt x="10470" y="40356"/>
                    <a:pt x="10480" y="40363"/>
                    <a:pt x="10485" y="40363"/>
                  </a:cubicBezTo>
                  <a:cubicBezTo>
                    <a:pt x="10497" y="40363"/>
                    <a:pt x="10475" y="40322"/>
                    <a:pt x="10486" y="40322"/>
                  </a:cubicBezTo>
                  <a:cubicBezTo>
                    <a:pt x="10498" y="40322"/>
                    <a:pt x="10546" y="40365"/>
                    <a:pt x="10702" y="40538"/>
                  </a:cubicBezTo>
                  <a:cubicBezTo>
                    <a:pt x="10764" y="40608"/>
                    <a:pt x="10781" y="40628"/>
                    <a:pt x="10777" y="40628"/>
                  </a:cubicBezTo>
                  <a:cubicBezTo>
                    <a:pt x="10772" y="40628"/>
                    <a:pt x="10728" y="40588"/>
                    <a:pt x="10720" y="40588"/>
                  </a:cubicBezTo>
                  <a:cubicBezTo>
                    <a:pt x="10719" y="40588"/>
                    <a:pt x="10719" y="40588"/>
                    <a:pt x="10719" y="40589"/>
                  </a:cubicBezTo>
                  <a:cubicBezTo>
                    <a:pt x="11150" y="41037"/>
                    <a:pt x="11370" y="41266"/>
                    <a:pt x="11548" y="41477"/>
                  </a:cubicBezTo>
                  <a:cubicBezTo>
                    <a:pt x="11649" y="41579"/>
                    <a:pt x="11734" y="41680"/>
                    <a:pt x="11844" y="41790"/>
                  </a:cubicBezTo>
                  <a:cubicBezTo>
                    <a:pt x="11945" y="41909"/>
                    <a:pt x="12081" y="42036"/>
                    <a:pt x="12267" y="42205"/>
                  </a:cubicBezTo>
                  <a:cubicBezTo>
                    <a:pt x="12165" y="42129"/>
                    <a:pt x="12013" y="41976"/>
                    <a:pt x="11844" y="41807"/>
                  </a:cubicBezTo>
                  <a:cubicBezTo>
                    <a:pt x="11666" y="41638"/>
                    <a:pt x="11488" y="41443"/>
                    <a:pt x="11311" y="41283"/>
                  </a:cubicBezTo>
                  <a:lnTo>
                    <a:pt x="11311" y="41283"/>
                  </a:lnTo>
                  <a:cubicBezTo>
                    <a:pt x="11514" y="41503"/>
                    <a:pt x="11725" y="41714"/>
                    <a:pt x="11945" y="41917"/>
                  </a:cubicBezTo>
                  <a:cubicBezTo>
                    <a:pt x="11852" y="41837"/>
                    <a:pt x="11797" y="41790"/>
                    <a:pt x="11790" y="41790"/>
                  </a:cubicBezTo>
                  <a:lnTo>
                    <a:pt x="11790" y="41790"/>
                  </a:lnTo>
                  <a:cubicBezTo>
                    <a:pt x="11782" y="41790"/>
                    <a:pt x="11823" y="41837"/>
                    <a:pt x="11920" y="41943"/>
                  </a:cubicBezTo>
                  <a:lnTo>
                    <a:pt x="12021" y="42010"/>
                  </a:lnTo>
                  <a:cubicBezTo>
                    <a:pt x="12148" y="42129"/>
                    <a:pt x="12377" y="42349"/>
                    <a:pt x="12385" y="42366"/>
                  </a:cubicBezTo>
                  <a:cubicBezTo>
                    <a:pt x="12394" y="42366"/>
                    <a:pt x="12343" y="42315"/>
                    <a:pt x="12233" y="42196"/>
                  </a:cubicBezTo>
                  <a:lnTo>
                    <a:pt x="12233" y="42196"/>
                  </a:lnTo>
                  <a:cubicBezTo>
                    <a:pt x="12402" y="42340"/>
                    <a:pt x="12630" y="42560"/>
                    <a:pt x="12901" y="42788"/>
                  </a:cubicBezTo>
                  <a:cubicBezTo>
                    <a:pt x="13172" y="43017"/>
                    <a:pt x="13468" y="43288"/>
                    <a:pt x="13755" y="43550"/>
                  </a:cubicBezTo>
                  <a:cubicBezTo>
                    <a:pt x="13702" y="43550"/>
                    <a:pt x="13213" y="43109"/>
                    <a:pt x="13199" y="43109"/>
                  </a:cubicBezTo>
                  <a:lnTo>
                    <a:pt x="13199" y="43109"/>
                  </a:lnTo>
                  <a:cubicBezTo>
                    <a:pt x="13195" y="43109"/>
                    <a:pt x="13228" y="43142"/>
                    <a:pt x="13316" y="43228"/>
                  </a:cubicBezTo>
                  <a:cubicBezTo>
                    <a:pt x="13552" y="43431"/>
                    <a:pt x="13772" y="43584"/>
                    <a:pt x="14178" y="43939"/>
                  </a:cubicBezTo>
                  <a:cubicBezTo>
                    <a:pt x="14145" y="43915"/>
                    <a:pt x="14130" y="43905"/>
                    <a:pt x="14127" y="43905"/>
                  </a:cubicBezTo>
                  <a:lnTo>
                    <a:pt x="14127" y="43905"/>
                  </a:lnTo>
                  <a:cubicBezTo>
                    <a:pt x="14112" y="43905"/>
                    <a:pt x="14362" y="44118"/>
                    <a:pt x="14348" y="44125"/>
                  </a:cubicBezTo>
                  <a:cubicBezTo>
                    <a:pt x="14551" y="44277"/>
                    <a:pt x="14754" y="44421"/>
                    <a:pt x="14965" y="44573"/>
                  </a:cubicBezTo>
                  <a:cubicBezTo>
                    <a:pt x="15198" y="44758"/>
                    <a:pt x="15464" y="44960"/>
                    <a:pt x="15705" y="45133"/>
                  </a:cubicBezTo>
                  <a:lnTo>
                    <a:pt x="15705" y="45133"/>
                  </a:lnTo>
                  <a:cubicBezTo>
                    <a:pt x="15648" y="45090"/>
                    <a:pt x="15584" y="45041"/>
                    <a:pt x="15515" y="44988"/>
                  </a:cubicBezTo>
                  <a:lnTo>
                    <a:pt x="15515" y="44988"/>
                  </a:lnTo>
                  <a:cubicBezTo>
                    <a:pt x="15727" y="45123"/>
                    <a:pt x="15930" y="45267"/>
                    <a:pt x="16124" y="45428"/>
                  </a:cubicBezTo>
                  <a:cubicBezTo>
                    <a:pt x="16327" y="45580"/>
                    <a:pt x="16547" y="45749"/>
                    <a:pt x="16818" y="45935"/>
                  </a:cubicBezTo>
                  <a:lnTo>
                    <a:pt x="16564" y="45766"/>
                  </a:lnTo>
                  <a:lnTo>
                    <a:pt x="16564" y="45766"/>
                  </a:lnTo>
                  <a:cubicBezTo>
                    <a:pt x="16759" y="45918"/>
                    <a:pt x="16945" y="46045"/>
                    <a:pt x="17122" y="46164"/>
                  </a:cubicBezTo>
                  <a:cubicBezTo>
                    <a:pt x="17292" y="46274"/>
                    <a:pt x="17469" y="46375"/>
                    <a:pt x="17630" y="46477"/>
                  </a:cubicBezTo>
                  <a:lnTo>
                    <a:pt x="17605" y="46494"/>
                  </a:lnTo>
                  <a:cubicBezTo>
                    <a:pt x="17765" y="46561"/>
                    <a:pt x="17909" y="46637"/>
                    <a:pt x="18044" y="46739"/>
                  </a:cubicBezTo>
                  <a:cubicBezTo>
                    <a:pt x="18256" y="46866"/>
                    <a:pt x="18476" y="47001"/>
                    <a:pt x="18560" y="47044"/>
                  </a:cubicBezTo>
                  <a:cubicBezTo>
                    <a:pt x="18434" y="46967"/>
                    <a:pt x="18324" y="46891"/>
                    <a:pt x="18222" y="46832"/>
                  </a:cubicBezTo>
                  <a:lnTo>
                    <a:pt x="17977" y="46671"/>
                  </a:lnTo>
                  <a:cubicBezTo>
                    <a:pt x="17833" y="46570"/>
                    <a:pt x="17723" y="46502"/>
                    <a:pt x="17621" y="46426"/>
                  </a:cubicBezTo>
                  <a:lnTo>
                    <a:pt x="16716" y="45808"/>
                  </a:lnTo>
                  <a:lnTo>
                    <a:pt x="16716" y="45808"/>
                  </a:lnTo>
                  <a:cubicBezTo>
                    <a:pt x="16911" y="45918"/>
                    <a:pt x="17063" y="46020"/>
                    <a:pt x="17232" y="46121"/>
                  </a:cubicBezTo>
                  <a:cubicBezTo>
                    <a:pt x="17401" y="46231"/>
                    <a:pt x="17571" y="46324"/>
                    <a:pt x="17782" y="46443"/>
                  </a:cubicBezTo>
                  <a:cubicBezTo>
                    <a:pt x="17858" y="46485"/>
                    <a:pt x="17934" y="46544"/>
                    <a:pt x="17994" y="46604"/>
                  </a:cubicBezTo>
                  <a:cubicBezTo>
                    <a:pt x="18146" y="46671"/>
                    <a:pt x="18290" y="46747"/>
                    <a:pt x="18425" y="46824"/>
                  </a:cubicBezTo>
                  <a:cubicBezTo>
                    <a:pt x="18450" y="46849"/>
                    <a:pt x="18467" y="46866"/>
                    <a:pt x="18493" y="46883"/>
                  </a:cubicBezTo>
                  <a:cubicBezTo>
                    <a:pt x="19170" y="47314"/>
                    <a:pt x="19144" y="47213"/>
                    <a:pt x="19804" y="47610"/>
                  </a:cubicBezTo>
                  <a:cubicBezTo>
                    <a:pt x="19816" y="47623"/>
                    <a:pt x="19817" y="47628"/>
                    <a:pt x="19807" y="47628"/>
                  </a:cubicBezTo>
                  <a:cubicBezTo>
                    <a:pt x="19778" y="47628"/>
                    <a:pt x="19651" y="47571"/>
                    <a:pt x="19491" y="47475"/>
                  </a:cubicBezTo>
                  <a:lnTo>
                    <a:pt x="18789" y="47086"/>
                  </a:lnTo>
                  <a:lnTo>
                    <a:pt x="18789" y="47086"/>
                  </a:lnTo>
                  <a:cubicBezTo>
                    <a:pt x="18836" y="47121"/>
                    <a:pt x="18852" y="47135"/>
                    <a:pt x="18845" y="47135"/>
                  </a:cubicBezTo>
                  <a:cubicBezTo>
                    <a:pt x="18819" y="47135"/>
                    <a:pt x="18432" y="46900"/>
                    <a:pt x="18396" y="46900"/>
                  </a:cubicBezTo>
                  <a:cubicBezTo>
                    <a:pt x="18386" y="46900"/>
                    <a:pt x="18405" y="46919"/>
                    <a:pt x="18467" y="46967"/>
                  </a:cubicBezTo>
                  <a:lnTo>
                    <a:pt x="18679" y="47069"/>
                  </a:lnTo>
                  <a:cubicBezTo>
                    <a:pt x="18796" y="47137"/>
                    <a:pt x="18834" y="47169"/>
                    <a:pt x="18821" y="47169"/>
                  </a:cubicBezTo>
                  <a:cubicBezTo>
                    <a:pt x="18814" y="47169"/>
                    <a:pt x="18787" y="47157"/>
                    <a:pt x="18748" y="47135"/>
                  </a:cubicBezTo>
                  <a:lnTo>
                    <a:pt x="18748" y="47135"/>
                  </a:lnTo>
                  <a:cubicBezTo>
                    <a:pt x="18841" y="47189"/>
                    <a:pt x="18935" y="47243"/>
                    <a:pt x="19043" y="47289"/>
                  </a:cubicBezTo>
                  <a:cubicBezTo>
                    <a:pt x="19482" y="47551"/>
                    <a:pt x="19530" y="47588"/>
                    <a:pt x="19509" y="47588"/>
                  </a:cubicBezTo>
                  <a:cubicBezTo>
                    <a:pt x="19504" y="47588"/>
                    <a:pt x="19498" y="47586"/>
                    <a:pt x="19491" y="47585"/>
                  </a:cubicBezTo>
                  <a:cubicBezTo>
                    <a:pt x="19474" y="47585"/>
                    <a:pt x="19457" y="47585"/>
                    <a:pt x="19499" y="47619"/>
                  </a:cubicBezTo>
                  <a:cubicBezTo>
                    <a:pt x="19635" y="47712"/>
                    <a:pt x="19779" y="47805"/>
                    <a:pt x="19922" y="47881"/>
                  </a:cubicBezTo>
                  <a:cubicBezTo>
                    <a:pt x="19820" y="47830"/>
                    <a:pt x="19590" y="47702"/>
                    <a:pt x="19558" y="47702"/>
                  </a:cubicBezTo>
                  <a:cubicBezTo>
                    <a:pt x="19553" y="47702"/>
                    <a:pt x="19553" y="47705"/>
                    <a:pt x="19559" y="47712"/>
                  </a:cubicBezTo>
                  <a:lnTo>
                    <a:pt x="19017" y="47365"/>
                  </a:lnTo>
                  <a:lnTo>
                    <a:pt x="18992" y="47382"/>
                  </a:lnTo>
                  <a:cubicBezTo>
                    <a:pt x="19457" y="47686"/>
                    <a:pt x="19956" y="47940"/>
                    <a:pt x="20472" y="48152"/>
                  </a:cubicBezTo>
                  <a:cubicBezTo>
                    <a:pt x="20151" y="47987"/>
                    <a:pt x="20129" y="47967"/>
                    <a:pt x="20152" y="47967"/>
                  </a:cubicBezTo>
                  <a:cubicBezTo>
                    <a:pt x="20160" y="47967"/>
                    <a:pt x="20172" y="47969"/>
                    <a:pt x="20181" y="47969"/>
                  </a:cubicBezTo>
                  <a:cubicBezTo>
                    <a:pt x="20200" y="47969"/>
                    <a:pt x="20200" y="47958"/>
                    <a:pt x="20083" y="47889"/>
                  </a:cubicBezTo>
                  <a:lnTo>
                    <a:pt x="20083" y="47889"/>
                  </a:lnTo>
                  <a:cubicBezTo>
                    <a:pt x="20193" y="47932"/>
                    <a:pt x="20295" y="47991"/>
                    <a:pt x="20396" y="48059"/>
                  </a:cubicBezTo>
                  <a:cubicBezTo>
                    <a:pt x="20442" y="48082"/>
                    <a:pt x="20712" y="48224"/>
                    <a:pt x="20735" y="48224"/>
                  </a:cubicBezTo>
                  <a:cubicBezTo>
                    <a:pt x="20737" y="48224"/>
                    <a:pt x="20737" y="48223"/>
                    <a:pt x="20736" y="48222"/>
                  </a:cubicBezTo>
                  <a:lnTo>
                    <a:pt x="20736" y="48222"/>
                  </a:lnTo>
                  <a:cubicBezTo>
                    <a:pt x="20859" y="48361"/>
                    <a:pt x="22095" y="48999"/>
                    <a:pt x="21966" y="48999"/>
                  </a:cubicBezTo>
                  <a:cubicBezTo>
                    <a:pt x="21957" y="48999"/>
                    <a:pt x="21942" y="48996"/>
                    <a:pt x="21919" y="48989"/>
                  </a:cubicBezTo>
                  <a:lnTo>
                    <a:pt x="21919" y="48989"/>
                  </a:lnTo>
                  <a:cubicBezTo>
                    <a:pt x="22113" y="49108"/>
                    <a:pt x="22545" y="49294"/>
                    <a:pt x="23027" y="49514"/>
                  </a:cubicBezTo>
                  <a:cubicBezTo>
                    <a:pt x="23145" y="49573"/>
                    <a:pt x="23264" y="49632"/>
                    <a:pt x="23399" y="49683"/>
                  </a:cubicBezTo>
                  <a:lnTo>
                    <a:pt x="23780" y="49844"/>
                  </a:lnTo>
                  <a:lnTo>
                    <a:pt x="24516" y="50148"/>
                  </a:lnTo>
                  <a:lnTo>
                    <a:pt x="24516" y="50148"/>
                  </a:lnTo>
                  <a:lnTo>
                    <a:pt x="24262" y="50064"/>
                  </a:lnTo>
                  <a:lnTo>
                    <a:pt x="24262" y="50064"/>
                  </a:lnTo>
                  <a:cubicBezTo>
                    <a:pt x="24533" y="50207"/>
                    <a:pt x="24812" y="50326"/>
                    <a:pt x="25108" y="50402"/>
                  </a:cubicBezTo>
                  <a:cubicBezTo>
                    <a:pt x="25303" y="50444"/>
                    <a:pt x="25497" y="50495"/>
                    <a:pt x="25683" y="50563"/>
                  </a:cubicBezTo>
                  <a:cubicBezTo>
                    <a:pt x="25592" y="50532"/>
                    <a:pt x="25549" y="50519"/>
                    <a:pt x="25539" y="50519"/>
                  </a:cubicBezTo>
                  <a:cubicBezTo>
                    <a:pt x="25495" y="50519"/>
                    <a:pt x="26142" y="50780"/>
                    <a:pt x="26301" y="50842"/>
                  </a:cubicBezTo>
                  <a:lnTo>
                    <a:pt x="26969" y="51036"/>
                  </a:lnTo>
                  <a:lnTo>
                    <a:pt x="27333" y="51155"/>
                  </a:lnTo>
                  <a:cubicBezTo>
                    <a:pt x="27460" y="51189"/>
                    <a:pt x="27604" y="51231"/>
                    <a:pt x="27764" y="51282"/>
                  </a:cubicBezTo>
                  <a:cubicBezTo>
                    <a:pt x="27925" y="51400"/>
                    <a:pt x="28103" y="51485"/>
                    <a:pt x="28289" y="51535"/>
                  </a:cubicBezTo>
                  <a:lnTo>
                    <a:pt x="28576" y="51595"/>
                  </a:lnTo>
                  <a:cubicBezTo>
                    <a:pt x="28982" y="51713"/>
                    <a:pt x="29532" y="51848"/>
                    <a:pt x="29786" y="51933"/>
                  </a:cubicBezTo>
                  <a:lnTo>
                    <a:pt x="29727" y="51925"/>
                  </a:lnTo>
                  <a:lnTo>
                    <a:pt x="29727" y="51925"/>
                  </a:lnTo>
                  <a:cubicBezTo>
                    <a:pt x="29845" y="51967"/>
                    <a:pt x="29972" y="52001"/>
                    <a:pt x="30099" y="52018"/>
                  </a:cubicBezTo>
                  <a:cubicBezTo>
                    <a:pt x="30116" y="52009"/>
                    <a:pt x="30031" y="51984"/>
                    <a:pt x="29854" y="51925"/>
                  </a:cubicBezTo>
                  <a:lnTo>
                    <a:pt x="29854" y="51925"/>
                  </a:lnTo>
                  <a:cubicBezTo>
                    <a:pt x="30006" y="51967"/>
                    <a:pt x="30150" y="51992"/>
                    <a:pt x="30302" y="52026"/>
                  </a:cubicBezTo>
                  <a:lnTo>
                    <a:pt x="30311" y="52035"/>
                  </a:lnTo>
                  <a:cubicBezTo>
                    <a:pt x="30607" y="52094"/>
                    <a:pt x="30886" y="52153"/>
                    <a:pt x="31216" y="52212"/>
                  </a:cubicBezTo>
                  <a:cubicBezTo>
                    <a:pt x="31546" y="52280"/>
                    <a:pt x="31918" y="52339"/>
                    <a:pt x="32375" y="52432"/>
                  </a:cubicBezTo>
                  <a:cubicBezTo>
                    <a:pt x="32361" y="52431"/>
                    <a:pt x="32352" y="52430"/>
                    <a:pt x="32345" y="52430"/>
                  </a:cubicBezTo>
                  <a:cubicBezTo>
                    <a:pt x="32260" y="52430"/>
                    <a:pt x="32637" y="52529"/>
                    <a:pt x="32580" y="52529"/>
                  </a:cubicBezTo>
                  <a:cubicBezTo>
                    <a:pt x="32557" y="52529"/>
                    <a:pt x="32461" y="52512"/>
                    <a:pt x="32231" y="52466"/>
                  </a:cubicBezTo>
                  <a:lnTo>
                    <a:pt x="32231" y="52466"/>
                  </a:lnTo>
                  <a:cubicBezTo>
                    <a:pt x="32268" y="52471"/>
                    <a:pt x="32291" y="52473"/>
                    <a:pt x="32303" y="52473"/>
                  </a:cubicBezTo>
                  <a:cubicBezTo>
                    <a:pt x="32371" y="52473"/>
                    <a:pt x="32096" y="52404"/>
                    <a:pt x="32053" y="52390"/>
                  </a:cubicBezTo>
                  <a:cubicBezTo>
                    <a:pt x="31757" y="52322"/>
                    <a:pt x="31478" y="52288"/>
                    <a:pt x="31343" y="52263"/>
                  </a:cubicBezTo>
                  <a:lnTo>
                    <a:pt x="31343" y="52263"/>
                  </a:lnTo>
                  <a:cubicBezTo>
                    <a:pt x="31412" y="52294"/>
                    <a:pt x="31378" y="52312"/>
                    <a:pt x="31291" y="52312"/>
                  </a:cubicBezTo>
                  <a:cubicBezTo>
                    <a:pt x="31260" y="52312"/>
                    <a:pt x="31223" y="52310"/>
                    <a:pt x="31182" y="52305"/>
                  </a:cubicBezTo>
                  <a:lnTo>
                    <a:pt x="31182" y="52305"/>
                  </a:lnTo>
                  <a:cubicBezTo>
                    <a:pt x="31478" y="52356"/>
                    <a:pt x="32045" y="52474"/>
                    <a:pt x="32569" y="52568"/>
                  </a:cubicBezTo>
                  <a:cubicBezTo>
                    <a:pt x="33011" y="52655"/>
                    <a:pt x="33417" y="52717"/>
                    <a:pt x="33571" y="52717"/>
                  </a:cubicBezTo>
                  <a:cubicBezTo>
                    <a:pt x="33597" y="52717"/>
                    <a:pt x="33616" y="52715"/>
                    <a:pt x="33627" y="52711"/>
                  </a:cubicBezTo>
                  <a:cubicBezTo>
                    <a:pt x="33813" y="52745"/>
                    <a:pt x="34007" y="52787"/>
                    <a:pt x="34219" y="52821"/>
                  </a:cubicBezTo>
                  <a:lnTo>
                    <a:pt x="34870" y="52906"/>
                  </a:lnTo>
                  <a:lnTo>
                    <a:pt x="35547" y="52999"/>
                  </a:lnTo>
                  <a:lnTo>
                    <a:pt x="36207" y="53075"/>
                  </a:lnTo>
                  <a:cubicBezTo>
                    <a:pt x="36173" y="53067"/>
                    <a:pt x="36105" y="53050"/>
                    <a:pt x="36122" y="53050"/>
                  </a:cubicBezTo>
                  <a:lnTo>
                    <a:pt x="36867" y="53168"/>
                  </a:lnTo>
                  <a:lnTo>
                    <a:pt x="36867" y="53168"/>
                  </a:lnTo>
                  <a:lnTo>
                    <a:pt x="36689" y="53151"/>
                  </a:lnTo>
                  <a:lnTo>
                    <a:pt x="36689" y="53151"/>
                  </a:lnTo>
                  <a:lnTo>
                    <a:pt x="36934" y="53194"/>
                  </a:lnTo>
                  <a:lnTo>
                    <a:pt x="37180" y="53219"/>
                  </a:lnTo>
                  <a:cubicBezTo>
                    <a:pt x="37205" y="53227"/>
                    <a:pt x="37169" y="53232"/>
                    <a:pt x="37101" y="53232"/>
                  </a:cubicBezTo>
                  <a:cubicBezTo>
                    <a:pt x="37034" y="53232"/>
                    <a:pt x="36934" y="53227"/>
                    <a:pt x="36833" y="53219"/>
                  </a:cubicBezTo>
                  <a:cubicBezTo>
                    <a:pt x="36744" y="53212"/>
                    <a:pt x="36655" y="53200"/>
                    <a:pt x="36687" y="53200"/>
                  </a:cubicBezTo>
                  <a:cubicBezTo>
                    <a:pt x="36690" y="53200"/>
                    <a:pt x="36695" y="53200"/>
                    <a:pt x="36702" y="53200"/>
                  </a:cubicBezTo>
                  <a:lnTo>
                    <a:pt x="36702" y="53200"/>
                  </a:lnTo>
                  <a:cubicBezTo>
                    <a:pt x="36637" y="53196"/>
                    <a:pt x="36599" y="53194"/>
                    <a:pt x="36580" y="53194"/>
                  </a:cubicBezTo>
                  <a:cubicBezTo>
                    <a:pt x="36479" y="53194"/>
                    <a:pt x="36989" y="53246"/>
                    <a:pt x="36884" y="53246"/>
                  </a:cubicBezTo>
                  <a:cubicBezTo>
                    <a:pt x="36872" y="53246"/>
                    <a:pt x="36853" y="53246"/>
                    <a:pt x="36824" y="53244"/>
                  </a:cubicBezTo>
                  <a:cubicBezTo>
                    <a:pt x="36709" y="53230"/>
                    <a:pt x="36576" y="53222"/>
                    <a:pt x="36482" y="53209"/>
                  </a:cubicBezTo>
                  <a:lnTo>
                    <a:pt x="36482" y="53209"/>
                  </a:lnTo>
                  <a:cubicBezTo>
                    <a:pt x="37043" y="53293"/>
                    <a:pt x="37325" y="53263"/>
                    <a:pt x="37679" y="53329"/>
                  </a:cubicBezTo>
                  <a:cubicBezTo>
                    <a:pt x="37822" y="53329"/>
                    <a:pt x="38042" y="53337"/>
                    <a:pt x="38296" y="53346"/>
                  </a:cubicBezTo>
                  <a:cubicBezTo>
                    <a:pt x="38550" y="53346"/>
                    <a:pt x="38829" y="53354"/>
                    <a:pt x="39100" y="53380"/>
                  </a:cubicBezTo>
                  <a:cubicBezTo>
                    <a:pt x="38888" y="53388"/>
                    <a:pt x="39692" y="53397"/>
                    <a:pt x="39421" y="53422"/>
                  </a:cubicBezTo>
                  <a:cubicBezTo>
                    <a:pt x="39446" y="53421"/>
                    <a:pt x="39474" y="53421"/>
                    <a:pt x="39505" y="53421"/>
                  </a:cubicBezTo>
                  <a:cubicBezTo>
                    <a:pt x="39666" y="53421"/>
                    <a:pt x="39898" y="53432"/>
                    <a:pt x="40054" y="53432"/>
                  </a:cubicBezTo>
                  <a:cubicBezTo>
                    <a:pt x="40128" y="53432"/>
                    <a:pt x="40184" y="53429"/>
                    <a:pt x="40208" y="53422"/>
                  </a:cubicBezTo>
                  <a:lnTo>
                    <a:pt x="40208" y="53422"/>
                  </a:lnTo>
                  <a:cubicBezTo>
                    <a:pt x="40141" y="53425"/>
                    <a:pt x="40075" y="53427"/>
                    <a:pt x="40008" y="53427"/>
                  </a:cubicBezTo>
                  <a:cubicBezTo>
                    <a:pt x="39914" y="53427"/>
                    <a:pt x="39820" y="53423"/>
                    <a:pt x="39726" y="53413"/>
                  </a:cubicBezTo>
                  <a:cubicBezTo>
                    <a:pt x="39914" y="53413"/>
                    <a:pt x="39966" y="53395"/>
                    <a:pt x="40148" y="53395"/>
                  </a:cubicBezTo>
                  <a:cubicBezTo>
                    <a:pt x="40178" y="53395"/>
                    <a:pt x="40212" y="53395"/>
                    <a:pt x="40250" y="53397"/>
                  </a:cubicBezTo>
                  <a:cubicBezTo>
                    <a:pt x="40277" y="53403"/>
                    <a:pt x="40272" y="53405"/>
                    <a:pt x="40269" y="53405"/>
                  </a:cubicBezTo>
                  <a:lnTo>
                    <a:pt x="40269" y="53405"/>
                  </a:lnTo>
                  <a:cubicBezTo>
                    <a:pt x="40622" y="53388"/>
                    <a:pt x="40387" y="53346"/>
                    <a:pt x="41020" y="53346"/>
                  </a:cubicBezTo>
                  <a:cubicBezTo>
                    <a:pt x="41306" y="53337"/>
                    <a:pt x="41485" y="53333"/>
                    <a:pt x="41587" y="53333"/>
                  </a:cubicBezTo>
                  <a:cubicBezTo>
                    <a:pt x="41778" y="53333"/>
                    <a:pt x="41699" y="53346"/>
                    <a:pt x="41545" y="53363"/>
                  </a:cubicBezTo>
                  <a:lnTo>
                    <a:pt x="41147" y="53405"/>
                  </a:lnTo>
                  <a:cubicBezTo>
                    <a:pt x="41050" y="53419"/>
                    <a:pt x="40982" y="53433"/>
                    <a:pt x="40992" y="53433"/>
                  </a:cubicBezTo>
                  <a:cubicBezTo>
                    <a:pt x="40994" y="53433"/>
                    <a:pt x="41001" y="53432"/>
                    <a:pt x="41012" y="53430"/>
                  </a:cubicBezTo>
                  <a:cubicBezTo>
                    <a:pt x="41066" y="53423"/>
                    <a:pt x="41680" y="53387"/>
                    <a:pt x="42032" y="53387"/>
                  </a:cubicBezTo>
                  <a:cubicBezTo>
                    <a:pt x="42067" y="53387"/>
                    <a:pt x="42099" y="53387"/>
                    <a:pt x="42128" y="53388"/>
                  </a:cubicBezTo>
                  <a:lnTo>
                    <a:pt x="42052" y="53397"/>
                  </a:lnTo>
                  <a:cubicBezTo>
                    <a:pt x="42230" y="53388"/>
                    <a:pt x="42467" y="53380"/>
                    <a:pt x="42653" y="53380"/>
                  </a:cubicBezTo>
                  <a:cubicBezTo>
                    <a:pt x="42754" y="53346"/>
                    <a:pt x="42949" y="53303"/>
                    <a:pt x="43059" y="53278"/>
                  </a:cubicBezTo>
                  <a:lnTo>
                    <a:pt x="43803" y="53236"/>
                  </a:lnTo>
                  <a:lnTo>
                    <a:pt x="43651" y="53253"/>
                  </a:lnTo>
                  <a:cubicBezTo>
                    <a:pt x="43820" y="53236"/>
                    <a:pt x="43964" y="53227"/>
                    <a:pt x="44116" y="53210"/>
                  </a:cubicBezTo>
                  <a:lnTo>
                    <a:pt x="44116" y="53210"/>
                  </a:lnTo>
                  <a:cubicBezTo>
                    <a:pt x="44184" y="53227"/>
                    <a:pt x="43964" y="53244"/>
                    <a:pt x="43736" y="53270"/>
                  </a:cubicBezTo>
                  <a:cubicBezTo>
                    <a:pt x="43762" y="53271"/>
                    <a:pt x="43788" y="53272"/>
                    <a:pt x="43814" y="53272"/>
                  </a:cubicBezTo>
                  <a:cubicBezTo>
                    <a:pt x="43940" y="53272"/>
                    <a:pt x="44065" y="53255"/>
                    <a:pt x="44184" y="53227"/>
                  </a:cubicBezTo>
                  <a:lnTo>
                    <a:pt x="44184" y="53227"/>
                  </a:lnTo>
                  <a:lnTo>
                    <a:pt x="44091" y="53236"/>
                  </a:lnTo>
                  <a:cubicBezTo>
                    <a:pt x="44244" y="53208"/>
                    <a:pt x="44738" y="53140"/>
                    <a:pt x="44607" y="53140"/>
                  </a:cubicBezTo>
                  <a:cubicBezTo>
                    <a:pt x="44578" y="53140"/>
                    <a:pt x="44519" y="53144"/>
                    <a:pt x="44421" y="53151"/>
                  </a:cubicBezTo>
                  <a:cubicBezTo>
                    <a:pt x="44827" y="53092"/>
                    <a:pt x="44962" y="53126"/>
                    <a:pt x="45241" y="53084"/>
                  </a:cubicBezTo>
                  <a:lnTo>
                    <a:pt x="45241" y="53084"/>
                  </a:lnTo>
                  <a:cubicBezTo>
                    <a:pt x="45275" y="53100"/>
                    <a:pt x="45013" y="53126"/>
                    <a:pt x="45157" y="53126"/>
                  </a:cubicBezTo>
                  <a:cubicBezTo>
                    <a:pt x="45436" y="53109"/>
                    <a:pt x="45614" y="53084"/>
                    <a:pt x="45842" y="53041"/>
                  </a:cubicBezTo>
                  <a:lnTo>
                    <a:pt x="45842" y="53041"/>
                  </a:lnTo>
                  <a:cubicBezTo>
                    <a:pt x="45785" y="53048"/>
                    <a:pt x="45762" y="53050"/>
                    <a:pt x="45752" y="53050"/>
                  </a:cubicBezTo>
                  <a:cubicBezTo>
                    <a:pt x="45736" y="53050"/>
                    <a:pt x="45758" y="53044"/>
                    <a:pt x="45731" y="53044"/>
                  </a:cubicBezTo>
                  <a:cubicBezTo>
                    <a:pt x="45711" y="53044"/>
                    <a:pt x="45664" y="53047"/>
                    <a:pt x="45554" y="53058"/>
                  </a:cubicBezTo>
                  <a:cubicBezTo>
                    <a:pt x="45681" y="53033"/>
                    <a:pt x="46037" y="52982"/>
                    <a:pt x="46020" y="52974"/>
                  </a:cubicBezTo>
                  <a:lnTo>
                    <a:pt x="46020" y="52974"/>
                  </a:lnTo>
                  <a:cubicBezTo>
                    <a:pt x="45893" y="52999"/>
                    <a:pt x="45766" y="53016"/>
                    <a:pt x="45631" y="53024"/>
                  </a:cubicBezTo>
                  <a:cubicBezTo>
                    <a:pt x="45997" y="52966"/>
                    <a:pt x="46372" y="52916"/>
                    <a:pt x="46746" y="52882"/>
                  </a:cubicBezTo>
                  <a:lnTo>
                    <a:pt x="46746" y="52882"/>
                  </a:lnTo>
                  <a:cubicBezTo>
                    <a:pt x="46721" y="52887"/>
                    <a:pt x="46696" y="52892"/>
                    <a:pt x="46671" y="52897"/>
                  </a:cubicBezTo>
                  <a:cubicBezTo>
                    <a:pt x="46705" y="52897"/>
                    <a:pt x="46739" y="52889"/>
                    <a:pt x="46764" y="52881"/>
                  </a:cubicBezTo>
                  <a:lnTo>
                    <a:pt x="46764" y="52881"/>
                  </a:lnTo>
                  <a:cubicBezTo>
                    <a:pt x="46758" y="52881"/>
                    <a:pt x="46752" y="52882"/>
                    <a:pt x="46746" y="52882"/>
                  </a:cubicBezTo>
                  <a:lnTo>
                    <a:pt x="46746" y="52882"/>
                  </a:lnTo>
                  <a:cubicBezTo>
                    <a:pt x="47234" y="52784"/>
                    <a:pt x="47914" y="52673"/>
                    <a:pt x="48219" y="52584"/>
                  </a:cubicBezTo>
                  <a:lnTo>
                    <a:pt x="48219" y="52584"/>
                  </a:lnTo>
                  <a:cubicBezTo>
                    <a:pt x="48168" y="52593"/>
                    <a:pt x="48126" y="52601"/>
                    <a:pt x="48075" y="52601"/>
                  </a:cubicBezTo>
                  <a:cubicBezTo>
                    <a:pt x="47923" y="52644"/>
                    <a:pt x="47771" y="52669"/>
                    <a:pt x="47618" y="52686"/>
                  </a:cubicBezTo>
                  <a:cubicBezTo>
                    <a:pt x="47764" y="52659"/>
                    <a:pt x="47751" y="52655"/>
                    <a:pt x="47708" y="52655"/>
                  </a:cubicBezTo>
                  <a:cubicBezTo>
                    <a:pt x="47689" y="52655"/>
                    <a:pt x="47665" y="52656"/>
                    <a:pt x="47645" y="52656"/>
                  </a:cubicBezTo>
                  <a:cubicBezTo>
                    <a:pt x="47596" y="52656"/>
                    <a:pt x="47574" y="52651"/>
                    <a:pt x="47737" y="52618"/>
                  </a:cubicBezTo>
                  <a:cubicBezTo>
                    <a:pt x="47872" y="52593"/>
                    <a:pt x="47999" y="52568"/>
                    <a:pt x="48126" y="52551"/>
                  </a:cubicBezTo>
                  <a:lnTo>
                    <a:pt x="48481" y="52474"/>
                  </a:lnTo>
                  <a:cubicBezTo>
                    <a:pt x="48667" y="52449"/>
                    <a:pt x="48854" y="52407"/>
                    <a:pt x="49031" y="52348"/>
                  </a:cubicBezTo>
                  <a:lnTo>
                    <a:pt x="49031" y="52348"/>
                  </a:lnTo>
                  <a:lnTo>
                    <a:pt x="48219" y="52500"/>
                  </a:lnTo>
                  <a:cubicBezTo>
                    <a:pt x="47965" y="52551"/>
                    <a:pt x="47745" y="52576"/>
                    <a:pt x="47635" y="52610"/>
                  </a:cubicBezTo>
                  <a:lnTo>
                    <a:pt x="47965" y="52551"/>
                  </a:lnTo>
                  <a:lnTo>
                    <a:pt x="47965" y="52551"/>
                  </a:lnTo>
                  <a:lnTo>
                    <a:pt x="47221" y="52728"/>
                  </a:lnTo>
                  <a:cubicBezTo>
                    <a:pt x="47219" y="52727"/>
                    <a:pt x="47216" y="52727"/>
                    <a:pt x="47210" y="52727"/>
                  </a:cubicBezTo>
                  <a:cubicBezTo>
                    <a:pt x="47134" y="52727"/>
                    <a:pt x="46695" y="52818"/>
                    <a:pt x="46591" y="52818"/>
                  </a:cubicBezTo>
                  <a:cubicBezTo>
                    <a:pt x="46577" y="52818"/>
                    <a:pt x="46569" y="52817"/>
                    <a:pt x="46569" y="52813"/>
                  </a:cubicBezTo>
                  <a:cubicBezTo>
                    <a:pt x="46832" y="52779"/>
                    <a:pt x="47069" y="52728"/>
                    <a:pt x="47263" y="52694"/>
                  </a:cubicBezTo>
                  <a:cubicBezTo>
                    <a:pt x="47246" y="52694"/>
                    <a:pt x="47069" y="52720"/>
                    <a:pt x="46866" y="52754"/>
                  </a:cubicBezTo>
                  <a:cubicBezTo>
                    <a:pt x="46671" y="52787"/>
                    <a:pt x="46443" y="52813"/>
                    <a:pt x="46307" y="52830"/>
                  </a:cubicBezTo>
                  <a:lnTo>
                    <a:pt x="46646" y="52796"/>
                  </a:lnTo>
                  <a:lnTo>
                    <a:pt x="46646" y="52796"/>
                  </a:lnTo>
                  <a:cubicBezTo>
                    <a:pt x="46037" y="52897"/>
                    <a:pt x="45258" y="52999"/>
                    <a:pt x="44658" y="53067"/>
                  </a:cubicBezTo>
                  <a:cubicBezTo>
                    <a:pt x="44775" y="53050"/>
                    <a:pt x="44796" y="53044"/>
                    <a:pt x="44766" y="53044"/>
                  </a:cubicBezTo>
                  <a:cubicBezTo>
                    <a:pt x="44706" y="53044"/>
                    <a:pt x="44437" y="53068"/>
                    <a:pt x="44371" y="53068"/>
                  </a:cubicBezTo>
                  <a:cubicBezTo>
                    <a:pt x="44342" y="53068"/>
                    <a:pt x="44353" y="53063"/>
                    <a:pt x="44438" y="53050"/>
                  </a:cubicBezTo>
                  <a:cubicBezTo>
                    <a:pt x="44548" y="53033"/>
                    <a:pt x="44658" y="53016"/>
                    <a:pt x="44768" y="53016"/>
                  </a:cubicBezTo>
                  <a:cubicBezTo>
                    <a:pt x="44775" y="53011"/>
                    <a:pt x="44768" y="53009"/>
                    <a:pt x="44752" y="53009"/>
                  </a:cubicBezTo>
                  <a:cubicBezTo>
                    <a:pt x="44680" y="53009"/>
                    <a:pt x="44428" y="53042"/>
                    <a:pt x="44306" y="53042"/>
                  </a:cubicBezTo>
                  <a:cubicBezTo>
                    <a:pt x="44295" y="53042"/>
                    <a:pt x="44286" y="53042"/>
                    <a:pt x="44277" y="53041"/>
                  </a:cubicBezTo>
                  <a:cubicBezTo>
                    <a:pt x="44243" y="53050"/>
                    <a:pt x="44082" y="53075"/>
                    <a:pt x="43964" y="53092"/>
                  </a:cubicBezTo>
                  <a:cubicBezTo>
                    <a:pt x="43837" y="53109"/>
                    <a:pt x="43778" y="53117"/>
                    <a:pt x="43964" y="53117"/>
                  </a:cubicBezTo>
                  <a:cubicBezTo>
                    <a:pt x="43761" y="53117"/>
                    <a:pt x="43330" y="53168"/>
                    <a:pt x="43059" y="53168"/>
                  </a:cubicBezTo>
                  <a:cubicBezTo>
                    <a:pt x="43143" y="53185"/>
                    <a:pt x="42560" y="53219"/>
                    <a:pt x="42458" y="53236"/>
                  </a:cubicBezTo>
                  <a:cubicBezTo>
                    <a:pt x="42340" y="53236"/>
                    <a:pt x="42238" y="53227"/>
                    <a:pt x="42154" y="53227"/>
                  </a:cubicBezTo>
                  <a:lnTo>
                    <a:pt x="42568" y="53202"/>
                  </a:lnTo>
                  <a:lnTo>
                    <a:pt x="43033" y="53151"/>
                  </a:lnTo>
                  <a:cubicBezTo>
                    <a:pt x="43127" y="53151"/>
                    <a:pt x="43228" y="53143"/>
                    <a:pt x="43321" y="53134"/>
                  </a:cubicBezTo>
                  <a:lnTo>
                    <a:pt x="43321" y="53117"/>
                  </a:lnTo>
                  <a:cubicBezTo>
                    <a:pt x="43956" y="53058"/>
                    <a:pt x="44590" y="52965"/>
                    <a:pt x="44911" y="52923"/>
                  </a:cubicBezTo>
                  <a:lnTo>
                    <a:pt x="44911" y="52923"/>
                  </a:lnTo>
                  <a:lnTo>
                    <a:pt x="44842" y="52934"/>
                  </a:lnTo>
                  <a:lnTo>
                    <a:pt x="44842" y="52934"/>
                  </a:lnTo>
                  <a:cubicBezTo>
                    <a:pt x="45052" y="52902"/>
                    <a:pt x="45261" y="52886"/>
                    <a:pt x="45470" y="52864"/>
                  </a:cubicBezTo>
                  <a:cubicBezTo>
                    <a:pt x="45707" y="52830"/>
                    <a:pt x="45952" y="52804"/>
                    <a:pt x="46189" y="52754"/>
                  </a:cubicBezTo>
                  <a:lnTo>
                    <a:pt x="46189" y="52754"/>
                  </a:lnTo>
                  <a:cubicBezTo>
                    <a:pt x="46177" y="52760"/>
                    <a:pt x="46148" y="52766"/>
                    <a:pt x="46162" y="52766"/>
                  </a:cubicBezTo>
                  <a:cubicBezTo>
                    <a:pt x="46168" y="52766"/>
                    <a:pt x="46181" y="52765"/>
                    <a:pt x="46206" y="52762"/>
                  </a:cubicBezTo>
                  <a:cubicBezTo>
                    <a:pt x="46815" y="52694"/>
                    <a:pt x="47035" y="52593"/>
                    <a:pt x="47525" y="52534"/>
                  </a:cubicBezTo>
                  <a:lnTo>
                    <a:pt x="47525" y="52534"/>
                  </a:lnTo>
                  <a:lnTo>
                    <a:pt x="47466" y="52559"/>
                  </a:lnTo>
                  <a:cubicBezTo>
                    <a:pt x="47508" y="52551"/>
                    <a:pt x="47788" y="52491"/>
                    <a:pt x="47728" y="52483"/>
                  </a:cubicBezTo>
                  <a:lnTo>
                    <a:pt x="47728" y="52483"/>
                  </a:lnTo>
                  <a:cubicBezTo>
                    <a:pt x="47322" y="52559"/>
                    <a:pt x="47255" y="52576"/>
                    <a:pt x="46891" y="52635"/>
                  </a:cubicBezTo>
                  <a:cubicBezTo>
                    <a:pt x="47035" y="52593"/>
                    <a:pt x="47356" y="52525"/>
                    <a:pt x="47593" y="52491"/>
                  </a:cubicBezTo>
                  <a:lnTo>
                    <a:pt x="47610" y="52458"/>
                  </a:lnTo>
                  <a:cubicBezTo>
                    <a:pt x="47762" y="52415"/>
                    <a:pt x="47915" y="52390"/>
                    <a:pt x="48067" y="52373"/>
                  </a:cubicBezTo>
                  <a:cubicBezTo>
                    <a:pt x="48219" y="52348"/>
                    <a:pt x="48371" y="52314"/>
                    <a:pt x="48515" y="52263"/>
                  </a:cubicBezTo>
                  <a:lnTo>
                    <a:pt x="48515" y="52263"/>
                  </a:lnTo>
                  <a:lnTo>
                    <a:pt x="48160" y="52322"/>
                  </a:lnTo>
                  <a:lnTo>
                    <a:pt x="48219" y="52305"/>
                  </a:lnTo>
                  <a:lnTo>
                    <a:pt x="48219" y="52305"/>
                  </a:lnTo>
                  <a:cubicBezTo>
                    <a:pt x="48067" y="52339"/>
                    <a:pt x="47923" y="52364"/>
                    <a:pt x="47889" y="52381"/>
                  </a:cubicBezTo>
                  <a:cubicBezTo>
                    <a:pt x="47593" y="52449"/>
                    <a:pt x="47297" y="52483"/>
                    <a:pt x="46992" y="52491"/>
                  </a:cubicBezTo>
                  <a:cubicBezTo>
                    <a:pt x="46951" y="52497"/>
                    <a:pt x="46925" y="52499"/>
                    <a:pt x="46911" y="52499"/>
                  </a:cubicBezTo>
                  <a:cubicBezTo>
                    <a:pt x="46840" y="52499"/>
                    <a:pt x="47071" y="52439"/>
                    <a:pt x="47043" y="52432"/>
                  </a:cubicBezTo>
                  <a:lnTo>
                    <a:pt x="47043" y="52432"/>
                  </a:lnTo>
                  <a:cubicBezTo>
                    <a:pt x="46646" y="52500"/>
                    <a:pt x="46671" y="52525"/>
                    <a:pt x="46273" y="52584"/>
                  </a:cubicBezTo>
                  <a:cubicBezTo>
                    <a:pt x="46231" y="52590"/>
                    <a:pt x="46210" y="52592"/>
                    <a:pt x="46202" y="52592"/>
                  </a:cubicBezTo>
                  <a:cubicBezTo>
                    <a:pt x="46192" y="52592"/>
                    <a:pt x="46201" y="52589"/>
                    <a:pt x="46218" y="52585"/>
                  </a:cubicBezTo>
                  <a:lnTo>
                    <a:pt x="46218" y="52585"/>
                  </a:lnTo>
                  <a:lnTo>
                    <a:pt x="45977" y="52627"/>
                  </a:lnTo>
                  <a:cubicBezTo>
                    <a:pt x="45977" y="52626"/>
                    <a:pt x="45974" y="52626"/>
                    <a:pt x="45970" y="52626"/>
                  </a:cubicBezTo>
                  <a:cubicBezTo>
                    <a:pt x="45921" y="52626"/>
                    <a:pt x="45636" y="52659"/>
                    <a:pt x="45568" y="52659"/>
                  </a:cubicBezTo>
                  <a:cubicBezTo>
                    <a:pt x="45534" y="52659"/>
                    <a:pt x="45553" y="52651"/>
                    <a:pt x="45681" y="52627"/>
                  </a:cubicBezTo>
                  <a:lnTo>
                    <a:pt x="45935" y="52593"/>
                  </a:lnTo>
                  <a:lnTo>
                    <a:pt x="45935" y="52593"/>
                  </a:lnTo>
                  <a:cubicBezTo>
                    <a:pt x="45488" y="52647"/>
                    <a:pt x="44771" y="52696"/>
                    <a:pt x="44519" y="52696"/>
                  </a:cubicBezTo>
                  <a:cubicBezTo>
                    <a:pt x="44456" y="52696"/>
                    <a:pt x="44423" y="52693"/>
                    <a:pt x="44429" y="52686"/>
                  </a:cubicBezTo>
                  <a:lnTo>
                    <a:pt x="44429" y="52686"/>
                  </a:lnTo>
                  <a:cubicBezTo>
                    <a:pt x="44277" y="52703"/>
                    <a:pt x="44218" y="52711"/>
                    <a:pt x="44142" y="52720"/>
                  </a:cubicBezTo>
                  <a:cubicBezTo>
                    <a:pt x="44066" y="52728"/>
                    <a:pt x="43964" y="52737"/>
                    <a:pt x="43719" y="52745"/>
                  </a:cubicBezTo>
                  <a:cubicBezTo>
                    <a:pt x="43490" y="52787"/>
                    <a:pt x="43736" y="52796"/>
                    <a:pt x="43203" y="52838"/>
                  </a:cubicBezTo>
                  <a:lnTo>
                    <a:pt x="43452" y="52828"/>
                  </a:lnTo>
                  <a:lnTo>
                    <a:pt x="43452" y="52828"/>
                  </a:lnTo>
                  <a:cubicBezTo>
                    <a:pt x="43448" y="52829"/>
                    <a:pt x="43444" y="52829"/>
                    <a:pt x="43440" y="52830"/>
                  </a:cubicBezTo>
                  <a:lnTo>
                    <a:pt x="43467" y="52828"/>
                  </a:lnTo>
                  <a:lnTo>
                    <a:pt x="43467" y="52828"/>
                  </a:lnTo>
                  <a:lnTo>
                    <a:pt x="43452" y="52828"/>
                  </a:lnTo>
                  <a:lnTo>
                    <a:pt x="43452" y="52828"/>
                  </a:lnTo>
                  <a:cubicBezTo>
                    <a:pt x="43717" y="52796"/>
                    <a:pt x="43669" y="52787"/>
                    <a:pt x="43744" y="52762"/>
                  </a:cubicBezTo>
                  <a:cubicBezTo>
                    <a:pt x="44429" y="52711"/>
                    <a:pt x="44607" y="52720"/>
                    <a:pt x="44954" y="52703"/>
                  </a:cubicBezTo>
                  <a:lnTo>
                    <a:pt x="44954" y="52703"/>
                  </a:lnTo>
                  <a:cubicBezTo>
                    <a:pt x="44751" y="52737"/>
                    <a:pt x="44387" y="52771"/>
                    <a:pt x="44522" y="52779"/>
                  </a:cubicBezTo>
                  <a:cubicBezTo>
                    <a:pt x="44184" y="52787"/>
                    <a:pt x="44150" y="52855"/>
                    <a:pt x="43753" y="52855"/>
                  </a:cubicBezTo>
                  <a:lnTo>
                    <a:pt x="43829" y="52838"/>
                  </a:lnTo>
                  <a:lnTo>
                    <a:pt x="43829" y="52838"/>
                  </a:lnTo>
                  <a:cubicBezTo>
                    <a:pt x="43516" y="52881"/>
                    <a:pt x="43465" y="52855"/>
                    <a:pt x="43203" y="52889"/>
                  </a:cubicBezTo>
                  <a:cubicBezTo>
                    <a:pt x="43220" y="52881"/>
                    <a:pt x="43186" y="52881"/>
                    <a:pt x="43152" y="52881"/>
                  </a:cubicBezTo>
                  <a:cubicBezTo>
                    <a:pt x="42577" y="52931"/>
                    <a:pt x="43330" y="52889"/>
                    <a:pt x="42754" y="52948"/>
                  </a:cubicBezTo>
                  <a:cubicBezTo>
                    <a:pt x="42676" y="52953"/>
                    <a:pt x="42617" y="52955"/>
                    <a:pt x="42574" y="52955"/>
                  </a:cubicBezTo>
                  <a:cubicBezTo>
                    <a:pt x="42478" y="52955"/>
                    <a:pt x="42458" y="52946"/>
                    <a:pt x="42458" y="52940"/>
                  </a:cubicBezTo>
                  <a:cubicBezTo>
                    <a:pt x="42467" y="52931"/>
                    <a:pt x="42517" y="52906"/>
                    <a:pt x="42441" y="52906"/>
                  </a:cubicBezTo>
                  <a:cubicBezTo>
                    <a:pt x="43296" y="52830"/>
                    <a:pt x="42424" y="52864"/>
                    <a:pt x="43346" y="52779"/>
                  </a:cubicBezTo>
                  <a:cubicBezTo>
                    <a:pt x="43346" y="52766"/>
                    <a:pt x="43293" y="52761"/>
                    <a:pt x="43200" y="52761"/>
                  </a:cubicBezTo>
                  <a:cubicBezTo>
                    <a:pt x="43049" y="52761"/>
                    <a:pt x="42792" y="52775"/>
                    <a:pt x="42484" y="52796"/>
                  </a:cubicBezTo>
                  <a:cubicBezTo>
                    <a:pt x="42814" y="52796"/>
                    <a:pt x="42281" y="52864"/>
                    <a:pt x="42712" y="52864"/>
                  </a:cubicBezTo>
                  <a:cubicBezTo>
                    <a:pt x="42024" y="52911"/>
                    <a:pt x="42031" y="52966"/>
                    <a:pt x="41357" y="52966"/>
                  </a:cubicBezTo>
                  <a:cubicBezTo>
                    <a:pt x="41317" y="52966"/>
                    <a:pt x="41274" y="52966"/>
                    <a:pt x="41229" y="52965"/>
                  </a:cubicBezTo>
                  <a:lnTo>
                    <a:pt x="41229" y="52965"/>
                  </a:lnTo>
                  <a:cubicBezTo>
                    <a:pt x="41111" y="52974"/>
                    <a:pt x="41002" y="52982"/>
                    <a:pt x="40885" y="52990"/>
                  </a:cubicBezTo>
                  <a:lnTo>
                    <a:pt x="40420" y="52974"/>
                  </a:lnTo>
                  <a:cubicBezTo>
                    <a:pt x="40707" y="52931"/>
                    <a:pt x="41071" y="52965"/>
                    <a:pt x="41299" y="52931"/>
                  </a:cubicBezTo>
                  <a:cubicBezTo>
                    <a:pt x="41183" y="52924"/>
                    <a:pt x="41082" y="52922"/>
                    <a:pt x="40990" y="52922"/>
                  </a:cubicBezTo>
                  <a:cubicBezTo>
                    <a:pt x="40653" y="52922"/>
                    <a:pt x="40431" y="52957"/>
                    <a:pt x="39983" y="52957"/>
                  </a:cubicBezTo>
                  <a:cubicBezTo>
                    <a:pt x="39947" y="52957"/>
                    <a:pt x="39909" y="52957"/>
                    <a:pt x="39870" y="52957"/>
                  </a:cubicBezTo>
                  <a:cubicBezTo>
                    <a:pt x="39320" y="52914"/>
                    <a:pt x="40538" y="52940"/>
                    <a:pt x="40538" y="52906"/>
                  </a:cubicBezTo>
                  <a:lnTo>
                    <a:pt x="40538" y="52906"/>
                  </a:lnTo>
                  <a:cubicBezTo>
                    <a:pt x="40500" y="52908"/>
                    <a:pt x="40462" y="52909"/>
                    <a:pt x="40425" y="52909"/>
                  </a:cubicBezTo>
                  <a:cubicBezTo>
                    <a:pt x="40313" y="52909"/>
                    <a:pt x="40204" y="52900"/>
                    <a:pt x="40090" y="52881"/>
                  </a:cubicBezTo>
                  <a:lnTo>
                    <a:pt x="40090" y="52881"/>
                  </a:lnTo>
                  <a:cubicBezTo>
                    <a:pt x="40197" y="52883"/>
                    <a:pt x="40278" y="52885"/>
                    <a:pt x="40342" y="52885"/>
                  </a:cubicBezTo>
                  <a:cubicBezTo>
                    <a:pt x="40555" y="52885"/>
                    <a:pt x="40587" y="52872"/>
                    <a:pt x="40786" y="52872"/>
                  </a:cubicBezTo>
                  <a:cubicBezTo>
                    <a:pt x="40869" y="52872"/>
                    <a:pt x="40981" y="52874"/>
                    <a:pt x="41147" y="52881"/>
                  </a:cubicBezTo>
                  <a:cubicBezTo>
                    <a:pt x="40817" y="52889"/>
                    <a:pt x="41198" y="52889"/>
                    <a:pt x="41139" y="52906"/>
                  </a:cubicBezTo>
                  <a:cubicBezTo>
                    <a:pt x="41232" y="52889"/>
                    <a:pt x="41875" y="52872"/>
                    <a:pt x="42331" y="52864"/>
                  </a:cubicBezTo>
                  <a:cubicBezTo>
                    <a:pt x="42392" y="52848"/>
                    <a:pt x="42237" y="52845"/>
                    <a:pt x="42041" y="52845"/>
                  </a:cubicBezTo>
                  <a:cubicBezTo>
                    <a:pt x="41910" y="52845"/>
                    <a:pt x="41761" y="52847"/>
                    <a:pt x="41646" y="52847"/>
                  </a:cubicBezTo>
                  <a:cubicBezTo>
                    <a:pt x="41486" y="52862"/>
                    <a:pt x="41325" y="52866"/>
                    <a:pt x="41166" y="52866"/>
                  </a:cubicBezTo>
                  <a:cubicBezTo>
                    <a:pt x="40904" y="52866"/>
                    <a:pt x="40649" y="52854"/>
                    <a:pt x="40418" y="52854"/>
                  </a:cubicBezTo>
                  <a:cubicBezTo>
                    <a:pt x="40315" y="52854"/>
                    <a:pt x="40216" y="52856"/>
                    <a:pt x="40123" y="52864"/>
                  </a:cubicBezTo>
                  <a:cubicBezTo>
                    <a:pt x="39540" y="52864"/>
                    <a:pt x="40081" y="52838"/>
                    <a:pt x="40047" y="52838"/>
                  </a:cubicBezTo>
                  <a:cubicBezTo>
                    <a:pt x="39942" y="52835"/>
                    <a:pt x="39870" y="52833"/>
                    <a:pt x="39821" y="52833"/>
                  </a:cubicBezTo>
                  <a:cubicBezTo>
                    <a:pt x="39623" y="52833"/>
                    <a:pt x="39785" y="52855"/>
                    <a:pt x="39650" y="52855"/>
                  </a:cubicBezTo>
                  <a:cubicBezTo>
                    <a:pt x="38855" y="52847"/>
                    <a:pt x="38770" y="52796"/>
                    <a:pt x="38203" y="52762"/>
                  </a:cubicBezTo>
                  <a:cubicBezTo>
                    <a:pt x="37966" y="52762"/>
                    <a:pt x="37560" y="52745"/>
                    <a:pt x="37120" y="52703"/>
                  </a:cubicBezTo>
                  <a:cubicBezTo>
                    <a:pt x="36672" y="52669"/>
                    <a:pt x="36190" y="52601"/>
                    <a:pt x="35792" y="52568"/>
                  </a:cubicBezTo>
                  <a:cubicBezTo>
                    <a:pt x="35885" y="52559"/>
                    <a:pt x="35784" y="52542"/>
                    <a:pt x="35741" y="52525"/>
                  </a:cubicBezTo>
                  <a:cubicBezTo>
                    <a:pt x="35259" y="52517"/>
                    <a:pt x="35428" y="52508"/>
                    <a:pt x="34836" y="52458"/>
                  </a:cubicBezTo>
                  <a:lnTo>
                    <a:pt x="34836" y="52458"/>
                  </a:lnTo>
                  <a:lnTo>
                    <a:pt x="35335" y="52551"/>
                  </a:lnTo>
                  <a:cubicBezTo>
                    <a:pt x="34929" y="52500"/>
                    <a:pt x="34599" y="52491"/>
                    <a:pt x="34236" y="52407"/>
                  </a:cubicBezTo>
                  <a:lnTo>
                    <a:pt x="34236" y="52407"/>
                  </a:lnTo>
                  <a:cubicBezTo>
                    <a:pt x="34354" y="52436"/>
                    <a:pt x="34373" y="52449"/>
                    <a:pt x="34330" y="52449"/>
                  </a:cubicBezTo>
                  <a:cubicBezTo>
                    <a:pt x="34286" y="52449"/>
                    <a:pt x="34181" y="52436"/>
                    <a:pt x="34050" y="52415"/>
                  </a:cubicBezTo>
                  <a:cubicBezTo>
                    <a:pt x="33796" y="52373"/>
                    <a:pt x="33432" y="52314"/>
                    <a:pt x="33288" y="52297"/>
                  </a:cubicBezTo>
                  <a:cubicBezTo>
                    <a:pt x="33085" y="52255"/>
                    <a:pt x="32874" y="52221"/>
                    <a:pt x="32696" y="52187"/>
                  </a:cubicBezTo>
                  <a:cubicBezTo>
                    <a:pt x="32544" y="52161"/>
                    <a:pt x="32400" y="52128"/>
                    <a:pt x="32248" y="52085"/>
                  </a:cubicBezTo>
                  <a:lnTo>
                    <a:pt x="32248" y="52085"/>
                  </a:lnTo>
                  <a:lnTo>
                    <a:pt x="32307" y="52094"/>
                  </a:lnTo>
                  <a:lnTo>
                    <a:pt x="32307" y="52094"/>
                  </a:lnTo>
                  <a:lnTo>
                    <a:pt x="31715" y="51958"/>
                  </a:lnTo>
                  <a:lnTo>
                    <a:pt x="31799" y="51933"/>
                  </a:lnTo>
                  <a:cubicBezTo>
                    <a:pt x="31468" y="51857"/>
                    <a:pt x="31075" y="51776"/>
                    <a:pt x="31015" y="51776"/>
                  </a:cubicBezTo>
                  <a:cubicBezTo>
                    <a:pt x="31001" y="51776"/>
                    <a:pt x="31005" y="51780"/>
                    <a:pt x="31030" y="51789"/>
                  </a:cubicBezTo>
                  <a:cubicBezTo>
                    <a:pt x="30607" y="51671"/>
                    <a:pt x="30860" y="51730"/>
                    <a:pt x="30801" y="51696"/>
                  </a:cubicBezTo>
                  <a:lnTo>
                    <a:pt x="30801" y="51696"/>
                  </a:lnTo>
                  <a:cubicBezTo>
                    <a:pt x="31082" y="51735"/>
                    <a:pt x="31362" y="51796"/>
                    <a:pt x="31636" y="51871"/>
                  </a:cubicBezTo>
                  <a:lnTo>
                    <a:pt x="31636" y="51871"/>
                  </a:lnTo>
                  <a:cubicBezTo>
                    <a:pt x="31612" y="51866"/>
                    <a:pt x="31588" y="51861"/>
                    <a:pt x="31563" y="51857"/>
                  </a:cubicBezTo>
                  <a:lnTo>
                    <a:pt x="31563" y="51857"/>
                  </a:lnTo>
                  <a:cubicBezTo>
                    <a:pt x="31608" y="51867"/>
                    <a:pt x="31650" y="51877"/>
                    <a:pt x="31689" y="51886"/>
                  </a:cubicBezTo>
                  <a:lnTo>
                    <a:pt x="31689" y="51886"/>
                  </a:lnTo>
                  <a:cubicBezTo>
                    <a:pt x="31695" y="51887"/>
                    <a:pt x="31700" y="51889"/>
                    <a:pt x="31706" y="51891"/>
                  </a:cubicBezTo>
                  <a:cubicBezTo>
                    <a:pt x="31703" y="51890"/>
                    <a:pt x="31699" y="51888"/>
                    <a:pt x="31696" y="51887"/>
                  </a:cubicBezTo>
                  <a:lnTo>
                    <a:pt x="31696" y="51887"/>
                  </a:lnTo>
                  <a:cubicBezTo>
                    <a:pt x="32031" y="51963"/>
                    <a:pt x="32154" y="51983"/>
                    <a:pt x="32203" y="51983"/>
                  </a:cubicBezTo>
                  <a:cubicBezTo>
                    <a:pt x="32255" y="51983"/>
                    <a:pt x="32222" y="51960"/>
                    <a:pt x="32273" y="51960"/>
                  </a:cubicBezTo>
                  <a:cubicBezTo>
                    <a:pt x="32303" y="51960"/>
                    <a:pt x="32362" y="51968"/>
                    <a:pt x="32485" y="51992"/>
                  </a:cubicBezTo>
                  <a:cubicBezTo>
                    <a:pt x="32197" y="51925"/>
                    <a:pt x="31994" y="51857"/>
                    <a:pt x="31681" y="51806"/>
                  </a:cubicBezTo>
                  <a:cubicBezTo>
                    <a:pt x="31566" y="51786"/>
                    <a:pt x="31177" y="51701"/>
                    <a:pt x="30874" y="51638"/>
                  </a:cubicBezTo>
                  <a:lnTo>
                    <a:pt x="30874" y="51638"/>
                  </a:lnTo>
                  <a:cubicBezTo>
                    <a:pt x="31149" y="51700"/>
                    <a:pt x="31325" y="51763"/>
                    <a:pt x="31579" y="51832"/>
                  </a:cubicBezTo>
                  <a:cubicBezTo>
                    <a:pt x="31309" y="51772"/>
                    <a:pt x="31266" y="51781"/>
                    <a:pt x="31038" y="51713"/>
                  </a:cubicBezTo>
                  <a:lnTo>
                    <a:pt x="31038" y="51713"/>
                  </a:lnTo>
                  <a:lnTo>
                    <a:pt x="31114" y="51722"/>
                  </a:lnTo>
                  <a:lnTo>
                    <a:pt x="30818" y="51662"/>
                  </a:lnTo>
                  <a:cubicBezTo>
                    <a:pt x="30790" y="51635"/>
                    <a:pt x="30280" y="51516"/>
                    <a:pt x="30343" y="51516"/>
                  </a:cubicBezTo>
                  <a:cubicBezTo>
                    <a:pt x="30357" y="51516"/>
                    <a:pt x="30399" y="51522"/>
                    <a:pt x="30480" y="51535"/>
                  </a:cubicBezTo>
                  <a:cubicBezTo>
                    <a:pt x="30281" y="51489"/>
                    <a:pt x="30245" y="51489"/>
                    <a:pt x="30214" y="51489"/>
                  </a:cubicBezTo>
                  <a:cubicBezTo>
                    <a:pt x="30184" y="51489"/>
                    <a:pt x="30158" y="51489"/>
                    <a:pt x="29981" y="51442"/>
                  </a:cubicBezTo>
                  <a:lnTo>
                    <a:pt x="29981" y="51442"/>
                  </a:lnTo>
                  <a:cubicBezTo>
                    <a:pt x="30209" y="51510"/>
                    <a:pt x="30446" y="51569"/>
                    <a:pt x="30683" y="51629"/>
                  </a:cubicBezTo>
                  <a:lnTo>
                    <a:pt x="30666" y="51654"/>
                  </a:lnTo>
                  <a:cubicBezTo>
                    <a:pt x="30395" y="51612"/>
                    <a:pt x="30344" y="51578"/>
                    <a:pt x="30057" y="51510"/>
                  </a:cubicBezTo>
                  <a:lnTo>
                    <a:pt x="30057" y="51510"/>
                  </a:lnTo>
                  <a:lnTo>
                    <a:pt x="30074" y="51544"/>
                  </a:lnTo>
                  <a:lnTo>
                    <a:pt x="30074" y="51544"/>
                  </a:lnTo>
                  <a:lnTo>
                    <a:pt x="29575" y="51375"/>
                  </a:lnTo>
                  <a:lnTo>
                    <a:pt x="29575" y="51375"/>
                  </a:lnTo>
                  <a:cubicBezTo>
                    <a:pt x="29583" y="51381"/>
                    <a:pt x="29582" y="51384"/>
                    <a:pt x="29574" y="51384"/>
                  </a:cubicBezTo>
                  <a:cubicBezTo>
                    <a:pt x="29524" y="51384"/>
                    <a:pt x="29230" y="51295"/>
                    <a:pt x="29143" y="51273"/>
                  </a:cubicBezTo>
                  <a:cubicBezTo>
                    <a:pt x="28877" y="51182"/>
                    <a:pt x="29053" y="51188"/>
                    <a:pt x="28607" y="51084"/>
                  </a:cubicBezTo>
                  <a:lnTo>
                    <a:pt x="28607" y="51084"/>
                  </a:lnTo>
                  <a:cubicBezTo>
                    <a:pt x="28343" y="51010"/>
                    <a:pt x="28182" y="50967"/>
                    <a:pt x="27807" y="50842"/>
                  </a:cubicBezTo>
                  <a:cubicBezTo>
                    <a:pt x="27832" y="50842"/>
                    <a:pt x="27942" y="50876"/>
                    <a:pt x="27993" y="50884"/>
                  </a:cubicBezTo>
                  <a:cubicBezTo>
                    <a:pt x="27460" y="50715"/>
                    <a:pt x="26605" y="50444"/>
                    <a:pt x="26377" y="50326"/>
                  </a:cubicBezTo>
                  <a:cubicBezTo>
                    <a:pt x="26379" y="50325"/>
                    <a:pt x="26382" y="50325"/>
                    <a:pt x="26385" y="50325"/>
                  </a:cubicBezTo>
                  <a:cubicBezTo>
                    <a:pt x="26442" y="50325"/>
                    <a:pt x="26605" y="50387"/>
                    <a:pt x="26653" y="50387"/>
                  </a:cubicBezTo>
                  <a:cubicBezTo>
                    <a:pt x="26658" y="50387"/>
                    <a:pt x="26662" y="50387"/>
                    <a:pt x="26665" y="50385"/>
                  </a:cubicBezTo>
                  <a:cubicBezTo>
                    <a:pt x="27460" y="50706"/>
                    <a:pt x="27240" y="50546"/>
                    <a:pt x="28204" y="50876"/>
                  </a:cubicBezTo>
                  <a:cubicBezTo>
                    <a:pt x="28213" y="50909"/>
                    <a:pt x="28424" y="50960"/>
                    <a:pt x="28644" y="51028"/>
                  </a:cubicBezTo>
                  <a:cubicBezTo>
                    <a:pt x="28872" y="51096"/>
                    <a:pt x="29118" y="51146"/>
                    <a:pt x="29202" y="51197"/>
                  </a:cubicBezTo>
                  <a:cubicBezTo>
                    <a:pt x="28846" y="51104"/>
                    <a:pt x="28389" y="50983"/>
                    <a:pt x="28361" y="50983"/>
                  </a:cubicBezTo>
                  <a:cubicBezTo>
                    <a:pt x="28359" y="50983"/>
                    <a:pt x="28360" y="50984"/>
                    <a:pt x="28365" y="50986"/>
                  </a:cubicBezTo>
                  <a:cubicBezTo>
                    <a:pt x="28720" y="51096"/>
                    <a:pt x="29211" y="51231"/>
                    <a:pt x="29456" y="51307"/>
                  </a:cubicBezTo>
                  <a:cubicBezTo>
                    <a:pt x="29305" y="51253"/>
                    <a:pt x="29305" y="51228"/>
                    <a:pt x="29377" y="51228"/>
                  </a:cubicBezTo>
                  <a:cubicBezTo>
                    <a:pt x="29405" y="51228"/>
                    <a:pt x="29444" y="51232"/>
                    <a:pt x="29490" y="51239"/>
                  </a:cubicBezTo>
                  <a:cubicBezTo>
                    <a:pt x="29202" y="51163"/>
                    <a:pt x="28805" y="51053"/>
                    <a:pt x="28382" y="50901"/>
                  </a:cubicBezTo>
                  <a:cubicBezTo>
                    <a:pt x="27959" y="50757"/>
                    <a:pt x="27502" y="50613"/>
                    <a:pt x="27113" y="50461"/>
                  </a:cubicBezTo>
                  <a:lnTo>
                    <a:pt x="27113" y="50461"/>
                  </a:lnTo>
                  <a:lnTo>
                    <a:pt x="27189" y="50529"/>
                  </a:lnTo>
                  <a:cubicBezTo>
                    <a:pt x="26885" y="50436"/>
                    <a:pt x="26864" y="50425"/>
                    <a:pt x="26892" y="50425"/>
                  </a:cubicBezTo>
                  <a:cubicBezTo>
                    <a:pt x="26901" y="50425"/>
                    <a:pt x="26915" y="50426"/>
                    <a:pt x="26927" y="50426"/>
                  </a:cubicBezTo>
                  <a:cubicBezTo>
                    <a:pt x="26960" y="50426"/>
                    <a:pt x="26968" y="50416"/>
                    <a:pt x="26749" y="50334"/>
                  </a:cubicBezTo>
                  <a:lnTo>
                    <a:pt x="26504" y="50275"/>
                  </a:lnTo>
                  <a:lnTo>
                    <a:pt x="26470" y="50267"/>
                  </a:lnTo>
                  <a:cubicBezTo>
                    <a:pt x="26335" y="50233"/>
                    <a:pt x="26199" y="50199"/>
                    <a:pt x="26072" y="50157"/>
                  </a:cubicBezTo>
                  <a:lnTo>
                    <a:pt x="26072" y="50157"/>
                  </a:lnTo>
                  <a:cubicBezTo>
                    <a:pt x="26343" y="50258"/>
                    <a:pt x="26225" y="50182"/>
                    <a:pt x="26529" y="50309"/>
                  </a:cubicBezTo>
                  <a:cubicBezTo>
                    <a:pt x="26628" y="50347"/>
                    <a:pt x="26649" y="50359"/>
                    <a:pt x="26632" y="50359"/>
                  </a:cubicBezTo>
                  <a:cubicBezTo>
                    <a:pt x="26604" y="50359"/>
                    <a:pt x="26472" y="50326"/>
                    <a:pt x="26419" y="50326"/>
                  </a:cubicBezTo>
                  <a:cubicBezTo>
                    <a:pt x="26279" y="50266"/>
                    <a:pt x="25842" y="50100"/>
                    <a:pt x="25866" y="50100"/>
                  </a:cubicBezTo>
                  <a:cubicBezTo>
                    <a:pt x="25873" y="50100"/>
                    <a:pt x="25911" y="50111"/>
                    <a:pt x="25996" y="50140"/>
                  </a:cubicBezTo>
                  <a:lnTo>
                    <a:pt x="25269" y="49894"/>
                  </a:lnTo>
                  <a:lnTo>
                    <a:pt x="25269" y="49894"/>
                  </a:lnTo>
                  <a:cubicBezTo>
                    <a:pt x="25329" y="49907"/>
                    <a:pt x="25390" y="49919"/>
                    <a:pt x="25448" y="49937"/>
                  </a:cubicBezTo>
                  <a:lnTo>
                    <a:pt x="25448" y="49937"/>
                  </a:lnTo>
                  <a:lnTo>
                    <a:pt x="24998" y="49767"/>
                  </a:lnTo>
                  <a:lnTo>
                    <a:pt x="25015" y="49767"/>
                  </a:lnTo>
                  <a:cubicBezTo>
                    <a:pt x="24803" y="49691"/>
                    <a:pt x="24558" y="49590"/>
                    <a:pt x="24330" y="49488"/>
                  </a:cubicBezTo>
                  <a:cubicBezTo>
                    <a:pt x="24093" y="49395"/>
                    <a:pt x="23864" y="49311"/>
                    <a:pt x="23704" y="49251"/>
                  </a:cubicBezTo>
                  <a:lnTo>
                    <a:pt x="23704" y="49251"/>
                  </a:lnTo>
                  <a:cubicBezTo>
                    <a:pt x="23892" y="49340"/>
                    <a:pt x="23950" y="49371"/>
                    <a:pt x="23938" y="49371"/>
                  </a:cubicBezTo>
                  <a:cubicBezTo>
                    <a:pt x="23906" y="49371"/>
                    <a:pt x="23428" y="49173"/>
                    <a:pt x="23414" y="49173"/>
                  </a:cubicBezTo>
                  <a:lnTo>
                    <a:pt x="23414" y="49173"/>
                  </a:lnTo>
                  <a:cubicBezTo>
                    <a:pt x="23413" y="49173"/>
                    <a:pt x="23414" y="49174"/>
                    <a:pt x="23416" y="49175"/>
                  </a:cubicBezTo>
                  <a:cubicBezTo>
                    <a:pt x="23277" y="49108"/>
                    <a:pt x="23201" y="49049"/>
                    <a:pt x="23257" y="49049"/>
                  </a:cubicBezTo>
                  <a:cubicBezTo>
                    <a:pt x="23301" y="49049"/>
                    <a:pt x="23422" y="49084"/>
                    <a:pt x="23653" y="49175"/>
                  </a:cubicBezTo>
                  <a:cubicBezTo>
                    <a:pt x="23788" y="49260"/>
                    <a:pt x="24169" y="49395"/>
                    <a:pt x="24431" y="49505"/>
                  </a:cubicBezTo>
                  <a:cubicBezTo>
                    <a:pt x="24093" y="49344"/>
                    <a:pt x="23974" y="49311"/>
                    <a:pt x="23704" y="49201"/>
                  </a:cubicBezTo>
                  <a:lnTo>
                    <a:pt x="23704" y="49201"/>
                  </a:lnTo>
                  <a:cubicBezTo>
                    <a:pt x="23729" y="49209"/>
                    <a:pt x="23742" y="49213"/>
                    <a:pt x="23746" y="49213"/>
                  </a:cubicBezTo>
                  <a:cubicBezTo>
                    <a:pt x="23759" y="49213"/>
                    <a:pt x="23687" y="49178"/>
                    <a:pt x="23611" y="49133"/>
                  </a:cubicBezTo>
                  <a:cubicBezTo>
                    <a:pt x="23526" y="49099"/>
                    <a:pt x="23441" y="49057"/>
                    <a:pt x="23374" y="49006"/>
                  </a:cubicBezTo>
                  <a:lnTo>
                    <a:pt x="23374" y="49006"/>
                  </a:lnTo>
                  <a:cubicBezTo>
                    <a:pt x="23451" y="49026"/>
                    <a:pt x="23529" y="49050"/>
                    <a:pt x="23606" y="49080"/>
                  </a:cubicBezTo>
                  <a:lnTo>
                    <a:pt x="23606" y="49080"/>
                  </a:lnTo>
                  <a:lnTo>
                    <a:pt x="23551" y="49057"/>
                  </a:lnTo>
                  <a:lnTo>
                    <a:pt x="23171" y="48888"/>
                  </a:lnTo>
                  <a:cubicBezTo>
                    <a:pt x="23044" y="48888"/>
                    <a:pt x="22790" y="48803"/>
                    <a:pt x="22562" y="48761"/>
                  </a:cubicBezTo>
                  <a:cubicBezTo>
                    <a:pt x="22206" y="48600"/>
                    <a:pt x="21860" y="48414"/>
                    <a:pt x="21504" y="48228"/>
                  </a:cubicBezTo>
                  <a:cubicBezTo>
                    <a:pt x="21327" y="48135"/>
                    <a:pt x="21149" y="48042"/>
                    <a:pt x="20971" y="47949"/>
                  </a:cubicBezTo>
                  <a:lnTo>
                    <a:pt x="20454" y="47648"/>
                  </a:lnTo>
                  <a:lnTo>
                    <a:pt x="20454" y="47648"/>
                  </a:lnTo>
                  <a:cubicBezTo>
                    <a:pt x="20452" y="47649"/>
                    <a:pt x="20449" y="47650"/>
                    <a:pt x="20445" y="47650"/>
                  </a:cubicBezTo>
                  <a:cubicBezTo>
                    <a:pt x="20437" y="47650"/>
                    <a:pt x="20427" y="47648"/>
                    <a:pt x="20413" y="47644"/>
                  </a:cubicBezTo>
                  <a:cubicBezTo>
                    <a:pt x="20218" y="47517"/>
                    <a:pt x="19838" y="47323"/>
                    <a:pt x="19863" y="47306"/>
                  </a:cubicBezTo>
                  <a:cubicBezTo>
                    <a:pt x="19661" y="47216"/>
                    <a:pt x="19156" y="46935"/>
                    <a:pt x="19111" y="46935"/>
                  </a:cubicBezTo>
                  <a:cubicBezTo>
                    <a:pt x="19105" y="46935"/>
                    <a:pt x="19107" y="46940"/>
                    <a:pt x="19119" y="46950"/>
                  </a:cubicBezTo>
                  <a:lnTo>
                    <a:pt x="19043" y="46900"/>
                  </a:lnTo>
                  <a:cubicBezTo>
                    <a:pt x="18924" y="46815"/>
                    <a:pt x="18763" y="46714"/>
                    <a:pt x="18560" y="46561"/>
                  </a:cubicBezTo>
                  <a:cubicBezTo>
                    <a:pt x="18357" y="46418"/>
                    <a:pt x="18104" y="46240"/>
                    <a:pt x="17765" y="46020"/>
                  </a:cubicBezTo>
                  <a:cubicBezTo>
                    <a:pt x="17691" y="45970"/>
                    <a:pt x="17649" y="45950"/>
                    <a:pt x="17630" y="45950"/>
                  </a:cubicBezTo>
                  <a:cubicBezTo>
                    <a:pt x="17616" y="45950"/>
                    <a:pt x="17614" y="45960"/>
                    <a:pt x="17621" y="45978"/>
                  </a:cubicBezTo>
                  <a:lnTo>
                    <a:pt x="17418" y="45834"/>
                  </a:lnTo>
                  <a:cubicBezTo>
                    <a:pt x="17351" y="45783"/>
                    <a:pt x="17292" y="45732"/>
                    <a:pt x="17224" y="45690"/>
                  </a:cubicBezTo>
                  <a:lnTo>
                    <a:pt x="17224" y="45690"/>
                  </a:lnTo>
                  <a:cubicBezTo>
                    <a:pt x="17331" y="45748"/>
                    <a:pt x="17398" y="45781"/>
                    <a:pt x="17588" y="45900"/>
                  </a:cubicBezTo>
                  <a:lnTo>
                    <a:pt x="17588" y="45900"/>
                  </a:lnTo>
                  <a:cubicBezTo>
                    <a:pt x="17417" y="45792"/>
                    <a:pt x="17261" y="45669"/>
                    <a:pt x="17097" y="45555"/>
                  </a:cubicBezTo>
                  <a:lnTo>
                    <a:pt x="16589" y="45191"/>
                  </a:lnTo>
                  <a:lnTo>
                    <a:pt x="16589" y="45191"/>
                  </a:lnTo>
                  <a:lnTo>
                    <a:pt x="16674" y="45233"/>
                  </a:lnTo>
                  <a:cubicBezTo>
                    <a:pt x="16539" y="45140"/>
                    <a:pt x="16395" y="45056"/>
                    <a:pt x="16259" y="44963"/>
                  </a:cubicBezTo>
                  <a:lnTo>
                    <a:pt x="16259" y="44963"/>
                  </a:lnTo>
                  <a:cubicBezTo>
                    <a:pt x="16473" y="45113"/>
                    <a:pt x="16799" y="45338"/>
                    <a:pt x="16749" y="45338"/>
                  </a:cubicBezTo>
                  <a:cubicBezTo>
                    <a:pt x="16745" y="45338"/>
                    <a:pt x="16740" y="45337"/>
                    <a:pt x="16733" y="45335"/>
                  </a:cubicBezTo>
                  <a:cubicBezTo>
                    <a:pt x="16268" y="45030"/>
                    <a:pt x="16031" y="44810"/>
                    <a:pt x="15633" y="44556"/>
                  </a:cubicBezTo>
                  <a:cubicBezTo>
                    <a:pt x="15659" y="44525"/>
                    <a:pt x="15595" y="44461"/>
                    <a:pt x="15619" y="44461"/>
                  </a:cubicBezTo>
                  <a:cubicBezTo>
                    <a:pt x="15628" y="44461"/>
                    <a:pt x="15647" y="44469"/>
                    <a:pt x="15684" y="44489"/>
                  </a:cubicBezTo>
                  <a:lnTo>
                    <a:pt x="15727" y="44523"/>
                  </a:lnTo>
                  <a:cubicBezTo>
                    <a:pt x="15887" y="44607"/>
                    <a:pt x="16200" y="44819"/>
                    <a:pt x="16446" y="44979"/>
                  </a:cubicBezTo>
                  <a:lnTo>
                    <a:pt x="15743" y="44447"/>
                  </a:lnTo>
                  <a:lnTo>
                    <a:pt x="15515" y="44252"/>
                  </a:lnTo>
                  <a:cubicBezTo>
                    <a:pt x="15422" y="44184"/>
                    <a:pt x="15304" y="44091"/>
                    <a:pt x="15126" y="43939"/>
                  </a:cubicBezTo>
                  <a:cubicBezTo>
                    <a:pt x="15124" y="43935"/>
                    <a:pt x="15124" y="43933"/>
                    <a:pt x="15127" y="43933"/>
                  </a:cubicBezTo>
                  <a:cubicBezTo>
                    <a:pt x="15145" y="43933"/>
                    <a:pt x="15288" y="44044"/>
                    <a:pt x="15430" y="44142"/>
                  </a:cubicBezTo>
                  <a:cubicBezTo>
                    <a:pt x="15549" y="44227"/>
                    <a:pt x="15662" y="44308"/>
                    <a:pt x="15671" y="44308"/>
                  </a:cubicBezTo>
                  <a:cubicBezTo>
                    <a:pt x="15673" y="44308"/>
                    <a:pt x="15667" y="44301"/>
                    <a:pt x="15650" y="44286"/>
                  </a:cubicBezTo>
                  <a:lnTo>
                    <a:pt x="15650" y="44286"/>
                  </a:lnTo>
                  <a:lnTo>
                    <a:pt x="16270" y="44780"/>
                  </a:lnTo>
                  <a:lnTo>
                    <a:pt x="16270" y="44780"/>
                  </a:lnTo>
                  <a:cubicBezTo>
                    <a:pt x="16224" y="44745"/>
                    <a:pt x="16176" y="44714"/>
                    <a:pt x="16133" y="44683"/>
                  </a:cubicBezTo>
                  <a:lnTo>
                    <a:pt x="16133" y="44683"/>
                  </a:lnTo>
                  <a:lnTo>
                    <a:pt x="16306" y="44809"/>
                  </a:lnTo>
                  <a:lnTo>
                    <a:pt x="16306" y="44809"/>
                  </a:lnTo>
                  <a:lnTo>
                    <a:pt x="16319" y="44819"/>
                  </a:lnTo>
                  <a:cubicBezTo>
                    <a:pt x="16316" y="44817"/>
                    <a:pt x="16314" y="44814"/>
                    <a:pt x="16311" y="44812"/>
                  </a:cubicBezTo>
                  <a:lnTo>
                    <a:pt x="16311" y="44812"/>
                  </a:lnTo>
                  <a:lnTo>
                    <a:pt x="16437" y="44903"/>
                  </a:lnTo>
                  <a:lnTo>
                    <a:pt x="16674" y="45081"/>
                  </a:lnTo>
                  <a:cubicBezTo>
                    <a:pt x="16826" y="45174"/>
                    <a:pt x="16962" y="45276"/>
                    <a:pt x="17148" y="45386"/>
                  </a:cubicBezTo>
                  <a:cubicBezTo>
                    <a:pt x="17189" y="45419"/>
                    <a:pt x="17202" y="45432"/>
                    <a:pt x="17197" y="45432"/>
                  </a:cubicBezTo>
                  <a:cubicBezTo>
                    <a:pt x="17183" y="45432"/>
                    <a:pt x="16973" y="45289"/>
                    <a:pt x="16968" y="45289"/>
                  </a:cubicBezTo>
                  <a:lnTo>
                    <a:pt x="16968" y="45289"/>
                  </a:lnTo>
                  <a:cubicBezTo>
                    <a:pt x="16966" y="45289"/>
                    <a:pt x="16983" y="45301"/>
                    <a:pt x="17029" y="45335"/>
                  </a:cubicBezTo>
                  <a:cubicBezTo>
                    <a:pt x="16852" y="45216"/>
                    <a:pt x="16666" y="45115"/>
                    <a:pt x="16471" y="45022"/>
                  </a:cubicBezTo>
                  <a:lnTo>
                    <a:pt x="16471" y="45022"/>
                  </a:lnTo>
                  <a:cubicBezTo>
                    <a:pt x="17012" y="45419"/>
                    <a:pt x="16809" y="45208"/>
                    <a:pt x="17275" y="45529"/>
                  </a:cubicBezTo>
                  <a:cubicBezTo>
                    <a:pt x="17393" y="45614"/>
                    <a:pt x="17503" y="45707"/>
                    <a:pt x="17613" y="45792"/>
                  </a:cubicBezTo>
                  <a:cubicBezTo>
                    <a:pt x="17669" y="45826"/>
                    <a:pt x="17693" y="45839"/>
                    <a:pt x="17697" y="45839"/>
                  </a:cubicBezTo>
                  <a:cubicBezTo>
                    <a:pt x="17708" y="45839"/>
                    <a:pt x="17552" y="45728"/>
                    <a:pt x="17545" y="45715"/>
                  </a:cubicBezTo>
                  <a:lnTo>
                    <a:pt x="17545" y="45715"/>
                  </a:lnTo>
                  <a:cubicBezTo>
                    <a:pt x="17816" y="45885"/>
                    <a:pt x="17901" y="45961"/>
                    <a:pt x="18095" y="46096"/>
                  </a:cubicBezTo>
                  <a:cubicBezTo>
                    <a:pt x="18047" y="46056"/>
                    <a:pt x="17928" y="45969"/>
                    <a:pt x="17948" y="45969"/>
                  </a:cubicBezTo>
                  <a:cubicBezTo>
                    <a:pt x="17949" y="45969"/>
                    <a:pt x="17950" y="45969"/>
                    <a:pt x="17951" y="45969"/>
                  </a:cubicBezTo>
                  <a:cubicBezTo>
                    <a:pt x="18121" y="46088"/>
                    <a:pt x="18273" y="46198"/>
                    <a:pt x="18434" y="46308"/>
                  </a:cubicBezTo>
                  <a:cubicBezTo>
                    <a:pt x="18510" y="46367"/>
                    <a:pt x="18586" y="46409"/>
                    <a:pt x="18670" y="46468"/>
                  </a:cubicBezTo>
                  <a:cubicBezTo>
                    <a:pt x="18747" y="46528"/>
                    <a:pt x="18823" y="46578"/>
                    <a:pt x="18890" y="46629"/>
                  </a:cubicBezTo>
                  <a:cubicBezTo>
                    <a:pt x="18853" y="46601"/>
                    <a:pt x="18844" y="46589"/>
                    <a:pt x="18854" y="46589"/>
                  </a:cubicBezTo>
                  <a:cubicBezTo>
                    <a:pt x="18889" y="46589"/>
                    <a:pt x="19159" y="46731"/>
                    <a:pt x="19271" y="46790"/>
                  </a:cubicBezTo>
                  <a:cubicBezTo>
                    <a:pt x="19068" y="46654"/>
                    <a:pt x="18857" y="46519"/>
                    <a:pt x="18653" y="46367"/>
                  </a:cubicBezTo>
                  <a:cubicBezTo>
                    <a:pt x="18247" y="46113"/>
                    <a:pt x="17918" y="45910"/>
                    <a:pt x="17596" y="45682"/>
                  </a:cubicBezTo>
                  <a:cubicBezTo>
                    <a:pt x="17266" y="45462"/>
                    <a:pt x="16936" y="45225"/>
                    <a:pt x="16513" y="44937"/>
                  </a:cubicBezTo>
                  <a:lnTo>
                    <a:pt x="16513" y="44937"/>
                  </a:lnTo>
                  <a:lnTo>
                    <a:pt x="16572" y="44954"/>
                  </a:lnTo>
                  <a:cubicBezTo>
                    <a:pt x="15304" y="43947"/>
                    <a:pt x="15447" y="44218"/>
                    <a:pt x="14373" y="43338"/>
                  </a:cubicBezTo>
                  <a:cubicBezTo>
                    <a:pt x="14373" y="43304"/>
                    <a:pt x="14246" y="43211"/>
                    <a:pt x="14136" y="43110"/>
                  </a:cubicBezTo>
                  <a:cubicBezTo>
                    <a:pt x="14018" y="43017"/>
                    <a:pt x="13916" y="42924"/>
                    <a:pt x="13950" y="42924"/>
                  </a:cubicBezTo>
                  <a:cubicBezTo>
                    <a:pt x="14118" y="43073"/>
                    <a:pt x="14178" y="43123"/>
                    <a:pt x="14187" y="43123"/>
                  </a:cubicBezTo>
                  <a:cubicBezTo>
                    <a:pt x="14195" y="43123"/>
                    <a:pt x="14163" y="43086"/>
                    <a:pt x="14128" y="43042"/>
                  </a:cubicBezTo>
                  <a:cubicBezTo>
                    <a:pt x="13899" y="42873"/>
                    <a:pt x="13671" y="42687"/>
                    <a:pt x="13459" y="42492"/>
                  </a:cubicBezTo>
                  <a:lnTo>
                    <a:pt x="13459" y="42492"/>
                  </a:lnTo>
                  <a:cubicBezTo>
                    <a:pt x="13483" y="42509"/>
                    <a:pt x="13495" y="42515"/>
                    <a:pt x="13499" y="42515"/>
                  </a:cubicBezTo>
                  <a:cubicBezTo>
                    <a:pt x="13513" y="42515"/>
                    <a:pt x="13468" y="42464"/>
                    <a:pt x="13479" y="42464"/>
                  </a:cubicBezTo>
                  <a:cubicBezTo>
                    <a:pt x="13487" y="42464"/>
                    <a:pt x="13528" y="42495"/>
                    <a:pt x="13654" y="42602"/>
                  </a:cubicBezTo>
                  <a:cubicBezTo>
                    <a:pt x="13180" y="42179"/>
                    <a:pt x="12935" y="41934"/>
                    <a:pt x="12673" y="41740"/>
                  </a:cubicBezTo>
                  <a:cubicBezTo>
                    <a:pt x="11903" y="41046"/>
                    <a:pt x="12470" y="41503"/>
                    <a:pt x="11742" y="40784"/>
                  </a:cubicBezTo>
                  <a:lnTo>
                    <a:pt x="11742" y="40784"/>
                  </a:lnTo>
                  <a:lnTo>
                    <a:pt x="11861" y="40877"/>
                  </a:lnTo>
                  <a:lnTo>
                    <a:pt x="11412" y="40428"/>
                  </a:lnTo>
                  <a:lnTo>
                    <a:pt x="11505" y="40606"/>
                  </a:lnTo>
                  <a:cubicBezTo>
                    <a:pt x="11319" y="40428"/>
                    <a:pt x="11142" y="40259"/>
                    <a:pt x="10964" y="40073"/>
                  </a:cubicBezTo>
                  <a:cubicBezTo>
                    <a:pt x="10881" y="39988"/>
                    <a:pt x="10848" y="39957"/>
                    <a:pt x="10844" y="39957"/>
                  </a:cubicBezTo>
                  <a:lnTo>
                    <a:pt x="10844" y="39957"/>
                  </a:lnTo>
                  <a:cubicBezTo>
                    <a:pt x="10833" y="39957"/>
                    <a:pt x="11040" y="40193"/>
                    <a:pt x="11027" y="40193"/>
                  </a:cubicBezTo>
                  <a:cubicBezTo>
                    <a:pt x="11026" y="40193"/>
                    <a:pt x="11025" y="40193"/>
                    <a:pt x="11023" y="40191"/>
                  </a:cubicBezTo>
                  <a:lnTo>
                    <a:pt x="11023" y="40191"/>
                  </a:lnTo>
                  <a:lnTo>
                    <a:pt x="11150" y="40293"/>
                  </a:lnTo>
                  <a:cubicBezTo>
                    <a:pt x="11353" y="40513"/>
                    <a:pt x="11674" y="40809"/>
                    <a:pt x="11708" y="40868"/>
                  </a:cubicBezTo>
                  <a:cubicBezTo>
                    <a:pt x="11573" y="40724"/>
                    <a:pt x="11429" y="40597"/>
                    <a:pt x="11277" y="40479"/>
                  </a:cubicBezTo>
                  <a:lnTo>
                    <a:pt x="11277" y="40479"/>
                  </a:lnTo>
                  <a:lnTo>
                    <a:pt x="11615" y="40817"/>
                  </a:lnTo>
                  <a:lnTo>
                    <a:pt x="11708" y="40944"/>
                  </a:lnTo>
                  <a:cubicBezTo>
                    <a:pt x="11878" y="41114"/>
                    <a:pt x="12013" y="41266"/>
                    <a:pt x="12148" y="41393"/>
                  </a:cubicBezTo>
                  <a:cubicBezTo>
                    <a:pt x="12284" y="41520"/>
                    <a:pt x="12410" y="41630"/>
                    <a:pt x="12520" y="41714"/>
                  </a:cubicBezTo>
                  <a:cubicBezTo>
                    <a:pt x="12385" y="41570"/>
                    <a:pt x="12275" y="41511"/>
                    <a:pt x="12157" y="41376"/>
                  </a:cubicBezTo>
                  <a:lnTo>
                    <a:pt x="12157" y="41376"/>
                  </a:lnTo>
                  <a:cubicBezTo>
                    <a:pt x="12351" y="41511"/>
                    <a:pt x="12774" y="41917"/>
                    <a:pt x="13197" y="42298"/>
                  </a:cubicBezTo>
                  <a:cubicBezTo>
                    <a:pt x="13204" y="42312"/>
                    <a:pt x="13303" y="42400"/>
                    <a:pt x="13291" y="42400"/>
                  </a:cubicBezTo>
                  <a:cubicBezTo>
                    <a:pt x="13289" y="42400"/>
                    <a:pt x="13283" y="42397"/>
                    <a:pt x="13273" y="42391"/>
                  </a:cubicBezTo>
                  <a:cubicBezTo>
                    <a:pt x="13265" y="42391"/>
                    <a:pt x="13189" y="42323"/>
                    <a:pt x="13146" y="42289"/>
                  </a:cubicBezTo>
                  <a:lnTo>
                    <a:pt x="13146" y="42289"/>
                  </a:lnTo>
                  <a:cubicBezTo>
                    <a:pt x="13149" y="42292"/>
                    <a:pt x="13150" y="42293"/>
                    <a:pt x="13149" y="42293"/>
                  </a:cubicBezTo>
                  <a:cubicBezTo>
                    <a:pt x="13145" y="42293"/>
                    <a:pt x="13103" y="42264"/>
                    <a:pt x="13096" y="42264"/>
                  </a:cubicBezTo>
                  <a:cubicBezTo>
                    <a:pt x="13087" y="42264"/>
                    <a:pt x="13121" y="42306"/>
                    <a:pt x="13324" y="42484"/>
                  </a:cubicBezTo>
                  <a:cubicBezTo>
                    <a:pt x="13166" y="42384"/>
                    <a:pt x="12845" y="42145"/>
                    <a:pt x="12842" y="42145"/>
                  </a:cubicBezTo>
                  <a:lnTo>
                    <a:pt x="12842" y="42145"/>
                  </a:lnTo>
                  <a:cubicBezTo>
                    <a:pt x="12842" y="42145"/>
                    <a:pt x="12842" y="42145"/>
                    <a:pt x="12842" y="42146"/>
                  </a:cubicBezTo>
                  <a:cubicBezTo>
                    <a:pt x="12614" y="41934"/>
                    <a:pt x="12293" y="41639"/>
                    <a:pt x="12115" y="41453"/>
                  </a:cubicBezTo>
                  <a:lnTo>
                    <a:pt x="12115" y="41453"/>
                  </a:lnTo>
                  <a:cubicBezTo>
                    <a:pt x="11915" y="41253"/>
                    <a:pt x="11522" y="40875"/>
                    <a:pt x="11505" y="40826"/>
                  </a:cubicBezTo>
                  <a:cubicBezTo>
                    <a:pt x="11426" y="40747"/>
                    <a:pt x="11252" y="40577"/>
                    <a:pt x="11242" y="40577"/>
                  </a:cubicBezTo>
                  <a:lnTo>
                    <a:pt x="11242" y="40577"/>
                  </a:lnTo>
                  <a:cubicBezTo>
                    <a:pt x="11237" y="40577"/>
                    <a:pt x="11272" y="40618"/>
                    <a:pt x="11378" y="40733"/>
                  </a:cubicBezTo>
                  <a:lnTo>
                    <a:pt x="11099" y="40454"/>
                  </a:lnTo>
                  <a:cubicBezTo>
                    <a:pt x="11015" y="40369"/>
                    <a:pt x="10922" y="40268"/>
                    <a:pt x="10837" y="40175"/>
                  </a:cubicBezTo>
                  <a:lnTo>
                    <a:pt x="10837" y="40175"/>
                  </a:lnTo>
                  <a:cubicBezTo>
                    <a:pt x="10843" y="40178"/>
                    <a:pt x="10848" y="40179"/>
                    <a:pt x="10851" y="40179"/>
                  </a:cubicBezTo>
                  <a:cubicBezTo>
                    <a:pt x="10887" y="40179"/>
                    <a:pt x="10733" y="39991"/>
                    <a:pt x="10754" y="39991"/>
                  </a:cubicBezTo>
                  <a:cubicBezTo>
                    <a:pt x="10765" y="39991"/>
                    <a:pt x="10831" y="40050"/>
                    <a:pt x="11015" y="40234"/>
                  </a:cubicBezTo>
                  <a:lnTo>
                    <a:pt x="10499" y="39684"/>
                  </a:lnTo>
                  <a:lnTo>
                    <a:pt x="10499" y="39684"/>
                  </a:lnTo>
                  <a:lnTo>
                    <a:pt x="10516" y="39692"/>
                  </a:lnTo>
                  <a:cubicBezTo>
                    <a:pt x="10524" y="39709"/>
                    <a:pt x="10541" y="39726"/>
                    <a:pt x="10558" y="39735"/>
                  </a:cubicBezTo>
                  <a:cubicBezTo>
                    <a:pt x="10600" y="39768"/>
                    <a:pt x="10634" y="39811"/>
                    <a:pt x="10668" y="39862"/>
                  </a:cubicBezTo>
                  <a:cubicBezTo>
                    <a:pt x="10710" y="39898"/>
                    <a:pt x="10732" y="39915"/>
                    <a:pt x="10738" y="39915"/>
                  </a:cubicBezTo>
                  <a:cubicBezTo>
                    <a:pt x="10761" y="39915"/>
                    <a:pt x="10551" y="39676"/>
                    <a:pt x="10329" y="39422"/>
                  </a:cubicBezTo>
                  <a:lnTo>
                    <a:pt x="10245" y="39371"/>
                  </a:lnTo>
                  <a:cubicBezTo>
                    <a:pt x="10016" y="39083"/>
                    <a:pt x="9898" y="38897"/>
                    <a:pt x="9585" y="38533"/>
                  </a:cubicBezTo>
                  <a:cubicBezTo>
                    <a:pt x="9314" y="38271"/>
                    <a:pt x="9061" y="37992"/>
                    <a:pt x="8798" y="37713"/>
                  </a:cubicBezTo>
                  <a:lnTo>
                    <a:pt x="8587" y="37451"/>
                  </a:lnTo>
                  <a:cubicBezTo>
                    <a:pt x="8544" y="37383"/>
                    <a:pt x="8443" y="37265"/>
                    <a:pt x="8375" y="37163"/>
                  </a:cubicBezTo>
                  <a:cubicBezTo>
                    <a:pt x="8328" y="37092"/>
                    <a:pt x="8297" y="37041"/>
                    <a:pt x="8306" y="37041"/>
                  </a:cubicBezTo>
                  <a:cubicBezTo>
                    <a:pt x="8310" y="37041"/>
                    <a:pt x="8321" y="37050"/>
                    <a:pt x="8341" y="37070"/>
                  </a:cubicBezTo>
                  <a:cubicBezTo>
                    <a:pt x="8339" y="37063"/>
                    <a:pt x="8339" y="37059"/>
                    <a:pt x="8341" y="37059"/>
                  </a:cubicBezTo>
                  <a:lnTo>
                    <a:pt x="8341" y="37059"/>
                  </a:lnTo>
                  <a:cubicBezTo>
                    <a:pt x="8352" y="37059"/>
                    <a:pt x="8437" y="37180"/>
                    <a:pt x="8553" y="37332"/>
                  </a:cubicBezTo>
                  <a:cubicBezTo>
                    <a:pt x="8557" y="37339"/>
                    <a:pt x="8558" y="37341"/>
                    <a:pt x="8558" y="37341"/>
                  </a:cubicBezTo>
                  <a:cubicBezTo>
                    <a:pt x="8557" y="37341"/>
                    <a:pt x="8551" y="37335"/>
                    <a:pt x="8549" y="37335"/>
                  </a:cubicBezTo>
                  <a:lnTo>
                    <a:pt x="8549" y="37335"/>
                  </a:lnTo>
                  <a:cubicBezTo>
                    <a:pt x="8547" y="37335"/>
                    <a:pt x="8548" y="37338"/>
                    <a:pt x="8553" y="37349"/>
                  </a:cubicBezTo>
                  <a:cubicBezTo>
                    <a:pt x="8568" y="37359"/>
                    <a:pt x="8581" y="37367"/>
                    <a:pt x="8588" y="37367"/>
                  </a:cubicBezTo>
                  <a:cubicBezTo>
                    <a:pt x="8604" y="37367"/>
                    <a:pt x="8586" y="37325"/>
                    <a:pt x="8485" y="37171"/>
                  </a:cubicBezTo>
                  <a:lnTo>
                    <a:pt x="8485" y="37171"/>
                  </a:lnTo>
                  <a:cubicBezTo>
                    <a:pt x="8646" y="37391"/>
                    <a:pt x="8663" y="37417"/>
                    <a:pt x="8790" y="37561"/>
                  </a:cubicBezTo>
                  <a:lnTo>
                    <a:pt x="8629" y="37341"/>
                  </a:lnTo>
                  <a:lnTo>
                    <a:pt x="8629" y="37341"/>
                  </a:lnTo>
                  <a:cubicBezTo>
                    <a:pt x="8868" y="37654"/>
                    <a:pt x="9267" y="38103"/>
                    <a:pt x="9296" y="38103"/>
                  </a:cubicBezTo>
                  <a:cubicBezTo>
                    <a:pt x="9297" y="38103"/>
                    <a:pt x="9297" y="38103"/>
                    <a:pt x="9297" y="38102"/>
                  </a:cubicBezTo>
                  <a:cubicBezTo>
                    <a:pt x="9196" y="38026"/>
                    <a:pt x="9061" y="37806"/>
                    <a:pt x="8934" y="37628"/>
                  </a:cubicBezTo>
                  <a:lnTo>
                    <a:pt x="8934" y="37628"/>
                  </a:lnTo>
                  <a:cubicBezTo>
                    <a:pt x="9014" y="37721"/>
                    <a:pt x="9157" y="37886"/>
                    <a:pt x="9166" y="37886"/>
                  </a:cubicBezTo>
                  <a:cubicBezTo>
                    <a:pt x="9170" y="37886"/>
                    <a:pt x="9155" y="37863"/>
                    <a:pt x="9111" y="37806"/>
                  </a:cubicBezTo>
                  <a:cubicBezTo>
                    <a:pt x="9062" y="37756"/>
                    <a:pt x="8797" y="37432"/>
                    <a:pt x="8781" y="37432"/>
                  </a:cubicBezTo>
                  <a:lnTo>
                    <a:pt x="8781" y="37432"/>
                  </a:lnTo>
                  <a:cubicBezTo>
                    <a:pt x="8776" y="37432"/>
                    <a:pt x="8802" y="37474"/>
                    <a:pt x="8883" y="37586"/>
                  </a:cubicBezTo>
                  <a:cubicBezTo>
                    <a:pt x="8714" y="37400"/>
                    <a:pt x="8553" y="37197"/>
                    <a:pt x="8401" y="36985"/>
                  </a:cubicBezTo>
                  <a:lnTo>
                    <a:pt x="8401" y="36985"/>
                  </a:lnTo>
                  <a:cubicBezTo>
                    <a:pt x="8484" y="37088"/>
                    <a:pt x="8510" y="37112"/>
                    <a:pt x="8519" y="37112"/>
                  </a:cubicBezTo>
                  <a:cubicBezTo>
                    <a:pt x="8527" y="37112"/>
                    <a:pt x="8522" y="37093"/>
                    <a:pt x="8532" y="37093"/>
                  </a:cubicBezTo>
                  <a:cubicBezTo>
                    <a:pt x="8536" y="37093"/>
                    <a:pt x="8543" y="37096"/>
                    <a:pt x="8553" y="37104"/>
                  </a:cubicBezTo>
                  <a:cubicBezTo>
                    <a:pt x="8384" y="36901"/>
                    <a:pt x="8375" y="36918"/>
                    <a:pt x="8341" y="36892"/>
                  </a:cubicBezTo>
                  <a:cubicBezTo>
                    <a:pt x="8283" y="36805"/>
                    <a:pt x="8229" y="36725"/>
                    <a:pt x="8180" y="36649"/>
                  </a:cubicBezTo>
                  <a:lnTo>
                    <a:pt x="8180" y="36649"/>
                  </a:lnTo>
                  <a:cubicBezTo>
                    <a:pt x="8208" y="36694"/>
                    <a:pt x="8234" y="36736"/>
                    <a:pt x="8257" y="36774"/>
                  </a:cubicBezTo>
                  <a:cubicBezTo>
                    <a:pt x="8062" y="36520"/>
                    <a:pt x="7800" y="36190"/>
                    <a:pt x="7580" y="35869"/>
                  </a:cubicBezTo>
                  <a:cubicBezTo>
                    <a:pt x="7360" y="35547"/>
                    <a:pt x="7157" y="35260"/>
                    <a:pt x="7039" y="35116"/>
                  </a:cubicBezTo>
                  <a:lnTo>
                    <a:pt x="7039" y="35116"/>
                  </a:lnTo>
                  <a:cubicBezTo>
                    <a:pt x="7106" y="35243"/>
                    <a:pt x="7343" y="35522"/>
                    <a:pt x="7419" y="35700"/>
                  </a:cubicBezTo>
                  <a:lnTo>
                    <a:pt x="7546" y="35843"/>
                  </a:lnTo>
                  <a:lnTo>
                    <a:pt x="7665" y="36013"/>
                  </a:lnTo>
                  <a:cubicBezTo>
                    <a:pt x="7715" y="36080"/>
                    <a:pt x="7766" y="36148"/>
                    <a:pt x="7817" y="36216"/>
                  </a:cubicBezTo>
                  <a:cubicBezTo>
                    <a:pt x="7885" y="36300"/>
                    <a:pt x="7944" y="36393"/>
                    <a:pt x="7986" y="36486"/>
                  </a:cubicBezTo>
                  <a:lnTo>
                    <a:pt x="7318" y="35640"/>
                  </a:lnTo>
                  <a:cubicBezTo>
                    <a:pt x="7284" y="35606"/>
                    <a:pt x="7259" y="35564"/>
                    <a:pt x="7233" y="35522"/>
                  </a:cubicBezTo>
                  <a:lnTo>
                    <a:pt x="7225" y="35513"/>
                  </a:lnTo>
                  <a:cubicBezTo>
                    <a:pt x="7123" y="35361"/>
                    <a:pt x="6963" y="35116"/>
                    <a:pt x="6861" y="34972"/>
                  </a:cubicBezTo>
                  <a:cubicBezTo>
                    <a:pt x="6813" y="34895"/>
                    <a:pt x="6804" y="34872"/>
                    <a:pt x="6810" y="34872"/>
                  </a:cubicBezTo>
                  <a:cubicBezTo>
                    <a:pt x="6817" y="34872"/>
                    <a:pt x="6851" y="34912"/>
                    <a:pt x="6861" y="34921"/>
                  </a:cubicBezTo>
                  <a:cubicBezTo>
                    <a:pt x="6675" y="34600"/>
                    <a:pt x="6506" y="34338"/>
                    <a:pt x="6328" y="34075"/>
                  </a:cubicBezTo>
                  <a:cubicBezTo>
                    <a:pt x="6235" y="33948"/>
                    <a:pt x="6142" y="33822"/>
                    <a:pt x="6057" y="33669"/>
                  </a:cubicBezTo>
                  <a:cubicBezTo>
                    <a:pt x="5964" y="33525"/>
                    <a:pt x="5880" y="33373"/>
                    <a:pt x="5787" y="33204"/>
                  </a:cubicBezTo>
                  <a:cubicBezTo>
                    <a:pt x="5802" y="33189"/>
                    <a:pt x="5577" y="32787"/>
                    <a:pt x="5588" y="32787"/>
                  </a:cubicBezTo>
                  <a:lnTo>
                    <a:pt x="5588" y="32787"/>
                  </a:lnTo>
                  <a:cubicBezTo>
                    <a:pt x="5590" y="32787"/>
                    <a:pt x="5596" y="32796"/>
                    <a:pt x="5609" y="32815"/>
                  </a:cubicBezTo>
                  <a:cubicBezTo>
                    <a:pt x="5389" y="32417"/>
                    <a:pt x="5254" y="32206"/>
                    <a:pt x="5102" y="31952"/>
                  </a:cubicBezTo>
                  <a:cubicBezTo>
                    <a:pt x="5087" y="31894"/>
                    <a:pt x="4871" y="31488"/>
                    <a:pt x="4879" y="31488"/>
                  </a:cubicBezTo>
                  <a:lnTo>
                    <a:pt x="4879" y="31488"/>
                  </a:lnTo>
                  <a:cubicBezTo>
                    <a:pt x="4881" y="31488"/>
                    <a:pt x="4889" y="31500"/>
                    <a:pt x="4907" y="31529"/>
                  </a:cubicBezTo>
                  <a:cubicBezTo>
                    <a:pt x="4839" y="31411"/>
                    <a:pt x="4755" y="31292"/>
                    <a:pt x="4687" y="31174"/>
                  </a:cubicBezTo>
                  <a:cubicBezTo>
                    <a:pt x="4577" y="30912"/>
                    <a:pt x="4306" y="30387"/>
                    <a:pt x="4281" y="30286"/>
                  </a:cubicBezTo>
                  <a:cubicBezTo>
                    <a:pt x="4256" y="30218"/>
                    <a:pt x="4213" y="30150"/>
                    <a:pt x="4171" y="30099"/>
                  </a:cubicBezTo>
                  <a:cubicBezTo>
                    <a:pt x="4120" y="30006"/>
                    <a:pt x="4078" y="29913"/>
                    <a:pt x="4044" y="29820"/>
                  </a:cubicBezTo>
                  <a:lnTo>
                    <a:pt x="4044" y="29820"/>
                  </a:lnTo>
                  <a:cubicBezTo>
                    <a:pt x="4053" y="29837"/>
                    <a:pt x="4044" y="29803"/>
                    <a:pt x="4078" y="29888"/>
                  </a:cubicBezTo>
                  <a:cubicBezTo>
                    <a:pt x="4010" y="29702"/>
                    <a:pt x="3816" y="29262"/>
                    <a:pt x="3723" y="29084"/>
                  </a:cubicBezTo>
                  <a:lnTo>
                    <a:pt x="3723" y="29084"/>
                  </a:lnTo>
                  <a:cubicBezTo>
                    <a:pt x="3841" y="29363"/>
                    <a:pt x="3740" y="29152"/>
                    <a:pt x="3883" y="29482"/>
                  </a:cubicBezTo>
                  <a:cubicBezTo>
                    <a:pt x="3833" y="29414"/>
                    <a:pt x="3799" y="29330"/>
                    <a:pt x="3765" y="29253"/>
                  </a:cubicBezTo>
                  <a:cubicBezTo>
                    <a:pt x="3697" y="29110"/>
                    <a:pt x="3613" y="28924"/>
                    <a:pt x="3537" y="28729"/>
                  </a:cubicBezTo>
                  <a:lnTo>
                    <a:pt x="3537" y="28729"/>
                  </a:lnTo>
                  <a:cubicBezTo>
                    <a:pt x="3592" y="28840"/>
                    <a:pt x="3615" y="28882"/>
                    <a:pt x="3619" y="28882"/>
                  </a:cubicBezTo>
                  <a:cubicBezTo>
                    <a:pt x="3625" y="28882"/>
                    <a:pt x="3599" y="28814"/>
                    <a:pt x="3570" y="28737"/>
                  </a:cubicBezTo>
                  <a:cubicBezTo>
                    <a:pt x="3532" y="28628"/>
                    <a:pt x="3488" y="28503"/>
                    <a:pt x="3496" y="28503"/>
                  </a:cubicBezTo>
                  <a:lnTo>
                    <a:pt x="3496" y="28503"/>
                  </a:lnTo>
                  <a:cubicBezTo>
                    <a:pt x="3498" y="28503"/>
                    <a:pt x="3506" y="28515"/>
                    <a:pt x="3520" y="28543"/>
                  </a:cubicBezTo>
                  <a:cubicBezTo>
                    <a:pt x="3350" y="28128"/>
                    <a:pt x="3207" y="27807"/>
                    <a:pt x="3071" y="27502"/>
                  </a:cubicBezTo>
                  <a:cubicBezTo>
                    <a:pt x="2936" y="27189"/>
                    <a:pt x="2817" y="26902"/>
                    <a:pt x="2674" y="26555"/>
                  </a:cubicBezTo>
                  <a:cubicBezTo>
                    <a:pt x="2513" y="26149"/>
                    <a:pt x="2378" y="25667"/>
                    <a:pt x="2225" y="25227"/>
                  </a:cubicBezTo>
                  <a:cubicBezTo>
                    <a:pt x="2065" y="24778"/>
                    <a:pt x="1946" y="24347"/>
                    <a:pt x="1836" y="24026"/>
                  </a:cubicBezTo>
                  <a:lnTo>
                    <a:pt x="1836" y="24026"/>
                  </a:lnTo>
                  <a:lnTo>
                    <a:pt x="1862" y="24110"/>
                  </a:lnTo>
                  <a:lnTo>
                    <a:pt x="1726" y="23721"/>
                  </a:lnTo>
                  <a:cubicBezTo>
                    <a:pt x="1667" y="23493"/>
                    <a:pt x="1760" y="23704"/>
                    <a:pt x="1650" y="23349"/>
                  </a:cubicBezTo>
                  <a:lnTo>
                    <a:pt x="1650" y="23349"/>
                  </a:lnTo>
                  <a:cubicBezTo>
                    <a:pt x="1709" y="23467"/>
                    <a:pt x="1836" y="23966"/>
                    <a:pt x="1963" y="24330"/>
                  </a:cubicBezTo>
                  <a:cubicBezTo>
                    <a:pt x="1932" y="24192"/>
                    <a:pt x="1924" y="24141"/>
                    <a:pt x="1929" y="24141"/>
                  </a:cubicBezTo>
                  <a:lnTo>
                    <a:pt x="1929" y="24141"/>
                  </a:lnTo>
                  <a:cubicBezTo>
                    <a:pt x="1945" y="24141"/>
                    <a:pt x="2073" y="24566"/>
                    <a:pt x="2083" y="24566"/>
                  </a:cubicBezTo>
                  <a:cubicBezTo>
                    <a:pt x="2085" y="24566"/>
                    <a:pt x="2080" y="24540"/>
                    <a:pt x="2065" y="24474"/>
                  </a:cubicBezTo>
                  <a:cubicBezTo>
                    <a:pt x="1955" y="24212"/>
                    <a:pt x="1862" y="23941"/>
                    <a:pt x="1802" y="23662"/>
                  </a:cubicBezTo>
                  <a:cubicBezTo>
                    <a:pt x="1743" y="23484"/>
                    <a:pt x="1701" y="23281"/>
                    <a:pt x="1650" y="23104"/>
                  </a:cubicBezTo>
                  <a:cubicBezTo>
                    <a:pt x="1599" y="22917"/>
                    <a:pt x="1557" y="22748"/>
                    <a:pt x="1515" y="22613"/>
                  </a:cubicBezTo>
                  <a:cubicBezTo>
                    <a:pt x="1483" y="22480"/>
                    <a:pt x="1472" y="22428"/>
                    <a:pt x="1473" y="22421"/>
                  </a:cubicBezTo>
                  <a:lnTo>
                    <a:pt x="1473" y="22421"/>
                  </a:lnTo>
                  <a:lnTo>
                    <a:pt x="1491" y="22466"/>
                  </a:lnTo>
                  <a:lnTo>
                    <a:pt x="1491" y="22466"/>
                  </a:lnTo>
                  <a:cubicBezTo>
                    <a:pt x="1483" y="22439"/>
                    <a:pt x="1476" y="22420"/>
                    <a:pt x="1474" y="22420"/>
                  </a:cubicBezTo>
                  <a:lnTo>
                    <a:pt x="1474" y="22420"/>
                  </a:lnTo>
                  <a:cubicBezTo>
                    <a:pt x="1474" y="22420"/>
                    <a:pt x="1474" y="22420"/>
                    <a:pt x="1473" y="22421"/>
                  </a:cubicBezTo>
                  <a:lnTo>
                    <a:pt x="1473" y="22421"/>
                  </a:lnTo>
                  <a:lnTo>
                    <a:pt x="1472" y="22418"/>
                  </a:lnTo>
                  <a:cubicBezTo>
                    <a:pt x="1430" y="22207"/>
                    <a:pt x="1413" y="22139"/>
                    <a:pt x="1430" y="22139"/>
                  </a:cubicBezTo>
                  <a:cubicBezTo>
                    <a:pt x="1371" y="21852"/>
                    <a:pt x="1303" y="21547"/>
                    <a:pt x="1236" y="21259"/>
                  </a:cubicBezTo>
                  <a:cubicBezTo>
                    <a:pt x="1168" y="20972"/>
                    <a:pt x="1100" y="20684"/>
                    <a:pt x="1041" y="20447"/>
                  </a:cubicBezTo>
                  <a:lnTo>
                    <a:pt x="1041" y="20447"/>
                  </a:lnTo>
                  <a:cubicBezTo>
                    <a:pt x="1081" y="20640"/>
                    <a:pt x="1088" y="20692"/>
                    <a:pt x="1084" y="20692"/>
                  </a:cubicBezTo>
                  <a:cubicBezTo>
                    <a:pt x="1078" y="20692"/>
                    <a:pt x="1054" y="20614"/>
                    <a:pt x="1049" y="20614"/>
                  </a:cubicBezTo>
                  <a:lnTo>
                    <a:pt x="1049" y="20614"/>
                  </a:lnTo>
                  <a:cubicBezTo>
                    <a:pt x="1045" y="20614"/>
                    <a:pt x="1053" y="20665"/>
                    <a:pt x="1092" y="20853"/>
                  </a:cubicBezTo>
                  <a:cubicBezTo>
                    <a:pt x="1033" y="20676"/>
                    <a:pt x="965" y="20278"/>
                    <a:pt x="889" y="19897"/>
                  </a:cubicBezTo>
                  <a:lnTo>
                    <a:pt x="889" y="19897"/>
                  </a:lnTo>
                  <a:cubicBezTo>
                    <a:pt x="903" y="19968"/>
                    <a:pt x="911" y="19993"/>
                    <a:pt x="914" y="19993"/>
                  </a:cubicBezTo>
                  <a:cubicBezTo>
                    <a:pt x="922" y="19993"/>
                    <a:pt x="908" y="19855"/>
                    <a:pt x="914" y="19855"/>
                  </a:cubicBezTo>
                  <a:lnTo>
                    <a:pt x="914" y="19855"/>
                  </a:lnTo>
                  <a:cubicBezTo>
                    <a:pt x="918" y="19855"/>
                    <a:pt x="935" y="19935"/>
                    <a:pt x="982" y="20219"/>
                  </a:cubicBezTo>
                  <a:cubicBezTo>
                    <a:pt x="999" y="20092"/>
                    <a:pt x="906" y="19821"/>
                    <a:pt x="846" y="19458"/>
                  </a:cubicBezTo>
                  <a:lnTo>
                    <a:pt x="846" y="19458"/>
                  </a:lnTo>
                  <a:cubicBezTo>
                    <a:pt x="887" y="19636"/>
                    <a:pt x="974" y="20009"/>
                    <a:pt x="981" y="20009"/>
                  </a:cubicBezTo>
                  <a:cubicBezTo>
                    <a:pt x="982" y="20009"/>
                    <a:pt x="982" y="20009"/>
                    <a:pt x="982" y="20007"/>
                  </a:cubicBezTo>
                  <a:cubicBezTo>
                    <a:pt x="830" y="19474"/>
                    <a:pt x="728" y="18265"/>
                    <a:pt x="660" y="18053"/>
                  </a:cubicBezTo>
                  <a:cubicBezTo>
                    <a:pt x="584" y="17664"/>
                    <a:pt x="491" y="17055"/>
                    <a:pt x="407" y="16573"/>
                  </a:cubicBezTo>
                  <a:cubicBezTo>
                    <a:pt x="398" y="16336"/>
                    <a:pt x="381" y="16074"/>
                    <a:pt x="356" y="15812"/>
                  </a:cubicBezTo>
                  <a:cubicBezTo>
                    <a:pt x="339" y="15549"/>
                    <a:pt x="305" y="15279"/>
                    <a:pt x="305" y="15008"/>
                  </a:cubicBezTo>
                  <a:lnTo>
                    <a:pt x="305" y="15008"/>
                  </a:lnTo>
                  <a:lnTo>
                    <a:pt x="322" y="15101"/>
                  </a:lnTo>
                  <a:cubicBezTo>
                    <a:pt x="314" y="14796"/>
                    <a:pt x="271" y="14314"/>
                    <a:pt x="254" y="13857"/>
                  </a:cubicBezTo>
                  <a:cubicBezTo>
                    <a:pt x="263" y="13824"/>
                    <a:pt x="271" y="13790"/>
                    <a:pt x="280" y="13756"/>
                  </a:cubicBezTo>
                  <a:cubicBezTo>
                    <a:pt x="263" y="13443"/>
                    <a:pt x="246" y="12859"/>
                    <a:pt x="246" y="12377"/>
                  </a:cubicBezTo>
                  <a:cubicBezTo>
                    <a:pt x="232" y="12377"/>
                    <a:pt x="241" y="12663"/>
                    <a:pt x="231" y="12663"/>
                  </a:cubicBezTo>
                  <a:cubicBezTo>
                    <a:pt x="229" y="12663"/>
                    <a:pt x="225" y="12646"/>
                    <a:pt x="220" y="12605"/>
                  </a:cubicBezTo>
                  <a:lnTo>
                    <a:pt x="220" y="12605"/>
                  </a:lnTo>
                  <a:cubicBezTo>
                    <a:pt x="228" y="12805"/>
                    <a:pt x="229" y="12980"/>
                    <a:pt x="239" y="12980"/>
                  </a:cubicBezTo>
                  <a:cubicBezTo>
                    <a:pt x="241" y="12980"/>
                    <a:pt x="243" y="12974"/>
                    <a:pt x="246" y="12961"/>
                  </a:cubicBezTo>
                  <a:lnTo>
                    <a:pt x="246" y="12961"/>
                  </a:lnTo>
                  <a:cubicBezTo>
                    <a:pt x="246" y="13198"/>
                    <a:pt x="229" y="13206"/>
                    <a:pt x="220" y="13409"/>
                  </a:cubicBezTo>
                  <a:lnTo>
                    <a:pt x="187" y="12479"/>
                  </a:lnTo>
                  <a:cubicBezTo>
                    <a:pt x="187" y="12445"/>
                    <a:pt x="187" y="12411"/>
                    <a:pt x="187" y="12377"/>
                  </a:cubicBezTo>
                  <a:lnTo>
                    <a:pt x="161" y="12309"/>
                  </a:lnTo>
                  <a:cubicBezTo>
                    <a:pt x="168" y="12114"/>
                    <a:pt x="175" y="12028"/>
                    <a:pt x="182" y="12028"/>
                  </a:cubicBezTo>
                  <a:cubicBezTo>
                    <a:pt x="184" y="12028"/>
                    <a:pt x="185" y="12031"/>
                    <a:pt x="187" y="12039"/>
                  </a:cubicBezTo>
                  <a:cubicBezTo>
                    <a:pt x="187" y="11776"/>
                    <a:pt x="170" y="11607"/>
                    <a:pt x="170" y="11430"/>
                  </a:cubicBezTo>
                  <a:cubicBezTo>
                    <a:pt x="161" y="11218"/>
                    <a:pt x="170" y="11007"/>
                    <a:pt x="178" y="10795"/>
                  </a:cubicBezTo>
                  <a:cubicBezTo>
                    <a:pt x="187" y="11024"/>
                    <a:pt x="204" y="11176"/>
                    <a:pt x="195" y="11565"/>
                  </a:cubicBezTo>
                  <a:cubicBezTo>
                    <a:pt x="204" y="11353"/>
                    <a:pt x="204" y="11150"/>
                    <a:pt x="212" y="10939"/>
                  </a:cubicBezTo>
                  <a:lnTo>
                    <a:pt x="212" y="10939"/>
                  </a:lnTo>
                  <a:cubicBezTo>
                    <a:pt x="220" y="11204"/>
                    <a:pt x="206" y="12145"/>
                    <a:pt x="237" y="12145"/>
                  </a:cubicBezTo>
                  <a:cubicBezTo>
                    <a:pt x="240" y="12145"/>
                    <a:pt x="243" y="12138"/>
                    <a:pt x="246" y="12123"/>
                  </a:cubicBezTo>
                  <a:cubicBezTo>
                    <a:pt x="246" y="11776"/>
                    <a:pt x="229" y="11353"/>
                    <a:pt x="246" y="10947"/>
                  </a:cubicBezTo>
                  <a:cubicBezTo>
                    <a:pt x="254" y="10533"/>
                    <a:pt x="263" y="10135"/>
                    <a:pt x="263" y="9831"/>
                  </a:cubicBezTo>
                  <a:cubicBezTo>
                    <a:pt x="280" y="9678"/>
                    <a:pt x="297" y="9475"/>
                    <a:pt x="314" y="9256"/>
                  </a:cubicBezTo>
                  <a:cubicBezTo>
                    <a:pt x="330" y="9027"/>
                    <a:pt x="347" y="8782"/>
                    <a:pt x="381" y="8520"/>
                  </a:cubicBezTo>
                  <a:cubicBezTo>
                    <a:pt x="388" y="8466"/>
                    <a:pt x="405" y="8356"/>
                    <a:pt x="412" y="8356"/>
                  </a:cubicBezTo>
                  <a:cubicBezTo>
                    <a:pt x="414" y="8356"/>
                    <a:pt x="415" y="8364"/>
                    <a:pt x="415" y="8384"/>
                  </a:cubicBezTo>
                  <a:lnTo>
                    <a:pt x="407" y="8536"/>
                  </a:lnTo>
                  <a:cubicBezTo>
                    <a:pt x="415" y="8443"/>
                    <a:pt x="423" y="8359"/>
                    <a:pt x="432" y="8266"/>
                  </a:cubicBezTo>
                  <a:lnTo>
                    <a:pt x="457" y="8004"/>
                  </a:lnTo>
                  <a:cubicBezTo>
                    <a:pt x="483" y="7817"/>
                    <a:pt x="500" y="7631"/>
                    <a:pt x="517" y="7454"/>
                  </a:cubicBezTo>
                  <a:cubicBezTo>
                    <a:pt x="533" y="7276"/>
                    <a:pt x="550" y="7098"/>
                    <a:pt x="576" y="6929"/>
                  </a:cubicBezTo>
                  <a:cubicBezTo>
                    <a:pt x="593" y="6760"/>
                    <a:pt x="618" y="6591"/>
                    <a:pt x="635" y="6439"/>
                  </a:cubicBezTo>
                  <a:lnTo>
                    <a:pt x="711" y="6134"/>
                  </a:lnTo>
                  <a:cubicBezTo>
                    <a:pt x="778" y="5759"/>
                    <a:pt x="784" y="5678"/>
                    <a:pt x="775" y="5678"/>
                  </a:cubicBezTo>
                  <a:lnTo>
                    <a:pt x="775" y="5678"/>
                  </a:lnTo>
                  <a:cubicBezTo>
                    <a:pt x="772" y="5678"/>
                    <a:pt x="767" y="5691"/>
                    <a:pt x="762" y="5703"/>
                  </a:cubicBezTo>
                  <a:cubicBezTo>
                    <a:pt x="752" y="5712"/>
                    <a:pt x="746" y="5724"/>
                    <a:pt x="741" y="5724"/>
                  </a:cubicBezTo>
                  <a:cubicBezTo>
                    <a:pt x="738" y="5724"/>
                    <a:pt x="736" y="5717"/>
                    <a:pt x="736" y="5694"/>
                  </a:cubicBezTo>
                  <a:cubicBezTo>
                    <a:pt x="753" y="5542"/>
                    <a:pt x="770" y="5398"/>
                    <a:pt x="804" y="5246"/>
                  </a:cubicBezTo>
                  <a:cubicBezTo>
                    <a:pt x="889" y="5000"/>
                    <a:pt x="1075" y="3943"/>
                    <a:pt x="1126" y="3909"/>
                  </a:cubicBezTo>
                  <a:cubicBezTo>
                    <a:pt x="1168" y="3706"/>
                    <a:pt x="1185" y="3622"/>
                    <a:pt x="1176" y="3588"/>
                  </a:cubicBezTo>
                  <a:lnTo>
                    <a:pt x="1176" y="3588"/>
                  </a:lnTo>
                  <a:cubicBezTo>
                    <a:pt x="1136" y="3728"/>
                    <a:pt x="1076" y="4003"/>
                    <a:pt x="1064" y="4003"/>
                  </a:cubicBezTo>
                  <a:cubicBezTo>
                    <a:pt x="1061" y="4003"/>
                    <a:pt x="1061" y="3983"/>
                    <a:pt x="1066" y="3935"/>
                  </a:cubicBezTo>
                  <a:cubicBezTo>
                    <a:pt x="1143" y="3571"/>
                    <a:pt x="1202" y="3402"/>
                    <a:pt x="1269" y="3114"/>
                  </a:cubicBezTo>
                  <a:lnTo>
                    <a:pt x="1269" y="3114"/>
                  </a:lnTo>
                  <a:cubicBezTo>
                    <a:pt x="1269" y="3134"/>
                    <a:pt x="1248" y="3265"/>
                    <a:pt x="1252" y="3265"/>
                  </a:cubicBezTo>
                  <a:cubicBezTo>
                    <a:pt x="1253" y="3265"/>
                    <a:pt x="1256" y="3256"/>
                    <a:pt x="1261" y="3232"/>
                  </a:cubicBezTo>
                  <a:cubicBezTo>
                    <a:pt x="1295" y="3055"/>
                    <a:pt x="1346" y="2843"/>
                    <a:pt x="1405" y="2615"/>
                  </a:cubicBezTo>
                  <a:cubicBezTo>
                    <a:pt x="1464" y="2386"/>
                    <a:pt x="1523" y="2133"/>
                    <a:pt x="1591" y="1887"/>
                  </a:cubicBezTo>
                  <a:cubicBezTo>
                    <a:pt x="1709" y="1388"/>
                    <a:pt x="1862" y="906"/>
                    <a:pt x="1938" y="568"/>
                  </a:cubicBezTo>
                  <a:lnTo>
                    <a:pt x="1938" y="568"/>
                  </a:lnTo>
                  <a:cubicBezTo>
                    <a:pt x="1870" y="822"/>
                    <a:pt x="1878" y="855"/>
                    <a:pt x="1760" y="1177"/>
                  </a:cubicBezTo>
                  <a:cubicBezTo>
                    <a:pt x="1777" y="1092"/>
                    <a:pt x="1794" y="1008"/>
                    <a:pt x="1819" y="923"/>
                  </a:cubicBezTo>
                  <a:lnTo>
                    <a:pt x="1819" y="923"/>
                  </a:lnTo>
                  <a:cubicBezTo>
                    <a:pt x="1785" y="991"/>
                    <a:pt x="1760" y="1067"/>
                    <a:pt x="1752" y="1151"/>
                  </a:cubicBezTo>
                  <a:cubicBezTo>
                    <a:pt x="1709" y="1270"/>
                    <a:pt x="1667" y="1431"/>
                    <a:pt x="1616" y="1608"/>
                  </a:cubicBezTo>
                  <a:cubicBezTo>
                    <a:pt x="1650" y="1405"/>
                    <a:pt x="1709" y="1211"/>
                    <a:pt x="1760" y="1016"/>
                  </a:cubicBezTo>
                  <a:lnTo>
                    <a:pt x="1760" y="1016"/>
                  </a:lnTo>
                  <a:lnTo>
                    <a:pt x="1633" y="1338"/>
                  </a:lnTo>
                  <a:lnTo>
                    <a:pt x="198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7"/>
            <p:cNvSpPr/>
            <p:nvPr/>
          </p:nvSpPr>
          <p:spPr>
            <a:xfrm>
              <a:off x="6681050" y="4385550"/>
              <a:ext cx="13100" cy="2600"/>
            </a:xfrm>
            <a:custGeom>
              <a:rect b="b" l="l" r="r" t="t"/>
              <a:pathLst>
                <a:path extrusionOk="0" h="104" w="524">
                  <a:moveTo>
                    <a:pt x="455" y="1"/>
                  </a:moveTo>
                  <a:cubicBezTo>
                    <a:pt x="371" y="26"/>
                    <a:pt x="286" y="51"/>
                    <a:pt x="193" y="60"/>
                  </a:cubicBezTo>
                  <a:cubicBezTo>
                    <a:pt x="91" y="82"/>
                    <a:pt x="1" y="104"/>
                    <a:pt x="39" y="104"/>
                  </a:cubicBezTo>
                  <a:cubicBezTo>
                    <a:pt x="45" y="104"/>
                    <a:pt x="54" y="103"/>
                    <a:pt x="66" y="102"/>
                  </a:cubicBezTo>
                  <a:cubicBezTo>
                    <a:pt x="202" y="77"/>
                    <a:pt x="523" y="9"/>
                    <a:pt x="45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7"/>
            <p:cNvSpPr/>
            <p:nvPr/>
          </p:nvSpPr>
          <p:spPr>
            <a:xfrm>
              <a:off x="6686300" y="4385775"/>
              <a:ext cx="9950" cy="2125"/>
            </a:xfrm>
            <a:custGeom>
              <a:rect b="b" l="l" r="r" t="t"/>
              <a:pathLst>
                <a:path extrusionOk="0" h="85" w="398">
                  <a:moveTo>
                    <a:pt x="398" y="0"/>
                  </a:moveTo>
                  <a:cubicBezTo>
                    <a:pt x="343" y="9"/>
                    <a:pt x="311" y="16"/>
                    <a:pt x="292" y="22"/>
                  </a:cubicBezTo>
                  <a:lnTo>
                    <a:pt x="292" y="22"/>
                  </a:lnTo>
                  <a:cubicBezTo>
                    <a:pt x="327" y="14"/>
                    <a:pt x="362" y="7"/>
                    <a:pt x="398" y="0"/>
                  </a:cubicBezTo>
                  <a:close/>
                  <a:moveTo>
                    <a:pt x="292" y="22"/>
                  </a:moveTo>
                  <a:cubicBezTo>
                    <a:pt x="194" y="43"/>
                    <a:pt x="100" y="66"/>
                    <a:pt x="0" y="85"/>
                  </a:cubicBezTo>
                  <a:cubicBezTo>
                    <a:pt x="85" y="76"/>
                    <a:pt x="169" y="59"/>
                    <a:pt x="245" y="42"/>
                  </a:cubicBezTo>
                  <a:cubicBezTo>
                    <a:pt x="262" y="37"/>
                    <a:pt x="257" y="32"/>
                    <a:pt x="292" y="2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7"/>
            <p:cNvSpPr/>
            <p:nvPr/>
          </p:nvSpPr>
          <p:spPr>
            <a:xfrm>
              <a:off x="6703200" y="4381550"/>
              <a:ext cx="31325" cy="8050"/>
            </a:xfrm>
            <a:custGeom>
              <a:rect b="b" l="l" r="r" t="t"/>
              <a:pathLst>
                <a:path extrusionOk="0" h="322" w="1253">
                  <a:moveTo>
                    <a:pt x="669" y="118"/>
                  </a:moveTo>
                  <a:lnTo>
                    <a:pt x="669" y="118"/>
                  </a:lnTo>
                  <a:cubicBezTo>
                    <a:pt x="614" y="129"/>
                    <a:pt x="559" y="139"/>
                    <a:pt x="505" y="151"/>
                  </a:cubicBezTo>
                  <a:lnTo>
                    <a:pt x="505" y="151"/>
                  </a:lnTo>
                  <a:cubicBezTo>
                    <a:pt x="517" y="148"/>
                    <a:pt x="530" y="146"/>
                    <a:pt x="542" y="144"/>
                  </a:cubicBezTo>
                  <a:cubicBezTo>
                    <a:pt x="585" y="136"/>
                    <a:pt x="628" y="128"/>
                    <a:pt x="671" y="119"/>
                  </a:cubicBezTo>
                  <a:lnTo>
                    <a:pt x="671" y="119"/>
                  </a:lnTo>
                  <a:cubicBezTo>
                    <a:pt x="671" y="119"/>
                    <a:pt x="670" y="119"/>
                    <a:pt x="669" y="118"/>
                  </a:cubicBezTo>
                  <a:close/>
                  <a:moveTo>
                    <a:pt x="505" y="151"/>
                  </a:moveTo>
                  <a:cubicBezTo>
                    <a:pt x="241" y="201"/>
                    <a:pt x="9" y="263"/>
                    <a:pt x="9" y="279"/>
                  </a:cubicBezTo>
                  <a:cubicBezTo>
                    <a:pt x="170" y="228"/>
                    <a:pt x="335" y="186"/>
                    <a:pt x="505" y="151"/>
                  </a:cubicBezTo>
                  <a:close/>
                  <a:moveTo>
                    <a:pt x="1253" y="0"/>
                  </a:moveTo>
                  <a:cubicBezTo>
                    <a:pt x="1145" y="14"/>
                    <a:pt x="910" y="71"/>
                    <a:pt x="671" y="119"/>
                  </a:cubicBezTo>
                  <a:lnTo>
                    <a:pt x="671" y="119"/>
                  </a:lnTo>
                  <a:cubicBezTo>
                    <a:pt x="788" y="153"/>
                    <a:pt x="135" y="246"/>
                    <a:pt x="1" y="321"/>
                  </a:cubicBezTo>
                  <a:cubicBezTo>
                    <a:pt x="593" y="203"/>
                    <a:pt x="771" y="127"/>
                    <a:pt x="12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7"/>
            <p:cNvSpPr/>
            <p:nvPr/>
          </p:nvSpPr>
          <p:spPr>
            <a:xfrm>
              <a:off x="6696225" y="4389575"/>
              <a:ext cx="9125" cy="2150"/>
            </a:xfrm>
            <a:custGeom>
              <a:rect b="b" l="l" r="r" t="t"/>
              <a:pathLst>
                <a:path extrusionOk="0" h="86" w="365">
                  <a:moveTo>
                    <a:pt x="364" y="0"/>
                  </a:moveTo>
                  <a:lnTo>
                    <a:pt x="331" y="9"/>
                  </a:lnTo>
                  <a:lnTo>
                    <a:pt x="1" y="85"/>
                  </a:lnTo>
                  <a:lnTo>
                    <a:pt x="34" y="85"/>
                  </a:lnTo>
                  <a:lnTo>
                    <a:pt x="36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7"/>
            <p:cNvSpPr/>
            <p:nvPr/>
          </p:nvSpPr>
          <p:spPr>
            <a:xfrm>
              <a:off x="6506525" y="4398075"/>
              <a:ext cx="8700" cy="350"/>
            </a:xfrm>
            <a:custGeom>
              <a:rect b="b" l="l" r="r" t="t"/>
              <a:pathLst>
                <a:path extrusionOk="0" h="14" w="348">
                  <a:moveTo>
                    <a:pt x="171" y="1"/>
                  </a:moveTo>
                  <a:cubicBezTo>
                    <a:pt x="113" y="1"/>
                    <a:pt x="56" y="3"/>
                    <a:pt x="1" y="7"/>
                  </a:cubicBezTo>
                  <a:cubicBezTo>
                    <a:pt x="43" y="12"/>
                    <a:pt x="96" y="14"/>
                    <a:pt x="155" y="14"/>
                  </a:cubicBezTo>
                  <a:cubicBezTo>
                    <a:pt x="214" y="14"/>
                    <a:pt x="280" y="12"/>
                    <a:pt x="347" y="7"/>
                  </a:cubicBezTo>
                  <a:cubicBezTo>
                    <a:pt x="288" y="3"/>
                    <a:pt x="229" y="1"/>
                    <a:pt x="17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7"/>
            <p:cNvSpPr/>
            <p:nvPr/>
          </p:nvSpPr>
          <p:spPr>
            <a:xfrm>
              <a:off x="6297375" y="4379200"/>
              <a:ext cx="48875" cy="8500"/>
            </a:xfrm>
            <a:custGeom>
              <a:rect b="b" l="l" r="r" t="t"/>
              <a:pathLst>
                <a:path extrusionOk="0" h="340" w="1955">
                  <a:moveTo>
                    <a:pt x="0" y="1"/>
                  </a:moveTo>
                  <a:lnTo>
                    <a:pt x="279" y="102"/>
                  </a:lnTo>
                  <a:cubicBezTo>
                    <a:pt x="626" y="162"/>
                    <a:pt x="872" y="187"/>
                    <a:pt x="1117" y="221"/>
                  </a:cubicBezTo>
                  <a:lnTo>
                    <a:pt x="1498" y="272"/>
                  </a:lnTo>
                  <a:cubicBezTo>
                    <a:pt x="1633" y="297"/>
                    <a:pt x="1785" y="314"/>
                    <a:pt x="1954" y="339"/>
                  </a:cubicBezTo>
                  <a:cubicBezTo>
                    <a:pt x="1734" y="297"/>
                    <a:pt x="1540" y="263"/>
                    <a:pt x="1379" y="229"/>
                  </a:cubicBezTo>
                  <a:cubicBezTo>
                    <a:pt x="1210" y="204"/>
                    <a:pt x="1058" y="187"/>
                    <a:pt x="922" y="170"/>
                  </a:cubicBezTo>
                  <a:cubicBezTo>
                    <a:pt x="609" y="136"/>
                    <a:pt x="305" y="77"/>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7"/>
            <p:cNvSpPr/>
            <p:nvPr/>
          </p:nvSpPr>
          <p:spPr>
            <a:xfrm>
              <a:off x="6299875" y="4378850"/>
              <a:ext cx="16125" cy="2500"/>
            </a:xfrm>
            <a:custGeom>
              <a:rect b="b" l="l" r="r" t="t"/>
              <a:pathLst>
                <a:path extrusionOk="0" h="100" w="645">
                  <a:moveTo>
                    <a:pt x="8" y="1"/>
                  </a:moveTo>
                  <a:cubicBezTo>
                    <a:pt x="0" y="1"/>
                    <a:pt x="0" y="2"/>
                    <a:pt x="10" y="6"/>
                  </a:cubicBezTo>
                  <a:cubicBezTo>
                    <a:pt x="467" y="100"/>
                    <a:pt x="222" y="23"/>
                    <a:pt x="645" y="100"/>
                  </a:cubicBezTo>
                  <a:lnTo>
                    <a:pt x="442" y="23"/>
                  </a:lnTo>
                  <a:lnTo>
                    <a:pt x="442" y="23"/>
                  </a:lnTo>
                  <a:cubicBezTo>
                    <a:pt x="468" y="35"/>
                    <a:pt x="455" y="39"/>
                    <a:pt x="421" y="39"/>
                  </a:cubicBezTo>
                  <a:cubicBezTo>
                    <a:pt x="379" y="39"/>
                    <a:pt x="304" y="33"/>
                    <a:pt x="230" y="23"/>
                  </a:cubicBezTo>
                  <a:cubicBezTo>
                    <a:pt x="134" y="17"/>
                    <a:pt x="33" y="1"/>
                    <a:pt x="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7"/>
            <p:cNvSpPr/>
            <p:nvPr/>
          </p:nvSpPr>
          <p:spPr>
            <a:xfrm>
              <a:off x="6380900" y="4404175"/>
              <a:ext cx="5325" cy="225"/>
            </a:xfrm>
            <a:custGeom>
              <a:rect b="b" l="l" r="r" t="t"/>
              <a:pathLst>
                <a:path extrusionOk="0" h="9" w="213">
                  <a:moveTo>
                    <a:pt x="1" y="0"/>
                  </a:moveTo>
                  <a:lnTo>
                    <a:pt x="170" y="9"/>
                  </a:lnTo>
                  <a:lnTo>
                    <a:pt x="212" y="9"/>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7"/>
            <p:cNvSpPr/>
            <p:nvPr/>
          </p:nvSpPr>
          <p:spPr>
            <a:xfrm>
              <a:off x="6228625" y="4360600"/>
              <a:ext cx="8075" cy="2775"/>
            </a:xfrm>
            <a:custGeom>
              <a:rect b="b" l="l" r="r" t="t"/>
              <a:pathLst>
                <a:path extrusionOk="0" h="111" w="323">
                  <a:moveTo>
                    <a:pt x="1" y="1"/>
                  </a:moveTo>
                  <a:lnTo>
                    <a:pt x="246" y="94"/>
                  </a:lnTo>
                  <a:lnTo>
                    <a:pt x="322" y="111"/>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7"/>
            <p:cNvSpPr/>
            <p:nvPr/>
          </p:nvSpPr>
          <p:spPr>
            <a:xfrm>
              <a:off x="6236675" y="4363350"/>
              <a:ext cx="1925" cy="225"/>
            </a:xfrm>
            <a:custGeom>
              <a:rect b="b" l="l" r="r" t="t"/>
              <a:pathLst>
                <a:path extrusionOk="0" h="9" w="77">
                  <a:moveTo>
                    <a:pt x="77" y="9"/>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7"/>
            <p:cNvSpPr/>
            <p:nvPr/>
          </p:nvSpPr>
          <p:spPr>
            <a:xfrm>
              <a:off x="6379225" y="4405225"/>
              <a:ext cx="11650" cy="1075"/>
            </a:xfrm>
            <a:custGeom>
              <a:rect b="b" l="l" r="r" t="t"/>
              <a:pathLst>
                <a:path extrusionOk="0" h="43" w="466">
                  <a:moveTo>
                    <a:pt x="0" y="0"/>
                  </a:moveTo>
                  <a:lnTo>
                    <a:pt x="313" y="43"/>
                  </a:lnTo>
                  <a:lnTo>
                    <a:pt x="465" y="43"/>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7"/>
            <p:cNvSpPr/>
            <p:nvPr/>
          </p:nvSpPr>
          <p:spPr>
            <a:xfrm>
              <a:off x="6310675" y="4390200"/>
              <a:ext cx="8075" cy="1300"/>
            </a:xfrm>
            <a:custGeom>
              <a:rect b="b" l="l" r="r" t="t"/>
              <a:pathLst>
                <a:path extrusionOk="0" h="52" w="323">
                  <a:moveTo>
                    <a:pt x="15" y="0"/>
                  </a:moveTo>
                  <a:cubicBezTo>
                    <a:pt x="1" y="0"/>
                    <a:pt x="6" y="5"/>
                    <a:pt x="43" y="18"/>
                  </a:cubicBezTo>
                  <a:lnTo>
                    <a:pt x="323" y="52"/>
                  </a:lnTo>
                  <a:cubicBezTo>
                    <a:pt x="284" y="45"/>
                    <a:pt x="59" y="0"/>
                    <a:pt x="1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7"/>
            <p:cNvSpPr/>
            <p:nvPr/>
          </p:nvSpPr>
          <p:spPr>
            <a:xfrm>
              <a:off x="6176600" y="4345575"/>
              <a:ext cx="8925" cy="2575"/>
            </a:xfrm>
            <a:custGeom>
              <a:rect b="b" l="l" r="r" t="t"/>
              <a:pathLst>
                <a:path extrusionOk="0" h="103" w="357">
                  <a:moveTo>
                    <a:pt x="1" y="1"/>
                  </a:moveTo>
                  <a:lnTo>
                    <a:pt x="52" y="14"/>
                  </a:lnTo>
                  <a:lnTo>
                    <a:pt x="52" y="14"/>
                  </a:lnTo>
                  <a:lnTo>
                    <a:pt x="35" y="9"/>
                  </a:lnTo>
                  <a:lnTo>
                    <a:pt x="1" y="1"/>
                  </a:lnTo>
                  <a:close/>
                  <a:moveTo>
                    <a:pt x="52" y="14"/>
                  </a:moveTo>
                  <a:lnTo>
                    <a:pt x="356" y="102"/>
                  </a:lnTo>
                  <a:lnTo>
                    <a:pt x="322" y="86"/>
                  </a:lnTo>
                  <a:lnTo>
                    <a:pt x="52" y="14"/>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7"/>
            <p:cNvSpPr/>
            <p:nvPr/>
          </p:nvSpPr>
          <p:spPr>
            <a:xfrm>
              <a:off x="6251050" y="4380175"/>
              <a:ext cx="8850" cy="2125"/>
            </a:xfrm>
            <a:custGeom>
              <a:rect b="b" l="l" r="r" t="t"/>
              <a:pathLst>
                <a:path extrusionOk="0" h="85" w="354">
                  <a:moveTo>
                    <a:pt x="280" y="47"/>
                  </a:moveTo>
                  <a:cubicBezTo>
                    <a:pt x="287" y="51"/>
                    <a:pt x="298" y="56"/>
                    <a:pt x="308" y="62"/>
                  </a:cubicBezTo>
                  <a:lnTo>
                    <a:pt x="308" y="62"/>
                  </a:lnTo>
                  <a:cubicBezTo>
                    <a:pt x="307" y="59"/>
                    <a:pt x="298" y="54"/>
                    <a:pt x="280" y="47"/>
                  </a:cubicBezTo>
                  <a:close/>
                  <a:moveTo>
                    <a:pt x="7" y="0"/>
                  </a:moveTo>
                  <a:cubicBezTo>
                    <a:pt x="1" y="0"/>
                    <a:pt x="29" y="10"/>
                    <a:pt x="119" y="38"/>
                  </a:cubicBezTo>
                  <a:cubicBezTo>
                    <a:pt x="259" y="73"/>
                    <a:pt x="318" y="85"/>
                    <a:pt x="336" y="85"/>
                  </a:cubicBezTo>
                  <a:cubicBezTo>
                    <a:pt x="353" y="85"/>
                    <a:pt x="332" y="74"/>
                    <a:pt x="308" y="62"/>
                  </a:cubicBezTo>
                  <a:lnTo>
                    <a:pt x="308" y="62"/>
                  </a:lnTo>
                  <a:cubicBezTo>
                    <a:pt x="309" y="63"/>
                    <a:pt x="307" y="64"/>
                    <a:pt x="303" y="64"/>
                  </a:cubicBezTo>
                  <a:cubicBezTo>
                    <a:pt x="264" y="64"/>
                    <a:pt x="24" y="0"/>
                    <a:pt x="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7"/>
            <p:cNvSpPr/>
            <p:nvPr/>
          </p:nvSpPr>
          <p:spPr>
            <a:xfrm>
              <a:off x="6157800" y="4347700"/>
              <a:ext cx="3175" cy="1075"/>
            </a:xfrm>
            <a:custGeom>
              <a:rect b="b" l="l" r="r" t="t"/>
              <a:pathLst>
                <a:path extrusionOk="0" h="43" w="127">
                  <a:moveTo>
                    <a:pt x="0" y="1"/>
                  </a:moveTo>
                  <a:lnTo>
                    <a:pt x="127" y="43"/>
                  </a:lnTo>
                  <a:cubicBezTo>
                    <a:pt x="85" y="26"/>
                    <a:pt x="42"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7"/>
            <p:cNvSpPr/>
            <p:nvPr/>
          </p:nvSpPr>
          <p:spPr>
            <a:xfrm>
              <a:off x="6160950" y="4348750"/>
              <a:ext cx="9350" cy="3425"/>
            </a:xfrm>
            <a:custGeom>
              <a:rect b="b" l="l" r="r" t="t"/>
              <a:pathLst>
                <a:path extrusionOk="0" h="137" w="374">
                  <a:moveTo>
                    <a:pt x="1" y="1"/>
                  </a:moveTo>
                  <a:lnTo>
                    <a:pt x="1" y="1"/>
                  </a:lnTo>
                  <a:cubicBezTo>
                    <a:pt x="145" y="52"/>
                    <a:pt x="280" y="111"/>
                    <a:pt x="373" y="136"/>
                  </a:cubicBezTo>
                  <a:cubicBezTo>
                    <a:pt x="255" y="85"/>
                    <a:pt x="128" y="35"/>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7"/>
            <p:cNvSpPr/>
            <p:nvPr/>
          </p:nvSpPr>
          <p:spPr>
            <a:xfrm>
              <a:off x="6121150" y="4334100"/>
              <a:ext cx="10225" cy="3675"/>
            </a:xfrm>
            <a:custGeom>
              <a:rect b="b" l="l" r="r" t="t"/>
              <a:pathLst>
                <a:path extrusionOk="0" h="147" w="409">
                  <a:moveTo>
                    <a:pt x="6" y="1"/>
                  </a:moveTo>
                  <a:cubicBezTo>
                    <a:pt x="1" y="1"/>
                    <a:pt x="2" y="4"/>
                    <a:pt x="11" y="12"/>
                  </a:cubicBezTo>
                  <a:lnTo>
                    <a:pt x="138" y="62"/>
                  </a:lnTo>
                  <a:cubicBezTo>
                    <a:pt x="87" y="47"/>
                    <a:pt x="64" y="40"/>
                    <a:pt x="61" y="40"/>
                  </a:cubicBezTo>
                  <a:cubicBezTo>
                    <a:pt x="55" y="40"/>
                    <a:pt x="106" y="58"/>
                    <a:pt x="180" y="79"/>
                  </a:cubicBezTo>
                  <a:cubicBezTo>
                    <a:pt x="282" y="117"/>
                    <a:pt x="302" y="122"/>
                    <a:pt x="313" y="122"/>
                  </a:cubicBezTo>
                  <a:cubicBezTo>
                    <a:pt x="317" y="122"/>
                    <a:pt x="320" y="122"/>
                    <a:pt x="324" y="122"/>
                  </a:cubicBezTo>
                  <a:lnTo>
                    <a:pt x="409" y="147"/>
                  </a:lnTo>
                  <a:lnTo>
                    <a:pt x="299" y="113"/>
                  </a:lnTo>
                  <a:cubicBezTo>
                    <a:pt x="139" y="47"/>
                    <a:pt x="26" y="1"/>
                    <a:pt x="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7"/>
            <p:cNvSpPr/>
            <p:nvPr/>
          </p:nvSpPr>
          <p:spPr>
            <a:xfrm>
              <a:off x="5985425" y="4257600"/>
              <a:ext cx="27525" cy="15250"/>
            </a:xfrm>
            <a:custGeom>
              <a:rect b="b" l="l" r="r" t="t"/>
              <a:pathLst>
                <a:path extrusionOk="0" h="610" w="1101">
                  <a:moveTo>
                    <a:pt x="1" y="1"/>
                  </a:moveTo>
                  <a:cubicBezTo>
                    <a:pt x="424" y="246"/>
                    <a:pt x="525" y="305"/>
                    <a:pt x="491" y="314"/>
                  </a:cubicBezTo>
                  <a:cubicBezTo>
                    <a:pt x="897" y="542"/>
                    <a:pt x="855" y="483"/>
                    <a:pt x="1100" y="610"/>
                  </a:cubicBezTo>
                  <a:cubicBezTo>
                    <a:pt x="644" y="356"/>
                    <a:pt x="550" y="297"/>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7"/>
            <p:cNvSpPr/>
            <p:nvPr/>
          </p:nvSpPr>
          <p:spPr>
            <a:xfrm>
              <a:off x="6012925" y="4272825"/>
              <a:ext cx="4050" cy="2150"/>
            </a:xfrm>
            <a:custGeom>
              <a:rect b="b" l="l" r="r" t="t"/>
              <a:pathLst>
                <a:path extrusionOk="0" h="86" w="162">
                  <a:moveTo>
                    <a:pt x="0" y="1"/>
                  </a:moveTo>
                  <a:cubicBezTo>
                    <a:pt x="37" y="25"/>
                    <a:pt x="74" y="41"/>
                    <a:pt x="114" y="61"/>
                  </a:cubicBezTo>
                  <a:lnTo>
                    <a:pt x="114" y="61"/>
                  </a:lnTo>
                  <a:lnTo>
                    <a:pt x="0" y="1"/>
                  </a:lnTo>
                  <a:close/>
                  <a:moveTo>
                    <a:pt x="114" y="61"/>
                  </a:moveTo>
                  <a:lnTo>
                    <a:pt x="161" y="85"/>
                  </a:lnTo>
                  <a:cubicBezTo>
                    <a:pt x="145" y="76"/>
                    <a:pt x="129" y="68"/>
                    <a:pt x="114" y="6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7"/>
            <p:cNvSpPr/>
            <p:nvPr/>
          </p:nvSpPr>
          <p:spPr>
            <a:xfrm>
              <a:off x="6158425" y="4354475"/>
              <a:ext cx="7625" cy="1925"/>
            </a:xfrm>
            <a:custGeom>
              <a:rect b="b" l="l" r="r" t="t"/>
              <a:pathLst>
                <a:path extrusionOk="0" h="77" w="305">
                  <a:moveTo>
                    <a:pt x="0" y="0"/>
                  </a:moveTo>
                  <a:lnTo>
                    <a:pt x="110" y="34"/>
                  </a:lnTo>
                  <a:lnTo>
                    <a:pt x="305" y="76"/>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7"/>
            <p:cNvSpPr/>
            <p:nvPr/>
          </p:nvSpPr>
          <p:spPr>
            <a:xfrm>
              <a:off x="5970000" y="4248100"/>
              <a:ext cx="6350" cy="4025"/>
            </a:xfrm>
            <a:custGeom>
              <a:rect b="b" l="l" r="r" t="t"/>
              <a:pathLst>
                <a:path extrusionOk="0" h="161" w="254">
                  <a:moveTo>
                    <a:pt x="0" y="0"/>
                  </a:moveTo>
                  <a:cubicBezTo>
                    <a:pt x="65" y="36"/>
                    <a:pt x="167" y="97"/>
                    <a:pt x="227" y="140"/>
                  </a:cubicBezTo>
                  <a:lnTo>
                    <a:pt x="227" y="140"/>
                  </a:lnTo>
                  <a:cubicBezTo>
                    <a:pt x="158" y="88"/>
                    <a:pt x="82" y="38"/>
                    <a:pt x="0" y="0"/>
                  </a:cubicBezTo>
                  <a:close/>
                  <a:moveTo>
                    <a:pt x="227" y="140"/>
                  </a:moveTo>
                  <a:lnTo>
                    <a:pt x="227" y="140"/>
                  </a:lnTo>
                  <a:cubicBezTo>
                    <a:pt x="236" y="147"/>
                    <a:pt x="245" y="154"/>
                    <a:pt x="254" y="161"/>
                  </a:cubicBezTo>
                  <a:cubicBezTo>
                    <a:pt x="246" y="155"/>
                    <a:pt x="237" y="148"/>
                    <a:pt x="227" y="14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7"/>
            <p:cNvSpPr/>
            <p:nvPr/>
          </p:nvSpPr>
          <p:spPr>
            <a:xfrm>
              <a:off x="6006375" y="4279825"/>
              <a:ext cx="10800" cy="5925"/>
            </a:xfrm>
            <a:custGeom>
              <a:rect b="b" l="l" r="r" t="t"/>
              <a:pathLst>
                <a:path extrusionOk="0" h="237" w="432">
                  <a:moveTo>
                    <a:pt x="0" y="0"/>
                  </a:moveTo>
                  <a:cubicBezTo>
                    <a:pt x="34" y="34"/>
                    <a:pt x="322" y="178"/>
                    <a:pt x="432" y="237"/>
                  </a:cubicBezTo>
                  <a:cubicBezTo>
                    <a:pt x="296" y="144"/>
                    <a:pt x="152" y="68"/>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7"/>
            <p:cNvSpPr/>
            <p:nvPr/>
          </p:nvSpPr>
          <p:spPr>
            <a:xfrm>
              <a:off x="5939325" y="4231175"/>
              <a:ext cx="6800" cy="4375"/>
            </a:xfrm>
            <a:custGeom>
              <a:rect b="b" l="l" r="r" t="t"/>
              <a:pathLst>
                <a:path extrusionOk="0" h="175" w="272">
                  <a:moveTo>
                    <a:pt x="0" y="0"/>
                  </a:moveTo>
                  <a:cubicBezTo>
                    <a:pt x="62" y="47"/>
                    <a:pt x="159" y="121"/>
                    <a:pt x="131" y="121"/>
                  </a:cubicBezTo>
                  <a:cubicBezTo>
                    <a:pt x="128" y="121"/>
                    <a:pt x="124" y="120"/>
                    <a:pt x="119" y="119"/>
                  </a:cubicBezTo>
                  <a:lnTo>
                    <a:pt x="119" y="119"/>
                  </a:lnTo>
                  <a:cubicBezTo>
                    <a:pt x="173" y="146"/>
                    <a:pt x="238" y="175"/>
                    <a:pt x="253" y="175"/>
                  </a:cubicBezTo>
                  <a:cubicBezTo>
                    <a:pt x="272" y="175"/>
                    <a:pt x="221" y="134"/>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7"/>
            <p:cNvSpPr/>
            <p:nvPr/>
          </p:nvSpPr>
          <p:spPr>
            <a:xfrm>
              <a:off x="5986700" y="4268825"/>
              <a:ext cx="8900" cy="4875"/>
            </a:xfrm>
            <a:custGeom>
              <a:rect b="b" l="l" r="r" t="t"/>
              <a:pathLst>
                <a:path extrusionOk="0" h="195" w="356">
                  <a:moveTo>
                    <a:pt x="0" y="0"/>
                  </a:moveTo>
                  <a:lnTo>
                    <a:pt x="60" y="34"/>
                  </a:lnTo>
                  <a:lnTo>
                    <a:pt x="356" y="195"/>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7"/>
            <p:cNvSpPr/>
            <p:nvPr/>
          </p:nvSpPr>
          <p:spPr>
            <a:xfrm>
              <a:off x="5998975" y="4282575"/>
              <a:ext cx="13650" cy="7775"/>
            </a:xfrm>
            <a:custGeom>
              <a:rect b="b" l="l" r="r" t="t"/>
              <a:pathLst>
                <a:path extrusionOk="0" h="311" w="546">
                  <a:moveTo>
                    <a:pt x="0" y="0"/>
                  </a:moveTo>
                  <a:cubicBezTo>
                    <a:pt x="301" y="179"/>
                    <a:pt x="453" y="280"/>
                    <a:pt x="427" y="280"/>
                  </a:cubicBezTo>
                  <a:cubicBezTo>
                    <a:pt x="426" y="280"/>
                    <a:pt x="425" y="280"/>
                    <a:pt x="423" y="279"/>
                  </a:cubicBezTo>
                  <a:lnTo>
                    <a:pt x="423" y="279"/>
                  </a:lnTo>
                  <a:cubicBezTo>
                    <a:pt x="474" y="301"/>
                    <a:pt x="500" y="310"/>
                    <a:pt x="509" y="310"/>
                  </a:cubicBezTo>
                  <a:cubicBezTo>
                    <a:pt x="545" y="310"/>
                    <a:pt x="263" y="147"/>
                    <a:pt x="296" y="147"/>
                  </a:cubicBezTo>
                  <a:cubicBezTo>
                    <a:pt x="309" y="147"/>
                    <a:pt x="367" y="171"/>
                    <a:pt x="508" y="237"/>
                  </a:cubicBezTo>
                  <a:lnTo>
                    <a:pt x="195" y="68"/>
                  </a:lnTo>
                  <a:cubicBezTo>
                    <a:pt x="179" y="58"/>
                    <a:pt x="170" y="55"/>
                    <a:pt x="166" y="55"/>
                  </a:cubicBezTo>
                  <a:cubicBezTo>
                    <a:pt x="160" y="55"/>
                    <a:pt x="167" y="65"/>
                    <a:pt x="178" y="76"/>
                  </a:cubicBezTo>
                  <a:cubicBezTo>
                    <a:pt x="193" y="88"/>
                    <a:pt x="214" y="105"/>
                    <a:pt x="206" y="105"/>
                  </a:cubicBezTo>
                  <a:cubicBezTo>
                    <a:pt x="196" y="105"/>
                    <a:pt x="146" y="82"/>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7"/>
            <p:cNvSpPr/>
            <p:nvPr/>
          </p:nvSpPr>
          <p:spPr>
            <a:xfrm>
              <a:off x="5995150" y="4280225"/>
              <a:ext cx="3825" cy="2375"/>
            </a:xfrm>
            <a:custGeom>
              <a:rect b="b" l="l" r="r" t="t"/>
              <a:pathLst>
                <a:path extrusionOk="0" h="95" w="153">
                  <a:moveTo>
                    <a:pt x="1" y="1"/>
                  </a:moveTo>
                  <a:lnTo>
                    <a:pt x="153" y="94"/>
                  </a:lnTo>
                  <a:cubicBezTo>
                    <a:pt x="111" y="60"/>
                    <a:pt x="60" y="35"/>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7"/>
            <p:cNvSpPr/>
            <p:nvPr/>
          </p:nvSpPr>
          <p:spPr>
            <a:xfrm>
              <a:off x="5887925" y="4207475"/>
              <a:ext cx="2775" cy="1725"/>
            </a:xfrm>
            <a:custGeom>
              <a:rect b="b" l="l" r="r" t="t"/>
              <a:pathLst>
                <a:path extrusionOk="0" h="69" w="111">
                  <a:moveTo>
                    <a:pt x="1" y="1"/>
                  </a:moveTo>
                  <a:lnTo>
                    <a:pt x="1" y="1"/>
                  </a:lnTo>
                  <a:cubicBezTo>
                    <a:pt x="35" y="26"/>
                    <a:pt x="68" y="52"/>
                    <a:pt x="111" y="69"/>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7"/>
            <p:cNvSpPr/>
            <p:nvPr/>
          </p:nvSpPr>
          <p:spPr>
            <a:xfrm>
              <a:off x="5940125" y="4248800"/>
              <a:ext cx="28200" cy="15800"/>
            </a:xfrm>
            <a:custGeom>
              <a:rect b="b" l="l" r="r" t="t"/>
              <a:pathLst>
                <a:path extrusionOk="0" h="632" w="1128">
                  <a:moveTo>
                    <a:pt x="5" y="0"/>
                  </a:moveTo>
                  <a:cubicBezTo>
                    <a:pt x="1" y="0"/>
                    <a:pt x="0" y="2"/>
                    <a:pt x="2" y="6"/>
                  </a:cubicBezTo>
                  <a:cubicBezTo>
                    <a:pt x="70" y="48"/>
                    <a:pt x="138" y="91"/>
                    <a:pt x="205" y="141"/>
                  </a:cubicBezTo>
                  <a:lnTo>
                    <a:pt x="408" y="260"/>
                  </a:lnTo>
                  <a:cubicBezTo>
                    <a:pt x="535" y="336"/>
                    <a:pt x="654" y="395"/>
                    <a:pt x="721" y="429"/>
                  </a:cubicBezTo>
                  <a:lnTo>
                    <a:pt x="620" y="361"/>
                  </a:lnTo>
                  <a:lnTo>
                    <a:pt x="1127" y="632"/>
                  </a:lnTo>
                  <a:cubicBezTo>
                    <a:pt x="958" y="539"/>
                    <a:pt x="671" y="370"/>
                    <a:pt x="425" y="234"/>
                  </a:cubicBezTo>
                  <a:cubicBezTo>
                    <a:pt x="209" y="107"/>
                    <a:pt x="32" y="0"/>
                    <a:pt x="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7"/>
            <p:cNvSpPr/>
            <p:nvPr/>
          </p:nvSpPr>
          <p:spPr>
            <a:xfrm>
              <a:off x="5832525" y="4147850"/>
              <a:ext cx="5950" cy="5100"/>
            </a:xfrm>
            <a:custGeom>
              <a:rect b="b" l="l" r="r" t="t"/>
              <a:pathLst>
                <a:path extrusionOk="0" h="204" w="238">
                  <a:moveTo>
                    <a:pt x="9" y="0"/>
                  </a:moveTo>
                  <a:lnTo>
                    <a:pt x="14" y="5"/>
                  </a:lnTo>
                  <a:lnTo>
                    <a:pt x="14" y="5"/>
                  </a:lnTo>
                  <a:cubicBezTo>
                    <a:pt x="12" y="3"/>
                    <a:pt x="11" y="2"/>
                    <a:pt x="9" y="0"/>
                  </a:cubicBezTo>
                  <a:close/>
                  <a:moveTo>
                    <a:pt x="14" y="5"/>
                  </a:moveTo>
                  <a:lnTo>
                    <a:pt x="14" y="5"/>
                  </a:lnTo>
                  <a:cubicBezTo>
                    <a:pt x="30" y="19"/>
                    <a:pt x="31" y="23"/>
                    <a:pt x="27" y="23"/>
                  </a:cubicBezTo>
                  <a:cubicBezTo>
                    <a:pt x="22" y="23"/>
                    <a:pt x="9" y="17"/>
                    <a:pt x="5" y="17"/>
                  </a:cubicBezTo>
                  <a:cubicBezTo>
                    <a:pt x="0" y="17"/>
                    <a:pt x="6" y="24"/>
                    <a:pt x="43" y="51"/>
                  </a:cubicBezTo>
                  <a:lnTo>
                    <a:pt x="237" y="203"/>
                  </a:lnTo>
                  <a:lnTo>
                    <a:pt x="14" y="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7"/>
            <p:cNvSpPr/>
            <p:nvPr/>
          </p:nvSpPr>
          <p:spPr>
            <a:xfrm>
              <a:off x="5831675" y="4146800"/>
              <a:ext cx="1075" cy="850"/>
            </a:xfrm>
            <a:custGeom>
              <a:rect b="b" l="l" r="r" t="t"/>
              <a:pathLst>
                <a:path extrusionOk="0" h="34" w="43">
                  <a:moveTo>
                    <a:pt x="1" y="0"/>
                  </a:moveTo>
                  <a:lnTo>
                    <a:pt x="43" y="34"/>
                  </a:lnTo>
                  <a:cubicBezTo>
                    <a:pt x="34" y="25"/>
                    <a:pt x="26" y="17"/>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7"/>
            <p:cNvSpPr/>
            <p:nvPr/>
          </p:nvSpPr>
          <p:spPr>
            <a:xfrm>
              <a:off x="5910125" y="4222675"/>
              <a:ext cx="10400" cy="7250"/>
            </a:xfrm>
            <a:custGeom>
              <a:rect b="b" l="l" r="r" t="t"/>
              <a:pathLst>
                <a:path extrusionOk="0" h="290" w="416">
                  <a:moveTo>
                    <a:pt x="2" y="0"/>
                  </a:moveTo>
                  <a:cubicBezTo>
                    <a:pt x="1" y="0"/>
                    <a:pt x="1" y="1"/>
                    <a:pt x="1" y="2"/>
                  </a:cubicBezTo>
                  <a:cubicBezTo>
                    <a:pt x="153" y="112"/>
                    <a:pt x="272" y="197"/>
                    <a:pt x="416" y="290"/>
                  </a:cubicBezTo>
                  <a:cubicBezTo>
                    <a:pt x="367" y="249"/>
                    <a:pt x="25" y="0"/>
                    <a:pt x="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7"/>
            <p:cNvSpPr/>
            <p:nvPr/>
          </p:nvSpPr>
          <p:spPr>
            <a:xfrm>
              <a:off x="5800600" y="4120350"/>
              <a:ext cx="8050" cy="7650"/>
            </a:xfrm>
            <a:custGeom>
              <a:rect b="b" l="l" r="r" t="t"/>
              <a:pathLst>
                <a:path extrusionOk="0" h="306" w="322">
                  <a:moveTo>
                    <a:pt x="0" y="1"/>
                  </a:moveTo>
                  <a:lnTo>
                    <a:pt x="25" y="26"/>
                  </a:lnTo>
                  <a:lnTo>
                    <a:pt x="322" y="305"/>
                  </a:lnTo>
                  <a:lnTo>
                    <a:pt x="322" y="305"/>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7"/>
            <p:cNvSpPr/>
            <p:nvPr/>
          </p:nvSpPr>
          <p:spPr>
            <a:xfrm>
              <a:off x="5762300" y="4079550"/>
              <a:ext cx="7025" cy="7200"/>
            </a:xfrm>
            <a:custGeom>
              <a:rect b="b" l="l" r="r" t="t"/>
              <a:pathLst>
                <a:path extrusionOk="0" h="288" w="281">
                  <a:moveTo>
                    <a:pt x="1" y="0"/>
                  </a:moveTo>
                  <a:lnTo>
                    <a:pt x="43" y="59"/>
                  </a:lnTo>
                  <a:cubicBezTo>
                    <a:pt x="119" y="144"/>
                    <a:pt x="196" y="220"/>
                    <a:pt x="280" y="288"/>
                  </a:cubicBezTo>
                  <a:lnTo>
                    <a:pt x="229" y="237"/>
                  </a:lnTo>
                  <a:cubicBezTo>
                    <a:pt x="153" y="161"/>
                    <a:pt x="77" y="76"/>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7"/>
            <p:cNvSpPr/>
            <p:nvPr/>
          </p:nvSpPr>
          <p:spPr>
            <a:xfrm>
              <a:off x="5799525" y="4139800"/>
              <a:ext cx="10225" cy="9425"/>
            </a:xfrm>
            <a:custGeom>
              <a:rect b="b" l="l" r="r" t="t"/>
              <a:pathLst>
                <a:path extrusionOk="0" h="377" w="409">
                  <a:moveTo>
                    <a:pt x="1" y="1"/>
                  </a:moveTo>
                  <a:cubicBezTo>
                    <a:pt x="85" y="111"/>
                    <a:pt x="111" y="102"/>
                    <a:pt x="331" y="314"/>
                  </a:cubicBezTo>
                  <a:cubicBezTo>
                    <a:pt x="238" y="246"/>
                    <a:pt x="153" y="179"/>
                    <a:pt x="60" y="102"/>
                  </a:cubicBezTo>
                  <a:lnTo>
                    <a:pt x="60" y="102"/>
                  </a:lnTo>
                  <a:cubicBezTo>
                    <a:pt x="145" y="187"/>
                    <a:pt x="229" y="255"/>
                    <a:pt x="322" y="322"/>
                  </a:cubicBezTo>
                  <a:cubicBezTo>
                    <a:pt x="369" y="357"/>
                    <a:pt x="400" y="376"/>
                    <a:pt x="406" y="376"/>
                  </a:cubicBezTo>
                  <a:cubicBezTo>
                    <a:pt x="408" y="376"/>
                    <a:pt x="406" y="373"/>
                    <a:pt x="398" y="365"/>
                  </a:cubicBezTo>
                  <a:cubicBezTo>
                    <a:pt x="263" y="246"/>
                    <a:pt x="128" y="11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7"/>
            <p:cNvSpPr/>
            <p:nvPr/>
          </p:nvSpPr>
          <p:spPr>
            <a:xfrm>
              <a:off x="5524600" y="3622725"/>
              <a:ext cx="82925" cy="231400"/>
            </a:xfrm>
            <a:custGeom>
              <a:rect b="b" l="l" r="r" t="t"/>
              <a:pathLst>
                <a:path extrusionOk="0" h="9256" w="3317">
                  <a:moveTo>
                    <a:pt x="1676" y="5872"/>
                  </a:moveTo>
                  <a:cubicBezTo>
                    <a:pt x="1702" y="5936"/>
                    <a:pt x="1721" y="5978"/>
                    <a:pt x="1735" y="6007"/>
                  </a:cubicBezTo>
                  <a:lnTo>
                    <a:pt x="1735" y="6007"/>
                  </a:lnTo>
                  <a:lnTo>
                    <a:pt x="1676" y="5872"/>
                  </a:lnTo>
                  <a:close/>
                  <a:moveTo>
                    <a:pt x="2323" y="7064"/>
                  </a:moveTo>
                  <a:cubicBezTo>
                    <a:pt x="2331" y="7081"/>
                    <a:pt x="2338" y="7095"/>
                    <a:pt x="2344" y="7107"/>
                  </a:cubicBezTo>
                  <a:cubicBezTo>
                    <a:pt x="2336" y="7092"/>
                    <a:pt x="2329" y="7077"/>
                    <a:pt x="2323" y="7064"/>
                  </a:cubicBezTo>
                  <a:close/>
                  <a:moveTo>
                    <a:pt x="1" y="1"/>
                  </a:moveTo>
                  <a:lnTo>
                    <a:pt x="1" y="1"/>
                  </a:lnTo>
                  <a:cubicBezTo>
                    <a:pt x="51" y="263"/>
                    <a:pt x="102" y="491"/>
                    <a:pt x="161" y="762"/>
                  </a:cubicBezTo>
                  <a:cubicBezTo>
                    <a:pt x="135" y="685"/>
                    <a:pt x="123" y="654"/>
                    <a:pt x="120" y="654"/>
                  </a:cubicBezTo>
                  <a:lnTo>
                    <a:pt x="120" y="654"/>
                  </a:lnTo>
                  <a:cubicBezTo>
                    <a:pt x="108" y="654"/>
                    <a:pt x="230" y="1102"/>
                    <a:pt x="211" y="1102"/>
                  </a:cubicBezTo>
                  <a:cubicBezTo>
                    <a:pt x="210" y="1102"/>
                    <a:pt x="207" y="1099"/>
                    <a:pt x="204" y="1092"/>
                  </a:cubicBezTo>
                  <a:cubicBezTo>
                    <a:pt x="144" y="914"/>
                    <a:pt x="85" y="644"/>
                    <a:pt x="51" y="483"/>
                  </a:cubicBezTo>
                  <a:cubicBezTo>
                    <a:pt x="48" y="478"/>
                    <a:pt x="45" y="476"/>
                    <a:pt x="43" y="476"/>
                  </a:cubicBezTo>
                  <a:cubicBezTo>
                    <a:pt x="26" y="476"/>
                    <a:pt x="54" y="637"/>
                    <a:pt x="38" y="637"/>
                  </a:cubicBezTo>
                  <a:cubicBezTo>
                    <a:pt x="37" y="637"/>
                    <a:pt x="36" y="637"/>
                    <a:pt x="34" y="635"/>
                  </a:cubicBezTo>
                  <a:lnTo>
                    <a:pt x="34" y="635"/>
                  </a:lnTo>
                  <a:cubicBezTo>
                    <a:pt x="94" y="881"/>
                    <a:pt x="161" y="1117"/>
                    <a:pt x="237" y="1346"/>
                  </a:cubicBezTo>
                  <a:cubicBezTo>
                    <a:pt x="271" y="1439"/>
                    <a:pt x="305" y="1532"/>
                    <a:pt x="339" y="1642"/>
                  </a:cubicBezTo>
                  <a:cubicBezTo>
                    <a:pt x="373" y="1752"/>
                    <a:pt x="415" y="1879"/>
                    <a:pt x="457" y="2039"/>
                  </a:cubicBezTo>
                  <a:cubicBezTo>
                    <a:pt x="445" y="2031"/>
                    <a:pt x="420" y="1980"/>
                    <a:pt x="413" y="1980"/>
                  </a:cubicBezTo>
                  <a:lnTo>
                    <a:pt x="413" y="1980"/>
                  </a:lnTo>
                  <a:cubicBezTo>
                    <a:pt x="406" y="1980"/>
                    <a:pt x="418" y="2035"/>
                    <a:pt x="483" y="2251"/>
                  </a:cubicBezTo>
                  <a:lnTo>
                    <a:pt x="449" y="2149"/>
                  </a:lnTo>
                  <a:lnTo>
                    <a:pt x="449" y="2149"/>
                  </a:lnTo>
                  <a:cubicBezTo>
                    <a:pt x="669" y="2818"/>
                    <a:pt x="550" y="2691"/>
                    <a:pt x="737" y="3097"/>
                  </a:cubicBezTo>
                  <a:lnTo>
                    <a:pt x="703" y="3097"/>
                  </a:lnTo>
                  <a:cubicBezTo>
                    <a:pt x="821" y="3393"/>
                    <a:pt x="1016" y="3985"/>
                    <a:pt x="1126" y="4315"/>
                  </a:cubicBezTo>
                  <a:lnTo>
                    <a:pt x="1117" y="4298"/>
                  </a:lnTo>
                  <a:lnTo>
                    <a:pt x="1117" y="4298"/>
                  </a:lnTo>
                  <a:cubicBezTo>
                    <a:pt x="1295" y="4755"/>
                    <a:pt x="1346" y="4882"/>
                    <a:pt x="1396" y="5026"/>
                  </a:cubicBezTo>
                  <a:cubicBezTo>
                    <a:pt x="1422" y="5102"/>
                    <a:pt x="1456" y="5178"/>
                    <a:pt x="1498" y="5296"/>
                  </a:cubicBezTo>
                  <a:cubicBezTo>
                    <a:pt x="1540" y="5423"/>
                    <a:pt x="1599" y="5592"/>
                    <a:pt x="1709" y="5846"/>
                  </a:cubicBezTo>
                  <a:lnTo>
                    <a:pt x="1599" y="5618"/>
                  </a:lnTo>
                  <a:lnTo>
                    <a:pt x="1498" y="5381"/>
                  </a:lnTo>
                  <a:lnTo>
                    <a:pt x="1498" y="5381"/>
                  </a:lnTo>
                  <a:cubicBezTo>
                    <a:pt x="1532" y="5508"/>
                    <a:pt x="1582" y="5643"/>
                    <a:pt x="1650" y="5762"/>
                  </a:cubicBezTo>
                  <a:cubicBezTo>
                    <a:pt x="1692" y="5855"/>
                    <a:pt x="1735" y="5939"/>
                    <a:pt x="1777" y="6066"/>
                  </a:cubicBezTo>
                  <a:cubicBezTo>
                    <a:pt x="1776" y="6063"/>
                    <a:pt x="1775" y="6063"/>
                    <a:pt x="1774" y="6063"/>
                  </a:cubicBezTo>
                  <a:cubicBezTo>
                    <a:pt x="1773" y="6063"/>
                    <a:pt x="1772" y="6063"/>
                    <a:pt x="1772" y="6063"/>
                  </a:cubicBezTo>
                  <a:cubicBezTo>
                    <a:pt x="1768" y="6063"/>
                    <a:pt x="1760" y="6058"/>
                    <a:pt x="1735" y="6007"/>
                  </a:cubicBezTo>
                  <a:lnTo>
                    <a:pt x="1735" y="6007"/>
                  </a:lnTo>
                  <a:lnTo>
                    <a:pt x="1946" y="6489"/>
                  </a:lnTo>
                  <a:cubicBezTo>
                    <a:pt x="2039" y="6692"/>
                    <a:pt x="2124" y="6895"/>
                    <a:pt x="2225" y="7098"/>
                  </a:cubicBezTo>
                  <a:cubicBezTo>
                    <a:pt x="2268" y="7175"/>
                    <a:pt x="2286" y="7204"/>
                    <a:pt x="2290" y="7204"/>
                  </a:cubicBezTo>
                  <a:cubicBezTo>
                    <a:pt x="2300" y="7204"/>
                    <a:pt x="2215" y="7008"/>
                    <a:pt x="2208" y="6971"/>
                  </a:cubicBezTo>
                  <a:lnTo>
                    <a:pt x="2208" y="6971"/>
                  </a:lnTo>
                  <a:cubicBezTo>
                    <a:pt x="2318" y="7191"/>
                    <a:pt x="2420" y="7411"/>
                    <a:pt x="2496" y="7640"/>
                  </a:cubicBezTo>
                  <a:cubicBezTo>
                    <a:pt x="2464" y="7588"/>
                    <a:pt x="2384" y="7416"/>
                    <a:pt x="2372" y="7416"/>
                  </a:cubicBezTo>
                  <a:lnTo>
                    <a:pt x="2372" y="7416"/>
                  </a:lnTo>
                  <a:cubicBezTo>
                    <a:pt x="2368" y="7416"/>
                    <a:pt x="2372" y="7434"/>
                    <a:pt x="2386" y="7479"/>
                  </a:cubicBezTo>
                  <a:lnTo>
                    <a:pt x="2615" y="7876"/>
                  </a:lnTo>
                  <a:cubicBezTo>
                    <a:pt x="2663" y="8001"/>
                    <a:pt x="2679" y="8052"/>
                    <a:pt x="2672" y="8052"/>
                  </a:cubicBezTo>
                  <a:cubicBezTo>
                    <a:pt x="2649" y="8052"/>
                    <a:pt x="2348" y="7419"/>
                    <a:pt x="2242" y="7208"/>
                  </a:cubicBezTo>
                  <a:lnTo>
                    <a:pt x="2242" y="7208"/>
                  </a:lnTo>
                  <a:cubicBezTo>
                    <a:pt x="2361" y="7496"/>
                    <a:pt x="2454" y="7673"/>
                    <a:pt x="2538" y="7860"/>
                  </a:cubicBezTo>
                  <a:cubicBezTo>
                    <a:pt x="2581" y="7953"/>
                    <a:pt x="2631" y="8046"/>
                    <a:pt x="2682" y="8156"/>
                  </a:cubicBezTo>
                  <a:lnTo>
                    <a:pt x="2868" y="8536"/>
                  </a:lnTo>
                  <a:cubicBezTo>
                    <a:pt x="2784" y="8359"/>
                    <a:pt x="2741" y="8240"/>
                    <a:pt x="2708" y="8147"/>
                  </a:cubicBezTo>
                  <a:cubicBezTo>
                    <a:pt x="2708" y="8146"/>
                    <a:pt x="2709" y="8146"/>
                    <a:pt x="2710" y="8146"/>
                  </a:cubicBezTo>
                  <a:cubicBezTo>
                    <a:pt x="2739" y="8146"/>
                    <a:pt x="2984" y="8683"/>
                    <a:pt x="3173" y="9061"/>
                  </a:cubicBezTo>
                  <a:cubicBezTo>
                    <a:pt x="3130" y="8962"/>
                    <a:pt x="3116" y="8924"/>
                    <a:pt x="3120" y="8924"/>
                  </a:cubicBezTo>
                  <a:lnTo>
                    <a:pt x="3120" y="8924"/>
                  </a:lnTo>
                  <a:cubicBezTo>
                    <a:pt x="3126" y="8924"/>
                    <a:pt x="3178" y="9020"/>
                    <a:pt x="3241" y="9128"/>
                  </a:cubicBezTo>
                  <a:cubicBezTo>
                    <a:pt x="3257" y="9154"/>
                    <a:pt x="3274" y="9179"/>
                    <a:pt x="3283" y="9196"/>
                  </a:cubicBezTo>
                  <a:lnTo>
                    <a:pt x="3317" y="9255"/>
                  </a:lnTo>
                  <a:lnTo>
                    <a:pt x="3291" y="9205"/>
                  </a:lnTo>
                  <a:cubicBezTo>
                    <a:pt x="3291" y="9205"/>
                    <a:pt x="3291" y="9196"/>
                    <a:pt x="3283" y="9162"/>
                  </a:cubicBezTo>
                  <a:cubicBezTo>
                    <a:pt x="3114" y="8832"/>
                    <a:pt x="3012" y="8570"/>
                    <a:pt x="2911" y="8350"/>
                  </a:cubicBezTo>
                  <a:lnTo>
                    <a:pt x="2911" y="8350"/>
                  </a:lnTo>
                  <a:cubicBezTo>
                    <a:pt x="2918" y="8376"/>
                    <a:pt x="2919" y="8388"/>
                    <a:pt x="2916" y="8388"/>
                  </a:cubicBezTo>
                  <a:cubicBezTo>
                    <a:pt x="2903" y="8388"/>
                    <a:pt x="2827" y="8237"/>
                    <a:pt x="2741" y="8046"/>
                  </a:cubicBezTo>
                  <a:cubicBezTo>
                    <a:pt x="2631" y="7800"/>
                    <a:pt x="2505" y="7487"/>
                    <a:pt x="2437" y="7360"/>
                  </a:cubicBezTo>
                  <a:lnTo>
                    <a:pt x="2293" y="7039"/>
                  </a:lnTo>
                  <a:lnTo>
                    <a:pt x="2242" y="6921"/>
                  </a:lnTo>
                  <a:cubicBezTo>
                    <a:pt x="2242" y="6915"/>
                    <a:pt x="2243" y="6912"/>
                    <a:pt x="2244" y="6912"/>
                  </a:cubicBezTo>
                  <a:cubicBezTo>
                    <a:pt x="2249" y="6912"/>
                    <a:pt x="2266" y="6950"/>
                    <a:pt x="2323" y="7064"/>
                  </a:cubicBezTo>
                  <a:lnTo>
                    <a:pt x="2323" y="7064"/>
                  </a:lnTo>
                  <a:cubicBezTo>
                    <a:pt x="2241" y="6893"/>
                    <a:pt x="2084" y="6501"/>
                    <a:pt x="2066" y="6501"/>
                  </a:cubicBezTo>
                  <a:cubicBezTo>
                    <a:pt x="2065" y="6501"/>
                    <a:pt x="2065" y="6503"/>
                    <a:pt x="2065" y="6506"/>
                  </a:cubicBezTo>
                  <a:lnTo>
                    <a:pt x="1836" y="5922"/>
                  </a:lnTo>
                  <a:cubicBezTo>
                    <a:pt x="1760" y="5736"/>
                    <a:pt x="1676" y="5542"/>
                    <a:pt x="1608" y="5347"/>
                  </a:cubicBezTo>
                  <a:cubicBezTo>
                    <a:pt x="1599" y="5305"/>
                    <a:pt x="1591" y="5271"/>
                    <a:pt x="1582" y="5237"/>
                  </a:cubicBezTo>
                  <a:cubicBezTo>
                    <a:pt x="1576" y="5211"/>
                    <a:pt x="1565" y="5200"/>
                    <a:pt x="1560" y="5200"/>
                  </a:cubicBezTo>
                  <a:cubicBezTo>
                    <a:pt x="1558" y="5200"/>
                    <a:pt x="1557" y="5201"/>
                    <a:pt x="1557" y="5203"/>
                  </a:cubicBezTo>
                  <a:cubicBezTo>
                    <a:pt x="923" y="3503"/>
                    <a:pt x="407" y="176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7"/>
            <p:cNvSpPr/>
            <p:nvPr/>
          </p:nvSpPr>
          <p:spPr>
            <a:xfrm>
              <a:off x="5596300" y="3836125"/>
              <a:ext cx="2550" cy="5525"/>
            </a:xfrm>
            <a:custGeom>
              <a:rect b="b" l="l" r="r" t="t"/>
              <a:pathLst>
                <a:path extrusionOk="0" h="221" w="102">
                  <a:moveTo>
                    <a:pt x="0" y="0"/>
                  </a:moveTo>
                  <a:cubicBezTo>
                    <a:pt x="26" y="59"/>
                    <a:pt x="60" y="136"/>
                    <a:pt x="102" y="220"/>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7"/>
            <p:cNvSpPr/>
            <p:nvPr/>
          </p:nvSpPr>
          <p:spPr>
            <a:xfrm>
              <a:off x="5522700" y="3613650"/>
              <a:ext cx="1925" cy="9325"/>
            </a:xfrm>
            <a:custGeom>
              <a:rect b="b" l="l" r="r" t="t"/>
              <a:pathLst>
                <a:path extrusionOk="0" h="373" w="77">
                  <a:moveTo>
                    <a:pt x="0" y="0"/>
                  </a:moveTo>
                  <a:cubicBezTo>
                    <a:pt x="26" y="135"/>
                    <a:pt x="51" y="254"/>
                    <a:pt x="77" y="372"/>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7"/>
            <p:cNvSpPr/>
            <p:nvPr/>
          </p:nvSpPr>
          <p:spPr>
            <a:xfrm>
              <a:off x="5611300" y="3863125"/>
              <a:ext cx="11025" cy="19325"/>
            </a:xfrm>
            <a:custGeom>
              <a:rect b="b" l="l" r="r" t="t"/>
              <a:pathLst>
                <a:path extrusionOk="0" h="773" w="441">
                  <a:moveTo>
                    <a:pt x="3" y="0"/>
                  </a:moveTo>
                  <a:cubicBezTo>
                    <a:pt x="2" y="0"/>
                    <a:pt x="1" y="1"/>
                    <a:pt x="1" y="3"/>
                  </a:cubicBezTo>
                  <a:lnTo>
                    <a:pt x="314" y="604"/>
                  </a:lnTo>
                  <a:cubicBezTo>
                    <a:pt x="293" y="556"/>
                    <a:pt x="286" y="537"/>
                    <a:pt x="290" y="537"/>
                  </a:cubicBezTo>
                  <a:lnTo>
                    <a:pt x="290" y="537"/>
                  </a:lnTo>
                  <a:cubicBezTo>
                    <a:pt x="301" y="537"/>
                    <a:pt x="421" y="753"/>
                    <a:pt x="441" y="773"/>
                  </a:cubicBezTo>
                  <a:lnTo>
                    <a:pt x="52" y="45"/>
                  </a:lnTo>
                  <a:cubicBezTo>
                    <a:pt x="52" y="46"/>
                    <a:pt x="52" y="46"/>
                    <a:pt x="51" y="46"/>
                  </a:cubicBezTo>
                  <a:cubicBezTo>
                    <a:pt x="46" y="46"/>
                    <a:pt x="11" y="0"/>
                    <a:pt x="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7"/>
            <p:cNvSpPr/>
            <p:nvPr/>
          </p:nvSpPr>
          <p:spPr>
            <a:xfrm>
              <a:off x="5607500" y="3854100"/>
              <a:ext cx="5325" cy="9950"/>
            </a:xfrm>
            <a:custGeom>
              <a:rect b="b" l="l" r="r" t="t"/>
              <a:pathLst>
                <a:path extrusionOk="0" h="398" w="213">
                  <a:moveTo>
                    <a:pt x="1" y="0"/>
                  </a:moveTo>
                  <a:cubicBezTo>
                    <a:pt x="68" y="136"/>
                    <a:pt x="136" y="271"/>
                    <a:pt x="212" y="398"/>
                  </a:cubicBezTo>
                  <a:cubicBezTo>
                    <a:pt x="212" y="398"/>
                    <a:pt x="204" y="347"/>
                    <a:pt x="111" y="178"/>
                  </a:cubicBezTo>
                  <a:cubicBezTo>
                    <a:pt x="68" y="127"/>
                    <a:pt x="34" y="6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7"/>
            <p:cNvSpPr/>
            <p:nvPr/>
          </p:nvSpPr>
          <p:spPr>
            <a:xfrm>
              <a:off x="5594175" y="3858750"/>
              <a:ext cx="4475" cy="8275"/>
            </a:xfrm>
            <a:custGeom>
              <a:rect b="b" l="l" r="r" t="t"/>
              <a:pathLst>
                <a:path extrusionOk="0" h="331" w="179">
                  <a:moveTo>
                    <a:pt x="1" y="0"/>
                  </a:moveTo>
                  <a:lnTo>
                    <a:pt x="1" y="0"/>
                  </a:lnTo>
                  <a:cubicBezTo>
                    <a:pt x="60" y="110"/>
                    <a:pt x="119" y="229"/>
                    <a:pt x="178" y="330"/>
                  </a:cubicBezTo>
                  <a:lnTo>
                    <a:pt x="111" y="203"/>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7"/>
            <p:cNvSpPr/>
            <p:nvPr/>
          </p:nvSpPr>
          <p:spPr>
            <a:xfrm>
              <a:off x="5574925" y="3813925"/>
              <a:ext cx="6375" cy="14400"/>
            </a:xfrm>
            <a:custGeom>
              <a:rect b="b" l="l" r="r" t="t"/>
              <a:pathLst>
                <a:path extrusionOk="0" h="576" w="255">
                  <a:moveTo>
                    <a:pt x="1" y="0"/>
                  </a:moveTo>
                  <a:cubicBezTo>
                    <a:pt x="52" y="169"/>
                    <a:pt x="204" y="474"/>
                    <a:pt x="255" y="575"/>
                  </a:cubicBezTo>
                  <a:cubicBezTo>
                    <a:pt x="94" y="220"/>
                    <a:pt x="170" y="372"/>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7"/>
            <p:cNvSpPr/>
            <p:nvPr/>
          </p:nvSpPr>
          <p:spPr>
            <a:xfrm>
              <a:off x="5571775" y="3818350"/>
              <a:ext cx="4025" cy="8500"/>
            </a:xfrm>
            <a:custGeom>
              <a:rect b="b" l="l" r="r" t="t"/>
              <a:pathLst>
                <a:path extrusionOk="0" h="340" w="161">
                  <a:moveTo>
                    <a:pt x="0" y="1"/>
                  </a:moveTo>
                  <a:lnTo>
                    <a:pt x="8" y="35"/>
                  </a:lnTo>
                  <a:lnTo>
                    <a:pt x="161" y="339"/>
                  </a:lnTo>
                  <a:lnTo>
                    <a:pt x="161" y="339"/>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7"/>
            <p:cNvSpPr/>
            <p:nvPr/>
          </p:nvSpPr>
          <p:spPr>
            <a:xfrm>
              <a:off x="5500500" y="3488600"/>
              <a:ext cx="25225" cy="141850"/>
            </a:xfrm>
            <a:custGeom>
              <a:rect b="b" l="l" r="r" t="t"/>
              <a:pathLst>
                <a:path extrusionOk="0" h="5674" w="1009">
                  <a:moveTo>
                    <a:pt x="45" y="0"/>
                  </a:moveTo>
                  <a:cubicBezTo>
                    <a:pt x="35" y="0"/>
                    <a:pt x="42" y="203"/>
                    <a:pt x="28" y="203"/>
                  </a:cubicBezTo>
                  <a:cubicBezTo>
                    <a:pt x="22" y="203"/>
                    <a:pt x="14" y="175"/>
                    <a:pt x="0" y="96"/>
                  </a:cubicBezTo>
                  <a:lnTo>
                    <a:pt x="0" y="96"/>
                  </a:lnTo>
                  <a:cubicBezTo>
                    <a:pt x="34" y="400"/>
                    <a:pt x="76" y="789"/>
                    <a:pt x="110" y="1102"/>
                  </a:cubicBezTo>
                  <a:cubicBezTo>
                    <a:pt x="132" y="1377"/>
                    <a:pt x="168" y="1593"/>
                    <a:pt x="193" y="1659"/>
                  </a:cubicBezTo>
                  <a:lnTo>
                    <a:pt x="193" y="1659"/>
                  </a:lnTo>
                  <a:cubicBezTo>
                    <a:pt x="192" y="1658"/>
                    <a:pt x="191" y="1657"/>
                    <a:pt x="190" y="1657"/>
                  </a:cubicBezTo>
                  <a:lnTo>
                    <a:pt x="190" y="1657"/>
                  </a:lnTo>
                  <a:cubicBezTo>
                    <a:pt x="186" y="1657"/>
                    <a:pt x="186" y="1676"/>
                    <a:pt x="195" y="1745"/>
                  </a:cubicBezTo>
                  <a:lnTo>
                    <a:pt x="279" y="2092"/>
                  </a:lnTo>
                  <a:lnTo>
                    <a:pt x="237" y="1754"/>
                  </a:lnTo>
                  <a:lnTo>
                    <a:pt x="237" y="1754"/>
                  </a:lnTo>
                  <a:cubicBezTo>
                    <a:pt x="279" y="1931"/>
                    <a:pt x="339" y="2303"/>
                    <a:pt x="398" y="2667"/>
                  </a:cubicBezTo>
                  <a:cubicBezTo>
                    <a:pt x="406" y="2752"/>
                    <a:pt x="423" y="2845"/>
                    <a:pt x="432" y="2929"/>
                  </a:cubicBezTo>
                  <a:cubicBezTo>
                    <a:pt x="449" y="3014"/>
                    <a:pt x="465" y="3090"/>
                    <a:pt x="474" y="3158"/>
                  </a:cubicBezTo>
                  <a:cubicBezTo>
                    <a:pt x="499" y="3302"/>
                    <a:pt x="516" y="3412"/>
                    <a:pt x="516" y="3471"/>
                  </a:cubicBezTo>
                  <a:cubicBezTo>
                    <a:pt x="389" y="2819"/>
                    <a:pt x="398" y="3149"/>
                    <a:pt x="288" y="2236"/>
                  </a:cubicBezTo>
                  <a:cubicBezTo>
                    <a:pt x="288" y="2263"/>
                    <a:pt x="288" y="2342"/>
                    <a:pt x="279" y="2342"/>
                  </a:cubicBezTo>
                  <a:cubicBezTo>
                    <a:pt x="274" y="2342"/>
                    <a:pt x="266" y="2317"/>
                    <a:pt x="254" y="2244"/>
                  </a:cubicBezTo>
                  <a:lnTo>
                    <a:pt x="254" y="2244"/>
                  </a:lnTo>
                  <a:cubicBezTo>
                    <a:pt x="296" y="2506"/>
                    <a:pt x="330" y="2769"/>
                    <a:pt x="381" y="3031"/>
                  </a:cubicBezTo>
                  <a:cubicBezTo>
                    <a:pt x="423" y="3285"/>
                    <a:pt x="474" y="3539"/>
                    <a:pt x="525" y="3792"/>
                  </a:cubicBezTo>
                  <a:cubicBezTo>
                    <a:pt x="618" y="4300"/>
                    <a:pt x="745" y="4816"/>
                    <a:pt x="872" y="5357"/>
                  </a:cubicBezTo>
                  <a:cubicBezTo>
                    <a:pt x="835" y="5149"/>
                    <a:pt x="825" y="5072"/>
                    <a:pt x="830" y="5072"/>
                  </a:cubicBezTo>
                  <a:lnTo>
                    <a:pt x="830" y="5072"/>
                  </a:lnTo>
                  <a:cubicBezTo>
                    <a:pt x="845" y="5072"/>
                    <a:pt x="980" y="5673"/>
                    <a:pt x="1004" y="5673"/>
                  </a:cubicBezTo>
                  <a:cubicBezTo>
                    <a:pt x="1007" y="5673"/>
                    <a:pt x="1008" y="5662"/>
                    <a:pt x="1007" y="5636"/>
                  </a:cubicBezTo>
                  <a:lnTo>
                    <a:pt x="888" y="5171"/>
                  </a:lnTo>
                  <a:lnTo>
                    <a:pt x="905" y="5205"/>
                  </a:lnTo>
                  <a:lnTo>
                    <a:pt x="778" y="4638"/>
                  </a:lnTo>
                  <a:lnTo>
                    <a:pt x="778" y="4638"/>
                  </a:lnTo>
                  <a:cubicBezTo>
                    <a:pt x="786" y="4743"/>
                    <a:pt x="800" y="4829"/>
                    <a:pt x="785" y="4829"/>
                  </a:cubicBezTo>
                  <a:cubicBezTo>
                    <a:pt x="784" y="4829"/>
                    <a:pt x="781" y="4827"/>
                    <a:pt x="778" y="4824"/>
                  </a:cubicBezTo>
                  <a:cubicBezTo>
                    <a:pt x="736" y="4672"/>
                    <a:pt x="711" y="4511"/>
                    <a:pt x="694" y="4342"/>
                  </a:cubicBezTo>
                  <a:cubicBezTo>
                    <a:pt x="694" y="4232"/>
                    <a:pt x="677" y="4122"/>
                    <a:pt x="660" y="4012"/>
                  </a:cubicBezTo>
                  <a:lnTo>
                    <a:pt x="499" y="3158"/>
                  </a:lnTo>
                  <a:lnTo>
                    <a:pt x="516" y="3226"/>
                  </a:lnTo>
                  <a:cubicBezTo>
                    <a:pt x="508" y="3183"/>
                    <a:pt x="499" y="3141"/>
                    <a:pt x="482" y="3099"/>
                  </a:cubicBezTo>
                  <a:cubicBezTo>
                    <a:pt x="432" y="2853"/>
                    <a:pt x="406" y="2616"/>
                    <a:pt x="364" y="2371"/>
                  </a:cubicBezTo>
                  <a:lnTo>
                    <a:pt x="254" y="1644"/>
                  </a:lnTo>
                  <a:cubicBezTo>
                    <a:pt x="186" y="1161"/>
                    <a:pt x="136" y="671"/>
                    <a:pt x="76" y="180"/>
                  </a:cubicBezTo>
                  <a:cubicBezTo>
                    <a:pt x="59" y="46"/>
                    <a:pt x="50" y="0"/>
                    <a:pt x="4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7"/>
            <p:cNvSpPr/>
            <p:nvPr/>
          </p:nvSpPr>
          <p:spPr>
            <a:xfrm>
              <a:off x="5547225" y="3755550"/>
              <a:ext cx="3425" cy="8900"/>
            </a:xfrm>
            <a:custGeom>
              <a:rect b="b" l="l" r="r" t="t"/>
              <a:pathLst>
                <a:path extrusionOk="0" h="356" w="137">
                  <a:moveTo>
                    <a:pt x="1" y="0"/>
                  </a:moveTo>
                  <a:lnTo>
                    <a:pt x="9" y="34"/>
                  </a:lnTo>
                  <a:lnTo>
                    <a:pt x="136" y="356"/>
                  </a:lnTo>
                  <a:lnTo>
                    <a:pt x="136" y="356"/>
                  </a:lnTo>
                  <a:lnTo>
                    <a:pt x="128" y="313"/>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7"/>
            <p:cNvSpPr/>
            <p:nvPr/>
          </p:nvSpPr>
          <p:spPr>
            <a:xfrm>
              <a:off x="5532850" y="3712400"/>
              <a:ext cx="1925" cy="4675"/>
            </a:xfrm>
            <a:custGeom>
              <a:rect b="b" l="l" r="r" t="t"/>
              <a:pathLst>
                <a:path extrusionOk="0" h="187" w="77">
                  <a:moveTo>
                    <a:pt x="0" y="1"/>
                  </a:moveTo>
                  <a:cubicBezTo>
                    <a:pt x="26" y="85"/>
                    <a:pt x="51" y="153"/>
                    <a:pt x="77" y="187"/>
                  </a:cubicBez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7"/>
            <p:cNvSpPr/>
            <p:nvPr/>
          </p:nvSpPr>
          <p:spPr>
            <a:xfrm>
              <a:off x="5513825" y="3659150"/>
              <a:ext cx="19050" cy="53275"/>
            </a:xfrm>
            <a:custGeom>
              <a:rect b="b" l="l" r="r" t="t"/>
              <a:pathLst>
                <a:path extrusionOk="0" h="2131" w="762">
                  <a:moveTo>
                    <a:pt x="64" y="1"/>
                  </a:moveTo>
                  <a:cubicBezTo>
                    <a:pt x="39" y="1"/>
                    <a:pt x="29" y="70"/>
                    <a:pt x="0" y="75"/>
                  </a:cubicBezTo>
                  <a:cubicBezTo>
                    <a:pt x="26" y="236"/>
                    <a:pt x="68" y="388"/>
                    <a:pt x="110" y="540"/>
                  </a:cubicBezTo>
                  <a:cubicBezTo>
                    <a:pt x="152" y="684"/>
                    <a:pt x="203" y="836"/>
                    <a:pt x="262" y="972"/>
                  </a:cubicBezTo>
                  <a:cubicBezTo>
                    <a:pt x="246" y="898"/>
                    <a:pt x="243" y="871"/>
                    <a:pt x="247" y="871"/>
                  </a:cubicBezTo>
                  <a:lnTo>
                    <a:pt x="247" y="871"/>
                  </a:lnTo>
                  <a:cubicBezTo>
                    <a:pt x="258" y="871"/>
                    <a:pt x="320" y="1066"/>
                    <a:pt x="326" y="1066"/>
                  </a:cubicBezTo>
                  <a:cubicBezTo>
                    <a:pt x="329" y="1066"/>
                    <a:pt x="312" y="998"/>
                    <a:pt x="254" y="785"/>
                  </a:cubicBezTo>
                  <a:cubicBezTo>
                    <a:pt x="254" y="778"/>
                    <a:pt x="255" y="774"/>
                    <a:pt x="257" y="774"/>
                  </a:cubicBezTo>
                  <a:cubicBezTo>
                    <a:pt x="277" y="774"/>
                    <a:pt x="382" y="1073"/>
                    <a:pt x="465" y="1378"/>
                  </a:cubicBezTo>
                  <a:cubicBezTo>
                    <a:pt x="440" y="1359"/>
                    <a:pt x="392" y="1192"/>
                    <a:pt x="386" y="1192"/>
                  </a:cubicBezTo>
                  <a:lnTo>
                    <a:pt x="386" y="1192"/>
                  </a:lnTo>
                  <a:cubicBezTo>
                    <a:pt x="384" y="1192"/>
                    <a:pt x="387" y="1213"/>
                    <a:pt x="398" y="1268"/>
                  </a:cubicBezTo>
                  <a:cubicBezTo>
                    <a:pt x="461" y="1427"/>
                    <a:pt x="482" y="1519"/>
                    <a:pt x="492" y="1519"/>
                  </a:cubicBezTo>
                  <a:cubicBezTo>
                    <a:pt x="495" y="1519"/>
                    <a:pt x="497" y="1509"/>
                    <a:pt x="499" y="1488"/>
                  </a:cubicBezTo>
                  <a:cubicBezTo>
                    <a:pt x="542" y="1606"/>
                    <a:pt x="592" y="1733"/>
                    <a:pt x="643" y="1851"/>
                  </a:cubicBezTo>
                  <a:cubicBezTo>
                    <a:pt x="685" y="1936"/>
                    <a:pt x="719" y="2004"/>
                    <a:pt x="761" y="2131"/>
                  </a:cubicBezTo>
                  <a:cubicBezTo>
                    <a:pt x="728" y="2029"/>
                    <a:pt x="677" y="1877"/>
                    <a:pt x="626" y="1716"/>
                  </a:cubicBezTo>
                  <a:cubicBezTo>
                    <a:pt x="575" y="1555"/>
                    <a:pt x="533" y="1378"/>
                    <a:pt x="474" y="1192"/>
                  </a:cubicBezTo>
                  <a:cubicBezTo>
                    <a:pt x="372" y="828"/>
                    <a:pt x="254" y="456"/>
                    <a:pt x="161" y="168"/>
                  </a:cubicBezTo>
                  <a:cubicBezTo>
                    <a:pt x="111" y="39"/>
                    <a:pt x="83" y="1"/>
                    <a:pt x="6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7"/>
            <p:cNvSpPr/>
            <p:nvPr/>
          </p:nvSpPr>
          <p:spPr>
            <a:xfrm>
              <a:off x="5523550" y="3698875"/>
              <a:ext cx="2975" cy="8475"/>
            </a:xfrm>
            <a:custGeom>
              <a:rect b="b" l="l" r="r" t="t"/>
              <a:pathLst>
                <a:path extrusionOk="0" h="339" w="119">
                  <a:moveTo>
                    <a:pt x="0" y="0"/>
                  </a:moveTo>
                  <a:cubicBezTo>
                    <a:pt x="2" y="7"/>
                    <a:pt x="4" y="13"/>
                    <a:pt x="6" y="20"/>
                  </a:cubicBezTo>
                  <a:lnTo>
                    <a:pt x="6" y="20"/>
                  </a:lnTo>
                  <a:cubicBezTo>
                    <a:pt x="4" y="13"/>
                    <a:pt x="2" y="7"/>
                    <a:pt x="0" y="0"/>
                  </a:cubicBezTo>
                  <a:close/>
                  <a:moveTo>
                    <a:pt x="6" y="20"/>
                  </a:moveTo>
                  <a:lnTo>
                    <a:pt x="6" y="20"/>
                  </a:lnTo>
                  <a:cubicBezTo>
                    <a:pt x="38" y="131"/>
                    <a:pt x="70" y="235"/>
                    <a:pt x="110" y="339"/>
                  </a:cubicBezTo>
                  <a:cubicBezTo>
                    <a:pt x="118" y="306"/>
                    <a:pt x="49" y="165"/>
                    <a:pt x="6" y="2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7"/>
            <p:cNvSpPr/>
            <p:nvPr/>
          </p:nvSpPr>
          <p:spPr>
            <a:xfrm>
              <a:off x="6764325" y="4400775"/>
              <a:ext cx="7925" cy="7425"/>
            </a:xfrm>
            <a:custGeom>
              <a:rect b="b" l="l" r="r" t="t"/>
              <a:pathLst>
                <a:path extrusionOk="0" h="297" w="317">
                  <a:moveTo>
                    <a:pt x="305" y="1"/>
                  </a:moveTo>
                  <a:lnTo>
                    <a:pt x="305" y="1"/>
                  </a:lnTo>
                  <a:cubicBezTo>
                    <a:pt x="299" y="6"/>
                    <a:pt x="294" y="11"/>
                    <a:pt x="289" y="16"/>
                  </a:cubicBezTo>
                  <a:lnTo>
                    <a:pt x="289" y="16"/>
                  </a:lnTo>
                  <a:cubicBezTo>
                    <a:pt x="295" y="11"/>
                    <a:pt x="300" y="6"/>
                    <a:pt x="305" y="1"/>
                  </a:cubicBezTo>
                  <a:close/>
                  <a:moveTo>
                    <a:pt x="221" y="43"/>
                  </a:moveTo>
                  <a:cubicBezTo>
                    <a:pt x="220" y="44"/>
                    <a:pt x="220" y="44"/>
                    <a:pt x="219" y="45"/>
                  </a:cubicBezTo>
                  <a:lnTo>
                    <a:pt x="219" y="45"/>
                  </a:lnTo>
                  <a:cubicBezTo>
                    <a:pt x="220" y="44"/>
                    <a:pt x="220" y="44"/>
                    <a:pt x="221" y="43"/>
                  </a:cubicBezTo>
                  <a:close/>
                  <a:moveTo>
                    <a:pt x="197" y="170"/>
                  </a:moveTo>
                  <a:lnTo>
                    <a:pt x="197" y="170"/>
                  </a:lnTo>
                  <a:cubicBezTo>
                    <a:pt x="194" y="173"/>
                    <a:pt x="190" y="176"/>
                    <a:pt x="187" y="178"/>
                  </a:cubicBezTo>
                  <a:cubicBezTo>
                    <a:pt x="191" y="176"/>
                    <a:pt x="194" y="173"/>
                    <a:pt x="197" y="170"/>
                  </a:cubicBezTo>
                  <a:close/>
                  <a:moveTo>
                    <a:pt x="289" y="16"/>
                  </a:moveTo>
                  <a:lnTo>
                    <a:pt x="289" y="16"/>
                  </a:lnTo>
                  <a:cubicBezTo>
                    <a:pt x="284" y="19"/>
                    <a:pt x="278" y="23"/>
                    <a:pt x="271" y="26"/>
                  </a:cubicBezTo>
                  <a:cubicBezTo>
                    <a:pt x="255" y="42"/>
                    <a:pt x="236" y="48"/>
                    <a:pt x="226" y="48"/>
                  </a:cubicBezTo>
                  <a:cubicBezTo>
                    <a:pt x="221" y="48"/>
                    <a:pt x="218" y="47"/>
                    <a:pt x="219" y="45"/>
                  </a:cubicBezTo>
                  <a:lnTo>
                    <a:pt x="219" y="45"/>
                  </a:lnTo>
                  <a:cubicBezTo>
                    <a:pt x="178" y="102"/>
                    <a:pt x="161" y="86"/>
                    <a:pt x="178" y="119"/>
                  </a:cubicBezTo>
                  <a:cubicBezTo>
                    <a:pt x="164" y="142"/>
                    <a:pt x="140" y="156"/>
                    <a:pt x="127" y="156"/>
                  </a:cubicBezTo>
                  <a:cubicBezTo>
                    <a:pt x="116" y="156"/>
                    <a:pt x="112" y="147"/>
                    <a:pt x="127" y="128"/>
                  </a:cubicBezTo>
                  <a:lnTo>
                    <a:pt x="127" y="128"/>
                  </a:lnTo>
                  <a:lnTo>
                    <a:pt x="34" y="229"/>
                  </a:lnTo>
                  <a:lnTo>
                    <a:pt x="102" y="187"/>
                  </a:lnTo>
                  <a:lnTo>
                    <a:pt x="102" y="187"/>
                  </a:lnTo>
                  <a:cubicBezTo>
                    <a:pt x="102" y="221"/>
                    <a:pt x="1" y="255"/>
                    <a:pt x="1" y="297"/>
                  </a:cubicBezTo>
                  <a:lnTo>
                    <a:pt x="111" y="212"/>
                  </a:lnTo>
                  <a:lnTo>
                    <a:pt x="111" y="221"/>
                  </a:lnTo>
                  <a:cubicBezTo>
                    <a:pt x="136" y="187"/>
                    <a:pt x="170" y="162"/>
                    <a:pt x="204" y="145"/>
                  </a:cubicBezTo>
                  <a:lnTo>
                    <a:pt x="204" y="145"/>
                  </a:lnTo>
                  <a:cubicBezTo>
                    <a:pt x="204" y="152"/>
                    <a:pt x="209" y="159"/>
                    <a:pt x="197" y="170"/>
                  </a:cubicBezTo>
                  <a:lnTo>
                    <a:pt x="197" y="170"/>
                  </a:lnTo>
                  <a:cubicBezTo>
                    <a:pt x="317" y="75"/>
                    <a:pt x="203" y="97"/>
                    <a:pt x="289" y="1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7"/>
            <p:cNvSpPr/>
            <p:nvPr/>
          </p:nvSpPr>
          <p:spPr>
            <a:xfrm>
              <a:off x="6772150" y="4394650"/>
              <a:ext cx="7650" cy="8275"/>
            </a:xfrm>
            <a:custGeom>
              <a:rect b="b" l="l" r="r" t="t"/>
              <a:pathLst>
                <a:path extrusionOk="0" h="331" w="306">
                  <a:moveTo>
                    <a:pt x="263" y="0"/>
                  </a:moveTo>
                  <a:lnTo>
                    <a:pt x="263" y="0"/>
                  </a:lnTo>
                  <a:cubicBezTo>
                    <a:pt x="204" y="51"/>
                    <a:pt x="187" y="60"/>
                    <a:pt x="161" y="102"/>
                  </a:cubicBezTo>
                  <a:cubicBezTo>
                    <a:pt x="119" y="136"/>
                    <a:pt x="77" y="170"/>
                    <a:pt x="26" y="187"/>
                  </a:cubicBezTo>
                  <a:cubicBezTo>
                    <a:pt x="9" y="204"/>
                    <a:pt x="17" y="220"/>
                    <a:pt x="1" y="237"/>
                  </a:cubicBezTo>
                  <a:lnTo>
                    <a:pt x="9" y="229"/>
                  </a:lnTo>
                  <a:lnTo>
                    <a:pt x="43" y="263"/>
                  </a:lnTo>
                  <a:cubicBezTo>
                    <a:pt x="51" y="246"/>
                    <a:pt x="77" y="229"/>
                    <a:pt x="94" y="212"/>
                  </a:cubicBezTo>
                  <a:lnTo>
                    <a:pt x="94" y="212"/>
                  </a:lnTo>
                  <a:lnTo>
                    <a:pt x="34" y="330"/>
                  </a:lnTo>
                  <a:cubicBezTo>
                    <a:pt x="37" y="331"/>
                    <a:pt x="39" y="331"/>
                    <a:pt x="41" y="331"/>
                  </a:cubicBezTo>
                  <a:cubicBezTo>
                    <a:pt x="92" y="331"/>
                    <a:pt x="172" y="245"/>
                    <a:pt x="212" y="229"/>
                  </a:cubicBezTo>
                  <a:lnTo>
                    <a:pt x="212" y="229"/>
                  </a:lnTo>
                  <a:cubicBezTo>
                    <a:pt x="202" y="231"/>
                    <a:pt x="195" y="232"/>
                    <a:pt x="191" y="232"/>
                  </a:cubicBezTo>
                  <a:cubicBezTo>
                    <a:pt x="176" y="232"/>
                    <a:pt x="192" y="220"/>
                    <a:pt x="182" y="220"/>
                  </a:cubicBezTo>
                  <a:cubicBezTo>
                    <a:pt x="176" y="220"/>
                    <a:pt x="162" y="224"/>
                    <a:pt x="127" y="237"/>
                  </a:cubicBezTo>
                  <a:lnTo>
                    <a:pt x="153" y="170"/>
                  </a:lnTo>
                  <a:lnTo>
                    <a:pt x="237" y="119"/>
                  </a:lnTo>
                  <a:cubicBezTo>
                    <a:pt x="231" y="105"/>
                    <a:pt x="262" y="70"/>
                    <a:pt x="253" y="70"/>
                  </a:cubicBezTo>
                  <a:cubicBezTo>
                    <a:pt x="250" y="70"/>
                    <a:pt x="246" y="72"/>
                    <a:pt x="237" y="77"/>
                  </a:cubicBezTo>
                  <a:cubicBezTo>
                    <a:pt x="229" y="85"/>
                    <a:pt x="221" y="94"/>
                    <a:pt x="204" y="102"/>
                  </a:cubicBezTo>
                  <a:cubicBezTo>
                    <a:pt x="195" y="77"/>
                    <a:pt x="305" y="9"/>
                    <a:pt x="26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7"/>
            <p:cNvSpPr/>
            <p:nvPr/>
          </p:nvSpPr>
          <p:spPr>
            <a:xfrm>
              <a:off x="6771950" y="440077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7"/>
            <p:cNvSpPr/>
            <p:nvPr/>
          </p:nvSpPr>
          <p:spPr>
            <a:xfrm>
              <a:off x="6829675" y="4305825"/>
              <a:ext cx="9550" cy="2350"/>
            </a:xfrm>
            <a:custGeom>
              <a:rect b="b" l="l" r="r" t="t"/>
              <a:pathLst>
                <a:path extrusionOk="0" h="94" w="382">
                  <a:moveTo>
                    <a:pt x="178" y="1"/>
                  </a:moveTo>
                  <a:lnTo>
                    <a:pt x="1" y="94"/>
                  </a:lnTo>
                  <a:cubicBezTo>
                    <a:pt x="68" y="94"/>
                    <a:pt x="51" y="60"/>
                    <a:pt x="127" y="60"/>
                  </a:cubicBezTo>
                  <a:cubicBezTo>
                    <a:pt x="111" y="60"/>
                    <a:pt x="102" y="68"/>
                    <a:pt x="94" y="77"/>
                  </a:cubicBezTo>
                  <a:lnTo>
                    <a:pt x="381" y="77"/>
                  </a:lnTo>
                  <a:cubicBezTo>
                    <a:pt x="373" y="60"/>
                    <a:pt x="288" y="51"/>
                    <a:pt x="347" y="43"/>
                  </a:cubicBezTo>
                  <a:cubicBezTo>
                    <a:pt x="332" y="37"/>
                    <a:pt x="318" y="34"/>
                    <a:pt x="305" y="34"/>
                  </a:cubicBezTo>
                  <a:cubicBezTo>
                    <a:pt x="281" y="34"/>
                    <a:pt x="259" y="43"/>
                    <a:pt x="237" y="60"/>
                  </a:cubicBezTo>
                  <a:lnTo>
                    <a:pt x="254" y="34"/>
                  </a:lnTo>
                  <a:lnTo>
                    <a:pt x="254" y="34"/>
                  </a:lnTo>
                  <a:cubicBezTo>
                    <a:pt x="239" y="40"/>
                    <a:pt x="226" y="42"/>
                    <a:pt x="214" y="42"/>
                  </a:cubicBezTo>
                  <a:cubicBezTo>
                    <a:pt x="172" y="42"/>
                    <a:pt x="154" y="14"/>
                    <a:pt x="18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7"/>
            <p:cNvSpPr/>
            <p:nvPr/>
          </p:nvSpPr>
          <p:spPr>
            <a:xfrm>
              <a:off x="6686700" y="4289375"/>
              <a:ext cx="1100" cy="200"/>
            </a:xfrm>
            <a:custGeom>
              <a:rect b="b" l="l" r="r" t="t"/>
              <a:pathLst>
                <a:path extrusionOk="0" h="8" w="44">
                  <a:moveTo>
                    <a:pt x="22" y="1"/>
                  </a:moveTo>
                  <a:cubicBezTo>
                    <a:pt x="16" y="1"/>
                    <a:pt x="9" y="3"/>
                    <a:pt x="1" y="7"/>
                  </a:cubicBezTo>
                  <a:lnTo>
                    <a:pt x="43" y="7"/>
                  </a:lnTo>
                  <a:cubicBezTo>
                    <a:pt x="35" y="3"/>
                    <a:pt x="28" y="1"/>
                    <a:pt x="2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7"/>
            <p:cNvSpPr/>
            <p:nvPr/>
          </p:nvSpPr>
          <p:spPr>
            <a:xfrm>
              <a:off x="6827150" y="4308575"/>
              <a:ext cx="1500" cy="650"/>
            </a:xfrm>
            <a:custGeom>
              <a:rect b="b" l="l" r="r" t="t"/>
              <a:pathLst>
                <a:path extrusionOk="0" h="26" w="60">
                  <a:moveTo>
                    <a:pt x="59" y="1"/>
                  </a:moveTo>
                  <a:cubicBezTo>
                    <a:pt x="53" y="3"/>
                    <a:pt x="47" y="5"/>
                    <a:pt x="42" y="8"/>
                  </a:cubicBezTo>
                  <a:lnTo>
                    <a:pt x="42" y="8"/>
                  </a:lnTo>
                  <a:lnTo>
                    <a:pt x="59" y="1"/>
                  </a:lnTo>
                  <a:close/>
                  <a:moveTo>
                    <a:pt x="42" y="8"/>
                  </a:moveTo>
                  <a:lnTo>
                    <a:pt x="0" y="26"/>
                  </a:lnTo>
                  <a:cubicBezTo>
                    <a:pt x="13" y="26"/>
                    <a:pt x="25" y="16"/>
                    <a:pt x="42" y="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7"/>
            <p:cNvSpPr/>
            <p:nvPr/>
          </p:nvSpPr>
          <p:spPr>
            <a:xfrm>
              <a:off x="6837700" y="4298000"/>
              <a:ext cx="675" cy="225"/>
            </a:xfrm>
            <a:custGeom>
              <a:rect b="b" l="l" r="r" t="t"/>
              <a:pathLst>
                <a:path extrusionOk="0" h="9" w="27">
                  <a:moveTo>
                    <a:pt x="26" y="1"/>
                  </a:moveTo>
                  <a:lnTo>
                    <a:pt x="1" y="9"/>
                  </a:ln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7"/>
            <p:cNvSpPr/>
            <p:nvPr/>
          </p:nvSpPr>
          <p:spPr>
            <a:xfrm>
              <a:off x="6795625" y="4310475"/>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7"/>
            <p:cNvSpPr/>
            <p:nvPr/>
          </p:nvSpPr>
          <p:spPr>
            <a:xfrm>
              <a:off x="6850200" y="4293350"/>
              <a:ext cx="7200" cy="3000"/>
            </a:xfrm>
            <a:custGeom>
              <a:rect b="b" l="l" r="r" t="t"/>
              <a:pathLst>
                <a:path extrusionOk="0" h="120" w="288">
                  <a:moveTo>
                    <a:pt x="288" y="0"/>
                  </a:moveTo>
                  <a:lnTo>
                    <a:pt x="161" y="34"/>
                  </a:lnTo>
                  <a:cubicBezTo>
                    <a:pt x="178" y="17"/>
                    <a:pt x="119" y="26"/>
                    <a:pt x="144" y="9"/>
                  </a:cubicBezTo>
                  <a:lnTo>
                    <a:pt x="144" y="9"/>
                  </a:lnTo>
                  <a:cubicBezTo>
                    <a:pt x="135" y="9"/>
                    <a:pt x="93" y="17"/>
                    <a:pt x="102" y="26"/>
                  </a:cubicBezTo>
                  <a:lnTo>
                    <a:pt x="127" y="26"/>
                  </a:lnTo>
                  <a:cubicBezTo>
                    <a:pt x="68" y="68"/>
                    <a:pt x="102" y="77"/>
                    <a:pt x="0" y="110"/>
                  </a:cubicBezTo>
                  <a:cubicBezTo>
                    <a:pt x="15" y="116"/>
                    <a:pt x="31" y="119"/>
                    <a:pt x="47" y="119"/>
                  </a:cubicBezTo>
                  <a:cubicBezTo>
                    <a:pt x="76" y="119"/>
                    <a:pt x="105" y="110"/>
                    <a:pt x="127" y="94"/>
                  </a:cubicBezTo>
                  <a:lnTo>
                    <a:pt x="161" y="85"/>
                  </a:lnTo>
                  <a:lnTo>
                    <a:pt x="271" y="26"/>
                  </a:lnTo>
                  <a:lnTo>
                    <a:pt x="28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7"/>
            <p:cNvSpPr/>
            <p:nvPr/>
          </p:nvSpPr>
          <p:spPr>
            <a:xfrm>
              <a:off x="6731125" y="429292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7"/>
            <p:cNvSpPr/>
            <p:nvPr/>
          </p:nvSpPr>
          <p:spPr>
            <a:xfrm>
              <a:off x="6731125" y="4292725"/>
              <a:ext cx="1075" cy="225"/>
            </a:xfrm>
            <a:custGeom>
              <a:rect b="b" l="l" r="r" t="t"/>
              <a:pathLst>
                <a:path extrusionOk="0" h="9" w="43">
                  <a:moveTo>
                    <a:pt x="9" y="0"/>
                  </a:moveTo>
                  <a:lnTo>
                    <a:pt x="0" y="9"/>
                  </a:lnTo>
                  <a:cubicBezTo>
                    <a:pt x="9" y="9"/>
                    <a:pt x="43"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7"/>
            <p:cNvSpPr/>
            <p:nvPr/>
          </p:nvSpPr>
          <p:spPr>
            <a:xfrm>
              <a:off x="6828625" y="4307950"/>
              <a:ext cx="1075" cy="650"/>
            </a:xfrm>
            <a:custGeom>
              <a:rect b="b" l="l" r="r" t="t"/>
              <a:pathLst>
                <a:path extrusionOk="0" h="26" w="43">
                  <a:moveTo>
                    <a:pt x="17" y="0"/>
                  </a:moveTo>
                  <a:cubicBezTo>
                    <a:pt x="17" y="9"/>
                    <a:pt x="9" y="17"/>
                    <a:pt x="0" y="26"/>
                  </a:cubicBezTo>
                  <a:lnTo>
                    <a:pt x="43" y="9"/>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7"/>
            <p:cNvSpPr/>
            <p:nvPr/>
          </p:nvSpPr>
          <p:spPr>
            <a:xfrm>
              <a:off x="6831575" y="4305400"/>
              <a:ext cx="3625" cy="650"/>
            </a:xfrm>
            <a:custGeom>
              <a:rect b="b" l="l" r="r" t="t"/>
              <a:pathLst>
                <a:path extrusionOk="0" h="26" w="145">
                  <a:moveTo>
                    <a:pt x="144" y="1"/>
                  </a:moveTo>
                  <a:cubicBezTo>
                    <a:pt x="102" y="1"/>
                    <a:pt x="60" y="9"/>
                    <a:pt x="1" y="26"/>
                  </a:cubicBezTo>
                  <a:lnTo>
                    <a:pt x="102" y="18"/>
                  </a:lnTo>
                  <a:lnTo>
                    <a:pt x="14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7"/>
            <p:cNvSpPr/>
            <p:nvPr/>
          </p:nvSpPr>
          <p:spPr>
            <a:xfrm>
              <a:off x="6783425" y="4307300"/>
              <a:ext cx="43725" cy="6725"/>
            </a:xfrm>
            <a:custGeom>
              <a:rect b="b" l="l" r="r" t="t"/>
              <a:pathLst>
                <a:path extrusionOk="0" h="269" w="1749">
                  <a:moveTo>
                    <a:pt x="615" y="94"/>
                  </a:moveTo>
                  <a:lnTo>
                    <a:pt x="615" y="94"/>
                  </a:lnTo>
                  <a:cubicBezTo>
                    <a:pt x="573" y="102"/>
                    <a:pt x="531" y="111"/>
                    <a:pt x="489" y="119"/>
                  </a:cubicBezTo>
                  <a:cubicBezTo>
                    <a:pt x="498" y="119"/>
                    <a:pt x="507" y="119"/>
                    <a:pt x="515" y="119"/>
                  </a:cubicBezTo>
                  <a:cubicBezTo>
                    <a:pt x="563" y="119"/>
                    <a:pt x="573" y="127"/>
                    <a:pt x="572" y="138"/>
                  </a:cubicBezTo>
                  <a:lnTo>
                    <a:pt x="572" y="138"/>
                  </a:lnTo>
                  <a:cubicBezTo>
                    <a:pt x="582" y="124"/>
                    <a:pt x="683" y="105"/>
                    <a:pt x="615" y="94"/>
                  </a:cubicBezTo>
                  <a:close/>
                  <a:moveTo>
                    <a:pt x="572" y="138"/>
                  </a:moveTo>
                  <a:cubicBezTo>
                    <a:pt x="571" y="139"/>
                    <a:pt x="571" y="140"/>
                    <a:pt x="571" y="141"/>
                  </a:cubicBezTo>
                  <a:lnTo>
                    <a:pt x="571" y="141"/>
                  </a:lnTo>
                  <a:cubicBezTo>
                    <a:pt x="571" y="140"/>
                    <a:pt x="572" y="139"/>
                    <a:pt x="572" y="138"/>
                  </a:cubicBezTo>
                  <a:close/>
                  <a:moveTo>
                    <a:pt x="612" y="205"/>
                  </a:moveTo>
                  <a:lnTo>
                    <a:pt x="612" y="205"/>
                  </a:lnTo>
                  <a:cubicBezTo>
                    <a:pt x="589" y="207"/>
                    <a:pt x="567" y="211"/>
                    <a:pt x="544" y="215"/>
                  </a:cubicBezTo>
                  <a:lnTo>
                    <a:pt x="544" y="215"/>
                  </a:lnTo>
                  <a:cubicBezTo>
                    <a:pt x="569" y="215"/>
                    <a:pt x="593" y="212"/>
                    <a:pt x="612" y="205"/>
                  </a:cubicBezTo>
                  <a:close/>
                  <a:moveTo>
                    <a:pt x="145" y="238"/>
                  </a:moveTo>
                  <a:cubicBezTo>
                    <a:pt x="148" y="243"/>
                    <a:pt x="153" y="246"/>
                    <a:pt x="159" y="246"/>
                  </a:cubicBezTo>
                  <a:cubicBezTo>
                    <a:pt x="156" y="243"/>
                    <a:pt x="151" y="240"/>
                    <a:pt x="145" y="238"/>
                  </a:cubicBezTo>
                  <a:close/>
                  <a:moveTo>
                    <a:pt x="531" y="145"/>
                  </a:moveTo>
                  <a:cubicBezTo>
                    <a:pt x="463" y="145"/>
                    <a:pt x="472" y="153"/>
                    <a:pt x="438" y="178"/>
                  </a:cubicBezTo>
                  <a:cubicBezTo>
                    <a:pt x="417" y="175"/>
                    <a:pt x="396" y="174"/>
                    <a:pt x="374" y="174"/>
                  </a:cubicBezTo>
                  <a:cubicBezTo>
                    <a:pt x="329" y="174"/>
                    <a:pt x="283" y="179"/>
                    <a:pt x="241" y="179"/>
                  </a:cubicBezTo>
                  <a:cubicBezTo>
                    <a:pt x="199" y="179"/>
                    <a:pt x="161" y="174"/>
                    <a:pt x="133" y="153"/>
                  </a:cubicBezTo>
                  <a:cubicBezTo>
                    <a:pt x="57" y="153"/>
                    <a:pt x="57" y="170"/>
                    <a:pt x="15" y="187"/>
                  </a:cubicBezTo>
                  <a:cubicBezTo>
                    <a:pt x="0" y="224"/>
                    <a:pt x="102" y="222"/>
                    <a:pt x="145" y="238"/>
                  </a:cubicBezTo>
                  <a:lnTo>
                    <a:pt x="145" y="238"/>
                  </a:lnTo>
                  <a:cubicBezTo>
                    <a:pt x="143" y="235"/>
                    <a:pt x="142" y="232"/>
                    <a:pt x="142" y="229"/>
                  </a:cubicBezTo>
                  <a:lnTo>
                    <a:pt x="142" y="229"/>
                  </a:lnTo>
                  <a:lnTo>
                    <a:pt x="218" y="246"/>
                  </a:lnTo>
                  <a:cubicBezTo>
                    <a:pt x="150" y="229"/>
                    <a:pt x="226" y="204"/>
                    <a:pt x="260" y="204"/>
                  </a:cubicBezTo>
                  <a:cubicBezTo>
                    <a:pt x="302" y="204"/>
                    <a:pt x="345" y="204"/>
                    <a:pt x="336" y="221"/>
                  </a:cubicBezTo>
                  <a:lnTo>
                    <a:pt x="294" y="221"/>
                  </a:lnTo>
                  <a:cubicBezTo>
                    <a:pt x="303" y="224"/>
                    <a:pt x="312" y="225"/>
                    <a:pt x="322" y="225"/>
                  </a:cubicBezTo>
                  <a:cubicBezTo>
                    <a:pt x="355" y="225"/>
                    <a:pt x="391" y="212"/>
                    <a:pt x="424" y="212"/>
                  </a:cubicBezTo>
                  <a:cubicBezTo>
                    <a:pt x="438" y="212"/>
                    <a:pt x="451" y="215"/>
                    <a:pt x="463" y="221"/>
                  </a:cubicBezTo>
                  <a:cubicBezTo>
                    <a:pt x="463" y="229"/>
                    <a:pt x="446" y="229"/>
                    <a:pt x="438" y="238"/>
                  </a:cubicBezTo>
                  <a:cubicBezTo>
                    <a:pt x="475" y="229"/>
                    <a:pt x="510" y="221"/>
                    <a:pt x="544" y="215"/>
                  </a:cubicBezTo>
                  <a:lnTo>
                    <a:pt x="544" y="215"/>
                  </a:lnTo>
                  <a:cubicBezTo>
                    <a:pt x="543" y="215"/>
                    <a:pt x="542" y="215"/>
                    <a:pt x="542" y="215"/>
                  </a:cubicBezTo>
                  <a:cubicBezTo>
                    <a:pt x="511" y="215"/>
                    <a:pt x="479" y="211"/>
                    <a:pt x="455" y="204"/>
                  </a:cubicBezTo>
                  <a:cubicBezTo>
                    <a:pt x="387" y="161"/>
                    <a:pt x="514" y="178"/>
                    <a:pt x="531" y="145"/>
                  </a:cubicBezTo>
                  <a:close/>
                  <a:moveTo>
                    <a:pt x="1529" y="1"/>
                  </a:moveTo>
                  <a:cubicBezTo>
                    <a:pt x="1309" y="35"/>
                    <a:pt x="1157" y="119"/>
                    <a:pt x="945" y="161"/>
                  </a:cubicBezTo>
                  <a:cubicBezTo>
                    <a:pt x="937" y="136"/>
                    <a:pt x="768" y="136"/>
                    <a:pt x="692" y="128"/>
                  </a:cubicBezTo>
                  <a:cubicBezTo>
                    <a:pt x="724" y="108"/>
                    <a:pt x="762" y="93"/>
                    <a:pt x="805" y="92"/>
                  </a:cubicBezTo>
                  <a:lnTo>
                    <a:pt x="805" y="92"/>
                  </a:lnTo>
                  <a:lnTo>
                    <a:pt x="844" y="94"/>
                  </a:lnTo>
                  <a:cubicBezTo>
                    <a:pt x="833" y="92"/>
                    <a:pt x="823" y="92"/>
                    <a:pt x="813" y="92"/>
                  </a:cubicBezTo>
                  <a:cubicBezTo>
                    <a:pt x="810" y="92"/>
                    <a:pt x="808" y="92"/>
                    <a:pt x="805" y="92"/>
                  </a:cubicBezTo>
                  <a:lnTo>
                    <a:pt x="805" y="92"/>
                  </a:lnTo>
                  <a:lnTo>
                    <a:pt x="683" y="85"/>
                  </a:lnTo>
                  <a:lnTo>
                    <a:pt x="658" y="153"/>
                  </a:lnTo>
                  <a:cubicBezTo>
                    <a:pt x="596" y="151"/>
                    <a:pt x="574" y="146"/>
                    <a:pt x="571" y="141"/>
                  </a:cubicBezTo>
                  <a:lnTo>
                    <a:pt x="571" y="141"/>
                  </a:lnTo>
                  <a:cubicBezTo>
                    <a:pt x="566" y="161"/>
                    <a:pt x="537" y="187"/>
                    <a:pt x="641" y="187"/>
                  </a:cubicBezTo>
                  <a:cubicBezTo>
                    <a:pt x="635" y="195"/>
                    <a:pt x="625" y="201"/>
                    <a:pt x="612" y="205"/>
                  </a:cubicBezTo>
                  <a:lnTo>
                    <a:pt x="612" y="205"/>
                  </a:lnTo>
                  <a:cubicBezTo>
                    <a:pt x="624" y="204"/>
                    <a:pt x="637" y="204"/>
                    <a:pt x="649" y="204"/>
                  </a:cubicBezTo>
                  <a:lnTo>
                    <a:pt x="599" y="238"/>
                  </a:lnTo>
                  <a:cubicBezTo>
                    <a:pt x="654" y="221"/>
                    <a:pt x="713" y="212"/>
                    <a:pt x="772" y="212"/>
                  </a:cubicBezTo>
                  <a:cubicBezTo>
                    <a:pt x="831" y="212"/>
                    <a:pt x="890" y="221"/>
                    <a:pt x="945" y="238"/>
                  </a:cubicBezTo>
                  <a:cubicBezTo>
                    <a:pt x="937" y="229"/>
                    <a:pt x="912" y="229"/>
                    <a:pt x="920" y="221"/>
                  </a:cubicBezTo>
                  <a:cubicBezTo>
                    <a:pt x="929" y="220"/>
                    <a:pt x="938" y="219"/>
                    <a:pt x="946" y="219"/>
                  </a:cubicBezTo>
                  <a:cubicBezTo>
                    <a:pt x="1000" y="219"/>
                    <a:pt x="1035" y="241"/>
                    <a:pt x="1013" y="263"/>
                  </a:cubicBezTo>
                  <a:cubicBezTo>
                    <a:pt x="1026" y="256"/>
                    <a:pt x="1044" y="253"/>
                    <a:pt x="1066" y="253"/>
                  </a:cubicBezTo>
                  <a:cubicBezTo>
                    <a:pt x="1121" y="253"/>
                    <a:pt x="1198" y="269"/>
                    <a:pt x="1262" y="269"/>
                  </a:cubicBezTo>
                  <a:cubicBezTo>
                    <a:pt x="1293" y="269"/>
                    <a:pt x="1321" y="265"/>
                    <a:pt x="1343" y="255"/>
                  </a:cubicBezTo>
                  <a:lnTo>
                    <a:pt x="1749" y="68"/>
                  </a:lnTo>
                  <a:cubicBezTo>
                    <a:pt x="1732" y="68"/>
                    <a:pt x="1715" y="77"/>
                    <a:pt x="1698" y="77"/>
                  </a:cubicBezTo>
                  <a:cubicBezTo>
                    <a:pt x="1664" y="43"/>
                    <a:pt x="1648" y="43"/>
                    <a:pt x="1707" y="18"/>
                  </a:cubicBezTo>
                  <a:lnTo>
                    <a:pt x="1707" y="18"/>
                  </a:lnTo>
                  <a:cubicBezTo>
                    <a:pt x="1648" y="35"/>
                    <a:pt x="1673" y="60"/>
                    <a:pt x="1580" y="60"/>
                  </a:cubicBezTo>
                  <a:cubicBezTo>
                    <a:pt x="1614" y="43"/>
                    <a:pt x="1622" y="1"/>
                    <a:pt x="152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7"/>
            <p:cNvSpPr/>
            <p:nvPr/>
          </p:nvSpPr>
          <p:spPr>
            <a:xfrm>
              <a:off x="6812750" y="4309425"/>
              <a:ext cx="450" cy="25"/>
            </a:xfrm>
            <a:custGeom>
              <a:rect b="b" l="l" r="r" t="t"/>
              <a:pathLst>
                <a:path extrusionOk="0" h="1" w="18">
                  <a:moveTo>
                    <a:pt x="18" y="0"/>
                  </a:moveTo>
                  <a:cubicBezTo>
                    <a:pt x="9" y="0"/>
                    <a:pt x="9" y="0"/>
                    <a:pt x="1" y="0"/>
                  </a:cubicBezTo>
                  <a:cubicBezTo>
                    <a:pt x="9" y="0"/>
                    <a:pt x="9" y="0"/>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7"/>
            <p:cNvSpPr/>
            <p:nvPr/>
          </p:nvSpPr>
          <p:spPr>
            <a:xfrm>
              <a:off x="6804925" y="4310050"/>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7"/>
            <p:cNvSpPr/>
            <p:nvPr/>
          </p:nvSpPr>
          <p:spPr>
            <a:xfrm>
              <a:off x="6827550" y="4306050"/>
              <a:ext cx="1100" cy="425"/>
            </a:xfrm>
            <a:custGeom>
              <a:rect b="b" l="l" r="r" t="t"/>
              <a:pathLst>
                <a:path extrusionOk="0" h="17" w="44">
                  <a:moveTo>
                    <a:pt x="43" y="0"/>
                  </a:moveTo>
                  <a:lnTo>
                    <a:pt x="18" y="8"/>
                  </a:lnTo>
                  <a:cubicBezTo>
                    <a:pt x="9" y="17"/>
                    <a:pt x="1" y="17"/>
                    <a:pt x="9" y="17"/>
                  </a:cubicBezTo>
                  <a:cubicBezTo>
                    <a:pt x="26" y="8"/>
                    <a:pt x="35" y="8"/>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7"/>
            <p:cNvSpPr/>
            <p:nvPr/>
          </p:nvSpPr>
          <p:spPr>
            <a:xfrm>
              <a:off x="6828825" y="4307725"/>
              <a:ext cx="250" cy="250"/>
            </a:xfrm>
            <a:custGeom>
              <a:rect b="b" l="l" r="r" t="t"/>
              <a:pathLst>
                <a:path extrusionOk="0" h="10" w="10">
                  <a:moveTo>
                    <a:pt x="1" y="1"/>
                  </a:moveTo>
                  <a:lnTo>
                    <a:pt x="1" y="9"/>
                  </a:lnTo>
                  <a:lnTo>
                    <a:pt x="9" y="9"/>
                  </a:lnTo>
                  <a:cubicBezTo>
                    <a:pt x="9" y="9"/>
                    <a:pt x="9"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7"/>
            <p:cNvSpPr/>
            <p:nvPr/>
          </p:nvSpPr>
          <p:spPr>
            <a:xfrm>
              <a:off x="6778500" y="4303925"/>
              <a:ext cx="450" cy="25"/>
            </a:xfrm>
            <a:custGeom>
              <a:rect b="b" l="l" r="r" t="t"/>
              <a:pathLst>
                <a:path extrusionOk="0" h="1" w="18">
                  <a:moveTo>
                    <a:pt x="17" y="0"/>
                  </a:moveTo>
                  <a:lnTo>
                    <a:pt x="0" y="0"/>
                  </a:lnTo>
                  <a:cubicBezTo>
                    <a:pt x="9" y="0"/>
                    <a:pt x="17" y="0"/>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7"/>
            <p:cNvSpPr/>
            <p:nvPr/>
          </p:nvSpPr>
          <p:spPr>
            <a:xfrm>
              <a:off x="6790350" y="4307650"/>
              <a:ext cx="23550" cy="2300"/>
            </a:xfrm>
            <a:custGeom>
              <a:rect b="b" l="l" r="r" t="t"/>
              <a:pathLst>
                <a:path extrusionOk="0" h="92" w="942">
                  <a:moveTo>
                    <a:pt x="242" y="45"/>
                  </a:moveTo>
                  <a:lnTo>
                    <a:pt x="242" y="45"/>
                  </a:lnTo>
                  <a:cubicBezTo>
                    <a:pt x="237" y="45"/>
                    <a:pt x="233" y="46"/>
                    <a:pt x="228" y="46"/>
                  </a:cubicBezTo>
                  <a:lnTo>
                    <a:pt x="262" y="46"/>
                  </a:lnTo>
                  <a:cubicBezTo>
                    <a:pt x="255" y="45"/>
                    <a:pt x="248" y="45"/>
                    <a:pt x="242" y="45"/>
                  </a:cubicBezTo>
                  <a:close/>
                  <a:moveTo>
                    <a:pt x="534" y="0"/>
                  </a:moveTo>
                  <a:cubicBezTo>
                    <a:pt x="485" y="0"/>
                    <a:pt x="448" y="6"/>
                    <a:pt x="448" y="29"/>
                  </a:cubicBezTo>
                  <a:cubicBezTo>
                    <a:pt x="389" y="29"/>
                    <a:pt x="381" y="21"/>
                    <a:pt x="364" y="4"/>
                  </a:cubicBezTo>
                  <a:cubicBezTo>
                    <a:pt x="336" y="18"/>
                    <a:pt x="300" y="23"/>
                    <a:pt x="261" y="23"/>
                  </a:cubicBezTo>
                  <a:cubicBezTo>
                    <a:pt x="190" y="23"/>
                    <a:pt x="110" y="8"/>
                    <a:pt x="58" y="8"/>
                  </a:cubicBezTo>
                  <a:cubicBezTo>
                    <a:pt x="23" y="8"/>
                    <a:pt x="0" y="15"/>
                    <a:pt x="0" y="38"/>
                  </a:cubicBezTo>
                  <a:cubicBezTo>
                    <a:pt x="42" y="38"/>
                    <a:pt x="93" y="38"/>
                    <a:pt x="144" y="29"/>
                  </a:cubicBezTo>
                  <a:lnTo>
                    <a:pt x="144" y="29"/>
                  </a:lnTo>
                  <a:lnTo>
                    <a:pt x="135" y="80"/>
                  </a:lnTo>
                  <a:cubicBezTo>
                    <a:pt x="212" y="80"/>
                    <a:pt x="163" y="45"/>
                    <a:pt x="236" y="45"/>
                  </a:cubicBezTo>
                  <a:cubicBezTo>
                    <a:pt x="238" y="45"/>
                    <a:pt x="240" y="45"/>
                    <a:pt x="242" y="45"/>
                  </a:cubicBezTo>
                  <a:lnTo>
                    <a:pt x="242" y="45"/>
                  </a:lnTo>
                  <a:cubicBezTo>
                    <a:pt x="288" y="41"/>
                    <a:pt x="337" y="40"/>
                    <a:pt x="385" y="40"/>
                  </a:cubicBezTo>
                  <a:cubicBezTo>
                    <a:pt x="438" y="40"/>
                    <a:pt x="491" y="42"/>
                    <a:pt x="541" y="46"/>
                  </a:cubicBezTo>
                  <a:cubicBezTo>
                    <a:pt x="533" y="63"/>
                    <a:pt x="601" y="71"/>
                    <a:pt x="592" y="88"/>
                  </a:cubicBezTo>
                  <a:cubicBezTo>
                    <a:pt x="605" y="90"/>
                    <a:pt x="618" y="91"/>
                    <a:pt x="632" y="91"/>
                  </a:cubicBezTo>
                  <a:cubicBezTo>
                    <a:pt x="672" y="91"/>
                    <a:pt x="715" y="82"/>
                    <a:pt x="753" y="63"/>
                  </a:cubicBezTo>
                  <a:cubicBezTo>
                    <a:pt x="760" y="65"/>
                    <a:pt x="769" y="65"/>
                    <a:pt x="778" y="65"/>
                  </a:cubicBezTo>
                  <a:cubicBezTo>
                    <a:pt x="805" y="65"/>
                    <a:pt x="839" y="60"/>
                    <a:pt x="871" y="60"/>
                  </a:cubicBezTo>
                  <a:cubicBezTo>
                    <a:pt x="883" y="60"/>
                    <a:pt x="895" y="61"/>
                    <a:pt x="905" y="63"/>
                  </a:cubicBezTo>
                  <a:cubicBezTo>
                    <a:pt x="885" y="49"/>
                    <a:pt x="942" y="24"/>
                    <a:pt x="901" y="24"/>
                  </a:cubicBezTo>
                  <a:cubicBezTo>
                    <a:pt x="893" y="24"/>
                    <a:pt x="879" y="26"/>
                    <a:pt x="859" y="28"/>
                  </a:cubicBezTo>
                  <a:lnTo>
                    <a:pt x="859" y="28"/>
                  </a:lnTo>
                  <a:cubicBezTo>
                    <a:pt x="859" y="28"/>
                    <a:pt x="858" y="26"/>
                    <a:pt x="863" y="21"/>
                  </a:cubicBezTo>
                  <a:cubicBezTo>
                    <a:pt x="842" y="14"/>
                    <a:pt x="825" y="11"/>
                    <a:pt x="809" y="11"/>
                  </a:cubicBezTo>
                  <a:cubicBezTo>
                    <a:pt x="766" y="11"/>
                    <a:pt x="735" y="29"/>
                    <a:pt x="685" y="29"/>
                  </a:cubicBezTo>
                  <a:cubicBezTo>
                    <a:pt x="643" y="12"/>
                    <a:pt x="753" y="12"/>
                    <a:pt x="711" y="4"/>
                  </a:cubicBezTo>
                  <a:lnTo>
                    <a:pt x="711" y="4"/>
                  </a:lnTo>
                  <a:cubicBezTo>
                    <a:pt x="700" y="5"/>
                    <a:pt x="689" y="5"/>
                    <a:pt x="676" y="5"/>
                  </a:cubicBezTo>
                  <a:cubicBezTo>
                    <a:pt x="632" y="5"/>
                    <a:pt x="578" y="0"/>
                    <a:pt x="5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7"/>
            <p:cNvSpPr/>
            <p:nvPr/>
          </p:nvSpPr>
          <p:spPr>
            <a:xfrm>
              <a:off x="6824600" y="4306675"/>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7"/>
            <p:cNvSpPr/>
            <p:nvPr/>
          </p:nvSpPr>
          <p:spPr>
            <a:xfrm>
              <a:off x="6825025" y="4308775"/>
              <a:ext cx="24125" cy="4475"/>
            </a:xfrm>
            <a:custGeom>
              <a:rect b="b" l="l" r="r" t="t"/>
              <a:pathLst>
                <a:path extrusionOk="0" h="179" w="965">
                  <a:moveTo>
                    <a:pt x="652" y="1"/>
                  </a:moveTo>
                  <a:cubicBezTo>
                    <a:pt x="466" y="26"/>
                    <a:pt x="652" y="86"/>
                    <a:pt x="491" y="111"/>
                  </a:cubicBezTo>
                  <a:lnTo>
                    <a:pt x="381" y="102"/>
                  </a:lnTo>
                  <a:lnTo>
                    <a:pt x="339" y="145"/>
                  </a:lnTo>
                  <a:cubicBezTo>
                    <a:pt x="271" y="145"/>
                    <a:pt x="381" y="111"/>
                    <a:pt x="280" y="111"/>
                  </a:cubicBezTo>
                  <a:cubicBezTo>
                    <a:pt x="246" y="128"/>
                    <a:pt x="178" y="119"/>
                    <a:pt x="161" y="128"/>
                  </a:cubicBezTo>
                  <a:cubicBezTo>
                    <a:pt x="161" y="119"/>
                    <a:pt x="161" y="111"/>
                    <a:pt x="110" y="111"/>
                  </a:cubicBezTo>
                  <a:cubicBezTo>
                    <a:pt x="110" y="111"/>
                    <a:pt x="110" y="128"/>
                    <a:pt x="68" y="128"/>
                  </a:cubicBezTo>
                  <a:cubicBezTo>
                    <a:pt x="43" y="77"/>
                    <a:pt x="178" y="119"/>
                    <a:pt x="127" y="77"/>
                  </a:cubicBezTo>
                  <a:cubicBezTo>
                    <a:pt x="0" y="77"/>
                    <a:pt x="60" y="119"/>
                    <a:pt x="34" y="136"/>
                  </a:cubicBezTo>
                  <a:lnTo>
                    <a:pt x="60" y="136"/>
                  </a:lnTo>
                  <a:cubicBezTo>
                    <a:pt x="55" y="145"/>
                    <a:pt x="41" y="145"/>
                    <a:pt x="28" y="145"/>
                  </a:cubicBezTo>
                  <a:cubicBezTo>
                    <a:pt x="15" y="145"/>
                    <a:pt x="5" y="145"/>
                    <a:pt x="9" y="153"/>
                  </a:cubicBezTo>
                  <a:cubicBezTo>
                    <a:pt x="26" y="153"/>
                    <a:pt x="51" y="153"/>
                    <a:pt x="68" y="145"/>
                  </a:cubicBezTo>
                  <a:lnTo>
                    <a:pt x="68" y="145"/>
                  </a:lnTo>
                  <a:cubicBezTo>
                    <a:pt x="34" y="162"/>
                    <a:pt x="127" y="179"/>
                    <a:pt x="161" y="179"/>
                  </a:cubicBezTo>
                  <a:cubicBezTo>
                    <a:pt x="254" y="166"/>
                    <a:pt x="347" y="158"/>
                    <a:pt x="437" y="158"/>
                  </a:cubicBezTo>
                  <a:cubicBezTo>
                    <a:pt x="469" y="158"/>
                    <a:pt x="502" y="159"/>
                    <a:pt x="533" y="162"/>
                  </a:cubicBezTo>
                  <a:cubicBezTo>
                    <a:pt x="525" y="162"/>
                    <a:pt x="508" y="162"/>
                    <a:pt x="516" y="170"/>
                  </a:cubicBezTo>
                  <a:cubicBezTo>
                    <a:pt x="660" y="170"/>
                    <a:pt x="796" y="170"/>
                    <a:pt x="931" y="162"/>
                  </a:cubicBezTo>
                  <a:lnTo>
                    <a:pt x="965" y="111"/>
                  </a:lnTo>
                  <a:cubicBezTo>
                    <a:pt x="965" y="108"/>
                    <a:pt x="961" y="107"/>
                    <a:pt x="955" y="107"/>
                  </a:cubicBezTo>
                  <a:cubicBezTo>
                    <a:pt x="942" y="107"/>
                    <a:pt x="920" y="111"/>
                    <a:pt x="897" y="111"/>
                  </a:cubicBezTo>
                  <a:cubicBezTo>
                    <a:pt x="906" y="102"/>
                    <a:pt x="914" y="94"/>
                    <a:pt x="872" y="94"/>
                  </a:cubicBezTo>
                  <a:cubicBezTo>
                    <a:pt x="856" y="91"/>
                    <a:pt x="842" y="90"/>
                    <a:pt x="829" y="90"/>
                  </a:cubicBezTo>
                  <a:cubicBezTo>
                    <a:pt x="767" y="90"/>
                    <a:pt x="726" y="115"/>
                    <a:pt x="681" y="119"/>
                  </a:cubicBezTo>
                  <a:lnTo>
                    <a:pt x="681" y="119"/>
                  </a:lnTo>
                  <a:cubicBezTo>
                    <a:pt x="667" y="117"/>
                    <a:pt x="652" y="116"/>
                    <a:pt x="637" y="116"/>
                  </a:cubicBezTo>
                  <a:cubicBezTo>
                    <a:pt x="591" y="116"/>
                    <a:pt x="543" y="124"/>
                    <a:pt x="500" y="136"/>
                  </a:cubicBezTo>
                  <a:cubicBezTo>
                    <a:pt x="449" y="94"/>
                    <a:pt x="677" y="128"/>
                    <a:pt x="584" y="94"/>
                  </a:cubicBezTo>
                  <a:cubicBezTo>
                    <a:pt x="652" y="94"/>
                    <a:pt x="719" y="86"/>
                    <a:pt x="796" y="69"/>
                  </a:cubicBezTo>
                  <a:cubicBezTo>
                    <a:pt x="703" y="60"/>
                    <a:pt x="626" y="26"/>
                    <a:pt x="65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7"/>
            <p:cNvSpPr/>
            <p:nvPr/>
          </p:nvSpPr>
          <p:spPr>
            <a:xfrm>
              <a:off x="6791175" y="4387875"/>
              <a:ext cx="450" cy="250"/>
            </a:xfrm>
            <a:custGeom>
              <a:rect b="b" l="l" r="r" t="t"/>
              <a:pathLst>
                <a:path extrusionOk="0" h="10" w="18">
                  <a:moveTo>
                    <a:pt x="18" y="1"/>
                  </a:moveTo>
                  <a:lnTo>
                    <a:pt x="1" y="9"/>
                  </a:lnTo>
                  <a:cubicBezTo>
                    <a:pt x="1" y="9"/>
                    <a:pt x="9" y="9"/>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7"/>
            <p:cNvSpPr/>
            <p:nvPr/>
          </p:nvSpPr>
          <p:spPr>
            <a:xfrm>
              <a:off x="6906225" y="4299050"/>
              <a:ext cx="1100" cy="875"/>
            </a:xfrm>
            <a:custGeom>
              <a:rect b="b" l="l" r="r" t="t"/>
              <a:pathLst>
                <a:path extrusionOk="0" h="35" w="44">
                  <a:moveTo>
                    <a:pt x="43" y="1"/>
                  </a:moveTo>
                  <a:lnTo>
                    <a:pt x="32" y="10"/>
                  </a:lnTo>
                  <a:lnTo>
                    <a:pt x="32" y="10"/>
                  </a:lnTo>
                  <a:cubicBezTo>
                    <a:pt x="37" y="6"/>
                    <a:pt x="40" y="4"/>
                    <a:pt x="43" y="1"/>
                  </a:cubicBezTo>
                  <a:close/>
                  <a:moveTo>
                    <a:pt x="32" y="10"/>
                  </a:moveTo>
                  <a:cubicBezTo>
                    <a:pt x="23" y="16"/>
                    <a:pt x="12" y="23"/>
                    <a:pt x="1" y="35"/>
                  </a:cubicBezTo>
                  <a:lnTo>
                    <a:pt x="32" y="1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7"/>
            <p:cNvSpPr/>
            <p:nvPr/>
          </p:nvSpPr>
          <p:spPr>
            <a:xfrm>
              <a:off x="6888250" y="4317250"/>
              <a:ext cx="1500" cy="1500"/>
            </a:xfrm>
            <a:custGeom>
              <a:rect b="b" l="l" r="r" t="t"/>
              <a:pathLst>
                <a:path extrusionOk="0" h="60" w="60">
                  <a:moveTo>
                    <a:pt x="60" y="0"/>
                  </a:moveTo>
                  <a:lnTo>
                    <a:pt x="1" y="60"/>
                  </a:lnTo>
                  <a:cubicBezTo>
                    <a:pt x="18" y="43"/>
                    <a:pt x="43" y="26"/>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7"/>
            <p:cNvSpPr/>
            <p:nvPr/>
          </p:nvSpPr>
          <p:spPr>
            <a:xfrm>
              <a:off x="6799650" y="4381550"/>
              <a:ext cx="25" cy="225"/>
            </a:xfrm>
            <a:custGeom>
              <a:rect b="b" l="l" r="r" t="t"/>
              <a:pathLst>
                <a:path extrusionOk="0" h="9" w="1">
                  <a:moveTo>
                    <a:pt x="0" y="8"/>
                  </a:moveTo>
                  <a:lnTo>
                    <a:pt x="0" y="8"/>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7"/>
            <p:cNvSpPr/>
            <p:nvPr/>
          </p:nvSpPr>
          <p:spPr>
            <a:xfrm>
              <a:off x="6849550" y="4344525"/>
              <a:ext cx="675" cy="250"/>
            </a:xfrm>
            <a:custGeom>
              <a:rect b="b" l="l" r="r" t="t"/>
              <a:pathLst>
                <a:path extrusionOk="0" h="10" w="27">
                  <a:moveTo>
                    <a:pt x="26" y="1"/>
                  </a:moveTo>
                  <a:cubicBezTo>
                    <a:pt x="19" y="1"/>
                    <a:pt x="11" y="7"/>
                    <a:pt x="4" y="9"/>
                  </a:cubicBezTo>
                  <a:lnTo>
                    <a:pt x="4" y="9"/>
                  </a:lnTo>
                  <a:cubicBezTo>
                    <a:pt x="8" y="8"/>
                    <a:pt x="15" y="6"/>
                    <a:pt x="26" y="1"/>
                  </a:cubicBezTo>
                  <a:close/>
                  <a:moveTo>
                    <a:pt x="4" y="9"/>
                  </a:moveTo>
                  <a:cubicBezTo>
                    <a:pt x="2" y="9"/>
                    <a:pt x="1" y="9"/>
                    <a:pt x="1" y="9"/>
                  </a:cubicBezTo>
                  <a:cubicBezTo>
                    <a:pt x="2" y="9"/>
                    <a:pt x="3" y="9"/>
                    <a:pt x="4"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7"/>
            <p:cNvSpPr/>
            <p:nvPr/>
          </p:nvSpPr>
          <p:spPr>
            <a:xfrm>
              <a:off x="6889725" y="4317025"/>
              <a:ext cx="250" cy="250"/>
            </a:xfrm>
            <a:custGeom>
              <a:rect b="b" l="l" r="r" t="t"/>
              <a:pathLst>
                <a:path extrusionOk="0" h="10" w="10">
                  <a:moveTo>
                    <a:pt x="9" y="1"/>
                  </a:moveTo>
                  <a:lnTo>
                    <a:pt x="9" y="1"/>
                  </a:ln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7"/>
            <p:cNvSpPr/>
            <p:nvPr/>
          </p:nvSpPr>
          <p:spPr>
            <a:xfrm>
              <a:off x="6921450" y="4288900"/>
              <a:ext cx="1525" cy="250"/>
            </a:xfrm>
            <a:custGeom>
              <a:rect b="b" l="l" r="r" t="t"/>
              <a:pathLst>
                <a:path extrusionOk="0" h="10" w="61">
                  <a:moveTo>
                    <a:pt x="60" y="1"/>
                  </a:move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7"/>
            <p:cNvSpPr/>
            <p:nvPr/>
          </p:nvSpPr>
          <p:spPr>
            <a:xfrm>
              <a:off x="6913200" y="4292925"/>
              <a:ext cx="1300" cy="225"/>
            </a:xfrm>
            <a:custGeom>
              <a:rect b="b" l="l" r="r" t="t"/>
              <a:pathLst>
                <a:path extrusionOk="0" h="9" w="52">
                  <a:moveTo>
                    <a:pt x="52" y="1"/>
                  </a:move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7"/>
            <p:cNvSpPr/>
            <p:nvPr/>
          </p:nvSpPr>
          <p:spPr>
            <a:xfrm>
              <a:off x="6867525" y="4294825"/>
              <a:ext cx="2150" cy="450"/>
            </a:xfrm>
            <a:custGeom>
              <a:rect b="b" l="l" r="r" t="t"/>
              <a:pathLst>
                <a:path extrusionOk="0" h="18" w="86">
                  <a:moveTo>
                    <a:pt x="85" y="1"/>
                  </a:moveTo>
                  <a:lnTo>
                    <a:pt x="1" y="18"/>
                  </a:lnTo>
                  <a:cubicBezTo>
                    <a:pt x="26" y="18"/>
                    <a:pt x="60" y="9"/>
                    <a:pt x="8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7"/>
            <p:cNvSpPr/>
            <p:nvPr/>
          </p:nvSpPr>
          <p:spPr>
            <a:xfrm>
              <a:off x="6911300" y="4292500"/>
              <a:ext cx="675" cy="250"/>
            </a:xfrm>
            <a:custGeom>
              <a:rect b="b" l="l" r="r" t="t"/>
              <a:pathLst>
                <a:path extrusionOk="0" h="10" w="27">
                  <a:moveTo>
                    <a:pt x="26" y="1"/>
                  </a:moveTo>
                  <a:cubicBezTo>
                    <a:pt x="22" y="1"/>
                    <a:pt x="18" y="3"/>
                    <a:pt x="14" y="5"/>
                  </a:cubicBezTo>
                  <a:lnTo>
                    <a:pt x="14" y="5"/>
                  </a:lnTo>
                  <a:lnTo>
                    <a:pt x="26" y="1"/>
                  </a:lnTo>
                  <a:close/>
                  <a:moveTo>
                    <a:pt x="14" y="5"/>
                  </a:moveTo>
                  <a:lnTo>
                    <a:pt x="1" y="9"/>
                  </a:lnTo>
                  <a:cubicBezTo>
                    <a:pt x="5" y="9"/>
                    <a:pt x="9" y="7"/>
                    <a:pt x="14"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7"/>
            <p:cNvSpPr/>
            <p:nvPr/>
          </p:nvSpPr>
          <p:spPr>
            <a:xfrm>
              <a:off x="6783575" y="438977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7"/>
            <p:cNvSpPr/>
            <p:nvPr/>
          </p:nvSpPr>
          <p:spPr>
            <a:xfrm>
              <a:off x="6781675" y="4392750"/>
              <a:ext cx="875" cy="650"/>
            </a:xfrm>
            <a:custGeom>
              <a:rect b="b" l="l" r="r" t="t"/>
              <a:pathLst>
                <a:path extrusionOk="0" h="26" w="35">
                  <a:moveTo>
                    <a:pt x="34" y="0"/>
                  </a:moveTo>
                  <a:lnTo>
                    <a:pt x="0" y="26"/>
                  </a:lnTo>
                  <a:cubicBezTo>
                    <a:pt x="17" y="17"/>
                    <a:pt x="26" y="9"/>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7"/>
            <p:cNvSpPr/>
            <p:nvPr/>
          </p:nvSpPr>
          <p:spPr>
            <a:xfrm>
              <a:off x="6834850" y="4353200"/>
              <a:ext cx="1200" cy="675"/>
            </a:xfrm>
            <a:custGeom>
              <a:rect b="b" l="l" r="r" t="t"/>
              <a:pathLst>
                <a:path extrusionOk="0" h="27" w="48">
                  <a:moveTo>
                    <a:pt x="47" y="0"/>
                  </a:moveTo>
                  <a:cubicBezTo>
                    <a:pt x="36" y="0"/>
                    <a:pt x="21" y="8"/>
                    <a:pt x="12" y="8"/>
                  </a:cubicBezTo>
                  <a:cubicBezTo>
                    <a:pt x="8" y="8"/>
                    <a:pt x="5" y="6"/>
                    <a:pt x="5" y="0"/>
                  </a:cubicBezTo>
                  <a:lnTo>
                    <a:pt x="5" y="0"/>
                  </a:lnTo>
                  <a:cubicBezTo>
                    <a:pt x="0" y="15"/>
                    <a:pt x="3" y="26"/>
                    <a:pt x="13" y="26"/>
                  </a:cubicBezTo>
                  <a:cubicBezTo>
                    <a:pt x="21" y="26"/>
                    <a:pt x="32" y="19"/>
                    <a:pt x="4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7"/>
            <p:cNvSpPr/>
            <p:nvPr/>
          </p:nvSpPr>
          <p:spPr>
            <a:xfrm>
              <a:off x="6783575" y="4380850"/>
              <a:ext cx="375" cy="700"/>
            </a:xfrm>
            <a:custGeom>
              <a:rect b="b" l="l" r="r" t="t"/>
              <a:pathLst>
                <a:path extrusionOk="0" h="28" w="15">
                  <a:moveTo>
                    <a:pt x="12" y="0"/>
                  </a:moveTo>
                  <a:cubicBezTo>
                    <a:pt x="11" y="0"/>
                    <a:pt x="10" y="1"/>
                    <a:pt x="9" y="3"/>
                  </a:cubicBezTo>
                  <a:cubicBezTo>
                    <a:pt x="9" y="11"/>
                    <a:pt x="0" y="20"/>
                    <a:pt x="0" y="28"/>
                  </a:cubicBezTo>
                  <a:cubicBezTo>
                    <a:pt x="7" y="14"/>
                    <a:pt x="14" y="0"/>
                    <a:pt x="1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7"/>
            <p:cNvSpPr/>
            <p:nvPr/>
          </p:nvSpPr>
          <p:spPr>
            <a:xfrm>
              <a:off x="6783150" y="4381550"/>
              <a:ext cx="450" cy="650"/>
            </a:xfrm>
            <a:custGeom>
              <a:rect b="b" l="l" r="r" t="t"/>
              <a:pathLst>
                <a:path extrusionOk="0" h="26" w="18">
                  <a:moveTo>
                    <a:pt x="17" y="0"/>
                  </a:moveTo>
                  <a:lnTo>
                    <a:pt x="0" y="25"/>
                  </a:lnTo>
                  <a:cubicBezTo>
                    <a:pt x="9" y="17"/>
                    <a:pt x="17" y="8"/>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7"/>
            <p:cNvSpPr/>
            <p:nvPr/>
          </p:nvSpPr>
          <p:spPr>
            <a:xfrm>
              <a:off x="6836450" y="4341050"/>
              <a:ext cx="450" cy="125"/>
            </a:xfrm>
            <a:custGeom>
              <a:rect b="b" l="l" r="r" t="t"/>
              <a:pathLst>
                <a:path extrusionOk="0" h="5" w="18">
                  <a:moveTo>
                    <a:pt x="9" y="1"/>
                  </a:moveTo>
                  <a:cubicBezTo>
                    <a:pt x="4" y="1"/>
                    <a:pt x="0" y="4"/>
                    <a:pt x="0" y="4"/>
                  </a:cubicBezTo>
                  <a:lnTo>
                    <a:pt x="17" y="4"/>
                  </a:lnTo>
                  <a:cubicBezTo>
                    <a:pt x="14" y="1"/>
                    <a:pt x="12"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7"/>
            <p:cNvSpPr/>
            <p:nvPr/>
          </p:nvSpPr>
          <p:spPr>
            <a:xfrm>
              <a:off x="6778700" y="4392525"/>
              <a:ext cx="7000" cy="7025"/>
            </a:xfrm>
            <a:custGeom>
              <a:rect b="b" l="l" r="r" t="t"/>
              <a:pathLst>
                <a:path extrusionOk="0" h="281" w="280">
                  <a:moveTo>
                    <a:pt x="255" y="1"/>
                  </a:moveTo>
                  <a:lnTo>
                    <a:pt x="111" y="94"/>
                  </a:lnTo>
                  <a:cubicBezTo>
                    <a:pt x="93" y="100"/>
                    <a:pt x="81" y="103"/>
                    <a:pt x="75" y="103"/>
                  </a:cubicBezTo>
                  <a:cubicBezTo>
                    <a:pt x="55" y="103"/>
                    <a:pt x="87" y="75"/>
                    <a:pt x="119" y="43"/>
                  </a:cubicBezTo>
                  <a:cubicBezTo>
                    <a:pt x="111" y="43"/>
                    <a:pt x="102" y="52"/>
                    <a:pt x="94" y="52"/>
                  </a:cubicBezTo>
                  <a:cubicBezTo>
                    <a:pt x="94" y="58"/>
                    <a:pt x="22" y="131"/>
                    <a:pt x="40" y="131"/>
                  </a:cubicBezTo>
                  <a:cubicBezTo>
                    <a:pt x="47" y="131"/>
                    <a:pt x="62" y="123"/>
                    <a:pt x="94" y="102"/>
                  </a:cubicBezTo>
                  <a:lnTo>
                    <a:pt x="94" y="102"/>
                  </a:lnTo>
                  <a:cubicBezTo>
                    <a:pt x="102" y="136"/>
                    <a:pt x="26" y="179"/>
                    <a:pt x="1" y="212"/>
                  </a:cubicBezTo>
                  <a:cubicBezTo>
                    <a:pt x="5" y="210"/>
                    <a:pt x="8" y="208"/>
                    <a:pt x="10" y="208"/>
                  </a:cubicBezTo>
                  <a:cubicBezTo>
                    <a:pt x="19" y="208"/>
                    <a:pt x="4" y="238"/>
                    <a:pt x="18" y="238"/>
                  </a:cubicBezTo>
                  <a:cubicBezTo>
                    <a:pt x="26" y="221"/>
                    <a:pt x="43" y="204"/>
                    <a:pt x="68" y="187"/>
                  </a:cubicBezTo>
                  <a:lnTo>
                    <a:pt x="68" y="187"/>
                  </a:lnTo>
                  <a:cubicBezTo>
                    <a:pt x="85" y="187"/>
                    <a:pt x="52" y="229"/>
                    <a:pt x="18" y="246"/>
                  </a:cubicBezTo>
                  <a:cubicBezTo>
                    <a:pt x="23" y="244"/>
                    <a:pt x="27" y="244"/>
                    <a:pt x="30" y="244"/>
                  </a:cubicBezTo>
                  <a:cubicBezTo>
                    <a:pt x="49" y="244"/>
                    <a:pt x="18" y="280"/>
                    <a:pt x="31" y="280"/>
                  </a:cubicBezTo>
                  <a:cubicBezTo>
                    <a:pt x="34" y="280"/>
                    <a:pt x="41" y="278"/>
                    <a:pt x="52" y="272"/>
                  </a:cubicBezTo>
                  <a:cubicBezTo>
                    <a:pt x="145" y="195"/>
                    <a:pt x="221" y="111"/>
                    <a:pt x="280" y="9"/>
                  </a:cubicBezTo>
                  <a:lnTo>
                    <a:pt x="280" y="9"/>
                  </a:lnTo>
                  <a:cubicBezTo>
                    <a:pt x="221" y="60"/>
                    <a:pt x="162" y="111"/>
                    <a:pt x="94" y="153"/>
                  </a:cubicBezTo>
                  <a:lnTo>
                    <a:pt x="94" y="119"/>
                  </a:lnTo>
                  <a:cubicBezTo>
                    <a:pt x="153" y="85"/>
                    <a:pt x="204" y="52"/>
                    <a:pt x="25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7"/>
            <p:cNvSpPr/>
            <p:nvPr/>
          </p:nvSpPr>
          <p:spPr>
            <a:xfrm>
              <a:off x="6779350" y="4387025"/>
              <a:ext cx="25" cy="250"/>
            </a:xfrm>
            <a:custGeom>
              <a:rect b="b" l="l" r="r" t="t"/>
              <a:pathLst>
                <a:path extrusionOk="0" h="10" w="1">
                  <a:moveTo>
                    <a:pt x="0" y="1"/>
                  </a:moveTo>
                  <a:lnTo>
                    <a:pt x="0" y="1"/>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7"/>
            <p:cNvSpPr/>
            <p:nvPr/>
          </p:nvSpPr>
          <p:spPr>
            <a:xfrm>
              <a:off x="6862675" y="4309850"/>
              <a:ext cx="225" cy="225"/>
            </a:xfrm>
            <a:custGeom>
              <a:rect b="b" l="l" r="r" t="t"/>
              <a:pathLst>
                <a:path extrusionOk="0" h="9" w="9">
                  <a:moveTo>
                    <a:pt x="9" y="0"/>
                  </a:moveTo>
                  <a:lnTo>
                    <a:pt x="0" y="9"/>
                  </a:lnTo>
                  <a:cubicBezTo>
                    <a:pt x="9" y="9"/>
                    <a:pt x="9"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7"/>
            <p:cNvSpPr/>
            <p:nvPr/>
          </p:nvSpPr>
          <p:spPr>
            <a:xfrm>
              <a:off x="6783350" y="4388300"/>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7"/>
            <p:cNvSpPr/>
            <p:nvPr/>
          </p:nvSpPr>
          <p:spPr>
            <a:xfrm>
              <a:off x="6866275" y="4309625"/>
              <a:ext cx="0" cy="25"/>
            </a:xfrm>
            <a:custGeom>
              <a:rect b="b" l="l" r="r" t="t"/>
              <a:pathLst>
                <a:path extrusionOk="0" h="1" w="0">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7"/>
            <p:cNvSpPr/>
            <p:nvPr/>
          </p:nvSpPr>
          <p:spPr>
            <a:xfrm>
              <a:off x="6891000" y="4292075"/>
              <a:ext cx="450" cy="25"/>
            </a:xfrm>
            <a:custGeom>
              <a:rect b="b" l="l" r="r" t="t"/>
              <a:pathLst>
                <a:path extrusionOk="0" h="1" w="18">
                  <a:moveTo>
                    <a:pt x="18" y="1"/>
                  </a:moveTo>
                  <a:lnTo>
                    <a:pt x="18" y="1"/>
                  </a:lnTo>
                  <a:cubicBezTo>
                    <a:pt x="1" y="1"/>
                    <a:pt x="1" y="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7"/>
            <p:cNvSpPr/>
            <p:nvPr/>
          </p:nvSpPr>
          <p:spPr>
            <a:xfrm>
              <a:off x="6866275" y="4309625"/>
              <a:ext cx="0" cy="25"/>
            </a:xfrm>
            <a:custGeom>
              <a:rect b="b" l="l" r="r" t="t"/>
              <a:pathLst>
                <a:path extrusionOk="0" h="1" w="0">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7"/>
            <p:cNvSpPr/>
            <p:nvPr/>
          </p:nvSpPr>
          <p:spPr>
            <a:xfrm>
              <a:off x="6872400" y="4313775"/>
              <a:ext cx="650" cy="100"/>
            </a:xfrm>
            <a:custGeom>
              <a:rect b="b" l="l" r="r" t="t"/>
              <a:pathLst>
                <a:path extrusionOk="0" h="4" w="26">
                  <a:moveTo>
                    <a:pt x="14" y="0"/>
                  </a:moveTo>
                  <a:cubicBezTo>
                    <a:pt x="11" y="0"/>
                    <a:pt x="6" y="1"/>
                    <a:pt x="0" y="4"/>
                  </a:cubicBezTo>
                  <a:lnTo>
                    <a:pt x="26" y="4"/>
                  </a:lnTo>
                  <a:cubicBezTo>
                    <a:pt x="26" y="4"/>
                    <a:pt x="22" y="0"/>
                    <a:pt x="1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7"/>
            <p:cNvSpPr/>
            <p:nvPr/>
          </p:nvSpPr>
          <p:spPr>
            <a:xfrm>
              <a:off x="6879175" y="4310050"/>
              <a:ext cx="225" cy="25"/>
            </a:xfrm>
            <a:custGeom>
              <a:rect b="b" l="l" r="r" t="t"/>
              <a:pathLst>
                <a:path extrusionOk="0" h="1" w="9">
                  <a:moveTo>
                    <a:pt x="0" y="1"/>
                  </a:moveTo>
                  <a:lnTo>
                    <a:pt x="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7"/>
            <p:cNvSpPr/>
            <p:nvPr/>
          </p:nvSpPr>
          <p:spPr>
            <a:xfrm>
              <a:off x="6839625" y="4354050"/>
              <a:ext cx="650" cy="650"/>
            </a:xfrm>
            <a:custGeom>
              <a:rect b="b" l="l" r="r" t="t"/>
              <a:pathLst>
                <a:path extrusionOk="0" h="26" w="26">
                  <a:moveTo>
                    <a:pt x="25" y="0"/>
                  </a:moveTo>
                  <a:cubicBezTo>
                    <a:pt x="17" y="0"/>
                    <a:pt x="9" y="9"/>
                    <a:pt x="0" y="26"/>
                  </a:cubicBezTo>
                  <a:lnTo>
                    <a:pt x="2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7"/>
            <p:cNvSpPr/>
            <p:nvPr/>
          </p:nvSpPr>
          <p:spPr>
            <a:xfrm>
              <a:off x="6865625" y="4309850"/>
              <a:ext cx="450" cy="225"/>
            </a:xfrm>
            <a:custGeom>
              <a:rect b="b" l="l" r="r" t="t"/>
              <a:pathLst>
                <a:path extrusionOk="0" h="9" w="18">
                  <a:moveTo>
                    <a:pt x="18" y="0"/>
                  </a:move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7"/>
            <p:cNvSpPr/>
            <p:nvPr/>
          </p:nvSpPr>
          <p:spPr>
            <a:xfrm>
              <a:off x="6868600" y="4321050"/>
              <a:ext cx="225" cy="250"/>
            </a:xfrm>
            <a:custGeom>
              <a:rect b="b" l="l" r="r" t="t"/>
              <a:pathLst>
                <a:path extrusionOk="0" h="10" w="9">
                  <a:moveTo>
                    <a:pt x="0" y="9"/>
                  </a:moveTo>
                  <a:lnTo>
                    <a:pt x="9" y="1"/>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7"/>
            <p:cNvSpPr/>
            <p:nvPr/>
          </p:nvSpPr>
          <p:spPr>
            <a:xfrm>
              <a:off x="6861400" y="4320850"/>
              <a:ext cx="8900" cy="5950"/>
            </a:xfrm>
            <a:custGeom>
              <a:rect b="b" l="l" r="r" t="t"/>
              <a:pathLst>
                <a:path extrusionOk="0" h="238" w="356">
                  <a:moveTo>
                    <a:pt x="356" y="0"/>
                  </a:moveTo>
                  <a:lnTo>
                    <a:pt x="280" y="51"/>
                  </a:lnTo>
                  <a:lnTo>
                    <a:pt x="280" y="26"/>
                  </a:lnTo>
                  <a:cubicBezTo>
                    <a:pt x="245" y="60"/>
                    <a:pt x="231" y="68"/>
                    <a:pt x="223" y="68"/>
                  </a:cubicBezTo>
                  <a:cubicBezTo>
                    <a:pt x="216" y="68"/>
                    <a:pt x="215" y="62"/>
                    <a:pt x="207" y="62"/>
                  </a:cubicBezTo>
                  <a:cubicBezTo>
                    <a:pt x="199" y="62"/>
                    <a:pt x="184" y="71"/>
                    <a:pt x="144" y="110"/>
                  </a:cubicBezTo>
                  <a:cubicBezTo>
                    <a:pt x="144" y="102"/>
                    <a:pt x="144" y="102"/>
                    <a:pt x="144" y="93"/>
                  </a:cubicBezTo>
                  <a:cubicBezTo>
                    <a:pt x="93" y="144"/>
                    <a:pt x="0" y="203"/>
                    <a:pt x="9" y="237"/>
                  </a:cubicBezTo>
                  <a:cubicBezTo>
                    <a:pt x="23" y="223"/>
                    <a:pt x="86" y="188"/>
                    <a:pt x="110" y="188"/>
                  </a:cubicBezTo>
                  <a:cubicBezTo>
                    <a:pt x="115" y="188"/>
                    <a:pt x="119" y="190"/>
                    <a:pt x="119" y="195"/>
                  </a:cubicBezTo>
                  <a:cubicBezTo>
                    <a:pt x="144" y="161"/>
                    <a:pt x="212" y="136"/>
                    <a:pt x="220" y="119"/>
                  </a:cubicBezTo>
                  <a:lnTo>
                    <a:pt x="220" y="119"/>
                  </a:lnTo>
                  <a:cubicBezTo>
                    <a:pt x="205" y="126"/>
                    <a:pt x="195" y="130"/>
                    <a:pt x="191" y="130"/>
                  </a:cubicBezTo>
                  <a:cubicBezTo>
                    <a:pt x="175" y="130"/>
                    <a:pt x="211" y="94"/>
                    <a:pt x="237" y="68"/>
                  </a:cubicBezTo>
                  <a:cubicBezTo>
                    <a:pt x="244" y="62"/>
                    <a:pt x="249" y="61"/>
                    <a:pt x="251" y="61"/>
                  </a:cubicBezTo>
                  <a:cubicBezTo>
                    <a:pt x="258" y="61"/>
                    <a:pt x="252" y="75"/>
                    <a:pt x="262" y="75"/>
                  </a:cubicBezTo>
                  <a:cubicBezTo>
                    <a:pt x="265" y="75"/>
                    <a:pt x="271" y="73"/>
                    <a:pt x="280" y="68"/>
                  </a:cubicBezTo>
                  <a:lnTo>
                    <a:pt x="35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7"/>
            <p:cNvSpPr/>
            <p:nvPr/>
          </p:nvSpPr>
          <p:spPr>
            <a:xfrm>
              <a:off x="6865000" y="4322750"/>
              <a:ext cx="450" cy="450"/>
            </a:xfrm>
            <a:custGeom>
              <a:rect b="b" l="l" r="r" t="t"/>
              <a:pathLst>
                <a:path extrusionOk="0" h="18" w="18">
                  <a:moveTo>
                    <a:pt x="17" y="0"/>
                  </a:moveTo>
                  <a:lnTo>
                    <a:pt x="17" y="0"/>
                  </a:lnTo>
                  <a:cubicBezTo>
                    <a:pt x="9" y="0"/>
                    <a:pt x="0" y="9"/>
                    <a:pt x="0" y="17"/>
                  </a:cubicBezTo>
                  <a:cubicBezTo>
                    <a:pt x="9" y="9"/>
                    <a:pt x="9" y="0"/>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7"/>
            <p:cNvSpPr/>
            <p:nvPr/>
          </p:nvSpPr>
          <p:spPr>
            <a:xfrm>
              <a:off x="6851450" y="4331625"/>
              <a:ext cx="450" cy="650"/>
            </a:xfrm>
            <a:custGeom>
              <a:rect b="b" l="l" r="r" t="t"/>
              <a:pathLst>
                <a:path extrusionOk="0" h="26" w="18">
                  <a:moveTo>
                    <a:pt x="18" y="1"/>
                  </a:moveTo>
                  <a:lnTo>
                    <a:pt x="1" y="26"/>
                  </a:lnTo>
                  <a:cubicBezTo>
                    <a:pt x="9" y="18"/>
                    <a:pt x="18" y="9"/>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7"/>
            <p:cNvSpPr/>
            <p:nvPr/>
          </p:nvSpPr>
          <p:spPr>
            <a:xfrm>
              <a:off x="6837075" y="4305200"/>
              <a:ext cx="2350" cy="575"/>
            </a:xfrm>
            <a:custGeom>
              <a:rect b="b" l="l" r="r" t="t"/>
              <a:pathLst>
                <a:path extrusionOk="0" h="23" w="94">
                  <a:moveTo>
                    <a:pt x="9" y="0"/>
                  </a:moveTo>
                  <a:lnTo>
                    <a:pt x="1" y="9"/>
                  </a:lnTo>
                  <a:cubicBezTo>
                    <a:pt x="1" y="14"/>
                    <a:pt x="35" y="22"/>
                    <a:pt x="62" y="22"/>
                  </a:cubicBezTo>
                  <a:cubicBezTo>
                    <a:pt x="79" y="22"/>
                    <a:pt x="94" y="19"/>
                    <a:pt x="94" y="9"/>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7"/>
            <p:cNvSpPr/>
            <p:nvPr/>
          </p:nvSpPr>
          <p:spPr>
            <a:xfrm>
              <a:off x="6820575" y="4359550"/>
              <a:ext cx="675" cy="650"/>
            </a:xfrm>
            <a:custGeom>
              <a:rect b="b" l="l" r="r" t="t"/>
              <a:pathLst>
                <a:path extrusionOk="0" h="26" w="27">
                  <a:moveTo>
                    <a:pt x="26" y="0"/>
                  </a:moveTo>
                  <a:cubicBezTo>
                    <a:pt x="18" y="0"/>
                    <a:pt x="1" y="17"/>
                    <a:pt x="1" y="26"/>
                  </a:cubicBezTo>
                  <a:lnTo>
                    <a:pt x="26" y="9"/>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7"/>
            <p:cNvSpPr/>
            <p:nvPr/>
          </p:nvSpPr>
          <p:spPr>
            <a:xfrm>
              <a:off x="6863925" y="4325700"/>
              <a:ext cx="450" cy="675"/>
            </a:xfrm>
            <a:custGeom>
              <a:rect b="b" l="l" r="r" t="t"/>
              <a:pathLst>
                <a:path extrusionOk="0" h="27" w="18">
                  <a:moveTo>
                    <a:pt x="18" y="1"/>
                  </a:moveTo>
                  <a:cubicBezTo>
                    <a:pt x="9" y="1"/>
                    <a:pt x="9" y="9"/>
                    <a:pt x="1" y="26"/>
                  </a:cubicBezTo>
                  <a:cubicBezTo>
                    <a:pt x="9" y="18"/>
                    <a:pt x="18" y="9"/>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7"/>
            <p:cNvSpPr/>
            <p:nvPr/>
          </p:nvSpPr>
          <p:spPr>
            <a:xfrm>
              <a:off x="6817400" y="4359125"/>
              <a:ext cx="2150" cy="1500"/>
            </a:xfrm>
            <a:custGeom>
              <a:rect b="b" l="l" r="r" t="t"/>
              <a:pathLst>
                <a:path extrusionOk="0" h="60" w="86">
                  <a:moveTo>
                    <a:pt x="43" y="0"/>
                  </a:moveTo>
                  <a:cubicBezTo>
                    <a:pt x="26" y="17"/>
                    <a:pt x="9" y="34"/>
                    <a:pt x="1" y="60"/>
                  </a:cubicBezTo>
                  <a:cubicBezTo>
                    <a:pt x="26" y="34"/>
                    <a:pt x="52" y="17"/>
                    <a:pt x="85" y="0"/>
                  </a:cubicBezTo>
                  <a:lnTo>
                    <a:pt x="85" y="0"/>
                  </a:lnTo>
                  <a:cubicBezTo>
                    <a:pt x="80" y="0"/>
                    <a:pt x="67" y="4"/>
                    <a:pt x="56" y="4"/>
                  </a:cubicBezTo>
                  <a:cubicBezTo>
                    <a:pt x="51" y="4"/>
                    <a:pt x="46" y="3"/>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7"/>
            <p:cNvSpPr/>
            <p:nvPr/>
          </p:nvSpPr>
          <p:spPr>
            <a:xfrm>
              <a:off x="6817400" y="4360600"/>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7"/>
            <p:cNvSpPr/>
            <p:nvPr/>
          </p:nvSpPr>
          <p:spPr>
            <a:xfrm>
              <a:off x="6676550" y="4284525"/>
              <a:ext cx="254025" cy="109300"/>
            </a:xfrm>
            <a:custGeom>
              <a:rect b="b" l="l" r="r" t="t"/>
              <a:pathLst>
                <a:path extrusionOk="0" h="4372" w="10161">
                  <a:moveTo>
                    <a:pt x="610" y="184"/>
                  </a:moveTo>
                  <a:cubicBezTo>
                    <a:pt x="610" y="185"/>
                    <a:pt x="610" y="185"/>
                    <a:pt x="610" y="186"/>
                  </a:cubicBezTo>
                  <a:lnTo>
                    <a:pt x="610" y="186"/>
                  </a:lnTo>
                  <a:cubicBezTo>
                    <a:pt x="610" y="185"/>
                    <a:pt x="610" y="184"/>
                    <a:pt x="610" y="184"/>
                  </a:cubicBezTo>
                  <a:close/>
                  <a:moveTo>
                    <a:pt x="2037" y="326"/>
                  </a:moveTo>
                  <a:lnTo>
                    <a:pt x="2048" y="328"/>
                  </a:lnTo>
                  <a:cubicBezTo>
                    <a:pt x="2044" y="327"/>
                    <a:pt x="2040" y="327"/>
                    <a:pt x="2037" y="326"/>
                  </a:cubicBezTo>
                  <a:close/>
                  <a:moveTo>
                    <a:pt x="1405" y="370"/>
                  </a:moveTo>
                  <a:lnTo>
                    <a:pt x="1405" y="370"/>
                  </a:lnTo>
                  <a:cubicBezTo>
                    <a:pt x="1408" y="373"/>
                    <a:pt x="1411" y="374"/>
                    <a:pt x="1414" y="374"/>
                  </a:cubicBezTo>
                  <a:cubicBezTo>
                    <a:pt x="1417" y="374"/>
                    <a:pt x="1420" y="373"/>
                    <a:pt x="1422" y="372"/>
                  </a:cubicBezTo>
                  <a:lnTo>
                    <a:pt x="1422" y="372"/>
                  </a:lnTo>
                  <a:cubicBezTo>
                    <a:pt x="1417" y="372"/>
                    <a:pt x="1411" y="371"/>
                    <a:pt x="1405" y="370"/>
                  </a:cubicBezTo>
                  <a:close/>
                  <a:moveTo>
                    <a:pt x="4315" y="480"/>
                  </a:moveTo>
                  <a:lnTo>
                    <a:pt x="4315" y="480"/>
                  </a:lnTo>
                  <a:cubicBezTo>
                    <a:pt x="4308" y="489"/>
                    <a:pt x="4297" y="495"/>
                    <a:pt x="4283" y="499"/>
                  </a:cubicBezTo>
                  <a:lnTo>
                    <a:pt x="4283" y="499"/>
                  </a:lnTo>
                  <a:cubicBezTo>
                    <a:pt x="4314" y="495"/>
                    <a:pt x="4349" y="493"/>
                    <a:pt x="4315" y="480"/>
                  </a:cubicBezTo>
                  <a:close/>
                  <a:moveTo>
                    <a:pt x="4283" y="499"/>
                  </a:moveTo>
                  <a:lnTo>
                    <a:pt x="4283" y="499"/>
                  </a:lnTo>
                  <a:cubicBezTo>
                    <a:pt x="4274" y="501"/>
                    <a:pt x="4265" y="502"/>
                    <a:pt x="4259" y="504"/>
                  </a:cubicBezTo>
                  <a:lnTo>
                    <a:pt x="4259" y="504"/>
                  </a:lnTo>
                  <a:cubicBezTo>
                    <a:pt x="4268" y="503"/>
                    <a:pt x="4276" y="501"/>
                    <a:pt x="4283" y="499"/>
                  </a:cubicBezTo>
                  <a:close/>
                  <a:moveTo>
                    <a:pt x="9225" y="582"/>
                  </a:moveTo>
                  <a:lnTo>
                    <a:pt x="9213" y="590"/>
                  </a:lnTo>
                  <a:cubicBezTo>
                    <a:pt x="9218" y="587"/>
                    <a:pt x="9222" y="584"/>
                    <a:pt x="9225" y="582"/>
                  </a:cubicBezTo>
                  <a:close/>
                  <a:moveTo>
                    <a:pt x="3906" y="725"/>
                  </a:moveTo>
                  <a:lnTo>
                    <a:pt x="3906" y="725"/>
                  </a:lnTo>
                  <a:cubicBezTo>
                    <a:pt x="3904" y="725"/>
                    <a:pt x="3903" y="725"/>
                    <a:pt x="3901" y="726"/>
                  </a:cubicBezTo>
                  <a:lnTo>
                    <a:pt x="3909" y="726"/>
                  </a:lnTo>
                  <a:cubicBezTo>
                    <a:pt x="3908" y="725"/>
                    <a:pt x="3907" y="725"/>
                    <a:pt x="3906" y="725"/>
                  </a:cubicBezTo>
                  <a:close/>
                  <a:moveTo>
                    <a:pt x="8223" y="709"/>
                  </a:moveTo>
                  <a:cubicBezTo>
                    <a:pt x="8190" y="734"/>
                    <a:pt x="8156" y="743"/>
                    <a:pt x="8122" y="743"/>
                  </a:cubicBezTo>
                  <a:cubicBezTo>
                    <a:pt x="8139" y="734"/>
                    <a:pt x="8147" y="726"/>
                    <a:pt x="8147" y="726"/>
                  </a:cubicBezTo>
                  <a:lnTo>
                    <a:pt x="8223" y="709"/>
                  </a:lnTo>
                  <a:close/>
                  <a:moveTo>
                    <a:pt x="8226" y="741"/>
                  </a:moveTo>
                  <a:cubicBezTo>
                    <a:pt x="8218" y="745"/>
                    <a:pt x="8211" y="748"/>
                    <a:pt x="8207" y="751"/>
                  </a:cubicBezTo>
                  <a:cubicBezTo>
                    <a:pt x="8218" y="746"/>
                    <a:pt x="8224" y="743"/>
                    <a:pt x="8226" y="741"/>
                  </a:cubicBezTo>
                  <a:close/>
                  <a:moveTo>
                    <a:pt x="8347" y="593"/>
                  </a:moveTo>
                  <a:cubicBezTo>
                    <a:pt x="8353" y="593"/>
                    <a:pt x="8355" y="594"/>
                    <a:pt x="8350" y="599"/>
                  </a:cubicBezTo>
                  <a:lnTo>
                    <a:pt x="7894" y="751"/>
                  </a:lnTo>
                  <a:cubicBezTo>
                    <a:pt x="7858" y="757"/>
                    <a:pt x="7818" y="763"/>
                    <a:pt x="7776" y="763"/>
                  </a:cubicBezTo>
                  <a:cubicBezTo>
                    <a:pt x="7759" y="763"/>
                    <a:pt x="7742" y="762"/>
                    <a:pt x="7724" y="759"/>
                  </a:cubicBezTo>
                  <a:lnTo>
                    <a:pt x="7750" y="751"/>
                  </a:lnTo>
                  <a:cubicBezTo>
                    <a:pt x="7902" y="743"/>
                    <a:pt x="7970" y="726"/>
                    <a:pt x="7978" y="709"/>
                  </a:cubicBezTo>
                  <a:cubicBezTo>
                    <a:pt x="7995" y="683"/>
                    <a:pt x="7944" y="658"/>
                    <a:pt x="7843" y="633"/>
                  </a:cubicBezTo>
                  <a:lnTo>
                    <a:pt x="8240" y="616"/>
                  </a:lnTo>
                  <a:lnTo>
                    <a:pt x="8249" y="599"/>
                  </a:lnTo>
                  <a:cubicBezTo>
                    <a:pt x="8255" y="600"/>
                    <a:pt x="8262" y="601"/>
                    <a:pt x="8270" y="601"/>
                  </a:cubicBezTo>
                  <a:cubicBezTo>
                    <a:pt x="8299" y="601"/>
                    <a:pt x="8333" y="593"/>
                    <a:pt x="8347" y="593"/>
                  </a:cubicBezTo>
                  <a:close/>
                  <a:moveTo>
                    <a:pt x="9146" y="762"/>
                  </a:moveTo>
                  <a:cubicBezTo>
                    <a:pt x="9139" y="765"/>
                    <a:pt x="9130" y="770"/>
                    <a:pt x="9120" y="776"/>
                  </a:cubicBezTo>
                  <a:cubicBezTo>
                    <a:pt x="9129" y="772"/>
                    <a:pt x="9138" y="767"/>
                    <a:pt x="9146" y="762"/>
                  </a:cubicBezTo>
                  <a:close/>
                  <a:moveTo>
                    <a:pt x="8486" y="776"/>
                  </a:moveTo>
                  <a:cubicBezTo>
                    <a:pt x="8483" y="777"/>
                    <a:pt x="8479" y="778"/>
                    <a:pt x="8475" y="780"/>
                  </a:cubicBezTo>
                  <a:lnTo>
                    <a:pt x="8475" y="780"/>
                  </a:lnTo>
                  <a:cubicBezTo>
                    <a:pt x="8478" y="779"/>
                    <a:pt x="8482" y="778"/>
                    <a:pt x="8486" y="776"/>
                  </a:cubicBezTo>
                  <a:close/>
                  <a:moveTo>
                    <a:pt x="7107" y="759"/>
                  </a:moveTo>
                  <a:lnTo>
                    <a:pt x="7090" y="785"/>
                  </a:lnTo>
                  <a:lnTo>
                    <a:pt x="7090" y="793"/>
                  </a:lnTo>
                  <a:cubicBezTo>
                    <a:pt x="7073" y="785"/>
                    <a:pt x="7065" y="776"/>
                    <a:pt x="7056" y="759"/>
                  </a:cubicBezTo>
                  <a:close/>
                  <a:moveTo>
                    <a:pt x="5326" y="823"/>
                  </a:moveTo>
                  <a:cubicBezTo>
                    <a:pt x="5324" y="824"/>
                    <a:pt x="5323" y="826"/>
                    <a:pt x="5322" y="827"/>
                  </a:cubicBezTo>
                  <a:lnTo>
                    <a:pt x="5326" y="823"/>
                  </a:lnTo>
                  <a:close/>
                  <a:moveTo>
                    <a:pt x="7606" y="759"/>
                  </a:moveTo>
                  <a:cubicBezTo>
                    <a:pt x="7631" y="759"/>
                    <a:pt x="7640" y="768"/>
                    <a:pt x="7631" y="776"/>
                  </a:cubicBezTo>
                  <a:cubicBezTo>
                    <a:pt x="7597" y="810"/>
                    <a:pt x="7521" y="810"/>
                    <a:pt x="7496" y="844"/>
                  </a:cubicBezTo>
                  <a:lnTo>
                    <a:pt x="7496" y="853"/>
                  </a:lnTo>
                  <a:cubicBezTo>
                    <a:pt x="7487" y="856"/>
                    <a:pt x="7471" y="858"/>
                    <a:pt x="7455" y="858"/>
                  </a:cubicBezTo>
                  <a:cubicBezTo>
                    <a:pt x="7427" y="858"/>
                    <a:pt x="7401" y="852"/>
                    <a:pt x="7411" y="836"/>
                  </a:cubicBezTo>
                  <a:lnTo>
                    <a:pt x="7411" y="836"/>
                  </a:lnTo>
                  <a:cubicBezTo>
                    <a:pt x="7415" y="836"/>
                    <a:pt x="7418" y="836"/>
                    <a:pt x="7420" y="836"/>
                  </a:cubicBezTo>
                  <a:cubicBezTo>
                    <a:pt x="7460" y="836"/>
                    <a:pt x="7480" y="797"/>
                    <a:pt x="7505" y="797"/>
                  </a:cubicBezTo>
                  <a:cubicBezTo>
                    <a:pt x="7512" y="797"/>
                    <a:pt x="7520" y="801"/>
                    <a:pt x="7530" y="810"/>
                  </a:cubicBezTo>
                  <a:cubicBezTo>
                    <a:pt x="7547" y="785"/>
                    <a:pt x="7538" y="776"/>
                    <a:pt x="7513" y="776"/>
                  </a:cubicBezTo>
                  <a:cubicBezTo>
                    <a:pt x="7521" y="768"/>
                    <a:pt x="7530" y="768"/>
                    <a:pt x="7530" y="759"/>
                  </a:cubicBezTo>
                  <a:close/>
                  <a:moveTo>
                    <a:pt x="8806" y="631"/>
                  </a:moveTo>
                  <a:cubicBezTo>
                    <a:pt x="8823" y="631"/>
                    <a:pt x="8718" y="696"/>
                    <a:pt x="8655" y="734"/>
                  </a:cubicBezTo>
                  <a:cubicBezTo>
                    <a:pt x="8655" y="733"/>
                    <a:pt x="8654" y="732"/>
                    <a:pt x="8652" y="732"/>
                  </a:cubicBezTo>
                  <a:cubicBezTo>
                    <a:pt x="8639" y="732"/>
                    <a:pt x="8592" y="752"/>
                    <a:pt x="8570" y="759"/>
                  </a:cubicBezTo>
                  <a:cubicBezTo>
                    <a:pt x="8566" y="767"/>
                    <a:pt x="8569" y="770"/>
                    <a:pt x="8576" y="770"/>
                  </a:cubicBezTo>
                  <a:cubicBezTo>
                    <a:pt x="8601" y="770"/>
                    <a:pt x="8681" y="731"/>
                    <a:pt x="8739" y="692"/>
                  </a:cubicBezTo>
                  <a:lnTo>
                    <a:pt x="8739" y="692"/>
                  </a:lnTo>
                  <a:cubicBezTo>
                    <a:pt x="8731" y="709"/>
                    <a:pt x="8731" y="726"/>
                    <a:pt x="8723" y="734"/>
                  </a:cubicBezTo>
                  <a:lnTo>
                    <a:pt x="8672" y="785"/>
                  </a:lnTo>
                  <a:lnTo>
                    <a:pt x="8672" y="793"/>
                  </a:lnTo>
                  <a:cubicBezTo>
                    <a:pt x="8614" y="814"/>
                    <a:pt x="8570" y="829"/>
                    <a:pt x="8556" y="829"/>
                  </a:cubicBezTo>
                  <a:cubicBezTo>
                    <a:pt x="8548" y="829"/>
                    <a:pt x="8551" y="823"/>
                    <a:pt x="8570" y="810"/>
                  </a:cubicBezTo>
                  <a:lnTo>
                    <a:pt x="8570" y="810"/>
                  </a:lnTo>
                  <a:lnTo>
                    <a:pt x="8469" y="861"/>
                  </a:lnTo>
                  <a:lnTo>
                    <a:pt x="8511" y="819"/>
                  </a:lnTo>
                  <a:lnTo>
                    <a:pt x="8511" y="819"/>
                  </a:lnTo>
                  <a:cubicBezTo>
                    <a:pt x="8418" y="861"/>
                    <a:pt x="8435" y="869"/>
                    <a:pt x="8401" y="895"/>
                  </a:cubicBezTo>
                  <a:cubicBezTo>
                    <a:pt x="8386" y="903"/>
                    <a:pt x="8378" y="907"/>
                    <a:pt x="8374" y="907"/>
                  </a:cubicBezTo>
                  <a:cubicBezTo>
                    <a:pt x="8360" y="907"/>
                    <a:pt x="8405" y="860"/>
                    <a:pt x="8360" y="860"/>
                  </a:cubicBezTo>
                  <a:cubicBezTo>
                    <a:pt x="8357" y="860"/>
                    <a:pt x="8354" y="861"/>
                    <a:pt x="8350" y="861"/>
                  </a:cubicBezTo>
                  <a:cubicBezTo>
                    <a:pt x="8319" y="861"/>
                    <a:pt x="8430" y="798"/>
                    <a:pt x="8475" y="780"/>
                  </a:cubicBezTo>
                  <a:lnTo>
                    <a:pt x="8475" y="780"/>
                  </a:lnTo>
                  <a:cubicBezTo>
                    <a:pt x="8453" y="787"/>
                    <a:pt x="8443" y="790"/>
                    <a:pt x="8439" y="790"/>
                  </a:cubicBezTo>
                  <a:cubicBezTo>
                    <a:pt x="8435" y="790"/>
                    <a:pt x="8435" y="788"/>
                    <a:pt x="8435" y="785"/>
                  </a:cubicBezTo>
                  <a:cubicBezTo>
                    <a:pt x="8435" y="785"/>
                    <a:pt x="8443" y="776"/>
                    <a:pt x="8443" y="768"/>
                  </a:cubicBezTo>
                  <a:lnTo>
                    <a:pt x="8426" y="768"/>
                  </a:lnTo>
                  <a:cubicBezTo>
                    <a:pt x="8393" y="768"/>
                    <a:pt x="8367" y="776"/>
                    <a:pt x="8342" y="785"/>
                  </a:cubicBezTo>
                  <a:cubicBezTo>
                    <a:pt x="8336" y="785"/>
                    <a:pt x="8331" y="786"/>
                    <a:pt x="8327" y="786"/>
                  </a:cubicBezTo>
                  <a:cubicBezTo>
                    <a:pt x="8272" y="786"/>
                    <a:pt x="8372" y="745"/>
                    <a:pt x="8334" y="745"/>
                  </a:cubicBezTo>
                  <a:cubicBezTo>
                    <a:pt x="8326" y="745"/>
                    <a:pt x="8313" y="747"/>
                    <a:pt x="8291" y="751"/>
                  </a:cubicBezTo>
                  <a:cubicBezTo>
                    <a:pt x="8283" y="759"/>
                    <a:pt x="8274" y="768"/>
                    <a:pt x="8266" y="776"/>
                  </a:cubicBezTo>
                  <a:cubicBezTo>
                    <a:pt x="8190" y="793"/>
                    <a:pt x="8122" y="802"/>
                    <a:pt x="8054" y="802"/>
                  </a:cubicBezTo>
                  <a:cubicBezTo>
                    <a:pt x="8070" y="789"/>
                    <a:pt x="8077" y="786"/>
                    <a:pt x="8083" y="786"/>
                  </a:cubicBezTo>
                  <a:cubicBezTo>
                    <a:pt x="8090" y="786"/>
                    <a:pt x="8094" y="790"/>
                    <a:pt x="8105" y="790"/>
                  </a:cubicBezTo>
                  <a:cubicBezTo>
                    <a:pt x="8111" y="790"/>
                    <a:pt x="8119" y="789"/>
                    <a:pt x="8130" y="785"/>
                  </a:cubicBezTo>
                  <a:cubicBezTo>
                    <a:pt x="8139" y="776"/>
                    <a:pt x="8147" y="768"/>
                    <a:pt x="8147" y="751"/>
                  </a:cubicBezTo>
                  <a:cubicBezTo>
                    <a:pt x="8164" y="751"/>
                    <a:pt x="8211" y="740"/>
                    <a:pt x="8223" y="740"/>
                  </a:cubicBezTo>
                  <a:cubicBezTo>
                    <a:pt x="8226" y="740"/>
                    <a:pt x="8226" y="740"/>
                    <a:pt x="8226" y="741"/>
                  </a:cubicBezTo>
                  <a:lnTo>
                    <a:pt x="8226" y="741"/>
                  </a:lnTo>
                  <a:cubicBezTo>
                    <a:pt x="8250" y="731"/>
                    <a:pt x="8282" y="720"/>
                    <a:pt x="8270" y="720"/>
                  </a:cubicBezTo>
                  <a:cubicBezTo>
                    <a:pt x="8265" y="720"/>
                    <a:pt x="8254" y="722"/>
                    <a:pt x="8232" y="726"/>
                  </a:cubicBezTo>
                  <a:lnTo>
                    <a:pt x="8333" y="700"/>
                  </a:lnTo>
                  <a:lnTo>
                    <a:pt x="8333" y="692"/>
                  </a:lnTo>
                  <a:lnTo>
                    <a:pt x="8393" y="683"/>
                  </a:lnTo>
                  <a:cubicBezTo>
                    <a:pt x="8393" y="692"/>
                    <a:pt x="8435" y="683"/>
                    <a:pt x="8401" y="709"/>
                  </a:cubicBezTo>
                  <a:cubicBezTo>
                    <a:pt x="8376" y="717"/>
                    <a:pt x="8350" y="726"/>
                    <a:pt x="8317" y="734"/>
                  </a:cubicBezTo>
                  <a:cubicBezTo>
                    <a:pt x="8321" y="737"/>
                    <a:pt x="8329" y="738"/>
                    <a:pt x="8339" y="738"/>
                  </a:cubicBezTo>
                  <a:cubicBezTo>
                    <a:pt x="8362" y="738"/>
                    <a:pt x="8397" y="732"/>
                    <a:pt x="8426" y="726"/>
                  </a:cubicBezTo>
                  <a:cubicBezTo>
                    <a:pt x="8367" y="726"/>
                    <a:pt x="8443" y="700"/>
                    <a:pt x="8494" y="675"/>
                  </a:cubicBezTo>
                  <a:cubicBezTo>
                    <a:pt x="8570" y="658"/>
                    <a:pt x="8630" y="658"/>
                    <a:pt x="8680" y="650"/>
                  </a:cubicBezTo>
                  <a:cubicBezTo>
                    <a:pt x="8689" y="650"/>
                    <a:pt x="8689" y="658"/>
                    <a:pt x="8680" y="666"/>
                  </a:cubicBezTo>
                  <a:cubicBezTo>
                    <a:pt x="8638" y="692"/>
                    <a:pt x="8604" y="700"/>
                    <a:pt x="8562" y="709"/>
                  </a:cubicBezTo>
                  <a:lnTo>
                    <a:pt x="8596" y="709"/>
                  </a:lnTo>
                  <a:lnTo>
                    <a:pt x="8579" y="726"/>
                  </a:lnTo>
                  <a:cubicBezTo>
                    <a:pt x="8570" y="734"/>
                    <a:pt x="8570" y="743"/>
                    <a:pt x="8587" y="743"/>
                  </a:cubicBezTo>
                  <a:cubicBezTo>
                    <a:pt x="8562" y="726"/>
                    <a:pt x="8773" y="675"/>
                    <a:pt x="8739" y="658"/>
                  </a:cubicBezTo>
                  <a:cubicBezTo>
                    <a:pt x="8781" y="638"/>
                    <a:pt x="8801" y="631"/>
                    <a:pt x="8806" y="631"/>
                  </a:cubicBezTo>
                  <a:close/>
                  <a:moveTo>
                    <a:pt x="7715" y="1050"/>
                  </a:moveTo>
                  <a:lnTo>
                    <a:pt x="7699" y="1056"/>
                  </a:lnTo>
                  <a:cubicBezTo>
                    <a:pt x="7708" y="1053"/>
                    <a:pt x="7712" y="1052"/>
                    <a:pt x="7715" y="1050"/>
                  </a:cubicBezTo>
                  <a:close/>
                  <a:moveTo>
                    <a:pt x="7953" y="1072"/>
                  </a:moveTo>
                  <a:lnTo>
                    <a:pt x="7953" y="1072"/>
                  </a:lnTo>
                  <a:cubicBezTo>
                    <a:pt x="7952" y="1073"/>
                    <a:pt x="7952" y="1074"/>
                    <a:pt x="7952" y="1075"/>
                  </a:cubicBezTo>
                  <a:lnTo>
                    <a:pt x="7952" y="1075"/>
                  </a:lnTo>
                  <a:cubicBezTo>
                    <a:pt x="7952" y="1074"/>
                    <a:pt x="7952" y="1073"/>
                    <a:pt x="7953" y="1072"/>
                  </a:cubicBezTo>
                  <a:close/>
                  <a:moveTo>
                    <a:pt x="7407" y="1064"/>
                  </a:moveTo>
                  <a:lnTo>
                    <a:pt x="7403" y="1081"/>
                  </a:lnTo>
                  <a:cubicBezTo>
                    <a:pt x="7407" y="1075"/>
                    <a:pt x="7408" y="1069"/>
                    <a:pt x="7407" y="1064"/>
                  </a:cubicBezTo>
                  <a:close/>
                  <a:moveTo>
                    <a:pt x="7987" y="1352"/>
                  </a:moveTo>
                  <a:lnTo>
                    <a:pt x="7987" y="1352"/>
                  </a:lnTo>
                  <a:cubicBezTo>
                    <a:pt x="7961" y="1371"/>
                    <a:pt x="7946" y="1387"/>
                    <a:pt x="7937" y="1400"/>
                  </a:cubicBezTo>
                  <a:lnTo>
                    <a:pt x="7937" y="1400"/>
                  </a:lnTo>
                  <a:cubicBezTo>
                    <a:pt x="7957" y="1377"/>
                    <a:pt x="8000" y="1352"/>
                    <a:pt x="7987" y="1352"/>
                  </a:cubicBezTo>
                  <a:close/>
                  <a:moveTo>
                    <a:pt x="7937" y="1400"/>
                  </a:moveTo>
                  <a:cubicBezTo>
                    <a:pt x="7932" y="1406"/>
                    <a:pt x="7929" y="1411"/>
                    <a:pt x="7928" y="1416"/>
                  </a:cubicBezTo>
                  <a:lnTo>
                    <a:pt x="7928" y="1416"/>
                  </a:lnTo>
                  <a:cubicBezTo>
                    <a:pt x="7930" y="1411"/>
                    <a:pt x="7933" y="1406"/>
                    <a:pt x="7937" y="1400"/>
                  </a:cubicBezTo>
                  <a:close/>
                  <a:moveTo>
                    <a:pt x="8385" y="1419"/>
                  </a:moveTo>
                  <a:cubicBezTo>
                    <a:pt x="8373" y="1429"/>
                    <a:pt x="8361" y="1439"/>
                    <a:pt x="8350" y="1449"/>
                  </a:cubicBezTo>
                  <a:lnTo>
                    <a:pt x="8350" y="1449"/>
                  </a:lnTo>
                  <a:cubicBezTo>
                    <a:pt x="8364" y="1440"/>
                    <a:pt x="8378" y="1430"/>
                    <a:pt x="8393" y="1419"/>
                  </a:cubicBezTo>
                  <a:close/>
                  <a:moveTo>
                    <a:pt x="8350" y="1449"/>
                  </a:moveTo>
                  <a:cubicBezTo>
                    <a:pt x="8324" y="1466"/>
                    <a:pt x="8299" y="1482"/>
                    <a:pt x="8276" y="1496"/>
                  </a:cubicBezTo>
                  <a:lnTo>
                    <a:pt x="8276" y="1496"/>
                  </a:lnTo>
                  <a:lnTo>
                    <a:pt x="8274" y="1495"/>
                  </a:lnTo>
                  <a:lnTo>
                    <a:pt x="8265" y="1503"/>
                  </a:lnTo>
                  <a:lnTo>
                    <a:pt x="8265" y="1503"/>
                  </a:lnTo>
                  <a:cubicBezTo>
                    <a:pt x="8269" y="1501"/>
                    <a:pt x="8273" y="1499"/>
                    <a:pt x="8276" y="1496"/>
                  </a:cubicBezTo>
                  <a:lnTo>
                    <a:pt x="8276" y="1496"/>
                  </a:lnTo>
                  <a:lnTo>
                    <a:pt x="8291" y="1504"/>
                  </a:lnTo>
                  <a:cubicBezTo>
                    <a:pt x="8310" y="1485"/>
                    <a:pt x="8330" y="1467"/>
                    <a:pt x="8350" y="1449"/>
                  </a:cubicBezTo>
                  <a:close/>
                  <a:moveTo>
                    <a:pt x="8265" y="1503"/>
                  </a:moveTo>
                  <a:lnTo>
                    <a:pt x="8265" y="1503"/>
                  </a:lnTo>
                  <a:cubicBezTo>
                    <a:pt x="8225" y="1530"/>
                    <a:pt x="8194" y="1554"/>
                    <a:pt x="8181" y="1580"/>
                  </a:cubicBezTo>
                  <a:lnTo>
                    <a:pt x="8265" y="1503"/>
                  </a:lnTo>
                  <a:close/>
                  <a:moveTo>
                    <a:pt x="6312" y="2394"/>
                  </a:moveTo>
                  <a:cubicBezTo>
                    <a:pt x="6292" y="2400"/>
                    <a:pt x="6270" y="2413"/>
                    <a:pt x="6247" y="2425"/>
                  </a:cubicBezTo>
                  <a:lnTo>
                    <a:pt x="6247" y="2425"/>
                  </a:lnTo>
                  <a:cubicBezTo>
                    <a:pt x="6247" y="2425"/>
                    <a:pt x="6247" y="2425"/>
                    <a:pt x="6247" y="2425"/>
                  </a:cubicBezTo>
                  <a:cubicBezTo>
                    <a:pt x="6258" y="2425"/>
                    <a:pt x="6266" y="2429"/>
                    <a:pt x="6261" y="2443"/>
                  </a:cubicBezTo>
                  <a:cubicBezTo>
                    <a:pt x="6278" y="2427"/>
                    <a:pt x="6296" y="2411"/>
                    <a:pt x="6312" y="2394"/>
                  </a:cubicBezTo>
                  <a:close/>
                  <a:moveTo>
                    <a:pt x="6117" y="2621"/>
                  </a:moveTo>
                  <a:lnTo>
                    <a:pt x="6117" y="2621"/>
                  </a:lnTo>
                  <a:cubicBezTo>
                    <a:pt x="6118" y="2625"/>
                    <a:pt x="6118" y="2630"/>
                    <a:pt x="6116" y="2634"/>
                  </a:cubicBezTo>
                  <a:lnTo>
                    <a:pt x="6116" y="2634"/>
                  </a:lnTo>
                  <a:cubicBezTo>
                    <a:pt x="6119" y="2628"/>
                    <a:pt x="6121" y="2623"/>
                    <a:pt x="6117" y="2621"/>
                  </a:cubicBezTo>
                  <a:close/>
                  <a:moveTo>
                    <a:pt x="6116" y="2634"/>
                  </a:moveTo>
                  <a:cubicBezTo>
                    <a:pt x="6113" y="2638"/>
                    <a:pt x="6110" y="2643"/>
                    <a:pt x="6106" y="2648"/>
                  </a:cubicBezTo>
                  <a:lnTo>
                    <a:pt x="6106" y="2648"/>
                  </a:lnTo>
                  <a:cubicBezTo>
                    <a:pt x="6110" y="2643"/>
                    <a:pt x="6114" y="2639"/>
                    <a:pt x="6116" y="2634"/>
                  </a:cubicBezTo>
                  <a:close/>
                  <a:moveTo>
                    <a:pt x="4895" y="3946"/>
                  </a:moveTo>
                  <a:lnTo>
                    <a:pt x="4882" y="3957"/>
                  </a:lnTo>
                  <a:cubicBezTo>
                    <a:pt x="4888" y="3954"/>
                    <a:pt x="4892" y="3950"/>
                    <a:pt x="4895" y="3946"/>
                  </a:cubicBezTo>
                  <a:close/>
                  <a:moveTo>
                    <a:pt x="4536" y="4180"/>
                  </a:moveTo>
                  <a:lnTo>
                    <a:pt x="4527" y="4194"/>
                  </a:lnTo>
                  <a:cubicBezTo>
                    <a:pt x="4531" y="4190"/>
                    <a:pt x="4535" y="4184"/>
                    <a:pt x="4536" y="4180"/>
                  </a:cubicBezTo>
                  <a:close/>
                  <a:moveTo>
                    <a:pt x="197" y="0"/>
                  </a:moveTo>
                  <a:cubicBezTo>
                    <a:pt x="169" y="0"/>
                    <a:pt x="143" y="2"/>
                    <a:pt x="119" y="7"/>
                  </a:cubicBezTo>
                  <a:cubicBezTo>
                    <a:pt x="148" y="7"/>
                    <a:pt x="164" y="1"/>
                    <a:pt x="181" y="1"/>
                  </a:cubicBezTo>
                  <a:cubicBezTo>
                    <a:pt x="194" y="1"/>
                    <a:pt x="208" y="4"/>
                    <a:pt x="229" y="15"/>
                  </a:cubicBezTo>
                  <a:cubicBezTo>
                    <a:pt x="229" y="24"/>
                    <a:pt x="221" y="26"/>
                    <a:pt x="211" y="26"/>
                  </a:cubicBezTo>
                  <a:cubicBezTo>
                    <a:pt x="202" y="26"/>
                    <a:pt x="191" y="24"/>
                    <a:pt x="187" y="24"/>
                  </a:cubicBezTo>
                  <a:cubicBezTo>
                    <a:pt x="187" y="40"/>
                    <a:pt x="202" y="40"/>
                    <a:pt x="224" y="40"/>
                  </a:cubicBezTo>
                  <a:cubicBezTo>
                    <a:pt x="246" y="40"/>
                    <a:pt x="276" y="40"/>
                    <a:pt x="305" y="57"/>
                  </a:cubicBezTo>
                  <a:lnTo>
                    <a:pt x="195" y="57"/>
                  </a:lnTo>
                  <a:lnTo>
                    <a:pt x="255" y="91"/>
                  </a:lnTo>
                  <a:lnTo>
                    <a:pt x="1" y="100"/>
                  </a:lnTo>
                  <a:cubicBezTo>
                    <a:pt x="75" y="127"/>
                    <a:pt x="138" y="131"/>
                    <a:pt x="195" y="131"/>
                  </a:cubicBezTo>
                  <a:cubicBezTo>
                    <a:pt x="220" y="131"/>
                    <a:pt x="244" y="130"/>
                    <a:pt x="267" y="130"/>
                  </a:cubicBezTo>
                  <a:cubicBezTo>
                    <a:pt x="327" y="130"/>
                    <a:pt x="384" y="135"/>
                    <a:pt x="449" y="167"/>
                  </a:cubicBezTo>
                  <a:cubicBezTo>
                    <a:pt x="424" y="167"/>
                    <a:pt x="449" y="176"/>
                    <a:pt x="449" y="184"/>
                  </a:cubicBezTo>
                  <a:cubicBezTo>
                    <a:pt x="475" y="188"/>
                    <a:pt x="500" y="191"/>
                    <a:pt x="524" y="191"/>
                  </a:cubicBezTo>
                  <a:cubicBezTo>
                    <a:pt x="549" y="191"/>
                    <a:pt x="572" y="188"/>
                    <a:pt x="593" y="184"/>
                  </a:cubicBezTo>
                  <a:lnTo>
                    <a:pt x="609" y="188"/>
                  </a:lnTo>
                  <a:lnTo>
                    <a:pt x="609" y="188"/>
                  </a:lnTo>
                  <a:cubicBezTo>
                    <a:pt x="607" y="193"/>
                    <a:pt x="600" y="193"/>
                    <a:pt x="593" y="193"/>
                  </a:cubicBezTo>
                  <a:lnTo>
                    <a:pt x="593" y="201"/>
                  </a:lnTo>
                  <a:cubicBezTo>
                    <a:pt x="605" y="201"/>
                    <a:pt x="609" y="192"/>
                    <a:pt x="610" y="188"/>
                  </a:cubicBezTo>
                  <a:lnTo>
                    <a:pt x="610" y="188"/>
                  </a:lnTo>
                  <a:lnTo>
                    <a:pt x="678" y="201"/>
                  </a:lnTo>
                  <a:cubicBezTo>
                    <a:pt x="671" y="214"/>
                    <a:pt x="650" y="232"/>
                    <a:pt x="602" y="232"/>
                  </a:cubicBezTo>
                  <a:cubicBezTo>
                    <a:pt x="587" y="232"/>
                    <a:pt x="570" y="230"/>
                    <a:pt x="551" y="227"/>
                  </a:cubicBezTo>
                  <a:lnTo>
                    <a:pt x="551" y="227"/>
                  </a:lnTo>
                  <a:cubicBezTo>
                    <a:pt x="838" y="294"/>
                    <a:pt x="1075" y="277"/>
                    <a:pt x="1354" y="353"/>
                  </a:cubicBezTo>
                  <a:cubicBezTo>
                    <a:pt x="1363" y="358"/>
                    <a:pt x="1354" y="358"/>
                    <a:pt x="1346" y="358"/>
                  </a:cubicBezTo>
                  <a:cubicBezTo>
                    <a:pt x="1338" y="358"/>
                    <a:pt x="1329" y="358"/>
                    <a:pt x="1338" y="362"/>
                  </a:cubicBezTo>
                  <a:cubicBezTo>
                    <a:pt x="1366" y="362"/>
                    <a:pt x="1401" y="366"/>
                    <a:pt x="1422" y="366"/>
                  </a:cubicBezTo>
                  <a:cubicBezTo>
                    <a:pt x="1429" y="366"/>
                    <a:pt x="1433" y="365"/>
                    <a:pt x="1436" y="364"/>
                  </a:cubicBezTo>
                  <a:lnTo>
                    <a:pt x="1436" y="364"/>
                  </a:lnTo>
                  <a:cubicBezTo>
                    <a:pt x="1432" y="368"/>
                    <a:pt x="1427" y="371"/>
                    <a:pt x="1422" y="372"/>
                  </a:cubicBezTo>
                  <a:lnTo>
                    <a:pt x="1422" y="372"/>
                  </a:lnTo>
                  <a:cubicBezTo>
                    <a:pt x="1563" y="391"/>
                    <a:pt x="1629" y="438"/>
                    <a:pt x="1727" y="438"/>
                  </a:cubicBezTo>
                  <a:cubicBezTo>
                    <a:pt x="1727" y="444"/>
                    <a:pt x="1716" y="446"/>
                    <a:pt x="1704" y="446"/>
                  </a:cubicBezTo>
                  <a:cubicBezTo>
                    <a:pt x="1690" y="446"/>
                    <a:pt x="1673" y="444"/>
                    <a:pt x="1664" y="444"/>
                  </a:cubicBezTo>
                  <a:cubicBezTo>
                    <a:pt x="1659" y="444"/>
                    <a:pt x="1657" y="445"/>
                    <a:pt x="1659" y="447"/>
                  </a:cubicBezTo>
                  <a:cubicBezTo>
                    <a:pt x="1717" y="463"/>
                    <a:pt x="1765" y="466"/>
                    <a:pt x="1811" y="466"/>
                  </a:cubicBezTo>
                  <a:cubicBezTo>
                    <a:pt x="1853" y="466"/>
                    <a:pt x="1893" y="463"/>
                    <a:pt x="1937" y="463"/>
                  </a:cubicBezTo>
                  <a:cubicBezTo>
                    <a:pt x="1971" y="463"/>
                    <a:pt x="2007" y="465"/>
                    <a:pt x="2048" y="472"/>
                  </a:cubicBezTo>
                  <a:cubicBezTo>
                    <a:pt x="1989" y="489"/>
                    <a:pt x="2073" y="506"/>
                    <a:pt x="2107" y="523"/>
                  </a:cubicBezTo>
                  <a:cubicBezTo>
                    <a:pt x="2234" y="523"/>
                    <a:pt x="2496" y="556"/>
                    <a:pt x="2691" y="565"/>
                  </a:cubicBezTo>
                  <a:cubicBezTo>
                    <a:pt x="2623" y="624"/>
                    <a:pt x="2894" y="599"/>
                    <a:pt x="2902" y="650"/>
                  </a:cubicBezTo>
                  <a:cubicBezTo>
                    <a:pt x="2918" y="653"/>
                    <a:pt x="2936" y="655"/>
                    <a:pt x="2952" y="655"/>
                  </a:cubicBezTo>
                  <a:cubicBezTo>
                    <a:pt x="2981" y="655"/>
                    <a:pt x="3007" y="649"/>
                    <a:pt x="3012" y="633"/>
                  </a:cubicBezTo>
                  <a:lnTo>
                    <a:pt x="3012" y="633"/>
                  </a:lnTo>
                  <a:cubicBezTo>
                    <a:pt x="3008" y="634"/>
                    <a:pt x="3002" y="635"/>
                    <a:pt x="2996" y="635"/>
                  </a:cubicBezTo>
                  <a:cubicBezTo>
                    <a:pt x="2970" y="635"/>
                    <a:pt x="2938" y="621"/>
                    <a:pt x="2945" y="607"/>
                  </a:cubicBezTo>
                  <a:lnTo>
                    <a:pt x="2945" y="607"/>
                  </a:lnTo>
                  <a:cubicBezTo>
                    <a:pt x="2974" y="611"/>
                    <a:pt x="3012" y="616"/>
                    <a:pt x="3044" y="616"/>
                  </a:cubicBezTo>
                  <a:cubicBezTo>
                    <a:pt x="3076" y="616"/>
                    <a:pt x="3101" y="611"/>
                    <a:pt x="3106" y="599"/>
                  </a:cubicBezTo>
                  <a:lnTo>
                    <a:pt x="3182" y="633"/>
                  </a:lnTo>
                  <a:cubicBezTo>
                    <a:pt x="3188" y="614"/>
                    <a:pt x="3209" y="604"/>
                    <a:pt x="3233" y="604"/>
                  </a:cubicBezTo>
                  <a:cubicBezTo>
                    <a:pt x="3241" y="604"/>
                    <a:pt x="3249" y="605"/>
                    <a:pt x="3258" y="607"/>
                  </a:cubicBezTo>
                  <a:cubicBezTo>
                    <a:pt x="3277" y="619"/>
                    <a:pt x="3287" y="623"/>
                    <a:pt x="3293" y="623"/>
                  </a:cubicBezTo>
                  <a:cubicBezTo>
                    <a:pt x="3307" y="623"/>
                    <a:pt x="3292" y="596"/>
                    <a:pt x="3324" y="596"/>
                  </a:cubicBezTo>
                  <a:cubicBezTo>
                    <a:pt x="3335" y="596"/>
                    <a:pt x="3351" y="599"/>
                    <a:pt x="3376" y="607"/>
                  </a:cubicBezTo>
                  <a:cubicBezTo>
                    <a:pt x="3351" y="616"/>
                    <a:pt x="3325" y="633"/>
                    <a:pt x="3309" y="650"/>
                  </a:cubicBezTo>
                  <a:cubicBezTo>
                    <a:pt x="3331" y="652"/>
                    <a:pt x="3345" y="653"/>
                    <a:pt x="3356" y="653"/>
                  </a:cubicBezTo>
                  <a:cubicBezTo>
                    <a:pt x="3376" y="653"/>
                    <a:pt x="3382" y="650"/>
                    <a:pt x="3410" y="650"/>
                  </a:cubicBezTo>
                  <a:cubicBezTo>
                    <a:pt x="3427" y="666"/>
                    <a:pt x="3359" y="692"/>
                    <a:pt x="3309" y="692"/>
                  </a:cubicBezTo>
                  <a:lnTo>
                    <a:pt x="3393" y="709"/>
                  </a:lnTo>
                  <a:cubicBezTo>
                    <a:pt x="3466" y="686"/>
                    <a:pt x="3544" y="675"/>
                    <a:pt x="3622" y="675"/>
                  </a:cubicBezTo>
                  <a:cubicBezTo>
                    <a:pt x="3661" y="675"/>
                    <a:pt x="3701" y="678"/>
                    <a:pt x="3740" y="683"/>
                  </a:cubicBezTo>
                  <a:cubicBezTo>
                    <a:pt x="3723" y="700"/>
                    <a:pt x="3681" y="692"/>
                    <a:pt x="3706" y="726"/>
                  </a:cubicBezTo>
                  <a:cubicBezTo>
                    <a:pt x="3740" y="717"/>
                    <a:pt x="3774" y="713"/>
                    <a:pt x="3808" y="713"/>
                  </a:cubicBezTo>
                  <a:cubicBezTo>
                    <a:pt x="3841" y="713"/>
                    <a:pt x="3873" y="717"/>
                    <a:pt x="3906" y="725"/>
                  </a:cubicBezTo>
                  <a:lnTo>
                    <a:pt x="3906" y="725"/>
                  </a:lnTo>
                  <a:cubicBezTo>
                    <a:pt x="3928" y="722"/>
                    <a:pt x="3944" y="721"/>
                    <a:pt x="3958" y="721"/>
                  </a:cubicBezTo>
                  <a:cubicBezTo>
                    <a:pt x="4020" y="721"/>
                    <a:pt x="4016" y="746"/>
                    <a:pt x="4112" y="759"/>
                  </a:cubicBezTo>
                  <a:cubicBezTo>
                    <a:pt x="4104" y="759"/>
                    <a:pt x="4104" y="768"/>
                    <a:pt x="4104" y="768"/>
                  </a:cubicBezTo>
                  <a:lnTo>
                    <a:pt x="4180" y="751"/>
                  </a:lnTo>
                  <a:cubicBezTo>
                    <a:pt x="4205" y="745"/>
                    <a:pt x="4227" y="743"/>
                    <a:pt x="4245" y="743"/>
                  </a:cubicBezTo>
                  <a:cubicBezTo>
                    <a:pt x="4332" y="743"/>
                    <a:pt x="4356" y="798"/>
                    <a:pt x="4425" y="819"/>
                  </a:cubicBezTo>
                  <a:lnTo>
                    <a:pt x="4408" y="819"/>
                  </a:lnTo>
                  <a:cubicBezTo>
                    <a:pt x="4459" y="853"/>
                    <a:pt x="4645" y="836"/>
                    <a:pt x="4687" y="853"/>
                  </a:cubicBezTo>
                  <a:cubicBezTo>
                    <a:pt x="4628" y="827"/>
                    <a:pt x="4671" y="827"/>
                    <a:pt x="4628" y="793"/>
                  </a:cubicBezTo>
                  <a:cubicBezTo>
                    <a:pt x="4581" y="800"/>
                    <a:pt x="4582" y="823"/>
                    <a:pt x="4536" y="823"/>
                  </a:cubicBezTo>
                  <a:cubicBezTo>
                    <a:pt x="4525" y="823"/>
                    <a:pt x="4511" y="822"/>
                    <a:pt x="4493" y="819"/>
                  </a:cubicBezTo>
                  <a:cubicBezTo>
                    <a:pt x="4510" y="793"/>
                    <a:pt x="4628" y="785"/>
                    <a:pt x="4654" y="768"/>
                  </a:cubicBezTo>
                  <a:cubicBezTo>
                    <a:pt x="4687" y="768"/>
                    <a:pt x="4721" y="793"/>
                    <a:pt x="4738" y="836"/>
                  </a:cubicBezTo>
                  <a:cubicBezTo>
                    <a:pt x="4847" y="836"/>
                    <a:pt x="4918" y="854"/>
                    <a:pt x="5038" y="854"/>
                  </a:cubicBezTo>
                  <a:cubicBezTo>
                    <a:pt x="5058" y="854"/>
                    <a:pt x="5079" y="854"/>
                    <a:pt x="5102" y="853"/>
                  </a:cubicBezTo>
                  <a:cubicBezTo>
                    <a:pt x="5146" y="840"/>
                    <a:pt x="5180" y="800"/>
                    <a:pt x="5246" y="800"/>
                  </a:cubicBezTo>
                  <a:cubicBezTo>
                    <a:pt x="5269" y="800"/>
                    <a:pt x="5297" y="805"/>
                    <a:pt x="5330" y="819"/>
                  </a:cubicBezTo>
                  <a:lnTo>
                    <a:pt x="5326" y="823"/>
                  </a:lnTo>
                  <a:lnTo>
                    <a:pt x="5326" y="823"/>
                  </a:lnTo>
                  <a:cubicBezTo>
                    <a:pt x="5329" y="822"/>
                    <a:pt x="5333" y="821"/>
                    <a:pt x="5339" y="821"/>
                  </a:cubicBezTo>
                  <a:cubicBezTo>
                    <a:pt x="5352" y="821"/>
                    <a:pt x="5371" y="825"/>
                    <a:pt x="5388" y="825"/>
                  </a:cubicBezTo>
                  <a:cubicBezTo>
                    <a:pt x="5398" y="825"/>
                    <a:pt x="5408" y="823"/>
                    <a:pt x="5415" y="819"/>
                  </a:cubicBezTo>
                  <a:cubicBezTo>
                    <a:pt x="5373" y="785"/>
                    <a:pt x="5474" y="802"/>
                    <a:pt x="5415" y="768"/>
                  </a:cubicBezTo>
                  <a:cubicBezTo>
                    <a:pt x="5491" y="768"/>
                    <a:pt x="5508" y="810"/>
                    <a:pt x="5516" y="844"/>
                  </a:cubicBezTo>
                  <a:cubicBezTo>
                    <a:pt x="5533" y="830"/>
                    <a:pt x="5553" y="825"/>
                    <a:pt x="5575" y="825"/>
                  </a:cubicBezTo>
                  <a:cubicBezTo>
                    <a:pt x="5621" y="825"/>
                    <a:pt x="5679" y="847"/>
                    <a:pt x="5747" y="847"/>
                  </a:cubicBezTo>
                  <a:cubicBezTo>
                    <a:pt x="5760" y="847"/>
                    <a:pt x="5773" y="846"/>
                    <a:pt x="5787" y="844"/>
                  </a:cubicBezTo>
                  <a:lnTo>
                    <a:pt x="5787" y="844"/>
                  </a:lnTo>
                  <a:cubicBezTo>
                    <a:pt x="5762" y="861"/>
                    <a:pt x="5635" y="861"/>
                    <a:pt x="5686" y="878"/>
                  </a:cubicBezTo>
                  <a:lnTo>
                    <a:pt x="5838" y="836"/>
                  </a:lnTo>
                  <a:lnTo>
                    <a:pt x="5770" y="836"/>
                  </a:lnTo>
                  <a:cubicBezTo>
                    <a:pt x="5797" y="830"/>
                    <a:pt x="5823" y="827"/>
                    <a:pt x="5848" y="827"/>
                  </a:cubicBezTo>
                  <a:cubicBezTo>
                    <a:pt x="5894" y="827"/>
                    <a:pt x="5938" y="836"/>
                    <a:pt x="5982" y="853"/>
                  </a:cubicBezTo>
                  <a:cubicBezTo>
                    <a:pt x="5999" y="869"/>
                    <a:pt x="5956" y="869"/>
                    <a:pt x="5923" y="869"/>
                  </a:cubicBezTo>
                  <a:cubicBezTo>
                    <a:pt x="5965" y="869"/>
                    <a:pt x="6016" y="869"/>
                    <a:pt x="6058" y="861"/>
                  </a:cubicBezTo>
                  <a:cubicBezTo>
                    <a:pt x="6092" y="844"/>
                    <a:pt x="6210" y="827"/>
                    <a:pt x="6261" y="802"/>
                  </a:cubicBezTo>
                  <a:lnTo>
                    <a:pt x="6278" y="802"/>
                  </a:lnTo>
                  <a:cubicBezTo>
                    <a:pt x="6278" y="810"/>
                    <a:pt x="6278" y="810"/>
                    <a:pt x="6269" y="810"/>
                  </a:cubicBezTo>
                  <a:lnTo>
                    <a:pt x="6295" y="810"/>
                  </a:lnTo>
                  <a:lnTo>
                    <a:pt x="6362" y="819"/>
                  </a:lnTo>
                  <a:lnTo>
                    <a:pt x="6345" y="827"/>
                  </a:lnTo>
                  <a:lnTo>
                    <a:pt x="6371" y="827"/>
                  </a:lnTo>
                  <a:lnTo>
                    <a:pt x="6405" y="886"/>
                  </a:lnTo>
                  <a:lnTo>
                    <a:pt x="6439" y="878"/>
                  </a:lnTo>
                  <a:lnTo>
                    <a:pt x="6422" y="878"/>
                  </a:lnTo>
                  <a:cubicBezTo>
                    <a:pt x="6422" y="844"/>
                    <a:pt x="6498" y="819"/>
                    <a:pt x="6591" y="819"/>
                  </a:cubicBezTo>
                  <a:lnTo>
                    <a:pt x="6472" y="810"/>
                  </a:lnTo>
                  <a:lnTo>
                    <a:pt x="6489" y="802"/>
                  </a:lnTo>
                  <a:cubicBezTo>
                    <a:pt x="6591" y="810"/>
                    <a:pt x="6684" y="810"/>
                    <a:pt x="6777" y="810"/>
                  </a:cubicBezTo>
                  <a:cubicBezTo>
                    <a:pt x="6743" y="827"/>
                    <a:pt x="6701" y="827"/>
                    <a:pt x="6667" y="827"/>
                  </a:cubicBezTo>
                  <a:cubicBezTo>
                    <a:pt x="6690" y="835"/>
                    <a:pt x="6715" y="838"/>
                    <a:pt x="6742" y="838"/>
                  </a:cubicBezTo>
                  <a:cubicBezTo>
                    <a:pt x="6793" y="838"/>
                    <a:pt x="6848" y="828"/>
                    <a:pt x="6891" y="828"/>
                  </a:cubicBezTo>
                  <a:cubicBezTo>
                    <a:pt x="6918" y="828"/>
                    <a:pt x="6940" y="832"/>
                    <a:pt x="6955" y="844"/>
                  </a:cubicBezTo>
                  <a:cubicBezTo>
                    <a:pt x="6836" y="869"/>
                    <a:pt x="6709" y="886"/>
                    <a:pt x="6591" y="886"/>
                  </a:cubicBezTo>
                  <a:cubicBezTo>
                    <a:pt x="6515" y="853"/>
                    <a:pt x="6692" y="861"/>
                    <a:pt x="6692" y="844"/>
                  </a:cubicBezTo>
                  <a:lnTo>
                    <a:pt x="6608" y="836"/>
                  </a:lnTo>
                  <a:lnTo>
                    <a:pt x="6608" y="836"/>
                  </a:lnTo>
                  <a:cubicBezTo>
                    <a:pt x="6616" y="861"/>
                    <a:pt x="6439" y="853"/>
                    <a:pt x="6481" y="895"/>
                  </a:cubicBezTo>
                  <a:cubicBezTo>
                    <a:pt x="6578" y="903"/>
                    <a:pt x="6673" y="905"/>
                    <a:pt x="6764" y="905"/>
                  </a:cubicBezTo>
                  <a:cubicBezTo>
                    <a:pt x="6855" y="905"/>
                    <a:pt x="6942" y="903"/>
                    <a:pt x="7022" y="903"/>
                  </a:cubicBezTo>
                  <a:lnTo>
                    <a:pt x="6878" y="1140"/>
                  </a:lnTo>
                  <a:cubicBezTo>
                    <a:pt x="6878" y="1140"/>
                    <a:pt x="6870" y="1149"/>
                    <a:pt x="6861" y="1157"/>
                  </a:cubicBezTo>
                  <a:cubicBezTo>
                    <a:pt x="7031" y="1149"/>
                    <a:pt x="6946" y="1056"/>
                    <a:pt x="6980" y="1047"/>
                  </a:cubicBezTo>
                  <a:cubicBezTo>
                    <a:pt x="7005" y="1047"/>
                    <a:pt x="7031" y="1033"/>
                    <a:pt x="7056" y="1033"/>
                  </a:cubicBezTo>
                  <a:cubicBezTo>
                    <a:pt x="7065" y="1033"/>
                    <a:pt x="7073" y="1034"/>
                    <a:pt x="7081" y="1039"/>
                  </a:cubicBezTo>
                  <a:lnTo>
                    <a:pt x="7065" y="1056"/>
                  </a:lnTo>
                  <a:cubicBezTo>
                    <a:pt x="7166" y="1039"/>
                    <a:pt x="7090" y="1022"/>
                    <a:pt x="7183" y="1022"/>
                  </a:cubicBezTo>
                  <a:cubicBezTo>
                    <a:pt x="7217" y="1009"/>
                    <a:pt x="7200" y="1009"/>
                    <a:pt x="7181" y="1009"/>
                  </a:cubicBezTo>
                  <a:cubicBezTo>
                    <a:pt x="7162" y="1009"/>
                    <a:pt x="7141" y="1009"/>
                    <a:pt x="7166" y="996"/>
                  </a:cubicBezTo>
                  <a:cubicBezTo>
                    <a:pt x="7191" y="996"/>
                    <a:pt x="7225" y="988"/>
                    <a:pt x="7251" y="971"/>
                  </a:cubicBezTo>
                  <a:cubicBezTo>
                    <a:pt x="7259" y="954"/>
                    <a:pt x="7276" y="954"/>
                    <a:pt x="7284" y="954"/>
                  </a:cubicBezTo>
                  <a:cubicBezTo>
                    <a:pt x="7297" y="950"/>
                    <a:pt x="7310" y="948"/>
                    <a:pt x="7323" y="948"/>
                  </a:cubicBezTo>
                  <a:cubicBezTo>
                    <a:pt x="7335" y="948"/>
                    <a:pt x="7348" y="950"/>
                    <a:pt x="7361" y="954"/>
                  </a:cubicBezTo>
                  <a:cubicBezTo>
                    <a:pt x="7361" y="954"/>
                    <a:pt x="7361" y="963"/>
                    <a:pt x="7361" y="971"/>
                  </a:cubicBezTo>
                  <a:cubicBezTo>
                    <a:pt x="7352" y="979"/>
                    <a:pt x="7352" y="996"/>
                    <a:pt x="7310" y="996"/>
                  </a:cubicBezTo>
                  <a:cubicBezTo>
                    <a:pt x="7318" y="996"/>
                    <a:pt x="7335" y="1005"/>
                    <a:pt x="7344" y="1005"/>
                  </a:cubicBezTo>
                  <a:lnTo>
                    <a:pt x="7369" y="1013"/>
                  </a:lnTo>
                  <a:lnTo>
                    <a:pt x="7344" y="1022"/>
                  </a:lnTo>
                  <a:lnTo>
                    <a:pt x="7327" y="1022"/>
                  </a:lnTo>
                  <a:lnTo>
                    <a:pt x="7251" y="1030"/>
                  </a:lnTo>
                  <a:cubicBezTo>
                    <a:pt x="7200" y="1064"/>
                    <a:pt x="7217" y="1081"/>
                    <a:pt x="7174" y="1115"/>
                  </a:cubicBezTo>
                  <a:cubicBezTo>
                    <a:pt x="7205" y="1107"/>
                    <a:pt x="7195" y="1080"/>
                    <a:pt x="7240" y="1080"/>
                  </a:cubicBezTo>
                  <a:cubicBezTo>
                    <a:pt x="7245" y="1080"/>
                    <a:pt x="7252" y="1080"/>
                    <a:pt x="7259" y="1081"/>
                  </a:cubicBezTo>
                  <a:cubicBezTo>
                    <a:pt x="7335" y="1081"/>
                    <a:pt x="7251" y="1098"/>
                    <a:pt x="7242" y="1106"/>
                  </a:cubicBezTo>
                  <a:cubicBezTo>
                    <a:pt x="7262" y="1096"/>
                    <a:pt x="7282" y="1092"/>
                    <a:pt x="7302" y="1092"/>
                  </a:cubicBezTo>
                  <a:cubicBezTo>
                    <a:pt x="7316" y="1092"/>
                    <a:pt x="7330" y="1094"/>
                    <a:pt x="7344" y="1098"/>
                  </a:cubicBezTo>
                  <a:cubicBezTo>
                    <a:pt x="7349" y="1103"/>
                    <a:pt x="7353" y="1108"/>
                    <a:pt x="7358" y="1108"/>
                  </a:cubicBezTo>
                  <a:cubicBezTo>
                    <a:pt x="7362" y="1108"/>
                    <a:pt x="7365" y="1105"/>
                    <a:pt x="7369" y="1098"/>
                  </a:cubicBezTo>
                  <a:cubicBezTo>
                    <a:pt x="7369" y="1064"/>
                    <a:pt x="7378" y="1064"/>
                    <a:pt x="7352" y="1039"/>
                  </a:cubicBezTo>
                  <a:cubicBezTo>
                    <a:pt x="7358" y="1035"/>
                    <a:pt x="7365" y="1034"/>
                    <a:pt x="7371" y="1034"/>
                  </a:cubicBezTo>
                  <a:cubicBezTo>
                    <a:pt x="7390" y="1034"/>
                    <a:pt x="7405" y="1048"/>
                    <a:pt x="7407" y="1064"/>
                  </a:cubicBezTo>
                  <a:lnTo>
                    <a:pt x="7407" y="1064"/>
                  </a:lnTo>
                  <a:lnTo>
                    <a:pt x="7411" y="1047"/>
                  </a:lnTo>
                  <a:cubicBezTo>
                    <a:pt x="7420" y="1056"/>
                    <a:pt x="7428" y="1056"/>
                    <a:pt x="7428" y="1064"/>
                  </a:cubicBezTo>
                  <a:lnTo>
                    <a:pt x="7445" y="1047"/>
                  </a:lnTo>
                  <a:cubicBezTo>
                    <a:pt x="7445" y="1035"/>
                    <a:pt x="7437" y="1023"/>
                    <a:pt x="7417" y="1023"/>
                  </a:cubicBezTo>
                  <a:cubicBezTo>
                    <a:pt x="7409" y="1023"/>
                    <a:pt x="7398" y="1025"/>
                    <a:pt x="7386" y="1030"/>
                  </a:cubicBezTo>
                  <a:cubicBezTo>
                    <a:pt x="7411" y="1013"/>
                    <a:pt x="7369" y="979"/>
                    <a:pt x="7428" y="971"/>
                  </a:cubicBezTo>
                  <a:cubicBezTo>
                    <a:pt x="7462" y="971"/>
                    <a:pt x="7428" y="988"/>
                    <a:pt x="7428" y="996"/>
                  </a:cubicBezTo>
                  <a:cubicBezTo>
                    <a:pt x="7449" y="991"/>
                    <a:pt x="7466" y="989"/>
                    <a:pt x="7480" y="989"/>
                  </a:cubicBezTo>
                  <a:cubicBezTo>
                    <a:pt x="7511" y="989"/>
                    <a:pt x="7527" y="999"/>
                    <a:pt x="7538" y="1005"/>
                  </a:cubicBezTo>
                  <a:cubicBezTo>
                    <a:pt x="7548" y="1015"/>
                    <a:pt x="7552" y="1022"/>
                    <a:pt x="7564" y="1024"/>
                  </a:cubicBezTo>
                  <a:lnTo>
                    <a:pt x="7564" y="1024"/>
                  </a:lnTo>
                  <a:cubicBezTo>
                    <a:pt x="7560" y="1024"/>
                    <a:pt x="7557" y="1024"/>
                    <a:pt x="7553" y="1024"/>
                  </a:cubicBezTo>
                  <a:cubicBezTo>
                    <a:pt x="7534" y="1024"/>
                    <a:pt x="7513" y="1026"/>
                    <a:pt x="7487" y="1039"/>
                  </a:cubicBezTo>
                  <a:cubicBezTo>
                    <a:pt x="7487" y="1048"/>
                    <a:pt x="7492" y="1052"/>
                    <a:pt x="7498" y="1052"/>
                  </a:cubicBezTo>
                  <a:cubicBezTo>
                    <a:pt x="7514" y="1052"/>
                    <a:pt x="7545" y="1030"/>
                    <a:pt x="7564" y="1030"/>
                  </a:cubicBezTo>
                  <a:cubicBezTo>
                    <a:pt x="7521" y="1047"/>
                    <a:pt x="7521" y="1056"/>
                    <a:pt x="7521" y="1072"/>
                  </a:cubicBezTo>
                  <a:lnTo>
                    <a:pt x="7547" y="1047"/>
                  </a:lnTo>
                  <a:cubicBezTo>
                    <a:pt x="7558" y="1047"/>
                    <a:pt x="7569" y="1043"/>
                    <a:pt x="7573" y="1043"/>
                  </a:cubicBezTo>
                  <a:cubicBezTo>
                    <a:pt x="7575" y="1043"/>
                    <a:pt x="7575" y="1044"/>
                    <a:pt x="7572" y="1047"/>
                  </a:cubicBezTo>
                  <a:lnTo>
                    <a:pt x="7572" y="1047"/>
                  </a:lnTo>
                  <a:cubicBezTo>
                    <a:pt x="7581" y="1039"/>
                    <a:pt x="7581" y="1030"/>
                    <a:pt x="7581" y="1030"/>
                  </a:cubicBezTo>
                  <a:cubicBezTo>
                    <a:pt x="7586" y="1028"/>
                    <a:pt x="7592" y="1026"/>
                    <a:pt x="7597" y="1023"/>
                  </a:cubicBezTo>
                  <a:lnTo>
                    <a:pt x="7597" y="1023"/>
                  </a:lnTo>
                  <a:cubicBezTo>
                    <a:pt x="7594" y="1024"/>
                    <a:pt x="7592" y="1024"/>
                    <a:pt x="7589" y="1024"/>
                  </a:cubicBezTo>
                  <a:lnTo>
                    <a:pt x="7589" y="1024"/>
                  </a:lnTo>
                  <a:cubicBezTo>
                    <a:pt x="7592" y="1024"/>
                    <a:pt x="7595" y="1023"/>
                    <a:pt x="7598" y="1023"/>
                  </a:cubicBezTo>
                  <a:lnTo>
                    <a:pt x="7598" y="1023"/>
                  </a:lnTo>
                  <a:cubicBezTo>
                    <a:pt x="7598" y="1023"/>
                    <a:pt x="7598" y="1023"/>
                    <a:pt x="7597" y="1023"/>
                  </a:cubicBezTo>
                  <a:lnTo>
                    <a:pt x="7597" y="1023"/>
                  </a:lnTo>
                  <a:cubicBezTo>
                    <a:pt x="7600" y="1023"/>
                    <a:pt x="7603" y="1022"/>
                    <a:pt x="7606" y="1022"/>
                  </a:cubicBezTo>
                  <a:lnTo>
                    <a:pt x="7606" y="1022"/>
                  </a:lnTo>
                  <a:cubicBezTo>
                    <a:pt x="7603" y="1022"/>
                    <a:pt x="7601" y="1023"/>
                    <a:pt x="7598" y="1023"/>
                  </a:cubicBezTo>
                  <a:lnTo>
                    <a:pt x="7598" y="1023"/>
                  </a:lnTo>
                  <a:cubicBezTo>
                    <a:pt x="7642" y="1006"/>
                    <a:pt x="7690" y="994"/>
                    <a:pt x="7739" y="994"/>
                  </a:cubicBezTo>
                  <a:cubicBezTo>
                    <a:pt x="7751" y="994"/>
                    <a:pt x="7763" y="995"/>
                    <a:pt x="7775" y="996"/>
                  </a:cubicBezTo>
                  <a:cubicBezTo>
                    <a:pt x="7691" y="1039"/>
                    <a:pt x="7657" y="1022"/>
                    <a:pt x="7640" y="1056"/>
                  </a:cubicBezTo>
                  <a:cubicBezTo>
                    <a:pt x="7660" y="1049"/>
                    <a:pt x="7730" y="1015"/>
                    <a:pt x="7756" y="1015"/>
                  </a:cubicBezTo>
                  <a:cubicBezTo>
                    <a:pt x="7763" y="1015"/>
                    <a:pt x="7767" y="1017"/>
                    <a:pt x="7767" y="1022"/>
                  </a:cubicBezTo>
                  <a:cubicBezTo>
                    <a:pt x="7717" y="1041"/>
                    <a:pt x="7722" y="1045"/>
                    <a:pt x="7715" y="1050"/>
                  </a:cubicBezTo>
                  <a:lnTo>
                    <a:pt x="7715" y="1050"/>
                  </a:lnTo>
                  <a:lnTo>
                    <a:pt x="7868" y="996"/>
                  </a:lnTo>
                  <a:cubicBezTo>
                    <a:pt x="7878" y="999"/>
                    <a:pt x="7888" y="1000"/>
                    <a:pt x="7898" y="1000"/>
                  </a:cubicBezTo>
                  <a:cubicBezTo>
                    <a:pt x="7922" y="1000"/>
                    <a:pt x="7946" y="994"/>
                    <a:pt x="7970" y="988"/>
                  </a:cubicBezTo>
                  <a:lnTo>
                    <a:pt x="7970" y="988"/>
                  </a:lnTo>
                  <a:cubicBezTo>
                    <a:pt x="7964" y="988"/>
                    <a:pt x="7955" y="992"/>
                    <a:pt x="7944" y="992"/>
                  </a:cubicBezTo>
                  <a:cubicBezTo>
                    <a:pt x="7939" y="992"/>
                    <a:pt x="7933" y="991"/>
                    <a:pt x="7927" y="988"/>
                  </a:cubicBezTo>
                  <a:cubicBezTo>
                    <a:pt x="7981" y="972"/>
                    <a:pt x="8007" y="966"/>
                    <a:pt x="8020" y="966"/>
                  </a:cubicBezTo>
                  <a:cubicBezTo>
                    <a:pt x="8027" y="966"/>
                    <a:pt x="8029" y="968"/>
                    <a:pt x="8029" y="971"/>
                  </a:cubicBezTo>
                  <a:cubicBezTo>
                    <a:pt x="8029" y="979"/>
                    <a:pt x="8029" y="979"/>
                    <a:pt x="8020" y="979"/>
                  </a:cubicBezTo>
                  <a:lnTo>
                    <a:pt x="7987" y="996"/>
                  </a:lnTo>
                  <a:cubicBezTo>
                    <a:pt x="7970" y="1005"/>
                    <a:pt x="7961" y="1013"/>
                    <a:pt x="7961" y="1013"/>
                  </a:cubicBezTo>
                  <a:lnTo>
                    <a:pt x="7936" y="1013"/>
                  </a:lnTo>
                  <a:cubicBezTo>
                    <a:pt x="7877" y="1047"/>
                    <a:pt x="7902" y="1047"/>
                    <a:pt x="7910" y="1056"/>
                  </a:cubicBezTo>
                  <a:lnTo>
                    <a:pt x="7834" y="1081"/>
                  </a:lnTo>
                  <a:cubicBezTo>
                    <a:pt x="7866" y="1071"/>
                    <a:pt x="7885" y="1068"/>
                    <a:pt x="7896" y="1068"/>
                  </a:cubicBezTo>
                  <a:cubicBezTo>
                    <a:pt x="7925" y="1068"/>
                    <a:pt x="7907" y="1089"/>
                    <a:pt x="7919" y="1089"/>
                  </a:cubicBezTo>
                  <a:cubicBezTo>
                    <a:pt x="7944" y="1064"/>
                    <a:pt x="7970" y="1039"/>
                    <a:pt x="8004" y="1022"/>
                  </a:cubicBezTo>
                  <a:cubicBezTo>
                    <a:pt x="8046" y="1005"/>
                    <a:pt x="8080" y="979"/>
                    <a:pt x="8080" y="963"/>
                  </a:cubicBezTo>
                  <a:cubicBezTo>
                    <a:pt x="8101" y="958"/>
                    <a:pt x="8124" y="956"/>
                    <a:pt x="8147" y="956"/>
                  </a:cubicBezTo>
                  <a:cubicBezTo>
                    <a:pt x="8171" y="956"/>
                    <a:pt x="8194" y="958"/>
                    <a:pt x="8215" y="963"/>
                  </a:cubicBezTo>
                  <a:cubicBezTo>
                    <a:pt x="8190" y="979"/>
                    <a:pt x="8164" y="988"/>
                    <a:pt x="8139" y="996"/>
                  </a:cubicBezTo>
                  <a:cubicBezTo>
                    <a:pt x="8156" y="996"/>
                    <a:pt x="8188" y="989"/>
                    <a:pt x="8205" y="989"/>
                  </a:cubicBezTo>
                  <a:cubicBezTo>
                    <a:pt x="8213" y="989"/>
                    <a:pt x="8218" y="991"/>
                    <a:pt x="8215" y="996"/>
                  </a:cubicBezTo>
                  <a:lnTo>
                    <a:pt x="8173" y="1013"/>
                  </a:lnTo>
                  <a:cubicBezTo>
                    <a:pt x="8054" y="1081"/>
                    <a:pt x="8232" y="1039"/>
                    <a:pt x="8113" y="1123"/>
                  </a:cubicBezTo>
                  <a:cubicBezTo>
                    <a:pt x="8104" y="1125"/>
                    <a:pt x="8097" y="1126"/>
                    <a:pt x="8091" y="1126"/>
                  </a:cubicBezTo>
                  <a:cubicBezTo>
                    <a:pt x="8043" y="1126"/>
                    <a:pt x="8096" y="1070"/>
                    <a:pt x="8088" y="1047"/>
                  </a:cubicBezTo>
                  <a:lnTo>
                    <a:pt x="8088" y="1047"/>
                  </a:lnTo>
                  <a:cubicBezTo>
                    <a:pt x="8064" y="1056"/>
                    <a:pt x="8052" y="1059"/>
                    <a:pt x="8047" y="1059"/>
                  </a:cubicBezTo>
                  <a:cubicBezTo>
                    <a:pt x="8034" y="1059"/>
                    <a:pt x="8055" y="1042"/>
                    <a:pt x="8040" y="1042"/>
                  </a:cubicBezTo>
                  <a:cubicBezTo>
                    <a:pt x="8032" y="1042"/>
                    <a:pt x="8012" y="1047"/>
                    <a:pt x="7970" y="1064"/>
                  </a:cubicBezTo>
                  <a:lnTo>
                    <a:pt x="8004" y="1064"/>
                  </a:lnTo>
                  <a:cubicBezTo>
                    <a:pt x="7992" y="1070"/>
                    <a:pt x="7967" y="1076"/>
                    <a:pt x="7956" y="1076"/>
                  </a:cubicBezTo>
                  <a:cubicBezTo>
                    <a:pt x="7954" y="1076"/>
                    <a:pt x="7952" y="1076"/>
                    <a:pt x="7952" y="1075"/>
                  </a:cubicBezTo>
                  <a:lnTo>
                    <a:pt x="7952" y="1075"/>
                  </a:lnTo>
                  <a:cubicBezTo>
                    <a:pt x="7943" y="1089"/>
                    <a:pt x="7929" y="1089"/>
                    <a:pt x="7961" y="1089"/>
                  </a:cubicBezTo>
                  <a:cubicBezTo>
                    <a:pt x="7936" y="1115"/>
                    <a:pt x="7902" y="1132"/>
                    <a:pt x="7868" y="1132"/>
                  </a:cubicBezTo>
                  <a:cubicBezTo>
                    <a:pt x="7826" y="1140"/>
                    <a:pt x="7792" y="1149"/>
                    <a:pt x="7758" y="1174"/>
                  </a:cubicBezTo>
                  <a:cubicBezTo>
                    <a:pt x="7751" y="1167"/>
                    <a:pt x="7761" y="1155"/>
                    <a:pt x="7743" y="1155"/>
                  </a:cubicBezTo>
                  <a:cubicBezTo>
                    <a:pt x="7738" y="1155"/>
                    <a:pt x="7732" y="1155"/>
                    <a:pt x="7724" y="1157"/>
                  </a:cubicBezTo>
                  <a:lnTo>
                    <a:pt x="7784" y="1132"/>
                  </a:lnTo>
                  <a:lnTo>
                    <a:pt x="7784" y="1132"/>
                  </a:lnTo>
                  <a:lnTo>
                    <a:pt x="7716" y="1140"/>
                  </a:lnTo>
                  <a:cubicBezTo>
                    <a:pt x="7674" y="1174"/>
                    <a:pt x="7724" y="1182"/>
                    <a:pt x="7767" y="1199"/>
                  </a:cubicBezTo>
                  <a:cubicBezTo>
                    <a:pt x="7771" y="1182"/>
                    <a:pt x="7786" y="1182"/>
                    <a:pt x="7806" y="1182"/>
                  </a:cubicBezTo>
                  <a:cubicBezTo>
                    <a:pt x="7826" y="1182"/>
                    <a:pt x="7851" y="1182"/>
                    <a:pt x="7877" y="1166"/>
                  </a:cubicBezTo>
                  <a:lnTo>
                    <a:pt x="7877" y="1166"/>
                  </a:lnTo>
                  <a:cubicBezTo>
                    <a:pt x="7894" y="1174"/>
                    <a:pt x="7868" y="1191"/>
                    <a:pt x="7843" y="1191"/>
                  </a:cubicBezTo>
                  <a:cubicBezTo>
                    <a:pt x="7860" y="1199"/>
                    <a:pt x="7826" y="1216"/>
                    <a:pt x="7860" y="1216"/>
                  </a:cubicBezTo>
                  <a:cubicBezTo>
                    <a:pt x="7800" y="1233"/>
                    <a:pt x="7741" y="1250"/>
                    <a:pt x="7682" y="1267"/>
                  </a:cubicBezTo>
                  <a:cubicBezTo>
                    <a:pt x="7654" y="1276"/>
                    <a:pt x="7629" y="1283"/>
                    <a:pt x="7608" y="1283"/>
                  </a:cubicBezTo>
                  <a:cubicBezTo>
                    <a:pt x="7603" y="1283"/>
                    <a:pt x="7599" y="1283"/>
                    <a:pt x="7595" y="1282"/>
                  </a:cubicBezTo>
                  <a:lnTo>
                    <a:pt x="7595" y="1282"/>
                  </a:lnTo>
                  <a:cubicBezTo>
                    <a:pt x="7603" y="1297"/>
                    <a:pt x="7575" y="1326"/>
                    <a:pt x="7581" y="1326"/>
                  </a:cubicBezTo>
                  <a:lnTo>
                    <a:pt x="7623" y="1284"/>
                  </a:lnTo>
                  <a:cubicBezTo>
                    <a:pt x="7623" y="1309"/>
                    <a:pt x="7657" y="1301"/>
                    <a:pt x="7648" y="1335"/>
                  </a:cubicBezTo>
                  <a:cubicBezTo>
                    <a:pt x="7665" y="1301"/>
                    <a:pt x="7699" y="1309"/>
                    <a:pt x="7716" y="1276"/>
                  </a:cubicBezTo>
                  <a:cubicBezTo>
                    <a:pt x="7718" y="1288"/>
                    <a:pt x="7724" y="1293"/>
                    <a:pt x="7733" y="1293"/>
                  </a:cubicBezTo>
                  <a:cubicBezTo>
                    <a:pt x="7760" y="1293"/>
                    <a:pt x="7811" y="1250"/>
                    <a:pt x="7843" y="1250"/>
                  </a:cubicBezTo>
                  <a:cubicBezTo>
                    <a:pt x="7817" y="1276"/>
                    <a:pt x="7784" y="1301"/>
                    <a:pt x="7741" y="1309"/>
                  </a:cubicBezTo>
                  <a:cubicBezTo>
                    <a:pt x="7707" y="1326"/>
                    <a:pt x="7674" y="1326"/>
                    <a:pt x="7682" y="1326"/>
                  </a:cubicBezTo>
                  <a:cubicBezTo>
                    <a:pt x="7691" y="1335"/>
                    <a:pt x="7640" y="1369"/>
                    <a:pt x="7606" y="1377"/>
                  </a:cubicBezTo>
                  <a:cubicBezTo>
                    <a:pt x="7614" y="1394"/>
                    <a:pt x="7614" y="1411"/>
                    <a:pt x="7606" y="1428"/>
                  </a:cubicBezTo>
                  <a:cubicBezTo>
                    <a:pt x="7638" y="1408"/>
                    <a:pt x="7666" y="1374"/>
                    <a:pt x="7684" y="1374"/>
                  </a:cubicBezTo>
                  <a:cubicBezTo>
                    <a:pt x="7690" y="1374"/>
                    <a:pt x="7695" y="1377"/>
                    <a:pt x="7699" y="1385"/>
                  </a:cubicBezTo>
                  <a:lnTo>
                    <a:pt x="7733" y="1335"/>
                  </a:lnTo>
                  <a:lnTo>
                    <a:pt x="7733" y="1335"/>
                  </a:lnTo>
                  <a:cubicBezTo>
                    <a:pt x="7733" y="1377"/>
                    <a:pt x="7724" y="1419"/>
                    <a:pt x="7691" y="1453"/>
                  </a:cubicBezTo>
                  <a:cubicBezTo>
                    <a:pt x="7750" y="1428"/>
                    <a:pt x="7800" y="1385"/>
                    <a:pt x="7843" y="1335"/>
                  </a:cubicBezTo>
                  <a:cubicBezTo>
                    <a:pt x="7877" y="1284"/>
                    <a:pt x="7919" y="1250"/>
                    <a:pt x="7978" y="1225"/>
                  </a:cubicBezTo>
                  <a:lnTo>
                    <a:pt x="7978" y="1225"/>
                  </a:lnTo>
                  <a:lnTo>
                    <a:pt x="7970" y="1242"/>
                  </a:lnTo>
                  <a:cubicBezTo>
                    <a:pt x="8105" y="1123"/>
                    <a:pt x="8266" y="1047"/>
                    <a:pt x="8443" y="996"/>
                  </a:cubicBezTo>
                  <a:lnTo>
                    <a:pt x="8443" y="1005"/>
                  </a:lnTo>
                  <a:cubicBezTo>
                    <a:pt x="8418" y="1039"/>
                    <a:pt x="8393" y="1056"/>
                    <a:pt x="8359" y="1064"/>
                  </a:cubicBezTo>
                  <a:lnTo>
                    <a:pt x="8308" y="1072"/>
                  </a:lnTo>
                  <a:cubicBezTo>
                    <a:pt x="8240" y="1123"/>
                    <a:pt x="8181" y="1174"/>
                    <a:pt x="8130" y="1242"/>
                  </a:cubicBezTo>
                  <a:cubicBezTo>
                    <a:pt x="8071" y="1309"/>
                    <a:pt x="8004" y="1369"/>
                    <a:pt x="7927" y="1419"/>
                  </a:cubicBezTo>
                  <a:cubicBezTo>
                    <a:pt x="7927" y="1418"/>
                    <a:pt x="7927" y="1417"/>
                    <a:pt x="7928" y="1416"/>
                  </a:cubicBezTo>
                  <a:lnTo>
                    <a:pt x="7928" y="1416"/>
                  </a:lnTo>
                  <a:cubicBezTo>
                    <a:pt x="7912" y="1447"/>
                    <a:pt x="7912" y="1469"/>
                    <a:pt x="7826" y="1512"/>
                  </a:cubicBezTo>
                  <a:cubicBezTo>
                    <a:pt x="7863" y="1480"/>
                    <a:pt x="7872" y="1470"/>
                    <a:pt x="7868" y="1470"/>
                  </a:cubicBezTo>
                  <a:lnTo>
                    <a:pt x="7868" y="1470"/>
                  </a:lnTo>
                  <a:cubicBezTo>
                    <a:pt x="7861" y="1470"/>
                    <a:pt x="7816" y="1499"/>
                    <a:pt x="7806" y="1499"/>
                  </a:cubicBezTo>
                  <a:cubicBezTo>
                    <a:pt x="7801" y="1499"/>
                    <a:pt x="7806" y="1490"/>
                    <a:pt x="7834" y="1462"/>
                  </a:cubicBezTo>
                  <a:lnTo>
                    <a:pt x="7834" y="1462"/>
                  </a:lnTo>
                  <a:cubicBezTo>
                    <a:pt x="7792" y="1495"/>
                    <a:pt x="7758" y="1538"/>
                    <a:pt x="7707" y="1572"/>
                  </a:cubicBezTo>
                  <a:cubicBezTo>
                    <a:pt x="7674" y="1597"/>
                    <a:pt x="7640" y="1622"/>
                    <a:pt x="7597" y="1648"/>
                  </a:cubicBezTo>
                  <a:cubicBezTo>
                    <a:pt x="7530" y="1690"/>
                    <a:pt x="7462" y="1732"/>
                    <a:pt x="7403" y="1775"/>
                  </a:cubicBezTo>
                  <a:cubicBezTo>
                    <a:pt x="7437" y="1775"/>
                    <a:pt x="7378" y="1825"/>
                    <a:pt x="7378" y="1834"/>
                  </a:cubicBezTo>
                  <a:cubicBezTo>
                    <a:pt x="7370" y="1839"/>
                    <a:pt x="7365" y="1841"/>
                    <a:pt x="7362" y="1841"/>
                  </a:cubicBezTo>
                  <a:cubicBezTo>
                    <a:pt x="7354" y="1841"/>
                    <a:pt x="7357" y="1829"/>
                    <a:pt x="7369" y="1817"/>
                  </a:cubicBezTo>
                  <a:lnTo>
                    <a:pt x="7369" y="1817"/>
                  </a:lnTo>
                  <a:cubicBezTo>
                    <a:pt x="7342" y="1833"/>
                    <a:pt x="7321" y="1839"/>
                    <a:pt x="7308" y="1839"/>
                  </a:cubicBezTo>
                  <a:cubicBezTo>
                    <a:pt x="7292" y="1839"/>
                    <a:pt x="7284" y="1831"/>
                    <a:pt x="7284" y="1817"/>
                  </a:cubicBezTo>
                  <a:lnTo>
                    <a:pt x="7394" y="1732"/>
                  </a:lnTo>
                  <a:lnTo>
                    <a:pt x="7394" y="1732"/>
                  </a:lnTo>
                  <a:cubicBezTo>
                    <a:pt x="7352" y="1758"/>
                    <a:pt x="7327" y="1758"/>
                    <a:pt x="7301" y="1775"/>
                  </a:cubicBezTo>
                  <a:cubicBezTo>
                    <a:pt x="7284" y="1783"/>
                    <a:pt x="7268" y="1800"/>
                    <a:pt x="7259" y="1808"/>
                  </a:cubicBezTo>
                  <a:cubicBezTo>
                    <a:pt x="7242" y="1834"/>
                    <a:pt x="7251" y="1834"/>
                    <a:pt x="7259" y="1842"/>
                  </a:cubicBezTo>
                  <a:lnTo>
                    <a:pt x="7174" y="1986"/>
                  </a:lnTo>
                  <a:lnTo>
                    <a:pt x="7174" y="1978"/>
                  </a:lnTo>
                  <a:lnTo>
                    <a:pt x="7065" y="2071"/>
                  </a:lnTo>
                  <a:lnTo>
                    <a:pt x="7073" y="2054"/>
                  </a:lnTo>
                  <a:lnTo>
                    <a:pt x="7022" y="2121"/>
                  </a:lnTo>
                  <a:cubicBezTo>
                    <a:pt x="7016" y="2112"/>
                    <a:pt x="7009" y="2109"/>
                    <a:pt x="7003" y="2109"/>
                  </a:cubicBezTo>
                  <a:cubicBezTo>
                    <a:pt x="6998" y="2109"/>
                    <a:pt x="6993" y="2111"/>
                    <a:pt x="6989" y="2111"/>
                  </a:cubicBezTo>
                  <a:cubicBezTo>
                    <a:pt x="6986" y="2111"/>
                    <a:pt x="6982" y="2110"/>
                    <a:pt x="6980" y="2105"/>
                  </a:cubicBezTo>
                  <a:cubicBezTo>
                    <a:pt x="6978" y="2104"/>
                    <a:pt x="6976" y="2104"/>
                    <a:pt x="6974" y="2104"/>
                  </a:cubicBezTo>
                  <a:cubicBezTo>
                    <a:pt x="6909" y="2104"/>
                    <a:pt x="6850" y="2233"/>
                    <a:pt x="6752" y="2282"/>
                  </a:cubicBezTo>
                  <a:lnTo>
                    <a:pt x="6760" y="2265"/>
                  </a:lnTo>
                  <a:lnTo>
                    <a:pt x="6760" y="2265"/>
                  </a:lnTo>
                  <a:cubicBezTo>
                    <a:pt x="6684" y="2333"/>
                    <a:pt x="6599" y="2392"/>
                    <a:pt x="6506" y="2443"/>
                  </a:cubicBezTo>
                  <a:lnTo>
                    <a:pt x="6506" y="2434"/>
                  </a:lnTo>
                  <a:cubicBezTo>
                    <a:pt x="6543" y="2398"/>
                    <a:pt x="6548" y="2374"/>
                    <a:pt x="6532" y="2374"/>
                  </a:cubicBezTo>
                  <a:cubicBezTo>
                    <a:pt x="6529" y="2374"/>
                    <a:pt x="6526" y="2374"/>
                    <a:pt x="6523" y="2375"/>
                  </a:cubicBezTo>
                  <a:cubicBezTo>
                    <a:pt x="6532" y="2358"/>
                    <a:pt x="6557" y="2341"/>
                    <a:pt x="6565" y="2324"/>
                  </a:cubicBezTo>
                  <a:cubicBezTo>
                    <a:pt x="6588" y="2309"/>
                    <a:pt x="6644" y="2254"/>
                    <a:pt x="6674" y="2254"/>
                  </a:cubicBezTo>
                  <a:cubicBezTo>
                    <a:pt x="6678" y="2254"/>
                    <a:pt x="6681" y="2255"/>
                    <a:pt x="6684" y="2257"/>
                  </a:cubicBezTo>
                  <a:cubicBezTo>
                    <a:pt x="6643" y="2286"/>
                    <a:pt x="6634" y="2295"/>
                    <a:pt x="6644" y="2295"/>
                  </a:cubicBezTo>
                  <a:cubicBezTo>
                    <a:pt x="6648" y="2295"/>
                    <a:pt x="6656" y="2293"/>
                    <a:pt x="6667" y="2291"/>
                  </a:cubicBezTo>
                  <a:cubicBezTo>
                    <a:pt x="6709" y="2231"/>
                    <a:pt x="6811" y="2164"/>
                    <a:pt x="6785" y="2138"/>
                  </a:cubicBezTo>
                  <a:cubicBezTo>
                    <a:pt x="6815" y="2112"/>
                    <a:pt x="6824" y="2108"/>
                    <a:pt x="6829" y="2108"/>
                  </a:cubicBezTo>
                  <a:cubicBezTo>
                    <a:pt x="6832" y="2108"/>
                    <a:pt x="6834" y="2109"/>
                    <a:pt x="6838" y="2109"/>
                  </a:cubicBezTo>
                  <a:cubicBezTo>
                    <a:pt x="6843" y="2109"/>
                    <a:pt x="6851" y="2107"/>
                    <a:pt x="6870" y="2096"/>
                  </a:cubicBezTo>
                  <a:lnTo>
                    <a:pt x="6870" y="2096"/>
                  </a:lnTo>
                  <a:cubicBezTo>
                    <a:pt x="6887" y="2105"/>
                    <a:pt x="6870" y="2121"/>
                    <a:pt x="6861" y="2147"/>
                  </a:cubicBezTo>
                  <a:lnTo>
                    <a:pt x="7065" y="1969"/>
                  </a:lnTo>
                  <a:cubicBezTo>
                    <a:pt x="7063" y="1965"/>
                    <a:pt x="7060" y="1963"/>
                    <a:pt x="7055" y="1963"/>
                  </a:cubicBezTo>
                  <a:cubicBezTo>
                    <a:pt x="7032" y="1963"/>
                    <a:pt x="6977" y="2000"/>
                    <a:pt x="6958" y="2000"/>
                  </a:cubicBezTo>
                  <a:cubicBezTo>
                    <a:pt x="6950" y="2000"/>
                    <a:pt x="6949" y="1992"/>
                    <a:pt x="6963" y="1969"/>
                  </a:cubicBezTo>
                  <a:cubicBezTo>
                    <a:pt x="6971" y="1944"/>
                    <a:pt x="6946" y="1910"/>
                    <a:pt x="7022" y="1859"/>
                  </a:cubicBezTo>
                  <a:lnTo>
                    <a:pt x="7022" y="1859"/>
                  </a:lnTo>
                  <a:cubicBezTo>
                    <a:pt x="7031" y="1868"/>
                    <a:pt x="7022" y="1868"/>
                    <a:pt x="7014" y="1876"/>
                  </a:cubicBezTo>
                  <a:cubicBezTo>
                    <a:pt x="7048" y="1851"/>
                    <a:pt x="7056" y="1851"/>
                    <a:pt x="7098" y="1825"/>
                  </a:cubicBezTo>
                  <a:lnTo>
                    <a:pt x="7098" y="1825"/>
                  </a:lnTo>
                  <a:cubicBezTo>
                    <a:pt x="7124" y="1842"/>
                    <a:pt x="7065" y="1876"/>
                    <a:pt x="7056" y="1918"/>
                  </a:cubicBezTo>
                  <a:cubicBezTo>
                    <a:pt x="7073" y="1893"/>
                    <a:pt x="7098" y="1868"/>
                    <a:pt x="7124" y="1842"/>
                  </a:cubicBezTo>
                  <a:lnTo>
                    <a:pt x="7124" y="1859"/>
                  </a:lnTo>
                  <a:lnTo>
                    <a:pt x="7191" y="1792"/>
                  </a:lnTo>
                  <a:cubicBezTo>
                    <a:pt x="7195" y="1783"/>
                    <a:pt x="7194" y="1780"/>
                    <a:pt x="7192" y="1780"/>
                  </a:cubicBezTo>
                  <a:cubicBezTo>
                    <a:pt x="7181" y="1780"/>
                    <a:pt x="7135" y="1826"/>
                    <a:pt x="7118" y="1826"/>
                  </a:cubicBezTo>
                  <a:cubicBezTo>
                    <a:pt x="7117" y="1826"/>
                    <a:pt x="7116" y="1826"/>
                    <a:pt x="7115" y="1825"/>
                  </a:cubicBezTo>
                  <a:lnTo>
                    <a:pt x="7158" y="1775"/>
                  </a:lnTo>
                  <a:cubicBezTo>
                    <a:pt x="7234" y="1698"/>
                    <a:pt x="7327" y="1631"/>
                    <a:pt x="7428" y="1597"/>
                  </a:cubicBezTo>
                  <a:cubicBezTo>
                    <a:pt x="7504" y="1555"/>
                    <a:pt x="7454" y="1555"/>
                    <a:pt x="7462" y="1529"/>
                  </a:cubicBezTo>
                  <a:cubicBezTo>
                    <a:pt x="7487" y="1479"/>
                    <a:pt x="7538" y="1470"/>
                    <a:pt x="7572" y="1436"/>
                  </a:cubicBezTo>
                  <a:cubicBezTo>
                    <a:pt x="7564" y="1419"/>
                    <a:pt x="7589" y="1394"/>
                    <a:pt x="7572" y="1369"/>
                  </a:cubicBezTo>
                  <a:lnTo>
                    <a:pt x="7623" y="1343"/>
                  </a:lnTo>
                  <a:cubicBezTo>
                    <a:pt x="7619" y="1333"/>
                    <a:pt x="7613" y="1329"/>
                    <a:pt x="7607" y="1329"/>
                  </a:cubicBezTo>
                  <a:cubicBezTo>
                    <a:pt x="7587" y="1329"/>
                    <a:pt x="7558" y="1369"/>
                    <a:pt x="7538" y="1369"/>
                  </a:cubicBezTo>
                  <a:cubicBezTo>
                    <a:pt x="7496" y="1360"/>
                    <a:pt x="7564" y="1343"/>
                    <a:pt x="7530" y="1335"/>
                  </a:cubicBezTo>
                  <a:lnTo>
                    <a:pt x="7530" y="1335"/>
                  </a:lnTo>
                  <a:cubicBezTo>
                    <a:pt x="7513" y="1352"/>
                    <a:pt x="7521" y="1377"/>
                    <a:pt x="7496" y="1402"/>
                  </a:cubicBezTo>
                  <a:cubicBezTo>
                    <a:pt x="7480" y="1418"/>
                    <a:pt x="7464" y="1424"/>
                    <a:pt x="7452" y="1424"/>
                  </a:cubicBezTo>
                  <a:cubicBezTo>
                    <a:pt x="7445" y="1424"/>
                    <a:pt x="7440" y="1422"/>
                    <a:pt x="7437" y="1419"/>
                  </a:cubicBezTo>
                  <a:cubicBezTo>
                    <a:pt x="7487" y="1394"/>
                    <a:pt x="7496" y="1385"/>
                    <a:pt x="7496" y="1369"/>
                  </a:cubicBezTo>
                  <a:cubicBezTo>
                    <a:pt x="7496" y="1352"/>
                    <a:pt x="7504" y="1335"/>
                    <a:pt x="7513" y="1326"/>
                  </a:cubicBezTo>
                  <a:lnTo>
                    <a:pt x="7521" y="1335"/>
                  </a:lnTo>
                  <a:cubicBezTo>
                    <a:pt x="7504" y="1318"/>
                    <a:pt x="7564" y="1292"/>
                    <a:pt x="7564" y="1276"/>
                  </a:cubicBezTo>
                  <a:cubicBezTo>
                    <a:pt x="7567" y="1275"/>
                    <a:pt x="7570" y="1275"/>
                    <a:pt x="7573" y="1275"/>
                  </a:cubicBezTo>
                  <a:lnTo>
                    <a:pt x="7573" y="1275"/>
                  </a:lnTo>
                  <a:cubicBezTo>
                    <a:pt x="7580" y="1279"/>
                    <a:pt x="7587" y="1281"/>
                    <a:pt x="7595" y="1282"/>
                  </a:cubicBezTo>
                  <a:lnTo>
                    <a:pt x="7595" y="1282"/>
                  </a:lnTo>
                  <a:cubicBezTo>
                    <a:pt x="7593" y="1278"/>
                    <a:pt x="7587" y="1275"/>
                    <a:pt x="7576" y="1275"/>
                  </a:cubicBezTo>
                  <a:cubicBezTo>
                    <a:pt x="7575" y="1275"/>
                    <a:pt x="7574" y="1275"/>
                    <a:pt x="7573" y="1275"/>
                  </a:cubicBezTo>
                  <a:lnTo>
                    <a:pt x="7573" y="1275"/>
                  </a:lnTo>
                  <a:cubicBezTo>
                    <a:pt x="7570" y="1273"/>
                    <a:pt x="7567" y="1270"/>
                    <a:pt x="7564" y="1267"/>
                  </a:cubicBezTo>
                  <a:cubicBezTo>
                    <a:pt x="7538" y="1276"/>
                    <a:pt x="7521" y="1292"/>
                    <a:pt x="7496" y="1326"/>
                  </a:cubicBezTo>
                  <a:lnTo>
                    <a:pt x="7479" y="1343"/>
                  </a:lnTo>
                  <a:cubicBezTo>
                    <a:pt x="7471" y="1352"/>
                    <a:pt x="7445" y="1377"/>
                    <a:pt x="7428" y="1394"/>
                  </a:cubicBezTo>
                  <a:cubicBezTo>
                    <a:pt x="7394" y="1419"/>
                    <a:pt x="7361" y="1453"/>
                    <a:pt x="7327" y="1479"/>
                  </a:cubicBezTo>
                  <a:lnTo>
                    <a:pt x="7352" y="1436"/>
                  </a:lnTo>
                  <a:lnTo>
                    <a:pt x="7352" y="1436"/>
                  </a:lnTo>
                  <a:cubicBezTo>
                    <a:pt x="7174" y="1504"/>
                    <a:pt x="7259" y="1572"/>
                    <a:pt x="7183" y="1648"/>
                  </a:cubicBezTo>
                  <a:cubicBezTo>
                    <a:pt x="7199" y="1630"/>
                    <a:pt x="7200" y="1623"/>
                    <a:pt x="7193" y="1623"/>
                  </a:cubicBezTo>
                  <a:cubicBezTo>
                    <a:pt x="7173" y="1623"/>
                    <a:pt x="7087" y="1675"/>
                    <a:pt x="7056" y="1682"/>
                  </a:cubicBezTo>
                  <a:cubicBezTo>
                    <a:pt x="7014" y="1758"/>
                    <a:pt x="6955" y="1834"/>
                    <a:pt x="6887" y="1893"/>
                  </a:cubicBezTo>
                  <a:cubicBezTo>
                    <a:pt x="6866" y="1883"/>
                    <a:pt x="6846" y="1866"/>
                    <a:pt x="6819" y="1866"/>
                  </a:cubicBezTo>
                  <a:cubicBezTo>
                    <a:pt x="6803" y="1866"/>
                    <a:pt x="6783" y="1873"/>
                    <a:pt x="6760" y="1893"/>
                  </a:cubicBezTo>
                  <a:lnTo>
                    <a:pt x="6735" y="1935"/>
                  </a:lnTo>
                  <a:cubicBezTo>
                    <a:pt x="6675" y="1978"/>
                    <a:pt x="6608" y="2062"/>
                    <a:pt x="6565" y="2071"/>
                  </a:cubicBezTo>
                  <a:lnTo>
                    <a:pt x="6565" y="2062"/>
                  </a:lnTo>
                  <a:cubicBezTo>
                    <a:pt x="6511" y="2092"/>
                    <a:pt x="6508" y="2118"/>
                    <a:pt x="6530" y="2118"/>
                  </a:cubicBezTo>
                  <a:cubicBezTo>
                    <a:pt x="6538" y="2118"/>
                    <a:pt x="6551" y="2114"/>
                    <a:pt x="6565" y="2105"/>
                  </a:cubicBezTo>
                  <a:lnTo>
                    <a:pt x="6565" y="2105"/>
                  </a:lnTo>
                  <a:lnTo>
                    <a:pt x="6515" y="2164"/>
                  </a:lnTo>
                  <a:lnTo>
                    <a:pt x="6506" y="2164"/>
                  </a:lnTo>
                  <a:cubicBezTo>
                    <a:pt x="6451" y="2246"/>
                    <a:pt x="6385" y="2323"/>
                    <a:pt x="6312" y="2394"/>
                  </a:cubicBezTo>
                  <a:lnTo>
                    <a:pt x="6312" y="2394"/>
                  </a:lnTo>
                  <a:cubicBezTo>
                    <a:pt x="6318" y="2393"/>
                    <a:pt x="6323" y="2392"/>
                    <a:pt x="6329" y="2392"/>
                  </a:cubicBezTo>
                  <a:lnTo>
                    <a:pt x="6278" y="2460"/>
                  </a:lnTo>
                  <a:lnTo>
                    <a:pt x="6244" y="2460"/>
                  </a:lnTo>
                  <a:lnTo>
                    <a:pt x="6227" y="2502"/>
                  </a:lnTo>
                  <a:cubicBezTo>
                    <a:pt x="6278" y="2477"/>
                    <a:pt x="6337" y="2451"/>
                    <a:pt x="6396" y="2443"/>
                  </a:cubicBezTo>
                  <a:lnTo>
                    <a:pt x="6396" y="2443"/>
                  </a:lnTo>
                  <a:cubicBezTo>
                    <a:pt x="6261" y="2544"/>
                    <a:pt x="6142" y="2671"/>
                    <a:pt x="6049" y="2815"/>
                  </a:cubicBezTo>
                  <a:cubicBezTo>
                    <a:pt x="6049" y="2812"/>
                    <a:pt x="6049" y="2809"/>
                    <a:pt x="6049" y="2807"/>
                  </a:cubicBezTo>
                  <a:cubicBezTo>
                    <a:pt x="5965" y="2874"/>
                    <a:pt x="5956" y="2883"/>
                    <a:pt x="5880" y="2934"/>
                  </a:cubicBezTo>
                  <a:lnTo>
                    <a:pt x="5889" y="2908"/>
                  </a:lnTo>
                  <a:cubicBezTo>
                    <a:pt x="5887" y="2908"/>
                    <a:pt x="5885" y="2907"/>
                    <a:pt x="5884" y="2907"/>
                  </a:cubicBezTo>
                  <a:cubicBezTo>
                    <a:pt x="5859" y="2907"/>
                    <a:pt x="5826" y="2962"/>
                    <a:pt x="5770" y="3001"/>
                  </a:cubicBezTo>
                  <a:cubicBezTo>
                    <a:pt x="5753" y="3035"/>
                    <a:pt x="5728" y="3060"/>
                    <a:pt x="5703" y="3069"/>
                  </a:cubicBezTo>
                  <a:lnTo>
                    <a:pt x="5703" y="3052"/>
                  </a:lnTo>
                  <a:cubicBezTo>
                    <a:pt x="5701" y="3051"/>
                    <a:pt x="5699" y="3051"/>
                    <a:pt x="5697" y="3051"/>
                  </a:cubicBezTo>
                  <a:cubicBezTo>
                    <a:pt x="5675" y="3051"/>
                    <a:pt x="5621" y="3090"/>
                    <a:pt x="5567" y="3137"/>
                  </a:cubicBezTo>
                  <a:lnTo>
                    <a:pt x="5576" y="3103"/>
                  </a:lnTo>
                  <a:cubicBezTo>
                    <a:pt x="5584" y="3077"/>
                    <a:pt x="5601" y="3060"/>
                    <a:pt x="5618" y="3044"/>
                  </a:cubicBezTo>
                  <a:lnTo>
                    <a:pt x="5618" y="3044"/>
                  </a:lnTo>
                  <a:cubicBezTo>
                    <a:pt x="5609" y="3052"/>
                    <a:pt x="5584" y="3069"/>
                    <a:pt x="5567" y="3069"/>
                  </a:cubicBezTo>
                  <a:lnTo>
                    <a:pt x="5643" y="2942"/>
                  </a:lnTo>
                  <a:lnTo>
                    <a:pt x="5643" y="2942"/>
                  </a:lnTo>
                  <a:cubicBezTo>
                    <a:pt x="5584" y="2976"/>
                    <a:pt x="5610" y="3027"/>
                    <a:pt x="5542" y="3069"/>
                  </a:cubicBezTo>
                  <a:cubicBezTo>
                    <a:pt x="5525" y="3044"/>
                    <a:pt x="5508" y="3027"/>
                    <a:pt x="5567" y="2959"/>
                  </a:cubicBezTo>
                  <a:cubicBezTo>
                    <a:pt x="5588" y="2943"/>
                    <a:pt x="5597" y="2938"/>
                    <a:pt x="5600" y="2938"/>
                  </a:cubicBezTo>
                  <a:cubicBezTo>
                    <a:pt x="5607" y="2938"/>
                    <a:pt x="5592" y="2960"/>
                    <a:pt x="5611" y="2960"/>
                  </a:cubicBezTo>
                  <a:cubicBezTo>
                    <a:pt x="5613" y="2960"/>
                    <a:pt x="5615" y="2960"/>
                    <a:pt x="5618" y="2959"/>
                  </a:cubicBezTo>
                  <a:cubicBezTo>
                    <a:pt x="5635" y="2883"/>
                    <a:pt x="5694" y="2934"/>
                    <a:pt x="5719" y="2857"/>
                  </a:cubicBezTo>
                  <a:cubicBezTo>
                    <a:pt x="5745" y="2836"/>
                    <a:pt x="5759" y="2829"/>
                    <a:pt x="5770" y="2829"/>
                  </a:cubicBezTo>
                  <a:cubicBezTo>
                    <a:pt x="5783" y="2829"/>
                    <a:pt x="5790" y="2841"/>
                    <a:pt x="5804" y="2841"/>
                  </a:cubicBezTo>
                  <a:cubicBezTo>
                    <a:pt x="5745" y="2883"/>
                    <a:pt x="5855" y="2841"/>
                    <a:pt x="5779" y="2908"/>
                  </a:cubicBezTo>
                  <a:cubicBezTo>
                    <a:pt x="5855" y="2874"/>
                    <a:pt x="5804" y="2841"/>
                    <a:pt x="5863" y="2815"/>
                  </a:cubicBezTo>
                  <a:lnTo>
                    <a:pt x="5897" y="2832"/>
                  </a:lnTo>
                  <a:cubicBezTo>
                    <a:pt x="5973" y="2798"/>
                    <a:pt x="6049" y="2739"/>
                    <a:pt x="6117" y="2671"/>
                  </a:cubicBezTo>
                  <a:lnTo>
                    <a:pt x="6117" y="2671"/>
                  </a:lnTo>
                  <a:cubicBezTo>
                    <a:pt x="6106" y="2675"/>
                    <a:pt x="6100" y="2677"/>
                    <a:pt x="6096" y="2677"/>
                  </a:cubicBezTo>
                  <a:cubicBezTo>
                    <a:pt x="6083" y="2677"/>
                    <a:pt x="6095" y="2662"/>
                    <a:pt x="6106" y="2648"/>
                  </a:cubicBezTo>
                  <a:lnTo>
                    <a:pt x="6106" y="2648"/>
                  </a:lnTo>
                  <a:cubicBezTo>
                    <a:pt x="6088" y="2667"/>
                    <a:pt x="6051" y="2684"/>
                    <a:pt x="6034" y="2684"/>
                  </a:cubicBezTo>
                  <a:cubicBezTo>
                    <a:pt x="6029" y="2684"/>
                    <a:pt x="6025" y="2682"/>
                    <a:pt x="6024" y="2680"/>
                  </a:cubicBezTo>
                  <a:cubicBezTo>
                    <a:pt x="6083" y="2629"/>
                    <a:pt x="6134" y="2587"/>
                    <a:pt x="6202" y="2544"/>
                  </a:cubicBezTo>
                  <a:lnTo>
                    <a:pt x="6202" y="2544"/>
                  </a:lnTo>
                  <a:lnTo>
                    <a:pt x="6109" y="2595"/>
                  </a:lnTo>
                  <a:cubicBezTo>
                    <a:pt x="6126" y="2553"/>
                    <a:pt x="6210" y="2451"/>
                    <a:pt x="6210" y="2443"/>
                  </a:cubicBezTo>
                  <a:cubicBezTo>
                    <a:pt x="6222" y="2438"/>
                    <a:pt x="6235" y="2432"/>
                    <a:pt x="6247" y="2425"/>
                  </a:cubicBezTo>
                  <a:lnTo>
                    <a:pt x="6247" y="2425"/>
                  </a:lnTo>
                  <a:cubicBezTo>
                    <a:pt x="6234" y="2425"/>
                    <a:pt x="6217" y="2430"/>
                    <a:pt x="6208" y="2430"/>
                  </a:cubicBezTo>
                  <a:cubicBezTo>
                    <a:pt x="6196" y="2430"/>
                    <a:pt x="6199" y="2422"/>
                    <a:pt x="6244" y="2384"/>
                  </a:cubicBezTo>
                  <a:lnTo>
                    <a:pt x="6244" y="2384"/>
                  </a:lnTo>
                  <a:cubicBezTo>
                    <a:pt x="6234" y="2397"/>
                    <a:pt x="6237" y="2401"/>
                    <a:pt x="6246" y="2401"/>
                  </a:cubicBezTo>
                  <a:cubicBezTo>
                    <a:pt x="6259" y="2401"/>
                    <a:pt x="6285" y="2392"/>
                    <a:pt x="6295" y="2392"/>
                  </a:cubicBezTo>
                  <a:cubicBezTo>
                    <a:pt x="6337" y="2367"/>
                    <a:pt x="6362" y="2308"/>
                    <a:pt x="6379" y="2291"/>
                  </a:cubicBezTo>
                  <a:cubicBezTo>
                    <a:pt x="6354" y="2291"/>
                    <a:pt x="6345" y="2248"/>
                    <a:pt x="6354" y="2215"/>
                  </a:cubicBezTo>
                  <a:lnTo>
                    <a:pt x="6354" y="2215"/>
                  </a:lnTo>
                  <a:cubicBezTo>
                    <a:pt x="6295" y="2316"/>
                    <a:pt x="6032" y="2468"/>
                    <a:pt x="6058" y="2544"/>
                  </a:cubicBezTo>
                  <a:cubicBezTo>
                    <a:pt x="5956" y="2621"/>
                    <a:pt x="5829" y="2739"/>
                    <a:pt x="5703" y="2815"/>
                  </a:cubicBezTo>
                  <a:lnTo>
                    <a:pt x="5719" y="2815"/>
                  </a:lnTo>
                  <a:lnTo>
                    <a:pt x="5601" y="2874"/>
                  </a:lnTo>
                  <a:lnTo>
                    <a:pt x="5618" y="2849"/>
                  </a:lnTo>
                  <a:lnTo>
                    <a:pt x="5533" y="2883"/>
                  </a:lnTo>
                  <a:cubicBezTo>
                    <a:pt x="5525" y="2874"/>
                    <a:pt x="5559" y="2841"/>
                    <a:pt x="5567" y="2824"/>
                  </a:cubicBezTo>
                  <a:cubicBezTo>
                    <a:pt x="5577" y="2819"/>
                    <a:pt x="5587" y="2814"/>
                    <a:pt x="5592" y="2814"/>
                  </a:cubicBezTo>
                  <a:cubicBezTo>
                    <a:pt x="5595" y="2814"/>
                    <a:pt x="5596" y="2816"/>
                    <a:pt x="5593" y="2824"/>
                  </a:cubicBezTo>
                  <a:cubicBezTo>
                    <a:pt x="5606" y="2804"/>
                    <a:pt x="5608" y="2797"/>
                    <a:pt x="5603" y="2797"/>
                  </a:cubicBezTo>
                  <a:cubicBezTo>
                    <a:pt x="5595" y="2797"/>
                    <a:pt x="5562" y="2824"/>
                    <a:pt x="5551" y="2824"/>
                  </a:cubicBezTo>
                  <a:cubicBezTo>
                    <a:pt x="5546" y="2824"/>
                    <a:pt x="5545" y="2819"/>
                    <a:pt x="5550" y="2807"/>
                  </a:cubicBezTo>
                  <a:cubicBezTo>
                    <a:pt x="5576" y="2790"/>
                    <a:pt x="5593" y="2781"/>
                    <a:pt x="5610" y="2764"/>
                  </a:cubicBezTo>
                  <a:lnTo>
                    <a:pt x="5610" y="2764"/>
                  </a:lnTo>
                  <a:cubicBezTo>
                    <a:pt x="5508" y="2815"/>
                    <a:pt x="5500" y="2883"/>
                    <a:pt x="5423" y="2883"/>
                  </a:cubicBezTo>
                  <a:cubicBezTo>
                    <a:pt x="5390" y="2959"/>
                    <a:pt x="5322" y="3018"/>
                    <a:pt x="5246" y="3060"/>
                  </a:cubicBezTo>
                  <a:cubicBezTo>
                    <a:pt x="5250" y="3055"/>
                    <a:pt x="5251" y="3053"/>
                    <a:pt x="5249" y="3053"/>
                  </a:cubicBezTo>
                  <a:lnTo>
                    <a:pt x="5249" y="3053"/>
                  </a:lnTo>
                  <a:cubicBezTo>
                    <a:pt x="5245" y="3053"/>
                    <a:pt x="5207" y="3088"/>
                    <a:pt x="5191" y="3088"/>
                  </a:cubicBezTo>
                  <a:cubicBezTo>
                    <a:pt x="5185" y="3088"/>
                    <a:pt x="5183" y="3083"/>
                    <a:pt x="5187" y="3069"/>
                  </a:cubicBezTo>
                  <a:lnTo>
                    <a:pt x="5187" y="3069"/>
                  </a:lnTo>
                  <a:cubicBezTo>
                    <a:pt x="5170" y="3103"/>
                    <a:pt x="5085" y="3137"/>
                    <a:pt x="5085" y="3162"/>
                  </a:cubicBezTo>
                  <a:cubicBezTo>
                    <a:pt x="5102" y="3145"/>
                    <a:pt x="5127" y="3128"/>
                    <a:pt x="5153" y="3111"/>
                  </a:cubicBezTo>
                  <a:lnTo>
                    <a:pt x="5153" y="3111"/>
                  </a:lnTo>
                  <a:cubicBezTo>
                    <a:pt x="5127" y="3145"/>
                    <a:pt x="5136" y="3162"/>
                    <a:pt x="5093" y="3187"/>
                  </a:cubicBezTo>
                  <a:cubicBezTo>
                    <a:pt x="5051" y="3238"/>
                    <a:pt x="5110" y="3255"/>
                    <a:pt x="5026" y="3314"/>
                  </a:cubicBezTo>
                  <a:cubicBezTo>
                    <a:pt x="4967" y="3366"/>
                    <a:pt x="4939" y="3385"/>
                    <a:pt x="4929" y="3385"/>
                  </a:cubicBezTo>
                  <a:cubicBezTo>
                    <a:pt x="4901" y="3385"/>
                    <a:pt x="5002" y="3246"/>
                    <a:pt x="4977" y="3246"/>
                  </a:cubicBezTo>
                  <a:cubicBezTo>
                    <a:pt x="4976" y="3246"/>
                    <a:pt x="4976" y="3246"/>
                    <a:pt x="4975" y="3247"/>
                  </a:cubicBezTo>
                  <a:cubicBezTo>
                    <a:pt x="4975" y="3272"/>
                    <a:pt x="4882" y="3357"/>
                    <a:pt x="4831" y="3382"/>
                  </a:cubicBezTo>
                  <a:lnTo>
                    <a:pt x="4840" y="3365"/>
                  </a:lnTo>
                  <a:lnTo>
                    <a:pt x="4840" y="3365"/>
                  </a:lnTo>
                  <a:cubicBezTo>
                    <a:pt x="4814" y="3390"/>
                    <a:pt x="4789" y="3424"/>
                    <a:pt x="4755" y="3433"/>
                  </a:cubicBezTo>
                  <a:cubicBezTo>
                    <a:pt x="4755" y="3466"/>
                    <a:pt x="4755" y="3500"/>
                    <a:pt x="4738" y="3534"/>
                  </a:cubicBezTo>
                  <a:lnTo>
                    <a:pt x="4645" y="3610"/>
                  </a:lnTo>
                  <a:lnTo>
                    <a:pt x="4654" y="3585"/>
                  </a:lnTo>
                  <a:lnTo>
                    <a:pt x="4654" y="3585"/>
                  </a:lnTo>
                  <a:cubicBezTo>
                    <a:pt x="4637" y="3602"/>
                    <a:pt x="4620" y="3627"/>
                    <a:pt x="4594" y="3644"/>
                  </a:cubicBezTo>
                  <a:cubicBezTo>
                    <a:pt x="4577" y="3627"/>
                    <a:pt x="4611" y="3610"/>
                    <a:pt x="4637" y="3585"/>
                  </a:cubicBezTo>
                  <a:cubicBezTo>
                    <a:pt x="4631" y="3583"/>
                    <a:pt x="4626" y="3583"/>
                    <a:pt x="4621" y="3583"/>
                  </a:cubicBezTo>
                  <a:cubicBezTo>
                    <a:pt x="4597" y="3583"/>
                    <a:pt x="4584" y="3599"/>
                    <a:pt x="4577" y="3627"/>
                  </a:cubicBezTo>
                  <a:lnTo>
                    <a:pt x="4586" y="3619"/>
                  </a:lnTo>
                  <a:lnTo>
                    <a:pt x="4586" y="3619"/>
                  </a:lnTo>
                  <a:cubicBezTo>
                    <a:pt x="4572" y="3646"/>
                    <a:pt x="4522" y="3710"/>
                    <a:pt x="4539" y="3710"/>
                  </a:cubicBezTo>
                  <a:cubicBezTo>
                    <a:pt x="4544" y="3710"/>
                    <a:pt x="4553" y="3705"/>
                    <a:pt x="4569" y="3695"/>
                  </a:cubicBezTo>
                  <a:lnTo>
                    <a:pt x="4569" y="3695"/>
                  </a:lnTo>
                  <a:cubicBezTo>
                    <a:pt x="4527" y="3754"/>
                    <a:pt x="4484" y="3737"/>
                    <a:pt x="4451" y="3779"/>
                  </a:cubicBezTo>
                  <a:cubicBezTo>
                    <a:pt x="4442" y="3763"/>
                    <a:pt x="4467" y="3737"/>
                    <a:pt x="4442" y="3737"/>
                  </a:cubicBezTo>
                  <a:cubicBezTo>
                    <a:pt x="4408" y="3763"/>
                    <a:pt x="4374" y="3788"/>
                    <a:pt x="4349" y="3813"/>
                  </a:cubicBezTo>
                  <a:cubicBezTo>
                    <a:pt x="4356" y="3810"/>
                    <a:pt x="4361" y="3808"/>
                    <a:pt x="4363" y="3808"/>
                  </a:cubicBezTo>
                  <a:cubicBezTo>
                    <a:pt x="4369" y="3808"/>
                    <a:pt x="4366" y="3815"/>
                    <a:pt x="4373" y="3815"/>
                  </a:cubicBezTo>
                  <a:cubicBezTo>
                    <a:pt x="4377" y="3815"/>
                    <a:pt x="4385" y="3812"/>
                    <a:pt x="4400" y="3805"/>
                  </a:cubicBezTo>
                  <a:lnTo>
                    <a:pt x="4400" y="3805"/>
                  </a:lnTo>
                  <a:cubicBezTo>
                    <a:pt x="4391" y="3830"/>
                    <a:pt x="4341" y="3873"/>
                    <a:pt x="4349" y="3873"/>
                  </a:cubicBezTo>
                  <a:cubicBezTo>
                    <a:pt x="4366" y="3856"/>
                    <a:pt x="4383" y="3839"/>
                    <a:pt x="4408" y="3830"/>
                  </a:cubicBezTo>
                  <a:lnTo>
                    <a:pt x="4408" y="3830"/>
                  </a:lnTo>
                  <a:cubicBezTo>
                    <a:pt x="4358" y="3881"/>
                    <a:pt x="4307" y="3915"/>
                    <a:pt x="4248" y="3949"/>
                  </a:cubicBezTo>
                  <a:cubicBezTo>
                    <a:pt x="4248" y="3940"/>
                    <a:pt x="4248" y="3932"/>
                    <a:pt x="4248" y="3932"/>
                  </a:cubicBezTo>
                  <a:cubicBezTo>
                    <a:pt x="4205" y="4008"/>
                    <a:pt x="4095" y="4076"/>
                    <a:pt x="4070" y="4143"/>
                  </a:cubicBezTo>
                  <a:lnTo>
                    <a:pt x="4095" y="4135"/>
                  </a:lnTo>
                  <a:cubicBezTo>
                    <a:pt x="4112" y="4109"/>
                    <a:pt x="4129" y="4092"/>
                    <a:pt x="4154" y="4084"/>
                  </a:cubicBezTo>
                  <a:lnTo>
                    <a:pt x="4154" y="4084"/>
                  </a:lnTo>
                  <a:cubicBezTo>
                    <a:pt x="4138" y="4103"/>
                    <a:pt x="4143" y="4107"/>
                    <a:pt x="4153" y="4107"/>
                  </a:cubicBezTo>
                  <a:cubicBezTo>
                    <a:pt x="4157" y="4107"/>
                    <a:pt x="4163" y="4106"/>
                    <a:pt x="4168" y="4106"/>
                  </a:cubicBezTo>
                  <a:cubicBezTo>
                    <a:pt x="4179" y="4106"/>
                    <a:pt x="4184" y="4110"/>
                    <a:pt x="4163" y="4135"/>
                  </a:cubicBezTo>
                  <a:cubicBezTo>
                    <a:pt x="4104" y="4202"/>
                    <a:pt x="4011" y="4219"/>
                    <a:pt x="3994" y="4287"/>
                  </a:cubicBezTo>
                  <a:cubicBezTo>
                    <a:pt x="4070" y="4245"/>
                    <a:pt x="4138" y="4194"/>
                    <a:pt x="4197" y="4135"/>
                  </a:cubicBezTo>
                  <a:lnTo>
                    <a:pt x="4197" y="4135"/>
                  </a:lnTo>
                  <a:lnTo>
                    <a:pt x="4146" y="4169"/>
                  </a:lnTo>
                  <a:lnTo>
                    <a:pt x="4146" y="4169"/>
                  </a:lnTo>
                  <a:lnTo>
                    <a:pt x="4222" y="4059"/>
                  </a:lnTo>
                  <a:cubicBezTo>
                    <a:pt x="4223" y="4059"/>
                    <a:pt x="4224" y="4059"/>
                    <a:pt x="4225" y="4059"/>
                  </a:cubicBezTo>
                  <a:cubicBezTo>
                    <a:pt x="4243" y="4059"/>
                    <a:pt x="4299" y="3995"/>
                    <a:pt x="4324" y="3995"/>
                  </a:cubicBezTo>
                  <a:cubicBezTo>
                    <a:pt x="4327" y="3995"/>
                    <a:pt x="4330" y="3996"/>
                    <a:pt x="4332" y="3999"/>
                  </a:cubicBezTo>
                  <a:cubicBezTo>
                    <a:pt x="4298" y="4033"/>
                    <a:pt x="4264" y="4059"/>
                    <a:pt x="4239" y="4084"/>
                  </a:cubicBezTo>
                  <a:cubicBezTo>
                    <a:pt x="4248" y="4084"/>
                    <a:pt x="4341" y="4008"/>
                    <a:pt x="4374" y="3983"/>
                  </a:cubicBezTo>
                  <a:lnTo>
                    <a:pt x="4374" y="3983"/>
                  </a:lnTo>
                  <a:lnTo>
                    <a:pt x="4324" y="4016"/>
                  </a:lnTo>
                  <a:cubicBezTo>
                    <a:pt x="4391" y="3932"/>
                    <a:pt x="4510" y="3847"/>
                    <a:pt x="4577" y="3771"/>
                  </a:cubicBezTo>
                  <a:lnTo>
                    <a:pt x="4577" y="3771"/>
                  </a:lnTo>
                  <a:cubicBezTo>
                    <a:pt x="4565" y="3787"/>
                    <a:pt x="4564" y="3793"/>
                    <a:pt x="4569" y="3793"/>
                  </a:cubicBezTo>
                  <a:cubicBezTo>
                    <a:pt x="4580" y="3793"/>
                    <a:pt x="4624" y="3762"/>
                    <a:pt x="4638" y="3762"/>
                  </a:cubicBezTo>
                  <a:cubicBezTo>
                    <a:pt x="4643" y="3762"/>
                    <a:pt x="4644" y="3767"/>
                    <a:pt x="4637" y="3779"/>
                  </a:cubicBezTo>
                  <a:cubicBezTo>
                    <a:pt x="4628" y="3813"/>
                    <a:pt x="4577" y="3813"/>
                    <a:pt x="4586" y="3813"/>
                  </a:cubicBezTo>
                  <a:cubicBezTo>
                    <a:pt x="4587" y="3818"/>
                    <a:pt x="4590" y="3820"/>
                    <a:pt x="4594" y="3820"/>
                  </a:cubicBezTo>
                  <a:cubicBezTo>
                    <a:pt x="4612" y="3820"/>
                    <a:pt x="4650" y="3779"/>
                    <a:pt x="4671" y="3779"/>
                  </a:cubicBezTo>
                  <a:cubicBezTo>
                    <a:pt x="4671" y="3764"/>
                    <a:pt x="4731" y="3709"/>
                    <a:pt x="4702" y="3709"/>
                  </a:cubicBezTo>
                  <a:cubicBezTo>
                    <a:pt x="4699" y="3709"/>
                    <a:pt x="4695" y="3710"/>
                    <a:pt x="4689" y="3711"/>
                  </a:cubicBezTo>
                  <a:lnTo>
                    <a:pt x="4689" y="3711"/>
                  </a:lnTo>
                  <a:cubicBezTo>
                    <a:pt x="4723" y="3701"/>
                    <a:pt x="4764" y="3635"/>
                    <a:pt x="4814" y="3619"/>
                  </a:cubicBezTo>
                  <a:cubicBezTo>
                    <a:pt x="4789" y="3610"/>
                    <a:pt x="4874" y="3551"/>
                    <a:pt x="4882" y="3534"/>
                  </a:cubicBezTo>
                  <a:cubicBezTo>
                    <a:pt x="4890" y="3526"/>
                    <a:pt x="4907" y="3517"/>
                    <a:pt x="4933" y="3509"/>
                  </a:cubicBezTo>
                  <a:lnTo>
                    <a:pt x="4933" y="3509"/>
                  </a:lnTo>
                  <a:lnTo>
                    <a:pt x="4831" y="3636"/>
                  </a:lnTo>
                  <a:cubicBezTo>
                    <a:pt x="4806" y="3644"/>
                    <a:pt x="4772" y="3661"/>
                    <a:pt x="4789" y="3661"/>
                  </a:cubicBezTo>
                  <a:lnTo>
                    <a:pt x="4797" y="3678"/>
                  </a:lnTo>
                  <a:cubicBezTo>
                    <a:pt x="4721" y="3763"/>
                    <a:pt x="4654" y="3856"/>
                    <a:pt x="4620" y="3898"/>
                  </a:cubicBezTo>
                  <a:lnTo>
                    <a:pt x="4628" y="3864"/>
                  </a:lnTo>
                  <a:lnTo>
                    <a:pt x="4628" y="3864"/>
                  </a:lnTo>
                  <a:cubicBezTo>
                    <a:pt x="4586" y="3948"/>
                    <a:pt x="4495" y="3965"/>
                    <a:pt x="4444" y="4039"/>
                  </a:cubicBezTo>
                  <a:lnTo>
                    <a:pt x="4444" y="4039"/>
                  </a:lnTo>
                  <a:cubicBezTo>
                    <a:pt x="4444" y="4038"/>
                    <a:pt x="4444" y="4038"/>
                    <a:pt x="4443" y="4038"/>
                  </a:cubicBezTo>
                  <a:lnTo>
                    <a:pt x="4443" y="4038"/>
                  </a:lnTo>
                  <a:cubicBezTo>
                    <a:pt x="4442" y="4038"/>
                    <a:pt x="4439" y="4039"/>
                    <a:pt x="4434" y="4042"/>
                  </a:cubicBezTo>
                  <a:cubicBezTo>
                    <a:pt x="4349" y="4101"/>
                    <a:pt x="4349" y="4169"/>
                    <a:pt x="4264" y="4202"/>
                  </a:cubicBezTo>
                  <a:lnTo>
                    <a:pt x="4264" y="4186"/>
                  </a:lnTo>
                  <a:cubicBezTo>
                    <a:pt x="4264" y="4186"/>
                    <a:pt x="4231" y="4228"/>
                    <a:pt x="4248" y="4236"/>
                  </a:cubicBezTo>
                  <a:cubicBezTo>
                    <a:pt x="4281" y="4202"/>
                    <a:pt x="4324" y="4169"/>
                    <a:pt x="4358" y="4143"/>
                  </a:cubicBezTo>
                  <a:lnTo>
                    <a:pt x="4358" y="4143"/>
                  </a:lnTo>
                  <a:cubicBezTo>
                    <a:pt x="4341" y="4177"/>
                    <a:pt x="4315" y="4211"/>
                    <a:pt x="4281" y="4236"/>
                  </a:cubicBezTo>
                  <a:lnTo>
                    <a:pt x="4290" y="4262"/>
                  </a:lnTo>
                  <a:cubicBezTo>
                    <a:pt x="4264" y="4321"/>
                    <a:pt x="4197" y="4321"/>
                    <a:pt x="4171" y="4372"/>
                  </a:cubicBezTo>
                  <a:lnTo>
                    <a:pt x="4231" y="4355"/>
                  </a:lnTo>
                  <a:lnTo>
                    <a:pt x="4231" y="4363"/>
                  </a:lnTo>
                  <a:cubicBezTo>
                    <a:pt x="4248" y="4346"/>
                    <a:pt x="4256" y="4329"/>
                    <a:pt x="4264" y="4312"/>
                  </a:cubicBezTo>
                  <a:cubicBezTo>
                    <a:pt x="4307" y="4270"/>
                    <a:pt x="4358" y="4245"/>
                    <a:pt x="4417" y="4245"/>
                  </a:cubicBezTo>
                  <a:cubicBezTo>
                    <a:pt x="4422" y="4243"/>
                    <a:pt x="4426" y="4242"/>
                    <a:pt x="4429" y="4242"/>
                  </a:cubicBezTo>
                  <a:cubicBezTo>
                    <a:pt x="4451" y="4242"/>
                    <a:pt x="4427" y="4288"/>
                    <a:pt x="4442" y="4296"/>
                  </a:cubicBezTo>
                  <a:cubicBezTo>
                    <a:pt x="4493" y="4245"/>
                    <a:pt x="4467" y="4228"/>
                    <a:pt x="4527" y="4177"/>
                  </a:cubicBezTo>
                  <a:cubicBezTo>
                    <a:pt x="4530" y="4175"/>
                    <a:pt x="4532" y="4175"/>
                    <a:pt x="4534" y="4175"/>
                  </a:cubicBezTo>
                  <a:cubicBezTo>
                    <a:pt x="4537" y="4175"/>
                    <a:pt x="4537" y="4177"/>
                    <a:pt x="4536" y="4180"/>
                  </a:cubicBezTo>
                  <a:lnTo>
                    <a:pt x="4536" y="4180"/>
                  </a:lnTo>
                  <a:lnTo>
                    <a:pt x="4561" y="4143"/>
                  </a:lnTo>
                  <a:cubicBezTo>
                    <a:pt x="4561" y="4144"/>
                    <a:pt x="4562" y="4144"/>
                    <a:pt x="4563" y="4144"/>
                  </a:cubicBezTo>
                  <a:cubicBezTo>
                    <a:pt x="4575" y="4144"/>
                    <a:pt x="4618" y="4119"/>
                    <a:pt x="4633" y="4119"/>
                  </a:cubicBezTo>
                  <a:cubicBezTo>
                    <a:pt x="4641" y="4119"/>
                    <a:pt x="4641" y="4125"/>
                    <a:pt x="4628" y="4143"/>
                  </a:cubicBezTo>
                  <a:lnTo>
                    <a:pt x="4586" y="4169"/>
                  </a:lnTo>
                  <a:lnTo>
                    <a:pt x="4586" y="4169"/>
                  </a:lnTo>
                  <a:cubicBezTo>
                    <a:pt x="4667" y="4132"/>
                    <a:pt x="4794" y="4062"/>
                    <a:pt x="4830" y="4062"/>
                  </a:cubicBezTo>
                  <a:cubicBezTo>
                    <a:pt x="4835" y="4062"/>
                    <a:pt x="4839" y="4064"/>
                    <a:pt x="4840" y="4067"/>
                  </a:cubicBezTo>
                  <a:cubicBezTo>
                    <a:pt x="4890" y="4042"/>
                    <a:pt x="4865" y="4033"/>
                    <a:pt x="4941" y="3991"/>
                  </a:cubicBezTo>
                  <a:cubicBezTo>
                    <a:pt x="4958" y="3949"/>
                    <a:pt x="4916" y="3957"/>
                    <a:pt x="4975" y="3881"/>
                  </a:cubicBezTo>
                  <a:lnTo>
                    <a:pt x="4975" y="3881"/>
                  </a:lnTo>
                  <a:lnTo>
                    <a:pt x="4916" y="3923"/>
                  </a:lnTo>
                  <a:cubicBezTo>
                    <a:pt x="4905" y="3929"/>
                    <a:pt x="4901" y="3938"/>
                    <a:pt x="4895" y="3946"/>
                  </a:cubicBezTo>
                  <a:lnTo>
                    <a:pt x="4895" y="3946"/>
                  </a:lnTo>
                  <a:lnTo>
                    <a:pt x="4941" y="3906"/>
                  </a:lnTo>
                  <a:lnTo>
                    <a:pt x="4941" y="3906"/>
                  </a:lnTo>
                  <a:cubicBezTo>
                    <a:pt x="4916" y="3949"/>
                    <a:pt x="4924" y="3949"/>
                    <a:pt x="4924" y="3974"/>
                  </a:cubicBezTo>
                  <a:cubicBezTo>
                    <a:pt x="4874" y="4025"/>
                    <a:pt x="4806" y="4050"/>
                    <a:pt x="4730" y="4067"/>
                  </a:cubicBezTo>
                  <a:cubicBezTo>
                    <a:pt x="4747" y="4033"/>
                    <a:pt x="4806" y="3999"/>
                    <a:pt x="4772" y="3991"/>
                  </a:cubicBezTo>
                  <a:cubicBezTo>
                    <a:pt x="4831" y="3974"/>
                    <a:pt x="4806" y="3932"/>
                    <a:pt x="4874" y="3906"/>
                  </a:cubicBezTo>
                  <a:lnTo>
                    <a:pt x="4874" y="3906"/>
                  </a:lnTo>
                  <a:lnTo>
                    <a:pt x="4865" y="3923"/>
                  </a:lnTo>
                  <a:cubicBezTo>
                    <a:pt x="4899" y="3873"/>
                    <a:pt x="4924" y="3889"/>
                    <a:pt x="4950" y="3847"/>
                  </a:cubicBezTo>
                  <a:lnTo>
                    <a:pt x="4958" y="3847"/>
                  </a:lnTo>
                  <a:cubicBezTo>
                    <a:pt x="4996" y="3809"/>
                    <a:pt x="4988" y="3809"/>
                    <a:pt x="4978" y="3809"/>
                  </a:cubicBezTo>
                  <a:cubicBezTo>
                    <a:pt x="4969" y="3809"/>
                    <a:pt x="4958" y="3809"/>
                    <a:pt x="4992" y="3771"/>
                  </a:cubicBezTo>
                  <a:cubicBezTo>
                    <a:pt x="5015" y="3756"/>
                    <a:pt x="5029" y="3750"/>
                    <a:pt x="5037" y="3750"/>
                  </a:cubicBezTo>
                  <a:cubicBezTo>
                    <a:pt x="5057" y="3750"/>
                    <a:pt x="5050" y="3779"/>
                    <a:pt x="5068" y="3779"/>
                  </a:cubicBezTo>
                  <a:cubicBezTo>
                    <a:pt x="4975" y="3898"/>
                    <a:pt x="5093" y="3813"/>
                    <a:pt x="4992" y="3940"/>
                  </a:cubicBezTo>
                  <a:cubicBezTo>
                    <a:pt x="4996" y="3946"/>
                    <a:pt x="5002" y="3949"/>
                    <a:pt x="5010" y="3949"/>
                  </a:cubicBezTo>
                  <a:cubicBezTo>
                    <a:pt x="5036" y="3949"/>
                    <a:pt x="5082" y="3918"/>
                    <a:pt x="5127" y="3873"/>
                  </a:cubicBezTo>
                  <a:lnTo>
                    <a:pt x="5127" y="3873"/>
                  </a:lnTo>
                  <a:cubicBezTo>
                    <a:pt x="5121" y="3876"/>
                    <a:pt x="5116" y="3877"/>
                    <a:pt x="5112" y="3877"/>
                  </a:cubicBezTo>
                  <a:cubicBezTo>
                    <a:pt x="5092" y="3877"/>
                    <a:pt x="5109" y="3834"/>
                    <a:pt x="5075" y="3834"/>
                  </a:cubicBezTo>
                  <a:cubicBezTo>
                    <a:pt x="5069" y="3834"/>
                    <a:pt x="5061" y="3835"/>
                    <a:pt x="5051" y="3839"/>
                  </a:cubicBezTo>
                  <a:cubicBezTo>
                    <a:pt x="5144" y="3737"/>
                    <a:pt x="5093" y="3686"/>
                    <a:pt x="5229" y="3627"/>
                  </a:cubicBezTo>
                  <a:lnTo>
                    <a:pt x="5254" y="3576"/>
                  </a:lnTo>
                  <a:lnTo>
                    <a:pt x="5330" y="3534"/>
                  </a:lnTo>
                  <a:lnTo>
                    <a:pt x="5330" y="3534"/>
                  </a:lnTo>
                  <a:cubicBezTo>
                    <a:pt x="5313" y="3593"/>
                    <a:pt x="5254" y="3619"/>
                    <a:pt x="5237" y="3661"/>
                  </a:cubicBezTo>
                  <a:cubicBezTo>
                    <a:pt x="5339" y="3627"/>
                    <a:pt x="5322" y="3551"/>
                    <a:pt x="5415" y="3483"/>
                  </a:cubicBezTo>
                  <a:cubicBezTo>
                    <a:pt x="5425" y="3481"/>
                    <a:pt x="5432" y="3480"/>
                    <a:pt x="5437" y="3480"/>
                  </a:cubicBezTo>
                  <a:cubicBezTo>
                    <a:pt x="5484" y="3480"/>
                    <a:pt x="5340" y="3579"/>
                    <a:pt x="5356" y="3602"/>
                  </a:cubicBezTo>
                  <a:cubicBezTo>
                    <a:pt x="5370" y="3581"/>
                    <a:pt x="5412" y="3566"/>
                    <a:pt x="5427" y="3566"/>
                  </a:cubicBezTo>
                  <a:cubicBezTo>
                    <a:pt x="5430" y="3566"/>
                    <a:pt x="5432" y="3567"/>
                    <a:pt x="5432" y="3568"/>
                  </a:cubicBezTo>
                  <a:cubicBezTo>
                    <a:pt x="5339" y="3627"/>
                    <a:pt x="5390" y="3627"/>
                    <a:pt x="5288" y="3686"/>
                  </a:cubicBezTo>
                  <a:cubicBezTo>
                    <a:pt x="5302" y="3666"/>
                    <a:pt x="5302" y="3660"/>
                    <a:pt x="5296" y="3660"/>
                  </a:cubicBezTo>
                  <a:cubicBezTo>
                    <a:pt x="5291" y="3660"/>
                    <a:pt x="5281" y="3665"/>
                    <a:pt x="5276" y="3665"/>
                  </a:cubicBezTo>
                  <a:cubicBezTo>
                    <a:pt x="5273" y="3665"/>
                    <a:pt x="5271" y="3664"/>
                    <a:pt x="5271" y="3661"/>
                  </a:cubicBezTo>
                  <a:cubicBezTo>
                    <a:pt x="5229" y="3720"/>
                    <a:pt x="5170" y="3763"/>
                    <a:pt x="5110" y="3796"/>
                  </a:cubicBezTo>
                  <a:cubicBezTo>
                    <a:pt x="5110" y="3804"/>
                    <a:pt x="5114" y="3807"/>
                    <a:pt x="5119" y="3807"/>
                  </a:cubicBezTo>
                  <a:cubicBezTo>
                    <a:pt x="5139" y="3807"/>
                    <a:pt x="5189" y="3767"/>
                    <a:pt x="5229" y="3754"/>
                  </a:cubicBezTo>
                  <a:cubicBezTo>
                    <a:pt x="5288" y="3670"/>
                    <a:pt x="5398" y="3653"/>
                    <a:pt x="5432" y="3585"/>
                  </a:cubicBezTo>
                  <a:cubicBezTo>
                    <a:pt x="5455" y="3564"/>
                    <a:pt x="5467" y="3557"/>
                    <a:pt x="5472" y="3557"/>
                  </a:cubicBezTo>
                  <a:cubicBezTo>
                    <a:pt x="5482" y="3557"/>
                    <a:pt x="5460" y="3593"/>
                    <a:pt x="5466" y="3593"/>
                  </a:cubicBezTo>
                  <a:cubicBezTo>
                    <a:pt x="5542" y="3551"/>
                    <a:pt x="5483" y="3551"/>
                    <a:pt x="5500" y="3534"/>
                  </a:cubicBezTo>
                  <a:cubicBezTo>
                    <a:pt x="5601" y="3433"/>
                    <a:pt x="5643" y="3458"/>
                    <a:pt x="5719" y="3399"/>
                  </a:cubicBezTo>
                  <a:cubicBezTo>
                    <a:pt x="5813" y="3297"/>
                    <a:pt x="5923" y="3204"/>
                    <a:pt x="6049" y="3128"/>
                  </a:cubicBezTo>
                  <a:lnTo>
                    <a:pt x="6049" y="3128"/>
                  </a:lnTo>
                  <a:cubicBezTo>
                    <a:pt x="6041" y="3145"/>
                    <a:pt x="6058" y="3145"/>
                    <a:pt x="6075" y="3145"/>
                  </a:cubicBezTo>
                  <a:cubicBezTo>
                    <a:pt x="6109" y="3052"/>
                    <a:pt x="6100" y="3094"/>
                    <a:pt x="6159" y="3001"/>
                  </a:cubicBezTo>
                  <a:lnTo>
                    <a:pt x="6159" y="3001"/>
                  </a:lnTo>
                  <a:lnTo>
                    <a:pt x="6083" y="3044"/>
                  </a:lnTo>
                  <a:cubicBezTo>
                    <a:pt x="6134" y="2993"/>
                    <a:pt x="6159" y="2934"/>
                    <a:pt x="6227" y="2908"/>
                  </a:cubicBezTo>
                  <a:lnTo>
                    <a:pt x="6227" y="2908"/>
                  </a:lnTo>
                  <a:cubicBezTo>
                    <a:pt x="6220" y="2909"/>
                    <a:pt x="6215" y="2910"/>
                    <a:pt x="6211" y="2910"/>
                  </a:cubicBezTo>
                  <a:cubicBezTo>
                    <a:pt x="6157" y="2910"/>
                    <a:pt x="6305" y="2812"/>
                    <a:pt x="6329" y="2773"/>
                  </a:cubicBezTo>
                  <a:cubicBezTo>
                    <a:pt x="6396" y="2739"/>
                    <a:pt x="6439" y="2663"/>
                    <a:pt x="6489" y="2663"/>
                  </a:cubicBezTo>
                  <a:lnTo>
                    <a:pt x="6481" y="2671"/>
                  </a:lnTo>
                  <a:lnTo>
                    <a:pt x="6565" y="2612"/>
                  </a:lnTo>
                  <a:lnTo>
                    <a:pt x="6582" y="2654"/>
                  </a:lnTo>
                  <a:cubicBezTo>
                    <a:pt x="6650" y="2629"/>
                    <a:pt x="6701" y="2553"/>
                    <a:pt x="6675" y="2553"/>
                  </a:cubicBezTo>
                  <a:cubicBezTo>
                    <a:pt x="6703" y="2536"/>
                    <a:pt x="6714" y="2530"/>
                    <a:pt x="6718" y="2530"/>
                  </a:cubicBezTo>
                  <a:cubicBezTo>
                    <a:pt x="6724" y="2530"/>
                    <a:pt x="6716" y="2543"/>
                    <a:pt x="6726" y="2553"/>
                  </a:cubicBezTo>
                  <a:cubicBezTo>
                    <a:pt x="6702" y="2585"/>
                    <a:pt x="6662" y="2663"/>
                    <a:pt x="6615" y="2663"/>
                  </a:cubicBezTo>
                  <a:cubicBezTo>
                    <a:pt x="6612" y="2663"/>
                    <a:pt x="6610" y="2663"/>
                    <a:pt x="6608" y="2663"/>
                  </a:cubicBezTo>
                  <a:cubicBezTo>
                    <a:pt x="6616" y="2663"/>
                    <a:pt x="6633" y="2654"/>
                    <a:pt x="6633" y="2646"/>
                  </a:cubicBezTo>
                  <a:lnTo>
                    <a:pt x="6633" y="2646"/>
                  </a:lnTo>
                  <a:cubicBezTo>
                    <a:pt x="6464" y="2747"/>
                    <a:pt x="6616" y="2731"/>
                    <a:pt x="6540" y="2798"/>
                  </a:cubicBezTo>
                  <a:cubicBezTo>
                    <a:pt x="6582" y="2764"/>
                    <a:pt x="6625" y="2756"/>
                    <a:pt x="6667" y="2714"/>
                  </a:cubicBezTo>
                  <a:cubicBezTo>
                    <a:pt x="6709" y="2671"/>
                    <a:pt x="6752" y="2629"/>
                    <a:pt x="6785" y="2578"/>
                  </a:cubicBezTo>
                  <a:lnTo>
                    <a:pt x="6785" y="2578"/>
                  </a:lnTo>
                  <a:cubicBezTo>
                    <a:pt x="6752" y="2621"/>
                    <a:pt x="6701" y="2654"/>
                    <a:pt x="6650" y="2671"/>
                  </a:cubicBezTo>
                  <a:lnTo>
                    <a:pt x="6650" y="2671"/>
                  </a:lnTo>
                  <a:cubicBezTo>
                    <a:pt x="6684" y="2637"/>
                    <a:pt x="6675" y="2621"/>
                    <a:pt x="6718" y="2604"/>
                  </a:cubicBezTo>
                  <a:lnTo>
                    <a:pt x="6718" y="2621"/>
                  </a:lnTo>
                  <a:lnTo>
                    <a:pt x="6743" y="2570"/>
                  </a:lnTo>
                  <a:cubicBezTo>
                    <a:pt x="6745" y="2571"/>
                    <a:pt x="6748" y="2572"/>
                    <a:pt x="6751" y="2572"/>
                  </a:cubicBezTo>
                  <a:cubicBezTo>
                    <a:pt x="6774" y="2572"/>
                    <a:pt x="6818" y="2539"/>
                    <a:pt x="6830" y="2539"/>
                  </a:cubicBezTo>
                  <a:cubicBezTo>
                    <a:pt x="6836" y="2539"/>
                    <a:pt x="6834" y="2547"/>
                    <a:pt x="6819" y="2570"/>
                  </a:cubicBezTo>
                  <a:cubicBezTo>
                    <a:pt x="6870" y="2519"/>
                    <a:pt x="6828" y="2536"/>
                    <a:pt x="6870" y="2485"/>
                  </a:cubicBezTo>
                  <a:lnTo>
                    <a:pt x="6870" y="2485"/>
                  </a:lnTo>
                  <a:lnTo>
                    <a:pt x="6768" y="2553"/>
                  </a:lnTo>
                  <a:lnTo>
                    <a:pt x="6752" y="2536"/>
                  </a:lnTo>
                  <a:cubicBezTo>
                    <a:pt x="6777" y="2494"/>
                    <a:pt x="6802" y="2502"/>
                    <a:pt x="6836" y="2468"/>
                  </a:cubicBezTo>
                  <a:lnTo>
                    <a:pt x="6819" y="2443"/>
                  </a:lnTo>
                  <a:lnTo>
                    <a:pt x="6904" y="2409"/>
                  </a:lnTo>
                  <a:cubicBezTo>
                    <a:pt x="6887" y="2401"/>
                    <a:pt x="6946" y="2367"/>
                    <a:pt x="6955" y="2350"/>
                  </a:cubicBezTo>
                  <a:cubicBezTo>
                    <a:pt x="6965" y="2345"/>
                    <a:pt x="6974" y="2343"/>
                    <a:pt x="6981" y="2343"/>
                  </a:cubicBezTo>
                  <a:cubicBezTo>
                    <a:pt x="6994" y="2343"/>
                    <a:pt x="7005" y="2348"/>
                    <a:pt x="7015" y="2348"/>
                  </a:cubicBezTo>
                  <a:cubicBezTo>
                    <a:pt x="7028" y="2348"/>
                    <a:pt x="7042" y="2341"/>
                    <a:pt x="7065" y="2308"/>
                  </a:cubicBezTo>
                  <a:lnTo>
                    <a:pt x="7056" y="2308"/>
                  </a:lnTo>
                  <a:cubicBezTo>
                    <a:pt x="7090" y="2274"/>
                    <a:pt x="7124" y="2240"/>
                    <a:pt x="7166" y="2215"/>
                  </a:cubicBezTo>
                  <a:lnTo>
                    <a:pt x="7166" y="2215"/>
                  </a:lnTo>
                  <a:cubicBezTo>
                    <a:pt x="7166" y="2223"/>
                    <a:pt x="7158" y="2231"/>
                    <a:pt x="7149" y="2240"/>
                  </a:cubicBezTo>
                  <a:cubicBezTo>
                    <a:pt x="7231" y="2199"/>
                    <a:pt x="7329" y="2070"/>
                    <a:pt x="7389" y="2070"/>
                  </a:cubicBezTo>
                  <a:cubicBezTo>
                    <a:pt x="7391" y="2070"/>
                    <a:pt x="7393" y="2070"/>
                    <a:pt x="7394" y="2071"/>
                  </a:cubicBezTo>
                  <a:cubicBezTo>
                    <a:pt x="7403" y="2096"/>
                    <a:pt x="7361" y="2105"/>
                    <a:pt x="7378" y="2130"/>
                  </a:cubicBezTo>
                  <a:cubicBezTo>
                    <a:pt x="7234" y="2198"/>
                    <a:pt x="7318" y="2231"/>
                    <a:pt x="7166" y="2324"/>
                  </a:cubicBezTo>
                  <a:cubicBezTo>
                    <a:pt x="7161" y="2320"/>
                    <a:pt x="7156" y="2317"/>
                    <a:pt x="7151" y="2317"/>
                  </a:cubicBezTo>
                  <a:cubicBezTo>
                    <a:pt x="7115" y="2317"/>
                    <a:pt x="7073" y="2420"/>
                    <a:pt x="7020" y="2420"/>
                  </a:cubicBezTo>
                  <a:cubicBezTo>
                    <a:pt x="7015" y="2420"/>
                    <a:pt x="7010" y="2419"/>
                    <a:pt x="7005" y="2418"/>
                  </a:cubicBezTo>
                  <a:cubicBezTo>
                    <a:pt x="7065" y="2384"/>
                    <a:pt x="7115" y="2299"/>
                    <a:pt x="7098" y="2299"/>
                  </a:cubicBezTo>
                  <a:lnTo>
                    <a:pt x="7098" y="2299"/>
                  </a:lnTo>
                  <a:cubicBezTo>
                    <a:pt x="7056" y="2341"/>
                    <a:pt x="6997" y="2384"/>
                    <a:pt x="6946" y="2418"/>
                  </a:cubicBezTo>
                  <a:cubicBezTo>
                    <a:pt x="6951" y="2417"/>
                    <a:pt x="6955" y="2416"/>
                    <a:pt x="6958" y="2416"/>
                  </a:cubicBezTo>
                  <a:cubicBezTo>
                    <a:pt x="6990" y="2416"/>
                    <a:pt x="6996" y="2446"/>
                    <a:pt x="6988" y="2477"/>
                  </a:cubicBezTo>
                  <a:cubicBezTo>
                    <a:pt x="7107" y="2384"/>
                    <a:pt x="7225" y="2308"/>
                    <a:pt x="7352" y="2231"/>
                  </a:cubicBezTo>
                  <a:lnTo>
                    <a:pt x="7318" y="2215"/>
                  </a:lnTo>
                  <a:cubicBezTo>
                    <a:pt x="7345" y="2185"/>
                    <a:pt x="7357" y="2175"/>
                    <a:pt x="7363" y="2175"/>
                  </a:cubicBezTo>
                  <a:cubicBezTo>
                    <a:pt x="7373" y="2175"/>
                    <a:pt x="7362" y="2205"/>
                    <a:pt x="7379" y="2205"/>
                  </a:cubicBezTo>
                  <a:cubicBezTo>
                    <a:pt x="7385" y="2205"/>
                    <a:pt x="7395" y="2201"/>
                    <a:pt x="7411" y="2189"/>
                  </a:cubicBezTo>
                  <a:lnTo>
                    <a:pt x="7428" y="2147"/>
                  </a:lnTo>
                  <a:lnTo>
                    <a:pt x="7437" y="2147"/>
                  </a:lnTo>
                  <a:lnTo>
                    <a:pt x="7471" y="2071"/>
                  </a:lnTo>
                  <a:lnTo>
                    <a:pt x="7471" y="2071"/>
                  </a:lnTo>
                  <a:cubicBezTo>
                    <a:pt x="7428" y="2105"/>
                    <a:pt x="7462" y="2113"/>
                    <a:pt x="7411" y="2138"/>
                  </a:cubicBezTo>
                  <a:cubicBezTo>
                    <a:pt x="7403" y="2141"/>
                    <a:pt x="7397" y="2142"/>
                    <a:pt x="7393" y="2142"/>
                  </a:cubicBezTo>
                  <a:cubicBezTo>
                    <a:pt x="7371" y="2142"/>
                    <a:pt x="7394" y="2109"/>
                    <a:pt x="7394" y="2088"/>
                  </a:cubicBezTo>
                  <a:cubicBezTo>
                    <a:pt x="7418" y="2076"/>
                    <a:pt x="7471" y="2035"/>
                    <a:pt x="7486" y="2035"/>
                  </a:cubicBezTo>
                  <a:cubicBezTo>
                    <a:pt x="7492" y="2035"/>
                    <a:pt x="7492" y="2042"/>
                    <a:pt x="7479" y="2062"/>
                  </a:cubicBezTo>
                  <a:lnTo>
                    <a:pt x="7564" y="1944"/>
                  </a:lnTo>
                  <a:lnTo>
                    <a:pt x="7564" y="1944"/>
                  </a:lnTo>
                  <a:cubicBezTo>
                    <a:pt x="7572" y="1961"/>
                    <a:pt x="7547" y="1978"/>
                    <a:pt x="7547" y="1995"/>
                  </a:cubicBezTo>
                  <a:lnTo>
                    <a:pt x="7614" y="1927"/>
                  </a:lnTo>
                  <a:lnTo>
                    <a:pt x="7614" y="1935"/>
                  </a:lnTo>
                  <a:cubicBezTo>
                    <a:pt x="7674" y="1876"/>
                    <a:pt x="7733" y="1817"/>
                    <a:pt x="7784" y="1749"/>
                  </a:cubicBezTo>
                  <a:lnTo>
                    <a:pt x="7784" y="1749"/>
                  </a:lnTo>
                  <a:cubicBezTo>
                    <a:pt x="7762" y="1761"/>
                    <a:pt x="7751" y="1766"/>
                    <a:pt x="7745" y="1766"/>
                  </a:cubicBezTo>
                  <a:cubicBezTo>
                    <a:pt x="7735" y="1766"/>
                    <a:pt x="7744" y="1752"/>
                    <a:pt x="7750" y="1741"/>
                  </a:cubicBezTo>
                  <a:cubicBezTo>
                    <a:pt x="7767" y="1724"/>
                    <a:pt x="7826" y="1665"/>
                    <a:pt x="7809" y="1665"/>
                  </a:cubicBezTo>
                  <a:cubicBezTo>
                    <a:pt x="7824" y="1652"/>
                    <a:pt x="7841" y="1646"/>
                    <a:pt x="7856" y="1646"/>
                  </a:cubicBezTo>
                  <a:cubicBezTo>
                    <a:pt x="7892" y="1646"/>
                    <a:pt x="7910" y="1685"/>
                    <a:pt x="7826" y="1775"/>
                  </a:cubicBezTo>
                  <a:cubicBezTo>
                    <a:pt x="7784" y="1775"/>
                    <a:pt x="7750" y="1834"/>
                    <a:pt x="7707" y="1868"/>
                  </a:cubicBezTo>
                  <a:cubicBezTo>
                    <a:pt x="7767" y="1842"/>
                    <a:pt x="7775" y="1817"/>
                    <a:pt x="7817" y="1783"/>
                  </a:cubicBezTo>
                  <a:lnTo>
                    <a:pt x="7817" y="1783"/>
                  </a:lnTo>
                  <a:cubicBezTo>
                    <a:pt x="7809" y="1792"/>
                    <a:pt x="7809" y="1792"/>
                    <a:pt x="7817" y="1792"/>
                  </a:cubicBezTo>
                  <a:cubicBezTo>
                    <a:pt x="7826" y="1792"/>
                    <a:pt x="7834" y="1783"/>
                    <a:pt x="7843" y="1775"/>
                  </a:cubicBezTo>
                  <a:cubicBezTo>
                    <a:pt x="7877" y="1758"/>
                    <a:pt x="7927" y="1741"/>
                    <a:pt x="7927" y="1741"/>
                  </a:cubicBezTo>
                  <a:lnTo>
                    <a:pt x="7927" y="1741"/>
                  </a:lnTo>
                  <a:cubicBezTo>
                    <a:pt x="7919" y="1758"/>
                    <a:pt x="7919" y="1775"/>
                    <a:pt x="7902" y="1783"/>
                  </a:cubicBezTo>
                  <a:cubicBezTo>
                    <a:pt x="7894" y="1800"/>
                    <a:pt x="7885" y="1808"/>
                    <a:pt x="7868" y="1825"/>
                  </a:cubicBezTo>
                  <a:cubicBezTo>
                    <a:pt x="7860" y="1834"/>
                    <a:pt x="7843" y="1842"/>
                    <a:pt x="7826" y="1851"/>
                  </a:cubicBezTo>
                  <a:cubicBezTo>
                    <a:pt x="7805" y="1867"/>
                    <a:pt x="7794" y="1872"/>
                    <a:pt x="7788" y="1872"/>
                  </a:cubicBezTo>
                  <a:cubicBezTo>
                    <a:pt x="7775" y="1872"/>
                    <a:pt x="7788" y="1846"/>
                    <a:pt x="7787" y="1846"/>
                  </a:cubicBezTo>
                  <a:lnTo>
                    <a:pt x="7787" y="1846"/>
                  </a:lnTo>
                  <a:cubicBezTo>
                    <a:pt x="7787" y="1846"/>
                    <a:pt x="7786" y="1847"/>
                    <a:pt x="7784" y="1851"/>
                  </a:cubicBezTo>
                  <a:cubicBezTo>
                    <a:pt x="7780" y="1849"/>
                    <a:pt x="7777" y="1849"/>
                    <a:pt x="7774" y="1849"/>
                  </a:cubicBezTo>
                  <a:cubicBezTo>
                    <a:pt x="7731" y="1849"/>
                    <a:pt x="7670" y="1938"/>
                    <a:pt x="7623" y="1969"/>
                  </a:cubicBezTo>
                  <a:cubicBezTo>
                    <a:pt x="7614" y="1969"/>
                    <a:pt x="7623" y="1952"/>
                    <a:pt x="7631" y="1944"/>
                  </a:cubicBezTo>
                  <a:lnTo>
                    <a:pt x="7631" y="1944"/>
                  </a:lnTo>
                  <a:cubicBezTo>
                    <a:pt x="7597" y="1978"/>
                    <a:pt x="7504" y="2045"/>
                    <a:pt x="7513" y="2071"/>
                  </a:cubicBezTo>
                  <a:lnTo>
                    <a:pt x="7606" y="1978"/>
                  </a:lnTo>
                  <a:cubicBezTo>
                    <a:pt x="7608" y="1977"/>
                    <a:pt x="7609" y="1977"/>
                    <a:pt x="7611" y="1977"/>
                  </a:cubicBezTo>
                  <a:cubicBezTo>
                    <a:pt x="7623" y="1977"/>
                    <a:pt x="7601" y="2007"/>
                    <a:pt x="7618" y="2007"/>
                  </a:cubicBezTo>
                  <a:cubicBezTo>
                    <a:pt x="7621" y="2007"/>
                    <a:pt x="7625" y="2005"/>
                    <a:pt x="7631" y="2003"/>
                  </a:cubicBezTo>
                  <a:cubicBezTo>
                    <a:pt x="7657" y="1978"/>
                    <a:pt x="7682" y="1952"/>
                    <a:pt x="7707" y="1935"/>
                  </a:cubicBezTo>
                  <a:lnTo>
                    <a:pt x="7707" y="1952"/>
                  </a:lnTo>
                  <a:cubicBezTo>
                    <a:pt x="7750" y="1927"/>
                    <a:pt x="7792" y="1902"/>
                    <a:pt x="7834" y="1876"/>
                  </a:cubicBezTo>
                  <a:lnTo>
                    <a:pt x="8012" y="1724"/>
                  </a:lnTo>
                  <a:cubicBezTo>
                    <a:pt x="7995" y="1665"/>
                    <a:pt x="8037" y="1597"/>
                    <a:pt x="8029" y="1529"/>
                  </a:cubicBezTo>
                  <a:cubicBezTo>
                    <a:pt x="8190" y="1402"/>
                    <a:pt x="8359" y="1276"/>
                    <a:pt x="8553" y="1132"/>
                  </a:cubicBezTo>
                  <a:lnTo>
                    <a:pt x="8553" y="1132"/>
                  </a:lnTo>
                  <a:cubicBezTo>
                    <a:pt x="8553" y="1166"/>
                    <a:pt x="8452" y="1259"/>
                    <a:pt x="8325" y="1352"/>
                  </a:cubicBezTo>
                  <a:lnTo>
                    <a:pt x="8359" y="1309"/>
                  </a:lnTo>
                  <a:lnTo>
                    <a:pt x="8359" y="1309"/>
                  </a:lnTo>
                  <a:cubicBezTo>
                    <a:pt x="8300" y="1352"/>
                    <a:pt x="8249" y="1402"/>
                    <a:pt x="8207" y="1462"/>
                  </a:cubicBezTo>
                  <a:cubicBezTo>
                    <a:pt x="8207" y="1459"/>
                    <a:pt x="8205" y="1458"/>
                    <a:pt x="8203" y="1458"/>
                  </a:cubicBezTo>
                  <a:cubicBezTo>
                    <a:pt x="8197" y="1458"/>
                    <a:pt x="8185" y="1464"/>
                    <a:pt x="8173" y="1470"/>
                  </a:cubicBezTo>
                  <a:cubicBezTo>
                    <a:pt x="8102" y="1527"/>
                    <a:pt x="8072" y="1578"/>
                    <a:pt x="8105" y="1578"/>
                  </a:cubicBezTo>
                  <a:cubicBezTo>
                    <a:pt x="8111" y="1578"/>
                    <a:pt x="8119" y="1576"/>
                    <a:pt x="8130" y="1572"/>
                  </a:cubicBezTo>
                  <a:lnTo>
                    <a:pt x="8156" y="1538"/>
                  </a:lnTo>
                  <a:lnTo>
                    <a:pt x="8257" y="1495"/>
                  </a:lnTo>
                  <a:cubicBezTo>
                    <a:pt x="8223" y="1453"/>
                    <a:pt x="8452" y="1309"/>
                    <a:pt x="8528" y="1225"/>
                  </a:cubicBezTo>
                  <a:lnTo>
                    <a:pt x="8528" y="1225"/>
                  </a:lnTo>
                  <a:cubicBezTo>
                    <a:pt x="8494" y="1309"/>
                    <a:pt x="8435" y="1377"/>
                    <a:pt x="8350" y="1419"/>
                  </a:cubicBezTo>
                  <a:lnTo>
                    <a:pt x="8385" y="1419"/>
                  </a:lnTo>
                  <a:cubicBezTo>
                    <a:pt x="8427" y="1384"/>
                    <a:pt x="8472" y="1351"/>
                    <a:pt x="8520" y="1318"/>
                  </a:cubicBezTo>
                  <a:cubicBezTo>
                    <a:pt x="8570" y="1233"/>
                    <a:pt x="8646" y="1157"/>
                    <a:pt x="8731" y="1106"/>
                  </a:cubicBezTo>
                  <a:cubicBezTo>
                    <a:pt x="8739" y="1064"/>
                    <a:pt x="8824" y="1013"/>
                    <a:pt x="8909" y="963"/>
                  </a:cubicBezTo>
                  <a:cubicBezTo>
                    <a:pt x="8985" y="920"/>
                    <a:pt x="9052" y="869"/>
                    <a:pt x="9120" y="819"/>
                  </a:cubicBezTo>
                  <a:cubicBezTo>
                    <a:pt x="9118" y="818"/>
                    <a:pt x="9116" y="818"/>
                    <a:pt x="9114" y="818"/>
                  </a:cubicBezTo>
                  <a:cubicBezTo>
                    <a:pt x="9044" y="818"/>
                    <a:pt x="8906" y="956"/>
                    <a:pt x="8816" y="1005"/>
                  </a:cubicBezTo>
                  <a:cubicBezTo>
                    <a:pt x="8835" y="973"/>
                    <a:pt x="8907" y="931"/>
                    <a:pt x="8894" y="931"/>
                  </a:cubicBezTo>
                  <a:cubicBezTo>
                    <a:pt x="8889" y="931"/>
                    <a:pt x="8876" y="935"/>
                    <a:pt x="8849" y="946"/>
                  </a:cubicBezTo>
                  <a:cubicBezTo>
                    <a:pt x="8943" y="853"/>
                    <a:pt x="9027" y="869"/>
                    <a:pt x="9069" y="793"/>
                  </a:cubicBezTo>
                  <a:lnTo>
                    <a:pt x="9069" y="793"/>
                  </a:lnTo>
                  <a:lnTo>
                    <a:pt x="8976" y="844"/>
                  </a:lnTo>
                  <a:cubicBezTo>
                    <a:pt x="8976" y="819"/>
                    <a:pt x="9086" y="743"/>
                    <a:pt x="9086" y="717"/>
                  </a:cubicBezTo>
                  <a:lnTo>
                    <a:pt x="9086" y="717"/>
                  </a:lnTo>
                  <a:cubicBezTo>
                    <a:pt x="9010" y="734"/>
                    <a:pt x="9010" y="785"/>
                    <a:pt x="8883" y="861"/>
                  </a:cubicBezTo>
                  <a:lnTo>
                    <a:pt x="8866" y="844"/>
                  </a:lnTo>
                  <a:lnTo>
                    <a:pt x="8748" y="979"/>
                  </a:lnTo>
                  <a:cubicBezTo>
                    <a:pt x="8773" y="1005"/>
                    <a:pt x="8824" y="963"/>
                    <a:pt x="8756" y="1056"/>
                  </a:cubicBezTo>
                  <a:cubicBezTo>
                    <a:pt x="8690" y="1100"/>
                    <a:pt x="8611" y="1125"/>
                    <a:pt x="8530" y="1125"/>
                  </a:cubicBezTo>
                  <a:cubicBezTo>
                    <a:pt x="8518" y="1125"/>
                    <a:pt x="8506" y="1124"/>
                    <a:pt x="8494" y="1123"/>
                  </a:cubicBezTo>
                  <a:cubicBezTo>
                    <a:pt x="8570" y="1089"/>
                    <a:pt x="8638" y="1022"/>
                    <a:pt x="8689" y="1022"/>
                  </a:cubicBezTo>
                  <a:cubicBezTo>
                    <a:pt x="8696" y="985"/>
                    <a:pt x="8766" y="905"/>
                    <a:pt x="8726" y="905"/>
                  </a:cubicBezTo>
                  <a:cubicBezTo>
                    <a:pt x="8721" y="905"/>
                    <a:pt x="8713" y="906"/>
                    <a:pt x="8703" y="910"/>
                  </a:cubicBezTo>
                  <a:lnTo>
                    <a:pt x="8703" y="910"/>
                  </a:lnTo>
                  <a:cubicBezTo>
                    <a:pt x="8707" y="907"/>
                    <a:pt x="8708" y="903"/>
                    <a:pt x="8714" y="903"/>
                  </a:cubicBezTo>
                  <a:cubicBezTo>
                    <a:pt x="8875" y="827"/>
                    <a:pt x="9027" y="734"/>
                    <a:pt x="9171" y="624"/>
                  </a:cubicBezTo>
                  <a:cubicBezTo>
                    <a:pt x="9184" y="614"/>
                    <a:pt x="9186" y="609"/>
                    <a:pt x="9177" y="609"/>
                  </a:cubicBezTo>
                  <a:cubicBezTo>
                    <a:pt x="9165" y="609"/>
                    <a:pt x="9129" y="621"/>
                    <a:pt x="9078" y="641"/>
                  </a:cubicBezTo>
                  <a:cubicBezTo>
                    <a:pt x="9137" y="607"/>
                    <a:pt x="9188" y="573"/>
                    <a:pt x="9222" y="548"/>
                  </a:cubicBezTo>
                  <a:lnTo>
                    <a:pt x="9222" y="548"/>
                  </a:lnTo>
                  <a:cubicBezTo>
                    <a:pt x="9229" y="556"/>
                    <a:pt x="9258" y="556"/>
                    <a:pt x="9225" y="582"/>
                  </a:cubicBezTo>
                  <a:lnTo>
                    <a:pt x="9225" y="582"/>
                  </a:lnTo>
                  <a:lnTo>
                    <a:pt x="9509" y="379"/>
                  </a:lnTo>
                  <a:lnTo>
                    <a:pt x="9526" y="379"/>
                  </a:lnTo>
                  <a:lnTo>
                    <a:pt x="9552" y="353"/>
                  </a:lnTo>
                  <a:cubicBezTo>
                    <a:pt x="9560" y="345"/>
                    <a:pt x="9543" y="345"/>
                    <a:pt x="9543" y="345"/>
                  </a:cubicBezTo>
                  <a:lnTo>
                    <a:pt x="9535" y="345"/>
                  </a:lnTo>
                  <a:cubicBezTo>
                    <a:pt x="9535" y="345"/>
                    <a:pt x="9535" y="353"/>
                    <a:pt x="9535" y="353"/>
                  </a:cubicBezTo>
                  <a:lnTo>
                    <a:pt x="9526" y="362"/>
                  </a:lnTo>
                  <a:cubicBezTo>
                    <a:pt x="9509" y="370"/>
                    <a:pt x="9492" y="387"/>
                    <a:pt x="9467" y="396"/>
                  </a:cubicBezTo>
                  <a:cubicBezTo>
                    <a:pt x="9433" y="421"/>
                    <a:pt x="9399" y="438"/>
                    <a:pt x="9365" y="447"/>
                  </a:cubicBezTo>
                  <a:cubicBezTo>
                    <a:pt x="9374" y="430"/>
                    <a:pt x="9425" y="396"/>
                    <a:pt x="9408" y="387"/>
                  </a:cubicBezTo>
                  <a:lnTo>
                    <a:pt x="9408" y="387"/>
                  </a:lnTo>
                  <a:cubicBezTo>
                    <a:pt x="9315" y="396"/>
                    <a:pt x="9230" y="413"/>
                    <a:pt x="9137" y="438"/>
                  </a:cubicBezTo>
                  <a:cubicBezTo>
                    <a:pt x="9222" y="396"/>
                    <a:pt x="9315" y="353"/>
                    <a:pt x="9399" y="320"/>
                  </a:cubicBezTo>
                  <a:lnTo>
                    <a:pt x="9408" y="320"/>
                  </a:lnTo>
                  <a:cubicBezTo>
                    <a:pt x="9552" y="277"/>
                    <a:pt x="9704" y="243"/>
                    <a:pt x="9848" y="218"/>
                  </a:cubicBezTo>
                  <a:lnTo>
                    <a:pt x="9865" y="210"/>
                  </a:lnTo>
                  <a:lnTo>
                    <a:pt x="9865" y="210"/>
                  </a:lnTo>
                  <a:cubicBezTo>
                    <a:pt x="9602" y="218"/>
                    <a:pt x="9628" y="235"/>
                    <a:pt x="9382" y="252"/>
                  </a:cubicBezTo>
                  <a:cubicBezTo>
                    <a:pt x="9433" y="218"/>
                    <a:pt x="9746" y="184"/>
                    <a:pt x="9729" y="167"/>
                  </a:cubicBezTo>
                  <a:lnTo>
                    <a:pt x="9975" y="150"/>
                  </a:lnTo>
                  <a:lnTo>
                    <a:pt x="9975" y="150"/>
                  </a:lnTo>
                  <a:cubicBezTo>
                    <a:pt x="9932" y="159"/>
                    <a:pt x="9890" y="167"/>
                    <a:pt x="9856" y="176"/>
                  </a:cubicBezTo>
                  <a:cubicBezTo>
                    <a:pt x="9915" y="167"/>
                    <a:pt x="9966" y="159"/>
                    <a:pt x="10008" y="159"/>
                  </a:cubicBezTo>
                  <a:cubicBezTo>
                    <a:pt x="9983" y="184"/>
                    <a:pt x="9932" y="210"/>
                    <a:pt x="9907" y="235"/>
                  </a:cubicBezTo>
                  <a:cubicBezTo>
                    <a:pt x="9882" y="252"/>
                    <a:pt x="9865" y="277"/>
                    <a:pt x="9848" y="303"/>
                  </a:cubicBezTo>
                  <a:cubicBezTo>
                    <a:pt x="9824" y="317"/>
                    <a:pt x="9813" y="322"/>
                    <a:pt x="9808" y="322"/>
                  </a:cubicBezTo>
                  <a:cubicBezTo>
                    <a:pt x="9796" y="322"/>
                    <a:pt x="9835" y="283"/>
                    <a:pt x="9828" y="283"/>
                  </a:cubicBezTo>
                  <a:lnTo>
                    <a:pt x="9828" y="283"/>
                  </a:lnTo>
                  <a:cubicBezTo>
                    <a:pt x="9825" y="283"/>
                    <a:pt x="9817" y="288"/>
                    <a:pt x="9797" y="303"/>
                  </a:cubicBezTo>
                  <a:cubicBezTo>
                    <a:pt x="9835" y="271"/>
                    <a:pt x="9826" y="254"/>
                    <a:pt x="9794" y="254"/>
                  </a:cubicBezTo>
                  <a:cubicBezTo>
                    <a:pt x="9784" y="254"/>
                    <a:pt x="9770" y="256"/>
                    <a:pt x="9755" y="260"/>
                  </a:cubicBezTo>
                  <a:cubicBezTo>
                    <a:pt x="9670" y="320"/>
                    <a:pt x="9670" y="328"/>
                    <a:pt x="9695" y="328"/>
                  </a:cubicBezTo>
                  <a:cubicBezTo>
                    <a:pt x="9712" y="328"/>
                    <a:pt x="9746" y="328"/>
                    <a:pt x="9695" y="379"/>
                  </a:cubicBezTo>
                  <a:lnTo>
                    <a:pt x="9518" y="480"/>
                  </a:lnTo>
                  <a:cubicBezTo>
                    <a:pt x="9506" y="490"/>
                    <a:pt x="9503" y="494"/>
                    <a:pt x="9505" y="494"/>
                  </a:cubicBezTo>
                  <a:cubicBezTo>
                    <a:pt x="9513" y="494"/>
                    <a:pt x="9583" y="451"/>
                    <a:pt x="9602" y="438"/>
                  </a:cubicBezTo>
                  <a:lnTo>
                    <a:pt x="9602" y="438"/>
                  </a:lnTo>
                  <a:cubicBezTo>
                    <a:pt x="9552" y="497"/>
                    <a:pt x="9467" y="531"/>
                    <a:pt x="9408" y="582"/>
                  </a:cubicBezTo>
                  <a:cubicBezTo>
                    <a:pt x="9442" y="556"/>
                    <a:pt x="9484" y="540"/>
                    <a:pt x="9526" y="523"/>
                  </a:cubicBezTo>
                  <a:lnTo>
                    <a:pt x="9526" y="523"/>
                  </a:lnTo>
                  <a:cubicBezTo>
                    <a:pt x="9400" y="610"/>
                    <a:pt x="9273" y="689"/>
                    <a:pt x="9146" y="762"/>
                  </a:cubicBezTo>
                  <a:lnTo>
                    <a:pt x="9146" y="762"/>
                  </a:lnTo>
                  <a:cubicBezTo>
                    <a:pt x="9157" y="757"/>
                    <a:pt x="9164" y="755"/>
                    <a:pt x="9170" y="755"/>
                  </a:cubicBezTo>
                  <a:cubicBezTo>
                    <a:pt x="9195" y="755"/>
                    <a:pt x="9170" y="802"/>
                    <a:pt x="9146" y="827"/>
                  </a:cubicBezTo>
                  <a:lnTo>
                    <a:pt x="9425" y="650"/>
                  </a:lnTo>
                  <a:cubicBezTo>
                    <a:pt x="9543" y="556"/>
                    <a:pt x="9645" y="472"/>
                    <a:pt x="9755" y="396"/>
                  </a:cubicBezTo>
                  <a:cubicBezTo>
                    <a:pt x="9856" y="311"/>
                    <a:pt x="9966" y="227"/>
                    <a:pt x="10068" y="134"/>
                  </a:cubicBezTo>
                  <a:lnTo>
                    <a:pt x="10110" y="125"/>
                  </a:lnTo>
                  <a:lnTo>
                    <a:pt x="10161" y="91"/>
                  </a:lnTo>
                  <a:lnTo>
                    <a:pt x="10161" y="91"/>
                  </a:lnTo>
                  <a:cubicBezTo>
                    <a:pt x="9975" y="100"/>
                    <a:pt x="9788" y="125"/>
                    <a:pt x="9611" y="176"/>
                  </a:cubicBezTo>
                  <a:cubicBezTo>
                    <a:pt x="9425" y="227"/>
                    <a:pt x="9239" y="260"/>
                    <a:pt x="9052" y="286"/>
                  </a:cubicBezTo>
                  <a:cubicBezTo>
                    <a:pt x="9076" y="272"/>
                    <a:pt x="9070" y="267"/>
                    <a:pt x="9052" y="267"/>
                  </a:cubicBezTo>
                  <a:cubicBezTo>
                    <a:pt x="9022" y="267"/>
                    <a:pt x="8958" y="279"/>
                    <a:pt x="8930" y="279"/>
                  </a:cubicBezTo>
                  <a:cubicBezTo>
                    <a:pt x="8912" y="279"/>
                    <a:pt x="8908" y="274"/>
                    <a:pt x="8934" y="260"/>
                  </a:cubicBezTo>
                  <a:cubicBezTo>
                    <a:pt x="9078" y="252"/>
                    <a:pt x="9078" y="235"/>
                    <a:pt x="9078" y="218"/>
                  </a:cubicBezTo>
                  <a:lnTo>
                    <a:pt x="9078" y="218"/>
                  </a:lnTo>
                  <a:cubicBezTo>
                    <a:pt x="8959" y="252"/>
                    <a:pt x="8841" y="269"/>
                    <a:pt x="8723" y="277"/>
                  </a:cubicBezTo>
                  <a:cubicBezTo>
                    <a:pt x="8816" y="252"/>
                    <a:pt x="8706" y="243"/>
                    <a:pt x="8883" y="218"/>
                  </a:cubicBezTo>
                  <a:cubicBezTo>
                    <a:pt x="8706" y="218"/>
                    <a:pt x="8536" y="243"/>
                    <a:pt x="8376" y="294"/>
                  </a:cubicBezTo>
                  <a:cubicBezTo>
                    <a:pt x="8271" y="312"/>
                    <a:pt x="8219" y="318"/>
                    <a:pt x="8190" y="318"/>
                  </a:cubicBezTo>
                  <a:cubicBezTo>
                    <a:pt x="8135" y="318"/>
                    <a:pt x="8170" y="296"/>
                    <a:pt x="8097" y="296"/>
                  </a:cubicBezTo>
                  <a:cubicBezTo>
                    <a:pt x="8067" y="296"/>
                    <a:pt x="8018" y="300"/>
                    <a:pt x="7936" y="311"/>
                  </a:cubicBezTo>
                  <a:lnTo>
                    <a:pt x="7995" y="294"/>
                  </a:lnTo>
                  <a:lnTo>
                    <a:pt x="7767" y="320"/>
                  </a:lnTo>
                  <a:lnTo>
                    <a:pt x="7834" y="328"/>
                  </a:lnTo>
                  <a:cubicBezTo>
                    <a:pt x="7741" y="345"/>
                    <a:pt x="7648" y="362"/>
                    <a:pt x="7572" y="370"/>
                  </a:cubicBezTo>
                  <a:cubicBezTo>
                    <a:pt x="7420" y="404"/>
                    <a:pt x="7623" y="396"/>
                    <a:pt x="7597" y="413"/>
                  </a:cubicBezTo>
                  <a:lnTo>
                    <a:pt x="7657" y="379"/>
                  </a:lnTo>
                  <a:cubicBezTo>
                    <a:pt x="7731" y="379"/>
                    <a:pt x="7849" y="357"/>
                    <a:pt x="7897" y="357"/>
                  </a:cubicBezTo>
                  <a:cubicBezTo>
                    <a:pt x="7909" y="357"/>
                    <a:pt x="7917" y="359"/>
                    <a:pt x="7919" y="362"/>
                  </a:cubicBezTo>
                  <a:cubicBezTo>
                    <a:pt x="7843" y="370"/>
                    <a:pt x="7775" y="387"/>
                    <a:pt x="7707" y="413"/>
                  </a:cubicBezTo>
                  <a:lnTo>
                    <a:pt x="7868" y="396"/>
                  </a:lnTo>
                  <a:lnTo>
                    <a:pt x="7902" y="413"/>
                  </a:lnTo>
                  <a:cubicBezTo>
                    <a:pt x="8020" y="413"/>
                    <a:pt x="8147" y="387"/>
                    <a:pt x="8266" y="362"/>
                  </a:cubicBezTo>
                  <a:cubicBezTo>
                    <a:pt x="8261" y="361"/>
                    <a:pt x="8256" y="361"/>
                    <a:pt x="8251" y="361"/>
                  </a:cubicBezTo>
                  <a:cubicBezTo>
                    <a:pt x="8212" y="361"/>
                    <a:pt x="8165" y="383"/>
                    <a:pt x="8129" y="383"/>
                  </a:cubicBezTo>
                  <a:cubicBezTo>
                    <a:pt x="8120" y="383"/>
                    <a:pt x="8112" y="382"/>
                    <a:pt x="8105" y="379"/>
                  </a:cubicBezTo>
                  <a:cubicBezTo>
                    <a:pt x="8283" y="328"/>
                    <a:pt x="8452" y="294"/>
                    <a:pt x="8638" y="277"/>
                  </a:cubicBezTo>
                  <a:lnTo>
                    <a:pt x="8638" y="277"/>
                  </a:lnTo>
                  <a:cubicBezTo>
                    <a:pt x="8630" y="286"/>
                    <a:pt x="8680" y="286"/>
                    <a:pt x="8646" y="294"/>
                  </a:cubicBezTo>
                  <a:cubicBezTo>
                    <a:pt x="8630" y="294"/>
                    <a:pt x="8604" y="303"/>
                    <a:pt x="8587" y="303"/>
                  </a:cubicBezTo>
                  <a:cubicBezTo>
                    <a:pt x="8570" y="320"/>
                    <a:pt x="8460" y="337"/>
                    <a:pt x="8613" y="337"/>
                  </a:cubicBezTo>
                  <a:cubicBezTo>
                    <a:pt x="8503" y="370"/>
                    <a:pt x="8325" y="430"/>
                    <a:pt x="8317" y="438"/>
                  </a:cubicBezTo>
                  <a:cubicBezTo>
                    <a:pt x="8223" y="455"/>
                    <a:pt x="8130" y="463"/>
                    <a:pt x="8037" y="463"/>
                  </a:cubicBezTo>
                  <a:lnTo>
                    <a:pt x="8046" y="455"/>
                  </a:lnTo>
                  <a:lnTo>
                    <a:pt x="8046" y="455"/>
                  </a:lnTo>
                  <a:cubicBezTo>
                    <a:pt x="7991" y="461"/>
                    <a:pt x="7887" y="485"/>
                    <a:pt x="7834" y="485"/>
                  </a:cubicBezTo>
                  <a:cubicBezTo>
                    <a:pt x="7814" y="485"/>
                    <a:pt x="7800" y="481"/>
                    <a:pt x="7800" y="472"/>
                  </a:cubicBezTo>
                  <a:cubicBezTo>
                    <a:pt x="7741" y="489"/>
                    <a:pt x="7614" y="506"/>
                    <a:pt x="7733" y="506"/>
                  </a:cubicBezTo>
                  <a:lnTo>
                    <a:pt x="7521" y="540"/>
                  </a:lnTo>
                  <a:cubicBezTo>
                    <a:pt x="7547" y="514"/>
                    <a:pt x="7504" y="506"/>
                    <a:pt x="7496" y="489"/>
                  </a:cubicBezTo>
                  <a:cubicBezTo>
                    <a:pt x="7479" y="480"/>
                    <a:pt x="7479" y="463"/>
                    <a:pt x="7597" y="438"/>
                  </a:cubicBezTo>
                  <a:lnTo>
                    <a:pt x="7597" y="438"/>
                  </a:lnTo>
                  <a:lnTo>
                    <a:pt x="7387" y="462"/>
                  </a:lnTo>
                  <a:lnTo>
                    <a:pt x="7387" y="462"/>
                  </a:lnTo>
                  <a:cubicBezTo>
                    <a:pt x="7390" y="460"/>
                    <a:pt x="7396" y="455"/>
                    <a:pt x="7403" y="455"/>
                  </a:cubicBezTo>
                  <a:cubicBezTo>
                    <a:pt x="7420" y="455"/>
                    <a:pt x="7433" y="451"/>
                    <a:pt x="7440" y="451"/>
                  </a:cubicBezTo>
                  <a:cubicBezTo>
                    <a:pt x="7443" y="451"/>
                    <a:pt x="7445" y="452"/>
                    <a:pt x="7445" y="455"/>
                  </a:cubicBezTo>
                  <a:cubicBezTo>
                    <a:pt x="7487" y="438"/>
                    <a:pt x="7479" y="421"/>
                    <a:pt x="7445" y="421"/>
                  </a:cubicBezTo>
                  <a:lnTo>
                    <a:pt x="7310" y="421"/>
                  </a:lnTo>
                  <a:lnTo>
                    <a:pt x="7293" y="455"/>
                  </a:lnTo>
                  <a:cubicBezTo>
                    <a:pt x="7250" y="439"/>
                    <a:pt x="7211" y="433"/>
                    <a:pt x="7172" y="433"/>
                  </a:cubicBezTo>
                  <a:cubicBezTo>
                    <a:pt x="7150" y="433"/>
                    <a:pt x="7128" y="435"/>
                    <a:pt x="7107" y="438"/>
                  </a:cubicBezTo>
                  <a:lnTo>
                    <a:pt x="6912" y="540"/>
                  </a:lnTo>
                  <a:lnTo>
                    <a:pt x="6853" y="548"/>
                  </a:lnTo>
                  <a:cubicBezTo>
                    <a:pt x="6828" y="531"/>
                    <a:pt x="6743" y="548"/>
                    <a:pt x="6777" y="514"/>
                  </a:cubicBezTo>
                  <a:cubicBezTo>
                    <a:pt x="6768" y="506"/>
                    <a:pt x="6794" y="506"/>
                    <a:pt x="6828" y="506"/>
                  </a:cubicBezTo>
                  <a:cubicBezTo>
                    <a:pt x="6828" y="514"/>
                    <a:pt x="6828" y="514"/>
                    <a:pt x="6828" y="514"/>
                  </a:cubicBezTo>
                  <a:cubicBezTo>
                    <a:pt x="6845" y="497"/>
                    <a:pt x="6845" y="472"/>
                    <a:pt x="6802" y="455"/>
                  </a:cubicBezTo>
                  <a:lnTo>
                    <a:pt x="6802" y="455"/>
                  </a:lnTo>
                  <a:cubicBezTo>
                    <a:pt x="6815" y="459"/>
                    <a:pt x="6830" y="461"/>
                    <a:pt x="6845" y="461"/>
                  </a:cubicBezTo>
                  <a:cubicBezTo>
                    <a:pt x="6859" y="461"/>
                    <a:pt x="6874" y="459"/>
                    <a:pt x="6887" y="455"/>
                  </a:cubicBezTo>
                  <a:lnTo>
                    <a:pt x="6836" y="455"/>
                  </a:lnTo>
                  <a:cubicBezTo>
                    <a:pt x="6904" y="447"/>
                    <a:pt x="7014" y="404"/>
                    <a:pt x="7014" y="379"/>
                  </a:cubicBezTo>
                  <a:lnTo>
                    <a:pt x="7014" y="379"/>
                  </a:lnTo>
                  <a:cubicBezTo>
                    <a:pt x="7005" y="390"/>
                    <a:pt x="6995" y="394"/>
                    <a:pt x="6983" y="394"/>
                  </a:cubicBezTo>
                  <a:cubicBezTo>
                    <a:pt x="6960" y="394"/>
                    <a:pt x="6932" y="379"/>
                    <a:pt x="6904" y="379"/>
                  </a:cubicBezTo>
                  <a:cubicBezTo>
                    <a:pt x="6938" y="370"/>
                    <a:pt x="6997" y="353"/>
                    <a:pt x="6946" y="353"/>
                  </a:cubicBezTo>
                  <a:cubicBezTo>
                    <a:pt x="6929" y="362"/>
                    <a:pt x="6802" y="387"/>
                    <a:pt x="6895" y="396"/>
                  </a:cubicBezTo>
                  <a:cubicBezTo>
                    <a:pt x="6864" y="408"/>
                    <a:pt x="6829" y="416"/>
                    <a:pt x="6795" y="416"/>
                  </a:cubicBezTo>
                  <a:cubicBezTo>
                    <a:pt x="6783" y="416"/>
                    <a:pt x="6771" y="415"/>
                    <a:pt x="6760" y="413"/>
                  </a:cubicBezTo>
                  <a:cubicBezTo>
                    <a:pt x="6811" y="396"/>
                    <a:pt x="6777" y="387"/>
                    <a:pt x="6794" y="370"/>
                  </a:cubicBezTo>
                  <a:lnTo>
                    <a:pt x="6794" y="370"/>
                  </a:lnTo>
                  <a:cubicBezTo>
                    <a:pt x="6768" y="379"/>
                    <a:pt x="6752" y="396"/>
                    <a:pt x="6743" y="421"/>
                  </a:cubicBezTo>
                  <a:cubicBezTo>
                    <a:pt x="6626" y="399"/>
                    <a:pt x="6573" y="359"/>
                    <a:pt x="6468" y="359"/>
                  </a:cubicBezTo>
                  <a:cubicBezTo>
                    <a:pt x="6451" y="359"/>
                    <a:pt x="6433" y="360"/>
                    <a:pt x="6413" y="362"/>
                  </a:cubicBezTo>
                  <a:cubicBezTo>
                    <a:pt x="6407" y="364"/>
                    <a:pt x="6409" y="365"/>
                    <a:pt x="6416" y="365"/>
                  </a:cubicBezTo>
                  <a:cubicBezTo>
                    <a:pt x="6422" y="365"/>
                    <a:pt x="6433" y="364"/>
                    <a:pt x="6445" y="364"/>
                  </a:cubicBezTo>
                  <a:cubicBezTo>
                    <a:pt x="6468" y="364"/>
                    <a:pt x="6494" y="366"/>
                    <a:pt x="6489" y="379"/>
                  </a:cubicBezTo>
                  <a:cubicBezTo>
                    <a:pt x="6469" y="385"/>
                    <a:pt x="6451" y="388"/>
                    <a:pt x="6435" y="388"/>
                  </a:cubicBezTo>
                  <a:cubicBezTo>
                    <a:pt x="6374" y="388"/>
                    <a:pt x="6338" y="351"/>
                    <a:pt x="6279" y="351"/>
                  </a:cubicBezTo>
                  <a:cubicBezTo>
                    <a:pt x="6271" y="351"/>
                    <a:pt x="6262" y="352"/>
                    <a:pt x="6252" y="353"/>
                  </a:cubicBezTo>
                  <a:lnTo>
                    <a:pt x="6278" y="387"/>
                  </a:lnTo>
                  <a:cubicBezTo>
                    <a:pt x="6236" y="396"/>
                    <a:pt x="6193" y="404"/>
                    <a:pt x="6142" y="404"/>
                  </a:cubicBezTo>
                  <a:cubicBezTo>
                    <a:pt x="6134" y="396"/>
                    <a:pt x="6041" y="370"/>
                    <a:pt x="6109" y="362"/>
                  </a:cubicBezTo>
                  <a:cubicBezTo>
                    <a:pt x="6089" y="359"/>
                    <a:pt x="6073" y="358"/>
                    <a:pt x="6058" y="358"/>
                  </a:cubicBezTo>
                  <a:cubicBezTo>
                    <a:pt x="5956" y="358"/>
                    <a:pt x="5951" y="422"/>
                    <a:pt x="5810" y="422"/>
                  </a:cubicBezTo>
                  <a:cubicBezTo>
                    <a:pt x="5803" y="422"/>
                    <a:pt x="5795" y="421"/>
                    <a:pt x="5787" y="421"/>
                  </a:cubicBezTo>
                  <a:lnTo>
                    <a:pt x="5787" y="421"/>
                  </a:lnTo>
                  <a:cubicBezTo>
                    <a:pt x="5838" y="430"/>
                    <a:pt x="5889" y="430"/>
                    <a:pt x="5948" y="430"/>
                  </a:cubicBezTo>
                  <a:cubicBezTo>
                    <a:pt x="5872" y="447"/>
                    <a:pt x="5939" y="447"/>
                    <a:pt x="5931" y="472"/>
                  </a:cubicBezTo>
                  <a:cubicBezTo>
                    <a:pt x="5889" y="447"/>
                    <a:pt x="5745" y="463"/>
                    <a:pt x="5838" y="438"/>
                  </a:cubicBezTo>
                  <a:cubicBezTo>
                    <a:pt x="5813" y="435"/>
                    <a:pt x="5787" y="432"/>
                    <a:pt x="5761" y="432"/>
                  </a:cubicBezTo>
                  <a:cubicBezTo>
                    <a:pt x="5723" y="432"/>
                    <a:pt x="5683" y="437"/>
                    <a:pt x="5643" y="447"/>
                  </a:cubicBezTo>
                  <a:lnTo>
                    <a:pt x="5694" y="455"/>
                  </a:lnTo>
                  <a:cubicBezTo>
                    <a:pt x="5626" y="455"/>
                    <a:pt x="5559" y="472"/>
                    <a:pt x="5500" y="497"/>
                  </a:cubicBezTo>
                  <a:cubicBezTo>
                    <a:pt x="5592" y="497"/>
                    <a:pt x="5593" y="462"/>
                    <a:pt x="5694" y="462"/>
                  </a:cubicBezTo>
                  <a:cubicBezTo>
                    <a:pt x="5705" y="462"/>
                    <a:pt x="5716" y="463"/>
                    <a:pt x="5728" y="463"/>
                  </a:cubicBezTo>
                  <a:cubicBezTo>
                    <a:pt x="5863" y="489"/>
                    <a:pt x="5694" y="489"/>
                    <a:pt x="5787" y="523"/>
                  </a:cubicBezTo>
                  <a:lnTo>
                    <a:pt x="5880" y="497"/>
                  </a:lnTo>
                  <a:lnTo>
                    <a:pt x="5838" y="497"/>
                  </a:lnTo>
                  <a:cubicBezTo>
                    <a:pt x="5844" y="482"/>
                    <a:pt x="5867" y="479"/>
                    <a:pt x="5892" y="479"/>
                  </a:cubicBezTo>
                  <a:cubicBezTo>
                    <a:pt x="5907" y="479"/>
                    <a:pt x="5923" y="480"/>
                    <a:pt x="5937" y="480"/>
                  </a:cubicBezTo>
                  <a:cubicBezTo>
                    <a:pt x="5964" y="480"/>
                    <a:pt x="5985" y="476"/>
                    <a:pt x="5982" y="455"/>
                  </a:cubicBezTo>
                  <a:lnTo>
                    <a:pt x="5982" y="455"/>
                  </a:lnTo>
                  <a:cubicBezTo>
                    <a:pt x="6083" y="497"/>
                    <a:pt x="6109" y="472"/>
                    <a:pt x="6227" y="506"/>
                  </a:cubicBezTo>
                  <a:cubicBezTo>
                    <a:pt x="6252" y="489"/>
                    <a:pt x="6210" y="489"/>
                    <a:pt x="6176" y="489"/>
                  </a:cubicBezTo>
                  <a:cubicBezTo>
                    <a:pt x="6222" y="489"/>
                    <a:pt x="6232" y="464"/>
                    <a:pt x="6269" y="464"/>
                  </a:cubicBezTo>
                  <a:cubicBezTo>
                    <a:pt x="6281" y="464"/>
                    <a:pt x="6294" y="466"/>
                    <a:pt x="6312" y="472"/>
                  </a:cubicBezTo>
                  <a:cubicBezTo>
                    <a:pt x="6354" y="472"/>
                    <a:pt x="6320" y="438"/>
                    <a:pt x="6261" y="438"/>
                  </a:cubicBezTo>
                  <a:lnTo>
                    <a:pt x="6430" y="438"/>
                  </a:lnTo>
                  <a:lnTo>
                    <a:pt x="6362" y="413"/>
                  </a:lnTo>
                  <a:lnTo>
                    <a:pt x="6430" y="413"/>
                  </a:lnTo>
                  <a:lnTo>
                    <a:pt x="6379" y="396"/>
                  </a:lnTo>
                  <a:cubicBezTo>
                    <a:pt x="6405" y="394"/>
                    <a:pt x="6432" y="393"/>
                    <a:pt x="6458" y="393"/>
                  </a:cubicBezTo>
                  <a:cubicBezTo>
                    <a:pt x="6545" y="393"/>
                    <a:pt x="6634" y="404"/>
                    <a:pt x="6718" y="430"/>
                  </a:cubicBezTo>
                  <a:cubicBezTo>
                    <a:pt x="6608" y="463"/>
                    <a:pt x="6422" y="455"/>
                    <a:pt x="6362" y="497"/>
                  </a:cubicBezTo>
                  <a:cubicBezTo>
                    <a:pt x="6364" y="498"/>
                    <a:pt x="6367" y="498"/>
                    <a:pt x="6369" y="498"/>
                  </a:cubicBezTo>
                  <a:cubicBezTo>
                    <a:pt x="6388" y="498"/>
                    <a:pt x="6418" y="480"/>
                    <a:pt x="6445" y="480"/>
                  </a:cubicBezTo>
                  <a:cubicBezTo>
                    <a:pt x="6458" y="480"/>
                    <a:pt x="6471" y="484"/>
                    <a:pt x="6481" y="497"/>
                  </a:cubicBezTo>
                  <a:lnTo>
                    <a:pt x="6515" y="472"/>
                  </a:lnTo>
                  <a:cubicBezTo>
                    <a:pt x="6540" y="467"/>
                    <a:pt x="6582" y="458"/>
                    <a:pt x="6612" y="458"/>
                  </a:cubicBezTo>
                  <a:cubicBezTo>
                    <a:pt x="6632" y="458"/>
                    <a:pt x="6647" y="462"/>
                    <a:pt x="6650" y="472"/>
                  </a:cubicBezTo>
                  <a:cubicBezTo>
                    <a:pt x="6582" y="489"/>
                    <a:pt x="6523" y="506"/>
                    <a:pt x="6464" y="540"/>
                  </a:cubicBezTo>
                  <a:cubicBezTo>
                    <a:pt x="6464" y="548"/>
                    <a:pt x="6455" y="548"/>
                    <a:pt x="6439" y="548"/>
                  </a:cubicBezTo>
                  <a:cubicBezTo>
                    <a:pt x="6415" y="554"/>
                    <a:pt x="6386" y="560"/>
                    <a:pt x="6360" y="560"/>
                  </a:cubicBezTo>
                  <a:cubicBezTo>
                    <a:pt x="6349" y="560"/>
                    <a:pt x="6338" y="559"/>
                    <a:pt x="6329" y="556"/>
                  </a:cubicBezTo>
                  <a:cubicBezTo>
                    <a:pt x="6286" y="548"/>
                    <a:pt x="6320" y="540"/>
                    <a:pt x="6320" y="531"/>
                  </a:cubicBezTo>
                  <a:cubicBezTo>
                    <a:pt x="6298" y="525"/>
                    <a:pt x="6278" y="523"/>
                    <a:pt x="6258" y="523"/>
                  </a:cubicBezTo>
                  <a:cubicBezTo>
                    <a:pt x="6176" y="523"/>
                    <a:pt x="6104" y="561"/>
                    <a:pt x="6017" y="561"/>
                  </a:cubicBezTo>
                  <a:cubicBezTo>
                    <a:pt x="6000" y="561"/>
                    <a:pt x="5983" y="560"/>
                    <a:pt x="5965" y="556"/>
                  </a:cubicBezTo>
                  <a:cubicBezTo>
                    <a:pt x="5965" y="540"/>
                    <a:pt x="5863" y="531"/>
                    <a:pt x="5889" y="523"/>
                  </a:cubicBezTo>
                  <a:cubicBezTo>
                    <a:pt x="5829" y="523"/>
                    <a:pt x="5770" y="531"/>
                    <a:pt x="5719" y="556"/>
                  </a:cubicBezTo>
                  <a:cubicBezTo>
                    <a:pt x="5711" y="531"/>
                    <a:pt x="5601" y="548"/>
                    <a:pt x="5635" y="523"/>
                  </a:cubicBezTo>
                  <a:lnTo>
                    <a:pt x="5635" y="523"/>
                  </a:lnTo>
                  <a:lnTo>
                    <a:pt x="5567" y="556"/>
                  </a:lnTo>
                  <a:cubicBezTo>
                    <a:pt x="5516" y="548"/>
                    <a:pt x="5415" y="556"/>
                    <a:pt x="5398" y="531"/>
                  </a:cubicBezTo>
                  <a:cubicBezTo>
                    <a:pt x="5350" y="538"/>
                    <a:pt x="5368" y="561"/>
                    <a:pt x="5338" y="561"/>
                  </a:cubicBezTo>
                  <a:cubicBezTo>
                    <a:pt x="5330" y="561"/>
                    <a:pt x="5320" y="560"/>
                    <a:pt x="5305" y="556"/>
                  </a:cubicBezTo>
                  <a:cubicBezTo>
                    <a:pt x="5305" y="548"/>
                    <a:pt x="5297" y="548"/>
                    <a:pt x="5313" y="548"/>
                  </a:cubicBezTo>
                  <a:cubicBezTo>
                    <a:pt x="5288" y="540"/>
                    <a:pt x="5263" y="535"/>
                    <a:pt x="5237" y="535"/>
                  </a:cubicBezTo>
                  <a:cubicBezTo>
                    <a:pt x="5212" y="535"/>
                    <a:pt x="5187" y="540"/>
                    <a:pt x="5161" y="548"/>
                  </a:cubicBezTo>
                  <a:cubicBezTo>
                    <a:pt x="5187" y="556"/>
                    <a:pt x="5212" y="556"/>
                    <a:pt x="5237" y="565"/>
                  </a:cubicBezTo>
                  <a:cubicBezTo>
                    <a:pt x="5237" y="571"/>
                    <a:pt x="5201" y="581"/>
                    <a:pt x="5156" y="581"/>
                  </a:cubicBezTo>
                  <a:cubicBezTo>
                    <a:pt x="5136" y="581"/>
                    <a:pt x="5114" y="579"/>
                    <a:pt x="5093" y="573"/>
                  </a:cubicBezTo>
                  <a:cubicBezTo>
                    <a:pt x="5195" y="540"/>
                    <a:pt x="5017" y="540"/>
                    <a:pt x="5068" y="523"/>
                  </a:cubicBezTo>
                  <a:cubicBezTo>
                    <a:pt x="4933" y="523"/>
                    <a:pt x="4806" y="540"/>
                    <a:pt x="4687" y="573"/>
                  </a:cubicBezTo>
                  <a:cubicBezTo>
                    <a:pt x="4574" y="567"/>
                    <a:pt x="4464" y="561"/>
                    <a:pt x="4356" y="561"/>
                  </a:cubicBezTo>
                  <a:cubicBezTo>
                    <a:pt x="4311" y="561"/>
                    <a:pt x="4267" y="562"/>
                    <a:pt x="4222" y="565"/>
                  </a:cubicBezTo>
                  <a:lnTo>
                    <a:pt x="4239" y="565"/>
                  </a:lnTo>
                  <a:lnTo>
                    <a:pt x="4163" y="582"/>
                  </a:lnTo>
                  <a:cubicBezTo>
                    <a:pt x="4121" y="573"/>
                    <a:pt x="4163" y="548"/>
                    <a:pt x="4104" y="548"/>
                  </a:cubicBezTo>
                  <a:cubicBezTo>
                    <a:pt x="4110" y="536"/>
                    <a:pt x="4127" y="532"/>
                    <a:pt x="4149" y="532"/>
                  </a:cubicBezTo>
                  <a:cubicBezTo>
                    <a:pt x="4172" y="532"/>
                    <a:pt x="4203" y="536"/>
                    <a:pt x="4233" y="536"/>
                  </a:cubicBezTo>
                  <a:cubicBezTo>
                    <a:pt x="4249" y="536"/>
                    <a:pt x="4266" y="535"/>
                    <a:pt x="4281" y="531"/>
                  </a:cubicBezTo>
                  <a:cubicBezTo>
                    <a:pt x="4242" y="516"/>
                    <a:pt x="4244" y="509"/>
                    <a:pt x="4259" y="504"/>
                  </a:cubicBezTo>
                  <a:lnTo>
                    <a:pt x="4259" y="504"/>
                  </a:lnTo>
                  <a:cubicBezTo>
                    <a:pt x="4249" y="505"/>
                    <a:pt x="4239" y="505"/>
                    <a:pt x="4229" y="505"/>
                  </a:cubicBezTo>
                  <a:cubicBezTo>
                    <a:pt x="4169" y="505"/>
                    <a:pt x="4093" y="491"/>
                    <a:pt x="4032" y="491"/>
                  </a:cubicBezTo>
                  <a:cubicBezTo>
                    <a:pt x="4012" y="491"/>
                    <a:pt x="3993" y="493"/>
                    <a:pt x="3977" y="497"/>
                  </a:cubicBezTo>
                  <a:cubicBezTo>
                    <a:pt x="3884" y="480"/>
                    <a:pt x="4019" y="472"/>
                    <a:pt x="3977" y="463"/>
                  </a:cubicBezTo>
                  <a:lnTo>
                    <a:pt x="3977" y="463"/>
                  </a:lnTo>
                  <a:lnTo>
                    <a:pt x="3943" y="480"/>
                  </a:lnTo>
                  <a:cubicBezTo>
                    <a:pt x="3901" y="472"/>
                    <a:pt x="3892" y="463"/>
                    <a:pt x="3892" y="455"/>
                  </a:cubicBezTo>
                  <a:cubicBezTo>
                    <a:pt x="3841" y="442"/>
                    <a:pt x="3791" y="436"/>
                    <a:pt x="3740" y="436"/>
                  </a:cubicBezTo>
                  <a:cubicBezTo>
                    <a:pt x="3689" y="436"/>
                    <a:pt x="3638" y="442"/>
                    <a:pt x="3588" y="455"/>
                  </a:cubicBezTo>
                  <a:cubicBezTo>
                    <a:pt x="3601" y="454"/>
                    <a:pt x="3610" y="454"/>
                    <a:pt x="3618" y="454"/>
                  </a:cubicBezTo>
                  <a:cubicBezTo>
                    <a:pt x="3676" y="454"/>
                    <a:pt x="3565" y="481"/>
                    <a:pt x="3655" y="489"/>
                  </a:cubicBezTo>
                  <a:cubicBezTo>
                    <a:pt x="3630" y="493"/>
                    <a:pt x="3603" y="495"/>
                    <a:pt x="3574" y="495"/>
                  </a:cubicBezTo>
                  <a:cubicBezTo>
                    <a:pt x="3545" y="495"/>
                    <a:pt x="3516" y="493"/>
                    <a:pt x="3486" y="489"/>
                  </a:cubicBezTo>
                  <a:cubicBezTo>
                    <a:pt x="3540" y="489"/>
                    <a:pt x="3459" y="456"/>
                    <a:pt x="3494" y="456"/>
                  </a:cubicBezTo>
                  <a:cubicBezTo>
                    <a:pt x="3502" y="456"/>
                    <a:pt x="3518" y="458"/>
                    <a:pt x="3545" y="463"/>
                  </a:cubicBezTo>
                  <a:cubicBezTo>
                    <a:pt x="3538" y="449"/>
                    <a:pt x="3524" y="445"/>
                    <a:pt x="3506" y="445"/>
                  </a:cubicBezTo>
                  <a:cubicBezTo>
                    <a:pt x="3490" y="445"/>
                    <a:pt x="3469" y="448"/>
                    <a:pt x="3446" y="448"/>
                  </a:cubicBezTo>
                  <a:cubicBezTo>
                    <a:pt x="3437" y="448"/>
                    <a:pt x="3428" y="448"/>
                    <a:pt x="3419" y="447"/>
                  </a:cubicBezTo>
                  <a:cubicBezTo>
                    <a:pt x="3452" y="447"/>
                    <a:pt x="3486" y="438"/>
                    <a:pt x="3520" y="421"/>
                  </a:cubicBezTo>
                  <a:lnTo>
                    <a:pt x="3520" y="421"/>
                  </a:lnTo>
                  <a:cubicBezTo>
                    <a:pt x="3504" y="426"/>
                    <a:pt x="3486" y="429"/>
                    <a:pt x="3466" y="429"/>
                  </a:cubicBezTo>
                  <a:cubicBezTo>
                    <a:pt x="3374" y="429"/>
                    <a:pt x="3253" y="383"/>
                    <a:pt x="3201" y="383"/>
                  </a:cubicBezTo>
                  <a:cubicBezTo>
                    <a:pt x="3193" y="383"/>
                    <a:pt x="3186" y="384"/>
                    <a:pt x="3182" y="387"/>
                  </a:cubicBezTo>
                  <a:cubicBezTo>
                    <a:pt x="3106" y="413"/>
                    <a:pt x="2996" y="421"/>
                    <a:pt x="2911" y="438"/>
                  </a:cubicBezTo>
                  <a:cubicBezTo>
                    <a:pt x="2818" y="413"/>
                    <a:pt x="2733" y="396"/>
                    <a:pt x="2640" y="379"/>
                  </a:cubicBezTo>
                  <a:lnTo>
                    <a:pt x="2657" y="370"/>
                  </a:lnTo>
                  <a:cubicBezTo>
                    <a:pt x="2606" y="353"/>
                    <a:pt x="2522" y="362"/>
                    <a:pt x="2446" y="337"/>
                  </a:cubicBezTo>
                  <a:lnTo>
                    <a:pt x="2429" y="311"/>
                  </a:lnTo>
                  <a:cubicBezTo>
                    <a:pt x="2353" y="311"/>
                    <a:pt x="2268" y="303"/>
                    <a:pt x="2192" y="286"/>
                  </a:cubicBezTo>
                  <a:lnTo>
                    <a:pt x="2192" y="286"/>
                  </a:lnTo>
                  <a:cubicBezTo>
                    <a:pt x="2192" y="303"/>
                    <a:pt x="2268" y="311"/>
                    <a:pt x="2226" y="320"/>
                  </a:cubicBezTo>
                  <a:cubicBezTo>
                    <a:pt x="2243" y="323"/>
                    <a:pt x="2259" y="325"/>
                    <a:pt x="2272" y="325"/>
                  </a:cubicBezTo>
                  <a:cubicBezTo>
                    <a:pt x="2289" y="325"/>
                    <a:pt x="2298" y="321"/>
                    <a:pt x="2293" y="311"/>
                  </a:cubicBezTo>
                  <a:lnTo>
                    <a:pt x="2293" y="311"/>
                  </a:lnTo>
                  <a:cubicBezTo>
                    <a:pt x="2336" y="320"/>
                    <a:pt x="2336" y="345"/>
                    <a:pt x="2361" y="362"/>
                  </a:cubicBezTo>
                  <a:lnTo>
                    <a:pt x="2200" y="353"/>
                  </a:lnTo>
                  <a:cubicBezTo>
                    <a:pt x="2192" y="345"/>
                    <a:pt x="2183" y="345"/>
                    <a:pt x="2183" y="345"/>
                  </a:cubicBezTo>
                  <a:lnTo>
                    <a:pt x="2167" y="362"/>
                  </a:lnTo>
                  <a:cubicBezTo>
                    <a:pt x="2124" y="362"/>
                    <a:pt x="2116" y="353"/>
                    <a:pt x="2124" y="337"/>
                  </a:cubicBezTo>
                  <a:cubicBezTo>
                    <a:pt x="2062" y="337"/>
                    <a:pt x="2026" y="348"/>
                    <a:pt x="1982" y="348"/>
                  </a:cubicBezTo>
                  <a:cubicBezTo>
                    <a:pt x="1960" y="348"/>
                    <a:pt x="1935" y="345"/>
                    <a:pt x="1904" y="337"/>
                  </a:cubicBezTo>
                  <a:cubicBezTo>
                    <a:pt x="1929" y="327"/>
                    <a:pt x="1957" y="323"/>
                    <a:pt x="1986" y="323"/>
                  </a:cubicBezTo>
                  <a:cubicBezTo>
                    <a:pt x="2002" y="323"/>
                    <a:pt x="2019" y="324"/>
                    <a:pt x="2037" y="326"/>
                  </a:cubicBezTo>
                  <a:lnTo>
                    <a:pt x="2037" y="326"/>
                  </a:lnTo>
                  <a:lnTo>
                    <a:pt x="1938" y="311"/>
                  </a:lnTo>
                  <a:cubicBezTo>
                    <a:pt x="1950" y="307"/>
                    <a:pt x="1970" y="306"/>
                    <a:pt x="1992" y="306"/>
                  </a:cubicBezTo>
                  <a:cubicBezTo>
                    <a:pt x="2023" y="306"/>
                    <a:pt x="2060" y="308"/>
                    <a:pt x="2091" y="308"/>
                  </a:cubicBezTo>
                  <a:cubicBezTo>
                    <a:pt x="2131" y="308"/>
                    <a:pt x="2161" y="304"/>
                    <a:pt x="2150" y="286"/>
                  </a:cubicBezTo>
                  <a:cubicBezTo>
                    <a:pt x="2082" y="282"/>
                    <a:pt x="2014" y="279"/>
                    <a:pt x="1947" y="279"/>
                  </a:cubicBezTo>
                  <a:cubicBezTo>
                    <a:pt x="1879" y="279"/>
                    <a:pt x="1811" y="282"/>
                    <a:pt x="1744" y="286"/>
                  </a:cubicBezTo>
                  <a:cubicBezTo>
                    <a:pt x="1693" y="252"/>
                    <a:pt x="1608" y="269"/>
                    <a:pt x="1524" y="235"/>
                  </a:cubicBezTo>
                  <a:cubicBezTo>
                    <a:pt x="1507" y="227"/>
                    <a:pt x="1481" y="218"/>
                    <a:pt x="1507" y="210"/>
                  </a:cubicBezTo>
                  <a:lnTo>
                    <a:pt x="1532" y="210"/>
                  </a:lnTo>
                  <a:cubicBezTo>
                    <a:pt x="1428" y="189"/>
                    <a:pt x="1329" y="174"/>
                    <a:pt x="1227" y="174"/>
                  </a:cubicBezTo>
                  <a:cubicBezTo>
                    <a:pt x="1205" y="174"/>
                    <a:pt x="1182" y="174"/>
                    <a:pt x="1160" y="176"/>
                  </a:cubicBezTo>
                  <a:lnTo>
                    <a:pt x="1109" y="134"/>
                  </a:lnTo>
                  <a:cubicBezTo>
                    <a:pt x="1072" y="123"/>
                    <a:pt x="1052" y="119"/>
                    <a:pt x="1041" y="119"/>
                  </a:cubicBezTo>
                  <a:cubicBezTo>
                    <a:pt x="1007" y="119"/>
                    <a:pt x="1064" y="157"/>
                    <a:pt x="1008" y="157"/>
                  </a:cubicBezTo>
                  <a:cubicBezTo>
                    <a:pt x="995" y="157"/>
                    <a:pt x="976" y="155"/>
                    <a:pt x="948" y="150"/>
                  </a:cubicBezTo>
                  <a:cubicBezTo>
                    <a:pt x="915" y="117"/>
                    <a:pt x="720" y="91"/>
                    <a:pt x="720" y="66"/>
                  </a:cubicBezTo>
                  <a:cubicBezTo>
                    <a:pt x="706" y="62"/>
                    <a:pt x="695" y="60"/>
                    <a:pt x="686" y="60"/>
                  </a:cubicBezTo>
                  <a:cubicBezTo>
                    <a:pt x="674" y="60"/>
                    <a:pt x="666" y="64"/>
                    <a:pt x="661" y="74"/>
                  </a:cubicBezTo>
                  <a:cubicBezTo>
                    <a:pt x="695" y="83"/>
                    <a:pt x="762" y="91"/>
                    <a:pt x="720" y="100"/>
                  </a:cubicBezTo>
                  <a:cubicBezTo>
                    <a:pt x="669" y="91"/>
                    <a:pt x="627" y="83"/>
                    <a:pt x="576" y="66"/>
                  </a:cubicBezTo>
                  <a:cubicBezTo>
                    <a:pt x="585" y="66"/>
                    <a:pt x="627" y="49"/>
                    <a:pt x="602" y="49"/>
                  </a:cubicBezTo>
                  <a:cubicBezTo>
                    <a:pt x="497" y="42"/>
                    <a:pt x="329" y="0"/>
                    <a:pt x="19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7"/>
            <p:cNvSpPr/>
            <p:nvPr/>
          </p:nvSpPr>
          <p:spPr>
            <a:xfrm>
              <a:off x="6781250" y="4390425"/>
              <a:ext cx="2550" cy="1700"/>
            </a:xfrm>
            <a:custGeom>
              <a:rect b="b" l="l" r="r" t="t"/>
              <a:pathLst>
                <a:path extrusionOk="0" h="68" w="102">
                  <a:moveTo>
                    <a:pt x="60" y="0"/>
                  </a:moveTo>
                  <a:cubicBezTo>
                    <a:pt x="43" y="26"/>
                    <a:pt x="0" y="60"/>
                    <a:pt x="17" y="68"/>
                  </a:cubicBezTo>
                  <a:cubicBezTo>
                    <a:pt x="9" y="51"/>
                    <a:pt x="102" y="0"/>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7"/>
            <p:cNvSpPr/>
            <p:nvPr/>
          </p:nvSpPr>
          <p:spPr>
            <a:xfrm>
              <a:off x="6780600" y="4390625"/>
              <a:ext cx="1300" cy="1100"/>
            </a:xfrm>
            <a:custGeom>
              <a:rect b="b" l="l" r="r" t="t"/>
              <a:pathLst>
                <a:path extrusionOk="0" h="44" w="52">
                  <a:moveTo>
                    <a:pt x="52" y="1"/>
                  </a:moveTo>
                  <a:lnTo>
                    <a:pt x="18" y="18"/>
                  </a:lnTo>
                  <a:cubicBezTo>
                    <a:pt x="18" y="26"/>
                    <a:pt x="18" y="26"/>
                    <a:pt x="1" y="43"/>
                  </a:cubicBezTo>
                  <a:lnTo>
                    <a:pt x="5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7"/>
            <p:cNvSpPr/>
            <p:nvPr/>
          </p:nvSpPr>
          <p:spPr>
            <a:xfrm>
              <a:off x="6773000" y="4388300"/>
              <a:ext cx="4550" cy="4250"/>
            </a:xfrm>
            <a:custGeom>
              <a:rect b="b" l="l" r="r" t="t"/>
              <a:pathLst>
                <a:path extrusionOk="0" h="170" w="182">
                  <a:moveTo>
                    <a:pt x="170" y="35"/>
                  </a:moveTo>
                  <a:cubicBezTo>
                    <a:pt x="157" y="59"/>
                    <a:pt x="140" y="84"/>
                    <a:pt x="119" y="106"/>
                  </a:cubicBezTo>
                  <a:lnTo>
                    <a:pt x="119" y="106"/>
                  </a:lnTo>
                  <a:cubicBezTo>
                    <a:pt x="155" y="79"/>
                    <a:pt x="181" y="50"/>
                    <a:pt x="170" y="35"/>
                  </a:cubicBezTo>
                  <a:close/>
                  <a:moveTo>
                    <a:pt x="144" y="1"/>
                  </a:moveTo>
                  <a:cubicBezTo>
                    <a:pt x="60" y="60"/>
                    <a:pt x="60" y="119"/>
                    <a:pt x="0" y="170"/>
                  </a:cubicBezTo>
                  <a:cubicBezTo>
                    <a:pt x="18" y="166"/>
                    <a:pt x="55" y="148"/>
                    <a:pt x="90" y="125"/>
                  </a:cubicBezTo>
                  <a:lnTo>
                    <a:pt x="90" y="125"/>
                  </a:lnTo>
                  <a:cubicBezTo>
                    <a:pt x="91" y="126"/>
                    <a:pt x="92" y="127"/>
                    <a:pt x="93" y="128"/>
                  </a:cubicBezTo>
                  <a:cubicBezTo>
                    <a:pt x="102" y="121"/>
                    <a:pt x="111" y="114"/>
                    <a:pt x="119" y="106"/>
                  </a:cubicBezTo>
                  <a:lnTo>
                    <a:pt x="119" y="106"/>
                  </a:lnTo>
                  <a:cubicBezTo>
                    <a:pt x="110" y="112"/>
                    <a:pt x="100" y="119"/>
                    <a:pt x="90" y="125"/>
                  </a:cubicBezTo>
                  <a:lnTo>
                    <a:pt x="90" y="125"/>
                  </a:lnTo>
                  <a:cubicBezTo>
                    <a:pt x="48" y="92"/>
                    <a:pt x="152" y="50"/>
                    <a:pt x="14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7"/>
            <p:cNvSpPr/>
            <p:nvPr/>
          </p:nvSpPr>
          <p:spPr>
            <a:xfrm>
              <a:off x="6776175" y="4387025"/>
              <a:ext cx="1075" cy="1100"/>
            </a:xfrm>
            <a:custGeom>
              <a:rect b="b" l="l" r="r" t="t"/>
              <a:pathLst>
                <a:path extrusionOk="0" h="44" w="43">
                  <a:moveTo>
                    <a:pt x="34" y="1"/>
                  </a:moveTo>
                  <a:lnTo>
                    <a:pt x="0" y="43"/>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7"/>
            <p:cNvSpPr/>
            <p:nvPr/>
          </p:nvSpPr>
          <p:spPr>
            <a:xfrm>
              <a:off x="6809575" y="4376050"/>
              <a:ext cx="1100" cy="1100"/>
            </a:xfrm>
            <a:custGeom>
              <a:rect b="b" l="l" r="r" t="t"/>
              <a:pathLst>
                <a:path extrusionOk="0" h="44" w="44">
                  <a:moveTo>
                    <a:pt x="43" y="0"/>
                  </a:moveTo>
                  <a:lnTo>
                    <a:pt x="43" y="0"/>
                  </a:lnTo>
                  <a:cubicBezTo>
                    <a:pt x="26" y="9"/>
                    <a:pt x="9" y="25"/>
                    <a:pt x="1" y="42"/>
                  </a:cubicBezTo>
                  <a:cubicBezTo>
                    <a:pt x="3" y="43"/>
                    <a:pt x="5" y="44"/>
                    <a:pt x="6" y="44"/>
                  </a:cubicBezTo>
                  <a:cubicBezTo>
                    <a:pt x="21" y="44"/>
                    <a:pt x="36" y="15"/>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7"/>
            <p:cNvSpPr/>
            <p:nvPr/>
          </p:nvSpPr>
          <p:spPr>
            <a:xfrm>
              <a:off x="6714425" y="4285525"/>
              <a:ext cx="11025" cy="1725"/>
            </a:xfrm>
            <a:custGeom>
              <a:rect b="b" l="l" r="r" t="t"/>
              <a:pathLst>
                <a:path extrusionOk="0" h="69" w="441">
                  <a:moveTo>
                    <a:pt x="0" y="0"/>
                  </a:moveTo>
                  <a:lnTo>
                    <a:pt x="0" y="0"/>
                  </a:lnTo>
                  <a:cubicBezTo>
                    <a:pt x="89" y="18"/>
                    <a:pt x="174" y="32"/>
                    <a:pt x="284" y="47"/>
                  </a:cubicBezTo>
                  <a:lnTo>
                    <a:pt x="284" y="47"/>
                  </a:lnTo>
                  <a:cubicBezTo>
                    <a:pt x="189" y="33"/>
                    <a:pt x="93" y="17"/>
                    <a:pt x="0" y="0"/>
                  </a:cubicBezTo>
                  <a:close/>
                  <a:moveTo>
                    <a:pt x="284" y="47"/>
                  </a:moveTo>
                  <a:cubicBezTo>
                    <a:pt x="337" y="55"/>
                    <a:pt x="389" y="62"/>
                    <a:pt x="440" y="68"/>
                  </a:cubicBezTo>
                  <a:cubicBezTo>
                    <a:pt x="382" y="61"/>
                    <a:pt x="331" y="54"/>
                    <a:pt x="284" y="4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7"/>
            <p:cNvSpPr/>
            <p:nvPr/>
          </p:nvSpPr>
          <p:spPr>
            <a:xfrm>
              <a:off x="6832225" y="4351925"/>
              <a:ext cx="6575" cy="5750"/>
            </a:xfrm>
            <a:custGeom>
              <a:rect b="b" l="l" r="r" t="t"/>
              <a:pathLst>
                <a:path extrusionOk="0" h="230" w="263">
                  <a:moveTo>
                    <a:pt x="262" y="1"/>
                  </a:moveTo>
                  <a:lnTo>
                    <a:pt x="203" y="9"/>
                  </a:lnTo>
                  <a:cubicBezTo>
                    <a:pt x="118" y="94"/>
                    <a:pt x="93" y="153"/>
                    <a:pt x="0" y="229"/>
                  </a:cubicBezTo>
                  <a:cubicBezTo>
                    <a:pt x="152" y="161"/>
                    <a:pt x="135" y="51"/>
                    <a:pt x="26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7"/>
            <p:cNvSpPr/>
            <p:nvPr/>
          </p:nvSpPr>
          <p:spPr>
            <a:xfrm>
              <a:off x="6837300" y="4352975"/>
              <a:ext cx="2550" cy="2375"/>
            </a:xfrm>
            <a:custGeom>
              <a:rect b="b" l="l" r="r" t="t"/>
              <a:pathLst>
                <a:path extrusionOk="0" h="95" w="102">
                  <a:moveTo>
                    <a:pt x="68" y="1"/>
                  </a:moveTo>
                  <a:lnTo>
                    <a:pt x="68" y="1"/>
                  </a:lnTo>
                  <a:cubicBezTo>
                    <a:pt x="9" y="52"/>
                    <a:pt x="59" y="43"/>
                    <a:pt x="0" y="86"/>
                  </a:cubicBezTo>
                  <a:lnTo>
                    <a:pt x="51" y="94"/>
                  </a:lnTo>
                  <a:cubicBezTo>
                    <a:pt x="17" y="77"/>
                    <a:pt x="102" y="9"/>
                    <a:pt x="6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7"/>
            <p:cNvSpPr/>
            <p:nvPr/>
          </p:nvSpPr>
          <p:spPr>
            <a:xfrm>
              <a:off x="6819525" y="4352350"/>
              <a:ext cx="450" cy="875"/>
            </a:xfrm>
            <a:custGeom>
              <a:rect b="b" l="l" r="r" t="t"/>
              <a:pathLst>
                <a:path extrusionOk="0" h="35" w="18">
                  <a:moveTo>
                    <a:pt x="17" y="1"/>
                  </a:moveTo>
                  <a:lnTo>
                    <a:pt x="0" y="18"/>
                  </a:lnTo>
                  <a:lnTo>
                    <a:pt x="0" y="34"/>
                  </a:ln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7"/>
            <p:cNvSpPr/>
            <p:nvPr/>
          </p:nvSpPr>
          <p:spPr>
            <a:xfrm>
              <a:off x="6848700" y="4346000"/>
              <a:ext cx="1525" cy="875"/>
            </a:xfrm>
            <a:custGeom>
              <a:rect b="b" l="l" r="r" t="t"/>
              <a:pathLst>
                <a:path extrusionOk="0" h="35" w="61">
                  <a:moveTo>
                    <a:pt x="60" y="1"/>
                  </a:moveTo>
                  <a:lnTo>
                    <a:pt x="9" y="18"/>
                  </a:lnTo>
                  <a:lnTo>
                    <a:pt x="1" y="35"/>
                  </a:lnTo>
                  <a:lnTo>
                    <a:pt x="1" y="35"/>
                  </a:lnTo>
                  <a:lnTo>
                    <a:pt x="6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7"/>
            <p:cNvSpPr/>
            <p:nvPr/>
          </p:nvSpPr>
          <p:spPr>
            <a:xfrm>
              <a:off x="6848700" y="4346850"/>
              <a:ext cx="25" cy="450"/>
            </a:xfrm>
            <a:custGeom>
              <a:rect b="b" l="l" r="r" t="t"/>
              <a:pathLst>
                <a:path extrusionOk="0" h="18" w="1">
                  <a:moveTo>
                    <a:pt x="1" y="18"/>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7"/>
            <p:cNvSpPr/>
            <p:nvPr/>
          </p:nvSpPr>
          <p:spPr>
            <a:xfrm>
              <a:off x="6817825" y="4351075"/>
              <a:ext cx="1500" cy="1525"/>
            </a:xfrm>
            <a:custGeom>
              <a:rect b="b" l="l" r="r" t="t"/>
              <a:pathLst>
                <a:path extrusionOk="0" h="61" w="60">
                  <a:moveTo>
                    <a:pt x="60" y="1"/>
                  </a:moveTo>
                  <a:lnTo>
                    <a:pt x="18" y="26"/>
                  </a:lnTo>
                  <a:lnTo>
                    <a:pt x="1" y="60"/>
                  </a:lnTo>
                  <a:lnTo>
                    <a:pt x="6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7"/>
            <p:cNvSpPr/>
            <p:nvPr/>
          </p:nvSpPr>
          <p:spPr>
            <a:xfrm>
              <a:off x="6830725" y="4347275"/>
              <a:ext cx="1725" cy="875"/>
            </a:xfrm>
            <a:custGeom>
              <a:rect b="b" l="l" r="r" t="t"/>
              <a:pathLst>
                <a:path extrusionOk="0" h="35" w="69">
                  <a:moveTo>
                    <a:pt x="35" y="1"/>
                  </a:moveTo>
                  <a:lnTo>
                    <a:pt x="1" y="34"/>
                  </a:lnTo>
                  <a:cubicBezTo>
                    <a:pt x="9" y="26"/>
                    <a:pt x="69" y="1"/>
                    <a:pt x="3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7"/>
            <p:cNvSpPr/>
            <p:nvPr/>
          </p:nvSpPr>
          <p:spPr>
            <a:xfrm>
              <a:off x="6856325" y="4339875"/>
              <a:ext cx="1075" cy="1300"/>
            </a:xfrm>
            <a:custGeom>
              <a:rect b="b" l="l" r="r" t="t"/>
              <a:pathLst>
                <a:path extrusionOk="0" h="52" w="43">
                  <a:moveTo>
                    <a:pt x="43" y="1"/>
                  </a:moveTo>
                  <a:lnTo>
                    <a:pt x="34" y="9"/>
                  </a:lnTo>
                  <a:lnTo>
                    <a:pt x="0" y="51"/>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7"/>
            <p:cNvSpPr/>
            <p:nvPr/>
          </p:nvSpPr>
          <p:spPr>
            <a:xfrm>
              <a:off x="6836850" y="4338475"/>
              <a:ext cx="1750" cy="1225"/>
            </a:xfrm>
            <a:custGeom>
              <a:rect b="b" l="l" r="r" t="t"/>
              <a:pathLst>
                <a:path extrusionOk="0" h="49" w="70">
                  <a:moveTo>
                    <a:pt x="55" y="0"/>
                  </a:moveTo>
                  <a:cubicBezTo>
                    <a:pt x="52" y="0"/>
                    <a:pt x="46" y="2"/>
                    <a:pt x="35" y="6"/>
                  </a:cubicBezTo>
                  <a:cubicBezTo>
                    <a:pt x="0" y="40"/>
                    <a:pt x="11" y="41"/>
                    <a:pt x="25" y="45"/>
                  </a:cubicBezTo>
                  <a:lnTo>
                    <a:pt x="25" y="45"/>
                  </a:lnTo>
                  <a:cubicBezTo>
                    <a:pt x="20" y="34"/>
                    <a:pt x="69" y="0"/>
                    <a:pt x="55" y="0"/>
                  </a:cubicBezTo>
                  <a:close/>
                  <a:moveTo>
                    <a:pt x="25" y="45"/>
                  </a:moveTo>
                  <a:cubicBezTo>
                    <a:pt x="26" y="47"/>
                    <a:pt x="29" y="48"/>
                    <a:pt x="35" y="48"/>
                  </a:cubicBezTo>
                  <a:cubicBezTo>
                    <a:pt x="32" y="47"/>
                    <a:pt x="29" y="46"/>
                    <a:pt x="25" y="4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7"/>
            <p:cNvSpPr/>
            <p:nvPr/>
          </p:nvSpPr>
          <p:spPr>
            <a:xfrm>
              <a:off x="6854425" y="4331625"/>
              <a:ext cx="450" cy="450"/>
            </a:xfrm>
            <a:custGeom>
              <a:rect b="b" l="l" r="r" t="t"/>
              <a:pathLst>
                <a:path extrusionOk="0" h="18" w="18">
                  <a:moveTo>
                    <a:pt x="0" y="18"/>
                  </a:moveTo>
                  <a:cubicBezTo>
                    <a:pt x="0" y="18"/>
                    <a:pt x="9" y="9"/>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7"/>
            <p:cNvSpPr/>
            <p:nvPr/>
          </p:nvSpPr>
          <p:spPr>
            <a:xfrm>
              <a:off x="6852950" y="4332050"/>
              <a:ext cx="1500" cy="1075"/>
            </a:xfrm>
            <a:custGeom>
              <a:rect b="b" l="l" r="r" t="t"/>
              <a:pathLst>
                <a:path extrusionOk="0" h="43" w="60">
                  <a:moveTo>
                    <a:pt x="59" y="1"/>
                  </a:moveTo>
                  <a:lnTo>
                    <a:pt x="59" y="1"/>
                  </a:lnTo>
                  <a:cubicBezTo>
                    <a:pt x="34" y="17"/>
                    <a:pt x="9" y="26"/>
                    <a:pt x="0" y="43"/>
                  </a:cubicBezTo>
                  <a:cubicBezTo>
                    <a:pt x="25" y="34"/>
                    <a:pt x="42" y="17"/>
                    <a:pt x="5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7"/>
            <p:cNvSpPr/>
            <p:nvPr/>
          </p:nvSpPr>
          <p:spPr>
            <a:xfrm>
              <a:off x="6859075" y="4327400"/>
              <a:ext cx="1300" cy="1500"/>
            </a:xfrm>
            <a:custGeom>
              <a:rect b="b" l="l" r="r" t="t"/>
              <a:pathLst>
                <a:path extrusionOk="0" h="60" w="52">
                  <a:moveTo>
                    <a:pt x="43" y="0"/>
                  </a:moveTo>
                  <a:lnTo>
                    <a:pt x="26" y="17"/>
                  </a:lnTo>
                  <a:cubicBezTo>
                    <a:pt x="30" y="6"/>
                    <a:pt x="30" y="1"/>
                    <a:pt x="28" y="1"/>
                  </a:cubicBezTo>
                  <a:lnTo>
                    <a:pt x="28" y="1"/>
                  </a:lnTo>
                  <a:cubicBezTo>
                    <a:pt x="27" y="1"/>
                    <a:pt x="22" y="8"/>
                    <a:pt x="17" y="17"/>
                  </a:cubicBezTo>
                  <a:cubicBezTo>
                    <a:pt x="9" y="34"/>
                    <a:pt x="0" y="34"/>
                    <a:pt x="0" y="43"/>
                  </a:cubicBezTo>
                  <a:cubicBezTo>
                    <a:pt x="0" y="51"/>
                    <a:pt x="0" y="51"/>
                    <a:pt x="0" y="60"/>
                  </a:cubicBezTo>
                  <a:cubicBezTo>
                    <a:pt x="0" y="51"/>
                    <a:pt x="0" y="51"/>
                    <a:pt x="9" y="43"/>
                  </a:cubicBezTo>
                  <a:cubicBezTo>
                    <a:pt x="34" y="26"/>
                    <a:pt x="51"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7"/>
            <p:cNvSpPr/>
            <p:nvPr/>
          </p:nvSpPr>
          <p:spPr>
            <a:xfrm>
              <a:off x="6892700" y="4309000"/>
              <a:ext cx="8475" cy="6375"/>
            </a:xfrm>
            <a:custGeom>
              <a:rect b="b" l="l" r="r" t="t"/>
              <a:pathLst>
                <a:path extrusionOk="0" h="255" w="339">
                  <a:moveTo>
                    <a:pt x="339" y="0"/>
                  </a:moveTo>
                  <a:cubicBezTo>
                    <a:pt x="195" y="102"/>
                    <a:pt x="153" y="127"/>
                    <a:pt x="127" y="127"/>
                  </a:cubicBezTo>
                  <a:cubicBezTo>
                    <a:pt x="0" y="212"/>
                    <a:pt x="77" y="203"/>
                    <a:pt x="9" y="254"/>
                  </a:cubicBezTo>
                  <a:cubicBezTo>
                    <a:pt x="144" y="153"/>
                    <a:pt x="187" y="127"/>
                    <a:pt x="33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7"/>
            <p:cNvSpPr/>
            <p:nvPr/>
          </p:nvSpPr>
          <p:spPr>
            <a:xfrm>
              <a:off x="6891850" y="4315350"/>
              <a:ext cx="1075" cy="1075"/>
            </a:xfrm>
            <a:custGeom>
              <a:rect b="b" l="l" r="r" t="t"/>
              <a:pathLst>
                <a:path extrusionOk="0" h="43" w="43">
                  <a:moveTo>
                    <a:pt x="43" y="0"/>
                  </a:moveTo>
                  <a:lnTo>
                    <a:pt x="1" y="43"/>
                  </a:lnTo>
                  <a:cubicBezTo>
                    <a:pt x="18" y="26"/>
                    <a:pt x="34" y="17"/>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7"/>
            <p:cNvSpPr/>
            <p:nvPr/>
          </p:nvSpPr>
          <p:spPr>
            <a:xfrm>
              <a:off x="6849975" y="4327175"/>
              <a:ext cx="650" cy="1525"/>
            </a:xfrm>
            <a:custGeom>
              <a:rect b="b" l="l" r="r" t="t"/>
              <a:pathLst>
                <a:path extrusionOk="0" h="61" w="26">
                  <a:moveTo>
                    <a:pt x="26" y="1"/>
                  </a:moveTo>
                  <a:lnTo>
                    <a:pt x="18" y="18"/>
                  </a:lnTo>
                  <a:lnTo>
                    <a:pt x="1" y="60"/>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7"/>
            <p:cNvSpPr/>
            <p:nvPr/>
          </p:nvSpPr>
          <p:spPr>
            <a:xfrm>
              <a:off x="6904125" y="4305200"/>
              <a:ext cx="2350" cy="1500"/>
            </a:xfrm>
            <a:custGeom>
              <a:rect b="b" l="l" r="r" t="t"/>
              <a:pathLst>
                <a:path extrusionOk="0" h="60" w="94">
                  <a:moveTo>
                    <a:pt x="93" y="0"/>
                  </a:moveTo>
                  <a:lnTo>
                    <a:pt x="93" y="0"/>
                  </a:lnTo>
                  <a:cubicBezTo>
                    <a:pt x="59" y="17"/>
                    <a:pt x="34" y="42"/>
                    <a:pt x="0" y="59"/>
                  </a:cubicBezTo>
                  <a:cubicBezTo>
                    <a:pt x="34" y="51"/>
                    <a:pt x="68" y="26"/>
                    <a:pt x="9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7"/>
            <p:cNvSpPr/>
            <p:nvPr/>
          </p:nvSpPr>
          <p:spPr>
            <a:xfrm>
              <a:off x="6876825" y="4314500"/>
              <a:ext cx="2525" cy="1500"/>
            </a:xfrm>
            <a:custGeom>
              <a:rect b="b" l="l" r="r" t="t"/>
              <a:pathLst>
                <a:path extrusionOk="0" h="60" w="101">
                  <a:moveTo>
                    <a:pt x="86" y="0"/>
                  </a:moveTo>
                  <a:cubicBezTo>
                    <a:pt x="64" y="0"/>
                    <a:pt x="36" y="31"/>
                    <a:pt x="12" y="51"/>
                  </a:cubicBezTo>
                  <a:lnTo>
                    <a:pt x="12" y="51"/>
                  </a:lnTo>
                  <a:cubicBezTo>
                    <a:pt x="44" y="32"/>
                    <a:pt x="100" y="23"/>
                    <a:pt x="86" y="0"/>
                  </a:cubicBezTo>
                  <a:close/>
                  <a:moveTo>
                    <a:pt x="12" y="51"/>
                  </a:moveTo>
                  <a:cubicBezTo>
                    <a:pt x="8" y="54"/>
                    <a:pt x="4" y="56"/>
                    <a:pt x="1" y="60"/>
                  </a:cubicBezTo>
                  <a:cubicBezTo>
                    <a:pt x="5" y="57"/>
                    <a:pt x="8" y="54"/>
                    <a:pt x="12" y="5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7"/>
            <p:cNvSpPr/>
            <p:nvPr/>
          </p:nvSpPr>
          <p:spPr>
            <a:xfrm>
              <a:off x="6907500" y="4299475"/>
              <a:ext cx="2975" cy="1700"/>
            </a:xfrm>
            <a:custGeom>
              <a:rect b="b" l="l" r="r" t="t"/>
              <a:pathLst>
                <a:path extrusionOk="0" h="68" w="119">
                  <a:moveTo>
                    <a:pt x="119" y="1"/>
                  </a:moveTo>
                  <a:lnTo>
                    <a:pt x="119" y="1"/>
                  </a:lnTo>
                  <a:cubicBezTo>
                    <a:pt x="85" y="26"/>
                    <a:pt x="43" y="43"/>
                    <a:pt x="1" y="60"/>
                  </a:cubicBezTo>
                  <a:cubicBezTo>
                    <a:pt x="1" y="63"/>
                    <a:pt x="6" y="67"/>
                    <a:pt x="17" y="67"/>
                  </a:cubicBezTo>
                  <a:cubicBezTo>
                    <a:pt x="36" y="67"/>
                    <a:pt x="71" y="55"/>
                    <a:pt x="11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7"/>
            <p:cNvSpPr/>
            <p:nvPr/>
          </p:nvSpPr>
          <p:spPr>
            <a:xfrm>
              <a:off x="6881075" y="4311950"/>
              <a:ext cx="1275" cy="1300"/>
            </a:xfrm>
            <a:custGeom>
              <a:rect b="b" l="l" r="r" t="t"/>
              <a:pathLst>
                <a:path extrusionOk="0" h="52" w="51">
                  <a:moveTo>
                    <a:pt x="51" y="1"/>
                  </a:moveTo>
                  <a:lnTo>
                    <a:pt x="26" y="9"/>
                  </a:lnTo>
                  <a:lnTo>
                    <a:pt x="0" y="52"/>
                  </a:lnTo>
                  <a:lnTo>
                    <a:pt x="51" y="1"/>
                  </a:lnTo>
                  <a:close/>
                  <a:moveTo>
                    <a:pt x="0" y="52"/>
                  </a:moveTo>
                  <a:lnTo>
                    <a:pt x="0" y="52"/>
                  </a:lnTo>
                  <a:lnTo>
                    <a:pt x="0" y="5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7"/>
            <p:cNvSpPr/>
            <p:nvPr/>
          </p:nvSpPr>
          <p:spPr>
            <a:xfrm>
              <a:off x="6867325" y="4314075"/>
              <a:ext cx="3750" cy="875"/>
            </a:xfrm>
            <a:custGeom>
              <a:rect b="b" l="l" r="r" t="t"/>
              <a:pathLst>
                <a:path extrusionOk="0" h="35" w="150">
                  <a:moveTo>
                    <a:pt x="61" y="17"/>
                  </a:moveTo>
                  <a:lnTo>
                    <a:pt x="61" y="17"/>
                  </a:lnTo>
                  <a:cubicBezTo>
                    <a:pt x="61" y="17"/>
                    <a:pt x="60" y="17"/>
                    <a:pt x="60" y="17"/>
                  </a:cubicBezTo>
                  <a:cubicBezTo>
                    <a:pt x="59" y="18"/>
                    <a:pt x="58" y="18"/>
                    <a:pt x="57" y="18"/>
                  </a:cubicBezTo>
                  <a:lnTo>
                    <a:pt x="57" y="18"/>
                  </a:lnTo>
                  <a:cubicBezTo>
                    <a:pt x="59" y="18"/>
                    <a:pt x="60" y="18"/>
                    <a:pt x="61" y="17"/>
                  </a:cubicBezTo>
                  <a:close/>
                  <a:moveTo>
                    <a:pt x="0" y="17"/>
                  </a:moveTo>
                  <a:lnTo>
                    <a:pt x="0" y="17"/>
                  </a:lnTo>
                  <a:cubicBezTo>
                    <a:pt x="5" y="22"/>
                    <a:pt x="13" y="24"/>
                    <a:pt x="24" y="24"/>
                  </a:cubicBezTo>
                  <a:cubicBezTo>
                    <a:pt x="34" y="24"/>
                    <a:pt x="45" y="22"/>
                    <a:pt x="57" y="18"/>
                  </a:cubicBezTo>
                  <a:lnTo>
                    <a:pt x="57" y="18"/>
                  </a:lnTo>
                  <a:cubicBezTo>
                    <a:pt x="48" y="20"/>
                    <a:pt x="38" y="21"/>
                    <a:pt x="29" y="21"/>
                  </a:cubicBezTo>
                  <a:cubicBezTo>
                    <a:pt x="19" y="21"/>
                    <a:pt x="9" y="20"/>
                    <a:pt x="0" y="17"/>
                  </a:cubicBezTo>
                  <a:close/>
                  <a:moveTo>
                    <a:pt x="110" y="0"/>
                  </a:moveTo>
                  <a:cubicBezTo>
                    <a:pt x="95" y="8"/>
                    <a:pt x="78" y="14"/>
                    <a:pt x="61" y="17"/>
                  </a:cubicBezTo>
                  <a:lnTo>
                    <a:pt x="61" y="17"/>
                  </a:lnTo>
                  <a:cubicBezTo>
                    <a:pt x="74" y="17"/>
                    <a:pt x="86" y="16"/>
                    <a:pt x="94" y="16"/>
                  </a:cubicBezTo>
                  <a:cubicBezTo>
                    <a:pt x="108" y="16"/>
                    <a:pt x="115" y="19"/>
                    <a:pt x="110" y="34"/>
                  </a:cubicBezTo>
                  <a:cubicBezTo>
                    <a:pt x="150" y="15"/>
                    <a:pt x="150" y="10"/>
                    <a:pt x="138" y="10"/>
                  </a:cubicBezTo>
                  <a:cubicBezTo>
                    <a:pt x="129" y="10"/>
                    <a:pt x="112" y="13"/>
                    <a:pt x="103" y="13"/>
                  </a:cubicBezTo>
                  <a:cubicBezTo>
                    <a:pt x="95" y="13"/>
                    <a:pt x="93" y="11"/>
                    <a:pt x="11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7"/>
            <p:cNvSpPr/>
            <p:nvPr/>
          </p:nvSpPr>
          <p:spPr>
            <a:xfrm>
              <a:off x="6869850" y="4313875"/>
              <a:ext cx="450" cy="225"/>
            </a:xfrm>
            <a:custGeom>
              <a:rect b="b" l="l" r="r" t="t"/>
              <a:pathLst>
                <a:path extrusionOk="0" h="9" w="18">
                  <a:moveTo>
                    <a:pt x="18" y="0"/>
                  </a:moveTo>
                  <a:cubicBezTo>
                    <a:pt x="9" y="0"/>
                    <a:pt x="9" y="0"/>
                    <a:pt x="1" y="8"/>
                  </a:cubicBez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7"/>
            <p:cNvSpPr/>
            <p:nvPr/>
          </p:nvSpPr>
          <p:spPr>
            <a:xfrm>
              <a:off x="6889525" y="4302650"/>
              <a:ext cx="1300" cy="250"/>
            </a:xfrm>
            <a:custGeom>
              <a:rect b="b" l="l" r="r" t="t"/>
              <a:pathLst>
                <a:path extrusionOk="0" h="10" w="52">
                  <a:moveTo>
                    <a:pt x="1" y="9"/>
                  </a:moveTo>
                  <a:lnTo>
                    <a:pt x="43" y="1"/>
                  </a:lnTo>
                  <a:lnTo>
                    <a:pt x="51" y="1"/>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7"/>
            <p:cNvSpPr/>
            <p:nvPr/>
          </p:nvSpPr>
          <p:spPr>
            <a:xfrm>
              <a:off x="6871125" y="4310925"/>
              <a:ext cx="2575" cy="1050"/>
            </a:xfrm>
            <a:custGeom>
              <a:rect b="b" l="l" r="r" t="t"/>
              <a:pathLst>
                <a:path extrusionOk="0" h="42" w="103">
                  <a:moveTo>
                    <a:pt x="73" y="1"/>
                  </a:moveTo>
                  <a:cubicBezTo>
                    <a:pt x="65" y="1"/>
                    <a:pt x="53" y="3"/>
                    <a:pt x="34" y="8"/>
                  </a:cubicBezTo>
                  <a:cubicBezTo>
                    <a:pt x="1" y="25"/>
                    <a:pt x="1" y="33"/>
                    <a:pt x="26" y="33"/>
                  </a:cubicBezTo>
                  <a:lnTo>
                    <a:pt x="43" y="25"/>
                  </a:lnTo>
                  <a:cubicBezTo>
                    <a:pt x="59" y="33"/>
                    <a:pt x="67" y="33"/>
                    <a:pt x="82" y="40"/>
                  </a:cubicBezTo>
                  <a:lnTo>
                    <a:pt x="82" y="40"/>
                  </a:lnTo>
                  <a:cubicBezTo>
                    <a:pt x="69" y="31"/>
                    <a:pt x="103" y="1"/>
                    <a:pt x="73" y="1"/>
                  </a:cubicBezTo>
                  <a:close/>
                  <a:moveTo>
                    <a:pt x="82" y="40"/>
                  </a:moveTo>
                  <a:cubicBezTo>
                    <a:pt x="83" y="41"/>
                    <a:pt x="84" y="41"/>
                    <a:pt x="85" y="42"/>
                  </a:cubicBezTo>
                  <a:cubicBezTo>
                    <a:pt x="84" y="41"/>
                    <a:pt x="83" y="41"/>
                    <a:pt x="82" y="4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7"/>
            <p:cNvSpPr/>
            <p:nvPr/>
          </p:nvSpPr>
          <p:spPr>
            <a:xfrm>
              <a:off x="6900325" y="4289550"/>
              <a:ext cx="3600" cy="850"/>
            </a:xfrm>
            <a:custGeom>
              <a:rect b="b" l="l" r="r" t="t"/>
              <a:pathLst>
                <a:path extrusionOk="0" h="34" w="144">
                  <a:moveTo>
                    <a:pt x="42" y="0"/>
                  </a:moveTo>
                  <a:cubicBezTo>
                    <a:pt x="62" y="7"/>
                    <a:pt x="0" y="34"/>
                    <a:pt x="7" y="34"/>
                  </a:cubicBezTo>
                  <a:cubicBezTo>
                    <a:pt x="9" y="34"/>
                    <a:pt x="17" y="31"/>
                    <a:pt x="34" y="26"/>
                  </a:cubicBezTo>
                  <a:lnTo>
                    <a:pt x="14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7"/>
            <p:cNvSpPr/>
            <p:nvPr/>
          </p:nvSpPr>
          <p:spPr>
            <a:xfrm>
              <a:off x="6900950" y="428975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7"/>
            <p:cNvSpPr/>
            <p:nvPr/>
          </p:nvSpPr>
          <p:spPr>
            <a:xfrm>
              <a:off x="6888250" y="4303950"/>
              <a:ext cx="1875" cy="1275"/>
            </a:xfrm>
            <a:custGeom>
              <a:rect b="b" l="l" r="r" t="t"/>
              <a:pathLst>
                <a:path extrusionOk="0" h="51" w="75">
                  <a:moveTo>
                    <a:pt x="68" y="1"/>
                  </a:moveTo>
                  <a:cubicBezTo>
                    <a:pt x="66" y="1"/>
                    <a:pt x="61" y="3"/>
                    <a:pt x="52" y="8"/>
                  </a:cubicBezTo>
                  <a:cubicBezTo>
                    <a:pt x="18" y="25"/>
                    <a:pt x="9" y="33"/>
                    <a:pt x="1" y="50"/>
                  </a:cubicBezTo>
                  <a:cubicBezTo>
                    <a:pt x="21" y="37"/>
                    <a:pt x="75" y="1"/>
                    <a:pt x="6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7"/>
            <p:cNvSpPr/>
            <p:nvPr/>
          </p:nvSpPr>
          <p:spPr>
            <a:xfrm>
              <a:off x="6884450" y="4292500"/>
              <a:ext cx="3625" cy="450"/>
            </a:xfrm>
            <a:custGeom>
              <a:rect b="b" l="l" r="r" t="t"/>
              <a:pathLst>
                <a:path extrusionOk="0" h="18" w="145">
                  <a:moveTo>
                    <a:pt x="1" y="18"/>
                  </a:moveTo>
                  <a:lnTo>
                    <a:pt x="144" y="1"/>
                  </a:lnTo>
                  <a:lnTo>
                    <a:pt x="1" y="18"/>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7"/>
            <p:cNvSpPr/>
            <p:nvPr/>
          </p:nvSpPr>
          <p:spPr>
            <a:xfrm>
              <a:off x="6866675" y="4292725"/>
              <a:ext cx="3425" cy="650"/>
            </a:xfrm>
            <a:custGeom>
              <a:rect b="b" l="l" r="r" t="t"/>
              <a:pathLst>
                <a:path extrusionOk="0" h="26" w="137">
                  <a:moveTo>
                    <a:pt x="111" y="0"/>
                  </a:moveTo>
                  <a:lnTo>
                    <a:pt x="1" y="17"/>
                  </a:lnTo>
                  <a:lnTo>
                    <a:pt x="18" y="25"/>
                  </a:lnTo>
                  <a:lnTo>
                    <a:pt x="13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7"/>
            <p:cNvSpPr/>
            <p:nvPr/>
          </p:nvSpPr>
          <p:spPr>
            <a:xfrm>
              <a:off x="6866475" y="4309000"/>
              <a:ext cx="1925" cy="875"/>
            </a:xfrm>
            <a:custGeom>
              <a:rect b="b" l="l" r="r" t="t"/>
              <a:pathLst>
                <a:path extrusionOk="0" h="35" w="77">
                  <a:moveTo>
                    <a:pt x="34" y="0"/>
                  </a:moveTo>
                  <a:cubicBezTo>
                    <a:pt x="26" y="9"/>
                    <a:pt x="25" y="12"/>
                    <a:pt x="28" y="12"/>
                  </a:cubicBezTo>
                  <a:cubicBezTo>
                    <a:pt x="33" y="12"/>
                    <a:pt x="54" y="0"/>
                    <a:pt x="60" y="0"/>
                  </a:cubicBezTo>
                  <a:lnTo>
                    <a:pt x="60" y="0"/>
                  </a:lnTo>
                  <a:lnTo>
                    <a:pt x="0" y="34"/>
                  </a:lnTo>
                  <a:cubicBezTo>
                    <a:pt x="26" y="26"/>
                    <a:pt x="51" y="17"/>
                    <a:pt x="7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7"/>
            <p:cNvSpPr/>
            <p:nvPr/>
          </p:nvSpPr>
          <p:spPr>
            <a:xfrm>
              <a:off x="6773425" y="4291875"/>
              <a:ext cx="42100" cy="4875"/>
            </a:xfrm>
            <a:custGeom>
              <a:rect b="b" l="l" r="r" t="t"/>
              <a:pathLst>
                <a:path extrusionOk="0" h="195" w="1684">
                  <a:moveTo>
                    <a:pt x="1286" y="59"/>
                  </a:moveTo>
                  <a:cubicBezTo>
                    <a:pt x="1285" y="60"/>
                    <a:pt x="1283" y="60"/>
                    <a:pt x="1281" y="61"/>
                  </a:cubicBezTo>
                  <a:lnTo>
                    <a:pt x="1281" y="61"/>
                  </a:lnTo>
                  <a:cubicBezTo>
                    <a:pt x="1283" y="60"/>
                    <a:pt x="1285" y="60"/>
                    <a:pt x="1286" y="59"/>
                  </a:cubicBezTo>
                  <a:close/>
                  <a:moveTo>
                    <a:pt x="377" y="134"/>
                  </a:moveTo>
                  <a:lnTo>
                    <a:pt x="377" y="134"/>
                  </a:lnTo>
                  <a:cubicBezTo>
                    <a:pt x="373" y="134"/>
                    <a:pt x="369" y="135"/>
                    <a:pt x="364" y="136"/>
                  </a:cubicBezTo>
                  <a:lnTo>
                    <a:pt x="389" y="136"/>
                  </a:lnTo>
                  <a:cubicBezTo>
                    <a:pt x="385" y="135"/>
                    <a:pt x="381" y="135"/>
                    <a:pt x="377" y="134"/>
                  </a:cubicBezTo>
                  <a:close/>
                  <a:moveTo>
                    <a:pt x="0" y="0"/>
                  </a:moveTo>
                  <a:lnTo>
                    <a:pt x="0" y="0"/>
                  </a:lnTo>
                  <a:cubicBezTo>
                    <a:pt x="43" y="9"/>
                    <a:pt x="85" y="26"/>
                    <a:pt x="127" y="34"/>
                  </a:cubicBezTo>
                  <a:cubicBezTo>
                    <a:pt x="51" y="59"/>
                    <a:pt x="203" y="51"/>
                    <a:pt x="186" y="76"/>
                  </a:cubicBezTo>
                  <a:cubicBezTo>
                    <a:pt x="174" y="79"/>
                    <a:pt x="162" y="80"/>
                    <a:pt x="151" y="80"/>
                  </a:cubicBezTo>
                  <a:cubicBezTo>
                    <a:pt x="124" y="80"/>
                    <a:pt x="100" y="74"/>
                    <a:pt x="76" y="68"/>
                  </a:cubicBezTo>
                  <a:lnTo>
                    <a:pt x="76" y="68"/>
                  </a:lnTo>
                  <a:cubicBezTo>
                    <a:pt x="68" y="85"/>
                    <a:pt x="102" y="102"/>
                    <a:pt x="93" y="119"/>
                  </a:cubicBezTo>
                  <a:cubicBezTo>
                    <a:pt x="115" y="125"/>
                    <a:pt x="134" y="127"/>
                    <a:pt x="151" y="127"/>
                  </a:cubicBezTo>
                  <a:cubicBezTo>
                    <a:pt x="215" y="127"/>
                    <a:pt x="250" y="91"/>
                    <a:pt x="322" y="91"/>
                  </a:cubicBezTo>
                  <a:cubicBezTo>
                    <a:pt x="332" y="91"/>
                    <a:pt x="344" y="92"/>
                    <a:pt x="356" y="93"/>
                  </a:cubicBezTo>
                  <a:cubicBezTo>
                    <a:pt x="348" y="109"/>
                    <a:pt x="317" y="125"/>
                    <a:pt x="377" y="134"/>
                  </a:cubicBezTo>
                  <a:lnTo>
                    <a:pt x="377" y="134"/>
                  </a:lnTo>
                  <a:cubicBezTo>
                    <a:pt x="387" y="133"/>
                    <a:pt x="395" y="133"/>
                    <a:pt x="402" y="133"/>
                  </a:cubicBezTo>
                  <a:cubicBezTo>
                    <a:pt x="458" y="133"/>
                    <a:pt x="468" y="155"/>
                    <a:pt x="492" y="155"/>
                  </a:cubicBezTo>
                  <a:cubicBezTo>
                    <a:pt x="503" y="155"/>
                    <a:pt x="518" y="150"/>
                    <a:pt x="542" y="136"/>
                  </a:cubicBezTo>
                  <a:lnTo>
                    <a:pt x="542" y="161"/>
                  </a:lnTo>
                  <a:cubicBezTo>
                    <a:pt x="618" y="144"/>
                    <a:pt x="686" y="144"/>
                    <a:pt x="762" y="144"/>
                  </a:cubicBezTo>
                  <a:cubicBezTo>
                    <a:pt x="812" y="140"/>
                    <a:pt x="861" y="138"/>
                    <a:pt x="909" y="138"/>
                  </a:cubicBezTo>
                  <a:cubicBezTo>
                    <a:pt x="956" y="138"/>
                    <a:pt x="1003" y="140"/>
                    <a:pt x="1049" y="144"/>
                  </a:cubicBezTo>
                  <a:lnTo>
                    <a:pt x="965" y="178"/>
                  </a:lnTo>
                  <a:cubicBezTo>
                    <a:pt x="978" y="181"/>
                    <a:pt x="990" y="183"/>
                    <a:pt x="1000" y="183"/>
                  </a:cubicBezTo>
                  <a:cubicBezTo>
                    <a:pt x="1040" y="183"/>
                    <a:pt x="1058" y="161"/>
                    <a:pt x="1092" y="161"/>
                  </a:cubicBezTo>
                  <a:cubicBezTo>
                    <a:pt x="1092" y="161"/>
                    <a:pt x="1100" y="186"/>
                    <a:pt x="1058" y="195"/>
                  </a:cubicBezTo>
                  <a:lnTo>
                    <a:pt x="1286" y="153"/>
                  </a:lnTo>
                  <a:cubicBezTo>
                    <a:pt x="1328" y="136"/>
                    <a:pt x="1261" y="136"/>
                    <a:pt x="1252" y="119"/>
                  </a:cubicBezTo>
                  <a:cubicBezTo>
                    <a:pt x="1257" y="114"/>
                    <a:pt x="1269" y="112"/>
                    <a:pt x="1284" y="112"/>
                  </a:cubicBezTo>
                  <a:cubicBezTo>
                    <a:pt x="1321" y="112"/>
                    <a:pt x="1373" y="124"/>
                    <a:pt x="1379" y="136"/>
                  </a:cubicBezTo>
                  <a:cubicBezTo>
                    <a:pt x="1362" y="144"/>
                    <a:pt x="1312" y="153"/>
                    <a:pt x="1345" y="161"/>
                  </a:cubicBezTo>
                  <a:lnTo>
                    <a:pt x="1422" y="119"/>
                  </a:lnTo>
                  <a:lnTo>
                    <a:pt x="1422" y="119"/>
                  </a:lnTo>
                  <a:cubicBezTo>
                    <a:pt x="1531" y="153"/>
                    <a:pt x="1345" y="178"/>
                    <a:pt x="1286" y="186"/>
                  </a:cubicBezTo>
                  <a:cubicBezTo>
                    <a:pt x="1302" y="188"/>
                    <a:pt x="1317" y="188"/>
                    <a:pt x="1330" y="188"/>
                  </a:cubicBezTo>
                  <a:cubicBezTo>
                    <a:pt x="1394" y="188"/>
                    <a:pt x="1432" y="176"/>
                    <a:pt x="1496" y="176"/>
                  </a:cubicBezTo>
                  <a:cubicBezTo>
                    <a:pt x="1509" y="176"/>
                    <a:pt x="1524" y="177"/>
                    <a:pt x="1540" y="178"/>
                  </a:cubicBezTo>
                  <a:cubicBezTo>
                    <a:pt x="1515" y="169"/>
                    <a:pt x="1498" y="161"/>
                    <a:pt x="1472" y="144"/>
                  </a:cubicBezTo>
                  <a:cubicBezTo>
                    <a:pt x="1472" y="133"/>
                    <a:pt x="1492" y="130"/>
                    <a:pt x="1521" y="130"/>
                  </a:cubicBezTo>
                  <a:cubicBezTo>
                    <a:pt x="1559" y="130"/>
                    <a:pt x="1611" y="136"/>
                    <a:pt x="1650" y="136"/>
                  </a:cubicBezTo>
                  <a:cubicBezTo>
                    <a:pt x="1608" y="119"/>
                    <a:pt x="1633" y="110"/>
                    <a:pt x="1667" y="93"/>
                  </a:cubicBezTo>
                  <a:lnTo>
                    <a:pt x="1684" y="93"/>
                  </a:lnTo>
                  <a:cubicBezTo>
                    <a:pt x="1684" y="93"/>
                    <a:pt x="1684" y="85"/>
                    <a:pt x="1675" y="85"/>
                  </a:cubicBezTo>
                  <a:cubicBezTo>
                    <a:pt x="1625" y="85"/>
                    <a:pt x="1574" y="76"/>
                    <a:pt x="1523" y="59"/>
                  </a:cubicBezTo>
                  <a:lnTo>
                    <a:pt x="1523" y="59"/>
                  </a:lnTo>
                  <a:cubicBezTo>
                    <a:pt x="1540" y="80"/>
                    <a:pt x="1519" y="85"/>
                    <a:pt x="1485" y="85"/>
                  </a:cubicBezTo>
                  <a:cubicBezTo>
                    <a:pt x="1451" y="85"/>
                    <a:pt x="1405" y="81"/>
                    <a:pt x="1369" y="81"/>
                  </a:cubicBezTo>
                  <a:cubicBezTo>
                    <a:pt x="1352" y="81"/>
                    <a:pt x="1338" y="82"/>
                    <a:pt x="1328" y="85"/>
                  </a:cubicBezTo>
                  <a:lnTo>
                    <a:pt x="1252" y="85"/>
                  </a:lnTo>
                  <a:cubicBezTo>
                    <a:pt x="1252" y="77"/>
                    <a:pt x="1252" y="69"/>
                    <a:pt x="1281" y="61"/>
                  </a:cubicBezTo>
                  <a:lnTo>
                    <a:pt x="1281" y="61"/>
                  </a:lnTo>
                  <a:cubicBezTo>
                    <a:pt x="1251" y="67"/>
                    <a:pt x="1168" y="60"/>
                    <a:pt x="1176" y="76"/>
                  </a:cubicBezTo>
                  <a:lnTo>
                    <a:pt x="965" y="68"/>
                  </a:lnTo>
                  <a:cubicBezTo>
                    <a:pt x="956" y="68"/>
                    <a:pt x="948" y="59"/>
                    <a:pt x="948" y="59"/>
                  </a:cubicBezTo>
                  <a:cubicBezTo>
                    <a:pt x="939" y="59"/>
                    <a:pt x="931" y="59"/>
                    <a:pt x="939" y="68"/>
                  </a:cubicBezTo>
                  <a:cubicBezTo>
                    <a:pt x="618" y="51"/>
                    <a:pt x="313" y="26"/>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7"/>
            <p:cNvSpPr/>
            <p:nvPr/>
          </p:nvSpPr>
          <p:spPr>
            <a:xfrm>
              <a:off x="6812125" y="4296300"/>
              <a:ext cx="1075" cy="25"/>
            </a:xfrm>
            <a:custGeom>
              <a:rect b="b" l="l" r="r" t="t"/>
              <a:pathLst>
                <a:path extrusionOk="0" h="1" w="43">
                  <a:moveTo>
                    <a:pt x="0" y="1"/>
                  </a:moveTo>
                  <a:cubicBezTo>
                    <a:pt x="9"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7"/>
            <p:cNvSpPr/>
            <p:nvPr/>
          </p:nvSpPr>
          <p:spPr>
            <a:xfrm>
              <a:off x="6771525" y="4291650"/>
              <a:ext cx="1700" cy="250"/>
            </a:xfrm>
            <a:custGeom>
              <a:rect b="b" l="l" r="r" t="t"/>
              <a:pathLst>
                <a:path extrusionOk="0" h="10" w="68">
                  <a:moveTo>
                    <a:pt x="0" y="1"/>
                  </a:moveTo>
                  <a:lnTo>
                    <a:pt x="68" y="9"/>
                  </a:lnTo>
                  <a:cubicBezTo>
                    <a:pt x="42" y="1"/>
                    <a:pt x="26"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7"/>
            <p:cNvSpPr/>
            <p:nvPr/>
          </p:nvSpPr>
          <p:spPr>
            <a:xfrm>
              <a:off x="6817400" y="4294200"/>
              <a:ext cx="4050" cy="650"/>
            </a:xfrm>
            <a:custGeom>
              <a:rect b="b" l="l" r="r" t="t"/>
              <a:pathLst>
                <a:path extrusionOk="0" h="26" w="162">
                  <a:moveTo>
                    <a:pt x="18" y="0"/>
                  </a:moveTo>
                  <a:cubicBezTo>
                    <a:pt x="18" y="9"/>
                    <a:pt x="1" y="17"/>
                    <a:pt x="1" y="26"/>
                  </a:cubicBezTo>
                  <a:lnTo>
                    <a:pt x="119" y="26"/>
                  </a:lnTo>
                  <a:cubicBezTo>
                    <a:pt x="85" y="9"/>
                    <a:pt x="153" y="9"/>
                    <a:pt x="16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7"/>
            <p:cNvSpPr/>
            <p:nvPr/>
          </p:nvSpPr>
          <p:spPr>
            <a:xfrm>
              <a:off x="6815725" y="4293550"/>
              <a:ext cx="2125" cy="450"/>
            </a:xfrm>
            <a:custGeom>
              <a:rect b="b" l="l" r="r" t="t"/>
              <a:pathLst>
                <a:path extrusionOk="0" h="18" w="85">
                  <a:moveTo>
                    <a:pt x="43" y="1"/>
                  </a:moveTo>
                  <a:cubicBezTo>
                    <a:pt x="34" y="9"/>
                    <a:pt x="17" y="18"/>
                    <a:pt x="0" y="18"/>
                  </a:cubicBezTo>
                  <a:lnTo>
                    <a:pt x="85" y="18"/>
                  </a:lnTo>
                  <a:cubicBezTo>
                    <a:pt x="85" y="9"/>
                    <a:pt x="76" y="9"/>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7"/>
            <p:cNvSpPr/>
            <p:nvPr/>
          </p:nvSpPr>
          <p:spPr>
            <a:xfrm>
              <a:off x="6815300" y="4307950"/>
              <a:ext cx="1500" cy="225"/>
            </a:xfrm>
            <a:custGeom>
              <a:rect b="b" l="l" r="r" t="t"/>
              <a:pathLst>
                <a:path extrusionOk="0" h="9" w="60">
                  <a:moveTo>
                    <a:pt x="34" y="0"/>
                  </a:moveTo>
                  <a:lnTo>
                    <a:pt x="0" y="9"/>
                  </a:lnTo>
                  <a:lnTo>
                    <a:pt x="0" y="9"/>
                  </a:lnTo>
                  <a:lnTo>
                    <a:pt x="6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7"/>
            <p:cNvSpPr/>
            <p:nvPr/>
          </p:nvSpPr>
          <p:spPr>
            <a:xfrm>
              <a:off x="6806625" y="4306300"/>
              <a:ext cx="2775" cy="350"/>
            </a:xfrm>
            <a:custGeom>
              <a:rect b="b" l="l" r="r" t="t"/>
              <a:pathLst>
                <a:path extrusionOk="0" h="14" w="111">
                  <a:moveTo>
                    <a:pt x="59" y="1"/>
                  </a:moveTo>
                  <a:cubicBezTo>
                    <a:pt x="41" y="1"/>
                    <a:pt x="22" y="3"/>
                    <a:pt x="0" y="7"/>
                  </a:cubicBezTo>
                  <a:cubicBezTo>
                    <a:pt x="17" y="11"/>
                    <a:pt x="36" y="13"/>
                    <a:pt x="55" y="13"/>
                  </a:cubicBezTo>
                  <a:cubicBezTo>
                    <a:pt x="74" y="13"/>
                    <a:pt x="94" y="11"/>
                    <a:pt x="110" y="7"/>
                  </a:cubicBezTo>
                  <a:cubicBezTo>
                    <a:pt x="94" y="3"/>
                    <a:pt x="77" y="1"/>
                    <a:pt x="5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7"/>
            <p:cNvSpPr/>
            <p:nvPr/>
          </p:nvSpPr>
          <p:spPr>
            <a:xfrm>
              <a:off x="6807050" y="4310900"/>
              <a:ext cx="1725" cy="250"/>
            </a:xfrm>
            <a:custGeom>
              <a:rect b="b" l="l" r="r" t="t"/>
              <a:pathLst>
                <a:path extrusionOk="0" h="10" w="69">
                  <a:moveTo>
                    <a:pt x="0" y="1"/>
                  </a:moveTo>
                  <a:lnTo>
                    <a:pt x="0"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7"/>
            <p:cNvSpPr/>
            <p:nvPr/>
          </p:nvSpPr>
          <p:spPr>
            <a:xfrm>
              <a:off x="6758200" y="4293125"/>
              <a:ext cx="875" cy="25"/>
            </a:xfrm>
            <a:custGeom>
              <a:rect b="b" l="l" r="r" t="t"/>
              <a:pathLst>
                <a:path extrusionOk="0" h="1" w="35">
                  <a:moveTo>
                    <a:pt x="34" y="1"/>
                  </a:moveTo>
                  <a:lnTo>
                    <a:pt x="0" y="1"/>
                  </a:lnTo>
                  <a:cubicBezTo>
                    <a:pt x="9" y="1"/>
                    <a:pt x="26" y="1"/>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7"/>
            <p:cNvSpPr/>
            <p:nvPr/>
          </p:nvSpPr>
          <p:spPr>
            <a:xfrm>
              <a:off x="6747825" y="4289975"/>
              <a:ext cx="27725" cy="3825"/>
            </a:xfrm>
            <a:custGeom>
              <a:rect b="b" l="l" r="r" t="t"/>
              <a:pathLst>
                <a:path extrusionOk="0" h="153" w="1109">
                  <a:moveTo>
                    <a:pt x="94" y="0"/>
                  </a:moveTo>
                  <a:cubicBezTo>
                    <a:pt x="1" y="0"/>
                    <a:pt x="145" y="42"/>
                    <a:pt x="68" y="59"/>
                  </a:cubicBezTo>
                  <a:cubicBezTo>
                    <a:pt x="144" y="71"/>
                    <a:pt x="244" y="91"/>
                    <a:pt x="302" y="91"/>
                  </a:cubicBezTo>
                  <a:cubicBezTo>
                    <a:pt x="325" y="91"/>
                    <a:pt x="342" y="87"/>
                    <a:pt x="347" y="79"/>
                  </a:cubicBezTo>
                  <a:lnTo>
                    <a:pt x="347" y="79"/>
                  </a:lnTo>
                  <a:cubicBezTo>
                    <a:pt x="345" y="84"/>
                    <a:pt x="343" y="95"/>
                    <a:pt x="356" y="102"/>
                  </a:cubicBezTo>
                  <a:lnTo>
                    <a:pt x="424" y="76"/>
                  </a:lnTo>
                  <a:lnTo>
                    <a:pt x="364" y="59"/>
                  </a:lnTo>
                  <a:cubicBezTo>
                    <a:pt x="398" y="54"/>
                    <a:pt x="432" y="51"/>
                    <a:pt x="466" y="51"/>
                  </a:cubicBezTo>
                  <a:cubicBezTo>
                    <a:pt x="534" y="51"/>
                    <a:pt x="601" y="62"/>
                    <a:pt x="669" y="85"/>
                  </a:cubicBezTo>
                  <a:cubicBezTo>
                    <a:pt x="584" y="85"/>
                    <a:pt x="586" y="106"/>
                    <a:pt x="539" y="106"/>
                  </a:cubicBezTo>
                  <a:cubicBezTo>
                    <a:pt x="520" y="106"/>
                    <a:pt x="493" y="103"/>
                    <a:pt x="449" y="93"/>
                  </a:cubicBezTo>
                  <a:lnTo>
                    <a:pt x="449" y="93"/>
                  </a:lnTo>
                  <a:cubicBezTo>
                    <a:pt x="449" y="102"/>
                    <a:pt x="483" y="119"/>
                    <a:pt x="449" y="127"/>
                  </a:cubicBezTo>
                  <a:cubicBezTo>
                    <a:pt x="627" y="144"/>
                    <a:pt x="813" y="152"/>
                    <a:pt x="999" y="152"/>
                  </a:cubicBezTo>
                  <a:cubicBezTo>
                    <a:pt x="855" y="110"/>
                    <a:pt x="1109" y="135"/>
                    <a:pt x="1058" y="93"/>
                  </a:cubicBezTo>
                  <a:lnTo>
                    <a:pt x="1058" y="93"/>
                  </a:lnTo>
                  <a:lnTo>
                    <a:pt x="974" y="102"/>
                  </a:lnTo>
                  <a:lnTo>
                    <a:pt x="982" y="85"/>
                  </a:lnTo>
                  <a:lnTo>
                    <a:pt x="881" y="85"/>
                  </a:lnTo>
                  <a:cubicBezTo>
                    <a:pt x="897" y="102"/>
                    <a:pt x="914" y="102"/>
                    <a:pt x="906" y="127"/>
                  </a:cubicBezTo>
                  <a:cubicBezTo>
                    <a:pt x="771" y="102"/>
                    <a:pt x="864" y="93"/>
                    <a:pt x="771" y="59"/>
                  </a:cubicBezTo>
                  <a:lnTo>
                    <a:pt x="618" y="51"/>
                  </a:lnTo>
                  <a:lnTo>
                    <a:pt x="627" y="51"/>
                  </a:lnTo>
                  <a:cubicBezTo>
                    <a:pt x="623" y="47"/>
                    <a:pt x="618" y="45"/>
                    <a:pt x="615" y="45"/>
                  </a:cubicBezTo>
                  <a:cubicBezTo>
                    <a:pt x="612" y="45"/>
                    <a:pt x="610" y="47"/>
                    <a:pt x="610" y="51"/>
                  </a:cubicBezTo>
                  <a:cubicBezTo>
                    <a:pt x="432" y="34"/>
                    <a:pt x="271" y="17"/>
                    <a:pt x="9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7"/>
            <p:cNvSpPr/>
            <p:nvPr/>
          </p:nvSpPr>
          <p:spPr>
            <a:xfrm>
              <a:off x="6725825" y="4288050"/>
              <a:ext cx="250" cy="25"/>
            </a:xfrm>
            <a:custGeom>
              <a:rect b="b" l="l" r="r" t="t"/>
              <a:pathLst>
                <a:path extrusionOk="0" h="1" w="10">
                  <a:moveTo>
                    <a:pt x="9" y="1"/>
                  </a:moveTo>
                  <a:lnTo>
                    <a:pt x="9" y="1"/>
                  </a:lnTo>
                  <a:cubicBezTo>
                    <a:pt x="9" y="1"/>
                    <a:pt x="1"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7"/>
            <p:cNvSpPr/>
            <p:nvPr/>
          </p:nvSpPr>
          <p:spPr>
            <a:xfrm>
              <a:off x="6726050" y="4287425"/>
              <a:ext cx="3825" cy="1075"/>
            </a:xfrm>
            <a:custGeom>
              <a:rect b="b" l="l" r="r" t="t"/>
              <a:pathLst>
                <a:path extrusionOk="0" h="43" w="153">
                  <a:moveTo>
                    <a:pt x="17" y="1"/>
                  </a:moveTo>
                  <a:lnTo>
                    <a:pt x="0" y="26"/>
                  </a:lnTo>
                  <a:cubicBezTo>
                    <a:pt x="13" y="22"/>
                    <a:pt x="28" y="20"/>
                    <a:pt x="43" y="20"/>
                  </a:cubicBezTo>
                  <a:cubicBezTo>
                    <a:pt x="58" y="20"/>
                    <a:pt x="72" y="22"/>
                    <a:pt x="85" y="26"/>
                  </a:cubicBezTo>
                  <a:lnTo>
                    <a:pt x="60" y="43"/>
                  </a:lnTo>
                  <a:lnTo>
                    <a:pt x="60" y="43"/>
                  </a:lnTo>
                  <a:lnTo>
                    <a:pt x="153" y="18"/>
                  </a:ln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7"/>
            <p:cNvSpPr/>
            <p:nvPr/>
          </p:nvSpPr>
          <p:spPr>
            <a:xfrm>
              <a:off x="6729650" y="4287850"/>
              <a:ext cx="2975" cy="1500"/>
            </a:xfrm>
            <a:custGeom>
              <a:rect b="b" l="l" r="r" t="t"/>
              <a:pathLst>
                <a:path extrusionOk="0" h="60" w="119">
                  <a:moveTo>
                    <a:pt x="119" y="1"/>
                  </a:moveTo>
                  <a:cubicBezTo>
                    <a:pt x="43" y="1"/>
                    <a:pt x="43" y="26"/>
                    <a:pt x="85" y="51"/>
                  </a:cubicBezTo>
                  <a:cubicBezTo>
                    <a:pt x="26" y="51"/>
                    <a:pt x="38" y="26"/>
                    <a:pt x="23" y="26"/>
                  </a:cubicBezTo>
                  <a:cubicBezTo>
                    <a:pt x="19" y="26"/>
                    <a:pt x="12" y="28"/>
                    <a:pt x="0" y="34"/>
                  </a:cubicBezTo>
                  <a:cubicBezTo>
                    <a:pt x="0" y="60"/>
                    <a:pt x="85" y="60"/>
                    <a:pt x="110" y="60"/>
                  </a:cubicBezTo>
                  <a:lnTo>
                    <a:pt x="11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7"/>
            <p:cNvSpPr/>
            <p:nvPr/>
          </p:nvSpPr>
          <p:spPr>
            <a:xfrm>
              <a:off x="6745500" y="4290175"/>
              <a:ext cx="1300" cy="650"/>
            </a:xfrm>
            <a:custGeom>
              <a:rect b="b" l="l" r="r" t="t"/>
              <a:pathLst>
                <a:path extrusionOk="0" h="26" w="52">
                  <a:moveTo>
                    <a:pt x="26" y="1"/>
                  </a:moveTo>
                  <a:lnTo>
                    <a:pt x="1" y="9"/>
                  </a:lnTo>
                  <a:lnTo>
                    <a:pt x="51" y="26"/>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7"/>
            <p:cNvSpPr/>
            <p:nvPr/>
          </p:nvSpPr>
          <p:spPr>
            <a:xfrm>
              <a:off x="6744225" y="4290175"/>
              <a:ext cx="1300" cy="650"/>
            </a:xfrm>
            <a:custGeom>
              <a:rect b="b" l="l" r="r" t="t"/>
              <a:pathLst>
                <a:path extrusionOk="0" h="26" w="52">
                  <a:moveTo>
                    <a:pt x="1" y="1"/>
                  </a:moveTo>
                  <a:cubicBezTo>
                    <a:pt x="1" y="9"/>
                    <a:pt x="9" y="17"/>
                    <a:pt x="9" y="26"/>
                  </a:cubicBezTo>
                  <a:lnTo>
                    <a:pt x="52" y="9"/>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7"/>
            <p:cNvSpPr/>
            <p:nvPr/>
          </p:nvSpPr>
          <p:spPr>
            <a:xfrm>
              <a:off x="6739150" y="4289125"/>
              <a:ext cx="1950" cy="450"/>
            </a:xfrm>
            <a:custGeom>
              <a:rect b="b" l="l" r="r" t="t"/>
              <a:pathLst>
                <a:path extrusionOk="0" h="18" w="78">
                  <a:moveTo>
                    <a:pt x="77" y="17"/>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7"/>
            <p:cNvSpPr/>
            <p:nvPr/>
          </p:nvSpPr>
          <p:spPr>
            <a:xfrm>
              <a:off x="6741075" y="4289550"/>
              <a:ext cx="1275" cy="450"/>
            </a:xfrm>
            <a:custGeom>
              <a:rect b="b" l="l" r="r" t="t"/>
              <a:pathLst>
                <a:path extrusionOk="0" h="18" w="51">
                  <a:moveTo>
                    <a:pt x="51" y="17"/>
                  </a:moveTo>
                  <a:lnTo>
                    <a:pt x="51" y="17"/>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7"/>
            <p:cNvSpPr/>
            <p:nvPr/>
          </p:nvSpPr>
          <p:spPr>
            <a:xfrm>
              <a:off x="6742125" y="4288900"/>
              <a:ext cx="2125" cy="1300"/>
            </a:xfrm>
            <a:custGeom>
              <a:rect b="b" l="l" r="r" t="t"/>
              <a:pathLst>
                <a:path extrusionOk="0" h="52" w="85">
                  <a:moveTo>
                    <a:pt x="0" y="1"/>
                  </a:moveTo>
                  <a:lnTo>
                    <a:pt x="9" y="35"/>
                  </a:lnTo>
                  <a:lnTo>
                    <a:pt x="85" y="52"/>
                  </a:lnTo>
                  <a:cubicBezTo>
                    <a:pt x="85" y="26"/>
                    <a:pt x="76"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7"/>
            <p:cNvSpPr/>
            <p:nvPr/>
          </p:nvSpPr>
          <p:spPr>
            <a:xfrm>
              <a:off x="6795200" y="4309425"/>
              <a:ext cx="1725" cy="450"/>
            </a:xfrm>
            <a:custGeom>
              <a:rect b="b" l="l" r="r" t="t"/>
              <a:pathLst>
                <a:path extrusionOk="0" h="18" w="69">
                  <a:moveTo>
                    <a:pt x="60" y="0"/>
                  </a:moveTo>
                  <a:lnTo>
                    <a:pt x="1" y="9"/>
                  </a:lnTo>
                  <a:lnTo>
                    <a:pt x="9" y="17"/>
                  </a:lnTo>
                  <a:lnTo>
                    <a:pt x="68" y="9"/>
                  </a:lnTo>
                  <a:lnTo>
                    <a:pt x="6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7"/>
            <p:cNvSpPr/>
            <p:nvPr/>
          </p:nvSpPr>
          <p:spPr>
            <a:xfrm>
              <a:off x="6787375" y="4308575"/>
              <a:ext cx="875" cy="225"/>
            </a:xfrm>
            <a:custGeom>
              <a:rect b="b" l="l" r="r" t="t"/>
              <a:pathLst>
                <a:path extrusionOk="0" h="9" w="35">
                  <a:moveTo>
                    <a:pt x="34" y="1"/>
                  </a:moveTo>
                  <a:cubicBezTo>
                    <a:pt x="30" y="1"/>
                    <a:pt x="24" y="3"/>
                    <a:pt x="18" y="5"/>
                  </a:cubicBezTo>
                  <a:lnTo>
                    <a:pt x="34" y="1"/>
                  </a:lnTo>
                  <a:close/>
                  <a:moveTo>
                    <a:pt x="18" y="5"/>
                  </a:moveTo>
                  <a:lnTo>
                    <a:pt x="1" y="9"/>
                  </a:lnTo>
                  <a:cubicBezTo>
                    <a:pt x="5" y="9"/>
                    <a:pt x="11" y="7"/>
                    <a:pt x="18"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7"/>
            <p:cNvSpPr/>
            <p:nvPr/>
          </p:nvSpPr>
          <p:spPr>
            <a:xfrm>
              <a:off x="6776800" y="4308375"/>
              <a:ext cx="10600" cy="3875"/>
            </a:xfrm>
            <a:custGeom>
              <a:rect b="b" l="l" r="r" t="t"/>
              <a:pathLst>
                <a:path extrusionOk="0" h="155" w="424">
                  <a:moveTo>
                    <a:pt x="146" y="0"/>
                  </a:moveTo>
                  <a:cubicBezTo>
                    <a:pt x="115" y="0"/>
                    <a:pt x="86" y="3"/>
                    <a:pt x="60" y="9"/>
                  </a:cubicBezTo>
                  <a:cubicBezTo>
                    <a:pt x="1" y="42"/>
                    <a:pt x="26" y="85"/>
                    <a:pt x="26" y="135"/>
                  </a:cubicBezTo>
                  <a:cubicBezTo>
                    <a:pt x="31" y="145"/>
                    <a:pt x="84" y="155"/>
                    <a:pt x="128" y="155"/>
                  </a:cubicBezTo>
                  <a:cubicBezTo>
                    <a:pt x="160" y="155"/>
                    <a:pt x="187" y="150"/>
                    <a:pt x="187" y="135"/>
                  </a:cubicBezTo>
                  <a:cubicBezTo>
                    <a:pt x="128" y="110"/>
                    <a:pt x="288" y="118"/>
                    <a:pt x="161" y="93"/>
                  </a:cubicBezTo>
                  <a:cubicBezTo>
                    <a:pt x="155" y="80"/>
                    <a:pt x="188" y="62"/>
                    <a:pt x="231" y="62"/>
                  </a:cubicBezTo>
                  <a:cubicBezTo>
                    <a:pt x="244" y="62"/>
                    <a:pt x="258" y="64"/>
                    <a:pt x="271" y="68"/>
                  </a:cubicBezTo>
                  <a:cubicBezTo>
                    <a:pt x="271" y="85"/>
                    <a:pt x="212" y="76"/>
                    <a:pt x="246" y="102"/>
                  </a:cubicBezTo>
                  <a:cubicBezTo>
                    <a:pt x="288" y="76"/>
                    <a:pt x="305" y="102"/>
                    <a:pt x="297" y="68"/>
                  </a:cubicBezTo>
                  <a:cubicBezTo>
                    <a:pt x="339" y="51"/>
                    <a:pt x="381" y="34"/>
                    <a:pt x="424" y="17"/>
                  </a:cubicBezTo>
                  <a:lnTo>
                    <a:pt x="424" y="17"/>
                  </a:lnTo>
                  <a:cubicBezTo>
                    <a:pt x="416" y="18"/>
                    <a:pt x="407" y="18"/>
                    <a:pt x="398" y="18"/>
                  </a:cubicBezTo>
                  <a:cubicBezTo>
                    <a:pt x="331" y="18"/>
                    <a:pt x="233" y="0"/>
                    <a:pt x="14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7"/>
            <p:cNvSpPr/>
            <p:nvPr/>
          </p:nvSpPr>
          <p:spPr>
            <a:xfrm>
              <a:off x="6784200" y="4313050"/>
              <a:ext cx="1725" cy="200"/>
            </a:xfrm>
            <a:custGeom>
              <a:rect b="b" l="l" r="r" t="t"/>
              <a:pathLst>
                <a:path extrusionOk="0" h="8" w="69">
                  <a:moveTo>
                    <a:pt x="53" y="0"/>
                  </a:moveTo>
                  <a:cubicBezTo>
                    <a:pt x="38" y="0"/>
                    <a:pt x="18" y="8"/>
                    <a:pt x="1" y="8"/>
                  </a:cubicBezTo>
                  <a:lnTo>
                    <a:pt x="68" y="8"/>
                  </a:lnTo>
                  <a:cubicBezTo>
                    <a:pt x="66" y="2"/>
                    <a:pt x="60" y="0"/>
                    <a:pt x="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7"/>
            <p:cNvSpPr/>
            <p:nvPr/>
          </p:nvSpPr>
          <p:spPr>
            <a:xfrm>
              <a:off x="6764950" y="4302225"/>
              <a:ext cx="2575" cy="450"/>
            </a:xfrm>
            <a:custGeom>
              <a:rect b="b" l="l" r="r" t="t"/>
              <a:pathLst>
                <a:path extrusionOk="0" h="18" w="103">
                  <a:moveTo>
                    <a:pt x="69" y="1"/>
                  </a:moveTo>
                  <a:cubicBezTo>
                    <a:pt x="60" y="1"/>
                    <a:pt x="1" y="9"/>
                    <a:pt x="9" y="18"/>
                  </a:cubicBezTo>
                  <a:lnTo>
                    <a:pt x="102" y="18"/>
                  </a:lnTo>
                  <a:cubicBezTo>
                    <a:pt x="86" y="18"/>
                    <a:pt x="69" y="9"/>
                    <a:pt x="6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7"/>
            <p:cNvSpPr/>
            <p:nvPr/>
          </p:nvSpPr>
          <p:spPr>
            <a:xfrm>
              <a:off x="6767500" y="4302650"/>
              <a:ext cx="875" cy="175"/>
            </a:xfrm>
            <a:custGeom>
              <a:rect b="b" l="l" r="r" t="t"/>
              <a:pathLst>
                <a:path extrusionOk="0" h="7" w="35">
                  <a:moveTo>
                    <a:pt x="0" y="1"/>
                  </a:moveTo>
                  <a:cubicBezTo>
                    <a:pt x="5" y="5"/>
                    <a:pt x="11" y="7"/>
                    <a:pt x="17" y="7"/>
                  </a:cubicBezTo>
                  <a:cubicBezTo>
                    <a:pt x="24" y="7"/>
                    <a:pt x="30" y="5"/>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7"/>
            <p:cNvSpPr/>
            <p:nvPr/>
          </p:nvSpPr>
          <p:spPr>
            <a:xfrm>
              <a:off x="6766450" y="4302025"/>
              <a:ext cx="225" cy="225"/>
            </a:xfrm>
            <a:custGeom>
              <a:rect b="b" l="l" r="r" t="t"/>
              <a:pathLst>
                <a:path extrusionOk="0" h="9" w="9">
                  <a:moveTo>
                    <a:pt x="0" y="0"/>
                  </a:moveTo>
                  <a:lnTo>
                    <a:pt x="0" y="9"/>
                  </a:lnTo>
                  <a:cubicBezTo>
                    <a:pt x="0" y="9"/>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7"/>
            <p:cNvSpPr/>
            <p:nvPr/>
          </p:nvSpPr>
          <p:spPr>
            <a:xfrm>
              <a:off x="6734500" y="4288050"/>
              <a:ext cx="1300" cy="450"/>
            </a:xfrm>
            <a:custGeom>
              <a:rect b="b" l="l" r="r" t="t"/>
              <a:pathLst>
                <a:path extrusionOk="0" h="18" w="52">
                  <a:moveTo>
                    <a:pt x="1" y="1"/>
                  </a:moveTo>
                  <a:cubicBezTo>
                    <a:pt x="18" y="9"/>
                    <a:pt x="35" y="9"/>
                    <a:pt x="52" y="18"/>
                  </a:cubicBezTo>
                  <a:cubicBezTo>
                    <a:pt x="52" y="1"/>
                    <a:pt x="18"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7"/>
            <p:cNvSpPr/>
            <p:nvPr/>
          </p:nvSpPr>
          <p:spPr>
            <a:xfrm>
              <a:off x="6699200" y="4282575"/>
              <a:ext cx="650" cy="425"/>
            </a:xfrm>
            <a:custGeom>
              <a:rect b="b" l="l" r="r" t="t"/>
              <a:pathLst>
                <a:path extrusionOk="0" h="17" w="26">
                  <a:moveTo>
                    <a:pt x="0" y="0"/>
                  </a:moveTo>
                  <a:cubicBezTo>
                    <a:pt x="0" y="8"/>
                    <a:pt x="17" y="17"/>
                    <a:pt x="25" y="17"/>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7"/>
            <p:cNvSpPr/>
            <p:nvPr/>
          </p:nvSpPr>
          <p:spPr>
            <a:xfrm>
              <a:off x="6684600" y="4289325"/>
              <a:ext cx="225" cy="25"/>
            </a:xfrm>
            <a:custGeom>
              <a:rect b="b" l="l" r="r" t="t"/>
              <a:pathLst>
                <a:path extrusionOk="0" h="1" w="9">
                  <a:moveTo>
                    <a:pt x="9" y="1"/>
                  </a:moveTo>
                  <a:cubicBezTo>
                    <a:pt x="9" y="1"/>
                    <a:pt x="0" y="1"/>
                    <a:pt x="0" y="1"/>
                  </a:cubicBezTo>
                  <a:cubicBezTo>
                    <a:pt x="0" y="1"/>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7"/>
            <p:cNvSpPr/>
            <p:nvPr/>
          </p:nvSpPr>
          <p:spPr>
            <a:xfrm>
              <a:off x="6680575" y="4288875"/>
              <a:ext cx="4050" cy="700"/>
            </a:xfrm>
            <a:custGeom>
              <a:rect b="b" l="l" r="r" t="t"/>
              <a:pathLst>
                <a:path extrusionOk="0" h="28" w="162">
                  <a:moveTo>
                    <a:pt x="53" y="0"/>
                  </a:moveTo>
                  <a:cubicBezTo>
                    <a:pt x="49" y="0"/>
                    <a:pt x="46" y="1"/>
                    <a:pt x="43" y="2"/>
                  </a:cubicBezTo>
                  <a:lnTo>
                    <a:pt x="1" y="2"/>
                  </a:lnTo>
                  <a:cubicBezTo>
                    <a:pt x="51" y="19"/>
                    <a:pt x="102" y="27"/>
                    <a:pt x="161" y="27"/>
                  </a:cubicBezTo>
                  <a:cubicBezTo>
                    <a:pt x="139" y="27"/>
                    <a:pt x="83" y="0"/>
                    <a:pt x="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5" name="Shape 1625"/>
        <p:cNvGrpSpPr/>
        <p:nvPr/>
      </p:nvGrpSpPr>
      <p:grpSpPr>
        <a:xfrm>
          <a:off x="0" y="0"/>
          <a:ext cx="0" cy="0"/>
          <a:chOff x="0" y="0"/>
          <a:chExt cx="0" cy="0"/>
        </a:xfrm>
      </p:grpSpPr>
      <p:sp>
        <p:nvSpPr>
          <p:cNvPr id="1626" name="Google Shape;1626;p38"/>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1627" name="Google Shape;1627;p38"/>
          <p:cNvSpPr txBox="1"/>
          <p:nvPr>
            <p:ph idx="1" type="body"/>
          </p:nvPr>
        </p:nvSpPr>
        <p:spPr>
          <a:xfrm>
            <a:off x="717000" y="1152475"/>
            <a:ext cx="7710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what you’ll find in this </a:t>
            </a:r>
            <a:r>
              <a:rPr b="1" lang="en">
                <a:uFill>
                  <a:noFill/>
                </a:uFill>
                <a:hlinkClick r:id="rId3"/>
              </a:rPr>
              <a:t>Slidesgo</a:t>
            </a:r>
            <a:r>
              <a:rPr lang="en"/>
              <a:t> template: </a:t>
            </a:r>
            <a:endParaRPr/>
          </a:p>
          <a:p>
            <a:pPr indent="-301625" lvl="0" marL="457200" rtl="0" algn="l">
              <a:spcBef>
                <a:spcPts val="1600"/>
              </a:spcBef>
              <a:spcAft>
                <a:spcPts val="0"/>
              </a:spcAft>
              <a:buClr>
                <a:schemeClr val="lt1"/>
              </a:buClr>
              <a:buSzPts val="1150"/>
              <a:buFont typeface="Be Vietnam"/>
              <a:buAutoNum type="arabicPeriod"/>
            </a:pPr>
            <a:r>
              <a:rPr lang="en"/>
              <a:t>A slide structure based on a clinical case,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301625" lvl="0" marL="457200" rtl="0" algn="l">
              <a:spcBef>
                <a:spcPts val="0"/>
              </a:spcBef>
              <a:spcAft>
                <a:spcPts val="0"/>
              </a:spcAft>
              <a:buClr>
                <a:schemeClr val="lt1"/>
              </a:buClr>
              <a:buSzPts val="1150"/>
              <a:buFont typeface="Be Vietnam"/>
              <a:buAutoNum type="arabicPeriod"/>
            </a:pPr>
            <a:r>
              <a:rPr lang="en"/>
              <a:t>An assortment of graphic resources that are suitable for use in the presentation can be found in the </a:t>
            </a:r>
            <a:r>
              <a:rPr b="1" lang="en">
                <a:uFill>
                  <a:noFill/>
                </a:uFill>
                <a:hlinkClick action="ppaction://hlinksldjump" r:id="rId6"/>
              </a:rPr>
              <a:t>alternative resources</a:t>
            </a:r>
            <a:r>
              <a:rPr lang="en">
                <a:uFill>
                  <a:noFill/>
                </a:uFill>
                <a:hlinkClick action="ppaction://hlinksldjump" r:id="rId7"/>
              </a:rPr>
              <a:t> slide</a:t>
            </a:r>
            <a:r>
              <a:rPr lang="en"/>
              <a:t>.</a:t>
            </a:r>
            <a:endParaRPr/>
          </a:p>
          <a:p>
            <a:pPr indent="-301625" lvl="0" marL="457200" rtl="0" algn="l">
              <a:spcBef>
                <a:spcPts val="0"/>
              </a:spcBef>
              <a:spcAft>
                <a:spcPts val="0"/>
              </a:spcAft>
              <a:buClr>
                <a:schemeClr val="lt1"/>
              </a:buClr>
              <a:buSzPts val="1150"/>
              <a:buFont typeface="Be Vietnam"/>
              <a:buAutoNum type="arabicPeriod"/>
            </a:pPr>
            <a:r>
              <a:rPr lang="en"/>
              <a:t>A </a:t>
            </a:r>
            <a:r>
              <a:rPr b="1" lang="en">
                <a:uFill>
                  <a:noFill/>
                </a:uFill>
                <a:hlinkClick action="ppaction://hlinksldjump" r:id="rId8"/>
              </a:rPr>
              <a:t>thanks</a:t>
            </a:r>
            <a:r>
              <a:rPr lang="en">
                <a:uFill>
                  <a:noFill/>
                </a:uFill>
                <a:hlinkClick action="ppaction://hlinksldjump" r:id="rId9"/>
              </a:rPr>
              <a:t> </a:t>
            </a:r>
            <a:r>
              <a:rPr lang="en"/>
              <a:t>slide, which you must keep so that proper credits for our design are given.</a:t>
            </a:r>
            <a:endParaRPr/>
          </a:p>
          <a:p>
            <a:pPr indent="-301625" lvl="0" marL="457200" rtl="0" algn="l">
              <a:spcBef>
                <a:spcPts val="0"/>
              </a:spcBef>
              <a:spcAft>
                <a:spcPts val="0"/>
              </a:spcAft>
              <a:buClr>
                <a:schemeClr val="lt1"/>
              </a:buClr>
              <a:buSzPts val="1150"/>
              <a:buFont typeface="Be Vietnam"/>
              <a:buAutoNum type="arabicPeriod"/>
            </a:pPr>
            <a:r>
              <a:rPr lang="en"/>
              <a:t>A </a:t>
            </a:r>
            <a:r>
              <a:rPr b="1" lang="en">
                <a:uFill>
                  <a:noFill/>
                </a:uFill>
                <a:hlinkClick action="ppaction://hlinksldjump" r:id="rId10"/>
              </a:rPr>
              <a:t>resources </a:t>
            </a:r>
            <a:r>
              <a:rPr lang="en"/>
              <a:t>slide, where you’ll find links to all the elements used in the template.</a:t>
            </a:r>
            <a:endParaRPr/>
          </a:p>
          <a:p>
            <a:pPr indent="-301625" lvl="0" marL="457200" rtl="0" algn="l">
              <a:spcBef>
                <a:spcPts val="0"/>
              </a:spcBef>
              <a:spcAft>
                <a:spcPts val="0"/>
              </a:spcAft>
              <a:buClr>
                <a:schemeClr val="lt1"/>
              </a:buClr>
              <a:buSzPts val="1150"/>
              <a:buFont typeface="Be Vietnam"/>
              <a:buAutoNum type="arabicPeriod"/>
            </a:pPr>
            <a:r>
              <a:rPr b="1" lang="en">
                <a:uFill>
                  <a:noFill/>
                </a:uFill>
                <a:hlinkClick action="ppaction://hlinksldjump" r:id="rId11"/>
              </a:rPr>
              <a:t>Instructions for use</a:t>
            </a:r>
            <a:r>
              <a:rPr lang="en"/>
              <a:t>.</a:t>
            </a:r>
            <a:endParaRPr/>
          </a:p>
          <a:p>
            <a:pPr indent="-301625" lvl="0" marL="457200" rtl="0" algn="l">
              <a:spcBef>
                <a:spcPts val="0"/>
              </a:spcBef>
              <a:spcAft>
                <a:spcPts val="0"/>
              </a:spcAft>
              <a:buClr>
                <a:schemeClr val="lt1"/>
              </a:buClr>
              <a:buSzPts val="1150"/>
              <a:buFont typeface="Be Vietnam"/>
              <a:buAutoNum type="arabicPeriod"/>
            </a:pPr>
            <a:r>
              <a:rPr lang="en"/>
              <a:t>Final slides with:</a:t>
            </a:r>
            <a:endParaRPr/>
          </a:p>
          <a:p>
            <a:pPr indent="-301625" lvl="0" marL="914400" rtl="0" algn="l">
              <a:spcBef>
                <a:spcPts val="0"/>
              </a:spcBef>
              <a:spcAft>
                <a:spcPts val="0"/>
              </a:spcAft>
              <a:buClr>
                <a:schemeClr val="accent3"/>
              </a:buClr>
              <a:buSzPts val="1150"/>
              <a:buFont typeface="Be Vietnam"/>
              <a:buChar char="●"/>
            </a:pPr>
            <a:r>
              <a:rPr lang="en"/>
              <a:t>The</a:t>
            </a:r>
            <a:r>
              <a:rPr lang="en">
                <a:uFill>
                  <a:noFill/>
                </a:uFill>
                <a:hlinkClick action="ppaction://hlinksldjump" r:id="rId12"/>
              </a:rPr>
              <a:t> </a:t>
            </a:r>
            <a:r>
              <a:rPr b="1" lang="en">
                <a:uFill>
                  <a:noFill/>
                </a:uFill>
                <a:hlinkClick action="ppaction://hlinksldjump" r:id="rId13"/>
              </a:rPr>
              <a:t>fonts and colors</a:t>
            </a:r>
            <a:r>
              <a:rPr lang="en"/>
              <a:t> used in the template.</a:t>
            </a:r>
            <a:endParaRPr/>
          </a:p>
          <a:p>
            <a:pPr indent="-301625" lvl="0" marL="914400" rtl="0" algn="l">
              <a:spcBef>
                <a:spcPts val="0"/>
              </a:spcBef>
              <a:spcAft>
                <a:spcPts val="0"/>
              </a:spcAft>
              <a:buClr>
                <a:schemeClr val="accent3"/>
              </a:buClr>
              <a:buSzPts val="1150"/>
              <a:buFont typeface="Be Vietnam"/>
              <a:buChar char="●"/>
            </a:pPr>
            <a:r>
              <a:rPr lang="en"/>
              <a:t>A selection of </a:t>
            </a:r>
            <a:r>
              <a:rPr b="1" lang="en">
                <a:solidFill>
                  <a:schemeClr val="hlink"/>
                </a:solidFill>
                <a:uFill>
                  <a:noFill/>
                </a:uFill>
                <a:hlinkClick action="ppaction://hlinksldjump" r:id="rId14"/>
              </a:rPr>
              <a:t>illustrations</a:t>
            </a:r>
            <a:r>
              <a:rPr lang="en"/>
              <a:t>. You can also customize and animate them as you wish with the online editor. Visit </a:t>
            </a:r>
            <a:r>
              <a:rPr b="1" lang="en">
                <a:uFill>
                  <a:noFill/>
                </a:uFill>
                <a:hlinkClick r:id="rId15"/>
              </a:rPr>
              <a:t>Storyset</a:t>
            </a:r>
            <a:r>
              <a:rPr lang="en"/>
              <a:t> to find more. </a:t>
            </a:r>
            <a:endParaRPr/>
          </a:p>
          <a:p>
            <a:pPr indent="-301625" lvl="0" marL="914400" rtl="0" algn="l">
              <a:spcBef>
                <a:spcPts val="0"/>
              </a:spcBef>
              <a:spcAft>
                <a:spcPts val="0"/>
              </a:spcAft>
              <a:buClr>
                <a:schemeClr val="accent3"/>
              </a:buClr>
              <a:buSzPts val="1150"/>
              <a:buFont typeface="Be Vietnam"/>
              <a:buChar char="●"/>
            </a:pPr>
            <a:r>
              <a:rPr lang="en"/>
              <a:t>More</a:t>
            </a:r>
            <a:r>
              <a:rPr lang="en">
                <a:uFill>
                  <a:noFill/>
                </a:uFill>
                <a:hlinkClick action="ppaction://hlinksldjump" r:id="rId16"/>
              </a:rPr>
              <a:t> </a:t>
            </a:r>
            <a:r>
              <a:rPr b="1" lang="en">
                <a:uFill>
                  <a:noFill/>
                </a:uFill>
                <a:hlinkClick action="ppaction://hlinksldjump" r:id="rId17"/>
              </a:rPr>
              <a:t>infographic resources</a:t>
            </a:r>
            <a:r>
              <a:rPr lang="en"/>
              <a:t>, whose size and color can be edited. </a:t>
            </a:r>
            <a:endParaRPr/>
          </a:p>
          <a:p>
            <a:pPr indent="-301625" lvl="0" marL="914400" rtl="0" algn="l">
              <a:spcBef>
                <a:spcPts val="0"/>
              </a:spcBef>
              <a:spcAft>
                <a:spcPts val="0"/>
              </a:spcAft>
              <a:buClr>
                <a:schemeClr val="accent3"/>
              </a:buClr>
              <a:buSzPts val="1150"/>
              <a:buFont typeface="Be Vietnam"/>
              <a:buChar char="●"/>
            </a:pPr>
            <a:r>
              <a:rPr lang="en"/>
              <a:t>Sets of </a:t>
            </a:r>
            <a:r>
              <a:rPr b="1" lang="en">
                <a:uFill>
                  <a:noFill/>
                </a:uFill>
                <a:hlinkClick action="ppaction://hlinksldjump" r:id="rId18"/>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1600"/>
              </a:spcBef>
              <a:spcAft>
                <a:spcPts val="0"/>
              </a:spcAft>
              <a:buClr>
                <a:schemeClr val="dk1"/>
              </a:buClr>
              <a:buSzPts val="1100"/>
              <a:buFont typeface="Arial"/>
              <a:buNone/>
            </a:pPr>
            <a:r>
              <a:rPr lang="en"/>
              <a:t>You can delete this slide when you’re done editing the presentation.</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1" name="Shape 1631"/>
        <p:cNvGrpSpPr/>
        <p:nvPr/>
      </p:nvGrpSpPr>
      <p:grpSpPr>
        <a:xfrm>
          <a:off x="0" y="0"/>
          <a:ext cx="0" cy="0"/>
          <a:chOff x="0" y="0"/>
          <a:chExt cx="0" cy="0"/>
        </a:xfrm>
      </p:grpSpPr>
      <p:grpSp>
        <p:nvGrpSpPr>
          <p:cNvPr id="1632" name="Google Shape;1632;p39"/>
          <p:cNvGrpSpPr/>
          <p:nvPr/>
        </p:nvGrpSpPr>
        <p:grpSpPr>
          <a:xfrm rot="-6489485">
            <a:off x="5930892" y="3054351"/>
            <a:ext cx="676780" cy="646589"/>
            <a:chOff x="588425" y="3716150"/>
            <a:chExt cx="783475" cy="748525"/>
          </a:xfrm>
        </p:grpSpPr>
        <p:sp>
          <p:nvSpPr>
            <p:cNvPr id="1633" name="Google Shape;1633;p39"/>
            <p:cNvSpPr/>
            <p:nvPr/>
          </p:nvSpPr>
          <p:spPr>
            <a:xfrm>
              <a:off x="601350" y="3771675"/>
              <a:ext cx="732550" cy="646550"/>
            </a:xfrm>
            <a:custGeom>
              <a:rect b="b" l="l" r="r" t="t"/>
              <a:pathLst>
                <a:path extrusionOk="0" h="25862" w="29302">
                  <a:moveTo>
                    <a:pt x="14387" y="1"/>
                  </a:moveTo>
                  <a:cubicBezTo>
                    <a:pt x="11248" y="1"/>
                    <a:pt x="8256" y="1346"/>
                    <a:pt x="5593" y="3160"/>
                  </a:cubicBezTo>
                  <a:cubicBezTo>
                    <a:pt x="0" y="6959"/>
                    <a:pt x="365" y="11944"/>
                    <a:pt x="395" y="18205"/>
                  </a:cubicBezTo>
                  <a:cubicBezTo>
                    <a:pt x="395" y="19057"/>
                    <a:pt x="426" y="19938"/>
                    <a:pt x="882" y="20668"/>
                  </a:cubicBezTo>
                  <a:cubicBezTo>
                    <a:pt x="1307" y="21367"/>
                    <a:pt x="2097" y="21792"/>
                    <a:pt x="2857" y="22187"/>
                  </a:cubicBezTo>
                  <a:cubicBezTo>
                    <a:pt x="6778" y="24072"/>
                    <a:pt x="11003" y="25318"/>
                    <a:pt x="15350" y="25774"/>
                  </a:cubicBezTo>
                  <a:cubicBezTo>
                    <a:pt x="15788" y="25823"/>
                    <a:pt x="16240" y="25862"/>
                    <a:pt x="16689" y="25862"/>
                  </a:cubicBezTo>
                  <a:cubicBezTo>
                    <a:pt x="17363" y="25862"/>
                    <a:pt x="18031" y="25774"/>
                    <a:pt x="18633" y="25500"/>
                  </a:cubicBezTo>
                  <a:cubicBezTo>
                    <a:pt x="19514" y="25075"/>
                    <a:pt x="20183" y="24315"/>
                    <a:pt x="20791" y="23525"/>
                  </a:cubicBezTo>
                  <a:cubicBezTo>
                    <a:pt x="23314" y="20364"/>
                    <a:pt x="29302" y="13646"/>
                    <a:pt x="28086" y="9300"/>
                  </a:cubicBezTo>
                  <a:cubicBezTo>
                    <a:pt x="27052" y="5591"/>
                    <a:pt x="20973" y="1457"/>
                    <a:pt x="17478" y="454"/>
                  </a:cubicBezTo>
                  <a:cubicBezTo>
                    <a:pt x="16436" y="142"/>
                    <a:pt x="15404" y="1"/>
                    <a:pt x="14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9"/>
            <p:cNvSpPr/>
            <p:nvPr/>
          </p:nvSpPr>
          <p:spPr>
            <a:xfrm>
              <a:off x="588425" y="3716150"/>
              <a:ext cx="783475" cy="748525"/>
            </a:xfrm>
            <a:custGeom>
              <a:rect b="b" l="l" r="r" t="t"/>
              <a:pathLst>
                <a:path extrusionOk="0" h="29941" w="31339">
                  <a:moveTo>
                    <a:pt x="19849" y="1794"/>
                  </a:moveTo>
                  <a:lnTo>
                    <a:pt x="19849" y="1794"/>
                  </a:lnTo>
                  <a:cubicBezTo>
                    <a:pt x="19843" y="1795"/>
                    <a:pt x="19836" y="1799"/>
                    <a:pt x="19830" y="1804"/>
                  </a:cubicBezTo>
                  <a:lnTo>
                    <a:pt x="19830" y="1804"/>
                  </a:lnTo>
                  <a:cubicBezTo>
                    <a:pt x="19836" y="1800"/>
                    <a:pt x="19842" y="1797"/>
                    <a:pt x="19849" y="1794"/>
                  </a:cubicBezTo>
                  <a:close/>
                  <a:moveTo>
                    <a:pt x="20062" y="1855"/>
                  </a:moveTo>
                  <a:cubicBezTo>
                    <a:pt x="20065" y="1865"/>
                    <a:pt x="20068" y="1874"/>
                    <a:pt x="20071" y="1884"/>
                  </a:cubicBezTo>
                  <a:lnTo>
                    <a:pt x="20071" y="1884"/>
                  </a:lnTo>
                  <a:cubicBezTo>
                    <a:pt x="20069" y="1873"/>
                    <a:pt x="20066" y="1863"/>
                    <a:pt x="20062" y="1855"/>
                  </a:cubicBezTo>
                  <a:close/>
                  <a:moveTo>
                    <a:pt x="16668" y="4074"/>
                  </a:moveTo>
                  <a:lnTo>
                    <a:pt x="16668" y="4074"/>
                  </a:lnTo>
                  <a:cubicBezTo>
                    <a:pt x="16664" y="4074"/>
                    <a:pt x="16661" y="4074"/>
                    <a:pt x="16657" y="4074"/>
                  </a:cubicBezTo>
                  <a:cubicBezTo>
                    <a:pt x="16662" y="4076"/>
                    <a:pt x="16666" y="4079"/>
                    <a:pt x="16671" y="4082"/>
                  </a:cubicBezTo>
                  <a:lnTo>
                    <a:pt x="16671" y="4082"/>
                  </a:lnTo>
                  <a:cubicBezTo>
                    <a:pt x="16670" y="4079"/>
                    <a:pt x="16669" y="4076"/>
                    <a:pt x="16668" y="4074"/>
                  </a:cubicBezTo>
                  <a:close/>
                  <a:moveTo>
                    <a:pt x="16671" y="4082"/>
                  </a:moveTo>
                  <a:cubicBezTo>
                    <a:pt x="16697" y="4152"/>
                    <a:pt x="16727" y="4204"/>
                    <a:pt x="16779" y="4256"/>
                  </a:cubicBezTo>
                  <a:cubicBezTo>
                    <a:pt x="16751" y="4200"/>
                    <a:pt x="16723" y="4118"/>
                    <a:pt x="16671" y="4082"/>
                  </a:cubicBezTo>
                  <a:close/>
                  <a:moveTo>
                    <a:pt x="23739" y="4560"/>
                  </a:moveTo>
                  <a:cubicBezTo>
                    <a:pt x="23739" y="4560"/>
                    <a:pt x="23739" y="4560"/>
                    <a:pt x="23739" y="4560"/>
                  </a:cubicBezTo>
                  <a:lnTo>
                    <a:pt x="23739" y="4560"/>
                  </a:lnTo>
                  <a:cubicBezTo>
                    <a:pt x="23740" y="4560"/>
                    <a:pt x="23740" y="4560"/>
                    <a:pt x="23740" y="4560"/>
                  </a:cubicBezTo>
                  <a:lnTo>
                    <a:pt x="23740" y="4560"/>
                  </a:lnTo>
                  <a:cubicBezTo>
                    <a:pt x="23740" y="4560"/>
                    <a:pt x="23740" y="4560"/>
                    <a:pt x="23739" y="4560"/>
                  </a:cubicBezTo>
                  <a:close/>
                  <a:moveTo>
                    <a:pt x="23740" y="4560"/>
                  </a:moveTo>
                  <a:lnTo>
                    <a:pt x="23740" y="4560"/>
                  </a:lnTo>
                  <a:cubicBezTo>
                    <a:pt x="23797" y="4599"/>
                    <a:pt x="23819" y="4637"/>
                    <a:pt x="23857" y="4637"/>
                  </a:cubicBezTo>
                  <a:cubicBezTo>
                    <a:pt x="23879" y="4637"/>
                    <a:pt x="23908" y="4624"/>
                    <a:pt x="23952" y="4590"/>
                  </a:cubicBezTo>
                  <a:lnTo>
                    <a:pt x="23952" y="4590"/>
                  </a:lnTo>
                  <a:cubicBezTo>
                    <a:pt x="23933" y="4594"/>
                    <a:pt x="23914" y="4596"/>
                    <a:pt x="23895" y="4596"/>
                  </a:cubicBezTo>
                  <a:cubicBezTo>
                    <a:pt x="23843" y="4596"/>
                    <a:pt x="23790" y="4583"/>
                    <a:pt x="23740" y="4560"/>
                  </a:cubicBezTo>
                  <a:close/>
                  <a:moveTo>
                    <a:pt x="26111" y="5981"/>
                  </a:moveTo>
                  <a:cubicBezTo>
                    <a:pt x="26119" y="5994"/>
                    <a:pt x="26129" y="6007"/>
                    <a:pt x="26141" y="6019"/>
                  </a:cubicBezTo>
                  <a:cubicBezTo>
                    <a:pt x="26131" y="6005"/>
                    <a:pt x="26121" y="5993"/>
                    <a:pt x="26111" y="5981"/>
                  </a:cubicBezTo>
                  <a:close/>
                  <a:moveTo>
                    <a:pt x="6991" y="6870"/>
                  </a:moveTo>
                  <a:cubicBezTo>
                    <a:pt x="7235" y="6870"/>
                    <a:pt x="7143" y="6870"/>
                    <a:pt x="6991" y="6900"/>
                  </a:cubicBezTo>
                  <a:lnTo>
                    <a:pt x="6991" y="6870"/>
                  </a:lnTo>
                  <a:close/>
                  <a:moveTo>
                    <a:pt x="26512" y="7018"/>
                  </a:moveTo>
                  <a:cubicBezTo>
                    <a:pt x="26632" y="7018"/>
                    <a:pt x="26657" y="7159"/>
                    <a:pt x="26657" y="7326"/>
                  </a:cubicBezTo>
                  <a:cubicBezTo>
                    <a:pt x="26566" y="7265"/>
                    <a:pt x="26475" y="7144"/>
                    <a:pt x="26475" y="7022"/>
                  </a:cubicBezTo>
                  <a:cubicBezTo>
                    <a:pt x="26488" y="7019"/>
                    <a:pt x="26500" y="7018"/>
                    <a:pt x="26512" y="7018"/>
                  </a:cubicBezTo>
                  <a:close/>
                  <a:moveTo>
                    <a:pt x="4438" y="7569"/>
                  </a:moveTo>
                  <a:cubicBezTo>
                    <a:pt x="4441" y="7571"/>
                    <a:pt x="4444" y="7574"/>
                    <a:pt x="4447" y="7576"/>
                  </a:cubicBezTo>
                  <a:lnTo>
                    <a:pt x="4447" y="7576"/>
                  </a:lnTo>
                  <a:lnTo>
                    <a:pt x="4438" y="7569"/>
                  </a:lnTo>
                  <a:close/>
                  <a:moveTo>
                    <a:pt x="4447" y="7576"/>
                  </a:moveTo>
                  <a:lnTo>
                    <a:pt x="4448" y="7576"/>
                  </a:lnTo>
                  <a:lnTo>
                    <a:pt x="4448" y="7576"/>
                  </a:lnTo>
                  <a:cubicBezTo>
                    <a:pt x="4448" y="7576"/>
                    <a:pt x="4448" y="7576"/>
                    <a:pt x="4448" y="7576"/>
                  </a:cubicBezTo>
                  <a:lnTo>
                    <a:pt x="4448" y="7576"/>
                  </a:lnTo>
                  <a:cubicBezTo>
                    <a:pt x="4448" y="7576"/>
                    <a:pt x="4448" y="7576"/>
                    <a:pt x="4447" y="7576"/>
                  </a:cubicBezTo>
                  <a:close/>
                  <a:moveTo>
                    <a:pt x="4803" y="7387"/>
                  </a:moveTo>
                  <a:cubicBezTo>
                    <a:pt x="4817" y="7515"/>
                    <a:pt x="4625" y="7536"/>
                    <a:pt x="4448" y="7576"/>
                  </a:cubicBezTo>
                  <a:lnTo>
                    <a:pt x="4448" y="7576"/>
                  </a:lnTo>
                  <a:cubicBezTo>
                    <a:pt x="4479" y="7596"/>
                    <a:pt x="4519" y="7605"/>
                    <a:pt x="4560" y="7605"/>
                  </a:cubicBezTo>
                  <a:cubicBezTo>
                    <a:pt x="4685" y="7605"/>
                    <a:pt x="4825" y="7520"/>
                    <a:pt x="4803" y="7387"/>
                  </a:cubicBezTo>
                  <a:close/>
                  <a:moveTo>
                    <a:pt x="30062" y="15046"/>
                  </a:moveTo>
                  <a:lnTo>
                    <a:pt x="30062" y="15046"/>
                  </a:lnTo>
                  <a:cubicBezTo>
                    <a:pt x="30123" y="15198"/>
                    <a:pt x="30275" y="15502"/>
                    <a:pt x="30031" y="15502"/>
                  </a:cubicBezTo>
                  <a:cubicBezTo>
                    <a:pt x="29697" y="15259"/>
                    <a:pt x="29879" y="15229"/>
                    <a:pt x="30062" y="15046"/>
                  </a:cubicBezTo>
                  <a:close/>
                  <a:moveTo>
                    <a:pt x="29257" y="17401"/>
                  </a:moveTo>
                  <a:lnTo>
                    <a:pt x="29241" y="17448"/>
                  </a:lnTo>
                  <a:cubicBezTo>
                    <a:pt x="29251" y="17433"/>
                    <a:pt x="29256" y="17417"/>
                    <a:pt x="29257" y="17401"/>
                  </a:cubicBezTo>
                  <a:close/>
                  <a:moveTo>
                    <a:pt x="10639" y="25411"/>
                  </a:moveTo>
                  <a:cubicBezTo>
                    <a:pt x="10641" y="25431"/>
                    <a:pt x="10644" y="25449"/>
                    <a:pt x="10648" y="25468"/>
                  </a:cubicBezTo>
                  <a:lnTo>
                    <a:pt x="10648" y="25468"/>
                  </a:lnTo>
                  <a:cubicBezTo>
                    <a:pt x="10647" y="25451"/>
                    <a:pt x="10644" y="25432"/>
                    <a:pt x="10639" y="25411"/>
                  </a:cubicBezTo>
                  <a:close/>
                  <a:moveTo>
                    <a:pt x="15806" y="26536"/>
                  </a:moveTo>
                  <a:lnTo>
                    <a:pt x="15867" y="26627"/>
                  </a:lnTo>
                  <a:cubicBezTo>
                    <a:pt x="15805" y="26654"/>
                    <a:pt x="15766" y="26665"/>
                    <a:pt x="15744" y="26665"/>
                  </a:cubicBezTo>
                  <a:cubicBezTo>
                    <a:pt x="15690" y="26665"/>
                    <a:pt x="15733" y="26600"/>
                    <a:pt x="15776" y="26536"/>
                  </a:cubicBezTo>
                  <a:close/>
                  <a:moveTo>
                    <a:pt x="6274" y="27644"/>
                  </a:moveTo>
                  <a:lnTo>
                    <a:pt x="6292" y="27661"/>
                  </a:lnTo>
                  <a:cubicBezTo>
                    <a:pt x="6288" y="27654"/>
                    <a:pt x="6281" y="27649"/>
                    <a:pt x="6274" y="27644"/>
                  </a:cubicBezTo>
                  <a:close/>
                  <a:moveTo>
                    <a:pt x="21369" y="28755"/>
                  </a:moveTo>
                  <a:cubicBezTo>
                    <a:pt x="21367" y="28757"/>
                    <a:pt x="21366" y="28759"/>
                    <a:pt x="21364" y="28761"/>
                  </a:cubicBezTo>
                  <a:lnTo>
                    <a:pt x="21364" y="28761"/>
                  </a:lnTo>
                  <a:cubicBezTo>
                    <a:pt x="21366" y="28759"/>
                    <a:pt x="21367" y="28757"/>
                    <a:pt x="21369" y="28755"/>
                  </a:cubicBezTo>
                  <a:close/>
                  <a:moveTo>
                    <a:pt x="15593" y="1"/>
                  </a:moveTo>
                  <a:cubicBezTo>
                    <a:pt x="15593" y="517"/>
                    <a:pt x="14803" y="487"/>
                    <a:pt x="14834" y="912"/>
                  </a:cubicBezTo>
                  <a:cubicBezTo>
                    <a:pt x="15198" y="760"/>
                    <a:pt x="15563" y="578"/>
                    <a:pt x="15928" y="426"/>
                  </a:cubicBezTo>
                  <a:lnTo>
                    <a:pt x="15928" y="426"/>
                  </a:lnTo>
                  <a:cubicBezTo>
                    <a:pt x="15928" y="918"/>
                    <a:pt x="15295" y="1740"/>
                    <a:pt x="14710" y="1740"/>
                  </a:cubicBezTo>
                  <a:cubicBezTo>
                    <a:pt x="14680" y="1740"/>
                    <a:pt x="14650" y="1738"/>
                    <a:pt x="14621" y="1733"/>
                  </a:cubicBezTo>
                  <a:cubicBezTo>
                    <a:pt x="14438" y="1551"/>
                    <a:pt x="14712" y="852"/>
                    <a:pt x="14712" y="669"/>
                  </a:cubicBezTo>
                  <a:lnTo>
                    <a:pt x="14712" y="669"/>
                  </a:lnTo>
                  <a:cubicBezTo>
                    <a:pt x="14641" y="811"/>
                    <a:pt x="14297" y="952"/>
                    <a:pt x="14103" y="952"/>
                  </a:cubicBezTo>
                  <a:cubicBezTo>
                    <a:pt x="14047" y="952"/>
                    <a:pt x="14003" y="940"/>
                    <a:pt x="13982" y="912"/>
                  </a:cubicBezTo>
                  <a:lnTo>
                    <a:pt x="14256" y="639"/>
                  </a:lnTo>
                  <a:cubicBezTo>
                    <a:pt x="14218" y="621"/>
                    <a:pt x="14182" y="614"/>
                    <a:pt x="14148" y="614"/>
                  </a:cubicBezTo>
                  <a:cubicBezTo>
                    <a:pt x="13899" y="614"/>
                    <a:pt x="13741" y="1030"/>
                    <a:pt x="13462" y="1030"/>
                  </a:cubicBezTo>
                  <a:cubicBezTo>
                    <a:pt x="13383" y="1030"/>
                    <a:pt x="13295" y="997"/>
                    <a:pt x="13192" y="912"/>
                  </a:cubicBezTo>
                  <a:cubicBezTo>
                    <a:pt x="13073" y="912"/>
                    <a:pt x="12787" y="577"/>
                    <a:pt x="12682" y="577"/>
                  </a:cubicBezTo>
                  <a:cubicBezTo>
                    <a:pt x="12653" y="577"/>
                    <a:pt x="12638" y="603"/>
                    <a:pt x="12645" y="669"/>
                  </a:cubicBezTo>
                  <a:cubicBezTo>
                    <a:pt x="13010" y="1186"/>
                    <a:pt x="13283" y="2949"/>
                    <a:pt x="13223" y="3375"/>
                  </a:cubicBezTo>
                  <a:cubicBezTo>
                    <a:pt x="12858" y="3192"/>
                    <a:pt x="12523" y="2979"/>
                    <a:pt x="12219" y="2736"/>
                  </a:cubicBezTo>
                  <a:cubicBezTo>
                    <a:pt x="11855" y="2341"/>
                    <a:pt x="12311" y="1581"/>
                    <a:pt x="12037" y="1277"/>
                  </a:cubicBezTo>
                  <a:lnTo>
                    <a:pt x="12037" y="1277"/>
                  </a:lnTo>
                  <a:cubicBezTo>
                    <a:pt x="12037" y="1399"/>
                    <a:pt x="12007" y="1551"/>
                    <a:pt x="11916" y="1672"/>
                  </a:cubicBezTo>
                  <a:cubicBezTo>
                    <a:pt x="11766" y="1598"/>
                    <a:pt x="11841" y="1360"/>
                    <a:pt x="11689" y="1360"/>
                  </a:cubicBezTo>
                  <a:cubicBezTo>
                    <a:pt x="11656" y="1360"/>
                    <a:pt x="11611" y="1371"/>
                    <a:pt x="11551" y="1399"/>
                  </a:cubicBezTo>
                  <a:cubicBezTo>
                    <a:pt x="11612" y="1885"/>
                    <a:pt x="10852" y="1551"/>
                    <a:pt x="11490" y="1855"/>
                  </a:cubicBezTo>
                  <a:cubicBezTo>
                    <a:pt x="11387" y="1935"/>
                    <a:pt x="11305" y="1955"/>
                    <a:pt x="11224" y="1955"/>
                  </a:cubicBezTo>
                  <a:cubicBezTo>
                    <a:pt x="11146" y="1955"/>
                    <a:pt x="11067" y="1936"/>
                    <a:pt x="10970" y="1936"/>
                  </a:cubicBezTo>
                  <a:cubicBezTo>
                    <a:pt x="10901" y="1936"/>
                    <a:pt x="10824" y="1945"/>
                    <a:pt x="10730" y="1976"/>
                  </a:cubicBezTo>
                  <a:cubicBezTo>
                    <a:pt x="10943" y="2250"/>
                    <a:pt x="10760" y="3162"/>
                    <a:pt x="10517" y="3405"/>
                  </a:cubicBezTo>
                  <a:cubicBezTo>
                    <a:pt x="10487" y="3283"/>
                    <a:pt x="10396" y="3162"/>
                    <a:pt x="10305" y="3071"/>
                  </a:cubicBezTo>
                  <a:cubicBezTo>
                    <a:pt x="9697" y="3283"/>
                    <a:pt x="9271" y="3192"/>
                    <a:pt x="8694" y="3466"/>
                  </a:cubicBezTo>
                  <a:cubicBezTo>
                    <a:pt x="8602" y="3375"/>
                    <a:pt x="8268" y="3375"/>
                    <a:pt x="8268" y="3131"/>
                  </a:cubicBezTo>
                  <a:cubicBezTo>
                    <a:pt x="8238" y="3253"/>
                    <a:pt x="8238" y="3435"/>
                    <a:pt x="8086" y="3526"/>
                  </a:cubicBezTo>
                  <a:cubicBezTo>
                    <a:pt x="7539" y="3314"/>
                    <a:pt x="8420" y="3283"/>
                    <a:pt x="7934" y="2949"/>
                  </a:cubicBezTo>
                  <a:lnTo>
                    <a:pt x="7934" y="2949"/>
                  </a:lnTo>
                  <a:cubicBezTo>
                    <a:pt x="8055" y="3223"/>
                    <a:pt x="7660" y="3526"/>
                    <a:pt x="7539" y="3830"/>
                  </a:cubicBezTo>
                  <a:cubicBezTo>
                    <a:pt x="7599" y="3911"/>
                    <a:pt x="7660" y="3944"/>
                    <a:pt x="7722" y="3944"/>
                  </a:cubicBezTo>
                  <a:cubicBezTo>
                    <a:pt x="7940" y="3944"/>
                    <a:pt x="8156" y="3527"/>
                    <a:pt x="8298" y="3314"/>
                  </a:cubicBezTo>
                  <a:lnTo>
                    <a:pt x="8298" y="3314"/>
                  </a:lnTo>
                  <a:cubicBezTo>
                    <a:pt x="8542" y="3922"/>
                    <a:pt x="8450" y="4651"/>
                    <a:pt x="8086" y="5198"/>
                  </a:cubicBezTo>
                  <a:cubicBezTo>
                    <a:pt x="8005" y="5294"/>
                    <a:pt x="7940" y="5329"/>
                    <a:pt x="7888" y="5329"/>
                  </a:cubicBezTo>
                  <a:cubicBezTo>
                    <a:pt x="7743" y="5329"/>
                    <a:pt x="7694" y="5061"/>
                    <a:pt x="7669" y="5061"/>
                  </a:cubicBezTo>
                  <a:cubicBezTo>
                    <a:pt x="7666" y="5061"/>
                    <a:pt x="7663" y="5066"/>
                    <a:pt x="7660" y="5077"/>
                  </a:cubicBezTo>
                  <a:cubicBezTo>
                    <a:pt x="6809" y="5472"/>
                    <a:pt x="7599" y="6414"/>
                    <a:pt x="6718" y="6444"/>
                  </a:cubicBezTo>
                  <a:cubicBezTo>
                    <a:pt x="6262" y="6292"/>
                    <a:pt x="6262" y="5806"/>
                    <a:pt x="6049" y="5624"/>
                  </a:cubicBezTo>
                  <a:cubicBezTo>
                    <a:pt x="6292" y="5229"/>
                    <a:pt x="6718" y="5472"/>
                    <a:pt x="6931" y="5320"/>
                  </a:cubicBezTo>
                  <a:lnTo>
                    <a:pt x="6535" y="5320"/>
                  </a:lnTo>
                  <a:cubicBezTo>
                    <a:pt x="6564" y="5177"/>
                    <a:pt x="6728" y="4952"/>
                    <a:pt x="6899" y="4952"/>
                  </a:cubicBezTo>
                  <a:cubicBezTo>
                    <a:pt x="6910" y="4952"/>
                    <a:pt x="6920" y="4953"/>
                    <a:pt x="6931" y="4955"/>
                  </a:cubicBezTo>
                  <a:cubicBezTo>
                    <a:pt x="6896" y="4940"/>
                    <a:pt x="6858" y="4934"/>
                    <a:pt x="6816" y="4934"/>
                  </a:cubicBezTo>
                  <a:cubicBezTo>
                    <a:pt x="6600" y="4934"/>
                    <a:pt x="6294" y="5116"/>
                    <a:pt x="5988" y="5320"/>
                  </a:cubicBezTo>
                  <a:cubicBezTo>
                    <a:pt x="5624" y="5624"/>
                    <a:pt x="5198" y="5837"/>
                    <a:pt x="4773" y="6019"/>
                  </a:cubicBezTo>
                  <a:cubicBezTo>
                    <a:pt x="4773" y="6201"/>
                    <a:pt x="4681" y="6444"/>
                    <a:pt x="4864" y="6505"/>
                  </a:cubicBezTo>
                  <a:lnTo>
                    <a:pt x="5016" y="6323"/>
                  </a:lnTo>
                  <a:cubicBezTo>
                    <a:pt x="5360" y="6409"/>
                    <a:pt x="5027" y="6875"/>
                    <a:pt x="5245" y="6875"/>
                  </a:cubicBezTo>
                  <a:cubicBezTo>
                    <a:pt x="5258" y="6875"/>
                    <a:pt x="5272" y="6873"/>
                    <a:pt x="5289" y="6870"/>
                  </a:cubicBezTo>
                  <a:lnTo>
                    <a:pt x="5289" y="6870"/>
                  </a:lnTo>
                  <a:cubicBezTo>
                    <a:pt x="5228" y="7235"/>
                    <a:pt x="5228" y="7691"/>
                    <a:pt x="4833" y="7843"/>
                  </a:cubicBezTo>
                  <a:lnTo>
                    <a:pt x="4448" y="7576"/>
                  </a:lnTo>
                  <a:lnTo>
                    <a:pt x="4448" y="7576"/>
                  </a:lnTo>
                  <a:cubicBezTo>
                    <a:pt x="4246" y="7621"/>
                    <a:pt x="4064" y="7689"/>
                    <a:pt x="4225" y="7964"/>
                  </a:cubicBezTo>
                  <a:lnTo>
                    <a:pt x="4681" y="7964"/>
                  </a:lnTo>
                  <a:lnTo>
                    <a:pt x="4681" y="8603"/>
                  </a:lnTo>
                  <a:cubicBezTo>
                    <a:pt x="4681" y="8785"/>
                    <a:pt x="4651" y="8967"/>
                    <a:pt x="4499" y="9058"/>
                  </a:cubicBezTo>
                  <a:cubicBezTo>
                    <a:pt x="4610" y="9098"/>
                    <a:pt x="4663" y="9111"/>
                    <a:pt x="4690" y="9111"/>
                  </a:cubicBezTo>
                  <a:cubicBezTo>
                    <a:pt x="4741" y="9111"/>
                    <a:pt x="4705" y="9067"/>
                    <a:pt x="4785" y="9067"/>
                  </a:cubicBezTo>
                  <a:cubicBezTo>
                    <a:pt x="4827" y="9067"/>
                    <a:pt x="4904" y="9080"/>
                    <a:pt x="5046" y="9119"/>
                  </a:cubicBezTo>
                  <a:cubicBezTo>
                    <a:pt x="4428" y="8854"/>
                    <a:pt x="5522" y="8561"/>
                    <a:pt x="4926" y="8321"/>
                  </a:cubicBezTo>
                  <a:lnTo>
                    <a:pt x="4926" y="8321"/>
                  </a:lnTo>
                  <a:cubicBezTo>
                    <a:pt x="5061" y="8368"/>
                    <a:pt x="5155" y="8385"/>
                    <a:pt x="5228" y="8385"/>
                  </a:cubicBezTo>
                  <a:cubicBezTo>
                    <a:pt x="5403" y="8385"/>
                    <a:pt x="5457" y="8291"/>
                    <a:pt x="5662" y="8291"/>
                  </a:cubicBezTo>
                  <a:cubicBezTo>
                    <a:pt x="5731" y="8291"/>
                    <a:pt x="5816" y="8301"/>
                    <a:pt x="5928" y="8329"/>
                  </a:cubicBezTo>
                  <a:cubicBezTo>
                    <a:pt x="5836" y="8238"/>
                    <a:pt x="5654" y="8207"/>
                    <a:pt x="5897" y="8086"/>
                  </a:cubicBezTo>
                  <a:cubicBezTo>
                    <a:pt x="5897" y="8025"/>
                    <a:pt x="5867" y="7995"/>
                    <a:pt x="5867" y="7934"/>
                  </a:cubicBezTo>
                  <a:cubicBezTo>
                    <a:pt x="5776" y="7934"/>
                    <a:pt x="5684" y="7903"/>
                    <a:pt x="5593" y="7873"/>
                  </a:cubicBezTo>
                  <a:cubicBezTo>
                    <a:pt x="5472" y="7508"/>
                    <a:pt x="5806" y="7204"/>
                    <a:pt x="5836" y="6961"/>
                  </a:cubicBezTo>
                  <a:cubicBezTo>
                    <a:pt x="5848" y="6959"/>
                    <a:pt x="5859" y="6958"/>
                    <a:pt x="5868" y="6958"/>
                  </a:cubicBezTo>
                  <a:cubicBezTo>
                    <a:pt x="6000" y="6958"/>
                    <a:pt x="5879" y="7148"/>
                    <a:pt x="6049" y="7204"/>
                  </a:cubicBezTo>
                  <a:lnTo>
                    <a:pt x="6080" y="6870"/>
                  </a:lnTo>
                  <a:cubicBezTo>
                    <a:pt x="6323" y="7113"/>
                    <a:pt x="6779" y="7052"/>
                    <a:pt x="6596" y="7417"/>
                  </a:cubicBezTo>
                  <a:lnTo>
                    <a:pt x="6900" y="7235"/>
                  </a:lnTo>
                  <a:cubicBezTo>
                    <a:pt x="6925" y="7238"/>
                    <a:pt x="6950" y="7239"/>
                    <a:pt x="6975" y="7239"/>
                  </a:cubicBezTo>
                  <a:cubicBezTo>
                    <a:pt x="7192" y="7239"/>
                    <a:pt x="7399" y="7122"/>
                    <a:pt x="7508" y="6931"/>
                  </a:cubicBezTo>
                  <a:cubicBezTo>
                    <a:pt x="7651" y="6907"/>
                    <a:pt x="7682" y="6566"/>
                    <a:pt x="7689" y="6566"/>
                  </a:cubicBezTo>
                  <a:cubicBezTo>
                    <a:pt x="7691" y="6566"/>
                    <a:pt x="7691" y="6592"/>
                    <a:pt x="7691" y="6657"/>
                  </a:cubicBezTo>
                  <a:cubicBezTo>
                    <a:pt x="7843" y="6505"/>
                    <a:pt x="7964" y="6353"/>
                    <a:pt x="8086" y="6171"/>
                  </a:cubicBezTo>
                  <a:lnTo>
                    <a:pt x="8146" y="6262"/>
                  </a:lnTo>
                  <a:cubicBezTo>
                    <a:pt x="8571" y="6023"/>
                    <a:pt x="8834" y="5367"/>
                    <a:pt x="9481" y="5367"/>
                  </a:cubicBezTo>
                  <a:cubicBezTo>
                    <a:pt x="9575" y="5367"/>
                    <a:pt x="9676" y="5380"/>
                    <a:pt x="9788" y="5411"/>
                  </a:cubicBezTo>
                  <a:cubicBezTo>
                    <a:pt x="9909" y="5198"/>
                    <a:pt x="10122" y="5077"/>
                    <a:pt x="10365" y="5046"/>
                  </a:cubicBezTo>
                  <a:lnTo>
                    <a:pt x="10548" y="5289"/>
                  </a:lnTo>
                  <a:cubicBezTo>
                    <a:pt x="10730" y="5077"/>
                    <a:pt x="11308" y="5289"/>
                    <a:pt x="11308" y="4955"/>
                  </a:cubicBezTo>
                  <a:cubicBezTo>
                    <a:pt x="11449" y="5150"/>
                    <a:pt x="11604" y="5218"/>
                    <a:pt x="11762" y="5218"/>
                  </a:cubicBezTo>
                  <a:cubicBezTo>
                    <a:pt x="12138" y="5218"/>
                    <a:pt x="12535" y="4833"/>
                    <a:pt x="12834" y="4833"/>
                  </a:cubicBezTo>
                  <a:cubicBezTo>
                    <a:pt x="12842" y="4833"/>
                    <a:pt x="12850" y="4833"/>
                    <a:pt x="12858" y="4834"/>
                  </a:cubicBezTo>
                  <a:lnTo>
                    <a:pt x="12797" y="4469"/>
                  </a:lnTo>
                  <a:cubicBezTo>
                    <a:pt x="13101" y="4408"/>
                    <a:pt x="13375" y="4256"/>
                    <a:pt x="13648" y="4074"/>
                  </a:cubicBezTo>
                  <a:lnTo>
                    <a:pt x="13557" y="3739"/>
                  </a:lnTo>
                  <a:cubicBezTo>
                    <a:pt x="13628" y="3669"/>
                    <a:pt x="13712" y="3644"/>
                    <a:pt x="13803" y="3644"/>
                  </a:cubicBezTo>
                  <a:cubicBezTo>
                    <a:pt x="13907" y="3644"/>
                    <a:pt x="14021" y="3676"/>
                    <a:pt x="14134" y="3709"/>
                  </a:cubicBezTo>
                  <a:cubicBezTo>
                    <a:pt x="14378" y="3800"/>
                    <a:pt x="14621" y="3861"/>
                    <a:pt x="14864" y="3861"/>
                  </a:cubicBezTo>
                  <a:cubicBezTo>
                    <a:pt x="14849" y="3922"/>
                    <a:pt x="14811" y="3944"/>
                    <a:pt x="14765" y="3944"/>
                  </a:cubicBezTo>
                  <a:cubicBezTo>
                    <a:pt x="14720" y="3944"/>
                    <a:pt x="14666" y="3922"/>
                    <a:pt x="14621" y="3891"/>
                  </a:cubicBezTo>
                  <a:lnTo>
                    <a:pt x="14621" y="3891"/>
                  </a:lnTo>
                  <a:cubicBezTo>
                    <a:pt x="14754" y="4068"/>
                    <a:pt x="14886" y="4131"/>
                    <a:pt x="15026" y="4131"/>
                  </a:cubicBezTo>
                  <a:cubicBezTo>
                    <a:pt x="15174" y="4131"/>
                    <a:pt x="15330" y="4061"/>
                    <a:pt x="15502" y="3982"/>
                  </a:cubicBezTo>
                  <a:cubicBezTo>
                    <a:pt x="15672" y="3880"/>
                    <a:pt x="15843" y="3797"/>
                    <a:pt x="15997" y="3797"/>
                  </a:cubicBezTo>
                  <a:cubicBezTo>
                    <a:pt x="16118" y="3797"/>
                    <a:pt x="16229" y="3849"/>
                    <a:pt x="16323" y="3982"/>
                  </a:cubicBezTo>
                  <a:cubicBezTo>
                    <a:pt x="16355" y="3961"/>
                    <a:pt x="16395" y="3951"/>
                    <a:pt x="16436" y="3951"/>
                  </a:cubicBezTo>
                  <a:cubicBezTo>
                    <a:pt x="16510" y="3951"/>
                    <a:pt x="16588" y="3984"/>
                    <a:pt x="16627" y="4043"/>
                  </a:cubicBezTo>
                  <a:lnTo>
                    <a:pt x="16657" y="4043"/>
                  </a:lnTo>
                  <a:cubicBezTo>
                    <a:pt x="16661" y="4054"/>
                    <a:pt x="16664" y="4064"/>
                    <a:pt x="16668" y="4074"/>
                  </a:cubicBezTo>
                  <a:lnTo>
                    <a:pt x="16668" y="4074"/>
                  </a:lnTo>
                  <a:cubicBezTo>
                    <a:pt x="16816" y="4072"/>
                    <a:pt x="16964" y="4043"/>
                    <a:pt x="17083" y="4013"/>
                  </a:cubicBezTo>
                  <a:lnTo>
                    <a:pt x="17083" y="4013"/>
                  </a:lnTo>
                  <a:lnTo>
                    <a:pt x="17052" y="4408"/>
                  </a:lnTo>
                  <a:lnTo>
                    <a:pt x="17083" y="4408"/>
                  </a:lnTo>
                  <a:cubicBezTo>
                    <a:pt x="17105" y="4436"/>
                    <a:pt x="17126" y="4449"/>
                    <a:pt x="17144" y="4449"/>
                  </a:cubicBezTo>
                  <a:cubicBezTo>
                    <a:pt x="17224" y="4449"/>
                    <a:pt x="17260" y="4205"/>
                    <a:pt x="17235" y="3982"/>
                  </a:cubicBezTo>
                  <a:cubicBezTo>
                    <a:pt x="17326" y="3952"/>
                    <a:pt x="17417" y="3891"/>
                    <a:pt x="17508" y="3830"/>
                  </a:cubicBezTo>
                  <a:lnTo>
                    <a:pt x="17508" y="3830"/>
                  </a:lnTo>
                  <a:cubicBezTo>
                    <a:pt x="17483" y="4067"/>
                    <a:pt x="17550" y="4099"/>
                    <a:pt x="17635" y="4099"/>
                  </a:cubicBezTo>
                  <a:cubicBezTo>
                    <a:pt x="17668" y="4099"/>
                    <a:pt x="17704" y="4095"/>
                    <a:pt x="17739" y="4095"/>
                  </a:cubicBezTo>
                  <a:cubicBezTo>
                    <a:pt x="17833" y="4095"/>
                    <a:pt x="17917" y="4131"/>
                    <a:pt x="17903" y="4408"/>
                  </a:cubicBezTo>
                  <a:cubicBezTo>
                    <a:pt x="18086" y="4134"/>
                    <a:pt x="18694" y="4469"/>
                    <a:pt x="19028" y="3891"/>
                  </a:cubicBezTo>
                  <a:lnTo>
                    <a:pt x="19028" y="3891"/>
                  </a:lnTo>
                  <a:cubicBezTo>
                    <a:pt x="19003" y="3966"/>
                    <a:pt x="19019" y="4021"/>
                    <a:pt x="18992" y="4021"/>
                  </a:cubicBezTo>
                  <a:cubicBezTo>
                    <a:pt x="18986" y="4021"/>
                    <a:pt x="18978" y="4018"/>
                    <a:pt x="18967" y="4013"/>
                  </a:cubicBezTo>
                  <a:lnTo>
                    <a:pt x="18967" y="4013"/>
                  </a:lnTo>
                  <a:cubicBezTo>
                    <a:pt x="19063" y="4109"/>
                    <a:pt x="19178" y="4223"/>
                    <a:pt x="19326" y="4223"/>
                  </a:cubicBezTo>
                  <a:cubicBezTo>
                    <a:pt x="19366" y="4223"/>
                    <a:pt x="19408" y="4215"/>
                    <a:pt x="19454" y="4195"/>
                  </a:cubicBezTo>
                  <a:lnTo>
                    <a:pt x="19454" y="4195"/>
                  </a:lnTo>
                  <a:lnTo>
                    <a:pt x="19332" y="4651"/>
                  </a:lnTo>
                  <a:cubicBezTo>
                    <a:pt x="19545" y="4499"/>
                    <a:pt x="19758" y="4378"/>
                    <a:pt x="19940" y="4256"/>
                  </a:cubicBezTo>
                  <a:lnTo>
                    <a:pt x="19940" y="4256"/>
                  </a:lnTo>
                  <a:cubicBezTo>
                    <a:pt x="20062" y="4651"/>
                    <a:pt x="20062" y="4803"/>
                    <a:pt x="19697" y="5016"/>
                  </a:cubicBezTo>
                  <a:cubicBezTo>
                    <a:pt x="19979" y="4937"/>
                    <a:pt x="20118" y="4921"/>
                    <a:pt x="20218" y="4921"/>
                  </a:cubicBezTo>
                  <a:cubicBezTo>
                    <a:pt x="20288" y="4921"/>
                    <a:pt x="20338" y="4929"/>
                    <a:pt x="20403" y="4929"/>
                  </a:cubicBezTo>
                  <a:cubicBezTo>
                    <a:pt x="20497" y="4929"/>
                    <a:pt x="20623" y="4912"/>
                    <a:pt x="20882" y="4834"/>
                  </a:cubicBezTo>
                  <a:lnTo>
                    <a:pt x="20882" y="4834"/>
                  </a:lnTo>
                  <a:lnTo>
                    <a:pt x="20730" y="5077"/>
                  </a:lnTo>
                  <a:cubicBezTo>
                    <a:pt x="20755" y="5087"/>
                    <a:pt x="20788" y="5090"/>
                    <a:pt x="20826" y="5090"/>
                  </a:cubicBezTo>
                  <a:cubicBezTo>
                    <a:pt x="20911" y="5090"/>
                    <a:pt x="21019" y="5072"/>
                    <a:pt x="21112" y="5072"/>
                  </a:cubicBezTo>
                  <a:cubicBezTo>
                    <a:pt x="21230" y="5072"/>
                    <a:pt x="21322" y="5101"/>
                    <a:pt x="21308" y="5229"/>
                  </a:cubicBezTo>
                  <a:cubicBezTo>
                    <a:pt x="21338" y="5897"/>
                    <a:pt x="22949" y="6353"/>
                    <a:pt x="23405" y="7417"/>
                  </a:cubicBezTo>
                  <a:cubicBezTo>
                    <a:pt x="23499" y="7223"/>
                    <a:pt x="23555" y="7153"/>
                    <a:pt x="23592" y="7153"/>
                  </a:cubicBezTo>
                  <a:cubicBezTo>
                    <a:pt x="23687" y="7153"/>
                    <a:pt x="23658" y="7614"/>
                    <a:pt x="23818" y="7614"/>
                  </a:cubicBezTo>
                  <a:cubicBezTo>
                    <a:pt x="23859" y="7614"/>
                    <a:pt x="23912" y="7584"/>
                    <a:pt x="23983" y="7508"/>
                  </a:cubicBezTo>
                  <a:lnTo>
                    <a:pt x="23983" y="7508"/>
                  </a:lnTo>
                  <a:cubicBezTo>
                    <a:pt x="23891" y="7691"/>
                    <a:pt x="23922" y="7903"/>
                    <a:pt x="23679" y="7903"/>
                  </a:cubicBezTo>
                  <a:cubicBezTo>
                    <a:pt x="24143" y="8058"/>
                    <a:pt x="24082" y="8497"/>
                    <a:pt x="24442" y="8497"/>
                  </a:cubicBezTo>
                  <a:cubicBezTo>
                    <a:pt x="24507" y="8497"/>
                    <a:pt x="24585" y="8483"/>
                    <a:pt x="24682" y="8451"/>
                  </a:cubicBezTo>
                  <a:lnTo>
                    <a:pt x="24682" y="8451"/>
                  </a:lnTo>
                  <a:cubicBezTo>
                    <a:pt x="24591" y="8663"/>
                    <a:pt x="24408" y="8603"/>
                    <a:pt x="24347" y="8724"/>
                  </a:cubicBezTo>
                  <a:cubicBezTo>
                    <a:pt x="24408" y="8724"/>
                    <a:pt x="24591" y="8724"/>
                    <a:pt x="24530" y="8846"/>
                  </a:cubicBezTo>
                  <a:cubicBezTo>
                    <a:pt x="24509" y="8927"/>
                    <a:pt x="24449" y="8927"/>
                    <a:pt x="24374" y="8927"/>
                  </a:cubicBezTo>
                  <a:lnTo>
                    <a:pt x="24374" y="8927"/>
                  </a:lnTo>
                  <a:cubicBezTo>
                    <a:pt x="24337" y="8927"/>
                    <a:pt x="24297" y="8927"/>
                    <a:pt x="24256" y="8937"/>
                  </a:cubicBezTo>
                  <a:cubicBezTo>
                    <a:pt x="24347" y="9012"/>
                    <a:pt x="24445" y="9045"/>
                    <a:pt x="24548" y="9045"/>
                  </a:cubicBezTo>
                  <a:cubicBezTo>
                    <a:pt x="24860" y="9045"/>
                    <a:pt x="25220" y="8748"/>
                    <a:pt x="25563" y="8451"/>
                  </a:cubicBezTo>
                  <a:cubicBezTo>
                    <a:pt x="25563" y="8715"/>
                    <a:pt x="25611" y="8836"/>
                    <a:pt x="25800" y="8836"/>
                  </a:cubicBezTo>
                  <a:cubicBezTo>
                    <a:pt x="25871" y="8836"/>
                    <a:pt x="25963" y="8818"/>
                    <a:pt x="26080" y="8785"/>
                  </a:cubicBezTo>
                  <a:lnTo>
                    <a:pt x="26080" y="8785"/>
                  </a:lnTo>
                  <a:cubicBezTo>
                    <a:pt x="26012" y="8920"/>
                    <a:pt x="25978" y="9106"/>
                    <a:pt x="25866" y="9106"/>
                  </a:cubicBezTo>
                  <a:cubicBezTo>
                    <a:pt x="25827" y="9106"/>
                    <a:pt x="25778" y="9083"/>
                    <a:pt x="25715" y="9028"/>
                  </a:cubicBezTo>
                  <a:lnTo>
                    <a:pt x="25715" y="9028"/>
                  </a:lnTo>
                  <a:cubicBezTo>
                    <a:pt x="25806" y="9210"/>
                    <a:pt x="25898" y="9393"/>
                    <a:pt x="26050" y="9545"/>
                  </a:cubicBezTo>
                  <a:cubicBezTo>
                    <a:pt x="26137" y="9698"/>
                    <a:pt x="26256" y="9819"/>
                    <a:pt x="26394" y="9819"/>
                  </a:cubicBezTo>
                  <a:cubicBezTo>
                    <a:pt x="26449" y="9819"/>
                    <a:pt x="26506" y="9800"/>
                    <a:pt x="26566" y="9758"/>
                  </a:cubicBezTo>
                  <a:lnTo>
                    <a:pt x="26566" y="9758"/>
                  </a:lnTo>
                  <a:cubicBezTo>
                    <a:pt x="26505" y="9879"/>
                    <a:pt x="26688" y="9970"/>
                    <a:pt x="26749" y="10001"/>
                  </a:cubicBezTo>
                  <a:cubicBezTo>
                    <a:pt x="26870" y="10244"/>
                    <a:pt x="26992" y="10457"/>
                    <a:pt x="27174" y="10669"/>
                  </a:cubicBezTo>
                  <a:cubicBezTo>
                    <a:pt x="27174" y="10639"/>
                    <a:pt x="27174" y="10609"/>
                    <a:pt x="27174" y="10548"/>
                  </a:cubicBezTo>
                  <a:cubicBezTo>
                    <a:pt x="27264" y="10524"/>
                    <a:pt x="27331" y="10514"/>
                    <a:pt x="27382" y="10514"/>
                  </a:cubicBezTo>
                  <a:cubicBezTo>
                    <a:pt x="27661" y="10514"/>
                    <a:pt x="27450" y="10824"/>
                    <a:pt x="27630" y="11004"/>
                  </a:cubicBezTo>
                  <a:lnTo>
                    <a:pt x="27569" y="11004"/>
                  </a:lnTo>
                  <a:cubicBezTo>
                    <a:pt x="27539" y="11399"/>
                    <a:pt x="27569" y="11460"/>
                    <a:pt x="27630" y="11490"/>
                  </a:cubicBezTo>
                  <a:cubicBezTo>
                    <a:pt x="27721" y="11551"/>
                    <a:pt x="27812" y="11612"/>
                    <a:pt x="27600" y="11976"/>
                  </a:cubicBezTo>
                  <a:lnTo>
                    <a:pt x="27934" y="11855"/>
                  </a:lnTo>
                  <a:cubicBezTo>
                    <a:pt x="27963" y="11853"/>
                    <a:pt x="27990" y="11852"/>
                    <a:pt x="28014" y="11852"/>
                  </a:cubicBezTo>
                  <a:cubicBezTo>
                    <a:pt x="28316" y="11852"/>
                    <a:pt x="28229" y="12023"/>
                    <a:pt x="28116" y="12220"/>
                  </a:cubicBezTo>
                  <a:cubicBezTo>
                    <a:pt x="27964" y="12432"/>
                    <a:pt x="27721" y="12645"/>
                    <a:pt x="27873" y="12828"/>
                  </a:cubicBezTo>
                  <a:lnTo>
                    <a:pt x="28086" y="12706"/>
                  </a:lnTo>
                  <a:lnTo>
                    <a:pt x="28086" y="12706"/>
                  </a:lnTo>
                  <a:cubicBezTo>
                    <a:pt x="28208" y="12797"/>
                    <a:pt x="27934" y="12980"/>
                    <a:pt x="27630" y="13071"/>
                  </a:cubicBezTo>
                  <a:cubicBezTo>
                    <a:pt x="27387" y="13162"/>
                    <a:pt x="27113" y="13253"/>
                    <a:pt x="26870" y="13375"/>
                  </a:cubicBezTo>
                  <a:cubicBezTo>
                    <a:pt x="26864" y="13378"/>
                    <a:pt x="26857" y="13379"/>
                    <a:pt x="26852" y="13379"/>
                  </a:cubicBezTo>
                  <a:cubicBezTo>
                    <a:pt x="26803" y="13379"/>
                    <a:pt x="26776" y="13277"/>
                    <a:pt x="26749" y="13223"/>
                  </a:cubicBezTo>
                  <a:lnTo>
                    <a:pt x="26749" y="13223"/>
                  </a:lnTo>
                  <a:cubicBezTo>
                    <a:pt x="26232" y="13648"/>
                    <a:pt x="27205" y="13344"/>
                    <a:pt x="27265" y="13770"/>
                  </a:cubicBezTo>
                  <a:cubicBezTo>
                    <a:pt x="27083" y="13770"/>
                    <a:pt x="26860" y="13675"/>
                    <a:pt x="26705" y="13675"/>
                  </a:cubicBezTo>
                  <a:cubicBezTo>
                    <a:pt x="26627" y="13675"/>
                    <a:pt x="26566" y="13699"/>
                    <a:pt x="26536" y="13770"/>
                  </a:cubicBezTo>
                  <a:cubicBezTo>
                    <a:pt x="26293" y="13800"/>
                    <a:pt x="27144" y="14742"/>
                    <a:pt x="26505" y="14955"/>
                  </a:cubicBezTo>
                  <a:cubicBezTo>
                    <a:pt x="26548" y="14955"/>
                    <a:pt x="26592" y="14954"/>
                    <a:pt x="26635" y="14954"/>
                  </a:cubicBezTo>
                  <a:cubicBezTo>
                    <a:pt x="26808" y="14954"/>
                    <a:pt x="26974" y="14973"/>
                    <a:pt x="27022" y="15168"/>
                  </a:cubicBezTo>
                  <a:cubicBezTo>
                    <a:pt x="26961" y="15502"/>
                    <a:pt x="26019" y="15654"/>
                    <a:pt x="26445" y="16171"/>
                  </a:cubicBezTo>
                  <a:cubicBezTo>
                    <a:pt x="26414" y="16186"/>
                    <a:pt x="26384" y="16194"/>
                    <a:pt x="26357" y="16194"/>
                  </a:cubicBezTo>
                  <a:cubicBezTo>
                    <a:pt x="26331" y="16194"/>
                    <a:pt x="26308" y="16186"/>
                    <a:pt x="26293" y="16171"/>
                  </a:cubicBezTo>
                  <a:lnTo>
                    <a:pt x="26293" y="16171"/>
                  </a:lnTo>
                  <a:cubicBezTo>
                    <a:pt x="26323" y="16475"/>
                    <a:pt x="26141" y="16992"/>
                    <a:pt x="26384" y="17326"/>
                  </a:cubicBezTo>
                  <a:cubicBezTo>
                    <a:pt x="26273" y="17286"/>
                    <a:pt x="26181" y="17269"/>
                    <a:pt x="26103" y="17269"/>
                  </a:cubicBezTo>
                  <a:cubicBezTo>
                    <a:pt x="25454" y="17269"/>
                    <a:pt x="25835" y="18501"/>
                    <a:pt x="25398" y="18501"/>
                  </a:cubicBezTo>
                  <a:cubicBezTo>
                    <a:pt x="25326" y="18501"/>
                    <a:pt x="25232" y="18468"/>
                    <a:pt x="25107" y="18390"/>
                  </a:cubicBezTo>
                  <a:lnTo>
                    <a:pt x="24712" y="19089"/>
                  </a:lnTo>
                  <a:lnTo>
                    <a:pt x="24651" y="18998"/>
                  </a:lnTo>
                  <a:cubicBezTo>
                    <a:pt x="24378" y="19271"/>
                    <a:pt x="24347" y="19667"/>
                    <a:pt x="24530" y="19971"/>
                  </a:cubicBezTo>
                  <a:cubicBezTo>
                    <a:pt x="24510" y="19981"/>
                    <a:pt x="24492" y="19985"/>
                    <a:pt x="24477" y="19985"/>
                  </a:cubicBezTo>
                  <a:cubicBezTo>
                    <a:pt x="24397" y="19985"/>
                    <a:pt x="24368" y="19874"/>
                    <a:pt x="24317" y="19849"/>
                  </a:cubicBezTo>
                  <a:cubicBezTo>
                    <a:pt x="23709" y="20335"/>
                    <a:pt x="23709" y="20396"/>
                    <a:pt x="23800" y="21247"/>
                  </a:cubicBezTo>
                  <a:lnTo>
                    <a:pt x="23466" y="21065"/>
                  </a:lnTo>
                  <a:lnTo>
                    <a:pt x="23466" y="21065"/>
                  </a:lnTo>
                  <a:cubicBezTo>
                    <a:pt x="23527" y="21338"/>
                    <a:pt x="22341" y="21582"/>
                    <a:pt x="22220" y="22433"/>
                  </a:cubicBezTo>
                  <a:cubicBezTo>
                    <a:pt x="22159" y="22372"/>
                    <a:pt x="22128" y="22311"/>
                    <a:pt x="22128" y="22250"/>
                  </a:cubicBezTo>
                  <a:cubicBezTo>
                    <a:pt x="21977" y="23192"/>
                    <a:pt x="20092" y="23192"/>
                    <a:pt x="20943" y="24256"/>
                  </a:cubicBezTo>
                  <a:lnTo>
                    <a:pt x="20852" y="24925"/>
                  </a:lnTo>
                  <a:cubicBezTo>
                    <a:pt x="20968" y="24815"/>
                    <a:pt x="21051" y="24773"/>
                    <a:pt x="21114" y="24773"/>
                  </a:cubicBezTo>
                  <a:cubicBezTo>
                    <a:pt x="21334" y="24773"/>
                    <a:pt x="21305" y="25296"/>
                    <a:pt x="21561" y="25296"/>
                  </a:cubicBezTo>
                  <a:cubicBezTo>
                    <a:pt x="21577" y="25296"/>
                    <a:pt x="21594" y="25294"/>
                    <a:pt x="21612" y="25290"/>
                  </a:cubicBezTo>
                  <a:lnTo>
                    <a:pt x="21612" y="25290"/>
                  </a:lnTo>
                  <a:cubicBezTo>
                    <a:pt x="21548" y="25418"/>
                    <a:pt x="21340" y="25496"/>
                    <a:pt x="21180" y="25496"/>
                  </a:cubicBezTo>
                  <a:cubicBezTo>
                    <a:pt x="21037" y="25496"/>
                    <a:pt x="20932" y="25433"/>
                    <a:pt x="21004" y="25290"/>
                  </a:cubicBezTo>
                  <a:lnTo>
                    <a:pt x="21095" y="25290"/>
                  </a:lnTo>
                  <a:cubicBezTo>
                    <a:pt x="20992" y="25174"/>
                    <a:pt x="20899" y="25130"/>
                    <a:pt x="20812" y="25130"/>
                  </a:cubicBezTo>
                  <a:cubicBezTo>
                    <a:pt x="20547" y="25130"/>
                    <a:pt x="20343" y="25539"/>
                    <a:pt x="20120" y="25539"/>
                  </a:cubicBezTo>
                  <a:cubicBezTo>
                    <a:pt x="20071" y="25539"/>
                    <a:pt x="20022" y="25519"/>
                    <a:pt x="19970" y="25472"/>
                  </a:cubicBezTo>
                  <a:cubicBezTo>
                    <a:pt x="19636" y="25898"/>
                    <a:pt x="19180" y="26232"/>
                    <a:pt x="18663" y="26414"/>
                  </a:cubicBezTo>
                  <a:cubicBezTo>
                    <a:pt x="18344" y="26483"/>
                    <a:pt x="18008" y="26517"/>
                    <a:pt x="17667" y="26517"/>
                  </a:cubicBezTo>
                  <a:cubicBezTo>
                    <a:pt x="17554" y="26517"/>
                    <a:pt x="17440" y="26513"/>
                    <a:pt x="17326" y="26506"/>
                  </a:cubicBezTo>
                  <a:lnTo>
                    <a:pt x="17326" y="26506"/>
                  </a:lnTo>
                  <a:lnTo>
                    <a:pt x="17478" y="27022"/>
                  </a:lnTo>
                  <a:lnTo>
                    <a:pt x="17083" y="27022"/>
                  </a:lnTo>
                  <a:cubicBezTo>
                    <a:pt x="16992" y="26870"/>
                    <a:pt x="16961" y="26597"/>
                    <a:pt x="17235" y="26597"/>
                  </a:cubicBezTo>
                  <a:cubicBezTo>
                    <a:pt x="17209" y="26533"/>
                    <a:pt x="17174" y="26506"/>
                    <a:pt x="17134" y="26506"/>
                  </a:cubicBezTo>
                  <a:cubicBezTo>
                    <a:pt x="16986" y="26506"/>
                    <a:pt x="16772" y="26872"/>
                    <a:pt x="16748" y="26992"/>
                  </a:cubicBezTo>
                  <a:cubicBezTo>
                    <a:pt x="16171" y="26718"/>
                    <a:pt x="17022" y="26354"/>
                    <a:pt x="16840" y="26323"/>
                  </a:cubicBezTo>
                  <a:lnTo>
                    <a:pt x="16840" y="26323"/>
                  </a:lnTo>
                  <a:lnTo>
                    <a:pt x="16596" y="26354"/>
                  </a:lnTo>
                  <a:lnTo>
                    <a:pt x="16627" y="26445"/>
                  </a:lnTo>
                  <a:cubicBezTo>
                    <a:pt x="16464" y="26608"/>
                    <a:pt x="16398" y="26819"/>
                    <a:pt x="16126" y="26819"/>
                  </a:cubicBezTo>
                  <a:cubicBezTo>
                    <a:pt x="16093" y="26819"/>
                    <a:pt x="16058" y="26816"/>
                    <a:pt x="16019" y="26810"/>
                  </a:cubicBezTo>
                  <a:cubicBezTo>
                    <a:pt x="15806" y="26688"/>
                    <a:pt x="15928" y="26475"/>
                    <a:pt x="15837" y="26445"/>
                  </a:cubicBezTo>
                  <a:cubicBezTo>
                    <a:pt x="15837" y="26384"/>
                    <a:pt x="15837" y="26384"/>
                    <a:pt x="15715" y="26384"/>
                  </a:cubicBezTo>
                  <a:lnTo>
                    <a:pt x="15168" y="26293"/>
                  </a:lnTo>
                  <a:lnTo>
                    <a:pt x="15320" y="26749"/>
                  </a:lnTo>
                  <a:cubicBezTo>
                    <a:pt x="15047" y="26930"/>
                    <a:pt x="14805" y="26660"/>
                    <a:pt x="14983" y="27168"/>
                  </a:cubicBezTo>
                  <a:lnTo>
                    <a:pt x="14983" y="27168"/>
                  </a:lnTo>
                  <a:cubicBezTo>
                    <a:pt x="14703" y="26385"/>
                    <a:pt x="12949" y="26566"/>
                    <a:pt x="12767" y="26293"/>
                  </a:cubicBezTo>
                  <a:cubicBezTo>
                    <a:pt x="12584" y="26384"/>
                    <a:pt x="12387" y="26430"/>
                    <a:pt x="12189" y="26430"/>
                  </a:cubicBezTo>
                  <a:cubicBezTo>
                    <a:pt x="11992" y="26430"/>
                    <a:pt x="11794" y="26384"/>
                    <a:pt x="11612" y="26293"/>
                  </a:cubicBezTo>
                  <a:lnTo>
                    <a:pt x="11612" y="26293"/>
                  </a:lnTo>
                  <a:cubicBezTo>
                    <a:pt x="11691" y="26398"/>
                    <a:pt x="11655" y="26778"/>
                    <a:pt x="11427" y="26778"/>
                  </a:cubicBezTo>
                  <a:cubicBezTo>
                    <a:pt x="11392" y="26778"/>
                    <a:pt x="11352" y="26769"/>
                    <a:pt x="11308" y="26749"/>
                  </a:cubicBezTo>
                  <a:cubicBezTo>
                    <a:pt x="11663" y="25860"/>
                    <a:pt x="10777" y="26155"/>
                    <a:pt x="10648" y="25468"/>
                  </a:cubicBezTo>
                  <a:lnTo>
                    <a:pt x="10648" y="25468"/>
                  </a:lnTo>
                  <a:cubicBezTo>
                    <a:pt x="10655" y="25594"/>
                    <a:pt x="10557" y="25622"/>
                    <a:pt x="10426" y="25622"/>
                  </a:cubicBezTo>
                  <a:cubicBezTo>
                    <a:pt x="10324" y="25622"/>
                    <a:pt x="10202" y="25605"/>
                    <a:pt x="10092" y="25605"/>
                  </a:cubicBezTo>
                  <a:cubicBezTo>
                    <a:pt x="9888" y="25605"/>
                    <a:pt x="9727" y="25662"/>
                    <a:pt x="9818" y="25989"/>
                  </a:cubicBezTo>
                  <a:cubicBezTo>
                    <a:pt x="9545" y="25837"/>
                    <a:pt x="9909" y="25624"/>
                    <a:pt x="9757" y="25351"/>
                  </a:cubicBezTo>
                  <a:lnTo>
                    <a:pt x="9757" y="25351"/>
                  </a:lnTo>
                  <a:cubicBezTo>
                    <a:pt x="9693" y="25363"/>
                    <a:pt x="9629" y="25368"/>
                    <a:pt x="9566" y="25368"/>
                  </a:cubicBezTo>
                  <a:cubicBezTo>
                    <a:pt x="8830" y="25368"/>
                    <a:pt x="8201" y="24607"/>
                    <a:pt x="7417" y="24439"/>
                  </a:cubicBezTo>
                  <a:cubicBezTo>
                    <a:pt x="7356" y="24560"/>
                    <a:pt x="7417" y="24834"/>
                    <a:pt x="7174" y="24925"/>
                  </a:cubicBezTo>
                  <a:lnTo>
                    <a:pt x="6961" y="24135"/>
                  </a:lnTo>
                  <a:cubicBezTo>
                    <a:pt x="6833" y="24135"/>
                    <a:pt x="6676" y="24448"/>
                    <a:pt x="6541" y="24448"/>
                  </a:cubicBezTo>
                  <a:cubicBezTo>
                    <a:pt x="6483" y="24448"/>
                    <a:pt x="6429" y="24390"/>
                    <a:pt x="6384" y="24226"/>
                  </a:cubicBezTo>
                  <a:cubicBezTo>
                    <a:pt x="6384" y="24348"/>
                    <a:pt x="6384" y="24530"/>
                    <a:pt x="6262" y="24530"/>
                  </a:cubicBezTo>
                  <a:cubicBezTo>
                    <a:pt x="5624" y="23952"/>
                    <a:pt x="4803" y="23679"/>
                    <a:pt x="4013" y="23375"/>
                  </a:cubicBezTo>
                  <a:cubicBezTo>
                    <a:pt x="3222" y="23071"/>
                    <a:pt x="2554" y="22706"/>
                    <a:pt x="2736" y="22098"/>
                  </a:cubicBezTo>
                  <a:cubicBezTo>
                    <a:pt x="2736" y="22007"/>
                    <a:pt x="2797" y="21946"/>
                    <a:pt x="2827" y="21855"/>
                  </a:cubicBezTo>
                  <a:lnTo>
                    <a:pt x="2827" y="21855"/>
                  </a:lnTo>
                  <a:cubicBezTo>
                    <a:pt x="2727" y="21972"/>
                    <a:pt x="2663" y="22016"/>
                    <a:pt x="2621" y="22016"/>
                  </a:cubicBezTo>
                  <a:cubicBezTo>
                    <a:pt x="2587" y="22016"/>
                    <a:pt x="2567" y="21987"/>
                    <a:pt x="2554" y="21946"/>
                  </a:cubicBezTo>
                  <a:cubicBezTo>
                    <a:pt x="2523" y="22007"/>
                    <a:pt x="2250" y="22068"/>
                    <a:pt x="2098" y="22129"/>
                  </a:cubicBezTo>
                  <a:cubicBezTo>
                    <a:pt x="2189" y="21916"/>
                    <a:pt x="2310" y="21733"/>
                    <a:pt x="2432" y="21521"/>
                  </a:cubicBezTo>
                  <a:cubicBezTo>
                    <a:pt x="1915" y="21521"/>
                    <a:pt x="2341" y="20882"/>
                    <a:pt x="1885" y="20822"/>
                  </a:cubicBezTo>
                  <a:lnTo>
                    <a:pt x="1885" y="20822"/>
                  </a:lnTo>
                  <a:lnTo>
                    <a:pt x="1976" y="21034"/>
                  </a:lnTo>
                  <a:cubicBezTo>
                    <a:pt x="1884" y="20986"/>
                    <a:pt x="1789" y="20965"/>
                    <a:pt x="1694" y="20965"/>
                  </a:cubicBezTo>
                  <a:cubicBezTo>
                    <a:pt x="1192" y="20965"/>
                    <a:pt x="648" y="21530"/>
                    <a:pt x="61" y="21582"/>
                  </a:cubicBezTo>
                  <a:cubicBezTo>
                    <a:pt x="365" y="21764"/>
                    <a:pt x="213" y="22007"/>
                    <a:pt x="92" y="22402"/>
                  </a:cubicBezTo>
                  <a:cubicBezTo>
                    <a:pt x="0" y="22797"/>
                    <a:pt x="0" y="23284"/>
                    <a:pt x="487" y="23466"/>
                  </a:cubicBezTo>
                  <a:cubicBezTo>
                    <a:pt x="517" y="23496"/>
                    <a:pt x="578" y="23496"/>
                    <a:pt x="639" y="23496"/>
                  </a:cubicBezTo>
                  <a:cubicBezTo>
                    <a:pt x="627" y="23594"/>
                    <a:pt x="576" y="23613"/>
                    <a:pt x="513" y="23613"/>
                  </a:cubicBezTo>
                  <a:cubicBezTo>
                    <a:pt x="471" y="23613"/>
                    <a:pt x="424" y="23605"/>
                    <a:pt x="380" y="23605"/>
                  </a:cubicBezTo>
                  <a:cubicBezTo>
                    <a:pt x="325" y="23605"/>
                    <a:pt x="274" y="23618"/>
                    <a:pt x="244" y="23679"/>
                  </a:cubicBezTo>
                  <a:cubicBezTo>
                    <a:pt x="639" y="23679"/>
                    <a:pt x="821" y="23861"/>
                    <a:pt x="1034" y="24256"/>
                  </a:cubicBezTo>
                  <a:lnTo>
                    <a:pt x="943" y="24287"/>
                  </a:lnTo>
                  <a:cubicBezTo>
                    <a:pt x="1490" y="24743"/>
                    <a:pt x="1794" y="24986"/>
                    <a:pt x="2128" y="25259"/>
                  </a:cubicBezTo>
                  <a:cubicBezTo>
                    <a:pt x="2462" y="25594"/>
                    <a:pt x="2827" y="25898"/>
                    <a:pt x="3222" y="26171"/>
                  </a:cubicBezTo>
                  <a:lnTo>
                    <a:pt x="3283" y="25807"/>
                  </a:lnTo>
                  <a:cubicBezTo>
                    <a:pt x="3496" y="25958"/>
                    <a:pt x="3496" y="26080"/>
                    <a:pt x="3557" y="26202"/>
                  </a:cubicBezTo>
                  <a:cubicBezTo>
                    <a:pt x="4043" y="25807"/>
                    <a:pt x="2949" y="25867"/>
                    <a:pt x="3435" y="25442"/>
                  </a:cubicBezTo>
                  <a:lnTo>
                    <a:pt x="3435" y="25442"/>
                  </a:lnTo>
                  <a:cubicBezTo>
                    <a:pt x="3435" y="26262"/>
                    <a:pt x="4955" y="26141"/>
                    <a:pt x="4833" y="26962"/>
                  </a:cubicBezTo>
                  <a:cubicBezTo>
                    <a:pt x="4878" y="26980"/>
                    <a:pt x="4913" y="26988"/>
                    <a:pt x="4940" y="26988"/>
                  </a:cubicBezTo>
                  <a:cubicBezTo>
                    <a:pt x="5110" y="26988"/>
                    <a:pt x="4976" y="26670"/>
                    <a:pt x="5145" y="26670"/>
                  </a:cubicBezTo>
                  <a:cubicBezTo>
                    <a:pt x="5167" y="26670"/>
                    <a:pt x="5195" y="26676"/>
                    <a:pt x="5228" y="26688"/>
                  </a:cubicBezTo>
                  <a:lnTo>
                    <a:pt x="5228" y="26931"/>
                  </a:lnTo>
                  <a:lnTo>
                    <a:pt x="5411" y="26718"/>
                  </a:lnTo>
                  <a:cubicBezTo>
                    <a:pt x="5593" y="26870"/>
                    <a:pt x="5654" y="27114"/>
                    <a:pt x="5593" y="27326"/>
                  </a:cubicBezTo>
                  <a:cubicBezTo>
                    <a:pt x="5571" y="27304"/>
                    <a:pt x="5540" y="27298"/>
                    <a:pt x="5507" y="27298"/>
                  </a:cubicBezTo>
                  <a:cubicBezTo>
                    <a:pt x="5471" y="27298"/>
                    <a:pt x="5432" y="27305"/>
                    <a:pt x="5399" y="27305"/>
                  </a:cubicBezTo>
                  <a:cubicBezTo>
                    <a:pt x="5381" y="27305"/>
                    <a:pt x="5364" y="27303"/>
                    <a:pt x="5350" y="27296"/>
                  </a:cubicBezTo>
                  <a:lnTo>
                    <a:pt x="5350" y="27296"/>
                  </a:lnTo>
                  <a:cubicBezTo>
                    <a:pt x="5523" y="27671"/>
                    <a:pt x="6133" y="27553"/>
                    <a:pt x="6274" y="27644"/>
                  </a:cubicBezTo>
                  <a:lnTo>
                    <a:pt x="6274" y="27644"/>
                  </a:lnTo>
                  <a:lnTo>
                    <a:pt x="5988" y="27387"/>
                  </a:lnTo>
                  <a:lnTo>
                    <a:pt x="5988" y="27387"/>
                  </a:lnTo>
                  <a:cubicBezTo>
                    <a:pt x="6900" y="27548"/>
                    <a:pt x="7858" y="28087"/>
                    <a:pt x="8802" y="28087"/>
                  </a:cubicBezTo>
                  <a:cubicBezTo>
                    <a:pt x="8928" y="28087"/>
                    <a:pt x="9054" y="28077"/>
                    <a:pt x="9180" y="28056"/>
                  </a:cubicBezTo>
                  <a:lnTo>
                    <a:pt x="9150" y="27873"/>
                  </a:lnTo>
                  <a:cubicBezTo>
                    <a:pt x="9221" y="27865"/>
                    <a:pt x="9284" y="27861"/>
                    <a:pt x="9339" y="27861"/>
                  </a:cubicBezTo>
                  <a:cubicBezTo>
                    <a:pt x="9899" y="27861"/>
                    <a:pt x="9740" y="28244"/>
                    <a:pt x="10487" y="28299"/>
                  </a:cubicBezTo>
                  <a:lnTo>
                    <a:pt x="10457" y="28329"/>
                  </a:lnTo>
                  <a:cubicBezTo>
                    <a:pt x="10578" y="28248"/>
                    <a:pt x="10727" y="28208"/>
                    <a:pt x="10875" y="28208"/>
                  </a:cubicBezTo>
                  <a:cubicBezTo>
                    <a:pt x="10950" y="28208"/>
                    <a:pt x="11024" y="28218"/>
                    <a:pt x="11095" y="28238"/>
                  </a:cubicBezTo>
                  <a:cubicBezTo>
                    <a:pt x="10852" y="28390"/>
                    <a:pt x="11399" y="28694"/>
                    <a:pt x="11095" y="28846"/>
                  </a:cubicBezTo>
                  <a:cubicBezTo>
                    <a:pt x="11946" y="28694"/>
                    <a:pt x="11520" y="28664"/>
                    <a:pt x="12189" y="28177"/>
                  </a:cubicBezTo>
                  <a:lnTo>
                    <a:pt x="12250" y="28481"/>
                  </a:lnTo>
                  <a:cubicBezTo>
                    <a:pt x="12463" y="28269"/>
                    <a:pt x="12493" y="28147"/>
                    <a:pt x="12919" y="28147"/>
                  </a:cubicBezTo>
                  <a:cubicBezTo>
                    <a:pt x="12523" y="28329"/>
                    <a:pt x="13101" y="28603"/>
                    <a:pt x="12675" y="28846"/>
                  </a:cubicBezTo>
                  <a:cubicBezTo>
                    <a:pt x="12881" y="29060"/>
                    <a:pt x="13076" y="29122"/>
                    <a:pt x="13257" y="29122"/>
                  </a:cubicBezTo>
                  <a:cubicBezTo>
                    <a:pt x="13508" y="29122"/>
                    <a:pt x="13731" y="29001"/>
                    <a:pt x="13909" y="29001"/>
                  </a:cubicBezTo>
                  <a:cubicBezTo>
                    <a:pt x="14058" y="29001"/>
                    <a:pt x="14177" y="29085"/>
                    <a:pt x="14256" y="29393"/>
                  </a:cubicBezTo>
                  <a:cubicBezTo>
                    <a:pt x="14773" y="28694"/>
                    <a:pt x="13587" y="28876"/>
                    <a:pt x="13830" y="28724"/>
                  </a:cubicBezTo>
                  <a:cubicBezTo>
                    <a:pt x="13731" y="28501"/>
                    <a:pt x="14079" y="28297"/>
                    <a:pt x="14342" y="28297"/>
                  </a:cubicBezTo>
                  <a:cubicBezTo>
                    <a:pt x="14401" y="28297"/>
                    <a:pt x="14455" y="28307"/>
                    <a:pt x="14499" y="28329"/>
                  </a:cubicBezTo>
                  <a:cubicBezTo>
                    <a:pt x="14742" y="28390"/>
                    <a:pt x="14803" y="29363"/>
                    <a:pt x="15502" y="29424"/>
                  </a:cubicBezTo>
                  <a:cubicBezTo>
                    <a:pt x="15454" y="29424"/>
                    <a:pt x="15424" y="29462"/>
                    <a:pt x="15384" y="29462"/>
                  </a:cubicBezTo>
                  <a:cubicBezTo>
                    <a:pt x="15373" y="29462"/>
                    <a:pt x="15362" y="29460"/>
                    <a:pt x="15350" y="29454"/>
                  </a:cubicBezTo>
                  <a:lnTo>
                    <a:pt x="15350" y="29454"/>
                  </a:lnTo>
                  <a:cubicBezTo>
                    <a:pt x="15410" y="29514"/>
                    <a:pt x="15474" y="29533"/>
                    <a:pt x="15541" y="29533"/>
                  </a:cubicBezTo>
                  <a:cubicBezTo>
                    <a:pt x="15660" y="29533"/>
                    <a:pt x="15788" y="29472"/>
                    <a:pt x="15920" y="29472"/>
                  </a:cubicBezTo>
                  <a:cubicBezTo>
                    <a:pt x="16012" y="29472"/>
                    <a:pt x="16107" y="29502"/>
                    <a:pt x="16201" y="29606"/>
                  </a:cubicBezTo>
                  <a:cubicBezTo>
                    <a:pt x="16295" y="29405"/>
                    <a:pt x="16389" y="29393"/>
                    <a:pt x="16472" y="29393"/>
                  </a:cubicBezTo>
                  <a:cubicBezTo>
                    <a:pt x="16484" y="29393"/>
                    <a:pt x="16495" y="29393"/>
                    <a:pt x="16505" y="29393"/>
                  </a:cubicBezTo>
                  <a:cubicBezTo>
                    <a:pt x="16596" y="29393"/>
                    <a:pt x="16672" y="29378"/>
                    <a:pt x="16718" y="29089"/>
                  </a:cubicBezTo>
                  <a:lnTo>
                    <a:pt x="16718" y="29089"/>
                  </a:lnTo>
                  <a:cubicBezTo>
                    <a:pt x="16505" y="29120"/>
                    <a:pt x="16262" y="29150"/>
                    <a:pt x="16049" y="29180"/>
                  </a:cubicBezTo>
                  <a:cubicBezTo>
                    <a:pt x="16345" y="29057"/>
                    <a:pt x="16662" y="28613"/>
                    <a:pt x="17095" y="28613"/>
                  </a:cubicBezTo>
                  <a:cubicBezTo>
                    <a:pt x="17196" y="28613"/>
                    <a:pt x="17303" y="28637"/>
                    <a:pt x="17417" y="28694"/>
                  </a:cubicBezTo>
                  <a:cubicBezTo>
                    <a:pt x="17326" y="28876"/>
                    <a:pt x="17204" y="28998"/>
                    <a:pt x="17022" y="29089"/>
                  </a:cubicBezTo>
                  <a:cubicBezTo>
                    <a:pt x="17068" y="29135"/>
                    <a:pt x="17113" y="29150"/>
                    <a:pt x="17159" y="29150"/>
                  </a:cubicBezTo>
                  <a:cubicBezTo>
                    <a:pt x="17251" y="29150"/>
                    <a:pt x="17345" y="29089"/>
                    <a:pt x="17445" y="29089"/>
                  </a:cubicBezTo>
                  <a:cubicBezTo>
                    <a:pt x="17495" y="29089"/>
                    <a:pt x="17546" y="29104"/>
                    <a:pt x="17600" y="29150"/>
                  </a:cubicBezTo>
                  <a:cubicBezTo>
                    <a:pt x="17569" y="29758"/>
                    <a:pt x="16718" y="29302"/>
                    <a:pt x="16293" y="29697"/>
                  </a:cubicBezTo>
                  <a:cubicBezTo>
                    <a:pt x="16328" y="29750"/>
                    <a:pt x="16382" y="29769"/>
                    <a:pt x="16444" y="29769"/>
                  </a:cubicBezTo>
                  <a:cubicBezTo>
                    <a:pt x="16589" y="29769"/>
                    <a:pt x="16779" y="29667"/>
                    <a:pt x="16881" y="29667"/>
                  </a:cubicBezTo>
                  <a:cubicBezTo>
                    <a:pt x="16957" y="29667"/>
                    <a:pt x="16984" y="29724"/>
                    <a:pt x="16908" y="29921"/>
                  </a:cubicBezTo>
                  <a:lnTo>
                    <a:pt x="16908" y="29921"/>
                  </a:lnTo>
                  <a:cubicBezTo>
                    <a:pt x="17017" y="29648"/>
                    <a:pt x="17143" y="29590"/>
                    <a:pt x="17295" y="29590"/>
                  </a:cubicBezTo>
                  <a:cubicBezTo>
                    <a:pt x="17352" y="29590"/>
                    <a:pt x="17413" y="29598"/>
                    <a:pt x="17478" y="29606"/>
                  </a:cubicBezTo>
                  <a:cubicBezTo>
                    <a:pt x="17554" y="29629"/>
                    <a:pt x="17630" y="29640"/>
                    <a:pt x="17704" y="29640"/>
                  </a:cubicBezTo>
                  <a:cubicBezTo>
                    <a:pt x="17924" y="29640"/>
                    <a:pt x="18124" y="29538"/>
                    <a:pt x="18238" y="29332"/>
                  </a:cubicBezTo>
                  <a:lnTo>
                    <a:pt x="18238" y="29697"/>
                  </a:lnTo>
                  <a:cubicBezTo>
                    <a:pt x="18329" y="29636"/>
                    <a:pt x="18511" y="29424"/>
                    <a:pt x="18663" y="29393"/>
                  </a:cubicBezTo>
                  <a:lnTo>
                    <a:pt x="18663" y="29393"/>
                  </a:lnTo>
                  <a:cubicBezTo>
                    <a:pt x="18603" y="29576"/>
                    <a:pt x="18511" y="29758"/>
                    <a:pt x="18451" y="29910"/>
                  </a:cubicBezTo>
                  <a:cubicBezTo>
                    <a:pt x="18616" y="29744"/>
                    <a:pt x="18800" y="29726"/>
                    <a:pt x="19017" y="29726"/>
                  </a:cubicBezTo>
                  <a:cubicBezTo>
                    <a:pt x="19078" y="29726"/>
                    <a:pt x="19143" y="29728"/>
                    <a:pt x="19211" y="29728"/>
                  </a:cubicBezTo>
                  <a:cubicBezTo>
                    <a:pt x="19295" y="29756"/>
                    <a:pt x="19383" y="29769"/>
                    <a:pt x="19470" y="29769"/>
                  </a:cubicBezTo>
                  <a:cubicBezTo>
                    <a:pt x="19664" y="29769"/>
                    <a:pt x="19854" y="29701"/>
                    <a:pt x="20001" y="29576"/>
                  </a:cubicBezTo>
                  <a:lnTo>
                    <a:pt x="20001" y="29576"/>
                  </a:lnTo>
                  <a:cubicBezTo>
                    <a:pt x="19770" y="29678"/>
                    <a:pt x="19620" y="29716"/>
                    <a:pt x="19522" y="29716"/>
                  </a:cubicBezTo>
                  <a:cubicBezTo>
                    <a:pt x="19387" y="29716"/>
                    <a:pt x="19350" y="29646"/>
                    <a:pt x="19332" y="29576"/>
                  </a:cubicBezTo>
                  <a:cubicBezTo>
                    <a:pt x="19302" y="29424"/>
                    <a:pt x="19332" y="29241"/>
                    <a:pt x="19089" y="29180"/>
                  </a:cubicBezTo>
                  <a:cubicBezTo>
                    <a:pt x="19354" y="28962"/>
                    <a:pt x="19539" y="28888"/>
                    <a:pt x="19702" y="28888"/>
                  </a:cubicBezTo>
                  <a:cubicBezTo>
                    <a:pt x="19856" y="28888"/>
                    <a:pt x="19990" y="28954"/>
                    <a:pt x="20153" y="29028"/>
                  </a:cubicBezTo>
                  <a:cubicBezTo>
                    <a:pt x="20291" y="29103"/>
                    <a:pt x="20448" y="29140"/>
                    <a:pt x="20605" y="29140"/>
                  </a:cubicBezTo>
                  <a:cubicBezTo>
                    <a:pt x="20895" y="29140"/>
                    <a:pt x="21186" y="29014"/>
                    <a:pt x="21364" y="28761"/>
                  </a:cubicBezTo>
                  <a:lnTo>
                    <a:pt x="21364" y="28761"/>
                  </a:lnTo>
                  <a:cubicBezTo>
                    <a:pt x="21296" y="28855"/>
                    <a:pt x="21108" y="28923"/>
                    <a:pt x="20967" y="28923"/>
                  </a:cubicBezTo>
                  <a:cubicBezTo>
                    <a:pt x="20840" y="28923"/>
                    <a:pt x="20750" y="28867"/>
                    <a:pt x="20821" y="28724"/>
                  </a:cubicBezTo>
                  <a:cubicBezTo>
                    <a:pt x="21095" y="28573"/>
                    <a:pt x="21399" y="28512"/>
                    <a:pt x="21703" y="28512"/>
                  </a:cubicBezTo>
                  <a:cubicBezTo>
                    <a:pt x="22280" y="27843"/>
                    <a:pt x="21369" y="28329"/>
                    <a:pt x="21460" y="27904"/>
                  </a:cubicBezTo>
                  <a:lnTo>
                    <a:pt x="21460" y="27904"/>
                  </a:lnTo>
                  <a:cubicBezTo>
                    <a:pt x="21512" y="27916"/>
                    <a:pt x="21556" y="27922"/>
                    <a:pt x="21592" y="27922"/>
                  </a:cubicBezTo>
                  <a:cubicBezTo>
                    <a:pt x="21913" y="27922"/>
                    <a:pt x="21651" y="27472"/>
                    <a:pt x="21733" y="27144"/>
                  </a:cubicBezTo>
                  <a:lnTo>
                    <a:pt x="21733" y="27144"/>
                  </a:lnTo>
                  <a:lnTo>
                    <a:pt x="22007" y="27387"/>
                  </a:lnTo>
                  <a:cubicBezTo>
                    <a:pt x="22736" y="26901"/>
                    <a:pt x="21581" y="26749"/>
                    <a:pt x="22250" y="26354"/>
                  </a:cubicBezTo>
                  <a:lnTo>
                    <a:pt x="22250" y="26354"/>
                  </a:lnTo>
                  <a:lnTo>
                    <a:pt x="22463" y="26901"/>
                  </a:lnTo>
                  <a:lnTo>
                    <a:pt x="22584" y="26536"/>
                  </a:lnTo>
                  <a:lnTo>
                    <a:pt x="22858" y="26840"/>
                  </a:lnTo>
                  <a:cubicBezTo>
                    <a:pt x="22858" y="26354"/>
                    <a:pt x="22980" y="26323"/>
                    <a:pt x="23314" y="26080"/>
                  </a:cubicBezTo>
                  <a:cubicBezTo>
                    <a:pt x="23010" y="25989"/>
                    <a:pt x="22888" y="25624"/>
                    <a:pt x="23040" y="25351"/>
                  </a:cubicBezTo>
                  <a:cubicBezTo>
                    <a:pt x="23054" y="25349"/>
                    <a:pt x="23067" y="25349"/>
                    <a:pt x="23079" y="25349"/>
                  </a:cubicBezTo>
                  <a:cubicBezTo>
                    <a:pt x="23252" y="25349"/>
                    <a:pt x="23272" y="25467"/>
                    <a:pt x="23320" y="25467"/>
                  </a:cubicBezTo>
                  <a:cubicBezTo>
                    <a:pt x="23351" y="25467"/>
                    <a:pt x="23394" y="25419"/>
                    <a:pt x="23496" y="25259"/>
                  </a:cubicBezTo>
                  <a:lnTo>
                    <a:pt x="23496" y="25259"/>
                  </a:lnTo>
                  <a:cubicBezTo>
                    <a:pt x="23606" y="25479"/>
                    <a:pt x="23716" y="25724"/>
                    <a:pt x="23467" y="25724"/>
                  </a:cubicBezTo>
                  <a:cubicBezTo>
                    <a:pt x="23440" y="25724"/>
                    <a:pt x="23410" y="25721"/>
                    <a:pt x="23375" y="25715"/>
                  </a:cubicBezTo>
                  <a:lnTo>
                    <a:pt x="23375" y="25715"/>
                  </a:lnTo>
                  <a:cubicBezTo>
                    <a:pt x="23436" y="25807"/>
                    <a:pt x="23466" y="25958"/>
                    <a:pt x="23557" y="26019"/>
                  </a:cubicBezTo>
                  <a:cubicBezTo>
                    <a:pt x="23891" y="25989"/>
                    <a:pt x="23983" y="25594"/>
                    <a:pt x="24104" y="25442"/>
                  </a:cubicBezTo>
                  <a:lnTo>
                    <a:pt x="24104" y="25442"/>
                  </a:lnTo>
                  <a:cubicBezTo>
                    <a:pt x="24043" y="25503"/>
                    <a:pt x="23983" y="25533"/>
                    <a:pt x="23891" y="25533"/>
                  </a:cubicBezTo>
                  <a:lnTo>
                    <a:pt x="23952" y="24682"/>
                  </a:lnTo>
                  <a:cubicBezTo>
                    <a:pt x="24135" y="24682"/>
                    <a:pt x="24165" y="24803"/>
                    <a:pt x="24195" y="24955"/>
                  </a:cubicBezTo>
                  <a:cubicBezTo>
                    <a:pt x="24256" y="24803"/>
                    <a:pt x="24195" y="24651"/>
                    <a:pt x="24287" y="24439"/>
                  </a:cubicBezTo>
                  <a:cubicBezTo>
                    <a:pt x="24499" y="24682"/>
                    <a:pt x="24743" y="24864"/>
                    <a:pt x="24682" y="25168"/>
                  </a:cubicBezTo>
                  <a:lnTo>
                    <a:pt x="24834" y="24439"/>
                  </a:lnTo>
                  <a:cubicBezTo>
                    <a:pt x="24862" y="24453"/>
                    <a:pt x="24905" y="24457"/>
                    <a:pt x="24953" y="24457"/>
                  </a:cubicBezTo>
                  <a:cubicBezTo>
                    <a:pt x="25020" y="24457"/>
                    <a:pt x="25098" y="24449"/>
                    <a:pt x="25167" y="24449"/>
                  </a:cubicBezTo>
                  <a:cubicBezTo>
                    <a:pt x="25260" y="24449"/>
                    <a:pt x="25337" y="24464"/>
                    <a:pt x="25350" y="24530"/>
                  </a:cubicBezTo>
                  <a:cubicBezTo>
                    <a:pt x="25746" y="24348"/>
                    <a:pt x="25472" y="23436"/>
                    <a:pt x="25958" y="23192"/>
                  </a:cubicBezTo>
                  <a:cubicBezTo>
                    <a:pt x="25928" y="23101"/>
                    <a:pt x="25928" y="23010"/>
                    <a:pt x="25958" y="22949"/>
                  </a:cubicBezTo>
                  <a:cubicBezTo>
                    <a:pt x="26293" y="22615"/>
                    <a:pt x="26840" y="22493"/>
                    <a:pt x="26840" y="21794"/>
                  </a:cubicBezTo>
                  <a:lnTo>
                    <a:pt x="27448" y="21825"/>
                  </a:lnTo>
                  <a:cubicBezTo>
                    <a:pt x="27630" y="21399"/>
                    <a:pt x="26657" y="21794"/>
                    <a:pt x="26931" y="21095"/>
                  </a:cubicBezTo>
                  <a:cubicBezTo>
                    <a:pt x="26978" y="20927"/>
                    <a:pt x="27041" y="20871"/>
                    <a:pt x="27114" y="20871"/>
                  </a:cubicBezTo>
                  <a:cubicBezTo>
                    <a:pt x="27261" y="20871"/>
                    <a:pt x="27442" y="21104"/>
                    <a:pt x="27585" y="21104"/>
                  </a:cubicBezTo>
                  <a:cubicBezTo>
                    <a:pt x="27600" y="21104"/>
                    <a:pt x="27615" y="21101"/>
                    <a:pt x="27630" y="21095"/>
                  </a:cubicBezTo>
                  <a:cubicBezTo>
                    <a:pt x="27569" y="20730"/>
                    <a:pt x="27357" y="20062"/>
                    <a:pt x="27995" y="19879"/>
                  </a:cubicBezTo>
                  <a:lnTo>
                    <a:pt x="27995" y="19879"/>
                  </a:lnTo>
                  <a:cubicBezTo>
                    <a:pt x="27964" y="20153"/>
                    <a:pt x="27812" y="20183"/>
                    <a:pt x="27782" y="20335"/>
                  </a:cubicBezTo>
                  <a:lnTo>
                    <a:pt x="28238" y="20183"/>
                  </a:lnTo>
                  <a:lnTo>
                    <a:pt x="28238" y="20183"/>
                  </a:lnTo>
                  <a:cubicBezTo>
                    <a:pt x="28372" y="20746"/>
                    <a:pt x="28128" y="20954"/>
                    <a:pt x="28443" y="20954"/>
                  </a:cubicBezTo>
                  <a:cubicBezTo>
                    <a:pt x="28485" y="20954"/>
                    <a:pt x="28538" y="20950"/>
                    <a:pt x="28603" y="20943"/>
                  </a:cubicBezTo>
                  <a:cubicBezTo>
                    <a:pt x="27782" y="20366"/>
                    <a:pt x="29302" y="19606"/>
                    <a:pt x="28451" y="19028"/>
                  </a:cubicBezTo>
                  <a:lnTo>
                    <a:pt x="28755" y="18937"/>
                  </a:lnTo>
                  <a:lnTo>
                    <a:pt x="28755" y="18937"/>
                  </a:lnTo>
                  <a:cubicBezTo>
                    <a:pt x="28724" y="18998"/>
                    <a:pt x="28755" y="19028"/>
                    <a:pt x="28724" y="19089"/>
                  </a:cubicBezTo>
                  <a:cubicBezTo>
                    <a:pt x="29393" y="18876"/>
                    <a:pt x="28268" y="18390"/>
                    <a:pt x="28664" y="17934"/>
                  </a:cubicBezTo>
                  <a:cubicBezTo>
                    <a:pt x="28772" y="17862"/>
                    <a:pt x="28891" y="17801"/>
                    <a:pt x="28976" y="17801"/>
                  </a:cubicBezTo>
                  <a:cubicBezTo>
                    <a:pt x="29034" y="17801"/>
                    <a:pt x="29077" y="17829"/>
                    <a:pt x="29089" y="17904"/>
                  </a:cubicBezTo>
                  <a:lnTo>
                    <a:pt x="29089" y="17357"/>
                  </a:lnTo>
                  <a:cubicBezTo>
                    <a:pt x="29117" y="17320"/>
                    <a:pt x="29147" y="17305"/>
                    <a:pt x="29174" y="17305"/>
                  </a:cubicBezTo>
                  <a:cubicBezTo>
                    <a:pt x="29222" y="17305"/>
                    <a:pt x="29261" y="17351"/>
                    <a:pt x="29257" y="17401"/>
                  </a:cubicBezTo>
                  <a:lnTo>
                    <a:pt x="29257" y="17401"/>
                  </a:lnTo>
                  <a:lnTo>
                    <a:pt x="29484" y="16749"/>
                  </a:lnTo>
                  <a:lnTo>
                    <a:pt x="29515" y="16749"/>
                  </a:lnTo>
                  <a:cubicBezTo>
                    <a:pt x="29393" y="16536"/>
                    <a:pt x="29302" y="16323"/>
                    <a:pt x="29211" y="16110"/>
                  </a:cubicBezTo>
                  <a:cubicBezTo>
                    <a:pt x="29247" y="16086"/>
                    <a:pt x="29271" y="16076"/>
                    <a:pt x="29288" y="16076"/>
                  </a:cubicBezTo>
                  <a:cubicBezTo>
                    <a:pt x="29354" y="16076"/>
                    <a:pt x="29296" y="16232"/>
                    <a:pt x="29393" y="16232"/>
                  </a:cubicBezTo>
                  <a:lnTo>
                    <a:pt x="29332" y="15746"/>
                  </a:lnTo>
                  <a:cubicBezTo>
                    <a:pt x="29352" y="15742"/>
                    <a:pt x="29371" y="15740"/>
                    <a:pt x="29390" y="15740"/>
                  </a:cubicBezTo>
                  <a:cubicBezTo>
                    <a:pt x="29651" y="15740"/>
                    <a:pt x="29748" y="16126"/>
                    <a:pt x="29606" y="16353"/>
                  </a:cubicBezTo>
                  <a:cubicBezTo>
                    <a:pt x="30153" y="16353"/>
                    <a:pt x="30123" y="16262"/>
                    <a:pt x="30062" y="16080"/>
                  </a:cubicBezTo>
                  <a:cubicBezTo>
                    <a:pt x="30001" y="15898"/>
                    <a:pt x="29940" y="15654"/>
                    <a:pt x="30335" y="15320"/>
                  </a:cubicBezTo>
                  <a:lnTo>
                    <a:pt x="30335" y="15776"/>
                  </a:lnTo>
                  <a:cubicBezTo>
                    <a:pt x="30943" y="15654"/>
                    <a:pt x="30852" y="15259"/>
                    <a:pt x="31338" y="14864"/>
                  </a:cubicBezTo>
                  <a:lnTo>
                    <a:pt x="31338" y="14864"/>
                  </a:lnTo>
                  <a:cubicBezTo>
                    <a:pt x="31189" y="14928"/>
                    <a:pt x="30677" y="15279"/>
                    <a:pt x="30355" y="15279"/>
                  </a:cubicBezTo>
                  <a:cubicBezTo>
                    <a:pt x="30220" y="15279"/>
                    <a:pt x="30119" y="15217"/>
                    <a:pt x="30092" y="15046"/>
                  </a:cubicBezTo>
                  <a:cubicBezTo>
                    <a:pt x="30244" y="14894"/>
                    <a:pt x="30275" y="14651"/>
                    <a:pt x="30153" y="14469"/>
                  </a:cubicBezTo>
                  <a:lnTo>
                    <a:pt x="30153" y="14469"/>
                  </a:lnTo>
                  <a:cubicBezTo>
                    <a:pt x="30194" y="14480"/>
                    <a:pt x="30229" y="14485"/>
                    <a:pt x="30260" y="14485"/>
                  </a:cubicBezTo>
                  <a:cubicBezTo>
                    <a:pt x="30481" y="14485"/>
                    <a:pt x="30461" y="14215"/>
                    <a:pt x="30487" y="13922"/>
                  </a:cubicBezTo>
                  <a:lnTo>
                    <a:pt x="30943" y="14013"/>
                  </a:lnTo>
                  <a:cubicBezTo>
                    <a:pt x="30882" y="13618"/>
                    <a:pt x="30639" y="13648"/>
                    <a:pt x="30457" y="13375"/>
                  </a:cubicBezTo>
                  <a:cubicBezTo>
                    <a:pt x="30487" y="12949"/>
                    <a:pt x="30882" y="12888"/>
                    <a:pt x="31217" y="12767"/>
                  </a:cubicBezTo>
                  <a:cubicBezTo>
                    <a:pt x="31232" y="12582"/>
                    <a:pt x="31201" y="12522"/>
                    <a:pt x="31144" y="12522"/>
                  </a:cubicBezTo>
                  <a:cubicBezTo>
                    <a:pt x="31038" y="12522"/>
                    <a:pt x="30844" y="12730"/>
                    <a:pt x="30698" y="12730"/>
                  </a:cubicBezTo>
                  <a:cubicBezTo>
                    <a:pt x="30612" y="12730"/>
                    <a:pt x="30543" y="12659"/>
                    <a:pt x="30518" y="12432"/>
                  </a:cubicBezTo>
                  <a:cubicBezTo>
                    <a:pt x="30578" y="12159"/>
                    <a:pt x="30578" y="11855"/>
                    <a:pt x="30457" y="11612"/>
                  </a:cubicBezTo>
                  <a:cubicBezTo>
                    <a:pt x="30305" y="11308"/>
                    <a:pt x="30123" y="11065"/>
                    <a:pt x="29910" y="10852"/>
                  </a:cubicBezTo>
                  <a:cubicBezTo>
                    <a:pt x="29922" y="10687"/>
                    <a:pt x="29970" y="10645"/>
                    <a:pt x="30029" y="10645"/>
                  </a:cubicBezTo>
                  <a:cubicBezTo>
                    <a:pt x="30092" y="10645"/>
                    <a:pt x="30166" y="10691"/>
                    <a:pt x="30226" y="10691"/>
                  </a:cubicBezTo>
                  <a:cubicBezTo>
                    <a:pt x="30258" y="10691"/>
                    <a:pt x="30286" y="10678"/>
                    <a:pt x="30305" y="10639"/>
                  </a:cubicBezTo>
                  <a:cubicBezTo>
                    <a:pt x="30123" y="10548"/>
                    <a:pt x="29971" y="10487"/>
                    <a:pt x="29819" y="10426"/>
                  </a:cubicBezTo>
                  <a:cubicBezTo>
                    <a:pt x="29819" y="10366"/>
                    <a:pt x="29910" y="10335"/>
                    <a:pt x="29971" y="10335"/>
                  </a:cubicBezTo>
                  <a:cubicBezTo>
                    <a:pt x="29908" y="10280"/>
                    <a:pt x="29847" y="10264"/>
                    <a:pt x="29787" y="10264"/>
                  </a:cubicBezTo>
                  <a:cubicBezTo>
                    <a:pt x="29695" y="10264"/>
                    <a:pt x="29603" y="10302"/>
                    <a:pt x="29504" y="10302"/>
                  </a:cubicBezTo>
                  <a:cubicBezTo>
                    <a:pt x="29414" y="10302"/>
                    <a:pt x="29318" y="10271"/>
                    <a:pt x="29211" y="10153"/>
                  </a:cubicBezTo>
                  <a:cubicBezTo>
                    <a:pt x="29182" y="10159"/>
                    <a:pt x="29158" y="10162"/>
                    <a:pt x="29137" y="10162"/>
                  </a:cubicBezTo>
                  <a:cubicBezTo>
                    <a:pt x="28955" y="10162"/>
                    <a:pt x="29031" y="9936"/>
                    <a:pt x="29059" y="9636"/>
                  </a:cubicBezTo>
                  <a:cubicBezTo>
                    <a:pt x="29120" y="9302"/>
                    <a:pt x="29059" y="8967"/>
                    <a:pt x="28694" y="8907"/>
                  </a:cubicBezTo>
                  <a:cubicBezTo>
                    <a:pt x="28724" y="8724"/>
                    <a:pt x="28968" y="8785"/>
                    <a:pt x="29089" y="8663"/>
                  </a:cubicBezTo>
                  <a:cubicBezTo>
                    <a:pt x="28694" y="8390"/>
                    <a:pt x="28238" y="8268"/>
                    <a:pt x="27752" y="8238"/>
                  </a:cubicBezTo>
                  <a:cubicBezTo>
                    <a:pt x="27752" y="8055"/>
                    <a:pt x="27721" y="7843"/>
                    <a:pt x="27691" y="7691"/>
                  </a:cubicBezTo>
                  <a:cubicBezTo>
                    <a:pt x="27667" y="8080"/>
                    <a:pt x="27273" y="8119"/>
                    <a:pt x="26867" y="8119"/>
                  </a:cubicBezTo>
                  <a:cubicBezTo>
                    <a:pt x="26766" y="8119"/>
                    <a:pt x="26664" y="8116"/>
                    <a:pt x="26566" y="8116"/>
                  </a:cubicBezTo>
                  <a:cubicBezTo>
                    <a:pt x="26505" y="8299"/>
                    <a:pt x="26475" y="8481"/>
                    <a:pt x="26445" y="8572"/>
                  </a:cubicBezTo>
                  <a:cubicBezTo>
                    <a:pt x="26262" y="8481"/>
                    <a:pt x="26080" y="8420"/>
                    <a:pt x="25898" y="8359"/>
                  </a:cubicBezTo>
                  <a:cubicBezTo>
                    <a:pt x="25898" y="8238"/>
                    <a:pt x="26050" y="8177"/>
                    <a:pt x="26262" y="8086"/>
                  </a:cubicBezTo>
                  <a:lnTo>
                    <a:pt x="26110" y="8086"/>
                  </a:lnTo>
                  <a:cubicBezTo>
                    <a:pt x="26110" y="7843"/>
                    <a:pt x="26384" y="7721"/>
                    <a:pt x="26657" y="7630"/>
                  </a:cubicBezTo>
                  <a:lnTo>
                    <a:pt x="26657" y="7630"/>
                  </a:lnTo>
                  <a:cubicBezTo>
                    <a:pt x="26657" y="7751"/>
                    <a:pt x="26627" y="7873"/>
                    <a:pt x="26597" y="7964"/>
                  </a:cubicBezTo>
                  <a:cubicBezTo>
                    <a:pt x="26901" y="7903"/>
                    <a:pt x="27174" y="7751"/>
                    <a:pt x="27417" y="7569"/>
                  </a:cubicBezTo>
                  <a:cubicBezTo>
                    <a:pt x="27326" y="7569"/>
                    <a:pt x="27265" y="7539"/>
                    <a:pt x="27205" y="7508"/>
                  </a:cubicBezTo>
                  <a:cubicBezTo>
                    <a:pt x="27265" y="7478"/>
                    <a:pt x="27326" y="7448"/>
                    <a:pt x="27357" y="7387"/>
                  </a:cubicBezTo>
                  <a:cubicBezTo>
                    <a:pt x="27372" y="7372"/>
                    <a:pt x="27349" y="7364"/>
                    <a:pt x="27303" y="7364"/>
                  </a:cubicBezTo>
                  <a:cubicBezTo>
                    <a:pt x="27258" y="7364"/>
                    <a:pt x="27189" y="7372"/>
                    <a:pt x="27113" y="7387"/>
                  </a:cubicBezTo>
                  <a:lnTo>
                    <a:pt x="27417" y="6931"/>
                  </a:lnTo>
                  <a:lnTo>
                    <a:pt x="27235" y="7052"/>
                  </a:lnTo>
                  <a:lnTo>
                    <a:pt x="26901" y="6262"/>
                  </a:lnTo>
                  <a:cubicBezTo>
                    <a:pt x="26410" y="6262"/>
                    <a:pt x="25896" y="6367"/>
                    <a:pt x="25388" y="6367"/>
                  </a:cubicBezTo>
                  <a:cubicBezTo>
                    <a:pt x="25077" y="6367"/>
                    <a:pt x="24769" y="6328"/>
                    <a:pt x="24469" y="6201"/>
                  </a:cubicBezTo>
                  <a:cubicBezTo>
                    <a:pt x="24864" y="6019"/>
                    <a:pt x="24895" y="5715"/>
                    <a:pt x="25198" y="5381"/>
                  </a:cubicBezTo>
                  <a:lnTo>
                    <a:pt x="25198" y="5381"/>
                  </a:lnTo>
                  <a:cubicBezTo>
                    <a:pt x="25081" y="5880"/>
                    <a:pt x="25814" y="5642"/>
                    <a:pt x="26111" y="5981"/>
                  </a:cubicBezTo>
                  <a:lnTo>
                    <a:pt x="26111" y="5981"/>
                  </a:lnTo>
                  <a:cubicBezTo>
                    <a:pt x="26038" y="5857"/>
                    <a:pt x="26125" y="5682"/>
                    <a:pt x="26262" y="5654"/>
                  </a:cubicBezTo>
                  <a:cubicBezTo>
                    <a:pt x="25958" y="5593"/>
                    <a:pt x="25654" y="5533"/>
                    <a:pt x="25350" y="5472"/>
                  </a:cubicBezTo>
                  <a:cubicBezTo>
                    <a:pt x="25624" y="5198"/>
                    <a:pt x="25411" y="5168"/>
                    <a:pt x="25320" y="4894"/>
                  </a:cubicBezTo>
                  <a:cubicBezTo>
                    <a:pt x="25205" y="5134"/>
                    <a:pt x="25080" y="5213"/>
                    <a:pt x="24948" y="5213"/>
                  </a:cubicBezTo>
                  <a:cubicBezTo>
                    <a:pt x="24697" y="5213"/>
                    <a:pt x="24425" y="4925"/>
                    <a:pt x="24165" y="4925"/>
                  </a:cubicBezTo>
                  <a:cubicBezTo>
                    <a:pt x="24240" y="4793"/>
                    <a:pt x="24351" y="4673"/>
                    <a:pt x="24489" y="4673"/>
                  </a:cubicBezTo>
                  <a:cubicBezTo>
                    <a:pt x="24574" y="4673"/>
                    <a:pt x="24669" y="4718"/>
                    <a:pt x="24773" y="4834"/>
                  </a:cubicBezTo>
                  <a:cubicBezTo>
                    <a:pt x="24773" y="4635"/>
                    <a:pt x="24701" y="4571"/>
                    <a:pt x="24595" y="4571"/>
                  </a:cubicBezTo>
                  <a:cubicBezTo>
                    <a:pt x="24407" y="4571"/>
                    <a:pt x="24113" y="4769"/>
                    <a:pt x="23923" y="4769"/>
                  </a:cubicBezTo>
                  <a:cubicBezTo>
                    <a:pt x="23825" y="4769"/>
                    <a:pt x="23755" y="4717"/>
                    <a:pt x="23739" y="4560"/>
                  </a:cubicBezTo>
                  <a:lnTo>
                    <a:pt x="23739" y="4560"/>
                  </a:lnTo>
                  <a:cubicBezTo>
                    <a:pt x="23510" y="4458"/>
                    <a:pt x="23333" y="4167"/>
                    <a:pt x="23496" y="4074"/>
                  </a:cubicBezTo>
                  <a:lnTo>
                    <a:pt x="23496" y="4074"/>
                  </a:lnTo>
                  <a:lnTo>
                    <a:pt x="23587" y="4134"/>
                  </a:lnTo>
                  <a:cubicBezTo>
                    <a:pt x="23233" y="3802"/>
                    <a:pt x="22508" y="3390"/>
                    <a:pt x="21988" y="3390"/>
                  </a:cubicBezTo>
                  <a:cubicBezTo>
                    <a:pt x="21794" y="3390"/>
                    <a:pt x="21628" y="3447"/>
                    <a:pt x="21521" y="3587"/>
                  </a:cubicBezTo>
                  <a:cubicBezTo>
                    <a:pt x="21703" y="3344"/>
                    <a:pt x="21885" y="3101"/>
                    <a:pt x="22068" y="2888"/>
                  </a:cubicBezTo>
                  <a:lnTo>
                    <a:pt x="22068" y="2888"/>
                  </a:lnTo>
                  <a:cubicBezTo>
                    <a:pt x="21399" y="3314"/>
                    <a:pt x="20700" y="3770"/>
                    <a:pt x="20062" y="4226"/>
                  </a:cubicBezTo>
                  <a:cubicBezTo>
                    <a:pt x="20426" y="3800"/>
                    <a:pt x="20639" y="2463"/>
                    <a:pt x="21277" y="2432"/>
                  </a:cubicBezTo>
                  <a:cubicBezTo>
                    <a:pt x="21168" y="2241"/>
                    <a:pt x="20937" y="2124"/>
                    <a:pt x="20714" y="2124"/>
                  </a:cubicBezTo>
                  <a:cubicBezTo>
                    <a:pt x="20689" y="2124"/>
                    <a:pt x="20664" y="2125"/>
                    <a:pt x="20639" y="2128"/>
                  </a:cubicBezTo>
                  <a:cubicBezTo>
                    <a:pt x="20699" y="2247"/>
                    <a:pt x="20554" y="2950"/>
                    <a:pt x="20405" y="2950"/>
                  </a:cubicBezTo>
                  <a:cubicBezTo>
                    <a:pt x="20402" y="2950"/>
                    <a:pt x="20399" y="2950"/>
                    <a:pt x="20396" y="2949"/>
                  </a:cubicBezTo>
                  <a:cubicBezTo>
                    <a:pt x="20306" y="2260"/>
                    <a:pt x="20275" y="2545"/>
                    <a:pt x="20071" y="1884"/>
                  </a:cubicBezTo>
                  <a:lnTo>
                    <a:pt x="20071" y="1884"/>
                  </a:lnTo>
                  <a:cubicBezTo>
                    <a:pt x="20102" y="2083"/>
                    <a:pt x="19702" y="2629"/>
                    <a:pt x="19479" y="2629"/>
                  </a:cubicBezTo>
                  <a:cubicBezTo>
                    <a:pt x="19459" y="2629"/>
                    <a:pt x="19440" y="2624"/>
                    <a:pt x="19423" y="2615"/>
                  </a:cubicBezTo>
                  <a:cubicBezTo>
                    <a:pt x="19510" y="2528"/>
                    <a:pt x="19706" y="1894"/>
                    <a:pt x="19830" y="1804"/>
                  </a:cubicBezTo>
                  <a:lnTo>
                    <a:pt x="19830" y="1804"/>
                  </a:lnTo>
                  <a:cubicBezTo>
                    <a:pt x="19550" y="1945"/>
                    <a:pt x="19270" y="2112"/>
                    <a:pt x="19015" y="2305"/>
                  </a:cubicBezTo>
                  <a:lnTo>
                    <a:pt x="19015" y="2305"/>
                  </a:lnTo>
                  <a:cubicBezTo>
                    <a:pt x="19165" y="2147"/>
                    <a:pt x="19235" y="1647"/>
                    <a:pt x="19180" y="1399"/>
                  </a:cubicBezTo>
                  <a:lnTo>
                    <a:pt x="19180" y="1399"/>
                  </a:lnTo>
                  <a:cubicBezTo>
                    <a:pt x="19180" y="1433"/>
                    <a:pt x="19161" y="1447"/>
                    <a:pt x="19127" y="1447"/>
                  </a:cubicBezTo>
                  <a:cubicBezTo>
                    <a:pt x="18992" y="1447"/>
                    <a:pt x="18628" y="1215"/>
                    <a:pt x="18445" y="1215"/>
                  </a:cubicBezTo>
                  <a:cubicBezTo>
                    <a:pt x="18437" y="1215"/>
                    <a:pt x="18428" y="1215"/>
                    <a:pt x="18420" y="1216"/>
                  </a:cubicBezTo>
                  <a:lnTo>
                    <a:pt x="18633" y="1490"/>
                  </a:lnTo>
                  <a:cubicBezTo>
                    <a:pt x="18551" y="1451"/>
                    <a:pt x="18475" y="1434"/>
                    <a:pt x="18403" y="1434"/>
                  </a:cubicBezTo>
                  <a:cubicBezTo>
                    <a:pt x="17900" y="1434"/>
                    <a:pt x="17603" y="2268"/>
                    <a:pt x="17116" y="2268"/>
                  </a:cubicBezTo>
                  <a:cubicBezTo>
                    <a:pt x="17076" y="2268"/>
                    <a:pt x="17035" y="2262"/>
                    <a:pt x="16992" y="2250"/>
                  </a:cubicBezTo>
                  <a:cubicBezTo>
                    <a:pt x="17083" y="2098"/>
                    <a:pt x="17387" y="1247"/>
                    <a:pt x="17052" y="1064"/>
                  </a:cubicBezTo>
                  <a:lnTo>
                    <a:pt x="17052" y="1064"/>
                  </a:lnTo>
                  <a:cubicBezTo>
                    <a:pt x="16779" y="1460"/>
                    <a:pt x="16019" y="3010"/>
                    <a:pt x="15502" y="3314"/>
                  </a:cubicBezTo>
                  <a:lnTo>
                    <a:pt x="15411" y="3071"/>
                  </a:lnTo>
                  <a:lnTo>
                    <a:pt x="14986" y="3344"/>
                  </a:lnTo>
                  <a:cubicBezTo>
                    <a:pt x="15168" y="2888"/>
                    <a:pt x="15411" y="2432"/>
                    <a:pt x="15685" y="2037"/>
                  </a:cubicBezTo>
                  <a:cubicBezTo>
                    <a:pt x="15989" y="1612"/>
                    <a:pt x="16323" y="1247"/>
                    <a:pt x="16688" y="912"/>
                  </a:cubicBezTo>
                  <a:cubicBezTo>
                    <a:pt x="16444" y="669"/>
                    <a:pt x="16657" y="609"/>
                    <a:pt x="16201" y="578"/>
                  </a:cubicBezTo>
                  <a:cubicBezTo>
                    <a:pt x="16080" y="335"/>
                    <a:pt x="16475" y="244"/>
                    <a:pt x="16627" y="244"/>
                  </a:cubicBezTo>
                  <a:cubicBezTo>
                    <a:pt x="16293" y="183"/>
                    <a:pt x="15928" y="61"/>
                    <a:pt x="15593" y="1"/>
                  </a:cubicBezTo>
                  <a:close/>
                  <a:moveTo>
                    <a:pt x="16908" y="29921"/>
                  </a:moveTo>
                  <a:cubicBezTo>
                    <a:pt x="16905" y="29928"/>
                    <a:pt x="16903" y="29934"/>
                    <a:pt x="16900" y="29940"/>
                  </a:cubicBezTo>
                  <a:cubicBezTo>
                    <a:pt x="16903" y="29934"/>
                    <a:pt x="16905" y="29928"/>
                    <a:pt x="16908" y="299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 name="Google Shape;1635;p39"/>
          <p:cNvGrpSpPr/>
          <p:nvPr/>
        </p:nvGrpSpPr>
        <p:grpSpPr>
          <a:xfrm rot="-801632">
            <a:off x="3292488" y="1436250"/>
            <a:ext cx="676748" cy="646559"/>
            <a:chOff x="588425" y="3716150"/>
            <a:chExt cx="783475" cy="748525"/>
          </a:xfrm>
        </p:grpSpPr>
        <p:sp>
          <p:nvSpPr>
            <p:cNvPr id="1636" name="Google Shape;1636;p39"/>
            <p:cNvSpPr/>
            <p:nvPr/>
          </p:nvSpPr>
          <p:spPr>
            <a:xfrm>
              <a:off x="601350" y="3771675"/>
              <a:ext cx="732550" cy="646550"/>
            </a:xfrm>
            <a:custGeom>
              <a:rect b="b" l="l" r="r" t="t"/>
              <a:pathLst>
                <a:path extrusionOk="0" h="25862" w="29302">
                  <a:moveTo>
                    <a:pt x="14387" y="1"/>
                  </a:moveTo>
                  <a:cubicBezTo>
                    <a:pt x="11248" y="1"/>
                    <a:pt x="8256" y="1346"/>
                    <a:pt x="5593" y="3160"/>
                  </a:cubicBezTo>
                  <a:cubicBezTo>
                    <a:pt x="0" y="6959"/>
                    <a:pt x="365" y="11944"/>
                    <a:pt x="395" y="18205"/>
                  </a:cubicBezTo>
                  <a:cubicBezTo>
                    <a:pt x="395" y="19057"/>
                    <a:pt x="426" y="19938"/>
                    <a:pt x="882" y="20668"/>
                  </a:cubicBezTo>
                  <a:cubicBezTo>
                    <a:pt x="1307" y="21367"/>
                    <a:pt x="2097" y="21792"/>
                    <a:pt x="2857" y="22187"/>
                  </a:cubicBezTo>
                  <a:cubicBezTo>
                    <a:pt x="6778" y="24072"/>
                    <a:pt x="11003" y="25318"/>
                    <a:pt x="15350" y="25774"/>
                  </a:cubicBezTo>
                  <a:cubicBezTo>
                    <a:pt x="15788" y="25823"/>
                    <a:pt x="16240" y="25862"/>
                    <a:pt x="16689" y="25862"/>
                  </a:cubicBezTo>
                  <a:cubicBezTo>
                    <a:pt x="17363" y="25862"/>
                    <a:pt x="18031" y="25774"/>
                    <a:pt x="18633" y="25500"/>
                  </a:cubicBezTo>
                  <a:cubicBezTo>
                    <a:pt x="19514" y="25075"/>
                    <a:pt x="20183" y="24315"/>
                    <a:pt x="20791" y="23525"/>
                  </a:cubicBezTo>
                  <a:cubicBezTo>
                    <a:pt x="23314" y="20364"/>
                    <a:pt x="29302" y="13646"/>
                    <a:pt x="28086" y="9300"/>
                  </a:cubicBezTo>
                  <a:cubicBezTo>
                    <a:pt x="27052" y="5591"/>
                    <a:pt x="20973" y="1457"/>
                    <a:pt x="17478" y="454"/>
                  </a:cubicBezTo>
                  <a:cubicBezTo>
                    <a:pt x="16436" y="142"/>
                    <a:pt x="15404" y="1"/>
                    <a:pt x="14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9"/>
            <p:cNvSpPr/>
            <p:nvPr/>
          </p:nvSpPr>
          <p:spPr>
            <a:xfrm>
              <a:off x="588425" y="3716150"/>
              <a:ext cx="783475" cy="748525"/>
            </a:xfrm>
            <a:custGeom>
              <a:rect b="b" l="l" r="r" t="t"/>
              <a:pathLst>
                <a:path extrusionOk="0" h="29941" w="31339">
                  <a:moveTo>
                    <a:pt x="19849" y="1794"/>
                  </a:moveTo>
                  <a:lnTo>
                    <a:pt x="19849" y="1794"/>
                  </a:lnTo>
                  <a:cubicBezTo>
                    <a:pt x="19843" y="1795"/>
                    <a:pt x="19836" y="1799"/>
                    <a:pt x="19830" y="1804"/>
                  </a:cubicBezTo>
                  <a:lnTo>
                    <a:pt x="19830" y="1804"/>
                  </a:lnTo>
                  <a:cubicBezTo>
                    <a:pt x="19836" y="1800"/>
                    <a:pt x="19842" y="1797"/>
                    <a:pt x="19849" y="1794"/>
                  </a:cubicBezTo>
                  <a:close/>
                  <a:moveTo>
                    <a:pt x="20062" y="1855"/>
                  </a:moveTo>
                  <a:cubicBezTo>
                    <a:pt x="20065" y="1865"/>
                    <a:pt x="20068" y="1874"/>
                    <a:pt x="20071" y="1884"/>
                  </a:cubicBezTo>
                  <a:lnTo>
                    <a:pt x="20071" y="1884"/>
                  </a:lnTo>
                  <a:cubicBezTo>
                    <a:pt x="20069" y="1873"/>
                    <a:pt x="20066" y="1863"/>
                    <a:pt x="20062" y="1855"/>
                  </a:cubicBezTo>
                  <a:close/>
                  <a:moveTo>
                    <a:pt x="16668" y="4074"/>
                  </a:moveTo>
                  <a:lnTo>
                    <a:pt x="16668" y="4074"/>
                  </a:lnTo>
                  <a:cubicBezTo>
                    <a:pt x="16664" y="4074"/>
                    <a:pt x="16661" y="4074"/>
                    <a:pt x="16657" y="4074"/>
                  </a:cubicBezTo>
                  <a:cubicBezTo>
                    <a:pt x="16662" y="4076"/>
                    <a:pt x="16666" y="4079"/>
                    <a:pt x="16671" y="4082"/>
                  </a:cubicBezTo>
                  <a:lnTo>
                    <a:pt x="16671" y="4082"/>
                  </a:lnTo>
                  <a:cubicBezTo>
                    <a:pt x="16670" y="4079"/>
                    <a:pt x="16669" y="4076"/>
                    <a:pt x="16668" y="4074"/>
                  </a:cubicBezTo>
                  <a:close/>
                  <a:moveTo>
                    <a:pt x="16671" y="4082"/>
                  </a:moveTo>
                  <a:cubicBezTo>
                    <a:pt x="16697" y="4152"/>
                    <a:pt x="16727" y="4204"/>
                    <a:pt x="16779" y="4256"/>
                  </a:cubicBezTo>
                  <a:cubicBezTo>
                    <a:pt x="16751" y="4200"/>
                    <a:pt x="16723" y="4118"/>
                    <a:pt x="16671" y="4082"/>
                  </a:cubicBezTo>
                  <a:close/>
                  <a:moveTo>
                    <a:pt x="23739" y="4560"/>
                  </a:moveTo>
                  <a:cubicBezTo>
                    <a:pt x="23739" y="4560"/>
                    <a:pt x="23739" y="4560"/>
                    <a:pt x="23739" y="4560"/>
                  </a:cubicBezTo>
                  <a:lnTo>
                    <a:pt x="23739" y="4560"/>
                  </a:lnTo>
                  <a:cubicBezTo>
                    <a:pt x="23740" y="4560"/>
                    <a:pt x="23740" y="4560"/>
                    <a:pt x="23740" y="4560"/>
                  </a:cubicBezTo>
                  <a:lnTo>
                    <a:pt x="23740" y="4560"/>
                  </a:lnTo>
                  <a:cubicBezTo>
                    <a:pt x="23740" y="4560"/>
                    <a:pt x="23740" y="4560"/>
                    <a:pt x="23739" y="4560"/>
                  </a:cubicBezTo>
                  <a:close/>
                  <a:moveTo>
                    <a:pt x="23740" y="4560"/>
                  </a:moveTo>
                  <a:lnTo>
                    <a:pt x="23740" y="4560"/>
                  </a:lnTo>
                  <a:cubicBezTo>
                    <a:pt x="23797" y="4599"/>
                    <a:pt x="23819" y="4637"/>
                    <a:pt x="23857" y="4637"/>
                  </a:cubicBezTo>
                  <a:cubicBezTo>
                    <a:pt x="23879" y="4637"/>
                    <a:pt x="23908" y="4624"/>
                    <a:pt x="23952" y="4590"/>
                  </a:cubicBezTo>
                  <a:lnTo>
                    <a:pt x="23952" y="4590"/>
                  </a:lnTo>
                  <a:cubicBezTo>
                    <a:pt x="23933" y="4594"/>
                    <a:pt x="23914" y="4596"/>
                    <a:pt x="23895" y="4596"/>
                  </a:cubicBezTo>
                  <a:cubicBezTo>
                    <a:pt x="23843" y="4596"/>
                    <a:pt x="23790" y="4583"/>
                    <a:pt x="23740" y="4560"/>
                  </a:cubicBezTo>
                  <a:close/>
                  <a:moveTo>
                    <a:pt x="26111" y="5981"/>
                  </a:moveTo>
                  <a:cubicBezTo>
                    <a:pt x="26119" y="5994"/>
                    <a:pt x="26129" y="6007"/>
                    <a:pt x="26141" y="6019"/>
                  </a:cubicBezTo>
                  <a:cubicBezTo>
                    <a:pt x="26131" y="6005"/>
                    <a:pt x="26121" y="5993"/>
                    <a:pt x="26111" y="5981"/>
                  </a:cubicBezTo>
                  <a:close/>
                  <a:moveTo>
                    <a:pt x="6991" y="6870"/>
                  </a:moveTo>
                  <a:cubicBezTo>
                    <a:pt x="7235" y="6870"/>
                    <a:pt x="7143" y="6870"/>
                    <a:pt x="6991" y="6900"/>
                  </a:cubicBezTo>
                  <a:lnTo>
                    <a:pt x="6991" y="6870"/>
                  </a:lnTo>
                  <a:close/>
                  <a:moveTo>
                    <a:pt x="26512" y="7018"/>
                  </a:moveTo>
                  <a:cubicBezTo>
                    <a:pt x="26632" y="7018"/>
                    <a:pt x="26657" y="7159"/>
                    <a:pt x="26657" y="7326"/>
                  </a:cubicBezTo>
                  <a:cubicBezTo>
                    <a:pt x="26566" y="7265"/>
                    <a:pt x="26475" y="7144"/>
                    <a:pt x="26475" y="7022"/>
                  </a:cubicBezTo>
                  <a:cubicBezTo>
                    <a:pt x="26488" y="7019"/>
                    <a:pt x="26500" y="7018"/>
                    <a:pt x="26512" y="7018"/>
                  </a:cubicBezTo>
                  <a:close/>
                  <a:moveTo>
                    <a:pt x="4438" y="7569"/>
                  </a:moveTo>
                  <a:cubicBezTo>
                    <a:pt x="4441" y="7571"/>
                    <a:pt x="4444" y="7574"/>
                    <a:pt x="4447" y="7576"/>
                  </a:cubicBezTo>
                  <a:lnTo>
                    <a:pt x="4447" y="7576"/>
                  </a:lnTo>
                  <a:lnTo>
                    <a:pt x="4438" y="7569"/>
                  </a:lnTo>
                  <a:close/>
                  <a:moveTo>
                    <a:pt x="4447" y="7576"/>
                  </a:moveTo>
                  <a:lnTo>
                    <a:pt x="4448" y="7576"/>
                  </a:lnTo>
                  <a:lnTo>
                    <a:pt x="4448" y="7576"/>
                  </a:lnTo>
                  <a:cubicBezTo>
                    <a:pt x="4448" y="7576"/>
                    <a:pt x="4448" y="7576"/>
                    <a:pt x="4448" y="7576"/>
                  </a:cubicBezTo>
                  <a:lnTo>
                    <a:pt x="4448" y="7576"/>
                  </a:lnTo>
                  <a:cubicBezTo>
                    <a:pt x="4448" y="7576"/>
                    <a:pt x="4448" y="7576"/>
                    <a:pt x="4447" y="7576"/>
                  </a:cubicBezTo>
                  <a:close/>
                  <a:moveTo>
                    <a:pt x="4803" y="7387"/>
                  </a:moveTo>
                  <a:cubicBezTo>
                    <a:pt x="4817" y="7515"/>
                    <a:pt x="4625" y="7536"/>
                    <a:pt x="4448" y="7576"/>
                  </a:cubicBezTo>
                  <a:lnTo>
                    <a:pt x="4448" y="7576"/>
                  </a:lnTo>
                  <a:cubicBezTo>
                    <a:pt x="4479" y="7596"/>
                    <a:pt x="4519" y="7605"/>
                    <a:pt x="4560" y="7605"/>
                  </a:cubicBezTo>
                  <a:cubicBezTo>
                    <a:pt x="4685" y="7605"/>
                    <a:pt x="4825" y="7520"/>
                    <a:pt x="4803" y="7387"/>
                  </a:cubicBezTo>
                  <a:close/>
                  <a:moveTo>
                    <a:pt x="30062" y="15046"/>
                  </a:moveTo>
                  <a:lnTo>
                    <a:pt x="30062" y="15046"/>
                  </a:lnTo>
                  <a:cubicBezTo>
                    <a:pt x="30123" y="15198"/>
                    <a:pt x="30275" y="15502"/>
                    <a:pt x="30031" y="15502"/>
                  </a:cubicBezTo>
                  <a:cubicBezTo>
                    <a:pt x="29697" y="15259"/>
                    <a:pt x="29879" y="15229"/>
                    <a:pt x="30062" y="15046"/>
                  </a:cubicBezTo>
                  <a:close/>
                  <a:moveTo>
                    <a:pt x="29257" y="17401"/>
                  </a:moveTo>
                  <a:lnTo>
                    <a:pt x="29241" y="17448"/>
                  </a:lnTo>
                  <a:cubicBezTo>
                    <a:pt x="29251" y="17433"/>
                    <a:pt x="29256" y="17417"/>
                    <a:pt x="29257" y="17401"/>
                  </a:cubicBezTo>
                  <a:close/>
                  <a:moveTo>
                    <a:pt x="10639" y="25411"/>
                  </a:moveTo>
                  <a:cubicBezTo>
                    <a:pt x="10641" y="25431"/>
                    <a:pt x="10644" y="25449"/>
                    <a:pt x="10648" y="25468"/>
                  </a:cubicBezTo>
                  <a:lnTo>
                    <a:pt x="10648" y="25468"/>
                  </a:lnTo>
                  <a:cubicBezTo>
                    <a:pt x="10647" y="25451"/>
                    <a:pt x="10644" y="25432"/>
                    <a:pt x="10639" y="25411"/>
                  </a:cubicBezTo>
                  <a:close/>
                  <a:moveTo>
                    <a:pt x="15806" y="26536"/>
                  </a:moveTo>
                  <a:lnTo>
                    <a:pt x="15867" y="26627"/>
                  </a:lnTo>
                  <a:cubicBezTo>
                    <a:pt x="15805" y="26654"/>
                    <a:pt x="15766" y="26665"/>
                    <a:pt x="15744" y="26665"/>
                  </a:cubicBezTo>
                  <a:cubicBezTo>
                    <a:pt x="15690" y="26665"/>
                    <a:pt x="15733" y="26600"/>
                    <a:pt x="15776" y="26536"/>
                  </a:cubicBezTo>
                  <a:close/>
                  <a:moveTo>
                    <a:pt x="6274" y="27644"/>
                  </a:moveTo>
                  <a:lnTo>
                    <a:pt x="6292" y="27661"/>
                  </a:lnTo>
                  <a:cubicBezTo>
                    <a:pt x="6288" y="27654"/>
                    <a:pt x="6281" y="27649"/>
                    <a:pt x="6274" y="27644"/>
                  </a:cubicBezTo>
                  <a:close/>
                  <a:moveTo>
                    <a:pt x="21369" y="28755"/>
                  </a:moveTo>
                  <a:cubicBezTo>
                    <a:pt x="21367" y="28757"/>
                    <a:pt x="21366" y="28759"/>
                    <a:pt x="21364" y="28761"/>
                  </a:cubicBezTo>
                  <a:lnTo>
                    <a:pt x="21364" y="28761"/>
                  </a:lnTo>
                  <a:cubicBezTo>
                    <a:pt x="21366" y="28759"/>
                    <a:pt x="21367" y="28757"/>
                    <a:pt x="21369" y="28755"/>
                  </a:cubicBezTo>
                  <a:close/>
                  <a:moveTo>
                    <a:pt x="15593" y="1"/>
                  </a:moveTo>
                  <a:cubicBezTo>
                    <a:pt x="15593" y="517"/>
                    <a:pt x="14803" y="487"/>
                    <a:pt x="14834" y="912"/>
                  </a:cubicBezTo>
                  <a:cubicBezTo>
                    <a:pt x="15198" y="760"/>
                    <a:pt x="15563" y="578"/>
                    <a:pt x="15928" y="426"/>
                  </a:cubicBezTo>
                  <a:lnTo>
                    <a:pt x="15928" y="426"/>
                  </a:lnTo>
                  <a:cubicBezTo>
                    <a:pt x="15928" y="918"/>
                    <a:pt x="15295" y="1740"/>
                    <a:pt x="14710" y="1740"/>
                  </a:cubicBezTo>
                  <a:cubicBezTo>
                    <a:pt x="14680" y="1740"/>
                    <a:pt x="14650" y="1738"/>
                    <a:pt x="14621" y="1733"/>
                  </a:cubicBezTo>
                  <a:cubicBezTo>
                    <a:pt x="14438" y="1551"/>
                    <a:pt x="14712" y="852"/>
                    <a:pt x="14712" y="669"/>
                  </a:cubicBezTo>
                  <a:lnTo>
                    <a:pt x="14712" y="669"/>
                  </a:lnTo>
                  <a:cubicBezTo>
                    <a:pt x="14641" y="811"/>
                    <a:pt x="14297" y="952"/>
                    <a:pt x="14103" y="952"/>
                  </a:cubicBezTo>
                  <a:cubicBezTo>
                    <a:pt x="14047" y="952"/>
                    <a:pt x="14003" y="940"/>
                    <a:pt x="13982" y="912"/>
                  </a:cubicBezTo>
                  <a:lnTo>
                    <a:pt x="14256" y="639"/>
                  </a:lnTo>
                  <a:cubicBezTo>
                    <a:pt x="14218" y="621"/>
                    <a:pt x="14182" y="614"/>
                    <a:pt x="14148" y="614"/>
                  </a:cubicBezTo>
                  <a:cubicBezTo>
                    <a:pt x="13899" y="614"/>
                    <a:pt x="13741" y="1030"/>
                    <a:pt x="13462" y="1030"/>
                  </a:cubicBezTo>
                  <a:cubicBezTo>
                    <a:pt x="13383" y="1030"/>
                    <a:pt x="13295" y="997"/>
                    <a:pt x="13192" y="912"/>
                  </a:cubicBezTo>
                  <a:cubicBezTo>
                    <a:pt x="13073" y="912"/>
                    <a:pt x="12787" y="577"/>
                    <a:pt x="12682" y="577"/>
                  </a:cubicBezTo>
                  <a:cubicBezTo>
                    <a:pt x="12653" y="577"/>
                    <a:pt x="12638" y="603"/>
                    <a:pt x="12645" y="669"/>
                  </a:cubicBezTo>
                  <a:cubicBezTo>
                    <a:pt x="13010" y="1186"/>
                    <a:pt x="13283" y="2949"/>
                    <a:pt x="13223" y="3375"/>
                  </a:cubicBezTo>
                  <a:cubicBezTo>
                    <a:pt x="12858" y="3192"/>
                    <a:pt x="12523" y="2979"/>
                    <a:pt x="12219" y="2736"/>
                  </a:cubicBezTo>
                  <a:cubicBezTo>
                    <a:pt x="11855" y="2341"/>
                    <a:pt x="12311" y="1581"/>
                    <a:pt x="12037" y="1277"/>
                  </a:cubicBezTo>
                  <a:lnTo>
                    <a:pt x="12037" y="1277"/>
                  </a:lnTo>
                  <a:cubicBezTo>
                    <a:pt x="12037" y="1399"/>
                    <a:pt x="12007" y="1551"/>
                    <a:pt x="11916" y="1672"/>
                  </a:cubicBezTo>
                  <a:cubicBezTo>
                    <a:pt x="11766" y="1598"/>
                    <a:pt x="11841" y="1360"/>
                    <a:pt x="11689" y="1360"/>
                  </a:cubicBezTo>
                  <a:cubicBezTo>
                    <a:pt x="11656" y="1360"/>
                    <a:pt x="11611" y="1371"/>
                    <a:pt x="11551" y="1399"/>
                  </a:cubicBezTo>
                  <a:cubicBezTo>
                    <a:pt x="11612" y="1885"/>
                    <a:pt x="10852" y="1551"/>
                    <a:pt x="11490" y="1855"/>
                  </a:cubicBezTo>
                  <a:cubicBezTo>
                    <a:pt x="11387" y="1935"/>
                    <a:pt x="11305" y="1955"/>
                    <a:pt x="11224" y="1955"/>
                  </a:cubicBezTo>
                  <a:cubicBezTo>
                    <a:pt x="11146" y="1955"/>
                    <a:pt x="11067" y="1936"/>
                    <a:pt x="10970" y="1936"/>
                  </a:cubicBezTo>
                  <a:cubicBezTo>
                    <a:pt x="10901" y="1936"/>
                    <a:pt x="10824" y="1945"/>
                    <a:pt x="10730" y="1976"/>
                  </a:cubicBezTo>
                  <a:cubicBezTo>
                    <a:pt x="10943" y="2250"/>
                    <a:pt x="10760" y="3162"/>
                    <a:pt x="10517" y="3405"/>
                  </a:cubicBezTo>
                  <a:cubicBezTo>
                    <a:pt x="10487" y="3283"/>
                    <a:pt x="10396" y="3162"/>
                    <a:pt x="10305" y="3071"/>
                  </a:cubicBezTo>
                  <a:cubicBezTo>
                    <a:pt x="9697" y="3283"/>
                    <a:pt x="9271" y="3192"/>
                    <a:pt x="8694" y="3466"/>
                  </a:cubicBezTo>
                  <a:cubicBezTo>
                    <a:pt x="8602" y="3375"/>
                    <a:pt x="8268" y="3375"/>
                    <a:pt x="8268" y="3131"/>
                  </a:cubicBezTo>
                  <a:cubicBezTo>
                    <a:pt x="8238" y="3253"/>
                    <a:pt x="8238" y="3435"/>
                    <a:pt x="8086" y="3526"/>
                  </a:cubicBezTo>
                  <a:cubicBezTo>
                    <a:pt x="7539" y="3314"/>
                    <a:pt x="8420" y="3283"/>
                    <a:pt x="7934" y="2949"/>
                  </a:cubicBezTo>
                  <a:lnTo>
                    <a:pt x="7934" y="2949"/>
                  </a:lnTo>
                  <a:cubicBezTo>
                    <a:pt x="8055" y="3223"/>
                    <a:pt x="7660" y="3526"/>
                    <a:pt x="7539" y="3830"/>
                  </a:cubicBezTo>
                  <a:cubicBezTo>
                    <a:pt x="7599" y="3911"/>
                    <a:pt x="7660" y="3944"/>
                    <a:pt x="7722" y="3944"/>
                  </a:cubicBezTo>
                  <a:cubicBezTo>
                    <a:pt x="7940" y="3944"/>
                    <a:pt x="8156" y="3527"/>
                    <a:pt x="8298" y="3314"/>
                  </a:cubicBezTo>
                  <a:lnTo>
                    <a:pt x="8298" y="3314"/>
                  </a:lnTo>
                  <a:cubicBezTo>
                    <a:pt x="8542" y="3922"/>
                    <a:pt x="8450" y="4651"/>
                    <a:pt x="8086" y="5198"/>
                  </a:cubicBezTo>
                  <a:cubicBezTo>
                    <a:pt x="8005" y="5294"/>
                    <a:pt x="7940" y="5329"/>
                    <a:pt x="7888" y="5329"/>
                  </a:cubicBezTo>
                  <a:cubicBezTo>
                    <a:pt x="7743" y="5329"/>
                    <a:pt x="7694" y="5061"/>
                    <a:pt x="7669" y="5061"/>
                  </a:cubicBezTo>
                  <a:cubicBezTo>
                    <a:pt x="7666" y="5061"/>
                    <a:pt x="7663" y="5066"/>
                    <a:pt x="7660" y="5077"/>
                  </a:cubicBezTo>
                  <a:cubicBezTo>
                    <a:pt x="6809" y="5472"/>
                    <a:pt x="7599" y="6414"/>
                    <a:pt x="6718" y="6444"/>
                  </a:cubicBezTo>
                  <a:cubicBezTo>
                    <a:pt x="6262" y="6292"/>
                    <a:pt x="6262" y="5806"/>
                    <a:pt x="6049" y="5624"/>
                  </a:cubicBezTo>
                  <a:cubicBezTo>
                    <a:pt x="6292" y="5229"/>
                    <a:pt x="6718" y="5472"/>
                    <a:pt x="6931" y="5320"/>
                  </a:cubicBezTo>
                  <a:lnTo>
                    <a:pt x="6535" y="5320"/>
                  </a:lnTo>
                  <a:cubicBezTo>
                    <a:pt x="6564" y="5177"/>
                    <a:pt x="6728" y="4952"/>
                    <a:pt x="6899" y="4952"/>
                  </a:cubicBezTo>
                  <a:cubicBezTo>
                    <a:pt x="6910" y="4952"/>
                    <a:pt x="6920" y="4953"/>
                    <a:pt x="6931" y="4955"/>
                  </a:cubicBezTo>
                  <a:cubicBezTo>
                    <a:pt x="6896" y="4940"/>
                    <a:pt x="6858" y="4934"/>
                    <a:pt x="6816" y="4934"/>
                  </a:cubicBezTo>
                  <a:cubicBezTo>
                    <a:pt x="6600" y="4934"/>
                    <a:pt x="6294" y="5116"/>
                    <a:pt x="5988" y="5320"/>
                  </a:cubicBezTo>
                  <a:cubicBezTo>
                    <a:pt x="5624" y="5624"/>
                    <a:pt x="5198" y="5837"/>
                    <a:pt x="4773" y="6019"/>
                  </a:cubicBezTo>
                  <a:cubicBezTo>
                    <a:pt x="4773" y="6201"/>
                    <a:pt x="4681" y="6444"/>
                    <a:pt x="4864" y="6505"/>
                  </a:cubicBezTo>
                  <a:lnTo>
                    <a:pt x="5016" y="6323"/>
                  </a:lnTo>
                  <a:cubicBezTo>
                    <a:pt x="5360" y="6409"/>
                    <a:pt x="5027" y="6875"/>
                    <a:pt x="5245" y="6875"/>
                  </a:cubicBezTo>
                  <a:cubicBezTo>
                    <a:pt x="5258" y="6875"/>
                    <a:pt x="5272" y="6873"/>
                    <a:pt x="5289" y="6870"/>
                  </a:cubicBezTo>
                  <a:lnTo>
                    <a:pt x="5289" y="6870"/>
                  </a:lnTo>
                  <a:cubicBezTo>
                    <a:pt x="5228" y="7235"/>
                    <a:pt x="5228" y="7691"/>
                    <a:pt x="4833" y="7843"/>
                  </a:cubicBezTo>
                  <a:lnTo>
                    <a:pt x="4448" y="7576"/>
                  </a:lnTo>
                  <a:lnTo>
                    <a:pt x="4448" y="7576"/>
                  </a:lnTo>
                  <a:cubicBezTo>
                    <a:pt x="4246" y="7621"/>
                    <a:pt x="4064" y="7689"/>
                    <a:pt x="4225" y="7964"/>
                  </a:cubicBezTo>
                  <a:lnTo>
                    <a:pt x="4681" y="7964"/>
                  </a:lnTo>
                  <a:lnTo>
                    <a:pt x="4681" y="8603"/>
                  </a:lnTo>
                  <a:cubicBezTo>
                    <a:pt x="4681" y="8785"/>
                    <a:pt x="4651" y="8967"/>
                    <a:pt x="4499" y="9058"/>
                  </a:cubicBezTo>
                  <a:cubicBezTo>
                    <a:pt x="4610" y="9098"/>
                    <a:pt x="4663" y="9111"/>
                    <a:pt x="4690" y="9111"/>
                  </a:cubicBezTo>
                  <a:cubicBezTo>
                    <a:pt x="4741" y="9111"/>
                    <a:pt x="4705" y="9067"/>
                    <a:pt x="4785" y="9067"/>
                  </a:cubicBezTo>
                  <a:cubicBezTo>
                    <a:pt x="4827" y="9067"/>
                    <a:pt x="4904" y="9080"/>
                    <a:pt x="5046" y="9119"/>
                  </a:cubicBezTo>
                  <a:cubicBezTo>
                    <a:pt x="4428" y="8854"/>
                    <a:pt x="5522" y="8561"/>
                    <a:pt x="4926" y="8321"/>
                  </a:cubicBezTo>
                  <a:lnTo>
                    <a:pt x="4926" y="8321"/>
                  </a:lnTo>
                  <a:cubicBezTo>
                    <a:pt x="5061" y="8368"/>
                    <a:pt x="5155" y="8385"/>
                    <a:pt x="5228" y="8385"/>
                  </a:cubicBezTo>
                  <a:cubicBezTo>
                    <a:pt x="5403" y="8385"/>
                    <a:pt x="5457" y="8291"/>
                    <a:pt x="5662" y="8291"/>
                  </a:cubicBezTo>
                  <a:cubicBezTo>
                    <a:pt x="5731" y="8291"/>
                    <a:pt x="5816" y="8301"/>
                    <a:pt x="5928" y="8329"/>
                  </a:cubicBezTo>
                  <a:cubicBezTo>
                    <a:pt x="5836" y="8238"/>
                    <a:pt x="5654" y="8207"/>
                    <a:pt x="5897" y="8086"/>
                  </a:cubicBezTo>
                  <a:cubicBezTo>
                    <a:pt x="5897" y="8025"/>
                    <a:pt x="5867" y="7995"/>
                    <a:pt x="5867" y="7934"/>
                  </a:cubicBezTo>
                  <a:cubicBezTo>
                    <a:pt x="5776" y="7934"/>
                    <a:pt x="5684" y="7903"/>
                    <a:pt x="5593" y="7873"/>
                  </a:cubicBezTo>
                  <a:cubicBezTo>
                    <a:pt x="5472" y="7508"/>
                    <a:pt x="5806" y="7204"/>
                    <a:pt x="5836" y="6961"/>
                  </a:cubicBezTo>
                  <a:cubicBezTo>
                    <a:pt x="5848" y="6959"/>
                    <a:pt x="5859" y="6958"/>
                    <a:pt x="5868" y="6958"/>
                  </a:cubicBezTo>
                  <a:cubicBezTo>
                    <a:pt x="6000" y="6958"/>
                    <a:pt x="5879" y="7148"/>
                    <a:pt x="6049" y="7204"/>
                  </a:cubicBezTo>
                  <a:lnTo>
                    <a:pt x="6080" y="6870"/>
                  </a:lnTo>
                  <a:cubicBezTo>
                    <a:pt x="6323" y="7113"/>
                    <a:pt x="6779" y="7052"/>
                    <a:pt x="6596" y="7417"/>
                  </a:cubicBezTo>
                  <a:lnTo>
                    <a:pt x="6900" y="7235"/>
                  </a:lnTo>
                  <a:cubicBezTo>
                    <a:pt x="6925" y="7238"/>
                    <a:pt x="6950" y="7239"/>
                    <a:pt x="6975" y="7239"/>
                  </a:cubicBezTo>
                  <a:cubicBezTo>
                    <a:pt x="7192" y="7239"/>
                    <a:pt x="7399" y="7122"/>
                    <a:pt x="7508" y="6931"/>
                  </a:cubicBezTo>
                  <a:cubicBezTo>
                    <a:pt x="7651" y="6907"/>
                    <a:pt x="7682" y="6566"/>
                    <a:pt x="7689" y="6566"/>
                  </a:cubicBezTo>
                  <a:cubicBezTo>
                    <a:pt x="7691" y="6566"/>
                    <a:pt x="7691" y="6592"/>
                    <a:pt x="7691" y="6657"/>
                  </a:cubicBezTo>
                  <a:cubicBezTo>
                    <a:pt x="7843" y="6505"/>
                    <a:pt x="7964" y="6353"/>
                    <a:pt x="8086" y="6171"/>
                  </a:cubicBezTo>
                  <a:lnTo>
                    <a:pt x="8146" y="6262"/>
                  </a:lnTo>
                  <a:cubicBezTo>
                    <a:pt x="8571" y="6023"/>
                    <a:pt x="8834" y="5367"/>
                    <a:pt x="9481" y="5367"/>
                  </a:cubicBezTo>
                  <a:cubicBezTo>
                    <a:pt x="9575" y="5367"/>
                    <a:pt x="9676" y="5380"/>
                    <a:pt x="9788" y="5411"/>
                  </a:cubicBezTo>
                  <a:cubicBezTo>
                    <a:pt x="9909" y="5198"/>
                    <a:pt x="10122" y="5077"/>
                    <a:pt x="10365" y="5046"/>
                  </a:cubicBezTo>
                  <a:lnTo>
                    <a:pt x="10548" y="5289"/>
                  </a:lnTo>
                  <a:cubicBezTo>
                    <a:pt x="10730" y="5077"/>
                    <a:pt x="11308" y="5289"/>
                    <a:pt x="11308" y="4955"/>
                  </a:cubicBezTo>
                  <a:cubicBezTo>
                    <a:pt x="11449" y="5150"/>
                    <a:pt x="11604" y="5218"/>
                    <a:pt x="11762" y="5218"/>
                  </a:cubicBezTo>
                  <a:cubicBezTo>
                    <a:pt x="12138" y="5218"/>
                    <a:pt x="12535" y="4833"/>
                    <a:pt x="12834" y="4833"/>
                  </a:cubicBezTo>
                  <a:cubicBezTo>
                    <a:pt x="12842" y="4833"/>
                    <a:pt x="12850" y="4833"/>
                    <a:pt x="12858" y="4834"/>
                  </a:cubicBezTo>
                  <a:lnTo>
                    <a:pt x="12797" y="4469"/>
                  </a:lnTo>
                  <a:cubicBezTo>
                    <a:pt x="13101" y="4408"/>
                    <a:pt x="13375" y="4256"/>
                    <a:pt x="13648" y="4074"/>
                  </a:cubicBezTo>
                  <a:lnTo>
                    <a:pt x="13557" y="3739"/>
                  </a:lnTo>
                  <a:cubicBezTo>
                    <a:pt x="13628" y="3669"/>
                    <a:pt x="13712" y="3644"/>
                    <a:pt x="13803" y="3644"/>
                  </a:cubicBezTo>
                  <a:cubicBezTo>
                    <a:pt x="13907" y="3644"/>
                    <a:pt x="14021" y="3676"/>
                    <a:pt x="14134" y="3709"/>
                  </a:cubicBezTo>
                  <a:cubicBezTo>
                    <a:pt x="14378" y="3800"/>
                    <a:pt x="14621" y="3861"/>
                    <a:pt x="14864" y="3861"/>
                  </a:cubicBezTo>
                  <a:cubicBezTo>
                    <a:pt x="14849" y="3922"/>
                    <a:pt x="14811" y="3944"/>
                    <a:pt x="14765" y="3944"/>
                  </a:cubicBezTo>
                  <a:cubicBezTo>
                    <a:pt x="14720" y="3944"/>
                    <a:pt x="14666" y="3922"/>
                    <a:pt x="14621" y="3891"/>
                  </a:cubicBezTo>
                  <a:lnTo>
                    <a:pt x="14621" y="3891"/>
                  </a:lnTo>
                  <a:cubicBezTo>
                    <a:pt x="14754" y="4068"/>
                    <a:pt x="14886" y="4131"/>
                    <a:pt x="15026" y="4131"/>
                  </a:cubicBezTo>
                  <a:cubicBezTo>
                    <a:pt x="15174" y="4131"/>
                    <a:pt x="15330" y="4061"/>
                    <a:pt x="15502" y="3982"/>
                  </a:cubicBezTo>
                  <a:cubicBezTo>
                    <a:pt x="15672" y="3880"/>
                    <a:pt x="15843" y="3797"/>
                    <a:pt x="15997" y="3797"/>
                  </a:cubicBezTo>
                  <a:cubicBezTo>
                    <a:pt x="16118" y="3797"/>
                    <a:pt x="16229" y="3849"/>
                    <a:pt x="16323" y="3982"/>
                  </a:cubicBezTo>
                  <a:cubicBezTo>
                    <a:pt x="16355" y="3961"/>
                    <a:pt x="16395" y="3951"/>
                    <a:pt x="16436" y="3951"/>
                  </a:cubicBezTo>
                  <a:cubicBezTo>
                    <a:pt x="16510" y="3951"/>
                    <a:pt x="16588" y="3984"/>
                    <a:pt x="16627" y="4043"/>
                  </a:cubicBezTo>
                  <a:lnTo>
                    <a:pt x="16657" y="4043"/>
                  </a:lnTo>
                  <a:cubicBezTo>
                    <a:pt x="16661" y="4054"/>
                    <a:pt x="16664" y="4064"/>
                    <a:pt x="16668" y="4074"/>
                  </a:cubicBezTo>
                  <a:lnTo>
                    <a:pt x="16668" y="4074"/>
                  </a:lnTo>
                  <a:cubicBezTo>
                    <a:pt x="16816" y="4072"/>
                    <a:pt x="16964" y="4043"/>
                    <a:pt x="17083" y="4013"/>
                  </a:cubicBezTo>
                  <a:lnTo>
                    <a:pt x="17083" y="4013"/>
                  </a:lnTo>
                  <a:lnTo>
                    <a:pt x="17052" y="4408"/>
                  </a:lnTo>
                  <a:lnTo>
                    <a:pt x="17083" y="4408"/>
                  </a:lnTo>
                  <a:cubicBezTo>
                    <a:pt x="17105" y="4436"/>
                    <a:pt x="17126" y="4449"/>
                    <a:pt x="17144" y="4449"/>
                  </a:cubicBezTo>
                  <a:cubicBezTo>
                    <a:pt x="17224" y="4449"/>
                    <a:pt x="17260" y="4205"/>
                    <a:pt x="17235" y="3982"/>
                  </a:cubicBezTo>
                  <a:cubicBezTo>
                    <a:pt x="17326" y="3952"/>
                    <a:pt x="17417" y="3891"/>
                    <a:pt x="17508" y="3830"/>
                  </a:cubicBezTo>
                  <a:lnTo>
                    <a:pt x="17508" y="3830"/>
                  </a:lnTo>
                  <a:cubicBezTo>
                    <a:pt x="17483" y="4067"/>
                    <a:pt x="17550" y="4099"/>
                    <a:pt x="17635" y="4099"/>
                  </a:cubicBezTo>
                  <a:cubicBezTo>
                    <a:pt x="17668" y="4099"/>
                    <a:pt x="17704" y="4095"/>
                    <a:pt x="17739" y="4095"/>
                  </a:cubicBezTo>
                  <a:cubicBezTo>
                    <a:pt x="17833" y="4095"/>
                    <a:pt x="17917" y="4131"/>
                    <a:pt x="17903" y="4408"/>
                  </a:cubicBezTo>
                  <a:cubicBezTo>
                    <a:pt x="18086" y="4134"/>
                    <a:pt x="18694" y="4469"/>
                    <a:pt x="19028" y="3891"/>
                  </a:cubicBezTo>
                  <a:lnTo>
                    <a:pt x="19028" y="3891"/>
                  </a:lnTo>
                  <a:cubicBezTo>
                    <a:pt x="19003" y="3966"/>
                    <a:pt x="19019" y="4021"/>
                    <a:pt x="18992" y="4021"/>
                  </a:cubicBezTo>
                  <a:cubicBezTo>
                    <a:pt x="18986" y="4021"/>
                    <a:pt x="18978" y="4018"/>
                    <a:pt x="18967" y="4013"/>
                  </a:cubicBezTo>
                  <a:lnTo>
                    <a:pt x="18967" y="4013"/>
                  </a:lnTo>
                  <a:cubicBezTo>
                    <a:pt x="19063" y="4109"/>
                    <a:pt x="19178" y="4223"/>
                    <a:pt x="19326" y="4223"/>
                  </a:cubicBezTo>
                  <a:cubicBezTo>
                    <a:pt x="19366" y="4223"/>
                    <a:pt x="19408" y="4215"/>
                    <a:pt x="19454" y="4195"/>
                  </a:cubicBezTo>
                  <a:lnTo>
                    <a:pt x="19454" y="4195"/>
                  </a:lnTo>
                  <a:lnTo>
                    <a:pt x="19332" y="4651"/>
                  </a:lnTo>
                  <a:cubicBezTo>
                    <a:pt x="19545" y="4499"/>
                    <a:pt x="19758" y="4378"/>
                    <a:pt x="19940" y="4256"/>
                  </a:cubicBezTo>
                  <a:lnTo>
                    <a:pt x="19940" y="4256"/>
                  </a:lnTo>
                  <a:cubicBezTo>
                    <a:pt x="20062" y="4651"/>
                    <a:pt x="20062" y="4803"/>
                    <a:pt x="19697" y="5016"/>
                  </a:cubicBezTo>
                  <a:cubicBezTo>
                    <a:pt x="19979" y="4937"/>
                    <a:pt x="20118" y="4921"/>
                    <a:pt x="20218" y="4921"/>
                  </a:cubicBezTo>
                  <a:cubicBezTo>
                    <a:pt x="20288" y="4921"/>
                    <a:pt x="20338" y="4929"/>
                    <a:pt x="20403" y="4929"/>
                  </a:cubicBezTo>
                  <a:cubicBezTo>
                    <a:pt x="20497" y="4929"/>
                    <a:pt x="20623" y="4912"/>
                    <a:pt x="20882" y="4834"/>
                  </a:cubicBezTo>
                  <a:lnTo>
                    <a:pt x="20882" y="4834"/>
                  </a:lnTo>
                  <a:lnTo>
                    <a:pt x="20730" y="5077"/>
                  </a:lnTo>
                  <a:cubicBezTo>
                    <a:pt x="20755" y="5087"/>
                    <a:pt x="20788" y="5090"/>
                    <a:pt x="20826" y="5090"/>
                  </a:cubicBezTo>
                  <a:cubicBezTo>
                    <a:pt x="20911" y="5090"/>
                    <a:pt x="21019" y="5072"/>
                    <a:pt x="21112" y="5072"/>
                  </a:cubicBezTo>
                  <a:cubicBezTo>
                    <a:pt x="21230" y="5072"/>
                    <a:pt x="21322" y="5101"/>
                    <a:pt x="21308" y="5229"/>
                  </a:cubicBezTo>
                  <a:cubicBezTo>
                    <a:pt x="21338" y="5897"/>
                    <a:pt x="22949" y="6353"/>
                    <a:pt x="23405" y="7417"/>
                  </a:cubicBezTo>
                  <a:cubicBezTo>
                    <a:pt x="23499" y="7223"/>
                    <a:pt x="23555" y="7153"/>
                    <a:pt x="23592" y="7153"/>
                  </a:cubicBezTo>
                  <a:cubicBezTo>
                    <a:pt x="23687" y="7153"/>
                    <a:pt x="23658" y="7614"/>
                    <a:pt x="23818" y="7614"/>
                  </a:cubicBezTo>
                  <a:cubicBezTo>
                    <a:pt x="23859" y="7614"/>
                    <a:pt x="23912" y="7584"/>
                    <a:pt x="23983" y="7508"/>
                  </a:cubicBezTo>
                  <a:lnTo>
                    <a:pt x="23983" y="7508"/>
                  </a:lnTo>
                  <a:cubicBezTo>
                    <a:pt x="23891" y="7691"/>
                    <a:pt x="23922" y="7903"/>
                    <a:pt x="23679" y="7903"/>
                  </a:cubicBezTo>
                  <a:cubicBezTo>
                    <a:pt x="24143" y="8058"/>
                    <a:pt x="24082" y="8497"/>
                    <a:pt x="24442" y="8497"/>
                  </a:cubicBezTo>
                  <a:cubicBezTo>
                    <a:pt x="24507" y="8497"/>
                    <a:pt x="24585" y="8483"/>
                    <a:pt x="24682" y="8451"/>
                  </a:cubicBezTo>
                  <a:lnTo>
                    <a:pt x="24682" y="8451"/>
                  </a:lnTo>
                  <a:cubicBezTo>
                    <a:pt x="24591" y="8663"/>
                    <a:pt x="24408" y="8603"/>
                    <a:pt x="24347" y="8724"/>
                  </a:cubicBezTo>
                  <a:cubicBezTo>
                    <a:pt x="24408" y="8724"/>
                    <a:pt x="24591" y="8724"/>
                    <a:pt x="24530" y="8846"/>
                  </a:cubicBezTo>
                  <a:cubicBezTo>
                    <a:pt x="24509" y="8927"/>
                    <a:pt x="24449" y="8927"/>
                    <a:pt x="24374" y="8927"/>
                  </a:cubicBezTo>
                  <a:lnTo>
                    <a:pt x="24374" y="8927"/>
                  </a:lnTo>
                  <a:cubicBezTo>
                    <a:pt x="24337" y="8927"/>
                    <a:pt x="24297" y="8927"/>
                    <a:pt x="24256" y="8937"/>
                  </a:cubicBezTo>
                  <a:cubicBezTo>
                    <a:pt x="24347" y="9012"/>
                    <a:pt x="24445" y="9045"/>
                    <a:pt x="24548" y="9045"/>
                  </a:cubicBezTo>
                  <a:cubicBezTo>
                    <a:pt x="24860" y="9045"/>
                    <a:pt x="25220" y="8748"/>
                    <a:pt x="25563" y="8451"/>
                  </a:cubicBezTo>
                  <a:cubicBezTo>
                    <a:pt x="25563" y="8715"/>
                    <a:pt x="25611" y="8836"/>
                    <a:pt x="25800" y="8836"/>
                  </a:cubicBezTo>
                  <a:cubicBezTo>
                    <a:pt x="25871" y="8836"/>
                    <a:pt x="25963" y="8818"/>
                    <a:pt x="26080" y="8785"/>
                  </a:cubicBezTo>
                  <a:lnTo>
                    <a:pt x="26080" y="8785"/>
                  </a:lnTo>
                  <a:cubicBezTo>
                    <a:pt x="26012" y="8920"/>
                    <a:pt x="25978" y="9106"/>
                    <a:pt x="25866" y="9106"/>
                  </a:cubicBezTo>
                  <a:cubicBezTo>
                    <a:pt x="25827" y="9106"/>
                    <a:pt x="25778" y="9083"/>
                    <a:pt x="25715" y="9028"/>
                  </a:cubicBezTo>
                  <a:lnTo>
                    <a:pt x="25715" y="9028"/>
                  </a:lnTo>
                  <a:cubicBezTo>
                    <a:pt x="25806" y="9210"/>
                    <a:pt x="25898" y="9393"/>
                    <a:pt x="26050" y="9545"/>
                  </a:cubicBezTo>
                  <a:cubicBezTo>
                    <a:pt x="26137" y="9698"/>
                    <a:pt x="26256" y="9819"/>
                    <a:pt x="26394" y="9819"/>
                  </a:cubicBezTo>
                  <a:cubicBezTo>
                    <a:pt x="26449" y="9819"/>
                    <a:pt x="26506" y="9800"/>
                    <a:pt x="26566" y="9758"/>
                  </a:cubicBezTo>
                  <a:lnTo>
                    <a:pt x="26566" y="9758"/>
                  </a:lnTo>
                  <a:cubicBezTo>
                    <a:pt x="26505" y="9879"/>
                    <a:pt x="26688" y="9970"/>
                    <a:pt x="26749" y="10001"/>
                  </a:cubicBezTo>
                  <a:cubicBezTo>
                    <a:pt x="26870" y="10244"/>
                    <a:pt x="26992" y="10457"/>
                    <a:pt x="27174" y="10669"/>
                  </a:cubicBezTo>
                  <a:cubicBezTo>
                    <a:pt x="27174" y="10639"/>
                    <a:pt x="27174" y="10609"/>
                    <a:pt x="27174" y="10548"/>
                  </a:cubicBezTo>
                  <a:cubicBezTo>
                    <a:pt x="27264" y="10524"/>
                    <a:pt x="27331" y="10514"/>
                    <a:pt x="27382" y="10514"/>
                  </a:cubicBezTo>
                  <a:cubicBezTo>
                    <a:pt x="27661" y="10514"/>
                    <a:pt x="27450" y="10824"/>
                    <a:pt x="27630" y="11004"/>
                  </a:cubicBezTo>
                  <a:lnTo>
                    <a:pt x="27569" y="11004"/>
                  </a:lnTo>
                  <a:cubicBezTo>
                    <a:pt x="27539" y="11399"/>
                    <a:pt x="27569" y="11460"/>
                    <a:pt x="27630" y="11490"/>
                  </a:cubicBezTo>
                  <a:cubicBezTo>
                    <a:pt x="27721" y="11551"/>
                    <a:pt x="27812" y="11612"/>
                    <a:pt x="27600" y="11976"/>
                  </a:cubicBezTo>
                  <a:lnTo>
                    <a:pt x="27934" y="11855"/>
                  </a:lnTo>
                  <a:cubicBezTo>
                    <a:pt x="27963" y="11853"/>
                    <a:pt x="27990" y="11852"/>
                    <a:pt x="28014" y="11852"/>
                  </a:cubicBezTo>
                  <a:cubicBezTo>
                    <a:pt x="28316" y="11852"/>
                    <a:pt x="28229" y="12023"/>
                    <a:pt x="28116" y="12220"/>
                  </a:cubicBezTo>
                  <a:cubicBezTo>
                    <a:pt x="27964" y="12432"/>
                    <a:pt x="27721" y="12645"/>
                    <a:pt x="27873" y="12828"/>
                  </a:cubicBezTo>
                  <a:lnTo>
                    <a:pt x="28086" y="12706"/>
                  </a:lnTo>
                  <a:lnTo>
                    <a:pt x="28086" y="12706"/>
                  </a:lnTo>
                  <a:cubicBezTo>
                    <a:pt x="28208" y="12797"/>
                    <a:pt x="27934" y="12980"/>
                    <a:pt x="27630" y="13071"/>
                  </a:cubicBezTo>
                  <a:cubicBezTo>
                    <a:pt x="27387" y="13162"/>
                    <a:pt x="27113" y="13253"/>
                    <a:pt x="26870" y="13375"/>
                  </a:cubicBezTo>
                  <a:cubicBezTo>
                    <a:pt x="26864" y="13378"/>
                    <a:pt x="26857" y="13379"/>
                    <a:pt x="26852" y="13379"/>
                  </a:cubicBezTo>
                  <a:cubicBezTo>
                    <a:pt x="26803" y="13379"/>
                    <a:pt x="26776" y="13277"/>
                    <a:pt x="26749" y="13223"/>
                  </a:cubicBezTo>
                  <a:lnTo>
                    <a:pt x="26749" y="13223"/>
                  </a:lnTo>
                  <a:cubicBezTo>
                    <a:pt x="26232" y="13648"/>
                    <a:pt x="27205" y="13344"/>
                    <a:pt x="27265" y="13770"/>
                  </a:cubicBezTo>
                  <a:cubicBezTo>
                    <a:pt x="27083" y="13770"/>
                    <a:pt x="26860" y="13675"/>
                    <a:pt x="26705" y="13675"/>
                  </a:cubicBezTo>
                  <a:cubicBezTo>
                    <a:pt x="26627" y="13675"/>
                    <a:pt x="26566" y="13699"/>
                    <a:pt x="26536" y="13770"/>
                  </a:cubicBezTo>
                  <a:cubicBezTo>
                    <a:pt x="26293" y="13800"/>
                    <a:pt x="27144" y="14742"/>
                    <a:pt x="26505" y="14955"/>
                  </a:cubicBezTo>
                  <a:cubicBezTo>
                    <a:pt x="26548" y="14955"/>
                    <a:pt x="26592" y="14954"/>
                    <a:pt x="26635" y="14954"/>
                  </a:cubicBezTo>
                  <a:cubicBezTo>
                    <a:pt x="26808" y="14954"/>
                    <a:pt x="26974" y="14973"/>
                    <a:pt x="27022" y="15168"/>
                  </a:cubicBezTo>
                  <a:cubicBezTo>
                    <a:pt x="26961" y="15502"/>
                    <a:pt x="26019" y="15654"/>
                    <a:pt x="26445" y="16171"/>
                  </a:cubicBezTo>
                  <a:cubicBezTo>
                    <a:pt x="26414" y="16186"/>
                    <a:pt x="26384" y="16194"/>
                    <a:pt x="26357" y="16194"/>
                  </a:cubicBezTo>
                  <a:cubicBezTo>
                    <a:pt x="26331" y="16194"/>
                    <a:pt x="26308" y="16186"/>
                    <a:pt x="26293" y="16171"/>
                  </a:cubicBezTo>
                  <a:lnTo>
                    <a:pt x="26293" y="16171"/>
                  </a:lnTo>
                  <a:cubicBezTo>
                    <a:pt x="26323" y="16475"/>
                    <a:pt x="26141" y="16992"/>
                    <a:pt x="26384" y="17326"/>
                  </a:cubicBezTo>
                  <a:cubicBezTo>
                    <a:pt x="26273" y="17286"/>
                    <a:pt x="26181" y="17269"/>
                    <a:pt x="26103" y="17269"/>
                  </a:cubicBezTo>
                  <a:cubicBezTo>
                    <a:pt x="25454" y="17269"/>
                    <a:pt x="25835" y="18501"/>
                    <a:pt x="25398" y="18501"/>
                  </a:cubicBezTo>
                  <a:cubicBezTo>
                    <a:pt x="25326" y="18501"/>
                    <a:pt x="25232" y="18468"/>
                    <a:pt x="25107" y="18390"/>
                  </a:cubicBezTo>
                  <a:lnTo>
                    <a:pt x="24712" y="19089"/>
                  </a:lnTo>
                  <a:lnTo>
                    <a:pt x="24651" y="18998"/>
                  </a:lnTo>
                  <a:cubicBezTo>
                    <a:pt x="24378" y="19271"/>
                    <a:pt x="24347" y="19667"/>
                    <a:pt x="24530" y="19971"/>
                  </a:cubicBezTo>
                  <a:cubicBezTo>
                    <a:pt x="24510" y="19981"/>
                    <a:pt x="24492" y="19985"/>
                    <a:pt x="24477" y="19985"/>
                  </a:cubicBezTo>
                  <a:cubicBezTo>
                    <a:pt x="24397" y="19985"/>
                    <a:pt x="24368" y="19874"/>
                    <a:pt x="24317" y="19849"/>
                  </a:cubicBezTo>
                  <a:cubicBezTo>
                    <a:pt x="23709" y="20335"/>
                    <a:pt x="23709" y="20396"/>
                    <a:pt x="23800" y="21247"/>
                  </a:cubicBezTo>
                  <a:lnTo>
                    <a:pt x="23466" y="21065"/>
                  </a:lnTo>
                  <a:lnTo>
                    <a:pt x="23466" y="21065"/>
                  </a:lnTo>
                  <a:cubicBezTo>
                    <a:pt x="23527" y="21338"/>
                    <a:pt x="22341" y="21582"/>
                    <a:pt x="22220" y="22433"/>
                  </a:cubicBezTo>
                  <a:cubicBezTo>
                    <a:pt x="22159" y="22372"/>
                    <a:pt x="22128" y="22311"/>
                    <a:pt x="22128" y="22250"/>
                  </a:cubicBezTo>
                  <a:cubicBezTo>
                    <a:pt x="21977" y="23192"/>
                    <a:pt x="20092" y="23192"/>
                    <a:pt x="20943" y="24256"/>
                  </a:cubicBezTo>
                  <a:lnTo>
                    <a:pt x="20852" y="24925"/>
                  </a:lnTo>
                  <a:cubicBezTo>
                    <a:pt x="20968" y="24815"/>
                    <a:pt x="21051" y="24773"/>
                    <a:pt x="21114" y="24773"/>
                  </a:cubicBezTo>
                  <a:cubicBezTo>
                    <a:pt x="21334" y="24773"/>
                    <a:pt x="21305" y="25296"/>
                    <a:pt x="21561" y="25296"/>
                  </a:cubicBezTo>
                  <a:cubicBezTo>
                    <a:pt x="21577" y="25296"/>
                    <a:pt x="21594" y="25294"/>
                    <a:pt x="21612" y="25290"/>
                  </a:cubicBezTo>
                  <a:lnTo>
                    <a:pt x="21612" y="25290"/>
                  </a:lnTo>
                  <a:cubicBezTo>
                    <a:pt x="21548" y="25418"/>
                    <a:pt x="21340" y="25496"/>
                    <a:pt x="21180" y="25496"/>
                  </a:cubicBezTo>
                  <a:cubicBezTo>
                    <a:pt x="21037" y="25496"/>
                    <a:pt x="20932" y="25433"/>
                    <a:pt x="21004" y="25290"/>
                  </a:cubicBezTo>
                  <a:lnTo>
                    <a:pt x="21095" y="25290"/>
                  </a:lnTo>
                  <a:cubicBezTo>
                    <a:pt x="20992" y="25174"/>
                    <a:pt x="20899" y="25130"/>
                    <a:pt x="20812" y="25130"/>
                  </a:cubicBezTo>
                  <a:cubicBezTo>
                    <a:pt x="20547" y="25130"/>
                    <a:pt x="20343" y="25539"/>
                    <a:pt x="20120" y="25539"/>
                  </a:cubicBezTo>
                  <a:cubicBezTo>
                    <a:pt x="20071" y="25539"/>
                    <a:pt x="20022" y="25519"/>
                    <a:pt x="19970" y="25472"/>
                  </a:cubicBezTo>
                  <a:cubicBezTo>
                    <a:pt x="19636" y="25898"/>
                    <a:pt x="19180" y="26232"/>
                    <a:pt x="18663" y="26414"/>
                  </a:cubicBezTo>
                  <a:cubicBezTo>
                    <a:pt x="18344" y="26483"/>
                    <a:pt x="18008" y="26517"/>
                    <a:pt x="17667" y="26517"/>
                  </a:cubicBezTo>
                  <a:cubicBezTo>
                    <a:pt x="17554" y="26517"/>
                    <a:pt x="17440" y="26513"/>
                    <a:pt x="17326" y="26506"/>
                  </a:cubicBezTo>
                  <a:lnTo>
                    <a:pt x="17326" y="26506"/>
                  </a:lnTo>
                  <a:lnTo>
                    <a:pt x="17478" y="27022"/>
                  </a:lnTo>
                  <a:lnTo>
                    <a:pt x="17083" y="27022"/>
                  </a:lnTo>
                  <a:cubicBezTo>
                    <a:pt x="16992" y="26870"/>
                    <a:pt x="16961" y="26597"/>
                    <a:pt x="17235" y="26597"/>
                  </a:cubicBezTo>
                  <a:cubicBezTo>
                    <a:pt x="17209" y="26533"/>
                    <a:pt x="17174" y="26506"/>
                    <a:pt x="17134" y="26506"/>
                  </a:cubicBezTo>
                  <a:cubicBezTo>
                    <a:pt x="16986" y="26506"/>
                    <a:pt x="16772" y="26872"/>
                    <a:pt x="16748" y="26992"/>
                  </a:cubicBezTo>
                  <a:cubicBezTo>
                    <a:pt x="16171" y="26718"/>
                    <a:pt x="17022" y="26354"/>
                    <a:pt x="16840" y="26323"/>
                  </a:cubicBezTo>
                  <a:lnTo>
                    <a:pt x="16840" y="26323"/>
                  </a:lnTo>
                  <a:lnTo>
                    <a:pt x="16596" y="26354"/>
                  </a:lnTo>
                  <a:lnTo>
                    <a:pt x="16627" y="26445"/>
                  </a:lnTo>
                  <a:cubicBezTo>
                    <a:pt x="16464" y="26608"/>
                    <a:pt x="16398" y="26819"/>
                    <a:pt x="16126" y="26819"/>
                  </a:cubicBezTo>
                  <a:cubicBezTo>
                    <a:pt x="16093" y="26819"/>
                    <a:pt x="16058" y="26816"/>
                    <a:pt x="16019" y="26810"/>
                  </a:cubicBezTo>
                  <a:cubicBezTo>
                    <a:pt x="15806" y="26688"/>
                    <a:pt x="15928" y="26475"/>
                    <a:pt x="15837" y="26445"/>
                  </a:cubicBezTo>
                  <a:cubicBezTo>
                    <a:pt x="15837" y="26384"/>
                    <a:pt x="15837" y="26384"/>
                    <a:pt x="15715" y="26384"/>
                  </a:cubicBezTo>
                  <a:lnTo>
                    <a:pt x="15168" y="26293"/>
                  </a:lnTo>
                  <a:lnTo>
                    <a:pt x="15320" y="26749"/>
                  </a:lnTo>
                  <a:cubicBezTo>
                    <a:pt x="15047" y="26930"/>
                    <a:pt x="14805" y="26660"/>
                    <a:pt x="14983" y="27168"/>
                  </a:cubicBezTo>
                  <a:lnTo>
                    <a:pt x="14983" y="27168"/>
                  </a:lnTo>
                  <a:cubicBezTo>
                    <a:pt x="14703" y="26385"/>
                    <a:pt x="12949" y="26566"/>
                    <a:pt x="12767" y="26293"/>
                  </a:cubicBezTo>
                  <a:cubicBezTo>
                    <a:pt x="12584" y="26384"/>
                    <a:pt x="12387" y="26430"/>
                    <a:pt x="12189" y="26430"/>
                  </a:cubicBezTo>
                  <a:cubicBezTo>
                    <a:pt x="11992" y="26430"/>
                    <a:pt x="11794" y="26384"/>
                    <a:pt x="11612" y="26293"/>
                  </a:cubicBezTo>
                  <a:lnTo>
                    <a:pt x="11612" y="26293"/>
                  </a:lnTo>
                  <a:cubicBezTo>
                    <a:pt x="11691" y="26398"/>
                    <a:pt x="11655" y="26778"/>
                    <a:pt x="11427" y="26778"/>
                  </a:cubicBezTo>
                  <a:cubicBezTo>
                    <a:pt x="11392" y="26778"/>
                    <a:pt x="11352" y="26769"/>
                    <a:pt x="11308" y="26749"/>
                  </a:cubicBezTo>
                  <a:cubicBezTo>
                    <a:pt x="11663" y="25860"/>
                    <a:pt x="10777" y="26155"/>
                    <a:pt x="10648" y="25468"/>
                  </a:cubicBezTo>
                  <a:lnTo>
                    <a:pt x="10648" y="25468"/>
                  </a:lnTo>
                  <a:cubicBezTo>
                    <a:pt x="10655" y="25594"/>
                    <a:pt x="10557" y="25622"/>
                    <a:pt x="10426" y="25622"/>
                  </a:cubicBezTo>
                  <a:cubicBezTo>
                    <a:pt x="10324" y="25622"/>
                    <a:pt x="10202" y="25605"/>
                    <a:pt x="10092" y="25605"/>
                  </a:cubicBezTo>
                  <a:cubicBezTo>
                    <a:pt x="9888" y="25605"/>
                    <a:pt x="9727" y="25662"/>
                    <a:pt x="9818" y="25989"/>
                  </a:cubicBezTo>
                  <a:cubicBezTo>
                    <a:pt x="9545" y="25837"/>
                    <a:pt x="9909" y="25624"/>
                    <a:pt x="9757" y="25351"/>
                  </a:cubicBezTo>
                  <a:lnTo>
                    <a:pt x="9757" y="25351"/>
                  </a:lnTo>
                  <a:cubicBezTo>
                    <a:pt x="9693" y="25363"/>
                    <a:pt x="9629" y="25368"/>
                    <a:pt x="9566" y="25368"/>
                  </a:cubicBezTo>
                  <a:cubicBezTo>
                    <a:pt x="8830" y="25368"/>
                    <a:pt x="8201" y="24607"/>
                    <a:pt x="7417" y="24439"/>
                  </a:cubicBezTo>
                  <a:cubicBezTo>
                    <a:pt x="7356" y="24560"/>
                    <a:pt x="7417" y="24834"/>
                    <a:pt x="7174" y="24925"/>
                  </a:cubicBezTo>
                  <a:lnTo>
                    <a:pt x="6961" y="24135"/>
                  </a:lnTo>
                  <a:cubicBezTo>
                    <a:pt x="6833" y="24135"/>
                    <a:pt x="6676" y="24448"/>
                    <a:pt x="6541" y="24448"/>
                  </a:cubicBezTo>
                  <a:cubicBezTo>
                    <a:pt x="6483" y="24448"/>
                    <a:pt x="6429" y="24390"/>
                    <a:pt x="6384" y="24226"/>
                  </a:cubicBezTo>
                  <a:cubicBezTo>
                    <a:pt x="6384" y="24348"/>
                    <a:pt x="6384" y="24530"/>
                    <a:pt x="6262" y="24530"/>
                  </a:cubicBezTo>
                  <a:cubicBezTo>
                    <a:pt x="5624" y="23952"/>
                    <a:pt x="4803" y="23679"/>
                    <a:pt x="4013" y="23375"/>
                  </a:cubicBezTo>
                  <a:cubicBezTo>
                    <a:pt x="3222" y="23071"/>
                    <a:pt x="2554" y="22706"/>
                    <a:pt x="2736" y="22098"/>
                  </a:cubicBezTo>
                  <a:cubicBezTo>
                    <a:pt x="2736" y="22007"/>
                    <a:pt x="2797" y="21946"/>
                    <a:pt x="2827" y="21855"/>
                  </a:cubicBezTo>
                  <a:lnTo>
                    <a:pt x="2827" y="21855"/>
                  </a:lnTo>
                  <a:cubicBezTo>
                    <a:pt x="2727" y="21972"/>
                    <a:pt x="2663" y="22016"/>
                    <a:pt x="2621" y="22016"/>
                  </a:cubicBezTo>
                  <a:cubicBezTo>
                    <a:pt x="2587" y="22016"/>
                    <a:pt x="2567" y="21987"/>
                    <a:pt x="2554" y="21946"/>
                  </a:cubicBezTo>
                  <a:cubicBezTo>
                    <a:pt x="2523" y="22007"/>
                    <a:pt x="2250" y="22068"/>
                    <a:pt x="2098" y="22129"/>
                  </a:cubicBezTo>
                  <a:cubicBezTo>
                    <a:pt x="2189" y="21916"/>
                    <a:pt x="2310" y="21733"/>
                    <a:pt x="2432" y="21521"/>
                  </a:cubicBezTo>
                  <a:cubicBezTo>
                    <a:pt x="1915" y="21521"/>
                    <a:pt x="2341" y="20882"/>
                    <a:pt x="1885" y="20822"/>
                  </a:cubicBezTo>
                  <a:lnTo>
                    <a:pt x="1885" y="20822"/>
                  </a:lnTo>
                  <a:lnTo>
                    <a:pt x="1976" y="21034"/>
                  </a:lnTo>
                  <a:cubicBezTo>
                    <a:pt x="1884" y="20986"/>
                    <a:pt x="1789" y="20965"/>
                    <a:pt x="1694" y="20965"/>
                  </a:cubicBezTo>
                  <a:cubicBezTo>
                    <a:pt x="1192" y="20965"/>
                    <a:pt x="648" y="21530"/>
                    <a:pt x="61" y="21582"/>
                  </a:cubicBezTo>
                  <a:cubicBezTo>
                    <a:pt x="365" y="21764"/>
                    <a:pt x="213" y="22007"/>
                    <a:pt x="92" y="22402"/>
                  </a:cubicBezTo>
                  <a:cubicBezTo>
                    <a:pt x="0" y="22797"/>
                    <a:pt x="0" y="23284"/>
                    <a:pt x="487" y="23466"/>
                  </a:cubicBezTo>
                  <a:cubicBezTo>
                    <a:pt x="517" y="23496"/>
                    <a:pt x="578" y="23496"/>
                    <a:pt x="639" y="23496"/>
                  </a:cubicBezTo>
                  <a:cubicBezTo>
                    <a:pt x="627" y="23594"/>
                    <a:pt x="576" y="23613"/>
                    <a:pt x="513" y="23613"/>
                  </a:cubicBezTo>
                  <a:cubicBezTo>
                    <a:pt x="471" y="23613"/>
                    <a:pt x="424" y="23605"/>
                    <a:pt x="380" y="23605"/>
                  </a:cubicBezTo>
                  <a:cubicBezTo>
                    <a:pt x="325" y="23605"/>
                    <a:pt x="274" y="23618"/>
                    <a:pt x="244" y="23679"/>
                  </a:cubicBezTo>
                  <a:cubicBezTo>
                    <a:pt x="639" y="23679"/>
                    <a:pt x="821" y="23861"/>
                    <a:pt x="1034" y="24256"/>
                  </a:cubicBezTo>
                  <a:lnTo>
                    <a:pt x="943" y="24287"/>
                  </a:lnTo>
                  <a:cubicBezTo>
                    <a:pt x="1490" y="24743"/>
                    <a:pt x="1794" y="24986"/>
                    <a:pt x="2128" y="25259"/>
                  </a:cubicBezTo>
                  <a:cubicBezTo>
                    <a:pt x="2462" y="25594"/>
                    <a:pt x="2827" y="25898"/>
                    <a:pt x="3222" y="26171"/>
                  </a:cubicBezTo>
                  <a:lnTo>
                    <a:pt x="3283" y="25807"/>
                  </a:lnTo>
                  <a:cubicBezTo>
                    <a:pt x="3496" y="25958"/>
                    <a:pt x="3496" y="26080"/>
                    <a:pt x="3557" y="26202"/>
                  </a:cubicBezTo>
                  <a:cubicBezTo>
                    <a:pt x="4043" y="25807"/>
                    <a:pt x="2949" y="25867"/>
                    <a:pt x="3435" y="25442"/>
                  </a:cubicBezTo>
                  <a:lnTo>
                    <a:pt x="3435" y="25442"/>
                  </a:lnTo>
                  <a:cubicBezTo>
                    <a:pt x="3435" y="26262"/>
                    <a:pt x="4955" y="26141"/>
                    <a:pt x="4833" y="26962"/>
                  </a:cubicBezTo>
                  <a:cubicBezTo>
                    <a:pt x="4878" y="26980"/>
                    <a:pt x="4913" y="26988"/>
                    <a:pt x="4940" y="26988"/>
                  </a:cubicBezTo>
                  <a:cubicBezTo>
                    <a:pt x="5110" y="26988"/>
                    <a:pt x="4976" y="26670"/>
                    <a:pt x="5145" y="26670"/>
                  </a:cubicBezTo>
                  <a:cubicBezTo>
                    <a:pt x="5167" y="26670"/>
                    <a:pt x="5195" y="26676"/>
                    <a:pt x="5228" y="26688"/>
                  </a:cubicBezTo>
                  <a:lnTo>
                    <a:pt x="5228" y="26931"/>
                  </a:lnTo>
                  <a:lnTo>
                    <a:pt x="5411" y="26718"/>
                  </a:lnTo>
                  <a:cubicBezTo>
                    <a:pt x="5593" y="26870"/>
                    <a:pt x="5654" y="27114"/>
                    <a:pt x="5593" y="27326"/>
                  </a:cubicBezTo>
                  <a:cubicBezTo>
                    <a:pt x="5571" y="27304"/>
                    <a:pt x="5540" y="27298"/>
                    <a:pt x="5507" y="27298"/>
                  </a:cubicBezTo>
                  <a:cubicBezTo>
                    <a:pt x="5471" y="27298"/>
                    <a:pt x="5432" y="27305"/>
                    <a:pt x="5399" y="27305"/>
                  </a:cubicBezTo>
                  <a:cubicBezTo>
                    <a:pt x="5381" y="27305"/>
                    <a:pt x="5364" y="27303"/>
                    <a:pt x="5350" y="27296"/>
                  </a:cubicBezTo>
                  <a:lnTo>
                    <a:pt x="5350" y="27296"/>
                  </a:lnTo>
                  <a:cubicBezTo>
                    <a:pt x="5523" y="27671"/>
                    <a:pt x="6133" y="27553"/>
                    <a:pt x="6274" y="27644"/>
                  </a:cubicBezTo>
                  <a:lnTo>
                    <a:pt x="6274" y="27644"/>
                  </a:lnTo>
                  <a:lnTo>
                    <a:pt x="5988" y="27387"/>
                  </a:lnTo>
                  <a:lnTo>
                    <a:pt x="5988" y="27387"/>
                  </a:lnTo>
                  <a:cubicBezTo>
                    <a:pt x="6900" y="27548"/>
                    <a:pt x="7858" y="28087"/>
                    <a:pt x="8802" y="28087"/>
                  </a:cubicBezTo>
                  <a:cubicBezTo>
                    <a:pt x="8928" y="28087"/>
                    <a:pt x="9054" y="28077"/>
                    <a:pt x="9180" y="28056"/>
                  </a:cubicBezTo>
                  <a:lnTo>
                    <a:pt x="9150" y="27873"/>
                  </a:lnTo>
                  <a:cubicBezTo>
                    <a:pt x="9221" y="27865"/>
                    <a:pt x="9284" y="27861"/>
                    <a:pt x="9339" y="27861"/>
                  </a:cubicBezTo>
                  <a:cubicBezTo>
                    <a:pt x="9899" y="27861"/>
                    <a:pt x="9740" y="28244"/>
                    <a:pt x="10487" y="28299"/>
                  </a:cubicBezTo>
                  <a:lnTo>
                    <a:pt x="10457" y="28329"/>
                  </a:lnTo>
                  <a:cubicBezTo>
                    <a:pt x="10578" y="28248"/>
                    <a:pt x="10727" y="28208"/>
                    <a:pt x="10875" y="28208"/>
                  </a:cubicBezTo>
                  <a:cubicBezTo>
                    <a:pt x="10950" y="28208"/>
                    <a:pt x="11024" y="28218"/>
                    <a:pt x="11095" y="28238"/>
                  </a:cubicBezTo>
                  <a:cubicBezTo>
                    <a:pt x="10852" y="28390"/>
                    <a:pt x="11399" y="28694"/>
                    <a:pt x="11095" y="28846"/>
                  </a:cubicBezTo>
                  <a:cubicBezTo>
                    <a:pt x="11946" y="28694"/>
                    <a:pt x="11520" y="28664"/>
                    <a:pt x="12189" y="28177"/>
                  </a:cubicBezTo>
                  <a:lnTo>
                    <a:pt x="12250" y="28481"/>
                  </a:lnTo>
                  <a:cubicBezTo>
                    <a:pt x="12463" y="28269"/>
                    <a:pt x="12493" y="28147"/>
                    <a:pt x="12919" y="28147"/>
                  </a:cubicBezTo>
                  <a:cubicBezTo>
                    <a:pt x="12523" y="28329"/>
                    <a:pt x="13101" y="28603"/>
                    <a:pt x="12675" y="28846"/>
                  </a:cubicBezTo>
                  <a:cubicBezTo>
                    <a:pt x="12881" y="29060"/>
                    <a:pt x="13076" y="29122"/>
                    <a:pt x="13257" y="29122"/>
                  </a:cubicBezTo>
                  <a:cubicBezTo>
                    <a:pt x="13508" y="29122"/>
                    <a:pt x="13731" y="29001"/>
                    <a:pt x="13909" y="29001"/>
                  </a:cubicBezTo>
                  <a:cubicBezTo>
                    <a:pt x="14058" y="29001"/>
                    <a:pt x="14177" y="29085"/>
                    <a:pt x="14256" y="29393"/>
                  </a:cubicBezTo>
                  <a:cubicBezTo>
                    <a:pt x="14773" y="28694"/>
                    <a:pt x="13587" y="28876"/>
                    <a:pt x="13830" y="28724"/>
                  </a:cubicBezTo>
                  <a:cubicBezTo>
                    <a:pt x="13731" y="28501"/>
                    <a:pt x="14079" y="28297"/>
                    <a:pt x="14342" y="28297"/>
                  </a:cubicBezTo>
                  <a:cubicBezTo>
                    <a:pt x="14401" y="28297"/>
                    <a:pt x="14455" y="28307"/>
                    <a:pt x="14499" y="28329"/>
                  </a:cubicBezTo>
                  <a:cubicBezTo>
                    <a:pt x="14742" y="28390"/>
                    <a:pt x="14803" y="29363"/>
                    <a:pt x="15502" y="29424"/>
                  </a:cubicBezTo>
                  <a:cubicBezTo>
                    <a:pt x="15454" y="29424"/>
                    <a:pt x="15424" y="29462"/>
                    <a:pt x="15384" y="29462"/>
                  </a:cubicBezTo>
                  <a:cubicBezTo>
                    <a:pt x="15373" y="29462"/>
                    <a:pt x="15362" y="29460"/>
                    <a:pt x="15350" y="29454"/>
                  </a:cubicBezTo>
                  <a:lnTo>
                    <a:pt x="15350" y="29454"/>
                  </a:lnTo>
                  <a:cubicBezTo>
                    <a:pt x="15410" y="29514"/>
                    <a:pt x="15474" y="29533"/>
                    <a:pt x="15541" y="29533"/>
                  </a:cubicBezTo>
                  <a:cubicBezTo>
                    <a:pt x="15660" y="29533"/>
                    <a:pt x="15788" y="29472"/>
                    <a:pt x="15920" y="29472"/>
                  </a:cubicBezTo>
                  <a:cubicBezTo>
                    <a:pt x="16012" y="29472"/>
                    <a:pt x="16107" y="29502"/>
                    <a:pt x="16201" y="29606"/>
                  </a:cubicBezTo>
                  <a:cubicBezTo>
                    <a:pt x="16295" y="29405"/>
                    <a:pt x="16389" y="29393"/>
                    <a:pt x="16472" y="29393"/>
                  </a:cubicBezTo>
                  <a:cubicBezTo>
                    <a:pt x="16484" y="29393"/>
                    <a:pt x="16495" y="29393"/>
                    <a:pt x="16505" y="29393"/>
                  </a:cubicBezTo>
                  <a:cubicBezTo>
                    <a:pt x="16596" y="29393"/>
                    <a:pt x="16672" y="29378"/>
                    <a:pt x="16718" y="29089"/>
                  </a:cubicBezTo>
                  <a:lnTo>
                    <a:pt x="16718" y="29089"/>
                  </a:lnTo>
                  <a:cubicBezTo>
                    <a:pt x="16505" y="29120"/>
                    <a:pt x="16262" y="29150"/>
                    <a:pt x="16049" y="29180"/>
                  </a:cubicBezTo>
                  <a:cubicBezTo>
                    <a:pt x="16345" y="29057"/>
                    <a:pt x="16662" y="28613"/>
                    <a:pt x="17095" y="28613"/>
                  </a:cubicBezTo>
                  <a:cubicBezTo>
                    <a:pt x="17196" y="28613"/>
                    <a:pt x="17303" y="28637"/>
                    <a:pt x="17417" y="28694"/>
                  </a:cubicBezTo>
                  <a:cubicBezTo>
                    <a:pt x="17326" y="28876"/>
                    <a:pt x="17204" y="28998"/>
                    <a:pt x="17022" y="29089"/>
                  </a:cubicBezTo>
                  <a:cubicBezTo>
                    <a:pt x="17068" y="29135"/>
                    <a:pt x="17113" y="29150"/>
                    <a:pt x="17159" y="29150"/>
                  </a:cubicBezTo>
                  <a:cubicBezTo>
                    <a:pt x="17251" y="29150"/>
                    <a:pt x="17345" y="29089"/>
                    <a:pt x="17445" y="29089"/>
                  </a:cubicBezTo>
                  <a:cubicBezTo>
                    <a:pt x="17495" y="29089"/>
                    <a:pt x="17546" y="29104"/>
                    <a:pt x="17600" y="29150"/>
                  </a:cubicBezTo>
                  <a:cubicBezTo>
                    <a:pt x="17569" y="29758"/>
                    <a:pt x="16718" y="29302"/>
                    <a:pt x="16293" y="29697"/>
                  </a:cubicBezTo>
                  <a:cubicBezTo>
                    <a:pt x="16328" y="29750"/>
                    <a:pt x="16382" y="29769"/>
                    <a:pt x="16444" y="29769"/>
                  </a:cubicBezTo>
                  <a:cubicBezTo>
                    <a:pt x="16589" y="29769"/>
                    <a:pt x="16779" y="29667"/>
                    <a:pt x="16881" y="29667"/>
                  </a:cubicBezTo>
                  <a:cubicBezTo>
                    <a:pt x="16957" y="29667"/>
                    <a:pt x="16984" y="29724"/>
                    <a:pt x="16908" y="29921"/>
                  </a:cubicBezTo>
                  <a:lnTo>
                    <a:pt x="16908" y="29921"/>
                  </a:lnTo>
                  <a:cubicBezTo>
                    <a:pt x="17017" y="29648"/>
                    <a:pt x="17143" y="29590"/>
                    <a:pt x="17295" y="29590"/>
                  </a:cubicBezTo>
                  <a:cubicBezTo>
                    <a:pt x="17352" y="29590"/>
                    <a:pt x="17413" y="29598"/>
                    <a:pt x="17478" y="29606"/>
                  </a:cubicBezTo>
                  <a:cubicBezTo>
                    <a:pt x="17554" y="29629"/>
                    <a:pt x="17630" y="29640"/>
                    <a:pt x="17704" y="29640"/>
                  </a:cubicBezTo>
                  <a:cubicBezTo>
                    <a:pt x="17924" y="29640"/>
                    <a:pt x="18124" y="29538"/>
                    <a:pt x="18238" y="29332"/>
                  </a:cubicBezTo>
                  <a:lnTo>
                    <a:pt x="18238" y="29697"/>
                  </a:lnTo>
                  <a:cubicBezTo>
                    <a:pt x="18329" y="29636"/>
                    <a:pt x="18511" y="29424"/>
                    <a:pt x="18663" y="29393"/>
                  </a:cubicBezTo>
                  <a:lnTo>
                    <a:pt x="18663" y="29393"/>
                  </a:lnTo>
                  <a:cubicBezTo>
                    <a:pt x="18603" y="29576"/>
                    <a:pt x="18511" y="29758"/>
                    <a:pt x="18451" y="29910"/>
                  </a:cubicBezTo>
                  <a:cubicBezTo>
                    <a:pt x="18616" y="29744"/>
                    <a:pt x="18800" y="29726"/>
                    <a:pt x="19017" y="29726"/>
                  </a:cubicBezTo>
                  <a:cubicBezTo>
                    <a:pt x="19078" y="29726"/>
                    <a:pt x="19143" y="29728"/>
                    <a:pt x="19211" y="29728"/>
                  </a:cubicBezTo>
                  <a:cubicBezTo>
                    <a:pt x="19295" y="29756"/>
                    <a:pt x="19383" y="29769"/>
                    <a:pt x="19470" y="29769"/>
                  </a:cubicBezTo>
                  <a:cubicBezTo>
                    <a:pt x="19664" y="29769"/>
                    <a:pt x="19854" y="29701"/>
                    <a:pt x="20001" y="29576"/>
                  </a:cubicBezTo>
                  <a:lnTo>
                    <a:pt x="20001" y="29576"/>
                  </a:lnTo>
                  <a:cubicBezTo>
                    <a:pt x="19770" y="29678"/>
                    <a:pt x="19620" y="29716"/>
                    <a:pt x="19522" y="29716"/>
                  </a:cubicBezTo>
                  <a:cubicBezTo>
                    <a:pt x="19387" y="29716"/>
                    <a:pt x="19350" y="29646"/>
                    <a:pt x="19332" y="29576"/>
                  </a:cubicBezTo>
                  <a:cubicBezTo>
                    <a:pt x="19302" y="29424"/>
                    <a:pt x="19332" y="29241"/>
                    <a:pt x="19089" y="29180"/>
                  </a:cubicBezTo>
                  <a:cubicBezTo>
                    <a:pt x="19354" y="28962"/>
                    <a:pt x="19539" y="28888"/>
                    <a:pt x="19702" y="28888"/>
                  </a:cubicBezTo>
                  <a:cubicBezTo>
                    <a:pt x="19856" y="28888"/>
                    <a:pt x="19990" y="28954"/>
                    <a:pt x="20153" y="29028"/>
                  </a:cubicBezTo>
                  <a:cubicBezTo>
                    <a:pt x="20291" y="29103"/>
                    <a:pt x="20448" y="29140"/>
                    <a:pt x="20605" y="29140"/>
                  </a:cubicBezTo>
                  <a:cubicBezTo>
                    <a:pt x="20895" y="29140"/>
                    <a:pt x="21186" y="29014"/>
                    <a:pt x="21364" y="28761"/>
                  </a:cubicBezTo>
                  <a:lnTo>
                    <a:pt x="21364" y="28761"/>
                  </a:lnTo>
                  <a:cubicBezTo>
                    <a:pt x="21296" y="28855"/>
                    <a:pt x="21108" y="28923"/>
                    <a:pt x="20967" y="28923"/>
                  </a:cubicBezTo>
                  <a:cubicBezTo>
                    <a:pt x="20840" y="28923"/>
                    <a:pt x="20750" y="28867"/>
                    <a:pt x="20821" y="28724"/>
                  </a:cubicBezTo>
                  <a:cubicBezTo>
                    <a:pt x="21095" y="28573"/>
                    <a:pt x="21399" y="28512"/>
                    <a:pt x="21703" y="28512"/>
                  </a:cubicBezTo>
                  <a:cubicBezTo>
                    <a:pt x="22280" y="27843"/>
                    <a:pt x="21369" y="28329"/>
                    <a:pt x="21460" y="27904"/>
                  </a:cubicBezTo>
                  <a:lnTo>
                    <a:pt x="21460" y="27904"/>
                  </a:lnTo>
                  <a:cubicBezTo>
                    <a:pt x="21512" y="27916"/>
                    <a:pt x="21556" y="27922"/>
                    <a:pt x="21592" y="27922"/>
                  </a:cubicBezTo>
                  <a:cubicBezTo>
                    <a:pt x="21913" y="27922"/>
                    <a:pt x="21651" y="27472"/>
                    <a:pt x="21733" y="27144"/>
                  </a:cubicBezTo>
                  <a:lnTo>
                    <a:pt x="21733" y="27144"/>
                  </a:lnTo>
                  <a:lnTo>
                    <a:pt x="22007" y="27387"/>
                  </a:lnTo>
                  <a:cubicBezTo>
                    <a:pt x="22736" y="26901"/>
                    <a:pt x="21581" y="26749"/>
                    <a:pt x="22250" y="26354"/>
                  </a:cubicBezTo>
                  <a:lnTo>
                    <a:pt x="22250" y="26354"/>
                  </a:lnTo>
                  <a:lnTo>
                    <a:pt x="22463" y="26901"/>
                  </a:lnTo>
                  <a:lnTo>
                    <a:pt x="22584" y="26536"/>
                  </a:lnTo>
                  <a:lnTo>
                    <a:pt x="22858" y="26840"/>
                  </a:lnTo>
                  <a:cubicBezTo>
                    <a:pt x="22858" y="26354"/>
                    <a:pt x="22980" y="26323"/>
                    <a:pt x="23314" y="26080"/>
                  </a:cubicBezTo>
                  <a:cubicBezTo>
                    <a:pt x="23010" y="25989"/>
                    <a:pt x="22888" y="25624"/>
                    <a:pt x="23040" y="25351"/>
                  </a:cubicBezTo>
                  <a:cubicBezTo>
                    <a:pt x="23054" y="25349"/>
                    <a:pt x="23067" y="25349"/>
                    <a:pt x="23079" y="25349"/>
                  </a:cubicBezTo>
                  <a:cubicBezTo>
                    <a:pt x="23252" y="25349"/>
                    <a:pt x="23272" y="25467"/>
                    <a:pt x="23320" y="25467"/>
                  </a:cubicBezTo>
                  <a:cubicBezTo>
                    <a:pt x="23351" y="25467"/>
                    <a:pt x="23394" y="25419"/>
                    <a:pt x="23496" y="25259"/>
                  </a:cubicBezTo>
                  <a:lnTo>
                    <a:pt x="23496" y="25259"/>
                  </a:lnTo>
                  <a:cubicBezTo>
                    <a:pt x="23606" y="25479"/>
                    <a:pt x="23716" y="25724"/>
                    <a:pt x="23467" y="25724"/>
                  </a:cubicBezTo>
                  <a:cubicBezTo>
                    <a:pt x="23440" y="25724"/>
                    <a:pt x="23410" y="25721"/>
                    <a:pt x="23375" y="25715"/>
                  </a:cubicBezTo>
                  <a:lnTo>
                    <a:pt x="23375" y="25715"/>
                  </a:lnTo>
                  <a:cubicBezTo>
                    <a:pt x="23436" y="25807"/>
                    <a:pt x="23466" y="25958"/>
                    <a:pt x="23557" y="26019"/>
                  </a:cubicBezTo>
                  <a:cubicBezTo>
                    <a:pt x="23891" y="25989"/>
                    <a:pt x="23983" y="25594"/>
                    <a:pt x="24104" y="25442"/>
                  </a:cubicBezTo>
                  <a:lnTo>
                    <a:pt x="24104" y="25442"/>
                  </a:lnTo>
                  <a:cubicBezTo>
                    <a:pt x="24043" y="25503"/>
                    <a:pt x="23983" y="25533"/>
                    <a:pt x="23891" y="25533"/>
                  </a:cubicBezTo>
                  <a:lnTo>
                    <a:pt x="23952" y="24682"/>
                  </a:lnTo>
                  <a:cubicBezTo>
                    <a:pt x="24135" y="24682"/>
                    <a:pt x="24165" y="24803"/>
                    <a:pt x="24195" y="24955"/>
                  </a:cubicBezTo>
                  <a:cubicBezTo>
                    <a:pt x="24256" y="24803"/>
                    <a:pt x="24195" y="24651"/>
                    <a:pt x="24287" y="24439"/>
                  </a:cubicBezTo>
                  <a:cubicBezTo>
                    <a:pt x="24499" y="24682"/>
                    <a:pt x="24743" y="24864"/>
                    <a:pt x="24682" y="25168"/>
                  </a:cubicBezTo>
                  <a:lnTo>
                    <a:pt x="24834" y="24439"/>
                  </a:lnTo>
                  <a:cubicBezTo>
                    <a:pt x="24862" y="24453"/>
                    <a:pt x="24905" y="24457"/>
                    <a:pt x="24953" y="24457"/>
                  </a:cubicBezTo>
                  <a:cubicBezTo>
                    <a:pt x="25020" y="24457"/>
                    <a:pt x="25098" y="24449"/>
                    <a:pt x="25167" y="24449"/>
                  </a:cubicBezTo>
                  <a:cubicBezTo>
                    <a:pt x="25260" y="24449"/>
                    <a:pt x="25337" y="24464"/>
                    <a:pt x="25350" y="24530"/>
                  </a:cubicBezTo>
                  <a:cubicBezTo>
                    <a:pt x="25746" y="24348"/>
                    <a:pt x="25472" y="23436"/>
                    <a:pt x="25958" y="23192"/>
                  </a:cubicBezTo>
                  <a:cubicBezTo>
                    <a:pt x="25928" y="23101"/>
                    <a:pt x="25928" y="23010"/>
                    <a:pt x="25958" y="22949"/>
                  </a:cubicBezTo>
                  <a:cubicBezTo>
                    <a:pt x="26293" y="22615"/>
                    <a:pt x="26840" y="22493"/>
                    <a:pt x="26840" y="21794"/>
                  </a:cubicBezTo>
                  <a:lnTo>
                    <a:pt x="27448" y="21825"/>
                  </a:lnTo>
                  <a:cubicBezTo>
                    <a:pt x="27630" y="21399"/>
                    <a:pt x="26657" y="21794"/>
                    <a:pt x="26931" y="21095"/>
                  </a:cubicBezTo>
                  <a:cubicBezTo>
                    <a:pt x="26978" y="20927"/>
                    <a:pt x="27041" y="20871"/>
                    <a:pt x="27114" y="20871"/>
                  </a:cubicBezTo>
                  <a:cubicBezTo>
                    <a:pt x="27261" y="20871"/>
                    <a:pt x="27442" y="21104"/>
                    <a:pt x="27585" y="21104"/>
                  </a:cubicBezTo>
                  <a:cubicBezTo>
                    <a:pt x="27600" y="21104"/>
                    <a:pt x="27615" y="21101"/>
                    <a:pt x="27630" y="21095"/>
                  </a:cubicBezTo>
                  <a:cubicBezTo>
                    <a:pt x="27569" y="20730"/>
                    <a:pt x="27357" y="20062"/>
                    <a:pt x="27995" y="19879"/>
                  </a:cubicBezTo>
                  <a:lnTo>
                    <a:pt x="27995" y="19879"/>
                  </a:lnTo>
                  <a:cubicBezTo>
                    <a:pt x="27964" y="20153"/>
                    <a:pt x="27812" y="20183"/>
                    <a:pt x="27782" y="20335"/>
                  </a:cubicBezTo>
                  <a:lnTo>
                    <a:pt x="28238" y="20183"/>
                  </a:lnTo>
                  <a:lnTo>
                    <a:pt x="28238" y="20183"/>
                  </a:lnTo>
                  <a:cubicBezTo>
                    <a:pt x="28372" y="20746"/>
                    <a:pt x="28128" y="20954"/>
                    <a:pt x="28443" y="20954"/>
                  </a:cubicBezTo>
                  <a:cubicBezTo>
                    <a:pt x="28485" y="20954"/>
                    <a:pt x="28538" y="20950"/>
                    <a:pt x="28603" y="20943"/>
                  </a:cubicBezTo>
                  <a:cubicBezTo>
                    <a:pt x="27782" y="20366"/>
                    <a:pt x="29302" y="19606"/>
                    <a:pt x="28451" y="19028"/>
                  </a:cubicBezTo>
                  <a:lnTo>
                    <a:pt x="28755" y="18937"/>
                  </a:lnTo>
                  <a:lnTo>
                    <a:pt x="28755" y="18937"/>
                  </a:lnTo>
                  <a:cubicBezTo>
                    <a:pt x="28724" y="18998"/>
                    <a:pt x="28755" y="19028"/>
                    <a:pt x="28724" y="19089"/>
                  </a:cubicBezTo>
                  <a:cubicBezTo>
                    <a:pt x="29393" y="18876"/>
                    <a:pt x="28268" y="18390"/>
                    <a:pt x="28664" y="17934"/>
                  </a:cubicBezTo>
                  <a:cubicBezTo>
                    <a:pt x="28772" y="17862"/>
                    <a:pt x="28891" y="17801"/>
                    <a:pt x="28976" y="17801"/>
                  </a:cubicBezTo>
                  <a:cubicBezTo>
                    <a:pt x="29034" y="17801"/>
                    <a:pt x="29077" y="17829"/>
                    <a:pt x="29089" y="17904"/>
                  </a:cubicBezTo>
                  <a:lnTo>
                    <a:pt x="29089" y="17357"/>
                  </a:lnTo>
                  <a:cubicBezTo>
                    <a:pt x="29117" y="17320"/>
                    <a:pt x="29147" y="17305"/>
                    <a:pt x="29174" y="17305"/>
                  </a:cubicBezTo>
                  <a:cubicBezTo>
                    <a:pt x="29222" y="17305"/>
                    <a:pt x="29261" y="17351"/>
                    <a:pt x="29257" y="17401"/>
                  </a:cubicBezTo>
                  <a:lnTo>
                    <a:pt x="29257" y="17401"/>
                  </a:lnTo>
                  <a:lnTo>
                    <a:pt x="29484" y="16749"/>
                  </a:lnTo>
                  <a:lnTo>
                    <a:pt x="29515" y="16749"/>
                  </a:lnTo>
                  <a:cubicBezTo>
                    <a:pt x="29393" y="16536"/>
                    <a:pt x="29302" y="16323"/>
                    <a:pt x="29211" y="16110"/>
                  </a:cubicBezTo>
                  <a:cubicBezTo>
                    <a:pt x="29247" y="16086"/>
                    <a:pt x="29271" y="16076"/>
                    <a:pt x="29288" y="16076"/>
                  </a:cubicBezTo>
                  <a:cubicBezTo>
                    <a:pt x="29354" y="16076"/>
                    <a:pt x="29296" y="16232"/>
                    <a:pt x="29393" y="16232"/>
                  </a:cubicBezTo>
                  <a:lnTo>
                    <a:pt x="29332" y="15746"/>
                  </a:lnTo>
                  <a:cubicBezTo>
                    <a:pt x="29352" y="15742"/>
                    <a:pt x="29371" y="15740"/>
                    <a:pt x="29390" y="15740"/>
                  </a:cubicBezTo>
                  <a:cubicBezTo>
                    <a:pt x="29651" y="15740"/>
                    <a:pt x="29748" y="16126"/>
                    <a:pt x="29606" y="16353"/>
                  </a:cubicBezTo>
                  <a:cubicBezTo>
                    <a:pt x="30153" y="16353"/>
                    <a:pt x="30123" y="16262"/>
                    <a:pt x="30062" y="16080"/>
                  </a:cubicBezTo>
                  <a:cubicBezTo>
                    <a:pt x="30001" y="15898"/>
                    <a:pt x="29940" y="15654"/>
                    <a:pt x="30335" y="15320"/>
                  </a:cubicBezTo>
                  <a:lnTo>
                    <a:pt x="30335" y="15776"/>
                  </a:lnTo>
                  <a:cubicBezTo>
                    <a:pt x="30943" y="15654"/>
                    <a:pt x="30852" y="15259"/>
                    <a:pt x="31338" y="14864"/>
                  </a:cubicBezTo>
                  <a:lnTo>
                    <a:pt x="31338" y="14864"/>
                  </a:lnTo>
                  <a:cubicBezTo>
                    <a:pt x="31189" y="14928"/>
                    <a:pt x="30677" y="15279"/>
                    <a:pt x="30355" y="15279"/>
                  </a:cubicBezTo>
                  <a:cubicBezTo>
                    <a:pt x="30220" y="15279"/>
                    <a:pt x="30119" y="15217"/>
                    <a:pt x="30092" y="15046"/>
                  </a:cubicBezTo>
                  <a:cubicBezTo>
                    <a:pt x="30244" y="14894"/>
                    <a:pt x="30275" y="14651"/>
                    <a:pt x="30153" y="14469"/>
                  </a:cubicBezTo>
                  <a:lnTo>
                    <a:pt x="30153" y="14469"/>
                  </a:lnTo>
                  <a:cubicBezTo>
                    <a:pt x="30194" y="14480"/>
                    <a:pt x="30229" y="14485"/>
                    <a:pt x="30260" y="14485"/>
                  </a:cubicBezTo>
                  <a:cubicBezTo>
                    <a:pt x="30481" y="14485"/>
                    <a:pt x="30461" y="14215"/>
                    <a:pt x="30487" y="13922"/>
                  </a:cubicBezTo>
                  <a:lnTo>
                    <a:pt x="30943" y="14013"/>
                  </a:lnTo>
                  <a:cubicBezTo>
                    <a:pt x="30882" y="13618"/>
                    <a:pt x="30639" y="13648"/>
                    <a:pt x="30457" y="13375"/>
                  </a:cubicBezTo>
                  <a:cubicBezTo>
                    <a:pt x="30487" y="12949"/>
                    <a:pt x="30882" y="12888"/>
                    <a:pt x="31217" y="12767"/>
                  </a:cubicBezTo>
                  <a:cubicBezTo>
                    <a:pt x="31232" y="12582"/>
                    <a:pt x="31201" y="12522"/>
                    <a:pt x="31144" y="12522"/>
                  </a:cubicBezTo>
                  <a:cubicBezTo>
                    <a:pt x="31038" y="12522"/>
                    <a:pt x="30844" y="12730"/>
                    <a:pt x="30698" y="12730"/>
                  </a:cubicBezTo>
                  <a:cubicBezTo>
                    <a:pt x="30612" y="12730"/>
                    <a:pt x="30543" y="12659"/>
                    <a:pt x="30518" y="12432"/>
                  </a:cubicBezTo>
                  <a:cubicBezTo>
                    <a:pt x="30578" y="12159"/>
                    <a:pt x="30578" y="11855"/>
                    <a:pt x="30457" y="11612"/>
                  </a:cubicBezTo>
                  <a:cubicBezTo>
                    <a:pt x="30305" y="11308"/>
                    <a:pt x="30123" y="11065"/>
                    <a:pt x="29910" y="10852"/>
                  </a:cubicBezTo>
                  <a:cubicBezTo>
                    <a:pt x="29922" y="10687"/>
                    <a:pt x="29970" y="10645"/>
                    <a:pt x="30029" y="10645"/>
                  </a:cubicBezTo>
                  <a:cubicBezTo>
                    <a:pt x="30092" y="10645"/>
                    <a:pt x="30166" y="10691"/>
                    <a:pt x="30226" y="10691"/>
                  </a:cubicBezTo>
                  <a:cubicBezTo>
                    <a:pt x="30258" y="10691"/>
                    <a:pt x="30286" y="10678"/>
                    <a:pt x="30305" y="10639"/>
                  </a:cubicBezTo>
                  <a:cubicBezTo>
                    <a:pt x="30123" y="10548"/>
                    <a:pt x="29971" y="10487"/>
                    <a:pt x="29819" y="10426"/>
                  </a:cubicBezTo>
                  <a:cubicBezTo>
                    <a:pt x="29819" y="10366"/>
                    <a:pt x="29910" y="10335"/>
                    <a:pt x="29971" y="10335"/>
                  </a:cubicBezTo>
                  <a:cubicBezTo>
                    <a:pt x="29908" y="10280"/>
                    <a:pt x="29847" y="10264"/>
                    <a:pt x="29787" y="10264"/>
                  </a:cubicBezTo>
                  <a:cubicBezTo>
                    <a:pt x="29695" y="10264"/>
                    <a:pt x="29603" y="10302"/>
                    <a:pt x="29504" y="10302"/>
                  </a:cubicBezTo>
                  <a:cubicBezTo>
                    <a:pt x="29414" y="10302"/>
                    <a:pt x="29318" y="10271"/>
                    <a:pt x="29211" y="10153"/>
                  </a:cubicBezTo>
                  <a:cubicBezTo>
                    <a:pt x="29182" y="10159"/>
                    <a:pt x="29158" y="10162"/>
                    <a:pt x="29137" y="10162"/>
                  </a:cubicBezTo>
                  <a:cubicBezTo>
                    <a:pt x="28955" y="10162"/>
                    <a:pt x="29031" y="9936"/>
                    <a:pt x="29059" y="9636"/>
                  </a:cubicBezTo>
                  <a:cubicBezTo>
                    <a:pt x="29120" y="9302"/>
                    <a:pt x="29059" y="8967"/>
                    <a:pt x="28694" y="8907"/>
                  </a:cubicBezTo>
                  <a:cubicBezTo>
                    <a:pt x="28724" y="8724"/>
                    <a:pt x="28968" y="8785"/>
                    <a:pt x="29089" y="8663"/>
                  </a:cubicBezTo>
                  <a:cubicBezTo>
                    <a:pt x="28694" y="8390"/>
                    <a:pt x="28238" y="8268"/>
                    <a:pt x="27752" y="8238"/>
                  </a:cubicBezTo>
                  <a:cubicBezTo>
                    <a:pt x="27752" y="8055"/>
                    <a:pt x="27721" y="7843"/>
                    <a:pt x="27691" y="7691"/>
                  </a:cubicBezTo>
                  <a:cubicBezTo>
                    <a:pt x="27667" y="8080"/>
                    <a:pt x="27273" y="8119"/>
                    <a:pt x="26867" y="8119"/>
                  </a:cubicBezTo>
                  <a:cubicBezTo>
                    <a:pt x="26766" y="8119"/>
                    <a:pt x="26664" y="8116"/>
                    <a:pt x="26566" y="8116"/>
                  </a:cubicBezTo>
                  <a:cubicBezTo>
                    <a:pt x="26505" y="8299"/>
                    <a:pt x="26475" y="8481"/>
                    <a:pt x="26445" y="8572"/>
                  </a:cubicBezTo>
                  <a:cubicBezTo>
                    <a:pt x="26262" y="8481"/>
                    <a:pt x="26080" y="8420"/>
                    <a:pt x="25898" y="8359"/>
                  </a:cubicBezTo>
                  <a:cubicBezTo>
                    <a:pt x="25898" y="8238"/>
                    <a:pt x="26050" y="8177"/>
                    <a:pt x="26262" y="8086"/>
                  </a:cubicBezTo>
                  <a:lnTo>
                    <a:pt x="26110" y="8086"/>
                  </a:lnTo>
                  <a:cubicBezTo>
                    <a:pt x="26110" y="7843"/>
                    <a:pt x="26384" y="7721"/>
                    <a:pt x="26657" y="7630"/>
                  </a:cubicBezTo>
                  <a:lnTo>
                    <a:pt x="26657" y="7630"/>
                  </a:lnTo>
                  <a:cubicBezTo>
                    <a:pt x="26657" y="7751"/>
                    <a:pt x="26627" y="7873"/>
                    <a:pt x="26597" y="7964"/>
                  </a:cubicBezTo>
                  <a:cubicBezTo>
                    <a:pt x="26901" y="7903"/>
                    <a:pt x="27174" y="7751"/>
                    <a:pt x="27417" y="7569"/>
                  </a:cubicBezTo>
                  <a:cubicBezTo>
                    <a:pt x="27326" y="7569"/>
                    <a:pt x="27265" y="7539"/>
                    <a:pt x="27205" y="7508"/>
                  </a:cubicBezTo>
                  <a:cubicBezTo>
                    <a:pt x="27265" y="7478"/>
                    <a:pt x="27326" y="7448"/>
                    <a:pt x="27357" y="7387"/>
                  </a:cubicBezTo>
                  <a:cubicBezTo>
                    <a:pt x="27372" y="7372"/>
                    <a:pt x="27349" y="7364"/>
                    <a:pt x="27303" y="7364"/>
                  </a:cubicBezTo>
                  <a:cubicBezTo>
                    <a:pt x="27258" y="7364"/>
                    <a:pt x="27189" y="7372"/>
                    <a:pt x="27113" y="7387"/>
                  </a:cubicBezTo>
                  <a:lnTo>
                    <a:pt x="27417" y="6931"/>
                  </a:lnTo>
                  <a:lnTo>
                    <a:pt x="27235" y="7052"/>
                  </a:lnTo>
                  <a:lnTo>
                    <a:pt x="26901" y="6262"/>
                  </a:lnTo>
                  <a:cubicBezTo>
                    <a:pt x="26410" y="6262"/>
                    <a:pt x="25896" y="6367"/>
                    <a:pt x="25388" y="6367"/>
                  </a:cubicBezTo>
                  <a:cubicBezTo>
                    <a:pt x="25077" y="6367"/>
                    <a:pt x="24769" y="6328"/>
                    <a:pt x="24469" y="6201"/>
                  </a:cubicBezTo>
                  <a:cubicBezTo>
                    <a:pt x="24864" y="6019"/>
                    <a:pt x="24895" y="5715"/>
                    <a:pt x="25198" y="5381"/>
                  </a:cubicBezTo>
                  <a:lnTo>
                    <a:pt x="25198" y="5381"/>
                  </a:lnTo>
                  <a:cubicBezTo>
                    <a:pt x="25081" y="5880"/>
                    <a:pt x="25814" y="5642"/>
                    <a:pt x="26111" y="5981"/>
                  </a:cubicBezTo>
                  <a:lnTo>
                    <a:pt x="26111" y="5981"/>
                  </a:lnTo>
                  <a:cubicBezTo>
                    <a:pt x="26038" y="5857"/>
                    <a:pt x="26125" y="5682"/>
                    <a:pt x="26262" y="5654"/>
                  </a:cubicBezTo>
                  <a:cubicBezTo>
                    <a:pt x="25958" y="5593"/>
                    <a:pt x="25654" y="5533"/>
                    <a:pt x="25350" y="5472"/>
                  </a:cubicBezTo>
                  <a:cubicBezTo>
                    <a:pt x="25624" y="5198"/>
                    <a:pt x="25411" y="5168"/>
                    <a:pt x="25320" y="4894"/>
                  </a:cubicBezTo>
                  <a:cubicBezTo>
                    <a:pt x="25205" y="5134"/>
                    <a:pt x="25080" y="5213"/>
                    <a:pt x="24948" y="5213"/>
                  </a:cubicBezTo>
                  <a:cubicBezTo>
                    <a:pt x="24697" y="5213"/>
                    <a:pt x="24425" y="4925"/>
                    <a:pt x="24165" y="4925"/>
                  </a:cubicBezTo>
                  <a:cubicBezTo>
                    <a:pt x="24240" y="4793"/>
                    <a:pt x="24351" y="4673"/>
                    <a:pt x="24489" y="4673"/>
                  </a:cubicBezTo>
                  <a:cubicBezTo>
                    <a:pt x="24574" y="4673"/>
                    <a:pt x="24669" y="4718"/>
                    <a:pt x="24773" y="4834"/>
                  </a:cubicBezTo>
                  <a:cubicBezTo>
                    <a:pt x="24773" y="4635"/>
                    <a:pt x="24701" y="4571"/>
                    <a:pt x="24595" y="4571"/>
                  </a:cubicBezTo>
                  <a:cubicBezTo>
                    <a:pt x="24407" y="4571"/>
                    <a:pt x="24113" y="4769"/>
                    <a:pt x="23923" y="4769"/>
                  </a:cubicBezTo>
                  <a:cubicBezTo>
                    <a:pt x="23825" y="4769"/>
                    <a:pt x="23755" y="4717"/>
                    <a:pt x="23739" y="4560"/>
                  </a:cubicBezTo>
                  <a:lnTo>
                    <a:pt x="23739" y="4560"/>
                  </a:lnTo>
                  <a:cubicBezTo>
                    <a:pt x="23510" y="4458"/>
                    <a:pt x="23333" y="4167"/>
                    <a:pt x="23496" y="4074"/>
                  </a:cubicBezTo>
                  <a:lnTo>
                    <a:pt x="23496" y="4074"/>
                  </a:lnTo>
                  <a:lnTo>
                    <a:pt x="23587" y="4134"/>
                  </a:lnTo>
                  <a:cubicBezTo>
                    <a:pt x="23233" y="3802"/>
                    <a:pt x="22508" y="3390"/>
                    <a:pt x="21988" y="3390"/>
                  </a:cubicBezTo>
                  <a:cubicBezTo>
                    <a:pt x="21794" y="3390"/>
                    <a:pt x="21628" y="3447"/>
                    <a:pt x="21521" y="3587"/>
                  </a:cubicBezTo>
                  <a:cubicBezTo>
                    <a:pt x="21703" y="3344"/>
                    <a:pt x="21885" y="3101"/>
                    <a:pt x="22068" y="2888"/>
                  </a:cubicBezTo>
                  <a:lnTo>
                    <a:pt x="22068" y="2888"/>
                  </a:lnTo>
                  <a:cubicBezTo>
                    <a:pt x="21399" y="3314"/>
                    <a:pt x="20700" y="3770"/>
                    <a:pt x="20062" y="4226"/>
                  </a:cubicBezTo>
                  <a:cubicBezTo>
                    <a:pt x="20426" y="3800"/>
                    <a:pt x="20639" y="2463"/>
                    <a:pt x="21277" y="2432"/>
                  </a:cubicBezTo>
                  <a:cubicBezTo>
                    <a:pt x="21168" y="2241"/>
                    <a:pt x="20937" y="2124"/>
                    <a:pt x="20714" y="2124"/>
                  </a:cubicBezTo>
                  <a:cubicBezTo>
                    <a:pt x="20689" y="2124"/>
                    <a:pt x="20664" y="2125"/>
                    <a:pt x="20639" y="2128"/>
                  </a:cubicBezTo>
                  <a:cubicBezTo>
                    <a:pt x="20699" y="2247"/>
                    <a:pt x="20554" y="2950"/>
                    <a:pt x="20405" y="2950"/>
                  </a:cubicBezTo>
                  <a:cubicBezTo>
                    <a:pt x="20402" y="2950"/>
                    <a:pt x="20399" y="2950"/>
                    <a:pt x="20396" y="2949"/>
                  </a:cubicBezTo>
                  <a:cubicBezTo>
                    <a:pt x="20306" y="2260"/>
                    <a:pt x="20275" y="2545"/>
                    <a:pt x="20071" y="1884"/>
                  </a:cubicBezTo>
                  <a:lnTo>
                    <a:pt x="20071" y="1884"/>
                  </a:lnTo>
                  <a:cubicBezTo>
                    <a:pt x="20102" y="2083"/>
                    <a:pt x="19702" y="2629"/>
                    <a:pt x="19479" y="2629"/>
                  </a:cubicBezTo>
                  <a:cubicBezTo>
                    <a:pt x="19459" y="2629"/>
                    <a:pt x="19440" y="2624"/>
                    <a:pt x="19423" y="2615"/>
                  </a:cubicBezTo>
                  <a:cubicBezTo>
                    <a:pt x="19510" y="2528"/>
                    <a:pt x="19706" y="1894"/>
                    <a:pt x="19830" y="1804"/>
                  </a:cubicBezTo>
                  <a:lnTo>
                    <a:pt x="19830" y="1804"/>
                  </a:lnTo>
                  <a:cubicBezTo>
                    <a:pt x="19550" y="1945"/>
                    <a:pt x="19270" y="2112"/>
                    <a:pt x="19015" y="2305"/>
                  </a:cubicBezTo>
                  <a:lnTo>
                    <a:pt x="19015" y="2305"/>
                  </a:lnTo>
                  <a:cubicBezTo>
                    <a:pt x="19165" y="2147"/>
                    <a:pt x="19235" y="1647"/>
                    <a:pt x="19180" y="1399"/>
                  </a:cubicBezTo>
                  <a:lnTo>
                    <a:pt x="19180" y="1399"/>
                  </a:lnTo>
                  <a:cubicBezTo>
                    <a:pt x="19180" y="1433"/>
                    <a:pt x="19161" y="1447"/>
                    <a:pt x="19127" y="1447"/>
                  </a:cubicBezTo>
                  <a:cubicBezTo>
                    <a:pt x="18992" y="1447"/>
                    <a:pt x="18628" y="1215"/>
                    <a:pt x="18445" y="1215"/>
                  </a:cubicBezTo>
                  <a:cubicBezTo>
                    <a:pt x="18437" y="1215"/>
                    <a:pt x="18428" y="1215"/>
                    <a:pt x="18420" y="1216"/>
                  </a:cubicBezTo>
                  <a:lnTo>
                    <a:pt x="18633" y="1490"/>
                  </a:lnTo>
                  <a:cubicBezTo>
                    <a:pt x="18551" y="1451"/>
                    <a:pt x="18475" y="1434"/>
                    <a:pt x="18403" y="1434"/>
                  </a:cubicBezTo>
                  <a:cubicBezTo>
                    <a:pt x="17900" y="1434"/>
                    <a:pt x="17603" y="2268"/>
                    <a:pt x="17116" y="2268"/>
                  </a:cubicBezTo>
                  <a:cubicBezTo>
                    <a:pt x="17076" y="2268"/>
                    <a:pt x="17035" y="2262"/>
                    <a:pt x="16992" y="2250"/>
                  </a:cubicBezTo>
                  <a:cubicBezTo>
                    <a:pt x="17083" y="2098"/>
                    <a:pt x="17387" y="1247"/>
                    <a:pt x="17052" y="1064"/>
                  </a:cubicBezTo>
                  <a:lnTo>
                    <a:pt x="17052" y="1064"/>
                  </a:lnTo>
                  <a:cubicBezTo>
                    <a:pt x="16779" y="1460"/>
                    <a:pt x="16019" y="3010"/>
                    <a:pt x="15502" y="3314"/>
                  </a:cubicBezTo>
                  <a:lnTo>
                    <a:pt x="15411" y="3071"/>
                  </a:lnTo>
                  <a:lnTo>
                    <a:pt x="14986" y="3344"/>
                  </a:lnTo>
                  <a:cubicBezTo>
                    <a:pt x="15168" y="2888"/>
                    <a:pt x="15411" y="2432"/>
                    <a:pt x="15685" y="2037"/>
                  </a:cubicBezTo>
                  <a:cubicBezTo>
                    <a:pt x="15989" y="1612"/>
                    <a:pt x="16323" y="1247"/>
                    <a:pt x="16688" y="912"/>
                  </a:cubicBezTo>
                  <a:cubicBezTo>
                    <a:pt x="16444" y="669"/>
                    <a:pt x="16657" y="609"/>
                    <a:pt x="16201" y="578"/>
                  </a:cubicBezTo>
                  <a:cubicBezTo>
                    <a:pt x="16080" y="335"/>
                    <a:pt x="16475" y="244"/>
                    <a:pt x="16627" y="244"/>
                  </a:cubicBezTo>
                  <a:cubicBezTo>
                    <a:pt x="16293" y="183"/>
                    <a:pt x="15928" y="61"/>
                    <a:pt x="15593" y="1"/>
                  </a:cubicBezTo>
                  <a:close/>
                  <a:moveTo>
                    <a:pt x="16908" y="29921"/>
                  </a:moveTo>
                  <a:cubicBezTo>
                    <a:pt x="16905" y="29928"/>
                    <a:pt x="16903" y="29934"/>
                    <a:pt x="16900" y="29940"/>
                  </a:cubicBezTo>
                  <a:cubicBezTo>
                    <a:pt x="16903" y="29934"/>
                    <a:pt x="16905" y="29928"/>
                    <a:pt x="16908" y="299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 name="Google Shape;1638;p39"/>
          <p:cNvGrpSpPr/>
          <p:nvPr/>
        </p:nvGrpSpPr>
        <p:grpSpPr>
          <a:xfrm rot="-5400000">
            <a:off x="654815" y="1448091"/>
            <a:ext cx="676766" cy="646576"/>
            <a:chOff x="588425" y="3716150"/>
            <a:chExt cx="783475" cy="748525"/>
          </a:xfrm>
        </p:grpSpPr>
        <p:sp>
          <p:nvSpPr>
            <p:cNvPr id="1639" name="Google Shape;1639;p39"/>
            <p:cNvSpPr/>
            <p:nvPr/>
          </p:nvSpPr>
          <p:spPr>
            <a:xfrm>
              <a:off x="601350" y="3771675"/>
              <a:ext cx="732550" cy="646550"/>
            </a:xfrm>
            <a:custGeom>
              <a:rect b="b" l="l" r="r" t="t"/>
              <a:pathLst>
                <a:path extrusionOk="0" h="25862" w="29302">
                  <a:moveTo>
                    <a:pt x="14387" y="1"/>
                  </a:moveTo>
                  <a:cubicBezTo>
                    <a:pt x="11248" y="1"/>
                    <a:pt x="8256" y="1346"/>
                    <a:pt x="5593" y="3160"/>
                  </a:cubicBezTo>
                  <a:cubicBezTo>
                    <a:pt x="0" y="6959"/>
                    <a:pt x="365" y="11944"/>
                    <a:pt x="395" y="18205"/>
                  </a:cubicBezTo>
                  <a:cubicBezTo>
                    <a:pt x="395" y="19057"/>
                    <a:pt x="426" y="19938"/>
                    <a:pt x="882" y="20668"/>
                  </a:cubicBezTo>
                  <a:cubicBezTo>
                    <a:pt x="1307" y="21367"/>
                    <a:pt x="2097" y="21792"/>
                    <a:pt x="2857" y="22187"/>
                  </a:cubicBezTo>
                  <a:cubicBezTo>
                    <a:pt x="6778" y="24072"/>
                    <a:pt x="11003" y="25318"/>
                    <a:pt x="15350" y="25774"/>
                  </a:cubicBezTo>
                  <a:cubicBezTo>
                    <a:pt x="15788" y="25823"/>
                    <a:pt x="16240" y="25862"/>
                    <a:pt x="16689" y="25862"/>
                  </a:cubicBezTo>
                  <a:cubicBezTo>
                    <a:pt x="17363" y="25862"/>
                    <a:pt x="18031" y="25774"/>
                    <a:pt x="18633" y="25500"/>
                  </a:cubicBezTo>
                  <a:cubicBezTo>
                    <a:pt x="19514" y="25075"/>
                    <a:pt x="20183" y="24315"/>
                    <a:pt x="20791" y="23525"/>
                  </a:cubicBezTo>
                  <a:cubicBezTo>
                    <a:pt x="23314" y="20364"/>
                    <a:pt x="29302" y="13646"/>
                    <a:pt x="28086" y="9300"/>
                  </a:cubicBezTo>
                  <a:cubicBezTo>
                    <a:pt x="27052" y="5591"/>
                    <a:pt x="20973" y="1457"/>
                    <a:pt x="17478" y="454"/>
                  </a:cubicBezTo>
                  <a:cubicBezTo>
                    <a:pt x="16436" y="142"/>
                    <a:pt x="15404" y="1"/>
                    <a:pt x="14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9"/>
            <p:cNvSpPr/>
            <p:nvPr/>
          </p:nvSpPr>
          <p:spPr>
            <a:xfrm>
              <a:off x="588425" y="3716150"/>
              <a:ext cx="783475" cy="748525"/>
            </a:xfrm>
            <a:custGeom>
              <a:rect b="b" l="l" r="r" t="t"/>
              <a:pathLst>
                <a:path extrusionOk="0" h="29941" w="31339">
                  <a:moveTo>
                    <a:pt x="19849" y="1794"/>
                  </a:moveTo>
                  <a:lnTo>
                    <a:pt x="19849" y="1794"/>
                  </a:lnTo>
                  <a:cubicBezTo>
                    <a:pt x="19843" y="1795"/>
                    <a:pt x="19836" y="1799"/>
                    <a:pt x="19830" y="1804"/>
                  </a:cubicBezTo>
                  <a:lnTo>
                    <a:pt x="19830" y="1804"/>
                  </a:lnTo>
                  <a:cubicBezTo>
                    <a:pt x="19836" y="1800"/>
                    <a:pt x="19842" y="1797"/>
                    <a:pt x="19849" y="1794"/>
                  </a:cubicBezTo>
                  <a:close/>
                  <a:moveTo>
                    <a:pt x="20062" y="1855"/>
                  </a:moveTo>
                  <a:cubicBezTo>
                    <a:pt x="20065" y="1865"/>
                    <a:pt x="20068" y="1874"/>
                    <a:pt x="20071" y="1884"/>
                  </a:cubicBezTo>
                  <a:lnTo>
                    <a:pt x="20071" y="1884"/>
                  </a:lnTo>
                  <a:cubicBezTo>
                    <a:pt x="20069" y="1873"/>
                    <a:pt x="20066" y="1863"/>
                    <a:pt x="20062" y="1855"/>
                  </a:cubicBezTo>
                  <a:close/>
                  <a:moveTo>
                    <a:pt x="16668" y="4074"/>
                  </a:moveTo>
                  <a:lnTo>
                    <a:pt x="16668" y="4074"/>
                  </a:lnTo>
                  <a:cubicBezTo>
                    <a:pt x="16664" y="4074"/>
                    <a:pt x="16661" y="4074"/>
                    <a:pt x="16657" y="4074"/>
                  </a:cubicBezTo>
                  <a:cubicBezTo>
                    <a:pt x="16662" y="4076"/>
                    <a:pt x="16666" y="4079"/>
                    <a:pt x="16671" y="4082"/>
                  </a:cubicBezTo>
                  <a:lnTo>
                    <a:pt x="16671" y="4082"/>
                  </a:lnTo>
                  <a:cubicBezTo>
                    <a:pt x="16670" y="4079"/>
                    <a:pt x="16669" y="4076"/>
                    <a:pt x="16668" y="4074"/>
                  </a:cubicBezTo>
                  <a:close/>
                  <a:moveTo>
                    <a:pt x="16671" y="4082"/>
                  </a:moveTo>
                  <a:cubicBezTo>
                    <a:pt x="16697" y="4152"/>
                    <a:pt x="16727" y="4204"/>
                    <a:pt x="16779" y="4256"/>
                  </a:cubicBezTo>
                  <a:cubicBezTo>
                    <a:pt x="16751" y="4200"/>
                    <a:pt x="16723" y="4118"/>
                    <a:pt x="16671" y="4082"/>
                  </a:cubicBezTo>
                  <a:close/>
                  <a:moveTo>
                    <a:pt x="23739" y="4560"/>
                  </a:moveTo>
                  <a:cubicBezTo>
                    <a:pt x="23739" y="4560"/>
                    <a:pt x="23739" y="4560"/>
                    <a:pt x="23739" y="4560"/>
                  </a:cubicBezTo>
                  <a:lnTo>
                    <a:pt x="23739" y="4560"/>
                  </a:lnTo>
                  <a:cubicBezTo>
                    <a:pt x="23740" y="4560"/>
                    <a:pt x="23740" y="4560"/>
                    <a:pt x="23740" y="4560"/>
                  </a:cubicBezTo>
                  <a:lnTo>
                    <a:pt x="23740" y="4560"/>
                  </a:lnTo>
                  <a:cubicBezTo>
                    <a:pt x="23740" y="4560"/>
                    <a:pt x="23740" y="4560"/>
                    <a:pt x="23739" y="4560"/>
                  </a:cubicBezTo>
                  <a:close/>
                  <a:moveTo>
                    <a:pt x="23740" y="4560"/>
                  </a:moveTo>
                  <a:lnTo>
                    <a:pt x="23740" y="4560"/>
                  </a:lnTo>
                  <a:cubicBezTo>
                    <a:pt x="23797" y="4599"/>
                    <a:pt x="23819" y="4637"/>
                    <a:pt x="23857" y="4637"/>
                  </a:cubicBezTo>
                  <a:cubicBezTo>
                    <a:pt x="23879" y="4637"/>
                    <a:pt x="23908" y="4624"/>
                    <a:pt x="23952" y="4590"/>
                  </a:cubicBezTo>
                  <a:lnTo>
                    <a:pt x="23952" y="4590"/>
                  </a:lnTo>
                  <a:cubicBezTo>
                    <a:pt x="23933" y="4594"/>
                    <a:pt x="23914" y="4596"/>
                    <a:pt x="23895" y="4596"/>
                  </a:cubicBezTo>
                  <a:cubicBezTo>
                    <a:pt x="23843" y="4596"/>
                    <a:pt x="23790" y="4583"/>
                    <a:pt x="23740" y="4560"/>
                  </a:cubicBezTo>
                  <a:close/>
                  <a:moveTo>
                    <a:pt x="26111" y="5981"/>
                  </a:moveTo>
                  <a:cubicBezTo>
                    <a:pt x="26119" y="5994"/>
                    <a:pt x="26129" y="6007"/>
                    <a:pt x="26141" y="6019"/>
                  </a:cubicBezTo>
                  <a:cubicBezTo>
                    <a:pt x="26131" y="6005"/>
                    <a:pt x="26121" y="5993"/>
                    <a:pt x="26111" y="5981"/>
                  </a:cubicBezTo>
                  <a:close/>
                  <a:moveTo>
                    <a:pt x="6991" y="6870"/>
                  </a:moveTo>
                  <a:cubicBezTo>
                    <a:pt x="7235" y="6870"/>
                    <a:pt x="7143" y="6870"/>
                    <a:pt x="6991" y="6900"/>
                  </a:cubicBezTo>
                  <a:lnTo>
                    <a:pt x="6991" y="6870"/>
                  </a:lnTo>
                  <a:close/>
                  <a:moveTo>
                    <a:pt x="26512" y="7018"/>
                  </a:moveTo>
                  <a:cubicBezTo>
                    <a:pt x="26632" y="7018"/>
                    <a:pt x="26657" y="7159"/>
                    <a:pt x="26657" y="7326"/>
                  </a:cubicBezTo>
                  <a:cubicBezTo>
                    <a:pt x="26566" y="7265"/>
                    <a:pt x="26475" y="7144"/>
                    <a:pt x="26475" y="7022"/>
                  </a:cubicBezTo>
                  <a:cubicBezTo>
                    <a:pt x="26488" y="7019"/>
                    <a:pt x="26500" y="7018"/>
                    <a:pt x="26512" y="7018"/>
                  </a:cubicBezTo>
                  <a:close/>
                  <a:moveTo>
                    <a:pt x="4438" y="7569"/>
                  </a:moveTo>
                  <a:cubicBezTo>
                    <a:pt x="4441" y="7571"/>
                    <a:pt x="4444" y="7574"/>
                    <a:pt x="4447" y="7576"/>
                  </a:cubicBezTo>
                  <a:lnTo>
                    <a:pt x="4447" y="7576"/>
                  </a:lnTo>
                  <a:lnTo>
                    <a:pt x="4438" y="7569"/>
                  </a:lnTo>
                  <a:close/>
                  <a:moveTo>
                    <a:pt x="4447" y="7576"/>
                  </a:moveTo>
                  <a:lnTo>
                    <a:pt x="4448" y="7576"/>
                  </a:lnTo>
                  <a:lnTo>
                    <a:pt x="4448" y="7576"/>
                  </a:lnTo>
                  <a:cubicBezTo>
                    <a:pt x="4448" y="7576"/>
                    <a:pt x="4448" y="7576"/>
                    <a:pt x="4448" y="7576"/>
                  </a:cubicBezTo>
                  <a:lnTo>
                    <a:pt x="4448" y="7576"/>
                  </a:lnTo>
                  <a:cubicBezTo>
                    <a:pt x="4448" y="7576"/>
                    <a:pt x="4448" y="7576"/>
                    <a:pt x="4447" y="7576"/>
                  </a:cubicBezTo>
                  <a:close/>
                  <a:moveTo>
                    <a:pt x="4803" y="7387"/>
                  </a:moveTo>
                  <a:cubicBezTo>
                    <a:pt x="4817" y="7515"/>
                    <a:pt x="4625" y="7536"/>
                    <a:pt x="4448" y="7576"/>
                  </a:cubicBezTo>
                  <a:lnTo>
                    <a:pt x="4448" y="7576"/>
                  </a:lnTo>
                  <a:cubicBezTo>
                    <a:pt x="4479" y="7596"/>
                    <a:pt x="4519" y="7605"/>
                    <a:pt x="4560" y="7605"/>
                  </a:cubicBezTo>
                  <a:cubicBezTo>
                    <a:pt x="4685" y="7605"/>
                    <a:pt x="4825" y="7520"/>
                    <a:pt x="4803" y="7387"/>
                  </a:cubicBezTo>
                  <a:close/>
                  <a:moveTo>
                    <a:pt x="30062" y="15046"/>
                  </a:moveTo>
                  <a:lnTo>
                    <a:pt x="30062" y="15046"/>
                  </a:lnTo>
                  <a:cubicBezTo>
                    <a:pt x="30123" y="15198"/>
                    <a:pt x="30275" y="15502"/>
                    <a:pt x="30031" y="15502"/>
                  </a:cubicBezTo>
                  <a:cubicBezTo>
                    <a:pt x="29697" y="15259"/>
                    <a:pt x="29879" y="15229"/>
                    <a:pt x="30062" y="15046"/>
                  </a:cubicBezTo>
                  <a:close/>
                  <a:moveTo>
                    <a:pt x="29257" y="17401"/>
                  </a:moveTo>
                  <a:lnTo>
                    <a:pt x="29241" y="17448"/>
                  </a:lnTo>
                  <a:cubicBezTo>
                    <a:pt x="29251" y="17433"/>
                    <a:pt x="29256" y="17417"/>
                    <a:pt x="29257" y="17401"/>
                  </a:cubicBezTo>
                  <a:close/>
                  <a:moveTo>
                    <a:pt x="10639" y="25411"/>
                  </a:moveTo>
                  <a:cubicBezTo>
                    <a:pt x="10641" y="25431"/>
                    <a:pt x="10644" y="25449"/>
                    <a:pt x="10648" y="25468"/>
                  </a:cubicBezTo>
                  <a:lnTo>
                    <a:pt x="10648" y="25468"/>
                  </a:lnTo>
                  <a:cubicBezTo>
                    <a:pt x="10647" y="25451"/>
                    <a:pt x="10644" y="25432"/>
                    <a:pt x="10639" y="25411"/>
                  </a:cubicBezTo>
                  <a:close/>
                  <a:moveTo>
                    <a:pt x="15806" y="26536"/>
                  </a:moveTo>
                  <a:lnTo>
                    <a:pt x="15867" y="26627"/>
                  </a:lnTo>
                  <a:cubicBezTo>
                    <a:pt x="15805" y="26654"/>
                    <a:pt x="15766" y="26665"/>
                    <a:pt x="15744" y="26665"/>
                  </a:cubicBezTo>
                  <a:cubicBezTo>
                    <a:pt x="15690" y="26665"/>
                    <a:pt x="15733" y="26600"/>
                    <a:pt x="15776" y="26536"/>
                  </a:cubicBezTo>
                  <a:close/>
                  <a:moveTo>
                    <a:pt x="6274" y="27644"/>
                  </a:moveTo>
                  <a:lnTo>
                    <a:pt x="6292" y="27661"/>
                  </a:lnTo>
                  <a:cubicBezTo>
                    <a:pt x="6288" y="27654"/>
                    <a:pt x="6281" y="27649"/>
                    <a:pt x="6274" y="27644"/>
                  </a:cubicBezTo>
                  <a:close/>
                  <a:moveTo>
                    <a:pt x="21369" y="28755"/>
                  </a:moveTo>
                  <a:cubicBezTo>
                    <a:pt x="21367" y="28757"/>
                    <a:pt x="21366" y="28759"/>
                    <a:pt x="21364" y="28761"/>
                  </a:cubicBezTo>
                  <a:lnTo>
                    <a:pt x="21364" y="28761"/>
                  </a:lnTo>
                  <a:cubicBezTo>
                    <a:pt x="21366" y="28759"/>
                    <a:pt x="21367" y="28757"/>
                    <a:pt x="21369" y="28755"/>
                  </a:cubicBezTo>
                  <a:close/>
                  <a:moveTo>
                    <a:pt x="15593" y="1"/>
                  </a:moveTo>
                  <a:cubicBezTo>
                    <a:pt x="15593" y="517"/>
                    <a:pt x="14803" y="487"/>
                    <a:pt x="14834" y="912"/>
                  </a:cubicBezTo>
                  <a:cubicBezTo>
                    <a:pt x="15198" y="760"/>
                    <a:pt x="15563" y="578"/>
                    <a:pt x="15928" y="426"/>
                  </a:cubicBezTo>
                  <a:lnTo>
                    <a:pt x="15928" y="426"/>
                  </a:lnTo>
                  <a:cubicBezTo>
                    <a:pt x="15928" y="918"/>
                    <a:pt x="15295" y="1740"/>
                    <a:pt x="14710" y="1740"/>
                  </a:cubicBezTo>
                  <a:cubicBezTo>
                    <a:pt x="14680" y="1740"/>
                    <a:pt x="14650" y="1738"/>
                    <a:pt x="14621" y="1733"/>
                  </a:cubicBezTo>
                  <a:cubicBezTo>
                    <a:pt x="14438" y="1551"/>
                    <a:pt x="14712" y="852"/>
                    <a:pt x="14712" y="669"/>
                  </a:cubicBezTo>
                  <a:lnTo>
                    <a:pt x="14712" y="669"/>
                  </a:lnTo>
                  <a:cubicBezTo>
                    <a:pt x="14641" y="811"/>
                    <a:pt x="14297" y="952"/>
                    <a:pt x="14103" y="952"/>
                  </a:cubicBezTo>
                  <a:cubicBezTo>
                    <a:pt x="14047" y="952"/>
                    <a:pt x="14003" y="940"/>
                    <a:pt x="13982" y="912"/>
                  </a:cubicBezTo>
                  <a:lnTo>
                    <a:pt x="14256" y="639"/>
                  </a:lnTo>
                  <a:cubicBezTo>
                    <a:pt x="14218" y="621"/>
                    <a:pt x="14182" y="614"/>
                    <a:pt x="14148" y="614"/>
                  </a:cubicBezTo>
                  <a:cubicBezTo>
                    <a:pt x="13899" y="614"/>
                    <a:pt x="13741" y="1030"/>
                    <a:pt x="13462" y="1030"/>
                  </a:cubicBezTo>
                  <a:cubicBezTo>
                    <a:pt x="13383" y="1030"/>
                    <a:pt x="13295" y="997"/>
                    <a:pt x="13192" y="912"/>
                  </a:cubicBezTo>
                  <a:cubicBezTo>
                    <a:pt x="13073" y="912"/>
                    <a:pt x="12787" y="577"/>
                    <a:pt x="12682" y="577"/>
                  </a:cubicBezTo>
                  <a:cubicBezTo>
                    <a:pt x="12653" y="577"/>
                    <a:pt x="12638" y="603"/>
                    <a:pt x="12645" y="669"/>
                  </a:cubicBezTo>
                  <a:cubicBezTo>
                    <a:pt x="13010" y="1186"/>
                    <a:pt x="13283" y="2949"/>
                    <a:pt x="13223" y="3375"/>
                  </a:cubicBezTo>
                  <a:cubicBezTo>
                    <a:pt x="12858" y="3192"/>
                    <a:pt x="12523" y="2979"/>
                    <a:pt x="12219" y="2736"/>
                  </a:cubicBezTo>
                  <a:cubicBezTo>
                    <a:pt x="11855" y="2341"/>
                    <a:pt x="12311" y="1581"/>
                    <a:pt x="12037" y="1277"/>
                  </a:cubicBezTo>
                  <a:lnTo>
                    <a:pt x="12037" y="1277"/>
                  </a:lnTo>
                  <a:cubicBezTo>
                    <a:pt x="12037" y="1399"/>
                    <a:pt x="12007" y="1551"/>
                    <a:pt x="11916" y="1672"/>
                  </a:cubicBezTo>
                  <a:cubicBezTo>
                    <a:pt x="11766" y="1598"/>
                    <a:pt x="11841" y="1360"/>
                    <a:pt x="11689" y="1360"/>
                  </a:cubicBezTo>
                  <a:cubicBezTo>
                    <a:pt x="11656" y="1360"/>
                    <a:pt x="11611" y="1371"/>
                    <a:pt x="11551" y="1399"/>
                  </a:cubicBezTo>
                  <a:cubicBezTo>
                    <a:pt x="11612" y="1885"/>
                    <a:pt x="10852" y="1551"/>
                    <a:pt x="11490" y="1855"/>
                  </a:cubicBezTo>
                  <a:cubicBezTo>
                    <a:pt x="11387" y="1935"/>
                    <a:pt x="11305" y="1955"/>
                    <a:pt x="11224" y="1955"/>
                  </a:cubicBezTo>
                  <a:cubicBezTo>
                    <a:pt x="11146" y="1955"/>
                    <a:pt x="11067" y="1936"/>
                    <a:pt x="10970" y="1936"/>
                  </a:cubicBezTo>
                  <a:cubicBezTo>
                    <a:pt x="10901" y="1936"/>
                    <a:pt x="10824" y="1945"/>
                    <a:pt x="10730" y="1976"/>
                  </a:cubicBezTo>
                  <a:cubicBezTo>
                    <a:pt x="10943" y="2250"/>
                    <a:pt x="10760" y="3162"/>
                    <a:pt x="10517" y="3405"/>
                  </a:cubicBezTo>
                  <a:cubicBezTo>
                    <a:pt x="10487" y="3283"/>
                    <a:pt x="10396" y="3162"/>
                    <a:pt x="10305" y="3071"/>
                  </a:cubicBezTo>
                  <a:cubicBezTo>
                    <a:pt x="9697" y="3283"/>
                    <a:pt x="9271" y="3192"/>
                    <a:pt x="8694" y="3466"/>
                  </a:cubicBezTo>
                  <a:cubicBezTo>
                    <a:pt x="8602" y="3375"/>
                    <a:pt x="8268" y="3375"/>
                    <a:pt x="8268" y="3131"/>
                  </a:cubicBezTo>
                  <a:cubicBezTo>
                    <a:pt x="8238" y="3253"/>
                    <a:pt x="8238" y="3435"/>
                    <a:pt x="8086" y="3526"/>
                  </a:cubicBezTo>
                  <a:cubicBezTo>
                    <a:pt x="7539" y="3314"/>
                    <a:pt x="8420" y="3283"/>
                    <a:pt x="7934" y="2949"/>
                  </a:cubicBezTo>
                  <a:lnTo>
                    <a:pt x="7934" y="2949"/>
                  </a:lnTo>
                  <a:cubicBezTo>
                    <a:pt x="8055" y="3223"/>
                    <a:pt x="7660" y="3526"/>
                    <a:pt x="7539" y="3830"/>
                  </a:cubicBezTo>
                  <a:cubicBezTo>
                    <a:pt x="7599" y="3911"/>
                    <a:pt x="7660" y="3944"/>
                    <a:pt x="7722" y="3944"/>
                  </a:cubicBezTo>
                  <a:cubicBezTo>
                    <a:pt x="7940" y="3944"/>
                    <a:pt x="8156" y="3527"/>
                    <a:pt x="8298" y="3314"/>
                  </a:cubicBezTo>
                  <a:lnTo>
                    <a:pt x="8298" y="3314"/>
                  </a:lnTo>
                  <a:cubicBezTo>
                    <a:pt x="8542" y="3922"/>
                    <a:pt x="8450" y="4651"/>
                    <a:pt x="8086" y="5198"/>
                  </a:cubicBezTo>
                  <a:cubicBezTo>
                    <a:pt x="8005" y="5294"/>
                    <a:pt x="7940" y="5329"/>
                    <a:pt x="7888" y="5329"/>
                  </a:cubicBezTo>
                  <a:cubicBezTo>
                    <a:pt x="7743" y="5329"/>
                    <a:pt x="7694" y="5061"/>
                    <a:pt x="7669" y="5061"/>
                  </a:cubicBezTo>
                  <a:cubicBezTo>
                    <a:pt x="7666" y="5061"/>
                    <a:pt x="7663" y="5066"/>
                    <a:pt x="7660" y="5077"/>
                  </a:cubicBezTo>
                  <a:cubicBezTo>
                    <a:pt x="6809" y="5472"/>
                    <a:pt x="7599" y="6414"/>
                    <a:pt x="6718" y="6444"/>
                  </a:cubicBezTo>
                  <a:cubicBezTo>
                    <a:pt x="6262" y="6292"/>
                    <a:pt x="6262" y="5806"/>
                    <a:pt x="6049" y="5624"/>
                  </a:cubicBezTo>
                  <a:cubicBezTo>
                    <a:pt x="6292" y="5229"/>
                    <a:pt x="6718" y="5472"/>
                    <a:pt x="6931" y="5320"/>
                  </a:cubicBezTo>
                  <a:lnTo>
                    <a:pt x="6535" y="5320"/>
                  </a:lnTo>
                  <a:cubicBezTo>
                    <a:pt x="6564" y="5177"/>
                    <a:pt x="6728" y="4952"/>
                    <a:pt x="6899" y="4952"/>
                  </a:cubicBezTo>
                  <a:cubicBezTo>
                    <a:pt x="6910" y="4952"/>
                    <a:pt x="6920" y="4953"/>
                    <a:pt x="6931" y="4955"/>
                  </a:cubicBezTo>
                  <a:cubicBezTo>
                    <a:pt x="6896" y="4940"/>
                    <a:pt x="6858" y="4934"/>
                    <a:pt x="6816" y="4934"/>
                  </a:cubicBezTo>
                  <a:cubicBezTo>
                    <a:pt x="6600" y="4934"/>
                    <a:pt x="6294" y="5116"/>
                    <a:pt x="5988" y="5320"/>
                  </a:cubicBezTo>
                  <a:cubicBezTo>
                    <a:pt x="5624" y="5624"/>
                    <a:pt x="5198" y="5837"/>
                    <a:pt x="4773" y="6019"/>
                  </a:cubicBezTo>
                  <a:cubicBezTo>
                    <a:pt x="4773" y="6201"/>
                    <a:pt x="4681" y="6444"/>
                    <a:pt x="4864" y="6505"/>
                  </a:cubicBezTo>
                  <a:lnTo>
                    <a:pt x="5016" y="6323"/>
                  </a:lnTo>
                  <a:cubicBezTo>
                    <a:pt x="5360" y="6409"/>
                    <a:pt x="5027" y="6875"/>
                    <a:pt x="5245" y="6875"/>
                  </a:cubicBezTo>
                  <a:cubicBezTo>
                    <a:pt x="5258" y="6875"/>
                    <a:pt x="5272" y="6873"/>
                    <a:pt x="5289" y="6870"/>
                  </a:cubicBezTo>
                  <a:lnTo>
                    <a:pt x="5289" y="6870"/>
                  </a:lnTo>
                  <a:cubicBezTo>
                    <a:pt x="5228" y="7235"/>
                    <a:pt x="5228" y="7691"/>
                    <a:pt x="4833" y="7843"/>
                  </a:cubicBezTo>
                  <a:lnTo>
                    <a:pt x="4448" y="7576"/>
                  </a:lnTo>
                  <a:lnTo>
                    <a:pt x="4448" y="7576"/>
                  </a:lnTo>
                  <a:cubicBezTo>
                    <a:pt x="4246" y="7621"/>
                    <a:pt x="4064" y="7689"/>
                    <a:pt x="4225" y="7964"/>
                  </a:cubicBezTo>
                  <a:lnTo>
                    <a:pt x="4681" y="7964"/>
                  </a:lnTo>
                  <a:lnTo>
                    <a:pt x="4681" y="8603"/>
                  </a:lnTo>
                  <a:cubicBezTo>
                    <a:pt x="4681" y="8785"/>
                    <a:pt x="4651" y="8967"/>
                    <a:pt x="4499" y="9058"/>
                  </a:cubicBezTo>
                  <a:cubicBezTo>
                    <a:pt x="4610" y="9098"/>
                    <a:pt x="4663" y="9111"/>
                    <a:pt x="4690" y="9111"/>
                  </a:cubicBezTo>
                  <a:cubicBezTo>
                    <a:pt x="4741" y="9111"/>
                    <a:pt x="4705" y="9067"/>
                    <a:pt x="4785" y="9067"/>
                  </a:cubicBezTo>
                  <a:cubicBezTo>
                    <a:pt x="4827" y="9067"/>
                    <a:pt x="4904" y="9080"/>
                    <a:pt x="5046" y="9119"/>
                  </a:cubicBezTo>
                  <a:cubicBezTo>
                    <a:pt x="4428" y="8854"/>
                    <a:pt x="5522" y="8561"/>
                    <a:pt x="4926" y="8321"/>
                  </a:cubicBezTo>
                  <a:lnTo>
                    <a:pt x="4926" y="8321"/>
                  </a:lnTo>
                  <a:cubicBezTo>
                    <a:pt x="5061" y="8368"/>
                    <a:pt x="5155" y="8385"/>
                    <a:pt x="5228" y="8385"/>
                  </a:cubicBezTo>
                  <a:cubicBezTo>
                    <a:pt x="5403" y="8385"/>
                    <a:pt x="5457" y="8291"/>
                    <a:pt x="5662" y="8291"/>
                  </a:cubicBezTo>
                  <a:cubicBezTo>
                    <a:pt x="5731" y="8291"/>
                    <a:pt x="5816" y="8301"/>
                    <a:pt x="5928" y="8329"/>
                  </a:cubicBezTo>
                  <a:cubicBezTo>
                    <a:pt x="5836" y="8238"/>
                    <a:pt x="5654" y="8207"/>
                    <a:pt x="5897" y="8086"/>
                  </a:cubicBezTo>
                  <a:cubicBezTo>
                    <a:pt x="5897" y="8025"/>
                    <a:pt x="5867" y="7995"/>
                    <a:pt x="5867" y="7934"/>
                  </a:cubicBezTo>
                  <a:cubicBezTo>
                    <a:pt x="5776" y="7934"/>
                    <a:pt x="5684" y="7903"/>
                    <a:pt x="5593" y="7873"/>
                  </a:cubicBezTo>
                  <a:cubicBezTo>
                    <a:pt x="5472" y="7508"/>
                    <a:pt x="5806" y="7204"/>
                    <a:pt x="5836" y="6961"/>
                  </a:cubicBezTo>
                  <a:cubicBezTo>
                    <a:pt x="5848" y="6959"/>
                    <a:pt x="5859" y="6958"/>
                    <a:pt x="5868" y="6958"/>
                  </a:cubicBezTo>
                  <a:cubicBezTo>
                    <a:pt x="6000" y="6958"/>
                    <a:pt x="5879" y="7148"/>
                    <a:pt x="6049" y="7204"/>
                  </a:cubicBezTo>
                  <a:lnTo>
                    <a:pt x="6080" y="6870"/>
                  </a:lnTo>
                  <a:cubicBezTo>
                    <a:pt x="6323" y="7113"/>
                    <a:pt x="6779" y="7052"/>
                    <a:pt x="6596" y="7417"/>
                  </a:cubicBezTo>
                  <a:lnTo>
                    <a:pt x="6900" y="7235"/>
                  </a:lnTo>
                  <a:cubicBezTo>
                    <a:pt x="6925" y="7238"/>
                    <a:pt x="6950" y="7239"/>
                    <a:pt x="6975" y="7239"/>
                  </a:cubicBezTo>
                  <a:cubicBezTo>
                    <a:pt x="7192" y="7239"/>
                    <a:pt x="7399" y="7122"/>
                    <a:pt x="7508" y="6931"/>
                  </a:cubicBezTo>
                  <a:cubicBezTo>
                    <a:pt x="7651" y="6907"/>
                    <a:pt x="7682" y="6566"/>
                    <a:pt x="7689" y="6566"/>
                  </a:cubicBezTo>
                  <a:cubicBezTo>
                    <a:pt x="7691" y="6566"/>
                    <a:pt x="7691" y="6592"/>
                    <a:pt x="7691" y="6657"/>
                  </a:cubicBezTo>
                  <a:cubicBezTo>
                    <a:pt x="7843" y="6505"/>
                    <a:pt x="7964" y="6353"/>
                    <a:pt x="8086" y="6171"/>
                  </a:cubicBezTo>
                  <a:lnTo>
                    <a:pt x="8146" y="6262"/>
                  </a:lnTo>
                  <a:cubicBezTo>
                    <a:pt x="8571" y="6023"/>
                    <a:pt x="8834" y="5367"/>
                    <a:pt x="9481" y="5367"/>
                  </a:cubicBezTo>
                  <a:cubicBezTo>
                    <a:pt x="9575" y="5367"/>
                    <a:pt x="9676" y="5380"/>
                    <a:pt x="9788" y="5411"/>
                  </a:cubicBezTo>
                  <a:cubicBezTo>
                    <a:pt x="9909" y="5198"/>
                    <a:pt x="10122" y="5077"/>
                    <a:pt x="10365" y="5046"/>
                  </a:cubicBezTo>
                  <a:lnTo>
                    <a:pt x="10548" y="5289"/>
                  </a:lnTo>
                  <a:cubicBezTo>
                    <a:pt x="10730" y="5077"/>
                    <a:pt x="11308" y="5289"/>
                    <a:pt x="11308" y="4955"/>
                  </a:cubicBezTo>
                  <a:cubicBezTo>
                    <a:pt x="11449" y="5150"/>
                    <a:pt x="11604" y="5218"/>
                    <a:pt x="11762" y="5218"/>
                  </a:cubicBezTo>
                  <a:cubicBezTo>
                    <a:pt x="12138" y="5218"/>
                    <a:pt x="12535" y="4833"/>
                    <a:pt x="12834" y="4833"/>
                  </a:cubicBezTo>
                  <a:cubicBezTo>
                    <a:pt x="12842" y="4833"/>
                    <a:pt x="12850" y="4833"/>
                    <a:pt x="12858" y="4834"/>
                  </a:cubicBezTo>
                  <a:lnTo>
                    <a:pt x="12797" y="4469"/>
                  </a:lnTo>
                  <a:cubicBezTo>
                    <a:pt x="13101" y="4408"/>
                    <a:pt x="13375" y="4256"/>
                    <a:pt x="13648" y="4074"/>
                  </a:cubicBezTo>
                  <a:lnTo>
                    <a:pt x="13557" y="3739"/>
                  </a:lnTo>
                  <a:cubicBezTo>
                    <a:pt x="13628" y="3669"/>
                    <a:pt x="13712" y="3644"/>
                    <a:pt x="13803" y="3644"/>
                  </a:cubicBezTo>
                  <a:cubicBezTo>
                    <a:pt x="13907" y="3644"/>
                    <a:pt x="14021" y="3676"/>
                    <a:pt x="14134" y="3709"/>
                  </a:cubicBezTo>
                  <a:cubicBezTo>
                    <a:pt x="14378" y="3800"/>
                    <a:pt x="14621" y="3861"/>
                    <a:pt x="14864" y="3861"/>
                  </a:cubicBezTo>
                  <a:cubicBezTo>
                    <a:pt x="14849" y="3922"/>
                    <a:pt x="14811" y="3944"/>
                    <a:pt x="14765" y="3944"/>
                  </a:cubicBezTo>
                  <a:cubicBezTo>
                    <a:pt x="14720" y="3944"/>
                    <a:pt x="14666" y="3922"/>
                    <a:pt x="14621" y="3891"/>
                  </a:cubicBezTo>
                  <a:lnTo>
                    <a:pt x="14621" y="3891"/>
                  </a:lnTo>
                  <a:cubicBezTo>
                    <a:pt x="14754" y="4068"/>
                    <a:pt x="14886" y="4131"/>
                    <a:pt x="15026" y="4131"/>
                  </a:cubicBezTo>
                  <a:cubicBezTo>
                    <a:pt x="15174" y="4131"/>
                    <a:pt x="15330" y="4061"/>
                    <a:pt x="15502" y="3982"/>
                  </a:cubicBezTo>
                  <a:cubicBezTo>
                    <a:pt x="15672" y="3880"/>
                    <a:pt x="15843" y="3797"/>
                    <a:pt x="15997" y="3797"/>
                  </a:cubicBezTo>
                  <a:cubicBezTo>
                    <a:pt x="16118" y="3797"/>
                    <a:pt x="16229" y="3849"/>
                    <a:pt x="16323" y="3982"/>
                  </a:cubicBezTo>
                  <a:cubicBezTo>
                    <a:pt x="16355" y="3961"/>
                    <a:pt x="16395" y="3951"/>
                    <a:pt x="16436" y="3951"/>
                  </a:cubicBezTo>
                  <a:cubicBezTo>
                    <a:pt x="16510" y="3951"/>
                    <a:pt x="16588" y="3984"/>
                    <a:pt x="16627" y="4043"/>
                  </a:cubicBezTo>
                  <a:lnTo>
                    <a:pt x="16657" y="4043"/>
                  </a:lnTo>
                  <a:cubicBezTo>
                    <a:pt x="16661" y="4054"/>
                    <a:pt x="16664" y="4064"/>
                    <a:pt x="16668" y="4074"/>
                  </a:cubicBezTo>
                  <a:lnTo>
                    <a:pt x="16668" y="4074"/>
                  </a:lnTo>
                  <a:cubicBezTo>
                    <a:pt x="16816" y="4072"/>
                    <a:pt x="16964" y="4043"/>
                    <a:pt x="17083" y="4013"/>
                  </a:cubicBezTo>
                  <a:lnTo>
                    <a:pt x="17083" y="4013"/>
                  </a:lnTo>
                  <a:lnTo>
                    <a:pt x="17052" y="4408"/>
                  </a:lnTo>
                  <a:lnTo>
                    <a:pt x="17083" y="4408"/>
                  </a:lnTo>
                  <a:cubicBezTo>
                    <a:pt x="17105" y="4436"/>
                    <a:pt x="17126" y="4449"/>
                    <a:pt x="17144" y="4449"/>
                  </a:cubicBezTo>
                  <a:cubicBezTo>
                    <a:pt x="17224" y="4449"/>
                    <a:pt x="17260" y="4205"/>
                    <a:pt x="17235" y="3982"/>
                  </a:cubicBezTo>
                  <a:cubicBezTo>
                    <a:pt x="17326" y="3952"/>
                    <a:pt x="17417" y="3891"/>
                    <a:pt x="17508" y="3830"/>
                  </a:cubicBezTo>
                  <a:lnTo>
                    <a:pt x="17508" y="3830"/>
                  </a:lnTo>
                  <a:cubicBezTo>
                    <a:pt x="17483" y="4067"/>
                    <a:pt x="17550" y="4099"/>
                    <a:pt x="17635" y="4099"/>
                  </a:cubicBezTo>
                  <a:cubicBezTo>
                    <a:pt x="17668" y="4099"/>
                    <a:pt x="17704" y="4095"/>
                    <a:pt x="17739" y="4095"/>
                  </a:cubicBezTo>
                  <a:cubicBezTo>
                    <a:pt x="17833" y="4095"/>
                    <a:pt x="17917" y="4131"/>
                    <a:pt x="17903" y="4408"/>
                  </a:cubicBezTo>
                  <a:cubicBezTo>
                    <a:pt x="18086" y="4134"/>
                    <a:pt x="18694" y="4469"/>
                    <a:pt x="19028" y="3891"/>
                  </a:cubicBezTo>
                  <a:lnTo>
                    <a:pt x="19028" y="3891"/>
                  </a:lnTo>
                  <a:cubicBezTo>
                    <a:pt x="19003" y="3966"/>
                    <a:pt x="19019" y="4021"/>
                    <a:pt x="18992" y="4021"/>
                  </a:cubicBezTo>
                  <a:cubicBezTo>
                    <a:pt x="18986" y="4021"/>
                    <a:pt x="18978" y="4018"/>
                    <a:pt x="18967" y="4013"/>
                  </a:cubicBezTo>
                  <a:lnTo>
                    <a:pt x="18967" y="4013"/>
                  </a:lnTo>
                  <a:cubicBezTo>
                    <a:pt x="19063" y="4109"/>
                    <a:pt x="19178" y="4223"/>
                    <a:pt x="19326" y="4223"/>
                  </a:cubicBezTo>
                  <a:cubicBezTo>
                    <a:pt x="19366" y="4223"/>
                    <a:pt x="19408" y="4215"/>
                    <a:pt x="19454" y="4195"/>
                  </a:cubicBezTo>
                  <a:lnTo>
                    <a:pt x="19454" y="4195"/>
                  </a:lnTo>
                  <a:lnTo>
                    <a:pt x="19332" y="4651"/>
                  </a:lnTo>
                  <a:cubicBezTo>
                    <a:pt x="19545" y="4499"/>
                    <a:pt x="19758" y="4378"/>
                    <a:pt x="19940" y="4256"/>
                  </a:cubicBezTo>
                  <a:lnTo>
                    <a:pt x="19940" y="4256"/>
                  </a:lnTo>
                  <a:cubicBezTo>
                    <a:pt x="20062" y="4651"/>
                    <a:pt x="20062" y="4803"/>
                    <a:pt x="19697" y="5016"/>
                  </a:cubicBezTo>
                  <a:cubicBezTo>
                    <a:pt x="19979" y="4937"/>
                    <a:pt x="20118" y="4921"/>
                    <a:pt x="20218" y="4921"/>
                  </a:cubicBezTo>
                  <a:cubicBezTo>
                    <a:pt x="20288" y="4921"/>
                    <a:pt x="20338" y="4929"/>
                    <a:pt x="20403" y="4929"/>
                  </a:cubicBezTo>
                  <a:cubicBezTo>
                    <a:pt x="20497" y="4929"/>
                    <a:pt x="20623" y="4912"/>
                    <a:pt x="20882" y="4834"/>
                  </a:cubicBezTo>
                  <a:lnTo>
                    <a:pt x="20882" y="4834"/>
                  </a:lnTo>
                  <a:lnTo>
                    <a:pt x="20730" y="5077"/>
                  </a:lnTo>
                  <a:cubicBezTo>
                    <a:pt x="20755" y="5087"/>
                    <a:pt x="20788" y="5090"/>
                    <a:pt x="20826" y="5090"/>
                  </a:cubicBezTo>
                  <a:cubicBezTo>
                    <a:pt x="20911" y="5090"/>
                    <a:pt x="21019" y="5072"/>
                    <a:pt x="21112" y="5072"/>
                  </a:cubicBezTo>
                  <a:cubicBezTo>
                    <a:pt x="21230" y="5072"/>
                    <a:pt x="21322" y="5101"/>
                    <a:pt x="21308" y="5229"/>
                  </a:cubicBezTo>
                  <a:cubicBezTo>
                    <a:pt x="21338" y="5897"/>
                    <a:pt x="22949" y="6353"/>
                    <a:pt x="23405" y="7417"/>
                  </a:cubicBezTo>
                  <a:cubicBezTo>
                    <a:pt x="23499" y="7223"/>
                    <a:pt x="23555" y="7153"/>
                    <a:pt x="23592" y="7153"/>
                  </a:cubicBezTo>
                  <a:cubicBezTo>
                    <a:pt x="23687" y="7153"/>
                    <a:pt x="23658" y="7614"/>
                    <a:pt x="23818" y="7614"/>
                  </a:cubicBezTo>
                  <a:cubicBezTo>
                    <a:pt x="23859" y="7614"/>
                    <a:pt x="23912" y="7584"/>
                    <a:pt x="23983" y="7508"/>
                  </a:cubicBezTo>
                  <a:lnTo>
                    <a:pt x="23983" y="7508"/>
                  </a:lnTo>
                  <a:cubicBezTo>
                    <a:pt x="23891" y="7691"/>
                    <a:pt x="23922" y="7903"/>
                    <a:pt x="23679" y="7903"/>
                  </a:cubicBezTo>
                  <a:cubicBezTo>
                    <a:pt x="24143" y="8058"/>
                    <a:pt x="24082" y="8497"/>
                    <a:pt x="24442" y="8497"/>
                  </a:cubicBezTo>
                  <a:cubicBezTo>
                    <a:pt x="24507" y="8497"/>
                    <a:pt x="24585" y="8483"/>
                    <a:pt x="24682" y="8451"/>
                  </a:cubicBezTo>
                  <a:lnTo>
                    <a:pt x="24682" y="8451"/>
                  </a:lnTo>
                  <a:cubicBezTo>
                    <a:pt x="24591" y="8663"/>
                    <a:pt x="24408" y="8603"/>
                    <a:pt x="24347" y="8724"/>
                  </a:cubicBezTo>
                  <a:cubicBezTo>
                    <a:pt x="24408" y="8724"/>
                    <a:pt x="24591" y="8724"/>
                    <a:pt x="24530" y="8846"/>
                  </a:cubicBezTo>
                  <a:cubicBezTo>
                    <a:pt x="24509" y="8927"/>
                    <a:pt x="24449" y="8927"/>
                    <a:pt x="24374" y="8927"/>
                  </a:cubicBezTo>
                  <a:lnTo>
                    <a:pt x="24374" y="8927"/>
                  </a:lnTo>
                  <a:cubicBezTo>
                    <a:pt x="24337" y="8927"/>
                    <a:pt x="24297" y="8927"/>
                    <a:pt x="24256" y="8937"/>
                  </a:cubicBezTo>
                  <a:cubicBezTo>
                    <a:pt x="24347" y="9012"/>
                    <a:pt x="24445" y="9045"/>
                    <a:pt x="24548" y="9045"/>
                  </a:cubicBezTo>
                  <a:cubicBezTo>
                    <a:pt x="24860" y="9045"/>
                    <a:pt x="25220" y="8748"/>
                    <a:pt x="25563" y="8451"/>
                  </a:cubicBezTo>
                  <a:cubicBezTo>
                    <a:pt x="25563" y="8715"/>
                    <a:pt x="25611" y="8836"/>
                    <a:pt x="25800" y="8836"/>
                  </a:cubicBezTo>
                  <a:cubicBezTo>
                    <a:pt x="25871" y="8836"/>
                    <a:pt x="25963" y="8818"/>
                    <a:pt x="26080" y="8785"/>
                  </a:cubicBezTo>
                  <a:lnTo>
                    <a:pt x="26080" y="8785"/>
                  </a:lnTo>
                  <a:cubicBezTo>
                    <a:pt x="26012" y="8920"/>
                    <a:pt x="25978" y="9106"/>
                    <a:pt x="25866" y="9106"/>
                  </a:cubicBezTo>
                  <a:cubicBezTo>
                    <a:pt x="25827" y="9106"/>
                    <a:pt x="25778" y="9083"/>
                    <a:pt x="25715" y="9028"/>
                  </a:cubicBezTo>
                  <a:lnTo>
                    <a:pt x="25715" y="9028"/>
                  </a:lnTo>
                  <a:cubicBezTo>
                    <a:pt x="25806" y="9210"/>
                    <a:pt x="25898" y="9393"/>
                    <a:pt x="26050" y="9545"/>
                  </a:cubicBezTo>
                  <a:cubicBezTo>
                    <a:pt x="26137" y="9698"/>
                    <a:pt x="26256" y="9819"/>
                    <a:pt x="26394" y="9819"/>
                  </a:cubicBezTo>
                  <a:cubicBezTo>
                    <a:pt x="26449" y="9819"/>
                    <a:pt x="26506" y="9800"/>
                    <a:pt x="26566" y="9758"/>
                  </a:cubicBezTo>
                  <a:lnTo>
                    <a:pt x="26566" y="9758"/>
                  </a:lnTo>
                  <a:cubicBezTo>
                    <a:pt x="26505" y="9879"/>
                    <a:pt x="26688" y="9970"/>
                    <a:pt x="26749" y="10001"/>
                  </a:cubicBezTo>
                  <a:cubicBezTo>
                    <a:pt x="26870" y="10244"/>
                    <a:pt x="26992" y="10457"/>
                    <a:pt x="27174" y="10669"/>
                  </a:cubicBezTo>
                  <a:cubicBezTo>
                    <a:pt x="27174" y="10639"/>
                    <a:pt x="27174" y="10609"/>
                    <a:pt x="27174" y="10548"/>
                  </a:cubicBezTo>
                  <a:cubicBezTo>
                    <a:pt x="27264" y="10524"/>
                    <a:pt x="27331" y="10514"/>
                    <a:pt x="27382" y="10514"/>
                  </a:cubicBezTo>
                  <a:cubicBezTo>
                    <a:pt x="27661" y="10514"/>
                    <a:pt x="27450" y="10824"/>
                    <a:pt x="27630" y="11004"/>
                  </a:cubicBezTo>
                  <a:lnTo>
                    <a:pt x="27569" y="11004"/>
                  </a:lnTo>
                  <a:cubicBezTo>
                    <a:pt x="27539" y="11399"/>
                    <a:pt x="27569" y="11460"/>
                    <a:pt x="27630" y="11490"/>
                  </a:cubicBezTo>
                  <a:cubicBezTo>
                    <a:pt x="27721" y="11551"/>
                    <a:pt x="27812" y="11612"/>
                    <a:pt x="27600" y="11976"/>
                  </a:cubicBezTo>
                  <a:lnTo>
                    <a:pt x="27934" y="11855"/>
                  </a:lnTo>
                  <a:cubicBezTo>
                    <a:pt x="27963" y="11853"/>
                    <a:pt x="27990" y="11852"/>
                    <a:pt x="28014" y="11852"/>
                  </a:cubicBezTo>
                  <a:cubicBezTo>
                    <a:pt x="28316" y="11852"/>
                    <a:pt x="28229" y="12023"/>
                    <a:pt x="28116" y="12220"/>
                  </a:cubicBezTo>
                  <a:cubicBezTo>
                    <a:pt x="27964" y="12432"/>
                    <a:pt x="27721" y="12645"/>
                    <a:pt x="27873" y="12828"/>
                  </a:cubicBezTo>
                  <a:lnTo>
                    <a:pt x="28086" y="12706"/>
                  </a:lnTo>
                  <a:lnTo>
                    <a:pt x="28086" y="12706"/>
                  </a:lnTo>
                  <a:cubicBezTo>
                    <a:pt x="28208" y="12797"/>
                    <a:pt x="27934" y="12980"/>
                    <a:pt x="27630" y="13071"/>
                  </a:cubicBezTo>
                  <a:cubicBezTo>
                    <a:pt x="27387" y="13162"/>
                    <a:pt x="27113" y="13253"/>
                    <a:pt x="26870" y="13375"/>
                  </a:cubicBezTo>
                  <a:cubicBezTo>
                    <a:pt x="26864" y="13378"/>
                    <a:pt x="26857" y="13379"/>
                    <a:pt x="26852" y="13379"/>
                  </a:cubicBezTo>
                  <a:cubicBezTo>
                    <a:pt x="26803" y="13379"/>
                    <a:pt x="26776" y="13277"/>
                    <a:pt x="26749" y="13223"/>
                  </a:cubicBezTo>
                  <a:lnTo>
                    <a:pt x="26749" y="13223"/>
                  </a:lnTo>
                  <a:cubicBezTo>
                    <a:pt x="26232" y="13648"/>
                    <a:pt x="27205" y="13344"/>
                    <a:pt x="27265" y="13770"/>
                  </a:cubicBezTo>
                  <a:cubicBezTo>
                    <a:pt x="27083" y="13770"/>
                    <a:pt x="26860" y="13675"/>
                    <a:pt x="26705" y="13675"/>
                  </a:cubicBezTo>
                  <a:cubicBezTo>
                    <a:pt x="26627" y="13675"/>
                    <a:pt x="26566" y="13699"/>
                    <a:pt x="26536" y="13770"/>
                  </a:cubicBezTo>
                  <a:cubicBezTo>
                    <a:pt x="26293" y="13800"/>
                    <a:pt x="27144" y="14742"/>
                    <a:pt x="26505" y="14955"/>
                  </a:cubicBezTo>
                  <a:cubicBezTo>
                    <a:pt x="26548" y="14955"/>
                    <a:pt x="26592" y="14954"/>
                    <a:pt x="26635" y="14954"/>
                  </a:cubicBezTo>
                  <a:cubicBezTo>
                    <a:pt x="26808" y="14954"/>
                    <a:pt x="26974" y="14973"/>
                    <a:pt x="27022" y="15168"/>
                  </a:cubicBezTo>
                  <a:cubicBezTo>
                    <a:pt x="26961" y="15502"/>
                    <a:pt x="26019" y="15654"/>
                    <a:pt x="26445" y="16171"/>
                  </a:cubicBezTo>
                  <a:cubicBezTo>
                    <a:pt x="26414" y="16186"/>
                    <a:pt x="26384" y="16194"/>
                    <a:pt x="26357" y="16194"/>
                  </a:cubicBezTo>
                  <a:cubicBezTo>
                    <a:pt x="26331" y="16194"/>
                    <a:pt x="26308" y="16186"/>
                    <a:pt x="26293" y="16171"/>
                  </a:cubicBezTo>
                  <a:lnTo>
                    <a:pt x="26293" y="16171"/>
                  </a:lnTo>
                  <a:cubicBezTo>
                    <a:pt x="26323" y="16475"/>
                    <a:pt x="26141" y="16992"/>
                    <a:pt x="26384" y="17326"/>
                  </a:cubicBezTo>
                  <a:cubicBezTo>
                    <a:pt x="26273" y="17286"/>
                    <a:pt x="26181" y="17269"/>
                    <a:pt x="26103" y="17269"/>
                  </a:cubicBezTo>
                  <a:cubicBezTo>
                    <a:pt x="25454" y="17269"/>
                    <a:pt x="25835" y="18501"/>
                    <a:pt x="25398" y="18501"/>
                  </a:cubicBezTo>
                  <a:cubicBezTo>
                    <a:pt x="25326" y="18501"/>
                    <a:pt x="25232" y="18468"/>
                    <a:pt x="25107" y="18390"/>
                  </a:cubicBezTo>
                  <a:lnTo>
                    <a:pt x="24712" y="19089"/>
                  </a:lnTo>
                  <a:lnTo>
                    <a:pt x="24651" y="18998"/>
                  </a:lnTo>
                  <a:cubicBezTo>
                    <a:pt x="24378" y="19271"/>
                    <a:pt x="24347" y="19667"/>
                    <a:pt x="24530" y="19971"/>
                  </a:cubicBezTo>
                  <a:cubicBezTo>
                    <a:pt x="24510" y="19981"/>
                    <a:pt x="24492" y="19985"/>
                    <a:pt x="24477" y="19985"/>
                  </a:cubicBezTo>
                  <a:cubicBezTo>
                    <a:pt x="24397" y="19985"/>
                    <a:pt x="24368" y="19874"/>
                    <a:pt x="24317" y="19849"/>
                  </a:cubicBezTo>
                  <a:cubicBezTo>
                    <a:pt x="23709" y="20335"/>
                    <a:pt x="23709" y="20396"/>
                    <a:pt x="23800" y="21247"/>
                  </a:cubicBezTo>
                  <a:lnTo>
                    <a:pt x="23466" y="21065"/>
                  </a:lnTo>
                  <a:lnTo>
                    <a:pt x="23466" y="21065"/>
                  </a:lnTo>
                  <a:cubicBezTo>
                    <a:pt x="23527" y="21338"/>
                    <a:pt x="22341" y="21582"/>
                    <a:pt x="22220" y="22433"/>
                  </a:cubicBezTo>
                  <a:cubicBezTo>
                    <a:pt x="22159" y="22372"/>
                    <a:pt x="22128" y="22311"/>
                    <a:pt x="22128" y="22250"/>
                  </a:cubicBezTo>
                  <a:cubicBezTo>
                    <a:pt x="21977" y="23192"/>
                    <a:pt x="20092" y="23192"/>
                    <a:pt x="20943" y="24256"/>
                  </a:cubicBezTo>
                  <a:lnTo>
                    <a:pt x="20852" y="24925"/>
                  </a:lnTo>
                  <a:cubicBezTo>
                    <a:pt x="20968" y="24815"/>
                    <a:pt x="21051" y="24773"/>
                    <a:pt x="21114" y="24773"/>
                  </a:cubicBezTo>
                  <a:cubicBezTo>
                    <a:pt x="21334" y="24773"/>
                    <a:pt x="21305" y="25296"/>
                    <a:pt x="21561" y="25296"/>
                  </a:cubicBezTo>
                  <a:cubicBezTo>
                    <a:pt x="21577" y="25296"/>
                    <a:pt x="21594" y="25294"/>
                    <a:pt x="21612" y="25290"/>
                  </a:cubicBezTo>
                  <a:lnTo>
                    <a:pt x="21612" y="25290"/>
                  </a:lnTo>
                  <a:cubicBezTo>
                    <a:pt x="21548" y="25418"/>
                    <a:pt x="21340" y="25496"/>
                    <a:pt x="21180" y="25496"/>
                  </a:cubicBezTo>
                  <a:cubicBezTo>
                    <a:pt x="21037" y="25496"/>
                    <a:pt x="20932" y="25433"/>
                    <a:pt x="21004" y="25290"/>
                  </a:cubicBezTo>
                  <a:lnTo>
                    <a:pt x="21095" y="25290"/>
                  </a:lnTo>
                  <a:cubicBezTo>
                    <a:pt x="20992" y="25174"/>
                    <a:pt x="20899" y="25130"/>
                    <a:pt x="20812" y="25130"/>
                  </a:cubicBezTo>
                  <a:cubicBezTo>
                    <a:pt x="20547" y="25130"/>
                    <a:pt x="20343" y="25539"/>
                    <a:pt x="20120" y="25539"/>
                  </a:cubicBezTo>
                  <a:cubicBezTo>
                    <a:pt x="20071" y="25539"/>
                    <a:pt x="20022" y="25519"/>
                    <a:pt x="19970" y="25472"/>
                  </a:cubicBezTo>
                  <a:cubicBezTo>
                    <a:pt x="19636" y="25898"/>
                    <a:pt x="19180" y="26232"/>
                    <a:pt x="18663" y="26414"/>
                  </a:cubicBezTo>
                  <a:cubicBezTo>
                    <a:pt x="18344" y="26483"/>
                    <a:pt x="18008" y="26517"/>
                    <a:pt x="17667" y="26517"/>
                  </a:cubicBezTo>
                  <a:cubicBezTo>
                    <a:pt x="17554" y="26517"/>
                    <a:pt x="17440" y="26513"/>
                    <a:pt x="17326" y="26506"/>
                  </a:cubicBezTo>
                  <a:lnTo>
                    <a:pt x="17326" y="26506"/>
                  </a:lnTo>
                  <a:lnTo>
                    <a:pt x="17478" y="27022"/>
                  </a:lnTo>
                  <a:lnTo>
                    <a:pt x="17083" y="27022"/>
                  </a:lnTo>
                  <a:cubicBezTo>
                    <a:pt x="16992" y="26870"/>
                    <a:pt x="16961" y="26597"/>
                    <a:pt x="17235" y="26597"/>
                  </a:cubicBezTo>
                  <a:cubicBezTo>
                    <a:pt x="17209" y="26533"/>
                    <a:pt x="17174" y="26506"/>
                    <a:pt x="17134" y="26506"/>
                  </a:cubicBezTo>
                  <a:cubicBezTo>
                    <a:pt x="16986" y="26506"/>
                    <a:pt x="16772" y="26872"/>
                    <a:pt x="16748" y="26992"/>
                  </a:cubicBezTo>
                  <a:cubicBezTo>
                    <a:pt x="16171" y="26718"/>
                    <a:pt x="17022" y="26354"/>
                    <a:pt x="16840" y="26323"/>
                  </a:cubicBezTo>
                  <a:lnTo>
                    <a:pt x="16840" y="26323"/>
                  </a:lnTo>
                  <a:lnTo>
                    <a:pt x="16596" y="26354"/>
                  </a:lnTo>
                  <a:lnTo>
                    <a:pt x="16627" y="26445"/>
                  </a:lnTo>
                  <a:cubicBezTo>
                    <a:pt x="16464" y="26608"/>
                    <a:pt x="16398" y="26819"/>
                    <a:pt x="16126" y="26819"/>
                  </a:cubicBezTo>
                  <a:cubicBezTo>
                    <a:pt x="16093" y="26819"/>
                    <a:pt x="16058" y="26816"/>
                    <a:pt x="16019" y="26810"/>
                  </a:cubicBezTo>
                  <a:cubicBezTo>
                    <a:pt x="15806" y="26688"/>
                    <a:pt x="15928" y="26475"/>
                    <a:pt x="15837" y="26445"/>
                  </a:cubicBezTo>
                  <a:cubicBezTo>
                    <a:pt x="15837" y="26384"/>
                    <a:pt x="15837" y="26384"/>
                    <a:pt x="15715" y="26384"/>
                  </a:cubicBezTo>
                  <a:lnTo>
                    <a:pt x="15168" y="26293"/>
                  </a:lnTo>
                  <a:lnTo>
                    <a:pt x="15320" y="26749"/>
                  </a:lnTo>
                  <a:cubicBezTo>
                    <a:pt x="15047" y="26930"/>
                    <a:pt x="14805" y="26660"/>
                    <a:pt x="14983" y="27168"/>
                  </a:cubicBezTo>
                  <a:lnTo>
                    <a:pt x="14983" y="27168"/>
                  </a:lnTo>
                  <a:cubicBezTo>
                    <a:pt x="14703" y="26385"/>
                    <a:pt x="12949" y="26566"/>
                    <a:pt x="12767" y="26293"/>
                  </a:cubicBezTo>
                  <a:cubicBezTo>
                    <a:pt x="12584" y="26384"/>
                    <a:pt x="12387" y="26430"/>
                    <a:pt x="12189" y="26430"/>
                  </a:cubicBezTo>
                  <a:cubicBezTo>
                    <a:pt x="11992" y="26430"/>
                    <a:pt x="11794" y="26384"/>
                    <a:pt x="11612" y="26293"/>
                  </a:cubicBezTo>
                  <a:lnTo>
                    <a:pt x="11612" y="26293"/>
                  </a:lnTo>
                  <a:cubicBezTo>
                    <a:pt x="11691" y="26398"/>
                    <a:pt x="11655" y="26778"/>
                    <a:pt x="11427" y="26778"/>
                  </a:cubicBezTo>
                  <a:cubicBezTo>
                    <a:pt x="11392" y="26778"/>
                    <a:pt x="11352" y="26769"/>
                    <a:pt x="11308" y="26749"/>
                  </a:cubicBezTo>
                  <a:cubicBezTo>
                    <a:pt x="11663" y="25860"/>
                    <a:pt x="10777" y="26155"/>
                    <a:pt x="10648" y="25468"/>
                  </a:cubicBezTo>
                  <a:lnTo>
                    <a:pt x="10648" y="25468"/>
                  </a:lnTo>
                  <a:cubicBezTo>
                    <a:pt x="10655" y="25594"/>
                    <a:pt x="10557" y="25622"/>
                    <a:pt x="10426" y="25622"/>
                  </a:cubicBezTo>
                  <a:cubicBezTo>
                    <a:pt x="10324" y="25622"/>
                    <a:pt x="10202" y="25605"/>
                    <a:pt x="10092" y="25605"/>
                  </a:cubicBezTo>
                  <a:cubicBezTo>
                    <a:pt x="9888" y="25605"/>
                    <a:pt x="9727" y="25662"/>
                    <a:pt x="9818" y="25989"/>
                  </a:cubicBezTo>
                  <a:cubicBezTo>
                    <a:pt x="9545" y="25837"/>
                    <a:pt x="9909" y="25624"/>
                    <a:pt x="9757" y="25351"/>
                  </a:cubicBezTo>
                  <a:lnTo>
                    <a:pt x="9757" y="25351"/>
                  </a:lnTo>
                  <a:cubicBezTo>
                    <a:pt x="9693" y="25363"/>
                    <a:pt x="9629" y="25368"/>
                    <a:pt x="9566" y="25368"/>
                  </a:cubicBezTo>
                  <a:cubicBezTo>
                    <a:pt x="8830" y="25368"/>
                    <a:pt x="8201" y="24607"/>
                    <a:pt x="7417" y="24439"/>
                  </a:cubicBezTo>
                  <a:cubicBezTo>
                    <a:pt x="7356" y="24560"/>
                    <a:pt x="7417" y="24834"/>
                    <a:pt x="7174" y="24925"/>
                  </a:cubicBezTo>
                  <a:lnTo>
                    <a:pt x="6961" y="24135"/>
                  </a:lnTo>
                  <a:cubicBezTo>
                    <a:pt x="6833" y="24135"/>
                    <a:pt x="6676" y="24448"/>
                    <a:pt x="6541" y="24448"/>
                  </a:cubicBezTo>
                  <a:cubicBezTo>
                    <a:pt x="6483" y="24448"/>
                    <a:pt x="6429" y="24390"/>
                    <a:pt x="6384" y="24226"/>
                  </a:cubicBezTo>
                  <a:cubicBezTo>
                    <a:pt x="6384" y="24348"/>
                    <a:pt x="6384" y="24530"/>
                    <a:pt x="6262" y="24530"/>
                  </a:cubicBezTo>
                  <a:cubicBezTo>
                    <a:pt x="5624" y="23952"/>
                    <a:pt x="4803" y="23679"/>
                    <a:pt x="4013" y="23375"/>
                  </a:cubicBezTo>
                  <a:cubicBezTo>
                    <a:pt x="3222" y="23071"/>
                    <a:pt x="2554" y="22706"/>
                    <a:pt x="2736" y="22098"/>
                  </a:cubicBezTo>
                  <a:cubicBezTo>
                    <a:pt x="2736" y="22007"/>
                    <a:pt x="2797" y="21946"/>
                    <a:pt x="2827" y="21855"/>
                  </a:cubicBezTo>
                  <a:lnTo>
                    <a:pt x="2827" y="21855"/>
                  </a:lnTo>
                  <a:cubicBezTo>
                    <a:pt x="2727" y="21972"/>
                    <a:pt x="2663" y="22016"/>
                    <a:pt x="2621" y="22016"/>
                  </a:cubicBezTo>
                  <a:cubicBezTo>
                    <a:pt x="2587" y="22016"/>
                    <a:pt x="2567" y="21987"/>
                    <a:pt x="2554" y="21946"/>
                  </a:cubicBezTo>
                  <a:cubicBezTo>
                    <a:pt x="2523" y="22007"/>
                    <a:pt x="2250" y="22068"/>
                    <a:pt x="2098" y="22129"/>
                  </a:cubicBezTo>
                  <a:cubicBezTo>
                    <a:pt x="2189" y="21916"/>
                    <a:pt x="2310" y="21733"/>
                    <a:pt x="2432" y="21521"/>
                  </a:cubicBezTo>
                  <a:cubicBezTo>
                    <a:pt x="1915" y="21521"/>
                    <a:pt x="2341" y="20882"/>
                    <a:pt x="1885" y="20822"/>
                  </a:cubicBezTo>
                  <a:lnTo>
                    <a:pt x="1885" y="20822"/>
                  </a:lnTo>
                  <a:lnTo>
                    <a:pt x="1976" y="21034"/>
                  </a:lnTo>
                  <a:cubicBezTo>
                    <a:pt x="1884" y="20986"/>
                    <a:pt x="1789" y="20965"/>
                    <a:pt x="1694" y="20965"/>
                  </a:cubicBezTo>
                  <a:cubicBezTo>
                    <a:pt x="1192" y="20965"/>
                    <a:pt x="648" y="21530"/>
                    <a:pt x="61" y="21582"/>
                  </a:cubicBezTo>
                  <a:cubicBezTo>
                    <a:pt x="365" y="21764"/>
                    <a:pt x="213" y="22007"/>
                    <a:pt x="92" y="22402"/>
                  </a:cubicBezTo>
                  <a:cubicBezTo>
                    <a:pt x="0" y="22797"/>
                    <a:pt x="0" y="23284"/>
                    <a:pt x="487" y="23466"/>
                  </a:cubicBezTo>
                  <a:cubicBezTo>
                    <a:pt x="517" y="23496"/>
                    <a:pt x="578" y="23496"/>
                    <a:pt x="639" y="23496"/>
                  </a:cubicBezTo>
                  <a:cubicBezTo>
                    <a:pt x="627" y="23594"/>
                    <a:pt x="576" y="23613"/>
                    <a:pt x="513" y="23613"/>
                  </a:cubicBezTo>
                  <a:cubicBezTo>
                    <a:pt x="471" y="23613"/>
                    <a:pt x="424" y="23605"/>
                    <a:pt x="380" y="23605"/>
                  </a:cubicBezTo>
                  <a:cubicBezTo>
                    <a:pt x="325" y="23605"/>
                    <a:pt x="274" y="23618"/>
                    <a:pt x="244" y="23679"/>
                  </a:cubicBezTo>
                  <a:cubicBezTo>
                    <a:pt x="639" y="23679"/>
                    <a:pt x="821" y="23861"/>
                    <a:pt x="1034" y="24256"/>
                  </a:cubicBezTo>
                  <a:lnTo>
                    <a:pt x="943" y="24287"/>
                  </a:lnTo>
                  <a:cubicBezTo>
                    <a:pt x="1490" y="24743"/>
                    <a:pt x="1794" y="24986"/>
                    <a:pt x="2128" y="25259"/>
                  </a:cubicBezTo>
                  <a:cubicBezTo>
                    <a:pt x="2462" y="25594"/>
                    <a:pt x="2827" y="25898"/>
                    <a:pt x="3222" y="26171"/>
                  </a:cubicBezTo>
                  <a:lnTo>
                    <a:pt x="3283" y="25807"/>
                  </a:lnTo>
                  <a:cubicBezTo>
                    <a:pt x="3496" y="25958"/>
                    <a:pt x="3496" y="26080"/>
                    <a:pt x="3557" y="26202"/>
                  </a:cubicBezTo>
                  <a:cubicBezTo>
                    <a:pt x="4043" y="25807"/>
                    <a:pt x="2949" y="25867"/>
                    <a:pt x="3435" y="25442"/>
                  </a:cubicBezTo>
                  <a:lnTo>
                    <a:pt x="3435" y="25442"/>
                  </a:lnTo>
                  <a:cubicBezTo>
                    <a:pt x="3435" y="26262"/>
                    <a:pt x="4955" y="26141"/>
                    <a:pt x="4833" y="26962"/>
                  </a:cubicBezTo>
                  <a:cubicBezTo>
                    <a:pt x="4878" y="26980"/>
                    <a:pt x="4913" y="26988"/>
                    <a:pt x="4940" y="26988"/>
                  </a:cubicBezTo>
                  <a:cubicBezTo>
                    <a:pt x="5110" y="26988"/>
                    <a:pt x="4976" y="26670"/>
                    <a:pt x="5145" y="26670"/>
                  </a:cubicBezTo>
                  <a:cubicBezTo>
                    <a:pt x="5167" y="26670"/>
                    <a:pt x="5195" y="26676"/>
                    <a:pt x="5228" y="26688"/>
                  </a:cubicBezTo>
                  <a:lnTo>
                    <a:pt x="5228" y="26931"/>
                  </a:lnTo>
                  <a:lnTo>
                    <a:pt x="5411" y="26718"/>
                  </a:lnTo>
                  <a:cubicBezTo>
                    <a:pt x="5593" y="26870"/>
                    <a:pt x="5654" y="27114"/>
                    <a:pt x="5593" y="27326"/>
                  </a:cubicBezTo>
                  <a:cubicBezTo>
                    <a:pt x="5571" y="27304"/>
                    <a:pt x="5540" y="27298"/>
                    <a:pt x="5507" y="27298"/>
                  </a:cubicBezTo>
                  <a:cubicBezTo>
                    <a:pt x="5471" y="27298"/>
                    <a:pt x="5432" y="27305"/>
                    <a:pt x="5399" y="27305"/>
                  </a:cubicBezTo>
                  <a:cubicBezTo>
                    <a:pt x="5381" y="27305"/>
                    <a:pt x="5364" y="27303"/>
                    <a:pt x="5350" y="27296"/>
                  </a:cubicBezTo>
                  <a:lnTo>
                    <a:pt x="5350" y="27296"/>
                  </a:lnTo>
                  <a:cubicBezTo>
                    <a:pt x="5523" y="27671"/>
                    <a:pt x="6133" y="27553"/>
                    <a:pt x="6274" y="27644"/>
                  </a:cubicBezTo>
                  <a:lnTo>
                    <a:pt x="6274" y="27644"/>
                  </a:lnTo>
                  <a:lnTo>
                    <a:pt x="5988" y="27387"/>
                  </a:lnTo>
                  <a:lnTo>
                    <a:pt x="5988" y="27387"/>
                  </a:lnTo>
                  <a:cubicBezTo>
                    <a:pt x="6900" y="27548"/>
                    <a:pt x="7858" y="28087"/>
                    <a:pt x="8802" y="28087"/>
                  </a:cubicBezTo>
                  <a:cubicBezTo>
                    <a:pt x="8928" y="28087"/>
                    <a:pt x="9054" y="28077"/>
                    <a:pt x="9180" y="28056"/>
                  </a:cubicBezTo>
                  <a:lnTo>
                    <a:pt x="9150" y="27873"/>
                  </a:lnTo>
                  <a:cubicBezTo>
                    <a:pt x="9221" y="27865"/>
                    <a:pt x="9284" y="27861"/>
                    <a:pt x="9339" y="27861"/>
                  </a:cubicBezTo>
                  <a:cubicBezTo>
                    <a:pt x="9899" y="27861"/>
                    <a:pt x="9740" y="28244"/>
                    <a:pt x="10487" y="28299"/>
                  </a:cubicBezTo>
                  <a:lnTo>
                    <a:pt x="10457" y="28329"/>
                  </a:lnTo>
                  <a:cubicBezTo>
                    <a:pt x="10578" y="28248"/>
                    <a:pt x="10727" y="28208"/>
                    <a:pt x="10875" y="28208"/>
                  </a:cubicBezTo>
                  <a:cubicBezTo>
                    <a:pt x="10950" y="28208"/>
                    <a:pt x="11024" y="28218"/>
                    <a:pt x="11095" y="28238"/>
                  </a:cubicBezTo>
                  <a:cubicBezTo>
                    <a:pt x="10852" y="28390"/>
                    <a:pt x="11399" y="28694"/>
                    <a:pt x="11095" y="28846"/>
                  </a:cubicBezTo>
                  <a:cubicBezTo>
                    <a:pt x="11946" y="28694"/>
                    <a:pt x="11520" y="28664"/>
                    <a:pt x="12189" y="28177"/>
                  </a:cubicBezTo>
                  <a:lnTo>
                    <a:pt x="12250" y="28481"/>
                  </a:lnTo>
                  <a:cubicBezTo>
                    <a:pt x="12463" y="28269"/>
                    <a:pt x="12493" y="28147"/>
                    <a:pt x="12919" y="28147"/>
                  </a:cubicBezTo>
                  <a:cubicBezTo>
                    <a:pt x="12523" y="28329"/>
                    <a:pt x="13101" y="28603"/>
                    <a:pt x="12675" y="28846"/>
                  </a:cubicBezTo>
                  <a:cubicBezTo>
                    <a:pt x="12881" y="29060"/>
                    <a:pt x="13076" y="29122"/>
                    <a:pt x="13257" y="29122"/>
                  </a:cubicBezTo>
                  <a:cubicBezTo>
                    <a:pt x="13508" y="29122"/>
                    <a:pt x="13731" y="29001"/>
                    <a:pt x="13909" y="29001"/>
                  </a:cubicBezTo>
                  <a:cubicBezTo>
                    <a:pt x="14058" y="29001"/>
                    <a:pt x="14177" y="29085"/>
                    <a:pt x="14256" y="29393"/>
                  </a:cubicBezTo>
                  <a:cubicBezTo>
                    <a:pt x="14773" y="28694"/>
                    <a:pt x="13587" y="28876"/>
                    <a:pt x="13830" y="28724"/>
                  </a:cubicBezTo>
                  <a:cubicBezTo>
                    <a:pt x="13731" y="28501"/>
                    <a:pt x="14079" y="28297"/>
                    <a:pt x="14342" y="28297"/>
                  </a:cubicBezTo>
                  <a:cubicBezTo>
                    <a:pt x="14401" y="28297"/>
                    <a:pt x="14455" y="28307"/>
                    <a:pt x="14499" y="28329"/>
                  </a:cubicBezTo>
                  <a:cubicBezTo>
                    <a:pt x="14742" y="28390"/>
                    <a:pt x="14803" y="29363"/>
                    <a:pt x="15502" y="29424"/>
                  </a:cubicBezTo>
                  <a:cubicBezTo>
                    <a:pt x="15454" y="29424"/>
                    <a:pt x="15424" y="29462"/>
                    <a:pt x="15384" y="29462"/>
                  </a:cubicBezTo>
                  <a:cubicBezTo>
                    <a:pt x="15373" y="29462"/>
                    <a:pt x="15362" y="29460"/>
                    <a:pt x="15350" y="29454"/>
                  </a:cubicBezTo>
                  <a:lnTo>
                    <a:pt x="15350" y="29454"/>
                  </a:lnTo>
                  <a:cubicBezTo>
                    <a:pt x="15410" y="29514"/>
                    <a:pt x="15474" y="29533"/>
                    <a:pt x="15541" y="29533"/>
                  </a:cubicBezTo>
                  <a:cubicBezTo>
                    <a:pt x="15660" y="29533"/>
                    <a:pt x="15788" y="29472"/>
                    <a:pt x="15920" y="29472"/>
                  </a:cubicBezTo>
                  <a:cubicBezTo>
                    <a:pt x="16012" y="29472"/>
                    <a:pt x="16107" y="29502"/>
                    <a:pt x="16201" y="29606"/>
                  </a:cubicBezTo>
                  <a:cubicBezTo>
                    <a:pt x="16295" y="29405"/>
                    <a:pt x="16389" y="29393"/>
                    <a:pt x="16472" y="29393"/>
                  </a:cubicBezTo>
                  <a:cubicBezTo>
                    <a:pt x="16484" y="29393"/>
                    <a:pt x="16495" y="29393"/>
                    <a:pt x="16505" y="29393"/>
                  </a:cubicBezTo>
                  <a:cubicBezTo>
                    <a:pt x="16596" y="29393"/>
                    <a:pt x="16672" y="29378"/>
                    <a:pt x="16718" y="29089"/>
                  </a:cubicBezTo>
                  <a:lnTo>
                    <a:pt x="16718" y="29089"/>
                  </a:lnTo>
                  <a:cubicBezTo>
                    <a:pt x="16505" y="29120"/>
                    <a:pt x="16262" y="29150"/>
                    <a:pt x="16049" y="29180"/>
                  </a:cubicBezTo>
                  <a:cubicBezTo>
                    <a:pt x="16345" y="29057"/>
                    <a:pt x="16662" y="28613"/>
                    <a:pt x="17095" y="28613"/>
                  </a:cubicBezTo>
                  <a:cubicBezTo>
                    <a:pt x="17196" y="28613"/>
                    <a:pt x="17303" y="28637"/>
                    <a:pt x="17417" y="28694"/>
                  </a:cubicBezTo>
                  <a:cubicBezTo>
                    <a:pt x="17326" y="28876"/>
                    <a:pt x="17204" y="28998"/>
                    <a:pt x="17022" y="29089"/>
                  </a:cubicBezTo>
                  <a:cubicBezTo>
                    <a:pt x="17068" y="29135"/>
                    <a:pt x="17113" y="29150"/>
                    <a:pt x="17159" y="29150"/>
                  </a:cubicBezTo>
                  <a:cubicBezTo>
                    <a:pt x="17251" y="29150"/>
                    <a:pt x="17345" y="29089"/>
                    <a:pt x="17445" y="29089"/>
                  </a:cubicBezTo>
                  <a:cubicBezTo>
                    <a:pt x="17495" y="29089"/>
                    <a:pt x="17546" y="29104"/>
                    <a:pt x="17600" y="29150"/>
                  </a:cubicBezTo>
                  <a:cubicBezTo>
                    <a:pt x="17569" y="29758"/>
                    <a:pt x="16718" y="29302"/>
                    <a:pt x="16293" y="29697"/>
                  </a:cubicBezTo>
                  <a:cubicBezTo>
                    <a:pt x="16328" y="29750"/>
                    <a:pt x="16382" y="29769"/>
                    <a:pt x="16444" y="29769"/>
                  </a:cubicBezTo>
                  <a:cubicBezTo>
                    <a:pt x="16589" y="29769"/>
                    <a:pt x="16779" y="29667"/>
                    <a:pt x="16881" y="29667"/>
                  </a:cubicBezTo>
                  <a:cubicBezTo>
                    <a:pt x="16957" y="29667"/>
                    <a:pt x="16984" y="29724"/>
                    <a:pt x="16908" y="29921"/>
                  </a:cubicBezTo>
                  <a:lnTo>
                    <a:pt x="16908" y="29921"/>
                  </a:lnTo>
                  <a:cubicBezTo>
                    <a:pt x="17017" y="29648"/>
                    <a:pt x="17143" y="29590"/>
                    <a:pt x="17295" y="29590"/>
                  </a:cubicBezTo>
                  <a:cubicBezTo>
                    <a:pt x="17352" y="29590"/>
                    <a:pt x="17413" y="29598"/>
                    <a:pt x="17478" y="29606"/>
                  </a:cubicBezTo>
                  <a:cubicBezTo>
                    <a:pt x="17554" y="29629"/>
                    <a:pt x="17630" y="29640"/>
                    <a:pt x="17704" y="29640"/>
                  </a:cubicBezTo>
                  <a:cubicBezTo>
                    <a:pt x="17924" y="29640"/>
                    <a:pt x="18124" y="29538"/>
                    <a:pt x="18238" y="29332"/>
                  </a:cubicBezTo>
                  <a:lnTo>
                    <a:pt x="18238" y="29697"/>
                  </a:lnTo>
                  <a:cubicBezTo>
                    <a:pt x="18329" y="29636"/>
                    <a:pt x="18511" y="29424"/>
                    <a:pt x="18663" y="29393"/>
                  </a:cubicBezTo>
                  <a:lnTo>
                    <a:pt x="18663" y="29393"/>
                  </a:lnTo>
                  <a:cubicBezTo>
                    <a:pt x="18603" y="29576"/>
                    <a:pt x="18511" y="29758"/>
                    <a:pt x="18451" y="29910"/>
                  </a:cubicBezTo>
                  <a:cubicBezTo>
                    <a:pt x="18616" y="29744"/>
                    <a:pt x="18800" y="29726"/>
                    <a:pt x="19017" y="29726"/>
                  </a:cubicBezTo>
                  <a:cubicBezTo>
                    <a:pt x="19078" y="29726"/>
                    <a:pt x="19143" y="29728"/>
                    <a:pt x="19211" y="29728"/>
                  </a:cubicBezTo>
                  <a:cubicBezTo>
                    <a:pt x="19295" y="29756"/>
                    <a:pt x="19383" y="29769"/>
                    <a:pt x="19470" y="29769"/>
                  </a:cubicBezTo>
                  <a:cubicBezTo>
                    <a:pt x="19664" y="29769"/>
                    <a:pt x="19854" y="29701"/>
                    <a:pt x="20001" y="29576"/>
                  </a:cubicBezTo>
                  <a:lnTo>
                    <a:pt x="20001" y="29576"/>
                  </a:lnTo>
                  <a:cubicBezTo>
                    <a:pt x="19770" y="29678"/>
                    <a:pt x="19620" y="29716"/>
                    <a:pt x="19522" y="29716"/>
                  </a:cubicBezTo>
                  <a:cubicBezTo>
                    <a:pt x="19387" y="29716"/>
                    <a:pt x="19350" y="29646"/>
                    <a:pt x="19332" y="29576"/>
                  </a:cubicBezTo>
                  <a:cubicBezTo>
                    <a:pt x="19302" y="29424"/>
                    <a:pt x="19332" y="29241"/>
                    <a:pt x="19089" y="29180"/>
                  </a:cubicBezTo>
                  <a:cubicBezTo>
                    <a:pt x="19354" y="28962"/>
                    <a:pt x="19539" y="28888"/>
                    <a:pt x="19702" y="28888"/>
                  </a:cubicBezTo>
                  <a:cubicBezTo>
                    <a:pt x="19856" y="28888"/>
                    <a:pt x="19990" y="28954"/>
                    <a:pt x="20153" y="29028"/>
                  </a:cubicBezTo>
                  <a:cubicBezTo>
                    <a:pt x="20291" y="29103"/>
                    <a:pt x="20448" y="29140"/>
                    <a:pt x="20605" y="29140"/>
                  </a:cubicBezTo>
                  <a:cubicBezTo>
                    <a:pt x="20895" y="29140"/>
                    <a:pt x="21186" y="29014"/>
                    <a:pt x="21364" y="28761"/>
                  </a:cubicBezTo>
                  <a:lnTo>
                    <a:pt x="21364" y="28761"/>
                  </a:lnTo>
                  <a:cubicBezTo>
                    <a:pt x="21296" y="28855"/>
                    <a:pt x="21108" y="28923"/>
                    <a:pt x="20967" y="28923"/>
                  </a:cubicBezTo>
                  <a:cubicBezTo>
                    <a:pt x="20840" y="28923"/>
                    <a:pt x="20750" y="28867"/>
                    <a:pt x="20821" y="28724"/>
                  </a:cubicBezTo>
                  <a:cubicBezTo>
                    <a:pt x="21095" y="28573"/>
                    <a:pt x="21399" y="28512"/>
                    <a:pt x="21703" y="28512"/>
                  </a:cubicBezTo>
                  <a:cubicBezTo>
                    <a:pt x="22280" y="27843"/>
                    <a:pt x="21369" y="28329"/>
                    <a:pt x="21460" y="27904"/>
                  </a:cubicBezTo>
                  <a:lnTo>
                    <a:pt x="21460" y="27904"/>
                  </a:lnTo>
                  <a:cubicBezTo>
                    <a:pt x="21512" y="27916"/>
                    <a:pt x="21556" y="27922"/>
                    <a:pt x="21592" y="27922"/>
                  </a:cubicBezTo>
                  <a:cubicBezTo>
                    <a:pt x="21913" y="27922"/>
                    <a:pt x="21651" y="27472"/>
                    <a:pt x="21733" y="27144"/>
                  </a:cubicBezTo>
                  <a:lnTo>
                    <a:pt x="21733" y="27144"/>
                  </a:lnTo>
                  <a:lnTo>
                    <a:pt x="22007" y="27387"/>
                  </a:lnTo>
                  <a:cubicBezTo>
                    <a:pt x="22736" y="26901"/>
                    <a:pt x="21581" y="26749"/>
                    <a:pt x="22250" y="26354"/>
                  </a:cubicBezTo>
                  <a:lnTo>
                    <a:pt x="22250" y="26354"/>
                  </a:lnTo>
                  <a:lnTo>
                    <a:pt x="22463" y="26901"/>
                  </a:lnTo>
                  <a:lnTo>
                    <a:pt x="22584" y="26536"/>
                  </a:lnTo>
                  <a:lnTo>
                    <a:pt x="22858" y="26840"/>
                  </a:lnTo>
                  <a:cubicBezTo>
                    <a:pt x="22858" y="26354"/>
                    <a:pt x="22980" y="26323"/>
                    <a:pt x="23314" y="26080"/>
                  </a:cubicBezTo>
                  <a:cubicBezTo>
                    <a:pt x="23010" y="25989"/>
                    <a:pt x="22888" y="25624"/>
                    <a:pt x="23040" y="25351"/>
                  </a:cubicBezTo>
                  <a:cubicBezTo>
                    <a:pt x="23054" y="25349"/>
                    <a:pt x="23067" y="25349"/>
                    <a:pt x="23079" y="25349"/>
                  </a:cubicBezTo>
                  <a:cubicBezTo>
                    <a:pt x="23252" y="25349"/>
                    <a:pt x="23272" y="25467"/>
                    <a:pt x="23320" y="25467"/>
                  </a:cubicBezTo>
                  <a:cubicBezTo>
                    <a:pt x="23351" y="25467"/>
                    <a:pt x="23394" y="25419"/>
                    <a:pt x="23496" y="25259"/>
                  </a:cubicBezTo>
                  <a:lnTo>
                    <a:pt x="23496" y="25259"/>
                  </a:lnTo>
                  <a:cubicBezTo>
                    <a:pt x="23606" y="25479"/>
                    <a:pt x="23716" y="25724"/>
                    <a:pt x="23467" y="25724"/>
                  </a:cubicBezTo>
                  <a:cubicBezTo>
                    <a:pt x="23440" y="25724"/>
                    <a:pt x="23410" y="25721"/>
                    <a:pt x="23375" y="25715"/>
                  </a:cubicBezTo>
                  <a:lnTo>
                    <a:pt x="23375" y="25715"/>
                  </a:lnTo>
                  <a:cubicBezTo>
                    <a:pt x="23436" y="25807"/>
                    <a:pt x="23466" y="25958"/>
                    <a:pt x="23557" y="26019"/>
                  </a:cubicBezTo>
                  <a:cubicBezTo>
                    <a:pt x="23891" y="25989"/>
                    <a:pt x="23983" y="25594"/>
                    <a:pt x="24104" y="25442"/>
                  </a:cubicBezTo>
                  <a:lnTo>
                    <a:pt x="24104" y="25442"/>
                  </a:lnTo>
                  <a:cubicBezTo>
                    <a:pt x="24043" y="25503"/>
                    <a:pt x="23983" y="25533"/>
                    <a:pt x="23891" y="25533"/>
                  </a:cubicBezTo>
                  <a:lnTo>
                    <a:pt x="23952" y="24682"/>
                  </a:lnTo>
                  <a:cubicBezTo>
                    <a:pt x="24135" y="24682"/>
                    <a:pt x="24165" y="24803"/>
                    <a:pt x="24195" y="24955"/>
                  </a:cubicBezTo>
                  <a:cubicBezTo>
                    <a:pt x="24256" y="24803"/>
                    <a:pt x="24195" y="24651"/>
                    <a:pt x="24287" y="24439"/>
                  </a:cubicBezTo>
                  <a:cubicBezTo>
                    <a:pt x="24499" y="24682"/>
                    <a:pt x="24743" y="24864"/>
                    <a:pt x="24682" y="25168"/>
                  </a:cubicBezTo>
                  <a:lnTo>
                    <a:pt x="24834" y="24439"/>
                  </a:lnTo>
                  <a:cubicBezTo>
                    <a:pt x="24862" y="24453"/>
                    <a:pt x="24905" y="24457"/>
                    <a:pt x="24953" y="24457"/>
                  </a:cubicBezTo>
                  <a:cubicBezTo>
                    <a:pt x="25020" y="24457"/>
                    <a:pt x="25098" y="24449"/>
                    <a:pt x="25167" y="24449"/>
                  </a:cubicBezTo>
                  <a:cubicBezTo>
                    <a:pt x="25260" y="24449"/>
                    <a:pt x="25337" y="24464"/>
                    <a:pt x="25350" y="24530"/>
                  </a:cubicBezTo>
                  <a:cubicBezTo>
                    <a:pt x="25746" y="24348"/>
                    <a:pt x="25472" y="23436"/>
                    <a:pt x="25958" y="23192"/>
                  </a:cubicBezTo>
                  <a:cubicBezTo>
                    <a:pt x="25928" y="23101"/>
                    <a:pt x="25928" y="23010"/>
                    <a:pt x="25958" y="22949"/>
                  </a:cubicBezTo>
                  <a:cubicBezTo>
                    <a:pt x="26293" y="22615"/>
                    <a:pt x="26840" y="22493"/>
                    <a:pt x="26840" y="21794"/>
                  </a:cubicBezTo>
                  <a:lnTo>
                    <a:pt x="27448" y="21825"/>
                  </a:lnTo>
                  <a:cubicBezTo>
                    <a:pt x="27630" y="21399"/>
                    <a:pt x="26657" y="21794"/>
                    <a:pt x="26931" y="21095"/>
                  </a:cubicBezTo>
                  <a:cubicBezTo>
                    <a:pt x="26978" y="20927"/>
                    <a:pt x="27041" y="20871"/>
                    <a:pt x="27114" y="20871"/>
                  </a:cubicBezTo>
                  <a:cubicBezTo>
                    <a:pt x="27261" y="20871"/>
                    <a:pt x="27442" y="21104"/>
                    <a:pt x="27585" y="21104"/>
                  </a:cubicBezTo>
                  <a:cubicBezTo>
                    <a:pt x="27600" y="21104"/>
                    <a:pt x="27615" y="21101"/>
                    <a:pt x="27630" y="21095"/>
                  </a:cubicBezTo>
                  <a:cubicBezTo>
                    <a:pt x="27569" y="20730"/>
                    <a:pt x="27357" y="20062"/>
                    <a:pt x="27995" y="19879"/>
                  </a:cubicBezTo>
                  <a:lnTo>
                    <a:pt x="27995" y="19879"/>
                  </a:lnTo>
                  <a:cubicBezTo>
                    <a:pt x="27964" y="20153"/>
                    <a:pt x="27812" y="20183"/>
                    <a:pt x="27782" y="20335"/>
                  </a:cubicBezTo>
                  <a:lnTo>
                    <a:pt x="28238" y="20183"/>
                  </a:lnTo>
                  <a:lnTo>
                    <a:pt x="28238" y="20183"/>
                  </a:lnTo>
                  <a:cubicBezTo>
                    <a:pt x="28372" y="20746"/>
                    <a:pt x="28128" y="20954"/>
                    <a:pt x="28443" y="20954"/>
                  </a:cubicBezTo>
                  <a:cubicBezTo>
                    <a:pt x="28485" y="20954"/>
                    <a:pt x="28538" y="20950"/>
                    <a:pt x="28603" y="20943"/>
                  </a:cubicBezTo>
                  <a:cubicBezTo>
                    <a:pt x="27782" y="20366"/>
                    <a:pt x="29302" y="19606"/>
                    <a:pt x="28451" y="19028"/>
                  </a:cubicBezTo>
                  <a:lnTo>
                    <a:pt x="28755" y="18937"/>
                  </a:lnTo>
                  <a:lnTo>
                    <a:pt x="28755" y="18937"/>
                  </a:lnTo>
                  <a:cubicBezTo>
                    <a:pt x="28724" y="18998"/>
                    <a:pt x="28755" y="19028"/>
                    <a:pt x="28724" y="19089"/>
                  </a:cubicBezTo>
                  <a:cubicBezTo>
                    <a:pt x="29393" y="18876"/>
                    <a:pt x="28268" y="18390"/>
                    <a:pt x="28664" y="17934"/>
                  </a:cubicBezTo>
                  <a:cubicBezTo>
                    <a:pt x="28772" y="17862"/>
                    <a:pt x="28891" y="17801"/>
                    <a:pt x="28976" y="17801"/>
                  </a:cubicBezTo>
                  <a:cubicBezTo>
                    <a:pt x="29034" y="17801"/>
                    <a:pt x="29077" y="17829"/>
                    <a:pt x="29089" y="17904"/>
                  </a:cubicBezTo>
                  <a:lnTo>
                    <a:pt x="29089" y="17357"/>
                  </a:lnTo>
                  <a:cubicBezTo>
                    <a:pt x="29117" y="17320"/>
                    <a:pt x="29147" y="17305"/>
                    <a:pt x="29174" y="17305"/>
                  </a:cubicBezTo>
                  <a:cubicBezTo>
                    <a:pt x="29222" y="17305"/>
                    <a:pt x="29261" y="17351"/>
                    <a:pt x="29257" y="17401"/>
                  </a:cubicBezTo>
                  <a:lnTo>
                    <a:pt x="29257" y="17401"/>
                  </a:lnTo>
                  <a:lnTo>
                    <a:pt x="29484" y="16749"/>
                  </a:lnTo>
                  <a:lnTo>
                    <a:pt x="29515" y="16749"/>
                  </a:lnTo>
                  <a:cubicBezTo>
                    <a:pt x="29393" y="16536"/>
                    <a:pt x="29302" y="16323"/>
                    <a:pt x="29211" y="16110"/>
                  </a:cubicBezTo>
                  <a:cubicBezTo>
                    <a:pt x="29247" y="16086"/>
                    <a:pt x="29271" y="16076"/>
                    <a:pt x="29288" y="16076"/>
                  </a:cubicBezTo>
                  <a:cubicBezTo>
                    <a:pt x="29354" y="16076"/>
                    <a:pt x="29296" y="16232"/>
                    <a:pt x="29393" y="16232"/>
                  </a:cubicBezTo>
                  <a:lnTo>
                    <a:pt x="29332" y="15746"/>
                  </a:lnTo>
                  <a:cubicBezTo>
                    <a:pt x="29352" y="15742"/>
                    <a:pt x="29371" y="15740"/>
                    <a:pt x="29390" y="15740"/>
                  </a:cubicBezTo>
                  <a:cubicBezTo>
                    <a:pt x="29651" y="15740"/>
                    <a:pt x="29748" y="16126"/>
                    <a:pt x="29606" y="16353"/>
                  </a:cubicBezTo>
                  <a:cubicBezTo>
                    <a:pt x="30153" y="16353"/>
                    <a:pt x="30123" y="16262"/>
                    <a:pt x="30062" y="16080"/>
                  </a:cubicBezTo>
                  <a:cubicBezTo>
                    <a:pt x="30001" y="15898"/>
                    <a:pt x="29940" y="15654"/>
                    <a:pt x="30335" y="15320"/>
                  </a:cubicBezTo>
                  <a:lnTo>
                    <a:pt x="30335" y="15776"/>
                  </a:lnTo>
                  <a:cubicBezTo>
                    <a:pt x="30943" y="15654"/>
                    <a:pt x="30852" y="15259"/>
                    <a:pt x="31338" y="14864"/>
                  </a:cubicBezTo>
                  <a:lnTo>
                    <a:pt x="31338" y="14864"/>
                  </a:lnTo>
                  <a:cubicBezTo>
                    <a:pt x="31189" y="14928"/>
                    <a:pt x="30677" y="15279"/>
                    <a:pt x="30355" y="15279"/>
                  </a:cubicBezTo>
                  <a:cubicBezTo>
                    <a:pt x="30220" y="15279"/>
                    <a:pt x="30119" y="15217"/>
                    <a:pt x="30092" y="15046"/>
                  </a:cubicBezTo>
                  <a:cubicBezTo>
                    <a:pt x="30244" y="14894"/>
                    <a:pt x="30275" y="14651"/>
                    <a:pt x="30153" y="14469"/>
                  </a:cubicBezTo>
                  <a:lnTo>
                    <a:pt x="30153" y="14469"/>
                  </a:lnTo>
                  <a:cubicBezTo>
                    <a:pt x="30194" y="14480"/>
                    <a:pt x="30229" y="14485"/>
                    <a:pt x="30260" y="14485"/>
                  </a:cubicBezTo>
                  <a:cubicBezTo>
                    <a:pt x="30481" y="14485"/>
                    <a:pt x="30461" y="14215"/>
                    <a:pt x="30487" y="13922"/>
                  </a:cubicBezTo>
                  <a:lnTo>
                    <a:pt x="30943" y="14013"/>
                  </a:lnTo>
                  <a:cubicBezTo>
                    <a:pt x="30882" y="13618"/>
                    <a:pt x="30639" y="13648"/>
                    <a:pt x="30457" y="13375"/>
                  </a:cubicBezTo>
                  <a:cubicBezTo>
                    <a:pt x="30487" y="12949"/>
                    <a:pt x="30882" y="12888"/>
                    <a:pt x="31217" y="12767"/>
                  </a:cubicBezTo>
                  <a:cubicBezTo>
                    <a:pt x="31232" y="12582"/>
                    <a:pt x="31201" y="12522"/>
                    <a:pt x="31144" y="12522"/>
                  </a:cubicBezTo>
                  <a:cubicBezTo>
                    <a:pt x="31038" y="12522"/>
                    <a:pt x="30844" y="12730"/>
                    <a:pt x="30698" y="12730"/>
                  </a:cubicBezTo>
                  <a:cubicBezTo>
                    <a:pt x="30612" y="12730"/>
                    <a:pt x="30543" y="12659"/>
                    <a:pt x="30518" y="12432"/>
                  </a:cubicBezTo>
                  <a:cubicBezTo>
                    <a:pt x="30578" y="12159"/>
                    <a:pt x="30578" y="11855"/>
                    <a:pt x="30457" y="11612"/>
                  </a:cubicBezTo>
                  <a:cubicBezTo>
                    <a:pt x="30305" y="11308"/>
                    <a:pt x="30123" y="11065"/>
                    <a:pt x="29910" y="10852"/>
                  </a:cubicBezTo>
                  <a:cubicBezTo>
                    <a:pt x="29922" y="10687"/>
                    <a:pt x="29970" y="10645"/>
                    <a:pt x="30029" y="10645"/>
                  </a:cubicBezTo>
                  <a:cubicBezTo>
                    <a:pt x="30092" y="10645"/>
                    <a:pt x="30166" y="10691"/>
                    <a:pt x="30226" y="10691"/>
                  </a:cubicBezTo>
                  <a:cubicBezTo>
                    <a:pt x="30258" y="10691"/>
                    <a:pt x="30286" y="10678"/>
                    <a:pt x="30305" y="10639"/>
                  </a:cubicBezTo>
                  <a:cubicBezTo>
                    <a:pt x="30123" y="10548"/>
                    <a:pt x="29971" y="10487"/>
                    <a:pt x="29819" y="10426"/>
                  </a:cubicBezTo>
                  <a:cubicBezTo>
                    <a:pt x="29819" y="10366"/>
                    <a:pt x="29910" y="10335"/>
                    <a:pt x="29971" y="10335"/>
                  </a:cubicBezTo>
                  <a:cubicBezTo>
                    <a:pt x="29908" y="10280"/>
                    <a:pt x="29847" y="10264"/>
                    <a:pt x="29787" y="10264"/>
                  </a:cubicBezTo>
                  <a:cubicBezTo>
                    <a:pt x="29695" y="10264"/>
                    <a:pt x="29603" y="10302"/>
                    <a:pt x="29504" y="10302"/>
                  </a:cubicBezTo>
                  <a:cubicBezTo>
                    <a:pt x="29414" y="10302"/>
                    <a:pt x="29318" y="10271"/>
                    <a:pt x="29211" y="10153"/>
                  </a:cubicBezTo>
                  <a:cubicBezTo>
                    <a:pt x="29182" y="10159"/>
                    <a:pt x="29158" y="10162"/>
                    <a:pt x="29137" y="10162"/>
                  </a:cubicBezTo>
                  <a:cubicBezTo>
                    <a:pt x="28955" y="10162"/>
                    <a:pt x="29031" y="9936"/>
                    <a:pt x="29059" y="9636"/>
                  </a:cubicBezTo>
                  <a:cubicBezTo>
                    <a:pt x="29120" y="9302"/>
                    <a:pt x="29059" y="8967"/>
                    <a:pt x="28694" y="8907"/>
                  </a:cubicBezTo>
                  <a:cubicBezTo>
                    <a:pt x="28724" y="8724"/>
                    <a:pt x="28968" y="8785"/>
                    <a:pt x="29089" y="8663"/>
                  </a:cubicBezTo>
                  <a:cubicBezTo>
                    <a:pt x="28694" y="8390"/>
                    <a:pt x="28238" y="8268"/>
                    <a:pt x="27752" y="8238"/>
                  </a:cubicBezTo>
                  <a:cubicBezTo>
                    <a:pt x="27752" y="8055"/>
                    <a:pt x="27721" y="7843"/>
                    <a:pt x="27691" y="7691"/>
                  </a:cubicBezTo>
                  <a:cubicBezTo>
                    <a:pt x="27667" y="8080"/>
                    <a:pt x="27273" y="8119"/>
                    <a:pt x="26867" y="8119"/>
                  </a:cubicBezTo>
                  <a:cubicBezTo>
                    <a:pt x="26766" y="8119"/>
                    <a:pt x="26664" y="8116"/>
                    <a:pt x="26566" y="8116"/>
                  </a:cubicBezTo>
                  <a:cubicBezTo>
                    <a:pt x="26505" y="8299"/>
                    <a:pt x="26475" y="8481"/>
                    <a:pt x="26445" y="8572"/>
                  </a:cubicBezTo>
                  <a:cubicBezTo>
                    <a:pt x="26262" y="8481"/>
                    <a:pt x="26080" y="8420"/>
                    <a:pt x="25898" y="8359"/>
                  </a:cubicBezTo>
                  <a:cubicBezTo>
                    <a:pt x="25898" y="8238"/>
                    <a:pt x="26050" y="8177"/>
                    <a:pt x="26262" y="8086"/>
                  </a:cubicBezTo>
                  <a:lnTo>
                    <a:pt x="26110" y="8086"/>
                  </a:lnTo>
                  <a:cubicBezTo>
                    <a:pt x="26110" y="7843"/>
                    <a:pt x="26384" y="7721"/>
                    <a:pt x="26657" y="7630"/>
                  </a:cubicBezTo>
                  <a:lnTo>
                    <a:pt x="26657" y="7630"/>
                  </a:lnTo>
                  <a:cubicBezTo>
                    <a:pt x="26657" y="7751"/>
                    <a:pt x="26627" y="7873"/>
                    <a:pt x="26597" y="7964"/>
                  </a:cubicBezTo>
                  <a:cubicBezTo>
                    <a:pt x="26901" y="7903"/>
                    <a:pt x="27174" y="7751"/>
                    <a:pt x="27417" y="7569"/>
                  </a:cubicBezTo>
                  <a:cubicBezTo>
                    <a:pt x="27326" y="7569"/>
                    <a:pt x="27265" y="7539"/>
                    <a:pt x="27205" y="7508"/>
                  </a:cubicBezTo>
                  <a:cubicBezTo>
                    <a:pt x="27265" y="7478"/>
                    <a:pt x="27326" y="7448"/>
                    <a:pt x="27357" y="7387"/>
                  </a:cubicBezTo>
                  <a:cubicBezTo>
                    <a:pt x="27372" y="7372"/>
                    <a:pt x="27349" y="7364"/>
                    <a:pt x="27303" y="7364"/>
                  </a:cubicBezTo>
                  <a:cubicBezTo>
                    <a:pt x="27258" y="7364"/>
                    <a:pt x="27189" y="7372"/>
                    <a:pt x="27113" y="7387"/>
                  </a:cubicBezTo>
                  <a:lnTo>
                    <a:pt x="27417" y="6931"/>
                  </a:lnTo>
                  <a:lnTo>
                    <a:pt x="27235" y="7052"/>
                  </a:lnTo>
                  <a:lnTo>
                    <a:pt x="26901" y="6262"/>
                  </a:lnTo>
                  <a:cubicBezTo>
                    <a:pt x="26410" y="6262"/>
                    <a:pt x="25896" y="6367"/>
                    <a:pt x="25388" y="6367"/>
                  </a:cubicBezTo>
                  <a:cubicBezTo>
                    <a:pt x="25077" y="6367"/>
                    <a:pt x="24769" y="6328"/>
                    <a:pt x="24469" y="6201"/>
                  </a:cubicBezTo>
                  <a:cubicBezTo>
                    <a:pt x="24864" y="6019"/>
                    <a:pt x="24895" y="5715"/>
                    <a:pt x="25198" y="5381"/>
                  </a:cubicBezTo>
                  <a:lnTo>
                    <a:pt x="25198" y="5381"/>
                  </a:lnTo>
                  <a:cubicBezTo>
                    <a:pt x="25081" y="5880"/>
                    <a:pt x="25814" y="5642"/>
                    <a:pt x="26111" y="5981"/>
                  </a:cubicBezTo>
                  <a:lnTo>
                    <a:pt x="26111" y="5981"/>
                  </a:lnTo>
                  <a:cubicBezTo>
                    <a:pt x="26038" y="5857"/>
                    <a:pt x="26125" y="5682"/>
                    <a:pt x="26262" y="5654"/>
                  </a:cubicBezTo>
                  <a:cubicBezTo>
                    <a:pt x="25958" y="5593"/>
                    <a:pt x="25654" y="5533"/>
                    <a:pt x="25350" y="5472"/>
                  </a:cubicBezTo>
                  <a:cubicBezTo>
                    <a:pt x="25624" y="5198"/>
                    <a:pt x="25411" y="5168"/>
                    <a:pt x="25320" y="4894"/>
                  </a:cubicBezTo>
                  <a:cubicBezTo>
                    <a:pt x="25205" y="5134"/>
                    <a:pt x="25080" y="5213"/>
                    <a:pt x="24948" y="5213"/>
                  </a:cubicBezTo>
                  <a:cubicBezTo>
                    <a:pt x="24697" y="5213"/>
                    <a:pt x="24425" y="4925"/>
                    <a:pt x="24165" y="4925"/>
                  </a:cubicBezTo>
                  <a:cubicBezTo>
                    <a:pt x="24240" y="4793"/>
                    <a:pt x="24351" y="4673"/>
                    <a:pt x="24489" y="4673"/>
                  </a:cubicBezTo>
                  <a:cubicBezTo>
                    <a:pt x="24574" y="4673"/>
                    <a:pt x="24669" y="4718"/>
                    <a:pt x="24773" y="4834"/>
                  </a:cubicBezTo>
                  <a:cubicBezTo>
                    <a:pt x="24773" y="4635"/>
                    <a:pt x="24701" y="4571"/>
                    <a:pt x="24595" y="4571"/>
                  </a:cubicBezTo>
                  <a:cubicBezTo>
                    <a:pt x="24407" y="4571"/>
                    <a:pt x="24113" y="4769"/>
                    <a:pt x="23923" y="4769"/>
                  </a:cubicBezTo>
                  <a:cubicBezTo>
                    <a:pt x="23825" y="4769"/>
                    <a:pt x="23755" y="4717"/>
                    <a:pt x="23739" y="4560"/>
                  </a:cubicBezTo>
                  <a:lnTo>
                    <a:pt x="23739" y="4560"/>
                  </a:lnTo>
                  <a:cubicBezTo>
                    <a:pt x="23510" y="4458"/>
                    <a:pt x="23333" y="4167"/>
                    <a:pt x="23496" y="4074"/>
                  </a:cubicBezTo>
                  <a:lnTo>
                    <a:pt x="23496" y="4074"/>
                  </a:lnTo>
                  <a:lnTo>
                    <a:pt x="23587" y="4134"/>
                  </a:lnTo>
                  <a:cubicBezTo>
                    <a:pt x="23233" y="3802"/>
                    <a:pt x="22508" y="3390"/>
                    <a:pt x="21988" y="3390"/>
                  </a:cubicBezTo>
                  <a:cubicBezTo>
                    <a:pt x="21794" y="3390"/>
                    <a:pt x="21628" y="3447"/>
                    <a:pt x="21521" y="3587"/>
                  </a:cubicBezTo>
                  <a:cubicBezTo>
                    <a:pt x="21703" y="3344"/>
                    <a:pt x="21885" y="3101"/>
                    <a:pt x="22068" y="2888"/>
                  </a:cubicBezTo>
                  <a:lnTo>
                    <a:pt x="22068" y="2888"/>
                  </a:lnTo>
                  <a:cubicBezTo>
                    <a:pt x="21399" y="3314"/>
                    <a:pt x="20700" y="3770"/>
                    <a:pt x="20062" y="4226"/>
                  </a:cubicBezTo>
                  <a:cubicBezTo>
                    <a:pt x="20426" y="3800"/>
                    <a:pt x="20639" y="2463"/>
                    <a:pt x="21277" y="2432"/>
                  </a:cubicBezTo>
                  <a:cubicBezTo>
                    <a:pt x="21168" y="2241"/>
                    <a:pt x="20937" y="2124"/>
                    <a:pt x="20714" y="2124"/>
                  </a:cubicBezTo>
                  <a:cubicBezTo>
                    <a:pt x="20689" y="2124"/>
                    <a:pt x="20664" y="2125"/>
                    <a:pt x="20639" y="2128"/>
                  </a:cubicBezTo>
                  <a:cubicBezTo>
                    <a:pt x="20699" y="2247"/>
                    <a:pt x="20554" y="2950"/>
                    <a:pt x="20405" y="2950"/>
                  </a:cubicBezTo>
                  <a:cubicBezTo>
                    <a:pt x="20402" y="2950"/>
                    <a:pt x="20399" y="2950"/>
                    <a:pt x="20396" y="2949"/>
                  </a:cubicBezTo>
                  <a:cubicBezTo>
                    <a:pt x="20306" y="2260"/>
                    <a:pt x="20275" y="2545"/>
                    <a:pt x="20071" y="1884"/>
                  </a:cubicBezTo>
                  <a:lnTo>
                    <a:pt x="20071" y="1884"/>
                  </a:lnTo>
                  <a:cubicBezTo>
                    <a:pt x="20102" y="2083"/>
                    <a:pt x="19702" y="2629"/>
                    <a:pt x="19479" y="2629"/>
                  </a:cubicBezTo>
                  <a:cubicBezTo>
                    <a:pt x="19459" y="2629"/>
                    <a:pt x="19440" y="2624"/>
                    <a:pt x="19423" y="2615"/>
                  </a:cubicBezTo>
                  <a:cubicBezTo>
                    <a:pt x="19510" y="2528"/>
                    <a:pt x="19706" y="1894"/>
                    <a:pt x="19830" y="1804"/>
                  </a:cubicBezTo>
                  <a:lnTo>
                    <a:pt x="19830" y="1804"/>
                  </a:lnTo>
                  <a:cubicBezTo>
                    <a:pt x="19550" y="1945"/>
                    <a:pt x="19270" y="2112"/>
                    <a:pt x="19015" y="2305"/>
                  </a:cubicBezTo>
                  <a:lnTo>
                    <a:pt x="19015" y="2305"/>
                  </a:lnTo>
                  <a:cubicBezTo>
                    <a:pt x="19165" y="2147"/>
                    <a:pt x="19235" y="1647"/>
                    <a:pt x="19180" y="1399"/>
                  </a:cubicBezTo>
                  <a:lnTo>
                    <a:pt x="19180" y="1399"/>
                  </a:lnTo>
                  <a:cubicBezTo>
                    <a:pt x="19180" y="1433"/>
                    <a:pt x="19161" y="1447"/>
                    <a:pt x="19127" y="1447"/>
                  </a:cubicBezTo>
                  <a:cubicBezTo>
                    <a:pt x="18992" y="1447"/>
                    <a:pt x="18628" y="1215"/>
                    <a:pt x="18445" y="1215"/>
                  </a:cubicBezTo>
                  <a:cubicBezTo>
                    <a:pt x="18437" y="1215"/>
                    <a:pt x="18428" y="1215"/>
                    <a:pt x="18420" y="1216"/>
                  </a:cubicBezTo>
                  <a:lnTo>
                    <a:pt x="18633" y="1490"/>
                  </a:lnTo>
                  <a:cubicBezTo>
                    <a:pt x="18551" y="1451"/>
                    <a:pt x="18475" y="1434"/>
                    <a:pt x="18403" y="1434"/>
                  </a:cubicBezTo>
                  <a:cubicBezTo>
                    <a:pt x="17900" y="1434"/>
                    <a:pt x="17603" y="2268"/>
                    <a:pt x="17116" y="2268"/>
                  </a:cubicBezTo>
                  <a:cubicBezTo>
                    <a:pt x="17076" y="2268"/>
                    <a:pt x="17035" y="2262"/>
                    <a:pt x="16992" y="2250"/>
                  </a:cubicBezTo>
                  <a:cubicBezTo>
                    <a:pt x="17083" y="2098"/>
                    <a:pt x="17387" y="1247"/>
                    <a:pt x="17052" y="1064"/>
                  </a:cubicBezTo>
                  <a:lnTo>
                    <a:pt x="17052" y="1064"/>
                  </a:lnTo>
                  <a:cubicBezTo>
                    <a:pt x="16779" y="1460"/>
                    <a:pt x="16019" y="3010"/>
                    <a:pt x="15502" y="3314"/>
                  </a:cubicBezTo>
                  <a:lnTo>
                    <a:pt x="15411" y="3071"/>
                  </a:lnTo>
                  <a:lnTo>
                    <a:pt x="14986" y="3344"/>
                  </a:lnTo>
                  <a:cubicBezTo>
                    <a:pt x="15168" y="2888"/>
                    <a:pt x="15411" y="2432"/>
                    <a:pt x="15685" y="2037"/>
                  </a:cubicBezTo>
                  <a:cubicBezTo>
                    <a:pt x="15989" y="1612"/>
                    <a:pt x="16323" y="1247"/>
                    <a:pt x="16688" y="912"/>
                  </a:cubicBezTo>
                  <a:cubicBezTo>
                    <a:pt x="16444" y="669"/>
                    <a:pt x="16657" y="609"/>
                    <a:pt x="16201" y="578"/>
                  </a:cubicBezTo>
                  <a:cubicBezTo>
                    <a:pt x="16080" y="335"/>
                    <a:pt x="16475" y="244"/>
                    <a:pt x="16627" y="244"/>
                  </a:cubicBezTo>
                  <a:cubicBezTo>
                    <a:pt x="16293" y="183"/>
                    <a:pt x="15928" y="61"/>
                    <a:pt x="15593" y="1"/>
                  </a:cubicBezTo>
                  <a:close/>
                  <a:moveTo>
                    <a:pt x="16908" y="29921"/>
                  </a:moveTo>
                  <a:cubicBezTo>
                    <a:pt x="16905" y="29928"/>
                    <a:pt x="16903" y="29934"/>
                    <a:pt x="16900" y="29940"/>
                  </a:cubicBezTo>
                  <a:cubicBezTo>
                    <a:pt x="16903" y="29934"/>
                    <a:pt x="16905" y="29928"/>
                    <a:pt x="16908" y="299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 name="Google Shape;1641;p39"/>
          <p:cNvGrpSpPr/>
          <p:nvPr/>
        </p:nvGrpSpPr>
        <p:grpSpPr>
          <a:xfrm>
            <a:off x="5930751" y="1448182"/>
            <a:ext cx="676766" cy="646576"/>
            <a:chOff x="588425" y="3716150"/>
            <a:chExt cx="783475" cy="748525"/>
          </a:xfrm>
        </p:grpSpPr>
        <p:sp>
          <p:nvSpPr>
            <p:cNvPr id="1642" name="Google Shape;1642;p39"/>
            <p:cNvSpPr/>
            <p:nvPr/>
          </p:nvSpPr>
          <p:spPr>
            <a:xfrm>
              <a:off x="601350" y="3771675"/>
              <a:ext cx="732550" cy="646550"/>
            </a:xfrm>
            <a:custGeom>
              <a:rect b="b" l="l" r="r" t="t"/>
              <a:pathLst>
                <a:path extrusionOk="0" h="25862" w="29302">
                  <a:moveTo>
                    <a:pt x="14387" y="1"/>
                  </a:moveTo>
                  <a:cubicBezTo>
                    <a:pt x="11248" y="1"/>
                    <a:pt x="8256" y="1346"/>
                    <a:pt x="5593" y="3160"/>
                  </a:cubicBezTo>
                  <a:cubicBezTo>
                    <a:pt x="0" y="6959"/>
                    <a:pt x="365" y="11944"/>
                    <a:pt x="395" y="18205"/>
                  </a:cubicBezTo>
                  <a:cubicBezTo>
                    <a:pt x="395" y="19057"/>
                    <a:pt x="426" y="19938"/>
                    <a:pt x="882" y="20668"/>
                  </a:cubicBezTo>
                  <a:cubicBezTo>
                    <a:pt x="1307" y="21367"/>
                    <a:pt x="2097" y="21792"/>
                    <a:pt x="2857" y="22187"/>
                  </a:cubicBezTo>
                  <a:cubicBezTo>
                    <a:pt x="6778" y="24072"/>
                    <a:pt x="11003" y="25318"/>
                    <a:pt x="15350" y="25774"/>
                  </a:cubicBezTo>
                  <a:cubicBezTo>
                    <a:pt x="15788" y="25823"/>
                    <a:pt x="16240" y="25862"/>
                    <a:pt x="16689" y="25862"/>
                  </a:cubicBezTo>
                  <a:cubicBezTo>
                    <a:pt x="17363" y="25862"/>
                    <a:pt x="18031" y="25774"/>
                    <a:pt x="18633" y="25500"/>
                  </a:cubicBezTo>
                  <a:cubicBezTo>
                    <a:pt x="19514" y="25075"/>
                    <a:pt x="20183" y="24315"/>
                    <a:pt x="20791" y="23525"/>
                  </a:cubicBezTo>
                  <a:cubicBezTo>
                    <a:pt x="23314" y="20364"/>
                    <a:pt x="29302" y="13646"/>
                    <a:pt x="28086" y="9300"/>
                  </a:cubicBezTo>
                  <a:cubicBezTo>
                    <a:pt x="27052" y="5591"/>
                    <a:pt x="20973" y="1457"/>
                    <a:pt x="17478" y="454"/>
                  </a:cubicBezTo>
                  <a:cubicBezTo>
                    <a:pt x="16436" y="142"/>
                    <a:pt x="15404" y="1"/>
                    <a:pt x="14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9"/>
            <p:cNvSpPr/>
            <p:nvPr/>
          </p:nvSpPr>
          <p:spPr>
            <a:xfrm>
              <a:off x="588425" y="3716150"/>
              <a:ext cx="783475" cy="748525"/>
            </a:xfrm>
            <a:custGeom>
              <a:rect b="b" l="l" r="r" t="t"/>
              <a:pathLst>
                <a:path extrusionOk="0" h="29941" w="31339">
                  <a:moveTo>
                    <a:pt x="19849" y="1794"/>
                  </a:moveTo>
                  <a:lnTo>
                    <a:pt x="19849" y="1794"/>
                  </a:lnTo>
                  <a:cubicBezTo>
                    <a:pt x="19843" y="1795"/>
                    <a:pt x="19836" y="1799"/>
                    <a:pt x="19830" y="1804"/>
                  </a:cubicBezTo>
                  <a:lnTo>
                    <a:pt x="19830" y="1804"/>
                  </a:lnTo>
                  <a:cubicBezTo>
                    <a:pt x="19836" y="1800"/>
                    <a:pt x="19842" y="1797"/>
                    <a:pt x="19849" y="1794"/>
                  </a:cubicBezTo>
                  <a:close/>
                  <a:moveTo>
                    <a:pt x="20062" y="1855"/>
                  </a:moveTo>
                  <a:cubicBezTo>
                    <a:pt x="20065" y="1865"/>
                    <a:pt x="20068" y="1874"/>
                    <a:pt x="20071" y="1884"/>
                  </a:cubicBezTo>
                  <a:lnTo>
                    <a:pt x="20071" y="1884"/>
                  </a:lnTo>
                  <a:cubicBezTo>
                    <a:pt x="20069" y="1873"/>
                    <a:pt x="20066" y="1863"/>
                    <a:pt x="20062" y="1855"/>
                  </a:cubicBezTo>
                  <a:close/>
                  <a:moveTo>
                    <a:pt x="16668" y="4074"/>
                  </a:moveTo>
                  <a:lnTo>
                    <a:pt x="16668" y="4074"/>
                  </a:lnTo>
                  <a:cubicBezTo>
                    <a:pt x="16664" y="4074"/>
                    <a:pt x="16661" y="4074"/>
                    <a:pt x="16657" y="4074"/>
                  </a:cubicBezTo>
                  <a:cubicBezTo>
                    <a:pt x="16662" y="4076"/>
                    <a:pt x="16666" y="4079"/>
                    <a:pt x="16671" y="4082"/>
                  </a:cubicBezTo>
                  <a:lnTo>
                    <a:pt x="16671" y="4082"/>
                  </a:lnTo>
                  <a:cubicBezTo>
                    <a:pt x="16670" y="4079"/>
                    <a:pt x="16669" y="4076"/>
                    <a:pt x="16668" y="4074"/>
                  </a:cubicBezTo>
                  <a:close/>
                  <a:moveTo>
                    <a:pt x="16671" y="4082"/>
                  </a:moveTo>
                  <a:cubicBezTo>
                    <a:pt x="16697" y="4152"/>
                    <a:pt x="16727" y="4204"/>
                    <a:pt x="16779" y="4256"/>
                  </a:cubicBezTo>
                  <a:cubicBezTo>
                    <a:pt x="16751" y="4200"/>
                    <a:pt x="16723" y="4118"/>
                    <a:pt x="16671" y="4082"/>
                  </a:cubicBezTo>
                  <a:close/>
                  <a:moveTo>
                    <a:pt x="23739" y="4560"/>
                  </a:moveTo>
                  <a:cubicBezTo>
                    <a:pt x="23739" y="4560"/>
                    <a:pt x="23739" y="4560"/>
                    <a:pt x="23739" y="4560"/>
                  </a:cubicBezTo>
                  <a:lnTo>
                    <a:pt x="23739" y="4560"/>
                  </a:lnTo>
                  <a:cubicBezTo>
                    <a:pt x="23740" y="4560"/>
                    <a:pt x="23740" y="4560"/>
                    <a:pt x="23740" y="4560"/>
                  </a:cubicBezTo>
                  <a:lnTo>
                    <a:pt x="23740" y="4560"/>
                  </a:lnTo>
                  <a:cubicBezTo>
                    <a:pt x="23740" y="4560"/>
                    <a:pt x="23740" y="4560"/>
                    <a:pt x="23739" y="4560"/>
                  </a:cubicBezTo>
                  <a:close/>
                  <a:moveTo>
                    <a:pt x="23740" y="4560"/>
                  </a:moveTo>
                  <a:lnTo>
                    <a:pt x="23740" y="4560"/>
                  </a:lnTo>
                  <a:cubicBezTo>
                    <a:pt x="23797" y="4599"/>
                    <a:pt x="23819" y="4637"/>
                    <a:pt x="23857" y="4637"/>
                  </a:cubicBezTo>
                  <a:cubicBezTo>
                    <a:pt x="23879" y="4637"/>
                    <a:pt x="23908" y="4624"/>
                    <a:pt x="23952" y="4590"/>
                  </a:cubicBezTo>
                  <a:lnTo>
                    <a:pt x="23952" y="4590"/>
                  </a:lnTo>
                  <a:cubicBezTo>
                    <a:pt x="23933" y="4594"/>
                    <a:pt x="23914" y="4596"/>
                    <a:pt x="23895" y="4596"/>
                  </a:cubicBezTo>
                  <a:cubicBezTo>
                    <a:pt x="23843" y="4596"/>
                    <a:pt x="23790" y="4583"/>
                    <a:pt x="23740" y="4560"/>
                  </a:cubicBezTo>
                  <a:close/>
                  <a:moveTo>
                    <a:pt x="26111" y="5981"/>
                  </a:moveTo>
                  <a:cubicBezTo>
                    <a:pt x="26119" y="5994"/>
                    <a:pt x="26129" y="6007"/>
                    <a:pt x="26141" y="6019"/>
                  </a:cubicBezTo>
                  <a:cubicBezTo>
                    <a:pt x="26131" y="6005"/>
                    <a:pt x="26121" y="5993"/>
                    <a:pt x="26111" y="5981"/>
                  </a:cubicBezTo>
                  <a:close/>
                  <a:moveTo>
                    <a:pt x="6991" y="6870"/>
                  </a:moveTo>
                  <a:cubicBezTo>
                    <a:pt x="7235" y="6870"/>
                    <a:pt x="7143" y="6870"/>
                    <a:pt x="6991" y="6900"/>
                  </a:cubicBezTo>
                  <a:lnTo>
                    <a:pt x="6991" y="6870"/>
                  </a:lnTo>
                  <a:close/>
                  <a:moveTo>
                    <a:pt x="26512" y="7018"/>
                  </a:moveTo>
                  <a:cubicBezTo>
                    <a:pt x="26632" y="7018"/>
                    <a:pt x="26657" y="7159"/>
                    <a:pt x="26657" y="7326"/>
                  </a:cubicBezTo>
                  <a:cubicBezTo>
                    <a:pt x="26566" y="7265"/>
                    <a:pt x="26475" y="7144"/>
                    <a:pt x="26475" y="7022"/>
                  </a:cubicBezTo>
                  <a:cubicBezTo>
                    <a:pt x="26488" y="7019"/>
                    <a:pt x="26500" y="7018"/>
                    <a:pt x="26512" y="7018"/>
                  </a:cubicBezTo>
                  <a:close/>
                  <a:moveTo>
                    <a:pt x="4438" y="7569"/>
                  </a:moveTo>
                  <a:cubicBezTo>
                    <a:pt x="4441" y="7571"/>
                    <a:pt x="4444" y="7574"/>
                    <a:pt x="4447" y="7576"/>
                  </a:cubicBezTo>
                  <a:lnTo>
                    <a:pt x="4447" y="7576"/>
                  </a:lnTo>
                  <a:lnTo>
                    <a:pt x="4438" y="7569"/>
                  </a:lnTo>
                  <a:close/>
                  <a:moveTo>
                    <a:pt x="4447" y="7576"/>
                  </a:moveTo>
                  <a:lnTo>
                    <a:pt x="4448" y="7576"/>
                  </a:lnTo>
                  <a:lnTo>
                    <a:pt x="4448" y="7576"/>
                  </a:lnTo>
                  <a:cubicBezTo>
                    <a:pt x="4448" y="7576"/>
                    <a:pt x="4448" y="7576"/>
                    <a:pt x="4448" y="7576"/>
                  </a:cubicBezTo>
                  <a:lnTo>
                    <a:pt x="4448" y="7576"/>
                  </a:lnTo>
                  <a:cubicBezTo>
                    <a:pt x="4448" y="7576"/>
                    <a:pt x="4448" y="7576"/>
                    <a:pt x="4447" y="7576"/>
                  </a:cubicBezTo>
                  <a:close/>
                  <a:moveTo>
                    <a:pt x="4803" y="7387"/>
                  </a:moveTo>
                  <a:cubicBezTo>
                    <a:pt x="4817" y="7515"/>
                    <a:pt x="4625" y="7536"/>
                    <a:pt x="4448" y="7576"/>
                  </a:cubicBezTo>
                  <a:lnTo>
                    <a:pt x="4448" y="7576"/>
                  </a:lnTo>
                  <a:cubicBezTo>
                    <a:pt x="4479" y="7596"/>
                    <a:pt x="4519" y="7605"/>
                    <a:pt x="4560" y="7605"/>
                  </a:cubicBezTo>
                  <a:cubicBezTo>
                    <a:pt x="4685" y="7605"/>
                    <a:pt x="4825" y="7520"/>
                    <a:pt x="4803" y="7387"/>
                  </a:cubicBezTo>
                  <a:close/>
                  <a:moveTo>
                    <a:pt x="30062" y="15046"/>
                  </a:moveTo>
                  <a:lnTo>
                    <a:pt x="30062" y="15046"/>
                  </a:lnTo>
                  <a:cubicBezTo>
                    <a:pt x="30123" y="15198"/>
                    <a:pt x="30275" y="15502"/>
                    <a:pt x="30031" y="15502"/>
                  </a:cubicBezTo>
                  <a:cubicBezTo>
                    <a:pt x="29697" y="15259"/>
                    <a:pt x="29879" y="15229"/>
                    <a:pt x="30062" y="15046"/>
                  </a:cubicBezTo>
                  <a:close/>
                  <a:moveTo>
                    <a:pt x="29257" y="17401"/>
                  </a:moveTo>
                  <a:lnTo>
                    <a:pt x="29241" y="17448"/>
                  </a:lnTo>
                  <a:cubicBezTo>
                    <a:pt x="29251" y="17433"/>
                    <a:pt x="29256" y="17417"/>
                    <a:pt x="29257" y="17401"/>
                  </a:cubicBezTo>
                  <a:close/>
                  <a:moveTo>
                    <a:pt x="10639" y="25411"/>
                  </a:moveTo>
                  <a:cubicBezTo>
                    <a:pt x="10641" y="25431"/>
                    <a:pt x="10644" y="25449"/>
                    <a:pt x="10648" y="25468"/>
                  </a:cubicBezTo>
                  <a:lnTo>
                    <a:pt x="10648" y="25468"/>
                  </a:lnTo>
                  <a:cubicBezTo>
                    <a:pt x="10647" y="25451"/>
                    <a:pt x="10644" y="25432"/>
                    <a:pt x="10639" y="25411"/>
                  </a:cubicBezTo>
                  <a:close/>
                  <a:moveTo>
                    <a:pt x="15806" y="26536"/>
                  </a:moveTo>
                  <a:lnTo>
                    <a:pt x="15867" y="26627"/>
                  </a:lnTo>
                  <a:cubicBezTo>
                    <a:pt x="15805" y="26654"/>
                    <a:pt x="15766" y="26665"/>
                    <a:pt x="15744" y="26665"/>
                  </a:cubicBezTo>
                  <a:cubicBezTo>
                    <a:pt x="15690" y="26665"/>
                    <a:pt x="15733" y="26600"/>
                    <a:pt x="15776" y="26536"/>
                  </a:cubicBezTo>
                  <a:close/>
                  <a:moveTo>
                    <a:pt x="6274" y="27644"/>
                  </a:moveTo>
                  <a:lnTo>
                    <a:pt x="6292" y="27661"/>
                  </a:lnTo>
                  <a:cubicBezTo>
                    <a:pt x="6288" y="27654"/>
                    <a:pt x="6281" y="27649"/>
                    <a:pt x="6274" y="27644"/>
                  </a:cubicBezTo>
                  <a:close/>
                  <a:moveTo>
                    <a:pt x="21369" y="28755"/>
                  </a:moveTo>
                  <a:cubicBezTo>
                    <a:pt x="21367" y="28757"/>
                    <a:pt x="21366" y="28759"/>
                    <a:pt x="21364" y="28761"/>
                  </a:cubicBezTo>
                  <a:lnTo>
                    <a:pt x="21364" y="28761"/>
                  </a:lnTo>
                  <a:cubicBezTo>
                    <a:pt x="21366" y="28759"/>
                    <a:pt x="21367" y="28757"/>
                    <a:pt x="21369" y="28755"/>
                  </a:cubicBezTo>
                  <a:close/>
                  <a:moveTo>
                    <a:pt x="15593" y="1"/>
                  </a:moveTo>
                  <a:cubicBezTo>
                    <a:pt x="15593" y="517"/>
                    <a:pt x="14803" y="487"/>
                    <a:pt x="14834" y="912"/>
                  </a:cubicBezTo>
                  <a:cubicBezTo>
                    <a:pt x="15198" y="760"/>
                    <a:pt x="15563" y="578"/>
                    <a:pt x="15928" y="426"/>
                  </a:cubicBezTo>
                  <a:lnTo>
                    <a:pt x="15928" y="426"/>
                  </a:lnTo>
                  <a:cubicBezTo>
                    <a:pt x="15928" y="918"/>
                    <a:pt x="15295" y="1740"/>
                    <a:pt x="14710" y="1740"/>
                  </a:cubicBezTo>
                  <a:cubicBezTo>
                    <a:pt x="14680" y="1740"/>
                    <a:pt x="14650" y="1738"/>
                    <a:pt x="14621" y="1733"/>
                  </a:cubicBezTo>
                  <a:cubicBezTo>
                    <a:pt x="14438" y="1551"/>
                    <a:pt x="14712" y="852"/>
                    <a:pt x="14712" y="669"/>
                  </a:cubicBezTo>
                  <a:lnTo>
                    <a:pt x="14712" y="669"/>
                  </a:lnTo>
                  <a:cubicBezTo>
                    <a:pt x="14641" y="811"/>
                    <a:pt x="14297" y="952"/>
                    <a:pt x="14103" y="952"/>
                  </a:cubicBezTo>
                  <a:cubicBezTo>
                    <a:pt x="14047" y="952"/>
                    <a:pt x="14003" y="940"/>
                    <a:pt x="13982" y="912"/>
                  </a:cubicBezTo>
                  <a:lnTo>
                    <a:pt x="14256" y="639"/>
                  </a:lnTo>
                  <a:cubicBezTo>
                    <a:pt x="14218" y="621"/>
                    <a:pt x="14182" y="614"/>
                    <a:pt x="14148" y="614"/>
                  </a:cubicBezTo>
                  <a:cubicBezTo>
                    <a:pt x="13899" y="614"/>
                    <a:pt x="13741" y="1030"/>
                    <a:pt x="13462" y="1030"/>
                  </a:cubicBezTo>
                  <a:cubicBezTo>
                    <a:pt x="13383" y="1030"/>
                    <a:pt x="13295" y="997"/>
                    <a:pt x="13192" y="912"/>
                  </a:cubicBezTo>
                  <a:cubicBezTo>
                    <a:pt x="13073" y="912"/>
                    <a:pt x="12787" y="577"/>
                    <a:pt x="12682" y="577"/>
                  </a:cubicBezTo>
                  <a:cubicBezTo>
                    <a:pt x="12653" y="577"/>
                    <a:pt x="12638" y="603"/>
                    <a:pt x="12645" y="669"/>
                  </a:cubicBezTo>
                  <a:cubicBezTo>
                    <a:pt x="13010" y="1186"/>
                    <a:pt x="13283" y="2949"/>
                    <a:pt x="13223" y="3375"/>
                  </a:cubicBezTo>
                  <a:cubicBezTo>
                    <a:pt x="12858" y="3192"/>
                    <a:pt x="12523" y="2979"/>
                    <a:pt x="12219" y="2736"/>
                  </a:cubicBezTo>
                  <a:cubicBezTo>
                    <a:pt x="11855" y="2341"/>
                    <a:pt x="12311" y="1581"/>
                    <a:pt x="12037" y="1277"/>
                  </a:cubicBezTo>
                  <a:lnTo>
                    <a:pt x="12037" y="1277"/>
                  </a:lnTo>
                  <a:cubicBezTo>
                    <a:pt x="12037" y="1399"/>
                    <a:pt x="12007" y="1551"/>
                    <a:pt x="11916" y="1672"/>
                  </a:cubicBezTo>
                  <a:cubicBezTo>
                    <a:pt x="11766" y="1598"/>
                    <a:pt x="11841" y="1360"/>
                    <a:pt x="11689" y="1360"/>
                  </a:cubicBezTo>
                  <a:cubicBezTo>
                    <a:pt x="11656" y="1360"/>
                    <a:pt x="11611" y="1371"/>
                    <a:pt x="11551" y="1399"/>
                  </a:cubicBezTo>
                  <a:cubicBezTo>
                    <a:pt x="11612" y="1885"/>
                    <a:pt x="10852" y="1551"/>
                    <a:pt x="11490" y="1855"/>
                  </a:cubicBezTo>
                  <a:cubicBezTo>
                    <a:pt x="11387" y="1935"/>
                    <a:pt x="11305" y="1955"/>
                    <a:pt x="11224" y="1955"/>
                  </a:cubicBezTo>
                  <a:cubicBezTo>
                    <a:pt x="11146" y="1955"/>
                    <a:pt x="11067" y="1936"/>
                    <a:pt x="10970" y="1936"/>
                  </a:cubicBezTo>
                  <a:cubicBezTo>
                    <a:pt x="10901" y="1936"/>
                    <a:pt x="10824" y="1945"/>
                    <a:pt x="10730" y="1976"/>
                  </a:cubicBezTo>
                  <a:cubicBezTo>
                    <a:pt x="10943" y="2250"/>
                    <a:pt x="10760" y="3162"/>
                    <a:pt x="10517" y="3405"/>
                  </a:cubicBezTo>
                  <a:cubicBezTo>
                    <a:pt x="10487" y="3283"/>
                    <a:pt x="10396" y="3162"/>
                    <a:pt x="10305" y="3071"/>
                  </a:cubicBezTo>
                  <a:cubicBezTo>
                    <a:pt x="9697" y="3283"/>
                    <a:pt x="9271" y="3192"/>
                    <a:pt x="8694" y="3466"/>
                  </a:cubicBezTo>
                  <a:cubicBezTo>
                    <a:pt x="8602" y="3375"/>
                    <a:pt x="8268" y="3375"/>
                    <a:pt x="8268" y="3131"/>
                  </a:cubicBezTo>
                  <a:cubicBezTo>
                    <a:pt x="8238" y="3253"/>
                    <a:pt x="8238" y="3435"/>
                    <a:pt x="8086" y="3526"/>
                  </a:cubicBezTo>
                  <a:cubicBezTo>
                    <a:pt x="7539" y="3314"/>
                    <a:pt x="8420" y="3283"/>
                    <a:pt x="7934" y="2949"/>
                  </a:cubicBezTo>
                  <a:lnTo>
                    <a:pt x="7934" y="2949"/>
                  </a:lnTo>
                  <a:cubicBezTo>
                    <a:pt x="8055" y="3223"/>
                    <a:pt x="7660" y="3526"/>
                    <a:pt x="7539" y="3830"/>
                  </a:cubicBezTo>
                  <a:cubicBezTo>
                    <a:pt x="7599" y="3911"/>
                    <a:pt x="7660" y="3944"/>
                    <a:pt x="7722" y="3944"/>
                  </a:cubicBezTo>
                  <a:cubicBezTo>
                    <a:pt x="7940" y="3944"/>
                    <a:pt x="8156" y="3527"/>
                    <a:pt x="8298" y="3314"/>
                  </a:cubicBezTo>
                  <a:lnTo>
                    <a:pt x="8298" y="3314"/>
                  </a:lnTo>
                  <a:cubicBezTo>
                    <a:pt x="8542" y="3922"/>
                    <a:pt x="8450" y="4651"/>
                    <a:pt x="8086" y="5198"/>
                  </a:cubicBezTo>
                  <a:cubicBezTo>
                    <a:pt x="8005" y="5294"/>
                    <a:pt x="7940" y="5329"/>
                    <a:pt x="7888" y="5329"/>
                  </a:cubicBezTo>
                  <a:cubicBezTo>
                    <a:pt x="7743" y="5329"/>
                    <a:pt x="7694" y="5061"/>
                    <a:pt x="7669" y="5061"/>
                  </a:cubicBezTo>
                  <a:cubicBezTo>
                    <a:pt x="7666" y="5061"/>
                    <a:pt x="7663" y="5066"/>
                    <a:pt x="7660" y="5077"/>
                  </a:cubicBezTo>
                  <a:cubicBezTo>
                    <a:pt x="6809" y="5472"/>
                    <a:pt x="7599" y="6414"/>
                    <a:pt x="6718" y="6444"/>
                  </a:cubicBezTo>
                  <a:cubicBezTo>
                    <a:pt x="6262" y="6292"/>
                    <a:pt x="6262" y="5806"/>
                    <a:pt x="6049" y="5624"/>
                  </a:cubicBezTo>
                  <a:cubicBezTo>
                    <a:pt x="6292" y="5229"/>
                    <a:pt x="6718" y="5472"/>
                    <a:pt x="6931" y="5320"/>
                  </a:cubicBezTo>
                  <a:lnTo>
                    <a:pt x="6535" y="5320"/>
                  </a:lnTo>
                  <a:cubicBezTo>
                    <a:pt x="6564" y="5177"/>
                    <a:pt x="6728" y="4952"/>
                    <a:pt x="6899" y="4952"/>
                  </a:cubicBezTo>
                  <a:cubicBezTo>
                    <a:pt x="6910" y="4952"/>
                    <a:pt x="6920" y="4953"/>
                    <a:pt x="6931" y="4955"/>
                  </a:cubicBezTo>
                  <a:cubicBezTo>
                    <a:pt x="6896" y="4940"/>
                    <a:pt x="6858" y="4934"/>
                    <a:pt x="6816" y="4934"/>
                  </a:cubicBezTo>
                  <a:cubicBezTo>
                    <a:pt x="6600" y="4934"/>
                    <a:pt x="6294" y="5116"/>
                    <a:pt x="5988" y="5320"/>
                  </a:cubicBezTo>
                  <a:cubicBezTo>
                    <a:pt x="5624" y="5624"/>
                    <a:pt x="5198" y="5837"/>
                    <a:pt x="4773" y="6019"/>
                  </a:cubicBezTo>
                  <a:cubicBezTo>
                    <a:pt x="4773" y="6201"/>
                    <a:pt x="4681" y="6444"/>
                    <a:pt x="4864" y="6505"/>
                  </a:cubicBezTo>
                  <a:lnTo>
                    <a:pt x="5016" y="6323"/>
                  </a:lnTo>
                  <a:cubicBezTo>
                    <a:pt x="5360" y="6409"/>
                    <a:pt x="5027" y="6875"/>
                    <a:pt x="5245" y="6875"/>
                  </a:cubicBezTo>
                  <a:cubicBezTo>
                    <a:pt x="5258" y="6875"/>
                    <a:pt x="5272" y="6873"/>
                    <a:pt x="5289" y="6870"/>
                  </a:cubicBezTo>
                  <a:lnTo>
                    <a:pt x="5289" y="6870"/>
                  </a:lnTo>
                  <a:cubicBezTo>
                    <a:pt x="5228" y="7235"/>
                    <a:pt x="5228" y="7691"/>
                    <a:pt x="4833" y="7843"/>
                  </a:cubicBezTo>
                  <a:lnTo>
                    <a:pt x="4448" y="7576"/>
                  </a:lnTo>
                  <a:lnTo>
                    <a:pt x="4448" y="7576"/>
                  </a:lnTo>
                  <a:cubicBezTo>
                    <a:pt x="4246" y="7621"/>
                    <a:pt x="4064" y="7689"/>
                    <a:pt x="4225" y="7964"/>
                  </a:cubicBezTo>
                  <a:lnTo>
                    <a:pt x="4681" y="7964"/>
                  </a:lnTo>
                  <a:lnTo>
                    <a:pt x="4681" y="8603"/>
                  </a:lnTo>
                  <a:cubicBezTo>
                    <a:pt x="4681" y="8785"/>
                    <a:pt x="4651" y="8967"/>
                    <a:pt x="4499" y="9058"/>
                  </a:cubicBezTo>
                  <a:cubicBezTo>
                    <a:pt x="4610" y="9098"/>
                    <a:pt x="4663" y="9111"/>
                    <a:pt x="4690" y="9111"/>
                  </a:cubicBezTo>
                  <a:cubicBezTo>
                    <a:pt x="4741" y="9111"/>
                    <a:pt x="4705" y="9067"/>
                    <a:pt x="4785" y="9067"/>
                  </a:cubicBezTo>
                  <a:cubicBezTo>
                    <a:pt x="4827" y="9067"/>
                    <a:pt x="4904" y="9080"/>
                    <a:pt x="5046" y="9119"/>
                  </a:cubicBezTo>
                  <a:cubicBezTo>
                    <a:pt x="4428" y="8854"/>
                    <a:pt x="5522" y="8561"/>
                    <a:pt x="4926" y="8321"/>
                  </a:cubicBezTo>
                  <a:lnTo>
                    <a:pt x="4926" y="8321"/>
                  </a:lnTo>
                  <a:cubicBezTo>
                    <a:pt x="5061" y="8368"/>
                    <a:pt x="5155" y="8385"/>
                    <a:pt x="5228" y="8385"/>
                  </a:cubicBezTo>
                  <a:cubicBezTo>
                    <a:pt x="5403" y="8385"/>
                    <a:pt x="5457" y="8291"/>
                    <a:pt x="5662" y="8291"/>
                  </a:cubicBezTo>
                  <a:cubicBezTo>
                    <a:pt x="5731" y="8291"/>
                    <a:pt x="5816" y="8301"/>
                    <a:pt x="5928" y="8329"/>
                  </a:cubicBezTo>
                  <a:cubicBezTo>
                    <a:pt x="5836" y="8238"/>
                    <a:pt x="5654" y="8207"/>
                    <a:pt x="5897" y="8086"/>
                  </a:cubicBezTo>
                  <a:cubicBezTo>
                    <a:pt x="5897" y="8025"/>
                    <a:pt x="5867" y="7995"/>
                    <a:pt x="5867" y="7934"/>
                  </a:cubicBezTo>
                  <a:cubicBezTo>
                    <a:pt x="5776" y="7934"/>
                    <a:pt x="5684" y="7903"/>
                    <a:pt x="5593" y="7873"/>
                  </a:cubicBezTo>
                  <a:cubicBezTo>
                    <a:pt x="5472" y="7508"/>
                    <a:pt x="5806" y="7204"/>
                    <a:pt x="5836" y="6961"/>
                  </a:cubicBezTo>
                  <a:cubicBezTo>
                    <a:pt x="5848" y="6959"/>
                    <a:pt x="5859" y="6958"/>
                    <a:pt x="5868" y="6958"/>
                  </a:cubicBezTo>
                  <a:cubicBezTo>
                    <a:pt x="6000" y="6958"/>
                    <a:pt x="5879" y="7148"/>
                    <a:pt x="6049" y="7204"/>
                  </a:cubicBezTo>
                  <a:lnTo>
                    <a:pt x="6080" y="6870"/>
                  </a:lnTo>
                  <a:cubicBezTo>
                    <a:pt x="6323" y="7113"/>
                    <a:pt x="6779" y="7052"/>
                    <a:pt x="6596" y="7417"/>
                  </a:cubicBezTo>
                  <a:lnTo>
                    <a:pt x="6900" y="7235"/>
                  </a:lnTo>
                  <a:cubicBezTo>
                    <a:pt x="6925" y="7238"/>
                    <a:pt x="6950" y="7239"/>
                    <a:pt x="6975" y="7239"/>
                  </a:cubicBezTo>
                  <a:cubicBezTo>
                    <a:pt x="7192" y="7239"/>
                    <a:pt x="7399" y="7122"/>
                    <a:pt x="7508" y="6931"/>
                  </a:cubicBezTo>
                  <a:cubicBezTo>
                    <a:pt x="7651" y="6907"/>
                    <a:pt x="7682" y="6566"/>
                    <a:pt x="7689" y="6566"/>
                  </a:cubicBezTo>
                  <a:cubicBezTo>
                    <a:pt x="7691" y="6566"/>
                    <a:pt x="7691" y="6592"/>
                    <a:pt x="7691" y="6657"/>
                  </a:cubicBezTo>
                  <a:cubicBezTo>
                    <a:pt x="7843" y="6505"/>
                    <a:pt x="7964" y="6353"/>
                    <a:pt x="8086" y="6171"/>
                  </a:cubicBezTo>
                  <a:lnTo>
                    <a:pt x="8146" y="6262"/>
                  </a:lnTo>
                  <a:cubicBezTo>
                    <a:pt x="8571" y="6023"/>
                    <a:pt x="8834" y="5367"/>
                    <a:pt x="9481" y="5367"/>
                  </a:cubicBezTo>
                  <a:cubicBezTo>
                    <a:pt x="9575" y="5367"/>
                    <a:pt x="9676" y="5380"/>
                    <a:pt x="9788" y="5411"/>
                  </a:cubicBezTo>
                  <a:cubicBezTo>
                    <a:pt x="9909" y="5198"/>
                    <a:pt x="10122" y="5077"/>
                    <a:pt x="10365" y="5046"/>
                  </a:cubicBezTo>
                  <a:lnTo>
                    <a:pt x="10548" y="5289"/>
                  </a:lnTo>
                  <a:cubicBezTo>
                    <a:pt x="10730" y="5077"/>
                    <a:pt x="11308" y="5289"/>
                    <a:pt x="11308" y="4955"/>
                  </a:cubicBezTo>
                  <a:cubicBezTo>
                    <a:pt x="11449" y="5150"/>
                    <a:pt x="11604" y="5218"/>
                    <a:pt x="11762" y="5218"/>
                  </a:cubicBezTo>
                  <a:cubicBezTo>
                    <a:pt x="12138" y="5218"/>
                    <a:pt x="12535" y="4833"/>
                    <a:pt x="12834" y="4833"/>
                  </a:cubicBezTo>
                  <a:cubicBezTo>
                    <a:pt x="12842" y="4833"/>
                    <a:pt x="12850" y="4833"/>
                    <a:pt x="12858" y="4834"/>
                  </a:cubicBezTo>
                  <a:lnTo>
                    <a:pt x="12797" y="4469"/>
                  </a:lnTo>
                  <a:cubicBezTo>
                    <a:pt x="13101" y="4408"/>
                    <a:pt x="13375" y="4256"/>
                    <a:pt x="13648" y="4074"/>
                  </a:cubicBezTo>
                  <a:lnTo>
                    <a:pt x="13557" y="3739"/>
                  </a:lnTo>
                  <a:cubicBezTo>
                    <a:pt x="13628" y="3669"/>
                    <a:pt x="13712" y="3644"/>
                    <a:pt x="13803" y="3644"/>
                  </a:cubicBezTo>
                  <a:cubicBezTo>
                    <a:pt x="13907" y="3644"/>
                    <a:pt x="14021" y="3676"/>
                    <a:pt x="14134" y="3709"/>
                  </a:cubicBezTo>
                  <a:cubicBezTo>
                    <a:pt x="14378" y="3800"/>
                    <a:pt x="14621" y="3861"/>
                    <a:pt x="14864" y="3861"/>
                  </a:cubicBezTo>
                  <a:cubicBezTo>
                    <a:pt x="14849" y="3922"/>
                    <a:pt x="14811" y="3944"/>
                    <a:pt x="14765" y="3944"/>
                  </a:cubicBezTo>
                  <a:cubicBezTo>
                    <a:pt x="14720" y="3944"/>
                    <a:pt x="14666" y="3922"/>
                    <a:pt x="14621" y="3891"/>
                  </a:cubicBezTo>
                  <a:lnTo>
                    <a:pt x="14621" y="3891"/>
                  </a:lnTo>
                  <a:cubicBezTo>
                    <a:pt x="14754" y="4068"/>
                    <a:pt x="14886" y="4131"/>
                    <a:pt x="15026" y="4131"/>
                  </a:cubicBezTo>
                  <a:cubicBezTo>
                    <a:pt x="15174" y="4131"/>
                    <a:pt x="15330" y="4061"/>
                    <a:pt x="15502" y="3982"/>
                  </a:cubicBezTo>
                  <a:cubicBezTo>
                    <a:pt x="15672" y="3880"/>
                    <a:pt x="15843" y="3797"/>
                    <a:pt x="15997" y="3797"/>
                  </a:cubicBezTo>
                  <a:cubicBezTo>
                    <a:pt x="16118" y="3797"/>
                    <a:pt x="16229" y="3849"/>
                    <a:pt x="16323" y="3982"/>
                  </a:cubicBezTo>
                  <a:cubicBezTo>
                    <a:pt x="16355" y="3961"/>
                    <a:pt x="16395" y="3951"/>
                    <a:pt x="16436" y="3951"/>
                  </a:cubicBezTo>
                  <a:cubicBezTo>
                    <a:pt x="16510" y="3951"/>
                    <a:pt x="16588" y="3984"/>
                    <a:pt x="16627" y="4043"/>
                  </a:cubicBezTo>
                  <a:lnTo>
                    <a:pt x="16657" y="4043"/>
                  </a:lnTo>
                  <a:cubicBezTo>
                    <a:pt x="16661" y="4054"/>
                    <a:pt x="16664" y="4064"/>
                    <a:pt x="16668" y="4074"/>
                  </a:cubicBezTo>
                  <a:lnTo>
                    <a:pt x="16668" y="4074"/>
                  </a:lnTo>
                  <a:cubicBezTo>
                    <a:pt x="16816" y="4072"/>
                    <a:pt x="16964" y="4043"/>
                    <a:pt x="17083" y="4013"/>
                  </a:cubicBezTo>
                  <a:lnTo>
                    <a:pt x="17083" y="4013"/>
                  </a:lnTo>
                  <a:lnTo>
                    <a:pt x="17052" y="4408"/>
                  </a:lnTo>
                  <a:lnTo>
                    <a:pt x="17083" y="4408"/>
                  </a:lnTo>
                  <a:cubicBezTo>
                    <a:pt x="17105" y="4436"/>
                    <a:pt x="17126" y="4449"/>
                    <a:pt x="17144" y="4449"/>
                  </a:cubicBezTo>
                  <a:cubicBezTo>
                    <a:pt x="17224" y="4449"/>
                    <a:pt x="17260" y="4205"/>
                    <a:pt x="17235" y="3982"/>
                  </a:cubicBezTo>
                  <a:cubicBezTo>
                    <a:pt x="17326" y="3952"/>
                    <a:pt x="17417" y="3891"/>
                    <a:pt x="17508" y="3830"/>
                  </a:cubicBezTo>
                  <a:lnTo>
                    <a:pt x="17508" y="3830"/>
                  </a:lnTo>
                  <a:cubicBezTo>
                    <a:pt x="17483" y="4067"/>
                    <a:pt x="17550" y="4099"/>
                    <a:pt x="17635" y="4099"/>
                  </a:cubicBezTo>
                  <a:cubicBezTo>
                    <a:pt x="17668" y="4099"/>
                    <a:pt x="17704" y="4095"/>
                    <a:pt x="17739" y="4095"/>
                  </a:cubicBezTo>
                  <a:cubicBezTo>
                    <a:pt x="17833" y="4095"/>
                    <a:pt x="17917" y="4131"/>
                    <a:pt x="17903" y="4408"/>
                  </a:cubicBezTo>
                  <a:cubicBezTo>
                    <a:pt x="18086" y="4134"/>
                    <a:pt x="18694" y="4469"/>
                    <a:pt x="19028" y="3891"/>
                  </a:cubicBezTo>
                  <a:lnTo>
                    <a:pt x="19028" y="3891"/>
                  </a:lnTo>
                  <a:cubicBezTo>
                    <a:pt x="19003" y="3966"/>
                    <a:pt x="19019" y="4021"/>
                    <a:pt x="18992" y="4021"/>
                  </a:cubicBezTo>
                  <a:cubicBezTo>
                    <a:pt x="18986" y="4021"/>
                    <a:pt x="18978" y="4018"/>
                    <a:pt x="18967" y="4013"/>
                  </a:cubicBezTo>
                  <a:lnTo>
                    <a:pt x="18967" y="4013"/>
                  </a:lnTo>
                  <a:cubicBezTo>
                    <a:pt x="19063" y="4109"/>
                    <a:pt x="19178" y="4223"/>
                    <a:pt x="19326" y="4223"/>
                  </a:cubicBezTo>
                  <a:cubicBezTo>
                    <a:pt x="19366" y="4223"/>
                    <a:pt x="19408" y="4215"/>
                    <a:pt x="19454" y="4195"/>
                  </a:cubicBezTo>
                  <a:lnTo>
                    <a:pt x="19454" y="4195"/>
                  </a:lnTo>
                  <a:lnTo>
                    <a:pt x="19332" y="4651"/>
                  </a:lnTo>
                  <a:cubicBezTo>
                    <a:pt x="19545" y="4499"/>
                    <a:pt x="19758" y="4378"/>
                    <a:pt x="19940" y="4256"/>
                  </a:cubicBezTo>
                  <a:lnTo>
                    <a:pt x="19940" y="4256"/>
                  </a:lnTo>
                  <a:cubicBezTo>
                    <a:pt x="20062" y="4651"/>
                    <a:pt x="20062" y="4803"/>
                    <a:pt x="19697" y="5016"/>
                  </a:cubicBezTo>
                  <a:cubicBezTo>
                    <a:pt x="19979" y="4937"/>
                    <a:pt x="20118" y="4921"/>
                    <a:pt x="20218" y="4921"/>
                  </a:cubicBezTo>
                  <a:cubicBezTo>
                    <a:pt x="20288" y="4921"/>
                    <a:pt x="20338" y="4929"/>
                    <a:pt x="20403" y="4929"/>
                  </a:cubicBezTo>
                  <a:cubicBezTo>
                    <a:pt x="20497" y="4929"/>
                    <a:pt x="20623" y="4912"/>
                    <a:pt x="20882" y="4834"/>
                  </a:cubicBezTo>
                  <a:lnTo>
                    <a:pt x="20882" y="4834"/>
                  </a:lnTo>
                  <a:lnTo>
                    <a:pt x="20730" y="5077"/>
                  </a:lnTo>
                  <a:cubicBezTo>
                    <a:pt x="20755" y="5087"/>
                    <a:pt x="20788" y="5090"/>
                    <a:pt x="20826" y="5090"/>
                  </a:cubicBezTo>
                  <a:cubicBezTo>
                    <a:pt x="20911" y="5090"/>
                    <a:pt x="21019" y="5072"/>
                    <a:pt x="21112" y="5072"/>
                  </a:cubicBezTo>
                  <a:cubicBezTo>
                    <a:pt x="21230" y="5072"/>
                    <a:pt x="21322" y="5101"/>
                    <a:pt x="21308" y="5229"/>
                  </a:cubicBezTo>
                  <a:cubicBezTo>
                    <a:pt x="21338" y="5897"/>
                    <a:pt x="22949" y="6353"/>
                    <a:pt x="23405" y="7417"/>
                  </a:cubicBezTo>
                  <a:cubicBezTo>
                    <a:pt x="23499" y="7223"/>
                    <a:pt x="23555" y="7153"/>
                    <a:pt x="23592" y="7153"/>
                  </a:cubicBezTo>
                  <a:cubicBezTo>
                    <a:pt x="23687" y="7153"/>
                    <a:pt x="23658" y="7614"/>
                    <a:pt x="23818" y="7614"/>
                  </a:cubicBezTo>
                  <a:cubicBezTo>
                    <a:pt x="23859" y="7614"/>
                    <a:pt x="23912" y="7584"/>
                    <a:pt x="23983" y="7508"/>
                  </a:cubicBezTo>
                  <a:lnTo>
                    <a:pt x="23983" y="7508"/>
                  </a:lnTo>
                  <a:cubicBezTo>
                    <a:pt x="23891" y="7691"/>
                    <a:pt x="23922" y="7903"/>
                    <a:pt x="23679" y="7903"/>
                  </a:cubicBezTo>
                  <a:cubicBezTo>
                    <a:pt x="24143" y="8058"/>
                    <a:pt x="24082" y="8497"/>
                    <a:pt x="24442" y="8497"/>
                  </a:cubicBezTo>
                  <a:cubicBezTo>
                    <a:pt x="24507" y="8497"/>
                    <a:pt x="24585" y="8483"/>
                    <a:pt x="24682" y="8451"/>
                  </a:cubicBezTo>
                  <a:lnTo>
                    <a:pt x="24682" y="8451"/>
                  </a:lnTo>
                  <a:cubicBezTo>
                    <a:pt x="24591" y="8663"/>
                    <a:pt x="24408" y="8603"/>
                    <a:pt x="24347" y="8724"/>
                  </a:cubicBezTo>
                  <a:cubicBezTo>
                    <a:pt x="24408" y="8724"/>
                    <a:pt x="24591" y="8724"/>
                    <a:pt x="24530" y="8846"/>
                  </a:cubicBezTo>
                  <a:cubicBezTo>
                    <a:pt x="24509" y="8927"/>
                    <a:pt x="24449" y="8927"/>
                    <a:pt x="24374" y="8927"/>
                  </a:cubicBezTo>
                  <a:lnTo>
                    <a:pt x="24374" y="8927"/>
                  </a:lnTo>
                  <a:cubicBezTo>
                    <a:pt x="24337" y="8927"/>
                    <a:pt x="24297" y="8927"/>
                    <a:pt x="24256" y="8937"/>
                  </a:cubicBezTo>
                  <a:cubicBezTo>
                    <a:pt x="24347" y="9012"/>
                    <a:pt x="24445" y="9045"/>
                    <a:pt x="24548" y="9045"/>
                  </a:cubicBezTo>
                  <a:cubicBezTo>
                    <a:pt x="24860" y="9045"/>
                    <a:pt x="25220" y="8748"/>
                    <a:pt x="25563" y="8451"/>
                  </a:cubicBezTo>
                  <a:cubicBezTo>
                    <a:pt x="25563" y="8715"/>
                    <a:pt x="25611" y="8836"/>
                    <a:pt x="25800" y="8836"/>
                  </a:cubicBezTo>
                  <a:cubicBezTo>
                    <a:pt x="25871" y="8836"/>
                    <a:pt x="25963" y="8818"/>
                    <a:pt x="26080" y="8785"/>
                  </a:cubicBezTo>
                  <a:lnTo>
                    <a:pt x="26080" y="8785"/>
                  </a:lnTo>
                  <a:cubicBezTo>
                    <a:pt x="26012" y="8920"/>
                    <a:pt x="25978" y="9106"/>
                    <a:pt x="25866" y="9106"/>
                  </a:cubicBezTo>
                  <a:cubicBezTo>
                    <a:pt x="25827" y="9106"/>
                    <a:pt x="25778" y="9083"/>
                    <a:pt x="25715" y="9028"/>
                  </a:cubicBezTo>
                  <a:lnTo>
                    <a:pt x="25715" y="9028"/>
                  </a:lnTo>
                  <a:cubicBezTo>
                    <a:pt x="25806" y="9210"/>
                    <a:pt x="25898" y="9393"/>
                    <a:pt x="26050" y="9545"/>
                  </a:cubicBezTo>
                  <a:cubicBezTo>
                    <a:pt x="26137" y="9698"/>
                    <a:pt x="26256" y="9819"/>
                    <a:pt x="26394" y="9819"/>
                  </a:cubicBezTo>
                  <a:cubicBezTo>
                    <a:pt x="26449" y="9819"/>
                    <a:pt x="26506" y="9800"/>
                    <a:pt x="26566" y="9758"/>
                  </a:cubicBezTo>
                  <a:lnTo>
                    <a:pt x="26566" y="9758"/>
                  </a:lnTo>
                  <a:cubicBezTo>
                    <a:pt x="26505" y="9879"/>
                    <a:pt x="26688" y="9970"/>
                    <a:pt x="26749" y="10001"/>
                  </a:cubicBezTo>
                  <a:cubicBezTo>
                    <a:pt x="26870" y="10244"/>
                    <a:pt x="26992" y="10457"/>
                    <a:pt x="27174" y="10669"/>
                  </a:cubicBezTo>
                  <a:cubicBezTo>
                    <a:pt x="27174" y="10639"/>
                    <a:pt x="27174" y="10609"/>
                    <a:pt x="27174" y="10548"/>
                  </a:cubicBezTo>
                  <a:cubicBezTo>
                    <a:pt x="27264" y="10524"/>
                    <a:pt x="27331" y="10514"/>
                    <a:pt x="27382" y="10514"/>
                  </a:cubicBezTo>
                  <a:cubicBezTo>
                    <a:pt x="27661" y="10514"/>
                    <a:pt x="27450" y="10824"/>
                    <a:pt x="27630" y="11004"/>
                  </a:cubicBezTo>
                  <a:lnTo>
                    <a:pt x="27569" y="11004"/>
                  </a:lnTo>
                  <a:cubicBezTo>
                    <a:pt x="27539" y="11399"/>
                    <a:pt x="27569" y="11460"/>
                    <a:pt x="27630" y="11490"/>
                  </a:cubicBezTo>
                  <a:cubicBezTo>
                    <a:pt x="27721" y="11551"/>
                    <a:pt x="27812" y="11612"/>
                    <a:pt x="27600" y="11976"/>
                  </a:cubicBezTo>
                  <a:lnTo>
                    <a:pt x="27934" y="11855"/>
                  </a:lnTo>
                  <a:cubicBezTo>
                    <a:pt x="27963" y="11853"/>
                    <a:pt x="27990" y="11852"/>
                    <a:pt x="28014" y="11852"/>
                  </a:cubicBezTo>
                  <a:cubicBezTo>
                    <a:pt x="28316" y="11852"/>
                    <a:pt x="28229" y="12023"/>
                    <a:pt x="28116" y="12220"/>
                  </a:cubicBezTo>
                  <a:cubicBezTo>
                    <a:pt x="27964" y="12432"/>
                    <a:pt x="27721" y="12645"/>
                    <a:pt x="27873" y="12828"/>
                  </a:cubicBezTo>
                  <a:lnTo>
                    <a:pt x="28086" y="12706"/>
                  </a:lnTo>
                  <a:lnTo>
                    <a:pt x="28086" y="12706"/>
                  </a:lnTo>
                  <a:cubicBezTo>
                    <a:pt x="28208" y="12797"/>
                    <a:pt x="27934" y="12980"/>
                    <a:pt x="27630" y="13071"/>
                  </a:cubicBezTo>
                  <a:cubicBezTo>
                    <a:pt x="27387" y="13162"/>
                    <a:pt x="27113" y="13253"/>
                    <a:pt x="26870" y="13375"/>
                  </a:cubicBezTo>
                  <a:cubicBezTo>
                    <a:pt x="26864" y="13378"/>
                    <a:pt x="26857" y="13379"/>
                    <a:pt x="26852" y="13379"/>
                  </a:cubicBezTo>
                  <a:cubicBezTo>
                    <a:pt x="26803" y="13379"/>
                    <a:pt x="26776" y="13277"/>
                    <a:pt x="26749" y="13223"/>
                  </a:cubicBezTo>
                  <a:lnTo>
                    <a:pt x="26749" y="13223"/>
                  </a:lnTo>
                  <a:cubicBezTo>
                    <a:pt x="26232" y="13648"/>
                    <a:pt x="27205" y="13344"/>
                    <a:pt x="27265" y="13770"/>
                  </a:cubicBezTo>
                  <a:cubicBezTo>
                    <a:pt x="27083" y="13770"/>
                    <a:pt x="26860" y="13675"/>
                    <a:pt x="26705" y="13675"/>
                  </a:cubicBezTo>
                  <a:cubicBezTo>
                    <a:pt x="26627" y="13675"/>
                    <a:pt x="26566" y="13699"/>
                    <a:pt x="26536" y="13770"/>
                  </a:cubicBezTo>
                  <a:cubicBezTo>
                    <a:pt x="26293" y="13800"/>
                    <a:pt x="27144" y="14742"/>
                    <a:pt x="26505" y="14955"/>
                  </a:cubicBezTo>
                  <a:cubicBezTo>
                    <a:pt x="26548" y="14955"/>
                    <a:pt x="26592" y="14954"/>
                    <a:pt x="26635" y="14954"/>
                  </a:cubicBezTo>
                  <a:cubicBezTo>
                    <a:pt x="26808" y="14954"/>
                    <a:pt x="26974" y="14973"/>
                    <a:pt x="27022" y="15168"/>
                  </a:cubicBezTo>
                  <a:cubicBezTo>
                    <a:pt x="26961" y="15502"/>
                    <a:pt x="26019" y="15654"/>
                    <a:pt x="26445" y="16171"/>
                  </a:cubicBezTo>
                  <a:cubicBezTo>
                    <a:pt x="26414" y="16186"/>
                    <a:pt x="26384" y="16194"/>
                    <a:pt x="26357" y="16194"/>
                  </a:cubicBezTo>
                  <a:cubicBezTo>
                    <a:pt x="26331" y="16194"/>
                    <a:pt x="26308" y="16186"/>
                    <a:pt x="26293" y="16171"/>
                  </a:cubicBezTo>
                  <a:lnTo>
                    <a:pt x="26293" y="16171"/>
                  </a:lnTo>
                  <a:cubicBezTo>
                    <a:pt x="26323" y="16475"/>
                    <a:pt x="26141" y="16992"/>
                    <a:pt x="26384" y="17326"/>
                  </a:cubicBezTo>
                  <a:cubicBezTo>
                    <a:pt x="26273" y="17286"/>
                    <a:pt x="26181" y="17269"/>
                    <a:pt x="26103" y="17269"/>
                  </a:cubicBezTo>
                  <a:cubicBezTo>
                    <a:pt x="25454" y="17269"/>
                    <a:pt x="25835" y="18501"/>
                    <a:pt x="25398" y="18501"/>
                  </a:cubicBezTo>
                  <a:cubicBezTo>
                    <a:pt x="25326" y="18501"/>
                    <a:pt x="25232" y="18468"/>
                    <a:pt x="25107" y="18390"/>
                  </a:cubicBezTo>
                  <a:lnTo>
                    <a:pt x="24712" y="19089"/>
                  </a:lnTo>
                  <a:lnTo>
                    <a:pt x="24651" y="18998"/>
                  </a:lnTo>
                  <a:cubicBezTo>
                    <a:pt x="24378" y="19271"/>
                    <a:pt x="24347" y="19667"/>
                    <a:pt x="24530" y="19971"/>
                  </a:cubicBezTo>
                  <a:cubicBezTo>
                    <a:pt x="24510" y="19981"/>
                    <a:pt x="24492" y="19985"/>
                    <a:pt x="24477" y="19985"/>
                  </a:cubicBezTo>
                  <a:cubicBezTo>
                    <a:pt x="24397" y="19985"/>
                    <a:pt x="24368" y="19874"/>
                    <a:pt x="24317" y="19849"/>
                  </a:cubicBezTo>
                  <a:cubicBezTo>
                    <a:pt x="23709" y="20335"/>
                    <a:pt x="23709" y="20396"/>
                    <a:pt x="23800" y="21247"/>
                  </a:cubicBezTo>
                  <a:lnTo>
                    <a:pt x="23466" y="21065"/>
                  </a:lnTo>
                  <a:lnTo>
                    <a:pt x="23466" y="21065"/>
                  </a:lnTo>
                  <a:cubicBezTo>
                    <a:pt x="23527" y="21338"/>
                    <a:pt x="22341" y="21582"/>
                    <a:pt x="22220" y="22433"/>
                  </a:cubicBezTo>
                  <a:cubicBezTo>
                    <a:pt x="22159" y="22372"/>
                    <a:pt x="22128" y="22311"/>
                    <a:pt x="22128" y="22250"/>
                  </a:cubicBezTo>
                  <a:cubicBezTo>
                    <a:pt x="21977" y="23192"/>
                    <a:pt x="20092" y="23192"/>
                    <a:pt x="20943" y="24256"/>
                  </a:cubicBezTo>
                  <a:lnTo>
                    <a:pt x="20852" y="24925"/>
                  </a:lnTo>
                  <a:cubicBezTo>
                    <a:pt x="20968" y="24815"/>
                    <a:pt x="21051" y="24773"/>
                    <a:pt x="21114" y="24773"/>
                  </a:cubicBezTo>
                  <a:cubicBezTo>
                    <a:pt x="21334" y="24773"/>
                    <a:pt x="21305" y="25296"/>
                    <a:pt x="21561" y="25296"/>
                  </a:cubicBezTo>
                  <a:cubicBezTo>
                    <a:pt x="21577" y="25296"/>
                    <a:pt x="21594" y="25294"/>
                    <a:pt x="21612" y="25290"/>
                  </a:cubicBezTo>
                  <a:lnTo>
                    <a:pt x="21612" y="25290"/>
                  </a:lnTo>
                  <a:cubicBezTo>
                    <a:pt x="21548" y="25418"/>
                    <a:pt x="21340" y="25496"/>
                    <a:pt x="21180" y="25496"/>
                  </a:cubicBezTo>
                  <a:cubicBezTo>
                    <a:pt x="21037" y="25496"/>
                    <a:pt x="20932" y="25433"/>
                    <a:pt x="21004" y="25290"/>
                  </a:cubicBezTo>
                  <a:lnTo>
                    <a:pt x="21095" y="25290"/>
                  </a:lnTo>
                  <a:cubicBezTo>
                    <a:pt x="20992" y="25174"/>
                    <a:pt x="20899" y="25130"/>
                    <a:pt x="20812" y="25130"/>
                  </a:cubicBezTo>
                  <a:cubicBezTo>
                    <a:pt x="20547" y="25130"/>
                    <a:pt x="20343" y="25539"/>
                    <a:pt x="20120" y="25539"/>
                  </a:cubicBezTo>
                  <a:cubicBezTo>
                    <a:pt x="20071" y="25539"/>
                    <a:pt x="20022" y="25519"/>
                    <a:pt x="19970" y="25472"/>
                  </a:cubicBezTo>
                  <a:cubicBezTo>
                    <a:pt x="19636" y="25898"/>
                    <a:pt x="19180" y="26232"/>
                    <a:pt x="18663" y="26414"/>
                  </a:cubicBezTo>
                  <a:cubicBezTo>
                    <a:pt x="18344" y="26483"/>
                    <a:pt x="18008" y="26517"/>
                    <a:pt x="17667" y="26517"/>
                  </a:cubicBezTo>
                  <a:cubicBezTo>
                    <a:pt x="17554" y="26517"/>
                    <a:pt x="17440" y="26513"/>
                    <a:pt x="17326" y="26506"/>
                  </a:cubicBezTo>
                  <a:lnTo>
                    <a:pt x="17326" y="26506"/>
                  </a:lnTo>
                  <a:lnTo>
                    <a:pt x="17478" y="27022"/>
                  </a:lnTo>
                  <a:lnTo>
                    <a:pt x="17083" y="27022"/>
                  </a:lnTo>
                  <a:cubicBezTo>
                    <a:pt x="16992" y="26870"/>
                    <a:pt x="16961" y="26597"/>
                    <a:pt x="17235" y="26597"/>
                  </a:cubicBezTo>
                  <a:cubicBezTo>
                    <a:pt x="17209" y="26533"/>
                    <a:pt x="17174" y="26506"/>
                    <a:pt x="17134" y="26506"/>
                  </a:cubicBezTo>
                  <a:cubicBezTo>
                    <a:pt x="16986" y="26506"/>
                    <a:pt x="16772" y="26872"/>
                    <a:pt x="16748" y="26992"/>
                  </a:cubicBezTo>
                  <a:cubicBezTo>
                    <a:pt x="16171" y="26718"/>
                    <a:pt x="17022" y="26354"/>
                    <a:pt x="16840" y="26323"/>
                  </a:cubicBezTo>
                  <a:lnTo>
                    <a:pt x="16840" y="26323"/>
                  </a:lnTo>
                  <a:lnTo>
                    <a:pt x="16596" y="26354"/>
                  </a:lnTo>
                  <a:lnTo>
                    <a:pt x="16627" y="26445"/>
                  </a:lnTo>
                  <a:cubicBezTo>
                    <a:pt x="16464" y="26608"/>
                    <a:pt x="16398" y="26819"/>
                    <a:pt x="16126" y="26819"/>
                  </a:cubicBezTo>
                  <a:cubicBezTo>
                    <a:pt x="16093" y="26819"/>
                    <a:pt x="16058" y="26816"/>
                    <a:pt x="16019" y="26810"/>
                  </a:cubicBezTo>
                  <a:cubicBezTo>
                    <a:pt x="15806" y="26688"/>
                    <a:pt x="15928" y="26475"/>
                    <a:pt x="15837" y="26445"/>
                  </a:cubicBezTo>
                  <a:cubicBezTo>
                    <a:pt x="15837" y="26384"/>
                    <a:pt x="15837" y="26384"/>
                    <a:pt x="15715" y="26384"/>
                  </a:cubicBezTo>
                  <a:lnTo>
                    <a:pt x="15168" y="26293"/>
                  </a:lnTo>
                  <a:lnTo>
                    <a:pt x="15320" y="26749"/>
                  </a:lnTo>
                  <a:cubicBezTo>
                    <a:pt x="15047" y="26930"/>
                    <a:pt x="14805" y="26660"/>
                    <a:pt x="14983" y="27168"/>
                  </a:cubicBezTo>
                  <a:lnTo>
                    <a:pt x="14983" y="27168"/>
                  </a:lnTo>
                  <a:cubicBezTo>
                    <a:pt x="14703" y="26385"/>
                    <a:pt x="12949" y="26566"/>
                    <a:pt x="12767" y="26293"/>
                  </a:cubicBezTo>
                  <a:cubicBezTo>
                    <a:pt x="12584" y="26384"/>
                    <a:pt x="12387" y="26430"/>
                    <a:pt x="12189" y="26430"/>
                  </a:cubicBezTo>
                  <a:cubicBezTo>
                    <a:pt x="11992" y="26430"/>
                    <a:pt x="11794" y="26384"/>
                    <a:pt x="11612" y="26293"/>
                  </a:cubicBezTo>
                  <a:lnTo>
                    <a:pt x="11612" y="26293"/>
                  </a:lnTo>
                  <a:cubicBezTo>
                    <a:pt x="11691" y="26398"/>
                    <a:pt x="11655" y="26778"/>
                    <a:pt x="11427" y="26778"/>
                  </a:cubicBezTo>
                  <a:cubicBezTo>
                    <a:pt x="11392" y="26778"/>
                    <a:pt x="11352" y="26769"/>
                    <a:pt x="11308" y="26749"/>
                  </a:cubicBezTo>
                  <a:cubicBezTo>
                    <a:pt x="11663" y="25860"/>
                    <a:pt x="10777" y="26155"/>
                    <a:pt x="10648" y="25468"/>
                  </a:cubicBezTo>
                  <a:lnTo>
                    <a:pt x="10648" y="25468"/>
                  </a:lnTo>
                  <a:cubicBezTo>
                    <a:pt x="10655" y="25594"/>
                    <a:pt x="10557" y="25622"/>
                    <a:pt x="10426" y="25622"/>
                  </a:cubicBezTo>
                  <a:cubicBezTo>
                    <a:pt x="10324" y="25622"/>
                    <a:pt x="10202" y="25605"/>
                    <a:pt x="10092" y="25605"/>
                  </a:cubicBezTo>
                  <a:cubicBezTo>
                    <a:pt x="9888" y="25605"/>
                    <a:pt x="9727" y="25662"/>
                    <a:pt x="9818" y="25989"/>
                  </a:cubicBezTo>
                  <a:cubicBezTo>
                    <a:pt x="9545" y="25837"/>
                    <a:pt x="9909" y="25624"/>
                    <a:pt x="9757" y="25351"/>
                  </a:cubicBezTo>
                  <a:lnTo>
                    <a:pt x="9757" y="25351"/>
                  </a:lnTo>
                  <a:cubicBezTo>
                    <a:pt x="9693" y="25363"/>
                    <a:pt x="9629" y="25368"/>
                    <a:pt x="9566" y="25368"/>
                  </a:cubicBezTo>
                  <a:cubicBezTo>
                    <a:pt x="8830" y="25368"/>
                    <a:pt x="8201" y="24607"/>
                    <a:pt x="7417" y="24439"/>
                  </a:cubicBezTo>
                  <a:cubicBezTo>
                    <a:pt x="7356" y="24560"/>
                    <a:pt x="7417" y="24834"/>
                    <a:pt x="7174" y="24925"/>
                  </a:cubicBezTo>
                  <a:lnTo>
                    <a:pt x="6961" y="24135"/>
                  </a:lnTo>
                  <a:cubicBezTo>
                    <a:pt x="6833" y="24135"/>
                    <a:pt x="6676" y="24448"/>
                    <a:pt x="6541" y="24448"/>
                  </a:cubicBezTo>
                  <a:cubicBezTo>
                    <a:pt x="6483" y="24448"/>
                    <a:pt x="6429" y="24390"/>
                    <a:pt x="6384" y="24226"/>
                  </a:cubicBezTo>
                  <a:cubicBezTo>
                    <a:pt x="6384" y="24348"/>
                    <a:pt x="6384" y="24530"/>
                    <a:pt x="6262" y="24530"/>
                  </a:cubicBezTo>
                  <a:cubicBezTo>
                    <a:pt x="5624" y="23952"/>
                    <a:pt x="4803" y="23679"/>
                    <a:pt x="4013" y="23375"/>
                  </a:cubicBezTo>
                  <a:cubicBezTo>
                    <a:pt x="3222" y="23071"/>
                    <a:pt x="2554" y="22706"/>
                    <a:pt x="2736" y="22098"/>
                  </a:cubicBezTo>
                  <a:cubicBezTo>
                    <a:pt x="2736" y="22007"/>
                    <a:pt x="2797" y="21946"/>
                    <a:pt x="2827" y="21855"/>
                  </a:cubicBezTo>
                  <a:lnTo>
                    <a:pt x="2827" y="21855"/>
                  </a:lnTo>
                  <a:cubicBezTo>
                    <a:pt x="2727" y="21972"/>
                    <a:pt x="2663" y="22016"/>
                    <a:pt x="2621" y="22016"/>
                  </a:cubicBezTo>
                  <a:cubicBezTo>
                    <a:pt x="2587" y="22016"/>
                    <a:pt x="2567" y="21987"/>
                    <a:pt x="2554" y="21946"/>
                  </a:cubicBezTo>
                  <a:cubicBezTo>
                    <a:pt x="2523" y="22007"/>
                    <a:pt x="2250" y="22068"/>
                    <a:pt x="2098" y="22129"/>
                  </a:cubicBezTo>
                  <a:cubicBezTo>
                    <a:pt x="2189" y="21916"/>
                    <a:pt x="2310" y="21733"/>
                    <a:pt x="2432" y="21521"/>
                  </a:cubicBezTo>
                  <a:cubicBezTo>
                    <a:pt x="1915" y="21521"/>
                    <a:pt x="2341" y="20882"/>
                    <a:pt x="1885" y="20822"/>
                  </a:cubicBezTo>
                  <a:lnTo>
                    <a:pt x="1885" y="20822"/>
                  </a:lnTo>
                  <a:lnTo>
                    <a:pt x="1976" y="21034"/>
                  </a:lnTo>
                  <a:cubicBezTo>
                    <a:pt x="1884" y="20986"/>
                    <a:pt x="1789" y="20965"/>
                    <a:pt x="1694" y="20965"/>
                  </a:cubicBezTo>
                  <a:cubicBezTo>
                    <a:pt x="1192" y="20965"/>
                    <a:pt x="648" y="21530"/>
                    <a:pt x="61" y="21582"/>
                  </a:cubicBezTo>
                  <a:cubicBezTo>
                    <a:pt x="365" y="21764"/>
                    <a:pt x="213" y="22007"/>
                    <a:pt x="92" y="22402"/>
                  </a:cubicBezTo>
                  <a:cubicBezTo>
                    <a:pt x="0" y="22797"/>
                    <a:pt x="0" y="23284"/>
                    <a:pt x="487" y="23466"/>
                  </a:cubicBezTo>
                  <a:cubicBezTo>
                    <a:pt x="517" y="23496"/>
                    <a:pt x="578" y="23496"/>
                    <a:pt x="639" y="23496"/>
                  </a:cubicBezTo>
                  <a:cubicBezTo>
                    <a:pt x="627" y="23594"/>
                    <a:pt x="576" y="23613"/>
                    <a:pt x="513" y="23613"/>
                  </a:cubicBezTo>
                  <a:cubicBezTo>
                    <a:pt x="471" y="23613"/>
                    <a:pt x="424" y="23605"/>
                    <a:pt x="380" y="23605"/>
                  </a:cubicBezTo>
                  <a:cubicBezTo>
                    <a:pt x="325" y="23605"/>
                    <a:pt x="274" y="23618"/>
                    <a:pt x="244" y="23679"/>
                  </a:cubicBezTo>
                  <a:cubicBezTo>
                    <a:pt x="639" y="23679"/>
                    <a:pt x="821" y="23861"/>
                    <a:pt x="1034" y="24256"/>
                  </a:cubicBezTo>
                  <a:lnTo>
                    <a:pt x="943" y="24287"/>
                  </a:lnTo>
                  <a:cubicBezTo>
                    <a:pt x="1490" y="24743"/>
                    <a:pt x="1794" y="24986"/>
                    <a:pt x="2128" y="25259"/>
                  </a:cubicBezTo>
                  <a:cubicBezTo>
                    <a:pt x="2462" y="25594"/>
                    <a:pt x="2827" y="25898"/>
                    <a:pt x="3222" y="26171"/>
                  </a:cubicBezTo>
                  <a:lnTo>
                    <a:pt x="3283" y="25807"/>
                  </a:lnTo>
                  <a:cubicBezTo>
                    <a:pt x="3496" y="25958"/>
                    <a:pt x="3496" y="26080"/>
                    <a:pt x="3557" y="26202"/>
                  </a:cubicBezTo>
                  <a:cubicBezTo>
                    <a:pt x="4043" y="25807"/>
                    <a:pt x="2949" y="25867"/>
                    <a:pt x="3435" y="25442"/>
                  </a:cubicBezTo>
                  <a:lnTo>
                    <a:pt x="3435" y="25442"/>
                  </a:lnTo>
                  <a:cubicBezTo>
                    <a:pt x="3435" y="26262"/>
                    <a:pt x="4955" y="26141"/>
                    <a:pt x="4833" y="26962"/>
                  </a:cubicBezTo>
                  <a:cubicBezTo>
                    <a:pt x="4878" y="26980"/>
                    <a:pt x="4913" y="26988"/>
                    <a:pt x="4940" y="26988"/>
                  </a:cubicBezTo>
                  <a:cubicBezTo>
                    <a:pt x="5110" y="26988"/>
                    <a:pt x="4976" y="26670"/>
                    <a:pt x="5145" y="26670"/>
                  </a:cubicBezTo>
                  <a:cubicBezTo>
                    <a:pt x="5167" y="26670"/>
                    <a:pt x="5195" y="26676"/>
                    <a:pt x="5228" y="26688"/>
                  </a:cubicBezTo>
                  <a:lnTo>
                    <a:pt x="5228" y="26931"/>
                  </a:lnTo>
                  <a:lnTo>
                    <a:pt x="5411" y="26718"/>
                  </a:lnTo>
                  <a:cubicBezTo>
                    <a:pt x="5593" y="26870"/>
                    <a:pt x="5654" y="27114"/>
                    <a:pt x="5593" y="27326"/>
                  </a:cubicBezTo>
                  <a:cubicBezTo>
                    <a:pt x="5571" y="27304"/>
                    <a:pt x="5540" y="27298"/>
                    <a:pt x="5507" y="27298"/>
                  </a:cubicBezTo>
                  <a:cubicBezTo>
                    <a:pt x="5471" y="27298"/>
                    <a:pt x="5432" y="27305"/>
                    <a:pt x="5399" y="27305"/>
                  </a:cubicBezTo>
                  <a:cubicBezTo>
                    <a:pt x="5381" y="27305"/>
                    <a:pt x="5364" y="27303"/>
                    <a:pt x="5350" y="27296"/>
                  </a:cubicBezTo>
                  <a:lnTo>
                    <a:pt x="5350" y="27296"/>
                  </a:lnTo>
                  <a:cubicBezTo>
                    <a:pt x="5523" y="27671"/>
                    <a:pt x="6133" y="27553"/>
                    <a:pt x="6274" y="27644"/>
                  </a:cubicBezTo>
                  <a:lnTo>
                    <a:pt x="6274" y="27644"/>
                  </a:lnTo>
                  <a:lnTo>
                    <a:pt x="5988" y="27387"/>
                  </a:lnTo>
                  <a:lnTo>
                    <a:pt x="5988" y="27387"/>
                  </a:lnTo>
                  <a:cubicBezTo>
                    <a:pt x="6900" y="27548"/>
                    <a:pt x="7858" y="28087"/>
                    <a:pt x="8802" y="28087"/>
                  </a:cubicBezTo>
                  <a:cubicBezTo>
                    <a:pt x="8928" y="28087"/>
                    <a:pt x="9054" y="28077"/>
                    <a:pt x="9180" y="28056"/>
                  </a:cubicBezTo>
                  <a:lnTo>
                    <a:pt x="9150" y="27873"/>
                  </a:lnTo>
                  <a:cubicBezTo>
                    <a:pt x="9221" y="27865"/>
                    <a:pt x="9284" y="27861"/>
                    <a:pt x="9339" y="27861"/>
                  </a:cubicBezTo>
                  <a:cubicBezTo>
                    <a:pt x="9899" y="27861"/>
                    <a:pt x="9740" y="28244"/>
                    <a:pt x="10487" y="28299"/>
                  </a:cubicBezTo>
                  <a:lnTo>
                    <a:pt x="10457" y="28329"/>
                  </a:lnTo>
                  <a:cubicBezTo>
                    <a:pt x="10578" y="28248"/>
                    <a:pt x="10727" y="28208"/>
                    <a:pt x="10875" y="28208"/>
                  </a:cubicBezTo>
                  <a:cubicBezTo>
                    <a:pt x="10950" y="28208"/>
                    <a:pt x="11024" y="28218"/>
                    <a:pt x="11095" y="28238"/>
                  </a:cubicBezTo>
                  <a:cubicBezTo>
                    <a:pt x="10852" y="28390"/>
                    <a:pt x="11399" y="28694"/>
                    <a:pt x="11095" y="28846"/>
                  </a:cubicBezTo>
                  <a:cubicBezTo>
                    <a:pt x="11946" y="28694"/>
                    <a:pt x="11520" y="28664"/>
                    <a:pt x="12189" y="28177"/>
                  </a:cubicBezTo>
                  <a:lnTo>
                    <a:pt x="12250" y="28481"/>
                  </a:lnTo>
                  <a:cubicBezTo>
                    <a:pt x="12463" y="28269"/>
                    <a:pt x="12493" y="28147"/>
                    <a:pt x="12919" y="28147"/>
                  </a:cubicBezTo>
                  <a:cubicBezTo>
                    <a:pt x="12523" y="28329"/>
                    <a:pt x="13101" y="28603"/>
                    <a:pt x="12675" y="28846"/>
                  </a:cubicBezTo>
                  <a:cubicBezTo>
                    <a:pt x="12881" y="29060"/>
                    <a:pt x="13076" y="29122"/>
                    <a:pt x="13257" y="29122"/>
                  </a:cubicBezTo>
                  <a:cubicBezTo>
                    <a:pt x="13508" y="29122"/>
                    <a:pt x="13731" y="29001"/>
                    <a:pt x="13909" y="29001"/>
                  </a:cubicBezTo>
                  <a:cubicBezTo>
                    <a:pt x="14058" y="29001"/>
                    <a:pt x="14177" y="29085"/>
                    <a:pt x="14256" y="29393"/>
                  </a:cubicBezTo>
                  <a:cubicBezTo>
                    <a:pt x="14773" y="28694"/>
                    <a:pt x="13587" y="28876"/>
                    <a:pt x="13830" y="28724"/>
                  </a:cubicBezTo>
                  <a:cubicBezTo>
                    <a:pt x="13731" y="28501"/>
                    <a:pt x="14079" y="28297"/>
                    <a:pt x="14342" y="28297"/>
                  </a:cubicBezTo>
                  <a:cubicBezTo>
                    <a:pt x="14401" y="28297"/>
                    <a:pt x="14455" y="28307"/>
                    <a:pt x="14499" y="28329"/>
                  </a:cubicBezTo>
                  <a:cubicBezTo>
                    <a:pt x="14742" y="28390"/>
                    <a:pt x="14803" y="29363"/>
                    <a:pt x="15502" y="29424"/>
                  </a:cubicBezTo>
                  <a:cubicBezTo>
                    <a:pt x="15454" y="29424"/>
                    <a:pt x="15424" y="29462"/>
                    <a:pt x="15384" y="29462"/>
                  </a:cubicBezTo>
                  <a:cubicBezTo>
                    <a:pt x="15373" y="29462"/>
                    <a:pt x="15362" y="29460"/>
                    <a:pt x="15350" y="29454"/>
                  </a:cubicBezTo>
                  <a:lnTo>
                    <a:pt x="15350" y="29454"/>
                  </a:lnTo>
                  <a:cubicBezTo>
                    <a:pt x="15410" y="29514"/>
                    <a:pt x="15474" y="29533"/>
                    <a:pt x="15541" y="29533"/>
                  </a:cubicBezTo>
                  <a:cubicBezTo>
                    <a:pt x="15660" y="29533"/>
                    <a:pt x="15788" y="29472"/>
                    <a:pt x="15920" y="29472"/>
                  </a:cubicBezTo>
                  <a:cubicBezTo>
                    <a:pt x="16012" y="29472"/>
                    <a:pt x="16107" y="29502"/>
                    <a:pt x="16201" y="29606"/>
                  </a:cubicBezTo>
                  <a:cubicBezTo>
                    <a:pt x="16295" y="29405"/>
                    <a:pt x="16389" y="29393"/>
                    <a:pt x="16472" y="29393"/>
                  </a:cubicBezTo>
                  <a:cubicBezTo>
                    <a:pt x="16484" y="29393"/>
                    <a:pt x="16495" y="29393"/>
                    <a:pt x="16505" y="29393"/>
                  </a:cubicBezTo>
                  <a:cubicBezTo>
                    <a:pt x="16596" y="29393"/>
                    <a:pt x="16672" y="29378"/>
                    <a:pt x="16718" y="29089"/>
                  </a:cubicBezTo>
                  <a:lnTo>
                    <a:pt x="16718" y="29089"/>
                  </a:lnTo>
                  <a:cubicBezTo>
                    <a:pt x="16505" y="29120"/>
                    <a:pt x="16262" y="29150"/>
                    <a:pt x="16049" y="29180"/>
                  </a:cubicBezTo>
                  <a:cubicBezTo>
                    <a:pt x="16345" y="29057"/>
                    <a:pt x="16662" y="28613"/>
                    <a:pt x="17095" y="28613"/>
                  </a:cubicBezTo>
                  <a:cubicBezTo>
                    <a:pt x="17196" y="28613"/>
                    <a:pt x="17303" y="28637"/>
                    <a:pt x="17417" y="28694"/>
                  </a:cubicBezTo>
                  <a:cubicBezTo>
                    <a:pt x="17326" y="28876"/>
                    <a:pt x="17204" y="28998"/>
                    <a:pt x="17022" y="29089"/>
                  </a:cubicBezTo>
                  <a:cubicBezTo>
                    <a:pt x="17068" y="29135"/>
                    <a:pt x="17113" y="29150"/>
                    <a:pt x="17159" y="29150"/>
                  </a:cubicBezTo>
                  <a:cubicBezTo>
                    <a:pt x="17251" y="29150"/>
                    <a:pt x="17345" y="29089"/>
                    <a:pt x="17445" y="29089"/>
                  </a:cubicBezTo>
                  <a:cubicBezTo>
                    <a:pt x="17495" y="29089"/>
                    <a:pt x="17546" y="29104"/>
                    <a:pt x="17600" y="29150"/>
                  </a:cubicBezTo>
                  <a:cubicBezTo>
                    <a:pt x="17569" y="29758"/>
                    <a:pt x="16718" y="29302"/>
                    <a:pt x="16293" y="29697"/>
                  </a:cubicBezTo>
                  <a:cubicBezTo>
                    <a:pt x="16328" y="29750"/>
                    <a:pt x="16382" y="29769"/>
                    <a:pt x="16444" y="29769"/>
                  </a:cubicBezTo>
                  <a:cubicBezTo>
                    <a:pt x="16589" y="29769"/>
                    <a:pt x="16779" y="29667"/>
                    <a:pt x="16881" y="29667"/>
                  </a:cubicBezTo>
                  <a:cubicBezTo>
                    <a:pt x="16957" y="29667"/>
                    <a:pt x="16984" y="29724"/>
                    <a:pt x="16908" y="29921"/>
                  </a:cubicBezTo>
                  <a:lnTo>
                    <a:pt x="16908" y="29921"/>
                  </a:lnTo>
                  <a:cubicBezTo>
                    <a:pt x="17017" y="29648"/>
                    <a:pt x="17143" y="29590"/>
                    <a:pt x="17295" y="29590"/>
                  </a:cubicBezTo>
                  <a:cubicBezTo>
                    <a:pt x="17352" y="29590"/>
                    <a:pt x="17413" y="29598"/>
                    <a:pt x="17478" y="29606"/>
                  </a:cubicBezTo>
                  <a:cubicBezTo>
                    <a:pt x="17554" y="29629"/>
                    <a:pt x="17630" y="29640"/>
                    <a:pt x="17704" y="29640"/>
                  </a:cubicBezTo>
                  <a:cubicBezTo>
                    <a:pt x="17924" y="29640"/>
                    <a:pt x="18124" y="29538"/>
                    <a:pt x="18238" y="29332"/>
                  </a:cubicBezTo>
                  <a:lnTo>
                    <a:pt x="18238" y="29697"/>
                  </a:lnTo>
                  <a:cubicBezTo>
                    <a:pt x="18329" y="29636"/>
                    <a:pt x="18511" y="29424"/>
                    <a:pt x="18663" y="29393"/>
                  </a:cubicBezTo>
                  <a:lnTo>
                    <a:pt x="18663" y="29393"/>
                  </a:lnTo>
                  <a:cubicBezTo>
                    <a:pt x="18603" y="29576"/>
                    <a:pt x="18511" y="29758"/>
                    <a:pt x="18451" y="29910"/>
                  </a:cubicBezTo>
                  <a:cubicBezTo>
                    <a:pt x="18616" y="29744"/>
                    <a:pt x="18800" y="29726"/>
                    <a:pt x="19017" y="29726"/>
                  </a:cubicBezTo>
                  <a:cubicBezTo>
                    <a:pt x="19078" y="29726"/>
                    <a:pt x="19143" y="29728"/>
                    <a:pt x="19211" y="29728"/>
                  </a:cubicBezTo>
                  <a:cubicBezTo>
                    <a:pt x="19295" y="29756"/>
                    <a:pt x="19383" y="29769"/>
                    <a:pt x="19470" y="29769"/>
                  </a:cubicBezTo>
                  <a:cubicBezTo>
                    <a:pt x="19664" y="29769"/>
                    <a:pt x="19854" y="29701"/>
                    <a:pt x="20001" y="29576"/>
                  </a:cubicBezTo>
                  <a:lnTo>
                    <a:pt x="20001" y="29576"/>
                  </a:lnTo>
                  <a:cubicBezTo>
                    <a:pt x="19770" y="29678"/>
                    <a:pt x="19620" y="29716"/>
                    <a:pt x="19522" y="29716"/>
                  </a:cubicBezTo>
                  <a:cubicBezTo>
                    <a:pt x="19387" y="29716"/>
                    <a:pt x="19350" y="29646"/>
                    <a:pt x="19332" y="29576"/>
                  </a:cubicBezTo>
                  <a:cubicBezTo>
                    <a:pt x="19302" y="29424"/>
                    <a:pt x="19332" y="29241"/>
                    <a:pt x="19089" y="29180"/>
                  </a:cubicBezTo>
                  <a:cubicBezTo>
                    <a:pt x="19354" y="28962"/>
                    <a:pt x="19539" y="28888"/>
                    <a:pt x="19702" y="28888"/>
                  </a:cubicBezTo>
                  <a:cubicBezTo>
                    <a:pt x="19856" y="28888"/>
                    <a:pt x="19990" y="28954"/>
                    <a:pt x="20153" y="29028"/>
                  </a:cubicBezTo>
                  <a:cubicBezTo>
                    <a:pt x="20291" y="29103"/>
                    <a:pt x="20448" y="29140"/>
                    <a:pt x="20605" y="29140"/>
                  </a:cubicBezTo>
                  <a:cubicBezTo>
                    <a:pt x="20895" y="29140"/>
                    <a:pt x="21186" y="29014"/>
                    <a:pt x="21364" y="28761"/>
                  </a:cubicBezTo>
                  <a:lnTo>
                    <a:pt x="21364" y="28761"/>
                  </a:lnTo>
                  <a:cubicBezTo>
                    <a:pt x="21296" y="28855"/>
                    <a:pt x="21108" y="28923"/>
                    <a:pt x="20967" y="28923"/>
                  </a:cubicBezTo>
                  <a:cubicBezTo>
                    <a:pt x="20840" y="28923"/>
                    <a:pt x="20750" y="28867"/>
                    <a:pt x="20821" y="28724"/>
                  </a:cubicBezTo>
                  <a:cubicBezTo>
                    <a:pt x="21095" y="28573"/>
                    <a:pt x="21399" y="28512"/>
                    <a:pt x="21703" y="28512"/>
                  </a:cubicBezTo>
                  <a:cubicBezTo>
                    <a:pt x="22280" y="27843"/>
                    <a:pt x="21369" y="28329"/>
                    <a:pt x="21460" y="27904"/>
                  </a:cubicBezTo>
                  <a:lnTo>
                    <a:pt x="21460" y="27904"/>
                  </a:lnTo>
                  <a:cubicBezTo>
                    <a:pt x="21512" y="27916"/>
                    <a:pt x="21556" y="27922"/>
                    <a:pt x="21592" y="27922"/>
                  </a:cubicBezTo>
                  <a:cubicBezTo>
                    <a:pt x="21913" y="27922"/>
                    <a:pt x="21651" y="27472"/>
                    <a:pt x="21733" y="27144"/>
                  </a:cubicBezTo>
                  <a:lnTo>
                    <a:pt x="21733" y="27144"/>
                  </a:lnTo>
                  <a:lnTo>
                    <a:pt x="22007" y="27387"/>
                  </a:lnTo>
                  <a:cubicBezTo>
                    <a:pt x="22736" y="26901"/>
                    <a:pt x="21581" y="26749"/>
                    <a:pt x="22250" y="26354"/>
                  </a:cubicBezTo>
                  <a:lnTo>
                    <a:pt x="22250" y="26354"/>
                  </a:lnTo>
                  <a:lnTo>
                    <a:pt x="22463" y="26901"/>
                  </a:lnTo>
                  <a:lnTo>
                    <a:pt x="22584" y="26536"/>
                  </a:lnTo>
                  <a:lnTo>
                    <a:pt x="22858" y="26840"/>
                  </a:lnTo>
                  <a:cubicBezTo>
                    <a:pt x="22858" y="26354"/>
                    <a:pt x="22980" y="26323"/>
                    <a:pt x="23314" y="26080"/>
                  </a:cubicBezTo>
                  <a:cubicBezTo>
                    <a:pt x="23010" y="25989"/>
                    <a:pt x="22888" y="25624"/>
                    <a:pt x="23040" y="25351"/>
                  </a:cubicBezTo>
                  <a:cubicBezTo>
                    <a:pt x="23054" y="25349"/>
                    <a:pt x="23067" y="25349"/>
                    <a:pt x="23079" y="25349"/>
                  </a:cubicBezTo>
                  <a:cubicBezTo>
                    <a:pt x="23252" y="25349"/>
                    <a:pt x="23272" y="25467"/>
                    <a:pt x="23320" y="25467"/>
                  </a:cubicBezTo>
                  <a:cubicBezTo>
                    <a:pt x="23351" y="25467"/>
                    <a:pt x="23394" y="25419"/>
                    <a:pt x="23496" y="25259"/>
                  </a:cubicBezTo>
                  <a:lnTo>
                    <a:pt x="23496" y="25259"/>
                  </a:lnTo>
                  <a:cubicBezTo>
                    <a:pt x="23606" y="25479"/>
                    <a:pt x="23716" y="25724"/>
                    <a:pt x="23467" y="25724"/>
                  </a:cubicBezTo>
                  <a:cubicBezTo>
                    <a:pt x="23440" y="25724"/>
                    <a:pt x="23410" y="25721"/>
                    <a:pt x="23375" y="25715"/>
                  </a:cubicBezTo>
                  <a:lnTo>
                    <a:pt x="23375" y="25715"/>
                  </a:lnTo>
                  <a:cubicBezTo>
                    <a:pt x="23436" y="25807"/>
                    <a:pt x="23466" y="25958"/>
                    <a:pt x="23557" y="26019"/>
                  </a:cubicBezTo>
                  <a:cubicBezTo>
                    <a:pt x="23891" y="25989"/>
                    <a:pt x="23983" y="25594"/>
                    <a:pt x="24104" y="25442"/>
                  </a:cubicBezTo>
                  <a:lnTo>
                    <a:pt x="24104" y="25442"/>
                  </a:lnTo>
                  <a:cubicBezTo>
                    <a:pt x="24043" y="25503"/>
                    <a:pt x="23983" y="25533"/>
                    <a:pt x="23891" y="25533"/>
                  </a:cubicBezTo>
                  <a:lnTo>
                    <a:pt x="23952" y="24682"/>
                  </a:lnTo>
                  <a:cubicBezTo>
                    <a:pt x="24135" y="24682"/>
                    <a:pt x="24165" y="24803"/>
                    <a:pt x="24195" y="24955"/>
                  </a:cubicBezTo>
                  <a:cubicBezTo>
                    <a:pt x="24256" y="24803"/>
                    <a:pt x="24195" y="24651"/>
                    <a:pt x="24287" y="24439"/>
                  </a:cubicBezTo>
                  <a:cubicBezTo>
                    <a:pt x="24499" y="24682"/>
                    <a:pt x="24743" y="24864"/>
                    <a:pt x="24682" y="25168"/>
                  </a:cubicBezTo>
                  <a:lnTo>
                    <a:pt x="24834" y="24439"/>
                  </a:lnTo>
                  <a:cubicBezTo>
                    <a:pt x="24862" y="24453"/>
                    <a:pt x="24905" y="24457"/>
                    <a:pt x="24953" y="24457"/>
                  </a:cubicBezTo>
                  <a:cubicBezTo>
                    <a:pt x="25020" y="24457"/>
                    <a:pt x="25098" y="24449"/>
                    <a:pt x="25167" y="24449"/>
                  </a:cubicBezTo>
                  <a:cubicBezTo>
                    <a:pt x="25260" y="24449"/>
                    <a:pt x="25337" y="24464"/>
                    <a:pt x="25350" y="24530"/>
                  </a:cubicBezTo>
                  <a:cubicBezTo>
                    <a:pt x="25746" y="24348"/>
                    <a:pt x="25472" y="23436"/>
                    <a:pt x="25958" y="23192"/>
                  </a:cubicBezTo>
                  <a:cubicBezTo>
                    <a:pt x="25928" y="23101"/>
                    <a:pt x="25928" y="23010"/>
                    <a:pt x="25958" y="22949"/>
                  </a:cubicBezTo>
                  <a:cubicBezTo>
                    <a:pt x="26293" y="22615"/>
                    <a:pt x="26840" y="22493"/>
                    <a:pt x="26840" y="21794"/>
                  </a:cubicBezTo>
                  <a:lnTo>
                    <a:pt x="27448" y="21825"/>
                  </a:lnTo>
                  <a:cubicBezTo>
                    <a:pt x="27630" y="21399"/>
                    <a:pt x="26657" y="21794"/>
                    <a:pt x="26931" y="21095"/>
                  </a:cubicBezTo>
                  <a:cubicBezTo>
                    <a:pt x="26978" y="20927"/>
                    <a:pt x="27041" y="20871"/>
                    <a:pt x="27114" y="20871"/>
                  </a:cubicBezTo>
                  <a:cubicBezTo>
                    <a:pt x="27261" y="20871"/>
                    <a:pt x="27442" y="21104"/>
                    <a:pt x="27585" y="21104"/>
                  </a:cubicBezTo>
                  <a:cubicBezTo>
                    <a:pt x="27600" y="21104"/>
                    <a:pt x="27615" y="21101"/>
                    <a:pt x="27630" y="21095"/>
                  </a:cubicBezTo>
                  <a:cubicBezTo>
                    <a:pt x="27569" y="20730"/>
                    <a:pt x="27357" y="20062"/>
                    <a:pt x="27995" y="19879"/>
                  </a:cubicBezTo>
                  <a:lnTo>
                    <a:pt x="27995" y="19879"/>
                  </a:lnTo>
                  <a:cubicBezTo>
                    <a:pt x="27964" y="20153"/>
                    <a:pt x="27812" y="20183"/>
                    <a:pt x="27782" y="20335"/>
                  </a:cubicBezTo>
                  <a:lnTo>
                    <a:pt x="28238" y="20183"/>
                  </a:lnTo>
                  <a:lnTo>
                    <a:pt x="28238" y="20183"/>
                  </a:lnTo>
                  <a:cubicBezTo>
                    <a:pt x="28372" y="20746"/>
                    <a:pt x="28128" y="20954"/>
                    <a:pt x="28443" y="20954"/>
                  </a:cubicBezTo>
                  <a:cubicBezTo>
                    <a:pt x="28485" y="20954"/>
                    <a:pt x="28538" y="20950"/>
                    <a:pt x="28603" y="20943"/>
                  </a:cubicBezTo>
                  <a:cubicBezTo>
                    <a:pt x="27782" y="20366"/>
                    <a:pt x="29302" y="19606"/>
                    <a:pt x="28451" y="19028"/>
                  </a:cubicBezTo>
                  <a:lnTo>
                    <a:pt x="28755" y="18937"/>
                  </a:lnTo>
                  <a:lnTo>
                    <a:pt x="28755" y="18937"/>
                  </a:lnTo>
                  <a:cubicBezTo>
                    <a:pt x="28724" y="18998"/>
                    <a:pt x="28755" y="19028"/>
                    <a:pt x="28724" y="19089"/>
                  </a:cubicBezTo>
                  <a:cubicBezTo>
                    <a:pt x="29393" y="18876"/>
                    <a:pt x="28268" y="18390"/>
                    <a:pt x="28664" y="17934"/>
                  </a:cubicBezTo>
                  <a:cubicBezTo>
                    <a:pt x="28772" y="17862"/>
                    <a:pt x="28891" y="17801"/>
                    <a:pt x="28976" y="17801"/>
                  </a:cubicBezTo>
                  <a:cubicBezTo>
                    <a:pt x="29034" y="17801"/>
                    <a:pt x="29077" y="17829"/>
                    <a:pt x="29089" y="17904"/>
                  </a:cubicBezTo>
                  <a:lnTo>
                    <a:pt x="29089" y="17357"/>
                  </a:lnTo>
                  <a:cubicBezTo>
                    <a:pt x="29117" y="17320"/>
                    <a:pt x="29147" y="17305"/>
                    <a:pt x="29174" y="17305"/>
                  </a:cubicBezTo>
                  <a:cubicBezTo>
                    <a:pt x="29222" y="17305"/>
                    <a:pt x="29261" y="17351"/>
                    <a:pt x="29257" y="17401"/>
                  </a:cubicBezTo>
                  <a:lnTo>
                    <a:pt x="29257" y="17401"/>
                  </a:lnTo>
                  <a:lnTo>
                    <a:pt x="29484" y="16749"/>
                  </a:lnTo>
                  <a:lnTo>
                    <a:pt x="29515" y="16749"/>
                  </a:lnTo>
                  <a:cubicBezTo>
                    <a:pt x="29393" y="16536"/>
                    <a:pt x="29302" y="16323"/>
                    <a:pt x="29211" y="16110"/>
                  </a:cubicBezTo>
                  <a:cubicBezTo>
                    <a:pt x="29247" y="16086"/>
                    <a:pt x="29271" y="16076"/>
                    <a:pt x="29288" y="16076"/>
                  </a:cubicBezTo>
                  <a:cubicBezTo>
                    <a:pt x="29354" y="16076"/>
                    <a:pt x="29296" y="16232"/>
                    <a:pt x="29393" y="16232"/>
                  </a:cubicBezTo>
                  <a:lnTo>
                    <a:pt x="29332" y="15746"/>
                  </a:lnTo>
                  <a:cubicBezTo>
                    <a:pt x="29352" y="15742"/>
                    <a:pt x="29371" y="15740"/>
                    <a:pt x="29390" y="15740"/>
                  </a:cubicBezTo>
                  <a:cubicBezTo>
                    <a:pt x="29651" y="15740"/>
                    <a:pt x="29748" y="16126"/>
                    <a:pt x="29606" y="16353"/>
                  </a:cubicBezTo>
                  <a:cubicBezTo>
                    <a:pt x="30153" y="16353"/>
                    <a:pt x="30123" y="16262"/>
                    <a:pt x="30062" y="16080"/>
                  </a:cubicBezTo>
                  <a:cubicBezTo>
                    <a:pt x="30001" y="15898"/>
                    <a:pt x="29940" y="15654"/>
                    <a:pt x="30335" y="15320"/>
                  </a:cubicBezTo>
                  <a:lnTo>
                    <a:pt x="30335" y="15776"/>
                  </a:lnTo>
                  <a:cubicBezTo>
                    <a:pt x="30943" y="15654"/>
                    <a:pt x="30852" y="15259"/>
                    <a:pt x="31338" y="14864"/>
                  </a:cubicBezTo>
                  <a:lnTo>
                    <a:pt x="31338" y="14864"/>
                  </a:lnTo>
                  <a:cubicBezTo>
                    <a:pt x="31189" y="14928"/>
                    <a:pt x="30677" y="15279"/>
                    <a:pt x="30355" y="15279"/>
                  </a:cubicBezTo>
                  <a:cubicBezTo>
                    <a:pt x="30220" y="15279"/>
                    <a:pt x="30119" y="15217"/>
                    <a:pt x="30092" y="15046"/>
                  </a:cubicBezTo>
                  <a:cubicBezTo>
                    <a:pt x="30244" y="14894"/>
                    <a:pt x="30275" y="14651"/>
                    <a:pt x="30153" y="14469"/>
                  </a:cubicBezTo>
                  <a:lnTo>
                    <a:pt x="30153" y="14469"/>
                  </a:lnTo>
                  <a:cubicBezTo>
                    <a:pt x="30194" y="14480"/>
                    <a:pt x="30229" y="14485"/>
                    <a:pt x="30260" y="14485"/>
                  </a:cubicBezTo>
                  <a:cubicBezTo>
                    <a:pt x="30481" y="14485"/>
                    <a:pt x="30461" y="14215"/>
                    <a:pt x="30487" y="13922"/>
                  </a:cubicBezTo>
                  <a:lnTo>
                    <a:pt x="30943" y="14013"/>
                  </a:lnTo>
                  <a:cubicBezTo>
                    <a:pt x="30882" y="13618"/>
                    <a:pt x="30639" y="13648"/>
                    <a:pt x="30457" y="13375"/>
                  </a:cubicBezTo>
                  <a:cubicBezTo>
                    <a:pt x="30487" y="12949"/>
                    <a:pt x="30882" y="12888"/>
                    <a:pt x="31217" y="12767"/>
                  </a:cubicBezTo>
                  <a:cubicBezTo>
                    <a:pt x="31232" y="12582"/>
                    <a:pt x="31201" y="12522"/>
                    <a:pt x="31144" y="12522"/>
                  </a:cubicBezTo>
                  <a:cubicBezTo>
                    <a:pt x="31038" y="12522"/>
                    <a:pt x="30844" y="12730"/>
                    <a:pt x="30698" y="12730"/>
                  </a:cubicBezTo>
                  <a:cubicBezTo>
                    <a:pt x="30612" y="12730"/>
                    <a:pt x="30543" y="12659"/>
                    <a:pt x="30518" y="12432"/>
                  </a:cubicBezTo>
                  <a:cubicBezTo>
                    <a:pt x="30578" y="12159"/>
                    <a:pt x="30578" y="11855"/>
                    <a:pt x="30457" y="11612"/>
                  </a:cubicBezTo>
                  <a:cubicBezTo>
                    <a:pt x="30305" y="11308"/>
                    <a:pt x="30123" y="11065"/>
                    <a:pt x="29910" y="10852"/>
                  </a:cubicBezTo>
                  <a:cubicBezTo>
                    <a:pt x="29922" y="10687"/>
                    <a:pt x="29970" y="10645"/>
                    <a:pt x="30029" y="10645"/>
                  </a:cubicBezTo>
                  <a:cubicBezTo>
                    <a:pt x="30092" y="10645"/>
                    <a:pt x="30166" y="10691"/>
                    <a:pt x="30226" y="10691"/>
                  </a:cubicBezTo>
                  <a:cubicBezTo>
                    <a:pt x="30258" y="10691"/>
                    <a:pt x="30286" y="10678"/>
                    <a:pt x="30305" y="10639"/>
                  </a:cubicBezTo>
                  <a:cubicBezTo>
                    <a:pt x="30123" y="10548"/>
                    <a:pt x="29971" y="10487"/>
                    <a:pt x="29819" y="10426"/>
                  </a:cubicBezTo>
                  <a:cubicBezTo>
                    <a:pt x="29819" y="10366"/>
                    <a:pt x="29910" y="10335"/>
                    <a:pt x="29971" y="10335"/>
                  </a:cubicBezTo>
                  <a:cubicBezTo>
                    <a:pt x="29908" y="10280"/>
                    <a:pt x="29847" y="10264"/>
                    <a:pt x="29787" y="10264"/>
                  </a:cubicBezTo>
                  <a:cubicBezTo>
                    <a:pt x="29695" y="10264"/>
                    <a:pt x="29603" y="10302"/>
                    <a:pt x="29504" y="10302"/>
                  </a:cubicBezTo>
                  <a:cubicBezTo>
                    <a:pt x="29414" y="10302"/>
                    <a:pt x="29318" y="10271"/>
                    <a:pt x="29211" y="10153"/>
                  </a:cubicBezTo>
                  <a:cubicBezTo>
                    <a:pt x="29182" y="10159"/>
                    <a:pt x="29158" y="10162"/>
                    <a:pt x="29137" y="10162"/>
                  </a:cubicBezTo>
                  <a:cubicBezTo>
                    <a:pt x="28955" y="10162"/>
                    <a:pt x="29031" y="9936"/>
                    <a:pt x="29059" y="9636"/>
                  </a:cubicBezTo>
                  <a:cubicBezTo>
                    <a:pt x="29120" y="9302"/>
                    <a:pt x="29059" y="8967"/>
                    <a:pt x="28694" y="8907"/>
                  </a:cubicBezTo>
                  <a:cubicBezTo>
                    <a:pt x="28724" y="8724"/>
                    <a:pt x="28968" y="8785"/>
                    <a:pt x="29089" y="8663"/>
                  </a:cubicBezTo>
                  <a:cubicBezTo>
                    <a:pt x="28694" y="8390"/>
                    <a:pt x="28238" y="8268"/>
                    <a:pt x="27752" y="8238"/>
                  </a:cubicBezTo>
                  <a:cubicBezTo>
                    <a:pt x="27752" y="8055"/>
                    <a:pt x="27721" y="7843"/>
                    <a:pt x="27691" y="7691"/>
                  </a:cubicBezTo>
                  <a:cubicBezTo>
                    <a:pt x="27667" y="8080"/>
                    <a:pt x="27273" y="8119"/>
                    <a:pt x="26867" y="8119"/>
                  </a:cubicBezTo>
                  <a:cubicBezTo>
                    <a:pt x="26766" y="8119"/>
                    <a:pt x="26664" y="8116"/>
                    <a:pt x="26566" y="8116"/>
                  </a:cubicBezTo>
                  <a:cubicBezTo>
                    <a:pt x="26505" y="8299"/>
                    <a:pt x="26475" y="8481"/>
                    <a:pt x="26445" y="8572"/>
                  </a:cubicBezTo>
                  <a:cubicBezTo>
                    <a:pt x="26262" y="8481"/>
                    <a:pt x="26080" y="8420"/>
                    <a:pt x="25898" y="8359"/>
                  </a:cubicBezTo>
                  <a:cubicBezTo>
                    <a:pt x="25898" y="8238"/>
                    <a:pt x="26050" y="8177"/>
                    <a:pt x="26262" y="8086"/>
                  </a:cubicBezTo>
                  <a:lnTo>
                    <a:pt x="26110" y="8086"/>
                  </a:lnTo>
                  <a:cubicBezTo>
                    <a:pt x="26110" y="7843"/>
                    <a:pt x="26384" y="7721"/>
                    <a:pt x="26657" y="7630"/>
                  </a:cubicBezTo>
                  <a:lnTo>
                    <a:pt x="26657" y="7630"/>
                  </a:lnTo>
                  <a:cubicBezTo>
                    <a:pt x="26657" y="7751"/>
                    <a:pt x="26627" y="7873"/>
                    <a:pt x="26597" y="7964"/>
                  </a:cubicBezTo>
                  <a:cubicBezTo>
                    <a:pt x="26901" y="7903"/>
                    <a:pt x="27174" y="7751"/>
                    <a:pt x="27417" y="7569"/>
                  </a:cubicBezTo>
                  <a:cubicBezTo>
                    <a:pt x="27326" y="7569"/>
                    <a:pt x="27265" y="7539"/>
                    <a:pt x="27205" y="7508"/>
                  </a:cubicBezTo>
                  <a:cubicBezTo>
                    <a:pt x="27265" y="7478"/>
                    <a:pt x="27326" y="7448"/>
                    <a:pt x="27357" y="7387"/>
                  </a:cubicBezTo>
                  <a:cubicBezTo>
                    <a:pt x="27372" y="7372"/>
                    <a:pt x="27349" y="7364"/>
                    <a:pt x="27303" y="7364"/>
                  </a:cubicBezTo>
                  <a:cubicBezTo>
                    <a:pt x="27258" y="7364"/>
                    <a:pt x="27189" y="7372"/>
                    <a:pt x="27113" y="7387"/>
                  </a:cubicBezTo>
                  <a:lnTo>
                    <a:pt x="27417" y="6931"/>
                  </a:lnTo>
                  <a:lnTo>
                    <a:pt x="27235" y="7052"/>
                  </a:lnTo>
                  <a:lnTo>
                    <a:pt x="26901" y="6262"/>
                  </a:lnTo>
                  <a:cubicBezTo>
                    <a:pt x="26410" y="6262"/>
                    <a:pt x="25896" y="6367"/>
                    <a:pt x="25388" y="6367"/>
                  </a:cubicBezTo>
                  <a:cubicBezTo>
                    <a:pt x="25077" y="6367"/>
                    <a:pt x="24769" y="6328"/>
                    <a:pt x="24469" y="6201"/>
                  </a:cubicBezTo>
                  <a:cubicBezTo>
                    <a:pt x="24864" y="6019"/>
                    <a:pt x="24895" y="5715"/>
                    <a:pt x="25198" y="5381"/>
                  </a:cubicBezTo>
                  <a:lnTo>
                    <a:pt x="25198" y="5381"/>
                  </a:lnTo>
                  <a:cubicBezTo>
                    <a:pt x="25081" y="5880"/>
                    <a:pt x="25814" y="5642"/>
                    <a:pt x="26111" y="5981"/>
                  </a:cubicBezTo>
                  <a:lnTo>
                    <a:pt x="26111" y="5981"/>
                  </a:lnTo>
                  <a:cubicBezTo>
                    <a:pt x="26038" y="5857"/>
                    <a:pt x="26125" y="5682"/>
                    <a:pt x="26262" y="5654"/>
                  </a:cubicBezTo>
                  <a:cubicBezTo>
                    <a:pt x="25958" y="5593"/>
                    <a:pt x="25654" y="5533"/>
                    <a:pt x="25350" y="5472"/>
                  </a:cubicBezTo>
                  <a:cubicBezTo>
                    <a:pt x="25624" y="5198"/>
                    <a:pt x="25411" y="5168"/>
                    <a:pt x="25320" y="4894"/>
                  </a:cubicBezTo>
                  <a:cubicBezTo>
                    <a:pt x="25205" y="5134"/>
                    <a:pt x="25080" y="5213"/>
                    <a:pt x="24948" y="5213"/>
                  </a:cubicBezTo>
                  <a:cubicBezTo>
                    <a:pt x="24697" y="5213"/>
                    <a:pt x="24425" y="4925"/>
                    <a:pt x="24165" y="4925"/>
                  </a:cubicBezTo>
                  <a:cubicBezTo>
                    <a:pt x="24240" y="4793"/>
                    <a:pt x="24351" y="4673"/>
                    <a:pt x="24489" y="4673"/>
                  </a:cubicBezTo>
                  <a:cubicBezTo>
                    <a:pt x="24574" y="4673"/>
                    <a:pt x="24669" y="4718"/>
                    <a:pt x="24773" y="4834"/>
                  </a:cubicBezTo>
                  <a:cubicBezTo>
                    <a:pt x="24773" y="4635"/>
                    <a:pt x="24701" y="4571"/>
                    <a:pt x="24595" y="4571"/>
                  </a:cubicBezTo>
                  <a:cubicBezTo>
                    <a:pt x="24407" y="4571"/>
                    <a:pt x="24113" y="4769"/>
                    <a:pt x="23923" y="4769"/>
                  </a:cubicBezTo>
                  <a:cubicBezTo>
                    <a:pt x="23825" y="4769"/>
                    <a:pt x="23755" y="4717"/>
                    <a:pt x="23739" y="4560"/>
                  </a:cubicBezTo>
                  <a:lnTo>
                    <a:pt x="23739" y="4560"/>
                  </a:lnTo>
                  <a:cubicBezTo>
                    <a:pt x="23510" y="4458"/>
                    <a:pt x="23333" y="4167"/>
                    <a:pt x="23496" y="4074"/>
                  </a:cubicBezTo>
                  <a:lnTo>
                    <a:pt x="23496" y="4074"/>
                  </a:lnTo>
                  <a:lnTo>
                    <a:pt x="23587" y="4134"/>
                  </a:lnTo>
                  <a:cubicBezTo>
                    <a:pt x="23233" y="3802"/>
                    <a:pt x="22508" y="3390"/>
                    <a:pt x="21988" y="3390"/>
                  </a:cubicBezTo>
                  <a:cubicBezTo>
                    <a:pt x="21794" y="3390"/>
                    <a:pt x="21628" y="3447"/>
                    <a:pt x="21521" y="3587"/>
                  </a:cubicBezTo>
                  <a:cubicBezTo>
                    <a:pt x="21703" y="3344"/>
                    <a:pt x="21885" y="3101"/>
                    <a:pt x="22068" y="2888"/>
                  </a:cubicBezTo>
                  <a:lnTo>
                    <a:pt x="22068" y="2888"/>
                  </a:lnTo>
                  <a:cubicBezTo>
                    <a:pt x="21399" y="3314"/>
                    <a:pt x="20700" y="3770"/>
                    <a:pt x="20062" y="4226"/>
                  </a:cubicBezTo>
                  <a:cubicBezTo>
                    <a:pt x="20426" y="3800"/>
                    <a:pt x="20639" y="2463"/>
                    <a:pt x="21277" y="2432"/>
                  </a:cubicBezTo>
                  <a:cubicBezTo>
                    <a:pt x="21168" y="2241"/>
                    <a:pt x="20937" y="2124"/>
                    <a:pt x="20714" y="2124"/>
                  </a:cubicBezTo>
                  <a:cubicBezTo>
                    <a:pt x="20689" y="2124"/>
                    <a:pt x="20664" y="2125"/>
                    <a:pt x="20639" y="2128"/>
                  </a:cubicBezTo>
                  <a:cubicBezTo>
                    <a:pt x="20699" y="2247"/>
                    <a:pt x="20554" y="2950"/>
                    <a:pt x="20405" y="2950"/>
                  </a:cubicBezTo>
                  <a:cubicBezTo>
                    <a:pt x="20402" y="2950"/>
                    <a:pt x="20399" y="2950"/>
                    <a:pt x="20396" y="2949"/>
                  </a:cubicBezTo>
                  <a:cubicBezTo>
                    <a:pt x="20306" y="2260"/>
                    <a:pt x="20275" y="2545"/>
                    <a:pt x="20071" y="1884"/>
                  </a:cubicBezTo>
                  <a:lnTo>
                    <a:pt x="20071" y="1884"/>
                  </a:lnTo>
                  <a:cubicBezTo>
                    <a:pt x="20102" y="2083"/>
                    <a:pt x="19702" y="2629"/>
                    <a:pt x="19479" y="2629"/>
                  </a:cubicBezTo>
                  <a:cubicBezTo>
                    <a:pt x="19459" y="2629"/>
                    <a:pt x="19440" y="2624"/>
                    <a:pt x="19423" y="2615"/>
                  </a:cubicBezTo>
                  <a:cubicBezTo>
                    <a:pt x="19510" y="2528"/>
                    <a:pt x="19706" y="1894"/>
                    <a:pt x="19830" y="1804"/>
                  </a:cubicBezTo>
                  <a:lnTo>
                    <a:pt x="19830" y="1804"/>
                  </a:lnTo>
                  <a:cubicBezTo>
                    <a:pt x="19550" y="1945"/>
                    <a:pt x="19270" y="2112"/>
                    <a:pt x="19015" y="2305"/>
                  </a:cubicBezTo>
                  <a:lnTo>
                    <a:pt x="19015" y="2305"/>
                  </a:lnTo>
                  <a:cubicBezTo>
                    <a:pt x="19165" y="2147"/>
                    <a:pt x="19235" y="1647"/>
                    <a:pt x="19180" y="1399"/>
                  </a:cubicBezTo>
                  <a:lnTo>
                    <a:pt x="19180" y="1399"/>
                  </a:lnTo>
                  <a:cubicBezTo>
                    <a:pt x="19180" y="1433"/>
                    <a:pt x="19161" y="1447"/>
                    <a:pt x="19127" y="1447"/>
                  </a:cubicBezTo>
                  <a:cubicBezTo>
                    <a:pt x="18992" y="1447"/>
                    <a:pt x="18628" y="1215"/>
                    <a:pt x="18445" y="1215"/>
                  </a:cubicBezTo>
                  <a:cubicBezTo>
                    <a:pt x="18437" y="1215"/>
                    <a:pt x="18428" y="1215"/>
                    <a:pt x="18420" y="1216"/>
                  </a:cubicBezTo>
                  <a:lnTo>
                    <a:pt x="18633" y="1490"/>
                  </a:lnTo>
                  <a:cubicBezTo>
                    <a:pt x="18551" y="1451"/>
                    <a:pt x="18475" y="1434"/>
                    <a:pt x="18403" y="1434"/>
                  </a:cubicBezTo>
                  <a:cubicBezTo>
                    <a:pt x="17900" y="1434"/>
                    <a:pt x="17603" y="2268"/>
                    <a:pt x="17116" y="2268"/>
                  </a:cubicBezTo>
                  <a:cubicBezTo>
                    <a:pt x="17076" y="2268"/>
                    <a:pt x="17035" y="2262"/>
                    <a:pt x="16992" y="2250"/>
                  </a:cubicBezTo>
                  <a:cubicBezTo>
                    <a:pt x="17083" y="2098"/>
                    <a:pt x="17387" y="1247"/>
                    <a:pt x="17052" y="1064"/>
                  </a:cubicBezTo>
                  <a:lnTo>
                    <a:pt x="17052" y="1064"/>
                  </a:lnTo>
                  <a:cubicBezTo>
                    <a:pt x="16779" y="1460"/>
                    <a:pt x="16019" y="3010"/>
                    <a:pt x="15502" y="3314"/>
                  </a:cubicBezTo>
                  <a:lnTo>
                    <a:pt x="15411" y="3071"/>
                  </a:lnTo>
                  <a:lnTo>
                    <a:pt x="14986" y="3344"/>
                  </a:lnTo>
                  <a:cubicBezTo>
                    <a:pt x="15168" y="2888"/>
                    <a:pt x="15411" y="2432"/>
                    <a:pt x="15685" y="2037"/>
                  </a:cubicBezTo>
                  <a:cubicBezTo>
                    <a:pt x="15989" y="1612"/>
                    <a:pt x="16323" y="1247"/>
                    <a:pt x="16688" y="912"/>
                  </a:cubicBezTo>
                  <a:cubicBezTo>
                    <a:pt x="16444" y="669"/>
                    <a:pt x="16657" y="609"/>
                    <a:pt x="16201" y="578"/>
                  </a:cubicBezTo>
                  <a:cubicBezTo>
                    <a:pt x="16080" y="335"/>
                    <a:pt x="16475" y="244"/>
                    <a:pt x="16627" y="244"/>
                  </a:cubicBezTo>
                  <a:cubicBezTo>
                    <a:pt x="16293" y="183"/>
                    <a:pt x="15928" y="61"/>
                    <a:pt x="15593" y="1"/>
                  </a:cubicBezTo>
                  <a:close/>
                  <a:moveTo>
                    <a:pt x="16908" y="29921"/>
                  </a:moveTo>
                  <a:cubicBezTo>
                    <a:pt x="16905" y="29928"/>
                    <a:pt x="16903" y="29934"/>
                    <a:pt x="16900" y="29940"/>
                  </a:cubicBezTo>
                  <a:cubicBezTo>
                    <a:pt x="16903" y="29934"/>
                    <a:pt x="16905" y="29928"/>
                    <a:pt x="16908" y="299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 name="Google Shape;1644;p39"/>
          <p:cNvGrpSpPr/>
          <p:nvPr/>
        </p:nvGrpSpPr>
        <p:grpSpPr>
          <a:xfrm rot="-6662336">
            <a:off x="3280498" y="3046707"/>
            <a:ext cx="676752" cy="646563"/>
            <a:chOff x="588425" y="3716150"/>
            <a:chExt cx="783475" cy="748525"/>
          </a:xfrm>
        </p:grpSpPr>
        <p:sp>
          <p:nvSpPr>
            <p:cNvPr id="1645" name="Google Shape;1645;p39"/>
            <p:cNvSpPr/>
            <p:nvPr/>
          </p:nvSpPr>
          <p:spPr>
            <a:xfrm>
              <a:off x="601350" y="3771675"/>
              <a:ext cx="732550" cy="646550"/>
            </a:xfrm>
            <a:custGeom>
              <a:rect b="b" l="l" r="r" t="t"/>
              <a:pathLst>
                <a:path extrusionOk="0" h="25862" w="29302">
                  <a:moveTo>
                    <a:pt x="14387" y="1"/>
                  </a:moveTo>
                  <a:cubicBezTo>
                    <a:pt x="11248" y="1"/>
                    <a:pt x="8256" y="1346"/>
                    <a:pt x="5593" y="3160"/>
                  </a:cubicBezTo>
                  <a:cubicBezTo>
                    <a:pt x="0" y="6959"/>
                    <a:pt x="365" y="11944"/>
                    <a:pt x="395" y="18205"/>
                  </a:cubicBezTo>
                  <a:cubicBezTo>
                    <a:pt x="395" y="19057"/>
                    <a:pt x="426" y="19938"/>
                    <a:pt x="882" y="20668"/>
                  </a:cubicBezTo>
                  <a:cubicBezTo>
                    <a:pt x="1307" y="21367"/>
                    <a:pt x="2097" y="21792"/>
                    <a:pt x="2857" y="22187"/>
                  </a:cubicBezTo>
                  <a:cubicBezTo>
                    <a:pt x="6778" y="24072"/>
                    <a:pt x="11003" y="25318"/>
                    <a:pt x="15350" y="25774"/>
                  </a:cubicBezTo>
                  <a:cubicBezTo>
                    <a:pt x="15788" y="25823"/>
                    <a:pt x="16240" y="25862"/>
                    <a:pt x="16689" y="25862"/>
                  </a:cubicBezTo>
                  <a:cubicBezTo>
                    <a:pt x="17363" y="25862"/>
                    <a:pt x="18031" y="25774"/>
                    <a:pt x="18633" y="25500"/>
                  </a:cubicBezTo>
                  <a:cubicBezTo>
                    <a:pt x="19514" y="25075"/>
                    <a:pt x="20183" y="24315"/>
                    <a:pt x="20791" y="23525"/>
                  </a:cubicBezTo>
                  <a:cubicBezTo>
                    <a:pt x="23314" y="20364"/>
                    <a:pt x="29302" y="13646"/>
                    <a:pt x="28086" y="9300"/>
                  </a:cubicBezTo>
                  <a:cubicBezTo>
                    <a:pt x="27052" y="5591"/>
                    <a:pt x="20973" y="1457"/>
                    <a:pt x="17478" y="454"/>
                  </a:cubicBezTo>
                  <a:cubicBezTo>
                    <a:pt x="16436" y="142"/>
                    <a:pt x="15404" y="1"/>
                    <a:pt x="14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9"/>
            <p:cNvSpPr/>
            <p:nvPr/>
          </p:nvSpPr>
          <p:spPr>
            <a:xfrm>
              <a:off x="588425" y="3716150"/>
              <a:ext cx="783475" cy="748525"/>
            </a:xfrm>
            <a:custGeom>
              <a:rect b="b" l="l" r="r" t="t"/>
              <a:pathLst>
                <a:path extrusionOk="0" h="29941" w="31339">
                  <a:moveTo>
                    <a:pt x="19849" y="1794"/>
                  </a:moveTo>
                  <a:lnTo>
                    <a:pt x="19849" y="1794"/>
                  </a:lnTo>
                  <a:cubicBezTo>
                    <a:pt x="19843" y="1795"/>
                    <a:pt x="19836" y="1799"/>
                    <a:pt x="19830" y="1804"/>
                  </a:cubicBezTo>
                  <a:lnTo>
                    <a:pt x="19830" y="1804"/>
                  </a:lnTo>
                  <a:cubicBezTo>
                    <a:pt x="19836" y="1800"/>
                    <a:pt x="19842" y="1797"/>
                    <a:pt x="19849" y="1794"/>
                  </a:cubicBezTo>
                  <a:close/>
                  <a:moveTo>
                    <a:pt x="20062" y="1855"/>
                  </a:moveTo>
                  <a:cubicBezTo>
                    <a:pt x="20065" y="1865"/>
                    <a:pt x="20068" y="1874"/>
                    <a:pt x="20071" y="1884"/>
                  </a:cubicBezTo>
                  <a:lnTo>
                    <a:pt x="20071" y="1884"/>
                  </a:lnTo>
                  <a:cubicBezTo>
                    <a:pt x="20069" y="1873"/>
                    <a:pt x="20066" y="1863"/>
                    <a:pt x="20062" y="1855"/>
                  </a:cubicBezTo>
                  <a:close/>
                  <a:moveTo>
                    <a:pt x="16668" y="4074"/>
                  </a:moveTo>
                  <a:lnTo>
                    <a:pt x="16668" y="4074"/>
                  </a:lnTo>
                  <a:cubicBezTo>
                    <a:pt x="16664" y="4074"/>
                    <a:pt x="16661" y="4074"/>
                    <a:pt x="16657" y="4074"/>
                  </a:cubicBezTo>
                  <a:cubicBezTo>
                    <a:pt x="16662" y="4076"/>
                    <a:pt x="16666" y="4079"/>
                    <a:pt x="16671" y="4082"/>
                  </a:cubicBezTo>
                  <a:lnTo>
                    <a:pt x="16671" y="4082"/>
                  </a:lnTo>
                  <a:cubicBezTo>
                    <a:pt x="16670" y="4079"/>
                    <a:pt x="16669" y="4076"/>
                    <a:pt x="16668" y="4074"/>
                  </a:cubicBezTo>
                  <a:close/>
                  <a:moveTo>
                    <a:pt x="16671" y="4082"/>
                  </a:moveTo>
                  <a:cubicBezTo>
                    <a:pt x="16697" y="4152"/>
                    <a:pt x="16727" y="4204"/>
                    <a:pt x="16779" y="4256"/>
                  </a:cubicBezTo>
                  <a:cubicBezTo>
                    <a:pt x="16751" y="4200"/>
                    <a:pt x="16723" y="4118"/>
                    <a:pt x="16671" y="4082"/>
                  </a:cubicBezTo>
                  <a:close/>
                  <a:moveTo>
                    <a:pt x="23739" y="4560"/>
                  </a:moveTo>
                  <a:cubicBezTo>
                    <a:pt x="23739" y="4560"/>
                    <a:pt x="23739" y="4560"/>
                    <a:pt x="23739" y="4560"/>
                  </a:cubicBezTo>
                  <a:lnTo>
                    <a:pt x="23739" y="4560"/>
                  </a:lnTo>
                  <a:cubicBezTo>
                    <a:pt x="23740" y="4560"/>
                    <a:pt x="23740" y="4560"/>
                    <a:pt x="23740" y="4560"/>
                  </a:cubicBezTo>
                  <a:lnTo>
                    <a:pt x="23740" y="4560"/>
                  </a:lnTo>
                  <a:cubicBezTo>
                    <a:pt x="23740" y="4560"/>
                    <a:pt x="23740" y="4560"/>
                    <a:pt x="23739" y="4560"/>
                  </a:cubicBezTo>
                  <a:close/>
                  <a:moveTo>
                    <a:pt x="23740" y="4560"/>
                  </a:moveTo>
                  <a:lnTo>
                    <a:pt x="23740" y="4560"/>
                  </a:lnTo>
                  <a:cubicBezTo>
                    <a:pt x="23797" y="4599"/>
                    <a:pt x="23819" y="4637"/>
                    <a:pt x="23857" y="4637"/>
                  </a:cubicBezTo>
                  <a:cubicBezTo>
                    <a:pt x="23879" y="4637"/>
                    <a:pt x="23908" y="4624"/>
                    <a:pt x="23952" y="4590"/>
                  </a:cubicBezTo>
                  <a:lnTo>
                    <a:pt x="23952" y="4590"/>
                  </a:lnTo>
                  <a:cubicBezTo>
                    <a:pt x="23933" y="4594"/>
                    <a:pt x="23914" y="4596"/>
                    <a:pt x="23895" y="4596"/>
                  </a:cubicBezTo>
                  <a:cubicBezTo>
                    <a:pt x="23843" y="4596"/>
                    <a:pt x="23790" y="4583"/>
                    <a:pt x="23740" y="4560"/>
                  </a:cubicBezTo>
                  <a:close/>
                  <a:moveTo>
                    <a:pt x="26111" y="5981"/>
                  </a:moveTo>
                  <a:cubicBezTo>
                    <a:pt x="26119" y="5994"/>
                    <a:pt x="26129" y="6007"/>
                    <a:pt x="26141" y="6019"/>
                  </a:cubicBezTo>
                  <a:cubicBezTo>
                    <a:pt x="26131" y="6005"/>
                    <a:pt x="26121" y="5993"/>
                    <a:pt x="26111" y="5981"/>
                  </a:cubicBezTo>
                  <a:close/>
                  <a:moveTo>
                    <a:pt x="6991" y="6870"/>
                  </a:moveTo>
                  <a:cubicBezTo>
                    <a:pt x="7235" y="6870"/>
                    <a:pt x="7143" y="6870"/>
                    <a:pt x="6991" y="6900"/>
                  </a:cubicBezTo>
                  <a:lnTo>
                    <a:pt x="6991" y="6870"/>
                  </a:lnTo>
                  <a:close/>
                  <a:moveTo>
                    <a:pt x="26512" y="7018"/>
                  </a:moveTo>
                  <a:cubicBezTo>
                    <a:pt x="26632" y="7018"/>
                    <a:pt x="26657" y="7159"/>
                    <a:pt x="26657" y="7326"/>
                  </a:cubicBezTo>
                  <a:cubicBezTo>
                    <a:pt x="26566" y="7265"/>
                    <a:pt x="26475" y="7144"/>
                    <a:pt x="26475" y="7022"/>
                  </a:cubicBezTo>
                  <a:cubicBezTo>
                    <a:pt x="26488" y="7019"/>
                    <a:pt x="26500" y="7018"/>
                    <a:pt x="26512" y="7018"/>
                  </a:cubicBezTo>
                  <a:close/>
                  <a:moveTo>
                    <a:pt x="4438" y="7569"/>
                  </a:moveTo>
                  <a:cubicBezTo>
                    <a:pt x="4441" y="7571"/>
                    <a:pt x="4444" y="7574"/>
                    <a:pt x="4447" y="7576"/>
                  </a:cubicBezTo>
                  <a:lnTo>
                    <a:pt x="4447" y="7576"/>
                  </a:lnTo>
                  <a:lnTo>
                    <a:pt x="4438" y="7569"/>
                  </a:lnTo>
                  <a:close/>
                  <a:moveTo>
                    <a:pt x="4447" y="7576"/>
                  </a:moveTo>
                  <a:lnTo>
                    <a:pt x="4448" y="7576"/>
                  </a:lnTo>
                  <a:lnTo>
                    <a:pt x="4448" y="7576"/>
                  </a:lnTo>
                  <a:cubicBezTo>
                    <a:pt x="4448" y="7576"/>
                    <a:pt x="4448" y="7576"/>
                    <a:pt x="4448" y="7576"/>
                  </a:cubicBezTo>
                  <a:lnTo>
                    <a:pt x="4448" y="7576"/>
                  </a:lnTo>
                  <a:cubicBezTo>
                    <a:pt x="4448" y="7576"/>
                    <a:pt x="4448" y="7576"/>
                    <a:pt x="4447" y="7576"/>
                  </a:cubicBezTo>
                  <a:close/>
                  <a:moveTo>
                    <a:pt x="4803" y="7387"/>
                  </a:moveTo>
                  <a:cubicBezTo>
                    <a:pt x="4817" y="7515"/>
                    <a:pt x="4625" y="7536"/>
                    <a:pt x="4448" y="7576"/>
                  </a:cubicBezTo>
                  <a:lnTo>
                    <a:pt x="4448" y="7576"/>
                  </a:lnTo>
                  <a:cubicBezTo>
                    <a:pt x="4479" y="7596"/>
                    <a:pt x="4519" y="7605"/>
                    <a:pt x="4560" y="7605"/>
                  </a:cubicBezTo>
                  <a:cubicBezTo>
                    <a:pt x="4685" y="7605"/>
                    <a:pt x="4825" y="7520"/>
                    <a:pt x="4803" y="7387"/>
                  </a:cubicBezTo>
                  <a:close/>
                  <a:moveTo>
                    <a:pt x="30062" y="15046"/>
                  </a:moveTo>
                  <a:lnTo>
                    <a:pt x="30062" y="15046"/>
                  </a:lnTo>
                  <a:cubicBezTo>
                    <a:pt x="30123" y="15198"/>
                    <a:pt x="30275" y="15502"/>
                    <a:pt x="30031" y="15502"/>
                  </a:cubicBezTo>
                  <a:cubicBezTo>
                    <a:pt x="29697" y="15259"/>
                    <a:pt x="29879" y="15229"/>
                    <a:pt x="30062" y="15046"/>
                  </a:cubicBezTo>
                  <a:close/>
                  <a:moveTo>
                    <a:pt x="29257" y="17401"/>
                  </a:moveTo>
                  <a:lnTo>
                    <a:pt x="29241" y="17448"/>
                  </a:lnTo>
                  <a:cubicBezTo>
                    <a:pt x="29251" y="17433"/>
                    <a:pt x="29256" y="17417"/>
                    <a:pt x="29257" y="17401"/>
                  </a:cubicBezTo>
                  <a:close/>
                  <a:moveTo>
                    <a:pt x="10639" y="25411"/>
                  </a:moveTo>
                  <a:cubicBezTo>
                    <a:pt x="10641" y="25431"/>
                    <a:pt x="10644" y="25449"/>
                    <a:pt x="10648" y="25468"/>
                  </a:cubicBezTo>
                  <a:lnTo>
                    <a:pt x="10648" y="25468"/>
                  </a:lnTo>
                  <a:cubicBezTo>
                    <a:pt x="10647" y="25451"/>
                    <a:pt x="10644" y="25432"/>
                    <a:pt x="10639" y="25411"/>
                  </a:cubicBezTo>
                  <a:close/>
                  <a:moveTo>
                    <a:pt x="15806" y="26536"/>
                  </a:moveTo>
                  <a:lnTo>
                    <a:pt x="15867" y="26627"/>
                  </a:lnTo>
                  <a:cubicBezTo>
                    <a:pt x="15805" y="26654"/>
                    <a:pt x="15766" y="26665"/>
                    <a:pt x="15744" y="26665"/>
                  </a:cubicBezTo>
                  <a:cubicBezTo>
                    <a:pt x="15690" y="26665"/>
                    <a:pt x="15733" y="26600"/>
                    <a:pt x="15776" y="26536"/>
                  </a:cubicBezTo>
                  <a:close/>
                  <a:moveTo>
                    <a:pt x="6274" y="27644"/>
                  </a:moveTo>
                  <a:lnTo>
                    <a:pt x="6292" y="27661"/>
                  </a:lnTo>
                  <a:cubicBezTo>
                    <a:pt x="6288" y="27654"/>
                    <a:pt x="6281" y="27649"/>
                    <a:pt x="6274" y="27644"/>
                  </a:cubicBezTo>
                  <a:close/>
                  <a:moveTo>
                    <a:pt x="21369" y="28755"/>
                  </a:moveTo>
                  <a:cubicBezTo>
                    <a:pt x="21367" y="28757"/>
                    <a:pt x="21366" y="28759"/>
                    <a:pt x="21364" y="28761"/>
                  </a:cubicBezTo>
                  <a:lnTo>
                    <a:pt x="21364" y="28761"/>
                  </a:lnTo>
                  <a:cubicBezTo>
                    <a:pt x="21366" y="28759"/>
                    <a:pt x="21367" y="28757"/>
                    <a:pt x="21369" y="28755"/>
                  </a:cubicBezTo>
                  <a:close/>
                  <a:moveTo>
                    <a:pt x="15593" y="1"/>
                  </a:moveTo>
                  <a:cubicBezTo>
                    <a:pt x="15593" y="517"/>
                    <a:pt x="14803" y="487"/>
                    <a:pt x="14834" y="912"/>
                  </a:cubicBezTo>
                  <a:cubicBezTo>
                    <a:pt x="15198" y="760"/>
                    <a:pt x="15563" y="578"/>
                    <a:pt x="15928" y="426"/>
                  </a:cubicBezTo>
                  <a:lnTo>
                    <a:pt x="15928" y="426"/>
                  </a:lnTo>
                  <a:cubicBezTo>
                    <a:pt x="15928" y="918"/>
                    <a:pt x="15295" y="1740"/>
                    <a:pt x="14710" y="1740"/>
                  </a:cubicBezTo>
                  <a:cubicBezTo>
                    <a:pt x="14680" y="1740"/>
                    <a:pt x="14650" y="1738"/>
                    <a:pt x="14621" y="1733"/>
                  </a:cubicBezTo>
                  <a:cubicBezTo>
                    <a:pt x="14438" y="1551"/>
                    <a:pt x="14712" y="852"/>
                    <a:pt x="14712" y="669"/>
                  </a:cubicBezTo>
                  <a:lnTo>
                    <a:pt x="14712" y="669"/>
                  </a:lnTo>
                  <a:cubicBezTo>
                    <a:pt x="14641" y="811"/>
                    <a:pt x="14297" y="952"/>
                    <a:pt x="14103" y="952"/>
                  </a:cubicBezTo>
                  <a:cubicBezTo>
                    <a:pt x="14047" y="952"/>
                    <a:pt x="14003" y="940"/>
                    <a:pt x="13982" y="912"/>
                  </a:cubicBezTo>
                  <a:lnTo>
                    <a:pt x="14256" y="639"/>
                  </a:lnTo>
                  <a:cubicBezTo>
                    <a:pt x="14218" y="621"/>
                    <a:pt x="14182" y="614"/>
                    <a:pt x="14148" y="614"/>
                  </a:cubicBezTo>
                  <a:cubicBezTo>
                    <a:pt x="13899" y="614"/>
                    <a:pt x="13741" y="1030"/>
                    <a:pt x="13462" y="1030"/>
                  </a:cubicBezTo>
                  <a:cubicBezTo>
                    <a:pt x="13383" y="1030"/>
                    <a:pt x="13295" y="997"/>
                    <a:pt x="13192" y="912"/>
                  </a:cubicBezTo>
                  <a:cubicBezTo>
                    <a:pt x="13073" y="912"/>
                    <a:pt x="12787" y="577"/>
                    <a:pt x="12682" y="577"/>
                  </a:cubicBezTo>
                  <a:cubicBezTo>
                    <a:pt x="12653" y="577"/>
                    <a:pt x="12638" y="603"/>
                    <a:pt x="12645" y="669"/>
                  </a:cubicBezTo>
                  <a:cubicBezTo>
                    <a:pt x="13010" y="1186"/>
                    <a:pt x="13283" y="2949"/>
                    <a:pt x="13223" y="3375"/>
                  </a:cubicBezTo>
                  <a:cubicBezTo>
                    <a:pt x="12858" y="3192"/>
                    <a:pt x="12523" y="2979"/>
                    <a:pt x="12219" y="2736"/>
                  </a:cubicBezTo>
                  <a:cubicBezTo>
                    <a:pt x="11855" y="2341"/>
                    <a:pt x="12311" y="1581"/>
                    <a:pt x="12037" y="1277"/>
                  </a:cubicBezTo>
                  <a:lnTo>
                    <a:pt x="12037" y="1277"/>
                  </a:lnTo>
                  <a:cubicBezTo>
                    <a:pt x="12037" y="1399"/>
                    <a:pt x="12007" y="1551"/>
                    <a:pt x="11916" y="1672"/>
                  </a:cubicBezTo>
                  <a:cubicBezTo>
                    <a:pt x="11766" y="1598"/>
                    <a:pt x="11841" y="1360"/>
                    <a:pt x="11689" y="1360"/>
                  </a:cubicBezTo>
                  <a:cubicBezTo>
                    <a:pt x="11656" y="1360"/>
                    <a:pt x="11611" y="1371"/>
                    <a:pt x="11551" y="1399"/>
                  </a:cubicBezTo>
                  <a:cubicBezTo>
                    <a:pt x="11612" y="1885"/>
                    <a:pt x="10852" y="1551"/>
                    <a:pt x="11490" y="1855"/>
                  </a:cubicBezTo>
                  <a:cubicBezTo>
                    <a:pt x="11387" y="1935"/>
                    <a:pt x="11305" y="1955"/>
                    <a:pt x="11224" y="1955"/>
                  </a:cubicBezTo>
                  <a:cubicBezTo>
                    <a:pt x="11146" y="1955"/>
                    <a:pt x="11067" y="1936"/>
                    <a:pt x="10970" y="1936"/>
                  </a:cubicBezTo>
                  <a:cubicBezTo>
                    <a:pt x="10901" y="1936"/>
                    <a:pt x="10824" y="1945"/>
                    <a:pt x="10730" y="1976"/>
                  </a:cubicBezTo>
                  <a:cubicBezTo>
                    <a:pt x="10943" y="2250"/>
                    <a:pt x="10760" y="3162"/>
                    <a:pt x="10517" y="3405"/>
                  </a:cubicBezTo>
                  <a:cubicBezTo>
                    <a:pt x="10487" y="3283"/>
                    <a:pt x="10396" y="3162"/>
                    <a:pt x="10305" y="3071"/>
                  </a:cubicBezTo>
                  <a:cubicBezTo>
                    <a:pt x="9697" y="3283"/>
                    <a:pt x="9271" y="3192"/>
                    <a:pt x="8694" y="3466"/>
                  </a:cubicBezTo>
                  <a:cubicBezTo>
                    <a:pt x="8602" y="3375"/>
                    <a:pt x="8268" y="3375"/>
                    <a:pt x="8268" y="3131"/>
                  </a:cubicBezTo>
                  <a:cubicBezTo>
                    <a:pt x="8238" y="3253"/>
                    <a:pt x="8238" y="3435"/>
                    <a:pt x="8086" y="3526"/>
                  </a:cubicBezTo>
                  <a:cubicBezTo>
                    <a:pt x="7539" y="3314"/>
                    <a:pt x="8420" y="3283"/>
                    <a:pt x="7934" y="2949"/>
                  </a:cubicBezTo>
                  <a:lnTo>
                    <a:pt x="7934" y="2949"/>
                  </a:lnTo>
                  <a:cubicBezTo>
                    <a:pt x="8055" y="3223"/>
                    <a:pt x="7660" y="3526"/>
                    <a:pt x="7539" y="3830"/>
                  </a:cubicBezTo>
                  <a:cubicBezTo>
                    <a:pt x="7599" y="3911"/>
                    <a:pt x="7660" y="3944"/>
                    <a:pt x="7722" y="3944"/>
                  </a:cubicBezTo>
                  <a:cubicBezTo>
                    <a:pt x="7940" y="3944"/>
                    <a:pt x="8156" y="3527"/>
                    <a:pt x="8298" y="3314"/>
                  </a:cubicBezTo>
                  <a:lnTo>
                    <a:pt x="8298" y="3314"/>
                  </a:lnTo>
                  <a:cubicBezTo>
                    <a:pt x="8542" y="3922"/>
                    <a:pt x="8450" y="4651"/>
                    <a:pt x="8086" y="5198"/>
                  </a:cubicBezTo>
                  <a:cubicBezTo>
                    <a:pt x="8005" y="5294"/>
                    <a:pt x="7940" y="5329"/>
                    <a:pt x="7888" y="5329"/>
                  </a:cubicBezTo>
                  <a:cubicBezTo>
                    <a:pt x="7743" y="5329"/>
                    <a:pt x="7694" y="5061"/>
                    <a:pt x="7669" y="5061"/>
                  </a:cubicBezTo>
                  <a:cubicBezTo>
                    <a:pt x="7666" y="5061"/>
                    <a:pt x="7663" y="5066"/>
                    <a:pt x="7660" y="5077"/>
                  </a:cubicBezTo>
                  <a:cubicBezTo>
                    <a:pt x="6809" y="5472"/>
                    <a:pt x="7599" y="6414"/>
                    <a:pt x="6718" y="6444"/>
                  </a:cubicBezTo>
                  <a:cubicBezTo>
                    <a:pt x="6262" y="6292"/>
                    <a:pt x="6262" y="5806"/>
                    <a:pt x="6049" y="5624"/>
                  </a:cubicBezTo>
                  <a:cubicBezTo>
                    <a:pt x="6292" y="5229"/>
                    <a:pt x="6718" y="5472"/>
                    <a:pt x="6931" y="5320"/>
                  </a:cubicBezTo>
                  <a:lnTo>
                    <a:pt x="6535" y="5320"/>
                  </a:lnTo>
                  <a:cubicBezTo>
                    <a:pt x="6564" y="5177"/>
                    <a:pt x="6728" y="4952"/>
                    <a:pt x="6899" y="4952"/>
                  </a:cubicBezTo>
                  <a:cubicBezTo>
                    <a:pt x="6910" y="4952"/>
                    <a:pt x="6920" y="4953"/>
                    <a:pt x="6931" y="4955"/>
                  </a:cubicBezTo>
                  <a:cubicBezTo>
                    <a:pt x="6896" y="4940"/>
                    <a:pt x="6858" y="4934"/>
                    <a:pt x="6816" y="4934"/>
                  </a:cubicBezTo>
                  <a:cubicBezTo>
                    <a:pt x="6600" y="4934"/>
                    <a:pt x="6294" y="5116"/>
                    <a:pt x="5988" y="5320"/>
                  </a:cubicBezTo>
                  <a:cubicBezTo>
                    <a:pt x="5624" y="5624"/>
                    <a:pt x="5198" y="5837"/>
                    <a:pt x="4773" y="6019"/>
                  </a:cubicBezTo>
                  <a:cubicBezTo>
                    <a:pt x="4773" y="6201"/>
                    <a:pt x="4681" y="6444"/>
                    <a:pt x="4864" y="6505"/>
                  </a:cubicBezTo>
                  <a:lnTo>
                    <a:pt x="5016" y="6323"/>
                  </a:lnTo>
                  <a:cubicBezTo>
                    <a:pt x="5360" y="6409"/>
                    <a:pt x="5027" y="6875"/>
                    <a:pt x="5245" y="6875"/>
                  </a:cubicBezTo>
                  <a:cubicBezTo>
                    <a:pt x="5258" y="6875"/>
                    <a:pt x="5272" y="6873"/>
                    <a:pt x="5289" y="6870"/>
                  </a:cubicBezTo>
                  <a:lnTo>
                    <a:pt x="5289" y="6870"/>
                  </a:lnTo>
                  <a:cubicBezTo>
                    <a:pt x="5228" y="7235"/>
                    <a:pt x="5228" y="7691"/>
                    <a:pt x="4833" y="7843"/>
                  </a:cubicBezTo>
                  <a:lnTo>
                    <a:pt x="4448" y="7576"/>
                  </a:lnTo>
                  <a:lnTo>
                    <a:pt x="4448" y="7576"/>
                  </a:lnTo>
                  <a:cubicBezTo>
                    <a:pt x="4246" y="7621"/>
                    <a:pt x="4064" y="7689"/>
                    <a:pt x="4225" y="7964"/>
                  </a:cubicBezTo>
                  <a:lnTo>
                    <a:pt x="4681" y="7964"/>
                  </a:lnTo>
                  <a:lnTo>
                    <a:pt x="4681" y="8603"/>
                  </a:lnTo>
                  <a:cubicBezTo>
                    <a:pt x="4681" y="8785"/>
                    <a:pt x="4651" y="8967"/>
                    <a:pt x="4499" y="9058"/>
                  </a:cubicBezTo>
                  <a:cubicBezTo>
                    <a:pt x="4610" y="9098"/>
                    <a:pt x="4663" y="9111"/>
                    <a:pt x="4690" y="9111"/>
                  </a:cubicBezTo>
                  <a:cubicBezTo>
                    <a:pt x="4741" y="9111"/>
                    <a:pt x="4705" y="9067"/>
                    <a:pt x="4785" y="9067"/>
                  </a:cubicBezTo>
                  <a:cubicBezTo>
                    <a:pt x="4827" y="9067"/>
                    <a:pt x="4904" y="9080"/>
                    <a:pt x="5046" y="9119"/>
                  </a:cubicBezTo>
                  <a:cubicBezTo>
                    <a:pt x="4428" y="8854"/>
                    <a:pt x="5522" y="8561"/>
                    <a:pt x="4926" y="8321"/>
                  </a:cubicBezTo>
                  <a:lnTo>
                    <a:pt x="4926" y="8321"/>
                  </a:lnTo>
                  <a:cubicBezTo>
                    <a:pt x="5061" y="8368"/>
                    <a:pt x="5155" y="8385"/>
                    <a:pt x="5228" y="8385"/>
                  </a:cubicBezTo>
                  <a:cubicBezTo>
                    <a:pt x="5403" y="8385"/>
                    <a:pt x="5457" y="8291"/>
                    <a:pt x="5662" y="8291"/>
                  </a:cubicBezTo>
                  <a:cubicBezTo>
                    <a:pt x="5731" y="8291"/>
                    <a:pt x="5816" y="8301"/>
                    <a:pt x="5928" y="8329"/>
                  </a:cubicBezTo>
                  <a:cubicBezTo>
                    <a:pt x="5836" y="8238"/>
                    <a:pt x="5654" y="8207"/>
                    <a:pt x="5897" y="8086"/>
                  </a:cubicBezTo>
                  <a:cubicBezTo>
                    <a:pt x="5897" y="8025"/>
                    <a:pt x="5867" y="7995"/>
                    <a:pt x="5867" y="7934"/>
                  </a:cubicBezTo>
                  <a:cubicBezTo>
                    <a:pt x="5776" y="7934"/>
                    <a:pt x="5684" y="7903"/>
                    <a:pt x="5593" y="7873"/>
                  </a:cubicBezTo>
                  <a:cubicBezTo>
                    <a:pt x="5472" y="7508"/>
                    <a:pt x="5806" y="7204"/>
                    <a:pt x="5836" y="6961"/>
                  </a:cubicBezTo>
                  <a:cubicBezTo>
                    <a:pt x="5848" y="6959"/>
                    <a:pt x="5859" y="6958"/>
                    <a:pt x="5868" y="6958"/>
                  </a:cubicBezTo>
                  <a:cubicBezTo>
                    <a:pt x="6000" y="6958"/>
                    <a:pt x="5879" y="7148"/>
                    <a:pt x="6049" y="7204"/>
                  </a:cubicBezTo>
                  <a:lnTo>
                    <a:pt x="6080" y="6870"/>
                  </a:lnTo>
                  <a:cubicBezTo>
                    <a:pt x="6323" y="7113"/>
                    <a:pt x="6779" y="7052"/>
                    <a:pt x="6596" y="7417"/>
                  </a:cubicBezTo>
                  <a:lnTo>
                    <a:pt x="6900" y="7235"/>
                  </a:lnTo>
                  <a:cubicBezTo>
                    <a:pt x="6925" y="7238"/>
                    <a:pt x="6950" y="7239"/>
                    <a:pt x="6975" y="7239"/>
                  </a:cubicBezTo>
                  <a:cubicBezTo>
                    <a:pt x="7192" y="7239"/>
                    <a:pt x="7399" y="7122"/>
                    <a:pt x="7508" y="6931"/>
                  </a:cubicBezTo>
                  <a:cubicBezTo>
                    <a:pt x="7651" y="6907"/>
                    <a:pt x="7682" y="6566"/>
                    <a:pt x="7689" y="6566"/>
                  </a:cubicBezTo>
                  <a:cubicBezTo>
                    <a:pt x="7691" y="6566"/>
                    <a:pt x="7691" y="6592"/>
                    <a:pt x="7691" y="6657"/>
                  </a:cubicBezTo>
                  <a:cubicBezTo>
                    <a:pt x="7843" y="6505"/>
                    <a:pt x="7964" y="6353"/>
                    <a:pt x="8086" y="6171"/>
                  </a:cubicBezTo>
                  <a:lnTo>
                    <a:pt x="8146" y="6262"/>
                  </a:lnTo>
                  <a:cubicBezTo>
                    <a:pt x="8571" y="6023"/>
                    <a:pt x="8834" y="5367"/>
                    <a:pt x="9481" y="5367"/>
                  </a:cubicBezTo>
                  <a:cubicBezTo>
                    <a:pt x="9575" y="5367"/>
                    <a:pt x="9676" y="5380"/>
                    <a:pt x="9788" y="5411"/>
                  </a:cubicBezTo>
                  <a:cubicBezTo>
                    <a:pt x="9909" y="5198"/>
                    <a:pt x="10122" y="5077"/>
                    <a:pt x="10365" y="5046"/>
                  </a:cubicBezTo>
                  <a:lnTo>
                    <a:pt x="10548" y="5289"/>
                  </a:lnTo>
                  <a:cubicBezTo>
                    <a:pt x="10730" y="5077"/>
                    <a:pt x="11308" y="5289"/>
                    <a:pt x="11308" y="4955"/>
                  </a:cubicBezTo>
                  <a:cubicBezTo>
                    <a:pt x="11449" y="5150"/>
                    <a:pt x="11604" y="5218"/>
                    <a:pt x="11762" y="5218"/>
                  </a:cubicBezTo>
                  <a:cubicBezTo>
                    <a:pt x="12138" y="5218"/>
                    <a:pt x="12535" y="4833"/>
                    <a:pt x="12834" y="4833"/>
                  </a:cubicBezTo>
                  <a:cubicBezTo>
                    <a:pt x="12842" y="4833"/>
                    <a:pt x="12850" y="4833"/>
                    <a:pt x="12858" y="4834"/>
                  </a:cubicBezTo>
                  <a:lnTo>
                    <a:pt x="12797" y="4469"/>
                  </a:lnTo>
                  <a:cubicBezTo>
                    <a:pt x="13101" y="4408"/>
                    <a:pt x="13375" y="4256"/>
                    <a:pt x="13648" y="4074"/>
                  </a:cubicBezTo>
                  <a:lnTo>
                    <a:pt x="13557" y="3739"/>
                  </a:lnTo>
                  <a:cubicBezTo>
                    <a:pt x="13628" y="3669"/>
                    <a:pt x="13712" y="3644"/>
                    <a:pt x="13803" y="3644"/>
                  </a:cubicBezTo>
                  <a:cubicBezTo>
                    <a:pt x="13907" y="3644"/>
                    <a:pt x="14021" y="3676"/>
                    <a:pt x="14134" y="3709"/>
                  </a:cubicBezTo>
                  <a:cubicBezTo>
                    <a:pt x="14378" y="3800"/>
                    <a:pt x="14621" y="3861"/>
                    <a:pt x="14864" y="3861"/>
                  </a:cubicBezTo>
                  <a:cubicBezTo>
                    <a:pt x="14849" y="3922"/>
                    <a:pt x="14811" y="3944"/>
                    <a:pt x="14765" y="3944"/>
                  </a:cubicBezTo>
                  <a:cubicBezTo>
                    <a:pt x="14720" y="3944"/>
                    <a:pt x="14666" y="3922"/>
                    <a:pt x="14621" y="3891"/>
                  </a:cubicBezTo>
                  <a:lnTo>
                    <a:pt x="14621" y="3891"/>
                  </a:lnTo>
                  <a:cubicBezTo>
                    <a:pt x="14754" y="4068"/>
                    <a:pt x="14886" y="4131"/>
                    <a:pt x="15026" y="4131"/>
                  </a:cubicBezTo>
                  <a:cubicBezTo>
                    <a:pt x="15174" y="4131"/>
                    <a:pt x="15330" y="4061"/>
                    <a:pt x="15502" y="3982"/>
                  </a:cubicBezTo>
                  <a:cubicBezTo>
                    <a:pt x="15672" y="3880"/>
                    <a:pt x="15843" y="3797"/>
                    <a:pt x="15997" y="3797"/>
                  </a:cubicBezTo>
                  <a:cubicBezTo>
                    <a:pt x="16118" y="3797"/>
                    <a:pt x="16229" y="3849"/>
                    <a:pt x="16323" y="3982"/>
                  </a:cubicBezTo>
                  <a:cubicBezTo>
                    <a:pt x="16355" y="3961"/>
                    <a:pt x="16395" y="3951"/>
                    <a:pt x="16436" y="3951"/>
                  </a:cubicBezTo>
                  <a:cubicBezTo>
                    <a:pt x="16510" y="3951"/>
                    <a:pt x="16588" y="3984"/>
                    <a:pt x="16627" y="4043"/>
                  </a:cubicBezTo>
                  <a:lnTo>
                    <a:pt x="16657" y="4043"/>
                  </a:lnTo>
                  <a:cubicBezTo>
                    <a:pt x="16661" y="4054"/>
                    <a:pt x="16664" y="4064"/>
                    <a:pt x="16668" y="4074"/>
                  </a:cubicBezTo>
                  <a:lnTo>
                    <a:pt x="16668" y="4074"/>
                  </a:lnTo>
                  <a:cubicBezTo>
                    <a:pt x="16816" y="4072"/>
                    <a:pt x="16964" y="4043"/>
                    <a:pt x="17083" y="4013"/>
                  </a:cubicBezTo>
                  <a:lnTo>
                    <a:pt x="17083" y="4013"/>
                  </a:lnTo>
                  <a:lnTo>
                    <a:pt x="17052" y="4408"/>
                  </a:lnTo>
                  <a:lnTo>
                    <a:pt x="17083" y="4408"/>
                  </a:lnTo>
                  <a:cubicBezTo>
                    <a:pt x="17105" y="4436"/>
                    <a:pt x="17126" y="4449"/>
                    <a:pt x="17144" y="4449"/>
                  </a:cubicBezTo>
                  <a:cubicBezTo>
                    <a:pt x="17224" y="4449"/>
                    <a:pt x="17260" y="4205"/>
                    <a:pt x="17235" y="3982"/>
                  </a:cubicBezTo>
                  <a:cubicBezTo>
                    <a:pt x="17326" y="3952"/>
                    <a:pt x="17417" y="3891"/>
                    <a:pt x="17508" y="3830"/>
                  </a:cubicBezTo>
                  <a:lnTo>
                    <a:pt x="17508" y="3830"/>
                  </a:lnTo>
                  <a:cubicBezTo>
                    <a:pt x="17483" y="4067"/>
                    <a:pt x="17550" y="4099"/>
                    <a:pt x="17635" y="4099"/>
                  </a:cubicBezTo>
                  <a:cubicBezTo>
                    <a:pt x="17668" y="4099"/>
                    <a:pt x="17704" y="4095"/>
                    <a:pt x="17739" y="4095"/>
                  </a:cubicBezTo>
                  <a:cubicBezTo>
                    <a:pt x="17833" y="4095"/>
                    <a:pt x="17917" y="4131"/>
                    <a:pt x="17903" y="4408"/>
                  </a:cubicBezTo>
                  <a:cubicBezTo>
                    <a:pt x="18086" y="4134"/>
                    <a:pt x="18694" y="4469"/>
                    <a:pt x="19028" y="3891"/>
                  </a:cubicBezTo>
                  <a:lnTo>
                    <a:pt x="19028" y="3891"/>
                  </a:lnTo>
                  <a:cubicBezTo>
                    <a:pt x="19003" y="3966"/>
                    <a:pt x="19019" y="4021"/>
                    <a:pt x="18992" y="4021"/>
                  </a:cubicBezTo>
                  <a:cubicBezTo>
                    <a:pt x="18986" y="4021"/>
                    <a:pt x="18978" y="4018"/>
                    <a:pt x="18967" y="4013"/>
                  </a:cubicBezTo>
                  <a:lnTo>
                    <a:pt x="18967" y="4013"/>
                  </a:lnTo>
                  <a:cubicBezTo>
                    <a:pt x="19063" y="4109"/>
                    <a:pt x="19178" y="4223"/>
                    <a:pt x="19326" y="4223"/>
                  </a:cubicBezTo>
                  <a:cubicBezTo>
                    <a:pt x="19366" y="4223"/>
                    <a:pt x="19408" y="4215"/>
                    <a:pt x="19454" y="4195"/>
                  </a:cubicBezTo>
                  <a:lnTo>
                    <a:pt x="19454" y="4195"/>
                  </a:lnTo>
                  <a:lnTo>
                    <a:pt x="19332" y="4651"/>
                  </a:lnTo>
                  <a:cubicBezTo>
                    <a:pt x="19545" y="4499"/>
                    <a:pt x="19758" y="4378"/>
                    <a:pt x="19940" y="4256"/>
                  </a:cubicBezTo>
                  <a:lnTo>
                    <a:pt x="19940" y="4256"/>
                  </a:lnTo>
                  <a:cubicBezTo>
                    <a:pt x="20062" y="4651"/>
                    <a:pt x="20062" y="4803"/>
                    <a:pt x="19697" y="5016"/>
                  </a:cubicBezTo>
                  <a:cubicBezTo>
                    <a:pt x="19979" y="4937"/>
                    <a:pt x="20118" y="4921"/>
                    <a:pt x="20218" y="4921"/>
                  </a:cubicBezTo>
                  <a:cubicBezTo>
                    <a:pt x="20288" y="4921"/>
                    <a:pt x="20338" y="4929"/>
                    <a:pt x="20403" y="4929"/>
                  </a:cubicBezTo>
                  <a:cubicBezTo>
                    <a:pt x="20497" y="4929"/>
                    <a:pt x="20623" y="4912"/>
                    <a:pt x="20882" y="4834"/>
                  </a:cubicBezTo>
                  <a:lnTo>
                    <a:pt x="20882" y="4834"/>
                  </a:lnTo>
                  <a:lnTo>
                    <a:pt x="20730" y="5077"/>
                  </a:lnTo>
                  <a:cubicBezTo>
                    <a:pt x="20755" y="5087"/>
                    <a:pt x="20788" y="5090"/>
                    <a:pt x="20826" y="5090"/>
                  </a:cubicBezTo>
                  <a:cubicBezTo>
                    <a:pt x="20911" y="5090"/>
                    <a:pt x="21019" y="5072"/>
                    <a:pt x="21112" y="5072"/>
                  </a:cubicBezTo>
                  <a:cubicBezTo>
                    <a:pt x="21230" y="5072"/>
                    <a:pt x="21322" y="5101"/>
                    <a:pt x="21308" y="5229"/>
                  </a:cubicBezTo>
                  <a:cubicBezTo>
                    <a:pt x="21338" y="5897"/>
                    <a:pt x="22949" y="6353"/>
                    <a:pt x="23405" y="7417"/>
                  </a:cubicBezTo>
                  <a:cubicBezTo>
                    <a:pt x="23499" y="7223"/>
                    <a:pt x="23555" y="7153"/>
                    <a:pt x="23592" y="7153"/>
                  </a:cubicBezTo>
                  <a:cubicBezTo>
                    <a:pt x="23687" y="7153"/>
                    <a:pt x="23658" y="7614"/>
                    <a:pt x="23818" y="7614"/>
                  </a:cubicBezTo>
                  <a:cubicBezTo>
                    <a:pt x="23859" y="7614"/>
                    <a:pt x="23912" y="7584"/>
                    <a:pt x="23983" y="7508"/>
                  </a:cubicBezTo>
                  <a:lnTo>
                    <a:pt x="23983" y="7508"/>
                  </a:lnTo>
                  <a:cubicBezTo>
                    <a:pt x="23891" y="7691"/>
                    <a:pt x="23922" y="7903"/>
                    <a:pt x="23679" y="7903"/>
                  </a:cubicBezTo>
                  <a:cubicBezTo>
                    <a:pt x="24143" y="8058"/>
                    <a:pt x="24082" y="8497"/>
                    <a:pt x="24442" y="8497"/>
                  </a:cubicBezTo>
                  <a:cubicBezTo>
                    <a:pt x="24507" y="8497"/>
                    <a:pt x="24585" y="8483"/>
                    <a:pt x="24682" y="8451"/>
                  </a:cubicBezTo>
                  <a:lnTo>
                    <a:pt x="24682" y="8451"/>
                  </a:lnTo>
                  <a:cubicBezTo>
                    <a:pt x="24591" y="8663"/>
                    <a:pt x="24408" y="8603"/>
                    <a:pt x="24347" y="8724"/>
                  </a:cubicBezTo>
                  <a:cubicBezTo>
                    <a:pt x="24408" y="8724"/>
                    <a:pt x="24591" y="8724"/>
                    <a:pt x="24530" y="8846"/>
                  </a:cubicBezTo>
                  <a:cubicBezTo>
                    <a:pt x="24509" y="8927"/>
                    <a:pt x="24449" y="8927"/>
                    <a:pt x="24374" y="8927"/>
                  </a:cubicBezTo>
                  <a:lnTo>
                    <a:pt x="24374" y="8927"/>
                  </a:lnTo>
                  <a:cubicBezTo>
                    <a:pt x="24337" y="8927"/>
                    <a:pt x="24297" y="8927"/>
                    <a:pt x="24256" y="8937"/>
                  </a:cubicBezTo>
                  <a:cubicBezTo>
                    <a:pt x="24347" y="9012"/>
                    <a:pt x="24445" y="9045"/>
                    <a:pt x="24548" y="9045"/>
                  </a:cubicBezTo>
                  <a:cubicBezTo>
                    <a:pt x="24860" y="9045"/>
                    <a:pt x="25220" y="8748"/>
                    <a:pt x="25563" y="8451"/>
                  </a:cubicBezTo>
                  <a:cubicBezTo>
                    <a:pt x="25563" y="8715"/>
                    <a:pt x="25611" y="8836"/>
                    <a:pt x="25800" y="8836"/>
                  </a:cubicBezTo>
                  <a:cubicBezTo>
                    <a:pt x="25871" y="8836"/>
                    <a:pt x="25963" y="8818"/>
                    <a:pt x="26080" y="8785"/>
                  </a:cubicBezTo>
                  <a:lnTo>
                    <a:pt x="26080" y="8785"/>
                  </a:lnTo>
                  <a:cubicBezTo>
                    <a:pt x="26012" y="8920"/>
                    <a:pt x="25978" y="9106"/>
                    <a:pt x="25866" y="9106"/>
                  </a:cubicBezTo>
                  <a:cubicBezTo>
                    <a:pt x="25827" y="9106"/>
                    <a:pt x="25778" y="9083"/>
                    <a:pt x="25715" y="9028"/>
                  </a:cubicBezTo>
                  <a:lnTo>
                    <a:pt x="25715" y="9028"/>
                  </a:lnTo>
                  <a:cubicBezTo>
                    <a:pt x="25806" y="9210"/>
                    <a:pt x="25898" y="9393"/>
                    <a:pt x="26050" y="9545"/>
                  </a:cubicBezTo>
                  <a:cubicBezTo>
                    <a:pt x="26137" y="9698"/>
                    <a:pt x="26256" y="9819"/>
                    <a:pt x="26394" y="9819"/>
                  </a:cubicBezTo>
                  <a:cubicBezTo>
                    <a:pt x="26449" y="9819"/>
                    <a:pt x="26506" y="9800"/>
                    <a:pt x="26566" y="9758"/>
                  </a:cubicBezTo>
                  <a:lnTo>
                    <a:pt x="26566" y="9758"/>
                  </a:lnTo>
                  <a:cubicBezTo>
                    <a:pt x="26505" y="9879"/>
                    <a:pt x="26688" y="9970"/>
                    <a:pt x="26749" y="10001"/>
                  </a:cubicBezTo>
                  <a:cubicBezTo>
                    <a:pt x="26870" y="10244"/>
                    <a:pt x="26992" y="10457"/>
                    <a:pt x="27174" y="10669"/>
                  </a:cubicBezTo>
                  <a:cubicBezTo>
                    <a:pt x="27174" y="10639"/>
                    <a:pt x="27174" y="10609"/>
                    <a:pt x="27174" y="10548"/>
                  </a:cubicBezTo>
                  <a:cubicBezTo>
                    <a:pt x="27264" y="10524"/>
                    <a:pt x="27331" y="10514"/>
                    <a:pt x="27382" y="10514"/>
                  </a:cubicBezTo>
                  <a:cubicBezTo>
                    <a:pt x="27661" y="10514"/>
                    <a:pt x="27450" y="10824"/>
                    <a:pt x="27630" y="11004"/>
                  </a:cubicBezTo>
                  <a:lnTo>
                    <a:pt x="27569" y="11004"/>
                  </a:lnTo>
                  <a:cubicBezTo>
                    <a:pt x="27539" y="11399"/>
                    <a:pt x="27569" y="11460"/>
                    <a:pt x="27630" y="11490"/>
                  </a:cubicBezTo>
                  <a:cubicBezTo>
                    <a:pt x="27721" y="11551"/>
                    <a:pt x="27812" y="11612"/>
                    <a:pt x="27600" y="11976"/>
                  </a:cubicBezTo>
                  <a:lnTo>
                    <a:pt x="27934" y="11855"/>
                  </a:lnTo>
                  <a:cubicBezTo>
                    <a:pt x="27963" y="11853"/>
                    <a:pt x="27990" y="11852"/>
                    <a:pt x="28014" y="11852"/>
                  </a:cubicBezTo>
                  <a:cubicBezTo>
                    <a:pt x="28316" y="11852"/>
                    <a:pt x="28229" y="12023"/>
                    <a:pt x="28116" y="12220"/>
                  </a:cubicBezTo>
                  <a:cubicBezTo>
                    <a:pt x="27964" y="12432"/>
                    <a:pt x="27721" y="12645"/>
                    <a:pt x="27873" y="12828"/>
                  </a:cubicBezTo>
                  <a:lnTo>
                    <a:pt x="28086" y="12706"/>
                  </a:lnTo>
                  <a:lnTo>
                    <a:pt x="28086" y="12706"/>
                  </a:lnTo>
                  <a:cubicBezTo>
                    <a:pt x="28208" y="12797"/>
                    <a:pt x="27934" y="12980"/>
                    <a:pt x="27630" y="13071"/>
                  </a:cubicBezTo>
                  <a:cubicBezTo>
                    <a:pt x="27387" y="13162"/>
                    <a:pt x="27113" y="13253"/>
                    <a:pt x="26870" y="13375"/>
                  </a:cubicBezTo>
                  <a:cubicBezTo>
                    <a:pt x="26864" y="13378"/>
                    <a:pt x="26857" y="13379"/>
                    <a:pt x="26852" y="13379"/>
                  </a:cubicBezTo>
                  <a:cubicBezTo>
                    <a:pt x="26803" y="13379"/>
                    <a:pt x="26776" y="13277"/>
                    <a:pt x="26749" y="13223"/>
                  </a:cubicBezTo>
                  <a:lnTo>
                    <a:pt x="26749" y="13223"/>
                  </a:lnTo>
                  <a:cubicBezTo>
                    <a:pt x="26232" y="13648"/>
                    <a:pt x="27205" y="13344"/>
                    <a:pt x="27265" y="13770"/>
                  </a:cubicBezTo>
                  <a:cubicBezTo>
                    <a:pt x="27083" y="13770"/>
                    <a:pt x="26860" y="13675"/>
                    <a:pt x="26705" y="13675"/>
                  </a:cubicBezTo>
                  <a:cubicBezTo>
                    <a:pt x="26627" y="13675"/>
                    <a:pt x="26566" y="13699"/>
                    <a:pt x="26536" y="13770"/>
                  </a:cubicBezTo>
                  <a:cubicBezTo>
                    <a:pt x="26293" y="13800"/>
                    <a:pt x="27144" y="14742"/>
                    <a:pt x="26505" y="14955"/>
                  </a:cubicBezTo>
                  <a:cubicBezTo>
                    <a:pt x="26548" y="14955"/>
                    <a:pt x="26592" y="14954"/>
                    <a:pt x="26635" y="14954"/>
                  </a:cubicBezTo>
                  <a:cubicBezTo>
                    <a:pt x="26808" y="14954"/>
                    <a:pt x="26974" y="14973"/>
                    <a:pt x="27022" y="15168"/>
                  </a:cubicBezTo>
                  <a:cubicBezTo>
                    <a:pt x="26961" y="15502"/>
                    <a:pt x="26019" y="15654"/>
                    <a:pt x="26445" y="16171"/>
                  </a:cubicBezTo>
                  <a:cubicBezTo>
                    <a:pt x="26414" y="16186"/>
                    <a:pt x="26384" y="16194"/>
                    <a:pt x="26357" y="16194"/>
                  </a:cubicBezTo>
                  <a:cubicBezTo>
                    <a:pt x="26331" y="16194"/>
                    <a:pt x="26308" y="16186"/>
                    <a:pt x="26293" y="16171"/>
                  </a:cubicBezTo>
                  <a:lnTo>
                    <a:pt x="26293" y="16171"/>
                  </a:lnTo>
                  <a:cubicBezTo>
                    <a:pt x="26323" y="16475"/>
                    <a:pt x="26141" y="16992"/>
                    <a:pt x="26384" y="17326"/>
                  </a:cubicBezTo>
                  <a:cubicBezTo>
                    <a:pt x="26273" y="17286"/>
                    <a:pt x="26181" y="17269"/>
                    <a:pt x="26103" y="17269"/>
                  </a:cubicBezTo>
                  <a:cubicBezTo>
                    <a:pt x="25454" y="17269"/>
                    <a:pt x="25835" y="18501"/>
                    <a:pt x="25398" y="18501"/>
                  </a:cubicBezTo>
                  <a:cubicBezTo>
                    <a:pt x="25326" y="18501"/>
                    <a:pt x="25232" y="18468"/>
                    <a:pt x="25107" y="18390"/>
                  </a:cubicBezTo>
                  <a:lnTo>
                    <a:pt x="24712" y="19089"/>
                  </a:lnTo>
                  <a:lnTo>
                    <a:pt x="24651" y="18998"/>
                  </a:lnTo>
                  <a:cubicBezTo>
                    <a:pt x="24378" y="19271"/>
                    <a:pt x="24347" y="19667"/>
                    <a:pt x="24530" y="19971"/>
                  </a:cubicBezTo>
                  <a:cubicBezTo>
                    <a:pt x="24510" y="19981"/>
                    <a:pt x="24492" y="19985"/>
                    <a:pt x="24477" y="19985"/>
                  </a:cubicBezTo>
                  <a:cubicBezTo>
                    <a:pt x="24397" y="19985"/>
                    <a:pt x="24368" y="19874"/>
                    <a:pt x="24317" y="19849"/>
                  </a:cubicBezTo>
                  <a:cubicBezTo>
                    <a:pt x="23709" y="20335"/>
                    <a:pt x="23709" y="20396"/>
                    <a:pt x="23800" y="21247"/>
                  </a:cubicBezTo>
                  <a:lnTo>
                    <a:pt x="23466" y="21065"/>
                  </a:lnTo>
                  <a:lnTo>
                    <a:pt x="23466" y="21065"/>
                  </a:lnTo>
                  <a:cubicBezTo>
                    <a:pt x="23527" y="21338"/>
                    <a:pt x="22341" y="21582"/>
                    <a:pt x="22220" y="22433"/>
                  </a:cubicBezTo>
                  <a:cubicBezTo>
                    <a:pt x="22159" y="22372"/>
                    <a:pt x="22128" y="22311"/>
                    <a:pt x="22128" y="22250"/>
                  </a:cubicBezTo>
                  <a:cubicBezTo>
                    <a:pt x="21977" y="23192"/>
                    <a:pt x="20092" y="23192"/>
                    <a:pt x="20943" y="24256"/>
                  </a:cubicBezTo>
                  <a:lnTo>
                    <a:pt x="20852" y="24925"/>
                  </a:lnTo>
                  <a:cubicBezTo>
                    <a:pt x="20968" y="24815"/>
                    <a:pt x="21051" y="24773"/>
                    <a:pt x="21114" y="24773"/>
                  </a:cubicBezTo>
                  <a:cubicBezTo>
                    <a:pt x="21334" y="24773"/>
                    <a:pt x="21305" y="25296"/>
                    <a:pt x="21561" y="25296"/>
                  </a:cubicBezTo>
                  <a:cubicBezTo>
                    <a:pt x="21577" y="25296"/>
                    <a:pt x="21594" y="25294"/>
                    <a:pt x="21612" y="25290"/>
                  </a:cubicBezTo>
                  <a:lnTo>
                    <a:pt x="21612" y="25290"/>
                  </a:lnTo>
                  <a:cubicBezTo>
                    <a:pt x="21548" y="25418"/>
                    <a:pt x="21340" y="25496"/>
                    <a:pt x="21180" y="25496"/>
                  </a:cubicBezTo>
                  <a:cubicBezTo>
                    <a:pt x="21037" y="25496"/>
                    <a:pt x="20932" y="25433"/>
                    <a:pt x="21004" y="25290"/>
                  </a:cubicBezTo>
                  <a:lnTo>
                    <a:pt x="21095" y="25290"/>
                  </a:lnTo>
                  <a:cubicBezTo>
                    <a:pt x="20992" y="25174"/>
                    <a:pt x="20899" y="25130"/>
                    <a:pt x="20812" y="25130"/>
                  </a:cubicBezTo>
                  <a:cubicBezTo>
                    <a:pt x="20547" y="25130"/>
                    <a:pt x="20343" y="25539"/>
                    <a:pt x="20120" y="25539"/>
                  </a:cubicBezTo>
                  <a:cubicBezTo>
                    <a:pt x="20071" y="25539"/>
                    <a:pt x="20022" y="25519"/>
                    <a:pt x="19970" y="25472"/>
                  </a:cubicBezTo>
                  <a:cubicBezTo>
                    <a:pt x="19636" y="25898"/>
                    <a:pt x="19180" y="26232"/>
                    <a:pt x="18663" y="26414"/>
                  </a:cubicBezTo>
                  <a:cubicBezTo>
                    <a:pt x="18344" y="26483"/>
                    <a:pt x="18008" y="26517"/>
                    <a:pt x="17667" y="26517"/>
                  </a:cubicBezTo>
                  <a:cubicBezTo>
                    <a:pt x="17554" y="26517"/>
                    <a:pt x="17440" y="26513"/>
                    <a:pt x="17326" y="26506"/>
                  </a:cubicBezTo>
                  <a:lnTo>
                    <a:pt x="17326" y="26506"/>
                  </a:lnTo>
                  <a:lnTo>
                    <a:pt x="17478" y="27022"/>
                  </a:lnTo>
                  <a:lnTo>
                    <a:pt x="17083" y="27022"/>
                  </a:lnTo>
                  <a:cubicBezTo>
                    <a:pt x="16992" y="26870"/>
                    <a:pt x="16961" y="26597"/>
                    <a:pt x="17235" y="26597"/>
                  </a:cubicBezTo>
                  <a:cubicBezTo>
                    <a:pt x="17209" y="26533"/>
                    <a:pt x="17174" y="26506"/>
                    <a:pt x="17134" y="26506"/>
                  </a:cubicBezTo>
                  <a:cubicBezTo>
                    <a:pt x="16986" y="26506"/>
                    <a:pt x="16772" y="26872"/>
                    <a:pt x="16748" y="26992"/>
                  </a:cubicBezTo>
                  <a:cubicBezTo>
                    <a:pt x="16171" y="26718"/>
                    <a:pt x="17022" y="26354"/>
                    <a:pt x="16840" y="26323"/>
                  </a:cubicBezTo>
                  <a:lnTo>
                    <a:pt x="16840" y="26323"/>
                  </a:lnTo>
                  <a:lnTo>
                    <a:pt x="16596" y="26354"/>
                  </a:lnTo>
                  <a:lnTo>
                    <a:pt x="16627" y="26445"/>
                  </a:lnTo>
                  <a:cubicBezTo>
                    <a:pt x="16464" y="26608"/>
                    <a:pt x="16398" y="26819"/>
                    <a:pt x="16126" y="26819"/>
                  </a:cubicBezTo>
                  <a:cubicBezTo>
                    <a:pt x="16093" y="26819"/>
                    <a:pt x="16058" y="26816"/>
                    <a:pt x="16019" y="26810"/>
                  </a:cubicBezTo>
                  <a:cubicBezTo>
                    <a:pt x="15806" y="26688"/>
                    <a:pt x="15928" y="26475"/>
                    <a:pt x="15837" y="26445"/>
                  </a:cubicBezTo>
                  <a:cubicBezTo>
                    <a:pt x="15837" y="26384"/>
                    <a:pt x="15837" y="26384"/>
                    <a:pt x="15715" y="26384"/>
                  </a:cubicBezTo>
                  <a:lnTo>
                    <a:pt x="15168" y="26293"/>
                  </a:lnTo>
                  <a:lnTo>
                    <a:pt x="15320" y="26749"/>
                  </a:lnTo>
                  <a:cubicBezTo>
                    <a:pt x="15047" y="26930"/>
                    <a:pt x="14805" y="26660"/>
                    <a:pt x="14983" y="27168"/>
                  </a:cubicBezTo>
                  <a:lnTo>
                    <a:pt x="14983" y="27168"/>
                  </a:lnTo>
                  <a:cubicBezTo>
                    <a:pt x="14703" y="26385"/>
                    <a:pt x="12949" y="26566"/>
                    <a:pt x="12767" y="26293"/>
                  </a:cubicBezTo>
                  <a:cubicBezTo>
                    <a:pt x="12584" y="26384"/>
                    <a:pt x="12387" y="26430"/>
                    <a:pt x="12189" y="26430"/>
                  </a:cubicBezTo>
                  <a:cubicBezTo>
                    <a:pt x="11992" y="26430"/>
                    <a:pt x="11794" y="26384"/>
                    <a:pt x="11612" y="26293"/>
                  </a:cubicBezTo>
                  <a:lnTo>
                    <a:pt x="11612" y="26293"/>
                  </a:lnTo>
                  <a:cubicBezTo>
                    <a:pt x="11691" y="26398"/>
                    <a:pt x="11655" y="26778"/>
                    <a:pt x="11427" y="26778"/>
                  </a:cubicBezTo>
                  <a:cubicBezTo>
                    <a:pt x="11392" y="26778"/>
                    <a:pt x="11352" y="26769"/>
                    <a:pt x="11308" y="26749"/>
                  </a:cubicBezTo>
                  <a:cubicBezTo>
                    <a:pt x="11663" y="25860"/>
                    <a:pt x="10777" y="26155"/>
                    <a:pt x="10648" y="25468"/>
                  </a:cubicBezTo>
                  <a:lnTo>
                    <a:pt x="10648" y="25468"/>
                  </a:lnTo>
                  <a:cubicBezTo>
                    <a:pt x="10655" y="25594"/>
                    <a:pt x="10557" y="25622"/>
                    <a:pt x="10426" y="25622"/>
                  </a:cubicBezTo>
                  <a:cubicBezTo>
                    <a:pt x="10324" y="25622"/>
                    <a:pt x="10202" y="25605"/>
                    <a:pt x="10092" y="25605"/>
                  </a:cubicBezTo>
                  <a:cubicBezTo>
                    <a:pt x="9888" y="25605"/>
                    <a:pt x="9727" y="25662"/>
                    <a:pt x="9818" y="25989"/>
                  </a:cubicBezTo>
                  <a:cubicBezTo>
                    <a:pt x="9545" y="25837"/>
                    <a:pt x="9909" y="25624"/>
                    <a:pt x="9757" y="25351"/>
                  </a:cubicBezTo>
                  <a:lnTo>
                    <a:pt x="9757" y="25351"/>
                  </a:lnTo>
                  <a:cubicBezTo>
                    <a:pt x="9693" y="25363"/>
                    <a:pt x="9629" y="25368"/>
                    <a:pt x="9566" y="25368"/>
                  </a:cubicBezTo>
                  <a:cubicBezTo>
                    <a:pt x="8830" y="25368"/>
                    <a:pt x="8201" y="24607"/>
                    <a:pt x="7417" y="24439"/>
                  </a:cubicBezTo>
                  <a:cubicBezTo>
                    <a:pt x="7356" y="24560"/>
                    <a:pt x="7417" y="24834"/>
                    <a:pt x="7174" y="24925"/>
                  </a:cubicBezTo>
                  <a:lnTo>
                    <a:pt x="6961" y="24135"/>
                  </a:lnTo>
                  <a:cubicBezTo>
                    <a:pt x="6833" y="24135"/>
                    <a:pt x="6676" y="24448"/>
                    <a:pt x="6541" y="24448"/>
                  </a:cubicBezTo>
                  <a:cubicBezTo>
                    <a:pt x="6483" y="24448"/>
                    <a:pt x="6429" y="24390"/>
                    <a:pt x="6384" y="24226"/>
                  </a:cubicBezTo>
                  <a:cubicBezTo>
                    <a:pt x="6384" y="24348"/>
                    <a:pt x="6384" y="24530"/>
                    <a:pt x="6262" y="24530"/>
                  </a:cubicBezTo>
                  <a:cubicBezTo>
                    <a:pt x="5624" y="23952"/>
                    <a:pt x="4803" y="23679"/>
                    <a:pt x="4013" y="23375"/>
                  </a:cubicBezTo>
                  <a:cubicBezTo>
                    <a:pt x="3222" y="23071"/>
                    <a:pt x="2554" y="22706"/>
                    <a:pt x="2736" y="22098"/>
                  </a:cubicBezTo>
                  <a:cubicBezTo>
                    <a:pt x="2736" y="22007"/>
                    <a:pt x="2797" y="21946"/>
                    <a:pt x="2827" y="21855"/>
                  </a:cubicBezTo>
                  <a:lnTo>
                    <a:pt x="2827" y="21855"/>
                  </a:lnTo>
                  <a:cubicBezTo>
                    <a:pt x="2727" y="21972"/>
                    <a:pt x="2663" y="22016"/>
                    <a:pt x="2621" y="22016"/>
                  </a:cubicBezTo>
                  <a:cubicBezTo>
                    <a:pt x="2587" y="22016"/>
                    <a:pt x="2567" y="21987"/>
                    <a:pt x="2554" y="21946"/>
                  </a:cubicBezTo>
                  <a:cubicBezTo>
                    <a:pt x="2523" y="22007"/>
                    <a:pt x="2250" y="22068"/>
                    <a:pt x="2098" y="22129"/>
                  </a:cubicBezTo>
                  <a:cubicBezTo>
                    <a:pt x="2189" y="21916"/>
                    <a:pt x="2310" y="21733"/>
                    <a:pt x="2432" y="21521"/>
                  </a:cubicBezTo>
                  <a:cubicBezTo>
                    <a:pt x="1915" y="21521"/>
                    <a:pt x="2341" y="20882"/>
                    <a:pt x="1885" y="20822"/>
                  </a:cubicBezTo>
                  <a:lnTo>
                    <a:pt x="1885" y="20822"/>
                  </a:lnTo>
                  <a:lnTo>
                    <a:pt x="1976" y="21034"/>
                  </a:lnTo>
                  <a:cubicBezTo>
                    <a:pt x="1884" y="20986"/>
                    <a:pt x="1789" y="20965"/>
                    <a:pt x="1694" y="20965"/>
                  </a:cubicBezTo>
                  <a:cubicBezTo>
                    <a:pt x="1192" y="20965"/>
                    <a:pt x="648" y="21530"/>
                    <a:pt x="61" y="21582"/>
                  </a:cubicBezTo>
                  <a:cubicBezTo>
                    <a:pt x="365" y="21764"/>
                    <a:pt x="213" y="22007"/>
                    <a:pt x="92" y="22402"/>
                  </a:cubicBezTo>
                  <a:cubicBezTo>
                    <a:pt x="0" y="22797"/>
                    <a:pt x="0" y="23284"/>
                    <a:pt x="487" y="23466"/>
                  </a:cubicBezTo>
                  <a:cubicBezTo>
                    <a:pt x="517" y="23496"/>
                    <a:pt x="578" y="23496"/>
                    <a:pt x="639" y="23496"/>
                  </a:cubicBezTo>
                  <a:cubicBezTo>
                    <a:pt x="627" y="23594"/>
                    <a:pt x="576" y="23613"/>
                    <a:pt x="513" y="23613"/>
                  </a:cubicBezTo>
                  <a:cubicBezTo>
                    <a:pt x="471" y="23613"/>
                    <a:pt x="424" y="23605"/>
                    <a:pt x="380" y="23605"/>
                  </a:cubicBezTo>
                  <a:cubicBezTo>
                    <a:pt x="325" y="23605"/>
                    <a:pt x="274" y="23618"/>
                    <a:pt x="244" y="23679"/>
                  </a:cubicBezTo>
                  <a:cubicBezTo>
                    <a:pt x="639" y="23679"/>
                    <a:pt x="821" y="23861"/>
                    <a:pt x="1034" y="24256"/>
                  </a:cubicBezTo>
                  <a:lnTo>
                    <a:pt x="943" y="24287"/>
                  </a:lnTo>
                  <a:cubicBezTo>
                    <a:pt x="1490" y="24743"/>
                    <a:pt x="1794" y="24986"/>
                    <a:pt x="2128" y="25259"/>
                  </a:cubicBezTo>
                  <a:cubicBezTo>
                    <a:pt x="2462" y="25594"/>
                    <a:pt x="2827" y="25898"/>
                    <a:pt x="3222" y="26171"/>
                  </a:cubicBezTo>
                  <a:lnTo>
                    <a:pt x="3283" y="25807"/>
                  </a:lnTo>
                  <a:cubicBezTo>
                    <a:pt x="3496" y="25958"/>
                    <a:pt x="3496" y="26080"/>
                    <a:pt x="3557" y="26202"/>
                  </a:cubicBezTo>
                  <a:cubicBezTo>
                    <a:pt x="4043" y="25807"/>
                    <a:pt x="2949" y="25867"/>
                    <a:pt x="3435" y="25442"/>
                  </a:cubicBezTo>
                  <a:lnTo>
                    <a:pt x="3435" y="25442"/>
                  </a:lnTo>
                  <a:cubicBezTo>
                    <a:pt x="3435" y="26262"/>
                    <a:pt x="4955" y="26141"/>
                    <a:pt x="4833" y="26962"/>
                  </a:cubicBezTo>
                  <a:cubicBezTo>
                    <a:pt x="4878" y="26980"/>
                    <a:pt x="4913" y="26988"/>
                    <a:pt x="4940" y="26988"/>
                  </a:cubicBezTo>
                  <a:cubicBezTo>
                    <a:pt x="5110" y="26988"/>
                    <a:pt x="4976" y="26670"/>
                    <a:pt x="5145" y="26670"/>
                  </a:cubicBezTo>
                  <a:cubicBezTo>
                    <a:pt x="5167" y="26670"/>
                    <a:pt x="5195" y="26676"/>
                    <a:pt x="5228" y="26688"/>
                  </a:cubicBezTo>
                  <a:lnTo>
                    <a:pt x="5228" y="26931"/>
                  </a:lnTo>
                  <a:lnTo>
                    <a:pt x="5411" y="26718"/>
                  </a:lnTo>
                  <a:cubicBezTo>
                    <a:pt x="5593" y="26870"/>
                    <a:pt x="5654" y="27114"/>
                    <a:pt x="5593" y="27326"/>
                  </a:cubicBezTo>
                  <a:cubicBezTo>
                    <a:pt x="5571" y="27304"/>
                    <a:pt x="5540" y="27298"/>
                    <a:pt x="5507" y="27298"/>
                  </a:cubicBezTo>
                  <a:cubicBezTo>
                    <a:pt x="5471" y="27298"/>
                    <a:pt x="5432" y="27305"/>
                    <a:pt x="5399" y="27305"/>
                  </a:cubicBezTo>
                  <a:cubicBezTo>
                    <a:pt x="5381" y="27305"/>
                    <a:pt x="5364" y="27303"/>
                    <a:pt x="5350" y="27296"/>
                  </a:cubicBezTo>
                  <a:lnTo>
                    <a:pt x="5350" y="27296"/>
                  </a:lnTo>
                  <a:cubicBezTo>
                    <a:pt x="5523" y="27671"/>
                    <a:pt x="6133" y="27553"/>
                    <a:pt x="6274" y="27644"/>
                  </a:cubicBezTo>
                  <a:lnTo>
                    <a:pt x="6274" y="27644"/>
                  </a:lnTo>
                  <a:lnTo>
                    <a:pt x="5988" y="27387"/>
                  </a:lnTo>
                  <a:lnTo>
                    <a:pt x="5988" y="27387"/>
                  </a:lnTo>
                  <a:cubicBezTo>
                    <a:pt x="6900" y="27548"/>
                    <a:pt x="7858" y="28087"/>
                    <a:pt x="8802" y="28087"/>
                  </a:cubicBezTo>
                  <a:cubicBezTo>
                    <a:pt x="8928" y="28087"/>
                    <a:pt x="9054" y="28077"/>
                    <a:pt x="9180" y="28056"/>
                  </a:cubicBezTo>
                  <a:lnTo>
                    <a:pt x="9150" y="27873"/>
                  </a:lnTo>
                  <a:cubicBezTo>
                    <a:pt x="9221" y="27865"/>
                    <a:pt x="9284" y="27861"/>
                    <a:pt x="9339" y="27861"/>
                  </a:cubicBezTo>
                  <a:cubicBezTo>
                    <a:pt x="9899" y="27861"/>
                    <a:pt x="9740" y="28244"/>
                    <a:pt x="10487" y="28299"/>
                  </a:cubicBezTo>
                  <a:lnTo>
                    <a:pt x="10457" y="28329"/>
                  </a:lnTo>
                  <a:cubicBezTo>
                    <a:pt x="10578" y="28248"/>
                    <a:pt x="10727" y="28208"/>
                    <a:pt x="10875" y="28208"/>
                  </a:cubicBezTo>
                  <a:cubicBezTo>
                    <a:pt x="10950" y="28208"/>
                    <a:pt x="11024" y="28218"/>
                    <a:pt x="11095" y="28238"/>
                  </a:cubicBezTo>
                  <a:cubicBezTo>
                    <a:pt x="10852" y="28390"/>
                    <a:pt x="11399" y="28694"/>
                    <a:pt x="11095" y="28846"/>
                  </a:cubicBezTo>
                  <a:cubicBezTo>
                    <a:pt x="11946" y="28694"/>
                    <a:pt x="11520" y="28664"/>
                    <a:pt x="12189" y="28177"/>
                  </a:cubicBezTo>
                  <a:lnTo>
                    <a:pt x="12250" y="28481"/>
                  </a:lnTo>
                  <a:cubicBezTo>
                    <a:pt x="12463" y="28269"/>
                    <a:pt x="12493" y="28147"/>
                    <a:pt x="12919" y="28147"/>
                  </a:cubicBezTo>
                  <a:cubicBezTo>
                    <a:pt x="12523" y="28329"/>
                    <a:pt x="13101" y="28603"/>
                    <a:pt x="12675" y="28846"/>
                  </a:cubicBezTo>
                  <a:cubicBezTo>
                    <a:pt x="12881" y="29060"/>
                    <a:pt x="13076" y="29122"/>
                    <a:pt x="13257" y="29122"/>
                  </a:cubicBezTo>
                  <a:cubicBezTo>
                    <a:pt x="13508" y="29122"/>
                    <a:pt x="13731" y="29001"/>
                    <a:pt x="13909" y="29001"/>
                  </a:cubicBezTo>
                  <a:cubicBezTo>
                    <a:pt x="14058" y="29001"/>
                    <a:pt x="14177" y="29085"/>
                    <a:pt x="14256" y="29393"/>
                  </a:cubicBezTo>
                  <a:cubicBezTo>
                    <a:pt x="14773" y="28694"/>
                    <a:pt x="13587" y="28876"/>
                    <a:pt x="13830" y="28724"/>
                  </a:cubicBezTo>
                  <a:cubicBezTo>
                    <a:pt x="13731" y="28501"/>
                    <a:pt x="14079" y="28297"/>
                    <a:pt x="14342" y="28297"/>
                  </a:cubicBezTo>
                  <a:cubicBezTo>
                    <a:pt x="14401" y="28297"/>
                    <a:pt x="14455" y="28307"/>
                    <a:pt x="14499" y="28329"/>
                  </a:cubicBezTo>
                  <a:cubicBezTo>
                    <a:pt x="14742" y="28390"/>
                    <a:pt x="14803" y="29363"/>
                    <a:pt x="15502" y="29424"/>
                  </a:cubicBezTo>
                  <a:cubicBezTo>
                    <a:pt x="15454" y="29424"/>
                    <a:pt x="15424" y="29462"/>
                    <a:pt x="15384" y="29462"/>
                  </a:cubicBezTo>
                  <a:cubicBezTo>
                    <a:pt x="15373" y="29462"/>
                    <a:pt x="15362" y="29460"/>
                    <a:pt x="15350" y="29454"/>
                  </a:cubicBezTo>
                  <a:lnTo>
                    <a:pt x="15350" y="29454"/>
                  </a:lnTo>
                  <a:cubicBezTo>
                    <a:pt x="15410" y="29514"/>
                    <a:pt x="15474" y="29533"/>
                    <a:pt x="15541" y="29533"/>
                  </a:cubicBezTo>
                  <a:cubicBezTo>
                    <a:pt x="15660" y="29533"/>
                    <a:pt x="15788" y="29472"/>
                    <a:pt x="15920" y="29472"/>
                  </a:cubicBezTo>
                  <a:cubicBezTo>
                    <a:pt x="16012" y="29472"/>
                    <a:pt x="16107" y="29502"/>
                    <a:pt x="16201" y="29606"/>
                  </a:cubicBezTo>
                  <a:cubicBezTo>
                    <a:pt x="16295" y="29405"/>
                    <a:pt x="16389" y="29393"/>
                    <a:pt x="16472" y="29393"/>
                  </a:cubicBezTo>
                  <a:cubicBezTo>
                    <a:pt x="16484" y="29393"/>
                    <a:pt x="16495" y="29393"/>
                    <a:pt x="16505" y="29393"/>
                  </a:cubicBezTo>
                  <a:cubicBezTo>
                    <a:pt x="16596" y="29393"/>
                    <a:pt x="16672" y="29378"/>
                    <a:pt x="16718" y="29089"/>
                  </a:cubicBezTo>
                  <a:lnTo>
                    <a:pt x="16718" y="29089"/>
                  </a:lnTo>
                  <a:cubicBezTo>
                    <a:pt x="16505" y="29120"/>
                    <a:pt x="16262" y="29150"/>
                    <a:pt x="16049" y="29180"/>
                  </a:cubicBezTo>
                  <a:cubicBezTo>
                    <a:pt x="16345" y="29057"/>
                    <a:pt x="16662" y="28613"/>
                    <a:pt x="17095" y="28613"/>
                  </a:cubicBezTo>
                  <a:cubicBezTo>
                    <a:pt x="17196" y="28613"/>
                    <a:pt x="17303" y="28637"/>
                    <a:pt x="17417" y="28694"/>
                  </a:cubicBezTo>
                  <a:cubicBezTo>
                    <a:pt x="17326" y="28876"/>
                    <a:pt x="17204" y="28998"/>
                    <a:pt x="17022" y="29089"/>
                  </a:cubicBezTo>
                  <a:cubicBezTo>
                    <a:pt x="17068" y="29135"/>
                    <a:pt x="17113" y="29150"/>
                    <a:pt x="17159" y="29150"/>
                  </a:cubicBezTo>
                  <a:cubicBezTo>
                    <a:pt x="17251" y="29150"/>
                    <a:pt x="17345" y="29089"/>
                    <a:pt x="17445" y="29089"/>
                  </a:cubicBezTo>
                  <a:cubicBezTo>
                    <a:pt x="17495" y="29089"/>
                    <a:pt x="17546" y="29104"/>
                    <a:pt x="17600" y="29150"/>
                  </a:cubicBezTo>
                  <a:cubicBezTo>
                    <a:pt x="17569" y="29758"/>
                    <a:pt x="16718" y="29302"/>
                    <a:pt x="16293" y="29697"/>
                  </a:cubicBezTo>
                  <a:cubicBezTo>
                    <a:pt x="16328" y="29750"/>
                    <a:pt x="16382" y="29769"/>
                    <a:pt x="16444" y="29769"/>
                  </a:cubicBezTo>
                  <a:cubicBezTo>
                    <a:pt x="16589" y="29769"/>
                    <a:pt x="16779" y="29667"/>
                    <a:pt x="16881" y="29667"/>
                  </a:cubicBezTo>
                  <a:cubicBezTo>
                    <a:pt x="16957" y="29667"/>
                    <a:pt x="16984" y="29724"/>
                    <a:pt x="16908" y="29921"/>
                  </a:cubicBezTo>
                  <a:lnTo>
                    <a:pt x="16908" y="29921"/>
                  </a:lnTo>
                  <a:cubicBezTo>
                    <a:pt x="17017" y="29648"/>
                    <a:pt x="17143" y="29590"/>
                    <a:pt x="17295" y="29590"/>
                  </a:cubicBezTo>
                  <a:cubicBezTo>
                    <a:pt x="17352" y="29590"/>
                    <a:pt x="17413" y="29598"/>
                    <a:pt x="17478" y="29606"/>
                  </a:cubicBezTo>
                  <a:cubicBezTo>
                    <a:pt x="17554" y="29629"/>
                    <a:pt x="17630" y="29640"/>
                    <a:pt x="17704" y="29640"/>
                  </a:cubicBezTo>
                  <a:cubicBezTo>
                    <a:pt x="17924" y="29640"/>
                    <a:pt x="18124" y="29538"/>
                    <a:pt x="18238" y="29332"/>
                  </a:cubicBezTo>
                  <a:lnTo>
                    <a:pt x="18238" y="29697"/>
                  </a:lnTo>
                  <a:cubicBezTo>
                    <a:pt x="18329" y="29636"/>
                    <a:pt x="18511" y="29424"/>
                    <a:pt x="18663" y="29393"/>
                  </a:cubicBezTo>
                  <a:lnTo>
                    <a:pt x="18663" y="29393"/>
                  </a:lnTo>
                  <a:cubicBezTo>
                    <a:pt x="18603" y="29576"/>
                    <a:pt x="18511" y="29758"/>
                    <a:pt x="18451" y="29910"/>
                  </a:cubicBezTo>
                  <a:cubicBezTo>
                    <a:pt x="18616" y="29744"/>
                    <a:pt x="18800" y="29726"/>
                    <a:pt x="19017" y="29726"/>
                  </a:cubicBezTo>
                  <a:cubicBezTo>
                    <a:pt x="19078" y="29726"/>
                    <a:pt x="19143" y="29728"/>
                    <a:pt x="19211" y="29728"/>
                  </a:cubicBezTo>
                  <a:cubicBezTo>
                    <a:pt x="19295" y="29756"/>
                    <a:pt x="19383" y="29769"/>
                    <a:pt x="19470" y="29769"/>
                  </a:cubicBezTo>
                  <a:cubicBezTo>
                    <a:pt x="19664" y="29769"/>
                    <a:pt x="19854" y="29701"/>
                    <a:pt x="20001" y="29576"/>
                  </a:cubicBezTo>
                  <a:lnTo>
                    <a:pt x="20001" y="29576"/>
                  </a:lnTo>
                  <a:cubicBezTo>
                    <a:pt x="19770" y="29678"/>
                    <a:pt x="19620" y="29716"/>
                    <a:pt x="19522" y="29716"/>
                  </a:cubicBezTo>
                  <a:cubicBezTo>
                    <a:pt x="19387" y="29716"/>
                    <a:pt x="19350" y="29646"/>
                    <a:pt x="19332" y="29576"/>
                  </a:cubicBezTo>
                  <a:cubicBezTo>
                    <a:pt x="19302" y="29424"/>
                    <a:pt x="19332" y="29241"/>
                    <a:pt x="19089" y="29180"/>
                  </a:cubicBezTo>
                  <a:cubicBezTo>
                    <a:pt x="19354" y="28962"/>
                    <a:pt x="19539" y="28888"/>
                    <a:pt x="19702" y="28888"/>
                  </a:cubicBezTo>
                  <a:cubicBezTo>
                    <a:pt x="19856" y="28888"/>
                    <a:pt x="19990" y="28954"/>
                    <a:pt x="20153" y="29028"/>
                  </a:cubicBezTo>
                  <a:cubicBezTo>
                    <a:pt x="20291" y="29103"/>
                    <a:pt x="20448" y="29140"/>
                    <a:pt x="20605" y="29140"/>
                  </a:cubicBezTo>
                  <a:cubicBezTo>
                    <a:pt x="20895" y="29140"/>
                    <a:pt x="21186" y="29014"/>
                    <a:pt x="21364" y="28761"/>
                  </a:cubicBezTo>
                  <a:lnTo>
                    <a:pt x="21364" y="28761"/>
                  </a:lnTo>
                  <a:cubicBezTo>
                    <a:pt x="21296" y="28855"/>
                    <a:pt x="21108" y="28923"/>
                    <a:pt x="20967" y="28923"/>
                  </a:cubicBezTo>
                  <a:cubicBezTo>
                    <a:pt x="20840" y="28923"/>
                    <a:pt x="20750" y="28867"/>
                    <a:pt x="20821" y="28724"/>
                  </a:cubicBezTo>
                  <a:cubicBezTo>
                    <a:pt x="21095" y="28573"/>
                    <a:pt x="21399" y="28512"/>
                    <a:pt x="21703" y="28512"/>
                  </a:cubicBezTo>
                  <a:cubicBezTo>
                    <a:pt x="22280" y="27843"/>
                    <a:pt x="21369" y="28329"/>
                    <a:pt x="21460" y="27904"/>
                  </a:cubicBezTo>
                  <a:lnTo>
                    <a:pt x="21460" y="27904"/>
                  </a:lnTo>
                  <a:cubicBezTo>
                    <a:pt x="21512" y="27916"/>
                    <a:pt x="21556" y="27922"/>
                    <a:pt x="21592" y="27922"/>
                  </a:cubicBezTo>
                  <a:cubicBezTo>
                    <a:pt x="21913" y="27922"/>
                    <a:pt x="21651" y="27472"/>
                    <a:pt x="21733" y="27144"/>
                  </a:cubicBezTo>
                  <a:lnTo>
                    <a:pt x="21733" y="27144"/>
                  </a:lnTo>
                  <a:lnTo>
                    <a:pt x="22007" y="27387"/>
                  </a:lnTo>
                  <a:cubicBezTo>
                    <a:pt x="22736" y="26901"/>
                    <a:pt x="21581" y="26749"/>
                    <a:pt x="22250" y="26354"/>
                  </a:cubicBezTo>
                  <a:lnTo>
                    <a:pt x="22250" y="26354"/>
                  </a:lnTo>
                  <a:lnTo>
                    <a:pt x="22463" y="26901"/>
                  </a:lnTo>
                  <a:lnTo>
                    <a:pt x="22584" y="26536"/>
                  </a:lnTo>
                  <a:lnTo>
                    <a:pt x="22858" y="26840"/>
                  </a:lnTo>
                  <a:cubicBezTo>
                    <a:pt x="22858" y="26354"/>
                    <a:pt x="22980" y="26323"/>
                    <a:pt x="23314" y="26080"/>
                  </a:cubicBezTo>
                  <a:cubicBezTo>
                    <a:pt x="23010" y="25989"/>
                    <a:pt x="22888" y="25624"/>
                    <a:pt x="23040" y="25351"/>
                  </a:cubicBezTo>
                  <a:cubicBezTo>
                    <a:pt x="23054" y="25349"/>
                    <a:pt x="23067" y="25349"/>
                    <a:pt x="23079" y="25349"/>
                  </a:cubicBezTo>
                  <a:cubicBezTo>
                    <a:pt x="23252" y="25349"/>
                    <a:pt x="23272" y="25467"/>
                    <a:pt x="23320" y="25467"/>
                  </a:cubicBezTo>
                  <a:cubicBezTo>
                    <a:pt x="23351" y="25467"/>
                    <a:pt x="23394" y="25419"/>
                    <a:pt x="23496" y="25259"/>
                  </a:cubicBezTo>
                  <a:lnTo>
                    <a:pt x="23496" y="25259"/>
                  </a:lnTo>
                  <a:cubicBezTo>
                    <a:pt x="23606" y="25479"/>
                    <a:pt x="23716" y="25724"/>
                    <a:pt x="23467" y="25724"/>
                  </a:cubicBezTo>
                  <a:cubicBezTo>
                    <a:pt x="23440" y="25724"/>
                    <a:pt x="23410" y="25721"/>
                    <a:pt x="23375" y="25715"/>
                  </a:cubicBezTo>
                  <a:lnTo>
                    <a:pt x="23375" y="25715"/>
                  </a:lnTo>
                  <a:cubicBezTo>
                    <a:pt x="23436" y="25807"/>
                    <a:pt x="23466" y="25958"/>
                    <a:pt x="23557" y="26019"/>
                  </a:cubicBezTo>
                  <a:cubicBezTo>
                    <a:pt x="23891" y="25989"/>
                    <a:pt x="23983" y="25594"/>
                    <a:pt x="24104" y="25442"/>
                  </a:cubicBezTo>
                  <a:lnTo>
                    <a:pt x="24104" y="25442"/>
                  </a:lnTo>
                  <a:cubicBezTo>
                    <a:pt x="24043" y="25503"/>
                    <a:pt x="23983" y="25533"/>
                    <a:pt x="23891" y="25533"/>
                  </a:cubicBezTo>
                  <a:lnTo>
                    <a:pt x="23952" y="24682"/>
                  </a:lnTo>
                  <a:cubicBezTo>
                    <a:pt x="24135" y="24682"/>
                    <a:pt x="24165" y="24803"/>
                    <a:pt x="24195" y="24955"/>
                  </a:cubicBezTo>
                  <a:cubicBezTo>
                    <a:pt x="24256" y="24803"/>
                    <a:pt x="24195" y="24651"/>
                    <a:pt x="24287" y="24439"/>
                  </a:cubicBezTo>
                  <a:cubicBezTo>
                    <a:pt x="24499" y="24682"/>
                    <a:pt x="24743" y="24864"/>
                    <a:pt x="24682" y="25168"/>
                  </a:cubicBezTo>
                  <a:lnTo>
                    <a:pt x="24834" y="24439"/>
                  </a:lnTo>
                  <a:cubicBezTo>
                    <a:pt x="24862" y="24453"/>
                    <a:pt x="24905" y="24457"/>
                    <a:pt x="24953" y="24457"/>
                  </a:cubicBezTo>
                  <a:cubicBezTo>
                    <a:pt x="25020" y="24457"/>
                    <a:pt x="25098" y="24449"/>
                    <a:pt x="25167" y="24449"/>
                  </a:cubicBezTo>
                  <a:cubicBezTo>
                    <a:pt x="25260" y="24449"/>
                    <a:pt x="25337" y="24464"/>
                    <a:pt x="25350" y="24530"/>
                  </a:cubicBezTo>
                  <a:cubicBezTo>
                    <a:pt x="25746" y="24348"/>
                    <a:pt x="25472" y="23436"/>
                    <a:pt x="25958" y="23192"/>
                  </a:cubicBezTo>
                  <a:cubicBezTo>
                    <a:pt x="25928" y="23101"/>
                    <a:pt x="25928" y="23010"/>
                    <a:pt x="25958" y="22949"/>
                  </a:cubicBezTo>
                  <a:cubicBezTo>
                    <a:pt x="26293" y="22615"/>
                    <a:pt x="26840" y="22493"/>
                    <a:pt x="26840" y="21794"/>
                  </a:cubicBezTo>
                  <a:lnTo>
                    <a:pt x="27448" y="21825"/>
                  </a:lnTo>
                  <a:cubicBezTo>
                    <a:pt x="27630" y="21399"/>
                    <a:pt x="26657" y="21794"/>
                    <a:pt x="26931" y="21095"/>
                  </a:cubicBezTo>
                  <a:cubicBezTo>
                    <a:pt x="26978" y="20927"/>
                    <a:pt x="27041" y="20871"/>
                    <a:pt x="27114" y="20871"/>
                  </a:cubicBezTo>
                  <a:cubicBezTo>
                    <a:pt x="27261" y="20871"/>
                    <a:pt x="27442" y="21104"/>
                    <a:pt x="27585" y="21104"/>
                  </a:cubicBezTo>
                  <a:cubicBezTo>
                    <a:pt x="27600" y="21104"/>
                    <a:pt x="27615" y="21101"/>
                    <a:pt x="27630" y="21095"/>
                  </a:cubicBezTo>
                  <a:cubicBezTo>
                    <a:pt x="27569" y="20730"/>
                    <a:pt x="27357" y="20062"/>
                    <a:pt x="27995" y="19879"/>
                  </a:cubicBezTo>
                  <a:lnTo>
                    <a:pt x="27995" y="19879"/>
                  </a:lnTo>
                  <a:cubicBezTo>
                    <a:pt x="27964" y="20153"/>
                    <a:pt x="27812" y="20183"/>
                    <a:pt x="27782" y="20335"/>
                  </a:cubicBezTo>
                  <a:lnTo>
                    <a:pt x="28238" y="20183"/>
                  </a:lnTo>
                  <a:lnTo>
                    <a:pt x="28238" y="20183"/>
                  </a:lnTo>
                  <a:cubicBezTo>
                    <a:pt x="28372" y="20746"/>
                    <a:pt x="28128" y="20954"/>
                    <a:pt x="28443" y="20954"/>
                  </a:cubicBezTo>
                  <a:cubicBezTo>
                    <a:pt x="28485" y="20954"/>
                    <a:pt x="28538" y="20950"/>
                    <a:pt x="28603" y="20943"/>
                  </a:cubicBezTo>
                  <a:cubicBezTo>
                    <a:pt x="27782" y="20366"/>
                    <a:pt x="29302" y="19606"/>
                    <a:pt x="28451" y="19028"/>
                  </a:cubicBezTo>
                  <a:lnTo>
                    <a:pt x="28755" y="18937"/>
                  </a:lnTo>
                  <a:lnTo>
                    <a:pt x="28755" y="18937"/>
                  </a:lnTo>
                  <a:cubicBezTo>
                    <a:pt x="28724" y="18998"/>
                    <a:pt x="28755" y="19028"/>
                    <a:pt x="28724" y="19089"/>
                  </a:cubicBezTo>
                  <a:cubicBezTo>
                    <a:pt x="29393" y="18876"/>
                    <a:pt x="28268" y="18390"/>
                    <a:pt x="28664" y="17934"/>
                  </a:cubicBezTo>
                  <a:cubicBezTo>
                    <a:pt x="28772" y="17862"/>
                    <a:pt x="28891" y="17801"/>
                    <a:pt x="28976" y="17801"/>
                  </a:cubicBezTo>
                  <a:cubicBezTo>
                    <a:pt x="29034" y="17801"/>
                    <a:pt x="29077" y="17829"/>
                    <a:pt x="29089" y="17904"/>
                  </a:cubicBezTo>
                  <a:lnTo>
                    <a:pt x="29089" y="17357"/>
                  </a:lnTo>
                  <a:cubicBezTo>
                    <a:pt x="29117" y="17320"/>
                    <a:pt x="29147" y="17305"/>
                    <a:pt x="29174" y="17305"/>
                  </a:cubicBezTo>
                  <a:cubicBezTo>
                    <a:pt x="29222" y="17305"/>
                    <a:pt x="29261" y="17351"/>
                    <a:pt x="29257" y="17401"/>
                  </a:cubicBezTo>
                  <a:lnTo>
                    <a:pt x="29257" y="17401"/>
                  </a:lnTo>
                  <a:lnTo>
                    <a:pt x="29484" y="16749"/>
                  </a:lnTo>
                  <a:lnTo>
                    <a:pt x="29515" y="16749"/>
                  </a:lnTo>
                  <a:cubicBezTo>
                    <a:pt x="29393" y="16536"/>
                    <a:pt x="29302" y="16323"/>
                    <a:pt x="29211" y="16110"/>
                  </a:cubicBezTo>
                  <a:cubicBezTo>
                    <a:pt x="29247" y="16086"/>
                    <a:pt x="29271" y="16076"/>
                    <a:pt x="29288" y="16076"/>
                  </a:cubicBezTo>
                  <a:cubicBezTo>
                    <a:pt x="29354" y="16076"/>
                    <a:pt x="29296" y="16232"/>
                    <a:pt x="29393" y="16232"/>
                  </a:cubicBezTo>
                  <a:lnTo>
                    <a:pt x="29332" y="15746"/>
                  </a:lnTo>
                  <a:cubicBezTo>
                    <a:pt x="29352" y="15742"/>
                    <a:pt x="29371" y="15740"/>
                    <a:pt x="29390" y="15740"/>
                  </a:cubicBezTo>
                  <a:cubicBezTo>
                    <a:pt x="29651" y="15740"/>
                    <a:pt x="29748" y="16126"/>
                    <a:pt x="29606" y="16353"/>
                  </a:cubicBezTo>
                  <a:cubicBezTo>
                    <a:pt x="30153" y="16353"/>
                    <a:pt x="30123" y="16262"/>
                    <a:pt x="30062" y="16080"/>
                  </a:cubicBezTo>
                  <a:cubicBezTo>
                    <a:pt x="30001" y="15898"/>
                    <a:pt x="29940" y="15654"/>
                    <a:pt x="30335" y="15320"/>
                  </a:cubicBezTo>
                  <a:lnTo>
                    <a:pt x="30335" y="15776"/>
                  </a:lnTo>
                  <a:cubicBezTo>
                    <a:pt x="30943" y="15654"/>
                    <a:pt x="30852" y="15259"/>
                    <a:pt x="31338" y="14864"/>
                  </a:cubicBezTo>
                  <a:lnTo>
                    <a:pt x="31338" y="14864"/>
                  </a:lnTo>
                  <a:cubicBezTo>
                    <a:pt x="31189" y="14928"/>
                    <a:pt x="30677" y="15279"/>
                    <a:pt x="30355" y="15279"/>
                  </a:cubicBezTo>
                  <a:cubicBezTo>
                    <a:pt x="30220" y="15279"/>
                    <a:pt x="30119" y="15217"/>
                    <a:pt x="30092" y="15046"/>
                  </a:cubicBezTo>
                  <a:cubicBezTo>
                    <a:pt x="30244" y="14894"/>
                    <a:pt x="30275" y="14651"/>
                    <a:pt x="30153" y="14469"/>
                  </a:cubicBezTo>
                  <a:lnTo>
                    <a:pt x="30153" y="14469"/>
                  </a:lnTo>
                  <a:cubicBezTo>
                    <a:pt x="30194" y="14480"/>
                    <a:pt x="30229" y="14485"/>
                    <a:pt x="30260" y="14485"/>
                  </a:cubicBezTo>
                  <a:cubicBezTo>
                    <a:pt x="30481" y="14485"/>
                    <a:pt x="30461" y="14215"/>
                    <a:pt x="30487" y="13922"/>
                  </a:cubicBezTo>
                  <a:lnTo>
                    <a:pt x="30943" y="14013"/>
                  </a:lnTo>
                  <a:cubicBezTo>
                    <a:pt x="30882" y="13618"/>
                    <a:pt x="30639" y="13648"/>
                    <a:pt x="30457" y="13375"/>
                  </a:cubicBezTo>
                  <a:cubicBezTo>
                    <a:pt x="30487" y="12949"/>
                    <a:pt x="30882" y="12888"/>
                    <a:pt x="31217" y="12767"/>
                  </a:cubicBezTo>
                  <a:cubicBezTo>
                    <a:pt x="31232" y="12582"/>
                    <a:pt x="31201" y="12522"/>
                    <a:pt x="31144" y="12522"/>
                  </a:cubicBezTo>
                  <a:cubicBezTo>
                    <a:pt x="31038" y="12522"/>
                    <a:pt x="30844" y="12730"/>
                    <a:pt x="30698" y="12730"/>
                  </a:cubicBezTo>
                  <a:cubicBezTo>
                    <a:pt x="30612" y="12730"/>
                    <a:pt x="30543" y="12659"/>
                    <a:pt x="30518" y="12432"/>
                  </a:cubicBezTo>
                  <a:cubicBezTo>
                    <a:pt x="30578" y="12159"/>
                    <a:pt x="30578" y="11855"/>
                    <a:pt x="30457" y="11612"/>
                  </a:cubicBezTo>
                  <a:cubicBezTo>
                    <a:pt x="30305" y="11308"/>
                    <a:pt x="30123" y="11065"/>
                    <a:pt x="29910" y="10852"/>
                  </a:cubicBezTo>
                  <a:cubicBezTo>
                    <a:pt x="29922" y="10687"/>
                    <a:pt x="29970" y="10645"/>
                    <a:pt x="30029" y="10645"/>
                  </a:cubicBezTo>
                  <a:cubicBezTo>
                    <a:pt x="30092" y="10645"/>
                    <a:pt x="30166" y="10691"/>
                    <a:pt x="30226" y="10691"/>
                  </a:cubicBezTo>
                  <a:cubicBezTo>
                    <a:pt x="30258" y="10691"/>
                    <a:pt x="30286" y="10678"/>
                    <a:pt x="30305" y="10639"/>
                  </a:cubicBezTo>
                  <a:cubicBezTo>
                    <a:pt x="30123" y="10548"/>
                    <a:pt x="29971" y="10487"/>
                    <a:pt x="29819" y="10426"/>
                  </a:cubicBezTo>
                  <a:cubicBezTo>
                    <a:pt x="29819" y="10366"/>
                    <a:pt x="29910" y="10335"/>
                    <a:pt x="29971" y="10335"/>
                  </a:cubicBezTo>
                  <a:cubicBezTo>
                    <a:pt x="29908" y="10280"/>
                    <a:pt x="29847" y="10264"/>
                    <a:pt x="29787" y="10264"/>
                  </a:cubicBezTo>
                  <a:cubicBezTo>
                    <a:pt x="29695" y="10264"/>
                    <a:pt x="29603" y="10302"/>
                    <a:pt x="29504" y="10302"/>
                  </a:cubicBezTo>
                  <a:cubicBezTo>
                    <a:pt x="29414" y="10302"/>
                    <a:pt x="29318" y="10271"/>
                    <a:pt x="29211" y="10153"/>
                  </a:cubicBezTo>
                  <a:cubicBezTo>
                    <a:pt x="29182" y="10159"/>
                    <a:pt x="29158" y="10162"/>
                    <a:pt x="29137" y="10162"/>
                  </a:cubicBezTo>
                  <a:cubicBezTo>
                    <a:pt x="28955" y="10162"/>
                    <a:pt x="29031" y="9936"/>
                    <a:pt x="29059" y="9636"/>
                  </a:cubicBezTo>
                  <a:cubicBezTo>
                    <a:pt x="29120" y="9302"/>
                    <a:pt x="29059" y="8967"/>
                    <a:pt x="28694" y="8907"/>
                  </a:cubicBezTo>
                  <a:cubicBezTo>
                    <a:pt x="28724" y="8724"/>
                    <a:pt x="28968" y="8785"/>
                    <a:pt x="29089" y="8663"/>
                  </a:cubicBezTo>
                  <a:cubicBezTo>
                    <a:pt x="28694" y="8390"/>
                    <a:pt x="28238" y="8268"/>
                    <a:pt x="27752" y="8238"/>
                  </a:cubicBezTo>
                  <a:cubicBezTo>
                    <a:pt x="27752" y="8055"/>
                    <a:pt x="27721" y="7843"/>
                    <a:pt x="27691" y="7691"/>
                  </a:cubicBezTo>
                  <a:cubicBezTo>
                    <a:pt x="27667" y="8080"/>
                    <a:pt x="27273" y="8119"/>
                    <a:pt x="26867" y="8119"/>
                  </a:cubicBezTo>
                  <a:cubicBezTo>
                    <a:pt x="26766" y="8119"/>
                    <a:pt x="26664" y="8116"/>
                    <a:pt x="26566" y="8116"/>
                  </a:cubicBezTo>
                  <a:cubicBezTo>
                    <a:pt x="26505" y="8299"/>
                    <a:pt x="26475" y="8481"/>
                    <a:pt x="26445" y="8572"/>
                  </a:cubicBezTo>
                  <a:cubicBezTo>
                    <a:pt x="26262" y="8481"/>
                    <a:pt x="26080" y="8420"/>
                    <a:pt x="25898" y="8359"/>
                  </a:cubicBezTo>
                  <a:cubicBezTo>
                    <a:pt x="25898" y="8238"/>
                    <a:pt x="26050" y="8177"/>
                    <a:pt x="26262" y="8086"/>
                  </a:cubicBezTo>
                  <a:lnTo>
                    <a:pt x="26110" y="8086"/>
                  </a:lnTo>
                  <a:cubicBezTo>
                    <a:pt x="26110" y="7843"/>
                    <a:pt x="26384" y="7721"/>
                    <a:pt x="26657" y="7630"/>
                  </a:cubicBezTo>
                  <a:lnTo>
                    <a:pt x="26657" y="7630"/>
                  </a:lnTo>
                  <a:cubicBezTo>
                    <a:pt x="26657" y="7751"/>
                    <a:pt x="26627" y="7873"/>
                    <a:pt x="26597" y="7964"/>
                  </a:cubicBezTo>
                  <a:cubicBezTo>
                    <a:pt x="26901" y="7903"/>
                    <a:pt x="27174" y="7751"/>
                    <a:pt x="27417" y="7569"/>
                  </a:cubicBezTo>
                  <a:cubicBezTo>
                    <a:pt x="27326" y="7569"/>
                    <a:pt x="27265" y="7539"/>
                    <a:pt x="27205" y="7508"/>
                  </a:cubicBezTo>
                  <a:cubicBezTo>
                    <a:pt x="27265" y="7478"/>
                    <a:pt x="27326" y="7448"/>
                    <a:pt x="27357" y="7387"/>
                  </a:cubicBezTo>
                  <a:cubicBezTo>
                    <a:pt x="27372" y="7372"/>
                    <a:pt x="27349" y="7364"/>
                    <a:pt x="27303" y="7364"/>
                  </a:cubicBezTo>
                  <a:cubicBezTo>
                    <a:pt x="27258" y="7364"/>
                    <a:pt x="27189" y="7372"/>
                    <a:pt x="27113" y="7387"/>
                  </a:cubicBezTo>
                  <a:lnTo>
                    <a:pt x="27417" y="6931"/>
                  </a:lnTo>
                  <a:lnTo>
                    <a:pt x="27235" y="7052"/>
                  </a:lnTo>
                  <a:lnTo>
                    <a:pt x="26901" y="6262"/>
                  </a:lnTo>
                  <a:cubicBezTo>
                    <a:pt x="26410" y="6262"/>
                    <a:pt x="25896" y="6367"/>
                    <a:pt x="25388" y="6367"/>
                  </a:cubicBezTo>
                  <a:cubicBezTo>
                    <a:pt x="25077" y="6367"/>
                    <a:pt x="24769" y="6328"/>
                    <a:pt x="24469" y="6201"/>
                  </a:cubicBezTo>
                  <a:cubicBezTo>
                    <a:pt x="24864" y="6019"/>
                    <a:pt x="24895" y="5715"/>
                    <a:pt x="25198" y="5381"/>
                  </a:cubicBezTo>
                  <a:lnTo>
                    <a:pt x="25198" y="5381"/>
                  </a:lnTo>
                  <a:cubicBezTo>
                    <a:pt x="25081" y="5880"/>
                    <a:pt x="25814" y="5642"/>
                    <a:pt x="26111" y="5981"/>
                  </a:cubicBezTo>
                  <a:lnTo>
                    <a:pt x="26111" y="5981"/>
                  </a:lnTo>
                  <a:cubicBezTo>
                    <a:pt x="26038" y="5857"/>
                    <a:pt x="26125" y="5682"/>
                    <a:pt x="26262" y="5654"/>
                  </a:cubicBezTo>
                  <a:cubicBezTo>
                    <a:pt x="25958" y="5593"/>
                    <a:pt x="25654" y="5533"/>
                    <a:pt x="25350" y="5472"/>
                  </a:cubicBezTo>
                  <a:cubicBezTo>
                    <a:pt x="25624" y="5198"/>
                    <a:pt x="25411" y="5168"/>
                    <a:pt x="25320" y="4894"/>
                  </a:cubicBezTo>
                  <a:cubicBezTo>
                    <a:pt x="25205" y="5134"/>
                    <a:pt x="25080" y="5213"/>
                    <a:pt x="24948" y="5213"/>
                  </a:cubicBezTo>
                  <a:cubicBezTo>
                    <a:pt x="24697" y="5213"/>
                    <a:pt x="24425" y="4925"/>
                    <a:pt x="24165" y="4925"/>
                  </a:cubicBezTo>
                  <a:cubicBezTo>
                    <a:pt x="24240" y="4793"/>
                    <a:pt x="24351" y="4673"/>
                    <a:pt x="24489" y="4673"/>
                  </a:cubicBezTo>
                  <a:cubicBezTo>
                    <a:pt x="24574" y="4673"/>
                    <a:pt x="24669" y="4718"/>
                    <a:pt x="24773" y="4834"/>
                  </a:cubicBezTo>
                  <a:cubicBezTo>
                    <a:pt x="24773" y="4635"/>
                    <a:pt x="24701" y="4571"/>
                    <a:pt x="24595" y="4571"/>
                  </a:cubicBezTo>
                  <a:cubicBezTo>
                    <a:pt x="24407" y="4571"/>
                    <a:pt x="24113" y="4769"/>
                    <a:pt x="23923" y="4769"/>
                  </a:cubicBezTo>
                  <a:cubicBezTo>
                    <a:pt x="23825" y="4769"/>
                    <a:pt x="23755" y="4717"/>
                    <a:pt x="23739" y="4560"/>
                  </a:cubicBezTo>
                  <a:lnTo>
                    <a:pt x="23739" y="4560"/>
                  </a:lnTo>
                  <a:cubicBezTo>
                    <a:pt x="23510" y="4458"/>
                    <a:pt x="23333" y="4167"/>
                    <a:pt x="23496" y="4074"/>
                  </a:cubicBezTo>
                  <a:lnTo>
                    <a:pt x="23496" y="4074"/>
                  </a:lnTo>
                  <a:lnTo>
                    <a:pt x="23587" y="4134"/>
                  </a:lnTo>
                  <a:cubicBezTo>
                    <a:pt x="23233" y="3802"/>
                    <a:pt x="22508" y="3390"/>
                    <a:pt x="21988" y="3390"/>
                  </a:cubicBezTo>
                  <a:cubicBezTo>
                    <a:pt x="21794" y="3390"/>
                    <a:pt x="21628" y="3447"/>
                    <a:pt x="21521" y="3587"/>
                  </a:cubicBezTo>
                  <a:cubicBezTo>
                    <a:pt x="21703" y="3344"/>
                    <a:pt x="21885" y="3101"/>
                    <a:pt x="22068" y="2888"/>
                  </a:cubicBezTo>
                  <a:lnTo>
                    <a:pt x="22068" y="2888"/>
                  </a:lnTo>
                  <a:cubicBezTo>
                    <a:pt x="21399" y="3314"/>
                    <a:pt x="20700" y="3770"/>
                    <a:pt x="20062" y="4226"/>
                  </a:cubicBezTo>
                  <a:cubicBezTo>
                    <a:pt x="20426" y="3800"/>
                    <a:pt x="20639" y="2463"/>
                    <a:pt x="21277" y="2432"/>
                  </a:cubicBezTo>
                  <a:cubicBezTo>
                    <a:pt x="21168" y="2241"/>
                    <a:pt x="20937" y="2124"/>
                    <a:pt x="20714" y="2124"/>
                  </a:cubicBezTo>
                  <a:cubicBezTo>
                    <a:pt x="20689" y="2124"/>
                    <a:pt x="20664" y="2125"/>
                    <a:pt x="20639" y="2128"/>
                  </a:cubicBezTo>
                  <a:cubicBezTo>
                    <a:pt x="20699" y="2247"/>
                    <a:pt x="20554" y="2950"/>
                    <a:pt x="20405" y="2950"/>
                  </a:cubicBezTo>
                  <a:cubicBezTo>
                    <a:pt x="20402" y="2950"/>
                    <a:pt x="20399" y="2950"/>
                    <a:pt x="20396" y="2949"/>
                  </a:cubicBezTo>
                  <a:cubicBezTo>
                    <a:pt x="20306" y="2260"/>
                    <a:pt x="20275" y="2545"/>
                    <a:pt x="20071" y="1884"/>
                  </a:cubicBezTo>
                  <a:lnTo>
                    <a:pt x="20071" y="1884"/>
                  </a:lnTo>
                  <a:cubicBezTo>
                    <a:pt x="20102" y="2083"/>
                    <a:pt x="19702" y="2629"/>
                    <a:pt x="19479" y="2629"/>
                  </a:cubicBezTo>
                  <a:cubicBezTo>
                    <a:pt x="19459" y="2629"/>
                    <a:pt x="19440" y="2624"/>
                    <a:pt x="19423" y="2615"/>
                  </a:cubicBezTo>
                  <a:cubicBezTo>
                    <a:pt x="19510" y="2528"/>
                    <a:pt x="19706" y="1894"/>
                    <a:pt x="19830" y="1804"/>
                  </a:cubicBezTo>
                  <a:lnTo>
                    <a:pt x="19830" y="1804"/>
                  </a:lnTo>
                  <a:cubicBezTo>
                    <a:pt x="19550" y="1945"/>
                    <a:pt x="19270" y="2112"/>
                    <a:pt x="19015" y="2305"/>
                  </a:cubicBezTo>
                  <a:lnTo>
                    <a:pt x="19015" y="2305"/>
                  </a:lnTo>
                  <a:cubicBezTo>
                    <a:pt x="19165" y="2147"/>
                    <a:pt x="19235" y="1647"/>
                    <a:pt x="19180" y="1399"/>
                  </a:cubicBezTo>
                  <a:lnTo>
                    <a:pt x="19180" y="1399"/>
                  </a:lnTo>
                  <a:cubicBezTo>
                    <a:pt x="19180" y="1433"/>
                    <a:pt x="19161" y="1447"/>
                    <a:pt x="19127" y="1447"/>
                  </a:cubicBezTo>
                  <a:cubicBezTo>
                    <a:pt x="18992" y="1447"/>
                    <a:pt x="18628" y="1215"/>
                    <a:pt x="18445" y="1215"/>
                  </a:cubicBezTo>
                  <a:cubicBezTo>
                    <a:pt x="18437" y="1215"/>
                    <a:pt x="18428" y="1215"/>
                    <a:pt x="18420" y="1216"/>
                  </a:cubicBezTo>
                  <a:lnTo>
                    <a:pt x="18633" y="1490"/>
                  </a:lnTo>
                  <a:cubicBezTo>
                    <a:pt x="18551" y="1451"/>
                    <a:pt x="18475" y="1434"/>
                    <a:pt x="18403" y="1434"/>
                  </a:cubicBezTo>
                  <a:cubicBezTo>
                    <a:pt x="17900" y="1434"/>
                    <a:pt x="17603" y="2268"/>
                    <a:pt x="17116" y="2268"/>
                  </a:cubicBezTo>
                  <a:cubicBezTo>
                    <a:pt x="17076" y="2268"/>
                    <a:pt x="17035" y="2262"/>
                    <a:pt x="16992" y="2250"/>
                  </a:cubicBezTo>
                  <a:cubicBezTo>
                    <a:pt x="17083" y="2098"/>
                    <a:pt x="17387" y="1247"/>
                    <a:pt x="17052" y="1064"/>
                  </a:cubicBezTo>
                  <a:lnTo>
                    <a:pt x="17052" y="1064"/>
                  </a:lnTo>
                  <a:cubicBezTo>
                    <a:pt x="16779" y="1460"/>
                    <a:pt x="16019" y="3010"/>
                    <a:pt x="15502" y="3314"/>
                  </a:cubicBezTo>
                  <a:lnTo>
                    <a:pt x="15411" y="3071"/>
                  </a:lnTo>
                  <a:lnTo>
                    <a:pt x="14986" y="3344"/>
                  </a:lnTo>
                  <a:cubicBezTo>
                    <a:pt x="15168" y="2888"/>
                    <a:pt x="15411" y="2432"/>
                    <a:pt x="15685" y="2037"/>
                  </a:cubicBezTo>
                  <a:cubicBezTo>
                    <a:pt x="15989" y="1612"/>
                    <a:pt x="16323" y="1247"/>
                    <a:pt x="16688" y="912"/>
                  </a:cubicBezTo>
                  <a:cubicBezTo>
                    <a:pt x="16444" y="669"/>
                    <a:pt x="16657" y="609"/>
                    <a:pt x="16201" y="578"/>
                  </a:cubicBezTo>
                  <a:cubicBezTo>
                    <a:pt x="16080" y="335"/>
                    <a:pt x="16475" y="244"/>
                    <a:pt x="16627" y="244"/>
                  </a:cubicBezTo>
                  <a:cubicBezTo>
                    <a:pt x="16293" y="183"/>
                    <a:pt x="15928" y="61"/>
                    <a:pt x="15593" y="1"/>
                  </a:cubicBezTo>
                  <a:close/>
                  <a:moveTo>
                    <a:pt x="16908" y="29921"/>
                  </a:moveTo>
                  <a:cubicBezTo>
                    <a:pt x="16905" y="29928"/>
                    <a:pt x="16903" y="29934"/>
                    <a:pt x="16900" y="29940"/>
                  </a:cubicBezTo>
                  <a:cubicBezTo>
                    <a:pt x="16903" y="29934"/>
                    <a:pt x="16905" y="29928"/>
                    <a:pt x="16908" y="299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 name="Google Shape;1647;p39"/>
          <p:cNvGrpSpPr/>
          <p:nvPr/>
        </p:nvGrpSpPr>
        <p:grpSpPr>
          <a:xfrm>
            <a:off x="663315" y="3046703"/>
            <a:ext cx="676766" cy="646576"/>
            <a:chOff x="588425" y="3716150"/>
            <a:chExt cx="783475" cy="748525"/>
          </a:xfrm>
        </p:grpSpPr>
        <p:sp>
          <p:nvSpPr>
            <p:cNvPr id="1648" name="Google Shape;1648;p39"/>
            <p:cNvSpPr/>
            <p:nvPr/>
          </p:nvSpPr>
          <p:spPr>
            <a:xfrm>
              <a:off x="601350" y="3771675"/>
              <a:ext cx="732550" cy="646550"/>
            </a:xfrm>
            <a:custGeom>
              <a:rect b="b" l="l" r="r" t="t"/>
              <a:pathLst>
                <a:path extrusionOk="0" h="25862" w="29302">
                  <a:moveTo>
                    <a:pt x="14387" y="1"/>
                  </a:moveTo>
                  <a:cubicBezTo>
                    <a:pt x="11248" y="1"/>
                    <a:pt x="8256" y="1346"/>
                    <a:pt x="5593" y="3160"/>
                  </a:cubicBezTo>
                  <a:cubicBezTo>
                    <a:pt x="0" y="6959"/>
                    <a:pt x="365" y="11944"/>
                    <a:pt x="395" y="18205"/>
                  </a:cubicBezTo>
                  <a:cubicBezTo>
                    <a:pt x="395" y="19057"/>
                    <a:pt x="426" y="19938"/>
                    <a:pt x="882" y="20668"/>
                  </a:cubicBezTo>
                  <a:cubicBezTo>
                    <a:pt x="1307" y="21367"/>
                    <a:pt x="2097" y="21792"/>
                    <a:pt x="2857" y="22187"/>
                  </a:cubicBezTo>
                  <a:cubicBezTo>
                    <a:pt x="6778" y="24072"/>
                    <a:pt x="11003" y="25318"/>
                    <a:pt x="15350" y="25774"/>
                  </a:cubicBezTo>
                  <a:cubicBezTo>
                    <a:pt x="15788" y="25823"/>
                    <a:pt x="16240" y="25862"/>
                    <a:pt x="16689" y="25862"/>
                  </a:cubicBezTo>
                  <a:cubicBezTo>
                    <a:pt x="17363" y="25862"/>
                    <a:pt x="18031" y="25774"/>
                    <a:pt x="18633" y="25500"/>
                  </a:cubicBezTo>
                  <a:cubicBezTo>
                    <a:pt x="19514" y="25075"/>
                    <a:pt x="20183" y="24315"/>
                    <a:pt x="20791" y="23525"/>
                  </a:cubicBezTo>
                  <a:cubicBezTo>
                    <a:pt x="23314" y="20364"/>
                    <a:pt x="29302" y="13646"/>
                    <a:pt x="28086" y="9300"/>
                  </a:cubicBezTo>
                  <a:cubicBezTo>
                    <a:pt x="27052" y="5591"/>
                    <a:pt x="20973" y="1457"/>
                    <a:pt x="17478" y="454"/>
                  </a:cubicBezTo>
                  <a:cubicBezTo>
                    <a:pt x="16436" y="142"/>
                    <a:pt x="15404" y="1"/>
                    <a:pt x="14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9"/>
            <p:cNvSpPr/>
            <p:nvPr/>
          </p:nvSpPr>
          <p:spPr>
            <a:xfrm>
              <a:off x="588425" y="3716150"/>
              <a:ext cx="783475" cy="748525"/>
            </a:xfrm>
            <a:custGeom>
              <a:rect b="b" l="l" r="r" t="t"/>
              <a:pathLst>
                <a:path extrusionOk="0" h="29941" w="31339">
                  <a:moveTo>
                    <a:pt x="19849" y="1794"/>
                  </a:moveTo>
                  <a:lnTo>
                    <a:pt x="19849" y="1794"/>
                  </a:lnTo>
                  <a:cubicBezTo>
                    <a:pt x="19843" y="1795"/>
                    <a:pt x="19836" y="1799"/>
                    <a:pt x="19830" y="1804"/>
                  </a:cubicBezTo>
                  <a:lnTo>
                    <a:pt x="19830" y="1804"/>
                  </a:lnTo>
                  <a:cubicBezTo>
                    <a:pt x="19836" y="1800"/>
                    <a:pt x="19842" y="1797"/>
                    <a:pt x="19849" y="1794"/>
                  </a:cubicBezTo>
                  <a:close/>
                  <a:moveTo>
                    <a:pt x="20062" y="1855"/>
                  </a:moveTo>
                  <a:cubicBezTo>
                    <a:pt x="20065" y="1865"/>
                    <a:pt x="20068" y="1874"/>
                    <a:pt x="20071" y="1884"/>
                  </a:cubicBezTo>
                  <a:lnTo>
                    <a:pt x="20071" y="1884"/>
                  </a:lnTo>
                  <a:cubicBezTo>
                    <a:pt x="20069" y="1873"/>
                    <a:pt x="20066" y="1863"/>
                    <a:pt x="20062" y="1855"/>
                  </a:cubicBezTo>
                  <a:close/>
                  <a:moveTo>
                    <a:pt x="16668" y="4074"/>
                  </a:moveTo>
                  <a:lnTo>
                    <a:pt x="16668" y="4074"/>
                  </a:lnTo>
                  <a:cubicBezTo>
                    <a:pt x="16664" y="4074"/>
                    <a:pt x="16661" y="4074"/>
                    <a:pt x="16657" y="4074"/>
                  </a:cubicBezTo>
                  <a:cubicBezTo>
                    <a:pt x="16662" y="4076"/>
                    <a:pt x="16666" y="4079"/>
                    <a:pt x="16671" y="4082"/>
                  </a:cubicBezTo>
                  <a:lnTo>
                    <a:pt x="16671" y="4082"/>
                  </a:lnTo>
                  <a:cubicBezTo>
                    <a:pt x="16670" y="4079"/>
                    <a:pt x="16669" y="4076"/>
                    <a:pt x="16668" y="4074"/>
                  </a:cubicBezTo>
                  <a:close/>
                  <a:moveTo>
                    <a:pt x="16671" y="4082"/>
                  </a:moveTo>
                  <a:cubicBezTo>
                    <a:pt x="16697" y="4152"/>
                    <a:pt x="16727" y="4204"/>
                    <a:pt x="16779" y="4256"/>
                  </a:cubicBezTo>
                  <a:cubicBezTo>
                    <a:pt x="16751" y="4200"/>
                    <a:pt x="16723" y="4118"/>
                    <a:pt x="16671" y="4082"/>
                  </a:cubicBezTo>
                  <a:close/>
                  <a:moveTo>
                    <a:pt x="23739" y="4560"/>
                  </a:moveTo>
                  <a:cubicBezTo>
                    <a:pt x="23739" y="4560"/>
                    <a:pt x="23739" y="4560"/>
                    <a:pt x="23739" y="4560"/>
                  </a:cubicBezTo>
                  <a:lnTo>
                    <a:pt x="23739" y="4560"/>
                  </a:lnTo>
                  <a:cubicBezTo>
                    <a:pt x="23740" y="4560"/>
                    <a:pt x="23740" y="4560"/>
                    <a:pt x="23740" y="4560"/>
                  </a:cubicBezTo>
                  <a:lnTo>
                    <a:pt x="23740" y="4560"/>
                  </a:lnTo>
                  <a:cubicBezTo>
                    <a:pt x="23740" y="4560"/>
                    <a:pt x="23740" y="4560"/>
                    <a:pt x="23739" y="4560"/>
                  </a:cubicBezTo>
                  <a:close/>
                  <a:moveTo>
                    <a:pt x="23740" y="4560"/>
                  </a:moveTo>
                  <a:lnTo>
                    <a:pt x="23740" y="4560"/>
                  </a:lnTo>
                  <a:cubicBezTo>
                    <a:pt x="23797" y="4599"/>
                    <a:pt x="23819" y="4637"/>
                    <a:pt x="23857" y="4637"/>
                  </a:cubicBezTo>
                  <a:cubicBezTo>
                    <a:pt x="23879" y="4637"/>
                    <a:pt x="23908" y="4624"/>
                    <a:pt x="23952" y="4590"/>
                  </a:cubicBezTo>
                  <a:lnTo>
                    <a:pt x="23952" y="4590"/>
                  </a:lnTo>
                  <a:cubicBezTo>
                    <a:pt x="23933" y="4594"/>
                    <a:pt x="23914" y="4596"/>
                    <a:pt x="23895" y="4596"/>
                  </a:cubicBezTo>
                  <a:cubicBezTo>
                    <a:pt x="23843" y="4596"/>
                    <a:pt x="23790" y="4583"/>
                    <a:pt x="23740" y="4560"/>
                  </a:cubicBezTo>
                  <a:close/>
                  <a:moveTo>
                    <a:pt x="26111" y="5981"/>
                  </a:moveTo>
                  <a:cubicBezTo>
                    <a:pt x="26119" y="5994"/>
                    <a:pt x="26129" y="6007"/>
                    <a:pt x="26141" y="6019"/>
                  </a:cubicBezTo>
                  <a:cubicBezTo>
                    <a:pt x="26131" y="6005"/>
                    <a:pt x="26121" y="5993"/>
                    <a:pt x="26111" y="5981"/>
                  </a:cubicBezTo>
                  <a:close/>
                  <a:moveTo>
                    <a:pt x="6991" y="6870"/>
                  </a:moveTo>
                  <a:cubicBezTo>
                    <a:pt x="7235" y="6870"/>
                    <a:pt x="7143" y="6870"/>
                    <a:pt x="6991" y="6900"/>
                  </a:cubicBezTo>
                  <a:lnTo>
                    <a:pt x="6991" y="6870"/>
                  </a:lnTo>
                  <a:close/>
                  <a:moveTo>
                    <a:pt x="26512" y="7018"/>
                  </a:moveTo>
                  <a:cubicBezTo>
                    <a:pt x="26632" y="7018"/>
                    <a:pt x="26657" y="7159"/>
                    <a:pt x="26657" y="7326"/>
                  </a:cubicBezTo>
                  <a:cubicBezTo>
                    <a:pt x="26566" y="7265"/>
                    <a:pt x="26475" y="7144"/>
                    <a:pt x="26475" y="7022"/>
                  </a:cubicBezTo>
                  <a:cubicBezTo>
                    <a:pt x="26488" y="7019"/>
                    <a:pt x="26500" y="7018"/>
                    <a:pt x="26512" y="7018"/>
                  </a:cubicBezTo>
                  <a:close/>
                  <a:moveTo>
                    <a:pt x="4438" y="7569"/>
                  </a:moveTo>
                  <a:cubicBezTo>
                    <a:pt x="4441" y="7571"/>
                    <a:pt x="4444" y="7574"/>
                    <a:pt x="4447" y="7576"/>
                  </a:cubicBezTo>
                  <a:lnTo>
                    <a:pt x="4447" y="7576"/>
                  </a:lnTo>
                  <a:lnTo>
                    <a:pt x="4438" y="7569"/>
                  </a:lnTo>
                  <a:close/>
                  <a:moveTo>
                    <a:pt x="4447" y="7576"/>
                  </a:moveTo>
                  <a:lnTo>
                    <a:pt x="4448" y="7576"/>
                  </a:lnTo>
                  <a:lnTo>
                    <a:pt x="4448" y="7576"/>
                  </a:lnTo>
                  <a:cubicBezTo>
                    <a:pt x="4448" y="7576"/>
                    <a:pt x="4448" y="7576"/>
                    <a:pt x="4448" y="7576"/>
                  </a:cubicBezTo>
                  <a:lnTo>
                    <a:pt x="4448" y="7576"/>
                  </a:lnTo>
                  <a:cubicBezTo>
                    <a:pt x="4448" y="7576"/>
                    <a:pt x="4448" y="7576"/>
                    <a:pt x="4447" y="7576"/>
                  </a:cubicBezTo>
                  <a:close/>
                  <a:moveTo>
                    <a:pt x="4803" y="7387"/>
                  </a:moveTo>
                  <a:cubicBezTo>
                    <a:pt x="4817" y="7515"/>
                    <a:pt x="4625" y="7536"/>
                    <a:pt x="4448" y="7576"/>
                  </a:cubicBezTo>
                  <a:lnTo>
                    <a:pt x="4448" y="7576"/>
                  </a:lnTo>
                  <a:cubicBezTo>
                    <a:pt x="4479" y="7596"/>
                    <a:pt x="4519" y="7605"/>
                    <a:pt x="4560" y="7605"/>
                  </a:cubicBezTo>
                  <a:cubicBezTo>
                    <a:pt x="4685" y="7605"/>
                    <a:pt x="4825" y="7520"/>
                    <a:pt x="4803" y="7387"/>
                  </a:cubicBezTo>
                  <a:close/>
                  <a:moveTo>
                    <a:pt x="30062" y="15046"/>
                  </a:moveTo>
                  <a:lnTo>
                    <a:pt x="30062" y="15046"/>
                  </a:lnTo>
                  <a:cubicBezTo>
                    <a:pt x="30123" y="15198"/>
                    <a:pt x="30275" y="15502"/>
                    <a:pt x="30031" y="15502"/>
                  </a:cubicBezTo>
                  <a:cubicBezTo>
                    <a:pt x="29697" y="15259"/>
                    <a:pt x="29879" y="15229"/>
                    <a:pt x="30062" y="15046"/>
                  </a:cubicBezTo>
                  <a:close/>
                  <a:moveTo>
                    <a:pt x="29257" y="17401"/>
                  </a:moveTo>
                  <a:lnTo>
                    <a:pt x="29241" y="17448"/>
                  </a:lnTo>
                  <a:cubicBezTo>
                    <a:pt x="29251" y="17433"/>
                    <a:pt x="29256" y="17417"/>
                    <a:pt x="29257" y="17401"/>
                  </a:cubicBezTo>
                  <a:close/>
                  <a:moveTo>
                    <a:pt x="10639" y="25411"/>
                  </a:moveTo>
                  <a:cubicBezTo>
                    <a:pt x="10641" y="25431"/>
                    <a:pt x="10644" y="25449"/>
                    <a:pt x="10648" y="25468"/>
                  </a:cubicBezTo>
                  <a:lnTo>
                    <a:pt x="10648" y="25468"/>
                  </a:lnTo>
                  <a:cubicBezTo>
                    <a:pt x="10647" y="25451"/>
                    <a:pt x="10644" y="25432"/>
                    <a:pt x="10639" y="25411"/>
                  </a:cubicBezTo>
                  <a:close/>
                  <a:moveTo>
                    <a:pt x="15806" y="26536"/>
                  </a:moveTo>
                  <a:lnTo>
                    <a:pt x="15867" y="26627"/>
                  </a:lnTo>
                  <a:cubicBezTo>
                    <a:pt x="15805" y="26654"/>
                    <a:pt x="15766" y="26665"/>
                    <a:pt x="15744" y="26665"/>
                  </a:cubicBezTo>
                  <a:cubicBezTo>
                    <a:pt x="15690" y="26665"/>
                    <a:pt x="15733" y="26600"/>
                    <a:pt x="15776" y="26536"/>
                  </a:cubicBezTo>
                  <a:close/>
                  <a:moveTo>
                    <a:pt x="6274" y="27644"/>
                  </a:moveTo>
                  <a:lnTo>
                    <a:pt x="6292" y="27661"/>
                  </a:lnTo>
                  <a:cubicBezTo>
                    <a:pt x="6288" y="27654"/>
                    <a:pt x="6281" y="27649"/>
                    <a:pt x="6274" y="27644"/>
                  </a:cubicBezTo>
                  <a:close/>
                  <a:moveTo>
                    <a:pt x="21369" y="28755"/>
                  </a:moveTo>
                  <a:cubicBezTo>
                    <a:pt x="21367" y="28757"/>
                    <a:pt x="21366" y="28759"/>
                    <a:pt x="21364" y="28761"/>
                  </a:cubicBezTo>
                  <a:lnTo>
                    <a:pt x="21364" y="28761"/>
                  </a:lnTo>
                  <a:cubicBezTo>
                    <a:pt x="21366" y="28759"/>
                    <a:pt x="21367" y="28757"/>
                    <a:pt x="21369" y="28755"/>
                  </a:cubicBezTo>
                  <a:close/>
                  <a:moveTo>
                    <a:pt x="15593" y="1"/>
                  </a:moveTo>
                  <a:cubicBezTo>
                    <a:pt x="15593" y="517"/>
                    <a:pt x="14803" y="487"/>
                    <a:pt x="14834" y="912"/>
                  </a:cubicBezTo>
                  <a:cubicBezTo>
                    <a:pt x="15198" y="760"/>
                    <a:pt x="15563" y="578"/>
                    <a:pt x="15928" y="426"/>
                  </a:cubicBezTo>
                  <a:lnTo>
                    <a:pt x="15928" y="426"/>
                  </a:lnTo>
                  <a:cubicBezTo>
                    <a:pt x="15928" y="918"/>
                    <a:pt x="15295" y="1740"/>
                    <a:pt x="14710" y="1740"/>
                  </a:cubicBezTo>
                  <a:cubicBezTo>
                    <a:pt x="14680" y="1740"/>
                    <a:pt x="14650" y="1738"/>
                    <a:pt x="14621" y="1733"/>
                  </a:cubicBezTo>
                  <a:cubicBezTo>
                    <a:pt x="14438" y="1551"/>
                    <a:pt x="14712" y="852"/>
                    <a:pt x="14712" y="669"/>
                  </a:cubicBezTo>
                  <a:lnTo>
                    <a:pt x="14712" y="669"/>
                  </a:lnTo>
                  <a:cubicBezTo>
                    <a:pt x="14641" y="811"/>
                    <a:pt x="14297" y="952"/>
                    <a:pt x="14103" y="952"/>
                  </a:cubicBezTo>
                  <a:cubicBezTo>
                    <a:pt x="14047" y="952"/>
                    <a:pt x="14003" y="940"/>
                    <a:pt x="13982" y="912"/>
                  </a:cubicBezTo>
                  <a:lnTo>
                    <a:pt x="14256" y="639"/>
                  </a:lnTo>
                  <a:cubicBezTo>
                    <a:pt x="14218" y="621"/>
                    <a:pt x="14182" y="614"/>
                    <a:pt x="14148" y="614"/>
                  </a:cubicBezTo>
                  <a:cubicBezTo>
                    <a:pt x="13899" y="614"/>
                    <a:pt x="13741" y="1030"/>
                    <a:pt x="13462" y="1030"/>
                  </a:cubicBezTo>
                  <a:cubicBezTo>
                    <a:pt x="13383" y="1030"/>
                    <a:pt x="13295" y="997"/>
                    <a:pt x="13192" y="912"/>
                  </a:cubicBezTo>
                  <a:cubicBezTo>
                    <a:pt x="13073" y="912"/>
                    <a:pt x="12787" y="577"/>
                    <a:pt x="12682" y="577"/>
                  </a:cubicBezTo>
                  <a:cubicBezTo>
                    <a:pt x="12653" y="577"/>
                    <a:pt x="12638" y="603"/>
                    <a:pt x="12645" y="669"/>
                  </a:cubicBezTo>
                  <a:cubicBezTo>
                    <a:pt x="13010" y="1186"/>
                    <a:pt x="13283" y="2949"/>
                    <a:pt x="13223" y="3375"/>
                  </a:cubicBezTo>
                  <a:cubicBezTo>
                    <a:pt x="12858" y="3192"/>
                    <a:pt x="12523" y="2979"/>
                    <a:pt x="12219" y="2736"/>
                  </a:cubicBezTo>
                  <a:cubicBezTo>
                    <a:pt x="11855" y="2341"/>
                    <a:pt x="12311" y="1581"/>
                    <a:pt x="12037" y="1277"/>
                  </a:cubicBezTo>
                  <a:lnTo>
                    <a:pt x="12037" y="1277"/>
                  </a:lnTo>
                  <a:cubicBezTo>
                    <a:pt x="12037" y="1399"/>
                    <a:pt x="12007" y="1551"/>
                    <a:pt x="11916" y="1672"/>
                  </a:cubicBezTo>
                  <a:cubicBezTo>
                    <a:pt x="11766" y="1598"/>
                    <a:pt x="11841" y="1360"/>
                    <a:pt x="11689" y="1360"/>
                  </a:cubicBezTo>
                  <a:cubicBezTo>
                    <a:pt x="11656" y="1360"/>
                    <a:pt x="11611" y="1371"/>
                    <a:pt x="11551" y="1399"/>
                  </a:cubicBezTo>
                  <a:cubicBezTo>
                    <a:pt x="11612" y="1885"/>
                    <a:pt x="10852" y="1551"/>
                    <a:pt x="11490" y="1855"/>
                  </a:cubicBezTo>
                  <a:cubicBezTo>
                    <a:pt x="11387" y="1935"/>
                    <a:pt x="11305" y="1955"/>
                    <a:pt x="11224" y="1955"/>
                  </a:cubicBezTo>
                  <a:cubicBezTo>
                    <a:pt x="11146" y="1955"/>
                    <a:pt x="11067" y="1936"/>
                    <a:pt x="10970" y="1936"/>
                  </a:cubicBezTo>
                  <a:cubicBezTo>
                    <a:pt x="10901" y="1936"/>
                    <a:pt x="10824" y="1945"/>
                    <a:pt x="10730" y="1976"/>
                  </a:cubicBezTo>
                  <a:cubicBezTo>
                    <a:pt x="10943" y="2250"/>
                    <a:pt x="10760" y="3162"/>
                    <a:pt x="10517" y="3405"/>
                  </a:cubicBezTo>
                  <a:cubicBezTo>
                    <a:pt x="10487" y="3283"/>
                    <a:pt x="10396" y="3162"/>
                    <a:pt x="10305" y="3071"/>
                  </a:cubicBezTo>
                  <a:cubicBezTo>
                    <a:pt x="9697" y="3283"/>
                    <a:pt x="9271" y="3192"/>
                    <a:pt x="8694" y="3466"/>
                  </a:cubicBezTo>
                  <a:cubicBezTo>
                    <a:pt x="8602" y="3375"/>
                    <a:pt x="8268" y="3375"/>
                    <a:pt x="8268" y="3131"/>
                  </a:cubicBezTo>
                  <a:cubicBezTo>
                    <a:pt x="8238" y="3253"/>
                    <a:pt x="8238" y="3435"/>
                    <a:pt x="8086" y="3526"/>
                  </a:cubicBezTo>
                  <a:cubicBezTo>
                    <a:pt x="7539" y="3314"/>
                    <a:pt x="8420" y="3283"/>
                    <a:pt x="7934" y="2949"/>
                  </a:cubicBezTo>
                  <a:lnTo>
                    <a:pt x="7934" y="2949"/>
                  </a:lnTo>
                  <a:cubicBezTo>
                    <a:pt x="8055" y="3223"/>
                    <a:pt x="7660" y="3526"/>
                    <a:pt x="7539" y="3830"/>
                  </a:cubicBezTo>
                  <a:cubicBezTo>
                    <a:pt x="7599" y="3911"/>
                    <a:pt x="7660" y="3944"/>
                    <a:pt x="7722" y="3944"/>
                  </a:cubicBezTo>
                  <a:cubicBezTo>
                    <a:pt x="7940" y="3944"/>
                    <a:pt x="8156" y="3527"/>
                    <a:pt x="8298" y="3314"/>
                  </a:cubicBezTo>
                  <a:lnTo>
                    <a:pt x="8298" y="3314"/>
                  </a:lnTo>
                  <a:cubicBezTo>
                    <a:pt x="8542" y="3922"/>
                    <a:pt x="8450" y="4651"/>
                    <a:pt x="8086" y="5198"/>
                  </a:cubicBezTo>
                  <a:cubicBezTo>
                    <a:pt x="8005" y="5294"/>
                    <a:pt x="7940" y="5329"/>
                    <a:pt x="7888" y="5329"/>
                  </a:cubicBezTo>
                  <a:cubicBezTo>
                    <a:pt x="7743" y="5329"/>
                    <a:pt x="7694" y="5061"/>
                    <a:pt x="7669" y="5061"/>
                  </a:cubicBezTo>
                  <a:cubicBezTo>
                    <a:pt x="7666" y="5061"/>
                    <a:pt x="7663" y="5066"/>
                    <a:pt x="7660" y="5077"/>
                  </a:cubicBezTo>
                  <a:cubicBezTo>
                    <a:pt x="6809" y="5472"/>
                    <a:pt x="7599" y="6414"/>
                    <a:pt x="6718" y="6444"/>
                  </a:cubicBezTo>
                  <a:cubicBezTo>
                    <a:pt x="6262" y="6292"/>
                    <a:pt x="6262" y="5806"/>
                    <a:pt x="6049" y="5624"/>
                  </a:cubicBezTo>
                  <a:cubicBezTo>
                    <a:pt x="6292" y="5229"/>
                    <a:pt x="6718" y="5472"/>
                    <a:pt x="6931" y="5320"/>
                  </a:cubicBezTo>
                  <a:lnTo>
                    <a:pt x="6535" y="5320"/>
                  </a:lnTo>
                  <a:cubicBezTo>
                    <a:pt x="6564" y="5177"/>
                    <a:pt x="6728" y="4952"/>
                    <a:pt x="6899" y="4952"/>
                  </a:cubicBezTo>
                  <a:cubicBezTo>
                    <a:pt x="6910" y="4952"/>
                    <a:pt x="6920" y="4953"/>
                    <a:pt x="6931" y="4955"/>
                  </a:cubicBezTo>
                  <a:cubicBezTo>
                    <a:pt x="6896" y="4940"/>
                    <a:pt x="6858" y="4934"/>
                    <a:pt x="6816" y="4934"/>
                  </a:cubicBezTo>
                  <a:cubicBezTo>
                    <a:pt x="6600" y="4934"/>
                    <a:pt x="6294" y="5116"/>
                    <a:pt x="5988" y="5320"/>
                  </a:cubicBezTo>
                  <a:cubicBezTo>
                    <a:pt x="5624" y="5624"/>
                    <a:pt x="5198" y="5837"/>
                    <a:pt x="4773" y="6019"/>
                  </a:cubicBezTo>
                  <a:cubicBezTo>
                    <a:pt x="4773" y="6201"/>
                    <a:pt x="4681" y="6444"/>
                    <a:pt x="4864" y="6505"/>
                  </a:cubicBezTo>
                  <a:lnTo>
                    <a:pt x="5016" y="6323"/>
                  </a:lnTo>
                  <a:cubicBezTo>
                    <a:pt x="5360" y="6409"/>
                    <a:pt x="5027" y="6875"/>
                    <a:pt x="5245" y="6875"/>
                  </a:cubicBezTo>
                  <a:cubicBezTo>
                    <a:pt x="5258" y="6875"/>
                    <a:pt x="5272" y="6873"/>
                    <a:pt x="5289" y="6870"/>
                  </a:cubicBezTo>
                  <a:lnTo>
                    <a:pt x="5289" y="6870"/>
                  </a:lnTo>
                  <a:cubicBezTo>
                    <a:pt x="5228" y="7235"/>
                    <a:pt x="5228" y="7691"/>
                    <a:pt x="4833" y="7843"/>
                  </a:cubicBezTo>
                  <a:lnTo>
                    <a:pt x="4448" y="7576"/>
                  </a:lnTo>
                  <a:lnTo>
                    <a:pt x="4448" y="7576"/>
                  </a:lnTo>
                  <a:cubicBezTo>
                    <a:pt x="4246" y="7621"/>
                    <a:pt x="4064" y="7689"/>
                    <a:pt x="4225" y="7964"/>
                  </a:cubicBezTo>
                  <a:lnTo>
                    <a:pt x="4681" y="7964"/>
                  </a:lnTo>
                  <a:lnTo>
                    <a:pt x="4681" y="8603"/>
                  </a:lnTo>
                  <a:cubicBezTo>
                    <a:pt x="4681" y="8785"/>
                    <a:pt x="4651" y="8967"/>
                    <a:pt x="4499" y="9058"/>
                  </a:cubicBezTo>
                  <a:cubicBezTo>
                    <a:pt x="4610" y="9098"/>
                    <a:pt x="4663" y="9111"/>
                    <a:pt x="4690" y="9111"/>
                  </a:cubicBezTo>
                  <a:cubicBezTo>
                    <a:pt x="4741" y="9111"/>
                    <a:pt x="4705" y="9067"/>
                    <a:pt x="4785" y="9067"/>
                  </a:cubicBezTo>
                  <a:cubicBezTo>
                    <a:pt x="4827" y="9067"/>
                    <a:pt x="4904" y="9080"/>
                    <a:pt x="5046" y="9119"/>
                  </a:cubicBezTo>
                  <a:cubicBezTo>
                    <a:pt x="4428" y="8854"/>
                    <a:pt x="5522" y="8561"/>
                    <a:pt x="4926" y="8321"/>
                  </a:cubicBezTo>
                  <a:lnTo>
                    <a:pt x="4926" y="8321"/>
                  </a:lnTo>
                  <a:cubicBezTo>
                    <a:pt x="5061" y="8368"/>
                    <a:pt x="5155" y="8385"/>
                    <a:pt x="5228" y="8385"/>
                  </a:cubicBezTo>
                  <a:cubicBezTo>
                    <a:pt x="5403" y="8385"/>
                    <a:pt x="5457" y="8291"/>
                    <a:pt x="5662" y="8291"/>
                  </a:cubicBezTo>
                  <a:cubicBezTo>
                    <a:pt x="5731" y="8291"/>
                    <a:pt x="5816" y="8301"/>
                    <a:pt x="5928" y="8329"/>
                  </a:cubicBezTo>
                  <a:cubicBezTo>
                    <a:pt x="5836" y="8238"/>
                    <a:pt x="5654" y="8207"/>
                    <a:pt x="5897" y="8086"/>
                  </a:cubicBezTo>
                  <a:cubicBezTo>
                    <a:pt x="5897" y="8025"/>
                    <a:pt x="5867" y="7995"/>
                    <a:pt x="5867" y="7934"/>
                  </a:cubicBezTo>
                  <a:cubicBezTo>
                    <a:pt x="5776" y="7934"/>
                    <a:pt x="5684" y="7903"/>
                    <a:pt x="5593" y="7873"/>
                  </a:cubicBezTo>
                  <a:cubicBezTo>
                    <a:pt x="5472" y="7508"/>
                    <a:pt x="5806" y="7204"/>
                    <a:pt x="5836" y="6961"/>
                  </a:cubicBezTo>
                  <a:cubicBezTo>
                    <a:pt x="5848" y="6959"/>
                    <a:pt x="5859" y="6958"/>
                    <a:pt x="5868" y="6958"/>
                  </a:cubicBezTo>
                  <a:cubicBezTo>
                    <a:pt x="6000" y="6958"/>
                    <a:pt x="5879" y="7148"/>
                    <a:pt x="6049" y="7204"/>
                  </a:cubicBezTo>
                  <a:lnTo>
                    <a:pt x="6080" y="6870"/>
                  </a:lnTo>
                  <a:cubicBezTo>
                    <a:pt x="6323" y="7113"/>
                    <a:pt x="6779" y="7052"/>
                    <a:pt x="6596" y="7417"/>
                  </a:cubicBezTo>
                  <a:lnTo>
                    <a:pt x="6900" y="7235"/>
                  </a:lnTo>
                  <a:cubicBezTo>
                    <a:pt x="6925" y="7238"/>
                    <a:pt x="6950" y="7239"/>
                    <a:pt x="6975" y="7239"/>
                  </a:cubicBezTo>
                  <a:cubicBezTo>
                    <a:pt x="7192" y="7239"/>
                    <a:pt x="7399" y="7122"/>
                    <a:pt x="7508" y="6931"/>
                  </a:cubicBezTo>
                  <a:cubicBezTo>
                    <a:pt x="7651" y="6907"/>
                    <a:pt x="7682" y="6566"/>
                    <a:pt x="7689" y="6566"/>
                  </a:cubicBezTo>
                  <a:cubicBezTo>
                    <a:pt x="7691" y="6566"/>
                    <a:pt x="7691" y="6592"/>
                    <a:pt x="7691" y="6657"/>
                  </a:cubicBezTo>
                  <a:cubicBezTo>
                    <a:pt x="7843" y="6505"/>
                    <a:pt x="7964" y="6353"/>
                    <a:pt x="8086" y="6171"/>
                  </a:cubicBezTo>
                  <a:lnTo>
                    <a:pt x="8146" y="6262"/>
                  </a:lnTo>
                  <a:cubicBezTo>
                    <a:pt x="8571" y="6023"/>
                    <a:pt x="8834" y="5367"/>
                    <a:pt x="9481" y="5367"/>
                  </a:cubicBezTo>
                  <a:cubicBezTo>
                    <a:pt x="9575" y="5367"/>
                    <a:pt x="9676" y="5380"/>
                    <a:pt x="9788" y="5411"/>
                  </a:cubicBezTo>
                  <a:cubicBezTo>
                    <a:pt x="9909" y="5198"/>
                    <a:pt x="10122" y="5077"/>
                    <a:pt x="10365" y="5046"/>
                  </a:cubicBezTo>
                  <a:lnTo>
                    <a:pt x="10548" y="5289"/>
                  </a:lnTo>
                  <a:cubicBezTo>
                    <a:pt x="10730" y="5077"/>
                    <a:pt x="11308" y="5289"/>
                    <a:pt x="11308" y="4955"/>
                  </a:cubicBezTo>
                  <a:cubicBezTo>
                    <a:pt x="11449" y="5150"/>
                    <a:pt x="11604" y="5218"/>
                    <a:pt x="11762" y="5218"/>
                  </a:cubicBezTo>
                  <a:cubicBezTo>
                    <a:pt x="12138" y="5218"/>
                    <a:pt x="12535" y="4833"/>
                    <a:pt x="12834" y="4833"/>
                  </a:cubicBezTo>
                  <a:cubicBezTo>
                    <a:pt x="12842" y="4833"/>
                    <a:pt x="12850" y="4833"/>
                    <a:pt x="12858" y="4834"/>
                  </a:cubicBezTo>
                  <a:lnTo>
                    <a:pt x="12797" y="4469"/>
                  </a:lnTo>
                  <a:cubicBezTo>
                    <a:pt x="13101" y="4408"/>
                    <a:pt x="13375" y="4256"/>
                    <a:pt x="13648" y="4074"/>
                  </a:cubicBezTo>
                  <a:lnTo>
                    <a:pt x="13557" y="3739"/>
                  </a:lnTo>
                  <a:cubicBezTo>
                    <a:pt x="13628" y="3669"/>
                    <a:pt x="13712" y="3644"/>
                    <a:pt x="13803" y="3644"/>
                  </a:cubicBezTo>
                  <a:cubicBezTo>
                    <a:pt x="13907" y="3644"/>
                    <a:pt x="14021" y="3676"/>
                    <a:pt x="14134" y="3709"/>
                  </a:cubicBezTo>
                  <a:cubicBezTo>
                    <a:pt x="14378" y="3800"/>
                    <a:pt x="14621" y="3861"/>
                    <a:pt x="14864" y="3861"/>
                  </a:cubicBezTo>
                  <a:cubicBezTo>
                    <a:pt x="14849" y="3922"/>
                    <a:pt x="14811" y="3944"/>
                    <a:pt x="14765" y="3944"/>
                  </a:cubicBezTo>
                  <a:cubicBezTo>
                    <a:pt x="14720" y="3944"/>
                    <a:pt x="14666" y="3922"/>
                    <a:pt x="14621" y="3891"/>
                  </a:cubicBezTo>
                  <a:lnTo>
                    <a:pt x="14621" y="3891"/>
                  </a:lnTo>
                  <a:cubicBezTo>
                    <a:pt x="14754" y="4068"/>
                    <a:pt x="14886" y="4131"/>
                    <a:pt x="15026" y="4131"/>
                  </a:cubicBezTo>
                  <a:cubicBezTo>
                    <a:pt x="15174" y="4131"/>
                    <a:pt x="15330" y="4061"/>
                    <a:pt x="15502" y="3982"/>
                  </a:cubicBezTo>
                  <a:cubicBezTo>
                    <a:pt x="15672" y="3880"/>
                    <a:pt x="15843" y="3797"/>
                    <a:pt x="15997" y="3797"/>
                  </a:cubicBezTo>
                  <a:cubicBezTo>
                    <a:pt x="16118" y="3797"/>
                    <a:pt x="16229" y="3849"/>
                    <a:pt x="16323" y="3982"/>
                  </a:cubicBezTo>
                  <a:cubicBezTo>
                    <a:pt x="16355" y="3961"/>
                    <a:pt x="16395" y="3951"/>
                    <a:pt x="16436" y="3951"/>
                  </a:cubicBezTo>
                  <a:cubicBezTo>
                    <a:pt x="16510" y="3951"/>
                    <a:pt x="16588" y="3984"/>
                    <a:pt x="16627" y="4043"/>
                  </a:cubicBezTo>
                  <a:lnTo>
                    <a:pt x="16657" y="4043"/>
                  </a:lnTo>
                  <a:cubicBezTo>
                    <a:pt x="16661" y="4054"/>
                    <a:pt x="16664" y="4064"/>
                    <a:pt x="16668" y="4074"/>
                  </a:cubicBezTo>
                  <a:lnTo>
                    <a:pt x="16668" y="4074"/>
                  </a:lnTo>
                  <a:cubicBezTo>
                    <a:pt x="16816" y="4072"/>
                    <a:pt x="16964" y="4043"/>
                    <a:pt x="17083" y="4013"/>
                  </a:cubicBezTo>
                  <a:lnTo>
                    <a:pt x="17083" y="4013"/>
                  </a:lnTo>
                  <a:lnTo>
                    <a:pt x="17052" y="4408"/>
                  </a:lnTo>
                  <a:lnTo>
                    <a:pt x="17083" y="4408"/>
                  </a:lnTo>
                  <a:cubicBezTo>
                    <a:pt x="17105" y="4436"/>
                    <a:pt x="17126" y="4449"/>
                    <a:pt x="17144" y="4449"/>
                  </a:cubicBezTo>
                  <a:cubicBezTo>
                    <a:pt x="17224" y="4449"/>
                    <a:pt x="17260" y="4205"/>
                    <a:pt x="17235" y="3982"/>
                  </a:cubicBezTo>
                  <a:cubicBezTo>
                    <a:pt x="17326" y="3952"/>
                    <a:pt x="17417" y="3891"/>
                    <a:pt x="17508" y="3830"/>
                  </a:cubicBezTo>
                  <a:lnTo>
                    <a:pt x="17508" y="3830"/>
                  </a:lnTo>
                  <a:cubicBezTo>
                    <a:pt x="17483" y="4067"/>
                    <a:pt x="17550" y="4099"/>
                    <a:pt x="17635" y="4099"/>
                  </a:cubicBezTo>
                  <a:cubicBezTo>
                    <a:pt x="17668" y="4099"/>
                    <a:pt x="17704" y="4095"/>
                    <a:pt x="17739" y="4095"/>
                  </a:cubicBezTo>
                  <a:cubicBezTo>
                    <a:pt x="17833" y="4095"/>
                    <a:pt x="17917" y="4131"/>
                    <a:pt x="17903" y="4408"/>
                  </a:cubicBezTo>
                  <a:cubicBezTo>
                    <a:pt x="18086" y="4134"/>
                    <a:pt x="18694" y="4469"/>
                    <a:pt x="19028" y="3891"/>
                  </a:cubicBezTo>
                  <a:lnTo>
                    <a:pt x="19028" y="3891"/>
                  </a:lnTo>
                  <a:cubicBezTo>
                    <a:pt x="19003" y="3966"/>
                    <a:pt x="19019" y="4021"/>
                    <a:pt x="18992" y="4021"/>
                  </a:cubicBezTo>
                  <a:cubicBezTo>
                    <a:pt x="18986" y="4021"/>
                    <a:pt x="18978" y="4018"/>
                    <a:pt x="18967" y="4013"/>
                  </a:cubicBezTo>
                  <a:lnTo>
                    <a:pt x="18967" y="4013"/>
                  </a:lnTo>
                  <a:cubicBezTo>
                    <a:pt x="19063" y="4109"/>
                    <a:pt x="19178" y="4223"/>
                    <a:pt x="19326" y="4223"/>
                  </a:cubicBezTo>
                  <a:cubicBezTo>
                    <a:pt x="19366" y="4223"/>
                    <a:pt x="19408" y="4215"/>
                    <a:pt x="19454" y="4195"/>
                  </a:cubicBezTo>
                  <a:lnTo>
                    <a:pt x="19454" y="4195"/>
                  </a:lnTo>
                  <a:lnTo>
                    <a:pt x="19332" y="4651"/>
                  </a:lnTo>
                  <a:cubicBezTo>
                    <a:pt x="19545" y="4499"/>
                    <a:pt x="19758" y="4378"/>
                    <a:pt x="19940" y="4256"/>
                  </a:cubicBezTo>
                  <a:lnTo>
                    <a:pt x="19940" y="4256"/>
                  </a:lnTo>
                  <a:cubicBezTo>
                    <a:pt x="20062" y="4651"/>
                    <a:pt x="20062" y="4803"/>
                    <a:pt x="19697" y="5016"/>
                  </a:cubicBezTo>
                  <a:cubicBezTo>
                    <a:pt x="19979" y="4937"/>
                    <a:pt x="20118" y="4921"/>
                    <a:pt x="20218" y="4921"/>
                  </a:cubicBezTo>
                  <a:cubicBezTo>
                    <a:pt x="20288" y="4921"/>
                    <a:pt x="20338" y="4929"/>
                    <a:pt x="20403" y="4929"/>
                  </a:cubicBezTo>
                  <a:cubicBezTo>
                    <a:pt x="20497" y="4929"/>
                    <a:pt x="20623" y="4912"/>
                    <a:pt x="20882" y="4834"/>
                  </a:cubicBezTo>
                  <a:lnTo>
                    <a:pt x="20882" y="4834"/>
                  </a:lnTo>
                  <a:lnTo>
                    <a:pt x="20730" y="5077"/>
                  </a:lnTo>
                  <a:cubicBezTo>
                    <a:pt x="20755" y="5087"/>
                    <a:pt x="20788" y="5090"/>
                    <a:pt x="20826" y="5090"/>
                  </a:cubicBezTo>
                  <a:cubicBezTo>
                    <a:pt x="20911" y="5090"/>
                    <a:pt x="21019" y="5072"/>
                    <a:pt x="21112" y="5072"/>
                  </a:cubicBezTo>
                  <a:cubicBezTo>
                    <a:pt x="21230" y="5072"/>
                    <a:pt x="21322" y="5101"/>
                    <a:pt x="21308" y="5229"/>
                  </a:cubicBezTo>
                  <a:cubicBezTo>
                    <a:pt x="21338" y="5897"/>
                    <a:pt x="22949" y="6353"/>
                    <a:pt x="23405" y="7417"/>
                  </a:cubicBezTo>
                  <a:cubicBezTo>
                    <a:pt x="23499" y="7223"/>
                    <a:pt x="23555" y="7153"/>
                    <a:pt x="23592" y="7153"/>
                  </a:cubicBezTo>
                  <a:cubicBezTo>
                    <a:pt x="23687" y="7153"/>
                    <a:pt x="23658" y="7614"/>
                    <a:pt x="23818" y="7614"/>
                  </a:cubicBezTo>
                  <a:cubicBezTo>
                    <a:pt x="23859" y="7614"/>
                    <a:pt x="23912" y="7584"/>
                    <a:pt x="23983" y="7508"/>
                  </a:cubicBezTo>
                  <a:lnTo>
                    <a:pt x="23983" y="7508"/>
                  </a:lnTo>
                  <a:cubicBezTo>
                    <a:pt x="23891" y="7691"/>
                    <a:pt x="23922" y="7903"/>
                    <a:pt x="23679" y="7903"/>
                  </a:cubicBezTo>
                  <a:cubicBezTo>
                    <a:pt x="24143" y="8058"/>
                    <a:pt x="24082" y="8497"/>
                    <a:pt x="24442" y="8497"/>
                  </a:cubicBezTo>
                  <a:cubicBezTo>
                    <a:pt x="24507" y="8497"/>
                    <a:pt x="24585" y="8483"/>
                    <a:pt x="24682" y="8451"/>
                  </a:cubicBezTo>
                  <a:lnTo>
                    <a:pt x="24682" y="8451"/>
                  </a:lnTo>
                  <a:cubicBezTo>
                    <a:pt x="24591" y="8663"/>
                    <a:pt x="24408" y="8603"/>
                    <a:pt x="24347" y="8724"/>
                  </a:cubicBezTo>
                  <a:cubicBezTo>
                    <a:pt x="24408" y="8724"/>
                    <a:pt x="24591" y="8724"/>
                    <a:pt x="24530" y="8846"/>
                  </a:cubicBezTo>
                  <a:cubicBezTo>
                    <a:pt x="24509" y="8927"/>
                    <a:pt x="24449" y="8927"/>
                    <a:pt x="24374" y="8927"/>
                  </a:cubicBezTo>
                  <a:lnTo>
                    <a:pt x="24374" y="8927"/>
                  </a:lnTo>
                  <a:cubicBezTo>
                    <a:pt x="24337" y="8927"/>
                    <a:pt x="24297" y="8927"/>
                    <a:pt x="24256" y="8937"/>
                  </a:cubicBezTo>
                  <a:cubicBezTo>
                    <a:pt x="24347" y="9012"/>
                    <a:pt x="24445" y="9045"/>
                    <a:pt x="24548" y="9045"/>
                  </a:cubicBezTo>
                  <a:cubicBezTo>
                    <a:pt x="24860" y="9045"/>
                    <a:pt x="25220" y="8748"/>
                    <a:pt x="25563" y="8451"/>
                  </a:cubicBezTo>
                  <a:cubicBezTo>
                    <a:pt x="25563" y="8715"/>
                    <a:pt x="25611" y="8836"/>
                    <a:pt x="25800" y="8836"/>
                  </a:cubicBezTo>
                  <a:cubicBezTo>
                    <a:pt x="25871" y="8836"/>
                    <a:pt x="25963" y="8818"/>
                    <a:pt x="26080" y="8785"/>
                  </a:cubicBezTo>
                  <a:lnTo>
                    <a:pt x="26080" y="8785"/>
                  </a:lnTo>
                  <a:cubicBezTo>
                    <a:pt x="26012" y="8920"/>
                    <a:pt x="25978" y="9106"/>
                    <a:pt x="25866" y="9106"/>
                  </a:cubicBezTo>
                  <a:cubicBezTo>
                    <a:pt x="25827" y="9106"/>
                    <a:pt x="25778" y="9083"/>
                    <a:pt x="25715" y="9028"/>
                  </a:cubicBezTo>
                  <a:lnTo>
                    <a:pt x="25715" y="9028"/>
                  </a:lnTo>
                  <a:cubicBezTo>
                    <a:pt x="25806" y="9210"/>
                    <a:pt x="25898" y="9393"/>
                    <a:pt x="26050" y="9545"/>
                  </a:cubicBezTo>
                  <a:cubicBezTo>
                    <a:pt x="26137" y="9698"/>
                    <a:pt x="26256" y="9819"/>
                    <a:pt x="26394" y="9819"/>
                  </a:cubicBezTo>
                  <a:cubicBezTo>
                    <a:pt x="26449" y="9819"/>
                    <a:pt x="26506" y="9800"/>
                    <a:pt x="26566" y="9758"/>
                  </a:cubicBezTo>
                  <a:lnTo>
                    <a:pt x="26566" y="9758"/>
                  </a:lnTo>
                  <a:cubicBezTo>
                    <a:pt x="26505" y="9879"/>
                    <a:pt x="26688" y="9970"/>
                    <a:pt x="26749" y="10001"/>
                  </a:cubicBezTo>
                  <a:cubicBezTo>
                    <a:pt x="26870" y="10244"/>
                    <a:pt x="26992" y="10457"/>
                    <a:pt x="27174" y="10669"/>
                  </a:cubicBezTo>
                  <a:cubicBezTo>
                    <a:pt x="27174" y="10639"/>
                    <a:pt x="27174" y="10609"/>
                    <a:pt x="27174" y="10548"/>
                  </a:cubicBezTo>
                  <a:cubicBezTo>
                    <a:pt x="27264" y="10524"/>
                    <a:pt x="27331" y="10514"/>
                    <a:pt x="27382" y="10514"/>
                  </a:cubicBezTo>
                  <a:cubicBezTo>
                    <a:pt x="27661" y="10514"/>
                    <a:pt x="27450" y="10824"/>
                    <a:pt x="27630" y="11004"/>
                  </a:cubicBezTo>
                  <a:lnTo>
                    <a:pt x="27569" y="11004"/>
                  </a:lnTo>
                  <a:cubicBezTo>
                    <a:pt x="27539" y="11399"/>
                    <a:pt x="27569" y="11460"/>
                    <a:pt x="27630" y="11490"/>
                  </a:cubicBezTo>
                  <a:cubicBezTo>
                    <a:pt x="27721" y="11551"/>
                    <a:pt x="27812" y="11612"/>
                    <a:pt x="27600" y="11976"/>
                  </a:cubicBezTo>
                  <a:lnTo>
                    <a:pt x="27934" y="11855"/>
                  </a:lnTo>
                  <a:cubicBezTo>
                    <a:pt x="27963" y="11853"/>
                    <a:pt x="27990" y="11852"/>
                    <a:pt x="28014" y="11852"/>
                  </a:cubicBezTo>
                  <a:cubicBezTo>
                    <a:pt x="28316" y="11852"/>
                    <a:pt x="28229" y="12023"/>
                    <a:pt x="28116" y="12220"/>
                  </a:cubicBezTo>
                  <a:cubicBezTo>
                    <a:pt x="27964" y="12432"/>
                    <a:pt x="27721" y="12645"/>
                    <a:pt x="27873" y="12828"/>
                  </a:cubicBezTo>
                  <a:lnTo>
                    <a:pt x="28086" y="12706"/>
                  </a:lnTo>
                  <a:lnTo>
                    <a:pt x="28086" y="12706"/>
                  </a:lnTo>
                  <a:cubicBezTo>
                    <a:pt x="28208" y="12797"/>
                    <a:pt x="27934" y="12980"/>
                    <a:pt x="27630" y="13071"/>
                  </a:cubicBezTo>
                  <a:cubicBezTo>
                    <a:pt x="27387" y="13162"/>
                    <a:pt x="27113" y="13253"/>
                    <a:pt x="26870" y="13375"/>
                  </a:cubicBezTo>
                  <a:cubicBezTo>
                    <a:pt x="26864" y="13378"/>
                    <a:pt x="26857" y="13379"/>
                    <a:pt x="26852" y="13379"/>
                  </a:cubicBezTo>
                  <a:cubicBezTo>
                    <a:pt x="26803" y="13379"/>
                    <a:pt x="26776" y="13277"/>
                    <a:pt x="26749" y="13223"/>
                  </a:cubicBezTo>
                  <a:lnTo>
                    <a:pt x="26749" y="13223"/>
                  </a:lnTo>
                  <a:cubicBezTo>
                    <a:pt x="26232" y="13648"/>
                    <a:pt x="27205" y="13344"/>
                    <a:pt x="27265" y="13770"/>
                  </a:cubicBezTo>
                  <a:cubicBezTo>
                    <a:pt x="27083" y="13770"/>
                    <a:pt x="26860" y="13675"/>
                    <a:pt x="26705" y="13675"/>
                  </a:cubicBezTo>
                  <a:cubicBezTo>
                    <a:pt x="26627" y="13675"/>
                    <a:pt x="26566" y="13699"/>
                    <a:pt x="26536" y="13770"/>
                  </a:cubicBezTo>
                  <a:cubicBezTo>
                    <a:pt x="26293" y="13800"/>
                    <a:pt x="27144" y="14742"/>
                    <a:pt x="26505" y="14955"/>
                  </a:cubicBezTo>
                  <a:cubicBezTo>
                    <a:pt x="26548" y="14955"/>
                    <a:pt x="26592" y="14954"/>
                    <a:pt x="26635" y="14954"/>
                  </a:cubicBezTo>
                  <a:cubicBezTo>
                    <a:pt x="26808" y="14954"/>
                    <a:pt x="26974" y="14973"/>
                    <a:pt x="27022" y="15168"/>
                  </a:cubicBezTo>
                  <a:cubicBezTo>
                    <a:pt x="26961" y="15502"/>
                    <a:pt x="26019" y="15654"/>
                    <a:pt x="26445" y="16171"/>
                  </a:cubicBezTo>
                  <a:cubicBezTo>
                    <a:pt x="26414" y="16186"/>
                    <a:pt x="26384" y="16194"/>
                    <a:pt x="26357" y="16194"/>
                  </a:cubicBezTo>
                  <a:cubicBezTo>
                    <a:pt x="26331" y="16194"/>
                    <a:pt x="26308" y="16186"/>
                    <a:pt x="26293" y="16171"/>
                  </a:cubicBezTo>
                  <a:lnTo>
                    <a:pt x="26293" y="16171"/>
                  </a:lnTo>
                  <a:cubicBezTo>
                    <a:pt x="26323" y="16475"/>
                    <a:pt x="26141" y="16992"/>
                    <a:pt x="26384" y="17326"/>
                  </a:cubicBezTo>
                  <a:cubicBezTo>
                    <a:pt x="26273" y="17286"/>
                    <a:pt x="26181" y="17269"/>
                    <a:pt x="26103" y="17269"/>
                  </a:cubicBezTo>
                  <a:cubicBezTo>
                    <a:pt x="25454" y="17269"/>
                    <a:pt x="25835" y="18501"/>
                    <a:pt x="25398" y="18501"/>
                  </a:cubicBezTo>
                  <a:cubicBezTo>
                    <a:pt x="25326" y="18501"/>
                    <a:pt x="25232" y="18468"/>
                    <a:pt x="25107" y="18390"/>
                  </a:cubicBezTo>
                  <a:lnTo>
                    <a:pt x="24712" y="19089"/>
                  </a:lnTo>
                  <a:lnTo>
                    <a:pt x="24651" y="18998"/>
                  </a:lnTo>
                  <a:cubicBezTo>
                    <a:pt x="24378" y="19271"/>
                    <a:pt x="24347" y="19667"/>
                    <a:pt x="24530" y="19971"/>
                  </a:cubicBezTo>
                  <a:cubicBezTo>
                    <a:pt x="24510" y="19981"/>
                    <a:pt x="24492" y="19985"/>
                    <a:pt x="24477" y="19985"/>
                  </a:cubicBezTo>
                  <a:cubicBezTo>
                    <a:pt x="24397" y="19985"/>
                    <a:pt x="24368" y="19874"/>
                    <a:pt x="24317" y="19849"/>
                  </a:cubicBezTo>
                  <a:cubicBezTo>
                    <a:pt x="23709" y="20335"/>
                    <a:pt x="23709" y="20396"/>
                    <a:pt x="23800" y="21247"/>
                  </a:cubicBezTo>
                  <a:lnTo>
                    <a:pt x="23466" y="21065"/>
                  </a:lnTo>
                  <a:lnTo>
                    <a:pt x="23466" y="21065"/>
                  </a:lnTo>
                  <a:cubicBezTo>
                    <a:pt x="23527" y="21338"/>
                    <a:pt x="22341" y="21582"/>
                    <a:pt x="22220" y="22433"/>
                  </a:cubicBezTo>
                  <a:cubicBezTo>
                    <a:pt x="22159" y="22372"/>
                    <a:pt x="22128" y="22311"/>
                    <a:pt x="22128" y="22250"/>
                  </a:cubicBezTo>
                  <a:cubicBezTo>
                    <a:pt x="21977" y="23192"/>
                    <a:pt x="20092" y="23192"/>
                    <a:pt x="20943" y="24256"/>
                  </a:cubicBezTo>
                  <a:lnTo>
                    <a:pt x="20852" y="24925"/>
                  </a:lnTo>
                  <a:cubicBezTo>
                    <a:pt x="20968" y="24815"/>
                    <a:pt x="21051" y="24773"/>
                    <a:pt x="21114" y="24773"/>
                  </a:cubicBezTo>
                  <a:cubicBezTo>
                    <a:pt x="21334" y="24773"/>
                    <a:pt x="21305" y="25296"/>
                    <a:pt x="21561" y="25296"/>
                  </a:cubicBezTo>
                  <a:cubicBezTo>
                    <a:pt x="21577" y="25296"/>
                    <a:pt x="21594" y="25294"/>
                    <a:pt x="21612" y="25290"/>
                  </a:cubicBezTo>
                  <a:lnTo>
                    <a:pt x="21612" y="25290"/>
                  </a:lnTo>
                  <a:cubicBezTo>
                    <a:pt x="21548" y="25418"/>
                    <a:pt x="21340" y="25496"/>
                    <a:pt x="21180" y="25496"/>
                  </a:cubicBezTo>
                  <a:cubicBezTo>
                    <a:pt x="21037" y="25496"/>
                    <a:pt x="20932" y="25433"/>
                    <a:pt x="21004" y="25290"/>
                  </a:cubicBezTo>
                  <a:lnTo>
                    <a:pt x="21095" y="25290"/>
                  </a:lnTo>
                  <a:cubicBezTo>
                    <a:pt x="20992" y="25174"/>
                    <a:pt x="20899" y="25130"/>
                    <a:pt x="20812" y="25130"/>
                  </a:cubicBezTo>
                  <a:cubicBezTo>
                    <a:pt x="20547" y="25130"/>
                    <a:pt x="20343" y="25539"/>
                    <a:pt x="20120" y="25539"/>
                  </a:cubicBezTo>
                  <a:cubicBezTo>
                    <a:pt x="20071" y="25539"/>
                    <a:pt x="20022" y="25519"/>
                    <a:pt x="19970" y="25472"/>
                  </a:cubicBezTo>
                  <a:cubicBezTo>
                    <a:pt x="19636" y="25898"/>
                    <a:pt x="19180" y="26232"/>
                    <a:pt x="18663" y="26414"/>
                  </a:cubicBezTo>
                  <a:cubicBezTo>
                    <a:pt x="18344" y="26483"/>
                    <a:pt x="18008" y="26517"/>
                    <a:pt x="17667" y="26517"/>
                  </a:cubicBezTo>
                  <a:cubicBezTo>
                    <a:pt x="17554" y="26517"/>
                    <a:pt x="17440" y="26513"/>
                    <a:pt x="17326" y="26506"/>
                  </a:cubicBezTo>
                  <a:lnTo>
                    <a:pt x="17326" y="26506"/>
                  </a:lnTo>
                  <a:lnTo>
                    <a:pt x="17478" y="27022"/>
                  </a:lnTo>
                  <a:lnTo>
                    <a:pt x="17083" y="27022"/>
                  </a:lnTo>
                  <a:cubicBezTo>
                    <a:pt x="16992" y="26870"/>
                    <a:pt x="16961" y="26597"/>
                    <a:pt x="17235" y="26597"/>
                  </a:cubicBezTo>
                  <a:cubicBezTo>
                    <a:pt x="17209" y="26533"/>
                    <a:pt x="17174" y="26506"/>
                    <a:pt x="17134" y="26506"/>
                  </a:cubicBezTo>
                  <a:cubicBezTo>
                    <a:pt x="16986" y="26506"/>
                    <a:pt x="16772" y="26872"/>
                    <a:pt x="16748" y="26992"/>
                  </a:cubicBezTo>
                  <a:cubicBezTo>
                    <a:pt x="16171" y="26718"/>
                    <a:pt x="17022" y="26354"/>
                    <a:pt x="16840" y="26323"/>
                  </a:cubicBezTo>
                  <a:lnTo>
                    <a:pt x="16840" y="26323"/>
                  </a:lnTo>
                  <a:lnTo>
                    <a:pt x="16596" y="26354"/>
                  </a:lnTo>
                  <a:lnTo>
                    <a:pt x="16627" y="26445"/>
                  </a:lnTo>
                  <a:cubicBezTo>
                    <a:pt x="16464" y="26608"/>
                    <a:pt x="16398" y="26819"/>
                    <a:pt x="16126" y="26819"/>
                  </a:cubicBezTo>
                  <a:cubicBezTo>
                    <a:pt x="16093" y="26819"/>
                    <a:pt x="16058" y="26816"/>
                    <a:pt x="16019" y="26810"/>
                  </a:cubicBezTo>
                  <a:cubicBezTo>
                    <a:pt x="15806" y="26688"/>
                    <a:pt x="15928" y="26475"/>
                    <a:pt x="15837" y="26445"/>
                  </a:cubicBezTo>
                  <a:cubicBezTo>
                    <a:pt x="15837" y="26384"/>
                    <a:pt x="15837" y="26384"/>
                    <a:pt x="15715" y="26384"/>
                  </a:cubicBezTo>
                  <a:lnTo>
                    <a:pt x="15168" y="26293"/>
                  </a:lnTo>
                  <a:lnTo>
                    <a:pt x="15320" y="26749"/>
                  </a:lnTo>
                  <a:cubicBezTo>
                    <a:pt x="15047" y="26930"/>
                    <a:pt x="14805" y="26660"/>
                    <a:pt x="14983" y="27168"/>
                  </a:cubicBezTo>
                  <a:lnTo>
                    <a:pt x="14983" y="27168"/>
                  </a:lnTo>
                  <a:cubicBezTo>
                    <a:pt x="14703" y="26385"/>
                    <a:pt x="12949" y="26566"/>
                    <a:pt x="12767" y="26293"/>
                  </a:cubicBezTo>
                  <a:cubicBezTo>
                    <a:pt x="12584" y="26384"/>
                    <a:pt x="12387" y="26430"/>
                    <a:pt x="12189" y="26430"/>
                  </a:cubicBezTo>
                  <a:cubicBezTo>
                    <a:pt x="11992" y="26430"/>
                    <a:pt x="11794" y="26384"/>
                    <a:pt x="11612" y="26293"/>
                  </a:cubicBezTo>
                  <a:lnTo>
                    <a:pt x="11612" y="26293"/>
                  </a:lnTo>
                  <a:cubicBezTo>
                    <a:pt x="11691" y="26398"/>
                    <a:pt x="11655" y="26778"/>
                    <a:pt x="11427" y="26778"/>
                  </a:cubicBezTo>
                  <a:cubicBezTo>
                    <a:pt x="11392" y="26778"/>
                    <a:pt x="11352" y="26769"/>
                    <a:pt x="11308" y="26749"/>
                  </a:cubicBezTo>
                  <a:cubicBezTo>
                    <a:pt x="11663" y="25860"/>
                    <a:pt x="10777" y="26155"/>
                    <a:pt x="10648" y="25468"/>
                  </a:cubicBezTo>
                  <a:lnTo>
                    <a:pt x="10648" y="25468"/>
                  </a:lnTo>
                  <a:cubicBezTo>
                    <a:pt x="10655" y="25594"/>
                    <a:pt x="10557" y="25622"/>
                    <a:pt x="10426" y="25622"/>
                  </a:cubicBezTo>
                  <a:cubicBezTo>
                    <a:pt x="10324" y="25622"/>
                    <a:pt x="10202" y="25605"/>
                    <a:pt x="10092" y="25605"/>
                  </a:cubicBezTo>
                  <a:cubicBezTo>
                    <a:pt x="9888" y="25605"/>
                    <a:pt x="9727" y="25662"/>
                    <a:pt x="9818" y="25989"/>
                  </a:cubicBezTo>
                  <a:cubicBezTo>
                    <a:pt x="9545" y="25837"/>
                    <a:pt x="9909" y="25624"/>
                    <a:pt x="9757" y="25351"/>
                  </a:cubicBezTo>
                  <a:lnTo>
                    <a:pt x="9757" y="25351"/>
                  </a:lnTo>
                  <a:cubicBezTo>
                    <a:pt x="9693" y="25363"/>
                    <a:pt x="9629" y="25368"/>
                    <a:pt x="9566" y="25368"/>
                  </a:cubicBezTo>
                  <a:cubicBezTo>
                    <a:pt x="8830" y="25368"/>
                    <a:pt x="8201" y="24607"/>
                    <a:pt x="7417" y="24439"/>
                  </a:cubicBezTo>
                  <a:cubicBezTo>
                    <a:pt x="7356" y="24560"/>
                    <a:pt x="7417" y="24834"/>
                    <a:pt x="7174" y="24925"/>
                  </a:cubicBezTo>
                  <a:lnTo>
                    <a:pt x="6961" y="24135"/>
                  </a:lnTo>
                  <a:cubicBezTo>
                    <a:pt x="6833" y="24135"/>
                    <a:pt x="6676" y="24448"/>
                    <a:pt x="6541" y="24448"/>
                  </a:cubicBezTo>
                  <a:cubicBezTo>
                    <a:pt x="6483" y="24448"/>
                    <a:pt x="6429" y="24390"/>
                    <a:pt x="6384" y="24226"/>
                  </a:cubicBezTo>
                  <a:cubicBezTo>
                    <a:pt x="6384" y="24348"/>
                    <a:pt x="6384" y="24530"/>
                    <a:pt x="6262" y="24530"/>
                  </a:cubicBezTo>
                  <a:cubicBezTo>
                    <a:pt x="5624" y="23952"/>
                    <a:pt x="4803" y="23679"/>
                    <a:pt x="4013" y="23375"/>
                  </a:cubicBezTo>
                  <a:cubicBezTo>
                    <a:pt x="3222" y="23071"/>
                    <a:pt x="2554" y="22706"/>
                    <a:pt x="2736" y="22098"/>
                  </a:cubicBezTo>
                  <a:cubicBezTo>
                    <a:pt x="2736" y="22007"/>
                    <a:pt x="2797" y="21946"/>
                    <a:pt x="2827" y="21855"/>
                  </a:cubicBezTo>
                  <a:lnTo>
                    <a:pt x="2827" y="21855"/>
                  </a:lnTo>
                  <a:cubicBezTo>
                    <a:pt x="2727" y="21972"/>
                    <a:pt x="2663" y="22016"/>
                    <a:pt x="2621" y="22016"/>
                  </a:cubicBezTo>
                  <a:cubicBezTo>
                    <a:pt x="2587" y="22016"/>
                    <a:pt x="2567" y="21987"/>
                    <a:pt x="2554" y="21946"/>
                  </a:cubicBezTo>
                  <a:cubicBezTo>
                    <a:pt x="2523" y="22007"/>
                    <a:pt x="2250" y="22068"/>
                    <a:pt x="2098" y="22129"/>
                  </a:cubicBezTo>
                  <a:cubicBezTo>
                    <a:pt x="2189" y="21916"/>
                    <a:pt x="2310" y="21733"/>
                    <a:pt x="2432" y="21521"/>
                  </a:cubicBezTo>
                  <a:cubicBezTo>
                    <a:pt x="1915" y="21521"/>
                    <a:pt x="2341" y="20882"/>
                    <a:pt x="1885" y="20822"/>
                  </a:cubicBezTo>
                  <a:lnTo>
                    <a:pt x="1885" y="20822"/>
                  </a:lnTo>
                  <a:lnTo>
                    <a:pt x="1976" y="21034"/>
                  </a:lnTo>
                  <a:cubicBezTo>
                    <a:pt x="1884" y="20986"/>
                    <a:pt x="1789" y="20965"/>
                    <a:pt x="1694" y="20965"/>
                  </a:cubicBezTo>
                  <a:cubicBezTo>
                    <a:pt x="1192" y="20965"/>
                    <a:pt x="648" y="21530"/>
                    <a:pt x="61" y="21582"/>
                  </a:cubicBezTo>
                  <a:cubicBezTo>
                    <a:pt x="365" y="21764"/>
                    <a:pt x="213" y="22007"/>
                    <a:pt x="92" y="22402"/>
                  </a:cubicBezTo>
                  <a:cubicBezTo>
                    <a:pt x="0" y="22797"/>
                    <a:pt x="0" y="23284"/>
                    <a:pt x="487" y="23466"/>
                  </a:cubicBezTo>
                  <a:cubicBezTo>
                    <a:pt x="517" y="23496"/>
                    <a:pt x="578" y="23496"/>
                    <a:pt x="639" y="23496"/>
                  </a:cubicBezTo>
                  <a:cubicBezTo>
                    <a:pt x="627" y="23594"/>
                    <a:pt x="576" y="23613"/>
                    <a:pt x="513" y="23613"/>
                  </a:cubicBezTo>
                  <a:cubicBezTo>
                    <a:pt x="471" y="23613"/>
                    <a:pt x="424" y="23605"/>
                    <a:pt x="380" y="23605"/>
                  </a:cubicBezTo>
                  <a:cubicBezTo>
                    <a:pt x="325" y="23605"/>
                    <a:pt x="274" y="23618"/>
                    <a:pt x="244" y="23679"/>
                  </a:cubicBezTo>
                  <a:cubicBezTo>
                    <a:pt x="639" y="23679"/>
                    <a:pt x="821" y="23861"/>
                    <a:pt x="1034" y="24256"/>
                  </a:cubicBezTo>
                  <a:lnTo>
                    <a:pt x="943" y="24287"/>
                  </a:lnTo>
                  <a:cubicBezTo>
                    <a:pt x="1490" y="24743"/>
                    <a:pt x="1794" y="24986"/>
                    <a:pt x="2128" y="25259"/>
                  </a:cubicBezTo>
                  <a:cubicBezTo>
                    <a:pt x="2462" y="25594"/>
                    <a:pt x="2827" y="25898"/>
                    <a:pt x="3222" y="26171"/>
                  </a:cubicBezTo>
                  <a:lnTo>
                    <a:pt x="3283" y="25807"/>
                  </a:lnTo>
                  <a:cubicBezTo>
                    <a:pt x="3496" y="25958"/>
                    <a:pt x="3496" y="26080"/>
                    <a:pt x="3557" y="26202"/>
                  </a:cubicBezTo>
                  <a:cubicBezTo>
                    <a:pt x="4043" y="25807"/>
                    <a:pt x="2949" y="25867"/>
                    <a:pt x="3435" y="25442"/>
                  </a:cubicBezTo>
                  <a:lnTo>
                    <a:pt x="3435" y="25442"/>
                  </a:lnTo>
                  <a:cubicBezTo>
                    <a:pt x="3435" y="26262"/>
                    <a:pt x="4955" y="26141"/>
                    <a:pt x="4833" y="26962"/>
                  </a:cubicBezTo>
                  <a:cubicBezTo>
                    <a:pt x="4878" y="26980"/>
                    <a:pt x="4913" y="26988"/>
                    <a:pt x="4940" y="26988"/>
                  </a:cubicBezTo>
                  <a:cubicBezTo>
                    <a:pt x="5110" y="26988"/>
                    <a:pt x="4976" y="26670"/>
                    <a:pt x="5145" y="26670"/>
                  </a:cubicBezTo>
                  <a:cubicBezTo>
                    <a:pt x="5167" y="26670"/>
                    <a:pt x="5195" y="26676"/>
                    <a:pt x="5228" y="26688"/>
                  </a:cubicBezTo>
                  <a:lnTo>
                    <a:pt x="5228" y="26931"/>
                  </a:lnTo>
                  <a:lnTo>
                    <a:pt x="5411" y="26718"/>
                  </a:lnTo>
                  <a:cubicBezTo>
                    <a:pt x="5593" y="26870"/>
                    <a:pt x="5654" y="27114"/>
                    <a:pt x="5593" y="27326"/>
                  </a:cubicBezTo>
                  <a:cubicBezTo>
                    <a:pt x="5571" y="27304"/>
                    <a:pt x="5540" y="27298"/>
                    <a:pt x="5507" y="27298"/>
                  </a:cubicBezTo>
                  <a:cubicBezTo>
                    <a:pt x="5471" y="27298"/>
                    <a:pt x="5432" y="27305"/>
                    <a:pt x="5399" y="27305"/>
                  </a:cubicBezTo>
                  <a:cubicBezTo>
                    <a:pt x="5381" y="27305"/>
                    <a:pt x="5364" y="27303"/>
                    <a:pt x="5350" y="27296"/>
                  </a:cubicBezTo>
                  <a:lnTo>
                    <a:pt x="5350" y="27296"/>
                  </a:lnTo>
                  <a:cubicBezTo>
                    <a:pt x="5523" y="27671"/>
                    <a:pt x="6133" y="27553"/>
                    <a:pt x="6274" y="27644"/>
                  </a:cubicBezTo>
                  <a:lnTo>
                    <a:pt x="6274" y="27644"/>
                  </a:lnTo>
                  <a:lnTo>
                    <a:pt x="5988" y="27387"/>
                  </a:lnTo>
                  <a:lnTo>
                    <a:pt x="5988" y="27387"/>
                  </a:lnTo>
                  <a:cubicBezTo>
                    <a:pt x="6900" y="27548"/>
                    <a:pt x="7858" y="28087"/>
                    <a:pt x="8802" y="28087"/>
                  </a:cubicBezTo>
                  <a:cubicBezTo>
                    <a:pt x="8928" y="28087"/>
                    <a:pt x="9054" y="28077"/>
                    <a:pt x="9180" y="28056"/>
                  </a:cubicBezTo>
                  <a:lnTo>
                    <a:pt x="9150" y="27873"/>
                  </a:lnTo>
                  <a:cubicBezTo>
                    <a:pt x="9221" y="27865"/>
                    <a:pt x="9284" y="27861"/>
                    <a:pt x="9339" y="27861"/>
                  </a:cubicBezTo>
                  <a:cubicBezTo>
                    <a:pt x="9899" y="27861"/>
                    <a:pt x="9740" y="28244"/>
                    <a:pt x="10487" y="28299"/>
                  </a:cubicBezTo>
                  <a:lnTo>
                    <a:pt x="10457" y="28329"/>
                  </a:lnTo>
                  <a:cubicBezTo>
                    <a:pt x="10578" y="28248"/>
                    <a:pt x="10727" y="28208"/>
                    <a:pt x="10875" y="28208"/>
                  </a:cubicBezTo>
                  <a:cubicBezTo>
                    <a:pt x="10950" y="28208"/>
                    <a:pt x="11024" y="28218"/>
                    <a:pt x="11095" y="28238"/>
                  </a:cubicBezTo>
                  <a:cubicBezTo>
                    <a:pt x="10852" y="28390"/>
                    <a:pt x="11399" y="28694"/>
                    <a:pt x="11095" y="28846"/>
                  </a:cubicBezTo>
                  <a:cubicBezTo>
                    <a:pt x="11946" y="28694"/>
                    <a:pt x="11520" y="28664"/>
                    <a:pt x="12189" y="28177"/>
                  </a:cubicBezTo>
                  <a:lnTo>
                    <a:pt x="12250" y="28481"/>
                  </a:lnTo>
                  <a:cubicBezTo>
                    <a:pt x="12463" y="28269"/>
                    <a:pt x="12493" y="28147"/>
                    <a:pt x="12919" y="28147"/>
                  </a:cubicBezTo>
                  <a:cubicBezTo>
                    <a:pt x="12523" y="28329"/>
                    <a:pt x="13101" y="28603"/>
                    <a:pt x="12675" y="28846"/>
                  </a:cubicBezTo>
                  <a:cubicBezTo>
                    <a:pt x="12881" y="29060"/>
                    <a:pt x="13076" y="29122"/>
                    <a:pt x="13257" y="29122"/>
                  </a:cubicBezTo>
                  <a:cubicBezTo>
                    <a:pt x="13508" y="29122"/>
                    <a:pt x="13731" y="29001"/>
                    <a:pt x="13909" y="29001"/>
                  </a:cubicBezTo>
                  <a:cubicBezTo>
                    <a:pt x="14058" y="29001"/>
                    <a:pt x="14177" y="29085"/>
                    <a:pt x="14256" y="29393"/>
                  </a:cubicBezTo>
                  <a:cubicBezTo>
                    <a:pt x="14773" y="28694"/>
                    <a:pt x="13587" y="28876"/>
                    <a:pt x="13830" y="28724"/>
                  </a:cubicBezTo>
                  <a:cubicBezTo>
                    <a:pt x="13731" y="28501"/>
                    <a:pt x="14079" y="28297"/>
                    <a:pt x="14342" y="28297"/>
                  </a:cubicBezTo>
                  <a:cubicBezTo>
                    <a:pt x="14401" y="28297"/>
                    <a:pt x="14455" y="28307"/>
                    <a:pt x="14499" y="28329"/>
                  </a:cubicBezTo>
                  <a:cubicBezTo>
                    <a:pt x="14742" y="28390"/>
                    <a:pt x="14803" y="29363"/>
                    <a:pt x="15502" y="29424"/>
                  </a:cubicBezTo>
                  <a:cubicBezTo>
                    <a:pt x="15454" y="29424"/>
                    <a:pt x="15424" y="29462"/>
                    <a:pt x="15384" y="29462"/>
                  </a:cubicBezTo>
                  <a:cubicBezTo>
                    <a:pt x="15373" y="29462"/>
                    <a:pt x="15362" y="29460"/>
                    <a:pt x="15350" y="29454"/>
                  </a:cubicBezTo>
                  <a:lnTo>
                    <a:pt x="15350" y="29454"/>
                  </a:lnTo>
                  <a:cubicBezTo>
                    <a:pt x="15410" y="29514"/>
                    <a:pt x="15474" y="29533"/>
                    <a:pt x="15541" y="29533"/>
                  </a:cubicBezTo>
                  <a:cubicBezTo>
                    <a:pt x="15660" y="29533"/>
                    <a:pt x="15788" y="29472"/>
                    <a:pt x="15920" y="29472"/>
                  </a:cubicBezTo>
                  <a:cubicBezTo>
                    <a:pt x="16012" y="29472"/>
                    <a:pt x="16107" y="29502"/>
                    <a:pt x="16201" y="29606"/>
                  </a:cubicBezTo>
                  <a:cubicBezTo>
                    <a:pt x="16295" y="29405"/>
                    <a:pt x="16389" y="29393"/>
                    <a:pt x="16472" y="29393"/>
                  </a:cubicBezTo>
                  <a:cubicBezTo>
                    <a:pt x="16484" y="29393"/>
                    <a:pt x="16495" y="29393"/>
                    <a:pt x="16505" y="29393"/>
                  </a:cubicBezTo>
                  <a:cubicBezTo>
                    <a:pt x="16596" y="29393"/>
                    <a:pt x="16672" y="29378"/>
                    <a:pt x="16718" y="29089"/>
                  </a:cubicBezTo>
                  <a:lnTo>
                    <a:pt x="16718" y="29089"/>
                  </a:lnTo>
                  <a:cubicBezTo>
                    <a:pt x="16505" y="29120"/>
                    <a:pt x="16262" y="29150"/>
                    <a:pt x="16049" y="29180"/>
                  </a:cubicBezTo>
                  <a:cubicBezTo>
                    <a:pt x="16345" y="29057"/>
                    <a:pt x="16662" y="28613"/>
                    <a:pt x="17095" y="28613"/>
                  </a:cubicBezTo>
                  <a:cubicBezTo>
                    <a:pt x="17196" y="28613"/>
                    <a:pt x="17303" y="28637"/>
                    <a:pt x="17417" y="28694"/>
                  </a:cubicBezTo>
                  <a:cubicBezTo>
                    <a:pt x="17326" y="28876"/>
                    <a:pt x="17204" y="28998"/>
                    <a:pt x="17022" y="29089"/>
                  </a:cubicBezTo>
                  <a:cubicBezTo>
                    <a:pt x="17068" y="29135"/>
                    <a:pt x="17113" y="29150"/>
                    <a:pt x="17159" y="29150"/>
                  </a:cubicBezTo>
                  <a:cubicBezTo>
                    <a:pt x="17251" y="29150"/>
                    <a:pt x="17345" y="29089"/>
                    <a:pt x="17445" y="29089"/>
                  </a:cubicBezTo>
                  <a:cubicBezTo>
                    <a:pt x="17495" y="29089"/>
                    <a:pt x="17546" y="29104"/>
                    <a:pt x="17600" y="29150"/>
                  </a:cubicBezTo>
                  <a:cubicBezTo>
                    <a:pt x="17569" y="29758"/>
                    <a:pt x="16718" y="29302"/>
                    <a:pt x="16293" y="29697"/>
                  </a:cubicBezTo>
                  <a:cubicBezTo>
                    <a:pt x="16328" y="29750"/>
                    <a:pt x="16382" y="29769"/>
                    <a:pt x="16444" y="29769"/>
                  </a:cubicBezTo>
                  <a:cubicBezTo>
                    <a:pt x="16589" y="29769"/>
                    <a:pt x="16779" y="29667"/>
                    <a:pt x="16881" y="29667"/>
                  </a:cubicBezTo>
                  <a:cubicBezTo>
                    <a:pt x="16957" y="29667"/>
                    <a:pt x="16984" y="29724"/>
                    <a:pt x="16908" y="29921"/>
                  </a:cubicBezTo>
                  <a:lnTo>
                    <a:pt x="16908" y="29921"/>
                  </a:lnTo>
                  <a:cubicBezTo>
                    <a:pt x="17017" y="29648"/>
                    <a:pt x="17143" y="29590"/>
                    <a:pt x="17295" y="29590"/>
                  </a:cubicBezTo>
                  <a:cubicBezTo>
                    <a:pt x="17352" y="29590"/>
                    <a:pt x="17413" y="29598"/>
                    <a:pt x="17478" y="29606"/>
                  </a:cubicBezTo>
                  <a:cubicBezTo>
                    <a:pt x="17554" y="29629"/>
                    <a:pt x="17630" y="29640"/>
                    <a:pt x="17704" y="29640"/>
                  </a:cubicBezTo>
                  <a:cubicBezTo>
                    <a:pt x="17924" y="29640"/>
                    <a:pt x="18124" y="29538"/>
                    <a:pt x="18238" y="29332"/>
                  </a:cubicBezTo>
                  <a:lnTo>
                    <a:pt x="18238" y="29697"/>
                  </a:lnTo>
                  <a:cubicBezTo>
                    <a:pt x="18329" y="29636"/>
                    <a:pt x="18511" y="29424"/>
                    <a:pt x="18663" y="29393"/>
                  </a:cubicBezTo>
                  <a:lnTo>
                    <a:pt x="18663" y="29393"/>
                  </a:lnTo>
                  <a:cubicBezTo>
                    <a:pt x="18603" y="29576"/>
                    <a:pt x="18511" y="29758"/>
                    <a:pt x="18451" y="29910"/>
                  </a:cubicBezTo>
                  <a:cubicBezTo>
                    <a:pt x="18616" y="29744"/>
                    <a:pt x="18800" y="29726"/>
                    <a:pt x="19017" y="29726"/>
                  </a:cubicBezTo>
                  <a:cubicBezTo>
                    <a:pt x="19078" y="29726"/>
                    <a:pt x="19143" y="29728"/>
                    <a:pt x="19211" y="29728"/>
                  </a:cubicBezTo>
                  <a:cubicBezTo>
                    <a:pt x="19295" y="29756"/>
                    <a:pt x="19383" y="29769"/>
                    <a:pt x="19470" y="29769"/>
                  </a:cubicBezTo>
                  <a:cubicBezTo>
                    <a:pt x="19664" y="29769"/>
                    <a:pt x="19854" y="29701"/>
                    <a:pt x="20001" y="29576"/>
                  </a:cubicBezTo>
                  <a:lnTo>
                    <a:pt x="20001" y="29576"/>
                  </a:lnTo>
                  <a:cubicBezTo>
                    <a:pt x="19770" y="29678"/>
                    <a:pt x="19620" y="29716"/>
                    <a:pt x="19522" y="29716"/>
                  </a:cubicBezTo>
                  <a:cubicBezTo>
                    <a:pt x="19387" y="29716"/>
                    <a:pt x="19350" y="29646"/>
                    <a:pt x="19332" y="29576"/>
                  </a:cubicBezTo>
                  <a:cubicBezTo>
                    <a:pt x="19302" y="29424"/>
                    <a:pt x="19332" y="29241"/>
                    <a:pt x="19089" y="29180"/>
                  </a:cubicBezTo>
                  <a:cubicBezTo>
                    <a:pt x="19354" y="28962"/>
                    <a:pt x="19539" y="28888"/>
                    <a:pt x="19702" y="28888"/>
                  </a:cubicBezTo>
                  <a:cubicBezTo>
                    <a:pt x="19856" y="28888"/>
                    <a:pt x="19990" y="28954"/>
                    <a:pt x="20153" y="29028"/>
                  </a:cubicBezTo>
                  <a:cubicBezTo>
                    <a:pt x="20291" y="29103"/>
                    <a:pt x="20448" y="29140"/>
                    <a:pt x="20605" y="29140"/>
                  </a:cubicBezTo>
                  <a:cubicBezTo>
                    <a:pt x="20895" y="29140"/>
                    <a:pt x="21186" y="29014"/>
                    <a:pt x="21364" y="28761"/>
                  </a:cubicBezTo>
                  <a:lnTo>
                    <a:pt x="21364" y="28761"/>
                  </a:lnTo>
                  <a:cubicBezTo>
                    <a:pt x="21296" y="28855"/>
                    <a:pt x="21108" y="28923"/>
                    <a:pt x="20967" y="28923"/>
                  </a:cubicBezTo>
                  <a:cubicBezTo>
                    <a:pt x="20840" y="28923"/>
                    <a:pt x="20750" y="28867"/>
                    <a:pt x="20821" y="28724"/>
                  </a:cubicBezTo>
                  <a:cubicBezTo>
                    <a:pt x="21095" y="28573"/>
                    <a:pt x="21399" y="28512"/>
                    <a:pt x="21703" y="28512"/>
                  </a:cubicBezTo>
                  <a:cubicBezTo>
                    <a:pt x="22280" y="27843"/>
                    <a:pt x="21369" y="28329"/>
                    <a:pt x="21460" y="27904"/>
                  </a:cubicBezTo>
                  <a:lnTo>
                    <a:pt x="21460" y="27904"/>
                  </a:lnTo>
                  <a:cubicBezTo>
                    <a:pt x="21512" y="27916"/>
                    <a:pt x="21556" y="27922"/>
                    <a:pt x="21592" y="27922"/>
                  </a:cubicBezTo>
                  <a:cubicBezTo>
                    <a:pt x="21913" y="27922"/>
                    <a:pt x="21651" y="27472"/>
                    <a:pt x="21733" y="27144"/>
                  </a:cubicBezTo>
                  <a:lnTo>
                    <a:pt x="21733" y="27144"/>
                  </a:lnTo>
                  <a:lnTo>
                    <a:pt x="22007" y="27387"/>
                  </a:lnTo>
                  <a:cubicBezTo>
                    <a:pt x="22736" y="26901"/>
                    <a:pt x="21581" y="26749"/>
                    <a:pt x="22250" y="26354"/>
                  </a:cubicBezTo>
                  <a:lnTo>
                    <a:pt x="22250" y="26354"/>
                  </a:lnTo>
                  <a:lnTo>
                    <a:pt x="22463" y="26901"/>
                  </a:lnTo>
                  <a:lnTo>
                    <a:pt x="22584" y="26536"/>
                  </a:lnTo>
                  <a:lnTo>
                    <a:pt x="22858" y="26840"/>
                  </a:lnTo>
                  <a:cubicBezTo>
                    <a:pt x="22858" y="26354"/>
                    <a:pt x="22980" y="26323"/>
                    <a:pt x="23314" y="26080"/>
                  </a:cubicBezTo>
                  <a:cubicBezTo>
                    <a:pt x="23010" y="25989"/>
                    <a:pt x="22888" y="25624"/>
                    <a:pt x="23040" y="25351"/>
                  </a:cubicBezTo>
                  <a:cubicBezTo>
                    <a:pt x="23054" y="25349"/>
                    <a:pt x="23067" y="25349"/>
                    <a:pt x="23079" y="25349"/>
                  </a:cubicBezTo>
                  <a:cubicBezTo>
                    <a:pt x="23252" y="25349"/>
                    <a:pt x="23272" y="25467"/>
                    <a:pt x="23320" y="25467"/>
                  </a:cubicBezTo>
                  <a:cubicBezTo>
                    <a:pt x="23351" y="25467"/>
                    <a:pt x="23394" y="25419"/>
                    <a:pt x="23496" y="25259"/>
                  </a:cubicBezTo>
                  <a:lnTo>
                    <a:pt x="23496" y="25259"/>
                  </a:lnTo>
                  <a:cubicBezTo>
                    <a:pt x="23606" y="25479"/>
                    <a:pt x="23716" y="25724"/>
                    <a:pt x="23467" y="25724"/>
                  </a:cubicBezTo>
                  <a:cubicBezTo>
                    <a:pt x="23440" y="25724"/>
                    <a:pt x="23410" y="25721"/>
                    <a:pt x="23375" y="25715"/>
                  </a:cubicBezTo>
                  <a:lnTo>
                    <a:pt x="23375" y="25715"/>
                  </a:lnTo>
                  <a:cubicBezTo>
                    <a:pt x="23436" y="25807"/>
                    <a:pt x="23466" y="25958"/>
                    <a:pt x="23557" y="26019"/>
                  </a:cubicBezTo>
                  <a:cubicBezTo>
                    <a:pt x="23891" y="25989"/>
                    <a:pt x="23983" y="25594"/>
                    <a:pt x="24104" y="25442"/>
                  </a:cubicBezTo>
                  <a:lnTo>
                    <a:pt x="24104" y="25442"/>
                  </a:lnTo>
                  <a:cubicBezTo>
                    <a:pt x="24043" y="25503"/>
                    <a:pt x="23983" y="25533"/>
                    <a:pt x="23891" y="25533"/>
                  </a:cubicBezTo>
                  <a:lnTo>
                    <a:pt x="23952" y="24682"/>
                  </a:lnTo>
                  <a:cubicBezTo>
                    <a:pt x="24135" y="24682"/>
                    <a:pt x="24165" y="24803"/>
                    <a:pt x="24195" y="24955"/>
                  </a:cubicBezTo>
                  <a:cubicBezTo>
                    <a:pt x="24256" y="24803"/>
                    <a:pt x="24195" y="24651"/>
                    <a:pt x="24287" y="24439"/>
                  </a:cubicBezTo>
                  <a:cubicBezTo>
                    <a:pt x="24499" y="24682"/>
                    <a:pt x="24743" y="24864"/>
                    <a:pt x="24682" y="25168"/>
                  </a:cubicBezTo>
                  <a:lnTo>
                    <a:pt x="24834" y="24439"/>
                  </a:lnTo>
                  <a:cubicBezTo>
                    <a:pt x="24862" y="24453"/>
                    <a:pt x="24905" y="24457"/>
                    <a:pt x="24953" y="24457"/>
                  </a:cubicBezTo>
                  <a:cubicBezTo>
                    <a:pt x="25020" y="24457"/>
                    <a:pt x="25098" y="24449"/>
                    <a:pt x="25167" y="24449"/>
                  </a:cubicBezTo>
                  <a:cubicBezTo>
                    <a:pt x="25260" y="24449"/>
                    <a:pt x="25337" y="24464"/>
                    <a:pt x="25350" y="24530"/>
                  </a:cubicBezTo>
                  <a:cubicBezTo>
                    <a:pt x="25746" y="24348"/>
                    <a:pt x="25472" y="23436"/>
                    <a:pt x="25958" y="23192"/>
                  </a:cubicBezTo>
                  <a:cubicBezTo>
                    <a:pt x="25928" y="23101"/>
                    <a:pt x="25928" y="23010"/>
                    <a:pt x="25958" y="22949"/>
                  </a:cubicBezTo>
                  <a:cubicBezTo>
                    <a:pt x="26293" y="22615"/>
                    <a:pt x="26840" y="22493"/>
                    <a:pt x="26840" y="21794"/>
                  </a:cubicBezTo>
                  <a:lnTo>
                    <a:pt x="27448" y="21825"/>
                  </a:lnTo>
                  <a:cubicBezTo>
                    <a:pt x="27630" y="21399"/>
                    <a:pt x="26657" y="21794"/>
                    <a:pt x="26931" y="21095"/>
                  </a:cubicBezTo>
                  <a:cubicBezTo>
                    <a:pt x="26978" y="20927"/>
                    <a:pt x="27041" y="20871"/>
                    <a:pt x="27114" y="20871"/>
                  </a:cubicBezTo>
                  <a:cubicBezTo>
                    <a:pt x="27261" y="20871"/>
                    <a:pt x="27442" y="21104"/>
                    <a:pt x="27585" y="21104"/>
                  </a:cubicBezTo>
                  <a:cubicBezTo>
                    <a:pt x="27600" y="21104"/>
                    <a:pt x="27615" y="21101"/>
                    <a:pt x="27630" y="21095"/>
                  </a:cubicBezTo>
                  <a:cubicBezTo>
                    <a:pt x="27569" y="20730"/>
                    <a:pt x="27357" y="20062"/>
                    <a:pt x="27995" y="19879"/>
                  </a:cubicBezTo>
                  <a:lnTo>
                    <a:pt x="27995" y="19879"/>
                  </a:lnTo>
                  <a:cubicBezTo>
                    <a:pt x="27964" y="20153"/>
                    <a:pt x="27812" y="20183"/>
                    <a:pt x="27782" y="20335"/>
                  </a:cubicBezTo>
                  <a:lnTo>
                    <a:pt x="28238" y="20183"/>
                  </a:lnTo>
                  <a:lnTo>
                    <a:pt x="28238" y="20183"/>
                  </a:lnTo>
                  <a:cubicBezTo>
                    <a:pt x="28372" y="20746"/>
                    <a:pt x="28128" y="20954"/>
                    <a:pt x="28443" y="20954"/>
                  </a:cubicBezTo>
                  <a:cubicBezTo>
                    <a:pt x="28485" y="20954"/>
                    <a:pt x="28538" y="20950"/>
                    <a:pt x="28603" y="20943"/>
                  </a:cubicBezTo>
                  <a:cubicBezTo>
                    <a:pt x="27782" y="20366"/>
                    <a:pt x="29302" y="19606"/>
                    <a:pt x="28451" y="19028"/>
                  </a:cubicBezTo>
                  <a:lnTo>
                    <a:pt x="28755" y="18937"/>
                  </a:lnTo>
                  <a:lnTo>
                    <a:pt x="28755" y="18937"/>
                  </a:lnTo>
                  <a:cubicBezTo>
                    <a:pt x="28724" y="18998"/>
                    <a:pt x="28755" y="19028"/>
                    <a:pt x="28724" y="19089"/>
                  </a:cubicBezTo>
                  <a:cubicBezTo>
                    <a:pt x="29393" y="18876"/>
                    <a:pt x="28268" y="18390"/>
                    <a:pt x="28664" y="17934"/>
                  </a:cubicBezTo>
                  <a:cubicBezTo>
                    <a:pt x="28772" y="17862"/>
                    <a:pt x="28891" y="17801"/>
                    <a:pt x="28976" y="17801"/>
                  </a:cubicBezTo>
                  <a:cubicBezTo>
                    <a:pt x="29034" y="17801"/>
                    <a:pt x="29077" y="17829"/>
                    <a:pt x="29089" y="17904"/>
                  </a:cubicBezTo>
                  <a:lnTo>
                    <a:pt x="29089" y="17357"/>
                  </a:lnTo>
                  <a:cubicBezTo>
                    <a:pt x="29117" y="17320"/>
                    <a:pt x="29147" y="17305"/>
                    <a:pt x="29174" y="17305"/>
                  </a:cubicBezTo>
                  <a:cubicBezTo>
                    <a:pt x="29222" y="17305"/>
                    <a:pt x="29261" y="17351"/>
                    <a:pt x="29257" y="17401"/>
                  </a:cubicBezTo>
                  <a:lnTo>
                    <a:pt x="29257" y="17401"/>
                  </a:lnTo>
                  <a:lnTo>
                    <a:pt x="29484" y="16749"/>
                  </a:lnTo>
                  <a:lnTo>
                    <a:pt x="29515" y="16749"/>
                  </a:lnTo>
                  <a:cubicBezTo>
                    <a:pt x="29393" y="16536"/>
                    <a:pt x="29302" y="16323"/>
                    <a:pt x="29211" y="16110"/>
                  </a:cubicBezTo>
                  <a:cubicBezTo>
                    <a:pt x="29247" y="16086"/>
                    <a:pt x="29271" y="16076"/>
                    <a:pt x="29288" y="16076"/>
                  </a:cubicBezTo>
                  <a:cubicBezTo>
                    <a:pt x="29354" y="16076"/>
                    <a:pt x="29296" y="16232"/>
                    <a:pt x="29393" y="16232"/>
                  </a:cubicBezTo>
                  <a:lnTo>
                    <a:pt x="29332" y="15746"/>
                  </a:lnTo>
                  <a:cubicBezTo>
                    <a:pt x="29352" y="15742"/>
                    <a:pt x="29371" y="15740"/>
                    <a:pt x="29390" y="15740"/>
                  </a:cubicBezTo>
                  <a:cubicBezTo>
                    <a:pt x="29651" y="15740"/>
                    <a:pt x="29748" y="16126"/>
                    <a:pt x="29606" y="16353"/>
                  </a:cubicBezTo>
                  <a:cubicBezTo>
                    <a:pt x="30153" y="16353"/>
                    <a:pt x="30123" y="16262"/>
                    <a:pt x="30062" y="16080"/>
                  </a:cubicBezTo>
                  <a:cubicBezTo>
                    <a:pt x="30001" y="15898"/>
                    <a:pt x="29940" y="15654"/>
                    <a:pt x="30335" y="15320"/>
                  </a:cubicBezTo>
                  <a:lnTo>
                    <a:pt x="30335" y="15776"/>
                  </a:lnTo>
                  <a:cubicBezTo>
                    <a:pt x="30943" y="15654"/>
                    <a:pt x="30852" y="15259"/>
                    <a:pt x="31338" y="14864"/>
                  </a:cubicBezTo>
                  <a:lnTo>
                    <a:pt x="31338" y="14864"/>
                  </a:lnTo>
                  <a:cubicBezTo>
                    <a:pt x="31189" y="14928"/>
                    <a:pt x="30677" y="15279"/>
                    <a:pt x="30355" y="15279"/>
                  </a:cubicBezTo>
                  <a:cubicBezTo>
                    <a:pt x="30220" y="15279"/>
                    <a:pt x="30119" y="15217"/>
                    <a:pt x="30092" y="15046"/>
                  </a:cubicBezTo>
                  <a:cubicBezTo>
                    <a:pt x="30244" y="14894"/>
                    <a:pt x="30275" y="14651"/>
                    <a:pt x="30153" y="14469"/>
                  </a:cubicBezTo>
                  <a:lnTo>
                    <a:pt x="30153" y="14469"/>
                  </a:lnTo>
                  <a:cubicBezTo>
                    <a:pt x="30194" y="14480"/>
                    <a:pt x="30229" y="14485"/>
                    <a:pt x="30260" y="14485"/>
                  </a:cubicBezTo>
                  <a:cubicBezTo>
                    <a:pt x="30481" y="14485"/>
                    <a:pt x="30461" y="14215"/>
                    <a:pt x="30487" y="13922"/>
                  </a:cubicBezTo>
                  <a:lnTo>
                    <a:pt x="30943" y="14013"/>
                  </a:lnTo>
                  <a:cubicBezTo>
                    <a:pt x="30882" y="13618"/>
                    <a:pt x="30639" y="13648"/>
                    <a:pt x="30457" y="13375"/>
                  </a:cubicBezTo>
                  <a:cubicBezTo>
                    <a:pt x="30487" y="12949"/>
                    <a:pt x="30882" y="12888"/>
                    <a:pt x="31217" y="12767"/>
                  </a:cubicBezTo>
                  <a:cubicBezTo>
                    <a:pt x="31232" y="12582"/>
                    <a:pt x="31201" y="12522"/>
                    <a:pt x="31144" y="12522"/>
                  </a:cubicBezTo>
                  <a:cubicBezTo>
                    <a:pt x="31038" y="12522"/>
                    <a:pt x="30844" y="12730"/>
                    <a:pt x="30698" y="12730"/>
                  </a:cubicBezTo>
                  <a:cubicBezTo>
                    <a:pt x="30612" y="12730"/>
                    <a:pt x="30543" y="12659"/>
                    <a:pt x="30518" y="12432"/>
                  </a:cubicBezTo>
                  <a:cubicBezTo>
                    <a:pt x="30578" y="12159"/>
                    <a:pt x="30578" y="11855"/>
                    <a:pt x="30457" y="11612"/>
                  </a:cubicBezTo>
                  <a:cubicBezTo>
                    <a:pt x="30305" y="11308"/>
                    <a:pt x="30123" y="11065"/>
                    <a:pt x="29910" y="10852"/>
                  </a:cubicBezTo>
                  <a:cubicBezTo>
                    <a:pt x="29922" y="10687"/>
                    <a:pt x="29970" y="10645"/>
                    <a:pt x="30029" y="10645"/>
                  </a:cubicBezTo>
                  <a:cubicBezTo>
                    <a:pt x="30092" y="10645"/>
                    <a:pt x="30166" y="10691"/>
                    <a:pt x="30226" y="10691"/>
                  </a:cubicBezTo>
                  <a:cubicBezTo>
                    <a:pt x="30258" y="10691"/>
                    <a:pt x="30286" y="10678"/>
                    <a:pt x="30305" y="10639"/>
                  </a:cubicBezTo>
                  <a:cubicBezTo>
                    <a:pt x="30123" y="10548"/>
                    <a:pt x="29971" y="10487"/>
                    <a:pt x="29819" y="10426"/>
                  </a:cubicBezTo>
                  <a:cubicBezTo>
                    <a:pt x="29819" y="10366"/>
                    <a:pt x="29910" y="10335"/>
                    <a:pt x="29971" y="10335"/>
                  </a:cubicBezTo>
                  <a:cubicBezTo>
                    <a:pt x="29908" y="10280"/>
                    <a:pt x="29847" y="10264"/>
                    <a:pt x="29787" y="10264"/>
                  </a:cubicBezTo>
                  <a:cubicBezTo>
                    <a:pt x="29695" y="10264"/>
                    <a:pt x="29603" y="10302"/>
                    <a:pt x="29504" y="10302"/>
                  </a:cubicBezTo>
                  <a:cubicBezTo>
                    <a:pt x="29414" y="10302"/>
                    <a:pt x="29318" y="10271"/>
                    <a:pt x="29211" y="10153"/>
                  </a:cubicBezTo>
                  <a:cubicBezTo>
                    <a:pt x="29182" y="10159"/>
                    <a:pt x="29158" y="10162"/>
                    <a:pt x="29137" y="10162"/>
                  </a:cubicBezTo>
                  <a:cubicBezTo>
                    <a:pt x="28955" y="10162"/>
                    <a:pt x="29031" y="9936"/>
                    <a:pt x="29059" y="9636"/>
                  </a:cubicBezTo>
                  <a:cubicBezTo>
                    <a:pt x="29120" y="9302"/>
                    <a:pt x="29059" y="8967"/>
                    <a:pt x="28694" y="8907"/>
                  </a:cubicBezTo>
                  <a:cubicBezTo>
                    <a:pt x="28724" y="8724"/>
                    <a:pt x="28968" y="8785"/>
                    <a:pt x="29089" y="8663"/>
                  </a:cubicBezTo>
                  <a:cubicBezTo>
                    <a:pt x="28694" y="8390"/>
                    <a:pt x="28238" y="8268"/>
                    <a:pt x="27752" y="8238"/>
                  </a:cubicBezTo>
                  <a:cubicBezTo>
                    <a:pt x="27752" y="8055"/>
                    <a:pt x="27721" y="7843"/>
                    <a:pt x="27691" y="7691"/>
                  </a:cubicBezTo>
                  <a:cubicBezTo>
                    <a:pt x="27667" y="8080"/>
                    <a:pt x="27273" y="8119"/>
                    <a:pt x="26867" y="8119"/>
                  </a:cubicBezTo>
                  <a:cubicBezTo>
                    <a:pt x="26766" y="8119"/>
                    <a:pt x="26664" y="8116"/>
                    <a:pt x="26566" y="8116"/>
                  </a:cubicBezTo>
                  <a:cubicBezTo>
                    <a:pt x="26505" y="8299"/>
                    <a:pt x="26475" y="8481"/>
                    <a:pt x="26445" y="8572"/>
                  </a:cubicBezTo>
                  <a:cubicBezTo>
                    <a:pt x="26262" y="8481"/>
                    <a:pt x="26080" y="8420"/>
                    <a:pt x="25898" y="8359"/>
                  </a:cubicBezTo>
                  <a:cubicBezTo>
                    <a:pt x="25898" y="8238"/>
                    <a:pt x="26050" y="8177"/>
                    <a:pt x="26262" y="8086"/>
                  </a:cubicBezTo>
                  <a:lnTo>
                    <a:pt x="26110" y="8086"/>
                  </a:lnTo>
                  <a:cubicBezTo>
                    <a:pt x="26110" y="7843"/>
                    <a:pt x="26384" y="7721"/>
                    <a:pt x="26657" y="7630"/>
                  </a:cubicBezTo>
                  <a:lnTo>
                    <a:pt x="26657" y="7630"/>
                  </a:lnTo>
                  <a:cubicBezTo>
                    <a:pt x="26657" y="7751"/>
                    <a:pt x="26627" y="7873"/>
                    <a:pt x="26597" y="7964"/>
                  </a:cubicBezTo>
                  <a:cubicBezTo>
                    <a:pt x="26901" y="7903"/>
                    <a:pt x="27174" y="7751"/>
                    <a:pt x="27417" y="7569"/>
                  </a:cubicBezTo>
                  <a:cubicBezTo>
                    <a:pt x="27326" y="7569"/>
                    <a:pt x="27265" y="7539"/>
                    <a:pt x="27205" y="7508"/>
                  </a:cubicBezTo>
                  <a:cubicBezTo>
                    <a:pt x="27265" y="7478"/>
                    <a:pt x="27326" y="7448"/>
                    <a:pt x="27357" y="7387"/>
                  </a:cubicBezTo>
                  <a:cubicBezTo>
                    <a:pt x="27372" y="7372"/>
                    <a:pt x="27349" y="7364"/>
                    <a:pt x="27303" y="7364"/>
                  </a:cubicBezTo>
                  <a:cubicBezTo>
                    <a:pt x="27258" y="7364"/>
                    <a:pt x="27189" y="7372"/>
                    <a:pt x="27113" y="7387"/>
                  </a:cubicBezTo>
                  <a:lnTo>
                    <a:pt x="27417" y="6931"/>
                  </a:lnTo>
                  <a:lnTo>
                    <a:pt x="27235" y="7052"/>
                  </a:lnTo>
                  <a:lnTo>
                    <a:pt x="26901" y="6262"/>
                  </a:lnTo>
                  <a:cubicBezTo>
                    <a:pt x="26410" y="6262"/>
                    <a:pt x="25896" y="6367"/>
                    <a:pt x="25388" y="6367"/>
                  </a:cubicBezTo>
                  <a:cubicBezTo>
                    <a:pt x="25077" y="6367"/>
                    <a:pt x="24769" y="6328"/>
                    <a:pt x="24469" y="6201"/>
                  </a:cubicBezTo>
                  <a:cubicBezTo>
                    <a:pt x="24864" y="6019"/>
                    <a:pt x="24895" y="5715"/>
                    <a:pt x="25198" y="5381"/>
                  </a:cubicBezTo>
                  <a:lnTo>
                    <a:pt x="25198" y="5381"/>
                  </a:lnTo>
                  <a:cubicBezTo>
                    <a:pt x="25081" y="5880"/>
                    <a:pt x="25814" y="5642"/>
                    <a:pt x="26111" y="5981"/>
                  </a:cubicBezTo>
                  <a:lnTo>
                    <a:pt x="26111" y="5981"/>
                  </a:lnTo>
                  <a:cubicBezTo>
                    <a:pt x="26038" y="5857"/>
                    <a:pt x="26125" y="5682"/>
                    <a:pt x="26262" y="5654"/>
                  </a:cubicBezTo>
                  <a:cubicBezTo>
                    <a:pt x="25958" y="5593"/>
                    <a:pt x="25654" y="5533"/>
                    <a:pt x="25350" y="5472"/>
                  </a:cubicBezTo>
                  <a:cubicBezTo>
                    <a:pt x="25624" y="5198"/>
                    <a:pt x="25411" y="5168"/>
                    <a:pt x="25320" y="4894"/>
                  </a:cubicBezTo>
                  <a:cubicBezTo>
                    <a:pt x="25205" y="5134"/>
                    <a:pt x="25080" y="5213"/>
                    <a:pt x="24948" y="5213"/>
                  </a:cubicBezTo>
                  <a:cubicBezTo>
                    <a:pt x="24697" y="5213"/>
                    <a:pt x="24425" y="4925"/>
                    <a:pt x="24165" y="4925"/>
                  </a:cubicBezTo>
                  <a:cubicBezTo>
                    <a:pt x="24240" y="4793"/>
                    <a:pt x="24351" y="4673"/>
                    <a:pt x="24489" y="4673"/>
                  </a:cubicBezTo>
                  <a:cubicBezTo>
                    <a:pt x="24574" y="4673"/>
                    <a:pt x="24669" y="4718"/>
                    <a:pt x="24773" y="4834"/>
                  </a:cubicBezTo>
                  <a:cubicBezTo>
                    <a:pt x="24773" y="4635"/>
                    <a:pt x="24701" y="4571"/>
                    <a:pt x="24595" y="4571"/>
                  </a:cubicBezTo>
                  <a:cubicBezTo>
                    <a:pt x="24407" y="4571"/>
                    <a:pt x="24113" y="4769"/>
                    <a:pt x="23923" y="4769"/>
                  </a:cubicBezTo>
                  <a:cubicBezTo>
                    <a:pt x="23825" y="4769"/>
                    <a:pt x="23755" y="4717"/>
                    <a:pt x="23739" y="4560"/>
                  </a:cubicBezTo>
                  <a:lnTo>
                    <a:pt x="23739" y="4560"/>
                  </a:lnTo>
                  <a:cubicBezTo>
                    <a:pt x="23510" y="4458"/>
                    <a:pt x="23333" y="4167"/>
                    <a:pt x="23496" y="4074"/>
                  </a:cubicBezTo>
                  <a:lnTo>
                    <a:pt x="23496" y="4074"/>
                  </a:lnTo>
                  <a:lnTo>
                    <a:pt x="23587" y="4134"/>
                  </a:lnTo>
                  <a:cubicBezTo>
                    <a:pt x="23233" y="3802"/>
                    <a:pt x="22508" y="3390"/>
                    <a:pt x="21988" y="3390"/>
                  </a:cubicBezTo>
                  <a:cubicBezTo>
                    <a:pt x="21794" y="3390"/>
                    <a:pt x="21628" y="3447"/>
                    <a:pt x="21521" y="3587"/>
                  </a:cubicBezTo>
                  <a:cubicBezTo>
                    <a:pt x="21703" y="3344"/>
                    <a:pt x="21885" y="3101"/>
                    <a:pt x="22068" y="2888"/>
                  </a:cubicBezTo>
                  <a:lnTo>
                    <a:pt x="22068" y="2888"/>
                  </a:lnTo>
                  <a:cubicBezTo>
                    <a:pt x="21399" y="3314"/>
                    <a:pt x="20700" y="3770"/>
                    <a:pt x="20062" y="4226"/>
                  </a:cubicBezTo>
                  <a:cubicBezTo>
                    <a:pt x="20426" y="3800"/>
                    <a:pt x="20639" y="2463"/>
                    <a:pt x="21277" y="2432"/>
                  </a:cubicBezTo>
                  <a:cubicBezTo>
                    <a:pt x="21168" y="2241"/>
                    <a:pt x="20937" y="2124"/>
                    <a:pt x="20714" y="2124"/>
                  </a:cubicBezTo>
                  <a:cubicBezTo>
                    <a:pt x="20689" y="2124"/>
                    <a:pt x="20664" y="2125"/>
                    <a:pt x="20639" y="2128"/>
                  </a:cubicBezTo>
                  <a:cubicBezTo>
                    <a:pt x="20699" y="2247"/>
                    <a:pt x="20554" y="2950"/>
                    <a:pt x="20405" y="2950"/>
                  </a:cubicBezTo>
                  <a:cubicBezTo>
                    <a:pt x="20402" y="2950"/>
                    <a:pt x="20399" y="2950"/>
                    <a:pt x="20396" y="2949"/>
                  </a:cubicBezTo>
                  <a:cubicBezTo>
                    <a:pt x="20306" y="2260"/>
                    <a:pt x="20275" y="2545"/>
                    <a:pt x="20071" y="1884"/>
                  </a:cubicBezTo>
                  <a:lnTo>
                    <a:pt x="20071" y="1884"/>
                  </a:lnTo>
                  <a:cubicBezTo>
                    <a:pt x="20102" y="2083"/>
                    <a:pt x="19702" y="2629"/>
                    <a:pt x="19479" y="2629"/>
                  </a:cubicBezTo>
                  <a:cubicBezTo>
                    <a:pt x="19459" y="2629"/>
                    <a:pt x="19440" y="2624"/>
                    <a:pt x="19423" y="2615"/>
                  </a:cubicBezTo>
                  <a:cubicBezTo>
                    <a:pt x="19510" y="2528"/>
                    <a:pt x="19706" y="1894"/>
                    <a:pt x="19830" y="1804"/>
                  </a:cubicBezTo>
                  <a:lnTo>
                    <a:pt x="19830" y="1804"/>
                  </a:lnTo>
                  <a:cubicBezTo>
                    <a:pt x="19550" y="1945"/>
                    <a:pt x="19270" y="2112"/>
                    <a:pt x="19015" y="2305"/>
                  </a:cubicBezTo>
                  <a:lnTo>
                    <a:pt x="19015" y="2305"/>
                  </a:lnTo>
                  <a:cubicBezTo>
                    <a:pt x="19165" y="2147"/>
                    <a:pt x="19235" y="1647"/>
                    <a:pt x="19180" y="1399"/>
                  </a:cubicBezTo>
                  <a:lnTo>
                    <a:pt x="19180" y="1399"/>
                  </a:lnTo>
                  <a:cubicBezTo>
                    <a:pt x="19180" y="1433"/>
                    <a:pt x="19161" y="1447"/>
                    <a:pt x="19127" y="1447"/>
                  </a:cubicBezTo>
                  <a:cubicBezTo>
                    <a:pt x="18992" y="1447"/>
                    <a:pt x="18628" y="1215"/>
                    <a:pt x="18445" y="1215"/>
                  </a:cubicBezTo>
                  <a:cubicBezTo>
                    <a:pt x="18437" y="1215"/>
                    <a:pt x="18428" y="1215"/>
                    <a:pt x="18420" y="1216"/>
                  </a:cubicBezTo>
                  <a:lnTo>
                    <a:pt x="18633" y="1490"/>
                  </a:lnTo>
                  <a:cubicBezTo>
                    <a:pt x="18551" y="1451"/>
                    <a:pt x="18475" y="1434"/>
                    <a:pt x="18403" y="1434"/>
                  </a:cubicBezTo>
                  <a:cubicBezTo>
                    <a:pt x="17900" y="1434"/>
                    <a:pt x="17603" y="2268"/>
                    <a:pt x="17116" y="2268"/>
                  </a:cubicBezTo>
                  <a:cubicBezTo>
                    <a:pt x="17076" y="2268"/>
                    <a:pt x="17035" y="2262"/>
                    <a:pt x="16992" y="2250"/>
                  </a:cubicBezTo>
                  <a:cubicBezTo>
                    <a:pt x="17083" y="2098"/>
                    <a:pt x="17387" y="1247"/>
                    <a:pt x="17052" y="1064"/>
                  </a:cubicBezTo>
                  <a:lnTo>
                    <a:pt x="17052" y="1064"/>
                  </a:lnTo>
                  <a:cubicBezTo>
                    <a:pt x="16779" y="1460"/>
                    <a:pt x="16019" y="3010"/>
                    <a:pt x="15502" y="3314"/>
                  </a:cubicBezTo>
                  <a:lnTo>
                    <a:pt x="15411" y="3071"/>
                  </a:lnTo>
                  <a:lnTo>
                    <a:pt x="14986" y="3344"/>
                  </a:lnTo>
                  <a:cubicBezTo>
                    <a:pt x="15168" y="2888"/>
                    <a:pt x="15411" y="2432"/>
                    <a:pt x="15685" y="2037"/>
                  </a:cubicBezTo>
                  <a:cubicBezTo>
                    <a:pt x="15989" y="1612"/>
                    <a:pt x="16323" y="1247"/>
                    <a:pt x="16688" y="912"/>
                  </a:cubicBezTo>
                  <a:cubicBezTo>
                    <a:pt x="16444" y="669"/>
                    <a:pt x="16657" y="609"/>
                    <a:pt x="16201" y="578"/>
                  </a:cubicBezTo>
                  <a:cubicBezTo>
                    <a:pt x="16080" y="335"/>
                    <a:pt x="16475" y="244"/>
                    <a:pt x="16627" y="244"/>
                  </a:cubicBezTo>
                  <a:cubicBezTo>
                    <a:pt x="16293" y="183"/>
                    <a:pt x="15928" y="61"/>
                    <a:pt x="15593" y="1"/>
                  </a:cubicBezTo>
                  <a:close/>
                  <a:moveTo>
                    <a:pt x="16908" y="29921"/>
                  </a:moveTo>
                  <a:cubicBezTo>
                    <a:pt x="16905" y="29928"/>
                    <a:pt x="16903" y="29934"/>
                    <a:pt x="16900" y="29940"/>
                  </a:cubicBezTo>
                  <a:cubicBezTo>
                    <a:pt x="16903" y="29934"/>
                    <a:pt x="16905" y="29928"/>
                    <a:pt x="16908" y="299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0" name="Google Shape;1650;p39"/>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1651" name="Google Shape;1651;p39"/>
          <p:cNvSpPr txBox="1"/>
          <p:nvPr>
            <p:ph idx="2" type="title"/>
          </p:nvPr>
        </p:nvSpPr>
        <p:spPr>
          <a:xfrm>
            <a:off x="1340077" y="1607863"/>
            <a:ext cx="1952700" cy="26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PATIENT</a:t>
            </a:r>
            <a:endParaRPr/>
          </a:p>
        </p:txBody>
      </p:sp>
      <p:sp>
        <p:nvSpPr>
          <p:cNvPr id="1652" name="Google Shape;1652;p39"/>
          <p:cNvSpPr txBox="1"/>
          <p:nvPr>
            <p:ph idx="3" type="title"/>
          </p:nvPr>
        </p:nvSpPr>
        <p:spPr>
          <a:xfrm>
            <a:off x="3968958" y="1607863"/>
            <a:ext cx="1952700" cy="26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DISCUSSION</a:t>
            </a:r>
            <a:endParaRPr/>
          </a:p>
        </p:txBody>
      </p:sp>
      <p:sp>
        <p:nvSpPr>
          <p:cNvPr id="1653" name="Google Shape;1653;p39"/>
          <p:cNvSpPr txBox="1"/>
          <p:nvPr>
            <p:ph idx="4" type="title"/>
          </p:nvPr>
        </p:nvSpPr>
        <p:spPr>
          <a:xfrm>
            <a:off x="6597839" y="1607863"/>
            <a:ext cx="1952700" cy="26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DIAGNOSIS</a:t>
            </a:r>
            <a:endParaRPr/>
          </a:p>
        </p:txBody>
      </p:sp>
      <p:sp>
        <p:nvSpPr>
          <p:cNvPr id="1654" name="Google Shape;1654;p39"/>
          <p:cNvSpPr txBox="1"/>
          <p:nvPr>
            <p:ph idx="5" type="title"/>
          </p:nvPr>
        </p:nvSpPr>
        <p:spPr>
          <a:xfrm>
            <a:off x="1340077" y="3236638"/>
            <a:ext cx="1952700" cy="26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TREATMENT</a:t>
            </a:r>
            <a:endParaRPr/>
          </a:p>
        </p:txBody>
      </p:sp>
      <p:sp>
        <p:nvSpPr>
          <p:cNvPr id="1655" name="Google Shape;1655;p39"/>
          <p:cNvSpPr txBox="1"/>
          <p:nvPr>
            <p:ph idx="6" type="title"/>
          </p:nvPr>
        </p:nvSpPr>
        <p:spPr>
          <a:xfrm>
            <a:off x="3985608" y="3236638"/>
            <a:ext cx="1919400" cy="26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MONITORING</a:t>
            </a:r>
            <a:endParaRPr/>
          </a:p>
        </p:txBody>
      </p:sp>
      <p:sp>
        <p:nvSpPr>
          <p:cNvPr id="1656" name="Google Shape;1656;p39"/>
          <p:cNvSpPr txBox="1"/>
          <p:nvPr>
            <p:ph idx="7" type="title"/>
          </p:nvPr>
        </p:nvSpPr>
        <p:spPr>
          <a:xfrm>
            <a:off x="6597839" y="3236638"/>
            <a:ext cx="1952700" cy="26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CASE TIMELINE</a:t>
            </a:r>
            <a:endParaRPr/>
          </a:p>
        </p:txBody>
      </p:sp>
      <p:sp>
        <p:nvSpPr>
          <p:cNvPr id="1657" name="Google Shape;1657;p39"/>
          <p:cNvSpPr txBox="1"/>
          <p:nvPr>
            <p:ph idx="1" type="subTitle"/>
          </p:nvPr>
        </p:nvSpPr>
        <p:spPr>
          <a:xfrm>
            <a:off x="1340077" y="2005463"/>
            <a:ext cx="2019300" cy="94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a:t>
            </a:r>
            <a:r>
              <a:rPr lang="en"/>
              <a:t>can</a:t>
            </a:r>
            <a:r>
              <a:rPr lang="en"/>
              <a:t> describe the topic of the section</a:t>
            </a:r>
            <a:endParaRPr sz="1800"/>
          </a:p>
        </p:txBody>
      </p:sp>
      <p:sp>
        <p:nvSpPr>
          <p:cNvPr id="1658" name="Google Shape;1658;p39"/>
          <p:cNvSpPr txBox="1"/>
          <p:nvPr>
            <p:ph idx="8" type="subTitle"/>
          </p:nvPr>
        </p:nvSpPr>
        <p:spPr>
          <a:xfrm>
            <a:off x="3968958" y="2005463"/>
            <a:ext cx="2019300" cy="94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a:t>
            </a:r>
            <a:r>
              <a:rPr lang="en"/>
              <a:t>can</a:t>
            </a:r>
            <a:r>
              <a:rPr lang="en"/>
              <a:t> describe the topic of the section</a:t>
            </a:r>
            <a:endParaRPr sz="1800"/>
          </a:p>
        </p:txBody>
      </p:sp>
      <p:sp>
        <p:nvSpPr>
          <p:cNvPr id="1659" name="Google Shape;1659;p39"/>
          <p:cNvSpPr txBox="1"/>
          <p:nvPr>
            <p:ph idx="9" type="subTitle"/>
          </p:nvPr>
        </p:nvSpPr>
        <p:spPr>
          <a:xfrm>
            <a:off x="6597839" y="2005463"/>
            <a:ext cx="2019300" cy="94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a:t>
            </a:r>
            <a:r>
              <a:rPr lang="en"/>
              <a:t>can</a:t>
            </a:r>
            <a:r>
              <a:rPr lang="en"/>
              <a:t> describe the topic of the section</a:t>
            </a:r>
            <a:endParaRPr sz="1800"/>
          </a:p>
        </p:txBody>
      </p:sp>
      <p:sp>
        <p:nvSpPr>
          <p:cNvPr id="1660" name="Google Shape;1660;p39"/>
          <p:cNvSpPr txBox="1"/>
          <p:nvPr>
            <p:ph idx="13" type="subTitle"/>
          </p:nvPr>
        </p:nvSpPr>
        <p:spPr>
          <a:xfrm>
            <a:off x="1340077" y="3629997"/>
            <a:ext cx="2019300" cy="930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a:t>
            </a:r>
            <a:r>
              <a:rPr lang="en"/>
              <a:t>can</a:t>
            </a:r>
            <a:r>
              <a:rPr lang="en"/>
              <a:t> describe the topic of the section</a:t>
            </a:r>
            <a:endParaRPr sz="1800"/>
          </a:p>
        </p:txBody>
      </p:sp>
      <p:sp>
        <p:nvSpPr>
          <p:cNvPr id="1661" name="Google Shape;1661;p39"/>
          <p:cNvSpPr txBox="1"/>
          <p:nvPr>
            <p:ph idx="14" type="subTitle"/>
          </p:nvPr>
        </p:nvSpPr>
        <p:spPr>
          <a:xfrm>
            <a:off x="3968958" y="3629997"/>
            <a:ext cx="2019300" cy="930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a:t>
            </a:r>
            <a:r>
              <a:rPr lang="en"/>
              <a:t>can</a:t>
            </a:r>
            <a:r>
              <a:rPr lang="en"/>
              <a:t> describe the topic of the section</a:t>
            </a:r>
            <a:endParaRPr sz="1800"/>
          </a:p>
        </p:txBody>
      </p:sp>
      <p:sp>
        <p:nvSpPr>
          <p:cNvPr id="1662" name="Google Shape;1662;p39"/>
          <p:cNvSpPr txBox="1"/>
          <p:nvPr>
            <p:ph idx="15" type="subTitle"/>
          </p:nvPr>
        </p:nvSpPr>
        <p:spPr>
          <a:xfrm>
            <a:off x="6597839" y="3629997"/>
            <a:ext cx="2019300" cy="930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a:t>
            </a:r>
            <a:r>
              <a:rPr lang="en"/>
              <a:t>can</a:t>
            </a:r>
            <a:r>
              <a:rPr lang="en"/>
              <a:t> describe the topic of the section</a:t>
            </a:r>
            <a:endParaRPr sz="1800"/>
          </a:p>
        </p:txBody>
      </p:sp>
      <p:sp>
        <p:nvSpPr>
          <p:cNvPr id="1663" name="Google Shape;1663;p39"/>
          <p:cNvSpPr txBox="1"/>
          <p:nvPr/>
        </p:nvSpPr>
        <p:spPr>
          <a:xfrm>
            <a:off x="684025" y="1523750"/>
            <a:ext cx="589500" cy="495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900">
                <a:solidFill>
                  <a:schemeClr val="lt1"/>
                </a:solidFill>
                <a:latin typeface="Poiret One"/>
                <a:ea typeface="Poiret One"/>
                <a:cs typeface="Poiret One"/>
                <a:sym typeface="Poiret One"/>
              </a:rPr>
              <a:t>01</a:t>
            </a:r>
            <a:endParaRPr b="1" sz="1100">
              <a:solidFill>
                <a:schemeClr val="lt1"/>
              </a:solidFill>
              <a:latin typeface="Poiret One"/>
              <a:ea typeface="Poiret One"/>
              <a:cs typeface="Poiret One"/>
              <a:sym typeface="Poiret One"/>
            </a:endParaRPr>
          </a:p>
        </p:txBody>
      </p:sp>
      <p:sp>
        <p:nvSpPr>
          <p:cNvPr id="1664" name="Google Shape;1664;p39"/>
          <p:cNvSpPr txBox="1"/>
          <p:nvPr/>
        </p:nvSpPr>
        <p:spPr>
          <a:xfrm>
            <a:off x="684100" y="3129975"/>
            <a:ext cx="589500" cy="495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900">
                <a:solidFill>
                  <a:schemeClr val="lt1"/>
                </a:solidFill>
                <a:latin typeface="Poiret One"/>
                <a:ea typeface="Poiret One"/>
                <a:cs typeface="Poiret One"/>
                <a:sym typeface="Poiret One"/>
              </a:rPr>
              <a:t>04</a:t>
            </a:r>
            <a:endParaRPr b="1" sz="1100">
              <a:solidFill>
                <a:schemeClr val="lt1"/>
              </a:solidFill>
              <a:latin typeface="Poiret One"/>
              <a:ea typeface="Poiret One"/>
              <a:cs typeface="Poiret One"/>
              <a:sym typeface="Poiret One"/>
            </a:endParaRPr>
          </a:p>
        </p:txBody>
      </p:sp>
      <p:sp>
        <p:nvSpPr>
          <p:cNvPr id="1665" name="Google Shape;1665;p39"/>
          <p:cNvSpPr txBox="1"/>
          <p:nvPr/>
        </p:nvSpPr>
        <p:spPr>
          <a:xfrm>
            <a:off x="3316375" y="1523750"/>
            <a:ext cx="589500" cy="495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900">
                <a:solidFill>
                  <a:schemeClr val="lt1"/>
                </a:solidFill>
                <a:latin typeface="Poiret One"/>
                <a:ea typeface="Poiret One"/>
                <a:cs typeface="Poiret One"/>
                <a:sym typeface="Poiret One"/>
              </a:rPr>
              <a:t>02</a:t>
            </a:r>
            <a:endParaRPr b="1" sz="1100">
              <a:solidFill>
                <a:schemeClr val="lt1"/>
              </a:solidFill>
              <a:latin typeface="Poiret One"/>
              <a:ea typeface="Poiret One"/>
              <a:cs typeface="Poiret One"/>
              <a:sym typeface="Poiret One"/>
            </a:endParaRPr>
          </a:p>
        </p:txBody>
      </p:sp>
      <p:sp>
        <p:nvSpPr>
          <p:cNvPr id="1666" name="Google Shape;1666;p39"/>
          <p:cNvSpPr txBox="1"/>
          <p:nvPr/>
        </p:nvSpPr>
        <p:spPr>
          <a:xfrm>
            <a:off x="3316375" y="3129975"/>
            <a:ext cx="589500" cy="495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900">
                <a:solidFill>
                  <a:schemeClr val="lt1"/>
                </a:solidFill>
                <a:latin typeface="Poiret One"/>
                <a:ea typeface="Poiret One"/>
                <a:cs typeface="Poiret One"/>
                <a:sym typeface="Poiret One"/>
              </a:rPr>
              <a:t>05</a:t>
            </a:r>
            <a:endParaRPr b="1" sz="1100">
              <a:solidFill>
                <a:schemeClr val="lt1"/>
              </a:solidFill>
              <a:latin typeface="Poiret One"/>
              <a:ea typeface="Poiret One"/>
              <a:cs typeface="Poiret One"/>
              <a:sym typeface="Poiret One"/>
            </a:endParaRPr>
          </a:p>
        </p:txBody>
      </p:sp>
      <p:sp>
        <p:nvSpPr>
          <p:cNvPr id="1667" name="Google Shape;1667;p39"/>
          <p:cNvSpPr txBox="1"/>
          <p:nvPr/>
        </p:nvSpPr>
        <p:spPr>
          <a:xfrm>
            <a:off x="5964156" y="1523750"/>
            <a:ext cx="589500" cy="495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900">
                <a:solidFill>
                  <a:schemeClr val="lt1"/>
                </a:solidFill>
                <a:latin typeface="Poiret One"/>
                <a:ea typeface="Poiret One"/>
                <a:cs typeface="Poiret One"/>
                <a:sym typeface="Poiret One"/>
              </a:rPr>
              <a:t>03</a:t>
            </a:r>
            <a:endParaRPr b="1" sz="1100">
              <a:solidFill>
                <a:schemeClr val="lt1"/>
              </a:solidFill>
              <a:latin typeface="Poiret One"/>
              <a:ea typeface="Poiret One"/>
              <a:cs typeface="Poiret One"/>
              <a:sym typeface="Poiret One"/>
            </a:endParaRPr>
          </a:p>
        </p:txBody>
      </p:sp>
      <p:sp>
        <p:nvSpPr>
          <p:cNvPr id="1668" name="Google Shape;1668;p39"/>
          <p:cNvSpPr txBox="1"/>
          <p:nvPr/>
        </p:nvSpPr>
        <p:spPr>
          <a:xfrm>
            <a:off x="5964156" y="3129975"/>
            <a:ext cx="589500" cy="495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900">
                <a:solidFill>
                  <a:schemeClr val="lt1"/>
                </a:solidFill>
                <a:latin typeface="Poiret One"/>
                <a:ea typeface="Poiret One"/>
                <a:cs typeface="Poiret One"/>
                <a:sym typeface="Poiret One"/>
              </a:rPr>
              <a:t>06</a:t>
            </a:r>
            <a:endParaRPr b="1" sz="1100">
              <a:solidFill>
                <a:schemeClr val="lt1"/>
              </a:solidFill>
              <a:latin typeface="Poiret One"/>
              <a:ea typeface="Poiret One"/>
              <a:cs typeface="Poiret One"/>
              <a:sym typeface="Poiret One"/>
            </a:endParaRPr>
          </a:p>
        </p:txBody>
      </p:sp>
      <p:grpSp>
        <p:nvGrpSpPr>
          <p:cNvPr id="1669" name="Google Shape;1669;p39"/>
          <p:cNvGrpSpPr/>
          <p:nvPr/>
        </p:nvGrpSpPr>
        <p:grpSpPr>
          <a:xfrm rot="1412402">
            <a:off x="4794527" y="62913"/>
            <a:ext cx="4484409" cy="1780979"/>
            <a:chOff x="9311538" y="-30737"/>
            <a:chExt cx="2788025" cy="1125350"/>
          </a:xfrm>
        </p:grpSpPr>
        <p:sp>
          <p:nvSpPr>
            <p:cNvPr id="1670" name="Google Shape;1670;p39"/>
            <p:cNvSpPr/>
            <p:nvPr/>
          </p:nvSpPr>
          <p:spPr>
            <a:xfrm rot="5400000">
              <a:off x="9370225" y="859100"/>
              <a:ext cx="77000" cy="44225"/>
            </a:xfrm>
            <a:custGeom>
              <a:rect b="b" l="l" r="r" t="t"/>
              <a:pathLst>
                <a:path extrusionOk="0" h="1769" w="3080">
                  <a:moveTo>
                    <a:pt x="0" y="0"/>
                  </a:moveTo>
                  <a:cubicBezTo>
                    <a:pt x="94" y="58"/>
                    <a:pt x="172" y="105"/>
                    <a:pt x="237" y="144"/>
                  </a:cubicBezTo>
                  <a:lnTo>
                    <a:pt x="237" y="144"/>
                  </a:lnTo>
                  <a:cubicBezTo>
                    <a:pt x="139" y="77"/>
                    <a:pt x="63" y="31"/>
                    <a:pt x="0" y="0"/>
                  </a:cubicBezTo>
                  <a:close/>
                  <a:moveTo>
                    <a:pt x="1302" y="723"/>
                  </a:moveTo>
                  <a:lnTo>
                    <a:pt x="1413" y="787"/>
                  </a:lnTo>
                  <a:cubicBezTo>
                    <a:pt x="1363" y="757"/>
                    <a:pt x="1327" y="737"/>
                    <a:pt x="1302" y="723"/>
                  </a:cubicBezTo>
                  <a:close/>
                  <a:moveTo>
                    <a:pt x="237" y="144"/>
                  </a:moveTo>
                  <a:lnTo>
                    <a:pt x="237" y="144"/>
                  </a:lnTo>
                  <a:cubicBezTo>
                    <a:pt x="246" y="149"/>
                    <a:pt x="254" y="155"/>
                    <a:pt x="262" y="161"/>
                  </a:cubicBezTo>
                  <a:cubicBezTo>
                    <a:pt x="482" y="293"/>
                    <a:pt x="670" y="425"/>
                    <a:pt x="651" y="425"/>
                  </a:cubicBezTo>
                  <a:cubicBezTo>
                    <a:pt x="648" y="425"/>
                    <a:pt x="640" y="421"/>
                    <a:pt x="626" y="415"/>
                  </a:cubicBezTo>
                  <a:lnTo>
                    <a:pt x="626" y="415"/>
                  </a:lnTo>
                  <a:cubicBezTo>
                    <a:pt x="888" y="567"/>
                    <a:pt x="1015" y="651"/>
                    <a:pt x="1100" y="694"/>
                  </a:cubicBezTo>
                  <a:cubicBezTo>
                    <a:pt x="1142" y="719"/>
                    <a:pt x="1193" y="736"/>
                    <a:pt x="1244" y="745"/>
                  </a:cubicBezTo>
                  <a:cubicBezTo>
                    <a:pt x="1494" y="873"/>
                    <a:pt x="1744" y="1027"/>
                    <a:pt x="1718" y="1027"/>
                  </a:cubicBezTo>
                  <a:cubicBezTo>
                    <a:pt x="1708" y="1027"/>
                    <a:pt x="1657" y="1004"/>
                    <a:pt x="1548" y="948"/>
                  </a:cubicBezTo>
                  <a:lnTo>
                    <a:pt x="1548" y="948"/>
                  </a:lnTo>
                  <a:lnTo>
                    <a:pt x="2530" y="1489"/>
                  </a:lnTo>
                  <a:lnTo>
                    <a:pt x="1954" y="1142"/>
                  </a:lnTo>
                  <a:lnTo>
                    <a:pt x="1954" y="1142"/>
                  </a:lnTo>
                  <a:cubicBezTo>
                    <a:pt x="2123" y="1210"/>
                    <a:pt x="2876" y="1692"/>
                    <a:pt x="3079" y="1768"/>
                  </a:cubicBezTo>
                  <a:lnTo>
                    <a:pt x="2022" y="1159"/>
                  </a:lnTo>
                  <a:lnTo>
                    <a:pt x="2022" y="1159"/>
                  </a:lnTo>
                  <a:lnTo>
                    <a:pt x="2081" y="1184"/>
                  </a:lnTo>
                  <a:cubicBezTo>
                    <a:pt x="1836" y="1049"/>
                    <a:pt x="1371" y="778"/>
                    <a:pt x="1210" y="685"/>
                  </a:cubicBezTo>
                  <a:lnTo>
                    <a:pt x="1210" y="685"/>
                  </a:lnTo>
                  <a:cubicBezTo>
                    <a:pt x="1235" y="691"/>
                    <a:pt x="1232" y="684"/>
                    <a:pt x="1302" y="723"/>
                  </a:cubicBezTo>
                  <a:lnTo>
                    <a:pt x="1302" y="723"/>
                  </a:lnTo>
                  <a:lnTo>
                    <a:pt x="1032" y="567"/>
                  </a:lnTo>
                  <a:lnTo>
                    <a:pt x="804" y="440"/>
                  </a:lnTo>
                  <a:cubicBezTo>
                    <a:pt x="753" y="398"/>
                    <a:pt x="694" y="372"/>
                    <a:pt x="626" y="347"/>
                  </a:cubicBezTo>
                  <a:cubicBezTo>
                    <a:pt x="571" y="326"/>
                    <a:pt x="538" y="322"/>
                    <a:pt x="237" y="14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9"/>
            <p:cNvSpPr/>
            <p:nvPr/>
          </p:nvSpPr>
          <p:spPr>
            <a:xfrm rot="5400000">
              <a:off x="9416738" y="791938"/>
              <a:ext cx="69975" cy="42625"/>
            </a:xfrm>
            <a:custGeom>
              <a:rect b="b" l="l" r="r" t="t"/>
              <a:pathLst>
                <a:path extrusionOk="0" h="1705" w="2799">
                  <a:moveTo>
                    <a:pt x="1377" y="758"/>
                  </a:moveTo>
                  <a:cubicBezTo>
                    <a:pt x="1393" y="771"/>
                    <a:pt x="1410" y="785"/>
                    <a:pt x="1429" y="799"/>
                  </a:cubicBezTo>
                  <a:lnTo>
                    <a:pt x="1429" y="799"/>
                  </a:lnTo>
                  <a:cubicBezTo>
                    <a:pt x="1414" y="787"/>
                    <a:pt x="1397" y="773"/>
                    <a:pt x="1377" y="758"/>
                  </a:cubicBezTo>
                  <a:close/>
                  <a:moveTo>
                    <a:pt x="4" y="0"/>
                  </a:moveTo>
                  <a:cubicBezTo>
                    <a:pt x="0" y="0"/>
                    <a:pt x="8" y="9"/>
                    <a:pt x="32" y="30"/>
                  </a:cubicBezTo>
                  <a:cubicBezTo>
                    <a:pt x="599" y="411"/>
                    <a:pt x="675" y="470"/>
                    <a:pt x="1039" y="690"/>
                  </a:cubicBezTo>
                  <a:cubicBezTo>
                    <a:pt x="1546" y="1054"/>
                    <a:pt x="1935" y="1290"/>
                    <a:pt x="2172" y="1451"/>
                  </a:cubicBezTo>
                  <a:cubicBezTo>
                    <a:pt x="2333" y="1553"/>
                    <a:pt x="2367" y="1544"/>
                    <a:pt x="2561" y="1663"/>
                  </a:cubicBezTo>
                  <a:lnTo>
                    <a:pt x="2426" y="1578"/>
                  </a:lnTo>
                  <a:lnTo>
                    <a:pt x="2426" y="1527"/>
                  </a:lnTo>
                  <a:cubicBezTo>
                    <a:pt x="2257" y="1434"/>
                    <a:pt x="2104" y="1333"/>
                    <a:pt x="1918" y="1214"/>
                  </a:cubicBezTo>
                  <a:lnTo>
                    <a:pt x="1918" y="1214"/>
                  </a:lnTo>
                  <a:lnTo>
                    <a:pt x="2798" y="1705"/>
                  </a:lnTo>
                  <a:cubicBezTo>
                    <a:pt x="2671" y="1595"/>
                    <a:pt x="2400" y="1426"/>
                    <a:pt x="2113" y="1240"/>
                  </a:cubicBezTo>
                  <a:cubicBezTo>
                    <a:pt x="1855" y="1081"/>
                    <a:pt x="1591" y="921"/>
                    <a:pt x="1429" y="799"/>
                  </a:cubicBezTo>
                  <a:lnTo>
                    <a:pt x="1429" y="799"/>
                  </a:lnTo>
                  <a:cubicBezTo>
                    <a:pt x="1492" y="849"/>
                    <a:pt x="1505" y="864"/>
                    <a:pt x="1499" y="864"/>
                  </a:cubicBezTo>
                  <a:cubicBezTo>
                    <a:pt x="1493" y="864"/>
                    <a:pt x="1468" y="850"/>
                    <a:pt x="1453" y="842"/>
                  </a:cubicBezTo>
                  <a:cubicBezTo>
                    <a:pt x="1447" y="839"/>
                    <a:pt x="1443" y="837"/>
                    <a:pt x="1441" y="837"/>
                  </a:cubicBezTo>
                  <a:lnTo>
                    <a:pt x="1441" y="837"/>
                  </a:lnTo>
                  <a:cubicBezTo>
                    <a:pt x="1437" y="837"/>
                    <a:pt x="1445" y="845"/>
                    <a:pt x="1478" y="868"/>
                  </a:cubicBezTo>
                  <a:cubicBezTo>
                    <a:pt x="1521" y="901"/>
                    <a:pt x="1622" y="977"/>
                    <a:pt x="1825" y="1113"/>
                  </a:cubicBezTo>
                  <a:cubicBezTo>
                    <a:pt x="1673" y="1037"/>
                    <a:pt x="1521" y="952"/>
                    <a:pt x="1368" y="868"/>
                  </a:cubicBezTo>
                  <a:lnTo>
                    <a:pt x="666" y="377"/>
                  </a:lnTo>
                  <a:cubicBezTo>
                    <a:pt x="654" y="377"/>
                    <a:pt x="368" y="195"/>
                    <a:pt x="354" y="195"/>
                  </a:cubicBezTo>
                  <a:lnTo>
                    <a:pt x="354" y="195"/>
                  </a:lnTo>
                  <a:cubicBezTo>
                    <a:pt x="349" y="195"/>
                    <a:pt x="379" y="219"/>
                    <a:pt x="472" y="284"/>
                  </a:cubicBezTo>
                  <a:cubicBezTo>
                    <a:pt x="539" y="326"/>
                    <a:pt x="683" y="419"/>
                    <a:pt x="793" y="495"/>
                  </a:cubicBezTo>
                  <a:cubicBezTo>
                    <a:pt x="704" y="473"/>
                    <a:pt x="34" y="0"/>
                    <a:pt x="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9"/>
            <p:cNvSpPr/>
            <p:nvPr/>
          </p:nvSpPr>
          <p:spPr>
            <a:xfrm rot="5400000">
              <a:off x="9430825" y="842500"/>
              <a:ext cx="650" cy="225"/>
            </a:xfrm>
            <a:custGeom>
              <a:rect b="b" l="l" r="r" t="t"/>
              <a:pathLst>
                <a:path extrusionOk="0" h="9" w="26">
                  <a:moveTo>
                    <a:pt x="0" y="0"/>
                  </a:moveTo>
                  <a:lnTo>
                    <a:pt x="26"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9"/>
            <p:cNvSpPr/>
            <p:nvPr/>
          </p:nvSpPr>
          <p:spPr>
            <a:xfrm rot="5400000">
              <a:off x="9544500" y="684625"/>
              <a:ext cx="2975" cy="2350"/>
            </a:xfrm>
            <a:custGeom>
              <a:rect b="b" l="l" r="r" t="t"/>
              <a:pathLst>
                <a:path extrusionOk="0" h="94" w="119">
                  <a:moveTo>
                    <a:pt x="0" y="0"/>
                  </a:moveTo>
                  <a:lnTo>
                    <a:pt x="88" y="69"/>
                  </a:lnTo>
                  <a:lnTo>
                    <a:pt x="88" y="69"/>
                  </a:lnTo>
                  <a:cubicBezTo>
                    <a:pt x="64" y="49"/>
                    <a:pt x="34" y="23"/>
                    <a:pt x="0" y="0"/>
                  </a:cubicBezTo>
                  <a:close/>
                  <a:moveTo>
                    <a:pt x="88" y="69"/>
                  </a:moveTo>
                  <a:cubicBezTo>
                    <a:pt x="100" y="79"/>
                    <a:pt x="110" y="88"/>
                    <a:pt x="118" y="93"/>
                  </a:cubicBezTo>
                  <a:lnTo>
                    <a:pt x="88" y="6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9"/>
            <p:cNvSpPr/>
            <p:nvPr/>
          </p:nvSpPr>
          <p:spPr>
            <a:xfrm rot="5400000">
              <a:off x="9602863" y="618413"/>
              <a:ext cx="1500" cy="1300"/>
            </a:xfrm>
            <a:custGeom>
              <a:rect b="b" l="l" r="r" t="t"/>
              <a:pathLst>
                <a:path extrusionOk="0" h="52" w="60">
                  <a:moveTo>
                    <a:pt x="1" y="0"/>
                  </a:moveTo>
                  <a:lnTo>
                    <a:pt x="60" y="51"/>
                  </a:lnTo>
                  <a:lnTo>
                    <a:pt x="51" y="43"/>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9"/>
            <p:cNvSpPr/>
            <p:nvPr/>
          </p:nvSpPr>
          <p:spPr>
            <a:xfrm rot="5400000">
              <a:off x="9506425" y="729875"/>
              <a:ext cx="675" cy="450"/>
            </a:xfrm>
            <a:custGeom>
              <a:rect b="b" l="l" r="r" t="t"/>
              <a:pathLst>
                <a:path extrusionOk="0" h="18" w="27">
                  <a:moveTo>
                    <a:pt x="1" y="1"/>
                  </a:moveTo>
                  <a:lnTo>
                    <a:pt x="26" y="18"/>
                  </a:lnTo>
                  <a:lnTo>
                    <a:pt x="26" y="18"/>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9"/>
            <p:cNvSpPr/>
            <p:nvPr/>
          </p:nvSpPr>
          <p:spPr>
            <a:xfrm rot="5400000">
              <a:off x="9488025" y="751250"/>
              <a:ext cx="6800" cy="4875"/>
            </a:xfrm>
            <a:custGeom>
              <a:rect b="b" l="l" r="r" t="t"/>
              <a:pathLst>
                <a:path extrusionOk="0" h="195" w="272">
                  <a:moveTo>
                    <a:pt x="0" y="0"/>
                  </a:moveTo>
                  <a:lnTo>
                    <a:pt x="271" y="195"/>
                  </a:lnTo>
                  <a:cubicBezTo>
                    <a:pt x="170" y="119"/>
                    <a:pt x="77" y="51"/>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9"/>
            <p:cNvSpPr/>
            <p:nvPr/>
          </p:nvSpPr>
          <p:spPr>
            <a:xfrm rot="5400000">
              <a:off x="9526400" y="689350"/>
              <a:ext cx="4700" cy="3425"/>
            </a:xfrm>
            <a:custGeom>
              <a:rect b="b" l="l" r="r" t="t"/>
              <a:pathLst>
                <a:path extrusionOk="0" h="137" w="188">
                  <a:moveTo>
                    <a:pt x="0" y="1"/>
                  </a:moveTo>
                  <a:lnTo>
                    <a:pt x="0" y="1"/>
                  </a:lnTo>
                  <a:cubicBezTo>
                    <a:pt x="0" y="1"/>
                    <a:pt x="3" y="4"/>
                    <a:pt x="10" y="9"/>
                  </a:cubicBezTo>
                  <a:cubicBezTo>
                    <a:pt x="18" y="15"/>
                    <a:pt x="27" y="20"/>
                    <a:pt x="36" y="26"/>
                  </a:cubicBezTo>
                  <a:lnTo>
                    <a:pt x="36" y="26"/>
                  </a:lnTo>
                  <a:cubicBezTo>
                    <a:pt x="14" y="11"/>
                    <a:pt x="1" y="1"/>
                    <a:pt x="0" y="1"/>
                  </a:cubicBezTo>
                  <a:close/>
                  <a:moveTo>
                    <a:pt x="36" y="26"/>
                  </a:moveTo>
                  <a:lnTo>
                    <a:pt x="36" y="26"/>
                  </a:lnTo>
                  <a:cubicBezTo>
                    <a:pt x="71" y="52"/>
                    <a:pt x="127" y="93"/>
                    <a:pt x="188" y="136"/>
                  </a:cubicBezTo>
                  <a:cubicBezTo>
                    <a:pt x="138" y="94"/>
                    <a:pt x="83" y="57"/>
                    <a:pt x="36" y="2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9"/>
            <p:cNvSpPr/>
            <p:nvPr/>
          </p:nvSpPr>
          <p:spPr>
            <a:xfrm rot="5400000">
              <a:off x="9523450" y="694025"/>
              <a:ext cx="4250" cy="2975"/>
            </a:xfrm>
            <a:custGeom>
              <a:rect b="b" l="l" r="r" t="t"/>
              <a:pathLst>
                <a:path extrusionOk="0" h="119" w="170">
                  <a:moveTo>
                    <a:pt x="1" y="0"/>
                  </a:moveTo>
                  <a:lnTo>
                    <a:pt x="170" y="118"/>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9"/>
            <p:cNvSpPr/>
            <p:nvPr/>
          </p:nvSpPr>
          <p:spPr>
            <a:xfrm rot="5400000">
              <a:off x="9455138" y="743363"/>
              <a:ext cx="63525" cy="43525"/>
            </a:xfrm>
            <a:custGeom>
              <a:rect b="b" l="l" r="r" t="t"/>
              <a:pathLst>
                <a:path extrusionOk="0" h="1741" w="2541">
                  <a:moveTo>
                    <a:pt x="948" y="787"/>
                  </a:moveTo>
                  <a:lnTo>
                    <a:pt x="948" y="787"/>
                  </a:lnTo>
                  <a:cubicBezTo>
                    <a:pt x="973" y="804"/>
                    <a:pt x="998" y="822"/>
                    <a:pt x="1023" y="840"/>
                  </a:cubicBezTo>
                  <a:lnTo>
                    <a:pt x="1023" y="840"/>
                  </a:lnTo>
                  <a:cubicBezTo>
                    <a:pt x="1000" y="823"/>
                    <a:pt x="975" y="805"/>
                    <a:pt x="948" y="787"/>
                  </a:cubicBezTo>
                  <a:close/>
                  <a:moveTo>
                    <a:pt x="1" y="0"/>
                  </a:moveTo>
                  <a:lnTo>
                    <a:pt x="847" y="618"/>
                  </a:lnTo>
                  <a:cubicBezTo>
                    <a:pt x="1126" y="821"/>
                    <a:pt x="1388" y="1024"/>
                    <a:pt x="1616" y="1176"/>
                  </a:cubicBezTo>
                  <a:lnTo>
                    <a:pt x="1405" y="1074"/>
                  </a:lnTo>
                  <a:cubicBezTo>
                    <a:pt x="914" y="677"/>
                    <a:pt x="593" y="457"/>
                    <a:pt x="94" y="85"/>
                  </a:cubicBezTo>
                  <a:lnTo>
                    <a:pt x="94" y="85"/>
                  </a:lnTo>
                  <a:lnTo>
                    <a:pt x="1202" y="931"/>
                  </a:lnTo>
                  <a:cubicBezTo>
                    <a:pt x="1329" y="1041"/>
                    <a:pt x="1405" y="1091"/>
                    <a:pt x="1439" y="1125"/>
                  </a:cubicBezTo>
                  <a:cubicBezTo>
                    <a:pt x="1456" y="1138"/>
                    <a:pt x="1462" y="1144"/>
                    <a:pt x="1459" y="1144"/>
                  </a:cubicBezTo>
                  <a:cubicBezTo>
                    <a:pt x="1456" y="1144"/>
                    <a:pt x="1443" y="1138"/>
                    <a:pt x="1422" y="1125"/>
                  </a:cubicBezTo>
                  <a:cubicBezTo>
                    <a:pt x="1355" y="1081"/>
                    <a:pt x="1197" y="965"/>
                    <a:pt x="1023" y="840"/>
                  </a:cubicBezTo>
                  <a:lnTo>
                    <a:pt x="1023" y="840"/>
                  </a:lnTo>
                  <a:cubicBezTo>
                    <a:pt x="1095" y="893"/>
                    <a:pt x="1149" y="937"/>
                    <a:pt x="1168" y="956"/>
                  </a:cubicBezTo>
                  <a:cubicBezTo>
                    <a:pt x="1185" y="964"/>
                    <a:pt x="1261" y="1024"/>
                    <a:pt x="1371" y="1091"/>
                  </a:cubicBezTo>
                  <a:cubicBezTo>
                    <a:pt x="1481" y="1167"/>
                    <a:pt x="1608" y="1244"/>
                    <a:pt x="1701" y="1303"/>
                  </a:cubicBezTo>
                  <a:cubicBezTo>
                    <a:pt x="1775" y="1353"/>
                    <a:pt x="1828" y="1388"/>
                    <a:pt x="1832" y="1388"/>
                  </a:cubicBezTo>
                  <a:cubicBezTo>
                    <a:pt x="1839" y="1388"/>
                    <a:pt x="1735" y="1310"/>
                    <a:pt x="1430" y="1091"/>
                  </a:cubicBezTo>
                  <a:lnTo>
                    <a:pt x="1430" y="1091"/>
                  </a:lnTo>
                  <a:cubicBezTo>
                    <a:pt x="1489" y="1091"/>
                    <a:pt x="2090" y="1531"/>
                    <a:pt x="2369" y="1709"/>
                  </a:cubicBezTo>
                  <a:cubicBezTo>
                    <a:pt x="2315" y="1671"/>
                    <a:pt x="2300" y="1658"/>
                    <a:pt x="2304" y="1658"/>
                  </a:cubicBezTo>
                  <a:lnTo>
                    <a:pt x="2304" y="1658"/>
                  </a:lnTo>
                  <a:cubicBezTo>
                    <a:pt x="2314" y="1658"/>
                    <a:pt x="2417" y="1718"/>
                    <a:pt x="2432" y="1718"/>
                  </a:cubicBezTo>
                  <a:cubicBezTo>
                    <a:pt x="2436" y="1718"/>
                    <a:pt x="2435" y="1715"/>
                    <a:pt x="2428" y="1709"/>
                  </a:cubicBezTo>
                  <a:cubicBezTo>
                    <a:pt x="2293" y="1624"/>
                    <a:pt x="2124" y="1523"/>
                    <a:pt x="1896" y="1362"/>
                  </a:cubicBezTo>
                  <a:cubicBezTo>
                    <a:pt x="1883" y="1351"/>
                    <a:pt x="1878" y="1347"/>
                    <a:pt x="1881" y="1347"/>
                  </a:cubicBezTo>
                  <a:lnTo>
                    <a:pt x="1881" y="1347"/>
                  </a:lnTo>
                  <a:cubicBezTo>
                    <a:pt x="1898" y="1347"/>
                    <a:pt x="2186" y="1532"/>
                    <a:pt x="2412" y="1692"/>
                  </a:cubicBezTo>
                  <a:cubicBezTo>
                    <a:pt x="2345" y="1643"/>
                    <a:pt x="2324" y="1626"/>
                    <a:pt x="2329" y="1626"/>
                  </a:cubicBezTo>
                  <a:lnTo>
                    <a:pt x="2329" y="1626"/>
                  </a:lnTo>
                  <a:cubicBezTo>
                    <a:pt x="2340" y="1626"/>
                    <a:pt x="2520" y="1741"/>
                    <a:pt x="2533" y="1741"/>
                  </a:cubicBezTo>
                  <a:cubicBezTo>
                    <a:pt x="2540" y="1741"/>
                    <a:pt x="2505" y="1712"/>
                    <a:pt x="2386" y="1624"/>
                  </a:cubicBezTo>
                  <a:lnTo>
                    <a:pt x="1693" y="1159"/>
                  </a:lnTo>
                  <a:lnTo>
                    <a:pt x="1371" y="947"/>
                  </a:lnTo>
                  <a:lnTo>
                    <a:pt x="1083" y="736"/>
                  </a:lnTo>
                  <a:cubicBezTo>
                    <a:pt x="703" y="465"/>
                    <a:pt x="356" y="228"/>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9"/>
            <p:cNvSpPr/>
            <p:nvPr/>
          </p:nvSpPr>
          <p:spPr>
            <a:xfrm rot="5400000">
              <a:off x="9492263" y="740238"/>
              <a:ext cx="1725" cy="1075"/>
            </a:xfrm>
            <a:custGeom>
              <a:rect b="b" l="l" r="r" t="t"/>
              <a:pathLst>
                <a:path extrusionOk="0" h="43" w="69">
                  <a:moveTo>
                    <a:pt x="1" y="1"/>
                  </a:moveTo>
                  <a:lnTo>
                    <a:pt x="69" y="43"/>
                  </a:lnTo>
                  <a:lnTo>
                    <a:pt x="18" y="9"/>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9"/>
            <p:cNvSpPr/>
            <p:nvPr/>
          </p:nvSpPr>
          <p:spPr>
            <a:xfrm rot="5400000">
              <a:off x="9508863" y="724913"/>
              <a:ext cx="225" cy="225"/>
            </a:xfrm>
            <a:custGeom>
              <a:rect b="b" l="l" r="r" t="t"/>
              <a:pathLst>
                <a:path extrusionOk="0" h="9" w="9">
                  <a:moveTo>
                    <a:pt x="9" y="9"/>
                  </a:moveTo>
                  <a:lnTo>
                    <a:pt x="9" y="9"/>
                  </a:lnTo>
                  <a:cubicBezTo>
                    <a:pt x="0" y="0"/>
                    <a:pt x="0" y="0"/>
                    <a:pt x="9"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9"/>
            <p:cNvSpPr/>
            <p:nvPr/>
          </p:nvSpPr>
          <p:spPr>
            <a:xfrm rot="5400000">
              <a:off x="9784113" y="440363"/>
              <a:ext cx="4675" cy="5725"/>
            </a:xfrm>
            <a:custGeom>
              <a:rect b="b" l="l" r="r" t="t"/>
              <a:pathLst>
                <a:path extrusionOk="0" h="229" w="187">
                  <a:moveTo>
                    <a:pt x="0" y="0"/>
                  </a:moveTo>
                  <a:cubicBezTo>
                    <a:pt x="26" y="43"/>
                    <a:pt x="136" y="170"/>
                    <a:pt x="186" y="229"/>
                  </a:cubicBezTo>
                  <a:lnTo>
                    <a:pt x="34" y="34"/>
                  </a:lnTo>
                  <a:cubicBezTo>
                    <a:pt x="26" y="26"/>
                    <a:pt x="9" y="9"/>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9"/>
            <p:cNvSpPr/>
            <p:nvPr/>
          </p:nvSpPr>
          <p:spPr>
            <a:xfrm rot="5400000">
              <a:off x="9766450" y="443400"/>
              <a:ext cx="13350" cy="17175"/>
            </a:xfrm>
            <a:custGeom>
              <a:rect b="b" l="l" r="r" t="t"/>
              <a:pathLst>
                <a:path extrusionOk="0" h="687" w="534">
                  <a:moveTo>
                    <a:pt x="1" y="1"/>
                  </a:moveTo>
                  <a:lnTo>
                    <a:pt x="1" y="1"/>
                  </a:lnTo>
                  <a:cubicBezTo>
                    <a:pt x="60" y="86"/>
                    <a:pt x="145" y="212"/>
                    <a:pt x="153" y="238"/>
                  </a:cubicBezTo>
                  <a:cubicBezTo>
                    <a:pt x="289" y="407"/>
                    <a:pt x="390" y="525"/>
                    <a:pt x="534" y="686"/>
                  </a:cubicBezTo>
                  <a:cubicBezTo>
                    <a:pt x="373" y="500"/>
                    <a:pt x="204" y="272"/>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9"/>
            <p:cNvSpPr/>
            <p:nvPr/>
          </p:nvSpPr>
          <p:spPr>
            <a:xfrm rot="5400000">
              <a:off x="9764213" y="458538"/>
              <a:ext cx="250" cy="450"/>
            </a:xfrm>
            <a:custGeom>
              <a:rect b="b" l="l" r="r" t="t"/>
              <a:pathLst>
                <a:path extrusionOk="0" h="18" w="10">
                  <a:moveTo>
                    <a:pt x="9" y="17"/>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9"/>
            <p:cNvSpPr/>
            <p:nvPr/>
          </p:nvSpPr>
          <p:spPr>
            <a:xfrm rot="5400000">
              <a:off x="10385663" y="-943487"/>
              <a:ext cx="801150" cy="2626650"/>
            </a:xfrm>
            <a:custGeom>
              <a:rect b="b" l="l" r="r" t="t"/>
              <a:pathLst>
                <a:path extrusionOk="0" h="105066" w="32046">
                  <a:moveTo>
                    <a:pt x="1490" y="4018"/>
                  </a:moveTo>
                  <a:cubicBezTo>
                    <a:pt x="1454" y="4094"/>
                    <a:pt x="1425" y="4167"/>
                    <a:pt x="1401" y="4234"/>
                  </a:cubicBezTo>
                  <a:lnTo>
                    <a:pt x="1401" y="4234"/>
                  </a:lnTo>
                  <a:cubicBezTo>
                    <a:pt x="1430" y="4162"/>
                    <a:pt x="1459" y="4090"/>
                    <a:pt x="1490" y="4018"/>
                  </a:cubicBezTo>
                  <a:close/>
                  <a:moveTo>
                    <a:pt x="1397" y="4323"/>
                  </a:moveTo>
                  <a:lnTo>
                    <a:pt x="1397" y="4323"/>
                  </a:lnTo>
                  <a:cubicBezTo>
                    <a:pt x="1380" y="4357"/>
                    <a:pt x="1363" y="4391"/>
                    <a:pt x="1363" y="4424"/>
                  </a:cubicBezTo>
                  <a:cubicBezTo>
                    <a:pt x="1371" y="4399"/>
                    <a:pt x="1380" y="4365"/>
                    <a:pt x="1397" y="4323"/>
                  </a:cubicBezTo>
                  <a:close/>
                  <a:moveTo>
                    <a:pt x="1422" y="4678"/>
                  </a:moveTo>
                  <a:cubicBezTo>
                    <a:pt x="1374" y="4806"/>
                    <a:pt x="1300" y="5020"/>
                    <a:pt x="1254" y="5151"/>
                  </a:cubicBezTo>
                  <a:lnTo>
                    <a:pt x="1254" y="5151"/>
                  </a:lnTo>
                  <a:cubicBezTo>
                    <a:pt x="1259" y="5140"/>
                    <a:pt x="1264" y="5129"/>
                    <a:pt x="1270" y="5118"/>
                  </a:cubicBezTo>
                  <a:cubicBezTo>
                    <a:pt x="1337" y="4974"/>
                    <a:pt x="1388" y="4830"/>
                    <a:pt x="1422" y="4678"/>
                  </a:cubicBezTo>
                  <a:close/>
                  <a:moveTo>
                    <a:pt x="69" y="11107"/>
                  </a:moveTo>
                  <a:cubicBezTo>
                    <a:pt x="64" y="11161"/>
                    <a:pt x="62" y="11215"/>
                    <a:pt x="62" y="11269"/>
                  </a:cubicBezTo>
                  <a:lnTo>
                    <a:pt x="62" y="11269"/>
                  </a:lnTo>
                  <a:cubicBezTo>
                    <a:pt x="64" y="11216"/>
                    <a:pt x="66" y="11162"/>
                    <a:pt x="69" y="11107"/>
                  </a:cubicBezTo>
                  <a:close/>
                  <a:moveTo>
                    <a:pt x="203" y="11682"/>
                  </a:moveTo>
                  <a:cubicBezTo>
                    <a:pt x="200" y="11756"/>
                    <a:pt x="198" y="11830"/>
                    <a:pt x="195" y="11903"/>
                  </a:cubicBezTo>
                  <a:lnTo>
                    <a:pt x="204" y="11691"/>
                  </a:lnTo>
                  <a:cubicBezTo>
                    <a:pt x="204" y="11688"/>
                    <a:pt x="203" y="11685"/>
                    <a:pt x="203" y="11682"/>
                  </a:cubicBezTo>
                  <a:close/>
                  <a:moveTo>
                    <a:pt x="12953" y="32978"/>
                  </a:moveTo>
                  <a:lnTo>
                    <a:pt x="12953" y="32978"/>
                  </a:lnTo>
                  <a:cubicBezTo>
                    <a:pt x="12986" y="33006"/>
                    <a:pt x="13019" y="33033"/>
                    <a:pt x="13054" y="33059"/>
                  </a:cubicBezTo>
                  <a:cubicBezTo>
                    <a:pt x="13026" y="33036"/>
                    <a:pt x="12993" y="33009"/>
                    <a:pt x="12953" y="32978"/>
                  </a:cubicBezTo>
                  <a:close/>
                  <a:moveTo>
                    <a:pt x="16691" y="36875"/>
                  </a:moveTo>
                  <a:lnTo>
                    <a:pt x="16706" y="36889"/>
                  </a:lnTo>
                  <a:lnTo>
                    <a:pt x="16706" y="36889"/>
                  </a:lnTo>
                  <a:cubicBezTo>
                    <a:pt x="16699" y="36881"/>
                    <a:pt x="16694" y="36876"/>
                    <a:pt x="16691" y="36875"/>
                  </a:cubicBezTo>
                  <a:close/>
                  <a:moveTo>
                    <a:pt x="18202" y="39059"/>
                  </a:moveTo>
                  <a:lnTo>
                    <a:pt x="18202" y="39059"/>
                  </a:lnTo>
                  <a:cubicBezTo>
                    <a:pt x="18212" y="39081"/>
                    <a:pt x="18221" y="39103"/>
                    <a:pt x="18231" y="39125"/>
                  </a:cubicBezTo>
                  <a:cubicBezTo>
                    <a:pt x="18215" y="39088"/>
                    <a:pt x="18206" y="39068"/>
                    <a:pt x="18202" y="39059"/>
                  </a:cubicBezTo>
                  <a:close/>
                  <a:moveTo>
                    <a:pt x="18764" y="40301"/>
                  </a:moveTo>
                  <a:cubicBezTo>
                    <a:pt x="18810" y="40471"/>
                    <a:pt x="18849" y="40622"/>
                    <a:pt x="18884" y="40756"/>
                  </a:cubicBezTo>
                  <a:lnTo>
                    <a:pt x="18884" y="40756"/>
                  </a:lnTo>
                  <a:cubicBezTo>
                    <a:pt x="18883" y="40754"/>
                    <a:pt x="18883" y="40751"/>
                    <a:pt x="18882" y="40749"/>
                  </a:cubicBezTo>
                  <a:cubicBezTo>
                    <a:pt x="18857" y="40622"/>
                    <a:pt x="18815" y="40487"/>
                    <a:pt x="18764" y="40301"/>
                  </a:cubicBezTo>
                  <a:close/>
                  <a:moveTo>
                    <a:pt x="18886" y="41219"/>
                  </a:moveTo>
                  <a:lnTo>
                    <a:pt x="18886" y="41219"/>
                  </a:lnTo>
                  <a:cubicBezTo>
                    <a:pt x="18887" y="41226"/>
                    <a:pt x="18889" y="41233"/>
                    <a:pt x="18891" y="41240"/>
                  </a:cubicBezTo>
                  <a:cubicBezTo>
                    <a:pt x="18889" y="41232"/>
                    <a:pt x="18887" y="41225"/>
                    <a:pt x="18886" y="41219"/>
                  </a:cubicBezTo>
                  <a:close/>
                  <a:moveTo>
                    <a:pt x="17740" y="37991"/>
                  </a:moveTo>
                  <a:cubicBezTo>
                    <a:pt x="17842" y="38186"/>
                    <a:pt x="17918" y="38338"/>
                    <a:pt x="17986" y="38465"/>
                  </a:cubicBezTo>
                  <a:lnTo>
                    <a:pt x="18155" y="38803"/>
                  </a:lnTo>
                  <a:cubicBezTo>
                    <a:pt x="18315" y="39125"/>
                    <a:pt x="18451" y="39463"/>
                    <a:pt x="18569" y="39810"/>
                  </a:cubicBezTo>
                  <a:cubicBezTo>
                    <a:pt x="18679" y="40189"/>
                    <a:pt x="18708" y="40300"/>
                    <a:pt x="18703" y="40300"/>
                  </a:cubicBezTo>
                  <a:cubicBezTo>
                    <a:pt x="18696" y="40300"/>
                    <a:pt x="18621" y="40081"/>
                    <a:pt x="18609" y="40081"/>
                  </a:cubicBezTo>
                  <a:lnTo>
                    <a:pt x="18609" y="40081"/>
                  </a:lnTo>
                  <a:cubicBezTo>
                    <a:pt x="18603" y="40081"/>
                    <a:pt x="18615" y="40141"/>
                    <a:pt x="18662" y="40326"/>
                  </a:cubicBezTo>
                  <a:lnTo>
                    <a:pt x="18789" y="40749"/>
                  </a:lnTo>
                  <a:lnTo>
                    <a:pt x="18899" y="41172"/>
                  </a:lnTo>
                  <a:lnTo>
                    <a:pt x="18815" y="40766"/>
                  </a:lnTo>
                  <a:lnTo>
                    <a:pt x="18815" y="40766"/>
                  </a:lnTo>
                  <a:cubicBezTo>
                    <a:pt x="18840" y="40851"/>
                    <a:pt x="18865" y="40935"/>
                    <a:pt x="18882" y="41020"/>
                  </a:cubicBezTo>
                  <a:cubicBezTo>
                    <a:pt x="18899" y="41087"/>
                    <a:pt x="18916" y="41155"/>
                    <a:pt x="18933" y="41231"/>
                  </a:cubicBezTo>
                  <a:lnTo>
                    <a:pt x="18975" y="41468"/>
                  </a:lnTo>
                  <a:cubicBezTo>
                    <a:pt x="18984" y="41544"/>
                    <a:pt x="19001" y="41612"/>
                    <a:pt x="19018" y="41680"/>
                  </a:cubicBezTo>
                  <a:cubicBezTo>
                    <a:pt x="19026" y="41756"/>
                    <a:pt x="19034" y="41815"/>
                    <a:pt x="19043" y="41866"/>
                  </a:cubicBezTo>
                  <a:cubicBezTo>
                    <a:pt x="19057" y="41950"/>
                    <a:pt x="19065" y="41999"/>
                    <a:pt x="19072" y="41999"/>
                  </a:cubicBezTo>
                  <a:cubicBezTo>
                    <a:pt x="19074" y="41999"/>
                    <a:pt x="19075" y="41997"/>
                    <a:pt x="19077" y="41993"/>
                  </a:cubicBezTo>
                  <a:cubicBezTo>
                    <a:pt x="19119" y="42441"/>
                    <a:pt x="19136" y="42729"/>
                    <a:pt x="19136" y="43033"/>
                  </a:cubicBezTo>
                  <a:cubicBezTo>
                    <a:pt x="19136" y="43405"/>
                    <a:pt x="19119" y="43769"/>
                    <a:pt x="19085" y="44141"/>
                  </a:cubicBezTo>
                  <a:cubicBezTo>
                    <a:pt x="19081" y="44195"/>
                    <a:pt x="19081" y="44217"/>
                    <a:pt x="19083" y="44217"/>
                  </a:cubicBezTo>
                  <a:cubicBezTo>
                    <a:pt x="19084" y="44217"/>
                    <a:pt x="19089" y="44184"/>
                    <a:pt x="19094" y="44133"/>
                  </a:cubicBezTo>
                  <a:cubicBezTo>
                    <a:pt x="19102" y="44031"/>
                    <a:pt x="19111" y="43871"/>
                    <a:pt x="19128" y="43735"/>
                  </a:cubicBezTo>
                  <a:lnTo>
                    <a:pt x="19128" y="43735"/>
                  </a:lnTo>
                  <a:cubicBezTo>
                    <a:pt x="19102" y="43980"/>
                    <a:pt x="19111" y="44116"/>
                    <a:pt x="19102" y="44268"/>
                  </a:cubicBezTo>
                  <a:cubicBezTo>
                    <a:pt x="19094" y="44344"/>
                    <a:pt x="19094" y="44420"/>
                    <a:pt x="19077" y="44530"/>
                  </a:cubicBezTo>
                  <a:cubicBezTo>
                    <a:pt x="19077" y="44581"/>
                    <a:pt x="19068" y="44640"/>
                    <a:pt x="19060" y="44700"/>
                  </a:cubicBezTo>
                  <a:cubicBezTo>
                    <a:pt x="19043" y="44759"/>
                    <a:pt x="19034" y="44826"/>
                    <a:pt x="19018" y="44911"/>
                  </a:cubicBezTo>
                  <a:cubicBezTo>
                    <a:pt x="19001" y="45013"/>
                    <a:pt x="18996" y="45064"/>
                    <a:pt x="19000" y="45064"/>
                  </a:cubicBezTo>
                  <a:cubicBezTo>
                    <a:pt x="19002" y="45064"/>
                    <a:pt x="19008" y="45047"/>
                    <a:pt x="19018" y="45013"/>
                  </a:cubicBezTo>
                  <a:cubicBezTo>
                    <a:pt x="19068" y="44826"/>
                    <a:pt x="19102" y="44632"/>
                    <a:pt x="19119" y="44437"/>
                  </a:cubicBezTo>
                  <a:lnTo>
                    <a:pt x="19119" y="44437"/>
                  </a:lnTo>
                  <a:cubicBezTo>
                    <a:pt x="19102" y="44683"/>
                    <a:pt x="19051" y="44928"/>
                    <a:pt x="19018" y="45173"/>
                  </a:cubicBezTo>
                  <a:cubicBezTo>
                    <a:pt x="18992" y="45300"/>
                    <a:pt x="18958" y="45427"/>
                    <a:pt x="18933" y="45554"/>
                  </a:cubicBezTo>
                  <a:lnTo>
                    <a:pt x="18891" y="45749"/>
                  </a:lnTo>
                  <a:cubicBezTo>
                    <a:pt x="18874" y="45816"/>
                    <a:pt x="18857" y="45875"/>
                    <a:pt x="18840" y="45943"/>
                  </a:cubicBezTo>
                  <a:cubicBezTo>
                    <a:pt x="18899" y="45765"/>
                    <a:pt x="18941" y="45579"/>
                    <a:pt x="18992" y="45402"/>
                  </a:cubicBezTo>
                  <a:lnTo>
                    <a:pt x="18992" y="45402"/>
                  </a:lnTo>
                  <a:cubicBezTo>
                    <a:pt x="18951" y="45584"/>
                    <a:pt x="18918" y="45774"/>
                    <a:pt x="18861" y="45956"/>
                  </a:cubicBezTo>
                  <a:lnTo>
                    <a:pt x="18861" y="45956"/>
                  </a:lnTo>
                  <a:cubicBezTo>
                    <a:pt x="18910" y="45800"/>
                    <a:pt x="18951" y="45651"/>
                    <a:pt x="18992" y="45495"/>
                  </a:cubicBezTo>
                  <a:lnTo>
                    <a:pt x="18992" y="45495"/>
                  </a:lnTo>
                  <a:cubicBezTo>
                    <a:pt x="18981" y="45544"/>
                    <a:pt x="18970" y="45594"/>
                    <a:pt x="18959" y="45643"/>
                  </a:cubicBezTo>
                  <a:lnTo>
                    <a:pt x="18959" y="45643"/>
                  </a:lnTo>
                  <a:lnTo>
                    <a:pt x="19026" y="45385"/>
                  </a:lnTo>
                  <a:cubicBezTo>
                    <a:pt x="19068" y="45241"/>
                    <a:pt x="19094" y="45106"/>
                    <a:pt x="19128" y="44945"/>
                  </a:cubicBezTo>
                  <a:cubicBezTo>
                    <a:pt x="19144" y="44869"/>
                    <a:pt x="19161" y="44784"/>
                    <a:pt x="19178" y="44700"/>
                  </a:cubicBezTo>
                  <a:cubicBezTo>
                    <a:pt x="19187" y="44606"/>
                    <a:pt x="19195" y="44513"/>
                    <a:pt x="19204" y="44412"/>
                  </a:cubicBezTo>
                  <a:lnTo>
                    <a:pt x="19204" y="44412"/>
                  </a:lnTo>
                  <a:lnTo>
                    <a:pt x="19144" y="44640"/>
                  </a:lnTo>
                  <a:cubicBezTo>
                    <a:pt x="19153" y="44513"/>
                    <a:pt x="19187" y="44293"/>
                    <a:pt x="19195" y="44065"/>
                  </a:cubicBezTo>
                  <a:cubicBezTo>
                    <a:pt x="19204" y="43947"/>
                    <a:pt x="19212" y="43837"/>
                    <a:pt x="19212" y="43727"/>
                  </a:cubicBezTo>
                  <a:lnTo>
                    <a:pt x="19212" y="43448"/>
                  </a:lnTo>
                  <a:cubicBezTo>
                    <a:pt x="19221" y="43405"/>
                    <a:pt x="19229" y="43168"/>
                    <a:pt x="19238" y="43016"/>
                  </a:cubicBezTo>
                  <a:cubicBezTo>
                    <a:pt x="19238" y="42949"/>
                    <a:pt x="19239" y="42901"/>
                    <a:pt x="19243" y="42901"/>
                  </a:cubicBezTo>
                  <a:cubicBezTo>
                    <a:pt x="19247" y="42901"/>
                    <a:pt x="19254" y="42966"/>
                    <a:pt x="19263" y="43143"/>
                  </a:cubicBezTo>
                  <a:cubicBezTo>
                    <a:pt x="19263" y="42957"/>
                    <a:pt x="19263" y="42805"/>
                    <a:pt x="19246" y="42669"/>
                  </a:cubicBezTo>
                  <a:cubicBezTo>
                    <a:pt x="19238" y="42534"/>
                    <a:pt x="19221" y="42424"/>
                    <a:pt x="19212" y="42314"/>
                  </a:cubicBezTo>
                  <a:cubicBezTo>
                    <a:pt x="19204" y="42212"/>
                    <a:pt x="19187" y="42119"/>
                    <a:pt x="19170" y="42035"/>
                  </a:cubicBezTo>
                  <a:cubicBezTo>
                    <a:pt x="19153" y="41942"/>
                    <a:pt x="19136" y="41857"/>
                    <a:pt x="19128" y="41781"/>
                  </a:cubicBezTo>
                  <a:cubicBezTo>
                    <a:pt x="19068" y="41516"/>
                    <a:pt x="19008" y="41241"/>
                    <a:pt x="18884" y="40756"/>
                  </a:cubicBezTo>
                  <a:lnTo>
                    <a:pt x="18884" y="40756"/>
                  </a:lnTo>
                  <a:cubicBezTo>
                    <a:pt x="18908" y="40871"/>
                    <a:pt x="18925" y="40962"/>
                    <a:pt x="18950" y="41054"/>
                  </a:cubicBezTo>
                  <a:cubicBezTo>
                    <a:pt x="18992" y="41240"/>
                    <a:pt x="19018" y="41409"/>
                    <a:pt x="19068" y="41696"/>
                  </a:cubicBezTo>
                  <a:cubicBezTo>
                    <a:pt x="19020" y="41462"/>
                    <a:pt x="19004" y="41392"/>
                    <a:pt x="19000" y="41392"/>
                  </a:cubicBezTo>
                  <a:lnTo>
                    <a:pt x="19000" y="41392"/>
                  </a:lnTo>
                  <a:cubicBezTo>
                    <a:pt x="18994" y="41392"/>
                    <a:pt x="19016" y="41542"/>
                    <a:pt x="19006" y="41542"/>
                  </a:cubicBezTo>
                  <a:cubicBezTo>
                    <a:pt x="19004" y="41542"/>
                    <a:pt x="19003" y="41540"/>
                    <a:pt x="19001" y="41536"/>
                  </a:cubicBezTo>
                  <a:cubicBezTo>
                    <a:pt x="18992" y="41443"/>
                    <a:pt x="18975" y="41299"/>
                    <a:pt x="18941" y="41147"/>
                  </a:cubicBezTo>
                  <a:cubicBezTo>
                    <a:pt x="18908" y="41003"/>
                    <a:pt x="18874" y="40842"/>
                    <a:pt x="18848" y="40724"/>
                  </a:cubicBezTo>
                  <a:cubicBezTo>
                    <a:pt x="18814" y="40598"/>
                    <a:pt x="18792" y="40512"/>
                    <a:pt x="18796" y="40512"/>
                  </a:cubicBezTo>
                  <a:lnTo>
                    <a:pt x="18796" y="40512"/>
                  </a:lnTo>
                  <a:cubicBezTo>
                    <a:pt x="18799" y="40512"/>
                    <a:pt x="18825" y="40589"/>
                    <a:pt x="18882" y="40783"/>
                  </a:cubicBezTo>
                  <a:cubicBezTo>
                    <a:pt x="18823" y="40538"/>
                    <a:pt x="18721" y="40174"/>
                    <a:pt x="18612" y="39852"/>
                  </a:cubicBezTo>
                  <a:cubicBezTo>
                    <a:pt x="18535" y="39607"/>
                    <a:pt x="18442" y="39370"/>
                    <a:pt x="18332" y="39133"/>
                  </a:cubicBezTo>
                  <a:lnTo>
                    <a:pt x="18332" y="39133"/>
                  </a:lnTo>
                  <a:cubicBezTo>
                    <a:pt x="18392" y="39269"/>
                    <a:pt x="18434" y="39412"/>
                    <a:pt x="18485" y="39548"/>
                  </a:cubicBezTo>
                  <a:cubicBezTo>
                    <a:pt x="18282" y="39006"/>
                    <a:pt x="18036" y="38482"/>
                    <a:pt x="17740" y="37991"/>
                  </a:cubicBezTo>
                  <a:close/>
                  <a:moveTo>
                    <a:pt x="18861" y="45956"/>
                  </a:moveTo>
                  <a:lnTo>
                    <a:pt x="18861" y="45956"/>
                  </a:lnTo>
                  <a:cubicBezTo>
                    <a:pt x="18859" y="45960"/>
                    <a:pt x="18858" y="45964"/>
                    <a:pt x="18857" y="45968"/>
                  </a:cubicBezTo>
                  <a:cubicBezTo>
                    <a:pt x="18858" y="45964"/>
                    <a:pt x="18859" y="45960"/>
                    <a:pt x="18861" y="45956"/>
                  </a:cubicBezTo>
                  <a:close/>
                  <a:moveTo>
                    <a:pt x="18959" y="45643"/>
                  </a:moveTo>
                  <a:lnTo>
                    <a:pt x="18908" y="45842"/>
                  </a:lnTo>
                  <a:cubicBezTo>
                    <a:pt x="18882" y="45926"/>
                    <a:pt x="18861" y="46018"/>
                    <a:pt x="18838" y="46116"/>
                  </a:cubicBezTo>
                  <a:lnTo>
                    <a:pt x="18838" y="46116"/>
                  </a:lnTo>
                  <a:cubicBezTo>
                    <a:pt x="18882" y="45960"/>
                    <a:pt x="18922" y="45802"/>
                    <a:pt x="18959" y="45643"/>
                  </a:cubicBezTo>
                  <a:close/>
                  <a:moveTo>
                    <a:pt x="18151" y="46936"/>
                  </a:moveTo>
                  <a:cubicBezTo>
                    <a:pt x="18147" y="46946"/>
                    <a:pt x="18142" y="46957"/>
                    <a:pt x="18138" y="46967"/>
                  </a:cubicBezTo>
                  <a:cubicBezTo>
                    <a:pt x="18118" y="47022"/>
                    <a:pt x="18101" y="47070"/>
                    <a:pt x="18086" y="47110"/>
                  </a:cubicBezTo>
                  <a:lnTo>
                    <a:pt x="18086" y="47110"/>
                  </a:lnTo>
                  <a:cubicBezTo>
                    <a:pt x="18109" y="47051"/>
                    <a:pt x="18131" y="46993"/>
                    <a:pt x="18151" y="46936"/>
                  </a:cubicBezTo>
                  <a:close/>
                  <a:moveTo>
                    <a:pt x="18086" y="47110"/>
                  </a:moveTo>
                  <a:cubicBezTo>
                    <a:pt x="18067" y="47158"/>
                    <a:pt x="18048" y="47206"/>
                    <a:pt x="18028" y="47254"/>
                  </a:cubicBezTo>
                  <a:cubicBezTo>
                    <a:pt x="18034" y="47243"/>
                    <a:pt x="18055" y="47193"/>
                    <a:pt x="18086" y="47110"/>
                  </a:cubicBezTo>
                  <a:close/>
                  <a:moveTo>
                    <a:pt x="16911" y="49420"/>
                  </a:moveTo>
                  <a:lnTo>
                    <a:pt x="16911" y="49420"/>
                  </a:lnTo>
                  <a:cubicBezTo>
                    <a:pt x="16843" y="49538"/>
                    <a:pt x="16767" y="49657"/>
                    <a:pt x="16691" y="49767"/>
                  </a:cubicBezTo>
                  <a:lnTo>
                    <a:pt x="16725" y="49716"/>
                  </a:lnTo>
                  <a:lnTo>
                    <a:pt x="16911" y="49420"/>
                  </a:lnTo>
                  <a:close/>
                  <a:moveTo>
                    <a:pt x="16217" y="50469"/>
                  </a:moveTo>
                  <a:lnTo>
                    <a:pt x="15989" y="50790"/>
                  </a:lnTo>
                  <a:lnTo>
                    <a:pt x="16048" y="50663"/>
                  </a:lnTo>
                  <a:cubicBezTo>
                    <a:pt x="16099" y="50596"/>
                    <a:pt x="16158" y="50528"/>
                    <a:pt x="16217" y="50469"/>
                  </a:cubicBezTo>
                  <a:close/>
                  <a:moveTo>
                    <a:pt x="14310" y="52841"/>
                  </a:moveTo>
                  <a:cubicBezTo>
                    <a:pt x="14313" y="52841"/>
                    <a:pt x="14310" y="52850"/>
                    <a:pt x="14297" y="52871"/>
                  </a:cubicBezTo>
                  <a:cubicBezTo>
                    <a:pt x="13883" y="53370"/>
                    <a:pt x="13984" y="53362"/>
                    <a:pt x="13570" y="53802"/>
                  </a:cubicBezTo>
                  <a:cubicBezTo>
                    <a:pt x="13562" y="53821"/>
                    <a:pt x="13561" y="53830"/>
                    <a:pt x="13566" y="53830"/>
                  </a:cubicBezTo>
                  <a:cubicBezTo>
                    <a:pt x="13584" y="53830"/>
                    <a:pt x="13670" y="53728"/>
                    <a:pt x="13781" y="53590"/>
                  </a:cubicBezTo>
                  <a:lnTo>
                    <a:pt x="13781" y="53590"/>
                  </a:lnTo>
                  <a:cubicBezTo>
                    <a:pt x="13756" y="53624"/>
                    <a:pt x="13730" y="53658"/>
                    <a:pt x="13714" y="53700"/>
                  </a:cubicBezTo>
                  <a:lnTo>
                    <a:pt x="13291" y="54208"/>
                  </a:lnTo>
                  <a:cubicBezTo>
                    <a:pt x="13188" y="54333"/>
                    <a:pt x="13092" y="54445"/>
                    <a:pt x="13084" y="54445"/>
                  </a:cubicBezTo>
                  <a:cubicBezTo>
                    <a:pt x="13083" y="54445"/>
                    <a:pt x="13084" y="54442"/>
                    <a:pt x="13088" y="54436"/>
                  </a:cubicBezTo>
                  <a:cubicBezTo>
                    <a:pt x="13096" y="54377"/>
                    <a:pt x="13587" y="53768"/>
                    <a:pt x="13714" y="53565"/>
                  </a:cubicBezTo>
                  <a:cubicBezTo>
                    <a:pt x="13819" y="53422"/>
                    <a:pt x="14283" y="52841"/>
                    <a:pt x="14310" y="52841"/>
                  </a:cubicBezTo>
                  <a:close/>
                  <a:moveTo>
                    <a:pt x="12588" y="55088"/>
                  </a:moveTo>
                  <a:lnTo>
                    <a:pt x="12470" y="55240"/>
                  </a:lnTo>
                  <a:cubicBezTo>
                    <a:pt x="12022" y="55815"/>
                    <a:pt x="11751" y="56196"/>
                    <a:pt x="11590" y="56416"/>
                  </a:cubicBezTo>
                  <a:cubicBezTo>
                    <a:pt x="11474" y="56583"/>
                    <a:pt x="11432" y="56657"/>
                    <a:pt x="11441" y="56657"/>
                  </a:cubicBezTo>
                  <a:cubicBezTo>
                    <a:pt x="11443" y="56657"/>
                    <a:pt x="11451" y="56650"/>
                    <a:pt x="11463" y="56636"/>
                  </a:cubicBezTo>
                  <a:cubicBezTo>
                    <a:pt x="11573" y="56517"/>
                    <a:pt x="12030" y="55925"/>
                    <a:pt x="12597" y="55257"/>
                  </a:cubicBezTo>
                  <a:lnTo>
                    <a:pt x="12597" y="55257"/>
                  </a:lnTo>
                  <a:cubicBezTo>
                    <a:pt x="11996" y="56018"/>
                    <a:pt x="11379" y="56830"/>
                    <a:pt x="10837" y="57676"/>
                  </a:cubicBezTo>
                  <a:lnTo>
                    <a:pt x="10913" y="57575"/>
                  </a:lnTo>
                  <a:lnTo>
                    <a:pt x="10913" y="57575"/>
                  </a:lnTo>
                  <a:cubicBezTo>
                    <a:pt x="10829" y="57710"/>
                    <a:pt x="10753" y="57828"/>
                    <a:pt x="10685" y="57938"/>
                  </a:cubicBezTo>
                  <a:cubicBezTo>
                    <a:pt x="10617" y="58048"/>
                    <a:pt x="10567" y="58141"/>
                    <a:pt x="10516" y="58209"/>
                  </a:cubicBezTo>
                  <a:cubicBezTo>
                    <a:pt x="10515" y="58210"/>
                    <a:pt x="10514" y="58211"/>
                    <a:pt x="10514" y="58211"/>
                  </a:cubicBezTo>
                  <a:cubicBezTo>
                    <a:pt x="10512" y="58211"/>
                    <a:pt x="10527" y="58188"/>
                    <a:pt x="10541" y="58158"/>
                  </a:cubicBezTo>
                  <a:lnTo>
                    <a:pt x="10626" y="57989"/>
                  </a:lnTo>
                  <a:cubicBezTo>
                    <a:pt x="10702" y="57854"/>
                    <a:pt x="10803" y="57668"/>
                    <a:pt x="10922" y="57465"/>
                  </a:cubicBezTo>
                  <a:cubicBezTo>
                    <a:pt x="11159" y="57067"/>
                    <a:pt x="11438" y="56619"/>
                    <a:pt x="11582" y="56407"/>
                  </a:cubicBezTo>
                  <a:cubicBezTo>
                    <a:pt x="11937" y="55900"/>
                    <a:pt x="12343" y="55375"/>
                    <a:pt x="12588" y="55088"/>
                  </a:cubicBezTo>
                  <a:close/>
                  <a:moveTo>
                    <a:pt x="10414" y="58175"/>
                  </a:moveTo>
                  <a:lnTo>
                    <a:pt x="10414" y="58175"/>
                  </a:lnTo>
                  <a:cubicBezTo>
                    <a:pt x="10313" y="58345"/>
                    <a:pt x="10211" y="58514"/>
                    <a:pt x="10118" y="58691"/>
                  </a:cubicBezTo>
                  <a:cubicBezTo>
                    <a:pt x="10152" y="58615"/>
                    <a:pt x="10068" y="58717"/>
                    <a:pt x="10364" y="58226"/>
                  </a:cubicBezTo>
                  <a:lnTo>
                    <a:pt x="10364" y="58226"/>
                  </a:lnTo>
                  <a:cubicBezTo>
                    <a:pt x="10358" y="58239"/>
                    <a:pt x="10357" y="58245"/>
                    <a:pt x="10359" y="58245"/>
                  </a:cubicBezTo>
                  <a:cubicBezTo>
                    <a:pt x="10364" y="58245"/>
                    <a:pt x="10385" y="58216"/>
                    <a:pt x="10414" y="58175"/>
                  </a:cubicBezTo>
                  <a:close/>
                  <a:moveTo>
                    <a:pt x="9695" y="59410"/>
                  </a:moveTo>
                  <a:cubicBezTo>
                    <a:pt x="9695" y="59411"/>
                    <a:pt x="9696" y="59411"/>
                    <a:pt x="9696" y="59411"/>
                  </a:cubicBezTo>
                  <a:lnTo>
                    <a:pt x="9696" y="59411"/>
                  </a:lnTo>
                  <a:cubicBezTo>
                    <a:pt x="9696" y="59411"/>
                    <a:pt x="9695" y="59411"/>
                    <a:pt x="9695" y="59410"/>
                  </a:cubicBezTo>
                  <a:close/>
                  <a:moveTo>
                    <a:pt x="8571" y="61755"/>
                  </a:moveTo>
                  <a:cubicBezTo>
                    <a:pt x="8555" y="61799"/>
                    <a:pt x="8541" y="61841"/>
                    <a:pt x="8528" y="61881"/>
                  </a:cubicBezTo>
                  <a:cubicBezTo>
                    <a:pt x="8494" y="61991"/>
                    <a:pt x="8477" y="62084"/>
                    <a:pt x="8460" y="62168"/>
                  </a:cubicBezTo>
                  <a:cubicBezTo>
                    <a:pt x="8494" y="62029"/>
                    <a:pt x="8531" y="61892"/>
                    <a:pt x="8571" y="61755"/>
                  </a:cubicBezTo>
                  <a:close/>
                  <a:moveTo>
                    <a:pt x="9069" y="62194"/>
                  </a:moveTo>
                  <a:cubicBezTo>
                    <a:pt x="9066" y="62206"/>
                    <a:pt x="9064" y="62217"/>
                    <a:pt x="9061" y="62227"/>
                  </a:cubicBezTo>
                  <a:lnTo>
                    <a:pt x="9061" y="62227"/>
                  </a:lnTo>
                  <a:cubicBezTo>
                    <a:pt x="9064" y="62216"/>
                    <a:pt x="9067" y="62205"/>
                    <a:pt x="9069" y="62194"/>
                  </a:cubicBezTo>
                  <a:close/>
                  <a:moveTo>
                    <a:pt x="8841" y="62549"/>
                  </a:moveTo>
                  <a:cubicBezTo>
                    <a:pt x="8830" y="62591"/>
                    <a:pt x="8820" y="62633"/>
                    <a:pt x="8811" y="62676"/>
                  </a:cubicBezTo>
                  <a:lnTo>
                    <a:pt x="8811" y="62676"/>
                  </a:lnTo>
                  <a:cubicBezTo>
                    <a:pt x="8821" y="62632"/>
                    <a:pt x="8831" y="62589"/>
                    <a:pt x="8841" y="62549"/>
                  </a:cubicBezTo>
                  <a:close/>
                  <a:moveTo>
                    <a:pt x="10072" y="58638"/>
                  </a:moveTo>
                  <a:cubicBezTo>
                    <a:pt x="10080" y="58638"/>
                    <a:pt x="10027" y="58716"/>
                    <a:pt x="9958" y="58835"/>
                  </a:cubicBezTo>
                  <a:cubicBezTo>
                    <a:pt x="9881" y="58979"/>
                    <a:pt x="9788" y="59157"/>
                    <a:pt x="9738" y="59258"/>
                  </a:cubicBezTo>
                  <a:lnTo>
                    <a:pt x="9983" y="58861"/>
                  </a:lnTo>
                  <a:lnTo>
                    <a:pt x="9983" y="58861"/>
                  </a:lnTo>
                  <a:cubicBezTo>
                    <a:pt x="9885" y="59041"/>
                    <a:pt x="9723" y="59412"/>
                    <a:pt x="9697" y="59412"/>
                  </a:cubicBezTo>
                  <a:cubicBezTo>
                    <a:pt x="9697" y="59412"/>
                    <a:pt x="9696" y="59411"/>
                    <a:pt x="9696" y="59411"/>
                  </a:cubicBezTo>
                  <a:lnTo>
                    <a:pt x="9696" y="59411"/>
                  </a:lnTo>
                  <a:cubicBezTo>
                    <a:pt x="9703" y="59422"/>
                    <a:pt x="9670" y="59504"/>
                    <a:pt x="9670" y="59512"/>
                  </a:cubicBezTo>
                  <a:cubicBezTo>
                    <a:pt x="9678" y="59512"/>
                    <a:pt x="9687" y="59503"/>
                    <a:pt x="9712" y="59453"/>
                  </a:cubicBezTo>
                  <a:cubicBezTo>
                    <a:pt x="9729" y="59393"/>
                    <a:pt x="9771" y="59309"/>
                    <a:pt x="9848" y="59165"/>
                  </a:cubicBezTo>
                  <a:lnTo>
                    <a:pt x="9848" y="59165"/>
                  </a:lnTo>
                  <a:cubicBezTo>
                    <a:pt x="9780" y="59309"/>
                    <a:pt x="9712" y="59461"/>
                    <a:pt x="9653" y="59605"/>
                  </a:cubicBezTo>
                  <a:cubicBezTo>
                    <a:pt x="9670" y="59580"/>
                    <a:pt x="9687" y="59546"/>
                    <a:pt x="9704" y="59512"/>
                  </a:cubicBezTo>
                  <a:lnTo>
                    <a:pt x="9704" y="59512"/>
                  </a:lnTo>
                  <a:lnTo>
                    <a:pt x="9526" y="59901"/>
                  </a:lnTo>
                  <a:cubicBezTo>
                    <a:pt x="9442" y="60053"/>
                    <a:pt x="9323" y="60358"/>
                    <a:pt x="9196" y="60603"/>
                  </a:cubicBezTo>
                  <a:cubicBezTo>
                    <a:pt x="9196" y="60604"/>
                    <a:pt x="9195" y="60604"/>
                    <a:pt x="9195" y="60604"/>
                  </a:cubicBezTo>
                  <a:cubicBezTo>
                    <a:pt x="9186" y="60604"/>
                    <a:pt x="9291" y="60336"/>
                    <a:pt x="9348" y="60180"/>
                  </a:cubicBezTo>
                  <a:lnTo>
                    <a:pt x="9348" y="60180"/>
                  </a:lnTo>
                  <a:cubicBezTo>
                    <a:pt x="9264" y="60375"/>
                    <a:pt x="9179" y="60561"/>
                    <a:pt x="9120" y="60730"/>
                  </a:cubicBezTo>
                  <a:cubicBezTo>
                    <a:pt x="9052" y="60908"/>
                    <a:pt x="9002" y="61052"/>
                    <a:pt x="8959" y="61170"/>
                  </a:cubicBezTo>
                  <a:cubicBezTo>
                    <a:pt x="9093" y="60825"/>
                    <a:pt x="9121" y="60770"/>
                    <a:pt x="9130" y="60770"/>
                  </a:cubicBezTo>
                  <a:cubicBezTo>
                    <a:pt x="9134" y="60770"/>
                    <a:pt x="9134" y="60782"/>
                    <a:pt x="9139" y="60782"/>
                  </a:cubicBezTo>
                  <a:cubicBezTo>
                    <a:pt x="9142" y="60782"/>
                    <a:pt x="9149" y="60774"/>
                    <a:pt x="9162" y="60747"/>
                  </a:cubicBezTo>
                  <a:lnTo>
                    <a:pt x="9162" y="60747"/>
                  </a:lnTo>
                  <a:cubicBezTo>
                    <a:pt x="9103" y="60942"/>
                    <a:pt x="9002" y="61195"/>
                    <a:pt x="8925" y="61441"/>
                  </a:cubicBezTo>
                  <a:cubicBezTo>
                    <a:pt x="8849" y="61678"/>
                    <a:pt x="8773" y="61897"/>
                    <a:pt x="8748" y="62016"/>
                  </a:cubicBezTo>
                  <a:cubicBezTo>
                    <a:pt x="8663" y="62295"/>
                    <a:pt x="8579" y="62540"/>
                    <a:pt x="8545" y="62676"/>
                  </a:cubicBezTo>
                  <a:cubicBezTo>
                    <a:pt x="8524" y="62742"/>
                    <a:pt x="8510" y="62779"/>
                    <a:pt x="8504" y="62779"/>
                  </a:cubicBezTo>
                  <a:cubicBezTo>
                    <a:pt x="8498" y="62779"/>
                    <a:pt x="8502" y="62737"/>
                    <a:pt x="8519" y="62642"/>
                  </a:cubicBezTo>
                  <a:lnTo>
                    <a:pt x="8519" y="62642"/>
                  </a:lnTo>
                  <a:cubicBezTo>
                    <a:pt x="8477" y="62820"/>
                    <a:pt x="8435" y="63006"/>
                    <a:pt x="8393" y="63192"/>
                  </a:cubicBezTo>
                  <a:cubicBezTo>
                    <a:pt x="8350" y="63378"/>
                    <a:pt x="8325" y="63564"/>
                    <a:pt x="8300" y="63759"/>
                  </a:cubicBezTo>
                  <a:cubicBezTo>
                    <a:pt x="8359" y="63403"/>
                    <a:pt x="8367" y="63403"/>
                    <a:pt x="8393" y="63378"/>
                  </a:cubicBezTo>
                  <a:cubicBezTo>
                    <a:pt x="8409" y="63344"/>
                    <a:pt x="8426" y="63302"/>
                    <a:pt x="8519" y="62845"/>
                  </a:cubicBezTo>
                  <a:cubicBezTo>
                    <a:pt x="8531" y="62817"/>
                    <a:pt x="8537" y="62804"/>
                    <a:pt x="8540" y="62804"/>
                  </a:cubicBezTo>
                  <a:lnTo>
                    <a:pt x="8540" y="62804"/>
                  </a:lnTo>
                  <a:cubicBezTo>
                    <a:pt x="8550" y="62804"/>
                    <a:pt x="8513" y="62967"/>
                    <a:pt x="8460" y="63192"/>
                  </a:cubicBezTo>
                  <a:cubicBezTo>
                    <a:pt x="8426" y="63327"/>
                    <a:pt x="8393" y="63496"/>
                    <a:pt x="8367" y="63649"/>
                  </a:cubicBezTo>
                  <a:cubicBezTo>
                    <a:pt x="8333" y="63801"/>
                    <a:pt x="8300" y="63953"/>
                    <a:pt x="8274" y="64072"/>
                  </a:cubicBezTo>
                  <a:cubicBezTo>
                    <a:pt x="8288" y="63973"/>
                    <a:pt x="8289" y="63947"/>
                    <a:pt x="8286" y="63947"/>
                  </a:cubicBezTo>
                  <a:lnTo>
                    <a:pt x="8286" y="63947"/>
                  </a:lnTo>
                  <a:cubicBezTo>
                    <a:pt x="8282" y="63947"/>
                    <a:pt x="8272" y="63981"/>
                    <a:pt x="8268" y="63981"/>
                  </a:cubicBezTo>
                  <a:cubicBezTo>
                    <a:pt x="8266" y="63981"/>
                    <a:pt x="8266" y="63978"/>
                    <a:pt x="8266" y="63970"/>
                  </a:cubicBezTo>
                  <a:cubicBezTo>
                    <a:pt x="8227" y="64258"/>
                    <a:pt x="8216" y="64373"/>
                    <a:pt x="8224" y="64373"/>
                  </a:cubicBezTo>
                  <a:cubicBezTo>
                    <a:pt x="8234" y="64373"/>
                    <a:pt x="8282" y="64137"/>
                    <a:pt x="8342" y="63843"/>
                  </a:cubicBezTo>
                  <a:lnTo>
                    <a:pt x="8342" y="63843"/>
                  </a:lnTo>
                  <a:cubicBezTo>
                    <a:pt x="8291" y="64114"/>
                    <a:pt x="8266" y="64393"/>
                    <a:pt x="8232" y="64664"/>
                  </a:cubicBezTo>
                  <a:cubicBezTo>
                    <a:pt x="8237" y="64649"/>
                    <a:pt x="8242" y="64634"/>
                    <a:pt x="8245" y="64619"/>
                  </a:cubicBezTo>
                  <a:lnTo>
                    <a:pt x="8245" y="64619"/>
                  </a:lnTo>
                  <a:cubicBezTo>
                    <a:pt x="8213" y="64888"/>
                    <a:pt x="8189" y="65156"/>
                    <a:pt x="8164" y="65417"/>
                  </a:cubicBezTo>
                  <a:cubicBezTo>
                    <a:pt x="8146" y="65461"/>
                    <a:pt x="8130" y="65491"/>
                    <a:pt x="8120" y="65491"/>
                  </a:cubicBezTo>
                  <a:cubicBezTo>
                    <a:pt x="8108" y="65491"/>
                    <a:pt x="8104" y="65443"/>
                    <a:pt x="8113" y="65315"/>
                  </a:cubicBezTo>
                  <a:lnTo>
                    <a:pt x="8113" y="65315"/>
                  </a:lnTo>
                  <a:cubicBezTo>
                    <a:pt x="8096" y="65467"/>
                    <a:pt x="8080" y="65611"/>
                    <a:pt x="8063" y="65763"/>
                  </a:cubicBezTo>
                  <a:cubicBezTo>
                    <a:pt x="8080" y="65535"/>
                    <a:pt x="8088" y="65307"/>
                    <a:pt x="8113" y="65078"/>
                  </a:cubicBezTo>
                  <a:lnTo>
                    <a:pt x="8113" y="65078"/>
                  </a:lnTo>
                  <a:cubicBezTo>
                    <a:pt x="8096" y="65146"/>
                    <a:pt x="8088" y="65230"/>
                    <a:pt x="8080" y="65324"/>
                  </a:cubicBezTo>
                  <a:cubicBezTo>
                    <a:pt x="8063" y="65408"/>
                    <a:pt x="8063" y="65510"/>
                    <a:pt x="8054" y="65603"/>
                  </a:cubicBezTo>
                  <a:cubicBezTo>
                    <a:pt x="8046" y="65806"/>
                    <a:pt x="8020" y="66009"/>
                    <a:pt x="8020" y="66186"/>
                  </a:cubicBezTo>
                  <a:cubicBezTo>
                    <a:pt x="8016" y="66238"/>
                    <a:pt x="8014" y="66261"/>
                    <a:pt x="8013" y="66261"/>
                  </a:cubicBezTo>
                  <a:cubicBezTo>
                    <a:pt x="8012" y="66261"/>
                    <a:pt x="8012" y="66240"/>
                    <a:pt x="8012" y="66203"/>
                  </a:cubicBezTo>
                  <a:cubicBezTo>
                    <a:pt x="8012" y="66127"/>
                    <a:pt x="8012" y="65983"/>
                    <a:pt x="8020" y="65823"/>
                  </a:cubicBezTo>
                  <a:cubicBezTo>
                    <a:pt x="8029" y="65662"/>
                    <a:pt x="8037" y="65476"/>
                    <a:pt x="8046" y="65298"/>
                  </a:cubicBezTo>
                  <a:cubicBezTo>
                    <a:pt x="8063" y="65120"/>
                    <a:pt x="8071" y="64951"/>
                    <a:pt x="8071" y="64850"/>
                  </a:cubicBezTo>
                  <a:cubicBezTo>
                    <a:pt x="8096" y="64596"/>
                    <a:pt x="8130" y="64351"/>
                    <a:pt x="8181" y="64097"/>
                  </a:cubicBezTo>
                  <a:cubicBezTo>
                    <a:pt x="8212" y="63926"/>
                    <a:pt x="8247" y="63786"/>
                    <a:pt x="8257" y="63750"/>
                  </a:cubicBezTo>
                  <a:lnTo>
                    <a:pt x="8257" y="63750"/>
                  </a:lnTo>
                  <a:cubicBezTo>
                    <a:pt x="8257" y="63753"/>
                    <a:pt x="8257" y="63756"/>
                    <a:pt x="8257" y="63759"/>
                  </a:cubicBezTo>
                  <a:cubicBezTo>
                    <a:pt x="8260" y="63746"/>
                    <a:pt x="8261" y="63741"/>
                    <a:pt x="8260" y="63741"/>
                  </a:cubicBezTo>
                  <a:lnTo>
                    <a:pt x="8260" y="63741"/>
                  </a:lnTo>
                  <a:cubicBezTo>
                    <a:pt x="8260" y="63741"/>
                    <a:pt x="8259" y="63744"/>
                    <a:pt x="8257" y="63750"/>
                  </a:cubicBezTo>
                  <a:lnTo>
                    <a:pt x="8257" y="63750"/>
                  </a:lnTo>
                  <a:cubicBezTo>
                    <a:pt x="8258" y="63677"/>
                    <a:pt x="8266" y="63612"/>
                    <a:pt x="8283" y="63547"/>
                  </a:cubicBezTo>
                  <a:cubicBezTo>
                    <a:pt x="8300" y="63420"/>
                    <a:pt x="8325" y="63251"/>
                    <a:pt x="8367" y="63065"/>
                  </a:cubicBezTo>
                  <a:cubicBezTo>
                    <a:pt x="8409" y="62887"/>
                    <a:pt x="8452" y="62684"/>
                    <a:pt x="8503" y="62507"/>
                  </a:cubicBezTo>
                  <a:cubicBezTo>
                    <a:pt x="8545" y="62329"/>
                    <a:pt x="8587" y="62168"/>
                    <a:pt x="8613" y="62050"/>
                  </a:cubicBezTo>
                  <a:cubicBezTo>
                    <a:pt x="8689" y="61779"/>
                    <a:pt x="8756" y="61593"/>
                    <a:pt x="8807" y="61466"/>
                  </a:cubicBezTo>
                  <a:cubicBezTo>
                    <a:pt x="8849" y="61331"/>
                    <a:pt x="8892" y="61246"/>
                    <a:pt x="8925" y="61170"/>
                  </a:cubicBezTo>
                  <a:cubicBezTo>
                    <a:pt x="8959" y="61085"/>
                    <a:pt x="8993" y="61018"/>
                    <a:pt x="9035" y="60899"/>
                  </a:cubicBezTo>
                  <a:cubicBezTo>
                    <a:pt x="9086" y="60781"/>
                    <a:pt x="9137" y="60620"/>
                    <a:pt x="9238" y="60392"/>
                  </a:cubicBezTo>
                  <a:lnTo>
                    <a:pt x="9238" y="60392"/>
                  </a:lnTo>
                  <a:cubicBezTo>
                    <a:pt x="9179" y="60502"/>
                    <a:pt x="9129" y="60603"/>
                    <a:pt x="9078" y="60722"/>
                  </a:cubicBezTo>
                  <a:cubicBezTo>
                    <a:pt x="9154" y="60510"/>
                    <a:pt x="9230" y="60332"/>
                    <a:pt x="9298" y="60163"/>
                  </a:cubicBezTo>
                  <a:cubicBezTo>
                    <a:pt x="9374" y="59994"/>
                    <a:pt x="9442" y="59850"/>
                    <a:pt x="9509" y="59698"/>
                  </a:cubicBezTo>
                  <a:cubicBezTo>
                    <a:pt x="9653" y="59385"/>
                    <a:pt x="9805" y="59080"/>
                    <a:pt x="10059" y="58649"/>
                  </a:cubicBezTo>
                  <a:cubicBezTo>
                    <a:pt x="10066" y="58642"/>
                    <a:pt x="10071" y="58638"/>
                    <a:pt x="10072" y="58638"/>
                  </a:cubicBezTo>
                  <a:close/>
                  <a:moveTo>
                    <a:pt x="8355" y="67010"/>
                  </a:moveTo>
                  <a:lnTo>
                    <a:pt x="8355" y="67010"/>
                  </a:lnTo>
                  <a:cubicBezTo>
                    <a:pt x="8353" y="67023"/>
                    <a:pt x="8352" y="67042"/>
                    <a:pt x="8350" y="67066"/>
                  </a:cubicBezTo>
                  <a:cubicBezTo>
                    <a:pt x="8352" y="67047"/>
                    <a:pt x="8353" y="67029"/>
                    <a:pt x="8355" y="67010"/>
                  </a:cubicBezTo>
                  <a:close/>
                  <a:moveTo>
                    <a:pt x="8697" y="72371"/>
                  </a:moveTo>
                  <a:cubicBezTo>
                    <a:pt x="8697" y="72371"/>
                    <a:pt x="8697" y="72374"/>
                    <a:pt x="8697" y="72379"/>
                  </a:cubicBezTo>
                  <a:cubicBezTo>
                    <a:pt x="8760" y="72662"/>
                    <a:pt x="8807" y="72839"/>
                    <a:pt x="8847" y="72978"/>
                  </a:cubicBezTo>
                  <a:lnTo>
                    <a:pt x="8847" y="72978"/>
                  </a:lnTo>
                  <a:cubicBezTo>
                    <a:pt x="8789" y="72764"/>
                    <a:pt x="8703" y="72371"/>
                    <a:pt x="8697" y="72371"/>
                  </a:cubicBezTo>
                  <a:close/>
                  <a:moveTo>
                    <a:pt x="10254" y="76854"/>
                  </a:moveTo>
                  <a:cubicBezTo>
                    <a:pt x="10265" y="76898"/>
                    <a:pt x="10279" y="76938"/>
                    <a:pt x="10298" y="76978"/>
                  </a:cubicBezTo>
                  <a:lnTo>
                    <a:pt x="10298" y="76978"/>
                  </a:lnTo>
                  <a:cubicBezTo>
                    <a:pt x="10282" y="76933"/>
                    <a:pt x="10267" y="76892"/>
                    <a:pt x="10254" y="76854"/>
                  </a:cubicBezTo>
                  <a:close/>
                  <a:moveTo>
                    <a:pt x="11157" y="80077"/>
                  </a:moveTo>
                  <a:lnTo>
                    <a:pt x="11157" y="80077"/>
                  </a:lnTo>
                  <a:cubicBezTo>
                    <a:pt x="11171" y="80106"/>
                    <a:pt x="11185" y="80135"/>
                    <a:pt x="11199" y="80164"/>
                  </a:cubicBezTo>
                  <a:lnTo>
                    <a:pt x="11199" y="80164"/>
                  </a:lnTo>
                  <a:cubicBezTo>
                    <a:pt x="11185" y="80134"/>
                    <a:pt x="11171" y="80105"/>
                    <a:pt x="11157" y="80077"/>
                  </a:cubicBezTo>
                  <a:close/>
                  <a:moveTo>
                    <a:pt x="11199" y="80164"/>
                  </a:moveTo>
                  <a:cubicBezTo>
                    <a:pt x="11265" y="80300"/>
                    <a:pt x="11341" y="80455"/>
                    <a:pt x="11396" y="80550"/>
                  </a:cubicBezTo>
                  <a:cubicBezTo>
                    <a:pt x="11335" y="80428"/>
                    <a:pt x="11266" y="80299"/>
                    <a:pt x="11199" y="80164"/>
                  </a:cubicBezTo>
                  <a:close/>
                  <a:moveTo>
                    <a:pt x="11326" y="80526"/>
                  </a:moveTo>
                  <a:cubicBezTo>
                    <a:pt x="11342" y="80559"/>
                    <a:pt x="11359" y="80595"/>
                    <a:pt x="11379" y="80635"/>
                  </a:cubicBezTo>
                  <a:cubicBezTo>
                    <a:pt x="11363" y="80597"/>
                    <a:pt x="11348" y="80558"/>
                    <a:pt x="11326" y="80526"/>
                  </a:cubicBezTo>
                  <a:close/>
                  <a:moveTo>
                    <a:pt x="14043" y="84814"/>
                  </a:moveTo>
                  <a:cubicBezTo>
                    <a:pt x="14086" y="84890"/>
                    <a:pt x="14140" y="84981"/>
                    <a:pt x="14200" y="85078"/>
                  </a:cubicBezTo>
                  <a:lnTo>
                    <a:pt x="14200" y="85078"/>
                  </a:lnTo>
                  <a:cubicBezTo>
                    <a:pt x="14152" y="84997"/>
                    <a:pt x="14100" y="84910"/>
                    <a:pt x="14043" y="84814"/>
                  </a:cubicBezTo>
                  <a:close/>
                  <a:moveTo>
                    <a:pt x="8147" y="68250"/>
                  </a:moveTo>
                  <a:cubicBezTo>
                    <a:pt x="8164" y="68555"/>
                    <a:pt x="8181" y="68860"/>
                    <a:pt x="8215" y="69122"/>
                  </a:cubicBezTo>
                  <a:lnTo>
                    <a:pt x="8190" y="69189"/>
                  </a:lnTo>
                  <a:cubicBezTo>
                    <a:pt x="8215" y="69545"/>
                    <a:pt x="8249" y="69875"/>
                    <a:pt x="8300" y="70188"/>
                  </a:cubicBezTo>
                  <a:cubicBezTo>
                    <a:pt x="8350" y="70509"/>
                    <a:pt x="8401" y="70805"/>
                    <a:pt x="8460" y="71110"/>
                  </a:cubicBezTo>
                  <a:cubicBezTo>
                    <a:pt x="8570" y="71717"/>
                    <a:pt x="8713" y="72324"/>
                    <a:pt x="8865" y="73040"/>
                  </a:cubicBezTo>
                  <a:lnTo>
                    <a:pt x="8865" y="73040"/>
                  </a:lnTo>
                  <a:cubicBezTo>
                    <a:pt x="8859" y="73020"/>
                    <a:pt x="8853" y="72999"/>
                    <a:pt x="8847" y="72978"/>
                  </a:cubicBezTo>
                  <a:lnTo>
                    <a:pt x="8847" y="72978"/>
                  </a:lnTo>
                  <a:cubicBezTo>
                    <a:pt x="8854" y="73004"/>
                    <a:pt x="8860" y="73027"/>
                    <a:pt x="8866" y="73047"/>
                  </a:cubicBezTo>
                  <a:cubicBezTo>
                    <a:pt x="8866" y="73045"/>
                    <a:pt x="8865" y="73042"/>
                    <a:pt x="8865" y="73040"/>
                  </a:cubicBezTo>
                  <a:lnTo>
                    <a:pt x="8865" y="73040"/>
                  </a:lnTo>
                  <a:cubicBezTo>
                    <a:pt x="8938" y="73288"/>
                    <a:pt x="8995" y="73435"/>
                    <a:pt x="9112" y="73969"/>
                  </a:cubicBezTo>
                  <a:cubicBezTo>
                    <a:pt x="9026" y="73661"/>
                    <a:pt x="8995" y="73559"/>
                    <a:pt x="8992" y="73559"/>
                  </a:cubicBezTo>
                  <a:lnTo>
                    <a:pt x="8992" y="73559"/>
                  </a:lnTo>
                  <a:cubicBezTo>
                    <a:pt x="8989" y="73559"/>
                    <a:pt x="9015" y="73657"/>
                    <a:pt x="9044" y="73758"/>
                  </a:cubicBezTo>
                  <a:cubicBezTo>
                    <a:pt x="9071" y="73862"/>
                    <a:pt x="9096" y="73976"/>
                    <a:pt x="9090" y="73976"/>
                  </a:cubicBezTo>
                  <a:cubicBezTo>
                    <a:pt x="9084" y="73976"/>
                    <a:pt x="9055" y="73890"/>
                    <a:pt x="8985" y="73639"/>
                  </a:cubicBezTo>
                  <a:lnTo>
                    <a:pt x="8985" y="73639"/>
                  </a:lnTo>
                  <a:cubicBezTo>
                    <a:pt x="9196" y="74400"/>
                    <a:pt x="9425" y="75170"/>
                    <a:pt x="9653" y="75881"/>
                  </a:cubicBezTo>
                  <a:cubicBezTo>
                    <a:pt x="9881" y="76583"/>
                    <a:pt x="10101" y="77226"/>
                    <a:pt x="10296" y="77700"/>
                  </a:cubicBezTo>
                  <a:cubicBezTo>
                    <a:pt x="10282" y="77662"/>
                    <a:pt x="10277" y="77645"/>
                    <a:pt x="10279" y="77645"/>
                  </a:cubicBezTo>
                  <a:lnTo>
                    <a:pt x="10279" y="77645"/>
                  </a:lnTo>
                  <a:cubicBezTo>
                    <a:pt x="10283" y="77645"/>
                    <a:pt x="10315" y="77718"/>
                    <a:pt x="10355" y="77810"/>
                  </a:cubicBezTo>
                  <a:cubicBezTo>
                    <a:pt x="10406" y="77936"/>
                    <a:pt x="10482" y="78106"/>
                    <a:pt x="10490" y="78114"/>
                  </a:cubicBezTo>
                  <a:cubicBezTo>
                    <a:pt x="10532" y="78227"/>
                    <a:pt x="10545" y="78275"/>
                    <a:pt x="10540" y="78275"/>
                  </a:cubicBezTo>
                  <a:cubicBezTo>
                    <a:pt x="10533" y="78275"/>
                    <a:pt x="10499" y="78201"/>
                    <a:pt x="10457" y="78089"/>
                  </a:cubicBezTo>
                  <a:lnTo>
                    <a:pt x="10457" y="78089"/>
                  </a:lnTo>
                  <a:cubicBezTo>
                    <a:pt x="10606" y="78489"/>
                    <a:pt x="10646" y="78628"/>
                    <a:pt x="10626" y="78628"/>
                  </a:cubicBezTo>
                  <a:cubicBezTo>
                    <a:pt x="10621" y="78628"/>
                    <a:pt x="10612" y="78620"/>
                    <a:pt x="10600" y="78605"/>
                  </a:cubicBezTo>
                  <a:cubicBezTo>
                    <a:pt x="10465" y="78266"/>
                    <a:pt x="10330" y="77936"/>
                    <a:pt x="10203" y="77598"/>
                  </a:cubicBezTo>
                  <a:lnTo>
                    <a:pt x="10203" y="77598"/>
                  </a:lnTo>
                  <a:cubicBezTo>
                    <a:pt x="10313" y="77928"/>
                    <a:pt x="10372" y="78114"/>
                    <a:pt x="10482" y="78376"/>
                  </a:cubicBezTo>
                  <a:cubicBezTo>
                    <a:pt x="10524" y="78495"/>
                    <a:pt x="10575" y="78630"/>
                    <a:pt x="10660" y="78799"/>
                  </a:cubicBezTo>
                  <a:cubicBezTo>
                    <a:pt x="10710" y="78912"/>
                    <a:pt x="10724" y="78931"/>
                    <a:pt x="10729" y="78931"/>
                  </a:cubicBezTo>
                  <a:cubicBezTo>
                    <a:pt x="10732" y="78931"/>
                    <a:pt x="10733" y="78926"/>
                    <a:pt x="10736" y="78926"/>
                  </a:cubicBezTo>
                  <a:cubicBezTo>
                    <a:pt x="10812" y="79078"/>
                    <a:pt x="10897" y="79256"/>
                    <a:pt x="10998" y="79459"/>
                  </a:cubicBezTo>
                  <a:cubicBezTo>
                    <a:pt x="11108" y="79654"/>
                    <a:pt x="11210" y="79882"/>
                    <a:pt x="11345" y="80119"/>
                  </a:cubicBezTo>
                  <a:lnTo>
                    <a:pt x="11328" y="80094"/>
                  </a:lnTo>
                  <a:lnTo>
                    <a:pt x="11328" y="80094"/>
                  </a:lnTo>
                  <a:cubicBezTo>
                    <a:pt x="11489" y="80449"/>
                    <a:pt x="11658" y="80804"/>
                    <a:pt x="11836" y="81151"/>
                  </a:cubicBezTo>
                  <a:lnTo>
                    <a:pt x="11759" y="81033"/>
                  </a:lnTo>
                  <a:lnTo>
                    <a:pt x="11759" y="81033"/>
                  </a:lnTo>
                  <a:cubicBezTo>
                    <a:pt x="11861" y="81236"/>
                    <a:pt x="11979" y="81430"/>
                    <a:pt x="12089" y="81633"/>
                  </a:cubicBezTo>
                  <a:cubicBezTo>
                    <a:pt x="12058" y="81633"/>
                    <a:pt x="12160" y="81805"/>
                    <a:pt x="12145" y="81805"/>
                  </a:cubicBezTo>
                  <a:cubicBezTo>
                    <a:pt x="12144" y="81805"/>
                    <a:pt x="12142" y="81804"/>
                    <a:pt x="12140" y="81802"/>
                  </a:cubicBezTo>
                  <a:lnTo>
                    <a:pt x="12140" y="81802"/>
                  </a:lnTo>
                  <a:cubicBezTo>
                    <a:pt x="12275" y="82115"/>
                    <a:pt x="12436" y="82428"/>
                    <a:pt x="12605" y="82733"/>
                  </a:cubicBezTo>
                  <a:cubicBezTo>
                    <a:pt x="12707" y="82927"/>
                    <a:pt x="12817" y="83147"/>
                    <a:pt x="12935" y="83350"/>
                  </a:cubicBezTo>
                  <a:cubicBezTo>
                    <a:pt x="13062" y="83553"/>
                    <a:pt x="13181" y="83773"/>
                    <a:pt x="13291" y="83976"/>
                  </a:cubicBezTo>
                  <a:lnTo>
                    <a:pt x="13206" y="83858"/>
                  </a:lnTo>
                  <a:lnTo>
                    <a:pt x="13206" y="83858"/>
                  </a:lnTo>
                  <a:cubicBezTo>
                    <a:pt x="13341" y="84069"/>
                    <a:pt x="13561" y="84450"/>
                    <a:pt x="13790" y="84873"/>
                  </a:cubicBezTo>
                  <a:cubicBezTo>
                    <a:pt x="13908" y="85085"/>
                    <a:pt x="14018" y="85305"/>
                    <a:pt x="14145" y="85508"/>
                  </a:cubicBezTo>
                  <a:lnTo>
                    <a:pt x="14492" y="86083"/>
                  </a:lnTo>
                  <a:lnTo>
                    <a:pt x="14492" y="86083"/>
                  </a:lnTo>
                  <a:lnTo>
                    <a:pt x="14466" y="86066"/>
                  </a:lnTo>
                  <a:cubicBezTo>
                    <a:pt x="14296" y="85797"/>
                    <a:pt x="14208" y="85670"/>
                    <a:pt x="14197" y="85670"/>
                  </a:cubicBezTo>
                  <a:lnTo>
                    <a:pt x="14197" y="85670"/>
                  </a:lnTo>
                  <a:cubicBezTo>
                    <a:pt x="14191" y="85670"/>
                    <a:pt x="14208" y="85707"/>
                    <a:pt x="14246" y="85778"/>
                  </a:cubicBezTo>
                  <a:cubicBezTo>
                    <a:pt x="14153" y="85634"/>
                    <a:pt x="14010" y="85406"/>
                    <a:pt x="13925" y="85271"/>
                  </a:cubicBezTo>
                  <a:cubicBezTo>
                    <a:pt x="13790" y="85034"/>
                    <a:pt x="13409" y="84374"/>
                    <a:pt x="13401" y="84306"/>
                  </a:cubicBezTo>
                  <a:lnTo>
                    <a:pt x="13401" y="84306"/>
                  </a:lnTo>
                  <a:cubicBezTo>
                    <a:pt x="13557" y="84581"/>
                    <a:pt x="13618" y="84689"/>
                    <a:pt x="13622" y="84689"/>
                  </a:cubicBezTo>
                  <a:cubicBezTo>
                    <a:pt x="13625" y="84689"/>
                    <a:pt x="13593" y="84622"/>
                    <a:pt x="13544" y="84518"/>
                  </a:cubicBezTo>
                  <a:cubicBezTo>
                    <a:pt x="13259" y="84061"/>
                    <a:pt x="12776" y="83186"/>
                    <a:pt x="12743" y="83186"/>
                  </a:cubicBezTo>
                  <a:cubicBezTo>
                    <a:pt x="12741" y="83186"/>
                    <a:pt x="12741" y="83187"/>
                    <a:pt x="12741" y="83190"/>
                  </a:cubicBezTo>
                  <a:cubicBezTo>
                    <a:pt x="12385" y="82488"/>
                    <a:pt x="12639" y="82970"/>
                    <a:pt x="12394" y="82462"/>
                  </a:cubicBezTo>
                  <a:cubicBezTo>
                    <a:pt x="12391" y="82452"/>
                    <a:pt x="12391" y="82447"/>
                    <a:pt x="12394" y="82447"/>
                  </a:cubicBezTo>
                  <a:lnTo>
                    <a:pt x="12394" y="82447"/>
                  </a:lnTo>
                  <a:cubicBezTo>
                    <a:pt x="12406" y="82447"/>
                    <a:pt x="12486" y="82590"/>
                    <a:pt x="12571" y="82733"/>
                  </a:cubicBezTo>
                  <a:lnTo>
                    <a:pt x="12039" y="81718"/>
                  </a:lnTo>
                  <a:lnTo>
                    <a:pt x="11776" y="81219"/>
                  </a:lnTo>
                  <a:cubicBezTo>
                    <a:pt x="11692" y="81041"/>
                    <a:pt x="11607" y="80872"/>
                    <a:pt x="11523" y="80703"/>
                  </a:cubicBezTo>
                  <a:cubicBezTo>
                    <a:pt x="11521" y="80700"/>
                    <a:pt x="11519" y="80699"/>
                    <a:pt x="11518" y="80699"/>
                  </a:cubicBezTo>
                  <a:lnTo>
                    <a:pt x="11518" y="80699"/>
                  </a:lnTo>
                  <a:cubicBezTo>
                    <a:pt x="11506" y="80699"/>
                    <a:pt x="11648" y="81013"/>
                    <a:pt x="11759" y="81253"/>
                  </a:cubicBezTo>
                  <a:cubicBezTo>
                    <a:pt x="11831" y="81407"/>
                    <a:pt x="11891" y="81536"/>
                    <a:pt x="11883" y="81536"/>
                  </a:cubicBezTo>
                  <a:cubicBezTo>
                    <a:pt x="11878" y="81536"/>
                    <a:pt x="11844" y="81482"/>
                    <a:pt x="11768" y="81346"/>
                  </a:cubicBezTo>
                  <a:cubicBezTo>
                    <a:pt x="11666" y="81176"/>
                    <a:pt x="11641" y="81227"/>
                    <a:pt x="11320" y="80517"/>
                  </a:cubicBezTo>
                  <a:lnTo>
                    <a:pt x="11320" y="80517"/>
                  </a:lnTo>
                  <a:cubicBezTo>
                    <a:pt x="11322" y="80520"/>
                    <a:pt x="11324" y="80523"/>
                    <a:pt x="11326" y="80526"/>
                  </a:cubicBezTo>
                  <a:lnTo>
                    <a:pt x="11326" y="80526"/>
                  </a:lnTo>
                  <a:cubicBezTo>
                    <a:pt x="11220" y="80302"/>
                    <a:pt x="11190" y="80217"/>
                    <a:pt x="11057" y="79907"/>
                  </a:cubicBezTo>
                  <a:cubicBezTo>
                    <a:pt x="11055" y="79896"/>
                    <a:pt x="11055" y="79891"/>
                    <a:pt x="11057" y="79891"/>
                  </a:cubicBezTo>
                  <a:lnTo>
                    <a:pt x="11057" y="79891"/>
                  </a:lnTo>
                  <a:cubicBezTo>
                    <a:pt x="11065" y="79891"/>
                    <a:pt x="11105" y="79970"/>
                    <a:pt x="11157" y="80077"/>
                  </a:cubicBezTo>
                  <a:lnTo>
                    <a:pt x="11157" y="80077"/>
                  </a:lnTo>
                  <a:cubicBezTo>
                    <a:pt x="11119" y="79997"/>
                    <a:pt x="11082" y="79914"/>
                    <a:pt x="11049" y="79831"/>
                  </a:cubicBezTo>
                  <a:lnTo>
                    <a:pt x="11049" y="79831"/>
                  </a:lnTo>
                  <a:lnTo>
                    <a:pt x="11083" y="79891"/>
                  </a:lnTo>
                  <a:cubicBezTo>
                    <a:pt x="10973" y="79637"/>
                    <a:pt x="10854" y="79391"/>
                    <a:pt x="10753" y="79138"/>
                  </a:cubicBezTo>
                  <a:cubicBezTo>
                    <a:pt x="10730" y="79093"/>
                    <a:pt x="10720" y="79074"/>
                    <a:pt x="10718" y="79074"/>
                  </a:cubicBezTo>
                  <a:lnTo>
                    <a:pt x="10718" y="79074"/>
                  </a:lnTo>
                  <a:cubicBezTo>
                    <a:pt x="10713" y="79074"/>
                    <a:pt x="10758" y="79184"/>
                    <a:pt x="10812" y="79315"/>
                  </a:cubicBezTo>
                  <a:cubicBezTo>
                    <a:pt x="10897" y="79501"/>
                    <a:pt x="10998" y="79738"/>
                    <a:pt x="10998" y="79755"/>
                  </a:cubicBezTo>
                  <a:lnTo>
                    <a:pt x="10770" y="79281"/>
                  </a:lnTo>
                  <a:cubicBezTo>
                    <a:pt x="10651" y="79011"/>
                    <a:pt x="10431" y="78503"/>
                    <a:pt x="10228" y="77996"/>
                  </a:cubicBezTo>
                  <a:cubicBezTo>
                    <a:pt x="10135" y="77733"/>
                    <a:pt x="10034" y="77488"/>
                    <a:pt x="9958" y="77260"/>
                  </a:cubicBezTo>
                  <a:cubicBezTo>
                    <a:pt x="9881" y="77040"/>
                    <a:pt x="9822" y="76845"/>
                    <a:pt x="9788" y="76710"/>
                  </a:cubicBezTo>
                  <a:cubicBezTo>
                    <a:pt x="9568" y="76050"/>
                    <a:pt x="9636" y="76346"/>
                    <a:pt x="9568" y="76185"/>
                  </a:cubicBezTo>
                  <a:cubicBezTo>
                    <a:pt x="9484" y="75999"/>
                    <a:pt x="9425" y="75805"/>
                    <a:pt x="9365" y="75602"/>
                  </a:cubicBezTo>
                  <a:cubicBezTo>
                    <a:pt x="9306" y="75407"/>
                    <a:pt x="9247" y="75221"/>
                    <a:pt x="9188" y="75018"/>
                  </a:cubicBezTo>
                  <a:cubicBezTo>
                    <a:pt x="9187" y="75019"/>
                    <a:pt x="9187" y="75019"/>
                    <a:pt x="9186" y="75019"/>
                  </a:cubicBezTo>
                  <a:cubicBezTo>
                    <a:pt x="9164" y="75019"/>
                    <a:pt x="9035" y="74569"/>
                    <a:pt x="9002" y="74561"/>
                  </a:cubicBezTo>
                  <a:lnTo>
                    <a:pt x="8824" y="73910"/>
                  </a:lnTo>
                  <a:cubicBezTo>
                    <a:pt x="8806" y="73861"/>
                    <a:pt x="8796" y="73839"/>
                    <a:pt x="8793" y="73839"/>
                  </a:cubicBezTo>
                  <a:lnTo>
                    <a:pt x="8793" y="73839"/>
                  </a:lnTo>
                  <a:cubicBezTo>
                    <a:pt x="8775" y="73839"/>
                    <a:pt x="9033" y="74719"/>
                    <a:pt x="9069" y="74866"/>
                  </a:cubicBezTo>
                  <a:cubicBezTo>
                    <a:pt x="9083" y="74930"/>
                    <a:pt x="9087" y="74956"/>
                    <a:pt x="9085" y="74956"/>
                  </a:cubicBezTo>
                  <a:cubicBezTo>
                    <a:pt x="9076" y="74956"/>
                    <a:pt x="8973" y="74580"/>
                    <a:pt x="8963" y="74580"/>
                  </a:cubicBezTo>
                  <a:lnTo>
                    <a:pt x="8963" y="74580"/>
                  </a:lnTo>
                  <a:cubicBezTo>
                    <a:pt x="8961" y="74580"/>
                    <a:pt x="8963" y="74592"/>
                    <a:pt x="8968" y="74620"/>
                  </a:cubicBezTo>
                  <a:cubicBezTo>
                    <a:pt x="9120" y="75119"/>
                    <a:pt x="9145" y="75153"/>
                    <a:pt x="9230" y="75390"/>
                  </a:cubicBezTo>
                  <a:cubicBezTo>
                    <a:pt x="9323" y="75678"/>
                    <a:pt x="9357" y="75822"/>
                    <a:pt x="9348" y="75822"/>
                  </a:cubicBezTo>
                  <a:cubicBezTo>
                    <a:pt x="9103" y="75026"/>
                    <a:pt x="9179" y="75399"/>
                    <a:pt x="8985" y="74747"/>
                  </a:cubicBezTo>
                  <a:lnTo>
                    <a:pt x="8985" y="74722"/>
                  </a:lnTo>
                  <a:cubicBezTo>
                    <a:pt x="8951" y="74713"/>
                    <a:pt x="8706" y="73774"/>
                    <a:pt x="8613" y="73428"/>
                  </a:cubicBezTo>
                  <a:cubicBezTo>
                    <a:pt x="8581" y="73266"/>
                    <a:pt x="8572" y="73203"/>
                    <a:pt x="8578" y="73203"/>
                  </a:cubicBezTo>
                  <a:lnTo>
                    <a:pt x="8578" y="73203"/>
                  </a:lnTo>
                  <a:cubicBezTo>
                    <a:pt x="8598" y="73203"/>
                    <a:pt x="8794" y="73970"/>
                    <a:pt x="8807" y="73970"/>
                  </a:cubicBezTo>
                  <a:cubicBezTo>
                    <a:pt x="8807" y="73970"/>
                    <a:pt x="8807" y="73969"/>
                    <a:pt x="8807" y="73969"/>
                  </a:cubicBezTo>
                  <a:cubicBezTo>
                    <a:pt x="8722" y="73681"/>
                    <a:pt x="8655" y="73385"/>
                    <a:pt x="8579" y="73098"/>
                  </a:cubicBezTo>
                  <a:lnTo>
                    <a:pt x="8579" y="73098"/>
                  </a:lnTo>
                  <a:cubicBezTo>
                    <a:pt x="8689" y="73470"/>
                    <a:pt x="8613" y="73081"/>
                    <a:pt x="8756" y="73588"/>
                  </a:cubicBezTo>
                  <a:cubicBezTo>
                    <a:pt x="8613" y="73055"/>
                    <a:pt x="8621" y="72988"/>
                    <a:pt x="8494" y="72480"/>
                  </a:cubicBezTo>
                  <a:lnTo>
                    <a:pt x="8494" y="72480"/>
                  </a:lnTo>
                  <a:cubicBezTo>
                    <a:pt x="8524" y="72583"/>
                    <a:pt x="8538" y="72625"/>
                    <a:pt x="8542" y="72625"/>
                  </a:cubicBezTo>
                  <a:cubicBezTo>
                    <a:pt x="8548" y="72625"/>
                    <a:pt x="8521" y="72488"/>
                    <a:pt x="8494" y="72319"/>
                  </a:cubicBezTo>
                  <a:cubicBezTo>
                    <a:pt x="8443" y="72057"/>
                    <a:pt x="8384" y="71710"/>
                    <a:pt x="8384" y="71676"/>
                  </a:cubicBezTo>
                  <a:lnTo>
                    <a:pt x="8384" y="71676"/>
                  </a:lnTo>
                  <a:cubicBezTo>
                    <a:pt x="8495" y="72214"/>
                    <a:pt x="8676" y="73156"/>
                    <a:pt x="8698" y="73284"/>
                  </a:cubicBezTo>
                  <a:lnTo>
                    <a:pt x="8698" y="73284"/>
                  </a:lnTo>
                  <a:cubicBezTo>
                    <a:pt x="8698" y="73283"/>
                    <a:pt x="8698" y="73283"/>
                    <a:pt x="8697" y="73283"/>
                  </a:cubicBezTo>
                  <a:cubicBezTo>
                    <a:pt x="8697" y="73283"/>
                    <a:pt x="8697" y="73283"/>
                    <a:pt x="8697" y="73284"/>
                  </a:cubicBezTo>
                  <a:cubicBezTo>
                    <a:pt x="8699" y="73294"/>
                    <a:pt x="8700" y="73299"/>
                    <a:pt x="8701" y="73299"/>
                  </a:cubicBezTo>
                  <a:cubicBezTo>
                    <a:pt x="8701" y="73299"/>
                    <a:pt x="8700" y="73294"/>
                    <a:pt x="8698" y="73284"/>
                  </a:cubicBezTo>
                  <a:lnTo>
                    <a:pt x="8698" y="73284"/>
                  </a:lnTo>
                  <a:cubicBezTo>
                    <a:pt x="8705" y="73303"/>
                    <a:pt x="8745" y="73473"/>
                    <a:pt x="8799" y="73664"/>
                  </a:cubicBezTo>
                  <a:cubicBezTo>
                    <a:pt x="8849" y="73884"/>
                    <a:pt x="8900" y="74147"/>
                    <a:pt x="8951" y="74282"/>
                  </a:cubicBezTo>
                  <a:cubicBezTo>
                    <a:pt x="9002" y="74417"/>
                    <a:pt x="9052" y="74553"/>
                    <a:pt x="9103" y="74688"/>
                  </a:cubicBezTo>
                  <a:cubicBezTo>
                    <a:pt x="8983" y="74268"/>
                    <a:pt x="8823" y="73721"/>
                    <a:pt x="8848" y="73721"/>
                  </a:cubicBezTo>
                  <a:lnTo>
                    <a:pt x="8848" y="73721"/>
                  </a:lnTo>
                  <a:cubicBezTo>
                    <a:pt x="8851" y="73721"/>
                    <a:pt x="8857" y="73730"/>
                    <a:pt x="8866" y="73749"/>
                  </a:cubicBezTo>
                  <a:lnTo>
                    <a:pt x="8689" y="73106"/>
                  </a:lnTo>
                  <a:lnTo>
                    <a:pt x="8689" y="73106"/>
                  </a:lnTo>
                  <a:cubicBezTo>
                    <a:pt x="8900" y="73758"/>
                    <a:pt x="8892" y="73724"/>
                    <a:pt x="9078" y="74316"/>
                  </a:cubicBezTo>
                  <a:cubicBezTo>
                    <a:pt x="8773" y="73081"/>
                    <a:pt x="8477" y="72125"/>
                    <a:pt x="8342" y="71084"/>
                  </a:cubicBezTo>
                  <a:lnTo>
                    <a:pt x="8342" y="71084"/>
                  </a:lnTo>
                  <a:lnTo>
                    <a:pt x="8376" y="71245"/>
                  </a:lnTo>
                  <a:cubicBezTo>
                    <a:pt x="8333" y="70991"/>
                    <a:pt x="8300" y="70754"/>
                    <a:pt x="8274" y="70543"/>
                  </a:cubicBezTo>
                  <a:cubicBezTo>
                    <a:pt x="8257" y="70441"/>
                    <a:pt x="8240" y="70340"/>
                    <a:pt x="8232" y="70247"/>
                  </a:cubicBezTo>
                  <a:cubicBezTo>
                    <a:pt x="8215" y="70154"/>
                    <a:pt x="8206" y="70061"/>
                    <a:pt x="8198" y="69976"/>
                  </a:cubicBezTo>
                  <a:cubicBezTo>
                    <a:pt x="8181" y="69799"/>
                    <a:pt x="8164" y="69646"/>
                    <a:pt x="8156" y="69511"/>
                  </a:cubicBezTo>
                  <a:cubicBezTo>
                    <a:pt x="8147" y="69376"/>
                    <a:pt x="8139" y="69249"/>
                    <a:pt x="8130" y="69139"/>
                  </a:cubicBezTo>
                  <a:cubicBezTo>
                    <a:pt x="8130" y="69029"/>
                    <a:pt x="8122" y="68936"/>
                    <a:pt x="8122" y="68851"/>
                  </a:cubicBezTo>
                  <a:lnTo>
                    <a:pt x="8122" y="68614"/>
                  </a:lnTo>
                  <a:cubicBezTo>
                    <a:pt x="8130" y="68470"/>
                    <a:pt x="8139" y="68352"/>
                    <a:pt x="8147" y="68250"/>
                  </a:cubicBezTo>
                  <a:close/>
                  <a:moveTo>
                    <a:pt x="15795" y="88333"/>
                  </a:moveTo>
                  <a:lnTo>
                    <a:pt x="15795" y="88333"/>
                  </a:lnTo>
                  <a:cubicBezTo>
                    <a:pt x="15824" y="88384"/>
                    <a:pt x="15889" y="88483"/>
                    <a:pt x="15973" y="88610"/>
                  </a:cubicBezTo>
                  <a:lnTo>
                    <a:pt x="15973" y="88610"/>
                  </a:lnTo>
                  <a:lnTo>
                    <a:pt x="15795" y="88333"/>
                  </a:lnTo>
                  <a:close/>
                  <a:moveTo>
                    <a:pt x="16869" y="89424"/>
                  </a:moveTo>
                  <a:cubicBezTo>
                    <a:pt x="16877" y="89436"/>
                    <a:pt x="16885" y="89448"/>
                    <a:pt x="16893" y="89460"/>
                  </a:cubicBezTo>
                  <a:lnTo>
                    <a:pt x="16893" y="89460"/>
                  </a:lnTo>
                  <a:cubicBezTo>
                    <a:pt x="16885" y="89449"/>
                    <a:pt x="16877" y="89437"/>
                    <a:pt x="16869" y="89424"/>
                  </a:cubicBezTo>
                  <a:close/>
                  <a:moveTo>
                    <a:pt x="17199" y="90177"/>
                  </a:moveTo>
                  <a:cubicBezTo>
                    <a:pt x="17211" y="90201"/>
                    <a:pt x="17226" y="90220"/>
                    <a:pt x="17243" y="90238"/>
                  </a:cubicBezTo>
                  <a:lnTo>
                    <a:pt x="17243" y="90238"/>
                  </a:lnTo>
                  <a:lnTo>
                    <a:pt x="17199" y="90177"/>
                  </a:lnTo>
                  <a:close/>
                  <a:moveTo>
                    <a:pt x="18322" y="92053"/>
                  </a:moveTo>
                  <a:lnTo>
                    <a:pt x="18322" y="92053"/>
                  </a:lnTo>
                  <a:cubicBezTo>
                    <a:pt x="18323" y="92054"/>
                    <a:pt x="18323" y="92054"/>
                    <a:pt x="18324" y="92055"/>
                  </a:cubicBezTo>
                  <a:cubicBezTo>
                    <a:pt x="18323" y="92054"/>
                    <a:pt x="18323" y="92054"/>
                    <a:pt x="18322" y="92053"/>
                  </a:cubicBezTo>
                  <a:close/>
                  <a:moveTo>
                    <a:pt x="18708" y="92660"/>
                  </a:moveTo>
                  <a:lnTo>
                    <a:pt x="18708" y="92660"/>
                  </a:lnTo>
                  <a:cubicBezTo>
                    <a:pt x="18720" y="92674"/>
                    <a:pt x="18733" y="92690"/>
                    <a:pt x="18747" y="92707"/>
                  </a:cubicBezTo>
                  <a:cubicBezTo>
                    <a:pt x="18728" y="92682"/>
                    <a:pt x="18715" y="92668"/>
                    <a:pt x="18708" y="92660"/>
                  </a:cubicBezTo>
                  <a:close/>
                  <a:moveTo>
                    <a:pt x="19593" y="93409"/>
                  </a:moveTo>
                  <a:lnTo>
                    <a:pt x="19593" y="93409"/>
                  </a:lnTo>
                  <a:cubicBezTo>
                    <a:pt x="19607" y="93426"/>
                    <a:pt x="19622" y="93444"/>
                    <a:pt x="19636" y="93460"/>
                  </a:cubicBezTo>
                  <a:lnTo>
                    <a:pt x="19636" y="93460"/>
                  </a:lnTo>
                  <a:cubicBezTo>
                    <a:pt x="19621" y="93442"/>
                    <a:pt x="19607" y="93425"/>
                    <a:pt x="19593" y="93409"/>
                  </a:cubicBezTo>
                  <a:close/>
                  <a:moveTo>
                    <a:pt x="14822" y="86751"/>
                  </a:moveTo>
                  <a:lnTo>
                    <a:pt x="15262" y="87453"/>
                  </a:lnTo>
                  <a:cubicBezTo>
                    <a:pt x="15431" y="87707"/>
                    <a:pt x="15617" y="87978"/>
                    <a:pt x="15820" y="88282"/>
                  </a:cubicBezTo>
                  <a:cubicBezTo>
                    <a:pt x="16031" y="88578"/>
                    <a:pt x="16251" y="88891"/>
                    <a:pt x="16488" y="89230"/>
                  </a:cubicBezTo>
                  <a:cubicBezTo>
                    <a:pt x="16547" y="89314"/>
                    <a:pt x="16607" y="89399"/>
                    <a:pt x="16666" y="89483"/>
                  </a:cubicBezTo>
                  <a:lnTo>
                    <a:pt x="16860" y="89737"/>
                  </a:lnTo>
                  <a:lnTo>
                    <a:pt x="17266" y="90262"/>
                  </a:lnTo>
                  <a:cubicBezTo>
                    <a:pt x="17259" y="90254"/>
                    <a:pt x="17251" y="90246"/>
                    <a:pt x="17243" y="90238"/>
                  </a:cubicBezTo>
                  <a:lnTo>
                    <a:pt x="17243" y="90238"/>
                  </a:lnTo>
                  <a:lnTo>
                    <a:pt x="17749" y="90930"/>
                  </a:lnTo>
                  <a:lnTo>
                    <a:pt x="17952" y="91218"/>
                  </a:lnTo>
                  <a:cubicBezTo>
                    <a:pt x="17994" y="91260"/>
                    <a:pt x="18036" y="91319"/>
                    <a:pt x="18079" y="91378"/>
                  </a:cubicBezTo>
                  <a:lnTo>
                    <a:pt x="18231" y="91573"/>
                  </a:lnTo>
                  <a:lnTo>
                    <a:pt x="18079" y="91404"/>
                  </a:lnTo>
                  <a:lnTo>
                    <a:pt x="18079" y="91404"/>
                  </a:lnTo>
                  <a:cubicBezTo>
                    <a:pt x="18146" y="91514"/>
                    <a:pt x="18527" y="91971"/>
                    <a:pt x="18899" y="92444"/>
                  </a:cubicBezTo>
                  <a:cubicBezTo>
                    <a:pt x="19077" y="92639"/>
                    <a:pt x="19246" y="92850"/>
                    <a:pt x="19398" y="93062"/>
                  </a:cubicBezTo>
                  <a:lnTo>
                    <a:pt x="19331" y="93003"/>
                  </a:lnTo>
                  <a:lnTo>
                    <a:pt x="19331" y="93003"/>
                  </a:lnTo>
                  <a:cubicBezTo>
                    <a:pt x="19415" y="93129"/>
                    <a:pt x="19517" y="93256"/>
                    <a:pt x="19618" y="93375"/>
                  </a:cubicBezTo>
                  <a:lnTo>
                    <a:pt x="20193" y="94060"/>
                  </a:lnTo>
                  <a:lnTo>
                    <a:pt x="19999" y="93865"/>
                  </a:lnTo>
                  <a:cubicBezTo>
                    <a:pt x="19892" y="93751"/>
                    <a:pt x="19771" y="93622"/>
                    <a:pt x="19636" y="93460"/>
                  </a:cubicBezTo>
                  <a:lnTo>
                    <a:pt x="19636" y="93460"/>
                  </a:lnTo>
                  <a:cubicBezTo>
                    <a:pt x="19711" y="93553"/>
                    <a:pt x="19801" y="93665"/>
                    <a:pt x="19914" y="93806"/>
                  </a:cubicBezTo>
                  <a:lnTo>
                    <a:pt x="19508" y="93375"/>
                  </a:lnTo>
                  <a:lnTo>
                    <a:pt x="19128" y="92935"/>
                  </a:lnTo>
                  <a:lnTo>
                    <a:pt x="19128" y="92935"/>
                  </a:lnTo>
                  <a:cubicBezTo>
                    <a:pt x="19254" y="93104"/>
                    <a:pt x="19398" y="93273"/>
                    <a:pt x="19551" y="93434"/>
                  </a:cubicBezTo>
                  <a:cubicBezTo>
                    <a:pt x="19677" y="93569"/>
                    <a:pt x="19821" y="93713"/>
                    <a:pt x="20050" y="93992"/>
                  </a:cubicBezTo>
                  <a:cubicBezTo>
                    <a:pt x="19990" y="93975"/>
                    <a:pt x="20007" y="94026"/>
                    <a:pt x="19491" y="93451"/>
                  </a:cubicBezTo>
                  <a:cubicBezTo>
                    <a:pt x="19338" y="93258"/>
                    <a:pt x="19300" y="93207"/>
                    <a:pt x="19305" y="93207"/>
                  </a:cubicBezTo>
                  <a:lnTo>
                    <a:pt x="19305" y="93207"/>
                  </a:lnTo>
                  <a:cubicBezTo>
                    <a:pt x="19310" y="93207"/>
                    <a:pt x="19369" y="93273"/>
                    <a:pt x="19376" y="93273"/>
                  </a:cubicBezTo>
                  <a:cubicBezTo>
                    <a:pt x="19380" y="93273"/>
                    <a:pt x="19369" y="93253"/>
                    <a:pt x="19322" y="93189"/>
                  </a:cubicBezTo>
                  <a:cubicBezTo>
                    <a:pt x="18975" y="92808"/>
                    <a:pt x="18941" y="92647"/>
                    <a:pt x="18569" y="92250"/>
                  </a:cubicBezTo>
                  <a:cubicBezTo>
                    <a:pt x="18163" y="91742"/>
                    <a:pt x="18307" y="91886"/>
                    <a:pt x="18189" y="91717"/>
                  </a:cubicBezTo>
                  <a:lnTo>
                    <a:pt x="18189" y="91717"/>
                  </a:lnTo>
                  <a:cubicBezTo>
                    <a:pt x="18303" y="91860"/>
                    <a:pt x="18340" y="91902"/>
                    <a:pt x="18346" y="91902"/>
                  </a:cubicBezTo>
                  <a:cubicBezTo>
                    <a:pt x="18354" y="91902"/>
                    <a:pt x="18302" y="91823"/>
                    <a:pt x="18310" y="91823"/>
                  </a:cubicBezTo>
                  <a:lnTo>
                    <a:pt x="18310" y="91823"/>
                  </a:lnTo>
                  <a:cubicBezTo>
                    <a:pt x="18317" y="91823"/>
                    <a:pt x="18368" y="91880"/>
                    <a:pt x="18535" y="92089"/>
                  </a:cubicBezTo>
                  <a:cubicBezTo>
                    <a:pt x="18434" y="91937"/>
                    <a:pt x="18315" y="91793"/>
                    <a:pt x="18189" y="91658"/>
                  </a:cubicBezTo>
                  <a:cubicBezTo>
                    <a:pt x="18070" y="91539"/>
                    <a:pt x="17969" y="91412"/>
                    <a:pt x="17884" y="91277"/>
                  </a:cubicBezTo>
                  <a:lnTo>
                    <a:pt x="17859" y="91192"/>
                  </a:lnTo>
                  <a:lnTo>
                    <a:pt x="17233" y="90304"/>
                  </a:lnTo>
                  <a:lnTo>
                    <a:pt x="16860" y="89788"/>
                  </a:lnTo>
                  <a:cubicBezTo>
                    <a:pt x="16734" y="89619"/>
                    <a:pt x="16615" y="89458"/>
                    <a:pt x="16514" y="89323"/>
                  </a:cubicBezTo>
                  <a:lnTo>
                    <a:pt x="16514" y="89323"/>
                  </a:lnTo>
                  <a:cubicBezTo>
                    <a:pt x="16591" y="89444"/>
                    <a:pt x="16618" y="89489"/>
                    <a:pt x="16615" y="89489"/>
                  </a:cubicBezTo>
                  <a:cubicBezTo>
                    <a:pt x="16606" y="89489"/>
                    <a:pt x="16358" y="89130"/>
                    <a:pt x="16343" y="89130"/>
                  </a:cubicBezTo>
                  <a:lnTo>
                    <a:pt x="16343" y="89130"/>
                  </a:lnTo>
                  <a:cubicBezTo>
                    <a:pt x="16342" y="89130"/>
                    <a:pt x="16343" y="89132"/>
                    <a:pt x="16344" y="89137"/>
                  </a:cubicBezTo>
                  <a:cubicBezTo>
                    <a:pt x="16446" y="89264"/>
                    <a:pt x="16547" y="89399"/>
                    <a:pt x="16632" y="89534"/>
                  </a:cubicBezTo>
                  <a:cubicBezTo>
                    <a:pt x="16708" y="89644"/>
                    <a:pt x="16784" y="89754"/>
                    <a:pt x="16852" y="89873"/>
                  </a:cubicBezTo>
                  <a:cubicBezTo>
                    <a:pt x="16784" y="89780"/>
                    <a:pt x="16683" y="89653"/>
                    <a:pt x="16581" y="89509"/>
                  </a:cubicBezTo>
                  <a:lnTo>
                    <a:pt x="16260" y="89044"/>
                  </a:lnTo>
                  <a:cubicBezTo>
                    <a:pt x="16155" y="88885"/>
                    <a:pt x="16055" y="88734"/>
                    <a:pt x="15973" y="88610"/>
                  </a:cubicBezTo>
                  <a:lnTo>
                    <a:pt x="15973" y="88610"/>
                  </a:lnTo>
                  <a:lnTo>
                    <a:pt x="16268" y="89069"/>
                  </a:lnTo>
                  <a:cubicBezTo>
                    <a:pt x="16082" y="88824"/>
                    <a:pt x="15439" y="87918"/>
                    <a:pt x="15422" y="87902"/>
                  </a:cubicBezTo>
                  <a:cubicBezTo>
                    <a:pt x="15236" y="87606"/>
                    <a:pt x="14966" y="87166"/>
                    <a:pt x="14881" y="87005"/>
                  </a:cubicBezTo>
                  <a:lnTo>
                    <a:pt x="14881" y="87005"/>
                  </a:lnTo>
                  <a:lnTo>
                    <a:pt x="15245" y="87529"/>
                  </a:lnTo>
                  <a:lnTo>
                    <a:pt x="15346" y="87732"/>
                  </a:lnTo>
                  <a:lnTo>
                    <a:pt x="15575" y="88028"/>
                  </a:lnTo>
                  <a:lnTo>
                    <a:pt x="15372" y="87707"/>
                  </a:lnTo>
                  <a:cubicBezTo>
                    <a:pt x="15295" y="87589"/>
                    <a:pt x="15211" y="87453"/>
                    <a:pt x="15143" y="87326"/>
                  </a:cubicBezTo>
                  <a:cubicBezTo>
                    <a:pt x="14991" y="87073"/>
                    <a:pt x="14864" y="86836"/>
                    <a:pt x="14822" y="86751"/>
                  </a:cubicBezTo>
                  <a:close/>
                  <a:moveTo>
                    <a:pt x="29882" y="103346"/>
                  </a:moveTo>
                  <a:lnTo>
                    <a:pt x="29882" y="103346"/>
                  </a:lnTo>
                  <a:cubicBezTo>
                    <a:pt x="29941" y="103392"/>
                    <a:pt x="29996" y="103432"/>
                    <a:pt x="30053" y="103474"/>
                  </a:cubicBezTo>
                  <a:lnTo>
                    <a:pt x="30053" y="103474"/>
                  </a:lnTo>
                  <a:cubicBezTo>
                    <a:pt x="30011" y="103441"/>
                    <a:pt x="29970" y="103411"/>
                    <a:pt x="29930" y="103382"/>
                  </a:cubicBezTo>
                  <a:lnTo>
                    <a:pt x="29882" y="103346"/>
                  </a:lnTo>
                  <a:close/>
                  <a:moveTo>
                    <a:pt x="30053" y="103474"/>
                  </a:moveTo>
                  <a:cubicBezTo>
                    <a:pt x="30135" y="103536"/>
                    <a:pt x="30221" y="103606"/>
                    <a:pt x="30311" y="103678"/>
                  </a:cubicBezTo>
                  <a:lnTo>
                    <a:pt x="30235" y="103636"/>
                  </a:lnTo>
                  <a:lnTo>
                    <a:pt x="30235" y="103636"/>
                  </a:lnTo>
                  <a:cubicBezTo>
                    <a:pt x="30272" y="103666"/>
                    <a:pt x="30551" y="103859"/>
                    <a:pt x="30578" y="103859"/>
                  </a:cubicBezTo>
                  <a:cubicBezTo>
                    <a:pt x="30581" y="103859"/>
                    <a:pt x="30580" y="103856"/>
                    <a:pt x="30573" y="103848"/>
                  </a:cubicBezTo>
                  <a:cubicBezTo>
                    <a:pt x="30336" y="103673"/>
                    <a:pt x="30190" y="103572"/>
                    <a:pt x="30053" y="103474"/>
                  </a:cubicBezTo>
                  <a:close/>
                  <a:moveTo>
                    <a:pt x="4078" y="0"/>
                  </a:moveTo>
                  <a:cubicBezTo>
                    <a:pt x="3605" y="491"/>
                    <a:pt x="3182" y="1024"/>
                    <a:pt x="2826" y="1599"/>
                  </a:cubicBezTo>
                  <a:cubicBezTo>
                    <a:pt x="2522" y="2081"/>
                    <a:pt x="2251" y="2546"/>
                    <a:pt x="1930" y="3147"/>
                  </a:cubicBezTo>
                  <a:cubicBezTo>
                    <a:pt x="1960" y="3083"/>
                    <a:pt x="1970" y="3060"/>
                    <a:pt x="1968" y="3060"/>
                  </a:cubicBezTo>
                  <a:lnTo>
                    <a:pt x="1968" y="3060"/>
                  </a:lnTo>
                  <a:cubicBezTo>
                    <a:pt x="1963" y="3060"/>
                    <a:pt x="1910" y="3153"/>
                    <a:pt x="1887" y="3181"/>
                  </a:cubicBezTo>
                  <a:cubicBezTo>
                    <a:pt x="1710" y="3579"/>
                    <a:pt x="1507" y="4052"/>
                    <a:pt x="1422" y="4314"/>
                  </a:cubicBezTo>
                  <a:lnTo>
                    <a:pt x="1295" y="4627"/>
                  </a:lnTo>
                  <a:cubicBezTo>
                    <a:pt x="1261" y="4737"/>
                    <a:pt x="1219" y="4847"/>
                    <a:pt x="1185" y="4957"/>
                  </a:cubicBezTo>
                  <a:cubicBezTo>
                    <a:pt x="1185" y="4881"/>
                    <a:pt x="1202" y="4805"/>
                    <a:pt x="1227" y="4729"/>
                  </a:cubicBezTo>
                  <a:cubicBezTo>
                    <a:pt x="1253" y="4653"/>
                    <a:pt x="1287" y="4560"/>
                    <a:pt x="1329" y="4441"/>
                  </a:cubicBezTo>
                  <a:cubicBezTo>
                    <a:pt x="1351" y="4379"/>
                    <a:pt x="1374" y="4309"/>
                    <a:pt x="1401" y="4234"/>
                  </a:cubicBezTo>
                  <a:lnTo>
                    <a:pt x="1401" y="4234"/>
                  </a:lnTo>
                  <a:cubicBezTo>
                    <a:pt x="1210" y="4708"/>
                    <a:pt x="1045" y="5193"/>
                    <a:pt x="906" y="5685"/>
                  </a:cubicBezTo>
                  <a:cubicBezTo>
                    <a:pt x="754" y="6235"/>
                    <a:pt x="627" y="6759"/>
                    <a:pt x="525" y="7301"/>
                  </a:cubicBezTo>
                  <a:cubicBezTo>
                    <a:pt x="424" y="7834"/>
                    <a:pt x="339" y="8375"/>
                    <a:pt x="272" y="8942"/>
                  </a:cubicBezTo>
                  <a:cubicBezTo>
                    <a:pt x="195" y="9500"/>
                    <a:pt x="145" y="10084"/>
                    <a:pt x="94" y="10701"/>
                  </a:cubicBezTo>
                  <a:cubicBezTo>
                    <a:pt x="92" y="10712"/>
                    <a:pt x="91" y="10717"/>
                    <a:pt x="90" y="10717"/>
                  </a:cubicBezTo>
                  <a:cubicBezTo>
                    <a:pt x="85" y="10717"/>
                    <a:pt x="100" y="10510"/>
                    <a:pt x="99" y="10510"/>
                  </a:cubicBezTo>
                  <a:lnTo>
                    <a:pt x="99" y="10510"/>
                  </a:lnTo>
                  <a:cubicBezTo>
                    <a:pt x="98" y="10510"/>
                    <a:pt x="97" y="10524"/>
                    <a:pt x="94" y="10557"/>
                  </a:cubicBezTo>
                  <a:cubicBezTo>
                    <a:pt x="80" y="10834"/>
                    <a:pt x="66" y="11265"/>
                    <a:pt x="66" y="11382"/>
                  </a:cubicBezTo>
                  <a:lnTo>
                    <a:pt x="66" y="11382"/>
                  </a:lnTo>
                  <a:cubicBezTo>
                    <a:pt x="64" y="11345"/>
                    <a:pt x="62" y="11307"/>
                    <a:pt x="62" y="11269"/>
                  </a:cubicBezTo>
                  <a:lnTo>
                    <a:pt x="62" y="11269"/>
                  </a:lnTo>
                  <a:cubicBezTo>
                    <a:pt x="40" y="11834"/>
                    <a:pt x="25" y="12278"/>
                    <a:pt x="18" y="12672"/>
                  </a:cubicBezTo>
                  <a:cubicBezTo>
                    <a:pt x="9" y="13104"/>
                    <a:pt x="1" y="13484"/>
                    <a:pt x="26" y="13899"/>
                  </a:cubicBezTo>
                  <a:cubicBezTo>
                    <a:pt x="26" y="13900"/>
                    <a:pt x="25" y="13901"/>
                    <a:pt x="25" y="13901"/>
                  </a:cubicBezTo>
                  <a:cubicBezTo>
                    <a:pt x="10" y="13901"/>
                    <a:pt x="2" y="13356"/>
                    <a:pt x="1" y="13356"/>
                  </a:cubicBezTo>
                  <a:cubicBezTo>
                    <a:pt x="1" y="13356"/>
                    <a:pt x="1" y="13359"/>
                    <a:pt x="1" y="13366"/>
                  </a:cubicBezTo>
                  <a:cubicBezTo>
                    <a:pt x="1" y="14000"/>
                    <a:pt x="18" y="14483"/>
                    <a:pt x="52" y="14965"/>
                  </a:cubicBezTo>
                  <a:cubicBezTo>
                    <a:pt x="85" y="15447"/>
                    <a:pt x="128" y="15929"/>
                    <a:pt x="170" y="16564"/>
                  </a:cubicBezTo>
                  <a:cubicBezTo>
                    <a:pt x="159" y="16471"/>
                    <a:pt x="152" y="16432"/>
                    <a:pt x="149" y="16432"/>
                  </a:cubicBezTo>
                  <a:lnTo>
                    <a:pt x="149" y="16432"/>
                  </a:lnTo>
                  <a:cubicBezTo>
                    <a:pt x="137" y="16432"/>
                    <a:pt x="165" y="16919"/>
                    <a:pt x="178" y="17190"/>
                  </a:cubicBezTo>
                  <a:cubicBezTo>
                    <a:pt x="229" y="17714"/>
                    <a:pt x="305" y="18526"/>
                    <a:pt x="432" y="19406"/>
                  </a:cubicBezTo>
                  <a:cubicBezTo>
                    <a:pt x="551" y="20277"/>
                    <a:pt x="720" y="21140"/>
                    <a:pt x="948" y="21986"/>
                  </a:cubicBezTo>
                  <a:cubicBezTo>
                    <a:pt x="934" y="21955"/>
                    <a:pt x="925" y="21941"/>
                    <a:pt x="920" y="21941"/>
                  </a:cubicBezTo>
                  <a:lnTo>
                    <a:pt x="920" y="21941"/>
                  </a:lnTo>
                  <a:cubicBezTo>
                    <a:pt x="911" y="21941"/>
                    <a:pt x="920" y="22000"/>
                    <a:pt x="948" y="22096"/>
                  </a:cubicBezTo>
                  <a:cubicBezTo>
                    <a:pt x="982" y="22240"/>
                    <a:pt x="1041" y="22468"/>
                    <a:pt x="1117" y="22714"/>
                  </a:cubicBezTo>
                  <a:lnTo>
                    <a:pt x="1244" y="23077"/>
                  </a:lnTo>
                  <a:cubicBezTo>
                    <a:pt x="1261" y="23137"/>
                    <a:pt x="1278" y="23196"/>
                    <a:pt x="1304" y="23255"/>
                  </a:cubicBezTo>
                  <a:lnTo>
                    <a:pt x="1363" y="23416"/>
                  </a:lnTo>
                  <a:cubicBezTo>
                    <a:pt x="1414" y="23543"/>
                    <a:pt x="1456" y="23678"/>
                    <a:pt x="1490" y="23805"/>
                  </a:cubicBezTo>
                  <a:cubicBezTo>
                    <a:pt x="1557" y="23974"/>
                    <a:pt x="1650" y="24177"/>
                    <a:pt x="1735" y="24346"/>
                  </a:cubicBezTo>
                  <a:cubicBezTo>
                    <a:pt x="1777" y="24456"/>
                    <a:pt x="1837" y="24558"/>
                    <a:pt x="1904" y="24659"/>
                  </a:cubicBezTo>
                  <a:cubicBezTo>
                    <a:pt x="1803" y="24482"/>
                    <a:pt x="1718" y="24287"/>
                    <a:pt x="1659" y="24092"/>
                  </a:cubicBezTo>
                  <a:lnTo>
                    <a:pt x="1659" y="24092"/>
                  </a:lnTo>
                  <a:cubicBezTo>
                    <a:pt x="1718" y="24211"/>
                    <a:pt x="1769" y="24346"/>
                    <a:pt x="1837" y="24482"/>
                  </a:cubicBezTo>
                  <a:cubicBezTo>
                    <a:pt x="1904" y="24609"/>
                    <a:pt x="1980" y="24744"/>
                    <a:pt x="2040" y="24862"/>
                  </a:cubicBezTo>
                  <a:cubicBezTo>
                    <a:pt x="2090" y="24964"/>
                    <a:pt x="2150" y="25065"/>
                    <a:pt x="2217" y="25158"/>
                  </a:cubicBezTo>
                  <a:cubicBezTo>
                    <a:pt x="2251" y="25209"/>
                    <a:pt x="2285" y="25260"/>
                    <a:pt x="2327" y="25302"/>
                  </a:cubicBezTo>
                  <a:cubicBezTo>
                    <a:pt x="2420" y="25488"/>
                    <a:pt x="2539" y="25666"/>
                    <a:pt x="2649" y="25852"/>
                  </a:cubicBezTo>
                  <a:cubicBezTo>
                    <a:pt x="2699" y="25886"/>
                    <a:pt x="2742" y="25937"/>
                    <a:pt x="2776" y="25979"/>
                  </a:cubicBezTo>
                  <a:cubicBezTo>
                    <a:pt x="2835" y="26055"/>
                    <a:pt x="2936" y="26165"/>
                    <a:pt x="3038" y="26300"/>
                  </a:cubicBezTo>
                  <a:cubicBezTo>
                    <a:pt x="3244" y="26591"/>
                    <a:pt x="3271" y="26605"/>
                    <a:pt x="3280" y="26605"/>
                  </a:cubicBezTo>
                  <a:cubicBezTo>
                    <a:pt x="3281" y="26605"/>
                    <a:pt x="3282" y="26605"/>
                    <a:pt x="3283" y="26605"/>
                  </a:cubicBezTo>
                  <a:cubicBezTo>
                    <a:pt x="3300" y="26605"/>
                    <a:pt x="3317" y="26622"/>
                    <a:pt x="3376" y="26681"/>
                  </a:cubicBezTo>
                  <a:cubicBezTo>
                    <a:pt x="3410" y="26715"/>
                    <a:pt x="3452" y="26757"/>
                    <a:pt x="3503" y="26825"/>
                  </a:cubicBezTo>
                  <a:cubicBezTo>
                    <a:pt x="3557" y="26879"/>
                    <a:pt x="3618" y="26954"/>
                    <a:pt x="3706" y="27038"/>
                  </a:cubicBezTo>
                  <a:lnTo>
                    <a:pt x="3706" y="27038"/>
                  </a:lnTo>
                  <a:cubicBezTo>
                    <a:pt x="3670" y="27006"/>
                    <a:pt x="3630" y="26977"/>
                    <a:pt x="3596" y="26943"/>
                  </a:cubicBezTo>
                  <a:lnTo>
                    <a:pt x="3469" y="26833"/>
                  </a:lnTo>
                  <a:cubicBezTo>
                    <a:pt x="3402" y="26766"/>
                    <a:pt x="3342" y="26706"/>
                    <a:pt x="3300" y="26681"/>
                  </a:cubicBezTo>
                  <a:lnTo>
                    <a:pt x="3300" y="26681"/>
                  </a:lnTo>
                  <a:cubicBezTo>
                    <a:pt x="3486" y="26901"/>
                    <a:pt x="3689" y="27096"/>
                    <a:pt x="3901" y="27282"/>
                  </a:cubicBezTo>
                  <a:cubicBezTo>
                    <a:pt x="3911" y="27294"/>
                    <a:pt x="3914" y="27300"/>
                    <a:pt x="3911" y="27300"/>
                  </a:cubicBezTo>
                  <a:cubicBezTo>
                    <a:pt x="3902" y="27300"/>
                    <a:pt x="3837" y="27248"/>
                    <a:pt x="3748" y="27172"/>
                  </a:cubicBezTo>
                  <a:cubicBezTo>
                    <a:pt x="3689" y="27112"/>
                    <a:pt x="3605" y="27053"/>
                    <a:pt x="3537" y="26977"/>
                  </a:cubicBezTo>
                  <a:lnTo>
                    <a:pt x="3317" y="26749"/>
                  </a:lnTo>
                  <a:lnTo>
                    <a:pt x="3545" y="27019"/>
                  </a:lnTo>
                  <a:lnTo>
                    <a:pt x="3791" y="27265"/>
                  </a:lnTo>
                  <a:lnTo>
                    <a:pt x="3994" y="27451"/>
                  </a:lnTo>
                  <a:lnTo>
                    <a:pt x="4239" y="27645"/>
                  </a:lnTo>
                  <a:cubicBezTo>
                    <a:pt x="4332" y="27713"/>
                    <a:pt x="4417" y="27789"/>
                    <a:pt x="4518" y="27857"/>
                  </a:cubicBezTo>
                  <a:lnTo>
                    <a:pt x="4814" y="28077"/>
                  </a:lnTo>
                  <a:cubicBezTo>
                    <a:pt x="4916" y="28153"/>
                    <a:pt x="5026" y="28229"/>
                    <a:pt x="5136" y="28305"/>
                  </a:cubicBezTo>
                  <a:lnTo>
                    <a:pt x="5466" y="28525"/>
                  </a:lnTo>
                  <a:cubicBezTo>
                    <a:pt x="5702" y="28677"/>
                    <a:pt x="5931" y="28830"/>
                    <a:pt x="6159" y="28965"/>
                  </a:cubicBezTo>
                  <a:cubicBezTo>
                    <a:pt x="6046" y="28918"/>
                    <a:pt x="5867" y="28808"/>
                    <a:pt x="5849" y="28808"/>
                  </a:cubicBezTo>
                  <a:lnTo>
                    <a:pt x="5849" y="28808"/>
                  </a:lnTo>
                  <a:cubicBezTo>
                    <a:pt x="5841" y="28808"/>
                    <a:pt x="5863" y="28828"/>
                    <a:pt x="5931" y="28881"/>
                  </a:cubicBezTo>
                  <a:cubicBezTo>
                    <a:pt x="6328" y="29117"/>
                    <a:pt x="6878" y="29405"/>
                    <a:pt x="7411" y="29701"/>
                  </a:cubicBezTo>
                  <a:cubicBezTo>
                    <a:pt x="7335" y="29667"/>
                    <a:pt x="7377" y="29693"/>
                    <a:pt x="7301" y="29659"/>
                  </a:cubicBezTo>
                  <a:lnTo>
                    <a:pt x="7301" y="29659"/>
                  </a:lnTo>
                  <a:cubicBezTo>
                    <a:pt x="8266" y="30141"/>
                    <a:pt x="8020" y="30039"/>
                    <a:pt x="8883" y="30488"/>
                  </a:cubicBezTo>
                  <a:cubicBezTo>
                    <a:pt x="8866" y="30488"/>
                    <a:pt x="8849" y="30479"/>
                    <a:pt x="8841" y="30479"/>
                  </a:cubicBezTo>
                  <a:lnTo>
                    <a:pt x="8841" y="30479"/>
                  </a:lnTo>
                  <a:lnTo>
                    <a:pt x="9374" y="30733"/>
                  </a:lnTo>
                  <a:cubicBezTo>
                    <a:pt x="9755" y="30911"/>
                    <a:pt x="10127" y="31105"/>
                    <a:pt x="10482" y="31325"/>
                  </a:cubicBezTo>
                  <a:cubicBezTo>
                    <a:pt x="10727" y="31469"/>
                    <a:pt x="10905" y="31604"/>
                    <a:pt x="11226" y="31799"/>
                  </a:cubicBezTo>
                  <a:lnTo>
                    <a:pt x="11083" y="31714"/>
                  </a:lnTo>
                  <a:lnTo>
                    <a:pt x="11083" y="31714"/>
                  </a:lnTo>
                  <a:cubicBezTo>
                    <a:pt x="11277" y="31841"/>
                    <a:pt x="11700" y="32095"/>
                    <a:pt x="12098" y="32366"/>
                  </a:cubicBezTo>
                  <a:cubicBezTo>
                    <a:pt x="12435" y="32591"/>
                    <a:pt x="12760" y="32827"/>
                    <a:pt x="12953" y="32978"/>
                  </a:cubicBezTo>
                  <a:lnTo>
                    <a:pt x="12953" y="32978"/>
                  </a:lnTo>
                  <a:cubicBezTo>
                    <a:pt x="12840" y="32884"/>
                    <a:pt x="12736" y="32786"/>
                    <a:pt x="12631" y="32687"/>
                  </a:cubicBezTo>
                  <a:cubicBezTo>
                    <a:pt x="12512" y="32603"/>
                    <a:pt x="12385" y="32526"/>
                    <a:pt x="12267" y="32450"/>
                  </a:cubicBezTo>
                  <a:cubicBezTo>
                    <a:pt x="12157" y="32391"/>
                    <a:pt x="12022" y="32298"/>
                    <a:pt x="11700" y="32087"/>
                  </a:cubicBezTo>
                  <a:lnTo>
                    <a:pt x="11700" y="32087"/>
                  </a:lnTo>
                  <a:cubicBezTo>
                    <a:pt x="11886" y="32180"/>
                    <a:pt x="12055" y="32281"/>
                    <a:pt x="12225" y="32391"/>
                  </a:cubicBezTo>
                  <a:lnTo>
                    <a:pt x="12571" y="32620"/>
                  </a:lnTo>
                  <a:cubicBezTo>
                    <a:pt x="12665" y="32687"/>
                    <a:pt x="12749" y="32738"/>
                    <a:pt x="12791" y="32763"/>
                  </a:cubicBezTo>
                  <a:cubicBezTo>
                    <a:pt x="12935" y="32873"/>
                    <a:pt x="13079" y="32983"/>
                    <a:pt x="13206" y="33110"/>
                  </a:cubicBezTo>
                  <a:cubicBezTo>
                    <a:pt x="13265" y="33161"/>
                    <a:pt x="13316" y="33220"/>
                    <a:pt x="13367" y="33288"/>
                  </a:cubicBezTo>
                  <a:cubicBezTo>
                    <a:pt x="13790" y="33626"/>
                    <a:pt x="14103" y="33914"/>
                    <a:pt x="14424" y="34227"/>
                  </a:cubicBezTo>
                  <a:cubicBezTo>
                    <a:pt x="14746" y="34548"/>
                    <a:pt x="15084" y="34895"/>
                    <a:pt x="15524" y="35394"/>
                  </a:cubicBezTo>
                  <a:cubicBezTo>
                    <a:pt x="15600" y="35479"/>
                    <a:pt x="15685" y="35555"/>
                    <a:pt x="15761" y="35648"/>
                  </a:cubicBezTo>
                  <a:cubicBezTo>
                    <a:pt x="15845" y="35733"/>
                    <a:pt x="15930" y="35826"/>
                    <a:pt x="16023" y="35936"/>
                  </a:cubicBezTo>
                  <a:cubicBezTo>
                    <a:pt x="16285" y="36240"/>
                    <a:pt x="16522" y="36570"/>
                    <a:pt x="16734" y="36917"/>
                  </a:cubicBezTo>
                  <a:lnTo>
                    <a:pt x="16706" y="36889"/>
                  </a:lnTo>
                  <a:lnTo>
                    <a:pt x="16706" y="36889"/>
                  </a:lnTo>
                  <a:cubicBezTo>
                    <a:pt x="16770" y="36968"/>
                    <a:pt x="16990" y="37340"/>
                    <a:pt x="17097" y="37509"/>
                  </a:cubicBezTo>
                  <a:cubicBezTo>
                    <a:pt x="17065" y="37440"/>
                    <a:pt x="17056" y="37415"/>
                    <a:pt x="17061" y="37415"/>
                  </a:cubicBezTo>
                  <a:lnTo>
                    <a:pt x="17061" y="37415"/>
                  </a:lnTo>
                  <a:cubicBezTo>
                    <a:pt x="17074" y="37415"/>
                    <a:pt x="17198" y="37625"/>
                    <a:pt x="17208" y="37625"/>
                  </a:cubicBezTo>
                  <a:cubicBezTo>
                    <a:pt x="17212" y="37625"/>
                    <a:pt x="17197" y="37590"/>
                    <a:pt x="17148" y="37492"/>
                  </a:cubicBezTo>
                  <a:lnTo>
                    <a:pt x="17148" y="37492"/>
                  </a:lnTo>
                  <a:cubicBezTo>
                    <a:pt x="17478" y="38050"/>
                    <a:pt x="17478" y="38177"/>
                    <a:pt x="17486" y="38245"/>
                  </a:cubicBezTo>
                  <a:cubicBezTo>
                    <a:pt x="17732" y="38634"/>
                    <a:pt x="18028" y="39404"/>
                    <a:pt x="18332" y="40343"/>
                  </a:cubicBezTo>
                  <a:cubicBezTo>
                    <a:pt x="18315" y="40309"/>
                    <a:pt x="18282" y="40208"/>
                    <a:pt x="18239" y="40098"/>
                  </a:cubicBezTo>
                  <a:cubicBezTo>
                    <a:pt x="18205" y="39979"/>
                    <a:pt x="18163" y="39852"/>
                    <a:pt x="18112" y="39742"/>
                  </a:cubicBezTo>
                  <a:cubicBezTo>
                    <a:pt x="18057" y="39598"/>
                    <a:pt x="18012" y="39487"/>
                    <a:pt x="18007" y="39487"/>
                  </a:cubicBezTo>
                  <a:lnTo>
                    <a:pt x="18007" y="39487"/>
                  </a:lnTo>
                  <a:cubicBezTo>
                    <a:pt x="18005" y="39487"/>
                    <a:pt x="18013" y="39517"/>
                    <a:pt x="18036" y="39590"/>
                  </a:cubicBezTo>
                  <a:lnTo>
                    <a:pt x="18155" y="39886"/>
                  </a:lnTo>
                  <a:lnTo>
                    <a:pt x="18256" y="40182"/>
                  </a:lnTo>
                  <a:cubicBezTo>
                    <a:pt x="18332" y="40377"/>
                    <a:pt x="18392" y="40580"/>
                    <a:pt x="18459" y="40783"/>
                  </a:cubicBezTo>
                  <a:cubicBezTo>
                    <a:pt x="18409" y="40605"/>
                    <a:pt x="18366" y="40419"/>
                    <a:pt x="18307" y="40242"/>
                  </a:cubicBezTo>
                  <a:lnTo>
                    <a:pt x="18307" y="40242"/>
                  </a:lnTo>
                  <a:cubicBezTo>
                    <a:pt x="18383" y="40470"/>
                    <a:pt x="18442" y="40656"/>
                    <a:pt x="18485" y="40825"/>
                  </a:cubicBezTo>
                  <a:cubicBezTo>
                    <a:pt x="18518" y="40986"/>
                    <a:pt x="18552" y="41130"/>
                    <a:pt x="18578" y="41257"/>
                  </a:cubicBezTo>
                  <a:cubicBezTo>
                    <a:pt x="18612" y="41510"/>
                    <a:pt x="18645" y="41713"/>
                    <a:pt x="18671" y="41993"/>
                  </a:cubicBezTo>
                  <a:cubicBezTo>
                    <a:pt x="18671" y="42008"/>
                    <a:pt x="18670" y="42015"/>
                    <a:pt x="18668" y="42015"/>
                  </a:cubicBezTo>
                  <a:cubicBezTo>
                    <a:pt x="18657" y="42015"/>
                    <a:pt x="18613" y="41704"/>
                    <a:pt x="18569" y="41477"/>
                  </a:cubicBezTo>
                  <a:lnTo>
                    <a:pt x="18569" y="41477"/>
                  </a:lnTo>
                  <a:cubicBezTo>
                    <a:pt x="18578" y="41544"/>
                    <a:pt x="18595" y="41629"/>
                    <a:pt x="18612" y="41722"/>
                  </a:cubicBezTo>
                  <a:cubicBezTo>
                    <a:pt x="18628" y="41815"/>
                    <a:pt x="18637" y="41908"/>
                    <a:pt x="18654" y="42009"/>
                  </a:cubicBezTo>
                  <a:cubicBezTo>
                    <a:pt x="18688" y="42212"/>
                    <a:pt x="18705" y="42424"/>
                    <a:pt x="18730" y="42619"/>
                  </a:cubicBezTo>
                  <a:cubicBezTo>
                    <a:pt x="18738" y="42686"/>
                    <a:pt x="18747" y="42805"/>
                    <a:pt x="18755" y="42948"/>
                  </a:cubicBezTo>
                  <a:cubicBezTo>
                    <a:pt x="18755" y="43016"/>
                    <a:pt x="18772" y="43092"/>
                    <a:pt x="18772" y="43177"/>
                  </a:cubicBezTo>
                  <a:lnTo>
                    <a:pt x="18772" y="43422"/>
                  </a:lnTo>
                  <a:cubicBezTo>
                    <a:pt x="18772" y="43507"/>
                    <a:pt x="18772" y="43600"/>
                    <a:pt x="18772" y="43684"/>
                  </a:cubicBezTo>
                  <a:cubicBezTo>
                    <a:pt x="18764" y="43769"/>
                    <a:pt x="18764" y="43845"/>
                    <a:pt x="18764" y="43930"/>
                  </a:cubicBezTo>
                  <a:cubicBezTo>
                    <a:pt x="18755" y="44006"/>
                    <a:pt x="18755" y="44082"/>
                    <a:pt x="18755" y="44150"/>
                  </a:cubicBezTo>
                  <a:cubicBezTo>
                    <a:pt x="18747" y="44217"/>
                    <a:pt x="18738" y="44277"/>
                    <a:pt x="18738" y="44327"/>
                  </a:cubicBezTo>
                  <a:lnTo>
                    <a:pt x="18721" y="44488"/>
                  </a:lnTo>
                  <a:cubicBezTo>
                    <a:pt x="18721" y="44463"/>
                    <a:pt x="18721" y="44437"/>
                    <a:pt x="18721" y="44412"/>
                  </a:cubicBezTo>
                  <a:cubicBezTo>
                    <a:pt x="18713" y="44497"/>
                    <a:pt x="18705" y="44564"/>
                    <a:pt x="18696" y="44623"/>
                  </a:cubicBezTo>
                  <a:cubicBezTo>
                    <a:pt x="18671" y="44793"/>
                    <a:pt x="18637" y="44962"/>
                    <a:pt x="18612" y="45131"/>
                  </a:cubicBezTo>
                  <a:lnTo>
                    <a:pt x="18620" y="45021"/>
                  </a:lnTo>
                  <a:lnTo>
                    <a:pt x="18620" y="45021"/>
                  </a:lnTo>
                  <a:cubicBezTo>
                    <a:pt x="18612" y="45089"/>
                    <a:pt x="18603" y="45156"/>
                    <a:pt x="18586" y="45216"/>
                  </a:cubicBezTo>
                  <a:cubicBezTo>
                    <a:pt x="18544" y="45393"/>
                    <a:pt x="18510" y="45562"/>
                    <a:pt x="18459" y="45740"/>
                  </a:cubicBezTo>
                  <a:lnTo>
                    <a:pt x="18400" y="46002"/>
                  </a:lnTo>
                  <a:lnTo>
                    <a:pt x="18400" y="46002"/>
                  </a:lnTo>
                  <a:lnTo>
                    <a:pt x="18434" y="45875"/>
                  </a:lnTo>
                  <a:lnTo>
                    <a:pt x="18434" y="45875"/>
                  </a:lnTo>
                  <a:cubicBezTo>
                    <a:pt x="18448" y="45918"/>
                    <a:pt x="18354" y="46377"/>
                    <a:pt x="18151" y="46936"/>
                  </a:cubicBezTo>
                  <a:lnTo>
                    <a:pt x="18151" y="46936"/>
                  </a:lnTo>
                  <a:cubicBezTo>
                    <a:pt x="18183" y="46864"/>
                    <a:pt x="18219" y="46775"/>
                    <a:pt x="18256" y="46679"/>
                  </a:cubicBezTo>
                  <a:cubicBezTo>
                    <a:pt x="18290" y="46561"/>
                    <a:pt x="18332" y="46442"/>
                    <a:pt x="18375" y="46307"/>
                  </a:cubicBezTo>
                  <a:lnTo>
                    <a:pt x="18375" y="46307"/>
                  </a:lnTo>
                  <a:lnTo>
                    <a:pt x="18332" y="46484"/>
                  </a:lnTo>
                  <a:cubicBezTo>
                    <a:pt x="18070" y="47246"/>
                    <a:pt x="17749" y="47973"/>
                    <a:pt x="17360" y="48667"/>
                  </a:cubicBezTo>
                  <a:cubicBezTo>
                    <a:pt x="17478" y="48422"/>
                    <a:pt x="17605" y="48176"/>
                    <a:pt x="17749" y="47872"/>
                  </a:cubicBezTo>
                  <a:lnTo>
                    <a:pt x="17749" y="47872"/>
                  </a:lnTo>
                  <a:cubicBezTo>
                    <a:pt x="17698" y="47965"/>
                    <a:pt x="17656" y="48058"/>
                    <a:pt x="17605" y="48151"/>
                  </a:cubicBezTo>
                  <a:lnTo>
                    <a:pt x="17444" y="48456"/>
                  </a:lnTo>
                  <a:cubicBezTo>
                    <a:pt x="17343" y="48659"/>
                    <a:pt x="17224" y="48878"/>
                    <a:pt x="17114" y="49065"/>
                  </a:cubicBezTo>
                  <a:cubicBezTo>
                    <a:pt x="16996" y="49259"/>
                    <a:pt x="16894" y="49445"/>
                    <a:pt x="16793" y="49598"/>
                  </a:cubicBezTo>
                  <a:cubicBezTo>
                    <a:pt x="16717" y="49716"/>
                    <a:pt x="16640" y="49826"/>
                    <a:pt x="16547" y="49944"/>
                  </a:cubicBezTo>
                  <a:cubicBezTo>
                    <a:pt x="16869" y="49420"/>
                    <a:pt x="17089" y="49031"/>
                    <a:pt x="17309" y="48633"/>
                  </a:cubicBezTo>
                  <a:cubicBezTo>
                    <a:pt x="17554" y="48176"/>
                    <a:pt x="17782" y="47703"/>
                    <a:pt x="17977" y="47220"/>
                  </a:cubicBezTo>
                  <a:cubicBezTo>
                    <a:pt x="18026" y="47111"/>
                    <a:pt x="18044" y="47067"/>
                    <a:pt x="18047" y="47067"/>
                  </a:cubicBezTo>
                  <a:lnTo>
                    <a:pt x="18047" y="47067"/>
                  </a:lnTo>
                  <a:cubicBezTo>
                    <a:pt x="18048" y="47067"/>
                    <a:pt x="18047" y="47073"/>
                    <a:pt x="18045" y="47085"/>
                  </a:cubicBezTo>
                  <a:cubicBezTo>
                    <a:pt x="18011" y="47187"/>
                    <a:pt x="17969" y="47288"/>
                    <a:pt x="17926" y="47390"/>
                  </a:cubicBezTo>
                  <a:cubicBezTo>
                    <a:pt x="17825" y="47652"/>
                    <a:pt x="17656" y="47999"/>
                    <a:pt x="17656" y="48024"/>
                  </a:cubicBezTo>
                  <a:lnTo>
                    <a:pt x="17816" y="47694"/>
                  </a:lnTo>
                  <a:lnTo>
                    <a:pt x="17969" y="47364"/>
                  </a:lnTo>
                  <a:lnTo>
                    <a:pt x="17969" y="47364"/>
                  </a:lnTo>
                  <a:cubicBezTo>
                    <a:pt x="17967" y="47366"/>
                    <a:pt x="17966" y="47367"/>
                    <a:pt x="17965" y="47367"/>
                  </a:cubicBezTo>
                  <a:cubicBezTo>
                    <a:pt x="17959" y="47367"/>
                    <a:pt x="17989" y="47301"/>
                    <a:pt x="18019" y="47195"/>
                  </a:cubicBezTo>
                  <a:cubicBezTo>
                    <a:pt x="18062" y="47085"/>
                    <a:pt x="18121" y="46924"/>
                    <a:pt x="18172" y="46772"/>
                  </a:cubicBezTo>
                  <a:cubicBezTo>
                    <a:pt x="18252" y="46538"/>
                    <a:pt x="18316" y="46315"/>
                    <a:pt x="18302" y="46315"/>
                  </a:cubicBezTo>
                  <a:lnTo>
                    <a:pt x="18302" y="46315"/>
                  </a:lnTo>
                  <a:cubicBezTo>
                    <a:pt x="18298" y="46315"/>
                    <a:pt x="18289" y="46331"/>
                    <a:pt x="18273" y="46366"/>
                  </a:cubicBezTo>
                  <a:cubicBezTo>
                    <a:pt x="17766" y="47880"/>
                    <a:pt x="16962" y="49251"/>
                    <a:pt x="16184" y="50376"/>
                  </a:cubicBezTo>
                  <a:cubicBezTo>
                    <a:pt x="16370" y="49970"/>
                    <a:pt x="16547" y="49564"/>
                    <a:pt x="16700" y="49149"/>
                  </a:cubicBezTo>
                  <a:cubicBezTo>
                    <a:pt x="16700" y="49149"/>
                    <a:pt x="16708" y="49124"/>
                    <a:pt x="16734" y="49065"/>
                  </a:cubicBezTo>
                  <a:lnTo>
                    <a:pt x="16734" y="49065"/>
                  </a:lnTo>
                  <a:cubicBezTo>
                    <a:pt x="16564" y="49352"/>
                    <a:pt x="16454" y="49530"/>
                    <a:pt x="16395" y="49640"/>
                  </a:cubicBezTo>
                  <a:cubicBezTo>
                    <a:pt x="16353" y="49699"/>
                    <a:pt x="16327" y="49758"/>
                    <a:pt x="16311" y="49826"/>
                  </a:cubicBezTo>
                  <a:cubicBezTo>
                    <a:pt x="16311" y="49860"/>
                    <a:pt x="16387" y="49801"/>
                    <a:pt x="16302" y="49936"/>
                  </a:cubicBezTo>
                  <a:cubicBezTo>
                    <a:pt x="16158" y="50173"/>
                    <a:pt x="16006" y="50393"/>
                    <a:pt x="15845" y="50613"/>
                  </a:cubicBezTo>
                  <a:lnTo>
                    <a:pt x="15913" y="50486"/>
                  </a:lnTo>
                  <a:lnTo>
                    <a:pt x="15913" y="50486"/>
                  </a:lnTo>
                  <a:cubicBezTo>
                    <a:pt x="15676" y="50833"/>
                    <a:pt x="15642" y="50892"/>
                    <a:pt x="15617" y="50943"/>
                  </a:cubicBezTo>
                  <a:cubicBezTo>
                    <a:pt x="15532" y="51078"/>
                    <a:pt x="15448" y="51205"/>
                    <a:pt x="15346" y="51323"/>
                  </a:cubicBezTo>
                  <a:cubicBezTo>
                    <a:pt x="15267" y="51434"/>
                    <a:pt x="15239" y="51475"/>
                    <a:pt x="15241" y="51475"/>
                  </a:cubicBezTo>
                  <a:cubicBezTo>
                    <a:pt x="15246" y="51475"/>
                    <a:pt x="15485" y="51152"/>
                    <a:pt x="15493" y="51152"/>
                  </a:cubicBezTo>
                  <a:lnTo>
                    <a:pt x="15493" y="51152"/>
                  </a:lnTo>
                  <a:cubicBezTo>
                    <a:pt x="15494" y="51152"/>
                    <a:pt x="15482" y="51172"/>
                    <a:pt x="15448" y="51222"/>
                  </a:cubicBezTo>
                  <a:cubicBezTo>
                    <a:pt x="15202" y="51543"/>
                    <a:pt x="15143" y="51653"/>
                    <a:pt x="15042" y="51797"/>
                  </a:cubicBezTo>
                  <a:cubicBezTo>
                    <a:pt x="14847" y="52085"/>
                    <a:pt x="14636" y="52364"/>
                    <a:pt x="14407" y="52626"/>
                  </a:cubicBezTo>
                  <a:cubicBezTo>
                    <a:pt x="14441" y="52575"/>
                    <a:pt x="14297" y="52711"/>
                    <a:pt x="14746" y="52135"/>
                  </a:cubicBezTo>
                  <a:lnTo>
                    <a:pt x="14746" y="52135"/>
                  </a:lnTo>
                  <a:lnTo>
                    <a:pt x="14280" y="52685"/>
                  </a:lnTo>
                  <a:lnTo>
                    <a:pt x="15008" y="51729"/>
                  </a:lnTo>
                  <a:cubicBezTo>
                    <a:pt x="15228" y="51391"/>
                    <a:pt x="15152" y="51459"/>
                    <a:pt x="15355" y="51146"/>
                  </a:cubicBezTo>
                  <a:lnTo>
                    <a:pt x="15355" y="51146"/>
                  </a:lnTo>
                  <a:cubicBezTo>
                    <a:pt x="15169" y="51408"/>
                    <a:pt x="15228" y="51374"/>
                    <a:pt x="14932" y="51763"/>
                  </a:cubicBezTo>
                  <a:cubicBezTo>
                    <a:pt x="14823" y="51897"/>
                    <a:pt x="14781" y="51945"/>
                    <a:pt x="14778" y="51945"/>
                  </a:cubicBezTo>
                  <a:cubicBezTo>
                    <a:pt x="14769" y="51945"/>
                    <a:pt x="14981" y="51664"/>
                    <a:pt x="14999" y="51628"/>
                  </a:cubicBezTo>
                  <a:lnTo>
                    <a:pt x="14999" y="51628"/>
                  </a:lnTo>
                  <a:cubicBezTo>
                    <a:pt x="14551" y="52262"/>
                    <a:pt x="14441" y="52288"/>
                    <a:pt x="14035" y="52854"/>
                  </a:cubicBezTo>
                  <a:cubicBezTo>
                    <a:pt x="14145" y="52770"/>
                    <a:pt x="14060" y="52880"/>
                    <a:pt x="14399" y="52499"/>
                  </a:cubicBezTo>
                  <a:lnTo>
                    <a:pt x="14399" y="52499"/>
                  </a:lnTo>
                  <a:cubicBezTo>
                    <a:pt x="14109" y="52877"/>
                    <a:pt x="13721" y="53323"/>
                    <a:pt x="13683" y="53323"/>
                  </a:cubicBezTo>
                  <a:cubicBezTo>
                    <a:pt x="13681" y="53323"/>
                    <a:pt x="13680" y="53322"/>
                    <a:pt x="13680" y="53320"/>
                  </a:cubicBezTo>
                  <a:lnTo>
                    <a:pt x="13637" y="53413"/>
                  </a:lnTo>
                  <a:cubicBezTo>
                    <a:pt x="13561" y="53506"/>
                    <a:pt x="13316" y="53810"/>
                    <a:pt x="13291" y="53819"/>
                  </a:cubicBezTo>
                  <a:lnTo>
                    <a:pt x="13197" y="53963"/>
                  </a:lnTo>
                  <a:cubicBezTo>
                    <a:pt x="13443" y="53692"/>
                    <a:pt x="13637" y="53472"/>
                    <a:pt x="14027" y="52973"/>
                  </a:cubicBezTo>
                  <a:lnTo>
                    <a:pt x="14027" y="52973"/>
                  </a:lnTo>
                  <a:cubicBezTo>
                    <a:pt x="13993" y="53023"/>
                    <a:pt x="13989" y="53036"/>
                    <a:pt x="13996" y="53036"/>
                  </a:cubicBezTo>
                  <a:cubicBezTo>
                    <a:pt x="14005" y="53036"/>
                    <a:pt x="14030" y="53017"/>
                    <a:pt x="14038" y="53017"/>
                  </a:cubicBezTo>
                  <a:cubicBezTo>
                    <a:pt x="14052" y="53017"/>
                    <a:pt x="14017" y="53073"/>
                    <a:pt x="13773" y="53379"/>
                  </a:cubicBezTo>
                  <a:cubicBezTo>
                    <a:pt x="13695" y="53474"/>
                    <a:pt x="13667" y="53504"/>
                    <a:pt x="13662" y="53504"/>
                  </a:cubicBezTo>
                  <a:cubicBezTo>
                    <a:pt x="13654" y="53504"/>
                    <a:pt x="13718" y="53412"/>
                    <a:pt x="13715" y="53412"/>
                  </a:cubicBezTo>
                  <a:lnTo>
                    <a:pt x="13715" y="53412"/>
                  </a:lnTo>
                  <a:cubicBezTo>
                    <a:pt x="13714" y="53412"/>
                    <a:pt x="13714" y="53412"/>
                    <a:pt x="13714" y="53413"/>
                  </a:cubicBezTo>
                  <a:cubicBezTo>
                    <a:pt x="13147" y="54132"/>
                    <a:pt x="12851" y="54479"/>
                    <a:pt x="12580" y="54800"/>
                  </a:cubicBezTo>
                  <a:cubicBezTo>
                    <a:pt x="12318" y="55113"/>
                    <a:pt x="12072" y="55392"/>
                    <a:pt x="11649" y="55976"/>
                  </a:cubicBezTo>
                  <a:cubicBezTo>
                    <a:pt x="11852" y="55680"/>
                    <a:pt x="12411" y="54986"/>
                    <a:pt x="12825" y="54436"/>
                  </a:cubicBezTo>
                  <a:lnTo>
                    <a:pt x="12825" y="54436"/>
                  </a:lnTo>
                  <a:cubicBezTo>
                    <a:pt x="12546" y="54741"/>
                    <a:pt x="12275" y="55155"/>
                    <a:pt x="12022" y="55468"/>
                  </a:cubicBezTo>
                  <a:cubicBezTo>
                    <a:pt x="12133" y="55312"/>
                    <a:pt x="12193" y="55224"/>
                    <a:pt x="12185" y="55224"/>
                  </a:cubicBezTo>
                  <a:lnTo>
                    <a:pt x="12185" y="55224"/>
                  </a:lnTo>
                  <a:cubicBezTo>
                    <a:pt x="12178" y="55224"/>
                    <a:pt x="12116" y="55295"/>
                    <a:pt x="11988" y="55451"/>
                  </a:cubicBezTo>
                  <a:lnTo>
                    <a:pt x="11895" y="55604"/>
                  </a:lnTo>
                  <a:cubicBezTo>
                    <a:pt x="11742" y="55807"/>
                    <a:pt x="11472" y="56170"/>
                    <a:pt x="11446" y="56196"/>
                  </a:cubicBezTo>
                  <a:cubicBezTo>
                    <a:pt x="11523" y="56120"/>
                    <a:pt x="11590" y="56027"/>
                    <a:pt x="11658" y="55942"/>
                  </a:cubicBezTo>
                  <a:lnTo>
                    <a:pt x="11658" y="55942"/>
                  </a:lnTo>
                  <a:cubicBezTo>
                    <a:pt x="11286" y="56467"/>
                    <a:pt x="10592" y="57456"/>
                    <a:pt x="10017" y="58454"/>
                  </a:cubicBezTo>
                  <a:cubicBezTo>
                    <a:pt x="10051" y="58361"/>
                    <a:pt x="10093" y="58277"/>
                    <a:pt x="10144" y="58201"/>
                  </a:cubicBezTo>
                  <a:lnTo>
                    <a:pt x="10372" y="57795"/>
                  </a:lnTo>
                  <a:cubicBezTo>
                    <a:pt x="10461" y="57651"/>
                    <a:pt x="10533" y="57536"/>
                    <a:pt x="10530" y="57536"/>
                  </a:cubicBezTo>
                  <a:lnTo>
                    <a:pt x="10530" y="57536"/>
                  </a:lnTo>
                  <a:cubicBezTo>
                    <a:pt x="10527" y="57536"/>
                    <a:pt x="10487" y="57592"/>
                    <a:pt x="10389" y="57735"/>
                  </a:cubicBezTo>
                  <a:cubicBezTo>
                    <a:pt x="10152" y="58141"/>
                    <a:pt x="9974" y="58480"/>
                    <a:pt x="9585" y="59199"/>
                  </a:cubicBezTo>
                  <a:cubicBezTo>
                    <a:pt x="9615" y="59135"/>
                    <a:pt x="9624" y="59110"/>
                    <a:pt x="9621" y="59110"/>
                  </a:cubicBezTo>
                  <a:lnTo>
                    <a:pt x="9621" y="59110"/>
                  </a:lnTo>
                  <a:cubicBezTo>
                    <a:pt x="9615" y="59110"/>
                    <a:pt x="9579" y="59170"/>
                    <a:pt x="9543" y="59241"/>
                  </a:cubicBezTo>
                  <a:cubicBezTo>
                    <a:pt x="9485" y="59357"/>
                    <a:pt x="9404" y="59512"/>
                    <a:pt x="9399" y="59512"/>
                  </a:cubicBezTo>
                  <a:cubicBezTo>
                    <a:pt x="9399" y="59512"/>
                    <a:pt x="9399" y="59512"/>
                    <a:pt x="9399" y="59512"/>
                  </a:cubicBezTo>
                  <a:cubicBezTo>
                    <a:pt x="9247" y="59859"/>
                    <a:pt x="9120" y="60214"/>
                    <a:pt x="8985" y="60569"/>
                  </a:cubicBezTo>
                  <a:cubicBezTo>
                    <a:pt x="8827" y="60955"/>
                    <a:pt x="8687" y="61351"/>
                    <a:pt x="8571" y="61755"/>
                  </a:cubicBezTo>
                  <a:lnTo>
                    <a:pt x="8571" y="61755"/>
                  </a:lnTo>
                  <a:cubicBezTo>
                    <a:pt x="8595" y="61686"/>
                    <a:pt x="8620" y="61611"/>
                    <a:pt x="8646" y="61534"/>
                  </a:cubicBezTo>
                  <a:lnTo>
                    <a:pt x="8646" y="61534"/>
                  </a:lnTo>
                  <a:cubicBezTo>
                    <a:pt x="8460" y="62278"/>
                    <a:pt x="8232" y="62887"/>
                    <a:pt x="8080" y="63860"/>
                  </a:cubicBezTo>
                  <a:lnTo>
                    <a:pt x="8147" y="63412"/>
                  </a:lnTo>
                  <a:lnTo>
                    <a:pt x="8147" y="63412"/>
                  </a:lnTo>
                  <a:cubicBezTo>
                    <a:pt x="8113" y="63589"/>
                    <a:pt x="8080" y="63767"/>
                    <a:pt x="8046" y="63928"/>
                  </a:cubicBezTo>
                  <a:lnTo>
                    <a:pt x="7978" y="64410"/>
                  </a:lnTo>
                  <a:cubicBezTo>
                    <a:pt x="7970" y="64486"/>
                    <a:pt x="7953" y="64562"/>
                    <a:pt x="7953" y="64638"/>
                  </a:cubicBezTo>
                  <a:cubicBezTo>
                    <a:pt x="7944" y="64714"/>
                    <a:pt x="7936" y="64791"/>
                    <a:pt x="7927" y="64858"/>
                  </a:cubicBezTo>
                  <a:cubicBezTo>
                    <a:pt x="7919" y="65011"/>
                    <a:pt x="7902" y="65154"/>
                    <a:pt x="7893" y="65307"/>
                  </a:cubicBezTo>
                  <a:lnTo>
                    <a:pt x="7868" y="65281"/>
                  </a:lnTo>
                  <a:lnTo>
                    <a:pt x="7868" y="65281"/>
                  </a:lnTo>
                  <a:cubicBezTo>
                    <a:pt x="7877" y="65527"/>
                    <a:pt x="7868" y="65780"/>
                    <a:pt x="7851" y="66026"/>
                  </a:cubicBezTo>
                  <a:cubicBezTo>
                    <a:pt x="7843" y="66381"/>
                    <a:pt x="7834" y="66770"/>
                    <a:pt x="7843" y="66914"/>
                  </a:cubicBezTo>
                  <a:cubicBezTo>
                    <a:pt x="7834" y="66356"/>
                    <a:pt x="7868" y="65806"/>
                    <a:pt x="7927" y="65247"/>
                  </a:cubicBezTo>
                  <a:lnTo>
                    <a:pt x="8003" y="64630"/>
                  </a:lnTo>
                  <a:lnTo>
                    <a:pt x="8071" y="64207"/>
                  </a:lnTo>
                  <a:cubicBezTo>
                    <a:pt x="8080" y="64122"/>
                    <a:pt x="8088" y="64038"/>
                    <a:pt x="8105" y="63945"/>
                  </a:cubicBezTo>
                  <a:cubicBezTo>
                    <a:pt x="8122" y="63860"/>
                    <a:pt x="8139" y="63750"/>
                    <a:pt x="8156" y="63649"/>
                  </a:cubicBezTo>
                  <a:lnTo>
                    <a:pt x="8156" y="63649"/>
                  </a:lnTo>
                  <a:cubicBezTo>
                    <a:pt x="8071" y="64291"/>
                    <a:pt x="8020" y="64765"/>
                    <a:pt x="7995" y="65467"/>
                  </a:cubicBezTo>
                  <a:cubicBezTo>
                    <a:pt x="7987" y="65603"/>
                    <a:pt x="7970" y="65730"/>
                    <a:pt x="7944" y="65865"/>
                  </a:cubicBezTo>
                  <a:cubicBezTo>
                    <a:pt x="7944" y="66093"/>
                    <a:pt x="7970" y="66161"/>
                    <a:pt x="7961" y="66584"/>
                  </a:cubicBezTo>
                  <a:lnTo>
                    <a:pt x="7944" y="66702"/>
                  </a:lnTo>
                  <a:cubicBezTo>
                    <a:pt x="7936" y="67007"/>
                    <a:pt x="7936" y="67218"/>
                    <a:pt x="7944" y="67396"/>
                  </a:cubicBezTo>
                  <a:cubicBezTo>
                    <a:pt x="7953" y="67565"/>
                    <a:pt x="7961" y="67701"/>
                    <a:pt x="7978" y="67827"/>
                  </a:cubicBezTo>
                  <a:cubicBezTo>
                    <a:pt x="7995" y="68090"/>
                    <a:pt x="8029" y="68344"/>
                    <a:pt x="8054" y="68910"/>
                  </a:cubicBezTo>
                  <a:cubicBezTo>
                    <a:pt x="8052" y="68930"/>
                    <a:pt x="8049" y="68939"/>
                    <a:pt x="8046" y="68939"/>
                  </a:cubicBezTo>
                  <a:cubicBezTo>
                    <a:pt x="8014" y="68939"/>
                    <a:pt x="7934" y="67879"/>
                    <a:pt x="7919" y="67244"/>
                  </a:cubicBezTo>
                  <a:cubicBezTo>
                    <a:pt x="7914" y="67318"/>
                    <a:pt x="7911" y="67349"/>
                    <a:pt x="7908" y="67349"/>
                  </a:cubicBezTo>
                  <a:cubicBezTo>
                    <a:pt x="7901" y="67349"/>
                    <a:pt x="7900" y="67150"/>
                    <a:pt x="7893" y="66956"/>
                  </a:cubicBezTo>
                  <a:cubicBezTo>
                    <a:pt x="7888" y="66768"/>
                    <a:pt x="7890" y="66588"/>
                    <a:pt x="7881" y="66588"/>
                  </a:cubicBezTo>
                  <a:cubicBezTo>
                    <a:pt x="7877" y="66588"/>
                    <a:pt x="7871" y="66631"/>
                    <a:pt x="7860" y="66736"/>
                  </a:cubicBezTo>
                  <a:lnTo>
                    <a:pt x="7885" y="67075"/>
                  </a:lnTo>
                  <a:cubicBezTo>
                    <a:pt x="7881" y="67261"/>
                    <a:pt x="7874" y="67341"/>
                    <a:pt x="7868" y="67341"/>
                  </a:cubicBezTo>
                  <a:cubicBezTo>
                    <a:pt x="7863" y="67341"/>
                    <a:pt x="7860" y="67276"/>
                    <a:pt x="7860" y="67168"/>
                  </a:cubicBezTo>
                  <a:lnTo>
                    <a:pt x="7860" y="67168"/>
                  </a:lnTo>
                  <a:cubicBezTo>
                    <a:pt x="7860" y="67405"/>
                    <a:pt x="7868" y="67498"/>
                    <a:pt x="7868" y="67548"/>
                  </a:cubicBezTo>
                  <a:cubicBezTo>
                    <a:pt x="7868" y="67599"/>
                    <a:pt x="7877" y="67650"/>
                    <a:pt x="7885" y="67701"/>
                  </a:cubicBezTo>
                  <a:cubicBezTo>
                    <a:pt x="7893" y="68157"/>
                    <a:pt x="7910" y="68369"/>
                    <a:pt x="7910" y="68462"/>
                  </a:cubicBezTo>
                  <a:cubicBezTo>
                    <a:pt x="7910" y="68512"/>
                    <a:pt x="7908" y="68528"/>
                    <a:pt x="7904" y="68528"/>
                  </a:cubicBezTo>
                  <a:cubicBezTo>
                    <a:pt x="7901" y="68528"/>
                    <a:pt x="7897" y="68516"/>
                    <a:pt x="7893" y="68504"/>
                  </a:cubicBezTo>
                  <a:cubicBezTo>
                    <a:pt x="7889" y="68492"/>
                    <a:pt x="7885" y="68477"/>
                    <a:pt x="7882" y="68477"/>
                  </a:cubicBezTo>
                  <a:cubicBezTo>
                    <a:pt x="7879" y="68477"/>
                    <a:pt x="7877" y="68492"/>
                    <a:pt x="7877" y="68538"/>
                  </a:cubicBezTo>
                  <a:cubicBezTo>
                    <a:pt x="7877" y="68631"/>
                    <a:pt x="7877" y="68843"/>
                    <a:pt x="7919" y="69282"/>
                  </a:cubicBezTo>
                  <a:cubicBezTo>
                    <a:pt x="7902" y="69181"/>
                    <a:pt x="7885" y="69012"/>
                    <a:pt x="7868" y="68876"/>
                  </a:cubicBezTo>
                  <a:cubicBezTo>
                    <a:pt x="7861" y="68765"/>
                    <a:pt x="7848" y="68677"/>
                    <a:pt x="7844" y="68677"/>
                  </a:cubicBezTo>
                  <a:cubicBezTo>
                    <a:pt x="7843" y="68677"/>
                    <a:pt x="7843" y="68681"/>
                    <a:pt x="7843" y="68690"/>
                  </a:cubicBezTo>
                  <a:lnTo>
                    <a:pt x="7817" y="68217"/>
                  </a:lnTo>
                  <a:cubicBezTo>
                    <a:pt x="7800" y="68056"/>
                    <a:pt x="7800" y="67895"/>
                    <a:pt x="7800" y="67743"/>
                  </a:cubicBezTo>
                  <a:lnTo>
                    <a:pt x="7775" y="67718"/>
                  </a:lnTo>
                  <a:lnTo>
                    <a:pt x="7775" y="67718"/>
                  </a:lnTo>
                  <a:cubicBezTo>
                    <a:pt x="7783" y="67870"/>
                    <a:pt x="7775" y="68014"/>
                    <a:pt x="7792" y="68149"/>
                  </a:cubicBezTo>
                  <a:cubicBezTo>
                    <a:pt x="7800" y="68284"/>
                    <a:pt x="7809" y="68420"/>
                    <a:pt x="7817" y="68538"/>
                  </a:cubicBezTo>
                  <a:cubicBezTo>
                    <a:pt x="7826" y="68656"/>
                    <a:pt x="7834" y="68775"/>
                    <a:pt x="7843" y="68885"/>
                  </a:cubicBezTo>
                  <a:cubicBezTo>
                    <a:pt x="7860" y="68995"/>
                    <a:pt x="7868" y="69096"/>
                    <a:pt x="7877" y="69198"/>
                  </a:cubicBezTo>
                  <a:cubicBezTo>
                    <a:pt x="7927" y="69587"/>
                    <a:pt x="7987" y="69900"/>
                    <a:pt x="8046" y="70171"/>
                  </a:cubicBezTo>
                  <a:cubicBezTo>
                    <a:pt x="7982" y="69721"/>
                    <a:pt x="7973" y="69626"/>
                    <a:pt x="7981" y="69626"/>
                  </a:cubicBezTo>
                  <a:lnTo>
                    <a:pt x="7981" y="69626"/>
                  </a:lnTo>
                  <a:cubicBezTo>
                    <a:pt x="7986" y="69626"/>
                    <a:pt x="8001" y="69678"/>
                    <a:pt x="8008" y="69678"/>
                  </a:cubicBezTo>
                  <a:cubicBezTo>
                    <a:pt x="8015" y="69678"/>
                    <a:pt x="8017" y="69637"/>
                    <a:pt x="8003" y="69486"/>
                  </a:cubicBezTo>
                  <a:lnTo>
                    <a:pt x="8003" y="69486"/>
                  </a:lnTo>
                  <a:cubicBezTo>
                    <a:pt x="8037" y="69655"/>
                    <a:pt x="8054" y="69832"/>
                    <a:pt x="8063" y="70010"/>
                  </a:cubicBezTo>
                  <a:cubicBezTo>
                    <a:pt x="8071" y="70052"/>
                    <a:pt x="8096" y="70205"/>
                    <a:pt x="8113" y="70340"/>
                  </a:cubicBezTo>
                  <a:cubicBezTo>
                    <a:pt x="8136" y="70458"/>
                    <a:pt x="8158" y="70558"/>
                    <a:pt x="8163" y="70558"/>
                  </a:cubicBezTo>
                  <a:cubicBezTo>
                    <a:pt x="8164" y="70558"/>
                    <a:pt x="8164" y="70556"/>
                    <a:pt x="8164" y="70551"/>
                  </a:cubicBezTo>
                  <a:cubicBezTo>
                    <a:pt x="8164" y="70721"/>
                    <a:pt x="8173" y="70890"/>
                    <a:pt x="8198" y="71059"/>
                  </a:cubicBezTo>
                  <a:cubicBezTo>
                    <a:pt x="8232" y="71304"/>
                    <a:pt x="8274" y="71600"/>
                    <a:pt x="8316" y="71880"/>
                  </a:cubicBezTo>
                  <a:cubicBezTo>
                    <a:pt x="8384" y="72320"/>
                    <a:pt x="8457" y="72689"/>
                    <a:pt x="8436" y="72689"/>
                  </a:cubicBezTo>
                  <a:cubicBezTo>
                    <a:pt x="8431" y="72689"/>
                    <a:pt x="8420" y="72666"/>
                    <a:pt x="8401" y="72615"/>
                  </a:cubicBezTo>
                  <a:lnTo>
                    <a:pt x="8401" y="72615"/>
                  </a:lnTo>
                  <a:cubicBezTo>
                    <a:pt x="8469" y="72945"/>
                    <a:pt x="8621" y="73614"/>
                    <a:pt x="8841" y="74367"/>
                  </a:cubicBezTo>
                  <a:cubicBezTo>
                    <a:pt x="9061" y="75119"/>
                    <a:pt x="9340" y="75957"/>
                    <a:pt x="9577" y="76642"/>
                  </a:cubicBezTo>
                  <a:lnTo>
                    <a:pt x="9433" y="76270"/>
                  </a:lnTo>
                  <a:lnTo>
                    <a:pt x="9433" y="76270"/>
                  </a:lnTo>
                  <a:cubicBezTo>
                    <a:pt x="9543" y="76642"/>
                    <a:pt x="9628" y="76896"/>
                    <a:pt x="9704" y="77090"/>
                  </a:cubicBezTo>
                  <a:cubicBezTo>
                    <a:pt x="9763" y="77243"/>
                    <a:pt x="9822" y="77395"/>
                    <a:pt x="9890" y="77539"/>
                  </a:cubicBezTo>
                  <a:cubicBezTo>
                    <a:pt x="10008" y="77776"/>
                    <a:pt x="10093" y="77928"/>
                    <a:pt x="10271" y="78334"/>
                  </a:cubicBezTo>
                  <a:cubicBezTo>
                    <a:pt x="10205" y="78190"/>
                    <a:pt x="10176" y="78130"/>
                    <a:pt x="10172" y="78130"/>
                  </a:cubicBezTo>
                  <a:lnTo>
                    <a:pt x="10172" y="78130"/>
                  </a:lnTo>
                  <a:cubicBezTo>
                    <a:pt x="10166" y="78130"/>
                    <a:pt x="10214" y="78256"/>
                    <a:pt x="10279" y="78427"/>
                  </a:cubicBezTo>
                  <a:cubicBezTo>
                    <a:pt x="10389" y="78723"/>
                    <a:pt x="10558" y="79129"/>
                    <a:pt x="10609" y="79281"/>
                  </a:cubicBezTo>
                  <a:cubicBezTo>
                    <a:pt x="10913" y="79907"/>
                    <a:pt x="11176" y="80407"/>
                    <a:pt x="11599" y="81286"/>
                  </a:cubicBezTo>
                  <a:cubicBezTo>
                    <a:pt x="11675" y="81566"/>
                    <a:pt x="11776" y="81836"/>
                    <a:pt x="11920" y="82082"/>
                  </a:cubicBezTo>
                  <a:lnTo>
                    <a:pt x="12132" y="82445"/>
                  </a:lnTo>
                  <a:cubicBezTo>
                    <a:pt x="12275" y="82724"/>
                    <a:pt x="12436" y="83046"/>
                    <a:pt x="12597" y="83342"/>
                  </a:cubicBezTo>
                  <a:cubicBezTo>
                    <a:pt x="12758" y="83638"/>
                    <a:pt x="12918" y="83909"/>
                    <a:pt x="13003" y="84086"/>
                  </a:cubicBezTo>
                  <a:lnTo>
                    <a:pt x="12961" y="84010"/>
                  </a:lnTo>
                  <a:lnTo>
                    <a:pt x="12961" y="84010"/>
                  </a:lnTo>
                  <a:cubicBezTo>
                    <a:pt x="13137" y="84339"/>
                    <a:pt x="13233" y="84493"/>
                    <a:pt x="13245" y="84493"/>
                  </a:cubicBezTo>
                  <a:cubicBezTo>
                    <a:pt x="13256" y="84493"/>
                    <a:pt x="13202" y="84375"/>
                    <a:pt x="13079" y="84154"/>
                  </a:cubicBezTo>
                  <a:lnTo>
                    <a:pt x="13079" y="84154"/>
                  </a:lnTo>
                  <a:lnTo>
                    <a:pt x="13417" y="84721"/>
                  </a:lnTo>
                  <a:lnTo>
                    <a:pt x="13417" y="84746"/>
                  </a:lnTo>
                  <a:cubicBezTo>
                    <a:pt x="13857" y="85516"/>
                    <a:pt x="14331" y="86176"/>
                    <a:pt x="15067" y="87360"/>
                  </a:cubicBezTo>
                  <a:cubicBezTo>
                    <a:pt x="15041" y="87325"/>
                    <a:pt x="15029" y="87310"/>
                    <a:pt x="15025" y="87310"/>
                  </a:cubicBezTo>
                  <a:lnTo>
                    <a:pt x="15025" y="87310"/>
                  </a:lnTo>
                  <a:cubicBezTo>
                    <a:pt x="15014" y="87310"/>
                    <a:pt x="15102" y="87468"/>
                    <a:pt x="15160" y="87572"/>
                  </a:cubicBezTo>
                  <a:cubicBezTo>
                    <a:pt x="15186" y="87624"/>
                    <a:pt x="15207" y="87656"/>
                    <a:pt x="15200" y="87656"/>
                  </a:cubicBezTo>
                  <a:cubicBezTo>
                    <a:pt x="15198" y="87656"/>
                    <a:pt x="15193" y="87654"/>
                    <a:pt x="15185" y="87648"/>
                  </a:cubicBezTo>
                  <a:cubicBezTo>
                    <a:pt x="15160" y="87614"/>
                    <a:pt x="15075" y="87487"/>
                    <a:pt x="14915" y="87225"/>
                  </a:cubicBezTo>
                  <a:lnTo>
                    <a:pt x="14915" y="87225"/>
                  </a:lnTo>
                  <a:cubicBezTo>
                    <a:pt x="14962" y="87293"/>
                    <a:pt x="14982" y="87320"/>
                    <a:pt x="14986" y="87320"/>
                  </a:cubicBezTo>
                  <a:cubicBezTo>
                    <a:pt x="14999" y="87320"/>
                    <a:pt x="14824" y="87023"/>
                    <a:pt x="14805" y="86971"/>
                  </a:cubicBezTo>
                  <a:cubicBezTo>
                    <a:pt x="14568" y="86573"/>
                    <a:pt x="14331" y="86244"/>
                    <a:pt x="14221" y="86074"/>
                  </a:cubicBezTo>
                  <a:lnTo>
                    <a:pt x="14221" y="86074"/>
                  </a:lnTo>
                  <a:cubicBezTo>
                    <a:pt x="14243" y="86118"/>
                    <a:pt x="14247" y="86138"/>
                    <a:pt x="14238" y="86138"/>
                  </a:cubicBezTo>
                  <a:cubicBezTo>
                    <a:pt x="14218" y="86138"/>
                    <a:pt x="14140" y="86053"/>
                    <a:pt x="14043" y="85922"/>
                  </a:cubicBezTo>
                  <a:lnTo>
                    <a:pt x="14043" y="85922"/>
                  </a:lnTo>
                  <a:cubicBezTo>
                    <a:pt x="14297" y="86294"/>
                    <a:pt x="14746" y="87022"/>
                    <a:pt x="15160" y="87673"/>
                  </a:cubicBezTo>
                  <a:cubicBezTo>
                    <a:pt x="15592" y="88308"/>
                    <a:pt x="15981" y="88874"/>
                    <a:pt x="16074" y="88942"/>
                  </a:cubicBezTo>
                  <a:cubicBezTo>
                    <a:pt x="16226" y="89179"/>
                    <a:pt x="16387" y="89433"/>
                    <a:pt x="16573" y="89687"/>
                  </a:cubicBezTo>
                  <a:lnTo>
                    <a:pt x="17140" y="90465"/>
                  </a:lnTo>
                  <a:cubicBezTo>
                    <a:pt x="17537" y="90997"/>
                    <a:pt x="17925" y="91554"/>
                    <a:pt x="18322" y="92053"/>
                  </a:cubicBezTo>
                  <a:lnTo>
                    <a:pt x="18322" y="92053"/>
                  </a:lnTo>
                  <a:cubicBezTo>
                    <a:pt x="18291" y="92014"/>
                    <a:pt x="18241" y="91943"/>
                    <a:pt x="18251" y="91943"/>
                  </a:cubicBezTo>
                  <a:lnTo>
                    <a:pt x="18251" y="91943"/>
                  </a:lnTo>
                  <a:cubicBezTo>
                    <a:pt x="18252" y="91943"/>
                    <a:pt x="18254" y="91944"/>
                    <a:pt x="18256" y="91945"/>
                  </a:cubicBezTo>
                  <a:lnTo>
                    <a:pt x="18908" y="92825"/>
                  </a:lnTo>
                  <a:lnTo>
                    <a:pt x="18908" y="92825"/>
                  </a:lnTo>
                  <a:lnTo>
                    <a:pt x="18747" y="92630"/>
                  </a:lnTo>
                  <a:lnTo>
                    <a:pt x="19170" y="93214"/>
                  </a:lnTo>
                  <a:cubicBezTo>
                    <a:pt x="19174" y="93223"/>
                    <a:pt x="19175" y="93227"/>
                    <a:pt x="19173" y="93227"/>
                  </a:cubicBezTo>
                  <a:cubicBezTo>
                    <a:pt x="19158" y="93227"/>
                    <a:pt x="19002" y="93040"/>
                    <a:pt x="18840" y="92833"/>
                  </a:cubicBezTo>
                  <a:cubicBezTo>
                    <a:pt x="18762" y="92744"/>
                    <a:pt x="18697" y="92654"/>
                    <a:pt x="18702" y="92654"/>
                  </a:cubicBezTo>
                  <a:lnTo>
                    <a:pt x="18702" y="92654"/>
                  </a:lnTo>
                  <a:cubicBezTo>
                    <a:pt x="18702" y="92654"/>
                    <a:pt x="18704" y="92656"/>
                    <a:pt x="18708" y="92660"/>
                  </a:cubicBezTo>
                  <a:lnTo>
                    <a:pt x="18708" y="92660"/>
                  </a:lnTo>
                  <a:cubicBezTo>
                    <a:pt x="18627" y="92563"/>
                    <a:pt x="18594" y="92525"/>
                    <a:pt x="18591" y="92525"/>
                  </a:cubicBezTo>
                  <a:lnTo>
                    <a:pt x="18591" y="92525"/>
                  </a:lnTo>
                  <a:cubicBezTo>
                    <a:pt x="18582" y="92525"/>
                    <a:pt x="18894" y="92923"/>
                    <a:pt x="18881" y="92923"/>
                  </a:cubicBezTo>
                  <a:cubicBezTo>
                    <a:pt x="18878" y="92923"/>
                    <a:pt x="18856" y="92900"/>
                    <a:pt x="18806" y="92842"/>
                  </a:cubicBezTo>
                  <a:cubicBezTo>
                    <a:pt x="18688" y="92690"/>
                    <a:pt x="18535" y="92495"/>
                    <a:pt x="18451" y="92385"/>
                  </a:cubicBezTo>
                  <a:lnTo>
                    <a:pt x="18451" y="92385"/>
                  </a:lnTo>
                  <a:cubicBezTo>
                    <a:pt x="18713" y="92740"/>
                    <a:pt x="18925" y="92994"/>
                    <a:pt x="19102" y="93214"/>
                  </a:cubicBezTo>
                  <a:cubicBezTo>
                    <a:pt x="19187" y="93324"/>
                    <a:pt x="19271" y="93426"/>
                    <a:pt x="19347" y="93527"/>
                  </a:cubicBezTo>
                  <a:cubicBezTo>
                    <a:pt x="19432" y="93629"/>
                    <a:pt x="19508" y="93730"/>
                    <a:pt x="19593" y="93840"/>
                  </a:cubicBezTo>
                  <a:cubicBezTo>
                    <a:pt x="19880" y="94145"/>
                    <a:pt x="20456" y="94788"/>
                    <a:pt x="20963" y="95414"/>
                  </a:cubicBezTo>
                  <a:cubicBezTo>
                    <a:pt x="20938" y="95388"/>
                    <a:pt x="20926" y="95377"/>
                    <a:pt x="20925" y="95377"/>
                  </a:cubicBezTo>
                  <a:lnTo>
                    <a:pt x="20925" y="95377"/>
                  </a:lnTo>
                  <a:cubicBezTo>
                    <a:pt x="20918" y="95377"/>
                    <a:pt x="21346" y="95831"/>
                    <a:pt x="21324" y="95831"/>
                  </a:cubicBezTo>
                  <a:cubicBezTo>
                    <a:pt x="21320" y="95831"/>
                    <a:pt x="21301" y="95815"/>
                    <a:pt x="21259" y="95777"/>
                  </a:cubicBezTo>
                  <a:lnTo>
                    <a:pt x="21259" y="95777"/>
                  </a:lnTo>
                  <a:cubicBezTo>
                    <a:pt x="21488" y="95997"/>
                    <a:pt x="21953" y="96539"/>
                    <a:pt x="22054" y="96615"/>
                  </a:cubicBezTo>
                  <a:cubicBezTo>
                    <a:pt x="21970" y="96539"/>
                    <a:pt x="21733" y="96276"/>
                    <a:pt x="21572" y="96090"/>
                  </a:cubicBezTo>
                  <a:lnTo>
                    <a:pt x="21572" y="96090"/>
                  </a:lnTo>
                  <a:cubicBezTo>
                    <a:pt x="21801" y="96336"/>
                    <a:pt x="21851" y="96352"/>
                    <a:pt x="22122" y="96649"/>
                  </a:cubicBezTo>
                  <a:cubicBezTo>
                    <a:pt x="22136" y="96672"/>
                    <a:pt x="22137" y="96677"/>
                    <a:pt x="22135" y="96677"/>
                  </a:cubicBezTo>
                  <a:cubicBezTo>
                    <a:pt x="22134" y="96677"/>
                    <a:pt x="22131" y="96674"/>
                    <a:pt x="22131" y="96674"/>
                  </a:cubicBezTo>
                  <a:lnTo>
                    <a:pt x="22131" y="96674"/>
                  </a:lnTo>
                  <a:cubicBezTo>
                    <a:pt x="22215" y="96775"/>
                    <a:pt x="22317" y="96860"/>
                    <a:pt x="22427" y="96945"/>
                  </a:cubicBezTo>
                  <a:cubicBezTo>
                    <a:pt x="22469" y="96970"/>
                    <a:pt x="22511" y="97012"/>
                    <a:pt x="22587" y="97088"/>
                  </a:cubicBezTo>
                  <a:cubicBezTo>
                    <a:pt x="22664" y="97156"/>
                    <a:pt x="22774" y="97266"/>
                    <a:pt x="22934" y="97427"/>
                  </a:cubicBezTo>
                  <a:cubicBezTo>
                    <a:pt x="23481" y="97971"/>
                    <a:pt x="23652" y="98150"/>
                    <a:pt x="23639" y="98150"/>
                  </a:cubicBezTo>
                  <a:cubicBezTo>
                    <a:pt x="23612" y="98150"/>
                    <a:pt x="22878" y="97462"/>
                    <a:pt x="22857" y="97462"/>
                  </a:cubicBezTo>
                  <a:lnTo>
                    <a:pt x="22857" y="97462"/>
                  </a:lnTo>
                  <a:cubicBezTo>
                    <a:pt x="22855" y="97462"/>
                    <a:pt x="22860" y="97470"/>
                    <a:pt x="22875" y="97486"/>
                  </a:cubicBezTo>
                  <a:cubicBezTo>
                    <a:pt x="22951" y="97545"/>
                    <a:pt x="23713" y="98298"/>
                    <a:pt x="24034" y="98653"/>
                  </a:cubicBezTo>
                  <a:lnTo>
                    <a:pt x="23949" y="98577"/>
                  </a:lnTo>
                  <a:lnTo>
                    <a:pt x="24271" y="98873"/>
                  </a:lnTo>
                  <a:cubicBezTo>
                    <a:pt x="24381" y="98975"/>
                    <a:pt x="24499" y="99085"/>
                    <a:pt x="24584" y="99178"/>
                  </a:cubicBezTo>
                  <a:cubicBezTo>
                    <a:pt x="24711" y="99263"/>
                    <a:pt x="24939" y="99440"/>
                    <a:pt x="25083" y="99550"/>
                  </a:cubicBezTo>
                  <a:lnTo>
                    <a:pt x="25878" y="100286"/>
                  </a:lnTo>
                  <a:lnTo>
                    <a:pt x="25709" y="100142"/>
                  </a:lnTo>
                  <a:lnTo>
                    <a:pt x="25709" y="100142"/>
                  </a:lnTo>
                  <a:cubicBezTo>
                    <a:pt x="25887" y="100311"/>
                    <a:pt x="26047" y="100464"/>
                    <a:pt x="26217" y="100599"/>
                  </a:cubicBezTo>
                  <a:cubicBezTo>
                    <a:pt x="26225" y="100610"/>
                    <a:pt x="26227" y="100615"/>
                    <a:pt x="26224" y="100615"/>
                  </a:cubicBezTo>
                  <a:cubicBezTo>
                    <a:pt x="26204" y="100615"/>
                    <a:pt x="25995" y="100439"/>
                    <a:pt x="25785" y="100244"/>
                  </a:cubicBezTo>
                  <a:lnTo>
                    <a:pt x="25785" y="100244"/>
                  </a:lnTo>
                  <a:cubicBezTo>
                    <a:pt x="25853" y="100320"/>
                    <a:pt x="25920" y="100388"/>
                    <a:pt x="25997" y="100455"/>
                  </a:cubicBezTo>
                  <a:cubicBezTo>
                    <a:pt x="26081" y="100531"/>
                    <a:pt x="26174" y="100599"/>
                    <a:pt x="26276" y="100675"/>
                  </a:cubicBezTo>
                  <a:lnTo>
                    <a:pt x="26174" y="100591"/>
                  </a:lnTo>
                  <a:lnTo>
                    <a:pt x="26174" y="100591"/>
                  </a:lnTo>
                  <a:cubicBezTo>
                    <a:pt x="26333" y="100712"/>
                    <a:pt x="26789" y="101084"/>
                    <a:pt x="26805" y="101084"/>
                  </a:cubicBezTo>
                  <a:cubicBezTo>
                    <a:pt x="26811" y="101084"/>
                    <a:pt x="26751" y="101028"/>
                    <a:pt x="26580" y="100878"/>
                  </a:cubicBezTo>
                  <a:lnTo>
                    <a:pt x="26580" y="100878"/>
                  </a:lnTo>
                  <a:cubicBezTo>
                    <a:pt x="27054" y="101259"/>
                    <a:pt x="27172" y="101420"/>
                    <a:pt x="27494" y="101682"/>
                  </a:cubicBezTo>
                  <a:cubicBezTo>
                    <a:pt x="27495" y="101687"/>
                    <a:pt x="27494" y="101689"/>
                    <a:pt x="27491" y="101689"/>
                  </a:cubicBezTo>
                  <a:cubicBezTo>
                    <a:pt x="27467" y="101689"/>
                    <a:pt x="27331" y="101578"/>
                    <a:pt x="27324" y="101578"/>
                  </a:cubicBezTo>
                  <a:lnTo>
                    <a:pt x="27324" y="101578"/>
                  </a:lnTo>
                  <a:cubicBezTo>
                    <a:pt x="27321" y="101578"/>
                    <a:pt x="27333" y="101590"/>
                    <a:pt x="27367" y="101623"/>
                  </a:cubicBezTo>
                  <a:cubicBezTo>
                    <a:pt x="27672" y="101893"/>
                    <a:pt x="27875" y="102071"/>
                    <a:pt x="28137" y="102274"/>
                  </a:cubicBezTo>
                  <a:cubicBezTo>
                    <a:pt x="27891" y="102063"/>
                    <a:pt x="28221" y="102316"/>
                    <a:pt x="27832" y="101986"/>
                  </a:cubicBezTo>
                  <a:lnTo>
                    <a:pt x="27832" y="101986"/>
                  </a:lnTo>
                  <a:cubicBezTo>
                    <a:pt x="27979" y="102109"/>
                    <a:pt x="28368" y="102411"/>
                    <a:pt x="28382" y="102411"/>
                  </a:cubicBezTo>
                  <a:cubicBezTo>
                    <a:pt x="28383" y="102411"/>
                    <a:pt x="28383" y="102410"/>
                    <a:pt x="28382" y="102409"/>
                  </a:cubicBezTo>
                  <a:cubicBezTo>
                    <a:pt x="28255" y="102308"/>
                    <a:pt x="28162" y="102240"/>
                    <a:pt x="27942" y="102054"/>
                  </a:cubicBezTo>
                  <a:lnTo>
                    <a:pt x="27942" y="102054"/>
                  </a:lnTo>
                  <a:cubicBezTo>
                    <a:pt x="28374" y="102392"/>
                    <a:pt x="28814" y="102748"/>
                    <a:pt x="29245" y="103112"/>
                  </a:cubicBezTo>
                  <a:cubicBezTo>
                    <a:pt x="29228" y="103103"/>
                    <a:pt x="29186" y="103069"/>
                    <a:pt x="29135" y="103035"/>
                  </a:cubicBezTo>
                  <a:lnTo>
                    <a:pt x="29135" y="103035"/>
                  </a:lnTo>
                  <a:cubicBezTo>
                    <a:pt x="29710" y="103484"/>
                    <a:pt x="30598" y="104127"/>
                    <a:pt x="31005" y="104397"/>
                  </a:cubicBezTo>
                  <a:lnTo>
                    <a:pt x="30835" y="104262"/>
                  </a:lnTo>
                  <a:cubicBezTo>
                    <a:pt x="30692" y="104161"/>
                    <a:pt x="30395" y="103949"/>
                    <a:pt x="30294" y="103856"/>
                  </a:cubicBezTo>
                  <a:lnTo>
                    <a:pt x="30294" y="103856"/>
                  </a:lnTo>
                  <a:cubicBezTo>
                    <a:pt x="30399" y="103931"/>
                    <a:pt x="30439" y="103957"/>
                    <a:pt x="30444" y="103957"/>
                  </a:cubicBezTo>
                  <a:cubicBezTo>
                    <a:pt x="30455" y="103957"/>
                    <a:pt x="30293" y="103826"/>
                    <a:pt x="30308" y="103826"/>
                  </a:cubicBezTo>
                  <a:lnTo>
                    <a:pt x="30308" y="103826"/>
                  </a:lnTo>
                  <a:cubicBezTo>
                    <a:pt x="30315" y="103826"/>
                    <a:pt x="30358" y="103853"/>
                    <a:pt x="30472" y="103932"/>
                  </a:cubicBezTo>
                  <a:cubicBezTo>
                    <a:pt x="30802" y="104169"/>
                    <a:pt x="31098" y="104397"/>
                    <a:pt x="31360" y="104592"/>
                  </a:cubicBezTo>
                  <a:cubicBezTo>
                    <a:pt x="31495" y="104693"/>
                    <a:pt x="31614" y="104786"/>
                    <a:pt x="31732" y="104871"/>
                  </a:cubicBezTo>
                  <a:cubicBezTo>
                    <a:pt x="31842" y="104947"/>
                    <a:pt x="31952" y="105015"/>
                    <a:pt x="32045" y="105066"/>
                  </a:cubicBezTo>
                  <a:lnTo>
                    <a:pt x="31808" y="104905"/>
                  </a:lnTo>
                  <a:cubicBezTo>
                    <a:pt x="31724" y="104846"/>
                    <a:pt x="31639" y="104778"/>
                    <a:pt x="31554" y="104719"/>
                  </a:cubicBezTo>
                  <a:lnTo>
                    <a:pt x="31072" y="104347"/>
                  </a:lnTo>
                  <a:cubicBezTo>
                    <a:pt x="30759" y="104110"/>
                    <a:pt x="30497" y="103915"/>
                    <a:pt x="30370" y="103831"/>
                  </a:cubicBezTo>
                  <a:lnTo>
                    <a:pt x="30370" y="103831"/>
                  </a:lnTo>
                  <a:lnTo>
                    <a:pt x="30759" y="104118"/>
                  </a:lnTo>
                  <a:lnTo>
                    <a:pt x="30759" y="104118"/>
                  </a:lnTo>
                  <a:lnTo>
                    <a:pt x="29837" y="103484"/>
                  </a:lnTo>
                  <a:cubicBezTo>
                    <a:pt x="29812" y="103450"/>
                    <a:pt x="29067" y="102875"/>
                    <a:pt x="29093" y="102866"/>
                  </a:cubicBezTo>
                  <a:lnTo>
                    <a:pt x="29093" y="102866"/>
                  </a:lnTo>
                  <a:cubicBezTo>
                    <a:pt x="29397" y="103103"/>
                    <a:pt x="29668" y="103331"/>
                    <a:pt x="29913" y="103509"/>
                  </a:cubicBezTo>
                  <a:cubicBezTo>
                    <a:pt x="29854" y="103458"/>
                    <a:pt x="29118" y="102858"/>
                    <a:pt x="28797" y="102604"/>
                  </a:cubicBezTo>
                  <a:lnTo>
                    <a:pt x="28797" y="102604"/>
                  </a:lnTo>
                  <a:lnTo>
                    <a:pt x="29186" y="102934"/>
                  </a:lnTo>
                  <a:cubicBezTo>
                    <a:pt x="28830" y="102655"/>
                    <a:pt x="28424" y="102333"/>
                    <a:pt x="28018" y="102012"/>
                  </a:cubicBezTo>
                  <a:lnTo>
                    <a:pt x="26902" y="101064"/>
                  </a:lnTo>
                  <a:lnTo>
                    <a:pt x="26902" y="101064"/>
                  </a:lnTo>
                  <a:cubicBezTo>
                    <a:pt x="26998" y="101144"/>
                    <a:pt x="27038" y="101175"/>
                    <a:pt x="27041" y="101175"/>
                  </a:cubicBezTo>
                  <a:cubicBezTo>
                    <a:pt x="27053" y="101175"/>
                    <a:pt x="26563" y="100746"/>
                    <a:pt x="26583" y="100746"/>
                  </a:cubicBezTo>
                  <a:lnTo>
                    <a:pt x="26583" y="100746"/>
                  </a:lnTo>
                  <a:cubicBezTo>
                    <a:pt x="26587" y="100746"/>
                    <a:pt x="26616" y="100768"/>
                    <a:pt x="26682" y="100819"/>
                  </a:cubicBezTo>
                  <a:cubicBezTo>
                    <a:pt x="26837" y="100937"/>
                    <a:pt x="27057" y="101146"/>
                    <a:pt x="27059" y="101146"/>
                  </a:cubicBezTo>
                  <a:cubicBezTo>
                    <a:pt x="27059" y="101146"/>
                    <a:pt x="27055" y="101142"/>
                    <a:pt x="27046" y="101132"/>
                  </a:cubicBezTo>
                  <a:lnTo>
                    <a:pt x="27046" y="101132"/>
                  </a:lnTo>
                  <a:cubicBezTo>
                    <a:pt x="27048" y="101133"/>
                    <a:pt x="27050" y="101134"/>
                    <a:pt x="27051" y="101134"/>
                  </a:cubicBezTo>
                  <a:cubicBezTo>
                    <a:pt x="27075" y="101134"/>
                    <a:pt x="26635" y="100772"/>
                    <a:pt x="26521" y="100650"/>
                  </a:cubicBezTo>
                  <a:cubicBezTo>
                    <a:pt x="26479" y="100624"/>
                    <a:pt x="26284" y="100464"/>
                    <a:pt x="26157" y="100354"/>
                  </a:cubicBezTo>
                  <a:cubicBezTo>
                    <a:pt x="26087" y="100296"/>
                    <a:pt x="26035" y="100255"/>
                    <a:pt x="26027" y="100255"/>
                  </a:cubicBezTo>
                  <a:lnTo>
                    <a:pt x="26027" y="100255"/>
                  </a:lnTo>
                  <a:cubicBezTo>
                    <a:pt x="26022" y="100255"/>
                    <a:pt x="26040" y="100276"/>
                    <a:pt x="26090" y="100328"/>
                  </a:cubicBezTo>
                  <a:lnTo>
                    <a:pt x="26090" y="100328"/>
                  </a:lnTo>
                  <a:cubicBezTo>
                    <a:pt x="25865" y="100106"/>
                    <a:pt x="25426" y="99732"/>
                    <a:pt x="25176" y="99466"/>
                  </a:cubicBezTo>
                  <a:lnTo>
                    <a:pt x="25176" y="99466"/>
                  </a:lnTo>
                  <a:cubicBezTo>
                    <a:pt x="25181" y="99474"/>
                    <a:pt x="25182" y="99477"/>
                    <a:pt x="25180" y="99477"/>
                  </a:cubicBezTo>
                  <a:cubicBezTo>
                    <a:pt x="25149" y="99477"/>
                    <a:pt x="24608" y="98968"/>
                    <a:pt x="24499" y="98882"/>
                  </a:cubicBezTo>
                  <a:cubicBezTo>
                    <a:pt x="24440" y="98814"/>
                    <a:pt x="24381" y="98763"/>
                    <a:pt x="24330" y="98713"/>
                  </a:cubicBezTo>
                  <a:lnTo>
                    <a:pt x="24195" y="98560"/>
                  </a:lnTo>
                  <a:lnTo>
                    <a:pt x="24195" y="98560"/>
                  </a:lnTo>
                  <a:cubicBezTo>
                    <a:pt x="24330" y="98696"/>
                    <a:pt x="24482" y="98831"/>
                    <a:pt x="24643" y="98975"/>
                  </a:cubicBezTo>
                  <a:lnTo>
                    <a:pt x="25151" y="99423"/>
                  </a:lnTo>
                  <a:cubicBezTo>
                    <a:pt x="25252" y="99525"/>
                    <a:pt x="25362" y="99626"/>
                    <a:pt x="25472" y="99719"/>
                  </a:cubicBezTo>
                  <a:lnTo>
                    <a:pt x="25489" y="99719"/>
                  </a:lnTo>
                  <a:cubicBezTo>
                    <a:pt x="26183" y="100354"/>
                    <a:pt x="26919" y="100929"/>
                    <a:pt x="27282" y="101242"/>
                  </a:cubicBezTo>
                  <a:lnTo>
                    <a:pt x="27096" y="101107"/>
                  </a:lnTo>
                  <a:lnTo>
                    <a:pt x="27096" y="101107"/>
                  </a:lnTo>
                  <a:cubicBezTo>
                    <a:pt x="27375" y="101327"/>
                    <a:pt x="27638" y="101555"/>
                    <a:pt x="27908" y="101792"/>
                  </a:cubicBezTo>
                  <a:cubicBezTo>
                    <a:pt x="28171" y="102020"/>
                    <a:pt x="28458" y="102240"/>
                    <a:pt x="28746" y="102460"/>
                  </a:cubicBezTo>
                  <a:cubicBezTo>
                    <a:pt x="28731" y="102450"/>
                    <a:pt x="28703" y="102430"/>
                    <a:pt x="28700" y="102430"/>
                  </a:cubicBezTo>
                  <a:lnTo>
                    <a:pt x="28700" y="102430"/>
                  </a:lnTo>
                  <a:cubicBezTo>
                    <a:pt x="28699" y="102430"/>
                    <a:pt x="28711" y="102441"/>
                    <a:pt x="28754" y="102477"/>
                  </a:cubicBezTo>
                  <a:cubicBezTo>
                    <a:pt x="29101" y="102765"/>
                    <a:pt x="29355" y="102951"/>
                    <a:pt x="29583" y="103120"/>
                  </a:cubicBezTo>
                  <a:lnTo>
                    <a:pt x="29882" y="103346"/>
                  </a:lnTo>
                  <a:lnTo>
                    <a:pt x="29882" y="103346"/>
                  </a:lnTo>
                  <a:cubicBezTo>
                    <a:pt x="29795" y="103278"/>
                    <a:pt x="29699" y="103200"/>
                    <a:pt x="29575" y="103095"/>
                  </a:cubicBezTo>
                  <a:lnTo>
                    <a:pt x="29575" y="103095"/>
                  </a:lnTo>
                  <a:cubicBezTo>
                    <a:pt x="29659" y="103162"/>
                    <a:pt x="29803" y="103264"/>
                    <a:pt x="29956" y="103374"/>
                  </a:cubicBezTo>
                  <a:cubicBezTo>
                    <a:pt x="30116" y="103484"/>
                    <a:pt x="30277" y="103611"/>
                    <a:pt x="30421" y="103712"/>
                  </a:cubicBezTo>
                  <a:lnTo>
                    <a:pt x="30472" y="103712"/>
                  </a:lnTo>
                  <a:cubicBezTo>
                    <a:pt x="30852" y="103957"/>
                    <a:pt x="31191" y="104270"/>
                    <a:pt x="31571" y="104516"/>
                  </a:cubicBezTo>
                  <a:lnTo>
                    <a:pt x="31157" y="104186"/>
                  </a:lnTo>
                  <a:lnTo>
                    <a:pt x="31233" y="104237"/>
                  </a:lnTo>
                  <a:cubicBezTo>
                    <a:pt x="31038" y="104093"/>
                    <a:pt x="30869" y="103974"/>
                    <a:pt x="30827" y="103949"/>
                  </a:cubicBezTo>
                  <a:cubicBezTo>
                    <a:pt x="30176" y="103484"/>
                    <a:pt x="29871" y="103213"/>
                    <a:pt x="29786" y="103112"/>
                  </a:cubicBezTo>
                  <a:cubicBezTo>
                    <a:pt x="29705" y="103042"/>
                    <a:pt x="29682" y="103019"/>
                    <a:pt x="29689" y="103019"/>
                  </a:cubicBezTo>
                  <a:lnTo>
                    <a:pt x="29689" y="103019"/>
                  </a:lnTo>
                  <a:cubicBezTo>
                    <a:pt x="29706" y="103019"/>
                    <a:pt x="29869" y="103133"/>
                    <a:pt x="29887" y="103133"/>
                  </a:cubicBezTo>
                  <a:cubicBezTo>
                    <a:pt x="29889" y="103133"/>
                    <a:pt x="29890" y="103131"/>
                    <a:pt x="29888" y="103128"/>
                  </a:cubicBezTo>
                  <a:cubicBezTo>
                    <a:pt x="29423" y="102756"/>
                    <a:pt x="29431" y="102807"/>
                    <a:pt x="28957" y="102435"/>
                  </a:cubicBezTo>
                  <a:cubicBezTo>
                    <a:pt x="28898" y="102386"/>
                    <a:pt x="28879" y="102369"/>
                    <a:pt x="28882" y="102369"/>
                  </a:cubicBezTo>
                  <a:lnTo>
                    <a:pt x="28882" y="102369"/>
                  </a:lnTo>
                  <a:cubicBezTo>
                    <a:pt x="28886" y="102369"/>
                    <a:pt x="28934" y="102405"/>
                    <a:pt x="28974" y="102435"/>
                  </a:cubicBezTo>
                  <a:lnTo>
                    <a:pt x="28619" y="102164"/>
                  </a:lnTo>
                  <a:cubicBezTo>
                    <a:pt x="28612" y="102151"/>
                    <a:pt x="28129" y="101753"/>
                    <a:pt x="28147" y="101753"/>
                  </a:cubicBezTo>
                  <a:lnTo>
                    <a:pt x="28147" y="101753"/>
                  </a:lnTo>
                  <a:cubicBezTo>
                    <a:pt x="28152" y="101753"/>
                    <a:pt x="28197" y="101786"/>
                    <a:pt x="28306" y="101868"/>
                  </a:cubicBezTo>
                  <a:lnTo>
                    <a:pt x="28602" y="102105"/>
                  </a:lnTo>
                  <a:cubicBezTo>
                    <a:pt x="28450" y="101970"/>
                    <a:pt x="28255" y="101817"/>
                    <a:pt x="28069" y="101648"/>
                  </a:cubicBezTo>
                  <a:lnTo>
                    <a:pt x="27519" y="101149"/>
                  </a:lnTo>
                  <a:cubicBezTo>
                    <a:pt x="27181" y="100844"/>
                    <a:pt x="26927" y="100608"/>
                    <a:pt x="26952" y="100608"/>
                  </a:cubicBezTo>
                  <a:cubicBezTo>
                    <a:pt x="26783" y="100455"/>
                    <a:pt x="26724" y="100405"/>
                    <a:pt x="26631" y="100328"/>
                  </a:cubicBezTo>
                  <a:cubicBezTo>
                    <a:pt x="26546" y="100244"/>
                    <a:pt x="26428" y="100159"/>
                    <a:pt x="26166" y="99905"/>
                  </a:cubicBezTo>
                  <a:cubicBezTo>
                    <a:pt x="25912" y="99685"/>
                    <a:pt x="26157" y="99956"/>
                    <a:pt x="25574" y="99423"/>
                  </a:cubicBezTo>
                  <a:lnTo>
                    <a:pt x="25574" y="99423"/>
                  </a:lnTo>
                  <a:lnTo>
                    <a:pt x="26022" y="99863"/>
                  </a:lnTo>
                  <a:lnTo>
                    <a:pt x="26301" y="100108"/>
                  </a:lnTo>
                  <a:lnTo>
                    <a:pt x="25827" y="99660"/>
                  </a:lnTo>
                  <a:lnTo>
                    <a:pt x="25827" y="99660"/>
                  </a:lnTo>
                  <a:cubicBezTo>
                    <a:pt x="26132" y="99939"/>
                    <a:pt x="26081" y="99880"/>
                    <a:pt x="26191" y="99948"/>
                  </a:cubicBezTo>
                  <a:cubicBezTo>
                    <a:pt x="26369" y="100117"/>
                    <a:pt x="26530" y="100252"/>
                    <a:pt x="26656" y="100371"/>
                  </a:cubicBezTo>
                  <a:cubicBezTo>
                    <a:pt x="26783" y="100489"/>
                    <a:pt x="26893" y="100582"/>
                    <a:pt x="26986" y="100675"/>
                  </a:cubicBezTo>
                  <a:cubicBezTo>
                    <a:pt x="27172" y="100853"/>
                    <a:pt x="27308" y="100988"/>
                    <a:pt x="27494" y="101157"/>
                  </a:cubicBezTo>
                  <a:cubicBezTo>
                    <a:pt x="27290" y="100996"/>
                    <a:pt x="26981" y="100723"/>
                    <a:pt x="26960" y="100723"/>
                  </a:cubicBezTo>
                  <a:lnTo>
                    <a:pt x="26960" y="100723"/>
                  </a:lnTo>
                  <a:cubicBezTo>
                    <a:pt x="26956" y="100723"/>
                    <a:pt x="26963" y="100734"/>
                    <a:pt x="26986" y="100760"/>
                  </a:cubicBezTo>
                  <a:cubicBezTo>
                    <a:pt x="26851" y="100641"/>
                    <a:pt x="26716" y="100523"/>
                    <a:pt x="26580" y="100413"/>
                  </a:cubicBezTo>
                  <a:cubicBezTo>
                    <a:pt x="26426" y="100291"/>
                    <a:pt x="26279" y="100161"/>
                    <a:pt x="26148" y="100023"/>
                  </a:cubicBezTo>
                  <a:lnTo>
                    <a:pt x="26148" y="100023"/>
                  </a:lnTo>
                  <a:cubicBezTo>
                    <a:pt x="26169" y="100042"/>
                    <a:pt x="26192" y="100062"/>
                    <a:pt x="26217" y="100083"/>
                  </a:cubicBezTo>
                  <a:lnTo>
                    <a:pt x="26132" y="100007"/>
                  </a:lnTo>
                  <a:lnTo>
                    <a:pt x="26132" y="100007"/>
                  </a:lnTo>
                  <a:cubicBezTo>
                    <a:pt x="26137" y="100012"/>
                    <a:pt x="26142" y="100018"/>
                    <a:pt x="26148" y="100023"/>
                  </a:cubicBezTo>
                  <a:lnTo>
                    <a:pt x="26148" y="100023"/>
                  </a:lnTo>
                  <a:cubicBezTo>
                    <a:pt x="25855" y="99768"/>
                    <a:pt x="25807" y="99693"/>
                    <a:pt x="25531" y="99457"/>
                  </a:cubicBezTo>
                  <a:lnTo>
                    <a:pt x="25531" y="99457"/>
                  </a:lnTo>
                  <a:cubicBezTo>
                    <a:pt x="25535" y="99460"/>
                    <a:pt x="25538" y="99461"/>
                    <a:pt x="25539" y="99461"/>
                  </a:cubicBezTo>
                  <a:cubicBezTo>
                    <a:pt x="25546" y="99461"/>
                    <a:pt x="25518" y="99426"/>
                    <a:pt x="25489" y="99398"/>
                  </a:cubicBezTo>
                  <a:cubicBezTo>
                    <a:pt x="25294" y="99221"/>
                    <a:pt x="25237" y="99173"/>
                    <a:pt x="25232" y="99173"/>
                  </a:cubicBezTo>
                  <a:lnTo>
                    <a:pt x="25232" y="99173"/>
                  </a:lnTo>
                  <a:cubicBezTo>
                    <a:pt x="25225" y="99173"/>
                    <a:pt x="25296" y="99245"/>
                    <a:pt x="25286" y="99245"/>
                  </a:cubicBezTo>
                  <a:cubicBezTo>
                    <a:pt x="25279" y="99245"/>
                    <a:pt x="25219" y="99198"/>
                    <a:pt x="25024" y="99026"/>
                  </a:cubicBezTo>
                  <a:cubicBezTo>
                    <a:pt x="24735" y="98750"/>
                    <a:pt x="24710" y="98708"/>
                    <a:pt x="24730" y="98708"/>
                  </a:cubicBezTo>
                  <a:cubicBezTo>
                    <a:pt x="24739" y="98708"/>
                    <a:pt x="24757" y="98716"/>
                    <a:pt x="24765" y="98716"/>
                  </a:cubicBezTo>
                  <a:cubicBezTo>
                    <a:pt x="24774" y="98716"/>
                    <a:pt x="24771" y="98707"/>
                    <a:pt x="24736" y="98670"/>
                  </a:cubicBezTo>
                  <a:lnTo>
                    <a:pt x="24736" y="98670"/>
                  </a:lnTo>
                  <a:cubicBezTo>
                    <a:pt x="25158" y="99043"/>
                    <a:pt x="25206" y="99074"/>
                    <a:pt x="25219" y="99074"/>
                  </a:cubicBezTo>
                  <a:cubicBezTo>
                    <a:pt x="25222" y="99074"/>
                    <a:pt x="25224" y="99073"/>
                    <a:pt x="25226" y="99073"/>
                  </a:cubicBezTo>
                  <a:cubicBezTo>
                    <a:pt x="25240" y="99073"/>
                    <a:pt x="25290" y="99107"/>
                    <a:pt x="25768" y="99533"/>
                  </a:cubicBezTo>
                  <a:cubicBezTo>
                    <a:pt x="25785" y="99508"/>
                    <a:pt x="25396" y="99136"/>
                    <a:pt x="24863" y="98637"/>
                  </a:cubicBezTo>
                  <a:lnTo>
                    <a:pt x="24863" y="98637"/>
                  </a:lnTo>
                  <a:cubicBezTo>
                    <a:pt x="24961" y="98735"/>
                    <a:pt x="24980" y="98762"/>
                    <a:pt x="24969" y="98762"/>
                  </a:cubicBezTo>
                  <a:cubicBezTo>
                    <a:pt x="24955" y="98762"/>
                    <a:pt x="24896" y="98721"/>
                    <a:pt x="24879" y="98721"/>
                  </a:cubicBezTo>
                  <a:cubicBezTo>
                    <a:pt x="24863" y="98721"/>
                    <a:pt x="24890" y="98762"/>
                    <a:pt x="25049" y="98924"/>
                  </a:cubicBezTo>
                  <a:cubicBezTo>
                    <a:pt x="24846" y="98738"/>
                    <a:pt x="24694" y="98603"/>
                    <a:pt x="24567" y="98501"/>
                  </a:cubicBezTo>
                  <a:lnTo>
                    <a:pt x="24254" y="98214"/>
                  </a:lnTo>
                  <a:cubicBezTo>
                    <a:pt x="24051" y="98036"/>
                    <a:pt x="23848" y="97841"/>
                    <a:pt x="23425" y="97393"/>
                  </a:cubicBezTo>
                  <a:lnTo>
                    <a:pt x="23425" y="97393"/>
                  </a:lnTo>
                  <a:lnTo>
                    <a:pt x="23450" y="97410"/>
                  </a:lnTo>
                  <a:lnTo>
                    <a:pt x="23078" y="97072"/>
                  </a:lnTo>
                  <a:lnTo>
                    <a:pt x="22841" y="96818"/>
                  </a:lnTo>
                  <a:lnTo>
                    <a:pt x="22613" y="96564"/>
                  </a:lnTo>
                  <a:lnTo>
                    <a:pt x="22613" y="96564"/>
                  </a:lnTo>
                  <a:cubicBezTo>
                    <a:pt x="22689" y="96632"/>
                    <a:pt x="22774" y="96708"/>
                    <a:pt x="22858" y="96792"/>
                  </a:cubicBezTo>
                  <a:lnTo>
                    <a:pt x="23103" y="97038"/>
                  </a:lnTo>
                  <a:cubicBezTo>
                    <a:pt x="23264" y="97190"/>
                    <a:pt x="23416" y="97351"/>
                    <a:pt x="23543" y="97461"/>
                  </a:cubicBezTo>
                  <a:cubicBezTo>
                    <a:pt x="23264" y="97148"/>
                    <a:pt x="23053" y="96962"/>
                    <a:pt x="22841" y="96750"/>
                  </a:cubicBezTo>
                  <a:cubicBezTo>
                    <a:pt x="22630" y="96539"/>
                    <a:pt x="22401" y="96319"/>
                    <a:pt x="22071" y="95955"/>
                  </a:cubicBezTo>
                  <a:cubicBezTo>
                    <a:pt x="21973" y="95836"/>
                    <a:pt x="21937" y="95788"/>
                    <a:pt x="21943" y="95788"/>
                  </a:cubicBezTo>
                  <a:lnTo>
                    <a:pt x="21943" y="95788"/>
                  </a:lnTo>
                  <a:cubicBezTo>
                    <a:pt x="21969" y="95788"/>
                    <a:pt x="22743" y="96640"/>
                    <a:pt x="22781" y="96640"/>
                  </a:cubicBezTo>
                  <a:cubicBezTo>
                    <a:pt x="22781" y="96640"/>
                    <a:pt x="22782" y="96640"/>
                    <a:pt x="22782" y="96640"/>
                  </a:cubicBezTo>
                  <a:cubicBezTo>
                    <a:pt x="22630" y="96479"/>
                    <a:pt x="22477" y="96319"/>
                    <a:pt x="22351" y="96141"/>
                  </a:cubicBezTo>
                  <a:lnTo>
                    <a:pt x="22351" y="96141"/>
                  </a:lnTo>
                  <a:cubicBezTo>
                    <a:pt x="22960" y="96818"/>
                    <a:pt x="22731" y="96539"/>
                    <a:pt x="23433" y="97275"/>
                  </a:cubicBezTo>
                  <a:cubicBezTo>
                    <a:pt x="23325" y="97169"/>
                    <a:pt x="23287" y="97133"/>
                    <a:pt x="23284" y="97133"/>
                  </a:cubicBezTo>
                  <a:lnTo>
                    <a:pt x="23284" y="97133"/>
                  </a:lnTo>
                  <a:cubicBezTo>
                    <a:pt x="23277" y="97133"/>
                    <a:pt x="23423" y="97287"/>
                    <a:pt x="23408" y="97287"/>
                  </a:cubicBezTo>
                  <a:cubicBezTo>
                    <a:pt x="23407" y="97287"/>
                    <a:pt x="23404" y="97286"/>
                    <a:pt x="23400" y="97283"/>
                  </a:cubicBezTo>
                  <a:lnTo>
                    <a:pt x="23400" y="97283"/>
                  </a:lnTo>
                  <a:cubicBezTo>
                    <a:pt x="23510" y="97376"/>
                    <a:pt x="24178" y="98044"/>
                    <a:pt x="24652" y="98527"/>
                  </a:cubicBezTo>
                  <a:cubicBezTo>
                    <a:pt x="24661" y="98533"/>
                    <a:pt x="24667" y="98536"/>
                    <a:pt x="24669" y="98536"/>
                  </a:cubicBezTo>
                  <a:cubicBezTo>
                    <a:pt x="24702" y="98536"/>
                    <a:pt x="24233" y="98072"/>
                    <a:pt x="23966" y="97782"/>
                  </a:cubicBezTo>
                  <a:cubicBezTo>
                    <a:pt x="23670" y="97511"/>
                    <a:pt x="23391" y="97215"/>
                    <a:pt x="23120" y="96936"/>
                  </a:cubicBezTo>
                  <a:lnTo>
                    <a:pt x="22926" y="96733"/>
                  </a:lnTo>
                  <a:lnTo>
                    <a:pt x="22740" y="96530"/>
                  </a:lnTo>
                  <a:cubicBezTo>
                    <a:pt x="22621" y="96403"/>
                    <a:pt x="22503" y="96276"/>
                    <a:pt x="22393" y="96175"/>
                  </a:cubicBezTo>
                  <a:cubicBezTo>
                    <a:pt x="22180" y="95944"/>
                    <a:pt x="22119" y="95872"/>
                    <a:pt x="22126" y="95872"/>
                  </a:cubicBezTo>
                  <a:lnTo>
                    <a:pt x="22126" y="95872"/>
                  </a:lnTo>
                  <a:cubicBezTo>
                    <a:pt x="22136" y="95872"/>
                    <a:pt x="22331" y="96067"/>
                    <a:pt x="22335" y="96067"/>
                  </a:cubicBezTo>
                  <a:cubicBezTo>
                    <a:pt x="22335" y="96067"/>
                    <a:pt x="22335" y="96066"/>
                    <a:pt x="22334" y="96065"/>
                  </a:cubicBezTo>
                  <a:cubicBezTo>
                    <a:pt x="22053" y="95752"/>
                    <a:pt x="22007" y="95712"/>
                    <a:pt x="21996" y="95712"/>
                  </a:cubicBezTo>
                  <a:cubicBezTo>
                    <a:pt x="21992" y="95712"/>
                    <a:pt x="21992" y="95716"/>
                    <a:pt x="21988" y="95716"/>
                  </a:cubicBezTo>
                  <a:cubicBezTo>
                    <a:pt x="21982" y="95716"/>
                    <a:pt x="21967" y="95707"/>
                    <a:pt x="21919" y="95659"/>
                  </a:cubicBezTo>
                  <a:cubicBezTo>
                    <a:pt x="21107" y="94813"/>
                    <a:pt x="21082" y="94661"/>
                    <a:pt x="20532" y="94026"/>
                  </a:cubicBezTo>
                  <a:cubicBezTo>
                    <a:pt x="20413" y="93899"/>
                    <a:pt x="20261" y="93730"/>
                    <a:pt x="20075" y="93519"/>
                  </a:cubicBezTo>
                  <a:lnTo>
                    <a:pt x="19787" y="93180"/>
                  </a:lnTo>
                  <a:cubicBezTo>
                    <a:pt x="19686" y="93062"/>
                    <a:pt x="19593" y="92935"/>
                    <a:pt x="19491" y="92808"/>
                  </a:cubicBezTo>
                  <a:lnTo>
                    <a:pt x="18273" y="91251"/>
                  </a:lnTo>
                  <a:lnTo>
                    <a:pt x="18273" y="91251"/>
                  </a:lnTo>
                  <a:cubicBezTo>
                    <a:pt x="18302" y="91282"/>
                    <a:pt x="18315" y="91295"/>
                    <a:pt x="18318" y="91295"/>
                  </a:cubicBezTo>
                  <a:cubicBezTo>
                    <a:pt x="18327" y="91295"/>
                    <a:pt x="18272" y="91216"/>
                    <a:pt x="18248" y="91167"/>
                  </a:cubicBezTo>
                  <a:cubicBezTo>
                    <a:pt x="17791" y="90625"/>
                    <a:pt x="17960" y="90820"/>
                    <a:pt x="17419" y="90118"/>
                  </a:cubicBezTo>
                  <a:lnTo>
                    <a:pt x="17419" y="90118"/>
                  </a:lnTo>
                  <a:lnTo>
                    <a:pt x="17842" y="90735"/>
                  </a:lnTo>
                  <a:cubicBezTo>
                    <a:pt x="17496" y="90266"/>
                    <a:pt x="17190" y="89908"/>
                    <a:pt x="16893" y="89460"/>
                  </a:cubicBezTo>
                  <a:lnTo>
                    <a:pt x="16893" y="89460"/>
                  </a:lnTo>
                  <a:cubicBezTo>
                    <a:pt x="16947" y="89544"/>
                    <a:pt x="16966" y="89582"/>
                    <a:pt x="16959" y="89582"/>
                  </a:cubicBezTo>
                  <a:cubicBezTo>
                    <a:pt x="16956" y="89582"/>
                    <a:pt x="16949" y="89574"/>
                    <a:pt x="16937" y="89560"/>
                  </a:cubicBezTo>
                  <a:cubicBezTo>
                    <a:pt x="16852" y="89450"/>
                    <a:pt x="16767" y="89340"/>
                    <a:pt x="16691" y="89230"/>
                  </a:cubicBezTo>
                  <a:cubicBezTo>
                    <a:pt x="16471" y="88908"/>
                    <a:pt x="16175" y="88460"/>
                    <a:pt x="16040" y="88282"/>
                  </a:cubicBezTo>
                  <a:cubicBezTo>
                    <a:pt x="15879" y="88020"/>
                    <a:pt x="15701" y="87766"/>
                    <a:pt x="15549" y="87546"/>
                  </a:cubicBezTo>
                  <a:lnTo>
                    <a:pt x="15439" y="87377"/>
                  </a:lnTo>
                  <a:cubicBezTo>
                    <a:pt x="15405" y="87326"/>
                    <a:pt x="15372" y="87276"/>
                    <a:pt x="15346" y="87225"/>
                  </a:cubicBezTo>
                  <a:cubicBezTo>
                    <a:pt x="15287" y="87132"/>
                    <a:pt x="15236" y="87039"/>
                    <a:pt x="15194" y="86963"/>
                  </a:cubicBezTo>
                  <a:lnTo>
                    <a:pt x="15194" y="86963"/>
                  </a:lnTo>
                  <a:lnTo>
                    <a:pt x="15245" y="87039"/>
                  </a:lnTo>
                  <a:lnTo>
                    <a:pt x="14779" y="86277"/>
                  </a:lnTo>
                  <a:lnTo>
                    <a:pt x="14872" y="86345"/>
                  </a:lnTo>
                  <a:cubicBezTo>
                    <a:pt x="14606" y="85878"/>
                    <a:pt x="14248" y="85347"/>
                    <a:pt x="14232" y="85347"/>
                  </a:cubicBezTo>
                  <a:lnTo>
                    <a:pt x="14232" y="85347"/>
                  </a:lnTo>
                  <a:cubicBezTo>
                    <a:pt x="14229" y="85347"/>
                    <a:pt x="14234" y="85358"/>
                    <a:pt x="14246" y="85381"/>
                  </a:cubicBezTo>
                  <a:cubicBezTo>
                    <a:pt x="14090" y="85097"/>
                    <a:pt x="14060" y="85038"/>
                    <a:pt x="14067" y="85038"/>
                  </a:cubicBezTo>
                  <a:lnTo>
                    <a:pt x="14067" y="85038"/>
                  </a:lnTo>
                  <a:cubicBezTo>
                    <a:pt x="14071" y="85038"/>
                    <a:pt x="14094" y="85069"/>
                    <a:pt x="14102" y="85069"/>
                  </a:cubicBezTo>
                  <a:cubicBezTo>
                    <a:pt x="14105" y="85069"/>
                    <a:pt x="14106" y="85064"/>
                    <a:pt x="14103" y="85051"/>
                  </a:cubicBezTo>
                  <a:lnTo>
                    <a:pt x="14103" y="85051"/>
                  </a:lnTo>
                  <a:cubicBezTo>
                    <a:pt x="14145" y="85127"/>
                    <a:pt x="14204" y="85228"/>
                    <a:pt x="14280" y="85338"/>
                  </a:cubicBezTo>
                  <a:lnTo>
                    <a:pt x="14509" y="85660"/>
                  </a:lnTo>
                  <a:cubicBezTo>
                    <a:pt x="14619" y="85837"/>
                    <a:pt x="14729" y="86015"/>
                    <a:pt x="14822" y="86201"/>
                  </a:cubicBezTo>
                  <a:cubicBezTo>
                    <a:pt x="14788" y="86134"/>
                    <a:pt x="14746" y="86074"/>
                    <a:pt x="14703" y="86015"/>
                  </a:cubicBezTo>
                  <a:lnTo>
                    <a:pt x="14703" y="86015"/>
                  </a:lnTo>
                  <a:cubicBezTo>
                    <a:pt x="15566" y="87445"/>
                    <a:pt x="15042" y="86455"/>
                    <a:pt x="15482" y="87157"/>
                  </a:cubicBezTo>
                  <a:cubicBezTo>
                    <a:pt x="15262" y="86785"/>
                    <a:pt x="15109" y="86497"/>
                    <a:pt x="14856" y="86108"/>
                  </a:cubicBezTo>
                  <a:cubicBezTo>
                    <a:pt x="14768" y="85960"/>
                    <a:pt x="14437" y="85465"/>
                    <a:pt x="14200" y="85078"/>
                  </a:cubicBezTo>
                  <a:lnTo>
                    <a:pt x="14200" y="85078"/>
                  </a:lnTo>
                  <a:cubicBezTo>
                    <a:pt x="14410" y="85435"/>
                    <a:pt x="14551" y="85678"/>
                    <a:pt x="14737" y="86015"/>
                  </a:cubicBezTo>
                  <a:cubicBezTo>
                    <a:pt x="14534" y="85668"/>
                    <a:pt x="14475" y="85626"/>
                    <a:pt x="14306" y="85330"/>
                  </a:cubicBezTo>
                  <a:lnTo>
                    <a:pt x="14306" y="85330"/>
                  </a:lnTo>
                  <a:lnTo>
                    <a:pt x="14373" y="85415"/>
                  </a:lnTo>
                  <a:cubicBezTo>
                    <a:pt x="14289" y="85296"/>
                    <a:pt x="14213" y="85169"/>
                    <a:pt x="14136" y="85042"/>
                  </a:cubicBezTo>
                  <a:cubicBezTo>
                    <a:pt x="14130" y="84990"/>
                    <a:pt x="13779" y="84377"/>
                    <a:pt x="13793" y="84377"/>
                  </a:cubicBezTo>
                  <a:lnTo>
                    <a:pt x="13793" y="84377"/>
                  </a:lnTo>
                  <a:cubicBezTo>
                    <a:pt x="13797" y="84377"/>
                    <a:pt x="13830" y="84426"/>
                    <a:pt x="13908" y="84552"/>
                  </a:cubicBezTo>
                  <a:cubicBezTo>
                    <a:pt x="13612" y="84044"/>
                    <a:pt x="13790" y="84391"/>
                    <a:pt x="13510" y="83917"/>
                  </a:cubicBezTo>
                  <a:lnTo>
                    <a:pt x="13510" y="83917"/>
                  </a:lnTo>
                  <a:lnTo>
                    <a:pt x="14027" y="84865"/>
                  </a:lnTo>
                  <a:lnTo>
                    <a:pt x="14001" y="84865"/>
                  </a:lnTo>
                  <a:cubicBezTo>
                    <a:pt x="13790" y="84526"/>
                    <a:pt x="13756" y="84433"/>
                    <a:pt x="13544" y="84061"/>
                  </a:cubicBezTo>
                  <a:lnTo>
                    <a:pt x="13536" y="84112"/>
                  </a:lnTo>
                  <a:lnTo>
                    <a:pt x="13181" y="83427"/>
                  </a:lnTo>
                  <a:lnTo>
                    <a:pt x="13181" y="83427"/>
                  </a:lnTo>
                  <a:cubicBezTo>
                    <a:pt x="13183" y="83433"/>
                    <a:pt x="13184" y="83436"/>
                    <a:pt x="13183" y="83436"/>
                  </a:cubicBezTo>
                  <a:cubicBezTo>
                    <a:pt x="13176" y="83436"/>
                    <a:pt x="13118" y="83345"/>
                    <a:pt x="13054" y="83224"/>
                  </a:cubicBezTo>
                  <a:cubicBezTo>
                    <a:pt x="12986" y="83088"/>
                    <a:pt x="12893" y="82919"/>
                    <a:pt x="12859" y="82851"/>
                  </a:cubicBezTo>
                  <a:cubicBezTo>
                    <a:pt x="12673" y="82462"/>
                    <a:pt x="12842" y="82691"/>
                    <a:pt x="12487" y="82056"/>
                  </a:cubicBezTo>
                  <a:lnTo>
                    <a:pt x="12487" y="82056"/>
                  </a:lnTo>
                  <a:lnTo>
                    <a:pt x="12512" y="82107"/>
                  </a:lnTo>
                  <a:cubicBezTo>
                    <a:pt x="12309" y="81743"/>
                    <a:pt x="12191" y="81532"/>
                    <a:pt x="11937" y="80999"/>
                  </a:cubicBezTo>
                  <a:lnTo>
                    <a:pt x="11937" y="80999"/>
                  </a:lnTo>
                  <a:cubicBezTo>
                    <a:pt x="11954" y="81033"/>
                    <a:pt x="12030" y="81168"/>
                    <a:pt x="12072" y="81244"/>
                  </a:cubicBezTo>
                  <a:cubicBezTo>
                    <a:pt x="11709" y="80500"/>
                    <a:pt x="11133" y="79307"/>
                    <a:pt x="11023" y="78943"/>
                  </a:cubicBezTo>
                  <a:lnTo>
                    <a:pt x="11023" y="78943"/>
                  </a:lnTo>
                  <a:cubicBezTo>
                    <a:pt x="11074" y="78994"/>
                    <a:pt x="11193" y="79324"/>
                    <a:pt x="11226" y="79324"/>
                  </a:cubicBezTo>
                  <a:cubicBezTo>
                    <a:pt x="11362" y="79662"/>
                    <a:pt x="11514" y="80001"/>
                    <a:pt x="11692" y="80330"/>
                  </a:cubicBezTo>
                  <a:cubicBezTo>
                    <a:pt x="11751" y="80440"/>
                    <a:pt x="11819" y="80559"/>
                    <a:pt x="11903" y="80728"/>
                  </a:cubicBezTo>
                  <a:cubicBezTo>
                    <a:pt x="11954" y="80813"/>
                    <a:pt x="11996" y="80914"/>
                    <a:pt x="12055" y="81041"/>
                  </a:cubicBezTo>
                  <a:cubicBezTo>
                    <a:pt x="12115" y="81159"/>
                    <a:pt x="12182" y="81303"/>
                    <a:pt x="12267" y="81464"/>
                  </a:cubicBezTo>
                  <a:cubicBezTo>
                    <a:pt x="12242" y="81557"/>
                    <a:pt x="12876" y="82572"/>
                    <a:pt x="12952" y="82860"/>
                  </a:cubicBezTo>
                  <a:cubicBezTo>
                    <a:pt x="12708" y="82363"/>
                    <a:pt x="12353" y="81741"/>
                    <a:pt x="12340" y="81741"/>
                  </a:cubicBezTo>
                  <a:lnTo>
                    <a:pt x="12340" y="81741"/>
                  </a:lnTo>
                  <a:cubicBezTo>
                    <a:pt x="12339" y="81741"/>
                    <a:pt x="12340" y="81745"/>
                    <a:pt x="12343" y="81752"/>
                  </a:cubicBezTo>
                  <a:cubicBezTo>
                    <a:pt x="12597" y="82225"/>
                    <a:pt x="12935" y="82902"/>
                    <a:pt x="13113" y="83240"/>
                  </a:cubicBezTo>
                  <a:cubicBezTo>
                    <a:pt x="13045" y="83097"/>
                    <a:pt x="13028" y="83040"/>
                    <a:pt x="13042" y="83040"/>
                  </a:cubicBezTo>
                  <a:cubicBezTo>
                    <a:pt x="13058" y="83040"/>
                    <a:pt x="13113" y="83112"/>
                    <a:pt x="13181" y="83215"/>
                  </a:cubicBezTo>
                  <a:cubicBezTo>
                    <a:pt x="12969" y="82834"/>
                    <a:pt x="12698" y="82285"/>
                    <a:pt x="12402" y="81692"/>
                  </a:cubicBezTo>
                  <a:cubicBezTo>
                    <a:pt x="12106" y="81100"/>
                    <a:pt x="11810" y="80457"/>
                    <a:pt x="11556" y="79891"/>
                  </a:cubicBezTo>
                  <a:lnTo>
                    <a:pt x="11556" y="79891"/>
                  </a:lnTo>
                  <a:lnTo>
                    <a:pt x="11582" y="80034"/>
                  </a:lnTo>
                  <a:cubicBezTo>
                    <a:pt x="11415" y="79688"/>
                    <a:pt x="11379" y="79605"/>
                    <a:pt x="11385" y="79605"/>
                  </a:cubicBezTo>
                  <a:lnTo>
                    <a:pt x="11385" y="79605"/>
                  </a:lnTo>
                  <a:cubicBezTo>
                    <a:pt x="11391" y="79605"/>
                    <a:pt x="11434" y="79677"/>
                    <a:pt x="11444" y="79677"/>
                  </a:cubicBezTo>
                  <a:cubicBezTo>
                    <a:pt x="11452" y="79677"/>
                    <a:pt x="11432" y="79616"/>
                    <a:pt x="11328" y="79383"/>
                  </a:cubicBezTo>
                  <a:lnTo>
                    <a:pt x="11150" y="79053"/>
                  </a:lnTo>
                  <a:lnTo>
                    <a:pt x="11133" y="79002"/>
                  </a:lnTo>
                  <a:lnTo>
                    <a:pt x="10871" y="78452"/>
                  </a:lnTo>
                  <a:lnTo>
                    <a:pt x="10871" y="78452"/>
                  </a:lnTo>
                  <a:cubicBezTo>
                    <a:pt x="11040" y="78850"/>
                    <a:pt x="10981" y="78655"/>
                    <a:pt x="11159" y="79104"/>
                  </a:cubicBezTo>
                  <a:cubicBezTo>
                    <a:pt x="11207" y="79228"/>
                    <a:pt x="11221" y="79273"/>
                    <a:pt x="11214" y="79273"/>
                  </a:cubicBezTo>
                  <a:cubicBezTo>
                    <a:pt x="11201" y="79273"/>
                    <a:pt x="11098" y="79069"/>
                    <a:pt x="11057" y="78994"/>
                  </a:cubicBezTo>
                  <a:cubicBezTo>
                    <a:pt x="11007" y="78859"/>
                    <a:pt x="10871" y="78554"/>
                    <a:pt x="10795" y="78359"/>
                  </a:cubicBezTo>
                  <a:cubicBezTo>
                    <a:pt x="10753" y="78253"/>
                    <a:pt x="10724" y="78177"/>
                    <a:pt x="10729" y="78177"/>
                  </a:cubicBezTo>
                  <a:lnTo>
                    <a:pt x="10729" y="78177"/>
                  </a:lnTo>
                  <a:cubicBezTo>
                    <a:pt x="10732" y="78177"/>
                    <a:pt x="10759" y="78229"/>
                    <a:pt x="10820" y="78359"/>
                  </a:cubicBezTo>
                  <a:lnTo>
                    <a:pt x="10592" y="77843"/>
                  </a:lnTo>
                  <a:lnTo>
                    <a:pt x="10372" y="77327"/>
                  </a:lnTo>
                  <a:lnTo>
                    <a:pt x="10372" y="77327"/>
                  </a:lnTo>
                  <a:cubicBezTo>
                    <a:pt x="10431" y="77429"/>
                    <a:pt x="10482" y="77547"/>
                    <a:pt x="10524" y="77657"/>
                  </a:cubicBezTo>
                  <a:cubicBezTo>
                    <a:pt x="10431" y="77403"/>
                    <a:pt x="10330" y="77158"/>
                    <a:pt x="10237" y="76896"/>
                  </a:cubicBezTo>
                  <a:lnTo>
                    <a:pt x="10237" y="76896"/>
                  </a:lnTo>
                  <a:lnTo>
                    <a:pt x="10254" y="76921"/>
                  </a:lnTo>
                  <a:cubicBezTo>
                    <a:pt x="10000" y="76321"/>
                    <a:pt x="9721" y="75449"/>
                    <a:pt x="9551" y="74976"/>
                  </a:cubicBezTo>
                  <a:lnTo>
                    <a:pt x="9551" y="74976"/>
                  </a:lnTo>
                  <a:cubicBezTo>
                    <a:pt x="9630" y="75249"/>
                    <a:pt x="9654" y="75351"/>
                    <a:pt x="9648" y="75351"/>
                  </a:cubicBezTo>
                  <a:cubicBezTo>
                    <a:pt x="9643" y="75351"/>
                    <a:pt x="9610" y="75260"/>
                    <a:pt x="9568" y="75136"/>
                  </a:cubicBezTo>
                  <a:cubicBezTo>
                    <a:pt x="9497" y="74906"/>
                    <a:pt x="9388" y="74565"/>
                    <a:pt x="9375" y="74565"/>
                  </a:cubicBezTo>
                  <a:cubicBezTo>
                    <a:pt x="9374" y="74565"/>
                    <a:pt x="9374" y="74566"/>
                    <a:pt x="9374" y="74570"/>
                  </a:cubicBezTo>
                  <a:cubicBezTo>
                    <a:pt x="9326" y="74387"/>
                    <a:pt x="9316" y="74264"/>
                    <a:pt x="9329" y="74264"/>
                  </a:cubicBezTo>
                  <a:lnTo>
                    <a:pt x="9329" y="74264"/>
                  </a:lnTo>
                  <a:cubicBezTo>
                    <a:pt x="9330" y="74264"/>
                    <a:pt x="9331" y="74264"/>
                    <a:pt x="9332" y="74265"/>
                  </a:cubicBezTo>
                  <a:cubicBezTo>
                    <a:pt x="9348" y="74282"/>
                    <a:pt x="9425" y="74451"/>
                    <a:pt x="9560" y="74857"/>
                  </a:cubicBezTo>
                  <a:cubicBezTo>
                    <a:pt x="9602" y="75035"/>
                    <a:pt x="9653" y="75213"/>
                    <a:pt x="9721" y="75382"/>
                  </a:cubicBezTo>
                  <a:cubicBezTo>
                    <a:pt x="9788" y="75602"/>
                    <a:pt x="9873" y="75839"/>
                    <a:pt x="9949" y="76042"/>
                  </a:cubicBezTo>
                  <a:cubicBezTo>
                    <a:pt x="9856" y="75779"/>
                    <a:pt x="9805" y="75602"/>
                    <a:pt x="9755" y="75441"/>
                  </a:cubicBezTo>
                  <a:cubicBezTo>
                    <a:pt x="9704" y="75289"/>
                    <a:pt x="9645" y="75145"/>
                    <a:pt x="9585" y="74933"/>
                  </a:cubicBezTo>
                  <a:lnTo>
                    <a:pt x="9585" y="74933"/>
                  </a:lnTo>
                  <a:cubicBezTo>
                    <a:pt x="9600" y="74977"/>
                    <a:pt x="9608" y="74996"/>
                    <a:pt x="9610" y="74996"/>
                  </a:cubicBezTo>
                  <a:cubicBezTo>
                    <a:pt x="9620" y="74996"/>
                    <a:pt x="9444" y="74383"/>
                    <a:pt x="9458" y="74383"/>
                  </a:cubicBezTo>
                  <a:lnTo>
                    <a:pt x="9458" y="74383"/>
                  </a:lnTo>
                  <a:cubicBezTo>
                    <a:pt x="9568" y="74620"/>
                    <a:pt x="9653" y="74874"/>
                    <a:pt x="9712" y="75136"/>
                  </a:cubicBezTo>
                  <a:cubicBezTo>
                    <a:pt x="9810" y="75444"/>
                    <a:pt x="9831" y="75528"/>
                    <a:pt x="9825" y="75528"/>
                  </a:cubicBezTo>
                  <a:cubicBezTo>
                    <a:pt x="9818" y="75528"/>
                    <a:pt x="9772" y="75410"/>
                    <a:pt x="9771" y="75410"/>
                  </a:cubicBezTo>
                  <a:lnTo>
                    <a:pt x="9771" y="75410"/>
                  </a:lnTo>
                  <a:cubicBezTo>
                    <a:pt x="9771" y="75410"/>
                    <a:pt x="9775" y="75423"/>
                    <a:pt x="9788" y="75458"/>
                  </a:cubicBezTo>
                  <a:cubicBezTo>
                    <a:pt x="9814" y="75686"/>
                    <a:pt x="10161" y="76558"/>
                    <a:pt x="10330" y="77040"/>
                  </a:cubicBezTo>
                  <a:cubicBezTo>
                    <a:pt x="10318" y="77019"/>
                    <a:pt x="10307" y="76999"/>
                    <a:pt x="10298" y="76978"/>
                  </a:cubicBezTo>
                  <a:lnTo>
                    <a:pt x="10298" y="76978"/>
                  </a:lnTo>
                  <a:cubicBezTo>
                    <a:pt x="10456" y="77417"/>
                    <a:pt x="10732" y="78119"/>
                    <a:pt x="10778" y="78165"/>
                  </a:cubicBezTo>
                  <a:cubicBezTo>
                    <a:pt x="10634" y="77835"/>
                    <a:pt x="10507" y="77497"/>
                    <a:pt x="10372" y="77158"/>
                  </a:cubicBezTo>
                  <a:cubicBezTo>
                    <a:pt x="10358" y="77118"/>
                    <a:pt x="10354" y="77103"/>
                    <a:pt x="10355" y="77103"/>
                  </a:cubicBezTo>
                  <a:lnTo>
                    <a:pt x="10355" y="77103"/>
                  </a:lnTo>
                  <a:cubicBezTo>
                    <a:pt x="10361" y="77103"/>
                    <a:pt x="10425" y="77252"/>
                    <a:pt x="10433" y="77252"/>
                  </a:cubicBezTo>
                  <a:cubicBezTo>
                    <a:pt x="10437" y="77252"/>
                    <a:pt x="10430" y="77226"/>
                    <a:pt x="10406" y="77150"/>
                  </a:cubicBezTo>
                  <a:cubicBezTo>
                    <a:pt x="10313" y="76913"/>
                    <a:pt x="10211" y="76642"/>
                    <a:pt x="10110" y="76338"/>
                  </a:cubicBezTo>
                  <a:lnTo>
                    <a:pt x="10110" y="76338"/>
                  </a:lnTo>
                  <a:lnTo>
                    <a:pt x="10135" y="76388"/>
                  </a:lnTo>
                  <a:cubicBezTo>
                    <a:pt x="9932" y="75762"/>
                    <a:pt x="9619" y="74790"/>
                    <a:pt x="9416" y="74062"/>
                  </a:cubicBezTo>
                  <a:cubicBezTo>
                    <a:pt x="9348" y="73944"/>
                    <a:pt x="9298" y="73825"/>
                    <a:pt x="9247" y="73698"/>
                  </a:cubicBezTo>
                  <a:cubicBezTo>
                    <a:pt x="9188" y="73554"/>
                    <a:pt x="9120" y="73377"/>
                    <a:pt x="9052" y="73225"/>
                  </a:cubicBezTo>
                  <a:cubicBezTo>
                    <a:pt x="8773" y="72091"/>
                    <a:pt x="8570" y="70932"/>
                    <a:pt x="8443" y="69765"/>
                  </a:cubicBezTo>
                  <a:lnTo>
                    <a:pt x="8443" y="69765"/>
                  </a:lnTo>
                  <a:cubicBezTo>
                    <a:pt x="8503" y="70044"/>
                    <a:pt x="8604" y="70797"/>
                    <a:pt x="8756" y="71617"/>
                  </a:cubicBezTo>
                  <a:lnTo>
                    <a:pt x="8680" y="71262"/>
                  </a:lnTo>
                  <a:lnTo>
                    <a:pt x="8680" y="71262"/>
                  </a:lnTo>
                  <a:cubicBezTo>
                    <a:pt x="8731" y="71592"/>
                    <a:pt x="8782" y="71820"/>
                    <a:pt x="8824" y="71998"/>
                  </a:cubicBezTo>
                  <a:cubicBezTo>
                    <a:pt x="8858" y="72176"/>
                    <a:pt x="8892" y="72302"/>
                    <a:pt x="8925" y="72438"/>
                  </a:cubicBezTo>
                  <a:cubicBezTo>
                    <a:pt x="8924" y="72431"/>
                    <a:pt x="8923" y="72427"/>
                    <a:pt x="8922" y="72427"/>
                  </a:cubicBezTo>
                  <a:lnTo>
                    <a:pt x="8922" y="72427"/>
                  </a:lnTo>
                  <a:cubicBezTo>
                    <a:pt x="8921" y="72427"/>
                    <a:pt x="8929" y="72476"/>
                    <a:pt x="8942" y="72556"/>
                  </a:cubicBezTo>
                  <a:cubicBezTo>
                    <a:pt x="9035" y="72981"/>
                    <a:pt x="9122" y="73253"/>
                    <a:pt x="9141" y="73253"/>
                  </a:cubicBezTo>
                  <a:cubicBezTo>
                    <a:pt x="9148" y="73253"/>
                    <a:pt x="9145" y="73215"/>
                    <a:pt x="9129" y="73132"/>
                  </a:cubicBezTo>
                  <a:cubicBezTo>
                    <a:pt x="9112" y="73072"/>
                    <a:pt x="9086" y="73005"/>
                    <a:pt x="9069" y="72945"/>
                  </a:cubicBezTo>
                  <a:lnTo>
                    <a:pt x="9010" y="72539"/>
                  </a:lnTo>
                  <a:cubicBezTo>
                    <a:pt x="8968" y="72446"/>
                    <a:pt x="8942" y="72353"/>
                    <a:pt x="8925" y="72260"/>
                  </a:cubicBezTo>
                  <a:cubicBezTo>
                    <a:pt x="8892" y="72108"/>
                    <a:pt x="8849" y="71930"/>
                    <a:pt x="8807" y="71727"/>
                  </a:cubicBezTo>
                  <a:cubicBezTo>
                    <a:pt x="8731" y="71330"/>
                    <a:pt x="8655" y="70864"/>
                    <a:pt x="8596" y="70543"/>
                  </a:cubicBezTo>
                  <a:lnTo>
                    <a:pt x="8596" y="70543"/>
                  </a:lnTo>
                  <a:cubicBezTo>
                    <a:pt x="8638" y="70763"/>
                    <a:pt x="8689" y="70974"/>
                    <a:pt x="8739" y="71194"/>
                  </a:cubicBezTo>
                  <a:cubicBezTo>
                    <a:pt x="8765" y="71304"/>
                    <a:pt x="8790" y="71423"/>
                    <a:pt x="8816" y="71550"/>
                  </a:cubicBezTo>
                  <a:cubicBezTo>
                    <a:pt x="8832" y="71676"/>
                    <a:pt x="8858" y="71803"/>
                    <a:pt x="8883" y="71947"/>
                  </a:cubicBezTo>
                  <a:lnTo>
                    <a:pt x="8892" y="71888"/>
                  </a:lnTo>
                  <a:cubicBezTo>
                    <a:pt x="8942" y="72133"/>
                    <a:pt x="8985" y="72362"/>
                    <a:pt x="9027" y="72556"/>
                  </a:cubicBezTo>
                  <a:cubicBezTo>
                    <a:pt x="9061" y="72725"/>
                    <a:pt x="9103" y="72895"/>
                    <a:pt x="9154" y="73064"/>
                  </a:cubicBezTo>
                  <a:cubicBezTo>
                    <a:pt x="9103" y="72869"/>
                    <a:pt x="9061" y="72675"/>
                    <a:pt x="9019" y="72480"/>
                  </a:cubicBezTo>
                  <a:lnTo>
                    <a:pt x="9019" y="72480"/>
                  </a:lnTo>
                  <a:lnTo>
                    <a:pt x="9035" y="72489"/>
                  </a:lnTo>
                  <a:cubicBezTo>
                    <a:pt x="8942" y="72083"/>
                    <a:pt x="8816" y="71558"/>
                    <a:pt x="8765" y="71169"/>
                  </a:cubicBezTo>
                  <a:cubicBezTo>
                    <a:pt x="8731" y="71008"/>
                    <a:pt x="8689" y="70847"/>
                    <a:pt x="8646" y="70611"/>
                  </a:cubicBezTo>
                  <a:cubicBezTo>
                    <a:pt x="8629" y="70492"/>
                    <a:pt x="8596" y="70357"/>
                    <a:pt x="8579" y="70196"/>
                  </a:cubicBezTo>
                  <a:cubicBezTo>
                    <a:pt x="8562" y="70035"/>
                    <a:pt x="8536" y="69849"/>
                    <a:pt x="8511" y="69621"/>
                  </a:cubicBezTo>
                  <a:lnTo>
                    <a:pt x="8511" y="69621"/>
                  </a:lnTo>
                  <a:lnTo>
                    <a:pt x="8519" y="69646"/>
                  </a:lnTo>
                  <a:cubicBezTo>
                    <a:pt x="8486" y="69477"/>
                    <a:pt x="8460" y="69299"/>
                    <a:pt x="8452" y="69122"/>
                  </a:cubicBezTo>
                  <a:cubicBezTo>
                    <a:pt x="8443" y="69020"/>
                    <a:pt x="8426" y="68919"/>
                    <a:pt x="8426" y="68817"/>
                  </a:cubicBezTo>
                  <a:cubicBezTo>
                    <a:pt x="8426" y="68716"/>
                    <a:pt x="8418" y="68614"/>
                    <a:pt x="8418" y="68504"/>
                  </a:cubicBezTo>
                  <a:cubicBezTo>
                    <a:pt x="8393" y="68098"/>
                    <a:pt x="8409" y="67701"/>
                    <a:pt x="8384" y="67472"/>
                  </a:cubicBezTo>
                  <a:cubicBezTo>
                    <a:pt x="8379" y="67447"/>
                    <a:pt x="8375" y="67435"/>
                    <a:pt x="8372" y="67435"/>
                  </a:cubicBezTo>
                  <a:cubicBezTo>
                    <a:pt x="8359" y="67435"/>
                    <a:pt x="8360" y="67651"/>
                    <a:pt x="8367" y="67912"/>
                  </a:cubicBezTo>
                  <a:cubicBezTo>
                    <a:pt x="8367" y="68073"/>
                    <a:pt x="8384" y="68250"/>
                    <a:pt x="8393" y="68411"/>
                  </a:cubicBezTo>
                  <a:cubicBezTo>
                    <a:pt x="8401" y="68572"/>
                    <a:pt x="8401" y="68707"/>
                    <a:pt x="8401" y="68783"/>
                  </a:cubicBezTo>
                  <a:cubicBezTo>
                    <a:pt x="8376" y="68500"/>
                    <a:pt x="8369" y="68198"/>
                    <a:pt x="8364" y="68198"/>
                  </a:cubicBezTo>
                  <a:cubicBezTo>
                    <a:pt x="8362" y="68198"/>
                    <a:pt x="8361" y="68234"/>
                    <a:pt x="8359" y="68318"/>
                  </a:cubicBezTo>
                  <a:cubicBezTo>
                    <a:pt x="8333" y="68090"/>
                    <a:pt x="8325" y="67853"/>
                    <a:pt x="8342" y="67616"/>
                  </a:cubicBezTo>
                  <a:cubicBezTo>
                    <a:pt x="8342" y="67565"/>
                    <a:pt x="8333" y="67506"/>
                    <a:pt x="8342" y="67421"/>
                  </a:cubicBezTo>
                  <a:cubicBezTo>
                    <a:pt x="8342" y="67337"/>
                    <a:pt x="8342" y="67227"/>
                    <a:pt x="8333" y="67041"/>
                  </a:cubicBezTo>
                  <a:lnTo>
                    <a:pt x="8316" y="67464"/>
                  </a:lnTo>
                  <a:cubicBezTo>
                    <a:pt x="8308" y="67295"/>
                    <a:pt x="8308" y="67075"/>
                    <a:pt x="8308" y="66846"/>
                  </a:cubicBezTo>
                  <a:cubicBezTo>
                    <a:pt x="8308" y="66626"/>
                    <a:pt x="8308" y="66406"/>
                    <a:pt x="8308" y="66237"/>
                  </a:cubicBezTo>
                  <a:cubicBezTo>
                    <a:pt x="8307" y="66235"/>
                    <a:pt x="8305" y="66234"/>
                    <a:pt x="8304" y="66234"/>
                  </a:cubicBezTo>
                  <a:cubicBezTo>
                    <a:pt x="8290" y="66234"/>
                    <a:pt x="8283" y="66373"/>
                    <a:pt x="8283" y="66584"/>
                  </a:cubicBezTo>
                  <a:cubicBezTo>
                    <a:pt x="8274" y="66804"/>
                    <a:pt x="8283" y="67117"/>
                    <a:pt x="8274" y="67438"/>
                  </a:cubicBezTo>
                  <a:lnTo>
                    <a:pt x="8249" y="67151"/>
                  </a:lnTo>
                  <a:lnTo>
                    <a:pt x="8249" y="67151"/>
                  </a:lnTo>
                  <a:cubicBezTo>
                    <a:pt x="8257" y="67261"/>
                    <a:pt x="8257" y="67362"/>
                    <a:pt x="8257" y="67472"/>
                  </a:cubicBezTo>
                  <a:lnTo>
                    <a:pt x="8274" y="67785"/>
                  </a:lnTo>
                  <a:lnTo>
                    <a:pt x="8283" y="68107"/>
                  </a:lnTo>
                  <a:lnTo>
                    <a:pt x="8308" y="68420"/>
                  </a:lnTo>
                  <a:cubicBezTo>
                    <a:pt x="8325" y="68504"/>
                    <a:pt x="8342" y="68589"/>
                    <a:pt x="8367" y="68673"/>
                  </a:cubicBezTo>
                  <a:cubicBezTo>
                    <a:pt x="8376" y="68733"/>
                    <a:pt x="8393" y="68843"/>
                    <a:pt x="8443" y="69232"/>
                  </a:cubicBezTo>
                  <a:lnTo>
                    <a:pt x="8443" y="69511"/>
                  </a:lnTo>
                  <a:lnTo>
                    <a:pt x="8443" y="69697"/>
                  </a:lnTo>
                  <a:cubicBezTo>
                    <a:pt x="8439" y="69748"/>
                    <a:pt x="8432" y="69776"/>
                    <a:pt x="8422" y="69776"/>
                  </a:cubicBezTo>
                  <a:cubicBezTo>
                    <a:pt x="8414" y="69776"/>
                    <a:pt x="8404" y="69756"/>
                    <a:pt x="8393" y="69714"/>
                  </a:cubicBezTo>
                  <a:cubicBezTo>
                    <a:pt x="8376" y="69545"/>
                    <a:pt x="8359" y="69308"/>
                    <a:pt x="8342" y="69113"/>
                  </a:cubicBezTo>
                  <a:cubicBezTo>
                    <a:pt x="8325" y="68924"/>
                    <a:pt x="8317" y="68775"/>
                    <a:pt x="8332" y="68775"/>
                  </a:cubicBezTo>
                  <a:lnTo>
                    <a:pt x="8332" y="68775"/>
                  </a:lnTo>
                  <a:cubicBezTo>
                    <a:pt x="8332" y="68775"/>
                    <a:pt x="8333" y="68775"/>
                    <a:pt x="8333" y="68775"/>
                  </a:cubicBezTo>
                  <a:cubicBezTo>
                    <a:pt x="8316" y="68589"/>
                    <a:pt x="8274" y="68242"/>
                    <a:pt x="8257" y="67963"/>
                  </a:cubicBezTo>
                  <a:cubicBezTo>
                    <a:pt x="8236" y="67726"/>
                    <a:pt x="8221" y="67547"/>
                    <a:pt x="8212" y="67547"/>
                  </a:cubicBezTo>
                  <a:cubicBezTo>
                    <a:pt x="8210" y="67547"/>
                    <a:pt x="8208" y="67556"/>
                    <a:pt x="8206" y="67574"/>
                  </a:cubicBezTo>
                  <a:lnTo>
                    <a:pt x="8206" y="67438"/>
                  </a:lnTo>
                  <a:cubicBezTo>
                    <a:pt x="8240" y="66998"/>
                    <a:pt x="8240" y="66339"/>
                    <a:pt x="8367" y="65171"/>
                  </a:cubicBezTo>
                  <a:cubicBezTo>
                    <a:pt x="8386" y="65002"/>
                    <a:pt x="8382" y="64939"/>
                    <a:pt x="8364" y="64939"/>
                  </a:cubicBezTo>
                  <a:cubicBezTo>
                    <a:pt x="8358" y="64939"/>
                    <a:pt x="8350" y="64947"/>
                    <a:pt x="8342" y="64960"/>
                  </a:cubicBezTo>
                  <a:cubicBezTo>
                    <a:pt x="8376" y="64714"/>
                    <a:pt x="8418" y="64486"/>
                    <a:pt x="8460" y="64249"/>
                  </a:cubicBezTo>
                  <a:lnTo>
                    <a:pt x="8460" y="64249"/>
                  </a:lnTo>
                  <a:cubicBezTo>
                    <a:pt x="8452" y="64342"/>
                    <a:pt x="8443" y="64418"/>
                    <a:pt x="8435" y="64511"/>
                  </a:cubicBezTo>
                  <a:cubicBezTo>
                    <a:pt x="8426" y="64604"/>
                    <a:pt x="8418" y="64723"/>
                    <a:pt x="8401" y="64892"/>
                  </a:cubicBezTo>
                  <a:cubicBezTo>
                    <a:pt x="8418" y="64740"/>
                    <a:pt x="8435" y="64588"/>
                    <a:pt x="8460" y="64444"/>
                  </a:cubicBezTo>
                  <a:lnTo>
                    <a:pt x="8528" y="64012"/>
                  </a:lnTo>
                  <a:cubicBezTo>
                    <a:pt x="8587" y="63708"/>
                    <a:pt x="8638" y="63412"/>
                    <a:pt x="8714" y="63116"/>
                  </a:cubicBezTo>
                  <a:lnTo>
                    <a:pt x="8714" y="63116"/>
                  </a:lnTo>
                  <a:lnTo>
                    <a:pt x="8689" y="63251"/>
                  </a:lnTo>
                  <a:cubicBezTo>
                    <a:pt x="8730" y="63063"/>
                    <a:pt x="8766" y="62870"/>
                    <a:pt x="8811" y="62676"/>
                  </a:cubicBezTo>
                  <a:lnTo>
                    <a:pt x="8811" y="62676"/>
                  </a:lnTo>
                  <a:cubicBezTo>
                    <a:pt x="8731" y="63010"/>
                    <a:pt x="8633" y="63421"/>
                    <a:pt x="8615" y="63421"/>
                  </a:cubicBezTo>
                  <a:cubicBezTo>
                    <a:pt x="8613" y="63421"/>
                    <a:pt x="8612" y="63413"/>
                    <a:pt x="8613" y="63395"/>
                  </a:cubicBezTo>
                  <a:cubicBezTo>
                    <a:pt x="8689" y="62997"/>
                    <a:pt x="8765" y="62684"/>
                    <a:pt x="8849" y="62388"/>
                  </a:cubicBezTo>
                  <a:cubicBezTo>
                    <a:pt x="8892" y="62244"/>
                    <a:pt x="8925" y="62100"/>
                    <a:pt x="8968" y="61948"/>
                  </a:cubicBezTo>
                  <a:cubicBezTo>
                    <a:pt x="9010" y="61804"/>
                    <a:pt x="9052" y="61652"/>
                    <a:pt x="9103" y="61483"/>
                  </a:cubicBezTo>
                  <a:cubicBezTo>
                    <a:pt x="9105" y="61484"/>
                    <a:pt x="9106" y="61484"/>
                    <a:pt x="9108" y="61484"/>
                  </a:cubicBezTo>
                  <a:cubicBezTo>
                    <a:pt x="9136" y="61484"/>
                    <a:pt x="9177" y="61404"/>
                    <a:pt x="9191" y="61404"/>
                  </a:cubicBezTo>
                  <a:lnTo>
                    <a:pt x="9191" y="61404"/>
                  </a:lnTo>
                  <a:cubicBezTo>
                    <a:pt x="9198" y="61404"/>
                    <a:pt x="9197" y="61429"/>
                    <a:pt x="9179" y="61508"/>
                  </a:cubicBezTo>
                  <a:cubicBezTo>
                    <a:pt x="9171" y="61559"/>
                    <a:pt x="9162" y="61576"/>
                    <a:pt x="9154" y="61584"/>
                  </a:cubicBezTo>
                  <a:cubicBezTo>
                    <a:pt x="9095" y="61838"/>
                    <a:pt x="8968" y="62380"/>
                    <a:pt x="8875" y="62794"/>
                  </a:cubicBezTo>
                  <a:cubicBezTo>
                    <a:pt x="8917" y="62608"/>
                    <a:pt x="8968" y="62456"/>
                    <a:pt x="9002" y="62329"/>
                  </a:cubicBezTo>
                  <a:cubicBezTo>
                    <a:pt x="9044" y="62194"/>
                    <a:pt x="9069" y="62084"/>
                    <a:pt x="9103" y="61991"/>
                  </a:cubicBezTo>
                  <a:lnTo>
                    <a:pt x="9238" y="61559"/>
                  </a:lnTo>
                  <a:cubicBezTo>
                    <a:pt x="9272" y="61432"/>
                    <a:pt x="9323" y="61322"/>
                    <a:pt x="9382" y="61161"/>
                  </a:cubicBezTo>
                  <a:cubicBezTo>
                    <a:pt x="9433" y="60992"/>
                    <a:pt x="9509" y="60781"/>
                    <a:pt x="9645" y="60485"/>
                  </a:cubicBezTo>
                  <a:cubicBezTo>
                    <a:pt x="9649" y="60481"/>
                    <a:pt x="9651" y="60479"/>
                    <a:pt x="9653" y="60479"/>
                  </a:cubicBezTo>
                  <a:lnTo>
                    <a:pt x="9653" y="60479"/>
                  </a:lnTo>
                  <a:cubicBezTo>
                    <a:pt x="9662" y="60479"/>
                    <a:pt x="9639" y="60533"/>
                    <a:pt x="9611" y="60612"/>
                  </a:cubicBezTo>
                  <a:cubicBezTo>
                    <a:pt x="9594" y="60662"/>
                    <a:pt x="9568" y="60722"/>
                    <a:pt x="9543" y="60781"/>
                  </a:cubicBezTo>
                  <a:lnTo>
                    <a:pt x="9484" y="60984"/>
                  </a:lnTo>
                  <a:cubicBezTo>
                    <a:pt x="9409" y="61188"/>
                    <a:pt x="9340" y="61386"/>
                    <a:pt x="9346" y="61386"/>
                  </a:cubicBezTo>
                  <a:cubicBezTo>
                    <a:pt x="9348" y="61386"/>
                    <a:pt x="9354" y="61374"/>
                    <a:pt x="9365" y="61348"/>
                  </a:cubicBezTo>
                  <a:lnTo>
                    <a:pt x="9365" y="61348"/>
                  </a:lnTo>
                  <a:cubicBezTo>
                    <a:pt x="9230" y="61737"/>
                    <a:pt x="9095" y="62126"/>
                    <a:pt x="8993" y="62523"/>
                  </a:cubicBezTo>
                  <a:cubicBezTo>
                    <a:pt x="9038" y="62345"/>
                    <a:pt x="9043" y="62304"/>
                    <a:pt x="9061" y="62227"/>
                  </a:cubicBezTo>
                  <a:lnTo>
                    <a:pt x="9061" y="62227"/>
                  </a:lnTo>
                  <a:cubicBezTo>
                    <a:pt x="9013" y="62423"/>
                    <a:pt x="8966" y="62583"/>
                    <a:pt x="8934" y="62735"/>
                  </a:cubicBezTo>
                  <a:cubicBezTo>
                    <a:pt x="8900" y="62887"/>
                    <a:pt x="8866" y="63023"/>
                    <a:pt x="8832" y="63158"/>
                  </a:cubicBezTo>
                  <a:cubicBezTo>
                    <a:pt x="8773" y="63420"/>
                    <a:pt x="8722" y="63691"/>
                    <a:pt x="8689" y="63962"/>
                  </a:cubicBezTo>
                  <a:cubicBezTo>
                    <a:pt x="8674" y="64029"/>
                    <a:pt x="8668" y="64055"/>
                    <a:pt x="8666" y="64055"/>
                  </a:cubicBezTo>
                  <a:cubicBezTo>
                    <a:pt x="8661" y="64055"/>
                    <a:pt x="8729" y="63663"/>
                    <a:pt x="8724" y="63663"/>
                  </a:cubicBezTo>
                  <a:lnTo>
                    <a:pt x="8724" y="63663"/>
                  </a:lnTo>
                  <a:cubicBezTo>
                    <a:pt x="8722" y="63663"/>
                    <a:pt x="8714" y="63695"/>
                    <a:pt x="8697" y="63775"/>
                  </a:cubicBezTo>
                  <a:cubicBezTo>
                    <a:pt x="8756" y="63403"/>
                    <a:pt x="8816" y="63039"/>
                    <a:pt x="8832" y="62853"/>
                  </a:cubicBezTo>
                  <a:lnTo>
                    <a:pt x="8832" y="62853"/>
                  </a:lnTo>
                  <a:cubicBezTo>
                    <a:pt x="8773" y="63090"/>
                    <a:pt x="8739" y="63242"/>
                    <a:pt x="8722" y="63352"/>
                  </a:cubicBezTo>
                  <a:cubicBezTo>
                    <a:pt x="8697" y="63462"/>
                    <a:pt x="8697" y="63522"/>
                    <a:pt x="8689" y="63589"/>
                  </a:cubicBezTo>
                  <a:cubicBezTo>
                    <a:pt x="8680" y="63649"/>
                    <a:pt x="8680" y="63708"/>
                    <a:pt x="8672" y="63801"/>
                  </a:cubicBezTo>
                  <a:cubicBezTo>
                    <a:pt x="8663" y="63885"/>
                    <a:pt x="8646" y="64021"/>
                    <a:pt x="8613" y="64224"/>
                  </a:cubicBezTo>
                  <a:cubicBezTo>
                    <a:pt x="8570" y="64427"/>
                    <a:pt x="8528" y="64621"/>
                    <a:pt x="8494" y="64833"/>
                  </a:cubicBezTo>
                  <a:cubicBezTo>
                    <a:pt x="8485" y="64937"/>
                    <a:pt x="8483" y="64976"/>
                    <a:pt x="8486" y="64976"/>
                  </a:cubicBezTo>
                  <a:cubicBezTo>
                    <a:pt x="8493" y="64976"/>
                    <a:pt x="8530" y="64710"/>
                    <a:pt x="8536" y="64698"/>
                  </a:cubicBezTo>
                  <a:lnTo>
                    <a:pt x="8536" y="64698"/>
                  </a:lnTo>
                  <a:cubicBezTo>
                    <a:pt x="8503" y="65146"/>
                    <a:pt x="8452" y="65324"/>
                    <a:pt x="8435" y="65662"/>
                  </a:cubicBezTo>
                  <a:cubicBezTo>
                    <a:pt x="8442" y="65579"/>
                    <a:pt x="8463" y="65382"/>
                    <a:pt x="8474" y="65382"/>
                  </a:cubicBezTo>
                  <a:cubicBezTo>
                    <a:pt x="8475" y="65382"/>
                    <a:pt x="8476" y="65385"/>
                    <a:pt x="8477" y="65391"/>
                  </a:cubicBezTo>
                  <a:cubicBezTo>
                    <a:pt x="8412" y="65946"/>
                    <a:pt x="8394" y="66493"/>
                    <a:pt x="8355" y="67010"/>
                  </a:cubicBezTo>
                  <a:lnTo>
                    <a:pt x="8355" y="67010"/>
                  </a:lnTo>
                  <a:cubicBezTo>
                    <a:pt x="8357" y="66991"/>
                    <a:pt x="8360" y="66982"/>
                    <a:pt x="8362" y="66982"/>
                  </a:cubicBezTo>
                  <a:cubicBezTo>
                    <a:pt x="8370" y="66982"/>
                    <a:pt x="8379" y="67055"/>
                    <a:pt x="8384" y="67151"/>
                  </a:cubicBezTo>
                  <a:cubicBezTo>
                    <a:pt x="8384" y="67235"/>
                    <a:pt x="8393" y="67328"/>
                    <a:pt x="8401" y="67421"/>
                  </a:cubicBezTo>
                  <a:cubicBezTo>
                    <a:pt x="8401" y="67514"/>
                    <a:pt x="8409" y="67599"/>
                    <a:pt x="8409" y="67658"/>
                  </a:cubicBezTo>
                  <a:cubicBezTo>
                    <a:pt x="8409" y="67481"/>
                    <a:pt x="8418" y="67295"/>
                    <a:pt x="8426" y="67108"/>
                  </a:cubicBezTo>
                  <a:cubicBezTo>
                    <a:pt x="8435" y="66931"/>
                    <a:pt x="8443" y="66745"/>
                    <a:pt x="8460" y="66567"/>
                  </a:cubicBezTo>
                  <a:cubicBezTo>
                    <a:pt x="8503" y="65180"/>
                    <a:pt x="8621" y="64317"/>
                    <a:pt x="8934" y="62853"/>
                  </a:cubicBezTo>
                  <a:lnTo>
                    <a:pt x="8934" y="62946"/>
                  </a:lnTo>
                  <a:cubicBezTo>
                    <a:pt x="9086" y="62371"/>
                    <a:pt x="9205" y="61982"/>
                    <a:pt x="9306" y="61669"/>
                  </a:cubicBezTo>
                  <a:cubicBezTo>
                    <a:pt x="9323" y="61593"/>
                    <a:pt x="9348" y="61517"/>
                    <a:pt x="9365" y="61449"/>
                  </a:cubicBezTo>
                  <a:lnTo>
                    <a:pt x="9433" y="61263"/>
                  </a:lnTo>
                  <a:cubicBezTo>
                    <a:pt x="9467" y="61136"/>
                    <a:pt x="9501" y="61026"/>
                    <a:pt x="9535" y="60925"/>
                  </a:cubicBezTo>
                  <a:cubicBezTo>
                    <a:pt x="9721" y="60332"/>
                    <a:pt x="9958" y="59757"/>
                    <a:pt x="10254" y="59207"/>
                  </a:cubicBezTo>
                  <a:cubicBezTo>
                    <a:pt x="10302" y="59175"/>
                    <a:pt x="10659" y="58472"/>
                    <a:pt x="10698" y="58472"/>
                  </a:cubicBezTo>
                  <a:cubicBezTo>
                    <a:pt x="10701" y="58472"/>
                    <a:pt x="10702" y="58475"/>
                    <a:pt x="10702" y="58480"/>
                  </a:cubicBezTo>
                  <a:cubicBezTo>
                    <a:pt x="10523" y="58779"/>
                    <a:pt x="10471" y="58875"/>
                    <a:pt x="10480" y="58875"/>
                  </a:cubicBezTo>
                  <a:cubicBezTo>
                    <a:pt x="10487" y="58875"/>
                    <a:pt x="10528" y="58821"/>
                    <a:pt x="10575" y="58759"/>
                  </a:cubicBezTo>
                  <a:cubicBezTo>
                    <a:pt x="10651" y="58607"/>
                    <a:pt x="10727" y="58471"/>
                    <a:pt x="10812" y="58311"/>
                  </a:cubicBezTo>
                  <a:cubicBezTo>
                    <a:pt x="10897" y="58141"/>
                    <a:pt x="11023" y="57947"/>
                    <a:pt x="11210" y="57668"/>
                  </a:cubicBezTo>
                  <a:lnTo>
                    <a:pt x="11210" y="57668"/>
                  </a:lnTo>
                  <a:cubicBezTo>
                    <a:pt x="11185" y="57713"/>
                    <a:pt x="11180" y="57728"/>
                    <a:pt x="11184" y="57728"/>
                  </a:cubicBezTo>
                  <a:cubicBezTo>
                    <a:pt x="11193" y="57728"/>
                    <a:pt x="11234" y="57674"/>
                    <a:pt x="11241" y="57674"/>
                  </a:cubicBezTo>
                  <a:lnTo>
                    <a:pt x="11241" y="57674"/>
                  </a:lnTo>
                  <a:cubicBezTo>
                    <a:pt x="11248" y="57674"/>
                    <a:pt x="11218" y="57732"/>
                    <a:pt x="11074" y="57964"/>
                  </a:cubicBezTo>
                  <a:cubicBezTo>
                    <a:pt x="11582" y="57186"/>
                    <a:pt x="11886" y="56771"/>
                    <a:pt x="12140" y="56365"/>
                  </a:cubicBezTo>
                  <a:cubicBezTo>
                    <a:pt x="12588" y="55747"/>
                    <a:pt x="12665" y="55663"/>
                    <a:pt x="12749" y="55587"/>
                  </a:cubicBezTo>
                  <a:cubicBezTo>
                    <a:pt x="12825" y="55502"/>
                    <a:pt x="12901" y="55426"/>
                    <a:pt x="13375" y="54817"/>
                  </a:cubicBezTo>
                  <a:lnTo>
                    <a:pt x="13375" y="54817"/>
                  </a:lnTo>
                  <a:lnTo>
                    <a:pt x="13240" y="55003"/>
                  </a:lnTo>
                  <a:lnTo>
                    <a:pt x="13240" y="55003"/>
                  </a:lnTo>
                  <a:lnTo>
                    <a:pt x="13832" y="54267"/>
                  </a:lnTo>
                  <a:lnTo>
                    <a:pt x="13620" y="54496"/>
                  </a:lnTo>
                  <a:lnTo>
                    <a:pt x="14314" y="53607"/>
                  </a:lnTo>
                  <a:cubicBezTo>
                    <a:pt x="14427" y="53455"/>
                    <a:pt x="14464" y="53401"/>
                    <a:pt x="14459" y="53401"/>
                  </a:cubicBezTo>
                  <a:lnTo>
                    <a:pt x="14459" y="53401"/>
                  </a:lnTo>
                  <a:cubicBezTo>
                    <a:pt x="14446" y="53401"/>
                    <a:pt x="14176" y="53732"/>
                    <a:pt x="14160" y="53732"/>
                  </a:cubicBezTo>
                  <a:cubicBezTo>
                    <a:pt x="14159" y="53732"/>
                    <a:pt x="14160" y="53730"/>
                    <a:pt x="14162" y="53726"/>
                  </a:cubicBezTo>
                  <a:lnTo>
                    <a:pt x="14162" y="53726"/>
                  </a:lnTo>
                  <a:lnTo>
                    <a:pt x="14035" y="53929"/>
                  </a:lnTo>
                  <a:cubicBezTo>
                    <a:pt x="13739" y="54276"/>
                    <a:pt x="13358" y="54792"/>
                    <a:pt x="13291" y="54851"/>
                  </a:cubicBezTo>
                  <a:cubicBezTo>
                    <a:pt x="13468" y="54631"/>
                    <a:pt x="13637" y="54402"/>
                    <a:pt x="13798" y="54157"/>
                  </a:cubicBezTo>
                  <a:lnTo>
                    <a:pt x="13798" y="54157"/>
                  </a:lnTo>
                  <a:lnTo>
                    <a:pt x="13358" y="54715"/>
                  </a:lnTo>
                  <a:lnTo>
                    <a:pt x="13197" y="54885"/>
                  </a:lnTo>
                  <a:cubicBezTo>
                    <a:pt x="12766" y="55434"/>
                    <a:pt x="12428" y="55857"/>
                    <a:pt x="12199" y="56204"/>
                  </a:cubicBezTo>
                  <a:cubicBezTo>
                    <a:pt x="12385" y="55984"/>
                    <a:pt x="12470" y="55815"/>
                    <a:pt x="12639" y="55621"/>
                  </a:cubicBezTo>
                  <a:lnTo>
                    <a:pt x="12639" y="55621"/>
                  </a:lnTo>
                  <a:cubicBezTo>
                    <a:pt x="12453" y="55917"/>
                    <a:pt x="11929" y="56602"/>
                    <a:pt x="11472" y="57304"/>
                  </a:cubicBezTo>
                  <a:cubicBezTo>
                    <a:pt x="11451" y="57311"/>
                    <a:pt x="11349" y="57462"/>
                    <a:pt x="11343" y="57462"/>
                  </a:cubicBezTo>
                  <a:cubicBezTo>
                    <a:pt x="11342" y="57462"/>
                    <a:pt x="11345" y="57456"/>
                    <a:pt x="11353" y="57439"/>
                  </a:cubicBezTo>
                  <a:cubicBezTo>
                    <a:pt x="11362" y="57422"/>
                    <a:pt x="11446" y="57296"/>
                    <a:pt x="11489" y="57228"/>
                  </a:cubicBezTo>
                  <a:lnTo>
                    <a:pt x="11489" y="57228"/>
                  </a:lnTo>
                  <a:cubicBezTo>
                    <a:pt x="11487" y="57231"/>
                    <a:pt x="11485" y="57233"/>
                    <a:pt x="11485" y="57233"/>
                  </a:cubicBezTo>
                  <a:cubicBezTo>
                    <a:pt x="11484" y="57233"/>
                    <a:pt x="11523" y="57166"/>
                    <a:pt x="11523" y="57152"/>
                  </a:cubicBezTo>
                  <a:cubicBezTo>
                    <a:pt x="11523" y="57151"/>
                    <a:pt x="11522" y="57151"/>
                    <a:pt x="11522" y="57151"/>
                  </a:cubicBezTo>
                  <a:cubicBezTo>
                    <a:pt x="11516" y="57151"/>
                    <a:pt x="11459" y="57221"/>
                    <a:pt x="11252" y="57532"/>
                  </a:cubicBezTo>
                  <a:cubicBezTo>
                    <a:pt x="11386" y="57281"/>
                    <a:pt x="11687" y="56788"/>
                    <a:pt x="11675" y="56788"/>
                  </a:cubicBezTo>
                  <a:lnTo>
                    <a:pt x="11675" y="56788"/>
                  </a:lnTo>
                  <a:cubicBezTo>
                    <a:pt x="11675" y="56788"/>
                    <a:pt x="11675" y="56788"/>
                    <a:pt x="11675" y="56788"/>
                  </a:cubicBezTo>
                  <a:cubicBezTo>
                    <a:pt x="11937" y="56407"/>
                    <a:pt x="12318" y="55883"/>
                    <a:pt x="12555" y="55604"/>
                  </a:cubicBezTo>
                  <a:lnTo>
                    <a:pt x="12555" y="55604"/>
                  </a:lnTo>
                  <a:lnTo>
                    <a:pt x="12546" y="55629"/>
                  </a:lnTo>
                  <a:cubicBezTo>
                    <a:pt x="12791" y="55308"/>
                    <a:pt x="13299" y="54631"/>
                    <a:pt x="13367" y="54589"/>
                  </a:cubicBezTo>
                  <a:cubicBezTo>
                    <a:pt x="13471" y="54455"/>
                    <a:pt x="13702" y="54164"/>
                    <a:pt x="13694" y="54164"/>
                  </a:cubicBezTo>
                  <a:lnTo>
                    <a:pt x="13694" y="54164"/>
                  </a:lnTo>
                  <a:cubicBezTo>
                    <a:pt x="13690" y="54164"/>
                    <a:pt x="13635" y="54226"/>
                    <a:pt x="13494" y="54394"/>
                  </a:cubicBezTo>
                  <a:lnTo>
                    <a:pt x="14196" y="53489"/>
                  </a:lnTo>
                  <a:lnTo>
                    <a:pt x="14196" y="53489"/>
                  </a:lnTo>
                  <a:cubicBezTo>
                    <a:pt x="14188" y="53507"/>
                    <a:pt x="14188" y="53514"/>
                    <a:pt x="14194" y="53514"/>
                  </a:cubicBezTo>
                  <a:cubicBezTo>
                    <a:pt x="14224" y="53514"/>
                    <a:pt x="14407" y="53308"/>
                    <a:pt x="14426" y="53308"/>
                  </a:cubicBezTo>
                  <a:lnTo>
                    <a:pt x="14426" y="53308"/>
                  </a:lnTo>
                  <a:cubicBezTo>
                    <a:pt x="14438" y="53308"/>
                    <a:pt x="14371" y="53407"/>
                    <a:pt x="14120" y="53743"/>
                  </a:cubicBezTo>
                  <a:lnTo>
                    <a:pt x="14813" y="52846"/>
                  </a:lnTo>
                  <a:lnTo>
                    <a:pt x="14796" y="52880"/>
                  </a:lnTo>
                  <a:cubicBezTo>
                    <a:pt x="14779" y="52905"/>
                    <a:pt x="14762" y="52931"/>
                    <a:pt x="14746" y="52956"/>
                  </a:cubicBezTo>
                  <a:cubicBezTo>
                    <a:pt x="14695" y="53015"/>
                    <a:pt x="14644" y="53083"/>
                    <a:pt x="14593" y="53134"/>
                  </a:cubicBezTo>
                  <a:cubicBezTo>
                    <a:pt x="14538" y="53215"/>
                    <a:pt x="14519" y="53250"/>
                    <a:pt x="14526" y="53250"/>
                  </a:cubicBezTo>
                  <a:cubicBezTo>
                    <a:pt x="14548" y="53250"/>
                    <a:pt x="14839" y="52897"/>
                    <a:pt x="15135" y="52524"/>
                  </a:cubicBezTo>
                  <a:lnTo>
                    <a:pt x="15202" y="52389"/>
                  </a:lnTo>
                  <a:cubicBezTo>
                    <a:pt x="15549" y="51966"/>
                    <a:pt x="15769" y="51729"/>
                    <a:pt x="16184" y="51137"/>
                  </a:cubicBezTo>
                  <a:cubicBezTo>
                    <a:pt x="16488" y="50655"/>
                    <a:pt x="16776" y="50164"/>
                    <a:pt x="17055" y="49665"/>
                  </a:cubicBezTo>
                  <a:lnTo>
                    <a:pt x="17300" y="49234"/>
                  </a:lnTo>
                  <a:cubicBezTo>
                    <a:pt x="17360" y="49141"/>
                    <a:pt x="17486" y="48938"/>
                    <a:pt x="17571" y="48777"/>
                  </a:cubicBezTo>
                  <a:cubicBezTo>
                    <a:pt x="17634" y="48675"/>
                    <a:pt x="17677" y="48595"/>
                    <a:pt x="17683" y="48595"/>
                  </a:cubicBezTo>
                  <a:lnTo>
                    <a:pt x="17683" y="48595"/>
                  </a:lnTo>
                  <a:cubicBezTo>
                    <a:pt x="17686" y="48595"/>
                    <a:pt x="17681" y="48614"/>
                    <a:pt x="17664" y="48659"/>
                  </a:cubicBezTo>
                  <a:cubicBezTo>
                    <a:pt x="17667" y="48654"/>
                    <a:pt x="17670" y="48651"/>
                    <a:pt x="17671" y="48651"/>
                  </a:cubicBezTo>
                  <a:lnTo>
                    <a:pt x="17671" y="48651"/>
                  </a:lnTo>
                  <a:cubicBezTo>
                    <a:pt x="17676" y="48651"/>
                    <a:pt x="17664" y="48692"/>
                    <a:pt x="17630" y="48760"/>
                  </a:cubicBezTo>
                  <a:cubicBezTo>
                    <a:pt x="17588" y="48845"/>
                    <a:pt x="17512" y="48963"/>
                    <a:pt x="17427" y="49107"/>
                  </a:cubicBezTo>
                  <a:cubicBezTo>
                    <a:pt x="17423" y="49113"/>
                    <a:pt x="17421" y="49117"/>
                    <a:pt x="17420" y="49119"/>
                  </a:cubicBezTo>
                  <a:lnTo>
                    <a:pt x="17420" y="49119"/>
                  </a:lnTo>
                  <a:cubicBezTo>
                    <a:pt x="17422" y="49116"/>
                    <a:pt x="17425" y="49109"/>
                    <a:pt x="17424" y="49109"/>
                  </a:cubicBezTo>
                  <a:lnTo>
                    <a:pt x="17424" y="49109"/>
                  </a:lnTo>
                  <a:cubicBezTo>
                    <a:pt x="17423" y="49109"/>
                    <a:pt x="17419" y="49113"/>
                    <a:pt x="17410" y="49124"/>
                  </a:cubicBezTo>
                  <a:cubicBezTo>
                    <a:pt x="17397" y="49157"/>
                    <a:pt x="17389" y="49183"/>
                    <a:pt x="17397" y="49183"/>
                  </a:cubicBezTo>
                  <a:cubicBezTo>
                    <a:pt x="17409" y="49183"/>
                    <a:pt x="17459" y="49119"/>
                    <a:pt x="17588" y="48912"/>
                  </a:cubicBezTo>
                  <a:lnTo>
                    <a:pt x="17588" y="48912"/>
                  </a:lnTo>
                  <a:lnTo>
                    <a:pt x="17376" y="49276"/>
                  </a:lnTo>
                  <a:cubicBezTo>
                    <a:pt x="17326" y="49361"/>
                    <a:pt x="17283" y="49437"/>
                    <a:pt x="17216" y="49555"/>
                  </a:cubicBezTo>
                  <a:cubicBezTo>
                    <a:pt x="17276" y="49457"/>
                    <a:pt x="17343" y="49353"/>
                    <a:pt x="17405" y="49247"/>
                  </a:cubicBezTo>
                  <a:lnTo>
                    <a:pt x="17405" y="49247"/>
                  </a:lnTo>
                  <a:cubicBezTo>
                    <a:pt x="17257" y="49503"/>
                    <a:pt x="17081" y="49822"/>
                    <a:pt x="16928" y="50071"/>
                  </a:cubicBezTo>
                  <a:cubicBezTo>
                    <a:pt x="16827" y="50224"/>
                    <a:pt x="16742" y="50376"/>
                    <a:pt x="16666" y="50537"/>
                  </a:cubicBezTo>
                  <a:cubicBezTo>
                    <a:pt x="16725" y="50418"/>
                    <a:pt x="16801" y="50308"/>
                    <a:pt x="16877" y="50198"/>
                  </a:cubicBezTo>
                  <a:cubicBezTo>
                    <a:pt x="16970" y="50063"/>
                    <a:pt x="17072" y="49911"/>
                    <a:pt x="17165" y="49775"/>
                  </a:cubicBezTo>
                  <a:lnTo>
                    <a:pt x="17165" y="49775"/>
                  </a:lnTo>
                  <a:cubicBezTo>
                    <a:pt x="17071" y="49938"/>
                    <a:pt x="16893" y="50231"/>
                    <a:pt x="16901" y="50231"/>
                  </a:cubicBezTo>
                  <a:cubicBezTo>
                    <a:pt x="16903" y="50231"/>
                    <a:pt x="16928" y="50195"/>
                    <a:pt x="16987" y="50105"/>
                  </a:cubicBezTo>
                  <a:cubicBezTo>
                    <a:pt x="17038" y="50010"/>
                    <a:pt x="17367" y="49448"/>
                    <a:pt x="17354" y="49448"/>
                  </a:cubicBezTo>
                  <a:lnTo>
                    <a:pt x="17354" y="49448"/>
                  </a:lnTo>
                  <a:cubicBezTo>
                    <a:pt x="17350" y="49448"/>
                    <a:pt x="17306" y="49513"/>
                    <a:pt x="17199" y="49682"/>
                  </a:cubicBezTo>
                  <a:cubicBezTo>
                    <a:pt x="17368" y="49394"/>
                    <a:pt x="17579" y="48997"/>
                    <a:pt x="17766" y="48659"/>
                  </a:cubicBezTo>
                  <a:lnTo>
                    <a:pt x="17766" y="48659"/>
                  </a:lnTo>
                  <a:cubicBezTo>
                    <a:pt x="17665" y="48868"/>
                    <a:pt x="17655" y="48902"/>
                    <a:pt x="17663" y="48902"/>
                  </a:cubicBezTo>
                  <a:cubicBezTo>
                    <a:pt x="17666" y="48902"/>
                    <a:pt x="17674" y="48894"/>
                    <a:pt x="17678" y="48894"/>
                  </a:cubicBezTo>
                  <a:lnTo>
                    <a:pt x="17678" y="48894"/>
                  </a:lnTo>
                  <a:cubicBezTo>
                    <a:pt x="17682" y="48894"/>
                    <a:pt x="17683" y="48901"/>
                    <a:pt x="17673" y="48929"/>
                  </a:cubicBezTo>
                  <a:cubicBezTo>
                    <a:pt x="17850" y="48565"/>
                    <a:pt x="17816" y="48565"/>
                    <a:pt x="17842" y="48506"/>
                  </a:cubicBezTo>
                  <a:lnTo>
                    <a:pt x="17943" y="48329"/>
                  </a:lnTo>
                  <a:cubicBezTo>
                    <a:pt x="17977" y="48269"/>
                    <a:pt x="18002" y="48210"/>
                    <a:pt x="18036" y="48151"/>
                  </a:cubicBezTo>
                  <a:cubicBezTo>
                    <a:pt x="18095" y="48041"/>
                    <a:pt x="18146" y="47939"/>
                    <a:pt x="18197" y="47838"/>
                  </a:cubicBezTo>
                  <a:cubicBezTo>
                    <a:pt x="18290" y="47626"/>
                    <a:pt x="18392" y="47449"/>
                    <a:pt x="18468" y="47246"/>
                  </a:cubicBezTo>
                  <a:cubicBezTo>
                    <a:pt x="18552" y="47051"/>
                    <a:pt x="18637" y="46848"/>
                    <a:pt x="18713" y="46611"/>
                  </a:cubicBezTo>
                  <a:cubicBezTo>
                    <a:pt x="18747" y="46501"/>
                    <a:pt x="18798" y="46374"/>
                    <a:pt x="18831" y="46239"/>
                  </a:cubicBezTo>
                  <a:cubicBezTo>
                    <a:pt x="18865" y="46104"/>
                    <a:pt x="18908" y="45968"/>
                    <a:pt x="18950" y="45799"/>
                  </a:cubicBezTo>
                  <a:cubicBezTo>
                    <a:pt x="18953" y="45785"/>
                    <a:pt x="18955" y="45779"/>
                    <a:pt x="18955" y="45779"/>
                  </a:cubicBezTo>
                  <a:lnTo>
                    <a:pt x="18955" y="45779"/>
                  </a:lnTo>
                  <a:cubicBezTo>
                    <a:pt x="18953" y="45779"/>
                    <a:pt x="18775" y="46446"/>
                    <a:pt x="18757" y="46446"/>
                  </a:cubicBezTo>
                  <a:cubicBezTo>
                    <a:pt x="18755" y="46446"/>
                    <a:pt x="18755" y="46442"/>
                    <a:pt x="18755" y="46434"/>
                  </a:cubicBezTo>
                  <a:cubicBezTo>
                    <a:pt x="18789" y="46320"/>
                    <a:pt x="18814" y="46214"/>
                    <a:pt x="18838" y="46116"/>
                  </a:cubicBezTo>
                  <a:lnTo>
                    <a:pt x="18838" y="46116"/>
                  </a:lnTo>
                  <a:cubicBezTo>
                    <a:pt x="18624" y="46874"/>
                    <a:pt x="18324" y="47602"/>
                    <a:pt x="17952" y="48295"/>
                  </a:cubicBezTo>
                  <a:cubicBezTo>
                    <a:pt x="18189" y="47779"/>
                    <a:pt x="18400" y="47246"/>
                    <a:pt x="18586" y="46704"/>
                  </a:cubicBezTo>
                  <a:cubicBezTo>
                    <a:pt x="18738" y="46256"/>
                    <a:pt x="18848" y="45799"/>
                    <a:pt x="18925" y="45326"/>
                  </a:cubicBezTo>
                  <a:lnTo>
                    <a:pt x="18925" y="45326"/>
                  </a:lnTo>
                  <a:cubicBezTo>
                    <a:pt x="18891" y="45427"/>
                    <a:pt x="18865" y="45622"/>
                    <a:pt x="18815" y="45816"/>
                  </a:cubicBezTo>
                  <a:cubicBezTo>
                    <a:pt x="18781" y="46002"/>
                    <a:pt x="18721" y="46180"/>
                    <a:pt x="18654" y="46349"/>
                  </a:cubicBezTo>
                  <a:lnTo>
                    <a:pt x="18586" y="46637"/>
                  </a:lnTo>
                  <a:cubicBezTo>
                    <a:pt x="18544" y="46797"/>
                    <a:pt x="18442" y="47060"/>
                    <a:pt x="18358" y="47297"/>
                  </a:cubicBezTo>
                  <a:cubicBezTo>
                    <a:pt x="18299" y="47449"/>
                    <a:pt x="18222" y="47601"/>
                    <a:pt x="18146" y="47745"/>
                  </a:cubicBezTo>
                  <a:cubicBezTo>
                    <a:pt x="18358" y="47237"/>
                    <a:pt x="18527" y="46721"/>
                    <a:pt x="18654" y="46180"/>
                  </a:cubicBezTo>
                  <a:cubicBezTo>
                    <a:pt x="18662" y="46112"/>
                    <a:pt x="18679" y="46036"/>
                    <a:pt x="18705" y="45968"/>
                  </a:cubicBezTo>
                  <a:lnTo>
                    <a:pt x="18705" y="45960"/>
                  </a:lnTo>
                  <a:cubicBezTo>
                    <a:pt x="18721" y="45892"/>
                    <a:pt x="18747" y="45816"/>
                    <a:pt x="18764" y="45732"/>
                  </a:cubicBezTo>
                  <a:cubicBezTo>
                    <a:pt x="18781" y="45655"/>
                    <a:pt x="18798" y="45562"/>
                    <a:pt x="18823" y="45478"/>
                  </a:cubicBezTo>
                  <a:cubicBezTo>
                    <a:pt x="18840" y="45385"/>
                    <a:pt x="18857" y="45300"/>
                    <a:pt x="18874" y="45224"/>
                  </a:cubicBezTo>
                  <a:cubicBezTo>
                    <a:pt x="18891" y="45139"/>
                    <a:pt x="18899" y="45063"/>
                    <a:pt x="18908" y="45004"/>
                  </a:cubicBezTo>
                  <a:cubicBezTo>
                    <a:pt x="18932" y="44872"/>
                    <a:pt x="18943" y="44832"/>
                    <a:pt x="18948" y="44832"/>
                  </a:cubicBezTo>
                  <a:cubicBezTo>
                    <a:pt x="18956" y="44832"/>
                    <a:pt x="18950" y="44916"/>
                    <a:pt x="18950" y="44936"/>
                  </a:cubicBezTo>
                  <a:cubicBezTo>
                    <a:pt x="18992" y="44683"/>
                    <a:pt x="19034" y="44420"/>
                    <a:pt x="19051" y="44158"/>
                  </a:cubicBezTo>
                  <a:cubicBezTo>
                    <a:pt x="19068" y="43913"/>
                    <a:pt x="19068" y="43676"/>
                    <a:pt x="19068" y="43431"/>
                  </a:cubicBezTo>
                  <a:cubicBezTo>
                    <a:pt x="19068" y="43185"/>
                    <a:pt x="19060" y="42948"/>
                    <a:pt x="19034" y="42686"/>
                  </a:cubicBezTo>
                  <a:cubicBezTo>
                    <a:pt x="19009" y="42432"/>
                    <a:pt x="18992" y="42170"/>
                    <a:pt x="18958" y="41874"/>
                  </a:cubicBezTo>
                  <a:cubicBezTo>
                    <a:pt x="18980" y="41867"/>
                    <a:pt x="18863" y="41186"/>
                    <a:pt x="18875" y="41186"/>
                  </a:cubicBezTo>
                  <a:lnTo>
                    <a:pt x="18875" y="41186"/>
                  </a:lnTo>
                  <a:cubicBezTo>
                    <a:pt x="18876" y="41186"/>
                    <a:pt x="18880" y="41196"/>
                    <a:pt x="18886" y="41219"/>
                  </a:cubicBezTo>
                  <a:lnTo>
                    <a:pt x="18886" y="41219"/>
                  </a:lnTo>
                  <a:cubicBezTo>
                    <a:pt x="18846" y="41058"/>
                    <a:pt x="18813" y="40913"/>
                    <a:pt x="18781" y="40783"/>
                  </a:cubicBezTo>
                  <a:cubicBezTo>
                    <a:pt x="18747" y="40648"/>
                    <a:pt x="18705" y="40521"/>
                    <a:pt x="18679" y="40419"/>
                  </a:cubicBezTo>
                  <a:cubicBezTo>
                    <a:pt x="18645" y="40309"/>
                    <a:pt x="18612" y="40199"/>
                    <a:pt x="18569" y="40098"/>
                  </a:cubicBezTo>
                  <a:cubicBezTo>
                    <a:pt x="18535" y="40005"/>
                    <a:pt x="18493" y="39895"/>
                    <a:pt x="18459" y="39793"/>
                  </a:cubicBezTo>
                  <a:cubicBezTo>
                    <a:pt x="18451" y="39742"/>
                    <a:pt x="18366" y="39489"/>
                    <a:pt x="18290" y="39302"/>
                  </a:cubicBezTo>
                  <a:cubicBezTo>
                    <a:pt x="18237" y="39167"/>
                    <a:pt x="18196" y="39056"/>
                    <a:pt x="18199" y="39056"/>
                  </a:cubicBezTo>
                  <a:lnTo>
                    <a:pt x="18199" y="39056"/>
                  </a:lnTo>
                  <a:cubicBezTo>
                    <a:pt x="18200" y="39056"/>
                    <a:pt x="18201" y="39057"/>
                    <a:pt x="18202" y="39059"/>
                  </a:cubicBezTo>
                  <a:lnTo>
                    <a:pt x="18202" y="39059"/>
                  </a:lnTo>
                  <a:cubicBezTo>
                    <a:pt x="18125" y="38888"/>
                    <a:pt x="18042" y="38723"/>
                    <a:pt x="17952" y="38558"/>
                  </a:cubicBezTo>
                  <a:cubicBezTo>
                    <a:pt x="17909" y="38457"/>
                    <a:pt x="17850" y="38338"/>
                    <a:pt x="17782" y="38203"/>
                  </a:cubicBezTo>
                  <a:cubicBezTo>
                    <a:pt x="17749" y="38144"/>
                    <a:pt x="17715" y="38076"/>
                    <a:pt x="17681" y="38008"/>
                  </a:cubicBezTo>
                  <a:cubicBezTo>
                    <a:pt x="17647" y="37940"/>
                    <a:pt x="17605" y="37873"/>
                    <a:pt x="17571" y="37805"/>
                  </a:cubicBezTo>
                  <a:cubicBezTo>
                    <a:pt x="17436" y="37543"/>
                    <a:pt x="17300" y="37323"/>
                    <a:pt x="17266" y="37247"/>
                  </a:cubicBezTo>
                  <a:cubicBezTo>
                    <a:pt x="17216" y="37154"/>
                    <a:pt x="17156" y="37069"/>
                    <a:pt x="17080" y="36985"/>
                  </a:cubicBezTo>
                  <a:cubicBezTo>
                    <a:pt x="17047" y="36942"/>
                    <a:pt x="17004" y="36875"/>
                    <a:pt x="16827" y="36604"/>
                  </a:cubicBezTo>
                  <a:lnTo>
                    <a:pt x="16827" y="36604"/>
                  </a:lnTo>
                  <a:cubicBezTo>
                    <a:pt x="16843" y="36621"/>
                    <a:pt x="16818" y="36579"/>
                    <a:pt x="16894" y="36689"/>
                  </a:cubicBezTo>
                  <a:cubicBezTo>
                    <a:pt x="16657" y="36316"/>
                    <a:pt x="16395" y="35961"/>
                    <a:pt x="16108" y="35631"/>
                  </a:cubicBezTo>
                  <a:lnTo>
                    <a:pt x="16108" y="35631"/>
                  </a:lnTo>
                  <a:cubicBezTo>
                    <a:pt x="16387" y="35995"/>
                    <a:pt x="16175" y="35716"/>
                    <a:pt x="16497" y="36156"/>
                  </a:cubicBezTo>
                  <a:cubicBezTo>
                    <a:pt x="16404" y="36063"/>
                    <a:pt x="16319" y="35961"/>
                    <a:pt x="16243" y="35851"/>
                  </a:cubicBezTo>
                  <a:cubicBezTo>
                    <a:pt x="16167" y="35766"/>
                    <a:pt x="16082" y="35656"/>
                    <a:pt x="15998" y="35546"/>
                  </a:cubicBezTo>
                  <a:lnTo>
                    <a:pt x="15710" y="35191"/>
                  </a:lnTo>
                  <a:lnTo>
                    <a:pt x="15710" y="35191"/>
                  </a:lnTo>
                  <a:cubicBezTo>
                    <a:pt x="15832" y="35324"/>
                    <a:pt x="15883" y="35375"/>
                    <a:pt x="15890" y="35375"/>
                  </a:cubicBezTo>
                  <a:cubicBezTo>
                    <a:pt x="15898" y="35375"/>
                    <a:pt x="15833" y="35291"/>
                    <a:pt x="15752" y="35191"/>
                  </a:cubicBezTo>
                  <a:cubicBezTo>
                    <a:pt x="15648" y="35054"/>
                    <a:pt x="15513" y="34902"/>
                    <a:pt x="15519" y="34902"/>
                  </a:cubicBezTo>
                  <a:lnTo>
                    <a:pt x="15519" y="34902"/>
                  </a:lnTo>
                  <a:cubicBezTo>
                    <a:pt x="15521" y="34902"/>
                    <a:pt x="15535" y="34915"/>
                    <a:pt x="15566" y="34946"/>
                  </a:cubicBezTo>
                  <a:cubicBezTo>
                    <a:pt x="15194" y="34523"/>
                    <a:pt x="14788" y="34125"/>
                    <a:pt x="14356" y="33753"/>
                  </a:cubicBezTo>
                  <a:cubicBezTo>
                    <a:pt x="13976" y="33423"/>
                    <a:pt x="13612" y="33127"/>
                    <a:pt x="13155" y="32806"/>
                  </a:cubicBezTo>
                  <a:cubicBezTo>
                    <a:pt x="12597" y="32374"/>
                    <a:pt x="12022" y="31985"/>
                    <a:pt x="11421" y="31621"/>
                  </a:cubicBezTo>
                  <a:cubicBezTo>
                    <a:pt x="10820" y="31258"/>
                    <a:pt x="10228" y="30953"/>
                    <a:pt x="9771" y="30733"/>
                  </a:cubicBezTo>
                  <a:lnTo>
                    <a:pt x="9771" y="30733"/>
                  </a:lnTo>
                  <a:lnTo>
                    <a:pt x="9890" y="30792"/>
                  </a:lnTo>
                  <a:lnTo>
                    <a:pt x="9340" y="30530"/>
                  </a:lnTo>
                  <a:cubicBezTo>
                    <a:pt x="9027" y="30369"/>
                    <a:pt x="9348" y="30496"/>
                    <a:pt x="8858" y="30259"/>
                  </a:cubicBezTo>
                  <a:lnTo>
                    <a:pt x="8858" y="30259"/>
                  </a:lnTo>
                  <a:cubicBezTo>
                    <a:pt x="9035" y="30310"/>
                    <a:pt x="9712" y="30682"/>
                    <a:pt x="10211" y="30928"/>
                  </a:cubicBezTo>
                  <a:cubicBezTo>
                    <a:pt x="10023" y="30820"/>
                    <a:pt x="9962" y="30781"/>
                    <a:pt x="9974" y="30781"/>
                  </a:cubicBezTo>
                  <a:lnTo>
                    <a:pt x="9974" y="30781"/>
                  </a:lnTo>
                  <a:cubicBezTo>
                    <a:pt x="9988" y="30781"/>
                    <a:pt x="10107" y="30838"/>
                    <a:pt x="10237" y="30902"/>
                  </a:cubicBezTo>
                  <a:cubicBezTo>
                    <a:pt x="10396" y="30982"/>
                    <a:pt x="10566" y="31073"/>
                    <a:pt x="10579" y="31073"/>
                  </a:cubicBezTo>
                  <a:cubicBezTo>
                    <a:pt x="10585" y="31073"/>
                    <a:pt x="10554" y="31051"/>
                    <a:pt x="10465" y="30995"/>
                  </a:cubicBezTo>
                  <a:cubicBezTo>
                    <a:pt x="10287" y="30936"/>
                    <a:pt x="9831" y="30699"/>
                    <a:pt x="9323" y="30437"/>
                  </a:cubicBezTo>
                  <a:cubicBezTo>
                    <a:pt x="8824" y="30175"/>
                    <a:pt x="8266" y="29887"/>
                    <a:pt x="7893" y="29710"/>
                  </a:cubicBezTo>
                  <a:cubicBezTo>
                    <a:pt x="7692" y="29603"/>
                    <a:pt x="7630" y="29567"/>
                    <a:pt x="7637" y="29567"/>
                  </a:cubicBezTo>
                  <a:lnTo>
                    <a:pt x="7637" y="29567"/>
                  </a:lnTo>
                  <a:cubicBezTo>
                    <a:pt x="7652" y="29567"/>
                    <a:pt x="7943" y="29709"/>
                    <a:pt x="7952" y="29709"/>
                  </a:cubicBezTo>
                  <a:cubicBezTo>
                    <a:pt x="7954" y="29709"/>
                    <a:pt x="7933" y="29697"/>
                    <a:pt x="7877" y="29667"/>
                  </a:cubicBezTo>
                  <a:lnTo>
                    <a:pt x="7640" y="29557"/>
                  </a:lnTo>
                  <a:cubicBezTo>
                    <a:pt x="7361" y="29405"/>
                    <a:pt x="7267" y="29346"/>
                    <a:pt x="7284" y="29337"/>
                  </a:cubicBezTo>
                  <a:cubicBezTo>
                    <a:pt x="6540" y="28923"/>
                    <a:pt x="5702" y="28424"/>
                    <a:pt x="5119" y="28026"/>
                  </a:cubicBezTo>
                  <a:lnTo>
                    <a:pt x="5119" y="28026"/>
                  </a:lnTo>
                  <a:cubicBezTo>
                    <a:pt x="5360" y="28192"/>
                    <a:pt x="5419" y="28235"/>
                    <a:pt x="5412" y="28235"/>
                  </a:cubicBezTo>
                  <a:cubicBezTo>
                    <a:pt x="5403" y="28235"/>
                    <a:pt x="5313" y="28181"/>
                    <a:pt x="5302" y="28181"/>
                  </a:cubicBezTo>
                  <a:lnTo>
                    <a:pt x="5302" y="28181"/>
                  </a:lnTo>
                  <a:cubicBezTo>
                    <a:pt x="5293" y="28181"/>
                    <a:pt x="5348" y="28224"/>
                    <a:pt x="5584" y="28390"/>
                  </a:cubicBezTo>
                  <a:cubicBezTo>
                    <a:pt x="5466" y="28322"/>
                    <a:pt x="5296" y="28195"/>
                    <a:pt x="5085" y="28051"/>
                  </a:cubicBezTo>
                  <a:cubicBezTo>
                    <a:pt x="4975" y="27984"/>
                    <a:pt x="4873" y="27899"/>
                    <a:pt x="4763" y="27815"/>
                  </a:cubicBezTo>
                  <a:cubicBezTo>
                    <a:pt x="4654" y="27730"/>
                    <a:pt x="4544" y="27637"/>
                    <a:pt x="4434" y="27544"/>
                  </a:cubicBezTo>
                  <a:lnTo>
                    <a:pt x="4434" y="27544"/>
                  </a:lnTo>
                  <a:cubicBezTo>
                    <a:pt x="4512" y="27610"/>
                    <a:pt x="4544" y="27634"/>
                    <a:pt x="4549" y="27634"/>
                  </a:cubicBezTo>
                  <a:cubicBezTo>
                    <a:pt x="4558" y="27634"/>
                    <a:pt x="4490" y="27566"/>
                    <a:pt x="4442" y="27519"/>
                  </a:cubicBezTo>
                  <a:cubicBezTo>
                    <a:pt x="4421" y="27498"/>
                    <a:pt x="4407" y="27483"/>
                    <a:pt x="4411" y="27483"/>
                  </a:cubicBezTo>
                  <a:lnTo>
                    <a:pt x="4411" y="27483"/>
                  </a:lnTo>
                  <a:cubicBezTo>
                    <a:pt x="4413" y="27483"/>
                    <a:pt x="4423" y="27489"/>
                    <a:pt x="4442" y="27502"/>
                  </a:cubicBezTo>
                  <a:lnTo>
                    <a:pt x="4560" y="27612"/>
                  </a:lnTo>
                  <a:cubicBezTo>
                    <a:pt x="4620" y="27662"/>
                    <a:pt x="4713" y="27722"/>
                    <a:pt x="4831" y="27823"/>
                  </a:cubicBezTo>
                  <a:cubicBezTo>
                    <a:pt x="4725" y="27700"/>
                    <a:pt x="4380" y="27474"/>
                    <a:pt x="4013" y="27122"/>
                  </a:cubicBezTo>
                  <a:lnTo>
                    <a:pt x="4013" y="27122"/>
                  </a:lnTo>
                  <a:cubicBezTo>
                    <a:pt x="4057" y="27164"/>
                    <a:pt x="4110" y="27210"/>
                    <a:pt x="4163" y="27256"/>
                  </a:cubicBezTo>
                  <a:lnTo>
                    <a:pt x="4383" y="27434"/>
                  </a:lnTo>
                  <a:cubicBezTo>
                    <a:pt x="4514" y="27534"/>
                    <a:pt x="4610" y="27614"/>
                    <a:pt x="4613" y="27614"/>
                  </a:cubicBezTo>
                  <a:cubicBezTo>
                    <a:pt x="4613" y="27614"/>
                    <a:pt x="4613" y="27613"/>
                    <a:pt x="4611" y="27612"/>
                  </a:cubicBezTo>
                  <a:cubicBezTo>
                    <a:pt x="4188" y="27282"/>
                    <a:pt x="3791" y="26909"/>
                    <a:pt x="3444" y="26495"/>
                  </a:cubicBezTo>
                  <a:cubicBezTo>
                    <a:pt x="3351" y="26393"/>
                    <a:pt x="3266" y="26283"/>
                    <a:pt x="3182" y="26174"/>
                  </a:cubicBezTo>
                  <a:lnTo>
                    <a:pt x="2962" y="25886"/>
                  </a:lnTo>
                  <a:cubicBezTo>
                    <a:pt x="2835" y="25700"/>
                    <a:pt x="2742" y="25564"/>
                    <a:pt x="2691" y="25505"/>
                  </a:cubicBezTo>
                  <a:cubicBezTo>
                    <a:pt x="2598" y="25395"/>
                    <a:pt x="2513" y="25251"/>
                    <a:pt x="2420" y="25108"/>
                  </a:cubicBezTo>
                  <a:lnTo>
                    <a:pt x="2268" y="24871"/>
                  </a:lnTo>
                  <a:lnTo>
                    <a:pt x="2133" y="24625"/>
                  </a:lnTo>
                  <a:lnTo>
                    <a:pt x="1989" y="24372"/>
                  </a:lnTo>
                  <a:cubicBezTo>
                    <a:pt x="1938" y="24287"/>
                    <a:pt x="1904" y="24194"/>
                    <a:pt x="1862" y="24109"/>
                  </a:cubicBezTo>
                  <a:cubicBezTo>
                    <a:pt x="1777" y="23940"/>
                    <a:pt x="1684" y="23771"/>
                    <a:pt x="1625" y="23602"/>
                  </a:cubicBezTo>
                  <a:cubicBezTo>
                    <a:pt x="1354" y="22883"/>
                    <a:pt x="1134" y="22147"/>
                    <a:pt x="965" y="21402"/>
                  </a:cubicBezTo>
                  <a:lnTo>
                    <a:pt x="965" y="21402"/>
                  </a:lnTo>
                  <a:lnTo>
                    <a:pt x="1016" y="21538"/>
                  </a:lnTo>
                  <a:cubicBezTo>
                    <a:pt x="999" y="21479"/>
                    <a:pt x="982" y="21419"/>
                    <a:pt x="974" y="21360"/>
                  </a:cubicBezTo>
                  <a:cubicBezTo>
                    <a:pt x="957" y="21301"/>
                    <a:pt x="948" y="21233"/>
                    <a:pt x="931" y="21166"/>
                  </a:cubicBezTo>
                  <a:cubicBezTo>
                    <a:pt x="906" y="21022"/>
                    <a:pt x="872" y="20878"/>
                    <a:pt x="838" y="20717"/>
                  </a:cubicBezTo>
                  <a:cubicBezTo>
                    <a:pt x="779" y="20413"/>
                    <a:pt x="720" y="20074"/>
                    <a:pt x="678" y="19736"/>
                  </a:cubicBezTo>
                  <a:lnTo>
                    <a:pt x="678" y="19584"/>
                  </a:lnTo>
                  <a:cubicBezTo>
                    <a:pt x="601" y="19135"/>
                    <a:pt x="500" y="18272"/>
                    <a:pt x="441" y="17570"/>
                  </a:cubicBezTo>
                  <a:cubicBezTo>
                    <a:pt x="441" y="17570"/>
                    <a:pt x="441" y="17570"/>
                    <a:pt x="440" y="17570"/>
                  </a:cubicBezTo>
                  <a:lnTo>
                    <a:pt x="440" y="17570"/>
                  </a:lnTo>
                  <a:cubicBezTo>
                    <a:pt x="428" y="17570"/>
                    <a:pt x="463" y="17990"/>
                    <a:pt x="455" y="17990"/>
                  </a:cubicBezTo>
                  <a:cubicBezTo>
                    <a:pt x="453" y="17990"/>
                    <a:pt x="449" y="17966"/>
                    <a:pt x="441" y="17909"/>
                  </a:cubicBezTo>
                  <a:lnTo>
                    <a:pt x="441" y="17909"/>
                  </a:lnTo>
                  <a:cubicBezTo>
                    <a:pt x="462" y="18200"/>
                    <a:pt x="495" y="18455"/>
                    <a:pt x="505" y="18455"/>
                  </a:cubicBezTo>
                  <a:cubicBezTo>
                    <a:pt x="507" y="18455"/>
                    <a:pt x="508" y="18445"/>
                    <a:pt x="508" y="18425"/>
                  </a:cubicBezTo>
                  <a:cubicBezTo>
                    <a:pt x="551" y="18780"/>
                    <a:pt x="525" y="18797"/>
                    <a:pt x="551" y="19076"/>
                  </a:cubicBezTo>
                  <a:cubicBezTo>
                    <a:pt x="483" y="18628"/>
                    <a:pt x="432" y="18179"/>
                    <a:pt x="390" y="17731"/>
                  </a:cubicBezTo>
                  <a:cubicBezTo>
                    <a:pt x="382" y="17680"/>
                    <a:pt x="382" y="17630"/>
                    <a:pt x="382" y="17579"/>
                  </a:cubicBezTo>
                  <a:lnTo>
                    <a:pt x="348" y="17477"/>
                  </a:lnTo>
                  <a:cubicBezTo>
                    <a:pt x="327" y="17184"/>
                    <a:pt x="317" y="17064"/>
                    <a:pt x="324" y="17064"/>
                  </a:cubicBezTo>
                  <a:lnTo>
                    <a:pt x="324" y="17064"/>
                  </a:lnTo>
                  <a:cubicBezTo>
                    <a:pt x="326" y="17064"/>
                    <a:pt x="328" y="17069"/>
                    <a:pt x="331" y="17080"/>
                  </a:cubicBezTo>
                  <a:cubicBezTo>
                    <a:pt x="263" y="16318"/>
                    <a:pt x="212" y="16056"/>
                    <a:pt x="178" y="15244"/>
                  </a:cubicBezTo>
                  <a:lnTo>
                    <a:pt x="178" y="15244"/>
                  </a:lnTo>
                  <a:cubicBezTo>
                    <a:pt x="221" y="15591"/>
                    <a:pt x="246" y="15811"/>
                    <a:pt x="280" y="16378"/>
                  </a:cubicBezTo>
                  <a:cubicBezTo>
                    <a:pt x="263" y="16073"/>
                    <a:pt x="246" y="15768"/>
                    <a:pt x="229" y="15464"/>
                  </a:cubicBezTo>
                  <a:lnTo>
                    <a:pt x="229" y="15464"/>
                  </a:lnTo>
                  <a:cubicBezTo>
                    <a:pt x="246" y="15667"/>
                    <a:pt x="288" y="16175"/>
                    <a:pt x="322" y="16589"/>
                  </a:cubicBezTo>
                  <a:cubicBezTo>
                    <a:pt x="351" y="16939"/>
                    <a:pt x="379" y="17229"/>
                    <a:pt x="393" y="17229"/>
                  </a:cubicBezTo>
                  <a:cubicBezTo>
                    <a:pt x="395" y="17229"/>
                    <a:pt x="397" y="17219"/>
                    <a:pt x="398" y="17198"/>
                  </a:cubicBezTo>
                  <a:cubicBezTo>
                    <a:pt x="297" y="16191"/>
                    <a:pt x="195" y="14720"/>
                    <a:pt x="153" y="13831"/>
                  </a:cubicBezTo>
                  <a:cubicBezTo>
                    <a:pt x="178" y="13358"/>
                    <a:pt x="136" y="12664"/>
                    <a:pt x="170" y="11886"/>
                  </a:cubicBezTo>
                  <a:cubicBezTo>
                    <a:pt x="177" y="11807"/>
                    <a:pt x="188" y="11646"/>
                    <a:pt x="197" y="11646"/>
                  </a:cubicBezTo>
                  <a:cubicBezTo>
                    <a:pt x="199" y="11646"/>
                    <a:pt x="202" y="11657"/>
                    <a:pt x="203" y="11682"/>
                  </a:cubicBezTo>
                  <a:lnTo>
                    <a:pt x="203" y="11682"/>
                  </a:lnTo>
                  <a:cubicBezTo>
                    <a:pt x="240" y="10714"/>
                    <a:pt x="313" y="9647"/>
                    <a:pt x="407" y="8806"/>
                  </a:cubicBezTo>
                  <a:cubicBezTo>
                    <a:pt x="441" y="8654"/>
                    <a:pt x="466" y="8502"/>
                    <a:pt x="508" y="8350"/>
                  </a:cubicBezTo>
                  <a:cubicBezTo>
                    <a:pt x="568" y="7969"/>
                    <a:pt x="601" y="7791"/>
                    <a:pt x="610" y="7724"/>
                  </a:cubicBezTo>
                  <a:cubicBezTo>
                    <a:pt x="613" y="7695"/>
                    <a:pt x="614" y="7685"/>
                    <a:pt x="612" y="7685"/>
                  </a:cubicBezTo>
                  <a:lnTo>
                    <a:pt x="612" y="7685"/>
                  </a:lnTo>
                  <a:cubicBezTo>
                    <a:pt x="610" y="7685"/>
                    <a:pt x="603" y="7704"/>
                    <a:pt x="593" y="7724"/>
                  </a:cubicBezTo>
                  <a:cubicBezTo>
                    <a:pt x="584" y="7742"/>
                    <a:pt x="577" y="7761"/>
                    <a:pt x="574" y="7761"/>
                  </a:cubicBezTo>
                  <a:cubicBezTo>
                    <a:pt x="572" y="7761"/>
                    <a:pt x="572" y="7749"/>
                    <a:pt x="576" y="7715"/>
                  </a:cubicBezTo>
                  <a:cubicBezTo>
                    <a:pt x="601" y="7495"/>
                    <a:pt x="644" y="7275"/>
                    <a:pt x="686" y="7064"/>
                  </a:cubicBezTo>
                  <a:cubicBezTo>
                    <a:pt x="720" y="6971"/>
                    <a:pt x="762" y="6802"/>
                    <a:pt x="813" y="6607"/>
                  </a:cubicBezTo>
                  <a:lnTo>
                    <a:pt x="889" y="6294"/>
                  </a:lnTo>
                  <a:lnTo>
                    <a:pt x="991" y="5964"/>
                  </a:lnTo>
                  <a:cubicBezTo>
                    <a:pt x="1050" y="5744"/>
                    <a:pt x="1117" y="5541"/>
                    <a:pt x="1168" y="5389"/>
                  </a:cubicBezTo>
                  <a:cubicBezTo>
                    <a:pt x="1181" y="5340"/>
                    <a:pt x="1197" y="5292"/>
                    <a:pt x="1215" y="5245"/>
                  </a:cubicBezTo>
                  <a:lnTo>
                    <a:pt x="1215" y="5245"/>
                  </a:lnTo>
                  <a:cubicBezTo>
                    <a:pt x="1211" y="5259"/>
                    <a:pt x="1210" y="5265"/>
                    <a:pt x="1211" y="5265"/>
                  </a:cubicBezTo>
                  <a:cubicBezTo>
                    <a:pt x="1213" y="5265"/>
                    <a:pt x="1230" y="5219"/>
                    <a:pt x="1254" y="5151"/>
                  </a:cubicBezTo>
                  <a:lnTo>
                    <a:pt x="1254" y="5151"/>
                  </a:lnTo>
                  <a:cubicBezTo>
                    <a:pt x="1240" y="5181"/>
                    <a:pt x="1227" y="5213"/>
                    <a:pt x="1215" y="5245"/>
                  </a:cubicBezTo>
                  <a:lnTo>
                    <a:pt x="1215" y="5245"/>
                  </a:lnTo>
                  <a:cubicBezTo>
                    <a:pt x="1219" y="5229"/>
                    <a:pt x="1226" y="5205"/>
                    <a:pt x="1236" y="5169"/>
                  </a:cubicBezTo>
                  <a:cubicBezTo>
                    <a:pt x="1320" y="4907"/>
                    <a:pt x="1388" y="4712"/>
                    <a:pt x="1456" y="4543"/>
                  </a:cubicBezTo>
                  <a:cubicBezTo>
                    <a:pt x="1524" y="4374"/>
                    <a:pt x="1591" y="4213"/>
                    <a:pt x="1676" y="4018"/>
                  </a:cubicBezTo>
                  <a:lnTo>
                    <a:pt x="1676" y="4018"/>
                  </a:lnTo>
                  <a:cubicBezTo>
                    <a:pt x="1669" y="4038"/>
                    <a:pt x="1605" y="4227"/>
                    <a:pt x="1607" y="4227"/>
                  </a:cubicBezTo>
                  <a:cubicBezTo>
                    <a:pt x="1607" y="4227"/>
                    <a:pt x="1613" y="4213"/>
                    <a:pt x="1625" y="4179"/>
                  </a:cubicBezTo>
                  <a:cubicBezTo>
                    <a:pt x="1879" y="3553"/>
                    <a:pt x="2175" y="2944"/>
                    <a:pt x="2513" y="2352"/>
                  </a:cubicBezTo>
                  <a:cubicBezTo>
                    <a:pt x="2852" y="1777"/>
                    <a:pt x="3224" y="1227"/>
                    <a:pt x="3630" y="694"/>
                  </a:cubicBezTo>
                  <a:lnTo>
                    <a:pt x="3630" y="694"/>
                  </a:lnTo>
                  <a:cubicBezTo>
                    <a:pt x="3511" y="846"/>
                    <a:pt x="3444" y="931"/>
                    <a:pt x="3376" y="1032"/>
                  </a:cubicBezTo>
                  <a:cubicBezTo>
                    <a:pt x="3308" y="1134"/>
                    <a:pt x="3224" y="1235"/>
                    <a:pt x="3072" y="1438"/>
                  </a:cubicBezTo>
                  <a:cubicBezTo>
                    <a:pt x="3139" y="1328"/>
                    <a:pt x="3207" y="1218"/>
                    <a:pt x="3292" y="1117"/>
                  </a:cubicBezTo>
                  <a:lnTo>
                    <a:pt x="3292" y="1117"/>
                  </a:lnTo>
                  <a:cubicBezTo>
                    <a:pt x="3207" y="1201"/>
                    <a:pt x="3139" y="1294"/>
                    <a:pt x="3080" y="1396"/>
                  </a:cubicBezTo>
                  <a:cubicBezTo>
                    <a:pt x="2979" y="1557"/>
                    <a:pt x="2835" y="1760"/>
                    <a:pt x="2691" y="1980"/>
                  </a:cubicBezTo>
                  <a:lnTo>
                    <a:pt x="2801" y="1785"/>
                  </a:lnTo>
                  <a:lnTo>
                    <a:pt x="2919" y="1599"/>
                  </a:lnTo>
                  <a:cubicBezTo>
                    <a:pt x="3004" y="1481"/>
                    <a:pt x="3072" y="1354"/>
                    <a:pt x="3165" y="1235"/>
                  </a:cubicBezTo>
                  <a:lnTo>
                    <a:pt x="3165" y="1235"/>
                  </a:lnTo>
                  <a:cubicBezTo>
                    <a:pt x="3055" y="1354"/>
                    <a:pt x="2962" y="1498"/>
                    <a:pt x="2852" y="1624"/>
                  </a:cubicBezTo>
                  <a:cubicBezTo>
                    <a:pt x="3215" y="1049"/>
                    <a:pt x="3621" y="508"/>
                    <a:pt x="407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9"/>
            <p:cNvSpPr/>
            <p:nvPr/>
          </p:nvSpPr>
          <p:spPr>
            <a:xfrm rot="5400000">
              <a:off x="9490113" y="739538"/>
              <a:ext cx="13375" cy="9475"/>
            </a:xfrm>
            <a:custGeom>
              <a:rect b="b" l="l" r="r" t="t"/>
              <a:pathLst>
                <a:path extrusionOk="0" h="379" w="535">
                  <a:moveTo>
                    <a:pt x="3" y="0"/>
                  </a:moveTo>
                  <a:cubicBezTo>
                    <a:pt x="1" y="0"/>
                    <a:pt x="13" y="11"/>
                    <a:pt x="43" y="36"/>
                  </a:cubicBezTo>
                  <a:cubicBezTo>
                    <a:pt x="186" y="134"/>
                    <a:pt x="509" y="379"/>
                    <a:pt x="532" y="379"/>
                  </a:cubicBezTo>
                  <a:cubicBezTo>
                    <a:pt x="535" y="379"/>
                    <a:pt x="533" y="375"/>
                    <a:pt x="525" y="366"/>
                  </a:cubicBezTo>
                  <a:cubicBezTo>
                    <a:pt x="525" y="367"/>
                    <a:pt x="525" y="367"/>
                    <a:pt x="524" y="367"/>
                  </a:cubicBezTo>
                  <a:cubicBezTo>
                    <a:pt x="491" y="367"/>
                    <a:pt x="14" y="0"/>
                    <a:pt x="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9"/>
            <p:cNvSpPr/>
            <p:nvPr/>
          </p:nvSpPr>
          <p:spPr>
            <a:xfrm rot="5400000">
              <a:off x="9486763" y="744038"/>
              <a:ext cx="12075" cy="8925"/>
            </a:xfrm>
            <a:custGeom>
              <a:rect b="b" l="l" r="r" t="t"/>
              <a:pathLst>
                <a:path extrusionOk="0" h="357" w="483">
                  <a:moveTo>
                    <a:pt x="0" y="1"/>
                  </a:moveTo>
                  <a:lnTo>
                    <a:pt x="296" y="229"/>
                  </a:lnTo>
                  <a:cubicBezTo>
                    <a:pt x="317" y="243"/>
                    <a:pt x="315" y="235"/>
                    <a:pt x="403" y="297"/>
                  </a:cubicBezTo>
                  <a:lnTo>
                    <a:pt x="403" y="297"/>
                  </a:lnTo>
                  <a:lnTo>
                    <a:pt x="0" y="1"/>
                  </a:lnTo>
                  <a:close/>
                  <a:moveTo>
                    <a:pt x="403" y="297"/>
                  </a:moveTo>
                  <a:lnTo>
                    <a:pt x="483" y="356"/>
                  </a:lnTo>
                  <a:cubicBezTo>
                    <a:pt x="450" y="332"/>
                    <a:pt x="424" y="312"/>
                    <a:pt x="403" y="29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9"/>
            <p:cNvSpPr/>
            <p:nvPr/>
          </p:nvSpPr>
          <p:spPr>
            <a:xfrm rot="5400000">
              <a:off x="9446163" y="765188"/>
              <a:ext cx="39775" cy="26475"/>
            </a:xfrm>
            <a:custGeom>
              <a:rect b="b" l="l" r="r" t="t"/>
              <a:pathLst>
                <a:path extrusionOk="0" h="1059" w="1591">
                  <a:moveTo>
                    <a:pt x="52" y="1"/>
                  </a:moveTo>
                  <a:cubicBezTo>
                    <a:pt x="51" y="1"/>
                    <a:pt x="51" y="1"/>
                    <a:pt x="51" y="1"/>
                  </a:cubicBezTo>
                  <a:cubicBezTo>
                    <a:pt x="305" y="170"/>
                    <a:pt x="482" y="272"/>
                    <a:pt x="880" y="551"/>
                  </a:cubicBezTo>
                  <a:cubicBezTo>
                    <a:pt x="893" y="568"/>
                    <a:pt x="895" y="576"/>
                    <a:pt x="887" y="576"/>
                  </a:cubicBezTo>
                  <a:cubicBezTo>
                    <a:pt x="861" y="576"/>
                    <a:pt x="722" y="484"/>
                    <a:pt x="559" y="373"/>
                  </a:cubicBezTo>
                  <a:cubicBezTo>
                    <a:pt x="347" y="238"/>
                    <a:pt x="102" y="69"/>
                    <a:pt x="0" y="18"/>
                  </a:cubicBezTo>
                  <a:lnTo>
                    <a:pt x="0" y="18"/>
                  </a:lnTo>
                  <a:cubicBezTo>
                    <a:pt x="178" y="162"/>
                    <a:pt x="330" y="255"/>
                    <a:pt x="466" y="348"/>
                  </a:cubicBezTo>
                  <a:cubicBezTo>
                    <a:pt x="601" y="432"/>
                    <a:pt x="728" y="508"/>
                    <a:pt x="838" y="585"/>
                  </a:cubicBezTo>
                  <a:cubicBezTo>
                    <a:pt x="1075" y="728"/>
                    <a:pt x="1286" y="855"/>
                    <a:pt x="1591" y="1058"/>
                  </a:cubicBezTo>
                  <a:cubicBezTo>
                    <a:pt x="1321" y="839"/>
                    <a:pt x="97" y="1"/>
                    <a:pt x="5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9"/>
            <p:cNvSpPr/>
            <p:nvPr/>
          </p:nvSpPr>
          <p:spPr>
            <a:xfrm rot="5400000">
              <a:off x="9475025" y="751350"/>
              <a:ext cx="11025" cy="8050"/>
            </a:xfrm>
            <a:custGeom>
              <a:rect b="b" l="l" r="r" t="t"/>
              <a:pathLst>
                <a:path extrusionOk="0" h="322" w="441">
                  <a:moveTo>
                    <a:pt x="0" y="0"/>
                  </a:moveTo>
                  <a:lnTo>
                    <a:pt x="34" y="34"/>
                  </a:lnTo>
                  <a:lnTo>
                    <a:pt x="440" y="322"/>
                  </a:lnTo>
                  <a:lnTo>
                    <a:pt x="407" y="288"/>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9"/>
            <p:cNvSpPr/>
            <p:nvPr/>
          </p:nvSpPr>
          <p:spPr>
            <a:xfrm rot="5400000">
              <a:off x="9668113" y="547038"/>
              <a:ext cx="9125" cy="9125"/>
            </a:xfrm>
            <a:custGeom>
              <a:rect b="b" l="l" r="r" t="t"/>
              <a:pathLst>
                <a:path extrusionOk="0" h="365" w="365">
                  <a:moveTo>
                    <a:pt x="1" y="1"/>
                  </a:moveTo>
                  <a:cubicBezTo>
                    <a:pt x="94" y="94"/>
                    <a:pt x="221" y="229"/>
                    <a:pt x="365" y="365"/>
                  </a:cubicBezTo>
                  <a:cubicBezTo>
                    <a:pt x="246" y="238"/>
                    <a:pt x="128" y="11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9"/>
            <p:cNvSpPr/>
            <p:nvPr/>
          </p:nvSpPr>
          <p:spPr>
            <a:xfrm rot="5400000">
              <a:off x="9803350" y="417100"/>
              <a:ext cx="5100" cy="5725"/>
            </a:xfrm>
            <a:custGeom>
              <a:rect b="b" l="l" r="r" t="t"/>
              <a:pathLst>
                <a:path extrusionOk="0" h="229" w="204">
                  <a:moveTo>
                    <a:pt x="0" y="0"/>
                  </a:moveTo>
                  <a:lnTo>
                    <a:pt x="153" y="186"/>
                  </a:lnTo>
                  <a:lnTo>
                    <a:pt x="203" y="229"/>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9"/>
            <p:cNvSpPr/>
            <p:nvPr/>
          </p:nvSpPr>
          <p:spPr>
            <a:xfrm rot="5400000">
              <a:off x="9797750" y="413600"/>
              <a:ext cx="10825" cy="13350"/>
            </a:xfrm>
            <a:custGeom>
              <a:rect b="b" l="l" r="r" t="t"/>
              <a:pathLst>
                <a:path extrusionOk="0" h="534" w="433">
                  <a:moveTo>
                    <a:pt x="1" y="1"/>
                  </a:moveTo>
                  <a:lnTo>
                    <a:pt x="280" y="365"/>
                  </a:lnTo>
                  <a:lnTo>
                    <a:pt x="432" y="534"/>
                  </a:lnTo>
                  <a:lnTo>
                    <a:pt x="432" y="534"/>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9"/>
            <p:cNvSpPr/>
            <p:nvPr/>
          </p:nvSpPr>
          <p:spPr>
            <a:xfrm rot="5400000">
              <a:off x="9516063" y="1046788"/>
              <a:ext cx="3600" cy="11650"/>
            </a:xfrm>
            <a:custGeom>
              <a:rect b="b" l="l" r="r" t="t"/>
              <a:pathLst>
                <a:path extrusionOk="0" h="466" w="144">
                  <a:moveTo>
                    <a:pt x="34" y="263"/>
                  </a:moveTo>
                  <a:cubicBezTo>
                    <a:pt x="34" y="273"/>
                    <a:pt x="35" y="279"/>
                    <a:pt x="38" y="283"/>
                  </a:cubicBezTo>
                  <a:lnTo>
                    <a:pt x="38" y="283"/>
                  </a:lnTo>
                  <a:cubicBezTo>
                    <a:pt x="37" y="277"/>
                    <a:pt x="35" y="270"/>
                    <a:pt x="34" y="263"/>
                  </a:cubicBezTo>
                  <a:close/>
                  <a:moveTo>
                    <a:pt x="0" y="0"/>
                  </a:moveTo>
                  <a:lnTo>
                    <a:pt x="34" y="161"/>
                  </a:lnTo>
                  <a:lnTo>
                    <a:pt x="26" y="153"/>
                  </a:lnTo>
                  <a:lnTo>
                    <a:pt x="26" y="153"/>
                  </a:lnTo>
                  <a:cubicBezTo>
                    <a:pt x="42" y="195"/>
                    <a:pt x="51" y="246"/>
                    <a:pt x="51" y="288"/>
                  </a:cubicBezTo>
                  <a:cubicBezTo>
                    <a:pt x="46" y="288"/>
                    <a:pt x="41" y="288"/>
                    <a:pt x="38" y="283"/>
                  </a:cubicBezTo>
                  <a:lnTo>
                    <a:pt x="38" y="283"/>
                  </a:lnTo>
                  <a:cubicBezTo>
                    <a:pt x="70" y="446"/>
                    <a:pt x="95" y="311"/>
                    <a:pt x="136" y="466"/>
                  </a:cubicBezTo>
                  <a:cubicBezTo>
                    <a:pt x="136" y="449"/>
                    <a:pt x="127" y="440"/>
                    <a:pt x="127" y="423"/>
                  </a:cubicBezTo>
                  <a:cubicBezTo>
                    <a:pt x="120" y="389"/>
                    <a:pt x="125" y="360"/>
                    <a:pt x="136" y="360"/>
                  </a:cubicBezTo>
                  <a:cubicBezTo>
                    <a:pt x="138" y="360"/>
                    <a:pt x="141" y="361"/>
                    <a:pt x="144" y="364"/>
                  </a:cubicBezTo>
                  <a:cubicBezTo>
                    <a:pt x="102" y="280"/>
                    <a:pt x="127" y="280"/>
                    <a:pt x="85" y="271"/>
                  </a:cubicBezTo>
                  <a:cubicBezTo>
                    <a:pt x="67" y="235"/>
                    <a:pt x="70" y="199"/>
                    <a:pt x="82" y="199"/>
                  </a:cubicBezTo>
                  <a:cubicBezTo>
                    <a:pt x="88" y="199"/>
                    <a:pt x="94" y="205"/>
                    <a:pt x="102" y="220"/>
                  </a:cubicBezTo>
                  <a:lnTo>
                    <a:pt x="51" y="77"/>
                  </a:lnTo>
                  <a:lnTo>
                    <a:pt x="59" y="170"/>
                  </a:lnTo>
                  <a:cubicBezTo>
                    <a:pt x="26" y="144"/>
                    <a:pt x="42" y="17"/>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9"/>
            <p:cNvSpPr/>
            <p:nvPr/>
          </p:nvSpPr>
          <p:spPr>
            <a:xfrm rot="5400000">
              <a:off x="9504113" y="1048588"/>
              <a:ext cx="6150" cy="10600"/>
            </a:xfrm>
            <a:custGeom>
              <a:rect b="b" l="l" r="r" t="t"/>
              <a:pathLst>
                <a:path extrusionOk="0" h="424" w="246">
                  <a:moveTo>
                    <a:pt x="34" y="1"/>
                  </a:moveTo>
                  <a:cubicBezTo>
                    <a:pt x="0" y="60"/>
                    <a:pt x="51" y="187"/>
                    <a:pt x="42" y="238"/>
                  </a:cubicBezTo>
                  <a:cubicBezTo>
                    <a:pt x="51" y="221"/>
                    <a:pt x="57" y="216"/>
                    <a:pt x="62" y="216"/>
                  </a:cubicBezTo>
                  <a:cubicBezTo>
                    <a:pt x="69" y="216"/>
                    <a:pt x="73" y="227"/>
                    <a:pt x="76" y="227"/>
                  </a:cubicBezTo>
                  <a:cubicBezTo>
                    <a:pt x="79" y="227"/>
                    <a:pt x="81" y="214"/>
                    <a:pt x="85" y="161"/>
                  </a:cubicBezTo>
                  <a:lnTo>
                    <a:pt x="136" y="221"/>
                  </a:lnTo>
                  <a:lnTo>
                    <a:pt x="144" y="339"/>
                  </a:lnTo>
                  <a:cubicBezTo>
                    <a:pt x="157" y="339"/>
                    <a:pt x="174" y="386"/>
                    <a:pt x="182" y="386"/>
                  </a:cubicBezTo>
                  <a:cubicBezTo>
                    <a:pt x="185" y="386"/>
                    <a:pt x="186" y="380"/>
                    <a:pt x="186" y="365"/>
                  </a:cubicBezTo>
                  <a:cubicBezTo>
                    <a:pt x="186" y="348"/>
                    <a:pt x="178" y="331"/>
                    <a:pt x="178" y="314"/>
                  </a:cubicBezTo>
                  <a:lnTo>
                    <a:pt x="178" y="314"/>
                  </a:lnTo>
                  <a:cubicBezTo>
                    <a:pt x="207" y="321"/>
                    <a:pt x="217" y="423"/>
                    <a:pt x="236" y="423"/>
                  </a:cubicBezTo>
                  <a:cubicBezTo>
                    <a:pt x="239" y="423"/>
                    <a:pt x="242" y="421"/>
                    <a:pt x="246" y="415"/>
                  </a:cubicBezTo>
                  <a:cubicBezTo>
                    <a:pt x="237" y="365"/>
                    <a:pt x="212" y="305"/>
                    <a:pt x="186" y="263"/>
                  </a:cubicBezTo>
                  <a:cubicBezTo>
                    <a:pt x="178" y="195"/>
                    <a:pt x="169" y="136"/>
                    <a:pt x="169" y="77"/>
                  </a:cubicBezTo>
                  <a:cubicBezTo>
                    <a:pt x="161" y="52"/>
                    <a:pt x="144" y="52"/>
                    <a:pt x="136" y="18"/>
                  </a:cubicBezTo>
                  <a:lnTo>
                    <a:pt x="136" y="43"/>
                  </a:lnTo>
                  <a:lnTo>
                    <a:pt x="93" y="52"/>
                  </a:lnTo>
                  <a:cubicBezTo>
                    <a:pt x="102" y="77"/>
                    <a:pt x="110" y="102"/>
                    <a:pt x="110" y="128"/>
                  </a:cubicBezTo>
                  <a:lnTo>
                    <a:pt x="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9"/>
            <p:cNvSpPr/>
            <p:nvPr/>
          </p:nvSpPr>
          <p:spPr>
            <a:xfrm rot="5400000">
              <a:off x="9511813" y="1054188"/>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9"/>
            <p:cNvSpPr/>
            <p:nvPr/>
          </p:nvSpPr>
          <p:spPr>
            <a:xfrm rot="5400000">
              <a:off x="9316525" y="1013700"/>
              <a:ext cx="11025" cy="2350"/>
            </a:xfrm>
            <a:custGeom>
              <a:rect b="b" l="l" r="r" t="t"/>
              <a:pathLst>
                <a:path extrusionOk="0" h="94" w="441">
                  <a:moveTo>
                    <a:pt x="212" y="1"/>
                  </a:moveTo>
                  <a:cubicBezTo>
                    <a:pt x="205" y="2"/>
                    <a:pt x="201" y="4"/>
                    <a:pt x="199" y="7"/>
                  </a:cubicBezTo>
                  <a:lnTo>
                    <a:pt x="199" y="7"/>
                  </a:lnTo>
                  <a:lnTo>
                    <a:pt x="212" y="1"/>
                  </a:lnTo>
                  <a:close/>
                  <a:moveTo>
                    <a:pt x="199" y="7"/>
                  </a:moveTo>
                  <a:lnTo>
                    <a:pt x="0" y="94"/>
                  </a:lnTo>
                  <a:cubicBezTo>
                    <a:pt x="73" y="94"/>
                    <a:pt x="61" y="63"/>
                    <a:pt x="142" y="60"/>
                  </a:cubicBezTo>
                  <a:lnTo>
                    <a:pt x="142" y="60"/>
                  </a:lnTo>
                  <a:cubicBezTo>
                    <a:pt x="129" y="61"/>
                    <a:pt x="117" y="64"/>
                    <a:pt x="110" y="77"/>
                  </a:cubicBezTo>
                  <a:lnTo>
                    <a:pt x="440" y="60"/>
                  </a:lnTo>
                  <a:cubicBezTo>
                    <a:pt x="432" y="52"/>
                    <a:pt x="330" y="35"/>
                    <a:pt x="398" y="26"/>
                  </a:cubicBezTo>
                  <a:cubicBezTo>
                    <a:pt x="387" y="24"/>
                    <a:pt x="376" y="23"/>
                    <a:pt x="365" y="23"/>
                  </a:cubicBezTo>
                  <a:cubicBezTo>
                    <a:pt x="331" y="23"/>
                    <a:pt x="296" y="33"/>
                    <a:pt x="271" y="52"/>
                  </a:cubicBezTo>
                  <a:lnTo>
                    <a:pt x="296" y="26"/>
                  </a:lnTo>
                  <a:lnTo>
                    <a:pt x="296" y="26"/>
                  </a:lnTo>
                  <a:cubicBezTo>
                    <a:pt x="279" y="32"/>
                    <a:pt x="263" y="34"/>
                    <a:pt x="249" y="34"/>
                  </a:cubicBezTo>
                  <a:cubicBezTo>
                    <a:pt x="211" y="34"/>
                    <a:pt x="189" y="17"/>
                    <a:pt x="199" y="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9"/>
            <p:cNvSpPr/>
            <p:nvPr/>
          </p:nvSpPr>
          <p:spPr>
            <a:xfrm rot="5400000">
              <a:off x="9318850" y="1007125"/>
              <a:ext cx="1700" cy="675"/>
            </a:xfrm>
            <a:custGeom>
              <a:rect b="b" l="l" r="r" t="t"/>
              <a:pathLst>
                <a:path extrusionOk="0" h="27" w="68">
                  <a:moveTo>
                    <a:pt x="68" y="1"/>
                  </a:moveTo>
                  <a:cubicBezTo>
                    <a:pt x="55" y="5"/>
                    <a:pt x="45" y="9"/>
                    <a:pt x="34" y="13"/>
                  </a:cubicBezTo>
                  <a:lnTo>
                    <a:pt x="34" y="13"/>
                  </a:lnTo>
                  <a:lnTo>
                    <a:pt x="68" y="1"/>
                  </a:lnTo>
                  <a:close/>
                  <a:moveTo>
                    <a:pt x="34" y="13"/>
                  </a:moveTo>
                  <a:lnTo>
                    <a:pt x="0" y="26"/>
                  </a:lnTo>
                  <a:cubicBezTo>
                    <a:pt x="13" y="22"/>
                    <a:pt x="23" y="18"/>
                    <a:pt x="34" y="1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9"/>
            <p:cNvSpPr/>
            <p:nvPr/>
          </p:nvSpPr>
          <p:spPr>
            <a:xfrm rot="5400000">
              <a:off x="9330800" y="1018450"/>
              <a:ext cx="875" cy="450"/>
            </a:xfrm>
            <a:custGeom>
              <a:rect b="b" l="l" r="r" t="t"/>
              <a:pathLst>
                <a:path extrusionOk="0" h="18" w="35">
                  <a:moveTo>
                    <a:pt x="34" y="1"/>
                  </a:moveTo>
                  <a:lnTo>
                    <a:pt x="34" y="1"/>
                  </a:lnTo>
                  <a:lnTo>
                    <a:pt x="0" y="18"/>
                  </a:lnTo>
                  <a:lnTo>
                    <a:pt x="0" y="18"/>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9"/>
            <p:cNvSpPr/>
            <p:nvPr/>
          </p:nvSpPr>
          <p:spPr>
            <a:xfrm rot="5400000">
              <a:off x="9330750" y="1035325"/>
              <a:ext cx="8500" cy="3075"/>
            </a:xfrm>
            <a:custGeom>
              <a:rect b="b" l="l" r="r" t="t"/>
              <a:pathLst>
                <a:path extrusionOk="0" h="123" w="340">
                  <a:moveTo>
                    <a:pt x="339" y="1"/>
                  </a:moveTo>
                  <a:lnTo>
                    <a:pt x="195" y="35"/>
                  </a:lnTo>
                  <a:cubicBezTo>
                    <a:pt x="212" y="26"/>
                    <a:pt x="145" y="35"/>
                    <a:pt x="170" y="18"/>
                  </a:cubicBezTo>
                  <a:cubicBezTo>
                    <a:pt x="161" y="18"/>
                    <a:pt x="111" y="26"/>
                    <a:pt x="128" y="35"/>
                  </a:cubicBezTo>
                  <a:lnTo>
                    <a:pt x="153" y="35"/>
                  </a:lnTo>
                  <a:cubicBezTo>
                    <a:pt x="77" y="69"/>
                    <a:pt x="128" y="86"/>
                    <a:pt x="1" y="119"/>
                  </a:cubicBezTo>
                  <a:cubicBezTo>
                    <a:pt x="13" y="122"/>
                    <a:pt x="27" y="123"/>
                    <a:pt x="40" y="123"/>
                  </a:cubicBezTo>
                  <a:cubicBezTo>
                    <a:pt x="80" y="123"/>
                    <a:pt x="121" y="113"/>
                    <a:pt x="153" y="94"/>
                  </a:cubicBezTo>
                  <a:lnTo>
                    <a:pt x="195" y="86"/>
                  </a:lnTo>
                  <a:lnTo>
                    <a:pt x="314" y="26"/>
                  </a:lnTo>
                  <a:lnTo>
                    <a:pt x="33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9"/>
            <p:cNvSpPr/>
            <p:nvPr/>
          </p:nvSpPr>
          <p:spPr>
            <a:xfrm rot="5400000">
              <a:off x="9322338" y="895363"/>
              <a:ext cx="25" cy="25"/>
            </a:xfrm>
            <a:custGeom>
              <a:rect b="b" l="l" r="r" t="t"/>
              <a:pathLst>
                <a:path extrusionOk="0" h="1" w="1">
                  <a:moveTo>
                    <a:pt x="1" y="1"/>
                  </a:moveTo>
                  <a:lnTo>
                    <a:pt x="1" y="1"/>
                  </a:lnTo>
                  <a:cubicBezTo>
                    <a:pt x="1" y="1"/>
                    <a:pt x="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9"/>
            <p:cNvSpPr/>
            <p:nvPr/>
          </p:nvSpPr>
          <p:spPr>
            <a:xfrm rot="5400000">
              <a:off x="9322325" y="895775"/>
              <a:ext cx="675" cy="250"/>
            </a:xfrm>
            <a:custGeom>
              <a:rect b="b" l="l" r="r" t="t"/>
              <a:pathLst>
                <a:path extrusionOk="0" h="10" w="27">
                  <a:moveTo>
                    <a:pt x="1" y="1"/>
                  </a:moveTo>
                  <a:lnTo>
                    <a:pt x="1" y="9"/>
                  </a:lnTo>
                  <a:cubicBezTo>
                    <a:pt x="1" y="9"/>
                    <a:pt x="26"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9"/>
            <p:cNvSpPr/>
            <p:nvPr/>
          </p:nvSpPr>
          <p:spPr>
            <a:xfrm rot="5400000">
              <a:off x="9320000" y="1008500"/>
              <a:ext cx="1100" cy="675"/>
            </a:xfrm>
            <a:custGeom>
              <a:rect b="b" l="l" r="r" t="t"/>
              <a:pathLst>
                <a:path extrusionOk="0" h="27" w="44">
                  <a:moveTo>
                    <a:pt x="18" y="1"/>
                  </a:moveTo>
                  <a:cubicBezTo>
                    <a:pt x="18" y="9"/>
                    <a:pt x="9" y="18"/>
                    <a:pt x="1" y="26"/>
                  </a:cubicBez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9"/>
            <p:cNvSpPr/>
            <p:nvPr/>
          </p:nvSpPr>
          <p:spPr>
            <a:xfrm rot="5400000">
              <a:off x="9321275" y="1013150"/>
              <a:ext cx="4250" cy="875"/>
            </a:xfrm>
            <a:custGeom>
              <a:rect b="b" l="l" r="r" t="t"/>
              <a:pathLst>
                <a:path extrusionOk="0" h="35" w="170">
                  <a:moveTo>
                    <a:pt x="170" y="1"/>
                  </a:moveTo>
                  <a:lnTo>
                    <a:pt x="170" y="1"/>
                  </a:lnTo>
                  <a:cubicBezTo>
                    <a:pt x="119" y="9"/>
                    <a:pt x="68" y="17"/>
                    <a:pt x="1" y="34"/>
                  </a:cubicBezTo>
                  <a:lnTo>
                    <a:pt x="119" y="26"/>
                  </a:lnTo>
                  <a:lnTo>
                    <a:pt x="17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9"/>
            <p:cNvSpPr/>
            <p:nvPr/>
          </p:nvSpPr>
          <p:spPr>
            <a:xfrm rot="5400000">
              <a:off x="9291675" y="977425"/>
              <a:ext cx="49075" cy="9350"/>
            </a:xfrm>
            <a:custGeom>
              <a:rect b="b" l="l" r="r" t="t"/>
              <a:pathLst>
                <a:path extrusionOk="0" h="374" w="1963">
                  <a:moveTo>
                    <a:pt x="1962" y="52"/>
                  </a:moveTo>
                  <a:lnTo>
                    <a:pt x="1956" y="55"/>
                  </a:lnTo>
                  <a:lnTo>
                    <a:pt x="1956" y="55"/>
                  </a:lnTo>
                  <a:cubicBezTo>
                    <a:pt x="1958" y="54"/>
                    <a:pt x="1960" y="53"/>
                    <a:pt x="1962" y="52"/>
                  </a:cubicBezTo>
                  <a:close/>
                  <a:moveTo>
                    <a:pt x="1051" y="278"/>
                  </a:moveTo>
                  <a:cubicBezTo>
                    <a:pt x="1055" y="279"/>
                    <a:pt x="1061" y="280"/>
                    <a:pt x="1065" y="280"/>
                  </a:cubicBezTo>
                  <a:cubicBezTo>
                    <a:pt x="1061" y="279"/>
                    <a:pt x="1056" y="279"/>
                    <a:pt x="1051" y="278"/>
                  </a:cubicBezTo>
                  <a:close/>
                  <a:moveTo>
                    <a:pt x="690" y="276"/>
                  </a:moveTo>
                  <a:lnTo>
                    <a:pt x="690" y="276"/>
                  </a:lnTo>
                  <a:cubicBezTo>
                    <a:pt x="654" y="282"/>
                    <a:pt x="617" y="289"/>
                    <a:pt x="581" y="298"/>
                  </a:cubicBezTo>
                  <a:lnTo>
                    <a:pt x="581" y="298"/>
                  </a:lnTo>
                  <a:cubicBezTo>
                    <a:pt x="620" y="296"/>
                    <a:pt x="660" y="288"/>
                    <a:pt x="690" y="276"/>
                  </a:cubicBezTo>
                  <a:close/>
                  <a:moveTo>
                    <a:pt x="1708" y="1"/>
                  </a:moveTo>
                  <a:cubicBezTo>
                    <a:pt x="1455" y="52"/>
                    <a:pt x="1285" y="153"/>
                    <a:pt x="1049" y="212"/>
                  </a:cubicBezTo>
                  <a:cubicBezTo>
                    <a:pt x="1045" y="202"/>
                    <a:pt x="1009" y="198"/>
                    <a:pt x="961" y="198"/>
                  </a:cubicBezTo>
                  <a:cubicBezTo>
                    <a:pt x="898" y="198"/>
                    <a:pt x="814" y="204"/>
                    <a:pt x="761" y="204"/>
                  </a:cubicBezTo>
                  <a:cubicBezTo>
                    <a:pt x="812" y="170"/>
                    <a:pt x="871" y="153"/>
                    <a:pt x="930" y="153"/>
                  </a:cubicBezTo>
                  <a:lnTo>
                    <a:pt x="761" y="153"/>
                  </a:lnTo>
                  <a:lnTo>
                    <a:pt x="744" y="221"/>
                  </a:lnTo>
                  <a:cubicBezTo>
                    <a:pt x="715" y="223"/>
                    <a:pt x="693" y="224"/>
                    <a:pt x="677" y="224"/>
                  </a:cubicBezTo>
                  <a:cubicBezTo>
                    <a:pt x="548" y="224"/>
                    <a:pt x="790" y="170"/>
                    <a:pt x="685" y="170"/>
                  </a:cubicBezTo>
                  <a:cubicBezTo>
                    <a:pt x="634" y="179"/>
                    <a:pt x="592" y="187"/>
                    <a:pt x="541" y="204"/>
                  </a:cubicBezTo>
                  <a:cubicBezTo>
                    <a:pt x="566" y="201"/>
                    <a:pt x="584" y="200"/>
                    <a:pt x="598" y="200"/>
                  </a:cubicBezTo>
                  <a:cubicBezTo>
                    <a:pt x="687" y="200"/>
                    <a:pt x="575" y="257"/>
                    <a:pt x="684" y="257"/>
                  </a:cubicBezTo>
                  <a:cubicBezTo>
                    <a:pt x="696" y="257"/>
                    <a:pt x="710" y="256"/>
                    <a:pt x="727" y="255"/>
                  </a:cubicBezTo>
                  <a:lnTo>
                    <a:pt x="727" y="255"/>
                  </a:lnTo>
                  <a:cubicBezTo>
                    <a:pt x="719" y="263"/>
                    <a:pt x="706" y="270"/>
                    <a:pt x="690" y="276"/>
                  </a:cubicBezTo>
                  <a:lnTo>
                    <a:pt x="690" y="276"/>
                  </a:lnTo>
                  <a:cubicBezTo>
                    <a:pt x="703" y="275"/>
                    <a:pt x="715" y="273"/>
                    <a:pt x="727" y="272"/>
                  </a:cubicBezTo>
                  <a:lnTo>
                    <a:pt x="727" y="272"/>
                  </a:lnTo>
                  <a:lnTo>
                    <a:pt x="676" y="314"/>
                  </a:lnTo>
                  <a:cubicBezTo>
                    <a:pt x="763" y="285"/>
                    <a:pt x="850" y="272"/>
                    <a:pt x="939" y="272"/>
                  </a:cubicBezTo>
                  <a:cubicBezTo>
                    <a:pt x="976" y="272"/>
                    <a:pt x="1013" y="274"/>
                    <a:pt x="1051" y="278"/>
                  </a:cubicBezTo>
                  <a:lnTo>
                    <a:pt x="1051" y="278"/>
                  </a:lnTo>
                  <a:cubicBezTo>
                    <a:pt x="1038" y="275"/>
                    <a:pt x="1028" y="269"/>
                    <a:pt x="1040" y="263"/>
                  </a:cubicBezTo>
                  <a:cubicBezTo>
                    <a:pt x="1051" y="262"/>
                    <a:pt x="1060" y="262"/>
                    <a:pt x="1070" y="262"/>
                  </a:cubicBezTo>
                  <a:cubicBezTo>
                    <a:pt x="1129" y="262"/>
                    <a:pt x="1164" y="282"/>
                    <a:pt x="1142" y="297"/>
                  </a:cubicBezTo>
                  <a:cubicBezTo>
                    <a:pt x="1162" y="287"/>
                    <a:pt x="1194" y="284"/>
                    <a:pt x="1232" y="284"/>
                  </a:cubicBezTo>
                  <a:cubicBezTo>
                    <a:pt x="1272" y="284"/>
                    <a:pt x="1318" y="287"/>
                    <a:pt x="1364" y="287"/>
                  </a:cubicBezTo>
                  <a:cubicBezTo>
                    <a:pt x="1420" y="287"/>
                    <a:pt x="1474" y="283"/>
                    <a:pt x="1514" y="263"/>
                  </a:cubicBezTo>
                  <a:lnTo>
                    <a:pt x="1956" y="55"/>
                  </a:lnTo>
                  <a:lnTo>
                    <a:pt x="1956" y="55"/>
                  </a:lnTo>
                  <a:cubicBezTo>
                    <a:pt x="1939" y="62"/>
                    <a:pt x="1918" y="69"/>
                    <a:pt x="1903" y="69"/>
                  </a:cubicBezTo>
                  <a:cubicBezTo>
                    <a:pt x="1861" y="35"/>
                    <a:pt x="1844" y="43"/>
                    <a:pt x="1911" y="9"/>
                  </a:cubicBezTo>
                  <a:lnTo>
                    <a:pt x="1911" y="9"/>
                  </a:lnTo>
                  <a:cubicBezTo>
                    <a:pt x="1844" y="26"/>
                    <a:pt x="1869" y="52"/>
                    <a:pt x="1759" y="60"/>
                  </a:cubicBezTo>
                  <a:cubicBezTo>
                    <a:pt x="1801" y="43"/>
                    <a:pt x="1810" y="1"/>
                    <a:pt x="1708" y="1"/>
                  </a:cubicBezTo>
                  <a:close/>
                  <a:moveTo>
                    <a:pt x="592" y="229"/>
                  </a:moveTo>
                  <a:lnTo>
                    <a:pt x="592" y="229"/>
                  </a:lnTo>
                  <a:cubicBezTo>
                    <a:pt x="516" y="238"/>
                    <a:pt x="524" y="246"/>
                    <a:pt x="490" y="263"/>
                  </a:cubicBezTo>
                  <a:cubicBezTo>
                    <a:pt x="397" y="263"/>
                    <a:pt x="299" y="295"/>
                    <a:pt x="220" y="295"/>
                  </a:cubicBezTo>
                  <a:cubicBezTo>
                    <a:pt x="191" y="295"/>
                    <a:pt x="166" y="291"/>
                    <a:pt x="143" y="280"/>
                  </a:cubicBezTo>
                  <a:cubicBezTo>
                    <a:pt x="101" y="280"/>
                    <a:pt x="50" y="305"/>
                    <a:pt x="8" y="331"/>
                  </a:cubicBezTo>
                  <a:cubicBezTo>
                    <a:pt x="1" y="360"/>
                    <a:pt x="114" y="345"/>
                    <a:pt x="167" y="363"/>
                  </a:cubicBezTo>
                  <a:lnTo>
                    <a:pt x="167" y="363"/>
                  </a:lnTo>
                  <a:cubicBezTo>
                    <a:pt x="166" y="361"/>
                    <a:pt x="167" y="358"/>
                    <a:pt x="169" y="356"/>
                  </a:cubicBezTo>
                  <a:lnTo>
                    <a:pt x="245" y="356"/>
                  </a:lnTo>
                  <a:cubicBezTo>
                    <a:pt x="169" y="348"/>
                    <a:pt x="253" y="314"/>
                    <a:pt x="296" y="314"/>
                  </a:cubicBezTo>
                  <a:cubicBezTo>
                    <a:pt x="317" y="310"/>
                    <a:pt x="340" y="308"/>
                    <a:pt x="357" y="308"/>
                  </a:cubicBezTo>
                  <a:cubicBezTo>
                    <a:pt x="374" y="308"/>
                    <a:pt x="385" y="310"/>
                    <a:pt x="380" y="314"/>
                  </a:cubicBezTo>
                  <a:lnTo>
                    <a:pt x="330" y="322"/>
                  </a:lnTo>
                  <a:cubicBezTo>
                    <a:pt x="335" y="323"/>
                    <a:pt x="341" y="324"/>
                    <a:pt x="346" y="324"/>
                  </a:cubicBezTo>
                  <a:cubicBezTo>
                    <a:pt x="391" y="324"/>
                    <a:pt x="440" y="301"/>
                    <a:pt x="490" y="301"/>
                  </a:cubicBezTo>
                  <a:cubicBezTo>
                    <a:pt x="501" y="301"/>
                    <a:pt x="513" y="303"/>
                    <a:pt x="524" y="305"/>
                  </a:cubicBezTo>
                  <a:cubicBezTo>
                    <a:pt x="524" y="314"/>
                    <a:pt x="499" y="322"/>
                    <a:pt x="499" y="322"/>
                  </a:cubicBezTo>
                  <a:cubicBezTo>
                    <a:pt x="526" y="313"/>
                    <a:pt x="554" y="305"/>
                    <a:pt x="581" y="298"/>
                  </a:cubicBezTo>
                  <a:lnTo>
                    <a:pt x="581" y="298"/>
                  </a:lnTo>
                  <a:cubicBezTo>
                    <a:pt x="572" y="299"/>
                    <a:pt x="563" y="299"/>
                    <a:pt x="554" y="299"/>
                  </a:cubicBezTo>
                  <a:cubicBezTo>
                    <a:pt x="540" y="299"/>
                    <a:pt x="527" y="298"/>
                    <a:pt x="516" y="297"/>
                  </a:cubicBezTo>
                  <a:cubicBezTo>
                    <a:pt x="431" y="263"/>
                    <a:pt x="575" y="263"/>
                    <a:pt x="592" y="229"/>
                  </a:cubicBezTo>
                  <a:close/>
                  <a:moveTo>
                    <a:pt x="167" y="363"/>
                  </a:moveTo>
                  <a:cubicBezTo>
                    <a:pt x="168" y="368"/>
                    <a:pt x="179" y="373"/>
                    <a:pt x="186" y="373"/>
                  </a:cubicBezTo>
                  <a:cubicBezTo>
                    <a:pt x="181" y="369"/>
                    <a:pt x="175" y="365"/>
                    <a:pt x="167" y="36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9"/>
            <p:cNvSpPr/>
            <p:nvPr/>
          </p:nvSpPr>
          <p:spPr>
            <a:xfrm rot="5400000">
              <a:off x="9318100" y="990525"/>
              <a:ext cx="450" cy="25"/>
            </a:xfrm>
            <a:custGeom>
              <a:rect b="b" l="l" r="r" t="t"/>
              <a:pathLst>
                <a:path extrusionOk="0" h="1" w="18">
                  <a:moveTo>
                    <a:pt x="18" y="0"/>
                  </a:moveTo>
                  <a:lnTo>
                    <a:pt x="1" y="0"/>
                  </a:lnTo>
                  <a:cubicBezTo>
                    <a:pt x="9" y="0"/>
                    <a:pt x="18" y="0"/>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9"/>
            <p:cNvSpPr/>
            <p:nvPr/>
          </p:nvSpPr>
          <p:spPr>
            <a:xfrm rot="5400000">
              <a:off x="9316825" y="981225"/>
              <a:ext cx="450" cy="25"/>
            </a:xfrm>
            <a:custGeom>
              <a:rect b="b" l="l" r="r" t="t"/>
              <a:pathLst>
                <a:path extrusionOk="0" h="1" w="18">
                  <a:moveTo>
                    <a:pt x="18" y="0"/>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9"/>
            <p:cNvSpPr/>
            <p:nvPr/>
          </p:nvSpPr>
          <p:spPr>
            <a:xfrm rot="5400000">
              <a:off x="9321813" y="1007338"/>
              <a:ext cx="1275" cy="675"/>
            </a:xfrm>
            <a:custGeom>
              <a:rect b="b" l="l" r="r" t="t"/>
              <a:pathLst>
                <a:path extrusionOk="0" h="27" w="51">
                  <a:moveTo>
                    <a:pt x="51" y="1"/>
                  </a:moveTo>
                  <a:lnTo>
                    <a:pt x="17" y="9"/>
                  </a:lnTo>
                  <a:cubicBezTo>
                    <a:pt x="9" y="18"/>
                    <a:pt x="0" y="18"/>
                    <a:pt x="9" y="26"/>
                  </a:cubicBezTo>
                  <a:cubicBezTo>
                    <a:pt x="25" y="18"/>
                    <a:pt x="34" y="9"/>
                    <a:pt x="5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9"/>
            <p:cNvSpPr/>
            <p:nvPr/>
          </p:nvSpPr>
          <p:spPr>
            <a:xfrm rot="5400000">
              <a:off x="9320750" y="1008400"/>
              <a:ext cx="450" cy="225"/>
            </a:xfrm>
            <a:custGeom>
              <a:rect b="b" l="l" r="r" t="t"/>
              <a:pathLst>
                <a:path extrusionOk="0" h="9" w="18">
                  <a:moveTo>
                    <a:pt x="9" y="0"/>
                  </a:moveTo>
                  <a:lnTo>
                    <a:pt x="1" y="9"/>
                  </a:lnTo>
                  <a:lnTo>
                    <a:pt x="18" y="9"/>
                  </a:lnTo>
                  <a:cubicBezTo>
                    <a:pt x="18" y="9"/>
                    <a:pt x="18"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9"/>
            <p:cNvSpPr/>
            <p:nvPr/>
          </p:nvSpPr>
          <p:spPr>
            <a:xfrm rot="5400000">
              <a:off x="9319688" y="951088"/>
              <a:ext cx="675" cy="25"/>
            </a:xfrm>
            <a:custGeom>
              <a:rect b="b" l="l" r="r" t="t"/>
              <a:pathLst>
                <a:path extrusionOk="0" h="1" w="27">
                  <a:moveTo>
                    <a:pt x="26" y="1"/>
                  </a:moveTo>
                  <a:lnTo>
                    <a:pt x="1" y="1"/>
                  </a:lnTo>
                  <a:cubicBezTo>
                    <a:pt x="18" y="1"/>
                    <a:pt x="26"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9"/>
            <p:cNvSpPr/>
            <p:nvPr/>
          </p:nvSpPr>
          <p:spPr>
            <a:xfrm rot="5400000">
              <a:off x="9304463" y="976238"/>
              <a:ext cx="26750" cy="3300"/>
            </a:xfrm>
            <a:custGeom>
              <a:rect b="b" l="l" r="r" t="t"/>
              <a:pathLst>
                <a:path extrusionOk="0" h="132" w="1070">
                  <a:moveTo>
                    <a:pt x="948" y="0"/>
                  </a:moveTo>
                  <a:cubicBezTo>
                    <a:pt x="885" y="0"/>
                    <a:pt x="851" y="30"/>
                    <a:pt x="787" y="30"/>
                  </a:cubicBezTo>
                  <a:cubicBezTo>
                    <a:pt x="737" y="21"/>
                    <a:pt x="864" y="4"/>
                    <a:pt x="813" y="4"/>
                  </a:cubicBezTo>
                  <a:cubicBezTo>
                    <a:pt x="720" y="21"/>
                    <a:pt x="508" y="4"/>
                    <a:pt x="517" y="55"/>
                  </a:cubicBezTo>
                  <a:cubicBezTo>
                    <a:pt x="508" y="57"/>
                    <a:pt x="499" y="58"/>
                    <a:pt x="490" y="58"/>
                  </a:cubicBezTo>
                  <a:cubicBezTo>
                    <a:pt x="465" y="58"/>
                    <a:pt x="440" y="50"/>
                    <a:pt x="415" y="38"/>
                  </a:cubicBezTo>
                  <a:cubicBezTo>
                    <a:pt x="360" y="72"/>
                    <a:pt x="257" y="72"/>
                    <a:pt x="167" y="72"/>
                  </a:cubicBezTo>
                  <a:cubicBezTo>
                    <a:pt x="77" y="72"/>
                    <a:pt x="1" y="72"/>
                    <a:pt x="1" y="106"/>
                  </a:cubicBezTo>
                  <a:cubicBezTo>
                    <a:pt x="60" y="106"/>
                    <a:pt x="119" y="97"/>
                    <a:pt x="170" y="80"/>
                  </a:cubicBezTo>
                  <a:lnTo>
                    <a:pt x="178" y="131"/>
                  </a:lnTo>
                  <a:cubicBezTo>
                    <a:pt x="263" y="123"/>
                    <a:pt x="187" y="97"/>
                    <a:pt x="314" y="89"/>
                  </a:cubicBezTo>
                  <a:lnTo>
                    <a:pt x="271" y="89"/>
                  </a:lnTo>
                  <a:cubicBezTo>
                    <a:pt x="390" y="72"/>
                    <a:pt x="508" y="63"/>
                    <a:pt x="627" y="63"/>
                  </a:cubicBezTo>
                  <a:cubicBezTo>
                    <a:pt x="618" y="72"/>
                    <a:pt x="694" y="72"/>
                    <a:pt x="678" y="97"/>
                  </a:cubicBezTo>
                  <a:cubicBezTo>
                    <a:pt x="745" y="97"/>
                    <a:pt x="804" y="80"/>
                    <a:pt x="864" y="55"/>
                  </a:cubicBezTo>
                  <a:cubicBezTo>
                    <a:pt x="870" y="56"/>
                    <a:pt x="876" y="57"/>
                    <a:pt x="883" y="57"/>
                  </a:cubicBezTo>
                  <a:cubicBezTo>
                    <a:pt x="925" y="57"/>
                    <a:pt x="982" y="38"/>
                    <a:pt x="1033" y="38"/>
                  </a:cubicBezTo>
                  <a:cubicBezTo>
                    <a:pt x="1013" y="31"/>
                    <a:pt x="1070" y="5"/>
                    <a:pt x="1033" y="5"/>
                  </a:cubicBezTo>
                  <a:cubicBezTo>
                    <a:pt x="1023" y="5"/>
                    <a:pt x="1006" y="7"/>
                    <a:pt x="979" y="12"/>
                  </a:cubicBezTo>
                  <a:lnTo>
                    <a:pt x="979" y="12"/>
                  </a:lnTo>
                  <a:cubicBezTo>
                    <a:pt x="980" y="11"/>
                    <a:pt x="982" y="9"/>
                    <a:pt x="991" y="4"/>
                  </a:cubicBezTo>
                  <a:cubicBezTo>
                    <a:pt x="975" y="1"/>
                    <a:pt x="961" y="0"/>
                    <a:pt x="94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9"/>
            <p:cNvSpPr/>
            <p:nvPr/>
          </p:nvSpPr>
          <p:spPr>
            <a:xfrm rot="5400000">
              <a:off x="9321913" y="1003438"/>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9"/>
            <p:cNvSpPr/>
            <p:nvPr/>
          </p:nvSpPr>
          <p:spPr>
            <a:xfrm rot="5400000">
              <a:off x="9304463" y="1015588"/>
              <a:ext cx="27300" cy="5100"/>
            </a:xfrm>
            <a:custGeom>
              <a:rect b="b" l="l" r="r" t="t"/>
              <a:pathLst>
                <a:path extrusionOk="0" h="204" w="1092">
                  <a:moveTo>
                    <a:pt x="982" y="119"/>
                  </a:moveTo>
                  <a:cubicBezTo>
                    <a:pt x="969" y="123"/>
                    <a:pt x="959" y="125"/>
                    <a:pt x="948" y="125"/>
                  </a:cubicBezTo>
                  <a:cubicBezTo>
                    <a:pt x="937" y="125"/>
                    <a:pt x="927" y="123"/>
                    <a:pt x="914" y="119"/>
                  </a:cubicBezTo>
                  <a:close/>
                  <a:moveTo>
                    <a:pt x="728" y="0"/>
                  </a:moveTo>
                  <a:lnTo>
                    <a:pt x="728" y="0"/>
                  </a:lnTo>
                  <a:cubicBezTo>
                    <a:pt x="525" y="34"/>
                    <a:pt x="737" y="85"/>
                    <a:pt x="550" y="110"/>
                  </a:cubicBezTo>
                  <a:lnTo>
                    <a:pt x="424" y="110"/>
                  </a:lnTo>
                  <a:lnTo>
                    <a:pt x="381" y="153"/>
                  </a:lnTo>
                  <a:cubicBezTo>
                    <a:pt x="374" y="153"/>
                    <a:pt x="369" y="154"/>
                    <a:pt x="365" y="154"/>
                  </a:cubicBezTo>
                  <a:cubicBezTo>
                    <a:pt x="329" y="154"/>
                    <a:pt x="396" y="126"/>
                    <a:pt x="332" y="126"/>
                  </a:cubicBezTo>
                  <a:cubicBezTo>
                    <a:pt x="325" y="126"/>
                    <a:pt x="316" y="127"/>
                    <a:pt x="305" y="127"/>
                  </a:cubicBezTo>
                  <a:cubicBezTo>
                    <a:pt x="280" y="153"/>
                    <a:pt x="204" y="136"/>
                    <a:pt x="178" y="153"/>
                  </a:cubicBezTo>
                  <a:cubicBezTo>
                    <a:pt x="178" y="136"/>
                    <a:pt x="178" y="127"/>
                    <a:pt x="119" y="127"/>
                  </a:cubicBezTo>
                  <a:cubicBezTo>
                    <a:pt x="119" y="136"/>
                    <a:pt x="127" y="153"/>
                    <a:pt x="77" y="153"/>
                  </a:cubicBezTo>
                  <a:cubicBezTo>
                    <a:pt x="43" y="110"/>
                    <a:pt x="195" y="136"/>
                    <a:pt x="144" y="102"/>
                  </a:cubicBezTo>
                  <a:lnTo>
                    <a:pt x="144" y="102"/>
                  </a:lnTo>
                  <a:cubicBezTo>
                    <a:pt x="1" y="110"/>
                    <a:pt x="68" y="144"/>
                    <a:pt x="34" y="161"/>
                  </a:cubicBezTo>
                  <a:lnTo>
                    <a:pt x="68" y="161"/>
                  </a:lnTo>
                  <a:cubicBezTo>
                    <a:pt x="68" y="178"/>
                    <a:pt x="9" y="170"/>
                    <a:pt x="18" y="187"/>
                  </a:cubicBezTo>
                  <a:cubicBezTo>
                    <a:pt x="33" y="187"/>
                    <a:pt x="56" y="187"/>
                    <a:pt x="73" y="180"/>
                  </a:cubicBezTo>
                  <a:lnTo>
                    <a:pt x="73" y="180"/>
                  </a:lnTo>
                  <a:cubicBezTo>
                    <a:pt x="42" y="196"/>
                    <a:pt x="146" y="203"/>
                    <a:pt x="187" y="203"/>
                  </a:cubicBezTo>
                  <a:cubicBezTo>
                    <a:pt x="322" y="178"/>
                    <a:pt x="466" y="170"/>
                    <a:pt x="601" y="161"/>
                  </a:cubicBezTo>
                  <a:lnTo>
                    <a:pt x="601" y="161"/>
                  </a:lnTo>
                  <a:cubicBezTo>
                    <a:pt x="593" y="170"/>
                    <a:pt x="567" y="170"/>
                    <a:pt x="584" y="178"/>
                  </a:cubicBezTo>
                  <a:cubicBezTo>
                    <a:pt x="770" y="170"/>
                    <a:pt x="838" y="178"/>
                    <a:pt x="1050" y="153"/>
                  </a:cubicBezTo>
                  <a:lnTo>
                    <a:pt x="1092" y="102"/>
                  </a:lnTo>
                  <a:cubicBezTo>
                    <a:pt x="1089" y="99"/>
                    <a:pt x="1083" y="98"/>
                    <a:pt x="1076" y="98"/>
                  </a:cubicBezTo>
                  <a:cubicBezTo>
                    <a:pt x="1060" y="98"/>
                    <a:pt x="1035" y="102"/>
                    <a:pt x="1007" y="102"/>
                  </a:cubicBezTo>
                  <a:cubicBezTo>
                    <a:pt x="1016" y="93"/>
                    <a:pt x="1024" y="85"/>
                    <a:pt x="973" y="85"/>
                  </a:cubicBezTo>
                  <a:cubicBezTo>
                    <a:pt x="959" y="83"/>
                    <a:pt x="945" y="82"/>
                    <a:pt x="933" y="82"/>
                  </a:cubicBezTo>
                  <a:cubicBezTo>
                    <a:pt x="864" y="82"/>
                    <a:pt x="819" y="112"/>
                    <a:pt x="763" y="118"/>
                  </a:cubicBezTo>
                  <a:lnTo>
                    <a:pt x="763" y="118"/>
                  </a:lnTo>
                  <a:cubicBezTo>
                    <a:pt x="748" y="116"/>
                    <a:pt x="733" y="116"/>
                    <a:pt x="718" y="116"/>
                  </a:cubicBezTo>
                  <a:cubicBezTo>
                    <a:pt x="665" y="116"/>
                    <a:pt x="610" y="125"/>
                    <a:pt x="559" y="144"/>
                  </a:cubicBezTo>
                  <a:cubicBezTo>
                    <a:pt x="500" y="102"/>
                    <a:pt x="753" y="119"/>
                    <a:pt x="652" y="93"/>
                  </a:cubicBezTo>
                  <a:cubicBezTo>
                    <a:pt x="728" y="93"/>
                    <a:pt x="813" y="77"/>
                    <a:pt x="889" y="60"/>
                  </a:cubicBezTo>
                  <a:cubicBezTo>
                    <a:pt x="796" y="60"/>
                    <a:pt x="703" y="26"/>
                    <a:pt x="72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9"/>
            <p:cNvSpPr/>
            <p:nvPr/>
          </p:nvSpPr>
          <p:spPr>
            <a:xfrm rot="5400000">
              <a:off x="9485600" y="1057150"/>
              <a:ext cx="25" cy="450"/>
            </a:xfrm>
            <a:custGeom>
              <a:rect b="b" l="l" r="r" t="t"/>
              <a:pathLst>
                <a:path extrusionOk="0" h="18" w="1">
                  <a:moveTo>
                    <a:pt x="0" y="18"/>
                  </a:moveTo>
                  <a:lnTo>
                    <a:pt x="0" y="1"/>
                  </a:lnTo>
                  <a:cubicBezTo>
                    <a:pt x="0" y="9"/>
                    <a:pt x="0" y="18"/>
                    <a:pt x="0" y="1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9"/>
            <p:cNvSpPr/>
            <p:nvPr/>
          </p:nvSpPr>
          <p:spPr>
            <a:xfrm rot="5400000">
              <a:off x="9340625" y="1082000"/>
              <a:ext cx="25" cy="650"/>
            </a:xfrm>
            <a:custGeom>
              <a:rect b="b" l="l" r="r" t="t"/>
              <a:pathLst>
                <a:path extrusionOk="0" h="26" w="1">
                  <a:moveTo>
                    <a:pt x="1" y="26"/>
                  </a:moveTo>
                  <a:cubicBezTo>
                    <a:pt x="1" y="17"/>
                    <a:pt x="1" y="9"/>
                    <a:pt x="1" y="0"/>
                  </a:cubicBezTo>
                  <a:cubicBezTo>
                    <a:pt x="1" y="9"/>
                    <a:pt x="1" y="17"/>
                    <a:pt x="1" y="2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9"/>
            <p:cNvSpPr/>
            <p:nvPr/>
          </p:nvSpPr>
          <p:spPr>
            <a:xfrm rot="5400000">
              <a:off x="9359550" y="1075550"/>
              <a:ext cx="450" cy="1275"/>
            </a:xfrm>
            <a:custGeom>
              <a:rect b="b" l="l" r="r" t="t"/>
              <a:pathLst>
                <a:path extrusionOk="0" h="51" w="18">
                  <a:moveTo>
                    <a:pt x="1" y="0"/>
                  </a:moveTo>
                  <a:cubicBezTo>
                    <a:pt x="1" y="17"/>
                    <a:pt x="9" y="34"/>
                    <a:pt x="18" y="51"/>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9"/>
            <p:cNvSpPr/>
            <p:nvPr/>
          </p:nvSpPr>
          <p:spPr>
            <a:xfrm rot="5400000">
              <a:off x="9473750" y="1059275"/>
              <a:ext cx="25" cy="450"/>
            </a:xfrm>
            <a:custGeom>
              <a:rect b="b" l="l" r="r" t="t"/>
              <a:pathLst>
                <a:path extrusionOk="0" h="18" w="1">
                  <a:moveTo>
                    <a:pt x="0" y="0"/>
                  </a:moveTo>
                  <a:lnTo>
                    <a:pt x="0" y="9"/>
                  </a:lnTo>
                  <a:lnTo>
                    <a:pt x="0" y="17"/>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9"/>
            <p:cNvSpPr/>
            <p:nvPr/>
          </p:nvSpPr>
          <p:spPr>
            <a:xfrm rot="5400000">
              <a:off x="9403113" y="1070688"/>
              <a:ext cx="25" cy="875"/>
            </a:xfrm>
            <a:custGeom>
              <a:rect b="b" l="l" r="r" t="t"/>
              <a:pathLst>
                <a:path extrusionOk="0" h="35" w="1">
                  <a:moveTo>
                    <a:pt x="0" y="34"/>
                  </a:moveTo>
                  <a:cubicBezTo>
                    <a:pt x="0" y="17"/>
                    <a:pt x="0" y="9"/>
                    <a:pt x="0" y="0"/>
                  </a:cubicBezTo>
                  <a:cubicBezTo>
                    <a:pt x="0" y="0"/>
                    <a:pt x="0" y="17"/>
                    <a:pt x="0" y="3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9"/>
            <p:cNvSpPr/>
            <p:nvPr/>
          </p:nvSpPr>
          <p:spPr>
            <a:xfrm rot="5400000">
              <a:off x="9358913" y="1076613"/>
              <a:ext cx="25" cy="25"/>
            </a:xfrm>
            <a:custGeom>
              <a:rect b="b" l="l" r="r" t="t"/>
              <a:pathLst>
                <a:path extrusionOk="0" h="1" w="1">
                  <a:moveTo>
                    <a:pt x="0" y="0"/>
                  </a:moveTo>
                  <a:lnTo>
                    <a:pt x="0"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9"/>
            <p:cNvSpPr/>
            <p:nvPr/>
          </p:nvSpPr>
          <p:spPr>
            <a:xfrm rot="5400000">
              <a:off x="9338300" y="1077350"/>
              <a:ext cx="25" cy="250"/>
            </a:xfrm>
            <a:custGeom>
              <a:rect b="b" l="l" r="r" t="t"/>
              <a:pathLst>
                <a:path extrusionOk="0" h="10" w="1">
                  <a:moveTo>
                    <a:pt x="0" y="1"/>
                  </a:moveTo>
                  <a:lnTo>
                    <a:pt x="0" y="9"/>
                  </a:lnTo>
                  <a:cubicBezTo>
                    <a:pt x="0" y="9"/>
                    <a:pt x="0"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9"/>
            <p:cNvSpPr/>
            <p:nvPr/>
          </p:nvSpPr>
          <p:spPr>
            <a:xfrm rot="5400000">
              <a:off x="9335975" y="1079675"/>
              <a:ext cx="25" cy="250"/>
            </a:xfrm>
            <a:custGeom>
              <a:rect b="b" l="l" r="r" t="t"/>
              <a:pathLst>
                <a:path extrusionOk="0" h="10" w="1">
                  <a:moveTo>
                    <a:pt x="0" y="1"/>
                  </a:moveTo>
                  <a:lnTo>
                    <a:pt x="0" y="9"/>
                  </a:lnTo>
                  <a:cubicBezTo>
                    <a:pt x="0" y="9"/>
                    <a:pt x="0"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9"/>
            <p:cNvSpPr/>
            <p:nvPr/>
          </p:nvSpPr>
          <p:spPr>
            <a:xfrm rot="5400000">
              <a:off x="9333750" y="1049750"/>
              <a:ext cx="1500" cy="225"/>
            </a:xfrm>
            <a:custGeom>
              <a:rect b="b" l="l" r="r" t="t"/>
              <a:pathLst>
                <a:path extrusionOk="0" h="9" w="60">
                  <a:moveTo>
                    <a:pt x="60" y="0"/>
                  </a:moveTo>
                  <a:cubicBezTo>
                    <a:pt x="45" y="0"/>
                    <a:pt x="32" y="3"/>
                    <a:pt x="21" y="6"/>
                  </a:cubicBezTo>
                  <a:lnTo>
                    <a:pt x="21" y="6"/>
                  </a:lnTo>
                  <a:lnTo>
                    <a:pt x="60" y="0"/>
                  </a:lnTo>
                  <a:close/>
                  <a:moveTo>
                    <a:pt x="21" y="6"/>
                  </a:moveTo>
                  <a:lnTo>
                    <a:pt x="1" y="9"/>
                  </a:lnTo>
                  <a:cubicBezTo>
                    <a:pt x="7" y="9"/>
                    <a:pt x="14" y="7"/>
                    <a:pt x="21" y="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9"/>
            <p:cNvSpPr/>
            <p:nvPr/>
          </p:nvSpPr>
          <p:spPr>
            <a:xfrm>
              <a:off x="9335675" y="1077875"/>
              <a:ext cx="0" cy="25"/>
            </a:xfrm>
            <a:custGeom>
              <a:rect b="b" l="l" r="r" t="t"/>
              <a:pathLst>
                <a:path extrusionOk="0" h="1" w="0">
                  <a:moveTo>
                    <a:pt x="0" y="1"/>
                  </a:moveTo>
                  <a:lnTo>
                    <a:pt x="0" y="1"/>
                  </a:lnTo>
                  <a:cubicBezTo>
                    <a:pt x="0" y="1"/>
                    <a:pt x="0"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9"/>
            <p:cNvSpPr/>
            <p:nvPr/>
          </p:nvSpPr>
          <p:spPr>
            <a:xfrm rot="5400000">
              <a:off x="9494063" y="1059063"/>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9"/>
            <p:cNvSpPr/>
            <p:nvPr/>
          </p:nvSpPr>
          <p:spPr>
            <a:xfrm rot="5400000">
              <a:off x="9497338" y="1056188"/>
              <a:ext cx="450" cy="1100"/>
            </a:xfrm>
            <a:custGeom>
              <a:rect b="b" l="l" r="r" t="t"/>
              <a:pathLst>
                <a:path extrusionOk="0" h="44" w="18">
                  <a:moveTo>
                    <a:pt x="1" y="1"/>
                  </a:moveTo>
                  <a:lnTo>
                    <a:pt x="6" y="14"/>
                  </a:lnTo>
                  <a:lnTo>
                    <a:pt x="6" y="14"/>
                  </a:lnTo>
                  <a:cubicBezTo>
                    <a:pt x="4" y="9"/>
                    <a:pt x="3" y="5"/>
                    <a:pt x="1" y="1"/>
                  </a:cubicBezTo>
                  <a:close/>
                  <a:moveTo>
                    <a:pt x="6" y="14"/>
                  </a:moveTo>
                  <a:cubicBezTo>
                    <a:pt x="10" y="26"/>
                    <a:pt x="11" y="37"/>
                    <a:pt x="18" y="43"/>
                  </a:cubicBezTo>
                  <a:lnTo>
                    <a:pt x="6" y="14"/>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9"/>
            <p:cNvSpPr/>
            <p:nvPr/>
          </p:nvSpPr>
          <p:spPr>
            <a:xfrm rot="5400000">
              <a:off x="9422038" y="1068838"/>
              <a:ext cx="725" cy="1325"/>
            </a:xfrm>
            <a:custGeom>
              <a:rect b="b" l="l" r="r" t="t"/>
              <a:pathLst>
                <a:path extrusionOk="0" h="53" w="29">
                  <a:moveTo>
                    <a:pt x="12" y="1"/>
                  </a:moveTo>
                  <a:cubicBezTo>
                    <a:pt x="4" y="1"/>
                    <a:pt x="1" y="14"/>
                    <a:pt x="12" y="53"/>
                  </a:cubicBezTo>
                  <a:cubicBezTo>
                    <a:pt x="12" y="38"/>
                    <a:pt x="12" y="9"/>
                    <a:pt x="24" y="9"/>
                  </a:cubicBezTo>
                  <a:cubicBezTo>
                    <a:pt x="25" y="9"/>
                    <a:pt x="27" y="10"/>
                    <a:pt x="29" y="11"/>
                  </a:cubicBezTo>
                  <a:cubicBezTo>
                    <a:pt x="23" y="5"/>
                    <a:pt x="17" y="1"/>
                    <a:pt x="1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9"/>
            <p:cNvSpPr/>
            <p:nvPr/>
          </p:nvSpPr>
          <p:spPr>
            <a:xfrm rot="5400000">
              <a:off x="9489263" y="1066513"/>
              <a:ext cx="450" cy="750"/>
            </a:xfrm>
            <a:custGeom>
              <a:rect b="b" l="l" r="r" t="t"/>
              <a:pathLst>
                <a:path extrusionOk="0" h="30" w="18">
                  <a:moveTo>
                    <a:pt x="1" y="1"/>
                  </a:moveTo>
                  <a:lnTo>
                    <a:pt x="1" y="1"/>
                  </a:lnTo>
                  <a:cubicBezTo>
                    <a:pt x="7" y="20"/>
                    <a:pt x="13" y="29"/>
                    <a:pt x="16" y="29"/>
                  </a:cubicBezTo>
                  <a:cubicBezTo>
                    <a:pt x="17" y="29"/>
                    <a:pt x="18" y="28"/>
                    <a:pt x="18" y="26"/>
                  </a:cubicBezTo>
                  <a:cubicBezTo>
                    <a:pt x="9" y="26"/>
                    <a:pt x="9" y="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9"/>
            <p:cNvSpPr/>
            <p:nvPr/>
          </p:nvSpPr>
          <p:spPr>
            <a:xfrm rot="5400000">
              <a:off x="9489938" y="1066138"/>
              <a:ext cx="450" cy="650"/>
            </a:xfrm>
            <a:custGeom>
              <a:rect b="b" l="l" r="r" t="t"/>
              <a:pathLst>
                <a:path extrusionOk="0" h="26" w="18">
                  <a:moveTo>
                    <a:pt x="1" y="1"/>
                  </a:moveTo>
                  <a:lnTo>
                    <a:pt x="9" y="13"/>
                  </a:lnTo>
                  <a:lnTo>
                    <a:pt x="9" y="13"/>
                  </a:lnTo>
                  <a:cubicBezTo>
                    <a:pt x="7" y="9"/>
                    <a:pt x="5" y="5"/>
                    <a:pt x="1" y="1"/>
                  </a:cubicBezTo>
                  <a:close/>
                  <a:moveTo>
                    <a:pt x="9" y="13"/>
                  </a:moveTo>
                  <a:lnTo>
                    <a:pt x="9" y="13"/>
                  </a:lnTo>
                  <a:cubicBezTo>
                    <a:pt x="11" y="17"/>
                    <a:pt x="13" y="22"/>
                    <a:pt x="18" y="26"/>
                  </a:cubicBezTo>
                  <a:lnTo>
                    <a:pt x="9" y="13"/>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9"/>
            <p:cNvSpPr/>
            <p:nvPr/>
          </p:nvSpPr>
          <p:spPr>
            <a:xfrm rot="5400000">
              <a:off x="9414438" y="1079888"/>
              <a:ext cx="250" cy="450"/>
            </a:xfrm>
            <a:custGeom>
              <a:rect b="b" l="l" r="r" t="t"/>
              <a:pathLst>
                <a:path extrusionOk="0" h="18" w="10">
                  <a:moveTo>
                    <a:pt x="9" y="1"/>
                  </a:moveTo>
                  <a:cubicBezTo>
                    <a:pt x="1" y="1"/>
                    <a:pt x="1" y="9"/>
                    <a:pt x="9" y="18"/>
                  </a:cubicBezTo>
                  <a:cubicBezTo>
                    <a:pt x="9" y="9"/>
                    <a:pt x="9" y="9"/>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9"/>
            <p:cNvSpPr/>
            <p:nvPr/>
          </p:nvSpPr>
          <p:spPr>
            <a:xfrm rot="5400000">
              <a:off x="9496400" y="1049525"/>
              <a:ext cx="4475" cy="10000"/>
            </a:xfrm>
            <a:custGeom>
              <a:rect b="b" l="l" r="r" t="t"/>
              <a:pathLst>
                <a:path extrusionOk="0" h="400" w="179">
                  <a:moveTo>
                    <a:pt x="46" y="1"/>
                  </a:moveTo>
                  <a:cubicBezTo>
                    <a:pt x="44" y="1"/>
                    <a:pt x="44" y="1"/>
                    <a:pt x="43" y="2"/>
                  </a:cubicBezTo>
                  <a:cubicBezTo>
                    <a:pt x="60" y="27"/>
                    <a:pt x="68" y="61"/>
                    <a:pt x="68" y="87"/>
                  </a:cubicBezTo>
                  <a:cubicBezTo>
                    <a:pt x="67" y="89"/>
                    <a:pt x="65" y="90"/>
                    <a:pt x="64" y="90"/>
                  </a:cubicBezTo>
                  <a:cubicBezTo>
                    <a:pt x="53" y="90"/>
                    <a:pt x="34" y="47"/>
                    <a:pt x="34" y="11"/>
                  </a:cubicBezTo>
                  <a:cubicBezTo>
                    <a:pt x="32" y="23"/>
                    <a:pt x="30" y="28"/>
                    <a:pt x="27" y="28"/>
                  </a:cubicBezTo>
                  <a:cubicBezTo>
                    <a:pt x="20" y="28"/>
                    <a:pt x="10" y="1"/>
                    <a:pt x="5" y="1"/>
                  </a:cubicBezTo>
                  <a:cubicBezTo>
                    <a:pt x="2" y="1"/>
                    <a:pt x="0" y="8"/>
                    <a:pt x="0" y="27"/>
                  </a:cubicBezTo>
                  <a:cubicBezTo>
                    <a:pt x="26" y="154"/>
                    <a:pt x="68" y="281"/>
                    <a:pt x="136" y="400"/>
                  </a:cubicBezTo>
                  <a:cubicBezTo>
                    <a:pt x="110" y="315"/>
                    <a:pt x="93" y="222"/>
                    <a:pt x="85" y="129"/>
                  </a:cubicBezTo>
                  <a:lnTo>
                    <a:pt x="85" y="129"/>
                  </a:lnTo>
                  <a:lnTo>
                    <a:pt x="119" y="154"/>
                  </a:lnTo>
                  <a:cubicBezTo>
                    <a:pt x="119" y="230"/>
                    <a:pt x="127" y="307"/>
                    <a:pt x="153" y="374"/>
                  </a:cubicBezTo>
                  <a:lnTo>
                    <a:pt x="127" y="188"/>
                  </a:lnTo>
                  <a:cubicBezTo>
                    <a:pt x="130" y="154"/>
                    <a:pt x="135" y="140"/>
                    <a:pt x="140" y="140"/>
                  </a:cubicBezTo>
                  <a:cubicBezTo>
                    <a:pt x="148" y="140"/>
                    <a:pt x="159" y="179"/>
                    <a:pt x="170" y="222"/>
                  </a:cubicBezTo>
                  <a:cubicBezTo>
                    <a:pt x="170" y="214"/>
                    <a:pt x="170" y="197"/>
                    <a:pt x="178" y="188"/>
                  </a:cubicBezTo>
                  <a:cubicBezTo>
                    <a:pt x="166" y="182"/>
                    <a:pt x="134" y="85"/>
                    <a:pt x="124" y="85"/>
                  </a:cubicBezTo>
                  <a:lnTo>
                    <a:pt x="124" y="85"/>
                  </a:lnTo>
                  <a:cubicBezTo>
                    <a:pt x="120" y="85"/>
                    <a:pt x="120" y="103"/>
                    <a:pt x="127" y="154"/>
                  </a:cubicBezTo>
                  <a:cubicBezTo>
                    <a:pt x="93" y="154"/>
                    <a:pt x="93" y="44"/>
                    <a:pt x="77" y="2"/>
                  </a:cubicBezTo>
                  <a:cubicBezTo>
                    <a:pt x="77" y="12"/>
                    <a:pt x="74" y="15"/>
                    <a:pt x="71" y="15"/>
                  </a:cubicBezTo>
                  <a:cubicBezTo>
                    <a:pt x="64" y="15"/>
                    <a:pt x="52" y="1"/>
                    <a:pt x="4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9"/>
            <p:cNvSpPr/>
            <p:nvPr/>
          </p:nvSpPr>
          <p:spPr>
            <a:xfrm rot="5400000">
              <a:off x="9497125" y="1063375"/>
              <a:ext cx="25" cy="250"/>
            </a:xfrm>
            <a:custGeom>
              <a:rect b="b" l="l" r="r" t="t"/>
              <a:pathLst>
                <a:path extrusionOk="0" h="10" w="1">
                  <a:moveTo>
                    <a:pt x="1" y="9"/>
                  </a:moveTo>
                  <a:lnTo>
                    <a:pt x="1" y="9"/>
                  </a:lnTo>
                  <a:cubicBezTo>
                    <a:pt x="1" y="9"/>
                    <a:pt x="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9"/>
            <p:cNvSpPr/>
            <p:nvPr/>
          </p:nvSpPr>
          <p:spPr>
            <a:xfrm rot="5400000">
              <a:off x="9319688" y="1051113"/>
              <a:ext cx="450" cy="250"/>
            </a:xfrm>
            <a:custGeom>
              <a:rect b="b" l="l" r="r" t="t"/>
              <a:pathLst>
                <a:path extrusionOk="0" h="10" w="18">
                  <a:moveTo>
                    <a:pt x="18" y="1"/>
                  </a:moveTo>
                  <a:lnTo>
                    <a:pt x="1" y="9"/>
                  </a:lnTo>
                  <a:cubicBezTo>
                    <a:pt x="18" y="1"/>
                    <a:pt x="18" y="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9"/>
            <p:cNvSpPr/>
            <p:nvPr/>
          </p:nvSpPr>
          <p:spPr>
            <a:xfrm rot="5400000">
              <a:off x="9493638" y="1060538"/>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9"/>
            <p:cNvSpPr/>
            <p:nvPr/>
          </p:nvSpPr>
          <p:spPr>
            <a:xfrm rot="5400000">
              <a:off x="9320638" y="1061588"/>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9"/>
            <p:cNvSpPr/>
            <p:nvPr/>
          </p:nvSpPr>
          <p:spPr>
            <a:xfrm rot="5400000">
              <a:off x="9336188" y="1063388"/>
              <a:ext cx="225" cy="25"/>
            </a:xfrm>
            <a:custGeom>
              <a:rect b="b" l="l" r="r" t="t"/>
              <a:pathLst>
                <a:path extrusionOk="0" h="1" w="9">
                  <a:moveTo>
                    <a:pt x="9" y="0"/>
                  </a:moveTo>
                  <a:lnTo>
                    <a:pt x="9" y="0"/>
                  </a:lnTo>
                  <a:cubicBezTo>
                    <a:pt x="0" y="0"/>
                    <a:pt x="0"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9"/>
            <p:cNvSpPr/>
            <p:nvPr/>
          </p:nvSpPr>
          <p:spPr>
            <a:xfrm rot="5400000">
              <a:off x="9320638" y="1061588"/>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9"/>
            <p:cNvSpPr/>
            <p:nvPr/>
          </p:nvSpPr>
          <p:spPr>
            <a:xfrm rot="5400000">
              <a:off x="9357213" y="1089938"/>
              <a:ext cx="250" cy="650"/>
            </a:xfrm>
            <a:custGeom>
              <a:rect b="b" l="l" r="r" t="t"/>
              <a:pathLst>
                <a:path extrusionOk="0" h="26" w="10">
                  <a:moveTo>
                    <a:pt x="9" y="0"/>
                  </a:moveTo>
                  <a:lnTo>
                    <a:pt x="9" y="0"/>
                  </a:lnTo>
                  <a:cubicBezTo>
                    <a:pt x="9" y="8"/>
                    <a:pt x="1" y="17"/>
                    <a:pt x="1" y="25"/>
                  </a:cubicBezTo>
                  <a:cubicBezTo>
                    <a:pt x="1" y="25"/>
                    <a:pt x="9" y="25"/>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9"/>
            <p:cNvSpPr/>
            <p:nvPr/>
          </p:nvSpPr>
          <p:spPr>
            <a:xfrm>
              <a:off x="9347400" y="1090675"/>
              <a:ext cx="0" cy="225"/>
            </a:xfrm>
            <a:custGeom>
              <a:rect b="b" l="l" r="r" t="t"/>
              <a:pathLst>
                <a:path extrusionOk="0" h="9" w="0">
                  <a:moveTo>
                    <a:pt x="0" y="0"/>
                  </a:move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9"/>
            <p:cNvSpPr/>
            <p:nvPr/>
          </p:nvSpPr>
          <p:spPr>
            <a:xfrm rot="5400000">
              <a:off x="9418338" y="1066238"/>
              <a:ext cx="250" cy="1100"/>
            </a:xfrm>
            <a:custGeom>
              <a:rect b="b" l="l" r="r" t="t"/>
              <a:pathLst>
                <a:path extrusionOk="0" h="44" w="10">
                  <a:moveTo>
                    <a:pt x="1" y="1"/>
                  </a:moveTo>
                  <a:cubicBezTo>
                    <a:pt x="1" y="18"/>
                    <a:pt x="1" y="35"/>
                    <a:pt x="9" y="43"/>
                  </a:cubicBezTo>
                  <a:cubicBezTo>
                    <a:pt x="9" y="26"/>
                    <a:pt x="1" y="18"/>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9"/>
            <p:cNvSpPr/>
            <p:nvPr/>
          </p:nvSpPr>
          <p:spPr>
            <a:xfrm rot="5400000">
              <a:off x="9320113" y="1061063"/>
              <a:ext cx="650" cy="450"/>
            </a:xfrm>
            <a:custGeom>
              <a:rect b="b" l="l" r="r" t="t"/>
              <a:pathLst>
                <a:path extrusionOk="0" h="18" w="26">
                  <a:moveTo>
                    <a:pt x="26" y="0"/>
                  </a:moveTo>
                  <a:lnTo>
                    <a:pt x="26" y="0"/>
                  </a:lnTo>
                  <a:cubicBezTo>
                    <a:pt x="17" y="9"/>
                    <a:pt x="9" y="9"/>
                    <a:pt x="0" y="17"/>
                  </a:cubicBezTo>
                  <a:cubicBezTo>
                    <a:pt x="9" y="17"/>
                    <a:pt x="17" y="9"/>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9"/>
            <p:cNvSpPr/>
            <p:nvPr/>
          </p:nvSpPr>
          <p:spPr>
            <a:xfrm rot="5400000">
              <a:off x="9371188" y="1084013"/>
              <a:ext cx="225" cy="225"/>
            </a:xfrm>
            <a:custGeom>
              <a:rect b="b" l="l" r="r" t="t"/>
              <a:pathLst>
                <a:path extrusionOk="0" h="9" w="9">
                  <a:moveTo>
                    <a:pt x="0" y="0"/>
                  </a:moveTo>
                  <a:lnTo>
                    <a:pt x="9"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9"/>
            <p:cNvSpPr/>
            <p:nvPr/>
          </p:nvSpPr>
          <p:spPr>
            <a:xfrm rot="5400000">
              <a:off x="9374025" y="1077350"/>
              <a:ext cx="3000" cy="12075"/>
            </a:xfrm>
            <a:custGeom>
              <a:rect b="b" l="l" r="r" t="t"/>
              <a:pathLst>
                <a:path extrusionOk="0" h="483" w="120">
                  <a:moveTo>
                    <a:pt x="18" y="0"/>
                  </a:moveTo>
                  <a:cubicBezTo>
                    <a:pt x="18" y="24"/>
                    <a:pt x="25" y="137"/>
                    <a:pt x="5" y="137"/>
                  </a:cubicBezTo>
                  <a:cubicBezTo>
                    <a:pt x="4" y="137"/>
                    <a:pt x="2" y="137"/>
                    <a:pt x="1" y="135"/>
                  </a:cubicBezTo>
                  <a:lnTo>
                    <a:pt x="1" y="135"/>
                  </a:lnTo>
                  <a:cubicBezTo>
                    <a:pt x="18" y="178"/>
                    <a:pt x="9" y="262"/>
                    <a:pt x="26" y="288"/>
                  </a:cubicBezTo>
                  <a:cubicBezTo>
                    <a:pt x="26" y="259"/>
                    <a:pt x="28" y="248"/>
                    <a:pt x="32" y="248"/>
                  </a:cubicBezTo>
                  <a:cubicBezTo>
                    <a:pt x="39" y="248"/>
                    <a:pt x="52" y="288"/>
                    <a:pt x="68" y="322"/>
                  </a:cubicBezTo>
                  <a:cubicBezTo>
                    <a:pt x="68" y="345"/>
                    <a:pt x="64" y="350"/>
                    <a:pt x="60" y="350"/>
                  </a:cubicBezTo>
                  <a:cubicBezTo>
                    <a:pt x="56" y="350"/>
                    <a:pt x="52" y="347"/>
                    <a:pt x="49" y="347"/>
                  </a:cubicBezTo>
                  <a:cubicBezTo>
                    <a:pt x="46" y="347"/>
                    <a:pt x="43" y="350"/>
                    <a:pt x="43" y="364"/>
                  </a:cubicBezTo>
                  <a:lnTo>
                    <a:pt x="68" y="482"/>
                  </a:lnTo>
                  <a:lnTo>
                    <a:pt x="51" y="372"/>
                  </a:lnTo>
                  <a:lnTo>
                    <a:pt x="85" y="398"/>
                  </a:lnTo>
                  <a:lnTo>
                    <a:pt x="85" y="389"/>
                  </a:lnTo>
                  <a:cubicBezTo>
                    <a:pt x="35" y="220"/>
                    <a:pt x="119" y="372"/>
                    <a:pt x="68" y="195"/>
                  </a:cubicBezTo>
                  <a:lnTo>
                    <a:pt x="68" y="195"/>
                  </a:lnTo>
                  <a:cubicBezTo>
                    <a:pt x="77" y="203"/>
                    <a:pt x="77" y="203"/>
                    <a:pt x="85" y="212"/>
                  </a:cubicBezTo>
                  <a:cubicBezTo>
                    <a:pt x="60" y="144"/>
                    <a:pt x="43" y="9"/>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9"/>
            <p:cNvSpPr/>
            <p:nvPr/>
          </p:nvSpPr>
          <p:spPr>
            <a:xfrm rot="5400000">
              <a:off x="9375850" y="1083800"/>
              <a:ext cx="225" cy="650"/>
            </a:xfrm>
            <a:custGeom>
              <a:rect b="b" l="l" r="r" t="t"/>
              <a:pathLst>
                <a:path extrusionOk="0" h="26" w="9">
                  <a:moveTo>
                    <a:pt x="0" y="1"/>
                  </a:moveTo>
                  <a:cubicBezTo>
                    <a:pt x="0" y="9"/>
                    <a:pt x="9" y="18"/>
                    <a:pt x="9" y="26"/>
                  </a:cubicBezTo>
                  <a:cubicBezTo>
                    <a:pt x="9" y="18"/>
                    <a:pt x="9"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9"/>
            <p:cNvSpPr/>
            <p:nvPr/>
          </p:nvSpPr>
          <p:spPr>
            <a:xfrm rot="5400000">
              <a:off x="9394350" y="1081375"/>
              <a:ext cx="225" cy="850"/>
            </a:xfrm>
            <a:custGeom>
              <a:rect b="b" l="l" r="r" t="t"/>
              <a:pathLst>
                <a:path extrusionOk="0" h="34" w="9">
                  <a:moveTo>
                    <a:pt x="0" y="0"/>
                  </a:moveTo>
                  <a:cubicBezTo>
                    <a:pt x="0" y="3"/>
                    <a:pt x="1" y="6"/>
                    <a:pt x="2" y="9"/>
                  </a:cubicBezTo>
                  <a:lnTo>
                    <a:pt x="2" y="9"/>
                  </a:lnTo>
                  <a:lnTo>
                    <a:pt x="0" y="0"/>
                  </a:lnTo>
                  <a:close/>
                  <a:moveTo>
                    <a:pt x="2" y="9"/>
                  </a:moveTo>
                  <a:lnTo>
                    <a:pt x="9" y="34"/>
                  </a:lnTo>
                  <a:cubicBezTo>
                    <a:pt x="9" y="23"/>
                    <a:pt x="5" y="15"/>
                    <a:pt x="2"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9"/>
            <p:cNvSpPr/>
            <p:nvPr/>
          </p:nvSpPr>
          <p:spPr>
            <a:xfrm rot="5400000">
              <a:off x="9322275" y="1019025"/>
              <a:ext cx="2775" cy="350"/>
            </a:xfrm>
            <a:custGeom>
              <a:rect b="b" l="l" r="r" t="t"/>
              <a:pathLst>
                <a:path extrusionOk="0" h="14" w="111">
                  <a:moveTo>
                    <a:pt x="1" y="1"/>
                  </a:moveTo>
                  <a:cubicBezTo>
                    <a:pt x="1" y="6"/>
                    <a:pt x="41" y="14"/>
                    <a:pt x="73" y="14"/>
                  </a:cubicBezTo>
                  <a:cubicBezTo>
                    <a:pt x="94" y="14"/>
                    <a:pt x="111" y="10"/>
                    <a:pt x="11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9"/>
            <p:cNvSpPr/>
            <p:nvPr/>
          </p:nvSpPr>
          <p:spPr>
            <a:xfrm rot="5400000">
              <a:off x="9440450" y="1069525"/>
              <a:ext cx="225" cy="850"/>
            </a:xfrm>
            <a:custGeom>
              <a:rect b="b" l="l" r="r" t="t"/>
              <a:pathLst>
                <a:path extrusionOk="0" h="34" w="9">
                  <a:moveTo>
                    <a:pt x="1" y="0"/>
                  </a:moveTo>
                  <a:cubicBezTo>
                    <a:pt x="1" y="8"/>
                    <a:pt x="1" y="17"/>
                    <a:pt x="9" y="34"/>
                  </a:cubicBezTo>
                  <a:cubicBezTo>
                    <a:pt x="9" y="25"/>
                    <a:pt x="9" y="8"/>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9"/>
            <p:cNvSpPr/>
            <p:nvPr/>
          </p:nvSpPr>
          <p:spPr>
            <a:xfrm rot="5400000">
              <a:off x="9378375" y="1081250"/>
              <a:ext cx="450" cy="875"/>
            </a:xfrm>
            <a:custGeom>
              <a:rect b="b" l="l" r="r" t="t"/>
              <a:pathLst>
                <a:path extrusionOk="0" h="35" w="18">
                  <a:moveTo>
                    <a:pt x="1" y="1"/>
                  </a:moveTo>
                  <a:cubicBezTo>
                    <a:pt x="9" y="9"/>
                    <a:pt x="9" y="26"/>
                    <a:pt x="18" y="34"/>
                  </a:cubicBezTo>
                  <a:cubicBezTo>
                    <a:pt x="18" y="18"/>
                    <a:pt x="9" y="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9"/>
            <p:cNvSpPr/>
            <p:nvPr/>
          </p:nvSpPr>
          <p:spPr>
            <a:xfrm rot="5400000">
              <a:off x="9442550" y="1069725"/>
              <a:ext cx="675" cy="3000"/>
            </a:xfrm>
            <a:custGeom>
              <a:rect b="b" l="l" r="r" t="t"/>
              <a:pathLst>
                <a:path extrusionOk="0" h="120" w="27">
                  <a:moveTo>
                    <a:pt x="1" y="1"/>
                  </a:moveTo>
                  <a:cubicBezTo>
                    <a:pt x="9" y="35"/>
                    <a:pt x="9" y="77"/>
                    <a:pt x="9" y="119"/>
                  </a:cubicBezTo>
                  <a:cubicBezTo>
                    <a:pt x="9" y="102"/>
                    <a:pt x="18" y="85"/>
                    <a:pt x="26" y="77"/>
                  </a:cubicBezTo>
                  <a:cubicBezTo>
                    <a:pt x="18" y="51"/>
                    <a:pt x="9" y="26"/>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9"/>
            <p:cNvSpPr/>
            <p:nvPr/>
          </p:nvSpPr>
          <p:spPr>
            <a:xfrm rot="5400000">
              <a:off x="9444363" y="1070888"/>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9"/>
            <p:cNvSpPr/>
            <p:nvPr/>
          </p:nvSpPr>
          <p:spPr>
            <a:xfrm rot="5400000">
              <a:off x="9277075" y="869350"/>
              <a:ext cx="261850" cy="188675"/>
            </a:xfrm>
            <a:custGeom>
              <a:rect b="b" l="l" r="r" t="t"/>
              <a:pathLst>
                <a:path extrusionOk="0" h="7547" w="10474">
                  <a:moveTo>
                    <a:pt x="8959" y="195"/>
                  </a:moveTo>
                  <a:cubicBezTo>
                    <a:pt x="8959" y="195"/>
                    <a:pt x="8959" y="199"/>
                    <a:pt x="8961" y="201"/>
                  </a:cubicBezTo>
                  <a:lnTo>
                    <a:pt x="8961" y="201"/>
                  </a:lnTo>
                  <a:cubicBezTo>
                    <a:pt x="8960" y="199"/>
                    <a:pt x="8960" y="197"/>
                    <a:pt x="8959" y="195"/>
                  </a:cubicBezTo>
                  <a:close/>
                  <a:moveTo>
                    <a:pt x="9289" y="843"/>
                  </a:moveTo>
                  <a:cubicBezTo>
                    <a:pt x="9288" y="843"/>
                    <a:pt x="9288" y="845"/>
                    <a:pt x="9288" y="847"/>
                  </a:cubicBezTo>
                  <a:lnTo>
                    <a:pt x="9288" y="847"/>
                  </a:lnTo>
                  <a:cubicBezTo>
                    <a:pt x="9288" y="847"/>
                    <a:pt x="9289" y="847"/>
                    <a:pt x="9289" y="847"/>
                  </a:cubicBezTo>
                  <a:cubicBezTo>
                    <a:pt x="9289" y="844"/>
                    <a:pt x="9289" y="843"/>
                    <a:pt x="9289" y="843"/>
                  </a:cubicBezTo>
                  <a:close/>
                  <a:moveTo>
                    <a:pt x="9044" y="1084"/>
                  </a:moveTo>
                  <a:lnTo>
                    <a:pt x="9061" y="1168"/>
                  </a:lnTo>
                  <a:lnTo>
                    <a:pt x="9061" y="1126"/>
                  </a:lnTo>
                  <a:cubicBezTo>
                    <a:pt x="9052" y="1109"/>
                    <a:pt x="9052" y="1101"/>
                    <a:pt x="9044" y="1084"/>
                  </a:cubicBezTo>
                  <a:close/>
                  <a:moveTo>
                    <a:pt x="9458" y="2200"/>
                  </a:moveTo>
                  <a:lnTo>
                    <a:pt x="9484" y="2234"/>
                  </a:lnTo>
                  <a:cubicBezTo>
                    <a:pt x="9500" y="2259"/>
                    <a:pt x="9509" y="2285"/>
                    <a:pt x="9517" y="2310"/>
                  </a:cubicBezTo>
                  <a:cubicBezTo>
                    <a:pt x="9509" y="2285"/>
                    <a:pt x="9509" y="2268"/>
                    <a:pt x="9517" y="2243"/>
                  </a:cubicBezTo>
                  <a:lnTo>
                    <a:pt x="9602" y="2386"/>
                  </a:lnTo>
                  <a:cubicBezTo>
                    <a:pt x="9594" y="2310"/>
                    <a:pt x="9534" y="2302"/>
                    <a:pt x="9526" y="2209"/>
                  </a:cubicBezTo>
                  <a:cubicBezTo>
                    <a:pt x="9531" y="2209"/>
                    <a:pt x="9536" y="2209"/>
                    <a:pt x="9540" y="2209"/>
                  </a:cubicBezTo>
                  <a:cubicBezTo>
                    <a:pt x="9565" y="2209"/>
                    <a:pt x="9583" y="2215"/>
                    <a:pt x="9619" y="2293"/>
                  </a:cubicBezTo>
                  <a:cubicBezTo>
                    <a:pt x="9625" y="2328"/>
                    <a:pt x="9624" y="2337"/>
                    <a:pt x="9621" y="2337"/>
                  </a:cubicBezTo>
                  <a:cubicBezTo>
                    <a:pt x="9617" y="2337"/>
                    <a:pt x="9609" y="2328"/>
                    <a:pt x="9603" y="2328"/>
                  </a:cubicBezTo>
                  <a:cubicBezTo>
                    <a:pt x="9599" y="2328"/>
                    <a:pt x="9596" y="2332"/>
                    <a:pt x="9594" y="2344"/>
                  </a:cubicBezTo>
                  <a:cubicBezTo>
                    <a:pt x="9653" y="2403"/>
                    <a:pt x="9577" y="2437"/>
                    <a:pt x="9636" y="2505"/>
                  </a:cubicBezTo>
                  <a:cubicBezTo>
                    <a:pt x="9653" y="2589"/>
                    <a:pt x="9627" y="2564"/>
                    <a:pt x="9619" y="2598"/>
                  </a:cubicBezTo>
                  <a:cubicBezTo>
                    <a:pt x="9614" y="2574"/>
                    <a:pt x="9610" y="2567"/>
                    <a:pt x="9606" y="2567"/>
                  </a:cubicBezTo>
                  <a:cubicBezTo>
                    <a:pt x="9600" y="2567"/>
                    <a:pt x="9595" y="2580"/>
                    <a:pt x="9588" y="2580"/>
                  </a:cubicBezTo>
                  <a:cubicBezTo>
                    <a:pt x="9583" y="2580"/>
                    <a:pt x="9576" y="2571"/>
                    <a:pt x="9568" y="2539"/>
                  </a:cubicBezTo>
                  <a:lnTo>
                    <a:pt x="9568" y="2539"/>
                  </a:lnTo>
                  <a:cubicBezTo>
                    <a:pt x="9568" y="2623"/>
                    <a:pt x="9619" y="2589"/>
                    <a:pt x="9619" y="2674"/>
                  </a:cubicBezTo>
                  <a:lnTo>
                    <a:pt x="9585" y="2691"/>
                  </a:lnTo>
                  <a:cubicBezTo>
                    <a:pt x="9585" y="2792"/>
                    <a:pt x="9602" y="2894"/>
                    <a:pt x="9636" y="2995"/>
                  </a:cubicBezTo>
                  <a:cubicBezTo>
                    <a:pt x="9638" y="2977"/>
                    <a:pt x="9641" y="2970"/>
                    <a:pt x="9644" y="2970"/>
                  </a:cubicBezTo>
                  <a:cubicBezTo>
                    <a:pt x="9652" y="2970"/>
                    <a:pt x="9663" y="3022"/>
                    <a:pt x="9675" y="3022"/>
                  </a:cubicBezTo>
                  <a:cubicBezTo>
                    <a:pt x="9676" y="3022"/>
                    <a:pt x="9677" y="3022"/>
                    <a:pt x="9678" y="3021"/>
                  </a:cubicBezTo>
                  <a:cubicBezTo>
                    <a:pt x="9653" y="3012"/>
                    <a:pt x="9653" y="2902"/>
                    <a:pt x="9661" y="2902"/>
                  </a:cubicBezTo>
                  <a:lnTo>
                    <a:pt x="9661" y="2902"/>
                  </a:lnTo>
                  <a:cubicBezTo>
                    <a:pt x="9687" y="2987"/>
                    <a:pt x="9703" y="3063"/>
                    <a:pt x="9720" y="3148"/>
                  </a:cubicBezTo>
                  <a:lnTo>
                    <a:pt x="9720" y="3029"/>
                  </a:lnTo>
                  <a:cubicBezTo>
                    <a:pt x="9737" y="3072"/>
                    <a:pt x="9797" y="3215"/>
                    <a:pt x="9805" y="3215"/>
                  </a:cubicBezTo>
                  <a:cubicBezTo>
                    <a:pt x="9805" y="3258"/>
                    <a:pt x="9822" y="3325"/>
                    <a:pt x="9805" y="3359"/>
                  </a:cubicBezTo>
                  <a:lnTo>
                    <a:pt x="9763" y="3275"/>
                  </a:lnTo>
                  <a:lnTo>
                    <a:pt x="9780" y="3241"/>
                  </a:lnTo>
                  <a:lnTo>
                    <a:pt x="9746" y="3198"/>
                  </a:lnTo>
                  <a:cubicBezTo>
                    <a:pt x="9746" y="3266"/>
                    <a:pt x="9746" y="3342"/>
                    <a:pt x="9729" y="3410"/>
                  </a:cubicBezTo>
                  <a:cubicBezTo>
                    <a:pt x="9695" y="3215"/>
                    <a:pt x="9627" y="3029"/>
                    <a:pt x="9551" y="2852"/>
                  </a:cubicBezTo>
                  <a:lnTo>
                    <a:pt x="9551" y="2852"/>
                  </a:lnTo>
                  <a:cubicBezTo>
                    <a:pt x="9551" y="2852"/>
                    <a:pt x="9560" y="2860"/>
                    <a:pt x="9560" y="2860"/>
                  </a:cubicBezTo>
                  <a:cubicBezTo>
                    <a:pt x="9534" y="2742"/>
                    <a:pt x="9526" y="2733"/>
                    <a:pt x="9500" y="2632"/>
                  </a:cubicBezTo>
                  <a:lnTo>
                    <a:pt x="9500" y="2632"/>
                  </a:lnTo>
                  <a:lnTo>
                    <a:pt x="9526" y="2657"/>
                  </a:lnTo>
                  <a:cubicBezTo>
                    <a:pt x="9543" y="2640"/>
                    <a:pt x="9500" y="2564"/>
                    <a:pt x="9484" y="2479"/>
                  </a:cubicBezTo>
                  <a:cubicBezTo>
                    <a:pt x="9467" y="2454"/>
                    <a:pt x="9458" y="2412"/>
                    <a:pt x="9458" y="2378"/>
                  </a:cubicBezTo>
                  <a:lnTo>
                    <a:pt x="9458" y="2378"/>
                  </a:lnTo>
                  <a:lnTo>
                    <a:pt x="9475" y="2386"/>
                  </a:lnTo>
                  <a:cubicBezTo>
                    <a:pt x="9484" y="2327"/>
                    <a:pt x="9475" y="2259"/>
                    <a:pt x="9458" y="2200"/>
                  </a:cubicBezTo>
                  <a:close/>
                  <a:moveTo>
                    <a:pt x="9594" y="4264"/>
                  </a:moveTo>
                  <a:cubicBezTo>
                    <a:pt x="9594" y="4265"/>
                    <a:pt x="9594" y="4266"/>
                    <a:pt x="9594" y="4267"/>
                  </a:cubicBezTo>
                  <a:lnTo>
                    <a:pt x="9594" y="4267"/>
                  </a:lnTo>
                  <a:cubicBezTo>
                    <a:pt x="9594" y="4266"/>
                    <a:pt x="9594" y="4265"/>
                    <a:pt x="9594" y="4264"/>
                  </a:cubicBezTo>
                  <a:close/>
                  <a:moveTo>
                    <a:pt x="9974" y="4340"/>
                  </a:moveTo>
                  <a:cubicBezTo>
                    <a:pt x="9974" y="4343"/>
                    <a:pt x="9975" y="4345"/>
                    <a:pt x="9976" y="4347"/>
                  </a:cubicBezTo>
                  <a:lnTo>
                    <a:pt x="9976" y="4347"/>
                  </a:lnTo>
                  <a:cubicBezTo>
                    <a:pt x="9975" y="4345"/>
                    <a:pt x="9975" y="4343"/>
                    <a:pt x="9974" y="4340"/>
                  </a:cubicBezTo>
                  <a:close/>
                  <a:moveTo>
                    <a:pt x="9643" y="4907"/>
                  </a:moveTo>
                  <a:cubicBezTo>
                    <a:pt x="9643" y="4910"/>
                    <a:pt x="9644" y="4913"/>
                    <a:pt x="9644" y="4916"/>
                  </a:cubicBezTo>
                  <a:cubicBezTo>
                    <a:pt x="9644" y="4914"/>
                    <a:pt x="9644" y="4911"/>
                    <a:pt x="9643" y="4907"/>
                  </a:cubicBezTo>
                  <a:close/>
                  <a:moveTo>
                    <a:pt x="10247" y="5161"/>
                  </a:moveTo>
                  <a:cubicBezTo>
                    <a:pt x="10246" y="5161"/>
                    <a:pt x="10246" y="5161"/>
                    <a:pt x="10245" y="5161"/>
                  </a:cubicBezTo>
                  <a:lnTo>
                    <a:pt x="10249" y="5161"/>
                  </a:lnTo>
                  <a:cubicBezTo>
                    <a:pt x="10249" y="5161"/>
                    <a:pt x="10248" y="5161"/>
                    <a:pt x="10247" y="5161"/>
                  </a:cubicBezTo>
                  <a:close/>
                  <a:moveTo>
                    <a:pt x="9979" y="5342"/>
                  </a:moveTo>
                  <a:lnTo>
                    <a:pt x="9979" y="5342"/>
                  </a:lnTo>
                  <a:cubicBezTo>
                    <a:pt x="9983" y="5352"/>
                    <a:pt x="9987" y="5362"/>
                    <a:pt x="9991" y="5373"/>
                  </a:cubicBezTo>
                  <a:cubicBezTo>
                    <a:pt x="9986" y="5359"/>
                    <a:pt x="9982" y="5349"/>
                    <a:pt x="9979" y="5342"/>
                  </a:cubicBezTo>
                  <a:close/>
                  <a:moveTo>
                    <a:pt x="9695" y="3537"/>
                  </a:moveTo>
                  <a:cubicBezTo>
                    <a:pt x="9712" y="3576"/>
                    <a:pt x="9725" y="3593"/>
                    <a:pt x="9734" y="3593"/>
                  </a:cubicBezTo>
                  <a:cubicBezTo>
                    <a:pt x="9739" y="3593"/>
                    <a:pt x="9743" y="3588"/>
                    <a:pt x="9746" y="3579"/>
                  </a:cubicBezTo>
                  <a:cubicBezTo>
                    <a:pt x="9754" y="3596"/>
                    <a:pt x="9763" y="3630"/>
                    <a:pt x="9771" y="3655"/>
                  </a:cubicBezTo>
                  <a:cubicBezTo>
                    <a:pt x="9780" y="3689"/>
                    <a:pt x="9805" y="3791"/>
                    <a:pt x="9780" y="3799"/>
                  </a:cubicBezTo>
                  <a:cubicBezTo>
                    <a:pt x="9771" y="3758"/>
                    <a:pt x="9766" y="3742"/>
                    <a:pt x="9763" y="3742"/>
                  </a:cubicBezTo>
                  <a:cubicBezTo>
                    <a:pt x="9760" y="3742"/>
                    <a:pt x="9758" y="3754"/>
                    <a:pt x="9754" y="3774"/>
                  </a:cubicBezTo>
                  <a:cubicBezTo>
                    <a:pt x="9786" y="3838"/>
                    <a:pt x="9803" y="3970"/>
                    <a:pt x="9833" y="3970"/>
                  </a:cubicBezTo>
                  <a:cubicBezTo>
                    <a:pt x="9835" y="3970"/>
                    <a:pt x="9837" y="3969"/>
                    <a:pt x="9839" y="3968"/>
                  </a:cubicBezTo>
                  <a:cubicBezTo>
                    <a:pt x="9864" y="4078"/>
                    <a:pt x="9839" y="4002"/>
                    <a:pt x="9839" y="4078"/>
                  </a:cubicBezTo>
                  <a:cubicBezTo>
                    <a:pt x="9838" y="4079"/>
                    <a:pt x="9836" y="4080"/>
                    <a:pt x="9835" y="4080"/>
                  </a:cubicBezTo>
                  <a:cubicBezTo>
                    <a:pt x="9826" y="4080"/>
                    <a:pt x="9812" y="4058"/>
                    <a:pt x="9805" y="4036"/>
                  </a:cubicBezTo>
                  <a:lnTo>
                    <a:pt x="9805" y="4036"/>
                  </a:lnTo>
                  <a:lnTo>
                    <a:pt x="9873" y="4340"/>
                  </a:lnTo>
                  <a:cubicBezTo>
                    <a:pt x="9873" y="4341"/>
                    <a:pt x="9874" y="4341"/>
                    <a:pt x="9875" y="4341"/>
                  </a:cubicBezTo>
                  <a:cubicBezTo>
                    <a:pt x="9899" y="4341"/>
                    <a:pt x="9878" y="4211"/>
                    <a:pt x="9899" y="4211"/>
                  </a:cubicBezTo>
                  <a:cubicBezTo>
                    <a:pt x="9904" y="4211"/>
                    <a:pt x="9912" y="4219"/>
                    <a:pt x="9923" y="4239"/>
                  </a:cubicBezTo>
                  <a:cubicBezTo>
                    <a:pt x="9932" y="4264"/>
                    <a:pt x="9983" y="4247"/>
                    <a:pt x="9983" y="4357"/>
                  </a:cubicBezTo>
                  <a:cubicBezTo>
                    <a:pt x="9983" y="4357"/>
                    <a:pt x="9978" y="4353"/>
                    <a:pt x="9976" y="4347"/>
                  </a:cubicBezTo>
                  <a:lnTo>
                    <a:pt x="9976" y="4347"/>
                  </a:lnTo>
                  <a:cubicBezTo>
                    <a:pt x="9983" y="4379"/>
                    <a:pt x="9983" y="4410"/>
                    <a:pt x="9983" y="4442"/>
                  </a:cubicBezTo>
                  <a:cubicBezTo>
                    <a:pt x="9980" y="4444"/>
                    <a:pt x="9978" y="4444"/>
                    <a:pt x="9976" y="4444"/>
                  </a:cubicBezTo>
                  <a:cubicBezTo>
                    <a:pt x="9955" y="4444"/>
                    <a:pt x="9946" y="4380"/>
                    <a:pt x="9923" y="4357"/>
                  </a:cubicBezTo>
                  <a:lnTo>
                    <a:pt x="9923" y="4357"/>
                  </a:lnTo>
                  <a:cubicBezTo>
                    <a:pt x="9940" y="4391"/>
                    <a:pt x="9949" y="4425"/>
                    <a:pt x="9957" y="4459"/>
                  </a:cubicBezTo>
                  <a:lnTo>
                    <a:pt x="9949" y="4450"/>
                  </a:lnTo>
                  <a:lnTo>
                    <a:pt x="9974" y="4560"/>
                  </a:lnTo>
                  <a:cubicBezTo>
                    <a:pt x="9978" y="4566"/>
                    <a:pt x="9980" y="4569"/>
                    <a:pt x="9981" y="4569"/>
                  </a:cubicBezTo>
                  <a:cubicBezTo>
                    <a:pt x="9989" y="4569"/>
                    <a:pt x="9960" y="4475"/>
                    <a:pt x="9974" y="4467"/>
                  </a:cubicBezTo>
                  <a:lnTo>
                    <a:pt x="9974" y="4467"/>
                  </a:lnTo>
                  <a:lnTo>
                    <a:pt x="10008" y="4535"/>
                  </a:lnTo>
                  <a:cubicBezTo>
                    <a:pt x="10042" y="4653"/>
                    <a:pt x="10059" y="4780"/>
                    <a:pt x="10042" y="4907"/>
                  </a:cubicBezTo>
                  <a:cubicBezTo>
                    <a:pt x="10047" y="4965"/>
                    <a:pt x="10059" y="4971"/>
                    <a:pt x="10071" y="4971"/>
                  </a:cubicBezTo>
                  <a:cubicBezTo>
                    <a:pt x="10074" y="4971"/>
                    <a:pt x="10077" y="4970"/>
                    <a:pt x="10080" y="4970"/>
                  </a:cubicBezTo>
                  <a:cubicBezTo>
                    <a:pt x="10084" y="4970"/>
                    <a:pt x="10089" y="4971"/>
                    <a:pt x="10093" y="4975"/>
                  </a:cubicBezTo>
                  <a:cubicBezTo>
                    <a:pt x="10126" y="5026"/>
                    <a:pt x="10110" y="5085"/>
                    <a:pt x="10126" y="5136"/>
                  </a:cubicBezTo>
                  <a:cubicBezTo>
                    <a:pt x="10152" y="5136"/>
                    <a:pt x="10160" y="5195"/>
                    <a:pt x="10186" y="5195"/>
                  </a:cubicBezTo>
                  <a:lnTo>
                    <a:pt x="10203" y="5288"/>
                  </a:lnTo>
                  <a:cubicBezTo>
                    <a:pt x="10209" y="5293"/>
                    <a:pt x="10213" y="5295"/>
                    <a:pt x="10216" y="5295"/>
                  </a:cubicBezTo>
                  <a:cubicBezTo>
                    <a:pt x="10238" y="5295"/>
                    <a:pt x="10188" y="5175"/>
                    <a:pt x="10203" y="5153"/>
                  </a:cubicBezTo>
                  <a:cubicBezTo>
                    <a:pt x="10208" y="5140"/>
                    <a:pt x="10212" y="5136"/>
                    <a:pt x="10215" y="5136"/>
                  </a:cubicBezTo>
                  <a:cubicBezTo>
                    <a:pt x="10226" y="5136"/>
                    <a:pt x="10229" y="5184"/>
                    <a:pt x="10234" y="5184"/>
                  </a:cubicBezTo>
                  <a:cubicBezTo>
                    <a:pt x="10234" y="5184"/>
                    <a:pt x="10235" y="5182"/>
                    <a:pt x="10236" y="5178"/>
                  </a:cubicBezTo>
                  <a:cubicBezTo>
                    <a:pt x="10220" y="5110"/>
                    <a:pt x="10203" y="5110"/>
                    <a:pt x="10194" y="5076"/>
                  </a:cubicBezTo>
                  <a:cubicBezTo>
                    <a:pt x="10177" y="5034"/>
                    <a:pt x="10186" y="5009"/>
                    <a:pt x="10203" y="5009"/>
                  </a:cubicBezTo>
                  <a:cubicBezTo>
                    <a:pt x="10203" y="5127"/>
                    <a:pt x="10245" y="5068"/>
                    <a:pt x="10253" y="5161"/>
                  </a:cubicBezTo>
                  <a:lnTo>
                    <a:pt x="10249" y="5161"/>
                  </a:lnTo>
                  <a:cubicBezTo>
                    <a:pt x="10271" y="5169"/>
                    <a:pt x="10280" y="5290"/>
                    <a:pt x="10304" y="5330"/>
                  </a:cubicBezTo>
                  <a:cubicBezTo>
                    <a:pt x="10300" y="5356"/>
                    <a:pt x="10295" y="5366"/>
                    <a:pt x="10289" y="5366"/>
                  </a:cubicBezTo>
                  <a:cubicBezTo>
                    <a:pt x="10269" y="5366"/>
                    <a:pt x="10243" y="5263"/>
                    <a:pt x="10236" y="5263"/>
                  </a:cubicBezTo>
                  <a:lnTo>
                    <a:pt x="10236" y="5263"/>
                  </a:lnTo>
                  <a:lnTo>
                    <a:pt x="10270" y="5381"/>
                  </a:lnTo>
                  <a:cubicBezTo>
                    <a:pt x="10236" y="5339"/>
                    <a:pt x="10228" y="5389"/>
                    <a:pt x="10203" y="5322"/>
                  </a:cubicBezTo>
                  <a:lnTo>
                    <a:pt x="10203" y="5322"/>
                  </a:lnTo>
                  <a:cubicBezTo>
                    <a:pt x="10228" y="5398"/>
                    <a:pt x="10203" y="5406"/>
                    <a:pt x="10228" y="5474"/>
                  </a:cubicBezTo>
                  <a:cubicBezTo>
                    <a:pt x="10220" y="5463"/>
                    <a:pt x="10214" y="5458"/>
                    <a:pt x="10210" y="5458"/>
                  </a:cubicBezTo>
                  <a:cubicBezTo>
                    <a:pt x="10189" y="5458"/>
                    <a:pt x="10215" y="5578"/>
                    <a:pt x="10194" y="5592"/>
                  </a:cubicBezTo>
                  <a:cubicBezTo>
                    <a:pt x="10177" y="5516"/>
                    <a:pt x="10177" y="5440"/>
                    <a:pt x="10194" y="5364"/>
                  </a:cubicBezTo>
                  <a:cubicBezTo>
                    <a:pt x="10177" y="5322"/>
                    <a:pt x="10169" y="5279"/>
                    <a:pt x="10177" y="5229"/>
                  </a:cubicBezTo>
                  <a:lnTo>
                    <a:pt x="10126" y="5178"/>
                  </a:lnTo>
                  <a:lnTo>
                    <a:pt x="10126" y="5178"/>
                  </a:lnTo>
                  <a:cubicBezTo>
                    <a:pt x="10134" y="5240"/>
                    <a:pt x="10163" y="5315"/>
                    <a:pt x="10142" y="5315"/>
                  </a:cubicBezTo>
                  <a:cubicBezTo>
                    <a:pt x="10140" y="5315"/>
                    <a:pt x="10138" y="5315"/>
                    <a:pt x="10135" y="5313"/>
                  </a:cubicBezTo>
                  <a:lnTo>
                    <a:pt x="10135" y="5313"/>
                  </a:lnTo>
                  <a:lnTo>
                    <a:pt x="10169" y="5398"/>
                  </a:lnTo>
                  <a:cubicBezTo>
                    <a:pt x="10118" y="5356"/>
                    <a:pt x="10084" y="5296"/>
                    <a:pt x="10059" y="5237"/>
                  </a:cubicBezTo>
                  <a:lnTo>
                    <a:pt x="10059" y="5237"/>
                  </a:lnTo>
                  <a:cubicBezTo>
                    <a:pt x="10050" y="5423"/>
                    <a:pt x="10160" y="5533"/>
                    <a:pt x="10152" y="5686"/>
                  </a:cubicBezTo>
                  <a:lnTo>
                    <a:pt x="10143" y="5660"/>
                  </a:lnTo>
                  <a:lnTo>
                    <a:pt x="10143" y="5660"/>
                  </a:lnTo>
                  <a:cubicBezTo>
                    <a:pt x="10203" y="5939"/>
                    <a:pt x="10169" y="6015"/>
                    <a:pt x="10118" y="6083"/>
                  </a:cubicBezTo>
                  <a:lnTo>
                    <a:pt x="10110" y="6083"/>
                  </a:lnTo>
                  <a:cubicBezTo>
                    <a:pt x="10101" y="6041"/>
                    <a:pt x="10093" y="6007"/>
                    <a:pt x="10093" y="5982"/>
                  </a:cubicBezTo>
                  <a:lnTo>
                    <a:pt x="10110" y="5973"/>
                  </a:lnTo>
                  <a:cubicBezTo>
                    <a:pt x="10084" y="5779"/>
                    <a:pt x="10000" y="5652"/>
                    <a:pt x="9974" y="5457"/>
                  </a:cubicBezTo>
                  <a:lnTo>
                    <a:pt x="9974" y="5457"/>
                  </a:lnTo>
                  <a:cubicBezTo>
                    <a:pt x="9997" y="5480"/>
                    <a:pt x="9999" y="5544"/>
                    <a:pt x="10006" y="5544"/>
                  </a:cubicBezTo>
                  <a:cubicBezTo>
                    <a:pt x="10006" y="5544"/>
                    <a:pt x="10007" y="5543"/>
                    <a:pt x="10008" y="5542"/>
                  </a:cubicBezTo>
                  <a:cubicBezTo>
                    <a:pt x="9991" y="5423"/>
                    <a:pt x="9932" y="5457"/>
                    <a:pt x="9940" y="5330"/>
                  </a:cubicBezTo>
                  <a:lnTo>
                    <a:pt x="9940" y="5330"/>
                  </a:lnTo>
                  <a:cubicBezTo>
                    <a:pt x="9953" y="5374"/>
                    <a:pt x="9960" y="5388"/>
                    <a:pt x="9963" y="5388"/>
                  </a:cubicBezTo>
                  <a:cubicBezTo>
                    <a:pt x="9969" y="5388"/>
                    <a:pt x="9962" y="5329"/>
                    <a:pt x="9970" y="5329"/>
                  </a:cubicBezTo>
                  <a:cubicBezTo>
                    <a:pt x="9972" y="5329"/>
                    <a:pt x="9975" y="5333"/>
                    <a:pt x="9979" y="5342"/>
                  </a:cubicBezTo>
                  <a:lnTo>
                    <a:pt x="9979" y="5342"/>
                  </a:lnTo>
                  <a:cubicBezTo>
                    <a:pt x="9908" y="5146"/>
                    <a:pt x="9922" y="4926"/>
                    <a:pt x="9890" y="4797"/>
                  </a:cubicBezTo>
                  <a:cubicBezTo>
                    <a:pt x="9888" y="4805"/>
                    <a:pt x="9886" y="4808"/>
                    <a:pt x="9883" y="4808"/>
                  </a:cubicBezTo>
                  <a:cubicBezTo>
                    <a:pt x="9872" y="4808"/>
                    <a:pt x="9854" y="4747"/>
                    <a:pt x="9847" y="4747"/>
                  </a:cubicBezTo>
                  <a:cubicBezTo>
                    <a:pt x="9847" y="4727"/>
                    <a:pt x="9851" y="4718"/>
                    <a:pt x="9856" y="4718"/>
                  </a:cubicBezTo>
                  <a:cubicBezTo>
                    <a:pt x="9861" y="4718"/>
                    <a:pt x="9868" y="4729"/>
                    <a:pt x="9873" y="4747"/>
                  </a:cubicBezTo>
                  <a:cubicBezTo>
                    <a:pt x="9873" y="4682"/>
                    <a:pt x="9885" y="4660"/>
                    <a:pt x="9904" y="4660"/>
                  </a:cubicBezTo>
                  <a:cubicBezTo>
                    <a:pt x="9907" y="4660"/>
                    <a:pt x="9911" y="4661"/>
                    <a:pt x="9915" y="4662"/>
                  </a:cubicBezTo>
                  <a:lnTo>
                    <a:pt x="9940" y="4806"/>
                  </a:lnTo>
                  <a:cubicBezTo>
                    <a:pt x="9940" y="4755"/>
                    <a:pt x="9949" y="4730"/>
                    <a:pt x="9949" y="4687"/>
                  </a:cubicBezTo>
                  <a:cubicBezTo>
                    <a:pt x="9949" y="4670"/>
                    <a:pt x="9940" y="4653"/>
                    <a:pt x="9932" y="4628"/>
                  </a:cubicBezTo>
                  <a:cubicBezTo>
                    <a:pt x="9915" y="4611"/>
                    <a:pt x="9915" y="4611"/>
                    <a:pt x="9907" y="4611"/>
                  </a:cubicBezTo>
                  <a:lnTo>
                    <a:pt x="9805" y="4450"/>
                  </a:lnTo>
                  <a:lnTo>
                    <a:pt x="9813" y="4450"/>
                  </a:lnTo>
                  <a:lnTo>
                    <a:pt x="9780" y="4290"/>
                  </a:lnTo>
                  <a:lnTo>
                    <a:pt x="9780" y="4290"/>
                  </a:lnTo>
                  <a:lnTo>
                    <a:pt x="9797" y="4307"/>
                  </a:lnTo>
                  <a:lnTo>
                    <a:pt x="9754" y="4222"/>
                  </a:lnTo>
                  <a:cubicBezTo>
                    <a:pt x="9788" y="4222"/>
                    <a:pt x="9763" y="4188"/>
                    <a:pt x="9788" y="4188"/>
                  </a:cubicBezTo>
                  <a:cubicBezTo>
                    <a:pt x="9822" y="4129"/>
                    <a:pt x="9729" y="3994"/>
                    <a:pt x="9729" y="3858"/>
                  </a:cubicBezTo>
                  <a:lnTo>
                    <a:pt x="9729" y="3858"/>
                  </a:lnTo>
                  <a:lnTo>
                    <a:pt x="9746" y="3875"/>
                  </a:lnTo>
                  <a:cubicBezTo>
                    <a:pt x="9703" y="3765"/>
                    <a:pt x="9687" y="3655"/>
                    <a:pt x="9687" y="3537"/>
                  </a:cubicBezTo>
                  <a:close/>
                  <a:moveTo>
                    <a:pt x="10385" y="6144"/>
                  </a:moveTo>
                  <a:lnTo>
                    <a:pt x="10385" y="6144"/>
                  </a:lnTo>
                  <a:cubicBezTo>
                    <a:pt x="10386" y="6149"/>
                    <a:pt x="10387" y="6154"/>
                    <a:pt x="10389" y="6159"/>
                  </a:cubicBezTo>
                  <a:cubicBezTo>
                    <a:pt x="10389" y="6153"/>
                    <a:pt x="10387" y="6148"/>
                    <a:pt x="10385" y="6144"/>
                  </a:cubicBezTo>
                  <a:close/>
                  <a:moveTo>
                    <a:pt x="10406" y="6193"/>
                  </a:moveTo>
                  <a:cubicBezTo>
                    <a:pt x="10407" y="6200"/>
                    <a:pt x="10408" y="6206"/>
                    <a:pt x="10409" y="6212"/>
                  </a:cubicBezTo>
                  <a:lnTo>
                    <a:pt x="10409" y="6212"/>
                  </a:lnTo>
                  <a:cubicBezTo>
                    <a:pt x="10408" y="6206"/>
                    <a:pt x="10407" y="6200"/>
                    <a:pt x="10406" y="6193"/>
                  </a:cubicBezTo>
                  <a:close/>
                  <a:moveTo>
                    <a:pt x="9907" y="6244"/>
                  </a:moveTo>
                  <a:cubicBezTo>
                    <a:pt x="9905" y="6246"/>
                    <a:pt x="9904" y="6248"/>
                    <a:pt x="9902" y="6250"/>
                  </a:cubicBezTo>
                  <a:lnTo>
                    <a:pt x="9902" y="6250"/>
                  </a:lnTo>
                  <a:cubicBezTo>
                    <a:pt x="9904" y="6248"/>
                    <a:pt x="9905" y="6246"/>
                    <a:pt x="9907" y="6244"/>
                  </a:cubicBezTo>
                  <a:close/>
                  <a:moveTo>
                    <a:pt x="10200" y="6451"/>
                  </a:moveTo>
                  <a:lnTo>
                    <a:pt x="10194" y="6464"/>
                  </a:lnTo>
                  <a:cubicBezTo>
                    <a:pt x="10201" y="6457"/>
                    <a:pt x="10202" y="6453"/>
                    <a:pt x="10200" y="6451"/>
                  </a:cubicBezTo>
                  <a:close/>
                  <a:moveTo>
                    <a:pt x="8494" y="6726"/>
                  </a:moveTo>
                  <a:cubicBezTo>
                    <a:pt x="8505" y="6726"/>
                    <a:pt x="8516" y="6726"/>
                    <a:pt x="8522" y="6728"/>
                  </a:cubicBezTo>
                  <a:lnTo>
                    <a:pt x="8522" y="6728"/>
                  </a:lnTo>
                  <a:lnTo>
                    <a:pt x="8485" y="6734"/>
                  </a:lnTo>
                  <a:cubicBezTo>
                    <a:pt x="8485" y="6734"/>
                    <a:pt x="8494" y="6726"/>
                    <a:pt x="8494" y="6726"/>
                  </a:cubicBezTo>
                  <a:close/>
                  <a:moveTo>
                    <a:pt x="9526" y="7005"/>
                  </a:moveTo>
                  <a:cubicBezTo>
                    <a:pt x="9509" y="7022"/>
                    <a:pt x="9526" y="7031"/>
                    <a:pt x="9450" y="7031"/>
                  </a:cubicBezTo>
                  <a:cubicBezTo>
                    <a:pt x="9450" y="7022"/>
                    <a:pt x="9450" y="7014"/>
                    <a:pt x="9441" y="7014"/>
                  </a:cubicBezTo>
                  <a:lnTo>
                    <a:pt x="9526" y="7005"/>
                  </a:lnTo>
                  <a:close/>
                  <a:moveTo>
                    <a:pt x="9404" y="6892"/>
                  </a:moveTo>
                  <a:cubicBezTo>
                    <a:pt x="9415" y="6892"/>
                    <a:pt x="9424" y="6895"/>
                    <a:pt x="9433" y="6904"/>
                  </a:cubicBezTo>
                  <a:cubicBezTo>
                    <a:pt x="9340" y="6946"/>
                    <a:pt x="9247" y="6997"/>
                    <a:pt x="9154" y="7031"/>
                  </a:cubicBezTo>
                  <a:cubicBezTo>
                    <a:pt x="9086" y="7038"/>
                    <a:pt x="9018" y="7039"/>
                    <a:pt x="8951" y="7039"/>
                  </a:cubicBezTo>
                  <a:lnTo>
                    <a:pt x="8951" y="7039"/>
                  </a:lnTo>
                  <a:cubicBezTo>
                    <a:pt x="9348" y="7022"/>
                    <a:pt x="9179" y="6980"/>
                    <a:pt x="8942" y="6921"/>
                  </a:cubicBezTo>
                  <a:lnTo>
                    <a:pt x="9348" y="6921"/>
                  </a:lnTo>
                  <a:lnTo>
                    <a:pt x="9323" y="6904"/>
                  </a:lnTo>
                  <a:cubicBezTo>
                    <a:pt x="9357" y="6904"/>
                    <a:pt x="9383" y="6892"/>
                    <a:pt x="9404" y="6892"/>
                  </a:cubicBezTo>
                  <a:close/>
                  <a:moveTo>
                    <a:pt x="10242" y="6337"/>
                  </a:moveTo>
                  <a:cubicBezTo>
                    <a:pt x="10257" y="6337"/>
                    <a:pt x="10271" y="6489"/>
                    <a:pt x="10279" y="6548"/>
                  </a:cubicBezTo>
                  <a:cubicBezTo>
                    <a:pt x="10286" y="6605"/>
                    <a:pt x="10228" y="6697"/>
                    <a:pt x="10209" y="6706"/>
                  </a:cubicBezTo>
                  <a:lnTo>
                    <a:pt x="10209" y="6706"/>
                  </a:lnTo>
                  <a:cubicBezTo>
                    <a:pt x="10208" y="6703"/>
                    <a:pt x="10206" y="6701"/>
                    <a:pt x="10203" y="6701"/>
                  </a:cubicBezTo>
                  <a:lnTo>
                    <a:pt x="10203" y="6701"/>
                  </a:lnTo>
                  <a:cubicBezTo>
                    <a:pt x="10203" y="6705"/>
                    <a:pt x="10204" y="6707"/>
                    <a:pt x="10206" y="6707"/>
                  </a:cubicBezTo>
                  <a:cubicBezTo>
                    <a:pt x="10207" y="6707"/>
                    <a:pt x="10208" y="6706"/>
                    <a:pt x="10209" y="6706"/>
                  </a:cubicBezTo>
                  <a:lnTo>
                    <a:pt x="10209" y="6706"/>
                  </a:lnTo>
                  <a:cubicBezTo>
                    <a:pt x="10213" y="6722"/>
                    <a:pt x="10197" y="6769"/>
                    <a:pt x="10169" y="6811"/>
                  </a:cubicBezTo>
                  <a:cubicBezTo>
                    <a:pt x="10135" y="6853"/>
                    <a:pt x="10093" y="6895"/>
                    <a:pt x="10050" y="6937"/>
                  </a:cubicBezTo>
                  <a:cubicBezTo>
                    <a:pt x="10016" y="6971"/>
                    <a:pt x="9957" y="6988"/>
                    <a:pt x="9907" y="6988"/>
                  </a:cubicBezTo>
                  <a:cubicBezTo>
                    <a:pt x="9864" y="6988"/>
                    <a:pt x="9822" y="6997"/>
                    <a:pt x="9788" y="7014"/>
                  </a:cubicBezTo>
                  <a:cubicBezTo>
                    <a:pt x="9805" y="7014"/>
                    <a:pt x="9822" y="7022"/>
                    <a:pt x="9847" y="7022"/>
                  </a:cubicBezTo>
                  <a:cubicBezTo>
                    <a:pt x="9756" y="7057"/>
                    <a:pt x="9664" y="7075"/>
                    <a:pt x="9572" y="7075"/>
                  </a:cubicBezTo>
                  <a:cubicBezTo>
                    <a:pt x="9554" y="7075"/>
                    <a:pt x="9536" y="7074"/>
                    <a:pt x="9517" y="7073"/>
                  </a:cubicBezTo>
                  <a:cubicBezTo>
                    <a:pt x="9512" y="7065"/>
                    <a:pt x="9516" y="7063"/>
                    <a:pt x="9523" y="7063"/>
                  </a:cubicBezTo>
                  <a:cubicBezTo>
                    <a:pt x="9536" y="7063"/>
                    <a:pt x="9561" y="7069"/>
                    <a:pt x="9584" y="7069"/>
                  </a:cubicBezTo>
                  <a:cubicBezTo>
                    <a:pt x="9594" y="7069"/>
                    <a:pt x="9603" y="7068"/>
                    <a:pt x="9610" y="7064"/>
                  </a:cubicBezTo>
                  <a:lnTo>
                    <a:pt x="9543" y="7039"/>
                  </a:lnTo>
                  <a:cubicBezTo>
                    <a:pt x="9565" y="7039"/>
                    <a:pt x="9595" y="7024"/>
                    <a:pt x="9613" y="7024"/>
                  </a:cubicBezTo>
                  <a:cubicBezTo>
                    <a:pt x="9622" y="7024"/>
                    <a:pt x="9627" y="7028"/>
                    <a:pt x="9627" y="7039"/>
                  </a:cubicBezTo>
                  <a:cubicBezTo>
                    <a:pt x="9627" y="7026"/>
                    <a:pt x="9657" y="7008"/>
                    <a:pt x="9629" y="7008"/>
                  </a:cubicBezTo>
                  <a:cubicBezTo>
                    <a:pt x="9621" y="7008"/>
                    <a:pt x="9607" y="7010"/>
                    <a:pt x="9585" y="7014"/>
                  </a:cubicBezTo>
                  <a:lnTo>
                    <a:pt x="9653" y="6988"/>
                  </a:lnTo>
                  <a:cubicBezTo>
                    <a:pt x="9644" y="6980"/>
                    <a:pt x="9644" y="6980"/>
                    <a:pt x="9636" y="6980"/>
                  </a:cubicBezTo>
                  <a:lnTo>
                    <a:pt x="9695" y="6971"/>
                  </a:lnTo>
                  <a:lnTo>
                    <a:pt x="9805" y="6971"/>
                  </a:lnTo>
                  <a:cubicBezTo>
                    <a:pt x="9813" y="6980"/>
                    <a:pt x="9771" y="6997"/>
                    <a:pt x="9746" y="7005"/>
                  </a:cubicBezTo>
                  <a:cubicBezTo>
                    <a:pt x="9797" y="7005"/>
                    <a:pt x="9847" y="6988"/>
                    <a:pt x="9898" y="6963"/>
                  </a:cubicBezTo>
                  <a:lnTo>
                    <a:pt x="9898" y="6963"/>
                  </a:lnTo>
                  <a:cubicBezTo>
                    <a:pt x="9871" y="6970"/>
                    <a:pt x="9855" y="6972"/>
                    <a:pt x="9845" y="6972"/>
                  </a:cubicBezTo>
                  <a:cubicBezTo>
                    <a:pt x="9818" y="6972"/>
                    <a:pt x="9841" y="6952"/>
                    <a:pt x="9822" y="6946"/>
                  </a:cubicBezTo>
                  <a:cubicBezTo>
                    <a:pt x="9873" y="6921"/>
                    <a:pt x="9932" y="6887"/>
                    <a:pt x="9983" y="6853"/>
                  </a:cubicBezTo>
                  <a:cubicBezTo>
                    <a:pt x="10025" y="6832"/>
                    <a:pt x="10068" y="6810"/>
                    <a:pt x="10088" y="6810"/>
                  </a:cubicBezTo>
                  <a:cubicBezTo>
                    <a:pt x="10099" y="6810"/>
                    <a:pt x="10102" y="6817"/>
                    <a:pt x="10093" y="6836"/>
                  </a:cubicBezTo>
                  <a:cubicBezTo>
                    <a:pt x="10135" y="6794"/>
                    <a:pt x="10160" y="6743"/>
                    <a:pt x="10169" y="6684"/>
                  </a:cubicBezTo>
                  <a:lnTo>
                    <a:pt x="10169" y="6684"/>
                  </a:lnTo>
                  <a:cubicBezTo>
                    <a:pt x="10160" y="6723"/>
                    <a:pt x="10152" y="6731"/>
                    <a:pt x="10143" y="6731"/>
                  </a:cubicBezTo>
                  <a:cubicBezTo>
                    <a:pt x="10137" y="6731"/>
                    <a:pt x="10130" y="6726"/>
                    <a:pt x="10122" y="6726"/>
                  </a:cubicBezTo>
                  <a:cubicBezTo>
                    <a:pt x="10110" y="6726"/>
                    <a:pt x="10095" y="6736"/>
                    <a:pt x="10076" y="6785"/>
                  </a:cubicBezTo>
                  <a:cubicBezTo>
                    <a:pt x="10050" y="6785"/>
                    <a:pt x="10067" y="6760"/>
                    <a:pt x="10084" y="6734"/>
                  </a:cubicBezTo>
                  <a:cubicBezTo>
                    <a:pt x="10110" y="6701"/>
                    <a:pt x="10143" y="6658"/>
                    <a:pt x="10160" y="6633"/>
                  </a:cubicBezTo>
                  <a:lnTo>
                    <a:pt x="10160" y="6633"/>
                  </a:lnTo>
                  <a:cubicBezTo>
                    <a:pt x="10155" y="6656"/>
                    <a:pt x="10164" y="6656"/>
                    <a:pt x="10173" y="6656"/>
                  </a:cubicBezTo>
                  <a:cubicBezTo>
                    <a:pt x="10178" y="6656"/>
                    <a:pt x="10183" y="6656"/>
                    <a:pt x="10186" y="6658"/>
                  </a:cubicBezTo>
                  <a:cubicBezTo>
                    <a:pt x="10203" y="6608"/>
                    <a:pt x="10194" y="6599"/>
                    <a:pt x="10186" y="6599"/>
                  </a:cubicBezTo>
                  <a:cubicBezTo>
                    <a:pt x="10160" y="6608"/>
                    <a:pt x="10143" y="6633"/>
                    <a:pt x="10135" y="6650"/>
                  </a:cubicBezTo>
                  <a:cubicBezTo>
                    <a:pt x="10143" y="6616"/>
                    <a:pt x="10152" y="6582"/>
                    <a:pt x="10152" y="6548"/>
                  </a:cubicBezTo>
                  <a:lnTo>
                    <a:pt x="10152" y="6557"/>
                  </a:lnTo>
                  <a:cubicBezTo>
                    <a:pt x="10160" y="6523"/>
                    <a:pt x="10160" y="6489"/>
                    <a:pt x="10160" y="6455"/>
                  </a:cubicBezTo>
                  <a:lnTo>
                    <a:pt x="10160" y="6447"/>
                  </a:lnTo>
                  <a:cubicBezTo>
                    <a:pt x="10181" y="6447"/>
                    <a:pt x="10196" y="6447"/>
                    <a:pt x="10200" y="6451"/>
                  </a:cubicBezTo>
                  <a:lnTo>
                    <a:pt x="10200" y="6451"/>
                  </a:lnTo>
                  <a:lnTo>
                    <a:pt x="10220" y="6405"/>
                  </a:lnTo>
                  <a:cubicBezTo>
                    <a:pt x="10220" y="6438"/>
                    <a:pt x="10220" y="6472"/>
                    <a:pt x="10220" y="6498"/>
                  </a:cubicBezTo>
                  <a:cubicBezTo>
                    <a:pt x="10253" y="6464"/>
                    <a:pt x="10236" y="6396"/>
                    <a:pt x="10236" y="6345"/>
                  </a:cubicBezTo>
                  <a:cubicBezTo>
                    <a:pt x="10238" y="6339"/>
                    <a:pt x="10240" y="6337"/>
                    <a:pt x="10242" y="6337"/>
                  </a:cubicBezTo>
                  <a:close/>
                  <a:moveTo>
                    <a:pt x="8181" y="7047"/>
                  </a:moveTo>
                  <a:lnTo>
                    <a:pt x="8164" y="7073"/>
                  </a:lnTo>
                  <a:lnTo>
                    <a:pt x="8164" y="7081"/>
                  </a:lnTo>
                  <a:cubicBezTo>
                    <a:pt x="8147" y="7073"/>
                    <a:pt x="8139" y="7064"/>
                    <a:pt x="8130" y="7047"/>
                  </a:cubicBezTo>
                  <a:close/>
                  <a:moveTo>
                    <a:pt x="8773" y="7047"/>
                  </a:moveTo>
                  <a:cubicBezTo>
                    <a:pt x="8798" y="7047"/>
                    <a:pt x="8824" y="7047"/>
                    <a:pt x="8815" y="7056"/>
                  </a:cubicBezTo>
                  <a:cubicBezTo>
                    <a:pt x="8815" y="7090"/>
                    <a:pt x="8705" y="7098"/>
                    <a:pt x="8680" y="7132"/>
                  </a:cubicBezTo>
                  <a:lnTo>
                    <a:pt x="8671" y="7132"/>
                  </a:lnTo>
                  <a:cubicBezTo>
                    <a:pt x="8660" y="7136"/>
                    <a:pt x="8628" y="7140"/>
                    <a:pt x="8600" y="7140"/>
                  </a:cubicBezTo>
                  <a:cubicBezTo>
                    <a:pt x="8565" y="7140"/>
                    <a:pt x="8534" y="7134"/>
                    <a:pt x="8553" y="7115"/>
                  </a:cubicBezTo>
                  <a:lnTo>
                    <a:pt x="8553" y="7115"/>
                  </a:lnTo>
                  <a:cubicBezTo>
                    <a:pt x="8558" y="7116"/>
                    <a:pt x="8562" y="7116"/>
                    <a:pt x="8566" y="7116"/>
                  </a:cubicBezTo>
                  <a:cubicBezTo>
                    <a:pt x="8620" y="7116"/>
                    <a:pt x="8631" y="7077"/>
                    <a:pt x="8669" y="7077"/>
                  </a:cubicBezTo>
                  <a:cubicBezTo>
                    <a:pt x="8681" y="7077"/>
                    <a:pt x="8695" y="7080"/>
                    <a:pt x="8714" y="7090"/>
                  </a:cubicBezTo>
                  <a:cubicBezTo>
                    <a:pt x="8722" y="7073"/>
                    <a:pt x="8697" y="7064"/>
                    <a:pt x="8671" y="7064"/>
                  </a:cubicBezTo>
                  <a:cubicBezTo>
                    <a:pt x="8680" y="7056"/>
                    <a:pt x="8688" y="7047"/>
                    <a:pt x="8688" y="7047"/>
                  </a:cubicBezTo>
                  <a:close/>
                  <a:moveTo>
                    <a:pt x="1701" y="7225"/>
                  </a:moveTo>
                  <a:cubicBezTo>
                    <a:pt x="1701" y="7225"/>
                    <a:pt x="1701" y="7225"/>
                    <a:pt x="1701" y="7225"/>
                  </a:cubicBezTo>
                  <a:lnTo>
                    <a:pt x="1701" y="7225"/>
                  </a:lnTo>
                  <a:cubicBezTo>
                    <a:pt x="1709" y="7225"/>
                    <a:pt x="1718" y="7225"/>
                    <a:pt x="1726" y="7225"/>
                  </a:cubicBezTo>
                  <a:close/>
                  <a:moveTo>
                    <a:pt x="4514" y="7283"/>
                  </a:moveTo>
                  <a:cubicBezTo>
                    <a:pt x="4512" y="7284"/>
                    <a:pt x="4511" y="7284"/>
                    <a:pt x="4509" y="7284"/>
                  </a:cubicBezTo>
                  <a:cubicBezTo>
                    <a:pt x="4514" y="7284"/>
                    <a:pt x="4514" y="7284"/>
                    <a:pt x="4514" y="7283"/>
                  </a:cubicBezTo>
                  <a:close/>
                  <a:moveTo>
                    <a:pt x="1649" y="7418"/>
                  </a:moveTo>
                  <a:cubicBezTo>
                    <a:pt x="1641" y="7418"/>
                    <a:pt x="1633" y="7419"/>
                    <a:pt x="1625" y="7420"/>
                  </a:cubicBezTo>
                  <a:cubicBezTo>
                    <a:pt x="1635" y="7420"/>
                    <a:pt x="1643" y="7419"/>
                    <a:pt x="1649" y="7418"/>
                  </a:cubicBezTo>
                  <a:close/>
                  <a:moveTo>
                    <a:pt x="703" y="7445"/>
                  </a:moveTo>
                  <a:cubicBezTo>
                    <a:pt x="703" y="7446"/>
                    <a:pt x="703" y="7447"/>
                    <a:pt x="702" y="7448"/>
                  </a:cubicBezTo>
                  <a:lnTo>
                    <a:pt x="702" y="7448"/>
                  </a:lnTo>
                  <a:cubicBezTo>
                    <a:pt x="703" y="7446"/>
                    <a:pt x="703" y="7445"/>
                    <a:pt x="703" y="7445"/>
                  </a:cubicBezTo>
                  <a:close/>
                  <a:moveTo>
                    <a:pt x="685" y="7511"/>
                  </a:moveTo>
                  <a:cubicBezTo>
                    <a:pt x="674" y="7512"/>
                    <a:pt x="663" y="7512"/>
                    <a:pt x="652" y="7513"/>
                  </a:cubicBezTo>
                  <a:cubicBezTo>
                    <a:pt x="664" y="7513"/>
                    <a:pt x="675" y="7512"/>
                    <a:pt x="685" y="7511"/>
                  </a:cubicBezTo>
                  <a:close/>
                  <a:moveTo>
                    <a:pt x="9120" y="1"/>
                  </a:moveTo>
                  <a:lnTo>
                    <a:pt x="9120" y="1"/>
                  </a:lnTo>
                  <a:cubicBezTo>
                    <a:pt x="9128" y="94"/>
                    <a:pt x="9137" y="187"/>
                    <a:pt x="9162" y="280"/>
                  </a:cubicBezTo>
                  <a:lnTo>
                    <a:pt x="9154" y="212"/>
                  </a:lnTo>
                  <a:lnTo>
                    <a:pt x="9230" y="356"/>
                  </a:lnTo>
                  <a:cubicBezTo>
                    <a:pt x="9213" y="365"/>
                    <a:pt x="9264" y="483"/>
                    <a:pt x="9238" y="483"/>
                  </a:cubicBezTo>
                  <a:cubicBezTo>
                    <a:pt x="9221" y="432"/>
                    <a:pt x="9213" y="390"/>
                    <a:pt x="9204" y="348"/>
                  </a:cubicBezTo>
                  <a:lnTo>
                    <a:pt x="9204" y="348"/>
                  </a:lnTo>
                  <a:cubicBezTo>
                    <a:pt x="9204" y="415"/>
                    <a:pt x="9213" y="475"/>
                    <a:pt x="9230" y="542"/>
                  </a:cubicBezTo>
                  <a:lnTo>
                    <a:pt x="9230" y="475"/>
                  </a:lnTo>
                  <a:cubicBezTo>
                    <a:pt x="9272" y="584"/>
                    <a:pt x="9297" y="745"/>
                    <a:pt x="9331" y="855"/>
                  </a:cubicBezTo>
                  <a:cubicBezTo>
                    <a:pt x="9325" y="841"/>
                    <a:pt x="9322" y="835"/>
                    <a:pt x="9320" y="835"/>
                  </a:cubicBezTo>
                  <a:lnTo>
                    <a:pt x="9320" y="835"/>
                  </a:lnTo>
                  <a:cubicBezTo>
                    <a:pt x="9311" y="835"/>
                    <a:pt x="9325" y="923"/>
                    <a:pt x="9312" y="923"/>
                  </a:cubicBezTo>
                  <a:cubicBezTo>
                    <a:pt x="9309" y="923"/>
                    <a:pt x="9304" y="918"/>
                    <a:pt x="9297" y="906"/>
                  </a:cubicBezTo>
                  <a:cubicBezTo>
                    <a:pt x="9285" y="888"/>
                    <a:pt x="9286" y="857"/>
                    <a:pt x="9288" y="847"/>
                  </a:cubicBezTo>
                  <a:lnTo>
                    <a:pt x="9288" y="847"/>
                  </a:lnTo>
                  <a:cubicBezTo>
                    <a:pt x="9265" y="849"/>
                    <a:pt x="9297" y="923"/>
                    <a:pt x="9281" y="948"/>
                  </a:cubicBezTo>
                  <a:cubicBezTo>
                    <a:pt x="9294" y="955"/>
                    <a:pt x="9317" y="1028"/>
                    <a:pt x="9331" y="1028"/>
                  </a:cubicBezTo>
                  <a:cubicBezTo>
                    <a:pt x="9334" y="1028"/>
                    <a:pt x="9337" y="1024"/>
                    <a:pt x="9339" y="1014"/>
                  </a:cubicBezTo>
                  <a:lnTo>
                    <a:pt x="9339" y="1014"/>
                  </a:lnTo>
                  <a:cubicBezTo>
                    <a:pt x="9336" y="1051"/>
                    <a:pt x="9373" y="1129"/>
                    <a:pt x="9365" y="1185"/>
                  </a:cubicBezTo>
                  <a:cubicBezTo>
                    <a:pt x="9368" y="1183"/>
                    <a:pt x="9370" y="1182"/>
                    <a:pt x="9372" y="1182"/>
                  </a:cubicBezTo>
                  <a:cubicBezTo>
                    <a:pt x="9394" y="1182"/>
                    <a:pt x="9408" y="1280"/>
                    <a:pt x="9416" y="1295"/>
                  </a:cubicBezTo>
                  <a:cubicBezTo>
                    <a:pt x="9424" y="1312"/>
                    <a:pt x="9424" y="1337"/>
                    <a:pt x="9416" y="1354"/>
                  </a:cubicBezTo>
                  <a:lnTo>
                    <a:pt x="9357" y="1194"/>
                  </a:lnTo>
                  <a:cubicBezTo>
                    <a:pt x="9349" y="1172"/>
                    <a:pt x="9342" y="1131"/>
                    <a:pt x="9340" y="1131"/>
                  </a:cubicBezTo>
                  <a:cubicBezTo>
                    <a:pt x="9340" y="1131"/>
                    <a:pt x="9340" y="1132"/>
                    <a:pt x="9340" y="1134"/>
                  </a:cubicBezTo>
                  <a:lnTo>
                    <a:pt x="9331" y="1134"/>
                  </a:lnTo>
                  <a:cubicBezTo>
                    <a:pt x="9281" y="1016"/>
                    <a:pt x="9230" y="889"/>
                    <a:pt x="9204" y="830"/>
                  </a:cubicBezTo>
                  <a:lnTo>
                    <a:pt x="9204" y="830"/>
                  </a:lnTo>
                  <a:lnTo>
                    <a:pt x="9230" y="855"/>
                  </a:lnTo>
                  <a:cubicBezTo>
                    <a:pt x="9171" y="771"/>
                    <a:pt x="9196" y="669"/>
                    <a:pt x="9145" y="576"/>
                  </a:cubicBezTo>
                  <a:lnTo>
                    <a:pt x="9145" y="576"/>
                  </a:lnTo>
                  <a:cubicBezTo>
                    <a:pt x="9150" y="581"/>
                    <a:pt x="9152" y="589"/>
                    <a:pt x="9153" y="589"/>
                  </a:cubicBezTo>
                  <a:cubicBezTo>
                    <a:pt x="9154" y="589"/>
                    <a:pt x="9154" y="586"/>
                    <a:pt x="9154" y="576"/>
                  </a:cubicBezTo>
                  <a:cubicBezTo>
                    <a:pt x="9137" y="458"/>
                    <a:pt x="9086" y="424"/>
                    <a:pt x="9086" y="322"/>
                  </a:cubicBezTo>
                  <a:lnTo>
                    <a:pt x="9086" y="322"/>
                  </a:lnTo>
                  <a:lnTo>
                    <a:pt x="9103" y="331"/>
                  </a:lnTo>
                  <a:cubicBezTo>
                    <a:pt x="9103" y="323"/>
                    <a:pt x="9081" y="279"/>
                    <a:pt x="9065" y="279"/>
                  </a:cubicBezTo>
                  <a:cubicBezTo>
                    <a:pt x="9063" y="279"/>
                    <a:pt x="9062" y="279"/>
                    <a:pt x="9061" y="280"/>
                  </a:cubicBezTo>
                  <a:cubicBezTo>
                    <a:pt x="9077" y="339"/>
                    <a:pt x="9094" y="390"/>
                    <a:pt x="9103" y="449"/>
                  </a:cubicBezTo>
                  <a:cubicBezTo>
                    <a:pt x="9077" y="407"/>
                    <a:pt x="9061" y="356"/>
                    <a:pt x="9052" y="314"/>
                  </a:cubicBezTo>
                  <a:lnTo>
                    <a:pt x="9018" y="314"/>
                  </a:lnTo>
                  <a:cubicBezTo>
                    <a:pt x="8976" y="255"/>
                    <a:pt x="9010" y="187"/>
                    <a:pt x="8968" y="136"/>
                  </a:cubicBezTo>
                  <a:lnTo>
                    <a:pt x="8968" y="204"/>
                  </a:lnTo>
                  <a:cubicBezTo>
                    <a:pt x="8964" y="204"/>
                    <a:pt x="8962" y="203"/>
                    <a:pt x="8961" y="201"/>
                  </a:cubicBezTo>
                  <a:lnTo>
                    <a:pt x="8961" y="201"/>
                  </a:lnTo>
                  <a:cubicBezTo>
                    <a:pt x="8969" y="223"/>
                    <a:pt x="8977" y="240"/>
                    <a:pt x="8984" y="263"/>
                  </a:cubicBezTo>
                  <a:cubicBezTo>
                    <a:pt x="9010" y="322"/>
                    <a:pt x="9010" y="390"/>
                    <a:pt x="8976" y="449"/>
                  </a:cubicBezTo>
                  <a:cubicBezTo>
                    <a:pt x="8976" y="464"/>
                    <a:pt x="8973" y="468"/>
                    <a:pt x="8969" y="468"/>
                  </a:cubicBezTo>
                  <a:cubicBezTo>
                    <a:pt x="8960" y="468"/>
                    <a:pt x="8944" y="446"/>
                    <a:pt x="8932" y="446"/>
                  </a:cubicBezTo>
                  <a:cubicBezTo>
                    <a:pt x="8929" y="446"/>
                    <a:pt x="8927" y="447"/>
                    <a:pt x="8925" y="449"/>
                  </a:cubicBezTo>
                  <a:cubicBezTo>
                    <a:pt x="8951" y="525"/>
                    <a:pt x="8976" y="517"/>
                    <a:pt x="8993" y="593"/>
                  </a:cubicBezTo>
                  <a:cubicBezTo>
                    <a:pt x="8993" y="603"/>
                    <a:pt x="8992" y="606"/>
                    <a:pt x="8990" y="606"/>
                  </a:cubicBezTo>
                  <a:lnTo>
                    <a:pt x="8990" y="606"/>
                  </a:lnTo>
                  <a:lnTo>
                    <a:pt x="8984" y="593"/>
                  </a:lnTo>
                  <a:lnTo>
                    <a:pt x="8984" y="593"/>
                  </a:lnTo>
                  <a:cubicBezTo>
                    <a:pt x="8984" y="598"/>
                    <a:pt x="8988" y="606"/>
                    <a:pt x="8990" y="606"/>
                  </a:cubicBezTo>
                  <a:cubicBezTo>
                    <a:pt x="8990" y="606"/>
                    <a:pt x="8990" y="606"/>
                    <a:pt x="8990" y="606"/>
                  </a:cubicBezTo>
                  <a:lnTo>
                    <a:pt x="8990" y="606"/>
                  </a:lnTo>
                  <a:lnTo>
                    <a:pt x="9010" y="652"/>
                  </a:lnTo>
                  <a:cubicBezTo>
                    <a:pt x="9003" y="652"/>
                    <a:pt x="9012" y="738"/>
                    <a:pt x="9001" y="738"/>
                  </a:cubicBezTo>
                  <a:cubicBezTo>
                    <a:pt x="8997" y="738"/>
                    <a:pt x="8992" y="731"/>
                    <a:pt x="8984" y="711"/>
                  </a:cubicBezTo>
                  <a:cubicBezTo>
                    <a:pt x="8984" y="703"/>
                    <a:pt x="8976" y="678"/>
                    <a:pt x="8976" y="661"/>
                  </a:cubicBezTo>
                  <a:lnTo>
                    <a:pt x="8976" y="661"/>
                  </a:lnTo>
                  <a:cubicBezTo>
                    <a:pt x="8976" y="788"/>
                    <a:pt x="8993" y="982"/>
                    <a:pt x="8959" y="982"/>
                  </a:cubicBezTo>
                  <a:cubicBezTo>
                    <a:pt x="8968" y="1041"/>
                    <a:pt x="8976" y="1024"/>
                    <a:pt x="8984" y="1126"/>
                  </a:cubicBezTo>
                  <a:cubicBezTo>
                    <a:pt x="9018" y="1160"/>
                    <a:pt x="9027" y="1109"/>
                    <a:pt x="9061" y="1210"/>
                  </a:cubicBezTo>
                  <a:lnTo>
                    <a:pt x="9061" y="1168"/>
                  </a:lnTo>
                  <a:cubicBezTo>
                    <a:pt x="9035" y="1117"/>
                    <a:pt x="9027" y="1126"/>
                    <a:pt x="9001" y="1117"/>
                  </a:cubicBezTo>
                  <a:cubicBezTo>
                    <a:pt x="8993" y="1033"/>
                    <a:pt x="8993" y="948"/>
                    <a:pt x="9001" y="864"/>
                  </a:cubicBezTo>
                  <a:cubicBezTo>
                    <a:pt x="9023" y="900"/>
                    <a:pt x="9032" y="954"/>
                    <a:pt x="9050" y="954"/>
                  </a:cubicBezTo>
                  <a:cubicBezTo>
                    <a:pt x="9053" y="954"/>
                    <a:pt x="9057" y="952"/>
                    <a:pt x="9061" y="948"/>
                  </a:cubicBezTo>
                  <a:lnTo>
                    <a:pt x="9061" y="948"/>
                  </a:lnTo>
                  <a:cubicBezTo>
                    <a:pt x="9052" y="1016"/>
                    <a:pt x="9094" y="1016"/>
                    <a:pt x="9086" y="1100"/>
                  </a:cubicBezTo>
                  <a:lnTo>
                    <a:pt x="9086" y="1100"/>
                  </a:lnTo>
                  <a:cubicBezTo>
                    <a:pt x="9084" y="1095"/>
                    <a:pt x="9081" y="1090"/>
                    <a:pt x="9077" y="1084"/>
                  </a:cubicBezTo>
                  <a:lnTo>
                    <a:pt x="9077" y="1084"/>
                  </a:lnTo>
                  <a:lnTo>
                    <a:pt x="9086" y="1101"/>
                  </a:lnTo>
                  <a:cubicBezTo>
                    <a:pt x="9086" y="1100"/>
                    <a:pt x="9086" y="1100"/>
                    <a:pt x="9086" y="1100"/>
                  </a:cubicBezTo>
                  <a:lnTo>
                    <a:pt x="9086" y="1100"/>
                  </a:lnTo>
                  <a:cubicBezTo>
                    <a:pt x="9107" y="1146"/>
                    <a:pt x="9089" y="1164"/>
                    <a:pt x="9120" y="1202"/>
                  </a:cubicBezTo>
                  <a:cubicBezTo>
                    <a:pt x="9103" y="1202"/>
                    <a:pt x="9103" y="1210"/>
                    <a:pt x="9103" y="1219"/>
                  </a:cubicBezTo>
                  <a:cubicBezTo>
                    <a:pt x="9113" y="1253"/>
                    <a:pt x="9118" y="1263"/>
                    <a:pt x="9121" y="1263"/>
                  </a:cubicBezTo>
                  <a:cubicBezTo>
                    <a:pt x="9125" y="1263"/>
                    <a:pt x="9127" y="1248"/>
                    <a:pt x="9134" y="1248"/>
                  </a:cubicBezTo>
                  <a:cubicBezTo>
                    <a:pt x="9139" y="1248"/>
                    <a:pt x="9147" y="1257"/>
                    <a:pt x="9162" y="1287"/>
                  </a:cubicBezTo>
                  <a:cubicBezTo>
                    <a:pt x="9172" y="1348"/>
                    <a:pt x="9158" y="1351"/>
                    <a:pt x="9143" y="1351"/>
                  </a:cubicBezTo>
                  <a:cubicBezTo>
                    <a:pt x="9142" y="1351"/>
                    <a:pt x="9140" y="1351"/>
                    <a:pt x="9138" y="1351"/>
                  </a:cubicBezTo>
                  <a:cubicBezTo>
                    <a:pt x="9130" y="1351"/>
                    <a:pt x="9123" y="1351"/>
                    <a:pt x="9120" y="1363"/>
                  </a:cubicBezTo>
                  <a:cubicBezTo>
                    <a:pt x="9090" y="1289"/>
                    <a:pt x="9078" y="1281"/>
                    <a:pt x="9069" y="1281"/>
                  </a:cubicBezTo>
                  <a:cubicBezTo>
                    <a:pt x="9066" y="1281"/>
                    <a:pt x="9064" y="1282"/>
                    <a:pt x="9062" y="1282"/>
                  </a:cubicBezTo>
                  <a:cubicBezTo>
                    <a:pt x="9052" y="1282"/>
                    <a:pt x="9040" y="1274"/>
                    <a:pt x="9010" y="1194"/>
                  </a:cubicBezTo>
                  <a:cubicBezTo>
                    <a:pt x="8976" y="1202"/>
                    <a:pt x="8984" y="1278"/>
                    <a:pt x="9010" y="1371"/>
                  </a:cubicBezTo>
                  <a:cubicBezTo>
                    <a:pt x="9010" y="1352"/>
                    <a:pt x="9015" y="1346"/>
                    <a:pt x="9022" y="1346"/>
                  </a:cubicBezTo>
                  <a:cubicBezTo>
                    <a:pt x="9031" y="1346"/>
                    <a:pt x="9043" y="1354"/>
                    <a:pt x="9054" y="1354"/>
                  </a:cubicBezTo>
                  <a:cubicBezTo>
                    <a:pt x="9065" y="1354"/>
                    <a:pt x="9074" y="1346"/>
                    <a:pt x="9077" y="1312"/>
                  </a:cubicBezTo>
                  <a:cubicBezTo>
                    <a:pt x="9120" y="1456"/>
                    <a:pt x="9179" y="1430"/>
                    <a:pt x="9179" y="1600"/>
                  </a:cubicBezTo>
                  <a:lnTo>
                    <a:pt x="9213" y="1667"/>
                  </a:lnTo>
                  <a:lnTo>
                    <a:pt x="9213" y="1760"/>
                  </a:lnTo>
                  <a:cubicBezTo>
                    <a:pt x="9162" y="1710"/>
                    <a:pt x="9171" y="1633"/>
                    <a:pt x="9145" y="1591"/>
                  </a:cubicBezTo>
                  <a:lnTo>
                    <a:pt x="9145" y="1591"/>
                  </a:lnTo>
                  <a:cubicBezTo>
                    <a:pt x="9120" y="1710"/>
                    <a:pt x="9204" y="1735"/>
                    <a:pt x="9230" y="1870"/>
                  </a:cubicBezTo>
                  <a:cubicBezTo>
                    <a:pt x="9225" y="1893"/>
                    <a:pt x="9220" y="1903"/>
                    <a:pt x="9215" y="1903"/>
                  </a:cubicBezTo>
                  <a:cubicBezTo>
                    <a:pt x="9195" y="1903"/>
                    <a:pt x="9173" y="1752"/>
                    <a:pt x="9147" y="1752"/>
                  </a:cubicBezTo>
                  <a:cubicBezTo>
                    <a:pt x="9146" y="1752"/>
                    <a:pt x="9146" y="1752"/>
                    <a:pt x="9145" y="1752"/>
                  </a:cubicBezTo>
                  <a:cubicBezTo>
                    <a:pt x="9161" y="1768"/>
                    <a:pt x="9154" y="1837"/>
                    <a:pt x="9146" y="1837"/>
                  </a:cubicBezTo>
                  <a:cubicBezTo>
                    <a:pt x="9146" y="1837"/>
                    <a:pt x="9146" y="1837"/>
                    <a:pt x="9145" y="1836"/>
                  </a:cubicBezTo>
                  <a:cubicBezTo>
                    <a:pt x="9137" y="1710"/>
                    <a:pt x="9103" y="1769"/>
                    <a:pt x="9103" y="1625"/>
                  </a:cubicBezTo>
                  <a:lnTo>
                    <a:pt x="9103" y="1625"/>
                  </a:lnTo>
                  <a:cubicBezTo>
                    <a:pt x="9111" y="1646"/>
                    <a:pt x="9115" y="1653"/>
                    <a:pt x="9117" y="1653"/>
                  </a:cubicBezTo>
                  <a:cubicBezTo>
                    <a:pt x="9121" y="1653"/>
                    <a:pt x="9117" y="1624"/>
                    <a:pt x="9126" y="1624"/>
                  </a:cubicBezTo>
                  <a:cubicBezTo>
                    <a:pt x="9127" y="1624"/>
                    <a:pt x="9127" y="1625"/>
                    <a:pt x="9128" y="1625"/>
                  </a:cubicBezTo>
                  <a:cubicBezTo>
                    <a:pt x="9103" y="1557"/>
                    <a:pt x="9077" y="1473"/>
                    <a:pt x="9069" y="1397"/>
                  </a:cubicBezTo>
                  <a:cubicBezTo>
                    <a:pt x="9067" y="1395"/>
                    <a:pt x="9065" y="1395"/>
                    <a:pt x="9064" y="1395"/>
                  </a:cubicBezTo>
                  <a:cubicBezTo>
                    <a:pt x="9046" y="1395"/>
                    <a:pt x="9061" y="1478"/>
                    <a:pt x="9061" y="1532"/>
                  </a:cubicBezTo>
                  <a:cubicBezTo>
                    <a:pt x="9111" y="1642"/>
                    <a:pt x="9086" y="1760"/>
                    <a:pt x="9128" y="1836"/>
                  </a:cubicBezTo>
                  <a:cubicBezTo>
                    <a:pt x="9137" y="1876"/>
                    <a:pt x="9137" y="1888"/>
                    <a:pt x="9132" y="1888"/>
                  </a:cubicBezTo>
                  <a:cubicBezTo>
                    <a:pt x="9124" y="1888"/>
                    <a:pt x="9105" y="1853"/>
                    <a:pt x="9103" y="1853"/>
                  </a:cubicBezTo>
                  <a:cubicBezTo>
                    <a:pt x="9103" y="1853"/>
                    <a:pt x="9103" y="1853"/>
                    <a:pt x="9103" y="1853"/>
                  </a:cubicBezTo>
                  <a:cubicBezTo>
                    <a:pt x="9107" y="1912"/>
                    <a:pt x="9117" y="1920"/>
                    <a:pt x="9126" y="1920"/>
                  </a:cubicBezTo>
                  <a:cubicBezTo>
                    <a:pt x="9129" y="1920"/>
                    <a:pt x="9133" y="1919"/>
                    <a:pt x="9136" y="1919"/>
                  </a:cubicBezTo>
                  <a:cubicBezTo>
                    <a:pt x="9140" y="1919"/>
                    <a:pt x="9143" y="1921"/>
                    <a:pt x="9145" y="1930"/>
                  </a:cubicBezTo>
                  <a:cubicBezTo>
                    <a:pt x="9196" y="2082"/>
                    <a:pt x="9145" y="2107"/>
                    <a:pt x="9171" y="2226"/>
                  </a:cubicBezTo>
                  <a:cubicBezTo>
                    <a:pt x="9221" y="2378"/>
                    <a:pt x="9255" y="2539"/>
                    <a:pt x="9272" y="2699"/>
                  </a:cubicBezTo>
                  <a:cubicBezTo>
                    <a:pt x="9268" y="2695"/>
                    <a:pt x="9265" y="2694"/>
                    <a:pt x="9262" y="2694"/>
                  </a:cubicBezTo>
                  <a:cubicBezTo>
                    <a:pt x="9254" y="2694"/>
                    <a:pt x="9251" y="2710"/>
                    <a:pt x="9238" y="2716"/>
                  </a:cubicBezTo>
                  <a:cubicBezTo>
                    <a:pt x="9281" y="2767"/>
                    <a:pt x="9314" y="2818"/>
                    <a:pt x="9331" y="2885"/>
                  </a:cubicBezTo>
                  <a:lnTo>
                    <a:pt x="9331" y="2775"/>
                  </a:lnTo>
                  <a:cubicBezTo>
                    <a:pt x="9357" y="2852"/>
                    <a:pt x="9399" y="2911"/>
                    <a:pt x="9390" y="2987"/>
                  </a:cubicBezTo>
                  <a:cubicBezTo>
                    <a:pt x="9395" y="2969"/>
                    <a:pt x="9400" y="2961"/>
                    <a:pt x="9404" y="2961"/>
                  </a:cubicBezTo>
                  <a:cubicBezTo>
                    <a:pt x="9425" y="2961"/>
                    <a:pt x="9447" y="3124"/>
                    <a:pt x="9475" y="3173"/>
                  </a:cubicBezTo>
                  <a:cubicBezTo>
                    <a:pt x="9467" y="3255"/>
                    <a:pt x="9514" y="3328"/>
                    <a:pt x="9502" y="3379"/>
                  </a:cubicBezTo>
                  <a:lnTo>
                    <a:pt x="9502" y="3379"/>
                  </a:lnTo>
                  <a:lnTo>
                    <a:pt x="9500" y="3368"/>
                  </a:lnTo>
                  <a:lnTo>
                    <a:pt x="9500" y="3385"/>
                  </a:lnTo>
                  <a:cubicBezTo>
                    <a:pt x="9501" y="3383"/>
                    <a:pt x="9502" y="3381"/>
                    <a:pt x="9502" y="3379"/>
                  </a:cubicBezTo>
                  <a:lnTo>
                    <a:pt x="9502" y="3379"/>
                  </a:lnTo>
                  <a:lnTo>
                    <a:pt x="9517" y="3486"/>
                  </a:lnTo>
                  <a:lnTo>
                    <a:pt x="9467" y="3486"/>
                  </a:lnTo>
                  <a:cubicBezTo>
                    <a:pt x="9467" y="3558"/>
                    <a:pt x="9504" y="3637"/>
                    <a:pt x="9520" y="3637"/>
                  </a:cubicBezTo>
                  <a:cubicBezTo>
                    <a:pt x="9523" y="3637"/>
                    <a:pt x="9525" y="3635"/>
                    <a:pt x="9526" y="3630"/>
                  </a:cubicBezTo>
                  <a:lnTo>
                    <a:pt x="9526" y="3630"/>
                  </a:lnTo>
                  <a:cubicBezTo>
                    <a:pt x="9530" y="3679"/>
                    <a:pt x="9528" y="3688"/>
                    <a:pt x="9522" y="3688"/>
                  </a:cubicBezTo>
                  <a:cubicBezTo>
                    <a:pt x="9518" y="3688"/>
                    <a:pt x="9514" y="3685"/>
                    <a:pt x="9509" y="3685"/>
                  </a:cubicBezTo>
                  <a:cubicBezTo>
                    <a:pt x="9506" y="3685"/>
                    <a:pt x="9503" y="3686"/>
                    <a:pt x="9500" y="3689"/>
                  </a:cubicBezTo>
                  <a:cubicBezTo>
                    <a:pt x="9475" y="3638"/>
                    <a:pt x="9424" y="3545"/>
                    <a:pt x="9450" y="3503"/>
                  </a:cubicBezTo>
                  <a:lnTo>
                    <a:pt x="9450" y="3503"/>
                  </a:lnTo>
                  <a:cubicBezTo>
                    <a:pt x="9450" y="3511"/>
                    <a:pt x="9450" y="3537"/>
                    <a:pt x="9458" y="3537"/>
                  </a:cubicBezTo>
                  <a:cubicBezTo>
                    <a:pt x="9444" y="3411"/>
                    <a:pt x="9425" y="3403"/>
                    <a:pt x="9405" y="3403"/>
                  </a:cubicBezTo>
                  <a:cubicBezTo>
                    <a:pt x="9402" y="3403"/>
                    <a:pt x="9399" y="3403"/>
                    <a:pt x="9396" y="3403"/>
                  </a:cubicBezTo>
                  <a:cubicBezTo>
                    <a:pt x="9383" y="3403"/>
                    <a:pt x="9369" y="3400"/>
                    <a:pt x="9357" y="3359"/>
                  </a:cubicBezTo>
                  <a:lnTo>
                    <a:pt x="9357" y="3359"/>
                  </a:lnTo>
                  <a:cubicBezTo>
                    <a:pt x="9357" y="3418"/>
                    <a:pt x="9365" y="3478"/>
                    <a:pt x="9374" y="3528"/>
                  </a:cubicBezTo>
                  <a:cubicBezTo>
                    <a:pt x="9399" y="3596"/>
                    <a:pt x="9416" y="3664"/>
                    <a:pt x="9450" y="3731"/>
                  </a:cubicBezTo>
                  <a:cubicBezTo>
                    <a:pt x="9424" y="3672"/>
                    <a:pt x="9416" y="3605"/>
                    <a:pt x="9424" y="3537"/>
                  </a:cubicBezTo>
                  <a:lnTo>
                    <a:pt x="9424" y="3537"/>
                  </a:lnTo>
                  <a:cubicBezTo>
                    <a:pt x="9433" y="3588"/>
                    <a:pt x="9458" y="3596"/>
                    <a:pt x="9458" y="3647"/>
                  </a:cubicBezTo>
                  <a:lnTo>
                    <a:pt x="9441" y="3630"/>
                  </a:lnTo>
                  <a:lnTo>
                    <a:pt x="9441" y="3630"/>
                  </a:lnTo>
                  <a:lnTo>
                    <a:pt x="9475" y="3689"/>
                  </a:lnTo>
                  <a:cubicBezTo>
                    <a:pt x="9449" y="3696"/>
                    <a:pt x="9474" y="3791"/>
                    <a:pt x="9462" y="3791"/>
                  </a:cubicBezTo>
                  <a:cubicBezTo>
                    <a:pt x="9458" y="3791"/>
                    <a:pt x="9452" y="3784"/>
                    <a:pt x="9441" y="3765"/>
                  </a:cubicBezTo>
                  <a:lnTo>
                    <a:pt x="9441" y="3765"/>
                  </a:lnTo>
                  <a:cubicBezTo>
                    <a:pt x="9467" y="3841"/>
                    <a:pt x="9475" y="3791"/>
                    <a:pt x="9492" y="3858"/>
                  </a:cubicBezTo>
                  <a:lnTo>
                    <a:pt x="9475" y="3714"/>
                  </a:lnTo>
                  <a:lnTo>
                    <a:pt x="9509" y="3714"/>
                  </a:lnTo>
                  <a:cubicBezTo>
                    <a:pt x="9526" y="3765"/>
                    <a:pt x="9517" y="3782"/>
                    <a:pt x="9526" y="3841"/>
                  </a:cubicBezTo>
                  <a:lnTo>
                    <a:pt x="9560" y="3824"/>
                  </a:lnTo>
                  <a:lnTo>
                    <a:pt x="9551" y="3934"/>
                  </a:lnTo>
                  <a:cubicBezTo>
                    <a:pt x="9553" y="3933"/>
                    <a:pt x="9554" y="3932"/>
                    <a:pt x="9556" y="3932"/>
                  </a:cubicBezTo>
                  <a:cubicBezTo>
                    <a:pt x="9570" y="3932"/>
                    <a:pt x="9577" y="4004"/>
                    <a:pt x="9585" y="4019"/>
                  </a:cubicBezTo>
                  <a:cubicBezTo>
                    <a:pt x="9585" y="4078"/>
                    <a:pt x="9526" y="4053"/>
                    <a:pt x="9577" y="4146"/>
                  </a:cubicBezTo>
                  <a:lnTo>
                    <a:pt x="9577" y="4137"/>
                  </a:lnTo>
                  <a:cubicBezTo>
                    <a:pt x="9594" y="4188"/>
                    <a:pt x="9610" y="4239"/>
                    <a:pt x="9610" y="4298"/>
                  </a:cubicBezTo>
                  <a:cubicBezTo>
                    <a:pt x="9603" y="4298"/>
                    <a:pt x="9595" y="4277"/>
                    <a:pt x="9594" y="4267"/>
                  </a:cubicBezTo>
                  <a:lnTo>
                    <a:pt x="9594" y="4267"/>
                  </a:lnTo>
                  <a:cubicBezTo>
                    <a:pt x="9603" y="4385"/>
                    <a:pt x="9678" y="4552"/>
                    <a:pt x="9644" y="4603"/>
                  </a:cubicBezTo>
                  <a:cubicBezTo>
                    <a:pt x="9619" y="4603"/>
                    <a:pt x="9619" y="4560"/>
                    <a:pt x="9594" y="4560"/>
                  </a:cubicBezTo>
                  <a:cubicBezTo>
                    <a:pt x="9602" y="4383"/>
                    <a:pt x="9526" y="4442"/>
                    <a:pt x="9509" y="4239"/>
                  </a:cubicBezTo>
                  <a:cubicBezTo>
                    <a:pt x="9568" y="4222"/>
                    <a:pt x="9441" y="4078"/>
                    <a:pt x="9500" y="4027"/>
                  </a:cubicBezTo>
                  <a:lnTo>
                    <a:pt x="9500" y="4027"/>
                  </a:lnTo>
                  <a:cubicBezTo>
                    <a:pt x="9500" y="4105"/>
                    <a:pt x="9558" y="4190"/>
                    <a:pt x="9567" y="4190"/>
                  </a:cubicBezTo>
                  <a:cubicBezTo>
                    <a:pt x="9568" y="4190"/>
                    <a:pt x="9568" y="4190"/>
                    <a:pt x="9568" y="4188"/>
                  </a:cubicBezTo>
                  <a:cubicBezTo>
                    <a:pt x="9543" y="4112"/>
                    <a:pt x="9534" y="4044"/>
                    <a:pt x="9526" y="3968"/>
                  </a:cubicBezTo>
                  <a:cubicBezTo>
                    <a:pt x="9522" y="3989"/>
                    <a:pt x="9509" y="3998"/>
                    <a:pt x="9494" y="3998"/>
                  </a:cubicBezTo>
                  <a:cubicBezTo>
                    <a:pt x="9479" y="3998"/>
                    <a:pt x="9462" y="3989"/>
                    <a:pt x="9450" y="3977"/>
                  </a:cubicBezTo>
                  <a:lnTo>
                    <a:pt x="9450" y="3977"/>
                  </a:lnTo>
                  <a:cubicBezTo>
                    <a:pt x="9484" y="4146"/>
                    <a:pt x="9500" y="4307"/>
                    <a:pt x="9509" y="4476"/>
                  </a:cubicBezTo>
                  <a:lnTo>
                    <a:pt x="9543" y="4450"/>
                  </a:lnTo>
                  <a:cubicBezTo>
                    <a:pt x="9567" y="4508"/>
                    <a:pt x="9566" y="4520"/>
                    <a:pt x="9557" y="4520"/>
                  </a:cubicBezTo>
                  <a:cubicBezTo>
                    <a:pt x="9552" y="4520"/>
                    <a:pt x="9544" y="4515"/>
                    <a:pt x="9536" y="4515"/>
                  </a:cubicBezTo>
                  <a:cubicBezTo>
                    <a:pt x="9527" y="4515"/>
                    <a:pt x="9520" y="4523"/>
                    <a:pt x="9526" y="4560"/>
                  </a:cubicBezTo>
                  <a:lnTo>
                    <a:pt x="9560" y="4603"/>
                  </a:lnTo>
                  <a:lnTo>
                    <a:pt x="9560" y="4611"/>
                  </a:lnTo>
                  <a:lnTo>
                    <a:pt x="9610" y="4687"/>
                  </a:lnTo>
                  <a:cubicBezTo>
                    <a:pt x="9602" y="4628"/>
                    <a:pt x="9577" y="4653"/>
                    <a:pt x="9577" y="4594"/>
                  </a:cubicBezTo>
                  <a:cubicBezTo>
                    <a:pt x="9579" y="4575"/>
                    <a:pt x="9584" y="4568"/>
                    <a:pt x="9590" y="4568"/>
                  </a:cubicBezTo>
                  <a:cubicBezTo>
                    <a:pt x="9602" y="4568"/>
                    <a:pt x="9619" y="4597"/>
                    <a:pt x="9636" y="4603"/>
                  </a:cubicBezTo>
                  <a:cubicBezTo>
                    <a:pt x="9629" y="4636"/>
                    <a:pt x="9649" y="4727"/>
                    <a:pt x="9637" y="4727"/>
                  </a:cubicBezTo>
                  <a:cubicBezTo>
                    <a:pt x="9633" y="4727"/>
                    <a:pt x="9628" y="4720"/>
                    <a:pt x="9619" y="4704"/>
                  </a:cubicBezTo>
                  <a:lnTo>
                    <a:pt x="9619" y="4704"/>
                  </a:lnTo>
                  <a:lnTo>
                    <a:pt x="9687" y="4848"/>
                  </a:lnTo>
                  <a:cubicBezTo>
                    <a:pt x="9670" y="4848"/>
                    <a:pt x="9661" y="4814"/>
                    <a:pt x="9653" y="4806"/>
                  </a:cubicBezTo>
                  <a:lnTo>
                    <a:pt x="9653" y="4806"/>
                  </a:lnTo>
                  <a:lnTo>
                    <a:pt x="9678" y="4907"/>
                  </a:lnTo>
                  <a:cubicBezTo>
                    <a:pt x="9703" y="5000"/>
                    <a:pt x="9729" y="5093"/>
                    <a:pt x="9771" y="5178"/>
                  </a:cubicBezTo>
                  <a:cubicBezTo>
                    <a:pt x="9771" y="5138"/>
                    <a:pt x="9774" y="5124"/>
                    <a:pt x="9779" y="5124"/>
                  </a:cubicBezTo>
                  <a:cubicBezTo>
                    <a:pt x="9791" y="5124"/>
                    <a:pt x="9815" y="5230"/>
                    <a:pt x="9828" y="5230"/>
                  </a:cubicBezTo>
                  <a:cubicBezTo>
                    <a:pt x="9829" y="5230"/>
                    <a:pt x="9830" y="5229"/>
                    <a:pt x="9830" y="5229"/>
                  </a:cubicBezTo>
                  <a:lnTo>
                    <a:pt x="9830" y="5229"/>
                  </a:lnTo>
                  <a:cubicBezTo>
                    <a:pt x="9830" y="5254"/>
                    <a:pt x="9816" y="5273"/>
                    <a:pt x="9795" y="5273"/>
                  </a:cubicBezTo>
                  <a:cubicBezTo>
                    <a:pt x="9775" y="5273"/>
                    <a:pt x="9750" y="5254"/>
                    <a:pt x="9729" y="5203"/>
                  </a:cubicBezTo>
                  <a:cubicBezTo>
                    <a:pt x="9746" y="5169"/>
                    <a:pt x="9703" y="5093"/>
                    <a:pt x="9687" y="5034"/>
                  </a:cubicBezTo>
                  <a:lnTo>
                    <a:pt x="9687" y="5034"/>
                  </a:lnTo>
                  <a:cubicBezTo>
                    <a:pt x="9687" y="5085"/>
                    <a:pt x="9703" y="5144"/>
                    <a:pt x="9720" y="5186"/>
                  </a:cubicBezTo>
                  <a:cubicBezTo>
                    <a:pt x="9718" y="5182"/>
                    <a:pt x="9717" y="5181"/>
                    <a:pt x="9715" y="5181"/>
                  </a:cubicBezTo>
                  <a:cubicBezTo>
                    <a:pt x="9706" y="5181"/>
                    <a:pt x="9711" y="5271"/>
                    <a:pt x="9704" y="5271"/>
                  </a:cubicBezTo>
                  <a:cubicBezTo>
                    <a:pt x="9704" y="5271"/>
                    <a:pt x="9704" y="5271"/>
                    <a:pt x="9703" y="5271"/>
                  </a:cubicBezTo>
                  <a:cubicBezTo>
                    <a:pt x="9687" y="5263"/>
                    <a:pt x="9653" y="5246"/>
                    <a:pt x="9653" y="5169"/>
                  </a:cubicBezTo>
                  <a:cubicBezTo>
                    <a:pt x="9646" y="5125"/>
                    <a:pt x="9650" y="5114"/>
                    <a:pt x="9656" y="5114"/>
                  </a:cubicBezTo>
                  <a:cubicBezTo>
                    <a:pt x="9663" y="5114"/>
                    <a:pt x="9672" y="5127"/>
                    <a:pt x="9673" y="5127"/>
                  </a:cubicBezTo>
                  <a:cubicBezTo>
                    <a:pt x="9673" y="5127"/>
                    <a:pt x="9673" y="5125"/>
                    <a:pt x="9670" y="5119"/>
                  </a:cubicBezTo>
                  <a:cubicBezTo>
                    <a:pt x="9703" y="5085"/>
                    <a:pt x="9636" y="4966"/>
                    <a:pt x="9636" y="4890"/>
                  </a:cubicBezTo>
                  <a:cubicBezTo>
                    <a:pt x="9636" y="4889"/>
                    <a:pt x="9636" y="4889"/>
                    <a:pt x="9636" y="4889"/>
                  </a:cubicBezTo>
                  <a:cubicBezTo>
                    <a:pt x="9638" y="4889"/>
                    <a:pt x="9641" y="4899"/>
                    <a:pt x="9643" y="4907"/>
                  </a:cubicBezTo>
                  <a:lnTo>
                    <a:pt x="9643" y="4907"/>
                  </a:lnTo>
                  <a:cubicBezTo>
                    <a:pt x="9634" y="4845"/>
                    <a:pt x="9609" y="4730"/>
                    <a:pt x="9585" y="4730"/>
                  </a:cubicBezTo>
                  <a:lnTo>
                    <a:pt x="9585" y="4730"/>
                  </a:lnTo>
                  <a:lnTo>
                    <a:pt x="9636" y="4873"/>
                  </a:lnTo>
                  <a:cubicBezTo>
                    <a:pt x="9634" y="4880"/>
                    <a:pt x="9632" y="4882"/>
                    <a:pt x="9629" y="4882"/>
                  </a:cubicBezTo>
                  <a:cubicBezTo>
                    <a:pt x="9622" y="4882"/>
                    <a:pt x="9611" y="4864"/>
                    <a:pt x="9603" y="4864"/>
                  </a:cubicBezTo>
                  <a:cubicBezTo>
                    <a:pt x="9599" y="4864"/>
                    <a:pt x="9596" y="4868"/>
                    <a:pt x="9594" y="4882"/>
                  </a:cubicBezTo>
                  <a:cubicBezTo>
                    <a:pt x="9610" y="4916"/>
                    <a:pt x="9619" y="4958"/>
                    <a:pt x="9619" y="5000"/>
                  </a:cubicBezTo>
                  <a:lnTo>
                    <a:pt x="9610" y="4992"/>
                  </a:lnTo>
                  <a:lnTo>
                    <a:pt x="9610" y="4992"/>
                  </a:lnTo>
                  <a:cubicBezTo>
                    <a:pt x="9610" y="5102"/>
                    <a:pt x="9636" y="5212"/>
                    <a:pt x="9670" y="5322"/>
                  </a:cubicBezTo>
                  <a:cubicBezTo>
                    <a:pt x="9729" y="5347"/>
                    <a:pt x="9780" y="5381"/>
                    <a:pt x="9830" y="5415"/>
                  </a:cubicBezTo>
                  <a:cubicBezTo>
                    <a:pt x="9864" y="5567"/>
                    <a:pt x="9890" y="5728"/>
                    <a:pt x="9907" y="5889"/>
                  </a:cubicBezTo>
                  <a:cubicBezTo>
                    <a:pt x="9864" y="5812"/>
                    <a:pt x="9839" y="5728"/>
                    <a:pt x="9830" y="5643"/>
                  </a:cubicBezTo>
                  <a:lnTo>
                    <a:pt x="9830" y="5643"/>
                  </a:lnTo>
                  <a:lnTo>
                    <a:pt x="9856" y="5694"/>
                  </a:lnTo>
                  <a:cubicBezTo>
                    <a:pt x="9847" y="5635"/>
                    <a:pt x="9830" y="5584"/>
                    <a:pt x="9797" y="5533"/>
                  </a:cubicBezTo>
                  <a:cubicBezTo>
                    <a:pt x="9805" y="5533"/>
                    <a:pt x="9805" y="5533"/>
                    <a:pt x="9805" y="5516"/>
                  </a:cubicBezTo>
                  <a:cubicBezTo>
                    <a:pt x="9793" y="5456"/>
                    <a:pt x="9768" y="5422"/>
                    <a:pt x="9752" y="5422"/>
                  </a:cubicBezTo>
                  <a:cubicBezTo>
                    <a:pt x="9745" y="5422"/>
                    <a:pt x="9740" y="5428"/>
                    <a:pt x="9737" y="5440"/>
                  </a:cubicBezTo>
                  <a:lnTo>
                    <a:pt x="9754" y="5466"/>
                  </a:lnTo>
                  <a:lnTo>
                    <a:pt x="9737" y="5525"/>
                  </a:lnTo>
                  <a:cubicBezTo>
                    <a:pt x="9788" y="5542"/>
                    <a:pt x="9797" y="5711"/>
                    <a:pt x="9830" y="5795"/>
                  </a:cubicBezTo>
                  <a:cubicBezTo>
                    <a:pt x="9797" y="5736"/>
                    <a:pt x="9746" y="5694"/>
                    <a:pt x="9754" y="5609"/>
                  </a:cubicBezTo>
                  <a:lnTo>
                    <a:pt x="9754" y="5609"/>
                  </a:lnTo>
                  <a:lnTo>
                    <a:pt x="9737" y="5618"/>
                  </a:lnTo>
                  <a:cubicBezTo>
                    <a:pt x="9720" y="5550"/>
                    <a:pt x="9729" y="5491"/>
                    <a:pt x="9703" y="5457"/>
                  </a:cubicBezTo>
                  <a:lnTo>
                    <a:pt x="9703" y="5457"/>
                  </a:lnTo>
                  <a:lnTo>
                    <a:pt x="9720" y="5533"/>
                  </a:lnTo>
                  <a:lnTo>
                    <a:pt x="9703" y="5533"/>
                  </a:lnTo>
                  <a:cubicBezTo>
                    <a:pt x="9729" y="5592"/>
                    <a:pt x="9746" y="5652"/>
                    <a:pt x="9746" y="5719"/>
                  </a:cubicBezTo>
                  <a:cubicBezTo>
                    <a:pt x="9788" y="5779"/>
                    <a:pt x="9822" y="5855"/>
                    <a:pt x="9822" y="5931"/>
                  </a:cubicBezTo>
                  <a:cubicBezTo>
                    <a:pt x="9890" y="6007"/>
                    <a:pt x="9839" y="6151"/>
                    <a:pt x="9864" y="6202"/>
                  </a:cubicBezTo>
                  <a:cubicBezTo>
                    <a:pt x="9868" y="6204"/>
                    <a:pt x="9872" y="6205"/>
                    <a:pt x="9875" y="6205"/>
                  </a:cubicBezTo>
                  <a:cubicBezTo>
                    <a:pt x="9907" y="6205"/>
                    <a:pt x="9866" y="6080"/>
                    <a:pt x="9881" y="6041"/>
                  </a:cubicBezTo>
                  <a:lnTo>
                    <a:pt x="9881" y="6041"/>
                  </a:lnTo>
                  <a:cubicBezTo>
                    <a:pt x="9900" y="6072"/>
                    <a:pt x="9896" y="6111"/>
                    <a:pt x="9899" y="6111"/>
                  </a:cubicBezTo>
                  <a:cubicBezTo>
                    <a:pt x="9900" y="6111"/>
                    <a:pt x="9902" y="6105"/>
                    <a:pt x="9907" y="6092"/>
                  </a:cubicBezTo>
                  <a:lnTo>
                    <a:pt x="9907" y="6092"/>
                  </a:lnTo>
                  <a:cubicBezTo>
                    <a:pt x="9949" y="6202"/>
                    <a:pt x="9873" y="6168"/>
                    <a:pt x="9915" y="6244"/>
                  </a:cubicBezTo>
                  <a:lnTo>
                    <a:pt x="9923" y="6193"/>
                  </a:lnTo>
                  <a:cubicBezTo>
                    <a:pt x="9949" y="6235"/>
                    <a:pt x="9940" y="6295"/>
                    <a:pt x="9966" y="6337"/>
                  </a:cubicBezTo>
                  <a:cubicBezTo>
                    <a:pt x="9991" y="6337"/>
                    <a:pt x="9966" y="6269"/>
                    <a:pt x="9966" y="6193"/>
                  </a:cubicBezTo>
                  <a:lnTo>
                    <a:pt x="9966" y="6193"/>
                  </a:lnTo>
                  <a:lnTo>
                    <a:pt x="9991" y="6227"/>
                  </a:lnTo>
                  <a:cubicBezTo>
                    <a:pt x="9974" y="6176"/>
                    <a:pt x="9966" y="6125"/>
                    <a:pt x="9940" y="6075"/>
                  </a:cubicBezTo>
                  <a:cubicBezTo>
                    <a:pt x="9898" y="6032"/>
                    <a:pt x="9907" y="6075"/>
                    <a:pt x="9856" y="5982"/>
                  </a:cubicBezTo>
                  <a:cubicBezTo>
                    <a:pt x="9870" y="5931"/>
                    <a:pt x="9897" y="5893"/>
                    <a:pt x="9925" y="5893"/>
                  </a:cubicBezTo>
                  <a:cubicBezTo>
                    <a:pt x="9930" y="5893"/>
                    <a:pt x="9935" y="5894"/>
                    <a:pt x="9940" y="5897"/>
                  </a:cubicBezTo>
                  <a:cubicBezTo>
                    <a:pt x="9940" y="5948"/>
                    <a:pt x="9966" y="6032"/>
                    <a:pt x="9940" y="6032"/>
                  </a:cubicBezTo>
                  <a:cubicBezTo>
                    <a:pt x="9971" y="6071"/>
                    <a:pt x="10002" y="6171"/>
                    <a:pt x="10026" y="6171"/>
                  </a:cubicBezTo>
                  <a:cubicBezTo>
                    <a:pt x="10029" y="6171"/>
                    <a:pt x="10031" y="6170"/>
                    <a:pt x="10033" y="6168"/>
                  </a:cubicBezTo>
                  <a:lnTo>
                    <a:pt x="10033" y="6185"/>
                  </a:lnTo>
                  <a:cubicBezTo>
                    <a:pt x="10008" y="6269"/>
                    <a:pt x="9983" y="6354"/>
                    <a:pt x="9974" y="6447"/>
                  </a:cubicBezTo>
                  <a:cubicBezTo>
                    <a:pt x="9966" y="6464"/>
                    <a:pt x="9983" y="6472"/>
                    <a:pt x="10016" y="6472"/>
                  </a:cubicBezTo>
                  <a:cubicBezTo>
                    <a:pt x="10000" y="6498"/>
                    <a:pt x="9991" y="6515"/>
                    <a:pt x="9983" y="6540"/>
                  </a:cubicBezTo>
                  <a:cubicBezTo>
                    <a:pt x="9966" y="6515"/>
                    <a:pt x="9966" y="6498"/>
                    <a:pt x="9966" y="6472"/>
                  </a:cubicBezTo>
                  <a:cubicBezTo>
                    <a:pt x="9957" y="6523"/>
                    <a:pt x="9932" y="6565"/>
                    <a:pt x="9898" y="6599"/>
                  </a:cubicBezTo>
                  <a:lnTo>
                    <a:pt x="9898" y="6582"/>
                  </a:lnTo>
                  <a:cubicBezTo>
                    <a:pt x="9898" y="6599"/>
                    <a:pt x="9890" y="6616"/>
                    <a:pt x="9881" y="6633"/>
                  </a:cubicBezTo>
                  <a:cubicBezTo>
                    <a:pt x="9894" y="6613"/>
                    <a:pt x="9918" y="6594"/>
                    <a:pt x="9935" y="6594"/>
                  </a:cubicBezTo>
                  <a:cubicBezTo>
                    <a:pt x="9940" y="6594"/>
                    <a:pt x="9945" y="6595"/>
                    <a:pt x="9949" y="6599"/>
                  </a:cubicBezTo>
                  <a:cubicBezTo>
                    <a:pt x="9923" y="6675"/>
                    <a:pt x="9873" y="6667"/>
                    <a:pt x="9830" y="6734"/>
                  </a:cubicBezTo>
                  <a:cubicBezTo>
                    <a:pt x="9813" y="6684"/>
                    <a:pt x="9797" y="6684"/>
                    <a:pt x="9797" y="6650"/>
                  </a:cubicBezTo>
                  <a:lnTo>
                    <a:pt x="9805" y="6650"/>
                  </a:lnTo>
                  <a:cubicBezTo>
                    <a:pt x="9813" y="6616"/>
                    <a:pt x="9822" y="6574"/>
                    <a:pt x="9822" y="6557"/>
                  </a:cubicBezTo>
                  <a:lnTo>
                    <a:pt x="9822" y="6557"/>
                  </a:lnTo>
                  <a:cubicBezTo>
                    <a:pt x="9797" y="6574"/>
                    <a:pt x="9780" y="6582"/>
                    <a:pt x="9771" y="6591"/>
                  </a:cubicBezTo>
                  <a:cubicBezTo>
                    <a:pt x="9737" y="6608"/>
                    <a:pt x="9712" y="6608"/>
                    <a:pt x="9687" y="6616"/>
                  </a:cubicBezTo>
                  <a:cubicBezTo>
                    <a:pt x="9678" y="6599"/>
                    <a:pt x="9703" y="6591"/>
                    <a:pt x="9720" y="6574"/>
                  </a:cubicBezTo>
                  <a:cubicBezTo>
                    <a:pt x="9729" y="6565"/>
                    <a:pt x="9746" y="6548"/>
                    <a:pt x="9729" y="6548"/>
                  </a:cubicBezTo>
                  <a:cubicBezTo>
                    <a:pt x="9746" y="6540"/>
                    <a:pt x="9771" y="6540"/>
                    <a:pt x="9788" y="6531"/>
                  </a:cubicBezTo>
                  <a:lnTo>
                    <a:pt x="9788" y="6548"/>
                  </a:lnTo>
                  <a:cubicBezTo>
                    <a:pt x="9797" y="6515"/>
                    <a:pt x="9822" y="6523"/>
                    <a:pt x="9805" y="6489"/>
                  </a:cubicBezTo>
                  <a:cubicBezTo>
                    <a:pt x="9808" y="6486"/>
                    <a:pt x="9810" y="6485"/>
                    <a:pt x="9812" y="6485"/>
                  </a:cubicBezTo>
                  <a:cubicBezTo>
                    <a:pt x="9819" y="6485"/>
                    <a:pt x="9816" y="6507"/>
                    <a:pt x="9820" y="6507"/>
                  </a:cubicBezTo>
                  <a:cubicBezTo>
                    <a:pt x="9821" y="6507"/>
                    <a:pt x="9821" y="6507"/>
                    <a:pt x="9822" y="6506"/>
                  </a:cubicBezTo>
                  <a:cubicBezTo>
                    <a:pt x="9830" y="6531"/>
                    <a:pt x="9839" y="6548"/>
                    <a:pt x="9847" y="6574"/>
                  </a:cubicBezTo>
                  <a:cubicBezTo>
                    <a:pt x="9890" y="6540"/>
                    <a:pt x="9839" y="6531"/>
                    <a:pt x="9847" y="6489"/>
                  </a:cubicBezTo>
                  <a:cubicBezTo>
                    <a:pt x="9856" y="6481"/>
                    <a:pt x="9873" y="6472"/>
                    <a:pt x="9881" y="6455"/>
                  </a:cubicBezTo>
                  <a:cubicBezTo>
                    <a:pt x="9881" y="6447"/>
                    <a:pt x="9879" y="6444"/>
                    <a:pt x="9876" y="6444"/>
                  </a:cubicBezTo>
                  <a:cubicBezTo>
                    <a:pt x="9871" y="6444"/>
                    <a:pt x="9861" y="6455"/>
                    <a:pt x="9856" y="6455"/>
                  </a:cubicBezTo>
                  <a:cubicBezTo>
                    <a:pt x="9856" y="6430"/>
                    <a:pt x="9881" y="6413"/>
                    <a:pt x="9881" y="6388"/>
                  </a:cubicBezTo>
                  <a:lnTo>
                    <a:pt x="9881" y="6388"/>
                  </a:lnTo>
                  <a:cubicBezTo>
                    <a:pt x="9874" y="6394"/>
                    <a:pt x="9867" y="6407"/>
                    <a:pt x="9861" y="6407"/>
                  </a:cubicBezTo>
                  <a:cubicBezTo>
                    <a:pt x="9859" y="6407"/>
                    <a:pt x="9857" y="6406"/>
                    <a:pt x="9856" y="6405"/>
                  </a:cubicBezTo>
                  <a:cubicBezTo>
                    <a:pt x="9880" y="6364"/>
                    <a:pt x="9865" y="6307"/>
                    <a:pt x="9902" y="6250"/>
                  </a:cubicBezTo>
                  <a:lnTo>
                    <a:pt x="9902" y="6250"/>
                  </a:lnTo>
                  <a:cubicBezTo>
                    <a:pt x="9900" y="6252"/>
                    <a:pt x="9898" y="6253"/>
                    <a:pt x="9895" y="6253"/>
                  </a:cubicBezTo>
                  <a:cubicBezTo>
                    <a:pt x="9877" y="6253"/>
                    <a:pt x="9853" y="6204"/>
                    <a:pt x="9839" y="6176"/>
                  </a:cubicBezTo>
                  <a:cubicBezTo>
                    <a:pt x="9830" y="6218"/>
                    <a:pt x="9822" y="6261"/>
                    <a:pt x="9813" y="6303"/>
                  </a:cubicBezTo>
                  <a:cubicBezTo>
                    <a:pt x="9813" y="6345"/>
                    <a:pt x="9813" y="6396"/>
                    <a:pt x="9805" y="6438"/>
                  </a:cubicBezTo>
                  <a:cubicBezTo>
                    <a:pt x="9797" y="6472"/>
                    <a:pt x="9780" y="6489"/>
                    <a:pt x="9780" y="6506"/>
                  </a:cubicBezTo>
                  <a:lnTo>
                    <a:pt x="9771" y="6489"/>
                  </a:lnTo>
                  <a:cubicBezTo>
                    <a:pt x="9746" y="6489"/>
                    <a:pt x="9729" y="6515"/>
                    <a:pt x="9712" y="6548"/>
                  </a:cubicBezTo>
                  <a:cubicBezTo>
                    <a:pt x="9674" y="6602"/>
                    <a:pt x="9622" y="6634"/>
                    <a:pt x="9563" y="6634"/>
                  </a:cubicBezTo>
                  <a:cubicBezTo>
                    <a:pt x="9556" y="6634"/>
                    <a:pt x="9550" y="6634"/>
                    <a:pt x="9543" y="6633"/>
                  </a:cubicBezTo>
                  <a:cubicBezTo>
                    <a:pt x="9543" y="6623"/>
                    <a:pt x="9534" y="6621"/>
                    <a:pt x="9521" y="6621"/>
                  </a:cubicBezTo>
                  <a:cubicBezTo>
                    <a:pt x="9504" y="6621"/>
                    <a:pt x="9480" y="6625"/>
                    <a:pt x="9461" y="6625"/>
                  </a:cubicBezTo>
                  <a:cubicBezTo>
                    <a:pt x="9445" y="6625"/>
                    <a:pt x="9433" y="6622"/>
                    <a:pt x="9433" y="6608"/>
                  </a:cubicBezTo>
                  <a:cubicBezTo>
                    <a:pt x="9517" y="6608"/>
                    <a:pt x="9500" y="6591"/>
                    <a:pt x="9475" y="6574"/>
                  </a:cubicBezTo>
                  <a:lnTo>
                    <a:pt x="9475" y="6574"/>
                  </a:lnTo>
                  <a:cubicBezTo>
                    <a:pt x="9424" y="6608"/>
                    <a:pt x="9365" y="6616"/>
                    <a:pt x="9306" y="6616"/>
                  </a:cubicBezTo>
                  <a:cubicBezTo>
                    <a:pt x="9340" y="6591"/>
                    <a:pt x="9255" y="6582"/>
                    <a:pt x="9348" y="6565"/>
                  </a:cubicBezTo>
                  <a:cubicBezTo>
                    <a:pt x="9332" y="6564"/>
                    <a:pt x="9316" y="6563"/>
                    <a:pt x="9300" y="6563"/>
                  </a:cubicBezTo>
                  <a:cubicBezTo>
                    <a:pt x="9224" y="6563"/>
                    <a:pt x="9149" y="6580"/>
                    <a:pt x="9086" y="6608"/>
                  </a:cubicBezTo>
                  <a:cubicBezTo>
                    <a:pt x="9035" y="6620"/>
                    <a:pt x="9006" y="6624"/>
                    <a:pt x="8987" y="6624"/>
                  </a:cubicBezTo>
                  <a:cubicBezTo>
                    <a:pt x="8937" y="6624"/>
                    <a:pt x="8962" y="6594"/>
                    <a:pt x="8883" y="6594"/>
                  </a:cubicBezTo>
                  <a:cubicBezTo>
                    <a:pt x="8866" y="6594"/>
                    <a:pt x="8844" y="6596"/>
                    <a:pt x="8815" y="6599"/>
                  </a:cubicBezTo>
                  <a:lnTo>
                    <a:pt x="8841" y="6582"/>
                  </a:lnTo>
                  <a:lnTo>
                    <a:pt x="8714" y="6599"/>
                  </a:lnTo>
                  <a:lnTo>
                    <a:pt x="8756" y="6616"/>
                  </a:lnTo>
                  <a:lnTo>
                    <a:pt x="8604" y="6641"/>
                  </a:lnTo>
                  <a:cubicBezTo>
                    <a:pt x="8511" y="6675"/>
                    <a:pt x="8646" y="6667"/>
                    <a:pt x="8638" y="6684"/>
                  </a:cubicBezTo>
                  <a:lnTo>
                    <a:pt x="8663" y="6650"/>
                  </a:lnTo>
                  <a:cubicBezTo>
                    <a:pt x="8670" y="6651"/>
                    <a:pt x="8677" y="6651"/>
                    <a:pt x="8685" y="6651"/>
                  </a:cubicBezTo>
                  <a:cubicBezTo>
                    <a:pt x="8724" y="6651"/>
                    <a:pt x="8771" y="6640"/>
                    <a:pt x="8799" y="6640"/>
                  </a:cubicBezTo>
                  <a:cubicBezTo>
                    <a:pt x="8812" y="6640"/>
                    <a:pt x="8821" y="6643"/>
                    <a:pt x="8824" y="6650"/>
                  </a:cubicBezTo>
                  <a:cubicBezTo>
                    <a:pt x="8722" y="6658"/>
                    <a:pt x="8748" y="6675"/>
                    <a:pt x="8714" y="6692"/>
                  </a:cubicBezTo>
                  <a:lnTo>
                    <a:pt x="8807" y="6675"/>
                  </a:lnTo>
                  <a:lnTo>
                    <a:pt x="8841" y="6692"/>
                  </a:lnTo>
                  <a:cubicBezTo>
                    <a:pt x="8860" y="6694"/>
                    <a:pt x="8879" y="6695"/>
                    <a:pt x="8898" y="6695"/>
                  </a:cubicBezTo>
                  <a:cubicBezTo>
                    <a:pt x="8955" y="6695"/>
                    <a:pt x="9012" y="6686"/>
                    <a:pt x="9069" y="6667"/>
                  </a:cubicBezTo>
                  <a:cubicBezTo>
                    <a:pt x="9064" y="6666"/>
                    <a:pt x="9060" y="6665"/>
                    <a:pt x="9055" y="6665"/>
                  </a:cubicBezTo>
                  <a:cubicBezTo>
                    <a:pt x="9029" y="6665"/>
                    <a:pt x="9009" y="6680"/>
                    <a:pt x="8988" y="6680"/>
                  </a:cubicBezTo>
                  <a:cubicBezTo>
                    <a:pt x="8981" y="6680"/>
                    <a:pt x="8974" y="6679"/>
                    <a:pt x="8968" y="6675"/>
                  </a:cubicBezTo>
                  <a:cubicBezTo>
                    <a:pt x="9052" y="6633"/>
                    <a:pt x="9145" y="6616"/>
                    <a:pt x="9247" y="6608"/>
                  </a:cubicBezTo>
                  <a:cubicBezTo>
                    <a:pt x="9247" y="6616"/>
                    <a:pt x="9281" y="6616"/>
                    <a:pt x="9272" y="6624"/>
                  </a:cubicBezTo>
                  <a:cubicBezTo>
                    <a:pt x="9264" y="6629"/>
                    <a:pt x="9257" y="6631"/>
                    <a:pt x="9252" y="6631"/>
                  </a:cubicBezTo>
                  <a:cubicBezTo>
                    <a:pt x="9247" y="6631"/>
                    <a:pt x="9242" y="6629"/>
                    <a:pt x="9238" y="6624"/>
                  </a:cubicBezTo>
                  <a:lnTo>
                    <a:pt x="9238" y="6624"/>
                  </a:lnTo>
                  <a:cubicBezTo>
                    <a:pt x="9247" y="6641"/>
                    <a:pt x="9179" y="6658"/>
                    <a:pt x="9289" y="6658"/>
                  </a:cubicBezTo>
                  <a:cubicBezTo>
                    <a:pt x="9255" y="6692"/>
                    <a:pt x="9179" y="6734"/>
                    <a:pt x="9179" y="6743"/>
                  </a:cubicBezTo>
                  <a:cubicBezTo>
                    <a:pt x="9131" y="6749"/>
                    <a:pt x="9083" y="6755"/>
                    <a:pt x="9035" y="6755"/>
                  </a:cubicBezTo>
                  <a:cubicBezTo>
                    <a:pt x="9016" y="6755"/>
                    <a:pt x="8996" y="6754"/>
                    <a:pt x="8976" y="6751"/>
                  </a:cubicBezTo>
                  <a:cubicBezTo>
                    <a:pt x="8937" y="6751"/>
                    <a:pt x="8874" y="6763"/>
                    <a:pt x="8832" y="6763"/>
                  </a:cubicBezTo>
                  <a:cubicBezTo>
                    <a:pt x="8811" y="6763"/>
                    <a:pt x="8796" y="6760"/>
                    <a:pt x="8790" y="6751"/>
                  </a:cubicBezTo>
                  <a:cubicBezTo>
                    <a:pt x="8764" y="6760"/>
                    <a:pt x="8671" y="6777"/>
                    <a:pt x="8764" y="6785"/>
                  </a:cubicBezTo>
                  <a:lnTo>
                    <a:pt x="8604" y="6811"/>
                  </a:lnTo>
                  <a:cubicBezTo>
                    <a:pt x="8638" y="6760"/>
                    <a:pt x="8485" y="6760"/>
                    <a:pt x="8638" y="6709"/>
                  </a:cubicBezTo>
                  <a:lnTo>
                    <a:pt x="8638" y="6709"/>
                  </a:lnTo>
                  <a:lnTo>
                    <a:pt x="8537" y="6726"/>
                  </a:lnTo>
                  <a:lnTo>
                    <a:pt x="8537" y="6726"/>
                  </a:lnTo>
                  <a:cubicBezTo>
                    <a:pt x="8567" y="6692"/>
                    <a:pt x="8496" y="6692"/>
                    <a:pt x="8418" y="6692"/>
                  </a:cubicBezTo>
                  <a:lnTo>
                    <a:pt x="8401" y="6718"/>
                  </a:lnTo>
                  <a:cubicBezTo>
                    <a:pt x="8345" y="6705"/>
                    <a:pt x="8294" y="6697"/>
                    <a:pt x="8244" y="6697"/>
                  </a:cubicBezTo>
                  <a:cubicBezTo>
                    <a:pt x="8226" y="6697"/>
                    <a:pt x="8207" y="6698"/>
                    <a:pt x="8189" y="6701"/>
                  </a:cubicBezTo>
                  <a:lnTo>
                    <a:pt x="7961" y="6811"/>
                  </a:lnTo>
                  <a:lnTo>
                    <a:pt x="7893" y="6819"/>
                  </a:lnTo>
                  <a:cubicBezTo>
                    <a:pt x="7868" y="6811"/>
                    <a:pt x="7766" y="6819"/>
                    <a:pt x="7800" y="6794"/>
                  </a:cubicBezTo>
                  <a:cubicBezTo>
                    <a:pt x="7792" y="6777"/>
                    <a:pt x="7826" y="6777"/>
                    <a:pt x="7868" y="6777"/>
                  </a:cubicBezTo>
                  <a:cubicBezTo>
                    <a:pt x="7868" y="6777"/>
                    <a:pt x="7859" y="6785"/>
                    <a:pt x="7868" y="6785"/>
                  </a:cubicBezTo>
                  <a:cubicBezTo>
                    <a:pt x="7885" y="6768"/>
                    <a:pt x="7885" y="6743"/>
                    <a:pt x="7834" y="6734"/>
                  </a:cubicBezTo>
                  <a:cubicBezTo>
                    <a:pt x="7868" y="6734"/>
                    <a:pt x="7902" y="6734"/>
                    <a:pt x="7927" y="6726"/>
                  </a:cubicBezTo>
                  <a:lnTo>
                    <a:pt x="7876" y="6726"/>
                  </a:lnTo>
                  <a:cubicBezTo>
                    <a:pt x="7961" y="6709"/>
                    <a:pt x="8079" y="6667"/>
                    <a:pt x="8079" y="6650"/>
                  </a:cubicBezTo>
                  <a:lnTo>
                    <a:pt x="8079" y="6650"/>
                  </a:lnTo>
                  <a:cubicBezTo>
                    <a:pt x="8071" y="6661"/>
                    <a:pt x="8060" y="6665"/>
                    <a:pt x="8046" y="6665"/>
                  </a:cubicBezTo>
                  <a:cubicBezTo>
                    <a:pt x="8020" y="6665"/>
                    <a:pt x="7986" y="6650"/>
                    <a:pt x="7952" y="6650"/>
                  </a:cubicBezTo>
                  <a:cubicBezTo>
                    <a:pt x="7986" y="6641"/>
                    <a:pt x="8062" y="6616"/>
                    <a:pt x="8003" y="6616"/>
                  </a:cubicBezTo>
                  <a:cubicBezTo>
                    <a:pt x="7986" y="6633"/>
                    <a:pt x="7834" y="6658"/>
                    <a:pt x="7944" y="6667"/>
                  </a:cubicBezTo>
                  <a:cubicBezTo>
                    <a:pt x="7893" y="6684"/>
                    <a:pt x="7842" y="6684"/>
                    <a:pt x="7792" y="6684"/>
                  </a:cubicBezTo>
                  <a:cubicBezTo>
                    <a:pt x="7851" y="6667"/>
                    <a:pt x="7809" y="6658"/>
                    <a:pt x="7826" y="6633"/>
                  </a:cubicBezTo>
                  <a:lnTo>
                    <a:pt x="7826" y="6633"/>
                  </a:lnTo>
                  <a:cubicBezTo>
                    <a:pt x="7800" y="6641"/>
                    <a:pt x="7775" y="6667"/>
                    <a:pt x="7766" y="6692"/>
                  </a:cubicBezTo>
                  <a:cubicBezTo>
                    <a:pt x="7647" y="6679"/>
                    <a:pt x="7579" y="6640"/>
                    <a:pt x="7474" y="6640"/>
                  </a:cubicBezTo>
                  <a:cubicBezTo>
                    <a:pt x="7445" y="6640"/>
                    <a:pt x="7414" y="6643"/>
                    <a:pt x="7377" y="6650"/>
                  </a:cubicBezTo>
                  <a:cubicBezTo>
                    <a:pt x="7375" y="6651"/>
                    <a:pt x="7375" y="6652"/>
                    <a:pt x="7378" y="6652"/>
                  </a:cubicBezTo>
                  <a:cubicBezTo>
                    <a:pt x="7387" y="6652"/>
                    <a:pt x="7419" y="6647"/>
                    <a:pt x="7443" y="6647"/>
                  </a:cubicBezTo>
                  <a:cubicBezTo>
                    <a:pt x="7460" y="6647"/>
                    <a:pt x="7473" y="6649"/>
                    <a:pt x="7470" y="6658"/>
                  </a:cubicBezTo>
                  <a:cubicBezTo>
                    <a:pt x="7442" y="6668"/>
                    <a:pt x="7417" y="6671"/>
                    <a:pt x="7395" y="6671"/>
                  </a:cubicBezTo>
                  <a:cubicBezTo>
                    <a:pt x="7335" y="6671"/>
                    <a:pt x="7294" y="6645"/>
                    <a:pt x="7236" y="6645"/>
                  </a:cubicBezTo>
                  <a:cubicBezTo>
                    <a:pt x="7222" y="6645"/>
                    <a:pt x="7207" y="6646"/>
                    <a:pt x="7191" y="6650"/>
                  </a:cubicBezTo>
                  <a:lnTo>
                    <a:pt x="7225" y="6684"/>
                  </a:lnTo>
                  <a:cubicBezTo>
                    <a:pt x="7191" y="6692"/>
                    <a:pt x="7115" y="6701"/>
                    <a:pt x="7073" y="6701"/>
                  </a:cubicBezTo>
                  <a:cubicBezTo>
                    <a:pt x="7064" y="6692"/>
                    <a:pt x="6946" y="6675"/>
                    <a:pt x="7030" y="6658"/>
                  </a:cubicBezTo>
                  <a:cubicBezTo>
                    <a:pt x="7022" y="6658"/>
                    <a:pt x="7015" y="6658"/>
                    <a:pt x="7007" y="6658"/>
                  </a:cubicBezTo>
                  <a:cubicBezTo>
                    <a:pt x="6846" y="6658"/>
                    <a:pt x="6860" y="6743"/>
                    <a:pt x="6658" y="6743"/>
                  </a:cubicBezTo>
                  <a:lnTo>
                    <a:pt x="6844" y="6743"/>
                  </a:lnTo>
                  <a:cubicBezTo>
                    <a:pt x="6760" y="6768"/>
                    <a:pt x="6836" y="6760"/>
                    <a:pt x="6827" y="6785"/>
                  </a:cubicBezTo>
                  <a:cubicBezTo>
                    <a:pt x="6808" y="6777"/>
                    <a:pt x="6777" y="6775"/>
                    <a:pt x="6750" y="6775"/>
                  </a:cubicBezTo>
                  <a:cubicBezTo>
                    <a:pt x="6728" y="6775"/>
                    <a:pt x="6707" y="6776"/>
                    <a:pt x="6695" y="6776"/>
                  </a:cubicBezTo>
                  <a:cubicBezTo>
                    <a:pt x="6677" y="6776"/>
                    <a:pt x="6677" y="6773"/>
                    <a:pt x="6717" y="6760"/>
                  </a:cubicBezTo>
                  <a:cubicBezTo>
                    <a:pt x="6697" y="6758"/>
                    <a:pt x="6677" y="6757"/>
                    <a:pt x="6656" y="6757"/>
                  </a:cubicBezTo>
                  <a:cubicBezTo>
                    <a:pt x="6600" y="6757"/>
                    <a:pt x="6545" y="6764"/>
                    <a:pt x="6489" y="6777"/>
                  </a:cubicBezTo>
                  <a:lnTo>
                    <a:pt x="6548" y="6785"/>
                  </a:lnTo>
                  <a:cubicBezTo>
                    <a:pt x="6472" y="6785"/>
                    <a:pt x="6387" y="6811"/>
                    <a:pt x="6320" y="6844"/>
                  </a:cubicBezTo>
                  <a:cubicBezTo>
                    <a:pt x="6438" y="6836"/>
                    <a:pt x="6438" y="6785"/>
                    <a:pt x="6582" y="6785"/>
                  </a:cubicBezTo>
                  <a:cubicBezTo>
                    <a:pt x="6751" y="6802"/>
                    <a:pt x="6548" y="6811"/>
                    <a:pt x="6658" y="6844"/>
                  </a:cubicBezTo>
                  <a:lnTo>
                    <a:pt x="6768" y="6811"/>
                  </a:lnTo>
                  <a:lnTo>
                    <a:pt x="6717" y="6811"/>
                  </a:lnTo>
                  <a:cubicBezTo>
                    <a:pt x="6734" y="6777"/>
                    <a:pt x="6895" y="6802"/>
                    <a:pt x="6878" y="6768"/>
                  </a:cubicBezTo>
                  <a:lnTo>
                    <a:pt x="6878" y="6768"/>
                  </a:lnTo>
                  <a:cubicBezTo>
                    <a:pt x="6937" y="6781"/>
                    <a:pt x="6975" y="6781"/>
                    <a:pt x="7016" y="6781"/>
                  </a:cubicBezTo>
                  <a:cubicBezTo>
                    <a:pt x="7056" y="6781"/>
                    <a:pt x="7098" y="6781"/>
                    <a:pt x="7166" y="6794"/>
                  </a:cubicBezTo>
                  <a:cubicBezTo>
                    <a:pt x="7191" y="6777"/>
                    <a:pt x="7149" y="6777"/>
                    <a:pt x="7106" y="6777"/>
                  </a:cubicBezTo>
                  <a:cubicBezTo>
                    <a:pt x="7159" y="6777"/>
                    <a:pt x="7171" y="6752"/>
                    <a:pt x="7216" y="6752"/>
                  </a:cubicBezTo>
                  <a:cubicBezTo>
                    <a:pt x="7229" y="6752"/>
                    <a:pt x="7246" y="6754"/>
                    <a:pt x="7267" y="6760"/>
                  </a:cubicBezTo>
                  <a:cubicBezTo>
                    <a:pt x="7309" y="6760"/>
                    <a:pt x="7276" y="6726"/>
                    <a:pt x="7200" y="6726"/>
                  </a:cubicBezTo>
                  <a:cubicBezTo>
                    <a:pt x="7267" y="6726"/>
                    <a:pt x="7326" y="6718"/>
                    <a:pt x="7403" y="6718"/>
                  </a:cubicBezTo>
                  <a:lnTo>
                    <a:pt x="7326" y="6692"/>
                  </a:lnTo>
                  <a:lnTo>
                    <a:pt x="7403" y="6692"/>
                  </a:lnTo>
                  <a:lnTo>
                    <a:pt x="7335" y="6684"/>
                  </a:lnTo>
                  <a:cubicBezTo>
                    <a:pt x="7391" y="6677"/>
                    <a:pt x="7447" y="6673"/>
                    <a:pt x="7502" y="6673"/>
                  </a:cubicBezTo>
                  <a:cubicBezTo>
                    <a:pt x="7581" y="6673"/>
                    <a:pt x="7658" y="6681"/>
                    <a:pt x="7732" y="6701"/>
                  </a:cubicBezTo>
                  <a:cubicBezTo>
                    <a:pt x="7606" y="6734"/>
                    <a:pt x="7394" y="6734"/>
                    <a:pt x="7326" y="6785"/>
                  </a:cubicBezTo>
                  <a:cubicBezTo>
                    <a:pt x="7328" y="6786"/>
                    <a:pt x="7331" y="6786"/>
                    <a:pt x="7333" y="6786"/>
                  </a:cubicBezTo>
                  <a:cubicBezTo>
                    <a:pt x="7354" y="6786"/>
                    <a:pt x="7391" y="6768"/>
                    <a:pt x="7422" y="6768"/>
                  </a:cubicBezTo>
                  <a:cubicBezTo>
                    <a:pt x="7437" y="6768"/>
                    <a:pt x="7452" y="6772"/>
                    <a:pt x="7462" y="6785"/>
                  </a:cubicBezTo>
                  <a:lnTo>
                    <a:pt x="7504" y="6760"/>
                  </a:lnTo>
                  <a:cubicBezTo>
                    <a:pt x="7527" y="6751"/>
                    <a:pt x="7568" y="6744"/>
                    <a:pt x="7602" y="6744"/>
                  </a:cubicBezTo>
                  <a:cubicBezTo>
                    <a:pt x="7630" y="6744"/>
                    <a:pt x="7652" y="6748"/>
                    <a:pt x="7656" y="6760"/>
                  </a:cubicBezTo>
                  <a:cubicBezTo>
                    <a:pt x="7589" y="6768"/>
                    <a:pt x="7513" y="6794"/>
                    <a:pt x="7445" y="6828"/>
                  </a:cubicBezTo>
                  <a:cubicBezTo>
                    <a:pt x="7445" y="6844"/>
                    <a:pt x="7436" y="6844"/>
                    <a:pt x="7419" y="6844"/>
                  </a:cubicBezTo>
                  <a:cubicBezTo>
                    <a:pt x="7377" y="6844"/>
                    <a:pt x="7326" y="6844"/>
                    <a:pt x="7284" y="6853"/>
                  </a:cubicBezTo>
                  <a:cubicBezTo>
                    <a:pt x="7242" y="6853"/>
                    <a:pt x="7276" y="6828"/>
                    <a:pt x="7276" y="6828"/>
                  </a:cubicBezTo>
                  <a:cubicBezTo>
                    <a:pt x="7258" y="6824"/>
                    <a:pt x="7241" y="6823"/>
                    <a:pt x="7225" y="6823"/>
                  </a:cubicBezTo>
                  <a:cubicBezTo>
                    <a:pt x="7118" y="6823"/>
                    <a:pt x="7029" y="6880"/>
                    <a:pt x="6909" y="6880"/>
                  </a:cubicBezTo>
                  <a:cubicBezTo>
                    <a:pt x="6896" y="6880"/>
                    <a:pt x="6883" y="6880"/>
                    <a:pt x="6870" y="6878"/>
                  </a:cubicBezTo>
                  <a:cubicBezTo>
                    <a:pt x="6870" y="6853"/>
                    <a:pt x="6751" y="6853"/>
                    <a:pt x="6785" y="6844"/>
                  </a:cubicBezTo>
                  <a:cubicBezTo>
                    <a:pt x="6717" y="6844"/>
                    <a:pt x="6650" y="6861"/>
                    <a:pt x="6582" y="6887"/>
                  </a:cubicBezTo>
                  <a:cubicBezTo>
                    <a:pt x="6579" y="6882"/>
                    <a:pt x="6566" y="6880"/>
                    <a:pt x="6551" y="6880"/>
                  </a:cubicBezTo>
                  <a:cubicBezTo>
                    <a:pt x="6534" y="6880"/>
                    <a:pt x="6514" y="6882"/>
                    <a:pt x="6499" y="6882"/>
                  </a:cubicBezTo>
                  <a:cubicBezTo>
                    <a:pt x="6482" y="6882"/>
                    <a:pt x="6473" y="6880"/>
                    <a:pt x="6489" y="6870"/>
                  </a:cubicBezTo>
                  <a:lnTo>
                    <a:pt x="6489" y="6870"/>
                  </a:lnTo>
                  <a:lnTo>
                    <a:pt x="6404" y="6904"/>
                  </a:lnTo>
                  <a:cubicBezTo>
                    <a:pt x="6396" y="6902"/>
                    <a:pt x="6387" y="6902"/>
                    <a:pt x="6376" y="6902"/>
                  </a:cubicBezTo>
                  <a:cubicBezTo>
                    <a:pt x="6343" y="6902"/>
                    <a:pt x="6300" y="6907"/>
                    <a:pt x="6265" y="6907"/>
                  </a:cubicBezTo>
                  <a:cubicBezTo>
                    <a:pt x="6240" y="6907"/>
                    <a:pt x="6219" y="6904"/>
                    <a:pt x="6210" y="6895"/>
                  </a:cubicBezTo>
                  <a:cubicBezTo>
                    <a:pt x="6142" y="6904"/>
                    <a:pt x="6193" y="6929"/>
                    <a:pt x="6108" y="6929"/>
                  </a:cubicBezTo>
                  <a:cubicBezTo>
                    <a:pt x="6108" y="6921"/>
                    <a:pt x="6100" y="6921"/>
                    <a:pt x="6117" y="6921"/>
                  </a:cubicBezTo>
                  <a:cubicBezTo>
                    <a:pt x="6094" y="6914"/>
                    <a:pt x="6071" y="6911"/>
                    <a:pt x="6049" y="6911"/>
                  </a:cubicBezTo>
                  <a:cubicBezTo>
                    <a:pt x="6012" y="6911"/>
                    <a:pt x="5976" y="6919"/>
                    <a:pt x="5939" y="6929"/>
                  </a:cubicBezTo>
                  <a:cubicBezTo>
                    <a:pt x="5973" y="6937"/>
                    <a:pt x="5998" y="6937"/>
                    <a:pt x="6032" y="6937"/>
                  </a:cubicBezTo>
                  <a:cubicBezTo>
                    <a:pt x="5998" y="6960"/>
                    <a:pt x="5961" y="6971"/>
                    <a:pt x="5922" y="6971"/>
                  </a:cubicBezTo>
                  <a:cubicBezTo>
                    <a:pt x="5902" y="6971"/>
                    <a:pt x="5883" y="6969"/>
                    <a:pt x="5863" y="6963"/>
                  </a:cubicBezTo>
                  <a:cubicBezTo>
                    <a:pt x="5973" y="6921"/>
                    <a:pt x="5770" y="6937"/>
                    <a:pt x="5829" y="6912"/>
                  </a:cubicBezTo>
                  <a:lnTo>
                    <a:pt x="5829" y="6912"/>
                  </a:lnTo>
                  <a:cubicBezTo>
                    <a:pt x="5677" y="6921"/>
                    <a:pt x="5533" y="6954"/>
                    <a:pt x="5398" y="7005"/>
                  </a:cubicBezTo>
                  <a:cubicBezTo>
                    <a:pt x="5220" y="7014"/>
                    <a:pt x="5042" y="7031"/>
                    <a:pt x="4865" y="7056"/>
                  </a:cubicBezTo>
                  <a:lnTo>
                    <a:pt x="4882" y="7056"/>
                  </a:lnTo>
                  <a:lnTo>
                    <a:pt x="4805" y="7081"/>
                  </a:lnTo>
                  <a:cubicBezTo>
                    <a:pt x="4760" y="7081"/>
                    <a:pt x="4795" y="7055"/>
                    <a:pt x="4750" y="7055"/>
                  </a:cubicBezTo>
                  <a:cubicBezTo>
                    <a:pt x="4745" y="7055"/>
                    <a:pt x="4738" y="7055"/>
                    <a:pt x="4729" y="7056"/>
                  </a:cubicBezTo>
                  <a:cubicBezTo>
                    <a:pt x="4755" y="7022"/>
                    <a:pt x="4856" y="7047"/>
                    <a:pt x="4932" y="7022"/>
                  </a:cubicBezTo>
                  <a:cubicBezTo>
                    <a:pt x="4797" y="6997"/>
                    <a:pt x="5051" y="6980"/>
                    <a:pt x="4966" y="6963"/>
                  </a:cubicBezTo>
                  <a:lnTo>
                    <a:pt x="4966" y="6963"/>
                  </a:lnTo>
                  <a:cubicBezTo>
                    <a:pt x="4915" y="7022"/>
                    <a:pt x="4687" y="6980"/>
                    <a:pt x="4577" y="7022"/>
                  </a:cubicBezTo>
                  <a:cubicBezTo>
                    <a:pt x="4467" y="7022"/>
                    <a:pt x="4628" y="6997"/>
                    <a:pt x="4569" y="6997"/>
                  </a:cubicBezTo>
                  <a:lnTo>
                    <a:pt x="4535" y="7014"/>
                  </a:lnTo>
                  <a:cubicBezTo>
                    <a:pt x="4492" y="7014"/>
                    <a:pt x="4476" y="7005"/>
                    <a:pt x="4476" y="6988"/>
                  </a:cubicBezTo>
                  <a:cubicBezTo>
                    <a:pt x="4357" y="6988"/>
                    <a:pt x="4239" y="7005"/>
                    <a:pt x="4129" y="7039"/>
                  </a:cubicBezTo>
                  <a:cubicBezTo>
                    <a:pt x="4151" y="7034"/>
                    <a:pt x="4165" y="7033"/>
                    <a:pt x="4172" y="7033"/>
                  </a:cubicBezTo>
                  <a:cubicBezTo>
                    <a:pt x="4202" y="7033"/>
                    <a:pt x="4124" y="7065"/>
                    <a:pt x="4191" y="7065"/>
                  </a:cubicBezTo>
                  <a:cubicBezTo>
                    <a:pt x="4198" y="7065"/>
                    <a:pt x="4205" y="7065"/>
                    <a:pt x="4213" y="7064"/>
                  </a:cubicBezTo>
                  <a:lnTo>
                    <a:pt x="4213" y="7064"/>
                  </a:lnTo>
                  <a:cubicBezTo>
                    <a:pt x="4146" y="7081"/>
                    <a:pt x="4086" y="7090"/>
                    <a:pt x="4019" y="7090"/>
                  </a:cubicBezTo>
                  <a:cubicBezTo>
                    <a:pt x="4095" y="7081"/>
                    <a:pt x="3917" y="7056"/>
                    <a:pt x="4078" y="7056"/>
                  </a:cubicBezTo>
                  <a:cubicBezTo>
                    <a:pt x="4073" y="7046"/>
                    <a:pt x="4065" y="7043"/>
                    <a:pt x="4054" y="7043"/>
                  </a:cubicBezTo>
                  <a:cubicBezTo>
                    <a:pt x="4026" y="7043"/>
                    <a:pt x="3980" y="7064"/>
                    <a:pt x="3926" y="7064"/>
                  </a:cubicBezTo>
                  <a:cubicBezTo>
                    <a:pt x="3968" y="7047"/>
                    <a:pt x="4002" y="7039"/>
                    <a:pt x="4036" y="7022"/>
                  </a:cubicBezTo>
                  <a:lnTo>
                    <a:pt x="4036" y="7022"/>
                  </a:lnTo>
                  <a:cubicBezTo>
                    <a:pt x="4002" y="7039"/>
                    <a:pt x="3951" y="7044"/>
                    <a:pt x="3897" y="7044"/>
                  </a:cubicBezTo>
                  <a:cubicBezTo>
                    <a:pt x="3829" y="7044"/>
                    <a:pt x="3756" y="7036"/>
                    <a:pt x="3704" y="7036"/>
                  </a:cubicBezTo>
                  <a:cubicBezTo>
                    <a:pt x="3672" y="7036"/>
                    <a:pt x="3649" y="7039"/>
                    <a:pt x="3638" y="7047"/>
                  </a:cubicBezTo>
                  <a:cubicBezTo>
                    <a:pt x="3562" y="7081"/>
                    <a:pt x="3444" y="7107"/>
                    <a:pt x="3342" y="7141"/>
                  </a:cubicBezTo>
                  <a:cubicBezTo>
                    <a:pt x="3291" y="7136"/>
                    <a:pt x="3238" y="7134"/>
                    <a:pt x="3186" y="7134"/>
                  </a:cubicBezTo>
                  <a:cubicBezTo>
                    <a:pt x="3133" y="7134"/>
                    <a:pt x="3080" y="7136"/>
                    <a:pt x="3029" y="7141"/>
                  </a:cubicBezTo>
                  <a:lnTo>
                    <a:pt x="3046" y="7124"/>
                  </a:lnTo>
                  <a:cubicBezTo>
                    <a:pt x="2987" y="7124"/>
                    <a:pt x="2885" y="7141"/>
                    <a:pt x="2801" y="7141"/>
                  </a:cubicBezTo>
                  <a:lnTo>
                    <a:pt x="2775" y="7115"/>
                  </a:lnTo>
                  <a:cubicBezTo>
                    <a:pt x="2682" y="7124"/>
                    <a:pt x="2589" y="7132"/>
                    <a:pt x="2496" y="7141"/>
                  </a:cubicBezTo>
                  <a:cubicBezTo>
                    <a:pt x="2496" y="7149"/>
                    <a:pt x="2589" y="7149"/>
                    <a:pt x="2547" y="7166"/>
                  </a:cubicBezTo>
                  <a:cubicBezTo>
                    <a:pt x="2598" y="7166"/>
                    <a:pt x="2631" y="7157"/>
                    <a:pt x="2615" y="7141"/>
                  </a:cubicBezTo>
                  <a:cubicBezTo>
                    <a:pt x="2665" y="7141"/>
                    <a:pt x="2665" y="7166"/>
                    <a:pt x="2708" y="7174"/>
                  </a:cubicBezTo>
                  <a:lnTo>
                    <a:pt x="2521" y="7200"/>
                  </a:lnTo>
                  <a:lnTo>
                    <a:pt x="2505" y="7200"/>
                  </a:lnTo>
                  <a:lnTo>
                    <a:pt x="2488" y="7225"/>
                  </a:lnTo>
                  <a:cubicBezTo>
                    <a:pt x="2437" y="7225"/>
                    <a:pt x="2428" y="7217"/>
                    <a:pt x="2437" y="7208"/>
                  </a:cubicBezTo>
                  <a:lnTo>
                    <a:pt x="2437" y="7208"/>
                  </a:lnTo>
                  <a:cubicBezTo>
                    <a:pt x="2352" y="7234"/>
                    <a:pt x="2268" y="7250"/>
                    <a:pt x="2183" y="7259"/>
                  </a:cubicBezTo>
                  <a:cubicBezTo>
                    <a:pt x="2234" y="7234"/>
                    <a:pt x="2285" y="7217"/>
                    <a:pt x="2335" y="7217"/>
                  </a:cubicBezTo>
                  <a:lnTo>
                    <a:pt x="2217" y="7217"/>
                  </a:lnTo>
                  <a:cubicBezTo>
                    <a:pt x="2268" y="7191"/>
                    <a:pt x="2488" y="7191"/>
                    <a:pt x="2445" y="7149"/>
                  </a:cubicBezTo>
                  <a:lnTo>
                    <a:pt x="2445" y="7149"/>
                  </a:lnTo>
                  <a:cubicBezTo>
                    <a:pt x="2293" y="7174"/>
                    <a:pt x="2141" y="7208"/>
                    <a:pt x="1989" y="7242"/>
                  </a:cubicBezTo>
                  <a:cubicBezTo>
                    <a:pt x="1975" y="7236"/>
                    <a:pt x="1959" y="7234"/>
                    <a:pt x="1941" y="7234"/>
                  </a:cubicBezTo>
                  <a:cubicBezTo>
                    <a:pt x="1891" y="7234"/>
                    <a:pt x="1828" y="7252"/>
                    <a:pt x="1757" y="7252"/>
                  </a:cubicBezTo>
                  <a:cubicBezTo>
                    <a:pt x="1747" y="7252"/>
                    <a:pt x="1737" y="7251"/>
                    <a:pt x="1726" y="7250"/>
                  </a:cubicBezTo>
                  <a:cubicBezTo>
                    <a:pt x="1709" y="7242"/>
                    <a:pt x="1684" y="7242"/>
                    <a:pt x="1701" y="7225"/>
                  </a:cubicBezTo>
                  <a:lnTo>
                    <a:pt x="1701" y="7225"/>
                  </a:lnTo>
                  <a:cubicBezTo>
                    <a:pt x="1566" y="7228"/>
                    <a:pt x="1439" y="7253"/>
                    <a:pt x="1303" y="7284"/>
                  </a:cubicBezTo>
                  <a:lnTo>
                    <a:pt x="1244" y="7259"/>
                  </a:lnTo>
                  <a:cubicBezTo>
                    <a:pt x="1024" y="7259"/>
                    <a:pt x="1286" y="7301"/>
                    <a:pt x="1066" y="7318"/>
                  </a:cubicBezTo>
                  <a:cubicBezTo>
                    <a:pt x="1041" y="7305"/>
                    <a:pt x="973" y="7305"/>
                    <a:pt x="911" y="7305"/>
                  </a:cubicBezTo>
                  <a:cubicBezTo>
                    <a:pt x="849" y="7305"/>
                    <a:pt x="792" y="7305"/>
                    <a:pt x="787" y="7293"/>
                  </a:cubicBezTo>
                  <a:cubicBezTo>
                    <a:pt x="745" y="7301"/>
                    <a:pt x="728" y="7301"/>
                    <a:pt x="728" y="7318"/>
                  </a:cubicBezTo>
                  <a:cubicBezTo>
                    <a:pt x="742" y="7318"/>
                    <a:pt x="762" y="7317"/>
                    <a:pt x="779" y="7317"/>
                  </a:cubicBezTo>
                  <a:cubicBezTo>
                    <a:pt x="804" y="7317"/>
                    <a:pt x="821" y="7320"/>
                    <a:pt x="796" y="7335"/>
                  </a:cubicBezTo>
                  <a:lnTo>
                    <a:pt x="627" y="7335"/>
                  </a:lnTo>
                  <a:cubicBezTo>
                    <a:pt x="635" y="7327"/>
                    <a:pt x="677" y="7318"/>
                    <a:pt x="652" y="7318"/>
                  </a:cubicBezTo>
                  <a:cubicBezTo>
                    <a:pt x="508" y="7335"/>
                    <a:pt x="237" y="7352"/>
                    <a:pt x="102" y="7411"/>
                  </a:cubicBezTo>
                  <a:cubicBezTo>
                    <a:pt x="146" y="7404"/>
                    <a:pt x="158" y="7384"/>
                    <a:pt x="204" y="7384"/>
                  </a:cubicBezTo>
                  <a:cubicBezTo>
                    <a:pt x="211" y="7384"/>
                    <a:pt x="220" y="7385"/>
                    <a:pt x="229" y="7386"/>
                  </a:cubicBezTo>
                  <a:cubicBezTo>
                    <a:pt x="229" y="7403"/>
                    <a:pt x="195" y="7403"/>
                    <a:pt x="178" y="7411"/>
                  </a:cubicBezTo>
                  <a:cubicBezTo>
                    <a:pt x="180" y="7416"/>
                    <a:pt x="184" y="7418"/>
                    <a:pt x="190" y="7418"/>
                  </a:cubicBezTo>
                  <a:cubicBezTo>
                    <a:pt x="208" y="7418"/>
                    <a:pt x="244" y="7399"/>
                    <a:pt x="289" y="7399"/>
                  </a:cubicBezTo>
                  <a:cubicBezTo>
                    <a:pt x="300" y="7399"/>
                    <a:pt x="311" y="7400"/>
                    <a:pt x="322" y="7403"/>
                  </a:cubicBezTo>
                  <a:lnTo>
                    <a:pt x="204" y="7437"/>
                  </a:lnTo>
                  <a:lnTo>
                    <a:pt x="271" y="7462"/>
                  </a:lnTo>
                  <a:lnTo>
                    <a:pt x="1" y="7547"/>
                  </a:lnTo>
                  <a:cubicBezTo>
                    <a:pt x="204" y="7547"/>
                    <a:pt x="306" y="7466"/>
                    <a:pt x="457" y="7466"/>
                  </a:cubicBezTo>
                  <a:cubicBezTo>
                    <a:pt x="476" y="7466"/>
                    <a:pt x="496" y="7468"/>
                    <a:pt x="517" y="7470"/>
                  </a:cubicBezTo>
                  <a:cubicBezTo>
                    <a:pt x="483" y="7479"/>
                    <a:pt x="517" y="7487"/>
                    <a:pt x="525" y="7496"/>
                  </a:cubicBezTo>
                  <a:cubicBezTo>
                    <a:pt x="576" y="7487"/>
                    <a:pt x="635" y="7470"/>
                    <a:pt x="686" y="7454"/>
                  </a:cubicBezTo>
                  <a:lnTo>
                    <a:pt x="698" y="7454"/>
                  </a:lnTo>
                  <a:cubicBezTo>
                    <a:pt x="696" y="7456"/>
                    <a:pt x="694" y="7458"/>
                    <a:pt x="694" y="7462"/>
                  </a:cubicBezTo>
                  <a:cubicBezTo>
                    <a:pt x="697" y="7459"/>
                    <a:pt x="699" y="7456"/>
                    <a:pt x="700" y="7454"/>
                  </a:cubicBezTo>
                  <a:lnTo>
                    <a:pt x="779" y="7454"/>
                  </a:lnTo>
                  <a:cubicBezTo>
                    <a:pt x="779" y="7468"/>
                    <a:pt x="753" y="7502"/>
                    <a:pt x="685" y="7511"/>
                  </a:cubicBezTo>
                  <a:lnTo>
                    <a:pt x="685" y="7511"/>
                  </a:lnTo>
                  <a:cubicBezTo>
                    <a:pt x="983" y="7491"/>
                    <a:pt x="1222" y="7419"/>
                    <a:pt x="1526" y="7419"/>
                  </a:cubicBezTo>
                  <a:cubicBezTo>
                    <a:pt x="1542" y="7419"/>
                    <a:pt x="1558" y="7419"/>
                    <a:pt x="1574" y="7420"/>
                  </a:cubicBezTo>
                  <a:cubicBezTo>
                    <a:pt x="1591" y="7428"/>
                    <a:pt x="1532" y="7437"/>
                    <a:pt x="1557" y="7437"/>
                  </a:cubicBezTo>
                  <a:cubicBezTo>
                    <a:pt x="1595" y="7429"/>
                    <a:pt x="1659" y="7401"/>
                    <a:pt x="1667" y="7401"/>
                  </a:cubicBezTo>
                  <a:cubicBezTo>
                    <a:pt x="1668" y="7401"/>
                    <a:pt x="1668" y="7402"/>
                    <a:pt x="1667" y="7403"/>
                  </a:cubicBezTo>
                  <a:cubicBezTo>
                    <a:pt x="1667" y="7409"/>
                    <a:pt x="1663" y="7414"/>
                    <a:pt x="1649" y="7418"/>
                  </a:cubicBezTo>
                  <a:lnTo>
                    <a:pt x="1649" y="7418"/>
                  </a:lnTo>
                  <a:cubicBezTo>
                    <a:pt x="1677" y="7415"/>
                    <a:pt x="1702" y="7415"/>
                    <a:pt x="1727" y="7415"/>
                  </a:cubicBezTo>
                  <a:cubicBezTo>
                    <a:pt x="1796" y="7415"/>
                    <a:pt x="1854" y="7421"/>
                    <a:pt x="1908" y="7421"/>
                  </a:cubicBezTo>
                  <a:cubicBezTo>
                    <a:pt x="1941" y="7421"/>
                    <a:pt x="1973" y="7419"/>
                    <a:pt x="2005" y="7411"/>
                  </a:cubicBezTo>
                  <a:lnTo>
                    <a:pt x="2005" y="7411"/>
                  </a:lnTo>
                  <a:cubicBezTo>
                    <a:pt x="2014" y="7437"/>
                    <a:pt x="1921" y="7428"/>
                    <a:pt x="1938" y="7437"/>
                  </a:cubicBezTo>
                  <a:cubicBezTo>
                    <a:pt x="2107" y="7437"/>
                    <a:pt x="2192" y="7377"/>
                    <a:pt x="2369" y="7369"/>
                  </a:cubicBezTo>
                  <a:lnTo>
                    <a:pt x="2369" y="7369"/>
                  </a:lnTo>
                  <a:cubicBezTo>
                    <a:pt x="2310" y="7403"/>
                    <a:pt x="2403" y="7394"/>
                    <a:pt x="2454" y="7411"/>
                  </a:cubicBezTo>
                  <a:cubicBezTo>
                    <a:pt x="2598" y="7377"/>
                    <a:pt x="2902" y="7360"/>
                    <a:pt x="3114" y="7335"/>
                  </a:cubicBezTo>
                  <a:lnTo>
                    <a:pt x="3114" y="7335"/>
                  </a:lnTo>
                  <a:cubicBezTo>
                    <a:pt x="3095" y="7354"/>
                    <a:pt x="3112" y="7359"/>
                    <a:pt x="3143" y="7359"/>
                  </a:cubicBezTo>
                  <a:cubicBezTo>
                    <a:pt x="3184" y="7359"/>
                    <a:pt x="3251" y="7350"/>
                    <a:pt x="3301" y="7350"/>
                  </a:cubicBezTo>
                  <a:cubicBezTo>
                    <a:pt x="3336" y="7350"/>
                    <a:pt x="3363" y="7355"/>
                    <a:pt x="3367" y="7369"/>
                  </a:cubicBezTo>
                  <a:cubicBezTo>
                    <a:pt x="3418" y="7369"/>
                    <a:pt x="3494" y="7360"/>
                    <a:pt x="3494" y="7335"/>
                  </a:cubicBezTo>
                  <a:lnTo>
                    <a:pt x="3494" y="7335"/>
                  </a:lnTo>
                  <a:cubicBezTo>
                    <a:pt x="3486" y="7340"/>
                    <a:pt x="3474" y="7342"/>
                    <a:pt x="3462" y="7342"/>
                  </a:cubicBezTo>
                  <a:cubicBezTo>
                    <a:pt x="3434" y="7342"/>
                    <a:pt x="3404" y="7332"/>
                    <a:pt x="3410" y="7327"/>
                  </a:cubicBezTo>
                  <a:cubicBezTo>
                    <a:pt x="3486" y="7318"/>
                    <a:pt x="3587" y="7310"/>
                    <a:pt x="3596" y="7284"/>
                  </a:cubicBezTo>
                  <a:lnTo>
                    <a:pt x="3689" y="7310"/>
                  </a:lnTo>
                  <a:cubicBezTo>
                    <a:pt x="3689" y="7284"/>
                    <a:pt x="3714" y="7259"/>
                    <a:pt x="3765" y="7259"/>
                  </a:cubicBezTo>
                  <a:cubicBezTo>
                    <a:pt x="3790" y="7268"/>
                    <a:pt x="3802" y="7272"/>
                    <a:pt x="3809" y="7272"/>
                  </a:cubicBezTo>
                  <a:cubicBezTo>
                    <a:pt x="3829" y="7272"/>
                    <a:pt x="3794" y="7240"/>
                    <a:pt x="3862" y="7240"/>
                  </a:cubicBezTo>
                  <a:cubicBezTo>
                    <a:pt x="3872" y="7240"/>
                    <a:pt x="3885" y="7240"/>
                    <a:pt x="3900" y="7242"/>
                  </a:cubicBezTo>
                  <a:cubicBezTo>
                    <a:pt x="3875" y="7259"/>
                    <a:pt x="3850" y="7276"/>
                    <a:pt x="3824" y="7301"/>
                  </a:cubicBezTo>
                  <a:cubicBezTo>
                    <a:pt x="3866" y="7301"/>
                    <a:pt x="3909" y="7293"/>
                    <a:pt x="3943" y="7284"/>
                  </a:cubicBezTo>
                  <a:lnTo>
                    <a:pt x="3943" y="7284"/>
                  </a:lnTo>
                  <a:cubicBezTo>
                    <a:pt x="3960" y="7293"/>
                    <a:pt x="3892" y="7327"/>
                    <a:pt x="3833" y="7344"/>
                  </a:cubicBezTo>
                  <a:lnTo>
                    <a:pt x="3934" y="7352"/>
                  </a:lnTo>
                  <a:cubicBezTo>
                    <a:pt x="4053" y="7301"/>
                    <a:pt x="4188" y="7267"/>
                    <a:pt x="4323" y="7267"/>
                  </a:cubicBezTo>
                  <a:cubicBezTo>
                    <a:pt x="4298" y="7284"/>
                    <a:pt x="4256" y="7284"/>
                    <a:pt x="4289" y="7310"/>
                  </a:cubicBezTo>
                  <a:cubicBezTo>
                    <a:pt x="4366" y="7284"/>
                    <a:pt x="4442" y="7276"/>
                    <a:pt x="4518" y="7276"/>
                  </a:cubicBezTo>
                  <a:cubicBezTo>
                    <a:pt x="4514" y="7280"/>
                    <a:pt x="4514" y="7282"/>
                    <a:pt x="4514" y="7283"/>
                  </a:cubicBezTo>
                  <a:lnTo>
                    <a:pt x="4514" y="7283"/>
                  </a:lnTo>
                  <a:cubicBezTo>
                    <a:pt x="4559" y="7273"/>
                    <a:pt x="4586" y="7269"/>
                    <a:pt x="4607" y="7269"/>
                  </a:cubicBezTo>
                  <a:cubicBezTo>
                    <a:pt x="4649" y="7269"/>
                    <a:pt x="4662" y="7284"/>
                    <a:pt x="4746" y="7284"/>
                  </a:cubicBezTo>
                  <a:cubicBezTo>
                    <a:pt x="4746" y="7284"/>
                    <a:pt x="4746" y="7293"/>
                    <a:pt x="4746" y="7293"/>
                  </a:cubicBezTo>
                  <a:lnTo>
                    <a:pt x="4822" y="7267"/>
                  </a:lnTo>
                  <a:cubicBezTo>
                    <a:pt x="4864" y="7255"/>
                    <a:pt x="4897" y="7250"/>
                    <a:pt x="4923" y="7250"/>
                  </a:cubicBezTo>
                  <a:cubicBezTo>
                    <a:pt x="5006" y="7250"/>
                    <a:pt x="5036" y="7295"/>
                    <a:pt x="5118" y="7301"/>
                  </a:cubicBezTo>
                  <a:lnTo>
                    <a:pt x="5093" y="7310"/>
                  </a:lnTo>
                  <a:cubicBezTo>
                    <a:pt x="5112" y="7317"/>
                    <a:pt x="5142" y="7319"/>
                    <a:pt x="5177" y="7319"/>
                  </a:cubicBezTo>
                  <a:cubicBezTo>
                    <a:pt x="5250" y="7319"/>
                    <a:pt x="5344" y="7308"/>
                    <a:pt x="5397" y="7308"/>
                  </a:cubicBezTo>
                  <a:cubicBezTo>
                    <a:pt x="5407" y="7308"/>
                    <a:pt x="5416" y="7309"/>
                    <a:pt x="5423" y="7310"/>
                  </a:cubicBezTo>
                  <a:cubicBezTo>
                    <a:pt x="5347" y="7293"/>
                    <a:pt x="5398" y="7293"/>
                    <a:pt x="5338" y="7259"/>
                  </a:cubicBezTo>
                  <a:cubicBezTo>
                    <a:pt x="5285" y="7267"/>
                    <a:pt x="5294" y="7302"/>
                    <a:pt x="5219" y="7302"/>
                  </a:cubicBezTo>
                  <a:cubicBezTo>
                    <a:pt x="5212" y="7302"/>
                    <a:pt x="5204" y="7302"/>
                    <a:pt x="5195" y="7301"/>
                  </a:cubicBezTo>
                  <a:cubicBezTo>
                    <a:pt x="5203" y="7267"/>
                    <a:pt x="5338" y="7250"/>
                    <a:pt x="5364" y="7225"/>
                  </a:cubicBezTo>
                  <a:cubicBezTo>
                    <a:pt x="5406" y="7225"/>
                    <a:pt x="5448" y="7250"/>
                    <a:pt x="5474" y="7284"/>
                  </a:cubicBezTo>
                  <a:cubicBezTo>
                    <a:pt x="5618" y="7276"/>
                    <a:pt x="5702" y="7284"/>
                    <a:pt x="5880" y="7267"/>
                  </a:cubicBezTo>
                  <a:cubicBezTo>
                    <a:pt x="5938" y="7223"/>
                    <a:pt x="6005" y="7202"/>
                    <a:pt x="6075" y="7202"/>
                  </a:cubicBezTo>
                  <a:cubicBezTo>
                    <a:pt x="6097" y="7202"/>
                    <a:pt x="6120" y="7204"/>
                    <a:pt x="6142" y="7208"/>
                  </a:cubicBezTo>
                  <a:lnTo>
                    <a:pt x="6134" y="7225"/>
                  </a:lnTo>
                  <a:cubicBezTo>
                    <a:pt x="6138" y="7217"/>
                    <a:pt x="6157" y="7217"/>
                    <a:pt x="6179" y="7217"/>
                  </a:cubicBezTo>
                  <a:cubicBezTo>
                    <a:pt x="6201" y="7217"/>
                    <a:pt x="6227" y="7217"/>
                    <a:pt x="6244" y="7208"/>
                  </a:cubicBezTo>
                  <a:cubicBezTo>
                    <a:pt x="6193" y="7174"/>
                    <a:pt x="6311" y="7183"/>
                    <a:pt x="6244" y="7157"/>
                  </a:cubicBezTo>
                  <a:cubicBezTo>
                    <a:pt x="6251" y="7157"/>
                    <a:pt x="6258" y="7156"/>
                    <a:pt x="6265" y="7156"/>
                  </a:cubicBezTo>
                  <a:cubicBezTo>
                    <a:pt x="6331" y="7156"/>
                    <a:pt x="6347" y="7194"/>
                    <a:pt x="6362" y="7217"/>
                  </a:cubicBezTo>
                  <a:cubicBezTo>
                    <a:pt x="6381" y="7200"/>
                    <a:pt x="6406" y="7195"/>
                    <a:pt x="6434" y="7195"/>
                  </a:cubicBezTo>
                  <a:cubicBezTo>
                    <a:pt x="6478" y="7195"/>
                    <a:pt x="6531" y="7206"/>
                    <a:pt x="6591" y="7206"/>
                  </a:cubicBezTo>
                  <a:cubicBezTo>
                    <a:pt x="6615" y="7206"/>
                    <a:pt x="6640" y="7205"/>
                    <a:pt x="6667" y="7200"/>
                  </a:cubicBezTo>
                  <a:lnTo>
                    <a:pt x="6667" y="7200"/>
                  </a:lnTo>
                  <a:cubicBezTo>
                    <a:pt x="6650" y="7217"/>
                    <a:pt x="6497" y="7225"/>
                    <a:pt x="6565" y="7242"/>
                  </a:cubicBezTo>
                  <a:lnTo>
                    <a:pt x="6734" y="7191"/>
                  </a:lnTo>
                  <a:lnTo>
                    <a:pt x="6658" y="7191"/>
                  </a:lnTo>
                  <a:cubicBezTo>
                    <a:pt x="6696" y="7179"/>
                    <a:pt x="6736" y="7172"/>
                    <a:pt x="6778" y="7172"/>
                  </a:cubicBezTo>
                  <a:cubicBezTo>
                    <a:pt x="6819" y="7172"/>
                    <a:pt x="6861" y="7179"/>
                    <a:pt x="6903" y="7191"/>
                  </a:cubicBezTo>
                  <a:cubicBezTo>
                    <a:pt x="6920" y="7208"/>
                    <a:pt x="6870" y="7217"/>
                    <a:pt x="6827" y="7217"/>
                  </a:cubicBezTo>
                  <a:cubicBezTo>
                    <a:pt x="6887" y="7217"/>
                    <a:pt x="6937" y="7208"/>
                    <a:pt x="6988" y="7191"/>
                  </a:cubicBezTo>
                  <a:cubicBezTo>
                    <a:pt x="7030" y="7174"/>
                    <a:pt x="7166" y="7157"/>
                    <a:pt x="7216" y="7132"/>
                  </a:cubicBezTo>
                  <a:lnTo>
                    <a:pt x="7326" y="7132"/>
                  </a:lnTo>
                  <a:lnTo>
                    <a:pt x="7318" y="7141"/>
                  </a:lnTo>
                  <a:lnTo>
                    <a:pt x="7318" y="7141"/>
                  </a:lnTo>
                  <a:lnTo>
                    <a:pt x="7343" y="7132"/>
                  </a:lnTo>
                  <a:lnTo>
                    <a:pt x="7411" y="7090"/>
                  </a:lnTo>
                  <a:lnTo>
                    <a:pt x="7453" y="7081"/>
                  </a:lnTo>
                  <a:lnTo>
                    <a:pt x="7428" y="7081"/>
                  </a:lnTo>
                  <a:cubicBezTo>
                    <a:pt x="7436" y="7047"/>
                    <a:pt x="7521" y="7014"/>
                    <a:pt x="7622" y="7014"/>
                  </a:cubicBezTo>
                  <a:lnTo>
                    <a:pt x="7487" y="7014"/>
                  </a:lnTo>
                  <a:lnTo>
                    <a:pt x="7513" y="7005"/>
                  </a:lnTo>
                  <a:lnTo>
                    <a:pt x="7834" y="7005"/>
                  </a:lnTo>
                  <a:cubicBezTo>
                    <a:pt x="7800" y="7014"/>
                    <a:pt x="7758" y="7014"/>
                    <a:pt x="7716" y="7022"/>
                  </a:cubicBezTo>
                  <a:cubicBezTo>
                    <a:pt x="7736" y="7027"/>
                    <a:pt x="7759" y="7029"/>
                    <a:pt x="7782" y="7029"/>
                  </a:cubicBezTo>
                  <a:cubicBezTo>
                    <a:pt x="7848" y="7029"/>
                    <a:pt x="7920" y="7015"/>
                    <a:pt x="7975" y="7015"/>
                  </a:cubicBezTo>
                  <a:cubicBezTo>
                    <a:pt x="8004" y="7015"/>
                    <a:pt x="8029" y="7019"/>
                    <a:pt x="8045" y="7031"/>
                  </a:cubicBezTo>
                  <a:cubicBezTo>
                    <a:pt x="7902" y="7056"/>
                    <a:pt x="7766" y="7073"/>
                    <a:pt x="7622" y="7081"/>
                  </a:cubicBezTo>
                  <a:cubicBezTo>
                    <a:pt x="7529" y="7047"/>
                    <a:pt x="7732" y="7056"/>
                    <a:pt x="7741" y="7039"/>
                  </a:cubicBezTo>
                  <a:lnTo>
                    <a:pt x="7639" y="7039"/>
                  </a:lnTo>
                  <a:cubicBezTo>
                    <a:pt x="7656" y="7056"/>
                    <a:pt x="7453" y="7056"/>
                    <a:pt x="7504" y="7098"/>
                  </a:cubicBezTo>
                  <a:cubicBezTo>
                    <a:pt x="7568" y="7101"/>
                    <a:pt x="7632" y="7102"/>
                    <a:pt x="7695" y="7102"/>
                  </a:cubicBezTo>
                  <a:cubicBezTo>
                    <a:pt x="7846" y="7102"/>
                    <a:pt x="7990" y="7096"/>
                    <a:pt x="8122" y="7090"/>
                  </a:cubicBezTo>
                  <a:lnTo>
                    <a:pt x="8122" y="7090"/>
                  </a:lnTo>
                  <a:lnTo>
                    <a:pt x="7952" y="7335"/>
                  </a:lnTo>
                  <a:cubicBezTo>
                    <a:pt x="7952" y="7335"/>
                    <a:pt x="7952" y="7344"/>
                    <a:pt x="7944" y="7352"/>
                  </a:cubicBezTo>
                  <a:cubicBezTo>
                    <a:pt x="8130" y="7335"/>
                    <a:pt x="8037" y="7250"/>
                    <a:pt x="8071" y="7242"/>
                  </a:cubicBezTo>
                  <a:cubicBezTo>
                    <a:pt x="8094" y="7236"/>
                    <a:pt x="8118" y="7226"/>
                    <a:pt x="8144" y="7226"/>
                  </a:cubicBezTo>
                  <a:cubicBezTo>
                    <a:pt x="8155" y="7226"/>
                    <a:pt x="8168" y="7228"/>
                    <a:pt x="8181" y="7234"/>
                  </a:cubicBezTo>
                  <a:lnTo>
                    <a:pt x="8155" y="7242"/>
                  </a:lnTo>
                  <a:cubicBezTo>
                    <a:pt x="8274" y="7225"/>
                    <a:pt x="8189" y="7208"/>
                    <a:pt x="8299" y="7208"/>
                  </a:cubicBezTo>
                  <a:cubicBezTo>
                    <a:pt x="8342" y="7196"/>
                    <a:pt x="8322" y="7196"/>
                    <a:pt x="8299" y="7196"/>
                  </a:cubicBezTo>
                  <a:cubicBezTo>
                    <a:pt x="8276" y="7196"/>
                    <a:pt x="8248" y="7196"/>
                    <a:pt x="8274" y="7183"/>
                  </a:cubicBezTo>
                  <a:cubicBezTo>
                    <a:pt x="8366" y="7183"/>
                    <a:pt x="8351" y="7135"/>
                    <a:pt x="8445" y="7135"/>
                  </a:cubicBezTo>
                  <a:cubicBezTo>
                    <a:pt x="8463" y="7135"/>
                    <a:pt x="8484" y="7137"/>
                    <a:pt x="8511" y="7141"/>
                  </a:cubicBezTo>
                  <a:cubicBezTo>
                    <a:pt x="8502" y="7149"/>
                    <a:pt x="8536" y="7174"/>
                    <a:pt x="8435" y="7183"/>
                  </a:cubicBezTo>
                  <a:lnTo>
                    <a:pt x="8528" y="7200"/>
                  </a:lnTo>
                  <a:cubicBezTo>
                    <a:pt x="8477" y="7217"/>
                    <a:pt x="8426" y="7217"/>
                    <a:pt x="8367" y="7225"/>
                  </a:cubicBezTo>
                  <a:cubicBezTo>
                    <a:pt x="8316" y="7259"/>
                    <a:pt x="8333" y="7276"/>
                    <a:pt x="8282" y="7310"/>
                  </a:cubicBezTo>
                  <a:cubicBezTo>
                    <a:pt x="8325" y="7293"/>
                    <a:pt x="8299" y="7267"/>
                    <a:pt x="8384" y="7267"/>
                  </a:cubicBezTo>
                  <a:cubicBezTo>
                    <a:pt x="8460" y="7276"/>
                    <a:pt x="8367" y="7284"/>
                    <a:pt x="8367" y="7301"/>
                  </a:cubicBezTo>
                  <a:cubicBezTo>
                    <a:pt x="8394" y="7287"/>
                    <a:pt x="8416" y="7283"/>
                    <a:pt x="8434" y="7283"/>
                  </a:cubicBezTo>
                  <a:cubicBezTo>
                    <a:pt x="8467" y="7283"/>
                    <a:pt x="8490" y="7298"/>
                    <a:pt x="8523" y="7298"/>
                  </a:cubicBezTo>
                  <a:cubicBezTo>
                    <a:pt x="8539" y="7298"/>
                    <a:pt x="8556" y="7294"/>
                    <a:pt x="8578" y="7284"/>
                  </a:cubicBezTo>
                  <a:cubicBezTo>
                    <a:pt x="8553" y="7250"/>
                    <a:pt x="8570" y="7250"/>
                    <a:pt x="8502" y="7225"/>
                  </a:cubicBezTo>
                  <a:cubicBezTo>
                    <a:pt x="8517" y="7221"/>
                    <a:pt x="8533" y="7220"/>
                    <a:pt x="8548" y="7220"/>
                  </a:cubicBezTo>
                  <a:cubicBezTo>
                    <a:pt x="8603" y="7220"/>
                    <a:pt x="8655" y="7241"/>
                    <a:pt x="8655" y="7267"/>
                  </a:cubicBezTo>
                  <a:lnTo>
                    <a:pt x="8663" y="7234"/>
                  </a:lnTo>
                  <a:cubicBezTo>
                    <a:pt x="8680" y="7250"/>
                    <a:pt x="8739" y="7242"/>
                    <a:pt x="8739" y="7250"/>
                  </a:cubicBezTo>
                  <a:lnTo>
                    <a:pt x="8756" y="7234"/>
                  </a:lnTo>
                  <a:cubicBezTo>
                    <a:pt x="8723" y="7217"/>
                    <a:pt x="8687" y="7208"/>
                    <a:pt x="8649" y="7208"/>
                  </a:cubicBezTo>
                  <a:cubicBezTo>
                    <a:pt x="8629" y="7208"/>
                    <a:pt x="8608" y="7211"/>
                    <a:pt x="8587" y="7217"/>
                  </a:cubicBezTo>
                  <a:cubicBezTo>
                    <a:pt x="8621" y="7191"/>
                    <a:pt x="8536" y="7166"/>
                    <a:pt x="8646" y="7157"/>
                  </a:cubicBezTo>
                  <a:cubicBezTo>
                    <a:pt x="8697" y="7157"/>
                    <a:pt x="8655" y="7174"/>
                    <a:pt x="8655" y="7183"/>
                  </a:cubicBezTo>
                  <a:cubicBezTo>
                    <a:pt x="8706" y="7176"/>
                    <a:pt x="8746" y="7173"/>
                    <a:pt x="8781" y="7173"/>
                  </a:cubicBezTo>
                  <a:cubicBezTo>
                    <a:pt x="8884" y="7173"/>
                    <a:pt x="8929" y="7197"/>
                    <a:pt x="9020" y="7197"/>
                  </a:cubicBezTo>
                  <a:cubicBezTo>
                    <a:pt x="9044" y="7197"/>
                    <a:pt x="9071" y="7195"/>
                    <a:pt x="9103" y="7191"/>
                  </a:cubicBezTo>
                  <a:lnTo>
                    <a:pt x="9103" y="7191"/>
                  </a:lnTo>
                  <a:cubicBezTo>
                    <a:pt x="9052" y="7208"/>
                    <a:pt x="8934" y="7191"/>
                    <a:pt x="8841" y="7225"/>
                  </a:cubicBezTo>
                  <a:cubicBezTo>
                    <a:pt x="8852" y="7228"/>
                    <a:pt x="8864" y="7230"/>
                    <a:pt x="8876" y="7230"/>
                  </a:cubicBezTo>
                  <a:cubicBezTo>
                    <a:pt x="8924" y="7230"/>
                    <a:pt x="8971" y="7208"/>
                    <a:pt x="9018" y="7208"/>
                  </a:cubicBezTo>
                  <a:cubicBezTo>
                    <a:pt x="8968" y="7225"/>
                    <a:pt x="8959" y="7234"/>
                    <a:pt x="9018" y="7242"/>
                  </a:cubicBezTo>
                  <a:lnTo>
                    <a:pt x="9044" y="7225"/>
                  </a:lnTo>
                  <a:cubicBezTo>
                    <a:pt x="9061" y="7221"/>
                    <a:pt x="9077" y="7219"/>
                    <a:pt x="9094" y="7219"/>
                  </a:cubicBezTo>
                  <a:cubicBezTo>
                    <a:pt x="9111" y="7219"/>
                    <a:pt x="9128" y="7221"/>
                    <a:pt x="9145" y="7225"/>
                  </a:cubicBezTo>
                  <a:cubicBezTo>
                    <a:pt x="9145" y="7217"/>
                    <a:pt x="9128" y="7208"/>
                    <a:pt x="9103" y="7208"/>
                  </a:cubicBezTo>
                  <a:cubicBezTo>
                    <a:pt x="9208" y="7180"/>
                    <a:pt x="9319" y="7164"/>
                    <a:pt x="9436" y="7164"/>
                  </a:cubicBezTo>
                  <a:cubicBezTo>
                    <a:pt x="9460" y="7164"/>
                    <a:pt x="9484" y="7164"/>
                    <a:pt x="9509" y="7166"/>
                  </a:cubicBezTo>
                  <a:cubicBezTo>
                    <a:pt x="9492" y="7208"/>
                    <a:pt x="9289" y="7200"/>
                    <a:pt x="9399" y="7225"/>
                  </a:cubicBezTo>
                  <a:cubicBezTo>
                    <a:pt x="9462" y="7197"/>
                    <a:pt x="9525" y="7181"/>
                    <a:pt x="9593" y="7181"/>
                  </a:cubicBezTo>
                  <a:cubicBezTo>
                    <a:pt x="9607" y="7181"/>
                    <a:pt x="9621" y="7181"/>
                    <a:pt x="9636" y="7183"/>
                  </a:cubicBezTo>
                  <a:cubicBezTo>
                    <a:pt x="9585" y="7208"/>
                    <a:pt x="9695" y="7200"/>
                    <a:pt x="9695" y="7208"/>
                  </a:cubicBezTo>
                  <a:cubicBezTo>
                    <a:pt x="9754" y="7183"/>
                    <a:pt x="9813" y="7157"/>
                    <a:pt x="9873" y="7124"/>
                  </a:cubicBezTo>
                  <a:cubicBezTo>
                    <a:pt x="9974" y="7098"/>
                    <a:pt x="10076" y="7056"/>
                    <a:pt x="10152" y="6980"/>
                  </a:cubicBezTo>
                  <a:lnTo>
                    <a:pt x="10152" y="6980"/>
                  </a:lnTo>
                  <a:cubicBezTo>
                    <a:pt x="10118" y="7014"/>
                    <a:pt x="10084" y="7031"/>
                    <a:pt x="10042" y="7056"/>
                  </a:cubicBezTo>
                  <a:cubicBezTo>
                    <a:pt x="10101" y="7005"/>
                    <a:pt x="10152" y="6954"/>
                    <a:pt x="10211" y="6912"/>
                  </a:cubicBezTo>
                  <a:cubicBezTo>
                    <a:pt x="10279" y="6861"/>
                    <a:pt x="10329" y="6794"/>
                    <a:pt x="10363" y="6709"/>
                  </a:cubicBezTo>
                  <a:lnTo>
                    <a:pt x="10363" y="6709"/>
                  </a:lnTo>
                  <a:cubicBezTo>
                    <a:pt x="10355" y="6743"/>
                    <a:pt x="10346" y="6768"/>
                    <a:pt x="10338" y="6794"/>
                  </a:cubicBezTo>
                  <a:cubicBezTo>
                    <a:pt x="10406" y="6692"/>
                    <a:pt x="10439" y="6574"/>
                    <a:pt x="10431" y="6455"/>
                  </a:cubicBezTo>
                  <a:lnTo>
                    <a:pt x="10431" y="6455"/>
                  </a:lnTo>
                  <a:lnTo>
                    <a:pt x="10456" y="6464"/>
                  </a:lnTo>
                  <a:cubicBezTo>
                    <a:pt x="10439" y="6455"/>
                    <a:pt x="10439" y="6396"/>
                    <a:pt x="10431" y="6337"/>
                  </a:cubicBezTo>
                  <a:cubicBezTo>
                    <a:pt x="10424" y="6293"/>
                    <a:pt x="10416" y="6255"/>
                    <a:pt x="10409" y="6212"/>
                  </a:cubicBezTo>
                  <a:lnTo>
                    <a:pt x="10409" y="6212"/>
                  </a:lnTo>
                  <a:cubicBezTo>
                    <a:pt x="10422" y="6298"/>
                    <a:pt x="10421" y="6377"/>
                    <a:pt x="10397" y="6464"/>
                  </a:cubicBezTo>
                  <a:cubicBezTo>
                    <a:pt x="10389" y="6498"/>
                    <a:pt x="10380" y="6523"/>
                    <a:pt x="10372" y="6565"/>
                  </a:cubicBezTo>
                  <a:cubicBezTo>
                    <a:pt x="10355" y="6624"/>
                    <a:pt x="10338" y="6684"/>
                    <a:pt x="10313" y="6734"/>
                  </a:cubicBezTo>
                  <a:cubicBezTo>
                    <a:pt x="10338" y="6633"/>
                    <a:pt x="10338" y="6523"/>
                    <a:pt x="10321" y="6421"/>
                  </a:cubicBezTo>
                  <a:cubicBezTo>
                    <a:pt x="10329" y="6379"/>
                    <a:pt x="10338" y="6362"/>
                    <a:pt x="10346" y="6362"/>
                  </a:cubicBezTo>
                  <a:cubicBezTo>
                    <a:pt x="10329" y="6328"/>
                    <a:pt x="10304" y="6312"/>
                    <a:pt x="10296" y="6252"/>
                  </a:cubicBezTo>
                  <a:lnTo>
                    <a:pt x="10304" y="6235"/>
                  </a:lnTo>
                  <a:cubicBezTo>
                    <a:pt x="10313" y="6066"/>
                    <a:pt x="10236" y="6092"/>
                    <a:pt x="10220" y="5939"/>
                  </a:cubicBezTo>
                  <a:cubicBezTo>
                    <a:pt x="10223" y="5935"/>
                    <a:pt x="10227" y="5932"/>
                    <a:pt x="10231" y="5932"/>
                  </a:cubicBezTo>
                  <a:cubicBezTo>
                    <a:pt x="10263" y="5932"/>
                    <a:pt x="10299" y="6069"/>
                    <a:pt x="10329" y="6159"/>
                  </a:cubicBezTo>
                  <a:cubicBezTo>
                    <a:pt x="10333" y="6146"/>
                    <a:pt x="10337" y="6141"/>
                    <a:pt x="10340" y="6141"/>
                  </a:cubicBezTo>
                  <a:cubicBezTo>
                    <a:pt x="10353" y="6141"/>
                    <a:pt x="10359" y="6248"/>
                    <a:pt x="10379" y="6248"/>
                  </a:cubicBezTo>
                  <a:cubicBezTo>
                    <a:pt x="10384" y="6248"/>
                    <a:pt x="10390" y="6242"/>
                    <a:pt x="10397" y="6227"/>
                  </a:cubicBezTo>
                  <a:cubicBezTo>
                    <a:pt x="10389" y="6210"/>
                    <a:pt x="10380" y="6193"/>
                    <a:pt x="10372" y="6176"/>
                  </a:cubicBezTo>
                  <a:cubicBezTo>
                    <a:pt x="10367" y="6149"/>
                    <a:pt x="10372" y="6139"/>
                    <a:pt x="10378" y="6139"/>
                  </a:cubicBezTo>
                  <a:cubicBezTo>
                    <a:pt x="10380" y="6139"/>
                    <a:pt x="10383" y="6141"/>
                    <a:pt x="10385" y="6144"/>
                  </a:cubicBezTo>
                  <a:lnTo>
                    <a:pt x="10385" y="6144"/>
                  </a:lnTo>
                  <a:cubicBezTo>
                    <a:pt x="10373" y="6094"/>
                    <a:pt x="10379" y="6106"/>
                    <a:pt x="10363" y="6083"/>
                  </a:cubicBezTo>
                  <a:cubicBezTo>
                    <a:pt x="10347" y="5984"/>
                    <a:pt x="10351" y="5966"/>
                    <a:pt x="10361" y="5966"/>
                  </a:cubicBezTo>
                  <a:cubicBezTo>
                    <a:pt x="10366" y="5966"/>
                    <a:pt x="10373" y="5972"/>
                    <a:pt x="10379" y="5972"/>
                  </a:cubicBezTo>
                  <a:cubicBezTo>
                    <a:pt x="10390" y="5972"/>
                    <a:pt x="10399" y="5954"/>
                    <a:pt x="10389" y="5855"/>
                  </a:cubicBezTo>
                  <a:lnTo>
                    <a:pt x="10389" y="5855"/>
                  </a:lnTo>
                  <a:cubicBezTo>
                    <a:pt x="10404" y="5877"/>
                    <a:pt x="10412" y="5934"/>
                    <a:pt x="10426" y="5934"/>
                  </a:cubicBezTo>
                  <a:cubicBezTo>
                    <a:pt x="10427" y="5934"/>
                    <a:pt x="10429" y="5933"/>
                    <a:pt x="10431" y="5931"/>
                  </a:cubicBezTo>
                  <a:cubicBezTo>
                    <a:pt x="10431" y="5982"/>
                    <a:pt x="10439" y="6024"/>
                    <a:pt x="10439" y="6075"/>
                  </a:cubicBezTo>
                  <a:lnTo>
                    <a:pt x="10473" y="6075"/>
                  </a:lnTo>
                  <a:cubicBezTo>
                    <a:pt x="10465" y="5948"/>
                    <a:pt x="10414" y="5838"/>
                    <a:pt x="10338" y="5745"/>
                  </a:cubicBezTo>
                  <a:lnTo>
                    <a:pt x="10338" y="5745"/>
                  </a:lnTo>
                  <a:cubicBezTo>
                    <a:pt x="10361" y="5805"/>
                    <a:pt x="10358" y="5815"/>
                    <a:pt x="10348" y="5815"/>
                  </a:cubicBezTo>
                  <a:cubicBezTo>
                    <a:pt x="10343" y="5815"/>
                    <a:pt x="10337" y="5812"/>
                    <a:pt x="10330" y="5812"/>
                  </a:cubicBezTo>
                  <a:cubicBezTo>
                    <a:pt x="10321" y="5812"/>
                    <a:pt x="10313" y="5818"/>
                    <a:pt x="10313" y="5846"/>
                  </a:cubicBezTo>
                  <a:cubicBezTo>
                    <a:pt x="10296" y="5821"/>
                    <a:pt x="10287" y="5795"/>
                    <a:pt x="10296" y="5770"/>
                  </a:cubicBezTo>
                  <a:cubicBezTo>
                    <a:pt x="10288" y="5762"/>
                    <a:pt x="10272" y="5702"/>
                    <a:pt x="10256" y="5702"/>
                  </a:cubicBezTo>
                  <a:cubicBezTo>
                    <a:pt x="10255" y="5702"/>
                    <a:pt x="10254" y="5702"/>
                    <a:pt x="10253" y="5702"/>
                  </a:cubicBezTo>
                  <a:cubicBezTo>
                    <a:pt x="10307" y="5664"/>
                    <a:pt x="10270" y="5399"/>
                    <a:pt x="10321" y="5399"/>
                  </a:cubicBezTo>
                  <a:cubicBezTo>
                    <a:pt x="10326" y="5399"/>
                    <a:pt x="10331" y="5401"/>
                    <a:pt x="10338" y="5406"/>
                  </a:cubicBezTo>
                  <a:cubicBezTo>
                    <a:pt x="10304" y="5220"/>
                    <a:pt x="10270" y="5034"/>
                    <a:pt x="10220" y="4856"/>
                  </a:cubicBezTo>
                  <a:lnTo>
                    <a:pt x="10220" y="4856"/>
                  </a:lnTo>
                  <a:lnTo>
                    <a:pt x="10245" y="4899"/>
                  </a:lnTo>
                  <a:cubicBezTo>
                    <a:pt x="10262" y="4687"/>
                    <a:pt x="10169" y="4730"/>
                    <a:pt x="10126" y="4620"/>
                  </a:cubicBezTo>
                  <a:lnTo>
                    <a:pt x="10126" y="4620"/>
                  </a:lnTo>
                  <a:cubicBezTo>
                    <a:pt x="10135" y="4640"/>
                    <a:pt x="10140" y="4648"/>
                    <a:pt x="10144" y="4648"/>
                  </a:cubicBezTo>
                  <a:cubicBezTo>
                    <a:pt x="10157" y="4648"/>
                    <a:pt x="10138" y="4510"/>
                    <a:pt x="10152" y="4476"/>
                  </a:cubicBezTo>
                  <a:cubicBezTo>
                    <a:pt x="10101" y="4383"/>
                    <a:pt x="10059" y="4290"/>
                    <a:pt x="10042" y="4188"/>
                  </a:cubicBezTo>
                  <a:cubicBezTo>
                    <a:pt x="10067" y="4154"/>
                    <a:pt x="10110" y="4146"/>
                    <a:pt x="10093" y="4061"/>
                  </a:cubicBezTo>
                  <a:lnTo>
                    <a:pt x="10059" y="4011"/>
                  </a:lnTo>
                  <a:cubicBezTo>
                    <a:pt x="10033" y="3926"/>
                    <a:pt x="10025" y="3850"/>
                    <a:pt x="10016" y="3765"/>
                  </a:cubicBezTo>
                  <a:lnTo>
                    <a:pt x="10016" y="3774"/>
                  </a:lnTo>
                  <a:cubicBezTo>
                    <a:pt x="10012" y="3725"/>
                    <a:pt x="9998" y="3702"/>
                    <a:pt x="9987" y="3702"/>
                  </a:cubicBezTo>
                  <a:cubicBezTo>
                    <a:pt x="9978" y="3702"/>
                    <a:pt x="9970" y="3721"/>
                    <a:pt x="9974" y="3757"/>
                  </a:cubicBezTo>
                  <a:lnTo>
                    <a:pt x="9949" y="3672"/>
                  </a:lnTo>
                  <a:lnTo>
                    <a:pt x="9957" y="3664"/>
                  </a:lnTo>
                  <a:cubicBezTo>
                    <a:pt x="9898" y="3537"/>
                    <a:pt x="9847" y="3401"/>
                    <a:pt x="9813" y="3266"/>
                  </a:cubicBezTo>
                  <a:lnTo>
                    <a:pt x="9813" y="3266"/>
                  </a:lnTo>
                  <a:cubicBezTo>
                    <a:pt x="9817" y="3270"/>
                    <a:pt x="9820" y="3272"/>
                    <a:pt x="9823" y="3272"/>
                  </a:cubicBezTo>
                  <a:cubicBezTo>
                    <a:pt x="9838" y="3272"/>
                    <a:pt x="9842" y="3213"/>
                    <a:pt x="9851" y="3213"/>
                  </a:cubicBezTo>
                  <a:cubicBezTo>
                    <a:pt x="9856" y="3213"/>
                    <a:pt x="9862" y="3230"/>
                    <a:pt x="9873" y="3283"/>
                  </a:cubicBezTo>
                  <a:cubicBezTo>
                    <a:pt x="9869" y="3274"/>
                    <a:pt x="9866" y="3270"/>
                    <a:pt x="9864" y="3270"/>
                  </a:cubicBezTo>
                  <a:cubicBezTo>
                    <a:pt x="9855" y="3270"/>
                    <a:pt x="9852" y="3319"/>
                    <a:pt x="9839" y="3325"/>
                  </a:cubicBezTo>
                  <a:cubicBezTo>
                    <a:pt x="9856" y="3376"/>
                    <a:pt x="9873" y="3418"/>
                    <a:pt x="9898" y="3461"/>
                  </a:cubicBezTo>
                  <a:cubicBezTo>
                    <a:pt x="9901" y="3455"/>
                    <a:pt x="9908" y="3452"/>
                    <a:pt x="9918" y="3452"/>
                  </a:cubicBezTo>
                  <a:cubicBezTo>
                    <a:pt x="9934" y="3452"/>
                    <a:pt x="9958" y="3461"/>
                    <a:pt x="9974" y="3478"/>
                  </a:cubicBezTo>
                  <a:cubicBezTo>
                    <a:pt x="9907" y="3368"/>
                    <a:pt x="9890" y="3021"/>
                    <a:pt x="9805" y="3012"/>
                  </a:cubicBezTo>
                  <a:cubicBezTo>
                    <a:pt x="9788" y="2860"/>
                    <a:pt x="9729" y="2674"/>
                    <a:pt x="9712" y="2496"/>
                  </a:cubicBezTo>
                  <a:cubicBezTo>
                    <a:pt x="9712" y="2505"/>
                    <a:pt x="9712" y="2522"/>
                    <a:pt x="9703" y="2522"/>
                  </a:cubicBezTo>
                  <a:lnTo>
                    <a:pt x="9703" y="2369"/>
                  </a:lnTo>
                  <a:lnTo>
                    <a:pt x="9712" y="2395"/>
                  </a:lnTo>
                  <a:lnTo>
                    <a:pt x="9712" y="2302"/>
                  </a:lnTo>
                  <a:cubicBezTo>
                    <a:pt x="9715" y="2299"/>
                    <a:pt x="9718" y="2297"/>
                    <a:pt x="9721" y="2297"/>
                  </a:cubicBezTo>
                  <a:cubicBezTo>
                    <a:pt x="9735" y="2297"/>
                    <a:pt x="9747" y="2326"/>
                    <a:pt x="9754" y="2361"/>
                  </a:cubicBezTo>
                  <a:cubicBezTo>
                    <a:pt x="9760" y="2379"/>
                    <a:pt x="9758" y="2393"/>
                    <a:pt x="9753" y="2393"/>
                  </a:cubicBezTo>
                  <a:cubicBezTo>
                    <a:pt x="9751" y="2393"/>
                    <a:pt x="9748" y="2391"/>
                    <a:pt x="9746" y="2386"/>
                  </a:cubicBezTo>
                  <a:lnTo>
                    <a:pt x="9746" y="2386"/>
                  </a:lnTo>
                  <a:cubicBezTo>
                    <a:pt x="9755" y="2406"/>
                    <a:pt x="9760" y="2413"/>
                    <a:pt x="9763" y="2413"/>
                  </a:cubicBezTo>
                  <a:cubicBezTo>
                    <a:pt x="9772" y="2413"/>
                    <a:pt x="9760" y="2346"/>
                    <a:pt x="9769" y="2346"/>
                  </a:cubicBezTo>
                  <a:lnTo>
                    <a:pt x="9769" y="2346"/>
                  </a:lnTo>
                  <a:cubicBezTo>
                    <a:pt x="9771" y="2346"/>
                    <a:pt x="9774" y="2350"/>
                    <a:pt x="9780" y="2361"/>
                  </a:cubicBezTo>
                  <a:cubicBezTo>
                    <a:pt x="9780" y="2386"/>
                    <a:pt x="9788" y="2412"/>
                    <a:pt x="9797" y="2437"/>
                  </a:cubicBezTo>
                  <a:cubicBezTo>
                    <a:pt x="9797" y="2310"/>
                    <a:pt x="9737" y="2268"/>
                    <a:pt x="9763" y="2183"/>
                  </a:cubicBezTo>
                  <a:cubicBezTo>
                    <a:pt x="9712" y="2107"/>
                    <a:pt x="9687" y="2006"/>
                    <a:pt x="9687" y="1913"/>
                  </a:cubicBezTo>
                  <a:lnTo>
                    <a:pt x="9687" y="1913"/>
                  </a:lnTo>
                  <a:cubicBezTo>
                    <a:pt x="9690" y="1918"/>
                    <a:pt x="9692" y="1920"/>
                    <a:pt x="9693" y="1920"/>
                  </a:cubicBezTo>
                  <a:cubicBezTo>
                    <a:pt x="9700" y="1920"/>
                    <a:pt x="9676" y="1835"/>
                    <a:pt x="9691" y="1835"/>
                  </a:cubicBezTo>
                  <a:cubicBezTo>
                    <a:pt x="9694" y="1835"/>
                    <a:pt x="9698" y="1838"/>
                    <a:pt x="9703" y="1845"/>
                  </a:cubicBezTo>
                  <a:cubicBezTo>
                    <a:pt x="9678" y="1811"/>
                    <a:pt x="9678" y="1710"/>
                    <a:pt x="9661" y="1693"/>
                  </a:cubicBezTo>
                  <a:lnTo>
                    <a:pt x="9661" y="1693"/>
                  </a:lnTo>
                  <a:cubicBezTo>
                    <a:pt x="9670" y="1727"/>
                    <a:pt x="9678" y="1760"/>
                    <a:pt x="9678" y="1786"/>
                  </a:cubicBezTo>
                  <a:cubicBezTo>
                    <a:pt x="9661" y="1743"/>
                    <a:pt x="9636" y="1743"/>
                    <a:pt x="9636" y="1693"/>
                  </a:cubicBezTo>
                  <a:cubicBezTo>
                    <a:pt x="9636" y="1688"/>
                    <a:pt x="9636" y="1686"/>
                    <a:pt x="9637" y="1686"/>
                  </a:cubicBezTo>
                  <a:cubicBezTo>
                    <a:pt x="9638" y="1686"/>
                    <a:pt x="9640" y="1688"/>
                    <a:pt x="9644" y="1693"/>
                  </a:cubicBezTo>
                  <a:cubicBezTo>
                    <a:pt x="9610" y="1625"/>
                    <a:pt x="9568" y="1676"/>
                    <a:pt x="9543" y="1557"/>
                  </a:cubicBezTo>
                  <a:cubicBezTo>
                    <a:pt x="9521" y="1455"/>
                    <a:pt x="9522" y="1421"/>
                    <a:pt x="9533" y="1421"/>
                  </a:cubicBezTo>
                  <a:lnTo>
                    <a:pt x="9533" y="1421"/>
                  </a:lnTo>
                  <a:cubicBezTo>
                    <a:pt x="9554" y="1421"/>
                    <a:pt x="9614" y="1545"/>
                    <a:pt x="9625" y="1545"/>
                  </a:cubicBezTo>
                  <a:cubicBezTo>
                    <a:pt x="9627" y="1545"/>
                    <a:pt x="9627" y="1544"/>
                    <a:pt x="9627" y="1540"/>
                  </a:cubicBezTo>
                  <a:cubicBezTo>
                    <a:pt x="9594" y="1473"/>
                    <a:pt x="9577" y="1405"/>
                    <a:pt x="9577" y="1329"/>
                  </a:cubicBezTo>
                  <a:lnTo>
                    <a:pt x="9577" y="1329"/>
                  </a:lnTo>
                  <a:lnTo>
                    <a:pt x="9585" y="1346"/>
                  </a:lnTo>
                  <a:cubicBezTo>
                    <a:pt x="9568" y="1304"/>
                    <a:pt x="9560" y="1270"/>
                    <a:pt x="9560" y="1227"/>
                  </a:cubicBezTo>
                  <a:cubicBezTo>
                    <a:pt x="9534" y="1202"/>
                    <a:pt x="9500" y="1185"/>
                    <a:pt x="9475" y="1160"/>
                  </a:cubicBezTo>
                  <a:lnTo>
                    <a:pt x="9450" y="1016"/>
                  </a:lnTo>
                  <a:lnTo>
                    <a:pt x="9467" y="1041"/>
                  </a:lnTo>
                  <a:cubicBezTo>
                    <a:pt x="9458" y="1007"/>
                    <a:pt x="9450" y="982"/>
                    <a:pt x="9441" y="948"/>
                  </a:cubicBezTo>
                  <a:cubicBezTo>
                    <a:pt x="9444" y="946"/>
                    <a:pt x="9446" y="944"/>
                    <a:pt x="9448" y="944"/>
                  </a:cubicBezTo>
                  <a:cubicBezTo>
                    <a:pt x="9461" y="944"/>
                    <a:pt x="9468" y="981"/>
                    <a:pt x="9475" y="1024"/>
                  </a:cubicBezTo>
                  <a:cubicBezTo>
                    <a:pt x="9492" y="991"/>
                    <a:pt x="9484" y="957"/>
                    <a:pt x="9458" y="931"/>
                  </a:cubicBezTo>
                  <a:lnTo>
                    <a:pt x="9458" y="948"/>
                  </a:lnTo>
                  <a:cubicBezTo>
                    <a:pt x="9446" y="924"/>
                    <a:pt x="9417" y="854"/>
                    <a:pt x="9404" y="854"/>
                  </a:cubicBezTo>
                  <a:cubicBezTo>
                    <a:pt x="9399" y="854"/>
                    <a:pt x="9396" y="865"/>
                    <a:pt x="9399" y="897"/>
                  </a:cubicBezTo>
                  <a:cubicBezTo>
                    <a:pt x="9365" y="821"/>
                    <a:pt x="9399" y="788"/>
                    <a:pt x="9382" y="728"/>
                  </a:cubicBezTo>
                  <a:cubicBezTo>
                    <a:pt x="9383" y="728"/>
                    <a:pt x="9385" y="727"/>
                    <a:pt x="9386" y="727"/>
                  </a:cubicBezTo>
                  <a:cubicBezTo>
                    <a:pt x="9397" y="727"/>
                    <a:pt x="9404" y="752"/>
                    <a:pt x="9411" y="752"/>
                  </a:cubicBezTo>
                  <a:cubicBezTo>
                    <a:pt x="9412" y="752"/>
                    <a:pt x="9414" y="750"/>
                    <a:pt x="9416" y="745"/>
                  </a:cubicBezTo>
                  <a:cubicBezTo>
                    <a:pt x="9416" y="694"/>
                    <a:pt x="9407" y="652"/>
                    <a:pt x="9390" y="610"/>
                  </a:cubicBezTo>
                  <a:cubicBezTo>
                    <a:pt x="9390" y="652"/>
                    <a:pt x="9374" y="601"/>
                    <a:pt x="9374" y="669"/>
                  </a:cubicBezTo>
                  <a:cubicBezTo>
                    <a:pt x="9365" y="644"/>
                    <a:pt x="9348" y="584"/>
                    <a:pt x="9340" y="584"/>
                  </a:cubicBezTo>
                  <a:lnTo>
                    <a:pt x="9340" y="584"/>
                  </a:lnTo>
                  <a:cubicBezTo>
                    <a:pt x="9348" y="601"/>
                    <a:pt x="9357" y="627"/>
                    <a:pt x="9357" y="661"/>
                  </a:cubicBezTo>
                  <a:cubicBezTo>
                    <a:pt x="9331" y="584"/>
                    <a:pt x="9314" y="508"/>
                    <a:pt x="9314" y="432"/>
                  </a:cubicBezTo>
                  <a:lnTo>
                    <a:pt x="9314" y="432"/>
                  </a:lnTo>
                  <a:cubicBezTo>
                    <a:pt x="9323" y="432"/>
                    <a:pt x="9323" y="441"/>
                    <a:pt x="9331" y="449"/>
                  </a:cubicBezTo>
                  <a:cubicBezTo>
                    <a:pt x="9281" y="365"/>
                    <a:pt x="9264" y="212"/>
                    <a:pt x="9213" y="153"/>
                  </a:cubicBezTo>
                  <a:lnTo>
                    <a:pt x="9213" y="178"/>
                  </a:lnTo>
                  <a:cubicBezTo>
                    <a:pt x="9230" y="204"/>
                    <a:pt x="9238" y="238"/>
                    <a:pt x="9238" y="272"/>
                  </a:cubicBezTo>
                  <a:cubicBezTo>
                    <a:pt x="9232" y="254"/>
                    <a:pt x="9228" y="247"/>
                    <a:pt x="9224" y="247"/>
                  </a:cubicBezTo>
                  <a:cubicBezTo>
                    <a:pt x="9215" y="247"/>
                    <a:pt x="9210" y="279"/>
                    <a:pt x="9202" y="279"/>
                  </a:cubicBezTo>
                  <a:cubicBezTo>
                    <a:pt x="9198" y="279"/>
                    <a:pt x="9193" y="273"/>
                    <a:pt x="9187" y="255"/>
                  </a:cubicBezTo>
                  <a:cubicBezTo>
                    <a:pt x="9154" y="153"/>
                    <a:pt x="9171" y="52"/>
                    <a:pt x="912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9"/>
            <p:cNvSpPr/>
            <p:nvPr/>
          </p:nvSpPr>
          <p:spPr>
            <a:xfrm rot="5400000">
              <a:off x="9495788" y="1057313"/>
              <a:ext cx="1075" cy="2025"/>
            </a:xfrm>
            <a:custGeom>
              <a:rect b="b" l="l" r="r" t="t"/>
              <a:pathLst>
                <a:path extrusionOk="0" h="81" w="43">
                  <a:moveTo>
                    <a:pt x="9" y="1"/>
                  </a:moveTo>
                  <a:cubicBezTo>
                    <a:pt x="6" y="1"/>
                    <a:pt x="3" y="2"/>
                    <a:pt x="0" y="4"/>
                  </a:cubicBezTo>
                  <a:cubicBezTo>
                    <a:pt x="1" y="4"/>
                    <a:pt x="2" y="3"/>
                    <a:pt x="3" y="3"/>
                  </a:cubicBezTo>
                  <a:cubicBezTo>
                    <a:pt x="22" y="3"/>
                    <a:pt x="26" y="81"/>
                    <a:pt x="36" y="81"/>
                  </a:cubicBezTo>
                  <a:cubicBezTo>
                    <a:pt x="38" y="81"/>
                    <a:pt x="40" y="78"/>
                    <a:pt x="43" y="72"/>
                  </a:cubicBezTo>
                  <a:cubicBezTo>
                    <a:pt x="35" y="49"/>
                    <a:pt x="28"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9"/>
            <p:cNvSpPr/>
            <p:nvPr/>
          </p:nvSpPr>
          <p:spPr>
            <a:xfrm rot="5400000">
              <a:off x="9497013" y="1057788"/>
              <a:ext cx="450" cy="2150"/>
            </a:xfrm>
            <a:custGeom>
              <a:rect b="b" l="l" r="r" t="t"/>
              <a:pathLst>
                <a:path extrusionOk="0" h="86" w="18">
                  <a:moveTo>
                    <a:pt x="0" y="1"/>
                  </a:moveTo>
                  <a:lnTo>
                    <a:pt x="17" y="85"/>
                  </a:lnTo>
                  <a:lnTo>
                    <a:pt x="17" y="34"/>
                  </a:lnTo>
                  <a:cubicBezTo>
                    <a:pt x="17" y="34"/>
                    <a:pt x="9" y="34"/>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9"/>
            <p:cNvSpPr/>
            <p:nvPr/>
          </p:nvSpPr>
          <p:spPr>
            <a:xfrm rot="5400000">
              <a:off x="9502150" y="1059100"/>
              <a:ext cx="2450" cy="6375"/>
            </a:xfrm>
            <a:custGeom>
              <a:rect b="b" l="l" r="r" t="t"/>
              <a:pathLst>
                <a:path extrusionOk="0" h="255" w="98">
                  <a:moveTo>
                    <a:pt x="16" y="152"/>
                  </a:moveTo>
                  <a:cubicBezTo>
                    <a:pt x="17" y="158"/>
                    <a:pt x="18" y="164"/>
                    <a:pt x="19" y="169"/>
                  </a:cubicBezTo>
                  <a:lnTo>
                    <a:pt x="19" y="169"/>
                  </a:lnTo>
                  <a:cubicBezTo>
                    <a:pt x="18" y="164"/>
                    <a:pt x="17" y="158"/>
                    <a:pt x="16" y="152"/>
                  </a:cubicBezTo>
                  <a:close/>
                  <a:moveTo>
                    <a:pt x="5" y="1"/>
                  </a:moveTo>
                  <a:lnTo>
                    <a:pt x="5" y="1"/>
                  </a:lnTo>
                  <a:cubicBezTo>
                    <a:pt x="0" y="31"/>
                    <a:pt x="5" y="95"/>
                    <a:pt x="16" y="152"/>
                  </a:cubicBezTo>
                  <a:lnTo>
                    <a:pt x="16" y="152"/>
                  </a:lnTo>
                  <a:cubicBezTo>
                    <a:pt x="14" y="141"/>
                    <a:pt x="13" y="130"/>
                    <a:pt x="13" y="119"/>
                  </a:cubicBezTo>
                  <a:cubicBezTo>
                    <a:pt x="17" y="117"/>
                    <a:pt x="21" y="116"/>
                    <a:pt x="25" y="116"/>
                  </a:cubicBezTo>
                  <a:cubicBezTo>
                    <a:pt x="62" y="116"/>
                    <a:pt x="51" y="230"/>
                    <a:pt x="98" y="246"/>
                  </a:cubicBezTo>
                  <a:cubicBezTo>
                    <a:pt x="81" y="128"/>
                    <a:pt x="30" y="102"/>
                    <a:pt x="5" y="1"/>
                  </a:cubicBezTo>
                  <a:close/>
                  <a:moveTo>
                    <a:pt x="19" y="169"/>
                  </a:moveTo>
                  <a:cubicBezTo>
                    <a:pt x="30" y="217"/>
                    <a:pt x="45" y="254"/>
                    <a:pt x="64" y="254"/>
                  </a:cubicBezTo>
                  <a:cubicBezTo>
                    <a:pt x="42" y="227"/>
                    <a:pt x="27" y="199"/>
                    <a:pt x="19" y="16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9"/>
            <p:cNvSpPr/>
            <p:nvPr/>
          </p:nvSpPr>
          <p:spPr>
            <a:xfrm rot="5400000">
              <a:off x="9499650" y="1063400"/>
              <a:ext cx="675" cy="1700"/>
            </a:xfrm>
            <a:custGeom>
              <a:rect b="b" l="l" r="r" t="t"/>
              <a:pathLst>
                <a:path extrusionOk="0" h="68" w="27">
                  <a:moveTo>
                    <a:pt x="1" y="0"/>
                  </a:moveTo>
                  <a:lnTo>
                    <a:pt x="1" y="8"/>
                  </a:lnTo>
                  <a:lnTo>
                    <a:pt x="26" y="68"/>
                  </a:lnTo>
                  <a:lnTo>
                    <a:pt x="26" y="59"/>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9"/>
            <p:cNvSpPr/>
            <p:nvPr/>
          </p:nvSpPr>
          <p:spPr>
            <a:xfrm rot="5400000">
              <a:off x="9460025" y="1058625"/>
              <a:ext cx="850" cy="1725"/>
            </a:xfrm>
            <a:custGeom>
              <a:rect b="b" l="l" r="r" t="t"/>
              <a:pathLst>
                <a:path extrusionOk="0" h="69" w="34">
                  <a:moveTo>
                    <a:pt x="17" y="1"/>
                  </a:moveTo>
                  <a:cubicBezTo>
                    <a:pt x="0" y="9"/>
                    <a:pt x="25" y="52"/>
                    <a:pt x="34" y="69"/>
                  </a:cubicBezTo>
                  <a:cubicBezTo>
                    <a:pt x="25" y="43"/>
                    <a:pt x="25" y="26"/>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9"/>
            <p:cNvSpPr/>
            <p:nvPr/>
          </p:nvSpPr>
          <p:spPr>
            <a:xfrm rot="5400000">
              <a:off x="9319688" y="880463"/>
              <a:ext cx="12725" cy="1075"/>
            </a:xfrm>
            <a:custGeom>
              <a:rect b="b" l="l" r="r" t="t"/>
              <a:pathLst>
                <a:path extrusionOk="0" h="43" w="509">
                  <a:moveTo>
                    <a:pt x="508" y="1"/>
                  </a:moveTo>
                  <a:cubicBezTo>
                    <a:pt x="280" y="17"/>
                    <a:pt x="144" y="26"/>
                    <a:pt x="1" y="43"/>
                  </a:cubicBezTo>
                  <a:lnTo>
                    <a:pt x="50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9"/>
            <p:cNvSpPr/>
            <p:nvPr/>
          </p:nvSpPr>
          <p:spPr>
            <a:xfrm rot="5400000">
              <a:off x="9421625" y="1063600"/>
              <a:ext cx="2775" cy="9750"/>
            </a:xfrm>
            <a:custGeom>
              <a:rect b="b" l="l" r="r" t="t"/>
              <a:pathLst>
                <a:path extrusionOk="0" h="390" w="111">
                  <a:moveTo>
                    <a:pt x="1" y="1"/>
                  </a:moveTo>
                  <a:cubicBezTo>
                    <a:pt x="1" y="187"/>
                    <a:pt x="94" y="229"/>
                    <a:pt x="94" y="390"/>
                  </a:cubicBezTo>
                  <a:lnTo>
                    <a:pt x="111" y="322"/>
                  </a:lnTo>
                  <a:cubicBezTo>
                    <a:pt x="68" y="187"/>
                    <a:pt x="34" y="136"/>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9"/>
            <p:cNvSpPr/>
            <p:nvPr/>
          </p:nvSpPr>
          <p:spPr>
            <a:xfrm rot="5400000">
              <a:off x="9419150" y="1065775"/>
              <a:ext cx="1700" cy="3075"/>
            </a:xfrm>
            <a:custGeom>
              <a:rect b="b" l="l" r="r" t="t"/>
              <a:pathLst>
                <a:path extrusionOk="0" h="123" w="68">
                  <a:moveTo>
                    <a:pt x="17" y="0"/>
                  </a:moveTo>
                  <a:lnTo>
                    <a:pt x="0" y="43"/>
                  </a:lnTo>
                  <a:cubicBezTo>
                    <a:pt x="3" y="40"/>
                    <a:pt x="5" y="39"/>
                    <a:pt x="7" y="39"/>
                  </a:cubicBezTo>
                  <a:cubicBezTo>
                    <a:pt x="28" y="39"/>
                    <a:pt x="48" y="122"/>
                    <a:pt x="63" y="122"/>
                  </a:cubicBezTo>
                  <a:cubicBezTo>
                    <a:pt x="65" y="122"/>
                    <a:pt x="66" y="121"/>
                    <a:pt x="68" y="119"/>
                  </a:cubicBezTo>
                  <a:cubicBezTo>
                    <a:pt x="51" y="26"/>
                    <a:pt x="34" y="85"/>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9"/>
            <p:cNvSpPr/>
            <p:nvPr/>
          </p:nvSpPr>
          <p:spPr>
            <a:xfrm rot="5400000">
              <a:off x="9437388" y="1076388"/>
              <a:ext cx="650" cy="1100"/>
            </a:xfrm>
            <a:custGeom>
              <a:rect b="b" l="l" r="r" t="t"/>
              <a:pathLst>
                <a:path extrusionOk="0" h="44" w="26">
                  <a:moveTo>
                    <a:pt x="0" y="1"/>
                  </a:moveTo>
                  <a:lnTo>
                    <a:pt x="26" y="43"/>
                  </a:lnTo>
                  <a:lnTo>
                    <a:pt x="9" y="9"/>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9"/>
            <p:cNvSpPr/>
            <p:nvPr/>
          </p:nvSpPr>
          <p:spPr>
            <a:xfrm rot="5400000">
              <a:off x="9404500" y="1068900"/>
              <a:ext cx="225" cy="1700"/>
            </a:xfrm>
            <a:custGeom>
              <a:rect b="b" l="l" r="r" t="t"/>
              <a:pathLst>
                <a:path extrusionOk="0" h="68" w="9">
                  <a:moveTo>
                    <a:pt x="0" y="0"/>
                  </a:moveTo>
                  <a:lnTo>
                    <a:pt x="0" y="68"/>
                  </a:lnTo>
                  <a:lnTo>
                    <a:pt x="9" y="17"/>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9"/>
            <p:cNvSpPr/>
            <p:nvPr/>
          </p:nvSpPr>
          <p:spPr>
            <a:xfrm rot="5400000">
              <a:off x="9405538" y="1069313"/>
              <a:ext cx="250" cy="450"/>
            </a:xfrm>
            <a:custGeom>
              <a:rect b="b" l="l" r="r" t="t"/>
              <a:pathLst>
                <a:path extrusionOk="0" h="18" w="10">
                  <a:moveTo>
                    <a:pt x="1" y="0"/>
                  </a:moveTo>
                  <a:lnTo>
                    <a:pt x="9" y="17"/>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9"/>
            <p:cNvSpPr/>
            <p:nvPr/>
          </p:nvSpPr>
          <p:spPr>
            <a:xfrm rot="5400000">
              <a:off x="9438013" y="1077038"/>
              <a:ext cx="650" cy="2350"/>
            </a:xfrm>
            <a:custGeom>
              <a:rect b="b" l="l" r="r" t="t"/>
              <a:pathLst>
                <a:path extrusionOk="0" h="94" w="26">
                  <a:moveTo>
                    <a:pt x="0" y="0"/>
                  </a:moveTo>
                  <a:lnTo>
                    <a:pt x="25" y="93"/>
                  </a:lnTo>
                  <a:lnTo>
                    <a:pt x="25" y="26"/>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9"/>
            <p:cNvSpPr/>
            <p:nvPr/>
          </p:nvSpPr>
          <p:spPr>
            <a:xfrm rot="5400000">
              <a:off x="9423200" y="1075975"/>
              <a:ext cx="675" cy="1500"/>
            </a:xfrm>
            <a:custGeom>
              <a:rect b="b" l="l" r="r" t="t"/>
              <a:pathLst>
                <a:path extrusionOk="0" h="60" w="27">
                  <a:moveTo>
                    <a:pt x="1" y="0"/>
                  </a:moveTo>
                  <a:cubicBezTo>
                    <a:pt x="1" y="7"/>
                    <a:pt x="1" y="60"/>
                    <a:pt x="15" y="60"/>
                  </a:cubicBezTo>
                  <a:cubicBezTo>
                    <a:pt x="18" y="60"/>
                    <a:pt x="22" y="57"/>
                    <a:pt x="26" y="51"/>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9"/>
            <p:cNvSpPr/>
            <p:nvPr/>
          </p:nvSpPr>
          <p:spPr>
            <a:xfrm rot="5400000">
              <a:off x="9393600" y="1070900"/>
              <a:ext cx="650" cy="1925"/>
            </a:xfrm>
            <a:custGeom>
              <a:rect b="b" l="l" r="r" t="t"/>
              <a:pathLst>
                <a:path extrusionOk="0" h="77" w="26">
                  <a:moveTo>
                    <a:pt x="0" y="0"/>
                  </a:moveTo>
                  <a:lnTo>
                    <a:pt x="0" y="9"/>
                  </a:lnTo>
                  <a:lnTo>
                    <a:pt x="26" y="76"/>
                  </a:lnTo>
                  <a:lnTo>
                    <a:pt x="26" y="68"/>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9"/>
            <p:cNvSpPr/>
            <p:nvPr/>
          </p:nvSpPr>
          <p:spPr>
            <a:xfrm rot="5400000">
              <a:off x="9411775" y="1080625"/>
              <a:ext cx="875" cy="1700"/>
            </a:xfrm>
            <a:custGeom>
              <a:rect b="b" l="l" r="r" t="t"/>
              <a:pathLst>
                <a:path extrusionOk="0" h="68" w="35">
                  <a:moveTo>
                    <a:pt x="6" y="9"/>
                  </a:moveTo>
                  <a:lnTo>
                    <a:pt x="6" y="9"/>
                  </a:lnTo>
                  <a:cubicBezTo>
                    <a:pt x="5" y="10"/>
                    <a:pt x="3" y="12"/>
                    <a:pt x="1" y="17"/>
                  </a:cubicBezTo>
                  <a:cubicBezTo>
                    <a:pt x="3" y="15"/>
                    <a:pt x="4" y="12"/>
                    <a:pt x="6" y="9"/>
                  </a:cubicBezTo>
                  <a:close/>
                  <a:moveTo>
                    <a:pt x="15" y="1"/>
                  </a:moveTo>
                  <a:cubicBezTo>
                    <a:pt x="12" y="1"/>
                    <a:pt x="9" y="5"/>
                    <a:pt x="6" y="9"/>
                  </a:cubicBezTo>
                  <a:lnTo>
                    <a:pt x="6" y="9"/>
                  </a:lnTo>
                  <a:cubicBezTo>
                    <a:pt x="7" y="9"/>
                    <a:pt x="7" y="9"/>
                    <a:pt x="7" y="9"/>
                  </a:cubicBezTo>
                  <a:cubicBezTo>
                    <a:pt x="17" y="9"/>
                    <a:pt x="23" y="68"/>
                    <a:pt x="29" y="68"/>
                  </a:cubicBezTo>
                  <a:cubicBezTo>
                    <a:pt x="31" y="68"/>
                    <a:pt x="33" y="61"/>
                    <a:pt x="35" y="42"/>
                  </a:cubicBezTo>
                  <a:cubicBezTo>
                    <a:pt x="27" y="10"/>
                    <a:pt x="21" y="1"/>
                    <a:pt x="1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9"/>
            <p:cNvSpPr/>
            <p:nvPr/>
          </p:nvSpPr>
          <p:spPr>
            <a:xfrm rot="5400000">
              <a:off x="9391488" y="1080413"/>
              <a:ext cx="250" cy="650"/>
            </a:xfrm>
            <a:custGeom>
              <a:rect b="b" l="l" r="r" t="t"/>
              <a:pathLst>
                <a:path extrusionOk="0" h="26" w="10">
                  <a:moveTo>
                    <a:pt x="1" y="1"/>
                  </a:moveTo>
                  <a:cubicBezTo>
                    <a:pt x="1" y="9"/>
                    <a:pt x="1" y="26"/>
                    <a:pt x="9" y="26"/>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9"/>
            <p:cNvSpPr/>
            <p:nvPr/>
          </p:nvSpPr>
          <p:spPr>
            <a:xfrm rot="5400000">
              <a:off x="9392663" y="1079463"/>
              <a:ext cx="425" cy="1925"/>
            </a:xfrm>
            <a:custGeom>
              <a:rect b="b" l="l" r="r" t="t"/>
              <a:pathLst>
                <a:path extrusionOk="0" h="77" w="17">
                  <a:moveTo>
                    <a:pt x="0" y="0"/>
                  </a:moveTo>
                  <a:cubicBezTo>
                    <a:pt x="0" y="26"/>
                    <a:pt x="0" y="60"/>
                    <a:pt x="17" y="77"/>
                  </a:cubicBezTo>
                  <a:cubicBezTo>
                    <a:pt x="9" y="51"/>
                    <a:pt x="9" y="26"/>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9"/>
            <p:cNvSpPr/>
            <p:nvPr/>
          </p:nvSpPr>
          <p:spPr>
            <a:xfrm rot="5400000">
              <a:off x="9383938" y="1080938"/>
              <a:ext cx="1125" cy="2175"/>
            </a:xfrm>
            <a:custGeom>
              <a:rect b="b" l="l" r="r" t="t"/>
              <a:pathLst>
                <a:path extrusionOk="0" h="87" w="45">
                  <a:moveTo>
                    <a:pt x="1" y="0"/>
                  </a:moveTo>
                  <a:lnTo>
                    <a:pt x="9" y="26"/>
                  </a:lnTo>
                  <a:cubicBezTo>
                    <a:pt x="17" y="63"/>
                    <a:pt x="18" y="87"/>
                    <a:pt x="29" y="87"/>
                  </a:cubicBezTo>
                  <a:cubicBezTo>
                    <a:pt x="31" y="87"/>
                    <a:pt x="32" y="86"/>
                    <a:pt x="35" y="85"/>
                  </a:cubicBezTo>
                  <a:lnTo>
                    <a:pt x="35" y="51"/>
                  </a:lnTo>
                  <a:cubicBezTo>
                    <a:pt x="42" y="62"/>
                    <a:pt x="44" y="66"/>
                    <a:pt x="44" y="66"/>
                  </a:cubicBezTo>
                  <a:cubicBezTo>
                    <a:pt x="44" y="66"/>
                    <a:pt x="40" y="57"/>
                    <a:pt x="35" y="43"/>
                  </a:cubicBezTo>
                  <a:cubicBezTo>
                    <a:pt x="18" y="26"/>
                    <a:pt x="18" y="17"/>
                    <a:pt x="9" y="17"/>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9"/>
            <p:cNvSpPr/>
            <p:nvPr/>
          </p:nvSpPr>
          <p:spPr>
            <a:xfrm rot="5400000">
              <a:off x="9353213" y="1074063"/>
              <a:ext cx="1500" cy="6150"/>
            </a:xfrm>
            <a:custGeom>
              <a:rect b="b" l="l" r="r" t="t"/>
              <a:pathLst>
                <a:path extrusionOk="0" h="246" w="60">
                  <a:moveTo>
                    <a:pt x="1" y="0"/>
                  </a:moveTo>
                  <a:cubicBezTo>
                    <a:pt x="26" y="102"/>
                    <a:pt x="26" y="127"/>
                    <a:pt x="52" y="246"/>
                  </a:cubicBezTo>
                  <a:cubicBezTo>
                    <a:pt x="44" y="162"/>
                    <a:pt x="43" y="126"/>
                    <a:pt x="56" y="126"/>
                  </a:cubicBezTo>
                  <a:cubicBezTo>
                    <a:pt x="57" y="126"/>
                    <a:pt x="58" y="126"/>
                    <a:pt x="60" y="127"/>
                  </a:cubicBezTo>
                  <a:cubicBezTo>
                    <a:pt x="52" y="34"/>
                    <a:pt x="18" y="51"/>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9"/>
            <p:cNvSpPr/>
            <p:nvPr/>
          </p:nvSpPr>
          <p:spPr>
            <a:xfrm rot="5400000">
              <a:off x="9357438" y="1075763"/>
              <a:ext cx="225" cy="1075"/>
            </a:xfrm>
            <a:custGeom>
              <a:rect b="b" l="l" r="r" t="t"/>
              <a:pathLst>
                <a:path extrusionOk="0" h="43" w="9">
                  <a:moveTo>
                    <a:pt x="9" y="42"/>
                  </a:moveTo>
                  <a:cubicBezTo>
                    <a:pt x="9" y="25"/>
                    <a:pt x="0" y="17"/>
                    <a:pt x="0" y="0"/>
                  </a:cubicBezTo>
                  <a:cubicBezTo>
                    <a:pt x="0" y="17"/>
                    <a:pt x="9" y="25"/>
                    <a:pt x="9" y="4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9"/>
            <p:cNvSpPr/>
            <p:nvPr/>
          </p:nvSpPr>
          <p:spPr>
            <a:xfrm rot="5400000">
              <a:off x="9393088" y="1085388"/>
              <a:ext cx="850" cy="1500"/>
            </a:xfrm>
            <a:custGeom>
              <a:rect b="b" l="l" r="r" t="t"/>
              <a:pathLst>
                <a:path extrusionOk="0" h="60" w="34">
                  <a:moveTo>
                    <a:pt x="0" y="1"/>
                  </a:moveTo>
                  <a:lnTo>
                    <a:pt x="34" y="60"/>
                  </a:lnTo>
                  <a:lnTo>
                    <a:pt x="25" y="34"/>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9"/>
            <p:cNvSpPr/>
            <p:nvPr/>
          </p:nvSpPr>
          <p:spPr>
            <a:xfrm rot="5400000">
              <a:off x="9348063" y="1076938"/>
              <a:ext cx="525" cy="1375"/>
            </a:xfrm>
            <a:custGeom>
              <a:rect b="b" l="l" r="r" t="t"/>
              <a:pathLst>
                <a:path extrusionOk="0" h="55" w="21">
                  <a:moveTo>
                    <a:pt x="17" y="0"/>
                  </a:moveTo>
                  <a:cubicBezTo>
                    <a:pt x="0" y="0"/>
                    <a:pt x="17" y="54"/>
                    <a:pt x="20" y="54"/>
                  </a:cubicBezTo>
                  <a:cubicBezTo>
                    <a:pt x="21" y="54"/>
                    <a:pt x="21" y="53"/>
                    <a:pt x="21" y="52"/>
                  </a:cubicBezTo>
                  <a:cubicBezTo>
                    <a:pt x="13" y="35"/>
                    <a:pt x="13" y="18"/>
                    <a:pt x="21" y="1"/>
                  </a:cubicBezTo>
                  <a:cubicBezTo>
                    <a:pt x="20" y="0"/>
                    <a:pt x="18" y="0"/>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9"/>
            <p:cNvSpPr/>
            <p:nvPr/>
          </p:nvSpPr>
          <p:spPr>
            <a:xfrm rot="5400000">
              <a:off x="9359025" y="1084125"/>
              <a:ext cx="1075" cy="2550"/>
            </a:xfrm>
            <a:custGeom>
              <a:rect b="b" l="l" r="r" t="t"/>
              <a:pathLst>
                <a:path extrusionOk="0" h="102" w="43">
                  <a:moveTo>
                    <a:pt x="26" y="0"/>
                  </a:moveTo>
                  <a:cubicBezTo>
                    <a:pt x="26" y="42"/>
                    <a:pt x="0" y="76"/>
                    <a:pt x="34" y="102"/>
                  </a:cubicBezTo>
                  <a:cubicBezTo>
                    <a:pt x="42" y="93"/>
                    <a:pt x="26" y="26"/>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9"/>
            <p:cNvSpPr/>
            <p:nvPr/>
          </p:nvSpPr>
          <p:spPr>
            <a:xfrm rot="5400000">
              <a:off x="9342500" y="1079800"/>
              <a:ext cx="975" cy="1150"/>
            </a:xfrm>
            <a:custGeom>
              <a:rect b="b" l="l" r="r" t="t"/>
              <a:pathLst>
                <a:path extrusionOk="0" h="46" w="39">
                  <a:moveTo>
                    <a:pt x="15" y="1"/>
                  </a:moveTo>
                  <a:cubicBezTo>
                    <a:pt x="7" y="1"/>
                    <a:pt x="0" y="11"/>
                    <a:pt x="5" y="45"/>
                  </a:cubicBezTo>
                  <a:cubicBezTo>
                    <a:pt x="5" y="31"/>
                    <a:pt x="16" y="17"/>
                    <a:pt x="29" y="17"/>
                  </a:cubicBezTo>
                  <a:cubicBezTo>
                    <a:pt x="32" y="17"/>
                    <a:pt x="35" y="18"/>
                    <a:pt x="38" y="20"/>
                  </a:cubicBezTo>
                  <a:cubicBezTo>
                    <a:pt x="34" y="11"/>
                    <a:pt x="24" y="1"/>
                    <a:pt x="1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9"/>
            <p:cNvSpPr/>
            <p:nvPr/>
          </p:nvSpPr>
          <p:spPr>
            <a:xfrm rot="5400000">
              <a:off x="9354475" y="1085275"/>
              <a:ext cx="650" cy="1925"/>
            </a:xfrm>
            <a:custGeom>
              <a:rect b="b" l="l" r="r" t="t"/>
              <a:pathLst>
                <a:path extrusionOk="0" h="77" w="26">
                  <a:moveTo>
                    <a:pt x="0" y="0"/>
                  </a:moveTo>
                  <a:lnTo>
                    <a:pt x="17" y="76"/>
                  </a:lnTo>
                  <a:lnTo>
                    <a:pt x="26" y="59"/>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9"/>
            <p:cNvSpPr/>
            <p:nvPr/>
          </p:nvSpPr>
          <p:spPr>
            <a:xfrm rot="5400000">
              <a:off x="9358900" y="1089750"/>
              <a:ext cx="1925" cy="3150"/>
            </a:xfrm>
            <a:custGeom>
              <a:rect b="b" l="l" r="r" t="t"/>
              <a:pathLst>
                <a:path extrusionOk="0" h="126" w="77">
                  <a:moveTo>
                    <a:pt x="63" y="1"/>
                  </a:moveTo>
                  <a:cubicBezTo>
                    <a:pt x="48" y="1"/>
                    <a:pt x="41" y="60"/>
                    <a:pt x="26" y="60"/>
                  </a:cubicBezTo>
                  <a:cubicBezTo>
                    <a:pt x="19" y="60"/>
                    <a:pt x="11" y="48"/>
                    <a:pt x="0" y="16"/>
                  </a:cubicBezTo>
                  <a:lnTo>
                    <a:pt x="0" y="16"/>
                  </a:lnTo>
                  <a:cubicBezTo>
                    <a:pt x="3" y="77"/>
                    <a:pt x="8" y="91"/>
                    <a:pt x="15" y="91"/>
                  </a:cubicBezTo>
                  <a:cubicBezTo>
                    <a:pt x="21" y="91"/>
                    <a:pt x="27" y="78"/>
                    <a:pt x="34" y="78"/>
                  </a:cubicBezTo>
                  <a:cubicBezTo>
                    <a:pt x="40" y="78"/>
                    <a:pt x="46" y="88"/>
                    <a:pt x="51" y="126"/>
                  </a:cubicBezTo>
                  <a:cubicBezTo>
                    <a:pt x="43" y="56"/>
                    <a:pt x="64" y="15"/>
                    <a:pt x="74" y="15"/>
                  </a:cubicBezTo>
                  <a:cubicBezTo>
                    <a:pt x="75" y="15"/>
                    <a:pt x="76" y="15"/>
                    <a:pt x="76" y="16"/>
                  </a:cubicBezTo>
                  <a:cubicBezTo>
                    <a:pt x="71" y="5"/>
                    <a:pt x="67" y="1"/>
                    <a:pt x="6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9"/>
            <p:cNvSpPr/>
            <p:nvPr/>
          </p:nvSpPr>
          <p:spPr>
            <a:xfrm rot="5400000">
              <a:off x="9357863" y="1091188"/>
              <a:ext cx="25" cy="875"/>
            </a:xfrm>
            <a:custGeom>
              <a:rect b="b" l="l" r="r" t="t"/>
              <a:pathLst>
                <a:path extrusionOk="0" h="35" w="1">
                  <a:moveTo>
                    <a:pt x="1" y="1"/>
                  </a:moveTo>
                  <a:lnTo>
                    <a:pt x="1" y="34"/>
                  </a:lnTo>
                  <a:cubicBezTo>
                    <a:pt x="1" y="18"/>
                    <a:pt x="1" y="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9"/>
            <p:cNvSpPr/>
            <p:nvPr/>
          </p:nvSpPr>
          <p:spPr>
            <a:xfrm rot="5400000">
              <a:off x="9330688" y="1084763"/>
              <a:ext cx="450" cy="650"/>
            </a:xfrm>
            <a:custGeom>
              <a:rect b="b" l="l" r="r" t="t"/>
              <a:pathLst>
                <a:path extrusionOk="0" h="26" w="18">
                  <a:moveTo>
                    <a:pt x="17" y="0"/>
                  </a:moveTo>
                  <a:lnTo>
                    <a:pt x="17" y="0"/>
                  </a:lnTo>
                  <a:cubicBezTo>
                    <a:pt x="9" y="0"/>
                    <a:pt x="9" y="9"/>
                    <a:pt x="0" y="26"/>
                  </a:cubicBezTo>
                  <a:cubicBezTo>
                    <a:pt x="9" y="17"/>
                    <a:pt x="9" y="9"/>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9"/>
            <p:cNvSpPr/>
            <p:nvPr/>
          </p:nvSpPr>
          <p:spPr>
            <a:xfrm rot="5400000">
              <a:off x="9346525" y="1090025"/>
              <a:ext cx="2150" cy="7025"/>
            </a:xfrm>
            <a:custGeom>
              <a:rect b="b" l="l" r="r" t="t"/>
              <a:pathLst>
                <a:path extrusionOk="0" h="281" w="86">
                  <a:moveTo>
                    <a:pt x="1" y="0"/>
                  </a:moveTo>
                  <a:cubicBezTo>
                    <a:pt x="18" y="59"/>
                    <a:pt x="35" y="110"/>
                    <a:pt x="43" y="169"/>
                  </a:cubicBezTo>
                  <a:cubicBezTo>
                    <a:pt x="59" y="232"/>
                    <a:pt x="60" y="280"/>
                    <a:pt x="73" y="280"/>
                  </a:cubicBezTo>
                  <a:cubicBezTo>
                    <a:pt x="74" y="280"/>
                    <a:pt x="76" y="280"/>
                    <a:pt x="77" y="279"/>
                  </a:cubicBezTo>
                  <a:cubicBezTo>
                    <a:pt x="85" y="212"/>
                    <a:pt x="77" y="144"/>
                    <a:pt x="51" y="85"/>
                  </a:cubicBezTo>
                  <a:lnTo>
                    <a:pt x="51" y="119"/>
                  </a:lnTo>
                  <a:cubicBezTo>
                    <a:pt x="35" y="76"/>
                    <a:pt x="18" y="34"/>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9"/>
            <p:cNvSpPr/>
            <p:nvPr/>
          </p:nvSpPr>
          <p:spPr>
            <a:xfrm rot="5400000">
              <a:off x="9336763" y="1068213"/>
              <a:ext cx="1575" cy="475"/>
            </a:xfrm>
            <a:custGeom>
              <a:rect b="b" l="l" r="r" t="t"/>
              <a:pathLst>
                <a:path extrusionOk="0" h="19" w="63">
                  <a:moveTo>
                    <a:pt x="3" y="0"/>
                  </a:moveTo>
                  <a:cubicBezTo>
                    <a:pt x="17" y="0"/>
                    <a:pt x="1" y="19"/>
                    <a:pt x="12" y="19"/>
                  </a:cubicBezTo>
                  <a:cubicBezTo>
                    <a:pt x="14" y="19"/>
                    <a:pt x="16" y="18"/>
                    <a:pt x="20" y="17"/>
                  </a:cubicBezTo>
                  <a:lnTo>
                    <a:pt x="6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9"/>
            <p:cNvSpPr/>
            <p:nvPr/>
          </p:nvSpPr>
          <p:spPr>
            <a:xfrm rot="5400000">
              <a:off x="9337763" y="1067513"/>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9"/>
            <p:cNvSpPr/>
            <p:nvPr/>
          </p:nvSpPr>
          <p:spPr>
            <a:xfrm rot="5400000">
              <a:off x="9336613" y="1086863"/>
              <a:ext cx="1075" cy="2575"/>
            </a:xfrm>
            <a:custGeom>
              <a:rect b="b" l="l" r="r" t="t"/>
              <a:pathLst>
                <a:path extrusionOk="0" h="103" w="43">
                  <a:moveTo>
                    <a:pt x="42" y="1"/>
                  </a:moveTo>
                  <a:lnTo>
                    <a:pt x="42" y="1"/>
                  </a:lnTo>
                  <a:cubicBezTo>
                    <a:pt x="34" y="18"/>
                    <a:pt x="0" y="102"/>
                    <a:pt x="17" y="102"/>
                  </a:cubicBezTo>
                  <a:cubicBezTo>
                    <a:pt x="34" y="77"/>
                    <a:pt x="42" y="35"/>
                    <a:pt x="4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9"/>
            <p:cNvSpPr/>
            <p:nvPr/>
          </p:nvSpPr>
          <p:spPr>
            <a:xfrm rot="5400000">
              <a:off x="9334713" y="1060438"/>
              <a:ext cx="2125" cy="225"/>
            </a:xfrm>
            <a:custGeom>
              <a:rect b="b" l="l" r="r" t="t"/>
              <a:pathLst>
                <a:path extrusionOk="0" h="9" w="85">
                  <a:moveTo>
                    <a:pt x="0" y="0"/>
                  </a:moveTo>
                  <a:lnTo>
                    <a:pt x="0" y="9"/>
                  </a:lnTo>
                  <a:lnTo>
                    <a:pt x="8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9"/>
            <p:cNvSpPr/>
            <p:nvPr/>
          </p:nvSpPr>
          <p:spPr>
            <a:xfrm rot="5400000">
              <a:off x="9335650" y="1048700"/>
              <a:ext cx="1925" cy="650"/>
            </a:xfrm>
            <a:custGeom>
              <a:rect b="b" l="l" r="r" t="t"/>
              <a:pathLst>
                <a:path extrusionOk="0" h="26" w="77">
                  <a:moveTo>
                    <a:pt x="68" y="0"/>
                  </a:moveTo>
                  <a:lnTo>
                    <a:pt x="0" y="17"/>
                  </a:lnTo>
                  <a:lnTo>
                    <a:pt x="9" y="25"/>
                  </a:lnTo>
                  <a:lnTo>
                    <a:pt x="76" y="8"/>
                  </a:ln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9"/>
            <p:cNvSpPr/>
            <p:nvPr/>
          </p:nvSpPr>
          <p:spPr>
            <a:xfrm rot="5400000">
              <a:off x="9319363" y="1063713"/>
              <a:ext cx="3000" cy="850"/>
            </a:xfrm>
            <a:custGeom>
              <a:rect b="b" l="l" r="r" t="t"/>
              <a:pathLst>
                <a:path extrusionOk="0" h="34" w="120">
                  <a:moveTo>
                    <a:pt x="1" y="0"/>
                  </a:moveTo>
                  <a:cubicBezTo>
                    <a:pt x="9" y="8"/>
                    <a:pt x="16" y="11"/>
                    <a:pt x="23" y="11"/>
                  </a:cubicBezTo>
                  <a:cubicBezTo>
                    <a:pt x="38" y="11"/>
                    <a:pt x="55" y="0"/>
                    <a:pt x="94" y="0"/>
                  </a:cubicBezTo>
                  <a:close/>
                  <a:moveTo>
                    <a:pt x="94" y="0"/>
                  </a:moveTo>
                  <a:lnTo>
                    <a:pt x="26" y="34"/>
                  </a:lnTo>
                  <a:cubicBezTo>
                    <a:pt x="77" y="34"/>
                    <a:pt x="119" y="0"/>
                    <a:pt x="11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9"/>
            <p:cNvSpPr/>
            <p:nvPr/>
          </p:nvSpPr>
          <p:spPr>
            <a:xfrm rot="5400000">
              <a:off x="9306750" y="965025"/>
              <a:ext cx="49300" cy="5575"/>
            </a:xfrm>
            <a:custGeom>
              <a:rect b="b" l="l" r="r" t="t"/>
              <a:pathLst>
                <a:path extrusionOk="0" h="223" w="1972">
                  <a:moveTo>
                    <a:pt x="1506" y="17"/>
                  </a:moveTo>
                  <a:lnTo>
                    <a:pt x="1506" y="17"/>
                  </a:lnTo>
                  <a:cubicBezTo>
                    <a:pt x="1504" y="18"/>
                    <a:pt x="1501" y="19"/>
                    <a:pt x="1499" y="20"/>
                  </a:cubicBezTo>
                  <a:lnTo>
                    <a:pt x="1499" y="20"/>
                  </a:lnTo>
                  <a:cubicBezTo>
                    <a:pt x="1501" y="19"/>
                    <a:pt x="1504" y="18"/>
                    <a:pt x="1506" y="17"/>
                  </a:cubicBezTo>
                  <a:close/>
                  <a:moveTo>
                    <a:pt x="1254" y="173"/>
                  </a:moveTo>
                  <a:lnTo>
                    <a:pt x="1235" y="178"/>
                  </a:lnTo>
                  <a:cubicBezTo>
                    <a:pt x="1243" y="176"/>
                    <a:pt x="1249" y="175"/>
                    <a:pt x="1254" y="173"/>
                  </a:cubicBezTo>
                  <a:close/>
                  <a:moveTo>
                    <a:pt x="1785" y="0"/>
                  </a:moveTo>
                  <a:cubicBezTo>
                    <a:pt x="1836" y="42"/>
                    <a:pt x="1625" y="17"/>
                    <a:pt x="1565" y="34"/>
                  </a:cubicBezTo>
                  <a:lnTo>
                    <a:pt x="1489" y="42"/>
                  </a:lnTo>
                  <a:lnTo>
                    <a:pt x="1464" y="42"/>
                  </a:lnTo>
                  <a:cubicBezTo>
                    <a:pt x="1464" y="42"/>
                    <a:pt x="1464" y="35"/>
                    <a:pt x="1499" y="20"/>
                  </a:cubicBezTo>
                  <a:lnTo>
                    <a:pt x="1499" y="20"/>
                  </a:lnTo>
                  <a:cubicBezTo>
                    <a:pt x="1459" y="34"/>
                    <a:pt x="1363" y="35"/>
                    <a:pt x="1379" y="51"/>
                  </a:cubicBezTo>
                  <a:lnTo>
                    <a:pt x="1125" y="59"/>
                  </a:lnTo>
                  <a:lnTo>
                    <a:pt x="1100" y="51"/>
                  </a:lnTo>
                  <a:cubicBezTo>
                    <a:pt x="1092" y="51"/>
                    <a:pt x="1092" y="59"/>
                    <a:pt x="1092" y="59"/>
                  </a:cubicBezTo>
                  <a:lnTo>
                    <a:pt x="0" y="118"/>
                  </a:lnTo>
                  <a:cubicBezTo>
                    <a:pt x="51" y="118"/>
                    <a:pt x="102" y="135"/>
                    <a:pt x="153" y="135"/>
                  </a:cubicBezTo>
                  <a:cubicBezTo>
                    <a:pt x="115" y="152"/>
                    <a:pt x="138" y="152"/>
                    <a:pt x="167" y="152"/>
                  </a:cubicBezTo>
                  <a:cubicBezTo>
                    <a:pt x="197" y="152"/>
                    <a:pt x="233" y="152"/>
                    <a:pt x="220" y="169"/>
                  </a:cubicBezTo>
                  <a:cubicBezTo>
                    <a:pt x="196" y="175"/>
                    <a:pt x="168" y="181"/>
                    <a:pt x="139" y="181"/>
                  </a:cubicBezTo>
                  <a:cubicBezTo>
                    <a:pt x="127" y="181"/>
                    <a:pt x="114" y="180"/>
                    <a:pt x="102" y="178"/>
                  </a:cubicBezTo>
                  <a:lnTo>
                    <a:pt x="102" y="178"/>
                  </a:lnTo>
                  <a:cubicBezTo>
                    <a:pt x="85" y="195"/>
                    <a:pt x="136" y="203"/>
                    <a:pt x="127" y="220"/>
                  </a:cubicBezTo>
                  <a:cubicBezTo>
                    <a:pt x="142" y="222"/>
                    <a:pt x="155" y="222"/>
                    <a:pt x="167" y="222"/>
                  </a:cubicBezTo>
                  <a:cubicBezTo>
                    <a:pt x="276" y="222"/>
                    <a:pt x="302" y="161"/>
                    <a:pt x="423" y="161"/>
                  </a:cubicBezTo>
                  <a:cubicBezTo>
                    <a:pt x="423" y="182"/>
                    <a:pt x="395" y="197"/>
                    <a:pt x="432" y="197"/>
                  </a:cubicBezTo>
                  <a:cubicBezTo>
                    <a:pt x="440" y="197"/>
                    <a:pt x="451" y="196"/>
                    <a:pt x="466" y="195"/>
                  </a:cubicBezTo>
                  <a:lnTo>
                    <a:pt x="440" y="195"/>
                  </a:lnTo>
                  <a:cubicBezTo>
                    <a:pt x="465" y="190"/>
                    <a:pt x="484" y="189"/>
                    <a:pt x="501" y="189"/>
                  </a:cubicBezTo>
                  <a:cubicBezTo>
                    <a:pt x="548" y="189"/>
                    <a:pt x="565" y="203"/>
                    <a:pt x="586" y="203"/>
                  </a:cubicBezTo>
                  <a:cubicBezTo>
                    <a:pt x="600" y="203"/>
                    <a:pt x="616" y="197"/>
                    <a:pt x="643" y="178"/>
                  </a:cubicBezTo>
                  <a:lnTo>
                    <a:pt x="643" y="203"/>
                  </a:lnTo>
                  <a:cubicBezTo>
                    <a:pt x="728" y="186"/>
                    <a:pt x="812" y="169"/>
                    <a:pt x="897" y="169"/>
                  </a:cubicBezTo>
                  <a:cubicBezTo>
                    <a:pt x="1007" y="144"/>
                    <a:pt x="1117" y="135"/>
                    <a:pt x="1235" y="127"/>
                  </a:cubicBezTo>
                  <a:lnTo>
                    <a:pt x="1235" y="127"/>
                  </a:lnTo>
                  <a:lnTo>
                    <a:pt x="1134" y="169"/>
                  </a:lnTo>
                  <a:cubicBezTo>
                    <a:pt x="1142" y="170"/>
                    <a:pt x="1150" y="171"/>
                    <a:pt x="1157" y="171"/>
                  </a:cubicBezTo>
                  <a:cubicBezTo>
                    <a:pt x="1214" y="171"/>
                    <a:pt x="1233" y="144"/>
                    <a:pt x="1278" y="144"/>
                  </a:cubicBezTo>
                  <a:cubicBezTo>
                    <a:pt x="1278" y="144"/>
                    <a:pt x="1284" y="162"/>
                    <a:pt x="1254" y="173"/>
                  </a:cubicBezTo>
                  <a:lnTo>
                    <a:pt x="1254" y="173"/>
                  </a:lnTo>
                  <a:lnTo>
                    <a:pt x="1506" y="110"/>
                  </a:lnTo>
                  <a:cubicBezTo>
                    <a:pt x="1557" y="93"/>
                    <a:pt x="1481" y="102"/>
                    <a:pt x="1472" y="93"/>
                  </a:cubicBezTo>
                  <a:cubicBezTo>
                    <a:pt x="1493" y="80"/>
                    <a:pt x="1519" y="74"/>
                    <a:pt x="1544" y="74"/>
                  </a:cubicBezTo>
                  <a:cubicBezTo>
                    <a:pt x="1570" y="74"/>
                    <a:pt x="1595" y="80"/>
                    <a:pt x="1616" y="93"/>
                  </a:cubicBezTo>
                  <a:cubicBezTo>
                    <a:pt x="1599" y="93"/>
                    <a:pt x="1540" y="110"/>
                    <a:pt x="1582" y="118"/>
                  </a:cubicBezTo>
                  <a:lnTo>
                    <a:pt x="1667" y="68"/>
                  </a:lnTo>
                  <a:lnTo>
                    <a:pt x="1667" y="68"/>
                  </a:lnTo>
                  <a:cubicBezTo>
                    <a:pt x="1794" y="93"/>
                    <a:pt x="1582" y="127"/>
                    <a:pt x="1523" y="152"/>
                  </a:cubicBezTo>
                  <a:cubicBezTo>
                    <a:pt x="1641" y="152"/>
                    <a:pt x="1684" y="118"/>
                    <a:pt x="1811" y="110"/>
                  </a:cubicBezTo>
                  <a:cubicBezTo>
                    <a:pt x="1785" y="110"/>
                    <a:pt x="1751" y="102"/>
                    <a:pt x="1726" y="93"/>
                  </a:cubicBezTo>
                  <a:cubicBezTo>
                    <a:pt x="1718" y="59"/>
                    <a:pt x="1845" y="68"/>
                    <a:pt x="1938" y="59"/>
                  </a:cubicBezTo>
                  <a:cubicBezTo>
                    <a:pt x="1878" y="51"/>
                    <a:pt x="1912" y="34"/>
                    <a:pt x="1954" y="25"/>
                  </a:cubicBezTo>
                  <a:cubicBezTo>
                    <a:pt x="1963" y="25"/>
                    <a:pt x="1963" y="17"/>
                    <a:pt x="1971" y="17"/>
                  </a:cubicBezTo>
                  <a:cubicBezTo>
                    <a:pt x="1971" y="17"/>
                    <a:pt x="1971" y="8"/>
                    <a:pt x="1963" y="8"/>
                  </a:cubicBezTo>
                  <a:cubicBezTo>
                    <a:pt x="1904" y="8"/>
                    <a:pt x="1845" y="8"/>
                    <a:pt x="178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9"/>
            <p:cNvSpPr/>
            <p:nvPr/>
          </p:nvSpPr>
          <p:spPr>
            <a:xfrm rot="5400000">
              <a:off x="9330800" y="989050"/>
              <a:ext cx="1300" cy="25"/>
            </a:xfrm>
            <a:custGeom>
              <a:rect b="b" l="l" r="r" t="t"/>
              <a:pathLst>
                <a:path extrusionOk="0" h="1" w="52">
                  <a:moveTo>
                    <a:pt x="1" y="1"/>
                  </a:moveTo>
                  <a:cubicBezTo>
                    <a:pt x="18" y="1"/>
                    <a:pt x="35" y="1"/>
                    <a:pt x="5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9"/>
            <p:cNvSpPr/>
            <p:nvPr/>
          </p:nvSpPr>
          <p:spPr>
            <a:xfrm rot="5400000">
              <a:off x="9330263" y="941988"/>
              <a:ext cx="1925" cy="25"/>
            </a:xfrm>
            <a:custGeom>
              <a:rect b="b" l="l" r="r" t="t"/>
              <a:pathLst>
                <a:path extrusionOk="0" h="1" w="77">
                  <a:moveTo>
                    <a:pt x="1" y="0"/>
                  </a:moveTo>
                  <a:lnTo>
                    <a:pt x="77" y="0"/>
                  </a:lnTo>
                  <a:cubicBezTo>
                    <a:pt x="52" y="0"/>
                    <a:pt x="26"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9"/>
            <p:cNvSpPr/>
            <p:nvPr/>
          </p:nvSpPr>
          <p:spPr>
            <a:xfrm rot="5400000">
              <a:off x="9331313" y="996363"/>
              <a:ext cx="4675" cy="1075"/>
            </a:xfrm>
            <a:custGeom>
              <a:rect b="b" l="l" r="r" t="t"/>
              <a:pathLst>
                <a:path extrusionOk="0" h="43" w="187">
                  <a:moveTo>
                    <a:pt x="186" y="0"/>
                  </a:moveTo>
                  <a:lnTo>
                    <a:pt x="17" y="8"/>
                  </a:lnTo>
                  <a:cubicBezTo>
                    <a:pt x="17" y="17"/>
                    <a:pt x="0" y="34"/>
                    <a:pt x="0" y="42"/>
                  </a:cubicBezTo>
                  <a:lnTo>
                    <a:pt x="144" y="34"/>
                  </a:lnTo>
                  <a:cubicBezTo>
                    <a:pt x="93" y="25"/>
                    <a:pt x="178" y="8"/>
                    <a:pt x="18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9"/>
            <p:cNvSpPr/>
            <p:nvPr/>
          </p:nvSpPr>
          <p:spPr>
            <a:xfrm rot="5400000">
              <a:off x="9332913" y="993488"/>
              <a:ext cx="2350" cy="650"/>
            </a:xfrm>
            <a:custGeom>
              <a:rect b="b" l="l" r="r" t="t"/>
              <a:pathLst>
                <a:path extrusionOk="0" h="26" w="94">
                  <a:moveTo>
                    <a:pt x="43" y="1"/>
                  </a:moveTo>
                  <a:cubicBezTo>
                    <a:pt x="26" y="9"/>
                    <a:pt x="18" y="17"/>
                    <a:pt x="1" y="26"/>
                  </a:cubicBezTo>
                  <a:lnTo>
                    <a:pt x="94" y="26"/>
                  </a:lnTo>
                  <a:cubicBezTo>
                    <a:pt x="94" y="9"/>
                    <a:pt x="77"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9"/>
            <p:cNvSpPr/>
            <p:nvPr/>
          </p:nvSpPr>
          <p:spPr>
            <a:xfrm rot="5400000">
              <a:off x="9319050" y="993800"/>
              <a:ext cx="1725" cy="250"/>
            </a:xfrm>
            <a:custGeom>
              <a:rect b="b" l="l" r="r" t="t"/>
              <a:pathLst>
                <a:path extrusionOk="0" h="10" w="69">
                  <a:moveTo>
                    <a:pt x="43" y="1"/>
                  </a:moveTo>
                  <a:lnTo>
                    <a:pt x="1"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9"/>
            <p:cNvSpPr/>
            <p:nvPr/>
          </p:nvSpPr>
          <p:spPr>
            <a:xfrm rot="5400000">
              <a:off x="9319125" y="984575"/>
              <a:ext cx="3200" cy="325"/>
            </a:xfrm>
            <a:custGeom>
              <a:rect b="b" l="l" r="r" t="t"/>
              <a:pathLst>
                <a:path extrusionOk="0" h="13" w="128">
                  <a:moveTo>
                    <a:pt x="127" y="1"/>
                  </a:moveTo>
                  <a:cubicBezTo>
                    <a:pt x="85" y="1"/>
                    <a:pt x="42" y="1"/>
                    <a:pt x="0" y="9"/>
                  </a:cubicBezTo>
                  <a:cubicBezTo>
                    <a:pt x="13" y="12"/>
                    <a:pt x="25" y="13"/>
                    <a:pt x="37" y="13"/>
                  </a:cubicBezTo>
                  <a:cubicBezTo>
                    <a:pt x="67" y="13"/>
                    <a:pt x="97" y="7"/>
                    <a:pt x="12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9"/>
            <p:cNvSpPr/>
            <p:nvPr/>
          </p:nvSpPr>
          <p:spPr>
            <a:xfrm rot="5400000">
              <a:off x="9315250" y="984725"/>
              <a:ext cx="1925" cy="450"/>
            </a:xfrm>
            <a:custGeom>
              <a:rect b="b" l="l" r="r" t="t"/>
              <a:pathLst>
                <a:path extrusionOk="0" h="18" w="77">
                  <a:moveTo>
                    <a:pt x="76" y="1"/>
                  </a:moveTo>
                  <a:lnTo>
                    <a:pt x="0" y="9"/>
                  </a:lnTo>
                  <a:lnTo>
                    <a:pt x="8" y="18"/>
                  </a:lnTo>
                  <a:lnTo>
                    <a:pt x="7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9"/>
            <p:cNvSpPr/>
            <p:nvPr/>
          </p:nvSpPr>
          <p:spPr>
            <a:xfrm rot="5400000">
              <a:off x="9327200" y="926450"/>
              <a:ext cx="850" cy="25"/>
            </a:xfrm>
            <a:custGeom>
              <a:rect b="b" l="l" r="r" t="t"/>
              <a:pathLst>
                <a:path extrusionOk="0" h="1" w="34">
                  <a:moveTo>
                    <a:pt x="34" y="0"/>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9"/>
            <p:cNvSpPr/>
            <p:nvPr/>
          </p:nvSpPr>
          <p:spPr>
            <a:xfrm rot="5400000">
              <a:off x="9313125" y="928250"/>
              <a:ext cx="32175" cy="3200"/>
            </a:xfrm>
            <a:custGeom>
              <a:rect b="b" l="l" r="r" t="t"/>
              <a:pathLst>
                <a:path extrusionOk="0" h="128" w="1287">
                  <a:moveTo>
                    <a:pt x="1227" y="0"/>
                  </a:moveTo>
                  <a:lnTo>
                    <a:pt x="1126" y="17"/>
                  </a:lnTo>
                  <a:lnTo>
                    <a:pt x="1134" y="9"/>
                  </a:lnTo>
                  <a:lnTo>
                    <a:pt x="1016" y="17"/>
                  </a:lnTo>
                  <a:cubicBezTo>
                    <a:pt x="1041" y="34"/>
                    <a:pt x="1058" y="34"/>
                    <a:pt x="1058" y="51"/>
                  </a:cubicBezTo>
                  <a:cubicBezTo>
                    <a:pt x="897" y="51"/>
                    <a:pt x="1007" y="34"/>
                    <a:pt x="889" y="17"/>
                  </a:cubicBezTo>
                  <a:lnTo>
                    <a:pt x="711" y="26"/>
                  </a:lnTo>
                  <a:lnTo>
                    <a:pt x="728" y="17"/>
                  </a:lnTo>
                  <a:cubicBezTo>
                    <a:pt x="720" y="17"/>
                    <a:pt x="711" y="17"/>
                    <a:pt x="703" y="26"/>
                  </a:cubicBezTo>
                  <a:lnTo>
                    <a:pt x="110" y="68"/>
                  </a:lnTo>
                  <a:cubicBezTo>
                    <a:pt x="1" y="85"/>
                    <a:pt x="170" y="102"/>
                    <a:pt x="94" y="127"/>
                  </a:cubicBezTo>
                  <a:cubicBezTo>
                    <a:pt x="214" y="127"/>
                    <a:pt x="389" y="127"/>
                    <a:pt x="405" y="98"/>
                  </a:cubicBezTo>
                  <a:lnTo>
                    <a:pt x="405" y="98"/>
                  </a:lnTo>
                  <a:cubicBezTo>
                    <a:pt x="405" y="104"/>
                    <a:pt x="406" y="113"/>
                    <a:pt x="423" y="119"/>
                  </a:cubicBezTo>
                  <a:lnTo>
                    <a:pt x="491" y="85"/>
                  </a:lnTo>
                  <a:lnTo>
                    <a:pt x="423" y="76"/>
                  </a:lnTo>
                  <a:cubicBezTo>
                    <a:pt x="502" y="54"/>
                    <a:pt x="581" y="43"/>
                    <a:pt x="660" y="43"/>
                  </a:cubicBezTo>
                  <a:cubicBezTo>
                    <a:pt x="700" y="43"/>
                    <a:pt x="739" y="45"/>
                    <a:pt x="779" y="51"/>
                  </a:cubicBezTo>
                  <a:cubicBezTo>
                    <a:pt x="658" y="66"/>
                    <a:pt x="699" y="95"/>
                    <a:pt x="577" y="95"/>
                  </a:cubicBezTo>
                  <a:cubicBezTo>
                    <a:pt x="562" y="95"/>
                    <a:pt x="545" y="94"/>
                    <a:pt x="525" y="93"/>
                  </a:cubicBezTo>
                  <a:lnTo>
                    <a:pt x="525" y="93"/>
                  </a:lnTo>
                  <a:cubicBezTo>
                    <a:pt x="533" y="102"/>
                    <a:pt x="567" y="119"/>
                    <a:pt x="525" y="127"/>
                  </a:cubicBezTo>
                  <a:cubicBezTo>
                    <a:pt x="736" y="119"/>
                    <a:pt x="956" y="93"/>
                    <a:pt x="1168" y="68"/>
                  </a:cubicBezTo>
                  <a:cubicBezTo>
                    <a:pt x="990" y="43"/>
                    <a:pt x="1286" y="34"/>
                    <a:pt x="122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9"/>
            <p:cNvSpPr/>
            <p:nvPr/>
          </p:nvSpPr>
          <p:spPr>
            <a:xfrm rot="5400000">
              <a:off x="9325825" y="888275"/>
              <a:ext cx="250" cy="25"/>
            </a:xfrm>
            <a:custGeom>
              <a:rect b="b" l="l" r="r" t="t"/>
              <a:pathLst>
                <a:path extrusionOk="0" h="1" w="10">
                  <a:moveTo>
                    <a:pt x="9" y="1"/>
                  </a:moveTo>
                  <a:lnTo>
                    <a:pt x="9" y="1"/>
                  </a:lnTo>
                  <a:cubicBezTo>
                    <a:pt x="9" y="1"/>
                    <a:pt x="1"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9"/>
            <p:cNvSpPr/>
            <p:nvPr/>
          </p:nvSpPr>
          <p:spPr>
            <a:xfrm rot="5400000">
              <a:off x="9324238" y="890088"/>
              <a:ext cx="4475" cy="1075"/>
            </a:xfrm>
            <a:custGeom>
              <a:rect b="b" l="l" r="r" t="t"/>
              <a:pathLst>
                <a:path extrusionOk="0" h="43" w="179">
                  <a:moveTo>
                    <a:pt x="178" y="1"/>
                  </a:moveTo>
                  <a:lnTo>
                    <a:pt x="9" y="9"/>
                  </a:lnTo>
                  <a:lnTo>
                    <a:pt x="0" y="43"/>
                  </a:lnTo>
                  <a:cubicBezTo>
                    <a:pt x="19" y="31"/>
                    <a:pt x="42" y="23"/>
                    <a:pt x="66" y="23"/>
                  </a:cubicBezTo>
                  <a:cubicBezTo>
                    <a:pt x="75" y="23"/>
                    <a:pt x="84" y="24"/>
                    <a:pt x="93" y="26"/>
                  </a:cubicBezTo>
                  <a:lnTo>
                    <a:pt x="68" y="43"/>
                  </a:lnTo>
                  <a:lnTo>
                    <a:pt x="17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9"/>
            <p:cNvSpPr/>
            <p:nvPr/>
          </p:nvSpPr>
          <p:spPr>
            <a:xfrm rot="5400000">
              <a:off x="9325200" y="893375"/>
              <a:ext cx="3200" cy="1675"/>
            </a:xfrm>
            <a:custGeom>
              <a:rect b="b" l="l" r="r" t="t"/>
              <a:pathLst>
                <a:path extrusionOk="0" h="67" w="128">
                  <a:moveTo>
                    <a:pt x="127" y="0"/>
                  </a:moveTo>
                  <a:lnTo>
                    <a:pt x="127" y="0"/>
                  </a:lnTo>
                  <a:cubicBezTo>
                    <a:pt x="43" y="17"/>
                    <a:pt x="51" y="43"/>
                    <a:pt x="94" y="59"/>
                  </a:cubicBezTo>
                  <a:cubicBezTo>
                    <a:pt x="82" y="62"/>
                    <a:pt x="73" y="63"/>
                    <a:pt x="66" y="63"/>
                  </a:cubicBezTo>
                  <a:cubicBezTo>
                    <a:pt x="38" y="63"/>
                    <a:pt x="38" y="48"/>
                    <a:pt x="27" y="48"/>
                  </a:cubicBezTo>
                  <a:cubicBezTo>
                    <a:pt x="21" y="48"/>
                    <a:pt x="14" y="51"/>
                    <a:pt x="1" y="59"/>
                  </a:cubicBezTo>
                  <a:cubicBezTo>
                    <a:pt x="1" y="65"/>
                    <a:pt x="12" y="67"/>
                    <a:pt x="28" y="67"/>
                  </a:cubicBezTo>
                  <a:cubicBezTo>
                    <a:pt x="59" y="67"/>
                    <a:pt x="108" y="59"/>
                    <a:pt x="119" y="59"/>
                  </a:cubicBezTo>
                  <a:lnTo>
                    <a:pt x="12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9"/>
            <p:cNvSpPr/>
            <p:nvPr/>
          </p:nvSpPr>
          <p:spPr>
            <a:xfrm rot="5400000">
              <a:off x="9327200" y="911650"/>
              <a:ext cx="1500" cy="225"/>
            </a:xfrm>
            <a:custGeom>
              <a:rect b="b" l="l" r="r" t="t"/>
              <a:pathLst>
                <a:path extrusionOk="0" h="9" w="60">
                  <a:moveTo>
                    <a:pt x="26" y="0"/>
                  </a:moveTo>
                  <a:lnTo>
                    <a:pt x="1" y="9"/>
                  </a:lnTo>
                  <a:lnTo>
                    <a:pt x="60" y="9"/>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9"/>
            <p:cNvSpPr/>
            <p:nvPr/>
          </p:nvSpPr>
          <p:spPr>
            <a:xfrm rot="5400000">
              <a:off x="9326775" y="909950"/>
              <a:ext cx="1500" cy="675"/>
            </a:xfrm>
            <a:custGeom>
              <a:rect b="b" l="l" r="r" t="t"/>
              <a:pathLst>
                <a:path extrusionOk="0" h="27" w="60">
                  <a:moveTo>
                    <a:pt x="0" y="1"/>
                  </a:moveTo>
                  <a:cubicBezTo>
                    <a:pt x="0" y="18"/>
                    <a:pt x="9" y="26"/>
                    <a:pt x="17" y="26"/>
                  </a:cubicBezTo>
                  <a:lnTo>
                    <a:pt x="6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9"/>
            <p:cNvSpPr/>
            <p:nvPr/>
          </p:nvSpPr>
          <p:spPr>
            <a:xfrm rot="5400000">
              <a:off x="9327838" y="905738"/>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9"/>
            <p:cNvSpPr/>
            <p:nvPr/>
          </p:nvSpPr>
          <p:spPr>
            <a:xfrm rot="5400000">
              <a:off x="9326775" y="906575"/>
              <a:ext cx="1700" cy="25"/>
            </a:xfrm>
            <a:custGeom>
              <a:rect b="b" l="l" r="r" t="t"/>
              <a:pathLst>
                <a:path extrusionOk="0" h="1" w="68">
                  <a:moveTo>
                    <a:pt x="68" y="0"/>
                  </a:moveTo>
                  <a:lnTo>
                    <a:pt x="68"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9"/>
            <p:cNvSpPr/>
            <p:nvPr/>
          </p:nvSpPr>
          <p:spPr>
            <a:xfrm rot="5400000">
              <a:off x="9326850" y="907775"/>
              <a:ext cx="2775" cy="800"/>
            </a:xfrm>
            <a:custGeom>
              <a:rect b="b" l="l" r="r" t="t"/>
              <a:pathLst>
                <a:path extrusionOk="0" h="32" w="111">
                  <a:moveTo>
                    <a:pt x="49" y="1"/>
                  </a:moveTo>
                  <a:cubicBezTo>
                    <a:pt x="36" y="1"/>
                    <a:pt x="20" y="2"/>
                    <a:pt x="0" y="6"/>
                  </a:cubicBezTo>
                  <a:lnTo>
                    <a:pt x="26" y="32"/>
                  </a:lnTo>
                  <a:lnTo>
                    <a:pt x="110" y="32"/>
                  </a:lnTo>
                  <a:cubicBezTo>
                    <a:pt x="104" y="19"/>
                    <a:pt x="92" y="1"/>
                    <a:pt x="4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9"/>
            <p:cNvSpPr/>
            <p:nvPr/>
          </p:nvSpPr>
          <p:spPr>
            <a:xfrm rot="5400000">
              <a:off x="9315563" y="971288"/>
              <a:ext cx="1700" cy="450"/>
            </a:xfrm>
            <a:custGeom>
              <a:rect b="b" l="l" r="r" t="t"/>
              <a:pathLst>
                <a:path extrusionOk="0" h="18" w="68">
                  <a:moveTo>
                    <a:pt x="59" y="0"/>
                  </a:moveTo>
                  <a:lnTo>
                    <a:pt x="0" y="17"/>
                  </a:ln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9"/>
            <p:cNvSpPr/>
            <p:nvPr/>
          </p:nvSpPr>
          <p:spPr>
            <a:xfrm rot="5400000">
              <a:off x="9315975" y="961775"/>
              <a:ext cx="875" cy="450"/>
            </a:xfrm>
            <a:custGeom>
              <a:rect b="b" l="l" r="r" t="t"/>
              <a:pathLst>
                <a:path extrusionOk="0" h="18" w="35">
                  <a:moveTo>
                    <a:pt x="34" y="0"/>
                  </a:moveTo>
                  <a:cubicBezTo>
                    <a:pt x="26" y="0"/>
                    <a:pt x="9" y="9"/>
                    <a:pt x="0" y="17"/>
                  </a:cubicBezTo>
                  <a:cubicBezTo>
                    <a:pt x="9" y="9"/>
                    <a:pt x="26" y="9"/>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9"/>
            <p:cNvSpPr/>
            <p:nvPr/>
          </p:nvSpPr>
          <p:spPr>
            <a:xfrm rot="5400000">
              <a:off x="9318100" y="936400"/>
              <a:ext cx="2775" cy="650"/>
            </a:xfrm>
            <a:custGeom>
              <a:rect b="b" l="l" r="r" t="t"/>
              <a:pathLst>
                <a:path extrusionOk="0" h="26" w="111">
                  <a:moveTo>
                    <a:pt x="76" y="0"/>
                  </a:moveTo>
                  <a:cubicBezTo>
                    <a:pt x="68" y="0"/>
                    <a:pt x="0" y="17"/>
                    <a:pt x="17" y="26"/>
                  </a:cubicBezTo>
                  <a:lnTo>
                    <a:pt x="110" y="17"/>
                  </a:lnTo>
                  <a:cubicBezTo>
                    <a:pt x="102" y="17"/>
                    <a:pt x="85" y="9"/>
                    <a:pt x="7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9"/>
            <p:cNvSpPr/>
            <p:nvPr/>
          </p:nvSpPr>
          <p:spPr>
            <a:xfrm rot="5400000">
              <a:off x="9319050" y="938825"/>
              <a:ext cx="1100" cy="25"/>
            </a:xfrm>
            <a:custGeom>
              <a:rect b="b" l="l" r="r" t="t"/>
              <a:pathLst>
                <a:path extrusionOk="0" h="1" w="44">
                  <a:moveTo>
                    <a:pt x="43" y="1"/>
                  </a:moveTo>
                  <a:lnTo>
                    <a:pt x="1" y="1"/>
                  </a:lnTo>
                  <a:cubicBezTo>
                    <a:pt x="9"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9"/>
            <p:cNvSpPr/>
            <p:nvPr/>
          </p:nvSpPr>
          <p:spPr>
            <a:xfrm rot="5400000">
              <a:off x="9319913" y="937138"/>
              <a:ext cx="225" cy="25"/>
            </a:xfrm>
            <a:custGeom>
              <a:rect b="b" l="l" r="r" t="t"/>
              <a:pathLst>
                <a:path extrusionOk="0" h="1" w="9">
                  <a:moveTo>
                    <a:pt x="0" y="1"/>
                  </a:moveTo>
                  <a:lnTo>
                    <a:pt x="0" y="1"/>
                  </a:lnTo>
                  <a:cubicBezTo>
                    <a:pt x="0" y="1"/>
                    <a:pt x="8"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9"/>
            <p:cNvSpPr/>
            <p:nvPr/>
          </p:nvSpPr>
          <p:spPr>
            <a:xfrm rot="5400000">
              <a:off x="9326950" y="898625"/>
              <a:ext cx="1700" cy="275"/>
            </a:xfrm>
            <a:custGeom>
              <a:rect b="b" l="l" r="r" t="t"/>
              <a:pathLst>
                <a:path extrusionOk="0" h="11" w="68">
                  <a:moveTo>
                    <a:pt x="56" y="0"/>
                  </a:moveTo>
                  <a:cubicBezTo>
                    <a:pt x="41" y="0"/>
                    <a:pt x="17" y="4"/>
                    <a:pt x="0" y="4"/>
                  </a:cubicBezTo>
                  <a:cubicBezTo>
                    <a:pt x="9" y="8"/>
                    <a:pt x="19" y="10"/>
                    <a:pt x="31" y="10"/>
                  </a:cubicBezTo>
                  <a:cubicBezTo>
                    <a:pt x="42" y="10"/>
                    <a:pt x="55" y="8"/>
                    <a:pt x="68" y="4"/>
                  </a:cubicBezTo>
                  <a:cubicBezTo>
                    <a:pt x="68" y="1"/>
                    <a:pt x="63" y="0"/>
                    <a:pt x="5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9"/>
            <p:cNvSpPr/>
            <p:nvPr/>
          </p:nvSpPr>
          <p:spPr>
            <a:xfrm rot="5400000">
              <a:off x="9323813" y="856888"/>
              <a:ext cx="1075" cy="225"/>
            </a:xfrm>
            <a:custGeom>
              <a:rect b="b" l="l" r="r" t="t"/>
              <a:pathLst>
                <a:path extrusionOk="0" h="9" w="43">
                  <a:moveTo>
                    <a:pt x="0" y="0"/>
                  </a:moveTo>
                  <a:lnTo>
                    <a:pt x="21" y="4"/>
                  </a:lnTo>
                  <a:cubicBezTo>
                    <a:pt x="15" y="2"/>
                    <a:pt x="8" y="0"/>
                    <a:pt x="0" y="0"/>
                  </a:cubicBezTo>
                  <a:close/>
                  <a:moveTo>
                    <a:pt x="21" y="4"/>
                  </a:moveTo>
                  <a:lnTo>
                    <a:pt x="21" y="4"/>
                  </a:lnTo>
                  <a:cubicBezTo>
                    <a:pt x="28" y="6"/>
                    <a:pt x="34" y="9"/>
                    <a:pt x="42" y="9"/>
                  </a:cubicBezTo>
                  <a:lnTo>
                    <a:pt x="21" y="4"/>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3" name="Shape 1813"/>
        <p:cNvGrpSpPr/>
        <p:nvPr/>
      </p:nvGrpSpPr>
      <p:grpSpPr>
        <a:xfrm>
          <a:off x="0" y="0"/>
          <a:ext cx="0" cy="0"/>
          <a:chOff x="0" y="0"/>
          <a:chExt cx="0" cy="0"/>
        </a:xfrm>
      </p:grpSpPr>
      <p:sp>
        <p:nvSpPr>
          <p:cNvPr id="1814" name="Google Shape;1814;p40"/>
          <p:cNvSpPr txBox="1"/>
          <p:nvPr>
            <p:ph type="title"/>
          </p:nvPr>
        </p:nvSpPr>
        <p:spPr>
          <a:xfrm>
            <a:off x="2093350" y="1560500"/>
            <a:ext cx="3757500" cy="603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815" name="Google Shape;1815;p40"/>
          <p:cNvSpPr txBox="1"/>
          <p:nvPr>
            <p:ph idx="1" type="body"/>
          </p:nvPr>
        </p:nvSpPr>
        <p:spPr>
          <a:xfrm>
            <a:off x="2093350" y="2163750"/>
            <a:ext cx="5257800" cy="15717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Clr>
                <a:schemeClr val="dk1"/>
              </a:buClr>
              <a:buSzPts val="1100"/>
              <a:buFont typeface="Arial"/>
              <a:buNone/>
            </a:pPr>
            <a:r>
              <a:rPr lang="en"/>
              <a:t>Mercury is the closest planet to the Sun and the smallest one in the Solar System—it’s only a bit larger than the Moon. The planet’s name has nothing to do with the liquid metal, since it was named after the Roman messenger god, Mercury</a:t>
            </a:r>
            <a:endParaRPr/>
          </a:p>
        </p:txBody>
      </p:sp>
      <p:grpSp>
        <p:nvGrpSpPr>
          <p:cNvPr id="1816" name="Google Shape;1816;p40"/>
          <p:cNvGrpSpPr/>
          <p:nvPr/>
        </p:nvGrpSpPr>
        <p:grpSpPr>
          <a:xfrm>
            <a:off x="4808605" y="920773"/>
            <a:ext cx="4526282" cy="4776002"/>
            <a:chOff x="4808605" y="920773"/>
            <a:chExt cx="4526282" cy="4776002"/>
          </a:xfrm>
        </p:grpSpPr>
        <p:sp>
          <p:nvSpPr>
            <p:cNvPr id="1817" name="Google Shape;1817;p40"/>
            <p:cNvSpPr/>
            <p:nvPr/>
          </p:nvSpPr>
          <p:spPr>
            <a:xfrm rot="-7654229">
              <a:off x="7915328" y="1272864"/>
              <a:ext cx="146470" cy="16345"/>
            </a:xfrm>
            <a:custGeom>
              <a:rect b="b" l="l" r="r" t="t"/>
              <a:pathLst>
                <a:path extrusionOk="0" h="255" w="2267">
                  <a:moveTo>
                    <a:pt x="1107" y="9"/>
                  </a:moveTo>
                  <a:cubicBezTo>
                    <a:pt x="1429" y="85"/>
                    <a:pt x="828" y="1"/>
                    <a:pt x="1480" y="102"/>
                  </a:cubicBezTo>
                  <a:lnTo>
                    <a:pt x="1124" y="102"/>
                  </a:lnTo>
                  <a:lnTo>
                    <a:pt x="541" y="17"/>
                  </a:lnTo>
                  <a:cubicBezTo>
                    <a:pt x="539" y="21"/>
                    <a:pt x="522" y="22"/>
                    <a:pt x="498" y="22"/>
                  </a:cubicBezTo>
                  <a:cubicBezTo>
                    <a:pt x="447" y="22"/>
                    <a:pt x="363" y="17"/>
                    <a:pt x="319" y="17"/>
                  </a:cubicBezTo>
                  <a:cubicBezTo>
                    <a:pt x="273" y="17"/>
                    <a:pt x="270" y="22"/>
                    <a:pt x="388" y="43"/>
                  </a:cubicBezTo>
                  <a:cubicBezTo>
                    <a:pt x="448" y="43"/>
                    <a:pt x="558" y="51"/>
                    <a:pt x="651" y="68"/>
                  </a:cubicBezTo>
                  <a:cubicBezTo>
                    <a:pt x="643" y="71"/>
                    <a:pt x="629" y="72"/>
                    <a:pt x="609" y="72"/>
                  </a:cubicBezTo>
                  <a:cubicBezTo>
                    <a:pt x="477" y="72"/>
                    <a:pt x="104" y="21"/>
                    <a:pt x="23" y="21"/>
                  </a:cubicBezTo>
                  <a:cubicBezTo>
                    <a:pt x="1" y="21"/>
                    <a:pt x="1" y="25"/>
                    <a:pt x="33" y="34"/>
                  </a:cubicBezTo>
                  <a:cubicBezTo>
                    <a:pt x="498" y="85"/>
                    <a:pt x="575" y="102"/>
                    <a:pt x="862" y="111"/>
                  </a:cubicBezTo>
                  <a:cubicBezTo>
                    <a:pt x="1285" y="170"/>
                    <a:pt x="1598" y="212"/>
                    <a:pt x="1793" y="246"/>
                  </a:cubicBezTo>
                  <a:cubicBezTo>
                    <a:pt x="1821" y="248"/>
                    <a:pt x="1845" y="248"/>
                    <a:pt x="1865" y="248"/>
                  </a:cubicBezTo>
                  <a:cubicBezTo>
                    <a:pt x="1902" y="248"/>
                    <a:pt x="1930" y="246"/>
                    <a:pt x="1967" y="246"/>
                  </a:cubicBezTo>
                  <a:cubicBezTo>
                    <a:pt x="2001" y="246"/>
                    <a:pt x="2043" y="248"/>
                    <a:pt x="2106" y="254"/>
                  </a:cubicBezTo>
                  <a:lnTo>
                    <a:pt x="1996" y="237"/>
                  </a:lnTo>
                  <a:lnTo>
                    <a:pt x="1987" y="195"/>
                  </a:lnTo>
                  <a:cubicBezTo>
                    <a:pt x="1852" y="195"/>
                    <a:pt x="1725" y="170"/>
                    <a:pt x="1573" y="153"/>
                  </a:cubicBezTo>
                  <a:lnTo>
                    <a:pt x="1573" y="153"/>
                  </a:lnTo>
                  <a:lnTo>
                    <a:pt x="2266" y="178"/>
                  </a:lnTo>
                  <a:cubicBezTo>
                    <a:pt x="2046" y="111"/>
                    <a:pt x="1370" y="60"/>
                    <a:pt x="1107"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0"/>
            <p:cNvSpPr/>
            <p:nvPr/>
          </p:nvSpPr>
          <p:spPr>
            <a:xfrm rot="-7654229">
              <a:off x="7956828" y="1226460"/>
              <a:ext cx="65" cy="64"/>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0"/>
            <p:cNvSpPr/>
            <p:nvPr/>
          </p:nvSpPr>
          <p:spPr>
            <a:xfrm rot="-7654229">
              <a:off x="8119961" y="1528957"/>
              <a:ext cx="7172" cy="1731"/>
            </a:xfrm>
            <a:custGeom>
              <a:rect b="b" l="l" r="r" t="t"/>
              <a:pathLst>
                <a:path extrusionOk="0" h="27" w="111">
                  <a:moveTo>
                    <a:pt x="0" y="1"/>
                  </a:moveTo>
                  <a:lnTo>
                    <a:pt x="110" y="26"/>
                  </a:lnTo>
                  <a:cubicBezTo>
                    <a:pt x="76" y="18"/>
                    <a:pt x="43"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0"/>
            <p:cNvSpPr/>
            <p:nvPr/>
          </p:nvSpPr>
          <p:spPr>
            <a:xfrm rot="-7654229">
              <a:off x="8191867" y="1671158"/>
              <a:ext cx="3360" cy="577"/>
            </a:xfrm>
            <a:custGeom>
              <a:rect b="b" l="l" r="r" t="t"/>
              <a:pathLst>
                <a:path extrusionOk="0" h="9" w="52">
                  <a:moveTo>
                    <a:pt x="1" y="0"/>
                  </a:moveTo>
                  <a:lnTo>
                    <a:pt x="43" y="9"/>
                  </a:lnTo>
                  <a:lnTo>
                    <a:pt x="51" y="9"/>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0"/>
            <p:cNvSpPr/>
            <p:nvPr/>
          </p:nvSpPr>
          <p:spPr>
            <a:xfrm rot="-7654229">
              <a:off x="8080573" y="1432833"/>
              <a:ext cx="1744" cy="64"/>
            </a:xfrm>
            <a:custGeom>
              <a:rect b="b" l="l" r="r" t="t"/>
              <a:pathLst>
                <a:path extrusionOk="0" h="1" w="27">
                  <a:moveTo>
                    <a:pt x="26" y="0"/>
                  </a:moveTo>
                  <a:lnTo>
                    <a:pt x="9"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0"/>
            <p:cNvSpPr/>
            <p:nvPr/>
          </p:nvSpPr>
          <p:spPr>
            <a:xfrm rot="-7654229">
              <a:off x="8045542" y="1390474"/>
              <a:ext cx="15377" cy="1667"/>
            </a:xfrm>
            <a:custGeom>
              <a:rect b="b" l="l" r="r" t="t"/>
              <a:pathLst>
                <a:path extrusionOk="0" h="26" w="238">
                  <a:moveTo>
                    <a:pt x="0" y="0"/>
                  </a:moveTo>
                  <a:lnTo>
                    <a:pt x="0" y="0"/>
                  </a:lnTo>
                  <a:cubicBezTo>
                    <a:pt x="68" y="9"/>
                    <a:pt x="153" y="17"/>
                    <a:pt x="237" y="26"/>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0"/>
            <p:cNvSpPr/>
            <p:nvPr/>
          </p:nvSpPr>
          <p:spPr>
            <a:xfrm rot="-7654229">
              <a:off x="8128451" y="1493200"/>
              <a:ext cx="10531" cy="1346"/>
            </a:xfrm>
            <a:custGeom>
              <a:rect b="b" l="l" r="r" t="t"/>
              <a:pathLst>
                <a:path extrusionOk="0" h="21" w="163">
                  <a:moveTo>
                    <a:pt x="7" y="0"/>
                  </a:moveTo>
                  <a:cubicBezTo>
                    <a:pt x="1" y="0"/>
                    <a:pt x="1" y="1"/>
                    <a:pt x="10" y="4"/>
                  </a:cubicBezTo>
                  <a:cubicBezTo>
                    <a:pt x="22" y="4"/>
                    <a:pt x="35" y="4"/>
                    <a:pt x="48" y="4"/>
                  </a:cubicBezTo>
                  <a:lnTo>
                    <a:pt x="48" y="4"/>
                  </a:lnTo>
                  <a:cubicBezTo>
                    <a:pt x="28" y="2"/>
                    <a:pt x="13" y="0"/>
                    <a:pt x="7" y="0"/>
                  </a:cubicBezTo>
                  <a:close/>
                  <a:moveTo>
                    <a:pt x="48" y="4"/>
                  </a:moveTo>
                  <a:cubicBezTo>
                    <a:pt x="78" y="7"/>
                    <a:pt x="119" y="13"/>
                    <a:pt x="163" y="20"/>
                  </a:cubicBezTo>
                  <a:cubicBezTo>
                    <a:pt x="120" y="8"/>
                    <a:pt x="82" y="5"/>
                    <a:pt x="48"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0"/>
            <p:cNvSpPr/>
            <p:nvPr/>
          </p:nvSpPr>
          <p:spPr>
            <a:xfrm rot="-7654229">
              <a:off x="8123697" y="1485179"/>
              <a:ext cx="9368" cy="577"/>
            </a:xfrm>
            <a:custGeom>
              <a:rect b="b" l="l" r="r" t="t"/>
              <a:pathLst>
                <a:path extrusionOk="0" h="9" w="145">
                  <a:moveTo>
                    <a:pt x="1" y="0"/>
                  </a:moveTo>
                  <a:lnTo>
                    <a:pt x="144"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0"/>
            <p:cNvSpPr/>
            <p:nvPr/>
          </p:nvSpPr>
          <p:spPr>
            <a:xfrm rot="-7654229">
              <a:off x="7968793" y="1364759"/>
              <a:ext cx="137231" cy="19102"/>
            </a:xfrm>
            <a:custGeom>
              <a:rect b="b" l="l" r="r" t="t"/>
              <a:pathLst>
                <a:path extrusionOk="0" h="298" w="2124">
                  <a:moveTo>
                    <a:pt x="85" y="35"/>
                  </a:moveTo>
                  <a:lnTo>
                    <a:pt x="85" y="35"/>
                  </a:lnTo>
                  <a:cubicBezTo>
                    <a:pt x="120" y="40"/>
                    <a:pt x="153" y="46"/>
                    <a:pt x="186" y="51"/>
                  </a:cubicBezTo>
                  <a:lnTo>
                    <a:pt x="186" y="51"/>
                  </a:lnTo>
                  <a:cubicBezTo>
                    <a:pt x="152" y="45"/>
                    <a:pt x="119" y="40"/>
                    <a:pt x="85" y="35"/>
                  </a:cubicBezTo>
                  <a:close/>
                  <a:moveTo>
                    <a:pt x="1" y="1"/>
                  </a:moveTo>
                  <a:lnTo>
                    <a:pt x="720" y="103"/>
                  </a:lnTo>
                  <a:cubicBezTo>
                    <a:pt x="956" y="136"/>
                    <a:pt x="1176" y="162"/>
                    <a:pt x="1371" y="196"/>
                  </a:cubicBezTo>
                  <a:lnTo>
                    <a:pt x="1202" y="204"/>
                  </a:lnTo>
                  <a:cubicBezTo>
                    <a:pt x="990" y="162"/>
                    <a:pt x="813" y="136"/>
                    <a:pt x="643" y="111"/>
                  </a:cubicBezTo>
                  <a:cubicBezTo>
                    <a:pt x="495" y="97"/>
                    <a:pt x="352" y="77"/>
                    <a:pt x="186" y="51"/>
                  </a:cubicBezTo>
                  <a:lnTo>
                    <a:pt x="186" y="51"/>
                  </a:lnTo>
                  <a:cubicBezTo>
                    <a:pt x="472" y="96"/>
                    <a:pt x="753" y="142"/>
                    <a:pt x="1041" y="187"/>
                  </a:cubicBezTo>
                  <a:cubicBezTo>
                    <a:pt x="1240" y="225"/>
                    <a:pt x="1288" y="239"/>
                    <a:pt x="1249" y="239"/>
                  </a:cubicBezTo>
                  <a:cubicBezTo>
                    <a:pt x="1201" y="239"/>
                    <a:pt x="1024" y="219"/>
                    <a:pt x="830" y="196"/>
                  </a:cubicBezTo>
                  <a:lnTo>
                    <a:pt x="830" y="196"/>
                  </a:lnTo>
                  <a:cubicBezTo>
                    <a:pt x="889" y="204"/>
                    <a:pt x="948" y="212"/>
                    <a:pt x="1007" y="229"/>
                  </a:cubicBezTo>
                  <a:cubicBezTo>
                    <a:pt x="1035" y="229"/>
                    <a:pt x="1470" y="276"/>
                    <a:pt x="1541" y="276"/>
                  </a:cubicBezTo>
                  <a:cubicBezTo>
                    <a:pt x="1579" y="276"/>
                    <a:pt x="1512" y="262"/>
                    <a:pt x="1219" y="221"/>
                  </a:cubicBezTo>
                  <a:cubicBezTo>
                    <a:pt x="1224" y="216"/>
                    <a:pt x="1240" y="214"/>
                    <a:pt x="1264" y="214"/>
                  </a:cubicBezTo>
                  <a:cubicBezTo>
                    <a:pt x="1400" y="214"/>
                    <a:pt x="1795" y="283"/>
                    <a:pt x="1989" y="297"/>
                  </a:cubicBezTo>
                  <a:cubicBezTo>
                    <a:pt x="1828" y="272"/>
                    <a:pt x="2073" y="289"/>
                    <a:pt x="2022" y="272"/>
                  </a:cubicBezTo>
                  <a:cubicBezTo>
                    <a:pt x="1912" y="263"/>
                    <a:pt x="1777" y="255"/>
                    <a:pt x="1591" y="229"/>
                  </a:cubicBezTo>
                  <a:cubicBezTo>
                    <a:pt x="1566" y="219"/>
                    <a:pt x="1573" y="215"/>
                    <a:pt x="1600" y="215"/>
                  </a:cubicBezTo>
                  <a:cubicBezTo>
                    <a:pt x="1665" y="215"/>
                    <a:pt x="1850" y="239"/>
                    <a:pt x="2005" y="263"/>
                  </a:cubicBezTo>
                  <a:cubicBezTo>
                    <a:pt x="1918" y="246"/>
                    <a:pt x="1927" y="243"/>
                    <a:pt x="1965" y="243"/>
                  </a:cubicBezTo>
                  <a:cubicBezTo>
                    <a:pt x="1995" y="243"/>
                    <a:pt x="2042" y="245"/>
                    <a:pt x="2072" y="245"/>
                  </a:cubicBezTo>
                  <a:cubicBezTo>
                    <a:pt x="2118" y="245"/>
                    <a:pt x="2124" y="240"/>
                    <a:pt x="1972" y="212"/>
                  </a:cubicBezTo>
                  <a:cubicBezTo>
                    <a:pt x="1160" y="119"/>
                    <a:pt x="584" y="52"/>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0"/>
            <p:cNvSpPr/>
            <p:nvPr/>
          </p:nvSpPr>
          <p:spPr>
            <a:xfrm rot="-7654229">
              <a:off x="8075477" y="1400575"/>
              <a:ext cx="3360" cy="64"/>
            </a:xfrm>
            <a:custGeom>
              <a:rect b="b" l="l" r="r" t="t"/>
              <a:pathLst>
                <a:path extrusionOk="0" h="1" w="52">
                  <a:moveTo>
                    <a:pt x="0" y="0"/>
                  </a:moveTo>
                  <a:lnTo>
                    <a:pt x="9" y="0"/>
                  </a:lnTo>
                  <a:lnTo>
                    <a:pt x="5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0"/>
            <p:cNvSpPr/>
            <p:nvPr/>
          </p:nvSpPr>
          <p:spPr>
            <a:xfrm rot="-7654229">
              <a:off x="8088479" y="1439392"/>
              <a:ext cx="65" cy="64"/>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0"/>
            <p:cNvSpPr/>
            <p:nvPr/>
          </p:nvSpPr>
          <p:spPr>
            <a:xfrm rot="-7654229">
              <a:off x="6012468" y="1424240"/>
              <a:ext cx="2118556" cy="4194838"/>
            </a:xfrm>
            <a:custGeom>
              <a:rect b="b" l="l" r="r" t="t"/>
              <a:pathLst>
                <a:path extrusionOk="0" h="65443" w="32790">
                  <a:moveTo>
                    <a:pt x="6311" y="2276"/>
                  </a:moveTo>
                  <a:lnTo>
                    <a:pt x="6311" y="2276"/>
                  </a:lnTo>
                  <a:cubicBezTo>
                    <a:pt x="6261" y="2334"/>
                    <a:pt x="6211" y="2394"/>
                    <a:pt x="6162" y="2455"/>
                  </a:cubicBezTo>
                  <a:lnTo>
                    <a:pt x="6162" y="2455"/>
                  </a:lnTo>
                  <a:cubicBezTo>
                    <a:pt x="6211" y="2395"/>
                    <a:pt x="6261" y="2335"/>
                    <a:pt x="6311" y="2276"/>
                  </a:cubicBezTo>
                  <a:close/>
                  <a:moveTo>
                    <a:pt x="6210" y="2471"/>
                  </a:moveTo>
                  <a:lnTo>
                    <a:pt x="6210" y="2471"/>
                  </a:lnTo>
                  <a:cubicBezTo>
                    <a:pt x="6201" y="2480"/>
                    <a:pt x="6195" y="2488"/>
                    <a:pt x="6190" y="2494"/>
                  </a:cubicBezTo>
                  <a:lnTo>
                    <a:pt x="6190" y="2494"/>
                  </a:lnTo>
                  <a:cubicBezTo>
                    <a:pt x="6196" y="2485"/>
                    <a:pt x="6203" y="2477"/>
                    <a:pt x="6210" y="2471"/>
                  </a:cubicBezTo>
                  <a:close/>
                  <a:moveTo>
                    <a:pt x="1038" y="18231"/>
                  </a:moveTo>
                  <a:cubicBezTo>
                    <a:pt x="1031" y="18302"/>
                    <a:pt x="1027" y="18367"/>
                    <a:pt x="1024" y="18425"/>
                  </a:cubicBezTo>
                  <a:cubicBezTo>
                    <a:pt x="1024" y="18427"/>
                    <a:pt x="1024" y="18428"/>
                    <a:pt x="1024" y="18428"/>
                  </a:cubicBezTo>
                  <a:cubicBezTo>
                    <a:pt x="1025" y="18428"/>
                    <a:pt x="1031" y="18341"/>
                    <a:pt x="1038" y="18231"/>
                  </a:cubicBezTo>
                  <a:close/>
                  <a:moveTo>
                    <a:pt x="43" y="28957"/>
                  </a:moveTo>
                  <a:lnTo>
                    <a:pt x="44" y="28961"/>
                  </a:lnTo>
                  <a:lnTo>
                    <a:pt x="44" y="28961"/>
                  </a:lnTo>
                  <a:cubicBezTo>
                    <a:pt x="43" y="28959"/>
                    <a:pt x="43" y="28958"/>
                    <a:pt x="43" y="28957"/>
                  </a:cubicBezTo>
                  <a:close/>
                  <a:moveTo>
                    <a:pt x="381" y="29972"/>
                  </a:moveTo>
                  <a:lnTo>
                    <a:pt x="381" y="29972"/>
                  </a:lnTo>
                  <a:cubicBezTo>
                    <a:pt x="388" y="30455"/>
                    <a:pt x="417" y="30533"/>
                    <a:pt x="436" y="30941"/>
                  </a:cubicBezTo>
                  <a:lnTo>
                    <a:pt x="436" y="30941"/>
                  </a:lnTo>
                  <a:cubicBezTo>
                    <a:pt x="426" y="30525"/>
                    <a:pt x="403" y="30142"/>
                    <a:pt x="381" y="29972"/>
                  </a:cubicBezTo>
                  <a:close/>
                  <a:moveTo>
                    <a:pt x="51" y="32425"/>
                  </a:moveTo>
                  <a:cubicBezTo>
                    <a:pt x="51" y="32516"/>
                    <a:pt x="57" y="32624"/>
                    <a:pt x="65" y="32701"/>
                  </a:cubicBezTo>
                  <a:lnTo>
                    <a:pt x="65" y="32701"/>
                  </a:lnTo>
                  <a:cubicBezTo>
                    <a:pt x="59" y="32598"/>
                    <a:pt x="55" y="32502"/>
                    <a:pt x="51" y="32425"/>
                  </a:cubicBezTo>
                  <a:close/>
                  <a:moveTo>
                    <a:pt x="729" y="38364"/>
                  </a:moveTo>
                  <a:cubicBezTo>
                    <a:pt x="732" y="38378"/>
                    <a:pt x="734" y="38392"/>
                    <a:pt x="737" y="38406"/>
                  </a:cubicBezTo>
                  <a:lnTo>
                    <a:pt x="728" y="38364"/>
                  </a:lnTo>
                  <a:close/>
                  <a:moveTo>
                    <a:pt x="830" y="38981"/>
                  </a:moveTo>
                  <a:cubicBezTo>
                    <a:pt x="838" y="39074"/>
                    <a:pt x="855" y="39159"/>
                    <a:pt x="872" y="39243"/>
                  </a:cubicBezTo>
                  <a:lnTo>
                    <a:pt x="830" y="39159"/>
                  </a:lnTo>
                  <a:cubicBezTo>
                    <a:pt x="821" y="39100"/>
                    <a:pt x="821" y="39040"/>
                    <a:pt x="830" y="38981"/>
                  </a:cubicBezTo>
                  <a:close/>
                  <a:moveTo>
                    <a:pt x="1633" y="41410"/>
                  </a:moveTo>
                  <a:cubicBezTo>
                    <a:pt x="1645" y="41459"/>
                    <a:pt x="1654" y="41489"/>
                    <a:pt x="1659" y="41494"/>
                  </a:cubicBezTo>
                  <a:cubicBezTo>
                    <a:pt x="1649" y="41463"/>
                    <a:pt x="1641" y="41435"/>
                    <a:pt x="1633" y="41410"/>
                  </a:cubicBezTo>
                  <a:close/>
                  <a:moveTo>
                    <a:pt x="1141" y="41051"/>
                  </a:moveTo>
                  <a:cubicBezTo>
                    <a:pt x="1143" y="41051"/>
                    <a:pt x="1146" y="41057"/>
                    <a:pt x="1151" y="41071"/>
                  </a:cubicBezTo>
                  <a:cubicBezTo>
                    <a:pt x="1244" y="41502"/>
                    <a:pt x="1312" y="41443"/>
                    <a:pt x="1363" y="41857"/>
                  </a:cubicBezTo>
                  <a:cubicBezTo>
                    <a:pt x="1369" y="41869"/>
                    <a:pt x="1373" y="41874"/>
                    <a:pt x="1376" y="41874"/>
                  </a:cubicBezTo>
                  <a:cubicBezTo>
                    <a:pt x="1389" y="41874"/>
                    <a:pt x="1373" y="41778"/>
                    <a:pt x="1346" y="41654"/>
                  </a:cubicBezTo>
                  <a:lnTo>
                    <a:pt x="1346" y="41654"/>
                  </a:lnTo>
                  <a:cubicBezTo>
                    <a:pt x="1354" y="41680"/>
                    <a:pt x="1363" y="41714"/>
                    <a:pt x="1379" y="41739"/>
                  </a:cubicBezTo>
                  <a:cubicBezTo>
                    <a:pt x="1422" y="41891"/>
                    <a:pt x="1456" y="42060"/>
                    <a:pt x="1489" y="42179"/>
                  </a:cubicBezTo>
                  <a:cubicBezTo>
                    <a:pt x="1519" y="42290"/>
                    <a:pt x="1542" y="42388"/>
                    <a:pt x="1536" y="42388"/>
                  </a:cubicBezTo>
                  <a:cubicBezTo>
                    <a:pt x="1535" y="42388"/>
                    <a:pt x="1534" y="42386"/>
                    <a:pt x="1532" y="42382"/>
                  </a:cubicBezTo>
                  <a:cubicBezTo>
                    <a:pt x="1481" y="42289"/>
                    <a:pt x="1439" y="42187"/>
                    <a:pt x="1413" y="42086"/>
                  </a:cubicBezTo>
                  <a:cubicBezTo>
                    <a:pt x="1371" y="41934"/>
                    <a:pt x="1320" y="41764"/>
                    <a:pt x="1286" y="41688"/>
                  </a:cubicBezTo>
                  <a:cubicBezTo>
                    <a:pt x="1248" y="41566"/>
                    <a:pt x="1127" y="41051"/>
                    <a:pt x="1141" y="41051"/>
                  </a:cubicBezTo>
                  <a:close/>
                  <a:moveTo>
                    <a:pt x="1793" y="44034"/>
                  </a:moveTo>
                  <a:cubicBezTo>
                    <a:pt x="1794" y="44036"/>
                    <a:pt x="1794" y="44038"/>
                    <a:pt x="1794" y="44040"/>
                  </a:cubicBezTo>
                  <a:cubicBezTo>
                    <a:pt x="1794" y="44039"/>
                    <a:pt x="1794" y="44037"/>
                    <a:pt x="1793" y="44034"/>
                  </a:cubicBezTo>
                  <a:close/>
                  <a:moveTo>
                    <a:pt x="1684" y="42923"/>
                  </a:moveTo>
                  <a:lnTo>
                    <a:pt x="1726" y="43050"/>
                  </a:lnTo>
                  <a:cubicBezTo>
                    <a:pt x="1975" y="43883"/>
                    <a:pt x="2084" y="44198"/>
                    <a:pt x="2104" y="44198"/>
                  </a:cubicBezTo>
                  <a:cubicBezTo>
                    <a:pt x="2107" y="44198"/>
                    <a:pt x="2108" y="44190"/>
                    <a:pt x="2107" y="44175"/>
                  </a:cubicBezTo>
                  <a:cubicBezTo>
                    <a:pt x="2090" y="44057"/>
                    <a:pt x="1963" y="43566"/>
                    <a:pt x="1828" y="42983"/>
                  </a:cubicBezTo>
                  <a:lnTo>
                    <a:pt x="1828" y="42983"/>
                  </a:lnTo>
                  <a:cubicBezTo>
                    <a:pt x="1912" y="43304"/>
                    <a:pt x="2014" y="43625"/>
                    <a:pt x="2115" y="43955"/>
                  </a:cubicBezTo>
                  <a:cubicBezTo>
                    <a:pt x="2208" y="44285"/>
                    <a:pt x="2327" y="44607"/>
                    <a:pt x="2437" y="44937"/>
                  </a:cubicBezTo>
                  <a:lnTo>
                    <a:pt x="2420" y="44852"/>
                  </a:lnTo>
                  <a:lnTo>
                    <a:pt x="2420" y="44852"/>
                  </a:lnTo>
                  <a:cubicBezTo>
                    <a:pt x="2454" y="44954"/>
                    <a:pt x="2488" y="45047"/>
                    <a:pt x="2521" y="45131"/>
                  </a:cubicBezTo>
                  <a:cubicBezTo>
                    <a:pt x="2555" y="45199"/>
                    <a:pt x="2581" y="45267"/>
                    <a:pt x="2598" y="45343"/>
                  </a:cubicBezTo>
                  <a:cubicBezTo>
                    <a:pt x="2564" y="45292"/>
                    <a:pt x="2538" y="45241"/>
                    <a:pt x="2521" y="45190"/>
                  </a:cubicBezTo>
                  <a:cubicBezTo>
                    <a:pt x="2471" y="45089"/>
                    <a:pt x="2411" y="44954"/>
                    <a:pt x="2352" y="44810"/>
                  </a:cubicBezTo>
                  <a:cubicBezTo>
                    <a:pt x="2225" y="44514"/>
                    <a:pt x="2073" y="44184"/>
                    <a:pt x="2014" y="44015"/>
                  </a:cubicBezTo>
                  <a:cubicBezTo>
                    <a:pt x="1887" y="43609"/>
                    <a:pt x="1743" y="43186"/>
                    <a:pt x="1684" y="42923"/>
                  </a:cubicBezTo>
                  <a:close/>
                  <a:moveTo>
                    <a:pt x="2505" y="45385"/>
                  </a:moveTo>
                  <a:lnTo>
                    <a:pt x="2657" y="45774"/>
                  </a:lnTo>
                  <a:cubicBezTo>
                    <a:pt x="2623" y="45723"/>
                    <a:pt x="2640" y="45808"/>
                    <a:pt x="2505" y="45436"/>
                  </a:cubicBezTo>
                  <a:lnTo>
                    <a:pt x="2505" y="45436"/>
                  </a:lnTo>
                  <a:cubicBezTo>
                    <a:pt x="2509" y="45443"/>
                    <a:pt x="2512" y="45446"/>
                    <a:pt x="2514" y="45446"/>
                  </a:cubicBezTo>
                  <a:cubicBezTo>
                    <a:pt x="2520" y="45446"/>
                    <a:pt x="2517" y="45422"/>
                    <a:pt x="2505" y="45385"/>
                  </a:cubicBezTo>
                  <a:close/>
                  <a:moveTo>
                    <a:pt x="4144" y="48300"/>
                  </a:moveTo>
                  <a:cubicBezTo>
                    <a:pt x="4150" y="48313"/>
                    <a:pt x="4156" y="48325"/>
                    <a:pt x="4163" y="48337"/>
                  </a:cubicBezTo>
                  <a:cubicBezTo>
                    <a:pt x="4156" y="48325"/>
                    <a:pt x="4150" y="48313"/>
                    <a:pt x="4144" y="48300"/>
                  </a:cubicBezTo>
                  <a:close/>
                  <a:moveTo>
                    <a:pt x="2575" y="45779"/>
                  </a:moveTo>
                  <a:cubicBezTo>
                    <a:pt x="2593" y="45779"/>
                    <a:pt x="2689" y="46101"/>
                    <a:pt x="2750" y="46231"/>
                  </a:cubicBezTo>
                  <a:cubicBezTo>
                    <a:pt x="2716" y="46121"/>
                    <a:pt x="2691" y="46019"/>
                    <a:pt x="2665" y="45909"/>
                  </a:cubicBezTo>
                  <a:lnTo>
                    <a:pt x="2665" y="45909"/>
                  </a:lnTo>
                  <a:cubicBezTo>
                    <a:pt x="2691" y="45977"/>
                    <a:pt x="2733" y="46079"/>
                    <a:pt x="2767" y="46163"/>
                  </a:cubicBezTo>
                  <a:cubicBezTo>
                    <a:pt x="2809" y="46248"/>
                    <a:pt x="2834" y="46307"/>
                    <a:pt x="2818" y="46307"/>
                  </a:cubicBezTo>
                  <a:cubicBezTo>
                    <a:pt x="2826" y="46307"/>
                    <a:pt x="2860" y="46363"/>
                    <a:pt x="2866" y="46363"/>
                  </a:cubicBezTo>
                  <a:cubicBezTo>
                    <a:pt x="2871" y="46363"/>
                    <a:pt x="2853" y="46314"/>
                    <a:pt x="2767" y="46121"/>
                  </a:cubicBezTo>
                  <a:lnTo>
                    <a:pt x="2767" y="46121"/>
                  </a:lnTo>
                  <a:lnTo>
                    <a:pt x="2911" y="46417"/>
                  </a:lnTo>
                  <a:cubicBezTo>
                    <a:pt x="2902" y="46392"/>
                    <a:pt x="2902" y="46366"/>
                    <a:pt x="2894" y="46341"/>
                  </a:cubicBezTo>
                  <a:lnTo>
                    <a:pt x="2894" y="46341"/>
                  </a:lnTo>
                  <a:cubicBezTo>
                    <a:pt x="2927" y="46434"/>
                    <a:pt x="2970" y="46527"/>
                    <a:pt x="3012" y="46612"/>
                  </a:cubicBezTo>
                  <a:cubicBezTo>
                    <a:pt x="3046" y="46730"/>
                    <a:pt x="3131" y="46933"/>
                    <a:pt x="3190" y="47119"/>
                  </a:cubicBezTo>
                  <a:cubicBezTo>
                    <a:pt x="3139" y="47026"/>
                    <a:pt x="3097" y="46933"/>
                    <a:pt x="3054" y="46840"/>
                  </a:cubicBezTo>
                  <a:lnTo>
                    <a:pt x="3054" y="46840"/>
                  </a:lnTo>
                  <a:cubicBezTo>
                    <a:pt x="3139" y="47068"/>
                    <a:pt x="3240" y="47288"/>
                    <a:pt x="3350" y="47508"/>
                  </a:cubicBezTo>
                  <a:cubicBezTo>
                    <a:pt x="3241" y="47259"/>
                    <a:pt x="3237" y="47233"/>
                    <a:pt x="3247" y="47233"/>
                  </a:cubicBezTo>
                  <a:cubicBezTo>
                    <a:pt x="3250" y="47233"/>
                    <a:pt x="3253" y="47235"/>
                    <a:pt x="3256" y="47235"/>
                  </a:cubicBezTo>
                  <a:cubicBezTo>
                    <a:pt x="3261" y="47235"/>
                    <a:pt x="3264" y="47230"/>
                    <a:pt x="3257" y="47204"/>
                  </a:cubicBezTo>
                  <a:lnTo>
                    <a:pt x="3257" y="47204"/>
                  </a:lnTo>
                  <a:cubicBezTo>
                    <a:pt x="3384" y="47458"/>
                    <a:pt x="3579" y="47881"/>
                    <a:pt x="3655" y="48033"/>
                  </a:cubicBezTo>
                  <a:cubicBezTo>
                    <a:pt x="3783" y="48296"/>
                    <a:pt x="3887" y="48535"/>
                    <a:pt x="3867" y="48535"/>
                  </a:cubicBezTo>
                  <a:cubicBezTo>
                    <a:pt x="3861" y="48535"/>
                    <a:pt x="3842" y="48511"/>
                    <a:pt x="3807" y="48456"/>
                  </a:cubicBezTo>
                  <a:lnTo>
                    <a:pt x="3807" y="48456"/>
                  </a:lnTo>
                  <a:cubicBezTo>
                    <a:pt x="3934" y="48676"/>
                    <a:pt x="4036" y="48921"/>
                    <a:pt x="4196" y="49141"/>
                  </a:cubicBezTo>
                  <a:cubicBezTo>
                    <a:pt x="4061" y="48929"/>
                    <a:pt x="4078" y="48921"/>
                    <a:pt x="4078" y="48896"/>
                  </a:cubicBezTo>
                  <a:cubicBezTo>
                    <a:pt x="4078" y="48870"/>
                    <a:pt x="4078" y="48836"/>
                    <a:pt x="3917" y="48557"/>
                  </a:cubicBezTo>
                  <a:cubicBezTo>
                    <a:pt x="3911" y="48536"/>
                    <a:pt x="3910" y="48527"/>
                    <a:pt x="3914" y="48527"/>
                  </a:cubicBezTo>
                  <a:cubicBezTo>
                    <a:pt x="3938" y="48527"/>
                    <a:pt x="4197" y="49065"/>
                    <a:pt x="4332" y="49319"/>
                  </a:cubicBezTo>
                  <a:cubicBezTo>
                    <a:pt x="4297" y="49261"/>
                    <a:pt x="4283" y="49245"/>
                    <a:pt x="4279" y="49245"/>
                  </a:cubicBezTo>
                  <a:cubicBezTo>
                    <a:pt x="4273" y="49245"/>
                    <a:pt x="4283" y="49274"/>
                    <a:pt x="4278" y="49274"/>
                  </a:cubicBezTo>
                  <a:cubicBezTo>
                    <a:pt x="4277" y="49274"/>
                    <a:pt x="4276" y="49272"/>
                    <a:pt x="4273" y="49268"/>
                  </a:cubicBezTo>
                  <a:lnTo>
                    <a:pt x="4273" y="49268"/>
                  </a:lnTo>
                  <a:cubicBezTo>
                    <a:pt x="4371" y="49437"/>
                    <a:pt x="4416" y="49505"/>
                    <a:pt x="4425" y="49505"/>
                  </a:cubicBezTo>
                  <a:cubicBezTo>
                    <a:pt x="4438" y="49505"/>
                    <a:pt x="4369" y="49354"/>
                    <a:pt x="4273" y="49166"/>
                  </a:cubicBezTo>
                  <a:lnTo>
                    <a:pt x="4273" y="49166"/>
                  </a:lnTo>
                  <a:lnTo>
                    <a:pt x="4569" y="49657"/>
                  </a:lnTo>
                  <a:lnTo>
                    <a:pt x="4543" y="49606"/>
                  </a:lnTo>
                  <a:lnTo>
                    <a:pt x="4543" y="49606"/>
                  </a:lnTo>
                  <a:cubicBezTo>
                    <a:pt x="4586" y="49691"/>
                    <a:pt x="4636" y="49775"/>
                    <a:pt x="4687" y="49852"/>
                  </a:cubicBezTo>
                  <a:lnTo>
                    <a:pt x="4839" y="50097"/>
                  </a:lnTo>
                  <a:cubicBezTo>
                    <a:pt x="4848" y="50135"/>
                    <a:pt x="4848" y="50160"/>
                    <a:pt x="4836" y="50160"/>
                  </a:cubicBezTo>
                  <a:cubicBezTo>
                    <a:pt x="4825" y="50160"/>
                    <a:pt x="4801" y="50135"/>
                    <a:pt x="4763" y="50071"/>
                  </a:cubicBezTo>
                  <a:lnTo>
                    <a:pt x="4763" y="50071"/>
                  </a:lnTo>
                  <a:lnTo>
                    <a:pt x="4907" y="50342"/>
                  </a:lnTo>
                  <a:lnTo>
                    <a:pt x="4907" y="50342"/>
                  </a:lnTo>
                  <a:lnTo>
                    <a:pt x="4653" y="49945"/>
                  </a:lnTo>
                  <a:lnTo>
                    <a:pt x="4653" y="49945"/>
                  </a:lnTo>
                  <a:cubicBezTo>
                    <a:pt x="4729" y="50122"/>
                    <a:pt x="4924" y="50384"/>
                    <a:pt x="5051" y="50596"/>
                  </a:cubicBezTo>
                  <a:cubicBezTo>
                    <a:pt x="5069" y="50629"/>
                    <a:pt x="5076" y="50644"/>
                    <a:pt x="5074" y="50644"/>
                  </a:cubicBezTo>
                  <a:cubicBezTo>
                    <a:pt x="5061" y="50644"/>
                    <a:pt x="4679" y="50048"/>
                    <a:pt x="4518" y="49843"/>
                  </a:cubicBezTo>
                  <a:cubicBezTo>
                    <a:pt x="4402" y="49647"/>
                    <a:pt x="4187" y="49235"/>
                    <a:pt x="4165" y="49173"/>
                  </a:cubicBezTo>
                  <a:lnTo>
                    <a:pt x="4165" y="49173"/>
                  </a:lnTo>
                  <a:cubicBezTo>
                    <a:pt x="4167" y="49174"/>
                    <a:pt x="4168" y="49175"/>
                    <a:pt x="4170" y="49175"/>
                  </a:cubicBezTo>
                  <a:cubicBezTo>
                    <a:pt x="4170" y="49175"/>
                    <a:pt x="4171" y="49175"/>
                    <a:pt x="4171" y="49175"/>
                  </a:cubicBezTo>
                  <a:cubicBezTo>
                    <a:pt x="4167" y="49169"/>
                    <a:pt x="4164" y="49166"/>
                    <a:pt x="4163" y="49166"/>
                  </a:cubicBezTo>
                  <a:lnTo>
                    <a:pt x="4163" y="49166"/>
                  </a:lnTo>
                  <a:cubicBezTo>
                    <a:pt x="4162" y="49166"/>
                    <a:pt x="4163" y="49168"/>
                    <a:pt x="4165" y="49173"/>
                  </a:cubicBezTo>
                  <a:lnTo>
                    <a:pt x="4165" y="49173"/>
                  </a:lnTo>
                  <a:cubicBezTo>
                    <a:pt x="4089" y="49135"/>
                    <a:pt x="3743" y="48404"/>
                    <a:pt x="3579" y="48126"/>
                  </a:cubicBezTo>
                  <a:cubicBezTo>
                    <a:pt x="3240" y="47415"/>
                    <a:pt x="3401" y="47644"/>
                    <a:pt x="3097" y="47009"/>
                  </a:cubicBezTo>
                  <a:lnTo>
                    <a:pt x="3097" y="47009"/>
                  </a:lnTo>
                  <a:cubicBezTo>
                    <a:pt x="3122" y="47085"/>
                    <a:pt x="3156" y="47170"/>
                    <a:pt x="3181" y="47246"/>
                  </a:cubicBezTo>
                  <a:cubicBezTo>
                    <a:pt x="3046" y="46967"/>
                    <a:pt x="2961" y="46764"/>
                    <a:pt x="2868" y="46552"/>
                  </a:cubicBezTo>
                  <a:lnTo>
                    <a:pt x="2733" y="46214"/>
                  </a:lnTo>
                  <a:cubicBezTo>
                    <a:pt x="2682" y="46096"/>
                    <a:pt x="2631" y="45952"/>
                    <a:pt x="2572" y="45791"/>
                  </a:cubicBezTo>
                  <a:cubicBezTo>
                    <a:pt x="2572" y="45783"/>
                    <a:pt x="2573" y="45779"/>
                    <a:pt x="2575" y="45779"/>
                  </a:cubicBezTo>
                  <a:close/>
                  <a:moveTo>
                    <a:pt x="5648" y="50902"/>
                  </a:moveTo>
                  <a:cubicBezTo>
                    <a:pt x="5649" y="50904"/>
                    <a:pt x="5650" y="50907"/>
                    <a:pt x="5651" y="50909"/>
                  </a:cubicBezTo>
                  <a:cubicBezTo>
                    <a:pt x="5650" y="50907"/>
                    <a:pt x="5649" y="50904"/>
                    <a:pt x="5648" y="50902"/>
                  </a:cubicBezTo>
                  <a:close/>
                  <a:moveTo>
                    <a:pt x="7796" y="53613"/>
                  </a:moveTo>
                  <a:lnTo>
                    <a:pt x="7796" y="53613"/>
                  </a:lnTo>
                  <a:cubicBezTo>
                    <a:pt x="7888" y="53721"/>
                    <a:pt x="7968" y="53821"/>
                    <a:pt x="8037" y="53904"/>
                  </a:cubicBezTo>
                  <a:cubicBezTo>
                    <a:pt x="8113" y="53997"/>
                    <a:pt x="8198" y="54081"/>
                    <a:pt x="8291" y="54157"/>
                  </a:cubicBezTo>
                  <a:cubicBezTo>
                    <a:pt x="8198" y="54056"/>
                    <a:pt x="8096" y="53971"/>
                    <a:pt x="8012" y="53861"/>
                  </a:cubicBezTo>
                  <a:lnTo>
                    <a:pt x="8020" y="53861"/>
                  </a:lnTo>
                  <a:cubicBezTo>
                    <a:pt x="7953" y="53785"/>
                    <a:pt x="7875" y="53700"/>
                    <a:pt x="7796" y="53613"/>
                  </a:cubicBezTo>
                  <a:close/>
                  <a:moveTo>
                    <a:pt x="10194" y="56069"/>
                  </a:moveTo>
                  <a:cubicBezTo>
                    <a:pt x="10212" y="56087"/>
                    <a:pt x="10238" y="56110"/>
                    <a:pt x="10260" y="56128"/>
                  </a:cubicBezTo>
                  <a:lnTo>
                    <a:pt x="10260" y="56128"/>
                  </a:lnTo>
                  <a:cubicBezTo>
                    <a:pt x="10238" y="56108"/>
                    <a:pt x="10216" y="56089"/>
                    <a:pt x="10194" y="56069"/>
                  </a:cubicBezTo>
                  <a:close/>
                  <a:moveTo>
                    <a:pt x="11964" y="58027"/>
                  </a:moveTo>
                  <a:cubicBezTo>
                    <a:pt x="11984" y="58042"/>
                    <a:pt x="12006" y="58057"/>
                    <a:pt x="12030" y="58074"/>
                  </a:cubicBezTo>
                  <a:cubicBezTo>
                    <a:pt x="12008" y="58052"/>
                    <a:pt x="11986" y="58037"/>
                    <a:pt x="11964" y="58027"/>
                  </a:cubicBezTo>
                  <a:close/>
                  <a:moveTo>
                    <a:pt x="12668" y="58096"/>
                  </a:moveTo>
                  <a:cubicBezTo>
                    <a:pt x="12681" y="58106"/>
                    <a:pt x="12694" y="58115"/>
                    <a:pt x="12707" y="58125"/>
                  </a:cubicBezTo>
                  <a:cubicBezTo>
                    <a:pt x="12696" y="58116"/>
                    <a:pt x="12683" y="58107"/>
                    <a:pt x="12668" y="58096"/>
                  </a:cubicBezTo>
                  <a:close/>
                  <a:moveTo>
                    <a:pt x="15101" y="59563"/>
                  </a:moveTo>
                  <a:cubicBezTo>
                    <a:pt x="15126" y="59577"/>
                    <a:pt x="15154" y="59592"/>
                    <a:pt x="15184" y="59608"/>
                  </a:cubicBezTo>
                  <a:lnTo>
                    <a:pt x="15184" y="59608"/>
                  </a:lnTo>
                  <a:cubicBezTo>
                    <a:pt x="15158" y="59594"/>
                    <a:pt x="15130" y="59578"/>
                    <a:pt x="15101" y="59563"/>
                  </a:cubicBezTo>
                  <a:close/>
                  <a:moveTo>
                    <a:pt x="15430" y="59783"/>
                  </a:moveTo>
                  <a:cubicBezTo>
                    <a:pt x="15434" y="59785"/>
                    <a:pt x="15437" y="59787"/>
                    <a:pt x="15440" y="59789"/>
                  </a:cubicBezTo>
                  <a:lnTo>
                    <a:pt x="15440" y="59789"/>
                  </a:lnTo>
                  <a:cubicBezTo>
                    <a:pt x="15459" y="59799"/>
                    <a:pt x="15479" y="59808"/>
                    <a:pt x="15498" y="59817"/>
                  </a:cubicBezTo>
                  <a:lnTo>
                    <a:pt x="15430" y="59783"/>
                  </a:lnTo>
                  <a:close/>
                  <a:moveTo>
                    <a:pt x="5931" y="51704"/>
                  </a:moveTo>
                  <a:lnTo>
                    <a:pt x="6294" y="52186"/>
                  </a:lnTo>
                  <a:lnTo>
                    <a:pt x="6294" y="52237"/>
                  </a:lnTo>
                  <a:cubicBezTo>
                    <a:pt x="6430" y="52440"/>
                    <a:pt x="6573" y="52618"/>
                    <a:pt x="6717" y="52778"/>
                  </a:cubicBezTo>
                  <a:lnTo>
                    <a:pt x="7132" y="53278"/>
                  </a:lnTo>
                  <a:lnTo>
                    <a:pt x="7572" y="53751"/>
                  </a:lnTo>
                  <a:cubicBezTo>
                    <a:pt x="7716" y="53921"/>
                    <a:pt x="7868" y="54098"/>
                    <a:pt x="8045" y="54284"/>
                  </a:cubicBezTo>
                  <a:cubicBezTo>
                    <a:pt x="7969" y="54217"/>
                    <a:pt x="7893" y="54140"/>
                    <a:pt x="7825" y="54073"/>
                  </a:cubicBezTo>
                  <a:cubicBezTo>
                    <a:pt x="7758" y="53998"/>
                    <a:pt x="7711" y="53943"/>
                    <a:pt x="7706" y="53943"/>
                  </a:cubicBezTo>
                  <a:lnTo>
                    <a:pt x="7706" y="53943"/>
                  </a:lnTo>
                  <a:cubicBezTo>
                    <a:pt x="7706" y="53943"/>
                    <a:pt x="7706" y="53944"/>
                    <a:pt x="7707" y="53946"/>
                  </a:cubicBezTo>
                  <a:cubicBezTo>
                    <a:pt x="7783" y="54039"/>
                    <a:pt x="7868" y="54124"/>
                    <a:pt x="7952" y="54208"/>
                  </a:cubicBezTo>
                  <a:cubicBezTo>
                    <a:pt x="8012" y="54267"/>
                    <a:pt x="8062" y="54310"/>
                    <a:pt x="8113" y="54352"/>
                  </a:cubicBezTo>
                  <a:cubicBezTo>
                    <a:pt x="8248" y="54479"/>
                    <a:pt x="8375" y="54614"/>
                    <a:pt x="8494" y="54758"/>
                  </a:cubicBezTo>
                  <a:cubicBezTo>
                    <a:pt x="8345" y="54603"/>
                    <a:pt x="8294" y="54551"/>
                    <a:pt x="8292" y="54551"/>
                  </a:cubicBezTo>
                  <a:lnTo>
                    <a:pt x="8292" y="54551"/>
                  </a:lnTo>
                  <a:cubicBezTo>
                    <a:pt x="8288" y="54551"/>
                    <a:pt x="8495" y="54776"/>
                    <a:pt x="8485" y="54776"/>
                  </a:cubicBezTo>
                  <a:cubicBezTo>
                    <a:pt x="8481" y="54776"/>
                    <a:pt x="8434" y="54732"/>
                    <a:pt x="8308" y="54606"/>
                  </a:cubicBezTo>
                  <a:lnTo>
                    <a:pt x="8308" y="54606"/>
                  </a:lnTo>
                  <a:lnTo>
                    <a:pt x="8595" y="54893"/>
                  </a:lnTo>
                  <a:lnTo>
                    <a:pt x="8891" y="55172"/>
                  </a:lnTo>
                  <a:lnTo>
                    <a:pt x="9171" y="55460"/>
                  </a:lnTo>
                  <a:cubicBezTo>
                    <a:pt x="9264" y="55553"/>
                    <a:pt x="9357" y="55646"/>
                    <a:pt x="9450" y="55731"/>
                  </a:cubicBezTo>
                  <a:lnTo>
                    <a:pt x="9983" y="56221"/>
                  </a:lnTo>
                  <a:cubicBezTo>
                    <a:pt x="10143" y="56382"/>
                    <a:pt x="10304" y="56509"/>
                    <a:pt x="10439" y="56619"/>
                  </a:cubicBezTo>
                  <a:cubicBezTo>
                    <a:pt x="10417" y="56597"/>
                    <a:pt x="10410" y="56587"/>
                    <a:pt x="10414" y="56587"/>
                  </a:cubicBezTo>
                  <a:cubicBezTo>
                    <a:pt x="10430" y="56587"/>
                    <a:pt x="10681" y="56790"/>
                    <a:pt x="10702" y="56797"/>
                  </a:cubicBezTo>
                  <a:cubicBezTo>
                    <a:pt x="10764" y="56855"/>
                    <a:pt x="10785" y="56880"/>
                    <a:pt x="10779" y="56880"/>
                  </a:cubicBezTo>
                  <a:cubicBezTo>
                    <a:pt x="10771" y="56880"/>
                    <a:pt x="10727" y="56847"/>
                    <a:pt x="10668" y="56797"/>
                  </a:cubicBezTo>
                  <a:lnTo>
                    <a:pt x="10668" y="56797"/>
                  </a:lnTo>
                  <a:cubicBezTo>
                    <a:pt x="10901" y="57008"/>
                    <a:pt x="10958" y="57081"/>
                    <a:pt x="10932" y="57081"/>
                  </a:cubicBezTo>
                  <a:cubicBezTo>
                    <a:pt x="10928" y="57081"/>
                    <a:pt x="10921" y="57079"/>
                    <a:pt x="10913" y="57076"/>
                  </a:cubicBezTo>
                  <a:lnTo>
                    <a:pt x="10338" y="56602"/>
                  </a:lnTo>
                  <a:lnTo>
                    <a:pt x="10338" y="56602"/>
                  </a:lnTo>
                  <a:cubicBezTo>
                    <a:pt x="10524" y="56763"/>
                    <a:pt x="10609" y="56856"/>
                    <a:pt x="10761" y="56991"/>
                  </a:cubicBezTo>
                  <a:cubicBezTo>
                    <a:pt x="10837" y="57059"/>
                    <a:pt x="10922" y="57118"/>
                    <a:pt x="11006" y="57177"/>
                  </a:cubicBezTo>
                  <a:cubicBezTo>
                    <a:pt x="11069" y="57221"/>
                    <a:pt x="11091" y="57234"/>
                    <a:pt x="11097" y="57234"/>
                  </a:cubicBezTo>
                  <a:cubicBezTo>
                    <a:pt x="11102" y="57234"/>
                    <a:pt x="11099" y="57227"/>
                    <a:pt x="11099" y="57220"/>
                  </a:cubicBezTo>
                  <a:lnTo>
                    <a:pt x="11099" y="57220"/>
                  </a:lnTo>
                  <a:cubicBezTo>
                    <a:pt x="11302" y="57355"/>
                    <a:pt x="11548" y="57524"/>
                    <a:pt x="11869" y="57736"/>
                  </a:cubicBezTo>
                  <a:lnTo>
                    <a:pt x="11852" y="57727"/>
                  </a:lnTo>
                  <a:lnTo>
                    <a:pt x="11852" y="57727"/>
                  </a:lnTo>
                  <a:lnTo>
                    <a:pt x="12504" y="58192"/>
                  </a:lnTo>
                  <a:lnTo>
                    <a:pt x="12419" y="58142"/>
                  </a:lnTo>
                  <a:lnTo>
                    <a:pt x="12419" y="58142"/>
                  </a:lnTo>
                  <a:cubicBezTo>
                    <a:pt x="12554" y="58226"/>
                    <a:pt x="12681" y="58311"/>
                    <a:pt x="12817" y="58396"/>
                  </a:cubicBezTo>
                  <a:cubicBezTo>
                    <a:pt x="12791" y="58412"/>
                    <a:pt x="12935" y="58489"/>
                    <a:pt x="12901" y="58489"/>
                  </a:cubicBezTo>
                  <a:cubicBezTo>
                    <a:pt x="13087" y="58632"/>
                    <a:pt x="13282" y="58768"/>
                    <a:pt x="13493" y="58895"/>
                  </a:cubicBezTo>
                  <a:cubicBezTo>
                    <a:pt x="13756" y="59047"/>
                    <a:pt x="14060" y="59216"/>
                    <a:pt x="14322" y="59402"/>
                  </a:cubicBezTo>
                  <a:lnTo>
                    <a:pt x="14229" y="59360"/>
                  </a:lnTo>
                  <a:lnTo>
                    <a:pt x="14229" y="59360"/>
                  </a:lnTo>
                  <a:cubicBezTo>
                    <a:pt x="14382" y="59436"/>
                    <a:pt x="14652" y="59588"/>
                    <a:pt x="14931" y="59757"/>
                  </a:cubicBezTo>
                  <a:lnTo>
                    <a:pt x="15363" y="60011"/>
                  </a:lnTo>
                  <a:lnTo>
                    <a:pt x="15760" y="60240"/>
                  </a:lnTo>
                  <a:lnTo>
                    <a:pt x="15743" y="60240"/>
                  </a:lnTo>
                  <a:cubicBezTo>
                    <a:pt x="15558" y="60147"/>
                    <a:pt x="15460" y="60104"/>
                    <a:pt x="15441" y="60104"/>
                  </a:cubicBezTo>
                  <a:cubicBezTo>
                    <a:pt x="15429" y="60104"/>
                    <a:pt x="15449" y="60122"/>
                    <a:pt x="15498" y="60155"/>
                  </a:cubicBezTo>
                  <a:lnTo>
                    <a:pt x="15312" y="60062"/>
                  </a:lnTo>
                  <a:lnTo>
                    <a:pt x="15134" y="59969"/>
                  </a:lnTo>
                  <a:cubicBezTo>
                    <a:pt x="14974" y="59876"/>
                    <a:pt x="14517" y="59622"/>
                    <a:pt x="14491" y="59580"/>
                  </a:cubicBezTo>
                  <a:lnTo>
                    <a:pt x="14491" y="59580"/>
                  </a:lnTo>
                  <a:cubicBezTo>
                    <a:pt x="14675" y="59685"/>
                    <a:pt x="14749" y="59729"/>
                    <a:pt x="14755" y="59729"/>
                  </a:cubicBezTo>
                  <a:cubicBezTo>
                    <a:pt x="14761" y="59729"/>
                    <a:pt x="14718" y="59698"/>
                    <a:pt x="14652" y="59648"/>
                  </a:cubicBezTo>
                  <a:cubicBezTo>
                    <a:pt x="14568" y="59605"/>
                    <a:pt x="14466" y="59554"/>
                    <a:pt x="14356" y="59495"/>
                  </a:cubicBezTo>
                  <a:lnTo>
                    <a:pt x="14052" y="59309"/>
                  </a:lnTo>
                  <a:cubicBezTo>
                    <a:pt x="13886" y="59209"/>
                    <a:pt x="13758" y="59132"/>
                    <a:pt x="13723" y="59132"/>
                  </a:cubicBezTo>
                  <a:cubicBezTo>
                    <a:pt x="13717" y="59132"/>
                    <a:pt x="13713" y="59135"/>
                    <a:pt x="13713" y="59140"/>
                  </a:cubicBezTo>
                  <a:cubicBezTo>
                    <a:pt x="13256" y="58852"/>
                    <a:pt x="13586" y="59047"/>
                    <a:pt x="13265" y="58818"/>
                  </a:cubicBezTo>
                  <a:cubicBezTo>
                    <a:pt x="13259" y="58812"/>
                    <a:pt x="13258" y="58809"/>
                    <a:pt x="13261" y="58809"/>
                  </a:cubicBezTo>
                  <a:cubicBezTo>
                    <a:pt x="13275" y="58809"/>
                    <a:pt x="13370" y="58863"/>
                    <a:pt x="13459" y="58912"/>
                  </a:cubicBezTo>
                  <a:cubicBezTo>
                    <a:pt x="13028" y="58624"/>
                    <a:pt x="12580" y="58353"/>
                    <a:pt x="12157" y="58040"/>
                  </a:cubicBezTo>
                  <a:cubicBezTo>
                    <a:pt x="12156" y="58040"/>
                    <a:pt x="12155" y="58040"/>
                    <a:pt x="12154" y="58040"/>
                  </a:cubicBezTo>
                  <a:cubicBezTo>
                    <a:pt x="12134" y="58040"/>
                    <a:pt x="12330" y="58187"/>
                    <a:pt x="12478" y="58302"/>
                  </a:cubicBezTo>
                  <a:cubicBezTo>
                    <a:pt x="12574" y="58382"/>
                    <a:pt x="12653" y="58442"/>
                    <a:pt x="12640" y="58442"/>
                  </a:cubicBezTo>
                  <a:cubicBezTo>
                    <a:pt x="12632" y="58442"/>
                    <a:pt x="12592" y="58421"/>
                    <a:pt x="12504" y="58370"/>
                  </a:cubicBezTo>
                  <a:cubicBezTo>
                    <a:pt x="12301" y="58286"/>
                    <a:pt x="12114" y="58167"/>
                    <a:pt x="11954" y="58023"/>
                  </a:cubicBezTo>
                  <a:lnTo>
                    <a:pt x="11954" y="58023"/>
                  </a:lnTo>
                  <a:cubicBezTo>
                    <a:pt x="11957" y="58024"/>
                    <a:pt x="11961" y="58026"/>
                    <a:pt x="11964" y="58027"/>
                  </a:cubicBezTo>
                  <a:lnTo>
                    <a:pt x="11964" y="58027"/>
                  </a:lnTo>
                  <a:cubicBezTo>
                    <a:pt x="11818" y="57922"/>
                    <a:pt x="11776" y="57885"/>
                    <a:pt x="11590" y="57736"/>
                  </a:cubicBezTo>
                  <a:cubicBezTo>
                    <a:pt x="11586" y="57731"/>
                    <a:pt x="11586" y="57728"/>
                    <a:pt x="11589" y="57728"/>
                  </a:cubicBezTo>
                  <a:cubicBezTo>
                    <a:pt x="11599" y="57728"/>
                    <a:pt x="11653" y="57765"/>
                    <a:pt x="11734" y="57812"/>
                  </a:cubicBezTo>
                  <a:cubicBezTo>
                    <a:pt x="11827" y="57879"/>
                    <a:pt x="11945" y="57956"/>
                    <a:pt x="12021" y="57998"/>
                  </a:cubicBezTo>
                  <a:cubicBezTo>
                    <a:pt x="11878" y="57896"/>
                    <a:pt x="11717" y="57803"/>
                    <a:pt x="11573" y="57685"/>
                  </a:cubicBezTo>
                  <a:lnTo>
                    <a:pt x="11573" y="57685"/>
                  </a:lnTo>
                  <a:lnTo>
                    <a:pt x="11607" y="57702"/>
                  </a:lnTo>
                  <a:lnTo>
                    <a:pt x="11607" y="57702"/>
                  </a:lnTo>
                  <a:lnTo>
                    <a:pt x="11158" y="57363"/>
                  </a:lnTo>
                  <a:cubicBezTo>
                    <a:pt x="11131" y="57346"/>
                    <a:pt x="11118" y="57338"/>
                    <a:pt x="11116" y="57338"/>
                  </a:cubicBezTo>
                  <a:lnTo>
                    <a:pt x="11116" y="57338"/>
                  </a:lnTo>
                  <a:cubicBezTo>
                    <a:pt x="11102" y="57338"/>
                    <a:pt x="11499" y="57630"/>
                    <a:pt x="11514" y="57660"/>
                  </a:cubicBezTo>
                  <a:lnTo>
                    <a:pt x="11218" y="57448"/>
                  </a:lnTo>
                  <a:lnTo>
                    <a:pt x="10879" y="57194"/>
                  </a:lnTo>
                  <a:cubicBezTo>
                    <a:pt x="10744" y="57093"/>
                    <a:pt x="10600" y="56966"/>
                    <a:pt x="10456" y="56847"/>
                  </a:cubicBezTo>
                  <a:cubicBezTo>
                    <a:pt x="10313" y="56729"/>
                    <a:pt x="10177" y="56602"/>
                    <a:pt x="10050" y="56492"/>
                  </a:cubicBezTo>
                  <a:cubicBezTo>
                    <a:pt x="9957" y="56408"/>
                    <a:pt x="9864" y="56315"/>
                    <a:pt x="9771" y="56213"/>
                  </a:cubicBezTo>
                  <a:cubicBezTo>
                    <a:pt x="9573" y="56025"/>
                    <a:pt x="9532" y="55999"/>
                    <a:pt x="9513" y="55999"/>
                  </a:cubicBezTo>
                  <a:cubicBezTo>
                    <a:pt x="9506" y="55999"/>
                    <a:pt x="9502" y="56003"/>
                    <a:pt x="9494" y="56003"/>
                  </a:cubicBezTo>
                  <a:cubicBezTo>
                    <a:pt x="9486" y="56003"/>
                    <a:pt x="9473" y="55999"/>
                    <a:pt x="9450" y="55985"/>
                  </a:cubicBezTo>
                  <a:cubicBezTo>
                    <a:pt x="9340" y="55892"/>
                    <a:pt x="9238" y="55798"/>
                    <a:pt x="9137" y="55697"/>
                  </a:cubicBezTo>
                  <a:cubicBezTo>
                    <a:pt x="9044" y="55604"/>
                    <a:pt x="8942" y="55502"/>
                    <a:pt x="8841" y="55401"/>
                  </a:cubicBezTo>
                  <a:cubicBezTo>
                    <a:pt x="8840" y="55402"/>
                    <a:pt x="8839" y="55403"/>
                    <a:pt x="8838" y="55403"/>
                  </a:cubicBezTo>
                  <a:cubicBezTo>
                    <a:pt x="8808" y="55403"/>
                    <a:pt x="8594" y="55198"/>
                    <a:pt x="8563" y="55198"/>
                  </a:cubicBezTo>
                  <a:cubicBezTo>
                    <a:pt x="8562" y="55198"/>
                    <a:pt x="8562" y="55198"/>
                    <a:pt x="8561" y="55198"/>
                  </a:cubicBezTo>
                  <a:lnTo>
                    <a:pt x="8401" y="55037"/>
                  </a:lnTo>
                  <a:lnTo>
                    <a:pt x="8240" y="54868"/>
                  </a:lnTo>
                  <a:cubicBezTo>
                    <a:pt x="8215" y="54847"/>
                    <a:pt x="8202" y="54838"/>
                    <a:pt x="8198" y="54838"/>
                  </a:cubicBezTo>
                  <a:cubicBezTo>
                    <a:pt x="8186" y="54838"/>
                    <a:pt x="8263" y="54924"/>
                    <a:pt x="8358" y="55020"/>
                  </a:cubicBezTo>
                  <a:cubicBezTo>
                    <a:pt x="8494" y="55156"/>
                    <a:pt x="8663" y="55316"/>
                    <a:pt x="8705" y="55367"/>
                  </a:cubicBezTo>
                  <a:cubicBezTo>
                    <a:pt x="8734" y="55404"/>
                    <a:pt x="8743" y="55418"/>
                    <a:pt x="8739" y="55418"/>
                  </a:cubicBezTo>
                  <a:cubicBezTo>
                    <a:pt x="8725" y="55418"/>
                    <a:pt x="8546" y="55233"/>
                    <a:pt x="8537" y="55233"/>
                  </a:cubicBezTo>
                  <a:lnTo>
                    <a:pt x="8537" y="55233"/>
                  </a:lnTo>
                  <a:cubicBezTo>
                    <a:pt x="8535" y="55233"/>
                    <a:pt x="8540" y="55240"/>
                    <a:pt x="8553" y="55257"/>
                  </a:cubicBezTo>
                  <a:cubicBezTo>
                    <a:pt x="8807" y="55511"/>
                    <a:pt x="8841" y="55511"/>
                    <a:pt x="8976" y="55629"/>
                  </a:cubicBezTo>
                  <a:cubicBezTo>
                    <a:pt x="9120" y="55773"/>
                    <a:pt x="9196" y="55858"/>
                    <a:pt x="9187" y="55858"/>
                  </a:cubicBezTo>
                  <a:cubicBezTo>
                    <a:pt x="8781" y="55452"/>
                    <a:pt x="8942" y="55663"/>
                    <a:pt x="8604" y="55333"/>
                  </a:cubicBezTo>
                  <a:lnTo>
                    <a:pt x="8604" y="55316"/>
                  </a:lnTo>
                  <a:cubicBezTo>
                    <a:pt x="8502" y="55240"/>
                    <a:pt x="8409" y="55156"/>
                    <a:pt x="8325" y="55063"/>
                  </a:cubicBezTo>
                  <a:cubicBezTo>
                    <a:pt x="8189" y="54919"/>
                    <a:pt x="8029" y="54750"/>
                    <a:pt x="7944" y="54665"/>
                  </a:cubicBezTo>
                  <a:cubicBezTo>
                    <a:pt x="7868" y="54574"/>
                    <a:pt x="7843" y="54538"/>
                    <a:pt x="7850" y="54538"/>
                  </a:cubicBezTo>
                  <a:cubicBezTo>
                    <a:pt x="7872" y="54538"/>
                    <a:pt x="8236" y="54919"/>
                    <a:pt x="8248" y="54919"/>
                  </a:cubicBezTo>
                  <a:cubicBezTo>
                    <a:pt x="8248" y="54919"/>
                    <a:pt x="8248" y="54919"/>
                    <a:pt x="8248" y="54919"/>
                  </a:cubicBezTo>
                  <a:lnTo>
                    <a:pt x="7817" y="54470"/>
                  </a:lnTo>
                  <a:lnTo>
                    <a:pt x="7817" y="54470"/>
                  </a:lnTo>
                  <a:cubicBezTo>
                    <a:pt x="8020" y="54656"/>
                    <a:pt x="7842" y="54445"/>
                    <a:pt x="8105" y="54699"/>
                  </a:cubicBezTo>
                  <a:cubicBezTo>
                    <a:pt x="7842" y="54428"/>
                    <a:pt x="7825" y="54377"/>
                    <a:pt x="7572" y="54124"/>
                  </a:cubicBezTo>
                  <a:lnTo>
                    <a:pt x="7572" y="54124"/>
                  </a:lnTo>
                  <a:cubicBezTo>
                    <a:pt x="7622" y="54170"/>
                    <a:pt x="7648" y="54190"/>
                    <a:pt x="7654" y="54190"/>
                  </a:cubicBezTo>
                  <a:cubicBezTo>
                    <a:pt x="7687" y="54190"/>
                    <a:pt x="7257" y="53701"/>
                    <a:pt x="7250" y="53658"/>
                  </a:cubicBezTo>
                  <a:lnTo>
                    <a:pt x="7250" y="53658"/>
                  </a:lnTo>
                  <a:cubicBezTo>
                    <a:pt x="7403" y="53827"/>
                    <a:pt x="7589" y="54064"/>
                    <a:pt x="7749" y="54250"/>
                  </a:cubicBezTo>
                  <a:cubicBezTo>
                    <a:pt x="7834" y="54335"/>
                    <a:pt x="7910" y="54428"/>
                    <a:pt x="7978" y="54530"/>
                  </a:cubicBezTo>
                  <a:cubicBezTo>
                    <a:pt x="7977" y="54529"/>
                    <a:pt x="7978" y="54528"/>
                    <a:pt x="7978" y="54528"/>
                  </a:cubicBezTo>
                  <a:cubicBezTo>
                    <a:pt x="7991" y="54528"/>
                    <a:pt x="8329" y="54898"/>
                    <a:pt x="8460" y="55046"/>
                  </a:cubicBezTo>
                  <a:lnTo>
                    <a:pt x="8697" y="55223"/>
                  </a:lnTo>
                  <a:cubicBezTo>
                    <a:pt x="8476" y="55018"/>
                    <a:pt x="8200" y="54730"/>
                    <a:pt x="8221" y="54730"/>
                  </a:cubicBezTo>
                  <a:cubicBezTo>
                    <a:pt x="8224" y="54730"/>
                    <a:pt x="8230" y="54733"/>
                    <a:pt x="8240" y="54741"/>
                  </a:cubicBezTo>
                  <a:lnTo>
                    <a:pt x="7919" y="54420"/>
                  </a:lnTo>
                  <a:lnTo>
                    <a:pt x="7919" y="54420"/>
                  </a:lnTo>
                  <a:cubicBezTo>
                    <a:pt x="8282" y="54733"/>
                    <a:pt x="8257" y="54716"/>
                    <a:pt x="8570" y="55003"/>
                  </a:cubicBezTo>
                  <a:cubicBezTo>
                    <a:pt x="8274" y="54682"/>
                    <a:pt x="7995" y="54411"/>
                    <a:pt x="7741" y="54140"/>
                  </a:cubicBezTo>
                  <a:cubicBezTo>
                    <a:pt x="7498" y="53864"/>
                    <a:pt x="7255" y="53613"/>
                    <a:pt x="7037" y="53329"/>
                  </a:cubicBezTo>
                  <a:lnTo>
                    <a:pt x="7037" y="53329"/>
                  </a:lnTo>
                  <a:cubicBezTo>
                    <a:pt x="7060" y="53358"/>
                    <a:pt x="7083" y="53381"/>
                    <a:pt x="7106" y="53404"/>
                  </a:cubicBezTo>
                  <a:cubicBezTo>
                    <a:pt x="6193" y="52305"/>
                    <a:pt x="6066" y="51983"/>
                    <a:pt x="5931" y="51704"/>
                  </a:cubicBezTo>
                  <a:close/>
                  <a:moveTo>
                    <a:pt x="18814" y="61686"/>
                  </a:moveTo>
                  <a:cubicBezTo>
                    <a:pt x="18819" y="61689"/>
                    <a:pt x="18825" y="61691"/>
                    <a:pt x="18832" y="61694"/>
                  </a:cubicBezTo>
                  <a:lnTo>
                    <a:pt x="18832" y="61694"/>
                  </a:lnTo>
                  <a:cubicBezTo>
                    <a:pt x="18826" y="61691"/>
                    <a:pt x="18820" y="61689"/>
                    <a:pt x="18814" y="61686"/>
                  </a:cubicBezTo>
                  <a:close/>
                  <a:moveTo>
                    <a:pt x="21361" y="62752"/>
                  </a:moveTo>
                  <a:cubicBezTo>
                    <a:pt x="21387" y="62760"/>
                    <a:pt x="21412" y="62768"/>
                    <a:pt x="21437" y="62776"/>
                  </a:cubicBezTo>
                  <a:lnTo>
                    <a:pt x="21437" y="62776"/>
                  </a:lnTo>
                  <a:cubicBezTo>
                    <a:pt x="21410" y="62767"/>
                    <a:pt x="21385" y="62759"/>
                    <a:pt x="21361" y="62752"/>
                  </a:cubicBezTo>
                  <a:close/>
                  <a:moveTo>
                    <a:pt x="8697" y="0"/>
                  </a:moveTo>
                  <a:cubicBezTo>
                    <a:pt x="8468" y="178"/>
                    <a:pt x="8265" y="330"/>
                    <a:pt x="8096" y="483"/>
                  </a:cubicBezTo>
                  <a:cubicBezTo>
                    <a:pt x="7935" y="635"/>
                    <a:pt x="7783" y="770"/>
                    <a:pt x="7648" y="914"/>
                  </a:cubicBezTo>
                  <a:cubicBezTo>
                    <a:pt x="7504" y="1058"/>
                    <a:pt x="7377" y="1193"/>
                    <a:pt x="7233" y="1337"/>
                  </a:cubicBezTo>
                  <a:cubicBezTo>
                    <a:pt x="7098" y="1481"/>
                    <a:pt x="6954" y="1633"/>
                    <a:pt x="6785" y="1794"/>
                  </a:cubicBezTo>
                  <a:cubicBezTo>
                    <a:pt x="6817" y="1756"/>
                    <a:pt x="6826" y="1743"/>
                    <a:pt x="6823" y="1743"/>
                  </a:cubicBezTo>
                  <a:cubicBezTo>
                    <a:pt x="6817" y="1743"/>
                    <a:pt x="6765" y="1791"/>
                    <a:pt x="6743" y="1802"/>
                  </a:cubicBezTo>
                  <a:cubicBezTo>
                    <a:pt x="6650" y="1921"/>
                    <a:pt x="6548" y="2048"/>
                    <a:pt x="6447" y="2158"/>
                  </a:cubicBezTo>
                  <a:cubicBezTo>
                    <a:pt x="6362" y="2251"/>
                    <a:pt x="6286" y="2352"/>
                    <a:pt x="6218" y="2454"/>
                  </a:cubicBezTo>
                  <a:lnTo>
                    <a:pt x="5922" y="2826"/>
                  </a:lnTo>
                  <a:cubicBezTo>
                    <a:pt x="5914" y="2817"/>
                    <a:pt x="5939" y="2775"/>
                    <a:pt x="5998" y="2682"/>
                  </a:cubicBezTo>
                  <a:cubicBezTo>
                    <a:pt x="6049" y="2604"/>
                    <a:pt x="6104" y="2528"/>
                    <a:pt x="6162" y="2455"/>
                  </a:cubicBezTo>
                  <a:lnTo>
                    <a:pt x="6162" y="2455"/>
                  </a:lnTo>
                  <a:cubicBezTo>
                    <a:pt x="5714" y="3003"/>
                    <a:pt x="5307" y="3578"/>
                    <a:pt x="4941" y="4188"/>
                  </a:cubicBezTo>
                  <a:cubicBezTo>
                    <a:pt x="4552" y="4831"/>
                    <a:pt x="4196" y="5491"/>
                    <a:pt x="3816" y="6260"/>
                  </a:cubicBezTo>
                  <a:cubicBezTo>
                    <a:pt x="3811" y="6266"/>
                    <a:pt x="3809" y="6269"/>
                    <a:pt x="3808" y="6269"/>
                  </a:cubicBezTo>
                  <a:cubicBezTo>
                    <a:pt x="3800" y="6269"/>
                    <a:pt x="3867" y="6132"/>
                    <a:pt x="3865" y="6132"/>
                  </a:cubicBezTo>
                  <a:lnTo>
                    <a:pt x="3865" y="6132"/>
                  </a:lnTo>
                  <a:cubicBezTo>
                    <a:pt x="3864" y="6132"/>
                    <a:pt x="3860" y="6140"/>
                    <a:pt x="3850" y="6159"/>
                  </a:cubicBezTo>
                  <a:cubicBezTo>
                    <a:pt x="3765" y="6337"/>
                    <a:pt x="3689" y="6523"/>
                    <a:pt x="3621" y="6709"/>
                  </a:cubicBezTo>
                  <a:cubicBezTo>
                    <a:pt x="3638" y="6641"/>
                    <a:pt x="3663" y="6573"/>
                    <a:pt x="3689" y="6506"/>
                  </a:cubicBezTo>
                  <a:lnTo>
                    <a:pt x="3689" y="6506"/>
                  </a:lnTo>
                  <a:cubicBezTo>
                    <a:pt x="3342" y="7318"/>
                    <a:pt x="3139" y="7741"/>
                    <a:pt x="2953" y="8274"/>
                  </a:cubicBezTo>
                  <a:cubicBezTo>
                    <a:pt x="2952" y="8274"/>
                    <a:pt x="2951" y="8275"/>
                    <a:pt x="2950" y="8275"/>
                  </a:cubicBezTo>
                  <a:cubicBezTo>
                    <a:pt x="2931" y="8275"/>
                    <a:pt x="3072" y="7928"/>
                    <a:pt x="3067" y="7928"/>
                  </a:cubicBezTo>
                  <a:lnTo>
                    <a:pt x="3067" y="7928"/>
                  </a:lnTo>
                  <a:cubicBezTo>
                    <a:pt x="3067" y="7928"/>
                    <a:pt x="3065" y="7930"/>
                    <a:pt x="3063" y="7935"/>
                  </a:cubicBezTo>
                  <a:cubicBezTo>
                    <a:pt x="2741" y="8739"/>
                    <a:pt x="2640" y="9187"/>
                    <a:pt x="2386" y="10025"/>
                  </a:cubicBezTo>
                  <a:cubicBezTo>
                    <a:pt x="2401" y="9963"/>
                    <a:pt x="2406" y="9937"/>
                    <a:pt x="2403" y="9937"/>
                  </a:cubicBezTo>
                  <a:lnTo>
                    <a:pt x="2403" y="9937"/>
                  </a:lnTo>
                  <a:cubicBezTo>
                    <a:pt x="2393" y="9937"/>
                    <a:pt x="2293" y="10253"/>
                    <a:pt x="2234" y="10431"/>
                  </a:cubicBezTo>
                  <a:cubicBezTo>
                    <a:pt x="2192" y="10608"/>
                    <a:pt x="2132" y="10828"/>
                    <a:pt x="2065" y="11082"/>
                  </a:cubicBezTo>
                  <a:cubicBezTo>
                    <a:pt x="2005" y="11336"/>
                    <a:pt x="1929" y="11624"/>
                    <a:pt x="1862" y="11920"/>
                  </a:cubicBezTo>
                  <a:cubicBezTo>
                    <a:pt x="1726" y="12512"/>
                    <a:pt x="1599" y="13155"/>
                    <a:pt x="1498" y="13688"/>
                  </a:cubicBezTo>
                  <a:cubicBezTo>
                    <a:pt x="1498" y="13662"/>
                    <a:pt x="1496" y="13651"/>
                    <a:pt x="1493" y="13651"/>
                  </a:cubicBezTo>
                  <a:cubicBezTo>
                    <a:pt x="1477" y="13651"/>
                    <a:pt x="1428" y="13901"/>
                    <a:pt x="1379" y="14187"/>
                  </a:cubicBezTo>
                  <a:cubicBezTo>
                    <a:pt x="1312" y="14525"/>
                    <a:pt x="1244" y="14923"/>
                    <a:pt x="1219" y="14957"/>
                  </a:cubicBezTo>
                  <a:cubicBezTo>
                    <a:pt x="1176" y="15168"/>
                    <a:pt x="1151" y="15388"/>
                    <a:pt x="1143" y="15600"/>
                  </a:cubicBezTo>
                  <a:cubicBezTo>
                    <a:pt x="1151" y="15464"/>
                    <a:pt x="1176" y="15320"/>
                    <a:pt x="1219" y="15193"/>
                  </a:cubicBezTo>
                  <a:lnTo>
                    <a:pt x="1219" y="15193"/>
                  </a:lnTo>
                  <a:cubicBezTo>
                    <a:pt x="1168" y="15540"/>
                    <a:pt x="1092" y="16073"/>
                    <a:pt x="1109" y="16124"/>
                  </a:cubicBezTo>
                  <a:cubicBezTo>
                    <a:pt x="1075" y="16268"/>
                    <a:pt x="1050" y="16412"/>
                    <a:pt x="1016" y="16555"/>
                  </a:cubicBezTo>
                  <a:cubicBezTo>
                    <a:pt x="1041" y="16691"/>
                    <a:pt x="1033" y="16835"/>
                    <a:pt x="1007" y="16970"/>
                  </a:cubicBezTo>
                  <a:cubicBezTo>
                    <a:pt x="889" y="17494"/>
                    <a:pt x="1050" y="16911"/>
                    <a:pt x="923" y="17672"/>
                  </a:cubicBezTo>
                  <a:cubicBezTo>
                    <a:pt x="923" y="17494"/>
                    <a:pt x="931" y="17342"/>
                    <a:pt x="923" y="17274"/>
                  </a:cubicBezTo>
                  <a:cubicBezTo>
                    <a:pt x="872" y="17647"/>
                    <a:pt x="889" y="17596"/>
                    <a:pt x="863" y="17858"/>
                  </a:cubicBezTo>
                  <a:cubicBezTo>
                    <a:pt x="860" y="17867"/>
                    <a:pt x="857" y="17871"/>
                    <a:pt x="854" y="17871"/>
                  </a:cubicBezTo>
                  <a:cubicBezTo>
                    <a:pt x="833" y="17871"/>
                    <a:pt x="850" y="17566"/>
                    <a:pt x="880" y="17308"/>
                  </a:cubicBezTo>
                  <a:lnTo>
                    <a:pt x="880" y="17308"/>
                  </a:lnTo>
                  <a:lnTo>
                    <a:pt x="804" y="17782"/>
                  </a:lnTo>
                  <a:cubicBezTo>
                    <a:pt x="779" y="18247"/>
                    <a:pt x="728" y="19042"/>
                    <a:pt x="643" y="19778"/>
                  </a:cubicBezTo>
                  <a:cubicBezTo>
                    <a:pt x="637" y="19691"/>
                    <a:pt x="649" y="19540"/>
                    <a:pt x="639" y="19540"/>
                  </a:cubicBezTo>
                  <a:cubicBezTo>
                    <a:pt x="636" y="19540"/>
                    <a:pt x="629" y="19560"/>
                    <a:pt x="618" y="19609"/>
                  </a:cubicBezTo>
                  <a:cubicBezTo>
                    <a:pt x="593" y="19931"/>
                    <a:pt x="584" y="20354"/>
                    <a:pt x="525" y="20777"/>
                  </a:cubicBezTo>
                  <a:lnTo>
                    <a:pt x="525" y="20692"/>
                  </a:lnTo>
                  <a:cubicBezTo>
                    <a:pt x="483" y="21436"/>
                    <a:pt x="474" y="21250"/>
                    <a:pt x="407" y="21919"/>
                  </a:cubicBezTo>
                  <a:cubicBezTo>
                    <a:pt x="407" y="21902"/>
                    <a:pt x="398" y="21893"/>
                    <a:pt x="398" y="21885"/>
                  </a:cubicBezTo>
                  <a:lnTo>
                    <a:pt x="390" y="22291"/>
                  </a:lnTo>
                  <a:cubicBezTo>
                    <a:pt x="364" y="23154"/>
                    <a:pt x="280" y="23247"/>
                    <a:pt x="229" y="23754"/>
                  </a:cubicBezTo>
                  <a:lnTo>
                    <a:pt x="229" y="23644"/>
                  </a:lnTo>
                  <a:cubicBezTo>
                    <a:pt x="170" y="23966"/>
                    <a:pt x="136" y="24998"/>
                    <a:pt x="111" y="25294"/>
                  </a:cubicBezTo>
                  <a:cubicBezTo>
                    <a:pt x="144" y="24930"/>
                    <a:pt x="136" y="25176"/>
                    <a:pt x="178" y="24905"/>
                  </a:cubicBezTo>
                  <a:cubicBezTo>
                    <a:pt x="195" y="24583"/>
                    <a:pt x="153" y="24685"/>
                    <a:pt x="195" y="24143"/>
                  </a:cubicBezTo>
                  <a:cubicBezTo>
                    <a:pt x="220" y="24220"/>
                    <a:pt x="195" y="24896"/>
                    <a:pt x="204" y="25032"/>
                  </a:cubicBezTo>
                  <a:cubicBezTo>
                    <a:pt x="204" y="25218"/>
                    <a:pt x="178" y="25395"/>
                    <a:pt x="119" y="25565"/>
                  </a:cubicBezTo>
                  <a:cubicBezTo>
                    <a:pt x="85" y="26309"/>
                    <a:pt x="51" y="26732"/>
                    <a:pt x="34" y="27646"/>
                  </a:cubicBezTo>
                  <a:cubicBezTo>
                    <a:pt x="77" y="28094"/>
                    <a:pt x="77" y="28542"/>
                    <a:pt x="51" y="28999"/>
                  </a:cubicBezTo>
                  <a:lnTo>
                    <a:pt x="44" y="28961"/>
                  </a:lnTo>
                  <a:lnTo>
                    <a:pt x="44" y="28961"/>
                  </a:lnTo>
                  <a:cubicBezTo>
                    <a:pt x="50" y="29006"/>
                    <a:pt x="27" y="29334"/>
                    <a:pt x="43" y="29481"/>
                  </a:cubicBezTo>
                  <a:cubicBezTo>
                    <a:pt x="49" y="29428"/>
                    <a:pt x="54" y="29408"/>
                    <a:pt x="58" y="29408"/>
                  </a:cubicBezTo>
                  <a:cubicBezTo>
                    <a:pt x="68" y="29408"/>
                    <a:pt x="68" y="29580"/>
                    <a:pt x="77" y="29580"/>
                  </a:cubicBezTo>
                  <a:cubicBezTo>
                    <a:pt x="81" y="29580"/>
                    <a:pt x="86" y="29554"/>
                    <a:pt x="94" y="29481"/>
                  </a:cubicBezTo>
                  <a:lnTo>
                    <a:pt x="94" y="29481"/>
                  </a:lnTo>
                  <a:cubicBezTo>
                    <a:pt x="94" y="29930"/>
                    <a:pt x="51" y="30006"/>
                    <a:pt x="26" y="30048"/>
                  </a:cubicBezTo>
                  <a:cubicBezTo>
                    <a:pt x="43" y="30268"/>
                    <a:pt x="51" y="30480"/>
                    <a:pt x="43" y="30700"/>
                  </a:cubicBezTo>
                  <a:cubicBezTo>
                    <a:pt x="34" y="30962"/>
                    <a:pt x="34" y="31275"/>
                    <a:pt x="51" y="31622"/>
                  </a:cubicBezTo>
                  <a:cubicBezTo>
                    <a:pt x="37" y="31516"/>
                    <a:pt x="17" y="30987"/>
                    <a:pt x="6" y="30987"/>
                  </a:cubicBezTo>
                  <a:cubicBezTo>
                    <a:pt x="4" y="30987"/>
                    <a:pt x="2" y="31010"/>
                    <a:pt x="1" y="31063"/>
                  </a:cubicBezTo>
                  <a:cubicBezTo>
                    <a:pt x="17" y="31351"/>
                    <a:pt x="43" y="31647"/>
                    <a:pt x="68" y="31935"/>
                  </a:cubicBezTo>
                  <a:cubicBezTo>
                    <a:pt x="68" y="31808"/>
                    <a:pt x="60" y="31681"/>
                    <a:pt x="60" y="31545"/>
                  </a:cubicBezTo>
                  <a:lnTo>
                    <a:pt x="60" y="31545"/>
                  </a:lnTo>
                  <a:cubicBezTo>
                    <a:pt x="94" y="31960"/>
                    <a:pt x="102" y="32374"/>
                    <a:pt x="85" y="32789"/>
                  </a:cubicBezTo>
                  <a:cubicBezTo>
                    <a:pt x="84" y="32798"/>
                    <a:pt x="83" y="32803"/>
                    <a:pt x="81" y="32803"/>
                  </a:cubicBezTo>
                  <a:cubicBezTo>
                    <a:pt x="77" y="32803"/>
                    <a:pt x="70" y="32761"/>
                    <a:pt x="65" y="32701"/>
                  </a:cubicBezTo>
                  <a:lnTo>
                    <a:pt x="65" y="32701"/>
                  </a:lnTo>
                  <a:cubicBezTo>
                    <a:pt x="74" y="32869"/>
                    <a:pt x="86" y="33058"/>
                    <a:pt x="102" y="33220"/>
                  </a:cubicBezTo>
                  <a:cubicBezTo>
                    <a:pt x="119" y="33322"/>
                    <a:pt x="136" y="33550"/>
                    <a:pt x="161" y="33779"/>
                  </a:cubicBezTo>
                  <a:cubicBezTo>
                    <a:pt x="187" y="34016"/>
                    <a:pt x="212" y="34261"/>
                    <a:pt x="237" y="34396"/>
                  </a:cubicBezTo>
                  <a:lnTo>
                    <a:pt x="237" y="34515"/>
                  </a:lnTo>
                  <a:cubicBezTo>
                    <a:pt x="237" y="34498"/>
                    <a:pt x="237" y="34481"/>
                    <a:pt x="229" y="34464"/>
                  </a:cubicBezTo>
                  <a:lnTo>
                    <a:pt x="229" y="34464"/>
                  </a:lnTo>
                  <a:lnTo>
                    <a:pt x="246" y="34608"/>
                  </a:lnTo>
                  <a:cubicBezTo>
                    <a:pt x="254" y="34720"/>
                    <a:pt x="254" y="34832"/>
                    <a:pt x="262" y="34945"/>
                  </a:cubicBezTo>
                  <a:lnTo>
                    <a:pt x="262" y="34945"/>
                  </a:lnTo>
                  <a:cubicBezTo>
                    <a:pt x="260" y="34926"/>
                    <a:pt x="258" y="34907"/>
                    <a:pt x="254" y="34887"/>
                  </a:cubicBezTo>
                  <a:lnTo>
                    <a:pt x="254" y="34887"/>
                  </a:lnTo>
                  <a:lnTo>
                    <a:pt x="263" y="34963"/>
                  </a:lnTo>
                  <a:cubicBezTo>
                    <a:pt x="262" y="34957"/>
                    <a:pt x="262" y="34951"/>
                    <a:pt x="262" y="34945"/>
                  </a:cubicBezTo>
                  <a:lnTo>
                    <a:pt x="262" y="34945"/>
                  </a:lnTo>
                  <a:cubicBezTo>
                    <a:pt x="264" y="34972"/>
                    <a:pt x="266" y="34997"/>
                    <a:pt x="271" y="35022"/>
                  </a:cubicBezTo>
                  <a:cubicBezTo>
                    <a:pt x="288" y="35149"/>
                    <a:pt x="288" y="35268"/>
                    <a:pt x="305" y="35403"/>
                  </a:cubicBezTo>
                  <a:lnTo>
                    <a:pt x="330" y="35597"/>
                  </a:lnTo>
                  <a:lnTo>
                    <a:pt x="330" y="35504"/>
                  </a:lnTo>
                  <a:cubicBezTo>
                    <a:pt x="364" y="35530"/>
                    <a:pt x="424" y="35970"/>
                    <a:pt x="483" y="36486"/>
                  </a:cubicBezTo>
                  <a:cubicBezTo>
                    <a:pt x="483" y="36452"/>
                    <a:pt x="449" y="36181"/>
                    <a:pt x="415" y="35792"/>
                  </a:cubicBezTo>
                  <a:lnTo>
                    <a:pt x="415" y="35792"/>
                  </a:lnTo>
                  <a:lnTo>
                    <a:pt x="440" y="35919"/>
                  </a:lnTo>
                  <a:cubicBezTo>
                    <a:pt x="500" y="36494"/>
                    <a:pt x="550" y="37036"/>
                    <a:pt x="627" y="37543"/>
                  </a:cubicBezTo>
                  <a:cubicBezTo>
                    <a:pt x="593" y="37357"/>
                    <a:pt x="559" y="37171"/>
                    <a:pt x="533" y="36943"/>
                  </a:cubicBezTo>
                  <a:lnTo>
                    <a:pt x="533" y="36943"/>
                  </a:lnTo>
                  <a:cubicBezTo>
                    <a:pt x="550" y="37213"/>
                    <a:pt x="601" y="37560"/>
                    <a:pt x="652" y="37865"/>
                  </a:cubicBezTo>
                  <a:cubicBezTo>
                    <a:pt x="668" y="37955"/>
                    <a:pt x="683" y="38045"/>
                    <a:pt x="696" y="38135"/>
                  </a:cubicBezTo>
                  <a:lnTo>
                    <a:pt x="696" y="38135"/>
                  </a:lnTo>
                  <a:cubicBezTo>
                    <a:pt x="695" y="38132"/>
                    <a:pt x="695" y="38129"/>
                    <a:pt x="694" y="38127"/>
                  </a:cubicBezTo>
                  <a:lnTo>
                    <a:pt x="694" y="38127"/>
                  </a:lnTo>
                  <a:cubicBezTo>
                    <a:pt x="696" y="38134"/>
                    <a:pt x="697" y="38142"/>
                    <a:pt x="698" y="38149"/>
                  </a:cubicBezTo>
                  <a:lnTo>
                    <a:pt x="698" y="38149"/>
                  </a:lnTo>
                  <a:cubicBezTo>
                    <a:pt x="719" y="38291"/>
                    <a:pt x="735" y="38433"/>
                    <a:pt x="745" y="38575"/>
                  </a:cubicBezTo>
                  <a:cubicBezTo>
                    <a:pt x="703" y="38372"/>
                    <a:pt x="660" y="38195"/>
                    <a:pt x="635" y="38025"/>
                  </a:cubicBezTo>
                  <a:cubicBezTo>
                    <a:pt x="610" y="37856"/>
                    <a:pt x="593" y="37704"/>
                    <a:pt x="567" y="37552"/>
                  </a:cubicBezTo>
                  <a:cubicBezTo>
                    <a:pt x="542" y="37391"/>
                    <a:pt x="517" y="37239"/>
                    <a:pt x="500" y="37061"/>
                  </a:cubicBezTo>
                  <a:cubicBezTo>
                    <a:pt x="474" y="36892"/>
                    <a:pt x="449" y="36697"/>
                    <a:pt x="424" y="36477"/>
                  </a:cubicBezTo>
                  <a:cubicBezTo>
                    <a:pt x="419" y="36396"/>
                    <a:pt x="419" y="36363"/>
                    <a:pt x="422" y="36363"/>
                  </a:cubicBezTo>
                  <a:lnTo>
                    <a:pt x="422" y="36363"/>
                  </a:lnTo>
                  <a:cubicBezTo>
                    <a:pt x="435" y="36363"/>
                    <a:pt x="513" y="37049"/>
                    <a:pt x="533" y="37069"/>
                  </a:cubicBezTo>
                  <a:cubicBezTo>
                    <a:pt x="508" y="36900"/>
                    <a:pt x="500" y="36740"/>
                    <a:pt x="483" y="36570"/>
                  </a:cubicBezTo>
                  <a:cubicBezTo>
                    <a:pt x="482" y="36572"/>
                    <a:pt x="482" y="36574"/>
                    <a:pt x="481" y="36574"/>
                  </a:cubicBezTo>
                  <a:cubicBezTo>
                    <a:pt x="461" y="36574"/>
                    <a:pt x="378" y="35825"/>
                    <a:pt x="348" y="35825"/>
                  </a:cubicBezTo>
                  <a:cubicBezTo>
                    <a:pt x="344" y="35825"/>
                    <a:pt x="341" y="35839"/>
                    <a:pt x="339" y="35868"/>
                  </a:cubicBezTo>
                  <a:cubicBezTo>
                    <a:pt x="440" y="36959"/>
                    <a:pt x="584" y="38042"/>
                    <a:pt x="745" y="38973"/>
                  </a:cubicBezTo>
                  <a:lnTo>
                    <a:pt x="373" y="38110"/>
                  </a:lnTo>
                  <a:cubicBezTo>
                    <a:pt x="364" y="38110"/>
                    <a:pt x="356" y="38093"/>
                    <a:pt x="347" y="38051"/>
                  </a:cubicBezTo>
                  <a:lnTo>
                    <a:pt x="347" y="38051"/>
                  </a:lnTo>
                  <a:cubicBezTo>
                    <a:pt x="435" y="38585"/>
                    <a:pt x="475" y="38648"/>
                    <a:pt x="501" y="38648"/>
                  </a:cubicBezTo>
                  <a:cubicBezTo>
                    <a:pt x="509" y="38648"/>
                    <a:pt x="516" y="38642"/>
                    <a:pt x="522" y="38642"/>
                  </a:cubicBezTo>
                  <a:cubicBezTo>
                    <a:pt x="531" y="38642"/>
                    <a:pt x="540" y="38654"/>
                    <a:pt x="550" y="38711"/>
                  </a:cubicBezTo>
                  <a:cubicBezTo>
                    <a:pt x="593" y="38914"/>
                    <a:pt x="635" y="39083"/>
                    <a:pt x="652" y="39260"/>
                  </a:cubicBezTo>
                  <a:lnTo>
                    <a:pt x="627" y="39167"/>
                  </a:lnTo>
                  <a:lnTo>
                    <a:pt x="627" y="39167"/>
                  </a:lnTo>
                  <a:cubicBezTo>
                    <a:pt x="745" y="39743"/>
                    <a:pt x="694" y="39345"/>
                    <a:pt x="787" y="39853"/>
                  </a:cubicBezTo>
                  <a:cubicBezTo>
                    <a:pt x="808" y="39943"/>
                    <a:pt x="816" y="39977"/>
                    <a:pt x="817" y="39977"/>
                  </a:cubicBezTo>
                  <a:cubicBezTo>
                    <a:pt x="820" y="39977"/>
                    <a:pt x="764" y="39696"/>
                    <a:pt x="771" y="39696"/>
                  </a:cubicBezTo>
                  <a:lnTo>
                    <a:pt x="771" y="39696"/>
                  </a:lnTo>
                  <a:cubicBezTo>
                    <a:pt x="772" y="39696"/>
                    <a:pt x="777" y="39712"/>
                    <a:pt x="787" y="39751"/>
                  </a:cubicBezTo>
                  <a:cubicBezTo>
                    <a:pt x="880" y="40292"/>
                    <a:pt x="906" y="40073"/>
                    <a:pt x="1066" y="40927"/>
                  </a:cubicBezTo>
                  <a:cubicBezTo>
                    <a:pt x="1063" y="40922"/>
                    <a:pt x="1060" y="40921"/>
                    <a:pt x="1057" y="40921"/>
                  </a:cubicBezTo>
                  <a:cubicBezTo>
                    <a:pt x="1054" y="40921"/>
                    <a:pt x="1052" y="40922"/>
                    <a:pt x="1049" y="40922"/>
                  </a:cubicBezTo>
                  <a:cubicBezTo>
                    <a:pt x="1036" y="40922"/>
                    <a:pt x="1017" y="40891"/>
                    <a:pt x="940" y="40538"/>
                  </a:cubicBezTo>
                  <a:lnTo>
                    <a:pt x="940" y="40538"/>
                  </a:lnTo>
                  <a:lnTo>
                    <a:pt x="1016" y="41028"/>
                  </a:lnTo>
                  <a:cubicBezTo>
                    <a:pt x="880" y="40453"/>
                    <a:pt x="965" y="40808"/>
                    <a:pt x="830" y="40216"/>
                  </a:cubicBezTo>
                  <a:cubicBezTo>
                    <a:pt x="745" y="39954"/>
                    <a:pt x="737" y="40022"/>
                    <a:pt x="669" y="39776"/>
                  </a:cubicBezTo>
                  <a:lnTo>
                    <a:pt x="669" y="39776"/>
                  </a:lnTo>
                  <a:cubicBezTo>
                    <a:pt x="720" y="39996"/>
                    <a:pt x="728" y="39946"/>
                    <a:pt x="796" y="40284"/>
                  </a:cubicBezTo>
                  <a:cubicBezTo>
                    <a:pt x="818" y="40403"/>
                    <a:pt x="825" y="40445"/>
                    <a:pt x="823" y="40445"/>
                  </a:cubicBezTo>
                  <a:cubicBezTo>
                    <a:pt x="818" y="40445"/>
                    <a:pt x="763" y="40212"/>
                    <a:pt x="745" y="40182"/>
                  </a:cubicBezTo>
                  <a:lnTo>
                    <a:pt x="745" y="40182"/>
                  </a:lnTo>
                  <a:cubicBezTo>
                    <a:pt x="897" y="40707"/>
                    <a:pt x="846" y="40783"/>
                    <a:pt x="982" y="41248"/>
                  </a:cubicBezTo>
                  <a:cubicBezTo>
                    <a:pt x="999" y="41147"/>
                    <a:pt x="1016" y="41240"/>
                    <a:pt x="965" y="40893"/>
                  </a:cubicBezTo>
                  <a:lnTo>
                    <a:pt x="965" y="40893"/>
                  </a:lnTo>
                  <a:cubicBezTo>
                    <a:pt x="1048" y="41225"/>
                    <a:pt x="1131" y="41638"/>
                    <a:pt x="1094" y="41638"/>
                  </a:cubicBezTo>
                  <a:cubicBezTo>
                    <a:pt x="1093" y="41638"/>
                    <a:pt x="1093" y="41638"/>
                    <a:pt x="1092" y="41637"/>
                  </a:cubicBezTo>
                  <a:lnTo>
                    <a:pt x="1092" y="41637"/>
                  </a:lnTo>
                  <a:lnTo>
                    <a:pt x="1134" y="41697"/>
                  </a:lnTo>
                  <a:cubicBezTo>
                    <a:pt x="1151" y="41773"/>
                    <a:pt x="1210" y="42044"/>
                    <a:pt x="1210" y="42060"/>
                  </a:cubicBezTo>
                  <a:lnTo>
                    <a:pt x="1253" y="42162"/>
                  </a:lnTo>
                  <a:cubicBezTo>
                    <a:pt x="1210" y="41866"/>
                    <a:pt x="1143" y="41578"/>
                    <a:pt x="1066" y="41291"/>
                  </a:cubicBezTo>
                  <a:lnTo>
                    <a:pt x="1066" y="41291"/>
                  </a:lnTo>
                  <a:cubicBezTo>
                    <a:pt x="1078" y="41324"/>
                    <a:pt x="1085" y="41335"/>
                    <a:pt x="1089" y="41335"/>
                  </a:cubicBezTo>
                  <a:cubicBezTo>
                    <a:pt x="1097" y="41335"/>
                    <a:pt x="1097" y="41298"/>
                    <a:pt x="1104" y="41298"/>
                  </a:cubicBezTo>
                  <a:cubicBezTo>
                    <a:pt x="1113" y="41298"/>
                    <a:pt x="1134" y="41352"/>
                    <a:pt x="1193" y="41595"/>
                  </a:cubicBezTo>
                  <a:cubicBezTo>
                    <a:pt x="1215" y="41684"/>
                    <a:pt x="1220" y="41711"/>
                    <a:pt x="1217" y="41711"/>
                  </a:cubicBezTo>
                  <a:cubicBezTo>
                    <a:pt x="1212" y="41711"/>
                    <a:pt x="1188" y="41645"/>
                    <a:pt x="1185" y="41645"/>
                  </a:cubicBezTo>
                  <a:cubicBezTo>
                    <a:pt x="1185" y="41645"/>
                    <a:pt x="1185" y="41645"/>
                    <a:pt x="1185" y="41646"/>
                  </a:cubicBezTo>
                  <a:cubicBezTo>
                    <a:pt x="1337" y="42255"/>
                    <a:pt x="1422" y="42568"/>
                    <a:pt x="1481" y="42847"/>
                  </a:cubicBezTo>
                  <a:cubicBezTo>
                    <a:pt x="1515" y="42983"/>
                    <a:pt x="1540" y="43118"/>
                    <a:pt x="1591" y="43270"/>
                  </a:cubicBezTo>
                  <a:cubicBezTo>
                    <a:pt x="1633" y="43414"/>
                    <a:pt x="1684" y="43600"/>
                    <a:pt x="1760" y="43837"/>
                  </a:cubicBezTo>
                  <a:cubicBezTo>
                    <a:pt x="1718" y="43718"/>
                    <a:pt x="1650" y="43515"/>
                    <a:pt x="1582" y="43287"/>
                  </a:cubicBezTo>
                  <a:cubicBezTo>
                    <a:pt x="1523" y="43050"/>
                    <a:pt x="1447" y="42788"/>
                    <a:pt x="1371" y="42560"/>
                  </a:cubicBezTo>
                  <a:lnTo>
                    <a:pt x="1371" y="42560"/>
                  </a:lnTo>
                  <a:cubicBezTo>
                    <a:pt x="1447" y="42856"/>
                    <a:pt x="1532" y="43143"/>
                    <a:pt x="1625" y="43431"/>
                  </a:cubicBezTo>
                  <a:cubicBezTo>
                    <a:pt x="1581" y="43310"/>
                    <a:pt x="1554" y="43241"/>
                    <a:pt x="1547" y="43241"/>
                  </a:cubicBezTo>
                  <a:cubicBezTo>
                    <a:pt x="1541" y="43241"/>
                    <a:pt x="1554" y="43303"/>
                    <a:pt x="1591" y="43439"/>
                  </a:cubicBezTo>
                  <a:lnTo>
                    <a:pt x="1642" y="43549"/>
                  </a:lnTo>
                  <a:cubicBezTo>
                    <a:pt x="1698" y="43702"/>
                    <a:pt x="1785" y="43986"/>
                    <a:pt x="1793" y="44034"/>
                  </a:cubicBezTo>
                  <a:lnTo>
                    <a:pt x="1793" y="44034"/>
                  </a:lnTo>
                  <a:cubicBezTo>
                    <a:pt x="1787" y="43979"/>
                    <a:pt x="1776" y="43925"/>
                    <a:pt x="1761" y="43873"/>
                  </a:cubicBezTo>
                  <a:lnTo>
                    <a:pt x="1761" y="43873"/>
                  </a:lnTo>
                  <a:cubicBezTo>
                    <a:pt x="1791" y="43964"/>
                    <a:pt x="1828" y="44072"/>
                    <a:pt x="1870" y="44192"/>
                  </a:cubicBezTo>
                  <a:cubicBezTo>
                    <a:pt x="1929" y="44336"/>
                    <a:pt x="1989" y="44497"/>
                    <a:pt x="2048" y="44666"/>
                  </a:cubicBezTo>
                  <a:cubicBezTo>
                    <a:pt x="2107" y="44835"/>
                    <a:pt x="2166" y="45013"/>
                    <a:pt x="2234" y="45199"/>
                  </a:cubicBezTo>
                  <a:cubicBezTo>
                    <a:pt x="2301" y="45377"/>
                    <a:pt x="2369" y="45571"/>
                    <a:pt x="2437" y="45749"/>
                  </a:cubicBezTo>
                  <a:cubicBezTo>
                    <a:pt x="2361" y="45605"/>
                    <a:pt x="2285" y="45444"/>
                    <a:pt x="2225" y="45283"/>
                  </a:cubicBezTo>
                  <a:cubicBezTo>
                    <a:pt x="2187" y="45177"/>
                    <a:pt x="2156" y="45092"/>
                    <a:pt x="2152" y="45092"/>
                  </a:cubicBezTo>
                  <a:lnTo>
                    <a:pt x="2152" y="45092"/>
                  </a:lnTo>
                  <a:cubicBezTo>
                    <a:pt x="2148" y="45092"/>
                    <a:pt x="2159" y="45139"/>
                    <a:pt x="2192" y="45258"/>
                  </a:cubicBezTo>
                  <a:cubicBezTo>
                    <a:pt x="2310" y="45554"/>
                    <a:pt x="2445" y="45783"/>
                    <a:pt x="2631" y="46316"/>
                  </a:cubicBezTo>
                  <a:cubicBezTo>
                    <a:pt x="2609" y="46275"/>
                    <a:pt x="2598" y="46259"/>
                    <a:pt x="2594" y="46259"/>
                  </a:cubicBezTo>
                  <a:cubicBezTo>
                    <a:pt x="2580" y="46259"/>
                    <a:pt x="2704" y="46552"/>
                    <a:pt x="2691" y="46552"/>
                  </a:cubicBezTo>
                  <a:cubicBezTo>
                    <a:pt x="2809" y="46789"/>
                    <a:pt x="2919" y="47018"/>
                    <a:pt x="3037" y="47246"/>
                  </a:cubicBezTo>
                  <a:cubicBezTo>
                    <a:pt x="3190" y="47584"/>
                    <a:pt x="3367" y="47982"/>
                    <a:pt x="3528" y="48287"/>
                  </a:cubicBezTo>
                  <a:cubicBezTo>
                    <a:pt x="3460" y="48151"/>
                    <a:pt x="3393" y="48016"/>
                    <a:pt x="3334" y="47881"/>
                  </a:cubicBezTo>
                  <a:lnTo>
                    <a:pt x="3334" y="47881"/>
                  </a:lnTo>
                  <a:cubicBezTo>
                    <a:pt x="3460" y="48109"/>
                    <a:pt x="3579" y="48320"/>
                    <a:pt x="3680" y="48557"/>
                  </a:cubicBezTo>
                  <a:cubicBezTo>
                    <a:pt x="3799" y="48819"/>
                    <a:pt x="3934" y="49082"/>
                    <a:pt x="4078" y="49336"/>
                  </a:cubicBezTo>
                  <a:lnTo>
                    <a:pt x="3917" y="49073"/>
                  </a:lnTo>
                  <a:lnTo>
                    <a:pt x="3917" y="49073"/>
                  </a:lnTo>
                  <a:cubicBezTo>
                    <a:pt x="4036" y="49293"/>
                    <a:pt x="4154" y="49488"/>
                    <a:pt x="4256" y="49674"/>
                  </a:cubicBezTo>
                  <a:lnTo>
                    <a:pt x="4416" y="49945"/>
                  </a:lnTo>
                  <a:cubicBezTo>
                    <a:pt x="4467" y="50029"/>
                    <a:pt x="4526" y="50114"/>
                    <a:pt x="4586" y="50198"/>
                  </a:cubicBezTo>
                  <a:lnTo>
                    <a:pt x="4552" y="50198"/>
                  </a:lnTo>
                  <a:cubicBezTo>
                    <a:pt x="4611" y="50224"/>
                    <a:pt x="5068" y="50960"/>
                    <a:pt x="5195" y="51112"/>
                  </a:cubicBezTo>
                  <a:cubicBezTo>
                    <a:pt x="5017" y="50858"/>
                    <a:pt x="4899" y="50672"/>
                    <a:pt x="4814" y="50520"/>
                  </a:cubicBezTo>
                  <a:cubicBezTo>
                    <a:pt x="4721" y="50368"/>
                    <a:pt x="4653" y="50258"/>
                    <a:pt x="4586" y="50139"/>
                  </a:cubicBezTo>
                  <a:cubicBezTo>
                    <a:pt x="4459" y="49919"/>
                    <a:pt x="4349" y="49691"/>
                    <a:pt x="4036" y="49175"/>
                  </a:cubicBezTo>
                  <a:lnTo>
                    <a:pt x="4036" y="49175"/>
                  </a:lnTo>
                  <a:cubicBezTo>
                    <a:pt x="4163" y="49361"/>
                    <a:pt x="4273" y="49522"/>
                    <a:pt x="4374" y="49691"/>
                  </a:cubicBezTo>
                  <a:cubicBezTo>
                    <a:pt x="4425" y="49775"/>
                    <a:pt x="4484" y="49860"/>
                    <a:pt x="4543" y="49945"/>
                  </a:cubicBezTo>
                  <a:lnTo>
                    <a:pt x="4738" y="50224"/>
                  </a:lnTo>
                  <a:cubicBezTo>
                    <a:pt x="4789" y="50300"/>
                    <a:pt x="4831" y="50376"/>
                    <a:pt x="4865" y="50461"/>
                  </a:cubicBezTo>
                  <a:cubicBezTo>
                    <a:pt x="4958" y="50588"/>
                    <a:pt x="5000" y="50621"/>
                    <a:pt x="5161" y="50858"/>
                  </a:cubicBezTo>
                  <a:lnTo>
                    <a:pt x="5195" y="50934"/>
                  </a:lnTo>
                  <a:cubicBezTo>
                    <a:pt x="5643" y="51620"/>
                    <a:pt x="5651" y="51518"/>
                    <a:pt x="6100" y="52152"/>
                  </a:cubicBezTo>
                  <a:cubicBezTo>
                    <a:pt x="6106" y="52166"/>
                    <a:pt x="6107" y="52173"/>
                    <a:pt x="6104" y="52173"/>
                  </a:cubicBezTo>
                  <a:cubicBezTo>
                    <a:pt x="6072" y="52173"/>
                    <a:pt x="5634" y="51607"/>
                    <a:pt x="5389" y="51247"/>
                  </a:cubicBezTo>
                  <a:lnTo>
                    <a:pt x="5389" y="51247"/>
                  </a:lnTo>
                  <a:cubicBezTo>
                    <a:pt x="5416" y="51297"/>
                    <a:pt x="5424" y="51317"/>
                    <a:pt x="5420" y="51317"/>
                  </a:cubicBezTo>
                  <a:cubicBezTo>
                    <a:pt x="5402" y="51317"/>
                    <a:pt x="5126" y="50903"/>
                    <a:pt x="5104" y="50903"/>
                  </a:cubicBezTo>
                  <a:cubicBezTo>
                    <a:pt x="5099" y="50903"/>
                    <a:pt x="5109" y="50929"/>
                    <a:pt x="5144" y="50994"/>
                  </a:cubicBezTo>
                  <a:lnTo>
                    <a:pt x="5288" y="51180"/>
                  </a:lnTo>
                  <a:cubicBezTo>
                    <a:pt x="5361" y="51289"/>
                    <a:pt x="5387" y="51335"/>
                    <a:pt x="5382" y="51335"/>
                  </a:cubicBezTo>
                  <a:cubicBezTo>
                    <a:pt x="5378" y="51335"/>
                    <a:pt x="5352" y="51302"/>
                    <a:pt x="5313" y="51247"/>
                  </a:cubicBezTo>
                  <a:lnTo>
                    <a:pt x="5313" y="51247"/>
                  </a:lnTo>
                  <a:cubicBezTo>
                    <a:pt x="5372" y="51349"/>
                    <a:pt x="5440" y="51450"/>
                    <a:pt x="5525" y="51535"/>
                  </a:cubicBezTo>
                  <a:cubicBezTo>
                    <a:pt x="5567" y="51603"/>
                    <a:pt x="5601" y="51662"/>
                    <a:pt x="5635" y="51704"/>
                  </a:cubicBezTo>
                  <a:lnTo>
                    <a:pt x="5719" y="51831"/>
                  </a:lnTo>
                  <a:cubicBezTo>
                    <a:pt x="5770" y="51899"/>
                    <a:pt x="5804" y="51941"/>
                    <a:pt x="5821" y="51966"/>
                  </a:cubicBezTo>
                  <a:cubicBezTo>
                    <a:pt x="5835" y="52000"/>
                    <a:pt x="5836" y="52009"/>
                    <a:pt x="5832" y="52009"/>
                  </a:cubicBezTo>
                  <a:cubicBezTo>
                    <a:pt x="5829" y="52009"/>
                    <a:pt x="5824" y="52004"/>
                    <a:pt x="5821" y="52000"/>
                  </a:cubicBezTo>
                  <a:cubicBezTo>
                    <a:pt x="5812" y="51997"/>
                    <a:pt x="5804" y="51993"/>
                    <a:pt x="5800" y="51993"/>
                  </a:cubicBezTo>
                  <a:cubicBezTo>
                    <a:pt x="5780" y="51993"/>
                    <a:pt x="5814" y="52055"/>
                    <a:pt x="6100" y="52457"/>
                  </a:cubicBezTo>
                  <a:cubicBezTo>
                    <a:pt x="6017" y="52359"/>
                    <a:pt x="5852" y="52125"/>
                    <a:pt x="5836" y="52125"/>
                  </a:cubicBezTo>
                  <a:cubicBezTo>
                    <a:pt x="5835" y="52125"/>
                    <a:pt x="5835" y="52128"/>
                    <a:pt x="5838" y="52136"/>
                  </a:cubicBezTo>
                  <a:cubicBezTo>
                    <a:pt x="5711" y="51958"/>
                    <a:pt x="5575" y="51780"/>
                    <a:pt x="5465" y="51594"/>
                  </a:cubicBezTo>
                  <a:lnTo>
                    <a:pt x="5431" y="51594"/>
                  </a:lnTo>
                  <a:cubicBezTo>
                    <a:pt x="5905" y="52279"/>
                    <a:pt x="6227" y="52643"/>
                    <a:pt x="6497" y="52914"/>
                  </a:cubicBezTo>
                  <a:cubicBezTo>
                    <a:pt x="6284" y="52664"/>
                    <a:pt x="6255" y="52618"/>
                    <a:pt x="6268" y="52618"/>
                  </a:cubicBezTo>
                  <a:cubicBezTo>
                    <a:pt x="6276" y="52618"/>
                    <a:pt x="6298" y="52633"/>
                    <a:pt x="6308" y="52633"/>
                  </a:cubicBezTo>
                  <a:cubicBezTo>
                    <a:pt x="6319" y="52633"/>
                    <a:pt x="6313" y="52611"/>
                    <a:pt x="6244" y="52516"/>
                  </a:cubicBezTo>
                  <a:lnTo>
                    <a:pt x="6244" y="52516"/>
                  </a:lnTo>
                  <a:cubicBezTo>
                    <a:pt x="6328" y="52601"/>
                    <a:pt x="6396" y="52702"/>
                    <a:pt x="6464" y="52804"/>
                  </a:cubicBezTo>
                  <a:cubicBezTo>
                    <a:pt x="6503" y="52835"/>
                    <a:pt x="6711" y="53087"/>
                    <a:pt x="6726" y="53087"/>
                  </a:cubicBezTo>
                  <a:cubicBezTo>
                    <a:pt x="6727" y="53087"/>
                    <a:pt x="6727" y="53086"/>
                    <a:pt x="6726" y="53083"/>
                  </a:cubicBezTo>
                  <a:lnTo>
                    <a:pt x="6726" y="53083"/>
                  </a:lnTo>
                  <a:cubicBezTo>
                    <a:pt x="6777" y="53185"/>
                    <a:pt x="6836" y="53286"/>
                    <a:pt x="6912" y="53379"/>
                  </a:cubicBezTo>
                  <a:cubicBezTo>
                    <a:pt x="7013" y="53514"/>
                    <a:pt x="7140" y="53675"/>
                    <a:pt x="7259" y="53827"/>
                  </a:cubicBezTo>
                  <a:cubicBezTo>
                    <a:pt x="7455" y="54073"/>
                    <a:pt x="7622" y="54289"/>
                    <a:pt x="7587" y="54289"/>
                  </a:cubicBezTo>
                  <a:cubicBezTo>
                    <a:pt x="7580" y="54289"/>
                    <a:pt x="7564" y="54279"/>
                    <a:pt x="7538" y="54259"/>
                  </a:cubicBezTo>
                  <a:lnTo>
                    <a:pt x="7538" y="54259"/>
                  </a:lnTo>
                  <a:cubicBezTo>
                    <a:pt x="7690" y="54437"/>
                    <a:pt x="8012" y="54775"/>
                    <a:pt x="8392" y="55156"/>
                  </a:cubicBezTo>
                  <a:lnTo>
                    <a:pt x="9001" y="55739"/>
                  </a:lnTo>
                  <a:cubicBezTo>
                    <a:pt x="9204" y="55934"/>
                    <a:pt x="9416" y="56111"/>
                    <a:pt x="9602" y="56281"/>
                  </a:cubicBezTo>
                  <a:lnTo>
                    <a:pt x="9390" y="56111"/>
                  </a:lnTo>
                  <a:lnTo>
                    <a:pt x="9390" y="56111"/>
                  </a:lnTo>
                  <a:cubicBezTo>
                    <a:pt x="9754" y="56484"/>
                    <a:pt x="9940" y="56628"/>
                    <a:pt x="10084" y="56721"/>
                  </a:cubicBezTo>
                  <a:cubicBezTo>
                    <a:pt x="10262" y="56822"/>
                    <a:pt x="10431" y="56941"/>
                    <a:pt x="10592" y="57067"/>
                  </a:cubicBezTo>
                  <a:cubicBezTo>
                    <a:pt x="10504" y="57000"/>
                    <a:pt x="10464" y="56971"/>
                    <a:pt x="10459" y="56971"/>
                  </a:cubicBezTo>
                  <a:cubicBezTo>
                    <a:pt x="10452" y="56971"/>
                    <a:pt x="10521" y="57035"/>
                    <a:pt x="10617" y="57127"/>
                  </a:cubicBezTo>
                  <a:cubicBezTo>
                    <a:pt x="10786" y="57270"/>
                    <a:pt x="11023" y="57457"/>
                    <a:pt x="11099" y="57533"/>
                  </a:cubicBezTo>
                  <a:cubicBezTo>
                    <a:pt x="11294" y="57668"/>
                    <a:pt x="11471" y="57795"/>
                    <a:pt x="11675" y="57930"/>
                  </a:cubicBezTo>
                  <a:cubicBezTo>
                    <a:pt x="11878" y="58057"/>
                    <a:pt x="12097" y="58209"/>
                    <a:pt x="12377" y="58404"/>
                  </a:cubicBezTo>
                  <a:cubicBezTo>
                    <a:pt x="12495" y="58565"/>
                    <a:pt x="12647" y="58700"/>
                    <a:pt x="12817" y="58802"/>
                  </a:cubicBezTo>
                  <a:lnTo>
                    <a:pt x="13070" y="58937"/>
                  </a:lnTo>
                  <a:lnTo>
                    <a:pt x="13358" y="59131"/>
                  </a:lnTo>
                  <a:lnTo>
                    <a:pt x="13662" y="59309"/>
                  </a:lnTo>
                  <a:cubicBezTo>
                    <a:pt x="13865" y="59428"/>
                    <a:pt x="14043" y="59546"/>
                    <a:pt x="14153" y="59622"/>
                  </a:cubicBezTo>
                  <a:lnTo>
                    <a:pt x="14102" y="59597"/>
                  </a:lnTo>
                  <a:lnTo>
                    <a:pt x="14102" y="59597"/>
                  </a:lnTo>
                  <a:cubicBezTo>
                    <a:pt x="14204" y="59673"/>
                    <a:pt x="14322" y="59732"/>
                    <a:pt x="14441" y="59783"/>
                  </a:cubicBezTo>
                  <a:cubicBezTo>
                    <a:pt x="14458" y="59783"/>
                    <a:pt x="14382" y="59732"/>
                    <a:pt x="14229" y="59631"/>
                  </a:cubicBezTo>
                  <a:lnTo>
                    <a:pt x="14229" y="59631"/>
                  </a:lnTo>
                  <a:cubicBezTo>
                    <a:pt x="14356" y="59707"/>
                    <a:pt x="14500" y="59774"/>
                    <a:pt x="14627" y="59842"/>
                  </a:cubicBezTo>
                  <a:lnTo>
                    <a:pt x="14644" y="59859"/>
                  </a:lnTo>
                  <a:cubicBezTo>
                    <a:pt x="15136" y="60129"/>
                    <a:pt x="15620" y="60361"/>
                    <a:pt x="16390" y="60738"/>
                  </a:cubicBezTo>
                  <a:lnTo>
                    <a:pt x="16390" y="60738"/>
                  </a:lnTo>
                  <a:cubicBezTo>
                    <a:pt x="16354" y="60718"/>
                    <a:pt x="16324" y="60702"/>
                    <a:pt x="16302" y="60688"/>
                  </a:cubicBezTo>
                  <a:lnTo>
                    <a:pt x="16302" y="60688"/>
                  </a:lnTo>
                  <a:lnTo>
                    <a:pt x="16708" y="60857"/>
                  </a:lnTo>
                  <a:lnTo>
                    <a:pt x="16843" y="60950"/>
                  </a:lnTo>
                  <a:lnTo>
                    <a:pt x="17080" y="61035"/>
                  </a:lnTo>
                  <a:cubicBezTo>
                    <a:pt x="16826" y="60899"/>
                    <a:pt x="16302" y="60620"/>
                    <a:pt x="16192" y="60536"/>
                  </a:cubicBezTo>
                  <a:lnTo>
                    <a:pt x="16192" y="60536"/>
                  </a:lnTo>
                  <a:cubicBezTo>
                    <a:pt x="16496" y="60688"/>
                    <a:pt x="16877" y="60874"/>
                    <a:pt x="17325" y="61077"/>
                  </a:cubicBezTo>
                  <a:lnTo>
                    <a:pt x="18053" y="61390"/>
                  </a:lnTo>
                  <a:cubicBezTo>
                    <a:pt x="18315" y="61492"/>
                    <a:pt x="18594" y="61602"/>
                    <a:pt x="18890" y="61703"/>
                  </a:cubicBezTo>
                  <a:cubicBezTo>
                    <a:pt x="18867" y="61703"/>
                    <a:pt x="18847" y="61699"/>
                    <a:pt x="18832" y="61694"/>
                  </a:cubicBezTo>
                  <a:lnTo>
                    <a:pt x="18832" y="61694"/>
                  </a:lnTo>
                  <a:cubicBezTo>
                    <a:pt x="19399" y="61932"/>
                    <a:pt x="19454" y="61942"/>
                    <a:pt x="19922" y="62143"/>
                  </a:cubicBezTo>
                  <a:lnTo>
                    <a:pt x="19770" y="62101"/>
                  </a:lnTo>
                  <a:lnTo>
                    <a:pt x="19770" y="62101"/>
                  </a:lnTo>
                  <a:cubicBezTo>
                    <a:pt x="20049" y="62219"/>
                    <a:pt x="20328" y="62329"/>
                    <a:pt x="20616" y="62414"/>
                  </a:cubicBezTo>
                  <a:cubicBezTo>
                    <a:pt x="20794" y="62464"/>
                    <a:pt x="20963" y="62524"/>
                    <a:pt x="21132" y="62600"/>
                  </a:cubicBezTo>
                  <a:lnTo>
                    <a:pt x="21073" y="62591"/>
                  </a:lnTo>
                  <a:lnTo>
                    <a:pt x="21073" y="62591"/>
                  </a:lnTo>
                  <a:cubicBezTo>
                    <a:pt x="21361" y="62710"/>
                    <a:pt x="21648" y="62820"/>
                    <a:pt x="21953" y="62913"/>
                  </a:cubicBezTo>
                  <a:lnTo>
                    <a:pt x="21767" y="62862"/>
                  </a:lnTo>
                  <a:cubicBezTo>
                    <a:pt x="21667" y="62841"/>
                    <a:pt x="21562" y="62814"/>
                    <a:pt x="21437" y="62776"/>
                  </a:cubicBezTo>
                  <a:lnTo>
                    <a:pt x="21437" y="62776"/>
                  </a:lnTo>
                  <a:cubicBezTo>
                    <a:pt x="21510" y="62800"/>
                    <a:pt x="21591" y="62833"/>
                    <a:pt x="21690" y="62871"/>
                  </a:cubicBezTo>
                  <a:cubicBezTo>
                    <a:pt x="21428" y="62811"/>
                    <a:pt x="21174" y="62735"/>
                    <a:pt x="20912" y="62659"/>
                  </a:cubicBezTo>
                  <a:lnTo>
                    <a:pt x="20912" y="62659"/>
                  </a:lnTo>
                  <a:cubicBezTo>
                    <a:pt x="21293" y="62811"/>
                    <a:pt x="21369" y="62777"/>
                    <a:pt x="21834" y="62947"/>
                  </a:cubicBezTo>
                  <a:cubicBezTo>
                    <a:pt x="21819" y="62953"/>
                    <a:pt x="21813" y="62960"/>
                    <a:pt x="21787" y="62960"/>
                  </a:cubicBezTo>
                  <a:cubicBezTo>
                    <a:pt x="21741" y="62960"/>
                    <a:pt x="21635" y="62937"/>
                    <a:pt x="21310" y="62845"/>
                  </a:cubicBezTo>
                  <a:cubicBezTo>
                    <a:pt x="21127" y="62775"/>
                    <a:pt x="21101" y="62760"/>
                    <a:pt x="21116" y="62760"/>
                  </a:cubicBezTo>
                  <a:cubicBezTo>
                    <a:pt x="21128" y="62760"/>
                    <a:pt x="21162" y="62768"/>
                    <a:pt x="21174" y="62768"/>
                  </a:cubicBezTo>
                  <a:cubicBezTo>
                    <a:pt x="21185" y="62768"/>
                    <a:pt x="21177" y="62761"/>
                    <a:pt x="21115" y="62735"/>
                  </a:cubicBezTo>
                  <a:cubicBezTo>
                    <a:pt x="20777" y="62651"/>
                    <a:pt x="20709" y="62549"/>
                    <a:pt x="20337" y="62464"/>
                  </a:cubicBezTo>
                  <a:cubicBezTo>
                    <a:pt x="19922" y="62304"/>
                    <a:pt x="20058" y="62329"/>
                    <a:pt x="19931" y="62270"/>
                  </a:cubicBezTo>
                  <a:lnTo>
                    <a:pt x="19931" y="62270"/>
                  </a:lnTo>
                  <a:cubicBezTo>
                    <a:pt x="20036" y="62311"/>
                    <a:pt x="20076" y="62324"/>
                    <a:pt x="20085" y="62324"/>
                  </a:cubicBezTo>
                  <a:cubicBezTo>
                    <a:pt x="20103" y="62324"/>
                    <a:pt x="20022" y="62281"/>
                    <a:pt x="20048" y="62281"/>
                  </a:cubicBezTo>
                  <a:cubicBezTo>
                    <a:pt x="20064" y="62281"/>
                    <a:pt x="20123" y="62298"/>
                    <a:pt x="20278" y="62355"/>
                  </a:cubicBezTo>
                  <a:cubicBezTo>
                    <a:pt x="19855" y="62168"/>
                    <a:pt x="19948" y="62270"/>
                    <a:pt x="19601" y="62118"/>
                  </a:cubicBezTo>
                  <a:lnTo>
                    <a:pt x="19559" y="62058"/>
                  </a:lnTo>
                  <a:lnTo>
                    <a:pt x="19254" y="61932"/>
                  </a:lnTo>
                  <a:lnTo>
                    <a:pt x="18873" y="61762"/>
                  </a:lnTo>
                  <a:cubicBezTo>
                    <a:pt x="18603" y="61644"/>
                    <a:pt x="18324" y="61525"/>
                    <a:pt x="18104" y="61441"/>
                  </a:cubicBezTo>
                  <a:lnTo>
                    <a:pt x="18104" y="61441"/>
                  </a:lnTo>
                  <a:cubicBezTo>
                    <a:pt x="18199" y="61491"/>
                    <a:pt x="18227" y="61508"/>
                    <a:pt x="18219" y="61508"/>
                  </a:cubicBezTo>
                  <a:cubicBezTo>
                    <a:pt x="18198" y="61508"/>
                    <a:pt x="17957" y="61402"/>
                    <a:pt x="17933" y="61402"/>
                  </a:cubicBezTo>
                  <a:cubicBezTo>
                    <a:pt x="17930" y="61402"/>
                    <a:pt x="17931" y="61404"/>
                    <a:pt x="17934" y="61407"/>
                  </a:cubicBezTo>
                  <a:cubicBezTo>
                    <a:pt x="18036" y="61441"/>
                    <a:pt x="18146" y="61483"/>
                    <a:pt x="18239" y="61534"/>
                  </a:cubicBezTo>
                  <a:cubicBezTo>
                    <a:pt x="18324" y="61568"/>
                    <a:pt x="18408" y="61610"/>
                    <a:pt x="18493" y="61661"/>
                  </a:cubicBezTo>
                  <a:lnTo>
                    <a:pt x="18197" y="61542"/>
                  </a:lnTo>
                  <a:lnTo>
                    <a:pt x="17841" y="61382"/>
                  </a:lnTo>
                  <a:cubicBezTo>
                    <a:pt x="17605" y="61272"/>
                    <a:pt x="17385" y="61170"/>
                    <a:pt x="17317" y="61136"/>
                  </a:cubicBezTo>
                  <a:lnTo>
                    <a:pt x="17317" y="61136"/>
                  </a:lnTo>
                  <a:lnTo>
                    <a:pt x="17858" y="61407"/>
                  </a:lnTo>
                  <a:cubicBezTo>
                    <a:pt x="17765" y="61365"/>
                    <a:pt x="17537" y="61272"/>
                    <a:pt x="17334" y="61196"/>
                  </a:cubicBezTo>
                  <a:cubicBezTo>
                    <a:pt x="17122" y="61111"/>
                    <a:pt x="16953" y="61026"/>
                    <a:pt x="16936" y="61026"/>
                  </a:cubicBezTo>
                  <a:cubicBezTo>
                    <a:pt x="16810" y="60956"/>
                    <a:pt x="16649" y="60873"/>
                    <a:pt x="16515" y="60804"/>
                  </a:cubicBezTo>
                  <a:lnTo>
                    <a:pt x="16515" y="60804"/>
                  </a:lnTo>
                  <a:cubicBezTo>
                    <a:pt x="16522" y="60806"/>
                    <a:pt x="16533" y="60809"/>
                    <a:pt x="16547" y="60815"/>
                  </a:cubicBezTo>
                  <a:cubicBezTo>
                    <a:pt x="16493" y="60789"/>
                    <a:pt x="16441" y="60763"/>
                    <a:pt x="16390" y="60738"/>
                  </a:cubicBezTo>
                  <a:lnTo>
                    <a:pt x="16390" y="60738"/>
                  </a:lnTo>
                  <a:cubicBezTo>
                    <a:pt x="16426" y="60758"/>
                    <a:pt x="16469" y="60780"/>
                    <a:pt x="16515" y="60804"/>
                  </a:cubicBezTo>
                  <a:lnTo>
                    <a:pt x="16515" y="60804"/>
                  </a:lnTo>
                  <a:cubicBezTo>
                    <a:pt x="16510" y="60803"/>
                    <a:pt x="16507" y="60802"/>
                    <a:pt x="16505" y="60802"/>
                  </a:cubicBezTo>
                  <a:cubicBezTo>
                    <a:pt x="16471" y="60802"/>
                    <a:pt x="16748" y="60955"/>
                    <a:pt x="16724" y="60955"/>
                  </a:cubicBezTo>
                  <a:cubicBezTo>
                    <a:pt x="16713" y="60955"/>
                    <a:pt x="16627" y="60918"/>
                    <a:pt x="16395" y="60806"/>
                  </a:cubicBezTo>
                  <a:lnTo>
                    <a:pt x="16395" y="60806"/>
                  </a:lnTo>
                  <a:cubicBezTo>
                    <a:pt x="16440" y="60825"/>
                    <a:pt x="16463" y="60832"/>
                    <a:pt x="16470" y="60832"/>
                  </a:cubicBezTo>
                  <a:cubicBezTo>
                    <a:pt x="16501" y="60832"/>
                    <a:pt x="16277" y="60708"/>
                    <a:pt x="16243" y="60688"/>
                  </a:cubicBezTo>
                  <a:cubicBezTo>
                    <a:pt x="15972" y="60536"/>
                    <a:pt x="15701" y="60426"/>
                    <a:pt x="15583" y="60367"/>
                  </a:cubicBezTo>
                  <a:lnTo>
                    <a:pt x="15583" y="60367"/>
                  </a:lnTo>
                  <a:cubicBezTo>
                    <a:pt x="15622" y="60394"/>
                    <a:pt x="15621" y="60407"/>
                    <a:pt x="15594" y="60407"/>
                  </a:cubicBezTo>
                  <a:cubicBezTo>
                    <a:pt x="15562" y="60407"/>
                    <a:pt x="15495" y="60390"/>
                    <a:pt x="15414" y="60358"/>
                  </a:cubicBezTo>
                  <a:lnTo>
                    <a:pt x="15414" y="60358"/>
                  </a:lnTo>
                  <a:cubicBezTo>
                    <a:pt x="15693" y="60485"/>
                    <a:pt x="16217" y="60756"/>
                    <a:pt x="16699" y="60993"/>
                  </a:cubicBezTo>
                  <a:cubicBezTo>
                    <a:pt x="17173" y="61238"/>
                    <a:pt x="17605" y="61416"/>
                    <a:pt x="17689" y="61416"/>
                  </a:cubicBezTo>
                  <a:cubicBezTo>
                    <a:pt x="18383" y="61745"/>
                    <a:pt x="19313" y="62109"/>
                    <a:pt x="20117" y="62439"/>
                  </a:cubicBezTo>
                  <a:cubicBezTo>
                    <a:pt x="20083" y="62422"/>
                    <a:pt x="20024" y="62397"/>
                    <a:pt x="20041" y="62397"/>
                  </a:cubicBezTo>
                  <a:cubicBezTo>
                    <a:pt x="20278" y="62498"/>
                    <a:pt x="20506" y="62591"/>
                    <a:pt x="20743" y="62693"/>
                  </a:cubicBezTo>
                  <a:lnTo>
                    <a:pt x="20574" y="62634"/>
                  </a:lnTo>
                  <a:lnTo>
                    <a:pt x="20574" y="62634"/>
                  </a:lnTo>
                  <a:lnTo>
                    <a:pt x="21031" y="62828"/>
                  </a:lnTo>
                  <a:cubicBezTo>
                    <a:pt x="21041" y="62835"/>
                    <a:pt x="21041" y="62838"/>
                    <a:pt x="21034" y="62838"/>
                  </a:cubicBezTo>
                  <a:cubicBezTo>
                    <a:pt x="21007" y="62838"/>
                    <a:pt x="20856" y="62789"/>
                    <a:pt x="20701" y="62735"/>
                  </a:cubicBezTo>
                  <a:cubicBezTo>
                    <a:pt x="20612" y="62704"/>
                    <a:pt x="20538" y="62672"/>
                    <a:pt x="20552" y="62672"/>
                  </a:cubicBezTo>
                  <a:cubicBezTo>
                    <a:pt x="20556" y="62672"/>
                    <a:pt x="20571" y="62676"/>
                    <a:pt x="20599" y="62684"/>
                  </a:cubicBezTo>
                  <a:cubicBezTo>
                    <a:pt x="20497" y="62652"/>
                    <a:pt x="20453" y="62640"/>
                    <a:pt x="20444" y="62640"/>
                  </a:cubicBezTo>
                  <a:cubicBezTo>
                    <a:pt x="20417" y="62640"/>
                    <a:pt x="20789" y="62777"/>
                    <a:pt x="20749" y="62777"/>
                  </a:cubicBezTo>
                  <a:cubicBezTo>
                    <a:pt x="20741" y="62777"/>
                    <a:pt x="20718" y="62772"/>
                    <a:pt x="20675" y="62761"/>
                  </a:cubicBezTo>
                  <a:cubicBezTo>
                    <a:pt x="20557" y="62710"/>
                    <a:pt x="20396" y="62651"/>
                    <a:pt x="20303" y="62617"/>
                  </a:cubicBezTo>
                  <a:lnTo>
                    <a:pt x="20303" y="62617"/>
                  </a:lnTo>
                  <a:cubicBezTo>
                    <a:pt x="20870" y="62854"/>
                    <a:pt x="21149" y="62904"/>
                    <a:pt x="21496" y="63065"/>
                  </a:cubicBezTo>
                  <a:cubicBezTo>
                    <a:pt x="21640" y="63099"/>
                    <a:pt x="21851" y="63158"/>
                    <a:pt x="22096" y="63234"/>
                  </a:cubicBezTo>
                  <a:cubicBezTo>
                    <a:pt x="22333" y="63310"/>
                    <a:pt x="22613" y="63387"/>
                    <a:pt x="22875" y="63488"/>
                  </a:cubicBezTo>
                  <a:cubicBezTo>
                    <a:pt x="22853" y="63483"/>
                    <a:pt x="22842" y="63481"/>
                    <a:pt x="22839" y="63481"/>
                  </a:cubicBezTo>
                  <a:cubicBezTo>
                    <a:pt x="22814" y="63481"/>
                    <a:pt x="23268" y="63616"/>
                    <a:pt x="23226" y="63616"/>
                  </a:cubicBezTo>
                  <a:cubicBezTo>
                    <a:pt x="23220" y="63616"/>
                    <a:pt x="23202" y="63613"/>
                    <a:pt x="23171" y="63606"/>
                  </a:cubicBezTo>
                  <a:lnTo>
                    <a:pt x="23171" y="63606"/>
                  </a:lnTo>
                  <a:cubicBezTo>
                    <a:pt x="23382" y="63657"/>
                    <a:pt x="23848" y="63818"/>
                    <a:pt x="23941" y="63818"/>
                  </a:cubicBezTo>
                  <a:cubicBezTo>
                    <a:pt x="23856" y="63810"/>
                    <a:pt x="23628" y="63742"/>
                    <a:pt x="23467" y="63683"/>
                  </a:cubicBezTo>
                  <a:lnTo>
                    <a:pt x="23467" y="63683"/>
                  </a:lnTo>
                  <a:cubicBezTo>
                    <a:pt x="23695" y="63742"/>
                    <a:pt x="23721" y="63733"/>
                    <a:pt x="23991" y="63810"/>
                  </a:cubicBezTo>
                  <a:cubicBezTo>
                    <a:pt x="24025" y="63826"/>
                    <a:pt x="24000" y="63826"/>
                    <a:pt x="24000" y="63826"/>
                  </a:cubicBezTo>
                  <a:cubicBezTo>
                    <a:pt x="24355" y="63903"/>
                    <a:pt x="24135" y="63801"/>
                    <a:pt x="24753" y="63962"/>
                  </a:cubicBezTo>
                  <a:cubicBezTo>
                    <a:pt x="25318" y="64107"/>
                    <a:pt x="25458" y="64151"/>
                    <a:pt x="25410" y="64151"/>
                  </a:cubicBezTo>
                  <a:cubicBezTo>
                    <a:pt x="25334" y="64151"/>
                    <a:pt x="24776" y="64037"/>
                    <a:pt x="24714" y="64037"/>
                  </a:cubicBezTo>
                  <a:cubicBezTo>
                    <a:pt x="24705" y="64037"/>
                    <a:pt x="24708" y="64040"/>
                    <a:pt x="24727" y="64046"/>
                  </a:cubicBezTo>
                  <a:cubicBezTo>
                    <a:pt x="24795" y="64046"/>
                    <a:pt x="25506" y="64232"/>
                    <a:pt x="25827" y="64317"/>
                  </a:cubicBezTo>
                  <a:lnTo>
                    <a:pt x="25751" y="64309"/>
                  </a:lnTo>
                  <a:lnTo>
                    <a:pt x="25751" y="64309"/>
                  </a:lnTo>
                  <a:cubicBezTo>
                    <a:pt x="25946" y="64342"/>
                    <a:pt x="26140" y="64385"/>
                    <a:pt x="26335" y="64444"/>
                  </a:cubicBezTo>
                  <a:cubicBezTo>
                    <a:pt x="26436" y="64444"/>
                    <a:pt x="26639" y="64469"/>
                    <a:pt x="26758" y="64478"/>
                  </a:cubicBezTo>
                  <a:lnTo>
                    <a:pt x="27485" y="64639"/>
                  </a:lnTo>
                  <a:lnTo>
                    <a:pt x="27333" y="64613"/>
                  </a:lnTo>
                  <a:lnTo>
                    <a:pt x="27798" y="64706"/>
                  </a:lnTo>
                  <a:cubicBezTo>
                    <a:pt x="27813" y="64715"/>
                    <a:pt x="27810" y="64718"/>
                    <a:pt x="27795" y="64718"/>
                  </a:cubicBezTo>
                  <a:cubicBezTo>
                    <a:pt x="27747" y="64718"/>
                    <a:pt x="27582" y="64685"/>
                    <a:pt x="27417" y="64647"/>
                  </a:cubicBezTo>
                  <a:lnTo>
                    <a:pt x="27417" y="64647"/>
                  </a:lnTo>
                  <a:cubicBezTo>
                    <a:pt x="27561" y="64698"/>
                    <a:pt x="27705" y="64732"/>
                    <a:pt x="27857" y="64740"/>
                  </a:cubicBezTo>
                  <a:lnTo>
                    <a:pt x="27764" y="64723"/>
                  </a:lnTo>
                  <a:lnTo>
                    <a:pt x="27764" y="64723"/>
                  </a:lnTo>
                  <a:cubicBezTo>
                    <a:pt x="27893" y="64740"/>
                    <a:pt x="28242" y="64798"/>
                    <a:pt x="28304" y="64798"/>
                  </a:cubicBezTo>
                  <a:cubicBezTo>
                    <a:pt x="28336" y="64798"/>
                    <a:pt x="28294" y="64783"/>
                    <a:pt x="28111" y="64740"/>
                  </a:cubicBezTo>
                  <a:lnTo>
                    <a:pt x="28111" y="64740"/>
                  </a:lnTo>
                  <a:cubicBezTo>
                    <a:pt x="28526" y="64808"/>
                    <a:pt x="28644" y="64875"/>
                    <a:pt x="28923" y="64918"/>
                  </a:cubicBezTo>
                  <a:cubicBezTo>
                    <a:pt x="28929" y="64922"/>
                    <a:pt x="28920" y="64923"/>
                    <a:pt x="28905" y="64923"/>
                  </a:cubicBezTo>
                  <a:cubicBezTo>
                    <a:pt x="28878" y="64923"/>
                    <a:pt x="28830" y="64919"/>
                    <a:pt x="28806" y="64919"/>
                  </a:cubicBezTo>
                  <a:cubicBezTo>
                    <a:pt x="28783" y="64919"/>
                    <a:pt x="28780" y="64922"/>
                    <a:pt x="28830" y="64935"/>
                  </a:cubicBezTo>
                  <a:cubicBezTo>
                    <a:pt x="29101" y="64994"/>
                    <a:pt x="29287" y="65028"/>
                    <a:pt x="29507" y="65062"/>
                  </a:cubicBezTo>
                  <a:cubicBezTo>
                    <a:pt x="29295" y="65019"/>
                    <a:pt x="29575" y="65062"/>
                    <a:pt x="29236" y="64985"/>
                  </a:cubicBezTo>
                  <a:lnTo>
                    <a:pt x="29236" y="64985"/>
                  </a:lnTo>
                  <a:cubicBezTo>
                    <a:pt x="29355" y="65001"/>
                    <a:pt x="29672" y="65054"/>
                    <a:pt x="29700" y="65054"/>
                  </a:cubicBezTo>
                  <a:cubicBezTo>
                    <a:pt x="29702" y="65054"/>
                    <a:pt x="29703" y="65054"/>
                    <a:pt x="29701" y="65053"/>
                  </a:cubicBezTo>
                  <a:cubicBezTo>
                    <a:pt x="29575" y="65036"/>
                    <a:pt x="29448" y="65011"/>
                    <a:pt x="29321" y="64977"/>
                  </a:cubicBezTo>
                  <a:lnTo>
                    <a:pt x="29321" y="64977"/>
                  </a:lnTo>
                  <a:cubicBezTo>
                    <a:pt x="29693" y="65045"/>
                    <a:pt x="30074" y="65112"/>
                    <a:pt x="30454" y="65188"/>
                  </a:cubicBezTo>
                  <a:lnTo>
                    <a:pt x="30361" y="65188"/>
                  </a:lnTo>
                  <a:cubicBezTo>
                    <a:pt x="30860" y="65248"/>
                    <a:pt x="31605" y="65366"/>
                    <a:pt x="31943" y="65391"/>
                  </a:cubicBezTo>
                  <a:lnTo>
                    <a:pt x="31791" y="65358"/>
                  </a:lnTo>
                  <a:cubicBezTo>
                    <a:pt x="31639" y="65341"/>
                    <a:pt x="31486" y="65324"/>
                    <a:pt x="31334" y="65290"/>
                  </a:cubicBezTo>
                  <a:lnTo>
                    <a:pt x="31334" y="65290"/>
                  </a:lnTo>
                  <a:cubicBezTo>
                    <a:pt x="31398" y="65299"/>
                    <a:pt x="31433" y="65302"/>
                    <a:pt x="31447" y="65302"/>
                  </a:cubicBezTo>
                  <a:cubicBezTo>
                    <a:pt x="31503" y="65302"/>
                    <a:pt x="31279" y="65252"/>
                    <a:pt x="31345" y="65252"/>
                  </a:cubicBezTo>
                  <a:cubicBezTo>
                    <a:pt x="31363" y="65252"/>
                    <a:pt x="31401" y="65256"/>
                    <a:pt x="31470" y="65265"/>
                  </a:cubicBezTo>
                  <a:cubicBezTo>
                    <a:pt x="32011" y="65332"/>
                    <a:pt x="32493" y="65442"/>
                    <a:pt x="32789" y="65442"/>
                  </a:cubicBezTo>
                  <a:lnTo>
                    <a:pt x="31969" y="65315"/>
                  </a:lnTo>
                  <a:cubicBezTo>
                    <a:pt x="31706" y="65265"/>
                    <a:pt x="31478" y="65231"/>
                    <a:pt x="31376" y="65222"/>
                  </a:cubicBezTo>
                  <a:lnTo>
                    <a:pt x="31376" y="65222"/>
                  </a:lnTo>
                  <a:lnTo>
                    <a:pt x="31706" y="65281"/>
                  </a:lnTo>
                  <a:lnTo>
                    <a:pt x="31706" y="65281"/>
                  </a:lnTo>
                  <a:lnTo>
                    <a:pt x="30945" y="65205"/>
                  </a:lnTo>
                  <a:cubicBezTo>
                    <a:pt x="30911" y="65180"/>
                    <a:pt x="30268" y="65104"/>
                    <a:pt x="30294" y="65078"/>
                  </a:cubicBezTo>
                  <a:lnTo>
                    <a:pt x="30294" y="65078"/>
                  </a:lnTo>
                  <a:lnTo>
                    <a:pt x="30996" y="65188"/>
                  </a:lnTo>
                  <a:cubicBezTo>
                    <a:pt x="30945" y="65171"/>
                    <a:pt x="30294" y="65062"/>
                    <a:pt x="30023" y="65011"/>
                  </a:cubicBezTo>
                  <a:lnTo>
                    <a:pt x="30023" y="65011"/>
                  </a:lnTo>
                  <a:lnTo>
                    <a:pt x="30370" y="65078"/>
                  </a:lnTo>
                  <a:cubicBezTo>
                    <a:pt x="30057" y="65045"/>
                    <a:pt x="29701" y="64985"/>
                    <a:pt x="29355" y="64918"/>
                  </a:cubicBezTo>
                  <a:lnTo>
                    <a:pt x="28365" y="64740"/>
                  </a:lnTo>
                  <a:lnTo>
                    <a:pt x="28365" y="64740"/>
                  </a:lnTo>
                  <a:cubicBezTo>
                    <a:pt x="28436" y="64752"/>
                    <a:pt x="28473" y="64756"/>
                    <a:pt x="28484" y="64756"/>
                  </a:cubicBezTo>
                  <a:cubicBezTo>
                    <a:pt x="28541" y="64756"/>
                    <a:pt x="28020" y="64645"/>
                    <a:pt x="28073" y="64645"/>
                  </a:cubicBezTo>
                  <a:cubicBezTo>
                    <a:pt x="28082" y="64645"/>
                    <a:pt x="28107" y="64648"/>
                    <a:pt x="28153" y="64655"/>
                  </a:cubicBezTo>
                  <a:cubicBezTo>
                    <a:pt x="28263" y="64672"/>
                    <a:pt x="28373" y="64689"/>
                    <a:pt x="28483" y="64723"/>
                  </a:cubicBezTo>
                  <a:cubicBezTo>
                    <a:pt x="28534" y="64706"/>
                    <a:pt x="28120" y="64647"/>
                    <a:pt x="28001" y="64596"/>
                  </a:cubicBezTo>
                  <a:cubicBezTo>
                    <a:pt x="27999" y="64597"/>
                    <a:pt x="27996" y="64597"/>
                    <a:pt x="27993" y="64597"/>
                  </a:cubicBezTo>
                  <a:cubicBezTo>
                    <a:pt x="27928" y="64597"/>
                    <a:pt x="27633" y="64543"/>
                    <a:pt x="27584" y="64543"/>
                  </a:cubicBezTo>
                  <a:cubicBezTo>
                    <a:pt x="27564" y="64543"/>
                    <a:pt x="27587" y="64553"/>
                    <a:pt x="27688" y="64579"/>
                  </a:cubicBezTo>
                  <a:cubicBezTo>
                    <a:pt x="27494" y="64529"/>
                    <a:pt x="27062" y="64452"/>
                    <a:pt x="26800" y="64376"/>
                  </a:cubicBezTo>
                  <a:lnTo>
                    <a:pt x="26800" y="64376"/>
                  </a:lnTo>
                  <a:cubicBezTo>
                    <a:pt x="26809" y="64381"/>
                    <a:pt x="26807" y="64383"/>
                    <a:pt x="26795" y="64383"/>
                  </a:cubicBezTo>
                  <a:cubicBezTo>
                    <a:pt x="26765" y="64383"/>
                    <a:pt x="26668" y="64367"/>
                    <a:pt x="26563" y="64342"/>
                  </a:cubicBezTo>
                  <a:cubicBezTo>
                    <a:pt x="26411" y="64309"/>
                    <a:pt x="26250" y="64266"/>
                    <a:pt x="26199" y="64266"/>
                  </a:cubicBezTo>
                  <a:cubicBezTo>
                    <a:pt x="26081" y="64232"/>
                    <a:pt x="25979" y="64199"/>
                    <a:pt x="25903" y="64173"/>
                  </a:cubicBezTo>
                  <a:lnTo>
                    <a:pt x="25903" y="64173"/>
                  </a:lnTo>
                  <a:cubicBezTo>
                    <a:pt x="26157" y="64224"/>
                    <a:pt x="26453" y="64292"/>
                    <a:pt x="26775" y="64351"/>
                  </a:cubicBezTo>
                  <a:cubicBezTo>
                    <a:pt x="26868" y="64376"/>
                    <a:pt x="26969" y="64402"/>
                    <a:pt x="27062" y="64419"/>
                  </a:cubicBezTo>
                  <a:lnTo>
                    <a:pt x="27071" y="64402"/>
                  </a:lnTo>
                  <a:cubicBezTo>
                    <a:pt x="27697" y="64529"/>
                    <a:pt x="28340" y="64622"/>
                    <a:pt x="28661" y="64681"/>
                  </a:cubicBezTo>
                  <a:lnTo>
                    <a:pt x="28500" y="64664"/>
                  </a:lnTo>
                  <a:lnTo>
                    <a:pt x="28500" y="64664"/>
                  </a:lnTo>
                  <a:cubicBezTo>
                    <a:pt x="28982" y="64723"/>
                    <a:pt x="29456" y="64850"/>
                    <a:pt x="29947" y="64909"/>
                  </a:cubicBezTo>
                  <a:cubicBezTo>
                    <a:pt x="29938" y="64909"/>
                    <a:pt x="29919" y="64907"/>
                    <a:pt x="29914" y="64907"/>
                  </a:cubicBezTo>
                  <a:cubicBezTo>
                    <a:pt x="29909" y="64907"/>
                    <a:pt x="29917" y="64909"/>
                    <a:pt x="29964" y="64918"/>
                  </a:cubicBezTo>
                  <a:cubicBezTo>
                    <a:pt x="30564" y="65028"/>
                    <a:pt x="30810" y="65028"/>
                    <a:pt x="31292" y="65121"/>
                  </a:cubicBezTo>
                  <a:lnTo>
                    <a:pt x="31233" y="65121"/>
                  </a:lnTo>
                  <a:cubicBezTo>
                    <a:pt x="31261" y="65126"/>
                    <a:pt x="31403" y="65144"/>
                    <a:pt x="31475" y="65144"/>
                  </a:cubicBezTo>
                  <a:cubicBezTo>
                    <a:pt x="31510" y="65144"/>
                    <a:pt x="31528" y="65140"/>
                    <a:pt x="31512" y="65129"/>
                  </a:cubicBezTo>
                  <a:cubicBezTo>
                    <a:pt x="31106" y="65070"/>
                    <a:pt x="31030" y="65070"/>
                    <a:pt x="30666" y="65002"/>
                  </a:cubicBezTo>
                  <a:lnTo>
                    <a:pt x="30666" y="65002"/>
                  </a:lnTo>
                  <a:cubicBezTo>
                    <a:pt x="30810" y="65019"/>
                    <a:pt x="31140" y="65062"/>
                    <a:pt x="31376" y="65095"/>
                  </a:cubicBezTo>
                  <a:lnTo>
                    <a:pt x="31410" y="65070"/>
                  </a:lnTo>
                  <a:cubicBezTo>
                    <a:pt x="31723" y="65087"/>
                    <a:pt x="32028" y="65180"/>
                    <a:pt x="32341" y="65197"/>
                  </a:cubicBezTo>
                  <a:cubicBezTo>
                    <a:pt x="32222" y="65171"/>
                    <a:pt x="32104" y="65146"/>
                    <a:pt x="31986" y="65121"/>
                  </a:cubicBezTo>
                  <a:lnTo>
                    <a:pt x="31986" y="65121"/>
                  </a:lnTo>
                  <a:lnTo>
                    <a:pt x="32045" y="65129"/>
                  </a:lnTo>
                  <a:cubicBezTo>
                    <a:pt x="31884" y="65104"/>
                    <a:pt x="31740" y="65087"/>
                    <a:pt x="31698" y="65087"/>
                  </a:cubicBezTo>
                  <a:cubicBezTo>
                    <a:pt x="31393" y="65062"/>
                    <a:pt x="31097" y="65002"/>
                    <a:pt x="30801" y="64909"/>
                  </a:cubicBezTo>
                  <a:cubicBezTo>
                    <a:pt x="30556" y="64858"/>
                    <a:pt x="30903" y="64892"/>
                    <a:pt x="30869" y="64867"/>
                  </a:cubicBezTo>
                  <a:cubicBezTo>
                    <a:pt x="30463" y="64799"/>
                    <a:pt x="30488" y="64842"/>
                    <a:pt x="30082" y="64774"/>
                  </a:cubicBezTo>
                  <a:cubicBezTo>
                    <a:pt x="30001" y="64759"/>
                    <a:pt x="29999" y="64756"/>
                    <a:pt x="30023" y="64756"/>
                  </a:cubicBezTo>
                  <a:cubicBezTo>
                    <a:pt x="30039" y="64756"/>
                    <a:pt x="30067" y="64757"/>
                    <a:pt x="30091" y="64757"/>
                  </a:cubicBezTo>
                  <a:cubicBezTo>
                    <a:pt x="29989" y="64749"/>
                    <a:pt x="29888" y="64740"/>
                    <a:pt x="29786" y="64723"/>
                  </a:cubicBezTo>
                  <a:cubicBezTo>
                    <a:pt x="29772" y="64716"/>
                    <a:pt x="29283" y="64619"/>
                    <a:pt x="29373" y="64619"/>
                  </a:cubicBezTo>
                  <a:cubicBezTo>
                    <a:pt x="29389" y="64619"/>
                    <a:pt x="29426" y="64622"/>
                    <a:pt x="29490" y="64630"/>
                  </a:cubicBezTo>
                  <a:lnTo>
                    <a:pt x="29752" y="64681"/>
                  </a:lnTo>
                  <a:lnTo>
                    <a:pt x="28788" y="64469"/>
                  </a:lnTo>
                  <a:cubicBezTo>
                    <a:pt x="28475" y="64393"/>
                    <a:pt x="28246" y="64334"/>
                    <a:pt x="28263" y="64326"/>
                  </a:cubicBezTo>
                  <a:cubicBezTo>
                    <a:pt x="27959" y="64249"/>
                    <a:pt x="28043" y="64292"/>
                    <a:pt x="27553" y="64173"/>
                  </a:cubicBezTo>
                  <a:cubicBezTo>
                    <a:pt x="27509" y="64167"/>
                    <a:pt x="27482" y="64165"/>
                    <a:pt x="27463" y="64165"/>
                  </a:cubicBezTo>
                  <a:cubicBezTo>
                    <a:pt x="27427" y="64165"/>
                    <a:pt x="27422" y="64173"/>
                    <a:pt x="27385" y="64173"/>
                  </a:cubicBezTo>
                  <a:cubicBezTo>
                    <a:pt x="27342" y="64173"/>
                    <a:pt x="27256" y="64162"/>
                    <a:pt x="27028" y="64114"/>
                  </a:cubicBezTo>
                  <a:lnTo>
                    <a:pt x="27028" y="64114"/>
                  </a:lnTo>
                  <a:lnTo>
                    <a:pt x="27443" y="64224"/>
                  </a:lnTo>
                  <a:lnTo>
                    <a:pt x="27697" y="64266"/>
                  </a:lnTo>
                  <a:lnTo>
                    <a:pt x="27265" y="64165"/>
                  </a:lnTo>
                  <a:lnTo>
                    <a:pt x="27265" y="64165"/>
                  </a:lnTo>
                  <a:cubicBezTo>
                    <a:pt x="27411" y="64197"/>
                    <a:pt x="27466" y="64204"/>
                    <a:pt x="27499" y="64204"/>
                  </a:cubicBezTo>
                  <a:cubicBezTo>
                    <a:pt x="27527" y="64204"/>
                    <a:pt x="27539" y="64199"/>
                    <a:pt x="27578" y="64199"/>
                  </a:cubicBezTo>
                  <a:cubicBezTo>
                    <a:pt x="28246" y="64334"/>
                    <a:pt x="28433" y="64410"/>
                    <a:pt x="28771" y="64495"/>
                  </a:cubicBezTo>
                  <a:cubicBezTo>
                    <a:pt x="28615" y="64470"/>
                    <a:pt x="28378" y="64422"/>
                    <a:pt x="28313" y="64422"/>
                  </a:cubicBezTo>
                  <a:cubicBezTo>
                    <a:pt x="28290" y="64422"/>
                    <a:pt x="28289" y="64428"/>
                    <a:pt x="28323" y="64444"/>
                  </a:cubicBezTo>
                  <a:cubicBezTo>
                    <a:pt x="27993" y="64342"/>
                    <a:pt x="27942" y="64385"/>
                    <a:pt x="27561" y="64283"/>
                  </a:cubicBezTo>
                  <a:lnTo>
                    <a:pt x="27561" y="64283"/>
                  </a:lnTo>
                  <a:lnTo>
                    <a:pt x="27637" y="64292"/>
                  </a:lnTo>
                  <a:cubicBezTo>
                    <a:pt x="27316" y="64241"/>
                    <a:pt x="27274" y="64207"/>
                    <a:pt x="27011" y="64165"/>
                  </a:cubicBezTo>
                  <a:cubicBezTo>
                    <a:pt x="27037" y="64165"/>
                    <a:pt x="27003" y="64148"/>
                    <a:pt x="26969" y="64139"/>
                  </a:cubicBezTo>
                  <a:cubicBezTo>
                    <a:pt x="26811" y="64107"/>
                    <a:pt x="26753" y="64097"/>
                    <a:pt x="26739" y="64097"/>
                  </a:cubicBezTo>
                  <a:cubicBezTo>
                    <a:pt x="26715" y="64097"/>
                    <a:pt x="26821" y="64126"/>
                    <a:pt x="26787" y="64126"/>
                  </a:cubicBezTo>
                  <a:cubicBezTo>
                    <a:pt x="26768" y="64126"/>
                    <a:pt x="26706" y="64117"/>
                    <a:pt x="26555" y="64089"/>
                  </a:cubicBezTo>
                  <a:cubicBezTo>
                    <a:pt x="26055" y="63962"/>
                    <a:pt x="26402" y="64004"/>
                    <a:pt x="26267" y="63962"/>
                  </a:cubicBezTo>
                  <a:lnTo>
                    <a:pt x="26267" y="63962"/>
                  </a:lnTo>
                  <a:cubicBezTo>
                    <a:pt x="26544" y="64016"/>
                    <a:pt x="26640" y="64032"/>
                    <a:pt x="26675" y="64032"/>
                  </a:cubicBezTo>
                  <a:cubicBezTo>
                    <a:pt x="26695" y="64032"/>
                    <a:pt x="26695" y="64027"/>
                    <a:pt x="26698" y="64021"/>
                  </a:cubicBezTo>
                  <a:cubicBezTo>
                    <a:pt x="26700" y="64019"/>
                    <a:pt x="26703" y="64017"/>
                    <a:pt x="26712" y="64017"/>
                  </a:cubicBezTo>
                  <a:cubicBezTo>
                    <a:pt x="26741" y="64017"/>
                    <a:pt x="26836" y="64033"/>
                    <a:pt x="27189" y="64097"/>
                  </a:cubicBezTo>
                  <a:cubicBezTo>
                    <a:pt x="27189" y="64055"/>
                    <a:pt x="26825" y="63979"/>
                    <a:pt x="26343" y="63860"/>
                  </a:cubicBezTo>
                  <a:lnTo>
                    <a:pt x="26343" y="63860"/>
                  </a:lnTo>
                  <a:cubicBezTo>
                    <a:pt x="26656" y="63953"/>
                    <a:pt x="26123" y="63869"/>
                    <a:pt x="26538" y="63996"/>
                  </a:cubicBezTo>
                  <a:cubicBezTo>
                    <a:pt x="26174" y="63911"/>
                    <a:pt x="26005" y="63894"/>
                    <a:pt x="25819" y="63869"/>
                  </a:cubicBezTo>
                  <a:cubicBezTo>
                    <a:pt x="25556" y="63826"/>
                    <a:pt x="25294" y="63759"/>
                    <a:pt x="25049" y="63674"/>
                  </a:cubicBezTo>
                  <a:lnTo>
                    <a:pt x="25066" y="63674"/>
                  </a:lnTo>
                  <a:lnTo>
                    <a:pt x="24727" y="63606"/>
                  </a:lnTo>
                  <a:cubicBezTo>
                    <a:pt x="24575" y="63564"/>
                    <a:pt x="24423" y="63513"/>
                    <a:pt x="24271" y="63471"/>
                  </a:cubicBezTo>
                  <a:lnTo>
                    <a:pt x="24271" y="63471"/>
                  </a:lnTo>
                  <a:cubicBezTo>
                    <a:pt x="24567" y="63513"/>
                    <a:pt x="24913" y="63623"/>
                    <a:pt x="25142" y="63657"/>
                  </a:cubicBezTo>
                  <a:cubicBezTo>
                    <a:pt x="24922" y="63590"/>
                    <a:pt x="24702" y="63530"/>
                    <a:pt x="24474" y="63488"/>
                  </a:cubicBezTo>
                  <a:cubicBezTo>
                    <a:pt x="24271" y="63446"/>
                    <a:pt x="24051" y="63403"/>
                    <a:pt x="23738" y="63302"/>
                  </a:cubicBezTo>
                  <a:cubicBezTo>
                    <a:pt x="23626" y="63260"/>
                    <a:pt x="23592" y="63244"/>
                    <a:pt x="23607" y="63244"/>
                  </a:cubicBezTo>
                  <a:cubicBezTo>
                    <a:pt x="23661" y="63244"/>
                    <a:pt x="24316" y="63440"/>
                    <a:pt x="24391" y="63440"/>
                  </a:cubicBezTo>
                  <a:cubicBezTo>
                    <a:pt x="24395" y="63440"/>
                    <a:pt x="24397" y="63439"/>
                    <a:pt x="24397" y="63437"/>
                  </a:cubicBezTo>
                  <a:cubicBezTo>
                    <a:pt x="24254" y="63403"/>
                    <a:pt x="24110" y="63353"/>
                    <a:pt x="23966" y="63285"/>
                  </a:cubicBezTo>
                  <a:lnTo>
                    <a:pt x="23966" y="63285"/>
                  </a:lnTo>
                  <a:cubicBezTo>
                    <a:pt x="24567" y="63480"/>
                    <a:pt x="24338" y="63378"/>
                    <a:pt x="25007" y="63573"/>
                  </a:cubicBezTo>
                  <a:cubicBezTo>
                    <a:pt x="24914" y="63552"/>
                    <a:pt x="24876" y="63544"/>
                    <a:pt x="24868" y="63544"/>
                  </a:cubicBezTo>
                  <a:cubicBezTo>
                    <a:pt x="24846" y="63544"/>
                    <a:pt x="25039" y="63598"/>
                    <a:pt x="24990" y="63598"/>
                  </a:cubicBezTo>
                  <a:cubicBezTo>
                    <a:pt x="25040" y="63598"/>
                    <a:pt x="25218" y="63649"/>
                    <a:pt x="25446" y="63708"/>
                  </a:cubicBezTo>
                  <a:lnTo>
                    <a:pt x="26165" y="63886"/>
                  </a:lnTo>
                  <a:cubicBezTo>
                    <a:pt x="26275" y="63886"/>
                    <a:pt x="25785" y="63767"/>
                    <a:pt x="25506" y="63683"/>
                  </a:cubicBezTo>
                  <a:cubicBezTo>
                    <a:pt x="24964" y="63573"/>
                    <a:pt x="24423" y="63378"/>
                    <a:pt x="24008" y="63285"/>
                  </a:cubicBezTo>
                  <a:cubicBezTo>
                    <a:pt x="23782" y="63221"/>
                    <a:pt x="23731" y="63203"/>
                    <a:pt x="23749" y="63203"/>
                  </a:cubicBezTo>
                  <a:cubicBezTo>
                    <a:pt x="23773" y="63203"/>
                    <a:pt x="23923" y="63236"/>
                    <a:pt x="23940" y="63236"/>
                  </a:cubicBezTo>
                  <a:cubicBezTo>
                    <a:pt x="23943" y="63236"/>
                    <a:pt x="23943" y="63235"/>
                    <a:pt x="23941" y="63234"/>
                  </a:cubicBezTo>
                  <a:cubicBezTo>
                    <a:pt x="23717" y="63163"/>
                    <a:pt x="23646" y="63147"/>
                    <a:pt x="23623" y="63147"/>
                  </a:cubicBezTo>
                  <a:cubicBezTo>
                    <a:pt x="23603" y="63147"/>
                    <a:pt x="23619" y="63159"/>
                    <a:pt x="23602" y="63159"/>
                  </a:cubicBezTo>
                  <a:cubicBezTo>
                    <a:pt x="23594" y="63159"/>
                    <a:pt x="23579" y="63157"/>
                    <a:pt x="23552" y="63150"/>
                  </a:cubicBezTo>
                  <a:cubicBezTo>
                    <a:pt x="23162" y="63048"/>
                    <a:pt x="22951" y="62972"/>
                    <a:pt x="22765" y="62896"/>
                  </a:cubicBezTo>
                  <a:cubicBezTo>
                    <a:pt x="22579" y="62828"/>
                    <a:pt x="22426" y="62769"/>
                    <a:pt x="22156" y="62676"/>
                  </a:cubicBezTo>
                  <a:cubicBezTo>
                    <a:pt x="21377" y="62448"/>
                    <a:pt x="20608" y="62168"/>
                    <a:pt x="19846" y="61855"/>
                  </a:cubicBezTo>
                  <a:lnTo>
                    <a:pt x="19846" y="61855"/>
                  </a:lnTo>
                  <a:cubicBezTo>
                    <a:pt x="19866" y="61860"/>
                    <a:pt x="19878" y="61862"/>
                    <a:pt x="19884" y="61862"/>
                  </a:cubicBezTo>
                  <a:cubicBezTo>
                    <a:pt x="19911" y="61862"/>
                    <a:pt x="19838" y="61825"/>
                    <a:pt x="19804" y="61805"/>
                  </a:cubicBezTo>
                  <a:cubicBezTo>
                    <a:pt x="19508" y="61729"/>
                    <a:pt x="19220" y="61627"/>
                    <a:pt x="18933" y="61509"/>
                  </a:cubicBezTo>
                  <a:lnTo>
                    <a:pt x="18933" y="61509"/>
                  </a:lnTo>
                  <a:cubicBezTo>
                    <a:pt x="19093" y="61576"/>
                    <a:pt x="19246" y="61652"/>
                    <a:pt x="19398" y="61720"/>
                  </a:cubicBezTo>
                  <a:cubicBezTo>
                    <a:pt x="19017" y="61576"/>
                    <a:pt x="18704" y="61475"/>
                    <a:pt x="18366" y="61297"/>
                  </a:cubicBezTo>
                  <a:lnTo>
                    <a:pt x="18366" y="61297"/>
                  </a:lnTo>
                  <a:cubicBezTo>
                    <a:pt x="18456" y="61345"/>
                    <a:pt x="18483" y="61366"/>
                    <a:pt x="18468" y="61366"/>
                  </a:cubicBezTo>
                  <a:cubicBezTo>
                    <a:pt x="18446" y="61366"/>
                    <a:pt x="18333" y="61323"/>
                    <a:pt x="18188" y="61263"/>
                  </a:cubicBezTo>
                  <a:cubicBezTo>
                    <a:pt x="17943" y="61153"/>
                    <a:pt x="17613" y="61001"/>
                    <a:pt x="17469" y="60942"/>
                  </a:cubicBezTo>
                  <a:cubicBezTo>
                    <a:pt x="17097" y="60747"/>
                    <a:pt x="16708" y="60586"/>
                    <a:pt x="16513" y="60460"/>
                  </a:cubicBezTo>
                  <a:lnTo>
                    <a:pt x="16513" y="60460"/>
                  </a:lnTo>
                  <a:lnTo>
                    <a:pt x="16564" y="60485"/>
                  </a:lnTo>
                  <a:cubicBezTo>
                    <a:pt x="16378" y="60392"/>
                    <a:pt x="16200" y="60299"/>
                    <a:pt x="16023" y="60197"/>
                  </a:cubicBezTo>
                  <a:lnTo>
                    <a:pt x="16107" y="60197"/>
                  </a:lnTo>
                  <a:cubicBezTo>
                    <a:pt x="15803" y="60016"/>
                    <a:pt x="15411" y="59835"/>
                    <a:pt x="15380" y="59835"/>
                  </a:cubicBezTo>
                  <a:cubicBezTo>
                    <a:pt x="15375" y="59835"/>
                    <a:pt x="15380" y="59840"/>
                    <a:pt x="15397" y="59851"/>
                  </a:cubicBezTo>
                  <a:cubicBezTo>
                    <a:pt x="15195" y="59727"/>
                    <a:pt x="15170" y="59707"/>
                    <a:pt x="15182" y="59707"/>
                  </a:cubicBezTo>
                  <a:cubicBezTo>
                    <a:pt x="15188" y="59707"/>
                    <a:pt x="15202" y="59712"/>
                    <a:pt x="15210" y="59712"/>
                  </a:cubicBezTo>
                  <a:cubicBezTo>
                    <a:pt x="15216" y="59712"/>
                    <a:pt x="15219" y="59709"/>
                    <a:pt x="15211" y="59698"/>
                  </a:cubicBezTo>
                  <a:lnTo>
                    <a:pt x="15211" y="59698"/>
                  </a:lnTo>
                  <a:cubicBezTo>
                    <a:pt x="15422" y="59808"/>
                    <a:pt x="15913" y="60020"/>
                    <a:pt x="16031" y="60130"/>
                  </a:cubicBezTo>
                  <a:cubicBezTo>
                    <a:pt x="15989" y="60104"/>
                    <a:pt x="15947" y="60079"/>
                    <a:pt x="15904" y="60062"/>
                  </a:cubicBezTo>
                  <a:lnTo>
                    <a:pt x="15904" y="60062"/>
                  </a:lnTo>
                  <a:cubicBezTo>
                    <a:pt x="16150" y="60197"/>
                    <a:pt x="16293" y="60273"/>
                    <a:pt x="16386" y="60316"/>
                  </a:cubicBezTo>
                  <a:cubicBezTo>
                    <a:pt x="16452" y="60349"/>
                    <a:pt x="16477" y="60361"/>
                    <a:pt x="16501" y="60361"/>
                  </a:cubicBezTo>
                  <a:cubicBezTo>
                    <a:pt x="16507" y="60361"/>
                    <a:pt x="16514" y="60360"/>
                    <a:pt x="16522" y="60358"/>
                  </a:cubicBezTo>
                  <a:cubicBezTo>
                    <a:pt x="16532" y="60358"/>
                    <a:pt x="16533" y="60351"/>
                    <a:pt x="16548" y="60351"/>
                  </a:cubicBezTo>
                  <a:cubicBezTo>
                    <a:pt x="16569" y="60351"/>
                    <a:pt x="16619" y="60365"/>
                    <a:pt x="16767" y="60434"/>
                  </a:cubicBezTo>
                  <a:cubicBezTo>
                    <a:pt x="16632" y="60367"/>
                    <a:pt x="16522" y="60307"/>
                    <a:pt x="16403" y="60240"/>
                  </a:cubicBezTo>
                  <a:cubicBezTo>
                    <a:pt x="16293" y="60180"/>
                    <a:pt x="16158" y="60113"/>
                    <a:pt x="16031" y="60045"/>
                  </a:cubicBezTo>
                  <a:cubicBezTo>
                    <a:pt x="15917" y="59984"/>
                    <a:pt x="15464" y="59757"/>
                    <a:pt x="15184" y="59608"/>
                  </a:cubicBezTo>
                  <a:lnTo>
                    <a:pt x="15184" y="59608"/>
                  </a:lnTo>
                  <a:cubicBezTo>
                    <a:pt x="15493" y="59777"/>
                    <a:pt x="15664" y="59889"/>
                    <a:pt x="15921" y="60045"/>
                  </a:cubicBezTo>
                  <a:cubicBezTo>
                    <a:pt x="15688" y="59912"/>
                    <a:pt x="15635" y="59910"/>
                    <a:pt x="15440" y="59789"/>
                  </a:cubicBezTo>
                  <a:lnTo>
                    <a:pt x="15440" y="59789"/>
                  </a:lnTo>
                  <a:cubicBezTo>
                    <a:pt x="15369" y="59753"/>
                    <a:pt x="15301" y="59715"/>
                    <a:pt x="15227" y="59681"/>
                  </a:cubicBezTo>
                  <a:cubicBezTo>
                    <a:pt x="15207" y="59641"/>
                    <a:pt x="14777" y="59401"/>
                    <a:pt x="14799" y="59401"/>
                  </a:cubicBezTo>
                  <a:cubicBezTo>
                    <a:pt x="14805" y="59401"/>
                    <a:pt x="14844" y="59419"/>
                    <a:pt x="14931" y="59461"/>
                  </a:cubicBezTo>
                  <a:cubicBezTo>
                    <a:pt x="14576" y="59258"/>
                    <a:pt x="14796" y="59411"/>
                    <a:pt x="14466" y="59225"/>
                  </a:cubicBezTo>
                  <a:lnTo>
                    <a:pt x="14466" y="59225"/>
                  </a:lnTo>
                  <a:cubicBezTo>
                    <a:pt x="14678" y="59360"/>
                    <a:pt x="14889" y="59478"/>
                    <a:pt x="15101" y="59605"/>
                  </a:cubicBezTo>
                  <a:lnTo>
                    <a:pt x="15075" y="59622"/>
                  </a:lnTo>
                  <a:cubicBezTo>
                    <a:pt x="14838" y="59504"/>
                    <a:pt x="14788" y="59453"/>
                    <a:pt x="14534" y="59309"/>
                  </a:cubicBezTo>
                  <a:lnTo>
                    <a:pt x="14534" y="59309"/>
                  </a:lnTo>
                  <a:lnTo>
                    <a:pt x="14542" y="59343"/>
                  </a:lnTo>
                  <a:cubicBezTo>
                    <a:pt x="14390" y="59250"/>
                    <a:pt x="14246" y="59148"/>
                    <a:pt x="14102" y="59047"/>
                  </a:cubicBezTo>
                  <a:lnTo>
                    <a:pt x="14102" y="59047"/>
                  </a:lnTo>
                  <a:cubicBezTo>
                    <a:pt x="14107" y="59052"/>
                    <a:pt x="14107" y="59054"/>
                    <a:pt x="14104" y="59054"/>
                  </a:cubicBezTo>
                  <a:cubicBezTo>
                    <a:pt x="14078" y="59054"/>
                    <a:pt x="13797" y="58873"/>
                    <a:pt x="13713" y="58827"/>
                  </a:cubicBezTo>
                  <a:cubicBezTo>
                    <a:pt x="13468" y="58658"/>
                    <a:pt x="13654" y="58717"/>
                    <a:pt x="13231" y="58472"/>
                  </a:cubicBezTo>
                  <a:lnTo>
                    <a:pt x="13231" y="58472"/>
                  </a:lnTo>
                  <a:lnTo>
                    <a:pt x="13256" y="58489"/>
                  </a:lnTo>
                  <a:cubicBezTo>
                    <a:pt x="13138" y="58421"/>
                    <a:pt x="13045" y="58362"/>
                    <a:pt x="12935" y="58286"/>
                  </a:cubicBezTo>
                  <a:cubicBezTo>
                    <a:pt x="12825" y="58218"/>
                    <a:pt x="12707" y="58142"/>
                    <a:pt x="12546" y="58015"/>
                  </a:cubicBezTo>
                  <a:lnTo>
                    <a:pt x="12546" y="58015"/>
                  </a:lnTo>
                  <a:cubicBezTo>
                    <a:pt x="12565" y="58028"/>
                    <a:pt x="12623" y="58064"/>
                    <a:pt x="12668" y="58096"/>
                  </a:cubicBezTo>
                  <a:lnTo>
                    <a:pt x="12668" y="58096"/>
                  </a:lnTo>
                  <a:cubicBezTo>
                    <a:pt x="12445" y="57932"/>
                    <a:pt x="12167" y="57734"/>
                    <a:pt x="11911" y="57558"/>
                  </a:cubicBezTo>
                  <a:cubicBezTo>
                    <a:pt x="11708" y="57414"/>
                    <a:pt x="11514" y="57253"/>
                    <a:pt x="11328" y="57084"/>
                  </a:cubicBezTo>
                  <a:lnTo>
                    <a:pt x="11328" y="57084"/>
                  </a:lnTo>
                  <a:cubicBezTo>
                    <a:pt x="11376" y="57092"/>
                    <a:pt x="11538" y="57229"/>
                    <a:pt x="11576" y="57229"/>
                  </a:cubicBezTo>
                  <a:cubicBezTo>
                    <a:pt x="11578" y="57229"/>
                    <a:pt x="11580" y="57229"/>
                    <a:pt x="11581" y="57228"/>
                  </a:cubicBezTo>
                  <a:cubicBezTo>
                    <a:pt x="11768" y="57406"/>
                    <a:pt x="11971" y="57550"/>
                    <a:pt x="12191" y="57685"/>
                  </a:cubicBezTo>
                  <a:cubicBezTo>
                    <a:pt x="12343" y="57770"/>
                    <a:pt x="12504" y="57871"/>
                    <a:pt x="12918" y="58176"/>
                  </a:cubicBezTo>
                  <a:cubicBezTo>
                    <a:pt x="12918" y="58252"/>
                    <a:pt x="13654" y="58624"/>
                    <a:pt x="13789" y="58776"/>
                  </a:cubicBezTo>
                  <a:cubicBezTo>
                    <a:pt x="13544" y="58615"/>
                    <a:pt x="13299" y="58463"/>
                    <a:pt x="13045" y="58328"/>
                  </a:cubicBezTo>
                  <a:lnTo>
                    <a:pt x="13045" y="58328"/>
                  </a:lnTo>
                  <a:lnTo>
                    <a:pt x="13561" y="58675"/>
                  </a:lnTo>
                  <a:lnTo>
                    <a:pt x="14009" y="58954"/>
                  </a:lnTo>
                  <a:cubicBezTo>
                    <a:pt x="13904" y="58877"/>
                    <a:pt x="13885" y="58847"/>
                    <a:pt x="13916" y="58847"/>
                  </a:cubicBezTo>
                  <a:cubicBezTo>
                    <a:pt x="13940" y="58847"/>
                    <a:pt x="13994" y="58865"/>
                    <a:pt x="14060" y="58895"/>
                  </a:cubicBezTo>
                  <a:cubicBezTo>
                    <a:pt x="13536" y="58607"/>
                    <a:pt x="12656" y="57956"/>
                    <a:pt x="11979" y="57457"/>
                  </a:cubicBezTo>
                  <a:lnTo>
                    <a:pt x="11979" y="57457"/>
                  </a:lnTo>
                  <a:lnTo>
                    <a:pt x="12038" y="57541"/>
                  </a:lnTo>
                  <a:cubicBezTo>
                    <a:pt x="11811" y="57384"/>
                    <a:pt x="11768" y="57351"/>
                    <a:pt x="11778" y="57351"/>
                  </a:cubicBezTo>
                  <a:cubicBezTo>
                    <a:pt x="11785" y="57351"/>
                    <a:pt x="11821" y="57369"/>
                    <a:pt x="11833" y="57369"/>
                  </a:cubicBezTo>
                  <a:cubicBezTo>
                    <a:pt x="11849" y="57369"/>
                    <a:pt x="11828" y="57342"/>
                    <a:pt x="11675" y="57220"/>
                  </a:cubicBezTo>
                  <a:lnTo>
                    <a:pt x="11463" y="57093"/>
                  </a:lnTo>
                  <a:lnTo>
                    <a:pt x="11438" y="57067"/>
                  </a:lnTo>
                  <a:lnTo>
                    <a:pt x="11082" y="56839"/>
                  </a:lnTo>
                  <a:lnTo>
                    <a:pt x="11082" y="56839"/>
                  </a:lnTo>
                  <a:cubicBezTo>
                    <a:pt x="11319" y="57017"/>
                    <a:pt x="11235" y="56915"/>
                    <a:pt x="11480" y="57127"/>
                  </a:cubicBezTo>
                  <a:cubicBezTo>
                    <a:pt x="11553" y="57189"/>
                    <a:pt x="11575" y="57210"/>
                    <a:pt x="11568" y="57210"/>
                  </a:cubicBezTo>
                  <a:cubicBezTo>
                    <a:pt x="11554" y="57210"/>
                    <a:pt x="11426" y="57124"/>
                    <a:pt x="11370" y="57101"/>
                  </a:cubicBezTo>
                  <a:cubicBezTo>
                    <a:pt x="11302" y="57034"/>
                    <a:pt x="11116" y="56898"/>
                    <a:pt x="11006" y="56805"/>
                  </a:cubicBezTo>
                  <a:cubicBezTo>
                    <a:pt x="10943" y="56752"/>
                    <a:pt x="10900" y="56712"/>
                    <a:pt x="10907" y="56712"/>
                  </a:cubicBezTo>
                  <a:cubicBezTo>
                    <a:pt x="10913" y="56712"/>
                    <a:pt x="10947" y="56734"/>
                    <a:pt x="11023" y="56788"/>
                  </a:cubicBezTo>
                  <a:lnTo>
                    <a:pt x="10406" y="56323"/>
                  </a:lnTo>
                  <a:lnTo>
                    <a:pt x="10406" y="56323"/>
                  </a:lnTo>
                  <a:cubicBezTo>
                    <a:pt x="10482" y="56365"/>
                    <a:pt x="10549" y="56416"/>
                    <a:pt x="10617" y="56467"/>
                  </a:cubicBezTo>
                  <a:cubicBezTo>
                    <a:pt x="10473" y="56348"/>
                    <a:pt x="10329" y="56238"/>
                    <a:pt x="10186" y="56111"/>
                  </a:cubicBezTo>
                  <a:lnTo>
                    <a:pt x="10186" y="56111"/>
                  </a:lnTo>
                  <a:lnTo>
                    <a:pt x="10203" y="56120"/>
                  </a:lnTo>
                  <a:cubicBezTo>
                    <a:pt x="9864" y="55832"/>
                    <a:pt x="9390" y="55418"/>
                    <a:pt x="9137" y="55189"/>
                  </a:cubicBezTo>
                  <a:lnTo>
                    <a:pt x="9137" y="55189"/>
                  </a:lnTo>
                  <a:cubicBezTo>
                    <a:pt x="9274" y="55333"/>
                    <a:pt x="9320" y="55386"/>
                    <a:pt x="9314" y="55386"/>
                  </a:cubicBezTo>
                  <a:cubicBezTo>
                    <a:pt x="9298" y="55386"/>
                    <a:pt x="8906" y="55009"/>
                    <a:pt x="8883" y="55009"/>
                  </a:cubicBezTo>
                  <a:cubicBezTo>
                    <a:pt x="8882" y="55009"/>
                    <a:pt x="8882" y="55010"/>
                    <a:pt x="8883" y="55012"/>
                  </a:cubicBezTo>
                  <a:cubicBezTo>
                    <a:pt x="8785" y="54914"/>
                    <a:pt x="8734" y="54839"/>
                    <a:pt x="8763" y="54839"/>
                  </a:cubicBezTo>
                  <a:cubicBezTo>
                    <a:pt x="8791" y="54839"/>
                    <a:pt x="8897" y="54912"/>
                    <a:pt x="9111" y="55105"/>
                  </a:cubicBezTo>
                  <a:cubicBezTo>
                    <a:pt x="9306" y="55308"/>
                    <a:pt x="9517" y="55502"/>
                    <a:pt x="9737" y="55680"/>
                  </a:cubicBezTo>
                  <a:cubicBezTo>
                    <a:pt x="9458" y="55418"/>
                    <a:pt x="9365" y="55350"/>
                    <a:pt x="9154" y="55139"/>
                  </a:cubicBezTo>
                  <a:lnTo>
                    <a:pt x="9154" y="55139"/>
                  </a:lnTo>
                  <a:cubicBezTo>
                    <a:pt x="9176" y="55157"/>
                    <a:pt x="9187" y="55165"/>
                    <a:pt x="9189" y="55165"/>
                  </a:cubicBezTo>
                  <a:cubicBezTo>
                    <a:pt x="9206" y="55165"/>
                    <a:pt x="8893" y="54850"/>
                    <a:pt x="8900" y="54843"/>
                  </a:cubicBezTo>
                  <a:lnTo>
                    <a:pt x="8900" y="54843"/>
                  </a:lnTo>
                  <a:cubicBezTo>
                    <a:pt x="9052" y="54944"/>
                    <a:pt x="9196" y="55063"/>
                    <a:pt x="9314" y="55206"/>
                  </a:cubicBezTo>
                  <a:cubicBezTo>
                    <a:pt x="9479" y="55367"/>
                    <a:pt x="9513" y="55409"/>
                    <a:pt x="9504" y="55409"/>
                  </a:cubicBezTo>
                  <a:cubicBezTo>
                    <a:pt x="9494" y="55409"/>
                    <a:pt x="9433" y="55360"/>
                    <a:pt x="9431" y="55360"/>
                  </a:cubicBezTo>
                  <a:lnTo>
                    <a:pt x="9431" y="55360"/>
                  </a:lnTo>
                  <a:cubicBezTo>
                    <a:pt x="9431" y="55360"/>
                    <a:pt x="9438" y="55367"/>
                    <a:pt x="9458" y="55384"/>
                  </a:cubicBezTo>
                  <a:cubicBezTo>
                    <a:pt x="9543" y="55519"/>
                    <a:pt x="10050" y="55917"/>
                    <a:pt x="10304" y="56154"/>
                  </a:cubicBezTo>
                  <a:cubicBezTo>
                    <a:pt x="10307" y="56158"/>
                    <a:pt x="10307" y="56159"/>
                    <a:pt x="10305" y="56159"/>
                  </a:cubicBezTo>
                  <a:cubicBezTo>
                    <a:pt x="10301" y="56159"/>
                    <a:pt x="10282" y="56146"/>
                    <a:pt x="10260" y="56128"/>
                  </a:cubicBezTo>
                  <a:lnTo>
                    <a:pt x="10260" y="56128"/>
                  </a:lnTo>
                  <a:cubicBezTo>
                    <a:pt x="10483" y="56325"/>
                    <a:pt x="10708" y="56509"/>
                    <a:pt x="10947" y="56678"/>
                  </a:cubicBezTo>
                  <a:lnTo>
                    <a:pt x="10372" y="56213"/>
                  </a:lnTo>
                  <a:cubicBezTo>
                    <a:pt x="10348" y="56191"/>
                    <a:pt x="10341" y="56183"/>
                    <a:pt x="10344" y="56183"/>
                  </a:cubicBezTo>
                  <a:cubicBezTo>
                    <a:pt x="10353" y="56183"/>
                    <a:pt x="10432" y="56240"/>
                    <a:pt x="10440" y="56240"/>
                  </a:cubicBezTo>
                  <a:cubicBezTo>
                    <a:pt x="10445" y="56240"/>
                    <a:pt x="10433" y="56227"/>
                    <a:pt x="10389" y="56188"/>
                  </a:cubicBezTo>
                  <a:cubicBezTo>
                    <a:pt x="10253" y="56078"/>
                    <a:pt x="10110" y="55942"/>
                    <a:pt x="9949" y="55790"/>
                  </a:cubicBezTo>
                  <a:lnTo>
                    <a:pt x="9949" y="55790"/>
                  </a:lnTo>
                  <a:lnTo>
                    <a:pt x="9983" y="55815"/>
                  </a:lnTo>
                  <a:lnTo>
                    <a:pt x="9983" y="55815"/>
                  </a:lnTo>
                  <a:lnTo>
                    <a:pt x="8781" y="54656"/>
                  </a:lnTo>
                  <a:cubicBezTo>
                    <a:pt x="8655" y="54614"/>
                    <a:pt x="8451" y="54437"/>
                    <a:pt x="8248" y="54310"/>
                  </a:cubicBezTo>
                  <a:cubicBezTo>
                    <a:pt x="8122" y="54166"/>
                    <a:pt x="7978" y="54030"/>
                    <a:pt x="7851" y="53878"/>
                  </a:cubicBezTo>
                  <a:lnTo>
                    <a:pt x="7462" y="53421"/>
                  </a:lnTo>
                  <a:lnTo>
                    <a:pt x="7259" y="53193"/>
                  </a:lnTo>
                  <a:cubicBezTo>
                    <a:pt x="7199" y="53117"/>
                    <a:pt x="7132" y="53032"/>
                    <a:pt x="7073" y="52956"/>
                  </a:cubicBezTo>
                  <a:lnTo>
                    <a:pt x="6692" y="52465"/>
                  </a:lnTo>
                  <a:lnTo>
                    <a:pt x="6692" y="52465"/>
                  </a:lnTo>
                  <a:cubicBezTo>
                    <a:pt x="6768" y="52533"/>
                    <a:pt x="6886" y="52669"/>
                    <a:pt x="7030" y="52846"/>
                  </a:cubicBezTo>
                  <a:cubicBezTo>
                    <a:pt x="7098" y="52931"/>
                    <a:pt x="7174" y="53024"/>
                    <a:pt x="7259" y="53134"/>
                  </a:cubicBezTo>
                  <a:lnTo>
                    <a:pt x="7529" y="53447"/>
                  </a:lnTo>
                  <a:lnTo>
                    <a:pt x="7360" y="53269"/>
                  </a:lnTo>
                  <a:lnTo>
                    <a:pt x="7360" y="53269"/>
                  </a:lnTo>
                  <a:cubicBezTo>
                    <a:pt x="7538" y="53481"/>
                    <a:pt x="7724" y="53684"/>
                    <a:pt x="7919" y="53878"/>
                  </a:cubicBezTo>
                  <a:cubicBezTo>
                    <a:pt x="7916" y="53875"/>
                    <a:pt x="7914" y="53874"/>
                    <a:pt x="7913" y="53874"/>
                  </a:cubicBezTo>
                  <a:lnTo>
                    <a:pt x="7913" y="53874"/>
                  </a:lnTo>
                  <a:cubicBezTo>
                    <a:pt x="7908" y="53874"/>
                    <a:pt x="7926" y="53905"/>
                    <a:pt x="7961" y="53954"/>
                  </a:cubicBezTo>
                  <a:cubicBezTo>
                    <a:pt x="8164" y="54158"/>
                    <a:pt x="8309" y="54285"/>
                    <a:pt x="8331" y="54285"/>
                  </a:cubicBezTo>
                  <a:cubicBezTo>
                    <a:pt x="8340" y="54285"/>
                    <a:pt x="8328" y="54264"/>
                    <a:pt x="8291" y="54217"/>
                  </a:cubicBezTo>
                  <a:lnTo>
                    <a:pt x="8189" y="54124"/>
                  </a:lnTo>
                  <a:cubicBezTo>
                    <a:pt x="8130" y="54047"/>
                    <a:pt x="8071" y="53971"/>
                    <a:pt x="8012" y="53895"/>
                  </a:cubicBezTo>
                  <a:cubicBezTo>
                    <a:pt x="7868" y="53777"/>
                    <a:pt x="7741" y="53641"/>
                    <a:pt x="7622" y="53489"/>
                  </a:cubicBezTo>
                  <a:lnTo>
                    <a:pt x="7335" y="53168"/>
                  </a:lnTo>
                  <a:cubicBezTo>
                    <a:pt x="7257" y="53075"/>
                    <a:pt x="7185" y="52983"/>
                    <a:pt x="7119" y="52906"/>
                  </a:cubicBezTo>
                  <a:lnTo>
                    <a:pt x="7119" y="52906"/>
                  </a:lnTo>
                  <a:cubicBezTo>
                    <a:pt x="7311" y="53121"/>
                    <a:pt x="7519" y="53289"/>
                    <a:pt x="7741" y="53591"/>
                  </a:cubicBezTo>
                  <a:lnTo>
                    <a:pt x="7733" y="53545"/>
                  </a:lnTo>
                  <a:lnTo>
                    <a:pt x="7733" y="53545"/>
                  </a:lnTo>
                  <a:cubicBezTo>
                    <a:pt x="7754" y="53568"/>
                    <a:pt x="7775" y="53591"/>
                    <a:pt x="7796" y="53613"/>
                  </a:cubicBezTo>
                  <a:lnTo>
                    <a:pt x="7796" y="53613"/>
                  </a:lnTo>
                  <a:cubicBezTo>
                    <a:pt x="7775" y="53589"/>
                    <a:pt x="7754" y="53565"/>
                    <a:pt x="7732" y="53540"/>
                  </a:cubicBezTo>
                  <a:lnTo>
                    <a:pt x="7732" y="53540"/>
                  </a:lnTo>
                  <a:lnTo>
                    <a:pt x="7733" y="53545"/>
                  </a:lnTo>
                  <a:lnTo>
                    <a:pt x="7733" y="53545"/>
                  </a:lnTo>
                  <a:cubicBezTo>
                    <a:pt x="7615" y="53414"/>
                    <a:pt x="7498" y="53282"/>
                    <a:pt x="7411" y="53168"/>
                  </a:cubicBezTo>
                  <a:cubicBezTo>
                    <a:pt x="7157" y="52914"/>
                    <a:pt x="6920" y="52643"/>
                    <a:pt x="6709" y="52356"/>
                  </a:cubicBezTo>
                  <a:lnTo>
                    <a:pt x="6709" y="52356"/>
                  </a:lnTo>
                  <a:lnTo>
                    <a:pt x="6726" y="52364"/>
                  </a:lnTo>
                  <a:cubicBezTo>
                    <a:pt x="6548" y="52169"/>
                    <a:pt x="6387" y="51949"/>
                    <a:pt x="6252" y="51730"/>
                  </a:cubicBezTo>
                  <a:cubicBezTo>
                    <a:pt x="6167" y="51611"/>
                    <a:pt x="6091" y="51493"/>
                    <a:pt x="6024" y="51391"/>
                  </a:cubicBezTo>
                  <a:cubicBezTo>
                    <a:pt x="5956" y="51290"/>
                    <a:pt x="5897" y="51197"/>
                    <a:pt x="5854" y="51137"/>
                  </a:cubicBezTo>
                  <a:cubicBezTo>
                    <a:pt x="5843" y="51126"/>
                    <a:pt x="5836" y="51121"/>
                    <a:pt x="5833" y="51121"/>
                  </a:cubicBezTo>
                  <a:cubicBezTo>
                    <a:pt x="5816" y="51121"/>
                    <a:pt x="5892" y="51251"/>
                    <a:pt x="5998" y="51400"/>
                  </a:cubicBezTo>
                  <a:cubicBezTo>
                    <a:pt x="6117" y="51586"/>
                    <a:pt x="6286" y="51806"/>
                    <a:pt x="6337" y="51899"/>
                  </a:cubicBezTo>
                  <a:cubicBezTo>
                    <a:pt x="6205" y="51748"/>
                    <a:pt x="6096" y="51574"/>
                    <a:pt x="6091" y="51574"/>
                  </a:cubicBezTo>
                  <a:lnTo>
                    <a:pt x="6091" y="51574"/>
                  </a:lnTo>
                  <a:cubicBezTo>
                    <a:pt x="6089" y="51574"/>
                    <a:pt x="6099" y="51595"/>
                    <a:pt x="6125" y="51645"/>
                  </a:cubicBezTo>
                  <a:cubicBezTo>
                    <a:pt x="6024" y="51527"/>
                    <a:pt x="5931" y="51391"/>
                    <a:pt x="5863" y="51247"/>
                  </a:cubicBezTo>
                  <a:cubicBezTo>
                    <a:pt x="5795" y="51129"/>
                    <a:pt x="5728" y="51019"/>
                    <a:pt x="5635" y="50917"/>
                  </a:cubicBezTo>
                  <a:lnTo>
                    <a:pt x="5635" y="50917"/>
                  </a:lnTo>
                  <a:lnTo>
                    <a:pt x="5787" y="51163"/>
                  </a:lnTo>
                  <a:cubicBezTo>
                    <a:pt x="5719" y="51078"/>
                    <a:pt x="5635" y="50951"/>
                    <a:pt x="5541" y="50824"/>
                  </a:cubicBezTo>
                  <a:cubicBezTo>
                    <a:pt x="5457" y="50697"/>
                    <a:pt x="5364" y="50571"/>
                    <a:pt x="5296" y="50478"/>
                  </a:cubicBezTo>
                  <a:cubicBezTo>
                    <a:pt x="5279" y="50478"/>
                    <a:pt x="5322" y="50562"/>
                    <a:pt x="5415" y="50689"/>
                  </a:cubicBezTo>
                  <a:cubicBezTo>
                    <a:pt x="5499" y="50816"/>
                    <a:pt x="5626" y="50994"/>
                    <a:pt x="5744" y="51180"/>
                  </a:cubicBezTo>
                  <a:lnTo>
                    <a:pt x="5618" y="51027"/>
                  </a:lnTo>
                  <a:lnTo>
                    <a:pt x="5618" y="51027"/>
                  </a:lnTo>
                  <a:cubicBezTo>
                    <a:pt x="5787" y="51264"/>
                    <a:pt x="5947" y="51510"/>
                    <a:pt x="6134" y="51738"/>
                  </a:cubicBezTo>
                  <a:cubicBezTo>
                    <a:pt x="6320" y="51924"/>
                    <a:pt x="6184" y="51730"/>
                    <a:pt x="6523" y="52152"/>
                  </a:cubicBezTo>
                  <a:cubicBezTo>
                    <a:pt x="6582" y="52246"/>
                    <a:pt x="6633" y="52339"/>
                    <a:pt x="6675" y="52432"/>
                  </a:cubicBezTo>
                  <a:cubicBezTo>
                    <a:pt x="6692" y="52471"/>
                    <a:pt x="6694" y="52495"/>
                    <a:pt x="6679" y="52495"/>
                  </a:cubicBezTo>
                  <a:cubicBezTo>
                    <a:pt x="6671" y="52495"/>
                    <a:pt x="6659" y="52488"/>
                    <a:pt x="6641" y="52474"/>
                  </a:cubicBezTo>
                  <a:cubicBezTo>
                    <a:pt x="6506" y="52279"/>
                    <a:pt x="6252" y="51933"/>
                    <a:pt x="6277" y="51933"/>
                  </a:cubicBezTo>
                  <a:cubicBezTo>
                    <a:pt x="6193" y="51839"/>
                    <a:pt x="6032" y="51653"/>
                    <a:pt x="5914" y="51501"/>
                  </a:cubicBezTo>
                  <a:cubicBezTo>
                    <a:pt x="5824" y="51378"/>
                    <a:pt x="5746" y="51282"/>
                    <a:pt x="5734" y="51282"/>
                  </a:cubicBezTo>
                  <a:cubicBezTo>
                    <a:pt x="5731" y="51282"/>
                    <a:pt x="5731" y="51287"/>
                    <a:pt x="5736" y="51298"/>
                  </a:cubicBezTo>
                  <a:lnTo>
                    <a:pt x="5685" y="51222"/>
                  </a:lnTo>
                  <a:cubicBezTo>
                    <a:pt x="5609" y="51087"/>
                    <a:pt x="5516" y="50926"/>
                    <a:pt x="5389" y="50714"/>
                  </a:cubicBezTo>
                  <a:cubicBezTo>
                    <a:pt x="5262" y="50494"/>
                    <a:pt x="5110" y="50215"/>
                    <a:pt x="4899" y="49868"/>
                  </a:cubicBezTo>
                  <a:cubicBezTo>
                    <a:pt x="4842" y="49778"/>
                    <a:pt x="4808" y="49741"/>
                    <a:pt x="4792" y="49741"/>
                  </a:cubicBezTo>
                  <a:cubicBezTo>
                    <a:pt x="4784" y="49741"/>
                    <a:pt x="4780" y="49750"/>
                    <a:pt x="4780" y="49767"/>
                  </a:cubicBezTo>
                  <a:cubicBezTo>
                    <a:pt x="4704" y="49615"/>
                    <a:pt x="4628" y="49471"/>
                    <a:pt x="4552" y="49327"/>
                  </a:cubicBezTo>
                  <a:lnTo>
                    <a:pt x="4552" y="49327"/>
                  </a:lnTo>
                  <a:cubicBezTo>
                    <a:pt x="4645" y="49445"/>
                    <a:pt x="4721" y="49564"/>
                    <a:pt x="4797" y="49699"/>
                  </a:cubicBezTo>
                  <a:lnTo>
                    <a:pt x="4492" y="49149"/>
                  </a:lnTo>
                  <a:lnTo>
                    <a:pt x="4340" y="48870"/>
                  </a:lnTo>
                  <a:lnTo>
                    <a:pt x="4196" y="48591"/>
                  </a:lnTo>
                  <a:lnTo>
                    <a:pt x="4256" y="48667"/>
                  </a:lnTo>
                  <a:lnTo>
                    <a:pt x="4010" y="48236"/>
                  </a:lnTo>
                  <a:lnTo>
                    <a:pt x="4010" y="48236"/>
                  </a:lnTo>
                  <a:cubicBezTo>
                    <a:pt x="4133" y="48458"/>
                    <a:pt x="4297" y="48797"/>
                    <a:pt x="4277" y="48797"/>
                  </a:cubicBezTo>
                  <a:cubicBezTo>
                    <a:pt x="4275" y="48797"/>
                    <a:pt x="4271" y="48794"/>
                    <a:pt x="4264" y="48786"/>
                  </a:cubicBezTo>
                  <a:cubicBezTo>
                    <a:pt x="3985" y="48295"/>
                    <a:pt x="3858" y="48007"/>
                    <a:pt x="3630" y="47584"/>
                  </a:cubicBezTo>
                  <a:cubicBezTo>
                    <a:pt x="3659" y="47567"/>
                    <a:pt x="3639" y="47487"/>
                    <a:pt x="3656" y="47487"/>
                  </a:cubicBezTo>
                  <a:cubicBezTo>
                    <a:pt x="3664" y="47487"/>
                    <a:pt x="3678" y="47501"/>
                    <a:pt x="3706" y="47542"/>
                  </a:cubicBezTo>
                  <a:cubicBezTo>
                    <a:pt x="3723" y="47576"/>
                    <a:pt x="3731" y="47584"/>
                    <a:pt x="3731" y="47593"/>
                  </a:cubicBezTo>
                  <a:cubicBezTo>
                    <a:pt x="3782" y="47669"/>
                    <a:pt x="3850" y="47796"/>
                    <a:pt x="3926" y="47923"/>
                  </a:cubicBezTo>
                  <a:cubicBezTo>
                    <a:pt x="4003" y="48046"/>
                    <a:pt x="4080" y="48176"/>
                    <a:pt x="4144" y="48300"/>
                  </a:cubicBezTo>
                  <a:lnTo>
                    <a:pt x="4144" y="48300"/>
                  </a:lnTo>
                  <a:cubicBezTo>
                    <a:pt x="3922" y="47863"/>
                    <a:pt x="3848" y="47690"/>
                    <a:pt x="3773" y="47534"/>
                  </a:cubicBezTo>
                  <a:cubicBezTo>
                    <a:pt x="3706" y="47373"/>
                    <a:pt x="3630" y="47229"/>
                    <a:pt x="3452" y="46806"/>
                  </a:cubicBezTo>
                  <a:cubicBezTo>
                    <a:pt x="3451" y="46802"/>
                    <a:pt x="3451" y="46800"/>
                    <a:pt x="3452" y="46800"/>
                  </a:cubicBezTo>
                  <a:cubicBezTo>
                    <a:pt x="3469" y="46800"/>
                    <a:pt x="3745" y="47388"/>
                    <a:pt x="3763" y="47388"/>
                  </a:cubicBezTo>
                  <a:cubicBezTo>
                    <a:pt x="3766" y="47388"/>
                    <a:pt x="3764" y="47378"/>
                    <a:pt x="3757" y="47356"/>
                  </a:cubicBezTo>
                  <a:lnTo>
                    <a:pt x="3757" y="47356"/>
                  </a:lnTo>
                  <a:cubicBezTo>
                    <a:pt x="3875" y="47618"/>
                    <a:pt x="3985" y="47881"/>
                    <a:pt x="4112" y="48134"/>
                  </a:cubicBezTo>
                  <a:cubicBezTo>
                    <a:pt x="4078" y="48067"/>
                    <a:pt x="4036" y="47999"/>
                    <a:pt x="3993" y="47931"/>
                  </a:cubicBezTo>
                  <a:lnTo>
                    <a:pt x="3993" y="47931"/>
                  </a:lnTo>
                  <a:cubicBezTo>
                    <a:pt x="4137" y="48194"/>
                    <a:pt x="4230" y="48371"/>
                    <a:pt x="4315" y="48532"/>
                  </a:cubicBezTo>
                  <a:cubicBezTo>
                    <a:pt x="4357" y="48616"/>
                    <a:pt x="4391" y="48693"/>
                    <a:pt x="4442" y="48777"/>
                  </a:cubicBezTo>
                  <a:cubicBezTo>
                    <a:pt x="4484" y="48853"/>
                    <a:pt x="4535" y="48938"/>
                    <a:pt x="4602" y="49031"/>
                  </a:cubicBezTo>
                  <a:cubicBezTo>
                    <a:pt x="4623" y="49073"/>
                    <a:pt x="4629" y="49089"/>
                    <a:pt x="4627" y="49089"/>
                  </a:cubicBezTo>
                  <a:cubicBezTo>
                    <a:pt x="4617" y="49089"/>
                    <a:pt x="4479" y="48852"/>
                    <a:pt x="4475" y="48852"/>
                  </a:cubicBezTo>
                  <a:lnTo>
                    <a:pt x="4475" y="48852"/>
                  </a:lnTo>
                  <a:cubicBezTo>
                    <a:pt x="4473" y="48852"/>
                    <a:pt x="4483" y="48871"/>
                    <a:pt x="4509" y="48921"/>
                  </a:cubicBezTo>
                  <a:cubicBezTo>
                    <a:pt x="4408" y="48735"/>
                    <a:pt x="4289" y="48557"/>
                    <a:pt x="4163" y="48380"/>
                  </a:cubicBezTo>
                  <a:lnTo>
                    <a:pt x="4163" y="48380"/>
                  </a:lnTo>
                  <a:cubicBezTo>
                    <a:pt x="4459" y="48997"/>
                    <a:pt x="4366" y="48710"/>
                    <a:pt x="4653" y="49209"/>
                  </a:cubicBezTo>
                  <a:lnTo>
                    <a:pt x="4848" y="49589"/>
                  </a:lnTo>
                  <a:cubicBezTo>
                    <a:pt x="4882" y="49651"/>
                    <a:pt x="4895" y="49674"/>
                    <a:pt x="4896" y="49674"/>
                  </a:cubicBezTo>
                  <a:cubicBezTo>
                    <a:pt x="4899" y="49674"/>
                    <a:pt x="4814" y="49509"/>
                    <a:pt x="4814" y="49496"/>
                  </a:cubicBezTo>
                  <a:lnTo>
                    <a:pt x="4814" y="49496"/>
                  </a:lnTo>
                  <a:cubicBezTo>
                    <a:pt x="4975" y="49758"/>
                    <a:pt x="5034" y="49877"/>
                    <a:pt x="5152" y="50080"/>
                  </a:cubicBezTo>
                  <a:cubicBezTo>
                    <a:pt x="5121" y="50018"/>
                    <a:pt x="5055" y="49899"/>
                    <a:pt x="5070" y="49899"/>
                  </a:cubicBezTo>
                  <a:cubicBezTo>
                    <a:pt x="5071" y="49899"/>
                    <a:pt x="5073" y="49900"/>
                    <a:pt x="5076" y="49902"/>
                  </a:cubicBezTo>
                  <a:cubicBezTo>
                    <a:pt x="5261" y="50247"/>
                    <a:pt x="5471" y="50574"/>
                    <a:pt x="5648" y="50902"/>
                  </a:cubicBezTo>
                  <a:lnTo>
                    <a:pt x="5648" y="50902"/>
                  </a:lnTo>
                  <a:cubicBezTo>
                    <a:pt x="5631" y="50870"/>
                    <a:pt x="5626" y="50856"/>
                    <a:pt x="5632" y="50856"/>
                  </a:cubicBezTo>
                  <a:cubicBezTo>
                    <a:pt x="5654" y="50856"/>
                    <a:pt x="5848" y="51107"/>
                    <a:pt x="5922" y="51222"/>
                  </a:cubicBezTo>
                  <a:lnTo>
                    <a:pt x="5541" y="50571"/>
                  </a:lnTo>
                  <a:cubicBezTo>
                    <a:pt x="5025" y="49758"/>
                    <a:pt x="4729" y="49242"/>
                    <a:pt x="4239" y="48320"/>
                  </a:cubicBezTo>
                  <a:lnTo>
                    <a:pt x="4239" y="48320"/>
                  </a:lnTo>
                  <a:lnTo>
                    <a:pt x="4281" y="48371"/>
                  </a:lnTo>
                  <a:lnTo>
                    <a:pt x="3883" y="47542"/>
                  </a:lnTo>
                  <a:cubicBezTo>
                    <a:pt x="3782" y="47339"/>
                    <a:pt x="3706" y="47195"/>
                    <a:pt x="3621" y="47060"/>
                  </a:cubicBezTo>
                  <a:cubicBezTo>
                    <a:pt x="3545" y="46925"/>
                    <a:pt x="3469" y="46798"/>
                    <a:pt x="3393" y="46620"/>
                  </a:cubicBezTo>
                  <a:cubicBezTo>
                    <a:pt x="3308" y="46442"/>
                    <a:pt x="3198" y="46222"/>
                    <a:pt x="3071" y="45901"/>
                  </a:cubicBezTo>
                  <a:cubicBezTo>
                    <a:pt x="3096" y="45852"/>
                    <a:pt x="2850" y="45324"/>
                    <a:pt x="2889" y="45324"/>
                  </a:cubicBezTo>
                  <a:cubicBezTo>
                    <a:pt x="2890" y="45324"/>
                    <a:pt x="2892" y="45325"/>
                    <a:pt x="2894" y="45326"/>
                  </a:cubicBezTo>
                  <a:cubicBezTo>
                    <a:pt x="2974" y="45547"/>
                    <a:pt x="3004" y="45619"/>
                    <a:pt x="3011" y="45619"/>
                  </a:cubicBezTo>
                  <a:cubicBezTo>
                    <a:pt x="3016" y="45619"/>
                    <a:pt x="3006" y="45573"/>
                    <a:pt x="2995" y="45520"/>
                  </a:cubicBezTo>
                  <a:cubicBezTo>
                    <a:pt x="2860" y="45258"/>
                    <a:pt x="2750" y="44987"/>
                    <a:pt x="2665" y="44708"/>
                  </a:cubicBezTo>
                  <a:lnTo>
                    <a:pt x="2665" y="44708"/>
                  </a:lnTo>
                  <a:cubicBezTo>
                    <a:pt x="2679" y="44738"/>
                    <a:pt x="2687" y="44748"/>
                    <a:pt x="2690" y="44748"/>
                  </a:cubicBezTo>
                  <a:cubicBezTo>
                    <a:pt x="2699" y="44748"/>
                    <a:pt x="2688" y="44690"/>
                    <a:pt x="2695" y="44690"/>
                  </a:cubicBezTo>
                  <a:cubicBezTo>
                    <a:pt x="2702" y="44690"/>
                    <a:pt x="2722" y="44735"/>
                    <a:pt x="2784" y="44903"/>
                  </a:cubicBezTo>
                  <a:cubicBezTo>
                    <a:pt x="2682" y="44590"/>
                    <a:pt x="2598" y="44353"/>
                    <a:pt x="2530" y="44158"/>
                  </a:cubicBezTo>
                  <a:cubicBezTo>
                    <a:pt x="2454" y="43964"/>
                    <a:pt x="2403" y="43803"/>
                    <a:pt x="2335" y="43651"/>
                  </a:cubicBezTo>
                  <a:cubicBezTo>
                    <a:pt x="1989" y="42670"/>
                    <a:pt x="2276" y="43346"/>
                    <a:pt x="1980" y="42348"/>
                  </a:cubicBezTo>
                  <a:lnTo>
                    <a:pt x="1980" y="42348"/>
                  </a:lnTo>
                  <a:lnTo>
                    <a:pt x="2039" y="42475"/>
                  </a:lnTo>
                  <a:cubicBezTo>
                    <a:pt x="1980" y="42272"/>
                    <a:pt x="1921" y="42069"/>
                    <a:pt x="1870" y="41857"/>
                  </a:cubicBezTo>
                  <a:lnTo>
                    <a:pt x="1870" y="41857"/>
                  </a:lnTo>
                  <a:lnTo>
                    <a:pt x="1904" y="42069"/>
                  </a:lnTo>
                  <a:lnTo>
                    <a:pt x="1692" y="41324"/>
                  </a:lnTo>
                  <a:cubicBezTo>
                    <a:pt x="1657" y="41207"/>
                    <a:pt x="1641" y="41165"/>
                    <a:pt x="1637" y="41165"/>
                  </a:cubicBezTo>
                  <a:lnTo>
                    <a:pt x="1637" y="41165"/>
                  </a:lnTo>
                  <a:cubicBezTo>
                    <a:pt x="1625" y="41165"/>
                    <a:pt x="1694" y="41464"/>
                    <a:pt x="1686" y="41464"/>
                  </a:cubicBezTo>
                  <a:cubicBezTo>
                    <a:pt x="1686" y="41464"/>
                    <a:pt x="1685" y="41462"/>
                    <a:pt x="1684" y="41460"/>
                  </a:cubicBezTo>
                  <a:lnTo>
                    <a:pt x="1684" y="41460"/>
                  </a:lnTo>
                  <a:lnTo>
                    <a:pt x="1743" y="41612"/>
                  </a:lnTo>
                  <a:cubicBezTo>
                    <a:pt x="1777" y="41764"/>
                    <a:pt x="1828" y="41942"/>
                    <a:pt x="1870" y="42094"/>
                  </a:cubicBezTo>
                  <a:cubicBezTo>
                    <a:pt x="1904" y="42187"/>
                    <a:pt x="1929" y="42289"/>
                    <a:pt x="1946" y="42399"/>
                  </a:cubicBezTo>
                  <a:cubicBezTo>
                    <a:pt x="1895" y="42204"/>
                    <a:pt x="1836" y="42018"/>
                    <a:pt x="1760" y="41841"/>
                  </a:cubicBezTo>
                  <a:lnTo>
                    <a:pt x="1760" y="41841"/>
                  </a:lnTo>
                  <a:lnTo>
                    <a:pt x="1828" y="42069"/>
                  </a:lnTo>
                  <a:lnTo>
                    <a:pt x="1895" y="42306"/>
                  </a:lnTo>
                  <a:lnTo>
                    <a:pt x="1912" y="42458"/>
                  </a:lnTo>
                  <a:cubicBezTo>
                    <a:pt x="1980" y="42686"/>
                    <a:pt x="2031" y="42898"/>
                    <a:pt x="2090" y="43076"/>
                  </a:cubicBezTo>
                  <a:cubicBezTo>
                    <a:pt x="2149" y="43253"/>
                    <a:pt x="2200" y="43414"/>
                    <a:pt x="2251" y="43541"/>
                  </a:cubicBezTo>
                  <a:cubicBezTo>
                    <a:pt x="2208" y="43355"/>
                    <a:pt x="2132" y="43245"/>
                    <a:pt x="2098" y="43067"/>
                  </a:cubicBezTo>
                  <a:lnTo>
                    <a:pt x="2098" y="43067"/>
                  </a:lnTo>
                  <a:cubicBezTo>
                    <a:pt x="2175" y="43245"/>
                    <a:pt x="2242" y="43422"/>
                    <a:pt x="2301" y="43609"/>
                  </a:cubicBezTo>
                  <a:cubicBezTo>
                    <a:pt x="2344" y="43727"/>
                    <a:pt x="2386" y="43854"/>
                    <a:pt x="2428" y="43989"/>
                  </a:cubicBezTo>
                  <a:cubicBezTo>
                    <a:pt x="2471" y="44116"/>
                    <a:pt x="2530" y="44251"/>
                    <a:pt x="2572" y="44387"/>
                  </a:cubicBezTo>
                  <a:cubicBezTo>
                    <a:pt x="2572" y="44401"/>
                    <a:pt x="2613" y="44524"/>
                    <a:pt x="2608" y="44524"/>
                  </a:cubicBezTo>
                  <a:cubicBezTo>
                    <a:pt x="2607" y="44524"/>
                    <a:pt x="2603" y="44519"/>
                    <a:pt x="2598" y="44505"/>
                  </a:cubicBezTo>
                  <a:cubicBezTo>
                    <a:pt x="2581" y="44454"/>
                    <a:pt x="2555" y="44404"/>
                    <a:pt x="2538" y="44353"/>
                  </a:cubicBezTo>
                  <a:cubicBezTo>
                    <a:pt x="2538" y="44357"/>
                    <a:pt x="2538" y="44359"/>
                    <a:pt x="2536" y="44359"/>
                  </a:cubicBezTo>
                  <a:cubicBezTo>
                    <a:pt x="2529" y="44359"/>
                    <a:pt x="2508" y="44309"/>
                    <a:pt x="2503" y="44309"/>
                  </a:cubicBezTo>
                  <a:lnTo>
                    <a:pt x="2503" y="44309"/>
                  </a:lnTo>
                  <a:cubicBezTo>
                    <a:pt x="2497" y="44309"/>
                    <a:pt x="2512" y="44368"/>
                    <a:pt x="2589" y="44615"/>
                  </a:cubicBezTo>
                  <a:cubicBezTo>
                    <a:pt x="2506" y="44441"/>
                    <a:pt x="2335" y="44082"/>
                    <a:pt x="2327" y="44082"/>
                  </a:cubicBezTo>
                  <a:cubicBezTo>
                    <a:pt x="2327" y="44082"/>
                    <a:pt x="2327" y="44082"/>
                    <a:pt x="2327" y="44082"/>
                  </a:cubicBezTo>
                  <a:cubicBezTo>
                    <a:pt x="2225" y="43786"/>
                    <a:pt x="2098" y="43355"/>
                    <a:pt x="2031" y="43109"/>
                  </a:cubicBezTo>
                  <a:lnTo>
                    <a:pt x="2031" y="43109"/>
                  </a:lnTo>
                  <a:lnTo>
                    <a:pt x="2039" y="43126"/>
                  </a:lnTo>
                  <a:cubicBezTo>
                    <a:pt x="1963" y="42864"/>
                    <a:pt x="1785" y="42306"/>
                    <a:pt x="1802" y="42255"/>
                  </a:cubicBezTo>
                  <a:cubicBezTo>
                    <a:pt x="1762" y="42146"/>
                    <a:pt x="1699" y="41906"/>
                    <a:pt x="1691" y="41906"/>
                  </a:cubicBezTo>
                  <a:lnTo>
                    <a:pt x="1691" y="41906"/>
                  </a:lnTo>
                  <a:cubicBezTo>
                    <a:pt x="1687" y="41906"/>
                    <a:pt x="1696" y="41961"/>
                    <a:pt x="1726" y="42111"/>
                  </a:cubicBezTo>
                  <a:lnTo>
                    <a:pt x="1523" y="41350"/>
                  </a:lnTo>
                  <a:lnTo>
                    <a:pt x="1523" y="41350"/>
                  </a:lnTo>
                  <a:cubicBezTo>
                    <a:pt x="1529" y="41359"/>
                    <a:pt x="1534" y="41363"/>
                    <a:pt x="1537" y="41363"/>
                  </a:cubicBezTo>
                  <a:cubicBezTo>
                    <a:pt x="1561" y="41363"/>
                    <a:pt x="1521" y="41151"/>
                    <a:pt x="1537" y="41151"/>
                  </a:cubicBezTo>
                  <a:cubicBezTo>
                    <a:pt x="1546" y="41151"/>
                    <a:pt x="1571" y="41214"/>
                    <a:pt x="1633" y="41410"/>
                  </a:cubicBezTo>
                  <a:lnTo>
                    <a:pt x="1633" y="41410"/>
                  </a:lnTo>
                  <a:cubicBezTo>
                    <a:pt x="1624" y="41376"/>
                    <a:pt x="1613" y="41333"/>
                    <a:pt x="1599" y="41282"/>
                  </a:cubicBezTo>
                  <a:cubicBezTo>
                    <a:pt x="1566" y="41155"/>
                    <a:pt x="1515" y="40978"/>
                    <a:pt x="1464" y="40749"/>
                  </a:cubicBezTo>
                  <a:lnTo>
                    <a:pt x="1464" y="40749"/>
                  </a:lnTo>
                  <a:lnTo>
                    <a:pt x="1472" y="40775"/>
                  </a:lnTo>
                  <a:cubicBezTo>
                    <a:pt x="1481" y="40792"/>
                    <a:pt x="1489" y="40808"/>
                    <a:pt x="1498" y="40825"/>
                  </a:cubicBezTo>
                  <a:cubicBezTo>
                    <a:pt x="1515" y="40885"/>
                    <a:pt x="1523" y="40935"/>
                    <a:pt x="1523" y="40995"/>
                  </a:cubicBezTo>
                  <a:cubicBezTo>
                    <a:pt x="1544" y="41051"/>
                    <a:pt x="1556" y="41075"/>
                    <a:pt x="1562" y="41075"/>
                  </a:cubicBezTo>
                  <a:cubicBezTo>
                    <a:pt x="1582" y="41075"/>
                    <a:pt x="1520" y="40766"/>
                    <a:pt x="1447" y="40436"/>
                  </a:cubicBezTo>
                  <a:lnTo>
                    <a:pt x="1405" y="40343"/>
                  </a:lnTo>
                  <a:cubicBezTo>
                    <a:pt x="1337" y="39988"/>
                    <a:pt x="1329" y="39760"/>
                    <a:pt x="1219" y="39286"/>
                  </a:cubicBezTo>
                  <a:cubicBezTo>
                    <a:pt x="1168" y="39100"/>
                    <a:pt x="1117" y="38914"/>
                    <a:pt x="1075" y="38727"/>
                  </a:cubicBezTo>
                  <a:lnTo>
                    <a:pt x="931" y="38169"/>
                  </a:lnTo>
                  <a:cubicBezTo>
                    <a:pt x="914" y="38059"/>
                    <a:pt x="889" y="37949"/>
                    <a:pt x="872" y="37839"/>
                  </a:cubicBezTo>
                  <a:cubicBezTo>
                    <a:pt x="872" y="37711"/>
                    <a:pt x="812" y="37338"/>
                    <a:pt x="828" y="37338"/>
                  </a:cubicBezTo>
                  <a:cubicBezTo>
                    <a:pt x="831" y="37338"/>
                    <a:pt x="837" y="37351"/>
                    <a:pt x="846" y="37382"/>
                  </a:cubicBezTo>
                  <a:cubicBezTo>
                    <a:pt x="846" y="37374"/>
                    <a:pt x="847" y="37370"/>
                    <a:pt x="848" y="37370"/>
                  </a:cubicBezTo>
                  <a:cubicBezTo>
                    <a:pt x="856" y="37370"/>
                    <a:pt x="884" y="37523"/>
                    <a:pt x="906" y="37712"/>
                  </a:cubicBezTo>
                  <a:cubicBezTo>
                    <a:pt x="906" y="37722"/>
                    <a:pt x="905" y="37725"/>
                    <a:pt x="904" y="37725"/>
                  </a:cubicBezTo>
                  <a:cubicBezTo>
                    <a:pt x="903" y="37725"/>
                    <a:pt x="900" y="37717"/>
                    <a:pt x="899" y="37717"/>
                  </a:cubicBezTo>
                  <a:cubicBezTo>
                    <a:pt x="898" y="37717"/>
                    <a:pt x="897" y="37720"/>
                    <a:pt x="897" y="37729"/>
                  </a:cubicBezTo>
                  <a:cubicBezTo>
                    <a:pt x="906" y="37751"/>
                    <a:pt x="916" y="37768"/>
                    <a:pt x="922" y="37768"/>
                  </a:cubicBezTo>
                  <a:cubicBezTo>
                    <a:pt x="934" y="37768"/>
                    <a:pt x="939" y="37715"/>
                    <a:pt x="923" y="37543"/>
                  </a:cubicBezTo>
                  <a:lnTo>
                    <a:pt x="923" y="37543"/>
                  </a:lnTo>
                  <a:cubicBezTo>
                    <a:pt x="940" y="37712"/>
                    <a:pt x="965" y="37873"/>
                    <a:pt x="999" y="38034"/>
                  </a:cubicBezTo>
                  <a:cubicBezTo>
                    <a:pt x="990" y="37949"/>
                    <a:pt x="973" y="37856"/>
                    <a:pt x="965" y="37763"/>
                  </a:cubicBezTo>
                  <a:lnTo>
                    <a:pt x="965" y="37763"/>
                  </a:lnTo>
                  <a:cubicBezTo>
                    <a:pt x="1024" y="38166"/>
                    <a:pt x="1166" y="38770"/>
                    <a:pt x="1193" y="38770"/>
                  </a:cubicBezTo>
                  <a:cubicBezTo>
                    <a:pt x="1193" y="38770"/>
                    <a:pt x="1193" y="38770"/>
                    <a:pt x="1193" y="38770"/>
                  </a:cubicBezTo>
                  <a:cubicBezTo>
                    <a:pt x="1143" y="38651"/>
                    <a:pt x="1126" y="38389"/>
                    <a:pt x="1100" y="38169"/>
                  </a:cubicBezTo>
                  <a:lnTo>
                    <a:pt x="1100" y="38169"/>
                  </a:lnTo>
                  <a:cubicBezTo>
                    <a:pt x="1125" y="38288"/>
                    <a:pt x="1173" y="38513"/>
                    <a:pt x="1180" y="38513"/>
                  </a:cubicBezTo>
                  <a:cubicBezTo>
                    <a:pt x="1182" y="38513"/>
                    <a:pt x="1179" y="38485"/>
                    <a:pt x="1168" y="38414"/>
                  </a:cubicBezTo>
                  <a:cubicBezTo>
                    <a:pt x="1143" y="38346"/>
                    <a:pt x="1062" y="37919"/>
                    <a:pt x="1053" y="37919"/>
                  </a:cubicBezTo>
                  <a:lnTo>
                    <a:pt x="1053" y="37919"/>
                  </a:lnTo>
                  <a:cubicBezTo>
                    <a:pt x="1050" y="37919"/>
                    <a:pt x="1055" y="37972"/>
                    <a:pt x="1075" y="38110"/>
                  </a:cubicBezTo>
                  <a:cubicBezTo>
                    <a:pt x="1024" y="37890"/>
                    <a:pt x="973" y="37594"/>
                    <a:pt x="948" y="37340"/>
                  </a:cubicBezTo>
                  <a:lnTo>
                    <a:pt x="948" y="37340"/>
                  </a:lnTo>
                  <a:cubicBezTo>
                    <a:pt x="972" y="37478"/>
                    <a:pt x="981" y="37505"/>
                    <a:pt x="987" y="37505"/>
                  </a:cubicBezTo>
                  <a:cubicBezTo>
                    <a:pt x="991" y="37505"/>
                    <a:pt x="994" y="37494"/>
                    <a:pt x="1000" y="37494"/>
                  </a:cubicBezTo>
                  <a:cubicBezTo>
                    <a:pt x="1004" y="37494"/>
                    <a:pt x="1008" y="37500"/>
                    <a:pt x="1016" y="37518"/>
                  </a:cubicBezTo>
                  <a:cubicBezTo>
                    <a:pt x="1007" y="37416"/>
                    <a:pt x="973" y="37315"/>
                    <a:pt x="923" y="37222"/>
                  </a:cubicBezTo>
                  <a:cubicBezTo>
                    <a:pt x="880" y="36841"/>
                    <a:pt x="880" y="36579"/>
                    <a:pt x="863" y="36291"/>
                  </a:cubicBezTo>
                  <a:cubicBezTo>
                    <a:pt x="855" y="36156"/>
                    <a:pt x="838" y="36012"/>
                    <a:pt x="821" y="35851"/>
                  </a:cubicBezTo>
                  <a:cubicBezTo>
                    <a:pt x="813" y="35691"/>
                    <a:pt x="796" y="35504"/>
                    <a:pt x="770" y="35293"/>
                  </a:cubicBezTo>
                  <a:cubicBezTo>
                    <a:pt x="769" y="35284"/>
                    <a:pt x="768" y="35280"/>
                    <a:pt x="768" y="35280"/>
                  </a:cubicBezTo>
                  <a:lnTo>
                    <a:pt x="768" y="35280"/>
                  </a:lnTo>
                  <a:cubicBezTo>
                    <a:pt x="765" y="35280"/>
                    <a:pt x="819" y="35741"/>
                    <a:pt x="801" y="35741"/>
                  </a:cubicBezTo>
                  <a:cubicBezTo>
                    <a:pt x="800" y="35741"/>
                    <a:pt x="798" y="35738"/>
                    <a:pt x="796" y="35733"/>
                  </a:cubicBezTo>
                  <a:cubicBezTo>
                    <a:pt x="703" y="35115"/>
                    <a:pt x="753" y="34921"/>
                    <a:pt x="703" y="34379"/>
                  </a:cubicBezTo>
                  <a:lnTo>
                    <a:pt x="677" y="34532"/>
                  </a:lnTo>
                  <a:cubicBezTo>
                    <a:pt x="660" y="34362"/>
                    <a:pt x="627" y="33956"/>
                    <a:pt x="610" y="33753"/>
                  </a:cubicBezTo>
                  <a:cubicBezTo>
                    <a:pt x="616" y="33716"/>
                    <a:pt x="613" y="33392"/>
                    <a:pt x="624" y="33392"/>
                  </a:cubicBezTo>
                  <a:cubicBezTo>
                    <a:pt x="628" y="33392"/>
                    <a:pt x="634" y="33435"/>
                    <a:pt x="643" y="33550"/>
                  </a:cubicBezTo>
                  <a:cubicBezTo>
                    <a:pt x="635" y="33246"/>
                    <a:pt x="610" y="32950"/>
                    <a:pt x="567" y="32654"/>
                  </a:cubicBezTo>
                  <a:cubicBezTo>
                    <a:pt x="525" y="32324"/>
                    <a:pt x="500" y="31994"/>
                    <a:pt x="491" y="31655"/>
                  </a:cubicBezTo>
                  <a:lnTo>
                    <a:pt x="491" y="31655"/>
                  </a:lnTo>
                  <a:cubicBezTo>
                    <a:pt x="500" y="32155"/>
                    <a:pt x="508" y="32205"/>
                    <a:pt x="517" y="32594"/>
                  </a:cubicBezTo>
                  <a:cubicBezTo>
                    <a:pt x="504" y="32441"/>
                    <a:pt x="498" y="32395"/>
                    <a:pt x="495" y="32395"/>
                  </a:cubicBezTo>
                  <a:cubicBezTo>
                    <a:pt x="490" y="32395"/>
                    <a:pt x="490" y="32497"/>
                    <a:pt x="478" y="32497"/>
                  </a:cubicBezTo>
                  <a:cubicBezTo>
                    <a:pt x="477" y="32497"/>
                    <a:pt x="476" y="32495"/>
                    <a:pt x="474" y="32493"/>
                  </a:cubicBezTo>
                  <a:cubicBezTo>
                    <a:pt x="487" y="32301"/>
                    <a:pt x="461" y="31797"/>
                    <a:pt x="470" y="31797"/>
                  </a:cubicBezTo>
                  <a:lnTo>
                    <a:pt x="470" y="31797"/>
                  </a:lnTo>
                  <a:cubicBezTo>
                    <a:pt x="472" y="31797"/>
                    <a:pt x="479" y="31850"/>
                    <a:pt x="491" y="31985"/>
                  </a:cubicBezTo>
                  <a:cubicBezTo>
                    <a:pt x="474" y="31655"/>
                    <a:pt x="466" y="30987"/>
                    <a:pt x="449" y="30835"/>
                  </a:cubicBezTo>
                  <a:lnTo>
                    <a:pt x="442" y="31070"/>
                  </a:lnTo>
                  <a:lnTo>
                    <a:pt x="442" y="31070"/>
                  </a:lnTo>
                  <a:cubicBezTo>
                    <a:pt x="440" y="31023"/>
                    <a:pt x="438" y="30980"/>
                    <a:pt x="436" y="30941"/>
                  </a:cubicBezTo>
                  <a:lnTo>
                    <a:pt x="436" y="30941"/>
                  </a:lnTo>
                  <a:cubicBezTo>
                    <a:pt x="438" y="31001"/>
                    <a:pt x="439" y="31062"/>
                    <a:pt x="440" y="31122"/>
                  </a:cubicBezTo>
                  <a:lnTo>
                    <a:pt x="442" y="31070"/>
                  </a:lnTo>
                  <a:lnTo>
                    <a:pt x="442" y="31070"/>
                  </a:lnTo>
                  <a:cubicBezTo>
                    <a:pt x="445" y="31140"/>
                    <a:pt x="447" y="31219"/>
                    <a:pt x="449" y="31309"/>
                  </a:cubicBezTo>
                  <a:cubicBezTo>
                    <a:pt x="446" y="31567"/>
                    <a:pt x="442" y="31644"/>
                    <a:pt x="436" y="31644"/>
                  </a:cubicBezTo>
                  <a:cubicBezTo>
                    <a:pt x="428" y="31644"/>
                    <a:pt x="418" y="31488"/>
                    <a:pt x="407" y="31488"/>
                  </a:cubicBezTo>
                  <a:cubicBezTo>
                    <a:pt x="402" y="31488"/>
                    <a:pt x="396" y="31529"/>
                    <a:pt x="390" y="31655"/>
                  </a:cubicBezTo>
                  <a:lnTo>
                    <a:pt x="440" y="32239"/>
                  </a:lnTo>
                  <a:lnTo>
                    <a:pt x="432" y="31960"/>
                  </a:lnTo>
                  <a:lnTo>
                    <a:pt x="432" y="31960"/>
                  </a:lnTo>
                  <a:cubicBezTo>
                    <a:pt x="472" y="32049"/>
                    <a:pt x="459" y="32802"/>
                    <a:pt x="502" y="32802"/>
                  </a:cubicBezTo>
                  <a:cubicBezTo>
                    <a:pt x="504" y="32802"/>
                    <a:pt x="506" y="32801"/>
                    <a:pt x="508" y="32797"/>
                  </a:cubicBezTo>
                  <a:cubicBezTo>
                    <a:pt x="508" y="33390"/>
                    <a:pt x="525" y="33567"/>
                    <a:pt x="550" y="34219"/>
                  </a:cubicBezTo>
                  <a:cubicBezTo>
                    <a:pt x="556" y="34253"/>
                    <a:pt x="560" y="34267"/>
                    <a:pt x="562" y="34267"/>
                  </a:cubicBezTo>
                  <a:cubicBezTo>
                    <a:pt x="569" y="34267"/>
                    <a:pt x="557" y="34092"/>
                    <a:pt x="550" y="33948"/>
                  </a:cubicBezTo>
                  <a:lnTo>
                    <a:pt x="550" y="33948"/>
                  </a:lnTo>
                  <a:cubicBezTo>
                    <a:pt x="576" y="34278"/>
                    <a:pt x="618" y="34295"/>
                    <a:pt x="618" y="34735"/>
                  </a:cubicBezTo>
                  <a:cubicBezTo>
                    <a:pt x="621" y="34804"/>
                    <a:pt x="626" y="34836"/>
                    <a:pt x="631" y="34836"/>
                  </a:cubicBezTo>
                  <a:cubicBezTo>
                    <a:pt x="638" y="34836"/>
                    <a:pt x="645" y="34753"/>
                    <a:pt x="639" y="34604"/>
                  </a:cubicBezTo>
                  <a:lnTo>
                    <a:pt x="639" y="34604"/>
                  </a:lnTo>
                  <a:cubicBezTo>
                    <a:pt x="660" y="34869"/>
                    <a:pt x="692" y="35135"/>
                    <a:pt x="720" y="35428"/>
                  </a:cubicBezTo>
                  <a:lnTo>
                    <a:pt x="714" y="35178"/>
                  </a:lnTo>
                  <a:lnTo>
                    <a:pt x="711" y="35124"/>
                  </a:lnTo>
                  <a:lnTo>
                    <a:pt x="711" y="35124"/>
                  </a:lnTo>
                  <a:cubicBezTo>
                    <a:pt x="712" y="35130"/>
                    <a:pt x="712" y="35136"/>
                    <a:pt x="713" y="35143"/>
                  </a:cubicBezTo>
                  <a:lnTo>
                    <a:pt x="713" y="35143"/>
                  </a:lnTo>
                  <a:lnTo>
                    <a:pt x="711" y="35056"/>
                  </a:lnTo>
                  <a:lnTo>
                    <a:pt x="716" y="35171"/>
                  </a:lnTo>
                  <a:lnTo>
                    <a:pt x="716" y="35171"/>
                  </a:lnTo>
                  <a:cubicBezTo>
                    <a:pt x="715" y="35162"/>
                    <a:pt x="714" y="35152"/>
                    <a:pt x="713" y="35143"/>
                  </a:cubicBezTo>
                  <a:lnTo>
                    <a:pt x="713" y="35143"/>
                  </a:lnTo>
                  <a:lnTo>
                    <a:pt x="714" y="35178"/>
                  </a:lnTo>
                  <a:lnTo>
                    <a:pt x="728" y="35454"/>
                  </a:lnTo>
                  <a:lnTo>
                    <a:pt x="716" y="35171"/>
                  </a:lnTo>
                  <a:lnTo>
                    <a:pt x="716" y="35171"/>
                  </a:lnTo>
                  <a:cubicBezTo>
                    <a:pt x="791" y="35896"/>
                    <a:pt x="872" y="36714"/>
                    <a:pt x="889" y="37095"/>
                  </a:cubicBezTo>
                  <a:cubicBezTo>
                    <a:pt x="838" y="36782"/>
                    <a:pt x="779" y="36359"/>
                    <a:pt x="728" y="35970"/>
                  </a:cubicBezTo>
                  <a:cubicBezTo>
                    <a:pt x="686" y="35581"/>
                    <a:pt x="643" y="35217"/>
                    <a:pt x="601" y="35039"/>
                  </a:cubicBezTo>
                  <a:lnTo>
                    <a:pt x="601" y="35039"/>
                  </a:lnTo>
                  <a:cubicBezTo>
                    <a:pt x="601" y="35183"/>
                    <a:pt x="686" y="35547"/>
                    <a:pt x="660" y="35733"/>
                  </a:cubicBezTo>
                  <a:lnTo>
                    <a:pt x="703" y="35927"/>
                  </a:lnTo>
                  <a:cubicBezTo>
                    <a:pt x="737" y="36147"/>
                    <a:pt x="813" y="36672"/>
                    <a:pt x="787" y="36714"/>
                  </a:cubicBezTo>
                  <a:cubicBezTo>
                    <a:pt x="703" y="36105"/>
                    <a:pt x="652" y="35953"/>
                    <a:pt x="610" y="35631"/>
                  </a:cubicBezTo>
                  <a:cubicBezTo>
                    <a:pt x="593" y="35589"/>
                    <a:pt x="584" y="35538"/>
                    <a:pt x="584" y="35488"/>
                  </a:cubicBezTo>
                  <a:cubicBezTo>
                    <a:pt x="567" y="35301"/>
                    <a:pt x="533" y="35005"/>
                    <a:pt x="517" y="34836"/>
                  </a:cubicBezTo>
                  <a:cubicBezTo>
                    <a:pt x="513" y="34744"/>
                    <a:pt x="515" y="34716"/>
                    <a:pt x="520" y="34716"/>
                  </a:cubicBezTo>
                  <a:cubicBezTo>
                    <a:pt x="526" y="34716"/>
                    <a:pt x="537" y="34771"/>
                    <a:pt x="542" y="34785"/>
                  </a:cubicBezTo>
                  <a:cubicBezTo>
                    <a:pt x="525" y="34413"/>
                    <a:pt x="483" y="34100"/>
                    <a:pt x="449" y="33779"/>
                  </a:cubicBezTo>
                  <a:cubicBezTo>
                    <a:pt x="424" y="33457"/>
                    <a:pt x="390" y="33136"/>
                    <a:pt x="373" y="32738"/>
                  </a:cubicBezTo>
                  <a:cubicBezTo>
                    <a:pt x="395" y="32731"/>
                    <a:pt x="385" y="32271"/>
                    <a:pt x="393" y="32271"/>
                  </a:cubicBezTo>
                  <a:lnTo>
                    <a:pt x="393" y="32271"/>
                  </a:lnTo>
                  <a:cubicBezTo>
                    <a:pt x="394" y="32271"/>
                    <a:pt x="396" y="32282"/>
                    <a:pt x="398" y="32307"/>
                  </a:cubicBezTo>
                  <a:cubicBezTo>
                    <a:pt x="390" y="31850"/>
                    <a:pt x="347" y="31596"/>
                    <a:pt x="330" y="31292"/>
                  </a:cubicBezTo>
                  <a:cubicBezTo>
                    <a:pt x="345" y="31234"/>
                    <a:pt x="329" y="30769"/>
                    <a:pt x="339" y="30769"/>
                  </a:cubicBezTo>
                  <a:lnTo>
                    <a:pt x="339" y="30769"/>
                  </a:lnTo>
                  <a:cubicBezTo>
                    <a:pt x="341" y="30769"/>
                    <a:pt x="344" y="30783"/>
                    <a:pt x="347" y="30818"/>
                  </a:cubicBezTo>
                  <a:cubicBezTo>
                    <a:pt x="339" y="30683"/>
                    <a:pt x="322" y="30539"/>
                    <a:pt x="314" y="30395"/>
                  </a:cubicBezTo>
                  <a:cubicBezTo>
                    <a:pt x="330" y="30107"/>
                    <a:pt x="305" y="29507"/>
                    <a:pt x="330" y="29405"/>
                  </a:cubicBezTo>
                  <a:cubicBezTo>
                    <a:pt x="322" y="29084"/>
                    <a:pt x="297" y="29312"/>
                    <a:pt x="314" y="28872"/>
                  </a:cubicBezTo>
                  <a:lnTo>
                    <a:pt x="314" y="28872"/>
                  </a:lnTo>
                  <a:cubicBezTo>
                    <a:pt x="314" y="28898"/>
                    <a:pt x="314" y="28855"/>
                    <a:pt x="314" y="28948"/>
                  </a:cubicBezTo>
                  <a:cubicBezTo>
                    <a:pt x="322" y="28754"/>
                    <a:pt x="339" y="28272"/>
                    <a:pt x="322" y="28060"/>
                  </a:cubicBezTo>
                  <a:lnTo>
                    <a:pt x="322" y="28060"/>
                  </a:lnTo>
                  <a:cubicBezTo>
                    <a:pt x="314" y="28365"/>
                    <a:pt x="314" y="28128"/>
                    <a:pt x="305" y="28500"/>
                  </a:cubicBezTo>
                  <a:cubicBezTo>
                    <a:pt x="280" y="28221"/>
                    <a:pt x="280" y="27933"/>
                    <a:pt x="305" y="27654"/>
                  </a:cubicBezTo>
                  <a:cubicBezTo>
                    <a:pt x="309" y="27784"/>
                    <a:pt x="313" y="27832"/>
                    <a:pt x="318" y="27832"/>
                  </a:cubicBezTo>
                  <a:cubicBezTo>
                    <a:pt x="331" y="27832"/>
                    <a:pt x="346" y="27424"/>
                    <a:pt x="358" y="27424"/>
                  </a:cubicBezTo>
                  <a:cubicBezTo>
                    <a:pt x="360" y="27424"/>
                    <a:pt x="362" y="27437"/>
                    <a:pt x="364" y="27468"/>
                  </a:cubicBezTo>
                  <a:cubicBezTo>
                    <a:pt x="381" y="27020"/>
                    <a:pt x="381" y="26664"/>
                    <a:pt x="381" y="26318"/>
                  </a:cubicBezTo>
                  <a:lnTo>
                    <a:pt x="381" y="25286"/>
                  </a:lnTo>
                  <a:cubicBezTo>
                    <a:pt x="424" y="24389"/>
                    <a:pt x="517" y="23281"/>
                    <a:pt x="542" y="22579"/>
                  </a:cubicBezTo>
                  <a:lnTo>
                    <a:pt x="542" y="22579"/>
                  </a:lnTo>
                  <a:lnTo>
                    <a:pt x="533" y="22672"/>
                  </a:lnTo>
                  <a:lnTo>
                    <a:pt x="550" y="22249"/>
                  </a:lnTo>
                  <a:cubicBezTo>
                    <a:pt x="567" y="22003"/>
                    <a:pt x="584" y="22249"/>
                    <a:pt x="610" y="21876"/>
                  </a:cubicBezTo>
                  <a:lnTo>
                    <a:pt x="610" y="21876"/>
                  </a:lnTo>
                  <a:cubicBezTo>
                    <a:pt x="627" y="22003"/>
                    <a:pt x="559" y="22528"/>
                    <a:pt x="550" y="22908"/>
                  </a:cubicBezTo>
                  <a:cubicBezTo>
                    <a:pt x="568" y="22770"/>
                    <a:pt x="578" y="22718"/>
                    <a:pt x="582" y="22718"/>
                  </a:cubicBezTo>
                  <a:lnTo>
                    <a:pt x="582" y="22718"/>
                  </a:lnTo>
                  <a:cubicBezTo>
                    <a:pt x="596" y="22718"/>
                    <a:pt x="564" y="23178"/>
                    <a:pt x="576" y="23178"/>
                  </a:cubicBezTo>
                  <a:cubicBezTo>
                    <a:pt x="578" y="23178"/>
                    <a:pt x="584" y="23152"/>
                    <a:pt x="593" y="23086"/>
                  </a:cubicBezTo>
                  <a:cubicBezTo>
                    <a:pt x="550" y="22832"/>
                    <a:pt x="694" y="21690"/>
                    <a:pt x="711" y="21115"/>
                  </a:cubicBezTo>
                  <a:cubicBezTo>
                    <a:pt x="727" y="20968"/>
                    <a:pt x="735" y="20918"/>
                    <a:pt x="739" y="20918"/>
                  </a:cubicBezTo>
                  <a:lnTo>
                    <a:pt x="739" y="20918"/>
                  </a:lnTo>
                  <a:cubicBezTo>
                    <a:pt x="747" y="20918"/>
                    <a:pt x="734" y="21156"/>
                    <a:pt x="738" y="21156"/>
                  </a:cubicBezTo>
                  <a:cubicBezTo>
                    <a:pt x="739" y="21156"/>
                    <a:pt x="741" y="21139"/>
                    <a:pt x="745" y="21098"/>
                  </a:cubicBezTo>
                  <a:lnTo>
                    <a:pt x="745" y="20920"/>
                  </a:lnTo>
                  <a:cubicBezTo>
                    <a:pt x="777" y="20711"/>
                    <a:pt x="786" y="20632"/>
                    <a:pt x="802" y="20632"/>
                  </a:cubicBezTo>
                  <a:cubicBezTo>
                    <a:pt x="803" y="20632"/>
                    <a:pt x="803" y="20632"/>
                    <a:pt x="804" y="20633"/>
                  </a:cubicBezTo>
                  <a:cubicBezTo>
                    <a:pt x="872" y="20041"/>
                    <a:pt x="923" y="19372"/>
                    <a:pt x="956" y="18882"/>
                  </a:cubicBezTo>
                  <a:lnTo>
                    <a:pt x="956" y="18882"/>
                  </a:lnTo>
                  <a:cubicBezTo>
                    <a:pt x="938" y="19077"/>
                    <a:pt x="930" y="19131"/>
                    <a:pt x="926" y="19131"/>
                  </a:cubicBezTo>
                  <a:cubicBezTo>
                    <a:pt x="921" y="19131"/>
                    <a:pt x="922" y="19044"/>
                    <a:pt x="916" y="19044"/>
                  </a:cubicBezTo>
                  <a:cubicBezTo>
                    <a:pt x="911" y="19044"/>
                    <a:pt x="901" y="19097"/>
                    <a:pt x="880" y="19288"/>
                  </a:cubicBezTo>
                  <a:cubicBezTo>
                    <a:pt x="889" y="19093"/>
                    <a:pt x="923" y="18687"/>
                    <a:pt x="973" y="18298"/>
                  </a:cubicBezTo>
                  <a:lnTo>
                    <a:pt x="973" y="18298"/>
                  </a:lnTo>
                  <a:cubicBezTo>
                    <a:pt x="967" y="18371"/>
                    <a:pt x="967" y="18397"/>
                    <a:pt x="970" y="18397"/>
                  </a:cubicBezTo>
                  <a:cubicBezTo>
                    <a:pt x="978" y="18397"/>
                    <a:pt x="1004" y="18260"/>
                    <a:pt x="1010" y="18260"/>
                  </a:cubicBezTo>
                  <a:lnTo>
                    <a:pt x="1010" y="18260"/>
                  </a:lnTo>
                  <a:cubicBezTo>
                    <a:pt x="1015" y="18260"/>
                    <a:pt x="1009" y="18341"/>
                    <a:pt x="973" y="18628"/>
                  </a:cubicBezTo>
                  <a:cubicBezTo>
                    <a:pt x="1016" y="18518"/>
                    <a:pt x="1016" y="18222"/>
                    <a:pt x="1058" y="17858"/>
                  </a:cubicBezTo>
                  <a:lnTo>
                    <a:pt x="1058" y="17858"/>
                  </a:lnTo>
                  <a:cubicBezTo>
                    <a:pt x="1054" y="17952"/>
                    <a:pt x="1045" y="18107"/>
                    <a:pt x="1038" y="18231"/>
                  </a:cubicBezTo>
                  <a:lnTo>
                    <a:pt x="1038" y="18231"/>
                  </a:lnTo>
                  <a:cubicBezTo>
                    <a:pt x="1091" y="17623"/>
                    <a:pt x="1263" y="16619"/>
                    <a:pt x="1278" y="16437"/>
                  </a:cubicBezTo>
                  <a:cubicBezTo>
                    <a:pt x="1295" y="16234"/>
                    <a:pt x="1320" y="15972"/>
                    <a:pt x="1346" y="15709"/>
                  </a:cubicBezTo>
                  <a:cubicBezTo>
                    <a:pt x="1379" y="15447"/>
                    <a:pt x="1413" y="15168"/>
                    <a:pt x="1439" y="14923"/>
                  </a:cubicBezTo>
                  <a:cubicBezTo>
                    <a:pt x="1540" y="14441"/>
                    <a:pt x="1625" y="13899"/>
                    <a:pt x="1743" y="13358"/>
                  </a:cubicBezTo>
                  <a:lnTo>
                    <a:pt x="1743" y="13358"/>
                  </a:lnTo>
                  <a:lnTo>
                    <a:pt x="1735" y="13459"/>
                  </a:lnTo>
                  <a:cubicBezTo>
                    <a:pt x="1769" y="13307"/>
                    <a:pt x="1811" y="13112"/>
                    <a:pt x="1853" y="12893"/>
                  </a:cubicBezTo>
                  <a:cubicBezTo>
                    <a:pt x="1895" y="12681"/>
                    <a:pt x="1946" y="12453"/>
                    <a:pt x="2005" y="12224"/>
                  </a:cubicBezTo>
                  <a:lnTo>
                    <a:pt x="2048" y="12131"/>
                  </a:lnTo>
                  <a:cubicBezTo>
                    <a:pt x="2090" y="11979"/>
                    <a:pt x="2132" y="11759"/>
                    <a:pt x="2192" y="11514"/>
                  </a:cubicBezTo>
                  <a:cubicBezTo>
                    <a:pt x="2259" y="11268"/>
                    <a:pt x="2318" y="11006"/>
                    <a:pt x="2386" y="10769"/>
                  </a:cubicBezTo>
                  <a:cubicBezTo>
                    <a:pt x="2386" y="10769"/>
                    <a:pt x="2386" y="10769"/>
                    <a:pt x="2386" y="10769"/>
                  </a:cubicBezTo>
                  <a:cubicBezTo>
                    <a:pt x="2377" y="10769"/>
                    <a:pt x="2302" y="11039"/>
                    <a:pt x="2293" y="11039"/>
                  </a:cubicBezTo>
                  <a:cubicBezTo>
                    <a:pt x="2291" y="11039"/>
                    <a:pt x="2293" y="11022"/>
                    <a:pt x="2301" y="10981"/>
                  </a:cubicBezTo>
                  <a:lnTo>
                    <a:pt x="2301" y="10981"/>
                  </a:lnTo>
                  <a:cubicBezTo>
                    <a:pt x="2251" y="11182"/>
                    <a:pt x="2207" y="11353"/>
                    <a:pt x="2216" y="11353"/>
                  </a:cubicBezTo>
                  <a:cubicBezTo>
                    <a:pt x="2217" y="11353"/>
                    <a:pt x="2220" y="11347"/>
                    <a:pt x="2225" y="11336"/>
                  </a:cubicBezTo>
                  <a:lnTo>
                    <a:pt x="2225" y="11336"/>
                  </a:lnTo>
                  <a:cubicBezTo>
                    <a:pt x="2166" y="11564"/>
                    <a:pt x="2141" y="11573"/>
                    <a:pt x="2082" y="11759"/>
                  </a:cubicBezTo>
                  <a:cubicBezTo>
                    <a:pt x="2149" y="11454"/>
                    <a:pt x="2225" y="11150"/>
                    <a:pt x="2301" y="10854"/>
                  </a:cubicBezTo>
                  <a:cubicBezTo>
                    <a:pt x="2310" y="10820"/>
                    <a:pt x="2318" y="10786"/>
                    <a:pt x="2335" y="10752"/>
                  </a:cubicBezTo>
                  <a:lnTo>
                    <a:pt x="2327" y="10676"/>
                  </a:lnTo>
                  <a:cubicBezTo>
                    <a:pt x="2382" y="10490"/>
                    <a:pt x="2409" y="10411"/>
                    <a:pt x="2417" y="10411"/>
                  </a:cubicBezTo>
                  <a:cubicBezTo>
                    <a:pt x="2419" y="10411"/>
                    <a:pt x="2420" y="10415"/>
                    <a:pt x="2420" y="10422"/>
                  </a:cubicBezTo>
                  <a:cubicBezTo>
                    <a:pt x="2488" y="10169"/>
                    <a:pt x="2530" y="9991"/>
                    <a:pt x="2572" y="9822"/>
                  </a:cubicBezTo>
                  <a:cubicBezTo>
                    <a:pt x="2623" y="9610"/>
                    <a:pt x="2691" y="9407"/>
                    <a:pt x="2758" y="9204"/>
                  </a:cubicBezTo>
                  <a:lnTo>
                    <a:pt x="2758" y="9204"/>
                  </a:lnTo>
                  <a:cubicBezTo>
                    <a:pt x="2708" y="9433"/>
                    <a:pt x="2674" y="9585"/>
                    <a:pt x="2555" y="9957"/>
                  </a:cubicBezTo>
                  <a:cubicBezTo>
                    <a:pt x="2623" y="9754"/>
                    <a:pt x="2682" y="9560"/>
                    <a:pt x="2750" y="9357"/>
                  </a:cubicBezTo>
                  <a:lnTo>
                    <a:pt x="2750" y="9357"/>
                  </a:lnTo>
                  <a:cubicBezTo>
                    <a:pt x="2708" y="9500"/>
                    <a:pt x="2614" y="9830"/>
                    <a:pt x="2538" y="10101"/>
                  </a:cubicBezTo>
                  <a:cubicBezTo>
                    <a:pt x="2473" y="10339"/>
                    <a:pt x="2427" y="10534"/>
                    <a:pt x="2441" y="10534"/>
                  </a:cubicBezTo>
                  <a:cubicBezTo>
                    <a:pt x="2443" y="10534"/>
                    <a:pt x="2448" y="10528"/>
                    <a:pt x="2454" y="10515"/>
                  </a:cubicBezTo>
                  <a:cubicBezTo>
                    <a:pt x="2623" y="9839"/>
                    <a:pt x="2919" y="8874"/>
                    <a:pt x="3105" y="8291"/>
                  </a:cubicBezTo>
                  <a:cubicBezTo>
                    <a:pt x="3173" y="8147"/>
                    <a:pt x="3249" y="7961"/>
                    <a:pt x="3325" y="7749"/>
                  </a:cubicBezTo>
                  <a:cubicBezTo>
                    <a:pt x="3401" y="7538"/>
                    <a:pt x="3503" y="7301"/>
                    <a:pt x="3604" y="7064"/>
                  </a:cubicBezTo>
                  <a:cubicBezTo>
                    <a:pt x="3630" y="7012"/>
                    <a:pt x="3681" y="6915"/>
                    <a:pt x="3692" y="6915"/>
                  </a:cubicBezTo>
                  <a:cubicBezTo>
                    <a:pt x="3695" y="6915"/>
                    <a:pt x="3695" y="6924"/>
                    <a:pt x="3689" y="6946"/>
                  </a:cubicBezTo>
                  <a:cubicBezTo>
                    <a:pt x="3663" y="6988"/>
                    <a:pt x="3647" y="7039"/>
                    <a:pt x="3630" y="7081"/>
                  </a:cubicBezTo>
                  <a:cubicBezTo>
                    <a:pt x="3917" y="6438"/>
                    <a:pt x="4256" y="5711"/>
                    <a:pt x="4535" y="5161"/>
                  </a:cubicBezTo>
                  <a:lnTo>
                    <a:pt x="4721" y="4898"/>
                  </a:lnTo>
                  <a:lnTo>
                    <a:pt x="4873" y="4636"/>
                  </a:lnTo>
                  <a:cubicBezTo>
                    <a:pt x="4915" y="4577"/>
                    <a:pt x="4932" y="4543"/>
                    <a:pt x="4949" y="4518"/>
                  </a:cubicBezTo>
                  <a:cubicBezTo>
                    <a:pt x="4957" y="4498"/>
                    <a:pt x="4958" y="4491"/>
                    <a:pt x="4954" y="4491"/>
                  </a:cubicBezTo>
                  <a:cubicBezTo>
                    <a:pt x="4950" y="4491"/>
                    <a:pt x="4941" y="4500"/>
                    <a:pt x="4932" y="4509"/>
                  </a:cubicBezTo>
                  <a:cubicBezTo>
                    <a:pt x="4922" y="4518"/>
                    <a:pt x="4912" y="4526"/>
                    <a:pt x="4907" y="4526"/>
                  </a:cubicBezTo>
                  <a:cubicBezTo>
                    <a:pt x="4893" y="4526"/>
                    <a:pt x="4928" y="4453"/>
                    <a:pt x="5144" y="4103"/>
                  </a:cubicBezTo>
                  <a:cubicBezTo>
                    <a:pt x="5228" y="4002"/>
                    <a:pt x="5423" y="3723"/>
                    <a:pt x="5601" y="3469"/>
                  </a:cubicBezTo>
                  <a:cubicBezTo>
                    <a:pt x="5719" y="3300"/>
                    <a:pt x="5846" y="3139"/>
                    <a:pt x="5981" y="2987"/>
                  </a:cubicBezTo>
                  <a:cubicBezTo>
                    <a:pt x="6108" y="2826"/>
                    <a:pt x="6167" y="2758"/>
                    <a:pt x="6167" y="2724"/>
                  </a:cubicBezTo>
                  <a:lnTo>
                    <a:pt x="6167" y="2724"/>
                  </a:lnTo>
                  <a:cubicBezTo>
                    <a:pt x="6108" y="2792"/>
                    <a:pt x="6015" y="2910"/>
                    <a:pt x="5956" y="2987"/>
                  </a:cubicBezTo>
                  <a:cubicBezTo>
                    <a:pt x="5923" y="3029"/>
                    <a:pt x="5898" y="3058"/>
                    <a:pt x="5892" y="3058"/>
                  </a:cubicBezTo>
                  <a:cubicBezTo>
                    <a:pt x="5888" y="3058"/>
                    <a:pt x="5896" y="3040"/>
                    <a:pt x="5922" y="2995"/>
                  </a:cubicBezTo>
                  <a:cubicBezTo>
                    <a:pt x="6032" y="2843"/>
                    <a:pt x="6125" y="2733"/>
                    <a:pt x="6210" y="2640"/>
                  </a:cubicBezTo>
                  <a:cubicBezTo>
                    <a:pt x="6294" y="2547"/>
                    <a:pt x="6362" y="2445"/>
                    <a:pt x="6464" y="2344"/>
                  </a:cubicBezTo>
                  <a:lnTo>
                    <a:pt x="6464" y="2344"/>
                  </a:lnTo>
                  <a:cubicBezTo>
                    <a:pt x="6457" y="2357"/>
                    <a:pt x="6377" y="2465"/>
                    <a:pt x="6380" y="2465"/>
                  </a:cubicBezTo>
                  <a:cubicBezTo>
                    <a:pt x="6381" y="2465"/>
                    <a:pt x="6388" y="2457"/>
                    <a:pt x="6404" y="2437"/>
                  </a:cubicBezTo>
                  <a:cubicBezTo>
                    <a:pt x="6523" y="2301"/>
                    <a:pt x="6658" y="2124"/>
                    <a:pt x="6827" y="1955"/>
                  </a:cubicBezTo>
                  <a:cubicBezTo>
                    <a:pt x="6988" y="1777"/>
                    <a:pt x="7157" y="1582"/>
                    <a:pt x="7343" y="1405"/>
                  </a:cubicBezTo>
                  <a:cubicBezTo>
                    <a:pt x="7707" y="1032"/>
                    <a:pt x="8079" y="686"/>
                    <a:pt x="8333" y="449"/>
                  </a:cubicBezTo>
                  <a:lnTo>
                    <a:pt x="8333" y="449"/>
                  </a:lnTo>
                  <a:cubicBezTo>
                    <a:pt x="8130" y="610"/>
                    <a:pt x="8130" y="652"/>
                    <a:pt x="7851" y="872"/>
                  </a:cubicBezTo>
                  <a:cubicBezTo>
                    <a:pt x="7910" y="804"/>
                    <a:pt x="7978" y="745"/>
                    <a:pt x="8045" y="686"/>
                  </a:cubicBezTo>
                  <a:lnTo>
                    <a:pt x="8045" y="686"/>
                  </a:lnTo>
                  <a:cubicBezTo>
                    <a:pt x="7978" y="728"/>
                    <a:pt x="7919" y="779"/>
                    <a:pt x="7859" y="838"/>
                  </a:cubicBezTo>
                  <a:lnTo>
                    <a:pt x="7699" y="990"/>
                  </a:lnTo>
                  <a:cubicBezTo>
                    <a:pt x="7639" y="1049"/>
                    <a:pt x="7580" y="1109"/>
                    <a:pt x="7504" y="1168"/>
                  </a:cubicBezTo>
                  <a:lnTo>
                    <a:pt x="7716" y="948"/>
                  </a:lnTo>
                  <a:lnTo>
                    <a:pt x="7935" y="736"/>
                  </a:lnTo>
                  <a:lnTo>
                    <a:pt x="7935" y="736"/>
                  </a:lnTo>
                  <a:cubicBezTo>
                    <a:pt x="7842" y="804"/>
                    <a:pt x="7749" y="872"/>
                    <a:pt x="7665" y="948"/>
                  </a:cubicBezTo>
                  <a:lnTo>
                    <a:pt x="8164" y="457"/>
                  </a:lnTo>
                  <a:lnTo>
                    <a:pt x="869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0"/>
            <p:cNvSpPr/>
            <p:nvPr/>
          </p:nvSpPr>
          <p:spPr>
            <a:xfrm rot="-7654229">
              <a:off x="8050708" y="1404411"/>
              <a:ext cx="29979" cy="3782"/>
            </a:xfrm>
            <a:custGeom>
              <a:rect b="b" l="l" r="r" t="t"/>
              <a:pathLst>
                <a:path extrusionOk="0" h="59" w="464">
                  <a:moveTo>
                    <a:pt x="12" y="0"/>
                  </a:moveTo>
                  <a:cubicBezTo>
                    <a:pt x="0" y="0"/>
                    <a:pt x="7" y="4"/>
                    <a:pt x="43" y="14"/>
                  </a:cubicBezTo>
                  <a:cubicBezTo>
                    <a:pt x="146" y="26"/>
                    <a:pt x="361" y="59"/>
                    <a:pt x="432" y="59"/>
                  </a:cubicBezTo>
                  <a:cubicBezTo>
                    <a:pt x="455" y="59"/>
                    <a:pt x="463" y="56"/>
                    <a:pt x="449" y="47"/>
                  </a:cubicBezTo>
                  <a:lnTo>
                    <a:pt x="449" y="47"/>
                  </a:lnTo>
                  <a:cubicBezTo>
                    <a:pt x="449" y="50"/>
                    <a:pt x="442" y="51"/>
                    <a:pt x="431" y="51"/>
                  </a:cubicBezTo>
                  <a:cubicBezTo>
                    <a:pt x="353" y="51"/>
                    <a:pt x="56" y="0"/>
                    <a:pt x="1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0"/>
            <p:cNvSpPr/>
            <p:nvPr/>
          </p:nvSpPr>
          <p:spPr>
            <a:xfrm rot="-7654229">
              <a:off x="8048692" y="1394375"/>
              <a:ext cx="26296" cy="3846"/>
            </a:xfrm>
            <a:custGeom>
              <a:rect b="b" l="l" r="r" t="t"/>
              <a:pathLst>
                <a:path extrusionOk="0" h="60" w="407">
                  <a:moveTo>
                    <a:pt x="1" y="0"/>
                  </a:moveTo>
                  <a:lnTo>
                    <a:pt x="246" y="51"/>
                  </a:lnTo>
                  <a:cubicBezTo>
                    <a:pt x="261" y="51"/>
                    <a:pt x="261" y="46"/>
                    <a:pt x="288" y="46"/>
                  </a:cubicBezTo>
                  <a:cubicBezTo>
                    <a:pt x="291" y="46"/>
                    <a:pt x="294" y="46"/>
                    <a:pt x="298" y="46"/>
                  </a:cubicBezTo>
                  <a:lnTo>
                    <a:pt x="298" y="46"/>
                  </a:lnTo>
                  <a:cubicBezTo>
                    <a:pt x="199" y="33"/>
                    <a:pt x="100" y="19"/>
                    <a:pt x="1" y="0"/>
                  </a:cubicBezTo>
                  <a:close/>
                  <a:moveTo>
                    <a:pt x="298" y="46"/>
                  </a:moveTo>
                  <a:lnTo>
                    <a:pt x="298" y="46"/>
                  </a:lnTo>
                  <a:cubicBezTo>
                    <a:pt x="335" y="51"/>
                    <a:pt x="371" y="55"/>
                    <a:pt x="407" y="60"/>
                  </a:cubicBezTo>
                  <a:cubicBezTo>
                    <a:pt x="352" y="51"/>
                    <a:pt x="319" y="47"/>
                    <a:pt x="298" y="4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0"/>
            <p:cNvSpPr/>
            <p:nvPr/>
          </p:nvSpPr>
          <p:spPr>
            <a:xfrm rot="-7654229">
              <a:off x="7993045" y="1323659"/>
              <a:ext cx="84251" cy="10705"/>
            </a:xfrm>
            <a:custGeom>
              <a:rect b="b" l="l" r="r" t="t"/>
              <a:pathLst>
                <a:path extrusionOk="0" h="167" w="1304">
                  <a:moveTo>
                    <a:pt x="64" y="0"/>
                  </a:moveTo>
                  <a:cubicBezTo>
                    <a:pt x="41" y="0"/>
                    <a:pt x="28" y="2"/>
                    <a:pt x="26" y="6"/>
                  </a:cubicBezTo>
                  <a:cubicBezTo>
                    <a:pt x="216" y="13"/>
                    <a:pt x="401" y="32"/>
                    <a:pt x="590" y="57"/>
                  </a:cubicBezTo>
                  <a:lnTo>
                    <a:pt x="590" y="57"/>
                  </a:lnTo>
                  <a:cubicBezTo>
                    <a:pt x="588" y="57"/>
                    <a:pt x="586" y="57"/>
                    <a:pt x="584" y="56"/>
                  </a:cubicBezTo>
                  <a:cubicBezTo>
                    <a:pt x="358" y="23"/>
                    <a:pt x="147" y="0"/>
                    <a:pt x="64" y="0"/>
                  </a:cubicBezTo>
                  <a:close/>
                  <a:moveTo>
                    <a:pt x="590" y="57"/>
                  </a:moveTo>
                  <a:lnTo>
                    <a:pt x="590" y="57"/>
                  </a:lnTo>
                  <a:cubicBezTo>
                    <a:pt x="627" y="63"/>
                    <a:pt x="665" y="69"/>
                    <a:pt x="704" y="74"/>
                  </a:cubicBezTo>
                  <a:lnTo>
                    <a:pt x="704" y="74"/>
                  </a:lnTo>
                  <a:cubicBezTo>
                    <a:pt x="703" y="74"/>
                    <a:pt x="703" y="74"/>
                    <a:pt x="703" y="73"/>
                  </a:cubicBezTo>
                  <a:cubicBezTo>
                    <a:pt x="665" y="68"/>
                    <a:pt x="627" y="62"/>
                    <a:pt x="590" y="57"/>
                  </a:cubicBezTo>
                  <a:close/>
                  <a:moveTo>
                    <a:pt x="74" y="42"/>
                  </a:moveTo>
                  <a:cubicBezTo>
                    <a:pt x="44" y="42"/>
                    <a:pt x="19" y="44"/>
                    <a:pt x="0" y="48"/>
                  </a:cubicBezTo>
                  <a:cubicBezTo>
                    <a:pt x="305" y="90"/>
                    <a:pt x="508" y="107"/>
                    <a:pt x="694" y="124"/>
                  </a:cubicBezTo>
                  <a:cubicBezTo>
                    <a:pt x="880" y="133"/>
                    <a:pt x="1049" y="141"/>
                    <a:pt x="1303" y="166"/>
                  </a:cubicBezTo>
                  <a:cubicBezTo>
                    <a:pt x="1201" y="145"/>
                    <a:pt x="950" y="110"/>
                    <a:pt x="704" y="74"/>
                  </a:cubicBezTo>
                  <a:lnTo>
                    <a:pt x="704" y="74"/>
                  </a:lnTo>
                  <a:cubicBezTo>
                    <a:pt x="729" y="91"/>
                    <a:pt x="716" y="97"/>
                    <a:pt x="678" y="97"/>
                  </a:cubicBezTo>
                  <a:cubicBezTo>
                    <a:pt x="568" y="97"/>
                    <a:pt x="244" y="42"/>
                    <a:pt x="74" y="4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0"/>
            <p:cNvSpPr/>
            <p:nvPr/>
          </p:nvSpPr>
          <p:spPr>
            <a:xfrm rot="-7654229">
              <a:off x="8051273" y="1367484"/>
              <a:ext cx="24099" cy="2756"/>
            </a:xfrm>
            <a:custGeom>
              <a:rect b="b" l="l" r="r" t="t"/>
              <a:pathLst>
                <a:path extrusionOk="0" h="43" w="373">
                  <a:moveTo>
                    <a:pt x="1" y="0"/>
                  </a:moveTo>
                  <a:lnTo>
                    <a:pt x="35" y="9"/>
                  </a:lnTo>
                  <a:lnTo>
                    <a:pt x="373" y="42"/>
                  </a:lnTo>
                  <a:lnTo>
                    <a:pt x="373" y="42"/>
                  </a:lnTo>
                  <a:lnTo>
                    <a:pt x="339" y="34"/>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3" name="Google Shape;1833;p40"/>
            <p:cNvGrpSpPr/>
            <p:nvPr/>
          </p:nvGrpSpPr>
          <p:grpSpPr>
            <a:xfrm>
              <a:off x="7662355" y="920773"/>
              <a:ext cx="467632" cy="472460"/>
              <a:chOff x="7553980" y="768823"/>
              <a:chExt cx="467632" cy="472460"/>
            </a:xfrm>
          </p:grpSpPr>
          <p:sp>
            <p:nvSpPr>
              <p:cNvPr id="1834" name="Google Shape;1834;p40"/>
              <p:cNvSpPr/>
              <p:nvPr/>
            </p:nvSpPr>
            <p:spPr>
              <a:xfrm rot="-7654229">
                <a:off x="7800128" y="879341"/>
                <a:ext cx="10402" cy="8846"/>
              </a:xfrm>
              <a:custGeom>
                <a:rect b="b" l="l" r="r" t="t"/>
                <a:pathLst>
                  <a:path extrusionOk="0" h="138" w="161">
                    <a:moveTo>
                      <a:pt x="0" y="1"/>
                    </a:moveTo>
                    <a:cubicBezTo>
                      <a:pt x="0" y="9"/>
                      <a:pt x="0" y="9"/>
                      <a:pt x="0" y="18"/>
                    </a:cubicBezTo>
                    <a:cubicBezTo>
                      <a:pt x="7" y="25"/>
                      <a:pt x="9" y="45"/>
                      <a:pt x="3" y="45"/>
                    </a:cubicBezTo>
                    <a:lnTo>
                      <a:pt x="3" y="45"/>
                    </a:lnTo>
                    <a:cubicBezTo>
                      <a:pt x="2" y="44"/>
                      <a:pt x="1" y="44"/>
                      <a:pt x="0" y="43"/>
                    </a:cubicBezTo>
                    <a:lnTo>
                      <a:pt x="0" y="43"/>
                    </a:lnTo>
                    <a:cubicBezTo>
                      <a:pt x="1" y="44"/>
                      <a:pt x="2" y="45"/>
                      <a:pt x="3" y="45"/>
                    </a:cubicBezTo>
                    <a:cubicBezTo>
                      <a:pt x="3" y="45"/>
                      <a:pt x="3" y="45"/>
                      <a:pt x="3" y="45"/>
                    </a:cubicBezTo>
                    <a:lnTo>
                      <a:pt x="3" y="45"/>
                    </a:lnTo>
                    <a:cubicBezTo>
                      <a:pt x="24" y="56"/>
                      <a:pt x="23" y="67"/>
                      <a:pt x="32" y="67"/>
                    </a:cubicBezTo>
                    <a:cubicBezTo>
                      <a:pt x="36" y="67"/>
                      <a:pt x="41" y="65"/>
                      <a:pt x="51" y="60"/>
                    </a:cubicBezTo>
                    <a:cubicBezTo>
                      <a:pt x="79" y="60"/>
                      <a:pt x="78" y="90"/>
                      <a:pt x="62" y="90"/>
                    </a:cubicBezTo>
                    <a:cubicBezTo>
                      <a:pt x="59" y="90"/>
                      <a:pt x="55" y="88"/>
                      <a:pt x="51" y="86"/>
                    </a:cubicBezTo>
                    <a:lnTo>
                      <a:pt x="51" y="86"/>
                    </a:lnTo>
                    <a:lnTo>
                      <a:pt x="110" y="128"/>
                    </a:lnTo>
                    <a:lnTo>
                      <a:pt x="93" y="94"/>
                    </a:lnTo>
                    <a:cubicBezTo>
                      <a:pt x="97" y="92"/>
                      <a:pt x="100" y="91"/>
                      <a:pt x="103" y="91"/>
                    </a:cubicBezTo>
                    <a:cubicBezTo>
                      <a:pt x="124" y="91"/>
                      <a:pt x="124" y="137"/>
                      <a:pt x="154" y="137"/>
                    </a:cubicBezTo>
                    <a:cubicBezTo>
                      <a:pt x="156" y="137"/>
                      <a:pt x="158" y="137"/>
                      <a:pt x="161" y="136"/>
                    </a:cubicBezTo>
                    <a:lnTo>
                      <a:pt x="119" y="77"/>
                    </a:lnTo>
                    <a:lnTo>
                      <a:pt x="127" y="77"/>
                    </a:lnTo>
                    <a:cubicBezTo>
                      <a:pt x="110" y="69"/>
                      <a:pt x="93" y="52"/>
                      <a:pt x="85" y="35"/>
                    </a:cubicBezTo>
                    <a:cubicBezTo>
                      <a:pt x="91" y="35"/>
                      <a:pt x="96" y="31"/>
                      <a:pt x="102" y="31"/>
                    </a:cubicBezTo>
                    <a:cubicBezTo>
                      <a:pt x="105" y="31"/>
                      <a:pt x="107" y="32"/>
                      <a:pt x="110" y="35"/>
                    </a:cubicBezTo>
                    <a:cubicBezTo>
                      <a:pt x="94" y="13"/>
                      <a:pt x="82" y="7"/>
                      <a:pt x="72" y="7"/>
                    </a:cubicBezTo>
                    <a:cubicBezTo>
                      <a:pt x="58" y="7"/>
                      <a:pt x="47" y="18"/>
                      <a:pt x="33" y="18"/>
                    </a:cubicBezTo>
                    <a:cubicBezTo>
                      <a:pt x="24" y="18"/>
                      <a:pt x="13" y="14"/>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0"/>
              <p:cNvSpPr/>
              <p:nvPr/>
            </p:nvSpPr>
            <p:spPr>
              <a:xfrm rot="-7654229">
                <a:off x="7794457" y="890580"/>
                <a:ext cx="15377" cy="9294"/>
              </a:xfrm>
              <a:custGeom>
                <a:rect b="b" l="l" r="r" t="t"/>
                <a:pathLst>
                  <a:path extrusionOk="0" h="145" w="238">
                    <a:moveTo>
                      <a:pt x="178" y="1"/>
                    </a:moveTo>
                    <a:cubicBezTo>
                      <a:pt x="170" y="51"/>
                      <a:pt x="153" y="1"/>
                      <a:pt x="161" y="60"/>
                    </a:cubicBezTo>
                    <a:lnTo>
                      <a:pt x="110" y="60"/>
                    </a:lnTo>
                    <a:lnTo>
                      <a:pt x="94" y="18"/>
                    </a:lnTo>
                    <a:cubicBezTo>
                      <a:pt x="91" y="19"/>
                      <a:pt x="88" y="19"/>
                      <a:pt x="85" y="19"/>
                    </a:cubicBezTo>
                    <a:cubicBezTo>
                      <a:pt x="76" y="19"/>
                      <a:pt x="66" y="14"/>
                      <a:pt x="59" y="14"/>
                    </a:cubicBezTo>
                    <a:cubicBezTo>
                      <a:pt x="54" y="14"/>
                      <a:pt x="51" y="17"/>
                      <a:pt x="51" y="26"/>
                    </a:cubicBezTo>
                    <a:cubicBezTo>
                      <a:pt x="60" y="26"/>
                      <a:pt x="68" y="35"/>
                      <a:pt x="68" y="43"/>
                    </a:cubicBezTo>
                    <a:cubicBezTo>
                      <a:pt x="65" y="45"/>
                      <a:pt x="62" y="46"/>
                      <a:pt x="58" y="46"/>
                    </a:cubicBezTo>
                    <a:cubicBezTo>
                      <a:pt x="41" y="46"/>
                      <a:pt x="24" y="20"/>
                      <a:pt x="10" y="20"/>
                    </a:cubicBezTo>
                    <a:cubicBezTo>
                      <a:pt x="7" y="20"/>
                      <a:pt x="4" y="21"/>
                      <a:pt x="0" y="26"/>
                    </a:cubicBezTo>
                    <a:cubicBezTo>
                      <a:pt x="34" y="51"/>
                      <a:pt x="34" y="60"/>
                      <a:pt x="68" y="68"/>
                    </a:cubicBezTo>
                    <a:cubicBezTo>
                      <a:pt x="85" y="94"/>
                      <a:pt x="94" y="119"/>
                      <a:pt x="102" y="145"/>
                    </a:cubicBezTo>
                    <a:lnTo>
                      <a:pt x="136" y="145"/>
                    </a:lnTo>
                    <a:lnTo>
                      <a:pt x="127" y="136"/>
                    </a:lnTo>
                    <a:lnTo>
                      <a:pt x="161" y="111"/>
                    </a:lnTo>
                    <a:cubicBezTo>
                      <a:pt x="144" y="111"/>
                      <a:pt x="144" y="94"/>
                      <a:pt x="136" y="85"/>
                    </a:cubicBezTo>
                    <a:lnTo>
                      <a:pt x="136" y="85"/>
                    </a:lnTo>
                    <a:lnTo>
                      <a:pt x="212" y="102"/>
                    </a:lnTo>
                    <a:cubicBezTo>
                      <a:pt x="237" y="60"/>
                      <a:pt x="178" y="26"/>
                      <a:pt x="17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0"/>
              <p:cNvSpPr/>
              <p:nvPr/>
            </p:nvSpPr>
            <p:spPr>
              <a:xfrm rot="-7654229">
                <a:off x="7805417" y="891085"/>
                <a:ext cx="65" cy="64"/>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0"/>
              <p:cNvSpPr/>
              <p:nvPr/>
            </p:nvSpPr>
            <p:spPr>
              <a:xfrm rot="-7654229">
                <a:off x="7783734" y="1036649"/>
                <a:ext cx="9368" cy="8717"/>
              </a:xfrm>
              <a:custGeom>
                <a:rect b="b" l="l" r="r" t="t"/>
                <a:pathLst>
                  <a:path extrusionOk="0" h="136" w="145">
                    <a:moveTo>
                      <a:pt x="120" y="16"/>
                    </a:moveTo>
                    <a:lnTo>
                      <a:pt x="127" y="17"/>
                    </a:lnTo>
                    <a:cubicBezTo>
                      <a:pt x="125" y="17"/>
                      <a:pt x="122" y="17"/>
                      <a:pt x="120" y="16"/>
                    </a:cubicBezTo>
                    <a:close/>
                    <a:moveTo>
                      <a:pt x="0" y="1"/>
                    </a:moveTo>
                    <a:lnTo>
                      <a:pt x="0" y="1"/>
                    </a:lnTo>
                    <a:cubicBezTo>
                      <a:pt x="9" y="13"/>
                      <a:pt x="20" y="13"/>
                      <a:pt x="30" y="13"/>
                    </a:cubicBezTo>
                    <a:cubicBezTo>
                      <a:pt x="40" y="13"/>
                      <a:pt x="49" y="13"/>
                      <a:pt x="57" y="22"/>
                    </a:cubicBezTo>
                    <a:lnTo>
                      <a:pt x="57" y="22"/>
                    </a:lnTo>
                    <a:cubicBezTo>
                      <a:pt x="56" y="22"/>
                      <a:pt x="56" y="22"/>
                      <a:pt x="55" y="22"/>
                    </a:cubicBezTo>
                    <a:cubicBezTo>
                      <a:pt x="50" y="22"/>
                      <a:pt x="43" y="26"/>
                      <a:pt x="43" y="26"/>
                    </a:cubicBezTo>
                    <a:lnTo>
                      <a:pt x="127" y="136"/>
                    </a:lnTo>
                    <a:cubicBezTo>
                      <a:pt x="134" y="129"/>
                      <a:pt x="124" y="98"/>
                      <a:pt x="135" y="98"/>
                    </a:cubicBezTo>
                    <a:cubicBezTo>
                      <a:pt x="137" y="98"/>
                      <a:pt x="140" y="99"/>
                      <a:pt x="144" y="102"/>
                    </a:cubicBezTo>
                    <a:cubicBezTo>
                      <a:pt x="144" y="90"/>
                      <a:pt x="127" y="73"/>
                      <a:pt x="111" y="68"/>
                    </a:cubicBezTo>
                    <a:lnTo>
                      <a:pt x="119" y="68"/>
                    </a:lnTo>
                    <a:cubicBezTo>
                      <a:pt x="88" y="60"/>
                      <a:pt x="92" y="16"/>
                      <a:pt x="120" y="16"/>
                    </a:cubicBezTo>
                    <a:cubicBezTo>
                      <a:pt x="120" y="16"/>
                      <a:pt x="120" y="16"/>
                      <a:pt x="120" y="16"/>
                    </a:cubicBezTo>
                    <a:lnTo>
                      <a:pt x="120" y="16"/>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0"/>
              <p:cNvSpPr/>
              <p:nvPr/>
            </p:nvSpPr>
            <p:spPr>
              <a:xfrm rot="-7654229">
                <a:off x="7739593" y="1224764"/>
                <a:ext cx="1744" cy="769"/>
              </a:xfrm>
              <a:custGeom>
                <a:rect b="b" l="l" r="r" t="t"/>
                <a:pathLst>
                  <a:path extrusionOk="0" h="12" w="27">
                    <a:moveTo>
                      <a:pt x="1" y="0"/>
                    </a:moveTo>
                    <a:cubicBezTo>
                      <a:pt x="9" y="9"/>
                      <a:pt x="14" y="11"/>
                      <a:pt x="17" y="11"/>
                    </a:cubicBezTo>
                    <a:cubicBezTo>
                      <a:pt x="20" y="11"/>
                      <a:pt x="22" y="9"/>
                      <a:pt x="26" y="9"/>
                    </a:cubicBezTo>
                    <a:cubicBezTo>
                      <a:pt x="18" y="0"/>
                      <a:pt x="9"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0"/>
              <p:cNvSpPr/>
              <p:nvPr/>
            </p:nvSpPr>
            <p:spPr>
              <a:xfrm rot="-7654229">
                <a:off x="7788179" y="1050252"/>
                <a:ext cx="2261" cy="641"/>
              </a:xfrm>
              <a:custGeom>
                <a:rect b="b" l="l" r="r" t="t"/>
                <a:pathLst>
                  <a:path extrusionOk="0" h="10" w="35">
                    <a:moveTo>
                      <a:pt x="1" y="1"/>
                    </a:moveTo>
                    <a:lnTo>
                      <a:pt x="1" y="1"/>
                    </a:lnTo>
                    <a:cubicBezTo>
                      <a:pt x="9" y="9"/>
                      <a:pt x="26" y="9"/>
                      <a:pt x="35" y="9"/>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0"/>
              <p:cNvSpPr/>
              <p:nvPr/>
            </p:nvSpPr>
            <p:spPr>
              <a:xfrm rot="-7654229">
                <a:off x="7765570" y="1030683"/>
                <a:ext cx="1163" cy="64"/>
              </a:xfrm>
              <a:custGeom>
                <a:rect b="b" l="l" r="r" t="t"/>
                <a:pathLst>
                  <a:path extrusionOk="0" h="1" w="18">
                    <a:moveTo>
                      <a:pt x="17" y="1"/>
                    </a:moveTo>
                    <a:lnTo>
                      <a:pt x="17" y="1"/>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0"/>
              <p:cNvSpPr/>
              <p:nvPr/>
            </p:nvSpPr>
            <p:spPr>
              <a:xfrm rot="-7654229">
                <a:off x="7785535" y="1091613"/>
                <a:ext cx="65" cy="641"/>
              </a:xfrm>
              <a:custGeom>
                <a:rect b="b" l="l" r="r" t="t"/>
                <a:pathLst>
                  <a:path extrusionOk="0" h="10" w="1">
                    <a:moveTo>
                      <a:pt x="1" y="9"/>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0"/>
              <p:cNvSpPr/>
              <p:nvPr/>
            </p:nvSpPr>
            <p:spPr>
              <a:xfrm rot="-7654229">
                <a:off x="7758308" y="1006592"/>
                <a:ext cx="10402" cy="5128"/>
              </a:xfrm>
              <a:custGeom>
                <a:rect b="b" l="l" r="r" t="t"/>
                <a:pathLst>
                  <a:path extrusionOk="0" h="80" w="161">
                    <a:moveTo>
                      <a:pt x="96" y="1"/>
                    </a:moveTo>
                    <a:cubicBezTo>
                      <a:pt x="94" y="1"/>
                      <a:pt x="93" y="1"/>
                      <a:pt x="93" y="3"/>
                    </a:cubicBezTo>
                    <a:lnTo>
                      <a:pt x="102" y="11"/>
                    </a:lnTo>
                    <a:cubicBezTo>
                      <a:pt x="68" y="11"/>
                      <a:pt x="60" y="23"/>
                      <a:pt x="41" y="23"/>
                    </a:cubicBezTo>
                    <a:cubicBezTo>
                      <a:pt x="32" y="23"/>
                      <a:pt x="20" y="20"/>
                      <a:pt x="0" y="11"/>
                    </a:cubicBezTo>
                    <a:lnTo>
                      <a:pt x="0" y="11"/>
                    </a:lnTo>
                    <a:cubicBezTo>
                      <a:pt x="0" y="54"/>
                      <a:pt x="25" y="54"/>
                      <a:pt x="51" y="62"/>
                    </a:cubicBezTo>
                    <a:lnTo>
                      <a:pt x="68" y="71"/>
                    </a:lnTo>
                    <a:lnTo>
                      <a:pt x="135" y="79"/>
                    </a:lnTo>
                    <a:lnTo>
                      <a:pt x="161" y="71"/>
                    </a:lnTo>
                    <a:lnTo>
                      <a:pt x="102" y="37"/>
                    </a:lnTo>
                    <a:cubicBezTo>
                      <a:pt x="118" y="37"/>
                      <a:pt x="102" y="11"/>
                      <a:pt x="118" y="11"/>
                    </a:cubicBezTo>
                    <a:cubicBezTo>
                      <a:pt x="118" y="11"/>
                      <a:pt x="102" y="1"/>
                      <a:pt x="9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0"/>
              <p:cNvSpPr/>
              <p:nvPr/>
            </p:nvSpPr>
            <p:spPr>
              <a:xfrm rot="-7654229">
                <a:off x="7740556" y="1167232"/>
                <a:ext cx="65" cy="64"/>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0"/>
              <p:cNvSpPr/>
              <p:nvPr/>
            </p:nvSpPr>
            <p:spPr>
              <a:xfrm rot="-7654229">
                <a:off x="7740031" y="1166715"/>
                <a:ext cx="840" cy="320"/>
              </a:xfrm>
              <a:custGeom>
                <a:rect b="b" l="l" r="r" t="t"/>
                <a:pathLst>
                  <a:path extrusionOk="0" h="5" w="13">
                    <a:moveTo>
                      <a:pt x="0" y="1"/>
                    </a:moveTo>
                    <a:cubicBezTo>
                      <a:pt x="6" y="1"/>
                      <a:pt x="11" y="5"/>
                      <a:pt x="12" y="5"/>
                    </a:cubicBezTo>
                    <a:cubicBezTo>
                      <a:pt x="12" y="5"/>
                      <a:pt x="11" y="4"/>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0"/>
              <p:cNvSpPr/>
              <p:nvPr/>
            </p:nvSpPr>
            <p:spPr>
              <a:xfrm rot="-7654229">
                <a:off x="7786840" y="1048510"/>
                <a:ext cx="2261" cy="641"/>
              </a:xfrm>
              <a:custGeom>
                <a:rect b="b" l="l" r="r" t="t"/>
                <a:pathLst>
                  <a:path extrusionOk="0" h="10" w="35">
                    <a:moveTo>
                      <a:pt x="26" y="1"/>
                    </a:moveTo>
                    <a:cubicBezTo>
                      <a:pt x="18" y="9"/>
                      <a:pt x="9" y="9"/>
                      <a:pt x="1" y="9"/>
                    </a:cubicBezTo>
                    <a:lnTo>
                      <a:pt x="34" y="9"/>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0"/>
              <p:cNvSpPr/>
              <p:nvPr/>
            </p:nvSpPr>
            <p:spPr>
              <a:xfrm rot="-7654229">
                <a:off x="7780855" y="1040167"/>
                <a:ext cx="4393" cy="2756"/>
              </a:xfrm>
              <a:custGeom>
                <a:rect b="b" l="l" r="r" t="t"/>
                <a:pathLst>
                  <a:path extrusionOk="0" h="43" w="68">
                    <a:moveTo>
                      <a:pt x="0" y="0"/>
                    </a:moveTo>
                    <a:lnTo>
                      <a:pt x="42" y="42"/>
                    </a:lnTo>
                    <a:lnTo>
                      <a:pt x="68" y="42"/>
                    </a:lnTo>
                    <a:cubicBezTo>
                      <a:pt x="42" y="26"/>
                      <a:pt x="25" y="9"/>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0"/>
              <p:cNvSpPr/>
              <p:nvPr/>
            </p:nvSpPr>
            <p:spPr>
              <a:xfrm rot="-7654229">
                <a:off x="7766639" y="1062180"/>
                <a:ext cx="45162" cy="35383"/>
              </a:xfrm>
              <a:custGeom>
                <a:rect b="b" l="l" r="r" t="t"/>
                <a:pathLst>
                  <a:path extrusionOk="0" h="552" w="699">
                    <a:moveTo>
                      <a:pt x="34" y="76"/>
                    </a:moveTo>
                    <a:cubicBezTo>
                      <a:pt x="30" y="82"/>
                      <a:pt x="30" y="86"/>
                      <a:pt x="30" y="86"/>
                    </a:cubicBezTo>
                    <a:cubicBezTo>
                      <a:pt x="33" y="83"/>
                      <a:pt x="34" y="79"/>
                      <a:pt x="34" y="76"/>
                    </a:cubicBezTo>
                    <a:close/>
                    <a:moveTo>
                      <a:pt x="358" y="227"/>
                    </a:moveTo>
                    <a:lnTo>
                      <a:pt x="360" y="230"/>
                    </a:lnTo>
                    <a:cubicBezTo>
                      <a:pt x="360" y="229"/>
                      <a:pt x="359" y="228"/>
                      <a:pt x="358" y="227"/>
                    </a:cubicBezTo>
                    <a:close/>
                    <a:moveTo>
                      <a:pt x="55" y="0"/>
                    </a:moveTo>
                    <a:cubicBezTo>
                      <a:pt x="48" y="0"/>
                      <a:pt x="41" y="2"/>
                      <a:pt x="30" y="2"/>
                    </a:cubicBezTo>
                    <a:cubicBezTo>
                      <a:pt x="1" y="16"/>
                      <a:pt x="36" y="50"/>
                      <a:pt x="34" y="76"/>
                    </a:cubicBezTo>
                    <a:lnTo>
                      <a:pt x="34" y="76"/>
                    </a:lnTo>
                    <a:cubicBezTo>
                      <a:pt x="35" y="74"/>
                      <a:pt x="37" y="72"/>
                      <a:pt x="39" y="69"/>
                    </a:cubicBezTo>
                    <a:lnTo>
                      <a:pt x="47" y="103"/>
                    </a:lnTo>
                    <a:cubicBezTo>
                      <a:pt x="44" y="88"/>
                      <a:pt x="50" y="83"/>
                      <a:pt x="60" y="83"/>
                    </a:cubicBezTo>
                    <a:cubicBezTo>
                      <a:pt x="72" y="83"/>
                      <a:pt x="89" y="90"/>
                      <a:pt x="98" y="95"/>
                    </a:cubicBezTo>
                    <a:cubicBezTo>
                      <a:pt x="107" y="112"/>
                      <a:pt x="123" y="120"/>
                      <a:pt x="107" y="129"/>
                    </a:cubicBezTo>
                    <a:lnTo>
                      <a:pt x="90" y="120"/>
                    </a:lnTo>
                    <a:lnTo>
                      <a:pt x="90" y="120"/>
                    </a:lnTo>
                    <a:cubicBezTo>
                      <a:pt x="90" y="146"/>
                      <a:pt x="149" y="146"/>
                      <a:pt x="149" y="179"/>
                    </a:cubicBezTo>
                    <a:lnTo>
                      <a:pt x="123" y="179"/>
                    </a:lnTo>
                    <a:cubicBezTo>
                      <a:pt x="166" y="179"/>
                      <a:pt x="183" y="205"/>
                      <a:pt x="225" y="230"/>
                    </a:cubicBezTo>
                    <a:lnTo>
                      <a:pt x="174" y="230"/>
                    </a:lnTo>
                    <a:cubicBezTo>
                      <a:pt x="233" y="230"/>
                      <a:pt x="267" y="298"/>
                      <a:pt x="284" y="357"/>
                    </a:cubicBezTo>
                    <a:cubicBezTo>
                      <a:pt x="284" y="349"/>
                      <a:pt x="284" y="340"/>
                      <a:pt x="293" y="340"/>
                    </a:cubicBezTo>
                    <a:cubicBezTo>
                      <a:pt x="318" y="357"/>
                      <a:pt x="310" y="391"/>
                      <a:pt x="293" y="391"/>
                    </a:cubicBezTo>
                    <a:cubicBezTo>
                      <a:pt x="335" y="391"/>
                      <a:pt x="343" y="501"/>
                      <a:pt x="394" y="509"/>
                    </a:cubicBezTo>
                    <a:lnTo>
                      <a:pt x="673" y="552"/>
                    </a:lnTo>
                    <a:cubicBezTo>
                      <a:pt x="665" y="543"/>
                      <a:pt x="656" y="543"/>
                      <a:pt x="648" y="535"/>
                    </a:cubicBezTo>
                    <a:cubicBezTo>
                      <a:pt x="665" y="501"/>
                      <a:pt x="656" y="501"/>
                      <a:pt x="699" y="501"/>
                    </a:cubicBezTo>
                    <a:cubicBezTo>
                      <a:pt x="693" y="499"/>
                      <a:pt x="688" y="499"/>
                      <a:pt x="684" y="499"/>
                    </a:cubicBezTo>
                    <a:cubicBezTo>
                      <a:pt x="672" y="499"/>
                      <a:pt x="662" y="502"/>
                      <a:pt x="653" y="502"/>
                    </a:cubicBezTo>
                    <a:cubicBezTo>
                      <a:pt x="643" y="502"/>
                      <a:pt x="634" y="499"/>
                      <a:pt x="623" y="484"/>
                    </a:cubicBezTo>
                    <a:lnTo>
                      <a:pt x="623" y="484"/>
                    </a:lnTo>
                    <a:cubicBezTo>
                      <a:pt x="626" y="485"/>
                      <a:pt x="629" y="485"/>
                      <a:pt x="631" y="485"/>
                    </a:cubicBezTo>
                    <a:cubicBezTo>
                      <a:pt x="661" y="485"/>
                      <a:pt x="680" y="448"/>
                      <a:pt x="656" y="425"/>
                    </a:cubicBezTo>
                    <a:cubicBezTo>
                      <a:pt x="563" y="357"/>
                      <a:pt x="445" y="357"/>
                      <a:pt x="335" y="306"/>
                    </a:cubicBezTo>
                    <a:cubicBezTo>
                      <a:pt x="360" y="289"/>
                      <a:pt x="301" y="230"/>
                      <a:pt x="284" y="196"/>
                    </a:cubicBezTo>
                    <a:cubicBezTo>
                      <a:pt x="309" y="196"/>
                      <a:pt x="341" y="204"/>
                      <a:pt x="358" y="227"/>
                    </a:cubicBezTo>
                    <a:lnTo>
                      <a:pt x="358" y="227"/>
                    </a:lnTo>
                    <a:lnTo>
                      <a:pt x="318" y="171"/>
                    </a:lnTo>
                    <a:lnTo>
                      <a:pt x="276" y="196"/>
                    </a:lnTo>
                    <a:cubicBezTo>
                      <a:pt x="250" y="167"/>
                      <a:pt x="251" y="160"/>
                      <a:pt x="262" y="160"/>
                    </a:cubicBezTo>
                    <a:cubicBezTo>
                      <a:pt x="271" y="160"/>
                      <a:pt x="286" y="165"/>
                      <a:pt x="297" y="165"/>
                    </a:cubicBezTo>
                    <a:cubicBezTo>
                      <a:pt x="308" y="165"/>
                      <a:pt x="315" y="161"/>
                      <a:pt x="310" y="146"/>
                    </a:cubicBezTo>
                    <a:cubicBezTo>
                      <a:pt x="284" y="129"/>
                      <a:pt x="259" y="129"/>
                      <a:pt x="242" y="120"/>
                    </a:cubicBezTo>
                    <a:lnTo>
                      <a:pt x="242" y="120"/>
                    </a:lnTo>
                    <a:cubicBezTo>
                      <a:pt x="310" y="179"/>
                      <a:pt x="183" y="154"/>
                      <a:pt x="242" y="213"/>
                    </a:cubicBezTo>
                    <a:cubicBezTo>
                      <a:pt x="237" y="216"/>
                      <a:pt x="231" y="217"/>
                      <a:pt x="226" y="217"/>
                    </a:cubicBezTo>
                    <a:cubicBezTo>
                      <a:pt x="198" y="217"/>
                      <a:pt x="173" y="184"/>
                      <a:pt x="166" y="162"/>
                    </a:cubicBezTo>
                    <a:cubicBezTo>
                      <a:pt x="168" y="147"/>
                      <a:pt x="174" y="141"/>
                      <a:pt x="180" y="141"/>
                    </a:cubicBezTo>
                    <a:cubicBezTo>
                      <a:pt x="192" y="141"/>
                      <a:pt x="208" y="157"/>
                      <a:pt x="223" y="157"/>
                    </a:cubicBezTo>
                    <a:cubicBezTo>
                      <a:pt x="227" y="157"/>
                      <a:pt x="230" y="156"/>
                      <a:pt x="233" y="154"/>
                    </a:cubicBezTo>
                    <a:cubicBezTo>
                      <a:pt x="218" y="139"/>
                      <a:pt x="212" y="136"/>
                      <a:pt x="204" y="136"/>
                    </a:cubicBezTo>
                    <a:cubicBezTo>
                      <a:pt x="199" y="136"/>
                      <a:pt x="193" y="137"/>
                      <a:pt x="183" y="137"/>
                    </a:cubicBezTo>
                    <a:cubicBezTo>
                      <a:pt x="157" y="86"/>
                      <a:pt x="81" y="78"/>
                      <a:pt x="98" y="19"/>
                    </a:cubicBezTo>
                    <a:cubicBezTo>
                      <a:pt x="78" y="3"/>
                      <a:pt x="67" y="0"/>
                      <a:pt x="5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0"/>
              <p:cNvSpPr/>
              <p:nvPr/>
            </p:nvSpPr>
            <p:spPr>
              <a:xfrm rot="-7654229">
                <a:off x="7786467" y="1068851"/>
                <a:ext cx="65" cy="577"/>
              </a:xfrm>
              <a:custGeom>
                <a:rect b="b" l="l" r="r" t="t"/>
                <a:pathLst>
                  <a:path extrusionOk="0" h="9" w="1">
                    <a:moveTo>
                      <a:pt x="0" y="9"/>
                    </a:moveTo>
                    <a:lnTo>
                      <a:pt x="0" y="0"/>
                    </a:lnTo>
                    <a:cubicBezTo>
                      <a:pt x="0" y="0"/>
                      <a:pt x="0" y="9"/>
                      <a:pt x="0"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0"/>
              <p:cNvSpPr/>
              <p:nvPr/>
            </p:nvSpPr>
            <p:spPr>
              <a:xfrm rot="-7654229">
                <a:off x="7786340" y="1079695"/>
                <a:ext cx="646" cy="641"/>
              </a:xfrm>
              <a:custGeom>
                <a:rect b="b" l="l" r="r" t="t"/>
                <a:pathLst>
                  <a:path extrusionOk="0" h="10" w="10">
                    <a:moveTo>
                      <a:pt x="1" y="1"/>
                    </a:moveTo>
                    <a:lnTo>
                      <a:pt x="9" y="9"/>
                    </a:lnTo>
                    <a:cubicBezTo>
                      <a:pt x="9" y="1"/>
                      <a:pt x="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0"/>
              <p:cNvSpPr/>
              <p:nvPr/>
            </p:nvSpPr>
            <p:spPr>
              <a:xfrm rot="-7654229">
                <a:off x="7781990" y="1048155"/>
                <a:ext cx="1744" cy="577"/>
              </a:xfrm>
              <a:custGeom>
                <a:rect b="b" l="l" r="r" t="t"/>
                <a:pathLst>
                  <a:path extrusionOk="0" h="9" w="27">
                    <a:moveTo>
                      <a:pt x="9" y="0"/>
                    </a:moveTo>
                    <a:cubicBezTo>
                      <a:pt x="9" y="0"/>
                      <a:pt x="1" y="0"/>
                      <a:pt x="1" y="9"/>
                    </a:cubicBezTo>
                    <a:lnTo>
                      <a:pt x="26"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0"/>
              <p:cNvSpPr/>
              <p:nvPr/>
            </p:nvSpPr>
            <p:spPr>
              <a:xfrm rot="-7654229">
                <a:off x="7786747" y="1048224"/>
                <a:ext cx="581" cy="577"/>
              </a:xfrm>
              <a:custGeom>
                <a:rect b="b" l="l" r="r" t="t"/>
                <a:pathLst>
                  <a:path extrusionOk="0" h="9" w="9">
                    <a:moveTo>
                      <a:pt x="0" y="0"/>
                    </a:moveTo>
                    <a:cubicBezTo>
                      <a:pt x="0" y="0"/>
                      <a:pt x="0" y="9"/>
                      <a:pt x="0" y="9"/>
                    </a:cubicBezTo>
                    <a:cubicBezTo>
                      <a:pt x="0" y="9"/>
                      <a:pt x="8" y="9"/>
                      <a:pt x="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0"/>
              <p:cNvSpPr/>
              <p:nvPr/>
            </p:nvSpPr>
            <p:spPr>
              <a:xfrm rot="-7654229">
                <a:off x="7766856" y="1109678"/>
                <a:ext cx="1163" cy="64"/>
              </a:xfrm>
              <a:custGeom>
                <a:rect b="b" l="l" r="r" t="t"/>
                <a:pathLst>
                  <a:path extrusionOk="0" h="1" w="18">
                    <a:moveTo>
                      <a:pt x="18" y="1"/>
                    </a:moveTo>
                    <a:lnTo>
                      <a:pt x="1" y="1"/>
                    </a:lnTo>
                    <a:cubicBezTo>
                      <a:pt x="9" y="1"/>
                      <a:pt x="9" y="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0"/>
              <p:cNvSpPr/>
              <p:nvPr/>
            </p:nvSpPr>
            <p:spPr>
              <a:xfrm rot="-7654229">
                <a:off x="7771059" y="1070840"/>
                <a:ext cx="21903" cy="22435"/>
              </a:xfrm>
              <a:custGeom>
                <a:rect b="b" l="l" r="r" t="t"/>
                <a:pathLst>
                  <a:path extrusionOk="0" h="350" w="339">
                    <a:moveTo>
                      <a:pt x="22" y="1"/>
                    </a:moveTo>
                    <a:cubicBezTo>
                      <a:pt x="15" y="1"/>
                      <a:pt x="8" y="4"/>
                      <a:pt x="0" y="11"/>
                    </a:cubicBezTo>
                    <a:cubicBezTo>
                      <a:pt x="17" y="36"/>
                      <a:pt x="42" y="45"/>
                      <a:pt x="59" y="61"/>
                    </a:cubicBezTo>
                    <a:lnTo>
                      <a:pt x="17" y="87"/>
                    </a:lnTo>
                    <a:cubicBezTo>
                      <a:pt x="23" y="92"/>
                      <a:pt x="27" y="94"/>
                      <a:pt x="32" y="94"/>
                    </a:cubicBezTo>
                    <a:cubicBezTo>
                      <a:pt x="41" y="94"/>
                      <a:pt x="48" y="86"/>
                      <a:pt x="58" y="86"/>
                    </a:cubicBezTo>
                    <a:cubicBezTo>
                      <a:pt x="65" y="86"/>
                      <a:pt x="73" y="90"/>
                      <a:pt x="84" y="103"/>
                    </a:cubicBezTo>
                    <a:lnTo>
                      <a:pt x="84" y="103"/>
                    </a:lnTo>
                    <a:cubicBezTo>
                      <a:pt x="81" y="101"/>
                      <a:pt x="79" y="98"/>
                      <a:pt x="76" y="95"/>
                    </a:cubicBezTo>
                    <a:lnTo>
                      <a:pt x="76" y="95"/>
                    </a:lnTo>
                    <a:lnTo>
                      <a:pt x="85" y="104"/>
                    </a:lnTo>
                    <a:cubicBezTo>
                      <a:pt x="84" y="104"/>
                      <a:pt x="84" y="103"/>
                      <a:pt x="84" y="103"/>
                    </a:cubicBezTo>
                    <a:lnTo>
                      <a:pt x="84" y="103"/>
                    </a:lnTo>
                    <a:cubicBezTo>
                      <a:pt x="116" y="134"/>
                      <a:pt x="154" y="166"/>
                      <a:pt x="178" y="205"/>
                    </a:cubicBezTo>
                    <a:cubicBezTo>
                      <a:pt x="161" y="205"/>
                      <a:pt x="178" y="239"/>
                      <a:pt x="161" y="248"/>
                    </a:cubicBezTo>
                    <a:cubicBezTo>
                      <a:pt x="183" y="270"/>
                      <a:pt x="198" y="292"/>
                      <a:pt x="224" y="292"/>
                    </a:cubicBezTo>
                    <a:cubicBezTo>
                      <a:pt x="228" y="292"/>
                      <a:pt x="232" y="291"/>
                      <a:pt x="237" y="290"/>
                    </a:cubicBezTo>
                    <a:cubicBezTo>
                      <a:pt x="237" y="315"/>
                      <a:pt x="279" y="324"/>
                      <a:pt x="279" y="349"/>
                    </a:cubicBezTo>
                    <a:cubicBezTo>
                      <a:pt x="279" y="332"/>
                      <a:pt x="338" y="349"/>
                      <a:pt x="296" y="307"/>
                    </a:cubicBezTo>
                    <a:lnTo>
                      <a:pt x="305" y="307"/>
                    </a:lnTo>
                    <a:cubicBezTo>
                      <a:pt x="296" y="265"/>
                      <a:pt x="254" y="273"/>
                      <a:pt x="237" y="248"/>
                    </a:cubicBezTo>
                    <a:cubicBezTo>
                      <a:pt x="237" y="241"/>
                      <a:pt x="240" y="239"/>
                      <a:pt x="243" y="239"/>
                    </a:cubicBezTo>
                    <a:cubicBezTo>
                      <a:pt x="251" y="239"/>
                      <a:pt x="263" y="248"/>
                      <a:pt x="269" y="248"/>
                    </a:cubicBezTo>
                    <a:cubicBezTo>
                      <a:pt x="272" y="248"/>
                      <a:pt x="273" y="245"/>
                      <a:pt x="271" y="239"/>
                    </a:cubicBezTo>
                    <a:cubicBezTo>
                      <a:pt x="235" y="225"/>
                      <a:pt x="211" y="156"/>
                      <a:pt x="179" y="156"/>
                    </a:cubicBezTo>
                    <a:cubicBezTo>
                      <a:pt x="173" y="156"/>
                      <a:pt x="167" y="158"/>
                      <a:pt x="161" y="163"/>
                    </a:cubicBezTo>
                    <a:cubicBezTo>
                      <a:pt x="144" y="155"/>
                      <a:pt x="144" y="138"/>
                      <a:pt x="152" y="121"/>
                    </a:cubicBezTo>
                    <a:cubicBezTo>
                      <a:pt x="87" y="121"/>
                      <a:pt x="65" y="1"/>
                      <a:pt x="2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0"/>
              <p:cNvSpPr/>
              <p:nvPr/>
            </p:nvSpPr>
            <p:spPr>
              <a:xfrm rot="-7654229">
                <a:off x="7782501" y="1053000"/>
                <a:ext cx="65" cy="641"/>
              </a:xfrm>
              <a:custGeom>
                <a:rect b="b" l="l" r="r" t="t"/>
                <a:pathLst>
                  <a:path extrusionOk="0" h="10" w="1">
                    <a:moveTo>
                      <a:pt x="1" y="9"/>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0"/>
              <p:cNvSpPr/>
              <p:nvPr/>
            </p:nvSpPr>
            <p:spPr>
              <a:xfrm rot="-7654229">
                <a:off x="7789819" y="1028324"/>
                <a:ext cx="20287" cy="24806"/>
              </a:xfrm>
              <a:custGeom>
                <a:rect b="b" l="l" r="r" t="t"/>
                <a:pathLst>
                  <a:path extrusionOk="0" h="387" w="314">
                    <a:moveTo>
                      <a:pt x="255" y="310"/>
                    </a:moveTo>
                    <a:lnTo>
                      <a:pt x="263" y="336"/>
                    </a:lnTo>
                    <a:cubicBezTo>
                      <a:pt x="255" y="336"/>
                      <a:pt x="255" y="319"/>
                      <a:pt x="255" y="310"/>
                    </a:cubicBezTo>
                    <a:close/>
                    <a:moveTo>
                      <a:pt x="65" y="0"/>
                    </a:moveTo>
                    <a:cubicBezTo>
                      <a:pt x="52" y="0"/>
                      <a:pt x="41" y="13"/>
                      <a:pt x="29" y="20"/>
                    </a:cubicBezTo>
                    <a:lnTo>
                      <a:pt x="29" y="20"/>
                    </a:lnTo>
                    <a:cubicBezTo>
                      <a:pt x="28" y="19"/>
                      <a:pt x="27" y="19"/>
                      <a:pt x="26" y="19"/>
                    </a:cubicBezTo>
                    <a:cubicBezTo>
                      <a:pt x="24" y="19"/>
                      <a:pt x="20" y="20"/>
                      <a:pt x="18" y="23"/>
                    </a:cubicBezTo>
                    <a:cubicBezTo>
                      <a:pt x="22" y="23"/>
                      <a:pt x="26" y="22"/>
                      <a:pt x="29" y="20"/>
                    </a:cubicBezTo>
                    <a:lnTo>
                      <a:pt x="29" y="20"/>
                    </a:lnTo>
                    <a:cubicBezTo>
                      <a:pt x="34" y="21"/>
                      <a:pt x="37" y="26"/>
                      <a:pt x="26" y="31"/>
                    </a:cubicBezTo>
                    <a:cubicBezTo>
                      <a:pt x="25" y="33"/>
                      <a:pt x="24" y="33"/>
                      <a:pt x="23" y="33"/>
                    </a:cubicBezTo>
                    <a:cubicBezTo>
                      <a:pt x="17" y="33"/>
                      <a:pt x="11" y="21"/>
                      <a:pt x="5" y="21"/>
                    </a:cubicBezTo>
                    <a:cubicBezTo>
                      <a:pt x="3" y="21"/>
                      <a:pt x="2" y="22"/>
                      <a:pt x="1" y="23"/>
                    </a:cubicBezTo>
                    <a:cubicBezTo>
                      <a:pt x="9" y="31"/>
                      <a:pt x="18" y="40"/>
                      <a:pt x="26" y="40"/>
                    </a:cubicBezTo>
                    <a:cubicBezTo>
                      <a:pt x="1" y="40"/>
                      <a:pt x="18" y="82"/>
                      <a:pt x="26" y="99"/>
                    </a:cubicBezTo>
                    <a:cubicBezTo>
                      <a:pt x="69" y="116"/>
                      <a:pt x="111" y="184"/>
                      <a:pt x="145" y="226"/>
                    </a:cubicBezTo>
                    <a:cubicBezTo>
                      <a:pt x="145" y="226"/>
                      <a:pt x="137" y="222"/>
                      <a:pt x="132" y="222"/>
                    </a:cubicBezTo>
                    <a:cubicBezTo>
                      <a:pt x="130" y="222"/>
                      <a:pt x="128" y="223"/>
                      <a:pt x="128" y="226"/>
                    </a:cubicBezTo>
                    <a:cubicBezTo>
                      <a:pt x="170" y="285"/>
                      <a:pt x="212" y="336"/>
                      <a:pt x="255" y="387"/>
                    </a:cubicBezTo>
                    <a:lnTo>
                      <a:pt x="305" y="370"/>
                    </a:lnTo>
                    <a:cubicBezTo>
                      <a:pt x="314" y="361"/>
                      <a:pt x="297" y="353"/>
                      <a:pt x="289" y="353"/>
                    </a:cubicBezTo>
                    <a:cubicBezTo>
                      <a:pt x="297" y="344"/>
                      <a:pt x="305" y="344"/>
                      <a:pt x="297" y="327"/>
                    </a:cubicBezTo>
                    <a:cubicBezTo>
                      <a:pt x="280" y="285"/>
                      <a:pt x="229" y="294"/>
                      <a:pt x="212" y="268"/>
                    </a:cubicBezTo>
                    <a:lnTo>
                      <a:pt x="221" y="268"/>
                    </a:lnTo>
                    <a:cubicBezTo>
                      <a:pt x="212" y="234"/>
                      <a:pt x="187" y="209"/>
                      <a:pt x="162" y="200"/>
                    </a:cubicBezTo>
                    <a:cubicBezTo>
                      <a:pt x="165" y="190"/>
                      <a:pt x="169" y="187"/>
                      <a:pt x="174" y="187"/>
                    </a:cubicBezTo>
                    <a:cubicBezTo>
                      <a:pt x="188" y="187"/>
                      <a:pt x="206" y="218"/>
                      <a:pt x="215" y="218"/>
                    </a:cubicBezTo>
                    <a:cubicBezTo>
                      <a:pt x="219" y="218"/>
                      <a:pt x="221" y="214"/>
                      <a:pt x="221" y="200"/>
                    </a:cubicBezTo>
                    <a:cubicBezTo>
                      <a:pt x="229" y="234"/>
                      <a:pt x="280" y="251"/>
                      <a:pt x="297" y="268"/>
                    </a:cubicBezTo>
                    <a:cubicBezTo>
                      <a:pt x="280" y="234"/>
                      <a:pt x="289" y="184"/>
                      <a:pt x="314" y="175"/>
                    </a:cubicBezTo>
                    <a:cubicBezTo>
                      <a:pt x="297" y="162"/>
                      <a:pt x="284" y="157"/>
                      <a:pt x="274" y="157"/>
                    </a:cubicBezTo>
                    <a:cubicBezTo>
                      <a:pt x="247" y="157"/>
                      <a:pt x="238" y="189"/>
                      <a:pt x="215" y="189"/>
                    </a:cubicBezTo>
                    <a:cubicBezTo>
                      <a:pt x="208" y="189"/>
                      <a:pt x="199" y="185"/>
                      <a:pt x="187" y="175"/>
                    </a:cubicBezTo>
                    <a:lnTo>
                      <a:pt x="153" y="124"/>
                    </a:lnTo>
                    <a:lnTo>
                      <a:pt x="111" y="141"/>
                    </a:lnTo>
                    <a:cubicBezTo>
                      <a:pt x="86" y="116"/>
                      <a:pt x="153" y="133"/>
                      <a:pt x="119" y="90"/>
                    </a:cubicBezTo>
                    <a:lnTo>
                      <a:pt x="119" y="90"/>
                    </a:lnTo>
                    <a:cubicBezTo>
                      <a:pt x="117" y="91"/>
                      <a:pt x="115" y="92"/>
                      <a:pt x="113" y="92"/>
                    </a:cubicBezTo>
                    <a:cubicBezTo>
                      <a:pt x="92" y="92"/>
                      <a:pt x="84" y="57"/>
                      <a:pt x="69" y="57"/>
                    </a:cubicBezTo>
                    <a:cubicBezTo>
                      <a:pt x="77" y="57"/>
                      <a:pt x="86" y="48"/>
                      <a:pt x="69" y="23"/>
                    </a:cubicBezTo>
                    <a:cubicBezTo>
                      <a:pt x="69" y="23"/>
                      <a:pt x="61" y="30"/>
                      <a:pt x="54" y="30"/>
                    </a:cubicBezTo>
                    <a:cubicBezTo>
                      <a:pt x="50" y="30"/>
                      <a:pt x="46" y="28"/>
                      <a:pt x="43" y="23"/>
                    </a:cubicBezTo>
                    <a:cubicBezTo>
                      <a:pt x="48" y="16"/>
                      <a:pt x="52" y="14"/>
                      <a:pt x="56" y="14"/>
                    </a:cubicBezTo>
                    <a:cubicBezTo>
                      <a:pt x="68" y="14"/>
                      <a:pt x="75" y="36"/>
                      <a:pt x="83" y="36"/>
                    </a:cubicBezTo>
                    <a:cubicBezTo>
                      <a:pt x="87" y="36"/>
                      <a:pt x="90" y="33"/>
                      <a:pt x="94" y="23"/>
                    </a:cubicBezTo>
                    <a:cubicBezTo>
                      <a:pt x="83" y="6"/>
                      <a:pt x="73" y="0"/>
                      <a:pt x="6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0"/>
              <p:cNvSpPr/>
              <p:nvPr/>
            </p:nvSpPr>
            <p:spPr>
              <a:xfrm rot="-7654229">
                <a:off x="7794555" y="918860"/>
                <a:ext cx="65" cy="641"/>
              </a:xfrm>
              <a:custGeom>
                <a:rect b="b" l="l" r="r" t="t"/>
                <a:pathLst>
                  <a:path extrusionOk="0" h="10" w="1">
                    <a:moveTo>
                      <a:pt x="0" y="1"/>
                    </a:moveTo>
                    <a:lnTo>
                      <a:pt x="0" y="9"/>
                    </a:lnTo>
                    <a:cubicBezTo>
                      <a:pt x="0" y="1"/>
                      <a:pt x="0"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0"/>
              <p:cNvSpPr/>
              <p:nvPr/>
            </p:nvSpPr>
            <p:spPr>
              <a:xfrm rot="-7654229">
                <a:off x="7785894" y="949489"/>
                <a:ext cx="581" cy="1154"/>
              </a:xfrm>
              <a:custGeom>
                <a:rect b="b" l="l" r="r" t="t"/>
                <a:pathLst>
                  <a:path extrusionOk="0" h="18" w="9">
                    <a:moveTo>
                      <a:pt x="0" y="0"/>
                    </a:moveTo>
                    <a:lnTo>
                      <a:pt x="9" y="17"/>
                    </a:lnTo>
                    <a:cubicBezTo>
                      <a:pt x="9" y="9"/>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0"/>
              <p:cNvSpPr/>
              <p:nvPr/>
            </p:nvSpPr>
            <p:spPr>
              <a:xfrm rot="-7654229">
                <a:off x="7781373" y="922999"/>
                <a:ext cx="1680" cy="1154"/>
              </a:xfrm>
              <a:custGeom>
                <a:rect b="b" l="l" r="r" t="t"/>
                <a:pathLst>
                  <a:path extrusionOk="0" h="18" w="26">
                    <a:moveTo>
                      <a:pt x="0" y="0"/>
                    </a:moveTo>
                    <a:cubicBezTo>
                      <a:pt x="4" y="4"/>
                      <a:pt x="9" y="7"/>
                      <a:pt x="13" y="9"/>
                    </a:cubicBezTo>
                    <a:lnTo>
                      <a:pt x="0" y="0"/>
                    </a:lnTo>
                    <a:close/>
                    <a:moveTo>
                      <a:pt x="13" y="9"/>
                    </a:moveTo>
                    <a:lnTo>
                      <a:pt x="26" y="17"/>
                    </a:lnTo>
                    <a:cubicBezTo>
                      <a:pt x="21" y="13"/>
                      <a:pt x="17" y="11"/>
                      <a:pt x="13"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0"/>
              <p:cNvSpPr/>
              <p:nvPr/>
            </p:nvSpPr>
            <p:spPr>
              <a:xfrm rot="-7654229">
                <a:off x="7791113" y="931956"/>
                <a:ext cx="65" cy="64"/>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0"/>
              <p:cNvSpPr/>
              <p:nvPr/>
            </p:nvSpPr>
            <p:spPr>
              <a:xfrm rot="-7654229">
                <a:off x="7800197" y="877499"/>
                <a:ext cx="581" cy="1090"/>
              </a:xfrm>
              <a:custGeom>
                <a:rect b="b" l="l" r="r" t="t"/>
                <a:pathLst>
                  <a:path extrusionOk="0" h="17" w="9">
                    <a:moveTo>
                      <a:pt x="0" y="0"/>
                    </a:moveTo>
                    <a:cubicBezTo>
                      <a:pt x="0" y="9"/>
                      <a:pt x="0" y="17"/>
                      <a:pt x="0" y="17"/>
                    </a:cubicBezTo>
                    <a:cubicBezTo>
                      <a:pt x="0" y="17"/>
                      <a:pt x="9" y="9"/>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0"/>
              <p:cNvSpPr/>
              <p:nvPr/>
            </p:nvSpPr>
            <p:spPr>
              <a:xfrm rot="-7654229">
                <a:off x="7782607" y="924992"/>
                <a:ext cx="65" cy="64"/>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0"/>
              <p:cNvSpPr/>
              <p:nvPr/>
            </p:nvSpPr>
            <p:spPr>
              <a:xfrm rot="-7654229">
                <a:off x="7775101" y="959376"/>
                <a:ext cx="646" cy="577"/>
              </a:xfrm>
              <a:custGeom>
                <a:rect b="b" l="l" r="r" t="t"/>
                <a:pathLst>
                  <a:path extrusionOk="0" h="9" w="10">
                    <a:moveTo>
                      <a:pt x="9" y="9"/>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0"/>
              <p:cNvSpPr/>
              <p:nvPr/>
            </p:nvSpPr>
            <p:spPr>
              <a:xfrm rot="-7654229">
                <a:off x="7783479" y="959528"/>
                <a:ext cx="581" cy="641"/>
              </a:xfrm>
              <a:custGeom>
                <a:rect b="b" l="l" r="r" t="t"/>
                <a:pathLst>
                  <a:path extrusionOk="0" h="10" w="9">
                    <a:moveTo>
                      <a:pt x="0" y="1"/>
                    </a:moveTo>
                    <a:lnTo>
                      <a:pt x="9" y="9"/>
                    </a:lnTo>
                    <a:cubicBezTo>
                      <a:pt x="9" y="1"/>
                      <a:pt x="0"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0"/>
              <p:cNvSpPr/>
              <p:nvPr/>
            </p:nvSpPr>
            <p:spPr>
              <a:xfrm rot="-7654229">
                <a:off x="7768555" y="995219"/>
                <a:ext cx="1680" cy="1154"/>
              </a:xfrm>
              <a:custGeom>
                <a:rect b="b" l="l" r="r" t="t"/>
                <a:pathLst>
                  <a:path extrusionOk="0" h="18" w="26">
                    <a:moveTo>
                      <a:pt x="0" y="0"/>
                    </a:moveTo>
                    <a:cubicBezTo>
                      <a:pt x="9" y="9"/>
                      <a:pt x="17" y="17"/>
                      <a:pt x="26" y="17"/>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0"/>
              <p:cNvSpPr/>
              <p:nvPr/>
            </p:nvSpPr>
            <p:spPr>
              <a:xfrm rot="-7654229">
                <a:off x="7780643" y="962844"/>
                <a:ext cx="646" cy="64"/>
              </a:xfrm>
              <a:custGeom>
                <a:rect b="b" l="l" r="r" t="t"/>
                <a:pathLst>
                  <a:path extrusionOk="0" h="1" w="10">
                    <a:moveTo>
                      <a:pt x="9" y="1"/>
                    </a:moveTo>
                    <a:lnTo>
                      <a:pt x="1" y="1"/>
                    </a:lnTo>
                    <a:cubicBezTo>
                      <a:pt x="1" y="1"/>
                      <a:pt x="1"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0"/>
              <p:cNvSpPr/>
              <p:nvPr/>
            </p:nvSpPr>
            <p:spPr>
              <a:xfrm rot="-7654229">
                <a:off x="7804640" y="912243"/>
                <a:ext cx="65" cy="64"/>
              </a:xfrm>
              <a:custGeom>
                <a:rect b="b" l="l" r="r" t="t"/>
                <a:pathLst>
                  <a:path extrusionOk="0" h="1" w="1">
                    <a:moveTo>
                      <a:pt x="0" y="0"/>
                    </a:moveTo>
                    <a:lnTo>
                      <a:pt x="0"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0"/>
              <p:cNvSpPr/>
              <p:nvPr/>
            </p:nvSpPr>
            <p:spPr>
              <a:xfrm rot="-7654229">
                <a:off x="7800880" y="906589"/>
                <a:ext cx="1098" cy="1154"/>
              </a:xfrm>
              <a:custGeom>
                <a:rect b="b" l="l" r="r" t="t"/>
                <a:pathLst>
                  <a:path extrusionOk="0" h="18" w="17">
                    <a:moveTo>
                      <a:pt x="0" y="0"/>
                    </a:moveTo>
                    <a:cubicBezTo>
                      <a:pt x="9" y="9"/>
                      <a:pt x="9" y="9"/>
                      <a:pt x="17" y="17"/>
                    </a:cubicBezTo>
                    <a:cubicBezTo>
                      <a:pt x="17" y="9"/>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0"/>
              <p:cNvSpPr/>
              <p:nvPr/>
            </p:nvSpPr>
            <p:spPr>
              <a:xfrm rot="-7654229">
                <a:off x="7808774" y="857039"/>
                <a:ext cx="2261" cy="1667"/>
              </a:xfrm>
              <a:custGeom>
                <a:rect b="b" l="l" r="r" t="t"/>
                <a:pathLst>
                  <a:path extrusionOk="0" h="26" w="35">
                    <a:moveTo>
                      <a:pt x="9" y="1"/>
                    </a:moveTo>
                    <a:cubicBezTo>
                      <a:pt x="9" y="9"/>
                      <a:pt x="9" y="26"/>
                      <a:pt x="1" y="26"/>
                    </a:cubicBezTo>
                    <a:cubicBezTo>
                      <a:pt x="18" y="26"/>
                      <a:pt x="35" y="18"/>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0"/>
              <p:cNvSpPr/>
              <p:nvPr/>
            </p:nvSpPr>
            <p:spPr>
              <a:xfrm rot="-7654229">
                <a:off x="7818850" y="922579"/>
                <a:ext cx="1163" cy="320"/>
              </a:xfrm>
              <a:custGeom>
                <a:rect b="b" l="l" r="r" t="t"/>
                <a:pathLst>
                  <a:path extrusionOk="0" h="5" w="18">
                    <a:moveTo>
                      <a:pt x="1" y="0"/>
                    </a:moveTo>
                    <a:cubicBezTo>
                      <a:pt x="0" y="0"/>
                      <a:pt x="0" y="1"/>
                      <a:pt x="0" y="4"/>
                    </a:cubicBezTo>
                    <a:lnTo>
                      <a:pt x="17" y="4"/>
                    </a:lnTo>
                    <a:cubicBezTo>
                      <a:pt x="6" y="4"/>
                      <a:pt x="2"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0"/>
              <p:cNvSpPr/>
              <p:nvPr/>
            </p:nvSpPr>
            <p:spPr>
              <a:xfrm rot="-7654229">
                <a:off x="7818634" y="922216"/>
                <a:ext cx="1163" cy="64"/>
              </a:xfrm>
              <a:custGeom>
                <a:rect b="b" l="l" r="r" t="t"/>
                <a:pathLst>
                  <a:path extrusionOk="0" h="1" w="18">
                    <a:moveTo>
                      <a:pt x="1" y="0"/>
                    </a:move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0"/>
              <p:cNvSpPr/>
              <p:nvPr/>
            </p:nvSpPr>
            <p:spPr>
              <a:xfrm rot="-7654229">
                <a:off x="7829718" y="873892"/>
                <a:ext cx="581" cy="577"/>
              </a:xfrm>
              <a:custGeom>
                <a:rect b="b" l="l" r="r" t="t"/>
                <a:pathLst>
                  <a:path extrusionOk="0" h="9" w="9">
                    <a:moveTo>
                      <a:pt x="9" y="0"/>
                    </a:moveTo>
                    <a:cubicBezTo>
                      <a:pt x="9" y="0"/>
                      <a:pt x="0" y="9"/>
                      <a:pt x="9" y="9"/>
                    </a:cubicBezTo>
                    <a:cubicBezTo>
                      <a:pt x="9" y="0"/>
                      <a:pt x="9"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0"/>
              <p:cNvSpPr/>
              <p:nvPr/>
            </p:nvSpPr>
            <p:spPr>
              <a:xfrm rot="-7654229">
                <a:off x="7791035" y="898532"/>
                <a:ext cx="11178" cy="9294"/>
              </a:xfrm>
              <a:custGeom>
                <a:rect b="b" l="l" r="r" t="t"/>
                <a:pathLst>
                  <a:path extrusionOk="0" h="145" w="173">
                    <a:moveTo>
                      <a:pt x="0" y="102"/>
                    </a:moveTo>
                    <a:cubicBezTo>
                      <a:pt x="3" y="104"/>
                      <a:pt x="5" y="106"/>
                      <a:pt x="7" y="107"/>
                    </a:cubicBezTo>
                    <a:lnTo>
                      <a:pt x="7" y="107"/>
                    </a:lnTo>
                    <a:cubicBezTo>
                      <a:pt x="6" y="104"/>
                      <a:pt x="4" y="102"/>
                      <a:pt x="0" y="102"/>
                    </a:cubicBezTo>
                    <a:close/>
                    <a:moveTo>
                      <a:pt x="8" y="1"/>
                    </a:moveTo>
                    <a:lnTo>
                      <a:pt x="8" y="1"/>
                    </a:lnTo>
                    <a:cubicBezTo>
                      <a:pt x="42" y="26"/>
                      <a:pt x="68" y="60"/>
                      <a:pt x="85" y="94"/>
                    </a:cubicBezTo>
                    <a:lnTo>
                      <a:pt x="51" y="102"/>
                    </a:lnTo>
                    <a:cubicBezTo>
                      <a:pt x="51" y="60"/>
                      <a:pt x="25" y="52"/>
                      <a:pt x="0" y="18"/>
                    </a:cubicBezTo>
                    <a:lnTo>
                      <a:pt x="0" y="18"/>
                    </a:lnTo>
                    <a:lnTo>
                      <a:pt x="42" y="94"/>
                    </a:lnTo>
                    <a:cubicBezTo>
                      <a:pt x="42" y="114"/>
                      <a:pt x="39" y="120"/>
                      <a:pt x="32" y="120"/>
                    </a:cubicBezTo>
                    <a:cubicBezTo>
                      <a:pt x="26" y="120"/>
                      <a:pt x="18" y="114"/>
                      <a:pt x="7" y="107"/>
                    </a:cubicBezTo>
                    <a:lnTo>
                      <a:pt x="7" y="107"/>
                    </a:lnTo>
                    <a:cubicBezTo>
                      <a:pt x="8" y="111"/>
                      <a:pt x="8" y="115"/>
                      <a:pt x="8" y="119"/>
                    </a:cubicBezTo>
                    <a:cubicBezTo>
                      <a:pt x="14" y="119"/>
                      <a:pt x="43" y="140"/>
                      <a:pt x="55" y="140"/>
                    </a:cubicBezTo>
                    <a:cubicBezTo>
                      <a:pt x="62" y="140"/>
                      <a:pt x="63" y="133"/>
                      <a:pt x="51" y="111"/>
                    </a:cubicBezTo>
                    <a:cubicBezTo>
                      <a:pt x="56" y="106"/>
                      <a:pt x="60" y="104"/>
                      <a:pt x="64" y="104"/>
                    </a:cubicBezTo>
                    <a:cubicBezTo>
                      <a:pt x="80" y="104"/>
                      <a:pt x="88" y="138"/>
                      <a:pt x="102" y="145"/>
                    </a:cubicBezTo>
                    <a:cubicBezTo>
                      <a:pt x="102" y="128"/>
                      <a:pt x="127" y="136"/>
                      <a:pt x="135" y="128"/>
                    </a:cubicBezTo>
                    <a:cubicBezTo>
                      <a:pt x="118" y="119"/>
                      <a:pt x="110" y="111"/>
                      <a:pt x="102" y="102"/>
                    </a:cubicBezTo>
                    <a:cubicBezTo>
                      <a:pt x="104" y="97"/>
                      <a:pt x="108" y="95"/>
                      <a:pt x="112" y="95"/>
                    </a:cubicBezTo>
                    <a:cubicBezTo>
                      <a:pt x="123" y="95"/>
                      <a:pt x="138" y="107"/>
                      <a:pt x="144" y="119"/>
                    </a:cubicBezTo>
                    <a:cubicBezTo>
                      <a:pt x="144" y="111"/>
                      <a:pt x="148" y="109"/>
                      <a:pt x="152" y="109"/>
                    </a:cubicBezTo>
                    <a:cubicBezTo>
                      <a:pt x="156" y="109"/>
                      <a:pt x="160" y="110"/>
                      <a:pt x="164" y="110"/>
                    </a:cubicBezTo>
                    <a:cubicBezTo>
                      <a:pt x="169" y="110"/>
                      <a:pt x="173" y="107"/>
                      <a:pt x="169" y="94"/>
                    </a:cubicBezTo>
                    <a:cubicBezTo>
                      <a:pt x="127" y="43"/>
                      <a:pt x="68" y="18"/>
                      <a:pt x="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0"/>
              <p:cNvSpPr/>
              <p:nvPr/>
            </p:nvSpPr>
            <p:spPr>
              <a:xfrm rot="-7654229">
                <a:off x="7817156" y="912542"/>
                <a:ext cx="65" cy="64"/>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0"/>
              <p:cNvSpPr/>
              <p:nvPr/>
            </p:nvSpPr>
            <p:spPr>
              <a:xfrm rot="-7654229">
                <a:off x="7805438" y="1004002"/>
                <a:ext cx="646" cy="64"/>
              </a:xfrm>
              <a:custGeom>
                <a:rect b="b" l="l" r="r" t="t"/>
                <a:pathLst>
                  <a:path extrusionOk="0" h="1" w="10">
                    <a:moveTo>
                      <a:pt x="9" y="1"/>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0"/>
              <p:cNvSpPr/>
              <p:nvPr/>
            </p:nvSpPr>
            <p:spPr>
              <a:xfrm rot="-7654229">
                <a:off x="7807135" y="913700"/>
                <a:ext cx="65" cy="64"/>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0"/>
              <p:cNvSpPr/>
              <p:nvPr/>
            </p:nvSpPr>
            <p:spPr>
              <a:xfrm rot="-7654229">
                <a:off x="7807939" y="992587"/>
                <a:ext cx="65" cy="64"/>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0"/>
              <p:cNvSpPr/>
              <p:nvPr/>
            </p:nvSpPr>
            <p:spPr>
              <a:xfrm rot="-7654229">
                <a:off x="7770460" y="980328"/>
                <a:ext cx="65" cy="64"/>
              </a:xfrm>
              <a:custGeom>
                <a:rect b="b" l="l" r="r" t="t"/>
                <a:pathLst>
                  <a:path extrusionOk="0" h="1" w="1">
                    <a:moveTo>
                      <a:pt x="0" y="0"/>
                    </a:moveTo>
                    <a:lnTo>
                      <a:pt x="0" y="0"/>
                    </a:lnTo>
                    <a:cubicBezTo>
                      <a:pt x="0" y="0"/>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0"/>
              <p:cNvSpPr/>
              <p:nvPr/>
            </p:nvSpPr>
            <p:spPr>
              <a:xfrm rot="-7654229">
                <a:off x="7807939" y="992587"/>
                <a:ext cx="65" cy="64"/>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0"/>
              <p:cNvSpPr/>
              <p:nvPr/>
            </p:nvSpPr>
            <p:spPr>
              <a:xfrm rot="-7654229">
                <a:off x="7813981" y="936808"/>
                <a:ext cx="65" cy="1154"/>
              </a:xfrm>
              <a:custGeom>
                <a:rect b="b" l="l" r="r" t="t"/>
                <a:pathLst>
                  <a:path extrusionOk="0" h="18" w="1">
                    <a:moveTo>
                      <a:pt x="1" y="17"/>
                    </a:moveTo>
                    <a:lnTo>
                      <a:pt x="1" y="0"/>
                    </a:lnTo>
                    <a:cubicBezTo>
                      <a:pt x="1" y="0"/>
                      <a:pt x="1" y="9"/>
                      <a:pt x="1" y="1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0"/>
              <p:cNvSpPr/>
              <p:nvPr/>
            </p:nvSpPr>
            <p:spPr>
              <a:xfrm rot="-7654229">
                <a:off x="7809083" y="947008"/>
                <a:ext cx="65" cy="64"/>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0"/>
              <p:cNvSpPr/>
              <p:nvPr/>
            </p:nvSpPr>
            <p:spPr>
              <a:xfrm rot="-7654229">
                <a:off x="7800190" y="859186"/>
                <a:ext cx="1163" cy="1154"/>
              </a:xfrm>
              <a:custGeom>
                <a:rect b="b" l="l" r="r" t="t"/>
                <a:pathLst>
                  <a:path extrusionOk="0" h="18" w="18">
                    <a:moveTo>
                      <a:pt x="1" y="1"/>
                    </a:moveTo>
                    <a:cubicBezTo>
                      <a:pt x="1" y="9"/>
                      <a:pt x="9" y="18"/>
                      <a:pt x="18" y="18"/>
                    </a:cubicBezTo>
                    <a:cubicBezTo>
                      <a:pt x="9" y="9"/>
                      <a:pt x="9" y="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0"/>
              <p:cNvSpPr/>
              <p:nvPr/>
            </p:nvSpPr>
            <p:spPr>
              <a:xfrm rot="-7654229">
                <a:off x="7808294" y="993048"/>
                <a:ext cx="65" cy="64"/>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0"/>
              <p:cNvSpPr/>
              <p:nvPr/>
            </p:nvSpPr>
            <p:spPr>
              <a:xfrm rot="-7654229">
                <a:off x="7809061" y="918843"/>
                <a:ext cx="581" cy="64"/>
              </a:xfrm>
              <a:custGeom>
                <a:rect b="b" l="l" r="r" t="t"/>
                <a:pathLst>
                  <a:path extrusionOk="0" h="1" w="9">
                    <a:moveTo>
                      <a:pt x="9" y="0"/>
                    </a:moveTo>
                    <a:lnTo>
                      <a:pt x="0"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0"/>
              <p:cNvSpPr/>
              <p:nvPr/>
            </p:nvSpPr>
            <p:spPr>
              <a:xfrm rot="-7654229">
                <a:off x="7805301" y="908577"/>
                <a:ext cx="8787" cy="12243"/>
              </a:xfrm>
              <a:custGeom>
                <a:rect b="b" l="l" r="r" t="t"/>
                <a:pathLst>
                  <a:path extrusionOk="0" h="191" w="136">
                    <a:moveTo>
                      <a:pt x="34" y="1"/>
                    </a:moveTo>
                    <a:lnTo>
                      <a:pt x="59" y="43"/>
                    </a:lnTo>
                    <a:lnTo>
                      <a:pt x="26" y="51"/>
                    </a:lnTo>
                    <a:cubicBezTo>
                      <a:pt x="85" y="102"/>
                      <a:pt x="0" y="85"/>
                      <a:pt x="68" y="128"/>
                    </a:cubicBezTo>
                    <a:lnTo>
                      <a:pt x="51" y="128"/>
                    </a:lnTo>
                    <a:cubicBezTo>
                      <a:pt x="80" y="149"/>
                      <a:pt x="97" y="190"/>
                      <a:pt x="122" y="190"/>
                    </a:cubicBezTo>
                    <a:cubicBezTo>
                      <a:pt x="127" y="190"/>
                      <a:pt x="131" y="189"/>
                      <a:pt x="136" y="187"/>
                    </a:cubicBezTo>
                    <a:cubicBezTo>
                      <a:pt x="127" y="178"/>
                      <a:pt x="110" y="128"/>
                      <a:pt x="127" y="119"/>
                    </a:cubicBezTo>
                    <a:cubicBezTo>
                      <a:pt x="110" y="111"/>
                      <a:pt x="102" y="68"/>
                      <a:pt x="93" y="68"/>
                    </a:cubicBezTo>
                    <a:lnTo>
                      <a:pt x="93" y="68"/>
                    </a:lnTo>
                    <a:cubicBezTo>
                      <a:pt x="97" y="83"/>
                      <a:pt x="94" y="88"/>
                      <a:pt x="88" y="88"/>
                    </a:cubicBezTo>
                    <a:cubicBezTo>
                      <a:pt x="80" y="88"/>
                      <a:pt x="66" y="78"/>
                      <a:pt x="51" y="68"/>
                    </a:cubicBezTo>
                    <a:cubicBezTo>
                      <a:pt x="51" y="51"/>
                      <a:pt x="76" y="60"/>
                      <a:pt x="68" y="43"/>
                    </a:cubicBezTo>
                    <a:lnTo>
                      <a:pt x="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0"/>
              <p:cNvSpPr/>
              <p:nvPr/>
            </p:nvSpPr>
            <p:spPr>
              <a:xfrm rot="-7654229">
                <a:off x="7812079" y="914065"/>
                <a:ext cx="581" cy="449"/>
              </a:xfrm>
              <a:custGeom>
                <a:rect b="b" l="l" r="r" t="t"/>
                <a:pathLst>
                  <a:path extrusionOk="0" h="7" w="9">
                    <a:moveTo>
                      <a:pt x="5" y="1"/>
                    </a:moveTo>
                    <a:cubicBezTo>
                      <a:pt x="3" y="1"/>
                      <a:pt x="1" y="3"/>
                      <a:pt x="1" y="7"/>
                    </a:cubicBezTo>
                    <a:lnTo>
                      <a:pt x="9" y="7"/>
                    </a:lnTo>
                    <a:cubicBezTo>
                      <a:pt x="9" y="3"/>
                      <a:pt x="7" y="1"/>
                      <a:pt x="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0"/>
              <p:cNvSpPr/>
              <p:nvPr/>
            </p:nvSpPr>
            <p:spPr>
              <a:xfrm rot="-7654229">
                <a:off x="7819501" y="894357"/>
                <a:ext cx="581" cy="641"/>
              </a:xfrm>
              <a:custGeom>
                <a:rect b="b" l="l" r="r" t="t"/>
                <a:pathLst>
                  <a:path extrusionOk="0" h="10" w="9">
                    <a:moveTo>
                      <a:pt x="0" y="1"/>
                    </a:moveTo>
                    <a:lnTo>
                      <a:pt x="9"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0"/>
              <p:cNvSpPr/>
              <p:nvPr/>
            </p:nvSpPr>
            <p:spPr>
              <a:xfrm rot="-7654229">
                <a:off x="7783247" y="1034203"/>
                <a:ext cx="2197" cy="2500"/>
              </a:xfrm>
              <a:custGeom>
                <a:rect b="b" l="l" r="r" t="t"/>
                <a:pathLst>
                  <a:path extrusionOk="0" h="39" w="34">
                    <a:moveTo>
                      <a:pt x="8" y="0"/>
                    </a:moveTo>
                    <a:cubicBezTo>
                      <a:pt x="1" y="7"/>
                      <a:pt x="11" y="38"/>
                      <a:pt x="25" y="38"/>
                    </a:cubicBezTo>
                    <a:cubicBezTo>
                      <a:pt x="28" y="38"/>
                      <a:pt x="30" y="37"/>
                      <a:pt x="33" y="34"/>
                    </a:cubicBezTo>
                    <a:cubicBezTo>
                      <a:pt x="25" y="26"/>
                      <a:pt x="16" y="9"/>
                      <a:pt x="1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0"/>
              <p:cNvSpPr/>
              <p:nvPr/>
            </p:nvSpPr>
            <p:spPr>
              <a:xfrm rot="-7654229">
                <a:off x="7792288" y="971611"/>
                <a:ext cx="646" cy="1154"/>
              </a:xfrm>
              <a:custGeom>
                <a:rect b="b" l="l" r="r" t="t"/>
                <a:pathLst>
                  <a:path extrusionOk="0" h="18" w="10">
                    <a:moveTo>
                      <a:pt x="1" y="1"/>
                    </a:moveTo>
                    <a:cubicBezTo>
                      <a:pt x="1" y="9"/>
                      <a:pt x="1" y="9"/>
                      <a:pt x="9" y="18"/>
                    </a:cubicBezTo>
                    <a:cubicBezTo>
                      <a:pt x="1" y="10"/>
                      <a:pt x="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0"/>
              <p:cNvSpPr/>
              <p:nvPr/>
            </p:nvSpPr>
            <p:spPr>
              <a:xfrm rot="-7654229">
                <a:off x="7808015" y="909878"/>
                <a:ext cx="1163" cy="64"/>
              </a:xfrm>
              <a:custGeom>
                <a:rect b="b" l="l" r="r" t="t"/>
                <a:pathLst>
                  <a:path extrusionOk="0" h="1" w="18">
                    <a:moveTo>
                      <a:pt x="17" y="1"/>
                    </a:moveTo>
                    <a:cubicBezTo>
                      <a:pt x="9" y="1"/>
                      <a:pt x="9" y="1"/>
                      <a:pt x="0" y="1"/>
                    </a:cubicBezTo>
                    <a:cubicBezTo>
                      <a:pt x="9" y="1"/>
                      <a:pt x="9" y="1"/>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0"/>
              <p:cNvSpPr/>
              <p:nvPr/>
            </p:nvSpPr>
            <p:spPr>
              <a:xfrm rot="-7654229">
                <a:off x="7795806" y="969676"/>
                <a:ext cx="2261" cy="2820"/>
              </a:xfrm>
              <a:custGeom>
                <a:rect b="b" l="l" r="r" t="t"/>
                <a:pathLst>
                  <a:path extrusionOk="0" h="44" w="35">
                    <a:moveTo>
                      <a:pt x="9" y="1"/>
                    </a:moveTo>
                    <a:cubicBezTo>
                      <a:pt x="9" y="9"/>
                      <a:pt x="1" y="18"/>
                      <a:pt x="1" y="26"/>
                    </a:cubicBezTo>
                    <a:cubicBezTo>
                      <a:pt x="7" y="32"/>
                      <a:pt x="18" y="34"/>
                      <a:pt x="26" y="38"/>
                    </a:cubicBezTo>
                    <a:lnTo>
                      <a:pt x="26" y="38"/>
                    </a:lnTo>
                    <a:cubicBezTo>
                      <a:pt x="15" y="29"/>
                      <a:pt x="9" y="15"/>
                      <a:pt x="9" y="1"/>
                    </a:cubicBezTo>
                    <a:close/>
                    <a:moveTo>
                      <a:pt x="26" y="38"/>
                    </a:moveTo>
                    <a:cubicBezTo>
                      <a:pt x="29" y="40"/>
                      <a:pt x="31" y="42"/>
                      <a:pt x="34" y="43"/>
                    </a:cubicBezTo>
                    <a:cubicBezTo>
                      <a:pt x="32" y="41"/>
                      <a:pt x="29" y="39"/>
                      <a:pt x="26" y="3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0"/>
              <p:cNvSpPr/>
              <p:nvPr/>
            </p:nvSpPr>
            <p:spPr>
              <a:xfrm rot="-7654229">
                <a:off x="7797297" y="969306"/>
                <a:ext cx="65" cy="64"/>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0"/>
              <p:cNvSpPr/>
              <p:nvPr/>
            </p:nvSpPr>
            <p:spPr>
              <a:xfrm rot="-7654229">
                <a:off x="7638548" y="819839"/>
                <a:ext cx="298497" cy="370429"/>
              </a:xfrm>
              <a:custGeom>
                <a:rect b="b" l="l" r="r" t="t"/>
                <a:pathLst>
                  <a:path extrusionOk="0" h="5779" w="4620">
                    <a:moveTo>
                      <a:pt x="178" y="263"/>
                    </a:moveTo>
                    <a:lnTo>
                      <a:pt x="178" y="263"/>
                    </a:lnTo>
                    <a:cubicBezTo>
                      <a:pt x="180" y="265"/>
                      <a:pt x="182" y="268"/>
                      <a:pt x="184" y="270"/>
                    </a:cubicBezTo>
                    <a:lnTo>
                      <a:pt x="184" y="270"/>
                    </a:lnTo>
                    <a:cubicBezTo>
                      <a:pt x="182" y="268"/>
                      <a:pt x="180" y="265"/>
                      <a:pt x="178" y="263"/>
                    </a:cubicBezTo>
                    <a:close/>
                    <a:moveTo>
                      <a:pt x="432" y="548"/>
                    </a:moveTo>
                    <a:cubicBezTo>
                      <a:pt x="430" y="548"/>
                      <a:pt x="437" y="551"/>
                      <a:pt x="444" y="552"/>
                    </a:cubicBezTo>
                    <a:lnTo>
                      <a:pt x="444" y="552"/>
                    </a:lnTo>
                    <a:cubicBezTo>
                      <a:pt x="443" y="552"/>
                      <a:pt x="442" y="551"/>
                      <a:pt x="441" y="550"/>
                    </a:cubicBezTo>
                    <a:cubicBezTo>
                      <a:pt x="435" y="549"/>
                      <a:pt x="432" y="548"/>
                      <a:pt x="432" y="548"/>
                    </a:cubicBezTo>
                    <a:close/>
                    <a:moveTo>
                      <a:pt x="779" y="700"/>
                    </a:moveTo>
                    <a:lnTo>
                      <a:pt x="787" y="711"/>
                    </a:lnTo>
                    <a:cubicBezTo>
                      <a:pt x="785" y="707"/>
                      <a:pt x="782" y="703"/>
                      <a:pt x="779" y="700"/>
                    </a:cubicBezTo>
                    <a:close/>
                    <a:moveTo>
                      <a:pt x="1302" y="1216"/>
                    </a:moveTo>
                    <a:cubicBezTo>
                      <a:pt x="1305" y="1217"/>
                      <a:pt x="1308" y="1218"/>
                      <a:pt x="1312" y="1219"/>
                    </a:cubicBezTo>
                    <a:cubicBezTo>
                      <a:pt x="1312" y="1219"/>
                      <a:pt x="1308" y="1218"/>
                      <a:pt x="1302" y="1216"/>
                    </a:cubicBezTo>
                    <a:close/>
                    <a:moveTo>
                      <a:pt x="1428" y="1402"/>
                    </a:moveTo>
                    <a:cubicBezTo>
                      <a:pt x="1426" y="1402"/>
                      <a:pt x="1425" y="1403"/>
                      <a:pt x="1424" y="1405"/>
                    </a:cubicBezTo>
                    <a:lnTo>
                      <a:pt x="1438" y="1405"/>
                    </a:lnTo>
                    <a:cubicBezTo>
                      <a:pt x="1435" y="1403"/>
                      <a:pt x="1431" y="1402"/>
                      <a:pt x="1428" y="1402"/>
                    </a:cubicBezTo>
                    <a:close/>
                    <a:moveTo>
                      <a:pt x="1438" y="1405"/>
                    </a:moveTo>
                    <a:cubicBezTo>
                      <a:pt x="1444" y="1407"/>
                      <a:pt x="1448" y="1409"/>
                      <a:pt x="1450" y="1409"/>
                    </a:cubicBezTo>
                    <a:cubicBezTo>
                      <a:pt x="1451" y="1409"/>
                      <a:pt x="1450" y="1408"/>
                      <a:pt x="1447" y="1405"/>
                    </a:cubicBezTo>
                    <a:close/>
                    <a:moveTo>
                      <a:pt x="1404" y="1898"/>
                    </a:moveTo>
                    <a:cubicBezTo>
                      <a:pt x="1404" y="1899"/>
                      <a:pt x="1404" y="1902"/>
                      <a:pt x="1405" y="1904"/>
                    </a:cubicBezTo>
                    <a:cubicBezTo>
                      <a:pt x="1405" y="1902"/>
                      <a:pt x="1404" y="1900"/>
                      <a:pt x="1404" y="1898"/>
                    </a:cubicBezTo>
                    <a:close/>
                    <a:moveTo>
                      <a:pt x="1862" y="1934"/>
                    </a:moveTo>
                    <a:cubicBezTo>
                      <a:pt x="1862" y="1935"/>
                      <a:pt x="1862" y="1936"/>
                      <a:pt x="1862" y="1938"/>
                    </a:cubicBezTo>
                    <a:cubicBezTo>
                      <a:pt x="1862" y="1935"/>
                      <a:pt x="1862" y="1934"/>
                      <a:pt x="1862" y="1934"/>
                    </a:cubicBezTo>
                    <a:close/>
                    <a:moveTo>
                      <a:pt x="1955" y="1971"/>
                    </a:moveTo>
                    <a:cubicBezTo>
                      <a:pt x="1985" y="2001"/>
                      <a:pt x="2014" y="1985"/>
                      <a:pt x="2044" y="2015"/>
                    </a:cubicBezTo>
                    <a:lnTo>
                      <a:pt x="2044" y="2015"/>
                    </a:lnTo>
                    <a:cubicBezTo>
                      <a:pt x="2026" y="1986"/>
                      <a:pt x="1994" y="1971"/>
                      <a:pt x="1955" y="1971"/>
                    </a:cubicBezTo>
                    <a:close/>
                    <a:moveTo>
                      <a:pt x="2048" y="1997"/>
                    </a:moveTo>
                    <a:lnTo>
                      <a:pt x="2048" y="2020"/>
                    </a:lnTo>
                    <a:lnTo>
                      <a:pt x="2048" y="2020"/>
                    </a:lnTo>
                    <a:cubicBezTo>
                      <a:pt x="2047" y="2018"/>
                      <a:pt x="2045" y="2017"/>
                      <a:pt x="2044" y="2015"/>
                    </a:cubicBezTo>
                    <a:lnTo>
                      <a:pt x="2044" y="2015"/>
                    </a:lnTo>
                    <a:cubicBezTo>
                      <a:pt x="2045" y="2018"/>
                      <a:pt x="2047" y="2020"/>
                      <a:pt x="2048" y="2022"/>
                    </a:cubicBezTo>
                    <a:lnTo>
                      <a:pt x="2048" y="2020"/>
                    </a:lnTo>
                    <a:lnTo>
                      <a:pt x="2048" y="2020"/>
                    </a:lnTo>
                    <a:cubicBezTo>
                      <a:pt x="2051" y="2023"/>
                      <a:pt x="2053" y="2026"/>
                      <a:pt x="2056" y="2031"/>
                    </a:cubicBezTo>
                    <a:cubicBezTo>
                      <a:pt x="2068" y="2065"/>
                      <a:pt x="2064" y="2070"/>
                      <a:pt x="2056" y="2070"/>
                    </a:cubicBezTo>
                    <a:cubicBezTo>
                      <a:pt x="2052" y="2070"/>
                      <a:pt x="2048" y="2069"/>
                      <a:pt x="2044" y="2069"/>
                    </a:cubicBezTo>
                    <a:cubicBezTo>
                      <a:pt x="2037" y="2069"/>
                      <a:pt x="2031" y="2072"/>
                      <a:pt x="2031" y="2090"/>
                    </a:cubicBezTo>
                    <a:lnTo>
                      <a:pt x="2082" y="2115"/>
                    </a:lnTo>
                    <a:lnTo>
                      <a:pt x="2073" y="2098"/>
                    </a:lnTo>
                    <a:cubicBezTo>
                      <a:pt x="2076" y="2097"/>
                      <a:pt x="2078" y="2096"/>
                      <a:pt x="2081" y="2096"/>
                    </a:cubicBezTo>
                    <a:cubicBezTo>
                      <a:pt x="2099" y="2096"/>
                      <a:pt x="2113" y="2137"/>
                      <a:pt x="2130" y="2137"/>
                    </a:cubicBezTo>
                    <a:cubicBezTo>
                      <a:pt x="2134" y="2137"/>
                      <a:pt x="2137" y="2136"/>
                      <a:pt x="2141" y="2132"/>
                    </a:cubicBezTo>
                    <a:cubicBezTo>
                      <a:pt x="2149" y="2191"/>
                      <a:pt x="2175" y="2191"/>
                      <a:pt x="2183" y="2251"/>
                    </a:cubicBezTo>
                    <a:cubicBezTo>
                      <a:pt x="2200" y="2251"/>
                      <a:pt x="2192" y="2234"/>
                      <a:pt x="2183" y="2225"/>
                    </a:cubicBezTo>
                    <a:lnTo>
                      <a:pt x="2183" y="2225"/>
                    </a:lnTo>
                    <a:cubicBezTo>
                      <a:pt x="2200" y="2242"/>
                      <a:pt x="2234" y="2217"/>
                      <a:pt x="2234" y="2268"/>
                    </a:cubicBezTo>
                    <a:cubicBezTo>
                      <a:pt x="2235" y="2271"/>
                      <a:pt x="2237" y="2272"/>
                      <a:pt x="2239" y="2272"/>
                    </a:cubicBezTo>
                    <a:cubicBezTo>
                      <a:pt x="2248" y="2272"/>
                      <a:pt x="2256" y="2246"/>
                      <a:pt x="2242" y="2225"/>
                    </a:cubicBezTo>
                    <a:lnTo>
                      <a:pt x="2242" y="2225"/>
                    </a:lnTo>
                    <a:cubicBezTo>
                      <a:pt x="2259" y="2251"/>
                      <a:pt x="2276" y="2268"/>
                      <a:pt x="2293" y="2293"/>
                    </a:cubicBezTo>
                    <a:lnTo>
                      <a:pt x="2293" y="2251"/>
                    </a:lnTo>
                    <a:lnTo>
                      <a:pt x="2319" y="2276"/>
                    </a:lnTo>
                    <a:lnTo>
                      <a:pt x="2319" y="2251"/>
                    </a:lnTo>
                    <a:cubicBezTo>
                      <a:pt x="2354" y="2279"/>
                      <a:pt x="2378" y="2325"/>
                      <a:pt x="2389" y="2375"/>
                    </a:cubicBezTo>
                    <a:lnTo>
                      <a:pt x="2389" y="2375"/>
                    </a:lnTo>
                    <a:cubicBezTo>
                      <a:pt x="2387" y="2328"/>
                      <a:pt x="2398" y="2282"/>
                      <a:pt x="2344" y="2242"/>
                    </a:cubicBezTo>
                    <a:lnTo>
                      <a:pt x="2344" y="2242"/>
                    </a:lnTo>
                    <a:cubicBezTo>
                      <a:pt x="2335" y="2242"/>
                      <a:pt x="2378" y="2276"/>
                      <a:pt x="2361" y="2284"/>
                    </a:cubicBezTo>
                    <a:cubicBezTo>
                      <a:pt x="2302" y="2259"/>
                      <a:pt x="2352" y="2200"/>
                      <a:pt x="2310" y="2175"/>
                    </a:cubicBezTo>
                    <a:lnTo>
                      <a:pt x="2310" y="2175"/>
                    </a:lnTo>
                    <a:lnTo>
                      <a:pt x="2285" y="2208"/>
                    </a:lnTo>
                    <a:cubicBezTo>
                      <a:pt x="2268" y="2191"/>
                      <a:pt x="2251" y="2183"/>
                      <a:pt x="2234" y="2166"/>
                    </a:cubicBezTo>
                    <a:cubicBezTo>
                      <a:pt x="2241" y="2152"/>
                      <a:pt x="2237" y="2117"/>
                      <a:pt x="2248" y="2117"/>
                    </a:cubicBezTo>
                    <a:cubicBezTo>
                      <a:pt x="2251" y="2117"/>
                      <a:pt x="2254" y="2119"/>
                      <a:pt x="2259" y="2124"/>
                    </a:cubicBezTo>
                    <a:cubicBezTo>
                      <a:pt x="2225" y="2048"/>
                      <a:pt x="2158" y="2115"/>
                      <a:pt x="2115" y="2031"/>
                    </a:cubicBezTo>
                    <a:lnTo>
                      <a:pt x="2115" y="2031"/>
                    </a:lnTo>
                    <a:cubicBezTo>
                      <a:pt x="2124" y="2056"/>
                      <a:pt x="2141" y="2081"/>
                      <a:pt x="2158" y="2098"/>
                    </a:cubicBezTo>
                    <a:cubicBezTo>
                      <a:pt x="2148" y="2094"/>
                      <a:pt x="2141" y="2093"/>
                      <a:pt x="2137" y="2093"/>
                    </a:cubicBezTo>
                    <a:cubicBezTo>
                      <a:pt x="2125" y="2093"/>
                      <a:pt x="2135" y="2109"/>
                      <a:pt x="2115" y="2115"/>
                    </a:cubicBezTo>
                    <a:cubicBezTo>
                      <a:pt x="2123" y="2094"/>
                      <a:pt x="2082" y="2061"/>
                      <a:pt x="2099" y="2061"/>
                    </a:cubicBezTo>
                    <a:cubicBezTo>
                      <a:pt x="2102" y="2061"/>
                      <a:pt x="2107" y="2062"/>
                      <a:pt x="2115" y="2065"/>
                    </a:cubicBezTo>
                    <a:cubicBezTo>
                      <a:pt x="2099" y="2039"/>
                      <a:pt x="2073" y="1997"/>
                      <a:pt x="2048" y="1997"/>
                    </a:cubicBezTo>
                    <a:close/>
                    <a:moveTo>
                      <a:pt x="2547" y="2707"/>
                    </a:moveTo>
                    <a:lnTo>
                      <a:pt x="2547" y="2715"/>
                    </a:lnTo>
                    <a:lnTo>
                      <a:pt x="2547" y="2715"/>
                    </a:lnTo>
                    <a:lnTo>
                      <a:pt x="2538" y="2707"/>
                    </a:lnTo>
                    <a:close/>
                    <a:moveTo>
                      <a:pt x="2209" y="2750"/>
                    </a:moveTo>
                    <a:lnTo>
                      <a:pt x="2217" y="2775"/>
                    </a:lnTo>
                    <a:lnTo>
                      <a:pt x="2192" y="2784"/>
                    </a:lnTo>
                    <a:lnTo>
                      <a:pt x="2192" y="2775"/>
                    </a:lnTo>
                    <a:cubicBezTo>
                      <a:pt x="2192" y="2767"/>
                      <a:pt x="2200" y="2758"/>
                      <a:pt x="2209" y="2750"/>
                    </a:cubicBezTo>
                    <a:close/>
                    <a:moveTo>
                      <a:pt x="2031" y="2995"/>
                    </a:moveTo>
                    <a:lnTo>
                      <a:pt x="2031" y="2995"/>
                    </a:lnTo>
                    <a:cubicBezTo>
                      <a:pt x="2032" y="2995"/>
                      <a:pt x="2032" y="2995"/>
                      <a:pt x="2033" y="2995"/>
                    </a:cubicBezTo>
                    <a:lnTo>
                      <a:pt x="2033" y="2995"/>
                    </a:lnTo>
                    <a:cubicBezTo>
                      <a:pt x="2032" y="2995"/>
                      <a:pt x="2031" y="2995"/>
                      <a:pt x="2031" y="2995"/>
                    </a:cubicBezTo>
                    <a:close/>
                    <a:moveTo>
                      <a:pt x="2033" y="2995"/>
                    </a:moveTo>
                    <a:cubicBezTo>
                      <a:pt x="2038" y="2997"/>
                      <a:pt x="2047" y="3002"/>
                      <a:pt x="2053" y="3004"/>
                    </a:cubicBezTo>
                    <a:lnTo>
                      <a:pt x="2053" y="3004"/>
                    </a:lnTo>
                    <a:cubicBezTo>
                      <a:pt x="2049" y="3000"/>
                      <a:pt x="2043" y="2997"/>
                      <a:pt x="2033" y="2995"/>
                    </a:cubicBezTo>
                    <a:close/>
                    <a:moveTo>
                      <a:pt x="2242" y="2944"/>
                    </a:moveTo>
                    <a:cubicBezTo>
                      <a:pt x="2249" y="2960"/>
                      <a:pt x="2261" y="2963"/>
                      <a:pt x="2273" y="2963"/>
                    </a:cubicBezTo>
                    <a:cubicBezTo>
                      <a:pt x="2280" y="2963"/>
                      <a:pt x="2286" y="2962"/>
                      <a:pt x="2292" y="2962"/>
                    </a:cubicBezTo>
                    <a:cubicBezTo>
                      <a:pt x="2303" y="2962"/>
                      <a:pt x="2309" y="2966"/>
                      <a:pt x="2302" y="2987"/>
                    </a:cubicBezTo>
                    <a:cubicBezTo>
                      <a:pt x="2317" y="2987"/>
                      <a:pt x="2325" y="2973"/>
                      <a:pt x="2321" y="2958"/>
                    </a:cubicBezTo>
                    <a:lnTo>
                      <a:pt x="2321" y="2958"/>
                    </a:lnTo>
                    <a:cubicBezTo>
                      <a:pt x="2321" y="2959"/>
                      <a:pt x="2323" y="2959"/>
                      <a:pt x="2324" y="2959"/>
                    </a:cubicBezTo>
                    <a:cubicBezTo>
                      <a:pt x="2327" y="2959"/>
                      <a:pt x="2331" y="2957"/>
                      <a:pt x="2335" y="2953"/>
                    </a:cubicBezTo>
                    <a:lnTo>
                      <a:pt x="2352" y="2987"/>
                    </a:lnTo>
                    <a:cubicBezTo>
                      <a:pt x="2352" y="2995"/>
                      <a:pt x="2361" y="3012"/>
                      <a:pt x="2352" y="3012"/>
                    </a:cubicBezTo>
                    <a:cubicBezTo>
                      <a:pt x="2347" y="3015"/>
                      <a:pt x="2342" y="3017"/>
                      <a:pt x="2336" y="3017"/>
                    </a:cubicBezTo>
                    <a:cubicBezTo>
                      <a:pt x="2317" y="3017"/>
                      <a:pt x="2295" y="3002"/>
                      <a:pt x="2277" y="3002"/>
                    </a:cubicBezTo>
                    <a:cubicBezTo>
                      <a:pt x="2274" y="3002"/>
                      <a:pt x="2271" y="3003"/>
                      <a:pt x="2268" y="3004"/>
                    </a:cubicBezTo>
                    <a:lnTo>
                      <a:pt x="2268" y="2995"/>
                    </a:lnTo>
                    <a:cubicBezTo>
                      <a:pt x="2251" y="2995"/>
                      <a:pt x="2217" y="2953"/>
                      <a:pt x="2242" y="2944"/>
                    </a:cubicBezTo>
                    <a:close/>
                    <a:moveTo>
                      <a:pt x="2488" y="2978"/>
                    </a:moveTo>
                    <a:lnTo>
                      <a:pt x="2488" y="2978"/>
                    </a:lnTo>
                    <a:cubicBezTo>
                      <a:pt x="2522" y="3020"/>
                      <a:pt x="2547" y="3071"/>
                      <a:pt x="2581" y="3122"/>
                    </a:cubicBezTo>
                    <a:lnTo>
                      <a:pt x="2589" y="3105"/>
                    </a:lnTo>
                    <a:cubicBezTo>
                      <a:pt x="2598" y="3130"/>
                      <a:pt x="2615" y="3130"/>
                      <a:pt x="2606" y="3147"/>
                    </a:cubicBezTo>
                    <a:cubicBezTo>
                      <a:pt x="2555" y="3139"/>
                      <a:pt x="2496" y="3130"/>
                      <a:pt x="2445" y="3122"/>
                    </a:cubicBezTo>
                    <a:cubicBezTo>
                      <a:pt x="2420" y="3097"/>
                      <a:pt x="2403" y="3071"/>
                      <a:pt x="2386" y="3037"/>
                    </a:cubicBezTo>
                    <a:lnTo>
                      <a:pt x="2386" y="3037"/>
                    </a:lnTo>
                    <a:lnTo>
                      <a:pt x="2395" y="3046"/>
                    </a:lnTo>
                    <a:cubicBezTo>
                      <a:pt x="2434" y="3098"/>
                      <a:pt x="2459" y="3119"/>
                      <a:pt x="2473" y="3119"/>
                    </a:cubicBezTo>
                    <a:cubicBezTo>
                      <a:pt x="2498" y="3119"/>
                      <a:pt x="2493" y="3054"/>
                      <a:pt x="2488" y="2978"/>
                    </a:cubicBezTo>
                    <a:close/>
                    <a:moveTo>
                      <a:pt x="2530" y="3215"/>
                    </a:moveTo>
                    <a:lnTo>
                      <a:pt x="2555" y="3240"/>
                    </a:lnTo>
                    <a:cubicBezTo>
                      <a:pt x="2547" y="3245"/>
                      <a:pt x="2541" y="3249"/>
                      <a:pt x="2535" y="3249"/>
                    </a:cubicBezTo>
                    <a:cubicBezTo>
                      <a:pt x="2530" y="3249"/>
                      <a:pt x="2526" y="3245"/>
                      <a:pt x="2522" y="3232"/>
                    </a:cubicBezTo>
                    <a:cubicBezTo>
                      <a:pt x="2522" y="3223"/>
                      <a:pt x="2530" y="3223"/>
                      <a:pt x="2530" y="3215"/>
                    </a:cubicBezTo>
                    <a:close/>
                    <a:moveTo>
                      <a:pt x="2550" y="3297"/>
                    </a:moveTo>
                    <a:cubicBezTo>
                      <a:pt x="2549" y="3298"/>
                      <a:pt x="2548" y="3299"/>
                      <a:pt x="2547" y="3300"/>
                    </a:cubicBezTo>
                    <a:cubicBezTo>
                      <a:pt x="2548" y="3299"/>
                      <a:pt x="2549" y="3298"/>
                      <a:pt x="2550" y="3297"/>
                    </a:cubicBezTo>
                    <a:close/>
                    <a:moveTo>
                      <a:pt x="2708" y="3511"/>
                    </a:moveTo>
                    <a:cubicBezTo>
                      <a:pt x="2705" y="3511"/>
                      <a:pt x="2704" y="3512"/>
                      <a:pt x="2702" y="3514"/>
                    </a:cubicBezTo>
                    <a:lnTo>
                      <a:pt x="2702" y="3514"/>
                    </a:lnTo>
                    <a:cubicBezTo>
                      <a:pt x="2704" y="3513"/>
                      <a:pt x="2706" y="3512"/>
                      <a:pt x="2708" y="3511"/>
                    </a:cubicBezTo>
                    <a:close/>
                    <a:moveTo>
                      <a:pt x="2589" y="3266"/>
                    </a:moveTo>
                    <a:lnTo>
                      <a:pt x="2606" y="3283"/>
                    </a:lnTo>
                    <a:cubicBezTo>
                      <a:pt x="2606" y="3300"/>
                      <a:pt x="2615" y="3317"/>
                      <a:pt x="2606" y="3342"/>
                    </a:cubicBezTo>
                    <a:cubicBezTo>
                      <a:pt x="2606" y="3344"/>
                      <a:pt x="2605" y="3344"/>
                      <a:pt x="2604" y="3344"/>
                    </a:cubicBezTo>
                    <a:cubicBezTo>
                      <a:pt x="2600" y="3344"/>
                      <a:pt x="2588" y="3333"/>
                      <a:pt x="2581" y="3333"/>
                    </a:cubicBezTo>
                    <a:cubicBezTo>
                      <a:pt x="2589" y="3350"/>
                      <a:pt x="2598" y="3367"/>
                      <a:pt x="2615" y="3376"/>
                    </a:cubicBezTo>
                    <a:cubicBezTo>
                      <a:pt x="2598" y="3342"/>
                      <a:pt x="2623" y="3350"/>
                      <a:pt x="2640" y="3333"/>
                    </a:cubicBezTo>
                    <a:cubicBezTo>
                      <a:pt x="2657" y="3342"/>
                      <a:pt x="2682" y="3376"/>
                      <a:pt x="2691" y="3384"/>
                    </a:cubicBezTo>
                    <a:cubicBezTo>
                      <a:pt x="2708" y="3418"/>
                      <a:pt x="2699" y="3452"/>
                      <a:pt x="2674" y="3452"/>
                    </a:cubicBezTo>
                    <a:cubicBezTo>
                      <a:pt x="2691" y="3460"/>
                      <a:pt x="2699" y="3486"/>
                      <a:pt x="2733" y="3486"/>
                    </a:cubicBezTo>
                    <a:cubicBezTo>
                      <a:pt x="2682" y="3469"/>
                      <a:pt x="2775" y="3452"/>
                      <a:pt x="2716" y="3435"/>
                    </a:cubicBezTo>
                    <a:cubicBezTo>
                      <a:pt x="2720" y="3425"/>
                      <a:pt x="2725" y="3420"/>
                      <a:pt x="2731" y="3420"/>
                    </a:cubicBezTo>
                    <a:cubicBezTo>
                      <a:pt x="2748" y="3420"/>
                      <a:pt x="2767" y="3460"/>
                      <a:pt x="2767" y="3486"/>
                    </a:cubicBezTo>
                    <a:cubicBezTo>
                      <a:pt x="2764" y="3485"/>
                      <a:pt x="2762" y="3484"/>
                      <a:pt x="2761" y="3484"/>
                    </a:cubicBezTo>
                    <a:cubicBezTo>
                      <a:pt x="2750" y="3484"/>
                      <a:pt x="2749" y="3503"/>
                      <a:pt x="2741" y="3503"/>
                    </a:cubicBezTo>
                    <a:cubicBezTo>
                      <a:pt x="2749" y="3506"/>
                      <a:pt x="2755" y="3508"/>
                      <a:pt x="2760" y="3508"/>
                    </a:cubicBezTo>
                    <a:cubicBezTo>
                      <a:pt x="2778" y="3508"/>
                      <a:pt x="2782" y="3487"/>
                      <a:pt x="2775" y="3460"/>
                    </a:cubicBezTo>
                    <a:lnTo>
                      <a:pt x="2775" y="3460"/>
                    </a:lnTo>
                    <a:lnTo>
                      <a:pt x="2818" y="3486"/>
                    </a:lnTo>
                    <a:lnTo>
                      <a:pt x="2860" y="3520"/>
                    </a:lnTo>
                    <a:cubicBezTo>
                      <a:pt x="2844" y="3536"/>
                      <a:pt x="2831" y="3545"/>
                      <a:pt x="2826" y="3547"/>
                    </a:cubicBezTo>
                    <a:lnTo>
                      <a:pt x="2826" y="3547"/>
                    </a:lnTo>
                    <a:lnTo>
                      <a:pt x="2826" y="3545"/>
                    </a:lnTo>
                    <a:cubicBezTo>
                      <a:pt x="2824" y="3547"/>
                      <a:pt x="2823" y="3548"/>
                      <a:pt x="2824" y="3548"/>
                    </a:cubicBezTo>
                    <a:cubicBezTo>
                      <a:pt x="2825" y="3548"/>
                      <a:pt x="2825" y="3548"/>
                      <a:pt x="2826" y="3547"/>
                    </a:cubicBezTo>
                    <a:lnTo>
                      <a:pt x="2826" y="3547"/>
                    </a:lnTo>
                    <a:lnTo>
                      <a:pt x="2826" y="3570"/>
                    </a:lnTo>
                    <a:lnTo>
                      <a:pt x="2792" y="3545"/>
                    </a:lnTo>
                    <a:lnTo>
                      <a:pt x="2792" y="3545"/>
                    </a:lnTo>
                    <a:cubicBezTo>
                      <a:pt x="2784" y="3579"/>
                      <a:pt x="2826" y="3570"/>
                      <a:pt x="2826" y="3604"/>
                    </a:cubicBezTo>
                    <a:cubicBezTo>
                      <a:pt x="2826" y="3609"/>
                      <a:pt x="2824" y="3611"/>
                      <a:pt x="2820" y="3611"/>
                    </a:cubicBezTo>
                    <a:cubicBezTo>
                      <a:pt x="2806" y="3611"/>
                      <a:pt x="2767" y="3579"/>
                      <a:pt x="2733" y="3579"/>
                    </a:cubicBezTo>
                    <a:cubicBezTo>
                      <a:pt x="2711" y="3572"/>
                      <a:pt x="2696" y="3527"/>
                      <a:pt x="2702" y="3514"/>
                    </a:cubicBezTo>
                    <a:lnTo>
                      <a:pt x="2702" y="3514"/>
                    </a:lnTo>
                    <a:cubicBezTo>
                      <a:pt x="2699" y="3516"/>
                      <a:pt x="2696" y="3517"/>
                      <a:pt x="2692" y="3517"/>
                    </a:cubicBezTo>
                    <a:cubicBezTo>
                      <a:pt x="2666" y="3517"/>
                      <a:pt x="2643" y="3467"/>
                      <a:pt x="2615" y="3460"/>
                    </a:cubicBezTo>
                    <a:cubicBezTo>
                      <a:pt x="2572" y="3410"/>
                      <a:pt x="2632" y="3393"/>
                      <a:pt x="2581" y="3359"/>
                    </a:cubicBezTo>
                    <a:lnTo>
                      <a:pt x="2581" y="3359"/>
                    </a:lnTo>
                    <a:lnTo>
                      <a:pt x="2572" y="3384"/>
                    </a:lnTo>
                    <a:cubicBezTo>
                      <a:pt x="2538" y="3359"/>
                      <a:pt x="2513" y="3325"/>
                      <a:pt x="2488" y="3283"/>
                    </a:cubicBezTo>
                    <a:cubicBezTo>
                      <a:pt x="2493" y="3278"/>
                      <a:pt x="2496" y="3276"/>
                      <a:pt x="2499" y="3276"/>
                    </a:cubicBezTo>
                    <a:cubicBezTo>
                      <a:pt x="2511" y="3276"/>
                      <a:pt x="2508" y="3308"/>
                      <a:pt x="2522" y="3308"/>
                    </a:cubicBezTo>
                    <a:lnTo>
                      <a:pt x="2530" y="3266"/>
                    </a:lnTo>
                    <a:cubicBezTo>
                      <a:pt x="2538" y="3274"/>
                      <a:pt x="2569" y="3282"/>
                      <a:pt x="2550" y="3297"/>
                    </a:cubicBezTo>
                    <a:lnTo>
                      <a:pt x="2550" y="3297"/>
                    </a:lnTo>
                    <a:cubicBezTo>
                      <a:pt x="2561" y="3291"/>
                      <a:pt x="2586" y="3289"/>
                      <a:pt x="2555" y="3266"/>
                    </a:cubicBezTo>
                    <a:lnTo>
                      <a:pt x="2555" y="3266"/>
                    </a:lnTo>
                    <a:lnTo>
                      <a:pt x="2589" y="3283"/>
                    </a:lnTo>
                    <a:cubicBezTo>
                      <a:pt x="2589" y="3274"/>
                      <a:pt x="2589" y="3274"/>
                      <a:pt x="2589" y="3266"/>
                    </a:cubicBezTo>
                    <a:close/>
                    <a:moveTo>
                      <a:pt x="3063" y="3427"/>
                    </a:moveTo>
                    <a:cubicBezTo>
                      <a:pt x="3038" y="3443"/>
                      <a:pt x="3088" y="3452"/>
                      <a:pt x="3097" y="3494"/>
                    </a:cubicBezTo>
                    <a:lnTo>
                      <a:pt x="3071" y="3494"/>
                    </a:lnTo>
                    <a:lnTo>
                      <a:pt x="3139" y="3536"/>
                    </a:lnTo>
                    <a:cubicBezTo>
                      <a:pt x="3167" y="3536"/>
                      <a:pt x="3173" y="3525"/>
                      <a:pt x="3189" y="3525"/>
                    </a:cubicBezTo>
                    <a:cubicBezTo>
                      <a:pt x="3196" y="3525"/>
                      <a:pt x="3207" y="3528"/>
                      <a:pt x="3224" y="3536"/>
                    </a:cubicBezTo>
                    <a:cubicBezTo>
                      <a:pt x="3219" y="3554"/>
                      <a:pt x="3210" y="3572"/>
                      <a:pt x="3197" y="3588"/>
                    </a:cubicBezTo>
                    <a:lnTo>
                      <a:pt x="3197" y="3588"/>
                    </a:lnTo>
                    <a:cubicBezTo>
                      <a:pt x="3195" y="3587"/>
                      <a:pt x="3192" y="3587"/>
                      <a:pt x="3190" y="3587"/>
                    </a:cubicBezTo>
                    <a:cubicBezTo>
                      <a:pt x="3191" y="3589"/>
                      <a:pt x="3192" y="3591"/>
                      <a:pt x="3193" y="3593"/>
                    </a:cubicBezTo>
                    <a:lnTo>
                      <a:pt x="3193" y="3593"/>
                    </a:lnTo>
                    <a:cubicBezTo>
                      <a:pt x="3194" y="3591"/>
                      <a:pt x="3196" y="3589"/>
                      <a:pt x="3197" y="3588"/>
                    </a:cubicBezTo>
                    <a:lnTo>
                      <a:pt x="3197" y="3588"/>
                    </a:lnTo>
                    <a:cubicBezTo>
                      <a:pt x="3229" y="3591"/>
                      <a:pt x="3259" y="3616"/>
                      <a:pt x="3283" y="3655"/>
                    </a:cubicBezTo>
                    <a:lnTo>
                      <a:pt x="3258" y="3646"/>
                    </a:lnTo>
                    <a:lnTo>
                      <a:pt x="3258" y="3646"/>
                    </a:lnTo>
                    <a:cubicBezTo>
                      <a:pt x="3283" y="3689"/>
                      <a:pt x="3308" y="3680"/>
                      <a:pt x="3325" y="3689"/>
                    </a:cubicBezTo>
                    <a:cubicBezTo>
                      <a:pt x="3317" y="3689"/>
                      <a:pt x="3317" y="3697"/>
                      <a:pt x="3317" y="3706"/>
                    </a:cubicBezTo>
                    <a:cubicBezTo>
                      <a:pt x="3327" y="3716"/>
                      <a:pt x="3341" y="3721"/>
                      <a:pt x="3353" y="3721"/>
                    </a:cubicBezTo>
                    <a:cubicBezTo>
                      <a:pt x="3370" y="3721"/>
                      <a:pt x="3384" y="3712"/>
                      <a:pt x="3384" y="3697"/>
                    </a:cubicBezTo>
                    <a:lnTo>
                      <a:pt x="3367" y="3697"/>
                    </a:lnTo>
                    <a:lnTo>
                      <a:pt x="3367" y="3663"/>
                    </a:lnTo>
                    <a:cubicBezTo>
                      <a:pt x="3362" y="3667"/>
                      <a:pt x="3356" y="3669"/>
                      <a:pt x="3351" y="3669"/>
                    </a:cubicBezTo>
                    <a:cubicBezTo>
                      <a:pt x="3320" y="3669"/>
                      <a:pt x="3302" y="3610"/>
                      <a:pt x="3266" y="3596"/>
                    </a:cubicBezTo>
                    <a:lnTo>
                      <a:pt x="3266" y="3596"/>
                    </a:lnTo>
                    <a:cubicBezTo>
                      <a:pt x="3300" y="3604"/>
                      <a:pt x="3342" y="3596"/>
                      <a:pt x="3342" y="3638"/>
                    </a:cubicBezTo>
                    <a:lnTo>
                      <a:pt x="3359" y="3621"/>
                    </a:lnTo>
                    <a:cubicBezTo>
                      <a:pt x="3384" y="3638"/>
                      <a:pt x="3376" y="3672"/>
                      <a:pt x="3410" y="3672"/>
                    </a:cubicBezTo>
                    <a:lnTo>
                      <a:pt x="3384" y="3646"/>
                    </a:lnTo>
                    <a:lnTo>
                      <a:pt x="3393" y="3638"/>
                    </a:lnTo>
                    <a:cubicBezTo>
                      <a:pt x="3376" y="3621"/>
                      <a:pt x="3342" y="3613"/>
                      <a:pt x="3342" y="3587"/>
                    </a:cubicBezTo>
                    <a:cubicBezTo>
                      <a:pt x="3308" y="3579"/>
                      <a:pt x="3274" y="3562"/>
                      <a:pt x="3249" y="3536"/>
                    </a:cubicBezTo>
                    <a:lnTo>
                      <a:pt x="3258" y="3536"/>
                    </a:lnTo>
                    <a:cubicBezTo>
                      <a:pt x="3198" y="3536"/>
                      <a:pt x="3215" y="3435"/>
                      <a:pt x="3181" y="3427"/>
                    </a:cubicBezTo>
                    <a:lnTo>
                      <a:pt x="3181" y="3427"/>
                    </a:lnTo>
                    <a:cubicBezTo>
                      <a:pt x="3139" y="3443"/>
                      <a:pt x="3198" y="3486"/>
                      <a:pt x="3198" y="3511"/>
                    </a:cubicBezTo>
                    <a:cubicBezTo>
                      <a:pt x="3175" y="3505"/>
                      <a:pt x="3176" y="3488"/>
                      <a:pt x="3173" y="3488"/>
                    </a:cubicBezTo>
                    <a:cubicBezTo>
                      <a:pt x="3172" y="3488"/>
                      <a:pt x="3170" y="3492"/>
                      <a:pt x="3164" y="3503"/>
                    </a:cubicBezTo>
                    <a:cubicBezTo>
                      <a:pt x="3114" y="3477"/>
                      <a:pt x="3181" y="3452"/>
                      <a:pt x="3131" y="3443"/>
                    </a:cubicBezTo>
                    <a:lnTo>
                      <a:pt x="3131" y="3443"/>
                    </a:lnTo>
                    <a:lnTo>
                      <a:pt x="3131" y="3469"/>
                    </a:lnTo>
                    <a:cubicBezTo>
                      <a:pt x="3105" y="3460"/>
                      <a:pt x="3097" y="3427"/>
                      <a:pt x="3063" y="3427"/>
                    </a:cubicBezTo>
                    <a:close/>
                    <a:moveTo>
                      <a:pt x="2741" y="3731"/>
                    </a:moveTo>
                    <a:lnTo>
                      <a:pt x="2741" y="3731"/>
                    </a:lnTo>
                    <a:cubicBezTo>
                      <a:pt x="2743" y="3733"/>
                      <a:pt x="2745" y="3734"/>
                      <a:pt x="2747" y="3734"/>
                    </a:cubicBezTo>
                    <a:lnTo>
                      <a:pt x="2747" y="3734"/>
                    </a:lnTo>
                    <a:cubicBezTo>
                      <a:pt x="2746" y="3733"/>
                      <a:pt x="2744" y="3732"/>
                      <a:pt x="2741" y="3731"/>
                    </a:cubicBezTo>
                    <a:close/>
                    <a:moveTo>
                      <a:pt x="3570" y="3959"/>
                    </a:moveTo>
                    <a:cubicBezTo>
                      <a:pt x="3579" y="3972"/>
                      <a:pt x="3585" y="3972"/>
                      <a:pt x="3591" y="3972"/>
                    </a:cubicBezTo>
                    <a:cubicBezTo>
                      <a:pt x="3596" y="3972"/>
                      <a:pt x="3600" y="3972"/>
                      <a:pt x="3604" y="3985"/>
                    </a:cubicBezTo>
                    <a:cubicBezTo>
                      <a:pt x="3612" y="4000"/>
                      <a:pt x="3584" y="4002"/>
                      <a:pt x="3566" y="4002"/>
                    </a:cubicBezTo>
                    <a:lnTo>
                      <a:pt x="3566" y="4002"/>
                    </a:lnTo>
                    <a:cubicBezTo>
                      <a:pt x="3565" y="4001"/>
                      <a:pt x="3564" y="4000"/>
                      <a:pt x="3562" y="4000"/>
                    </a:cubicBezTo>
                    <a:lnTo>
                      <a:pt x="3562" y="4000"/>
                    </a:lnTo>
                    <a:cubicBezTo>
                      <a:pt x="3562" y="4001"/>
                      <a:pt x="3562" y="4001"/>
                      <a:pt x="3562" y="4002"/>
                    </a:cubicBezTo>
                    <a:cubicBezTo>
                      <a:pt x="3563" y="4002"/>
                      <a:pt x="3565" y="4002"/>
                      <a:pt x="3566" y="4002"/>
                    </a:cubicBezTo>
                    <a:lnTo>
                      <a:pt x="3566" y="4002"/>
                    </a:lnTo>
                    <a:cubicBezTo>
                      <a:pt x="3571" y="4004"/>
                      <a:pt x="3574" y="4008"/>
                      <a:pt x="3580" y="4008"/>
                    </a:cubicBezTo>
                    <a:cubicBezTo>
                      <a:pt x="3584" y="4008"/>
                      <a:pt x="3589" y="4006"/>
                      <a:pt x="3596" y="4002"/>
                    </a:cubicBezTo>
                    <a:cubicBezTo>
                      <a:pt x="3613" y="4078"/>
                      <a:pt x="3664" y="4010"/>
                      <a:pt x="3706" y="4095"/>
                    </a:cubicBezTo>
                    <a:cubicBezTo>
                      <a:pt x="3655" y="4137"/>
                      <a:pt x="3774" y="4129"/>
                      <a:pt x="3740" y="4179"/>
                    </a:cubicBezTo>
                    <a:cubicBezTo>
                      <a:pt x="3727" y="4154"/>
                      <a:pt x="3689" y="4143"/>
                      <a:pt x="3672" y="4143"/>
                    </a:cubicBezTo>
                    <a:cubicBezTo>
                      <a:pt x="3667" y="4143"/>
                      <a:pt x="3664" y="4144"/>
                      <a:pt x="3664" y="4146"/>
                    </a:cubicBezTo>
                    <a:cubicBezTo>
                      <a:pt x="3689" y="4171"/>
                      <a:pt x="3706" y="4196"/>
                      <a:pt x="3723" y="4222"/>
                    </a:cubicBezTo>
                    <a:cubicBezTo>
                      <a:pt x="3731" y="4196"/>
                      <a:pt x="3757" y="4179"/>
                      <a:pt x="3782" y="4179"/>
                    </a:cubicBezTo>
                    <a:cubicBezTo>
                      <a:pt x="3740" y="4154"/>
                      <a:pt x="3714" y="4053"/>
                      <a:pt x="3680" y="3993"/>
                    </a:cubicBezTo>
                    <a:lnTo>
                      <a:pt x="3655" y="4019"/>
                    </a:lnTo>
                    <a:cubicBezTo>
                      <a:pt x="3587" y="3985"/>
                      <a:pt x="3680" y="4002"/>
                      <a:pt x="3655" y="3968"/>
                    </a:cubicBezTo>
                    <a:lnTo>
                      <a:pt x="3613" y="3968"/>
                    </a:lnTo>
                    <a:lnTo>
                      <a:pt x="3570" y="3959"/>
                    </a:lnTo>
                    <a:close/>
                    <a:moveTo>
                      <a:pt x="3816" y="4382"/>
                    </a:moveTo>
                    <a:lnTo>
                      <a:pt x="3816" y="4382"/>
                    </a:lnTo>
                    <a:cubicBezTo>
                      <a:pt x="3819" y="4389"/>
                      <a:pt x="3822" y="4394"/>
                      <a:pt x="3824" y="4399"/>
                    </a:cubicBezTo>
                    <a:lnTo>
                      <a:pt x="3824" y="4399"/>
                    </a:lnTo>
                    <a:cubicBezTo>
                      <a:pt x="3824" y="4391"/>
                      <a:pt x="3816" y="4382"/>
                      <a:pt x="3816" y="4382"/>
                    </a:cubicBezTo>
                    <a:close/>
                    <a:moveTo>
                      <a:pt x="2987" y="3630"/>
                    </a:moveTo>
                    <a:lnTo>
                      <a:pt x="3021" y="3655"/>
                    </a:lnTo>
                    <a:lnTo>
                      <a:pt x="3004" y="3672"/>
                    </a:lnTo>
                    <a:cubicBezTo>
                      <a:pt x="3046" y="3748"/>
                      <a:pt x="3131" y="3756"/>
                      <a:pt x="3173" y="3833"/>
                    </a:cubicBezTo>
                    <a:cubicBezTo>
                      <a:pt x="3150" y="3833"/>
                      <a:pt x="3141" y="3806"/>
                      <a:pt x="3133" y="3806"/>
                    </a:cubicBezTo>
                    <a:cubicBezTo>
                      <a:pt x="3132" y="3806"/>
                      <a:pt x="3132" y="3806"/>
                      <a:pt x="3131" y="3807"/>
                    </a:cubicBezTo>
                    <a:cubicBezTo>
                      <a:pt x="3156" y="3858"/>
                      <a:pt x="3215" y="3807"/>
                      <a:pt x="3215" y="3866"/>
                    </a:cubicBezTo>
                    <a:cubicBezTo>
                      <a:pt x="3204" y="3855"/>
                      <a:pt x="3198" y="3851"/>
                      <a:pt x="3196" y="3851"/>
                    </a:cubicBezTo>
                    <a:cubicBezTo>
                      <a:pt x="3190" y="3851"/>
                      <a:pt x="3208" y="3882"/>
                      <a:pt x="3193" y="3882"/>
                    </a:cubicBezTo>
                    <a:cubicBezTo>
                      <a:pt x="3189" y="3882"/>
                      <a:pt x="3182" y="3880"/>
                      <a:pt x="3173" y="3875"/>
                    </a:cubicBezTo>
                    <a:lnTo>
                      <a:pt x="3173" y="3875"/>
                    </a:lnTo>
                    <a:cubicBezTo>
                      <a:pt x="3258" y="3926"/>
                      <a:pt x="3274" y="4036"/>
                      <a:pt x="3317" y="4078"/>
                    </a:cubicBezTo>
                    <a:cubicBezTo>
                      <a:pt x="3320" y="4068"/>
                      <a:pt x="3326" y="4064"/>
                      <a:pt x="3332" y="4064"/>
                    </a:cubicBezTo>
                    <a:cubicBezTo>
                      <a:pt x="3342" y="4064"/>
                      <a:pt x="3354" y="4073"/>
                      <a:pt x="3359" y="4078"/>
                    </a:cubicBezTo>
                    <a:cubicBezTo>
                      <a:pt x="3365" y="4084"/>
                      <a:pt x="3358" y="4090"/>
                      <a:pt x="3351" y="4090"/>
                    </a:cubicBezTo>
                    <a:cubicBezTo>
                      <a:pt x="3348" y="4090"/>
                      <a:pt x="3345" y="4089"/>
                      <a:pt x="3342" y="4086"/>
                    </a:cubicBezTo>
                    <a:lnTo>
                      <a:pt x="3342" y="4086"/>
                    </a:lnTo>
                    <a:cubicBezTo>
                      <a:pt x="3351" y="4112"/>
                      <a:pt x="3334" y="4137"/>
                      <a:pt x="3317" y="4146"/>
                    </a:cubicBezTo>
                    <a:lnTo>
                      <a:pt x="3274" y="4095"/>
                    </a:lnTo>
                    <a:lnTo>
                      <a:pt x="3274" y="4095"/>
                    </a:lnTo>
                    <a:cubicBezTo>
                      <a:pt x="3283" y="4120"/>
                      <a:pt x="3274" y="4137"/>
                      <a:pt x="3283" y="4154"/>
                    </a:cubicBezTo>
                    <a:cubicBezTo>
                      <a:pt x="3283" y="4162"/>
                      <a:pt x="3291" y="4171"/>
                      <a:pt x="3300" y="4171"/>
                    </a:cubicBezTo>
                    <a:cubicBezTo>
                      <a:pt x="3317" y="4171"/>
                      <a:pt x="3317" y="4171"/>
                      <a:pt x="3325" y="4162"/>
                    </a:cubicBezTo>
                    <a:lnTo>
                      <a:pt x="3427" y="4188"/>
                    </a:lnTo>
                    <a:lnTo>
                      <a:pt x="3469" y="4239"/>
                    </a:lnTo>
                    <a:lnTo>
                      <a:pt x="3452" y="4239"/>
                    </a:lnTo>
                    <a:lnTo>
                      <a:pt x="3494" y="4256"/>
                    </a:lnTo>
                    <a:cubicBezTo>
                      <a:pt x="3477" y="4272"/>
                      <a:pt x="3494" y="4272"/>
                      <a:pt x="3477" y="4281"/>
                    </a:cubicBezTo>
                    <a:cubicBezTo>
                      <a:pt x="3461" y="4332"/>
                      <a:pt x="3545" y="4340"/>
                      <a:pt x="3562" y="4399"/>
                    </a:cubicBezTo>
                    <a:lnTo>
                      <a:pt x="3545" y="4399"/>
                    </a:lnTo>
                    <a:cubicBezTo>
                      <a:pt x="3587" y="4408"/>
                      <a:pt x="3613" y="4475"/>
                      <a:pt x="3630" y="4518"/>
                    </a:cubicBezTo>
                    <a:cubicBezTo>
                      <a:pt x="3620" y="4511"/>
                      <a:pt x="3610" y="4509"/>
                      <a:pt x="3602" y="4509"/>
                    </a:cubicBezTo>
                    <a:cubicBezTo>
                      <a:pt x="3589" y="4509"/>
                      <a:pt x="3579" y="4516"/>
                      <a:pt x="3579" y="4526"/>
                    </a:cubicBezTo>
                    <a:cubicBezTo>
                      <a:pt x="3570" y="4526"/>
                      <a:pt x="3554" y="4526"/>
                      <a:pt x="3545" y="4509"/>
                    </a:cubicBezTo>
                    <a:cubicBezTo>
                      <a:pt x="3545" y="4501"/>
                      <a:pt x="3503" y="4467"/>
                      <a:pt x="3528" y="4450"/>
                    </a:cubicBezTo>
                    <a:lnTo>
                      <a:pt x="3528" y="4450"/>
                    </a:lnTo>
                    <a:cubicBezTo>
                      <a:pt x="3541" y="4463"/>
                      <a:pt x="3547" y="4469"/>
                      <a:pt x="3550" y="4469"/>
                    </a:cubicBezTo>
                    <a:cubicBezTo>
                      <a:pt x="3554" y="4469"/>
                      <a:pt x="3554" y="4463"/>
                      <a:pt x="3554" y="4450"/>
                    </a:cubicBezTo>
                    <a:cubicBezTo>
                      <a:pt x="3519" y="4436"/>
                      <a:pt x="3496" y="4401"/>
                      <a:pt x="3475" y="4401"/>
                    </a:cubicBezTo>
                    <a:cubicBezTo>
                      <a:pt x="3470" y="4401"/>
                      <a:pt x="3465" y="4403"/>
                      <a:pt x="3461" y="4408"/>
                    </a:cubicBezTo>
                    <a:cubicBezTo>
                      <a:pt x="3427" y="4374"/>
                      <a:pt x="3452" y="4391"/>
                      <a:pt x="3444" y="4357"/>
                    </a:cubicBezTo>
                    <a:cubicBezTo>
                      <a:pt x="3446" y="4354"/>
                      <a:pt x="3450" y="4353"/>
                      <a:pt x="3454" y="4353"/>
                    </a:cubicBezTo>
                    <a:cubicBezTo>
                      <a:pt x="3462" y="4353"/>
                      <a:pt x="3472" y="4357"/>
                      <a:pt x="3477" y="4357"/>
                    </a:cubicBezTo>
                    <a:lnTo>
                      <a:pt x="3384" y="4264"/>
                    </a:lnTo>
                    <a:lnTo>
                      <a:pt x="3384" y="4264"/>
                    </a:lnTo>
                    <a:cubicBezTo>
                      <a:pt x="3362" y="4272"/>
                      <a:pt x="3407" y="4334"/>
                      <a:pt x="3373" y="4334"/>
                    </a:cubicBezTo>
                    <a:cubicBezTo>
                      <a:pt x="3370" y="4334"/>
                      <a:pt x="3365" y="4333"/>
                      <a:pt x="3359" y="4332"/>
                    </a:cubicBezTo>
                    <a:cubicBezTo>
                      <a:pt x="3350" y="4332"/>
                      <a:pt x="3336" y="4339"/>
                      <a:pt x="3322" y="4339"/>
                    </a:cubicBezTo>
                    <a:cubicBezTo>
                      <a:pt x="3310" y="4339"/>
                      <a:pt x="3299" y="4334"/>
                      <a:pt x="3291" y="4315"/>
                    </a:cubicBezTo>
                    <a:lnTo>
                      <a:pt x="3308" y="4315"/>
                    </a:lnTo>
                    <a:cubicBezTo>
                      <a:pt x="3283" y="4306"/>
                      <a:pt x="3291" y="4289"/>
                      <a:pt x="3283" y="4272"/>
                    </a:cubicBezTo>
                    <a:cubicBezTo>
                      <a:pt x="3287" y="4266"/>
                      <a:pt x="3292" y="4263"/>
                      <a:pt x="3297" y="4263"/>
                    </a:cubicBezTo>
                    <a:cubicBezTo>
                      <a:pt x="3310" y="4263"/>
                      <a:pt x="3324" y="4281"/>
                      <a:pt x="3342" y="4281"/>
                    </a:cubicBezTo>
                    <a:cubicBezTo>
                      <a:pt x="3334" y="4272"/>
                      <a:pt x="3308" y="4264"/>
                      <a:pt x="3300" y="4256"/>
                    </a:cubicBezTo>
                    <a:lnTo>
                      <a:pt x="3317" y="4256"/>
                    </a:lnTo>
                    <a:lnTo>
                      <a:pt x="3283" y="4222"/>
                    </a:lnTo>
                    <a:cubicBezTo>
                      <a:pt x="3279" y="4221"/>
                      <a:pt x="3277" y="4220"/>
                      <a:pt x="3275" y="4220"/>
                    </a:cubicBezTo>
                    <a:cubicBezTo>
                      <a:pt x="3259" y="4220"/>
                      <a:pt x="3298" y="4249"/>
                      <a:pt x="3283" y="4264"/>
                    </a:cubicBezTo>
                    <a:lnTo>
                      <a:pt x="3258" y="4247"/>
                    </a:lnTo>
                    <a:cubicBezTo>
                      <a:pt x="3232" y="4222"/>
                      <a:pt x="3164" y="4154"/>
                      <a:pt x="3181" y="4103"/>
                    </a:cubicBezTo>
                    <a:cubicBezTo>
                      <a:pt x="3176" y="4093"/>
                      <a:pt x="3173" y="4090"/>
                      <a:pt x="3170" y="4090"/>
                    </a:cubicBezTo>
                    <a:cubicBezTo>
                      <a:pt x="3163" y="4090"/>
                      <a:pt x="3156" y="4104"/>
                      <a:pt x="3139" y="4104"/>
                    </a:cubicBezTo>
                    <a:cubicBezTo>
                      <a:pt x="3137" y="4104"/>
                      <a:pt x="3134" y="4104"/>
                      <a:pt x="3131" y="4103"/>
                    </a:cubicBezTo>
                    <a:cubicBezTo>
                      <a:pt x="3097" y="4103"/>
                      <a:pt x="3105" y="4061"/>
                      <a:pt x="3080" y="4053"/>
                    </a:cubicBezTo>
                    <a:cubicBezTo>
                      <a:pt x="3075" y="4057"/>
                      <a:pt x="3071" y="4059"/>
                      <a:pt x="3066" y="4059"/>
                    </a:cubicBezTo>
                    <a:cubicBezTo>
                      <a:pt x="3058" y="4059"/>
                      <a:pt x="3051" y="4055"/>
                      <a:pt x="3043" y="4055"/>
                    </a:cubicBezTo>
                    <a:cubicBezTo>
                      <a:pt x="3038" y="4055"/>
                      <a:pt x="3034" y="4056"/>
                      <a:pt x="3029" y="4061"/>
                    </a:cubicBezTo>
                    <a:lnTo>
                      <a:pt x="3004" y="4027"/>
                    </a:lnTo>
                    <a:lnTo>
                      <a:pt x="3004" y="4027"/>
                    </a:lnTo>
                    <a:cubicBezTo>
                      <a:pt x="2961" y="4036"/>
                      <a:pt x="3029" y="4069"/>
                      <a:pt x="3021" y="4086"/>
                    </a:cubicBezTo>
                    <a:cubicBezTo>
                      <a:pt x="3016" y="4098"/>
                      <a:pt x="3012" y="4102"/>
                      <a:pt x="3008" y="4102"/>
                    </a:cubicBezTo>
                    <a:cubicBezTo>
                      <a:pt x="3001" y="4102"/>
                      <a:pt x="2996" y="4088"/>
                      <a:pt x="2992" y="4088"/>
                    </a:cubicBezTo>
                    <a:cubicBezTo>
                      <a:pt x="2990" y="4088"/>
                      <a:pt x="2988" y="4090"/>
                      <a:pt x="2987" y="4095"/>
                    </a:cubicBezTo>
                    <a:cubicBezTo>
                      <a:pt x="3004" y="4112"/>
                      <a:pt x="3021" y="4103"/>
                      <a:pt x="3038" y="4112"/>
                    </a:cubicBezTo>
                    <a:cubicBezTo>
                      <a:pt x="3046" y="4120"/>
                      <a:pt x="3046" y="4137"/>
                      <a:pt x="3038" y="4146"/>
                    </a:cubicBezTo>
                    <a:cubicBezTo>
                      <a:pt x="3031" y="4126"/>
                      <a:pt x="3023" y="4121"/>
                      <a:pt x="3015" y="4121"/>
                    </a:cubicBezTo>
                    <a:cubicBezTo>
                      <a:pt x="3008" y="4121"/>
                      <a:pt x="3002" y="4124"/>
                      <a:pt x="2995" y="4124"/>
                    </a:cubicBezTo>
                    <a:cubicBezTo>
                      <a:pt x="2989" y="4124"/>
                      <a:pt x="2983" y="4122"/>
                      <a:pt x="2978" y="4112"/>
                    </a:cubicBezTo>
                    <a:lnTo>
                      <a:pt x="2978" y="4103"/>
                    </a:lnTo>
                    <a:cubicBezTo>
                      <a:pt x="2976" y="4105"/>
                      <a:pt x="2974" y="4106"/>
                      <a:pt x="2972" y="4106"/>
                    </a:cubicBezTo>
                    <a:cubicBezTo>
                      <a:pt x="2955" y="4106"/>
                      <a:pt x="2933" y="4060"/>
                      <a:pt x="2911" y="4053"/>
                    </a:cubicBezTo>
                    <a:cubicBezTo>
                      <a:pt x="2911" y="4040"/>
                      <a:pt x="2916" y="4035"/>
                      <a:pt x="2924" y="4035"/>
                    </a:cubicBezTo>
                    <a:cubicBezTo>
                      <a:pt x="2939" y="4035"/>
                      <a:pt x="2963" y="4053"/>
                      <a:pt x="2969" y="4053"/>
                    </a:cubicBezTo>
                    <a:cubicBezTo>
                      <a:pt x="2970" y="4053"/>
                      <a:pt x="2970" y="4053"/>
                      <a:pt x="2970" y="4053"/>
                    </a:cubicBezTo>
                    <a:lnTo>
                      <a:pt x="2936" y="4019"/>
                    </a:lnTo>
                    <a:lnTo>
                      <a:pt x="2936" y="4019"/>
                    </a:lnTo>
                    <a:cubicBezTo>
                      <a:pt x="2939" y="4020"/>
                      <a:pt x="2942" y="4020"/>
                      <a:pt x="2944" y="4020"/>
                    </a:cubicBezTo>
                    <a:cubicBezTo>
                      <a:pt x="2958" y="4020"/>
                      <a:pt x="2963" y="4005"/>
                      <a:pt x="2978" y="4005"/>
                    </a:cubicBezTo>
                    <a:cubicBezTo>
                      <a:pt x="2983" y="4005"/>
                      <a:pt x="2988" y="4007"/>
                      <a:pt x="2995" y="4010"/>
                    </a:cubicBezTo>
                    <a:cubicBezTo>
                      <a:pt x="2970" y="3993"/>
                      <a:pt x="2987" y="3968"/>
                      <a:pt x="2953" y="3959"/>
                    </a:cubicBezTo>
                    <a:cubicBezTo>
                      <a:pt x="3012" y="3959"/>
                      <a:pt x="2953" y="3909"/>
                      <a:pt x="2970" y="3883"/>
                    </a:cubicBezTo>
                    <a:lnTo>
                      <a:pt x="2970" y="3883"/>
                    </a:lnTo>
                    <a:cubicBezTo>
                      <a:pt x="3002" y="3907"/>
                      <a:pt x="2996" y="3985"/>
                      <a:pt x="3003" y="3985"/>
                    </a:cubicBezTo>
                    <a:cubicBezTo>
                      <a:pt x="3003" y="3985"/>
                      <a:pt x="3003" y="3985"/>
                      <a:pt x="3004" y="3985"/>
                    </a:cubicBezTo>
                    <a:cubicBezTo>
                      <a:pt x="3004" y="3984"/>
                      <a:pt x="3004" y="3984"/>
                      <a:pt x="3004" y="3984"/>
                    </a:cubicBezTo>
                    <a:cubicBezTo>
                      <a:pt x="3008" y="3984"/>
                      <a:pt x="3029" y="4020"/>
                      <a:pt x="3029" y="4036"/>
                    </a:cubicBezTo>
                    <a:lnTo>
                      <a:pt x="3080" y="4036"/>
                    </a:lnTo>
                    <a:cubicBezTo>
                      <a:pt x="3054" y="4010"/>
                      <a:pt x="3029" y="3993"/>
                      <a:pt x="3054" y="3985"/>
                    </a:cubicBezTo>
                    <a:lnTo>
                      <a:pt x="3021" y="3959"/>
                    </a:lnTo>
                    <a:cubicBezTo>
                      <a:pt x="3030" y="3957"/>
                      <a:pt x="3039" y="3956"/>
                      <a:pt x="3048" y="3956"/>
                    </a:cubicBezTo>
                    <a:cubicBezTo>
                      <a:pt x="3073" y="3956"/>
                      <a:pt x="3097" y="3964"/>
                      <a:pt x="3122" y="3976"/>
                    </a:cubicBezTo>
                    <a:cubicBezTo>
                      <a:pt x="3105" y="3892"/>
                      <a:pt x="3012" y="3900"/>
                      <a:pt x="3004" y="3824"/>
                    </a:cubicBezTo>
                    <a:lnTo>
                      <a:pt x="3012" y="3824"/>
                    </a:lnTo>
                    <a:cubicBezTo>
                      <a:pt x="2945" y="3782"/>
                      <a:pt x="2936" y="3689"/>
                      <a:pt x="2987" y="3630"/>
                    </a:cubicBezTo>
                    <a:close/>
                    <a:moveTo>
                      <a:pt x="3551" y="4685"/>
                    </a:moveTo>
                    <a:cubicBezTo>
                      <a:pt x="3551" y="4686"/>
                      <a:pt x="3551" y="4686"/>
                      <a:pt x="3551" y="4687"/>
                    </a:cubicBezTo>
                    <a:lnTo>
                      <a:pt x="3551" y="4687"/>
                    </a:lnTo>
                    <a:cubicBezTo>
                      <a:pt x="3552" y="4687"/>
                      <a:pt x="3553" y="4687"/>
                      <a:pt x="3554" y="4687"/>
                    </a:cubicBezTo>
                    <a:cubicBezTo>
                      <a:pt x="3553" y="4686"/>
                      <a:pt x="3552" y="4686"/>
                      <a:pt x="3551" y="4685"/>
                    </a:cubicBezTo>
                    <a:close/>
                    <a:moveTo>
                      <a:pt x="3655" y="5059"/>
                    </a:moveTo>
                    <a:cubicBezTo>
                      <a:pt x="3655" y="5061"/>
                      <a:pt x="3656" y="5063"/>
                      <a:pt x="3657" y="5065"/>
                    </a:cubicBezTo>
                    <a:lnTo>
                      <a:pt x="3657" y="5065"/>
                    </a:lnTo>
                    <a:cubicBezTo>
                      <a:pt x="3656" y="5063"/>
                      <a:pt x="3656" y="5061"/>
                      <a:pt x="3655" y="5059"/>
                    </a:cubicBezTo>
                    <a:close/>
                    <a:moveTo>
                      <a:pt x="4311" y="5067"/>
                    </a:moveTo>
                    <a:cubicBezTo>
                      <a:pt x="4309" y="5067"/>
                      <a:pt x="4308" y="5067"/>
                      <a:pt x="4306" y="5068"/>
                    </a:cubicBezTo>
                    <a:cubicBezTo>
                      <a:pt x="4308" y="5068"/>
                      <a:pt x="4310" y="5067"/>
                      <a:pt x="4311" y="5067"/>
                    </a:cubicBezTo>
                    <a:close/>
                    <a:moveTo>
                      <a:pt x="4483" y="5586"/>
                    </a:moveTo>
                    <a:cubicBezTo>
                      <a:pt x="4487" y="5592"/>
                      <a:pt x="4491" y="5596"/>
                      <a:pt x="4495" y="5600"/>
                    </a:cubicBezTo>
                    <a:lnTo>
                      <a:pt x="4495" y="5600"/>
                    </a:lnTo>
                    <a:cubicBezTo>
                      <a:pt x="4492" y="5594"/>
                      <a:pt x="4488" y="5590"/>
                      <a:pt x="4483" y="5586"/>
                    </a:cubicBezTo>
                    <a:close/>
                    <a:moveTo>
                      <a:pt x="4495" y="5600"/>
                    </a:moveTo>
                    <a:cubicBezTo>
                      <a:pt x="4498" y="5605"/>
                      <a:pt x="4500" y="5611"/>
                      <a:pt x="4501" y="5617"/>
                    </a:cubicBezTo>
                    <a:lnTo>
                      <a:pt x="4484" y="5626"/>
                    </a:lnTo>
                    <a:cubicBezTo>
                      <a:pt x="4484" y="5626"/>
                      <a:pt x="4495" y="5630"/>
                      <a:pt x="4508" y="5630"/>
                    </a:cubicBezTo>
                    <a:cubicBezTo>
                      <a:pt x="4514" y="5630"/>
                      <a:pt x="4521" y="5629"/>
                      <a:pt x="4526" y="5626"/>
                    </a:cubicBezTo>
                    <a:cubicBezTo>
                      <a:pt x="4514" y="5614"/>
                      <a:pt x="4504" y="5607"/>
                      <a:pt x="4495" y="5600"/>
                    </a:cubicBezTo>
                    <a:close/>
                    <a:moveTo>
                      <a:pt x="4236" y="5636"/>
                    </a:moveTo>
                    <a:lnTo>
                      <a:pt x="4236" y="5636"/>
                    </a:lnTo>
                    <a:cubicBezTo>
                      <a:pt x="4240" y="5638"/>
                      <a:pt x="4244" y="5640"/>
                      <a:pt x="4247" y="5643"/>
                    </a:cubicBezTo>
                    <a:cubicBezTo>
                      <a:pt x="4251" y="5643"/>
                      <a:pt x="4245" y="5640"/>
                      <a:pt x="4236" y="5636"/>
                    </a:cubicBezTo>
                    <a:close/>
                    <a:moveTo>
                      <a:pt x="136" y="0"/>
                    </a:moveTo>
                    <a:lnTo>
                      <a:pt x="136" y="0"/>
                    </a:lnTo>
                    <a:cubicBezTo>
                      <a:pt x="153" y="17"/>
                      <a:pt x="170" y="9"/>
                      <a:pt x="178" y="34"/>
                    </a:cubicBezTo>
                    <a:cubicBezTo>
                      <a:pt x="177" y="36"/>
                      <a:pt x="175" y="37"/>
                      <a:pt x="173" y="37"/>
                    </a:cubicBezTo>
                    <a:cubicBezTo>
                      <a:pt x="166" y="37"/>
                      <a:pt x="160" y="26"/>
                      <a:pt x="153" y="26"/>
                    </a:cubicBezTo>
                    <a:cubicBezTo>
                      <a:pt x="136" y="51"/>
                      <a:pt x="187" y="43"/>
                      <a:pt x="187" y="77"/>
                    </a:cubicBezTo>
                    <a:lnTo>
                      <a:pt x="128" y="60"/>
                    </a:lnTo>
                    <a:lnTo>
                      <a:pt x="128" y="94"/>
                    </a:lnTo>
                    <a:lnTo>
                      <a:pt x="1" y="43"/>
                    </a:lnTo>
                    <a:lnTo>
                      <a:pt x="1" y="43"/>
                    </a:lnTo>
                    <a:cubicBezTo>
                      <a:pt x="51" y="136"/>
                      <a:pt x="153" y="110"/>
                      <a:pt x="170" y="195"/>
                    </a:cubicBezTo>
                    <a:cubicBezTo>
                      <a:pt x="168" y="193"/>
                      <a:pt x="167" y="193"/>
                      <a:pt x="166" y="193"/>
                    </a:cubicBezTo>
                    <a:cubicBezTo>
                      <a:pt x="161" y="193"/>
                      <a:pt x="161" y="203"/>
                      <a:pt x="161" y="203"/>
                    </a:cubicBezTo>
                    <a:cubicBezTo>
                      <a:pt x="187" y="220"/>
                      <a:pt x="204" y="246"/>
                      <a:pt x="229" y="246"/>
                    </a:cubicBezTo>
                    <a:lnTo>
                      <a:pt x="246" y="280"/>
                    </a:lnTo>
                    <a:cubicBezTo>
                      <a:pt x="237" y="283"/>
                      <a:pt x="227" y="285"/>
                      <a:pt x="219" y="285"/>
                    </a:cubicBezTo>
                    <a:cubicBezTo>
                      <a:pt x="206" y="285"/>
                      <a:pt x="194" y="281"/>
                      <a:pt x="184" y="270"/>
                    </a:cubicBezTo>
                    <a:lnTo>
                      <a:pt x="184" y="270"/>
                    </a:lnTo>
                    <a:cubicBezTo>
                      <a:pt x="268" y="375"/>
                      <a:pt x="383" y="426"/>
                      <a:pt x="457" y="550"/>
                    </a:cubicBezTo>
                    <a:cubicBezTo>
                      <a:pt x="456" y="552"/>
                      <a:pt x="453" y="553"/>
                      <a:pt x="449" y="553"/>
                    </a:cubicBezTo>
                    <a:cubicBezTo>
                      <a:pt x="448" y="553"/>
                      <a:pt x="446" y="553"/>
                      <a:pt x="444" y="552"/>
                    </a:cubicBezTo>
                    <a:lnTo>
                      <a:pt x="444" y="552"/>
                    </a:lnTo>
                    <a:cubicBezTo>
                      <a:pt x="461" y="561"/>
                      <a:pt x="483" y="576"/>
                      <a:pt x="491" y="576"/>
                    </a:cubicBezTo>
                    <a:lnTo>
                      <a:pt x="466" y="576"/>
                    </a:lnTo>
                    <a:cubicBezTo>
                      <a:pt x="525" y="626"/>
                      <a:pt x="508" y="677"/>
                      <a:pt x="559" y="703"/>
                    </a:cubicBezTo>
                    <a:cubicBezTo>
                      <a:pt x="555" y="706"/>
                      <a:pt x="552" y="707"/>
                      <a:pt x="549" y="707"/>
                    </a:cubicBezTo>
                    <a:cubicBezTo>
                      <a:pt x="538" y="707"/>
                      <a:pt x="528" y="693"/>
                      <a:pt x="526" y="693"/>
                    </a:cubicBezTo>
                    <a:cubicBezTo>
                      <a:pt x="525" y="693"/>
                      <a:pt x="525" y="693"/>
                      <a:pt x="525" y="694"/>
                    </a:cubicBezTo>
                    <a:cubicBezTo>
                      <a:pt x="567" y="762"/>
                      <a:pt x="627" y="762"/>
                      <a:pt x="669" y="813"/>
                    </a:cubicBezTo>
                    <a:cubicBezTo>
                      <a:pt x="635" y="813"/>
                      <a:pt x="660" y="846"/>
                      <a:pt x="660" y="872"/>
                    </a:cubicBezTo>
                    <a:cubicBezTo>
                      <a:pt x="737" y="931"/>
                      <a:pt x="804" y="999"/>
                      <a:pt x="872" y="1066"/>
                    </a:cubicBezTo>
                    <a:cubicBezTo>
                      <a:pt x="813" y="1083"/>
                      <a:pt x="931" y="1151"/>
                      <a:pt x="897" y="1185"/>
                    </a:cubicBezTo>
                    <a:cubicBezTo>
                      <a:pt x="904" y="1199"/>
                      <a:pt x="928" y="1212"/>
                      <a:pt x="941" y="1212"/>
                    </a:cubicBezTo>
                    <a:cubicBezTo>
                      <a:pt x="944" y="1212"/>
                      <a:pt x="947" y="1212"/>
                      <a:pt x="948" y="1210"/>
                    </a:cubicBezTo>
                    <a:cubicBezTo>
                      <a:pt x="940" y="1210"/>
                      <a:pt x="931" y="1176"/>
                      <a:pt x="940" y="1176"/>
                    </a:cubicBezTo>
                    <a:lnTo>
                      <a:pt x="940" y="1176"/>
                    </a:lnTo>
                    <a:cubicBezTo>
                      <a:pt x="962" y="1191"/>
                      <a:pt x="985" y="1220"/>
                      <a:pt x="1008" y="1220"/>
                    </a:cubicBezTo>
                    <a:cubicBezTo>
                      <a:pt x="1010" y="1220"/>
                      <a:pt x="1013" y="1220"/>
                      <a:pt x="1016" y="1219"/>
                    </a:cubicBezTo>
                    <a:lnTo>
                      <a:pt x="1016" y="1261"/>
                    </a:lnTo>
                    <a:cubicBezTo>
                      <a:pt x="1026" y="1256"/>
                      <a:pt x="1038" y="1251"/>
                      <a:pt x="1050" y="1251"/>
                    </a:cubicBezTo>
                    <a:cubicBezTo>
                      <a:pt x="1059" y="1251"/>
                      <a:pt x="1068" y="1254"/>
                      <a:pt x="1075" y="1261"/>
                    </a:cubicBezTo>
                    <a:cubicBezTo>
                      <a:pt x="1070" y="1282"/>
                      <a:pt x="1070" y="1287"/>
                      <a:pt x="1074" y="1287"/>
                    </a:cubicBezTo>
                    <a:cubicBezTo>
                      <a:pt x="1078" y="1287"/>
                      <a:pt x="1086" y="1280"/>
                      <a:pt x="1095" y="1280"/>
                    </a:cubicBezTo>
                    <a:cubicBezTo>
                      <a:pt x="1103" y="1280"/>
                      <a:pt x="1112" y="1286"/>
                      <a:pt x="1117" y="1312"/>
                    </a:cubicBezTo>
                    <a:cubicBezTo>
                      <a:pt x="1105" y="1307"/>
                      <a:pt x="1094" y="1305"/>
                      <a:pt x="1084" y="1305"/>
                    </a:cubicBezTo>
                    <a:cubicBezTo>
                      <a:pt x="1075" y="1305"/>
                      <a:pt x="1067" y="1307"/>
                      <a:pt x="1058" y="1312"/>
                    </a:cubicBezTo>
                    <a:cubicBezTo>
                      <a:pt x="1067" y="1337"/>
                      <a:pt x="1075" y="1320"/>
                      <a:pt x="1092" y="1337"/>
                    </a:cubicBezTo>
                    <a:cubicBezTo>
                      <a:pt x="1088" y="1348"/>
                      <a:pt x="1079" y="1353"/>
                      <a:pt x="1068" y="1353"/>
                    </a:cubicBezTo>
                    <a:cubicBezTo>
                      <a:pt x="1055" y="1353"/>
                      <a:pt x="1038" y="1346"/>
                      <a:pt x="1024" y="1337"/>
                    </a:cubicBezTo>
                    <a:lnTo>
                      <a:pt x="1024" y="1337"/>
                    </a:lnTo>
                    <a:lnTo>
                      <a:pt x="1033" y="1379"/>
                    </a:lnTo>
                    <a:cubicBezTo>
                      <a:pt x="1100" y="1388"/>
                      <a:pt x="1151" y="1422"/>
                      <a:pt x="1193" y="1472"/>
                    </a:cubicBezTo>
                    <a:cubicBezTo>
                      <a:pt x="1187" y="1475"/>
                      <a:pt x="1182" y="1475"/>
                      <a:pt x="1177" y="1475"/>
                    </a:cubicBezTo>
                    <a:cubicBezTo>
                      <a:pt x="1173" y="1475"/>
                      <a:pt x="1169" y="1475"/>
                      <a:pt x="1166" y="1475"/>
                    </a:cubicBezTo>
                    <a:cubicBezTo>
                      <a:pt x="1160" y="1475"/>
                      <a:pt x="1155" y="1477"/>
                      <a:pt x="1151" y="1489"/>
                    </a:cubicBezTo>
                    <a:cubicBezTo>
                      <a:pt x="1168" y="1506"/>
                      <a:pt x="1219" y="1515"/>
                      <a:pt x="1227" y="1557"/>
                    </a:cubicBezTo>
                    <a:lnTo>
                      <a:pt x="1219" y="1557"/>
                    </a:lnTo>
                    <a:cubicBezTo>
                      <a:pt x="1270" y="1591"/>
                      <a:pt x="1244" y="1599"/>
                      <a:pt x="1270" y="1642"/>
                    </a:cubicBezTo>
                    <a:lnTo>
                      <a:pt x="1261" y="1642"/>
                    </a:lnTo>
                    <a:lnTo>
                      <a:pt x="1303" y="1658"/>
                    </a:lnTo>
                    <a:cubicBezTo>
                      <a:pt x="1380" y="1684"/>
                      <a:pt x="1329" y="1743"/>
                      <a:pt x="1337" y="1785"/>
                    </a:cubicBezTo>
                    <a:lnTo>
                      <a:pt x="1329" y="1785"/>
                    </a:lnTo>
                    <a:cubicBezTo>
                      <a:pt x="1321" y="1824"/>
                      <a:pt x="1393" y="1871"/>
                      <a:pt x="1404" y="1898"/>
                    </a:cubicBezTo>
                    <a:lnTo>
                      <a:pt x="1404" y="1898"/>
                    </a:lnTo>
                    <a:cubicBezTo>
                      <a:pt x="1399" y="1872"/>
                      <a:pt x="1414" y="1884"/>
                      <a:pt x="1422" y="1845"/>
                    </a:cubicBezTo>
                    <a:cubicBezTo>
                      <a:pt x="1418" y="1841"/>
                      <a:pt x="1413" y="1839"/>
                      <a:pt x="1409" y="1839"/>
                    </a:cubicBezTo>
                    <a:cubicBezTo>
                      <a:pt x="1402" y="1839"/>
                      <a:pt x="1395" y="1842"/>
                      <a:pt x="1388" y="1842"/>
                    </a:cubicBezTo>
                    <a:cubicBezTo>
                      <a:pt x="1379" y="1842"/>
                      <a:pt x="1370" y="1838"/>
                      <a:pt x="1363" y="1819"/>
                    </a:cubicBezTo>
                    <a:cubicBezTo>
                      <a:pt x="1368" y="1816"/>
                      <a:pt x="1373" y="1814"/>
                      <a:pt x="1380" y="1814"/>
                    </a:cubicBezTo>
                    <a:cubicBezTo>
                      <a:pt x="1404" y="1814"/>
                      <a:pt x="1435" y="1836"/>
                      <a:pt x="1456" y="1836"/>
                    </a:cubicBezTo>
                    <a:cubicBezTo>
                      <a:pt x="1473" y="1853"/>
                      <a:pt x="1447" y="1895"/>
                      <a:pt x="1430" y="1912"/>
                    </a:cubicBezTo>
                    <a:cubicBezTo>
                      <a:pt x="1464" y="1955"/>
                      <a:pt x="1498" y="2005"/>
                      <a:pt x="1540" y="2048"/>
                    </a:cubicBezTo>
                    <a:cubicBezTo>
                      <a:pt x="1573" y="2056"/>
                      <a:pt x="1639" y="2040"/>
                      <a:pt x="1642" y="2111"/>
                    </a:cubicBezTo>
                    <a:lnTo>
                      <a:pt x="1642" y="2111"/>
                    </a:lnTo>
                    <a:cubicBezTo>
                      <a:pt x="1641" y="2111"/>
                      <a:pt x="1641" y="2111"/>
                      <a:pt x="1641" y="2111"/>
                    </a:cubicBezTo>
                    <a:cubicBezTo>
                      <a:pt x="1638" y="2111"/>
                      <a:pt x="1636" y="2112"/>
                      <a:pt x="1633" y="2115"/>
                    </a:cubicBezTo>
                    <a:lnTo>
                      <a:pt x="1642" y="2115"/>
                    </a:lnTo>
                    <a:cubicBezTo>
                      <a:pt x="1642" y="2114"/>
                      <a:pt x="1642" y="2113"/>
                      <a:pt x="1642" y="2111"/>
                    </a:cubicBezTo>
                    <a:lnTo>
                      <a:pt x="1642" y="2111"/>
                    </a:lnTo>
                    <a:cubicBezTo>
                      <a:pt x="1651" y="2114"/>
                      <a:pt x="1654" y="2141"/>
                      <a:pt x="1667" y="2141"/>
                    </a:cubicBezTo>
                    <a:cubicBezTo>
                      <a:pt x="1673" y="2129"/>
                      <a:pt x="1678" y="2127"/>
                      <a:pt x="1684" y="2127"/>
                    </a:cubicBezTo>
                    <a:cubicBezTo>
                      <a:pt x="1689" y="2127"/>
                      <a:pt x="1694" y="2129"/>
                      <a:pt x="1698" y="2129"/>
                    </a:cubicBezTo>
                    <a:cubicBezTo>
                      <a:pt x="1703" y="2129"/>
                      <a:pt x="1707" y="2127"/>
                      <a:pt x="1709" y="2115"/>
                    </a:cubicBezTo>
                    <a:lnTo>
                      <a:pt x="1709" y="2115"/>
                    </a:lnTo>
                    <a:cubicBezTo>
                      <a:pt x="1735" y="2141"/>
                      <a:pt x="1701" y="2175"/>
                      <a:pt x="1684" y="2191"/>
                    </a:cubicBezTo>
                    <a:cubicBezTo>
                      <a:pt x="1735" y="2191"/>
                      <a:pt x="1718" y="2268"/>
                      <a:pt x="1769" y="2293"/>
                    </a:cubicBezTo>
                    <a:cubicBezTo>
                      <a:pt x="1767" y="2294"/>
                      <a:pt x="1766" y="2294"/>
                      <a:pt x="1764" y="2294"/>
                    </a:cubicBezTo>
                    <a:cubicBezTo>
                      <a:pt x="1751" y="2294"/>
                      <a:pt x="1728" y="2273"/>
                      <a:pt x="1717" y="2273"/>
                    </a:cubicBezTo>
                    <a:cubicBezTo>
                      <a:pt x="1712" y="2273"/>
                      <a:pt x="1709" y="2276"/>
                      <a:pt x="1709" y="2284"/>
                    </a:cubicBezTo>
                    <a:lnTo>
                      <a:pt x="1794" y="2310"/>
                    </a:lnTo>
                    <a:lnTo>
                      <a:pt x="1769" y="2284"/>
                    </a:lnTo>
                    <a:lnTo>
                      <a:pt x="1769" y="2284"/>
                    </a:lnTo>
                    <a:cubicBezTo>
                      <a:pt x="1828" y="2310"/>
                      <a:pt x="1811" y="2344"/>
                      <a:pt x="1819" y="2378"/>
                    </a:cubicBezTo>
                    <a:cubicBezTo>
                      <a:pt x="1817" y="2383"/>
                      <a:pt x="1813" y="2385"/>
                      <a:pt x="1810" y="2385"/>
                    </a:cubicBezTo>
                    <a:cubicBezTo>
                      <a:pt x="1801" y="2385"/>
                      <a:pt x="1792" y="2375"/>
                      <a:pt x="1786" y="2369"/>
                    </a:cubicBezTo>
                    <a:lnTo>
                      <a:pt x="1786" y="2369"/>
                    </a:lnTo>
                    <a:cubicBezTo>
                      <a:pt x="1803" y="2386"/>
                      <a:pt x="1819" y="2403"/>
                      <a:pt x="1836" y="2411"/>
                    </a:cubicBezTo>
                    <a:cubicBezTo>
                      <a:pt x="1870" y="2428"/>
                      <a:pt x="1912" y="2445"/>
                      <a:pt x="1946" y="2462"/>
                    </a:cubicBezTo>
                    <a:cubicBezTo>
                      <a:pt x="1946" y="2462"/>
                      <a:pt x="1946" y="2462"/>
                      <a:pt x="1946" y="2471"/>
                    </a:cubicBezTo>
                    <a:lnTo>
                      <a:pt x="1938" y="2471"/>
                    </a:lnTo>
                    <a:lnTo>
                      <a:pt x="1946" y="2479"/>
                    </a:lnTo>
                    <a:lnTo>
                      <a:pt x="1963" y="2504"/>
                    </a:lnTo>
                    <a:lnTo>
                      <a:pt x="1955" y="2504"/>
                    </a:lnTo>
                    <a:lnTo>
                      <a:pt x="1963" y="2513"/>
                    </a:lnTo>
                    <a:lnTo>
                      <a:pt x="1972" y="2530"/>
                    </a:lnTo>
                    <a:lnTo>
                      <a:pt x="1989" y="2538"/>
                    </a:lnTo>
                    <a:lnTo>
                      <a:pt x="1989" y="2530"/>
                    </a:lnTo>
                    <a:cubicBezTo>
                      <a:pt x="2000" y="2525"/>
                      <a:pt x="2011" y="2523"/>
                      <a:pt x="2021" y="2523"/>
                    </a:cubicBezTo>
                    <a:cubicBezTo>
                      <a:pt x="2048" y="2523"/>
                      <a:pt x="2072" y="2539"/>
                      <a:pt x="2090" y="2564"/>
                    </a:cubicBezTo>
                    <a:cubicBezTo>
                      <a:pt x="2082" y="2547"/>
                      <a:pt x="2065" y="2530"/>
                      <a:pt x="2056" y="2504"/>
                    </a:cubicBezTo>
                    <a:lnTo>
                      <a:pt x="2073" y="2504"/>
                    </a:lnTo>
                    <a:lnTo>
                      <a:pt x="2141" y="2631"/>
                    </a:lnTo>
                    <a:cubicBezTo>
                      <a:pt x="2124" y="2623"/>
                      <a:pt x="2115" y="2606"/>
                      <a:pt x="2107" y="2597"/>
                    </a:cubicBezTo>
                    <a:lnTo>
                      <a:pt x="2107" y="2597"/>
                    </a:lnTo>
                    <a:cubicBezTo>
                      <a:pt x="2107" y="2648"/>
                      <a:pt x="2192" y="2674"/>
                      <a:pt x="2166" y="2724"/>
                    </a:cubicBezTo>
                    <a:cubicBezTo>
                      <a:pt x="2099" y="2691"/>
                      <a:pt x="2090" y="2648"/>
                      <a:pt x="2031" y="2597"/>
                    </a:cubicBezTo>
                    <a:cubicBezTo>
                      <a:pt x="2033" y="2585"/>
                      <a:pt x="2037" y="2580"/>
                      <a:pt x="2043" y="2580"/>
                    </a:cubicBezTo>
                    <a:cubicBezTo>
                      <a:pt x="2058" y="2580"/>
                      <a:pt x="2082" y="2615"/>
                      <a:pt x="2096" y="2615"/>
                    </a:cubicBezTo>
                    <a:cubicBezTo>
                      <a:pt x="2097" y="2615"/>
                      <a:pt x="2098" y="2615"/>
                      <a:pt x="2099" y="2614"/>
                    </a:cubicBezTo>
                    <a:lnTo>
                      <a:pt x="2082" y="2572"/>
                    </a:lnTo>
                    <a:cubicBezTo>
                      <a:pt x="2080" y="2574"/>
                      <a:pt x="2078" y="2575"/>
                      <a:pt x="2076" y="2575"/>
                    </a:cubicBezTo>
                    <a:cubicBezTo>
                      <a:pt x="2062" y="2575"/>
                      <a:pt x="2039" y="2546"/>
                      <a:pt x="2019" y="2546"/>
                    </a:cubicBezTo>
                    <a:cubicBezTo>
                      <a:pt x="2011" y="2546"/>
                      <a:pt x="2004" y="2551"/>
                      <a:pt x="1997" y="2564"/>
                    </a:cubicBezTo>
                    <a:cubicBezTo>
                      <a:pt x="2039" y="2640"/>
                      <a:pt x="2090" y="2716"/>
                      <a:pt x="2141" y="2784"/>
                    </a:cubicBezTo>
                    <a:lnTo>
                      <a:pt x="1912" y="2868"/>
                    </a:lnTo>
                    <a:lnTo>
                      <a:pt x="1896" y="2868"/>
                    </a:lnTo>
                    <a:cubicBezTo>
                      <a:pt x="1908" y="2883"/>
                      <a:pt x="1921" y="2888"/>
                      <a:pt x="1933" y="2888"/>
                    </a:cubicBezTo>
                    <a:cubicBezTo>
                      <a:pt x="1965" y="2888"/>
                      <a:pt x="1992" y="2849"/>
                      <a:pt x="2002" y="2849"/>
                    </a:cubicBezTo>
                    <a:cubicBezTo>
                      <a:pt x="2004" y="2849"/>
                      <a:pt x="2005" y="2850"/>
                      <a:pt x="2006" y="2851"/>
                    </a:cubicBezTo>
                    <a:cubicBezTo>
                      <a:pt x="2022" y="2860"/>
                      <a:pt x="2039" y="2860"/>
                      <a:pt x="2039" y="2885"/>
                    </a:cubicBezTo>
                    <a:lnTo>
                      <a:pt x="2022" y="2885"/>
                    </a:lnTo>
                    <a:cubicBezTo>
                      <a:pt x="2037" y="2894"/>
                      <a:pt x="2046" y="2895"/>
                      <a:pt x="2053" y="2895"/>
                    </a:cubicBezTo>
                    <a:cubicBezTo>
                      <a:pt x="2059" y="2895"/>
                      <a:pt x="2063" y="2894"/>
                      <a:pt x="2068" y="2894"/>
                    </a:cubicBezTo>
                    <a:cubicBezTo>
                      <a:pt x="2074" y="2894"/>
                      <a:pt x="2080" y="2897"/>
                      <a:pt x="2090" y="2910"/>
                    </a:cubicBezTo>
                    <a:cubicBezTo>
                      <a:pt x="2096" y="2913"/>
                      <a:pt x="2099" y="2915"/>
                      <a:pt x="2101" y="2915"/>
                    </a:cubicBezTo>
                    <a:cubicBezTo>
                      <a:pt x="2108" y="2915"/>
                      <a:pt x="2084" y="2892"/>
                      <a:pt x="2093" y="2892"/>
                    </a:cubicBezTo>
                    <a:cubicBezTo>
                      <a:pt x="2095" y="2892"/>
                      <a:pt x="2096" y="2893"/>
                      <a:pt x="2099" y="2894"/>
                    </a:cubicBezTo>
                    <a:cubicBezTo>
                      <a:pt x="2108" y="2909"/>
                      <a:pt x="2119" y="2911"/>
                      <a:pt x="2131" y="2911"/>
                    </a:cubicBezTo>
                    <a:cubicBezTo>
                      <a:pt x="2135" y="2911"/>
                      <a:pt x="2140" y="2910"/>
                      <a:pt x="2145" y="2910"/>
                    </a:cubicBezTo>
                    <a:cubicBezTo>
                      <a:pt x="2162" y="2910"/>
                      <a:pt x="2179" y="2915"/>
                      <a:pt x="2192" y="2953"/>
                    </a:cubicBezTo>
                    <a:cubicBezTo>
                      <a:pt x="2186" y="2953"/>
                      <a:pt x="2177" y="2968"/>
                      <a:pt x="2161" y="2968"/>
                    </a:cubicBezTo>
                    <a:cubicBezTo>
                      <a:pt x="2153" y="2968"/>
                      <a:pt x="2144" y="2964"/>
                      <a:pt x="2132" y="2953"/>
                    </a:cubicBezTo>
                    <a:lnTo>
                      <a:pt x="2132" y="2953"/>
                    </a:lnTo>
                    <a:lnTo>
                      <a:pt x="2141" y="3004"/>
                    </a:lnTo>
                    <a:cubicBezTo>
                      <a:pt x="2124" y="2987"/>
                      <a:pt x="2107" y="2970"/>
                      <a:pt x="2090" y="2953"/>
                    </a:cubicBezTo>
                    <a:cubicBezTo>
                      <a:pt x="2048" y="2953"/>
                      <a:pt x="2039" y="2970"/>
                      <a:pt x="2006" y="2970"/>
                    </a:cubicBezTo>
                    <a:cubicBezTo>
                      <a:pt x="2009" y="2974"/>
                      <a:pt x="2013" y="2975"/>
                      <a:pt x="2017" y="2975"/>
                    </a:cubicBezTo>
                    <a:cubicBezTo>
                      <a:pt x="2024" y="2975"/>
                      <a:pt x="2031" y="2971"/>
                      <a:pt x="2038" y="2971"/>
                    </a:cubicBezTo>
                    <a:cubicBezTo>
                      <a:pt x="2044" y="2971"/>
                      <a:pt x="2050" y="2974"/>
                      <a:pt x="2056" y="2987"/>
                    </a:cubicBezTo>
                    <a:cubicBezTo>
                      <a:pt x="2063" y="3000"/>
                      <a:pt x="2062" y="3004"/>
                      <a:pt x="2057" y="3004"/>
                    </a:cubicBezTo>
                    <a:cubicBezTo>
                      <a:pt x="2056" y="3004"/>
                      <a:pt x="2055" y="3004"/>
                      <a:pt x="2053" y="3004"/>
                    </a:cubicBezTo>
                    <a:lnTo>
                      <a:pt x="2053" y="3004"/>
                    </a:lnTo>
                    <a:cubicBezTo>
                      <a:pt x="2072" y="3021"/>
                      <a:pt x="2042" y="3056"/>
                      <a:pt x="2090" y="3063"/>
                    </a:cubicBezTo>
                    <a:cubicBezTo>
                      <a:pt x="2115" y="3037"/>
                      <a:pt x="2115" y="3046"/>
                      <a:pt x="2115" y="3004"/>
                    </a:cubicBezTo>
                    <a:cubicBezTo>
                      <a:pt x="2141" y="3020"/>
                      <a:pt x="2141" y="3063"/>
                      <a:pt x="2115" y="3080"/>
                    </a:cubicBezTo>
                    <a:lnTo>
                      <a:pt x="2141" y="3071"/>
                    </a:lnTo>
                    <a:cubicBezTo>
                      <a:pt x="2141" y="3080"/>
                      <a:pt x="2149" y="3097"/>
                      <a:pt x="2149" y="3105"/>
                    </a:cubicBezTo>
                    <a:lnTo>
                      <a:pt x="2166" y="3105"/>
                    </a:lnTo>
                    <a:cubicBezTo>
                      <a:pt x="2175" y="3080"/>
                      <a:pt x="2166" y="3046"/>
                      <a:pt x="2141" y="3029"/>
                    </a:cubicBezTo>
                    <a:cubicBezTo>
                      <a:pt x="2159" y="3029"/>
                      <a:pt x="2164" y="3007"/>
                      <a:pt x="2178" y="3007"/>
                    </a:cubicBezTo>
                    <a:cubicBezTo>
                      <a:pt x="2184" y="3007"/>
                      <a:pt x="2190" y="3011"/>
                      <a:pt x="2200" y="3020"/>
                    </a:cubicBezTo>
                    <a:cubicBezTo>
                      <a:pt x="2217" y="3037"/>
                      <a:pt x="2192" y="3029"/>
                      <a:pt x="2183" y="3037"/>
                    </a:cubicBezTo>
                    <a:cubicBezTo>
                      <a:pt x="2268" y="3105"/>
                      <a:pt x="2209" y="3147"/>
                      <a:pt x="2276" y="3207"/>
                    </a:cubicBezTo>
                    <a:cubicBezTo>
                      <a:pt x="2251" y="3198"/>
                      <a:pt x="2234" y="3147"/>
                      <a:pt x="2192" y="3130"/>
                    </a:cubicBezTo>
                    <a:lnTo>
                      <a:pt x="2192" y="3130"/>
                    </a:lnTo>
                    <a:cubicBezTo>
                      <a:pt x="2192" y="3164"/>
                      <a:pt x="2234" y="3164"/>
                      <a:pt x="2242" y="3181"/>
                    </a:cubicBezTo>
                    <a:cubicBezTo>
                      <a:pt x="2236" y="3179"/>
                      <a:pt x="2231" y="3178"/>
                      <a:pt x="2228" y="3178"/>
                    </a:cubicBezTo>
                    <a:cubicBezTo>
                      <a:pt x="2217" y="3178"/>
                      <a:pt x="2217" y="3188"/>
                      <a:pt x="2217" y="3207"/>
                    </a:cubicBezTo>
                    <a:lnTo>
                      <a:pt x="2234" y="3207"/>
                    </a:lnTo>
                    <a:cubicBezTo>
                      <a:pt x="2242" y="3223"/>
                      <a:pt x="2259" y="3249"/>
                      <a:pt x="2259" y="3249"/>
                    </a:cubicBezTo>
                    <a:lnTo>
                      <a:pt x="2259" y="3223"/>
                    </a:lnTo>
                    <a:cubicBezTo>
                      <a:pt x="2310" y="3249"/>
                      <a:pt x="2361" y="3291"/>
                      <a:pt x="2386" y="3342"/>
                    </a:cubicBezTo>
                    <a:cubicBezTo>
                      <a:pt x="2382" y="3345"/>
                      <a:pt x="2377" y="3347"/>
                      <a:pt x="2372" y="3347"/>
                    </a:cubicBezTo>
                    <a:cubicBezTo>
                      <a:pt x="2351" y="3347"/>
                      <a:pt x="2330" y="3320"/>
                      <a:pt x="2318" y="3320"/>
                    </a:cubicBezTo>
                    <a:cubicBezTo>
                      <a:pt x="2313" y="3320"/>
                      <a:pt x="2310" y="3326"/>
                      <a:pt x="2310" y="3342"/>
                    </a:cubicBezTo>
                    <a:cubicBezTo>
                      <a:pt x="2335" y="3359"/>
                      <a:pt x="2386" y="3350"/>
                      <a:pt x="2395" y="3401"/>
                    </a:cubicBezTo>
                    <a:cubicBezTo>
                      <a:pt x="2361" y="3401"/>
                      <a:pt x="2386" y="3435"/>
                      <a:pt x="2378" y="3443"/>
                    </a:cubicBezTo>
                    <a:lnTo>
                      <a:pt x="2454" y="3460"/>
                    </a:lnTo>
                    <a:cubicBezTo>
                      <a:pt x="2471" y="3494"/>
                      <a:pt x="2488" y="3520"/>
                      <a:pt x="2513" y="3536"/>
                    </a:cubicBezTo>
                    <a:cubicBezTo>
                      <a:pt x="2505" y="3528"/>
                      <a:pt x="2496" y="3520"/>
                      <a:pt x="2488" y="3511"/>
                    </a:cubicBezTo>
                    <a:cubicBezTo>
                      <a:pt x="2555" y="3511"/>
                      <a:pt x="2530" y="3579"/>
                      <a:pt x="2581" y="3613"/>
                    </a:cubicBezTo>
                    <a:lnTo>
                      <a:pt x="2547" y="3604"/>
                    </a:lnTo>
                    <a:lnTo>
                      <a:pt x="2547" y="3604"/>
                    </a:lnTo>
                    <a:cubicBezTo>
                      <a:pt x="2564" y="3638"/>
                      <a:pt x="2598" y="3663"/>
                      <a:pt x="2632" y="3680"/>
                    </a:cubicBezTo>
                    <a:lnTo>
                      <a:pt x="2606" y="3697"/>
                    </a:lnTo>
                    <a:cubicBezTo>
                      <a:pt x="2614" y="3693"/>
                      <a:pt x="2621" y="3691"/>
                      <a:pt x="2629" y="3691"/>
                    </a:cubicBezTo>
                    <a:cubicBezTo>
                      <a:pt x="2665" y="3691"/>
                      <a:pt x="2702" y="3731"/>
                      <a:pt x="2716" y="3731"/>
                    </a:cubicBezTo>
                    <a:cubicBezTo>
                      <a:pt x="2632" y="3663"/>
                      <a:pt x="2682" y="3646"/>
                      <a:pt x="2598" y="3579"/>
                    </a:cubicBezTo>
                    <a:lnTo>
                      <a:pt x="2598" y="3579"/>
                    </a:lnTo>
                    <a:cubicBezTo>
                      <a:pt x="2657" y="3587"/>
                      <a:pt x="2674" y="3604"/>
                      <a:pt x="2733" y="3613"/>
                    </a:cubicBezTo>
                    <a:cubicBezTo>
                      <a:pt x="2741" y="3630"/>
                      <a:pt x="2733" y="3638"/>
                      <a:pt x="2733" y="3646"/>
                    </a:cubicBezTo>
                    <a:cubicBezTo>
                      <a:pt x="2744" y="3646"/>
                      <a:pt x="2759" y="3639"/>
                      <a:pt x="2773" y="3639"/>
                    </a:cubicBezTo>
                    <a:cubicBezTo>
                      <a:pt x="2780" y="3639"/>
                      <a:pt x="2787" y="3641"/>
                      <a:pt x="2792" y="3646"/>
                    </a:cubicBezTo>
                    <a:lnTo>
                      <a:pt x="2784" y="3663"/>
                    </a:lnTo>
                    <a:cubicBezTo>
                      <a:pt x="2818" y="3723"/>
                      <a:pt x="2877" y="3672"/>
                      <a:pt x="2902" y="3731"/>
                    </a:cubicBezTo>
                    <a:cubicBezTo>
                      <a:pt x="2898" y="3739"/>
                      <a:pt x="2892" y="3742"/>
                      <a:pt x="2885" y="3742"/>
                    </a:cubicBezTo>
                    <a:cubicBezTo>
                      <a:pt x="2861" y="3742"/>
                      <a:pt x="2824" y="3710"/>
                      <a:pt x="2792" y="3697"/>
                    </a:cubicBezTo>
                    <a:cubicBezTo>
                      <a:pt x="2790" y="3706"/>
                      <a:pt x="2787" y="3710"/>
                      <a:pt x="2783" y="3710"/>
                    </a:cubicBezTo>
                    <a:cubicBezTo>
                      <a:pt x="2772" y="3710"/>
                      <a:pt x="2757" y="3692"/>
                      <a:pt x="2743" y="3692"/>
                    </a:cubicBezTo>
                    <a:cubicBezTo>
                      <a:pt x="2736" y="3692"/>
                      <a:pt x="2729" y="3698"/>
                      <a:pt x="2725" y="3714"/>
                    </a:cubicBezTo>
                    <a:lnTo>
                      <a:pt x="2750" y="3714"/>
                    </a:lnTo>
                    <a:cubicBezTo>
                      <a:pt x="2762" y="3727"/>
                      <a:pt x="2757" y="3734"/>
                      <a:pt x="2749" y="3734"/>
                    </a:cubicBezTo>
                    <a:cubicBezTo>
                      <a:pt x="2749" y="3734"/>
                      <a:pt x="2748" y="3734"/>
                      <a:pt x="2747" y="3734"/>
                    </a:cubicBezTo>
                    <a:lnTo>
                      <a:pt x="2747" y="3734"/>
                    </a:lnTo>
                    <a:cubicBezTo>
                      <a:pt x="2757" y="3740"/>
                      <a:pt x="2754" y="3740"/>
                      <a:pt x="2775" y="3740"/>
                    </a:cubicBezTo>
                    <a:cubicBezTo>
                      <a:pt x="2843" y="3816"/>
                      <a:pt x="2733" y="3756"/>
                      <a:pt x="2784" y="3849"/>
                    </a:cubicBezTo>
                    <a:cubicBezTo>
                      <a:pt x="2772" y="3844"/>
                      <a:pt x="2760" y="3834"/>
                      <a:pt x="2749" y="3834"/>
                    </a:cubicBezTo>
                    <a:cubicBezTo>
                      <a:pt x="2744" y="3834"/>
                      <a:pt x="2738" y="3836"/>
                      <a:pt x="2733" y="3841"/>
                    </a:cubicBezTo>
                    <a:lnTo>
                      <a:pt x="2708" y="3790"/>
                    </a:lnTo>
                    <a:lnTo>
                      <a:pt x="2691" y="3807"/>
                    </a:lnTo>
                    <a:cubicBezTo>
                      <a:pt x="2720" y="3844"/>
                      <a:pt x="2762" y="3868"/>
                      <a:pt x="2812" y="3868"/>
                    </a:cubicBezTo>
                    <a:cubicBezTo>
                      <a:pt x="2819" y="3868"/>
                      <a:pt x="2827" y="3867"/>
                      <a:pt x="2835" y="3866"/>
                    </a:cubicBezTo>
                    <a:cubicBezTo>
                      <a:pt x="2775" y="3833"/>
                      <a:pt x="2851" y="3849"/>
                      <a:pt x="2843" y="3807"/>
                    </a:cubicBezTo>
                    <a:lnTo>
                      <a:pt x="2843" y="3807"/>
                    </a:lnTo>
                    <a:cubicBezTo>
                      <a:pt x="2858" y="3814"/>
                      <a:pt x="2853" y="3834"/>
                      <a:pt x="2857" y="3834"/>
                    </a:cubicBezTo>
                    <a:cubicBezTo>
                      <a:pt x="2858" y="3834"/>
                      <a:pt x="2859" y="3834"/>
                      <a:pt x="2860" y="3833"/>
                    </a:cubicBezTo>
                    <a:cubicBezTo>
                      <a:pt x="2866" y="3833"/>
                      <a:pt x="2882" y="3847"/>
                      <a:pt x="2893" y="3847"/>
                    </a:cubicBezTo>
                    <a:cubicBezTo>
                      <a:pt x="2896" y="3847"/>
                      <a:pt x="2898" y="3846"/>
                      <a:pt x="2900" y="3844"/>
                    </a:cubicBezTo>
                    <a:lnTo>
                      <a:pt x="2900" y="3844"/>
                    </a:lnTo>
                    <a:cubicBezTo>
                      <a:pt x="2863" y="3903"/>
                      <a:pt x="2943" y="4002"/>
                      <a:pt x="2868" y="4019"/>
                    </a:cubicBezTo>
                    <a:cubicBezTo>
                      <a:pt x="2877" y="4061"/>
                      <a:pt x="2978" y="4137"/>
                      <a:pt x="3038" y="4205"/>
                    </a:cubicBezTo>
                    <a:lnTo>
                      <a:pt x="3004" y="4196"/>
                    </a:lnTo>
                    <a:lnTo>
                      <a:pt x="3004" y="4196"/>
                    </a:lnTo>
                    <a:cubicBezTo>
                      <a:pt x="3008" y="4244"/>
                      <a:pt x="3027" y="4255"/>
                      <a:pt x="3052" y="4255"/>
                    </a:cubicBezTo>
                    <a:cubicBezTo>
                      <a:pt x="3069" y="4255"/>
                      <a:pt x="3090" y="4249"/>
                      <a:pt x="3109" y="4249"/>
                    </a:cubicBezTo>
                    <a:cubicBezTo>
                      <a:pt x="3120" y="4249"/>
                      <a:pt x="3130" y="4251"/>
                      <a:pt x="3139" y="4256"/>
                    </a:cubicBezTo>
                    <a:cubicBezTo>
                      <a:pt x="3134" y="4254"/>
                      <a:pt x="3131" y="4253"/>
                      <a:pt x="3128" y="4253"/>
                    </a:cubicBezTo>
                    <a:cubicBezTo>
                      <a:pt x="3105" y="4253"/>
                      <a:pt x="3139" y="4309"/>
                      <a:pt x="3139" y="4332"/>
                    </a:cubicBezTo>
                    <a:cubicBezTo>
                      <a:pt x="3181" y="4349"/>
                      <a:pt x="3232" y="4357"/>
                      <a:pt x="3258" y="4399"/>
                    </a:cubicBezTo>
                    <a:cubicBezTo>
                      <a:pt x="3249" y="4425"/>
                      <a:pt x="3215" y="4459"/>
                      <a:pt x="3232" y="4484"/>
                    </a:cubicBezTo>
                    <a:lnTo>
                      <a:pt x="3266" y="4484"/>
                    </a:lnTo>
                    <a:cubicBezTo>
                      <a:pt x="3283" y="4518"/>
                      <a:pt x="3334" y="4543"/>
                      <a:pt x="3334" y="4569"/>
                    </a:cubicBezTo>
                    <a:cubicBezTo>
                      <a:pt x="3337" y="4585"/>
                      <a:pt x="3344" y="4591"/>
                      <a:pt x="3350" y="4591"/>
                    </a:cubicBezTo>
                    <a:cubicBezTo>
                      <a:pt x="3361" y="4591"/>
                      <a:pt x="3369" y="4576"/>
                      <a:pt x="3359" y="4560"/>
                    </a:cubicBezTo>
                    <a:lnTo>
                      <a:pt x="3359" y="4560"/>
                    </a:lnTo>
                    <a:lnTo>
                      <a:pt x="3401" y="4577"/>
                    </a:lnTo>
                    <a:lnTo>
                      <a:pt x="3393" y="4585"/>
                    </a:lnTo>
                    <a:cubicBezTo>
                      <a:pt x="3451" y="4610"/>
                      <a:pt x="3501" y="4644"/>
                      <a:pt x="3551" y="4685"/>
                    </a:cubicBezTo>
                    <a:lnTo>
                      <a:pt x="3551" y="4685"/>
                    </a:lnTo>
                    <a:cubicBezTo>
                      <a:pt x="3551" y="4680"/>
                      <a:pt x="3552" y="4675"/>
                      <a:pt x="3554" y="4670"/>
                    </a:cubicBezTo>
                    <a:lnTo>
                      <a:pt x="3554" y="4670"/>
                    </a:lnTo>
                    <a:lnTo>
                      <a:pt x="3596" y="4687"/>
                    </a:lnTo>
                    <a:lnTo>
                      <a:pt x="3587" y="4712"/>
                    </a:lnTo>
                    <a:lnTo>
                      <a:pt x="3621" y="4712"/>
                    </a:lnTo>
                    <a:cubicBezTo>
                      <a:pt x="3613" y="4678"/>
                      <a:pt x="3596" y="4628"/>
                      <a:pt x="3613" y="4602"/>
                    </a:cubicBezTo>
                    <a:lnTo>
                      <a:pt x="3613" y="4602"/>
                    </a:lnTo>
                    <a:cubicBezTo>
                      <a:pt x="3664" y="4678"/>
                      <a:pt x="3740" y="4729"/>
                      <a:pt x="3824" y="4755"/>
                    </a:cubicBezTo>
                    <a:lnTo>
                      <a:pt x="3807" y="4755"/>
                    </a:lnTo>
                    <a:lnTo>
                      <a:pt x="3807" y="4763"/>
                    </a:lnTo>
                    <a:cubicBezTo>
                      <a:pt x="3833" y="4788"/>
                      <a:pt x="3858" y="4814"/>
                      <a:pt x="3883" y="4831"/>
                    </a:cubicBezTo>
                    <a:lnTo>
                      <a:pt x="3858" y="4831"/>
                    </a:lnTo>
                    <a:cubicBezTo>
                      <a:pt x="3850" y="4848"/>
                      <a:pt x="3892" y="4865"/>
                      <a:pt x="3909" y="4890"/>
                    </a:cubicBezTo>
                    <a:cubicBezTo>
                      <a:pt x="3926" y="4890"/>
                      <a:pt x="3943" y="4907"/>
                      <a:pt x="3943" y="4924"/>
                    </a:cubicBezTo>
                    <a:lnTo>
                      <a:pt x="3934" y="4924"/>
                    </a:lnTo>
                    <a:cubicBezTo>
                      <a:pt x="3926" y="4941"/>
                      <a:pt x="3943" y="4966"/>
                      <a:pt x="3968" y="4991"/>
                    </a:cubicBezTo>
                    <a:lnTo>
                      <a:pt x="3943" y="4991"/>
                    </a:lnTo>
                    <a:cubicBezTo>
                      <a:pt x="3938" y="4994"/>
                      <a:pt x="3934" y="4995"/>
                      <a:pt x="3930" y="4995"/>
                    </a:cubicBezTo>
                    <a:cubicBezTo>
                      <a:pt x="3920" y="4995"/>
                      <a:pt x="3912" y="4989"/>
                      <a:pt x="3900" y="4983"/>
                    </a:cubicBezTo>
                    <a:lnTo>
                      <a:pt x="3900" y="4983"/>
                    </a:lnTo>
                    <a:cubicBezTo>
                      <a:pt x="3909" y="4991"/>
                      <a:pt x="3917" y="5000"/>
                      <a:pt x="3917" y="5008"/>
                    </a:cubicBezTo>
                    <a:lnTo>
                      <a:pt x="3833" y="4991"/>
                    </a:lnTo>
                    <a:lnTo>
                      <a:pt x="3833" y="4991"/>
                    </a:lnTo>
                    <a:cubicBezTo>
                      <a:pt x="3841" y="5025"/>
                      <a:pt x="3892" y="4991"/>
                      <a:pt x="3909" y="5034"/>
                    </a:cubicBezTo>
                    <a:cubicBezTo>
                      <a:pt x="3895" y="5048"/>
                      <a:pt x="3878" y="5054"/>
                      <a:pt x="3862" y="5054"/>
                    </a:cubicBezTo>
                    <a:cubicBezTo>
                      <a:pt x="3849" y="5054"/>
                      <a:pt x="3836" y="5050"/>
                      <a:pt x="3824" y="5042"/>
                    </a:cubicBezTo>
                    <a:cubicBezTo>
                      <a:pt x="3799" y="5008"/>
                      <a:pt x="3841" y="5034"/>
                      <a:pt x="3841" y="5008"/>
                    </a:cubicBezTo>
                    <a:cubicBezTo>
                      <a:pt x="3782" y="5008"/>
                      <a:pt x="3841" y="4958"/>
                      <a:pt x="3782" y="4958"/>
                    </a:cubicBezTo>
                    <a:cubicBezTo>
                      <a:pt x="3757" y="4932"/>
                      <a:pt x="3782" y="4924"/>
                      <a:pt x="3782" y="4907"/>
                    </a:cubicBezTo>
                    <a:cubicBezTo>
                      <a:pt x="3787" y="4914"/>
                      <a:pt x="3791" y="4917"/>
                      <a:pt x="3794" y="4917"/>
                    </a:cubicBezTo>
                    <a:cubicBezTo>
                      <a:pt x="3803" y="4917"/>
                      <a:pt x="3805" y="4897"/>
                      <a:pt x="3816" y="4897"/>
                    </a:cubicBezTo>
                    <a:cubicBezTo>
                      <a:pt x="3820" y="4897"/>
                      <a:pt x="3826" y="4900"/>
                      <a:pt x="3833" y="4907"/>
                    </a:cubicBezTo>
                    <a:cubicBezTo>
                      <a:pt x="3829" y="4890"/>
                      <a:pt x="3822" y="4886"/>
                      <a:pt x="3813" y="4886"/>
                    </a:cubicBezTo>
                    <a:cubicBezTo>
                      <a:pt x="3808" y="4886"/>
                      <a:pt x="3803" y="4888"/>
                      <a:pt x="3798" y="4888"/>
                    </a:cubicBezTo>
                    <a:cubicBezTo>
                      <a:pt x="3791" y="4888"/>
                      <a:pt x="3785" y="4885"/>
                      <a:pt x="3782" y="4873"/>
                    </a:cubicBezTo>
                    <a:lnTo>
                      <a:pt x="3807" y="4848"/>
                    </a:lnTo>
                    <a:cubicBezTo>
                      <a:pt x="3790" y="4805"/>
                      <a:pt x="3765" y="4772"/>
                      <a:pt x="3731" y="4746"/>
                    </a:cubicBezTo>
                    <a:cubicBezTo>
                      <a:pt x="3731" y="4756"/>
                      <a:pt x="3728" y="4760"/>
                      <a:pt x="3723" y="4760"/>
                    </a:cubicBezTo>
                    <a:cubicBezTo>
                      <a:pt x="3716" y="4760"/>
                      <a:pt x="3704" y="4750"/>
                      <a:pt x="3696" y="4750"/>
                    </a:cubicBezTo>
                    <a:cubicBezTo>
                      <a:pt x="3693" y="4750"/>
                      <a:pt x="3690" y="4752"/>
                      <a:pt x="3689" y="4755"/>
                    </a:cubicBezTo>
                    <a:cubicBezTo>
                      <a:pt x="3691" y="4754"/>
                      <a:pt x="3693" y="4754"/>
                      <a:pt x="3694" y="4754"/>
                    </a:cubicBezTo>
                    <a:cubicBezTo>
                      <a:pt x="3716" y="4754"/>
                      <a:pt x="3722" y="4798"/>
                      <a:pt x="3714" y="4805"/>
                    </a:cubicBezTo>
                    <a:cubicBezTo>
                      <a:pt x="3689" y="4780"/>
                      <a:pt x="3664" y="4755"/>
                      <a:pt x="3647" y="4721"/>
                    </a:cubicBezTo>
                    <a:lnTo>
                      <a:pt x="3647" y="4721"/>
                    </a:lnTo>
                    <a:lnTo>
                      <a:pt x="3664" y="4772"/>
                    </a:lnTo>
                    <a:cubicBezTo>
                      <a:pt x="3638" y="4772"/>
                      <a:pt x="3562" y="4738"/>
                      <a:pt x="3562" y="4738"/>
                    </a:cubicBezTo>
                    <a:cubicBezTo>
                      <a:pt x="3562" y="4718"/>
                      <a:pt x="3552" y="4704"/>
                      <a:pt x="3551" y="4687"/>
                    </a:cubicBezTo>
                    <a:lnTo>
                      <a:pt x="3551" y="4687"/>
                    </a:lnTo>
                    <a:cubicBezTo>
                      <a:pt x="3528" y="4690"/>
                      <a:pt x="3541" y="4737"/>
                      <a:pt x="3526" y="4737"/>
                    </a:cubicBezTo>
                    <a:cubicBezTo>
                      <a:pt x="3522" y="4737"/>
                      <a:pt x="3515" y="4733"/>
                      <a:pt x="3503" y="4721"/>
                    </a:cubicBezTo>
                    <a:lnTo>
                      <a:pt x="3503" y="4721"/>
                    </a:lnTo>
                    <a:cubicBezTo>
                      <a:pt x="3505" y="4722"/>
                      <a:pt x="3506" y="4722"/>
                      <a:pt x="3508" y="4722"/>
                    </a:cubicBezTo>
                    <a:cubicBezTo>
                      <a:pt x="3520" y="4722"/>
                      <a:pt x="3520" y="4694"/>
                      <a:pt x="3520" y="4678"/>
                    </a:cubicBezTo>
                    <a:cubicBezTo>
                      <a:pt x="3511" y="4662"/>
                      <a:pt x="3477" y="4653"/>
                      <a:pt x="3461" y="4653"/>
                    </a:cubicBezTo>
                    <a:cubicBezTo>
                      <a:pt x="3444" y="4670"/>
                      <a:pt x="3427" y="4687"/>
                      <a:pt x="3401" y="4687"/>
                    </a:cubicBezTo>
                    <a:cubicBezTo>
                      <a:pt x="3462" y="4695"/>
                      <a:pt x="3509" y="4811"/>
                      <a:pt x="3567" y="4811"/>
                    </a:cubicBezTo>
                    <a:cubicBezTo>
                      <a:pt x="3573" y="4811"/>
                      <a:pt x="3580" y="4809"/>
                      <a:pt x="3587" y="4805"/>
                    </a:cubicBezTo>
                    <a:cubicBezTo>
                      <a:pt x="3638" y="4856"/>
                      <a:pt x="3680" y="4915"/>
                      <a:pt x="3723" y="4983"/>
                    </a:cubicBezTo>
                    <a:cubicBezTo>
                      <a:pt x="3723" y="4975"/>
                      <a:pt x="3731" y="4966"/>
                      <a:pt x="3731" y="4966"/>
                    </a:cubicBezTo>
                    <a:lnTo>
                      <a:pt x="3748" y="5034"/>
                    </a:lnTo>
                    <a:lnTo>
                      <a:pt x="3731" y="5025"/>
                    </a:lnTo>
                    <a:lnTo>
                      <a:pt x="3740" y="5076"/>
                    </a:lnTo>
                    <a:cubicBezTo>
                      <a:pt x="3737" y="5079"/>
                      <a:pt x="3734" y="5080"/>
                      <a:pt x="3730" y="5080"/>
                    </a:cubicBezTo>
                    <a:cubicBezTo>
                      <a:pt x="3721" y="5080"/>
                      <a:pt x="3709" y="5074"/>
                      <a:pt x="3697" y="5068"/>
                    </a:cubicBezTo>
                    <a:cubicBezTo>
                      <a:pt x="3689" y="5059"/>
                      <a:pt x="3689" y="5051"/>
                      <a:pt x="3697" y="5051"/>
                    </a:cubicBezTo>
                    <a:cubicBezTo>
                      <a:pt x="3692" y="5049"/>
                      <a:pt x="3688" y="5048"/>
                      <a:pt x="3686" y="5048"/>
                    </a:cubicBezTo>
                    <a:cubicBezTo>
                      <a:pt x="3670" y="5048"/>
                      <a:pt x="3703" y="5085"/>
                      <a:pt x="3679" y="5085"/>
                    </a:cubicBezTo>
                    <a:cubicBezTo>
                      <a:pt x="3677" y="5085"/>
                      <a:pt x="3675" y="5085"/>
                      <a:pt x="3672" y="5085"/>
                    </a:cubicBezTo>
                    <a:cubicBezTo>
                      <a:pt x="3672" y="5078"/>
                      <a:pt x="3662" y="5071"/>
                      <a:pt x="3657" y="5065"/>
                    </a:cubicBezTo>
                    <a:lnTo>
                      <a:pt x="3657" y="5065"/>
                    </a:lnTo>
                    <a:cubicBezTo>
                      <a:pt x="3676" y="5109"/>
                      <a:pt x="3722" y="5103"/>
                      <a:pt x="3706" y="5152"/>
                    </a:cubicBezTo>
                    <a:cubicBezTo>
                      <a:pt x="3748" y="5152"/>
                      <a:pt x="3790" y="5186"/>
                      <a:pt x="3807" y="5228"/>
                    </a:cubicBezTo>
                    <a:cubicBezTo>
                      <a:pt x="3782" y="5228"/>
                      <a:pt x="3841" y="5271"/>
                      <a:pt x="3799" y="5271"/>
                    </a:cubicBezTo>
                    <a:cubicBezTo>
                      <a:pt x="3822" y="5271"/>
                      <a:pt x="3831" y="5314"/>
                      <a:pt x="3846" y="5314"/>
                    </a:cubicBezTo>
                    <a:cubicBezTo>
                      <a:pt x="3847" y="5314"/>
                      <a:pt x="3848" y="5314"/>
                      <a:pt x="3850" y="5313"/>
                    </a:cubicBezTo>
                    <a:cubicBezTo>
                      <a:pt x="3841" y="5313"/>
                      <a:pt x="3824" y="5296"/>
                      <a:pt x="3824" y="5279"/>
                    </a:cubicBezTo>
                    <a:lnTo>
                      <a:pt x="3824" y="5279"/>
                    </a:lnTo>
                    <a:cubicBezTo>
                      <a:pt x="3841" y="5288"/>
                      <a:pt x="3858" y="5279"/>
                      <a:pt x="3875" y="5304"/>
                    </a:cubicBezTo>
                    <a:lnTo>
                      <a:pt x="3867" y="5304"/>
                    </a:lnTo>
                    <a:cubicBezTo>
                      <a:pt x="3870" y="5305"/>
                      <a:pt x="3873" y="5306"/>
                      <a:pt x="3876" y="5306"/>
                    </a:cubicBezTo>
                    <a:cubicBezTo>
                      <a:pt x="3894" y="5306"/>
                      <a:pt x="3910" y="5294"/>
                      <a:pt x="3927" y="5294"/>
                    </a:cubicBezTo>
                    <a:cubicBezTo>
                      <a:pt x="3937" y="5294"/>
                      <a:pt x="3948" y="5298"/>
                      <a:pt x="3960" y="5313"/>
                    </a:cubicBezTo>
                    <a:cubicBezTo>
                      <a:pt x="4008" y="5361"/>
                      <a:pt x="3995" y="5371"/>
                      <a:pt x="3968" y="5371"/>
                    </a:cubicBezTo>
                    <a:cubicBezTo>
                      <a:pt x="3949" y="5371"/>
                      <a:pt x="3923" y="5366"/>
                      <a:pt x="3906" y="5366"/>
                    </a:cubicBezTo>
                    <a:cubicBezTo>
                      <a:pt x="3898" y="5366"/>
                      <a:pt x="3892" y="5367"/>
                      <a:pt x="3892" y="5372"/>
                    </a:cubicBezTo>
                    <a:cubicBezTo>
                      <a:pt x="3893" y="5371"/>
                      <a:pt x="3895" y="5371"/>
                      <a:pt x="3897" y="5371"/>
                    </a:cubicBezTo>
                    <a:cubicBezTo>
                      <a:pt x="3917" y="5371"/>
                      <a:pt x="3960" y="5408"/>
                      <a:pt x="3960" y="5431"/>
                    </a:cubicBezTo>
                    <a:lnTo>
                      <a:pt x="3951" y="5431"/>
                    </a:lnTo>
                    <a:cubicBezTo>
                      <a:pt x="3960" y="5440"/>
                      <a:pt x="3985" y="5448"/>
                      <a:pt x="3985" y="5474"/>
                    </a:cubicBezTo>
                    <a:cubicBezTo>
                      <a:pt x="4010" y="5465"/>
                      <a:pt x="4036" y="5465"/>
                      <a:pt x="4061" y="5457"/>
                    </a:cubicBezTo>
                    <a:lnTo>
                      <a:pt x="4103" y="5508"/>
                    </a:lnTo>
                    <a:lnTo>
                      <a:pt x="4087" y="5508"/>
                    </a:lnTo>
                    <a:cubicBezTo>
                      <a:pt x="4095" y="5516"/>
                      <a:pt x="4103" y="5524"/>
                      <a:pt x="4112" y="5533"/>
                    </a:cubicBezTo>
                    <a:cubicBezTo>
                      <a:pt x="4109" y="5538"/>
                      <a:pt x="4107" y="5540"/>
                      <a:pt x="4104" y="5540"/>
                    </a:cubicBezTo>
                    <a:cubicBezTo>
                      <a:pt x="4098" y="5540"/>
                      <a:pt x="4090" y="5528"/>
                      <a:pt x="4078" y="5516"/>
                    </a:cubicBezTo>
                    <a:lnTo>
                      <a:pt x="4078" y="5516"/>
                    </a:lnTo>
                    <a:cubicBezTo>
                      <a:pt x="4070" y="5541"/>
                      <a:pt x="4078" y="5550"/>
                      <a:pt x="4103" y="5550"/>
                    </a:cubicBezTo>
                    <a:lnTo>
                      <a:pt x="4103" y="5541"/>
                    </a:lnTo>
                    <a:cubicBezTo>
                      <a:pt x="4113" y="5546"/>
                      <a:pt x="4137" y="5557"/>
                      <a:pt x="4150" y="5557"/>
                    </a:cubicBezTo>
                    <a:cubicBezTo>
                      <a:pt x="4160" y="5557"/>
                      <a:pt x="4165" y="5551"/>
                      <a:pt x="4154" y="5533"/>
                    </a:cubicBezTo>
                    <a:lnTo>
                      <a:pt x="4154" y="5533"/>
                    </a:lnTo>
                    <a:cubicBezTo>
                      <a:pt x="4188" y="5550"/>
                      <a:pt x="4171" y="5584"/>
                      <a:pt x="4188" y="5601"/>
                    </a:cubicBezTo>
                    <a:cubicBezTo>
                      <a:pt x="4186" y="5602"/>
                      <a:pt x="4184" y="5603"/>
                      <a:pt x="4181" y="5603"/>
                    </a:cubicBezTo>
                    <a:cubicBezTo>
                      <a:pt x="4177" y="5603"/>
                      <a:pt x="4172" y="5601"/>
                      <a:pt x="4168" y="5601"/>
                    </a:cubicBezTo>
                    <a:cubicBezTo>
                      <a:pt x="4165" y="5601"/>
                      <a:pt x="4163" y="5603"/>
                      <a:pt x="4163" y="5609"/>
                    </a:cubicBezTo>
                    <a:cubicBezTo>
                      <a:pt x="4163" y="5634"/>
                      <a:pt x="4180" y="5643"/>
                      <a:pt x="4196" y="5660"/>
                    </a:cubicBezTo>
                    <a:cubicBezTo>
                      <a:pt x="4188" y="5643"/>
                      <a:pt x="4213" y="5651"/>
                      <a:pt x="4205" y="5626"/>
                    </a:cubicBezTo>
                    <a:cubicBezTo>
                      <a:pt x="4210" y="5626"/>
                      <a:pt x="4225" y="5631"/>
                      <a:pt x="4236" y="5636"/>
                    </a:cubicBezTo>
                    <a:lnTo>
                      <a:pt x="4236" y="5636"/>
                    </a:lnTo>
                    <a:cubicBezTo>
                      <a:pt x="4229" y="5632"/>
                      <a:pt x="4222" y="5629"/>
                      <a:pt x="4222" y="5617"/>
                    </a:cubicBezTo>
                    <a:lnTo>
                      <a:pt x="4222" y="5617"/>
                    </a:lnTo>
                    <a:cubicBezTo>
                      <a:pt x="4247" y="5634"/>
                      <a:pt x="4273" y="5660"/>
                      <a:pt x="4281" y="5694"/>
                    </a:cubicBezTo>
                    <a:lnTo>
                      <a:pt x="4264" y="5694"/>
                    </a:lnTo>
                    <a:cubicBezTo>
                      <a:pt x="4315" y="5711"/>
                      <a:pt x="4349" y="5761"/>
                      <a:pt x="4391" y="5761"/>
                    </a:cubicBezTo>
                    <a:lnTo>
                      <a:pt x="4391" y="5753"/>
                    </a:lnTo>
                    <a:cubicBezTo>
                      <a:pt x="4374" y="5753"/>
                      <a:pt x="4366" y="5736"/>
                      <a:pt x="4366" y="5719"/>
                    </a:cubicBezTo>
                    <a:lnTo>
                      <a:pt x="4366" y="5719"/>
                    </a:lnTo>
                    <a:cubicBezTo>
                      <a:pt x="4370" y="5723"/>
                      <a:pt x="4373" y="5725"/>
                      <a:pt x="4375" y="5725"/>
                    </a:cubicBezTo>
                    <a:cubicBezTo>
                      <a:pt x="4385" y="5725"/>
                      <a:pt x="4382" y="5696"/>
                      <a:pt x="4395" y="5696"/>
                    </a:cubicBezTo>
                    <a:cubicBezTo>
                      <a:pt x="4398" y="5696"/>
                      <a:pt x="4402" y="5698"/>
                      <a:pt x="4408" y="5702"/>
                    </a:cubicBezTo>
                    <a:cubicBezTo>
                      <a:pt x="4450" y="5727"/>
                      <a:pt x="4450" y="5778"/>
                      <a:pt x="4493" y="5778"/>
                    </a:cubicBezTo>
                    <a:cubicBezTo>
                      <a:pt x="4467" y="5736"/>
                      <a:pt x="4450" y="5677"/>
                      <a:pt x="4425" y="5677"/>
                    </a:cubicBezTo>
                    <a:lnTo>
                      <a:pt x="4442" y="5702"/>
                    </a:lnTo>
                    <a:lnTo>
                      <a:pt x="4366" y="5677"/>
                    </a:lnTo>
                    <a:cubicBezTo>
                      <a:pt x="4374" y="5660"/>
                      <a:pt x="4323" y="5634"/>
                      <a:pt x="4340" y="5617"/>
                    </a:cubicBezTo>
                    <a:lnTo>
                      <a:pt x="4340" y="5617"/>
                    </a:lnTo>
                    <a:cubicBezTo>
                      <a:pt x="4357" y="5634"/>
                      <a:pt x="4374" y="5651"/>
                      <a:pt x="4383" y="5660"/>
                    </a:cubicBezTo>
                    <a:cubicBezTo>
                      <a:pt x="4391" y="5651"/>
                      <a:pt x="4357" y="5609"/>
                      <a:pt x="4340" y="5592"/>
                    </a:cubicBezTo>
                    <a:lnTo>
                      <a:pt x="4340" y="5592"/>
                    </a:lnTo>
                    <a:lnTo>
                      <a:pt x="4349" y="5617"/>
                    </a:lnTo>
                    <a:cubicBezTo>
                      <a:pt x="4306" y="5592"/>
                      <a:pt x="4264" y="5533"/>
                      <a:pt x="4222" y="5508"/>
                    </a:cubicBezTo>
                    <a:lnTo>
                      <a:pt x="4222" y="5508"/>
                    </a:lnTo>
                    <a:cubicBezTo>
                      <a:pt x="4227" y="5509"/>
                      <a:pt x="4230" y="5510"/>
                      <a:pt x="4233" y="5510"/>
                    </a:cubicBezTo>
                    <a:cubicBezTo>
                      <a:pt x="4251" y="5510"/>
                      <a:pt x="4215" y="5464"/>
                      <a:pt x="4241" y="5464"/>
                    </a:cubicBezTo>
                    <a:cubicBezTo>
                      <a:pt x="4243" y="5464"/>
                      <a:pt x="4245" y="5465"/>
                      <a:pt x="4247" y="5465"/>
                    </a:cubicBezTo>
                    <a:cubicBezTo>
                      <a:pt x="4262" y="5465"/>
                      <a:pt x="4264" y="5492"/>
                      <a:pt x="4264" y="5492"/>
                    </a:cubicBezTo>
                    <a:cubicBezTo>
                      <a:pt x="4264" y="5492"/>
                      <a:pt x="4264" y="5492"/>
                      <a:pt x="4264" y="5491"/>
                    </a:cubicBezTo>
                    <a:cubicBezTo>
                      <a:pt x="4281" y="5474"/>
                      <a:pt x="4247" y="5457"/>
                      <a:pt x="4256" y="5440"/>
                    </a:cubicBezTo>
                    <a:lnTo>
                      <a:pt x="4256" y="5440"/>
                    </a:lnTo>
                    <a:cubicBezTo>
                      <a:pt x="4254" y="5441"/>
                      <a:pt x="4251" y="5441"/>
                      <a:pt x="4249" y="5441"/>
                    </a:cubicBezTo>
                    <a:cubicBezTo>
                      <a:pt x="4238" y="5441"/>
                      <a:pt x="4224" y="5433"/>
                      <a:pt x="4215" y="5433"/>
                    </a:cubicBezTo>
                    <a:cubicBezTo>
                      <a:pt x="4209" y="5433"/>
                      <a:pt x="4205" y="5436"/>
                      <a:pt x="4205" y="5448"/>
                    </a:cubicBezTo>
                    <a:cubicBezTo>
                      <a:pt x="4196" y="5423"/>
                      <a:pt x="4154" y="5414"/>
                      <a:pt x="4154" y="5381"/>
                    </a:cubicBezTo>
                    <a:cubicBezTo>
                      <a:pt x="4150" y="5386"/>
                      <a:pt x="4146" y="5389"/>
                      <a:pt x="4142" y="5389"/>
                    </a:cubicBezTo>
                    <a:cubicBezTo>
                      <a:pt x="4129" y="5389"/>
                      <a:pt x="4116" y="5364"/>
                      <a:pt x="4103" y="5364"/>
                    </a:cubicBezTo>
                    <a:cubicBezTo>
                      <a:pt x="4095" y="5355"/>
                      <a:pt x="4095" y="5347"/>
                      <a:pt x="4103" y="5330"/>
                    </a:cubicBezTo>
                    <a:cubicBezTo>
                      <a:pt x="4120" y="5347"/>
                      <a:pt x="4146" y="5355"/>
                      <a:pt x="4171" y="5372"/>
                    </a:cubicBezTo>
                    <a:cubicBezTo>
                      <a:pt x="4178" y="5379"/>
                      <a:pt x="4185" y="5391"/>
                      <a:pt x="4187" y="5391"/>
                    </a:cubicBezTo>
                    <a:cubicBezTo>
                      <a:pt x="4188" y="5391"/>
                      <a:pt x="4188" y="5391"/>
                      <a:pt x="4188" y="5389"/>
                    </a:cubicBezTo>
                    <a:lnTo>
                      <a:pt x="4205" y="5381"/>
                    </a:lnTo>
                    <a:cubicBezTo>
                      <a:pt x="4256" y="5406"/>
                      <a:pt x="4306" y="5440"/>
                      <a:pt x="4340" y="5448"/>
                    </a:cubicBezTo>
                    <a:lnTo>
                      <a:pt x="4315" y="5448"/>
                    </a:lnTo>
                    <a:cubicBezTo>
                      <a:pt x="4374" y="5457"/>
                      <a:pt x="4366" y="5516"/>
                      <a:pt x="4416" y="5533"/>
                    </a:cubicBezTo>
                    <a:lnTo>
                      <a:pt x="4416" y="5541"/>
                    </a:lnTo>
                    <a:cubicBezTo>
                      <a:pt x="4434" y="5571"/>
                      <a:pt x="4464" y="5572"/>
                      <a:pt x="4483" y="5586"/>
                    </a:cubicBezTo>
                    <a:lnTo>
                      <a:pt x="4483" y="5586"/>
                    </a:lnTo>
                    <a:cubicBezTo>
                      <a:pt x="4480" y="5581"/>
                      <a:pt x="4478" y="5575"/>
                      <a:pt x="4476" y="5567"/>
                    </a:cubicBezTo>
                    <a:lnTo>
                      <a:pt x="4476" y="5567"/>
                    </a:lnTo>
                    <a:cubicBezTo>
                      <a:pt x="4493" y="5575"/>
                      <a:pt x="4518" y="5584"/>
                      <a:pt x="4535" y="5601"/>
                    </a:cubicBezTo>
                    <a:lnTo>
                      <a:pt x="4552" y="5584"/>
                    </a:lnTo>
                    <a:cubicBezTo>
                      <a:pt x="4594" y="5592"/>
                      <a:pt x="4577" y="5643"/>
                      <a:pt x="4619" y="5643"/>
                    </a:cubicBezTo>
                    <a:lnTo>
                      <a:pt x="4619" y="5601"/>
                    </a:lnTo>
                    <a:cubicBezTo>
                      <a:pt x="4603" y="5592"/>
                      <a:pt x="4594" y="5592"/>
                      <a:pt x="4586" y="5592"/>
                    </a:cubicBezTo>
                    <a:cubicBezTo>
                      <a:pt x="4560" y="5567"/>
                      <a:pt x="4552" y="5533"/>
                      <a:pt x="4569" y="5508"/>
                    </a:cubicBezTo>
                    <a:cubicBezTo>
                      <a:pt x="4569" y="5474"/>
                      <a:pt x="4603" y="5491"/>
                      <a:pt x="4619" y="5474"/>
                    </a:cubicBezTo>
                    <a:cubicBezTo>
                      <a:pt x="4607" y="5461"/>
                      <a:pt x="4594" y="5461"/>
                      <a:pt x="4581" y="5461"/>
                    </a:cubicBezTo>
                    <a:cubicBezTo>
                      <a:pt x="4569" y="5461"/>
                      <a:pt x="4556" y="5461"/>
                      <a:pt x="4543" y="5448"/>
                    </a:cubicBezTo>
                    <a:cubicBezTo>
                      <a:pt x="4535" y="5440"/>
                      <a:pt x="4552" y="5440"/>
                      <a:pt x="4552" y="5440"/>
                    </a:cubicBezTo>
                    <a:lnTo>
                      <a:pt x="4526" y="5431"/>
                    </a:lnTo>
                    <a:cubicBezTo>
                      <a:pt x="4526" y="5424"/>
                      <a:pt x="4508" y="5386"/>
                      <a:pt x="4524" y="5386"/>
                    </a:cubicBezTo>
                    <a:cubicBezTo>
                      <a:pt x="4526" y="5386"/>
                      <a:pt x="4530" y="5387"/>
                      <a:pt x="4535" y="5389"/>
                    </a:cubicBezTo>
                    <a:cubicBezTo>
                      <a:pt x="4543" y="5398"/>
                      <a:pt x="4543" y="5398"/>
                      <a:pt x="4552" y="5406"/>
                    </a:cubicBezTo>
                    <a:cubicBezTo>
                      <a:pt x="4535" y="5355"/>
                      <a:pt x="4501" y="5279"/>
                      <a:pt x="4526" y="5254"/>
                    </a:cubicBezTo>
                    <a:cubicBezTo>
                      <a:pt x="4518" y="5228"/>
                      <a:pt x="4509" y="5245"/>
                      <a:pt x="4493" y="5211"/>
                    </a:cubicBezTo>
                    <a:cubicBezTo>
                      <a:pt x="4470" y="5211"/>
                      <a:pt x="4462" y="5223"/>
                      <a:pt x="4447" y="5223"/>
                    </a:cubicBezTo>
                    <a:cubicBezTo>
                      <a:pt x="4440" y="5223"/>
                      <a:pt x="4431" y="5220"/>
                      <a:pt x="4416" y="5211"/>
                    </a:cubicBezTo>
                    <a:lnTo>
                      <a:pt x="4416" y="5211"/>
                    </a:lnTo>
                    <a:lnTo>
                      <a:pt x="4433" y="5245"/>
                    </a:lnTo>
                    <a:lnTo>
                      <a:pt x="4450" y="5254"/>
                    </a:lnTo>
                    <a:lnTo>
                      <a:pt x="4425" y="5228"/>
                    </a:lnTo>
                    <a:lnTo>
                      <a:pt x="4425" y="5228"/>
                    </a:lnTo>
                    <a:cubicBezTo>
                      <a:pt x="4436" y="5236"/>
                      <a:pt x="4443" y="5238"/>
                      <a:pt x="4450" y="5238"/>
                    </a:cubicBezTo>
                    <a:cubicBezTo>
                      <a:pt x="4459" y="5238"/>
                      <a:pt x="4466" y="5233"/>
                      <a:pt x="4476" y="5228"/>
                    </a:cubicBezTo>
                    <a:cubicBezTo>
                      <a:pt x="4518" y="5262"/>
                      <a:pt x="4493" y="5304"/>
                      <a:pt x="4509" y="5330"/>
                    </a:cubicBezTo>
                    <a:cubicBezTo>
                      <a:pt x="4492" y="5324"/>
                      <a:pt x="4479" y="5310"/>
                      <a:pt x="4467" y="5310"/>
                    </a:cubicBezTo>
                    <a:cubicBezTo>
                      <a:pt x="4461" y="5310"/>
                      <a:pt x="4456" y="5313"/>
                      <a:pt x="4450" y="5321"/>
                    </a:cubicBezTo>
                    <a:cubicBezTo>
                      <a:pt x="4450" y="5288"/>
                      <a:pt x="4408" y="5313"/>
                      <a:pt x="4408" y="5271"/>
                    </a:cubicBezTo>
                    <a:lnTo>
                      <a:pt x="4416" y="5271"/>
                    </a:lnTo>
                    <a:cubicBezTo>
                      <a:pt x="4383" y="5262"/>
                      <a:pt x="4408" y="5245"/>
                      <a:pt x="4374" y="5237"/>
                    </a:cubicBezTo>
                    <a:cubicBezTo>
                      <a:pt x="4383" y="5237"/>
                      <a:pt x="4383" y="5237"/>
                      <a:pt x="4383" y="5228"/>
                    </a:cubicBezTo>
                    <a:cubicBezTo>
                      <a:pt x="4373" y="5220"/>
                      <a:pt x="4367" y="5218"/>
                      <a:pt x="4363" y="5218"/>
                    </a:cubicBezTo>
                    <a:cubicBezTo>
                      <a:pt x="4354" y="5218"/>
                      <a:pt x="4358" y="5235"/>
                      <a:pt x="4344" y="5235"/>
                    </a:cubicBezTo>
                    <a:cubicBezTo>
                      <a:pt x="4339" y="5235"/>
                      <a:pt x="4333" y="5233"/>
                      <a:pt x="4323" y="5228"/>
                    </a:cubicBezTo>
                    <a:cubicBezTo>
                      <a:pt x="4306" y="5195"/>
                      <a:pt x="4357" y="5186"/>
                      <a:pt x="4357" y="5169"/>
                    </a:cubicBezTo>
                    <a:cubicBezTo>
                      <a:pt x="4377" y="5180"/>
                      <a:pt x="4389" y="5184"/>
                      <a:pt x="4397" y="5184"/>
                    </a:cubicBezTo>
                    <a:cubicBezTo>
                      <a:pt x="4411" y="5184"/>
                      <a:pt x="4412" y="5172"/>
                      <a:pt x="4424" y="5172"/>
                    </a:cubicBezTo>
                    <a:cubicBezTo>
                      <a:pt x="4431" y="5172"/>
                      <a:pt x="4441" y="5175"/>
                      <a:pt x="4459" y="5186"/>
                    </a:cubicBezTo>
                    <a:cubicBezTo>
                      <a:pt x="4493" y="5169"/>
                      <a:pt x="4476" y="5135"/>
                      <a:pt x="4450" y="5110"/>
                    </a:cubicBezTo>
                    <a:cubicBezTo>
                      <a:pt x="4450" y="5135"/>
                      <a:pt x="4400" y="5127"/>
                      <a:pt x="4400" y="5169"/>
                    </a:cubicBezTo>
                    <a:cubicBezTo>
                      <a:pt x="4340" y="5135"/>
                      <a:pt x="4290" y="5178"/>
                      <a:pt x="4273" y="5101"/>
                    </a:cubicBezTo>
                    <a:lnTo>
                      <a:pt x="4230" y="5093"/>
                    </a:lnTo>
                    <a:lnTo>
                      <a:pt x="4222" y="5051"/>
                    </a:lnTo>
                    <a:cubicBezTo>
                      <a:pt x="4264" y="5051"/>
                      <a:pt x="4273" y="5085"/>
                      <a:pt x="4298" y="5085"/>
                    </a:cubicBezTo>
                    <a:cubicBezTo>
                      <a:pt x="4298" y="5025"/>
                      <a:pt x="4222" y="5059"/>
                      <a:pt x="4196" y="5008"/>
                    </a:cubicBezTo>
                    <a:cubicBezTo>
                      <a:pt x="4196" y="4994"/>
                      <a:pt x="4200" y="4988"/>
                      <a:pt x="4205" y="4988"/>
                    </a:cubicBezTo>
                    <a:cubicBezTo>
                      <a:pt x="4218" y="4988"/>
                      <a:pt x="4245" y="5021"/>
                      <a:pt x="4268" y="5021"/>
                    </a:cubicBezTo>
                    <a:cubicBezTo>
                      <a:pt x="4272" y="5021"/>
                      <a:pt x="4277" y="5020"/>
                      <a:pt x="4281" y="5017"/>
                    </a:cubicBezTo>
                    <a:cubicBezTo>
                      <a:pt x="4264" y="5017"/>
                      <a:pt x="4264" y="4975"/>
                      <a:pt x="4273" y="4975"/>
                    </a:cubicBezTo>
                    <a:lnTo>
                      <a:pt x="4273" y="4975"/>
                    </a:lnTo>
                    <a:cubicBezTo>
                      <a:pt x="4290" y="5025"/>
                      <a:pt x="4306" y="4991"/>
                      <a:pt x="4332" y="5051"/>
                    </a:cubicBezTo>
                    <a:cubicBezTo>
                      <a:pt x="4327" y="5047"/>
                      <a:pt x="4323" y="5046"/>
                      <a:pt x="4321" y="5046"/>
                    </a:cubicBezTo>
                    <a:cubicBezTo>
                      <a:pt x="4313" y="5046"/>
                      <a:pt x="4318" y="5062"/>
                      <a:pt x="4311" y="5067"/>
                    </a:cubicBezTo>
                    <a:lnTo>
                      <a:pt x="4311" y="5067"/>
                    </a:lnTo>
                    <a:cubicBezTo>
                      <a:pt x="4311" y="5067"/>
                      <a:pt x="4311" y="5067"/>
                      <a:pt x="4311" y="5067"/>
                    </a:cubicBezTo>
                    <a:cubicBezTo>
                      <a:pt x="4329" y="5067"/>
                      <a:pt x="4359" y="5104"/>
                      <a:pt x="4374" y="5135"/>
                    </a:cubicBezTo>
                    <a:cubicBezTo>
                      <a:pt x="4408" y="5127"/>
                      <a:pt x="4374" y="5101"/>
                      <a:pt x="4374" y="5068"/>
                    </a:cubicBezTo>
                    <a:cubicBezTo>
                      <a:pt x="4315" y="5051"/>
                      <a:pt x="4332" y="4983"/>
                      <a:pt x="4281" y="4975"/>
                    </a:cubicBezTo>
                    <a:cubicBezTo>
                      <a:pt x="4262" y="4951"/>
                      <a:pt x="4270" y="4946"/>
                      <a:pt x="4280" y="4946"/>
                    </a:cubicBezTo>
                    <a:cubicBezTo>
                      <a:pt x="4288" y="4946"/>
                      <a:pt x="4298" y="4949"/>
                      <a:pt x="4298" y="4949"/>
                    </a:cubicBezTo>
                    <a:cubicBezTo>
                      <a:pt x="4292" y="4935"/>
                      <a:pt x="4287" y="4930"/>
                      <a:pt x="4283" y="4930"/>
                    </a:cubicBezTo>
                    <a:cubicBezTo>
                      <a:pt x="4275" y="4930"/>
                      <a:pt x="4269" y="4942"/>
                      <a:pt x="4260" y="4942"/>
                    </a:cubicBezTo>
                    <a:cubicBezTo>
                      <a:pt x="4259" y="4942"/>
                      <a:pt x="4257" y="4942"/>
                      <a:pt x="4256" y="4941"/>
                    </a:cubicBezTo>
                    <a:cubicBezTo>
                      <a:pt x="4196" y="4898"/>
                      <a:pt x="4239" y="4865"/>
                      <a:pt x="4205" y="4822"/>
                    </a:cubicBezTo>
                    <a:cubicBezTo>
                      <a:pt x="4154" y="4814"/>
                      <a:pt x="4103" y="4729"/>
                      <a:pt x="4061" y="4670"/>
                    </a:cubicBezTo>
                    <a:cubicBezTo>
                      <a:pt x="4078" y="4670"/>
                      <a:pt x="4078" y="4653"/>
                      <a:pt x="4087" y="4645"/>
                    </a:cubicBezTo>
                    <a:cubicBezTo>
                      <a:pt x="4019" y="4645"/>
                      <a:pt x="4044" y="4645"/>
                      <a:pt x="3993" y="4619"/>
                    </a:cubicBezTo>
                    <a:lnTo>
                      <a:pt x="3993" y="4619"/>
                    </a:lnTo>
                    <a:lnTo>
                      <a:pt x="4002" y="4662"/>
                    </a:lnTo>
                    <a:cubicBezTo>
                      <a:pt x="3977" y="4645"/>
                      <a:pt x="3934" y="4636"/>
                      <a:pt x="3934" y="4594"/>
                    </a:cubicBezTo>
                    <a:cubicBezTo>
                      <a:pt x="3932" y="4613"/>
                      <a:pt x="3926" y="4620"/>
                      <a:pt x="3919" y="4620"/>
                    </a:cubicBezTo>
                    <a:cubicBezTo>
                      <a:pt x="3899" y="4620"/>
                      <a:pt x="3866" y="4572"/>
                      <a:pt x="3841" y="4560"/>
                    </a:cubicBezTo>
                    <a:cubicBezTo>
                      <a:pt x="3833" y="4526"/>
                      <a:pt x="3790" y="4518"/>
                      <a:pt x="3799" y="4484"/>
                    </a:cubicBezTo>
                    <a:lnTo>
                      <a:pt x="3774" y="4442"/>
                    </a:lnTo>
                    <a:lnTo>
                      <a:pt x="3807" y="4416"/>
                    </a:lnTo>
                    <a:cubicBezTo>
                      <a:pt x="3801" y="4391"/>
                      <a:pt x="3772" y="4376"/>
                      <a:pt x="3757" y="4376"/>
                    </a:cubicBezTo>
                    <a:cubicBezTo>
                      <a:pt x="3752" y="4376"/>
                      <a:pt x="3748" y="4378"/>
                      <a:pt x="3748" y="4382"/>
                    </a:cubicBezTo>
                    <a:cubicBezTo>
                      <a:pt x="3731" y="4340"/>
                      <a:pt x="3748" y="4357"/>
                      <a:pt x="3765" y="4340"/>
                    </a:cubicBezTo>
                    <a:cubicBezTo>
                      <a:pt x="3782" y="4349"/>
                      <a:pt x="3841" y="4365"/>
                      <a:pt x="3824" y="4399"/>
                    </a:cubicBezTo>
                    <a:lnTo>
                      <a:pt x="3824" y="4399"/>
                    </a:lnTo>
                    <a:cubicBezTo>
                      <a:pt x="3824" y="4399"/>
                      <a:pt x="3824" y="4399"/>
                      <a:pt x="3824" y="4399"/>
                    </a:cubicBezTo>
                    <a:lnTo>
                      <a:pt x="3824" y="4399"/>
                    </a:lnTo>
                    <a:cubicBezTo>
                      <a:pt x="3824" y="4399"/>
                      <a:pt x="3824" y="4399"/>
                      <a:pt x="3824" y="4399"/>
                    </a:cubicBezTo>
                    <a:cubicBezTo>
                      <a:pt x="3824" y="4399"/>
                      <a:pt x="3824" y="4399"/>
                      <a:pt x="3824" y="4399"/>
                    </a:cubicBezTo>
                    <a:lnTo>
                      <a:pt x="3824" y="4399"/>
                    </a:lnTo>
                    <a:cubicBezTo>
                      <a:pt x="3835" y="4419"/>
                      <a:pt x="3844" y="4425"/>
                      <a:pt x="3853" y="4425"/>
                    </a:cubicBezTo>
                    <a:cubicBezTo>
                      <a:pt x="3869" y="4425"/>
                      <a:pt x="3883" y="4403"/>
                      <a:pt x="3902" y="4403"/>
                    </a:cubicBezTo>
                    <a:cubicBezTo>
                      <a:pt x="3907" y="4403"/>
                      <a:pt x="3912" y="4405"/>
                      <a:pt x="3917" y="4408"/>
                    </a:cubicBezTo>
                    <a:cubicBezTo>
                      <a:pt x="3900" y="4391"/>
                      <a:pt x="3909" y="4357"/>
                      <a:pt x="3883" y="4349"/>
                    </a:cubicBezTo>
                    <a:cubicBezTo>
                      <a:pt x="3858" y="4323"/>
                      <a:pt x="3833" y="4306"/>
                      <a:pt x="3799" y="4298"/>
                    </a:cubicBezTo>
                    <a:lnTo>
                      <a:pt x="3799" y="4298"/>
                    </a:lnTo>
                    <a:cubicBezTo>
                      <a:pt x="3841" y="4315"/>
                      <a:pt x="3841" y="4340"/>
                      <a:pt x="3841" y="4374"/>
                    </a:cubicBezTo>
                    <a:cubicBezTo>
                      <a:pt x="3824" y="4349"/>
                      <a:pt x="3807" y="4357"/>
                      <a:pt x="3807" y="4340"/>
                    </a:cubicBezTo>
                    <a:lnTo>
                      <a:pt x="3824" y="4340"/>
                    </a:lnTo>
                    <a:lnTo>
                      <a:pt x="3790" y="4323"/>
                    </a:lnTo>
                    <a:cubicBezTo>
                      <a:pt x="3806" y="4308"/>
                      <a:pt x="3765" y="4271"/>
                      <a:pt x="3796" y="4271"/>
                    </a:cubicBezTo>
                    <a:cubicBezTo>
                      <a:pt x="3799" y="4271"/>
                      <a:pt x="3803" y="4272"/>
                      <a:pt x="3807" y="4272"/>
                    </a:cubicBezTo>
                    <a:cubicBezTo>
                      <a:pt x="3800" y="4265"/>
                      <a:pt x="3795" y="4263"/>
                      <a:pt x="3790" y="4263"/>
                    </a:cubicBezTo>
                    <a:cubicBezTo>
                      <a:pt x="3783" y="4263"/>
                      <a:pt x="3778" y="4269"/>
                      <a:pt x="3770" y="4269"/>
                    </a:cubicBezTo>
                    <a:cubicBezTo>
                      <a:pt x="3766" y="4269"/>
                      <a:pt x="3762" y="4268"/>
                      <a:pt x="3757" y="4264"/>
                    </a:cubicBezTo>
                    <a:lnTo>
                      <a:pt x="3757" y="4264"/>
                    </a:lnTo>
                    <a:lnTo>
                      <a:pt x="3782" y="4315"/>
                    </a:lnTo>
                    <a:lnTo>
                      <a:pt x="3765" y="4332"/>
                    </a:lnTo>
                    <a:cubicBezTo>
                      <a:pt x="3731" y="4323"/>
                      <a:pt x="3748" y="4306"/>
                      <a:pt x="3731" y="4289"/>
                    </a:cubicBezTo>
                    <a:lnTo>
                      <a:pt x="3706" y="4306"/>
                    </a:lnTo>
                    <a:lnTo>
                      <a:pt x="3697" y="4256"/>
                    </a:lnTo>
                    <a:cubicBezTo>
                      <a:pt x="3696" y="4259"/>
                      <a:pt x="3694" y="4260"/>
                      <a:pt x="3691" y="4260"/>
                    </a:cubicBezTo>
                    <a:cubicBezTo>
                      <a:pt x="3683" y="4260"/>
                      <a:pt x="3670" y="4239"/>
                      <a:pt x="3664" y="4239"/>
                    </a:cubicBezTo>
                    <a:cubicBezTo>
                      <a:pt x="3664" y="4213"/>
                      <a:pt x="3706" y="4196"/>
                      <a:pt x="3664" y="4179"/>
                    </a:cubicBezTo>
                    <a:cubicBezTo>
                      <a:pt x="3638" y="4171"/>
                      <a:pt x="3621" y="4154"/>
                      <a:pt x="3613" y="4129"/>
                    </a:cubicBezTo>
                    <a:cubicBezTo>
                      <a:pt x="3613" y="4126"/>
                      <a:pt x="3615" y="4125"/>
                      <a:pt x="3617" y="4125"/>
                    </a:cubicBezTo>
                    <a:cubicBezTo>
                      <a:pt x="3622" y="4125"/>
                      <a:pt x="3630" y="4129"/>
                      <a:pt x="3630" y="4129"/>
                    </a:cubicBezTo>
                    <a:cubicBezTo>
                      <a:pt x="3613" y="4078"/>
                      <a:pt x="3528" y="4044"/>
                      <a:pt x="3554" y="4002"/>
                    </a:cubicBezTo>
                    <a:cubicBezTo>
                      <a:pt x="3556" y="4000"/>
                      <a:pt x="3558" y="4000"/>
                      <a:pt x="3560" y="4000"/>
                    </a:cubicBezTo>
                    <a:cubicBezTo>
                      <a:pt x="3561" y="4000"/>
                      <a:pt x="3561" y="4000"/>
                      <a:pt x="3562" y="4000"/>
                    </a:cubicBezTo>
                    <a:lnTo>
                      <a:pt x="3562" y="4000"/>
                    </a:lnTo>
                    <a:cubicBezTo>
                      <a:pt x="3560" y="3985"/>
                      <a:pt x="3533" y="3956"/>
                      <a:pt x="3548" y="3956"/>
                    </a:cubicBezTo>
                    <a:cubicBezTo>
                      <a:pt x="3551" y="3956"/>
                      <a:pt x="3555" y="3957"/>
                      <a:pt x="3562" y="3959"/>
                    </a:cubicBezTo>
                    <a:lnTo>
                      <a:pt x="3494" y="3926"/>
                    </a:lnTo>
                    <a:cubicBezTo>
                      <a:pt x="3497" y="3923"/>
                      <a:pt x="3500" y="3922"/>
                      <a:pt x="3503" y="3922"/>
                    </a:cubicBezTo>
                    <a:cubicBezTo>
                      <a:pt x="3509" y="3922"/>
                      <a:pt x="3517" y="3926"/>
                      <a:pt x="3528" y="3926"/>
                    </a:cubicBezTo>
                    <a:lnTo>
                      <a:pt x="3494" y="3892"/>
                    </a:lnTo>
                    <a:cubicBezTo>
                      <a:pt x="3461" y="3875"/>
                      <a:pt x="3427" y="3833"/>
                      <a:pt x="3393" y="3824"/>
                    </a:cubicBezTo>
                    <a:lnTo>
                      <a:pt x="3393" y="3824"/>
                    </a:lnTo>
                    <a:cubicBezTo>
                      <a:pt x="3398" y="3846"/>
                      <a:pt x="3395" y="3853"/>
                      <a:pt x="3388" y="3853"/>
                    </a:cubicBezTo>
                    <a:cubicBezTo>
                      <a:pt x="3375" y="3853"/>
                      <a:pt x="3349" y="3830"/>
                      <a:pt x="3338" y="3830"/>
                    </a:cubicBezTo>
                    <a:cubicBezTo>
                      <a:pt x="3336" y="3830"/>
                      <a:pt x="3335" y="3831"/>
                      <a:pt x="3334" y="3833"/>
                    </a:cubicBezTo>
                    <a:cubicBezTo>
                      <a:pt x="3327" y="3818"/>
                      <a:pt x="3355" y="3786"/>
                      <a:pt x="3394" y="3786"/>
                    </a:cubicBezTo>
                    <a:cubicBezTo>
                      <a:pt x="3402" y="3786"/>
                      <a:pt x="3410" y="3788"/>
                      <a:pt x="3418" y="3790"/>
                    </a:cubicBezTo>
                    <a:cubicBezTo>
                      <a:pt x="3410" y="3816"/>
                      <a:pt x="3452" y="3824"/>
                      <a:pt x="3469" y="3841"/>
                    </a:cubicBezTo>
                    <a:cubicBezTo>
                      <a:pt x="3461" y="3807"/>
                      <a:pt x="3444" y="3816"/>
                      <a:pt x="3427" y="3799"/>
                    </a:cubicBezTo>
                    <a:cubicBezTo>
                      <a:pt x="3452" y="3799"/>
                      <a:pt x="3418" y="3748"/>
                      <a:pt x="3435" y="3748"/>
                    </a:cubicBezTo>
                    <a:cubicBezTo>
                      <a:pt x="3439" y="3744"/>
                      <a:pt x="3448" y="3740"/>
                      <a:pt x="3457" y="3740"/>
                    </a:cubicBezTo>
                    <a:cubicBezTo>
                      <a:pt x="3469" y="3740"/>
                      <a:pt x="3481" y="3746"/>
                      <a:pt x="3486" y="3765"/>
                    </a:cubicBezTo>
                    <a:cubicBezTo>
                      <a:pt x="3511" y="3807"/>
                      <a:pt x="3461" y="3790"/>
                      <a:pt x="3477" y="3799"/>
                    </a:cubicBezTo>
                    <a:cubicBezTo>
                      <a:pt x="3452" y="3833"/>
                      <a:pt x="3520" y="3849"/>
                      <a:pt x="3528" y="3875"/>
                    </a:cubicBezTo>
                    <a:cubicBezTo>
                      <a:pt x="3528" y="3878"/>
                      <a:pt x="3527" y="3879"/>
                      <a:pt x="3526" y="3879"/>
                    </a:cubicBezTo>
                    <a:cubicBezTo>
                      <a:pt x="3524" y="3879"/>
                      <a:pt x="3520" y="3875"/>
                      <a:pt x="3520" y="3875"/>
                    </a:cubicBezTo>
                    <a:lnTo>
                      <a:pt x="3520" y="3875"/>
                    </a:lnTo>
                    <a:cubicBezTo>
                      <a:pt x="3534" y="3896"/>
                      <a:pt x="3554" y="3929"/>
                      <a:pt x="3575" y="3929"/>
                    </a:cubicBezTo>
                    <a:cubicBezTo>
                      <a:pt x="3579" y="3929"/>
                      <a:pt x="3583" y="3928"/>
                      <a:pt x="3587" y="3926"/>
                    </a:cubicBezTo>
                    <a:lnTo>
                      <a:pt x="3537" y="3892"/>
                    </a:lnTo>
                    <a:cubicBezTo>
                      <a:pt x="3528" y="3875"/>
                      <a:pt x="3562" y="3892"/>
                      <a:pt x="3562" y="3866"/>
                    </a:cubicBezTo>
                    <a:cubicBezTo>
                      <a:pt x="3545" y="3858"/>
                      <a:pt x="3537" y="3841"/>
                      <a:pt x="3528" y="3824"/>
                    </a:cubicBezTo>
                    <a:lnTo>
                      <a:pt x="3537" y="3824"/>
                    </a:lnTo>
                    <a:cubicBezTo>
                      <a:pt x="3528" y="3782"/>
                      <a:pt x="3494" y="3740"/>
                      <a:pt x="3452" y="3714"/>
                    </a:cubicBezTo>
                    <a:cubicBezTo>
                      <a:pt x="3410" y="3731"/>
                      <a:pt x="3359" y="3748"/>
                      <a:pt x="3308" y="3756"/>
                    </a:cubicBezTo>
                    <a:cubicBezTo>
                      <a:pt x="3267" y="3707"/>
                      <a:pt x="3226" y="3650"/>
                      <a:pt x="3193" y="3593"/>
                    </a:cubicBezTo>
                    <a:lnTo>
                      <a:pt x="3193" y="3593"/>
                    </a:lnTo>
                    <a:cubicBezTo>
                      <a:pt x="3182" y="3604"/>
                      <a:pt x="3170" y="3614"/>
                      <a:pt x="3156" y="3621"/>
                    </a:cubicBezTo>
                    <a:cubicBezTo>
                      <a:pt x="3156" y="3596"/>
                      <a:pt x="3131" y="3570"/>
                      <a:pt x="3148" y="3553"/>
                    </a:cubicBezTo>
                    <a:cubicBezTo>
                      <a:pt x="3123" y="3553"/>
                      <a:pt x="3085" y="3536"/>
                      <a:pt x="3063" y="3536"/>
                    </a:cubicBezTo>
                    <a:cubicBezTo>
                      <a:pt x="3054" y="3536"/>
                      <a:pt x="3048" y="3538"/>
                      <a:pt x="3046" y="3545"/>
                    </a:cubicBezTo>
                    <a:lnTo>
                      <a:pt x="3038" y="3545"/>
                    </a:lnTo>
                    <a:cubicBezTo>
                      <a:pt x="3046" y="3494"/>
                      <a:pt x="3038" y="3443"/>
                      <a:pt x="3004" y="3401"/>
                    </a:cubicBezTo>
                    <a:cubicBezTo>
                      <a:pt x="3001" y="3399"/>
                      <a:pt x="2999" y="3398"/>
                      <a:pt x="2995" y="3398"/>
                    </a:cubicBezTo>
                    <a:cubicBezTo>
                      <a:pt x="2986" y="3398"/>
                      <a:pt x="2974" y="3406"/>
                      <a:pt x="2961" y="3418"/>
                    </a:cubicBezTo>
                    <a:cubicBezTo>
                      <a:pt x="2961" y="3401"/>
                      <a:pt x="2953" y="3393"/>
                      <a:pt x="2945" y="3376"/>
                    </a:cubicBezTo>
                    <a:cubicBezTo>
                      <a:pt x="2961" y="3376"/>
                      <a:pt x="2978" y="3376"/>
                      <a:pt x="2995" y="3393"/>
                    </a:cubicBezTo>
                    <a:lnTo>
                      <a:pt x="2936" y="3300"/>
                    </a:lnTo>
                    <a:lnTo>
                      <a:pt x="2953" y="3300"/>
                    </a:lnTo>
                    <a:lnTo>
                      <a:pt x="2911" y="3274"/>
                    </a:lnTo>
                    <a:lnTo>
                      <a:pt x="2911" y="3274"/>
                    </a:lnTo>
                    <a:cubicBezTo>
                      <a:pt x="2928" y="3291"/>
                      <a:pt x="2945" y="3325"/>
                      <a:pt x="2919" y="3333"/>
                    </a:cubicBezTo>
                    <a:cubicBezTo>
                      <a:pt x="2877" y="3308"/>
                      <a:pt x="2877" y="3266"/>
                      <a:pt x="2826" y="3257"/>
                    </a:cubicBezTo>
                    <a:cubicBezTo>
                      <a:pt x="2868" y="3223"/>
                      <a:pt x="2868" y="3215"/>
                      <a:pt x="2894" y="3207"/>
                    </a:cubicBezTo>
                    <a:cubicBezTo>
                      <a:pt x="2903" y="3204"/>
                      <a:pt x="2912" y="3203"/>
                      <a:pt x="2921" y="3203"/>
                    </a:cubicBezTo>
                    <a:cubicBezTo>
                      <a:pt x="2946" y="3203"/>
                      <a:pt x="2970" y="3211"/>
                      <a:pt x="2995" y="3223"/>
                    </a:cubicBezTo>
                    <a:cubicBezTo>
                      <a:pt x="2953" y="3147"/>
                      <a:pt x="2953" y="3173"/>
                      <a:pt x="2911" y="3105"/>
                    </a:cubicBezTo>
                    <a:cubicBezTo>
                      <a:pt x="2914" y="3100"/>
                      <a:pt x="2918" y="3099"/>
                      <a:pt x="2924" y="3099"/>
                    </a:cubicBezTo>
                    <a:cubicBezTo>
                      <a:pt x="2942" y="3099"/>
                      <a:pt x="2970" y="3120"/>
                      <a:pt x="2981" y="3120"/>
                    </a:cubicBezTo>
                    <a:cubicBezTo>
                      <a:pt x="2985" y="3120"/>
                      <a:pt x="2987" y="3118"/>
                      <a:pt x="2987" y="3114"/>
                    </a:cubicBezTo>
                    <a:lnTo>
                      <a:pt x="3021" y="3181"/>
                    </a:lnTo>
                    <a:cubicBezTo>
                      <a:pt x="3012" y="3173"/>
                      <a:pt x="3004" y="3173"/>
                      <a:pt x="2995" y="3173"/>
                    </a:cubicBezTo>
                    <a:cubicBezTo>
                      <a:pt x="3046" y="3198"/>
                      <a:pt x="3038" y="3232"/>
                      <a:pt x="3080" y="3240"/>
                    </a:cubicBezTo>
                    <a:cubicBezTo>
                      <a:pt x="3082" y="3247"/>
                      <a:pt x="3081" y="3249"/>
                      <a:pt x="3078" y="3249"/>
                    </a:cubicBezTo>
                    <a:cubicBezTo>
                      <a:pt x="3073" y="3249"/>
                      <a:pt x="3061" y="3240"/>
                      <a:pt x="3056" y="3240"/>
                    </a:cubicBezTo>
                    <a:cubicBezTo>
                      <a:pt x="3053" y="3240"/>
                      <a:pt x="3052" y="3243"/>
                      <a:pt x="3054" y="3249"/>
                    </a:cubicBezTo>
                    <a:cubicBezTo>
                      <a:pt x="3037" y="3243"/>
                      <a:pt x="3019" y="3237"/>
                      <a:pt x="2998" y="3237"/>
                    </a:cubicBezTo>
                    <a:cubicBezTo>
                      <a:pt x="2989" y="3237"/>
                      <a:pt x="2980" y="3238"/>
                      <a:pt x="2970" y="3240"/>
                    </a:cubicBezTo>
                    <a:cubicBezTo>
                      <a:pt x="2984" y="3265"/>
                      <a:pt x="2995" y="3271"/>
                      <a:pt x="3006" y="3271"/>
                    </a:cubicBezTo>
                    <a:cubicBezTo>
                      <a:pt x="3016" y="3271"/>
                      <a:pt x="3025" y="3267"/>
                      <a:pt x="3037" y="3267"/>
                    </a:cubicBezTo>
                    <a:cubicBezTo>
                      <a:pt x="3045" y="3267"/>
                      <a:pt x="3053" y="3268"/>
                      <a:pt x="3063" y="3274"/>
                    </a:cubicBezTo>
                    <a:lnTo>
                      <a:pt x="3063" y="3325"/>
                    </a:lnTo>
                    <a:cubicBezTo>
                      <a:pt x="3064" y="3326"/>
                      <a:pt x="3065" y="3327"/>
                      <a:pt x="3066" y="3327"/>
                    </a:cubicBezTo>
                    <a:cubicBezTo>
                      <a:pt x="3071" y="3327"/>
                      <a:pt x="3071" y="3307"/>
                      <a:pt x="3071" y="3300"/>
                    </a:cubicBezTo>
                    <a:cubicBezTo>
                      <a:pt x="3105" y="3317"/>
                      <a:pt x="3088" y="3342"/>
                      <a:pt x="3105" y="3350"/>
                    </a:cubicBezTo>
                    <a:cubicBezTo>
                      <a:pt x="3105" y="3342"/>
                      <a:pt x="3097" y="3325"/>
                      <a:pt x="3114" y="3325"/>
                    </a:cubicBezTo>
                    <a:cubicBezTo>
                      <a:pt x="3114" y="3367"/>
                      <a:pt x="3148" y="3384"/>
                      <a:pt x="3131" y="3435"/>
                    </a:cubicBezTo>
                    <a:cubicBezTo>
                      <a:pt x="3135" y="3422"/>
                      <a:pt x="3150" y="3418"/>
                      <a:pt x="3164" y="3418"/>
                    </a:cubicBezTo>
                    <a:cubicBezTo>
                      <a:pt x="3179" y="3418"/>
                      <a:pt x="3194" y="3422"/>
                      <a:pt x="3198" y="3427"/>
                    </a:cubicBezTo>
                    <a:lnTo>
                      <a:pt x="3190" y="3350"/>
                    </a:lnTo>
                    <a:cubicBezTo>
                      <a:pt x="3131" y="3291"/>
                      <a:pt x="3114" y="3240"/>
                      <a:pt x="3046" y="3181"/>
                    </a:cubicBezTo>
                    <a:lnTo>
                      <a:pt x="3063" y="3173"/>
                    </a:lnTo>
                    <a:cubicBezTo>
                      <a:pt x="3012" y="3037"/>
                      <a:pt x="2928" y="3130"/>
                      <a:pt x="2851" y="3037"/>
                    </a:cubicBezTo>
                    <a:cubicBezTo>
                      <a:pt x="2885" y="3012"/>
                      <a:pt x="2818" y="2995"/>
                      <a:pt x="2851" y="2978"/>
                    </a:cubicBezTo>
                    <a:lnTo>
                      <a:pt x="2851" y="2978"/>
                    </a:lnTo>
                    <a:cubicBezTo>
                      <a:pt x="2859" y="2992"/>
                      <a:pt x="2864" y="2998"/>
                      <a:pt x="2869" y="2998"/>
                    </a:cubicBezTo>
                    <a:cubicBezTo>
                      <a:pt x="2876" y="2998"/>
                      <a:pt x="2880" y="2988"/>
                      <a:pt x="2885" y="2978"/>
                    </a:cubicBezTo>
                    <a:cubicBezTo>
                      <a:pt x="2860" y="2970"/>
                      <a:pt x="2835" y="2978"/>
                      <a:pt x="2818" y="2936"/>
                    </a:cubicBezTo>
                    <a:cubicBezTo>
                      <a:pt x="2837" y="2936"/>
                      <a:pt x="2837" y="2911"/>
                      <a:pt x="2851" y="2911"/>
                    </a:cubicBezTo>
                    <a:cubicBezTo>
                      <a:pt x="2855" y="2911"/>
                      <a:pt x="2861" y="2913"/>
                      <a:pt x="2868" y="2919"/>
                    </a:cubicBezTo>
                    <a:cubicBezTo>
                      <a:pt x="2835" y="2877"/>
                      <a:pt x="2818" y="2851"/>
                      <a:pt x="2775" y="2851"/>
                    </a:cubicBezTo>
                    <a:cubicBezTo>
                      <a:pt x="2691" y="2801"/>
                      <a:pt x="2792" y="2801"/>
                      <a:pt x="2716" y="2741"/>
                    </a:cubicBezTo>
                    <a:lnTo>
                      <a:pt x="2741" y="2741"/>
                    </a:lnTo>
                    <a:lnTo>
                      <a:pt x="2699" y="2707"/>
                    </a:lnTo>
                    <a:lnTo>
                      <a:pt x="2699" y="2733"/>
                    </a:lnTo>
                    <a:lnTo>
                      <a:pt x="2640" y="2691"/>
                    </a:lnTo>
                    <a:cubicBezTo>
                      <a:pt x="2634" y="2688"/>
                      <a:pt x="2629" y="2687"/>
                      <a:pt x="2626" y="2687"/>
                    </a:cubicBezTo>
                    <a:cubicBezTo>
                      <a:pt x="2606" y="2687"/>
                      <a:pt x="2629" y="2724"/>
                      <a:pt x="2615" y="2724"/>
                    </a:cubicBezTo>
                    <a:lnTo>
                      <a:pt x="2648" y="2724"/>
                    </a:lnTo>
                    <a:cubicBezTo>
                      <a:pt x="2657" y="2750"/>
                      <a:pt x="2699" y="2758"/>
                      <a:pt x="2691" y="2775"/>
                    </a:cubicBezTo>
                    <a:cubicBezTo>
                      <a:pt x="2676" y="2760"/>
                      <a:pt x="2666" y="2757"/>
                      <a:pt x="2658" y="2757"/>
                    </a:cubicBezTo>
                    <a:cubicBezTo>
                      <a:pt x="2650" y="2757"/>
                      <a:pt x="2643" y="2760"/>
                      <a:pt x="2634" y="2760"/>
                    </a:cubicBezTo>
                    <a:cubicBezTo>
                      <a:pt x="2631" y="2760"/>
                      <a:pt x="2627" y="2760"/>
                      <a:pt x="2623" y="2758"/>
                    </a:cubicBezTo>
                    <a:lnTo>
                      <a:pt x="2623" y="2758"/>
                    </a:lnTo>
                    <a:lnTo>
                      <a:pt x="2665" y="2784"/>
                    </a:lnTo>
                    <a:lnTo>
                      <a:pt x="2648" y="2809"/>
                    </a:lnTo>
                    <a:cubicBezTo>
                      <a:pt x="2674" y="2843"/>
                      <a:pt x="2691" y="2877"/>
                      <a:pt x="2725" y="2877"/>
                    </a:cubicBezTo>
                    <a:cubicBezTo>
                      <a:pt x="2725" y="2851"/>
                      <a:pt x="2699" y="2868"/>
                      <a:pt x="2699" y="2843"/>
                    </a:cubicBezTo>
                    <a:cubicBezTo>
                      <a:pt x="2703" y="2842"/>
                      <a:pt x="2707" y="2842"/>
                      <a:pt x="2710" y="2842"/>
                    </a:cubicBezTo>
                    <a:cubicBezTo>
                      <a:pt x="2747" y="2842"/>
                      <a:pt x="2778" y="2880"/>
                      <a:pt x="2809" y="2910"/>
                    </a:cubicBezTo>
                    <a:cubicBezTo>
                      <a:pt x="2801" y="2910"/>
                      <a:pt x="2809" y="2927"/>
                      <a:pt x="2801" y="2927"/>
                    </a:cubicBezTo>
                    <a:cubicBezTo>
                      <a:pt x="2801" y="2927"/>
                      <a:pt x="2792" y="2919"/>
                      <a:pt x="2792" y="2919"/>
                    </a:cubicBezTo>
                    <a:cubicBezTo>
                      <a:pt x="2775" y="2927"/>
                      <a:pt x="2758" y="2910"/>
                      <a:pt x="2775" y="2953"/>
                    </a:cubicBezTo>
                    <a:cubicBezTo>
                      <a:pt x="2750" y="2953"/>
                      <a:pt x="2716" y="2961"/>
                      <a:pt x="2691" y="2961"/>
                    </a:cubicBezTo>
                    <a:cubicBezTo>
                      <a:pt x="2665" y="2944"/>
                      <a:pt x="2648" y="2919"/>
                      <a:pt x="2632" y="2894"/>
                    </a:cubicBezTo>
                    <a:cubicBezTo>
                      <a:pt x="2623" y="2877"/>
                      <a:pt x="2572" y="2851"/>
                      <a:pt x="2589" y="2834"/>
                    </a:cubicBezTo>
                    <a:cubicBezTo>
                      <a:pt x="2579" y="2829"/>
                      <a:pt x="2565" y="2817"/>
                      <a:pt x="2558" y="2817"/>
                    </a:cubicBezTo>
                    <a:cubicBezTo>
                      <a:pt x="2554" y="2817"/>
                      <a:pt x="2552" y="2822"/>
                      <a:pt x="2555" y="2834"/>
                    </a:cubicBezTo>
                    <a:lnTo>
                      <a:pt x="2505" y="2792"/>
                    </a:lnTo>
                    <a:cubicBezTo>
                      <a:pt x="2538" y="2779"/>
                      <a:pt x="2524" y="2739"/>
                      <a:pt x="2553" y="2739"/>
                    </a:cubicBezTo>
                    <a:cubicBezTo>
                      <a:pt x="2561" y="2739"/>
                      <a:pt x="2573" y="2742"/>
                      <a:pt x="2589" y="2750"/>
                    </a:cubicBezTo>
                    <a:lnTo>
                      <a:pt x="2557" y="2723"/>
                    </a:lnTo>
                    <a:lnTo>
                      <a:pt x="2557" y="2723"/>
                    </a:lnTo>
                    <a:cubicBezTo>
                      <a:pt x="2577" y="2716"/>
                      <a:pt x="2562" y="2686"/>
                      <a:pt x="2547" y="2657"/>
                    </a:cubicBezTo>
                    <a:lnTo>
                      <a:pt x="2522" y="2665"/>
                    </a:lnTo>
                    <a:cubicBezTo>
                      <a:pt x="2513" y="2631"/>
                      <a:pt x="2522" y="2606"/>
                      <a:pt x="2488" y="2581"/>
                    </a:cubicBezTo>
                    <a:lnTo>
                      <a:pt x="2344" y="2564"/>
                    </a:lnTo>
                    <a:lnTo>
                      <a:pt x="2327" y="2538"/>
                    </a:lnTo>
                    <a:cubicBezTo>
                      <a:pt x="2327" y="2521"/>
                      <a:pt x="2293" y="2488"/>
                      <a:pt x="2327" y="2488"/>
                    </a:cubicBezTo>
                    <a:cubicBezTo>
                      <a:pt x="2329" y="2486"/>
                      <a:pt x="2331" y="2485"/>
                      <a:pt x="2333" y="2485"/>
                    </a:cubicBezTo>
                    <a:cubicBezTo>
                      <a:pt x="2344" y="2485"/>
                      <a:pt x="2359" y="2498"/>
                      <a:pt x="2352" y="2504"/>
                    </a:cubicBezTo>
                    <a:lnTo>
                      <a:pt x="2344" y="2513"/>
                    </a:lnTo>
                    <a:cubicBezTo>
                      <a:pt x="2369" y="2504"/>
                      <a:pt x="2378" y="2488"/>
                      <a:pt x="2378" y="2471"/>
                    </a:cubicBezTo>
                    <a:cubicBezTo>
                      <a:pt x="2395" y="2488"/>
                      <a:pt x="2386" y="2496"/>
                      <a:pt x="2412" y="2496"/>
                    </a:cubicBezTo>
                    <a:lnTo>
                      <a:pt x="2395" y="2479"/>
                    </a:lnTo>
                    <a:lnTo>
                      <a:pt x="2395" y="2479"/>
                    </a:lnTo>
                    <a:cubicBezTo>
                      <a:pt x="2419" y="2497"/>
                      <a:pt x="2457" y="2511"/>
                      <a:pt x="2482" y="2511"/>
                    </a:cubicBezTo>
                    <a:cubicBezTo>
                      <a:pt x="2492" y="2511"/>
                      <a:pt x="2500" y="2509"/>
                      <a:pt x="2505" y="2504"/>
                    </a:cubicBezTo>
                    <a:lnTo>
                      <a:pt x="2505" y="2504"/>
                    </a:lnTo>
                    <a:cubicBezTo>
                      <a:pt x="2501" y="2507"/>
                      <a:pt x="2497" y="2508"/>
                      <a:pt x="2494" y="2508"/>
                    </a:cubicBezTo>
                    <a:cubicBezTo>
                      <a:pt x="2479" y="2508"/>
                      <a:pt x="2479" y="2476"/>
                      <a:pt x="2479" y="2462"/>
                    </a:cubicBezTo>
                    <a:lnTo>
                      <a:pt x="2479" y="2462"/>
                    </a:lnTo>
                    <a:cubicBezTo>
                      <a:pt x="2484" y="2467"/>
                      <a:pt x="2497" y="2472"/>
                      <a:pt x="2506" y="2472"/>
                    </a:cubicBezTo>
                    <a:cubicBezTo>
                      <a:pt x="2513" y="2472"/>
                      <a:pt x="2517" y="2469"/>
                      <a:pt x="2513" y="2462"/>
                    </a:cubicBezTo>
                    <a:cubicBezTo>
                      <a:pt x="2502" y="2462"/>
                      <a:pt x="2475" y="2443"/>
                      <a:pt x="2464" y="2443"/>
                    </a:cubicBezTo>
                    <a:cubicBezTo>
                      <a:pt x="2459" y="2443"/>
                      <a:pt x="2457" y="2448"/>
                      <a:pt x="2462" y="2462"/>
                    </a:cubicBezTo>
                    <a:cubicBezTo>
                      <a:pt x="2445" y="2454"/>
                      <a:pt x="2412" y="2445"/>
                      <a:pt x="2412" y="2420"/>
                    </a:cubicBezTo>
                    <a:lnTo>
                      <a:pt x="2412" y="2420"/>
                    </a:lnTo>
                    <a:cubicBezTo>
                      <a:pt x="2416" y="2421"/>
                      <a:pt x="2420" y="2422"/>
                      <a:pt x="2424" y="2422"/>
                    </a:cubicBezTo>
                    <a:cubicBezTo>
                      <a:pt x="2438" y="2422"/>
                      <a:pt x="2440" y="2410"/>
                      <a:pt x="2454" y="2403"/>
                    </a:cubicBezTo>
                    <a:cubicBezTo>
                      <a:pt x="2449" y="2400"/>
                      <a:pt x="2444" y="2399"/>
                      <a:pt x="2439" y="2399"/>
                    </a:cubicBezTo>
                    <a:cubicBezTo>
                      <a:pt x="2426" y="2399"/>
                      <a:pt x="2413" y="2405"/>
                      <a:pt x="2395" y="2411"/>
                    </a:cubicBezTo>
                    <a:cubicBezTo>
                      <a:pt x="2394" y="2408"/>
                      <a:pt x="2393" y="2405"/>
                      <a:pt x="2392" y="2402"/>
                    </a:cubicBezTo>
                    <a:lnTo>
                      <a:pt x="2392" y="2402"/>
                    </a:lnTo>
                    <a:cubicBezTo>
                      <a:pt x="2393" y="2402"/>
                      <a:pt x="2394" y="2403"/>
                      <a:pt x="2395" y="2403"/>
                    </a:cubicBezTo>
                    <a:cubicBezTo>
                      <a:pt x="2393" y="2393"/>
                      <a:pt x="2392" y="2384"/>
                      <a:pt x="2389" y="2375"/>
                    </a:cubicBezTo>
                    <a:lnTo>
                      <a:pt x="2389" y="2375"/>
                    </a:lnTo>
                    <a:cubicBezTo>
                      <a:pt x="2390" y="2384"/>
                      <a:pt x="2391" y="2393"/>
                      <a:pt x="2392" y="2402"/>
                    </a:cubicBezTo>
                    <a:lnTo>
                      <a:pt x="2392" y="2402"/>
                    </a:lnTo>
                    <a:cubicBezTo>
                      <a:pt x="2334" y="2376"/>
                      <a:pt x="2284" y="2301"/>
                      <a:pt x="2234" y="2301"/>
                    </a:cubicBezTo>
                    <a:cubicBezTo>
                      <a:pt x="2234" y="2318"/>
                      <a:pt x="2285" y="2310"/>
                      <a:pt x="2268" y="2352"/>
                    </a:cubicBezTo>
                    <a:lnTo>
                      <a:pt x="2293" y="2352"/>
                    </a:lnTo>
                    <a:cubicBezTo>
                      <a:pt x="2310" y="2361"/>
                      <a:pt x="2352" y="2386"/>
                      <a:pt x="2327" y="2403"/>
                    </a:cubicBezTo>
                    <a:cubicBezTo>
                      <a:pt x="2302" y="2386"/>
                      <a:pt x="2259" y="2378"/>
                      <a:pt x="2225" y="2369"/>
                    </a:cubicBezTo>
                    <a:cubicBezTo>
                      <a:pt x="2223" y="2372"/>
                      <a:pt x="2220" y="2373"/>
                      <a:pt x="2217" y="2373"/>
                    </a:cubicBezTo>
                    <a:cubicBezTo>
                      <a:pt x="2212" y="2373"/>
                      <a:pt x="2209" y="2369"/>
                      <a:pt x="2209" y="2369"/>
                    </a:cubicBezTo>
                    <a:cubicBezTo>
                      <a:pt x="2200" y="2361"/>
                      <a:pt x="2183" y="2344"/>
                      <a:pt x="2166" y="2327"/>
                    </a:cubicBezTo>
                    <a:cubicBezTo>
                      <a:pt x="2166" y="2310"/>
                      <a:pt x="2192" y="2310"/>
                      <a:pt x="2192" y="2310"/>
                    </a:cubicBezTo>
                    <a:cubicBezTo>
                      <a:pt x="2175" y="2242"/>
                      <a:pt x="2082" y="2259"/>
                      <a:pt x="2056" y="2191"/>
                    </a:cubicBezTo>
                    <a:cubicBezTo>
                      <a:pt x="2072" y="2176"/>
                      <a:pt x="2052" y="2140"/>
                      <a:pt x="2061" y="2140"/>
                    </a:cubicBezTo>
                    <a:cubicBezTo>
                      <a:pt x="2062" y="2140"/>
                      <a:pt x="2063" y="2140"/>
                      <a:pt x="2065" y="2141"/>
                    </a:cubicBezTo>
                    <a:cubicBezTo>
                      <a:pt x="2048" y="2107"/>
                      <a:pt x="2014" y="2107"/>
                      <a:pt x="1989" y="2090"/>
                    </a:cubicBezTo>
                    <a:cubicBezTo>
                      <a:pt x="1997" y="2073"/>
                      <a:pt x="1955" y="2048"/>
                      <a:pt x="1989" y="2048"/>
                    </a:cubicBezTo>
                    <a:lnTo>
                      <a:pt x="1938" y="2039"/>
                    </a:lnTo>
                    <a:cubicBezTo>
                      <a:pt x="1929" y="2005"/>
                      <a:pt x="1887" y="1980"/>
                      <a:pt x="1896" y="1955"/>
                    </a:cubicBezTo>
                    <a:cubicBezTo>
                      <a:pt x="1892" y="1951"/>
                      <a:pt x="1888" y="1950"/>
                      <a:pt x="1885" y="1950"/>
                    </a:cubicBezTo>
                    <a:cubicBezTo>
                      <a:pt x="1880" y="1950"/>
                      <a:pt x="1875" y="1953"/>
                      <a:pt x="1869" y="1953"/>
                    </a:cubicBezTo>
                    <a:cubicBezTo>
                      <a:pt x="1865" y="1953"/>
                      <a:pt x="1859" y="1950"/>
                      <a:pt x="1853" y="1938"/>
                    </a:cubicBezTo>
                    <a:cubicBezTo>
                      <a:pt x="1859" y="1938"/>
                      <a:pt x="1861" y="1934"/>
                      <a:pt x="1861" y="1934"/>
                    </a:cubicBezTo>
                    <a:cubicBezTo>
                      <a:pt x="1861" y="1934"/>
                      <a:pt x="1861" y="1934"/>
                      <a:pt x="1862" y="1934"/>
                    </a:cubicBezTo>
                    <a:lnTo>
                      <a:pt x="1862" y="1934"/>
                    </a:lnTo>
                    <a:cubicBezTo>
                      <a:pt x="1859" y="1910"/>
                      <a:pt x="1835" y="1886"/>
                      <a:pt x="1811" y="1878"/>
                    </a:cubicBezTo>
                    <a:lnTo>
                      <a:pt x="1811" y="1878"/>
                    </a:lnTo>
                    <a:cubicBezTo>
                      <a:pt x="1828" y="1904"/>
                      <a:pt x="1811" y="1887"/>
                      <a:pt x="1828" y="1921"/>
                    </a:cubicBezTo>
                    <a:cubicBezTo>
                      <a:pt x="1811" y="1921"/>
                      <a:pt x="1777" y="1912"/>
                      <a:pt x="1769" y="1870"/>
                    </a:cubicBezTo>
                    <a:lnTo>
                      <a:pt x="1769" y="1870"/>
                    </a:lnTo>
                    <a:cubicBezTo>
                      <a:pt x="1775" y="1872"/>
                      <a:pt x="1780" y="1873"/>
                      <a:pt x="1784" y="1873"/>
                    </a:cubicBezTo>
                    <a:cubicBezTo>
                      <a:pt x="1814" y="1873"/>
                      <a:pt x="1778" y="1827"/>
                      <a:pt x="1797" y="1827"/>
                    </a:cubicBezTo>
                    <a:cubicBezTo>
                      <a:pt x="1799" y="1827"/>
                      <a:pt x="1800" y="1827"/>
                      <a:pt x="1802" y="1828"/>
                    </a:cubicBezTo>
                    <a:cubicBezTo>
                      <a:pt x="1760" y="1760"/>
                      <a:pt x="1693" y="1752"/>
                      <a:pt x="1625" y="1718"/>
                    </a:cubicBezTo>
                    <a:cubicBezTo>
                      <a:pt x="1574" y="1658"/>
                      <a:pt x="1532" y="1582"/>
                      <a:pt x="1473" y="1549"/>
                    </a:cubicBezTo>
                    <a:lnTo>
                      <a:pt x="1473" y="1557"/>
                    </a:lnTo>
                    <a:lnTo>
                      <a:pt x="1430" y="1540"/>
                    </a:lnTo>
                    <a:cubicBezTo>
                      <a:pt x="1422" y="1523"/>
                      <a:pt x="1464" y="1523"/>
                      <a:pt x="1430" y="1498"/>
                    </a:cubicBezTo>
                    <a:cubicBezTo>
                      <a:pt x="1433" y="1497"/>
                      <a:pt x="1435" y="1497"/>
                      <a:pt x="1438" y="1497"/>
                    </a:cubicBezTo>
                    <a:cubicBezTo>
                      <a:pt x="1466" y="1497"/>
                      <a:pt x="1475" y="1541"/>
                      <a:pt x="1506" y="1549"/>
                    </a:cubicBezTo>
                    <a:cubicBezTo>
                      <a:pt x="1504" y="1532"/>
                      <a:pt x="1508" y="1527"/>
                      <a:pt x="1514" y="1527"/>
                    </a:cubicBezTo>
                    <a:cubicBezTo>
                      <a:pt x="1526" y="1527"/>
                      <a:pt x="1546" y="1544"/>
                      <a:pt x="1558" y="1544"/>
                    </a:cubicBezTo>
                    <a:cubicBezTo>
                      <a:pt x="1562" y="1544"/>
                      <a:pt x="1566" y="1541"/>
                      <a:pt x="1566" y="1532"/>
                    </a:cubicBezTo>
                    <a:lnTo>
                      <a:pt x="1566" y="1532"/>
                    </a:lnTo>
                    <a:cubicBezTo>
                      <a:pt x="1561" y="1533"/>
                      <a:pt x="1556" y="1533"/>
                      <a:pt x="1552" y="1533"/>
                    </a:cubicBezTo>
                    <a:cubicBezTo>
                      <a:pt x="1495" y="1533"/>
                      <a:pt x="1477" y="1437"/>
                      <a:pt x="1430" y="1422"/>
                    </a:cubicBezTo>
                    <a:cubicBezTo>
                      <a:pt x="1425" y="1413"/>
                      <a:pt x="1423" y="1407"/>
                      <a:pt x="1424" y="1405"/>
                    </a:cubicBezTo>
                    <a:lnTo>
                      <a:pt x="1422" y="1405"/>
                    </a:lnTo>
                    <a:cubicBezTo>
                      <a:pt x="1422" y="1388"/>
                      <a:pt x="1422" y="1379"/>
                      <a:pt x="1430" y="1371"/>
                    </a:cubicBezTo>
                    <a:cubicBezTo>
                      <a:pt x="1405" y="1320"/>
                      <a:pt x="1371" y="1286"/>
                      <a:pt x="1320" y="1261"/>
                    </a:cubicBezTo>
                    <a:lnTo>
                      <a:pt x="1320" y="1261"/>
                    </a:lnTo>
                    <a:cubicBezTo>
                      <a:pt x="1363" y="1295"/>
                      <a:pt x="1286" y="1269"/>
                      <a:pt x="1320" y="1312"/>
                    </a:cubicBezTo>
                    <a:cubicBezTo>
                      <a:pt x="1295" y="1295"/>
                      <a:pt x="1270" y="1278"/>
                      <a:pt x="1253" y="1252"/>
                    </a:cubicBezTo>
                    <a:lnTo>
                      <a:pt x="1253" y="1252"/>
                    </a:lnTo>
                    <a:cubicBezTo>
                      <a:pt x="1256" y="1256"/>
                      <a:pt x="1259" y="1257"/>
                      <a:pt x="1261" y="1257"/>
                    </a:cubicBezTo>
                    <a:cubicBezTo>
                      <a:pt x="1270" y="1257"/>
                      <a:pt x="1269" y="1231"/>
                      <a:pt x="1277" y="1231"/>
                    </a:cubicBezTo>
                    <a:cubicBezTo>
                      <a:pt x="1280" y="1231"/>
                      <a:pt x="1286" y="1236"/>
                      <a:pt x="1295" y="1252"/>
                    </a:cubicBezTo>
                    <a:cubicBezTo>
                      <a:pt x="1320" y="1227"/>
                      <a:pt x="1270" y="1236"/>
                      <a:pt x="1253" y="1202"/>
                    </a:cubicBezTo>
                    <a:lnTo>
                      <a:pt x="1253" y="1202"/>
                    </a:lnTo>
                    <a:cubicBezTo>
                      <a:pt x="1270" y="1207"/>
                      <a:pt x="1290" y="1213"/>
                      <a:pt x="1302" y="1216"/>
                    </a:cubicBezTo>
                    <a:lnTo>
                      <a:pt x="1302" y="1216"/>
                    </a:lnTo>
                    <a:cubicBezTo>
                      <a:pt x="1252" y="1197"/>
                      <a:pt x="1242" y="1092"/>
                      <a:pt x="1210" y="1092"/>
                    </a:cubicBezTo>
                    <a:cubicBezTo>
                      <a:pt x="1160" y="1075"/>
                      <a:pt x="1109" y="1058"/>
                      <a:pt x="1067" y="1033"/>
                    </a:cubicBezTo>
                    <a:cubicBezTo>
                      <a:pt x="1058" y="990"/>
                      <a:pt x="1016" y="956"/>
                      <a:pt x="999" y="923"/>
                    </a:cubicBezTo>
                    <a:lnTo>
                      <a:pt x="1007" y="923"/>
                    </a:lnTo>
                    <a:cubicBezTo>
                      <a:pt x="999" y="897"/>
                      <a:pt x="965" y="872"/>
                      <a:pt x="948" y="838"/>
                    </a:cubicBezTo>
                    <a:lnTo>
                      <a:pt x="957" y="813"/>
                    </a:lnTo>
                    <a:cubicBezTo>
                      <a:pt x="931" y="787"/>
                      <a:pt x="906" y="753"/>
                      <a:pt x="880" y="728"/>
                    </a:cubicBezTo>
                    <a:lnTo>
                      <a:pt x="880" y="728"/>
                    </a:lnTo>
                    <a:cubicBezTo>
                      <a:pt x="872" y="736"/>
                      <a:pt x="889" y="753"/>
                      <a:pt x="872" y="753"/>
                    </a:cubicBezTo>
                    <a:cubicBezTo>
                      <a:pt x="878" y="765"/>
                      <a:pt x="884" y="777"/>
                      <a:pt x="890" y="777"/>
                    </a:cubicBezTo>
                    <a:cubicBezTo>
                      <a:pt x="892" y="777"/>
                      <a:pt x="895" y="775"/>
                      <a:pt x="897" y="770"/>
                    </a:cubicBezTo>
                    <a:cubicBezTo>
                      <a:pt x="914" y="787"/>
                      <a:pt x="897" y="804"/>
                      <a:pt x="897" y="821"/>
                    </a:cubicBezTo>
                    <a:lnTo>
                      <a:pt x="838" y="770"/>
                    </a:lnTo>
                    <a:lnTo>
                      <a:pt x="838" y="762"/>
                    </a:lnTo>
                    <a:lnTo>
                      <a:pt x="813" y="770"/>
                    </a:lnTo>
                    <a:cubicBezTo>
                      <a:pt x="804" y="753"/>
                      <a:pt x="804" y="736"/>
                      <a:pt x="813" y="736"/>
                    </a:cubicBezTo>
                    <a:cubicBezTo>
                      <a:pt x="779" y="711"/>
                      <a:pt x="745" y="720"/>
                      <a:pt x="720" y="677"/>
                    </a:cubicBezTo>
                    <a:cubicBezTo>
                      <a:pt x="741" y="677"/>
                      <a:pt x="762" y="683"/>
                      <a:pt x="779" y="700"/>
                    </a:cubicBezTo>
                    <a:lnTo>
                      <a:pt x="779" y="700"/>
                    </a:lnTo>
                    <a:lnTo>
                      <a:pt x="754" y="669"/>
                    </a:lnTo>
                    <a:cubicBezTo>
                      <a:pt x="781" y="669"/>
                      <a:pt x="820" y="720"/>
                      <a:pt x="847" y="720"/>
                    </a:cubicBezTo>
                    <a:cubicBezTo>
                      <a:pt x="853" y="720"/>
                      <a:pt x="859" y="717"/>
                      <a:pt x="863" y="711"/>
                    </a:cubicBezTo>
                    <a:cubicBezTo>
                      <a:pt x="813" y="669"/>
                      <a:pt x="754" y="626"/>
                      <a:pt x="686" y="601"/>
                    </a:cubicBezTo>
                    <a:cubicBezTo>
                      <a:pt x="694" y="559"/>
                      <a:pt x="644" y="550"/>
                      <a:pt x="618" y="508"/>
                    </a:cubicBezTo>
                    <a:cubicBezTo>
                      <a:pt x="627" y="500"/>
                      <a:pt x="618" y="483"/>
                      <a:pt x="635" y="483"/>
                    </a:cubicBezTo>
                    <a:lnTo>
                      <a:pt x="644" y="491"/>
                    </a:lnTo>
                    <a:cubicBezTo>
                      <a:pt x="610" y="440"/>
                      <a:pt x="559" y="398"/>
                      <a:pt x="508" y="364"/>
                    </a:cubicBezTo>
                    <a:lnTo>
                      <a:pt x="508" y="330"/>
                    </a:lnTo>
                    <a:cubicBezTo>
                      <a:pt x="497" y="308"/>
                      <a:pt x="490" y="300"/>
                      <a:pt x="484" y="300"/>
                    </a:cubicBezTo>
                    <a:cubicBezTo>
                      <a:pt x="474" y="300"/>
                      <a:pt x="470" y="326"/>
                      <a:pt x="454" y="326"/>
                    </a:cubicBezTo>
                    <a:cubicBezTo>
                      <a:pt x="447" y="326"/>
                      <a:pt x="437" y="320"/>
                      <a:pt x="424" y="305"/>
                    </a:cubicBezTo>
                    <a:cubicBezTo>
                      <a:pt x="432" y="263"/>
                      <a:pt x="364" y="203"/>
                      <a:pt x="381" y="187"/>
                    </a:cubicBezTo>
                    <a:cubicBezTo>
                      <a:pt x="369" y="174"/>
                      <a:pt x="366" y="166"/>
                      <a:pt x="358" y="166"/>
                    </a:cubicBezTo>
                    <a:cubicBezTo>
                      <a:pt x="355" y="166"/>
                      <a:pt x="352" y="167"/>
                      <a:pt x="347" y="170"/>
                    </a:cubicBezTo>
                    <a:cubicBezTo>
                      <a:pt x="347" y="187"/>
                      <a:pt x="381" y="212"/>
                      <a:pt x="347" y="212"/>
                    </a:cubicBezTo>
                    <a:cubicBezTo>
                      <a:pt x="322" y="187"/>
                      <a:pt x="331" y="170"/>
                      <a:pt x="305" y="153"/>
                    </a:cubicBezTo>
                    <a:lnTo>
                      <a:pt x="331" y="153"/>
                    </a:lnTo>
                    <a:cubicBezTo>
                      <a:pt x="280" y="110"/>
                      <a:pt x="212" y="17"/>
                      <a:pt x="13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0"/>
              <p:cNvSpPr/>
              <p:nvPr/>
            </p:nvSpPr>
            <p:spPr>
              <a:xfrm rot="-7654229">
                <a:off x="7802800" y="908787"/>
                <a:ext cx="2778" cy="1410"/>
              </a:xfrm>
              <a:custGeom>
                <a:rect b="b" l="l" r="r" t="t"/>
                <a:pathLst>
                  <a:path extrusionOk="0" h="22" w="43">
                    <a:moveTo>
                      <a:pt x="7" y="0"/>
                    </a:moveTo>
                    <a:cubicBezTo>
                      <a:pt x="4" y="0"/>
                      <a:pt x="2" y="2"/>
                      <a:pt x="0" y="7"/>
                    </a:cubicBezTo>
                    <a:cubicBezTo>
                      <a:pt x="7" y="7"/>
                      <a:pt x="18" y="22"/>
                      <a:pt x="30" y="22"/>
                    </a:cubicBezTo>
                    <a:cubicBezTo>
                      <a:pt x="34" y="22"/>
                      <a:pt x="38" y="20"/>
                      <a:pt x="43" y="16"/>
                    </a:cubicBezTo>
                    <a:lnTo>
                      <a:pt x="43" y="16"/>
                    </a:lnTo>
                    <a:cubicBezTo>
                      <a:pt x="40" y="18"/>
                      <a:pt x="38" y="19"/>
                      <a:pt x="35" y="19"/>
                    </a:cubicBezTo>
                    <a:cubicBezTo>
                      <a:pt x="24" y="19"/>
                      <a:pt x="14" y="0"/>
                      <a:pt x="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0"/>
              <p:cNvSpPr/>
              <p:nvPr/>
            </p:nvSpPr>
            <p:spPr>
              <a:xfrm rot="-7654229">
                <a:off x="7805272" y="908469"/>
                <a:ext cx="1744" cy="1667"/>
              </a:xfrm>
              <a:custGeom>
                <a:rect b="b" l="l" r="r" t="t"/>
                <a:pathLst>
                  <a:path extrusionOk="0" h="26" w="27">
                    <a:moveTo>
                      <a:pt x="1" y="0"/>
                    </a:moveTo>
                    <a:lnTo>
                      <a:pt x="9" y="26"/>
                    </a:lnTo>
                    <a:cubicBezTo>
                      <a:pt x="15" y="26"/>
                      <a:pt x="17" y="22"/>
                      <a:pt x="20" y="22"/>
                    </a:cubicBezTo>
                    <a:cubicBezTo>
                      <a:pt x="22" y="22"/>
                      <a:pt x="24" y="23"/>
                      <a:pt x="26" y="26"/>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0"/>
              <p:cNvSpPr/>
              <p:nvPr/>
            </p:nvSpPr>
            <p:spPr>
              <a:xfrm rot="-7654229">
                <a:off x="7814368" y="903762"/>
                <a:ext cx="7172" cy="5641"/>
              </a:xfrm>
              <a:custGeom>
                <a:rect b="b" l="l" r="r" t="t"/>
                <a:pathLst>
                  <a:path extrusionOk="0" h="88" w="111">
                    <a:moveTo>
                      <a:pt x="44" y="1"/>
                    </a:moveTo>
                    <a:cubicBezTo>
                      <a:pt x="41" y="1"/>
                      <a:pt x="37" y="1"/>
                      <a:pt x="34" y="3"/>
                    </a:cubicBezTo>
                    <a:cubicBezTo>
                      <a:pt x="54" y="3"/>
                      <a:pt x="69" y="14"/>
                      <a:pt x="82" y="26"/>
                    </a:cubicBezTo>
                    <a:lnTo>
                      <a:pt x="82" y="26"/>
                    </a:lnTo>
                    <a:cubicBezTo>
                      <a:pt x="71" y="12"/>
                      <a:pt x="57" y="1"/>
                      <a:pt x="44" y="1"/>
                    </a:cubicBezTo>
                    <a:close/>
                    <a:moveTo>
                      <a:pt x="82" y="26"/>
                    </a:moveTo>
                    <a:lnTo>
                      <a:pt x="82" y="26"/>
                    </a:lnTo>
                    <a:cubicBezTo>
                      <a:pt x="85" y="30"/>
                      <a:pt x="88" y="35"/>
                      <a:pt x="91" y="39"/>
                    </a:cubicBezTo>
                    <a:lnTo>
                      <a:pt x="91" y="39"/>
                    </a:lnTo>
                    <a:cubicBezTo>
                      <a:pt x="92" y="38"/>
                      <a:pt x="92" y="38"/>
                      <a:pt x="93" y="37"/>
                    </a:cubicBezTo>
                    <a:cubicBezTo>
                      <a:pt x="89" y="33"/>
                      <a:pt x="86" y="30"/>
                      <a:pt x="82" y="26"/>
                    </a:cubicBezTo>
                    <a:close/>
                    <a:moveTo>
                      <a:pt x="16" y="26"/>
                    </a:moveTo>
                    <a:cubicBezTo>
                      <a:pt x="11" y="26"/>
                      <a:pt x="6" y="27"/>
                      <a:pt x="0" y="29"/>
                    </a:cubicBezTo>
                    <a:cubicBezTo>
                      <a:pt x="25" y="79"/>
                      <a:pt x="76" y="62"/>
                      <a:pt x="110" y="88"/>
                    </a:cubicBezTo>
                    <a:cubicBezTo>
                      <a:pt x="110" y="77"/>
                      <a:pt x="102" y="57"/>
                      <a:pt x="91" y="39"/>
                    </a:cubicBezTo>
                    <a:lnTo>
                      <a:pt x="91" y="39"/>
                    </a:lnTo>
                    <a:cubicBezTo>
                      <a:pt x="82" y="48"/>
                      <a:pt x="74" y="51"/>
                      <a:pt x="68" y="51"/>
                    </a:cubicBezTo>
                    <a:cubicBezTo>
                      <a:pt x="51" y="51"/>
                      <a:pt x="41" y="26"/>
                      <a:pt x="16" y="2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0"/>
              <p:cNvSpPr/>
              <p:nvPr/>
            </p:nvSpPr>
            <p:spPr>
              <a:xfrm rot="-7654229">
                <a:off x="7819782" y="910209"/>
                <a:ext cx="1680" cy="1154"/>
              </a:xfrm>
              <a:custGeom>
                <a:rect b="b" l="l" r="r" t="t"/>
                <a:pathLst>
                  <a:path extrusionOk="0" h="18" w="26">
                    <a:moveTo>
                      <a:pt x="0" y="1"/>
                    </a:moveTo>
                    <a:lnTo>
                      <a:pt x="26" y="17"/>
                    </a:lnTo>
                    <a:lnTo>
                      <a:pt x="26" y="17"/>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0"/>
              <p:cNvSpPr/>
              <p:nvPr/>
            </p:nvSpPr>
            <p:spPr>
              <a:xfrm rot="-7654229">
                <a:off x="7780538" y="944192"/>
                <a:ext cx="2455" cy="1218"/>
              </a:xfrm>
              <a:custGeom>
                <a:rect b="b" l="l" r="r" t="t"/>
                <a:pathLst>
                  <a:path extrusionOk="0" h="19" w="38">
                    <a:moveTo>
                      <a:pt x="2" y="0"/>
                    </a:moveTo>
                    <a:lnTo>
                      <a:pt x="2" y="0"/>
                    </a:lnTo>
                    <a:cubicBezTo>
                      <a:pt x="0" y="0"/>
                      <a:pt x="15" y="19"/>
                      <a:pt x="29" y="19"/>
                    </a:cubicBezTo>
                    <a:cubicBezTo>
                      <a:pt x="38" y="10"/>
                      <a:pt x="12" y="2"/>
                      <a:pt x="4" y="2"/>
                    </a:cubicBezTo>
                    <a:cubicBezTo>
                      <a:pt x="3" y="1"/>
                      <a:pt x="2" y="0"/>
                      <a:pt x="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0"/>
              <p:cNvSpPr/>
              <p:nvPr/>
            </p:nvSpPr>
            <p:spPr>
              <a:xfrm rot="-7654229">
                <a:off x="7721173" y="1174810"/>
                <a:ext cx="9885" cy="10320"/>
              </a:xfrm>
              <a:custGeom>
                <a:rect b="b" l="l" r="r" t="t"/>
                <a:pathLst>
                  <a:path extrusionOk="0" h="161" w="153">
                    <a:moveTo>
                      <a:pt x="1" y="0"/>
                    </a:moveTo>
                    <a:cubicBezTo>
                      <a:pt x="23" y="28"/>
                      <a:pt x="49" y="53"/>
                      <a:pt x="77" y="81"/>
                    </a:cubicBezTo>
                    <a:lnTo>
                      <a:pt x="77" y="81"/>
                    </a:lnTo>
                    <a:lnTo>
                      <a:pt x="1" y="0"/>
                    </a:lnTo>
                    <a:close/>
                    <a:moveTo>
                      <a:pt x="77" y="81"/>
                    </a:moveTo>
                    <a:lnTo>
                      <a:pt x="153" y="161"/>
                    </a:lnTo>
                    <a:cubicBezTo>
                      <a:pt x="126" y="130"/>
                      <a:pt x="100" y="104"/>
                      <a:pt x="77" y="8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0"/>
              <p:cNvSpPr/>
              <p:nvPr/>
            </p:nvSpPr>
            <p:spPr>
              <a:xfrm rot="-7654229">
                <a:off x="7803300" y="852723"/>
                <a:ext cx="8852" cy="8205"/>
              </a:xfrm>
              <a:custGeom>
                <a:rect b="b" l="l" r="r" t="t"/>
                <a:pathLst>
                  <a:path extrusionOk="0" h="128" w="137">
                    <a:moveTo>
                      <a:pt x="18" y="1"/>
                    </a:moveTo>
                    <a:lnTo>
                      <a:pt x="1" y="43"/>
                    </a:lnTo>
                    <a:cubicBezTo>
                      <a:pt x="52" y="86"/>
                      <a:pt x="94" y="86"/>
                      <a:pt x="136" y="128"/>
                    </a:cubicBezTo>
                    <a:cubicBezTo>
                      <a:pt x="111" y="43"/>
                      <a:pt x="26" y="77"/>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0"/>
              <p:cNvSpPr/>
              <p:nvPr/>
            </p:nvSpPr>
            <p:spPr>
              <a:xfrm rot="-7654229">
                <a:off x="7800877" y="857547"/>
                <a:ext cx="4975" cy="2243"/>
              </a:xfrm>
              <a:custGeom>
                <a:rect b="b" l="l" r="r" t="t"/>
                <a:pathLst>
                  <a:path extrusionOk="0" h="35" w="77">
                    <a:moveTo>
                      <a:pt x="77" y="1"/>
                    </a:moveTo>
                    <a:cubicBezTo>
                      <a:pt x="69" y="11"/>
                      <a:pt x="60" y="14"/>
                      <a:pt x="52" y="14"/>
                    </a:cubicBezTo>
                    <a:cubicBezTo>
                      <a:pt x="37" y="14"/>
                      <a:pt x="23" y="5"/>
                      <a:pt x="11" y="5"/>
                    </a:cubicBezTo>
                    <a:cubicBezTo>
                      <a:pt x="7" y="5"/>
                      <a:pt x="4" y="6"/>
                      <a:pt x="1" y="9"/>
                    </a:cubicBezTo>
                    <a:cubicBezTo>
                      <a:pt x="17" y="22"/>
                      <a:pt x="26" y="22"/>
                      <a:pt x="33" y="22"/>
                    </a:cubicBezTo>
                    <a:cubicBezTo>
                      <a:pt x="41" y="22"/>
                      <a:pt x="47" y="22"/>
                      <a:pt x="60" y="34"/>
                    </a:cubicBezTo>
                    <a:lnTo>
                      <a:pt x="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0"/>
              <p:cNvSpPr/>
              <p:nvPr/>
            </p:nvSpPr>
            <p:spPr>
              <a:xfrm rot="-7654229">
                <a:off x="7806440" y="980559"/>
                <a:ext cx="1680" cy="64"/>
              </a:xfrm>
              <a:custGeom>
                <a:rect b="b" l="l" r="r" t="t"/>
                <a:pathLst>
                  <a:path extrusionOk="0" h="1" w="26">
                    <a:moveTo>
                      <a:pt x="25" y="1"/>
                    </a:moveTo>
                    <a:lnTo>
                      <a:pt x="0" y="1"/>
                    </a:ln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0"/>
              <p:cNvSpPr/>
              <p:nvPr/>
            </p:nvSpPr>
            <p:spPr>
              <a:xfrm rot="-7654229">
                <a:off x="7797598" y="874347"/>
                <a:ext cx="646" cy="1667"/>
              </a:xfrm>
              <a:custGeom>
                <a:rect b="b" l="l" r="r" t="t"/>
                <a:pathLst>
                  <a:path extrusionOk="0" h="26" w="10">
                    <a:moveTo>
                      <a:pt x="1" y="1"/>
                    </a:moveTo>
                    <a:lnTo>
                      <a:pt x="1" y="26"/>
                    </a:lnTo>
                    <a:lnTo>
                      <a:pt x="9" y="26"/>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0"/>
              <p:cNvSpPr/>
              <p:nvPr/>
            </p:nvSpPr>
            <p:spPr>
              <a:xfrm rot="-7654229">
                <a:off x="7798015" y="873998"/>
                <a:ext cx="65" cy="64"/>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0"/>
              <p:cNvSpPr/>
              <p:nvPr/>
            </p:nvSpPr>
            <p:spPr>
              <a:xfrm rot="-7654229">
                <a:off x="7809985" y="980363"/>
                <a:ext cx="1744" cy="1667"/>
              </a:xfrm>
              <a:custGeom>
                <a:rect b="b" l="l" r="r" t="t"/>
                <a:pathLst>
                  <a:path extrusionOk="0" h="26" w="27">
                    <a:moveTo>
                      <a:pt x="1" y="0"/>
                    </a:moveTo>
                    <a:lnTo>
                      <a:pt x="9" y="26"/>
                    </a:lnTo>
                    <a:lnTo>
                      <a:pt x="26" y="26"/>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0"/>
              <p:cNvSpPr/>
              <p:nvPr/>
            </p:nvSpPr>
            <p:spPr>
              <a:xfrm rot="-7654229">
                <a:off x="7826701" y="862041"/>
                <a:ext cx="1680" cy="1474"/>
              </a:xfrm>
              <a:custGeom>
                <a:rect b="b" l="l" r="r" t="t"/>
                <a:pathLst>
                  <a:path extrusionOk="0" h="23" w="26">
                    <a:moveTo>
                      <a:pt x="6" y="1"/>
                    </a:moveTo>
                    <a:cubicBezTo>
                      <a:pt x="4" y="1"/>
                      <a:pt x="2" y="2"/>
                      <a:pt x="0" y="5"/>
                    </a:cubicBezTo>
                    <a:lnTo>
                      <a:pt x="26" y="22"/>
                    </a:lnTo>
                    <a:cubicBezTo>
                      <a:pt x="26" y="22"/>
                      <a:pt x="15" y="1"/>
                      <a:pt x="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0"/>
              <p:cNvSpPr/>
              <p:nvPr/>
            </p:nvSpPr>
            <p:spPr>
              <a:xfrm rot="-7654229">
                <a:off x="7794524" y="886445"/>
                <a:ext cx="2261" cy="1731"/>
              </a:xfrm>
              <a:custGeom>
                <a:rect b="b" l="l" r="r" t="t"/>
                <a:pathLst>
                  <a:path extrusionOk="0" h="27" w="35">
                    <a:moveTo>
                      <a:pt x="9" y="1"/>
                    </a:moveTo>
                    <a:lnTo>
                      <a:pt x="0" y="9"/>
                    </a:lnTo>
                    <a:lnTo>
                      <a:pt x="34" y="26"/>
                    </a:lnTo>
                    <a:lnTo>
                      <a:pt x="34" y="18"/>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0"/>
              <p:cNvSpPr/>
              <p:nvPr/>
            </p:nvSpPr>
            <p:spPr>
              <a:xfrm rot="-7654229">
                <a:off x="7830454" y="876497"/>
                <a:ext cx="1874" cy="1795"/>
              </a:xfrm>
              <a:custGeom>
                <a:rect b="b" l="l" r="r" t="t"/>
                <a:pathLst>
                  <a:path extrusionOk="0" h="28" w="29">
                    <a:moveTo>
                      <a:pt x="28" y="6"/>
                    </a:moveTo>
                    <a:cubicBezTo>
                      <a:pt x="27" y="9"/>
                      <a:pt x="26" y="12"/>
                      <a:pt x="25" y="14"/>
                    </a:cubicBezTo>
                    <a:lnTo>
                      <a:pt x="25" y="14"/>
                    </a:lnTo>
                    <a:cubicBezTo>
                      <a:pt x="26" y="13"/>
                      <a:pt x="27" y="10"/>
                      <a:pt x="28" y="6"/>
                    </a:cubicBezTo>
                    <a:close/>
                    <a:moveTo>
                      <a:pt x="2" y="0"/>
                    </a:moveTo>
                    <a:lnTo>
                      <a:pt x="2" y="0"/>
                    </a:lnTo>
                    <a:cubicBezTo>
                      <a:pt x="1" y="0"/>
                      <a:pt x="1" y="4"/>
                      <a:pt x="3" y="15"/>
                    </a:cubicBezTo>
                    <a:cubicBezTo>
                      <a:pt x="9" y="24"/>
                      <a:pt x="13" y="28"/>
                      <a:pt x="16" y="28"/>
                    </a:cubicBezTo>
                    <a:cubicBezTo>
                      <a:pt x="20" y="28"/>
                      <a:pt x="22" y="22"/>
                      <a:pt x="25" y="14"/>
                    </a:cubicBezTo>
                    <a:lnTo>
                      <a:pt x="25" y="14"/>
                    </a:lnTo>
                    <a:cubicBezTo>
                      <a:pt x="24" y="15"/>
                      <a:pt x="22" y="16"/>
                      <a:pt x="21" y="16"/>
                    </a:cubicBezTo>
                    <a:cubicBezTo>
                      <a:pt x="14" y="16"/>
                      <a:pt x="5" y="0"/>
                      <a:pt x="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0"/>
              <p:cNvSpPr/>
              <p:nvPr/>
            </p:nvSpPr>
            <p:spPr>
              <a:xfrm rot="-7654229">
                <a:off x="7814486" y="896625"/>
                <a:ext cx="646" cy="64"/>
              </a:xfrm>
              <a:custGeom>
                <a:rect b="b" l="l" r="r" t="t"/>
                <a:pathLst>
                  <a:path extrusionOk="0" h="1" w="10">
                    <a:moveTo>
                      <a:pt x="9" y="1"/>
                    </a:moveTo>
                    <a:cubicBezTo>
                      <a:pt x="1" y="1"/>
                      <a:pt x="1" y="1"/>
                      <a:pt x="1" y="1"/>
                    </a:cubicBezTo>
                    <a:cubicBezTo>
                      <a:pt x="1" y="1"/>
                      <a:pt x="1"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0"/>
              <p:cNvSpPr/>
              <p:nvPr/>
            </p:nvSpPr>
            <p:spPr>
              <a:xfrm rot="-7654229">
                <a:off x="7814607" y="894202"/>
                <a:ext cx="1098" cy="2243"/>
              </a:xfrm>
              <a:custGeom>
                <a:rect b="b" l="l" r="r" t="t"/>
                <a:pathLst>
                  <a:path extrusionOk="0" h="35" w="17">
                    <a:moveTo>
                      <a:pt x="0" y="1"/>
                    </a:moveTo>
                    <a:lnTo>
                      <a:pt x="0" y="1"/>
                    </a:lnTo>
                    <a:cubicBezTo>
                      <a:pt x="9" y="17"/>
                      <a:pt x="9" y="34"/>
                      <a:pt x="17" y="34"/>
                    </a:cubicBezTo>
                    <a:cubicBezTo>
                      <a:pt x="17" y="17"/>
                      <a:pt x="9"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0"/>
              <p:cNvSpPr/>
              <p:nvPr/>
            </p:nvSpPr>
            <p:spPr>
              <a:xfrm rot="-7654229">
                <a:off x="7812340" y="904310"/>
                <a:ext cx="1098" cy="1346"/>
              </a:xfrm>
              <a:custGeom>
                <a:rect b="b" l="l" r="r" t="t"/>
                <a:pathLst>
                  <a:path extrusionOk="0" h="21" w="17">
                    <a:moveTo>
                      <a:pt x="7" y="0"/>
                    </a:moveTo>
                    <a:cubicBezTo>
                      <a:pt x="5" y="0"/>
                      <a:pt x="2" y="1"/>
                      <a:pt x="0" y="4"/>
                    </a:cubicBezTo>
                    <a:lnTo>
                      <a:pt x="0" y="20"/>
                    </a:lnTo>
                    <a:lnTo>
                      <a:pt x="17" y="20"/>
                    </a:lnTo>
                    <a:cubicBezTo>
                      <a:pt x="17" y="8"/>
                      <a:pt x="12" y="0"/>
                      <a:pt x="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0"/>
              <p:cNvSpPr/>
              <p:nvPr/>
            </p:nvSpPr>
            <p:spPr>
              <a:xfrm rot="-7654229">
                <a:off x="7777982" y="927106"/>
                <a:ext cx="4393" cy="5513"/>
              </a:xfrm>
              <a:custGeom>
                <a:rect b="b" l="l" r="r" t="t"/>
                <a:pathLst>
                  <a:path extrusionOk="0" h="86" w="68">
                    <a:moveTo>
                      <a:pt x="0" y="1"/>
                    </a:moveTo>
                    <a:lnTo>
                      <a:pt x="0" y="1"/>
                    </a:lnTo>
                    <a:cubicBezTo>
                      <a:pt x="17" y="43"/>
                      <a:pt x="25" y="52"/>
                      <a:pt x="0" y="60"/>
                    </a:cubicBezTo>
                    <a:cubicBezTo>
                      <a:pt x="13" y="77"/>
                      <a:pt x="23" y="79"/>
                      <a:pt x="34" y="79"/>
                    </a:cubicBezTo>
                    <a:cubicBezTo>
                      <a:pt x="37" y="79"/>
                      <a:pt x="41" y="79"/>
                      <a:pt x="45" y="79"/>
                    </a:cubicBezTo>
                    <a:cubicBezTo>
                      <a:pt x="52" y="79"/>
                      <a:pt x="59" y="80"/>
                      <a:pt x="68" y="85"/>
                    </a:cubicBezTo>
                    <a:cubicBezTo>
                      <a:pt x="42" y="52"/>
                      <a:pt x="25" y="26"/>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0"/>
              <p:cNvSpPr/>
              <p:nvPr/>
            </p:nvSpPr>
            <p:spPr>
              <a:xfrm rot="-7654229">
                <a:off x="7780241" y="925525"/>
                <a:ext cx="1163" cy="577"/>
              </a:xfrm>
              <a:custGeom>
                <a:rect b="b" l="l" r="r" t="t"/>
                <a:pathLst>
                  <a:path extrusionOk="0" h="9" w="18">
                    <a:moveTo>
                      <a:pt x="1" y="0"/>
                    </a:moveTo>
                    <a:lnTo>
                      <a:pt x="9" y="5"/>
                    </a:lnTo>
                    <a:cubicBezTo>
                      <a:pt x="7" y="3"/>
                      <a:pt x="5" y="0"/>
                      <a:pt x="1" y="0"/>
                    </a:cubicBezTo>
                    <a:close/>
                    <a:moveTo>
                      <a:pt x="9" y="5"/>
                    </a:moveTo>
                    <a:cubicBezTo>
                      <a:pt x="11" y="7"/>
                      <a:pt x="13" y="9"/>
                      <a:pt x="18" y="9"/>
                    </a:cubicBezTo>
                    <a:lnTo>
                      <a:pt x="9" y="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0"/>
              <p:cNvSpPr/>
              <p:nvPr/>
            </p:nvSpPr>
            <p:spPr>
              <a:xfrm rot="-7654229">
                <a:off x="7828248" y="898833"/>
                <a:ext cx="2261" cy="641"/>
              </a:xfrm>
              <a:custGeom>
                <a:rect b="b" l="l" r="r" t="t"/>
                <a:pathLst>
                  <a:path extrusionOk="0" h="10" w="35">
                    <a:moveTo>
                      <a:pt x="1" y="1"/>
                    </a:moveTo>
                    <a:lnTo>
                      <a:pt x="9" y="9"/>
                    </a:lnTo>
                    <a:lnTo>
                      <a:pt x="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0"/>
              <p:cNvSpPr/>
              <p:nvPr/>
            </p:nvSpPr>
            <p:spPr>
              <a:xfrm rot="-7654229">
                <a:off x="7776974" y="935222"/>
                <a:ext cx="1551" cy="1667"/>
              </a:xfrm>
              <a:custGeom>
                <a:rect b="b" l="l" r="r" t="t"/>
                <a:pathLst>
                  <a:path extrusionOk="0" h="26" w="24">
                    <a:moveTo>
                      <a:pt x="3" y="1"/>
                    </a:moveTo>
                    <a:cubicBezTo>
                      <a:pt x="0" y="1"/>
                      <a:pt x="1" y="2"/>
                      <a:pt x="3" y="4"/>
                    </a:cubicBezTo>
                    <a:lnTo>
                      <a:pt x="3" y="4"/>
                    </a:lnTo>
                    <a:cubicBezTo>
                      <a:pt x="3" y="3"/>
                      <a:pt x="3" y="2"/>
                      <a:pt x="3" y="1"/>
                    </a:cubicBezTo>
                    <a:close/>
                    <a:moveTo>
                      <a:pt x="3" y="4"/>
                    </a:moveTo>
                    <a:cubicBezTo>
                      <a:pt x="5" y="11"/>
                      <a:pt x="11" y="18"/>
                      <a:pt x="11" y="26"/>
                    </a:cubicBezTo>
                    <a:cubicBezTo>
                      <a:pt x="24" y="20"/>
                      <a:pt x="8" y="9"/>
                      <a:pt x="3"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0"/>
              <p:cNvSpPr/>
              <p:nvPr/>
            </p:nvSpPr>
            <p:spPr>
              <a:xfrm rot="-7654229">
                <a:off x="7803035" y="929856"/>
                <a:ext cx="2197" cy="2820"/>
              </a:xfrm>
              <a:custGeom>
                <a:rect b="b" l="l" r="r" t="t"/>
                <a:pathLst>
                  <a:path extrusionOk="0" h="44" w="34">
                    <a:moveTo>
                      <a:pt x="17" y="0"/>
                    </a:moveTo>
                    <a:cubicBezTo>
                      <a:pt x="14" y="0"/>
                      <a:pt x="11" y="0"/>
                      <a:pt x="8" y="1"/>
                    </a:cubicBezTo>
                    <a:cubicBezTo>
                      <a:pt x="1" y="8"/>
                      <a:pt x="17" y="21"/>
                      <a:pt x="23" y="35"/>
                    </a:cubicBezTo>
                    <a:lnTo>
                      <a:pt x="23" y="35"/>
                    </a:lnTo>
                    <a:cubicBezTo>
                      <a:pt x="22" y="20"/>
                      <a:pt x="33" y="0"/>
                      <a:pt x="17" y="0"/>
                    </a:cubicBezTo>
                    <a:close/>
                    <a:moveTo>
                      <a:pt x="23" y="35"/>
                    </a:moveTo>
                    <a:lnTo>
                      <a:pt x="23" y="35"/>
                    </a:lnTo>
                    <a:cubicBezTo>
                      <a:pt x="23" y="38"/>
                      <a:pt x="23" y="41"/>
                      <a:pt x="25" y="44"/>
                    </a:cubicBezTo>
                    <a:cubicBezTo>
                      <a:pt x="25" y="41"/>
                      <a:pt x="24" y="38"/>
                      <a:pt x="23" y="3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0"/>
              <p:cNvSpPr/>
              <p:nvPr/>
            </p:nvSpPr>
            <p:spPr>
              <a:xfrm rot="-7654229">
                <a:off x="7779998" y="944024"/>
                <a:ext cx="2649" cy="1859"/>
              </a:xfrm>
              <a:custGeom>
                <a:rect b="b" l="l" r="r" t="t"/>
                <a:pathLst>
                  <a:path extrusionOk="0" h="29" w="41">
                    <a:moveTo>
                      <a:pt x="9" y="0"/>
                    </a:moveTo>
                    <a:cubicBezTo>
                      <a:pt x="17" y="9"/>
                      <a:pt x="9" y="26"/>
                      <a:pt x="0" y="26"/>
                    </a:cubicBezTo>
                    <a:cubicBezTo>
                      <a:pt x="3" y="28"/>
                      <a:pt x="7" y="29"/>
                      <a:pt x="11" y="29"/>
                    </a:cubicBezTo>
                    <a:cubicBezTo>
                      <a:pt x="25" y="29"/>
                      <a:pt x="41" y="19"/>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0"/>
              <p:cNvSpPr/>
              <p:nvPr/>
            </p:nvSpPr>
            <p:spPr>
              <a:xfrm rot="-7654229">
                <a:off x="7801098" y="935479"/>
                <a:ext cx="1680" cy="1731"/>
              </a:xfrm>
              <a:custGeom>
                <a:rect b="b" l="l" r="r" t="t"/>
                <a:pathLst>
                  <a:path extrusionOk="0" h="27" w="26">
                    <a:moveTo>
                      <a:pt x="0" y="1"/>
                    </a:moveTo>
                    <a:lnTo>
                      <a:pt x="0" y="9"/>
                    </a:lnTo>
                    <a:lnTo>
                      <a:pt x="26" y="26"/>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0"/>
              <p:cNvSpPr/>
              <p:nvPr/>
            </p:nvSpPr>
            <p:spPr>
              <a:xfrm rot="-7654229">
                <a:off x="7816250" y="932644"/>
                <a:ext cx="3877" cy="4679"/>
              </a:xfrm>
              <a:custGeom>
                <a:rect b="b" l="l" r="r" t="t"/>
                <a:pathLst>
                  <a:path extrusionOk="0" h="73" w="60">
                    <a:moveTo>
                      <a:pt x="43" y="0"/>
                    </a:moveTo>
                    <a:cubicBezTo>
                      <a:pt x="35" y="0"/>
                      <a:pt x="30" y="23"/>
                      <a:pt x="21" y="23"/>
                    </a:cubicBezTo>
                    <a:cubicBezTo>
                      <a:pt x="18" y="23"/>
                      <a:pt x="14" y="21"/>
                      <a:pt x="9" y="13"/>
                    </a:cubicBezTo>
                    <a:lnTo>
                      <a:pt x="9" y="13"/>
                    </a:lnTo>
                    <a:cubicBezTo>
                      <a:pt x="18" y="30"/>
                      <a:pt x="9" y="55"/>
                      <a:pt x="1" y="72"/>
                    </a:cubicBezTo>
                    <a:cubicBezTo>
                      <a:pt x="2" y="72"/>
                      <a:pt x="4" y="73"/>
                      <a:pt x="5" y="73"/>
                    </a:cubicBezTo>
                    <a:cubicBezTo>
                      <a:pt x="27" y="73"/>
                      <a:pt x="17" y="22"/>
                      <a:pt x="40" y="22"/>
                    </a:cubicBezTo>
                    <a:cubicBezTo>
                      <a:pt x="45" y="22"/>
                      <a:pt x="51" y="24"/>
                      <a:pt x="60" y="30"/>
                    </a:cubicBezTo>
                    <a:cubicBezTo>
                      <a:pt x="52" y="7"/>
                      <a:pt x="47" y="0"/>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0"/>
              <p:cNvSpPr/>
              <p:nvPr/>
            </p:nvSpPr>
            <p:spPr>
              <a:xfrm rot="-7654229">
                <a:off x="7817046" y="937433"/>
                <a:ext cx="646" cy="641"/>
              </a:xfrm>
              <a:custGeom>
                <a:rect b="b" l="l" r="r" t="t"/>
                <a:pathLst>
                  <a:path extrusionOk="0" h="10" w="10">
                    <a:moveTo>
                      <a:pt x="1" y="1"/>
                    </a:moveTo>
                    <a:cubicBezTo>
                      <a:pt x="1" y="1"/>
                      <a:pt x="1" y="9"/>
                      <a:pt x="9" y="9"/>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0"/>
              <p:cNvSpPr/>
              <p:nvPr/>
            </p:nvSpPr>
            <p:spPr>
              <a:xfrm rot="-7654229">
                <a:off x="7801003" y="963904"/>
                <a:ext cx="1163" cy="64"/>
              </a:xfrm>
              <a:custGeom>
                <a:rect b="b" l="l" r="r" t="t"/>
                <a:pathLst>
                  <a:path extrusionOk="0" h="1" w="18">
                    <a:moveTo>
                      <a:pt x="1" y="1"/>
                    </a:moveTo>
                    <a:lnTo>
                      <a:pt x="1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0"/>
              <p:cNvSpPr/>
              <p:nvPr/>
            </p:nvSpPr>
            <p:spPr>
              <a:xfrm rot="-7654229">
                <a:off x="7812224" y="947106"/>
                <a:ext cx="7172" cy="3718"/>
              </a:xfrm>
              <a:custGeom>
                <a:rect b="b" l="l" r="r" t="t"/>
                <a:pathLst>
                  <a:path extrusionOk="0" h="58" w="111">
                    <a:moveTo>
                      <a:pt x="16" y="1"/>
                    </a:moveTo>
                    <a:cubicBezTo>
                      <a:pt x="10" y="1"/>
                      <a:pt x="5" y="3"/>
                      <a:pt x="0" y="7"/>
                    </a:cubicBezTo>
                    <a:cubicBezTo>
                      <a:pt x="9" y="24"/>
                      <a:pt x="34" y="41"/>
                      <a:pt x="60" y="49"/>
                    </a:cubicBezTo>
                    <a:lnTo>
                      <a:pt x="60" y="41"/>
                    </a:lnTo>
                    <a:lnTo>
                      <a:pt x="110" y="58"/>
                    </a:lnTo>
                    <a:cubicBezTo>
                      <a:pt x="82" y="44"/>
                      <a:pt x="43" y="1"/>
                      <a:pt x="1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0"/>
              <p:cNvSpPr/>
              <p:nvPr/>
            </p:nvSpPr>
            <p:spPr>
              <a:xfrm rot="-7654229">
                <a:off x="7768153" y="973747"/>
                <a:ext cx="2261" cy="1154"/>
              </a:xfrm>
              <a:custGeom>
                <a:rect b="b" l="l" r="r" t="t"/>
                <a:pathLst>
                  <a:path extrusionOk="0" h="18" w="35">
                    <a:moveTo>
                      <a:pt x="18" y="0"/>
                    </a:moveTo>
                    <a:lnTo>
                      <a:pt x="18" y="0"/>
                    </a:lnTo>
                    <a:cubicBezTo>
                      <a:pt x="26" y="9"/>
                      <a:pt x="1" y="9"/>
                      <a:pt x="9" y="9"/>
                    </a:cubicBezTo>
                    <a:lnTo>
                      <a:pt x="35" y="17"/>
                    </a:ln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0"/>
              <p:cNvSpPr/>
              <p:nvPr/>
            </p:nvSpPr>
            <p:spPr>
              <a:xfrm rot="-7654229">
                <a:off x="7768032" y="974545"/>
                <a:ext cx="65" cy="64"/>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0"/>
              <p:cNvSpPr/>
              <p:nvPr/>
            </p:nvSpPr>
            <p:spPr>
              <a:xfrm rot="-7654229">
                <a:off x="7801172" y="955784"/>
                <a:ext cx="2261" cy="2308"/>
              </a:xfrm>
              <a:custGeom>
                <a:rect b="b" l="l" r="r" t="t"/>
                <a:pathLst>
                  <a:path extrusionOk="0" h="36" w="35">
                    <a:moveTo>
                      <a:pt x="8" y="1"/>
                    </a:moveTo>
                    <a:cubicBezTo>
                      <a:pt x="6" y="1"/>
                      <a:pt x="3" y="1"/>
                      <a:pt x="1" y="2"/>
                    </a:cubicBezTo>
                    <a:cubicBezTo>
                      <a:pt x="9" y="19"/>
                      <a:pt x="17" y="27"/>
                      <a:pt x="34" y="36"/>
                    </a:cubicBezTo>
                    <a:cubicBezTo>
                      <a:pt x="34" y="28"/>
                      <a:pt x="28" y="1"/>
                      <a:pt x="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0"/>
              <p:cNvSpPr/>
              <p:nvPr/>
            </p:nvSpPr>
            <p:spPr>
              <a:xfrm rot="-7654229">
                <a:off x="7769711" y="982702"/>
                <a:ext cx="1680" cy="1667"/>
              </a:xfrm>
              <a:custGeom>
                <a:rect b="b" l="l" r="r" t="t"/>
                <a:pathLst>
                  <a:path extrusionOk="0" h="26" w="26">
                    <a:moveTo>
                      <a:pt x="1" y="0"/>
                    </a:moveTo>
                    <a:lnTo>
                      <a:pt x="26" y="26"/>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0"/>
              <p:cNvSpPr/>
              <p:nvPr/>
            </p:nvSpPr>
            <p:spPr>
              <a:xfrm rot="-7654229">
                <a:off x="7763512" y="994186"/>
                <a:ext cx="1680" cy="1667"/>
              </a:xfrm>
              <a:custGeom>
                <a:rect b="b" l="l" r="r" t="t"/>
                <a:pathLst>
                  <a:path extrusionOk="0" h="26" w="26">
                    <a:moveTo>
                      <a:pt x="0" y="0"/>
                    </a:moveTo>
                    <a:lnTo>
                      <a:pt x="0" y="9"/>
                    </a:lnTo>
                    <a:lnTo>
                      <a:pt x="26" y="25"/>
                    </a:lnTo>
                    <a:lnTo>
                      <a:pt x="26" y="17"/>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0"/>
              <p:cNvSpPr/>
              <p:nvPr/>
            </p:nvSpPr>
            <p:spPr>
              <a:xfrm rot="-7654229">
                <a:off x="7806010" y="988669"/>
                <a:ext cx="3360" cy="2756"/>
              </a:xfrm>
              <a:custGeom>
                <a:rect b="b" l="l" r="r" t="t"/>
                <a:pathLst>
                  <a:path extrusionOk="0" h="43" w="52">
                    <a:moveTo>
                      <a:pt x="18" y="0"/>
                    </a:moveTo>
                    <a:lnTo>
                      <a:pt x="18" y="0"/>
                    </a:lnTo>
                    <a:cubicBezTo>
                      <a:pt x="9" y="26"/>
                      <a:pt x="26" y="9"/>
                      <a:pt x="43" y="34"/>
                    </a:cubicBezTo>
                    <a:lnTo>
                      <a:pt x="1" y="26"/>
                    </a:lnTo>
                    <a:lnTo>
                      <a:pt x="1" y="26"/>
                    </a:lnTo>
                    <a:cubicBezTo>
                      <a:pt x="5" y="38"/>
                      <a:pt x="18" y="43"/>
                      <a:pt x="29" y="43"/>
                    </a:cubicBezTo>
                    <a:cubicBezTo>
                      <a:pt x="41" y="43"/>
                      <a:pt x="52" y="38"/>
                      <a:pt x="52" y="34"/>
                    </a:cubicBez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0"/>
              <p:cNvSpPr/>
              <p:nvPr/>
            </p:nvSpPr>
            <p:spPr>
              <a:xfrm rot="-7654229">
                <a:off x="7725000" y="1062874"/>
                <a:ext cx="37797" cy="44036"/>
              </a:xfrm>
              <a:custGeom>
                <a:rect b="b" l="l" r="r" t="t"/>
                <a:pathLst>
                  <a:path extrusionOk="0" h="687" w="585">
                    <a:moveTo>
                      <a:pt x="94" y="212"/>
                    </a:moveTo>
                    <a:lnTo>
                      <a:pt x="102" y="221"/>
                    </a:lnTo>
                    <a:cubicBezTo>
                      <a:pt x="100" y="218"/>
                      <a:pt x="98" y="216"/>
                      <a:pt x="96" y="214"/>
                    </a:cubicBezTo>
                    <a:lnTo>
                      <a:pt x="96" y="214"/>
                    </a:lnTo>
                    <a:cubicBezTo>
                      <a:pt x="96" y="214"/>
                      <a:pt x="95" y="213"/>
                      <a:pt x="94" y="212"/>
                    </a:cubicBezTo>
                    <a:close/>
                    <a:moveTo>
                      <a:pt x="466" y="497"/>
                    </a:moveTo>
                    <a:cubicBezTo>
                      <a:pt x="469" y="499"/>
                      <a:pt x="472" y="500"/>
                      <a:pt x="475" y="500"/>
                    </a:cubicBezTo>
                    <a:cubicBezTo>
                      <a:pt x="472" y="499"/>
                      <a:pt x="469" y="498"/>
                      <a:pt x="466" y="497"/>
                    </a:cubicBezTo>
                    <a:close/>
                    <a:moveTo>
                      <a:pt x="280" y="500"/>
                    </a:moveTo>
                    <a:lnTo>
                      <a:pt x="280" y="500"/>
                    </a:lnTo>
                    <a:cubicBezTo>
                      <a:pt x="285" y="505"/>
                      <a:pt x="289" y="507"/>
                      <a:pt x="294" y="507"/>
                    </a:cubicBezTo>
                    <a:lnTo>
                      <a:pt x="294" y="507"/>
                    </a:lnTo>
                    <a:lnTo>
                      <a:pt x="280" y="500"/>
                    </a:lnTo>
                    <a:close/>
                    <a:moveTo>
                      <a:pt x="406" y="588"/>
                    </a:moveTo>
                    <a:cubicBezTo>
                      <a:pt x="405" y="588"/>
                      <a:pt x="405" y="590"/>
                      <a:pt x="407" y="593"/>
                    </a:cubicBezTo>
                    <a:lnTo>
                      <a:pt x="413" y="593"/>
                    </a:lnTo>
                    <a:cubicBezTo>
                      <a:pt x="410" y="591"/>
                      <a:pt x="407" y="588"/>
                      <a:pt x="406" y="588"/>
                    </a:cubicBezTo>
                    <a:close/>
                    <a:moveTo>
                      <a:pt x="413" y="593"/>
                    </a:moveTo>
                    <a:cubicBezTo>
                      <a:pt x="417" y="596"/>
                      <a:pt x="421" y="598"/>
                      <a:pt x="425" y="598"/>
                    </a:cubicBezTo>
                    <a:cubicBezTo>
                      <a:pt x="428" y="598"/>
                      <a:pt x="431" y="597"/>
                      <a:pt x="432" y="593"/>
                    </a:cubicBezTo>
                    <a:close/>
                    <a:moveTo>
                      <a:pt x="52" y="1"/>
                    </a:moveTo>
                    <a:cubicBezTo>
                      <a:pt x="69" y="26"/>
                      <a:pt x="69" y="52"/>
                      <a:pt x="77" y="69"/>
                    </a:cubicBezTo>
                    <a:cubicBezTo>
                      <a:pt x="73" y="68"/>
                      <a:pt x="69" y="68"/>
                      <a:pt x="66" y="68"/>
                    </a:cubicBezTo>
                    <a:cubicBezTo>
                      <a:pt x="39" y="68"/>
                      <a:pt x="99" y="104"/>
                      <a:pt x="69" y="119"/>
                    </a:cubicBezTo>
                    <a:cubicBezTo>
                      <a:pt x="52" y="111"/>
                      <a:pt x="35" y="94"/>
                      <a:pt x="35" y="77"/>
                    </a:cubicBezTo>
                    <a:cubicBezTo>
                      <a:pt x="18" y="77"/>
                      <a:pt x="18" y="103"/>
                      <a:pt x="1" y="111"/>
                    </a:cubicBezTo>
                    <a:cubicBezTo>
                      <a:pt x="26" y="170"/>
                      <a:pt x="86" y="136"/>
                      <a:pt x="119" y="187"/>
                    </a:cubicBezTo>
                    <a:cubicBezTo>
                      <a:pt x="104" y="195"/>
                      <a:pt x="82" y="195"/>
                      <a:pt x="96" y="214"/>
                    </a:cubicBezTo>
                    <a:lnTo>
                      <a:pt x="96" y="214"/>
                    </a:lnTo>
                    <a:cubicBezTo>
                      <a:pt x="143" y="247"/>
                      <a:pt x="95" y="280"/>
                      <a:pt x="153" y="280"/>
                    </a:cubicBezTo>
                    <a:lnTo>
                      <a:pt x="128" y="297"/>
                    </a:lnTo>
                    <a:cubicBezTo>
                      <a:pt x="162" y="306"/>
                      <a:pt x="196" y="348"/>
                      <a:pt x="212" y="365"/>
                    </a:cubicBezTo>
                    <a:cubicBezTo>
                      <a:pt x="289" y="415"/>
                      <a:pt x="246" y="399"/>
                      <a:pt x="314" y="475"/>
                    </a:cubicBezTo>
                    <a:lnTo>
                      <a:pt x="263" y="458"/>
                    </a:lnTo>
                    <a:lnTo>
                      <a:pt x="263" y="458"/>
                    </a:lnTo>
                    <a:cubicBezTo>
                      <a:pt x="272" y="492"/>
                      <a:pt x="305" y="475"/>
                      <a:pt x="314" y="500"/>
                    </a:cubicBezTo>
                    <a:cubicBezTo>
                      <a:pt x="314" y="500"/>
                      <a:pt x="306" y="508"/>
                      <a:pt x="296" y="508"/>
                    </a:cubicBezTo>
                    <a:cubicBezTo>
                      <a:pt x="296" y="508"/>
                      <a:pt x="295" y="508"/>
                      <a:pt x="294" y="507"/>
                    </a:cubicBezTo>
                    <a:lnTo>
                      <a:pt x="294" y="507"/>
                    </a:lnTo>
                    <a:lnTo>
                      <a:pt x="390" y="559"/>
                    </a:lnTo>
                    <a:cubicBezTo>
                      <a:pt x="396" y="563"/>
                      <a:pt x="399" y="565"/>
                      <a:pt x="401" y="565"/>
                    </a:cubicBezTo>
                    <a:cubicBezTo>
                      <a:pt x="406" y="565"/>
                      <a:pt x="394" y="549"/>
                      <a:pt x="407" y="542"/>
                    </a:cubicBezTo>
                    <a:cubicBezTo>
                      <a:pt x="424" y="542"/>
                      <a:pt x="449" y="585"/>
                      <a:pt x="432" y="593"/>
                    </a:cubicBezTo>
                    <a:lnTo>
                      <a:pt x="466" y="593"/>
                    </a:lnTo>
                    <a:cubicBezTo>
                      <a:pt x="469" y="613"/>
                      <a:pt x="462" y="619"/>
                      <a:pt x="449" y="619"/>
                    </a:cubicBezTo>
                    <a:cubicBezTo>
                      <a:pt x="425" y="619"/>
                      <a:pt x="382" y="593"/>
                      <a:pt x="365" y="593"/>
                    </a:cubicBezTo>
                    <a:cubicBezTo>
                      <a:pt x="390" y="635"/>
                      <a:pt x="424" y="627"/>
                      <a:pt x="458" y="678"/>
                    </a:cubicBezTo>
                    <a:cubicBezTo>
                      <a:pt x="458" y="661"/>
                      <a:pt x="458" y="644"/>
                      <a:pt x="458" y="627"/>
                    </a:cubicBezTo>
                    <a:cubicBezTo>
                      <a:pt x="461" y="625"/>
                      <a:pt x="465" y="624"/>
                      <a:pt x="468" y="624"/>
                    </a:cubicBezTo>
                    <a:cubicBezTo>
                      <a:pt x="488" y="624"/>
                      <a:pt x="504" y="664"/>
                      <a:pt x="525" y="686"/>
                    </a:cubicBezTo>
                    <a:cubicBezTo>
                      <a:pt x="525" y="671"/>
                      <a:pt x="532" y="668"/>
                      <a:pt x="540" y="668"/>
                    </a:cubicBezTo>
                    <a:cubicBezTo>
                      <a:pt x="546" y="668"/>
                      <a:pt x="552" y="669"/>
                      <a:pt x="559" y="669"/>
                    </a:cubicBezTo>
                    <a:lnTo>
                      <a:pt x="576" y="669"/>
                    </a:lnTo>
                    <a:cubicBezTo>
                      <a:pt x="585" y="669"/>
                      <a:pt x="585" y="669"/>
                      <a:pt x="585" y="661"/>
                    </a:cubicBezTo>
                    <a:cubicBezTo>
                      <a:pt x="559" y="644"/>
                      <a:pt x="568" y="602"/>
                      <a:pt x="551" y="585"/>
                    </a:cubicBezTo>
                    <a:cubicBezTo>
                      <a:pt x="545" y="595"/>
                      <a:pt x="540" y="600"/>
                      <a:pt x="535" y="600"/>
                    </a:cubicBezTo>
                    <a:cubicBezTo>
                      <a:pt x="515" y="600"/>
                      <a:pt x="495" y="541"/>
                      <a:pt x="475" y="534"/>
                    </a:cubicBezTo>
                    <a:lnTo>
                      <a:pt x="449" y="509"/>
                    </a:lnTo>
                    <a:lnTo>
                      <a:pt x="441" y="500"/>
                    </a:lnTo>
                    <a:cubicBezTo>
                      <a:pt x="441" y="500"/>
                      <a:pt x="448" y="496"/>
                      <a:pt x="458" y="496"/>
                    </a:cubicBezTo>
                    <a:cubicBezTo>
                      <a:pt x="461" y="496"/>
                      <a:pt x="463" y="497"/>
                      <a:pt x="466" y="497"/>
                    </a:cubicBezTo>
                    <a:lnTo>
                      <a:pt x="466" y="497"/>
                    </a:lnTo>
                    <a:cubicBezTo>
                      <a:pt x="452" y="489"/>
                      <a:pt x="435" y="465"/>
                      <a:pt x="427" y="465"/>
                    </a:cubicBezTo>
                    <a:cubicBezTo>
                      <a:pt x="426" y="465"/>
                      <a:pt x="425" y="465"/>
                      <a:pt x="424" y="466"/>
                    </a:cubicBezTo>
                    <a:lnTo>
                      <a:pt x="356" y="390"/>
                    </a:lnTo>
                    <a:cubicBezTo>
                      <a:pt x="356" y="382"/>
                      <a:pt x="356" y="373"/>
                      <a:pt x="356" y="373"/>
                    </a:cubicBezTo>
                    <a:lnTo>
                      <a:pt x="348" y="373"/>
                    </a:lnTo>
                    <a:lnTo>
                      <a:pt x="5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0"/>
              <p:cNvSpPr/>
              <p:nvPr/>
            </p:nvSpPr>
            <p:spPr>
              <a:xfrm rot="-7654229">
                <a:off x="7753826" y="1061656"/>
                <a:ext cx="646" cy="1154"/>
              </a:xfrm>
              <a:custGeom>
                <a:rect b="b" l="l" r="r" t="t"/>
                <a:pathLst>
                  <a:path extrusionOk="0" h="18" w="10">
                    <a:moveTo>
                      <a:pt x="1" y="1"/>
                    </a:moveTo>
                    <a:cubicBezTo>
                      <a:pt x="1" y="9"/>
                      <a:pt x="9" y="18"/>
                      <a:pt x="9" y="18"/>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0"/>
              <p:cNvSpPr/>
              <p:nvPr/>
            </p:nvSpPr>
            <p:spPr>
              <a:xfrm rot="-7654229">
                <a:off x="7735920" y="1111183"/>
                <a:ext cx="1680" cy="1667"/>
              </a:xfrm>
              <a:custGeom>
                <a:rect b="b" l="l" r="r" t="t"/>
                <a:pathLst>
                  <a:path extrusionOk="0" h="26" w="26">
                    <a:moveTo>
                      <a:pt x="0" y="0"/>
                    </a:moveTo>
                    <a:lnTo>
                      <a:pt x="26" y="25"/>
                    </a:lnTo>
                    <a:cubicBezTo>
                      <a:pt x="17" y="17"/>
                      <a:pt x="9" y="9"/>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0"/>
              <p:cNvSpPr/>
              <p:nvPr/>
            </p:nvSpPr>
            <p:spPr>
              <a:xfrm rot="-7654229">
                <a:off x="7748949" y="1050821"/>
                <a:ext cx="4975" cy="3269"/>
              </a:xfrm>
              <a:custGeom>
                <a:rect b="b" l="l" r="r" t="t"/>
                <a:pathLst>
                  <a:path extrusionOk="0" h="51" w="77">
                    <a:moveTo>
                      <a:pt x="35" y="0"/>
                    </a:moveTo>
                    <a:cubicBezTo>
                      <a:pt x="26" y="8"/>
                      <a:pt x="9" y="8"/>
                      <a:pt x="1" y="17"/>
                    </a:cubicBezTo>
                    <a:lnTo>
                      <a:pt x="43" y="51"/>
                    </a:lnTo>
                    <a:cubicBezTo>
                      <a:pt x="43" y="45"/>
                      <a:pt x="46" y="43"/>
                      <a:pt x="50" y="43"/>
                    </a:cubicBezTo>
                    <a:cubicBezTo>
                      <a:pt x="58" y="43"/>
                      <a:pt x="71" y="51"/>
                      <a:pt x="77" y="51"/>
                    </a:cubicBezTo>
                    <a:lnTo>
                      <a:pt x="3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0"/>
              <p:cNvSpPr/>
              <p:nvPr/>
            </p:nvSpPr>
            <p:spPr>
              <a:xfrm rot="-7654229">
                <a:off x="7748702" y="1053663"/>
                <a:ext cx="2261" cy="2243"/>
              </a:xfrm>
              <a:custGeom>
                <a:rect b="b" l="l" r="r" t="t"/>
                <a:pathLst>
                  <a:path extrusionOk="0" h="35" w="35">
                    <a:moveTo>
                      <a:pt x="0" y="0"/>
                    </a:moveTo>
                    <a:lnTo>
                      <a:pt x="26" y="34"/>
                    </a:lnTo>
                    <a:cubicBezTo>
                      <a:pt x="26" y="26"/>
                      <a:pt x="34" y="17"/>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0"/>
              <p:cNvSpPr/>
              <p:nvPr/>
            </p:nvSpPr>
            <p:spPr>
              <a:xfrm rot="-7654229">
                <a:off x="7783093" y="1063955"/>
                <a:ext cx="1744" cy="1154"/>
              </a:xfrm>
              <a:custGeom>
                <a:rect b="b" l="l" r="r" t="t"/>
                <a:pathLst>
                  <a:path extrusionOk="0" h="18" w="27">
                    <a:moveTo>
                      <a:pt x="1" y="1"/>
                    </a:moveTo>
                    <a:lnTo>
                      <a:pt x="26" y="17"/>
                    </a:lnTo>
                    <a:lnTo>
                      <a:pt x="18" y="9"/>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0"/>
              <p:cNvSpPr/>
              <p:nvPr/>
            </p:nvSpPr>
            <p:spPr>
              <a:xfrm rot="-7654229">
                <a:off x="7777266" y="1072358"/>
                <a:ext cx="2261" cy="2756"/>
              </a:xfrm>
              <a:custGeom>
                <a:rect b="b" l="l" r="r" t="t"/>
                <a:pathLst>
                  <a:path extrusionOk="0" h="43" w="35">
                    <a:moveTo>
                      <a:pt x="1" y="0"/>
                    </a:moveTo>
                    <a:cubicBezTo>
                      <a:pt x="1" y="26"/>
                      <a:pt x="26" y="34"/>
                      <a:pt x="34" y="43"/>
                    </a:cubicBezTo>
                    <a:cubicBezTo>
                      <a:pt x="18" y="17"/>
                      <a:pt x="26" y="26"/>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0"/>
              <p:cNvSpPr/>
              <p:nvPr/>
            </p:nvSpPr>
            <p:spPr>
              <a:xfrm rot="-7654229">
                <a:off x="7788376" y="1075755"/>
                <a:ext cx="2261" cy="1731"/>
              </a:xfrm>
              <a:custGeom>
                <a:rect b="b" l="l" r="r" t="t"/>
                <a:pathLst>
                  <a:path extrusionOk="0" h="27" w="35">
                    <a:moveTo>
                      <a:pt x="1" y="1"/>
                    </a:moveTo>
                    <a:lnTo>
                      <a:pt x="1" y="9"/>
                    </a:lnTo>
                    <a:lnTo>
                      <a:pt x="35" y="26"/>
                    </a:lnTo>
                    <a:lnTo>
                      <a:pt x="35" y="26"/>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0"/>
              <p:cNvSpPr/>
              <p:nvPr/>
            </p:nvSpPr>
            <p:spPr>
              <a:xfrm rot="-7654229">
                <a:off x="7739536" y="1130135"/>
                <a:ext cx="581" cy="1154"/>
              </a:xfrm>
              <a:custGeom>
                <a:rect b="b" l="l" r="r" t="t"/>
                <a:pathLst>
                  <a:path extrusionOk="0" h="18" w="9">
                    <a:moveTo>
                      <a:pt x="0" y="1"/>
                    </a:moveTo>
                    <a:cubicBezTo>
                      <a:pt x="0" y="5"/>
                      <a:pt x="2" y="7"/>
                      <a:pt x="4" y="9"/>
                    </a:cubicBezTo>
                    <a:lnTo>
                      <a:pt x="4" y="9"/>
                    </a:lnTo>
                    <a:lnTo>
                      <a:pt x="0" y="1"/>
                    </a:lnTo>
                    <a:close/>
                    <a:moveTo>
                      <a:pt x="4" y="9"/>
                    </a:moveTo>
                    <a:lnTo>
                      <a:pt x="8" y="18"/>
                    </a:lnTo>
                    <a:cubicBezTo>
                      <a:pt x="8" y="13"/>
                      <a:pt x="6" y="11"/>
                      <a:pt x="4"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0"/>
              <p:cNvSpPr/>
              <p:nvPr/>
            </p:nvSpPr>
            <p:spPr>
              <a:xfrm rot="-7654229">
                <a:off x="7725221" y="1113567"/>
                <a:ext cx="23583" cy="24870"/>
              </a:xfrm>
              <a:custGeom>
                <a:rect b="b" l="l" r="r" t="t"/>
                <a:pathLst>
                  <a:path extrusionOk="0" h="388" w="365">
                    <a:moveTo>
                      <a:pt x="45" y="1"/>
                    </a:moveTo>
                    <a:cubicBezTo>
                      <a:pt x="26" y="1"/>
                      <a:pt x="35" y="41"/>
                      <a:pt x="8" y="41"/>
                    </a:cubicBezTo>
                    <a:cubicBezTo>
                      <a:pt x="6" y="41"/>
                      <a:pt x="3" y="41"/>
                      <a:pt x="1" y="40"/>
                    </a:cubicBezTo>
                    <a:lnTo>
                      <a:pt x="1" y="40"/>
                    </a:lnTo>
                    <a:cubicBezTo>
                      <a:pt x="30" y="77"/>
                      <a:pt x="59" y="138"/>
                      <a:pt x="88" y="138"/>
                    </a:cubicBezTo>
                    <a:cubicBezTo>
                      <a:pt x="91" y="138"/>
                      <a:pt x="94" y="138"/>
                      <a:pt x="97" y="137"/>
                    </a:cubicBezTo>
                    <a:lnTo>
                      <a:pt x="97" y="137"/>
                    </a:lnTo>
                    <a:cubicBezTo>
                      <a:pt x="92" y="140"/>
                      <a:pt x="86" y="145"/>
                      <a:pt x="86" y="150"/>
                    </a:cubicBezTo>
                    <a:lnTo>
                      <a:pt x="136" y="150"/>
                    </a:lnTo>
                    <a:lnTo>
                      <a:pt x="119" y="125"/>
                    </a:lnTo>
                    <a:lnTo>
                      <a:pt x="119" y="125"/>
                    </a:lnTo>
                    <a:cubicBezTo>
                      <a:pt x="170" y="142"/>
                      <a:pt x="204" y="184"/>
                      <a:pt x="221" y="235"/>
                    </a:cubicBezTo>
                    <a:cubicBezTo>
                      <a:pt x="179" y="201"/>
                      <a:pt x="162" y="243"/>
                      <a:pt x="128" y="167"/>
                    </a:cubicBezTo>
                    <a:cubicBezTo>
                      <a:pt x="128" y="175"/>
                      <a:pt x="122" y="194"/>
                      <a:pt x="109" y="194"/>
                    </a:cubicBezTo>
                    <a:cubicBezTo>
                      <a:pt x="107" y="194"/>
                      <a:pt x="105" y="194"/>
                      <a:pt x="102" y="193"/>
                    </a:cubicBezTo>
                    <a:lnTo>
                      <a:pt x="102" y="193"/>
                    </a:lnTo>
                    <a:cubicBezTo>
                      <a:pt x="162" y="260"/>
                      <a:pt x="221" y="328"/>
                      <a:pt x="297" y="387"/>
                    </a:cubicBezTo>
                    <a:cubicBezTo>
                      <a:pt x="290" y="365"/>
                      <a:pt x="291" y="358"/>
                      <a:pt x="297" y="358"/>
                    </a:cubicBezTo>
                    <a:cubicBezTo>
                      <a:pt x="307" y="358"/>
                      <a:pt x="333" y="381"/>
                      <a:pt x="350" y="381"/>
                    </a:cubicBezTo>
                    <a:cubicBezTo>
                      <a:pt x="356" y="381"/>
                      <a:pt x="362" y="378"/>
                      <a:pt x="365" y="370"/>
                    </a:cubicBezTo>
                    <a:lnTo>
                      <a:pt x="322" y="345"/>
                    </a:lnTo>
                    <a:lnTo>
                      <a:pt x="339" y="345"/>
                    </a:lnTo>
                    <a:lnTo>
                      <a:pt x="305" y="303"/>
                    </a:lnTo>
                    <a:cubicBezTo>
                      <a:pt x="297" y="328"/>
                      <a:pt x="305" y="336"/>
                      <a:pt x="280" y="345"/>
                    </a:cubicBezTo>
                    <a:cubicBezTo>
                      <a:pt x="246" y="286"/>
                      <a:pt x="280" y="311"/>
                      <a:pt x="272" y="260"/>
                    </a:cubicBezTo>
                    <a:lnTo>
                      <a:pt x="229" y="201"/>
                    </a:lnTo>
                    <a:lnTo>
                      <a:pt x="238" y="201"/>
                    </a:lnTo>
                    <a:cubicBezTo>
                      <a:pt x="238" y="201"/>
                      <a:pt x="234" y="197"/>
                      <a:pt x="229" y="197"/>
                    </a:cubicBezTo>
                    <a:cubicBezTo>
                      <a:pt x="227" y="197"/>
                      <a:pt x="224" y="198"/>
                      <a:pt x="221" y="201"/>
                    </a:cubicBezTo>
                    <a:lnTo>
                      <a:pt x="60" y="7"/>
                    </a:lnTo>
                    <a:cubicBezTo>
                      <a:pt x="53" y="2"/>
                      <a:pt x="48" y="1"/>
                      <a:pt x="4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0"/>
              <p:cNvSpPr/>
              <p:nvPr/>
            </p:nvSpPr>
            <p:spPr>
              <a:xfrm rot="-7654229">
                <a:off x="7729393" y="1172264"/>
                <a:ext cx="65" cy="64"/>
              </a:xfrm>
              <a:custGeom>
                <a:rect b="b" l="l" r="r" t="t"/>
                <a:pathLst>
                  <a:path extrusionOk="0" h="1" w="1">
                    <a:moveTo>
                      <a:pt x="1" y="1"/>
                    </a:moveTo>
                    <a:lnTo>
                      <a:pt x="1" y="1"/>
                    </a:lnTo>
                    <a:cubicBezTo>
                      <a:pt x="1" y="1"/>
                      <a:pt x="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0"/>
              <p:cNvSpPr/>
              <p:nvPr/>
            </p:nvSpPr>
            <p:spPr>
              <a:xfrm rot="-7654229">
                <a:off x="7726059" y="1167917"/>
                <a:ext cx="4975" cy="3846"/>
              </a:xfrm>
              <a:custGeom>
                <a:rect b="b" l="l" r="r" t="t"/>
                <a:pathLst>
                  <a:path extrusionOk="0" h="60" w="77">
                    <a:moveTo>
                      <a:pt x="26" y="1"/>
                    </a:moveTo>
                    <a:lnTo>
                      <a:pt x="1" y="18"/>
                    </a:lnTo>
                    <a:cubicBezTo>
                      <a:pt x="18" y="18"/>
                      <a:pt x="43" y="26"/>
                      <a:pt x="35" y="43"/>
                    </a:cubicBezTo>
                    <a:lnTo>
                      <a:pt x="18" y="43"/>
                    </a:lnTo>
                    <a:lnTo>
                      <a:pt x="77" y="60"/>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0"/>
              <p:cNvSpPr/>
              <p:nvPr/>
            </p:nvSpPr>
            <p:spPr>
              <a:xfrm rot="-7654229">
                <a:off x="7727046" y="1163659"/>
                <a:ext cx="6590" cy="2949"/>
              </a:xfrm>
              <a:custGeom>
                <a:rect b="b" l="l" r="r" t="t"/>
                <a:pathLst>
                  <a:path extrusionOk="0" h="46" w="102">
                    <a:moveTo>
                      <a:pt x="75" y="1"/>
                    </a:moveTo>
                    <a:cubicBezTo>
                      <a:pt x="55" y="1"/>
                      <a:pt x="43" y="19"/>
                      <a:pt x="43" y="37"/>
                    </a:cubicBezTo>
                    <a:cubicBezTo>
                      <a:pt x="17" y="20"/>
                      <a:pt x="59" y="3"/>
                      <a:pt x="26" y="3"/>
                    </a:cubicBezTo>
                    <a:cubicBezTo>
                      <a:pt x="0" y="20"/>
                      <a:pt x="43" y="37"/>
                      <a:pt x="51" y="45"/>
                    </a:cubicBezTo>
                    <a:lnTo>
                      <a:pt x="102" y="11"/>
                    </a:lnTo>
                    <a:cubicBezTo>
                      <a:pt x="92" y="4"/>
                      <a:pt x="83" y="1"/>
                      <a:pt x="7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0"/>
              <p:cNvSpPr/>
              <p:nvPr/>
            </p:nvSpPr>
            <p:spPr>
              <a:xfrm rot="-7654229">
                <a:off x="7733000" y="1145294"/>
                <a:ext cx="1163" cy="1667"/>
              </a:xfrm>
              <a:custGeom>
                <a:rect b="b" l="l" r="r" t="t"/>
                <a:pathLst>
                  <a:path extrusionOk="0" h="26" w="18">
                    <a:moveTo>
                      <a:pt x="0" y="0"/>
                    </a:moveTo>
                    <a:lnTo>
                      <a:pt x="9" y="26"/>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0"/>
              <p:cNvSpPr/>
              <p:nvPr/>
            </p:nvSpPr>
            <p:spPr>
              <a:xfrm rot="-7654229">
                <a:off x="7732519" y="1147509"/>
                <a:ext cx="1744" cy="1154"/>
              </a:xfrm>
              <a:custGeom>
                <a:rect b="b" l="l" r="r" t="t"/>
                <a:pathLst>
                  <a:path extrusionOk="0" h="18" w="27">
                    <a:moveTo>
                      <a:pt x="9" y="0"/>
                    </a:moveTo>
                    <a:cubicBezTo>
                      <a:pt x="1" y="9"/>
                      <a:pt x="1" y="9"/>
                      <a:pt x="1" y="17"/>
                    </a:cubicBezTo>
                    <a:lnTo>
                      <a:pt x="26" y="17"/>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0"/>
              <p:cNvSpPr/>
              <p:nvPr/>
            </p:nvSpPr>
            <p:spPr>
              <a:xfrm rot="-7654229">
                <a:off x="7730465" y="1152794"/>
                <a:ext cx="1163" cy="2243"/>
              </a:xfrm>
              <a:custGeom>
                <a:rect b="b" l="l" r="r" t="t"/>
                <a:pathLst>
                  <a:path extrusionOk="0" h="35" w="18">
                    <a:moveTo>
                      <a:pt x="0" y="0"/>
                    </a:moveTo>
                    <a:lnTo>
                      <a:pt x="17" y="34"/>
                    </a:lnTo>
                    <a:cubicBezTo>
                      <a:pt x="17" y="26"/>
                      <a:pt x="9" y="9"/>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0"/>
              <p:cNvSpPr/>
              <p:nvPr/>
            </p:nvSpPr>
            <p:spPr>
              <a:xfrm rot="-7654229">
                <a:off x="7731253" y="1151008"/>
                <a:ext cx="1163" cy="1667"/>
              </a:xfrm>
              <a:custGeom>
                <a:rect b="b" l="l" r="r" t="t"/>
                <a:pathLst>
                  <a:path extrusionOk="0" h="26" w="18">
                    <a:moveTo>
                      <a:pt x="17" y="26"/>
                    </a:moveTo>
                    <a:lnTo>
                      <a:pt x="17" y="26"/>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0"/>
              <p:cNvSpPr/>
              <p:nvPr/>
            </p:nvSpPr>
            <p:spPr>
              <a:xfrm rot="-7654229">
                <a:off x="7729656" y="1147483"/>
                <a:ext cx="3360" cy="3846"/>
              </a:xfrm>
              <a:custGeom>
                <a:rect b="b" l="l" r="r" t="t"/>
                <a:pathLst>
                  <a:path extrusionOk="0" h="60" w="52">
                    <a:moveTo>
                      <a:pt x="17" y="0"/>
                    </a:moveTo>
                    <a:lnTo>
                      <a:pt x="0" y="26"/>
                    </a:lnTo>
                    <a:lnTo>
                      <a:pt x="17" y="59"/>
                    </a:lnTo>
                    <a:cubicBezTo>
                      <a:pt x="34" y="42"/>
                      <a:pt x="51" y="26"/>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0"/>
              <p:cNvSpPr/>
              <p:nvPr/>
            </p:nvSpPr>
            <p:spPr>
              <a:xfrm rot="-7654229">
                <a:off x="7783315" y="1089983"/>
                <a:ext cx="1744" cy="1154"/>
              </a:xfrm>
              <a:custGeom>
                <a:rect b="b" l="l" r="r" t="t"/>
                <a:pathLst>
                  <a:path extrusionOk="0" h="18" w="27">
                    <a:moveTo>
                      <a:pt x="1" y="0"/>
                    </a:moveTo>
                    <a:lnTo>
                      <a:pt x="26" y="17"/>
                    </a:lnTo>
                    <a:lnTo>
                      <a:pt x="26" y="9"/>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0"/>
              <p:cNvSpPr/>
              <p:nvPr/>
            </p:nvSpPr>
            <p:spPr>
              <a:xfrm rot="-7654229">
                <a:off x="7779534" y="1100753"/>
                <a:ext cx="1680" cy="64"/>
              </a:xfrm>
              <a:custGeom>
                <a:rect b="b" l="l" r="r" t="t"/>
                <a:pathLst>
                  <a:path extrusionOk="0" h="1" w="26">
                    <a:moveTo>
                      <a:pt x="26" y="1"/>
                    </a:moveTo>
                    <a:lnTo>
                      <a:pt x="0" y="1"/>
                    </a:lnTo>
                    <a:cubicBezTo>
                      <a:pt x="9" y="1"/>
                      <a:pt x="17"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0"/>
              <p:cNvSpPr/>
              <p:nvPr/>
            </p:nvSpPr>
            <p:spPr>
              <a:xfrm rot="-7654229">
                <a:off x="7774807" y="1105837"/>
                <a:ext cx="15377" cy="8333"/>
              </a:xfrm>
              <a:custGeom>
                <a:rect b="b" l="l" r="r" t="t"/>
                <a:pathLst>
                  <a:path extrusionOk="0" h="130" w="238">
                    <a:moveTo>
                      <a:pt x="119" y="0"/>
                    </a:moveTo>
                    <a:cubicBezTo>
                      <a:pt x="68" y="0"/>
                      <a:pt x="43" y="42"/>
                      <a:pt x="0" y="76"/>
                    </a:cubicBezTo>
                    <a:cubicBezTo>
                      <a:pt x="0" y="84"/>
                      <a:pt x="33" y="130"/>
                      <a:pt x="58" y="130"/>
                    </a:cubicBezTo>
                    <a:cubicBezTo>
                      <a:pt x="62" y="130"/>
                      <a:pt x="65" y="129"/>
                      <a:pt x="68" y="127"/>
                    </a:cubicBezTo>
                    <a:cubicBezTo>
                      <a:pt x="68" y="113"/>
                      <a:pt x="73" y="110"/>
                      <a:pt x="79" y="110"/>
                    </a:cubicBezTo>
                    <a:cubicBezTo>
                      <a:pt x="84" y="110"/>
                      <a:pt x="90" y="113"/>
                      <a:pt x="94" y="113"/>
                    </a:cubicBezTo>
                    <a:cubicBezTo>
                      <a:pt x="99" y="113"/>
                      <a:pt x="98" y="108"/>
                      <a:pt x="85" y="85"/>
                    </a:cubicBezTo>
                    <a:cubicBezTo>
                      <a:pt x="88" y="79"/>
                      <a:pt x="94" y="76"/>
                      <a:pt x="102" y="76"/>
                    </a:cubicBezTo>
                    <a:cubicBezTo>
                      <a:pt x="118" y="76"/>
                      <a:pt x="139" y="87"/>
                      <a:pt x="144" y="110"/>
                    </a:cubicBezTo>
                    <a:cubicBezTo>
                      <a:pt x="142" y="111"/>
                      <a:pt x="139" y="112"/>
                      <a:pt x="137" y="112"/>
                    </a:cubicBezTo>
                    <a:cubicBezTo>
                      <a:pt x="130" y="112"/>
                      <a:pt x="125" y="107"/>
                      <a:pt x="122" y="107"/>
                    </a:cubicBezTo>
                    <a:cubicBezTo>
                      <a:pt x="120" y="107"/>
                      <a:pt x="119" y="109"/>
                      <a:pt x="119" y="118"/>
                    </a:cubicBezTo>
                    <a:cubicBezTo>
                      <a:pt x="136" y="118"/>
                      <a:pt x="138" y="126"/>
                      <a:pt x="142" y="126"/>
                    </a:cubicBezTo>
                    <a:cubicBezTo>
                      <a:pt x="144" y="126"/>
                      <a:pt x="147" y="124"/>
                      <a:pt x="153" y="118"/>
                    </a:cubicBezTo>
                    <a:cubicBezTo>
                      <a:pt x="165" y="125"/>
                      <a:pt x="176" y="126"/>
                      <a:pt x="187" y="126"/>
                    </a:cubicBezTo>
                    <a:cubicBezTo>
                      <a:pt x="199" y="126"/>
                      <a:pt x="209" y="124"/>
                      <a:pt x="220" y="124"/>
                    </a:cubicBezTo>
                    <a:cubicBezTo>
                      <a:pt x="226" y="124"/>
                      <a:pt x="231" y="125"/>
                      <a:pt x="237" y="127"/>
                    </a:cubicBezTo>
                    <a:cubicBezTo>
                      <a:pt x="203" y="102"/>
                      <a:pt x="178" y="25"/>
                      <a:pt x="11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0"/>
              <p:cNvSpPr/>
              <p:nvPr/>
            </p:nvSpPr>
            <p:spPr>
              <a:xfrm rot="-7654229">
                <a:off x="7790394" y="1105425"/>
                <a:ext cx="1680" cy="1090"/>
              </a:xfrm>
              <a:custGeom>
                <a:rect b="b" l="l" r="r" t="t"/>
                <a:pathLst>
                  <a:path extrusionOk="0" h="17" w="26">
                    <a:moveTo>
                      <a:pt x="0" y="0"/>
                    </a:moveTo>
                    <a:cubicBezTo>
                      <a:pt x="0" y="8"/>
                      <a:pt x="9" y="17"/>
                      <a:pt x="17" y="17"/>
                    </a:cubicBezTo>
                    <a:cubicBezTo>
                      <a:pt x="25" y="0"/>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0"/>
              <p:cNvSpPr/>
              <p:nvPr/>
            </p:nvSpPr>
            <p:spPr>
              <a:xfrm rot="-7654229">
                <a:off x="7762727" y="1124380"/>
                <a:ext cx="2261" cy="2115"/>
              </a:xfrm>
              <a:custGeom>
                <a:rect b="b" l="l" r="r" t="t"/>
                <a:pathLst>
                  <a:path extrusionOk="0" h="33" w="35">
                    <a:moveTo>
                      <a:pt x="13" y="0"/>
                    </a:moveTo>
                    <a:cubicBezTo>
                      <a:pt x="8" y="0"/>
                      <a:pt x="4" y="2"/>
                      <a:pt x="1" y="8"/>
                    </a:cubicBezTo>
                    <a:lnTo>
                      <a:pt x="35" y="33"/>
                    </a:lnTo>
                    <a:cubicBezTo>
                      <a:pt x="26" y="24"/>
                      <a:pt x="35" y="16"/>
                      <a:pt x="35" y="8"/>
                    </a:cubicBezTo>
                    <a:cubicBezTo>
                      <a:pt x="35" y="8"/>
                      <a:pt x="23" y="0"/>
                      <a:pt x="1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0"/>
              <p:cNvSpPr/>
              <p:nvPr/>
            </p:nvSpPr>
            <p:spPr>
              <a:xfrm rot="-7654229">
                <a:off x="7763482" y="1122555"/>
                <a:ext cx="1163" cy="1154"/>
              </a:xfrm>
              <a:custGeom>
                <a:rect b="b" l="l" r="r" t="t"/>
                <a:pathLst>
                  <a:path extrusionOk="0" h="18" w="18">
                    <a:moveTo>
                      <a:pt x="1" y="1"/>
                    </a:moveTo>
                    <a:cubicBezTo>
                      <a:pt x="1" y="9"/>
                      <a:pt x="9" y="9"/>
                      <a:pt x="18" y="18"/>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0"/>
              <p:cNvSpPr/>
              <p:nvPr/>
            </p:nvSpPr>
            <p:spPr>
              <a:xfrm rot="-7654229">
                <a:off x="7762158" y="1124349"/>
                <a:ext cx="65" cy="577"/>
              </a:xfrm>
              <a:custGeom>
                <a:rect b="b" l="l" r="r" t="t"/>
                <a:pathLst>
                  <a:path extrusionOk="0" h="9" w="1">
                    <a:moveTo>
                      <a:pt x="0" y="0"/>
                    </a:moveTo>
                    <a:lnTo>
                      <a:pt x="0" y="0"/>
                    </a:lnTo>
                    <a:cubicBezTo>
                      <a:pt x="0" y="0"/>
                      <a:pt x="0" y="9"/>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0"/>
              <p:cNvSpPr/>
              <p:nvPr/>
            </p:nvSpPr>
            <p:spPr>
              <a:xfrm rot="-7654229">
                <a:off x="7727527" y="1158734"/>
                <a:ext cx="1680" cy="1154"/>
              </a:xfrm>
              <a:custGeom>
                <a:rect b="b" l="l" r="r" t="t"/>
                <a:pathLst>
                  <a:path extrusionOk="0" h="18" w="26">
                    <a:moveTo>
                      <a:pt x="0" y="0"/>
                    </a:moveTo>
                    <a:cubicBezTo>
                      <a:pt x="0" y="9"/>
                      <a:pt x="9" y="17"/>
                      <a:pt x="17" y="17"/>
                    </a:cubicBezTo>
                    <a:cubicBezTo>
                      <a:pt x="26" y="9"/>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0"/>
              <p:cNvSpPr/>
              <p:nvPr/>
            </p:nvSpPr>
            <p:spPr>
              <a:xfrm rot="-7654229">
                <a:off x="7741133" y="1228390"/>
                <a:ext cx="65" cy="64"/>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0"/>
              <p:cNvSpPr/>
              <p:nvPr/>
            </p:nvSpPr>
            <p:spPr>
              <a:xfrm rot="-7654229">
                <a:off x="7738817" y="1229445"/>
                <a:ext cx="4458" cy="3846"/>
              </a:xfrm>
              <a:custGeom>
                <a:rect b="b" l="l" r="r" t="t"/>
                <a:pathLst>
                  <a:path extrusionOk="0" h="60" w="69">
                    <a:moveTo>
                      <a:pt x="0" y="0"/>
                    </a:moveTo>
                    <a:cubicBezTo>
                      <a:pt x="17" y="17"/>
                      <a:pt x="43" y="60"/>
                      <a:pt x="68" y="60"/>
                    </a:cubicBezTo>
                    <a:cubicBezTo>
                      <a:pt x="51" y="60"/>
                      <a:pt x="43" y="17"/>
                      <a:pt x="26" y="17"/>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0"/>
              <p:cNvSpPr/>
              <p:nvPr/>
            </p:nvSpPr>
            <p:spPr>
              <a:xfrm rot="-7654229">
                <a:off x="7728084" y="981787"/>
                <a:ext cx="6719" cy="7628"/>
              </a:xfrm>
              <a:custGeom>
                <a:rect b="b" l="l" r="r" t="t"/>
                <a:pathLst>
                  <a:path extrusionOk="0" h="119" w="104">
                    <a:moveTo>
                      <a:pt x="102" y="0"/>
                    </a:moveTo>
                    <a:cubicBezTo>
                      <a:pt x="92" y="5"/>
                      <a:pt x="98" y="15"/>
                      <a:pt x="102" y="26"/>
                    </a:cubicBezTo>
                    <a:lnTo>
                      <a:pt x="102" y="26"/>
                    </a:lnTo>
                    <a:lnTo>
                      <a:pt x="102" y="0"/>
                    </a:lnTo>
                    <a:close/>
                    <a:moveTo>
                      <a:pt x="102" y="26"/>
                    </a:moveTo>
                    <a:lnTo>
                      <a:pt x="102" y="42"/>
                    </a:lnTo>
                    <a:lnTo>
                      <a:pt x="102" y="42"/>
                    </a:lnTo>
                    <a:cubicBezTo>
                      <a:pt x="104" y="37"/>
                      <a:pt x="103" y="31"/>
                      <a:pt x="102" y="26"/>
                    </a:cubicBezTo>
                    <a:close/>
                    <a:moveTo>
                      <a:pt x="102" y="100"/>
                    </a:moveTo>
                    <a:lnTo>
                      <a:pt x="102" y="110"/>
                    </a:lnTo>
                    <a:cubicBezTo>
                      <a:pt x="103" y="107"/>
                      <a:pt x="103" y="104"/>
                      <a:pt x="102" y="100"/>
                    </a:cubicBezTo>
                    <a:close/>
                    <a:moveTo>
                      <a:pt x="93" y="34"/>
                    </a:moveTo>
                    <a:lnTo>
                      <a:pt x="0" y="102"/>
                    </a:lnTo>
                    <a:cubicBezTo>
                      <a:pt x="8" y="110"/>
                      <a:pt x="42" y="102"/>
                      <a:pt x="34" y="119"/>
                    </a:cubicBezTo>
                    <a:cubicBezTo>
                      <a:pt x="47" y="119"/>
                      <a:pt x="60" y="108"/>
                      <a:pt x="61" y="96"/>
                    </a:cubicBezTo>
                    <a:lnTo>
                      <a:pt x="61" y="96"/>
                    </a:lnTo>
                    <a:cubicBezTo>
                      <a:pt x="65" y="88"/>
                      <a:pt x="71" y="85"/>
                      <a:pt x="78" y="85"/>
                    </a:cubicBezTo>
                    <a:cubicBezTo>
                      <a:pt x="87" y="85"/>
                      <a:pt x="98" y="92"/>
                      <a:pt x="102" y="100"/>
                    </a:cubicBezTo>
                    <a:lnTo>
                      <a:pt x="102" y="100"/>
                    </a:lnTo>
                    <a:lnTo>
                      <a:pt x="102" y="42"/>
                    </a:lnTo>
                    <a:lnTo>
                      <a:pt x="102" y="42"/>
                    </a:lnTo>
                    <a:cubicBezTo>
                      <a:pt x="101" y="44"/>
                      <a:pt x="99" y="46"/>
                      <a:pt x="97" y="48"/>
                    </a:cubicBezTo>
                    <a:lnTo>
                      <a:pt x="97" y="48"/>
                    </a:lnTo>
                    <a:cubicBezTo>
                      <a:pt x="98" y="43"/>
                      <a:pt x="93" y="34"/>
                      <a:pt x="93" y="3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0"/>
              <p:cNvSpPr/>
              <p:nvPr/>
            </p:nvSpPr>
            <p:spPr>
              <a:xfrm rot="-7654229">
                <a:off x="7739783" y="961269"/>
                <a:ext cx="65" cy="1090"/>
              </a:xfrm>
              <a:custGeom>
                <a:rect b="b" l="l" r="r" t="t"/>
                <a:pathLst>
                  <a:path extrusionOk="0" h="17" w="1">
                    <a:moveTo>
                      <a:pt x="1" y="17"/>
                    </a:moveTo>
                    <a:lnTo>
                      <a:pt x="1" y="17"/>
                    </a:lnTo>
                    <a:lnTo>
                      <a:pt x="1" y="0"/>
                    </a:lnTo>
                    <a:lnTo>
                      <a:pt x="1" y="0"/>
                    </a:lnTo>
                    <a:cubicBezTo>
                      <a:pt x="1" y="0"/>
                      <a:pt x="1" y="17"/>
                      <a:pt x="1" y="1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0"/>
              <p:cNvSpPr/>
              <p:nvPr/>
            </p:nvSpPr>
            <p:spPr>
              <a:xfrm rot="-7654229">
                <a:off x="7755354" y="953113"/>
                <a:ext cx="4393" cy="9294"/>
              </a:xfrm>
              <a:custGeom>
                <a:rect b="b" l="l" r="r" t="t"/>
                <a:pathLst>
                  <a:path extrusionOk="0" h="145" w="68">
                    <a:moveTo>
                      <a:pt x="42" y="1"/>
                    </a:moveTo>
                    <a:cubicBezTo>
                      <a:pt x="9" y="1"/>
                      <a:pt x="9" y="17"/>
                      <a:pt x="9" y="43"/>
                    </a:cubicBezTo>
                    <a:cubicBezTo>
                      <a:pt x="9" y="51"/>
                      <a:pt x="9" y="51"/>
                      <a:pt x="0" y="60"/>
                    </a:cubicBezTo>
                    <a:lnTo>
                      <a:pt x="0" y="127"/>
                    </a:lnTo>
                    <a:lnTo>
                      <a:pt x="9" y="144"/>
                    </a:lnTo>
                    <a:lnTo>
                      <a:pt x="34" y="94"/>
                    </a:lnTo>
                    <a:cubicBezTo>
                      <a:pt x="34" y="102"/>
                      <a:pt x="38" y="102"/>
                      <a:pt x="42" y="102"/>
                    </a:cubicBezTo>
                    <a:cubicBezTo>
                      <a:pt x="47" y="102"/>
                      <a:pt x="51" y="102"/>
                      <a:pt x="51" y="111"/>
                    </a:cubicBezTo>
                    <a:cubicBezTo>
                      <a:pt x="51" y="111"/>
                      <a:pt x="68" y="94"/>
                      <a:pt x="51" y="85"/>
                    </a:cubicBezTo>
                    <a:lnTo>
                      <a:pt x="42" y="94"/>
                    </a:lnTo>
                    <a:cubicBezTo>
                      <a:pt x="42" y="51"/>
                      <a:pt x="25" y="51"/>
                      <a:pt x="4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0"/>
              <p:cNvSpPr/>
              <p:nvPr/>
            </p:nvSpPr>
            <p:spPr>
              <a:xfrm rot="-7654229">
                <a:off x="7729676" y="977965"/>
                <a:ext cx="2261" cy="3846"/>
              </a:xfrm>
              <a:custGeom>
                <a:rect b="b" l="l" r="r" t="t"/>
                <a:pathLst>
                  <a:path extrusionOk="0" h="60" w="35">
                    <a:moveTo>
                      <a:pt x="35" y="0"/>
                    </a:moveTo>
                    <a:lnTo>
                      <a:pt x="1" y="34"/>
                    </a:lnTo>
                    <a:lnTo>
                      <a:pt x="1" y="60"/>
                    </a:lnTo>
                    <a:cubicBezTo>
                      <a:pt x="9" y="43"/>
                      <a:pt x="18" y="26"/>
                      <a:pt x="3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0"/>
              <p:cNvSpPr/>
              <p:nvPr/>
            </p:nvSpPr>
            <p:spPr>
              <a:xfrm rot="-7654229">
                <a:off x="7719650" y="987178"/>
                <a:ext cx="22484" cy="18525"/>
              </a:xfrm>
              <a:custGeom>
                <a:rect b="b" l="l" r="r" t="t"/>
                <a:pathLst>
                  <a:path extrusionOk="0" h="289" w="348">
                    <a:moveTo>
                      <a:pt x="60" y="221"/>
                    </a:moveTo>
                    <a:lnTo>
                      <a:pt x="43" y="238"/>
                    </a:lnTo>
                    <a:cubicBezTo>
                      <a:pt x="51" y="229"/>
                      <a:pt x="51" y="221"/>
                      <a:pt x="60" y="221"/>
                    </a:cubicBezTo>
                    <a:close/>
                    <a:moveTo>
                      <a:pt x="297" y="1"/>
                    </a:moveTo>
                    <a:lnTo>
                      <a:pt x="297" y="1"/>
                    </a:lnTo>
                    <a:cubicBezTo>
                      <a:pt x="290" y="7"/>
                      <a:pt x="284" y="14"/>
                      <a:pt x="281" y="21"/>
                    </a:cubicBezTo>
                    <a:lnTo>
                      <a:pt x="281" y="21"/>
                    </a:lnTo>
                    <a:cubicBezTo>
                      <a:pt x="281" y="13"/>
                      <a:pt x="276" y="10"/>
                      <a:pt x="268" y="10"/>
                    </a:cubicBezTo>
                    <a:cubicBezTo>
                      <a:pt x="257" y="10"/>
                      <a:pt x="242" y="17"/>
                      <a:pt x="238" y="26"/>
                    </a:cubicBezTo>
                    <a:cubicBezTo>
                      <a:pt x="221" y="60"/>
                      <a:pt x="161" y="94"/>
                      <a:pt x="128" y="128"/>
                    </a:cubicBezTo>
                    <a:cubicBezTo>
                      <a:pt x="128" y="119"/>
                      <a:pt x="136" y="111"/>
                      <a:pt x="128" y="111"/>
                    </a:cubicBezTo>
                    <a:cubicBezTo>
                      <a:pt x="85" y="145"/>
                      <a:pt x="35" y="178"/>
                      <a:pt x="1" y="221"/>
                    </a:cubicBezTo>
                    <a:lnTo>
                      <a:pt x="18" y="263"/>
                    </a:lnTo>
                    <a:cubicBezTo>
                      <a:pt x="20" y="265"/>
                      <a:pt x="22" y="266"/>
                      <a:pt x="23" y="266"/>
                    </a:cubicBezTo>
                    <a:cubicBezTo>
                      <a:pt x="26" y="266"/>
                      <a:pt x="26" y="258"/>
                      <a:pt x="26" y="246"/>
                    </a:cubicBezTo>
                    <a:cubicBezTo>
                      <a:pt x="32" y="252"/>
                      <a:pt x="34" y="262"/>
                      <a:pt x="40" y="262"/>
                    </a:cubicBezTo>
                    <a:cubicBezTo>
                      <a:pt x="43" y="262"/>
                      <a:pt x="46" y="260"/>
                      <a:pt x="51" y="255"/>
                    </a:cubicBezTo>
                    <a:cubicBezTo>
                      <a:pt x="94" y="246"/>
                      <a:pt x="77" y="204"/>
                      <a:pt x="102" y="187"/>
                    </a:cubicBezTo>
                    <a:lnTo>
                      <a:pt x="102" y="195"/>
                    </a:lnTo>
                    <a:cubicBezTo>
                      <a:pt x="128" y="187"/>
                      <a:pt x="145" y="170"/>
                      <a:pt x="153" y="145"/>
                    </a:cubicBezTo>
                    <a:lnTo>
                      <a:pt x="153" y="145"/>
                    </a:lnTo>
                    <a:cubicBezTo>
                      <a:pt x="187" y="161"/>
                      <a:pt x="102" y="195"/>
                      <a:pt x="153" y="195"/>
                    </a:cubicBezTo>
                    <a:cubicBezTo>
                      <a:pt x="119" y="204"/>
                      <a:pt x="111" y="246"/>
                      <a:pt x="94" y="263"/>
                    </a:cubicBezTo>
                    <a:cubicBezTo>
                      <a:pt x="103" y="258"/>
                      <a:pt x="114" y="256"/>
                      <a:pt x="125" y="256"/>
                    </a:cubicBezTo>
                    <a:cubicBezTo>
                      <a:pt x="152" y="256"/>
                      <a:pt x="178" y="270"/>
                      <a:pt x="178" y="288"/>
                    </a:cubicBezTo>
                    <a:cubicBezTo>
                      <a:pt x="229" y="221"/>
                      <a:pt x="128" y="221"/>
                      <a:pt x="170" y="161"/>
                    </a:cubicBezTo>
                    <a:lnTo>
                      <a:pt x="212" y="145"/>
                    </a:lnTo>
                    <a:lnTo>
                      <a:pt x="195" y="94"/>
                    </a:lnTo>
                    <a:cubicBezTo>
                      <a:pt x="199" y="92"/>
                      <a:pt x="201" y="91"/>
                      <a:pt x="203" y="91"/>
                    </a:cubicBezTo>
                    <a:cubicBezTo>
                      <a:pt x="214" y="91"/>
                      <a:pt x="211" y="117"/>
                      <a:pt x="224" y="117"/>
                    </a:cubicBezTo>
                    <a:cubicBezTo>
                      <a:pt x="227" y="117"/>
                      <a:pt x="231" y="115"/>
                      <a:pt x="238" y="111"/>
                    </a:cubicBezTo>
                    <a:cubicBezTo>
                      <a:pt x="229" y="85"/>
                      <a:pt x="263" y="85"/>
                      <a:pt x="263" y="68"/>
                    </a:cubicBezTo>
                    <a:cubicBezTo>
                      <a:pt x="269" y="68"/>
                      <a:pt x="270" y="72"/>
                      <a:pt x="279" y="72"/>
                    </a:cubicBezTo>
                    <a:cubicBezTo>
                      <a:pt x="283" y="72"/>
                      <a:pt x="288" y="71"/>
                      <a:pt x="297" y="68"/>
                    </a:cubicBezTo>
                    <a:cubicBezTo>
                      <a:pt x="297" y="60"/>
                      <a:pt x="280" y="52"/>
                      <a:pt x="297" y="35"/>
                    </a:cubicBezTo>
                    <a:lnTo>
                      <a:pt x="297" y="35"/>
                    </a:lnTo>
                    <a:cubicBezTo>
                      <a:pt x="331" y="68"/>
                      <a:pt x="263" y="68"/>
                      <a:pt x="305" y="94"/>
                    </a:cubicBezTo>
                    <a:cubicBezTo>
                      <a:pt x="348" y="60"/>
                      <a:pt x="305" y="43"/>
                      <a:pt x="305" y="18"/>
                    </a:cubicBezTo>
                    <a:cubicBezTo>
                      <a:pt x="305" y="24"/>
                      <a:pt x="305" y="33"/>
                      <a:pt x="302" y="33"/>
                    </a:cubicBezTo>
                    <a:cubicBezTo>
                      <a:pt x="301" y="33"/>
                      <a:pt x="299" y="31"/>
                      <a:pt x="297" y="26"/>
                    </a:cubicBezTo>
                    <a:cubicBezTo>
                      <a:pt x="288" y="18"/>
                      <a:pt x="305" y="9"/>
                      <a:pt x="29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0"/>
              <p:cNvSpPr/>
              <p:nvPr/>
            </p:nvSpPr>
            <p:spPr>
              <a:xfrm rot="-7654229">
                <a:off x="7804719" y="978505"/>
                <a:ext cx="1163" cy="64"/>
              </a:xfrm>
              <a:custGeom>
                <a:rect b="b" l="l" r="r" t="t"/>
                <a:pathLst>
                  <a:path extrusionOk="0" h="1" w="18">
                    <a:moveTo>
                      <a:pt x="17" y="1"/>
                    </a:moveTo>
                    <a:lnTo>
                      <a:pt x="0" y="1"/>
                    </a:lnTo>
                    <a:cubicBezTo>
                      <a:pt x="9" y="1"/>
                      <a:pt x="9" y="1"/>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0"/>
              <p:cNvSpPr/>
              <p:nvPr/>
            </p:nvSpPr>
            <p:spPr>
              <a:xfrm rot="-7654229">
                <a:off x="7826501" y="972323"/>
                <a:ext cx="646" cy="1667"/>
              </a:xfrm>
              <a:custGeom>
                <a:rect b="b" l="l" r="r" t="t"/>
                <a:pathLst>
                  <a:path extrusionOk="0" h="26" w="10">
                    <a:moveTo>
                      <a:pt x="9" y="0"/>
                    </a:moveTo>
                    <a:lnTo>
                      <a:pt x="5" y="13"/>
                    </a:lnTo>
                    <a:lnTo>
                      <a:pt x="5" y="13"/>
                    </a:lnTo>
                    <a:cubicBezTo>
                      <a:pt x="7" y="9"/>
                      <a:pt x="9" y="5"/>
                      <a:pt x="9" y="0"/>
                    </a:cubicBezTo>
                    <a:close/>
                    <a:moveTo>
                      <a:pt x="5" y="13"/>
                    </a:moveTo>
                    <a:cubicBezTo>
                      <a:pt x="3" y="17"/>
                      <a:pt x="1" y="22"/>
                      <a:pt x="1" y="26"/>
                    </a:cubicBezTo>
                    <a:lnTo>
                      <a:pt x="5" y="13"/>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0"/>
              <p:cNvSpPr/>
              <p:nvPr/>
            </p:nvSpPr>
            <p:spPr>
              <a:xfrm rot="-7654229">
                <a:off x="7825997" y="973404"/>
                <a:ext cx="65" cy="64"/>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0"/>
              <p:cNvSpPr/>
              <p:nvPr/>
            </p:nvSpPr>
            <p:spPr>
              <a:xfrm rot="-7654229">
                <a:off x="7798026" y="967654"/>
                <a:ext cx="65" cy="1154"/>
              </a:xfrm>
              <a:custGeom>
                <a:rect b="b" l="l" r="r" t="t"/>
                <a:pathLst>
                  <a:path extrusionOk="0" h="18" w="1">
                    <a:moveTo>
                      <a:pt x="0" y="18"/>
                    </a:moveTo>
                    <a:cubicBezTo>
                      <a:pt x="0" y="9"/>
                      <a:pt x="0" y="9"/>
                      <a:pt x="0" y="1"/>
                    </a:cubicBezTo>
                    <a:cubicBezTo>
                      <a:pt x="0" y="9"/>
                      <a:pt x="0" y="9"/>
                      <a:pt x="0" y="1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0"/>
              <p:cNvSpPr/>
              <p:nvPr/>
            </p:nvSpPr>
            <p:spPr>
              <a:xfrm rot="-7654229">
                <a:off x="7797316" y="976317"/>
                <a:ext cx="65" cy="577"/>
              </a:xfrm>
              <a:custGeom>
                <a:rect b="b" l="l" r="r" t="t"/>
                <a:pathLst>
                  <a:path extrusionOk="0" h="9" w="1">
                    <a:moveTo>
                      <a:pt x="0" y="9"/>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0"/>
              <p:cNvSpPr/>
              <p:nvPr/>
            </p:nvSpPr>
            <p:spPr>
              <a:xfrm rot="-7654229">
                <a:off x="7768376" y="963217"/>
                <a:ext cx="646" cy="1154"/>
              </a:xfrm>
              <a:custGeom>
                <a:rect b="b" l="l" r="r" t="t"/>
                <a:pathLst>
                  <a:path extrusionOk="0" h="18" w="10">
                    <a:moveTo>
                      <a:pt x="9" y="0"/>
                    </a:moveTo>
                    <a:cubicBezTo>
                      <a:pt x="9" y="0"/>
                      <a:pt x="1" y="9"/>
                      <a:pt x="1" y="17"/>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0"/>
              <p:cNvSpPr/>
              <p:nvPr/>
            </p:nvSpPr>
            <p:spPr>
              <a:xfrm rot="-7654229">
                <a:off x="7794571" y="973610"/>
                <a:ext cx="65" cy="641"/>
              </a:xfrm>
              <a:custGeom>
                <a:rect b="b" l="l" r="r" t="t"/>
                <a:pathLst>
                  <a:path extrusionOk="0" h="10" w="1">
                    <a:moveTo>
                      <a:pt x="1" y="9"/>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0"/>
              <p:cNvSpPr/>
              <p:nvPr/>
            </p:nvSpPr>
            <p:spPr>
              <a:xfrm rot="-7654229">
                <a:off x="7760780" y="1000794"/>
                <a:ext cx="65" cy="577"/>
              </a:xfrm>
              <a:custGeom>
                <a:rect b="b" l="l" r="r" t="t"/>
                <a:pathLst>
                  <a:path extrusionOk="0" h="9" w="1">
                    <a:moveTo>
                      <a:pt x="0" y="8"/>
                    </a:moveTo>
                    <a:lnTo>
                      <a:pt x="0" y="0"/>
                    </a:lnTo>
                    <a:cubicBezTo>
                      <a:pt x="0" y="8"/>
                      <a:pt x="0" y="8"/>
                      <a:pt x="0" y="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0"/>
              <p:cNvSpPr/>
              <p:nvPr/>
            </p:nvSpPr>
            <p:spPr>
              <a:xfrm rot="-7654229">
                <a:off x="7770263" y="1003185"/>
                <a:ext cx="65" cy="64"/>
              </a:xfrm>
              <a:custGeom>
                <a:rect b="b" l="l" r="r" t="t"/>
                <a:pathLst>
                  <a:path extrusionOk="0" h="1" w="1">
                    <a:moveTo>
                      <a:pt x="1" y="1"/>
                    </a:moveTo>
                    <a:cubicBezTo>
                      <a:pt x="1" y="1"/>
                      <a:pt x="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0"/>
              <p:cNvSpPr/>
              <p:nvPr/>
            </p:nvSpPr>
            <p:spPr>
              <a:xfrm rot="-7654229">
                <a:off x="7780917" y="964041"/>
                <a:ext cx="646" cy="64"/>
              </a:xfrm>
              <a:custGeom>
                <a:rect b="b" l="l" r="r" t="t"/>
                <a:pathLst>
                  <a:path extrusionOk="0" h="1" w="10">
                    <a:moveTo>
                      <a:pt x="1" y="0"/>
                    </a:moveTo>
                    <a:lnTo>
                      <a:pt x="1" y="0"/>
                    </a:lnTo>
                    <a:cubicBezTo>
                      <a:pt x="1" y="0"/>
                      <a:pt x="9"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0"/>
              <p:cNvSpPr/>
              <p:nvPr/>
            </p:nvSpPr>
            <p:spPr>
              <a:xfrm rot="-7654229">
                <a:off x="7770263" y="1003185"/>
                <a:ext cx="65" cy="64"/>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0"/>
              <p:cNvSpPr/>
              <p:nvPr/>
            </p:nvSpPr>
            <p:spPr>
              <a:xfrm rot="-7654229">
                <a:off x="7814784" y="1006233"/>
                <a:ext cx="581" cy="64"/>
              </a:xfrm>
              <a:custGeom>
                <a:rect b="b" l="l" r="r" t="t"/>
                <a:pathLst>
                  <a:path extrusionOk="0" h="1" w="9">
                    <a:moveTo>
                      <a:pt x="0" y="0"/>
                    </a:move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0"/>
              <p:cNvSpPr/>
              <p:nvPr/>
            </p:nvSpPr>
            <p:spPr>
              <a:xfrm rot="-7654229">
                <a:off x="7806916" y="1001974"/>
                <a:ext cx="65" cy="64"/>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0"/>
              <p:cNvSpPr/>
              <p:nvPr/>
            </p:nvSpPr>
            <p:spPr>
              <a:xfrm rot="-7654229">
                <a:off x="7769645" y="1003407"/>
                <a:ext cx="65" cy="641"/>
              </a:xfrm>
              <a:custGeom>
                <a:rect b="b" l="l" r="r" t="t"/>
                <a:pathLst>
                  <a:path extrusionOk="0" h="10" w="1">
                    <a:moveTo>
                      <a:pt x="1" y="9"/>
                    </a:moveTo>
                    <a:cubicBezTo>
                      <a:pt x="1" y="9"/>
                      <a:pt x="1" y="1"/>
                      <a:pt x="1" y="1"/>
                    </a:cubicBezTo>
                    <a:cubicBezTo>
                      <a:pt x="1" y="1"/>
                      <a:pt x="1" y="9"/>
                      <a:pt x="1"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0"/>
              <p:cNvSpPr/>
              <p:nvPr/>
            </p:nvSpPr>
            <p:spPr>
              <a:xfrm rot="-7654229">
                <a:off x="7830081" y="1000225"/>
                <a:ext cx="65" cy="641"/>
              </a:xfrm>
              <a:custGeom>
                <a:rect b="b" l="l" r="r" t="t"/>
                <a:pathLst>
                  <a:path extrusionOk="0" h="10" w="1">
                    <a:moveTo>
                      <a:pt x="0" y="9"/>
                    </a:moveTo>
                    <a:cubicBezTo>
                      <a:pt x="0" y="1"/>
                      <a:pt x="0" y="1"/>
                      <a:pt x="0" y="1"/>
                    </a:cubicBez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0"/>
              <p:cNvSpPr/>
              <p:nvPr/>
            </p:nvSpPr>
            <p:spPr>
              <a:xfrm rot="-7654229">
                <a:off x="7828595" y="998099"/>
                <a:ext cx="10984" cy="5448"/>
              </a:xfrm>
              <a:custGeom>
                <a:rect b="b" l="l" r="r" t="t"/>
                <a:pathLst>
                  <a:path extrusionOk="0" h="85" w="170">
                    <a:moveTo>
                      <a:pt x="127" y="0"/>
                    </a:moveTo>
                    <a:cubicBezTo>
                      <a:pt x="116" y="14"/>
                      <a:pt x="108" y="19"/>
                      <a:pt x="102" y="19"/>
                    </a:cubicBezTo>
                    <a:cubicBezTo>
                      <a:pt x="92" y="19"/>
                      <a:pt x="88" y="7"/>
                      <a:pt x="80" y="7"/>
                    </a:cubicBezTo>
                    <a:cubicBezTo>
                      <a:pt x="75" y="7"/>
                      <a:pt x="69" y="12"/>
                      <a:pt x="60" y="26"/>
                    </a:cubicBezTo>
                    <a:cubicBezTo>
                      <a:pt x="60" y="26"/>
                      <a:pt x="60" y="17"/>
                      <a:pt x="60" y="17"/>
                    </a:cubicBezTo>
                    <a:cubicBezTo>
                      <a:pt x="43" y="43"/>
                      <a:pt x="0" y="60"/>
                      <a:pt x="17" y="85"/>
                    </a:cubicBezTo>
                    <a:cubicBezTo>
                      <a:pt x="17" y="85"/>
                      <a:pt x="40" y="77"/>
                      <a:pt x="55" y="77"/>
                    </a:cubicBezTo>
                    <a:cubicBezTo>
                      <a:pt x="62" y="77"/>
                      <a:pt x="68" y="79"/>
                      <a:pt x="68" y="85"/>
                    </a:cubicBezTo>
                    <a:cubicBezTo>
                      <a:pt x="77" y="68"/>
                      <a:pt x="119" y="68"/>
                      <a:pt x="119" y="60"/>
                    </a:cubicBezTo>
                    <a:cubicBezTo>
                      <a:pt x="85" y="60"/>
                      <a:pt x="102" y="43"/>
                      <a:pt x="110" y="26"/>
                    </a:cubicBezTo>
                    <a:cubicBezTo>
                      <a:pt x="112" y="20"/>
                      <a:pt x="114" y="18"/>
                      <a:pt x="116" y="18"/>
                    </a:cubicBezTo>
                    <a:cubicBezTo>
                      <a:pt x="122" y="18"/>
                      <a:pt x="128" y="35"/>
                      <a:pt x="133" y="35"/>
                    </a:cubicBezTo>
                    <a:cubicBezTo>
                      <a:pt x="134" y="35"/>
                      <a:pt x="135" y="35"/>
                      <a:pt x="136" y="34"/>
                    </a:cubicBezTo>
                    <a:lnTo>
                      <a:pt x="170" y="9"/>
                    </a:lnTo>
                    <a:lnTo>
                      <a:pt x="136" y="26"/>
                    </a:lnTo>
                    <a:lnTo>
                      <a:pt x="12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0"/>
              <p:cNvSpPr/>
              <p:nvPr/>
            </p:nvSpPr>
            <p:spPr>
              <a:xfrm rot="-7654229">
                <a:off x="7833302" y="1003125"/>
                <a:ext cx="581" cy="1154"/>
              </a:xfrm>
              <a:custGeom>
                <a:rect b="b" l="l" r="r" t="t"/>
                <a:pathLst>
                  <a:path extrusionOk="0" h="18" w="9">
                    <a:moveTo>
                      <a:pt x="9" y="0"/>
                    </a:moveTo>
                    <a:cubicBezTo>
                      <a:pt x="0" y="9"/>
                      <a:pt x="0" y="9"/>
                      <a:pt x="9" y="17"/>
                    </a:cubicBezTo>
                    <a:cubicBezTo>
                      <a:pt x="9" y="9"/>
                      <a:pt x="9" y="9"/>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0"/>
              <p:cNvSpPr/>
              <p:nvPr/>
            </p:nvSpPr>
            <p:spPr>
              <a:xfrm rot="-7654229">
                <a:off x="7734493" y="980360"/>
                <a:ext cx="3037" cy="1346"/>
              </a:xfrm>
              <a:custGeom>
                <a:rect b="b" l="l" r="r" t="t"/>
                <a:pathLst>
                  <a:path extrusionOk="0" h="21" w="47">
                    <a:moveTo>
                      <a:pt x="38" y="0"/>
                    </a:moveTo>
                    <a:cubicBezTo>
                      <a:pt x="24" y="0"/>
                      <a:pt x="0" y="8"/>
                      <a:pt x="13" y="21"/>
                    </a:cubicBezTo>
                    <a:lnTo>
                      <a:pt x="38" y="12"/>
                    </a:lnTo>
                    <a:lnTo>
                      <a:pt x="47" y="4"/>
                    </a:lnTo>
                    <a:cubicBezTo>
                      <a:pt x="47" y="1"/>
                      <a:pt x="43" y="0"/>
                      <a:pt x="3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0"/>
              <p:cNvSpPr/>
              <p:nvPr/>
            </p:nvSpPr>
            <p:spPr>
              <a:xfrm rot="-7654229">
                <a:off x="7607077" y="856407"/>
                <a:ext cx="307284" cy="252743"/>
              </a:xfrm>
              <a:custGeom>
                <a:rect b="b" l="l" r="r" t="t"/>
                <a:pathLst>
                  <a:path extrusionOk="0" h="3943" w="4756">
                    <a:moveTo>
                      <a:pt x="4273" y="398"/>
                    </a:moveTo>
                    <a:cubicBezTo>
                      <a:pt x="4272" y="399"/>
                      <a:pt x="4271" y="401"/>
                      <a:pt x="4270" y="402"/>
                    </a:cubicBezTo>
                    <a:lnTo>
                      <a:pt x="4270" y="402"/>
                    </a:lnTo>
                    <a:cubicBezTo>
                      <a:pt x="4271" y="401"/>
                      <a:pt x="4272" y="399"/>
                      <a:pt x="4273" y="398"/>
                    </a:cubicBezTo>
                    <a:close/>
                    <a:moveTo>
                      <a:pt x="4142" y="730"/>
                    </a:moveTo>
                    <a:lnTo>
                      <a:pt x="4146" y="737"/>
                    </a:lnTo>
                    <a:cubicBezTo>
                      <a:pt x="4146" y="732"/>
                      <a:pt x="4144" y="730"/>
                      <a:pt x="4142" y="730"/>
                    </a:cubicBezTo>
                    <a:close/>
                    <a:moveTo>
                      <a:pt x="3782" y="1150"/>
                    </a:moveTo>
                    <a:cubicBezTo>
                      <a:pt x="3782" y="1151"/>
                      <a:pt x="3782" y="1151"/>
                      <a:pt x="3782" y="1151"/>
                    </a:cubicBezTo>
                    <a:lnTo>
                      <a:pt x="3782" y="1151"/>
                    </a:lnTo>
                    <a:cubicBezTo>
                      <a:pt x="3782" y="1151"/>
                      <a:pt x="3782" y="1151"/>
                      <a:pt x="3782" y="1150"/>
                    </a:cubicBezTo>
                    <a:close/>
                    <a:moveTo>
                      <a:pt x="3193" y="1624"/>
                    </a:moveTo>
                    <a:cubicBezTo>
                      <a:pt x="3192" y="1624"/>
                      <a:pt x="3191" y="1624"/>
                      <a:pt x="3190" y="1625"/>
                    </a:cubicBezTo>
                    <a:cubicBezTo>
                      <a:pt x="3194" y="1625"/>
                      <a:pt x="3194" y="1625"/>
                      <a:pt x="3193" y="1624"/>
                    </a:cubicBezTo>
                    <a:close/>
                    <a:moveTo>
                      <a:pt x="2293" y="1718"/>
                    </a:moveTo>
                    <a:cubicBezTo>
                      <a:pt x="2293" y="1720"/>
                      <a:pt x="2293" y="1722"/>
                      <a:pt x="2292" y="1724"/>
                    </a:cubicBezTo>
                    <a:lnTo>
                      <a:pt x="2292" y="1724"/>
                    </a:lnTo>
                    <a:cubicBezTo>
                      <a:pt x="2293" y="1721"/>
                      <a:pt x="2293" y="1719"/>
                      <a:pt x="2293" y="1718"/>
                    </a:cubicBezTo>
                    <a:close/>
                    <a:moveTo>
                      <a:pt x="2292" y="1724"/>
                    </a:moveTo>
                    <a:cubicBezTo>
                      <a:pt x="2292" y="1725"/>
                      <a:pt x="2291" y="1727"/>
                      <a:pt x="2291" y="1728"/>
                    </a:cubicBezTo>
                    <a:lnTo>
                      <a:pt x="2291" y="1728"/>
                    </a:lnTo>
                    <a:cubicBezTo>
                      <a:pt x="2291" y="1727"/>
                      <a:pt x="2292" y="1725"/>
                      <a:pt x="2292" y="1724"/>
                    </a:cubicBezTo>
                    <a:close/>
                    <a:moveTo>
                      <a:pt x="3173" y="1718"/>
                    </a:moveTo>
                    <a:lnTo>
                      <a:pt x="3173" y="1718"/>
                    </a:lnTo>
                    <a:cubicBezTo>
                      <a:pt x="3153" y="1745"/>
                      <a:pt x="3165" y="1772"/>
                      <a:pt x="3149" y="1795"/>
                    </a:cubicBezTo>
                    <a:lnTo>
                      <a:pt x="3149" y="1795"/>
                    </a:lnTo>
                    <a:cubicBezTo>
                      <a:pt x="3169" y="1776"/>
                      <a:pt x="3180" y="1747"/>
                      <a:pt x="3173" y="1718"/>
                    </a:cubicBezTo>
                    <a:close/>
                    <a:moveTo>
                      <a:pt x="3149" y="1795"/>
                    </a:moveTo>
                    <a:lnTo>
                      <a:pt x="3149" y="1795"/>
                    </a:lnTo>
                    <a:cubicBezTo>
                      <a:pt x="3146" y="1798"/>
                      <a:pt x="3143" y="1800"/>
                      <a:pt x="3139" y="1802"/>
                    </a:cubicBezTo>
                    <a:lnTo>
                      <a:pt x="3142" y="1802"/>
                    </a:lnTo>
                    <a:cubicBezTo>
                      <a:pt x="3145" y="1800"/>
                      <a:pt x="3147" y="1797"/>
                      <a:pt x="3149" y="1795"/>
                    </a:cubicBezTo>
                    <a:close/>
                    <a:moveTo>
                      <a:pt x="2217" y="1803"/>
                    </a:moveTo>
                    <a:lnTo>
                      <a:pt x="2234" y="1828"/>
                    </a:lnTo>
                    <a:cubicBezTo>
                      <a:pt x="2231" y="1825"/>
                      <a:pt x="2228" y="1824"/>
                      <a:pt x="2224" y="1824"/>
                    </a:cubicBezTo>
                    <a:cubicBezTo>
                      <a:pt x="2216" y="1824"/>
                      <a:pt x="2209" y="1828"/>
                      <a:pt x="2209" y="1828"/>
                    </a:cubicBezTo>
                    <a:lnTo>
                      <a:pt x="2209" y="1845"/>
                    </a:lnTo>
                    <a:cubicBezTo>
                      <a:pt x="2217" y="1848"/>
                      <a:pt x="2225" y="1849"/>
                      <a:pt x="2232" y="1849"/>
                    </a:cubicBezTo>
                    <a:cubicBezTo>
                      <a:pt x="2245" y="1849"/>
                      <a:pt x="2257" y="1842"/>
                      <a:pt x="2268" y="1820"/>
                    </a:cubicBezTo>
                    <a:lnTo>
                      <a:pt x="2268" y="1820"/>
                    </a:lnTo>
                    <a:cubicBezTo>
                      <a:pt x="2264" y="1821"/>
                      <a:pt x="2260" y="1822"/>
                      <a:pt x="2255" y="1822"/>
                    </a:cubicBezTo>
                    <a:cubicBezTo>
                      <a:pt x="2241" y="1822"/>
                      <a:pt x="2226" y="1815"/>
                      <a:pt x="2217" y="1803"/>
                    </a:cubicBezTo>
                    <a:close/>
                    <a:moveTo>
                      <a:pt x="2547" y="1853"/>
                    </a:moveTo>
                    <a:lnTo>
                      <a:pt x="2530" y="1870"/>
                    </a:lnTo>
                    <a:lnTo>
                      <a:pt x="2530" y="1862"/>
                    </a:lnTo>
                    <a:cubicBezTo>
                      <a:pt x="2539" y="1853"/>
                      <a:pt x="2539" y="1853"/>
                      <a:pt x="2547" y="1853"/>
                    </a:cubicBezTo>
                    <a:close/>
                    <a:moveTo>
                      <a:pt x="2471" y="1870"/>
                    </a:moveTo>
                    <a:cubicBezTo>
                      <a:pt x="2480" y="1870"/>
                      <a:pt x="2488" y="1879"/>
                      <a:pt x="2488" y="1887"/>
                    </a:cubicBezTo>
                    <a:lnTo>
                      <a:pt x="2471" y="1896"/>
                    </a:lnTo>
                    <a:lnTo>
                      <a:pt x="2463" y="1879"/>
                    </a:lnTo>
                    <a:lnTo>
                      <a:pt x="2471" y="1870"/>
                    </a:lnTo>
                    <a:close/>
                    <a:moveTo>
                      <a:pt x="2308" y="1893"/>
                    </a:moveTo>
                    <a:cubicBezTo>
                      <a:pt x="2312" y="1893"/>
                      <a:pt x="2316" y="1896"/>
                      <a:pt x="2319" y="1904"/>
                    </a:cubicBezTo>
                    <a:cubicBezTo>
                      <a:pt x="2297" y="1911"/>
                      <a:pt x="2333" y="1958"/>
                      <a:pt x="2308" y="1958"/>
                    </a:cubicBezTo>
                    <a:cubicBezTo>
                      <a:pt x="2304" y="1958"/>
                      <a:pt x="2300" y="1957"/>
                      <a:pt x="2293" y="1955"/>
                    </a:cubicBezTo>
                    <a:lnTo>
                      <a:pt x="2293" y="1955"/>
                    </a:lnTo>
                    <a:cubicBezTo>
                      <a:pt x="2302" y="1972"/>
                      <a:pt x="2310" y="1972"/>
                      <a:pt x="2319" y="1972"/>
                    </a:cubicBezTo>
                    <a:cubicBezTo>
                      <a:pt x="2319" y="1980"/>
                      <a:pt x="2319" y="1989"/>
                      <a:pt x="2319" y="1989"/>
                    </a:cubicBezTo>
                    <a:lnTo>
                      <a:pt x="2293" y="2006"/>
                    </a:lnTo>
                    <a:cubicBezTo>
                      <a:pt x="2289" y="2010"/>
                      <a:pt x="2285" y="2012"/>
                      <a:pt x="2282" y="2012"/>
                    </a:cubicBezTo>
                    <a:cubicBezTo>
                      <a:pt x="2279" y="2012"/>
                      <a:pt x="2276" y="2010"/>
                      <a:pt x="2276" y="2006"/>
                    </a:cubicBezTo>
                    <a:cubicBezTo>
                      <a:pt x="2251" y="1980"/>
                      <a:pt x="2285" y="1955"/>
                      <a:pt x="2276" y="1929"/>
                    </a:cubicBezTo>
                    <a:lnTo>
                      <a:pt x="2285" y="1921"/>
                    </a:lnTo>
                    <a:cubicBezTo>
                      <a:pt x="2285" y="1909"/>
                      <a:pt x="2297" y="1893"/>
                      <a:pt x="2308" y="1893"/>
                    </a:cubicBezTo>
                    <a:close/>
                    <a:moveTo>
                      <a:pt x="2099" y="2141"/>
                    </a:moveTo>
                    <a:cubicBezTo>
                      <a:pt x="2099" y="2149"/>
                      <a:pt x="2099" y="2149"/>
                      <a:pt x="2107" y="2149"/>
                    </a:cubicBezTo>
                    <a:lnTo>
                      <a:pt x="2090" y="2175"/>
                    </a:lnTo>
                    <a:cubicBezTo>
                      <a:pt x="2082" y="2166"/>
                      <a:pt x="2073" y="2158"/>
                      <a:pt x="2099" y="2141"/>
                    </a:cubicBezTo>
                    <a:close/>
                    <a:moveTo>
                      <a:pt x="2581" y="2200"/>
                    </a:moveTo>
                    <a:cubicBezTo>
                      <a:pt x="2581" y="2209"/>
                      <a:pt x="2581" y="2209"/>
                      <a:pt x="2581" y="2209"/>
                    </a:cubicBezTo>
                    <a:cubicBezTo>
                      <a:pt x="2578" y="2209"/>
                      <a:pt x="2575" y="2210"/>
                      <a:pt x="2574" y="2211"/>
                    </a:cubicBezTo>
                    <a:lnTo>
                      <a:pt x="2574" y="2211"/>
                    </a:lnTo>
                    <a:lnTo>
                      <a:pt x="2581" y="2200"/>
                    </a:lnTo>
                    <a:close/>
                    <a:moveTo>
                      <a:pt x="2243" y="2031"/>
                    </a:moveTo>
                    <a:lnTo>
                      <a:pt x="2243" y="2048"/>
                    </a:lnTo>
                    <a:cubicBezTo>
                      <a:pt x="2133" y="2132"/>
                      <a:pt x="2209" y="2132"/>
                      <a:pt x="2319" y="2132"/>
                    </a:cubicBezTo>
                    <a:cubicBezTo>
                      <a:pt x="2276" y="2158"/>
                      <a:pt x="2234" y="2183"/>
                      <a:pt x="2192" y="2209"/>
                    </a:cubicBezTo>
                    <a:lnTo>
                      <a:pt x="2200" y="2217"/>
                    </a:lnTo>
                    <a:cubicBezTo>
                      <a:pt x="2186" y="2217"/>
                      <a:pt x="2190" y="2236"/>
                      <a:pt x="2181" y="2236"/>
                    </a:cubicBezTo>
                    <a:cubicBezTo>
                      <a:pt x="2179" y="2236"/>
                      <a:pt x="2177" y="2235"/>
                      <a:pt x="2175" y="2234"/>
                    </a:cubicBezTo>
                    <a:cubicBezTo>
                      <a:pt x="2167" y="2183"/>
                      <a:pt x="2175" y="2132"/>
                      <a:pt x="2175" y="2082"/>
                    </a:cubicBezTo>
                    <a:cubicBezTo>
                      <a:pt x="2192" y="2056"/>
                      <a:pt x="2217" y="2048"/>
                      <a:pt x="2243" y="2031"/>
                    </a:cubicBezTo>
                    <a:close/>
                    <a:moveTo>
                      <a:pt x="1850" y="2304"/>
                    </a:moveTo>
                    <a:lnTo>
                      <a:pt x="1850" y="2304"/>
                    </a:lnTo>
                    <a:cubicBezTo>
                      <a:pt x="1851" y="2306"/>
                      <a:pt x="1852" y="2308"/>
                      <a:pt x="1854" y="2310"/>
                    </a:cubicBezTo>
                    <a:cubicBezTo>
                      <a:pt x="1854" y="2307"/>
                      <a:pt x="1852" y="2305"/>
                      <a:pt x="1850" y="2304"/>
                    </a:cubicBezTo>
                    <a:close/>
                    <a:moveTo>
                      <a:pt x="1803" y="2314"/>
                    </a:moveTo>
                    <a:cubicBezTo>
                      <a:pt x="1799" y="2318"/>
                      <a:pt x="1796" y="2322"/>
                      <a:pt x="1794" y="2327"/>
                    </a:cubicBezTo>
                    <a:cubicBezTo>
                      <a:pt x="1794" y="2329"/>
                      <a:pt x="1794" y="2331"/>
                      <a:pt x="1794" y="2333"/>
                    </a:cubicBezTo>
                    <a:lnTo>
                      <a:pt x="1794" y="2333"/>
                    </a:lnTo>
                    <a:cubicBezTo>
                      <a:pt x="1797" y="2332"/>
                      <a:pt x="1800" y="2330"/>
                      <a:pt x="1803" y="2327"/>
                    </a:cubicBezTo>
                    <a:cubicBezTo>
                      <a:pt x="1803" y="2323"/>
                      <a:pt x="1803" y="2318"/>
                      <a:pt x="1803" y="2314"/>
                    </a:cubicBezTo>
                    <a:close/>
                    <a:moveTo>
                      <a:pt x="1323" y="2554"/>
                    </a:moveTo>
                    <a:lnTo>
                      <a:pt x="1323" y="2554"/>
                    </a:lnTo>
                    <a:cubicBezTo>
                      <a:pt x="1317" y="2561"/>
                      <a:pt x="1310" y="2567"/>
                      <a:pt x="1304" y="2572"/>
                    </a:cubicBezTo>
                    <a:cubicBezTo>
                      <a:pt x="1317" y="2567"/>
                      <a:pt x="1322" y="2560"/>
                      <a:pt x="1323" y="2554"/>
                    </a:cubicBezTo>
                    <a:close/>
                    <a:moveTo>
                      <a:pt x="1989" y="2708"/>
                    </a:moveTo>
                    <a:cubicBezTo>
                      <a:pt x="1990" y="2708"/>
                      <a:pt x="1991" y="2708"/>
                      <a:pt x="1992" y="2708"/>
                    </a:cubicBezTo>
                    <a:lnTo>
                      <a:pt x="1992" y="2708"/>
                    </a:lnTo>
                    <a:cubicBezTo>
                      <a:pt x="1991" y="2708"/>
                      <a:pt x="1990" y="2708"/>
                      <a:pt x="1989" y="2708"/>
                    </a:cubicBezTo>
                    <a:close/>
                    <a:moveTo>
                      <a:pt x="1557" y="2716"/>
                    </a:moveTo>
                    <a:lnTo>
                      <a:pt x="1557" y="2716"/>
                    </a:lnTo>
                    <a:cubicBezTo>
                      <a:pt x="1554" y="2721"/>
                      <a:pt x="1552" y="2725"/>
                      <a:pt x="1551" y="2728"/>
                    </a:cubicBezTo>
                    <a:lnTo>
                      <a:pt x="1551" y="2728"/>
                    </a:lnTo>
                    <a:cubicBezTo>
                      <a:pt x="1553" y="2724"/>
                      <a:pt x="1555" y="2720"/>
                      <a:pt x="1557" y="2716"/>
                    </a:cubicBezTo>
                    <a:close/>
                    <a:moveTo>
                      <a:pt x="1173" y="2802"/>
                    </a:moveTo>
                    <a:lnTo>
                      <a:pt x="1173" y="2802"/>
                    </a:lnTo>
                    <a:cubicBezTo>
                      <a:pt x="1171" y="2804"/>
                      <a:pt x="1170" y="2806"/>
                      <a:pt x="1168" y="2809"/>
                    </a:cubicBezTo>
                    <a:cubicBezTo>
                      <a:pt x="1175" y="2809"/>
                      <a:pt x="1176" y="2804"/>
                      <a:pt x="1173" y="2802"/>
                    </a:cubicBezTo>
                    <a:close/>
                    <a:moveTo>
                      <a:pt x="1222" y="2817"/>
                    </a:moveTo>
                    <a:cubicBezTo>
                      <a:pt x="1216" y="2826"/>
                      <a:pt x="1211" y="2839"/>
                      <a:pt x="1211" y="2851"/>
                    </a:cubicBezTo>
                    <a:cubicBezTo>
                      <a:pt x="1211" y="2836"/>
                      <a:pt x="1220" y="2827"/>
                      <a:pt x="1222" y="2817"/>
                    </a:cubicBezTo>
                    <a:close/>
                    <a:moveTo>
                      <a:pt x="1394" y="2470"/>
                    </a:moveTo>
                    <a:cubicBezTo>
                      <a:pt x="1404" y="2484"/>
                      <a:pt x="1380" y="2515"/>
                      <a:pt x="1380" y="2522"/>
                    </a:cubicBezTo>
                    <a:lnTo>
                      <a:pt x="1414" y="2488"/>
                    </a:lnTo>
                    <a:lnTo>
                      <a:pt x="1414" y="2488"/>
                    </a:lnTo>
                    <a:cubicBezTo>
                      <a:pt x="1405" y="2513"/>
                      <a:pt x="1431" y="2513"/>
                      <a:pt x="1422" y="2547"/>
                    </a:cubicBezTo>
                    <a:cubicBezTo>
                      <a:pt x="1439" y="2522"/>
                      <a:pt x="1456" y="2538"/>
                      <a:pt x="1464" y="2513"/>
                    </a:cubicBezTo>
                    <a:cubicBezTo>
                      <a:pt x="1467" y="2531"/>
                      <a:pt x="1475" y="2536"/>
                      <a:pt x="1484" y="2536"/>
                    </a:cubicBezTo>
                    <a:cubicBezTo>
                      <a:pt x="1496" y="2536"/>
                      <a:pt x="1511" y="2526"/>
                      <a:pt x="1523" y="2526"/>
                    </a:cubicBezTo>
                    <a:cubicBezTo>
                      <a:pt x="1526" y="2526"/>
                      <a:pt x="1529" y="2527"/>
                      <a:pt x="1532" y="2530"/>
                    </a:cubicBezTo>
                    <a:cubicBezTo>
                      <a:pt x="1515" y="2555"/>
                      <a:pt x="1447" y="2547"/>
                      <a:pt x="1447" y="2555"/>
                    </a:cubicBezTo>
                    <a:cubicBezTo>
                      <a:pt x="1456" y="2555"/>
                      <a:pt x="1422" y="2581"/>
                      <a:pt x="1405" y="2581"/>
                    </a:cubicBezTo>
                    <a:lnTo>
                      <a:pt x="1414" y="2623"/>
                    </a:lnTo>
                    <a:cubicBezTo>
                      <a:pt x="1425" y="2611"/>
                      <a:pt x="1437" y="2592"/>
                      <a:pt x="1449" y="2592"/>
                    </a:cubicBezTo>
                    <a:cubicBezTo>
                      <a:pt x="1454" y="2592"/>
                      <a:pt x="1459" y="2596"/>
                      <a:pt x="1464" y="2606"/>
                    </a:cubicBezTo>
                    <a:lnTo>
                      <a:pt x="1481" y="2572"/>
                    </a:lnTo>
                    <a:cubicBezTo>
                      <a:pt x="1481" y="2606"/>
                      <a:pt x="1481" y="2632"/>
                      <a:pt x="1481" y="2665"/>
                    </a:cubicBezTo>
                    <a:cubicBezTo>
                      <a:pt x="1549" y="2657"/>
                      <a:pt x="1532" y="2564"/>
                      <a:pt x="1600" y="2564"/>
                    </a:cubicBezTo>
                    <a:cubicBezTo>
                      <a:pt x="1623" y="2536"/>
                      <a:pt x="1658" y="2521"/>
                      <a:pt x="1694" y="2521"/>
                    </a:cubicBezTo>
                    <a:cubicBezTo>
                      <a:pt x="1724" y="2521"/>
                      <a:pt x="1754" y="2532"/>
                      <a:pt x="1777" y="2555"/>
                    </a:cubicBezTo>
                    <a:lnTo>
                      <a:pt x="1735" y="2589"/>
                    </a:lnTo>
                    <a:lnTo>
                      <a:pt x="1718" y="2572"/>
                    </a:lnTo>
                    <a:cubicBezTo>
                      <a:pt x="1659" y="2606"/>
                      <a:pt x="1659" y="2691"/>
                      <a:pt x="1600" y="2725"/>
                    </a:cubicBezTo>
                    <a:cubicBezTo>
                      <a:pt x="1591" y="2699"/>
                      <a:pt x="1617" y="2691"/>
                      <a:pt x="1608" y="2682"/>
                    </a:cubicBezTo>
                    <a:lnTo>
                      <a:pt x="1608" y="2682"/>
                    </a:lnTo>
                    <a:cubicBezTo>
                      <a:pt x="1574" y="2708"/>
                      <a:pt x="1617" y="2758"/>
                      <a:pt x="1566" y="2758"/>
                    </a:cubicBezTo>
                    <a:cubicBezTo>
                      <a:pt x="1582" y="2743"/>
                      <a:pt x="1580" y="2740"/>
                      <a:pt x="1573" y="2740"/>
                    </a:cubicBezTo>
                    <a:cubicBezTo>
                      <a:pt x="1569" y="2740"/>
                      <a:pt x="1564" y="2741"/>
                      <a:pt x="1559" y="2741"/>
                    </a:cubicBezTo>
                    <a:cubicBezTo>
                      <a:pt x="1552" y="2741"/>
                      <a:pt x="1547" y="2739"/>
                      <a:pt x="1551" y="2728"/>
                    </a:cubicBezTo>
                    <a:lnTo>
                      <a:pt x="1551" y="2728"/>
                    </a:lnTo>
                    <a:cubicBezTo>
                      <a:pt x="1506" y="2802"/>
                      <a:pt x="1420" y="2811"/>
                      <a:pt x="1388" y="2843"/>
                    </a:cubicBezTo>
                    <a:cubicBezTo>
                      <a:pt x="1405" y="2843"/>
                      <a:pt x="1397" y="2877"/>
                      <a:pt x="1388" y="2877"/>
                    </a:cubicBezTo>
                    <a:cubicBezTo>
                      <a:pt x="1387" y="2878"/>
                      <a:pt x="1385" y="2879"/>
                      <a:pt x="1384" y="2879"/>
                    </a:cubicBezTo>
                    <a:cubicBezTo>
                      <a:pt x="1377" y="2879"/>
                      <a:pt x="1373" y="2867"/>
                      <a:pt x="1380" y="2860"/>
                    </a:cubicBezTo>
                    <a:lnTo>
                      <a:pt x="1380" y="2860"/>
                    </a:lnTo>
                    <a:cubicBezTo>
                      <a:pt x="1373" y="2862"/>
                      <a:pt x="1367" y="2863"/>
                      <a:pt x="1361" y="2863"/>
                    </a:cubicBezTo>
                    <a:cubicBezTo>
                      <a:pt x="1343" y="2863"/>
                      <a:pt x="1327" y="2854"/>
                      <a:pt x="1321" y="2835"/>
                    </a:cubicBezTo>
                    <a:lnTo>
                      <a:pt x="1363" y="2801"/>
                    </a:lnTo>
                    <a:cubicBezTo>
                      <a:pt x="1352" y="2801"/>
                      <a:pt x="1337" y="2797"/>
                      <a:pt x="1325" y="2797"/>
                    </a:cubicBezTo>
                    <a:cubicBezTo>
                      <a:pt x="1320" y="2797"/>
                      <a:pt x="1315" y="2798"/>
                      <a:pt x="1312" y="2801"/>
                    </a:cubicBezTo>
                    <a:cubicBezTo>
                      <a:pt x="1304" y="2801"/>
                      <a:pt x="1304" y="2801"/>
                      <a:pt x="1295" y="2818"/>
                    </a:cubicBezTo>
                    <a:cubicBezTo>
                      <a:pt x="1295" y="2835"/>
                      <a:pt x="1312" y="2818"/>
                      <a:pt x="1304" y="2843"/>
                    </a:cubicBezTo>
                    <a:cubicBezTo>
                      <a:pt x="1304" y="2868"/>
                      <a:pt x="1295" y="2894"/>
                      <a:pt x="1295" y="2928"/>
                    </a:cubicBezTo>
                    <a:lnTo>
                      <a:pt x="1253" y="2970"/>
                    </a:lnTo>
                    <a:lnTo>
                      <a:pt x="1253" y="2953"/>
                    </a:lnTo>
                    <a:lnTo>
                      <a:pt x="1244" y="2987"/>
                    </a:lnTo>
                    <a:cubicBezTo>
                      <a:pt x="1236" y="2978"/>
                      <a:pt x="1232" y="2978"/>
                      <a:pt x="1229" y="2978"/>
                    </a:cubicBezTo>
                    <a:cubicBezTo>
                      <a:pt x="1225" y="2978"/>
                      <a:pt x="1223" y="2978"/>
                      <a:pt x="1219" y="2970"/>
                    </a:cubicBezTo>
                    <a:cubicBezTo>
                      <a:pt x="1212" y="2967"/>
                      <a:pt x="1207" y="2965"/>
                      <a:pt x="1202" y="2965"/>
                    </a:cubicBezTo>
                    <a:cubicBezTo>
                      <a:pt x="1167" y="2965"/>
                      <a:pt x="1162" y="3030"/>
                      <a:pt x="1118" y="3038"/>
                    </a:cubicBezTo>
                    <a:lnTo>
                      <a:pt x="1118" y="3029"/>
                    </a:lnTo>
                    <a:cubicBezTo>
                      <a:pt x="1118" y="3063"/>
                      <a:pt x="1050" y="3080"/>
                      <a:pt x="1016" y="3097"/>
                    </a:cubicBezTo>
                    <a:cubicBezTo>
                      <a:pt x="1024" y="3071"/>
                      <a:pt x="1016" y="3054"/>
                      <a:pt x="1008" y="3054"/>
                    </a:cubicBezTo>
                    <a:cubicBezTo>
                      <a:pt x="1008" y="3046"/>
                      <a:pt x="1008" y="3029"/>
                      <a:pt x="1016" y="3029"/>
                    </a:cubicBezTo>
                    <a:cubicBezTo>
                      <a:pt x="1023" y="3022"/>
                      <a:pt x="1041" y="2999"/>
                      <a:pt x="1056" y="2999"/>
                    </a:cubicBezTo>
                    <a:cubicBezTo>
                      <a:pt x="1060" y="2999"/>
                      <a:pt x="1063" y="3000"/>
                      <a:pt x="1067" y="3004"/>
                    </a:cubicBezTo>
                    <a:cubicBezTo>
                      <a:pt x="1050" y="3021"/>
                      <a:pt x="1050" y="3029"/>
                      <a:pt x="1067" y="3029"/>
                    </a:cubicBezTo>
                    <a:cubicBezTo>
                      <a:pt x="1075" y="2995"/>
                      <a:pt x="1126" y="2978"/>
                      <a:pt x="1101" y="2945"/>
                    </a:cubicBezTo>
                    <a:cubicBezTo>
                      <a:pt x="1110" y="2935"/>
                      <a:pt x="1113" y="2933"/>
                      <a:pt x="1116" y="2933"/>
                    </a:cubicBezTo>
                    <a:cubicBezTo>
                      <a:pt x="1119" y="2933"/>
                      <a:pt x="1121" y="2938"/>
                      <a:pt x="1130" y="2938"/>
                    </a:cubicBezTo>
                    <a:cubicBezTo>
                      <a:pt x="1134" y="2938"/>
                      <a:pt x="1138" y="2937"/>
                      <a:pt x="1143" y="2936"/>
                    </a:cubicBezTo>
                    <a:cubicBezTo>
                      <a:pt x="1151" y="2945"/>
                      <a:pt x="1151" y="2961"/>
                      <a:pt x="1151" y="2970"/>
                    </a:cubicBezTo>
                    <a:lnTo>
                      <a:pt x="1228" y="2894"/>
                    </a:lnTo>
                    <a:cubicBezTo>
                      <a:pt x="1222" y="2884"/>
                      <a:pt x="1214" y="2881"/>
                      <a:pt x="1206" y="2881"/>
                    </a:cubicBezTo>
                    <a:cubicBezTo>
                      <a:pt x="1196" y="2881"/>
                      <a:pt x="1186" y="2884"/>
                      <a:pt x="1178" y="2884"/>
                    </a:cubicBezTo>
                    <a:cubicBezTo>
                      <a:pt x="1167" y="2884"/>
                      <a:pt x="1160" y="2880"/>
                      <a:pt x="1160" y="2860"/>
                    </a:cubicBezTo>
                    <a:cubicBezTo>
                      <a:pt x="1160" y="2843"/>
                      <a:pt x="1134" y="2809"/>
                      <a:pt x="1168" y="2801"/>
                    </a:cubicBezTo>
                    <a:cubicBezTo>
                      <a:pt x="1170" y="2801"/>
                      <a:pt x="1172" y="2801"/>
                      <a:pt x="1173" y="2802"/>
                    </a:cubicBezTo>
                    <a:lnTo>
                      <a:pt x="1173" y="2802"/>
                    </a:lnTo>
                    <a:cubicBezTo>
                      <a:pt x="1180" y="2795"/>
                      <a:pt x="1190" y="2799"/>
                      <a:pt x="1211" y="2792"/>
                    </a:cubicBezTo>
                    <a:cubicBezTo>
                      <a:pt x="1221" y="2802"/>
                      <a:pt x="1223" y="2810"/>
                      <a:pt x="1222" y="2817"/>
                    </a:cubicBezTo>
                    <a:lnTo>
                      <a:pt x="1222" y="2817"/>
                    </a:lnTo>
                    <a:cubicBezTo>
                      <a:pt x="1223" y="2814"/>
                      <a:pt x="1226" y="2811"/>
                      <a:pt x="1228" y="2809"/>
                    </a:cubicBezTo>
                    <a:lnTo>
                      <a:pt x="1228" y="2826"/>
                    </a:lnTo>
                    <a:lnTo>
                      <a:pt x="1253" y="2792"/>
                    </a:lnTo>
                    <a:cubicBezTo>
                      <a:pt x="1253" y="2783"/>
                      <a:pt x="1251" y="2780"/>
                      <a:pt x="1248" y="2780"/>
                    </a:cubicBezTo>
                    <a:cubicBezTo>
                      <a:pt x="1242" y="2780"/>
                      <a:pt x="1231" y="2796"/>
                      <a:pt x="1224" y="2796"/>
                    </a:cubicBezTo>
                    <a:cubicBezTo>
                      <a:pt x="1222" y="2796"/>
                      <a:pt x="1220" y="2795"/>
                      <a:pt x="1219" y="2792"/>
                    </a:cubicBezTo>
                    <a:lnTo>
                      <a:pt x="1228" y="2767"/>
                    </a:lnTo>
                    <a:cubicBezTo>
                      <a:pt x="1242" y="2745"/>
                      <a:pt x="1290" y="2696"/>
                      <a:pt x="1330" y="2696"/>
                    </a:cubicBezTo>
                    <a:cubicBezTo>
                      <a:pt x="1335" y="2696"/>
                      <a:pt x="1341" y="2697"/>
                      <a:pt x="1346" y="2699"/>
                    </a:cubicBezTo>
                    <a:cubicBezTo>
                      <a:pt x="1388" y="2691"/>
                      <a:pt x="1346" y="2682"/>
                      <a:pt x="1346" y="2657"/>
                    </a:cubicBezTo>
                    <a:cubicBezTo>
                      <a:pt x="1346" y="2623"/>
                      <a:pt x="1380" y="2640"/>
                      <a:pt x="1388" y="2615"/>
                    </a:cubicBezTo>
                    <a:cubicBezTo>
                      <a:pt x="1380" y="2598"/>
                      <a:pt x="1397" y="2589"/>
                      <a:pt x="1380" y="2564"/>
                    </a:cubicBezTo>
                    <a:lnTo>
                      <a:pt x="1414" y="2547"/>
                    </a:lnTo>
                    <a:cubicBezTo>
                      <a:pt x="1409" y="2536"/>
                      <a:pt x="1404" y="2532"/>
                      <a:pt x="1398" y="2532"/>
                    </a:cubicBezTo>
                    <a:cubicBezTo>
                      <a:pt x="1385" y="2532"/>
                      <a:pt x="1370" y="2556"/>
                      <a:pt x="1358" y="2556"/>
                    </a:cubicBezTo>
                    <a:cubicBezTo>
                      <a:pt x="1357" y="2556"/>
                      <a:pt x="1356" y="2556"/>
                      <a:pt x="1354" y="2555"/>
                    </a:cubicBezTo>
                    <a:cubicBezTo>
                      <a:pt x="1323" y="2540"/>
                      <a:pt x="1365" y="2531"/>
                      <a:pt x="1350" y="2523"/>
                    </a:cubicBezTo>
                    <a:lnTo>
                      <a:pt x="1350" y="2523"/>
                    </a:lnTo>
                    <a:cubicBezTo>
                      <a:pt x="1346" y="2528"/>
                      <a:pt x="1342" y="2533"/>
                      <a:pt x="1338" y="2537"/>
                    </a:cubicBezTo>
                    <a:lnTo>
                      <a:pt x="1338" y="2537"/>
                    </a:lnTo>
                    <a:cubicBezTo>
                      <a:pt x="1339" y="2532"/>
                      <a:pt x="1341" y="2527"/>
                      <a:pt x="1346" y="2522"/>
                    </a:cubicBezTo>
                    <a:lnTo>
                      <a:pt x="1346" y="2522"/>
                    </a:lnTo>
                    <a:cubicBezTo>
                      <a:pt x="1348" y="2522"/>
                      <a:pt x="1349" y="2523"/>
                      <a:pt x="1350" y="2523"/>
                    </a:cubicBezTo>
                    <a:lnTo>
                      <a:pt x="1350" y="2523"/>
                    </a:lnTo>
                    <a:cubicBezTo>
                      <a:pt x="1365" y="2505"/>
                      <a:pt x="1380" y="2486"/>
                      <a:pt x="1394" y="2470"/>
                    </a:cubicBezTo>
                    <a:close/>
                    <a:moveTo>
                      <a:pt x="644" y="3317"/>
                    </a:moveTo>
                    <a:cubicBezTo>
                      <a:pt x="642" y="3319"/>
                      <a:pt x="640" y="3321"/>
                      <a:pt x="639" y="3324"/>
                    </a:cubicBezTo>
                    <a:lnTo>
                      <a:pt x="639" y="3324"/>
                    </a:lnTo>
                    <a:cubicBezTo>
                      <a:pt x="642" y="3323"/>
                      <a:pt x="644" y="3321"/>
                      <a:pt x="644" y="3317"/>
                    </a:cubicBezTo>
                    <a:close/>
                    <a:moveTo>
                      <a:pt x="887" y="3010"/>
                    </a:moveTo>
                    <a:cubicBezTo>
                      <a:pt x="891" y="3010"/>
                      <a:pt x="894" y="3010"/>
                      <a:pt x="898" y="3012"/>
                    </a:cubicBezTo>
                    <a:lnTo>
                      <a:pt x="889" y="3054"/>
                    </a:lnTo>
                    <a:lnTo>
                      <a:pt x="864" y="3038"/>
                    </a:lnTo>
                    <a:lnTo>
                      <a:pt x="864" y="3071"/>
                    </a:lnTo>
                    <a:cubicBezTo>
                      <a:pt x="881" y="3071"/>
                      <a:pt x="905" y="3068"/>
                      <a:pt x="927" y="3068"/>
                    </a:cubicBezTo>
                    <a:cubicBezTo>
                      <a:pt x="938" y="3068"/>
                      <a:pt x="948" y="3069"/>
                      <a:pt x="957" y="3071"/>
                    </a:cubicBezTo>
                    <a:cubicBezTo>
                      <a:pt x="898" y="3122"/>
                      <a:pt x="855" y="3190"/>
                      <a:pt x="838" y="3266"/>
                    </a:cubicBezTo>
                    <a:cubicBezTo>
                      <a:pt x="838" y="3258"/>
                      <a:pt x="838" y="3258"/>
                      <a:pt x="838" y="3249"/>
                    </a:cubicBezTo>
                    <a:lnTo>
                      <a:pt x="838" y="3241"/>
                    </a:lnTo>
                    <a:cubicBezTo>
                      <a:pt x="821" y="3266"/>
                      <a:pt x="796" y="3283"/>
                      <a:pt x="779" y="3308"/>
                    </a:cubicBezTo>
                    <a:lnTo>
                      <a:pt x="779" y="3291"/>
                    </a:lnTo>
                    <a:cubicBezTo>
                      <a:pt x="776" y="3288"/>
                      <a:pt x="773" y="3287"/>
                      <a:pt x="770" y="3287"/>
                    </a:cubicBezTo>
                    <a:cubicBezTo>
                      <a:pt x="758" y="3287"/>
                      <a:pt x="749" y="3313"/>
                      <a:pt x="728" y="3334"/>
                    </a:cubicBezTo>
                    <a:cubicBezTo>
                      <a:pt x="728" y="3342"/>
                      <a:pt x="728" y="3359"/>
                      <a:pt x="703" y="3359"/>
                    </a:cubicBezTo>
                    <a:lnTo>
                      <a:pt x="703" y="3351"/>
                    </a:lnTo>
                    <a:cubicBezTo>
                      <a:pt x="700" y="3349"/>
                      <a:pt x="697" y="3348"/>
                      <a:pt x="693" y="3348"/>
                    </a:cubicBezTo>
                    <a:cubicBezTo>
                      <a:pt x="677" y="3348"/>
                      <a:pt x="656" y="3362"/>
                      <a:pt x="635" y="3376"/>
                    </a:cubicBezTo>
                    <a:lnTo>
                      <a:pt x="635" y="3351"/>
                    </a:lnTo>
                    <a:cubicBezTo>
                      <a:pt x="635" y="3344"/>
                      <a:pt x="635" y="3333"/>
                      <a:pt x="639" y="3324"/>
                    </a:cubicBezTo>
                    <a:lnTo>
                      <a:pt x="639" y="3324"/>
                    </a:lnTo>
                    <a:cubicBezTo>
                      <a:pt x="636" y="3325"/>
                      <a:pt x="631" y="3325"/>
                      <a:pt x="627" y="3325"/>
                    </a:cubicBezTo>
                    <a:lnTo>
                      <a:pt x="635" y="3249"/>
                    </a:lnTo>
                    <a:lnTo>
                      <a:pt x="635" y="3249"/>
                    </a:lnTo>
                    <a:cubicBezTo>
                      <a:pt x="602" y="3258"/>
                      <a:pt x="635" y="3300"/>
                      <a:pt x="602" y="3317"/>
                    </a:cubicBezTo>
                    <a:cubicBezTo>
                      <a:pt x="585" y="3291"/>
                      <a:pt x="568" y="3274"/>
                      <a:pt x="585" y="3241"/>
                    </a:cubicBezTo>
                    <a:cubicBezTo>
                      <a:pt x="591" y="3237"/>
                      <a:pt x="596" y="3236"/>
                      <a:pt x="599" y="3236"/>
                    </a:cubicBezTo>
                    <a:cubicBezTo>
                      <a:pt x="610" y="3236"/>
                      <a:pt x="598" y="3258"/>
                      <a:pt x="618" y="3258"/>
                    </a:cubicBezTo>
                    <a:cubicBezTo>
                      <a:pt x="614" y="3232"/>
                      <a:pt x="625" y="3232"/>
                      <a:pt x="635" y="3232"/>
                    </a:cubicBezTo>
                    <a:cubicBezTo>
                      <a:pt x="646" y="3232"/>
                      <a:pt x="657" y="3232"/>
                      <a:pt x="652" y="3207"/>
                    </a:cubicBezTo>
                    <a:cubicBezTo>
                      <a:pt x="659" y="3203"/>
                      <a:pt x="664" y="3201"/>
                      <a:pt x="669" y="3201"/>
                    </a:cubicBezTo>
                    <a:cubicBezTo>
                      <a:pt x="682" y="3201"/>
                      <a:pt x="690" y="3215"/>
                      <a:pt x="703" y="3215"/>
                    </a:cubicBezTo>
                    <a:cubicBezTo>
                      <a:pt x="678" y="3241"/>
                      <a:pt x="737" y="3232"/>
                      <a:pt x="703" y="3266"/>
                    </a:cubicBezTo>
                    <a:cubicBezTo>
                      <a:pt x="745" y="3258"/>
                      <a:pt x="703" y="3215"/>
                      <a:pt x="737" y="3215"/>
                    </a:cubicBezTo>
                    <a:lnTo>
                      <a:pt x="754" y="3241"/>
                    </a:lnTo>
                    <a:cubicBezTo>
                      <a:pt x="779" y="3232"/>
                      <a:pt x="838" y="3215"/>
                      <a:pt x="847" y="3173"/>
                    </a:cubicBezTo>
                    <a:cubicBezTo>
                      <a:pt x="813" y="3173"/>
                      <a:pt x="847" y="3148"/>
                      <a:pt x="830" y="3131"/>
                    </a:cubicBezTo>
                    <a:lnTo>
                      <a:pt x="830" y="3131"/>
                    </a:lnTo>
                    <a:cubicBezTo>
                      <a:pt x="843" y="3150"/>
                      <a:pt x="822" y="3159"/>
                      <a:pt x="807" y="3159"/>
                    </a:cubicBezTo>
                    <a:cubicBezTo>
                      <a:pt x="802" y="3159"/>
                      <a:pt x="798" y="3158"/>
                      <a:pt x="796" y="3156"/>
                    </a:cubicBezTo>
                    <a:cubicBezTo>
                      <a:pt x="813" y="3131"/>
                      <a:pt x="838" y="3105"/>
                      <a:pt x="864" y="3097"/>
                    </a:cubicBezTo>
                    <a:lnTo>
                      <a:pt x="864" y="3097"/>
                    </a:lnTo>
                    <a:lnTo>
                      <a:pt x="813" y="3105"/>
                    </a:lnTo>
                    <a:cubicBezTo>
                      <a:pt x="821" y="3080"/>
                      <a:pt x="838" y="3021"/>
                      <a:pt x="838" y="3021"/>
                    </a:cubicBezTo>
                    <a:cubicBezTo>
                      <a:pt x="859" y="3021"/>
                      <a:pt x="874" y="3010"/>
                      <a:pt x="887" y="3010"/>
                    </a:cubicBezTo>
                    <a:close/>
                    <a:moveTo>
                      <a:pt x="113" y="3594"/>
                    </a:moveTo>
                    <a:lnTo>
                      <a:pt x="113" y="3594"/>
                    </a:lnTo>
                    <a:cubicBezTo>
                      <a:pt x="112" y="3594"/>
                      <a:pt x="112" y="3595"/>
                      <a:pt x="111" y="3596"/>
                    </a:cubicBezTo>
                    <a:cubicBezTo>
                      <a:pt x="111" y="3597"/>
                      <a:pt x="111" y="3597"/>
                      <a:pt x="111" y="3597"/>
                    </a:cubicBezTo>
                    <a:cubicBezTo>
                      <a:pt x="111" y="3597"/>
                      <a:pt x="112" y="3596"/>
                      <a:pt x="113" y="3594"/>
                    </a:cubicBezTo>
                    <a:close/>
                    <a:moveTo>
                      <a:pt x="182" y="3813"/>
                    </a:moveTo>
                    <a:lnTo>
                      <a:pt x="182" y="3813"/>
                    </a:lnTo>
                    <a:cubicBezTo>
                      <a:pt x="176" y="3819"/>
                      <a:pt x="173" y="3824"/>
                      <a:pt x="169" y="3829"/>
                    </a:cubicBezTo>
                    <a:lnTo>
                      <a:pt x="169" y="3829"/>
                    </a:lnTo>
                    <a:cubicBezTo>
                      <a:pt x="175" y="3826"/>
                      <a:pt x="179" y="3820"/>
                      <a:pt x="182" y="3813"/>
                    </a:cubicBezTo>
                    <a:close/>
                    <a:moveTo>
                      <a:pt x="145" y="3816"/>
                    </a:moveTo>
                    <a:cubicBezTo>
                      <a:pt x="145" y="3816"/>
                      <a:pt x="136" y="3841"/>
                      <a:pt x="145" y="3850"/>
                    </a:cubicBezTo>
                    <a:cubicBezTo>
                      <a:pt x="157" y="3841"/>
                      <a:pt x="163" y="3835"/>
                      <a:pt x="169" y="3829"/>
                    </a:cubicBezTo>
                    <a:lnTo>
                      <a:pt x="169" y="3829"/>
                    </a:lnTo>
                    <a:cubicBezTo>
                      <a:pt x="164" y="3831"/>
                      <a:pt x="159" y="3833"/>
                      <a:pt x="153" y="3833"/>
                    </a:cubicBezTo>
                    <a:lnTo>
                      <a:pt x="145" y="3816"/>
                    </a:lnTo>
                    <a:close/>
                    <a:moveTo>
                      <a:pt x="4704" y="1"/>
                    </a:moveTo>
                    <a:cubicBezTo>
                      <a:pt x="4628" y="43"/>
                      <a:pt x="4654" y="136"/>
                      <a:pt x="4586" y="153"/>
                    </a:cubicBezTo>
                    <a:cubicBezTo>
                      <a:pt x="4586" y="136"/>
                      <a:pt x="4577" y="136"/>
                      <a:pt x="4569" y="136"/>
                    </a:cubicBezTo>
                    <a:cubicBezTo>
                      <a:pt x="4561" y="161"/>
                      <a:pt x="4544" y="178"/>
                      <a:pt x="4544" y="195"/>
                    </a:cubicBezTo>
                    <a:lnTo>
                      <a:pt x="4518" y="221"/>
                    </a:lnTo>
                    <a:cubicBezTo>
                      <a:pt x="4501" y="195"/>
                      <a:pt x="4501" y="170"/>
                      <a:pt x="4518" y="153"/>
                    </a:cubicBezTo>
                    <a:lnTo>
                      <a:pt x="4518" y="153"/>
                    </a:lnTo>
                    <a:cubicBezTo>
                      <a:pt x="4425" y="221"/>
                      <a:pt x="4391" y="339"/>
                      <a:pt x="4290" y="390"/>
                    </a:cubicBezTo>
                    <a:cubicBezTo>
                      <a:pt x="4290" y="390"/>
                      <a:pt x="4295" y="368"/>
                      <a:pt x="4293" y="368"/>
                    </a:cubicBezTo>
                    <a:lnTo>
                      <a:pt x="4293" y="368"/>
                    </a:lnTo>
                    <a:cubicBezTo>
                      <a:pt x="4293" y="368"/>
                      <a:pt x="4292" y="369"/>
                      <a:pt x="4290" y="373"/>
                    </a:cubicBezTo>
                    <a:cubicBezTo>
                      <a:pt x="4281" y="390"/>
                      <a:pt x="4264" y="415"/>
                      <a:pt x="4273" y="424"/>
                    </a:cubicBezTo>
                    <a:cubicBezTo>
                      <a:pt x="4266" y="416"/>
                      <a:pt x="4265" y="409"/>
                      <a:pt x="4270" y="402"/>
                    </a:cubicBezTo>
                    <a:lnTo>
                      <a:pt x="4270" y="402"/>
                    </a:lnTo>
                    <a:cubicBezTo>
                      <a:pt x="4228" y="448"/>
                      <a:pt x="4179" y="433"/>
                      <a:pt x="4163" y="474"/>
                    </a:cubicBezTo>
                    <a:cubicBezTo>
                      <a:pt x="4146" y="466"/>
                      <a:pt x="4180" y="449"/>
                      <a:pt x="4171" y="449"/>
                    </a:cubicBezTo>
                    <a:cubicBezTo>
                      <a:pt x="4112" y="474"/>
                      <a:pt x="4121" y="534"/>
                      <a:pt x="4070" y="576"/>
                    </a:cubicBezTo>
                    <a:cubicBezTo>
                      <a:pt x="4074" y="559"/>
                      <a:pt x="4068" y="555"/>
                      <a:pt x="4058" y="555"/>
                    </a:cubicBezTo>
                    <a:cubicBezTo>
                      <a:pt x="4049" y="555"/>
                      <a:pt x="4036" y="559"/>
                      <a:pt x="4028" y="559"/>
                    </a:cubicBezTo>
                    <a:cubicBezTo>
                      <a:pt x="3977" y="627"/>
                      <a:pt x="3926" y="686"/>
                      <a:pt x="3867" y="745"/>
                    </a:cubicBezTo>
                    <a:cubicBezTo>
                      <a:pt x="3863" y="732"/>
                      <a:pt x="3858" y="727"/>
                      <a:pt x="3851" y="727"/>
                    </a:cubicBezTo>
                    <a:cubicBezTo>
                      <a:pt x="3833" y="727"/>
                      <a:pt x="3807" y="763"/>
                      <a:pt x="3784" y="763"/>
                    </a:cubicBezTo>
                    <a:cubicBezTo>
                      <a:pt x="3777" y="763"/>
                      <a:pt x="3771" y="761"/>
                      <a:pt x="3765" y="754"/>
                    </a:cubicBezTo>
                    <a:cubicBezTo>
                      <a:pt x="3748" y="770"/>
                      <a:pt x="3731" y="796"/>
                      <a:pt x="3748" y="804"/>
                    </a:cubicBezTo>
                    <a:cubicBezTo>
                      <a:pt x="3748" y="800"/>
                      <a:pt x="3757" y="798"/>
                      <a:pt x="3765" y="798"/>
                    </a:cubicBezTo>
                    <a:cubicBezTo>
                      <a:pt x="3774" y="798"/>
                      <a:pt x="3782" y="800"/>
                      <a:pt x="3782" y="804"/>
                    </a:cubicBezTo>
                    <a:cubicBezTo>
                      <a:pt x="3757" y="821"/>
                      <a:pt x="3731" y="847"/>
                      <a:pt x="3748" y="863"/>
                    </a:cubicBezTo>
                    <a:lnTo>
                      <a:pt x="3706" y="863"/>
                    </a:lnTo>
                    <a:cubicBezTo>
                      <a:pt x="3706" y="880"/>
                      <a:pt x="3715" y="906"/>
                      <a:pt x="3706" y="923"/>
                    </a:cubicBezTo>
                    <a:cubicBezTo>
                      <a:pt x="3695" y="919"/>
                      <a:pt x="3689" y="918"/>
                      <a:pt x="3686" y="918"/>
                    </a:cubicBezTo>
                    <a:cubicBezTo>
                      <a:pt x="3674" y="918"/>
                      <a:pt x="3720" y="943"/>
                      <a:pt x="3672" y="957"/>
                    </a:cubicBezTo>
                    <a:cubicBezTo>
                      <a:pt x="3672" y="940"/>
                      <a:pt x="3664" y="914"/>
                      <a:pt x="3664" y="897"/>
                    </a:cubicBezTo>
                    <a:cubicBezTo>
                      <a:pt x="3638" y="914"/>
                      <a:pt x="3647" y="914"/>
                      <a:pt x="3638" y="931"/>
                    </a:cubicBezTo>
                    <a:cubicBezTo>
                      <a:pt x="3622" y="923"/>
                      <a:pt x="3630" y="889"/>
                      <a:pt x="3638" y="872"/>
                    </a:cubicBezTo>
                    <a:lnTo>
                      <a:pt x="3638" y="872"/>
                    </a:lnTo>
                    <a:lnTo>
                      <a:pt x="3605" y="880"/>
                    </a:lnTo>
                    <a:cubicBezTo>
                      <a:pt x="3596" y="931"/>
                      <a:pt x="3571" y="982"/>
                      <a:pt x="3528" y="1016"/>
                    </a:cubicBezTo>
                    <a:cubicBezTo>
                      <a:pt x="3520" y="999"/>
                      <a:pt x="3537" y="990"/>
                      <a:pt x="3512" y="973"/>
                    </a:cubicBezTo>
                    <a:cubicBezTo>
                      <a:pt x="3495" y="999"/>
                      <a:pt x="3495" y="1050"/>
                      <a:pt x="3461" y="1050"/>
                    </a:cubicBezTo>
                    <a:lnTo>
                      <a:pt x="3461" y="1033"/>
                    </a:lnTo>
                    <a:cubicBezTo>
                      <a:pt x="3435" y="1092"/>
                      <a:pt x="3427" y="1058"/>
                      <a:pt x="3385" y="1083"/>
                    </a:cubicBezTo>
                    <a:cubicBezTo>
                      <a:pt x="3385" y="1083"/>
                      <a:pt x="3385" y="1075"/>
                      <a:pt x="3385" y="1075"/>
                    </a:cubicBezTo>
                    <a:lnTo>
                      <a:pt x="3376" y="1109"/>
                    </a:lnTo>
                    <a:cubicBezTo>
                      <a:pt x="3369" y="1137"/>
                      <a:pt x="3356" y="1145"/>
                      <a:pt x="3341" y="1145"/>
                    </a:cubicBezTo>
                    <a:cubicBezTo>
                      <a:pt x="3323" y="1145"/>
                      <a:pt x="3302" y="1133"/>
                      <a:pt x="3283" y="1133"/>
                    </a:cubicBezTo>
                    <a:cubicBezTo>
                      <a:pt x="3280" y="1133"/>
                      <a:pt x="3277" y="1134"/>
                      <a:pt x="3275" y="1134"/>
                    </a:cubicBezTo>
                    <a:lnTo>
                      <a:pt x="3275" y="1126"/>
                    </a:lnTo>
                    <a:cubicBezTo>
                      <a:pt x="3272" y="1125"/>
                      <a:pt x="3270" y="1125"/>
                      <a:pt x="3267" y="1125"/>
                    </a:cubicBezTo>
                    <a:cubicBezTo>
                      <a:pt x="3228" y="1125"/>
                      <a:pt x="3197" y="1185"/>
                      <a:pt x="3173" y="1185"/>
                    </a:cubicBezTo>
                    <a:cubicBezTo>
                      <a:pt x="3199" y="1185"/>
                      <a:pt x="3190" y="1193"/>
                      <a:pt x="3224" y="1210"/>
                    </a:cubicBezTo>
                    <a:cubicBezTo>
                      <a:pt x="3241" y="1193"/>
                      <a:pt x="3207" y="1168"/>
                      <a:pt x="3249" y="1151"/>
                    </a:cubicBezTo>
                    <a:lnTo>
                      <a:pt x="3249" y="1151"/>
                    </a:lnTo>
                    <a:cubicBezTo>
                      <a:pt x="3258" y="1176"/>
                      <a:pt x="3232" y="1219"/>
                      <a:pt x="3241" y="1244"/>
                    </a:cubicBezTo>
                    <a:cubicBezTo>
                      <a:pt x="3239" y="1245"/>
                      <a:pt x="3236" y="1246"/>
                      <a:pt x="3233" y="1246"/>
                    </a:cubicBezTo>
                    <a:cubicBezTo>
                      <a:pt x="3213" y="1246"/>
                      <a:pt x="3179" y="1225"/>
                      <a:pt x="3165" y="1210"/>
                    </a:cubicBezTo>
                    <a:cubicBezTo>
                      <a:pt x="3131" y="1253"/>
                      <a:pt x="3097" y="1253"/>
                      <a:pt x="3055" y="1303"/>
                    </a:cubicBezTo>
                    <a:cubicBezTo>
                      <a:pt x="3046" y="1337"/>
                      <a:pt x="3071" y="1396"/>
                      <a:pt x="3005" y="1396"/>
                    </a:cubicBezTo>
                    <a:lnTo>
                      <a:pt x="3005" y="1396"/>
                    </a:lnTo>
                    <a:cubicBezTo>
                      <a:pt x="3006" y="1394"/>
                      <a:pt x="3006" y="1392"/>
                      <a:pt x="3004" y="1388"/>
                    </a:cubicBezTo>
                    <a:lnTo>
                      <a:pt x="3004" y="1388"/>
                    </a:lnTo>
                    <a:lnTo>
                      <a:pt x="3004" y="1396"/>
                    </a:lnTo>
                    <a:cubicBezTo>
                      <a:pt x="3004" y="1396"/>
                      <a:pt x="3005" y="1396"/>
                      <a:pt x="3005" y="1396"/>
                    </a:cubicBezTo>
                    <a:lnTo>
                      <a:pt x="3005" y="1396"/>
                    </a:lnTo>
                    <a:cubicBezTo>
                      <a:pt x="3002" y="1403"/>
                      <a:pt x="2987" y="1402"/>
                      <a:pt x="2987" y="1422"/>
                    </a:cubicBezTo>
                    <a:cubicBezTo>
                      <a:pt x="3012" y="1430"/>
                      <a:pt x="2979" y="1447"/>
                      <a:pt x="3012" y="1456"/>
                    </a:cubicBezTo>
                    <a:cubicBezTo>
                      <a:pt x="3006" y="1462"/>
                      <a:pt x="2999" y="1465"/>
                      <a:pt x="2993" y="1465"/>
                    </a:cubicBezTo>
                    <a:cubicBezTo>
                      <a:pt x="2974" y="1465"/>
                      <a:pt x="2955" y="1443"/>
                      <a:pt x="2936" y="1430"/>
                    </a:cubicBezTo>
                    <a:lnTo>
                      <a:pt x="2936" y="1430"/>
                    </a:lnTo>
                    <a:cubicBezTo>
                      <a:pt x="2953" y="1481"/>
                      <a:pt x="2877" y="1456"/>
                      <a:pt x="2852" y="1498"/>
                    </a:cubicBezTo>
                    <a:cubicBezTo>
                      <a:pt x="2852" y="1481"/>
                      <a:pt x="2886" y="1447"/>
                      <a:pt x="2852" y="1447"/>
                    </a:cubicBezTo>
                    <a:lnTo>
                      <a:pt x="2835" y="1523"/>
                    </a:lnTo>
                    <a:lnTo>
                      <a:pt x="2835" y="1523"/>
                    </a:lnTo>
                    <a:lnTo>
                      <a:pt x="2860" y="1506"/>
                    </a:lnTo>
                    <a:lnTo>
                      <a:pt x="2860" y="1506"/>
                    </a:lnTo>
                    <a:cubicBezTo>
                      <a:pt x="2850" y="1537"/>
                      <a:pt x="2834" y="1543"/>
                      <a:pt x="2815" y="1543"/>
                    </a:cubicBezTo>
                    <a:cubicBezTo>
                      <a:pt x="2803" y="1543"/>
                      <a:pt x="2789" y="1540"/>
                      <a:pt x="2776" y="1540"/>
                    </a:cubicBezTo>
                    <a:cubicBezTo>
                      <a:pt x="2767" y="1540"/>
                      <a:pt x="2776" y="1523"/>
                      <a:pt x="2792" y="1515"/>
                    </a:cubicBezTo>
                    <a:lnTo>
                      <a:pt x="2792" y="1515"/>
                    </a:lnTo>
                    <a:cubicBezTo>
                      <a:pt x="2776" y="1523"/>
                      <a:pt x="2759" y="1540"/>
                      <a:pt x="2750" y="1557"/>
                    </a:cubicBezTo>
                    <a:cubicBezTo>
                      <a:pt x="2742" y="1591"/>
                      <a:pt x="2733" y="1625"/>
                      <a:pt x="2725" y="1659"/>
                    </a:cubicBezTo>
                    <a:lnTo>
                      <a:pt x="2716" y="1659"/>
                    </a:lnTo>
                    <a:lnTo>
                      <a:pt x="2716" y="1650"/>
                    </a:lnTo>
                    <a:cubicBezTo>
                      <a:pt x="2708" y="1650"/>
                      <a:pt x="2708" y="1650"/>
                      <a:pt x="2708" y="1659"/>
                    </a:cubicBezTo>
                    <a:lnTo>
                      <a:pt x="2683" y="1667"/>
                    </a:lnTo>
                    <a:lnTo>
                      <a:pt x="2708" y="1701"/>
                    </a:lnTo>
                    <a:lnTo>
                      <a:pt x="2708" y="1718"/>
                    </a:lnTo>
                    <a:cubicBezTo>
                      <a:pt x="2733" y="1752"/>
                      <a:pt x="2716" y="1786"/>
                      <a:pt x="2691" y="1802"/>
                    </a:cubicBezTo>
                    <a:cubicBezTo>
                      <a:pt x="2708" y="1802"/>
                      <a:pt x="2716" y="1794"/>
                      <a:pt x="2733" y="1786"/>
                    </a:cubicBezTo>
                    <a:lnTo>
                      <a:pt x="2733" y="1802"/>
                    </a:lnTo>
                    <a:lnTo>
                      <a:pt x="2632" y="1853"/>
                    </a:lnTo>
                    <a:cubicBezTo>
                      <a:pt x="2632" y="1845"/>
                      <a:pt x="2640" y="1828"/>
                      <a:pt x="2657" y="1819"/>
                    </a:cubicBezTo>
                    <a:cubicBezTo>
                      <a:pt x="2614" y="1819"/>
                      <a:pt x="2601" y="1875"/>
                      <a:pt x="2572" y="1875"/>
                    </a:cubicBezTo>
                    <a:cubicBezTo>
                      <a:pt x="2567" y="1875"/>
                      <a:pt x="2562" y="1874"/>
                      <a:pt x="2556" y="1870"/>
                    </a:cubicBezTo>
                    <a:cubicBezTo>
                      <a:pt x="2573" y="1802"/>
                      <a:pt x="2606" y="1802"/>
                      <a:pt x="2649" y="1752"/>
                    </a:cubicBezTo>
                    <a:lnTo>
                      <a:pt x="2649" y="1752"/>
                    </a:lnTo>
                    <a:cubicBezTo>
                      <a:pt x="2691" y="1760"/>
                      <a:pt x="2632" y="1794"/>
                      <a:pt x="2640" y="1811"/>
                    </a:cubicBezTo>
                    <a:lnTo>
                      <a:pt x="2674" y="1802"/>
                    </a:lnTo>
                    <a:cubicBezTo>
                      <a:pt x="2657" y="1786"/>
                      <a:pt x="2716" y="1743"/>
                      <a:pt x="2674" y="1718"/>
                    </a:cubicBezTo>
                    <a:lnTo>
                      <a:pt x="2674" y="1718"/>
                    </a:lnTo>
                    <a:cubicBezTo>
                      <a:pt x="2606" y="1752"/>
                      <a:pt x="2547" y="1794"/>
                      <a:pt x="2488" y="1845"/>
                    </a:cubicBezTo>
                    <a:lnTo>
                      <a:pt x="2395" y="1625"/>
                    </a:lnTo>
                    <a:cubicBezTo>
                      <a:pt x="2395" y="1616"/>
                      <a:pt x="2386" y="1608"/>
                      <a:pt x="2386" y="1608"/>
                    </a:cubicBezTo>
                    <a:lnTo>
                      <a:pt x="2386" y="1608"/>
                    </a:lnTo>
                    <a:cubicBezTo>
                      <a:pt x="2336" y="1650"/>
                      <a:pt x="2420" y="1701"/>
                      <a:pt x="2412" y="1709"/>
                    </a:cubicBezTo>
                    <a:cubicBezTo>
                      <a:pt x="2403" y="1718"/>
                      <a:pt x="2403" y="1743"/>
                      <a:pt x="2386" y="1743"/>
                    </a:cubicBezTo>
                    <a:lnTo>
                      <a:pt x="2386" y="1726"/>
                    </a:lnTo>
                    <a:lnTo>
                      <a:pt x="2386" y="1726"/>
                    </a:lnTo>
                    <a:cubicBezTo>
                      <a:pt x="2361" y="1760"/>
                      <a:pt x="2395" y="1760"/>
                      <a:pt x="2361" y="1777"/>
                    </a:cubicBezTo>
                    <a:cubicBezTo>
                      <a:pt x="2358" y="1788"/>
                      <a:pt x="2360" y="1791"/>
                      <a:pt x="2363" y="1791"/>
                    </a:cubicBezTo>
                    <a:cubicBezTo>
                      <a:pt x="2368" y="1791"/>
                      <a:pt x="2376" y="1785"/>
                      <a:pt x="2381" y="1785"/>
                    </a:cubicBezTo>
                    <a:cubicBezTo>
                      <a:pt x="2384" y="1785"/>
                      <a:pt x="2386" y="1787"/>
                      <a:pt x="2386" y="1794"/>
                    </a:cubicBezTo>
                    <a:cubicBezTo>
                      <a:pt x="2353" y="1811"/>
                      <a:pt x="2403" y="1862"/>
                      <a:pt x="2336" y="1879"/>
                    </a:cubicBezTo>
                    <a:cubicBezTo>
                      <a:pt x="2336" y="1862"/>
                      <a:pt x="2310" y="1853"/>
                      <a:pt x="2336" y="1828"/>
                    </a:cubicBezTo>
                    <a:lnTo>
                      <a:pt x="2293" y="1828"/>
                    </a:lnTo>
                    <a:cubicBezTo>
                      <a:pt x="2310" y="1802"/>
                      <a:pt x="2319" y="1794"/>
                      <a:pt x="2336" y="1777"/>
                    </a:cubicBezTo>
                    <a:cubicBezTo>
                      <a:pt x="2327" y="1743"/>
                      <a:pt x="2310" y="1726"/>
                      <a:pt x="2310" y="1693"/>
                    </a:cubicBezTo>
                    <a:lnTo>
                      <a:pt x="2310" y="1693"/>
                    </a:lnTo>
                    <a:cubicBezTo>
                      <a:pt x="2302" y="1709"/>
                      <a:pt x="2327" y="1735"/>
                      <a:pt x="2302" y="1743"/>
                    </a:cubicBezTo>
                    <a:cubicBezTo>
                      <a:pt x="2298" y="1744"/>
                      <a:pt x="2296" y="1745"/>
                      <a:pt x="2294" y="1745"/>
                    </a:cubicBezTo>
                    <a:cubicBezTo>
                      <a:pt x="2285" y="1745"/>
                      <a:pt x="2288" y="1736"/>
                      <a:pt x="2291" y="1728"/>
                    </a:cubicBezTo>
                    <a:lnTo>
                      <a:pt x="2291" y="1728"/>
                    </a:lnTo>
                    <a:cubicBezTo>
                      <a:pt x="2284" y="1743"/>
                      <a:pt x="2272" y="1743"/>
                      <a:pt x="2261" y="1743"/>
                    </a:cubicBezTo>
                    <a:cubicBezTo>
                      <a:pt x="2247" y="1743"/>
                      <a:pt x="2234" y="1743"/>
                      <a:pt x="2234" y="1769"/>
                    </a:cubicBezTo>
                    <a:cubicBezTo>
                      <a:pt x="2260" y="1794"/>
                      <a:pt x="2260" y="1802"/>
                      <a:pt x="2293" y="1802"/>
                    </a:cubicBezTo>
                    <a:cubicBezTo>
                      <a:pt x="2287" y="1812"/>
                      <a:pt x="2278" y="1817"/>
                      <a:pt x="2268" y="1820"/>
                    </a:cubicBezTo>
                    <a:lnTo>
                      <a:pt x="2268" y="1820"/>
                    </a:lnTo>
                    <a:cubicBezTo>
                      <a:pt x="2268" y="1820"/>
                      <a:pt x="2268" y="1820"/>
                      <a:pt x="2268" y="1819"/>
                    </a:cubicBezTo>
                    <a:cubicBezTo>
                      <a:pt x="2268" y="1820"/>
                      <a:pt x="2268" y="1820"/>
                      <a:pt x="2268" y="1820"/>
                    </a:cubicBezTo>
                    <a:lnTo>
                      <a:pt x="2268" y="1820"/>
                    </a:lnTo>
                    <a:cubicBezTo>
                      <a:pt x="2268" y="1820"/>
                      <a:pt x="2268" y="1820"/>
                      <a:pt x="2268" y="1820"/>
                    </a:cubicBezTo>
                    <a:lnTo>
                      <a:pt x="2268" y="1820"/>
                    </a:lnTo>
                    <a:cubicBezTo>
                      <a:pt x="2269" y="1845"/>
                      <a:pt x="2310" y="1853"/>
                      <a:pt x="2285" y="1879"/>
                    </a:cubicBezTo>
                    <a:cubicBezTo>
                      <a:pt x="2282" y="1880"/>
                      <a:pt x="2279" y="1881"/>
                      <a:pt x="2278" y="1881"/>
                    </a:cubicBezTo>
                    <a:cubicBezTo>
                      <a:pt x="2271" y="1881"/>
                      <a:pt x="2275" y="1869"/>
                      <a:pt x="2268" y="1862"/>
                    </a:cubicBezTo>
                    <a:cubicBezTo>
                      <a:pt x="2217" y="1938"/>
                      <a:pt x="2167" y="1879"/>
                      <a:pt x="2124" y="1938"/>
                    </a:cubicBezTo>
                    <a:cubicBezTo>
                      <a:pt x="2133" y="1912"/>
                      <a:pt x="2175" y="1904"/>
                      <a:pt x="2183" y="1862"/>
                    </a:cubicBezTo>
                    <a:cubicBezTo>
                      <a:pt x="2181" y="1861"/>
                      <a:pt x="2179" y="1861"/>
                      <a:pt x="2177" y="1861"/>
                    </a:cubicBezTo>
                    <a:cubicBezTo>
                      <a:pt x="2158" y="1861"/>
                      <a:pt x="2157" y="1897"/>
                      <a:pt x="2141" y="1912"/>
                    </a:cubicBezTo>
                    <a:cubicBezTo>
                      <a:pt x="2150" y="1887"/>
                      <a:pt x="2141" y="1879"/>
                      <a:pt x="2116" y="1879"/>
                    </a:cubicBezTo>
                    <a:lnTo>
                      <a:pt x="2116" y="1896"/>
                    </a:lnTo>
                    <a:cubicBezTo>
                      <a:pt x="2107" y="1904"/>
                      <a:pt x="2082" y="1912"/>
                      <a:pt x="2082" y="1912"/>
                    </a:cubicBezTo>
                    <a:lnTo>
                      <a:pt x="2107" y="1912"/>
                    </a:lnTo>
                    <a:cubicBezTo>
                      <a:pt x="2090" y="1963"/>
                      <a:pt x="2057" y="1997"/>
                      <a:pt x="2014" y="2022"/>
                    </a:cubicBezTo>
                    <a:cubicBezTo>
                      <a:pt x="1989" y="1989"/>
                      <a:pt x="2065" y="1955"/>
                      <a:pt x="2014" y="1955"/>
                    </a:cubicBezTo>
                    <a:cubicBezTo>
                      <a:pt x="1997" y="1980"/>
                      <a:pt x="2006" y="2022"/>
                      <a:pt x="1963" y="2031"/>
                    </a:cubicBezTo>
                    <a:cubicBezTo>
                      <a:pt x="1963" y="2016"/>
                      <a:pt x="1959" y="2013"/>
                      <a:pt x="1953" y="2013"/>
                    </a:cubicBezTo>
                    <a:cubicBezTo>
                      <a:pt x="1947" y="2013"/>
                      <a:pt x="1940" y="2016"/>
                      <a:pt x="1935" y="2016"/>
                    </a:cubicBezTo>
                    <a:cubicBezTo>
                      <a:pt x="1933" y="2016"/>
                      <a:pt x="1931" y="2015"/>
                      <a:pt x="1930" y="2014"/>
                    </a:cubicBezTo>
                    <a:lnTo>
                      <a:pt x="1913" y="2082"/>
                    </a:lnTo>
                    <a:cubicBezTo>
                      <a:pt x="1887" y="2090"/>
                      <a:pt x="1870" y="2107"/>
                      <a:pt x="1854" y="2132"/>
                    </a:cubicBezTo>
                    <a:cubicBezTo>
                      <a:pt x="1862" y="2124"/>
                      <a:pt x="1870" y="2115"/>
                      <a:pt x="1879" y="2115"/>
                    </a:cubicBezTo>
                    <a:cubicBezTo>
                      <a:pt x="1879" y="2175"/>
                      <a:pt x="1820" y="2141"/>
                      <a:pt x="1794" y="2183"/>
                    </a:cubicBezTo>
                    <a:lnTo>
                      <a:pt x="1803" y="2158"/>
                    </a:lnTo>
                    <a:lnTo>
                      <a:pt x="1803" y="2158"/>
                    </a:lnTo>
                    <a:cubicBezTo>
                      <a:pt x="1769" y="2175"/>
                      <a:pt x="1752" y="2200"/>
                      <a:pt x="1744" y="2234"/>
                    </a:cubicBezTo>
                    <a:lnTo>
                      <a:pt x="1727" y="2209"/>
                    </a:lnTo>
                    <a:lnTo>
                      <a:pt x="1727" y="2209"/>
                    </a:lnTo>
                    <a:cubicBezTo>
                      <a:pt x="1744" y="2242"/>
                      <a:pt x="1701" y="2285"/>
                      <a:pt x="1701" y="2302"/>
                    </a:cubicBezTo>
                    <a:cubicBezTo>
                      <a:pt x="1752" y="2234"/>
                      <a:pt x="1777" y="2285"/>
                      <a:pt x="1820" y="2209"/>
                    </a:cubicBezTo>
                    <a:lnTo>
                      <a:pt x="1820" y="2209"/>
                    </a:lnTo>
                    <a:cubicBezTo>
                      <a:pt x="1820" y="2255"/>
                      <a:pt x="1806" y="2273"/>
                      <a:pt x="1803" y="2314"/>
                    </a:cubicBezTo>
                    <a:lnTo>
                      <a:pt x="1803" y="2314"/>
                    </a:lnTo>
                    <a:cubicBezTo>
                      <a:pt x="1813" y="2306"/>
                      <a:pt x="1827" y="2301"/>
                      <a:pt x="1839" y="2301"/>
                    </a:cubicBezTo>
                    <a:cubicBezTo>
                      <a:pt x="1843" y="2301"/>
                      <a:pt x="1847" y="2302"/>
                      <a:pt x="1850" y="2304"/>
                    </a:cubicBezTo>
                    <a:lnTo>
                      <a:pt x="1850" y="2304"/>
                    </a:lnTo>
                    <a:cubicBezTo>
                      <a:pt x="1836" y="2273"/>
                      <a:pt x="1887" y="2249"/>
                      <a:pt x="1887" y="2217"/>
                    </a:cubicBezTo>
                    <a:cubicBezTo>
                      <a:pt x="1898" y="2209"/>
                      <a:pt x="1907" y="2206"/>
                      <a:pt x="1916" y="2206"/>
                    </a:cubicBezTo>
                    <a:cubicBezTo>
                      <a:pt x="1932" y="2206"/>
                      <a:pt x="1946" y="2216"/>
                      <a:pt x="1958" y="2216"/>
                    </a:cubicBezTo>
                    <a:cubicBezTo>
                      <a:pt x="1966" y="2216"/>
                      <a:pt x="1973" y="2212"/>
                      <a:pt x="1980" y="2200"/>
                    </a:cubicBezTo>
                    <a:lnTo>
                      <a:pt x="1955" y="2192"/>
                    </a:lnTo>
                    <a:cubicBezTo>
                      <a:pt x="1972" y="2158"/>
                      <a:pt x="2006" y="2132"/>
                      <a:pt x="2040" y="2124"/>
                    </a:cubicBezTo>
                    <a:lnTo>
                      <a:pt x="2040" y="2124"/>
                    </a:lnTo>
                    <a:cubicBezTo>
                      <a:pt x="2057" y="2141"/>
                      <a:pt x="2014" y="2132"/>
                      <a:pt x="2014" y="2149"/>
                    </a:cubicBezTo>
                    <a:lnTo>
                      <a:pt x="2048" y="2158"/>
                    </a:lnTo>
                    <a:cubicBezTo>
                      <a:pt x="2048" y="2164"/>
                      <a:pt x="2043" y="2180"/>
                      <a:pt x="2037" y="2180"/>
                    </a:cubicBezTo>
                    <a:cubicBezTo>
                      <a:pt x="2035" y="2180"/>
                      <a:pt x="2033" y="2179"/>
                      <a:pt x="2031" y="2175"/>
                    </a:cubicBezTo>
                    <a:lnTo>
                      <a:pt x="2031" y="2175"/>
                    </a:lnTo>
                    <a:cubicBezTo>
                      <a:pt x="2031" y="2180"/>
                      <a:pt x="2035" y="2194"/>
                      <a:pt x="2043" y="2194"/>
                    </a:cubicBezTo>
                    <a:cubicBezTo>
                      <a:pt x="2047" y="2194"/>
                      <a:pt x="2051" y="2191"/>
                      <a:pt x="2057" y="2183"/>
                    </a:cubicBezTo>
                    <a:lnTo>
                      <a:pt x="2057" y="2217"/>
                    </a:lnTo>
                    <a:lnTo>
                      <a:pt x="2065" y="2217"/>
                    </a:lnTo>
                    <a:lnTo>
                      <a:pt x="2048" y="2234"/>
                    </a:lnTo>
                    <a:cubicBezTo>
                      <a:pt x="2037" y="2234"/>
                      <a:pt x="2029" y="2238"/>
                      <a:pt x="2018" y="2238"/>
                    </a:cubicBezTo>
                    <a:cubicBezTo>
                      <a:pt x="2012" y="2238"/>
                      <a:pt x="2006" y="2237"/>
                      <a:pt x="1997" y="2234"/>
                    </a:cubicBezTo>
                    <a:cubicBezTo>
                      <a:pt x="1997" y="2225"/>
                      <a:pt x="2006" y="2209"/>
                      <a:pt x="2006" y="2209"/>
                    </a:cubicBezTo>
                    <a:cubicBezTo>
                      <a:pt x="1989" y="2209"/>
                      <a:pt x="1972" y="2217"/>
                      <a:pt x="1963" y="2234"/>
                    </a:cubicBezTo>
                    <a:cubicBezTo>
                      <a:pt x="1971" y="2230"/>
                      <a:pt x="1977" y="2228"/>
                      <a:pt x="1981" y="2228"/>
                    </a:cubicBezTo>
                    <a:cubicBezTo>
                      <a:pt x="1995" y="2228"/>
                      <a:pt x="1995" y="2246"/>
                      <a:pt x="2014" y="2259"/>
                    </a:cubicBezTo>
                    <a:cubicBezTo>
                      <a:pt x="1997" y="2276"/>
                      <a:pt x="1963" y="2293"/>
                      <a:pt x="1963" y="2302"/>
                    </a:cubicBezTo>
                    <a:cubicBezTo>
                      <a:pt x="1955" y="2304"/>
                      <a:pt x="1946" y="2306"/>
                      <a:pt x="1937" y="2306"/>
                    </a:cubicBezTo>
                    <a:cubicBezTo>
                      <a:pt x="1919" y="2306"/>
                      <a:pt x="1904" y="2299"/>
                      <a:pt x="1904" y="2276"/>
                    </a:cubicBezTo>
                    <a:cubicBezTo>
                      <a:pt x="1896" y="2302"/>
                      <a:pt x="1879" y="2302"/>
                      <a:pt x="1879" y="2335"/>
                    </a:cubicBezTo>
                    <a:cubicBezTo>
                      <a:pt x="1881" y="2326"/>
                      <a:pt x="1883" y="2323"/>
                      <a:pt x="1887" y="2323"/>
                    </a:cubicBezTo>
                    <a:cubicBezTo>
                      <a:pt x="1894" y="2323"/>
                      <a:pt x="1904" y="2340"/>
                      <a:pt x="1914" y="2340"/>
                    </a:cubicBezTo>
                    <a:cubicBezTo>
                      <a:pt x="1920" y="2340"/>
                      <a:pt x="1925" y="2335"/>
                      <a:pt x="1930" y="2319"/>
                    </a:cubicBezTo>
                    <a:lnTo>
                      <a:pt x="1930" y="2319"/>
                    </a:lnTo>
                    <a:cubicBezTo>
                      <a:pt x="1963" y="2344"/>
                      <a:pt x="1913" y="2369"/>
                      <a:pt x="1887" y="2369"/>
                    </a:cubicBezTo>
                    <a:cubicBezTo>
                      <a:pt x="1887" y="2352"/>
                      <a:pt x="1870" y="2352"/>
                      <a:pt x="1870" y="2335"/>
                    </a:cubicBezTo>
                    <a:lnTo>
                      <a:pt x="1870" y="2335"/>
                    </a:lnTo>
                    <a:cubicBezTo>
                      <a:pt x="1857" y="2368"/>
                      <a:pt x="1870" y="2381"/>
                      <a:pt x="1888" y="2381"/>
                    </a:cubicBezTo>
                    <a:cubicBezTo>
                      <a:pt x="1893" y="2381"/>
                      <a:pt x="1899" y="2380"/>
                      <a:pt x="1904" y="2378"/>
                    </a:cubicBezTo>
                    <a:lnTo>
                      <a:pt x="1904" y="2378"/>
                    </a:lnTo>
                    <a:lnTo>
                      <a:pt x="1887" y="2420"/>
                    </a:lnTo>
                    <a:lnTo>
                      <a:pt x="1862" y="2454"/>
                    </a:lnTo>
                    <a:lnTo>
                      <a:pt x="1862" y="2437"/>
                    </a:lnTo>
                    <a:cubicBezTo>
                      <a:pt x="1852" y="2426"/>
                      <a:pt x="1841" y="2416"/>
                      <a:pt x="1837" y="2412"/>
                    </a:cubicBezTo>
                    <a:lnTo>
                      <a:pt x="1811" y="2412"/>
                    </a:lnTo>
                    <a:lnTo>
                      <a:pt x="1828" y="2386"/>
                    </a:lnTo>
                    <a:cubicBezTo>
                      <a:pt x="1824" y="2384"/>
                      <a:pt x="1821" y="2383"/>
                      <a:pt x="1819" y="2383"/>
                    </a:cubicBezTo>
                    <a:cubicBezTo>
                      <a:pt x="1806" y="2383"/>
                      <a:pt x="1807" y="2413"/>
                      <a:pt x="1791" y="2413"/>
                    </a:cubicBezTo>
                    <a:cubicBezTo>
                      <a:pt x="1790" y="2413"/>
                      <a:pt x="1788" y="2412"/>
                      <a:pt x="1786" y="2412"/>
                    </a:cubicBezTo>
                    <a:cubicBezTo>
                      <a:pt x="1762" y="2412"/>
                      <a:pt x="1790" y="2360"/>
                      <a:pt x="1794" y="2333"/>
                    </a:cubicBezTo>
                    <a:lnTo>
                      <a:pt x="1794" y="2333"/>
                    </a:lnTo>
                    <a:cubicBezTo>
                      <a:pt x="1793" y="2333"/>
                      <a:pt x="1791" y="2333"/>
                      <a:pt x="1790" y="2333"/>
                    </a:cubicBezTo>
                    <a:cubicBezTo>
                      <a:pt x="1786" y="2333"/>
                      <a:pt x="1782" y="2331"/>
                      <a:pt x="1777" y="2327"/>
                    </a:cubicBezTo>
                    <a:lnTo>
                      <a:pt x="1777" y="2327"/>
                    </a:lnTo>
                    <a:cubicBezTo>
                      <a:pt x="1777" y="2344"/>
                      <a:pt x="1786" y="2369"/>
                      <a:pt x="1777" y="2386"/>
                    </a:cubicBezTo>
                    <a:lnTo>
                      <a:pt x="1769" y="2378"/>
                    </a:lnTo>
                    <a:cubicBezTo>
                      <a:pt x="1710" y="2403"/>
                      <a:pt x="1760" y="2462"/>
                      <a:pt x="1710" y="2488"/>
                    </a:cubicBezTo>
                    <a:cubicBezTo>
                      <a:pt x="1684" y="2462"/>
                      <a:pt x="1718" y="2420"/>
                      <a:pt x="1735" y="2378"/>
                    </a:cubicBezTo>
                    <a:cubicBezTo>
                      <a:pt x="1693" y="2369"/>
                      <a:pt x="1769" y="2335"/>
                      <a:pt x="1710" y="2319"/>
                    </a:cubicBezTo>
                    <a:lnTo>
                      <a:pt x="1710" y="2319"/>
                    </a:lnTo>
                    <a:lnTo>
                      <a:pt x="1710" y="2344"/>
                    </a:lnTo>
                    <a:cubicBezTo>
                      <a:pt x="1706" y="2346"/>
                      <a:pt x="1704" y="2346"/>
                      <a:pt x="1702" y="2346"/>
                    </a:cubicBezTo>
                    <a:cubicBezTo>
                      <a:pt x="1693" y="2346"/>
                      <a:pt x="1693" y="2334"/>
                      <a:pt x="1693" y="2327"/>
                    </a:cubicBezTo>
                    <a:cubicBezTo>
                      <a:pt x="1684" y="2352"/>
                      <a:pt x="1684" y="2344"/>
                      <a:pt x="1684" y="2361"/>
                    </a:cubicBezTo>
                    <a:cubicBezTo>
                      <a:pt x="1670" y="2375"/>
                      <a:pt x="1662" y="2380"/>
                      <a:pt x="1656" y="2380"/>
                    </a:cubicBezTo>
                    <a:cubicBezTo>
                      <a:pt x="1643" y="2380"/>
                      <a:pt x="1646" y="2350"/>
                      <a:pt x="1622" y="2350"/>
                    </a:cubicBezTo>
                    <a:cubicBezTo>
                      <a:pt x="1615" y="2350"/>
                      <a:pt x="1605" y="2353"/>
                      <a:pt x="1591" y="2361"/>
                    </a:cubicBezTo>
                    <a:cubicBezTo>
                      <a:pt x="1591" y="2344"/>
                      <a:pt x="1608" y="2335"/>
                      <a:pt x="1591" y="2319"/>
                    </a:cubicBezTo>
                    <a:lnTo>
                      <a:pt x="1634" y="2293"/>
                    </a:lnTo>
                    <a:lnTo>
                      <a:pt x="1617" y="2276"/>
                    </a:lnTo>
                    <a:cubicBezTo>
                      <a:pt x="1574" y="2310"/>
                      <a:pt x="1557" y="2361"/>
                      <a:pt x="1574" y="2412"/>
                    </a:cubicBezTo>
                    <a:cubicBezTo>
                      <a:pt x="1581" y="2397"/>
                      <a:pt x="1586" y="2393"/>
                      <a:pt x="1591" y="2393"/>
                    </a:cubicBezTo>
                    <a:cubicBezTo>
                      <a:pt x="1601" y="2393"/>
                      <a:pt x="1606" y="2421"/>
                      <a:pt x="1621" y="2421"/>
                    </a:cubicBezTo>
                    <a:cubicBezTo>
                      <a:pt x="1622" y="2421"/>
                      <a:pt x="1624" y="2421"/>
                      <a:pt x="1625" y="2420"/>
                    </a:cubicBezTo>
                    <a:lnTo>
                      <a:pt x="1625" y="2420"/>
                    </a:lnTo>
                    <a:cubicBezTo>
                      <a:pt x="1625" y="2437"/>
                      <a:pt x="1608" y="2428"/>
                      <a:pt x="1608" y="2437"/>
                    </a:cubicBezTo>
                    <a:cubicBezTo>
                      <a:pt x="1608" y="2444"/>
                      <a:pt x="1595" y="2465"/>
                      <a:pt x="1603" y="2475"/>
                    </a:cubicBezTo>
                    <a:lnTo>
                      <a:pt x="1603" y="2475"/>
                    </a:lnTo>
                    <a:cubicBezTo>
                      <a:pt x="1587" y="2464"/>
                      <a:pt x="1569" y="2460"/>
                      <a:pt x="1551" y="2460"/>
                    </a:cubicBezTo>
                    <a:cubicBezTo>
                      <a:pt x="1530" y="2460"/>
                      <a:pt x="1510" y="2465"/>
                      <a:pt x="1492" y="2465"/>
                    </a:cubicBezTo>
                    <a:cubicBezTo>
                      <a:pt x="1471" y="2465"/>
                      <a:pt x="1454" y="2458"/>
                      <a:pt x="1447" y="2428"/>
                    </a:cubicBezTo>
                    <a:cubicBezTo>
                      <a:pt x="1431" y="2432"/>
                      <a:pt x="1413" y="2448"/>
                      <a:pt x="1394" y="2470"/>
                    </a:cubicBezTo>
                    <a:lnTo>
                      <a:pt x="1394" y="2470"/>
                    </a:lnTo>
                    <a:cubicBezTo>
                      <a:pt x="1390" y="2465"/>
                      <a:pt x="1384" y="2462"/>
                      <a:pt x="1371" y="2462"/>
                    </a:cubicBezTo>
                    <a:cubicBezTo>
                      <a:pt x="1371" y="2488"/>
                      <a:pt x="1321" y="2505"/>
                      <a:pt x="1337" y="2522"/>
                    </a:cubicBezTo>
                    <a:lnTo>
                      <a:pt x="1329" y="2513"/>
                    </a:lnTo>
                    <a:lnTo>
                      <a:pt x="1329" y="2513"/>
                    </a:lnTo>
                    <a:cubicBezTo>
                      <a:pt x="1312" y="2524"/>
                      <a:pt x="1326" y="2540"/>
                      <a:pt x="1323" y="2554"/>
                    </a:cubicBezTo>
                    <a:lnTo>
                      <a:pt x="1323" y="2554"/>
                    </a:lnTo>
                    <a:cubicBezTo>
                      <a:pt x="1328" y="2549"/>
                      <a:pt x="1333" y="2543"/>
                      <a:pt x="1338" y="2537"/>
                    </a:cubicBezTo>
                    <a:lnTo>
                      <a:pt x="1338" y="2537"/>
                    </a:lnTo>
                    <a:cubicBezTo>
                      <a:pt x="1336" y="2549"/>
                      <a:pt x="1341" y="2561"/>
                      <a:pt x="1329" y="2572"/>
                    </a:cubicBezTo>
                    <a:cubicBezTo>
                      <a:pt x="1325" y="2577"/>
                      <a:pt x="1321" y="2579"/>
                      <a:pt x="1316" y="2579"/>
                    </a:cubicBezTo>
                    <a:cubicBezTo>
                      <a:pt x="1312" y="2579"/>
                      <a:pt x="1308" y="2577"/>
                      <a:pt x="1304" y="2572"/>
                    </a:cubicBezTo>
                    <a:lnTo>
                      <a:pt x="1304" y="2547"/>
                    </a:lnTo>
                    <a:cubicBezTo>
                      <a:pt x="1211" y="2547"/>
                      <a:pt x="1278" y="2623"/>
                      <a:pt x="1253" y="2665"/>
                    </a:cubicBezTo>
                    <a:cubicBezTo>
                      <a:pt x="1259" y="2649"/>
                      <a:pt x="1255" y="2644"/>
                      <a:pt x="1245" y="2644"/>
                    </a:cubicBezTo>
                    <a:cubicBezTo>
                      <a:pt x="1229" y="2644"/>
                      <a:pt x="1201" y="2657"/>
                      <a:pt x="1185" y="2657"/>
                    </a:cubicBezTo>
                    <a:cubicBezTo>
                      <a:pt x="1177" y="2691"/>
                      <a:pt x="1177" y="2733"/>
                      <a:pt x="1134" y="2767"/>
                    </a:cubicBezTo>
                    <a:cubicBezTo>
                      <a:pt x="1121" y="2753"/>
                      <a:pt x="1096" y="2728"/>
                      <a:pt x="1074" y="2728"/>
                    </a:cubicBezTo>
                    <a:cubicBezTo>
                      <a:pt x="1068" y="2728"/>
                      <a:pt x="1063" y="2730"/>
                      <a:pt x="1058" y="2733"/>
                    </a:cubicBezTo>
                    <a:lnTo>
                      <a:pt x="1058" y="2758"/>
                    </a:lnTo>
                    <a:cubicBezTo>
                      <a:pt x="1033" y="2775"/>
                      <a:pt x="1016" y="2818"/>
                      <a:pt x="991" y="2818"/>
                    </a:cubicBezTo>
                    <a:cubicBezTo>
                      <a:pt x="961" y="2825"/>
                      <a:pt x="977" y="2853"/>
                      <a:pt x="993" y="2853"/>
                    </a:cubicBezTo>
                    <a:cubicBezTo>
                      <a:pt x="995" y="2853"/>
                      <a:pt x="997" y="2852"/>
                      <a:pt x="999" y="2851"/>
                    </a:cubicBezTo>
                    <a:lnTo>
                      <a:pt x="999" y="2851"/>
                    </a:lnTo>
                    <a:lnTo>
                      <a:pt x="991" y="2885"/>
                    </a:lnTo>
                    <a:lnTo>
                      <a:pt x="982" y="2877"/>
                    </a:lnTo>
                    <a:cubicBezTo>
                      <a:pt x="965" y="2928"/>
                      <a:pt x="940" y="2978"/>
                      <a:pt x="906" y="3021"/>
                    </a:cubicBezTo>
                    <a:cubicBezTo>
                      <a:pt x="906" y="2987"/>
                      <a:pt x="830" y="3012"/>
                      <a:pt x="872" y="2970"/>
                    </a:cubicBezTo>
                    <a:lnTo>
                      <a:pt x="872" y="2970"/>
                    </a:lnTo>
                    <a:cubicBezTo>
                      <a:pt x="872" y="2982"/>
                      <a:pt x="881" y="2990"/>
                      <a:pt x="896" y="2990"/>
                    </a:cubicBezTo>
                    <a:cubicBezTo>
                      <a:pt x="902" y="2990"/>
                      <a:pt x="908" y="2989"/>
                      <a:pt x="915" y="2987"/>
                    </a:cubicBezTo>
                    <a:cubicBezTo>
                      <a:pt x="931" y="2978"/>
                      <a:pt x="931" y="2945"/>
                      <a:pt x="931" y="2936"/>
                    </a:cubicBezTo>
                    <a:cubicBezTo>
                      <a:pt x="915" y="2919"/>
                      <a:pt x="898" y="2894"/>
                      <a:pt x="898" y="2877"/>
                    </a:cubicBezTo>
                    <a:cubicBezTo>
                      <a:pt x="889" y="2936"/>
                      <a:pt x="771" y="2978"/>
                      <a:pt x="805" y="3046"/>
                    </a:cubicBezTo>
                    <a:cubicBezTo>
                      <a:pt x="762" y="3088"/>
                      <a:pt x="711" y="3122"/>
                      <a:pt x="661" y="3156"/>
                    </a:cubicBezTo>
                    <a:cubicBezTo>
                      <a:pt x="669" y="3156"/>
                      <a:pt x="678" y="3164"/>
                      <a:pt x="678" y="3164"/>
                    </a:cubicBezTo>
                    <a:lnTo>
                      <a:pt x="618" y="3173"/>
                    </a:lnTo>
                    <a:lnTo>
                      <a:pt x="618" y="3164"/>
                    </a:lnTo>
                    <a:lnTo>
                      <a:pt x="576" y="3164"/>
                    </a:lnTo>
                    <a:cubicBezTo>
                      <a:pt x="559" y="3156"/>
                      <a:pt x="568" y="3139"/>
                      <a:pt x="576" y="3122"/>
                    </a:cubicBezTo>
                    <a:cubicBezTo>
                      <a:pt x="576" y="3118"/>
                      <a:pt x="578" y="3116"/>
                      <a:pt x="580" y="3116"/>
                    </a:cubicBezTo>
                    <a:cubicBezTo>
                      <a:pt x="582" y="3116"/>
                      <a:pt x="585" y="3118"/>
                      <a:pt x="585" y="3122"/>
                    </a:cubicBezTo>
                    <a:cubicBezTo>
                      <a:pt x="590" y="3108"/>
                      <a:pt x="589" y="3104"/>
                      <a:pt x="586" y="3104"/>
                    </a:cubicBezTo>
                    <a:cubicBezTo>
                      <a:pt x="581" y="3104"/>
                      <a:pt x="573" y="3109"/>
                      <a:pt x="567" y="3109"/>
                    </a:cubicBezTo>
                    <a:cubicBezTo>
                      <a:pt x="563" y="3109"/>
                      <a:pt x="559" y="3106"/>
                      <a:pt x="559" y="3097"/>
                    </a:cubicBezTo>
                    <a:cubicBezTo>
                      <a:pt x="568" y="3097"/>
                      <a:pt x="576" y="3080"/>
                      <a:pt x="576" y="3080"/>
                    </a:cubicBezTo>
                    <a:lnTo>
                      <a:pt x="576" y="3080"/>
                    </a:lnTo>
                    <a:cubicBezTo>
                      <a:pt x="541" y="3094"/>
                      <a:pt x="547" y="3126"/>
                      <a:pt x="520" y="3126"/>
                    </a:cubicBezTo>
                    <a:cubicBezTo>
                      <a:pt x="515" y="3126"/>
                      <a:pt x="508" y="3125"/>
                      <a:pt x="500" y="3122"/>
                    </a:cubicBezTo>
                    <a:cubicBezTo>
                      <a:pt x="500" y="3164"/>
                      <a:pt x="475" y="3198"/>
                      <a:pt x="441" y="3215"/>
                    </a:cubicBezTo>
                    <a:cubicBezTo>
                      <a:pt x="441" y="3210"/>
                      <a:pt x="439" y="3208"/>
                      <a:pt x="437" y="3208"/>
                    </a:cubicBezTo>
                    <a:cubicBezTo>
                      <a:pt x="431" y="3208"/>
                      <a:pt x="420" y="3219"/>
                      <a:pt x="413" y="3219"/>
                    </a:cubicBezTo>
                    <a:cubicBezTo>
                      <a:pt x="409" y="3219"/>
                      <a:pt x="407" y="3216"/>
                      <a:pt x="407" y="3207"/>
                    </a:cubicBezTo>
                    <a:cubicBezTo>
                      <a:pt x="407" y="3224"/>
                      <a:pt x="365" y="3232"/>
                      <a:pt x="373" y="3249"/>
                    </a:cubicBezTo>
                    <a:cubicBezTo>
                      <a:pt x="373" y="3241"/>
                      <a:pt x="382" y="3232"/>
                      <a:pt x="398" y="3232"/>
                    </a:cubicBezTo>
                    <a:cubicBezTo>
                      <a:pt x="390" y="3241"/>
                      <a:pt x="390" y="3274"/>
                      <a:pt x="382" y="3274"/>
                    </a:cubicBezTo>
                    <a:lnTo>
                      <a:pt x="373" y="3266"/>
                    </a:lnTo>
                    <a:lnTo>
                      <a:pt x="373" y="3266"/>
                    </a:lnTo>
                    <a:cubicBezTo>
                      <a:pt x="365" y="3291"/>
                      <a:pt x="415" y="3325"/>
                      <a:pt x="373" y="3351"/>
                    </a:cubicBezTo>
                    <a:cubicBezTo>
                      <a:pt x="357" y="3369"/>
                      <a:pt x="346" y="3376"/>
                      <a:pt x="339" y="3376"/>
                    </a:cubicBezTo>
                    <a:cubicBezTo>
                      <a:pt x="315" y="3376"/>
                      <a:pt x="342" y="3283"/>
                      <a:pt x="322" y="3283"/>
                    </a:cubicBezTo>
                    <a:cubicBezTo>
                      <a:pt x="331" y="3300"/>
                      <a:pt x="297" y="3342"/>
                      <a:pt x="272" y="3342"/>
                    </a:cubicBezTo>
                    <a:lnTo>
                      <a:pt x="272" y="3334"/>
                    </a:lnTo>
                    <a:cubicBezTo>
                      <a:pt x="263" y="3342"/>
                      <a:pt x="255" y="3359"/>
                      <a:pt x="238" y="3359"/>
                    </a:cubicBezTo>
                    <a:cubicBezTo>
                      <a:pt x="246" y="3384"/>
                      <a:pt x="255" y="3410"/>
                      <a:pt x="255" y="3435"/>
                    </a:cubicBezTo>
                    <a:lnTo>
                      <a:pt x="221" y="3469"/>
                    </a:lnTo>
                    <a:lnTo>
                      <a:pt x="221" y="3452"/>
                    </a:lnTo>
                    <a:cubicBezTo>
                      <a:pt x="212" y="3461"/>
                      <a:pt x="204" y="3469"/>
                      <a:pt x="195" y="3477"/>
                    </a:cubicBezTo>
                    <a:cubicBezTo>
                      <a:pt x="179" y="3469"/>
                      <a:pt x="195" y="3461"/>
                      <a:pt x="204" y="3444"/>
                    </a:cubicBezTo>
                    <a:cubicBezTo>
                      <a:pt x="198" y="3441"/>
                      <a:pt x="193" y="3440"/>
                      <a:pt x="189" y="3440"/>
                    </a:cubicBezTo>
                    <a:cubicBezTo>
                      <a:pt x="179" y="3440"/>
                      <a:pt x="179" y="3450"/>
                      <a:pt x="179" y="3469"/>
                    </a:cubicBezTo>
                    <a:lnTo>
                      <a:pt x="187" y="3469"/>
                    </a:lnTo>
                    <a:cubicBezTo>
                      <a:pt x="187" y="3484"/>
                      <a:pt x="168" y="3523"/>
                      <a:pt x="185" y="3523"/>
                    </a:cubicBezTo>
                    <a:cubicBezTo>
                      <a:pt x="187" y="3523"/>
                      <a:pt x="191" y="3522"/>
                      <a:pt x="195" y="3520"/>
                    </a:cubicBezTo>
                    <a:lnTo>
                      <a:pt x="195" y="3520"/>
                    </a:lnTo>
                    <a:cubicBezTo>
                      <a:pt x="187" y="3545"/>
                      <a:pt x="153" y="3528"/>
                      <a:pt x="145" y="3545"/>
                    </a:cubicBezTo>
                    <a:cubicBezTo>
                      <a:pt x="136" y="3537"/>
                      <a:pt x="145" y="3520"/>
                      <a:pt x="128" y="3520"/>
                    </a:cubicBezTo>
                    <a:cubicBezTo>
                      <a:pt x="111" y="3520"/>
                      <a:pt x="102" y="3537"/>
                      <a:pt x="94" y="3545"/>
                    </a:cubicBezTo>
                    <a:cubicBezTo>
                      <a:pt x="107" y="3545"/>
                      <a:pt x="105" y="3556"/>
                      <a:pt x="116" y="3556"/>
                    </a:cubicBezTo>
                    <a:cubicBezTo>
                      <a:pt x="119" y="3556"/>
                      <a:pt x="123" y="3555"/>
                      <a:pt x="128" y="3554"/>
                    </a:cubicBezTo>
                    <a:lnTo>
                      <a:pt x="128" y="3554"/>
                    </a:lnTo>
                    <a:cubicBezTo>
                      <a:pt x="122" y="3565"/>
                      <a:pt x="116" y="3585"/>
                      <a:pt x="113" y="3594"/>
                    </a:cubicBezTo>
                    <a:lnTo>
                      <a:pt x="113" y="3594"/>
                    </a:lnTo>
                    <a:cubicBezTo>
                      <a:pt x="119" y="3586"/>
                      <a:pt x="121" y="3579"/>
                      <a:pt x="136" y="3579"/>
                    </a:cubicBezTo>
                    <a:cubicBezTo>
                      <a:pt x="119" y="3604"/>
                      <a:pt x="94" y="3621"/>
                      <a:pt x="69" y="3621"/>
                    </a:cubicBezTo>
                    <a:cubicBezTo>
                      <a:pt x="69" y="3621"/>
                      <a:pt x="69" y="3613"/>
                      <a:pt x="69" y="3613"/>
                    </a:cubicBezTo>
                    <a:cubicBezTo>
                      <a:pt x="60" y="3655"/>
                      <a:pt x="18" y="3680"/>
                      <a:pt x="18" y="3723"/>
                    </a:cubicBezTo>
                    <a:lnTo>
                      <a:pt x="26" y="3723"/>
                    </a:lnTo>
                    <a:cubicBezTo>
                      <a:pt x="26" y="3714"/>
                      <a:pt x="43" y="3706"/>
                      <a:pt x="52" y="3706"/>
                    </a:cubicBezTo>
                    <a:cubicBezTo>
                      <a:pt x="35" y="3731"/>
                      <a:pt x="94" y="3706"/>
                      <a:pt x="77" y="3748"/>
                    </a:cubicBezTo>
                    <a:cubicBezTo>
                      <a:pt x="52" y="3782"/>
                      <a:pt x="1" y="3774"/>
                      <a:pt x="9" y="3816"/>
                    </a:cubicBezTo>
                    <a:cubicBezTo>
                      <a:pt x="43" y="3799"/>
                      <a:pt x="94" y="3782"/>
                      <a:pt x="94" y="3757"/>
                    </a:cubicBezTo>
                    <a:lnTo>
                      <a:pt x="94" y="3757"/>
                    </a:lnTo>
                    <a:lnTo>
                      <a:pt x="77" y="3774"/>
                    </a:lnTo>
                    <a:lnTo>
                      <a:pt x="85" y="3706"/>
                    </a:lnTo>
                    <a:cubicBezTo>
                      <a:pt x="87" y="3707"/>
                      <a:pt x="88" y="3707"/>
                      <a:pt x="89" y="3707"/>
                    </a:cubicBezTo>
                    <a:cubicBezTo>
                      <a:pt x="102" y="3707"/>
                      <a:pt x="114" y="3682"/>
                      <a:pt x="126" y="3682"/>
                    </a:cubicBezTo>
                    <a:cubicBezTo>
                      <a:pt x="129" y="3682"/>
                      <a:pt x="133" y="3684"/>
                      <a:pt x="136" y="3689"/>
                    </a:cubicBezTo>
                    <a:cubicBezTo>
                      <a:pt x="128" y="3706"/>
                      <a:pt x="111" y="3714"/>
                      <a:pt x="102" y="3723"/>
                    </a:cubicBezTo>
                    <a:cubicBezTo>
                      <a:pt x="103" y="3724"/>
                      <a:pt x="105" y="3724"/>
                      <a:pt x="106" y="3724"/>
                    </a:cubicBezTo>
                    <a:cubicBezTo>
                      <a:pt x="118" y="3724"/>
                      <a:pt x="147" y="3696"/>
                      <a:pt x="162" y="3689"/>
                    </a:cubicBezTo>
                    <a:lnTo>
                      <a:pt x="162" y="3689"/>
                    </a:lnTo>
                    <a:lnTo>
                      <a:pt x="136" y="3697"/>
                    </a:lnTo>
                    <a:cubicBezTo>
                      <a:pt x="153" y="3655"/>
                      <a:pt x="204" y="3621"/>
                      <a:pt x="229" y="3579"/>
                    </a:cubicBezTo>
                    <a:lnTo>
                      <a:pt x="229" y="3579"/>
                    </a:lnTo>
                    <a:cubicBezTo>
                      <a:pt x="224" y="3593"/>
                      <a:pt x="226" y="3597"/>
                      <a:pt x="232" y="3597"/>
                    </a:cubicBezTo>
                    <a:cubicBezTo>
                      <a:pt x="239" y="3597"/>
                      <a:pt x="250" y="3592"/>
                      <a:pt x="257" y="3592"/>
                    </a:cubicBezTo>
                    <a:cubicBezTo>
                      <a:pt x="262" y="3592"/>
                      <a:pt x="266" y="3595"/>
                      <a:pt x="263" y="3604"/>
                    </a:cubicBezTo>
                    <a:cubicBezTo>
                      <a:pt x="263" y="3621"/>
                      <a:pt x="238" y="3621"/>
                      <a:pt x="246" y="3621"/>
                    </a:cubicBezTo>
                    <a:cubicBezTo>
                      <a:pt x="251" y="3628"/>
                      <a:pt x="255" y="3631"/>
                      <a:pt x="259" y="3631"/>
                    </a:cubicBezTo>
                    <a:cubicBezTo>
                      <a:pt x="267" y="3631"/>
                      <a:pt x="274" y="3620"/>
                      <a:pt x="283" y="3620"/>
                    </a:cubicBezTo>
                    <a:cubicBezTo>
                      <a:pt x="285" y="3620"/>
                      <a:pt x="287" y="3620"/>
                      <a:pt x="289" y="3621"/>
                    </a:cubicBezTo>
                    <a:cubicBezTo>
                      <a:pt x="280" y="3604"/>
                      <a:pt x="314" y="3571"/>
                      <a:pt x="280" y="3571"/>
                    </a:cubicBezTo>
                    <a:cubicBezTo>
                      <a:pt x="297" y="3571"/>
                      <a:pt x="305" y="3537"/>
                      <a:pt x="331" y="3537"/>
                    </a:cubicBezTo>
                    <a:cubicBezTo>
                      <a:pt x="305" y="3511"/>
                      <a:pt x="348" y="3494"/>
                      <a:pt x="348" y="3486"/>
                    </a:cubicBezTo>
                    <a:cubicBezTo>
                      <a:pt x="352" y="3482"/>
                      <a:pt x="356" y="3480"/>
                      <a:pt x="360" y="3480"/>
                    </a:cubicBezTo>
                    <a:cubicBezTo>
                      <a:pt x="365" y="3480"/>
                      <a:pt x="369" y="3482"/>
                      <a:pt x="373" y="3486"/>
                    </a:cubicBezTo>
                    <a:cubicBezTo>
                      <a:pt x="365" y="3503"/>
                      <a:pt x="356" y="3520"/>
                      <a:pt x="348" y="3545"/>
                    </a:cubicBezTo>
                    <a:cubicBezTo>
                      <a:pt x="331" y="3554"/>
                      <a:pt x="322" y="3562"/>
                      <a:pt x="331" y="3562"/>
                    </a:cubicBezTo>
                    <a:lnTo>
                      <a:pt x="331" y="3571"/>
                    </a:lnTo>
                    <a:cubicBezTo>
                      <a:pt x="314" y="3621"/>
                      <a:pt x="297" y="3672"/>
                      <a:pt x="289" y="3697"/>
                    </a:cubicBezTo>
                    <a:lnTo>
                      <a:pt x="289" y="3672"/>
                    </a:lnTo>
                    <a:cubicBezTo>
                      <a:pt x="280" y="3723"/>
                      <a:pt x="229" y="3714"/>
                      <a:pt x="221" y="3757"/>
                    </a:cubicBezTo>
                    <a:lnTo>
                      <a:pt x="212" y="3757"/>
                    </a:lnTo>
                    <a:cubicBezTo>
                      <a:pt x="191" y="3767"/>
                      <a:pt x="190" y="3794"/>
                      <a:pt x="182" y="3813"/>
                    </a:cubicBezTo>
                    <a:lnTo>
                      <a:pt x="182" y="3813"/>
                    </a:lnTo>
                    <a:cubicBezTo>
                      <a:pt x="183" y="3811"/>
                      <a:pt x="185" y="3809"/>
                      <a:pt x="187" y="3807"/>
                    </a:cubicBezTo>
                    <a:lnTo>
                      <a:pt x="187" y="3807"/>
                    </a:lnTo>
                    <a:cubicBezTo>
                      <a:pt x="187" y="3824"/>
                      <a:pt x="179" y="3850"/>
                      <a:pt x="170" y="3858"/>
                    </a:cubicBezTo>
                    <a:lnTo>
                      <a:pt x="187" y="3883"/>
                    </a:lnTo>
                    <a:cubicBezTo>
                      <a:pt x="187" y="3917"/>
                      <a:pt x="145" y="3900"/>
                      <a:pt x="145" y="3934"/>
                    </a:cubicBezTo>
                    <a:lnTo>
                      <a:pt x="170" y="3934"/>
                    </a:lnTo>
                    <a:cubicBezTo>
                      <a:pt x="187" y="3926"/>
                      <a:pt x="187" y="3917"/>
                      <a:pt x="187" y="3909"/>
                    </a:cubicBezTo>
                    <a:cubicBezTo>
                      <a:pt x="193" y="3897"/>
                      <a:pt x="201" y="3894"/>
                      <a:pt x="210" y="3894"/>
                    </a:cubicBezTo>
                    <a:cubicBezTo>
                      <a:pt x="223" y="3894"/>
                      <a:pt x="239" y="3902"/>
                      <a:pt x="254" y="3902"/>
                    </a:cubicBezTo>
                    <a:cubicBezTo>
                      <a:pt x="257" y="3902"/>
                      <a:pt x="260" y="3901"/>
                      <a:pt x="263" y="3900"/>
                    </a:cubicBezTo>
                    <a:cubicBezTo>
                      <a:pt x="280" y="3900"/>
                      <a:pt x="280" y="3934"/>
                      <a:pt x="289" y="3943"/>
                    </a:cubicBezTo>
                    <a:cubicBezTo>
                      <a:pt x="305" y="3926"/>
                      <a:pt x="289" y="3900"/>
                      <a:pt x="305" y="3875"/>
                    </a:cubicBezTo>
                    <a:cubicBezTo>
                      <a:pt x="314" y="3875"/>
                      <a:pt x="314" y="3892"/>
                      <a:pt x="314" y="3892"/>
                    </a:cubicBezTo>
                    <a:lnTo>
                      <a:pt x="322" y="3867"/>
                    </a:lnTo>
                    <a:cubicBezTo>
                      <a:pt x="327" y="3867"/>
                      <a:pt x="345" y="3857"/>
                      <a:pt x="356" y="3857"/>
                    </a:cubicBezTo>
                    <a:cubicBezTo>
                      <a:pt x="363" y="3857"/>
                      <a:pt x="368" y="3862"/>
                      <a:pt x="365" y="3875"/>
                    </a:cubicBezTo>
                    <a:lnTo>
                      <a:pt x="348" y="3892"/>
                    </a:lnTo>
                    <a:cubicBezTo>
                      <a:pt x="377" y="3880"/>
                      <a:pt x="419" y="3864"/>
                      <a:pt x="447" y="3864"/>
                    </a:cubicBezTo>
                    <a:cubicBezTo>
                      <a:pt x="460" y="3864"/>
                      <a:pt x="469" y="3867"/>
                      <a:pt x="475" y="3875"/>
                    </a:cubicBezTo>
                    <a:cubicBezTo>
                      <a:pt x="500" y="3867"/>
                      <a:pt x="483" y="3858"/>
                      <a:pt x="517" y="3850"/>
                    </a:cubicBezTo>
                    <a:cubicBezTo>
                      <a:pt x="517" y="3816"/>
                      <a:pt x="492" y="3816"/>
                      <a:pt x="508" y="3774"/>
                    </a:cubicBezTo>
                    <a:lnTo>
                      <a:pt x="508" y="3774"/>
                    </a:lnTo>
                    <a:lnTo>
                      <a:pt x="475" y="3790"/>
                    </a:lnTo>
                    <a:cubicBezTo>
                      <a:pt x="475" y="3790"/>
                      <a:pt x="475" y="3799"/>
                      <a:pt x="475" y="3807"/>
                    </a:cubicBezTo>
                    <a:lnTo>
                      <a:pt x="492" y="3790"/>
                    </a:lnTo>
                    <a:lnTo>
                      <a:pt x="492" y="3790"/>
                    </a:lnTo>
                    <a:cubicBezTo>
                      <a:pt x="483" y="3807"/>
                      <a:pt x="500" y="3816"/>
                      <a:pt x="508" y="3833"/>
                    </a:cubicBezTo>
                    <a:cubicBezTo>
                      <a:pt x="490" y="3847"/>
                      <a:pt x="473" y="3851"/>
                      <a:pt x="458" y="3851"/>
                    </a:cubicBezTo>
                    <a:cubicBezTo>
                      <a:pt x="444" y="3851"/>
                      <a:pt x="431" y="3848"/>
                      <a:pt x="420" y="3848"/>
                    </a:cubicBezTo>
                    <a:cubicBezTo>
                      <a:pt x="415" y="3848"/>
                      <a:pt x="411" y="3848"/>
                      <a:pt x="407" y="3850"/>
                    </a:cubicBezTo>
                    <a:cubicBezTo>
                      <a:pt x="407" y="3833"/>
                      <a:pt x="432" y="3816"/>
                      <a:pt x="407" y="3799"/>
                    </a:cubicBezTo>
                    <a:lnTo>
                      <a:pt x="407" y="3799"/>
                    </a:lnTo>
                    <a:cubicBezTo>
                      <a:pt x="410" y="3800"/>
                      <a:pt x="413" y="3800"/>
                      <a:pt x="415" y="3800"/>
                    </a:cubicBezTo>
                    <a:cubicBezTo>
                      <a:pt x="437" y="3800"/>
                      <a:pt x="418" y="3765"/>
                      <a:pt x="449" y="3765"/>
                    </a:cubicBezTo>
                    <a:lnTo>
                      <a:pt x="449" y="3774"/>
                    </a:lnTo>
                    <a:cubicBezTo>
                      <a:pt x="458" y="3748"/>
                      <a:pt x="475" y="3765"/>
                      <a:pt x="475" y="3740"/>
                    </a:cubicBezTo>
                    <a:cubicBezTo>
                      <a:pt x="475" y="3740"/>
                      <a:pt x="483" y="3740"/>
                      <a:pt x="492" y="3748"/>
                    </a:cubicBezTo>
                    <a:cubicBezTo>
                      <a:pt x="517" y="3706"/>
                      <a:pt x="475" y="3740"/>
                      <a:pt x="492" y="3689"/>
                    </a:cubicBezTo>
                    <a:cubicBezTo>
                      <a:pt x="495" y="3687"/>
                      <a:pt x="498" y="3685"/>
                      <a:pt x="501" y="3685"/>
                    </a:cubicBezTo>
                    <a:cubicBezTo>
                      <a:pt x="520" y="3685"/>
                      <a:pt x="528" y="3723"/>
                      <a:pt x="542" y="3723"/>
                    </a:cubicBezTo>
                    <a:cubicBezTo>
                      <a:pt x="517" y="3790"/>
                      <a:pt x="576" y="3757"/>
                      <a:pt x="542" y="3824"/>
                    </a:cubicBezTo>
                    <a:cubicBezTo>
                      <a:pt x="553" y="3835"/>
                      <a:pt x="562" y="3840"/>
                      <a:pt x="571" y="3840"/>
                    </a:cubicBezTo>
                    <a:cubicBezTo>
                      <a:pt x="583" y="3840"/>
                      <a:pt x="595" y="3831"/>
                      <a:pt x="610" y="3816"/>
                    </a:cubicBezTo>
                    <a:cubicBezTo>
                      <a:pt x="585" y="3816"/>
                      <a:pt x="593" y="3765"/>
                      <a:pt x="551" y="3765"/>
                    </a:cubicBezTo>
                    <a:cubicBezTo>
                      <a:pt x="585" y="3723"/>
                      <a:pt x="534" y="3664"/>
                      <a:pt x="602" y="3655"/>
                    </a:cubicBezTo>
                    <a:lnTo>
                      <a:pt x="602" y="3621"/>
                    </a:lnTo>
                    <a:lnTo>
                      <a:pt x="635" y="3613"/>
                    </a:lnTo>
                    <a:lnTo>
                      <a:pt x="635" y="3613"/>
                    </a:lnTo>
                    <a:cubicBezTo>
                      <a:pt x="644" y="3655"/>
                      <a:pt x="610" y="3655"/>
                      <a:pt x="610" y="3680"/>
                    </a:cubicBezTo>
                    <a:cubicBezTo>
                      <a:pt x="613" y="3681"/>
                      <a:pt x="617" y="3681"/>
                      <a:pt x="619" y="3681"/>
                    </a:cubicBezTo>
                    <a:cubicBezTo>
                      <a:pt x="665" y="3681"/>
                      <a:pt x="637" y="3620"/>
                      <a:pt x="669" y="3596"/>
                    </a:cubicBezTo>
                    <a:lnTo>
                      <a:pt x="669" y="3596"/>
                    </a:lnTo>
                    <a:cubicBezTo>
                      <a:pt x="728" y="3604"/>
                      <a:pt x="644" y="3638"/>
                      <a:pt x="669" y="3672"/>
                    </a:cubicBezTo>
                    <a:cubicBezTo>
                      <a:pt x="669" y="3668"/>
                      <a:pt x="680" y="3666"/>
                      <a:pt x="690" y="3666"/>
                    </a:cubicBezTo>
                    <a:cubicBezTo>
                      <a:pt x="701" y="3666"/>
                      <a:pt x="711" y="3668"/>
                      <a:pt x="711" y="3672"/>
                    </a:cubicBezTo>
                    <a:cubicBezTo>
                      <a:pt x="661" y="3689"/>
                      <a:pt x="703" y="3706"/>
                      <a:pt x="652" y="3723"/>
                    </a:cubicBezTo>
                    <a:cubicBezTo>
                      <a:pt x="661" y="3697"/>
                      <a:pt x="644" y="3714"/>
                      <a:pt x="635" y="3697"/>
                    </a:cubicBezTo>
                    <a:cubicBezTo>
                      <a:pt x="635" y="3714"/>
                      <a:pt x="602" y="3748"/>
                      <a:pt x="576" y="3765"/>
                    </a:cubicBezTo>
                    <a:cubicBezTo>
                      <a:pt x="579" y="3774"/>
                      <a:pt x="584" y="3776"/>
                      <a:pt x="590" y="3776"/>
                    </a:cubicBezTo>
                    <a:cubicBezTo>
                      <a:pt x="602" y="3776"/>
                      <a:pt x="618" y="3765"/>
                      <a:pt x="635" y="3765"/>
                    </a:cubicBezTo>
                    <a:cubicBezTo>
                      <a:pt x="644" y="3714"/>
                      <a:pt x="711" y="3731"/>
                      <a:pt x="711" y="3689"/>
                    </a:cubicBezTo>
                    <a:cubicBezTo>
                      <a:pt x="720" y="3680"/>
                      <a:pt x="726" y="3677"/>
                      <a:pt x="730" y="3677"/>
                    </a:cubicBezTo>
                    <a:cubicBezTo>
                      <a:pt x="742" y="3677"/>
                      <a:pt x="737" y="3706"/>
                      <a:pt x="737" y="3706"/>
                    </a:cubicBezTo>
                    <a:cubicBezTo>
                      <a:pt x="771" y="3689"/>
                      <a:pt x="737" y="3680"/>
                      <a:pt x="737" y="3664"/>
                    </a:cubicBezTo>
                    <a:cubicBezTo>
                      <a:pt x="754" y="3638"/>
                      <a:pt x="771" y="3634"/>
                      <a:pt x="788" y="3634"/>
                    </a:cubicBezTo>
                    <a:cubicBezTo>
                      <a:pt x="796" y="3634"/>
                      <a:pt x="805" y="3635"/>
                      <a:pt x="813" y="3635"/>
                    </a:cubicBezTo>
                    <a:cubicBezTo>
                      <a:pt x="821" y="3635"/>
                      <a:pt x="830" y="3634"/>
                      <a:pt x="838" y="3630"/>
                    </a:cubicBezTo>
                    <a:cubicBezTo>
                      <a:pt x="847" y="3579"/>
                      <a:pt x="915" y="3537"/>
                      <a:pt x="965" y="3503"/>
                    </a:cubicBezTo>
                    <a:cubicBezTo>
                      <a:pt x="965" y="3511"/>
                      <a:pt x="982" y="3520"/>
                      <a:pt x="991" y="3528"/>
                    </a:cubicBezTo>
                    <a:cubicBezTo>
                      <a:pt x="982" y="3469"/>
                      <a:pt x="991" y="3486"/>
                      <a:pt x="999" y="3435"/>
                    </a:cubicBezTo>
                    <a:lnTo>
                      <a:pt x="999" y="3435"/>
                    </a:lnTo>
                    <a:lnTo>
                      <a:pt x="965" y="3444"/>
                    </a:lnTo>
                    <a:cubicBezTo>
                      <a:pt x="982" y="3427"/>
                      <a:pt x="974" y="3384"/>
                      <a:pt x="1016" y="3384"/>
                    </a:cubicBezTo>
                    <a:cubicBezTo>
                      <a:pt x="957" y="3376"/>
                      <a:pt x="1033" y="3334"/>
                      <a:pt x="1041" y="3308"/>
                    </a:cubicBezTo>
                    <a:cubicBezTo>
                      <a:pt x="1072" y="3301"/>
                      <a:pt x="1075" y="3265"/>
                      <a:pt x="1101" y="3265"/>
                    </a:cubicBezTo>
                    <a:cubicBezTo>
                      <a:pt x="1103" y="3265"/>
                      <a:pt x="1106" y="3265"/>
                      <a:pt x="1109" y="3266"/>
                    </a:cubicBezTo>
                    <a:lnTo>
                      <a:pt x="1143" y="3241"/>
                    </a:lnTo>
                    <a:lnTo>
                      <a:pt x="1168" y="3283"/>
                    </a:lnTo>
                    <a:cubicBezTo>
                      <a:pt x="1202" y="3274"/>
                      <a:pt x="1211" y="3224"/>
                      <a:pt x="1194" y="3224"/>
                    </a:cubicBezTo>
                    <a:cubicBezTo>
                      <a:pt x="1200" y="3222"/>
                      <a:pt x="1205" y="3221"/>
                      <a:pt x="1208" y="3221"/>
                    </a:cubicBezTo>
                    <a:cubicBezTo>
                      <a:pt x="1222" y="3221"/>
                      <a:pt x="1214" y="3234"/>
                      <a:pt x="1228" y="3241"/>
                    </a:cubicBezTo>
                    <a:cubicBezTo>
                      <a:pt x="1221" y="3261"/>
                      <a:pt x="1219" y="3298"/>
                      <a:pt x="1201" y="3298"/>
                    </a:cubicBezTo>
                    <a:cubicBezTo>
                      <a:pt x="1198" y="3298"/>
                      <a:pt x="1195" y="3297"/>
                      <a:pt x="1191" y="3295"/>
                    </a:cubicBezTo>
                    <a:lnTo>
                      <a:pt x="1191" y="3295"/>
                    </a:lnTo>
                    <a:cubicBezTo>
                      <a:pt x="1191" y="3295"/>
                      <a:pt x="1191" y="3295"/>
                      <a:pt x="1191" y="3295"/>
                    </a:cubicBezTo>
                    <a:cubicBezTo>
                      <a:pt x="1194" y="3295"/>
                      <a:pt x="1194" y="3291"/>
                      <a:pt x="1194" y="3291"/>
                    </a:cubicBezTo>
                    <a:lnTo>
                      <a:pt x="1194" y="3291"/>
                    </a:lnTo>
                    <a:cubicBezTo>
                      <a:pt x="1192" y="3292"/>
                      <a:pt x="1190" y="3293"/>
                      <a:pt x="1189" y="3294"/>
                    </a:cubicBezTo>
                    <a:lnTo>
                      <a:pt x="1189" y="3294"/>
                    </a:lnTo>
                    <a:cubicBezTo>
                      <a:pt x="1188" y="3293"/>
                      <a:pt x="1186" y="3292"/>
                      <a:pt x="1185" y="3291"/>
                    </a:cubicBezTo>
                    <a:lnTo>
                      <a:pt x="1185" y="3291"/>
                    </a:lnTo>
                    <a:cubicBezTo>
                      <a:pt x="1186" y="3292"/>
                      <a:pt x="1187" y="3293"/>
                      <a:pt x="1188" y="3294"/>
                    </a:cubicBezTo>
                    <a:lnTo>
                      <a:pt x="1188" y="3294"/>
                    </a:lnTo>
                    <a:cubicBezTo>
                      <a:pt x="1122" y="3326"/>
                      <a:pt x="1202" y="3351"/>
                      <a:pt x="1185" y="3384"/>
                    </a:cubicBezTo>
                    <a:cubicBezTo>
                      <a:pt x="1202" y="3367"/>
                      <a:pt x="1228" y="3376"/>
                      <a:pt x="1236" y="3351"/>
                    </a:cubicBezTo>
                    <a:cubicBezTo>
                      <a:pt x="1253" y="3334"/>
                      <a:pt x="1261" y="3308"/>
                      <a:pt x="1270" y="3283"/>
                    </a:cubicBezTo>
                    <a:lnTo>
                      <a:pt x="1270" y="3283"/>
                    </a:lnTo>
                    <a:cubicBezTo>
                      <a:pt x="1261" y="3308"/>
                      <a:pt x="1236" y="3308"/>
                      <a:pt x="1211" y="3308"/>
                    </a:cubicBezTo>
                    <a:cubicBezTo>
                      <a:pt x="1228" y="3300"/>
                      <a:pt x="1219" y="3283"/>
                      <a:pt x="1236" y="3283"/>
                    </a:cubicBezTo>
                    <a:lnTo>
                      <a:pt x="1236" y="3291"/>
                    </a:lnTo>
                    <a:lnTo>
                      <a:pt x="1244" y="3266"/>
                    </a:lnTo>
                    <a:cubicBezTo>
                      <a:pt x="1247" y="3269"/>
                      <a:pt x="1250" y="3270"/>
                      <a:pt x="1253" y="3270"/>
                    </a:cubicBezTo>
                    <a:cubicBezTo>
                      <a:pt x="1263" y="3270"/>
                      <a:pt x="1275" y="3260"/>
                      <a:pt x="1282" y="3260"/>
                    </a:cubicBezTo>
                    <a:cubicBezTo>
                      <a:pt x="1287" y="3260"/>
                      <a:pt x="1290" y="3265"/>
                      <a:pt x="1287" y="3283"/>
                    </a:cubicBezTo>
                    <a:cubicBezTo>
                      <a:pt x="1312" y="3258"/>
                      <a:pt x="1287" y="3258"/>
                      <a:pt x="1295" y="3232"/>
                    </a:cubicBezTo>
                    <a:lnTo>
                      <a:pt x="1295" y="3232"/>
                    </a:lnTo>
                    <a:lnTo>
                      <a:pt x="1253" y="3258"/>
                    </a:lnTo>
                    <a:lnTo>
                      <a:pt x="1236" y="3232"/>
                    </a:lnTo>
                    <a:cubicBezTo>
                      <a:pt x="1236" y="3207"/>
                      <a:pt x="1253" y="3224"/>
                      <a:pt x="1270" y="3207"/>
                    </a:cubicBezTo>
                    <a:lnTo>
                      <a:pt x="1244" y="3181"/>
                    </a:lnTo>
                    <a:lnTo>
                      <a:pt x="1295" y="3181"/>
                    </a:lnTo>
                    <a:cubicBezTo>
                      <a:pt x="1278" y="3173"/>
                      <a:pt x="1312" y="3156"/>
                      <a:pt x="1312" y="3148"/>
                    </a:cubicBezTo>
                    <a:cubicBezTo>
                      <a:pt x="1323" y="3148"/>
                      <a:pt x="1338" y="3166"/>
                      <a:pt x="1350" y="3166"/>
                    </a:cubicBezTo>
                    <a:cubicBezTo>
                      <a:pt x="1355" y="3166"/>
                      <a:pt x="1360" y="3162"/>
                      <a:pt x="1363" y="3148"/>
                    </a:cubicBezTo>
                    <a:cubicBezTo>
                      <a:pt x="1371" y="3131"/>
                      <a:pt x="1380" y="3114"/>
                      <a:pt x="1405" y="3105"/>
                    </a:cubicBezTo>
                    <a:cubicBezTo>
                      <a:pt x="1414" y="3114"/>
                      <a:pt x="1405" y="3122"/>
                      <a:pt x="1405" y="3122"/>
                    </a:cubicBezTo>
                    <a:cubicBezTo>
                      <a:pt x="1442" y="3115"/>
                      <a:pt x="1460" y="3050"/>
                      <a:pt x="1491" y="3050"/>
                    </a:cubicBezTo>
                    <a:cubicBezTo>
                      <a:pt x="1496" y="3050"/>
                      <a:pt x="1501" y="3051"/>
                      <a:pt x="1507" y="3054"/>
                    </a:cubicBezTo>
                    <a:cubicBezTo>
                      <a:pt x="1515" y="3080"/>
                      <a:pt x="1498" y="3080"/>
                      <a:pt x="1515" y="3097"/>
                    </a:cubicBezTo>
                    <a:cubicBezTo>
                      <a:pt x="1439" y="3114"/>
                      <a:pt x="1515" y="3164"/>
                      <a:pt x="1439" y="3190"/>
                    </a:cubicBezTo>
                    <a:cubicBezTo>
                      <a:pt x="1432" y="3183"/>
                      <a:pt x="1427" y="3180"/>
                      <a:pt x="1422" y="3180"/>
                    </a:cubicBezTo>
                    <a:cubicBezTo>
                      <a:pt x="1405" y="3180"/>
                      <a:pt x="1404" y="3225"/>
                      <a:pt x="1383" y="3225"/>
                    </a:cubicBezTo>
                    <a:cubicBezTo>
                      <a:pt x="1378" y="3225"/>
                      <a:pt x="1371" y="3222"/>
                      <a:pt x="1363" y="3215"/>
                    </a:cubicBezTo>
                    <a:cubicBezTo>
                      <a:pt x="1388" y="3207"/>
                      <a:pt x="1397" y="3148"/>
                      <a:pt x="1388" y="3148"/>
                    </a:cubicBezTo>
                    <a:lnTo>
                      <a:pt x="1388" y="3148"/>
                    </a:lnTo>
                    <a:cubicBezTo>
                      <a:pt x="1371" y="3173"/>
                      <a:pt x="1354" y="3190"/>
                      <a:pt x="1329" y="3198"/>
                    </a:cubicBezTo>
                    <a:cubicBezTo>
                      <a:pt x="1354" y="3207"/>
                      <a:pt x="1371" y="3232"/>
                      <a:pt x="1371" y="3258"/>
                    </a:cubicBezTo>
                    <a:cubicBezTo>
                      <a:pt x="1397" y="3224"/>
                      <a:pt x="1481" y="3207"/>
                      <a:pt x="1532" y="3173"/>
                    </a:cubicBezTo>
                    <a:lnTo>
                      <a:pt x="1507" y="3148"/>
                    </a:lnTo>
                    <a:cubicBezTo>
                      <a:pt x="1513" y="3135"/>
                      <a:pt x="1517" y="3131"/>
                      <a:pt x="1520" y="3131"/>
                    </a:cubicBezTo>
                    <a:cubicBezTo>
                      <a:pt x="1529" y="3131"/>
                      <a:pt x="1531" y="3161"/>
                      <a:pt x="1546" y="3161"/>
                    </a:cubicBezTo>
                    <a:cubicBezTo>
                      <a:pt x="1549" y="3161"/>
                      <a:pt x="1553" y="3159"/>
                      <a:pt x="1557" y="3156"/>
                    </a:cubicBezTo>
                    <a:lnTo>
                      <a:pt x="1557" y="3122"/>
                    </a:lnTo>
                    <a:lnTo>
                      <a:pt x="1557" y="3080"/>
                    </a:lnTo>
                    <a:lnTo>
                      <a:pt x="1557" y="3080"/>
                    </a:lnTo>
                    <a:cubicBezTo>
                      <a:pt x="1541" y="3088"/>
                      <a:pt x="1566" y="3105"/>
                      <a:pt x="1541" y="3105"/>
                    </a:cubicBezTo>
                    <a:cubicBezTo>
                      <a:pt x="1537" y="3106"/>
                      <a:pt x="1534" y="3107"/>
                      <a:pt x="1532" y="3107"/>
                    </a:cubicBezTo>
                    <a:cubicBezTo>
                      <a:pt x="1517" y="3107"/>
                      <a:pt x="1522" y="3085"/>
                      <a:pt x="1515" y="3063"/>
                    </a:cubicBezTo>
                    <a:cubicBezTo>
                      <a:pt x="1526" y="3063"/>
                      <a:pt x="1545" y="3048"/>
                      <a:pt x="1554" y="3048"/>
                    </a:cubicBezTo>
                    <a:cubicBezTo>
                      <a:pt x="1558" y="3048"/>
                      <a:pt x="1560" y="3052"/>
                      <a:pt x="1557" y="3063"/>
                    </a:cubicBezTo>
                    <a:lnTo>
                      <a:pt x="1574" y="3004"/>
                    </a:lnTo>
                    <a:lnTo>
                      <a:pt x="1574" y="3038"/>
                    </a:lnTo>
                    <a:lnTo>
                      <a:pt x="1600" y="3004"/>
                    </a:lnTo>
                    <a:cubicBezTo>
                      <a:pt x="1617" y="2970"/>
                      <a:pt x="1650" y="2945"/>
                      <a:pt x="1650" y="2911"/>
                    </a:cubicBezTo>
                    <a:lnTo>
                      <a:pt x="1650" y="2911"/>
                    </a:lnTo>
                    <a:cubicBezTo>
                      <a:pt x="1646" y="2911"/>
                      <a:pt x="1642" y="2912"/>
                      <a:pt x="1639" y="2912"/>
                    </a:cubicBezTo>
                    <a:cubicBezTo>
                      <a:pt x="1601" y="2912"/>
                      <a:pt x="1658" y="2867"/>
                      <a:pt x="1642" y="2851"/>
                    </a:cubicBezTo>
                    <a:cubicBezTo>
                      <a:pt x="1643" y="2851"/>
                      <a:pt x="1645" y="2851"/>
                      <a:pt x="1646" y="2851"/>
                    </a:cubicBezTo>
                    <a:cubicBezTo>
                      <a:pt x="1665" y="2851"/>
                      <a:pt x="1700" y="2897"/>
                      <a:pt x="1684" y="2936"/>
                    </a:cubicBezTo>
                    <a:cubicBezTo>
                      <a:pt x="1682" y="2935"/>
                      <a:pt x="1680" y="2935"/>
                      <a:pt x="1678" y="2935"/>
                    </a:cubicBezTo>
                    <a:cubicBezTo>
                      <a:pt x="1659" y="2935"/>
                      <a:pt x="1657" y="2971"/>
                      <a:pt x="1642" y="2987"/>
                    </a:cubicBezTo>
                    <a:cubicBezTo>
                      <a:pt x="1676" y="2978"/>
                      <a:pt x="1667" y="2961"/>
                      <a:pt x="1684" y="2945"/>
                    </a:cubicBezTo>
                    <a:cubicBezTo>
                      <a:pt x="1684" y="2951"/>
                      <a:pt x="1690" y="2952"/>
                      <a:pt x="1697" y="2952"/>
                    </a:cubicBezTo>
                    <a:cubicBezTo>
                      <a:pt x="1705" y="2952"/>
                      <a:pt x="1715" y="2950"/>
                      <a:pt x="1721" y="2950"/>
                    </a:cubicBezTo>
                    <a:cubicBezTo>
                      <a:pt x="1724" y="2950"/>
                      <a:pt x="1727" y="2951"/>
                      <a:pt x="1727" y="2953"/>
                    </a:cubicBezTo>
                    <a:cubicBezTo>
                      <a:pt x="1735" y="2961"/>
                      <a:pt x="1744" y="2995"/>
                      <a:pt x="1718" y="3004"/>
                    </a:cubicBezTo>
                    <a:cubicBezTo>
                      <a:pt x="1711" y="3009"/>
                      <a:pt x="1706" y="3011"/>
                      <a:pt x="1701" y="3011"/>
                    </a:cubicBezTo>
                    <a:cubicBezTo>
                      <a:pt x="1686" y="3011"/>
                      <a:pt x="1684" y="2986"/>
                      <a:pt x="1684" y="2986"/>
                    </a:cubicBezTo>
                    <a:cubicBezTo>
                      <a:pt x="1684" y="2986"/>
                      <a:pt x="1684" y="2986"/>
                      <a:pt x="1684" y="2987"/>
                    </a:cubicBezTo>
                    <a:cubicBezTo>
                      <a:pt x="1680" y="2985"/>
                      <a:pt x="1676" y="2984"/>
                      <a:pt x="1673" y="2984"/>
                    </a:cubicBezTo>
                    <a:cubicBezTo>
                      <a:pt x="1648" y="2984"/>
                      <a:pt x="1639" y="3030"/>
                      <a:pt x="1617" y="3038"/>
                    </a:cubicBezTo>
                    <a:lnTo>
                      <a:pt x="1617" y="3021"/>
                    </a:lnTo>
                    <a:cubicBezTo>
                      <a:pt x="1600" y="3038"/>
                      <a:pt x="1566" y="3063"/>
                      <a:pt x="1583" y="3088"/>
                    </a:cubicBezTo>
                    <a:lnTo>
                      <a:pt x="1608" y="3038"/>
                    </a:lnTo>
                    <a:cubicBezTo>
                      <a:pt x="1625" y="3038"/>
                      <a:pt x="1617" y="3071"/>
                      <a:pt x="1634" y="3071"/>
                    </a:cubicBezTo>
                    <a:cubicBezTo>
                      <a:pt x="1642" y="3054"/>
                      <a:pt x="1650" y="3046"/>
                      <a:pt x="1667" y="3038"/>
                    </a:cubicBezTo>
                    <a:lnTo>
                      <a:pt x="1667" y="3046"/>
                    </a:lnTo>
                    <a:cubicBezTo>
                      <a:pt x="1701" y="3038"/>
                      <a:pt x="1735" y="3012"/>
                      <a:pt x="1760" y="2978"/>
                    </a:cubicBezTo>
                    <a:cubicBezTo>
                      <a:pt x="1735" y="2928"/>
                      <a:pt x="1718" y="2885"/>
                      <a:pt x="1701" y="2835"/>
                    </a:cubicBezTo>
                    <a:cubicBezTo>
                      <a:pt x="1744" y="2801"/>
                      <a:pt x="1794" y="2767"/>
                      <a:pt x="1845" y="2741"/>
                    </a:cubicBezTo>
                    <a:lnTo>
                      <a:pt x="1845" y="2741"/>
                    </a:lnTo>
                    <a:cubicBezTo>
                      <a:pt x="1845" y="2775"/>
                      <a:pt x="1828" y="2801"/>
                      <a:pt x="1794" y="2818"/>
                    </a:cubicBezTo>
                    <a:lnTo>
                      <a:pt x="1794" y="2801"/>
                    </a:lnTo>
                    <a:cubicBezTo>
                      <a:pt x="1769" y="2818"/>
                      <a:pt x="1769" y="2835"/>
                      <a:pt x="1769" y="2851"/>
                    </a:cubicBezTo>
                    <a:cubicBezTo>
                      <a:pt x="1760" y="2843"/>
                      <a:pt x="1760" y="2843"/>
                      <a:pt x="1752" y="2843"/>
                    </a:cubicBezTo>
                    <a:cubicBezTo>
                      <a:pt x="1727" y="2868"/>
                      <a:pt x="1735" y="2902"/>
                      <a:pt x="1760" y="2911"/>
                    </a:cubicBezTo>
                    <a:lnTo>
                      <a:pt x="1760" y="2894"/>
                    </a:lnTo>
                    <a:lnTo>
                      <a:pt x="1794" y="2902"/>
                    </a:lnTo>
                    <a:cubicBezTo>
                      <a:pt x="1769" y="2860"/>
                      <a:pt x="1837" y="2843"/>
                      <a:pt x="1845" y="2809"/>
                    </a:cubicBezTo>
                    <a:lnTo>
                      <a:pt x="1845" y="2809"/>
                    </a:lnTo>
                    <a:cubicBezTo>
                      <a:pt x="1845" y="2843"/>
                      <a:pt x="1854" y="2885"/>
                      <a:pt x="1811" y="2885"/>
                    </a:cubicBezTo>
                    <a:lnTo>
                      <a:pt x="1828" y="2902"/>
                    </a:lnTo>
                    <a:cubicBezTo>
                      <a:pt x="1811" y="2919"/>
                      <a:pt x="1786" y="2911"/>
                      <a:pt x="1786" y="2936"/>
                    </a:cubicBezTo>
                    <a:lnTo>
                      <a:pt x="1811" y="2919"/>
                    </a:lnTo>
                    <a:lnTo>
                      <a:pt x="1811" y="2928"/>
                    </a:lnTo>
                    <a:cubicBezTo>
                      <a:pt x="1828" y="2911"/>
                      <a:pt x="1837" y="2877"/>
                      <a:pt x="1862" y="2877"/>
                    </a:cubicBezTo>
                    <a:cubicBezTo>
                      <a:pt x="1862" y="2860"/>
                      <a:pt x="1862" y="2826"/>
                      <a:pt x="1896" y="2801"/>
                    </a:cubicBezTo>
                    <a:lnTo>
                      <a:pt x="1896" y="2809"/>
                    </a:lnTo>
                    <a:cubicBezTo>
                      <a:pt x="1896" y="2750"/>
                      <a:pt x="1989" y="2775"/>
                      <a:pt x="1989" y="2750"/>
                    </a:cubicBezTo>
                    <a:cubicBezTo>
                      <a:pt x="1984" y="2735"/>
                      <a:pt x="1977" y="2729"/>
                      <a:pt x="1970" y="2729"/>
                    </a:cubicBezTo>
                    <a:cubicBezTo>
                      <a:pt x="1952" y="2729"/>
                      <a:pt x="1930" y="2758"/>
                      <a:pt x="1913" y="2758"/>
                    </a:cubicBezTo>
                    <a:cubicBezTo>
                      <a:pt x="1913" y="2725"/>
                      <a:pt x="1947" y="2733"/>
                      <a:pt x="1913" y="2725"/>
                    </a:cubicBezTo>
                    <a:cubicBezTo>
                      <a:pt x="1920" y="2712"/>
                      <a:pt x="1928" y="2708"/>
                      <a:pt x="1936" y="2708"/>
                    </a:cubicBezTo>
                    <a:cubicBezTo>
                      <a:pt x="1944" y="2708"/>
                      <a:pt x="1951" y="2713"/>
                      <a:pt x="1958" y="2713"/>
                    </a:cubicBezTo>
                    <a:cubicBezTo>
                      <a:pt x="1964" y="2713"/>
                      <a:pt x="1969" y="2708"/>
                      <a:pt x="1972" y="2691"/>
                    </a:cubicBezTo>
                    <a:lnTo>
                      <a:pt x="1947" y="2691"/>
                    </a:lnTo>
                    <a:cubicBezTo>
                      <a:pt x="1947" y="2665"/>
                      <a:pt x="1972" y="2657"/>
                      <a:pt x="1972" y="2632"/>
                    </a:cubicBezTo>
                    <a:cubicBezTo>
                      <a:pt x="1968" y="2626"/>
                      <a:pt x="1965" y="2624"/>
                      <a:pt x="1961" y="2624"/>
                    </a:cubicBezTo>
                    <a:cubicBezTo>
                      <a:pt x="1950" y="2624"/>
                      <a:pt x="1941" y="2650"/>
                      <a:pt x="1921" y="2657"/>
                    </a:cubicBezTo>
                    <a:lnTo>
                      <a:pt x="1921" y="2632"/>
                    </a:lnTo>
                    <a:lnTo>
                      <a:pt x="1887" y="2691"/>
                    </a:lnTo>
                    <a:cubicBezTo>
                      <a:pt x="1904" y="2733"/>
                      <a:pt x="1913" y="2725"/>
                      <a:pt x="1904" y="2767"/>
                    </a:cubicBezTo>
                    <a:cubicBezTo>
                      <a:pt x="1862" y="2758"/>
                      <a:pt x="1837" y="2741"/>
                      <a:pt x="1820" y="2708"/>
                    </a:cubicBezTo>
                    <a:cubicBezTo>
                      <a:pt x="1831" y="2708"/>
                      <a:pt x="1842" y="2696"/>
                      <a:pt x="1854" y="2696"/>
                    </a:cubicBezTo>
                    <a:cubicBezTo>
                      <a:pt x="1859" y="2696"/>
                      <a:pt x="1865" y="2699"/>
                      <a:pt x="1870" y="2708"/>
                    </a:cubicBezTo>
                    <a:cubicBezTo>
                      <a:pt x="1870" y="2674"/>
                      <a:pt x="1896" y="2623"/>
                      <a:pt x="1870" y="2606"/>
                    </a:cubicBezTo>
                    <a:lnTo>
                      <a:pt x="1870" y="2606"/>
                    </a:lnTo>
                    <a:cubicBezTo>
                      <a:pt x="1885" y="2612"/>
                      <a:pt x="1901" y="2615"/>
                      <a:pt x="1917" y="2615"/>
                    </a:cubicBezTo>
                    <a:cubicBezTo>
                      <a:pt x="1947" y="2615"/>
                      <a:pt x="1975" y="2606"/>
                      <a:pt x="1997" y="2589"/>
                    </a:cubicBezTo>
                    <a:cubicBezTo>
                      <a:pt x="2006" y="2581"/>
                      <a:pt x="1997" y="2564"/>
                      <a:pt x="1980" y="2547"/>
                    </a:cubicBezTo>
                    <a:cubicBezTo>
                      <a:pt x="1989" y="2547"/>
                      <a:pt x="2006" y="2538"/>
                      <a:pt x="2014" y="2538"/>
                    </a:cubicBezTo>
                    <a:cubicBezTo>
                      <a:pt x="2014" y="2547"/>
                      <a:pt x="2023" y="2564"/>
                      <a:pt x="2006" y="2581"/>
                    </a:cubicBezTo>
                    <a:lnTo>
                      <a:pt x="2082" y="2530"/>
                    </a:lnTo>
                    <a:lnTo>
                      <a:pt x="2082" y="2547"/>
                    </a:lnTo>
                    <a:lnTo>
                      <a:pt x="2099" y="2505"/>
                    </a:lnTo>
                    <a:lnTo>
                      <a:pt x="2099" y="2505"/>
                    </a:lnTo>
                    <a:cubicBezTo>
                      <a:pt x="2094" y="2514"/>
                      <a:pt x="2083" y="2524"/>
                      <a:pt x="2072" y="2524"/>
                    </a:cubicBezTo>
                    <a:cubicBezTo>
                      <a:pt x="2064" y="2524"/>
                      <a:pt x="2055" y="2519"/>
                      <a:pt x="2048" y="2505"/>
                    </a:cubicBezTo>
                    <a:cubicBezTo>
                      <a:pt x="2065" y="2471"/>
                      <a:pt x="2107" y="2479"/>
                      <a:pt x="2107" y="2428"/>
                    </a:cubicBezTo>
                    <a:cubicBezTo>
                      <a:pt x="2141" y="2462"/>
                      <a:pt x="2158" y="2462"/>
                      <a:pt x="2167" y="2496"/>
                    </a:cubicBezTo>
                    <a:cubicBezTo>
                      <a:pt x="2167" y="2522"/>
                      <a:pt x="2167" y="2555"/>
                      <a:pt x="2158" y="2581"/>
                    </a:cubicBezTo>
                    <a:cubicBezTo>
                      <a:pt x="2226" y="2547"/>
                      <a:pt x="2200" y="2547"/>
                      <a:pt x="2260" y="2513"/>
                    </a:cubicBezTo>
                    <a:lnTo>
                      <a:pt x="2260" y="2513"/>
                    </a:lnTo>
                    <a:cubicBezTo>
                      <a:pt x="2285" y="2538"/>
                      <a:pt x="2234" y="2581"/>
                      <a:pt x="2260" y="2581"/>
                    </a:cubicBezTo>
                    <a:lnTo>
                      <a:pt x="2200" y="2606"/>
                    </a:lnTo>
                    <a:lnTo>
                      <a:pt x="2200" y="2589"/>
                    </a:lnTo>
                    <a:cubicBezTo>
                      <a:pt x="2183" y="2632"/>
                      <a:pt x="2150" y="2623"/>
                      <a:pt x="2150" y="2665"/>
                    </a:cubicBezTo>
                    <a:cubicBezTo>
                      <a:pt x="2127" y="2665"/>
                      <a:pt x="2158" y="2639"/>
                      <a:pt x="2147" y="2639"/>
                    </a:cubicBezTo>
                    <a:cubicBezTo>
                      <a:pt x="2146" y="2639"/>
                      <a:pt x="2144" y="2639"/>
                      <a:pt x="2141" y="2640"/>
                    </a:cubicBezTo>
                    <a:cubicBezTo>
                      <a:pt x="2158" y="2623"/>
                      <a:pt x="2150" y="2589"/>
                      <a:pt x="2141" y="2564"/>
                    </a:cubicBezTo>
                    <a:cubicBezTo>
                      <a:pt x="2099" y="2581"/>
                      <a:pt x="2141" y="2606"/>
                      <a:pt x="2116" y="2648"/>
                    </a:cubicBezTo>
                    <a:lnTo>
                      <a:pt x="2082" y="2648"/>
                    </a:lnTo>
                    <a:cubicBezTo>
                      <a:pt x="2065" y="2657"/>
                      <a:pt x="2099" y="2657"/>
                      <a:pt x="2099" y="2657"/>
                    </a:cubicBezTo>
                    <a:cubicBezTo>
                      <a:pt x="2082" y="2682"/>
                      <a:pt x="2065" y="2665"/>
                      <a:pt x="2057" y="2682"/>
                    </a:cubicBezTo>
                    <a:cubicBezTo>
                      <a:pt x="2065" y="2682"/>
                      <a:pt x="2082" y="2682"/>
                      <a:pt x="2082" y="2691"/>
                    </a:cubicBezTo>
                    <a:cubicBezTo>
                      <a:pt x="2053" y="2691"/>
                      <a:pt x="2036" y="2709"/>
                      <a:pt x="2006" y="2709"/>
                    </a:cubicBezTo>
                    <a:cubicBezTo>
                      <a:pt x="2001" y="2709"/>
                      <a:pt x="1997" y="2709"/>
                      <a:pt x="1992" y="2708"/>
                    </a:cubicBezTo>
                    <a:lnTo>
                      <a:pt x="1992" y="2708"/>
                    </a:lnTo>
                    <a:cubicBezTo>
                      <a:pt x="2006" y="2713"/>
                      <a:pt x="2005" y="2751"/>
                      <a:pt x="1997" y="2767"/>
                    </a:cubicBezTo>
                    <a:lnTo>
                      <a:pt x="2065" y="2767"/>
                    </a:lnTo>
                    <a:cubicBezTo>
                      <a:pt x="2107" y="2716"/>
                      <a:pt x="2158" y="2699"/>
                      <a:pt x="2200" y="2640"/>
                    </a:cubicBezTo>
                    <a:lnTo>
                      <a:pt x="2209" y="2657"/>
                    </a:lnTo>
                    <a:cubicBezTo>
                      <a:pt x="2327" y="2623"/>
                      <a:pt x="2234" y="2538"/>
                      <a:pt x="2310" y="2471"/>
                    </a:cubicBezTo>
                    <a:lnTo>
                      <a:pt x="2310" y="2471"/>
                    </a:lnTo>
                    <a:cubicBezTo>
                      <a:pt x="2317" y="2478"/>
                      <a:pt x="2323" y="2481"/>
                      <a:pt x="2328" y="2481"/>
                    </a:cubicBezTo>
                    <a:cubicBezTo>
                      <a:pt x="2341" y="2481"/>
                      <a:pt x="2346" y="2461"/>
                      <a:pt x="2356" y="2461"/>
                    </a:cubicBezTo>
                    <a:cubicBezTo>
                      <a:pt x="2360" y="2461"/>
                      <a:pt x="2364" y="2464"/>
                      <a:pt x="2370" y="2471"/>
                    </a:cubicBezTo>
                    <a:cubicBezTo>
                      <a:pt x="2344" y="2488"/>
                      <a:pt x="2361" y="2496"/>
                      <a:pt x="2378" y="2505"/>
                    </a:cubicBezTo>
                    <a:cubicBezTo>
                      <a:pt x="2378" y="2488"/>
                      <a:pt x="2370" y="2454"/>
                      <a:pt x="2403" y="2445"/>
                    </a:cubicBezTo>
                    <a:cubicBezTo>
                      <a:pt x="2412" y="2471"/>
                      <a:pt x="2446" y="2462"/>
                      <a:pt x="2420" y="2488"/>
                    </a:cubicBezTo>
                    <a:cubicBezTo>
                      <a:pt x="2463" y="2471"/>
                      <a:pt x="2480" y="2454"/>
                      <a:pt x="2480" y="2412"/>
                    </a:cubicBezTo>
                    <a:cubicBezTo>
                      <a:pt x="2491" y="2387"/>
                      <a:pt x="2499" y="2380"/>
                      <a:pt x="2507" y="2380"/>
                    </a:cubicBezTo>
                    <a:cubicBezTo>
                      <a:pt x="2516" y="2380"/>
                      <a:pt x="2524" y="2390"/>
                      <a:pt x="2536" y="2390"/>
                    </a:cubicBezTo>
                    <a:cubicBezTo>
                      <a:pt x="2544" y="2390"/>
                      <a:pt x="2553" y="2385"/>
                      <a:pt x="2564" y="2369"/>
                    </a:cubicBezTo>
                    <a:lnTo>
                      <a:pt x="2564" y="2386"/>
                    </a:lnTo>
                    <a:lnTo>
                      <a:pt x="2598" y="2352"/>
                    </a:lnTo>
                    <a:lnTo>
                      <a:pt x="2573" y="2352"/>
                    </a:lnTo>
                    <a:lnTo>
                      <a:pt x="2606" y="2302"/>
                    </a:lnTo>
                    <a:cubicBezTo>
                      <a:pt x="2611" y="2280"/>
                      <a:pt x="2604" y="2276"/>
                      <a:pt x="2596" y="2276"/>
                    </a:cubicBezTo>
                    <a:cubicBezTo>
                      <a:pt x="2590" y="2276"/>
                      <a:pt x="2584" y="2278"/>
                      <a:pt x="2579" y="2278"/>
                    </a:cubicBezTo>
                    <a:cubicBezTo>
                      <a:pt x="2576" y="2278"/>
                      <a:pt x="2574" y="2278"/>
                      <a:pt x="2573" y="2276"/>
                    </a:cubicBezTo>
                    <a:lnTo>
                      <a:pt x="2573" y="2276"/>
                    </a:lnTo>
                    <a:lnTo>
                      <a:pt x="2581" y="2302"/>
                    </a:lnTo>
                    <a:cubicBezTo>
                      <a:pt x="2560" y="2309"/>
                      <a:pt x="2550" y="2339"/>
                      <a:pt x="2538" y="2339"/>
                    </a:cubicBezTo>
                    <a:cubicBezTo>
                      <a:pt x="2536" y="2339"/>
                      <a:pt x="2533" y="2338"/>
                      <a:pt x="2530" y="2335"/>
                    </a:cubicBezTo>
                    <a:cubicBezTo>
                      <a:pt x="2556" y="2310"/>
                      <a:pt x="2539" y="2302"/>
                      <a:pt x="2539" y="2276"/>
                    </a:cubicBezTo>
                    <a:lnTo>
                      <a:pt x="2539" y="2276"/>
                    </a:lnTo>
                    <a:lnTo>
                      <a:pt x="2522" y="2310"/>
                    </a:lnTo>
                    <a:lnTo>
                      <a:pt x="2496" y="2302"/>
                    </a:lnTo>
                    <a:cubicBezTo>
                      <a:pt x="2471" y="2319"/>
                      <a:pt x="2446" y="2335"/>
                      <a:pt x="2446" y="2369"/>
                    </a:cubicBezTo>
                    <a:cubicBezTo>
                      <a:pt x="2461" y="2369"/>
                      <a:pt x="2456" y="2343"/>
                      <a:pt x="2466" y="2343"/>
                    </a:cubicBezTo>
                    <a:cubicBezTo>
                      <a:pt x="2468" y="2343"/>
                      <a:pt x="2469" y="2343"/>
                      <a:pt x="2471" y="2344"/>
                    </a:cubicBezTo>
                    <a:cubicBezTo>
                      <a:pt x="2480" y="2378"/>
                      <a:pt x="2454" y="2412"/>
                      <a:pt x="2429" y="2445"/>
                    </a:cubicBezTo>
                    <a:cubicBezTo>
                      <a:pt x="2425" y="2441"/>
                      <a:pt x="2420" y="2441"/>
                      <a:pt x="2417" y="2441"/>
                    </a:cubicBezTo>
                    <a:cubicBezTo>
                      <a:pt x="2414" y="2441"/>
                      <a:pt x="2412" y="2441"/>
                      <a:pt x="2412" y="2437"/>
                    </a:cubicBezTo>
                    <a:cubicBezTo>
                      <a:pt x="2412" y="2428"/>
                      <a:pt x="2420" y="2428"/>
                      <a:pt x="2420" y="2428"/>
                    </a:cubicBezTo>
                    <a:cubicBezTo>
                      <a:pt x="2407" y="2422"/>
                      <a:pt x="2414" y="2406"/>
                      <a:pt x="2400" y="2406"/>
                    </a:cubicBezTo>
                    <a:cubicBezTo>
                      <a:pt x="2395" y="2406"/>
                      <a:pt x="2388" y="2407"/>
                      <a:pt x="2378" y="2412"/>
                    </a:cubicBezTo>
                    <a:cubicBezTo>
                      <a:pt x="2378" y="2386"/>
                      <a:pt x="2370" y="2352"/>
                      <a:pt x="2370" y="2327"/>
                    </a:cubicBezTo>
                    <a:cubicBezTo>
                      <a:pt x="2378" y="2302"/>
                      <a:pt x="2395" y="2285"/>
                      <a:pt x="2420" y="2276"/>
                    </a:cubicBezTo>
                    <a:cubicBezTo>
                      <a:pt x="2434" y="2269"/>
                      <a:pt x="2449" y="2238"/>
                      <a:pt x="2463" y="2238"/>
                    </a:cubicBezTo>
                    <a:cubicBezTo>
                      <a:pt x="2465" y="2238"/>
                      <a:pt x="2468" y="2240"/>
                      <a:pt x="2471" y="2242"/>
                    </a:cubicBezTo>
                    <a:cubicBezTo>
                      <a:pt x="2478" y="2236"/>
                      <a:pt x="2496" y="2212"/>
                      <a:pt x="2480" y="2212"/>
                    </a:cubicBezTo>
                    <a:cubicBezTo>
                      <a:pt x="2477" y="2212"/>
                      <a:pt x="2471" y="2214"/>
                      <a:pt x="2463" y="2217"/>
                    </a:cubicBezTo>
                    <a:lnTo>
                      <a:pt x="2496" y="2166"/>
                    </a:lnTo>
                    <a:cubicBezTo>
                      <a:pt x="2522" y="2209"/>
                      <a:pt x="2564" y="2183"/>
                      <a:pt x="2547" y="2251"/>
                    </a:cubicBezTo>
                    <a:lnTo>
                      <a:pt x="2567" y="2220"/>
                    </a:lnTo>
                    <a:lnTo>
                      <a:pt x="2567" y="2220"/>
                    </a:lnTo>
                    <a:cubicBezTo>
                      <a:pt x="2572" y="2231"/>
                      <a:pt x="2578" y="2235"/>
                      <a:pt x="2585" y="2235"/>
                    </a:cubicBezTo>
                    <a:cubicBezTo>
                      <a:pt x="2596" y="2235"/>
                      <a:pt x="2610" y="2226"/>
                      <a:pt x="2623" y="2217"/>
                    </a:cubicBezTo>
                    <a:lnTo>
                      <a:pt x="2615" y="2200"/>
                    </a:lnTo>
                    <a:cubicBezTo>
                      <a:pt x="2649" y="2192"/>
                      <a:pt x="2674" y="2200"/>
                      <a:pt x="2691" y="2166"/>
                    </a:cubicBezTo>
                    <a:lnTo>
                      <a:pt x="2691" y="2039"/>
                    </a:lnTo>
                    <a:lnTo>
                      <a:pt x="2708" y="2022"/>
                    </a:lnTo>
                    <a:cubicBezTo>
                      <a:pt x="2710" y="2023"/>
                      <a:pt x="2712" y="2024"/>
                      <a:pt x="2714" y="2024"/>
                    </a:cubicBezTo>
                    <a:cubicBezTo>
                      <a:pt x="2723" y="2024"/>
                      <a:pt x="2732" y="2016"/>
                      <a:pt x="2739" y="2016"/>
                    </a:cubicBezTo>
                    <a:cubicBezTo>
                      <a:pt x="2743" y="2016"/>
                      <a:pt x="2747" y="2019"/>
                      <a:pt x="2750" y="2031"/>
                    </a:cubicBezTo>
                    <a:cubicBezTo>
                      <a:pt x="2767" y="2039"/>
                      <a:pt x="2750" y="2056"/>
                      <a:pt x="2742" y="2056"/>
                    </a:cubicBezTo>
                    <a:lnTo>
                      <a:pt x="2733" y="2056"/>
                    </a:lnTo>
                    <a:cubicBezTo>
                      <a:pt x="2742" y="2073"/>
                      <a:pt x="2759" y="2090"/>
                      <a:pt x="2776" y="2090"/>
                    </a:cubicBezTo>
                    <a:cubicBezTo>
                      <a:pt x="2759" y="2099"/>
                      <a:pt x="2750" y="2099"/>
                      <a:pt x="2750" y="2115"/>
                    </a:cubicBezTo>
                    <a:lnTo>
                      <a:pt x="2776" y="2107"/>
                    </a:lnTo>
                    <a:lnTo>
                      <a:pt x="2776" y="2107"/>
                    </a:lnTo>
                    <a:cubicBezTo>
                      <a:pt x="2759" y="2124"/>
                      <a:pt x="2742" y="2183"/>
                      <a:pt x="2759" y="2200"/>
                    </a:cubicBezTo>
                    <a:cubicBezTo>
                      <a:pt x="2747" y="2178"/>
                      <a:pt x="2759" y="2174"/>
                      <a:pt x="2772" y="2174"/>
                    </a:cubicBezTo>
                    <a:cubicBezTo>
                      <a:pt x="2779" y="2174"/>
                      <a:pt x="2787" y="2175"/>
                      <a:pt x="2793" y="2175"/>
                    </a:cubicBezTo>
                    <a:cubicBezTo>
                      <a:pt x="2785" y="2189"/>
                      <a:pt x="2778" y="2210"/>
                      <a:pt x="2787" y="2210"/>
                    </a:cubicBezTo>
                    <a:cubicBezTo>
                      <a:pt x="2788" y="2210"/>
                      <a:pt x="2790" y="2210"/>
                      <a:pt x="2793" y="2209"/>
                    </a:cubicBezTo>
                    <a:cubicBezTo>
                      <a:pt x="2793" y="2193"/>
                      <a:pt x="2814" y="2157"/>
                      <a:pt x="2792" y="2157"/>
                    </a:cubicBezTo>
                    <a:cubicBezTo>
                      <a:pt x="2790" y="2157"/>
                      <a:pt x="2787" y="2157"/>
                      <a:pt x="2784" y="2158"/>
                    </a:cubicBezTo>
                    <a:cubicBezTo>
                      <a:pt x="2793" y="2141"/>
                      <a:pt x="2801" y="2115"/>
                      <a:pt x="2818" y="2115"/>
                    </a:cubicBezTo>
                    <a:cubicBezTo>
                      <a:pt x="2809" y="2141"/>
                      <a:pt x="2826" y="2141"/>
                      <a:pt x="2835" y="2158"/>
                    </a:cubicBezTo>
                    <a:cubicBezTo>
                      <a:pt x="2835" y="2141"/>
                      <a:pt x="2835" y="2124"/>
                      <a:pt x="2818" y="2107"/>
                    </a:cubicBezTo>
                    <a:cubicBezTo>
                      <a:pt x="2833" y="2103"/>
                      <a:pt x="2847" y="2102"/>
                      <a:pt x="2862" y="2102"/>
                    </a:cubicBezTo>
                    <a:cubicBezTo>
                      <a:pt x="2876" y="2102"/>
                      <a:pt x="2890" y="2103"/>
                      <a:pt x="2904" y="2103"/>
                    </a:cubicBezTo>
                    <a:cubicBezTo>
                      <a:pt x="2930" y="2103"/>
                      <a:pt x="2953" y="2099"/>
                      <a:pt x="2970" y="2073"/>
                    </a:cubicBezTo>
                    <a:cubicBezTo>
                      <a:pt x="2970" y="2072"/>
                      <a:pt x="2970" y="2072"/>
                      <a:pt x="2969" y="2072"/>
                    </a:cubicBezTo>
                    <a:cubicBezTo>
                      <a:pt x="2966" y="2072"/>
                      <a:pt x="2953" y="2086"/>
                      <a:pt x="2943" y="2086"/>
                    </a:cubicBezTo>
                    <a:cubicBezTo>
                      <a:pt x="2940" y="2086"/>
                      <a:pt x="2938" y="2085"/>
                      <a:pt x="2936" y="2082"/>
                    </a:cubicBezTo>
                    <a:cubicBezTo>
                      <a:pt x="2940" y="2055"/>
                      <a:pt x="2954" y="2051"/>
                      <a:pt x="2969" y="2051"/>
                    </a:cubicBezTo>
                    <a:cubicBezTo>
                      <a:pt x="2978" y="2051"/>
                      <a:pt x="2987" y="2052"/>
                      <a:pt x="2996" y="2052"/>
                    </a:cubicBezTo>
                    <a:cubicBezTo>
                      <a:pt x="3006" y="2052"/>
                      <a:pt x="3016" y="2050"/>
                      <a:pt x="3021" y="2039"/>
                    </a:cubicBezTo>
                    <a:lnTo>
                      <a:pt x="2996" y="2014"/>
                    </a:lnTo>
                    <a:cubicBezTo>
                      <a:pt x="3004" y="2006"/>
                      <a:pt x="3012" y="1989"/>
                      <a:pt x="3029" y="1972"/>
                    </a:cubicBezTo>
                    <a:cubicBezTo>
                      <a:pt x="3038" y="1980"/>
                      <a:pt x="3089" y="1972"/>
                      <a:pt x="3072" y="1997"/>
                    </a:cubicBezTo>
                    <a:cubicBezTo>
                      <a:pt x="3131" y="1972"/>
                      <a:pt x="3072" y="1904"/>
                      <a:pt x="3131" y="1862"/>
                    </a:cubicBezTo>
                    <a:lnTo>
                      <a:pt x="3131" y="1862"/>
                    </a:lnTo>
                    <a:cubicBezTo>
                      <a:pt x="3114" y="1870"/>
                      <a:pt x="3097" y="1887"/>
                      <a:pt x="3080" y="1904"/>
                    </a:cubicBezTo>
                    <a:cubicBezTo>
                      <a:pt x="3089" y="1862"/>
                      <a:pt x="3072" y="1887"/>
                      <a:pt x="3055" y="1862"/>
                    </a:cubicBezTo>
                    <a:cubicBezTo>
                      <a:pt x="3077" y="1862"/>
                      <a:pt x="3100" y="1843"/>
                      <a:pt x="3107" y="1843"/>
                    </a:cubicBezTo>
                    <a:cubicBezTo>
                      <a:pt x="3111" y="1843"/>
                      <a:pt x="3111" y="1848"/>
                      <a:pt x="3105" y="1862"/>
                    </a:cubicBezTo>
                    <a:cubicBezTo>
                      <a:pt x="3122" y="1853"/>
                      <a:pt x="3165" y="1828"/>
                      <a:pt x="3165" y="1802"/>
                    </a:cubicBezTo>
                    <a:lnTo>
                      <a:pt x="3142" y="1802"/>
                    </a:lnTo>
                    <a:cubicBezTo>
                      <a:pt x="3139" y="1805"/>
                      <a:pt x="3135" y="1808"/>
                      <a:pt x="3131" y="1811"/>
                    </a:cubicBezTo>
                    <a:cubicBezTo>
                      <a:pt x="3122" y="1813"/>
                      <a:pt x="3116" y="1814"/>
                      <a:pt x="3112" y="1814"/>
                    </a:cubicBezTo>
                    <a:cubicBezTo>
                      <a:pt x="3084" y="1814"/>
                      <a:pt x="3115" y="1777"/>
                      <a:pt x="3072" y="1777"/>
                    </a:cubicBezTo>
                    <a:lnTo>
                      <a:pt x="3055" y="1828"/>
                    </a:lnTo>
                    <a:lnTo>
                      <a:pt x="3072" y="1819"/>
                    </a:lnTo>
                    <a:lnTo>
                      <a:pt x="3072" y="1819"/>
                    </a:lnTo>
                    <a:cubicBezTo>
                      <a:pt x="3089" y="1845"/>
                      <a:pt x="3021" y="1853"/>
                      <a:pt x="3055" y="1887"/>
                    </a:cubicBezTo>
                    <a:cubicBezTo>
                      <a:pt x="2996" y="1887"/>
                      <a:pt x="3004" y="1912"/>
                      <a:pt x="2945" y="1912"/>
                    </a:cubicBezTo>
                    <a:cubicBezTo>
                      <a:pt x="2945" y="1920"/>
                      <a:pt x="2948" y="1922"/>
                      <a:pt x="2952" y="1922"/>
                    </a:cubicBezTo>
                    <a:cubicBezTo>
                      <a:pt x="2958" y="1922"/>
                      <a:pt x="2965" y="1917"/>
                      <a:pt x="2970" y="1912"/>
                    </a:cubicBezTo>
                    <a:lnTo>
                      <a:pt x="2970" y="1912"/>
                    </a:lnTo>
                    <a:cubicBezTo>
                      <a:pt x="2953" y="1929"/>
                      <a:pt x="2979" y="1963"/>
                      <a:pt x="2936" y="1963"/>
                    </a:cubicBezTo>
                    <a:cubicBezTo>
                      <a:pt x="2925" y="1969"/>
                      <a:pt x="2937" y="1979"/>
                      <a:pt x="2952" y="1979"/>
                    </a:cubicBezTo>
                    <a:cubicBezTo>
                      <a:pt x="2958" y="1979"/>
                      <a:pt x="2965" y="1977"/>
                      <a:pt x="2970" y="1972"/>
                    </a:cubicBezTo>
                    <a:lnTo>
                      <a:pt x="2970" y="1972"/>
                    </a:lnTo>
                    <a:cubicBezTo>
                      <a:pt x="2953" y="1989"/>
                      <a:pt x="2936" y="1997"/>
                      <a:pt x="2919" y="2014"/>
                    </a:cubicBezTo>
                    <a:lnTo>
                      <a:pt x="2953" y="2014"/>
                    </a:lnTo>
                    <a:lnTo>
                      <a:pt x="2936" y="2031"/>
                    </a:lnTo>
                    <a:lnTo>
                      <a:pt x="2962" y="2031"/>
                    </a:lnTo>
                    <a:cubicBezTo>
                      <a:pt x="2928" y="2073"/>
                      <a:pt x="2877" y="2090"/>
                      <a:pt x="2826" y="2090"/>
                    </a:cubicBezTo>
                    <a:cubicBezTo>
                      <a:pt x="2843" y="2039"/>
                      <a:pt x="2911" y="1997"/>
                      <a:pt x="2902" y="1946"/>
                    </a:cubicBezTo>
                    <a:lnTo>
                      <a:pt x="2902" y="1946"/>
                    </a:lnTo>
                    <a:cubicBezTo>
                      <a:pt x="2896" y="1946"/>
                      <a:pt x="2894" y="1979"/>
                      <a:pt x="2877" y="1979"/>
                    </a:cubicBezTo>
                    <a:cubicBezTo>
                      <a:pt x="2872" y="1979"/>
                      <a:pt x="2867" y="1977"/>
                      <a:pt x="2860" y="1972"/>
                    </a:cubicBezTo>
                    <a:lnTo>
                      <a:pt x="2860" y="2006"/>
                    </a:lnTo>
                    <a:cubicBezTo>
                      <a:pt x="2854" y="2019"/>
                      <a:pt x="2842" y="2036"/>
                      <a:pt x="2830" y="2036"/>
                    </a:cubicBezTo>
                    <a:cubicBezTo>
                      <a:pt x="2826" y="2036"/>
                      <a:pt x="2822" y="2035"/>
                      <a:pt x="2818" y="2031"/>
                    </a:cubicBezTo>
                    <a:cubicBezTo>
                      <a:pt x="2826" y="2006"/>
                      <a:pt x="2835" y="1972"/>
                      <a:pt x="2835" y="1938"/>
                    </a:cubicBezTo>
                    <a:cubicBezTo>
                      <a:pt x="2835" y="1929"/>
                      <a:pt x="2835" y="1921"/>
                      <a:pt x="2835" y="1921"/>
                    </a:cubicBezTo>
                    <a:cubicBezTo>
                      <a:pt x="2843" y="1912"/>
                      <a:pt x="2852" y="1887"/>
                      <a:pt x="2869" y="1887"/>
                    </a:cubicBezTo>
                    <a:cubicBezTo>
                      <a:pt x="2872" y="1885"/>
                      <a:pt x="2874" y="1885"/>
                      <a:pt x="2877" y="1885"/>
                    </a:cubicBezTo>
                    <a:cubicBezTo>
                      <a:pt x="2886" y="1885"/>
                      <a:pt x="2886" y="1897"/>
                      <a:pt x="2886" y="1904"/>
                    </a:cubicBezTo>
                    <a:cubicBezTo>
                      <a:pt x="2945" y="1896"/>
                      <a:pt x="2928" y="1811"/>
                      <a:pt x="2979" y="1794"/>
                    </a:cubicBezTo>
                    <a:cubicBezTo>
                      <a:pt x="2982" y="1796"/>
                      <a:pt x="2987" y="1797"/>
                      <a:pt x="2992" y="1797"/>
                    </a:cubicBezTo>
                    <a:cubicBezTo>
                      <a:pt x="3001" y="1797"/>
                      <a:pt x="3011" y="1795"/>
                      <a:pt x="3018" y="1795"/>
                    </a:cubicBezTo>
                    <a:cubicBezTo>
                      <a:pt x="3025" y="1795"/>
                      <a:pt x="3029" y="1796"/>
                      <a:pt x="3029" y="1802"/>
                    </a:cubicBezTo>
                    <a:cubicBezTo>
                      <a:pt x="3063" y="1786"/>
                      <a:pt x="3055" y="1752"/>
                      <a:pt x="3063" y="1726"/>
                    </a:cubicBezTo>
                    <a:cubicBezTo>
                      <a:pt x="3066" y="1729"/>
                      <a:pt x="3069" y="1730"/>
                      <a:pt x="3073" y="1730"/>
                    </a:cubicBezTo>
                    <a:cubicBezTo>
                      <a:pt x="3084" y="1730"/>
                      <a:pt x="3095" y="1718"/>
                      <a:pt x="3101" y="1718"/>
                    </a:cubicBezTo>
                    <a:cubicBezTo>
                      <a:pt x="3104" y="1718"/>
                      <a:pt x="3105" y="1720"/>
                      <a:pt x="3105" y="1726"/>
                    </a:cubicBezTo>
                    <a:lnTo>
                      <a:pt x="3105" y="1684"/>
                    </a:lnTo>
                    <a:cubicBezTo>
                      <a:pt x="3127" y="1684"/>
                      <a:pt x="3148" y="1655"/>
                      <a:pt x="3164" y="1655"/>
                    </a:cubicBezTo>
                    <a:cubicBezTo>
                      <a:pt x="3167" y="1655"/>
                      <a:pt x="3170" y="1656"/>
                      <a:pt x="3173" y="1659"/>
                    </a:cubicBezTo>
                    <a:cubicBezTo>
                      <a:pt x="3190" y="1633"/>
                      <a:pt x="3156" y="1625"/>
                      <a:pt x="3190" y="1616"/>
                    </a:cubicBezTo>
                    <a:cubicBezTo>
                      <a:pt x="3190" y="1621"/>
                      <a:pt x="3192" y="1623"/>
                      <a:pt x="3193" y="1624"/>
                    </a:cubicBezTo>
                    <a:lnTo>
                      <a:pt x="3193" y="1624"/>
                    </a:lnTo>
                    <a:cubicBezTo>
                      <a:pt x="3217" y="1615"/>
                      <a:pt x="3232" y="1599"/>
                      <a:pt x="3232" y="1583"/>
                    </a:cubicBezTo>
                    <a:lnTo>
                      <a:pt x="3232" y="1583"/>
                    </a:lnTo>
                    <a:cubicBezTo>
                      <a:pt x="3229" y="1584"/>
                      <a:pt x="3226" y="1585"/>
                      <a:pt x="3224" y="1585"/>
                    </a:cubicBezTo>
                    <a:cubicBezTo>
                      <a:pt x="3221" y="1585"/>
                      <a:pt x="3220" y="1583"/>
                      <a:pt x="3218" y="1583"/>
                    </a:cubicBezTo>
                    <a:cubicBezTo>
                      <a:pt x="3216" y="1583"/>
                      <a:pt x="3213" y="1585"/>
                      <a:pt x="3207" y="1591"/>
                    </a:cubicBezTo>
                    <a:cubicBezTo>
                      <a:pt x="3199" y="1574"/>
                      <a:pt x="3207" y="1540"/>
                      <a:pt x="3241" y="1540"/>
                    </a:cubicBezTo>
                    <a:cubicBezTo>
                      <a:pt x="3237" y="1563"/>
                      <a:pt x="3245" y="1567"/>
                      <a:pt x="3255" y="1567"/>
                    </a:cubicBezTo>
                    <a:cubicBezTo>
                      <a:pt x="3261" y="1567"/>
                      <a:pt x="3268" y="1565"/>
                      <a:pt x="3274" y="1565"/>
                    </a:cubicBezTo>
                    <a:cubicBezTo>
                      <a:pt x="3279" y="1565"/>
                      <a:pt x="3283" y="1567"/>
                      <a:pt x="3283" y="1574"/>
                    </a:cubicBezTo>
                    <a:cubicBezTo>
                      <a:pt x="3334" y="1532"/>
                      <a:pt x="3334" y="1473"/>
                      <a:pt x="3359" y="1413"/>
                    </a:cubicBezTo>
                    <a:cubicBezTo>
                      <a:pt x="3402" y="1371"/>
                      <a:pt x="3478" y="1337"/>
                      <a:pt x="3495" y="1278"/>
                    </a:cubicBezTo>
                    <a:lnTo>
                      <a:pt x="3503" y="1244"/>
                    </a:lnTo>
                    <a:cubicBezTo>
                      <a:pt x="3505" y="1243"/>
                      <a:pt x="3507" y="1243"/>
                      <a:pt x="3509" y="1243"/>
                    </a:cubicBezTo>
                    <a:cubicBezTo>
                      <a:pt x="3518" y="1243"/>
                      <a:pt x="3525" y="1254"/>
                      <a:pt x="3533" y="1254"/>
                    </a:cubicBezTo>
                    <a:cubicBezTo>
                      <a:pt x="3536" y="1254"/>
                      <a:pt x="3541" y="1251"/>
                      <a:pt x="3545" y="1244"/>
                    </a:cubicBezTo>
                    <a:lnTo>
                      <a:pt x="3545" y="1244"/>
                    </a:lnTo>
                    <a:cubicBezTo>
                      <a:pt x="3554" y="1278"/>
                      <a:pt x="3512" y="1278"/>
                      <a:pt x="3503" y="1312"/>
                    </a:cubicBezTo>
                    <a:cubicBezTo>
                      <a:pt x="3562" y="1312"/>
                      <a:pt x="3486" y="1371"/>
                      <a:pt x="3528" y="1371"/>
                    </a:cubicBezTo>
                    <a:cubicBezTo>
                      <a:pt x="3503" y="1303"/>
                      <a:pt x="3596" y="1295"/>
                      <a:pt x="3613" y="1244"/>
                    </a:cubicBezTo>
                    <a:cubicBezTo>
                      <a:pt x="3618" y="1242"/>
                      <a:pt x="3621" y="1241"/>
                      <a:pt x="3624" y="1241"/>
                    </a:cubicBezTo>
                    <a:cubicBezTo>
                      <a:pt x="3637" y="1241"/>
                      <a:pt x="3619" y="1271"/>
                      <a:pt x="3627" y="1271"/>
                    </a:cubicBezTo>
                    <a:cubicBezTo>
                      <a:pt x="3628" y="1271"/>
                      <a:pt x="3629" y="1270"/>
                      <a:pt x="3630" y="1270"/>
                    </a:cubicBezTo>
                    <a:lnTo>
                      <a:pt x="3630" y="1244"/>
                    </a:lnTo>
                    <a:cubicBezTo>
                      <a:pt x="3647" y="1244"/>
                      <a:pt x="3655" y="1244"/>
                      <a:pt x="3664" y="1253"/>
                    </a:cubicBezTo>
                    <a:cubicBezTo>
                      <a:pt x="3706" y="1236"/>
                      <a:pt x="3731" y="1202"/>
                      <a:pt x="3740" y="1151"/>
                    </a:cubicBezTo>
                    <a:lnTo>
                      <a:pt x="3740" y="1151"/>
                    </a:lnTo>
                    <a:cubicBezTo>
                      <a:pt x="3734" y="1161"/>
                      <a:pt x="3731" y="1164"/>
                      <a:pt x="3728" y="1164"/>
                    </a:cubicBezTo>
                    <a:cubicBezTo>
                      <a:pt x="3722" y="1164"/>
                      <a:pt x="3722" y="1142"/>
                      <a:pt x="3712" y="1142"/>
                    </a:cubicBezTo>
                    <a:cubicBezTo>
                      <a:pt x="3709" y="1142"/>
                      <a:pt x="3704" y="1145"/>
                      <a:pt x="3698" y="1151"/>
                    </a:cubicBezTo>
                    <a:cubicBezTo>
                      <a:pt x="3706" y="1126"/>
                      <a:pt x="3723" y="1109"/>
                      <a:pt x="3748" y="1092"/>
                    </a:cubicBezTo>
                    <a:lnTo>
                      <a:pt x="3748" y="1092"/>
                    </a:lnTo>
                    <a:cubicBezTo>
                      <a:pt x="3723" y="1117"/>
                      <a:pt x="3799" y="1109"/>
                      <a:pt x="3748" y="1134"/>
                    </a:cubicBezTo>
                    <a:cubicBezTo>
                      <a:pt x="3753" y="1137"/>
                      <a:pt x="3756" y="1138"/>
                      <a:pt x="3758" y="1138"/>
                    </a:cubicBezTo>
                    <a:cubicBezTo>
                      <a:pt x="3772" y="1138"/>
                      <a:pt x="3769" y="1107"/>
                      <a:pt x="3791" y="1100"/>
                    </a:cubicBezTo>
                    <a:lnTo>
                      <a:pt x="3791" y="1100"/>
                    </a:lnTo>
                    <a:cubicBezTo>
                      <a:pt x="3783" y="1116"/>
                      <a:pt x="3782" y="1146"/>
                      <a:pt x="3782" y="1150"/>
                    </a:cubicBezTo>
                    <a:lnTo>
                      <a:pt x="3782" y="1150"/>
                    </a:lnTo>
                    <a:cubicBezTo>
                      <a:pt x="3783" y="1092"/>
                      <a:pt x="3892" y="1092"/>
                      <a:pt x="3884" y="1058"/>
                    </a:cubicBezTo>
                    <a:cubicBezTo>
                      <a:pt x="3892" y="1016"/>
                      <a:pt x="3909" y="973"/>
                      <a:pt x="3918" y="931"/>
                    </a:cubicBezTo>
                    <a:cubicBezTo>
                      <a:pt x="3960" y="923"/>
                      <a:pt x="3985" y="889"/>
                      <a:pt x="4019" y="872"/>
                    </a:cubicBezTo>
                    <a:lnTo>
                      <a:pt x="4019" y="889"/>
                    </a:lnTo>
                    <a:cubicBezTo>
                      <a:pt x="4036" y="880"/>
                      <a:pt x="4061" y="847"/>
                      <a:pt x="4087" y="830"/>
                    </a:cubicBezTo>
                    <a:lnTo>
                      <a:pt x="4104" y="847"/>
                    </a:lnTo>
                    <a:cubicBezTo>
                      <a:pt x="4129" y="821"/>
                      <a:pt x="4154" y="796"/>
                      <a:pt x="4180" y="779"/>
                    </a:cubicBezTo>
                    <a:cubicBezTo>
                      <a:pt x="4177" y="774"/>
                      <a:pt x="4173" y="773"/>
                      <a:pt x="4169" y="773"/>
                    </a:cubicBezTo>
                    <a:cubicBezTo>
                      <a:pt x="4164" y="773"/>
                      <a:pt x="4159" y="774"/>
                      <a:pt x="4155" y="774"/>
                    </a:cubicBezTo>
                    <a:cubicBezTo>
                      <a:pt x="4150" y="774"/>
                      <a:pt x="4146" y="772"/>
                      <a:pt x="4146" y="762"/>
                    </a:cubicBezTo>
                    <a:cubicBezTo>
                      <a:pt x="4138" y="770"/>
                      <a:pt x="4129" y="787"/>
                      <a:pt x="4138" y="796"/>
                    </a:cubicBezTo>
                    <a:cubicBezTo>
                      <a:pt x="4136" y="798"/>
                      <a:pt x="4134" y="798"/>
                      <a:pt x="4132" y="798"/>
                    </a:cubicBezTo>
                    <a:cubicBezTo>
                      <a:pt x="4122" y="798"/>
                      <a:pt x="4109" y="787"/>
                      <a:pt x="4095" y="787"/>
                    </a:cubicBezTo>
                    <a:lnTo>
                      <a:pt x="4138" y="737"/>
                    </a:lnTo>
                    <a:cubicBezTo>
                      <a:pt x="4138" y="732"/>
                      <a:pt x="4140" y="730"/>
                      <a:pt x="4142" y="730"/>
                    </a:cubicBezTo>
                    <a:lnTo>
                      <a:pt x="4142" y="730"/>
                    </a:lnTo>
                    <a:lnTo>
                      <a:pt x="4129" y="711"/>
                    </a:lnTo>
                    <a:cubicBezTo>
                      <a:pt x="4136" y="704"/>
                      <a:pt x="4143" y="701"/>
                      <a:pt x="4149" y="701"/>
                    </a:cubicBezTo>
                    <a:cubicBezTo>
                      <a:pt x="4157" y="701"/>
                      <a:pt x="4163" y="706"/>
                      <a:pt x="4163" y="711"/>
                    </a:cubicBezTo>
                    <a:cubicBezTo>
                      <a:pt x="4180" y="677"/>
                      <a:pt x="4171" y="644"/>
                      <a:pt x="4205" y="627"/>
                    </a:cubicBezTo>
                    <a:lnTo>
                      <a:pt x="4205" y="627"/>
                    </a:lnTo>
                    <a:cubicBezTo>
                      <a:pt x="4205" y="652"/>
                      <a:pt x="4205" y="669"/>
                      <a:pt x="4188" y="686"/>
                    </a:cubicBezTo>
                    <a:lnTo>
                      <a:pt x="4222" y="660"/>
                    </a:lnTo>
                    <a:lnTo>
                      <a:pt x="4222" y="660"/>
                    </a:lnTo>
                    <a:cubicBezTo>
                      <a:pt x="4222" y="694"/>
                      <a:pt x="4154" y="737"/>
                      <a:pt x="4188" y="762"/>
                    </a:cubicBezTo>
                    <a:cubicBezTo>
                      <a:pt x="4222" y="711"/>
                      <a:pt x="4256" y="660"/>
                      <a:pt x="4273" y="601"/>
                    </a:cubicBezTo>
                    <a:cubicBezTo>
                      <a:pt x="4275" y="602"/>
                      <a:pt x="4278" y="602"/>
                      <a:pt x="4280" y="602"/>
                    </a:cubicBezTo>
                    <a:cubicBezTo>
                      <a:pt x="4308" y="602"/>
                      <a:pt x="4318" y="558"/>
                      <a:pt x="4349" y="551"/>
                    </a:cubicBezTo>
                    <a:cubicBezTo>
                      <a:pt x="4357" y="551"/>
                      <a:pt x="4374" y="551"/>
                      <a:pt x="4374" y="559"/>
                    </a:cubicBezTo>
                    <a:lnTo>
                      <a:pt x="4366" y="567"/>
                    </a:lnTo>
                    <a:cubicBezTo>
                      <a:pt x="4408" y="542"/>
                      <a:pt x="4442" y="500"/>
                      <a:pt x="4467" y="449"/>
                    </a:cubicBezTo>
                    <a:lnTo>
                      <a:pt x="4501" y="457"/>
                    </a:lnTo>
                    <a:cubicBezTo>
                      <a:pt x="4569" y="415"/>
                      <a:pt x="4459" y="424"/>
                      <a:pt x="4518" y="373"/>
                    </a:cubicBezTo>
                    <a:lnTo>
                      <a:pt x="4518" y="373"/>
                    </a:lnTo>
                    <a:cubicBezTo>
                      <a:pt x="4522" y="375"/>
                      <a:pt x="4526" y="376"/>
                      <a:pt x="4530" y="376"/>
                    </a:cubicBezTo>
                    <a:cubicBezTo>
                      <a:pt x="4559" y="376"/>
                      <a:pt x="4594" y="336"/>
                      <a:pt x="4613" y="336"/>
                    </a:cubicBezTo>
                    <a:cubicBezTo>
                      <a:pt x="4615" y="336"/>
                      <a:pt x="4618" y="337"/>
                      <a:pt x="4620" y="339"/>
                    </a:cubicBezTo>
                    <a:cubicBezTo>
                      <a:pt x="4620" y="331"/>
                      <a:pt x="4637" y="331"/>
                      <a:pt x="4620" y="314"/>
                    </a:cubicBezTo>
                    <a:cubicBezTo>
                      <a:pt x="4614" y="314"/>
                      <a:pt x="4601" y="325"/>
                      <a:pt x="4593" y="325"/>
                    </a:cubicBezTo>
                    <a:cubicBezTo>
                      <a:pt x="4589" y="325"/>
                      <a:pt x="4586" y="322"/>
                      <a:pt x="4586" y="314"/>
                    </a:cubicBezTo>
                    <a:cubicBezTo>
                      <a:pt x="4603" y="288"/>
                      <a:pt x="4628" y="297"/>
                      <a:pt x="4637" y="280"/>
                    </a:cubicBezTo>
                    <a:lnTo>
                      <a:pt x="4637" y="297"/>
                    </a:lnTo>
                    <a:cubicBezTo>
                      <a:pt x="4670" y="254"/>
                      <a:pt x="4755" y="195"/>
                      <a:pt x="4755" y="128"/>
                    </a:cubicBezTo>
                    <a:lnTo>
                      <a:pt x="4755" y="128"/>
                    </a:lnTo>
                    <a:cubicBezTo>
                      <a:pt x="4738" y="144"/>
                      <a:pt x="4755" y="153"/>
                      <a:pt x="4730" y="161"/>
                    </a:cubicBezTo>
                    <a:cubicBezTo>
                      <a:pt x="4713" y="153"/>
                      <a:pt x="4730" y="144"/>
                      <a:pt x="4730" y="136"/>
                    </a:cubicBezTo>
                    <a:cubicBezTo>
                      <a:pt x="4726" y="134"/>
                      <a:pt x="4723" y="133"/>
                      <a:pt x="4721" y="133"/>
                    </a:cubicBezTo>
                    <a:cubicBezTo>
                      <a:pt x="4708" y="133"/>
                      <a:pt x="4716" y="170"/>
                      <a:pt x="4687" y="170"/>
                    </a:cubicBezTo>
                    <a:lnTo>
                      <a:pt x="4704" y="119"/>
                    </a:lnTo>
                    <a:lnTo>
                      <a:pt x="4670" y="119"/>
                    </a:lnTo>
                    <a:lnTo>
                      <a:pt x="470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0"/>
              <p:cNvSpPr/>
              <p:nvPr/>
            </p:nvSpPr>
            <p:spPr>
              <a:xfrm rot="-7654229">
                <a:off x="7819488" y="969722"/>
                <a:ext cx="5556" cy="3846"/>
              </a:xfrm>
              <a:custGeom>
                <a:rect b="b" l="l" r="r" t="t"/>
                <a:pathLst>
                  <a:path extrusionOk="0" h="60" w="86">
                    <a:moveTo>
                      <a:pt x="35" y="0"/>
                    </a:moveTo>
                    <a:cubicBezTo>
                      <a:pt x="1" y="17"/>
                      <a:pt x="35" y="34"/>
                      <a:pt x="18" y="59"/>
                    </a:cubicBezTo>
                    <a:cubicBezTo>
                      <a:pt x="43" y="42"/>
                      <a:pt x="60" y="17"/>
                      <a:pt x="86" y="0"/>
                    </a:cubicBezTo>
                    <a:lnTo>
                      <a:pt x="86" y="0"/>
                    </a:lnTo>
                    <a:cubicBezTo>
                      <a:pt x="69" y="9"/>
                      <a:pt x="58" y="13"/>
                      <a:pt x="51" y="13"/>
                    </a:cubicBezTo>
                    <a:cubicBezTo>
                      <a:pt x="43" y="13"/>
                      <a:pt x="39" y="9"/>
                      <a:pt x="3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0"/>
              <p:cNvSpPr/>
              <p:nvPr/>
            </p:nvSpPr>
            <p:spPr>
              <a:xfrm rot="-7654229">
                <a:off x="7824793" y="971500"/>
                <a:ext cx="581" cy="577"/>
              </a:xfrm>
              <a:custGeom>
                <a:rect b="b" l="l" r="r" t="t"/>
                <a:pathLst>
                  <a:path extrusionOk="0" h="9" w="9">
                    <a:moveTo>
                      <a:pt x="9" y="0"/>
                    </a:moveTo>
                    <a:cubicBezTo>
                      <a:pt x="0" y="0"/>
                      <a:pt x="0" y="9"/>
                      <a:pt x="0" y="9"/>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0"/>
              <p:cNvSpPr/>
              <p:nvPr/>
            </p:nvSpPr>
            <p:spPr>
              <a:xfrm rot="-7654229">
                <a:off x="7815850" y="968969"/>
                <a:ext cx="1744" cy="1026"/>
              </a:xfrm>
              <a:custGeom>
                <a:rect b="b" l="l" r="r" t="t"/>
                <a:pathLst>
                  <a:path extrusionOk="0" h="16" w="27">
                    <a:moveTo>
                      <a:pt x="26" y="1"/>
                    </a:moveTo>
                    <a:cubicBezTo>
                      <a:pt x="26" y="1"/>
                      <a:pt x="9" y="9"/>
                      <a:pt x="1" y="9"/>
                    </a:cubicBezTo>
                    <a:cubicBezTo>
                      <a:pt x="3" y="13"/>
                      <a:pt x="6" y="15"/>
                      <a:pt x="8" y="15"/>
                    </a:cubicBezTo>
                    <a:cubicBezTo>
                      <a:pt x="17" y="15"/>
                      <a:pt x="26"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0"/>
              <p:cNvSpPr/>
              <p:nvPr/>
            </p:nvSpPr>
            <p:spPr>
              <a:xfrm rot="-7654229">
                <a:off x="7818783" y="995260"/>
                <a:ext cx="2520" cy="1410"/>
              </a:xfrm>
              <a:custGeom>
                <a:rect b="b" l="l" r="r" t="t"/>
                <a:pathLst>
                  <a:path extrusionOk="0" h="22" w="39">
                    <a:moveTo>
                      <a:pt x="29" y="1"/>
                    </a:moveTo>
                    <a:cubicBezTo>
                      <a:pt x="20" y="1"/>
                      <a:pt x="7" y="13"/>
                      <a:pt x="1" y="20"/>
                    </a:cubicBezTo>
                    <a:cubicBezTo>
                      <a:pt x="3" y="19"/>
                      <a:pt x="6" y="18"/>
                      <a:pt x="9" y="18"/>
                    </a:cubicBezTo>
                    <a:cubicBezTo>
                      <a:pt x="17" y="18"/>
                      <a:pt x="25" y="21"/>
                      <a:pt x="30" y="21"/>
                    </a:cubicBezTo>
                    <a:cubicBezTo>
                      <a:pt x="35" y="21"/>
                      <a:pt x="38" y="18"/>
                      <a:pt x="34" y="3"/>
                    </a:cubicBezTo>
                    <a:cubicBezTo>
                      <a:pt x="33" y="2"/>
                      <a:pt x="31" y="1"/>
                      <a:pt x="2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0"/>
              <p:cNvSpPr/>
              <p:nvPr/>
            </p:nvSpPr>
            <p:spPr>
              <a:xfrm rot="-7654229">
                <a:off x="7808205" y="972661"/>
                <a:ext cx="1680" cy="2051"/>
              </a:xfrm>
              <a:custGeom>
                <a:rect b="b" l="l" r="r" t="t"/>
                <a:pathLst>
                  <a:path extrusionOk="0" h="32" w="26">
                    <a:moveTo>
                      <a:pt x="0" y="0"/>
                    </a:moveTo>
                    <a:cubicBezTo>
                      <a:pt x="0" y="12"/>
                      <a:pt x="4" y="31"/>
                      <a:pt x="12" y="31"/>
                    </a:cubicBezTo>
                    <a:cubicBezTo>
                      <a:pt x="16" y="31"/>
                      <a:pt x="20" y="27"/>
                      <a:pt x="26" y="17"/>
                    </a:cubicBezTo>
                    <a:cubicBezTo>
                      <a:pt x="17" y="17"/>
                      <a:pt x="0" y="17"/>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0"/>
              <p:cNvSpPr/>
              <p:nvPr/>
            </p:nvSpPr>
            <p:spPr>
              <a:xfrm rot="-7654229">
                <a:off x="7815343" y="993686"/>
                <a:ext cx="1163" cy="1731"/>
              </a:xfrm>
              <a:custGeom>
                <a:rect b="b" l="l" r="r" t="t"/>
                <a:pathLst>
                  <a:path extrusionOk="0" h="27" w="18">
                    <a:moveTo>
                      <a:pt x="9" y="1"/>
                    </a:moveTo>
                    <a:lnTo>
                      <a:pt x="0" y="26"/>
                    </a:lnTo>
                    <a:lnTo>
                      <a:pt x="0" y="26"/>
                    </a:lnTo>
                    <a:lnTo>
                      <a:pt x="17" y="9"/>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0"/>
              <p:cNvSpPr/>
              <p:nvPr/>
            </p:nvSpPr>
            <p:spPr>
              <a:xfrm rot="-7654229">
                <a:off x="7812436" y="1007831"/>
                <a:ext cx="7172" cy="3846"/>
              </a:xfrm>
              <a:custGeom>
                <a:rect b="b" l="l" r="r" t="t"/>
                <a:pathLst>
                  <a:path extrusionOk="0" h="60" w="111">
                    <a:moveTo>
                      <a:pt x="9" y="0"/>
                    </a:moveTo>
                    <a:cubicBezTo>
                      <a:pt x="1" y="34"/>
                      <a:pt x="77" y="17"/>
                      <a:pt x="52" y="59"/>
                    </a:cubicBezTo>
                    <a:cubicBezTo>
                      <a:pt x="111" y="34"/>
                      <a:pt x="26" y="34"/>
                      <a:pt x="60" y="9"/>
                    </a:cubicBezTo>
                    <a:lnTo>
                      <a:pt x="60" y="9"/>
                    </a:lnTo>
                    <a:cubicBezTo>
                      <a:pt x="55" y="11"/>
                      <a:pt x="49" y="12"/>
                      <a:pt x="44" y="12"/>
                    </a:cubicBezTo>
                    <a:cubicBezTo>
                      <a:pt x="30" y="12"/>
                      <a:pt x="15" y="6"/>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0"/>
              <p:cNvSpPr/>
              <p:nvPr/>
            </p:nvSpPr>
            <p:spPr>
              <a:xfrm rot="-7654229">
                <a:off x="7813648" y="1009815"/>
                <a:ext cx="1163" cy="577"/>
              </a:xfrm>
              <a:custGeom>
                <a:rect b="b" l="l" r="r" t="t"/>
                <a:pathLst>
                  <a:path extrusionOk="0" h="9" w="18">
                    <a:moveTo>
                      <a:pt x="0" y="9"/>
                    </a:move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0"/>
              <p:cNvSpPr/>
              <p:nvPr/>
            </p:nvSpPr>
            <p:spPr>
              <a:xfrm rot="-7654229">
                <a:off x="7793770" y="994821"/>
                <a:ext cx="65" cy="577"/>
              </a:xfrm>
              <a:custGeom>
                <a:rect b="b" l="l" r="r" t="t"/>
                <a:pathLst>
                  <a:path extrusionOk="0" h="9" w="1">
                    <a:moveTo>
                      <a:pt x="0" y="0"/>
                    </a:moveTo>
                    <a:cubicBezTo>
                      <a:pt x="0" y="0"/>
                      <a:pt x="0" y="9"/>
                      <a:pt x="0" y="9"/>
                    </a:cubicBezTo>
                    <a:cubicBezTo>
                      <a:pt x="0" y="9"/>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0"/>
              <p:cNvSpPr/>
              <p:nvPr/>
            </p:nvSpPr>
            <p:spPr>
              <a:xfrm rot="-7654229">
                <a:off x="7802981" y="1004977"/>
                <a:ext cx="3877" cy="6538"/>
              </a:xfrm>
              <a:custGeom>
                <a:rect b="b" l="l" r="r" t="t"/>
                <a:pathLst>
                  <a:path extrusionOk="0" h="102" w="60">
                    <a:moveTo>
                      <a:pt x="34" y="0"/>
                    </a:moveTo>
                    <a:cubicBezTo>
                      <a:pt x="17" y="9"/>
                      <a:pt x="0" y="26"/>
                      <a:pt x="0" y="51"/>
                    </a:cubicBezTo>
                    <a:lnTo>
                      <a:pt x="9" y="51"/>
                    </a:lnTo>
                    <a:lnTo>
                      <a:pt x="0" y="102"/>
                    </a:lnTo>
                    <a:cubicBezTo>
                      <a:pt x="9" y="68"/>
                      <a:pt x="59" y="26"/>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0"/>
              <p:cNvSpPr/>
              <p:nvPr/>
            </p:nvSpPr>
            <p:spPr>
              <a:xfrm rot="-7654229">
                <a:off x="7785415" y="961006"/>
                <a:ext cx="1163" cy="1795"/>
              </a:xfrm>
              <a:custGeom>
                <a:rect b="b" l="l" r="r" t="t"/>
                <a:pathLst>
                  <a:path extrusionOk="0" h="28" w="18">
                    <a:moveTo>
                      <a:pt x="1" y="0"/>
                    </a:moveTo>
                    <a:cubicBezTo>
                      <a:pt x="1" y="0"/>
                      <a:pt x="1" y="1"/>
                      <a:pt x="1" y="2"/>
                    </a:cubicBezTo>
                    <a:lnTo>
                      <a:pt x="1" y="27"/>
                    </a:lnTo>
                    <a:lnTo>
                      <a:pt x="17" y="19"/>
                    </a:lnTo>
                    <a:cubicBezTo>
                      <a:pt x="10" y="19"/>
                      <a:pt x="3"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0"/>
              <p:cNvSpPr/>
              <p:nvPr/>
            </p:nvSpPr>
            <p:spPr>
              <a:xfrm rot="-7654229">
                <a:off x="7785852" y="961252"/>
                <a:ext cx="65" cy="64"/>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0"/>
              <p:cNvSpPr/>
              <p:nvPr/>
            </p:nvSpPr>
            <p:spPr>
              <a:xfrm rot="-7654229">
                <a:off x="7798017" y="994132"/>
                <a:ext cx="2261" cy="1667"/>
              </a:xfrm>
              <a:custGeom>
                <a:rect b="b" l="l" r="r" t="t"/>
                <a:pathLst>
                  <a:path extrusionOk="0" h="26" w="35">
                    <a:moveTo>
                      <a:pt x="26" y="1"/>
                    </a:moveTo>
                    <a:cubicBezTo>
                      <a:pt x="9" y="1"/>
                      <a:pt x="1" y="9"/>
                      <a:pt x="1" y="26"/>
                    </a:cubicBezTo>
                    <a:cubicBezTo>
                      <a:pt x="1" y="26"/>
                      <a:pt x="34" y="9"/>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0"/>
              <p:cNvSpPr/>
              <p:nvPr/>
            </p:nvSpPr>
            <p:spPr>
              <a:xfrm rot="-7654229">
                <a:off x="7777772" y="963368"/>
                <a:ext cx="1163" cy="1154"/>
              </a:xfrm>
              <a:custGeom>
                <a:rect b="b" l="l" r="r" t="t"/>
                <a:pathLst>
                  <a:path extrusionOk="0" h="18" w="18">
                    <a:moveTo>
                      <a:pt x="17" y="1"/>
                    </a:moveTo>
                    <a:lnTo>
                      <a:pt x="0" y="18"/>
                    </a:ln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0"/>
              <p:cNvSpPr/>
              <p:nvPr/>
            </p:nvSpPr>
            <p:spPr>
              <a:xfrm rot="-7654229">
                <a:off x="7768367" y="957464"/>
                <a:ext cx="1098" cy="1667"/>
              </a:xfrm>
              <a:custGeom>
                <a:rect b="b" l="l" r="r" t="t"/>
                <a:pathLst>
                  <a:path extrusionOk="0" h="26" w="17">
                    <a:moveTo>
                      <a:pt x="8" y="0"/>
                    </a:moveTo>
                    <a:lnTo>
                      <a:pt x="0" y="26"/>
                    </a:lnTo>
                    <a:lnTo>
                      <a:pt x="17" y="9"/>
                    </a:lnTo>
                    <a:lnTo>
                      <a:pt x="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0"/>
              <p:cNvSpPr/>
              <p:nvPr/>
            </p:nvSpPr>
            <p:spPr>
              <a:xfrm rot="-7654229">
                <a:off x="7770748" y="1001459"/>
                <a:ext cx="3360" cy="2756"/>
              </a:xfrm>
              <a:custGeom>
                <a:rect b="b" l="l" r="r" t="t"/>
                <a:pathLst>
                  <a:path extrusionOk="0" h="43" w="52">
                    <a:moveTo>
                      <a:pt x="17" y="0"/>
                    </a:moveTo>
                    <a:cubicBezTo>
                      <a:pt x="0" y="8"/>
                      <a:pt x="9" y="42"/>
                      <a:pt x="17" y="42"/>
                    </a:cubicBezTo>
                    <a:lnTo>
                      <a:pt x="51" y="17"/>
                    </a:lnTo>
                    <a:cubicBezTo>
                      <a:pt x="46" y="15"/>
                      <a:pt x="43" y="15"/>
                      <a:pt x="41" y="15"/>
                    </a:cubicBezTo>
                    <a:cubicBezTo>
                      <a:pt x="31" y="15"/>
                      <a:pt x="38" y="27"/>
                      <a:pt x="17" y="34"/>
                    </a:cubicBez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9" name="Shape 1999"/>
        <p:cNvGrpSpPr/>
        <p:nvPr/>
      </p:nvGrpSpPr>
      <p:grpSpPr>
        <a:xfrm>
          <a:off x="0" y="0"/>
          <a:ext cx="0" cy="0"/>
          <a:chOff x="0" y="0"/>
          <a:chExt cx="0" cy="0"/>
        </a:xfrm>
      </p:grpSpPr>
      <p:pic>
        <p:nvPicPr>
          <p:cNvPr id="2000" name="Google Shape;2000;p41"/>
          <p:cNvPicPr preferRelativeResize="0"/>
          <p:nvPr/>
        </p:nvPicPr>
        <p:blipFill rotWithShape="1">
          <a:blip r:embed="rId3">
            <a:alphaModFix/>
          </a:blip>
          <a:srcRect b="1450" l="-1660" r="1660" t="-1449"/>
          <a:stretch/>
        </p:blipFill>
        <p:spPr>
          <a:xfrm rot="281322">
            <a:off x="4707959" y="263078"/>
            <a:ext cx="3752001" cy="4547859"/>
          </a:xfrm>
          <a:prstGeom prst="rect">
            <a:avLst/>
          </a:prstGeom>
          <a:noFill/>
          <a:ln>
            <a:noFill/>
          </a:ln>
        </p:spPr>
      </p:pic>
      <p:sp>
        <p:nvSpPr>
          <p:cNvPr id="2001" name="Google Shape;2001;p41"/>
          <p:cNvSpPr txBox="1"/>
          <p:nvPr>
            <p:ph type="title"/>
          </p:nvPr>
        </p:nvSpPr>
        <p:spPr>
          <a:xfrm>
            <a:off x="717050" y="2630825"/>
            <a:ext cx="4144500" cy="979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PATIENT</a:t>
            </a:r>
            <a:endParaRPr/>
          </a:p>
        </p:txBody>
      </p:sp>
      <p:sp>
        <p:nvSpPr>
          <p:cNvPr id="2002" name="Google Shape;2002;p41"/>
          <p:cNvSpPr txBox="1"/>
          <p:nvPr>
            <p:ph idx="2" type="title"/>
          </p:nvPr>
        </p:nvSpPr>
        <p:spPr>
          <a:xfrm>
            <a:off x="673100" y="1084275"/>
            <a:ext cx="2649600" cy="1373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003" name="Google Shape;2003;p41"/>
          <p:cNvSpPr txBox="1"/>
          <p:nvPr>
            <p:ph idx="1" type="subTitle"/>
          </p:nvPr>
        </p:nvSpPr>
        <p:spPr>
          <a:xfrm>
            <a:off x="717050" y="3610075"/>
            <a:ext cx="4941300" cy="4218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Here you </a:t>
            </a:r>
            <a:r>
              <a:rPr lang="en"/>
              <a:t>can</a:t>
            </a:r>
            <a:r>
              <a:rPr lang="en"/>
              <a:t> describe the topic of the section</a:t>
            </a:r>
            <a:endParaRPr/>
          </a:p>
        </p:txBody>
      </p:sp>
      <p:grpSp>
        <p:nvGrpSpPr>
          <p:cNvPr id="2004" name="Google Shape;2004;p41"/>
          <p:cNvGrpSpPr/>
          <p:nvPr/>
        </p:nvGrpSpPr>
        <p:grpSpPr>
          <a:xfrm rot="9687437">
            <a:off x="4882691" y="246672"/>
            <a:ext cx="3850629" cy="4666986"/>
            <a:chOff x="1813525" y="553675"/>
            <a:chExt cx="3693950" cy="4725975"/>
          </a:xfrm>
        </p:grpSpPr>
        <p:sp>
          <p:nvSpPr>
            <p:cNvPr id="2005" name="Google Shape;2005;p41"/>
            <p:cNvSpPr/>
            <p:nvPr/>
          </p:nvSpPr>
          <p:spPr>
            <a:xfrm>
              <a:off x="1813525" y="3045100"/>
              <a:ext cx="15750" cy="15250"/>
            </a:xfrm>
            <a:custGeom>
              <a:rect b="b" l="l" r="r" t="t"/>
              <a:pathLst>
                <a:path extrusionOk="0" h="610" w="630">
                  <a:moveTo>
                    <a:pt x="183" y="0"/>
                  </a:moveTo>
                  <a:cubicBezTo>
                    <a:pt x="180" y="0"/>
                    <a:pt x="184" y="7"/>
                    <a:pt x="197" y="20"/>
                  </a:cubicBezTo>
                  <a:cubicBezTo>
                    <a:pt x="1" y="104"/>
                    <a:pt x="450" y="497"/>
                    <a:pt x="506" y="610"/>
                  </a:cubicBezTo>
                  <a:cubicBezTo>
                    <a:pt x="630" y="338"/>
                    <a:pt x="209" y="0"/>
                    <a:pt x="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1"/>
            <p:cNvSpPr/>
            <p:nvPr/>
          </p:nvSpPr>
          <p:spPr>
            <a:xfrm>
              <a:off x="1852825" y="2956450"/>
              <a:ext cx="2850" cy="18275"/>
            </a:xfrm>
            <a:custGeom>
              <a:rect b="b" l="l" r="r" t="t"/>
              <a:pathLst>
                <a:path extrusionOk="0" h="731" w="114">
                  <a:moveTo>
                    <a:pt x="57" y="1"/>
                  </a:moveTo>
                  <a:lnTo>
                    <a:pt x="1" y="534"/>
                  </a:lnTo>
                  <a:lnTo>
                    <a:pt x="113" y="730"/>
                  </a:lnTo>
                  <a:lnTo>
                    <a:pt x="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1"/>
            <p:cNvSpPr/>
            <p:nvPr/>
          </p:nvSpPr>
          <p:spPr>
            <a:xfrm>
              <a:off x="1868975" y="2918700"/>
              <a:ext cx="37225" cy="41275"/>
            </a:xfrm>
            <a:custGeom>
              <a:rect b="b" l="l" r="r" t="t"/>
              <a:pathLst>
                <a:path extrusionOk="0" h="1651" w="1489">
                  <a:moveTo>
                    <a:pt x="1132" y="1"/>
                  </a:moveTo>
                  <a:cubicBezTo>
                    <a:pt x="670" y="1"/>
                    <a:pt x="739" y="963"/>
                    <a:pt x="225" y="1033"/>
                  </a:cubicBezTo>
                  <a:lnTo>
                    <a:pt x="1" y="921"/>
                  </a:lnTo>
                  <a:lnTo>
                    <a:pt x="366" y="1651"/>
                  </a:lnTo>
                  <a:cubicBezTo>
                    <a:pt x="759" y="1146"/>
                    <a:pt x="983" y="219"/>
                    <a:pt x="1489" y="135"/>
                  </a:cubicBezTo>
                  <a:cubicBezTo>
                    <a:pt x="1342" y="40"/>
                    <a:pt x="1226"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1"/>
            <p:cNvSpPr/>
            <p:nvPr/>
          </p:nvSpPr>
          <p:spPr>
            <a:xfrm>
              <a:off x="1962325" y="2930625"/>
              <a:ext cx="8450" cy="10400"/>
            </a:xfrm>
            <a:custGeom>
              <a:rect b="b" l="l" r="r" t="t"/>
              <a:pathLst>
                <a:path extrusionOk="0" h="416" w="338">
                  <a:moveTo>
                    <a:pt x="179" y="0"/>
                  </a:moveTo>
                  <a:lnTo>
                    <a:pt x="179" y="0"/>
                  </a:lnTo>
                  <a:cubicBezTo>
                    <a:pt x="174" y="0"/>
                    <a:pt x="158" y="99"/>
                    <a:pt x="1" y="388"/>
                  </a:cubicBezTo>
                  <a:cubicBezTo>
                    <a:pt x="29" y="388"/>
                    <a:pt x="85" y="416"/>
                    <a:pt x="113" y="416"/>
                  </a:cubicBezTo>
                  <a:cubicBezTo>
                    <a:pt x="169" y="332"/>
                    <a:pt x="253" y="276"/>
                    <a:pt x="337" y="247"/>
                  </a:cubicBezTo>
                  <a:cubicBezTo>
                    <a:pt x="173" y="128"/>
                    <a:pt x="184" y="0"/>
                    <a:pt x="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1"/>
            <p:cNvSpPr/>
            <p:nvPr/>
          </p:nvSpPr>
          <p:spPr>
            <a:xfrm>
              <a:off x="1963050" y="2941000"/>
              <a:ext cx="7375" cy="3275"/>
            </a:xfrm>
            <a:custGeom>
              <a:rect b="b" l="l" r="r" t="t"/>
              <a:pathLst>
                <a:path extrusionOk="0" h="131" w="295">
                  <a:moveTo>
                    <a:pt x="84" y="1"/>
                  </a:moveTo>
                  <a:lnTo>
                    <a:pt x="84" y="1"/>
                  </a:lnTo>
                  <a:cubicBezTo>
                    <a:pt x="1" y="96"/>
                    <a:pt x="53" y="131"/>
                    <a:pt x="114" y="131"/>
                  </a:cubicBezTo>
                  <a:cubicBezTo>
                    <a:pt x="196" y="131"/>
                    <a:pt x="295" y="66"/>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1"/>
            <p:cNvSpPr/>
            <p:nvPr/>
          </p:nvSpPr>
          <p:spPr>
            <a:xfrm>
              <a:off x="1986200" y="2912925"/>
              <a:ext cx="16850" cy="16175"/>
            </a:xfrm>
            <a:custGeom>
              <a:rect b="b" l="l" r="r" t="t"/>
              <a:pathLst>
                <a:path extrusionOk="0" h="647" w="674">
                  <a:moveTo>
                    <a:pt x="56" y="1"/>
                  </a:moveTo>
                  <a:lnTo>
                    <a:pt x="0" y="534"/>
                  </a:lnTo>
                  <a:cubicBezTo>
                    <a:pt x="51" y="563"/>
                    <a:pt x="108" y="572"/>
                    <a:pt x="166" y="572"/>
                  </a:cubicBezTo>
                  <a:cubicBezTo>
                    <a:pt x="249" y="572"/>
                    <a:pt x="333" y="554"/>
                    <a:pt x="396" y="554"/>
                  </a:cubicBezTo>
                  <a:cubicBezTo>
                    <a:pt x="462" y="554"/>
                    <a:pt x="505" y="573"/>
                    <a:pt x="505" y="647"/>
                  </a:cubicBezTo>
                  <a:cubicBezTo>
                    <a:pt x="674" y="254"/>
                    <a:pt x="449" y="141"/>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1"/>
            <p:cNvSpPr/>
            <p:nvPr/>
          </p:nvSpPr>
          <p:spPr>
            <a:xfrm>
              <a:off x="1979875" y="2893275"/>
              <a:ext cx="3500" cy="6950"/>
            </a:xfrm>
            <a:custGeom>
              <a:rect b="b" l="l" r="r" t="t"/>
              <a:pathLst>
                <a:path extrusionOk="0" h="278" w="140">
                  <a:moveTo>
                    <a:pt x="57" y="1"/>
                  </a:moveTo>
                  <a:lnTo>
                    <a:pt x="0" y="253"/>
                  </a:lnTo>
                  <a:cubicBezTo>
                    <a:pt x="30" y="268"/>
                    <a:pt x="56" y="277"/>
                    <a:pt x="75" y="277"/>
                  </a:cubicBezTo>
                  <a:cubicBezTo>
                    <a:pt x="131" y="277"/>
                    <a:pt x="139" y="208"/>
                    <a:pt x="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1"/>
            <p:cNvSpPr/>
            <p:nvPr/>
          </p:nvSpPr>
          <p:spPr>
            <a:xfrm>
              <a:off x="1974075" y="2896625"/>
              <a:ext cx="6525" cy="16325"/>
            </a:xfrm>
            <a:custGeom>
              <a:rect b="b" l="l" r="r" t="t"/>
              <a:pathLst>
                <a:path extrusionOk="0" h="653" w="261">
                  <a:moveTo>
                    <a:pt x="39" y="0"/>
                  </a:moveTo>
                  <a:cubicBezTo>
                    <a:pt x="1" y="0"/>
                    <a:pt x="22" y="77"/>
                    <a:pt x="176" y="344"/>
                  </a:cubicBezTo>
                  <a:cubicBezTo>
                    <a:pt x="130" y="275"/>
                    <a:pt x="105" y="246"/>
                    <a:pt x="93" y="246"/>
                  </a:cubicBezTo>
                  <a:cubicBezTo>
                    <a:pt x="63" y="246"/>
                    <a:pt x="128" y="449"/>
                    <a:pt x="148" y="653"/>
                  </a:cubicBezTo>
                  <a:lnTo>
                    <a:pt x="260" y="119"/>
                  </a:lnTo>
                  <a:cubicBezTo>
                    <a:pt x="176" y="77"/>
                    <a:pt x="78" y="0"/>
                    <a:pt x="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1"/>
            <p:cNvSpPr/>
            <p:nvPr/>
          </p:nvSpPr>
          <p:spPr>
            <a:xfrm>
              <a:off x="1948800" y="2903100"/>
              <a:ext cx="21975" cy="18650"/>
            </a:xfrm>
            <a:custGeom>
              <a:rect b="b" l="l" r="r" t="t"/>
              <a:pathLst>
                <a:path extrusionOk="0" h="746" w="879">
                  <a:moveTo>
                    <a:pt x="317" y="1"/>
                  </a:moveTo>
                  <a:cubicBezTo>
                    <a:pt x="1" y="410"/>
                    <a:pt x="141" y="745"/>
                    <a:pt x="410" y="745"/>
                  </a:cubicBezTo>
                  <a:cubicBezTo>
                    <a:pt x="547" y="745"/>
                    <a:pt x="717" y="658"/>
                    <a:pt x="878" y="450"/>
                  </a:cubicBezTo>
                  <a:cubicBezTo>
                    <a:pt x="798" y="450"/>
                    <a:pt x="720" y="455"/>
                    <a:pt x="649" y="455"/>
                  </a:cubicBezTo>
                  <a:cubicBezTo>
                    <a:pt x="426" y="455"/>
                    <a:pt x="274" y="406"/>
                    <a:pt x="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1"/>
            <p:cNvSpPr/>
            <p:nvPr/>
          </p:nvSpPr>
          <p:spPr>
            <a:xfrm>
              <a:off x="1880900" y="2900300"/>
              <a:ext cx="16175" cy="10550"/>
            </a:xfrm>
            <a:custGeom>
              <a:rect b="b" l="l" r="r" t="t"/>
              <a:pathLst>
                <a:path extrusionOk="0" h="422" w="647">
                  <a:moveTo>
                    <a:pt x="1" y="1"/>
                  </a:moveTo>
                  <a:lnTo>
                    <a:pt x="57" y="422"/>
                  </a:lnTo>
                  <a:cubicBezTo>
                    <a:pt x="57" y="197"/>
                    <a:pt x="647" y="225"/>
                    <a:pt x="422" y="29"/>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1"/>
            <p:cNvSpPr/>
            <p:nvPr/>
          </p:nvSpPr>
          <p:spPr>
            <a:xfrm>
              <a:off x="2022675" y="2868025"/>
              <a:ext cx="18975" cy="12650"/>
            </a:xfrm>
            <a:custGeom>
              <a:rect b="b" l="l" r="r" t="t"/>
              <a:pathLst>
                <a:path extrusionOk="0" h="506" w="759">
                  <a:moveTo>
                    <a:pt x="57" y="0"/>
                  </a:moveTo>
                  <a:lnTo>
                    <a:pt x="1" y="365"/>
                  </a:lnTo>
                  <a:cubicBezTo>
                    <a:pt x="97" y="365"/>
                    <a:pt x="204" y="350"/>
                    <a:pt x="314" y="350"/>
                  </a:cubicBezTo>
                  <a:cubicBezTo>
                    <a:pt x="458" y="350"/>
                    <a:pt x="607" y="376"/>
                    <a:pt x="749" y="497"/>
                  </a:cubicBezTo>
                  <a:lnTo>
                    <a:pt x="749" y="497"/>
                  </a:lnTo>
                  <a:cubicBezTo>
                    <a:pt x="527" y="304"/>
                    <a:pt x="278" y="138"/>
                    <a:pt x="57" y="0"/>
                  </a:cubicBezTo>
                  <a:close/>
                  <a:moveTo>
                    <a:pt x="749" y="497"/>
                  </a:moveTo>
                  <a:cubicBezTo>
                    <a:pt x="752" y="500"/>
                    <a:pt x="756" y="503"/>
                    <a:pt x="759" y="505"/>
                  </a:cubicBezTo>
                  <a:cubicBezTo>
                    <a:pt x="756" y="502"/>
                    <a:pt x="752" y="500"/>
                    <a:pt x="749" y="49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1"/>
            <p:cNvSpPr/>
            <p:nvPr/>
          </p:nvSpPr>
          <p:spPr>
            <a:xfrm>
              <a:off x="2017775" y="2853975"/>
              <a:ext cx="7750" cy="14075"/>
            </a:xfrm>
            <a:custGeom>
              <a:rect b="b" l="l" r="r" t="t"/>
              <a:pathLst>
                <a:path extrusionOk="0" h="563" w="310">
                  <a:moveTo>
                    <a:pt x="309" y="1"/>
                  </a:moveTo>
                  <a:lnTo>
                    <a:pt x="309" y="1"/>
                  </a:lnTo>
                  <a:cubicBezTo>
                    <a:pt x="0" y="225"/>
                    <a:pt x="85" y="394"/>
                    <a:pt x="253" y="562"/>
                  </a:cubicBezTo>
                  <a:lnTo>
                    <a:pt x="3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1"/>
            <p:cNvSpPr/>
            <p:nvPr/>
          </p:nvSpPr>
          <p:spPr>
            <a:xfrm>
              <a:off x="1963725" y="2869425"/>
              <a:ext cx="2825" cy="28800"/>
            </a:xfrm>
            <a:custGeom>
              <a:rect b="b" l="l" r="r" t="t"/>
              <a:pathLst>
                <a:path extrusionOk="0" h="1152" w="113">
                  <a:moveTo>
                    <a:pt x="113" y="0"/>
                  </a:moveTo>
                  <a:lnTo>
                    <a:pt x="1" y="84"/>
                  </a:lnTo>
                  <a:lnTo>
                    <a:pt x="1" y="1151"/>
                  </a:lnTo>
                  <a:lnTo>
                    <a:pt x="1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1"/>
            <p:cNvSpPr/>
            <p:nvPr/>
          </p:nvSpPr>
          <p:spPr>
            <a:xfrm>
              <a:off x="2071825" y="2844150"/>
              <a:ext cx="4925" cy="21775"/>
            </a:xfrm>
            <a:custGeom>
              <a:rect b="b" l="l" r="r" t="t"/>
              <a:pathLst>
                <a:path extrusionOk="0" h="871" w="197">
                  <a:moveTo>
                    <a:pt x="0" y="1"/>
                  </a:moveTo>
                  <a:lnTo>
                    <a:pt x="28" y="337"/>
                  </a:lnTo>
                  <a:lnTo>
                    <a:pt x="197" y="87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1"/>
            <p:cNvSpPr/>
            <p:nvPr/>
          </p:nvSpPr>
          <p:spPr>
            <a:xfrm>
              <a:off x="2091475" y="2820300"/>
              <a:ext cx="21775" cy="27375"/>
            </a:xfrm>
            <a:custGeom>
              <a:rect b="b" l="l" r="r" t="t"/>
              <a:pathLst>
                <a:path extrusionOk="0" h="1095" w="871">
                  <a:moveTo>
                    <a:pt x="758" y="0"/>
                  </a:moveTo>
                  <a:lnTo>
                    <a:pt x="758" y="0"/>
                  </a:lnTo>
                  <a:cubicBezTo>
                    <a:pt x="702" y="309"/>
                    <a:pt x="478" y="449"/>
                    <a:pt x="0" y="449"/>
                  </a:cubicBezTo>
                  <a:cubicBezTo>
                    <a:pt x="141" y="870"/>
                    <a:pt x="646" y="758"/>
                    <a:pt x="702" y="1095"/>
                  </a:cubicBezTo>
                  <a:cubicBezTo>
                    <a:pt x="871" y="814"/>
                    <a:pt x="814" y="393"/>
                    <a:pt x="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1"/>
            <p:cNvSpPr/>
            <p:nvPr/>
          </p:nvSpPr>
          <p:spPr>
            <a:xfrm>
              <a:off x="2109025" y="2805550"/>
              <a:ext cx="2125" cy="14775"/>
            </a:xfrm>
            <a:custGeom>
              <a:rect b="b" l="l" r="r" t="t"/>
              <a:pathLst>
                <a:path extrusionOk="0" h="591" w="85">
                  <a:moveTo>
                    <a:pt x="0" y="0"/>
                  </a:moveTo>
                  <a:cubicBezTo>
                    <a:pt x="0" y="197"/>
                    <a:pt x="0" y="394"/>
                    <a:pt x="56" y="590"/>
                  </a:cubicBezTo>
                  <a:cubicBezTo>
                    <a:pt x="84" y="394"/>
                    <a:pt x="56" y="16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1"/>
            <p:cNvSpPr/>
            <p:nvPr/>
          </p:nvSpPr>
          <p:spPr>
            <a:xfrm>
              <a:off x="2041625" y="2839950"/>
              <a:ext cx="16175" cy="8450"/>
            </a:xfrm>
            <a:custGeom>
              <a:rect b="b" l="l" r="r" t="t"/>
              <a:pathLst>
                <a:path extrusionOk="0" h="338" w="647">
                  <a:moveTo>
                    <a:pt x="113" y="0"/>
                  </a:moveTo>
                  <a:lnTo>
                    <a:pt x="1" y="112"/>
                  </a:lnTo>
                  <a:cubicBezTo>
                    <a:pt x="169" y="281"/>
                    <a:pt x="422" y="337"/>
                    <a:pt x="647" y="337"/>
                  </a:cubicBezTo>
                  <a:lnTo>
                    <a:pt x="1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1"/>
            <p:cNvSpPr/>
            <p:nvPr/>
          </p:nvSpPr>
          <p:spPr>
            <a:xfrm>
              <a:off x="2044450" y="2834325"/>
              <a:ext cx="7750" cy="5650"/>
            </a:xfrm>
            <a:custGeom>
              <a:rect b="b" l="l" r="r" t="t"/>
              <a:pathLst>
                <a:path extrusionOk="0" h="226" w="310">
                  <a:moveTo>
                    <a:pt x="309" y="1"/>
                  </a:moveTo>
                  <a:lnTo>
                    <a:pt x="309" y="1"/>
                  </a:lnTo>
                  <a:cubicBezTo>
                    <a:pt x="278" y="16"/>
                    <a:pt x="238" y="49"/>
                    <a:pt x="180" y="95"/>
                  </a:cubicBezTo>
                  <a:lnTo>
                    <a:pt x="180" y="95"/>
                  </a:lnTo>
                  <a:lnTo>
                    <a:pt x="309" y="1"/>
                  </a:lnTo>
                  <a:close/>
                  <a:moveTo>
                    <a:pt x="180" y="95"/>
                  </a:moveTo>
                  <a:lnTo>
                    <a:pt x="0" y="225"/>
                  </a:lnTo>
                  <a:cubicBezTo>
                    <a:pt x="75" y="175"/>
                    <a:pt x="133" y="131"/>
                    <a:pt x="180" y="9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1"/>
            <p:cNvSpPr/>
            <p:nvPr/>
          </p:nvSpPr>
          <p:spPr>
            <a:xfrm>
              <a:off x="2040225" y="2842475"/>
              <a:ext cx="1425" cy="1700"/>
            </a:xfrm>
            <a:custGeom>
              <a:rect b="b" l="l" r="r" t="t"/>
              <a:pathLst>
                <a:path extrusionOk="0" h="68" w="57">
                  <a:moveTo>
                    <a:pt x="10" y="0"/>
                  </a:moveTo>
                  <a:cubicBezTo>
                    <a:pt x="1" y="0"/>
                    <a:pt x="1" y="21"/>
                    <a:pt x="1" y="68"/>
                  </a:cubicBezTo>
                  <a:lnTo>
                    <a:pt x="57" y="40"/>
                  </a:lnTo>
                  <a:cubicBezTo>
                    <a:pt x="32" y="14"/>
                    <a:pt x="18" y="0"/>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1"/>
            <p:cNvSpPr/>
            <p:nvPr/>
          </p:nvSpPr>
          <p:spPr>
            <a:xfrm>
              <a:off x="1978475" y="2835725"/>
              <a:ext cx="18275" cy="26700"/>
            </a:xfrm>
            <a:custGeom>
              <a:rect b="b" l="l" r="r" t="t"/>
              <a:pathLst>
                <a:path extrusionOk="0" h="1068" w="731">
                  <a:moveTo>
                    <a:pt x="0" y="1"/>
                  </a:moveTo>
                  <a:cubicBezTo>
                    <a:pt x="169" y="422"/>
                    <a:pt x="562" y="422"/>
                    <a:pt x="618" y="1068"/>
                  </a:cubicBezTo>
                  <a:cubicBezTo>
                    <a:pt x="590" y="646"/>
                    <a:pt x="73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1"/>
            <p:cNvSpPr/>
            <p:nvPr/>
          </p:nvSpPr>
          <p:spPr>
            <a:xfrm>
              <a:off x="2012850" y="2833625"/>
              <a:ext cx="10575" cy="16175"/>
            </a:xfrm>
            <a:custGeom>
              <a:rect b="b" l="l" r="r" t="t"/>
              <a:pathLst>
                <a:path extrusionOk="0" h="647" w="423">
                  <a:moveTo>
                    <a:pt x="422" y="0"/>
                  </a:moveTo>
                  <a:lnTo>
                    <a:pt x="1" y="225"/>
                  </a:lnTo>
                  <a:cubicBezTo>
                    <a:pt x="113" y="337"/>
                    <a:pt x="338" y="450"/>
                    <a:pt x="338" y="646"/>
                  </a:cubicBezTo>
                  <a:lnTo>
                    <a:pt x="4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1"/>
            <p:cNvSpPr/>
            <p:nvPr/>
          </p:nvSpPr>
          <p:spPr>
            <a:xfrm>
              <a:off x="2023400" y="2826600"/>
              <a:ext cx="4225" cy="7050"/>
            </a:xfrm>
            <a:custGeom>
              <a:rect b="b" l="l" r="r" t="t"/>
              <a:pathLst>
                <a:path extrusionOk="0" h="282" w="169">
                  <a:moveTo>
                    <a:pt x="56" y="1"/>
                  </a:moveTo>
                  <a:lnTo>
                    <a:pt x="0" y="281"/>
                  </a:lnTo>
                  <a:lnTo>
                    <a:pt x="168" y="197"/>
                  </a:lnTo>
                  <a:lnTo>
                    <a:pt x="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1"/>
            <p:cNvSpPr/>
            <p:nvPr/>
          </p:nvSpPr>
          <p:spPr>
            <a:xfrm>
              <a:off x="2073925" y="2791500"/>
              <a:ext cx="17575" cy="19450"/>
            </a:xfrm>
            <a:custGeom>
              <a:rect b="b" l="l" r="r" t="t"/>
              <a:pathLst>
                <a:path extrusionOk="0" h="778" w="703">
                  <a:moveTo>
                    <a:pt x="702" y="1"/>
                  </a:moveTo>
                  <a:lnTo>
                    <a:pt x="702" y="1"/>
                  </a:lnTo>
                  <a:cubicBezTo>
                    <a:pt x="450" y="85"/>
                    <a:pt x="197" y="226"/>
                    <a:pt x="0" y="422"/>
                  </a:cubicBezTo>
                  <a:cubicBezTo>
                    <a:pt x="86" y="551"/>
                    <a:pt x="188" y="778"/>
                    <a:pt x="319" y="778"/>
                  </a:cubicBezTo>
                  <a:cubicBezTo>
                    <a:pt x="360" y="778"/>
                    <a:pt x="403" y="756"/>
                    <a:pt x="450" y="703"/>
                  </a:cubicBezTo>
                  <a:cubicBezTo>
                    <a:pt x="422" y="422"/>
                    <a:pt x="534" y="169"/>
                    <a:pt x="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1"/>
            <p:cNvSpPr/>
            <p:nvPr/>
          </p:nvSpPr>
          <p:spPr>
            <a:xfrm>
              <a:off x="2063075" y="2821425"/>
              <a:ext cx="1050" cy="1700"/>
            </a:xfrm>
            <a:custGeom>
              <a:rect b="b" l="l" r="r" t="t"/>
              <a:pathLst>
                <a:path extrusionOk="0" h="68" w="42">
                  <a:moveTo>
                    <a:pt x="20" y="0"/>
                  </a:moveTo>
                  <a:cubicBezTo>
                    <a:pt x="4" y="0"/>
                    <a:pt x="0" y="26"/>
                    <a:pt x="41" y="67"/>
                  </a:cubicBezTo>
                  <a:cubicBezTo>
                    <a:pt x="41" y="39"/>
                    <a:pt x="41" y="39"/>
                    <a:pt x="41" y="11"/>
                  </a:cubicBezTo>
                  <a:cubicBezTo>
                    <a:pt x="34" y="4"/>
                    <a:pt x="26" y="0"/>
                    <a:pt x="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1"/>
            <p:cNvSpPr/>
            <p:nvPr/>
          </p:nvSpPr>
          <p:spPr>
            <a:xfrm>
              <a:off x="2133575" y="2748000"/>
              <a:ext cx="2125" cy="2125"/>
            </a:xfrm>
            <a:custGeom>
              <a:rect b="b" l="l" r="r" t="t"/>
              <a:pathLst>
                <a:path extrusionOk="0" h="85" w="85">
                  <a:moveTo>
                    <a:pt x="1" y="0"/>
                  </a:moveTo>
                  <a:lnTo>
                    <a:pt x="57" y="85"/>
                  </a:lnTo>
                  <a:lnTo>
                    <a:pt x="85" y="56"/>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1"/>
            <p:cNvSpPr/>
            <p:nvPr/>
          </p:nvSpPr>
          <p:spPr>
            <a:xfrm>
              <a:off x="2065500" y="2799900"/>
              <a:ext cx="8450" cy="12700"/>
            </a:xfrm>
            <a:custGeom>
              <a:rect b="b" l="l" r="r" t="t"/>
              <a:pathLst>
                <a:path extrusionOk="0" h="508" w="338">
                  <a:moveTo>
                    <a:pt x="263" y="1"/>
                  </a:moveTo>
                  <a:cubicBezTo>
                    <a:pt x="249" y="1"/>
                    <a:pt x="235" y="10"/>
                    <a:pt x="225" y="30"/>
                  </a:cubicBezTo>
                  <a:cubicBezTo>
                    <a:pt x="0" y="86"/>
                    <a:pt x="29" y="283"/>
                    <a:pt x="57" y="507"/>
                  </a:cubicBezTo>
                  <a:cubicBezTo>
                    <a:pt x="141" y="339"/>
                    <a:pt x="225" y="198"/>
                    <a:pt x="337" y="86"/>
                  </a:cubicBezTo>
                  <a:cubicBezTo>
                    <a:pt x="319" y="32"/>
                    <a:pt x="289" y="1"/>
                    <a:pt x="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1"/>
            <p:cNvSpPr/>
            <p:nvPr/>
          </p:nvSpPr>
          <p:spPr>
            <a:xfrm>
              <a:off x="2104800" y="2788000"/>
              <a:ext cx="12900" cy="2175"/>
            </a:xfrm>
            <a:custGeom>
              <a:rect b="b" l="l" r="r" t="t"/>
              <a:pathLst>
                <a:path extrusionOk="0" h="87" w="516">
                  <a:moveTo>
                    <a:pt x="1" y="1"/>
                  </a:moveTo>
                  <a:cubicBezTo>
                    <a:pt x="126" y="48"/>
                    <a:pt x="287" y="86"/>
                    <a:pt x="390" y="86"/>
                  </a:cubicBezTo>
                  <a:cubicBezTo>
                    <a:pt x="470" y="86"/>
                    <a:pt x="515" y="62"/>
                    <a:pt x="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1"/>
            <p:cNvSpPr/>
            <p:nvPr/>
          </p:nvSpPr>
          <p:spPr>
            <a:xfrm>
              <a:off x="2069000" y="2823800"/>
              <a:ext cx="2275" cy="1325"/>
            </a:xfrm>
            <a:custGeom>
              <a:rect b="b" l="l" r="r" t="t"/>
              <a:pathLst>
                <a:path extrusionOk="0" h="53" w="91">
                  <a:moveTo>
                    <a:pt x="1" y="0"/>
                  </a:moveTo>
                  <a:cubicBezTo>
                    <a:pt x="1" y="0"/>
                    <a:pt x="1" y="28"/>
                    <a:pt x="1" y="28"/>
                  </a:cubicBezTo>
                  <a:cubicBezTo>
                    <a:pt x="36" y="46"/>
                    <a:pt x="57" y="53"/>
                    <a:pt x="67" y="53"/>
                  </a:cubicBezTo>
                  <a:cubicBezTo>
                    <a:pt x="90" y="53"/>
                    <a:pt x="59" y="2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1"/>
            <p:cNvSpPr/>
            <p:nvPr/>
          </p:nvSpPr>
          <p:spPr>
            <a:xfrm>
              <a:off x="2064800" y="2812575"/>
              <a:ext cx="4225" cy="11250"/>
            </a:xfrm>
            <a:custGeom>
              <a:rect b="b" l="l" r="r" t="t"/>
              <a:pathLst>
                <a:path extrusionOk="0" h="450" w="169">
                  <a:moveTo>
                    <a:pt x="85" y="0"/>
                  </a:moveTo>
                  <a:cubicBezTo>
                    <a:pt x="28" y="113"/>
                    <a:pt x="0" y="225"/>
                    <a:pt x="0" y="365"/>
                  </a:cubicBezTo>
                  <a:cubicBezTo>
                    <a:pt x="57" y="393"/>
                    <a:pt x="113" y="421"/>
                    <a:pt x="169" y="449"/>
                  </a:cubicBezTo>
                  <a:cubicBezTo>
                    <a:pt x="169" y="281"/>
                    <a:pt x="141" y="141"/>
                    <a:pt x="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1"/>
            <p:cNvSpPr/>
            <p:nvPr/>
          </p:nvSpPr>
          <p:spPr>
            <a:xfrm>
              <a:off x="2071125" y="2662375"/>
              <a:ext cx="62475" cy="85650"/>
            </a:xfrm>
            <a:custGeom>
              <a:rect b="b" l="l" r="r" t="t"/>
              <a:pathLst>
                <a:path extrusionOk="0" h="3426" w="2499">
                  <a:moveTo>
                    <a:pt x="955" y="0"/>
                  </a:moveTo>
                  <a:lnTo>
                    <a:pt x="814" y="646"/>
                  </a:lnTo>
                  <a:cubicBezTo>
                    <a:pt x="674" y="506"/>
                    <a:pt x="646" y="197"/>
                    <a:pt x="449" y="197"/>
                  </a:cubicBezTo>
                  <a:cubicBezTo>
                    <a:pt x="763" y="588"/>
                    <a:pt x="785" y="1247"/>
                    <a:pt x="176" y="1247"/>
                  </a:cubicBezTo>
                  <a:cubicBezTo>
                    <a:pt x="131" y="1247"/>
                    <a:pt x="81" y="1243"/>
                    <a:pt x="28" y="1236"/>
                  </a:cubicBezTo>
                  <a:lnTo>
                    <a:pt x="28" y="1236"/>
                  </a:lnTo>
                  <a:cubicBezTo>
                    <a:pt x="0" y="1853"/>
                    <a:pt x="1488" y="2976"/>
                    <a:pt x="2499" y="3425"/>
                  </a:cubicBezTo>
                  <a:cubicBezTo>
                    <a:pt x="2246" y="3201"/>
                    <a:pt x="2162" y="2836"/>
                    <a:pt x="2274" y="2527"/>
                  </a:cubicBezTo>
                  <a:cubicBezTo>
                    <a:pt x="2215" y="2505"/>
                    <a:pt x="2133" y="2499"/>
                    <a:pt x="2040" y="2499"/>
                  </a:cubicBezTo>
                  <a:cubicBezTo>
                    <a:pt x="1924" y="2499"/>
                    <a:pt x="1790" y="2509"/>
                    <a:pt x="1657" y="2509"/>
                  </a:cubicBezTo>
                  <a:cubicBezTo>
                    <a:pt x="1341" y="2509"/>
                    <a:pt x="1031" y="2457"/>
                    <a:pt x="983" y="2106"/>
                  </a:cubicBezTo>
                  <a:cubicBezTo>
                    <a:pt x="1077" y="1836"/>
                    <a:pt x="1180" y="1757"/>
                    <a:pt x="1300" y="1757"/>
                  </a:cubicBezTo>
                  <a:cubicBezTo>
                    <a:pt x="1467" y="1757"/>
                    <a:pt x="1664" y="1909"/>
                    <a:pt x="1909" y="1909"/>
                  </a:cubicBezTo>
                  <a:cubicBezTo>
                    <a:pt x="1235" y="1572"/>
                    <a:pt x="1741" y="646"/>
                    <a:pt x="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1"/>
            <p:cNvSpPr/>
            <p:nvPr/>
          </p:nvSpPr>
          <p:spPr>
            <a:xfrm>
              <a:off x="2113925" y="2750100"/>
              <a:ext cx="26700" cy="18275"/>
            </a:xfrm>
            <a:custGeom>
              <a:rect b="b" l="l" r="r" t="t"/>
              <a:pathLst>
                <a:path extrusionOk="0" h="731" w="1068">
                  <a:moveTo>
                    <a:pt x="843" y="1"/>
                  </a:moveTo>
                  <a:lnTo>
                    <a:pt x="113" y="590"/>
                  </a:lnTo>
                  <a:lnTo>
                    <a:pt x="113" y="478"/>
                  </a:lnTo>
                  <a:lnTo>
                    <a:pt x="1" y="646"/>
                  </a:lnTo>
                  <a:cubicBezTo>
                    <a:pt x="113" y="628"/>
                    <a:pt x="228" y="618"/>
                    <a:pt x="344" y="618"/>
                  </a:cubicBezTo>
                  <a:cubicBezTo>
                    <a:pt x="575" y="618"/>
                    <a:pt x="805" y="656"/>
                    <a:pt x="1011" y="731"/>
                  </a:cubicBezTo>
                  <a:cubicBezTo>
                    <a:pt x="1067" y="478"/>
                    <a:pt x="1011" y="197"/>
                    <a:pt x="8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1"/>
            <p:cNvSpPr/>
            <p:nvPr/>
          </p:nvSpPr>
          <p:spPr>
            <a:xfrm>
              <a:off x="2069000" y="2748700"/>
              <a:ext cx="44950" cy="42825"/>
            </a:xfrm>
            <a:custGeom>
              <a:rect b="b" l="l" r="r" t="t"/>
              <a:pathLst>
                <a:path extrusionOk="0" h="1713" w="1798">
                  <a:moveTo>
                    <a:pt x="1334" y="1286"/>
                  </a:moveTo>
                  <a:cubicBezTo>
                    <a:pt x="1435" y="1286"/>
                    <a:pt x="1343" y="1428"/>
                    <a:pt x="1320" y="1516"/>
                  </a:cubicBezTo>
                  <a:lnTo>
                    <a:pt x="1361" y="1557"/>
                  </a:lnTo>
                  <a:lnTo>
                    <a:pt x="1361" y="1557"/>
                  </a:lnTo>
                  <a:cubicBezTo>
                    <a:pt x="1303" y="1535"/>
                    <a:pt x="1275" y="1516"/>
                    <a:pt x="1320" y="1516"/>
                  </a:cubicBezTo>
                  <a:cubicBezTo>
                    <a:pt x="1292" y="1432"/>
                    <a:pt x="1236" y="1376"/>
                    <a:pt x="1208" y="1320"/>
                  </a:cubicBezTo>
                  <a:cubicBezTo>
                    <a:pt x="1267" y="1296"/>
                    <a:pt x="1307" y="1286"/>
                    <a:pt x="1334" y="1286"/>
                  </a:cubicBezTo>
                  <a:close/>
                  <a:moveTo>
                    <a:pt x="394" y="0"/>
                  </a:moveTo>
                  <a:lnTo>
                    <a:pt x="394" y="0"/>
                  </a:lnTo>
                  <a:cubicBezTo>
                    <a:pt x="1" y="393"/>
                    <a:pt x="450" y="618"/>
                    <a:pt x="394" y="1039"/>
                  </a:cubicBezTo>
                  <a:cubicBezTo>
                    <a:pt x="525" y="860"/>
                    <a:pt x="593" y="794"/>
                    <a:pt x="632" y="794"/>
                  </a:cubicBezTo>
                  <a:cubicBezTo>
                    <a:pt x="739" y="794"/>
                    <a:pt x="625" y="1287"/>
                    <a:pt x="976" y="1287"/>
                  </a:cubicBezTo>
                  <a:cubicBezTo>
                    <a:pt x="1018" y="1287"/>
                    <a:pt x="1067" y="1280"/>
                    <a:pt x="1124" y="1264"/>
                  </a:cubicBezTo>
                  <a:lnTo>
                    <a:pt x="1124" y="1264"/>
                  </a:lnTo>
                  <a:cubicBezTo>
                    <a:pt x="1096" y="1404"/>
                    <a:pt x="1012" y="1573"/>
                    <a:pt x="899" y="1713"/>
                  </a:cubicBezTo>
                  <a:cubicBezTo>
                    <a:pt x="1068" y="1629"/>
                    <a:pt x="1264" y="1601"/>
                    <a:pt x="1433" y="1573"/>
                  </a:cubicBezTo>
                  <a:lnTo>
                    <a:pt x="1405" y="1573"/>
                  </a:lnTo>
                  <a:cubicBezTo>
                    <a:pt x="1396" y="1570"/>
                    <a:pt x="1388" y="1567"/>
                    <a:pt x="1381" y="1564"/>
                  </a:cubicBezTo>
                  <a:lnTo>
                    <a:pt x="1381" y="1564"/>
                  </a:lnTo>
                  <a:lnTo>
                    <a:pt x="1798" y="702"/>
                  </a:lnTo>
                  <a:lnTo>
                    <a:pt x="1798" y="702"/>
                  </a:lnTo>
                  <a:cubicBezTo>
                    <a:pt x="1601" y="787"/>
                    <a:pt x="1461" y="955"/>
                    <a:pt x="1208" y="1292"/>
                  </a:cubicBezTo>
                  <a:cubicBezTo>
                    <a:pt x="899" y="758"/>
                    <a:pt x="1040" y="253"/>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1"/>
            <p:cNvSpPr/>
            <p:nvPr/>
          </p:nvSpPr>
          <p:spPr>
            <a:xfrm>
              <a:off x="1965125" y="2802875"/>
              <a:ext cx="2850" cy="2700"/>
            </a:xfrm>
            <a:custGeom>
              <a:rect b="b" l="l" r="r" t="t"/>
              <a:pathLst>
                <a:path extrusionOk="0" h="108" w="114">
                  <a:moveTo>
                    <a:pt x="59" y="1"/>
                  </a:moveTo>
                  <a:cubicBezTo>
                    <a:pt x="43" y="1"/>
                    <a:pt x="24" y="8"/>
                    <a:pt x="1" y="23"/>
                  </a:cubicBezTo>
                  <a:cubicBezTo>
                    <a:pt x="57" y="51"/>
                    <a:pt x="85" y="79"/>
                    <a:pt x="113" y="107"/>
                  </a:cubicBezTo>
                  <a:cubicBezTo>
                    <a:pt x="113" y="47"/>
                    <a:pt x="99" y="1"/>
                    <a:pt x="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1"/>
            <p:cNvSpPr/>
            <p:nvPr/>
          </p:nvSpPr>
          <p:spPr>
            <a:xfrm>
              <a:off x="1967400" y="2804150"/>
              <a:ext cx="44075" cy="18975"/>
            </a:xfrm>
            <a:custGeom>
              <a:rect b="b" l="l" r="r" t="t"/>
              <a:pathLst>
                <a:path extrusionOk="0" h="759" w="1763">
                  <a:moveTo>
                    <a:pt x="443" y="0"/>
                  </a:moveTo>
                  <a:cubicBezTo>
                    <a:pt x="443" y="113"/>
                    <a:pt x="584" y="309"/>
                    <a:pt x="387" y="421"/>
                  </a:cubicBezTo>
                  <a:cubicBezTo>
                    <a:pt x="134" y="421"/>
                    <a:pt x="191" y="197"/>
                    <a:pt x="22" y="56"/>
                  </a:cubicBezTo>
                  <a:lnTo>
                    <a:pt x="22" y="56"/>
                  </a:lnTo>
                  <a:cubicBezTo>
                    <a:pt x="48" y="241"/>
                    <a:pt x="1" y="623"/>
                    <a:pt x="412" y="623"/>
                  </a:cubicBezTo>
                  <a:cubicBezTo>
                    <a:pt x="439" y="623"/>
                    <a:pt x="468" y="621"/>
                    <a:pt x="499" y="618"/>
                  </a:cubicBezTo>
                  <a:lnTo>
                    <a:pt x="499" y="506"/>
                  </a:lnTo>
                  <a:cubicBezTo>
                    <a:pt x="554" y="494"/>
                    <a:pt x="618" y="489"/>
                    <a:pt x="688" y="489"/>
                  </a:cubicBezTo>
                  <a:cubicBezTo>
                    <a:pt x="1029" y="489"/>
                    <a:pt x="1503" y="612"/>
                    <a:pt x="1687" y="700"/>
                  </a:cubicBezTo>
                  <a:lnTo>
                    <a:pt x="1687" y="700"/>
                  </a:lnTo>
                  <a:cubicBezTo>
                    <a:pt x="1312" y="417"/>
                    <a:pt x="890" y="184"/>
                    <a:pt x="443" y="0"/>
                  </a:cubicBezTo>
                  <a:close/>
                  <a:moveTo>
                    <a:pt x="1687" y="700"/>
                  </a:moveTo>
                  <a:lnTo>
                    <a:pt x="1687" y="700"/>
                  </a:lnTo>
                  <a:cubicBezTo>
                    <a:pt x="1712" y="719"/>
                    <a:pt x="1738" y="739"/>
                    <a:pt x="1763" y="758"/>
                  </a:cubicBezTo>
                  <a:cubicBezTo>
                    <a:pt x="1763" y="743"/>
                    <a:pt x="1735" y="723"/>
                    <a:pt x="1687" y="70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1"/>
            <p:cNvSpPr/>
            <p:nvPr/>
          </p:nvSpPr>
          <p:spPr>
            <a:xfrm>
              <a:off x="2024800" y="2768350"/>
              <a:ext cx="20375" cy="21075"/>
            </a:xfrm>
            <a:custGeom>
              <a:rect b="b" l="l" r="r" t="t"/>
              <a:pathLst>
                <a:path extrusionOk="0" h="843" w="815">
                  <a:moveTo>
                    <a:pt x="197" y="1"/>
                  </a:moveTo>
                  <a:lnTo>
                    <a:pt x="421" y="225"/>
                  </a:lnTo>
                  <a:cubicBezTo>
                    <a:pt x="0" y="422"/>
                    <a:pt x="337" y="646"/>
                    <a:pt x="477" y="843"/>
                  </a:cubicBezTo>
                  <a:lnTo>
                    <a:pt x="814" y="113"/>
                  </a:lnTo>
                  <a:lnTo>
                    <a:pt x="1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1"/>
            <p:cNvSpPr/>
            <p:nvPr/>
          </p:nvSpPr>
          <p:spPr>
            <a:xfrm>
              <a:off x="2142700" y="2742375"/>
              <a:ext cx="9150" cy="23900"/>
            </a:xfrm>
            <a:custGeom>
              <a:rect b="b" l="l" r="r" t="t"/>
              <a:pathLst>
                <a:path extrusionOk="0" h="956" w="366">
                  <a:moveTo>
                    <a:pt x="57" y="1"/>
                  </a:moveTo>
                  <a:lnTo>
                    <a:pt x="1" y="422"/>
                  </a:lnTo>
                  <a:lnTo>
                    <a:pt x="366" y="955"/>
                  </a:lnTo>
                  <a:lnTo>
                    <a:pt x="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1"/>
            <p:cNvSpPr/>
            <p:nvPr/>
          </p:nvSpPr>
          <p:spPr>
            <a:xfrm>
              <a:off x="2158850" y="2734650"/>
              <a:ext cx="9150" cy="10575"/>
            </a:xfrm>
            <a:custGeom>
              <a:rect b="b" l="l" r="r" t="t"/>
              <a:pathLst>
                <a:path extrusionOk="0" h="423" w="366">
                  <a:moveTo>
                    <a:pt x="0" y="1"/>
                  </a:moveTo>
                  <a:lnTo>
                    <a:pt x="365" y="422"/>
                  </a:lnTo>
                  <a:lnTo>
                    <a:pt x="3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1"/>
            <p:cNvSpPr/>
            <p:nvPr/>
          </p:nvSpPr>
          <p:spPr>
            <a:xfrm>
              <a:off x="2923175" y="1591325"/>
              <a:ext cx="25" cy="7025"/>
            </a:xfrm>
            <a:custGeom>
              <a:rect b="b" l="l" r="r" t="t"/>
              <a:pathLst>
                <a:path extrusionOk="0" h="281" w="1">
                  <a:moveTo>
                    <a:pt x="1" y="281"/>
                  </a:moveTo>
                  <a:lnTo>
                    <a:pt x="1" y="0"/>
                  </a:lnTo>
                  <a:cubicBezTo>
                    <a:pt x="1" y="84"/>
                    <a:pt x="1" y="169"/>
                    <a:pt x="1" y="28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1"/>
            <p:cNvSpPr/>
            <p:nvPr/>
          </p:nvSpPr>
          <p:spPr>
            <a:xfrm>
              <a:off x="2900025" y="1628375"/>
              <a:ext cx="4925" cy="5075"/>
            </a:xfrm>
            <a:custGeom>
              <a:rect b="b" l="l" r="r" t="t"/>
              <a:pathLst>
                <a:path extrusionOk="0" h="203" w="197">
                  <a:moveTo>
                    <a:pt x="14" y="1"/>
                  </a:moveTo>
                  <a:cubicBezTo>
                    <a:pt x="8" y="1"/>
                    <a:pt x="4" y="2"/>
                    <a:pt x="0" y="6"/>
                  </a:cubicBezTo>
                  <a:lnTo>
                    <a:pt x="197" y="203"/>
                  </a:lnTo>
                  <a:cubicBezTo>
                    <a:pt x="123" y="80"/>
                    <a:pt x="50" y="1"/>
                    <a:pt x="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1"/>
            <p:cNvSpPr/>
            <p:nvPr/>
          </p:nvSpPr>
          <p:spPr>
            <a:xfrm>
              <a:off x="2570850" y="2292475"/>
              <a:ext cx="28450" cy="13525"/>
            </a:xfrm>
            <a:custGeom>
              <a:rect b="b" l="l" r="r" t="t"/>
              <a:pathLst>
                <a:path extrusionOk="0" h="541" w="1138">
                  <a:moveTo>
                    <a:pt x="421" y="1"/>
                  </a:moveTo>
                  <a:cubicBezTo>
                    <a:pt x="365" y="197"/>
                    <a:pt x="197" y="338"/>
                    <a:pt x="0" y="338"/>
                  </a:cubicBezTo>
                  <a:cubicBezTo>
                    <a:pt x="364" y="407"/>
                    <a:pt x="823" y="540"/>
                    <a:pt x="1010" y="540"/>
                  </a:cubicBezTo>
                  <a:cubicBezTo>
                    <a:pt x="1127" y="540"/>
                    <a:pt x="1138" y="489"/>
                    <a:pt x="955" y="338"/>
                  </a:cubicBezTo>
                  <a:lnTo>
                    <a:pt x="4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1"/>
            <p:cNvSpPr/>
            <p:nvPr/>
          </p:nvSpPr>
          <p:spPr>
            <a:xfrm>
              <a:off x="2760350" y="1931025"/>
              <a:ext cx="7750" cy="13350"/>
            </a:xfrm>
            <a:custGeom>
              <a:rect b="b" l="l" r="r" t="t"/>
              <a:pathLst>
                <a:path extrusionOk="0" h="534" w="310">
                  <a:moveTo>
                    <a:pt x="0" y="0"/>
                  </a:moveTo>
                  <a:lnTo>
                    <a:pt x="309" y="534"/>
                  </a:lnTo>
                  <a:cubicBezTo>
                    <a:pt x="281" y="393"/>
                    <a:pt x="253" y="225"/>
                    <a:pt x="197" y="28"/>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1"/>
            <p:cNvSpPr/>
            <p:nvPr/>
          </p:nvSpPr>
          <p:spPr>
            <a:xfrm>
              <a:off x="2719650" y="1886100"/>
              <a:ext cx="14750" cy="2125"/>
            </a:xfrm>
            <a:custGeom>
              <a:rect b="b" l="l" r="r" t="t"/>
              <a:pathLst>
                <a:path extrusionOk="0" h="85" w="590">
                  <a:moveTo>
                    <a:pt x="590" y="1"/>
                  </a:moveTo>
                  <a:cubicBezTo>
                    <a:pt x="393" y="1"/>
                    <a:pt x="197" y="1"/>
                    <a:pt x="0" y="85"/>
                  </a:cubicBezTo>
                  <a:lnTo>
                    <a:pt x="5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1"/>
            <p:cNvSpPr/>
            <p:nvPr/>
          </p:nvSpPr>
          <p:spPr>
            <a:xfrm>
              <a:off x="3020750" y="1401800"/>
              <a:ext cx="14750" cy="14075"/>
            </a:xfrm>
            <a:custGeom>
              <a:rect b="b" l="l" r="r" t="t"/>
              <a:pathLst>
                <a:path extrusionOk="0" h="563" w="590">
                  <a:moveTo>
                    <a:pt x="225" y="1"/>
                  </a:moveTo>
                  <a:lnTo>
                    <a:pt x="225" y="1"/>
                  </a:lnTo>
                  <a:cubicBezTo>
                    <a:pt x="0" y="310"/>
                    <a:pt x="365" y="366"/>
                    <a:pt x="590" y="562"/>
                  </a:cubicBezTo>
                  <a:lnTo>
                    <a:pt x="2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1"/>
            <p:cNvSpPr/>
            <p:nvPr/>
          </p:nvSpPr>
          <p:spPr>
            <a:xfrm>
              <a:off x="2326650" y="2547075"/>
              <a:ext cx="22425" cy="6525"/>
            </a:xfrm>
            <a:custGeom>
              <a:rect b="b" l="l" r="r" t="t"/>
              <a:pathLst>
                <a:path extrusionOk="0" h="261" w="897">
                  <a:moveTo>
                    <a:pt x="276" y="0"/>
                  </a:moveTo>
                  <a:cubicBezTo>
                    <a:pt x="86" y="0"/>
                    <a:pt x="0" y="49"/>
                    <a:pt x="167" y="261"/>
                  </a:cubicBezTo>
                  <a:cubicBezTo>
                    <a:pt x="419" y="261"/>
                    <a:pt x="672" y="176"/>
                    <a:pt x="897" y="36"/>
                  </a:cubicBezTo>
                  <a:cubicBezTo>
                    <a:pt x="676" y="36"/>
                    <a:pt x="438" y="0"/>
                    <a:pt x="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1"/>
            <p:cNvSpPr/>
            <p:nvPr/>
          </p:nvSpPr>
          <p:spPr>
            <a:xfrm>
              <a:off x="3039000" y="1697300"/>
              <a:ext cx="4925" cy="9850"/>
            </a:xfrm>
            <a:custGeom>
              <a:rect b="b" l="l" r="r" t="t"/>
              <a:pathLst>
                <a:path extrusionOk="0" h="394" w="197">
                  <a:moveTo>
                    <a:pt x="0" y="0"/>
                  </a:moveTo>
                  <a:cubicBezTo>
                    <a:pt x="0" y="169"/>
                    <a:pt x="56" y="309"/>
                    <a:pt x="197" y="393"/>
                  </a:cubicBezTo>
                  <a:cubicBezTo>
                    <a:pt x="197" y="225"/>
                    <a:pt x="140" y="8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1"/>
            <p:cNvSpPr/>
            <p:nvPr/>
          </p:nvSpPr>
          <p:spPr>
            <a:xfrm>
              <a:off x="2349050" y="2533225"/>
              <a:ext cx="16875" cy="14775"/>
            </a:xfrm>
            <a:custGeom>
              <a:rect b="b" l="l" r="r" t="t"/>
              <a:pathLst>
                <a:path extrusionOk="0" h="591" w="675">
                  <a:moveTo>
                    <a:pt x="366" y="0"/>
                  </a:moveTo>
                  <a:cubicBezTo>
                    <a:pt x="309" y="225"/>
                    <a:pt x="169" y="422"/>
                    <a:pt x="1" y="590"/>
                  </a:cubicBezTo>
                  <a:cubicBezTo>
                    <a:pt x="366" y="590"/>
                    <a:pt x="674" y="506"/>
                    <a:pt x="5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1"/>
            <p:cNvSpPr/>
            <p:nvPr/>
          </p:nvSpPr>
          <p:spPr>
            <a:xfrm>
              <a:off x="3470625" y="767950"/>
              <a:ext cx="2850" cy="1500"/>
            </a:xfrm>
            <a:custGeom>
              <a:rect b="b" l="l" r="r" t="t"/>
              <a:pathLst>
                <a:path extrusionOk="0" h="60" w="114">
                  <a:moveTo>
                    <a:pt x="60" y="1"/>
                  </a:moveTo>
                  <a:cubicBezTo>
                    <a:pt x="36" y="1"/>
                    <a:pt x="18" y="25"/>
                    <a:pt x="1" y="60"/>
                  </a:cubicBezTo>
                  <a:cubicBezTo>
                    <a:pt x="57" y="32"/>
                    <a:pt x="85" y="32"/>
                    <a:pt x="113" y="32"/>
                  </a:cubicBezTo>
                  <a:cubicBezTo>
                    <a:pt x="92" y="10"/>
                    <a:pt x="74" y="1"/>
                    <a:pt x="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1"/>
            <p:cNvSpPr/>
            <p:nvPr/>
          </p:nvSpPr>
          <p:spPr>
            <a:xfrm>
              <a:off x="3726825" y="683800"/>
              <a:ext cx="4925" cy="7750"/>
            </a:xfrm>
            <a:custGeom>
              <a:rect b="b" l="l" r="r" t="t"/>
              <a:pathLst>
                <a:path extrusionOk="0" h="310" w="197">
                  <a:moveTo>
                    <a:pt x="197" y="0"/>
                  </a:moveTo>
                  <a:lnTo>
                    <a:pt x="197" y="0"/>
                  </a:lnTo>
                  <a:cubicBezTo>
                    <a:pt x="141" y="113"/>
                    <a:pt x="56" y="197"/>
                    <a:pt x="0" y="309"/>
                  </a:cubicBezTo>
                  <a:cubicBezTo>
                    <a:pt x="56" y="281"/>
                    <a:pt x="141" y="197"/>
                    <a:pt x="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1"/>
            <p:cNvSpPr/>
            <p:nvPr/>
          </p:nvSpPr>
          <p:spPr>
            <a:xfrm>
              <a:off x="2231550" y="2670100"/>
              <a:ext cx="1725" cy="2750"/>
            </a:xfrm>
            <a:custGeom>
              <a:rect b="b" l="l" r="r" t="t"/>
              <a:pathLst>
                <a:path extrusionOk="0" h="110" w="69">
                  <a:moveTo>
                    <a:pt x="68" y="0"/>
                  </a:moveTo>
                  <a:lnTo>
                    <a:pt x="68" y="0"/>
                  </a:lnTo>
                  <a:cubicBezTo>
                    <a:pt x="11" y="81"/>
                    <a:pt x="0" y="109"/>
                    <a:pt x="8" y="109"/>
                  </a:cubicBezTo>
                  <a:cubicBezTo>
                    <a:pt x="19" y="109"/>
                    <a:pt x="68" y="50"/>
                    <a:pt x="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1"/>
            <p:cNvSpPr/>
            <p:nvPr/>
          </p:nvSpPr>
          <p:spPr>
            <a:xfrm>
              <a:off x="2169375" y="2638500"/>
              <a:ext cx="3525" cy="7050"/>
            </a:xfrm>
            <a:custGeom>
              <a:rect b="b" l="l" r="r" t="t"/>
              <a:pathLst>
                <a:path extrusionOk="0" h="282" w="141">
                  <a:moveTo>
                    <a:pt x="141" y="281"/>
                  </a:moveTo>
                  <a:cubicBezTo>
                    <a:pt x="113" y="169"/>
                    <a:pt x="57" y="85"/>
                    <a:pt x="1" y="1"/>
                  </a:cubicBezTo>
                  <a:cubicBezTo>
                    <a:pt x="57" y="85"/>
                    <a:pt x="113" y="169"/>
                    <a:pt x="141" y="28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1"/>
            <p:cNvSpPr/>
            <p:nvPr/>
          </p:nvSpPr>
          <p:spPr>
            <a:xfrm>
              <a:off x="2327300" y="2430050"/>
              <a:ext cx="2825" cy="1425"/>
            </a:xfrm>
            <a:custGeom>
              <a:rect b="b" l="l" r="r" t="t"/>
              <a:pathLst>
                <a:path extrusionOk="0" h="57" w="113">
                  <a:moveTo>
                    <a:pt x="113" y="57"/>
                  </a:moveTo>
                  <a:lnTo>
                    <a:pt x="113" y="57"/>
                  </a:lnTo>
                  <a:cubicBezTo>
                    <a:pt x="0" y="0"/>
                    <a:pt x="0" y="0"/>
                    <a:pt x="113" y="5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1"/>
            <p:cNvSpPr/>
            <p:nvPr/>
          </p:nvSpPr>
          <p:spPr>
            <a:xfrm>
              <a:off x="2222725" y="2669375"/>
              <a:ext cx="7750" cy="1450"/>
            </a:xfrm>
            <a:custGeom>
              <a:rect b="b" l="l" r="r" t="t"/>
              <a:pathLst>
                <a:path extrusionOk="0" h="58" w="310">
                  <a:moveTo>
                    <a:pt x="309" y="1"/>
                  </a:moveTo>
                  <a:cubicBezTo>
                    <a:pt x="197" y="1"/>
                    <a:pt x="84" y="29"/>
                    <a:pt x="0" y="57"/>
                  </a:cubicBezTo>
                  <a:cubicBezTo>
                    <a:pt x="113" y="57"/>
                    <a:pt x="225" y="29"/>
                    <a:pt x="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1"/>
            <p:cNvSpPr/>
            <p:nvPr/>
          </p:nvSpPr>
          <p:spPr>
            <a:xfrm>
              <a:off x="2224125" y="2675000"/>
              <a:ext cx="4225" cy="4375"/>
            </a:xfrm>
            <a:custGeom>
              <a:rect b="b" l="l" r="r" t="t"/>
              <a:pathLst>
                <a:path extrusionOk="0" h="175" w="169">
                  <a:moveTo>
                    <a:pt x="169" y="1"/>
                  </a:moveTo>
                  <a:lnTo>
                    <a:pt x="169" y="1"/>
                  </a:lnTo>
                  <a:cubicBezTo>
                    <a:pt x="113" y="29"/>
                    <a:pt x="57" y="57"/>
                    <a:pt x="0" y="113"/>
                  </a:cubicBezTo>
                  <a:cubicBezTo>
                    <a:pt x="24" y="149"/>
                    <a:pt x="48" y="175"/>
                    <a:pt x="73" y="175"/>
                  </a:cubicBezTo>
                  <a:cubicBezTo>
                    <a:pt x="105" y="175"/>
                    <a:pt x="137" y="129"/>
                    <a:pt x="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1"/>
            <p:cNvSpPr/>
            <p:nvPr/>
          </p:nvSpPr>
          <p:spPr>
            <a:xfrm>
              <a:off x="2230450" y="2664475"/>
              <a:ext cx="7025" cy="5650"/>
            </a:xfrm>
            <a:custGeom>
              <a:rect b="b" l="l" r="r" t="t"/>
              <a:pathLst>
                <a:path extrusionOk="0" h="226" w="281">
                  <a:moveTo>
                    <a:pt x="281" y="0"/>
                  </a:moveTo>
                  <a:lnTo>
                    <a:pt x="281" y="0"/>
                  </a:lnTo>
                  <a:cubicBezTo>
                    <a:pt x="197" y="85"/>
                    <a:pt x="112" y="169"/>
                    <a:pt x="0" y="197"/>
                  </a:cubicBezTo>
                  <a:cubicBezTo>
                    <a:pt x="56" y="197"/>
                    <a:pt x="112" y="197"/>
                    <a:pt x="112" y="225"/>
                  </a:cubicBezTo>
                  <a:cubicBezTo>
                    <a:pt x="140" y="197"/>
                    <a:pt x="197" y="113"/>
                    <a:pt x="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1"/>
            <p:cNvSpPr/>
            <p:nvPr/>
          </p:nvSpPr>
          <p:spPr>
            <a:xfrm>
              <a:off x="3280000" y="1142250"/>
              <a:ext cx="2550" cy="4800"/>
            </a:xfrm>
            <a:custGeom>
              <a:rect b="b" l="l" r="r" t="t"/>
              <a:pathLst>
                <a:path extrusionOk="0" h="192" w="102">
                  <a:moveTo>
                    <a:pt x="14" y="0"/>
                  </a:moveTo>
                  <a:cubicBezTo>
                    <a:pt x="1" y="0"/>
                    <a:pt x="15" y="83"/>
                    <a:pt x="46" y="192"/>
                  </a:cubicBezTo>
                  <a:lnTo>
                    <a:pt x="102" y="192"/>
                  </a:lnTo>
                  <a:cubicBezTo>
                    <a:pt x="52" y="54"/>
                    <a:pt x="24" y="0"/>
                    <a:pt x="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1"/>
            <p:cNvSpPr/>
            <p:nvPr/>
          </p:nvSpPr>
          <p:spPr>
            <a:xfrm>
              <a:off x="2539950" y="2096650"/>
              <a:ext cx="750" cy="750"/>
            </a:xfrm>
            <a:custGeom>
              <a:rect b="b" l="l" r="r" t="t"/>
              <a:pathLst>
                <a:path extrusionOk="0" h="30" w="30">
                  <a:moveTo>
                    <a:pt x="1" y="1"/>
                  </a:moveTo>
                  <a:lnTo>
                    <a:pt x="1" y="29"/>
                  </a:lnTo>
                  <a:lnTo>
                    <a:pt x="29" y="2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1"/>
            <p:cNvSpPr/>
            <p:nvPr/>
          </p:nvSpPr>
          <p:spPr>
            <a:xfrm>
              <a:off x="2540675" y="2075600"/>
              <a:ext cx="37200" cy="46350"/>
            </a:xfrm>
            <a:custGeom>
              <a:rect b="b" l="l" r="r" t="t"/>
              <a:pathLst>
                <a:path extrusionOk="0" h="1854" w="1488">
                  <a:moveTo>
                    <a:pt x="84" y="1"/>
                  </a:moveTo>
                  <a:lnTo>
                    <a:pt x="84" y="1"/>
                  </a:lnTo>
                  <a:cubicBezTo>
                    <a:pt x="477" y="731"/>
                    <a:pt x="281" y="815"/>
                    <a:pt x="0" y="871"/>
                  </a:cubicBezTo>
                  <a:lnTo>
                    <a:pt x="1488" y="1854"/>
                  </a:lnTo>
                  <a:lnTo>
                    <a:pt x="1488" y="1854"/>
                  </a:lnTo>
                  <a:lnTo>
                    <a:pt x="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1"/>
            <p:cNvSpPr/>
            <p:nvPr/>
          </p:nvSpPr>
          <p:spPr>
            <a:xfrm>
              <a:off x="2134975" y="586250"/>
              <a:ext cx="1628375" cy="2137900"/>
            </a:xfrm>
            <a:custGeom>
              <a:rect b="b" l="l" r="r" t="t"/>
              <a:pathLst>
                <a:path extrusionOk="0" h="85516" w="65135">
                  <a:moveTo>
                    <a:pt x="52682" y="8511"/>
                  </a:moveTo>
                  <a:lnTo>
                    <a:pt x="52641" y="8535"/>
                  </a:lnTo>
                  <a:cubicBezTo>
                    <a:pt x="52656" y="8533"/>
                    <a:pt x="52669" y="8524"/>
                    <a:pt x="52682" y="8511"/>
                  </a:cubicBezTo>
                  <a:close/>
                  <a:moveTo>
                    <a:pt x="50367" y="14234"/>
                  </a:moveTo>
                  <a:lnTo>
                    <a:pt x="50395" y="14318"/>
                  </a:lnTo>
                  <a:cubicBezTo>
                    <a:pt x="50396" y="14316"/>
                    <a:pt x="50397" y="14313"/>
                    <a:pt x="50398" y="14310"/>
                  </a:cubicBezTo>
                  <a:lnTo>
                    <a:pt x="50398" y="14310"/>
                  </a:lnTo>
                  <a:cubicBezTo>
                    <a:pt x="50388" y="14284"/>
                    <a:pt x="50378" y="14259"/>
                    <a:pt x="50367" y="14234"/>
                  </a:cubicBezTo>
                  <a:close/>
                  <a:moveTo>
                    <a:pt x="55314" y="16261"/>
                  </a:moveTo>
                  <a:cubicBezTo>
                    <a:pt x="55346" y="16270"/>
                    <a:pt x="55381" y="16278"/>
                    <a:pt x="55420" y="16283"/>
                  </a:cubicBezTo>
                  <a:cubicBezTo>
                    <a:pt x="55384" y="16275"/>
                    <a:pt x="55349" y="16267"/>
                    <a:pt x="55314" y="16261"/>
                  </a:cubicBezTo>
                  <a:close/>
                  <a:moveTo>
                    <a:pt x="50675" y="22860"/>
                  </a:moveTo>
                  <a:cubicBezTo>
                    <a:pt x="50718" y="22860"/>
                    <a:pt x="50781" y="22955"/>
                    <a:pt x="50844" y="23049"/>
                  </a:cubicBezTo>
                  <a:lnTo>
                    <a:pt x="50619" y="23078"/>
                  </a:lnTo>
                  <a:cubicBezTo>
                    <a:pt x="50619" y="22918"/>
                    <a:pt x="50641" y="22860"/>
                    <a:pt x="50675" y="22860"/>
                  </a:cubicBezTo>
                  <a:close/>
                  <a:moveTo>
                    <a:pt x="41495" y="25118"/>
                  </a:moveTo>
                  <a:lnTo>
                    <a:pt x="41495" y="25118"/>
                  </a:lnTo>
                  <a:cubicBezTo>
                    <a:pt x="41479" y="25139"/>
                    <a:pt x="41470" y="25161"/>
                    <a:pt x="41467" y="25183"/>
                  </a:cubicBezTo>
                  <a:cubicBezTo>
                    <a:pt x="41476" y="25161"/>
                    <a:pt x="41485" y="25139"/>
                    <a:pt x="41495" y="25118"/>
                  </a:cubicBezTo>
                  <a:close/>
                  <a:moveTo>
                    <a:pt x="37705" y="30293"/>
                  </a:moveTo>
                  <a:cubicBezTo>
                    <a:pt x="37705" y="30296"/>
                    <a:pt x="37705" y="30300"/>
                    <a:pt x="37705" y="30303"/>
                  </a:cubicBezTo>
                  <a:lnTo>
                    <a:pt x="37705" y="30303"/>
                  </a:lnTo>
                  <a:lnTo>
                    <a:pt x="37705" y="30293"/>
                  </a:lnTo>
                  <a:close/>
                  <a:moveTo>
                    <a:pt x="31304" y="41045"/>
                  </a:moveTo>
                  <a:lnTo>
                    <a:pt x="31304" y="41045"/>
                  </a:lnTo>
                  <a:cubicBezTo>
                    <a:pt x="31275" y="41069"/>
                    <a:pt x="31262" y="41098"/>
                    <a:pt x="31260" y="41129"/>
                  </a:cubicBezTo>
                  <a:lnTo>
                    <a:pt x="31260" y="41129"/>
                  </a:lnTo>
                  <a:lnTo>
                    <a:pt x="31304" y="41045"/>
                  </a:lnTo>
                  <a:close/>
                  <a:moveTo>
                    <a:pt x="29483" y="43155"/>
                  </a:moveTo>
                  <a:cubicBezTo>
                    <a:pt x="29512" y="43155"/>
                    <a:pt x="29548" y="43162"/>
                    <a:pt x="29592" y="43179"/>
                  </a:cubicBezTo>
                  <a:cubicBezTo>
                    <a:pt x="30125" y="43797"/>
                    <a:pt x="29760" y="43684"/>
                    <a:pt x="29423" y="43741"/>
                  </a:cubicBezTo>
                  <a:cubicBezTo>
                    <a:pt x="29398" y="43567"/>
                    <a:pt x="29265" y="43155"/>
                    <a:pt x="29483" y="43155"/>
                  </a:cubicBezTo>
                  <a:close/>
                  <a:moveTo>
                    <a:pt x="23803" y="53618"/>
                  </a:moveTo>
                  <a:cubicBezTo>
                    <a:pt x="23840" y="53618"/>
                    <a:pt x="23879" y="53619"/>
                    <a:pt x="23920" y="53623"/>
                  </a:cubicBezTo>
                  <a:cubicBezTo>
                    <a:pt x="23864" y="53763"/>
                    <a:pt x="23752" y="53876"/>
                    <a:pt x="23499" y="53904"/>
                  </a:cubicBezTo>
                  <a:cubicBezTo>
                    <a:pt x="23401" y="53707"/>
                    <a:pt x="23540" y="53618"/>
                    <a:pt x="23803" y="53618"/>
                  </a:cubicBezTo>
                  <a:close/>
                  <a:moveTo>
                    <a:pt x="21871" y="54297"/>
                  </a:moveTo>
                  <a:cubicBezTo>
                    <a:pt x="21867" y="54299"/>
                    <a:pt x="21863" y="54302"/>
                    <a:pt x="21859" y="54305"/>
                  </a:cubicBezTo>
                  <a:lnTo>
                    <a:pt x="21859" y="54305"/>
                  </a:lnTo>
                  <a:cubicBezTo>
                    <a:pt x="21863" y="54302"/>
                    <a:pt x="21867" y="54300"/>
                    <a:pt x="21871" y="54297"/>
                  </a:cubicBezTo>
                  <a:close/>
                  <a:moveTo>
                    <a:pt x="15003" y="61848"/>
                  </a:moveTo>
                  <a:cubicBezTo>
                    <a:pt x="15000" y="61848"/>
                    <a:pt x="14996" y="61848"/>
                    <a:pt x="14993" y="61849"/>
                  </a:cubicBezTo>
                  <a:cubicBezTo>
                    <a:pt x="15010" y="61850"/>
                    <a:pt x="15026" y="61852"/>
                    <a:pt x="15043" y="61853"/>
                  </a:cubicBezTo>
                  <a:lnTo>
                    <a:pt x="15043" y="61853"/>
                  </a:lnTo>
                  <a:cubicBezTo>
                    <a:pt x="15029" y="61850"/>
                    <a:pt x="15016" y="61848"/>
                    <a:pt x="15003" y="61848"/>
                  </a:cubicBezTo>
                  <a:close/>
                  <a:moveTo>
                    <a:pt x="14852" y="62073"/>
                  </a:moveTo>
                  <a:lnTo>
                    <a:pt x="14852" y="62073"/>
                  </a:lnTo>
                  <a:cubicBezTo>
                    <a:pt x="14854" y="62084"/>
                    <a:pt x="14859" y="62097"/>
                    <a:pt x="14867" y="62112"/>
                  </a:cubicBezTo>
                  <a:lnTo>
                    <a:pt x="14867" y="62112"/>
                  </a:lnTo>
                  <a:lnTo>
                    <a:pt x="14852" y="62073"/>
                  </a:lnTo>
                  <a:close/>
                  <a:moveTo>
                    <a:pt x="18193" y="64740"/>
                  </a:moveTo>
                  <a:cubicBezTo>
                    <a:pt x="18329" y="64822"/>
                    <a:pt x="18413" y="64825"/>
                    <a:pt x="18341" y="64927"/>
                  </a:cubicBezTo>
                  <a:lnTo>
                    <a:pt x="18341" y="64927"/>
                  </a:lnTo>
                  <a:cubicBezTo>
                    <a:pt x="18299" y="64866"/>
                    <a:pt x="18250" y="64803"/>
                    <a:pt x="18193" y="64740"/>
                  </a:cubicBezTo>
                  <a:close/>
                  <a:moveTo>
                    <a:pt x="5387" y="81303"/>
                  </a:moveTo>
                  <a:cubicBezTo>
                    <a:pt x="5430" y="81303"/>
                    <a:pt x="5302" y="81334"/>
                    <a:pt x="5139" y="81389"/>
                  </a:cubicBezTo>
                  <a:cubicBezTo>
                    <a:pt x="5139" y="81361"/>
                    <a:pt x="5139" y="81361"/>
                    <a:pt x="5139" y="81333"/>
                  </a:cubicBezTo>
                  <a:cubicBezTo>
                    <a:pt x="5288" y="81313"/>
                    <a:pt x="5363" y="81303"/>
                    <a:pt x="5387" y="81303"/>
                  </a:cubicBezTo>
                  <a:close/>
                  <a:moveTo>
                    <a:pt x="3482" y="83389"/>
                  </a:moveTo>
                  <a:cubicBezTo>
                    <a:pt x="3475" y="83389"/>
                    <a:pt x="3468" y="83396"/>
                    <a:pt x="3454" y="83410"/>
                  </a:cubicBezTo>
                  <a:lnTo>
                    <a:pt x="3510" y="83410"/>
                  </a:lnTo>
                  <a:cubicBezTo>
                    <a:pt x="3496" y="83396"/>
                    <a:pt x="3489" y="83389"/>
                    <a:pt x="3482" y="83389"/>
                  </a:cubicBezTo>
                  <a:close/>
                  <a:moveTo>
                    <a:pt x="61400" y="0"/>
                  </a:moveTo>
                  <a:cubicBezTo>
                    <a:pt x="61653" y="646"/>
                    <a:pt x="61063" y="590"/>
                    <a:pt x="60502" y="646"/>
                  </a:cubicBezTo>
                  <a:cubicBezTo>
                    <a:pt x="59968" y="674"/>
                    <a:pt x="59407" y="842"/>
                    <a:pt x="59744" y="1741"/>
                  </a:cubicBezTo>
                  <a:cubicBezTo>
                    <a:pt x="59379" y="1713"/>
                    <a:pt x="59519" y="1320"/>
                    <a:pt x="59210" y="1207"/>
                  </a:cubicBezTo>
                  <a:lnTo>
                    <a:pt x="59210" y="1207"/>
                  </a:lnTo>
                  <a:cubicBezTo>
                    <a:pt x="59491" y="1769"/>
                    <a:pt x="59407" y="2050"/>
                    <a:pt x="58873" y="2274"/>
                  </a:cubicBezTo>
                  <a:lnTo>
                    <a:pt x="58789" y="2134"/>
                  </a:lnTo>
                  <a:cubicBezTo>
                    <a:pt x="58452" y="2667"/>
                    <a:pt x="58003" y="3088"/>
                    <a:pt x="57470" y="3425"/>
                  </a:cubicBezTo>
                  <a:cubicBezTo>
                    <a:pt x="56908" y="3790"/>
                    <a:pt x="56347" y="4183"/>
                    <a:pt x="55813" y="4604"/>
                  </a:cubicBezTo>
                  <a:lnTo>
                    <a:pt x="56431" y="4913"/>
                  </a:lnTo>
                  <a:cubicBezTo>
                    <a:pt x="56235" y="5035"/>
                    <a:pt x="56018" y="5115"/>
                    <a:pt x="55799" y="5115"/>
                  </a:cubicBezTo>
                  <a:cubicBezTo>
                    <a:pt x="55766" y="5115"/>
                    <a:pt x="55734" y="5113"/>
                    <a:pt x="55701" y="5110"/>
                  </a:cubicBezTo>
                  <a:lnTo>
                    <a:pt x="55701" y="5110"/>
                  </a:lnTo>
                  <a:cubicBezTo>
                    <a:pt x="55831" y="5324"/>
                    <a:pt x="55934" y="5398"/>
                    <a:pt x="56023" y="5398"/>
                  </a:cubicBezTo>
                  <a:cubicBezTo>
                    <a:pt x="56230" y="5398"/>
                    <a:pt x="56367" y="5002"/>
                    <a:pt x="56603" y="5002"/>
                  </a:cubicBezTo>
                  <a:cubicBezTo>
                    <a:pt x="56708" y="5002"/>
                    <a:pt x="56833" y="5080"/>
                    <a:pt x="56992" y="5306"/>
                  </a:cubicBezTo>
                  <a:cubicBezTo>
                    <a:pt x="56879" y="5268"/>
                    <a:pt x="56774" y="5251"/>
                    <a:pt x="56676" y="5251"/>
                  </a:cubicBezTo>
                  <a:cubicBezTo>
                    <a:pt x="56195" y="5251"/>
                    <a:pt x="55887" y="5667"/>
                    <a:pt x="55561" y="6064"/>
                  </a:cubicBezTo>
                  <a:cubicBezTo>
                    <a:pt x="55279" y="6432"/>
                    <a:pt x="54998" y="6784"/>
                    <a:pt x="54549" y="6784"/>
                  </a:cubicBezTo>
                  <a:cubicBezTo>
                    <a:pt x="54416" y="6784"/>
                    <a:pt x="54268" y="6753"/>
                    <a:pt x="54101" y="6682"/>
                  </a:cubicBezTo>
                  <a:lnTo>
                    <a:pt x="54101" y="6682"/>
                  </a:lnTo>
                  <a:cubicBezTo>
                    <a:pt x="53792" y="7131"/>
                    <a:pt x="54831" y="6991"/>
                    <a:pt x="54522" y="7440"/>
                  </a:cubicBezTo>
                  <a:lnTo>
                    <a:pt x="54101" y="7356"/>
                  </a:lnTo>
                  <a:lnTo>
                    <a:pt x="54466" y="7749"/>
                  </a:lnTo>
                  <a:cubicBezTo>
                    <a:pt x="54358" y="7846"/>
                    <a:pt x="54212" y="7885"/>
                    <a:pt x="54056" y="7885"/>
                  </a:cubicBezTo>
                  <a:cubicBezTo>
                    <a:pt x="53808" y="7885"/>
                    <a:pt x="53533" y="7785"/>
                    <a:pt x="53343" y="7664"/>
                  </a:cubicBezTo>
                  <a:cubicBezTo>
                    <a:pt x="53427" y="7636"/>
                    <a:pt x="53399" y="7412"/>
                    <a:pt x="53427" y="7328"/>
                  </a:cubicBezTo>
                  <a:lnTo>
                    <a:pt x="53427" y="7328"/>
                  </a:lnTo>
                  <a:cubicBezTo>
                    <a:pt x="52805" y="7431"/>
                    <a:pt x="52829" y="8348"/>
                    <a:pt x="52682" y="8511"/>
                  </a:cubicBezTo>
                  <a:lnTo>
                    <a:pt x="52682" y="8511"/>
                  </a:lnTo>
                  <a:lnTo>
                    <a:pt x="53118" y="8254"/>
                  </a:lnTo>
                  <a:lnTo>
                    <a:pt x="53118" y="8254"/>
                  </a:lnTo>
                  <a:cubicBezTo>
                    <a:pt x="52641" y="9686"/>
                    <a:pt x="51209" y="10921"/>
                    <a:pt x="51209" y="12549"/>
                  </a:cubicBezTo>
                  <a:lnTo>
                    <a:pt x="51518" y="12634"/>
                  </a:lnTo>
                  <a:cubicBezTo>
                    <a:pt x="51462" y="13838"/>
                    <a:pt x="50791" y="13170"/>
                    <a:pt x="50398" y="14310"/>
                  </a:cubicBezTo>
                  <a:lnTo>
                    <a:pt x="50398" y="14310"/>
                  </a:lnTo>
                  <a:cubicBezTo>
                    <a:pt x="50501" y="14602"/>
                    <a:pt x="50463" y="14933"/>
                    <a:pt x="50283" y="15217"/>
                  </a:cubicBezTo>
                  <a:cubicBezTo>
                    <a:pt x="50219" y="15048"/>
                    <a:pt x="50076" y="15018"/>
                    <a:pt x="49914" y="15018"/>
                  </a:cubicBezTo>
                  <a:cubicBezTo>
                    <a:pt x="49825" y="15018"/>
                    <a:pt x="49729" y="15027"/>
                    <a:pt x="49638" y="15027"/>
                  </a:cubicBezTo>
                  <a:cubicBezTo>
                    <a:pt x="49454" y="15027"/>
                    <a:pt x="49286" y="14990"/>
                    <a:pt x="49216" y="14767"/>
                  </a:cubicBezTo>
                  <a:lnTo>
                    <a:pt x="49216" y="14767"/>
                  </a:lnTo>
                  <a:cubicBezTo>
                    <a:pt x="49160" y="16059"/>
                    <a:pt x="49356" y="15497"/>
                    <a:pt x="49946" y="16761"/>
                  </a:cubicBezTo>
                  <a:lnTo>
                    <a:pt x="49412" y="16620"/>
                  </a:lnTo>
                  <a:lnTo>
                    <a:pt x="49412" y="16620"/>
                  </a:lnTo>
                  <a:cubicBezTo>
                    <a:pt x="49693" y="17070"/>
                    <a:pt x="49890" y="17210"/>
                    <a:pt x="49693" y="17771"/>
                  </a:cubicBezTo>
                  <a:cubicBezTo>
                    <a:pt x="49553" y="17154"/>
                    <a:pt x="48823" y="17687"/>
                    <a:pt x="48598" y="16929"/>
                  </a:cubicBezTo>
                  <a:cubicBezTo>
                    <a:pt x="47163" y="17307"/>
                    <a:pt x="48302" y="18701"/>
                    <a:pt x="47337" y="18701"/>
                  </a:cubicBezTo>
                  <a:cubicBezTo>
                    <a:pt x="47226" y="18701"/>
                    <a:pt x="47087" y="18682"/>
                    <a:pt x="46914" y="18642"/>
                  </a:cubicBezTo>
                  <a:lnTo>
                    <a:pt x="46914" y="18642"/>
                  </a:lnTo>
                  <a:cubicBezTo>
                    <a:pt x="47168" y="18982"/>
                    <a:pt x="47377" y="19098"/>
                    <a:pt x="47546" y="19098"/>
                  </a:cubicBezTo>
                  <a:cubicBezTo>
                    <a:pt x="47918" y="19098"/>
                    <a:pt x="48105" y="18536"/>
                    <a:pt x="48192" y="18536"/>
                  </a:cubicBezTo>
                  <a:cubicBezTo>
                    <a:pt x="48209" y="18536"/>
                    <a:pt x="48223" y="18559"/>
                    <a:pt x="48233" y="18614"/>
                  </a:cubicBezTo>
                  <a:cubicBezTo>
                    <a:pt x="48795" y="18642"/>
                    <a:pt x="48907" y="19568"/>
                    <a:pt x="48598" y="19793"/>
                  </a:cubicBezTo>
                  <a:cubicBezTo>
                    <a:pt x="48552" y="19862"/>
                    <a:pt x="48443" y="19885"/>
                    <a:pt x="48296" y="19885"/>
                  </a:cubicBezTo>
                  <a:cubicBezTo>
                    <a:pt x="48010" y="19885"/>
                    <a:pt x="47578" y="19799"/>
                    <a:pt x="47168" y="19799"/>
                  </a:cubicBezTo>
                  <a:cubicBezTo>
                    <a:pt x="46768" y="19799"/>
                    <a:pt x="46390" y="19881"/>
                    <a:pt x="46190" y="20204"/>
                  </a:cubicBezTo>
                  <a:lnTo>
                    <a:pt x="46190" y="20204"/>
                  </a:lnTo>
                  <a:cubicBezTo>
                    <a:pt x="46233" y="20125"/>
                    <a:pt x="46158" y="20070"/>
                    <a:pt x="46212" y="19989"/>
                  </a:cubicBezTo>
                  <a:lnTo>
                    <a:pt x="46212" y="19989"/>
                  </a:lnTo>
                  <a:cubicBezTo>
                    <a:pt x="45706" y="20102"/>
                    <a:pt x="46268" y="20860"/>
                    <a:pt x="45510" y="20916"/>
                  </a:cubicBezTo>
                  <a:cubicBezTo>
                    <a:pt x="46128" y="21618"/>
                    <a:pt x="45173" y="21393"/>
                    <a:pt x="46071" y="22039"/>
                  </a:cubicBezTo>
                  <a:lnTo>
                    <a:pt x="46324" y="21140"/>
                  </a:lnTo>
                  <a:lnTo>
                    <a:pt x="46324" y="21140"/>
                  </a:lnTo>
                  <a:cubicBezTo>
                    <a:pt x="46296" y="21730"/>
                    <a:pt x="47138" y="22853"/>
                    <a:pt x="46156" y="23218"/>
                  </a:cubicBezTo>
                  <a:cubicBezTo>
                    <a:pt x="45987" y="22965"/>
                    <a:pt x="45903" y="22713"/>
                    <a:pt x="45847" y="22432"/>
                  </a:cubicBezTo>
                  <a:cubicBezTo>
                    <a:pt x="45426" y="22460"/>
                    <a:pt x="45763" y="22937"/>
                    <a:pt x="45341" y="22965"/>
                  </a:cubicBezTo>
                  <a:cubicBezTo>
                    <a:pt x="44471" y="22320"/>
                    <a:pt x="45734" y="21926"/>
                    <a:pt x="45313" y="21000"/>
                  </a:cubicBezTo>
                  <a:cubicBezTo>
                    <a:pt x="45308" y="21000"/>
                    <a:pt x="45302" y="21000"/>
                    <a:pt x="45297" y="21000"/>
                  </a:cubicBezTo>
                  <a:cubicBezTo>
                    <a:pt x="44921" y="21000"/>
                    <a:pt x="45189" y="21730"/>
                    <a:pt x="44990" y="21730"/>
                  </a:cubicBezTo>
                  <a:cubicBezTo>
                    <a:pt x="44923" y="21730"/>
                    <a:pt x="44802" y="21646"/>
                    <a:pt x="44583" y="21421"/>
                  </a:cubicBezTo>
                  <a:lnTo>
                    <a:pt x="44583" y="21421"/>
                  </a:lnTo>
                  <a:cubicBezTo>
                    <a:pt x="45650" y="22600"/>
                    <a:pt x="43882" y="22123"/>
                    <a:pt x="44499" y="23302"/>
                  </a:cubicBezTo>
                  <a:lnTo>
                    <a:pt x="43966" y="22937"/>
                  </a:lnTo>
                  <a:lnTo>
                    <a:pt x="43966" y="22937"/>
                  </a:lnTo>
                  <a:cubicBezTo>
                    <a:pt x="43994" y="23078"/>
                    <a:pt x="44134" y="23414"/>
                    <a:pt x="44022" y="23583"/>
                  </a:cubicBezTo>
                  <a:lnTo>
                    <a:pt x="43488" y="22797"/>
                  </a:lnTo>
                  <a:lnTo>
                    <a:pt x="43488" y="22797"/>
                  </a:lnTo>
                  <a:cubicBezTo>
                    <a:pt x="43825" y="23667"/>
                    <a:pt x="42394" y="23302"/>
                    <a:pt x="42422" y="23948"/>
                  </a:cubicBezTo>
                  <a:cubicBezTo>
                    <a:pt x="42589" y="23692"/>
                    <a:pt x="42728" y="23602"/>
                    <a:pt x="42855" y="23602"/>
                  </a:cubicBezTo>
                  <a:cubicBezTo>
                    <a:pt x="43152" y="23602"/>
                    <a:pt x="43387" y="24096"/>
                    <a:pt x="43792" y="24096"/>
                  </a:cubicBezTo>
                  <a:cubicBezTo>
                    <a:pt x="43821" y="24096"/>
                    <a:pt x="43851" y="24094"/>
                    <a:pt x="43882" y="24088"/>
                  </a:cubicBezTo>
                  <a:lnTo>
                    <a:pt x="43882" y="24088"/>
                  </a:lnTo>
                  <a:cubicBezTo>
                    <a:pt x="43891" y="24628"/>
                    <a:pt x="43683" y="24765"/>
                    <a:pt x="43383" y="24765"/>
                  </a:cubicBezTo>
                  <a:cubicBezTo>
                    <a:pt x="43070" y="24765"/>
                    <a:pt x="42657" y="24617"/>
                    <a:pt x="42282" y="24617"/>
                  </a:cubicBezTo>
                  <a:cubicBezTo>
                    <a:pt x="41964" y="24617"/>
                    <a:pt x="41673" y="24724"/>
                    <a:pt x="41495" y="25118"/>
                  </a:cubicBezTo>
                  <a:lnTo>
                    <a:pt x="41495" y="25118"/>
                  </a:lnTo>
                  <a:cubicBezTo>
                    <a:pt x="41567" y="25017"/>
                    <a:pt x="41767" y="24936"/>
                    <a:pt x="41951" y="24936"/>
                  </a:cubicBezTo>
                  <a:cubicBezTo>
                    <a:pt x="42119" y="24936"/>
                    <a:pt x="42273" y="25003"/>
                    <a:pt x="42309" y="25183"/>
                  </a:cubicBezTo>
                  <a:cubicBezTo>
                    <a:pt x="42032" y="25360"/>
                    <a:pt x="41709" y="25468"/>
                    <a:pt x="41362" y="25468"/>
                  </a:cubicBezTo>
                  <a:cubicBezTo>
                    <a:pt x="41322" y="25468"/>
                    <a:pt x="41283" y="25467"/>
                    <a:pt x="41243" y="25464"/>
                  </a:cubicBezTo>
                  <a:lnTo>
                    <a:pt x="41243" y="25464"/>
                  </a:lnTo>
                  <a:cubicBezTo>
                    <a:pt x="40821" y="26362"/>
                    <a:pt x="41916" y="25717"/>
                    <a:pt x="42029" y="26306"/>
                  </a:cubicBezTo>
                  <a:cubicBezTo>
                    <a:pt x="41944" y="26290"/>
                    <a:pt x="41876" y="26282"/>
                    <a:pt x="41822" y="26282"/>
                  </a:cubicBezTo>
                  <a:cubicBezTo>
                    <a:pt x="41319" y="26282"/>
                    <a:pt x="42029" y="26945"/>
                    <a:pt x="42029" y="27401"/>
                  </a:cubicBezTo>
                  <a:lnTo>
                    <a:pt x="41467" y="27008"/>
                  </a:lnTo>
                  <a:lnTo>
                    <a:pt x="41467" y="27008"/>
                  </a:lnTo>
                  <a:cubicBezTo>
                    <a:pt x="40485" y="27710"/>
                    <a:pt x="42450" y="28047"/>
                    <a:pt x="41467" y="28580"/>
                  </a:cubicBezTo>
                  <a:lnTo>
                    <a:pt x="40906" y="27710"/>
                  </a:lnTo>
                  <a:lnTo>
                    <a:pt x="40821" y="28271"/>
                  </a:lnTo>
                  <a:lnTo>
                    <a:pt x="40232" y="27766"/>
                  </a:lnTo>
                  <a:lnTo>
                    <a:pt x="40232" y="27766"/>
                  </a:lnTo>
                  <a:cubicBezTo>
                    <a:pt x="40400" y="28552"/>
                    <a:pt x="40176" y="28608"/>
                    <a:pt x="39670" y="28945"/>
                  </a:cubicBezTo>
                  <a:cubicBezTo>
                    <a:pt x="40148" y="29114"/>
                    <a:pt x="40653" y="29703"/>
                    <a:pt x="40372" y="30124"/>
                  </a:cubicBezTo>
                  <a:cubicBezTo>
                    <a:pt x="40349" y="30127"/>
                    <a:pt x="40326" y="30128"/>
                    <a:pt x="40305" y="30128"/>
                  </a:cubicBezTo>
                  <a:cubicBezTo>
                    <a:pt x="40037" y="30128"/>
                    <a:pt x="39960" y="29932"/>
                    <a:pt x="39869" y="29932"/>
                  </a:cubicBezTo>
                  <a:cubicBezTo>
                    <a:pt x="39814" y="29932"/>
                    <a:pt x="39753" y="30004"/>
                    <a:pt x="39642" y="30237"/>
                  </a:cubicBezTo>
                  <a:cubicBezTo>
                    <a:pt x="39417" y="29911"/>
                    <a:pt x="39124" y="29517"/>
                    <a:pt x="39544" y="29517"/>
                  </a:cubicBezTo>
                  <a:cubicBezTo>
                    <a:pt x="39594" y="29517"/>
                    <a:pt x="39655" y="29523"/>
                    <a:pt x="39726" y="29535"/>
                  </a:cubicBezTo>
                  <a:cubicBezTo>
                    <a:pt x="39558" y="29394"/>
                    <a:pt x="39474" y="29170"/>
                    <a:pt x="39305" y="29029"/>
                  </a:cubicBezTo>
                  <a:cubicBezTo>
                    <a:pt x="38716" y="29057"/>
                    <a:pt x="38688" y="29731"/>
                    <a:pt x="38575" y="29928"/>
                  </a:cubicBezTo>
                  <a:cubicBezTo>
                    <a:pt x="38632" y="29844"/>
                    <a:pt x="38744" y="29787"/>
                    <a:pt x="38856" y="29787"/>
                  </a:cubicBezTo>
                  <a:lnTo>
                    <a:pt x="39053" y="31163"/>
                  </a:lnTo>
                  <a:cubicBezTo>
                    <a:pt x="38744" y="31163"/>
                    <a:pt x="38660" y="30910"/>
                    <a:pt x="38575" y="30714"/>
                  </a:cubicBezTo>
                  <a:lnTo>
                    <a:pt x="38575" y="30714"/>
                  </a:lnTo>
                  <a:cubicBezTo>
                    <a:pt x="38519" y="30910"/>
                    <a:pt x="38688" y="31219"/>
                    <a:pt x="38575" y="31500"/>
                  </a:cubicBezTo>
                  <a:cubicBezTo>
                    <a:pt x="38157" y="31110"/>
                    <a:pt x="37684" y="30802"/>
                    <a:pt x="37705" y="30303"/>
                  </a:cubicBezTo>
                  <a:lnTo>
                    <a:pt x="37705" y="30303"/>
                  </a:lnTo>
                  <a:lnTo>
                    <a:pt x="37649" y="31444"/>
                  </a:lnTo>
                  <a:cubicBezTo>
                    <a:pt x="37424" y="31360"/>
                    <a:pt x="36835" y="31472"/>
                    <a:pt x="36751" y="31247"/>
                  </a:cubicBezTo>
                  <a:lnTo>
                    <a:pt x="36751" y="31247"/>
                  </a:lnTo>
                  <a:cubicBezTo>
                    <a:pt x="36189" y="31528"/>
                    <a:pt x="36863" y="32932"/>
                    <a:pt x="36105" y="33269"/>
                  </a:cubicBezTo>
                  <a:cubicBezTo>
                    <a:pt x="36189" y="33381"/>
                    <a:pt x="36217" y="33521"/>
                    <a:pt x="36189" y="33662"/>
                  </a:cubicBezTo>
                  <a:cubicBezTo>
                    <a:pt x="35712" y="34111"/>
                    <a:pt x="34813" y="34223"/>
                    <a:pt x="34982" y="35290"/>
                  </a:cubicBezTo>
                  <a:lnTo>
                    <a:pt x="33915" y="35094"/>
                  </a:lnTo>
                  <a:lnTo>
                    <a:pt x="33915" y="35094"/>
                  </a:lnTo>
                  <a:cubicBezTo>
                    <a:pt x="33747" y="35711"/>
                    <a:pt x="35291" y="35318"/>
                    <a:pt x="34982" y="36385"/>
                  </a:cubicBezTo>
                  <a:cubicBezTo>
                    <a:pt x="34937" y="36589"/>
                    <a:pt x="34855" y="36663"/>
                    <a:pt x="34751" y="36663"/>
                  </a:cubicBezTo>
                  <a:cubicBezTo>
                    <a:pt x="34481" y="36663"/>
                    <a:pt x="34065" y="36158"/>
                    <a:pt x="33779" y="36158"/>
                  </a:cubicBezTo>
                  <a:cubicBezTo>
                    <a:pt x="33768" y="36158"/>
                    <a:pt x="33757" y="36159"/>
                    <a:pt x="33747" y="36160"/>
                  </a:cubicBezTo>
                  <a:cubicBezTo>
                    <a:pt x="33943" y="36722"/>
                    <a:pt x="34420" y="37845"/>
                    <a:pt x="33354" y="37901"/>
                  </a:cubicBezTo>
                  <a:cubicBezTo>
                    <a:pt x="33354" y="37620"/>
                    <a:pt x="33550" y="37564"/>
                    <a:pt x="33634" y="37368"/>
                  </a:cubicBezTo>
                  <a:lnTo>
                    <a:pt x="33634" y="37368"/>
                  </a:lnTo>
                  <a:lnTo>
                    <a:pt x="32876" y="37452"/>
                  </a:lnTo>
                  <a:cubicBezTo>
                    <a:pt x="32539" y="36413"/>
                    <a:pt x="33017" y="36245"/>
                    <a:pt x="32118" y="36188"/>
                  </a:cubicBezTo>
                  <a:lnTo>
                    <a:pt x="32118" y="36188"/>
                  </a:lnTo>
                  <a:cubicBezTo>
                    <a:pt x="33634" y="37368"/>
                    <a:pt x="31108" y="37873"/>
                    <a:pt x="32596" y="39052"/>
                  </a:cubicBezTo>
                  <a:lnTo>
                    <a:pt x="32062" y="39080"/>
                  </a:lnTo>
                  <a:cubicBezTo>
                    <a:pt x="32146" y="39024"/>
                    <a:pt x="32062" y="38940"/>
                    <a:pt x="32146" y="38884"/>
                  </a:cubicBezTo>
                  <a:cubicBezTo>
                    <a:pt x="31023" y="38884"/>
                    <a:pt x="32961" y="40091"/>
                    <a:pt x="32231" y="40596"/>
                  </a:cubicBezTo>
                  <a:cubicBezTo>
                    <a:pt x="32111" y="40668"/>
                    <a:pt x="31982" y="40709"/>
                    <a:pt x="31866" y="40709"/>
                  </a:cubicBezTo>
                  <a:cubicBezTo>
                    <a:pt x="31709" y="40709"/>
                    <a:pt x="31577" y="40633"/>
                    <a:pt x="31529" y="40456"/>
                  </a:cubicBezTo>
                  <a:lnTo>
                    <a:pt x="31529" y="41270"/>
                  </a:lnTo>
                  <a:cubicBezTo>
                    <a:pt x="31500" y="41299"/>
                    <a:pt x="31467" y="41311"/>
                    <a:pt x="31434" y="41311"/>
                  </a:cubicBezTo>
                  <a:cubicBezTo>
                    <a:pt x="31343" y="41311"/>
                    <a:pt x="31255" y="41215"/>
                    <a:pt x="31260" y="41129"/>
                  </a:cubicBezTo>
                  <a:lnTo>
                    <a:pt x="31260" y="41129"/>
                  </a:lnTo>
                  <a:lnTo>
                    <a:pt x="30827" y="41944"/>
                  </a:lnTo>
                  <a:lnTo>
                    <a:pt x="30799" y="41888"/>
                  </a:lnTo>
                  <a:lnTo>
                    <a:pt x="30799" y="41888"/>
                  </a:lnTo>
                  <a:cubicBezTo>
                    <a:pt x="30939" y="42225"/>
                    <a:pt x="31080" y="42589"/>
                    <a:pt x="31192" y="42983"/>
                  </a:cubicBezTo>
                  <a:cubicBezTo>
                    <a:pt x="31173" y="42984"/>
                    <a:pt x="31156" y="42985"/>
                    <a:pt x="31140" y="42985"/>
                  </a:cubicBezTo>
                  <a:cubicBezTo>
                    <a:pt x="30855" y="42985"/>
                    <a:pt x="31094" y="42752"/>
                    <a:pt x="30855" y="42646"/>
                  </a:cubicBezTo>
                  <a:lnTo>
                    <a:pt x="30855" y="42646"/>
                  </a:lnTo>
                  <a:lnTo>
                    <a:pt x="30911" y="43376"/>
                  </a:lnTo>
                  <a:cubicBezTo>
                    <a:pt x="30406" y="43291"/>
                    <a:pt x="30209" y="42702"/>
                    <a:pt x="30546" y="42337"/>
                  </a:cubicBezTo>
                  <a:cubicBezTo>
                    <a:pt x="30170" y="42186"/>
                    <a:pt x="29953" y="42125"/>
                    <a:pt x="29833" y="42125"/>
                  </a:cubicBezTo>
                  <a:cubicBezTo>
                    <a:pt x="29371" y="42125"/>
                    <a:pt x="30334" y="43029"/>
                    <a:pt x="29086" y="43207"/>
                  </a:cubicBezTo>
                  <a:lnTo>
                    <a:pt x="29227" y="42646"/>
                  </a:lnTo>
                  <a:cubicBezTo>
                    <a:pt x="28953" y="42545"/>
                    <a:pt x="28754" y="42507"/>
                    <a:pt x="28593" y="42507"/>
                  </a:cubicBezTo>
                  <a:cubicBezTo>
                    <a:pt x="28126" y="42507"/>
                    <a:pt x="27986" y="42828"/>
                    <a:pt x="27318" y="42870"/>
                  </a:cubicBezTo>
                  <a:cubicBezTo>
                    <a:pt x="27682" y="42983"/>
                    <a:pt x="29395" y="42954"/>
                    <a:pt x="29395" y="43741"/>
                  </a:cubicBezTo>
                  <a:cubicBezTo>
                    <a:pt x="29199" y="43769"/>
                    <a:pt x="29002" y="43909"/>
                    <a:pt x="29114" y="44386"/>
                  </a:cubicBezTo>
                  <a:cubicBezTo>
                    <a:pt x="28934" y="44260"/>
                    <a:pt x="28806" y="44209"/>
                    <a:pt x="28709" y="44209"/>
                  </a:cubicBezTo>
                  <a:cubicBezTo>
                    <a:pt x="28502" y="44209"/>
                    <a:pt x="28434" y="44438"/>
                    <a:pt x="28300" y="44667"/>
                  </a:cubicBezTo>
                  <a:lnTo>
                    <a:pt x="27598" y="44106"/>
                  </a:lnTo>
                  <a:lnTo>
                    <a:pt x="27598" y="44106"/>
                  </a:lnTo>
                  <a:cubicBezTo>
                    <a:pt x="27542" y="44611"/>
                    <a:pt x="27907" y="44864"/>
                    <a:pt x="28076" y="45313"/>
                  </a:cubicBezTo>
                  <a:cubicBezTo>
                    <a:pt x="27980" y="45400"/>
                    <a:pt x="27863" y="45436"/>
                    <a:pt x="27731" y="45436"/>
                  </a:cubicBezTo>
                  <a:cubicBezTo>
                    <a:pt x="27396" y="45436"/>
                    <a:pt x="26970" y="45205"/>
                    <a:pt x="26588" y="45004"/>
                  </a:cubicBezTo>
                  <a:lnTo>
                    <a:pt x="26588" y="45004"/>
                  </a:lnTo>
                  <a:cubicBezTo>
                    <a:pt x="25998" y="45537"/>
                    <a:pt x="27795" y="45285"/>
                    <a:pt x="27374" y="46099"/>
                  </a:cubicBezTo>
                  <a:cubicBezTo>
                    <a:pt x="26700" y="46380"/>
                    <a:pt x="26728" y="46969"/>
                    <a:pt x="26700" y="47896"/>
                  </a:cubicBezTo>
                  <a:cubicBezTo>
                    <a:pt x="26631" y="47918"/>
                    <a:pt x="26573" y="47927"/>
                    <a:pt x="26524" y="47927"/>
                  </a:cubicBezTo>
                  <a:cubicBezTo>
                    <a:pt x="26195" y="47927"/>
                    <a:pt x="26267" y="47499"/>
                    <a:pt x="25998" y="47475"/>
                  </a:cubicBezTo>
                  <a:lnTo>
                    <a:pt x="25998" y="47475"/>
                  </a:lnTo>
                  <a:lnTo>
                    <a:pt x="26307" y="48233"/>
                  </a:lnTo>
                  <a:cubicBezTo>
                    <a:pt x="26295" y="48240"/>
                    <a:pt x="26282" y="48244"/>
                    <a:pt x="26269" y="48244"/>
                  </a:cubicBezTo>
                  <a:cubicBezTo>
                    <a:pt x="26185" y="48244"/>
                    <a:pt x="26071" y="48109"/>
                    <a:pt x="25998" y="48036"/>
                  </a:cubicBezTo>
                  <a:lnTo>
                    <a:pt x="25998" y="48036"/>
                  </a:lnTo>
                  <a:cubicBezTo>
                    <a:pt x="25998" y="48485"/>
                    <a:pt x="26700" y="48626"/>
                    <a:pt x="26559" y="49187"/>
                  </a:cubicBezTo>
                  <a:cubicBezTo>
                    <a:pt x="27261" y="49917"/>
                    <a:pt x="24735" y="49131"/>
                    <a:pt x="25212" y="50338"/>
                  </a:cubicBezTo>
                  <a:cubicBezTo>
                    <a:pt x="24931" y="50282"/>
                    <a:pt x="24847" y="49917"/>
                    <a:pt x="24510" y="49749"/>
                  </a:cubicBezTo>
                  <a:lnTo>
                    <a:pt x="24510" y="49749"/>
                  </a:lnTo>
                  <a:cubicBezTo>
                    <a:pt x="24538" y="50900"/>
                    <a:pt x="24454" y="50675"/>
                    <a:pt x="24791" y="51854"/>
                  </a:cubicBezTo>
                  <a:lnTo>
                    <a:pt x="23920" y="51966"/>
                  </a:lnTo>
                  <a:cubicBezTo>
                    <a:pt x="24735" y="52023"/>
                    <a:pt x="24987" y="52977"/>
                    <a:pt x="25184" y="53791"/>
                  </a:cubicBezTo>
                  <a:cubicBezTo>
                    <a:pt x="25465" y="53876"/>
                    <a:pt x="25745" y="53932"/>
                    <a:pt x="26026" y="53960"/>
                  </a:cubicBezTo>
                  <a:lnTo>
                    <a:pt x="25886" y="54914"/>
                  </a:lnTo>
                  <a:cubicBezTo>
                    <a:pt x="25689" y="54914"/>
                    <a:pt x="25521" y="54634"/>
                    <a:pt x="25296" y="54297"/>
                  </a:cubicBezTo>
                  <a:lnTo>
                    <a:pt x="25296" y="54297"/>
                  </a:lnTo>
                  <a:cubicBezTo>
                    <a:pt x="25324" y="54381"/>
                    <a:pt x="25352" y="54465"/>
                    <a:pt x="25380" y="54549"/>
                  </a:cubicBezTo>
                  <a:cubicBezTo>
                    <a:pt x="25367" y="54550"/>
                    <a:pt x="25354" y="54551"/>
                    <a:pt x="25341" y="54551"/>
                  </a:cubicBezTo>
                  <a:cubicBezTo>
                    <a:pt x="24913" y="54551"/>
                    <a:pt x="24615" y="54114"/>
                    <a:pt x="24370" y="53651"/>
                  </a:cubicBezTo>
                  <a:lnTo>
                    <a:pt x="24370" y="53651"/>
                  </a:lnTo>
                  <a:cubicBezTo>
                    <a:pt x="24566" y="53679"/>
                    <a:pt x="24791" y="53707"/>
                    <a:pt x="24987" y="53763"/>
                  </a:cubicBezTo>
                  <a:cubicBezTo>
                    <a:pt x="24707" y="53258"/>
                    <a:pt x="24342" y="52781"/>
                    <a:pt x="23892" y="52444"/>
                  </a:cubicBezTo>
                  <a:lnTo>
                    <a:pt x="23892" y="52444"/>
                  </a:lnTo>
                  <a:cubicBezTo>
                    <a:pt x="23949" y="52556"/>
                    <a:pt x="23949" y="52668"/>
                    <a:pt x="23920" y="52781"/>
                  </a:cubicBezTo>
                  <a:cubicBezTo>
                    <a:pt x="23864" y="52668"/>
                    <a:pt x="23780" y="52584"/>
                    <a:pt x="23668" y="52500"/>
                  </a:cubicBezTo>
                  <a:cubicBezTo>
                    <a:pt x="23662" y="52498"/>
                    <a:pt x="23658" y="52497"/>
                    <a:pt x="23654" y="52497"/>
                  </a:cubicBezTo>
                  <a:cubicBezTo>
                    <a:pt x="23595" y="52497"/>
                    <a:pt x="23675" y="52683"/>
                    <a:pt x="23780" y="52893"/>
                  </a:cubicBezTo>
                  <a:lnTo>
                    <a:pt x="22882" y="52416"/>
                  </a:lnTo>
                  <a:lnTo>
                    <a:pt x="23162" y="52696"/>
                  </a:lnTo>
                  <a:cubicBezTo>
                    <a:pt x="22797" y="52837"/>
                    <a:pt x="22404" y="52977"/>
                    <a:pt x="22011" y="53146"/>
                  </a:cubicBezTo>
                  <a:cubicBezTo>
                    <a:pt x="22292" y="54353"/>
                    <a:pt x="23022" y="55813"/>
                    <a:pt x="22545" y="57020"/>
                  </a:cubicBezTo>
                  <a:cubicBezTo>
                    <a:pt x="22180" y="56318"/>
                    <a:pt x="21675" y="56206"/>
                    <a:pt x="21029" y="55644"/>
                  </a:cubicBezTo>
                  <a:lnTo>
                    <a:pt x="21029" y="55644"/>
                  </a:lnTo>
                  <a:cubicBezTo>
                    <a:pt x="21129" y="55682"/>
                    <a:pt x="21210" y="55699"/>
                    <a:pt x="21276" y="55699"/>
                  </a:cubicBezTo>
                  <a:cubicBezTo>
                    <a:pt x="21800" y="55699"/>
                    <a:pt x="21379" y="54639"/>
                    <a:pt x="21859" y="54305"/>
                  </a:cubicBezTo>
                  <a:lnTo>
                    <a:pt x="21859" y="54305"/>
                  </a:lnTo>
                  <a:cubicBezTo>
                    <a:pt x="21802" y="54341"/>
                    <a:pt x="21746" y="54357"/>
                    <a:pt x="21691" y="54357"/>
                  </a:cubicBezTo>
                  <a:cubicBezTo>
                    <a:pt x="21479" y="54357"/>
                    <a:pt x="21297" y="54126"/>
                    <a:pt x="21253" y="54016"/>
                  </a:cubicBezTo>
                  <a:lnTo>
                    <a:pt x="21169" y="55420"/>
                  </a:lnTo>
                  <a:cubicBezTo>
                    <a:pt x="20941" y="55216"/>
                    <a:pt x="20805" y="55155"/>
                    <a:pt x="20692" y="55155"/>
                  </a:cubicBezTo>
                  <a:cubicBezTo>
                    <a:pt x="20540" y="55155"/>
                    <a:pt x="20428" y="55263"/>
                    <a:pt x="20187" y="55279"/>
                  </a:cubicBezTo>
                  <a:cubicBezTo>
                    <a:pt x="21422" y="56037"/>
                    <a:pt x="20383" y="56543"/>
                    <a:pt x="20411" y="57160"/>
                  </a:cubicBezTo>
                  <a:cubicBezTo>
                    <a:pt x="20046" y="56880"/>
                    <a:pt x="19737" y="56486"/>
                    <a:pt x="20187" y="56150"/>
                  </a:cubicBezTo>
                  <a:cubicBezTo>
                    <a:pt x="20118" y="56137"/>
                    <a:pt x="20060" y="56131"/>
                    <a:pt x="20011" y="56131"/>
                  </a:cubicBezTo>
                  <a:cubicBezTo>
                    <a:pt x="19217" y="56131"/>
                    <a:pt x="20783" y="57699"/>
                    <a:pt x="19963" y="57699"/>
                  </a:cubicBezTo>
                  <a:cubicBezTo>
                    <a:pt x="19937" y="57699"/>
                    <a:pt x="19909" y="57697"/>
                    <a:pt x="19878" y="57694"/>
                  </a:cubicBezTo>
                  <a:cubicBezTo>
                    <a:pt x="19962" y="57581"/>
                    <a:pt x="20046" y="57581"/>
                    <a:pt x="19906" y="57385"/>
                  </a:cubicBezTo>
                  <a:lnTo>
                    <a:pt x="19906" y="57385"/>
                  </a:lnTo>
                  <a:cubicBezTo>
                    <a:pt x="19985" y="57740"/>
                    <a:pt x="19633" y="58040"/>
                    <a:pt x="19349" y="58040"/>
                  </a:cubicBezTo>
                  <a:cubicBezTo>
                    <a:pt x="19229" y="58040"/>
                    <a:pt x="19122" y="57987"/>
                    <a:pt x="19064" y="57862"/>
                  </a:cubicBezTo>
                  <a:lnTo>
                    <a:pt x="19148" y="57750"/>
                  </a:lnTo>
                  <a:lnTo>
                    <a:pt x="19148" y="57750"/>
                  </a:lnTo>
                  <a:cubicBezTo>
                    <a:pt x="18446" y="58339"/>
                    <a:pt x="17351" y="59827"/>
                    <a:pt x="18165" y="60698"/>
                  </a:cubicBezTo>
                  <a:cubicBezTo>
                    <a:pt x="17772" y="60333"/>
                    <a:pt x="17379" y="59912"/>
                    <a:pt x="17014" y="59490"/>
                  </a:cubicBezTo>
                  <a:lnTo>
                    <a:pt x="17014" y="59490"/>
                  </a:lnTo>
                  <a:lnTo>
                    <a:pt x="19007" y="63337"/>
                  </a:lnTo>
                  <a:cubicBezTo>
                    <a:pt x="18306" y="62579"/>
                    <a:pt x="16116" y="61372"/>
                    <a:pt x="16172" y="60445"/>
                  </a:cubicBezTo>
                  <a:lnTo>
                    <a:pt x="16172" y="60445"/>
                  </a:lnTo>
                  <a:cubicBezTo>
                    <a:pt x="15807" y="60473"/>
                    <a:pt x="15554" y="60810"/>
                    <a:pt x="15582" y="61175"/>
                  </a:cubicBezTo>
                  <a:cubicBezTo>
                    <a:pt x="15587" y="61174"/>
                    <a:pt x="15591" y="61174"/>
                    <a:pt x="15596" y="61174"/>
                  </a:cubicBezTo>
                  <a:cubicBezTo>
                    <a:pt x="15850" y="61174"/>
                    <a:pt x="16957" y="61881"/>
                    <a:pt x="16902" y="62073"/>
                  </a:cubicBezTo>
                  <a:cubicBezTo>
                    <a:pt x="16284" y="61905"/>
                    <a:pt x="16109" y="61877"/>
                    <a:pt x="15937" y="61877"/>
                  </a:cubicBezTo>
                  <a:cubicBezTo>
                    <a:pt x="15851" y="61877"/>
                    <a:pt x="15766" y="61884"/>
                    <a:pt x="15627" y="61884"/>
                  </a:cubicBezTo>
                  <a:cubicBezTo>
                    <a:pt x="15495" y="61884"/>
                    <a:pt x="15316" y="61878"/>
                    <a:pt x="15043" y="61853"/>
                  </a:cubicBezTo>
                  <a:lnTo>
                    <a:pt x="15043" y="61853"/>
                  </a:lnTo>
                  <a:cubicBezTo>
                    <a:pt x="15402" y="61938"/>
                    <a:pt x="16355" y="63067"/>
                    <a:pt x="16088" y="63281"/>
                  </a:cubicBezTo>
                  <a:cubicBezTo>
                    <a:pt x="15955" y="63095"/>
                    <a:pt x="14997" y="62359"/>
                    <a:pt x="14867" y="62112"/>
                  </a:cubicBezTo>
                  <a:lnTo>
                    <a:pt x="14867" y="62112"/>
                  </a:lnTo>
                  <a:lnTo>
                    <a:pt x="15441" y="63680"/>
                  </a:lnTo>
                  <a:lnTo>
                    <a:pt x="15441" y="63680"/>
                  </a:lnTo>
                  <a:cubicBezTo>
                    <a:pt x="15264" y="63317"/>
                    <a:pt x="14454" y="62822"/>
                    <a:pt x="14010" y="62691"/>
                  </a:cubicBezTo>
                  <a:lnTo>
                    <a:pt x="14010" y="62691"/>
                  </a:lnTo>
                  <a:cubicBezTo>
                    <a:pt x="14319" y="62831"/>
                    <a:pt x="13505" y="63224"/>
                    <a:pt x="13449" y="63505"/>
                  </a:cubicBezTo>
                  <a:lnTo>
                    <a:pt x="13982" y="63477"/>
                  </a:lnTo>
                  <a:lnTo>
                    <a:pt x="13982" y="63477"/>
                  </a:lnTo>
                  <a:cubicBezTo>
                    <a:pt x="13140" y="64039"/>
                    <a:pt x="14993" y="65667"/>
                    <a:pt x="14291" y="66341"/>
                  </a:cubicBezTo>
                  <a:cubicBezTo>
                    <a:pt x="14136" y="66057"/>
                    <a:pt x="13155" y="64994"/>
                    <a:pt x="12625" y="64994"/>
                  </a:cubicBezTo>
                  <a:cubicBezTo>
                    <a:pt x="12577" y="64994"/>
                    <a:pt x="12533" y="65003"/>
                    <a:pt x="12494" y="65021"/>
                  </a:cubicBezTo>
                  <a:cubicBezTo>
                    <a:pt x="12971" y="65723"/>
                    <a:pt x="14740" y="68362"/>
                    <a:pt x="14600" y="69429"/>
                  </a:cubicBezTo>
                  <a:lnTo>
                    <a:pt x="14150" y="69232"/>
                  </a:lnTo>
                  <a:lnTo>
                    <a:pt x="14094" y="70103"/>
                  </a:lnTo>
                  <a:cubicBezTo>
                    <a:pt x="13280" y="68531"/>
                    <a:pt x="12578" y="66930"/>
                    <a:pt x="12017" y="65246"/>
                  </a:cubicBezTo>
                  <a:cubicBezTo>
                    <a:pt x="11994" y="65247"/>
                    <a:pt x="11973" y="65248"/>
                    <a:pt x="11952" y="65248"/>
                  </a:cubicBezTo>
                  <a:cubicBezTo>
                    <a:pt x="11712" y="65248"/>
                    <a:pt x="11615" y="65168"/>
                    <a:pt x="11523" y="65168"/>
                  </a:cubicBezTo>
                  <a:cubicBezTo>
                    <a:pt x="11448" y="65168"/>
                    <a:pt x="11375" y="65221"/>
                    <a:pt x="11231" y="65414"/>
                  </a:cubicBezTo>
                  <a:cubicBezTo>
                    <a:pt x="10782" y="65246"/>
                    <a:pt x="10922" y="64740"/>
                    <a:pt x="11006" y="64600"/>
                  </a:cubicBezTo>
                  <a:lnTo>
                    <a:pt x="11006" y="64600"/>
                  </a:lnTo>
                  <a:lnTo>
                    <a:pt x="9967" y="65358"/>
                  </a:lnTo>
                  <a:cubicBezTo>
                    <a:pt x="10697" y="65948"/>
                    <a:pt x="10024" y="66734"/>
                    <a:pt x="10641" y="67211"/>
                  </a:cubicBezTo>
                  <a:lnTo>
                    <a:pt x="10838" y="65527"/>
                  </a:lnTo>
                  <a:cubicBezTo>
                    <a:pt x="11568" y="66116"/>
                    <a:pt x="12269" y="67913"/>
                    <a:pt x="11540" y="68474"/>
                  </a:cubicBezTo>
                  <a:cubicBezTo>
                    <a:pt x="11118" y="68390"/>
                    <a:pt x="10417" y="67239"/>
                    <a:pt x="10192" y="67015"/>
                  </a:cubicBezTo>
                  <a:lnTo>
                    <a:pt x="10192" y="67015"/>
                  </a:lnTo>
                  <a:cubicBezTo>
                    <a:pt x="10323" y="67302"/>
                    <a:pt x="10088" y="67980"/>
                    <a:pt x="9873" y="67980"/>
                  </a:cubicBezTo>
                  <a:cubicBezTo>
                    <a:pt x="9858" y="67980"/>
                    <a:pt x="9842" y="67977"/>
                    <a:pt x="9827" y="67969"/>
                  </a:cubicBezTo>
                  <a:lnTo>
                    <a:pt x="9715" y="67351"/>
                  </a:lnTo>
                  <a:lnTo>
                    <a:pt x="9715" y="67351"/>
                  </a:lnTo>
                  <a:cubicBezTo>
                    <a:pt x="9160" y="67483"/>
                    <a:pt x="9971" y="68658"/>
                    <a:pt x="9183" y="68658"/>
                  </a:cubicBezTo>
                  <a:cubicBezTo>
                    <a:pt x="9133" y="68658"/>
                    <a:pt x="9077" y="68653"/>
                    <a:pt x="9013" y="68643"/>
                  </a:cubicBezTo>
                  <a:cubicBezTo>
                    <a:pt x="8991" y="68655"/>
                    <a:pt x="8958" y="68660"/>
                    <a:pt x="8917" y="68660"/>
                  </a:cubicBezTo>
                  <a:cubicBezTo>
                    <a:pt x="8699" y="68660"/>
                    <a:pt x="8255" y="68513"/>
                    <a:pt x="8078" y="68513"/>
                  </a:cubicBezTo>
                  <a:cubicBezTo>
                    <a:pt x="7987" y="68513"/>
                    <a:pt x="7967" y="68552"/>
                    <a:pt x="8086" y="68671"/>
                  </a:cubicBezTo>
                  <a:cubicBezTo>
                    <a:pt x="9097" y="69148"/>
                    <a:pt x="11596" y="71366"/>
                    <a:pt x="12045" y="72068"/>
                  </a:cubicBezTo>
                  <a:cubicBezTo>
                    <a:pt x="11981" y="72068"/>
                    <a:pt x="11495" y="72105"/>
                    <a:pt x="10985" y="72105"/>
                  </a:cubicBezTo>
                  <a:cubicBezTo>
                    <a:pt x="10603" y="72105"/>
                    <a:pt x="10208" y="72084"/>
                    <a:pt x="9967" y="72012"/>
                  </a:cubicBezTo>
                  <a:cubicBezTo>
                    <a:pt x="9125" y="71675"/>
                    <a:pt x="8872" y="70243"/>
                    <a:pt x="8114" y="69962"/>
                  </a:cubicBezTo>
                  <a:lnTo>
                    <a:pt x="8114" y="69962"/>
                  </a:lnTo>
                  <a:cubicBezTo>
                    <a:pt x="8311" y="70159"/>
                    <a:pt x="8423" y="70412"/>
                    <a:pt x="8479" y="70664"/>
                  </a:cubicBezTo>
                  <a:cubicBezTo>
                    <a:pt x="8249" y="70664"/>
                    <a:pt x="8066" y="70321"/>
                    <a:pt x="7894" y="70321"/>
                  </a:cubicBezTo>
                  <a:cubicBezTo>
                    <a:pt x="7836" y="70321"/>
                    <a:pt x="7779" y="70361"/>
                    <a:pt x="7721" y="70468"/>
                  </a:cubicBezTo>
                  <a:cubicBezTo>
                    <a:pt x="8367" y="71170"/>
                    <a:pt x="7020" y="71113"/>
                    <a:pt x="8171" y="71198"/>
                  </a:cubicBezTo>
                  <a:cubicBezTo>
                    <a:pt x="8030" y="71703"/>
                    <a:pt x="7693" y="71422"/>
                    <a:pt x="7328" y="71843"/>
                  </a:cubicBezTo>
                  <a:cubicBezTo>
                    <a:pt x="7918" y="72152"/>
                    <a:pt x="8536" y="73640"/>
                    <a:pt x="8423" y="74174"/>
                  </a:cubicBezTo>
                  <a:cubicBezTo>
                    <a:pt x="8227" y="74005"/>
                    <a:pt x="8030" y="73865"/>
                    <a:pt x="7806" y="73781"/>
                  </a:cubicBezTo>
                  <a:cubicBezTo>
                    <a:pt x="7076" y="74426"/>
                    <a:pt x="6402" y="74482"/>
                    <a:pt x="5784" y="75128"/>
                  </a:cubicBezTo>
                  <a:cubicBezTo>
                    <a:pt x="5560" y="75016"/>
                    <a:pt x="5054" y="75128"/>
                    <a:pt x="4886" y="74735"/>
                  </a:cubicBezTo>
                  <a:lnTo>
                    <a:pt x="4886" y="74735"/>
                  </a:lnTo>
                  <a:cubicBezTo>
                    <a:pt x="4914" y="74932"/>
                    <a:pt x="5082" y="75240"/>
                    <a:pt x="4886" y="75465"/>
                  </a:cubicBezTo>
                  <a:cubicBezTo>
                    <a:pt x="3931" y="75269"/>
                    <a:pt x="5223" y="74932"/>
                    <a:pt x="4240" y="74539"/>
                  </a:cubicBezTo>
                  <a:lnTo>
                    <a:pt x="4240" y="74539"/>
                  </a:lnTo>
                  <a:cubicBezTo>
                    <a:pt x="4605" y="74932"/>
                    <a:pt x="4296" y="75577"/>
                    <a:pt x="4268" y="76083"/>
                  </a:cubicBezTo>
                  <a:cubicBezTo>
                    <a:pt x="4403" y="76185"/>
                    <a:pt x="4512" y="76228"/>
                    <a:pt x="4602" y="76228"/>
                  </a:cubicBezTo>
                  <a:cubicBezTo>
                    <a:pt x="4981" y="76228"/>
                    <a:pt x="5004" y="75453"/>
                    <a:pt x="5026" y="75044"/>
                  </a:cubicBezTo>
                  <a:cubicBezTo>
                    <a:pt x="5897" y="75886"/>
                    <a:pt x="6262" y="77093"/>
                    <a:pt x="6037" y="78273"/>
                  </a:cubicBezTo>
                  <a:cubicBezTo>
                    <a:pt x="5954" y="78468"/>
                    <a:pt x="5861" y="78537"/>
                    <a:pt x="5770" y="78537"/>
                  </a:cubicBezTo>
                  <a:cubicBezTo>
                    <a:pt x="5556" y="78537"/>
                    <a:pt x="5352" y="78156"/>
                    <a:pt x="5312" y="78156"/>
                  </a:cubicBezTo>
                  <a:cubicBezTo>
                    <a:pt x="5306" y="78156"/>
                    <a:pt x="5304" y="78166"/>
                    <a:pt x="5307" y="78188"/>
                  </a:cubicBezTo>
                  <a:cubicBezTo>
                    <a:pt x="4184" y="79031"/>
                    <a:pt x="5953" y="80490"/>
                    <a:pt x="4521" y="80715"/>
                  </a:cubicBezTo>
                  <a:cubicBezTo>
                    <a:pt x="3651" y="80518"/>
                    <a:pt x="3426" y="79676"/>
                    <a:pt x="2977" y="79367"/>
                  </a:cubicBezTo>
                  <a:cubicBezTo>
                    <a:pt x="3201" y="78722"/>
                    <a:pt x="3987" y="79059"/>
                    <a:pt x="4240" y="78722"/>
                  </a:cubicBezTo>
                  <a:lnTo>
                    <a:pt x="4240" y="78722"/>
                  </a:lnTo>
                  <a:lnTo>
                    <a:pt x="3623" y="78834"/>
                  </a:lnTo>
                  <a:cubicBezTo>
                    <a:pt x="3594" y="78525"/>
                    <a:pt x="3735" y="78104"/>
                    <a:pt x="4044" y="78104"/>
                  </a:cubicBezTo>
                  <a:cubicBezTo>
                    <a:pt x="4005" y="78094"/>
                    <a:pt x="3966" y="78089"/>
                    <a:pt x="3926" y="78089"/>
                  </a:cubicBezTo>
                  <a:cubicBezTo>
                    <a:pt x="3205" y="78089"/>
                    <a:pt x="2213" y="79694"/>
                    <a:pt x="1096" y="80013"/>
                  </a:cubicBezTo>
                  <a:cubicBezTo>
                    <a:pt x="1124" y="80322"/>
                    <a:pt x="1096" y="80743"/>
                    <a:pt x="1405" y="80827"/>
                  </a:cubicBezTo>
                  <a:lnTo>
                    <a:pt x="1573" y="80518"/>
                  </a:lnTo>
                  <a:cubicBezTo>
                    <a:pt x="2179" y="80729"/>
                    <a:pt x="1772" y="81483"/>
                    <a:pt x="2136" y="81483"/>
                  </a:cubicBezTo>
                  <a:cubicBezTo>
                    <a:pt x="2160" y="81483"/>
                    <a:pt x="2187" y="81480"/>
                    <a:pt x="2219" y="81473"/>
                  </a:cubicBezTo>
                  <a:lnTo>
                    <a:pt x="2219" y="81473"/>
                  </a:lnTo>
                  <a:cubicBezTo>
                    <a:pt x="2191" y="82091"/>
                    <a:pt x="2303" y="82933"/>
                    <a:pt x="1601" y="83158"/>
                  </a:cubicBezTo>
                  <a:lnTo>
                    <a:pt x="924" y="82643"/>
                  </a:lnTo>
                  <a:lnTo>
                    <a:pt x="924" y="82643"/>
                  </a:lnTo>
                  <a:cubicBezTo>
                    <a:pt x="984" y="82683"/>
                    <a:pt x="1062" y="82702"/>
                    <a:pt x="1143" y="82702"/>
                  </a:cubicBezTo>
                  <a:cubicBezTo>
                    <a:pt x="1343" y="82702"/>
                    <a:pt x="1555" y="82583"/>
                    <a:pt x="1517" y="82371"/>
                  </a:cubicBezTo>
                  <a:lnTo>
                    <a:pt x="1517" y="82371"/>
                  </a:lnTo>
                  <a:cubicBezTo>
                    <a:pt x="1573" y="82849"/>
                    <a:pt x="1" y="82259"/>
                    <a:pt x="562" y="83270"/>
                  </a:cubicBezTo>
                  <a:lnTo>
                    <a:pt x="1320" y="83354"/>
                  </a:lnTo>
                  <a:cubicBezTo>
                    <a:pt x="1292" y="84000"/>
                    <a:pt x="1517" y="85067"/>
                    <a:pt x="927" y="85263"/>
                  </a:cubicBezTo>
                  <a:cubicBezTo>
                    <a:pt x="1160" y="85388"/>
                    <a:pt x="1257" y="85424"/>
                    <a:pt x="1305" y="85424"/>
                  </a:cubicBezTo>
                  <a:cubicBezTo>
                    <a:pt x="1370" y="85424"/>
                    <a:pt x="1340" y="85355"/>
                    <a:pt x="1438" y="85355"/>
                  </a:cubicBezTo>
                  <a:cubicBezTo>
                    <a:pt x="1509" y="85355"/>
                    <a:pt x="1647" y="85391"/>
                    <a:pt x="1938" y="85516"/>
                  </a:cubicBezTo>
                  <a:cubicBezTo>
                    <a:pt x="884" y="84936"/>
                    <a:pt x="2772" y="84555"/>
                    <a:pt x="1919" y="84092"/>
                  </a:cubicBezTo>
                  <a:lnTo>
                    <a:pt x="1919" y="84092"/>
                  </a:lnTo>
                  <a:cubicBezTo>
                    <a:pt x="2129" y="84177"/>
                    <a:pt x="2279" y="84207"/>
                    <a:pt x="2400" y="84207"/>
                  </a:cubicBezTo>
                  <a:cubicBezTo>
                    <a:pt x="2672" y="84207"/>
                    <a:pt x="2801" y="84058"/>
                    <a:pt x="3144" y="84058"/>
                  </a:cubicBezTo>
                  <a:cubicBezTo>
                    <a:pt x="3275" y="84058"/>
                    <a:pt x="3437" y="84080"/>
                    <a:pt x="3651" y="84140"/>
                  </a:cubicBezTo>
                  <a:cubicBezTo>
                    <a:pt x="3426" y="83944"/>
                    <a:pt x="3117" y="83887"/>
                    <a:pt x="3566" y="83663"/>
                  </a:cubicBezTo>
                  <a:cubicBezTo>
                    <a:pt x="3510" y="83579"/>
                    <a:pt x="3482" y="83494"/>
                    <a:pt x="3454" y="83410"/>
                  </a:cubicBezTo>
                  <a:cubicBezTo>
                    <a:pt x="3286" y="83382"/>
                    <a:pt x="3117" y="83354"/>
                    <a:pt x="2977" y="83270"/>
                  </a:cubicBezTo>
                  <a:cubicBezTo>
                    <a:pt x="2696" y="82624"/>
                    <a:pt x="3229" y="82119"/>
                    <a:pt x="3173" y="81698"/>
                  </a:cubicBezTo>
                  <a:cubicBezTo>
                    <a:pt x="3209" y="81685"/>
                    <a:pt x="3239" y="81679"/>
                    <a:pt x="3264" y="81679"/>
                  </a:cubicBezTo>
                  <a:cubicBezTo>
                    <a:pt x="3456" y="81679"/>
                    <a:pt x="3378" y="82016"/>
                    <a:pt x="3651" y="82091"/>
                  </a:cubicBezTo>
                  <a:lnTo>
                    <a:pt x="3566" y="81473"/>
                  </a:lnTo>
                  <a:lnTo>
                    <a:pt x="3566" y="81473"/>
                  </a:lnTo>
                  <a:cubicBezTo>
                    <a:pt x="4044" y="81866"/>
                    <a:pt x="4858" y="81670"/>
                    <a:pt x="4633" y="82400"/>
                  </a:cubicBezTo>
                  <a:lnTo>
                    <a:pt x="5082" y="81978"/>
                  </a:lnTo>
                  <a:cubicBezTo>
                    <a:pt x="5588" y="81978"/>
                    <a:pt x="6037" y="81726"/>
                    <a:pt x="6065" y="81333"/>
                  </a:cubicBezTo>
                  <a:cubicBezTo>
                    <a:pt x="6282" y="81246"/>
                    <a:pt x="6163" y="80688"/>
                    <a:pt x="6176" y="80688"/>
                  </a:cubicBezTo>
                  <a:lnTo>
                    <a:pt x="6176" y="80688"/>
                  </a:lnTo>
                  <a:cubicBezTo>
                    <a:pt x="6180" y="80688"/>
                    <a:pt x="6195" y="80735"/>
                    <a:pt x="6233" y="80855"/>
                  </a:cubicBezTo>
                  <a:lnTo>
                    <a:pt x="6626" y="79901"/>
                  </a:lnTo>
                  <a:lnTo>
                    <a:pt x="6739" y="79985"/>
                  </a:lnTo>
                  <a:cubicBezTo>
                    <a:pt x="7441" y="79367"/>
                    <a:pt x="7328" y="77879"/>
                    <a:pt x="8901" y="77879"/>
                  </a:cubicBezTo>
                  <a:cubicBezTo>
                    <a:pt x="8985" y="77486"/>
                    <a:pt x="9237" y="77121"/>
                    <a:pt x="9602" y="76925"/>
                  </a:cubicBezTo>
                  <a:lnTo>
                    <a:pt x="10080" y="77234"/>
                  </a:lnTo>
                  <a:cubicBezTo>
                    <a:pt x="10220" y="76813"/>
                    <a:pt x="11315" y="76728"/>
                    <a:pt x="11034" y="76195"/>
                  </a:cubicBezTo>
                  <a:lnTo>
                    <a:pt x="11034" y="76195"/>
                  </a:lnTo>
                  <a:cubicBezTo>
                    <a:pt x="11238" y="76301"/>
                    <a:pt x="11416" y="76347"/>
                    <a:pt x="11574" y="76347"/>
                  </a:cubicBezTo>
                  <a:cubicBezTo>
                    <a:pt x="12460" y="76347"/>
                    <a:pt x="12708" y="74909"/>
                    <a:pt x="13280" y="74623"/>
                  </a:cubicBezTo>
                  <a:lnTo>
                    <a:pt x="12775" y="74117"/>
                  </a:lnTo>
                  <a:cubicBezTo>
                    <a:pt x="13140" y="73752"/>
                    <a:pt x="13308" y="73303"/>
                    <a:pt x="13533" y="72658"/>
                  </a:cubicBezTo>
                  <a:lnTo>
                    <a:pt x="13056" y="72265"/>
                  </a:lnTo>
                  <a:cubicBezTo>
                    <a:pt x="13028" y="71535"/>
                    <a:pt x="14291" y="71563"/>
                    <a:pt x="14796" y="70917"/>
                  </a:cubicBezTo>
                  <a:lnTo>
                    <a:pt x="14796" y="70917"/>
                  </a:lnTo>
                  <a:cubicBezTo>
                    <a:pt x="14937" y="71113"/>
                    <a:pt x="14740" y="71226"/>
                    <a:pt x="14544" y="71254"/>
                  </a:cubicBezTo>
                  <a:cubicBezTo>
                    <a:pt x="14609" y="71261"/>
                    <a:pt x="14670" y="71265"/>
                    <a:pt x="14728" y="71265"/>
                  </a:cubicBezTo>
                  <a:cubicBezTo>
                    <a:pt x="16167" y="71265"/>
                    <a:pt x="15225" y="69008"/>
                    <a:pt x="16514" y="69008"/>
                  </a:cubicBezTo>
                  <a:cubicBezTo>
                    <a:pt x="16521" y="69008"/>
                    <a:pt x="16529" y="69008"/>
                    <a:pt x="16537" y="69008"/>
                  </a:cubicBezTo>
                  <a:cubicBezTo>
                    <a:pt x="16537" y="68699"/>
                    <a:pt x="16705" y="68615"/>
                    <a:pt x="16902" y="68615"/>
                  </a:cubicBezTo>
                  <a:cubicBezTo>
                    <a:pt x="16902" y="68615"/>
                    <a:pt x="16902" y="68643"/>
                    <a:pt x="16902" y="68671"/>
                  </a:cubicBezTo>
                  <a:cubicBezTo>
                    <a:pt x="16930" y="68643"/>
                    <a:pt x="16958" y="68643"/>
                    <a:pt x="16986" y="68615"/>
                  </a:cubicBezTo>
                  <a:lnTo>
                    <a:pt x="17435" y="68615"/>
                  </a:lnTo>
                  <a:cubicBezTo>
                    <a:pt x="17353" y="68582"/>
                    <a:pt x="17271" y="68568"/>
                    <a:pt x="17189" y="68568"/>
                  </a:cubicBezTo>
                  <a:cubicBezTo>
                    <a:pt x="17130" y="68568"/>
                    <a:pt x="17072" y="68575"/>
                    <a:pt x="17014" y="68587"/>
                  </a:cubicBezTo>
                  <a:cubicBezTo>
                    <a:pt x="17154" y="68362"/>
                    <a:pt x="17239" y="68138"/>
                    <a:pt x="17295" y="67885"/>
                  </a:cubicBezTo>
                  <a:lnTo>
                    <a:pt x="17856" y="68250"/>
                  </a:lnTo>
                  <a:cubicBezTo>
                    <a:pt x="17856" y="68222"/>
                    <a:pt x="17884" y="68222"/>
                    <a:pt x="17884" y="68194"/>
                  </a:cubicBezTo>
                  <a:cubicBezTo>
                    <a:pt x="18249" y="68166"/>
                    <a:pt x="17800" y="67829"/>
                    <a:pt x="17323" y="67576"/>
                  </a:cubicBezTo>
                  <a:cubicBezTo>
                    <a:pt x="17323" y="67408"/>
                    <a:pt x="17295" y="67239"/>
                    <a:pt x="17239" y="67071"/>
                  </a:cubicBezTo>
                  <a:lnTo>
                    <a:pt x="17239" y="67071"/>
                  </a:lnTo>
                  <a:cubicBezTo>
                    <a:pt x="17413" y="67173"/>
                    <a:pt x="17529" y="67213"/>
                    <a:pt x="17609" y="67213"/>
                  </a:cubicBezTo>
                  <a:cubicBezTo>
                    <a:pt x="17888" y="67213"/>
                    <a:pt x="17729" y="66732"/>
                    <a:pt x="18053" y="66732"/>
                  </a:cubicBezTo>
                  <a:cubicBezTo>
                    <a:pt x="18146" y="66732"/>
                    <a:pt x="18279" y="66772"/>
                    <a:pt x="18474" y="66874"/>
                  </a:cubicBezTo>
                  <a:cubicBezTo>
                    <a:pt x="18187" y="66405"/>
                    <a:pt x="18892" y="65743"/>
                    <a:pt x="18345" y="64932"/>
                  </a:cubicBezTo>
                  <a:lnTo>
                    <a:pt x="18345" y="64932"/>
                  </a:lnTo>
                  <a:cubicBezTo>
                    <a:pt x="18649" y="64794"/>
                    <a:pt x="18922" y="64679"/>
                    <a:pt x="18839" y="64263"/>
                  </a:cubicBezTo>
                  <a:lnTo>
                    <a:pt x="18839" y="64263"/>
                  </a:lnTo>
                  <a:lnTo>
                    <a:pt x="19569" y="64740"/>
                  </a:lnTo>
                  <a:lnTo>
                    <a:pt x="19092" y="63505"/>
                  </a:lnTo>
                  <a:lnTo>
                    <a:pt x="19092" y="63505"/>
                  </a:lnTo>
                  <a:cubicBezTo>
                    <a:pt x="19737" y="63561"/>
                    <a:pt x="20074" y="63646"/>
                    <a:pt x="20327" y="64347"/>
                  </a:cubicBezTo>
                  <a:cubicBezTo>
                    <a:pt x="20158" y="63000"/>
                    <a:pt x="20523" y="63533"/>
                    <a:pt x="20271" y="62298"/>
                  </a:cubicBezTo>
                  <a:lnTo>
                    <a:pt x="20271" y="62298"/>
                  </a:lnTo>
                  <a:lnTo>
                    <a:pt x="20664" y="62691"/>
                  </a:lnTo>
                  <a:cubicBezTo>
                    <a:pt x="20815" y="62490"/>
                    <a:pt x="20605" y="61791"/>
                    <a:pt x="20884" y="61791"/>
                  </a:cubicBezTo>
                  <a:cubicBezTo>
                    <a:pt x="20916" y="61791"/>
                    <a:pt x="20954" y="61800"/>
                    <a:pt x="21001" y="61821"/>
                  </a:cubicBezTo>
                  <a:cubicBezTo>
                    <a:pt x="21054" y="61830"/>
                    <a:pt x="21107" y="61835"/>
                    <a:pt x="21159" y="61835"/>
                  </a:cubicBezTo>
                  <a:cubicBezTo>
                    <a:pt x="21711" y="61835"/>
                    <a:pt x="22203" y="61313"/>
                    <a:pt x="22741" y="60698"/>
                  </a:cubicBezTo>
                  <a:cubicBezTo>
                    <a:pt x="23331" y="60052"/>
                    <a:pt x="23977" y="59266"/>
                    <a:pt x="24875" y="58985"/>
                  </a:cubicBezTo>
                  <a:cubicBezTo>
                    <a:pt x="23415" y="58171"/>
                    <a:pt x="25914" y="58873"/>
                    <a:pt x="24987" y="58031"/>
                  </a:cubicBezTo>
                  <a:lnTo>
                    <a:pt x="24987" y="58031"/>
                  </a:lnTo>
                  <a:cubicBezTo>
                    <a:pt x="25324" y="58199"/>
                    <a:pt x="25633" y="58171"/>
                    <a:pt x="25745" y="58564"/>
                  </a:cubicBezTo>
                  <a:cubicBezTo>
                    <a:pt x="25970" y="57694"/>
                    <a:pt x="26981" y="58031"/>
                    <a:pt x="26531" y="56908"/>
                  </a:cubicBezTo>
                  <a:lnTo>
                    <a:pt x="26531" y="56908"/>
                  </a:lnTo>
                  <a:cubicBezTo>
                    <a:pt x="26868" y="57076"/>
                    <a:pt x="26840" y="57413"/>
                    <a:pt x="27093" y="57497"/>
                  </a:cubicBezTo>
                  <a:cubicBezTo>
                    <a:pt x="27068" y="57398"/>
                    <a:pt x="27000" y="57146"/>
                    <a:pt x="27158" y="57146"/>
                  </a:cubicBezTo>
                  <a:cubicBezTo>
                    <a:pt x="27179" y="57146"/>
                    <a:pt x="27204" y="57150"/>
                    <a:pt x="27233" y="57160"/>
                  </a:cubicBezTo>
                  <a:cubicBezTo>
                    <a:pt x="27458" y="57245"/>
                    <a:pt x="27402" y="57441"/>
                    <a:pt x="27458" y="57666"/>
                  </a:cubicBezTo>
                  <a:cubicBezTo>
                    <a:pt x="27935" y="56992"/>
                    <a:pt x="27065" y="56150"/>
                    <a:pt x="26223" y="55392"/>
                  </a:cubicBezTo>
                  <a:cubicBezTo>
                    <a:pt x="26896" y="55392"/>
                    <a:pt x="26981" y="55195"/>
                    <a:pt x="26588" y="54493"/>
                  </a:cubicBezTo>
                  <a:lnTo>
                    <a:pt x="26588" y="54493"/>
                  </a:lnTo>
                  <a:cubicBezTo>
                    <a:pt x="26953" y="54605"/>
                    <a:pt x="27402" y="54662"/>
                    <a:pt x="27177" y="55139"/>
                  </a:cubicBezTo>
                  <a:cubicBezTo>
                    <a:pt x="27402" y="54970"/>
                    <a:pt x="28693" y="54100"/>
                    <a:pt x="28019" y="53511"/>
                  </a:cubicBezTo>
                  <a:lnTo>
                    <a:pt x="28019" y="53511"/>
                  </a:lnTo>
                  <a:cubicBezTo>
                    <a:pt x="28047" y="53520"/>
                    <a:pt x="28072" y="53524"/>
                    <a:pt x="28095" y="53524"/>
                  </a:cubicBezTo>
                  <a:cubicBezTo>
                    <a:pt x="28283" y="53524"/>
                    <a:pt x="28325" y="53243"/>
                    <a:pt x="28300" y="53118"/>
                  </a:cubicBezTo>
                  <a:cubicBezTo>
                    <a:pt x="28637" y="52837"/>
                    <a:pt x="28946" y="52472"/>
                    <a:pt x="29170" y="52107"/>
                  </a:cubicBezTo>
                  <a:lnTo>
                    <a:pt x="29170" y="52107"/>
                  </a:lnTo>
                  <a:lnTo>
                    <a:pt x="28946" y="52135"/>
                  </a:lnTo>
                  <a:cubicBezTo>
                    <a:pt x="28244" y="51265"/>
                    <a:pt x="29086" y="51573"/>
                    <a:pt x="29311" y="51096"/>
                  </a:cubicBezTo>
                  <a:lnTo>
                    <a:pt x="29395" y="51180"/>
                  </a:lnTo>
                  <a:cubicBezTo>
                    <a:pt x="30743" y="50731"/>
                    <a:pt x="29395" y="50563"/>
                    <a:pt x="30827" y="50170"/>
                  </a:cubicBezTo>
                  <a:lnTo>
                    <a:pt x="30265" y="49833"/>
                  </a:lnTo>
                  <a:cubicBezTo>
                    <a:pt x="29170" y="48850"/>
                    <a:pt x="31557" y="49524"/>
                    <a:pt x="31529" y="48654"/>
                  </a:cubicBezTo>
                  <a:lnTo>
                    <a:pt x="31080" y="48626"/>
                  </a:lnTo>
                  <a:cubicBezTo>
                    <a:pt x="31039" y="48483"/>
                    <a:pt x="31145" y="48431"/>
                    <a:pt x="31335" y="48431"/>
                  </a:cubicBezTo>
                  <a:cubicBezTo>
                    <a:pt x="31867" y="48431"/>
                    <a:pt x="33055" y="48842"/>
                    <a:pt x="33504" y="48842"/>
                  </a:cubicBezTo>
                  <a:cubicBezTo>
                    <a:pt x="33560" y="48842"/>
                    <a:pt x="33604" y="48836"/>
                    <a:pt x="33634" y="48822"/>
                  </a:cubicBezTo>
                  <a:cubicBezTo>
                    <a:pt x="33775" y="48822"/>
                    <a:pt x="33719" y="49047"/>
                    <a:pt x="33719" y="49187"/>
                  </a:cubicBezTo>
                  <a:cubicBezTo>
                    <a:pt x="34982" y="48934"/>
                    <a:pt x="33101" y="48541"/>
                    <a:pt x="33382" y="47839"/>
                  </a:cubicBezTo>
                  <a:lnTo>
                    <a:pt x="33382" y="47839"/>
                  </a:lnTo>
                  <a:cubicBezTo>
                    <a:pt x="33749" y="48000"/>
                    <a:pt x="34079" y="48481"/>
                    <a:pt x="34387" y="48481"/>
                  </a:cubicBezTo>
                  <a:cubicBezTo>
                    <a:pt x="34455" y="48481"/>
                    <a:pt x="34523" y="48457"/>
                    <a:pt x="34589" y="48401"/>
                  </a:cubicBezTo>
                  <a:cubicBezTo>
                    <a:pt x="34592" y="48401"/>
                    <a:pt x="34595" y="48401"/>
                    <a:pt x="34598" y="48401"/>
                  </a:cubicBezTo>
                  <a:cubicBezTo>
                    <a:pt x="35025" y="48401"/>
                    <a:pt x="34269" y="46351"/>
                    <a:pt x="35325" y="46351"/>
                  </a:cubicBezTo>
                  <a:cubicBezTo>
                    <a:pt x="35332" y="46351"/>
                    <a:pt x="35340" y="46351"/>
                    <a:pt x="35347" y="46352"/>
                  </a:cubicBezTo>
                  <a:cubicBezTo>
                    <a:pt x="34982" y="46239"/>
                    <a:pt x="34589" y="46155"/>
                    <a:pt x="34589" y="45706"/>
                  </a:cubicBezTo>
                  <a:cubicBezTo>
                    <a:pt x="34785" y="45229"/>
                    <a:pt x="36526" y="45425"/>
                    <a:pt x="35880" y="44358"/>
                  </a:cubicBezTo>
                  <a:cubicBezTo>
                    <a:pt x="35964" y="44358"/>
                    <a:pt x="36077" y="44386"/>
                    <a:pt x="36161" y="44442"/>
                  </a:cubicBezTo>
                  <a:cubicBezTo>
                    <a:pt x="36161" y="43965"/>
                    <a:pt x="36498" y="43123"/>
                    <a:pt x="36161" y="42561"/>
                  </a:cubicBezTo>
                  <a:lnTo>
                    <a:pt x="36161" y="42561"/>
                  </a:lnTo>
                  <a:cubicBezTo>
                    <a:pt x="36437" y="42705"/>
                    <a:pt x="36649" y="42765"/>
                    <a:pt x="36814" y="42765"/>
                  </a:cubicBezTo>
                  <a:cubicBezTo>
                    <a:pt x="37721" y="42765"/>
                    <a:pt x="37203" y="40939"/>
                    <a:pt x="37850" y="40939"/>
                  </a:cubicBezTo>
                  <a:cubicBezTo>
                    <a:pt x="37985" y="40939"/>
                    <a:pt x="38173" y="41019"/>
                    <a:pt x="38435" y="41214"/>
                  </a:cubicBezTo>
                  <a:cubicBezTo>
                    <a:pt x="38632" y="40849"/>
                    <a:pt x="38828" y="40512"/>
                    <a:pt x="39053" y="40147"/>
                  </a:cubicBezTo>
                  <a:lnTo>
                    <a:pt x="39193" y="40315"/>
                  </a:lnTo>
                  <a:cubicBezTo>
                    <a:pt x="39755" y="39754"/>
                    <a:pt x="39502" y="39221"/>
                    <a:pt x="39249" y="38715"/>
                  </a:cubicBezTo>
                  <a:cubicBezTo>
                    <a:pt x="39274" y="38709"/>
                    <a:pt x="39297" y="38706"/>
                    <a:pt x="39318" y="38706"/>
                  </a:cubicBezTo>
                  <a:cubicBezTo>
                    <a:pt x="39492" y="38706"/>
                    <a:pt x="39567" y="38890"/>
                    <a:pt x="39642" y="38940"/>
                  </a:cubicBezTo>
                  <a:cubicBezTo>
                    <a:pt x="40653" y="38266"/>
                    <a:pt x="40625" y="38126"/>
                    <a:pt x="40316" y="36750"/>
                  </a:cubicBezTo>
                  <a:lnTo>
                    <a:pt x="40316" y="36750"/>
                  </a:lnTo>
                  <a:lnTo>
                    <a:pt x="40934" y="37059"/>
                  </a:lnTo>
                  <a:cubicBezTo>
                    <a:pt x="40765" y="36610"/>
                    <a:pt x="42787" y="36357"/>
                    <a:pt x="42759" y="34981"/>
                  </a:cubicBezTo>
                  <a:lnTo>
                    <a:pt x="42759" y="34981"/>
                  </a:lnTo>
                  <a:cubicBezTo>
                    <a:pt x="42843" y="35037"/>
                    <a:pt x="42899" y="35150"/>
                    <a:pt x="42927" y="35262"/>
                  </a:cubicBezTo>
                  <a:cubicBezTo>
                    <a:pt x="42955" y="33774"/>
                    <a:pt x="46212" y="33858"/>
                    <a:pt x="44387" y="32061"/>
                  </a:cubicBezTo>
                  <a:lnTo>
                    <a:pt x="44331" y="31023"/>
                  </a:lnTo>
                  <a:cubicBezTo>
                    <a:pt x="44173" y="31186"/>
                    <a:pt x="44046" y="31250"/>
                    <a:pt x="43939" y="31250"/>
                  </a:cubicBezTo>
                  <a:cubicBezTo>
                    <a:pt x="43545" y="31250"/>
                    <a:pt x="43407" y="30399"/>
                    <a:pt x="42989" y="30399"/>
                  </a:cubicBezTo>
                  <a:cubicBezTo>
                    <a:pt x="42969" y="30399"/>
                    <a:pt x="42948" y="30401"/>
                    <a:pt x="42927" y="30405"/>
                  </a:cubicBezTo>
                  <a:cubicBezTo>
                    <a:pt x="42983" y="30194"/>
                    <a:pt x="43292" y="30082"/>
                    <a:pt x="43566" y="30082"/>
                  </a:cubicBezTo>
                  <a:cubicBezTo>
                    <a:pt x="43839" y="30082"/>
                    <a:pt x="44078" y="30194"/>
                    <a:pt x="43994" y="30433"/>
                  </a:cubicBezTo>
                  <a:lnTo>
                    <a:pt x="43825" y="30433"/>
                  </a:lnTo>
                  <a:cubicBezTo>
                    <a:pt x="44043" y="30626"/>
                    <a:pt x="44220" y="30699"/>
                    <a:pt x="44371" y="30699"/>
                  </a:cubicBezTo>
                  <a:cubicBezTo>
                    <a:pt x="44825" y="30699"/>
                    <a:pt x="45048" y="30047"/>
                    <a:pt x="45431" y="30047"/>
                  </a:cubicBezTo>
                  <a:cubicBezTo>
                    <a:pt x="45514" y="30047"/>
                    <a:pt x="45604" y="30078"/>
                    <a:pt x="45706" y="30152"/>
                  </a:cubicBezTo>
                  <a:cubicBezTo>
                    <a:pt x="46801" y="28356"/>
                    <a:pt x="48542" y="27036"/>
                    <a:pt x="49665" y="25436"/>
                  </a:cubicBezTo>
                  <a:lnTo>
                    <a:pt x="48682" y="25071"/>
                  </a:lnTo>
                  <a:cubicBezTo>
                    <a:pt x="48823" y="24902"/>
                    <a:pt x="48963" y="24734"/>
                    <a:pt x="49103" y="24537"/>
                  </a:cubicBezTo>
                  <a:cubicBezTo>
                    <a:pt x="49118" y="24536"/>
                    <a:pt x="49132" y="24535"/>
                    <a:pt x="49148" y="24535"/>
                  </a:cubicBezTo>
                  <a:cubicBezTo>
                    <a:pt x="49433" y="24535"/>
                    <a:pt x="49875" y="24782"/>
                    <a:pt x="49609" y="25155"/>
                  </a:cubicBezTo>
                  <a:cubicBezTo>
                    <a:pt x="49633" y="25158"/>
                    <a:pt x="49655" y="25160"/>
                    <a:pt x="49675" y="25160"/>
                  </a:cubicBezTo>
                  <a:cubicBezTo>
                    <a:pt x="50181" y="25160"/>
                    <a:pt x="49629" y="24195"/>
                    <a:pt x="49440" y="24060"/>
                  </a:cubicBezTo>
                  <a:cubicBezTo>
                    <a:pt x="49582" y="23965"/>
                    <a:pt x="49698" y="23925"/>
                    <a:pt x="49796" y="23925"/>
                  </a:cubicBezTo>
                  <a:cubicBezTo>
                    <a:pt x="50257" y="23925"/>
                    <a:pt x="50281" y="24813"/>
                    <a:pt x="50391" y="24813"/>
                  </a:cubicBezTo>
                  <a:cubicBezTo>
                    <a:pt x="50401" y="24813"/>
                    <a:pt x="50411" y="24806"/>
                    <a:pt x="50423" y="24790"/>
                  </a:cubicBezTo>
                  <a:lnTo>
                    <a:pt x="50591" y="24397"/>
                  </a:lnTo>
                  <a:lnTo>
                    <a:pt x="50423" y="24397"/>
                  </a:lnTo>
                  <a:cubicBezTo>
                    <a:pt x="50254" y="23920"/>
                    <a:pt x="49890" y="23639"/>
                    <a:pt x="50254" y="23162"/>
                  </a:cubicBezTo>
                  <a:cubicBezTo>
                    <a:pt x="50330" y="23121"/>
                    <a:pt x="50401" y="23106"/>
                    <a:pt x="50469" y="23106"/>
                  </a:cubicBezTo>
                  <a:cubicBezTo>
                    <a:pt x="50686" y="23106"/>
                    <a:pt x="50858" y="23267"/>
                    <a:pt x="50961" y="23267"/>
                  </a:cubicBezTo>
                  <a:cubicBezTo>
                    <a:pt x="50981" y="23267"/>
                    <a:pt x="50998" y="23260"/>
                    <a:pt x="51013" y="23246"/>
                  </a:cubicBezTo>
                  <a:cubicBezTo>
                    <a:pt x="51027" y="23260"/>
                    <a:pt x="51041" y="23267"/>
                    <a:pt x="51054" y="23267"/>
                  </a:cubicBezTo>
                  <a:cubicBezTo>
                    <a:pt x="51095" y="23267"/>
                    <a:pt x="51132" y="23204"/>
                    <a:pt x="51153" y="23078"/>
                  </a:cubicBezTo>
                  <a:lnTo>
                    <a:pt x="51686" y="22376"/>
                  </a:lnTo>
                  <a:lnTo>
                    <a:pt x="50816" y="22235"/>
                  </a:lnTo>
                  <a:cubicBezTo>
                    <a:pt x="50678" y="21712"/>
                    <a:pt x="51270" y="21567"/>
                    <a:pt x="50339" y="21429"/>
                  </a:cubicBezTo>
                  <a:lnTo>
                    <a:pt x="50339" y="21429"/>
                  </a:lnTo>
                  <a:cubicBezTo>
                    <a:pt x="50387" y="21435"/>
                    <a:pt x="50433" y="21438"/>
                    <a:pt x="50479" y="21438"/>
                  </a:cubicBezTo>
                  <a:cubicBezTo>
                    <a:pt x="51856" y="21438"/>
                    <a:pt x="52469" y="18948"/>
                    <a:pt x="53006" y="18894"/>
                  </a:cubicBezTo>
                  <a:cubicBezTo>
                    <a:pt x="52781" y="18136"/>
                    <a:pt x="53062" y="17687"/>
                    <a:pt x="53455" y="17154"/>
                  </a:cubicBezTo>
                  <a:lnTo>
                    <a:pt x="53455" y="17154"/>
                  </a:lnTo>
                  <a:cubicBezTo>
                    <a:pt x="53441" y="17157"/>
                    <a:pt x="53424" y="17159"/>
                    <a:pt x="53405" y="17159"/>
                  </a:cubicBezTo>
                  <a:cubicBezTo>
                    <a:pt x="53130" y="17159"/>
                    <a:pt x="52440" y="16790"/>
                    <a:pt x="52781" y="16396"/>
                  </a:cubicBezTo>
                  <a:lnTo>
                    <a:pt x="52781" y="16396"/>
                  </a:lnTo>
                  <a:cubicBezTo>
                    <a:pt x="53194" y="16709"/>
                    <a:pt x="53474" y="16819"/>
                    <a:pt x="53691" y="16819"/>
                  </a:cubicBezTo>
                  <a:cubicBezTo>
                    <a:pt x="54191" y="16819"/>
                    <a:pt x="54355" y="16236"/>
                    <a:pt x="55050" y="16236"/>
                  </a:cubicBezTo>
                  <a:cubicBezTo>
                    <a:pt x="55131" y="16236"/>
                    <a:pt x="55218" y="16244"/>
                    <a:pt x="55314" y="16261"/>
                  </a:cubicBezTo>
                  <a:lnTo>
                    <a:pt x="55314" y="16261"/>
                  </a:lnTo>
                  <a:cubicBezTo>
                    <a:pt x="54563" y="16039"/>
                    <a:pt x="56009" y="14818"/>
                    <a:pt x="54634" y="14683"/>
                  </a:cubicBezTo>
                  <a:cubicBezTo>
                    <a:pt x="54711" y="14623"/>
                    <a:pt x="54781" y="14599"/>
                    <a:pt x="54848" y="14599"/>
                  </a:cubicBezTo>
                  <a:cubicBezTo>
                    <a:pt x="55113" y="14599"/>
                    <a:pt x="55337" y="14967"/>
                    <a:pt x="55744" y="14967"/>
                  </a:cubicBezTo>
                  <a:cubicBezTo>
                    <a:pt x="55767" y="14967"/>
                    <a:pt x="55790" y="14966"/>
                    <a:pt x="55813" y="14964"/>
                  </a:cubicBezTo>
                  <a:cubicBezTo>
                    <a:pt x="55785" y="13644"/>
                    <a:pt x="57498" y="13167"/>
                    <a:pt x="58031" y="11904"/>
                  </a:cubicBezTo>
                  <a:cubicBezTo>
                    <a:pt x="57835" y="11763"/>
                    <a:pt x="57414" y="11735"/>
                    <a:pt x="57245" y="11286"/>
                  </a:cubicBezTo>
                  <a:lnTo>
                    <a:pt x="57245" y="11286"/>
                  </a:lnTo>
                  <a:lnTo>
                    <a:pt x="58649" y="11370"/>
                  </a:lnTo>
                  <a:cubicBezTo>
                    <a:pt x="58702" y="11105"/>
                    <a:pt x="57729" y="10465"/>
                    <a:pt x="58447" y="10465"/>
                  </a:cubicBezTo>
                  <a:cubicBezTo>
                    <a:pt x="58489" y="10465"/>
                    <a:pt x="58538" y="10467"/>
                    <a:pt x="58593" y="10472"/>
                  </a:cubicBezTo>
                  <a:cubicBezTo>
                    <a:pt x="58396" y="10416"/>
                    <a:pt x="58059" y="10304"/>
                    <a:pt x="58115" y="10107"/>
                  </a:cubicBezTo>
                  <a:cubicBezTo>
                    <a:pt x="59351" y="9377"/>
                    <a:pt x="59912" y="8142"/>
                    <a:pt x="60642" y="7019"/>
                  </a:cubicBezTo>
                  <a:cubicBezTo>
                    <a:pt x="61372" y="5896"/>
                    <a:pt x="62242" y="4829"/>
                    <a:pt x="63955" y="4660"/>
                  </a:cubicBezTo>
                  <a:cubicBezTo>
                    <a:pt x="63365" y="4604"/>
                    <a:pt x="63478" y="4380"/>
                    <a:pt x="63646" y="4183"/>
                  </a:cubicBezTo>
                  <a:lnTo>
                    <a:pt x="63646" y="4183"/>
                  </a:lnTo>
                  <a:cubicBezTo>
                    <a:pt x="63635" y="4186"/>
                    <a:pt x="63624" y="4188"/>
                    <a:pt x="63613" y="4188"/>
                  </a:cubicBezTo>
                  <a:cubicBezTo>
                    <a:pt x="63422" y="4188"/>
                    <a:pt x="63183" y="3751"/>
                    <a:pt x="62944" y="3566"/>
                  </a:cubicBezTo>
                  <a:cubicBezTo>
                    <a:pt x="63393" y="3509"/>
                    <a:pt x="63899" y="3453"/>
                    <a:pt x="64348" y="3397"/>
                  </a:cubicBezTo>
                  <a:cubicBezTo>
                    <a:pt x="63815" y="2611"/>
                    <a:pt x="65134" y="2555"/>
                    <a:pt x="64573" y="1825"/>
                  </a:cubicBezTo>
                  <a:lnTo>
                    <a:pt x="64573" y="1825"/>
                  </a:lnTo>
                  <a:lnTo>
                    <a:pt x="64460" y="2190"/>
                  </a:lnTo>
                  <a:cubicBezTo>
                    <a:pt x="64236" y="1656"/>
                    <a:pt x="63730" y="1348"/>
                    <a:pt x="63141" y="1067"/>
                  </a:cubicBezTo>
                  <a:cubicBezTo>
                    <a:pt x="62523" y="786"/>
                    <a:pt x="61877" y="505"/>
                    <a:pt x="61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1"/>
            <p:cNvSpPr/>
            <p:nvPr/>
          </p:nvSpPr>
          <p:spPr>
            <a:xfrm>
              <a:off x="2725250" y="1892975"/>
              <a:ext cx="7750" cy="5075"/>
            </a:xfrm>
            <a:custGeom>
              <a:rect b="b" l="l" r="r" t="t"/>
              <a:pathLst>
                <a:path extrusionOk="0" h="203" w="310">
                  <a:moveTo>
                    <a:pt x="55" y="1"/>
                  </a:moveTo>
                  <a:cubicBezTo>
                    <a:pt x="37" y="1"/>
                    <a:pt x="19" y="3"/>
                    <a:pt x="1" y="6"/>
                  </a:cubicBezTo>
                  <a:cubicBezTo>
                    <a:pt x="113" y="62"/>
                    <a:pt x="225" y="119"/>
                    <a:pt x="309" y="203"/>
                  </a:cubicBezTo>
                  <a:cubicBezTo>
                    <a:pt x="285" y="81"/>
                    <a:pt x="175" y="1"/>
                    <a:pt x="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1"/>
            <p:cNvSpPr/>
            <p:nvPr/>
          </p:nvSpPr>
          <p:spPr>
            <a:xfrm>
              <a:off x="3035475" y="1415850"/>
              <a:ext cx="2125" cy="2825"/>
            </a:xfrm>
            <a:custGeom>
              <a:rect b="b" l="l" r="r" t="t"/>
              <a:pathLst>
                <a:path extrusionOk="0" h="113" w="85">
                  <a:moveTo>
                    <a:pt x="1" y="0"/>
                  </a:moveTo>
                  <a:lnTo>
                    <a:pt x="57" y="113"/>
                  </a:lnTo>
                  <a:lnTo>
                    <a:pt x="85" y="113"/>
                  </a:lnTo>
                  <a:cubicBezTo>
                    <a:pt x="57" y="57"/>
                    <a:pt x="29" y="2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1"/>
            <p:cNvSpPr/>
            <p:nvPr/>
          </p:nvSpPr>
          <p:spPr>
            <a:xfrm>
              <a:off x="2328000" y="2333000"/>
              <a:ext cx="11250" cy="3025"/>
            </a:xfrm>
            <a:custGeom>
              <a:rect b="b" l="l" r="r" t="t"/>
              <a:pathLst>
                <a:path extrusionOk="0" h="121" w="450">
                  <a:moveTo>
                    <a:pt x="211" y="0"/>
                  </a:moveTo>
                  <a:cubicBezTo>
                    <a:pt x="138" y="0"/>
                    <a:pt x="64" y="29"/>
                    <a:pt x="0" y="92"/>
                  </a:cubicBezTo>
                  <a:cubicBezTo>
                    <a:pt x="54" y="71"/>
                    <a:pt x="112" y="62"/>
                    <a:pt x="170" y="62"/>
                  </a:cubicBezTo>
                  <a:cubicBezTo>
                    <a:pt x="265" y="62"/>
                    <a:pt x="363" y="86"/>
                    <a:pt x="450" y="120"/>
                  </a:cubicBezTo>
                  <a:cubicBezTo>
                    <a:pt x="388" y="43"/>
                    <a:pt x="301" y="0"/>
                    <a:pt x="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1"/>
            <p:cNvSpPr/>
            <p:nvPr/>
          </p:nvSpPr>
          <p:spPr>
            <a:xfrm>
              <a:off x="2194650" y="2702375"/>
              <a:ext cx="10550" cy="11250"/>
            </a:xfrm>
            <a:custGeom>
              <a:rect b="b" l="l" r="r" t="t"/>
              <a:pathLst>
                <a:path extrusionOk="0" h="450" w="422">
                  <a:moveTo>
                    <a:pt x="421" y="0"/>
                  </a:moveTo>
                  <a:lnTo>
                    <a:pt x="421" y="0"/>
                  </a:lnTo>
                  <a:cubicBezTo>
                    <a:pt x="350" y="126"/>
                    <a:pt x="256" y="148"/>
                    <a:pt x="160" y="148"/>
                  </a:cubicBezTo>
                  <a:cubicBezTo>
                    <a:pt x="106" y="148"/>
                    <a:pt x="51" y="141"/>
                    <a:pt x="0" y="141"/>
                  </a:cubicBezTo>
                  <a:cubicBezTo>
                    <a:pt x="117" y="234"/>
                    <a:pt x="273" y="309"/>
                    <a:pt x="273" y="396"/>
                  </a:cubicBezTo>
                  <a:lnTo>
                    <a:pt x="421" y="0"/>
                  </a:lnTo>
                  <a:close/>
                  <a:moveTo>
                    <a:pt x="273" y="396"/>
                  </a:moveTo>
                  <a:lnTo>
                    <a:pt x="253" y="450"/>
                  </a:lnTo>
                  <a:cubicBezTo>
                    <a:pt x="267" y="431"/>
                    <a:pt x="273" y="413"/>
                    <a:pt x="273" y="39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1"/>
            <p:cNvSpPr/>
            <p:nvPr/>
          </p:nvSpPr>
          <p:spPr>
            <a:xfrm>
              <a:off x="2055675" y="2705525"/>
              <a:ext cx="10075" cy="10900"/>
            </a:xfrm>
            <a:custGeom>
              <a:rect b="b" l="l" r="r" t="t"/>
              <a:pathLst>
                <a:path extrusionOk="0" h="436" w="403">
                  <a:moveTo>
                    <a:pt x="181" y="1"/>
                  </a:moveTo>
                  <a:cubicBezTo>
                    <a:pt x="152" y="1"/>
                    <a:pt x="120" y="5"/>
                    <a:pt x="85" y="15"/>
                  </a:cubicBezTo>
                  <a:cubicBezTo>
                    <a:pt x="85" y="127"/>
                    <a:pt x="0" y="127"/>
                    <a:pt x="0" y="239"/>
                  </a:cubicBezTo>
                  <a:lnTo>
                    <a:pt x="253" y="436"/>
                  </a:lnTo>
                  <a:cubicBezTo>
                    <a:pt x="402" y="262"/>
                    <a:pt x="397" y="1"/>
                    <a:pt x="1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1"/>
            <p:cNvSpPr/>
            <p:nvPr/>
          </p:nvSpPr>
          <p:spPr>
            <a:xfrm>
              <a:off x="2138500" y="2676625"/>
              <a:ext cx="15450" cy="17425"/>
            </a:xfrm>
            <a:custGeom>
              <a:rect b="b" l="l" r="r" t="t"/>
              <a:pathLst>
                <a:path extrusionOk="0" h="697" w="618">
                  <a:moveTo>
                    <a:pt x="12" y="389"/>
                  </a:moveTo>
                  <a:cubicBezTo>
                    <a:pt x="0" y="397"/>
                    <a:pt x="0" y="413"/>
                    <a:pt x="0" y="413"/>
                  </a:cubicBezTo>
                  <a:cubicBezTo>
                    <a:pt x="4" y="405"/>
                    <a:pt x="8" y="397"/>
                    <a:pt x="12" y="389"/>
                  </a:cubicBezTo>
                  <a:close/>
                  <a:moveTo>
                    <a:pt x="316" y="0"/>
                  </a:moveTo>
                  <a:cubicBezTo>
                    <a:pt x="160" y="0"/>
                    <a:pt x="101" y="203"/>
                    <a:pt x="12" y="389"/>
                  </a:cubicBezTo>
                  <a:lnTo>
                    <a:pt x="12" y="389"/>
                  </a:lnTo>
                  <a:cubicBezTo>
                    <a:pt x="16" y="387"/>
                    <a:pt x="21" y="385"/>
                    <a:pt x="28" y="385"/>
                  </a:cubicBezTo>
                  <a:cubicBezTo>
                    <a:pt x="202" y="609"/>
                    <a:pt x="320" y="696"/>
                    <a:pt x="402" y="696"/>
                  </a:cubicBezTo>
                  <a:cubicBezTo>
                    <a:pt x="546" y="696"/>
                    <a:pt x="582" y="428"/>
                    <a:pt x="618" y="160"/>
                  </a:cubicBezTo>
                  <a:cubicBezTo>
                    <a:pt x="486" y="46"/>
                    <a:pt x="390" y="0"/>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1"/>
            <p:cNvSpPr/>
            <p:nvPr/>
          </p:nvSpPr>
          <p:spPr>
            <a:xfrm>
              <a:off x="2132175" y="2689050"/>
              <a:ext cx="4950" cy="7450"/>
            </a:xfrm>
            <a:custGeom>
              <a:rect b="b" l="l" r="r" t="t"/>
              <a:pathLst>
                <a:path extrusionOk="0" h="298" w="198">
                  <a:moveTo>
                    <a:pt x="197" y="0"/>
                  </a:moveTo>
                  <a:cubicBezTo>
                    <a:pt x="141" y="84"/>
                    <a:pt x="85" y="140"/>
                    <a:pt x="1" y="197"/>
                  </a:cubicBezTo>
                  <a:cubicBezTo>
                    <a:pt x="57" y="269"/>
                    <a:pt x="92" y="298"/>
                    <a:pt x="116" y="298"/>
                  </a:cubicBezTo>
                  <a:cubicBezTo>
                    <a:pt x="174" y="298"/>
                    <a:pt x="157" y="120"/>
                    <a:pt x="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1"/>
            <p:cNvSpPr/>
            <p:nvPr/>
          </p:nvSpPr>
          <p:spPr>
            <a:xfrm>
              <a:off x="2232175" y="2644775"/>
              <a:ext cx="16900" cy="20675"/>
            </a:xfrm>
            <a:custGeom>
              <a:rect b="b" l="l" r="r" t="t"/>
              <a:pathLst>
                <a:path extrusionOk="0" h="827" w="676">
                  <a:moveTo>
                    <a:pt x="352" y="1"/>
                  </a:moveTo>
                  <a:cubicBezTo>
                    <a:pt x="299" y="1"/>
                    <a:pt x="241" y="64"/>
                    <a:pt x="184" y="227"/>
                  </a:cubicBezTo>
                  <a:cubicBezTo>
                    <a:pt x="1" y="227"/>
                    <a:pt x="547" y="713"/>
                    <a:pt x="443" y="713"/>
                  </a:cubicBezTo>
                  <a:cubicBezTo>
                    <a:pt x="435" y="713"/>
                    <a:pt x="424" y="710"/>
                    <a:pt x="408" y="704"/>
                  </a:cubicBezTo>
                  <a:lnTo>
                    <a:pt x="408" y="704"/>
                  </a:lnTo>
                  <a:cubicBezTo>
                    <a:pt x="463" y="791"/>
                    <a:pt x="505" y="827"/>
                    <a:pt x="534" y="827"/>
                  </a:cubicBezTo>
                  <a:cubicBezTo>
                    <a:pt x="676" y="827"/>
                    <a:pt x="544" y="1"/>
                    <a:pt x="3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1"/>
            <p:cNvSpPr/>
            <p:nvPr/>
          </p:nvSpPr>
          <p:spPr>
            <a:xfrm>
              <a:off x="2116725" y="2649025"/>
              <a:ext cx="14075" cy="13375"/>
            </a:xfrm>
            <a:custGeom>
              <a:rect b="b" l="l" r="r" t="t"/>
              <a:pathLst>
                <a:path extrusionOk="0" h="535" w="563">
                  <a:moveTo>
                    <a:pt x="282" y="1"/>
                  </a:moveTo>
                  <a:lnTo>
                    <a:pt x="1" y="113"/>
                  </a:lnTo>
                  <a:lnTo>
                    <a:pt x="562" y="534"/>
                  </a:lnTo>
                  <a:lnTo>
                    <a:pt x="2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1"/>
            <p:cNvSpPr/>
            <p:nvPr/>
          </p:nvSpPr>
          <p:spPr>
            <a:xfrm>
              <a:off x="2156750" y="2617450"/>
              <a:ext cx="16150" cy="11950"/>
            </a:xfrm>
            <a:custGeom>
              <a:rect b="b" l="l" r="r" t="t"/>
              <a:pathLst>
                <a:path extrusionOk="0" h="478" w="646">
                  <a:moveTo>
                    <a:pt x="477" y="0"/>
                  </a:moveTo>
                  <a:lnTo>
                    <a:pt x="0" y="225"/>
                  </a:lnTo>
                  <a:cubicBezTo>
                    <a:pt x="84" y="281"/>
                    <a:pt x="112" y="393"/>
                    <a:pt x="84" y="478"/>
                  </a:cubicBezTo>
                  <a:cubicBezTo>
                    <a:pt x="309" y="281"/>
                    <a:pt x="646" y="141"/>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1"/>
            <p:cNvSpPr/>
            <p:nvPr/>
          </p:nvSpPr>
          <p:spPr>
            <a:xfrm>
              <a:off x="2153225" y="2629375"/>
              <a:ext cx="5650" cy="9150"/>
            </a:xfrm>
            <a:custGeom>
              <a:rect b="b" l="l" r="r" t="t"/>
              <a:pathLst>
                <a:path extrusionOk="0" h="366" w="226">
                  <a:moveTo>
                    <a:pt x="225" y="1"/>
                  </a:moveTo>
                  <a:lnTo>
                    <a:pt x="225" y="1"/>
                  </a:lnTo>
                  <a:cubicBezTo>
                    <a:pt x="85" y="85"/>
                    <a:pt x="1" y="225"/>
                    <a:pt x="1" y="366"/>
                  </a:cubicBezTo>
                  <a:cubicBezTo>
                    <a:pt x="113" y="253"/>
                    <a:pt x="169" y="141"/>
                    <a:pt x="2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1"/>
            <p:cNvSpPr/>
            <p:nvPr/>
          </p:nvSpPr>
          <p:spPr>
            <a:xfrm>
              <a:off x="2124450" y="2630775"/>
              <a:ext cx="12675" cy="5650"/>
            </a:xfrm>
            <a:custGeom>
              <a:rect b="b" l="l" r="r" t="t"/>
              <a:pathLst>
                <a:path extrusionOk="0" h="226" w="507">
                  <a:moveTo>
                    <a:pt x="506" y="1"/>
                  </a:moveTo>
                  <a:lnTo>
                    <a:pt x="1" y="225"/>
                  </a:lnTo>
                  <a:lnTo>
                    <a:pt x="225" y="225"/>
                  </a:lnTo>
                  <a:lnTo>
                    <a:pt x="5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1"/>
            <p:cNvSpPr/>
            <p:nvPr/>
          </p:nvSpPr>
          <p:spPr>
            <a:xfrm>
              <a:off x="2259225" y="2507950"/>
              <a:ext cx="11950" cy="16875"/>
            </a:xfrm>
            <a:custGeom>
              <a:rect b="b" l="l" r="r" t="t"/>
              <a:pathLst>
                <a:path extrusionOk="0" h="675" w="478">
                  <a:moveTo>
                    <a:pt x="235" y="1"/>
                  </a:moveTo>
                  <a:cubicBezTo>
                    <a:pt x="155" y="1"/>
                    <a:pt x="84" y="57"/>
                    <a:pt x="56" y="169"/>
                  </a:cubicBezTo>
                  <a:cubicBezTo>
                    <a:pt x="84" y="366"/>
                    <a:pt x="0" y="590"/>
                    <a:pt x="253" y="675"/>
                  </a:cubicBezTo>
                  <a:lnTo>
                    <a:pt x="477" y="169"/>
                  </a:lnTo>
                  <a:cubicBezTo>
                    <a:pt x="407" y="57"/>
                    <a:pt x="316" y="1"/>
                    <a:pt x="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1"/>
            <p:cNvSpPr/>
            <p:nvPr/>
          </p:nvSpPr>
          <p:spPr>
            <a:xfrm>
              <a:off x="2200950" y="2510775"/>
              <a:ext cx="14775" cy="15450"/>
            </a:xfrm>
            <a:custGeom>
              <a:rect b="b" l="l" r="r" t="t"/>
              <a:pathLst>
                <a:path extrusionOk="0" h="618" w="591">
                  <a:moveTo>
                    <a:pt x="1" y="0"/>
                  </a:moveTo>
                  <a:lnTo>
                    <a:pt x="57" y="393"/>
                  </a:lnTo>
                  <a:cubicBezTo>
                    <a:pt x="254" y="421"/>
                    <a:pt x="450" y="505"/>
                    <a:pt x="590" y="618"/>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1"/>
            <p:cNvSpPr/>
            <p:nvPr/>
          </p:nvSpPr>
          <p:spPr>
            <a:xfrm>
              <a:off x="2215450" y="2472025"/>
              <a:ext cx="10800" cy="18350"/>
            </a:xfrm>
            <a:custGeom>
              <a:rect b="b" l="l" r="r" t="t"/>
              <a:pathLst>
                <a:path extrusionOk="0" h="734" w="432">
                  <a:moveTo>
                    <a:pt x="249" y="0"/>
                  </a:moveTo>
                  <a:cubicBezTo>
                    <a:pt x="203" y="0"/>
                    <a:pt x="137" y="50"/>
                    <a:pt x="39" y="174"/>
                  </a:cubicBezTo>
                  <a:cubicBezTo>
                    <a:pt x="155" y="338"/>
                    <a:pt x="0" y="734"/>
                    <a:pt x="235" y="734"/>
                  </a:cubicBezTo>
                  <a:cubicBezTo>
                    <a:pt x="283" y="734"/>
                    <a:pt x="346" y="718"/>
                    <a:pt x="432" y="680"/>
                  </a:cubicBezTo>
                  <a:cubicBezTo>
                    <a:pt x="324" y="529"/>
                    <a:pt x="398" y="0"/>
                    <a:pt x="2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1"/>
            <p:cNvSpPr/>
            <p:nvPr/>
          </p:nvSpPr>
          <p:spPr>
            <a:xfrm>
              <a:off x="2383450" y="2360575"/>
              <a:ext cx="26700" cy="26675"/>
            </a:xfrm>
            <a:custGeom>
              <a:rect b="b" l="l" r="r" t="t"/>
              <a:pathLst>
                <a:path extrusionOk="0" h="1067" w="1068">
                  <a:moveTo>
                    <a:pt x="113" y="0"/>
                  </a:moveTo>
                  <a:lnTo>
                    <a:pt x="0" y="112"/>
                  </a:lnTo>
                  <a:lnTo>
                    <a:pt x="1067" y="1067"/>
                  </a:lnTo>
                  <a:lnTo>
                    <a:pt x="1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1"/>
            <p:cNvSpPr/>
            <p:nvPr/>
          </p:nvSpPr>
          <p:spPr>
            <a:xfrm>
              <a:off x="2425550" y="2171050"/>
              <a:ext cx="37925" cy="25300"/>
            </a:xfrm>
            <a:custGeom>
              <a:rect b="b" l="l" r="r" t="t"/>
              <a:pathLst>
                <a:path extrusionOk="0" h="1012" w="1517">
                  <a:moveTo>
                    <a:pt x="675" y="1"/>
                  </a:moveTo>
                  <a:lnTo>
                    <a:pt x="675" y="1"/>
                  </a:lnTo>
                  <a:cubicBezTo>
                    <a:pt x="1" y="225"/>
                    <a:pt x="1236" y="703"/>
                    <a:pt x="534" y="843"/>
                  </a:cubicBezTo>
                  <a:cubicBezTo>
                    <a:pt x="583" y="940"/>
                    <a:pt x="653" y="970"/>
                    <a:pt x="730" y="970"/>
                  </a:cubicBezTo>
                  <a:cubicBezTo>
                    <a:pt x="848" y="970"/>
                    <a:pt x="983" y="902"/>
                    <a:pt x="1088" y="902"/>
                  </a:cubicBezTo>
                  <a:cubicBezTo>
                    <a:pt x="1152" y="902"/>
                    <a:pt x="1206" y="928"/>
                    <a:pt x="1236" y="1012"/>
                  </a:cubicBezTo>
                  <a:cubicBezTo>
                    <a:pt x="1236" y="506"/>
                    <a:pt x="1517" y="478"/>
                    <a:pt x="6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1"/>
            <p:cNvSpPr/>
            <p:nvPr/>
          </p:nvSpPr>
          <p:spPr>
            <a:xfrm>
              <a:off x="2456450" y="2196325"/>
              <a:ext cx="725" cy="7750"/>
            </a:xfrm>
            <a:custGeom>
              <a:rect b="b" l="l" r="r" t="t"/>
              <a:pathLst>
                <a:path extrusionOk="0" h="310" w="29">
                  <a:moveTo>
                    <a:pt x="0" y="1"/>
                  </a:moveTo>
                  <a:cubicBezTo>
                    <a:pt x="0" y="113"/>
                    <a:pt x="0" y="197"/>
                    <a:pt x="28" y="309"/>
                  </a:cubicBezTo>
                  <a:cubicBezTo>
                    <a:pt x="28" y="197"/>
                    <a:pt x="28" y="1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1"/>
            <p:cNvSpPr/>
            <p:nvPr/>
          </p:nvSpPr>
          <p:spPr>
            <a:xfrm>
              <a:off x="3768925" y="666250"/>
              <a:ext cx="12650" cy="5650"/>
            </a:xfrm>
            <a:custGeom>
              <a:rect b="b" l="l" r="r" t="t"/>
              <a:pathLst>
                <a:path extrusionOk="0" h="226" w="506">
                  <a:moveTo>
                    <a:pt x="1" y="1"/>
                  </a:moveTo>
                  <a:lnTo>
                    <a:pt x="29" y="225"/>
                  </a:lnTo>
                  <a:lnTo>
                    <a:pt x="506" y="16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1"/>
            <p:cNvSpPr/>
            <p:nvPr/>
          </p:nvSpPr>
          <p:spPr>
            <a:xfrm>
              <a:off x="3764025" y="636075"/>
              <a:ext cx="17550" cy="18975"/>
            </a:xfrm>
            <a:custGeom>
              <a:rect b="b" l="l" r="r" t="t"/>
              <a:pathLst>
                <a:path extrusionOk="0" h="759" w="702">
                  <a:moveTo>
                    <a:pt x="309" y="0"/>
                  </a:moveTo>
                  <a:cubicBezTo>
                    <a:pt x="265" y="67"/>
                    <a:pt x="221" y="203"/>
                    <a:pt x="108" y="203"/>
                  </a:cubicBezTo>
                  <a:cubicBezTo>
                    <a:pt x="77" y="203"/>
                    <a:pt x="42" y="193"/>
                    <a:pt x="0" y="169"/>
                  </a:cubicBezTo>
                  <a:lnTo>
                    <a:pt x="0" y="169"/>
                  </a:lnTo>
                  <a:lnTo>
                    <a:pt x="702" y="758"/>
                  </a:lnTo>
                  <a:lnTo>
                    <a:pt x="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1"/>
            <p:cNvSpPr/>
            <p:nvPr/>
          </p:nvSpPr>
          <p:spPr>
            <a:xfrm>
              <a:off x="2816500" y="1674125"/>
              <a:ext cx="15450" cy="5225"/>
            </a:xfrm>
            <a:custGeom>
              <a:rect b="b" l="l" r="r" t="t"/>
              <a:pathLst>
                <a:path extrusionOk="0" h="209" w="618">
                  <a:moveTo>
                    <a:pt x="0" y="1"/>
                  </a:moveTo>
                  <a:lnTo>
                    <a:pt x="169" y="169"/>
                  </a:lnTo>
                  <a:cubicBezTo>
                    <a:pt x="241" y="196"/>
                    <a:pt x="295" y="209"/>
                    <a:pt x="342" y="209"/>
                  </a:cubicBezTo>
                  <a:cubicBezTo>
                    <a:pt x="441" y="209"/>
                    <a:pt x="504" y="152"/>
                    <a:pt x="618" y="57"/>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1"/>
            <p:cNvSpPr/>
            <p:nvPr/>
          </p:nvSpPr>
          <p:spPr>
            <a:xfrm>
              <a:off x="2911250" y="1574475"/>
              <a:ext cx="19675" cy="9850"/>
            </a:xfrm>
            <a:custGeom>
              <a:rect b="b" l="l" r="r" t="t"/>
              <a:pathLst>
                <a:path extrusionOk="0" h="394" w="787">
                  <a:moveTo>
                    <a:pt x="85" y="0"/>
                  </a:moveTo>
                  <a:lnTo>
                    <a:pt x="0" y="56"/>
                  </a:lnTo>
                  <a:lnTo>
                    <a:pt x="787" y="393"/>
                  </a:lnTo>
                  <a:lnTo>
                    <a:pt x="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1"/>
            <p:cNvSpPr/>
            <p:nvPr/>
          </p:nvSpPr>
          <p:spPr>
            <a:xfrm>
              <a:off x="2954050" y="1465675"/>
              <a:ext cx="25450" cy="13375"/>
            </a:xfrm>
            <a:custGeom>
              <a:rect b="b" l="l" r="r" t="t"/>
              <a:pathLst>
                <a:path extrusionOk="0" h="535" w="1018">
                  <a:moveTo>
                    <a:pt x="254" y="1"/>
                  </a:moveTo>
                  <a:cubicBezTo>
                    <a:pt x="147" y="86"/>
                    <a:pt x="138" y="270"/>
                    <a:pt x="77" y="414"/>
                  </a:cubicBezTo>
                  <a:lnTo>
                    <a:pt x="77" y="414"/>
                  </a:lnTo>
                  <a:cubicBezTo>
                    <a:pt x="332" y="202"/>
                    <a:pt x="1018" y="469"/>
                    <a:pt x="254" y="1"/>
                  </a:cubicBezTo>
                  <a:close/>
                  <a:moveTo>
                    <a:pt x="77" y="414"/>
                  </a:moveTo>
                  <a:cubicBezTo>
                    <a:pt x="42" y="444"/>
                    <a:pt x="15" y="483"/>
                    <a:pt x="1" y="534"/>
                  </a:cubicBezTo>
                  <a:cubicBezTo>
                    <a:pt x="34" y="501"/>
                    <a:pt x="58" y="460"/>
                    <a:pt x="77" y="4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1"/>
            <p:cNvSpPr/>
            <p:nvPr/>
          </p:nvSpPr>
          <p:spPr>
            <a:xfrm>
              <a:off x="3686800" y="553675"/>
              <a:ext cx="16675" cy="9525"/>
            </a:xfrm>
            <a:custGeom>
              <a:rect b="b" l="l" r="r" t="t"/>
              <a:pathLst>
                <a:path extrusionOk="0" h="381" w="667">
                  <a:moveTo>
                    <a:pt x="552" y="0"/>
                  </a:moveTo>
                  <a:cubicBezTo>
                    <a:pt x="404" y="0"/>
                    <a:pt x="95" y="302"/>
                    <a:pt x="1" y="349"/>
                  </a:cubicBezTo>
                  <a:cubicBezTo>
                    <a:pt x="42" y="371"/>
                    <a:pt x="84" y="380"/>
                    <a:pt x="127" y="380"/>
                  </a:cubicBezTo>
                  <a:cubicBezTo>
                    <a:pt x="388" y="380"/>
                    <a:pt x="667" y="31"/>
                    <a:pt x="635" y="31"/>
                  </a:cubicBezTo>
                  <a:lnTo>
                    <a:pt x="635" y="31"/>
                  </a:lnTo>
                  <a:cubicBezTo>
                    <a:pt x="632" y="31"/>
                    <a:pt x="626" y="34"/>
                    <a:pt x="619" y="40"/>
                  </a:cubicBezTo>
                  <a:cubicBezTo>
                    <a:pt x="605" y="12"/>
                    <a:pt x="582" y="0"/>
                    <a:pt x="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1"/>
            <p:cNvSpPr/>
            <p:nvPr/>
          </p:nvSpPr>
          <p:spPr>
            <a:xfrm>
              <a:off x="3773150" y="596775"/>
              <a:ext cx="18975" cy="2825"/>
            </a:xfrm>
            <a:custGeom>
              <a:rect b="b" l="l" r="r" t="t"/>
              <a:pathLst>
                <a:path extrusionOk="0" h="113" w="759">
                  <a:moveTo>
                    <a:pt x="225" y="0"/>
                  </a:moveTo>
                  <a:lnTo>
                    <a:pt x="0" y="113"/>
                  </a:lnTo>
                  <a:lnTo>
                    <a:pt x="758" y="113"/>
                  </a:lnTo>
                  <a:lnTo>
                    <a:pt x="2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1"/>
            <p:cNvSpPr/>
            <p:nvPr/>
          </p:nvSpPr>
          <p:spPr>
            <a:xfrm>
              <a:off x="3787875" y="616425"/>
              <a:ext cx="53375" cy="40725"/>
            </a:xfrm>
            <a:custGeom>
              <a:rect b="b" l="l" r="r" t="t"/>
              <a:pathLst>
                <a:path extrusionOk="0" h="1629" w="2135">
                  <a:moveTo>
                    <a:pt x="787" y="0"/>
                  </a:moveTo>
                  <a:lnTo>
                    <a:pt x="1" y="309"/>
                  </a:lnTo>
                  <a:cubicBezTo>
                    <a:pt x="506" y="730"/>
                    <a:pt x="1461" y="1095"/>
                    <a:pt x="1517" y="1629"/>
                  </a:cubicBezTo>
                  <a:cubicBezTo>
                    <a:pt x="2134" y="786"/>
                    <a:pt x="703" y="843"/>
                    <a:pt x="646" y="225"/>
                  </a:cubicBezTo>
                  <a:lnTo>
                    <a:pt x="7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1"/>
            <p:cNvSpPr/>
            <p:nvPr/>
          </p:nvSpPr>
          <p:spPr>
            <a:xfrm>
              <a:off x="3803325" y="712575"/>
              <a:ext cx="10900" cy="9850"/>
            </a:xfrm>
            <a:custGeom>
              <a:rect b="b" l="l" r="r" t="t"/>
              <a:pathLst>
                <a:path extrusionOk="0" h="394" w="436">
                  <a:moveTo>
                    <a:pt x="28" y="1"/>
                  </a:moveTo>
                  <a:cubicBezTo>
                    <a:pt x="28" y="57"/>
                    <a:pt x="0" y="85"/>
                    <a:pt x="0" y="113"/>
                  </a:cubicBezTo>
                  <a:cubicBezTo>
                    <a:pt x="56" y="197"/>
                    <a:pt x="113" y="281"/>
                    <a:pt x="169" y="394"/>
                  </a:cubicBezTo>
                  <a:cubicBezTo>
                    <a:pt x="277" y="249"/>
                    <a:pt x="380" y="239"/>
                    <a:pt x="414" y="239"/>
                  </a:cubicBezTo>
                  <a:cubicBezTo>
                    <a:pt x="420" y="239"/>
                    <a:pt x="423" y="239"/>
                    <a:pt x="425" y="239"/>
                  </a:cubicBezTo>
                  <a:cubicBezTo>
                    <a:pt x="435" y="239"/>
                    <a:pt x="337" y="225"/>
                    <a:pt x="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1"/>
            <p:cNvSpPr/>
            <p:nvPr/>
          </p:nvSpPr>
          <p:spPr>
            <a:xfrm>
              <a:off x="3799250" y="714075"/>
              <a:ext cx="4100" cy="4400"/>
            </a:xfrm>
            <a:custGeom>
              <a:rect b="b" l="l" r="r" t="t"/>
              <a:pathLst>
                <a:path extrusionOk="0" h="176" w="164">
                  <a:moveTo>
                    <a:pt x="75" y="0"/>
                  </a:moveTo>
                  <a:cubicBezTo>
                    <a:pt x="0" y="0"/>
                    <a:pt x="17" y="175"/>
                    <a:pt x="73" y="175"/>
                  </a:cubicBezTo>
                  <a:cubicBezTo>
                    <a:pt x="97" y="175"/>
                    <a:pt x="128" y="143"/>
                    <a:pt x="163" y="53"/>
                  </a:cubicBezTo>
                  <a:cubicBezTo>
                    <a:pt x="125" y="15"/>
                    <a:pt x="96" y="0"/>
                    <a:pt x="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1"/>
            <p:cNvSpPr/>
            <p:nvPr/>
          </p:nvSpPr>
          <p:spPr>
            <a:xfrm>
              <a:off x="3812450" y="738550"/>
              <a:ext cx="17575" cy="15300"/>
            </a:xfrm>
            <a:custGeom>
              <a:rect b="b" l="l" r="r" t="t"/>
              <a:pathLst>
                <a:path extrusionOk="0" h="612" w="703">
                  <a:moveTo>
                    <a:pt x="169" y="0"/>
                  </a:moveTo>
                  <a:lnTo>
                    <a:pt x="169" y="0"/>
                  </a:lnTo>
                  <a:cubicBezTo>
                    <a:pt x="34" y="189"/>
                    <a:pt x="210" y="507"/>
                    <a:pt x="25" y="507"/>
                  </a:cubicBezTo>
                  <a:cubicBezTo>
                    <a:pt x="17" y="507"/>
                    <a:pt x="9" y="507"/>
                    <a:pt x="0" y="506"/>
                  </a:cubicBezTo>
                  <a:lnTo>
                    <a:pt x="0" y="506"/>
                  </a:lnTo>
                  <a:cubicBezTo>
                    <a:pt x="114" y="579"/>
                    <a:pt x="207" y="612"/>
                    <a:pt x="285" y="612"/>
                  </a:cubicBezTo>
                  <a:cubicBezTo>
                    <a:pt x="477" y="612"/>
                    <a:pt x="582" y="412"/>
                    <a:pt x="702" y="113"/>
                  </a:cubicBezTo>
                  <a:lnTo>
                    <a:pt x="1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1"/>
            <p:cNvSpPr/>
            <p:nvPr/>
          </p:nvSpPr>
          <p:spPr>
            <a:xfrm>
              <a:off x="3842725" y="735750"/>
              <a:ext cx="7650" cy="3375"/>
            </a:xfrm>
            <a:custGeom>
              <a:rect b="b" l="l" r="r" t="t"/>
              <a:pathLst>
                <a:path extrusionOk="0" h="135" w="306">
                  <a:moveTo>
                    <a:pt x="53" y="0"/>
                  </a:moveTo>
                  <a:lnTo>
                    <a:pt x="53" y="0"/>
                  </a:lnTo>
                  <a:cubicBezTo>
                    <a:pt x="12" y="82"/>
                    <a:pt x="1" y="134"/>
                    <a:pt x="119" y="134"/>
                  </a:cubicBezTo>
                  <a:cubicBezTo>
                    <a:pt x="162" y="134"/>
                    <a:pt x="223" y="127"/>
                    <a:pt x="305" y="112"/>
                  </a:cubicBezTo>
                  <a:lnTo>
                    <a:pt x="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1"/>
            <p:cNvSpPr/>
            <p:nvPr/>
          </p:nvSpPr>
          <p:spPr>
            <a:xfrm>
              <a:off x="3830700" y="730775"/>
              <a:ext cx="18400" cy="5700"/>
            </a:xfrm>
            <a:custGeom>
              <a:rect b="b" l="l" r="r" t="t"/>
              <a:pathLst>
                <a:path extrusionOk="0" h="228" w="736">
                  <a:moveTo>
                    <a:pt x="646" y="0"/>
                  </a:moveTo>
                  <a:cubicBezTo>
                    <a:pt x="602" y="0"/>
                    <a:pt x="502" y="32"/>
                    <a:pt x="309" y="115"/>
                  </a:cubicBezTo>
                  <a:cubicBezTo>
                    <a:pt x="449" y="45"/>
                    <a:pt x="449" y="31"/>
                    <a:pt x="376" y="31"/>
                  </a:cubicBezTo>
                  <a:cubicBezTo>
                    <a:pt x="327" y="31"/>
                    <a:pt x="245" y="37"/>
                    <a:pt x="150" y="37"/>
                  </a:cubicBezTo>
                  <a:cubicBezTo>
                    <a:pt x="102" y="37"/>
                    <a:pt x="52" y="35"/>
                    <a:pt x="0" y="31"/>
                  </a:cubicBezTo>
                  <a:lnTo>
                    <a:pt x="0" y="31"/>
                  </a:lnTo>
                  <a:lnTo>
                    <a:pt x="534" y="227"/>
                  </a:lnTo>
                  <a:cubicBezTo>
                    <a:pt x="590" y="133"/>
                    <a:pt x="736" y="0"/>
                    <a:pt x="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1"/>
            <p:cNvSpPr/>
            <p:nvPr/>
          </p:nvSpPr>
          <p:spPr>
            <a:xfrm>
              <a:off x="3819675" y="705200"/>
              <a:ext cx="22975" cy="19325"/>
            </a:xfrm>
            <a:custGeom>
              <a:rect b="b" l="l" r="r" t="t"/>
              <a:pathLst>
                <a:path extrusionOk="0" h="773" w="919">
                  <a:moveTo>
                    <a:pt x="425" y="1"/>
                  </a:moveTo>
                  <a:cubicBezTo>
                    <a:pt x="110" y="1"/>
                    <a:pt x="1" y="380"/>
                    <a:pt x="413" y="773"/>
                  </a:cubicBezTo>
                  <a:cubicBezTo>
                    <a:pt x="437" y="484"/>
                    <a:pt x="399" y="216"/>
                    <a:pt x="724" y="216"/>
                  </a:cubicBezTo>
                  <a:cubicBezTo>
                    <a:pt x="778" y="216"/>
                    <a:pt x="842" y="223"/>
                    <a:pt x="918" y="239"/>
                  </a:cubicBezTo>
                  <a:cubicBezTo>
                    <a:pt x="733" y="71"/>
                    <a:pt x="560"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1"/>
            <p:cNvSpPr/>
            <p:nvPr/>
          </p:nvSpPr>
          <p:spPr>
            <a:xfrm>
              <a:off x="3838425" y="633275"/>
              <a:ext cx="11250" cy="12175"/>
            </a:xfrm>
            <a:custGeom>
              <a:rect b="b" l="l" r="r" t="t"/>
              <a:pathLst>
                <a:path extrusionOk="0" h="487" w="450">
                  <a:moveTo>
                    <a:pt x="0" y="0"/>
                  </a:moveTo>
                  <a:cubicBezTo>
                    <a:pt x="195" y="0"/>
                    <a:pt x="178" y="487"/>
                    <a:pt x="336" y="487"/>
                  </a:cubicBezTo>
                  <a:cubicBezTo>
                    <a:pt x="360" y="487"/>
                    <a:pt x="388" y="475"/>
                    <a:pt x="421" y="449"/>
                  </a:cubicBezTo>
                  <a:lnTo>
                    <a:pt x="4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1"/>
            <p:cNvSpPr/>
            <p:nvPr/>
          </p:nvSpPr>
          <p:spPr>
            <a:xfrm>
              <a:off x="3858075" y="782775"/>
              <a:ext cx="14750" cy="18975"/>
            </a:xfrm>
            <a:custGeom>
              <a:rect b="b" l="l" r="r" t="t"/>
              <a:pathLst>
                <a:path extrusionOk="0" h="759" w="590">
                  <a:moveTo>
                    <a:pt x="197" y="0"/>
                  </a:moveTo>
                  <a:lnTo>
                    <a:pt x="197" y="0"/>
                  </a:lnTo>
                  <a:cubicBezTo>
                    <a:pt x="169" y="225"/>
                    <a:pt x="253" y="533"/>
                    <a:pt x="0" y="758"/>
                  </a:cubicBezTo>
                  <a:cubicBezTo>
                    <a:pt x="197" y="646"/>
                    <a:pt x="393" y="309"/>
                    <a:pt x="590" y="112"/>
                  </a:cubicBezTo>
                  <a:lnTo>
                    <a:pt x="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1"/>
            <p:cNvSpPr/>
            <p:nvPr/>
          </p:nvSpPr>
          <p:spPr>
            <a:xfrm>
              <a:off x="3872800" y="782525"/>
              <a:ext cx="14075" cy="6575"/>
            </a:xfrm>
            <a:custGeom>
              <a:rect b="b" l="l" r="r" t="t"/>
              <a:pathLst>
                <a:path extrusionOk="0" h="263" w="563">
                  <a:moveTo>
                    <a:pt x="239" y="1"/>
                  </a:moveTo>
                  <a:cubicBezTo>
                    <a:pt x="155" y="1"/>
                    <a:pt x="75" y="48"/>
                    <a:pt x="1" y="122"/>
                  </a:cubicBezTo>
                  <a:lnTo>
                    <a:pt x="562" y="263"/>
                  </a:lnTo>
                  <a:cubicBezTo>
                    <a:pt x="453" y="75"/>
                    <a:pt x="343" y="1"/>
                    <a:pt x="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1"/>
            <p:cNvSpPr/>
            <p:nvPr/>
          </p:nvSpPr>
          <p:spPr>
            <a:xfrm>
              <a:off x="3846825" y="719600"/>
              <a:ext cx="29525" cy="6325"/>
            </a:xfrm>
            <a:custGeom>
              <a:rect b="b" l="l" r="r" t="t"/>
              <a:pathLst>
                <a:path extrusionOk="0" h="253" w="1181">
                  <a:moveTo>
                    <a:pt x="1" y="0"/>
                  </a:moveTo>
                  <a:lnTo>
                    <a:pt x="1180" y="253"/>
                  </a:lnTo>
                  <a:lnTo>
                    <a:pt x="1180" y="253"/>
                  </a:lnTo>
                  <a:lnTo>
                    <a:pt x="1068" y="14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1"/>
            <p:cNvSpPr/>
            <p:nvPr/>
          </p:nvSpPr>
          <p:spPr>
            <a:xfrm>
              <a:off x="3870000" y="837500"/>
              <a:ext cx="21775" cy="2150"/>
            </a:xfrm>
            <a:custGeom>
              <a:rect b="b" l="l" r="r" t="t"/>
              <a:pathLst>
                <a:path extrusionOk="0" h="86" w="871">
                  <a:moveTo>
                    <a:pt x="534" y="1"/>
                  </a:moveTo>
                  <a:lnTo>
                    <a:pt x="0" y="85"/>
                  </a:lnTo>
                  <a:lnTo>
                    <a:pt x="0" y="85"/>
                  </a:lnTo>
                  <a:lnTo>
                    <a:pt x="8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1"/>
            <p:cNvSpPr/>
            <p:nvPr/>
          </p:nvSpPr>
          <p:spPr>
            <a:xfrm>
              <a:off x="3884025" y="859975"/>
              <a:ext cx="27400" cy="21200"/>
            </a:xfrm>
            <a:custGeom>
              <a:rect b="b" l="l" r="r" t="t"/>
              <a:pathLst>
                <a:path extrusionOk="0" h="848" w="1096">
                  <a:moveTo>
                    <a:pt x="731" y="0"/>
                  </a:moveTo>
                  <a:cubicBezTo>
                    <a:pt x="293" y="82"/>
                    <a:pt x="335" y="591"/>
                    <a:pt x="26" y="591"/>
                  </a:cubicBezTo>
                  <a:cubicBezTo>
                    <a:pt x="18" y="591"/>
                    <a:pt x="10" y="591"/>
                    <a:pt x="1" y="590"/>
                  </a:cubicBezTo>
                  <a:lnTo>
                    <a:pt x="1" y="590"/>
                  </a:lnTo>
                  <a:cubicBezTo>
                    <a:pt x="296" y="762"/>
                    <a:pt x="612" y="848"/>
                    <a:pt x="950" y="848"/>
                  </a:cubicBezTo>
                  <a:cubicBezTo>
                    <a:pt x="998" y="848"/>
                    <a:pt x="1047" y="846"/>
                    <a:pt x="1096" y="842"/>
                  </a:cubicBezTo>
                  <a:cubicBezTo>
                    <a:pt x="787" y="758"/>
                    <a:pt x="675" y="478"/>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1"/>
            <p:cNvSpPr/>
            <p:nvPr/>
          </p:nvSpPr>
          <p:spPr>
            <a:xfrm>
              <a:off x="3910700" y="881025"/>
              <a:ext cx="15475" cy="1700"/>
            </a:xfrm>
            <a:custGeom>
              <a:rect b="b" l="l" r="r" t="t"/>
              <a:pathLst>
                <a:path extrusionOk="0" h="68" w="619">
                  <a:moveTo>
                    <a:pt x="1" y="0"/>
                  </a:moveTo>
                  <a:cubicBezTo>
                    <a:pt x="145" y="42"/>
                    <a:pt x="303" y="68"/>
                    <a:pt x="455" y="68"/>
                  </a:cubicBezTo>
                  <a:cubicBezTo>
                    <a:pt x="511" y="68"/>
                    <a:pt x="566" y="64"/>
                    <a:pt x="618" y="57"/>
                  </a:cubicBezTo>
                  <a:cubicBezTo>
                    <a:pt x="422" y="29"/>
                    <a:pt x="19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1"/>
            <p:cNvSpPr/>
            <p:nvPr/>
          </p:nvSpPr>
          <p:spPr>
            <a:xfrm>
              <a:off x="3889650" y="806625"/>
              <a:ext cx="9150" cy="16875"/>
            </a:xfrm>
            <a:custGeom>
              <a:rect b="b" l="l" r="r" t="t"/>
              <a:pathLst>
                <a:path extrusionOk="0" h="675" w="366">
                  <a:moveTo>
                    <a:pt x="281" y="1"/>
                  </a:moveTo>
                  <a:cubicBezTo>
                    <a:pt x="85" y="169"/>
                    <a:pt x="0" y="422"/>
                    <a:pt x="0" y="674"/>
                  </a:cubicBezTo>
                  <a:lnTo>
                    <a:pt x="365" y="169"/>
                  </a:lnTo>
                  <a:lnTo>
                    <a:pt x="2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1"/>
            <p:cNvSpPr/>
            <p:nvPr/>
          </p:nvSpPr>
          <p:spPr>
            <a:xfrm>
              <a:off x="3899475" y="810125"/>
              <a:ext cx="4950" cy="9150"/>
            </a:xfrm>
            <a:custGeom>
              <a:rect b="b" l="l" r="r" t="t"/>
              <a:pathLst>
                <a:path extrusionOk="0" h="366" w="198">
                  <a:moveTo>
                    <a:pt x="1" y="1"/>
                  </a:moveTo>
                  <a:lnTo>
                    <a:pt x="1" y="1"/>
                  </a:lnTo>
                  <a:cubicBezTo>
                    <a:pt x="85" y="226"/>
                    <a:pt x="141" y="310"/>
                    <a:pt x="197" y="366"/>
                  </a:cubicBezTo>
                  <a:cubicBezTo>
                    <a:pt x="169" y="282"/>
                    <a:pt x="85" y="16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1"/>
            <p:cNvSpPr/>
            <p:nvPr/>
          </p:nvSpPr>
          <p:spPr>
            <a:xfrm>
              <a:off x="3895975" y="805625"/>
              <a:ext cx="1300" cy="1025"/>
            </a:xfrm>
            <a:custGeom>
              <a:rect b="b" l="l" r="r" t="t"/>
              <a:pathLst>
                <a:path extrusionOk="0" h="41" w="52">
                  <a:moveTo>
                    <a:pt x="35" y="1"/>
                  </a:moveTo>
                  <a:cubicBezTo>
                    <a:pt x="28" y="1"/>
                    <a:pt x="17" y="4"/>
                    <a:pt x="0" y="12"/>
                  </a:cubicBezTo>
                  <a:lnTo>
                    <a:pt x="0" y="41"/>
                  </a:lnTo>
                  <a:cubicBezTo>
                    <a:pt x="40" y="21"/>
                    <a:pt x="51" y="1"/>
                    <a:pt x="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1"/>
            <p:cNvSpPr/>
            <p:nvPr/>
          </p:nvSpPr>
          <p:spPr>
            <a:xfrm>
              <a:off x="3881225" y="743450"/>
              <a:ext cx="28800" cy="13675"/>
            </a:xfrm>
            <a:custGeom>
              <a:rect b="b" l="l" r="r" t="t"/>
              <a:pathLst>
                <a:path extrusionOk="0" h="547" w="1152">
                  <a:moveTo>
                    <a:pt x="1" y="506"/>
                  </a:moveTo>
                  <a:cubicBezTo>
                    <a:pt x="19" y="507"/>
                    <a:pt x="37" y="507"/>
                    <a:pt x="55" y="507"/>
                  </a:cubicBezTo>
                  <a:lnTo>
                    <a:pt x="55" y="507"/>
                  </a:lnTo>
                  <a:cubicBezTo>
                    <a:pt x="37" y="507"/>
                    <a:pt x="18" y="506"/>
                    <a:pt x="1" y="506"/>
                  </a:cubicBezTo>
                  <a:close/>
                  <a:moveTo>
                    <a:pt x="1152" y="1"/>
                  </a:moveTo>
                  <a:lnTo>
                    <a:pt x="1152" y="1"/>
                  </a:lnTo>
                  <a:cubicBezTo>
                    <a:pt x="689" y="83"/>
                    <a:pt x="648" y="507"/>
                    <a:pt x="57" y="507"/>
                  </a:cubicBezTo>
                  <a:cubicBezTo>
                    <a:pt x="57" y="507"/>
                    <a:pt x="56" y="507"/>
                    <a:pt x="55" y="507"/>
                  </a:cubicBezTo>
                  <a:lnTo>
                    <a:pt x="55" y="507"/>
                  </a:lnTo>
                  <a:cubicBezTo>
                    <a:pt x="211" y="514"/>
                    <a:pt x="389" y="547"/>
                    <a:pt x="555" y="547"/>
                  </a:cubicBezTo>
                  <a:cubicBezTo>
                    <a:pt x="835" y="547"/>
                    <a:pt x="1084" y="456"/>
                    <a:pt x="1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1"/>
            <p:cNvSpPr/>
            <p:nvPr/>
          </p:nvSpPr>
          <p:spPr>
            <a:xfrm>
              <a:off x="3891050" y="778550"/>
              <a:ext cx="16175" cy="11950"/>
            </a:xfrm>
            <a:custGeom>
              <a:rect b="b" l="l" r="r" t="t"/>
              <a:pathLst>
                <a:path extrusionOk="0" h="478" w="647">
                  <a:moveTo>
                    <a:pt x="478" y="1"/>
                  </a:moveTo>
                  <a:cubicBezTo>
                    <a:pt x="372" y="80"/>
                    <a:pt x="241" y="284"/>
                    <a:pt x="39" y="284"/>
                  </a:cubicBezTo>
                  <a:cubicBezTo>
                    <a:pt x="26" y="284"/>
                    <a:pt x="14" y="283"/>
                    <a:pt x="1" y="281"/>
                  </a:cubicBezTo>
                  <a:lnTo>
                    <a:pt x="1" y="281"/>
                  </a:lnTo>
                  <a:lnTo>
                    <a:pt x="646" y="478"/>
                  </a:lnTo>
                  <a:lnTo>
                    <a:pt x="4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1"/>
            <p:cNvSpPr/>
            <p:nvPr/>
          </p:nvSpPr>
          <p:spPr>
            <a:xfrm>
              <a:off x="3907200" y="790475"/>
              <a:ext cx="7750" cy="4250"/>
            </a:xfrm>
            <a:custGeom>
              <a:rect b="b" l="l" r="r" t="t"/>
              <a:pathLst>
                <a:path extrusionOk="0" h="170" w="310">
                  <a:moveTo>
                    <a:pt x="0" y="1"/>
                  </a:moveTo>
                  <a:lnTo>
                    <a:pt x="85" y="169"/>
                  </a:lnTo>
                  <a:lnTo>
                    <a:pt x="309" y="85"/>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1"/>
            <p:cNvSpPr/>
            <p:nvPr/>
          </p:nvSpPr>
          <p:spPr>
            <a:xfrm>
              <a:off x="3921225" y="847325"/>
              <a:ext cx="21800" cy="19675"/>
            </a:xfrm>
            <a:custGeom>
              <a:rect b="b" l="l" r="r" t="t"/>
              <a:pathLst>
                <a:path extrusionOk="0" h="787" w="872">
                  <a:moveTo>
                    <a:pt x="534" y="1"/>
                  </a:moveTo>
                  <a:cubicBezTo>
                    <a:pt x="338" y="85"/>
                    <a:pt x="1" y="169"/>
                    <a:pt x="197" y="394"/>
                  </a:cubicBezTo>
                  <a:cubicBezTo>
                    <a:pt x="478" y="422"/>
                    <a:pt x="703" y="562"/>
                    <a:pt x="871" y="787"/>
                  </a:cubicBezTo>
                  <a:cubicBezTo>
                    <a:pt x="815" y="506"/>
                    <a:pt x="703" y="225"/>
                    <a:pt x="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1"/>
            <p:cNvSpPr/>
            <p:nvPr/>
          </p:nvSpPr>
          <p:spPr>
            <a:xfrm>
              <a:off x="3914225" y="832675"/>
              <a:ext cx="1425" cy="1350"/>
            </a:xfrm>
            <a:custGeom>
              <a:rect b="b" l="l" r="r" t="t"/>
              <a:pathLst>
                <a:path extrusionOk="0" h="54" w="57">
                  <a:moveTo>
                    <a:pt x="47" y="0"/>
                  </a:moveTo>
                  <a:cubicBezTo>
                    <a:pt x="39" y="0"/>
                    <a:pt x="25" y="15"/>
                    <a:pt x="0" y="53"/>
                  </a:cubicBezTo>
                  <a:lnTo>
                    <a:pt x="56" y="53"/>
                  </a:lnTo>
                  <a:cubicBezTo>
                    <a:pt x="56" y="23"/>
                    <a:pt x="56" y="0"/>
                    <a:pt x="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1"/>
            <p:cNvSpPr/>
            <p:nvPr/>
          </p:nvSpPr>
          <p:spPr>
            <a:xfrm>
              <a:off x="3978775" y="918225"/>
              <a:ext cx="2150" cy="2125"/>
            </a:xfrm>
            <a:custGeom>
              <a:rect b="b" l="l" r="r" t="t"/>
              <a:pathLst>
                <a:path extrusionOk="0" h="85" w="86">
                  <a:moveTo>
                    <a:pt x="85" y="0"/>
                  </a:moveTo>
                  <a:lnTo>
                    <a:pt x="1" y="29"/>
                  </a:lnTo>
                  <a:lnTo>
                    <a:pt x="29" y="85"/>
                  </a:lnTo>
                  <a:lnTo>
                    <a:pt x="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1"/>
            <p:cNvSpPr/>
            <p:nvPr/>
          </p:nvSpPr>
          <p:spPr>
            <a:xfrm>
              <a:off x="3924750" y="838200"/>
              <a:ext cx="12650" cy="9150"/>
            </a:xfrm>
            <a:custGeom>
              <a:rect b="b" l="l" r="r" t="t"/>
              <a:pathLst>
                <a:path extrusionOk="0" h="366" w="506">
                  <a:moveTo>
                    <a:pt x="0" y="1"/>
                  </a:moveTo>
                  <a:cubicBezTo>
                    <a:pt x="141" y="113"/>
                    <a:pt x="253" y="226"/>
                    <a:pt x="365" y="366"/>
                  </a:cubicBezTo>
                  <a:cubicBezTo>
                    <a:pt x="449" y="338"/>
                    <a:pt x="506" y="282"/>
                    <a:pt x="421" y="254"/>
                  </a:cubicBezTo>
                  <a:cubicBezTo>
                    <a:pt x="393" y="29"/>
                    <a:pt x="22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1"/>
            <p:cNvSpPr/>
            <p:nvPr/>
          </p:nvSpPr>
          <p:spPr>
            <a:xfrm>
              <a:off x="3939175" y="881025"/>
              <a:ext cx="4550" cy="12800"/>
            </a:xfrm>
            <a:custGeom>
              <a:rect b="b" l="l" r="r" t="t"/>
              <a:pathLst>
                <a:path extrusionOk="0" h="512" w="182">
                  <a:moveTo>
                    <a:pt x="181" y="0"/>
                  </a:moveTo>
                  <a:lnTo>
                    <a:pt x="181" y="0"/>
                  </a:lnTo>
                  <a:cubicBezTo>
                    <a:pt x="103" y="183"/>
                    <a:pt x="0" y="512"/>
                    <a:pt x="99" y="512"/>
                  </a:cubicBezTo>
                  <a:cubicBezTo>
                    <a:pt x="107" y="512"/>
                    <a:pt x="115" y="510"/>
                    <a:pt x="125" y="506"/>
                  </a:cubicBezTo>
                  <a:cubicBezTo>
                    <a:pt x="153" y="337"/>
                    <a:pt x="181" y="169"/>
                    <a:pt x="1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1"/>
            <p:cNvSpPr/>
            <p:nvPr/>
          </p:nvSpPr>
          <p:spPr>
            <a:xfrm>
              <a:off x="3911300" y="838200"/>
              <a:ext cx="1525" cy="1650"/>
            </a:xfrm>
            <a:custGeom>
              <a:rect b="b" l="l" r="r" t="t"/>
              <a:pathLst>
                <a:path extrusionOk="0" h="66" w="61">
                  <a:moveTo>
                    <a:pt x="33" y="1"/>
                  </a:moveTo>
                  <a:cubicBezTo>
                    <a:pt x="9" y="48"/>
                    <a:pt x="0" y="66"/>
                    <a:pt x="3" y="66"/>
                  </a:cubicBezTo>
                  <a:cubicBezTo>
                    <a:pt x="5" y="66"/>
                    <a:pt x="29" y="33"/>
                    <a:pt x="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1"/>
            <p:cNvSpPr/>
            <p:nvPr/>
          </p:nvSpPr>
          <p:spPr>
            <a:xfrm>
              <a:off x="3912800" y="834000"/>
              <a:ext cx="11975" cy="4750"/>
            </a:xfrm>
            <a:custGeom>
              <a:rect b="b" l="l" r="r" t="t"/>
              <a:pathLst>
                <a:path extrusionOk="0" h="190" w="479">
                  <a:moveTo>
                    <a:pt x="113" y="0"/>
                  </a:moveTo>
                  <a:cubicBezTo>
                    <a:pt x="85" y="57"/>
                    <a:pt x="57" y="113"/>
                    <a:pt x="1" y="169"/>
                  </a:cubicBezTo>
                  <a:cubicBezTo>
                    <a:pt x="85" y="183"/>
                    <a:pt x="162" y="190"/>
                    <a:pt x="240" y="190"/>
                  </a:cubicBezTo>
                  <a:cubicBezTo>
                    <a:pt x="317" y="190"/>
                    <a:pt x="394" y="183"/>
                    <a:pt x="478" y="169"/>
                  </a:cubicBezTo>
                  <a:cubicBezTo>
                    <a:pt x="366" y="85"/>
                    <a:pt x="226" y="29"/>
                    <a:pt x="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1"/>
            <p:cNvSpPr/>
            <p:nvPr/>
          </p:nvSpPr>
          <p:spPr>
            <a:xfrm>
              <a:off x="3980900" y="866025"/>
              <a:ext cx="92675" cy="52225"/>
            </a:xfrm>
            <a:custGeom>
              <a:rect b="b" l="l" r="r" t="t"/>
              <a:pathLst>
                <a:path extrusionOk="0" h="2089" w="3707">
                  <a:moveTo>
                    <a:pt x="2456" y="0"/>
                  </a:moveTo>
                  <a:cubicBezTo>
                    <a:pt x="1806" y="0"/>
                    <a:pt x="587" y="1209"/>
                    <a:pt x="0" y="2088"/>
                  </a:cubicBezTo>
                  <a:cubicBezTo>
                    <a:pt x="138" y="2002"/>
                    <a:pt x="255" y="1927"/>
                    <a:pt x="455" y="1927"/>
                  </a:cubicBezTo>
                  <a:cubicBezTo>
                    <a:pt x="580" y="1927"/>
                    <a:pt x="738" y="1956"/>
                    <a:pt x="955" y="2032"/>
                  </a:cubicBezTo>
                  <a:cubicBezTo>
                    <a:pt x="1091" y="1732"/>
                    <a:pt x="936" y="795"/>
                    <a:pt x="1521" y="795"/>
                  </a:cubicBezTo>
                  <a:cubicBezTo>
                    <a:pt x="1537" y="795"/>
                    <a:pt x="1555" y="795"/>
                    <a:pt x="1572" y="797"/>
                  </a:cubicBezTo>
                  <a:cubicBezTo>
                    <a:pt x="2162" y="1190"/>
                    <a:pt x="1713" y="1358"/>
                    <a:pt x="1657" y="1780"/>
                  </a:cubicBezTo>
                  <a:cubicBezTo>
                    <a:pt x="1811" y="1554"/>
                    <a:pt x="2025" y="1508"/>
                    <a:pt x="2271" y="1508"/>
                  </a:cubicBezTo>
                  <a:cubicBezTo>
                    <a:pt x="2439" y="1508"/>
                    <a:pt x="2621" y="1529"/>
                    <a:pt x="2810" y="1529"/>
                  </a:cubicBezTo>
                  <a:cubicBezTo>
                    <a:pt x="3104" y="1529"/>
                    <a:pt x="3413" y="1478"/>
                    <a:pt x="3706" y="1218"/>
                  </a:cubicBezTo>
                  <a:lnTo>
                    <a:pt x="3088" y="937"/>
                  </a:lnTo>
                  <a:cubicBezTo>
                    <a:pt x="3201" y="853"/>
                    <a:pt x="3538" y="853"/>
                    <a:pt x="3566" y="657"/>
                  </a:cubicBezTo>
                  <a:lnTo>
                    <a:pt x="3566" y="657"/>
                  </a:lnTo>
                  <a:cubicBezTo>
                    <a:pt x="3423" y="740"/>
                    <a:pt x="3258" y="784"/>
                    <a:pt x="3102" y="784"/>
                  </a:cubicBezTo>
                  <a:cubicBezTo>
                    <a:pt x="2735" y="784"/>
                    <a:pt x="2417" y="543"/>
                    <a:pt x="2555" y="11"/>
                  </a:cubicBezTo>
                  <a:cubicBezTo>
                    <a:pt x="2524" y="4"/>
                    <a:pt x="2491" y="0"/>
                    <a:pt x="24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1"/>
            <p:cNvSpPr/>
            <p:nvPr/>
          </p:nvSpPr>
          <p:spPr>
            <a:xfrm>
              <a:off x="3959125" y="895050"/>
              <a:ext cx="19675" cy="26625"/>
            </a:xfrm>
            <a:custGeom>
              <a:rect b="b" l="l" r="r" t="t"/>
              <a:pathLst>
                <a:path extrusionOk="0" h="1065" w="787">
                  <a:moveTo>
                    <a:pt x="225" y="1"/>
                  </a:moveTo>
                  <a:lnTo>
                    <a:pt x="225" y="1"/>
                  </a:lnTo>
                  <a:cubicBezTo>
                    <a:pt x="254" y="338"/>
                    <a:pt x="169" y="675"/>
                    <a:pt x="1" y="984"/>
                  </a:cubicBezTo>
                  <a:cubicBezTo>
                    <a:pt x="120" y="1037"/>
                    <a:pt x="246" y="1065"/>
                    <a:pt x="372" y="1065"/>
                  </a:cubicBezTo>
                  <a:cubicBezTo>
                    <a:pt x="512" y="1065"/>
                    <a:pt x="654" y="1030"/>
                    <a:pt x="787" y="956"/>
                  </a:cubicBezTo>
                  <a:lnTo>
                    <a:pt x="282" y="113"/>
                  </a:lnTo>
                  <a:lnTo>
                    <a:pt x="394" y="113"/>
                  </a:lnTo>
                  <a:lnTo>
                    <a:pt x="2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1"/>
            <p:cNvSpPr/>
            <p:nvPr/>
          </p:nvSpPr>
          <p:spPr>
            <a:xfrm>
              <a:off x="3942300" y="856200"/>
              <a:ext cx="45625" cy="38175"/>
            </a:xfrm>
            <a:custGeom>
              <a:rect b="b" l="l" r="r" t="t"/>
              <a:pathLst>
                <a:path extrusionOk="0" h="1527" w="1825">
                  <a:moveTo>
                    <a:pt x="365" y="825"/>
                  </a:moveTo>
                  <a:cubicBezTo>
                    <a:pt x="390" y="948"/>
                    <a:pt x="371" y="985"/>
                    <a:pt x="333" y="985"/>
                  </a:cubicBezTo>
                  <a:cubicBezTo>
                    <a:pt x="284" y="985"/>
                    <a:pt x="203" y="925"/>
                    <a:pt x="140" y="909"/>
                  </a:cubicBezTo>
                  <a:cubicBezTo>
                    <a:pt x="125" y="909"/>
                    <a:pt x="110" y="917"/>
                    <a:pt x="100" y="925"/>
                  </a:cubicBezTo>
                  <a:lnTo>
                    <a:pt x="100" y="925"/>
                  </a:lnTo>
                  <a:cubicBezTo>
                    <a:pt x="112" y="896"/>
                    <a:pt x="124" y="880"/>
                    <a:pt x="131" y="880"/>
                  </a:cubicBezTo>
                  <a:cubicBezTo>
                    <a:pt x="137" y="880"/>
                    <a:pt x="140" y="889"/>
                    <a:pt x="140" y="909"/>
                  </a:cubicBezTo>
                  <a:cubicBezTo>
                    <a:pt x="225" y="881"/>
                    <a:pt x="281" y="825"/>
                    <a:pt x="365" y="825"/>
                  </a:cubicBezTo>
                  <a:close/>
                  <a:moveTo>
                    <a:pt x="1425" y="0"/>
                  </a:moveTo>
                  <a:cubicBezTo>
                    <a:pt x="1273" y="0"/>
                    <a:pt x="1121" y="69"/>
                    <a:pt x="947" y="69"/>
                  </a:cubicBezTo>
                  <a:cubicBezTo>
                    <a:pt x="887" y="69"/>
                    <a:pt x="824" y="61"/>
                    <a:pt x="758" y="39"/>
                  </a:cubicBezTo>
                  <a:lnTo>
                    <a:pt x="758" y="39"/>
                  </a:lnTo>
                  <a:cubicBezTo>
                    <a:pt x="1082" y="376"/>
                    <a:pt x="997" y="383"/>
                    <a:pt x="834" y="383"/>
                  </a:cubicBezTo>
                  <a:cubicBezTo>
                    <a:pt x="828" y="383"/>
                    <a:pt x="821" y="383"/>
                    <a:pt x="814" y="383"/>
                  </a:cubicBezTo>
                  <a:cubicBezTo>
                    <a:pt x="639" y="383"/>
                    <a:pt x="393" y="390"/>
                    <a:pt x="449" y="769"/>
                  </a:cubicBezTo>
                  <a:cubicBezTo>
                    <a:pt x="281" y="685"/>
                    <a:pt x="140" y="572"/>
                    <a:pt x="0" y="432"/>
                  </a:cubicBezTo>
                  <a:lnTo>
                    <a:pt x="0" y="432"/>
                  </a:lnTo>
                  <a:cubicBezTo>
                    <a:pt x="56" y="629"/>
                    <a:pt x="56" y="825"/>
                    <a:pt x="84" y="993"/>
                  </a:cubicBezTo>
                  <a:lnTo>
                    <a:pt x="84" y="965"/>
                  </a:lnTo>
                  <a:cubicBezTo>
                    <a:pt x="87" y="957"/>
                    <a:pt x="90" y="950"/>
                    <a:pt x="92" y="943"/>
                  </a:cubicBezTo>
                  <a:lnTo>
                    <a:pt x="92" y="943"/>
                  </a:lnTo>
                  <a:lnTo>
                    <a:pt x="898" y="1527"/>
                  </a:lnTo>
                  <a:cubicBezTo>
                    <a:pt x="786" y="1246"/>
                    <a:pt x="618" y="993"/>
                    <a:pt x="393" y="825"/>
                  </a:cubicBezTo>
                  <a:cubicBezTo>
                    <a:pt x="983" y="600"/>
                    <a:pt x="1460" y="853"/>
                    <a:pt x="1825" y="235"/>
                  </a:cubicBezTo>
                  <a:cubicBezTo>
                    <a:pt x="1683" y="50"/>
                    <a:pt x="1554" y="0"/>
                    <a:pt x="1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1"/>
            <p:cNvSpPr/>
            <p:nvPr/>
          </p:nvSpPr>
          <p:spPr>
            <a:xfrm>
              <a:off x="3941600" y="735025"/>
              <a:ext cx="3175" cy="2400"/>
            </a:xfrm>
            <a:custGeom>
              <a:rect b="b" l="l" r="r" t="t"/>
              <a:pathLst>
                <a:path extrusionOk="0" h="96" w="127">
                  <a:moveTo>
                    <a:pt x="84" y="1"/>
                  </a:moveTo>
                  <a:lnTo>
                    <a:pt x="84" y="1"/>
                  </a:lnTo>
                  <a:cubicBezTo>
                    <a:pt x="56" y="29"/>
                    <a:pt x="28" y="57"/>
                    <a:pt x="0" y="85"/>
                  </a:cubicBezTo>
                  <a:cubicBezTo>
                    <a:pt x="21" y="92"/>
                    <a:pt x="40" y="96"/>
                    <a:pt x="57" y="96"/>
                  </a:cubicBezTo>
                  <a:cubicBezTo>
                    <a:pt x="105" y="96"/>
                    <a:pt x="126" y="64"/>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1"/>
            <p:cNvSpPr/>
            <p:nvPr/>
          </p:nvSpPr>
          <p:spPr>
            <a:xfrm>
              <a:off x="3919825" y="736875"/>
              <a:ext cx="22500" cy="42400"/>
            </a:xfrm>
            <a:custGeom>
              <a:rect b="b" l="l" r="r" t="t"/>
              <a:pathLst>
                <a:path extrusionOk="0" h="1696" w="900">
                  <a:moveTo>
                    <a:pt x="617" y="1"/>
                  </a:moveTo>
                  <a:cubicBezTo>
                    <a:pt x="427" y="1"/>
                    <a:pt x="225" y="54"/>
                    <a:pt x="225" y="404"/>
                  </a:cubicBezTo>
                  <a:lnTo>
                    <a:pt x="338" y="404"/>
                  </a:lnTo>
                  <a:cubicBezTo>
                    <a:pt x="384" y="772"/>
                    <a:pt x="185" y="1404"/>
                    <a:pt x="65" y="1620"/>
                  </a:cubicBezTo>
                  <a:lnTo>
                    <a:pt x="65" y="1620"/>
                  </a:lnTo>
                  <a:cubicBezTo>
                    <a:pt x="377" y="1252"/>
                    <a:pt x="663" y="881"/>
                    <a:pt x="899" y="460"/>
                  </a:cubicBezTo>
                  <a:cubicBezTo>
                    <a:pt x="851" y="460"/>
                    <a:pt x="777" y="476"/>
                    <a:pt x="702" y="476"/>
                  </a:cubicBezTo>
                  <a:cubicBezTo>
                    <a:pt x="601" y="476"/>
                    <a:pt x="498" y="448"/>
                    <a:pt x="450" y="320"/>
                  </a:cubicBezTo>
                  <a:cubicBezTo>
                    <a:pt x="506" y="67"/>
                    <a:pt x="703" y="152"/>
                    <a:pt x="843" y="11"/>
                  </a:cubicBezTo>
                  <a:cubicBezTo>
                    <a:pt x="782" y="11"/>
                    <a:pt x="701" y="1"/>
                    <a:pt x="617" y="1"/>
                  </a:cubicBezTo>
                  <a:close/>
                  <a:moveTo>
                    <a:pt x="65" y="1620"/>
                  </a:moveTo>
                  <a:cubicBezTo>
                    <a:pt x="44" y="1645"/>
                    <a:pt x="22" y="1670"/>
                    <a:pt x="1" y="1696"/>
                  </a:cubicBezTo>
                  <a:cubicBezTo>
                    <a:pt x="16" y="1696"/>
                    <a:pt x="39" y="1668"/>
                    <a:pt x="65" y="16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1"/>
            <p:cNvSpPr/>
            <p:nvPr/>
          </p:nvSpPr>
          <p:spPr>
            <a:xfrm>
              <a:off x="3950700" y="806125"/>
              <a:ext cx="22500" cy="16675"/>
            </a:xfrm>
            <a:custGeom>
              <a:rect b="b" l="l" r="r" t="t"/>
              <a:pathLst>
                <a:path extrusionOk="0" h="667" w="900">
                  <a:moveTo>
                    <a:pt x="433" y="1"/>
                  </a:moveTo>
                  <a:cubicBezTo>
                    <a:pt x="298" y="1"/>
                    <a:pt x="139" y="137"/>
                    <a:pt x="1" y="189"/>
                  </a:cubicBezTo>
                  <a:lnTo>
                    <a:pt x="703" y="666"/>
                  </a:lnTo>
                  <a:lnTo>
                    <a:pt x="899" y="21"/>
                  </a:lnTo>
                  <a:lnTo>
                    <a:pt x="647" y="217"/>
                  </a:lnTo>
                  <a:cubicBezTo>
                    <a:pt x="593" y="55"/>
                    <a:pt x="517" y="1"/>
                    <a:pt x="4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1"/>
            <p:cNvSpPr/>
            <p:nvPr/>
          </p:nvSpPr>
          <p:spPr>
            <a:xfrm>
              <a:off x="3959825" y="926650"/>
              <a:ext cx="25300" cy="7050"/>
            </a:xfrm>
            <a:custGeom>
              <a:rect b="b" l="l" r="r" t="t"/>
              <a:pathLst>
                <a:path extrusionOk="0" h="282" w="1012">
                  <a:moveTo>
                    <a:pt x="591" y="0"/>
                  </a:moveTo>
                  <a:lnTo>
                    <a:pt x="1" y="281"/>
                  </a:lnTo>
                  <a:lnTo>
                    <a:pt x="1012" y="141"/>
                  </a:lnTo>
                  <a:lnTo>
                    <a:pt x="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1"/>
            <p:cNvSpPr/>
            <p:nvPr/>
          </p:nvSpPr>
          <p:spPr>
            <a:xfrm>
              <a:off x="3978775" y="946300"/>
              <a:ext cx="11975" cy="8450"/>
            </a:xfrm>
            <a:custGeom>
              <a:rect b="b" l="l" r="r" t="t"/>
              <a:pathLst>
                <a:path extrusionOk="0" h="338" w="479">
                  <a:moveTo>
                    <a:pt x="478" y="0"/>
                  </a:moveTo>
                  <a:lnTo>
                    <a:pt x="1" y="281"/>
                  </a:lnTo>
                  <a:lnTo>
                    <a:pt x="422" y="337"/>
                  </a:lnTo>
                  <a:lnTo>
                    <a:pt x="4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1"/>
            <p:cNvSpPr/>
            <p:nvPr/>
          </p:nvSpPr>
          <p:spPr>
            <a:xfrm>
              <a:off x="4894725" y="2121225"/>
              <a:ext cx="6350" cy="3525"/>
            </a:xfrm>
            <a:custGeom>
              <a:rect b="b" l="l" r="r" t="t"/>
              <a:pathLst>
                <a:path extrusionOk="0" h="141" w="254">
                  <a:moveTo>
                    <a:pt x="0" y="1"/>
                  </a:moveTo>
                  <a:lnTo>
                    <a:pt x="253" y="141"/>
                  </a:lnTo>
                  <a:cubicBezTo>
                    <a:pt x="169" y="85"/>
                    <a:pt x="85" y="2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1"/>
            <p:cNvSpPr/>
            <p:nvPr/>
          </p:nvSpPr>
          <p:spPr>
            <a:xfrm>
              <a:off x="4868750" y="2082625"/>
              <a:ext cx="7050" cy="2125"/>
            </a:xfrm>
            <a:custGeom>
              <a:rect b="b" l="l" r="r" t="t"/>
              <a:pathLst>
                <a:path extrusionOk="0" h="85" w="282">
                  <a:moveTo>
                    <a:pt x="253" y="0"/>
                  </a:moveTo>
                  <a:lnTo>
                    <a:pt x="1" y="85"/>
                  </a:lnTo>
                  <a:cubicBezTo>
                    <a:pt x="169" y="85"/>
                    <a:pt x="281" y="57"/>
                    <a:pt x="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1"/>
            <p:cNvSpPr/>
            <p:nvPr/>
          </p:nvSpPr>
          <p:spPr>
            <a:xfrm>
              <a:off x="4311775" y="1486725"/>
              <a:ext cx="20775" cy="25650"/>
            </a:xfrm>
            <a:custGeom>
              <a:rect b="b" l="l" r="r" t="t"/>
              <a:pathLst>
                <a:path extrusionOk="0" h="1026" w="831">
                  <a:moveTo>
                    <a:pt x="606" y="1"/>
                  </a:moveTo>
                  <a:lnTo>
                    <a:pt x="606" y="1"/>
                  </a:lnTo>
                  <a:cubicBezTo>
                    <a:pt x="378" y="458"/>
                    <a:pt x="1" y="1026"/>
                    <a:pt x="155" y="1026"/>
                  </a:cubicBezTo>
                  <a:cubicBezTo>
                    <a:pt x="190" y="1026"/>
                    <a:pt x="254" y="996"/>
                    <a:pt x="353" y="927"/>
                  </a:cubicBezTo>
                  <a:lnTo>
                    <a:pt x="831" y="534"/>
                  </a:lnTo>
                  <a:cubicBezTo>
                    <a:pt x="634" y="422"/>
                    <a:pt x="550" y="198"/>
                    <a:pt x="6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1"/>
            <p:cNvSpPr/>
            <p:nvPr/>
          </p:nvSpPr>
          <p:spPr>
            <a:xfrm>
              <a:off x="4616775" y="1813100"/>
              <a:ext cx="15475" cy="4250"/>
            </a:xfrm>
            <a:custGeom>
              <a:rect b="b" l="l" r="r" t="t"/>
              <a:pathLst>
                <a:path extrusionOk="0" h="170" w="619">
                  <a:moveTo>
                    <a:pt x="618" y="1"/>
                  </a:moveTo>
                  <a:lnTo>
                    <a:pt x="1" y="85"/>
                  </a:lnTo>
                  <a:lnTo>
                    <a:pt x="506" y="169"/>
                  </a:lnTo>
                  <a:cubicBezTo>
                    <a:pt x="534" y="113"/>
                    <a:pt x="590" y="57"/>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1"/>
            <p:cNvSpPr/>
            <p:nvPr/>
          </p:nvSpPr>
          <p:spPr>
            <a:xfrm>
              <a:off x="4684150" y="1790650"/>
              <a:ext cx="2850" cy="14750"/>
            </a:xfrm>
            <a:custGeom>
              <a:rect b="b" l="l" r="r" t="t"/>
              <a:pathLst>
                <a:path extrusionOk="0" h="590" w="114">
                  <a:moveTo>
                    <a:pt x="113" y="0"/>
                  </a:moveTo>
                  <a:lnTo>
                    <a:pt x="1" y="590"/>
                  </a:lnTo>
                  <a:cubicBezTo>
                    <a:pt x="85" y="393"/>
                    <a:pt x="113" y="197"/>
                    <a:pt x="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1"/>
            <p:cNvSpPr/>
            <p:nvPr/>
          </p:nvSpPr>
          <p:spPr>
            <a:xfrm>
              <a:off x="5015450" y="2323400"/>
              <a:ext cx="16850" cy="4900"/>
            </a:xfrm>
            <a:custGeom>
              <a:rect b="b" l="l" r="r" t="t"/>
              <a:pathLst>
                <a:path extrusionOk="0" h="196" w="674">
                  <a:moveTo>
                    <a:pt x="458" y="1"/>
                  </a:moveTo>
                  <a:cubicBezTo>
                    <a:pt x="333" y="1"/>
                    <a:pt x="195" y="143"/>
                    <a:pt x="0" y="196"/>
                  </a:cubicBezTo>
                  <a:lnTo>
                    <a:pt x="674" y="196"/>
                  </a:lnTo>
                  <a:cubicBezTo>
                    <a:pt x="601" y="50"/>
                    <a:pt x="532"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1"/>
            <p:cNvSpPr/>
            <p:nvPr/>
          </p:nvSpPr>
          <p:spPr>
            <a:xfrm>
              <a:off x="4137400" y="1164200"/>
              <a:ext cx="11150" cy="21450"/>
            </a:xfrm>
            <a:custGeom>
              <a:rect b="b" l="l" r="r" t="t"/>
              <a:pathLst>
                <a:path extrusionOk="0" h="858" w="446">
                  <a:moveTo>
                    <a:pt x="206" y="0"/>
                  </a:moveTo>
                  <a:cubicBezTo>
                    <a:pt x="163" y="0"/>
                    <a:pt x="105" y="14"/>
                    <a:pt x="29" y="44"/>
                  </a:cubicBezTo>
                  <a:cubicBezTo>
                    <a:pt x="1" y="296"/>
                    <a:pt x="1" y="577"/>
                    <a:pt x="113" y="858"/>
                  </a:cubicBezTo>
                  <a:cubicBezTo>
                    <a:pt x="208" y="429"/>
                    <a:pt x="445" y="0"/>
                    <a:pt x="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1"/>
            <p:cNvSpPr/>
            <p:nvPr/>
          </p:nvSpPr>
          <p:spPr>
            <a:xfrm>
              <a:off x="4744525" y="2180700"/>
              <a:ext cx="10550" cy="3200"/>
            </a:xfrm>
            <a:custGeom>
              <a:rect b="b" l="l" r="r" t="t"/>
              <a:pathLst>
                <a:path extrusionOk="0" h="128" w="422">
                  <a:moveTo>
                    <a:pt x="200" y="1"/>
                  </a:moveTo>
                  <a:cubicBezTo>
                    <a:pt x="127" y="1"/>
                    <a:pt x="57" y="22"/>
                    <a:pt x="0" y="64"/>
                  </a:cubicBezTo>
                  <a:cubicBezTo>
                    <a:pt x="57" y="106"/>
                    <a:pt x="127" y="127"/>
                    <a:pt x="200" y="127"/>
                  </a:cubicBezTo>
                  <a:cubicBezTo>
                    <a:pt x="274" y="127"/>
                    <a:pt x="351" y="106"/>
                    <a:pt x="422" y="64"/>
                  </a:cubicBezTo>
                  <a:cubicBezTo>
                    <a:pt x="351" y="22"/>
                    <a:pt x="274" y="1"/>
                    <a:pt x="2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1"/>
            <p:cNvSpPr/>
            <p:nvPr/>
          </p:nvSpPr>
          <p:spPr>
            <a:xfrm>
              <a:off x="4138100" y="1184925"/>
              <a:ext cx="14075" cy="18275"/>
            </a:xfrm>
            <a:custGeom>
              <a:rect b="b" l="l" r="r" t="t"/>
              <a:pathLst>
                <a:path extrusionOk="0" h="731" w="563">
                  <a:moveTo>
                    <a:pt x="85" y="1"/>
                  </a:moveTo>
                  <a:lnTo>
                    <a:pt x="85" y="1"/>
                  </a:lnTo>
                  <a:cubicBezTo>
                    <a:pt x="1" y="394"/>
                    <a:pt x="29" y="731"/>
                    <a:pt x="534" y="731"/>
                  </a:cubicBezTo>
                  <a:cubicBezTo>
                    <a:pt x="562" y="647"/>
                    <a:pt x="562" y="590"/>
                    <a:pt x="562" y="534"/>
                  </a:cubicBezTo>
                  <a:cubicBezTo>
                    <a:pt x="366" y="394"/>
                    <a:pt x="197" y="225"/>
                    <a:pt x="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1"/>
            <p:cNvSpPr/>
            <p:nvPr/>
          </p:nvSpPr>
          <p:spPr>
            <a:xfrm>
              <a:off x="5393750" y="3062425"/>
              <a:ext cx="1425" cy="2850"/>
            </a:xfrm>
            <a:custGeom>
              <a:rect b="b" l="l" r="r" t="t"/>
              <a:pathLst>
                <a:path extrusionOk="0" h="114" w="57">
                  <a:moveTo>
                    <a:pt x="0" y="1"/>
                  </a:moveTo>
                  <a:lnTo>
                    <a:pt x="0" y="113"/>
                  </a:lnTo>
                  <a:cubicBezTo>
                    <a:pt x="57" y="85"/>
                    <a:pt x="57" y="2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1"/>
            <p:cNvSpPr/>
            <p:nvPr/>
          </p:nvSpPr>
          <p:spPr>
            <a:xfrm>
              <a:off x="5378300" y="3343175"/>
              <a:ext cx="4250" cy="7750"/>
            </a:xfrm>
            <a:custGeom>
              <a:rect b="b" l="l" r="r" t="t"/>
              <a:pathLst>
                <a:path extrusionOk="0" h="310" w="170">
                  <a:moveTo>
                    <a:pt x="1" y="1"/>
                  </a:moveTo>
                  <a:cubicBezTo>
                    <a:pt x="1" y="57"/>
                    <a:pt x="29" y="169"/>
                    <a:pt x="169" y="310"/>
                  </a:cubicBezTo>
                  <a:cubicBezTo>
                    <a:pt x="113" y="197"/>
                    <a:pt x="29" y="1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1"/>
            <p:cNvSpPr/>
            <p:nvPr/>
          </p:nvSpPr>
          <p:spPr>
            <a:xfrm>
              <a:off x="4039850" y="1034975"/>
              <a:ext cx="2825" cy="1900"/>
            </a:xfrm>
            <a:custGeom>
              <a:rect b="b" l="l" r="r" t="t"/>
              <a:pathLst>
                <a:path extrusionOk="0" h="76" w="113">
                  <a:moveTo>
                    <a:pt x="19" y="0"/>
                  </a:moveTo>
                  <a:cubicBezTo>
                    <a:pt x="0" y="0"/>
                    <a:pt x="57" y="75"/>
                    <a:pt x="113" y="75"/>
                  </a:cubicBezTo>
                  <a:cubicBezTo>
                    <a:pt x="57" y="19"/>
                    <a:pt x="29" y="0"/>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1"/>
            <p:cNvSpPr/>
            <p:nvPr/>
          </p:nvSpPr>
          <p:spPr>
            <a:xfrm>
              <a:off x="4078450" y="978575"/>
              <a:ext cx="7050" cy="2150"/>
            </a:xfrm>
            <a:custGeom>
              <a:rect b="b" l="l" r="r" t="t"/>
              <a:pathLst>
                <a:path extrusionOk="0" h="86" w="282">
                  <a:moveTo>
                    <a:pt x="1" y="85"/>
                  </a:moveTo>
                  <a:cubicBezTo>
                    <a:pt x="85" y="85"/>
                    <a:pt x="197" y="57"/>
                    <a:pt x="281" y="1"/>
                  </a:cubicBezTo>
                  <a:cubicBezTo>
                    <a:pt x="197" y="57"/>
                    <a:pt x="85" y="85"/>
                    <a:pt x="1" y="8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1"/>
            <p:cNvSpPr/>
            <p:nvPr/>
          </p:nvSpPr>
          <p:spPr>
            <a:xfrm>
              <a:off x="4260925" y="1199500"/>
              <a:ext cx="1450" cy="1600"/>
            </a:xfrm>
            <a:custGeom>
              <a:rect b="b" l="l" r="r" t="t"/>
              <a:pathLst>
                <a:path extrusionOk="0" h="64" w="58">
                  <a:moveTo>
                    <a:pt x="54" y="0"/>
                  </a:moveTo>
                  <a:cubicBezTo>
                    <a:pt x="50" y="0"/>
                    <a:pt x="29" y="21"/>
                    <a:pt x="1" y="64"/>
                  </a:cubicBezTo>
                  <a:cubicBezTo>
                    <a:pt x="43" y="21"/>
                    <a:pt x="57" y="0"/>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1"/>
            <p:cNvSpPr/>
            <p:nvPr/>
          </p:nvSpPr>
          <p:spPr>
            <a:xfrm>
              <a:off x="4043350" y="1025600"/>
              <a:ext cx="725" cy="8450"/>
            </a:xfrm>
            <a:custGeom>
              <a:rect b="b" l="l" r="r" t="t"/>
              <a:pathLst>
                <a:path extrusionOk="0" h="338" w="29">
                  <a:moveTo>
                    <a:pt x="1" y="1"/>
                  </a:moveTo>
                  <a:cubicBezTo>
                    <a:pt x="1" y="113"/>
                    <a:pt x="1" y="225"/>
                    <a:pt x="1" y="338"/>
                  </a:cubicBezTo>
                  <a:cubicBezTo>
                    <a:pt x="29" y="225"/>
                    <a:pt x="29" y="1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1"/>
            <p:cNvSpPr/>
            <p:nvPr/>
          </p:nvSpPr>
          <p:spPr>
            <a:xfrm>
              <a:off x="4033525" y="1025600"/>
              <a:ext cx="4950" cy="4950"/>
            </a:xfrm>
            <a:custGeom>
              <a:rect b="b" l="l" r="r" t="t"/>
              <a:pathLst>
                <a:path extrusionOk="0" h="198" w="198">
                  <a:moveTo>
                    <a:pt x="141" y="1"/>
                  </a:moveTo>
                  <a:lnTo>
                    <a:pt x="141" y="1"/>
                  </a:lnTo>
                  <a:cubicBezTo>
                    <a:pt x="29" y="29"/>
                    <a:pt x="1" y="85"/>
                    <a:pt x="197" y="197"/>
                  </a:cubicBezTo>
                  <a:cubicBezTo>
                    <a:pt x="197" y="113"/>
                    <a:pt x="141" y="57"/>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1"/>
            <p:cNvSpPr/>
            <p:nvPr/>
          </p:nvSpPr>
          <p:spPr>
            <a:xfrm>
              <a:off x="4042650" y="1034025"/>
              <a:ext cx="4250" cy="8450"/>
            </a:xfrm>
            <a:custGeom>
              <a:rect b="b" l="l" r="r" t="t"/>
              <a:pathLst>
                <a:path extrusionOk="0" h="338" w="170">
                  <a:moveTo>
                    <a:pt x="57" y="1"/>
                  </a:moveTo>
                  <a:cubicBezTo>
                    <a:pt x="57" y="57"/>
                    <a:pt x="1" y="85"/>
                    <a:pt x="1" y="85"/>
                  </a:cubicBezTo>
                  <a:cubicBezTo>
                    <a:pt x="29" y="141"/>
                    <a:pt x="85" y="197"/>
                    <a:pt x="169" y="338"/>
                  </a:cubicBezTo>
                  <a:cubicBezTo>
                    <a:pt x="113" y="225"/>
                    <a:pt x="57" y="113"/>
                    <a:pt x="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1"/>
            <p:cNvSpPr/>
            <p:nvPr/>
          </p:nvSpPr>
          <p:spPr>
            <a:xfrm>
              <a:off x="5120025" y="2711500"/>
              <a:ext cx="6225" cy="2475"/>
            </a:xfrm>
            <a:custGeom>
              <a:rect b="b" l="l" r="r" t="t"/>
              <a:pathLst>
                <a:path extrusionOk="0" h="99" w="249">
                  <a:moveTo>
                    <a:pt x="28" y="0"/>
                  </a:moveTo>
                  <a:cubicBezTo>
                    <a:pt x="0" y="29"/>
                    <a:pt x="0" y="29"/>
                    <a:pt x="0" y="57"/>
                  </a:cubicBezTo>
                  <a:cubicBezTo>
                    <a:pt x="118" y="86"/>
                    <a:pt x="181" y="98"/>
                    <a:pt x="204" y="98"/>
                  </a:cubicBezTo>
                  <a:cubicBezTo>
                    <a:pt x="249" y="98"/>
                    <a:pt x="156" y="55"/>
                    <a:pt x="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1"/>
            <p:cNvSpPr/>
            <p:nvPr/>
          </p:nvSpPr>
          <p:spPr>
            <a:xfrm>
              <a:off x="4535375" y="1529550"/>
              <a:ext cx="725" cy="725"/>
            </a:xfrm>
            <a:custGeom>
              <a:rect b="b" l="l" r="r" t="t"/>
              <a:pathLst>
                <a:path extrusionOk="0" h="29" w="29">
                  <a:moveTo>
                    <a:pt x="0" y="1"/>
                  </a:moveTo>
                  <a:cubicBezTo>
                    <a:pt x="0" y="1"/>
                    <a:pt x="0" y="29"/>
                    <a:pt x="0" y="29"/>
                  </a:cubicBezTo>
                  <a:lnTo>
                    <a:pt x="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1"/>
            <p:cNvSpPr/>
            <p:nvPr/>
          </p:nvSpPr>
          <p:spPr>
            <a:xfrm>
              <a:off x="4500975" y="1530250"/>
              <a:ext cx="55475" cy="28100"/>
            </a:xfrm>
            <a:custGeom>
              <a:rect b="b" l="l" r="r" t="t"/>
              <a:pathLst>
                <a:path extrusionOk="0" h="1124" w="2219">
                  <a:moveTo>
                    <a:pt x="1376" y="1"/>
                  </a:moveTo>
                  <a:lnTo>
                    <a:pt x="0" y="1124"/>
                  </a:lnTo>
                  <a:lnTo>
                    <a:pt x="2218" y="422"/>
                  </a:lnTo>
                  <a:lnTo>
                    <a:pt x="2218" y="422"/>
                  </a:lnTo>
                  <a:cubicBezTo>
                    <a:pt x="2086" y="435"/>
                    <a:pt x="1974" y="441"/>
                    <a:pt x="1880" y="441"/>
                  </a:cubicBezTo>
                  <a:cubicBezTo>
                    <a:pt x="1376" y="441"/>
                    <a:pt x="1376" y="261"/>
                    <a:pt x="1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1"/>
            <p:cNvSpPr/>
            <p:nvPr/>
          </p:nvSpPr>
          <p:spPr>
            <a:xfrm>
              <a:off x="3993525" y="951200"/>
              <a:ext cx="1504825" cy="2441325"/>
            </a:xfrm>
            <a:custGeom>
              <a:rect b="b" l="l" r="r" t="t"/>
              <a:pathLst>
                <a:path extrusionOk="0" h="97653" w="60193">
                  <a:moveTo>
                    <a:pt x="3763" y="5111"/>
                  </a:moveTo>
                  <a:cubicBezTo>
                    <a:pt x="3738" y="5310"/>
                    <a:pt x="3729" y="5388"/>
                    <a:pt x="3725" y="5388"/>
                  </a:cubicBezTo>
                  <a:cubicBezTo>
                    <a:pt x="3720" y="5388"/>
                    <a:pt x="3722" y="5267"/>
                    <a:pt x="3706" y="5111"/>
                  </a:cubicBezTo>
                  <a:close/>
                  <a:moveTo>
                    <a:pt x="20454" y="21169"/>
                  </a:moveTo>
                  <a:cubicBezTo>
                    <a:pt x="20449" y="21169"/>
                    <a:pt x="20444" y="21169"/>
                    <a:pt x="20439" y="21169"/>
                  </a:cubicBezTo>
                  <a:lnTo>
                    <a:pt x="20467" y="21169"/>
                  </a:lnTo>
                  <a:cubicBezTo>
                    <a:pt x="20463" y="21169"/>
                    <a:pt x="20458" y="21169"/>
                    <a:pt x="20454" y="21169"/>
                  </a:cubicBezTo>
                  <a:close/>
                  <a:moveTo>
                    <a:pt x="20635" y="21422"/>
                  </a:moveTo>
                  <a:lnTo>
                    <a:pt x="20635" y="21422"/>
                  </a:lnTo>
                  <a:cubicBezTo>
                    <a:pt x="20630" y="21434"/>
                    <a:pt x="20626" y="21445"/>
                    <a:pt x="20621" y="21457"/>
                  </a:cubicBezTo>
                  <a:lnTo>
                    <a:pt x="20621" y="21457"/>
                  </a:lnTo>
                  <a:cubicBezTo>
                    <a:pt x="20627" y="21445"/>
                    <a:pt x="20632" y="21433"/>
                    <a:pt x="20635" y="21422"/>
                  </a:cubicBezTo>
                  <a:close/>
                  <a:moveTo>
                    <a:pt x="16873" y="23612"/>
                  </a:moveTo>
                  <a:cubicBezTo>
                    <a:pt x="16781" y="23667"/>
                    <a:pt x="16737" y="23735"/>
                    <a:pt x="16694" y="23735"/>
                  </a:cubicBezTo>
                  <a:cubicBezTo>
                    <a:pt x="16676" y="23735"/>
                    <a:pt x="16658" y="23723"/>
                    <a:pt x="16637" y="23693"/>
                  </a:cubicBezTo>
                  <a:lnTo>
                    <a:pt x="16637" y="23693"/>
                  </a:lnTo>
                  <a:cubicBezTo>
                    <a:pt x="16713" y="23674"/>
                    <a:pt x="16791" y="23648"/>
                    <a:pt x="16873" y="23612"/>
                  </a:cubicBezTo>
                  <a:close/>
                  <a:moveTo>
                    <a:pt x="25995" y="31157"/>
                  </a:moveTo>
                  <a:cubicBezTo>
                    <a:pt x="25996" y="31159"/>
                    <a:pt x="25997" y="31161"/>
                    <a:pt x="25998" y="31164"/>
                  </a:cubicBezTo>
                  <a:cubicBezTo>
                    <a:pt x="25997" y="31161"/>
                    <a:pt x="25996" y="31159"/>
                    <a:pt x="25995" y="31157"/>
                  </a:cubicBezTo>
                  <a:close/>
                  <a:moveTo>
                    <a:pt x="25941" y="32933"/>
                  </a:moveTo>
                  <a:cubicBezTo>
                    <a:pt x="26194" y="32933"/>
                    <a:pt x="26194" y="33129"/>
                    <a:pt x="26082" y="33438"/>
                  </a:cubicBezTo>
                  <a:cubicBezTo>
                    <a:pt x="25913" y="33326"/>
                    <a:pt x="25857" y="33101"/>
                    <a:pt x="25941" y="32933"/>
                  </a:cubicBezTo>
                  <a:close/>
                  <a:moveTo>
                    <a:pt x="33746" y="43124"/>
                  </a:moveTo>
                  <a:lnTo>
                    <a:pt x="33746" y="43152"/>
                  </a:lnTo>
                  <a:cubicBezTo>
                    <a:pt x="33971" y="43208"/>
                    <a:pt x="34504" y="43292"/>
                    <a:pt x="34224" y="43573"/>
                  </a:cubicBezTo>
                  <a:cubicBezTo>
                    <a:pt x="34045" y="43626"/>
                    <a:pt x="33921" y="43649"/>
                    <a:pt x="33837" y="43649"/>
                  </a:cubicBezTo>
                  <a:cubicBezTo>
                    <a:pt x="33562" y="43649"/>
                    <a:pt x="33703" y="43403"/>
                    <a:pt x="33746" y="43124"/>
                  </a:cubicBezTo>
                  <a:close/>
                  <a:moveTo>
                    <a:pt x="35542" y="46188"/>
                  </a:moveTo>
                  <a:lnTo>
                    <a:pt x="35599" y="46268"/>
                  </a:lnTo>
                  <a:cubicBezTo>
                    <a:pt x="35589" y="46231"/>
                    <a:pt x="35568" y="46205"/>
                    <a:pt x="35542" y="46188"/>
                  </a:cubicBezTo>
                  <a:close/>
                  <a:moveTo>
                    <a:pt x="42566" y="58406"/>
                  </a:moveTo>
                  <a:lnTo>
                    <a:pt x="42590" y="58425"/>
                  </a:lnTo>
                  <a:cubicBezTo>
                    <a:pt x="42582" y="58418"/>
                    <a:pt x="42574" y="58412"/>
                    <a:pt x="42566" y="58406"/>
                  </a:cubicBezTo>
                  <a:close/>
                  <a:moveTo>
                    <a:pt x="45060" y="65022"/>
                  </a:moveTo>
                  <a:cubicBezTo>
                    <a:pt x="45072" y="65039"/>
                    <a:pt x="45083" y="65056"/>
                    <a:pt x="45094" y="65073"/>
                  </a:cubicBezTo>
                  <a:lnTo>
                    <a:pt x="45094" y="65073"/>
                  </a:lnTo>
                  <a:cubicBezTo>
                    <a:pt x="45085" y="65053"/>
                    <a:pt x="45074" y="65036"/>
                    <a:pt x="45060" y="65022"/>
                  </a:cubicBezTo>
                  <a:close/>
                  <a:moveTo>
                    <a:pt x="42141" y="74343"/>
                  </a:moveTo>
                  <a:lnTo>
                    <a:pt x="42141" y="74343"/>
                  </a:lnTo>
                  <a:cubicBezTo>
                    <a:pt x="42477" y="74568"/>
                    <a:pt x="42253" y="74568"/>
                    <a:pt x="42056" y="74568"/>
                  </a:cubicBezTo>
                  <a:lnTo>
                    <a:pt x="42141" y="74343"/>
                  </a:lnTo>
                  <a:close/>
                  <a:moveTo>
                    <a:pt x="46692" y="82445"/>
                  </a:moveTo>
                  <a:cubicBezTo>
                    <a:pt x="46672" y="82472"/>
                    <a:pt x="46652" y="82503"/>
                    <a:pt x="46632" y="82541"/>
                  </a:cubicBezTo>
                  <a:cubicBezTo>
                    <a:pt x="46654" y="82508"/>
                    <a:pt x="46674" y="82476"/>
                    <a:pt x="46692" y="82445"/>
                  </a:cubicBezTo>
                  <a:close/>
                  <a:moveTo>
                    <a:pt x="55111" y="83186"/>
                  </a:moveTo>
                  <a:cubicBezTo>
                    <a:pt x="55109" y="83203"/>
                    <a:pt x="55113" y="83219"/>
                    <a:pt x="55121" y="83237"/>
                  </a:cubicBezTo>
                  <a:lnTo>
                    <a:pt x="55121" y="83237"/>
                  </a:lnTo>
                  <a:lnTo>
                    <a:pt x="55111" y="83186"/>
                  </a:lnTo>
                  <a:close/>
                  <a:moveTo>
                    <a:pt x="562" y="1"/>
                  </a:moveTo>
                  <a:lnTo>
                    <a:pt x="562" y="1"/>
                  </a:lnTo>
                  <a:cubicBezTo>
                    <a:pt x="1" y="703"/>
                    <a:pt x="702" y="57"/>
                    <a:pt x="141" y="955"/>
                  </a:cubicBezTo>
                  <a:cubicBezTo>
                    <a:pt x="291" y="774"/>
                    <a:pt x="414" y="704"/>
                    <a:pt x="519" y="704"/>
                  </a:cubicBezTo>
                  <a:cubicBezTo>
                    <a:pt x="857" y="704"/>
                    <a:pt x="1009" y="1427"/>
                    <a:pt x="1309" y="1427"/>
                  </a:cubicBezTo>
                  <a:cubicBezTo>
                    <a:pt x="1402" y="1427"/>
                    <a:pt x="1509" y="1358"/>
                    <a:pt x="1640" y="1177"/>
                  </a:cubicBezTo>
                  <a:lnTo>
                    <a:pt x="1640" y="1177"/>
                  </a:lnTo>
                  <a:cubicBezTo>
                    <a:pt x="1062" y="2072"/>
                    <a:pt x="1694" y="2005"/>
                    <a:pt x="1208" y="3005"/>
                  </a:cubicBezTo>
                  <a:cubicBezTo>
                    <a:pt x="1341" y="2905"/>
                    <a:pt x="1444" y="2756"/>
                    <a:pt x="1536" y="2756"/>
                  </a:cubicBezTo>
                  <a:cubicBezTo>
                    <a:pt x="1599" y="2756"/>
                    <a:pt x="1656" y="2827"/>
                    <a:pt x="1713" y="3033"/>
                  </a:cubicBezTo>
                  <a:cubicBezTo>
                    <a:pt x="1797" y="3005"/>
                    <a:pt x="1882" y="3005"/>
                    <a:pt x="1994" y="2977"/>
                  </a:cubicBezTo>
                  <a:cubicBezTo>
                    <a:pt x="2022" y="2808"/>
                    <a:pt x="2106" y="2668"/>
                    <a:pt x="2190" y="2528"/>
                  </a:cubicBezTo>
                  <a:cubicBezTo>
                    <a:pt x="2254" y="2515"/>
                    <a:pt x="2315" y="2509"/>
                    <a:pt x="2375" y="2509"/>
                  </a:cubicBezTo>
                  <a:cubicBezTo>
                    <a:pt x="2969" y="2509"/>
                    <a:pt x="3354" y="3092"/>
                    <a:pt x="3763" y="3117"/>
                  </a:cubicBezTo>
                  <a:cubicBezTo>
                    <a:pt x="3819" y="3454"/>
                    <a:pt x="3398" y="3201"/>
                    <a:pt x="3257" y="3510"/>
                  </a:cubicBezTo>
                  <a:lnTo>
                    <a:pt x="3903" y="3566"/>
                  </a:lnTo>
                  <a:cubicBezTo>
                    <a:pt x="3492" y="3886"/>
                    <a:pt x="3452" y="4521"/>
                    <a:pt x="3075" y="4521"/>
                  </a:cubicBezTo>
                  <a:cubicBezTo>
                    <a:pt x="2988" y="4521"/>
                    <a:pt x="2883" y="4487"/>
                    <a:pt x="2752" y="4409"/>
                  </a:cubicBezTo>
                  <a:lnTo>
                    <a:pt x="2752" y="4409"/>
                  </a:lnTo>
                  <a:lnTo>
                    <a:pt x="3089" y="4970"/>
                  </a:lnTo>
                  <a:cubicBezTo>
                    <a:pt x="2976" y="5476"/>
                    <a:pt x="3145" y="6009"/>
                    <a:pt x="3538" y="6121"/>
                  </a:cubicBezTo>
                  <a:cubicBezTo>
                    <a:pt x="3594" y="6458"/>
                    <a:pt x="4549" y="6402"/>
                    <a:pt x="3987" y="6430"/>
                  </a:cubicBezTo>
                  <a:lnTo>
                    <a:pt x="4857" y="7104"/>
                  </a:lnTo>
                  <a:lnTo>
                    <a:pt x="4717" y="7188"/>
                  </a:lnTo>
                  <a:cubicBezTo>
                    <a:pt x="5166" y="8058"/>
                    <a:pt x="6682" y="8395"/>
                    <a:pt x="6317" y="9939"/>
                  </a:cubicBezTo>
                  <a:cubicBezTo>
                    <a:pt x="6710" y="10136"/>
                    <a:pt x="6991" y="10501"/>
                    <a:pt x="7103" y="10922"/>
                  </a:cubicBezTo>
                  <a:lnTo>
                    <a:pt x="6710" y="11315"/>
                  </a:lnTo>
                  <a:cubicBezTo>
                    <a:pt x="7081" y="11553"/>
                    <a:pt x="6927" y="12590"/>
                    <a:pt x="7403" y="12590"/>
                  </a:cubicBezTo>
                  <a:cubicBezTo>
                    <a:pt x="7432" y="12590"/>
                    <a:pt x="7463" y="12586"/>
                    <a:pt x="7496" y="12578"/>
                  </a:cubicBezTo>
                  <a:lnTo>
                    <a:pt x="7496" y="12578"/>
                  </a:lnTo>
                  <a:cubicBezTo>
                    <a:pt x="6486" y="13730"/>
                    <a:pt x="8311" y="14544"/>
                    <a:pt x="8479" y="15330"/>
                  </a:cubicBezTo>
                  <a:lnTo>
                    <a:pt x="9097" y="14965"/>
                  </a:lnTo>
                  <a:cubicBezTo>
                    <a:pt x="9349" y="15442"/>
                    <a:pt x="9770" y="15779"/>
                    <a:pt x="10360" y="16200"/>
                  </a:cubicBezTo>
                  <a:lnTo>
                    <a:pt x="10865" y="15835"/>
                  </a:lnTo>
                  <a:cubicBezTo>
                    <a:pt x="11595" y="16060"/>
                    <a:pt x="11230" y="17323"/>
                    <a:pt x="11736" y="18053"/>
                  </a:cubicBezTo>
                  <a:cubicBezTo>
                    <a:pt x="11712" y="18059"/>
                    <a:pt x="11690" y="18062"/>
                    <a:pt x="11670" y="18062"/>
                  </a:cubicBezTo>
                  <a:cubicBezTo>
                    <a:pt x="11500" y="18062"/>
                    <a:pt x="11458" y="17864"/>
                    <a:pt x="11483" y="17688"/>
                  </a:cubicBezTo>
                  <a:lnTo>
                    <a:pt x="11483" y="17688"/>
                  </a:lnTo>
                  <a:cubicBezTo>
                    <a:pt x="10809" y="19316"/>
                    <a:pt x="13533" y="19092"/>
                    <a:pt x="13139" y="20439"/>
                  </a:cubicBezTo>
                  <a:cubicBezTo>
                    <a:pt x="13392" y="20467"/>
                    <a:pt x="13533" y="20720"/>
                    <a:pt x="13420" y="20973"/>
                  </a:cubicBezTo>
                  <a:cubicBezTo>
                    <a:pt x="13420" y="20945"/>
                    <a:pt x="13392" y="20917"/>
                    <a:pt x="13364" y="20917"/>
                  </a:cubicBezTo>
                  <a:cubicBezTo>
                    <a:pt x="13364" y="20945"/>
                    <a:pt x="13392" y="20973"/>
                    <a:pt x="13420" y="21001"/>
                  </a:cubicBezTo>
                  <a:cubicBezTo>
                    <a:pt x="13364" y="21169"/>
                    <a:pt x="13308" y="21310"/>
                    <a:pt x="13280" y="21478"/>
                  </a:cubicBezTo>
                  <a:cubicBezTo>
                    <a:pt x="13364" y="21338"/>
                    <a:pt x="13420" y="21197"/>
                    <a:pt x="13448" y="21057"/>
                  </a:cubicBezTo>
                  <a:cubicBezTo>
                    <a:pt x="13589" y="21282"/>
                    <a:pt x="13813" y="21450"/>
                    <a:pt x="14038" y="21562"/>
                  </a:cubicBezTo>
                  <a:lnTo>
                    <a:pt x="13504" y="22012"/>
                  </a:lnTo>
                  <a:cubicBezTo>
                    <a:pt x="13533" y="22012"/>
                    <a:pt x="13533" y="22040"/>
                    <a:pt x="13561" y="22068"/>
                  </a:cubicBezTo>
                  <a:cubicBezTo>
                    <a:pt x="13535" y="22169"/>
                    <a:pt x="13561" y="22212"/>
                    <a:pt x="13618" y="22212"/>
                  </a:cubicBezTo>
                  <a:cubicBezTo>
                    <a:pt x="13753" y="22212"/>
                    <a:pt x="14063" y="21978"/>
                    <a:pt x="14319" y="21703"/>
                  </a:cubicBezTo>
                  <a:cubicBezTo>
                    <a:pt x="14487" y="21787"/>
                    <a:pt x="14655" y="21815"/>
                    <a:pt x="14852" y="21815"/>
                  </a:cubicBezTo>
                  <a:cubicBezTo>
                    <a:pt x="14010" y="22573"/>
                    <a:pt x="15554" y="22264"/>
                    <a:pt x="14684" y="23106"/>
                  </a:cubicBezTo>
                  <a:cubicBezTo>
                    <a:pt x="14719" y="23098"/>
                    <a:pt x="14754" y="23094"/>
                    <a:pt x="14788" y="23094"/>
                  </a:cubicBezTo>
                  <a:cubicBezTo>
                    <a:pt x="15232" y="23094"/>
                    <a:pt x="15651" y="23731"/>
                    <a:pt x="16343" y="23731"/>
                  </a:cubicBezTo>
                  <a:cubicBezTo>
                    <a:pt x="16432" y="23731"/>
                    <a:pt x="16526" y="23720"/>
                    <a:pt x="16625" y="23696"/>
                  </a:cubicBezTo>
                  <a:lnTo>
                    <a:pt x="16625" y="23696"/>
                  </a:lnTo>
                  <a:cubicBezTo>
                    <a:pt x="16679" y="24049"/>
                    <a:pt x="16717" y="24343"/>
                    <a:pt x="17154" y="24398"/>
                  </a:cubicBezTo>
                  <a:lnTo>
                    <a:pt x="16480" y="24959"/>
                  </a:lnTo>
                  <a:lnTo>
                    <a:pt x="17800" y="24959"/>
                  </a:lnTo>
                  <a:cubicBezTo>
                    <a:pt x="17585" y="25551"/>
                    <a:pt x="17421" y="25860"/>
                    <a:pt x="16716" y="25860"/>
                  </a:cubicBezTo>
                  <a:cubicBezTo>
                    <a:pt x="16685" y="25860"/>
                    <a:pt x="16654" y="25859"/>
                    <a:pt x="16621" y="25858"/>
                  </a:cubicBezTo>
                  <a:lnTo>
                    <a:pt x="16621" y="25858"/>
                  </a:lnTo>
                  <a:cubicBezTo>
                    <a:pt x="17996" y="26195"/>
                    <a:pt x="17351" y="26363"/>
                    <a:pt x="18642" y="26560"/>
                  </a:cubicBezTo>
                  <a:lnTo>
                    <a:pt x="18165" y="26812"/>
                  </a:lnTo>
                  <a:cubicBezTo>
                    <a:pt x="18333" y="27065"/>
                    <a:pt x="19204" y="27093"/>
                    <a:pt x="18895" y="27486"/>
                  </a:cubicBezTo>
                  <a:cubicBezTo>
                    <a:pt x="18333" y="28609"/>
                    <a:pt x="20467" y="30406"/>
                    <a:pt x="20495" y="32371"/>
                  </a:cubicBezTo>
                  <a:cubicBezTo>
                    <a:pt x="20757" y="32133"/>
                    <a:pt x="20898" y="32043"/>
                    <a:pt x="20968" y="32043"/>
                  </a:cubicBezTo>
                  <a:cubicBezTo>
                    <a:pt x="21188" y="32043"/>
                    <a:pt x="20703" y="32943"/>
                    <a:pt x="21094" y="32943"/>
                  </a:cubicBezTo>
                  <a:cubicBezTo>
                    <a:pt x="21163" y="32943"/>
                    <a:pt x="21260" y="32915"/>
                    <a:pt x="21393" y="32848"/>
                  </a:cubicBezTo>
                  <a:lnTo>
                    <a:pt x="21393" y="32848"/>
                  </a:lnTo>
                  <a:cubicBezTo>
                    <a:pt x="21135" y="33107"/>
                    <a:pt x="21067" y="33389"/>
                    <a:pt x="20730" y="33389"/>
                  </a:cubicBezTo>
                  <a:cubicBezTo>
                    <a:pt x="20701" y="33389"/>
                    <a:pt x="20669" y="33386"/>
                    <a:pt x="20635" y="33382"/>
                  </a:cubicBezTo>
                  <a:lnTo>
                    <a:pt x="20635" y="33382"/>
                  </a:lnTo>
                  <a:cubicBezTo>
                    <a:pt x="21382" y="33907"/>
                    <a:pt x="20794" y="34786"/>
                    <a:pt x="21929" y="34786"/>
                  </a:cubicBezTo>
                  <a:cubicBezTo>
                    <a:pt x="21946" y="34786"/>
                    <a:pt x="21964" y="34786"/>
                    <a:pt x="21983" y="34786"/>
                  </a:cubicBezTo>
                  <a:lnTo>
                    <a:pt x="21983" y="34786"/>
                  </a:lnTo>
                  <a:cubicBezTo>
                    <a:pt x="21702" y="35066"/>
                    <a:pt x="21421" y="34898"/>
                    <a:pt x="21253" y="35094"/>
                  </a:cubicBezTo>
                  <a:cubicBezTo>
                    <a:pt x="21365" y="35094"/>
                    <a:pt x="21702" y="35179"/>
                    <a:pt x="21534" y="35375"/>
                  </a:cubicBezTo>
                  <a:cubicBezTo>
                    <a:pt x="21480" y="35451"/>
                    <a:pt x="21418" y="35476"/>
                    <a:pt x="21349" y="35476"/>
                  </a:cubicBezTo>
                  <a:cubicBezTo>
                    <a:pt x="21238" y="35476"/>
                    <a:pt x="21111" y="35410"/>
                    <a:pt x="20972" y="35375"/>
                  </a:cubicBezTo>
                  <a:lnTo>
                    <a:pt x="20972" y="35375"/>
                  </a:lnTo>
                  <a:cubicBezTo>
                    <a:pt x="21163" y="35646"/>
                    <a:pt x="21422" y="35752"/>
                    <a:pt x="21720" y="35752"/>
                  </a:cubicBezTo>
                  <a:cubicBezTo>
                    <a:pt x="22257" y="35752"/>
                    <a:pt x="22924" y="35409"/>
                    <a:pt x="23555" y="35066"/>
                  </a:cubicBezTo>
                  <a:lnTo>
                    <a:pt x="23555" y="35066"/>
                  </a:lnTo>
                  <a:cubicBezTo>
                    <a:pt x="23368" y="35627"/>
                    <a:pt x="23473" y="35818"/>
                    <a:pt x="23966" y="35818"/>
                  </a:cubicBezTo>
                  <a:cubicBezTo>
                    <a:pt x="24066" y="35818"/>
                    <a:pt x="24181" y="35810"/>
                    <a:pt x="24313" y="35796"/>
                  </a:cubicBezTo>
                  <a:lnTo>
                    <a:pt x="24313" y="35796"/>
                  </a:lnTo>
                  <a:cubicBezTo>
                    <a:pt x="24153" y="36016"/>
                    <a:pt x="24008" y="36292"/>
                    <a:pt x="23796" y="36292"/>
                  </a:cubicBezTo>
                  <a:cubicBezTo>
                    <a:pt x="23710" y="36292"/>
                    <a:pt x="23613" y="36247"/>
                    <a:pt x="23499" y="36133"/>
                  </a:cubicBezTo>
                  <a:lnTo>
                    <a:pt x="23499" y="36133"/>
                  </a:lnTo>
                  <a:cubicBezTo>
                    <a:pt x="23599" y="36382"/>
                    <a:pt x="23919" y="37690"/>
                    <a:pt x="24538" y="37690"/>
                  </a:cubicBezTo>
                  <a:cubicBezTo>
                    <a:pt x="24617" y="37690"/>
                    <a:pt x="24701" y="37669"/>
                    <a:pt x="24790" y="37621"/>
                  </a:cubicBezTo>
                  <a:lnTo>
                    <a:pt x="24790" y="37621"/>
                  </a:lnTo>
                  <a:cubicBezTo>
                    <a:pt x="24650" y="37818"/>
                    <a:pt x="24959" y="38014"/>
                    <a:pt x="25071" y="38042"/>
                  </a:cubicBezTo>
                  <a:cubicBezTo>
                    <a:pt x="25240" y="38491"/>
                    <a:pt x="25492" y="38913"/>
                    <a:pt x="25773" y="39306"/>
                  </a:cubicBezTo>
                  <a:lnTo>
                    <a:pt x="25801" y="39081"/>
                  </a:lnTo>
                  <a:cubicBezTo>
                    <a:pt x="25998" y="39019"/>
                    <a:pt x="26139" y="38992"/>
                    <a:pt x="26241" y="38992"/>
                  </a:cubicBezTo>
                  <a:cubicBezTo>
                    <a:pt x="26694" y="38992"/>
                    <a:pt x="26379" y="39518"/>
                    <a:pt x="26700" y="39839"/>
                  </a:cubicBezTo>
                  <a:lnTo>
                    <a:pt x="26587" y="39895"/>
                  </a:lnTo>
                  <a:cubicBezTo>
                    <a:pt x="26559" y="41383"/>
                    <a:pt x="27205" y="40176"/>
                    <a:pt x="27036" y="41692"/>
                  </a:cubicBezTo>
                  <a:lnTo>
                    <a:pt x="27598" y="41299"/>
                  </a:lnTo>
                  <a:cubicBezTo>
                    <a:pt x="27771" y="41218"/>
                    <a:pt x="27895" y="41182"/>
                    <a:pt x="27982" y="41182"/>
                  </a:cubicBezTo>
                  <a:cubicBezTo>
                    <a:pt x="28561" y="41182"/>
                    <a:pt x="27512" y="42750"/>
                    <a:pt x="28244" y="43068"/>
                  </a:cubicBezTo>
                  <a:lnTo>
                    <a:pt x="28468" y="42647"/>
                  </a:lnTo>
                  <a:lnTo>
                    <a:pt x="28468" y="42647"/>
                  </a:lnTo>
                  <a:cubicBezTo>
                    <a:pt x="29086" y="42731"/>
                    <a:pt x="27289" y="44584"/>
                    <a:pt x="27317" y="45005"/>
                  </a:cubicBezTo>
                  <a:cubicBezTo>
                    <a:pt x="27300" y="45048"/>
                    <a:pt x="27272" y="45064"/>
                    <a:pt x="27238" y="45064"/>
                  </a:cubicBezTo>
                  <a:cubicBezTo>
                    <a:pt x="27160" y="45064"/>
                    <a:pt x="27050" y="44979"/>
                    <a:pt x="26952" y="44921"/>
                  </a:cubicBezTo>
                  <a:lnTo>
                    <a:pt x="26952" y="44921"/>
                  </a:lnTo>
                  <a:cubicBezTo>
                    <a:pt x="26875" y="45323"/>
                    <a:pt x="26921" y="45451"/>
                    <a:pt x="27038" y="45451"/>
                  </a:cubicBezTo>
                  <a:cubicBezTo>
                    <a:pt x="27245" y="45451"/>
                    <a:pt x="27675" y="45051"/>
                    <a:pt x="28049" y="45051"/>
                  </a:cubicBezTo>
                  <a:cubicBezTo>
                    <a:pt x="28159" y="45051"/>
                    <a:pt x="28263" y="45085"/>
                    <a:pt x="28356" y="45173"/>
                  </a:cubicBezTo>
                  <a:cubicBezTo>
                    <a:pt x="27991" y="45538"/>
                    <a:pt x="27205" y="45622"/>
                    <a:pt x="27373" y="46100"/>
                  </a:cubicBezTo>
                  <a:cubicBezTo>
                    <a:pt x="27177" y="46521"/>
                    <a:pt x="29451" y="46661"/>
                    <a:pt x="29002" y="47728"/>
                  </a:cubicBezTo>
                  <a:cubicBezTo>
                    <a:pt x="29205" y="47480"/>
                    <a:pt x="29408" y="47231"/>
                    <a:pt x="29684" y="47231"/>
                  </a:cubicBezTo>
                  <a:cubicBezTo>
                    <a:pt x="29752" y="47231"/>
                    <a:pt x="29823" y="47246"/>
                    <a:pt x="29900" y="47279"/>
                  </a:cubicBezTo>
                  <a:cubicBezTo>
                    <a:pt x="30279" y="47685"/>
                    <a:pt x="29456" y="49138"/>
                    <a:pt x="30533" y="49138"/>
                  </a:cubicBezTo>
                  <a:cubicBezTo>
                    <a:pt x="30572" y="49138"/>
                    <a:pt x="30614" y="49136"/>
                    <a:pt x="30658" y="49132"/>
                  </a:cubicBezTo>
                  <a:lnTo>
                    <a:pt x="30658" y="49132"/>
                  </a:lnTo>
                  <a:cubicBezTo>
                    <a:pt x="30602" y="49216"/>
                    <a:pt x="30518" y="49300"/>
                    <a:pt x="30433" y="49356"/>
                  </a:cubicBezTo>
                  <a:cubicBezTo>
                    <a:pt x="30886" y="49569"/>
                    <a:pt x="31439" y="50261"/>
                    <a:pt x="32093" y="50261"/>
                  </a:cubicBezTo>
                  <a:cubicBezTo>
                    <a:pt x="32129" y="50261"/>
                    <a:pt x="32165" y="50259"/>
                    <a:pt x="32202" y="50255"/>
                  </a:cubicBezTo>
                  <a:lnTo>
                    <a:pt x="32202" y="50255"/>
                  </a:lnTo>
                  <a:cubicBezTo>
                    <a:pt x="30321" y="51659"/>
                    <a:pt x="34392" y="52052"/>
                    <a:pt x="32483" y="53034"/>
                  </a:cubicBezTo>
                  <a:lnTo>
                    <a:pt x="33157" y="54129"/>
                  </a:lnTo>
                  <a:lnTo>
                    <a:pt x="32932" y="54185"/>
                  </a:lnTo>
                  <a:cubicBezTo>
                    <a:pt x="33185" y="54971"/>
                    <a:pt x="33746" y="55027"/>
                    <a:pt x="34336" y="55056"/>
                  </a:cubicBezTo>
                  <a:cubicBezTo>
                    <a:pt x="34280" y="55280"/>
                    <a:pt x="34055" y="55252"/>
                    <a:pt x="33943" y="55280"/>
                  </a:cubicBezTo>
                  <a:cubicBezTo>
                    <a:pt x="34083" y="56572"/>
                    <a:pt x="34195" y="56628"/>
                    <a:pt x="35599" y="57077"/>
                  </a:cubicBezTo>
                  <a:lnTo>
                    <a:pt x="35010" y="57470"/>
                  </a:lnTo>
                  <a:cubicBezTo>
                    <a:pt x="35487" y="57554"/>
                    <a:pt x="34729" y="59491"/>
                    <a:pt x="35908" y="60249"/>
                  </a:cubicBezTo>
                  <a:cubicBezTo>
                    <a:pt x="35852" y="60263"/>
                    <a:pt x="35796" y="60270"/>
                    <a:pt x="35740" y="60270"/>
                  </a:cubicBezTo>
                  <a:cubicBezTo>
                    <a:pt x="35683" y="60270"/>
                    <a:pt x="35627" y="60263"/>
                    <a:pt x="35571" y="60249"/>
                  </a:cubicBezTo>
                  <a:lnTo>
                    <a:pt x="35571" y="60249"/>
                  </a:lnTo>
                  <a:cubicBezTo>
                    <a:pt x="36730" y="61073"/>
                    <a:pt x="35291" y="63455"/>
                    <a:pt x="36993" y="63455"/>
                  </a:cubicBezTo>
                  <a:cubicBezTo>
                    <a:pt x="37147" y="63455"/>
                    <a:pt x="37327" y="63436"/>
                    <a:pt x="37536" y="63394"/>
                  </a:cubicBezTo>
                  <a:lnTo>
                    <a:pt x="38463" y="63983"/>
                  </a:lnTo>
                  <a:cubicBezTo>
                    <a:pt x="38340" y="63422"/>
                    <a:pt x="38590" y="63348"/>
                    <a:pt x="38906" y="63348"/>
                  </a:cubicBezTo>
                  <a:cubicBezTo>
                    <a:pt x="39018" y="63348"/>
                    <a:pt x="39139" y="63357"/>
                    <a:pt x="39254" y="63357"/>
                  </a:cubicBezTo>
                  <a:cubicBezTo>
                    <a:pt x="39477" y="63357"/>
                    <a:pt x="39678" y="63322"/>
                    <a:pt x="39754" y="63113"/>
                  </a:cubicBezTo>
                  <a:lnTo>
                    <a:pt x="39754" y="63113"/>
                  </a:lnTo>
                  <a:cubicBezTo>
                    <a:pt x="40009" y="63414"/>
                    <a:pt x="39653" y="64152"/>
                    <a:pt x="39332" y="64152"/>
                  </a:cubicBezTo>
                  <a:cubicBezTo>
                    <a:pt x="39263" y="64152"/>
                    <a:pt x="39196" y="64119"/>
                    <a:pt x="39137" y="64039"/>
                  </a:cubicBezTo>
                  <a:lnTo>
                    <a:pt x="39221" y="63899"/>
                  </a:lnTo>
                  <a:lnTo>
                    <a:pt x="39221" y="63899"/>
                  </a:lnTo>
                  <a:cubicBezTo>
                    <a:pt x="37929" y="64208"/>
                    <a:pt x="39333" y="65387"/>
                    <a:pt x="38491" y="65724"/>
                  </a:cubicBezTo>
                  <a:cubicBezTo>
                    <a:pt x="39417" y="67773"/>
                    <a:pt x="39614" y="70132"/>
                    <a:pt x="40484" y="72153"/>
                  </a:cubicBezTo>
                  <a:lnTo>
                    <a:pt x="41298" y="71479"/>
                  </a:lnTo>
                  <a:lnTo>
                    <a:pt x="41579" y="72181"/>
                  </a:lnTo>
                  <a:cubicBezTo>
                    <a:pt x="41493" y="72353"/>
                    <a:pt x="41281" y="72535"/>
                    <a:pt x="41085" y="72535"/>
                  </a:cubicBezTo>
                  <a:cubicBezTo>
                    <a:pt x="40960" y="72535"/>
                    <a:pt x="40841" y="72462"/>
                    <a:pt x="40765" y="72265"/>
                  </a:cubicBezTo>
                  <a:lnTo>
                    <a:pt x="40765" y="72265"/>
                  </a:lnTo>
                  <a:cubicBezTo>
                    <a:pt x="40449" y="72672"/>
                    <a:pt x="41187" y="72824"/>
                    <a:pt x="41604" y="72824"/>
                  </a:cubicBezTo>
                  <a:cubicBezTo>
                    <a:pt x="41706" y="72824"/>
                    <a:pt x="41788" y="72815"/>
                    <a:pt x="41832" y="72799"/>
                  </a:cubicBezTo>
                  <a:lnTo>
                    <a:pt x="41832" y="72799"/>
                  </a:lnTo>
                  <a:cubicBezTo>
                    <a:pt x="41864" y="73235"/>
                    <a:pt x="41681" y="73353"/>
                    <a:pt x="41452" y="73353"/>
                  </a:cubicBezTo>
                  <a:cubicBezTo>
                    <a:pt x="41178" y="73353"/>
                    <a:pt x="40837" y="73185"/>
                    <a:pt x="40718" y="73185"/>
                  </a:cubicBezTo>
                  <a:cubicBezTo>
                    <a:pt x="40680" y="73185"/>
                    <a:pt x="40664" y="73202"/>
                    <a:pt x="40681" y="73248"/>
                  </a:cubicBezTo>
                  <a:lnTo>
                    <a:pt x="40933" y="73613"/>
                  </a:lnTo>
                  <a:lnTo>
                    <a:pt x="41018" y="73473"/>
                  </a:lnTo>
                  <a:cubicBezTo>
                    <a:pt x="41551" y="73613"/>
                    <a:pt x="41944" y="73445"/>
                    <a:pt x="42197" y="74062"/>
                  </a:cubicBezTo>
                  <a:cubicBezTo>
                    <a:pt x="42197" y="74511"/>
                    <a:pt x="41748" y="74539"/>
                    <a:pt x="41776" y="74680"/>
                  </a:cubicBezTo>
                  <a:cubicBezTo>
                    <a:pt x="41719" y="74736"/>
                    <a:pt x="41719" y="74792"/>
                    <a:pt x="41860" y="74932"/>
                  </a:cubicBezTo>
                  <a:lnTo>
                    <a:pt x="42253" y="75831"/>
                  </a:lnTo>
                  <a:lnTo>
                    <a:pt x="42786" y="75017"/>
                  </a:lnTo>
                  <a:cubicBezTo>
                    <a:pt x="43140" y="75123"/>
                    <a:pt x="43204" y="75419"/>
                    <a:pt x="43351" y="75419"/>
                  </a:cubicBezTo>
                  <a:cubicBezTo>
                    <a:pt x="43436" y="75419"/>
                    <a:pt x="43550" y="75318"/>
                    <a:pt x="43767" y="75020"/>
                  </a:cubicBezTo>
                  <a:lnTo>
                    <a:pt x="43767" y="75020"/>
                  </a:lnTo>
                  <a:cubicBezTo>
                    <a:pt x="43321" y="75637"/>
                    <a:pt x="43629" y="76478"/>
                    <a:pt x="44078" y="77235"/>
                  </a:cubicBezTo>
                  <a:cubicBezTo>
                    <a:pt x="44527" y="77993"/>
                    <a:pt x="45060" y="78638"/>
                    <a:pt x="44976" y="78919"/>
                  </a:cubicBezTo>
                  <a:cubicBezTo>
                    <a:pt x="45818" y="79116"/>
                    <a:pt x="46127" y="79593"/>
                    <a:pt x="46464" y="80239"/>
                  </a:cubicBezTo>
                  <a:cubicBezTo>
                    <a:pt x="46484" y="80063"/>
                    <a:pt x="46830" y="79723"/>
                    <a:pt x="47124" y="79723"/>
                  </a:cubicBezTo>
                  <a:cubicBezTo>
                    <a:pt x="47252" y="79723"/>
                    <a:pt x="47370" y="79788"/>
                    <a:pt x="47447" y="79958"/>
                  </a:cubicBezTo>
                  <a:cubicBezTo>
                    <a:pt x="45836" y="80804"/>
                    <a:pt x="47331" y="81332"/>
                    <a:pt x="46692" y="82445"/>
                  </a:cubicBezTo>
                  <a:lnTo>
                    <a:pt x="46692" y="82445"/>
                  </a:lnTo>
                  <a:cubicBezTo>
                    <a:pt x="46754" y="82363"/>
                    <a:pt x="46822" y="82330"/>
                    <a:pt x="46892" y="82330"/>
                  </a:cubicBezTo>
                  <a:cubicBezTo>
                    <a:pt x="47204" y="82330"/>
                    <a:pt x="47589" y="82975"/>
                    <a:pt x="47976" y="82975"/>
                  </a:cubicBezTo>
                  <a:cubicBezTo>
                    <a:pt x="48138" y="82975"/>
                    <a:pt x="48300" y="82862"/>
                    <a:pt x="48457" y="82541"/>
                  </a:cubicBezTo>
                  <a:lnTo>
                    <a:pt x="48457" y="82541"/>
                  </a:lnTo>
                  <a:cubicBezTo>
                    <a:pt x="48626" y="83046"/>
                    <a:pt x="47896" y="82990"/>
                    <a:pt x="47755" y="83551"/>
                  </a:cubicBezTo>
                  <a:cubicBezTo>
                    <a:pt x="49075" y="84113"/>
                    <a:pt x="48963" y="86022"/>
                    <a:pt x="50030" y="87033"/>
                  </a:cubicBezTo>
                  <a:cubicBezTo>
                    <a:pt x="50214" y="86927"/>
                    <a:pt x="50374" y="86550"/>
                    <a:pt x="50786" y="86550"/>
                  </a:cubicBezTo>
                  <a:cubicBezTo>
                    <a:pt x="50814" y="86550"/>
                    <a:pt x="50842" y="86552"/>
                    <a:pt x="50872" y="86555"/>
                  </a:cubicBezTo>
                  <a:lnTo>
                    <a:pt x="50310" y="87875"/>
                  </a:lnTo>
                  <a:cubicBezTo>
                    <a:pt x="50340" y="87893"/>
                    <a:pt x="50379" y="87900"/>
                    <a:pt x="50424" y="87900"/>
                  </a:cubicBezTo>
                  <a:cubicBezTo>
                    <a:pt x="50631" y="87900"/>
                    <a:pt x="50967" y="87742"/>
                    <a:pt x="51164" y="87742"/>
                  </a:cubicBezTo>
                  <a:cubicBezTo>
                    <a:pt x="51323" y="87742"/>
                    <a:pt x="51393" y="87844"/>
                    <a:pt x="51237" y="88212"/>
                  </a:cubicBezTo>
                  <a:cubicBezTo>
                    <a:pt x="51358" y="88042"/>
                    <a:pt x="51521" y="87830"/>
                    <a:pt x="51672" y="87830"/>
                  </a:cubicBezTo>
                  <a:cubicBezTo>
                    <a:pt x="51696" y="87830"/>
                    <a:pt x="51719" y="87835"/>
                    <a:pt x="51742" y="87847"/>
                  </a:cubicBezTo>
                  <a:cubicBezTo>
                    <a:pt x="52051" y="89363"/>
                    <a:pt x="53062" y="90430"/>
                    <a:pt x="53876" y="91581"/>
                  </a:cubicBezTo>
                  <a:cubicBezTo>
                    <a:pt x="54072" y="91890"/>
                    <a:pt x="54269" y="92170"/>
                    <a:pt x="54437" y="92507"/>
                  </a:cubicBezTo>
                  <a:cubicBezTo>
                    <a:pt x="54606" y="92788"/>
                    <a:pt x="54746" y="93125"/>
                    <a:pt x="54858" y="93462"/>
                  </a:cubicBezTo>
                  <a:cubicBezTo>
                    <a:pt x="54943" y="93827"/>
                    <a:pt x="54999" y="94192"/>
                    <a:pt x="55027" y="94557"/>
                  </a:cubicBezTo>
                  <a:cubicBezTo>
                    <a:pt x="54999" y="94950"/>
                    <a:pt x="54943" y="95343"/>
                    <a:pt x="54830" y="95736"/>
                  </a:cubicBezTo>
                  <a:cubicBezTo>
                    <a:pt x="54960" y="95502"/>
                    <a:pt x="55060" y="95418"/>
                    <a:pt x="55144" y="95418"/>
                  </a:cubicBezTo>
                  <a:cubicBezTo>
                    <a:pt x="55241" y="95418"/>
                    <a:pt x="55316" y="95531"/>
                    <a:pt x="55392" y="95652"/>
                  </a:cubicBezTo>
                  <a:cubicBezTo>
                    <a:pt x="55420" y="95455"/>
                    <a:pt x="55953" y="95427"/>
                    <a:pt x="56262" y="95259"/>
                  </a:cubicBezTo>
                  <a:lnTo>
                    <a:pt x="56262" y="95259"/>
                  </a:lnTo>
                  <a:cubicBezTo>
                    <a:pt x="56122" y="95736"/>
                    <a:pt x="55953" y="96213"/>
                    <a:pt x="55785" y="96662"/>
                  </a:cubicBezTo>
                  <a:cubicBezTo>
                    <a:pt x="55826" y="96657"/>
                    <a:pt x="55865" y="96655"/>
                    <a:pt x="55902" y="96655"/>
                  </a:cubicBezTo>
                  <a:cubicBezTo>
                    <a:pt x="56286" y="96655"/>
                    <a:pt x="56410" y="96911"/>
                    <a:pt x="56487" y="97168"/>
                  </a:cubicBezTo>
                  <a:cubicBezTo>
                    <a:pt x="56588" y="97422"/>
                    <a:pt x="56667" y="97653"/>
                    <a:pt x="57014" y="97653"/>
                  </a:cubicBezTo>
                  <a:cubicBezTo>
                    <a:pt x="57050" y="97653"/>
                    <a:pt x="57090" y="97650"/>
                    <a:pt x="57132" y="97645"/>
                  </a:cubicBezTo>
                  <a:lnTo>
                    <a:pt x="56880" y="97336"/>
                  </a:lnTo>
                  <a:lnTo>
                    <a:pt x="56880" y="97336"/>
                  </a:lnTo>
                  <a:cubicBezTo>
                    <a:pt x="56938" y="97345"/>
                    <a:pt x="56996" y="97349"/>
                    <a:pt x="57054" y="97349"/>
                  </a:cubicBezTo>
                  <a:cubicBezTo>
                    <a:pt x="57547" y="97349"/>
                    <a:pt x="57999" y="97040"/>
                    <a:pt x="58452" y="96662"/>
                  </a:cubicBezTo>
                  <a:cubicBezTo>
                    <a:pt x="58985" y="96241"/>
                    <a:pt x="59519" y="95736"/>
                    <a:pt x="60164" y="95567"/>
                  </a:cubicBezTo>
                  <a:cubicBezTo>
                    <a:pt x="59491" y="95455"/>
                    <a:pt x="59771" y="94950"/>
                    <a:pt x="59940" y="94360"/>
                  </a:cubicBezTo>
                  <a:cubicBezTo>
                    <a:pt x="60136" y="93799"/>
                    <a:pt x="60193" y="93181"/>
                    <a:pt x="59210" y="93069"/>
                  </a:cubicBezTo>
                  <a:cubicBezTo>
                    <a:pt x="59277" y="92934"/>
                    <a:pt x="59367" y="92907"/>
                    <a:pt x="59465" y="92907"/>
                  </a:cubicBezTo>
                  <a:cubicBezTo>
                    <a:pt x="59530" y="92907"/>
                    <a:pt x="59599" y="92919"/>
                    <a:pt x="59667" y="92919"/>
                  </a:cubicBezTo>
                  <a:cubicBezTo>
                    <a:pt x="59753" y="92919"/>
                    <a:pt x="59837" y="92900"/>
                    <a:pt x="59912" y="92816"/>
                  </a:cubicBezTo>
                  <a:cubicBezTo>
                    <a:pt x="59294" y="92816"/>
                    <a:pt x="59070" y="92592"/>
                    <a:pt x="59013" y="91946"/>
                  </a:cubicBezTo>
                  <a:lnTo>
                    <a:pt x="59182" y="91946"/>
                  </a:lnTo>
                  <a:cubicBezTo>
                    <a:pt x="58985" y="91637"/>
                    <a:pt x="58817" y="91328"/>
                    <a:pt x="58705" y="90963"/>
                  </a:cubicBezTo>
                  <a:cubicBezTo>
                    <a:pt x="58592" y="90682"/>
                    <a:pt x="58508" y="90374"/>
                    <a:pt x="58424" y="90065"/>
                  </a:cubicBezTo>
                  <a:cubicBezTo>
                    <a:pt x="58283" y="89335"/>
                    <a:pt x="58087" y="88605"/>
                    <a:pt x="57834" y="87903"/>
                  </a:cubicBezTo>
                  <a:lnTo>
                    <a:pt x="57357" y="88380"/>
                  </a:lnTo>
                  <a:cubicBezTo>
                    <a:pt x="57273" y="88100"/>
                    <a:pt x="57301" y="87819"/>
                    <a:pt x="57385" y="87566"/>
                  </a:cubicBezTo>
                  <a:lnTo>
                    <a:pt x="57385" y="87566"/>
                  </a:lnTo>
                  <a:cubicBezTo>
                    <a:pt x="56852" y="87650"/>
                    <a:pt x="56992" y="87903"/>
                    <a:pt x="57104" y="88128"/>
                  </a:cubicBezTo>
                  <a:cubicBezTo>
                    <a:pt x="57245" y="88380"/>
                    <a:pt x="57357" y="88661"/>
                    <a:pt x="56767" y="88773"/>
                  </a:cubicBezTo>
                  <a:cubicBezTo>
                    <a:pt x="57217" y="88184"/>
                    <a:pt x="56852" y="87622"/>
                    <a:pt x="56515" y="87061"/>
                  </a:cubicBezTo>
                  <a:cubicBezTo>
                    <a:pt x="56178" y="86471"/>
                    <a:pt x="55841" y="85938"/>
                    <a:pt x="56402" y="85348"/>
                  </a:cubicBezTo>
                  <a:cubicBezTo>
                    <a:pt x="56338" y="85257"/>
                    <a:pt x="56278" y="85222"/>
                    <a:pt x="56220" y="85222"/>
                  </a:cubicBezTo>
                  <a:cubicBezTo>
                    <a:pt x="56034" y="85222"/>
                    <a:pt x="55877" y="85587"/>
                    <a:pt x="55701" y="85587"/>
                  </a:cubicBezTo>
                  <a:cubicBezTo>
                    <a:pt x="55647" y="85587"/>
                    <a:pt x="55591" y="85552"/>
                    <a:pt x="55532" y="85461"/>
                  </a:cubicBezTo>
                  <a:lnTo>
                    <a:pt x="55785" y="85096"/>
                  </a:lnTo>
                  <a:lnTo>
                    <a:pt x="55251" y="85292"/>
                  </a:lnTo>
                  <a:cubicBezTo>
                    <a:pt x="55111" y="84927"/>
                    <a:pt x="55420" y="84450"/>
                    <a:pt x="55701" y="84253"/>
                  </a:cubicBezTo>
                  <a:cubicBezTo>
                    <a:pt x="55729" y="84338"/>
                    <a:pt x="55925" y="84394"/>
                    <a:pt x="56009" y="84478"/>
                  </a:cubicBezTo>
                  <a:cubicBezTo>
                    <a:pt x="56114" y="83826"/>
                    <a:pt x="55226" y="83465"/>
                    <a:pt x="55121" y="83237"/>
                  </a:cubicBezTo>
                  <a:lnTo>
                    <a:pt x="55121" y="83237"/>
                  </a:lnTo>
                  <a:lnTo>
                    <a:pt x="55223" y="83776"/>
                  </a:lnTo>
                  <a:cubicBezTo>
                    <a:pt x="53960" y="82737"/>
                    <a:pt x="53286" y="80856"/>
                    <a:pt x="51742" y="80154"/>
                  </a:cubicBezTo>
                  <a:lnTo>
                    <a:pt x="51546" y="80435"/>
                  </a:lnTo>
                  <a:cubicBezTo>
                    <a:pt x="50423" y="79846"/>
                    <a:pt x="51293" y="79509"/>
                    <a:pt x="50366" y="78638"/>
                  </a:cubicBezTo>
                  <a:lnTo>
                    <a:pt x="50451" y="78638"/>
                  </a:lnTo>
                  <a:cubicBezTo>
                    <a:pt x="50086" y="78638"/>
                    <a:pt x="49749" y="78442"/>
                    <a:pt x="49580" y="78133"/>
                  </a:cubicBezTo>
                  <a:lnTo>
                    <a:pt x="49580" y="78133"/>
                  </a:lnTo>
                  <a:cubicBezTo>
                    <a:pt x="49594" y="78135"/>
                    <a:pt x="49608" y="78135"/>
                    <a:pt x="49621" y="78135"/>
                  </a:cubicBezTo>
                  <a:cubicBezTo>
                    <a:pt x="50020" y="78135"/>
                    <a:pt x="49870" y="77366"/>
                    <a:pt x="50306" y="77366"/>
                  </a:cubicBezTo>
                  <a:cubicBezTo>
                    <a:pt x="50333" y="77366"/>
                    <a:pt x="50362" y="77369"/>
                    <a:pt x="50394" y="77375"/>
                  </a:cubicBezTo>
                  <a:cubicBezTo>
                    <a:pt x="49875" y="77091"/>
                    <a:pt x="49672" y="77013"/>
                    <a:pt x="49487" y="77013"/>
                  </a:cubicBezTo>
                  <a:cubicBezTo>
                    <a:pt x="49265" y="77013"/>
                    <a:pt x="49071" y="77124"/>
                    <a:pt x="48394" y="77124"/>
                  </a:cubicBezTo>
                  <a:cubicBezTo>
                    <a:pt x="48352" y="77124"/>
                    <a:pt x="48307" y="77123"/>
                    <a:pt x="48261" y="77122"/>
                  </a:cubicBezTo>
                  <a:lnTo>
                    <a:pt x="48598" y="76701"/>
                  </a:lnTo>
                  <a:cubicBezTo>
                    <a:pt x="48400" y="76701"/>
                    <a:pt x="48245" y="76720"/>
                    <a:pt x="48105" y="76720"/>
                  </a:cubicBezTo>
                  <a:cubicBezTo>
                    <a:pt x="47867" y="76720"/>
                    <a:pt x="47673" y="76665"/>
                    <a:pt x="47391" y="76364"/>
                  </a:cubicBezTo>
                  <a:lnTo>
                    <a:pt x="47391" y="76364"/>
                  </a:lnTo>
                  <a:cubicBezTo>
                    <a:pt x="47453" y="76383"/>
                    <a:pt x="47508" y="76392"/>
                    <a:pt x="47557" y="76392"/>
                  </a:cubicBezTo>
                  <a:cubicBezTo>
                    <a:pt x="47970" y="76392"/>
                    <a:pt x="47954" y="75782"/>
                    <a:pt x="48496" y="75782"/>
                  </a:cubicBezTo>
                  <a:cubicBezTo>
                    <a:pt x="48552" y="75782"/>
                    <a:pt x="48613" y="75789"/>
                    <a:pt x="48682" y="75803"/>
                  </a:cubicBezTo>
                  <a:cubicBezTo>
                    <a:pt x="48822" y="74961"/>
                    <a:pt x="48345" y="74708"/>
                    <a:pt x="47980" y="74511"/>
                  </a:cubicBezTo>
                  <a:cubicBezTo>
                    <a:pt x="47587" y="74287"/>
                    <a:pt x="47306" y="74090"/>
                    <a:pt x="47896" y="73445"/>
                  </a:cubicBezTo>
                  <a:lnTo>
                    <a:pt x="47896" y="73445"/>
                  </a:lnTo>
                  <a:cubicBezTo>
                    <a:pt x="46440" y="73630"/>
                    <a:pt x="47580" y="74664"/>
                    <a:pt x="47362" y="74664"/>
                  </a:cubicBezTo>
                  <a:cubicBezTo>
                    <a:pt x="47349" y="74664"/>
                    <a:pt x="47330" y="74660"/>
                    <a:pt x="47306" y="74652"/>
                  </a:cubicBezTo>
                  <a:cubicBezTo>
                    <a:pt x="47212" y="74812"/>
                    <a:pt x="47048" y="74877"/>
                    <a:pt x="46868" y="74877"/>
                  </a:cubicBezTo>
                  <a:cubicBezTo>
                    <a:pt x="46514" y="74877"/>
                    <a:pt x="46099" y="74623"/>
                    <a:pt x="46043" y="74343"/>
                  </a:cubicBezTo>
                  <a:cubicBezTo>
                    <a:pt x="45877" y="73957"/>
                    <a:pt x="47284" y="72893"/>
                    <a:pt x="46880" y="72003"/>
                  </a:cubicBezTo>
                  <a:lnTo>
                    <a:pt x="46880" y="72003"/>
                  </a:lnTo>
                  <a:cubicBezTo>
                    <a:pt x="46924" y="72053"/>
                    <a:pt x="47003" y="72028"/>
                    <a:pt x="47026" y="72097"/>
                  </a:cubicBezTo>
                  <a:cubicBezTo>
                    <a:pt x="47166" y="71620"/>
                    <a:pt x="46239" y="71676"/>
                    <a:pt x="46576" y="70974"/>
                  </a:cubicBezTo>
                  <a:lnTo>
                    <a:pt x="46576" y="70974"/>
                  </a:lnTo>
                  <a:cubicBezTo>
                    <a:pt x="46480" y="70992"/>
                    <a:pt x="46402" y="71000"/>
                    <a:pt x="46338" y="71000"/>
                  </a:cubicBezTo>
                  <a:cubicBezTo>
                    <a:pt x="45940" y="71000"/>
                    <a:pt x="46080" y="70701"/>
                    <a:pt x="45798" y="70701"/>
                  </a:cubicBezTo>
                  <a:cubicBezTo>
                    <a:pt x="45700" y="70701"/>
                    <a:pt x="45552" y="70737"/>
                    <a:pt x="45313" y="70834"/>
                  </a:cubicBezTo>
                  <a:cubicBezTo>
                    <a:pt x="45538" y="71086"/>
                    <a:pt x="45734" y="71339"/>
                    <a:pt x="45959" y="71564"/>
                  </a:cubicBezTo>
                  <a:cubicBezTo>
                    <a:pt x="45453" y="71227"/>
                    <a:pt x="44078" y="71311"/>
                    <a:pt x="44246" y="70244"/>
                  </a:cubicBezTo>
                  <a:cubicBezTo>
                    <a:pt x="44555" y="70244"/>
                    <a:pt x="44836" y="70300"/>
                    <a:pt x="45088" y="70412"/>
                  </a:cubicBezTo>
                  <a:cubicBezTo>
                    <a:pt x="45285" y="70047"/>
                    <a:pt x="44695" y="70076"/>
                    <a:pt x="44892" y="69654"/>
                  </a:cubicBezTo>
                  <a:cubicBezTo>
                    <a:pt x="45023" y="69605"/>
                    <a:pt x="45133" y="69583"/>
                    <a:pt x="45225" y="69583"/>
                  </a:cubicBezTo>
                  <a:cubicBezTo>
                    <a:pt x="45867" y="69583"/>
                    <a:pt x="45722" y="70627"/>
                    <a:pt x="46604" y="70749"/>
                  </a:cubicBezTo>
                  <a:cubicBezTo>
                    <a:pt x="46913" y="70300"/>
                    <a:pt x="45397" y="70132"/>
                    <a:pt x="46632" y="69879"/>
                  </a:cubicBezTo>
                  <a:lnTo>
                    <a:pt x="46632" y="69879"/>
                  </a:lnTo>
                  <a:cubicBezTo>
                    <a:pt x="46476" y="69907"/>
                    <a:pt x="46349" y="69920"/>
                    <a:pt x="46244" y="69920"/>
                  </a:cubicBezTo>
                  <a:cubicBezTo>
                    <a:pt x="45296" y="69920"/>
                    <a:pt x="46246" y="68880"/>
                    <a:pt x="45032" y="68728"/>
                  </a:cubicBezTo>
                  <a:lnTo>
                    <a:pt x="45650" y="68503"/>
                  </a:lnTo>
                  <a:cubicBezTo>
                    <a:pt x="45510" y="68447"/>
                    <a:pt x="45116" y="68363"/>
                    <a:pt x="45060" y="68166"/>
                  </a:cubicBezTo>
                  <a:lnTo>
                    <a:pt x="45987" y="68166"/>
                  </a:lnTo>
                  <a:cubicBezTo>
                    <a:pt x="45088" y="67942"/>
                    <a:pt x="46155" y="66931"/>
                    <a:pt x="45566" y="66594"/>
                  </a:cubicBezTo>
                  <a:lnTo>
                    <a:pt x="45566" y="66594"/>
                  </a:lnTo>
                  <a:cubicBezTo>
                    <a:pt x="46043" y="67605"/>
                    <a:pt x="44920" y="67128"/>
                    <a:pt x="44667" y="67773"/>
                  </a:cubicBezTo>
                  <a:cubicBezTo>
                    <a:pt x="43309" y="66831"/>
                    <a:pt x="45890" y="66354"/>
                    <a:pt x="45094" y="65073"/>
                  </a:cubicBezTo>
                  <a:lnTo>
                    <a:pt x="45094" y="65073"/>
                  </a:lnTo>
                  <a:cubicBezTo>
                    <a:pt x="45179" y="65273"/>
                    <a:pt x="45021" y="65757"/>
                    <a:pt x="44723" y="65757"/>
                  </a:cubicBezTo>
                  <a:cubicBezTo>
                    <a:pt x="44679" y="65757"/>
                    <a:pt x="44632" y="65747"/>
                    <a:pt x="44583" y="65724"/>
                  </a:cubicBezTo>
                  <a:cubicBezTo>
                    <a:pt x="44583" y="65331"/>
                    <a:pt x="44695" y="64938"/>
                    <a:pt x="44920" y="64629"/>
                  </a:cubicBezTo>
                  <a:cubicBezTo>
                    <a:pt x="44778" y="64382"/>
                    <a:pt x="44671" y="64295"/>
                    <a:pt x="44581" y="64295"/>
                  </a:cubicBezTo>
                  <a:cubicBezTo>
                    <a:pt x="44364" y="64295"/>
                    <a:pt x="44241" y="64802"/>
                    <a:pt x="43937" y="64802"/>
                  </a:cubicBezTo>
                  <a:cubicBezTo>
                    <a:pt x="43894" y="64802"/>
                    <a:pt x="43848" y="64792"/>
                    <a:pt x="43797" y="64769"/>
                  </a:cubicBezTo>
                  <a:cubicBezTo>
                    <a:pt x="44415" y="64124"/>
                    <a:pt x="43292" y="64433"/>
                    <a:pt x="42899" y="64096"/>
                  </a:cubicBezTo>
                  <a:lnTo>
                    <a:pt x="43516" y="63843"/>
                  </a:lnTo>
                  <a:cubicBezTo>
                    <a:pt x="43496" y="63388"/>
                    <a:pt x="43313" y="63282"/>
                    <a:pt x="43087" y="63282"/>
                  </a:cubicBezTo>
                  <a:cubicBezTo>
                    <a:pt x="42888" y="63282"/>
                    <a:pt x="42656" y="63365"/>
                    <a:pt x="42474" y="63365"/>
                  </a:cubicBezTo>
                  <a:cubicBezTo>
                    <a:pt x="42278" y="63365"/>
                    <a:pt x="42140" y="63267"/>
                    <a:pt x="42169" y="62860"/>
                  </a:cubicBezTo>
                  <a:lnTo>
                    <a:pt x="42169" y="62860"/>
                  </a:lnTo>
                  <a:lnTo>
                    <a:pt x="43207" y="62916"/>
                  </a:lnTo>
                  <a:lnTo>
                    <a:pt x="43207" y="62916"/>
                  </a:lnTo>
                  <a:lnTo>
                    <a:pt x="42758" y="62495"/>
                  </a:lnTo>
                  <a:lnTo>
                    <a:pt x="43516" y="62299"/>
                  </a:lnTo>
                  <a:cubicBezTo>
                    <a:pt x="42758" y="61962"/>
                    <a:pt x="42814" y="61709"/>
                    <a:pt x="42786" y="61064"/>
                  </a:cubicBezTo>
                  <a:lnTo>
                    <a:pt x="42786" y="61064"/>
                  </a:lnTo>
                  <a:cubicBezTo>
                    <a:pt x="42590" y="61218"/>
                    <a:pt x="42302" y="61316"/>
                    <a:pt x="42032" y="61316"/>
                  </a:cubicBezTo>
                  <a:cubicBezTo>
                    <a:pt x="41762" y="61316"/>
                    <a:pt x="41509" y="61218"/>
                    <a:pt x="41383" y="60979"/>
                  </a:cubicBezTo>
                  <a:cubicBezTo>
                    <a:pt x="41607" y="60474"/>
                    <a:pt x="42056" y="60923"/>
                    <a:pt x="41663" y="60249"/>
                  </a:cubicBezTo>
                  <a:cubicBezTo>
                    <a:pt x="41709" y="60249"/>
                    <a:pt x="41755" y="60249"/>
                    <a:pt x="41801" y="60249"/>
                  </a:cubicBezTo>
                  <a:cubicBezTo>
                    <a:pt x="42238" y="60249"/>
                    <a:pt x="42659" y="60272"/>
                    <a:pt x="42253" y="60755"/>
                  </a:cubicBezTo>
                  <a:cubicBezTo>
                    <a:pt x="42365" y="60727"/>
                    <a:pt x="42477" y="60727"/>
                    <a:pt x="42590" y="60727"/>
                  </a:cubicBezTo>
                  <a:cubicBezTo>
                    <a:pt x="42702" y="60727"/>
                    <a:pt x="42814" y="60727"/>
                    <a:pt x="42927" y="60699"/>
                  </a:cubicBezTo>
                  <a:cubicBezTo>
                    <a:pt x="43207" y="60165"/>
                    <a:pt x="42646" y="59744"/>
                    <a:pt x="42534" y="59491"/>
                  </a:cubicBezTo>
                  <a:lnTo>
                    <a:pt x="42534" y="59491"/>
                  </a:lnTo>
                  <a:cubicBezTo>
                    <a:pt x="42562" y="59604"/>
                    <a:pt x="42562" y="59716"/>
                    <a:pt x="42506" y="59828"/>
                  </a:cubicBezTo>
                  <a:lnTo>
                    <a:pt x="41186" y="59126"/>
                  </a:lnTo>
                  <a:cubicBezTo>
                    <a:pt x="41274" y="58968"/>
                    <a:pt x="41406" y="58920"/>
                    <a:pt x="41555" y="58920"/>
                  </a:cubicBezTo>
                  <a:cubicBezTo>
                    <a:pt x="41643" y="58920"/>
                    <a:pt x="41737" y="58937"/>
                    <a:pt x="41832" y="58958"/>
                  </a:cubicBezTo>
                  <a:cubicBezTo>
                    <a:pt x="41663" y="58790"/>
                    <a:pt x="41326" y="58761"/>
                    <a:pt x="41130" y="58481"/>
                  </a:cubicBezTo>
                  <a:cubicBezTo>
                    <a:pt x="41469" y="58392"/>
                    <a:pt x="41796" y="58257"/>
                    <a:pt x="42098" y="58257"/>
                  </a:cubicBezTo>
                  <a:cubicBezTo>
                    <a:pt x="42262" y="58257"/>
                    <a:pt x="42419" y="58297"/>
                    <a:pt x="42566" y="58406"/>
                  </a:cubicBezTo>
                  <a:lnTo>
                    <a:pt x="42566" y="58406"/>
                  </a:lnTo>
                  <a:lnTo>
                    <a:pt x="41607" y="57667"/>
                  </a:lnTo>
                  <a:cubicBezTo>
                    <a:pt x="41795" y="57532"/>
                    <a:pt x="41983" y="56961"/>
                    <a:pt x="42196" y="56961"/>
                  </a:cubicBezTo>
                  <a:cubicBezTo>
                    <a:pt x="42205" y="56961"/>
                    <a:pt x="42215" y="56962"/>
                    <a:pt x="42225" y="56965"/>
                  </a:cubicBezTo>
                  <a:cubicBezTo>
                    <a:pt x="42281" y="56263"/>
                    <a:pt x="40653" y="56038"/>
                    <a:pt x="40737" y="55112"/>
                  </a:cubicBezTo>
                  <a:lnTo>
                    <a:pt x="40737" y="55112"/>
                  </a:lnTo>
                  <a:cubicBezTo>
                    <a:pt x="40713" y="55117"/>
                    <a:pt x="40689" y="55119"/>
                    <a:pt x="40665" y="55119"/>
                  </a:cubicBezTo>
                  <a:cubicBezTo>
                    <a:pt x="40549" y="55119"/>
                    <a:pt x="40437" y="55064"/>
                    <a:pt x="40344" y="54971"/>
                  </a:cubicBezTo>
                  <a:cubicBezTo>
                    <a:pt x="40147" y="54241"/>
                    <a:pt x="40484" y="53343"/>
                    <a:pt x="39417" y="52866"/>
                  </a:cubicBezTo>
                  <a:lnTo>
                    <a:pt x="40091" y="51995"/>
                  </a:lnTo>
                  <a:cubicBezTo>
                    <a:pt x="40019" y="51920"/>
                    <a:pt x="39951" y="51889"/>
                    <a:pt x="39884" y="51889"/>
                  </a:cubicBezTo>
                  <a:cubicBezTo>
                    <a:pt x="39583" y="51889"/>
                    <a:pt x="39311" y="52517"/>
                    <a:pt x="38893" y="52517"/>
                  </a:cubicBezTo>
                  <a:cubicBezTo>
                    <a:pt x="38750" y="52517"/>
                    <a:pt x="38590" y="52444"/>
                    <a:pt x="38407" y="52248"/>
                  </a:cubicBezTo>
                  <a:cubicBezTo>
                    <a:pt x="37789" y="51659"/>
                    <a:pt x="39052" y="51602"/>
                    <a:pt x="39165" y="51237"/>
                  </a:cubicBezTo>
                  <a:cubicBezTo>
                    <a:pt x="38519" y="51097"/>
                    <a:pt x="37312" y="50900"/>
                    <a:pt x="37705" y="49890"/>
                  </a:cubicBezTo>
                  <a:lnTo>
                    <a:pt x="37705" y="49890"/>
                  </a:lnTo>
                  <a:cubicBezTo>
                    <a:pt x="38014" y="50030"/>
                    <a:pt x="37957" y="50255"/>
                    <a:pt x="38126" y="50451"/>
                  </a:cubicBezTo>
                  <a:lnTo>
                    <a:pt x="38350" y="49693"/>
                  </a:lnTo>
                  <a:cubicBezTo>
                    <a:pt x="39041" y="49814"/>
                    <a:pt x="39286" y="50084"/>
                    <a:pt x="39477" y="50084"/>
                  </a:cubicBezTo>
                  <a:cubicBezTo>
                    <a:pt x="39596" y="50084"/>
                    <a:pt x="39694" y="49978"/>
                    <a:pt x="39867" y="49665"/>
                  </a:cubicBezTo>
                  <a:lnTo>
                    <a:pt x="39867" y="49665"/>
                  </a:lnTo>
                  <a:cubicBezTo>
                    <a:pt x="39641" y="49767"/>
                    <a:pt x="39454" y="49811"/>
                    <a:pt x="39295" y="49811"/>
                  </a:cubicBezTo>
                  <a:cubicBezTo>
                    <a:pt x="38391" y="49811"/>
                    <a:pt x="38422" y="48397"/>
                    <a:pt x="37518" y="48397"/>
                  </a:cubicBezTo>
                  <a:cubicBezTo>
                    <a:pt x="37360" y="48397"/>
                    <a:pt x="37173" y="48440"/>
                    <a:pt x="36947" y="48542"/>
                  </a:cubicBezTo>
                  <a:lnTo>
                    <a:pt x="37143" y="48037"/>
                  </a:lnTo>
                  <a:cubicBezTo>
                    <a:pt x="37171" y="48149"/>
                    <a:pt x="37284" y="48093"/>
                    <a:pt x="37312" y="48205"/>
                  </a:cubicBezTo>
                  <a:cubicBezTo>
                    <a:pt x="37471" y="47828"/>
                    <a:pt x="37331" y="47739"/>
                    <a:pt x="37075" y="47739"/>
                  </a:cubicBezTo>
                  <a:cubicBezTo>
                    <a:pt x="36846" y="47739"/>
                    <a:pt x="36523" y="47810"/>
                    <a:pt x="36239" y="47810"/>
                  </a:cubicBezTo>
                  <a:cubicBezTo>
                    <a:pt x="35945" y="47810"/>
                    <a:pt x="35692" y="47733"/>
                    <a:pt x="35627" y="47419"/>
                  </a:cubicBezTo>
                  <a:cubicBezTo>
                    <a:pt x="35602" y="47093"/>
                    <a:pt x="35712" y="46789"/>
                    <a:pt x="35957" y="46789"/>
                  </a:cubicBezTo>
                  <a:cubicBezTo>
                    <a:pt x="35985" y="46789"/>
                    <a:pt x="36016" y="46793"/>
                    <a:pt x="36048" y="46802"/>
                  </a:cubicBezTo>
                  <a:lnTo>
                    <a:pt x="35290" y="46380"/>
                  </a:lnTo>
                  <a:cubicBezTo>
                    <a:pt x="35237" y="46256"/>
                    <a:pt x="35352" y="46165"/>
                    <a:pt x="35458" y="46165"/>
                  </a:cubicBezTo>
                  <a:cubicBezTo>
                    <a:pt x="35488" y="46165"/>
                    <a:pt x="35517" y="46173"/>
                    <a:pt x="35542" y="46188"/>
                  </a:cubicBezTo>
                  <a:lnTo>
                    <a:pt x="35542" y="46188"/>
                  </a:lnTo>
                  <a:lnTo>
                    <a:pt x="34953" y="45370"/>
                  </a:lnTo>
                  <a:lnTo>
                    <a:pt x="35010" y="45342"/>
                  </a:lnTo>
                  <a:cubicBezTo>
                    <a:pt x="34617" y="45342"/>
                    <a:pt x="34224" y="45286"/>
                    <a:pt x="33830" y="45201"/>
                  </a:cubicBezTo>
                  <a:cubicBezTo>
                    <a:pt x="33869" y="45076"/>
                    <a:pt x="33911" y="45040"/>
                    <a:pt x="33956" y="45040"/>
                  </a:cubicBezTo>
                  <a:cubicBezTo>
                    <a:pt x="34017" y="45040"/>
                    <a:pt x="34084" y="45105"/>
                    <a:pt x="34157" y="45105"/>
                  </a:cubicBezTo>
                  <a:cubicBezTo>
                    <a:pt x="34187" y="45105"/>
                    <a:pt x="34219" y="45094"/>
                    <a:pt x="34252" y="45061"/>
                  </a:cubicBezTo>
                  <a:lnTo>
                    <a:pt x="33550" y="44752"/>
                  </a:lnTo>
                  <a:cubicBezTo>
                    <a:pt x="33682" y="44572"/>
                    <a:pt x="33871" y="44489"/>
                    <a:pt x="34059" y="44489"/>
                  </a:cubicBezTo>
                  <a:cubicBezTo>
                    <a:pt x="34311" y="44489"/>
                    <a:pt x="34560" y="44636"/>
                    <a:pt x="34673" y="44892"/>
                  </a:cubicBezTo>
                  <a:cubicBezTo>
                    <a:pt x="36076" y="43489"/>
                    <a:pt x="33999" y="44696"/>
                    <a:pt x="34364" y="43068"/>
                  </a:cubicBezTo>
                  <a:lnTo>
                    <a:pt x="34364" y="43068"/>
                  </a:lnTo>
                  <a:lnTo>
                    <a:pt x="34869" y="43461"/>
                  </a:lnTo>
                  <a:cubicBezTo>
                    <a:pt x="35627" y="42590"/>
                    <a:pt x="35066" y="42394"/>
                    <a:pt x="35346" y="41495"/>
                  </a:cubicBezTo>
                  <a:lnTo>
                    <a:pt x="35346" y="41495"/>
                  </a:lnTo>
                  <a:cubicBezTo>
                    <a:pt x="35117" y="41776"/>
                    <a:pt x="34609" y="43169"/>
                    <a:pt x="33950" y="43169"/>
                  </a:cubicBezTo>
                  <a:cubicBezTo>
                    <a:pt x="33884" y="43169"/>
                    <a:pt x="33816" y="43155"/>
                    <a:pt x="33746" y="43124"/>
                  </a:cubicBezTo>
                  <a:lnTo>
                    <a:pt x="33746" y="43124"/>
                  </a:lnTo>
                  <a:cubicBezTo>
                    <a:pt x="33746" y="43124"/>
                    <a:pt x="33746" y="43124"/>
                    <a:pt x="33746" y="43124"/>
                  </a:cubicBezTo>
                  <a:cubicBezTo>
                    <a:pt x="33802" y="42899"/>
                    <a:pt x="33718" y="42647"/>
                    <a:pt x="33213" y="42506"/>
                  </a:cubicBezTo>
                  <a:cubicBezTo>
                    <a:pt x="33802" y="42169"/>
                    <a:pt x="33494" y="41945"/>
                    <a:pt x="33241" y="41580"/>
                  </a:cubicBezTo>
                  <a:lnTo>
                    <a:pt x="34027" y="41187"/>
                  </a:lnTo>
                  <a:cubicBezTo>
                    <a:pt x="33861" y="41073"/>
                    <a:pt x="33707" y="41039"/>
                    <a:pt x="33553" y="41039"/>
                  </a:cubicBezTo>
                  <a:cubicBezTo>
                    <a:pt x="33330" y="41039"/>
                    <a:pt x="33107" y="41110"/>
                    <a:pt x="32849" y="41110"/>
                  </a:cubicBezTo>
                  <a:cubicBezTo>
                    <a:pt x="32803" y="41110"/>
                    <a:pt x="32756" y="41108"/>
                    <a:pt x="32707" y="41102"/>
                  </a:cubicBezTo>
                  <a:cubicBezTo>
                    <a:pt x="32539" y="40597"/>
                    <a:pt x="33072" y="40148"/>
                    <a:pt x="33522" y="39755"/>
                  </a:cubicBezTo>
                  <a:cubicBezTo>
                    <a:pt x="33465" y="39612"/>
                    <a:pt x="33407" y="39556"/>
                    <a:pt x="33346" y="39556"/>
                  </a:cubicBezTo>
                  <a:cubicBezTo>
                    <a:pt x="33132" y="39556"/>
                    <a:pt x="32879" y="40234"/>
                    <a:pt x="32528" y="40234"/>
                  </a:cubicBezTo>
                  <a:cubicBezTo>
                    <a:pt x="32428" y="40234"/>
                    <a:pt x="32320" y="40179"/>
                    <a:pt x="32202" y="40036"/>
                  </a:cubicBezTo>
                  <a:cubicBezTo>
                    <a:pt x="32146" y="39249"/>
                    <a:pt x="31584" y="39025"/>
                    <a:pt x="30686" y="38548"/>
                  </a:cubicBezTo>
                  <a:cubicBezTo>
                    <a:pt x="30714" y="37986"/>
                    <a:pt x="31220" y="38351"/>
                    <a:pt x="31360" y="38070"/>
                  </a:cubicBezTo>
                  <a:lnTo>
                    <a:pt x="30518" y="38070"/>
                  </a:lnTo>
                  <a:cubicBezTo>
                    <a:pt x="30462" y="37958"/>
                    <a:pt x="30686" y="37874"/>
                    <a:pt x="30798" y="37846"/>
                  </a:cubicBezTo>
                  <a:cubicBezTo>
                    <a:pt x="30740" y="37824"/>
                    <a:pt x="30683" y="37815"/>
                    <a:pt x="30627" y="37815"/>
                  </a:cubicBezTo>
                  <a:cubicBezTo>
                    <a:pt x="30358" y="37815"/>
                    <a:pt x="30112" y="38023"/>
                    <a:pt x="29840" y="38023"/>
                  </a:cubicBezTo>
                  <a:cubicBezTo>
                    <a:pt x="29734" y="38023"/>
                    <a:pt x="29624" y="37991"/>
                    <a:pt x="29507" y="37902"/>
                  </a:cubicBezTo>
                  <a:cubicBezTo>
                    <a:pt x="29436" y="37927"/>
                    <a:pt x="29380" y="37938"/>
                    <a:pt x="29335" y="37938"/>
                  </a:cubicBezTo>
                  <a:cubicBezTo>
                    <a:pt x="28773" y="37938"/>
                    <a:pt x="30055" y="36131"/>
                    <a:pt x="28833" y="36105"/>
                  </a:cubicBezTo>
                  <a:cubicBezTo>
                    <a:pt x="28945" y="35824"/>
                    <a:pt x="29339" y="35909"/>
                    <a:pt x="29619" y="35684"/>
                  </a:cubicBezTo>
                  <a:cubicBezTo>
                    <a:pt x="28468" y="35207"/>
                    <a:pt x="28721" y="35235"/>
                    <a:pt x="27458" y="35038"/>
                  </a:cubicBezTo>
                  <a:lnTo>
                    <a:pt x="27626" y="34168"/>
                  </a:lnTo>
                  <a:lnTo>
                    <a:pt x="27626" y="34168"/>
                  </a:lnTo>
                  <a:cubicBezTo>
                    <a:pt x="27422" y="34626"/>
                    <a:pt x="26972" y="34756"/>
                    <a:pt x="26462" y="34756"/>
                  </a:cubicBezTo>
                  <a:cubicBezTo>
                    <a:pt x="26128" y="34756"/>
                    <a:pt x="25769" y="34701"/>
                    <a:pt x="25436" y="34645"/>
                  </a:cubicBezTo>
                  <a:cubicBezTo>
                    <a:pt x="25296" y="34898"/>
                    <a:pt x="25127" y="35151"/>
                    <a:pt x="25015" y="35403"/>
                  </a:cubicBezTo>
                  <a:lnTo>
                    <a:pt x="24145" y="34870"/>
                  </a:lnTo>
                  <a:cubicBezTo>
                    <a:pt x="24229" y="34701"/>
                    <a:pt x="24538" y="34617"/>
                    <a:pt x="24931" y="34561"/>
                  </a:cubicBezTo>
                  <a:cubicBezTo>
                    <a:pt x="24847" y="34561"/>
                    <a:pt x="24734" y="34533"/>
                    <a:pt x="24650" y="34533"/>
                  </a:cubicBezTo>
                  <a:cubicBezTo>
                    <a:pt x="24790" y="34084"/>
                    <a:pt x="25324" y="33971"/>
                    <a:pt x="25857" y="33915"/>
                  </a:cubicBezTo>
                  <a:lnTo>
                    <a:pt x="25857" y="33915"/>
                  </a:lnTo>
                  <a:cubicBezTo>
                    <a:pt x="25773" y="34084"/>
                    <a:pt x="25661" y="34280"/>
                    <a:pt x="25548" y="34477"/>
                  </a:cubicBezTo>
                  <a:cubicBezTo>
                    <a:pt x="26110" y="34421"/>
                    <a:pt x="26671" y="34224"/>
                    <a:pt x="27177" y="33943"/>
                  </a:cubicBezTo>
                  <a:cubicBezTo>
                    <a:pt x="27036" y="33943"/>
                    <a:pt x="26924" y="33887"/>
                    <a:pt x="26840" y="33803"/>
                  </a:cubicBezTo>
                  <a:cubicBezTo>
                    <a:pt x="26952" y="33803"/>
                    <a:pt x="27064" y="33747"/>
                    <a:pt x="27177" y="33691"/>
                  </a:cubicBezTo>
                  <a:cubicBezTo>
                    <a:pt x="27233" y="33606"/>
                    <a:pt x="27036" y="33635"/>
                    <a:pt x="26756" y="33606"/>
                  </a:cubicBezTo>
                  <a:lnTo>
                    <a:pt x="27514" y="32933"/>
                  </a:lnTo>
                  <a:lnTo>
                    <a:pt x="27149" y="33101"/>
                  </a:lnTo>
                  <a:lnTo>
                    <a:pt x="27093" y="31782"/>
                  </a:lnTo>
                  <a:cubicBezTo>
                    <a:pt x="25801" y="31557"/>
                    <a:pt x="24145" y="31697"/>
                    <a:pt x="23106" y="30771"/>
                  </a:cubicBezTo>
                  <a:cubicBezTo>
                    <a:pt x="23920" y="30687"/>
                    <a:pt x="24173" y="30237"/>
                    <a:pt x="24931" y="29788"/>
                  </a:cubicBezTo>
                  <a:lnTo>
                    <a:pt x="24931" y="29788"/>
                  </a:lnTo>
                  <a:cubicBezTo>
                    <a:pt x="24343" y="30572"/>
                    <a:pt x="25791" y="30491"/>
                    <a:pt x="25995" y="31157"/>
                  </a:cubicBezTo>
                  <a:lnTo>
                    <a:pt x="25995" y="31157"/>
                  </a:lnTo>
                  <a:cubicBezTo>
                    <a:pt x="25891" y="30797"/>
                    <a:pt x="26280" y="30659"/>
                    <a:pt x="26447" y="30659"/>
                  </a:cubicBezTo>
                  <a:lnTo>
                    <a:pt x="25127" y="30041"/>
                  </a:lnTo>
                  <a:cubicBezTo>
                    <a:pt x="25745" y="29704"/>
                    <a:pt x="25436" y="29536"/>
                    <a:pt x="25520" y="29114"/>
                  </a:cubicBezTo>
                  <a:lnTo>
                    <a:pt x="25520" y="29114"/>
                  </a:lnTo>
                  <a:cubicBezTo>
                    <a:pt x="25232" y="29365"/>
                    <a:pt x="25007" y="29460"/>
                    <a:pt x="24820" y="29460"/>
                  </a:cubicBezTo>
                  <a:cubicBezTo>
                    <a:pt x="24316" y="29460"/>
                    <a:pt x="24090" y="28773"/>
                    <a:pt x="23639" y="28609"/>
                  </a:cubicBezTo>
                  <a:cubicBezTo>
                    <a:pt x="23836" y="28483"/>
                    <a:pt x="24053" y="28378"/>
                    <a:pt x="24246" y="28378"/>
                  </a:cubicBezTo>
                  <a:cubicBezTo>
                    <a:pt x="24439" y="28378"/>
                    <a:pt x="24608" y="28483"/>
                    <a:pt x="24706" y="28778"/>
                  </a:cubicBezTo>
                  <a:cubicBezTo>
                    <a:pt x="24919" y="28351"/>
                    <a:pt x="24704" y="28265"/>
                    <a:pt x="24377" y="28265"/>
                  </a:cubicBezTo>
                  <a:cubicBezTo>
                    <a:pt x="24154" y="28265"/>
                    <a:pt x="23880" y="28305"/>
                    <a:pt x="23655" y="28305"/>
                  </a:cubicBezTo>
                  <a:cubicBezTo>
                    <a:pt x="23340" y="28305"/>
                    <a:pt x="23122" y="28227"/>
                    <a:pt x="23274" y="27851"/>
                  </a:cubicBezTo>
                  <a:lnTo>
                    <a:pt x="23274" y="27851"/>
                  </a:lnTo>
                  <a:cubicBezTo>
                    <a:pt x="23363" y="27961"/>
                    <a:pt x="23364" y="28037"/>
                    <a:pt x="23470" y="28037"/>
                  </a:cubicBezTo>
                  <a:cubicBezTo>
                    <a:pt x="23499" y="28037"/>
                    <a:pt x="23535" y="28032"/>
                    <a:pt x="23583" y="28020"/>
                  </a:cubicBezTo>
                  <a:cubicBezTo>
                    <a:pt x="23050" y="27935"/>
                    <a:pt x="22909" y="27037"/>
                    <a:pt x="23359" y="26981"/>
                  </a:cubicBezTo>
                  <a:lnTo>
                    <a:pt x="23359" y="26981"/>
                  </a:lnTo>
                  <a:lnTo>
                    <a:pt x="23443" y="27121"/>
                  </a:lnTo>
                  <a:cubicBezTo>
                    <a:pt x="23122" y="26308"/>
                    <a:pt x="22196" y="24931"/>
                    <a:pt x="21233" y="24931"/>
                  </a:cubicBezTo>
                  <a:cubicBezTo>
                    <a:pt x="21099" y="24931"/>
                    <a:pt x="20965" y="24957"/>
                    <a:pt x="20832" y="25016"/>
                  </a:cubicBezTo>
                  <a:cubicBezTo>
                    <a:pt x="21309" y="24735"/>
                    <a:pt x="21843" y="24510"/>
                    <a:pt x="22348" y="24314"/>
                  </a:cubicBezTo>
                  <a:lnTo>
                    <a:pt x="22348" y="24314"/>
                  </a:lnTo>
                  <a:lnTo>
                    <a:pt x="18024" y="24875"/>
                  </a:lnTo>
                  <a:cubicBezTo>
                    <a:pt x="18885" y="24521"/>
                    <a:pt x="20429" y="23050"/>
                    <a:pt x="21383" y="23050"/>
                  </a:cubicBezTo>
                  <a:cubicBezTo>
                    <a:pt x="21488" y="23050"/>
                    <a:pt x="21585" y="23068"/>
                    <a:pt x="21674" y="23106"/>
                  </a:cubicBezTo>
                  <a:cubicBezTo>
                    <a:pt x="21730" y="22713"/>
                    <a:pt x="21506" y="22348"/>
                    <a:pt x="21113" y="22264"/>
                  </a:cubicBezTo>
                  <a:cubicBezTo>
                    <a:pt x="21087" y="22447"/>
                    <a:pt x="20214" y="23234"/>
                    <a:pt x="19909" y="23234"/>
                  </a:cubicBezTo>
                  <a:cubicBezTo>
                    <a:pt x="19886" y="23234"/>
                    <a:pt x="19865" y="23229"/>
                    <a:pt x="19849" y="23219"/>
                  </a:cubicBezTo>
                  <a:cubicBezTo>
                    <a:pt x="20516" y="22135"/>
                    <a:pt x="20166" y="22536"/>
                    <a:pt x="20621" y="21457"/>
                  </a:cubicBezTo>
                  <a:lnTo>
                    <a:pt x="20621" y="21457"/>
                  </a:lnTo>
                  <a:cubicBezTo>
                    <a:pt x="20482" y="21703"/>
                    <a:pt x="19589" y="22084"/>
                    <a:pt x="19141" y="22084"/>
                  </a:cubicBezTo>
                  <a:cubicBezTo>
                    <a:pt x="19015" y="22084"/>
                    <a:pt x="18924" y="22054"/>
                    <a:pt x="18895" y="21983"/>
                  </a:cubicBezTo>
                  <a:cubicBezTo>
                    <a:pt x="19111" y="21902"/>
                    <a:pt x="20161" y="21196"/>
                    <a:pt x="20439" y="21169"/>
                  </a:cubicBezTo>
                  <a:lnTo>
                    <a:pt x="18706" y="21169"/>
                  </a:lnTo>
                  <a:cubicBezTo>
                    <a:pt x="19101" y="21119"/>
                    <a:pt x="19815" y="20493"/>
                    <a:pt x="20074" y="20131"/>
                  </a:cubicBezTo>
                  <a:lnTo>
                    <a:pt x="20074" y="20131"/>
                  </a:lnTo>
                  <a:cubicBezTo>
                    <a:pt x="20050" y="20155"/>
                    <a:pt x="20026" y="20165"/>
                    <a:pt x="20003" y="20165"/>
                  </a:cubicBezTo>
                  <a:cubicBezTo>
                    <a:pt x="19812" y="20165"/>
                    <a:pt x="19651" y="19411"/>
                    <a:pt x="19400" y="19260"/>
                  </a:cubicBezTo>
                  <a:lnTo>
                    <a:pt x="19288" y="19794"/>
                  </a:lnTo>
                  <a:cubicBezTo>
                    <a:pt x="19175" y="19445"/>
                    <a:pt x="18863" y="19356"/>
                    <a:pt x="18482" y="19356"/>
                  </a:cubicBezTo>
                  <a:cubicBezTo>
                    <a:pt x="18078" y="19356"/>
                    <a:pt x="17597" y="19456"/>
                    <a:pt x="17190" y="19456"/>
                  </a:cubicBezTo>
                  <a:cubicBezTo>
                    <a:pt x="16834" y="19456"/>
                    <a:pt x="16535" y="19379"/>
                    <a:pt x="16396" y="19092"/>
                  </a:cubicBezTo>
                  <a:cubicBezTo>
                    <a:pt x="16733" y="19036"/>
                    <a:pt x="18277" y="18334"/>
                    <a:pt x="18165" y="17772"/>
                  </a:cubicBezTo>
                  <a:lnTo>
                    <a:pt x="18165" y="17772"/>
                  </a:lnTo>
                  <a:cubicBezTo>
                    <a:pt x="17522" y="17927"/>
                    <a:pt x="15460" y="18503"/>
                    <a:pt x="14124" y="18503"/>
                  </a:cubicBezTo>
                  <a:cubicBezTo>
                    <a:pt x="13769" y="18503"/>
                    <a:pt x="13464" y="18462"/>
                    <a:pt x="13252" y="18362"/>
                  </a:cubicBezTo>
                  <a:lnTo>
                    <a:pt x="13561" y="17969"/>
                  </a:lnTo>
                  <a:lnTo>
                    <a:pt x="12746" y="17604"/>
                  </a:lnTo>
                  <a:cubicBezTo>
                    <a:pt x="14367" y="17347"/>
                    <a:pt x="15987" y="17207"/>
                    <a:pt x="17607" y="17207"/>
                  </a:cubicBezTo>
                  <a:cubicBezTo>
                    <a:pt x="17756" y="17207"/>
                    <a:pt x="17904" y="17208"/>
                    <a:pt x="18053" y="17211"/>
                  </a:cubicBezTo>
                  <a:cubicBezTo>
                    <a:pt x="18165" y="16677"/>
                    <a:pt x="18474" y="16846"/>
                    <a:pt x="18137" y="16340"/>
                  </a:cubicBezTo>
                  <a:cubicBezTo>
                    <a:pt x="18224" y="16205"/>
                    <a:pt x="18338" y="16156"/>
                    <a:pt x="18454" y="16156"/>
                  </a:cubicBezTo>
                  <a:cubicBezTo>
                    <a:pt x="18675" y="16156"/>
                    <a:pt x="18905" y="16333"/>
                    <a:pt x="18979" y="16425"/>
                  </a:cubicBezTo>
                  <a:lnTo>
                    <a:pt x="18502" y="15105"/>
                  </a:lnTo>
                  <a:cubicBezTo>
                    <a:pt x="18325" y="15225"/>
                    <a:pt x="18159" y="15269"/>
                    <a:pt x="18001" y="15269"/>
                  </a:cubicBezTo>
                  <a:cubicBezTo>
                    <a:pt x="17596" y="15269"/>
                    <a:pt x="17243" y="14984"/>
                    <a:pt x="16882" y="14984"/>
                  </a:cubicBezTo>
                  <a:cubicBezTo>
                    <a:pt x="16759" y="14984"/>
                    <a:pt x="16635" y="15017"/>
                    <a:pt x="16508" y="15105"/>
                  </a:cubicBezTo>
                  <a:lnTo>
                    <a:pt x="18109" y="15919"/>
                  </a:lnTo>
                  <a:cubicBezTo>
                    <a:pt x="17746" y="16165"/>
                    <a:pt x="17133" y="16316"/>
                    <a:pt x="16542" y="16316"/>
                  </a:cubicBezTo>
                  <a:cubicBezTo>
                    <a:pt x="15851" y="16316"/>
                    <a:pt x="15189" y="16110"/>
                    <a:pt x="14992" y="15611"/>
                  </a:cubicBezTo>
                  <a:cubicBezTo>
                    <a:pt x="15189" y="15189"/>
                    <a:pt x="16536" y="14909"/>
                    <a:pt x="16789" y="14712"/>
                  </a:cubicBezTo>
                  <a:lnTo>
                    <a:pt x="16789" y="14712"/>
                  </a:lnTo>
                  <a:cubicBezTo>
                    <a:pt x="16772" y="14715"/>
                    <a:pt x="16755" y="14716"/>
                    <a:pt x="16737" y="14716"/>
                  </a:cubicBezTo>
                  <a:cubicBezTo>
                    <a:pt x="16388" y="14716"/>
                    <a:pt x="15787" y="14225"/>
                    <a:pt x="15947" y="14038"/>
                  </a:cubicBezTo>
                  <a:lnTo>
                    <a:pt x="15947" y="14038"/>
                  </a:lnTo>
                  <a:lnTo>
                    <a:pt x="16593" y="14151"/>
                  </a:lnTo>
                  <a:cubicBezTo>
                    <a:pt x="16621" y="13505"/>
                    <a:pt x="15049" y="14010"/>
                    <a:pt x="15498" y="13000"/>
                  </a:cubicBezTo>
                  <a:cubicBezTo>
                    <a:pt x="15448" y="12800"/>
                    <a:pt x="16039" y="12004"/>
                    <a:pt x="15820" y="12004"/>
                  </a:cubicBezTo>
                  <a:cubicBezTo>
                    <a:pt x="15792" y="12004"/>
                    <a:pt x="15751" y="12017"/>
                    <a:pt x="15694" y="12045"/>
                  </a:cubicBezTo>
                  <a:cubicBezTo>
                    <a:pt x="14964" y="12915"/>
                    <a:pt x="12129" y="14684"/>
                    <a:pt x="11315" y="14881"/>
                  </a:cubicBezTo>
                  <a:cubicBezTo>
                    <a:pt x="11343" y="14768"/>
                    <a:pt x="11595" y="13336"/>
                    <a:pt x="11904" y="12831"/>
                  </a:cubicBezTo>
                  <a:cubicBezTo>
                    <a:pt x="12438" y="12073"/>
                    <a:pt x="13926" y="12270"/>
                    <a:pt x="14375" y="11624"/>
                  </a:cubicBezTo>
                  <a:lnTo>
                    <a:pt x="14375" y="11624"/>
                  </a:lnTo>
                  <a:cubicBezTo>
                    <a:pt x="14206" y="11699"/>
                    <a:pt x="14038" y="11736"/>
                    <a:pt x="13869" y="11736"/>
                  </a:cubicBezTo>
                  <a:cubicBezTo>
                    <a:pt x="13785" y="11736"/>
                    <a:pt x="13701" y="11727"/>
                    <a:pt x="13617" y="11708"/>
                  </a:cubicBezTo>
                  <a:cubicBezTo>
                    <a:pt x="13701" y="11399"/>
                    <a:pt x="14375" y="11399"/>
                    <a:pt x="13982" y="11006"/>
                  </a:cubicBezTo>
                  <a:lnTo>
                    <a:pt x="13982" y="11006"/>
                  </a:lnTo>
                  <a:cubicBezTo>
                    <a:pt x="13856" y="11067"/>
                    <a:pt x="13757" y="11091"/>
                    <a:pt x="13678" y="11091"/>
                  </a:cubicBezTo>
                  <a:cubicBezTo>
                    <a:pt x="13382" y="11091"/>
                    <a:pt x="13371" y="10754"/>
                    <a:pt x="13331" y="10754"/>
                  </a:cubicBezTo>
                  <a:cubicBezTo>
                    <a:pt x="13307" y="10754"/>
                    <a:pt x="13274" y="10868"/>
                    <a:pt x="13168" y="11231"/>
                  </a:cubicBezTo>
                  <a:cubicBezTo>
                    <a:pt x="12662" y="10922"/>
                    <a:pt x="13055" y="10669"/>
                    <a:pt x="12718" y="10164"/>
                  </a:cubicBezTo>
                  <a:lnTo>
                    <a:pt x="12718" y="10164"/>
                  </a:lnTo>
                  <a:cubicBezTo>
                    <a:pt x="12417" y="10484"/>
                    <a:pt x="11586" y="10665"/>
                    <a:pt x="10918" y="10665"/>
                  </a:cubicBezTo>
                  <a:cubicBezTo>
                    <a:pt x="10590" y="10665"/>
                    <a:pt x="10302" y="10621"/>
                    <a:pt x="10135" y="10529"/>
                  </a:cubicBezTo>
                  <a:cubicBezTo>
                    <a:pt x="10332" y="10389"/>
                    <a:pt x="10529" y="10248"/>
                    <a:pt x="10669" y="10052"/>
                  </a:cubicBezTo>
                  <a:cubicBezTo>
                    <a:pt x="10192" y="9097"/>
                    <a:pt x="10276" y="8395"/>
                    <a:pt x="9770" y="7581"/>
                  </a:cubicBezTo>
                  <a:cubicBezTo>
                    <a:pt x="9939" y="7385"/>
                    <a:pt x="9939" y="6851"/>
                    <a:pt x="10388" y="6795"/>
                  </a:cubicBezTo>
                  <a:cubicBezTo>
                    <a:pt x="10164" y="6767"/>
                    <a:pt x="9827" y="6823"/>
                    <a:pt x="9658" y="6599"/>
                  </a:cubicBezTo>
                  <a:cubicBezTo>
                    <a:pt x="9766" y="6337"/>
                    <a:pt x="9849" y="6254"/>
                    <a:pt x="9924" y="6254"/>
                  </a:cubicBezTo>
                  <a:cubicBezTo>
                    <a:pt x="10052" y="6254"/>
                    <a:pt x="10160" y="6489"/>
                    <a:pt x="10338" y="6489"/>
                  </a:cubicBezTo>
                  <a:cubicBezTo>
                    <a:pt x="10439" y="6489"/>
                    <a:pt x="10563" y="6413"/>
                    <a:pt x="10725" y="6177"/>
                  </a:cubicBezTo>
                  <a:lnTo>
                    <a:pt x="10725" y="6177"/>
                  </a:lnTo>
                  <a:cubicBezTo>
                    <a:pt x="10623" y="6234"/>
                    <a:pt x="10519" y="6258"/>
                    <a:pt x="10413" y="6258"/>
                  </a:cubicBezTo>
                  <a:cubicBezTo>
                    <a:pt x="9994" y="6258"/>
                    <a:pt x="9550" y="5891"/>
                    <a:pt x="9125" y="5756"/>
                  </a:cubicBezTo>
                  <a:lnTo>
                    <a:pt x="9125" y="5756"/>
                  </a:lnTo>
                  <a:cubicBezTo>
                    <a:pt x="8479" y="6318"/>
                    <a:pt x="9518" y="6683"/>
                    <a:pt x="10023" y="6851"/>
                  </a:cubicBezTo>
                  <a:cubicBezTo>
                    <a:pt x="9479" y="7175"/>
                    <a:pt x="8858" y="7336"/>
                    <a:pt x="8236" y="7336"/>
                  </a:cubicBezTo>
                  <a:cubicBezTo>
                    <a:pt x="7671" y="7336"/>
                    <a:pt x="7106" y="7203"/>
                    <a:pt x="6598" y="6935"/>
                  </a:cubicBezTo>
                  <a:cubicBezTo>
                    <a:pt x="5924" y="6402"/>
                    <a:pt x="7047" y="6234"/>
                    <a:pt x="6823" y="6205"/>
                  </a:cubicBezTo>
                  <a:cubicBezTo>
                    <a:pt x="6205" y="4802"/>
                    <a:pt x="4408" y="6205"/>
                    <a:pt x="4464" y="4718"/>
                  </a:cubicBezTo>
                  <a:cubicBezTo>
                    <a:pt x="4829" y="3903"/>
                    <a:pt x="5728" y="3875"/>
                    <a:pt x="6121" y="3510"/>
                  </a:cubicBezTo>
                  <a:cubicBezTo>
                    <a:pt x="6710" y="3903"/>
                    <a:pt x="6261" y="4605"/>
                    <a:pt x="6514" y="4970"/>
                  </a:cubicBezTo>
                  <a:lnTo>
                    <a:pt x="6514" y="4324"/>
                  </a:lnTo>
                  <a:cubicBezTo>
                    <a:pt x="6823" y="4353"/>
                    <a:pt x="7244" y="4633"/>
                    <a:pt x="7160" y="4942"/>
                  </a:cubicBezTo>
                  <a:cubicBezTo>
                    <a:pt x="7525" y="4240"/>
                    <a:pt x="5924" y="2724"/>
                    <a:pt x="5812" y="1405"/>
                  </a:cubicBezTo>
                  <a:cubicBezTo>
                    <a:pt x="5637" y="1376"/>
                    <a:pt x="5440" y="1324"/>
                    <a:pt x="5271" y="1324"/>
                  </a:cubicBezTo>
                  <a:cubicBezTo>
                    <a:pt x="5114" y="1324"/>
                    <a:pt x="4981" y="1368"/>
                    <a:pt x="4914" y="1517"/>
                  </a:cubicBezTo>
                  <a:lnTo>
                    <a:pt x="5194" y="1770"/>
                  </a:lnTo>
                  <a:cubicBezTo>
                    <a:pt x="5082" y="1976"/>
                    <a:pt x="4923" y="2029"/>
                    <a:pt x="4763" y="2029"/>
                  </a:cubicBezTo>
                  <a:cubicBezTo>
                    <a:pt x="4593" y="2029"/>
                    <a:pt x="4421" y="1969"/>
                    <a:pt x="4304" y="1969"/>
                  </a:cubicBezTo>
                  <a:cubicBezTo>
                    <a:pt x="4200" y="1969"/>
                    <a:pt x="4138" y="2015"/>
                    <a:pt x="4156" y="2191"/>
                  </a:cubicBezTo>
                  <a:cubicBezTo>
                    <a:pt x="3510" y="1994"/>
                    <a:pt x="2668" y="1910"/>
                    <a:pt x="2555" y="1152"/>
                  </a:cubicBezTo>
                  <a:lnTo>
                    <a:pt x="3189" y="573"/>
                  </a:lnTo>
                  <a:lnTo>
                    <a:pt x="3189" y="573"/>
                  </a:lnTo>
                  <a:cubicBezTo>
                    <a:pt x="3006" y="751"/>
                    <a:pt x="3039" y="1236"/>
                    <a:pt x="3341" y="1236"/>
                  </a:cubicBezTo>
                  <a:cubicBezTo>
                    <a:pt x="2941" y="1211"/>
                    <a:pt x="3566" y="28"/>
                    <a:pt x="2913" y="28"/>
                  </a:cubicBezTo>
                  <a:cubicBezTo>
                    <a:pt x="2833" y="28"/>
                    <a:pt x="2734" y="45"/>
                    <a:pt x="2611" y="85"/>
                  </a:cubicBezTo>
                  <a:lnTo>
                    <a:pt x="2387" y="815"/>
                  </a:lnTo>
                  <a:cubicBezTo>
                    <a:pt x="1769" y="647"/>
                    <a:pt x="674" y="647"/>
                    <a:pt x="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1"/>
            <p:cNvSpPr/>
            <p:nvPr/>
          </p:nvSpPr>
          <p:spPr>
            <a:xfrm>
              <a:off x="4672925" y="1793450"/>
              <a:ext cx="7050" cy="6350"/>
            </a:xfrm>
            <a:custGeom>
              <a:rect b="b" l="l" r="r" t="t"/>
              <a:pathLst>
                <a:path extrusionOk="0" h="254" w="282">
                  <a:moveTo>
                    <a:pt x="282" y="1"/>
                  </a:moveTo>
                  <a:cubicBezTo>
                    <a:pt x="197" y="85"/>
                    <a:pt x="113" y="169"/>
                    <a:pt x="1" y="253"/>
                  </a:cubicBezTo>
                  <a:cubicBezTo>
                    <a:pt x="141" y="253"/>
                    <a:pt x="282" y="141"/>
                    <a:pt x="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1"/>
            <p:cNvSpPr/>
            <p:nvPr/>
          </p:nvSpPr>
          <p:spPr>
            <a:xfrm>
              <a:off x="5011925" y="2328275"/>
              <a:ext cx="3550" cy="725"/>
            </a:xfrm>
            <a:custGeom>
              <a:rect b="b" l="l" r="r" t="t"/>
              <a:pathLst>
                <a:path extrusionOk="0" h="29" w="142">
                  <a:moveTo>
                    <a:pt x="1" y="1"/>
                  </a:moveTo>
                  <a:lnTo>
                    <a:pt x="1" y="29"/>
                  </a:lnTo>
                  <a:cubicBezTo>
                    <a:pt x="57" y="29"/>
                    <a:pt x="85" y="29"/>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1"/>
            <p:cNvSpPr/>
            <p:nvPr/>
          </p:nvSpPr>
          <p:spPr>
            <a:xfrm>
              <a:off x="4352875" y="1231250"/>
              <a:ext cx="5650" cy="10550"/>
            </a:xfrm>
            <a:custGeom>
              <a:rect b="b" l="l" r="r" t="t"/>
              <a:pathLst>
                <a:path extrusionOk="0" h="422" w="226">
                  <a:moveTo>
                    <a:pt x="141" y="1"/>
                  </a:moveTo>
                  <a:cubicBezTo>
                    <a:pt x="141" y="141"/>
                    <a:pt x="85" y="310"/>
                    <a:pt x="1" y="422"/>
                  </a:cubicBezTo>
                  <a:cubicBezTo>
                    <a:pt x="169" y="338"/>
                    <a:pt x="225" y="141"/>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1"/>
            <p:cNvSpPr/>
            <p:nvPr/>
          </p:nvSpPr>
          <p:spPr>
            <a:xfrm>
              <a:off x="4005450" y="989100"/>
              <a:ext cx="9850" cy="11975"/>
            </a:xfrm>
            <a:custGeom>
              <a:rect b="b" l="l" r="r" t="t"/>
              <a:pathLst>
                <a:path extrusionOk="0" h="479" w="394">
                  <a:moveTo>
                    <a:pt x="1" y="169"/>
                  </a:moveTo>
                  <a:cubicBezTo>
                    <a:pt x="13" y="185"/>
                    <a:pt x="25" y="195"/>
                    <a:pt x="39" y="200"/>
                  </a:cubicBezTo>
                  <a:lnTo>
                    <a:pt x="39" y="200"/>
                  </a:lnTo>
                  <a:lnTo>
                    <a:pt x="1" y="169"/>
                  </a:lnTo>
                  <a:close/>
                  <a:moveTo>
                    <a:pt x="338" y="1"/>
                  </a:moveTo>
                  <a:lnTo>
                    <a:pt x="338" y="1"/>
                  </a:lnTo>
                  <a:cubicBezTo>
                    <a:pt x="249" y="67"/>
                    <a:pt x="143" y="203"/>
                    <a:pt x="61" y="203"/>
                  </a:cubicBezTo>
                  <a:cubicBezTo>
                    <a:pt x="54" y="203"/>
                    <a:pt x="46" y="202"/>
                    <a:pt x="39" y="200"/>
                  </a:cubicBezTo>
                  <a:lnTo>
                    <a:pt x="39" y="200"/>
                  </a:lnTo>
                  <a:lnTo>
                    <a:pt x="394" y="478"/>
                  </a:lnTo>
                  <a:cubicBezTo>
                    <a:pt x="253" y="310"/>
                    <a:pt x="310" y="141"/>
                    <a:pt x="3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1"/>
            <p:cNvSpPr/>
            <p:nvPr/>
          </p:nvSpPr>
          <p:spPr>
            <a:xfrm>
              <a:off x="4022300" y="845925"/>
              <a:ext cx="12000" cy="9525"/>
            </a:xfrm>
            <a:custGeom>
              <a:rect b="b" l="l" r="r" t="t"/>
              <a:pathLst>
                <a:path extrusionOk="0" h="381" w="480">
                  <a:moveTo>
                    <a:pt x="253" y="1"/>
                  </a:moveTo>
                  <a:lnTo>
                    <a:pt x="1" y="197"/>
                  </a:lnTo>
                  <a:cubicBezTo>
                    <a:pt x="94" y="317"/>
                    <a:pt x="213" y="380"/>
                    <a:pt x="305" y="380"/>
                  </a:cubicBezTo>
                  <a:cubicBezTo>
                    <a:pt x="408" y="380"/>
                    <a:pt x="479" y="303"/>
                    <a:pt x="450" y="141"/>
                  </a:cubicBezTo>
                  <a:cubicBezTo>
                    <a:pt x="337" y="141"/>
                    <a:pt x="366" y="29"/>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1"/>
            <p:cNvSpPr/>
            <p:nvPr/>
          </p:nvSpPr>
          <p:spPr>
            <a:xfrm>
              <a:off x="4025100" y="935775"/>
              <a:ext cx="31625" cy="17575"/>
            </a:xfrm>
            <a:custGeom>
              <a:rect b="b" l="l" r="r" t="t"/>
              <a:pathLst>
                <a:path extrusionOk="0" h="703" w="1265">
                  <a:moveTo>
                    <a:pt x="675" y="0"/>
                  </a:moveTo>
                  <a:cubicBezTo>
                    <a:pt x="675" y="0"/>
                    <a:pt x="703" y="28"/>
                    <a:pt x="703" y="28"/>
                  </a:cubicBezTo>
                  <a:cubicBezTo>
                    <a:pt x="1" y="393"/>
                    <a:pt x="422" y="534"/>
                    <a:pt x="815" y="702"/>
                  </a:cubicBezTo>
                  <a:cubicBezTo>
                    <a:pt x="1264" y="337"/>
                    <a:pt x="955" y="197"/>
                    <a:pt x="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1"/>
            <p:cNvSpPr/>
            <p:nvPr/>
          </p:nvSpPr>
          <p:spPr>
            <a:xfrm>
              <a:off x="4028625" y="928050"/>
              <a:ext cx="11950" cy="6350"/>
            </a:xfrm>
            <a:custGeom>
              <a:rect b="b" l="l" r="r" t="t"/>
              <a:pathLst>
                <a:path extrusionOk="0" h="254" w="478">
                  <a:moveTo>
                    <a:pt x="281" y="0"/>
                  </a:moveTo>
                  <a:lnTo>
                    <a:pt x="281" y="0"/>
                  </a:lnTo>
                  <a:cubicBezTo>
                    <a:pt x="0" y="141"/>
                    <a:pt x="309" y="141"/>
                    <a:pt x="478" y="253"/>
                  </a:cubicBezTo>
                  <a:cubicBezTo>
                    <a:pt x="393" y="169"/>
                    <a:pt x="309" y="85"/>
                    <a:pt x="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1"/>
            <p:cNvSpPr/>
            <p:nvPr/>
          </p:nvSpPr>
          <p:spPr>
            <a:xfrm>
              <a:off x="4040050" y="1043850"/>
              <a:ext cx="31225" cy="9950"/>
            </a:xfrm>
            <a:custGeom>
              <a:rect b="b" l="l" r="r" t="t"/>
              <a:pathLst>
                <a:path extrusionOk="0" h="398" w="1249">
                  <a:moveTo>
                    <a:pt x="829" y="1"/>
                  </a:moveTo>
                  <a:cubicBezTo>
                    <a:pt x="720" y="1"/>
                    <a:pt x="407" y="214"/>
                    <a:pt x="348" y="214"/>
                  </a:cubicBezTo>
                  <a:cubicBezTo>
                    <a:pt x="334" y="214"/>
                    <a:pt x="335" y="201"/>
                    <a:pt x="357" y="169"/>
                  </a:cubicBezTo>
                  <a:lnTo>
                    <a:pt x="357" y="169"/>
                  </a:lnTo>
                  <a:cubicBezTo>
                    <a:pt x="0" y="298"/>
                    <a:pt x="341" y="397"/>
                    <a:pt x="659" y="397"/>
                  </a:cubicBezTo>
                  <a:cubicBezTo>
                    <a:pt x="965" y="397"/>
                    <a:pt x="1249" y="305"/>
                    <a:pt x="863" y="57"/>
                  </a:cubicBezTo>
                  <a:cubicBezTo>
                    <a:pt x="873" y="17"/>
                    <a:pt x="858" y="1"/>
                    <a:pt x="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1"/>
            <p:cNvSpPr/>
            <p:nvPr/>
          </p:nvSpPr>
          <p:spPr>
            <a:xfrm>
              <a:off x="4067925" y="921025"/>
              <a:ext cx="14750" cy="12675"/>
            </a:xfrm>
            <a:custGeom>
              <a:rect b="b" l="l" r="r" t="t"/>
              <a:pathLst>
                <a:path extrusionOk="0" h="507" w="590">
                  <a:moveTo>
                    <a:pt x="506" y="1"/>
                  </a:moveTo>
                  <a:lnTo>
                    <a:pt x="0" y="506"/>
                  </a:lnTo>
                  <a:lnTo>
                    <a:pt x="0" y="506"/>
                  </a:lnTo>
                  <a:lnTo>
                    <a:pt x="590" y="338"/>
                  </a:lnTo>
                  <a:lnTo>
                    <a:pt x="5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1"/>
            <p:cNvSpPr/>
            <p:nvPr/>
          </p:nvSpPr>
          <p:spPr>
            <a:xfrm>
              <a:off x="4096700" y="970150"/>
              <a:ext cx="9850" cy="14575"/>
            </a:xfrm>
            <a:custGeom>
              <a:rect b="b" l="l" r="r" t="t"/>
              <a:pathLst>
                <a:path extrusionOk="0" h="583" w="394">
                  <a:moveTo>
                    <a:pt x="281" y="1"/>
                  </a:moveTo>
                  <a:cubicBezTo>
                    <a:pt x="239" y="29"/>
                    <a:pt x="190" y="43"/>
                    <a:pt x="141" y="43"/>
                  </a:cubicBezTo>
                  <a:cubicBezTo>
                    <a:pt x="92" y="43"/>
                    <a:pt x="43" y="29"/>
                    <a:pt x="0" y="1"/>
                  </a:cubicBezTo>
                  <a:lnTo>
                    <a:pt x="0" y="1"/>
                  </a:lnTo>
                  <a:cubicBezTo>
                    <a:pt x="124" y="248"/>
                    <a:pt x="204" y="582"/>
                    <a:pt x="336" y="582"/>
                  </a:cubicBezTo>
                  <a:cubicBezTo>
                    <a:pt x="354" y="582"/>
                    <a:pt x="373" y="576"/>
                    <a:pt x="394" y="562"/>
                  </a:cubicBezTo>
                  <a:lnTo>
                    <a:pt x="2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1"/>
            <p:cNvSpPr/>
            <p:nvPr/>
          </p:nvSpPr>
          <p:spPr>
            <a:xfrm>
              <a:off x="4087575" y="962450"/>
              <a:ext cx="9150" cy="7725"/>
            </a:xfrm>
            <a:custGeom>
              <a:rect b="b" l="l" r="r" t="t"/>
              <a:pathLst>
                <a:path extrusionOk="0" h="309" w="366">
                  <a:moveTo>
                    <a:pt x="1" y="0"/>
                  </a:moveTo>
                  <a:cubicBezTo>
                    <a:pt x="85" y="141"/>
                    <a:pt x="225" y="225"/>
                    <a:pt x="365" y="309"/>
                  </a:cubicBezTo>
                  <a:cubicBezTo>
                    <a:pt x="309" y="169"/>
                    <a:pt x="169" y="5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1"/>
            <p:cNvSpPr/>
            <p:nvPr/>
          </p:nvSpPr>
          <p:spPr>
            <a:xfrm>
              <a:off x="4094600" y="933675"/>
              <a:ext cx="4225" cy="14050"/>
            </a:xfrm>
            <a:custGeom>
              <a:rect b="b" l="l" r="r" t="t"/>
              <a:pathLst>
                <a:path extrusionOk="0" h="562" w="169">
                  <a:moveTo>
                    <a:pt x="28" y="0"/>
                  </a:moveTo>
                  <a:lnTo>
                    <a:pt x="0" y="225"/>
                  </a:lnTo>
                  <a:lnTo>
                    <a:pt x="169" y="562"/>
                  </a:lnTo>
                  <a:lnTo>
                    <a:pt x="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1"/>
            <p:cNvSpPr/>
            <p:nvPr/>
          </p:nvSpPr>
          <p:spPr>
            <a:xfrm>
              <a:off x="4181625" y="1104400"/>
              <a:ext cx="18275" cy="12475"/>
            </a:xfrm>
            <a:custGeom>
              <a:rect b="b" l="l" r="r" t="t"/>
              <a:pathLst>
                <a:path extrusionOk="0" h="499" w="731">
                  <a:moveTo>
                    <a:pt x="199" y="1"/>
                  </a:moveTo>
                  <a:cubicBezTo>
                    <a:pt x="126" y="1"/>
                    <a:pt x="58" y="25"/>
                    <a:pt x="1" y="106"/>
                  </a:cubicBezTo>
                  <a:lnTo>
                    <a:pt x="478" y="499"/>
                  </a:lnTo>
                  <a:cubicBezTo>
                    <a:pt x="702" y="414"/>
                    <a:pt x="730" y="190"/>
                    <a:pt x="534" y="49"/>
                  </a:cubicBezTo>
                  <a:cubicBezTo>
                    <a:pt x="418" y="49"/>
                    <a:pt x="303" y="1"/>
                    <a:pt x="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1"/>
            <p:cNvSpPr/>
            <p:nvPr/>
          </p:nvSpPr>
          <p:spPr>
            <a:xfrm>
              <a:off x="4190050" y="1043850"/>
              <a:ext cx="19675" cy="12675"/>
            </a:xfrm>
            <a:custGeom>
              <a:rect b="b" l="l" r="r" t="t"/>
              <a:pathLst>
                <a:path extrusionOk="0" h="507" w="787">
                  <a:moveTo>
                    <a:pt x="337" y="1"/>
                  </a:moveTo>
                  <a:cubicBezTo>
                    <a:pt x="281" y="225"/>
                    <a:pt x="169" y="310"/>
                    <a:pt x="0" y="506"/>
                  </a:cubicBezTo>
                  <a:lnTo>
                    <a:pt x="787" y="57"/>
                  </a:lnTo>
                  <a:lnTo>
                    <a:pt x="3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1"/>
            <p:cNvSpPr/>
            <p:nvPr/>
          </p:nvSpPr>
          <p:spPr>
            <a:xfrm>
              <a:off x="4224625" y="1069825"/>
              <a:ext cx="20750" cy="9725"/>
            </a:xfrm>
            <a:custGeom>
              <a:rect b="b" l="l" r="r" t="t"/>
              <a:pathLst>
                <a:path extrusionOk="0" h="389" w="830">
                  <a:moveTo>
                    <a:pt x="170" y="1"/>
                  </a:moveTo>
                  <a:cubicBezTo>
                    <a:pt x="64" y="1"/>
                    <a:pt x="0" y="63"/>
                    <a:pt x="49" y="309"/>
                  </a:cubicBezTo>
                  <a:cubicBezTo>
                    <a:pt x="70" y="302"/>
                    <a:pt x="95" y="298"/>
                    <a:pt x="124" y="298"/>
                  </a:cubicBezTo>
                  <a:cubicBezTo>
                    <a:pt x="278" y="298"/>
                    <a:pt x="529" y="389"/>
                    <a:pt x="669" y="389"/>
                  </a:cubicBezTo>
                  <a:cubicBezTo>
                    <a:pt x="792" y="389"/>
                    <a:pt x="830" y="319"/>
                    <a:pt x="639" y="57"/>
                  </a:cubicBezTo>
                  <a:cubicBezTo>
                    <a:pt x="615" y="66"/>
                    <a:pt x="589" y="69"/>
                    <a:pt x="561" y="69"/>
                  </a:cubicBezTo>
                  <a:cubicBezTo>
                    <a:pt x="438" y="69"/>
                    <a:pt x="281" y="1"/>
                    <a:pt x="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1"/>
            <p:cNvSpPr/>
            <p:nvPr/>
          </p:nvSpPr>
          <p:spPr>
            <a:xfrm>
              <a:off x="4284100" y="1278275"/>
              <a:ext cx="33000" cy="18275"/>
            </a:xfrm>
            <a:custGeom>
              <a:rect b="b" l="l" r="r" t="t"/>
              <a:pathLst>
                <a:path extrusionOk="0" h="731" w="1320">
                  <a:moveTo>
                    <a:pt x="1236" y="1"/>
                  </a:moveTo>
                  <a:lnTo>
                    <a:pt x="0" y="731"/>
                  </a:lnTo>
                  <a:lnTo>
                    <a:pt x="0" y="731"/>
                  </a:lnTo>
                  <a:lnTo>
                    <a:pt x="1320" y="113"/>
                  </a:lnTo>
                  <a:lnTo>
                    <a:pt x="12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1"/>
            <p:cNvSpPr/>
            <p:nvPr/>
          </p:nvSpPr>
          <p:spPr>
            <a:xfrm>
              <a:off x="4460975" y="1394100"/>
              <a:ext cx="29500" cy="20750"/>
            </a:xfrm>
            <a:custGeom>
              <a:rect b="b" l="l" r="r" t="t"/>
              <a:pathLst>
                <a:path extrusionOk="0" h="830" w="1180">
                  <a:moveTo>
                    <a:pt x="365" y="0"/>
                  </a:moveTo>
                  <a:cubicBezTo>
                    <a:pt x="0" y="28"/>
                    <a:pt x="337" y="618"/>
                    <a:pt x="0" y="618"/>
                  </a:cubicBezTo>
                  <a:cubicBezTo>
                    <a:pt x="270" y="708"/>
                    <a:pt x="380" y="830"/>
                    <a:pt x="535" y="830"/>
                  </a:cubicBezTo>
                  <a:cubicBezTo>
                    <a:pt x="670" y="830"/>
                    <a:pt x="839" y="737"/>
                    <a:pt x="1179" y="449"/>
                  </a:cubicBezTo>
                  <a:cubicBezTo>
                    <a:pt x="1154" y="217"/>
                    <a:pt x="1071" y="149"/>
                    <a:pt x="966" y="149"/>
                  </a:cubicBezTo>
                  <a:cubicBezTo>
                    <a:pt x="818" y="149"/>
                    <a:pt x="628" y="283"/>
                    <a:pt x="502" y="283"/>
                  </a:cubicBezTo>
                  <a:cubicBezTo>
                    <a:pt x="414" y="283"/>
                    <a:pt x="357" y="219"/>
                    <a:pt x="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1"/>
            <p:cNvSpPr/>
            <p:nvPr/>
          </p:nvSpPr>
          <p:spPr>
            <a:xfrm>
              <a:off x="4453250" y="1407425"/>
              <a:ext cx="7750" cy="1425"/>
            </a:xfrm>
            <a:custGeom>
              <a:rect b="b" l="l" r="r" t="t"/>
              <a:pathLst>
                <a:path extrusionOk="0" h="57" w="310">
                  <a:moveTo>
                    <a:pt x="0" y="1"/>
                  </a:moveTo>
                  <a:cubicBezTo>
                    <a:pt x="113" y="29"/>
                    <a:pt x="197" y="57"/>
                    <a:pt x="309" y="57"/>
                  </a:cubicBezTo>
                  <a:cubicBezTo>
                    <a:pt x="197" y="29"/>
                    <a:pt x="113"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1"/>
            <p:cNvSpPr/>
            <p:nvPr/>
          </p:nvSpPr>
          <p:spPr>
            <a:xfrm>
              <a:off x="5372700" y="3391600"/>
              <a:ext cx="9850" cy="11275"/>
            </a:xfrm>
            <a:custGeom>
              <a:rect b="b" l="l" r="r" t="t"/>
              <a:pathLst>
                <a:path extrusionOk="0" h="451" w="394">
                  <a:moveTo>
                    <a:pt x="169" y="1"/>
                  </a:moveTo>
                  <a:lnTo>
                    <a:pt x="0" y="450"/>
                  </a:lnTo>
                  <a:lnTo>
                    <a:pt x="393" y="57"/>
                  </a:lnTo>
                  <a:lnTo>
                    <a:pt x="1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1"/>
            <p:cNvSpPr/>
            <p:nvPr/>
          </p:nvSpPr>
          <p:spPr>
            <a:xfrm>
              <a:off x="5386725" y="3401425"/>
              <a:ext cx="21775" cy="9150"/>
            </a:xfrm>
            <a:custGeom>
              <a:rect b="b" l="l" r="r" t="t"/>
              <a:pathLst>
                <a:path extrusionOk="0" h="366" w="871">
                  <a:moveTo>
                    <a:pt x="843" y="1"/>
                  </a:moveTo>
                  <a:lnTo>
                    <a:pt x="1" y="366"/>
                  </a:lnTo>
                  <a:lnTo>
                    <a:pt x="871" y="366"/>
                  </a:lnTo>
                  <a:cubicBezTo>
                    <a:pt x="787" y="282"/>
                    <a:pt x="674" y="141"/>
                    <a:pt x="8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1"/>
            <p:cNvSpPr/>
            <p:nvPr/>
          </p:nvSpPr>
          <p:spPr>
            <a:xfrm>
              <a:off x="4852600" y="1979450"/>
              <a:ext cx="9150" cy="14050"/>
            </a:xfrm>
            <a:custGeom>
              <a:rect b="b" l="l" r="r" t="t"/>
              <a:pathLst>
                <a:path extrusionOk="0" h="562" w="366">
                  <a:moveTo>
                    <a:pt x="366" y="0"/>
                  </a:moveTo>
                  <a:lnTo>
                    <a:pt x="169" y="85"/>
                  </a:lnTo>
                  <a:cubicBezTo>
                    <a:pt x="1" y="253"/>
                    <a:pt x="29" y="365"/>
                    <a:pt x="113" y="562"/>
                  </a:cubicBezTo>
                  <a:lnTo>
                    <a:pt x="3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1"/>
            <p:cNvSpPr/>
            <p:nvPr/>
          </p:nvSpPr>
          <p:spPr>
            <a:xfrm>
              <a:off x="4904550" y="2121225"/>
              <a:ext cx="16875" cy="14075"/>
            </a:xfrm>
            <a:custGeom>
              <a:rect b="b" l="l" r="r" t="t"/>
              <a:pathLst>
                <a:path extrusionOk="0" h="563" w="675">
                  <a:moveTo>
                    <a:pt x="646" y="1"/>
                  </a:moveTo>
                  <a:lnTo>
                    <a:pt x="0" y="562"/>
                  </a:lnTo>
                  <a:lnTo>
                    <a:pt x="674" y="85"/>
                  </a:lnTo>
                  <a:lnTo>
                    <a:pt x="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1"/>
            <p:cNvSpPr/>
            <p:nvPr/>
          </p:nvSpPr>
          <p:spPr>
            <a:xfrm>
              <a:off x="4990975" y="2214575"/>
              <a:ext cx="13250" cy="18375"/>
            </a:xfrm>
            <a:custGeom>
              <a:rect b="b" l="l" r="r" t="t"/>
              <a:pathLst>
                <a:path extrusionOk="0" h="735" w="530">
                  <a:moveTo>
                    <a:pt x="109" y="1"/>
                  </a:moveTo>
                  <a:lnTo>
                    <a:pt x="109" y="1"/>
                  </a:lnTo>
                  <a:cubicBezTo>
                    <a:pt x="124" y="55"/>
                    <a:pt x="157" y="105"/>
                    <a:pt x="198" y="153"/>
                  </a:cubicBezTo>
                  <a:lnTo>
                    <a:pt x="198" y="153"/>
                  </a:lnTo>
                  <a:cubicBezTo>
                    <a:pt x="185" y="98"/>
                    <a:pt x="158" y="46"/>
                    <a:pt x="109" y="1"/>
                  </a:cubicBezTo>
                  <a:close/>
                  <a:moveTo>
                    <a:pt x="198" y="153"/>
                  </a:moveTo>
                  <a:lnTo>
                    <a:pt x="198" y="153"/>
                  </a:lnTo>
                  <a:cubicBezTo>
                    <a:pt x="256" y="410"/>
                    <a:pt x="1" y="735"/>
                    <a:pt x="141" y="735"/>
                  </a:cubicBezTo>
                  <a:cubicBezTo>
                    <a:pt x="196" y="735"/>
                    <a:pt x="311" y="685"/>
                    <a:pt x="530" y="562"/>
                  </a:cubicBezTo>
                  <a:cubicBezTo>
                    <a:pt x="469" y="399"/>
                    <a:pt x="305" y="281"/>
                    <a:pt x="198" y="15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1"/>
            <p:cNvSpPr/>
            <p:nvPr/>
          </p:nvSpPr>
          <p:spPr>
            <a:xfrm>
              <a:off x="4919275" y="5057475"/>
              <a:ext cx="14775" cy="10925"/>
            </a:xfrm>
            <a:custGeom>
              <a:rect b="b" l="l" r="r" t="t"/>
              <a:pathLst>
                <a:path extrusionOk="0" h="437" w="591">
                  <a:moveTo>
                    <a:pt x="73" y="0"/>
                  </a:moveTo>
                  <a:cubicBezTo>
                    <a:pt x="68" y="0"/>
                    <a:pt x="71" y="5"/>
                    <a:pt x="85" y="15"/>
                  </a:cubicBezTo>
                  <a:cubicBezTo>
                    <a:pt x="1" y="72"/>
                    <a:pt x="506" y="352"/>
                    <a:pt x="591" y="436"/>
                  </a:cubicBezTo>
                  <a:cubicBezTo>
                    <a:pt x="566" y="240"/>
                    <a:pt x="111" y="0"/>
                    <a:pt x="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1"/>
            <p:cNvSpPr/>
            <p:nvPr/>
          </p:nvSpPr>
          <p:spPr>
            <a:xfrm>
              <a:off x="4913675" y="4992575"/>
              <a:ext cx="8450" cy="13350"/>
            </a:xfrm>
            <a:custGeom>
              <a:rect b="b" l="l" r="r" t="t"/>
              <a:pathLst>
                <a:path extrusionOk="0" h="534" w="338">
                  <a:moveTo>
                    <a:pt x="0" y="0"/>
                  </a:moveTo>
                  <a:lnTo>
                    <a:pt x="169" y="393"/>
                  </a:lnTo>
                  <a:lnTo>
                    <a:pt x="337" y="534"/>
                  </a:lnTo>
                  <a:lnTo>
                    <a:pt x="0" y="0"/>
                  </a:lnTo>
                  <a:close/>
                  <a:moveTo>
                    <a:pt x="337" y="534"/>
                  </a:moveTo>
                  <a:lnTo>
                    <a:pt x="337" y="534"/>
                  </a:lnTo>
                  <a:lnTo>
                    <a:pt x="337" y="534"/>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1"/>
            <p:cNvSpPr/>
            <p:nvPr/>
          </p:nvSpPr>
          <p:spPr>
            <a:xfrm>
              <a:off x="4918575" y="4965700"/>
              <a:ext cx="21100" cy="29700"/>
            </a:xfrm>
            <a:custGeom>
              <a:rect b="b" l="l" r="r" t="t"/>
              <a:pathLst>
                <a:path extrusionOk="0" h="1188" w="844">
                  <a:moveTo>
                    <a:pt x="508" y="0"/>
                  </a:moveTo>
                  <a:cubicBezTo>
                    <a:pt x="135" y="0"/>
                    <a:pt x="600" y="692"/>
                    <a:pt x="225" y="739"/>
                  </a:cubicBezTo>
                  <a:lnTo>
                    <a:pt x="1" y="654"/>
                  </a:lnTo>
                  <a:lnTo>
                    <a:pt x="1" y="654"/>
                  </a:lnTo>
                  <a:lnTo>
                    <a:pt x="619" y="1188"/>
                  </a:lnTo>
                  <a:cubicBezTo>
                    <a:pt x="703" y="823"/>
                    <a:pt x="478" y="149"/>
                    <a:pt x="843" y="93"/>
                  </a:cubicBezTo>
                  <a:cubicBezTo>
                    <a:pt x="689" y="28"/>
                    <a:pt x="582" y="0"/>
                    <a:pt x="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1"/>
            <p:cNvSpPr/>
            <p:nvPr/>
          </p:nvSpPr>
          <p:spPr>
            <a:xfrm>
              <a:off x="4991825" y="4972975"/>
              <a:ext cx="5400" cy="7700"/>
            </a:xfrm>
            <a:custGeom>
              <a:rect b="b" l="l" r="r" t="t"/>
              <a:pathLst>
                <a:path extrusionOk="0" h="308" w="216">
                  <a:moveTo>
                    <a:pt x="1" y="1"/>
                  </a:moveTo>
                  <a:cubicBezTo>
                    <a:pt x="1" y="1"/>
                    <a:pt x="2" y="4"/>
                    <a:pt x="4" y="9"/>
                  </a:cubicBezTo>
                  <a:lnTo>
                    <a:pt x="4" y="9"/>
                  </a:lnTo>
                  <a:cubicBezTo>
                    <a:pt x="2" y="3"/>
                    <a:pt x="1" y="1"/>
                    <a:pt x="1" y="1"/>
                  </a:cubicBezTo>
                  <a:close/>
                  <a:moveTo>
                    <a:pt x="4" y="9"/>
                  </a:moveTo>
                  <a:cubicBezTo>
                    <a:pt x="12" y="32"/>
                    <a:pt x="29" y="109"/>
                    <a:pt x="19" y="279"/>
                  </a:cubicBezTo>
                  <a:lnTo>
                    <a:pt x="103" y="307"/>
                  </a:lnTo>
                  <a:cubicBezTo>
                    <a:pt x="131" y="251"/>
                    <a:pt x="187" y="223"/>
                    <a:pt x="215" y="167"/>
                  </a:cubicBezTo>
                  <a:cubicBezTo>
                    <a:pt x="67" y="105"/>
                    <a:pt x="17" y="32"/>
                    <a:pt x="4"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1"/>
            <p:cNvSpPr/>
            <p:nvPr/>
          </p:nvSpPr>
          <p:spPr>
            <a:xfrm>
              <a:off x="4993800" y="4980650"/>
              <a:ext cx="5875" cy="2450"/>
            </a:xfrm>
            <a:custGeom>
              <a:rect b="b" l="l" r="r" t="t"/>
              <a:pathLst>
                <a:path extrusionOk="0" h="98" w="235">
                  <a:moveTo>
                    <a:pt x="24" y="0"/>
                  </a:moveTo>
                  <a:lnTo>
                    <a:pt x="24" y="0"/>
                  </a:lnTo>
                  <a:cubicBezTo>
                    <a:pt x="0" y="71"/>
                    <a:pt x="62" y="97"/>
                    <a:pt x="113" y="97"/>
                  </a:cubicBezTo>
                  <a:cubicBezTo>
                    <a:pt x="183" y="97"/>
                    <a:pt x="235" y="49"/>
                    <a:pt x="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1"/>
            <p:cNvSpPr/>
            <p:nvPr/>
          </p:nvSpPr>
          <p:spPr>
            <a:xfrm>
              <a:off x="5000700" y="4960275"/>
              <a:ext cx="16175" cy="11975"/>
            </a:xfrm>
            <a:custGeom>
              <a:rect b="b" l="l" r="r" t="t"/>
              <a:pathLst>
                <a:path extrusionOk="0" h="479" w="647">
                  <a:moveTo>
                    <a:pt x="1" y="1"/>
                  </a:moveTo>
                  <a:lnTo>
                    <a:pt x="169" y="394"/>
                  </a:lnTo>
                  <a:cubicBezTo>
                    <a:pt x="220" y="413"/>
                    <a:pt x="267" y="419"/>
                    <a:pt x="309" y="419"/>
                  </a:cubicBezTo>
                  <a:cubicBezTo>
                    <a:pt x="386" y="419"/>
                    <a:pt x="451" y="400"/>
                    <a:pt x="508" y="400"/>
                  </a:cubicBezTo>
                  <a:cubicBezTo>
                    <a:pt x="560" y="400"/>
                    <a:pt x="605" y="416"/>
                    <a:pt x="646" y="478"/>
                  </a:cubicBezTo>
                  <a:cubicBezTo>
                    <a:pt x="618" y="169"/>
                    <a:pt x="394" y="8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1"/>
            <p:cNvSpPr/>
            <p:nvPr/>
          </p:nvSpPr>
          <p:spPr>
            <a:xfrm>
              <a:off x="4988075" y="4946250"/>
              <a:ext cx="3925" cy="5175"/>
            </a:xfrm>
            <a:custGeom>
              <a:rect b="b" l="l" r="r" t="t"/>
              <a:pathLst>
                <a:path extrusionOk="0" h="207" w="157">
                  <a:moveTo>
                    <a:pt x="0" y="0"/>
                  </a:moveTo>
                  <a:lnTo>
                    <a:pt x="56" y="197"/>
                  </a:lnTo>
                  <a:cubicBezTo>
                    <a:pt x="74" y="203"/>
                    <a:pt x="90" y="206"/>
                    <a:pt x="103" y="206"/>
                  </a:cubicBezTo>
                  <a:cubicBezTo>
                    <a:pt x="153" y="206"/>
                    <a:pt x="156" y="15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1"/>
            <p:cNvSpPr/>
            <p:nvPr/>
          </p:nvSpPr>
          <p:spPr>
            <a:xfrm>
              <a:off x="4983075" y="4948975"/>
              <a:ext cx="9925" cy="11325"/>
            </a:xfrm>
            <a:custGeom>
              <a:rect b="b" l="l" r="r" t="t"/>
              <a:pathLst>
                <a:path extrusionOk="0" h="453" w="397">
                  <a:moveTo>
                    <a:pt x="26" y="0"/>
                  </a:moveTo>
                  <a:cubicBezTo>
                    <a:pt x="0" y="0"/>
                    <a:pt x="54" y="52"/>
                    <a:pt x="285" y="228"/>
                  </a:cubicBezTo>
                  <a:cubicBezTo>
                    <a:pt x="217" y="184"/>
                    <a:pt x="184" y="165"/>
                    <a:pt x="174" y="165"/>
                  </a:cubicBezTo>
                  <a:cubicBezTo>
                    <a:pt x="145" y="165"/>
                    <a:pt x="294" y="309"/>
                    <a:pt x="397" y="453"/>
                  </a:cubicBezTo>
                  <a:lnTo>
                    <a:pt x="256" y="88"/>
                  </a:lnTo>
                  <a:cubicBezTo>
                    <a:pt x="169" y="59"/>
                    <a:pt x="53" y="0"/>
                    <a:pt x="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1"/>
            <p:cNvSpPr/>
            <p:nvPr/>
          </p:nvSpPr>
          <p:spPr>
            <a:xfrm>
              <a:off x="4970075" y="4953975"/>
              <a:ext cx="18025" cy="13075"/>
            </a:xfrm>
            <a:custGeom>
              <a:rect b="b" l="l" r="r" t="t"/>
              <a:pathLst>
                <a:path extrusionOk="0" h="523" w="721">
                  <a:moveTo>
                    <a:pt x="75" y="0"/>
                  </a:moveTo>
                  <a:cubicBezTo>
                    <a:pt x="0" y="280"/>
                    <a:pt x="247" y="522"/>
                    <a:pt x="463" y="522"/>
                  </a:cubicBezTo>
                  <a:cubicBezTo>
                    <a:pt x="572" y="522"/>
                    <a:pt x="673" y="460"/>
                    <a:pt x="720" y="309"/>
                  </a:cubicBezTo>
                  <a:cubicBezTo>
                    <a:pt x="661" y="309"/>
                    <a:pt x="603" y="312"/>
                    <a:pt x="547" y="312"/>
                  </a:cubicBezTo>
                  <a:cubicBezTo>
                    <a:pt x="365" y="312"/>
                    <a:pt x="203" y="279"/>
                    <a:pt x="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1"/>
            <p:cNvSpPr/>
            <p:nvPr/>
          </p:nvSpPr>
          <p:spPr>
            <a:xfrm>
              <a:off x="4910175" y="4952575"/>
              <a:ext cx="15450" cy="7725"/>
            </a:xfrm>
            <a:custGeom>
              <a:rect b="b" l="l" r="r" t="t"/>
              <a:pathLst>
                <a:path extrusionOk="0" h="309" w="618">
                  <a:moveTo>
                    <a:pt x="0" y="0"/>
                  </a:moveTo>
                  <a:lnTo>
                    <a:pt x="197" y="309"/>
                  </a:lnTo>
                  <a:cubicBezTo>
                    <a:pt x="112" y="141"/>
                    <a:pt x="618" y="141"/>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1"/>
            <p:cNvSpPr/>
            <p:nvPr/>
          </p:nvSpPr>
          <p:spPr>
            <a:xfrm>
              <a:off x="5010525" y="4927300"/>
              <a:ext cx="19675" cy="9150"/>
            </a:xfrm>
            <a:custGeom>
              <a:rect b="b" l="l" r="r" t="t"/>
              <a:pathLst>
                <a:path extrusionOk="0" h="366" w="787">
                  <a:moveTo>
                    <a:pt x="1" y="0"/>
                  </a:moveTo>
                  <a:lnTo>
                    <a:pt x="141" y="281"/>
                  </a:lnTo>
                  <a:cubicBezTo>
                    <a:pt x="216" y="263"/>
                    <a:pt x="291" y="253"/>
                    <a:pt x="365" y="253"/>
                  </a:cubicBezTo>
                  <a:cubicBezTo>
                    <a:pt x="512" y="253"/>
                    <a:pt x="656" y="291"/>
                    <a:pt x="787" y="365"/>
                  </a:cubicBezTo>
                  <a:cubicBezTo>
                    <a:pt x="618" y="225"/>
                    <a:pt x="253" y="14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1"/>
            <p:cNvSpPr/>
            <p:nvPr/>
          </p:nvSpPr>
          <p:spPr>
            <a:xfrm>
              <a:off x="5002100" y="4917475"/>
              <a:ext cx="8450" cy="9850"/>
            </a:xfrm>
            <a:custGeom>
              <a:rect b="b" l="l" r="r" t="t"/>
              <a:pathLst>
                <a:path extrusionOk="0" h="394" w="338">
                  <a:moveTo>
                    <a:pt x="169" y="0"/>
                  </a:moveTo>
                  <a:lnTo>
                    <a:pt x="169" y="0"/>
                  </a:lnTo>
                  <a:cubicBezTo>
                    <a:pt x="1" y="169"/>
                    <a:pt x="141" y="309"/>
                    <a:pt x="338" y="393"/>
                  </a:cubicBezTo>
                  <a:lnTo>
                    <a:pt x="1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1"/>
            <p:cNvSpPr/>
            <p:nvPr/>
          </p:nvSpPr>
          <p:spPr>
            <a:xfrm>
              <a:off x="4964200" y="4929400"/>
              <a:ext cx="11250" cy="20375"/>
            </a:xfrm>
            <a:custGeom>
              <a:rect b="b" l="l" r="r" t="t"/>
              <a:pathLst>
                <a:path extrusionOk="0" h="815" w="450">
                  <a:moveTo>
                    <a:pt x="29" y="1"/>
                  </a:moveTo>
                  <a:lnTo>
                    <a:pt x="1" y="85"/>
                  </a:lnTo>
                  <a:lnTo>
                    <a:pt x="450" y="815"/>
                  </a:lnTo>
                  <a:lnTo>
                    <a:pt x="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1"/>
            <p:cNvSpPr/>
            <p:nvPr/>
          </p:nvSpPr>
          <p:spPr>
            <a:xfrm>
              <a:off x="5038600" y="4909750"/>
              <a:ext cx="13375" cy="14775"/>
            </a:xfrm>
            <a:custGeom>
              <a:rect b="b" l="l" r="r" t="t"/>
              <a:pathLst>
                <a:path extrusionOk="0" h="591" w="535">
                  <a:moveTo>
                    <a:pt x="1" y="1"/>
                  </a:moveTo>
                  <a:lnTo>
                    <a:pt x="169" y="225"/>
                  </a:lnTo>
                  <a:lnTo>
                    <a:pt x="534" y="590"/>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1"/>
            <p:cNvSpPr/>
            <p:nvPr/>
          </p:nvSpPr>
          <p:spPr>
            <a:xfrm>
              <a:off x="5049125" y="4891500"/>
              <a:ext cx="21800" cy="19675"/>
            </a:xfrm>
            <a:custGeom>
              <a:rect b="b" l="l" r="r" t="t"/>
              <a:pathLst>
                <a:path extrusionOk="0" h="787" w="872">
                  <a:moveTo>
                    <a:pt x="422" y="1"/>
                  </a:moveTo>
                  <a:lnTo>
                    <a:pt x="422" y="1"/>
                  </a:lnTo>
                  <a:cubicBezTo>
                    <a:pt x="506" y="225"/>
                    <a:pt x="394" y="338"/>
                    <a:pt x="1" y="338"/>
                  </a:cubicBezTo>
                  <a:cubicBezTo>
                    <a:pt x="310" y="646"/>
                    <a:pt x="675" y="562"/>
                    <a:pt x="843" y="787"/>
                  </a:cubicBezTo>
                  <a:cubicBezTo>
                    <a:pt x="871" y="590"/>
                    <a:pt x="646" y="281"/>
                    <a:pt x="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1"/>
            <p:cNvSpPr/>
            <p:nvPr/>
          </p:nvSpPr>
          <p:spPr>
            <a:xfrm>
              <a:off x="5052650" y="4880975"/>
              <a:ext cx="7025" cy="10550"/>
            </a:xfrm>
            <a:custGeom>
              <a:rect b="b" l="l" r="r" t="t"/>
              <a:pathLst>
                <a:path extrusionOk="0" h="422" w="281">
                  <a:moveTo>
                    <a:pt x="0" y="1"/>
                  </a:moveTo>
                  <a:cubicBezTo>
                    <a:pt x="56" y="169"/>
                    <a:pt x="169" y="309"/>
                    <a:pt x="281" y="422"/>
                  </a:cubicBezTo>
                  <a:cubicBezTo>
                    <a:pt x="197" y="281"/>
                    <a:pt x="112" y="14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1"/>
            <p:cNvSpPr/>
            <p:nvPr/>
          </p:nvSpPr>
          <p:spPr>
            <a:xfrm>
              <a:off x="5014050" y="4907650"/>
              <a:ext cx="15450" cy="5125"/>
            </a:xfrm>
            <a:custGeom>
              <a:rect b="b" l="l" r="r" t="t"/>
              <a:pathLst>
                <a:path extrusionOk="0" h="205" w="618">
                  <a:moveTo>
                    <a:pt x="56" y="0"/>
                  </a:moveTo>
                  <a:lnTo>
                    <a:pt x="0" y="85"/>
                  </a:lnTo>
                  <a:cubicBezTo>
                    <a:pt x="162" y="154"/>
                    <a:pt x="342" y="204"/>
                    <a:pt x="511" y="204"/>
                  </a:cubicBezTo>
                  <a:cubicBezTo>
                    <a:pt x="547" y="204"/>
                    <a:pt x="583" y="202"/>
                    <a:pt x="618" y="197"/>
                  </a:cubicBezTo>
                  <a:lnTo>
                    <a:pt x="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1"/>
            <p:cNvSpPr/>
            <p:nvPr/>
          </p:nvSpPr>
          <p:spPr>
            <a:xfrm>
              <a:off x="5014750" y="4902725"/>
              <a:ext cx="3525" cy="4250"/>
            </a:xfrm>
            <a:custGeom>
              <a:rect b="b" l="l" r="r" t="t"/>
              <a:pathLst>
                <a:path extrusionOk="0" h="170" w="141">
                  <a:moveTo>
                    <a:pt x="140" y="1"/>
                  </a:moveTo>
                  <a:lnTo>
                    <a:pt x="0" y="169"/>
                  </a:lnTo>
                  <a:lnTo>
                    <a:pt x="28" y="169"/>
                  </a:lnTo>
                  <a:cubicBezTo>
                    <a:pt x="84" y="85"/>
                    <a:pt x="140" y="29"/>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1"/>
            <p:cNvSpPr/>
            <p:nvPr/>
          </p:nvSpPr>
          <p:spPr>
            <a:xfrm>
              <a:off x="5011925" y="4909050"/>
              <a:ext cx="1425" cy="725"/>
            </a:xfrm>
            <a:custGeom>
              <a:rect b="b" l="l" r="r" t="t"/>
              <a:pathLst>
                <a:path extrusionOk="0" h="29" w="57">
                  <a:moveTo>
                    <a:pt x="57" y="29"/>
                  </a:moveTo>
                  <a:lnTo>
                    <a:pt x="57" y="29"/>
                  </a:lnTo>
                  <a:cubicBezTo>
                    <a:pt x="1" y="1"/>
                    <a:pt x="1" y="1"/>
                    <a:pt x="57" y="2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1"/>
            <p:cNvSpPr/>
            <p:nvPr/>
          </p:nvSpPr>
          <p:spPr>
            <a:xfrm>
              <a:off x="4960700" y="4905550"/>
              <a:ext cx="23875" cy="18275"/>
            </a:xfrm>
            <a:custGeom>
              <a:rect b="b" l="l" r="r" t="t"/>
              <a:pathLst>
                <a:path extrusionOk="0" h="731" w="955">
                  <a:moveTo>
                    <a:pt x="0" y="0"/>
                  </a:moveTo>
                  <a:cubicBezTo>
                    <a:pt x="298" y="297"/>
                    <a:pt x="621" y="309"/>
                    <a:pt x="920" y="685"/>
                  </a:cubicBezTo>
                  <a:lnTo>
                    <a:pt x="920" y="685"/>
                  </a:lnTo>
                  <a:cubicBezTo>
                    <a:pt x="714" y="404"/>
                    <a:pt x="559" y="0"/>
                    <a:pt x="0" y="0"/>
                  </a:cubicBezTo>
                  <a:close/>
                  <a:moveTo>
                    <a:pt x="920" y="685"/>
                  </a:moveTo>
                  <a:lnTo>
                    <a:pt x="920" y="685"/>
                  </a:lnTo>
                  <a:cubicBezTo>
                    <a:pt x="932" y="700"/>
                    <a:pt x="943" y="715"/>
                    <a:pt x="955" y="730"/>
                  </a:cubicBezTo>
                  <a:cubicBezTo>
                    <a:pt x="943" y="714"/>
                    <a:pt x="932" y="699"/>
                    <a:pt x="920" y="68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1"/>
            <p:cNvSpPr/>
            <p:nvPr/>
          </p:nvSpPr>
          <p:spPr>
            <a:xfrm>
              <a:off x="4989475" y="4903425"/>
              <a:ext cx="11250" cy="11275"/>
            </a:xfrm>
            <a:custGeom>
              <a:rect b="b" l="l" r="r" t="t"/>
              <a:pathLst>
                <a:path extrusionOk="0" h="451" w="450">
                  <a:moveTo>
                    <a:pt x="253" y="1"/>
                  </a:moveTo>
                  <a:lnTo>
                    <a:pt x="0" y="169"/>
                  </a:lnTo>
                  <a:cubicBezTo>
                    <a:pt x="169" y="226"/>
                    <a:pt x="337" y="310"/>
                    <a:pt x="450" y="450"/>
                  </a:cubicBezTo>
                  <a:lnTo>
                    <a:pt x="2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1"/>
            <p:cNvSpPr/>
            <p:nvPr/>
          </p:nvSpPr>
          <p:spPr>
            <a:xfrm>
              <a:off x="4992975" y="4897825"/>
              <a:ext cx="4950" cy="5625"/>
            </a:xfrm>
            <a:custGeom>
              <a:rect b="b" l="l" r="r" t="t"/>
              <a:pathLst>
                <a:path extrusionOk="0" h="225" w="198">
                  <a:moveTo>
                    <a:pt x="1" y="0"/>
                  </a:moveTo>
                  <a:lnTo>
                    <a:pt x="113" y="225"/>
                  </a:lnTo>
                  <a:lnTo>
                    <a:pt x="197" y="14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1"/>
            <p:cNvSpPr/>
            <p:nvPr/>
          </p:nvSpPr>
          <p:spPr>
            <a:xfrm>
              <a:off x="5022450" y="4871850"/>
              <a:ext cx="11975" cy="13875"/>
            </a:xfrm>
            <a:custGeom>
              <a:rect b="b" l="l" r="r" t="t"/>
              <a:pathLst>
                <a:path extrusionOk="0" h="555" w="479">
                  <a:moveTo>
                    <a:pt x="394" y="1"/>
                  </a:moveTo>
                  <a:cubicBezTo>
                    <a:pt x="226" y="57"/>
                    <a:pt x="85" y="169"/>
                    <a:pt x="1" y="337"/>
                  </a:cubicBezTo>
                  <a:cubicBezTo>
                    <a:pt x="107" y="422"/>
                    <a:pt x="292" y="555"/>
                    <a:pt x="401" y="555"/>
                  </a:cubicBezTo>
                  <a:cubicBezTo>
                    <a:pt x="437" y="555"/>
                    <a:pt x="464" y="540"/>
                    <a:pt x="478" y="506"/>
                  </a:cubicBezTo>
                  <a:cubicBezTo>
                    <a:pt x="366" y="366"/>
                    <a:pt x="310" y="169"/>
                    <a:pt x="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1"/>
            <p:cNvSpPr/>
            <p:nvPr/>
          </p:nvSpPr>
          <p:spPr>
            <a:xfrm>
              <a:off x="5021050" y="4893600"/>
              <a:ext cx="2850" cy="1450"/>
            </a:xfrm>
            <a:custGeom>
              <a:rect b="b" l="l" r="r" t="t"/>
              <a:pathLst>
                <a:path extrusionOk="0" h="58" w="114">
                  <a:moveTo>
                    <a:pt x="113" y="1"/>
                  </a:moveTo>
                  <a:cubicBezTo>
                    <a:pt x="29" y="1"/>
                    <a:pt x="1" y="1"/>
                    <a:pt x="113" y="57"/>
                  </a:cubicBezTo>
                  <a:cubicBezTo>
                    <a:pt x="113" y="29"/>
                    <a:pt x="113" y="29"/>
                    <a:pt x="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1"/>
            <p:cNvSpPr/>
            <p:nvPr/>
          </p:nvSpPr>
          <p:spPr>
            <a:xfrm>
              <a:off x="5046325" y="4840275"/>
              <a:ext cx="2825" cy="1425"/>
            </a:xfrm>
            <a:custGeom>
              <a:rect b="b" l="l" r="r" t="t"/>
              <a:pathLst>
                <a:path extrusionOk="0" h="57" w="113">
                  <a:moveTo>
                    <a:pt x="0" y="0"/>
                  </a:moveTo>
                  <a:lnTo>
                    <a:pt x="85" y="56"/>
                  </a:lnTo>
                  <a:lnTo>
                    <a:pt x="113"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1"/>
            <p:cNvSpPr/>
            <p:nvPr/>
          </p:nvSpPr>
          <p:spPr>
            <a:xfrm>
              <a:off x="5015450" y="4878800"/>
              <a:ext cx="7025" cy="8525"/>
            </a:xfrm>
            <a:custGeom>
              <a:rect b="b" l="l" r="r" t="t"/>
              <a:pathLst>
                <a:path extrusionOk="0" h="341" w="281">
                  <a:moveTo>
                    <a:pt x="182" y="1"/>
                  </a:moveTo>
                  <a:cubicBezTo>
                    <a:pt x="173" y="1"/>
                    <a:pt x="169" y="10"/>
                    <a:pt x="169" y="31"/>
                  </a:cubicBezTo>
                  <a:cubicBezTo>
                    <a:pt x="0" y="59"/>
                    <a:pt x="112" y="200"/>
                    <a:pt x="225" y="340"/>
                  </a:cubicBezTo>
                  <a:cubicBezTo>
                    <a:pt x="225" y="228"/>
                    <a:pt x="225" y="144"/>
                    <a:pt x="281" y="59"/>
                  </a:cubicBezTo>
                  <a:cubicBezTo>
                    <a:pt x="229" y="25"/>
                    <a:pt x="198" y="1"/>
                    <a:pt x="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1"/>
            <p:cNvSpPr/>
            <p:nvPr/>
          </p:nvSpPr>
          <p:spPr>
            <a:xfrm>
              <a:off x="5041400" y="4869050"/>
              <a:ext cx="11050" cy="1650"/>
            </a:xfrm>
            <a:custGeom>
              <a:rect b="b" l="l" r="r" t="t"/>
              <a:pathLst>
                <a:path extrusionOk="0" h="66" w="442">
                  <a:moveTo>
                    <a:pt x="1" y="0"/>
                  </a:moveTo>
                  <a:cubicBezTo>
                    <a:pt x="114" y="33"/>
                    <a:pt x="265" y="65"/>
                    <a:pt x="351" y="65"/>
                  </a:cubicBezTo>
                  <a:cubicBezTo>
                    <a:pt x="414" y="65"/>
                    <a:pt x="441" y="48"/>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1"/>
            <p:cNvSpPr/>
            <p:nvPr/>
          </p:nvSpPr>
          <p:spPr>
            <a:xfrm>
              <a:off x="5027375" y="4895025"/>
              <a:ext cx="2600" cy="1325"/>
            </a:xfrm>
            <a:custGeom>
              <a:rect b="b" l="l" r="r" t="t"/>
              <a:pathLst>
                <a:path extrusionOk="0" h="53" w="104">
                  <a:moveTo>
                    <a:pt x="0" y="0"/>
                  </a:moveTo>
                  <a:cubicBezTo>
                    <a:pt x="0" y="0"/>
                    <a:pt x="0" y="28"/>
                    <a:pt x="0" y="28"/>
                  </a:cubicBezTo>
                  <a:cubicBezTo>
                    <a:pt x="44" y="46"/>
                    <a:pt x="69" y="52"/>
                    <a:pt x="79" y="52"/>
                  </a:cubicBezTo>
                  <a:cubicBezTo>
                    <a:pt x="103" y="52"/>
                    <a:pt x="59" y="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1"/>
            <p:cNvSpPr/>
            <p:nvPr/>
          </p:nvSpPr>
          <p:spPr>
            <a:xfrm>
              <a:off x="5021050" y="4887300"/>
              <a:ext cx="6350" cy="7750"/>
            </a:xfrm>
            <a:custGeom>
              <a:rect b="b" l="l" r="r" t="t"/>
              <a:pathLst>
                <a:path extrusionOk="0" h="310" w="254">
                  <a:moveTo>
                    <a:pt x="1" y="0"/>
                  </a:moveTo>
                  <a:cubicBezTo>
                    <a:pt x="1" y="84"/>
                    <a:pt x="29" y="169"/>
                    <a:pt x="85" y="253"/>
                  </a:cubicBezTo>
                  <a:cubicBezTo>
                    <a:pt x="141" y="281"/>
                    <a:pt x="197" y="281"/>
                    <a:pt x="253" y="309"/>
                  </a:cubicBezTo>
                  <a:cubicBezTo>
                    <a:pt x="169" y="197"/>
                    <a:pt x="85" y="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1"/>
            <p:cNvSpPr/>
            <p:nvPr/>
          </p:nvSpPr>
          <p:spPr>
            <a:xfrm>
              <a:off x="4969125" y="4782725"/>
              <a:ext cx="77225" cy="57575"/>
            </a:xfrm>
            <a:custGeom>
              <a:rect b="b" l="l" r="r" t="t"/>
              <a:pathLst>
                <a:path extrusionOk="0" h="2303" w="3089">
                  <a:moveTo>
                    <a:pt x="309" y="0"/>
                  </a:moveTo>
                  <a:lnTo>
                    <a:pt x="478" y="421"/>
                  </a:lnTo>
                  <a:cubicBezTo>
                    <a:pt x="337" y="365"/>
                    <a:pt x="169" y="140"/>
                    <a:pt x="0" y="140"/>
                  </a:cubicBezTo>
                  <a:cubicBezTo>
                    <a:pt x="453" y="407"/>
                    <a:pt x="754" y="875"/>
                    <a:pt x="234" y="875"/>
                  </a:cubicBezTo>
                  <a:cubicBezTo>
                    <a:pt x="205" y="875"/>
                    <a:pt x="174" y="873"/>
                    <a:pt x="141" y="870"/>
                  </a:cubicBezTo>
                  <a:lnTo>
                    <a:pt x="141" y="870"/>
                  </a:lnTo>
                  <a:cubicBezTo>
                    <a:pt x="393" y="1292"/>
                    <a:pt x="2078" y="2021"/>
                    <a:pt x="3088" y="2302"/>
                  </a:cubicBezTo>
                  <a:cubicBezTo>
                    <a:pt x="2836" y="2190"/>
                    <a:pt x="2611" y="1965"/>
                    <a:pt x="2527" y="1685"/>
                  </a:cubicBezTo>
                  <a:cubicBezTo>
                    <a:pt x="2488" y="1677"/>
                    <a:pt x="2444" y="1675"/>
                    <a:pt x="2398" y="1675"/>
                  </a:cubicBezTo>
                  <a:cubicBezTo>
                    <a:pt x="2266" y="1675"/>
                    <a:pt x="2109" y="1695"/>
                    <a:pt x="1948" y="1695"/>
                  </a:cubicBezTo>
                  <a:cubicBezTo>
                    <a:pt x="1711" y="1695"/>
                    <a:pt x="1467" y="1651"/>
                    <a:pt x="1292" y="1432"/>
                  </a:cubicBezTo>
                  <a:cubicBezTo>
                    <a:pt x="1242" y="1232"/>
                    <a:pt x="1297" y="1177"/>
                    <a:pt x="1404" y="1177"/>
                  </a:cubicBezTo>
                  <a:cubicBezTo>
                    <a:pt x="1537" y="1177"/>
                    <a:pt x="1750" y="1263"/>
                    <a:pt x="1937" y="1263"/>
                  </a:cubicBezTo>
                  <a:cubicBezTo>
                    <a:pt x="1236" y="1067"/>
                    <a:pt x="1236" y="393"/>
                    <a:pt x="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1"/>
            <p:cNvSpPr/>
            <p:nvPr/>
          </p:nvSpPr>
          <p:spPr>
            <a:xfrm>
              <a:off x="5039300" y="4841675"/>
              <a:ext cx="21075" cy="13350"/>
            </a:xfrm>
            <a:custGeom>
              <a:rect b="b" l="l" r="r" t="t"/>
              <a:pathLst>
                <a:path extrusionOk="0" h="534" w="843">
                  <a:moveTo>
                    <a:pt x="366" y="0"/>
                  </a:moveTo>
                  <a:lnTo>
                    <a:pt x="57" y="450"/>
                  </a:lnTo>
                  <a:lnTo>
                    <a:pt x="1" y="365"/>
                  </a:lnTo>
                  <a:lnTo>
                    <a:pt x="1" y="506"/>
                  </a:lnTo>
                  <a:cubicBezTo>
                    <a:pt x="127" y="480"/>
                    <a:pt x="253" y="467"/>
                    <a:pt x="379" y="467"/>
                  </a:cubicBezTo>
                  <a:cubicBezTo>
                    <a:pt x="534" y="467"/>
                    <a:pt x="688" y="487"/>
                    <a:pt x="843" y="534"/>
                  </a:cubicBezTo>
                  <a:cubicBezTo>
                    <a:pt x="731" y="309"/>
                    <a:pt x="562" y="113"/>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1"/>
            <p:cNvSpPr/>
            <p:nvPr/>
          </p:nvSpPr>
          <p:spPr>
            <a:xfrm>
              <a:off x="5000000" y="4842375"/>
              <a:ext cx="41425" cy="29500"/>
            </a:xfrm>
            <a:custGeom>
              <a:rect b="b" l="l" r="r" t="t"/>
              <a:pathLst>
                <a:path extrusionOk="0" h="1180" w="1657">
                  <a:moveTo>
                    <a:pt x="1434" y="912"/>
                  </a:moveTo>
                  <a:cubicBezTo>
                    <a:pt x="1528" y="912"/>
                    <a:pt x="1499" y="999"/>
                    <a:pt x="1545" y="1067"/>
                  </a:cubicBezTo>
                  <a:lnTo>
                    <a:pt x="1601" y="1095"/>
                  </a:lnTo>
                  <a:cubicBezTo>
                    <a:pt x="1545" y="1095"/>
                    <a:pt x="1489" y="1067"/>
                    <a:pt x="1545" y="1067"/>
                  </a:cubicBezTo>
                  <a:cubicBezTo>
                    <a:pt x="1460" y="1011"/>
                    <a:pt x="1404" y="983"/>
                    <a:pt x="1348" y="927"/>
                  </a:cubicBezTo>
                  <a:cubicBezTo>
                    <a:pt x="1385" y="916"/>
                    <a:pt x="1413" y="912"/>
                    <a:pt x="1434" y="912"/>
                  </a:cubicBezTo>
                  <a:close/>
                  <a:moveTo>
                    <a:pt x="113" y="0"/>
                  </a:moveTo>
                  <a:cubicBezTo>
                    <a:pt x="1" y="309"/>
                    <a:pt x="450" y="450"/>
                    <a:pt x="562" y="730"/>
                  </a:cubicBezTo>
                  <a:cubicBezTo>
                    <a:pt x="596" y="608"/>
                    <a:pt x="627" y="563"/>
                    <a:pt x="661" y="563"/>
                  </a:cubicBezTo>
                  <a:cubicBezTo>
                    <a:pt x="753" y="563"/>
                    <a:pt x="868" y="894"/>
                    <a:pt x="1136" y="894"/>
                  </a:cubicBezTo>
                  <a:cubicBezTo>
                    <a:pt x="1175" y="894"/>
                    <a:pt x="1218" y="887"/>
                    <a:pt x="1264" y="871"/>
                  </a:cubicBezTo>
                  <a:cubicBezTo>
                    <a:pt x="1320" y="983"/>
                    <a:pt x="1320" y="1095"/>
                    <a:pt x="1264" y="1180"/>
                  </a:cubicBezTo>
                  <a:cubicBezTo>
                    <a:pt x="1404" y="1151"/>
                    <a:pt x="1517" y="1095"/>
                    <a:pt x="1657" y="1095"/>
                  </a:cubicBezTo>
                  <a:lnTo>
                    <a:pt x="1601" y="1095"/>
                  </a:lnTo>
                  <a:cubicBezTo>
                    <a:pt x="1601" y="899"/>
                    <a:pt x="1573" y="702"/>
                    <a:pt x="1573" y="478"/>
                  </a:cubicBezTo>
                  <a:cubicBezTo>
                    <a:pt x="1460" y="534"/>
                    <a:pt x="1404" y="646"/>
                    <a:pt x="1348" y="899"/>
                  </a:cubicBezTo>
                  <a:cubicBezTo>
                    <a:pt x="871" y="534"/>
                    <a:pt x="759" y="169"/>
                    <a:pt x="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1"/>
            <p:cNvSpPr/>
            <p:nvPr/>
          </p:nvSpPr>
          <p:spPr>
            <a:xfrm>
              <a:off x="4936125" y="4882500"/>
              <a:ext cx="2850" cy="2000"/>
            </a:xfrm>
            <a:custGeom>
              <a:rect b="b" l="l" r="r" t="t"/>
              <a:pathLst>
                <a:path extrusionOk="0" h="80" w="114">
                  <a:moveTo>
                    <a:pt x="26" y="1"/>
                  </a:moveTo>
                  <a:cubicBezTo>
                    <a:pt x="17" y="1"/>
                    <a:pt x="9" y="7"/>
                    <a:pt x="1" y="24"/>
                  </a:cubicBezTo>
                  <a:cubicBezTo>
                    <a:pt x="29" y="24"/>
                    <a:pt x="85" y="52"/>
                    <a:pt x="113" y="80"/>
                  </a:cubicBezTo>
                  <a:cubicBezTo>
                    <a:pt x="73" y="40"/>
                    <a:pt x="48" y="1"/>
                    <a:pt x="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1"/>
            <p:cNvSpPr/>
            <p:nvPr/>
          </p:nvSpPr>
          <p:spPr>
            <a:xfrm>
              <a:off x="4938950" y="4883075"/>
              <a:ext cx="42125" cy="13375"/>
            </a:xfrm>
            <a:custGeom>
              <a:rect b="b" l="l" r="r" t="t"/>
              <a:pathLst>
                <a:path extrusionOk="0" h="535" w="1685">
                  <a:moveTo>
                    <a:pt x="309" y="1"/>
                  </a:moveTo>
                  <a:lnTo>
                    <a:pt x="309" y="1"/>
                  </a:lnTo>
                  <a:cubicBezTo>
                    <a:pt x="337" y="85"/>
                    <a:pt x="533" y="225"/>
                    <a:pt x="421" y="310"/>
                  </a:cubicBezTo>
                  <a:cubicBezTo>
                    <a:pt x="225" y="310"/>
                    <a:pt x="169" y="141"/>
                    <a:pt x="0" y="57"/>
                  </a:cubicBezTo>
                  <a:lnTo>
                    <a:pt x="0" y="57"/>
                  </a:lnTo>
                  <a:cubicBezTo>
                    <a:pt x="103" y="186"/>
                    <a:pt x="230" y="457"/>
                    <a:pt x="533" y="457"/>
                  </a:cubicBezTo>
                  <a:cubicBezTo>
                    <a:pt x="559" y="457"/>
                    <a:pt x="588" y="455"/>
                    <a:pt x="618" y="450"/>
                  </a:cubicBezTo>
                  <a:lnTo>
                    <a:pt x="562" y="366"/>
                  </a:lnTo>
                  <a:cubicBezTo>
                    <a:pt x="627" y="361"/>
                    <a:pt x="692" y="359"/>
                    <a:pt x="756" y="359"/>
                  </a:cubicBezTo>
                  <a:cubicBezTo>
                    <a:pt x="1076" y="359"/>
                    <a:pt x="1380" y="417"/>
                    <a:pt x="1685" y="534"/>
                  </a:cubicBezTo>
                  <a:cubicBezTo>
                    <a:pt x="1235" y="310"/>
                    <a:pt x="758" y="141"/>
                    <a:pt x="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1"/>
            <p:cNvSpPr/>
            <p:nvPr/>
          </p:nvSpPr>
          <p:spPr>
            <a:xfrm>
              <a:off x="4971225" y="4857100"/>
              <a:ext cx="15475" cy="14775"/>
            </a:xfrm>
            <a:custGeom>
              <a:rect b="b" l="l" r="r" t="t"/>
              <a:pathLst>
                <a:path extrusionOk="0" h="591" w="619">
                  <a:moveTo>
                    <a:pt x="0" y="1"/>
                  </a:moveTo>
                  <a:lnTo>
                    <a:pt x="281" y="169"/>
                  </a:lnTo>
                  <a:cubicBezTo>
                    <a:pt x="57" y="310"/>
                    <a:pt x="422" y="450"/>
                    <a:pt x="618" y="591"/>
                  </a:cubicBezTo>
                  <a:lnTo>
                    <a:pt x="562" y="85"/>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1"/>
            <p:cNvSpPr/>
            <p:nvPr/>
          </p:nvSpPr>
          <p:spPr>
            <a:xfrm>
              <a:off x="5052650" y="4836050"/>
              <a:ext cx="16850" cy="16175"/>
            </a:xfrm>
            <a:custGeom>
              <a:rect b="b" l="l" r="r" t="t"/>
              <a:pathLst>
                <a:path extrusionOk="0" h="647" w="674">
                  <a:moveTo>
                    <a:pt x="0" y="1"/>
                  </a:moveTo>
                  <a:lnTo>
                    <a:pt x="141" y="310"/>
                  </a:lnTo>
                  <a:lnTo>
                    <a:pt x="674" y="646"/>
                  </a:lnTo>
                  <a:lnTo>
                    <a:pt x="674" y="6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1"/>
            <p:cNvSpPr/>
            <p:nvPr/>
          </p:nvSpPr>
          <p:spPr>
            <a:xfrm>
              <a:off x="5061075" y="4829750"/>
              <a:ext cx="11950" cy="7725"/>
            </a:xfrm>
            <a:custGeom>
              <a:rect b="b" l="l" r="r" t="t"/>
              <a:pathLst>
                <a:path extrusionOk="0" h="309" w="478">
                  <a:moveTo>
                    <a:pt x="253" y="0"/>
                  </a:moveTo>
                  <a:lnTo>
                    <a:pt x="0" y="28"/>
                  </a:lnTo>
                  <a:lnTo>
                    <a:pt x="477" y="309"/>
                  </a:lnTo>
                  <a:lnTo>
                    <a:pt x="2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1"/>
            <p:cNvSpPr/>
            <p:nvPr/>
          </p:nvSpPr>
          <p:spPr>
            <a:xfrm>
              <a:off x="5180375" y="4047150"/>
              <a:ext cx="2850" cy="4250"/>
            </a:xfrm>
            <a:custGeom>
              <a:rect b="b" l="l" r="r" t="t"/>
              <a:pathLst>
                <a:path extrusionOk="0" h="170" w="114">
                  <a:moveTo>
                    <a:pt x="1" y="1"/>
                  </a:moveTo>
                  <a:cubicBezTo>
                    <a:pt x="1" y="57"/>
                    <a:pt x="57" y="113"/>
                    <a:pt x="113" y="169"/>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1"/>
            <p:cNvSpPr/>
            <p:nvPr/>
          </p:nvSpPr>
          <p:spPr>
            <a:xfrm>
              <a:off x="5176175" y="4071850"/>
              <a:ext cx="6325" cy="2700"/>
            </a:xfrm>
            <a:custGeom>
              <a:rect b="b" l="l" r="r" t="t"/>
              <a:pathLst>
                <a:path extrusionOk="0" h="108" w="253">
                  <a:moveTo>
                    <a:pt x="37" y="1"/>
                  </a:moveTo>
                  <a:cubicBezTo>
                    <a:pt x="20" y="1"/>
                    <a:pt x="8" y="8"/>
                    <a:pt x="0" y="23"/>
                  </a:cubicBezTo>
                  <a:lnTo>
                    <a:pt x="253" y="108"/>
                  </a:lnTo>
                  <a:cubicBezTo>
                    <a:pt x="152" y="47"/>
                    <a:pt x="80" y="1"/>
                    <a:pt x="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1"/>
            <p:cNvSpPr/>
            <p:nvPr/>
          </p:nvSpPr>
          <p:spPr>
            <a:xfrm>
              <a:off x="5204950" y="4511100"/>
              <a:ext cx="26650" cy="7650"/>
            </a:xfrm>
            <a:custGeom>
              <a:rect b="b" l="l" r="r" t="t"/>
              <a:pathLst>
                <a:path extrusionOk="0" h="306" w="1066">
                  <a:moveTo>
                    <a:pt x="197" y="0"/>
                  </a:moveTo>
                  <a:cubicBezTo>
                    <a:pt x="253" y="169"/>
                    <a:pt x="141" y="225"/>
                    <a:pt x="0" y="253"/>
                  </a:cubicBezTo>
                  <a:cubicBezTo>
                    <a:pt x="281" y="268"/>
                    <a:pt x="648" y="306"/>
                    <a:pt x="846" y="306"/>
                  </a:cubicBezTo>
                  <a:cubicBezTo>
                    <a:pt x="1024" y="306"/>
                    <a:pt x="1066" y="275"/>
                    <a:pt x="786" y="169"/>
                  </a:cubicBezTo>
                  <a:lnTo>
                    <a:pt x="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1"/>
            <p:cNvSpPr/>
            <p:nvPr/>
          </p:nvSpPr>
          <p:spPr>
            <a:xfrm>
              <a:off x="5194425" y="4268950"/>
              <a:ext cx="12650" cy="7050"/>
            </a:xfrm>
            <a:custGeom>
              <a:rect b="b" l="l" r="r" t="t"/>
              <a:pathLst>
                <a:path extrusionOk="0" h="282" w="506">
                  <a:moveTo>
                    <a:pt x="0" y="0"/>
                  </a:moveTo>
                  <a:lnTo>
                    <a:pt x="506" y="281"/>
                  </a:lnTo>
                  <a:lnTo>
                    <a:pt x="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1"/>
            <p:cNvSpPr/>
            <p:nvPr/>
          </p:nvSpPr>
          <p:spPr>
            <a:xfrm>
              <a:off x="5140375" y="4243675"/>
              <a:ext cx="11250" cy="2125"/>
            </a:xfrm>
            <a:custGeom>
              <a:rect b="b" l="l" r="r" t="t"/>
              <a:pathLst>
                <a:path extrusionOk="0" h="85" w="450">
                  <a:moveTo>
                    <a:pt x="450" y="1"/>
                  </a:moveTo>
                  <a:cubicBezTo>
                    <a:pt x="309" y="1"/>
                    <a:pt x="141" y="29"/>
                    <a:pt x="0" y="85"/>
                  </a:cubicBezTo>
                  <a:lnTo>
                    <a:pt x="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1"/>
            <p:cNvSpPr/>
            <p:nvPr/>
          </p:nvSpPr>
          <p:spPr>
            <a:xfrm>
              <a:off x="5183200" y="3923625"/>
              <a:ext cx="15450" cy="7750"/>
            </a:xfrm>
            <a:custGeom>
              <a:rect b="b" l="l" r="r" t="t"/>
              <a:pathLst>
                <a:path extrusionOk="0" h="310" w="618">
                  <a:moveTo>
                    <a:pt x="56" y="1"/>
                  </a:moveTo>
                  <a:lnTo>
                    <a:pt x="56" y="1"/>
                  </a:lnTo>
                  <a:cubicBezTo>
                    <a:pt x="0" y="225"/>
                    <a:pt x="337" y="225"/>
                    <a:pt x="618" y="309"/>
                  </a:cubicBezTo>
                  <a:lnTo>
                    <a:pt x="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1"/>
            <p:cNvSpPr/>
            <p:nvPr/>
          </p:nvSpPr>
          <p:spPr>
            <a:xfrm>
              <a:off x="5112825" y="4694275"/>
              <a:ext cx="20550" cy="4950"/>
            </a:xfrm>
            <a:custGeom>
              <a:rect b="b" l="l" r="r" t="t"/>
              <a:pathLst>
                <a:path extrusionOk="0" h="198" w="822">
                  <a:moveTo>
                    <a:pt x="822" y="1"/>
                  </a:moveTo>
                  <a:cubicBezTo>
                    <a:pt x="723" y="8"/>
                    <a:pt x="616" y="8"/>
                    <a:pt x="518" y="8"/>
                  </a:cubicBezTo>
                  <a:lnTo>
                    <a:pt x="518" y="8"/>
                  </a:lnTo>
                  <a:cubicBezTo>
                    <a:pt x="222" y="8"/>
                    <a:pt x="1" y="8"/>
                    <a:pt x="316" y="197"/>
                  </a:cubicBezTo>
                  <a:cubicBezTo>
                    <a:pt x="513" y="197"/>
                    <a:pt x="681" y="113"/>
                    <a:pt x="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1"/>
            <p:cNvSpPr/>
            <p:nvPr/>
          </p:nvSpPr>
          <p:spPr>
            <a:xfrm>
              <a:off x="5327775" y="4098400"/>
              <a:ext cx="8450" cy="5625"/>
            </a:xfrm>
            <a:custGeom>
              <a:rect b="b" l="l" r="r" t="t"/>
              <a:pathLst>
                <a:path extrusionOk="0" h="225" w="338">
                  <a:moveTo>
                    <a:pt x="0" y="0"/>
                  </a:moveTo>
                  <a:lnTo>
                    <a:pt x="0" y="0"/>
                  </a:lnTo>
                  <a:cubicBezTo>
                    <a:pt x="85" y="112"/>
                    <a:pt x="197" y="197"/>
                    <a:pt x="337" y="225"/>
                  </a:cubicBezTo>
                  <a:cubicBezTo>
                    <a:pt x="253" y="112"/>
                    <a:pt x="141" y="5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1"/>
            <p:cNvSpPr/>
            <p:nvPr/>
          </p:nvSpPr>
          <p:spPr>
            <a:xfrm>
              <a:off x="5133350" y="4683750"/>
              <a:ext cx="11775" cy="9975"/>
            </a:xfrm>
            <a:custGeom>
              <a:rect b="b" l="l" r="r" t="t"/>
              <a:pathLst>
                <a:path extrusionOk="0" h="399" w="471">
                  <a:moveTo>
                    <a:pt x="29" y="1"/>
                  </a:moveTo>
                  <a:cubicBezTo>
                    <a:pt x="85" y="141"/>
                    <a:pt x="85" y="281"/>
                    <a:pt x="1" y="394"/>
                  </a:cubicBezTo>
                  <a:cubicBezTo>
                    <a:pt x="33" y="397"/>
                    <a:pt x="65" y="399"/>
                    <a:pt x="96" y="399"/>
                  </a:cubicBezTo>
                  <a:cubicBezTo>
                    <a:pt x="327" y="399"/>
                    <a:pt x="470" y="298"/>
                    <a:pt x="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1"/>
            <p:cNvSpPr/>
            <p:nvPr/>
          </p:nvSpPr>
          <p:spPr>
            <a:xfrm>
              <a:off x="5303900" y="3508525"/>
              <a:ext cx="2150" cy="1025"/>
            </a:xfrm>
            <a:custGeom>
              <a:rect b="b" l="l" r="r" t="t"/>
              <a:pathLst>
                <a:path extrusionOk="0" h="41" w="86">
                  <a:moveTo>
                    <a:pt x="31" y="1"/>
                  </a:moveTo>
                  <a:cubicBezTo>
                    <a:pt x="1" y="1"/>
                    <a:pt x="1" y="21"/>
                    <a:pt x="1" y="40"/>
                  </a:cubicBezTo>
                  <a:cubicBezTo>
                    <a:pt x="29" y="12"/>
                    <a:pt x="57" y="12"/>
                    <a:pt x="85" y="12"/>
                  </a:cubicBezTo>
                  <a:cubicBezTo>
                    <a:pt x="60" y="4"/>
                    <a:pt x="43" y="1"/>
                    <a:pt x="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1"/>
            <p:cNvSpPr/>
            <p:nvPr/>
          </p:nvSpPr>
          <p:spPr>
            <a:xfrm>
              <a:off x="5476575" y="3407750"/>
              <a:ext cx="2125" cy="5650"/>
            </a:xfrm>
            <a:custGeom>
              <a:rect b="b" l="l" r="r" t="t"/>
              <a:pathLst>
                <a:path extrusionOk="0" h="226" w="85">
                  <a:moveTo>
                    <a:pt x="0" y="1"/>
                  </a:moveTo>
                  <a:cubicBezTo>
                    <a:pt x="28" y="85"/>
                    <a:pt x="28" y="141"/>
                    <a:pt x="0" y="225"/>
                  </a:cubicBezTo>
                  <a:cubicBezTo>
                    <a:pt x="56" y="197"/>
                    <a:pt x="84" y="14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1"/>
            <p:cNvSpPr/>
            <p:nvPr/>
          </p:nvSpPr>
          <p:spPr>
            <a:xfrm>
              <a:off x="5093350" y="4783425"/>
              <a:ext cx="450" cy="1425"/>
            </a:xfrm>
            <a:custGeom>
              <a:rect b="b" l="l" r="r" t="t"/>
              <a:pathLst>
                <a:path extrusionOk="0" h="57" w="18">
                  <a:moveTo>
                    <a:pt x="0" y="0"/>
                  </a:moveTo>
                  <a:cubicBezTo>
                    <a:pt x="0" y="43"/>
                    <a:pt x="4" y="57"/>
                    <a:pt x="8" y="57"/>
                  </a:cubicBezTo>
                  <a:cubicBezTo>
                    <a:pt x="14" y="57"/>
                    <a:pt x="18" y="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1"/>
            <p:cNvSpPr/>
            <p:nvPr/>
          </p:nvSpPr>
          <p:spPr>
            <a:xfrm>
              <a:off x="5027375" y="4764475"/>
              <a:ext cx="5650" cy="4225"/>
            </a:xfrm>
            <a:custGeom>
              <a:rect b="b" l="l" r="r" t="t"/>
              <a:pathLst>
                <a:path extrusionOk="0" h="169" w="226">
                  <a:moveTo>
                    <a:pt x="225" y="169"/>
                  </a:moveTo>
                  <a:cubicBezTo>
                    <a:pt x="169" y="84"/>
                    <a:pt x="85" y="28"/>
                    <a:pt x="0" y="0"/>
                  </a:cubicBezTo>
                  <a:cubicBezTo>
                    <a:pt x="85" y="28"/>
                    <a:pt x="169" y="84"/>
                    <a:pt x="225" y="16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1"/>
            <p:cNvSpPr/>
            <p:nvPr/>
          </p:nvSpPr>
          <p:spPr>
            <a:xfrm>
              <a:off x="5061775" y="4617075"/>
              <a:ext cx="2825" cy="725"/>
            </a:xfrm>
            <a:custGeom>
              <a:rect b="b" l="l" r="r" t="t"/>
              <a:pathLst>
                <a:path extrusionOk="0" h="29" w="113">
                  <a:moveTo>
                    <a:pt x="112" y="29"/>
                  </a:moveTo>
                  <a:lnTo>
                    <a:pt x="112" y="29"/>
                  </a:lnTo>
                  <a:cubicBezTo>
                    <a:pt x="0" y="0"/>
                    <a:pt x="0" y="0"/>
                    <a:pt x="112" y="2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1"/>
            <p:cNvSpPr/>
            <p:nvPr/>
          </p:nvSpPr>
          <p:spPr>
            <a:xfrm>
              <a:off x="5084925" y="4782725"/>
              <a:ext cx="5650" cy="1425"/>
            </a:xfrm>
            <a:custGeom>
              <a:rect b="b" l="l" r="r" t="t"/>
              <a:pathLst>
                <a:path extrusionOk="0" h="57" w="226">
                  <a:moveTo>
                    <a:pt x="225" y="0"/>
                  </a:moveTo>
                  <a:cubicBezTo>
                    <a:pt x="169" y="0"/>
                    <a:pt x="85" y="28"/>
                    <a:pt x="1" y="56"/>
                  </a:cubicBezTo>
                  <a:cubicBezTo>
                    <a:pt x="85" y="56"/>
                    <a:pt x="169" y="28"/>
                    <a:pt x="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1"/>
            <p:cNvSpPr/>
            <p:nvPr/>
          </p:nvSpPr>
          <p:spPr>
            <a:xfrm>
              <a:off x="5089150" y="4786925"/>
              <a:ext cx="3575" cy="2575"/>
            </a:xfrm>
            <a:custGeom>
              <a:rect b="b" l="l" r="r" t="t"/>
              <a:pathLst>
                <a:path extrusionOk="0" h="103" w="143">
                  <a:moveTo>
                    <a:pt x="112" y="1"/>
                  </a:moveTo>
                  <a:cubicBezTo>
                    <a:pt x="56" y="1"/>
                    <a:pt x="28" y="29"/>
                    <a:pt x="0" y="57"/>
                  </a:cubicBezTo>
                  <a:cubicBezTo>
                    <a:pt x="39" y="83"/>
                    <a:pt x="78" y="103"/>
                    <a:pt x="103" y="103"/>
                  </a:cubicBezTo>
                  <a:cubicBezTo>
                    <a:pt x="132" y="103"/>
                    <a:pt x="142" y="76"/>
                    <a:pt x="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1"/>
            <p:cNvSpPr/>
            <p:nvPr/>
          </p:nvSpPr>
          <p:spPr>
            <a:xfrm>
              <a:off x="5090550" y="4779200"/>
              <a:ext cx="4225" cy="4250"/>
            </a:xfrm>
            <a:custGeom>
              <a:rect b="b" l="l" r="r" t="t"/>
              <a:pathLst>
                <a:path extrusionOk="0" h="170" w="169">
                  <a:moveTo>
                    <a:pt x="169" y="1"/>
                  </a:moveTo>
                  <a:lnTo>
                    <a:pt x="169" y="1"/>
                  </a:lnTo>
                  <a:cubicBezTo>
                    <a:pt x="141" y="57"/>
                    <a:pt x="84" y="113"/>
                    <a:pt x="0" y="141"/>
                  </a:cubicBezTo>
                  <a:cubicBezTo>
                    <a:pt x="56" y="141"/>
                    <a:pt x="84" y="141"/>
                    <a:pt x="112" y="169"/>
                  </a:cubicBezTo>
                  <a:cubicBezTo>
                    <a:pt x="112" y="113"/>
                    <a:pt x="141" y="57"/>
                    <a:pt x="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1"/>
            <p:cNvSpPr/>
            <p:nvPr/>
          </p:nvSpPr>
          <p:spPr>
            <a:xfrm>
              <a:off x="5295300" y="3744100"/>
              <a:ext cx="4425" cy="2675"/>
            </a:xfrm>
            <a:custGeom>
              <a:rect b="b" l="l" r="r" t="t"/>
              <a:pathLst>
                <a:path extrusionOk="0" h="107" w="177">
                  <a:moveTo>
                    <a:pt x="14" y="0"/>
                  </a:moveTo>
                  <a:cubicBezTo>
                    <a:pt x="0" y="0"/>
                    <a:pt x="43" y="45"/>
                    <a:pt x="120" y="107"/>
                  </a:cubicBezTo>
                  <a:lnTo>
                    <a:pt x="176" y="107"/>
                  </a:lnTo>
                  <a:cubicBezTo>
                    <a:pt x="75" y="31"/>
                    <a:pt x="25" y="0"/>
                    <a:pt x="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1"/>
            <p:cNvSpPr/>
            <p:nvPr/>
          </p:nvSpPr>
          <p:spPr>
            <a:xfrm>
              <a:off x="5084925" y="4389675"/>
              <a:ext cx="1425" cy="725"/>
            </a:xfrm>
            <a:custGeom>
              <a:rect b="b" l="l" r="r" t="t"/>
              <a:pathLst>
                <a:path extrusionOk="0" h="29" w="57">
                  <a:moveTo>
                    <a:pt x="1" y="0"/>
                  </a:moveTo>
                  <a:lnTo>
                    <a:pt x="29" y="28"/>
                  </a:lnTo>
                  <a:lnTo>
                    <a:pt x="57" y="28"/>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1"/>
            <p:cNvSpPr/>
            <p:nvPr/>
          </p:nvSpPr>
          <p:spPr>
            <a:xfrm>
              <a:off x="5077900" y="4376325"/>
              <a:ext cx="51275" cy="26000"/>
            </a:xfrm>
            <a:custGeom>
              <a:rect b="b" l="l" r="r" t="t"/>
              <a:pathLst>
                <a:path extrusionOk="0" h="1040" w="2051">
                  <a:moveTo>
                    <a:pt x="1" y="1"/>
                  </a:moveTo>
                  <a:cubicBezTo>
                    <a:pt x="647" y="422"/>
                    <a:pt x="534" y="478"/>
                    <a:pt x="338" y="562"/>
                  </a:cubicBezTo>
                  <a:lnTo>
                    <a:pt x="2050" y="1040"/>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1"/>
            <p:cNvSpPr/>
            <p:nvPr/>
          </p:nvSpPr>
          <p:spPr>
            <a:xfrm>
              <a:off x="4998600" y="3374775"/>
              <a:ext cx="492025" cy="1447975"/>
            </a:xfrm>
            <a:custGeom>
              <a:rect b="b" l="l" r="r" t="t"/>
              <a:pathLst>
                <a:path extrusionOk="0" h="57919" w="19681">
                  <a:moveTo>
                    <a:pt x="12129" y="6151"/>
                  </a:moveTo>
                  <a:lnTo>
                    <a:pt x="12101" y="6177"/>
                  </a:lnTo>
                  <a:cubicBezTo>
                    <a:pt x="12115" y="6172"/>
                    <a:pt x="12124" y="6163"/>
                    <a:pt x="12129" y="6151"/>
                  </a:cubicBezTo>
                  <a:close/>
                  <a:moveTo>
                    <a:pt x="17968" y="10135"/>
                  </a:moveTo>
                  <a:cubicBezTo>
                    <a:pt x="17931" y="10135"/>
                    <a:pt x="17896" y="10136"/>
                    <a:pt x="17863" y="10137"/>
                  </a:cubicBezTo>
                  <a:lnTo>
                    <a:pt x="17863" y="10137"/>
                  </a:lnTo>
                  <a:cubicBezTo>
                    <a:pt x="17873" y="10137"/>
                    <a:pt x="17884" y="10137"/>
                    <a:pt x="17895" y="10137"/>
                  </a:cubicBezTo>
                  <a:cubicBezTo>
                    <a:pt x="17918" y="10137"/>
                    <a:pt x="17942" y="10137"/>
                    <a:pt x="17968" y="10135"/>
                  </a:cubicBezTo>
                  <a:close/>
                  <a:moveTo>
                    <a:pt x="10416" y="14459"/>
                  </a:moveTo>
                  <a:cubicBezTo>
                    <a:pt x="10417" y="14459"/>
                    <a:pt x="10418" y="14459"/>
                    <a:pt x="10419" y="14460"/>
                  </a:cubicBezTo>
                  <a:lnTo>
                    <a:pt x="10419" y="14460"/>
                  </a:lnTo>
                  <a:cubicBezTo>
                    <a:pt x="10418" y="14459"/>
                    <a:pt x="10417" y="14459"/>
                    <a:pt x="10416" y="14459"/>
                  </a:cubicBezTo>
                  <a:close/>
                  <a:moveTo>
                    <a:pt x="16458" y="14563"/>
                  </a:moveTo>
                  <a:cubicBezTo>
                    <a:pt x="16493" y="14563"/>
                    <a:pt x="16574" y="14598"/>
                    <a:pt x="16666" y="14638"/>
                  </a:cubicBezTo>
                  <a:lnTo>
                    <a:pt x="16666" y="14638"/>
                  </a:lnTo>
                  <a:lnTo>
                    <a:pt x="16508" y="14683"/>
                  </a:lnTo>
                  <a:cubicBezTo>
                    <a:pt x="16432" y="14594"/>
                    <a:pt x="16425" y="14563"/>
                    <a:pt x="16458" y="14563"/>
                  </a:cubicBezTo>
                  <a:close/>
                  <a:moveTo>
                    <a:pt x="9290" y="16953"/>
                  </a:moveTo>
                  <a:lnTo>
                    <a:pt x="9290" y="16953"/>
                  </a:lnTo>
                  <a:cubicBezTo>
                    <a:pt x="9288" y="16964"/>
                    <a:pt x="9289" y="16975"/>
                    <a:pt x="9293" y="16985"/>
                  </a:cubicBezTo>
                  <a:cubicBezTo>
                    <a:pt x="9292" y="16974"/>
                    <a:pt x="9291" y="16963"/>
                    <a:pt x="9290" y="16953"/>
                  </a:cubicBezTo>
                  <a:close/>
                  <a:moveTo>
                    <a:pt x="7412" y="27429"/>
                  </a:moveTo>
                  <a:cubicBezTo>
                    <a:pt x="7403" y="27443"/>
                    <a:pt x="7404" y="27459"/>
                    <a:pt x="7412" y="27476"/>
                  </a:cubicBezTo>
                  <a:lnTo>
                    <a:pt x="7412" y="27476"/>
                  </a:lnTo>
                  <a:lnTo>
                    <a:pt x="7412" y="27429"/>
                  </a:lnTo>
                  <a:close/>
                  <a:moveTo>
                    <a:pt x="6942" y="29151"/>
                  </a:moveTo>
                  <a:cubicBezTo>
                    <a:pt x="6972" y="29180"/>
                    <a:pt x="6999" y="29206"/>
                    <a:pt x="7019" y="29226"/>
                  </a:cubicBezTo>
                  <a:cubicBezTo>
                    <a:pt x="6997" y="29199"/>
                    <a:pt x="6971" y="29174"/>
                    <a:pt x="6942" y="29151"/>
                  </a:cubicBezTo>
                  <a:close/>
                  <a:moveTo>
                    <a:pt x="6794" y="35767"/>
                  </a:moveTo>
                  <a:cubicBezTo>
                    <a:pt x="6851" y="35823"/>
                    <a:pt x="6794" y="35908"/>
                    <a:pt x="6598" y="35964"/>
                  </a:cubicBezTo>
                  <a:cubicBezTo>
                    <a:pt x="6401" y="35823"/>
                    <a:pt x="6542" y="35767"/>
                    <a:pt x="6794" y="35767"/>
                  </a:cubicBezTo>
                  <a:close/>
                  <a:moveTo>
                    <a:pt x="8339" y="36076"/>
                  </a:moveTo>
                  <a:lnTo>
                    <a:pt x="8339" y="36076"/>
                  </a:lnTo>
                  <a:cubicBezTo>
                    <a:pt x="8365" y="36093"/>
                    <a:pt x="8393" y="36109"/>
                    <a:pt x="8421" y="36125"/>
                  </a:cubicBezTo>
                  <a:lnTo>
                    <a:pt x="8421" y="36125"/>
                  </a:lnTo>
                  <a:cubicBezTo>
                    <a:pt x="8392" y="36105"/>
                    <a:pt x="8363" y="36088"/>
                    <a:pt x="8339" y="36076"/>
                  </a:cubicBezTo>
                  <a:close/>
                  <a:moveTo>
                    <a:pt x="5419" y="36385"/>
                  </a:moveTo>
                  <a:cubicBezTo>
                    <a:pt x="5417" y="36387"/>
                    <a:pt x="5415" y="36389"/>
                    <a:pt x="5413" y="36391"/>
                  </a:cubicBezTo>
                  <a:lnTo>
                    <a:pt x="5413" y="36391"/>
                  </a:lnTo>
                  <a:cubicBezTo>
                    <a:pt x="5415" y="36389"/>
                    <a:pt x="5417" y="36387"/>
                    <a:pt x="5419" y="36385"/>
                  </a:cubicBezTo>
                  <a:close/>
                  <a:moveTo>
                    <a:pt x="5194" y="38434"/>
                  </a:moveTo>
                  <a:lnTo>
                    <a:pt x="5194" y="38434"/>
                  </a:lnTo>
                  <a:cubicBezTo>
                    <a:pt x="5263" y="38498"/>
                    <a:pt x="5298" y="38561"/>
                    <a:pt x="5307" y="38620"/>
                  </a:cubicBezTo>
                  <a:lnTo>
                    <a:pt x="5307" y="38620"/>
                  </a:lnTo>
                  <a:cubicBezTo>
                    <a:pt x="5314" y="38547"/>
                    <a:pt x="5382" y="38542"/>
                    <a:pt x="5194" y="38434"/>
                  </a:cubicBezTo>
                  <a:close/>
                  <a:moveTo>
                    <a:pt x="3089" y="41747"/>
                  </a:moveTo>
                  <a:lnTo>
                    <a:pt x="3089" y="41747"/>
                  </a:lnTo>
                  <a:cubicBezTo>
                    <a:pt x="3095" y="41754"/>
                    <a:pt x="3105" y="41761"/>
                    <a:pt x="3116" y="41769"/>
                  </a:cubicBezTo>
                  <a:lnTo>
                    <a:pt x="3116" y="41769"/>
                  </a:lnTo>
                  <a:lnTo>
                    <a:pt x="3089" y="41747"/>
                  </a:lnTo>
                  <a:close/>
                  <a:moveTo>
                    <a:pt x="4049" y="54856"/>
                  </a:moveTo>
                  <a:cubicBezTo>
                    <a:pt x="4072" y="54856"/>
                    <a:pt x="3979" y="54880"/>
                    <a:pt x="3875" y="54914"/>
                  </a:cubicBezTo>
                  <a:lnTo>
                    <a:pt x="3847" y="54886"/>
                  </a:lnTo>
                  <a:cubicBezTo>
                    <a:pt x="3975" y="54865"/>
                    <a:pt x="4034" y="54856"/>
                    <a:pt x="4049" y="54856"/>
                  </a:cubicBezTo>
                  <a:close/>
                  <a:moveTo>
                    <a:pt x="1404" y="55785"/>
                  </a:moveTo>
                  <a:lnTo>
                    <a:pt x="1404" y="55785"/>
                  </a:lnTo>
                  <a:cubicBezTo>
                    <a:pt x="1409" y="55791"/>
                    <a:pt x="1414" y="55796"/>
                    <a:pt x="1418" y="55802"/>
                  </a:cubicBezTo>
                  <a:lnTo>
                    <a:pt x="1418" y="55802"/>
                  </a:lnTo>
                  <a:cubicBezTo>
                    <a:pt x="1414" y="55796"/>
                    <a:pt x="1410" y="55791"/>
                    <a:pt x="1404" y="55785"/>
                  </a:cubicBezTo>
                  <a:close/>
                  <a:moveTo>
                    <a:pt x="18417" y="0"/>
                  </a:moveTo>
                  <a:lnTo>
                    <a:pt x="18530" y="225"/>
                  </a:lnTo>
                  <a:cubicBezTo>
                    <a:pt x="18184" y="77"/>
                    <a:pt x="17790" y="36"/>
                    <a:pt x="17367" y="36"/>
                  </a:cubicBezTo>
                  <a:cubicBezTo>
                    <a:pt x="16857" y="36"/>
                    <a:pt x="16304" y="95"/>
                    <a:pt x="15743" y="95"/>
                  </a:cubicBezTo>
                  <a:cubicBezTo>
                    <a:pt x="15447" y="95"/>
                    <a:pt x="15148" y="79"/>
                    <a:pt x="14852" y="28"/>
                  </a:cubicBezTo>
                  <a:lnTo>
                    <a:pt x="14852" y="28"/>
                  </a:lnTo>
                  <a:cubicBezTo>
                    <a:pt x="15975" y="505"/>
                    <a:pt x="12999" y="534"/>
                    <a:pt x="14599" y="1292"/>
                  </a:cubicBezTo>
                  <a:cubicBezTo>
                    <a:pt x="14568" y="1298"/>
                    <a:pt x="14538" y="1301"/>
                    <a:pt x="14510" y="1301"/>
                  </a:cubicBezTo>
                  <a:cubicBezTo>
                    <a:pt x="14300" y="1301"/>
                    <a:pt x="14163" y="1149"/>
                    <a:pt x="13922" y="1149"/>
                  </a:cubicBezTo>
                  <a:cubicBezTo>
                    <a:pt x="13905" y="1149"/>
                    <a:pt x="13888" y="1150"/>
                    <a:pt x="13869" y="1151"/>
                  </a:cubicBezTo>
                  <a:cubicBezTo>
                    <a:pt x="14403" y="1348"/>
                    <a:pt x="14515" y="1516"/>
                    <a:pt x="14206" y="1769"/>
                  </a:cubicBezTo>
                  <a:lnTo>
                    <a:pt x="14066" y="1713"/>
                  </a:lnTo>
                  <a:cubicBezTo>
                    <a:pt x="14066" y="2527"/>
                    <a:pt x="13476" y="2751"/>
                    <a:pt x="12943" y="3566"/>
                  </a:cubicBezTo>
                  <a:lnTo>
                    <a:pt x="13617" y="3622"/>
                  </a:lnTo>
                  <a:cubicBezTo>
                    <a:pt x="13504" y="3790"/>
                    <a:pt x="13280" y="3790"/>
                    <a:pt x="13111" y="3846"/>
                  </a:cubicBezTo>
                  <a:cubicBezTo>
                    <a:pt x="13289" y="3920"/>
                    <a:pt x="13406" y="3948"/>
                    <a:pt x="13485" y="3948"/>
                  </a:cubicBezTo>
                  <a:cubicBezTo>
                    <a:pt x="13753" y="3948"/>
                    <a:pt x="13580" y="3617"/>
                    <a:pt x="13911" y="3617"/>
                  </a:cubicBezTo>
                  <a:cubicBezTo>
                    <a:pt x="14002" y="3617"/>
                    <a:pt x="14131" y="3642"/>
                    <a:pt x="14318" y="3706"/>
                  </a:cubicBezTo>
                  <a:cubicBezTo>
                    <a:pt x="12999" y="3733"/>
                    <a:pt x="13978" y="4948"/>
                    <a:pt x="12698" y="4948"/>
                  </a:cubicBezTo>
                  <a:cubicBezTo>
                    <a:pt x="12643" y="4948"/>
                    <a:pt x="12585" y="4946"/>
                    <a:pt x="12522" y="4941"/>
                  </a:cubicBezTo>
                  <a:lnTo>
                    <a:pt x="12522" y="4941"/>
                  </a:lnTo>
                  <a:cubicBezTo>
                    <a:pt x="12466" y="5250"/>
                    <a:pt x="13308" y="4997"/>
                    <a:pt x="13224" y="5306"/>
                  </a:cubicBezTo>
                  <a:lnTo>
                    <a:pt x="12802" y="5306"/>
                  </a:lnTo>
                  <a:lnTo>
                    <a:pt x="13308" y="5475"/>
                  </a:lnTo>
                  <a:cubicBezTo>
                    <a:pt x="13237" y="5581"/>
                    <a:pt x="12996" y="5621"/>
                    <a:pt x="12744" y="5621"/>
                  </a:cubicBezTo>
                  <a:cubicBezTo>
                    <a:pt x="12598" y="5621"/>
                    <a:pt x="12448" y="5608"/>
                    <a:pt x="12325" y="5587"/>
                  </a:cubicBezTo>
                  <a:cubicBezTo>
                    <a:pt x="12353" y="5559"/>
                    <a:pt x="12241" y="5447"/>
                    <a:pt x="12213" y="5390"/>
                  </a:cubicBezTo>
                  <a:lnTo>
                    <a:pt x="12213" y="5390"/>
                  </a:lnTo>
                  <a:cubicBezTo>
                    <a:pt x="11752" y="5544"/>
                    <a:pt x="12179" y="6025"/>
                    <a:pt x="12129" y="6151"/>
                  </a:cubicBezTo>
                  <a:lnTo>
                    <a:pt x="12129" y="6151"/>
                  </a:lnTo>
                  <a:lnTo>
                    <a:pt x="12381" y="5924"/>
                  </a:lnTo>
                  <a:lnTo>
                    <a:pt x="12381" y="5924"/>
                  </a:lnTo>
                  <a:cubicBezTo>
                    <a:pt x="12634" y="6794"/>
                    <a:pt x="11932" y="7665"/>
                    <a:pt x="12606" y="8563"/>
                  </a:cubicBezTo>
                  <a:lnTo>
                    <a:pt x="12915" y="8563"/>
                  </a:lnTo>
                  <a:cubicBezTo>
                    <a:pt x="13364" y="9265"/>
                    <a:pt x="12466" y="8984"/>
                    <a:pt x="12606" y="9658"/>
                  </a:cubicBezTo>
                  <a:lnTo>
                    <a:pt x="12550" y="9630"/>
                  </a:lnTo>
                  <a:lnTo>
                    <a:pt x="12550" y="9630"/>
                  </a:lnTo>
                  <a:cubicBezTo>
                    <a:pt x="12831" y="9798"/>
                    <a:pt x="12943" y="10023"/>
                    <a:pt x="12887" y="10191"/>
                  </a:cubicBezTo>
                  <a:cubicBezTo>
                    <a:pt x="12796" y="10123"/>
                    <a:pt x="12698" y="10102"/>
                    <a:pt x="12598" y="10102"/>
                  </a:cubicBezTo>
                  <a:cubicBezTo>
                    <a:pt x="12435" y="10102"/>
                    <a:pt x="12263" y="10157"/>
                    <a:pt x="12094" y="10157"/>
                  </a:cubicBezTo>
                  <a:cubicBezTo>
                    <a:pt x="11981" y="10157"/>
                    <a:pt x="11870" y="10133"/>
                    <a:pt x="11764" y="10051"/>
                  </a:cubicBezTo>
                  <a:lnTo>
                    <a:pt x="11764" y="10051"/>
                  </a:lnTo>
                  <a:cubicBezTo>
                    <a:pt x="12241" y="10809"/>
                    <a:pt x="12185" y="10472"/>
                    <a:pt x="13224" y="11118"/>
                  </a:cubicBezTo>
                  <a:lnTo>
                    <a:pt x="12718" y="11118"/>
                  </a:lnTo>
                  <a:cubicBezTo>
                    <a:pt x="13139" y="11342"/>
                    <a:pt x="13392" y="11398"/>
                    <a:pt x="13448" y="11763"/>
                  </a:cubicBezTo>
                  <a:cubicBezTo>
                    <a:pt x="13266" y="11594"/>
                    <a:pt x="13077" y="11588"/>
                    <a:pt x="12874" y="11588"/>
                  </a:cubicBezTo>
                  <a:cubicBezTo>
                    <a:pt x="12858" y="11588"/>
                    <a:pt x="12843" y="11588"/>
                    <a:pt x="12827" y="11588"/>
                  </a:cubicBezTo>
                  <a:cubicBezTo>
                    <a:pt x="12606" y="11588"/>
                    <a:pt x="12367" y="11581"/>
                    <a:pt x="12101" y="11370"/>
                  </a:cubicBezTo>
                  <a:lnTo>
                    <a:pt x="12101" y="11370"/>
                  </a:lnTo>
                  <a:cubicBezTo>
                    <a:pt x="10887" y="11812"/>
                    <a:pt x="12953" y="12578"/>
                    <a:pt x="11427" y="12578"/>
                  </a:cubicBezTo>
                  <a:cubicBezTo>
                    <a:pt x="11400" y="12578"/>
                    <a:pt x="11372" y="12578"/>
                    <a:pt x="11343" y="12578"/>
                  </a:cubicBezTo>
                  <a:lnTo>
                    <a:pt x="11343" y="12578"/>
                  </a:lnTo>
                  <a:cubicBezTo>
                    <a:pt x="11655" y="12714"/>
                    <a:pt x="11871" y="12765"/>
                    <a:pt x="12021" y="12765"/>
                  </a:cubicBezTo>
                  <a:cubicBezTo>
                    <a:pt x="12453" y="12765"/>
                    <a:pt x="12346" y="12348"/>
                    <a:pt x="12435" y="12348"/>
                  </a:cubicBezTo>
                  <a:cubicBezTo>
                    <a:pt x="12449" y="12348"/>
                    <a:pt x="12468" y="12358"/>
                    <a:pt x="12494" y="12381"/>
                  </a:cubicBezTo>
                  <a:cubicBezTo>
                    <a:pt x="12507" y="12380"/>
                    <a:pt x="12521" y="12380"/>
                    <a:pt x="12534" y="12380"/>
                  </a:cubicBezTo>
                  <a:cubicBezTo>
                    <a:pt x="13026" y="12380"/>
                    <a:pt x="13499" y="12864"/>
                    <a:pt x="13308" y="13055"/>
                  </a:cubicBezTo>
                  <a:cubicBezTo>
                    <a:pt x="13252" y="13251"/>
                    <a:pt x="11427" y="13027"/>
                    <a:pt x="11343" y="13560"/>
                  </a:cubicBezTo>
                  <a:cubicBezTo>
                    <a:pt x="11343" y="13532"/>
                    <a:pt x="11258" y="13504"/>
                    <a:pt x="11286" y="13448"/>
                  </a:cubicBezTo>
                  <a:lnTo>
                    <a:pt x="11286" y="13448"/>
                  </a:lnTo>
                  <a:cubicBezTo>
                    <a:pt x="10865" y="13560"/>
                    <a:pt x="11679" y="13925"/>
                    <a:pt x="11034" y="14066"/>
                  </a:cubicBezTo>
                  <a:cubicBezTo>
                    <a:pt x="11876" y="14374"/>
                    <a:pt x="10921" y="14374"/>
                    <a:pt x="11988" y="14655"/>
                  </a:cubicBezTo>
                  <a:lnTo>
                    <a:pt x="11848" y="14094"/>
                  </a:lnTo>
                  <a:lnTo>
                    <a:pt x="11848" y="14094"/>
                  </a:lnTo>
                  <a:cubicBezTo>
                    <a:pt x="12072" y="14459"/>
                    <a:pt x="13308" y="14992"/>
                    <a:pt x="12578" y="15301"/>
                  </a:cubicBezTo>
                  <a:cubicBezTo>
                    <a:pt x="12353" y="15189"/>
                    <a:pt x="12157" y="15048"/>
                    <a:pt x="11960" y="14880"/>
                  </a:cubicBezTo>
                  <a:lnTo>
                    <a:pt x="11960" y="14880"/>
                  </a:lnTo>
                  <a:cubicBezTo>
                    <a:pt x="11623" y="14964"/>
                    <a:pt x="12129" y="15189"/>
                    <a:pt x="11764" y="15273"/>
                  </a:cubicBezTo>
                  <a:cubicBezTo>
                    <a:pt x="10697" y="14992"/>
                    <a:pt x="11651" y="14599"/>
                    <a:pt x="10893" y="14122"/>
                  </a:cubicBezTo>
                  <a:lnTo>
                    <a:pt x="10893" y="14122"/>
                  </a:lnTo>
                  <a:cubicBezTo>
                    <a:pt x="10525" y="14165"/>
                    <a:pt x="11126" y="14592"/>
                    <a:pt x="10892" y="14592"/>
                  </a:cubicBezTo>
                  <a:cubicBezTo>
                    <a:pt x="10822" y="14592"/>
                    <a:pt x="10680" y="14555"/>
                    <a:pt x="10419" y="14460"/>
                  </a:cubicBezTo>
                  <a:lnTo>
                    <a:pt x="10419" y="14460"/>
                  </a:lnTo>
                  <a:cubicBezTo>
                    <a:pt x="11874" y="14992"/>
                    <a:pt x="10108" y="14936"/>
                    <a:pt x="11174" y="15554"/>
                  </a:cubicBezTo>
                  <a:lnTo>
                    <a:pt x="10528" y="15385"/>
                  </a:lnTo>
                  <a:lnTo>
                    <a:pt x="10528" y="15385"/>
                  </a:lnTo>
                  <a:cubicBezTo>
                    <a:pt x="10613" y="15469"/>
                    <a:pt x="10893" y="15666"/>
                    <a:pt x="10865" y="15750"/>
                  </a:cubicBezTo>
                  <a:lnTo>
                    <a:pt x="10051" y="15385"/>
                  </a:lnTo>
                  <a:lnTo>
                    <a:pt x="10051" y="15385"/>
                  </a:lnTo>
                  <a:cubicBezTo>
                    <a:pt x="10697" y="15834"/>
                    <a:pt x="9293" y="15806"/>
                    <a:pt x="9630" y="16171"/>
                  </a:cubicBezTo>
                  <a:cubicBezTo>
                    <a:pt x="9668" y="15973"/>
                    <a:pt x="9772" y="15911"/>
                    <a:pt x="9914" y="15911"/>
                  </a:cubicBezTo>
                  <a:cubicBezTo>
                    <a:pt x="10150" y="15911"/>
                    <a:pt x="10489" y="16080"/>
                    <a:pt x="10800" y="16080"/>
                  </a:cubicBezTo>
                  <a:cubicBezTo>
                    <a:pt x="10861" y="16080"/>
                    <a:pt x="10920" y="16074"/>
                    <a:pt x="10978" y="16059"/>
                  </a:cubicBezTo>
                  <a:lnTo>
                    <a:pt x="10978" y="16059"/>
                  </a:lnTo>
                  <a:cubicBezTo>
                    <a:pt x="11671" y="16974"/>
                    <a:pt x="9242" y="16109"/>
                    <a:pt x="9290" y="16953"/>
                  </a:cubicBezTo>
                  <a:lnTo>
                    <a:pt x="9290" y="16953"/>
                  </a:lnTo>
                  <a:cubicBezTo>
                    <a:pt x="9306" y="16869"/>
                    <a:pt x="9496" y="16779"/>
                    <a:pt x="9699" y="16779"/>
                  </a:cubicBezTo>
                  <a:cubicBezTo>
                    <a:pt x="9823" y="16779"/>
                    <a:pt x="9953" y="16813"/>
                    <a:pt x="10051" y="16901"/>
                  </a:cubicBezTo>
                  <a:cubicBezTo>
                    <a:pt x="9798" y="17070"/>
                    <a:pt x="9518" y="17154"/>
                    <a:pt x="9209" y="17182"/>
                  </a:cubicBezTo>
                  <a:cubicBezTo>
                    <a:pt x="9209" y="17430"/>
                    <a:pt x="9346" y="17475"/>
                    <a:pt x="9527" y="17475"/>
                  </a:cubicBezTo>
                  <a:cubicBezTo>
                    <a:pt x="9633" y="17475"/>
                    <a:pt x="9753" y="17460"/>
                    <a:pt x="9871" y="17460"/>
                  </a:cubicBezTo>
                  <a:cubicBezTo>
                    <a:pt x="10010" y="17460"/>
                    <a:pt x="10146" y="17481"/>
                    <a:pt x="10248" y="17575"/>
                  </a:cubicBezTo>
                  <a:cubicBezTo>
                    <a:pt x="9405" y="17575"/>
                    <a:pt x="10500" y="17912"/>
                    <a:pt x="10697" y="18221"/>
                  </a:cubicBezTo>
                  <a:lnTo>
                    <a:pt x="10051" y="18052"/>
                  </a:lnTo>
                  <a:lnTo>
                    <a:pt x="10051" y="18052"/>
                  </a:lnTo>
                  <a:cubicBezTo>
                    <a:pt x="9462" y="18558"/>
                    <a:pt x="11371" y="18558"/>
                    <a:pt x="10753" y="18979"/>
                  </a:cubicBezTo>
                  <a:lnTo>
                    <a:pt x="9883" y="18529"/>
                  </a:lnTo>
                  <a:lnTo>
                    <a:pt x="10051" y="18866"/>
                  </a:lnTo>
                  <a:lnTo>
                    <a:pt x="9321" y="18642"/>
                  </a:lnTo>
                  <a:lnTo>
                    <a:pt x="9321" y="18642"/>
                  </a:lnTo>
                  <a:cubicBezTo>
                    <a:pt x="9798" y="19063"/>
                    <a:pt x="9630" y="19147"/>
                    <a:pt x="9349" y="19400"/>
                  </a:cubicBezTo>
                  <a:cubicBezTo>
                    <a:pt x="9827" y="19428"/>
                    <a:pt x="10528" y="19737"/>
                    <a:pt x="10472" y="19989"/>
                  </a:cubicBezTo>
                  <a:cubicBezTo>
                    <a:pt x="10411" y="20006"/>
                    <a:pt x="10355" y="20012"/>
                    <a:pt x="10304" y="20012"/>
                  </a:cubicBezTo>
                  <a:cubicBezTo>
                    <a:pt x="10142" y="20012"/>
                    <a:pt x="10032" y="19949"/>
                    <a:pt x="9965" y="19949"/>
                  </a:cubicBezTo>
                  <a:cubicBezTo>
                    <a:pt x="9908" y="19949"/>
                    <a:pt x="9883" y="19993"/>
                    <a:pt x="9883" y="20158"/>
                  </a:cubicBezTo>
                  <a:cubicBezTo>
                    <a:pt x="9490" y="19961"/>
                    <a:pt x="9012" y="19737"/>
                    <a:pt x="9658" y="19709"/>
                  </a:cubicBezTo>
                  <a:cubicBezTo>
                    <a:pt x="9433" y="19652"/>
                    <a:pt x="9265" y="19540"/>
                    <a:pt x="9040" y="19456"/>
                  </a:cubicBezTo>
                  <a:cubicBezTo>
                    <a:pt x="8563" y="19540"/>
                    <a:pt x="8816" y="19933"/>
                    <a:pt x="8788" y="20074"/>
                  </a:cubicBezTo>
                  <a:cubicBezTo>
                    <a:pt x="8844" y="20017"/>
                    <a:pt x="8900" y="19961"/>
                    <a:pt x="8984" y="19961"/>
                  </a:cubicBezTo>
                  <a:lnTo>
                    <a:pt x="9770" y="20747"/>
                  </a:lnTo>
                  <a:cubicBezTo>
                    <a:pt x="9546" y="20747"/>
                    <a:pt x="9321" y="20691"/>
                    <a:pt x="9125" y="20523"/>
                  </a:cubicBezTo>
                  <a:lnTo>
                    <a:pt x="9125" y="20523"/>
                  </a:lnTo>
                  <a:cubicBezTo>
                    <a:pt x="9181" y="20663"/>
                    <a:pt x="9462" y="20832"/>
                    <a:pt x="9490" y="21000"/>
                  </a:cubicBezTo>
                  <a:cubicBezTo>
                    <a:pt x="8956" y="20832"/>
                    <a:pt x="8423" y="20691"/>
                    <a:pt x="8226" y="20410"/>
                  </a:cubicBezTo>
                  <a:lnTo>
                    <a:pt x="8226" y="20410"/>
                  </a:lnTo>
                  <a:lnTo>
                    <a:pt x="8675" y="21084"/>
                  </a:lnTo>
                  <a:cubicBezTo>
                    <a:pt x="8649" y="21081"/>
                    <a:pt x="8620" y="21080"/>
                    <a:pt x="8588" y="21080"/>
                  </a:cubicBezTo>
                  <a:cubicBezTo>
                    <a:pt x="8422" y="21080"/>
                    <a:pt x="8189" y="21116"/>
                    <a:pt x="8010" y="21116"/>
                  </a:cubicBezTo>
                  <a:cubicBezTo>
                    <a:pt x="7925" y="21116"/>
                    <a:pt x="7853" y="21108"/>
                    <a:pt x="7805" y="21084"/>
                  </a:cubicBezTo>
                  <a:lnTo>
                    <a:pt x="7805" y="21084"/>
                  </a:lnTo>
                  <a:cubicBezTo>
                    <a:pt x="7412" y="21281"/>
                    <a:pt x="8647" y="22039"/>
                    <a:pt x="8142" y="22320"/>
                  </a:cubicBezTo>
                  <a:cubicBezTo>
                    <a:pt x="8254" y="22376"/>
                    <a:pt x="8339" y="22460"/>
                    <a:pt x="8395" y="22544"/>
                  </a:cubicBezTo>
                  <a:cubicBezTo>
                    <a:pt x="8170" y="22881"/>
                    <a:pt x="7440" y="23021"/>
                    <a:pt x="8058" y="23639"/>
                  </a:cubicBezTo>
                  <a:lnTo>
                    <a:pt x="7047" y="23639"/>
                  </a:lnTo>
                  <a:cubicBezTo>
                    <a:pt x="7159" y="24032"/>
                    <a:pt x="8310" y="23639"/>
                    <a:pt x="8535" y="24285"/>
                  </a:cubicBezTo>
                  <a:cubicBezTo>
                    <a:pt x="8597" y="24435"/>
                    <a:pt x="8537" y="24485"/>
                    <a:pt x="8415" y="24485"/>
                  </a:cubicBezTo>
                  <a:cubicBezTo>
                    <a:pt x="8170" y="24485"/>
                    <a:pt x="7677" y="24281"/>
                    <a:pt x="7437" y="24281"/>
                  </a:cubicBezTo>
                  <a:cubicBezTo>
                    <a:pt x="7418" y="24281"/>
                    <a:pt x="7400" y="24282"/>
                    <a:pt x="7384" y="24285"/>
                  </a:cubicBezTo>
                  <a:cubicBezTo>
                    <a:pt x="7805" y="24622"/>
                    <a:pt x="8675" y="25211"/>
                    <a:pt x="7805" y="25380"/>
                  </a:cubicBezTo>
                  <a:cubicBezTo>
                    <a:pt x="7637" y="25155"/>
                    <a:pt x="7805" y="25099"/>
                    <a:pt x="7777" y="24987"/>
                  </a:cubicBezTo>
                  <a:lnTo>
                    <a:pt x="7777" y="24987"/>
                  </a:lnTo>
                  <a:lnTo>
                    <a:pt x="7159" y="25099"/>
                  </a:lnTo>
                  <a:cubicBezTo>
                    <a:pt x="6461" y="24582"/>
                    <a:pt x="6692" y="24422"/>
                    <a:pt x="6118" y="24422"/>
                  </a:cubicBezTo>
                  <a:cubicBezTo>
                    <a:pt x="6069" y="24422"/>
                    <a:pt x="6014" y="24423"/>
                    <a:pt x="5952" y="24425"/>
                  </a:cubicBezTo>
                  <a:cubicBezTo>
                    <a:pt x="7777" y="24987"/>
                    <a:pt x="5840" y="25548"/>
                    <a:pt x="7665" y="26110"/>
                  </a:cubicBezTo>
                  <a:lnTo>
                    <a:pt x="7216" y="26166"/>
                  </a:lnTo>
                  <a:cubicBezTo>
                    <a:pt x="7244" y="26138"/>
                    <a:pt x="7159" y="26082"/>
                    <a:pt x="7188" y="26053"/>
                  </a:cubicBezTo>
                  <a:lnTo>
                    <a:pt x="7188" y="26053"/>
                  </a:lnTo>
                  <a:cubicBezTo>
                    <a:pt x="6205" y="26166"/>
                    <a:pt x="8423" y="26671"/>
                    <a:pt x="8058" y="27064"/>
                  </a:cubicBezTo>
                  <a:cubicBezTo>
                    <a:pt x="7946" y="27134"/>
                    <a:pt x="7826" y="27169"/>
                    <a:pt x="7710" y="27169"/>
                  </a:cubicBezTo>
                  <a:cubicBezTo>
                    <a:pt x="7595" y="27169"/>
                    <a:pt x="7482" y="27134"/>
                    <a:pt x="7384" y="27064"/>
                  </a:cubicBezTo>
                  <a:lnTo>
                    <a:pt x="7384" y="27064"/>
                  </a:lnTo>
                  <a:lnTo>
                    <a:pt x="7721" y="27541"/>
                  </a:lnTo>
                  <a:cubicBezTo>
                    <a:pt x="7706" y="27571"/>
                    <a:pt x="7673" y="27583"/>
                    <a:pt x="7634" y="27583"/>
                  </a:cubicBezTo>
                  <a:cubicBezTo>
                    <a:pt x="7552" y="27583"/>
                    <a:pt x="7440" y="27529"/>
                    <a:pt x="7412" y="27476"/>
                  </a:cubicBezTo>
                  <a:lnTo>
                    <a:pt x="7412" y="27476"/>
                  </a:lnTo>
                  <a:lnTo>
                    <a:pt x="7412" y="28019"/>
                  </a:lnTo>
                  <a:lnTo>
                    <a:pt x="7356" y="27991"/>
                  </a:lnTo>
                  <a:lnTo>
                    <a:pt x="7356" y="27991"/>
                  </a:lnTo>
                  <a:cubicBezTo>
                    <a:pt x="7637" y="28187"/>
                    <a:pt x="7917" y="28384"/>
                    <a:pt x="8170" y="28608"/>
                  </a:cubicBezTo>
                  <a:cubicBezTo>
                    <a:pt x="8135" y="28615"/>
                    <a:pt x="8107" y="28618"/>
                    <a:pt x="8082" y="28618"/>
                  </a:cubicBezTo>
                  <a:cubicBezTo>
                    <a:pt x="7912" y="28618"/>
                    <a:pt x="7974" y="28464"/>
                    <a:pt x="7777" y="28440"/>
                  </a:cubicBezTo>
                  <a:lnTo>
                    <a:pt x="7777" y="28440"/>
                  </a:lnTo>
                  <a:lnTo>
                    <a:pt x="8114" y="28861"/>
                  </a:lnTo>
                  <a:cubicBezTo>
                    <a:pt x="7609" y="28861"/>
                    <a:pt x="7216" y="28468"/>
                    <a:pt x="7356" y="28271"/>
                  </a:cubicBezTo>
                  <a:cubicBezTo>
                    <a:pt x="7054" y="28231"/>
                    <a:pt x="6857" y="28214"/>
                    <a:pt x="6735" y="28214"/>
                  </a:cubicBezTo>
                  <a:cubicBezTo>
                    <a:pt x="6086" y="28214"/>
                    <a:pt x="7549" y="28709"/>
                    <a:pt x="6486" y="28945"/>
                  </a:cubicBezTo>
                  <a:lnTo>
                    <a:pt x="6345" y="28608"/>
                  </a:lnTo>
                  <a:cubicBezTo>
                    <a:pt x="6162" y="28585"/>
                    <a:pt x="6017" y="28575"/>
                    <a:pt x="5901" y="28575"/>
                  </a:cubicBezTo>
                  <a:cubicBezTo>
                    <a:pt x="5325" y="28575"/>
                    <a:pt x="5437" y="28824"/>
                    <a:pt x="4829" y="28917"/>
                  </a:cubicBezTo>
                  <a:cubicBezTo>
                    <a:pt x="4861" y="28920"/>
                    <a:pt x="4901" y="28921"/>
                    <a:pt x="4948" y="28921"/>
                  </a:cubicBezTo>
                  <a:cubicBezTo>
                    <a:pt x="5114" y="28921"/>
                    <a:pt x="5367" y="28909"/>
                    <a:pt x="5641" y="28909"/>
                  </a:cubicBezTo>
                  <a:cubicBezTo>
                    <a:pt x="6124" y="28909"/>
                    <a:pt x="6676" y="28946"/>
                    <a:pt x="6942" y="29151"/>
                  </a:cubicBezTo>
                  <a:lnTo>
                    <a:pt x="6942" y="29151"/>
                  </a:lnTo>
                  <a:cubicBezTo>
                    <a:pt x="6816" y="29030"/>
                    <a:pt x="6649" y="28854"/>
                    <a:pt x="6853" y="28854"/>
                  </a:cubicBezTo>
                  <a:cubicBezTo>
                    <a:pt x="6875" y="28854"/>
                    <a:pt x="6903" y="28856"/>
                    <a:pt x="6935" y="28861"/>
                  </a:cubicBezTo>
                  <a:cubicBezTo>
                    <a:pt x="7637" y="29170"/>
                    <a:pt x="7300" y="29142"/>
                    <a:pt x="7019" y="29226"/>
                  </a:cubicBezTo>
                  <a:cubicBezTo>
                    <a:pt x="6851" y="29282"/>
                    <a:pt x="6738" y="29394"/>
                    <a:pt x="7047" y="29675"/>
                  </a:cubicBezTo>
                  <a:cubicBezTo>
                    <a:pt x="6873" y="29622"/>
                    <a:pt x="6754" y="29600"/>
                    <a:pt x="6672" y="29600"/>
                  </a:cubicBezTo>
                  <a:cubicBezTo>
                    <a:pt x="6452" y="29600"/>
                    <a:pt x="6506" y="29764"/>
                    <a:pt x="6486" y="29928"/>
                  </a:cubicBezTo>
                  <a:lnTo>
                    <a:pt x="5643" y="29647"/>
                  </a:lnTo>
                  <a:lnTo>
                    <a:pt x="5643" y="29647"/>
                  </a:lnTo>
                  <a:cubicBezTo>
                    <a:pt x="5812" y="29956"/>
                    <a:pt x="6261" y="30068"/>
                    <a:pt x="6598" y="30321"/>
                  </a:cubicBezTo>
                  <a:cubicBezTo>
                    <a:pt x="6532" y="30408"/>
                    <a:pt x="6390" y="30440"/>
                    <a:pt x="6206" y="30440"/>
                  </a:cubicBezTo>
                  <a:cubicBezTo>
                    <a:pt x="5918" y="30440"/>
                    <a:pt x="5526" y="30361"/>
                    <a:pt x="5166" y="30293"/>
                  </a:cubicBezTo>
                  <a:lnTo>
                    <a:pt x="5166" y="30293"/>
                  </a:lnTo>
                  <a:cubicBezTo>
                    <a:pt x="4913" y="30630"/>
                    <a:pt x="6317" y="30321"/>
                    <a:pt x="6345" y="30854"/>
                  </a:cubicBezTo>
                  <a:cubicBezTo>
                    <a:pt x="5896" y="31107"/>
                    <a:pt x="6177" y="31444"/>
                    <a:pt x="6570" y="32005"/>
                  </a:cubicBezTo>
                  <a:cubicBezTo>
                    <a:pt x="6501" y="32037"/>
                    <a:pt x="6441" y="32050"/>
                    <a:pt x="6386" y="32050"/>
                  </a:cubicBezTo>
                  <a:cubicBezTo>
                    <a:pt x="6147" y="32050"/>
                    <a:pt x="6012" y="31809"/>
                    <a:pt x="5784" y="31809"/>
                  </a:cubicBezTo>
                  <a:lnTo>
                    <a:pt x="6401" y="32258"/>
                  </a:lnTo>
                  <a:cubicBezTo>
                    <a:pt x="6398" y="32262"/>
                    <a:pt x="6390" y="32264"/>
                    <a:pt x="6381" y="32264"/>
                  </a:cubicBezTo>
                  <a:cubicBezTo>
                    <a:pt x="6320" y="32264"/>
                    <a:pt x="6161" y="32198"/>
                    <a:pt x="6065" y="32174"/>
                  </a:cubicBezTo>
                  <a:lnTo>
                    <a:pt x="6065" y="32174"/>
                  </a:lnTo>
                  <a:cubicBezTo>
                    <a:pt x="6261" y="32426"/>
                    <a:pt x="6907" y="32455"/>
                    <a:pt x="7047" y="32819"/>
                  </a:cubicBezTo>
                  <a:cubicBezTo>
                    <a:pt x="7974" y="33184"/>
                    <a:pt x="5503" y="32932"/>
                    <a:pt x="6458" y="33634"/>
                  </a:cubicBezTo>
                  <a:cubicBezTo>
                    <a:pt x="6177" y="33634"/>
                    <a:pt x="5924" y="33409"/>
                    <a:pt x="5587" y="33353"/>
                  </a:cubicBezTo>
                  <a:lnTo>
                    <a:pt x="5587" y="33353"/>
                  </a:lnTo>
                  <a:cubicBezTo>
                    <a:pt x="5924" y="33830"/>
                    <a:pt x="6317" y="34251"/>
                    <a:pt x="6794" y="34616"/>
                  </a:cubicBezTo>
                  <a:lnTo>
                    <a:pt x="6121" y="34757"/>
                  </a:lnTo>
                  <a:cubicBezTo>
                    <a:pt x="6138" y="34756"/>
                    <a:pt x="6156" y="34756"/>
                    <a:pt x="6173" y="34756"/>
                  </a:cubicBezTo>
                  <a:cubicBezTo>
                    <a:pt x="6882" y="34756"/>
                    <a:pt x="7509" y="35302"/>
                    <a:pt x="8030" y="35767"/>
                  </a:cubicBezTo>
                  <a:cubicBezTo>
                    <a:pt x="8367" y="35767"/>
                    <a:pt x="8647" y="35795"/>
                    <a:pt x="8788" y="35795"/>
                  </a:cubicBezTo>
                  <a:lnTo>
                    <a:pt x="9125" y="36385"/>
                  </a:lnTo>
                  <a:cubicBezTo>
                    <a:pt x="8877" y="36336"/>
                    <a:pt x="8630" y="36243"/>
                    <a:pt x="8421" y="36125"/>
                  </a:cubicBezTo>
                  <a:lnTo>
                    <a:pt x="8421" y="36125"/>
                  </a:lnTo>
                  <a:cubicBezTo>
                    <a:pt x="8461" y="36152"/>
                    <a:pt x="8503" y="36184"/>
                    <a:pt x="8535" y="36217"/>
                  </a:cubicBezTo>
                  <a:cubicBezTo>
                    <a:pt x="8500" y="36222"/>
                    <a:pt x="8465" y="36224"/>
                    <a:pt x="8428" y="36224"/>
                  </a:cubicBezTo>
                  <a:cubicBezTo>
                    <a:pt x="8080" y="36224"/>
                    <a:pt x="7650" y="35993"/>
                    <a:pt x="7244" y="35739"/>
                  </a:cubicBezTo>
                  <a:lnTo>
                    <a:pt x="7244" y="35739"/>
                  </a:lnTo>
                  <a:lnTo>
                    <a:pt x="7833" y="35767"/>
                  </a:lnTo>
                  <a:cubicBezTo>
                    <a:pt x="7356" y="35459"/>
                    <a:pt x="6851" y="35234"/>
                    <a:pt x="6317" y="35065"/>
                  </a:cubicBezTo>
                  <a:lnTo>
                    <a:pt x="6317" y="35065"/>
                  </a:lnTo>
                  <a:cubicBezTo>
                    <a:pt x="6373" y="35122"/>
                    <a:pt x="6458" y="35178"/>
                    <a:pt x="6486" y="35290"/>
                  </a:cubicBezTo>
                  <a:cubicBezTo>
                    <a:pt x="6373" y="35206"/>
                    <a:pt x="6261" y="35150"/>
                    <a:pt x="6149" y="35122"/>
                  </a:cubicBezTo>
                  <a:cubicBezTo>
                    <a:pt x="6036" y="35122"/>
                    <a:pt x="6205" y="35234"/>
                    <a:pt x="6401" y="35374"/>
                  </a:cubicBezTo>
                  <a:lnTo>
                    <a:pt x="5419" y="35150"/>
                  </a:lnTo>
                  <a:lnTo>
                    <a:pt x="5784" y="35290"/>
                  </a:lnTo>
                  <a:lnTo>
                    <a:pt x="5026" y="35655"/>
                  </a:lnTo>
                  <a:cubicBezTo>
                    <a:pt x="5840" y="36385"/>
                    <a:pt x="7131" y="37227"/>
                    <a:pt x="7272" y="38013"/>
                  </a:cubicBezTo>
                  <a:cubicBezTo>
                    <a:pt x="6626" y="37592"/>
                    <a:pt x="6149" y="37564"/>
                    <a:pt x="5335" y="37283"/>
                  </a:cubicBezTo>
                  <a:lnTo>
                    <a:pt x="5335" y="37283"/>
                  </a:lnTo>
                  <a:cubicBezTo>
                    <a:pt x="5398" y="37291"/>
                    <a:pt x="5451" y="37295"/>
                    <a:pt x="5497" y="37295"/>
                  </a:cubicBezTo>
                  <a:cubicBezTo>
                    <a:pt x="6110" y="37295"/>
                    <a:pt x="5172" y="36631"/>
                    <a:pt x="5413" y="36391"/>
                  </a:cubicBezTo>
                  <a:lnTo>
                    <a:pt x="5413" y="36391"/>
                  </a:lnTo>
                  <a:cubicBezTo>
                    <a:pt x="5375" y="36424"/>
                    <a:pt x="5321" y="36438"/>
                    <a:pt x="5260" y="36438"/>
                  </a:cubicBezTo>
                  <a:cubicBezTo>
                    <a:pt x="5086" y="36438"/>
                    <a:pt x="4855" y="36327"/>
                    <a:pt x="4773" y="36245"/>
                  </a:cubicBezTo>
                  <a:lnTo>
                    <a:pt x="4773" y="36245"/>
                  </a:lnTo>
                  <a:lnTo>
                    <a:pt x="5363" y="37115"/>
                  </a:lnTo>
                  <a:cubicBezTo>
                    <a:pt x="5125" y="37026"/>
                    <a:pt x="4985" y="36996"/>
                    <a:pt x="4890" y="36996"/>
                  </a:cubicBezTo>
                  <a:cubicBezTo>
                    <a:pt x="4716" y="36996"/>
                    <a:pt x="4692" y="37097"/>
                    <a:pt x="4492" y="37115"/>
                  </a:cubicBezTo>
                  <a:cubicBezTo>
                    <a:pt x="5840" y="37480"/>
                    <a:pt x="5222" y="37873"/>
                    <a:pt x="5531" y="38266"/>
                  </a:cubicBezTo>
                  <a:cubicBezTo>
                    <a:pt x="5082" y="38126"/>
                    <a:pt x="4661" y="37901"/>
                    <a:pt x="4857" y="37648"/>
                  </a:cubicBezTo>
                  <a:cubicBezTo>
                    <a:pt x="4842" y="37648"/>
                    <a:pt x="4827" y="37648"/>
                    <a:pt x="4813" y="37648"/>
                  </a:cubicBezTo>
                  <a:cubicBezTo>
                    <a:pt x="3804" y="37648"/>
                    <a:pt x="6245" y="38630"/>
                    <a:pt x="5308" y="38631"/>
                  </a:cubicBezTo>
                  <a:lnTo>
                    <a:pt x="5308" y="38631"/>
                  </a:lnTo>
                  <a:cubicBezTo>
                    <a:pt x="5308" y="38627"/>
                    <a:pt x="5308" y="38624"/>
                    <a:pt x="5307" y="38620"/>
                  </a:cubicBezTo>
                  <a:lnTo>
                    <a:pt x="5307" y="38620"/>
                  </a:lnTo>
                  <a:cubicBezTo>
                    <a:pt x="5307" y="38623"/>
                    <a:pt x="5307" y="38627"/>
                    <a:pt x="5307" y="38631"/>
                  </a:cubicBezTo>
                  <a:cubicBezTo>
                    <a:pt x="5307" y="38631"/>
                    <a:pt x="5308" y="38631"/>
                    <a:pt x="5308" y="38631"/>
                  </a:cubicBezTo>
                  <a:lnTo>
                    <a:pt x="5308" y="38631"/>
                  </a:lnTo>
                  <a:cubicBezTo>
                    <a:pt x="5322" y="38779"/>
                    <a:pt x="5171" y="38893"/>
                    <a:pt x="4990" y="38893"/>
                  </a:cubicBezTo>
                  <a:cubicBezTo>
                    <a:pt x="4900" y="38893"/>
                    <a:pt x="4804" y="38865"/>
                    <a:pt x="4717" y="38799"/>
                  </a:cubicBezTo>
                  <a:lnTo>
                    <a:pt x="4717" y="38743"/>
                  </a:lnTo>
                  <a:lnTo>
                    <a:pt x="4717" y="38743"/>
                  </a:lnTo>
                  <a:cubicBezTo>
                    <a:pt x="4184" y="39389"/>
                    <a:pt x="4464" y="40372"/>
                    <a:pt x="5278" y="40652"/>
                  </a:cubicBezTo>
                  <a:cubicBezTo>
                    <a:pt x="5138" y="40624"/>
                    <a:pt x="3959" y="40091"/>
                    <a:pt x="3734" y="39979"/>
                  </a:cubicBezTo>
                  <a:lnTo>
                    <a:pt x="3734" y="39979"/>
                  </a:lnTo>
                  <a:lnTo>
                    <a:pt x="7188" y="42253"/>
                  </a:lnTo>
                  <a:cubicBezTo>
                    <a:pt x="6233" y="41803"/>
                    <a:pt x="3847" y="41242"/>
                    <a:pt x="3454" y="40624"/>
                  </a:cubicBezTo>
                  <a:cubicBezTo>
                    <a:pt x="3285" y="40709"/>
                    <a:pt x="3061" y="40765"/>
                    <a:pt x="3313" y="41130"/>
                  </a:cubicBezTo>
                  <a:cubicBezTo>
                    <a:pt x="3319" y="41129"/>
                    <a:pt x="3326" y="41128"/>
                    <a:pt x="3334" y="41128"/>
                  </a:cubicBezTo>
                  <a:cubicBezTo>
                    <a:pt x="3569" y="41128"/>
                    <a:pt x="4775" y="41498"/>
                    <a:pt x="4829" y="41607"/>
                  </a:cubicBezTo>
                  <a:cubicBezTo>
                    <a:pt x="4436" y="41569"/>
                    <a:pt x="4233" y="41557"/>
                    <a:pt x="4098" y="41557"/>
                  </a:cubicBezTo>
                  <a:cubicBezTo>
                    <a:pt x="3832" y="41557"/>
                    <a:pt x="3828" y="41605"/>
                    <a:pt x="3151" y="41607"/>
                  </a:cubicBezTo>
                  <a:lnTo>
                    <a:pt x="3151" y="41607"/>
                  </a:lnTo>
                  <a:cubicBezTo>
                    <a:pt x="3145" y="41606"/>
                    <a:pt x="3139" y="41606"/>
                    <a:pt x="3133" y="41606"/>
                  </a:cubicBezTo>
                  <a:cubicBezTo>
                    <a:pt x="3127" y="41606"/>
                    <a:pt x="3122" y="41606"/>
                    <a:pt x="3117" y="41607"/>
                  </a:cubicBezTo>
                  <a:cubicBezTo>
                    <a:pt x="3128" y="41607"/>
                    <a:pt x="3140" y="41607"/>
                    <a:pt x="3151" y="41607"/>
                  </a:cubicBezTo>
                  <a:lnTo>
                    <a:pt x="3151" y="41607"/>
                  </a:lnTo>
                  <a:cubicBezTo>
                    <a:pt x="3480" y="41633"/>
                    <a:pt x="4825" y="42287"/>
                    <a:pt x="4717" y="42449"/>
                  </a:cubicBezTo>
                  <a:cubicBezTo>
                    <a:pt x="4503" y="42342"/>
                    <a:pt x="3347" y="41930"/>
                    <a:pt x="3116" y="41769"/>
                  </a:cubicBezTo>
                  <a:lnTo>
                    <a:pt x="3116" y="41769"/>
                  </a:lnTo>
                  <a:lnTo>
                    <a:pt x="4312" y="42732"/>
                  </a:lnTo>
                  <a:lnTo>
                    <a:pt x="4312" y="42732"/>
                  </a:lnTo>
                  <a:cubicBezTo>
                    <a:pt x="3999" y="42518"/>
                    <a:pt x="3109" y="42274"/>
                    <a:pt x="2696" y="42196"/>
                  </a:cubicBezTo>
                  <a:lnTo>
                    <a:pt x="2696" y="42196"/>
                  </a:lnTo>
                  <a:cubicBezTo>
                    <a:pt x="3004" y="42281"/>
                    <a:pt x="2527" y="42590"/>
                    <a:pt x="2611" y="42758"/>
                  </a:cubicBezTo>
                  <a:lnTo>
                    <a:pt x="3032" y="42702"/>
                  </a:lnTo>
                  <a:lnTo>
                    <a:pt x="3032" y="42702"/>
                  </a:lnTo>
                  <a:cubicBezTo>
                    <a:pt x="2611" y="43123"/>
                    <a:pt x="4885" y="44021"/>
                    <a:pt x="4605" y="44499"/>
                  </a:cubicBezTo>
                  <a:cubicBezTo>
                    <a:pt x="4357" y="44350"/>
                    <a:pt x="3146" y="43763"/>
                    <a:pt x="2673" y="43763"/>
                  </a:cubicBezTo>
                  <a:cubicBezTo>
                    <a:pt x="2610" y="43763"/>
                    <a:pt x="2560" y="43774"/>
                    <a:pt x="2527" y="43797"/>
                  </a:cubicBezTo>
                  <a:cubicBezTo>
                    <a:pt x="3229" y="44218"/>
                    <a:pt x="5924" y="45762"/>
                    <a:pt x="6289" y="46464"/>
                  </a:cubicBezTo>
                  <a:lnTo>
                    <a:pt x="5840" y="46380"/>
                  </a:lnTo>
                  <a:lnTo>
                    <a:pt x="6177" y="46941"/>
                  </a:lnTo>
                  <a:cubicBezTo>
                    <a:pt x="5138" y="46239"/>
                    <a:pt x="3032" y="44667"/>
                    <a:pt x="2246" y="43965"/>
                  </a:cubicBezTo>
                  <a:cubicBezTo>
                    <a:pt x="2188" y="43973"/>
                    <a:pt x="2135" y="43976"/>
                    <a:pt x="2088" y="43976"/>
                  </a:cubicBezTo>
                  <a:cubicBezTo>
                    <a:pt x="1947" y="43976"/>
                    <a:pt x="1853" y="43950"/>
                    <a:pt x="1788" y="43950"/>
                  </a:cubicBezTo>
                  <a:cubicBezTo>
                    <a:pt x="1718" y="43950"/>
                    <a:pt x="1682" y="43980"/>
                    <a:pt x="1657" y="44106"/>
                  </a:cubicBezTo>
                  <a:cubicBezTo>
                    <a:pt x="1376" y="44106"/>
                    <a:pt x="1151" y="43881"/>
                    <a:pt x="1123" y="43628"/>
                  </a:cubicBezTo>
                  <a:lnTo>
                    <a:pt x="590" y="44162"/>
                  </a:lnTo>
                  <a:cubicBezTo>
                    <a:pt x="1460" y="44499"/>
                    <a:pt x="1236" y="45032"/>
                    <a:pt x="1994" y="45313"/>
                  </a:cubicBezTo>
                  <a:lnTo>
                    <a:pt x="1376" y="44218"/>
                  </a:lnTo>
                  <a:lnTo>
                    <a:pt x="1376" y="44218"/>
                  </a:lnTo>
                  <a:cubicBezTo>
                    <a:pt x="2274" y="44555"/>
                    <a:pt x="3678" y="45650"/>
                    <a:pt x="3341" y="46071"/>
                  </a:cubicBezTo>
                  <a:cubicBezTo>
                    <a:pt x="2920" y="46043"/>
                    <a:pt x="1825" y="45313"/>
                    <a:pt x="1516" y="45200"/>
                  </a:cubicBezTo>
                  <a:lnTo>
                    <a:pt x="1516" y="45200"/>
                  </a:lnTo>
                  <a:cubicBezTo>
                    <a:pt x="1783" y="45387"/>
                    <a:pt x="1897" y="45851"/>
                    <a:pt x="1717" y="45851"/>
                  </a:cubicBezTo>
                  <a:cubicBezTo>
                    <a:pt x="1707" y="45851"/>
                    <a:pt x="1697" y="45849"/>
                    <a:pt x="1685" y="45846"/>
                  </a:cubicBezTo>
                  <a:lnTo>
                    <a:pt x="1320" y="45453"/>
                  </a:lnTo>
                  <a:lnTo>
                    <a:pt x="1320" y="45453"/>
                  </a:lnTo>
                  <a:cubicBezTo>
                    <a:pt x="913" y="45562"/>
                    <a:pt x="2208" y="46298"/>
                    <a:pt x="1438" y="46298"/>
                  </a:cubicBezTo>
                  <a:cubicBezTo>
                    <a:pt x="1411" y="46298"/>
                    <a:pt x="1381" y="46297"/>
                    <a:pt x="1348" y="46295"/>
                  </a:cubicBezTo>
                  <a:cubicBezTo>
                    <a:pt x="1329" y="46310"/>
                    <a:pt x="1278" y="46315"/>
                    <a:pt x="1210" y="46315"/>
                  </a:cubicBezTo>
                  <a:cubicBezTo>
                    <a:pt x="1027" y="46315"/>
                    <a:pt x="718" y="46276"/>
                    <a:pt x="561" y="46276"/>
                  </a:cubicBezTo>
                  <a:cubicBezTo>
                    <a:pt x="440" y="46276"/>
                    <a:pt x="409" y="46299"/>
                    <a:pt x="590" y="46380"/>
                  </a:cubicBezTo>
                  <a:cubicBezTo>
                    <a:pt x="2246" y="46885"/>
                    <a:pt x="3875" y="47559"/>
                    <a:pt x="5419" y="48373"/>
                  </a:cubicBezTo>
                  <a:cubicBezTo>
                    <a:pt x="5038" y="48427"/>
                    <a:pt x="4657" y="48458"/>
                    <a:pt x="4277" y="48458"/>
                  </a:cubicBezTo>
                  <a:cubicBezTo>
                    <a:pt x="4068" y="48458"/>
                    <a:pt x="3859" y="48449"/>
                    <a:pt x="3650" y="48429"/>
                  </a:cubicBezTo>
                  <a:cubicBezTo>
                    <a:pt x="2808" y="48289"/>
                    <a:pt x="1938" y="47362"/>
                    <a:pt x="1208" y="47222"/>
                  </a:cubicBezTo>
                  <a:lnTo>
                    <a:pt x="1208" y="47222"/>
                  </a:lnTo>
                  <a:cubicBezTo>
                    <a:pt x="1404" y="47334"/>
                    <a:pt x="1601" y="47475"/>
                    <a:pt x="1769" y="47643"/>
                  </a:cubicBezTo>
                  <a:cubicBezTo>
                    <a:pt x="1760" y="47644"/>
                    <a:pt x="1751" y="47644"/>
                    <a:pt x="1742" y="47644"/>
                  </a:cubicBezTo>
                  <a:cubicBezTo>
                    <a:pt x="1556" y="47644"/>
                    <a:pt x="1285" y="47457"/>
                    <a:pt x="1150" y="47457"/>
                  </a:cubicBezTo>
                  <a:cubicBezTo>
                    <a:pt x="1099" y="47457"/>
                    <a:pt x="1067" y="47484"/>
                    <a:pt x="1067" y="47559"/>
                  </a:cubicBezTo>
                  <a:cubicBezTo>
                    <a:pt x="1909" y="47980"/>
                    <a:pt x="758" y="48008"/>
                    <a:pt x="1769" y="48008"/>
                  </a:cubicBezTo>
                  <a:cubicBezTo>
                    <a:pt x="1909" y="48345"/>
                    <a:pt x="1460" y="48176"/>
                    <a:pt x="1376" y="48457"/>
                  </a:cubicBezTo>
                  <a:cubicBezTo>
                    <a:pt x="1994" y="48626"/>
                    <a:pt x="3201" y="49580"/>
                    <a:pt x="3341" y="49945"/>
                  </a:cubicBezTo>
                  <a:cubicBezTo>
                    <a:pt x="3117" y="49833"/>
                    <a:pt x="2892" y="49777"/>
                    <a:pt x="2667" y="49721"/>
                  </a:cubicBezTo>
                  <a:cubicBezTo>
                    <a:pt x="2359" y="50170"/>
                    <a:pt x="1825" y="50254"/>
                    <a:pt x="1601" y="50703"/>
                  </a:cubicBezTo>
                  <a:cubicBezTo>
                    <a:pt x="1376" y="50647"/>
                    <a:pt x="1011" y="50759"/>
                    <a:pt x="674" y="50479"/>
                  </a:cubicBezTo>
                  <a:lnTo>
                    <a:pt x="674" y="50479"/>
                  </a:lnTo>
                  <a:cubicBezTo>
                    <a:pt x="815" y="50619"/>
                    <a:pt x="1067" y="50815"/>
                    <a:pt x="1039" y="50956"/>
                  </a:cubicBezTo>
                  <a:cubicBezTo>
                    <a:pt x="169" y="50872"/>
                    <a:pt x="1067" y="50619"/>
                    <a:pt x="85" y="50394"/>
                  </a:cubicBezTo>
                  <a:lnTo>
                    <a:pt x="85" y="50394"/>
                  </a:lnTo>
                  <a:cubicBezTo>
                    <a:pt x="562" y="50647"/>
                    <a:pt x="590" y="51096"/>
                    <a:pt x="815" y="51433"/>
                  </a:cubicBezTo>
                  <a:cubicBezTo>
                    <a:pt x="956" y="51487"/>
                    <a:pt x="1059" y="51510"/>
                    <a:pt x="1132" y="51510"/>
                  </a:cubicBezTo>
                  <a:cubicBezTo>
                    <a:pt x="1480" y="51510"/>
                    <a:pt x="1141" y="50982"/>
                    <a:pt x="955" y="50703"/>
                  </a:cubicBezTo>
                  <a:lnTo>
                    <a:pt x="955" y="50703"/>
                  </a:lnTo>
                  <a:cubicBezTo>
                    <a:pt x="2022" y="51208"/>
                    <a:pt x="3004" y="52079"/>
                    <a:pt x="3257" y="52809"/>
                  </a:cubicBezTo>
                  <a:cubicBezTo>
                    <a:pt x="3281" y="52951"/>
                    <a:pt x="3231" y="53000"/>
                    <a:pt x="3150" y="53000"/>
                  </a:cubicBezTo>
                  <a:cubicBezTo>
                    <a:pt x="2971" y="53000"/>
                    <a:pt x="2639" y="52761"/>
                    <a:pt x="2604" y="52761"/>
                  </a:cubicBezTo>
                  <a:cubicBezTo>
                    <a:pt x="2599" y="52761"/>
                    <a:pt x="2600" y="52767"/>
                    <a:pt x="2611" y="52781"/>
                  </a:cubicBezTo>
                  <a:cubicBezTo>
                    <a:pt x="2078" y="53398"/>
                    <a:pt x="4155" y="54297"/>
                    <a:pt x="3117" y="54521"/>
                  </a:cubicBezTo>
                  <a:cubicBezTo>
                    <a:pt x="2303" y="54437"/>
                    <a:pt x="1741" y="53876"/>
                    <a:pt x="1236" y="53679"/>
                  </a:cubicBezTo>
                  <a:cubicBezTo>
                    <a:pt x="1123" y="53258"/>
                    <a:pt x="1909" y="53426"/>
                    <a:pt x="1994" y="53202"/>
                  </a:cubicBezTo>
                  <a:lnTo>
                    <a:pt x="1994" y="53202"/>
                  </a:lnTo>
                  <a:lnTo>
                    <a:pt x="1545" y="53314"/>
                  </a:lnTo>
                  <a:cubicBezTo>
                    <a:pt x="1348" y="53089"/>
                    <a:pt x="1292" y="52809"/>
                    <a:pt x="1545" y="52781"/>
                  </a:cubicBezTo>
                  <a:cubicBezTo>
                    <a:pt x="1521" y="52778"/>
                    <a:pt x="1499" y="52777"/>
                    <a:pt x="1478" y="52777"/>
                  </a:cubicBezTo>
                  <a:cubicBezTo>
                    <a:pt x="842" y="52777"/>
                    <a:pt x="815" y="53940"/>
                    <a:pt x="0" y="54184"/>
                  </a:cubicBezTo>
                  <a:cubicBezTo>
                    <a:pt x="169" y="54409"/>
                    <a:pt x="309" y="54690"/>
                    <a:pt x="618" y="54746"/>
                  </a:cubicBezTo>
                  <a:lnTo>
                    <a:pt x="618" y="54521"/>
                  </a:lnTo>
                  <a:cubicBezTo>
                    <a:pt x="1195" y="54626"/>
                    <a:pt x="1209" y="55147"/>
                    <a:pt x="1505" y="55147"/>
                  </a:cubicBezTo>
                  <a:cubicBezTo>
                    <a:pt x="1526" y="55147"/>
                    <a:pt x="1548" y="55145"/>
                    <a:pt x="1573" y="55139"/>
                  </a:cubicBezTo>
                  <a:cubicBezTo>
                    <a:pt x="1825" y="55560"/>
                    <a:pt x="2303" y="56150"/>
                    <a:pt x="1825" y="56318"/>
                  </a:cubicBezTo>
                  <a:lnTo>
                    <a:pt x="1086" y="56001"/>
                  </a:lnTo>
                  <a:lnTo>
                    <a:pt x="1086" y="56001"/>
                  </a:lnTo>
                  <a:cubicBezTo>
                    <a:pt x="1141" y="56021"/>
                    <a:pt x="1199" y="56031"/>
                    <a:pt x="1253" y="56031"/>
                  </a:cubicBezTo>
                  <a:cubicBezTo>
                    <a:pt x="1411" y="56031"/>
                    <a:pt x="1533" y="55949"/>
                    <a:pt x="1418" y="55802"/>
                  </a:cubicBezTo>
                  <a:lnTo>
                    <a:pt x="1418" y="55802"/>
                  </a:lnTo>
                  <a:cubicBezTo>
                    <a:pt x="1625" y="56081"/>
                    <a:pt x="131" y="55770"/>
                    <a:pt x="1039" y="56430"/>
                  </a:cubicBezTo>
                  <a:lnTo>
                    <a:pt x="1685" y="56458"/>
                  </a:lnTo>
                  <a:cubicBezTo>
                    <a:pt x="1938" y="56908"/>
                    <a:pt x="2611" y="57610"/>
                    <a:pt x="2218" y="57778"/>
                  </a:cubicBezTo>
                  <a:cubicBezTo>
                    <a:pt x="2456" y="57860"/>
                    <a:pt x="2550" y="57884"/>
                    <a:pt x="2589" y="57884"/>
                  </a:cubicBezTo>
                  <a:cubicBezTo>
                    <a:pt x="2647" y="57884"/>
                    <a:pt x="2579" y="57829"/>
                    <a:pt x="2684" y="57829"/>
                  </a:cubicBezTo>
                  <a:cubicBezTo>
                    <a:pt x="2749" y="57829"/>
                    <a:pt x="2879" y="57850"/>
                    <a:pt x="3145" y="57918"/>
                  </a:cubicBezTo>
                  <a:cubicBezTo>
                    <a:pt x="2011" y="57540"/>
                    <a:pt x="3474" y="57214"/>
                    <a:pt x="2413" y="56915"/>
                  </a:cubicBezTo>
                  <a:lnTo>
                    <a:pt x="2413" y="56915"/>
                  </a:lnTo>
                  <a:cubicBezTo>
                    <a:pt x="2644" y="56971"/>
                    <a:pt x="2796" y="56991"/>
                    <a:pt x="2907" y="56991"/>
                  </a:cubicBezTo>
                  <a:cubicBezTo>
                    <a:pt x="3181" y="56991"/>
                    <a:pt x="3203" y="56869"/>
                    <a:pt x="3535" y="56869"/>
                  </a:cubicBezTo>
                  <a:cubicBezTo>
                    <a:pt x="3635" y="56869"/>
                    <a:pt x="3761" y="56879"/>
                    <a:pt x="3931" y="56908"/>
                  </a:cubicBezTo>
                  <a:cubicBezTo>
                    <a:pt x="3678" y="56767"/>
                    <a:pt x="3397" y="56739"/>
                    <a:pt x="3650" y="56543"/>
                  </a:cubicBezTo>
                  <a:cubicBezTo>
                    <a:pt x="3566" y="56487"/>
                    <a:pt x="3510" y="56430"/>
                    <a:pt x="3454" y="56374"/>
                  </a:cubicBezTo>
                  <a:lnTo>
                    <a:pt x="3426" y="56374"/>
                  </a:lnTo>
                  <a:cubicBezTo>
                    <a:pt x="3285" y="56374"/>
                    <a:pt x="3117" y="56374"/>
                    <a:pt x="2976" y="56318"/>
                  </a:cubicBezTo>
                  <a:cubicBezTo>
                    <a:pt x="2471" y="55897"/>
                    <a:pt x="2667" y="55504"/>
                    <a:pt x="2443" y="55223"/>
                  </a:cubicBezTo>
                  <a:cubicBezTo>
                    <a:pt x="2468" y="55212"/>
                    <a:pt x="2491" y="55208"/>
                    <a:pt x="2513" y="55208"/>
                  </a:cubicBezTo>
                  <a:cubicBezTo>
                    <a:pt x="2658" y="55208"/>
                    <a:pt x="2735" y="55427"/>
                    <a:pt x="3004" y="55476"/>
                  </a:cubicBezTo>
                  <a:lnTo>
                    <a:pt x="2667" y="55055"/>
                  </a:lnTo>
                  <a:lnTo>
                    <a:pt x="2667" y="55055"/>
                  </a:lnTo>
                  <a:cubicBezTo>
                    <a:pt x="3229" y="55335"/>
                    <a:pt x="3790" y="55139"/>
                    <a:pt x="3959" y="55644"/>
                  </a:cubicBezTo>
                  <a:lnTo>
                    <a:pt x="4127" y="55364"/>
                  </a:lnTo>
                  <a:cubicBezTo>
                    <a:pt x="4548" y="55335"/>
                    <a:pt x="4801" y="55139"/>
                    <a:pt x="4633" y="54858"/>
                  </a:cubicBezTo>
                  <a:cubicBezTo>
                    <a:pt x="4786" y="54792"/>
                    <a:pt x="4443" y="54418"/>
                    <a:pt x="4459" y="54418"/>
                  </a:cubicBezTo>
                  <a:lnTo>
                    <a:pt x="4459" y="54418"/>
                  </a:lnTo>
                  <a:cubicBezTo>
                    <a:pt x="4464" y="54418"/>
                    <a:pt x="4497" y="54448"/>
                    <a:pt x="4577" y="54521"/>
                  </a:cubicBezTo>
                  <a:cubicBezTo>
                    <a:pt x="4548" y="54297"/>
                    <a:pt x="4492" y="54072"/>
                    <a:pt x="4464" y="53847"/>
                  </a:cubicBezTo>
                  <a:lnTo>
                    <a:pt x="4464" y="53847"/>
                  </a:lnTo>
                  <a:lnTo>
                    <a:pt x="4605" y="53932"/>
                  </a:lnTo>
                  <a:cubicBezTo>
                    <a:pt x="4913" y="53454"/>
                    <a:pt x="4155" y="52472"/>
                    <a:pt x="5447" y="52388"/>
                  </a:cubicBezTo>
                  <a:cubicBezTo>
                    <a:pt x="5363" y="52163"/>
                    <a:pt x="5278" y="51910"/>
                    <a:pt x="5559" y="51714"/>
                  </a:cubicBezTo>
                  <a:lnTo>
                    <a:pt x="6093" y="51882"/>
                  </a:lnTo>
                  <a:cubicBezTo>
                    <a:pt x="6008" y="51602"/>
                    <a:pt x="6879" y="51461"/>
                    <a:pt x="6401" y="51124"/>
                  </a:cubicBezTo>
                  <a:lnTo>
                    <a:pt x="6401" y="51124"/>
                  </a:lnTo>
                  <a:cubicBezTo>
                    <a:pt x="6588" y="51175"/>
                    <a:pt x="6739" y="51198"/>
                    <a:pt x="6861" y="51198"/>
                  </a:cubicBezTo>
                  <a:cubicBezTo>
                    <a:pt x="7676" y="51198"/>
                    <a:pt x="7211" y="50189"/>
                    <a:pt x="7552" y="49945"/>
                  </a:cubicBezTo>
                  <a:lnTo>
                    <a:pt x="6907" y="49664"/>
                  </a:lnTo>
                  <a:cubicBezTo>
                    <a:pt x="7075" y="49412"/>
                    <a:pt x="6991" y="49075"/>
                    <a:pt x="6879" y="48654"/>
                  </a:cubicBezTo>
                  <a:lnTo>
                    <a:pt x="6289" y="48429"/>
                  </a:lnTo>
                  <a:cubicBezTo>
                    <a:pt x="5924" y="47924"/>
                    <a:pt x="6991" y="47868"/>
                    <a:pt x="7103" y="47418"/>
                  </a:cubicBezTo>
                  <a:lnTo>
                    <a:pt x="7103" y="47418"/>
                  </a:lnTo>
                  <a:cubicBezTo>
                    <a:pt x="7328" y="47531"/>
                    <a:pt x="7216" y="47615"/>
                    <a:pt x="7047" y="47643"/>
                  </a:cubicBezTo>
                  <a:cubicBezTo>
                    <a:pt x="7061" y="47643"/>
                    <a:pt x="7075" y="47643"/>
                    <a:pt x="7088" y="47643"/>
                  </a:cubicBezTo>
                  <a:cubicBezTo>
                    <a:pt x="8555" y="47643"/>
                    <a:pt x="6580" y="46126"/>
                    <a:pt x="7721" y="46071"/>
                  </a:cubicBezTo>
                  <a:cubicBezTo>
                    <a:pt x="7552" y="45846"/>
                    <a:pt x="7665" y="45790"/>
                    <a:pt x="7833" y="45762"/>
                  </a:cubicBezTo>
                  <a:cubicBezTo>
                    <a:pt x="7833" y="45790"/>
                    <a:pt x="7833" y="45790"/>
                    <a:pt x="7833" y="45818"/>
                  </a:cubicBezTo>
                  <a:cubicBezTo>
                    <a:pt x="7861" y="45790"/>
                    <a:pt x="7861" y="45790"/>
                    <a:pt x="7861" y="45762"/>
                  </a:cubicBezTo>
                  <a:cubicBezTo>
                    <a:pt x="8002" y="45762"/>
                    <a:pt x="8142" y="45734"/>
                    <a:pt x="8254" y="45734"/>
                  </a:cubicBezTo>
                  <a:cubicBezTo>
                    <a:pt x="8184" y="45720"/>
                    <a:pt x="8121" y="45713"/>
                    <a:pt x="8061" y="45713"/>
                  </a:cubicBezTo>
                  <a:cubicBezTo>
                    <a:pt x="8002" y="45713"/>
                    <a:pt x="7946" y="45720"/>
                    <a:pt x="7889" y="45734"/>
                  </a:cubicBezTo>
                  <a:cubicBezTo>
                    <a:pt x="7889" y="45565"/>
                    <a:pt x="7861" y="45397"/>
                    <a:pt x="7805" y="45257"/>
                  </a:cubicBezTo>
                  <a:lnTo>
                    <a:pt x="7805" y="45257"/>
                  </a:lnTo>
                  <a:lnTo>
                    <a:pt x="8451" y="45453"/>
                  </a:lnTo>
                  <a:cubicBezTo>
                    <a:pt x="8451" y="45453"/>
                    <a:pt x="8451" y="45425"/>
                    <a:pt x="8451" y="45425"/>
                  </a:cubicBezTo>
                  <a:cubicBezTo>
                    <a:pt x="8732" y="45369"/>
                    <a:pt x="8198" y="45200"/>
                    <a:pt x="7693" y="45060"/>
                  </a:cubicBezTo>
                  <a:cubicBezTo>
                    <a:pt x="7609" y="44948"/>
                    <a:pt x="7496" y="44835"/>
                    <a:pt x="7384" y="44723"/>
                  </a:cubicBezTo>
                  <a:lnTo>
                    <a:pt x="7384" y="44723"/>
                  </a:lnTo>
                  <a:cubicBezTo>
                    <a:pt x="7560" y="44775"/>
                    <a:pt x="7671" y="44796"/>
                    <a:pt x="7739" y="44796"/>
                  </a:cubicBezTo>
                  <a:cubicBezTo>
                    <a:pt x="8010" y="44796"/>
                    <a:pt x="7606" y="44465"/>
                    <a:pt x="7956" y="44465"/>
                  </a:cubicBezTo>
                  <a:cubicBezTo>
                    <a:pt x="8037" y="44465"/>
                    <a:pt x="8159" y="44483"/>
                    <a:pt x="8339" y="44527"/>
                  </a:cubicBezTo>
                  <a:cubicBezTo>
                    <a:pt x="7833" y="44218"/>
                    <a:pt x="8198" y="43684"/>
                    <a:pt x="7103" y="43179"/>
                  </a:cubicBezTo>
                  <a:lnTo>
                    <a:pt x="7103" y="43179"/>
                  </a:lnTo>
                  <a:cubicBezTo>
                    <a:pt x="7272" y="43207"/>
                    <a:pt x="7356" y="43207"/>
                    <a:pt x="7328" y="43291"/>
                  </a:cubicBezTo>
                  <a:cubicBezTo>
                    <a:pt x="7524" y="43179"/>
                    <a:pt x="7693" y="43067"/>
                    <a:pt x="7440" y="42814"/>
                  </a:cubicBezTo>
                  <a:lnTo>
                    <a:pt x="7440" y="42814"/>
                  </a:lnTo>
                  <a:lnTo>
                    <a:pt x="8254" y="43067"/>
                  </a:lnTo>
                  <a:lnTo>
                    <a:pt x="8254" y="43067"/>
                  </a:lnTo>
                  <a:lnTo>
                    <a:pt x="7328" y="42309"/>
                  </a:lnTo>
                  <a:cubicBezTo>
                    <a:pt x="7392" y="42302"/>
                    <a:pt x="7456" y="42298"/>
                    <a:pt x="7520" y="42298"/>
                  </a:cubicBezTo>
                  <a:cubicBezTo>
                    <a:pt x="7960" y="42298"/>
                    <a:pt x="8388" y="42464"/>
                    <a:pt x="8732" y="42758"/>
                  </a:cubicBezTo>
                  <a:cubicBezTo>
                    <a:pt x="7974" y="41916"/>
                    <a:pt x="8535" y="42225"/>
                    <a:pt x="7749" y="41467"/>
                  </a:cubicBezTo>
                  <a:lnTo>
                    <a:pt x="7749" y="41467"/>
                  </a:lnTo>
                  <a:lnTo>
                    <a:pt x="8254" y="41691"/>
                  </a:lnTo>
                  <a:cubicBezTo>
                    <a:pt x="8280" y="41535"/>
                    <a:pt x="7755" y="41092"/>
                    <a:pt x="8051" y="41092"/>
                  </a:cubicBezTo>
                  <a:cubicBezTo>
                    <a:pt x="8076" y="41092"/>
                    <a:pt x="8106" y="41095"/>
                    <a:pt x="8142" y="41102"/>
                  </a:cubicBezTo>
                  <a:cubicBezTo>
                    <a:pt x="8152" y="41102"/>
                    <a:pt x="8161" y="41102"/>
                    <a:pt x="8170" y="41102"/>
                  </a:cubicBezTo>
                  <a:cubicBezTo>
                    <a:pt x="9258" y="41102"/>
                    <a:pt x="8883" y="39497"/>
                    <a:pt x="10107" y="38996"/>
                  </a:cubicBezTo>
                  <a:cubicBezTo>
                    <a:pt x="8507" y="38631"/>
                    <a:pt x="10921" y="38827"/>
                    <a:pt x="9742" y="38378"/>
                  </a:cubicBezTo>
                  <a:lnTo>
                    <a:pt x="9742" y="38378"/>
                  </a:lnTo>
                  <a:cubicBezTo>
                    <a:pt x="10135" y="38463"/>
                    <a:pt x="10388" y="38406"/>
                    <a:pt x="10641" y="38659"/>
                  </a:cubicBezTo>
                  <a:cubicBezTo>
                    <a:pt x="10444" y="38098"/>
                    <a:pt x="11455" y="38210"/>
                    <a:pt x="10556" y="37564"/>
                  </a:cubicBezTo>
                  <a:lnTo>
                    <a:pt x="10556" y="37564"/>
                  </a:lnTo>
                  <a:cubicBezTo>
                    <a:pt x="10950" y="37620"/>
                    <a:pt x="11062" y="37817"/>
                    <a:pt x="11286" y="37873"/>
                  </a:cubicBezTo>
                  <a:cubicBezTo>
                    <a:pt x="11234" y="37795"/>
                    <a:pt x="11063" y="37645"/>
                    <a:pt x="11214" y="37645"/>
                  </a:cubicBezTo>
                  <a:cubicBezTo>
                    <a:pt x="11227" y="37645"/>
                    <a:pt x="11241" y="37646"/>
                    <a:pt x="11258" y="37648"/>
                  </a:cubicBezTo>
                  <a:cubicBezTo>
                    <a:pt x="11483" y="37676"/>
                    <a:pt x="11539" y="37817"/>
                    <a:pt x="11679" y="37929"/>
                  </a:cubicBezTo>
                  <a:cubicBezTo>
                    <a:pt x="11764" y="37452"/>
                    <a:pt x="10641" y="37031"/>
                    <a:pt x="9602" y="36638"/>
                  </a:cubicBezTo>
                  <a:cubicBezTo>
                    <a:pt x="10191" y="36582"/>
                    <a:pt x="10135" y="36441"/>
                    <a:pt x="9490" y="36048"/>
                  </a:cubicBezTo>
                  <a:lnTo>
                    <a:pt x="9490" y="36048"/>
                  </a:lnTo>
                  <a:cubicBezTo>
                    <a:pt x="9883" y="36076"/>
                    <a:pt x="10276" y="36076"/>
                    <a:pt x="10304" y="36413"/>
                  </a:cubicBezTo>
                  <a:cubicBezTo>
                    <a:pt x="10416" y="36273"/>
                    <a:pt x="11146" y="35627"/>
                    <a:pt x="10304" y="35318"/>
                  </a:cubicBezTo>
                  <a:lnTo>
                    <a:pt x="10304" y="35318"/>
                  </a:lnTo>
                  <a:cubicBezTo>
                    <a:pt x="10317" y="35320"/>
                    <a:pt x="10329" y="35321"/>
                    <a:pt x="10340" y="35321"/>
                  </a:cubicBezTo>
                  <a:cubicBezTo>
                    <a:pt x="10515" y="35321"/>
                    <a:pt x="10411" y="35117"/>
                    <a:pt x="10332" y="35037"/>
                  </a:cubicBezTo>
                  <a:cubicBezTo>
                    <a:pt x="10500" y="34701"/>
                    <a:pt x="10585" y="34701"/>
                    <a:pt x="10641" y="34336"/>
                  </a:cubicBezTo>
                  <a:lnTo>
                    <a:pt x="10641" y="34336"/>
                  </a:lnTo>
                  <a:lnTo>
                    <a:pt x="10472" y="34392"/>
                  </a:lnTo>
                  <a:cubicBezTo>
                    <a:pt x="9462" y="33942"/>
                    <a:pt x="10332" y="34055"/>
                    <a:pt x="10276" y="33718"/>
                  </a:cubicBezTo>
                  <a:lnTo>
                    <a:pt x="10276" y="33718"/>
                  </a:lnTo>
                  <a:lnTo>
                    <a:pt x="10388" y="33774"/>
                  </a:lnTo>
                  <a:cubicBezTo>
                    <a:pt x="11343" y="33353"/>
                    <a:pt x="10107" y="33381"/>
                    <a:pt x="11174" y="33016"/>
                  </a:cubicBezTo>
                  <a:lnTo>
                    <a:pt x="10500" y="32848"/>
                  </a:lnTo>
                  <a:cubicBezTo>
                    <a:pt x="9153" y="32342"/>
                    <a:pt x="11511" y="32539"/>
                    <a:pt x="11090" y="32005"/>
                  </a:cubicBezTo>
                  <a:lnTo>
                    <a:pt x="10669" y="32005"/>
                  </a:lnTo>
                  <a:cubicBezTo>
                    <a:pt x="10533" y="31889"/>
                    <a:pt x="10734" y="31857"/>
                    <a:pt x="11066" y="31857"/>
                  </a:cubicBezTo>
                  <a:cubicBezTo>
                    <a:pt x="11498" y="31857"/>
                    <a:pt x="12151" y="31912"/>
                    <a:pt x="12574" y="31912"/>
                  </a:cubicBezTo>
                  <a:cubicBezTo>
                    <a:pt x="12771" y="31912"/>
                    <a:pt x="12918" y="31900"/>
                    <a:pt x="12971" y="31865"/>
                  </a:cubicBezTo>
                  <a:cubicBezTo>
                    <a:pt x="13111" y="31865"/>
                    <a:pt x="13139" y="32005"/>
                    <a:pt x="13224" y="32090"/>
                  </a:cubicBezTo>
                  <a:cubicBezTo>
                    <a:pt x="14178" y="31809"/>
                    <a:pt x="12381" y="31753"/>
                    <a:pt x="12297" y="31303"/>
                  </a:cubicBezTo>
                  <a:lnTo>
                    <a:pt x="12297" y="31303"/>
                  </a:lnTo>
                  <a:cubicBezTo>
                    <a:pt x="12655" y="31367"/>
                    <a:pt x="13124" y="31588"/>
                    <a:pt x="13406" y="31588"/>
                  </a:cubicBezTo>
                  <a:cubicBezTo>
                    <a:pt x="13501" y="31588"/>
                    <a:pt x="13574" y="31563"/>
                    <a:pt x="13617" y="31500"/>
                  </a:cubicBezTo>
                  <a:cubicBezTo>
                    <a:pt x="14010" y="31472"/>
                    <a:pt x="12353" y="30293"/>
                    <a:pt x="13336" y="30180"/>
                  </a:cubicBezTo>
                  <a:cubicBezTo>
                    <a:pt x="12943" y="30180"/>
                    <a:pt x="12578" y="30152"/>
                    <a:pt x="12381" y="29872"/>
                  </a:cubicBezTo>
                  <a:cubicBezTo>
                    <a:pt x="12325" y="29563"/>
                    <a:pt x="13925" y="29507"/>
                    <a:pt x="12887" y="28945"/>
                  </a:cubicBezTo>
                  <a:cubicBezTo>
                    <a:pt x="12911" y="28937"/>
                    <a:pt x="12938" y="28934"/>
                    <a:pt x="12966" y="28934"/>
                  </a:cubicBezTo>
                  <a:cubicBezTo>
                    <a:pt x="13034" y="28934"/>
                    <a:pt x="13108" y="28953"/>
                    <a:pt x="13167" y="28973"/>
                  </a:cubicBezTo>
                  <a:cubicBezTo>
                    <a:pt x="12971" y="28664"/>
                    <a:pt x="12887" y="28131"/>
                    <a:pt x="12325" y="27822"/>
                  </a:cubicBezTo>
                  <a:lnTo>
                    <a:pt x="12325" y="27822"/>
                  </a:lnTo>
                  <a:cubicBezTo>
                    <a:pt x="12543" y="27862"/>
                    <a:pt x="12713" y="27880"/>
                    <a:pt x="12844" y="27880"/>
                  </a:cubicBezTo>
                  <a:cubicBezTo>
                    <a:pt x="13928" y="27880"/>
                    <a:pt x="12391" y="26676"/>
                    <a:pt x="13114" y="26676"/>
                  </a:cubicBezTo>
                  <a:cubicBezTo>
                    <a:pt x="13233" y="26676"/>
                    <a:pt x="13412" y="26708"/>
                    <a:pt x="13673" y="26783"/>
                  </a:cubicBezTo>
                  <a:lnTo>
                    <a:pt x="13757" y="26082"/>
                  </a:lnTo>
                  <a:lnTo>
                    <a:pt x="13954" y="26138"/>
                  </a:lnTo>
                  <a:cubicBezTo>
                    <a:pt x="14206" y="25745"/>
                    <a:pt x="13757" y="25464"/>
                    <a:pt x="13308" y="25183"/>
                  </a:cubicBezTo>
                  <a:cubicBezTo>
                    <a:pt x="13340" y="25172"/>
                    <a:pt x="13372" y="25168"/>
                    <a:pt x="13404" y="25168"/>
                  </a:cubicBezTo>
                  <a:cubicBezTo>
                    <a:pt x="13539" y="25168"/>
                    <a:pt x="13666" y="25250"/>
                    <a:pt x="13757" y="25295"/>
                  </a:cubicBezTo>
                  <a:cubicBezTo>
                    <a:pt x="14318" y="24790"/>
                    <a:pt x="14262" y="24678"/>
                    <a:pt x="13364" y="23892"/>
                  </a:cubicBezTo>
                  <a:lnTo>
                    <a:pt x="13364" y="23892"/>
                  </a:lnTo>
                  <a:lnTo>
                    <a:pt x="14066" y="24004"/>
                  </a:lnTo>
                  <a:cubicBezTo>
                    <a:pt x="13701" y="23779"/>
                    <a:pt x="15357" y="23386"/>
                    <a:pt x="14712" y="22572"/>
                  </a:cubicBezTo>
                  <a:lnTo>
                    <a:pt x="14712" y="22572"/>
                  </a:lnTo>
                  <a:cubicBezTo>
                    <a:pt x="14824" y="22600"/>
                    <a:pt x="14908" y="22656"/>
                    <a:pt x="14992" y="22713"/>
                  </a:cubicBezTo>
                  <a:cubicBezTo>
                    <a:pt x="14375" y="21842"/>
                    <a:pt x="17294" y="21533"/>
                    <a:pt x="14880" y="20663"/>
                  </a:cubicBezTo>
                  <a:lnTo>
                    <a:pt x="14403" y="20074"/>
                  </a:lnTo>
                  <a:cubicBezTo>
                    <a:pt x="14324" y="20198"/>
                    <a:pt x="14224" y="20244"/>
                    <a:pt x="14111" y="20244"/>
                  </a:cubicBezTo>
                  <a:cubicBezTo>
                    <a:pt x="13776" y="20244"/>
                    <a:pt x="13328" y="19834"/>
                    <a:pt x="12991" y="19834"/>
                  </a:cubicBezTo>
                  <a:cubicBezTo>
                    <a:pt x="12955" y="19834"/>
                    <a:pt x="12920" y="19839"/>
                    <a:pt x="12887" y="19849"/>
                  </a:cubicBezTo>
                  <a:cubicBezTo>
                    <a:pt x="12820" y="19699"/>
                    <a:pt x="13140" y="19588"/>
                    <a:pt x="13423" y="19588"/>
                  </a:cubicBezTo>
                  <a:cubicBezTo>
                    <a:pt x="13615" y="19588"/>
                    <a:pt x="13790" y="19640"/>
                    <a:pt x="13813" y="19765"/>
                  </a:cubicBezTo>
                  <a:lnTo>
                    <a:pt x="13701" y="19765"/>
                  </a:lnTo>
                  <a:cubicBezTo>
                    <a:pt x="13913" y="19837"/>
                    <a:pt x="14070" y="19866"/>
                    <a:pt x="14190" y="19866"/>
                  </a:cubicBezTo>
                  <a:cubicBezTo>
                    <a:pt x="14698" y="19866"/>
                    <a:pt x="14527" y="19339"/>
                    <a:pt x="14970" y="19339"/>
                  </a:cubicBezTo>
                  <a:cubicBezTo>
                    <a:pt x="15030" y="19339"/>
                    <a:pt x="15102" y="19349"/>
                    <a:pt x="15189" y="19372"/>
                  </a:cubicBezTo>
                  <a:cubicBezTo>
                    <a:pt x="15413" y="18193"/>
                    <a:pt x="16368" y="17238"/>
                    <a:pt x="16677" y="16143"/>
                  </a:cubicBezTo>
                  <a:lnTo>
                    <a:pt x="15638" y="16059"/>
                  </a:lnTo>
                  <a:lnTo>
                    <a:pt x="15778" y="15694"/>
                  </a:lnTo>
                  <a:cubicBezTo>
                    <a:pt x="15828" y="15683"/>
                    <a:pt x="15889" y="15677"/>
                    <a:pt x="15955" y="15677"/>
                  </a:cubicBezTo>
                  <a:cubicBezTo>
                    <a:pt x="16225" y="15677"/>
                    <a:pt x="16570" y="15772"/>
                    <a:pt x="16480" y="15975"/>
                  </a:cubicBezTo>
                  <a:cubicBezTo>
                    <a:pt x="17098" y="15975"/>
                    <a:pt x="16115" y="15413"/>
                    <a:pt x="15891" y="15357"/>
                  </a:cubicBezTo>
                  <a:cubicBezTo>
                    <a:pt x="15994" y="15276"/>
                    <a:pt x="16099" y="15243"/>
                    <a:pt x="16202" y="15243"/>
                  </a:cubicBezTo>
                  <a:cubicBezTo>
                    <a:pt x="16586" y="15243"/>
                    <a:pt x="16939" y="15687"/>
                    <a:pt x="17043" y="15687"/>
                  </a:cubicBezTo>
                  <a:cubicBezTo>
                    <a:pt x="17056" y="15687"/>
                    <a:pt x="17065" y="15681"/>
                    <a:pt x="17070" y="15666"/>
                  </a:cubicBezTo>
                  <a:lnTo>
                    <a:pt x="17042" y="15441"/>
                  </a:lnTo>
                  <a:lnTo>
                    <a:pt x="16929" y="15469"/>
                  </a:lnTo>
                  <a:cubicBezTo>
                    <a:pt x="16564" y="15189"/>
                    <a:pt x="16115" y="15076"/>
                    <a:pt x="16256" y="14767"/>
                  </a:cubicBezTo>
                  <a:cubicBezTo>
                    <a:pt x="16328" y="14713"/>
                    <a:pt x="16418" y="14697"/>
                    <a:pt x="16510" y="14697"/>
                  </a:cubicBezTo>
                  <a:cubicBezTo>
                    <a:pt x="16647" y="14697"/>
                    <a:pt x="16788" y="14733"/>
                    <a:pt x="16878" y="14733"/>
                  </a:cubicBezTo>
                  <a:cubicBezTo>
                    <a:pt x="16914" y="14733"/>
                    <a:pt x="16941" y="14728"/>
                    <a:pt x="16957" y="14711"/>
                  </a:cubicBezTo>
                  <a:cubicBezTo>
                    <a:pt x="17014" y="14711"/>
                    <a:pt x="17042" y="14711"/>
                    <a:pt x="16986" y="14599"/>
                  </a:cubicBezTo>
                  <a:lnTo>
                    <a:pt x="17182" y="14122"/>
                  </a:lnTo>
                  <a:lnTo>
                    <a:pt x="16368" y="14150"/>
                  </a:lnTo>
                  <a:cubicBezTo>
                    <a:pt x="16034" y="13893"/>
                    <a:pt x="16406" y="13753"/>
                    <a:pt x="15759" y="13753"/>
                  </a:cubicBezTo>
                  <a:cubicBezTo>
                    <a:pt x="15708" y="13753"/>
                    <a:pt x="15651" y="13754"/>
                    <a:pt x="15586" y="13756"/>
                  </a:cubicBezTo>
                  <a:lnTo>
                    <a:pt x="15586" y="13756"/>
                  </a:lnTo>
                  <a:cubicBezTo>
                    <a:pt x="16977" y="13703"/>
                    <a:pt x="16428" y="12071"/>
                    <a:pt x="16873" y="11960"/>
                  </a:cubicBezTo>
                  <a:cubicBezTo>
                    <a:pt x="16368" y="11539"/>
                    <a:pt x="16452" y="11258"/>
                    <a:pt x="16593" y="10893"/>
                  </a:cubicBezTo>
                  <a:lnTo>
                    <a:pt x="16593" y="10893"/>
                  </a:lnTo>
                  <a:cubicBezTo>
                    <a:pt x="16560" y="10902"/>
                    <a:pt x="16508" y="10907"/>
                    <a:pt x="16444" y="10907"/>
                  </a:cubicBezTo>
                  <a:cubicBezTo>
                    <a:pt x="16126" y="10907"/>
                    <a:pt x="15526" y="10790"/>
                    <a:pt x="15666" y="10556"/>
                  </a:cubicBezTo>
                  <a:lnTo>
                    <a:pt x="15666" y="10556"/>
                  </a:lnTo>
                  <a:cubicBezTo>
                    <a:pt x="16049" y="10656"/>
                    <a:pt x="16311" y="10696"/>
                    <a:pt x="16498" y="10696"/>
                  </a:cubicBezTo>
                  <a:cubicBezTo>
                    <a:pt x="17181" y="10696"/>
                    <a:pt x="16881" y="10172"/>
                    <a:pt x="17863" y="10137"/>
                  </a:cubicBezTo>
                  <a:lnTo>
                    <a:pt x="17863" y="10137"/>
                  </a:lnTo>
                  <a:cubicBezTo>
                    <a:pt x="17152" y="10114"/>
                    <a:pt x="17778" y="9312"/>
                    <a:pt x="16788" y="9312"/>
                  </a:cubicBezTo>
                  <a:cubicBezTo>
                    <a:pt x="16729" y="9312"/>
                    <a:pt x="16664" y="9315"/>
                    <a:pt x="16593" y="9321"/>
                  </a:cubicBezTo>
                  <a:cubicBezTo>
                    <a:pt x="16644" y="9262"/>
                    <a:pt x="16716" y="9242"/>
                    <a:pt x="16804" y="9242"/>
                  </a:cubicBezTo>
                  <a:cubicBezTo>
                    <a:pt x="17001" y="9242"/>
                    <a:pt x="17274" y="9345"/>
                    <a:pt x="17555" y="9345"/>
                  </a:cubicBezTo>
                  <a:cubicBezTo>
                    <a:pt x="17627" y="9345"/>
                    <a:pt x="17700" y="9338"/>
                    <a:pt x="17772" y="9321"/>
                  </a:cubicBezTo>
                  <a:cubicBezTo>
                    <a:pt x="17154" y="8563"/>
                    <a:pt x="18474" y="8029"/>
                    <a:pt x="18389" y="7215"/>
                  </a:cubicBezTo>
                  <a:cubicBezTo>
                    <a:pt x="18137" y="7159"/>
                    <a:pt x="17744" y="7215"/>
                    <a:pt x="17407" y="6991"/>
                  </a:cubicBezTo>
                  <a:lnTo>
                    <a:pt x="18698" y="6794"/>
                  </a:lnTo>
                  <a:cubicBezTo>
                    <a:pt x="18614" y="6626"/>
                    <a:pt x="17322" y="6401"/>
                    <a:pt x="18221" y="6289"/>
                  </a:cubicBezTo>
                  <a:cubicBezTo>
                    <a:pt x="18024" y="6289"/>
                    <a:pt x="17687" y="6289"/>
                    <a:pt x="17631" y="6177"/>
                  </a:cubicBezTo>
                  <a:cubicBezTo>
                    <a:pt x="19091" y="4857"/>
                    <a:pt x="17210" y="2920"/>
                    <a:pt x="19681" y="1713"/>
                  </a:cubicBezTo>
                  <a:lnTo>
                    <a:pt x="19681" y="1713"/>
                  </a:lnTo>
                  <a:cubicBezTo>
                    <a:pt x="19536" y="1753"/>
                    <a:pt x="19430" y="1770"/>
                    <a:pt x="19353" y="1770"/>
                  </a:cubicBezTo>
                  <a:cubicBezTo>
                    <a:pt x="19162" y="1770"/>
                    <a:pt x="19147" y="1664"/>
                    <a:pt x="19147" y="1544"/>
                  </a:cubicBezTo>
                  <a:cubicBezTo>
                    <a:pt x="19126" y="1561"/>
                    <a:pt x="19090" y="1567"/>
                    <a:pt x="19045" y="1567"/>
                  </a:cubicBezTo>
                  <a:cubicBezTo>
                    <a:pt x="18855" y="1567"/>
                    <a:pt x="18492" y="1449"/>
                    <a:pt x="18221" y="1404"/>
                  </a:cubicBezTo>
                  <a:lnTo>
                    <a:pt x="19232" y="898"/>
                  </a:lnTo>
                  <a:cubicBezTo>
                    <a:pt x="18333" y="646"/>
                    <a:pt x="19288" y="197"/>
                    <a:pt x="184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1"/>
            <p:cNvSpPr/>
            <p:nvPr/>
          </p:nvSpPr>
          <p:spPr>
            <a:xfrm>
              <a:off x="5147400" y="4248325"/>
              <a:ext cx="8450" cy="2400"/>
            </a:xfrm>
            <a:custGeom>
              <a:rect b="b" l="l" r="r" t="t"/>
              <a:pathLst>
                <a:path extrusionOk="0" h="96" w="338">
                  <a:moveTo>
                    <a:pt x="88" y="1"/>
                  </a:moveTo>
                  <a:cubicBezTo>
                    <a:pt x="58" y="1"/>
                    <a:pt x="28" y="4"/>
                    <a:pt x="0" y="11"/>
                  </a:cubicBezTo>
                  <a:cubicBezTo>
                    <a:pt x="113" y="11"/>
                    <a:pt x="225" y="39"/>
                    <a:pt x="337" y="95"/>
                  </a:cubicBezTo>
                  <a:cubicBezTo>
                    <a:pt x="274" y="32"/>
                    <a:pt x="179" y="1"/>
                    <a:pt x="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1"/>
            <p:cNvSpPr/>
            <p:nvPr/>
          </p:nvSpPr>
          <p:spPr>
            <a:xfrm>
              <a:off x="5198625" y="3931350"/>
              <a:ext cx="2825" cy="1425"/>
            </a:xfrm>
            <a:custGeom>
              <a:rect b="b" l="l" r="r" t="t"/>
              <a:pathLst>
                <a:path extrusionOk="0" h="57" w="113">
                  <a:moveTo>
                    <a:pt x="113" y="57"/>
                  </a:moveTo>
                  <a:lnTo>
                    <a:pt x="113" y="57"/>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1"/>
            <p:cNvSpPr/>
            <p:nvPr/>
          </p:nvSpPr>
          <p:spPr>
            <a:xfrm>
              <a:off x="5018950" y="4553975"/>
              <a:ext cx="9850" cy="1350"/>
            </a:xfrm>
            <a:custGeom>
              <a:rect b="b" l="l" r="r" t="t"/>
              <a:pathLst>
                <a:path extrusionOk="0" h="54" w="394">
                  <a:moveTo>
                    <a:pt x="146" y="1"/>
                  </a:moveTo>
                  <a:cubicBezTo>
                    <a:pt x="88" y="1"/>
                    <a:pt x="39" y="16"/>
                    <a:pt x="1" y="54"/>
                  </a:cubicBezTo>
                  <a:cubicBezTo>
                    <a:pt x="71" y="40"/>
                    <a:pt x="134" y="33"/>
                    <a:pt x="197" y="33"/>
                  </a:cubicBezTo>
                  <a:cubicBezTo>
                    <a:pt x="260" y="33"/>
                    <a:pt x="323" y="40"/>
                    <a:pt x="394" y="54"/>
                  </a:cubicBezTo>
                  <a:cubicBezTo>
                    <a:pt x="301" y="23"/>
                    <a:pt x="217"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1"/>
            <p:cNvSpPr/>
            <p:nvPr/>
          </p:nvSpPr>
          <p:spPr>
            <a:xfrm>
              <a:off x="5077200" y="4806575"/>
              <a:ext cx="8775" cy="7750"/>
            </a:xfrm>
            <a:custGeom>
              <a:rect b="b" l="l" r="r" t="t"/>
              <a:pathLst>
                <a:path extrusionOk="0" h="310" w="351">
                  <a:moveTo>
                    <a:pt x="310" y="1"/>
                  </a:moveTo>
                  <a:cubicBezTo>
                    <a:pt x="282" y="113"/>
                    <a:pt x="141" y="85"/>
                    <a:pt x="1" y="113"/>
                  </a:cubicBezTo>
                  <a:cubicBezTo>
                    <a:pt x="109" y="156"/>
                    <a:pt x="284" y="200"/>
                    <a:pt x="333" y="256"/>
                  </a:cubicBezTo>
                  <a:lnTo>
                    <a:pt x="333" y="256"/>
                  </a:lnTo>
                  <a:lnTo>
                    <a:pt x="310" y="1"/>
                  </a:lnTo>
                  <a:close/>
                  <a:moveTo>
                    <a:pt x="333" y="256"/>
                  </a:moveTo>
                  <a:lnTo>
                    <a:pt x="338" y="309"/>
                  </a:lnTo>
                  <a:cubicBezTo>
                    <a:pt x="350" y="290"/>
                    <a:pt x="347" y="272"/>
                    <a:pt x="333" y="25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1"/>
            <p:cNvSpPr/>
            <p:nvPr/>
          </p:nvSpPr>
          <p:spPr>
            <a:xfrm>
              <a:off x="4967025" y="4813325"/>
              <a:ext cx="9050" cy="7325"/>
            </a:xfrm>
            <a:custGeom>
              <a:rect b="b" l="l" r="r" t="t"/>
              <a:pathLst>
                <a:path extrusionOk="0" h="293" w="362">
                  <a:moveTo>
                    <a:pt x="95" y="0"/>
                  </a:moveTo>
                  <a:cubicBezTo>
                    <a:pt x="73" y="0"/>
                    <a:pt x="51" y="4"/>
                    <a:pt x="28" y="11"/>
                  </a:cubicBezTo>
                  <a:cubicBezTo>
                    <a:pt x="84" y="96"/>
                    <a:pt x="0" y="96"/>
                    <a:pt x="56" y="152"/>
                  </a:cubicBezTo>
                  <a:lnTo>
                    <a:pt x="337" y="292"/>
                  </a:lnTo>
                  <a:cubicBezTo>
                    <a:pt x="361" y="146"/>
                    <a:pt x="238" y="0"/>
                    <a:pt x="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1"/>
            <p:cNvSpPr/>
            <p:nvPr/>
          </p:nvSpPr>
          <p:spPr>
            <a:xfrm>
              <a:off x="5021775" y="4790600"/>
              <a:ext cx="16400" cy="12050"/>
            </a:xfrm>
            <a:custGeom>
              <a:rect b="b" l="l" r="r" t="t"/>
              <a:pathLst>
                <a:path extrusionOk="0" h="482" w="656">
                  <a:moveTo>
                    <a:pt x="141" y="0"/>
                  </a:moveTo>
                  <a:cubicBezTo>
                    <a:pt x="1" y="0"/>
                    <a:pt x="56" y="165"/>
                    <a:pt x="56" y="303"/>
                  </a:cubicBezTo>
                  <a:lnTo>
                    <a:pt x="56" y="275"/>
                  </a:lnTo>
                  <a:cubicBezTo>
                    <a:pt x="304" y="423"/>
                    <a:pt x="447" y="481"/>
                    <a:pt x="520" y="481"/>
                  </a:cubicBezTo>
                  <a:cubicBezTo>
                    <a:pt x="655" y="481"/>
                    <a:pt x="558" y="288"/>
                    <a:pt x="449" y="106"/>
                  </a:cubicBezTo>
                  <a:cubicBezTo>
                    <a:pt x="297" y="30"/>
                    <a:pt x="201" y="0"/>
                    <a:pt x="1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1"/>
            <p:cNvSpPr/>
            <p:nvPr/>
          </p:nvSpPr>
          <p:spPr>
            <a:xfrm>
              <a:off x="5021050" y="4799550"/>
              <a:ext cx="4975" cy="5175"/>
            </a:xfrm>
            <a:custGeom>
              <a:rect b="b" l="l" r="r" t="t"/>
              <a:pathLst>
                <a:path extrusionOk="0" h="207" w="199">
                  <a:moveTo>
                    <a:pt x="85" y="1"/>
                  </a:moveTo>
                  <a:cubicBezTo>
                    <a:pt x="85" y="57"/>
                    <a:pt x="57" y="113"/>
                    <a:pt x="1" y="141"/>
                  </a:cubicBezTo>
                  <a:cubicBezTo>
                    <a:pt x="79" y="188"/>
                    <a:pt x="122" y="207"/>
                    <a:pt x="144" y="207"/>
                  </a:cubicBezTo>
                  <a:cubicBezTo>
                    <a:pt x="199" y="207"/>
                    <a:pt x="105" y="82"/>
                    <a:pt x="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1"/>
            <p:cNvSpPr/>
            <p:nvPr/>
          </p:nvSpPr>
          <p:spPr>
            <a:xfrm>
              <a:off x="5083125" y="4765525"/>
              <a:ext cx="20975" cy="13725"/>
            </a:xfrm>
            <a:custGeom>
              <a:rect b="b" l="l" r="r" t="t"/>
              <a:pathLst>
                <a:path extrusionOk="0" h="549" w="839">
                  <a:moveTo>
                    <a:pt x="205" y="0"/>
                  </a:moveTo>
                  <a:cubicBezTo>
                    <a:pt x="158" y="0"/>
                    <a:pt x="136" y="44"/>
                    <a:pt x="157" y="155"/>
                  </a:cubicBezTo>
                  <a:cubicBezTo>
                    <a:pt x="0" y="155"/>
                    <a:pt x="667" y="469"/>
                    <a:pt x="583" y="469"/>
                  </a:cubicBezTo>
                  <a:cubicBezTo>
                    <a:pt x="577" y="469"/>
                    <a:pt x="566" y="467"/>
                    <a:pt x="550" y="463"/>
                  </a:cubicBezTo>
                  <a:lnTo>
                    <a:pt x="550" y="463"/>
                  </a:lnTo>
                  <a:cubicBezTo>
                    <a:pt x="638" y="523"/>
                    <a:pt x="690" y="548"/>
                    <a:pt x="716" y="548"/>
                  </a:cubicBezTo>
                  <a:cubicBezTo>
                    <a:pt x="839" y="548"/>
                    <a:pt x="371" y="0"/>
                    <a:pt x="2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1"/>
            <p:cNvSpPr/>
            <p:nvPr/>
          </p:nvSpPr>
          <p:spPr>
            <a:xfrm>
              <a:off x="4990175" y="4772900"/>
              <a:ext cx="16175" cy="8425"/>
            </a:xfrm>
            <a:custGeom>
              <a:rect b="b" l="l" r="r" t="t"/>
              <a:pathLst>
                <a:path extrusionOk="0" h="337" w="647">
                  <a:moveTo>
                    <a:pt x="197" y="0"/>
                  </a:moveTo>
                  <a:lnTo>
                    <a:pt x="1" y="84"/>
                  </a:lnTo>
                  <a:lnTo>
                    <a:pt x="646" y="337"/>
                  </a:lnTo>
                  <a:lnTo>
                    <a:pt x="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1"/>
            <p:cNvSpPr/>
            <p:nvPr/>
          </p:nvSpPr>
          <p:spPr>
            <a:xfrm>
              <a:off x="5009825" y="4749725"/>
              <a:ext cx="12650" cy="8450"/>
            </a:xfrm>
            <a:custGeom>
              <a:rect b="b" l="l" r="r" t="t"/>
              <a:pathLst>
                <a:path extrusionOk="0" h="338" w="506">
                  <a:moveTo>
                    <a:pt x="309" y="1"/>
                  </a:moveTo>
                  <a:lnTo>
                    <a:pt x="1" y="169"/>
                  </a:lnTo>
                  <a:cubicBezTo>
                    <a:pt x="85" y="197"/>
                    <a:pt x="141" y="253"/>
                    <a:pt x="197" y="337"/>
                  </a:cubicBezTo>
                  <a:cubicBezTo>
                    <a:pt x="281" y="197"/>
                    <a:pt x="506" y="85"/>
                    <a:pt x="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1"/>
            <p:cNvSpPr/>
            <p:nvPr/>
          </p:nvSpPr>
          <p:spPr>
            <a:xfrm>
              <a:off x="5012625" y="4758150"/>
              <a:ext cx="2850" cy="6350"/>
            </a:xfrm>
            <a:custGeom>
              <a:rect b="b" l="l" r="r" t="t"/>
              <a:pathLst>
                <a:path extrusionOk="0" h="254" w="114">
                  <a:moveTo>
                    <a:pt x="85" y="0"/>
                  </a:moveTo>
                  <a:cubicBezTo>
                    <a:pt x="1" y="85"/>
                    <a:pt x="1" y="197"/>
                    <a:pt x="85" y="253"/>
                  </a:cubicBezTo>
                  <a:cubicBezTo>
                    <a:pt x="113" y="169"/>
                    <a:pt x="113" y="85"/>
                    <a:pt x="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1"/>
            <p:cNvSpPr/>
            <p:nvPr/>
          </p:nvSpPr>
          <p:spPr>
            <a:xfrm>
              <a:off x="4990175" y="4760250"/>
              <a:ext cx="7750" cy="3550"/>
            </a:xfrm>
            <a:custGeom>
              <a:rect b="b" l="l" r="r" t="t"/>
              <a:pathLst>
                <a:path extrusionOk="0" h="142" w="310">
                  <a:moveTo>
                    <a:pt x="309" y="1"/>
                  </a:moveTo>
                  <a:lnTo>
                    <a:pt x="1" y="141"/>
                  </a:lnTo>
                  <a:lnTo>
                    <a:pt x="169" y="141"/>
                  </a:lnTo>
                  <a:lnTo>
                    <a:pt x="3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1"/>
            <p:cNvSpPr/>
            <p:nvPr/>
          </p:nvSpPr>
          <p:spPr>
            <a:xfrm>
              <a:off x="5044150" y="4672325"/>
              <a:ext cx="9925" cy="11450"/>
            </a:xfrm>
            <a:custGeom>
              <a:rect b="b" l="l" r="r" t="t"/>
              <a:pathLst>
                <a:path extrusionOk="0" h="458" w="397">
                  <a:moveTo>
                    <a:pt x="110" y="0"/>
                  </a:moveTo>
                  <a:cubicBezTo>
                    <a:pt x="37" y="0"/>
                    <a:pt x="0" y="43"/>
                    <a:pt x="31" y="121"/>
                  </a:cubicBezTo>
                  <a:cubicBezTo>
                    <a:pt x="144" y="233"/>
                    <a:pt x="172" y="401"/>
                    <a:pt x="396" y="458"/>
                  </a:cubicBezTo>
                  <a:lnTo>
                    <a:pt x="340" y="93"/>
                  </a:lnTo>
                  <a:cubicBezTo>
                    <a:pt x="252" y="29"/>
                    <a:pt x="169" y="0"/>
                    <a:pt x="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1"/>
            <p:cNvSpPr/>
            <p:nvPr/>
          </p:nvSpPr>
          <p:spPr>
            <a:xfrm>
              <a:off x="4994375" y="4676725"/>
              <a:ext cx="19700" cy="9850"/>
            </a:xfrm>
            <a:custGeom>
              <a:rect b="b" l="l" r="r" t="t"/>
              <a:pathLst>
                <a:path extrusionOk="0" h="394" w="788">
                  <a:moveTo>
                    <a:pt x="1" y="1"/>
                  </a:moveTo>
                  <a:lnTo>
                    <a:pt x="254" y="253"/>
                  </a:lnTo>
                  <a:cubicBezTo>
                    <a:pt x="450" y="282"/>
                    <a:pt x="619" y="310"/>
                    <a:pt x="787" y="394"/>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1"/>
            <p:cNvSpPr/>
            <p:nvPr/>
          </p:nvSpPr>
          <p:spPr>
            <a:xfrm>
              <a:off x="4992275" y="4649825"/>
              <a:ext cx="13375" cy="12575"/>
            </a:xfrm>
            <a:custGeom>
              <a:rect b="b" l="l" r="r" t="t"/>
              <a:pathLst>
                <a:path extrusionOk="0" h="503" w="535">
                  <a:moveTo>
                    <a:pt x="98" y="1"/>
                  </a:moveTo>
                  <a:cubicBezTo>
                    <a:pt x="61" y="1"/>
                    <a:pt x="27" y="35"/>
                    <a:pt x="1" y="122"/>
                  </a:cubicBezTo>
                  <a:cubicBezTo>
                    <a:pt x="162" y="237"/>
                    <a:pt x="228" y="503"/>
                    <a:pt x="401" y="503"/>
                  </a:cubicBezTo>
                  <a:cubicBezTo>
                    <a:pt x="440" y="503"/>
                    <a:pt x="483" y="490"/>
                    <a:pt x="534" y="459"/>
                  </a:cubicBezTo>
                  <a:cubicBezTo>
                    <a:pt x="384" y="352"/>
                    <a:pt x="218" y="1"/>
                    <a:pt x="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1"/>
            <p:cNvSpPr/>
            <p:nvPr/>
          </p:nvSpPr>
          <p:spPr>
            <a:xfrm>
              <a:off x="5077900" y="4568650"/>
              <a:ext cx="33025" cy="16150"/>
            </a:xfrm>
            <a:custGeom>
              <a:rect b="b" l="l" r="r" t="t"/>
              <a:pathLst>
                <a:path extrusionOk="0" h="646" w="1321">
                  <a:moveTo>
                    <a:pt x="29" y="0"/>
                  </a:moveTo>
                  <a:lnTo>
                    <a:pt x="1" y="84"/>
                  </a:lnTo>
                  <a:lnTo>
                    <a:pt x="1320" y="646"/>
                  </a:lnTo>
                  <a:lnTo>
                    <a:pt x="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1"/>
            <p:cNvSpPr/>
            <p:nvPr/>
          </p:nvSpPr>
          <p:spPr>
            <a:xfrm>
              <a:off x="5027375" y="4443000"/>
              <a:ext cx="34425" cy="15775"/>
            </a:xfrm>
            <a:custGeom>
              <a:rect b="b" l="l" r="r" t="t"/>
              <a:pathLst>
                <a:path extrusionOk="0" h="631" w="1377">
                  <a:moveTo>
                    <a:pt x="422" y="1"/>
                  </a:moveTo>
                  <a:lnTo>
                    <a:pt x="422" y="1"/>
                  </a:lnTo>
                  <a:cubicBezTo>
                    <a:pt x="0" y="225"/>
                    <a:pt x="1236" y="422"/>
                    <a:pt x="702" y="562"/>
                  </a:cubicBezTo>
                  <a:cubicBezTo>
                    <a:pt x="775" y="614"/>
                    <a:pt x="839" y="630"/>
                    <a:pt x="898" y="630"/>
                  </a:cubicBezTo>
                  <a:cubicBezTo>
                    <a:pt x="1012" y="630"/>
                    <a:pt x="1107" y="566"/>
                    <a:pt x="1215" y="566"/>
                  </a:cubicBezTo>
                  <a:cubicBezTo>
                    <a:pt x="1265" y="566"/>
                    <a:pt x="1318" y="579"/>
                    <a:pt x="1376" y="619"/>
                  </a:cubicBezTo>
                  <a:cubicBezTo>
                    <a:pt x="1123" y="310"/>
                    <a:pt x="1348" y="254"/>
                    <a:pt x="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1"/>
            <p:cNvSpPr/>
            <p:nvPr/>
          </p:nvSpPr>
          <p:spPr>
            <a:xfrm>
              <a:off x="5061775" y="4458450"/>
              <a:ext cx="3525" cy="4950"/>
            </a:xfrm>
            <a:custGeom>
              <a:rect b="b" l="l" r="r" t="t"/>
              <a:pathLst>
                <a:path extrusionOk="0" h="198" w="141">
                  <a:moveTo>
                    <a:pt x="0" y="1"/>
                  </a:moveTo>
                  <a:lnTo>
                    <a:pt x="0" y="1"/>
                  </a:lnTo>
                  <a:cubicBezTo>
                    <a:pt x="28" y="57"/>
                    <a:pt x="84" y="113"/>
                    <a:pt x="140" y="197"/>
                  </a:cubicBezTo>
                  <a:cubicBezTo>
                    <a:pt x="112" y="113"/>
                    <a:pt x="56" y="5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1"/>
            <p:cNvSpPr/>
            <p:nvPr/>
          </p:nvSpPr>
          <p:spPr>
            <a:xfrm>
              <a:off x="5494825" y="3384600"/>
              <a:ext cx="12650" cy="4925"/>
            </a:xfrm>
            <a:custGeom>
              <a:rect b="b" l="l" r="r" t="t"/>
              <a:pathLst>
                <a:path extrusionOk="0" h="197" w="506">
                  <a:moveTo>
                    <a:pt x="506" y="0"/>
                  </a:moveTo>
                  <a:lnTo>
                    <a:pt x="0" y="84"/>
                  </a:lnTo>
                  <a:lnTo>
                    <a:pt x="169" y="197"/>
                  </a:lnTo>
                  <a:lnTo>
                    <a:pt x="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1"/>
            <p:cNvSpPr/>
            <p:nvPr/>
          </p:nvSpPr>
          <p:spPr>
            <a:xfrm>
              <a:off x="5474475" y="3369850"/>
              <a:ext cx="23175" cy="6350"/>
            </a:xfrm>
            <a:custGeom>
              <a:rect b="b" l="l" r="r" t="t"/>
              <a:pathLst>
                <a:path extrusionOk="0" h="254" w="927">
                  <a:moveTo>
                    <a:pt x="112" y="1"/>
                  </a:moveTo>
                  <a:cubicBezTo>
                    <a:pt x="140" y="57"/>
                    <a:pt x="225" y="169"/>
                    <a:pt x="0" y="169"/>
                  </a:cubicBezTo>
                  <a:lnTo>
                    <a:pt x="926" y="253"/>
                  </a:lnTo>
                  <a:lnTo>
                    <a:pt x="1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1"/>
            <p:cNvSpPr/>
            <p:nvPr/>
          </p:nvSpPr>
          <p:spPr>
            <a:xfrm>
              <a:off x="5125625" y="4106825"/>
              <a:ext cx="14075" cy="2675"/>
            </a:xfrm>
            <a:custGeom>
              <a:rect b="b" l="l" r="r" t="t"/>
              <a:pathLst>
                <a:path extrusionOk="0" h="107" w="563">
                  <a:moveTo>
                    <a:pt x="562" y="0"/>
                  </a:moveTo>
                  <a:lnTo>
                    <a:pt x="1" y="28"/>
                  </a:lnTo>
                  <a:lnTo>
                    <a:pt x="197" y="84"/>
                  </a:lnTo>
                  <a:cubicBezTo>
                    <a:pt x="268" y="100"/>
                    <a:pt x="321" y="107"/>
                    <a:pt x="363" y="107"/>
                  </a:cubicBezTo>
                  <a:cubicBezTo>
                    <a:pt x="470" y="107"/>
                    <a:pt x="502" y="61"/>
                    <a:pt x="5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1"/>
            <p:cNvSpPr/>
            <p:nvPr/>
          </p:nvSpPr>
          <p:spPr>
            <a:xfrm>
              <a:off x="5162825" y="4038025"/>
              <a:ext cx="20400" cy="4250"/>
            </a:xfrm>
            <a:custGeom>
              <a:rect b="b" l="l" r="r" t="t"/>
              <a:pathLst>
                <a:path extrusionOk="0" h="170" w="816">
                  <a:moveTo>
                    <a:pt x="29" y="1"/>
                  </a:moveTo>
                  <a:lnTo>
                    <a:pt x="1" y="57"/>
                  </a:lnTo>
                  <a:lnTo>
                    <a:pt x="815" y="169"/>
                  </a:lnTo>
                  <a:lnTo>
                    <a:pt x="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1"/>
            <p:cNvSpPr/>
            <p:nvPr/>
          </p:nvSpPr>
          <p:spPr>
            <a:xfrm>
              <a:off x="5154200" y="3968550"/>
              <a:ext cx="24025" cy="8450"/>
            </a:xfrm>
            <a:custGeom>
              <a:rect b="b" l="l" r="r" t="t"/>
              <a:pathLst>
                <a:path extrusionOk="0" h="338" w="961">
                  <a:moveTo>
                    <a:pt x="65" y="0"/>
                  </a:moveTo>
                  <a:lnTo>
                    <a:pt x="65" y="0"/>
                  </a:lnTo>
                  <a:cubicBezTo>
                    <a:pt x="1" y="65"/>
                    <a:pt x="68" y="178"/>
                    <a:pt x="78" y="266"/>
                  </a:cubicBezTo>
                  <a:lnTo>
                    <a:pt x="78" y="266"/>
                  </a:lnTo>
                  <a:cubicBezTo>
                    <a:pt x="204" y="118"/>
                    <a:pt x="960" y="224"/>
                    <a:pt x="65" y="0"/>
                  </a:cubicBezTo>
                  <a:close/>
                  <a:moveTo>
                    <a:pt x="78" y="266"/>
                  </a:moveTo>
                  <a:lnTo>
                    <a:pt x="78" y="266"/>
                  </a:lnTo>
                  <a:cubicBezTo>
                    <a:pt x="61" y="285"/>
                    <a:pt x="55" y="308"/>
                    <a:pt x="65" y="337"/>
                  </a:cubicBezTo>
                  <a:cubicBezTo>
                    <a:pt x="78" y="317"/>
                    <a:pt x="81" y="293"/>
                    <a:pt x="78" y="26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1"/>
            <p:cNvSpPr/>
            <p:nvPr/>
          </p:nvSpPr>
          <p:spPr>
            <a:xfrm>
              <a:off x="4887875" y="4909050"/>
              <a:ext cx="13900" cy="17400"/>
            </a:xfrm>
            <a:custGeom>
              <a:rect b="b" l="l" r="r" t="t"/>
              <a:pathLst>
                <a:path extrusionOk="0" h="696" w="556">
                  <a:moveTo>
                    <a:pt x="302" y="1"/>
                  </a:moveTo>
                  <a:cubicBezTo>
                    <a:pt x="1" y="202"/>
                    <a:pt x="285" y="696"/>
                    <a:pt x="307" y="696"/>
                  </a:cubicBezTo>
                  <a:cubicBezTo>
                    <a:pt x="309" y="696"/>
                    <a:pt x="308" y="689"/>
                    <a:pt x="302" y="674"/>
                  </a:cubicBezTo>
                  <a:cubicBezTo>
                    <a:pt x="555" y="674"/>
                    <a:pt x="302" y="113"/>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1"/>
            <p:cNvSpPr/>
            <p:nvPr/>
          </p:nvSpPr>
          <p:spPr>
            <a:xfrm>
              <a:off x="4796450" y="4979250"/>
              <a:ext cx="11275" cy="18250"/>
            </a:xfrm>
            <a:custGeom>
              <a:rect b="b" l="l" r="r" t="t"/>
              <a:pathLst>
                <a:path extrusionOk="0" h="730" w="451">
                  <a:moveTo>
                    <a:pt x="450" y="0"/>
                  </a:moveTo>
                  <a:lnTo>
                    <a:pt x="1" y="730"/>
                  </a:lnTo>
                  <a:lnTo>
                    <a:pt x="422" y="253"/>
                  </a:lnTo>
                  <a:lnTo>
                    <a:pt x="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1"/>
            <p:cNvSpPr/>
            <p:nvPr/>
          </p:nvSpPr>
          <p:spPr>
            <a:xfrm>
              <a:off x="4715050" y="4984150"/>
              <a:ext cx="57575" cy="32275"/>
            </a:xfrm>
            <a:custGeom>
              <a:rect b="b" l="l" r="r" t="t"/>
              <a:pathLst>
                <a:path extrusionOk="0" h="1291" w="2303">
                  <a:moveTo>
                    <a:pt x="2302" y="1"/>
                  </a:moveTo>
                  <a:cubicBezTo>
                    <a:pt x="1909" y="169"/>
                    <a:pt x="1516" y="450"/>
                    <a:pt x="1095" y="674"/>
                  </a:cubicBezTo>
                  <a:cubicBezTo>
                    <a:pt x="818" y="876"/>
                    <a:pt x="472" y="987"/>
                    <a:pt x="119" y="987"/>
                  </a:cubicBezTo>
                  <a:cubicBezTo>
                    <a:pt x="80" y="987"/>
                    <a:pt x="40" y="986"/>
                    <a:pt x="0" y="983"/>
                  </a:cubicBezTo>
                  <a:lnTo>
                    <a:pt x="0" y="983"/>
                  </a:lnTo>
                  <a:cubicBezTo>
                    <a:pt x="148" y="1208"/>
                    <a:pt x="302" y="1290"/>
                    <a:pt x="463" y="1290"/>
                  </a:cubicBezTo>
                  <a:cubicBezTo>
                    <a:pt x="906" y="1290"/>
                    <a:pt x="1397" y="660"/>
                    <a:pt x="1917" y="660"/>
                  </a:cubicBezTo>
                  <a:cubicBezTo>
                    <a:pt x="1961" y="660"/>
                    <a:pt x="2005" y="664"/>
                    <a:pt x="2050" y="674"/>
                  </a:cubicBezTo>
                  <a:lnTo>
                    <a:pt x="2218" y="871"/>
                  </a:lnTo>
                  <a:lnTo>
                    <a:pt x="23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1"/>
            <p:cNvSpPr/>
            <p:nvPr/>
          </p:nvSpPr>
          <p:spPr>
            <a:xfrm>
              <a:off x="4653275" y="4965900"/>
              <a:ext cx="11950" cy="9500"/>
            </a:xfrm>
            <a:custGeom>
              <a:rect b="b" l="l" r="r" t="t"/>
              <a:pathLst>
                <a:path extrusionOk="0" h="380" w="478">
                  <a:moveTo>
                    <a:pt x="394" y="1"/>
                  </a:moveTo>
                  <a:cubicBezTo>
                    <a:pt x="253" y="57"/>
                    <a:pt x="141" y="85"/>
                    <a:pt x="1" y="85"/>
                  </a:cubicBezTo>
                  <a:cubicBezTo>
                    <a:pt x="90" y="229"/>
                    <a:pt x="55" y="325"/>
                    <a:pt x="32" y="363"/>
                  </a:cubicBezTo>
                  <a:lnTo>
                    <a:pt x="32" y="363"/>
                  </a:lnTo>
                  <a:cubicBezTo>
                    <a:pt x="69" y="327"/>
                    <a:pt x="183" y="237"/>
                    <a:pt x="478" y="85"/>
                  </a:cubicBezTo>
                  <a:cubicBezTo>
                    <a:pt x="422" y="57"/>
                    <a:pt x="422" y="29"/>
                    <a:pt x="394" y="1"/>
                  </a:cubicBezTo>
                  <a:close/>
                  <a:moveTo>
                    <a:pt x="32" y="363"/>
                  </a:moveTo>
                  <a:lnTo>
                    <a:pt x="32" y="363"/>
                  </a:lnTo>
                  <a:cubicBezTo>
                    <a:pt x="20" y="374"/>
                    <a:pt x="16" y="380"/>
                    <a:pt x="17" y="380"/>
                  </a:cubicBezTo>
                  <a:cubicBezTo>
                    <a:pt x="19" y="380"/>
                    <a:pt x="25" y="374"/>
                    <a:pt x="32" y="36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1"/>
            <p:cNvSpPr/>
            <p:nvPr/>
          </p:nvSpPr>
          <p:spPr>
            <a:xfrm>
              <a:off x="4659475" y="4962850"/>
              <a:ext cx="9225" cy="3775"/>
            </a:xfrm>
            <a:custGeom>
              <a:rect b="b" l="l" r="r" t="t"/>
              <a:pathLst>
                <a:path extrusionOk="0" h="151" w="369">
                  <a:moveTo>
                    <a:pt x="130" y="0"/>
                  </a:moveTo>
                  <a:cubicBezTo>
                    <a:pt x="54" y="0"/>
                    <a:pt x="0" y="41"/>
                    <a:pt x="146" y="151"/>
                  </a:cubicBezTo>
                  <a:cubicBezTo>
                    <a:pt x="369" y="71"/>
                    <a:pt x="230" y="0"/>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1"/>
            <p:cNvSpPr/>
            <p:nvPr/>
          </p:nvSpPr>
          <p:spPr>
            <a:xfrm>
              <a:off x="4606250" y="4961700"/>
              <a:ext cx="23900" cy="20375"/>
            </a:xfrm>
            <a:custGeom>
              <a:rect b="b" l="l" r="r" t="t"/>
              <a:pathLst>
                <a:path extrusionOk="0" h="815" w="956">
                  <a:moveTo>
                    <a:pt x="478" y="0"/>
                  </a:moveTo>
                  <a:cubicBezTo>
                    <a:pt x="1" y="309"/>
                    <a:pt x="141" y="505"/>
                    <a:pt x="534" y="814"/>
                  </a:cubicBezTo>
                  <a:lnTo>
                    <a:pt x="955" y="365"/>
                  </a:lnTo>
                  <a:cubicBezTo>
                    <a:pt x="787" y="169"/>
                    <a:pt x="338" y="225"/>
                    <a:pt x="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1"/>
            <p:cNvSpPr/>
            <p:nvPr/>
          </p:nvSpPr>
          <p:spPr>
            <a:xfrm>
              <a:off x="4611175" y="4996075"/>
              <a:ext cx="6325" cy="6350"/>
            </a:xfrm>
            <a:custGeom>
              <a:rect b="b" l="l" r="r" t="t"/>
              <a:pathLst>
                <a:path extrusionOk="0" h="254" w="253">
                  <a:moveTo>
                    <a:pt x="156" y="1"/>
                  </a:moveTo>
                  <a:cubicBezTo>
                    <a:pt x="104" y="1"/>
                    <a:pt x="52" y="63"/>
                    <a:pt x="0" y="253"/>
                  </a:cubicBezTo>
                  <a:lnTo>
                    <a:pt x="253" y="57"/>
                  </a:lnTo>
                  <a:cubicBezTo>
                    <a:pt x="221" y="25"/>
                    <a:pt x="188"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1"/>
            <p:cNvSpPr/>
            <p:nvPr/>
          </p:nvSpPr>
          <p:spPr>
            <a:xfrm>
              <a:off x="4617475" y="4986950"/>
              <a:ext cx="11975" cy="15625"/>
            </a:xfrm>
            <a:custGeom>
              <a:rect b="b" l="l" r="r" t="t"/>
              <a:pathLst>
                <a:path extrusionOk="0" h="625" w="479">
                  <a:moveTo>
                    <a:pt x="478" y="1"/>
                  </a:moveTo>
                  <a:lnTo>
                    <a:pt x="1" y="422"/>
                  </a:lnTo>
                  <a:cubicBezTo>
                    <a:pt x="47" y="498"/>
                    <a:pt x="92" y="624"/>
                    <a:pt x="134" y="624"/>
                  </a:cubicBezTo>
                  <a:cubicBezTo>
                    <a:pt x="168" y="624"/>
                    <a:pt x="200" y="535"/>
                    <a:pt x="225" y="253"/>
                  </a:cubicBezTo>
                  <a:cubicBezTo>
                    <a:pt x="225" y="346"/>
                    <a:pt x="230" y="383"/>
                    <a:pt x="243" y="383"/>
                  </a:cubicBezTo>
                  <a:cubicBezTo>
                    <a:pt x="272" y="383"/>
                    <a:pt x="340" y="178"/>
                    <a:pt x="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1"/>
            <p:cNvSpPr/>
            <p:nvPr/>
          </p:nvSpPr>
          <p:spPr>
            <a:xfrm>
              <a:off x="4638550" y="4986350"/>
              <a:ext cx="25925" cy="18875"/>
            </a:xfrm>
            <a:custGeom>
              <a:rect b="b" l="l" r="r" t="t"/>
              <a:pathLst>
                <a:path extrusionOk="0" h="755" w="1037">
                  <a:moveTo>
                    <a:pt x="493" y="1"/>
                  </a:moveTo>
                  <a:cubicBezTo>
                    <a:pt x="359" y="1"/>
                    <a:pt x="193" y="33"/>
                    <a:pt x="0" y="109"/>
                  </a:cubicBezTo>
                  <a:cubicBezTo>
                    <a:pt x="337" y="249"/>
                    <a:pt x="730" y="306"/>
                    <a:pt x="281" y="755"/>
                  </a:cubicBezTo>
                  <a:cubicBezTo>
                    <a:pt x="1037" y="466"/>
                    <a:pt x="1000" y="1"/>
                    <a:pt x="4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1"/>
            <p:cNvSpPr/>
            <p:nvPr/>
          </p:nvSpPr>
          <p:spPr>
            <a:xfrm>
              <a:off x="4715250" y="5029775"/>
              <a:ext cx="18775" cy="9850"/>
            </a:xfrm>
            <a:custGeom>
              <a:rect b="b" l="l" r="r" t="t"/>
              <a:pathLst>
                <a:path extrusionOk="0" h="394" w="751">
                  <a:moveTo>
                    <a:pt x="750" y="0"/>
                  </a:moveTo>
                  <a:lnTo>
                    <a:pt x="744" y="9"/>
                  </a:lnTo>
                  <a:lnTo>
                    <a:pt x="744" y="9"/>
                  </a:lnTo>
                  <a:cubicBezTo>
                    <a:pt x="747" y="6"/>
                    <a:pt x="748" y="4"/>
                    <a:pt x="750" y="0"/>
                  </a:cubicBezTo>
                  <a:close/>
                  <a:moveTo>
                    <a:pt x="744" y="9"/>
                  </a:moveTo>
                  <a:cubicBezTo>
                    <a:pt x="705" y="65"/>
                    <a:pt x="612" y="77"/>
                    <a:pt x="506" y="77"/>
                  </a:cubicBezTo>
                  <a:cubicBezTo>
                    <a:pt x="419" y="77"/>
                    <a:pt x="323" y="69"/>
                    <a:pt x="240" y="69"/>
                  </a:cubicBezTo>
                  <a:cubicBezTo>
                    <a:pt x="101" y="69"/>
                    <a:pt x="1" y="93"/>
                    <a:pt x="48" y="225"/>
                  </a:cubicBezTo>
                  <a:lnTo>
                    <a:pt x="498" y="393"/>
                  </a:lnTo>
                  <a:lnTo>
                    <a:pt x="744" y="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1"/>
            <p:cNvSpPr/>
            <p:nvPr/>
          </p:nvSpPr>
          <p:spPr>
            <a:xfrm>
              <a:off x="4537475" y="4986250"/>
              <a:ext cx="17575" cy="19675"/>
            </a:xfrm>
            <a:custGeom>
              <a:rect b="b" l="l" r="r" t="t"/>
              <a:pathLst>
                <a:path extrusionOk="0" h="787" w="703">
                  <a:moveTo>
                    <a:pt x="0" y="1"/>
                  </a:moveTo>
                  <a:cubicBezTo>
                    <a:pt x="0" y="225"/>
                    <a:pt x="281" y="534"/>
                    <a:pt x="365" y="787"/>
                  </a:cubicBezTo>
                  <a:lnTo>
                    <a:pt x="702" y="478"/>
                  </a:lnTo>
                  <a:cubicBezTo>
                    <a:pt x="478" y="366"/>
                    <a:pt x="85" y="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1"/>
            <p:cNvSpPr/>
            <p:nvPr/>
          </p:nvSpPr>
          <p:spPr>
            <a:xfrm>
              <a:off x="4534675" y="5005900"/>
              <a:ext cx="14750" cy="11975"/>
            </a:xfrm>
            <a:custGeom>
              <a:rect b="b" l="l" r="r" t="t"/>
              <a:pathLst>
                <a:path extrusionOk="0" h="479" w="590">
                  <a:moveTo>
                    <a:pt x="477" y="1"/>
                  </a:moveTo>
                  <a:lnTo>
                    <a:pt x="0" y="478"/>
                  </a:lnTo>
                  <a:cubicBezTo>
                    <a:pt x="505" y="422"/>
                    <a:pt x="590" y="225"/>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1"/>
            <p:cNvSpPr/>
            <p:nvPr/>
          </p:nvSpPr>
          <p:spPr>
            <a:xfrm>
              <a:off x="4610475" y="5006600"/>
              <a:ext cx="23875" cy="24600"/>
            </a:xfrm>
            <a:custGeom>
              <a:rect b="b" l="l" r="r" t="t"/>
              <a:pathLst>
                <a:path extrusionOk="0" h="984" w="955">
                  <a:moveTo>
                    <a:pt x="955" y="1"/>
                  </a:moveTo>
                  <a:lnTo>
                    <a:pt x="0" y="984"/>
                  </a:lnTo>
                  <a:lnTo>
                    <a:pt x="169" y="955"/>
                  </a:lnTo>
                  <a:lnTo>
                    <a:pt x="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1"/>
            <p:cNvSpPr/>
            <p:nvPr/>
          </p:nvSpPr>
          <p:spPr>
            <a:xfrm>
              <a:off x="4478525" y="4982750"/>
              <a:ext cx="10550" cy="21075"/>
            </a:xfrm>
            <a:custGeom>
              <a:rect b="b" l="l" r="r" t="t"/>
              <a:pathLst>
                <a:path extrusionOk="0" h="843" w="422">
                  <a:moveTo>
                    <a:pt x="421" y="0"/>
                  </a:moveTo>
                  <a:lnTo>
                    <a:pt x="0" y="843"/>
                  </a:lnTo>
                  <a:lnTo>
                    <a:pt x="197" y="534"/>
                  </a:lnTo>
                  <a:lnTo>
                    <a:pt x="4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1"/>
            <p:cNvSpPr/>
            <p:nvPr/>
          </p:nvSpPr>
          <p:spPr>
            <a:xfrm>
              <a:off x="4419550" y="4982050"/>
              <a:ext cx="32325" cy="22475"/>
            </a:xfrm>
            <a:custGeom>
              <a:rect b="b" l="l" r="r" t="t"/>
              <a:pathLst>
                <a:path extrusionOk="0" h="899" w="1293">
                  <a:moveTo>
                    <a:pt x="899" y="0"/>
                  </a:moveTo>
                  <a:lnTo>
                    <a:pt x="899" y="0"/>
                  </a:lnTo>
                  <a:cubicBezTo>
                    <a:pt x="506" y="197"/>
                    <a:pt x="197" y="506"/>
                    <a:pt x="1" y="899"/>
                  </a:cubicBezTo>
                  <a:cubicBezTo>
                    <a:pt x="145" y="783"/>
                    <a:pt x="305" y="720"/>
                    <a:pt x="494" y="720"/>
                  </a:cubicBezTo>
                  <a:cubicBezTo>
                    <a:pt x="673" y="720"/>
                    <a:pt x="879" y="776"/>
                    <a:pt x="1124" y="899"/>
                  </a:cubicBezTo>
                  <a:cubicBezTo>
                    <a:pt x="1292" y="478"/>
                    <a:pt x="675" y="281"/>
                    <a:pt x="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1"/>
            <p:cNvSpPr/>
            <p:nvPr/>
          </p:nvSpPr>
          <p:spPr>
            <a:xfrm>
              <a:off x="4409025" y="5004500"/>
              <a:ext cx="10550" cy="13375"/>
            </a:xfrm>
            <a:custGeom>
              <a:rect b="b" l="l" r="r" t="t"/>
              <a:pathLst>
                <a:path extrusionOk="0" h="535" w="422">
                  <a:moveTo>
                    <a:pt x="422" y="1"/>
                  </a:moveTo>
                  <a:cubicBezTo>
                    <a:pt x="225" y="141"/>
                    <a:pt x="85" y="338"/>
                    <a:pt x="1" y="534"/>
                  </a:cubicBezTo>
                  <a:cubicBezTo>
                    <a:pt x="141" y="366"/>
                    <a:pt x="281" y="197"/>
                    <a:pt x="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1"/>
            <p:cNvSpPr/>
            <p:nvPr/>
          </p:nvSpPr>
          <p:spPr>
            <a:xfrm>
              <a:off x="4495350" y="5006600"/>
              <a:ext cx="14075" cy="14075"/>
            </a:xfrm>
            <a:custGeom>
              <a:rect b="b" l="l" r="r" t="t"/>
              <a:pathLst>
                <a:path extrusionOk="0" h="563" w="563">
                  <a:moveTo>
                    <a:pt x="1" y="1"/>
                  </a:moveTo>
                  <a:lnTo>
                    <a:pt x="366" y="562"/>
                  </a:lnTo>
                  <a:lnTo>
                    <a:pt x="562" y="534"/>
                  </a:lnTo>
                  <a:cubicBezTo>
                    <a:pt x="478" y="282"/>
                    <a:pt x="254" y="8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1"/>
            <p:cNvSpPr/>
            <p:nvPr/>
          </p:nvSpPr>
          <p:spPr>
            <a:xfrm>
              <a:off x="4491850" y="5021350"/>
              <a:ext cx="12650" cy="1425"/>
            </a:xfrm>
            <a:custGeom>
              <a:rect b="b" l="l" r="r" t="t"/>
              <a:pathLst>
                <a:path extrusionOk="0" h="57" w="506">
                  <a:moveTo>
                    <a:pt x="506" y="0"/>
                  </a:moveTo>
                  <a:lnTo>
                    <a:pt x="506" y="0"/>
                  </a:lnTo>
                  <a:lnTo>
                    <a:pt x="1" y="5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1"/>
            <p:cNvSpPr/>
            <p:nvPr/>
          </p:nvSpPr>
          <p:spPr>
            <a:xfrm>
              <a:off x="4509400" y="5019950"/>
              <a:ext cx="1425" cy="1075"/>
            </a:xfrm>
            <a:custGeom>
              <a:rect b="b" l="l" r="r" t="t"/>
              <a:pathLst>
                <a:path extrusionOk="0" h="43" w="57">
                  <a:moveTo>
                    <a:pt x="0" y="0"/>
                  </a:moveTo>
                  <a:cubicBezTo>
                    <a:pt x="28" y="28"/>
                    <a:pt x="42" y="42"/>
                    <a:pt x="50" y="42"/>
                  </a:cubicBezTo>
                  <a:cubicBezTo>
                    <a:pt x="57" y="42"/>
                    <a:pt x="57" y="28"/>
                    <a:pt x="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1"/>
            <p:cNvSpPr/>
            <p:nvPr/>
          </p:nvSpPr>
          <p:spPr>
            <a:xfrm>
              <a:off x="4552700" y="5024850"/>
              <a:ext cx="23325" cy="31625"/>
            </a:xfrm>
            <a:custGeom>
              <a:rect b="b" l="l" r="r" t="t"/>
              <a:pathLst>
                <a:path extrusionOk="0" h="1265" w="933">
                  <a:moveTo>
                    <a:pt x="879" y="1"/>
                  </a:moveTo>
                  <a:lnTo>
                    <a:pt x="879" y="1"/>
                  </a:lnTo>
                  <a:cubicBezTo>
                    <a:pt x="873" y="12"/>
                    <a:pt x="866" y="22"/>
                    <a:pt x="860" y="32"/>
                  </a:cubicBezTo>
                  <a:lnTo>
                    <a:pt x="860" y="32"/>
                  </a:lnTo>
                  <a:cubicBezTo>
                    <a:pt x="867" y="22"/>
                    <a:pt x="873" y="11"/>
                    <a:pt x="879" y="1"/>
                  </a:cubicBezTo>
                  <a:close/>
                  <a:moveTo>
                    <a:pt x="860" y="32"/>
                  </a:moveTo>
                  <a:cubicBezTo>
                    <a:pt x="595" y="446"/>
                    <a:pt x="1" y="908"/>
                    <a:pt x="767" y="1264"/>
                  </a:cubicBezTo>
                  <a:cubicBezTo>
                    <a:pt x="933" y="823"/>
                    <a:pt x="502" y="625"/>
                    <a:pt x="860" y="3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1"/>
            <p:cNvSpPr/>
            <p:nvPr/>
          </p:nvSpPr>
          <p:spPr>
            <a:xfrm>
              <a:off x="4521325" y="5022750"/>
              <a:ext cx="16175" cy="14075"/>
            </a:xfrm>
            <a:custGeom>
              <a:rect b="b" l="l" r="r" t="t"/>
              <a:pathLst>
                <a:path extrusionOk="0" h="563" w="647">
                  <a:moveTo>
                    <a:pt x="590" y="1"/>
                  </a:moveTo>
                  <a:lnTo>
                    <a:pt x="1" y="562"/>
                  </a:lnTo>
                  <a:lnTo>
                    <a:pt x="646" y="562"/>
                  </a:lnTo>
                  <a:cubicBezTo>
                    <a:pt x="590" y="422"/>
                    <a:pt x="450" y="225"/>
                    <a:pt x="5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1"/>
            <p:cNvSpPr/>
            <p:nvPr/>
          </p:nvSpPr>
          <p:spPr>
            <a:xfrm>
              <a:off x="4515000" y="5036100"/>
              <a:ext cx="6350" cy="6325"/>
            </a:xfrm>
            <a:custGeom>
              <a:rect b="b" l="l" r="r" t="t"/>
              <a:pathLst>
                <a:path extrusionOk="0" h="253" w="254">
                  <a:moveTo>
                    <a:pt x="29" y="0"/>
                  </a:moveTo>
                  <a:lnTo>
                    <a:pt x="1" y="253"/>
                  </a:lnTo>
                  <a:lnTo>
                    <a:pt x="1" y="253"/>
                  </a:lnTo>
                  <a:lnTo>
                    <a:pt x="254" y="28"/>
                  </a:lnTo>
                  <a:lnTo>
                    <a:pt x="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1"/>
            <p:cNvSpPr/>
            <p:nvPr/>
          </p:nvSpPr>
          <p:spPr>
            <a:xfrm>
              <a:off x="4416750" y="5027325"/>
              <a:ext cx="29075" cy="12650"/>
            </a:xfrm>
            <a:custGeom>
              <a:rect b="b" l="l" r="r" t="t"/>
              <a:pathLst>
                <a:path extrusionOk="0" h="506" w="1163">
                  <a:moveTo>
                    <a:pt x="918" y="1"/>
                  </a:moveTo>
                  <a:cubicBezTo>
                    <a:pt x="888" y="1"/>
                    <a:pt x="854" y="5"/>
                    <a:pt x="815" y="14"/>
                  </a:cubicBezTo>
                  <a:cubicBezTo>
                    <a:pt x="618" y="239"/>
                    <a:pt x="309" y="407"/>
                    <a:pt x="1" y="463"/>
                  </a:cubicBezTo>
                  <a:cubicBezTo>
                    <a:pt x="183" y="491"/>
                    <a:pt x="366" y="505"/>
                    <a:pt x="544" y="505"/>
                  </a:cubicBezTo>
                  <a:cubicBezTo>
                    <a:pt x="723" y="505"/>
                    <a:pt x="899" y="491"/>
                    <a:pt x="1067" y="463"/>
                  </a:cubicBezTo>
                  <a:cubicBezTo>
                    <a:pt x="1092" y="288"/>
                    <a:pt x="1162" y="1"/>
                    <a:pt x="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1"/>
            <p:cNvSpPr/>
            <p:nvPr/>
          </p:nvSpPr>
          <p:spPr>
            <a:xfrm>
              <a:off x="4468700" y="5026275"/>
              <a:ext cx="1800" cy="1700"/>
            </a:xfrm>
            <a:custGeom>
              <a:rect b="b" l="l" r="r" t="t"/>
              <a:pathLst>
                <a:path extrusionOk="0" h="68" w="72">
                  <a:moveTo>
                    <a:pt x="56" y="0"/>
                  </a:moveTo>
                  <a:cubicBezTo>
                    <a:pt x="28" y="0"/>
                    <a:pt x="28" y="0"/>
                    <a:pt x="0" y="28"/>
                  </a:cubicBezTo>
                  <a:cubicBezTo>
                    <a:pt x="25" y="53"/>
                    <a:pt x="45" y="67"/>
                    <a:pt x="56" y="67"/>
                  </a:cubicBezTo>
                  <a:cubicBezTo>
                    <a:pt x="70" y="67"/>
                    <a:pt x="72" y="46"/>
                    <a:pt x="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1"/>
            <p:cNvSpPr/>
            <p:nvPr/>
          </p:nvSpPr>
          <p:spPr>
            <a:xfrm>
              <a:off x="4336750" y="5051525"/>
              <a:ext cx="1425" cy="2825"/>
            </a:xfrm>
            <a:custGeom>
              <a:rect b="b" l="l" r="r" t="t"/>
              <a:pathLst>
                <a:path extrusionOk="0" h="113" w="57">
                  <a:moveTo>
                    <a:pt x="0" y="1"/>
                  </a:moveTo>
                  <a:lnTo>
                    <a:pt x="56" y="113"/>
                  </a:lnTo>
                  <a:lnTo>
                    <a:pt x="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1"/>
            <p:cNvSpPr/>
            <p:nvPr/>
          </p:nvSpPr>
          <p:spPr>
            <a:xfrm>
              <a:off x="4443425" y="5033975"/>
              <a:ext cx="15450" cy="8025"/>
            </a:xfrm>
            <a:custGeom>
              <a:rect b="b" l="l" r="r" t="t"/>
              <a:pathLst>
                <a:path extrusionOk="0" h="321" w="618">
                  <a:moveTo>
                    <a:pt x="618" y="1"/>
                  </a:moveTo>
                  <a:lnTo>
                    <a:pt x="618" y="1"/>
                  </a:lnTo>
                  <a:cubicBezTo>
                    <a:pt x="421" y="85"/>
                    <a:pt x="225" y="169"/>
                    <a:pt x="0" y="197"/>
                  </a:cubicBezTo>
                  <a:cubicBezTo>
                    <a:pt x="23" y="267"/>
                    <a:pt x="28" y="317"/>
                    <a:pt x="60" y="317"/>
                  </a:cubicBezTo>
                  <a:cubicBezTo>
                    <a:pt x="66" y="317"/>
                    <a:pt x="75" y="315"/>
                    <a:pt x="85" y="310"/>
                  </a:cubicBezTo>
                  <a:cubicBezTo>
                    <a:pt x="122" y="317"/>
                    <a:pt x="157" y="321"/>
                    <a:pt x="189" y="321"/>
                  </a:cubicBezTo>
                  <a:cubicBezTo>
                    <a:pt x="402" y="321"/>
                    <a:pt x="521" y="17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1"/>
            <p:cNvSpPr/>
            <p:nvPr/>
          </p:nvSpPr>
          <p:spPr>
            <a:xfrm>
              <a:off x="4387975" y="5027350"/>
              <a:ext cx="12650" cy="7350"/>
            </a:xfrm>
            <a:custGeom>
              <a:rect b="b" l="l" r="r" t="t"/>
              <a:pathLst>
                <a:path extrusionOk="0" h="294" w="506">
                  <a:moveTo>
                    <a:pt x="50" y="0"/>
                  </a:moveTo>
                  <a:cubicBezTo>
                    <a:pt x="24" y="0"/>
                    <a:pt x="6" y="12"/>
                    <a:pt x="0" y="41"/>
                  </a:cubicBezTo>
                  <a:cubicBezTo>
                    <a:pt x="141" y="154"/>
                    <a:pt x="309" y="238"/>
                    <a:pt x="506" y="294"/>
                  </a:cubicBezTo>
                  <a:cubicBezTo>
                    <a:pt x="372" y="182"/>
                    <a:pt x="150" y="0"/>
                    <a:pt x="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1"/>
            <p:cNvSpPr/>
            <p:nvPr/>
          </p:nvSpPr>
          <p:spPr>
            <a:xfrm>
              <a:off x="4464350" y="5021000"/>
              <a:ext cx="2250" cy="2475"/>
            </a:xfrm>
            <a:custGeom>
              <a:rect b="b" l="l" r="r" t="t"/>
              <a:pathLst>
                <a:path extrusionOk="0" h="99" w="90">
                  <a:moveTo>
                    <a:pt x="19" y="1"/>
                  </a:moveTo>
                  <a:cubicBezTo>
                    <a:pt x="1" y="1"/>
                    <a:pt x="25" y="44"/>
                    <a:pt x="62" y="99"/>
                  </a:cubicBezTo>
                  <a:lnTo>
                    <a:pt x="90" y="43"/>
                  </a:lnTo>
                  <a:cubicBezTo>
                    <a:pt x="51" y="13"/>
                    <a:pt x="29" y="1"/>
                    <a:pt x="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1"/>
            <p:cNvSpPr/>
            <p:nvPr/>
          </p:nvSpPr>
          <p:spPr>
            <a:xfrm>
              <a:off x="4458875" y="5023450"/>
              <a:ext cx="9850" cy="10550"/>
            </a:xfrm>
            <a:custGeom>
              <a:rect b="b" l="l" r="r" t="t"/>
              <a:pathLst>
                <a:path extrusionOk="0" h="422" w="394">
                  <a:moveTo>
                    <a:pt x="281" y="1"/>
                  </a:moveTo>
                  <a:cubicBezTo>
                    <a:pt x="168" y="113"/>
                    <a:pt x="56" y="253"/>
                    <a:pt x="0" y="422"/>
                  </a:cubicBezTo>
                  <a:cubicBezTo>
                    <a:pt x="140" y="338"/>
                    <a:pt x="281" y="253"/>
                    <a:pt x="393" y="141"/>
                  </a:cubicBezTo>
                  <a:cubicBezTo>
                    <a:pt x="337" y="85"/>
                    <a:pt x="309" y="57"/>
                    <a:pt x="2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1"/>
            <p:cNvSpPr/>
            <p:nvPr/>
          </p:nvSpPr>
          <p:spPr>
            <a:xfrm>
              <a:off x="4300950" y="5054350"/>
              <a:ext cx="70900" cy="96175"/>
            </a:xfrm>
            <a:custGeom>
              <a:rect b="b" l="l" r="r" t="t"/>
              <a:pathLst>
                <a:path extrusionOk="0" h="3847" w="2836">
                  <a:moveTo>
                    <a:pt x="1488" y="0"/>
                  </a:moveTo>
                  <a:lnTo>
                    <a:pt x="1488" y="0"/>
                  </a:lnTo>
                  <a:cubicBezTo>
                    <a:pt x="1516" y="225"/>
                    <a:pt x="1544" y="449"/>
                    <a:pt x="983" y="870"/>
                  </a:cubicBezTo>
                  <a:cubicBezTo>
                    <a:pt x="1236" y="1151"/>
                    <a:pt x="2443" y="1376"/>
                    <a:pt x="1994" y="1937"/>
                  </a:cubicBezTo>
                  <a:cubicBezTo>
                    <a:pt x="1783" y="2054"/>
                    <a:pt x="1636" y="2100"/>
                    <a:pt x="1523" y="2100"/>
                  </a:cubicBezTo>
                  <a:cubicBezTo>
                    <a:pt x="1230" y="2100"/>
                    <a:pt x="1175" y="1791"/>
                    <a:pt x="871" y="1628"/>
                  </a:cubicBezTo>
                  <a:lnTo>
                    <a:pt x="871" y="1628"/>
                  </a:lnTo>
                  <a:cubicBezTo>
                    <a:pt x="1320" y="2274"/>
                    <a:pt x="0" y="2779"/>
                    <a:pt x="309" y="3734"/>
                  </a:cubicBezTo>
                  <a:cubicBezTo>
                    <a:pt x="534" y="3594"/>
                    <a:pt x="758" y="3453"/>
                    <a:pt x="983" y="3285"/>
                  </a:cubicBezTo>
                  <a:lnTo>
                    <a:pt x="983" y="3285"/>
                  </a:lnTo>
                  <a:cubicBezTo>
                    <a:pt x="1011" y="3453"/>
                    <a:pt x="814" y="3734"/>
                    <a:pt x="1011" y="3846"/>
                  </a:cubicBezTo>
                  <a:cubicBezTo>
                    <a:pt x="971" y="3343"/>
                    <a:pt x="1363" y="2999"/>
                    <a:pt x="1795" y="2999"/>
                  </a:cubicBezTo>
                  <a:cubicBezTo>
                    <a:pt x="1966" y="2999"/>
                    <a:pt x="2143" y="3053"/>
                    <a:pt x="2302" y="3172"/>
                  </a:cubicBezTo>
                  <a:cubicBezTo>
                    <a:pt x="2836" y="2667"/>
                    <a:pt x="2162" y="926"/>
                    <a:pt x="1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1"/>
            <p:cNvSpPr/>
            <p:nvPr/>
          </p:nvSpPr>
          <p:spPr>
            <a:xfrm>
              <a:off x="4338150" y="5033275"/>
              <a:ext cx="35100" cy="18275"/>
            </a:xfrm>
            <a:custGeom>
              <a:rect b="b" l="l" r="r" t="t"/>
              <a:pathLst>
                <a:path extrusionOk="0" h="731" w="1404">
                  <a:moveTo>
                    <a:pt x="449" y="1"/>
                  </a:moveTo>
                  <a:cubicBezTo>
                    <a:pt x="56" y="338"/>
                    <a:pt x="0" y="534"/>
                    <a:pt x="0" y="731"/>
                  </a:cubicBezTo>
                  <a:lnTo>
                    <a:pt x="1235" y="618"/>
                  </a:lnTo>
                  <a:lnTo>
                    <a:pt x="1179" y="731"/>
                  </a:lnTo>
                  <a:lnTo>
                    <a:pt x="1404" y="618"/>
                  </a:lnTo>
                  <a:cubicBezTo>
                    <a:pt x="1039" y="506"/>
                    <a:pt x="702" y="282"/>
                    <a:pt x="4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1"/>
            <p:cNvSpPr/>
            <p:nvPr/>
          </p:nvSpPr>
          <p:spPr>
            <a:xfrm>
              <a:off x="4373225" y="5034675"/>
              <a:ext cx="46450" cy="48475"/>
            </a:xfrm>
            <a:custGeom>
              <a:rect b="b" l="l" r="r" t="t"/>
              <a:pathLst>
                <a:path extrusionOk="0" h="1939" w="1858">
                  <a:moveTo>
                    <a:pt x="1124" y="57"/>
                  </a:moveTo>
                  <a:cubicBezTo>
                    <a:pt x="1165" y="98"/>
                    <a:pt x="1191" y="124"/>
                    <a:pt x="1180" y="124"/>
                  </a:cubicBezTo>
                  <a:cubicBezTo>
                    <a:pt x="1176" y="124"/>
                    <a:pt x="1167" y="121"/>
                    <a:pt x="1152" y="113"/>
                  </a:cubicBezTo>
                  <a:lnTo>
                    <a:pt x="1124" y="113"/>
                  </a:lnTo>
                  <a:lnTo>
                    <a:pt x="1124" y="57"/>
                  </a:lnTo>
                  <a:close/>
                  <a:moveTo>
                    <a:pt x="1124" y="113"/>
                  </a:moveTo>
                  <a:cubicBezTo>
                    <a:pt x="1124" y="197"/>
                    <a:pt x="1124" y="282"/>
                    <a:pt x="1096" y="366"/>
                  </a:cubicBezTo>
                  <a:cubicBezTo>
                    <a:pt x="759" y="282"/>
                    <a:pt x="1012" y="197"/>
                    <a:pt x="1124" y="113"/>
                  </a:cubicBezTo>
                  <a:close/>
                  <a:moveTo>
                    <a:pt x="1096" y="1"/>
                  </a:moveTo>
                  <a:lnTo>
                    <a:pt x="1112" y="34"/>
                  </a:lnTo>
                  <a:lnTo>
                    <a:pt x="1112" y="34"/>
                  </a:lnTo>
                  <a:cubicBezTo>
                    <a:pt x="751" y="201"/>
                    <a:pt x="362" y="368"/>
                    <a:pt x="1" y="534"/>
                  </a:cubicBezTo>
                  <a:cubicBezTo>
                    <a:pt x="62" y="539"/>
                    <a:pt x="123" y="541"/>
                    <a:pt x="185" y="541"/>
                  </a:cubicBezTo>
                  <a:cubicBezTo>
                    <a:pt x="496" y="541"/>
                    <a:pt x="820" y="483"/>
                    <a:pt x="1124" y="366"/>
                  </a:cubicBezTo>
                  <a:lnTo>
                    <a:pt x="1124" y="366"/>
                  </a:lnTo>
                  <a:cubicBezTo>
                    <a:pt x="1012" y="1012"/>
                    <a:pt x="450" y="1348"/>
                    <a:pt x="927" y="1938"/>
                  </a:cubicBezTo>
                  <a:cubicBezTo>
                    <a:pt x="1657" y="1770"/>
                    <a:pt x="1377" y="1377"/>
                    <a:pt x="1742" y="1040"/>
                  </a:cubicBezTo>
                  <a:lnTo>
                    <a:pt x="1742" y="1040"/>
                  </a:lnTo>
                  <a:cubicBezTo>
                    <a:pt x="1536" y="1101"/>
                    <a:pt x="1415" y="1127"/>
                    <a:pt x="1349" y="1127"/>
                  </a:cubicBezTo>
                  <a:cubicBezTo>
                    <a:pt x="1055" y="1127"/>
                    <a:pt x="1858" y="611"/>
                    <a:pt x="1124" y="450"/>
                  </a:cubicBezTo>
                  <a:cubicBezTo>
                    <a:pt x="1320" y="338"/>
                    <a:pt x="1517" y="226"/>
                    <a:pt x="1742" y="169"/>
                  </a:cubicBezTo>
                  <a:cubicBezTo>
                    <a:pt x="1517" y="141"/>
                    <a:pt x="1292" y="85"/>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1"/>
            <p:cNvSpPr/>
            <p:nvPr/>
          </p:nvSpPr>
          <p:spPr>
            <a:xfrm>
              <a:off x="4559225" y="5088025"/>
              <a:ext cx="3550" cy="3525"/>
            </a:xfrm>
            <a:custGeom>
              <a:rect b="b" l="l" r="r" t="t"/>
              <a:pathLst>
                <a:path extrusionOk="0" h="141" w="142">
                  <a:moveTo>
                    <a:pt x="85" y="1"/>
                  </a:moveTo>
                  <a:lnTo>
                    <a:pt x="85" y="1"/>
                  </a:lnTo>
                  <a:cubicBezTo>
                    <a:pt x="1" y="113"/>
                    <a:pt x="1" y="141"/>
                    <a:pt x="141" y="141"/>
                  </a:cubicBezTo>
                  <a:cubicBezTo>
                    <a:pt x="113" y="113"/>
                    <a:pt x="85" y="57"/>
                    <a:pt x="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1"/>
            <p:cNvSpPr/>
            <p:nvPr/>
          </p:nvSpPr>
          <p:spPr>
            <a:xfrm>
              <a:off x="4527175" y="5051525"/>
              <a:ext cx="46825" cy="36525"/>
            </a:xfrm>
            <a:custGeom>
              <a:rect b="b" l="l" r="r" t="t"/>
              <a:pathLst>
                <a:path extrusionOk="0" h="1461" w="1873">
                  <a:moveTo>
                    <a:pt x="19" y="1"/>
                  </a:moveTo>
                  <a:cubicBezTo>
                    <a:pt x="1" y="26"/>
                    <a:pt x="24" y="76"/>
                    <a:pt x="77" y="140"/>
                  </a:cubicBezTo>
                  <a:lnTo>
                    <a:pt x="77" y="140"/>
                  </a:lnTo>
                  <a:cubicBezTo>
                    <a:pt x="57" y="94"/>
                    <a:pt x="38" y="48"/>
                    <a:pt x="19" y="1"/>
                  </a:cubicBezTo>
                  <a:close/>
                  <a:moveTo>
                    <a:pt x="77" y="140"/>
                  </a:moveTo>
                  <a:cubicBezTo>
                    <a:pt x="274" y="589"/>
                    <a:pt x="559" y="992"/>
                    <a:pt x="890" y="1348"/>
                  </a:cubicBezTo>
                  <a:cubicBezTo>
                    <a:pt x="946" y="1236"/>
                    <a:pt x="974" y="983"/>
                    <a:pt x="1255" y="983"/>
                  </a:cubicBezTo>
                  <a:cubicBezTo>
                    <a:pt x="1535" y="1124"/>
                    <a:pt x="1311" y="1264"/>
                    <a:pt x="1367" y="1461"/>
                  </a:cubicBezTo>
                  <a:cubicBezTo>
                    <a:pt x="1507" y="1264"/>
                    <a:pt x="1872" y="927"/>
                    <a:pt x="1283" y="731"/>
                  </a:cubicBezTo>
                  <a:lnTo>
                    <a:pt x="1227" y="843"/>
                  </a:lnTo>
                  <a:cubicBezTo>
                    <a:pt x="812" y="756"/>
                    <a:pt x="263" y="364"/>
                    <a:pt x="77" y="14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1"/>
            <p:cNvSpPr/>
            <p:nvPr/>
          </p:nvSpPr>
          <p:spPr>
            <a:xfrm>
              <a:off x="4451150" y="5069075"/>
              <a:ext cx="27400" cy="22475"/>
            </a:xfrm>
            <a:custGeom>
              <a:rect b="b" l="l" r="r" t="t"/>
              <a:pathLst>
                <a:path extrusionOk="0" h="899" w="1096">
                  <a:moveTo>
                    <a:pt x="927" y="1"/>
                  </a:moveTo>
                  <a:lnTo>
                    <a:pt x="0" y="478"/>
                  </a:lnTo>
                  <a:lnTo>
                    <a:pt x="590" y="899"/>
                  </a:lnTo>
                  <a:lnTo>
                    <a:pt x="506" y="618"/>
                  </a:lnTo>
                  <a:cubicBezTo>
                    <a:pt x="1095" y="618"/>
                    <a:pt x="899" y="253"/>
                    <a:pt x="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1"/>
            <p:cNvSpPr/>
            <p:nvPr/>
          </p:nvSpPr>
          <p:spPr>
            <a:xfrm>
              <a:off x="4322700" y="5028375"/>
              <a:ext cx="11250" cy="24575"/>
            </a:xfrm>
            <a:custGeom>
              <a:rect b="b" l="l" r="r" t="t"/>
              <a:pathLst>
                <a:path extrusionOk="0" h="983" w="450">
                  <a:moveTo>
                    <a:pt x="450" y="0"/>
                  </a:moveTo>
                  <a:lnTo>
                    <a:pt x="1" y="983"/>
                  </a:lnTo>
                  <a:lnTo>
                    <a:pt x="422" y="646"/>
                  </a:lnTo>
                  <a:lnTo>
                    <a:pt x="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1"/>
            <p:cNvSpPr/>
            <p:nvPr/>
          </p:nvSpPr>
          <p:spPr>
            <a:xfrm>
              <a:off x="4293225" y="5037500"/>
              <a:ext cx="8450" cy="14050"/>
            </a:xfrm>
            <a:custGeom>
              <a:rect b="b" l="l" r="r" t="t"/>
              <a:pathLst>
                <a:path extrusionOk="0" h="562" w="338">
                  <a:moveTo>
                    <a:pt x="309" y="0"/>
                  </a:moveTo>
                  <a:lnTo>
                    <a:pt x="0" y="365"/>
                  </a:lnTo>
                  <a:lnTo>
                    <a:pt x="337" y="562"/>
                  </a:lnTo>
                  <a:lnTo>
                    <a:pt x="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1"/>
            <p:cNvSpPr/>
            <p:nvPr/>
          </p:nvSpPr>
          <p:spPr>
            <a:xfrm>
              <a:off x="2730875" y="4517400"/>
              <a:ext cx="7025" cy="4250"/>
            </a:xfrm>
            <a:custGeom>
              <a:rect b="b" l="l" r="r" t="t"/>
              <a:pathLst>
                <a:path extrusionOk="0" h="170" w="281">
                  <a:moveTo>
                    <a:pt x="0" y="1"/>
                  </a:moveTo>
                  <a:cubicBezTo>
                    <a:pt x="84" y="85"/>
                    <a:pt x="169" y="141"/>
                    <a:pt x="281" y="169"/>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1"/>
            <p:cNvSpPr/>
            <p:nvPr/>
          </p:nvSpPr>
          <p:spPr>
            <a:xfrm>
              <a:off x="2764725" y="4565575"/>
              <a:ext cx="6875" cy="2400"/>
            </a:xfrm>
            <a:custGeom>
              <a:rect b="b" l="l" r="r" t="t"/>
              <a:pathLst>
                <a:path extrusionOk="0" h="96" w="275">
                  <a:moveTo>
                    <a:pt x="160" y="0"/>
                  </a:moveTo>
                  <a:cubicBezTo>
                    <a:pt x="59" y="0"/>
                    <a:pt x="1" y="32"/>
                    <a:pt x="22" y="95"/>
                  </a:cubicBezTo>
                  <a:lnTo>
                    <a:pt x="275" y="11"/>
                  </a:lnTo>
                  <a:cubicBezTo>
                    <a:pt x="232" y="4"/>
                    <a:pt x="194" y="0"/>
                    <a:pt x="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1"/>
            <p:cNvSpPr/>
            <p:nvPr/>
          </p:nvSpPr>
          <p:spPr>
            <a:xfrm>
              <a:off x="3495900" y="5060050"/>
              <a:ext cx="19675" cy="24500"/>
            </a:xfrm>
            <a:custGeom>
              <a:rect b="b" l="l" r="r" t="t"/>
              <a:pathLst>
                <a:path extrusionOk="0" h="980" w="787">
                  <a:moveTo>
                    <a:pt x="70" y="0"/>
                  </a:moveTo>
                  <a:cubicBezTo>
                    <a:pt x="26" y="0"/>
                    <a:pt x="1" y="65"/>
                    <a:pt x="1" y="221"/>
                  </a:cubicBezTo>
                  <a:lnTo>
                    <a:pt x="85" y="839"/>
                  </a:lnTo>
                  <a:cubicBezTo>
                    <a:pt x="154" y="813"/>
                    <a:pt x="229" y="800"/>
                    <a:pt x="305" y="800"/>
                  </a:cubicBezTo>
                  <a:cubicBezTo>
                    <a:pt x="475" y="800"/>
                    <a:pt x="651" y="863"/>
                    <a:pt x="787" y="979"/>
                  </a:cubicBezTo>
                  <a:cubicBezTo>
                    <a:pt x="493" y="560"/>
                    <a:pt x="200" y="0"/>
                    <a:pt x="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1"/>
            <p:cNvSpPr/>
            <p:nvPr/>
          </p:nvSpPr>
          <p:spPr>
            <a:xfrm>
              <a:off x="3062850" y="4899925"/>
              <a:ext cx="16175" cy="4950"/>
            </a:xfrm>
            <a:custGeom>
              <a:rect b="b" l="l" r="r" t="t"/>
              <a:pathLst>
                <a:path extrusionOk="0" h="198" w="647">
                  <a:moveTo>
                    <a:pt x="113" y="1"/>
                  </a:moveTo>
                  <a:lnTo>
                    <a:pt x="1" y="197"/>
                  </a:lnTo>
                  <a:lnTo>
                    <a:pt x="646" y="141"/>
                  </a:lnTo>
                  <a:lnTo>
                    <a:pt x="1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1"/>
            <p:cNvSpPr/>
            <p:nvPr/>
          </p:nvSpPr>
          <p:spPr>
            <a:xfrm>
              <a:off x="3006700" y="4909050"/>
              <a:ext cx="2125" cy="17575"/>
            </a:xfrm>
            <a:custGeom>
              <a:rect b="b" l="l" r="r" t="t"/>
              <a:pathLst>
                <a:path extrusionOk="0" h="703" w="85">
                  <a:moveTo>
                    <a:pt x="85" y="1"/>
                  </a:moveTo>
                  <a:lnTo>
                    <a:pt x="85" y="1"/>
                  </a:lnTo>
                  <a:cubicBezTo>
                    <a:pt x="29" y="225"/>
                    <a:pt x="1" y="478"/>
                    <a:pt x="57" y="702"/>
                  </a:cubicBezTo>
                  <a:lnTo>
                    <a:pt x="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1"/>
            <p:cNvSpPr/>
            <p:nvPr/>
          </p:nvSpPr>
          <p:spPr>
            <a:xfrm>
              <a:off x="2552600" y="4280875"/>
              <a:ext cx="17575" cy="6500"/>
            </a:xfrm>
            <a:custGeom>
              <a:rect b="b" l="l" r="r" t="t"/>
              <a:pathLst>
                <a:path extrusionOk="0" h="260" w="703">
                  <a:moveTo>
                    <a:pt x="702" y="1"/>
                  </a:moveTo>
                  <a:lnTo>
                    <a:pt x="0" y="29"/>
                  </a:lnTo>
                  <a:cubicBezTo>
                    <a:pt x="101" y="200"/>
                    <a:pt x="184" y="259"/>
                    <a:pt x="262" y="259"/>
                  </a:cubicBezTo>
                  <a:cubicBezTo>
                    <a:pt x="400" y="259"/>
                    <a:pt x="522" y="73"/>
                    <a:pt x="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1"/>
            <p:cNvSpPr/>
            <p:nvPr/>
          </p:nvSpPr>
          <p:spPr>
            <a:xfrm>
              <a:off x="3951425" y="5081000"/>
              <a:ext cx="23175" cy="13125"/>
            </a:xfrm>
            <a:custGeom>
              <a:rect b="b" l="l" r="r" t="t"/>
              <a:pathLst>
                <a:path extrusionOk="0" h="525" w="927">
                  <a:moveTo>
                    <a:pt x="0" y="1"/>
                  </a:moveTo>
                  <a:cubicBezTo>
                    <a:pt x="312" y="215"/>
                    <a:pt x="597" y="524"/>
                    <a:pt x="770" y="524"/>
                  </a:cubicBezTo>
                  <a:cubicBezTo>
                    <a:pt x="846" y="524"/>
                    <a:pt x="901" y="464"/>
                    <a:pt x="927" y="310"/>
                  </a:cubicBezTo>
                  <a:cubicBezTo>
                    <a:pt x="646" y="141"/>
                    <a:pt x="337" y="2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1"/>
            <p:cNvSpPr/>
            <p:nvPr/>
          </p:nvSpPr>
          <p:spPr>
            <a:xfrm>
              <a:off x="2875450" y="4452975"/>
              <a:ext cx="11250" cy="4075"/>
            </a:xfrm>
            <a:custGeom>
              <a:rect b="b" l="l" r="r" t="t"/>
              <a:pathLst>
                <a:path extrusionOk="0" h="163" w="450">
                  <a:moveTo>
                    <a:pt x="188" y="0"/>
                  </a:moveTo>
                  <a:cubicBezTo>
                    <a:pt x="123" y="0"/>
                    <a:pt x="59" y="16"/>
                    <a:pt x="1" y="51"/>
                  </a:cubicBezTo>
                  <a:cubicBezTo>
                    <a:pt x="98" y="116"/>
                    <a:pt x="196" y="162"/>
                    <a:pt x="283" y="162"/>
                  </a:cubicBezTo>
                  <a:cubicBezTo>
                    <a:pt x="346" y="162"/>
                    <a:pt x="403" y="138"/>
                    <a:pt x="450" y="79"/>
                  </a:cubicBezTo>
                  <a:cubicBezTo>
                    <a:pt x="368" y="30"/>
                    <a:pt x="277" y="0"/>
                    <a:pt x="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1"/>
            <p:cNvSpPr/>
            <p:nvPr/>
          </p:nvSpPr>
          <p:spPr>
            <a:xfrm>
              <a:off x="3925450" y="5075000"/>
              <a:ext cx="26000" cy="10250"/>
            </a:xfrm>
            <a:custGeom>
              <a:rect b="b" l="l" r="r" t="t"/>
              <a:pathLst>
                <a:path extrusionOk="0" h="410" w="1040">
                  <a:moveTo>
                    <a:pt x="477" y="0"/>
                  </a:moveTo>
                  <a:cubicBezTo>
                    <a:pt x="316" y="0"/>
                    <a:pt x="155" y="75"/>
                    <a:pt x="0" y="269"/>
                  </a:cubicBezTo>
                  <a:cubicBezTo>
                    <a:pt x="56" y="325"/>
                    <a:pt x="113" y="353"/>
                    <a:pt x="197" y="409"/>
                  </a:cubicBezTo>
                  <a:cubicBezTo>
                    <a:pt x="407" y="292"/>
                    <a:pt x="657" y="234"/>
                    <a:pt x="897" y="234"/>
                  </a:cubicBezTo>
                  <a:cubicBezTo>
                    <a:pt x="945" y="234"/>
                    <a:pt x="992" y="236"/>
                    <a:pt x="1039" y="241"/>
                  </a:cubicBezTo>
                  <a:cubicBezTo>
                    <a:pt x="857" y="104"/>
                    <a:pt x="667" y="0"/>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1"/>
            <p:cNvSpPr/>
            <p:nvPr/>
          </p:nvSpPr>
          <p:spPr>
            <a:xfrm>
              <a:off x="2019875" y="3366350"/>
              <a:ext cx="2125" cy="3525"/>
            </a:xfrm>
            <a:custGeom>
              <a:rect b="b" l="l" r="r" t="t"/>
              <a:pathLst>
                <a:path extrusionOk="0" h="141" w="85">
                  <a:moveTo>
                    <a:pt x="85" y="0"/>
                  </a:moveTo>
                  <a:cubicBezTo>
                    <a:pt x="1" y="56"/>
                    <a:pt x="29" y="84"/>
                    <a:pt x="85" y="141"/>
                  </a:cubicBezTo>
                  <a:cubicBezTo>
                    <a:pt x="85" y="84"/>
                    <a:pt x="85" y="56"/>
                    <a:pt x="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1"/>
            <p:cNvSpPr/>
            <p:nvPr/>
          </p:nvSpPr>
          <p:spPr>
            <a:xfrm>
              <a:off x="1989700" y="3025225"/>
              <a:ext cx="7750" cy="10550"/>
            </a:xfrm>
            <a:custGeom>
              <a:rect b="b" l="l" r="r" t="t"/>
              <a:pathLst>
                <a:path extrusionOk="0" h="422" w="310">
                  <a:moveTo>
                    <a:pt x="0" y="1"/>
                  </a:moveTo>
                  <a:cubicBezTo>
                    <a:pt x="113" y="113"/>
                    <a:pt x="225" y="254"/>
                    <a:pt x="309" y="422"/>
                  </a:cubicBezTo>
                  <a:cubicBezTo>
                    <a:pt x="281" y="310"/>
                    <a:pt x="197" y="1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1"/>
            <p:cNvSpPr/>
            <p:nvPr/>
          </p:nvSpPr>
          <p:spPr>
            <a:xfrm>
              <a:off x="4172500" y="5058900"/>
              <a:ext cx="3700" cy="1075"/>
            </a:xfrm>
            <a:custGeom>
              <a:rect b="b" l="l" r="r" t="t"/>
              <a:pathLst>
                <a:path extrusionOk="0" h="43" w="148">
                  <a:moveTo>
                    <a:pt x="116" y="0"/>
                  </a:moveTo>
                  <a:cubicBezTo>
                    <a:pt x="85" y="0"/>
                    <a:pt x="15" y="15"/>
                    <a:pt x="1" y="43"/>
                  </a:cubicBezTo>
                  <a:cubicBezTo>
                    <a:pt x="141" y="15"/>
                    <a:pt x="148"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1"/>
            <p:cNvSpPr/>
            <p:nvPr/>
          </p:nvSpPr>
          <p:spPr>
            <a:xfrm>
              <a:off x="4209700" y="5116800"/>
              <a:ext cx="2825" cy="7050"/>
            </a:xfrm>
            <a:custGeom>
              <a:rect b="b" l="l" r="r" t="t"/>
              <a:pathLst>
                <a:path extrusionOk="0" h="282" w="113">
                  <a:moveTo>
                    <a:pt x="113" y="1"/>
                  </a:moveTo>
                  <a:lnTo>
                    <a:pt x="113" y="1"/>
                  </a:lnTo>
                  <a:cubicBezTo>
                    <a:pt x="29" y="85"/>
                    <a:pt x="1" y="197"/>
                    <a:pt x="29" y="281"/>
                  </a:cubicBezTo>
                  <a:cubicBezTo>
                    <a:pt x="29" y="197"/>
                    <a:pt x="57" y="85"/>
                    <a:pt x="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1"/>
            <p:cNvSpPr/>
            <p:nvPr/>
          </p:nvSpPr>
          <p:spPr>
            <a:xfrm>
              <a:off x="3859475" y="5179275"/>
              <a:ext cx="1825" cy="1875"/>
            </a:xfrm>
            <a:custGeom>
              <a:rect b="b" l="l" r="r" t="t"/>
              <a:pathLst>
                <a:path extrusionOk="0" h="75" w="73">
                  <a:moveTo>
                    <a:pt x="0" y="0"/>
                  </a:moveTo>
                  <a:cubicBezTo>
                    <a:pt x="39" y="53"/>
                    <a:pt x="60" y="74"/>
                    <a:pt x="66" y="74"/>
                  </a:cubicBezTo>
                  <a:cubicBezTo>
                    <a:pt x="72" y="74"/>
                    <a:pt x="58" y="45"/>
                    <a:pt x="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1"/>
            <p:cNvSpPr/>
            <p:nvPr/>
          </p:nvSpPr>
          <p:spPr>
            <a:xfrm>
              <a:off x="4174600" y="5062750"/>
              <a:ext cx="9150" cy="3550"/>
            </a:xfrm>
            <a:custGeom>
              <a:rect b="b" l="l" r="r" t="t"/>
              <a:pathLst>
                <a:path extrusionOk="0" h="142" w="366">
                  <a:moveTo>
                    <a:pt x="1" y="1"/>
                  </a:moveTo>
                  <a:cubicBezTo>
                    <a:pt x="113" y="57"/>
                    <a:pt x="225" y="85"/>
                    <a:pt x="366" y="141"/>
                  </a:cubicBezTo>
                  <a:cubicBezTo>
                    <a:pt x="253" y="57"/>
                    <a:pt x="113" y="2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1"/>
            <p:cNvSpPr/>
            <p:nvPr/>
          </p:nvSpPr>
          <p:spPr>
            <a:xfrm>
              <a:off x="4181625" y="5057175"/>
              <a:ext cx="6050" cy="2800"/>
            </a:xfrm>
            <a:custGeom>
              <a:rect b="b" l="l" r="r" t="t"/>
              <a:pathLst>
                <a:path extrusionOk="0" h="112" w="242">
                  <a:moveTo>
                    <a:pt x="190" y="0"/>
                  </a:moveTo>
                  <a:cubicBezTo>
                    <a:pt x="155" y="0"/>
                    <a:pt x="95" y="25"/>
                    <a:pt x="1" y="84"/>
                  </a:cubicBezTo>
                  <a:cubicBezTo>
                    <a:pt x="85" y="84"/>
                    <a:pt x="169" y="112"/>
                    <a:pt x="225" y="112"/>
                  </a:cubicBezTo>
                  <a:cubicBezTo>
                    <a:pt x="241" y="46"/>
                    <a:pt x="239" y="0"/>
                    <a:pt x="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1"/>
            <p:cNvSpPr/>
            <p:nvPr/>
          </p:nvSpPr>
          <p:spPr>
            <a:xfrm>
              <a:off x="4163375" y="5059950"/>
              <a:ext cx="10550" cy="2125"/>
            </a:xfrm>
            <a:custGeom>
              <a:rect b="b" l="l" r="r" t="t"/>
              <a:pathLst>
                <a:path extrusionOk="0" h="85" w="422">
                  <a:moveTo>
                    <a:pt x="57" y="75"/>
                  </a:moveTo>
                  <a:lnTo>
                    <a:pt x="57" y="75"/>
                  </a:lnTo>
                  <a:cubicBezTo>
                    <a:pt x="38" y="78"/>
                    <a:pt x="19" y="81"/>
                    <a:pt x="1" y="85"/>
                  </a:cubicBezTo>
                  <a:cubicBezTo>
                    <a:pt x="20" y="82"/>
                    <a:pt x="39" y="78"/>
                    <a:pt x="57" y="75"/>
                  </a:cubicBezTo>
                  <a:close/>
                  <a:moveTo>
                    <a:pt x="366" y="1"/>
                  </a:moveTo>
                  <a:lnTo>
                    <a:pt x="366" y="1"/>
                  </a:lnTo>
                  <a:cubicBezTo>
                    <a:pt x="291" y="25"/>
                    <a:pt x="195" y="50"/>
                    <a:pt x="57" y="75"/>
                  </a:cubicBezTo>
                  <a:lnTo>
                    <a:pt x="57" y="75"/>
                  </a:lnTo>
                  <a:cubicBezTo>
                    <a:pt x="108" y="68"/>
                    <a:pt x="160" y="64"/>
                    <a:pt x="211" y="64"/>
                  </a:cubicBezTo>
                  <a:cubicBezTo>
                    <a:pt x="281" y="64"/>
                    <a:pt x="352" y="71"/>
                    <a:pt x="422" y="85"/>
                  </a:cubicBezTo>
                  <a:cubicBezTo>
                    <a:pt x="366" y="57"/>
                    <a:pt x="337" y="29"/>
                    <a:pt x="3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1"/>
            <p:cNvSpPr/>
            <p:nvPr/>
          </p:nvSpPr>
          <p:spPr>
            <a:xfrm>
              <a:off x="2349200" y="3829650"/>
              <a:ext cx="6900" cy="3450"/>
            </a:xfrm>
            <a:custGeom>
              <a:rect b="b" l="l" r="r" t="t"/>
              <a:pathLst>
                <a:path extrusionOk="0" h="138" w="276">
                  <a:moveTo>
                    <a:pt x="57" y="1"/>
                  </a:moveTo>
                  <a:cubicBezTo>
                    <a:pt x="1" y="1"/>
                    <a:pt x="107" y="63"/>
                    <a:pt x="275" y="138"/>
                  </a:cubicBezTo>
                  <a:cubicBezTo>
                    <a:pt x="247" y="110"/>
                    <a:pt x="247" y="82"/>
                    <a:pt x="275" y="54"/>
                  </a:cubicBezTo>
                  <a:cubicBezTo>
                    <a:pt x="154" y="16"/>
                    <a:pt x="85" y="1"/>
                    <a:pt x="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1"/>
            <p:cNvSpPr/>
            <p:nvPr/>
          </p:nvSpPr>
          <p:spPr>
            <a:xfrm>
              <a:off x="3311300" y="5211550"/>
              <a:ext cx="750" cy="1425"/>
            </a:xfrm>
            <a:custGeom>
              <a:rect b="b" l="l" r="r" t="t"/>
              <a:pathLst>
                <a:path extrusionOk="0" h="57" w="30">
                  <a:moveTo>
                    <a:pt x="1" y="1"/>
                  </a:moveTo>
                  <a:lnTo>
                    <a:pt x="1" y="57"/>
                  </a:lnTo>
                  <a:lnTo>
                    <a:pt x="29" y="57"/>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1"/>
            <p:cNvSpPr/>
            <p:nvPr/>
          </p:nvSpPr>
          <p:spPr>
            <a:xfrm>
              <a:off x="3279025" y="5166625"/>
              <a:ext cx="36525" cy="47775"/>
            </a:xfrm>
            <a:custGeom>
              <a:rect b="b" l="l" r="r" t="t"/>
              <a:pathLst>
                <a:path extrusionOk="0" h="1911" w="1461">
                  <a:moveTo>
                    <a:pt x="1460" y="1"/>
                  </a:moveTo>
                  <a:lnTo>
                    <a:pt x="1460" y="1"/>
                  </a:lnTo>
                  <a:cubicBezTo>
                    <a:pt x="1011" y="647"/>
                    <a:pt x="534" y="1292"/>
                    <a:pt x="1" y="1910"/>
                  </a:cubicBezTo>
                  <a:cubicBezTo>
                    <a:pt x="360" y="1644"/>
                    <a:pt x="594" y="1548"/>
                    <a:pt x="776" y="1548"/>
                  </a:cubicBezTo>
                  <a:cubicBezTo>
                    <a:pt x="977" y="1548"/>
                    <a:pt x="1115" y="1665"/>
                    <a:pt x="1292" y="1798"/>
                  </a:cubicBezTo>
                  <a:cubicBezTo>
                    <a:pt x="1320" y="1208"/>
                    <a:pt x="1376" y="619"/>
                    <a:pt x="14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1"/>
            <p:cNvSpPr/>
            <p:nvPr/>
          </p:nvSpPr>
          <p:spPr>
            <a:xfrm>
              <a:off x="1863350" y="2975650"/>
              <a:ext cx="2424975" cy="2304000"/>
            </a:xfrm>
            <a:custGeom>
              <a:rect b="b" l="l" r="r" t="t"/>
              <a:pathLst>
                <a:path extrusionOk="0" h="92160" w="96999">
                  <a:moveTo>
                    <a:pt x="7345" y="17336"/>
                  </a:moveTo>
                  <a:lnTo>
                    <a:pt x="7357" y="17397"/>
                  </a:lnTo>
                  <a:cubicBezTo>
                    <a:pt x="7359" y="17378"/>
                    <a:pt x="7354" y="17358"/>
                    <a:pt x="7345" y="17336"/>
                  </a:cubicBezTo>
                  <a:close/>
                  <a:moveTo>
                    <a:pt x="16453" y="19811"/>
                  </a:moveTo>
                  <a:cubicBezTo>
                    <a:pt x="16430" y="19844"/>
                    <a:pt x="16410" y="19877"/>
                    <a:pt x="16391" y="19909"/>
                  </a:cubicBezTo>
                  <a:lnTo>
                    <a:pt x="16391" y="19909"/>
                  </a:lnTo>
                  <a:cubicBezTo>
                    <a:pt x="16412" y="19882"/>
                    <a:pt x="16433" y="19850"/>
                    <a:pt x="16453" y="19811"/>
                  </a:cubicBezTo>
                  <a:close/>
                  <a:moveTo>
                    <a:pt x="22012" y="29357"/>
                  </a:moveTo>
                  <a:lnTo>
                    <a:pt x="21955" y="29609"/>
                  </a:lnTo>
                  <a:cubicBezTo>
                    <a:pt x="21590" y="29357"/>
                    <a:pt x="21815" y="29385"/>
                    <a:pt x="22012" y="29357"/>
                  </a:cubicBezTo>
                  <a:close/>
                  <a:moveTo>
                    <a:pt x="21162" y="40790"/>
                  </a:moveTo>
                  <a:lnTo>
                    <a:pt x="21162" y="40790"/>
                  </a:lnTo>
                  <a:cubicBezTo>
                    <a:pt x="21180" y="40823"/>
                    <a:pt x="21201" y="40849"/>
                    <a:pt x="21225" y="40867"/>
                  </a:cubicBezTo>
                  <a:cubicBezTo>
                    <a:pt x="21203" y="40841"/>
                    <a:pt x="21182" y="40815"/>
                    <a:pt x="21162" y="40790"/>
                  </a:cubicBezTo>
                  <a:close/>
                  <a:moveTo>
                    <a:pt x="25605" y="48448"/>
                  </a:moveTo>
                  <a:cubicBezTo>
                    <a:pt x="25616" y="48455"/>
                    <a:pt x="25628" y="48463"/>
                    <a:pt x="25639" y="48470"/>
                  </a:cubicBezTo>
                  <a:lnTo>
                    <a:pt x="25639" y="48470"/>
                  </a:lnTo>
                  <a:lnTo>
                    <a:pt x="25605" y="48448"/>
                  </a:lnTo>
                  <a:close/>
                  <a:moveTo>
                    <a:pt x="35515" y="62513"/>
                  </a:moveTo>
                  <a:lnTo>
                    <a:pt x="35515" y="62513"/>
                  </a:lnTo>
                  <a:cubicBezTo>
                    <a:pt x="35534" y="62550"/>
                    <a:pt x="35558" y="62578"/>
                    <a:pt x="35584" y="62598"/>
                  </a:cubicBezTo>
                  <a:lnTo>
                    <a:pt x="35584" y="62598"/>
                  </a:lnTo>
                  <a:lnTo>
                    <a:pt x="35515" y="62513"/>
                  </a:lnTo>
                  <a:close/>
                  <a:moveTo>
                    <a:pt x="37826" y="65645"/>
                  </a:moveTo>
                  <a:cubicBezTo>
                    <a:pt x="38154" y="65645"/>
                    <a:pt x="38014" y="65943"/>
                    <a:pt x="38014" y="66275"/>
                  </a:cubicBezTo>
                  <a:cubicBezTo>
                    <a:pt x="37789" y="66163"/>
                    <a:pt x="37200" y="66050"/>
                    <a:pt x="37453" y="65714"/>
                  </a:cubicBezTo>
                  <a:cubicBezTo>
                    <a:pt x="37618" y="65666"/>
                    <a:pt x="37739" y="65645"/>
                    <a:pt x="37826" y="65645"/>
                  </a:cubicBezTo>
                  <a:close/>
                  <a:moveTo>
                    <a:pt x="47559" y="78347"/>
                  </a:moveTo>
                  <a:lnTo>
                    <a:pt x="47559" y="78347"/>
                  </a:lnTo>
                  <a:cubicBezTo>
                    <a:pt x="47756" y="78516"/>
                    <a:pt x="47840" y="78740"/>
                    <a:pt x="47812" y="78965"/>
                  </a:cubicBezTo>
                  <a:cubicBezTo>
                    <a:pt x="47531" y="78965"/>
                    <a:pt x="47503" y="78712"/>
                    <a:pt x="47559" y="78347"/>
                  </a:cubicBezTo>
                  <a:close/>
                  <a:moveTo>
                    <a:pt x="48037" y="81127"/>
                  </a:moveTo>
                  <a:lnTo>
                    <a:pt x="48037" y="81127"/>
                  </a:lnTo>
                  <a:cubicBezTo>
                    <a:pt x="48047" y="81153"/>
                    <a:pt x="48059" y="81178"/>
                    <a:pt x="48072" y="81202"/>
                  </a:cubicBezTo>
                  <a:lnTo>
                    <a:pt x="48072" y="81202"/>
                  </a:lnTo>
                  <a:cubicBezTo>
                    <a:pt x="48063" y="81177"/>
                    <a:pt x="48052" y="81151"/>
                    <a:pt x="48037" y="81127"/>
                  </a:cubicBezTo>
                  <a:close/>
                  <a:moveTo>
                    <a:pt x="89245" y="84150"/>
                  </a:moveTo>
                  <a:cubicBezTo>
                    <a:pt x="89297" y="84170"/>
                    <a:pt x="89367" y="84193"/>
                    <a:pt x="89447" y="84215"/>
                  </a:cubicBezTo>
                  <a:cubicBezTo>
                    <a:pt x="89447" y="84215"/>
                    <a:pt x="89447" y="84243"/>
                    <a:pt x="89447" y="84243"/>
                  </a:cubicBezTo>
                  <a:cubicBezTo>
                    <a:pt x="89358" y="84201"/>
                    <a:pt x="89292" y="84171"/>
                    <a:pt x="89245" y="84150"/>
                  </a:cubicBezTo>
                  <a:close/>
                  <a:moveTo>
                    <a:pt x="94084" y="85572"/>
                  </a:moveTo>
                  <a:cubicBezTo>
                    <a:pt x="94038" y="85583"/>
                    <a:pt x="93999" y="85606"/>
                    <a:pt x="93967" y="85647"/>
                  </a:cubicBezTo>
                  <a:cubicBezTo>
                    <a:pt x="94004" y="85617"/>
                    <a:pt x="94043" y="85592"/>
                    <a:pt x="94084" y="85572"/>
                  </a:cubicBezTo>
                  <a:close/>
                  <a:moveTo>
                    <a:pt x="61635" y="85670"/>
                  </a:moveTo>
                  <a:cubicBezTo>
                    <a:pt x="61643" y="85670"/>
                    <a:pt x="61653" y="85671"/>
                    <a:pt x="61662" y="85672"/>
                  </a:cubicBezTo>
                  <a:lnTo>
                    <a:pt x="61662" y="85672"/>
                  </a:lnTo>
                  <a:cubicBezTo>
                    <a:pt x="61627" y="85741"/>
                    <a:pt x="61595" y="85816"/>
                    <a:pt x="61569" y="85899"/>
                  </a:cubicBezTo>
                  <a:cubicBezTo>
                    <a:pt x="61569" y="85774"/>
                    <a:pt x="61524" y="85670"/>
                    <a:pt x="61635" y="85670"/>
                  </a:cubicBezTo>
                  <a:close/>
                  <a:moveTo>
                    <a:pt x="60668" y="90040"/>
                  </a:moveTo>
                  <a:lnTo>
                    <a:pt x="60668" y="90040"/>
                  </a:lnTo>
                  <a:cubicBezTo>
                    <a:pt x="60676" y="90056"/>
                    <a:pt x="60686" y="90071"/>
                    <a:pt x="60698" y="90082"/>
                  </a:cubicBezTo>
                  <a:cubicBezTo>
                    <a:pt x="60688" y="90068"/>
                    <a:pt x="60678" y="90054"/>
                    <a:pt x="60668" y="90040"/>
                  </a:cubicBezTo>
                  <a:close/>
                  <a:moveTo>
                    <a:pt x="61135" y="90125"/>
                  </a:moveTo>
                  <a:lnTo>
                    <a:pt x="61135" y="90125"/>
                  </a:lnTo>
                  <a:cubicBezTo>
                    <a:pt x="61130" y="90129"/>
                    <a:pt x="61125" y="90134"/>
                    <a:pt x="61119" y="90139"/>
                  </a:cubicBezTo>
                  <a:cubicBezTo>
                    <a:pt x="61125" y="90135"/>
                    <a:pt x="61130" y="90130"/>
                    <a:pt x="61135" y="90125"/>
                  </a:cubicBezTo>
                  <a:close/>
                  <a:moveTo>
                    <a:pt x="2976" y="1"/>
                  </a:moveTo>
                  <a:cubicBezTo>
                    <a:pt x="2909" y="1"/>
                    <a:pt x="2834" y="15"/>
                    <a:pt x="2752" y="47"/>
                  </a:cubicBezTo>
                  <a:lnTo>
                    <a:pt x="3173" y="412"/>
                  </a:lnTo>
                  <a:cubicBezTo>
                    <a:pt x="1938" y="412"/>
                    <a:pt x="1657" y="2405"/>
                    <a:pt x="478" y="3023"/>
                  </a:cubicBezTo>
                  <a:cubicBezTo>
                    <a:pt x="1882" y="3023"/>
                    <a:pt x="1" y="5634"/>
                    <a:pt x="2079" y="5746"/>
                  </a:cubicBezTo>
                  <a:cubicBezTo>
                    <a:pt x="2036" y="5928"/>
                    <a:pt x="1917" y="5935"/>
                    <a:pt x="1784" y="5935"/>
                  </a:cubicBezTo>
                  <a:cubicBezTo>
                    <a:pt x="1773" y="5935"/>
                    <a:pt x="1761" y="5935"/>
                    <a:pt x="1750" y="5935"/>
                  </a:cubicBezTo>
                  <a:cubicBezTo>
                    <a:pt x="1626" y="5935"/>
                    <a:pt x="1495" y="5941"/>
                    <a:pt x="1405" y="6083"/>
                  </a:cubicBezTo>
                  <a:cubicBezTo>
                    <a:pt x="1462" y="6078"/>
                    <a:pt x="1517" y="6075"/>
                    <a:pt x="1569" y="6075"/>
                  </a:cubicBezTo>
                  <a:cubicBezTo>
                    <a:pt x="2104" y="6075"/>
                    <a:pt x="2372" y="6344"/>
                    <a:pt x="2500" y="7009"/>
                  </a:cubicBezTo>
                  <a:lnTo>
                    <a:pt x="2331" y="7009"/>
                  </a:lnTo>
                  <a:cubicBezTo>
                    <a:pt x="3454" y="8553"/>
                    <a:pt x="3398" y="9564"/>
                    <a:pt x="4212" y="11614"/>
                  </a:cubicBezTo>
                  <a:lnTo>
                    <a:pt x="4718" y="11108"/>
                  </a:lnTo>
                  <a:cubicBezTo>
                    <a:pt x="4802" y="11417"/>
                    <a:pt x="4802" y="11726"/>
                    <a:pt x="4718" y="12035"/>
                  </a:cubicBezTo>
                  <a:cubicBezTo>
                    <a:pt x="5841" y="11950"/>
                    <a:pt x="4072" y="10884"/>
                    <a:pt x="5279" y="10715"/>
                  </a:cubicBezTo>
                  <a:lnTo>
                    <a:pt x="5279" y="10715"/>
                  </a:lnTo>
                  <a:cubicBezTo>
                    <a:pt x="4437" y="11950"/>
                    <a:pt x="6964" y="13523"/>
                    <a:pt x="5897" y="14674"/>
                  </a:cubicBezTo>
                  <a:cubicBezTo>
                    <a:pt x="5975" y="14807"/>
                    <a:pt x="6045" y="14855"/>
                    <a:pt x="6109" y="14855"/>
                  </a:cubicBezTo>
                  <a:cubicBezTo>
                    <a:pt x="6279" y="14855"/>
                    <a:pt x="6413" y="14520"/>
                    <a:pt x="6582" y="14520"/>
                  </a:cubicBezTo>
                  <a:cubicBezTo>
                    <a:pt x="6647" y="14520"/>
                    <a:pt x="6716" y="14568"/>
                    <a:pt x="6795" y="14702"/>
                  </a:cubicBezTo>
                  <a:lnTo>
                    <a:pt x="6570" y="15095"/>
                  </a:lnTo>
                  <a:lnTo>
                    <a:pt x="6570" y="15095"/>
                  </a:lnTo>
                  <a:lnTo>
                    <a:pt x="7104" y="14954"/>
                  </a:lnTo>
                  <a:lnTo>
                    <a:pt x="7104" y="14954"/>
                  </a:lnTo>
                  <a:cubicBezTo>
                    <a:pt x="7216" y="15376"/>
                    <a:pt x="7048" y="15825"/>
                    <a:pt x="6683" y="16077"/>
                  </a:cubicBezTo>
                  <a:cubicBezTo>
                    <a:pt x="6655" y="15965"/>
                    <a:pt x="6430" y="15853"/>
                    <a:pt x="6318" y="15769"/>
                  </a:cubicBezTo>
                  <a:lnTo>
                    <a:pt x="6318" y="15769"/>
                  </a:lnTo>
                  <a:cubicBezTo>
                    <a:pt x="6240" y="16471"/>
                    <a:pt x="7223" y="17053"/>
                    <a:pt x="7345" y="17336"/>
                  </a:cubicBezTo>
                  <a:lnTo>
                    <a:pt x="7345" y="17336"/>
                  </a:lnTo>
                  <a:lnTo>
                    <a:pt x="7216" y="16667"/>
                  </a:lnTo>
                  <a:lnTo>
                    <a:pt x="7216" y="16667"/>
                  </a:lnTo>
                  <a:cubicBezTo>
                    <a:pt x="8564" y="18127"/>
                    <a:pt x="9350" y="20457"/>
                    <a:pt x="11062" y="21608"/>
                  </a:cubicBezTo>
                  <a:lnTo>
                    <a:pt x="11259" y="21327"/>
                  </a:lnTo>
                  <a:cubicBezTo>
                    <a:pt x="12522" y="22254"/>
                    <a:pt x="11568" y="22478"/>
                    <a:pt x="12635" y="23686"/>
                  </a:cubicBezTo>
                  <a:lnTo>
                    <a:pt x="12550" y="23686"/>
                  </a:lnTo>
                  <a:cubicBezTo>
                    <a:pt x="12971" y="23798"/>
                    <a:pt x="13308" y="24079"/>
                    <a:pt x="13533" y="24472"/>
                  </a:cubicBezTo>
                  <a:cubicBezTo>
                    <a:pt x="13497" y="24460"/>
                    <a:pt x="13465" y="24455"/>
                    <a:pt x="13436" y="24455"/>
                  </a:cubicBezTo>
                  <a:cubicBezTo>
                    <a:pt x="13079" y="24455"/>
                    <a:pt x="13226" y="25265"/>
                    <a:pt x="12847" y="25265"/>
                  </a:cubicBezTo>
                  <a:cubicBezTo>
                    <a:pt x="12802" y="25265"/>
                    <a:pt x="12751" y="25254"/>
                    <a:pt x="12691" y="25230"/>
                  </a:cubicBezTo>
                  <a:lnTo>
                    <a:pt x="12691" y="25230"/>
                  </a:lnTo>
                  <a:cubicBezTo>
                    <a:pt x="13406" y="25766"/>
                    <a:pt x="13591" y="25852"/>
                    <a:pt x="13839" y="25852"/>
                  </a:cubicBezTo>
                  <a:cubicBezTo>
                    <a:pt x="13955" y="25852"/>
                    <a:pt x="14084" y="25833"/>
                    <a:pt x="14288" y="25833"/>
                  </a:cubicBezTo>
                  <a:cubicBezTo>
                    <a:pt x="14469" y="25833"/>
                    <a:pt x="14709" y="25848"/>
                    <a:pt x="15049" y="25904"/>
                  </a:cubicBezTo>
                  <a:lnTo>
                    <a:pt x="14740" y="26381"/>
                  </a:lnTo>
                  <a:cubicBezTo>
                    <a:pt x="15302" y="26437"/>
                    <a:pt x="15554" y="26325"/>
                    <a:pt x="16060" y="26942"/>
                  </a:cubicBezTo>
                  <a:cubicBezTo>
                    <a:pt x="15970" y="26900"/>
                    <a:pt x="15898" y="26881"/>
                    <a:pt x="15836" y="26881"/>
                  </a:cubicBezTo>
                  <a:cubicBezTo>
                    <a:pt x="15473" y="26881"/>
                    <a:pt x="15526" y="27528"/>
                    <a:pt x="15039" y="27528"/>
                  </a:cubicBezTo>
                  <a:cubicBezTo>
                    <a:pt x="14963" y="27528"/>
                    <a:pt x="14874" y="27512"/>
                    <a:pt x="14768" y="27476"/>
                  </a:cubicBezTo>
                  <a:lnTo>
                    <a:pt x="14768" y="27476"/>
                  </a:lnTo>
                  <a:cubicBezTo>
                    <a:pt x="14684" y="29469"/>
                    <a:pt x="17042" y="28964"/>
                    <a:pt x="16032" y="30480"/>
                  </a:cubicBezTo>
                  <a:cubicBezTo>
                    <a:pt x="17561" y="30374"/>
                    <a:pt x="16143" y="29030"/>
                    <a:pt x="16384" y="29030"/>
                  </a:cubicBezTo>
                  <a:cubicBezTo>
                    <a:pt x="16400" y="29030"/>
                    <a:pt x="16422" y="29036"/>
                    <a:pt x="16453" y="29048"/>
                  </a:cubicBezTo>
                  <a:cubicBezTo>
                    <a:pt x="16512" y="28877"/>
                    <a:pt x="16650" y="28808"/>
                    <a:pt x="16817" y="28808"/>
                  </a:cubicBezTo>
                  <a:cubicBezTo>
                    <a:pt x="17200" y="28808"/>
                    <a:pt x="17739" y="29173"/>
                    <a:pt x="17856" y="29525"/>
                  </a:cubicBezTo>
                  <a:cubicBezTo>
                    <a:pt x="18107" y="29998"/>
                    <a:pt x="16787" y="31242"/>
                    <a:pt x="17471" y="32356"/>
                  </a:cubicBezTo>
                  <a:lnTo>
                    <a:pt x="17471" y="32356"/>
                  </a:lnTo>
                  <a:cubicBezTo>
                    <a:pt x="17411" y="32281"/>
                    <a:pt x="17317" y="32292"/>
                    <a:pt x="17267" y="32192"/>
                  </a:cubicBezTo>
                  <a:lnTo>
                    <a:pt x="17267" y="32192"/>
                  </a:lnTo>
                  <a:cubicBezTo>
                    <a:pt x="17211" y="32810"/>
                    <a:pt x="18221" y="32782"/>
                    <a:pt x="18025" y="33596"/>
                  </a:cubicBezTo>
                  <a:cubicBezTo>
                    <a:pt x="18109" y="33581"/>
                    <a:pt x="18181" y="33574"/>
                    <a:pt x="18242" y="33574"/>
                  </a:cubicBezTo>
                  <a:cubicBezTo>
                    <a:pt x="18706" y="33574"/>
                    <a:pt x="18610" y="33952"/>
                    <a:pt x="18915" y="33952"/>
                  </a:cubicBezTo>
                  <a:cubicBezTo>
                    <a:pt x="19019" y="33952"/>
                    <a:pt x="19168" y="33909"/>
                    <a:pt x="19401" y="33793"/>
                  </a:cubicBezTo>
                  <a:lnTo>
                    <a:pt x="18530" y="32894"/>
                  </a:lnTo>
                  <a:lnTo>
                    <a:pt x="18530" y="32894"/>
                  </a:lnTo>
                  <a:cubicBezTo>
                    <a:pt x="19148" y="33343"/>
                    <a:pt x="20580" y="33203"/>
                    <a:pt x="20636" y="34494"/>
                  </a:cubicBezTo>
                  <a:cubicBezTo>
                    <a:pt x="20596" y="34498"/>
                    <a:pt x="20556" y="34500"/>
                    <a:pt x="20515" y="34500"/>
                  </a:cubicBezTo>
                  <a:cubicBezTo>
                    <a:pt x="20241" y="34500"/>
                    <a:pt x="19954" y="34420"/>
                    <a:pt x="19709" y="34298"/>
                  </a:cubicBezTo>
                  <a:lnTo>
                    <a:pt x="19709" y="34298"/>
                  </a:lnTo>
                  <a:cubicBezTo>
                    <a:pt x="19597" y="34775"/>
                    <a:pt x="20243" y="34747"/>
                    <a:pt x="20131" y="35196"/>
                  </a:cubicBezTo>
                  <a:cubicBezTo>
                    <a:pt x="19996" y="35264"/>
                    <a:pt x="19880" y="35293"/>
                    <a:pt x="19777" y="35293"/>
                  </a:cubicBezTo>
                  <a:cubicBezTo>
                    <a:pt x="19107" y="35293"/>
                    <a:pt x="18998" y="34047"/>
                    <a:pt x="18025" y="33877"/>
                  </a:cubicBezTo>
                  <a:lnTo>
                    <a:pt x="18025" y="33877"/>
                  </a:lnTo>
                  <a:cubicBezTo>
                    <a:pt x="17800" y="34438"/>
                    <a:pt x="19457" y="34663"/>
                    <a:pt x="18221" y="34972"/>
                  </a:cubicBezTo>
                  <a:cubicBezTo>
                    <a:pt x="18387" y="34934"/>
                    <a:pt x="18524" y="34917"/>
                    <a:pt x="18638" y="34917"/>
                  </a:cubicBezTo>
                  <a:cubicBezTo>
                    <a:pt x="19628" y="34917"/>
                    <a:pt x="18906" y="36196"/>
                    <a:pt x="20215" y="36347"/>
                  </a:cubicBezTo>
                  <a:lnTo>
                    <a:pt x="19625" y="36656"/>
                  </a:lnTo>
                  <a:cubicBezTo>
                    <a:pt x="19794" y="36712"/>
                    <a:pt x="20215" y="36797"/>
                    <a:pt x="20327" y="37021"/>
                  </a:cubicBezTo>
                  <a:lnTo>
                    <a:pt x="19344" y="37077"/>
                  </a:lnTo>
                  <a:cubicBezTo>
                    <a:pt x="20355" y="37302"/>
                    <a:pt x="19541" y="38621"/>
                    <a:pt x="20243" y="39014"/>
                  </a:cubicBezTo>
                  <a:cubicBezTo>
                    <a:pt x="19457" y="37751"/>
                    <a:pt x="20748" y="38313"/>
                    <a:pt x="20832" y="37527"/>
                  </a:cubicBezTo>
                  <a:lnTo>
                    <a:pt x="20832" y="37527"/>
                  </a:lnTo>
                  <a:cubicBezTo>
                    <a:pt x="22516" y="38575"/>
                    <a:pt x="19994" y="39299"/>
                    <a:pt x="21162" y="40790"/>
                  </a:cubicBezTo>
                  <a:lnTo>
                    <a:pt x="21162" y="40790"/>
                  </a:lnTo>
                  <a:cubicBezTo>
                    <a:pt x="21028" y="40548"/>
                    <a:pt x="21068" y="39969"/>
                    <a:pt x="21379" y="39969"/>
                  </a:cubicBezTo>
                  <a:cubicBezTo>
                    <a:pt x="21417" y="39969"/>
                    <a:pt x="21460" y="39978"/>
                    <a:pt x="21506" y="39997"/>
                  </a:cubicBezTo>
                  <a:cubicBezTo>
                    <a:pt x="21647" y="40418"/>
                    <a:pt x="21618" y="40895"/>
                    <a:pt x="21478" y="41345"/>
                  </a:cubicBezTo>
                  <a:cubicBezTo>
                    <a:pt x="21692" y="41608"/>
                    <a:pt x="21828" y="41704"/>
                    <a:pt x="21922" y="41704"/>
                  </a:cubicBezTo>
                  <a:cubicBezTo>
                    <a:pt x="22172" y="41704"/>
                    <a:pt x="22132" y="41036"/>
                    <a:pt x="22470" y="41036"/>
                  </a:cubicBezTo>
                  <a:cubicBezTo>
                    <a:pt x="22508" y="41036"/>
                    <a:pt x="22552" y="41045"/>
                    <a:pt x="22601" y="41064"/>
                  </a:cubicBezTo>
                  <a:cubicBezTo>
                    <a:pt x="22152" y="41906"/>
                    <a:pt x="23247" y="41457"/>
                    <a:pt x="23780" y="41822"/>
                  </a:cubicBezTo>
                  <a:lnTo>
                    <a:pt x="23191" y="42187"/>
                  </a:lnTo>
                  <a:cubicBezTo>
                    <a:pt x="23337" y="42682"/>
                    <a:pt x="23538" y="42812"/>
                    <a:pt x="23752" y="42812"/>
                  </a:cubicBezTo>
                  <a:cubicBezTo>
                    <a:pt x="23986" y="42812"/>
                    <a:pt x="24236" y="42656"/>
                    <a:pt x="24447" y="42656"/>
                  </a:cubicBezTo>
                  <a:cubicBezTo>
                    <a:pt x="24632" y="42656"/>
                    <a:pt x="24787" y="42776"/>
                    <a:pt x="24875" y="43226"/>
                  </a:cubicBezTo>
                  <a:lnTo>
                    <a:pt x="23780" y="43226"/>
                  </a:lnTo>
                  <a:lnTo>
                    <a:pt x="24370" y="43703"/>
                  </a:lnTo>
                  <a:lnTo>
                    <a:pt x="23640" y="43984"/>
                  </a:lnTo>
                  <a:cubicBezTo>
                    <a:pt x="24538" y="44349"/>
                    <a:pt x="24538" y="44629"/>
                    <a:pt x="24735" y="45387"/>
                  </a:cubicBezTo>
                  <a:cubicBezTo>
                    <a:pt x="24931" y="45149"/>
                    <a:pt x="25212" y="45029"/>
                    <a:pt x="25489" y="45029"/>
                  </a:cubicBezTo>
                  <a:cubicBezTo>
                    <a:pt x="25766" y="45029"/>
                    <a:pt x="26040" y="45149"/>
                    <a:pt x="26223" y="45387"/>
                  </a:cubicBezTo>
                  <a:cubicBezTo>
                    <a:pt x="26110" y="46005"/>
                    <a:pt x="25521" y="45500"/>
                    <a:pt x="26110" y="46286"/>
                  </a:cubicBezTo>
                  <a:cubicBezTo>
                    <a:pt x="25983" y="46293"/>
                    <a:pt x="25849" y="46305"/>
                    <a:pt x="25728" y="46305"/>
                  </a:cubicBezTo>
                  <a:cubicBezTo>
                    <a:pt x="25395" y="46305"/>
                    <a:pt x="25154" y="46218"/>
                    <a:pt x="25380" y="45724"/>
                  </a:cubicBezTo>
                  <a:lnTo>
                    <a:pt x="25380" y="45724"/>
                  </a:lnTo>
                  <a:cubicBezTo>
                    <a:pt x="25156" y="45780"/>
                    <a:pt x="24903" y="45752"/>
                    <a:pt x="24707" y="45837"/>
                  </a:cubicBezTo>
                  <a:cubicBezTo>
                    <a:pt x="24566" y="46510"/>
                    <a:pt x="25268" y="46960"/>
                    <a:pt x="25465" y="47240"/>
                  </a:cubicBezTo>
                  <a:cubicBezTo>
                    <a:pt x="25380" y="47100"/>
                    <a:pt x="25380" y="46960"/>
                    <a:pt x="25380" y="46819"/>
                  </a:cubicBezTo>
                  <a:lnTo>
                    <a:pt x="25380" y="46819"/>
                  </a:lnTo>
                  <a:lnTo>
                    <a:pt x="26925" y="47521"/>
                  </a:lnTo>
                  <a:cubicBezTo>
                    <a:pt x="26850" y="47746"/>
                    <a:pt x="26712" y="47796"/>
                    <a:pt x="26546" y="47796"/>
                  </a:cubicBezTo>
                  <a:cubicBezTo>
                    <a:pt x="26463" y="47796"/>
                    <a:pt x="26372" y="47783"/>
                    <a:pt x="26279" y="47774"/>
                  </a:cubicBezTo>
                  <a:lnTo>
                    <a:pt x="26279" y="47774"/>
                  </a:lnTo>
                  <a:cubicBezTo>
                    <a:pt x="26503" y="47970"/>
                    <a:pt x="26868" y="47970"/>
                    <a:pt x="27149" y="48307"/>
                  </a:cubicBezTo>
                  <a:cubicBezTo>
                    <a:pt x="26796" y="48437"/>
                    <a:pt x="26467" y="48617"/>
                    <a:pt x="26130" y="48617"/>
                  </a:cubicBezTo>
                  <a:cubicBezTo>
                    <a:pt x="25969" y="48617"/>
                    <a:pt x="25807" y="48576"/>
                    <a:pt x="25639" y="48470"/>
                  </a:cubicBezTo>
                  <a:lnTo>
                    <a:pt x="25639" y="48470"/>
                  </a:lnTo>
                  <a:lnTo>
                    <a:pt x="26840" y="49262"/>
                  </a:lnTo>
                  <a:cubicBezTo>
                    <a:pt x="26678" y="49451"/>
                    <a:pt x="26646" y="50135"/>
                    <a:pt x="26393" y="50135"/>
                  </a:cubicBezTo>
                  <a:cubicBezTo>
                    <a:pt x="26383" y="50135"/>
                    <a:pt x="26373" y="50134"/>
                    <a:pt x="26363" y="50132"/>
                  </a:cubicBezTo>
                  <a:lnTo>
                    <a:pt x="26363" y="50132"/>
                  </a:lnTo>
                  <a:cubicBezTo>
                    <a:pt x="26475" y="50946"/>
                    <a:pt x="28216" y="51115"/>
                    <a:pt x="28384" y="52182"/>
                  </a:cubicBezTo>
                  <a:cubicBezTo>
                    <a:pt x="28409" y="52177"/>
                    <a:pt x="28433" y="52174"/>
                    <a:pt x="28459" y="52174"/>
                  </a:cubicBezTo>
                  <a:cubicBezTo>
                    <a:pt x="28581" y="52174"/>
                    <a:pt x="28713" y="52229"/>
                    <a:pt x="28806" y="52322"/>
                  </a:cubicBezTo>
                  <a:cubicBezTo>
                    <a:pt x="29171" y="53164"/>
                    <a:pt x="29030" y="54203"/>
                    <a:pt x="30237" y="54736"/>
                  </a:cubicBezTo>
                  <a:lnTo>
                    <a:pt x="29732" y="55803"/>
                  </a:lnTo>
                  <a:cubicBezTo>
                    <a:pt x="29819" y="55883"/>
                    <a:pt x="29894" y="55916"/>
                    <a:pt x="29961" y="55916"/>
                  </a:cubicBezTo>
                  <a:cubicBezTo>
                    <a:pt x="30285" y="55916"/>
                    <a:pt x="30424" y="55144"/>
                    <a:pt x="30870" y="55144"/>
                  </a:cubicBezTo>
                  <a:cubicBezTo>
                    <a:pt x="31015" y="55144"/>
                    <a:pt x="31191" y="55225"/>
                    <a:pt x="31417" y="55438"/>
                  </a:cubicBezTo>
                  <a:cubicBezTo>
                    <a:pt x="32203" y="56140"/>
                    <a:pt x="30883" y="56196"/>
                    <a:pt x="30855" y="56645"/>
                  </a:cubicBezTo>
                  <a:cubicBezTo>
                    <a:pt x="31529" y="56814"/>
                    <a:pt x="32848" y="57010"/>
                    <a:pt x="32652" y="58218"/>
                  </a:cubicBezTo>
                  <a:cubicBezTo>
                    <a:pt x="32343" y="58049"/>
                    <a:pt x="32343" y="57768"/>
                    <a:pt x="32118" y="57572"/>
                  </a:cubicBezTo>
                  <a:lnTo>
                    <a:pt x="32034" y="58442"/>
                  </a:lnTo>
                  <a:cubicBezTo>
                    <a:pt x="31288" y="58303"/>
                    <a:pt x="30982" y="57983"/>
                    <a:pt x="30784" y="57983"/>
                  </a:cubicBezTo>
                  <a:cubicBezTo>
                    <a:pt x="30661" y="57983"/>
                    <a:pt x="30580" y="58105"/>
                    <a:pt x="30462" y="58470"/>
                  </a:cubicBezTo>
                  <a:cubicBezTo>
                    <a:pt x="30675" y="58355"/>
                    <a:pt x="30859" y="58306"/>
                    <a:pt x="31022" y="58306"/>
                  </a:cubicBezTo>
                  <a:cubicBezTo>
                    <a:pt x="31969" y="58306"/>
                    <a:pt x="32212" y="59954"/>
                    <a:pt x="33158" y="59954"/>
                  </a:cubicBezTo>
                  <a:cubicBezTo>
                    <a:pt x="33322" y="59954"/>
                    <a:pt x="33506" y="59905"/>
                    <a:pt x="33719" y="59790"/>
                  </a:cubicBezTo>
                  <a:lnTo>
                    <a:pt x="33719" y="59790"/>
                  </a:lnTo>
                  <a:lnTo>
                    <a:pt x="33634" y="60379"/>
                  </a:lnTo>
                  <a:cubicBezTo>
                    <a:pt x="33578" y="60267"/>
                    <a:pt x="33466" y="60295"/>
                    <a:pt x="33410" y="60183"/>
                  </a:cubicBezTo>
                  <a:lnTo>
                    <a:pt x="33410" y="60183"/>
                  </a:lnTo>
                  <a:cubicBezTo>
                    <a:pt x="33295" y="60651"/>
                    <a:pt x="33478" y="60753"/>
                    <a:pt x="33771" y="60753"/>
                  </a:cubicBezTo>
                  <a:cubicBezTo>
                    <a:pt x="33998" y="60753"/>
                    <a:pt x="34290" y="60692"/>
                    <a:pt x="34564" y="60692"/>
                  </a:cubicBezTo>
                  <a:cubicBezTo>
                    <a:pt x="34893" y="60692"/>
                    <a:pt x="35194" y="60780"/>
                    <a:pt x="35319" y="61165"/>
                  </a:cubicBezTo>
                  <a:cubicBezTo>
                    <a:pt x="35393" y="61537"/>
                    <a:pt x="35336" y="61887"/>
                    <a:pt x="35091" y="61887"/>
                  </a:cubicBezTo>
                  <a:cubicBezTo>
                    <a:pt x="35058" y="61887"/>
                    <a:pt x="35022" y="61881"/>
                    <a:pt x="34982" y="61867"/>
                  </a:cubicBezTo>
                  <a:lnTo>
                    <a:pt x="34982" y="61867"/>
                  </a:lnTo>
                  <a:lnTo>
                    <a:pt x="35852" y="62373"/>
                  </a:lnTo>
                  <a:cubicBezTo>
                    <a:pt x="35905" y="62531"/>
                    <a:pt x="35804" y="62634"/>
                    <a:pt x="35693" y="62634"/>
                  </a:cubicBezTo>
                  <a:cubicBezTo>
                    <a:pt x="35656" y="62634"/>
                    <a:pt x="35618" y="62622"/>
                    <a:pt x="35584" y="62598"/>
                  </a:cubicBezTo>
                  <a:lnTo>
                    <a:pt x="35584" y="62598"/>
                  </a:lnTo>
                  <a:lnTo>
                    <a:pt x="36386" y="63580"/>
                  </a:lnTo>
                  <a:lnTo>
                    <a:pt x="36330" y="63608"/>
                  </a:lnTo>
                  <a:cubicBezTo>
                    <a:pt x="36751" y="63636"/>
                    <a:pt x="37172" y="63720"/>
                    <a:pt x="37593" y="63833"/>
                  </a:cubicBezTo>
                  <a:cubicBezTo>
                    <a:pt x="37574" y="63988"/>
                    <a:pt x="37534" y="64032"/>
                    <a:pt x="37485" y="64032"/>
                  </a:cubicBezTo>
                  <a:cubicBezTo>
                    <a:pt x="37418" y="64032"/>
                    <a:pt x="37334" y="63951"/>
                    <a:pt x="37258" y="63951"/>
                  </a:cubicBezTo>
                  <a:cubicBezTo>
                    <a:pt x="37227" y="63951"/>
                    <a:pt x="37198" y="63964"/>
                    <a:pt x="37172" y="64001"/>
                  </a:cubicBezTo>
                  <a:lnTo>
                    <a:pt x="37958" y="64394"/>
                  </a:lnTo>
                  <a:cubicBezTo>
                    <a:pt x="37862" y="64597"/>
                    <a:pt x="37697" y="64682"/>
                    <a:pt x="37517" y="64682"/>
                  </a:cubicBezTo>
                  <a:cubicBezTo>
                    <a:pt x="37224" y="64682"/>
                    <a:pt x="36890" y="64455"/>
                    <a:pt x="36751" y="64141"/>
                  </a:cubicBezTo>
                  <a:lnTo>
                    <a:pt x="36751" y="64141"/>
                  </a:lnTo>
                  <a:cubicBezTo>
                    <a:pt x="35515" y="65770"/>
                    <a:pt x="37481" y="64450"/>
                    <a:pt x="37340" y="66331"/>
                  </a:cubicBezTo>
                  <a:lnTo>
                    <a:pt x="36779" y="65854"/>
                  </a:lnTo>
                  <a:cubicBezTo>
                    <a:pt x="36077" y="66808"/>
                    <a:pt x="36723" y="67061"/>
                    <a:pt x="36582" y="68128"/>
                  </a:cubicBezTo>
                  <a:cubicBezTo>
                    <a:pt x="36758" y="67801"/>
                    <a:pt x="37092" y="66235"/>
                    <a:pt x="37765" y="66235"/>
                  </a:cubicBezTo>
                  <a:cubicBezTo>
                    <a:pt x="37843" y="66235"/>
                    <a:pt x="37926" y="66256"/>
                    <a:pt x="38014" y="66303"/>
                  </a:cubicBezTo>
                  <a:cubicBezTo>
                    <a:pt x="38014" y="66556"/>
                    <a:pt x="38098" y="66865"/>
                    <a:pt x="38660" y="67033"/>
                  </a:cubicBezTo>
                  <a:cubicBezTo>
                    <a:pt x="38098" y="67398"/>
                    <a:pt x="38463" y="67679"/>
                    <a:pt x="38772" y="68128"/>
                  </a:cubicBezTo>
                  <a:lnTo>
                    <a:pt x="37986" y="68577"/>
                  </a:lnTo>
                  <a:cubicBezTo>
                    <a:pt x="38217" y="68723"/>
                    <a:pt x="38416" y="68758"/>
                    <a:pt x="38609" y="68758"/>
                  </a:cubicBezTo>
                  <a:cubicBezTo>
                    <a:pt x="38790" y="68758"/>
                    <a:pt x="38966" y="68727"/>
                    <a:pt x="39156" y="68727"/>
                  </a:cubicBezTo>
                  <a:cubicBezTo>
                    <a:pt x="39231" y="68727"/>
                    <a:pt x="39309" y="68732"/>
                    <a:pt x="39390" y="68746"/>
                  </a:cubicBezTo>
                  <a:cubicBezTo>
                    <a:pt x="39670" y="69335"/>
                    <a:pt x="39165" y="69812"/>
                    <a:pt x="38744" y="70262"/>
                  </a:cubicBezTo>
                  <a:cubicBezTo>
                    <a:pt x="38824" y="70442"/>
                    <a:pt x="38893" y="70511"/>
                    <a:pt x="38959" y="70511"/>
                  </a:cubicBezTo>
                  <a:cubicBezTo>
                    <a:pt x="39175" y="70511"/>
                    <a:pt x="39351" y="69760"/>
                    <a:pt x="39709" y="69760"/>
                  </a:cubicBezTo>
                  <a:cubicBezTo>
                    <a:pt x="39818" y="69760"/>
                    <a:pt x="39943" y="69829"/>
                    <a:pt x="40092" y="70009"/>
                  </a:cubicBezTo>
                  <a:cubicBezTo>
                    <a:pt x="40260" y="70935"/>
                    <a:pt x="40906" y="71272"/>
                    <a:pt x="41916" y="71890"/>
                  </a:cubicBezTo>
                  <a:cubicBezTo>
                    <a:pt x="41946" y="72242"/>
                    <a:pt x="41799" y="72280"/>
                    <a:pt x="41636" y="72280"/>
                  </a:cubicBezTo>
                  <a:cubicBezTo>
                    <a:pt x="41591" y="72280"/>
                    <a:pt x="41545" y="72277"/>
                    <a:pt x="41501" y="72277"/>
                  </a:cubicBezTo>
                  <a:cubicBezTo>
                    <a:pt x="41399" y="72277"/>
                    <a:pt x="41308" y="72292"/>
                    <a:pt x="41271" y="72395"/>
                  </a:cubicBezTo>
                  <a:lnTo>
                    <a:pt x="42169" y="72480"/>
                  </a:lnTo>
                  <a:cubicBezTo>
                    <a:pt x="42225" y="72592"/>
                    <a:pt x="42029" y="72676"/>
                    <a:pt x="41916" y="72732"/>
                  </a:cubicBezTo>
                  <a:cubicBezTo>
                    <a:pt x="41989" y="72766"/>
                    <a:pt x="42057" y="72780"/>
                    <a:pt x="42123" y="72780"/>
                  </a:cubicBezTo>
                  <a:cubicBezTo>
                    <a:pt x="42374" y="72780"/>
                    <a:pt x="42591" y="72585"/>
                    <a:pt x="42861" y="72585"/>
                  </a:cubicBezTo>
                  <a:cubicBezTo>
                    <a:pt x="42990" y="72585"/>
                    <a:pt x="43130" y="72629"/>
                    <a:pt x="43292" y="72760"/>
                  </a:cubicBezTo>
                  <a:cubicBezTo>
                    <a:pt x="43354" y="72738"/>
                    <a:pt x="43405" y="72727"/>
                    <a:pt x="43448" y="72727"/>
                  </a:cubicBezTo>
                  <a:cubicBezTo>
                    <a:pt x="44044" y="72727"/>
                    <a:pt x="42910" y="74793"/>
                    <a:pt x="44247" y="74950"/>
                  </a:cubicBezTo>
                  <a:cubicBezTo>
                    <a:pt x="44134" y="75259"/>
                    <a:pt x="43713" y="75147"/>
                    <a:pt x="43461" y="75371"/>
                  </a:cubicBezTo>
                  <a:cubicBezTo>
                    <a:pt x="44724" y="76045"/>
                    <a:pt x="44471" y="75989"/>
                    <a:pt x="45847" y="76326"/>
                  </a:cubicBezTo>
                  <a:lnTo>
                    <a:pt x="45791" y="77365"/>
                  </a:lnTo>
                  <a:cubicBezTo>
                    <a:pt x="45910" y="76887"/>
                    <a:pt x="46275" y="76735"/>
                    <a:pt x="46735" y="76735"/>
                  </a:cubicBezTo>
                  <a:cubicBezTo>
                    <a:pt x="47140" y="76735"/>
                    <a:pt x="47618" y="76853"/>
                    <a:pt x="48065" y="76972"/>
                  </a:cubicBezTo>
                  <a:cubicBezTo>
                    <a:pt x="48177" y="76691"/>
                    <a:pt x="48289" y="76410"/>
                    <a:pt x="48402" y="76129"/>
                  </a:cubicBezTo>
                  <a:lnTo>
                    <a:pt x="49412" y="76831"/>
                  </a:lnTo>
                  <a:cubicBezTo>
                    <a:pt x="49356" y="77028"/>
                    <a:pt x="49019" y="77084"/>
                    <a:pt x="48598" y="77140"/>
                  </a:cubicBezTo>
                  <a:cubicBezTo>
                    <a:pt x="48710" y="77168"/>
                    <a:pt x="48795" y="77168"/>
                    <a:pt x="48907" y="77196"/>
                  </a:cubicBezTo>
                  <a:cubicBezTo>
                    <a:pt x="48823" y="77701"/>
                    <a:pt x="48289" y="77814"/>
                    <a:pt x="47700" y="77814"/>
                  </a:cubicBezTo>
                  <a:cubicBezTo>
                    <a:pt x="47784" y="77617"/>
                    <a:pt x="47868" y="77393"/>
                    <a:pt x="47952" y="77196"/>
                  </a:cubicBezTo>
                  <a:cubicBezTo>
                    <a:pt x="47363" y="77196"/>
                    <a:pt x="46801" y="77365"/>
                    <a:pt x="46296" y="77673"/>
                  </a:cubicBezTo>
                  <a:cubicBezTo>
                    <a:pt x="46436" y="77673"/>
                    <a:pt x="46577" y="77758"/>
                    <a:pt x="46689" y="77842"/>
                  </a:cubicBezTo>
                  <a:cubicBezTo>
                    <a:pt x="46549" y="77842"/>
                    <a:pt x="46436" y="77898"/>
                    <a:pt x="46324" y="77982"/>
                  </a:cubicBezTo>
                  <a:cubicBezTo>
                    <a:pt x="46268" y="78066"/>
                    <a:pt x="46493" y="78038"/>
                    <a:pt x="46801" y="78095"/>
                  </a:cubicBezTo>
                  <a:lnTo>
                    <a:pt x="46100" y="78824"/>
                  </a:lnTo>
                  <a:lnTo>
                    <a:pt x="46100" y="78824"/>
                  </a:lnTo>
                  <a:lnTo>
                    <a:pt x="46436" y="78684"/>
                  </a:lnTo>
                  <a:cubicBezTo>
                    <a:pt x="46521" y="79218"/>
                    <a:pt x="46605" y="79723"/>
                    <a:pt x="46717" y="80284"/>
                  </a:cubicBezTo>
                  <a:cubicBezTo>
                    <a:pt x="48149" y="80649"/>
                    <a:pt x="49918" y="80621"/>
                    <a:pt x="51237" y="81688"/>
                  </a:cubicBezTo>
                  <a:cubicBezTo>
                    <a:pt x="50423" y="81800"/>
                    <a:pt x="50255" y="82362"/>
                    <a:pt x="49553" y="82867"/>
                  </a:cubicBezTo>
                  <a:cubicBezTo>
                    <a:pt x="49777" y="82390"/>
                    <a:pt x="49469" y="82165"/>
                    <a:pt x="49104" y="81969"/>
                  </a:cubicBezTo>
                  <a:cubicBezTo>
                    <a:pt x="48735" y="81784"/>
                    <a:pt x="48267" y="81575"/>
                    <a:pt x="48072" y="81202"/>
                  </a:cubicBezTo>
                  <a:lnTo>
                    <a:pt x="48072" y="81202"/>
                  </a:lnTo>
                  <a:cubicBezTo>
                    <a:pt x="48153" y="81448"/>
                    <a:pt x="47959" y="81722"/>
                    <a:pt x="47707" y="81722"/>
                  </a:cubicBezTo>
                  <a:cubicBezTo>
                    <a:pt x="47686" y="81722"/>
                    <a:pt x="47665" y="81720"/>
                    <a:pt x="47644" y="81716"/>
                  </a:cubicBezTo>
                  <a:lnTo>
                    <a:pt x="47644" y="81716"/>
                  </a:lnTo>
                  <a:cubicBezTo>
                    <a:pt x="48177" y="81997"/>
                    <a:pt x="48739" y="82306"/>
                    <a:pt x="49300" y="82558"/>
                  </a:cubicBezTo>
                  <a:cubicBezTo>
                    <a:pt x="48710" y="82951"/>
                    <a:pt x="49075" y="83176"/>
                    <a:pt x="49132" y="83709"/>
                  </a:cubicBezTo>
                  <a:cubicBezTo>
                    <a:pt x="49371" y="83410"/>
                    <a:pt x="49587" y="83294"/>
                    <a:pt x="49796" y="83294"/>
                  </a:cubicBezTo>
                  <a:cubicBezTo>
                    <a:pt x="49979" y="83294"/>
                    <a:pt x="50156" y="83382"/>
                    <a:pt x="50339" y="83513"/>
                  </a:cubicBezTo>
                  <a:cubicBezTo>
                    <a:pt x="50704" y="83766"/>
                    <a:pt x="51069" y="84215"/>
                    <a:pt x="51462" y="84299"/>
                  </a:cubicBezTo>
                  <a:cubicBezTo>
                    <a:pt x="51303" y="84472"/>
                    <a:pt x="51101" y="84615"/>
                    <a:pt x="50876" y="84615"/>
                  </a:cubicBezTo>
                  <a:cubicBezTo>
                    <a:pt x="50663" y="84615"/>
                    <a:pt x="50431" y="84486"/>
                    <a:pt x="50198" y="84131"/>
                  </a:cubicBezTo>
                  <a:lnTo>
                    <a:pt x="50198" y="84131"/>
                  </a:lnTo>
                  <a:cubicBezTo>
                    <a:pt x="50138" y="84636"/>
                    <a:pt x="50397" y="84763"/>
                    <a:pt x="50736" y="84763"/>
                  </a:cubicBezTo>
                  <a:cubicBezTo>
                    <a:pt x="50868" y="84763"/>
                    <a:pt x="51012" y="84744"/>
                    <a:pt x="51153" y="84720"/>
                  </a:cubicBezTo>
                  <a:cubicBezTo>
                    <a:pt x="51352" y="84689"/>
                    <a:pt x="51546" y="84654"/>
                    <a:pt x="51714" y="84654"/>
                  </a:cubicBezTo>
                  <a:cubicBezTo>
                    <a:pt x="51997" y="84654"/>
                    <a:pt x="52202" y="84754"/>
                    <a:pt x="52220" y="85141"/>
                  </a:cubicBezTo>
                  <a:cubicBezTo>
                    <a:pt x="52095" y="85058"/>
                    <a:pt x="52047" y="84960"/>
                    <a:pt x="51940" y="84960"/>
                  </a:cubicBezTo>
                  <a:cubicBezTo>
                    <a:pt x="51902" y="84960"/>
                    <a:pt x="51857" y="84972"/>
                    <a:pt x="51799" y="85001"/>
                  </a:cubicBezTo>
                  <a:cubicBezTo>
                    <a:pt x="52136" y="85057"/>
                    <a:pt x="52444" y="85254"/>
                    <a:pt x="52641" y="85562"/>
                  </a:cubicBezTo>
                  <a:cubicBezTo>
                    <a:pt x="52837" y="85815"/>
                    <a:pt x="52894" y="86124"/>
                    <a:pt x="52669" y="86180"/>
                  </a:cubicBezTo>
                  <a:lnTo>
                    <a:pt x="52472" y="86068"/>
                  </a:lnTo>
                  <a:lnTo>
                    <a:pt x="52472" y="86068"/>
                  </a:lnTo>
                  <a:cubicBezTo>
                    <a:pt x="53146" y="86713"/>
                    <a:pt x="53932" y="87247"/>
                    <a:pt x="54831" y="87556"/>
                  </a:cubicBezTo>
                  <a:cubicBezTo>
                    <a:pt x="55221" y="87686"/>
                    <a:pt x="55592" y="87756"/>
                    <a:pt x="55915" y="87756"/>
                  </a:cubicBezTo>
                  <a:cubicBezTo>
                    <a:pt x="56359" y="87756"/>
                    <a:pt x="56713" y="87624"/>
                    <a:pt x="56908" y="87331"/>
                  </a:cubicBezTo>
                  <a:lnTo>
                    <a:pt x="56908" y="87331"/>
                  </a:lnTo>
                  <a:cubicBezTo>
                    <a:pt x="56656" y="87836"/>
                    <a:pt x="56347" y="88314"/>
                    <a:pt x="56010" y="88763"/>
                  </a:cubicBezTo>
                  <a:cubicBezTo>
                    <a:pt x="57301" y="87893"/>
                    <a:pt x="58480" y="86882"/>
                    <a:pt x="59519" y="85731"/>
                  </a:cubicBezTo>
                  <a:lnTo>
                    <a:pt x="59519" y="85731"/>
                  </a:lnTo>
                  <a:cubicBezTo>
                    <a:pt x="59295" y="86208"/>
                    <a:pt x="59182" y="87078"/>
                    <a:pt x="59014" y="87865"/>
                  </a:cubicBezTo>
                  <a:cubicBezTo>
                    <a:pt x="58845" y="88651"/>
                    <a:pt x="58593" y="89381"/>
                    <a:pt x="57919" y="89493"/>
                  </a:cubicBezTo>
                  <a:cubicBezTo>
                    <a:pt x="58192" y="89747"/>
                    <a:pt x="58533" y="89878"/>
                    <a:pt x="58886" y="89878"/>
                  </a:cubicBezTo>
                  <a:cubicBezTo>
                    <a:pt x="59040" y="89878"/>
                    <a:pt x="59197" y="89853"/>
                    <a:pt x="59351" y="89802"/>
                  </a:cubicBezTo>
                  <a:cubicBezTo>
                    <a:pt x="59154" y="89633"/>
                    <a:pt x="59154" y="88230"/>
                    <a:pt x="59463" y="88230"/>
                  </a:cubicBezTo>
                  <a:cubicBezTo>
                    <a:pt x="59603" y="88566"/>
                    <a:pt x="59772" y="88903"/>
                    <a:pt x="59968" y="89212"/>
                  </a:cubicBezTo>
                  <a:cubicBezTo>
                    <a:pt x="60236" y="89480"/>
                    <a:pt x="60453" y="89748"/>
                    <a:pt x="60668" y="90040"/>
                  </a:cubicBezTo>
                  <a:lnTo>
                    <a:pt x="60668" y="90040"/>
                  </a:lnTo>
                  <a:cubicBezTo>
                    <a:pt x="60481" y="89693"/>
                    <a:pt x="61028" y="88417"/>
                    <a:pt x="61452" y="88417"/>
                  </a:cubicBezTo>
                  <a:cubicBezTo>
                    <a:pt x="61473" y="88417"/>
                    <a:pt x="61493" y="88420"/>
                    <a:pt x="61513" y="88426"/>
                  </a:cubicBezTo>
                  <a:cubicBezTo>
                    <a:pt x="61403" y="88645"/>
                    <a:pt x="61321" y="89927"/>
                    <a:pt x="61135" y="90125"/>
                  </a:cubicBezTo>
                  <a:lnTo>
                    <a:pt x="61135" y="90125"/>
                  </a:lnTo>
                  <a:cubicBezTo>
                    <a:pt x="61605" y="89706"/>
                    <a:pt x="62050" y="89264"/>
                    <a:pt x="62494" y="88820"/>
                  </a:cubicBezTo>
                  <a:lnTo>
                    <a:pt x="62494" y="88820"/>
                  </a:lnTo>
                  <a:cubicBezTo>
                    <a:pt x="62240" y="89172"/>
                    <a:pt x="62375" y="90097"/>
                    <a:pt x="62579" y="90532"/>
                  </a:cubicBezTo>
                  <a:cubicBezTo>
                    <a:pt x="62549" y="90440"/>
                    <a:pt x="62616" y="90409"/>
                    <a:pt x="62736" y="90409"/>
                  </a:cubicBezTo>
                  <a:cubicBezTo>
                    <a:pt x="63000" y="90409"/>
                    <a:pt x="63518" y="90558"/>
                    <a:pt x="63833" y="90558"/>
                  </a:cubicBezTo>
                  <a:cubicBezTo>
                    <a:pt x="63905" y="90558"/>
                    <a:pt x="63966" y="90551"/>
                    <a:pt x="64011" y="90532"/>
                  </a:cubicBezTo>
                  <a:lnTo>
                    <a:pt x="63562" y="90111"/>
                  </a:lnTo>
                  <a:lnTo>
                    <a:pt x="63562" y="90111"/>
                  </a:lnTo>
                  <a:cubicBezTo>
                    <a:pt x="63659" y="90136"/>
                    <a:pt x="63750" y="90147"/>
                    <a:pt x="63835" y="90147"/>
                  </a:cubicBezTo>
                  <a:cubicBezTo>
                    <a:pt x="64950" y="90147"/>
                    <a:pt x="65179" y="88165"/>
                    <a:pt x="66273" y="88165"/>
                  </a:cubicBezTo>
                  <a:cubicBezTo>
                    <a:pt x="66313" y="88165"/>
                    <a:pt x="66355" y="88168"/>
                    <a:pt x="66398" y="88173"/>
                  </a:cubicBezTo>
                  <a:cubicBezTo>
                    <a:pt x="66229" y="88510"/>
                    <a:pt x="65892" y="90167"/>
                    <a:pt x="66566" y="90391"/>
                  </a:cubicBezTo>
                  <a:cubicBezTo>
                    <a:pt x="66931" y="89605"/>
                    <a:pt x="68138" y="86573"/>
                    <a:pt x="69317" y="86012"/>
                  </a:cubicBezTo>
                  <a:lnTo>
                    <a:pt x="69514" y="86489"/>
                  </a:lnTo>
                  <a:cubicBezTo>
                    <a:pt x="69823" y="86320"/>
                    <a:pt x="70131" y="86124"/>
                    <a:pt x="70440" y="85984"/>
                  </a:cubicBezTo>
                  <a:lnTo>
                    <a:pt x="70440" y="85984"/>
                  </a:lnTo>
                  <a:cubicBezTo>
                    <a:pt x="69542" y="87640"/>
                    <a:pt x="68475" y="89212"/>
                    <a:pt x="67240" y="90616"/>
                  </a:cubicBezTo>
                  <a:cubicBezTo>
                    <a:pt x="67745" y="91009"/>
                    <a:pt x="67352" y="91177"/>
                    <a:pt x="68110" y="91177"/>
                  </a:cubicBezTo>
                  <a:cubicBezTo>
                    <a:pt x="68363" y="91627"/>
                    <a:pt x="67689" y="91795"/>
                    <a:pt x="67436" y="91823"/>
                  </a:cubicBezTo>
                  <a:lnTo>
                    <a:pt x="69205" y="92160"/>
                  </a:lnTo>
                  <a:cubicBezTo>
                    <a:pt x="69149" y="91234"/>
                    <a:pt x="70609" y="91262"/>
                    <a:pt x="70553" y="90476"/>
                  </a:cubicBezTo>
                  <a:lnTo>
                    <a:pt x="70553" y="90476"/>
                  </a:lnTo>
                  <a:cubicBezTo>
                    <a:pt x="69907" y="90784"/>
                    <a:pt x="69261" y="91093"/>
                    <a:pt x="68587" y="91402"/>
                  </a:cubicBezTo>
                  <a:cubicBezTo>
                    <a:pt x="68561" y="90499"/>
                    <a:pt x="69664" y="88944"/>
                    <a:pt x="70853" y="88944"/>
                  </a:cubicBezTo>
                  <a:cubicBezTo>
                    <a:pt x="70921" y="88944"/>
                    <a:pt x="70989" y="88949"/>
                    <a:pt x="71058" y="88959"/>
                  </a:cubicBezTo>
                  <a:cubicBezTo>
                    <a:pt x="71367" y="89353"/>
                    <a:pt x="70777" y="90616"/>
                    <a:pt x="70777" y="90953"/>
                  </a:cubicBezTo>
                  <a:cubicBezTo>
                    <a:pt x="70901" y="90705"/>
                    <a:pt x="71497" y="90502"/>
                    <a:pt x="71847" y="90502"/>
                  </a:cubicBezTo>
                  <a:cubicBezTo>
                    <a:pt x="71973" y="90502"/>
                    <a:pt x="72067" y="90529"/>
                    <a:pt x="72097" y="90588"/>
                  </a:cubicBezTo>
                  <a:lnTo>
                    <a:pt x="71563" y="91093"/>
                  </a:lnTo>
                  <a:cubicBezTo>
                    <a:pt x="71633" y="91127"/>
                    <a:pt x="71701" y="91141"/>
                    <a:pt x="71766" y="91141"/>
                  </a:cubicBezTo>
                  <a:cubicBezTo>
                    <a:pt x="72205" y="91141"/>
                    <a:pt x="72560" y="90488"/>
                    <a:pt x="73023" y="90488"/>
                  </a:cubicBezTo>
                  <a:cubicBezTo>
                    <a:pt x="73185" y="90488"/>
                    <a:pt x="73360" y="90568"/>
                    <a:pt x="73557" y="90784"/>
                  </a:cubicBezTo>
                  <a:cubicBezTo>
                    <a:pt x="73783" y="90830"/>
                    <a:pt x="74190" y="91584"/>
                    <a:pt x="74370" y="91584"/>
                  </a:cubicBezTo>
                  <a:cubicBezTo>
                    <a:pt x="74414" y="91584"/>
                    <a:pt x="74444" y="91540"/>
                    <a:pt x="74455" y="91430"/>
                  </a:cubicBezTo>
                  <a:cubicBezTo>
                    <a:pt x="73978" y="90363"/>
                    <a:pt x="73922" y="87022"/>
                    <a:pt x="74258" y="86208"/>
                  </a:cubicBezTo>
                  <a:lnTo>
                    <a:pt x="74258" y="86208"/>
                  </a:lnTo>
                  <a:cubicBezTo>
                    <a:pt x="74343" y="86292"/>
                    <a:pt x="75718" y="87247"/>
                    <a:pt x="76055" y="87780"/>
                  </a:cubicBezTo>
                  <a:cubicBezTo>
                    <a:pt x="76532" y="88623"/>
                    <a:pt x="75353" y="89802"/>
                    <a:pt x="75746" y="90504"/>
                  </a:cubicBezTo>
                  <a:cubicBezTo>
                    <a:pt x="75803" y="90251"/>
                    <a:pt x="75943" y="90026"/>
                    <a:pt x="76139" y="89830"/>
                  </a:cubicBezTo>
                  <a:lnTo>
                    <a:pt x="76139" y="89830"/>
                  </a:lnTo>
                  <a:cubicBezTo>
                    <a:pt x="76422" y="90035"/>
                    <a:pt x="76094" y="90546"/>
                    <a:pt x="76529" y="90546"/>
                  </a:cubicBezTo>
                  <a:cubicBezTo>
                    <a:pt x="76570" y="90546"/>
                    <a:pt x="76618" y="90541"/>
                    <a:pt x="76673" y="90532"/>
                  </a:cubicBezTo>
                  <a:cubicBezTo>
                    <a:pt x="76717" y="90157"/>
                    <a:pt x="76934" y="90085"/>
                    <a:pt x="77119" y="90085"/>
                  </a:cubicBezTo>
                  <a:cubicBezTo>
                    <a:pt x="77234" y="90085"/>
                    <a:pt x="77336" y="90113"/>
                    <a:pt x="77376" y="90113"/>
                  </a:cubicBezTo>
                  <a:cubicBezTo>
                    <a:pt x="77436" y="90113"/>
                    <a:pt x="77359" y="90051"/>
                    <a:pt x="76982" y="89746"/>
                  </a:cubicBezTo>
                  <a:cubicBezTo>
                    <a:pt x="77142" y="89669"/>
                    <a:pt x="77264" y="89641"/>
                    <a:pt x="77369" y="89641"/>
                  </a:cubicBezTo>
                  <a:cubicBezTo>
                    <a:pt x="77662" y="89641"/>
                    <a:pt x="77819" y="89863"/>
                    <a:pt x="78292" y="89863"/>
                  </a:cubicBezTo>
                  <a:cubicBezTo>
                    <a:pt x="78330" y="89863"/>
                    <a:pt x="78371" y="89861"/>
                    <a:pt x="78413" y="89858"/>
                  </a:cubicBezTo>
                  <a:cubicBezTo>
                    <a:pt x="78189" y="89240"/>
                    <a:pt x="79059" y="87752"/>
                    <a:pt x="79677" y="87443"/>
                  </a:cubicBezTo>
                  <a:cubicBezTo>
                    <a:pt x="79677" y="87696"/>
                    <a:pt x="79761" y="87949"/>
                    <a:pt x="79873" y="88145"/>
                  </a:cubicBezTo>
                  <a:cubicBezTo>
                    <a:pt x="81147" y="88200"/>
                    <a:pt x="81846" y="88568"/>
                    <a:pt x="83004" y="88568"/>
                  </a:cubicBezTo>
                  <a:cubicBezTo>
                    <a:pt x="83046" y="88568"/>
                    <a:pt x="83088" y="88567"/>
                    <a:pt x="83130" y="88566"/>
                  </a:cubicBezTo>
                  <a:cubicBezTo>
                    <a:pt x="83242" y="88791"/>
                    <a:pt x="83860" y="89044"/>
                    <a:pt x="83607" y="89465"/>
                  </a:cubicBezTo>
                  <a:cubicBezTo>
                    <a:pt x="83804" y="89296"/>
                    <a:pt x="83944" y="88959"/>
                    <a:pt x="84309" y="88903"/>
                  </a:cubicBezTo>
                  <a:lnTo>
                    <a:pt x="84309" y="88903"/>
                  </a:lnTo>
                  <a:cubicBezTo>
                    <a:pt x="85095" y="89689"/>
                    <a:pt x="83495" y="89100"/>
                    <a:pt x="84113" y="90054"/>
                  </a:cubicBezTo>
                  <a:cubicBezTo>
                    <a:pt x="84113" y="89493"/>
                    <a:pt x="85039" y="89240"/>
                    <a:pt x="85544" y="88847"/>
                  </a:cubicBezTo>
                  <a:cubicBezTo>
                    <a:pt x="85470" y="88568"/>
                    <a:pt x="85309" y="88465"/>
                    <a:pt x="85109" y="88465"/>
                  </a:cubicBezTo>
                  <a:cubicBezTo>
                    <a:pt x="84705" y="88465"/>
                    <a:pt x="84142" y="88884"/>
                    <a:pt x="83804" y="89128"/>
                  </a:cubicBezTo>
                  <a:cubicBezTo>
                    <a:pt x="83748" y="87949"/>
                    <a:pt x="84590" y="86657"/>
                    <a:pt x="85825" y="86040"/>
                  </a:cubicBezTo>
                  <a:cubicBezTo>
                    <a:pt x="85967" y="85987"/>
                    <a:pt x="86078" y="85965"/>
                    <a:pt x="86164" y="85965"/>
                  </a:cubicBezTo>
                  <a:cubicBezTo>
                    <a:pt x="86633" y="85965"/>
                    <a:pt x="86380" y="86619"/>
                    <a:pt x="86444" y="86619"/>
                  </a:cubicBezTo>
                  <a:cubicBezTo>
                    <a:pt x="86450" y="86619"/>
                    <a:pt x="86459" y="86613"/>
                    <a:pt x="86471" y="86601"/>
                  </a:cubicBezTo>
                  <a:cubicBezTo>
                    <a:pt x="86506" y="86603"/>
                    <a:pt x="86540" y="86603"/>
                    <a:pt x="86573" y="86603"/>
                  </a:cubicBezTo>
                  <a:cubicBezTo>
                    <a:pt x="88110" y="86603"/>
                    <a:pt x="88010" y="84997"/>
                    <a:pt x="88963" y="84997"/>
                  </a:cubicBezTo>
                  <a:cubicBezTo>
                    <a:pt x="89120" y="84997"/>
                    <a:pt x="89305" y="85040"/>
                    <a:pt x="89531" y="85141"/>
                  </a:cubicBezTo>
                  <a:cubicBezTo>
                    <a:pt x="90205" y="85843"/>
                    <a:pt x="89671" y="86629"/>
                    <a:pt x="89868" y="87163"/>
                  </a:cubicBezTo>
                  <a:cubicBezTo>
                    <a:pt x="89715" y="87228"/>
                    <a:pt x="89572" y="87255"/>
                    <a:pt x="89437" y="87255"/>
                  </a:cubicBezTo>
                  <a:cubicBezTo>
                    <a:pt x="88909" y="87255"/>
                    <a:pt x="88507" y="86851"/>
                    <a:pt x="88080" y="86851"/>
                  </a:cubicBezTo>
                  <a:cubicBezTo>
                    <a:pt x="88059" y="86851"/>
                    <a:pt x="88037" y="86852"/>
                    <a:pt x="88015" y="86854"/>
                  </a:cubicBezTo>
                  <a:lnTo>
                    <a:pt x="88717" y="87163"/>
                  </a:lnTo>
                  <a:cubicBezTo>
                    <a:pt x="88551" y="87369"/>
                    <a:pt x="88218" y="87546"/>
                    <a:pt x="87920" y="87546"/>
                  </a:cubicBezTo>
                  <a:cubicBezTo>
                    <a:pt x="87813" y="87546"/>
                    <a:pt x="87711" y="87523"/>
                    <a:pt x="87622" y="87472"/>
                  </a:cubicBezTo>
                  <a:lnTo>
                    <a:pt x="87622" y="87472"/>
                  </a:lnTo>
                  <a:cubicBezTo>
                    <a:pt x="87824" y="87674"/>
                    <a:pt x="88231" y="87732"/>
                    <a:pt x="88748" y="87732"/>
                  </a:cubicBezTo>
                  <a:cubicBezTo>
                    <a:pt x="89021" y="87732"/>
                    <a:pt x="89324" y="87715"/>
                    <a:pt x="89643" y="87696"/>
                  </a:cubicBezTo>
                  <a:cubicBezTo>
                    <a:pt x="89961" y="87676"/>
                    <a:pt x="90307" y="87656"/>
                    <a:pt x="90641" y="87656"/>
                  </a:cubicBezTo>
                  <a:cubicBezTo>
                    <a:pt x="90779" y="87656"/>
                    <a:pt x="90915" y="87660"/>
                    <a:pt x="91047" y="87668"/>
                  </a:cubicBezTo>
                  <a:cubicBezTo>
                    <a:pt x="91124" y="87663"/>
                    <a:pt x="91200" y="87661"/>
                    <a:pt x="91276" y="87661"/>
                  </a:cubicBezTo>
                  <a:cubicBezTo>
                    <a:pt x="91641" y="87661"/>
                    <a:pt x="91990" y="87715"/>
                    <a:pt x="92338" y="87808"/>
                  </a:cubicBezTo>
                  <a:cubicBezTo>
                    <a:pt x="92591" y="87528"/>
                    <a:pt x="93012" y="87219"/>
                    <a:pt x="92760" y="86938"/>
                  </a:cubicBezTo>
                  <a:lnTo>
                    <a:pt x="92760" y="86938"/>
                  </a:lnTo>
                  <a:lnTo>
                    <a:pt x="92310" y="87107"/>
                  </a:lnTo>
                  <a:cubicBezTo>
                    <a:pt x="91833" y="86545"/>
                    <a:pt x="93096" y="86180"/>
                    <a:pt x="92479" y="85955"/>
                  </a:cubicBezTo>
                  <a:cubicBezTo>
                    <a:pt x="92961" y="85521"/>
                    <a:pt x="93485" y="84921"/>
                    <a:pt x="94193" y="84921"/>
                  </a:cubicBezTo>
                  <a:cubicBezTo>
                    <a:pt x="94309" y="84921"/>
                    <a:pt x="94430" y="84937"/>
                    <a:pt x="94556" y="84973"/>
                  </a:cubicBezTo>
                  <a:lnTo>
                    <a:pt x="94809" y="85787"/>
                  </a:lnTo>
                  <a:cubicBezTo>
                    <a:pt x="94709" y="85604"/>
                    <a:pt x="94531" y="85510"/>
                    <a:pt x="94344" y="85510"/>
                  </a:cubicBezTo>
                  <a:cubicBezTo>
                    <a:pt x="94257" y="85510"/>
                    <a:pt x="94168" y="85531"/>
                    <a:pt x="94084" y="85572"/>
                  </a:cubicBezTo>
                  <a:lnTo>
                    <a:pt x="94084" y="85572"/>
                  </a:lnTo>
                  <a:cubicBezTo>
                    <a:pt x="94104" y="85567"/>
                    <a:pt x="94125" y="85565"/>
                    <a:pt x="94147" y="85565"/>
                  </a:cubicBezTo>
                  <a:cubicBezTo>
                    <a:pt x="94439" y="85565"/>
                    <a:pt x="94904" y="85943"/>
                    <a:pt x="95262" y="85943"/>
                  </a:cubicBezTo>
                  <a:cubicBezTo>
                    <a:pt x="95458" y="85943"/>
                    <a:pt x="95622" y="85829"/>
                    <a:pt x="95707" y="85478"/>
                  </a:cubicBezTo>
                  <a:lnTo>
                    <a:pt x="95034" y="84945"/>
                  </a:lnTo>
                  <a:cubicBezTo>
                    <a:pt x="95546" y="84483"/>
                    <a:pt x="96106" y="83600"/>
                    <a:pt x="96798" y="83600"/>
                  </a:cubicBezTo>
                  <a:cubicBezTo>
                    <a:pt x="96864" y="83600"/>
                    <a:pt x="96931" y="83608"/>
                    <a:pt x="96999" y="83625"/>
                  </a:cubicBezTo>
                  <a:cubicBezTo>
                    <a:pt x="96822" y="83304"/>
                    <a:pt x="96758" y="83254"/>
                    <a:pt x="96706" y="83254"/>
                  </a:cubicBezTo>
                  <a:cubicBezTo>
                    <a:pt x="96683" y="83254"/>
                    <a:pt x="96662" y="83264"/>
                    <a:pt x="96634" y="83264"/>
                  </a:cubicBezTo>
                  <a:cubicBezTo>
                    <a:pt x="96567" y="83264"/>
                    <a:pt x="96460" y="83206"/>
                    <a:pt x="96185" y="82811"/>
                  </a:cubicBezTo>
                  <a:lnTo>
                    <a:pt x="96185" y="82811"/>
                  </a:lnTo>
                  <a:cubicBezTo>
                    <a:pt x="96781" y="83949"/>
                    <a:pt x="94423" y="83074"/>
                    <a:pt x="95064" y="84095"/>
                  </a:cubicBezTo>
                  <a:lnTo>
                    <a:pt x="95064" y="84095"/>
                  </a:lnTo>
                  <a:cubicBezTo>
                    <a:pt x="94419" y="83204"/>
                    <a:pt x="94103" y="83841"/>
                    <a:pt x="93321" y="82951"/>
                  </a:cubicBezTo>
                  <a:lnTo>
                    <a:pt x="93321" y="82951"/>
                  </a:lnTo>
                  <a:cubicBezTo>
                    <a:pt x="93346" y="83203"/>
                    <a:pt x="93574" y="83409"/>
                    <a:pt x="93137" y="83409"/>
                  </a:cubicBezTo>
                  <a:cubicBezTo>
                    <a:pt x="93086" y="83409"/>
                    <a:pt x="93026" y="83407"/>
                    <a:pt x="92956" y="83401"/>
                  </a:cubicBezTo>
                  <a:cubicBezTo>
                    <a:pt x="92928" y="83485"/>
                    <a:pt x="92900" y="83569"/>
                    <a:pt x="92844" y="83653"/>
                  </a:cubicBezTo>
                  <a:lnTo>
                    <a:pt x="92788" y="83653"/>
                  </a:lnTo>
                  <a:lnTo>
                    <a:pt x="92844" y="83681"/>
                  </a:lnTo>
                  <a:cubicBezTo>
                    <a:pt x="93012" y="83794"/>
                    <a:pt x="93125" y="83906"/>
                    <a:pt x="93209" y="84074"/>
                  </a:cubicBezTo>
                  <a:cubicBezTo>
                    <a:pt x="92956" y="84776"/>
                    <a:pt x="91945" y="84861"/>
                    <a:pt x="91637" y="85226"/>
                  </a:cubicBezTo>
                  <a:cubicBezTo>
                    <a:pt x="91244" y="85113"/>
                    <a:pt x="91777" y="84861"/>
                    <a:pt x="91524" y="84608"/>
                  </a:cubicBezTo>
                  <a:lnTo>
                    <a:pt x="91524" y="84608"/>
                  </a:lnTo>
                  <a:lnTo>
                    <a:pt x="91075" y="85169"/>
                  </a:lnTo>
                  <a:cubicBezTo>
                    <a:pt x="90963" y="84524"/>
                    <a:pt x="89952" y="84215"/>
                    <a:pt x="90822" y="83766"/>
                  </a:cubicBezTo>
                  <a:cubicBezTo>
                    <a:pt x="90542" y="83766"/>
                    <a:pt x="90289" y="83794"/>
                    <a:pt x="90008" y="83794"/>
                  </a:cubicBezTo>
                  <a:cubicBezTo>
                    <a:pt x="89722" y="83619"/>
                    <a:pt x="89390" y="83516"/>
                    <a:pt x="89090" y="83516"/>
                  </a:cubicBezTo>
                  <a:cubicBezTo>
                    <a:pt x="88861" y="83516"/>
                    <a:pt x="88650" y="83576"/>
                    <a:pt x="88492" y="83709"/>
                  </a:cubicBezTo>
                  <a:cubicBezTo>
                    <a:pt x="88468" y="83703"/>
                    <a:pt x="88443" y="83699"/>
                    <a:pt x="88418" y="83699"/>
                  </a:cubicBezTo>
                  <a:cubicBezTo>
                    <a:pt x="88132" y="83699"/>
                    <a:pt x="87817" y="84121"/>
                    <a:pt x="87795" y="84121"/>
                  </a:cubicBezTo>
                  <a:cubicBezTo>
                    <a:pt x="87787" y="84121"/>
                    <a:pt x="87810" y="84078"/>
                    <a:pt x="87875" y="83962"/>
                  </a:cubicBezTo>
                  <a:lnTo>
                    <a:pt x="87875" y="83962"/>
                  </a:lnTo>
                  <a:cubicBezTo>
                    <a:pt x="87453" y="84131"/>
                    <a:pt x="87060" y="84299"/>
                    <a:pt x="86639" y="84439"/>
                  </a:cubicBezTo>
                  <a:lnTo>
                    <a:pt x="86611" y="84271"/>
                  </a:lnTo>
                  <a:cubicBezTo>
                    <a:pt x="85994" y="84271"/>
                    <a:pt x="85376" y="84580"/>
                    <a:pt x="84730" y="84748"/>
                  </a:cubicBezTo>
                  <a:cubicBezTo>
                    <a:pt x="84473" y="84834"/>
                    <a:pt x="84216" y="84871"/>
                    <a:pt x="83958" y="84871"/>
                  </a:cubicBezTo>
                  <a:cubicBezTo>
                    <a:pt x="83879" y="84871"/>
                    <a:pt x="83799" y="84867"/>
                    <a:pt x="83720" y="84861"/>
                  </a:cubicBezTo>
                  <a:cubicBezTo>
                    <a:pt x="83327" y="84804"/>
                    <a:pt x="82962" y="84664"/>
                    <a:pt x="82681" y="84411"/>
                  </a:cubicBezTo>
                  <a:cubicBezTo>
                    <a:pt x="82323" y="84601"/>
                    <a:pt x="81918" y="84696"/>
                    <a:pt x="81524" y="84696"/>
                  </a:cubicBezTo>
                  <a:cubicBezTo>
                    <a:pt x="81393" y="84696"/>
                    <a:pt x="81263" y="84685"/>
                    <a:pt x="81137" y="84664"/>
                  </a:cubicBezTo>
                  <a:lnTo>
                    <a:pt x="80968" y="84103"/>
                  </a:lnTo>
                  <a:cubicBezTo>
                    <a:pt x="80890" y="84135"/>
                    <a:pt x="80800" y="84148"/>
                    <a:pt x="80702" y="84148"/>
                  </a:cubicBezTo>
                  <a:cubicBezTo>
                    <a:pt x="80333" y="84148"/>
                    <a:pt x="79859" y="83963"/>
                    <a:pt x="79524" y="83963"/>
                  </a:cubicBezTo>
                  <a:cubicBezTo>
                    <a:pt x="79343" y="83963"/>
                    <a:pt x="79202" y="84018"/>
                    <a:pt x="79143" y="84187"/>
                  </a:cubicBezTo>
                  <a:cubicBezTo>
                    <a:pt x="78899" y="83609"/>
                    <a:pt x="78440" y="83449"/>
                    <a:pt x="77916" y="83449"/>
                  </a:cubicBezTo>
                  <a:cubicBezTo>
                    <a:pt x="77264" y="83449"/>
                    <a:pt x="76512" y="83698"/>
                    <a:pt x="75953" y="83698"/>
                  </a:cubicBezTo>
                  <a:cubicBezTo>
                    <a:pt x="75826" y="83698"/>
                    <a:pt x="75710" y="83685"/>
                    <a:pt x="75606" y="83653"/>
                  </a:cubicBezTo>
                  <a:lnTo>
                    <a:pt x="75578" y="84355"/>
                  </a:lnTo>
                  <a:cubicBezTo>
                    <a:pt x="74848" y="84355"/>
                    <a:pt x="74146" y="84496"/>
                    <a:pt x="73472" y="84804"/>
                  </a:cubicBezTo>
                  <a:lnTo>
                    <a:pt x="73528" y="85422"/>
                  </a:lnTo>
                  <a:cubicBezTo>
                    <a:pt x="73384" y="85526"/>
                    <a:pt x="73224" y="85567"/>
                    <a:pt x="73050" y="85567"/>
                  </a:cubicBezTo>
                  <a:cubicBezTo>
                    <a:pt x="72389" y="85567"/>
                    <a:pt x="71538" y="84972"/>
                    <a:pt x="70683" y="84972"/>
                  </a:cubicBezTo>
                  <a:cubicBezTo>
                    <a:pt x="70668" y="84972"/>
                    <a:pt x="70652" y="84972"/>
                    <a:pt x="70637" y="84973"/>
                  </a:cubicBezTo>
                  <a:cubicBezTo>
                    <a:pt x="70676" y="84868"/>
                    <a:pt x="70758" y="84825"/>
                    <a:pt x="70853" y="84825"/>
                  </a:cubicBezTo>
                  <a:cubicBezTo>
                    <a:pt x="70964" y="84825"/>
                    <a:pt x="71093" y="84883"/>
                    <a:pt x="71198" y="84973"/>
                  </a:cubicBezTo>
                  <a:cubicBezTo>
                    <a:pt x="70886" y="84619"/>
                    <a:pt x="70557" y="84497"/>
                    <a:pt x="70221" y="84497"/>
                  </a:cubicBezTo>
                  <a:cubicBezTo>
                    <a:pt x="69464" y="84497"/>
                    <a:pt x="68670" y="85119"/>
                    <a:pt x="67958" y="85119"/>
                  </a:cubicBezTo>
                  <a:cubicBezTo>
                    <a:pt x="67707" y="85119"/>
                    <a:pt x="67466" y="85042"/>
                    <a:pt x="67240" y="84832"/>
                  </a:cubicBezTo>
                  <a:cubicBezTo>
                    <a:pt x="67140" y="84907"/>
                    <a:pt x="67024" y="84943"/>
                    <a:pt x="66912" y="84943"/>
                  </a:cubicBezTo>
                  <a:cubicBezTo>
                    <a:pt x="66769" y="84943"/>
                    <a:pt x="66632" y="84886"/>
                    <a:pt x="66538" y="84776"/>
                  </a:cubicBezTo>
                  <a:cubicBezTo>
                    <a:pt x="66538" y="84776"/>
                    <a:pt x="66566" y="84776"/>
                    <a:pt x="66594" y="84748"/>
                  </a:cubicBezTo>
                  <a:lnTo>
                    <a:pt x="66482" y="84748"/>
                  </a:lnTo>
                  <a:cubicBezTo>
                    <a:pt x="66341" y="84636"/>
                    <a:pt x="66229" y="84496"/>
                    <a:pt x="66089" y="84411"/>
                  </a:cubicBezTo>
                  <a:lnTo>
                    <a:pt x="66089" y="84411"/>
                  </a:lnTo>
                  <a:cubicBezTo>
                    <a:pt x="66173" y="84524"/>
                    <a:pt x="66285" y="84664"/>
                    <a:pt x="66426" y="84748"/>
                  </a:cubicBezTo>
                  <a:cubicBezTo>
                    <a:pt x="66089" y="84776"/>
                    <a:pt x="65780" y="84832"/>
                    <a:pt x="65499" y="84945"/>
                  </a:cubicBezTo>
                  <a:lnTo>
                    <a:pt x="65387" y="84243"/>
                  </a:lnTo>
                  <a:lnTo>
                    <a:pt x="65331" y="84243"/>
                  </a:lnTo>
                  <a:cubicBezTo>
                    <a:pt x="65275" y="84193"/>
                    <a:pt x="65230" y="84170"/>
                    <a:pt x="65194" y="84170"/>
                  </a:cubicBezTo>
                  <a:cubicBezTo>
                    <a:pt x="65026" y="84170"/>
                    <a:pt x="65047" y="84642"/>
                    <a:pt x="65162" y="85057"/>
                  </a:cubicBezTo>
                  <a:cubicBezTo>
                    <a:pt x="64994" y="85169"/>
                    <a:pt x="64825" y="85282"/>
                    <a:pt x="64713" y="85450"/>
                  </a:cubicBezTo>
                  <a:cubicBezTo>
                    <a:pt x="64646" y="85069"/>
                    <a:pt x="64518" y="84979"/>
                    <a:pt x="64369" y="84979"/>
                  </a:cubicBezTo>
                  <a:cubicBezTo>
                    <a:pt x="64236" y="84979"/>
                    <a:pt x="64085" y="85052"/>
                    <a:pt x="63947" y="85052"/>
                  </a:cubicBezTo>
                  <a:cubicBezTo>
                    <a:pt x="63786" y="85052"/>
                    <a:pt x="63642" y="84953"/>
                    <a:pt x="63562" y="84524"/>
                  </a:cubicBezTo>
                  <a:cubicBezTo>
                    <a:pt x="63302" y="85043"/>
                    <a:pt x="62128" y="84793"/>
                    <a:pt x="61665" y="85666"/>
                  </a:cubicBezTo>
                  <a:lnTo>
                    <a:pt x="61665" y="85666"/>
                  </a:lnTo>
                  <a:cubicBezTo>
                    <a:pt x="61431" y="85539"/>
                    <a:pt x="61230" y="85415"/>
                    <a:pt x="61002" y="85415"/>
                  </a:cubicBezTo>
                  <a:cubicBezTo>
                    <a:pt x="60883" y="85415"/>
                    <a:pt x="60757" y="85449"/>
                    <a:pt x="60614" y="85534"/>
                  </a:cubicBezTo>
                  <a:lnTo>
                    <a:pt x="60670" y="84664"/>
                  </a:lnTo>
                  <a:lnTo>
                    <a:pt x="60670" y="84664"/>
                  </a:lnTo>
                  <a:cubicBezTo>
                    <a:pt x="60333" y="85001"/>
                    <a:pt x="59997" y="85310"/>
                    <a:pt x="59632" y="85619"/>
                  </a:cubicBezTo>
                  <a:cubicBezTo>
                    <a:pt x="59323" y="84973"/>
                    <a:pt x="59267" y="84636"/>
                    <a:pt x="59856" y="84131"/>
                  </a:cubicBezTo>
                  <a:lnTo>
                    <a:pt x="59856" y="84131"/>
                  </a:lnTo>
                  <a:cubicBezTo>
                    <a:pt x="59519" y="84355"/>
                    <a:pt x="59154" y="84468"/>
                    <a:pt x="58761" y="84524"/>
                  </a:cubicBezTo>
                  <a:cubicBezTo>
                    <a:pt x="58396" y="84580"/>
                    <a:pt x="58031" y="84692"/>
                    <a:pt x="57722" y="84861"/>
                  </a:cubicBezTo>
                  <a:lnTo>
                    <a:pt x="57975" y="84383"/>
                  </a:lnTo>
                  <a:cubicBezTo>
                    <a:pt x="57915" y="84376"/>
                    <a:pt x="57855" y="84372"/>
                    <a:pt x="57795" y="84372"/>
                  </a:cubicBezTo>
                  <a:cubicBezTo>
                    <a:pt x="57632" y="84372"/>
                    <a:pt x="57473" y="84398"/>
                    <a:pt x="57329" y="84439"/>
                  </a:cubicBezTo>
                  <a:cubicBezTo>
                    <a:pt x="57276" y="84453"/>
                    <a:pt x="57225" y="84460"/>
                    <a:pt x="57177" y="84460"/>
                  </a:cubicBezTo>
                  <a:cubicBezTo>
                    <a:pt x="57023" y="84460"/>
                    <a:pt x="56908" y="84386"/>
                    <a:pt x="56908" y="84215"/>
                  </a:cubicBezTo>
                  <a:cubicBezTo>
                    <a:pt x="56824" y="83569"/>
                    <a:pt x="56150" y="83148"/>
                    <a:pt x="55392" y="82474"/>
                  </a:cubicBezTo>
                  <a:cubicBezTo>
                    <a:pt x="54634" y="81800"/>
                    <a:pt x="53820" y="80902"/>
                    <a:pt x="53624" y="79863"/>
                  </a:cubicBezTo>
                  <a:cubicBezTo>
                    <a:pt x="53404" y="80144"/>
                    <a:pt x="53280" y="80249"/>
                    <a:pt x="53210" y="80249"/>
                  </a:cubicBezTo>
                  <a:cubicBezTo>
                    <a:pt x="53118" y="80249"/>
                    <a:pt x="53118" y="80070"/>
                    <a:pt x="53118" y="79863"/>
                  </a:cubicBezTo>
                  <a:cubicBezTo>
                    <a:pt x="53139" y="79592"/>
                    <a:pt x="53144" y="79291"/>
                    <a:pt x="52928" y="79291"/>
                  </a:cubicBezTo>
                  <a:cubicBezTo>
                    <a:pt x="52853" y="79291"/>
                    <a:pt x="52750" y="79327"/>
                    <a:pt x="52613" y="79414"/>
                  </a:cubicBezTo>
                  <a:cubicBezTo>
                    <a:pt x="52847" y="79102"/>
                    <a:pt x="52888" y="78790"/>
                    <a:pt x="53250" y="78790"/>
                  </a:cubicBezTo>
                  <a:cubicBezTo>
                    <a:pt x="53278" y="78790"/>
                    <a:pt x="53309" y="78792"/>
                    <a:pt x="53343" y="78796"/>
                  </a:cubicBezTo>
                  <a:cubicBezTo>
                    <a:pt x="52444" y="78207"/>
                    <a:pt x="52978" y="77224"/>
                    <a:pt x="51714" y="77196"/>
                  </a:cubicBezTo>
                  <a:cubicBezTo>
                    <a:pt x="51967" y="76887"/>
                    <a:pt x="52304" y="77084"/>
                    <a:pt x="52444" y="76859"/>
                  </a:cubicBezTo>
                  <a:cubicBezTo>
                    <a:pt x="52332" y="76831"/>
                    <a:pt x="51967" y="76747"/>
                    <a:pt x="52108" y="76550"/>
                  </a:cubicBezTo>
                  <a:cubicBezTo>
                    <a:pt x="52160" y="76466"/>
                    <a:pt x="52225" y="76437"/>
                    <a:pt x="52298" y="76437"/>
                  </a:cubicBezTo>
                  <a:cubicBezTo>
                    <a:pt x="52417" y="76437"/>
                    <a:pt x="52557" y="76515"/>
                    <a:pt x="52697" y="76550"/>
                  </a:cubicBezTo>
                  <a:cubicBezTo>
                    <a:pt x="52455" y="76210"/>
                    <a:pt x="52145" y="76080"/>
                    <a:pt x="51796" y="76080"/>
                  </a:cubicBezTo>
                  <a:cubicBezTo>
                    <a:pt x="51253" y="76080"/>
                    <a:pt x="50617" y="76394"/>
                    <a:pt x="50002" y="76719"/>
                  </a:cubicBezTo>
                  <a:cubicBezTo>
                    <a:pt x="50154" y="76059"/>
                    <a:pt x="49985" y="75812"/>
                    <a:pt x="49330" y="75812"/>
                  </a:cubicBezTo>
                  <a:cubicBezTo>
                    <a:pt x="49260" y="75812"/>
                    <a:pt x="49185" y="75815"/>
                    <a:pt x="49104" y="75820"/>
                  </a:cubicBezTo>
                  <a:cubicBezTo>
                    <a:pt x="49258" y="75569"/>
                    <a:pt x="49373" y="75264"/>
                    <a:pt x="49586" y="75264"/>
                  </a:cubicBezTo>
                  <a:cubicBezTo>
                    <a:pt x="49681" y="75264"/>
                    <a:pt x="49797" y="75326"/>
                    <a:pt x="49946" y="75484"/>
                  </a:cubicBezTo>
                  <a:cubicBezTo>
                    <a:pt x="49793" y="75179"/>
                    <a:pt x="49274" y="73544"/>
                    <a:pt x="48595" y="73544"/>
                  </a:cubicBezTo>
                  <a:cubicBezTo>
                    <a:pt x="48523" y="73544"/>
                    <a:pt x="48449" y="73562"/>
                    <a:pt x="48374" y="73603"/>
                  </a:cubicBezTo>
                  <a:cubicBezTo>
                    <a:pt x="48486" y="73378"/>
                    <a:pt x="48121" y="73097"/>
                    <a:pt x="47981" y="73069"/>
                  </a:cubicBezTo>
                  <a:cubicBezTo>
                    <a:pt x="47756" y="72508"/>
                    <a:pt x="47447" y="71974"/>
                    <a:pt x="47082" y="71497"/>
                  </a:cubicBezTo>
                  <a:lnTo>
                    <a:pt x="47082" y="71778"/>
                  </a:lnTo>
                  <a:cubicBezTo>
                    <a:pt x="46915" y="71819"/>
                    <a:pt x="46785" y="71838"/>
                    <a:pt x="46683" y="71838"/>
                  </a:cubicBezTo>
                  <a:cubicBezTo>
                    <a:pt x="46095" y="71838"/>
                    <a:pt x="46422" y="71221"/>
                    <a:pt x="46015" y="70767"/>
                  </a:cubicBezTo>
                  <a:lnTo>
                    <a:pt x="46128" y="70739"/>
                  </a:lnTo>
                  <a:cubicBezTo>
                    <a:pt x="45959" y="68970"/>
                    <a:pt x="45454" y="70346"/>
                    <a:pt x="45370" y="68521"/>
                  </a:cubicBezTo>
                  <a:lnTo>
                    <a:pt x="44836" y="68970"/>
                  </a:lnTo>
                  <a:cubicBezTo>
                    <a:pt x="44684" y="69043"/>
                    <a:pt x="44567" y="69076"/>
                    <a:pt x="44479" y="69076"/>
                  </a:cubicBezTo>
                  <a:cubicBezTo>
                    <a:pt x="43819" y="69076"/>
                    <a:pt x="44723" y="67261"/>
                    <a:pt x="43882" y="66865"/>
                  </a:cubicBezTo>
                  <a:lnTo>
                    <a:pt x="43882" y="66865"/>
                  </a:lnTo>
                  <a:lnTo>
                    <a:pt x="43741" y="67342"/>
                  </a:lnTo>
                  <a:cubicBezTo>
                    <a:pt x="43039" y="67173"/>
                    <a:pt x="44668" y="65124"/>
                    <a:pt x="44555" y="64591"/>
                  </a:cubicBezTo>
                  <a:cubicBezTo>
                    <a:pt x="44570" y="64546"/>
                    <a:pt x="44597" y="64529"/>
                    <a:pt x="44631" y="64529"/>
                  </a:cubicBezTo>
                  <a:cubicBezTo>
                    <a:pt x="44724" y="64529"/>
                    <a:pt x="44873" y="64662"/>
                    <a:pt x="44977" y="64703"/>
                  </a:cubicBezTo>
                  <a:cubicBezTo>
                    <a:pt x="44994" y="64224"/>
                    <a:pt x="44920" y="64075"/>
                    <a:pt x="44788" y="64075"/>
                  </a:cubicBezTo>
                  <a:cubicBezTo>
                    <a:pt x="44571" y="64075"/>
                    <a:pt x="44198" y="64486"/>
                    <a:pt x="43829" y="64486"/>
                  </a:cubicBezTo>
                  <a:cubicBezTo>
                    <a:pt x="43704" y="64486"/>
                    <a:pt x="43579" y="64438"/>
                    <a:pt x="43461" y="64310"/>
                  </a:cubicBezTo>
                  <a:cubicBezTo>
                    <a:pt x="43769" y="63917"/>
                    <a:pt x="44612" y="63861"/>
                    <a:pt x="44331" y="63243"/>
                  </a:cubicBezTo>
                  <a:cubicBezTo>
                    <a:pt x="44499" y="62766"/>
                    <a:pt x="42029" y="62457"/>
                    <a:pt x="42338" y="61194"/>
                  </a:cubicBezTo>
                  <a:lnTo>
                    <a:pt x="42338" y="61194"/>
                  </a:lnTo>
                  <a:cubicBezTo>
                    <a:pt x="42165" y="61474"/>
                    <a:pt x="42009" y="61755"/>
                    <a:pt x="41729" y="61755"/>
                  </a:cubicBezTo>
                  <a:cubicBezTo>
                    <a:pt x="41645" y="61755"/>
                    <a:pt x="41550" y="61729"/>
                    <a:pt x="41439" y="61671"/>
                  </a:cubicBezTo>
                  <a:cubicBezTo>
                    <a:pt x="40973" y="61177"/>
                    <a:pt x="41606" y="59422"/>
                    <a:pt x="40402" y="59422"/>
                  </a:cubicBezTo>
                  <a:cubicBezTo>
                    <a:pt x="40375" y="59422"/>
                    <a:pt x="40346" y="59423"/>
                    <a:pt x="40316" y="59425"/>
                  </a:cubicBezTo>
                  <a:cubicBezTo>
                    <a:pt x="40344" y="59313"/>
                    <a:pt x="40400" y="59228"/>
                    <a:pt x="40485" y="59172"/>
                  </a:cubicBezTo>
                  <a:cubicBezTo>
                    <a:pt x="39967" y="58872"/>
                    <a:pt x="39211" y="57991"/>
                    <a:pt x="38525" y="57991"/>
                  </a:cubicBezTo>
                  <a:cubicBezTo>
                    <a:pt x="38504" y="57991"/>
                    <a:pt x="38484" y="57991"/>
                    <a:pt x="38463" y="57993"/>
                  </a:cubicBezTo>
                  <a:cubicBezTo>
                    <a:pt x="40176" y="56365"/>
                    <a:pt x="35740" y="55775"/>
                    <a:pt x="37593" y="54652"/>
                  </a:cubicBezTo>
                  <a:lnTo>
                    <a:pt x="36638" y="53333"/>
                  </a:lnTo>
                  <a:lnTo>
                    <a:pt x="36835" y="53248"/>
                  </a:lnTo>
                  <a:cubicBezTo>
                    <a:pt x="36414" y="52294"/>
                    <a:pt x="35768" y="52238"/>
                    <a:pt x="35150" y="52210"/>
                  </a:cubicBezTo>
                  <a:cubicBezTo>
                    <a:pt x="35150" y="51929"/>
                    <a:pt x="35403" y="51957"/>
                    <a:pt x="35487" y="51929"/>
                  </a:cubicBezTo>
                  <a:cubicBezTo>
                    <a:pt x="35066" y="50385"/>
                    <a:pt x="34898" y="50301"/>
                    <a:pt x="33326" y="49767"/>
                  </a:cubicBezTo>
                  <a:lnTo>
                    <a:pt x="33831" y="49290"/>
                  </a:lnTo>
                  <a:cubicBezTo>
                    <a:pt x="33298" y="49206"/>
                    <a:pt x="33606" y="46847"/>
                    <a:pt x="32118" y="46005"/>
                  </a:cubicBezTo>
                  <a:cubicBezTo>
                    <a:pt x="32184" y="45972"/>
                    <a:pt x="32250" y="45959"/>
                    <a:pt x="32321" y="45959"/>
                  </a:cubicBezTo>
                  <a:cubicBezTo>
                    <a:pt x="32372" y="45959"/>
                    <a:pt x="32425" y="45965"/>
                    <a:pt x="32483" y="45977"/>
                  </a:cubicBezTo>
                  <a:cubicBezTo>
                    <a:pt x="31049" y="45071"/>
                    <a:pt x="31780" y="42204"/>
                    <a:pt x="30169" y="42204"/>
                  </a:cubicBezTo>
                  <a:cubicBezTo>
                    <a:pt x="29982" y="42204"/>
                    <a:pt x="29764" y="42243"/>
                    <a:pt x="29507" y="42327"/>
                  </a:cubicBezTo>
                  <a:lnTo>
                    <a:pt x="28384" y="41710"/>
                  </a:lnTo>
                  <a:lnTo>
                    <a:pt x="28384" y="41710"/>
                  </a:lnTo>
                  <a:cubicBezTo>
                    <a:pt x="28974" y="43029"/>
                    <a:pt x="27346" y="42103"/>
                    <a:pt x="27290" y="42833"/>
                  </a:cubicBezTo>
                  <a:cubicBezTo>
                    <a:pt x="26941" y="42484"/>
                    <a:pt x="27092" y="41578"/>
                    <a:pt x="27425" y="41578"/>
                  </a:cubicBezTo>
                  <a:cubicBezTo>
                    <a:pt x="27495" y="41578"/>
                    <a:pt x="27572" y="41618"/>
                    <a:pt x="27655" y="41710"/>
                  </a:cubicBezTo>
                  <a:lnTo>
                    <a:pt x="27598" y="41850"/>
                  </a:lnTo>
                  <a:cubicBezTo>
                    <a:pt x="28862" y="41373"/>
                    <a:pt x="27065" y="40109"/>
                    <a:pt x="27851" y="39660"/>
                  </a:cubicBezTo>
                  <a:cubicBezTo>
                    <a:pt x="26307" y="37274"/>
                    <a:pt x="25465" y="34551"/>
                    <a:pt x="24117" y="32248"/>
                  </a:cubicBezTo>
                  <a:lnTo>
                    <a:pt x="23415" y="33035"/>
                  </a:lnTo>
                  <a:lnTo>
                    <a:pt x="22966" y="32220"/>
                  </a:lnTo>
                  <a:cubicBezTo>
                    <a:pt x="23018" y="32013"/>
                    <a:pt x="23197" y="31796"/>
                    <a:pt x="23406" y="31796"/>
                  </a:cubicBezTo>
                  <a:cubicBezTo>
                    <a:pt x="23536" y="31796"/>
                    <a:pt x="23679" y="31881"/>
                    <a:pt x="23808" y="32108"/>
                  </a:cubicBezTo>
                  <a:cubicBezTo>
                    <a:pt x="24048" y="31650"/>
                    <a:pt x="23304" y="31480"/>
                    <a:pt x="22868" y="31480"/>
                  </a:cubicBezTo>
                  <a:cubicBezTo>
                    <a:pt x="22744" y="31480"/>
                    <a:pt x="22645" y="31494"/>
                    <a:pt x="22601" y="31519"/>
                  </a:cubicBezTo>
                  <a:cubicBezTo>
                    <a:pt x="22468" y="30998"/>
                    <a:pt x="22641" y="30858"/>
                    <a:pt x="22887" y="30858"/>
                  </a:cubicBezTo>
                  <a:cubicBezTo>
                    <a:pt x="23176" y="30858"/>
                    <a:pt x="23566" y="31051"/>
                    <a:pt x="23680" y="31051"/>
                  </a:cubicBezTo>
                  <a:cubicBezTo>
                    <a:pt x="23715" y="31051"/>
                    <a:pt x="23724" y="31033"/>
                    <a:pt x="23696" y="30985"/>
                  </a:cubicBezTo>
                  <a:lnTo>
                    <a:pt x="23331" y="30564"/>
                  </a:lnTo>
                  <a:lnTo>
                    <a:pt x="23303" y="30732"/>
                  </a:lnTo>
                  <a:cubicBezTo>
                    <a:pt x="22713" y="30564"/>
                    <a:pt x="22320" y="30789"/>
                    <a:pt x="21955" y="30087"/>
                  </a:cubicBezTo>
                  <a:cubicBezTo>
                    <a:pt x="21871" y="29525"/>
                    <a:pt x="22348" y="29525"/>
                    <a:pt x="22292" y="29329"/>
                  </a:cubicBezTo>
                  <a:cubicBezTo>
                    <a:pt x="22348" y="29301"/>
                    <a:pt x="22348" y="29216"/>
                    <a:pt x="22152" y="29048"/>
                  </a:cubicBezTo>
                  <a:lnTo>
                    <a:pt x="21618" y="28009"/>
                  </a:lnTo>
                  <a:lnTo>
                    <a:pt x="21169" y="28823"/>
                  </a:lnTo>
                  <a:cubicBezTo>
                    <a:pt x="20783" y="28683"/>
                    <a:pt x="20660" y="28345"/>
                    <a:pt x="20499" y="28345"/>
                  </a:cubicBezTo>
                  <a:cubicBezTo>
                    <a:pt x="20406" y="28345"/>
                    <a:pt x="20300" y="28457"/>
                    <a:pt x="20123" y="28785"/>
                  </a:cubicBezTo>
                  <a:lnTo>
                    <a:pt x="20123" y="28785"/>
                  </a:lnTo>
                  <a:cubicBezTo>
                    <a:pt x="20841" y="27374"/>
                    <a:pt x="18251" y="24859"/>
                    <a:pt x="18362" y="24219"/>
                  </a:cubicBezTo>
                  <a:cubicBezTo>
                    <a:pt x="17491" y="23910"/>
                    <a:pt x="17127" y="23293"/>
                    <a:pt x="16705" y="22507"/>
                  </a:cubicBezTo>
                  <a:cubicBezTo>
                    <a:pt x="16687" y="22688"/>
                    <a:pt x="16388" y="22998"/>
                    <a:pt x="16095" y="22998"/>
                  </a:cubicBezTo>
                  <a:cubicBezTo>
                    <a:pt x="15934" y="22998"/>
                    <a:pt x="15776" y="22905"/>
                    <a:pt x="15667" y="22647"/>
                  </a:cubicBezTo>
                  <a:cubicBezTo>
                    <a:pt x="17361" y="21936"/>
                    <a:pt x="15703" y="21093"/>
                    <a:pt x="16391" y="19909"/>
                  </a:cubicBezTo>
                  <a:lnTo>
                    <a:pt x="16391" y="19909"/>
                  </a:lnTo>
                  <a:cubicBezTo>
                    <a:pt x="16334" y="19981"/>
                    <a:pt x="16272" y="20012"/>
                    <a:pt x="16206" y="20012"/>
                  </a:cubicBezTo>
                  <a:cubicBezTo>
                    <a:pt x="15839" y="20012"/>
                    <a:pt x="15356" y="19057"/>
                    <a:pt x="14918" y="19057"/>
                  </a:cubicBezTo>
                  <a:cubicBezTo>
                    <a:pt x="14767" y="19057"/>
                    <a:pt x="14621" y="19170"/>
                    <a:pt x="14488" y="19474"/>
                  </a:cubicBezTo>
                  <a:cubicBezTo>
                    <a:pt x="14291" y="18857"/>
                    <a:pt x="15077" y="19081"/>
                    <a:pt x="15189" y="18436"/>
                  </a:cubicBezTo>
                  <a:cubicBezTo>
                    <a:pt x="13786" y="17509"/>
                    <a:pt x="13842" y="15319"/>
                    <a:pt x="12635" y="13859"/>
                  </a:cubicBezTo>
                  <a:cubicBezTo>
                    <a:pt x="12440" y="13957"/>
                    <a:pt x="12287" y="14308"/>
                    <a:pt x="11921" y="14308"/>
                  </a:cubicBezTo>
                  <a:cubicBezTo>
                    <a:pt x="11865" y="14308"/>
                    <a:pt x="11803" y="14299"/>
                    <a:pt x="11736" y="14281"/>
                  </a:cubicBezTo>
                  <a:lnTo>
                    <a:pt x="12270" y="12793"/>
                  </a:lnTo>
                  <a:cubicBezTo>
                    <a:pt x="12215" y="12748"/>
                    <a:pt x="12137" y="12733"/>
                    <a:pt x="12047" y="12733"/>
                  </a:cubicBezTo>
                  <a:cubicBezTo>
                    <a:pt x="11859" y="12733"/>
                    <a:pt x="11618" y="12798"/>
                    <a:pt x="11435" y="12798"/>
                  </a:cubicBezTo>
                  <a:cubicBezTo>
                    <a:pt x="11204" y="12798"/>
                    <a:pt x="11063" y="12696"/>
                    <a:pt x="11231" y="12231"/>
                  </a:cubicBezTo>
                  <a:lnTo>
                    <a:pt x="11231" y="12231"/>
                  </a:lnTo>
                  <a:cubicBezTo>
                    <a:pt x="11141" y="12365"/>
                    <a:pt x="10998" y="12589"/>
                    <a:pt x="10845" y="12589"/>
                  </a:cubicBezTo>
                  <a:cubicBezTo>
                    <a:pt x="10805" y="12589"/>
                    <a:pt x="10765" y="12574"/>
                    <a:pt x="10726" y="12540"/>
                  </a:cubicBezTo>
                  <a:cubicBezTo>
                    <a:pt x="9855" y="8778"/>
                    <a:pt x="5981" y="6672"/>
                    <a:pt x="5925" y="2293"/>
                  </a:cubicBezTo>
                  <a:cubicBezTo>
                    <a:pt x="5860" y="2602"/>
                    <a:pt x="5784" y="2716"/>
                    <a:pt x="5698" y="2716"/>
                  </a:cubicBezTo>
                  <a:cubicBezTo>
                    <a:pt x="5598" y="2716"/>
                    <a:pt x="5485" y="2559"/>
                    <a:pt x="5363" y="2377"/>
                  </a:cubicBezTo>
                  <a:lnTo>
                    <a:pt x="5363" y="2377"/>
                  </a:lnTo>
                  <a:cubicBezTo>
                    <a:pt x="5391" y="2658"/>
                    <a:pt x="4830" y="2714"/>
                    <a:pt x="4577" y="2910"/>
                  </a:cubicBezTo>
                  <a:lnTo>
                    <a:pt x="4549" y="1114"/>
                  </a:lnTo>
                  <a:cubicBezTo>
                    <a:pt x="4487" y="1128"/>
                    <a:pt x="4429" y="1135"/>
                    <a:pt x="4375" y="1135"/>
                  </a:cubicBezTo>
                  <a:cubicBezTo>
                    <a:pt x="3673" y="1135"/>
                    <a:pt x="3579" y="1"/>
                    <a:pt x="2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1"/>
            <p:cNvSpPr/>
            <p:nvPr/>
          </p:nvSpPr>
          <p:spPr>
            <a:xfrm>
              <a:off x="3014425" y="4916775"/>
              <a:ext cx="7050" cy="7050"/>
            </a:xfrm>
            <a:custGeom>
              <a:rect b="b" l="l" r="r" t="t"/>
              <a:pathLst>
                <a:path extrusionOk="0" h="282" w="282">
                  <a:moveTo>
                    <a:pt x="281" y="0"/>
                  </a:moveTo>
                  <a:cubicBezTo>
                    <a:pt x="141" y="0"/>
                    <a:pt x="28" y="56"/>
                    <a:pt x="0" y="281"/>
                  </a:cubicBezTo>
                  <a:cubicBezTo>
                    <a:pt x="85" y="169"/>
                    <a:pt x="169" y="85"/>
                    <a:pt x="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1"/>
            <p:cNvSpPr/>
            <p:nvPr/>
          </p:nvSpPr>
          <p:spPr>
            <a:xfrm>
              <a:off x="2570150" y="4280175"/>
              <a:ext cx="3525" cy="725"/>
            </a:xfrm>
            <a:custGeom>
              <a:rect b="b" l="l" r="r" t="t"/>
              <a:pathLst>
                <a:path extrusionOk="0" h="29" w="141">
                  <a:moveTo>
                    <a:pt x="141" y="1"/>
                  </a:moveTo>
                  <a:cubicBezTo>
                    <a:pt x="84" y="1"/>
                    <a:pt x="56" y="1"/>
                    <a:pt x="0" y="29"/>
                  </a:cubicBezTo>
                  <a:lnTo>
                    <a:pt x="141" y="29"/>
                  </a:lnTo>
                  <a:cubicBezTo>
                    <a:pt x="141" y="29"/>
                    <a:pt x="141" y="1"/>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1"/>
            <p:cNvSpPr/>
            <p:nvPr/>
          </p:nvSpPr>
          <p:spPr>
            <a:xfrm>
              <a:off x="3757000" y="5238925"/>
              <a:ext cx="9850" cy="9150"/>
            </a:xfrm>
            <a:custGeom>
              <a:rect b="b" l="l" r="r" t="t"/>
              <a:pathLst>
                <a:path extrusionOk="0" h="366" w="394">
                  <a:moveTo>
                    <a:pt x="0" y="1"/>
                  </a:moveTo>
                  <a:cubicBezTo>
                    <a:pt x="0" y="169"/>
                    <a:pt x="85" y="309"/>
                    <a:pt x="393" y="366"/>
                  </a:cubicBezTo>
                  <a:cubicBezTo>
                    <a:pt x="225" y="281"/>
                    <a:pt x="85" y="14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1"/>
            <p:cNvSpPr/>
            <p:nvPr/>
          </p:nvSpPr>
          <p:spPr>
            <a:xfrm>
              <a:off x="4227250" y="5044500"/>
              <a:ext cx="14050" cy="9850"/>
            </a:xfrm>
            <a:custGeom>
              <a:rect b="b" l="l" r="r" t="t"/>
              <a:pathLst>
                <a:path extrusionOk="0" h="394" w="562">
                  <a:moveTo>
                    <a:pt x="562" y="1"/>
                  </a:moveTo>
                  <a:cubicBezTo>
                    <a:pt x="550" y="5"/>
                    <a:pt x="539" y="10"/>
                    <a:pt x="530" y="15"/>
                  </a:cubicBezTo>
                  <a:lnTo>
                    <a:pt x="530" y="15"/>
                  </a:lnTo>
                  <a:lnTo>
                    <a:pt x="562" y="1"/>
                  </a:lnTo>
                  <a:close/>
                  <a:moveTo>
                    <a:pt x="530" y="15"/>
                  </a:moveTo>
                  <a:lnTo>
                    <a:pt x="0" y="254"/>
                  </a:lnTo>
                  <a:cubicBezTo>
                    <a:pt x="51" y="239"/>
                    <a:pt x="104" y="232"/>
                    <a:pt x="156" y="232"/>
                  </a:cubicBezTo>
                  <a:cubicBezTo>
                    <a:pt x="307" y="232"/>
                    <a:pt x="458" y="290"/>
                    <a:pt x="562" y="394"/>
                  </a:cubicBezTo>
                  <a:cubicBezTo>
                    <a:pt x="536" y="264"/>
                    <a:pt x="413" y="85"/>
                    <a:pt x="530" y="1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1"/>
            <p:cNvSpPr/>
            <p:nvPr/>
          </p:nvSpPr>
          <p:spPr>
            <a:xfrm>
              <a:off x="4373925" y="5119600"/>
              <a:ext cx="16175" cy="10575"/>
            </a:xfrm>
            <a:custGeom>
              <a:rect b="b" l="l" r="r" t="t"/>
              <a:pathLst>
                <a:path extrusionOk="0" h="423" w="647">
                  <a:moveTo>
                    <a:pt x="591" y="1"/>
                  </a:moveTo>
                  <a:cubicBezTo>
                    <a:pt x="226" y="57"/>
                    <a:pt x="1" y="366"/>
                    <a:pt x="394" y="422"/>
                  </a:cubicBezTo>
                  <a:cubicBezTo>
                    <a:pt x="478" y="338"/>
                    <a:pt x="591" y="394"/>
                    <a:pt x="647" y="310"/>
                  </a:cubicBezTo>
                  <a:lnTo>
                    <a:pt x="5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1"/>
            <p:cNvSpPr/>
            <p:nvPr/>
          </p:nvSpPr>
          <p:spPr>
            <a:xfrm>
              <a:off x="4262350" y="5090350"/>
              <a:ext cx="21775" cy="16950"/>
            </a:xfrm>
            <a:custGeom>
              <a:rect b="b" l="l" r="r" t="t"/>
              <a:pathLst>
                <a:path extrusionOk="0" h="678" w="871">
                  <a:moveTo>
                    <a:pt x="579" y="1"/>
                  </a:moveTo>
                  <a:cubicBezTo>
                    <a:pt x="426" y="1"/>
                    <a:pt x="209" y="165"/>
                    <a:pt x="0" y="329"/>
                  </a:cubicBezTo>
                  <a:cubicBezTo>
                    <a:pt x="53" y="593"/>
                    <a:pt x="156" y="677"/>
                    <a:pt x="294" y="677"/>
                  </a:cubicBezTo>
                  <a:cubicBezTo>
                    <a:pt x="449" y="677"/>
                    <a:pt x="648" y="571"/>
                    <a:pt x="870" y="497"/>
                  </a:cubicBezTo>
                  <a:lnTo>
                    <a:pt x="786" y="497"/>
                  </a:lnTo>
                  <a:cubicBezTo>
                    <a:pt x="799" y="129"/>
                    <a:pt x="714" y="1"/>
                    <a:pt x="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1"/>
            <p:cNvSpPr/>
            <p:nvPr/>
          </p:nvSpPr>
          <p:spPr>
            <a:xfrm>
              <a:off x="4286200" y="5096650"/>
              <a:ext cx="9400" cy="5450"/>
            </a:xfrm>
            <a:custGeom>
              <a:rect b="b" l="l" r="r" t="t"/>
              <a:pathLst>
                <a:path extrusionOk="0" h="218" w="376">
                  <a:moveTo>
                    <a:pt x="329" y="0"/>
                  </a:moveTo>
                  <a:cubicBezTo>
                    <a:pt x="268" y="0"/>
                    <a:pt x="146" y="144"/>
                    <a:pt x="1" y="217"/>
                  </a:cubicBezTo>
                  <a:cubicBezTo>
                    <a:pt x="83" y="176"/>
                    <a:pt x="165" y="150"/>
                    <a:pt x="258" y="150"/>
                  </a:cubicBezTo>
                  <a:cubicBezTo>
                    <a:pt x="292" y="150"/>
                    <a:pt x="328" y="153"/>
                    <a:pt x="366" y="161"/>
                  </a:cubicBezTo>
                  <a:cubicBezTo>
                    <a:pt x="375" y="43"/>
                    <a:pt x="361" y="0"/>
                    <a:pt x="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1"/>
            <p:cNvSpPr/>
            <p:nvPr/>
          </p:nvSpPr>
          <p:spPr>
            <a:xfrm>
              <a:off x="4135875" y="5056575"/>
              <a:ext cx="21150" cy="19750"/>
            </a:xfrm>
            <a:custGeom>
              <a:rect b="b" l="l" r="r" t="t"/>
              <a:pathLst>
                <a:path extrusionOk="0" h="790" w="846">
                  <a:moveTo>
                    <a:pt x="770" y="0"/>
                  </a:moveTo>
                  <a:cubicBezTo>
                    <a:pt x="577" y="0"/>
                    <a:pt x="1" y="789"/>
                    <a:pt x="334" y="789"/>
                  </a:cubicBezTo>
                  <a:cubicBezTo>
                    <a:pt x="396" y="789"/>
                    <a:pt x="490" y="762"/>
                    <a:pt x="623" y="697"/>
                  </a:cubicBezTo>
                  <a:cubicBezTo>
                    <a:pt x="640" y="708"/>
                    <a:pt x="655" y="713"/>
                    <a:pt x="668" y="713"/>
                  </a:cubicBezTo>
                  <a:cubicBezTo>
                    <a:pt x="805" y="713"/>
                    <a:pt x="719" y="155"/>
                    <a:pt x="783" y="155"/>
                  </a:cubicBezTo>
                  <a:cubicBezTo>
                    <a:pt x="792" y="155"/>
                    <a:pt x="804" y="166"/>
                    <a:pt x="820" y="192"/>
                  </a:cubicBezTo>
                  <a:cubicBezTo>
                    <a:pt x="845" y="54"/>
                    <a:pt x="821" y="0"/>
                    <a:pt x="7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1"/>
            <p:cNvSpPr/>
            <p:nvPr/>
          </p:nvSpPr>
          <p:spPr>
            <a:xfrm>
              <a:off x="4266550" y="5127325"/>
              <a:ext cx="9850" cy="16875"/>
            </a:xfrm>
            <a:custGeom>
              <a:rect b="b" l="l" r="r" t="t"/>
              <a:pathLst>
                <a:path extrusionOk="0" h="675" w="394">
                  <a:moveTo>
                    <a:pt x="169" y="1"/>
                  </a:moveTo>
                  <a:lnTo>
                    <a:pt x="1" y="590"/>
                  </a:lnTo>
                  <a:lnTo>
                    <a:pt x="394" y="675"/>
                  </a:lnTo>
                  <a:lnTo>
                    <a:pt x="1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1"/>
            <p:cNvSpPr/>
            <p:nvPr/>
          </p:nvSpPr>
          <p:spPr>
            <a:xfrm>
              <a:off x="4191775" y="5137750"/>
              <a:ext cx="22150" cy="6450"/>
            </a:xfrm>
            <a:custGeom>
              <a:rect b="b" l="l" r="r" t="t"/>
              <a:pathLst>
                <a:path extrusionOk="0" h="258" w="886">
                  <a:moveTo>
                    <a:pt x="323" y="1"/>
                  </a:moveTo>
                  <a:cubicBezTo>
                    <a:pt x="132" y="1"/>
                    <a:pt x="1" y="24"/>
                    <a:pt x="16" y="145"/>
                  </a:cubicBezTo>
                  <a:lnTo>
                    <a:pt x="718" y="258"/>
                  </a:lnTo>
                  <a:cubicBezTo>
                    <a:pt x="718" y="145"/>
                    <a:pt x="774" y="61"/>
                    <a:pt x="886" y="5"/>
                  </a:cubicBezTo>
                  <a:lnTo>
                    <a:pt x="886" y="5"/>
                  </a:lnTo>
                  <a:cubicBezTo>
                    <a:pt x="832" y="8"/>
                    <a:pt x="777" y="10"/>
                    <a:pt x="723" y="10"/>
                  </a:cubicBezTo>
                  <a:cubicBezTo>
                    <a:pt x="581" y="10"/>
                    <a:pt x="441" y="1"/>
                    <a:pt x="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1"/>
            <p:cNvSpPr/>
            <p:nvPr/>
          </p:nvSpPr>
          <p:spPr>
            <a:xfrm>
              <a:off x="4213200" y="5133650"/>
              <a:ext cx="13375" cy="4225"/>
            </a:xfrm>
            <a:custGeom>
              <a:rect b="b" l="l" r="r" t="t"/>
              <a:pathLst>
                <a:path extrusionOk="0" h="169" w="535">
                  <a:moveTo>
                    <a:pt x="534" y="0"/>
                  </a:moveTo>
                  <a:cubicBezTo>
                    <a:pt x="338" y="29"/>
                    <a:pt x="169" y="85"/>
                    <a:pt x="1" y="169"/>
                  </a:cubicBezTo>
                  <a:cubicBezTo>
                    <a:pt x="197" y="169"/>
                    <a:pt x="394" y="113"/>
                    <a:pt x="5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1"/>
            <p:cNvSpPr/>
            <p:nvPr/>
          </p:nvSpPr>
          <p:spPr>
            <a:xfrm>
              <a:off x="4237075" y="5149100"/>
              <a:ext cx="17575" cy="3525"/>
            </a:xfrm>
            <a:custGeom>
              <a:rect b="b" l="l" r="r" t="t"/>
              <a:pathLst>
                <a:path extrusionOk="0" h="141" w="703">
                  <a:moveTo>
                    <a:pt x="478" y="0"/>
                  </a:moveTo>
                  <a:lnTo>
                    <a:pt x="0" y="28"/>
                  </a:lnTo>
                  <a:lnTo>
                    <a:pt x="702" y="140"/>
                  </a:lnTo>
                  <a:lnTo>
                    <a:pt x="4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1"/>
            <p:cNvSpPr/>
            <p:nvPr/>
          </p:nvSpPr>
          <p:spPr>
            <a:xfrm>
              <a:off x="3993150" y="5153300"/>
              <a:ext cx="22150" cy="14350"/>
            </a:xfrm>
            <a:custGeom>
              <a:rect b="b" l="l" r="r" t="t"/>
              <a:pathLst>
                <a:path extrusionOk="0" h="574" w="886">
                  <a:moveTo>
                    <a:pt x="745" y="1"/>
                  </a:moveTo>
                  <a:lnTo>
                    <a:pt x="44" y="253"/>
                  </a:lnTo>
                  <a:cubicBezTo>
                    <a:pt x="1" y="446"/>
                    <a:pt x="121" y="573"/>
                    <a:pt x="293" y="573"/>
                  </a:cubicBezTo>
                  <a:cubicBezTo>
                    <a:pt x="346" y="573"/>
                    <a:pt x="405" y="561"/>
                    <a:pt x="465" y="534"/>
                  </a:cubicBezTo>
                  <a:cubicBezTo>
                    <a:pt x="605" y="337"/>
                    <a:pt x="886" y="225"/>
                    <a:pt x="7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1"/>
            <p:cNvSpPr/>
            <p:nvPr/>
          </p:nvSpPr>
          <p:spPr>
            <a:xfrm>
              <a:off x="4062300" y="5184875"/>
              <a:ext cx="9150" cy="21800"/>
            </a:xfrm>
            <a:custGeom>
              <a:rect b="b" l="l" r="r" t="t"/>
              <a:pathLst>
                <a:path extrusionOk="0" h="872" w="366">
                  <a:moveTo>
                    <a:pt x="1" y="1"/>
                  </a:moveTo>
                  <a:lnTo>
                    <a:pt x="57" y="871"/>
                  </a:lnTo>
                  <a:lnTo>
                    <a:pt x="366" y="506"/>
                  </a:lnTo>
                  <a:cubicBezTo>
                    <a:pt x="141" y="366"/>
                    <a:pt x="113" y="22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1"/>
            <p:cNvSpPr/>
            <p:nvPr/>
          </p:nvSpPr>
          <p:spPr>
            <a:xfrm>
              <a:off x="3996000" y="5206650"/>
              <a:ext cx="38950" cy="16550"/>
            </a:xfrm>
            <a:custGeom>
              <a:rect b="b" l="l" r="r" t="t"/>
              <a:pathLst>
                <a:path extrusionOk="0" h="662" w="1558">
                  <a:moveTo>
                    <a:pt x="856" y="0"/>
                  </a:moveTo>
                  <a:lnTo>
                    <a:pt x="856" y="0"/>
                  </a:lnTo>
                  <a:cubicBezTo>
                    <a:pt x="805" y="228"/>
                    <a:pt x="0" y="662"/>
                    <a:pt x="545" y="662"/>
                  </a:cubicBezTo>
                  <a:cubicBezTo>
                    <a:pt x="604" y="662"/>
                    <a:pt x="679" y="657"/>
                    <a:pt x="772" y="646"/>
                  </a:cubicBezTo>
                  <a:cubicBezTo>
                    <a:pt x="828" y="393"/>
                    <a:pt x="1558" y="141"/>
                    <a:pt x="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1"/>
            <p:cNvSpPr/>
            <p:nvPr/>
          </p:nvSpPr>
          <p:spPr>
            <a:xfrm>
              <a:off x="3738050" y="5151900"/>
              <a:ext cx="4225" cy="35825"/>
            </a:xfrm>
            <a:custGeom>
              <a:rect b="b" l="l" r="r" t="t"/>
              <a:pathLst>
                <a:path extrusionOk="0" h="1433" w="169">
                  <a:moveTo>
                    <a:pt x="141" y="0"/>
                  </a:moveTo>
                  <a:lnTo>
                    <a:pt x="0" y="1432"/>
                  </a:lnTo>
                  <a:lnTo>
                    <a:pt x="169" y="1432"/>
                  </a:lnTo>
                  <a:lnTo>
                    <a:pt x="14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1"/>
            <p:cNvSpPr/>
            <p:nvPr/>
          </p:nvSpPr>
          <p:spPr>
            <a:xfrm>
              <a:off x="3481875" y="5238925"/>
              <a:ext cx="37225" cy="28625"/>
            </a:xfrm>
            <a:custGeom>
              <a:rect b="b" l="l" r="r" t="t"/>
              <a:pathLst>
                <a:path extrusionOk="0" h="1145" w="1489">
                  <a:moveTo>
                    <a:pt x="842" y="1"/>
                  </a:moveTo>
                  <a:lnTo>
                    <a:pt x="842" y="1"/>
                  </a:lnTo>
                  <a:cubicBezTo>
                    <a:pt x="309" y="309"/>
                    <a:pt x="0" y="85"/>
                    <a:pt x="197" y="1068"/>
                  </a:cubicBezTo>
                  <a:cubicBezTo>
                    <a:pt x="321" y="1122"/>
                    <a:pt x="416" y="1145"/>
                    <a:pt x="490" y="1145"/>
                  </a:cubicBezTo>
                  <a:cubicBezTo>
                    <a:pt x="864" y="1145"/>
                    <a:pt x="695" y="565"/>
                    <a:pt x="978" y="565"/>
                  </a:cubicBezTo>
                  <a:cubicBezTo>
                    <a:pt x="1044" y="565"/>
                    <a:pt x="1135" y="597"/>
                    <a:pt x="1263" y="674"/>
                  </a:cubicBezTo>
                  <a:cubicBezTo>
                    <a:pt x="1488" y="338"/>
                    <a:pt x="618" y="281"/>
                    <a:pt x="8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1"/>
            <p:cNvSpPr/>
            <p:nvPr/>
          </p:nvSpPr>
          <p:spPr>
            <a:xfrm>
              <a:off x="3503625" y="5234025"/>
              <a:ext cx="7050" cy="4925"/>
            </a:xfrm>
            <a:custGeom>
              <a:rect b="b" l="l" r="r" t="t"/>
              <a:pathLst>
                <a:path extrusionOk="0" h="197" w="282">
                  <a:moveTo>
                    <a:pt x="281" y="0"/>
                  </a:moveTo>
                  <a:cubicBezTo>
                    <a:pt x="169" y="56"/>
                    <a:pt x="57" y="112"/>
                    <a:pt x="0" y="197"/>
                  </a:cubicBezTo>
                  <a:cubicBezTo>
                    <a:pt x="85" y="141"/>
                    <a:pt x="169" y="56"/>
                    <a:pt x="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1"/>
            <p:cNvSpPr/>
            <p:nvPr/>
          </p:nvSpPr>
          <p:spPr>
            <a:xfrm>
              <a:off x="1972150" y="2955750"/>
              <a:ext cx="7050" cy="15475"/>
            </a:xfrm>
            <a:custGeom>
              <a:rect b="b" l="l" r="r" t="t"/>
              <a:pathLst>
                <a:path extrusionOk="0" h="619" w="282">
                  <a:moveTo>
                    <a:pt x="225" y="0"/>
                  </a:moveTo>
                  <a:lnTo>
                    <a:pt x="1" y="562"/>
                  </a:lnTo>
                  <a:lnTo>
                    <a:pt x="281" y="618"/>
                  </a:lnTo>
                  <a:lnTo>
                    <a:pt x="2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1"/>
            <p:cNvSpPr/>
            <p:nvPr/>
          </p:nvSpPr>
          <p:spPr>
            <a:xfrm>
              <a:off x="1937750" y="2947325"/>
              <a:ext cx="21800" cy="15475"/>
            </a:xfrm>
            <a:custGeom>
              <a:rect b="b" l="l" r="r" t="t"/>
              <a:pathLst>
                <a:path extrusionOk="0" h="619" w="872">
                  <a:moveTo>
                    <a:pt x="871" y="1"/>
                  </a:moveTo>
                  <a:lnTo>
                    <a:pt x="1" y="169"/>
                  </a:lnTo>
                  <a:cubicBezTo>
                    <a:pt x="113" y="253"/>
                    <a:pt x="310" y="422"/>
                    <a:pt x="169" y="618"/>
                  </a:cubicBezTo>
                  <a:lnTo>
                    <a:pt x="8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1"/>
            <p:cNvSpPr/>
            <p:nvPr/>
          </p:nvSpPr>
          <p:spPr>
            <a:xfrm>
              <a:off x="2795450" y="4673225"/>
              <a:ext cx="9150" cy="16175"/>
            </a:xfrm>
            <a:custGeom>
              <a:rect b="b" l="l" r="r" t="t"/>
              <a:pathLst>
                <a:path extrusionOk="0" h="647" w="366">
                  <a:moveTo>
                    <a:pt x="197" y="0"/>
                  </a:moveTo>
                  <a:lnTo>
                    <a:pt x="0" y="646"/>
                  </a:lnTo>
                  <a:lnTo>
                    <a:pt x="197" y="562"/>
                  </a:lnTo>
                  <a:cubicBezTo>
                    <a:pt x="365" y="365"/>
                    <a:pt x="309" y="253"/>
                    <a:pt x="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1"/>
            <p:cNvSpPr/>
            <p:nvPr/>
          </p:nvSpPr>
          <p:spPr>
            <a:xfrm>
              <a:off x="2709825" y="4505475"/>
              <a:ext cx="15450" cy="16175"/>
            </a:xfrm>
            <a:custGeom>
              <a:rect b="b" l="l" r="r" t="t"/>
              <a:pathLst>
                <a:path extrusionOk="0" h="647" w="618">
                  <a:moveTo>
                    <a:pt x="618" y="1"/>
                  </a:moveTo>
                  <a:lnTo>
                    <a:pt x="0" y="534"/>
                  </a:lnTo>
                  <a:lnTo>
                    <a:pt x="56" y="646"/>
                  </a:lnTo>
                  <a:lnTo>
                    <a:pt x="6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1"/>
            <p:cNvSpPr/>
            <p:nvPr/>
          </p:nvSpPr>
          <p:spPr>
            <a:xfrm>
              <a:off x="2603125" y="4391225"/>
              <a:ext cx="13375" cy="21625"/>
            </a:xfrm>
            <a:custGeom>
              <a:rect b="b" l="l" r="r" t="t"/>
              <a:pathLst>
                <a:path extrusionOk="0" h="865" w="535">
                  <a:moveTo>
                    <a:pt x="382" y="0"/>
                  </a:moveTo>
                  <a:cubicBezTo>
                    <a:pt x="326" y="0"/>
                    <a:pt x="213" y="63"/>
                    <a:pt x="1" y="219"/>
                  </a:cubicBezTo>
                  <a:cubicBezTo>
                    <a:pt x="83" y="404"/>
                    <a:pt x="286" y="529"/>
                    <a:pt x="422" y="682"/>
                  </a:cubicBezTo>
                  <a:lnTo>
                    <a:pt x="422" y="682"/>
                  </a:lnTo>
                  <a:cubicBezTo>
                    <a:pt x="319" y="375"/>
                    <a:pt x="519" y="0"/>
                    <a:pt x="382" y="0"/>
                  </a:cubicBezTo>
                  <a:close/>
                  <a:moveTo>
                    <a:pt x="422" y="682"/>
                  </a:moveTo>
                  <a:cubicBezTo>
                    <a:pt x="444" y="747"/>
                    <a:pt x="479" y="810"/>
                    <a:pt x="534" y="865"/>
                  </a:cubicBezTo>
                  <a:cubicBezTo>
                    <a:pt x="512" y="797"/>
                    <a:pt x="471" y="738"/>
                    <a:pt x="422" y="68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9" name="Google Shape;2329;p41"/>
          <p:cNvSpPr/>
          <p:nvPr/>
        </p:nvSpPr>
        <p:spPr>
          <a:xfrm rot="-4354305">
            <a:off x="6764337" y="3248471"/>
            <a:ext cx="2830" cy="580"/>
          </a:xfrm>
          <a:custGeom>
            <a:rect b="b" l="l" r="r" t="t"/>
            <a:pathLst>
              <a:path extrusionOk="0" h="10" w="61">
                <a:moveTo>
                  <a:pt x="60" y="1"/>
                </a:moveTo>
                <a:lnTo>
                  <a:pt x="1" y="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0" name="Google Shape;2330;p41"/>
          <p:cNvGrpSpPr/>
          <p:nvPr/>
        </p:nvGrpSpPr>
        <p:grpSpPr>
          <a:xfrm>
            <a:off x="3207247" y="3098153"/>
            <a:ext cx="3801914" cy="2747222"/>
            <a:chOff x="3207247" y="3098153"/>
            <a:chExt cx="3801914" cy="2747222"/>
          </a:xfrm>
        </p:grpSpPr>
        <p:sp>
          <p:nvSpPr>
            <p:cNvPr id="2331" name="Google Shape;2331;p41"/>
            <p:cNvSpPr/>
            <p:nvPr/>
          </p:nvSpPr>
          <p:spPr>
            <a:xfrm rot="-4354305">
              <a:off x="6798881" y="3484232"/>
              <a:ext cx="106006" cy="43716"/>
            </a:xfrm>
            <a:custGeom>
              <a:rect b="b" l="l" r="r" t="t"/>
              <a:pathLst>
                <a:path extrusionOk="0" h="754" w="2285">
                  <a:moveTo>
                    <a:pt x="2284" y="1"/>
                  </a:moveTo>
                  <a:lnTo>
                    <a:pt x="1506" y="255"/>
                  </a:lnTo>
                  <a:lnTo>
                    <a:pt x="1506" y="255"/>
                  </a:lnTo>
                  <a:lnTo>
                    <a:pt x="1540" y="229"/>
                  </a:lnTo>
                  <a:lnTo>
                    <a:pt x="1540" y="229"/>
                  </a:lnTo>
                  <a:cubicBezTo>
                    <a:pt x="1362" y="297"/>
                    <a:pt x="1016" y="415"/>
                    <a:pt x="889" y="441"/>
                  </a:cubicBezTo>
                  <a:cubicBezTo>
                    <a:pt x="906" y="432"/>
                    <a:pt x="889" y="432"/>
                    <a:pt x="1032" y="381"/>
                  </a:cubicBezTo>
                  <a:lnTo>
                    <a:pt x="1032" y="381"/>
                  </a:lnTo>
                  <a:cubicBezTo>
                    <a:pt x="107" y="654"/>
                    <a:pt x="763" y="523"/>
                    <a:pt x="54" y="738"/>
                  </a:cubicBezTo>
                  <a:lnTo>
                    <a:pt x="54" y="738"/>
                  </a:lnTo>
                  <a:cubicBezTo>
                    <a:pt x="97" y="726"/>
                    <a:pt x="148" y="714"/>
                    <a:pt x="212" y="703"/>
                  </a:cubicBezTo>
                  <a:cubicBezTo>
                    <a:pt x="355" y="657"/>
                    <a:pt x="494" y="627"/>
                    <a:pt x="519" y="627"/>
                  </a:cubicBezTo>
                  <a:cubicBezTo>
                    <a:pt x="526" y="627"/>
                    <a:pt x="523" y="629"/>
                    <a:pt x="508" y="635"/>
                  </a:cubicBezTo>
                  <a:cubicBezTo>
                    <a:pt x="897" y="508"/>
                    <a:pt x="914" y="525"/>
                    <a:pt x="948" y="475"/>
                  </a:cubicBezTo>
                  <a:cubicBezTo>
                    <a:pt x="1100" y="411"/>
                    <a:pt x="1266" y="365"/>
                    <a:pt x="1302" y="365"/>
                  </a:cubicBezTo>
                  <a:cubicBezTo>
                    <a:pt x="1325" y="365"/>
                    <a:pt x="1299" y="382"/>
                    <a:pt x="1193" y="424"/>
                  </a:cubicBezTo>
                  <a:lnTo>
                    <a:pt x="1904" y="162"/>
                  </a:lnTo>
                  <a:lnTo>
                    <a:pt x="1464" y="297"/>
                  </a:lnTo>
                  <a:cubicBezTo>
                    <a:pt x="1574" y="221"/>
                    <a:pt x="2158" y="85"/>
                    <a:pt x="2284" y="1"/>
                  </a:cubicBezTo>
                  <a:close/>
                  <a:moveTo>
                    <a:pt x="54" y="738"/>
                  </a:moveTo>
                  <a:cubicBezTo>
                    <a:pt x="34" y="743"/>
                    <a:pt x="17" y="748"/>
                    <a:pt x="0" y="754"/>
                  </a:cubicBezTo>
                  <a:cubicBezTo>
                    <a:pt x="19" y="748"/>
                    <a:pt x="37" y="743"/>
                    <a:pt x="54" y="73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1"/>
            <p:cNvSpPr/>
            <p:nvPr/>
          </p:nvSpPr>
          <p:spPr>
            <a:xfrm rot="-4354305">
              <a:off x="6804397" y="3587740"/>
              <a:ext cx="101274" cy="37860"/>
            </a:xfrm>
            <a:custGeom>
              <a:rect b="b" l="l" r="r" t="t"/>
              <a:pathLst>
                <a:path extrusionOk="0" h="653" w="2183">
                  <a:moveTo>
                    <a:pt x="2183" y="1"/>
                  </a:moveTo>
                  <a:lnTo>
                    <a:pt x="2183" y="1"/>
                  </a:lnTo>
                  <a:cubicBezTo>
                    <a:pt x="1997" y="35"/>
                    <a:pt x="1819" y="77"/>
                    <a:pt x="1642" y="128"/>
                  </a:cubicBezTo>
                  <a:cubicBezTo>
                    <a:pt x="1413" y="187"/>
                    <a:pt x="1193" y="238"/>
                    <a:pt x="1058" y="263"/>
                  </a:cubicBezTo>
                  <a:cubicBezTo>
                    <a:pt x="1110" y="256"/>
                    <a:pt x="1141" y="254"/>
                    <a:pt x="1157" y="254"/>
                  </a:cubicBezTo>
                  <a:cubicBezTo>
                    <a:pt x="1208" y="254"/>
                    <a:pt x="1117" y="279"/>
                    <a:pt x="1136" y="279"/>
                  </a:cubicBezTo>
                  <a:cubicBezTo>
                    <a:pt x="1150" y="279"/>
                    <a:pt x="1222" y="266"/>
                    <a:pt x="1447" y="221"/>
                  </a:cubicBezTo>
                  <a:lnTo>
                    <a:pt x="1447" y="221"/>
                  </a:lnTo>
                  <a:lnTo>
                    <a:pt x="1117" y="339"/>
                  </a:lnTo>
                  <a:lnTo>
                    <a:pt x="550" y="466"/>
                  </a:lnTo>
                  <a:cubicBezTo>
                    <a:pt x="550" y="480"/>
                    <a:pt x="275" y="555"/>
                    <a:pt x="324" y="555"/>
                  </a:cubicBezTo>
                  <a:cubicBezTo>
                    <a:pt x="335" y="555"/>
                    <a:pt x="363" y="552"/>
                    <a:pt x="415" y="542"/>
                  </a:cubicBezTo>
                  <a:cubicBezTo>
                    <a:pt x="466" y="525"/>
                    <a:pt x="576" y="491"/>
                    <a:pt x="660" y="475"/>
                  </a:cubicBezTo>
                  <a:lnTo>
                    <a:pt x="660" y="475"/>
                  </a:lnTo>
                  <a:cubicBezTo>
                    <a:pt x="542" y="525"/>
                    <a:pt x="415" y="559"/>
                    <a:pt x="288" y="584"/>
                  </a:cubicBezTo>
                  <a:cubicBezTo>
                    <a:pt x="127" y="627"/>
                    <a:pt x="0" y="652"/>
                    <a:pt x="85" y="652"/>
                  </a:cubicBezTo>
                  <a:lnTo>
                    <a:pt x="364" y="593"/>
                  </a:lnTo>
                  <a:lnTo>
                    <a:pt x="550" y="542"/>
                  </a:lnTo>
                  <a:cubicBezTo>
                    <a:pt x="652" y="517"/>
                    <a:pt x="736" y="491"/>
                    <a:pt x="872" y="441"/>
                  </a:cubicBezTo>
                  <a:cubicBezTo>
                    <a:pt x="1286" y="339"/>
                    <a:pt x="1591" y="280"/>
                    <a:pt x="1785" y="238"/>
                  </a:cubicBezTo>
                  <a:cubicBezTo>
                    <a:pt x="1904" y="204"/>
                    <a:pt x="1912" y="178"/>
                    <a:pt x="2064" y="136"/>
                  </a:cubicBezTo>
                  <a:lnTo>
                    <a:pt x="2064" y="136"/>
                  </a:lnTo>
                  <a:lnTo>
                    <a:pt x="1963" y="162"/>
                  </a:lnTo>
                  <a:lnTo>
                    <a:pt x="1929" y="128"/>
                  </a:lnTo>
                  <a:cubicBezTo>
                    <a:pt x="1802" y="170"/>
                    <a:pt x="1675" y="204"/>
                    <a:pt x="1540" y="238"/>
                  </a:cubicBezTo>
                  <a:cubicBezTo>
                    <a:pt x="1760" y="170"/>
                    <a:pt x="1971" y="85"/>
                    <a:pt x="218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1"/>
            <p:cNvSpPr/>
            <p:nvPr/>
          </p:nvSpPr>
          <p:spPr>
            <a:xfrm rot="-4354305">
              <a:off x="6857037" y="3560698"/>
              <a:ext cx="835" cy="58"/>
            </a:xfrm>
            <a:custGeom>
              <a:rect b="b" l="l" r="r" t="t"/>
              <a:pathLst>
                <a:path extrusionOk="0" h="1" w="18">
                  <a:moveTo>
                    <a:pt x="1" y="1"/>
                  </a:moveTo>
                  <a:lnTo>
                    <a:pt x="1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1"/>
            <p:cNvSpPr/>
            <p:nvPr/>
          </p:nvSpPr>
          <p:spPr>
            <a:xfrm rot="-4354305">
              <a:off x="6838788" y="3800158"/>
              <a:ext cx="4732" cy="522"/>
            </a:xfrm>
            <a:custGeom>
              <a:rect b="b" l="l" r="r" t="t"/>
              <a:pathLst>
                <a:path extrusionOk="0" h="9" w="102">
                  <a:moveTo>
                    <a:pt x="1" y="9"/>
                  </a:moveTo>
                  <a:lnTo>
                    <a:pt x="10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1"/>
            <p:cNvSpPr/>
            <p:nvPr/>
          </p:nvSpPr>
          <p:spPr>
            <a:xfrm rot="-4354305">
              <a:off x="6820398" y="3908379"/>
              <a:ext cx="2784" cy="58"/>
            </a:xfrm>
            <a:custGeom>
              <a:rect b="b" l="l" r="r" t="t"/>
              <a:pathLst>
                <a:path extrusionOk="0" h="1" w="60">
                  <a:moveTo>
                    <a:pt x="60" y="1"/>
                  </a:moveTo>
                  <a:lnTo>
                    <a:pt x="43" y="1"/>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1"/>
            <p:cNvSpPr/>
            <p:nvPr/>
          </p:nvSpPr>
          <p:spPr>
            <a:xfrm rot="-4354305">
              <a:off x="6538089" y="4513505"/>
              <a:ext cx="7098" cy="3479"/>
            </a:xfrm>
            <a:custGeom>
              <a:rect b="b" l="l" r="r" t="t"/>
              <a:pathLst>
                <a:path extrusionOk="0" h="60" w="153">
                  <a:moveTo>
                    <a:pt x="1" y="1"/>
                  </a:moveTo>
                  <a:lnTo>
                    <a:pt x="1" y="1"/>
                  </a:lnTo>
                  <a:cubicBezTo>
                    <a:pt x="43" y="18"/>
                    <a:pt x="85" y="34"/>
                    <a:pt x="153" y="60"/>
                  </a:cubicBezTo>
                  <a:cubicBezTo>
                    <a:pt x="102" y="34"/>
                    <a:pt x="51" y="18"/>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1"/>
            <p:cNvSpPr/>
            <p:nvPr/>
          </p:nvSpPr>
          <p:spPr>
            <a:xfrm rot="-4354305">
              <a:off x="6856695" y="3728196"/>
              <a:ext cx="835" cy="522"/>
            </a:xfrm>
            <a:custGeom>
              <a:rect b="b" l="l" r="r" t="t"/>
              <a:pathLst>
                <a:path extrusionOk="0" h="9" w="18">
                  <a:moveTo>
                    <a:pt x="9" y="1"/>
                  </a:moveTo>
                  <a:lnTo>
                    <a:pt x="1" y="9"/>
                  </a:lnTo>
                  <a:lnTo>
                    <a:pt x="1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1"/>
            <p:cNvSpPr/>
            <p:nvPr/>
          </p:nvSpPr>
          <p:spPr>
            <a:xfrm rot="-4354305">
              <a:off x="6850447" y="3692167"/>
              <a:ext cx="10206" cy="2957"/>
            </a:xfrm>
            <a:custGeom>
              <a:rect b="b" l="l" r="r" t="t"/>
              <a:pathLst>
                <a:path extrusionOk="0" h="51" w="220">
                  <a:moveTo>
                    <a:pt x="220" y="0"/>
                  </a:moveTo>
                  <a:lnTo>
                    <a:pt x="220" y="0"/>
                  </a:lnTo>
                  <a:cubicBezTo>
                    <a:pt x="212" y="2"/>
                    <a:pt x="203" y="4"/>
                    <a:pt x="194" y="6"/>
                  </a:cubicBezTo>
                  <a:lnTo>
                    <a:pt x="194" y="6"/>
                  </a:lnTo>
                  <a:lnTo>
                    <a:pt x="220" y="0"/>
                  </a:lnTo>
                  <a:close/>
                  <a:moveTo>
                    <a:pt x="194" y="6"/>
                  </a:moveTo>
                  <a:lnTo>
                    <a:pt x="0" y="51"/>
                  </a:lnTo>
                  <a:cubicBezTo>
                    <a:pt x="53" y="43"/>
                    <a:pt x="125" y="22"/>
                    <a:pt x="194" y="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1"/>
            <p:cNvSpPr/>
            <p:nvPr/>
          </p:nvSpPr>
          <p:spPr>
            <a:xfrm rot="-4354305">
              <a:off x="6640136" y="4358209"/>
              <a:ext cx="12619" cy="3073"/>
            </a:xfrm>
            <a:custGeom>
              <a:rect b="b" l="l" r="r" t="t"/>
              <a:pathLst>
                <a:path extrusionOk="0" h="53" w="272">
                  <a:moveTo>
                    <a:pt x="0" y="0"/>
                  </a:moveTo>
                  <a:lnTo>
                    <a:pt x="0" y="0"/>
                  </a:lnTo>
                  <a:cubicBezTo>
                    <a:pt x="68" y="17"/>
                    <a:pt x="229" y="51"/>
                    <a:pt x="153" y="51"/>
                  </a:cubicBezTo>
                  <a:cubicBezTo>
                    <a:pt x="174" y="52"/>
                    <a:pt x="191" y="53"/>
                    <a:pt x="205" y="53"/>
                  </a:cubicBezTo>
                  <a:cubicBezTo>
                    <a:pt x="272" y="53"/>
                    <a:pt x="233" y="35"/>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1"/>
            <p:cNvSpPr/>
            <p:nvPr/>
          </p:nvSpPr>
          <p:spPr>
            <a:xfrm rot="-4354305">
              <a:off x="6863100" y="3783609"/>
              <a:ext cx="8397" cy="2029"/>
            </a:xfrm>
            <a:custGeom>
              <a:rect b="b" l="l" r="r" t="t"/>
              <a:pathLst>
                <a:path extrusionOk="0" h="35" w="181">
                  <a:moveTo>
                    <a:pt x="181" y="1"/>
                  </a:moveTo>
                  <a:cubicBezTo>
                    <a:pt x="169" y="3"/>
                    <a:pt x="158" y="5"/>
                    <a:pt x="147" y="7"/>
                  </a:cubicBezTo>
                  <a:lnTo>
                    <a:pt x="147" y="7"/>
                  </a:lnTo>
                  <a:cubicBezTo>
                    <a:pt x="158" y="5"/>
                    <a:pt x="169" y="3"/>
                    <a:pt x="181" y="1"/>
                  </a:cubicBezTo>
                  <a:close/>
                  <a:moveTo>
                    <a:pt x="147" y="7"/>
                  </a:moveTo>
                  <a:cubicBezTo>
                    <a:pt x="62" y="22"/>
                    <a:pt x="0" y="35"/>
                    <a:pt x="37" y="35"/>
                  </a:cubicBezTo>
                  <a:cubicBezTo>
                    <a:pt x="70" y="22"/>
                    <a:pt x="108" y="14"/>
                    <a:pt x="147" y="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1"/>
            <p:cNvSpPr/>
            <p:nvPr/>
          </p:nvSpPr>
          <p:spPr>
            <a:xfrm rot="-4354305">
              <a:off x="6864438" y="3776261"/>
              <a:ext cx="6309" cy="1971"/>
            </a:xfrm>
            <a:custGeom>
              <a:rect b="b" l="l" r="r" t="t"/>
              <a:pathLst>
                <a:path extrusionOk="0" h="34" w="136">
                  <a:moveTo>
                    <a:pt x="0" y="34"/>
                  </a:moveTo>
                  <a:lnTo>
                    <a:pt x="13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1"/>
            <p:cNvSpPr/>
            <p:nvPr/>
          </p:nvSpPr>
          <p:spPr>
            <a:xfrm rot="-4354305">
              <a:off x="6615324" y="4446477"/>
              <a:ext cx="3619" cy="1507"/>
            </a:xfrm>
            <a:custGeom>
              <a:rect b="b" l="l" r="r" t="t"/>
              <a:pathLst>
                <a:path extrusionOk="0" h="26" w="78">
                  <a:moveTo>
                    <a:pt x="1" y="0"/>
                  </a:moveTo>
                  <a:lnTo>
                    <a:pt x="1" y="0"/>
                  </a:lnTo>
                  <a:cubicBezTo>
                    <a:pt x="26" y="17"/>
                    <a:pt x="52" y="26"/>
                    <a:pt x="77" y="26"/>
                  </a:cubicBezTo>
                  <a:cubicBezTo>
                    <a:pt x="52" y="17"/>
                    <a:pt x="26" y="9"/>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1"/>
            <p:cNvSpPr/>
            <p:nvPr/>
          </p:nvSpPr>
          <p:spPr>
            <a:xfrm rot="-4354305">
              <a:off x="6802765" y="3664177"/>
              <a:ext cx="95336" cy="27308"/>
            </a:xfrm>
            <a:custGeom>
              <a:rect b="b" l="l" r="r" t="t"/>
              <a:pathLst>
                <a:path extrusionOk="0" h="471" w="2055">
                  <a:moveTo>
                    <a:pt x="886" y="371"/>
                  </a:moveTo>
                  <a:cubicBezTo>
                    <a:pt x="865" y="375"/>
                    <a:pt x="843" y="380"/>
                    <a:pt x="821" y="386"/>
                  </a:cubicBezTo>
                  <a:cubicBezTo>
                    <a:pt x="843" y="381"/>
                    <a:pt x="865" y="376"/>
                    <a:pt x="886" y="371"/>
                  </a:cubicBezTo>
                  <a:close/>
                  <a:moveTo>
                    <a:pt x="2024" y="0"/>
                  </a:moveTo>
                  <a:cubicBezTo>
                    <a:pt x="2014" y="0"/>
                    <a:pt x="1979" y="6"/>
                    <a:pt x="1904" y="22"/>
                  </a:cubicBezTo>
                  <a:lnTo>
                    <a:pt x="863" y="259"/>
                  </a:lnTo>
                  <a:lnTo>
                    <a:pt x="423" y="369"/>
                  </a:lnTo>
                  <a:cubicBezTo>
                    <a:pt x="280" y="394"/>
                    <a:pt x="144" y="428"/>
                    <a:pt x="0" y="470"/>
                  </a:cubicBezTo>
                  <a:cubicBezTo>
                    <a:pt x="457" y="394"/>
                    <a:pt x="956" y="267"/>
                    <a:pt x="1329" y="208"/>
                  </a:cubicBezTo>
                  <a:lnTo>
                    <a:pt x="1329" y="208"/>
                  </a:lnTo>
                  <a:lnTo>
                    <a:pt x="1176" y="267"/>
                  </a:lnTo>
                  <a:cubicBezTo>
                    <a:pt x="753" y="326"/>
                    <a:pt x="500" y="411"/>
                    <a:pt x="85" y="470"/>
                  </a:cubicBezTo>
                  <a:cubicBezTo>
                    <a:pt x="398" y="428"/>
                    <a:pt x="711" y="369"/>
                    <a:pt x="1016" y="309"/>
                  </a:cubicBezTo>
                  <a:cubicBezTo>
                    <a:pt x="1143" y="290"/>
                    <a:pt x="1209" y="282"/>
                    <a:pt x="1231" y="282"/>
                  </a:cubicBezTo>
                  <a:cubicBezTo>
                    <a:pt x="1279" y="282"/>
                    <a:pt x="1104" y="323"/>
                    <a:pt x="886" y="371"/>
                  </a:cubicBezTo>
                  <a:lnTo>
                    <a:pt x="886" y="371"/>
                  </a:lnTo>
                  <a:cubicBezTo>
                    <a:pt x="929" y="363"/>
                    <a:pt x="970" y="357"/>
                    <a:pt x="1016" y="352"/>
                  </a:cubicBezTo>
                  <a:cubicBezTo>
                    <a:pt x="1040" y="339"/>
                    <a:pt x="1569" y="214"/>
                    <a:pt x="1528" y="214"/>
                  </a:cubicBezTo>
                  <a:cubicBezTo>
                    <a:pt x="1512" y="214"/>
                    <a:pt x="1421" y="230"/>
                    <a:pt x="1202" y="276"/>
                  </a:cubicBezTo>
                  <a:cubicBezTo>
                    <a:pt x="1227" y="233"/>
                    <a:pt x="1726" y="149"/>
                    <a:pt x="1938" y="90"/>
                  </a:cubicBezTo>
                  <a:lnTo>
                    <a:pt x="1938" y="90"/>
                  </a:lnTo>
                  <a:cubicBezTo>
                    <a:pt x="1908" y="96"/>
                    <a:pt x="1892" y="98"/>
                    <a:pt x="1885" y="98"/>
                  </a:cubicBezTo>
                  <a:cubicBezTo>
                    <a:pt x="1854" y="98"/>
                    <a:pt x="2005" y="47"/>
                    <a:pt x="1963" y="47"/>
                  </a:cubicBezTo>
                  <a:cubicBezTo>
                    <a:pt x="1828" y="90"/>
                    <a:pt x="1692" y="132"/>
                    <a:pt x="1549" y="157"/>
                  </a:cubicBezTo>
                  <a:cubicBezTo>
                    <a:pt x="1464" y="157"/>
                    <a:pt x="1735" y="98"/>
                    <a:pt x="1946" y="47"/>
                  </a:cubicBezTo>
                  <a:lnTo>
                    <a:pt x="1946" y="47"/>
                  </a:lnTo>
                  <a:cubicBezTo>
                    <a:pt x="1907" y="55"/>
                    <a:pt x="1887" y="58"/>
                    <a:pt x="1879" y="58"/>
                  </a:cubicBezTo>
                  <a:cubicBezTo>
                    <a:pt x="1847" y="58"/>
                    <a:pt x="2055" y="0"/>
                    <a:pt x="202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1"/>
            <p:cNvSpPr/>
            <p:nvPr/>
          </p:nvSpPr>
          <p:spPr>
            <a:xfrm rot="-4354305">
              <a:off x="6868871" y="3708050"/>
              <a:ext cx="2412" cy="522"/>
            </a:xfrm>
            <a:custGeom>
              <a:rect b="b" l="l" r="r" t="t"/>
              <a:pathLst>
                <a:path extrusionOk="0" h="9" w="52">
                  <a:moveTo>
                    <a:pt x="52" y="1"/>
                  </a:moveTo>
                  <a:lnTo>
                    <a:pt x="1" y="9"/>
                  </a:lnTo>
                  <a:lnTo>
                    <a:pt x="18" y="9"/>
                  </a:lnTo>
                  <a:lnTo>
                    <a:pt x="5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1"/>
            <p:cNvSpPr/>
            <p:nvPr/>
          </p:nvSpPr>
          <p:spPr>
            <a:xfrm rot="-4354305">
              <a:off x="6859432" y="3734805"/>
              <a:ext cx="46" cy="58"/>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1"/>
            <p:cNvSpPr/>
            <p:nvPr/>
          </p:nvSpPr>
          <p:spPr>
            <a:xfrm rot="-4354305">
              <a:off x="6617179" y="4385667"/>
              <a:ext cx="10206" cy="2493"/>
            </a:xfrm>
            <a:custGeom>
              <a:rect b="b" l="l" r="r" t="t"/>
              <a:pathLst>
                <a:path extrusionOk="0" h="43" w="220">
                  <a:moveTo>
                    <a:pt x="0" y="0"/>
                  </a:moveTo>
                  <a:lnTo>
                    <a:pt x="0" y="0"/>
                  </a:lnTo>
                  <a:cubicBezTo>
                    <a:pt x="43" y="11"/>
                    <a:pt x="89" y="18"/>
                    <a:pt x="136" y="27"/>
                  </a:cubicBezTo>
                  <a:lnTo>
                    <a:pt x="136" y="27"/>
                  </a:lnTo>
                  <a:lnTo>
                    <a:pt x="0" y="0"/>
                  </a:lnTo>
                  <a:close/>
                  <a:moveTo>
                    <a:pt x="136" y="27"/>
                  </a:moveTo>
                  <a:lnTo>
                    <a:pt x="220" y="43"/>
                  </a:lnTo>
                  <a:cubicBezTo>
                    <a:pt x="192" y="36"/>
                    <a:pt x="164" y="31"/>
                    <a:pt x="136" y="2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1"/>
            <p:cNvSpPr/>
            <p:nvPr/>
          </p:nvSpPr>
          <p:spPr>
            <a:xfrm rot="-4354305">
              <a:off x="6725992" y="4213131"/>
              <a:ext cx="9464" cy="1507"/>
            </a:xfrm>
            <a:custGeom>
              <a:rect b="b" l="l" r="r" t="t"/>
              <a:pathLst>
                <a:path extrusionOk="0" h="26" w="204">
                  <a:moveTo>
                    <a:pt x="1" y="1"/>
                  </a:moveTo>
                  <a:cubicBezTo>
                    <a:pt x="35" y="17"/>
                    <a:pt x="153" y="26"/>
                    <a:pt x="204" y="26"/>
                  </a:cubicBezTo>
                  <a:lnTo>
                    <a:pt x="3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1"/>
            <p:cNvSpPr/>
            <p:nvPr/>
          </p:nvSpPr>
          <p:spPr>
            <a:xfrm rot="-4354305">
              <a:off x="6728408" y="4194714"/>
              <a:ext cx="27511" cy="2957"/>
            </a:xfrm>
            <a:custGeom>
              <a:rect b="b" l="l" r="r" t="t"/>
              <a:pathLst>
                <a:path extrusionOk="0" h="51" w="593">
                  <a:moveTo>
                    <a:pt x="0" y="0"/>
                  </a:moveTo>
                  <a:lnTo>
                    <a:pt x="0" y="0"/>
                  </a:lnTo>
                  <a:cubicBezTo>
                    <a:pt x="10" y="2"/>
                    <a:pt x="19" y="3"/>
                    <a:pt x="29" y="4"/>
                  </a:cubicBezTo>
                  <a:lnTo>
                    <a:pt x="29" y="4"/>
                  </a:lnTo>
                  <a:cubicBezTo>
                    <a:pt x="19" y="3"/>
                    <a:pt x="10" y="1"/>
                    <a:pt x="0" y="0"/>
                  </a:cubicBezTo>
                  <a:close/>
                  <a:moveTo>
                    <a:pt x="29" y="4"/>
                  </a:moveTo>
                  <a:cubicBezTo>
                    <a:pt x="85" y="13"/>
                    <a:pt x="137" y="28"/>
                    <a:pt x="195" y="42"/>
                  </a:cubicBezTo>
                  <a:cubicBezTo>
                    <a:pt x="338" y="51"/>
                    <a:pt x="448" y="51"/>
                    <a:pt x="592" y="51"/>
                  </a:cubicBezTo>
                  <a:cubicBezTo>
                    <a:pt x="430" y="43"/>
                    <a:pt x="245" y="35"/>
                    <a:pt x="29"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1"/>
            <p:cNvSpPr/>
            <p:nvPr/>
          </p:nvSpPr>
          <p:spPr>
            <a:xfrm rot="-4354305">
              <a:off x="6747916" y="4182580"/>
              <a:ext cx="46" cy="58"/>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1"/>
            <p:cNvSpPr/>
            <p:nvPr/>
          </p:nvSpPr>
          <p:spPr>
            <a:xfrm rot="-4354305">
              <a:off x="3932450" y="2922760"/>
              <a:ext cx="2274704" cy="3098007"/>
            </a:xfrm>
            <a:custGeom>
              <a:rect b="b" l="l" r="r" t="t"/>
              <a:pathLst>
                <a:path extrusionOk="0" h="53433" w="49032">
                  <a:moveTo>
                    <a:pt x="1117" y="3334"/>
                  </a:moveTo>
                  <a:cubicBezTo>
                    <a:pt x="1114" y="3348"/>
                    <a:pt x="1112" y="3359"/>
                    <a:pt x="1110" y="3367"/>
                  </a:cubicBezTo>
                  <a:lnTo>
                    <a:pt x="1110" y="3367"/>
                  </a:lnTo>
                  <a:cubicBezTo>
                    <a:pt x="1111" y="3356"/>
                    <a:pt x="1113" y="3345"/>
                    <a:pt x="1117" y="3334"/>
                  </a:cubicBezTo>
                  <a:close/>
                  <a:moveTo>
                    <a:pt x="271" y="7978"/>
                  </a:moveTo>
                  <a:cubicBezTo>
                    <a:pt x="269" y="8000"/>
                    <a:pt x="266" y="8022"/>
                    <a:pt x="264" y="8044"/>
                  </a:cubicBezTo>
                  <a:lnTo>
                    <a:pt x="264" y="8044"/>
                  </a:lnTo>
                  <a:cubicBezTo>
                    <a:pt x="266" y="8023"/>
                    <a:pt x="269" y="8000"/>
                    <a:pt x="271" y="7978"/>
                  </a:cubicBezTo>
                  <a:close/>
                  <a:moveTo>
                    <a:pt x="110" y="9509"/>
                  </a:moveTo>
                  <a:cubicBezTo>
                    <a:pt x="103" y="9584"/>
                    <a:pt x="97" y="9657"/>
                    <a:pt x="92" y="9726"/>
                  </a:cubicBezTo>
                  <a:lnTo>
                    <a:pt x="92" y="9726"/>
                  </a:lnTo>
                  <a:cubicBezTo>
                    <a:pt x="94" y="9708"/>
                    <a:pt x="97" y="9689"/>
                    <a:pt x="102" y="9670"/>
                  </a:cubicBezTo>
                  <a:cubicBezTo>
                    <a:pt x="102" y="9619"/>
                    <a:pt x="110" y="9560"/>
                    <a:pt x="110" y="9509"/>
                  </a:cubicBezTo>
                  <a:close/>
                  <a:moveTo>
                    <a:pt x="92" y="9726"/>
                  </a:moveTo>
                  <a:lnTo>
                    <a:pt x="92" y="9726"/>
                  </a:lnTo>
                  <a:cubicBezTo>
                    <a:pt x="91" y="9736"/>
                    <a:pt x="90" y="9747"/>
                    <a:pt x="89" y="9757"/>
                  </a:cubicBezTo>
                  <a:lnTo>
                    <a:pt x="89" y="9757"/>
                  </a:lnTo>
                  <a:cubicBezTo>
                    <a:pt x="90" y="9747"/>
                    <a:pt x="91" y="9736"/>
                    <a:pt x="92" y="9726"/>
                  </a:cubicBezTo>
                  <a:close/>
                  <a:moveTo>
                    <a:pt x="1210" y="22308"/>
                  </a:moveTo>
                  <a:cubicBezTo>
                    <a:pt x="1215" y="22336"/>
                    <a:pt x="1217" y="22339"/>
                    <a:pt x="1221" y="22345"/>
                  </a:cubicBezTo>
                  <a:lnTo>
                    <a:pt x="1221" y="22345"/>
                  </a:lnTo>
                  <a:cubicBezTo>
                    <a:pt x="1217" y="22333"/>
                    <a:pt x="1214" y="22321"/>
                    <a:pt x="1210" y="22308"/>
                  </a:cubicBezTo>
                  <a:close/>
                  <a:moveTo>
                    <a:pt x="1491" y="22466"/>
                  </a:moveTo>
                  <a:cubicBezTo>
                    <a:pt x="1513" y="22531"/>
                    <a:pt x="1547" y="22644"/>
                    <a:pt x="1550" y="22644"/>
                  </a:cubicBezTo>
                  <a:cubicBezTo>
                    <a:pt x="1552" y="22644"/>
                    <a:pt x="1549" y="22628"/>
                    <a:pt x="1540" y="22587"/>
                  </a:cubicBezTo>
                  <a:lnTo>
                    <a:pt x="1491" y="22466"/>
                  </a:lnTo>
                  <a:close/>
                  <a:moveTo>
                    <a:pt x="1481" y="23459"/>
                  </a:moveTo>
                  <a:cubicBezTo>
                    <a:pt x="1481" y="23461"/>
                    <a:pt x="1482" y="23464"/>
                    <a:pt x="1483" y="23466"/>
                  </a:cubicBezTo>
                  <a:lnTo>
                    <a:pt x="1483" y="23466"/>
                  </a:lnTo>
                  <a:cubicBezTo>
                    <a:pt x="1482" y="23464"/>
                    <a:pt x="1482" y="23461"/>
                    <a:pt x="1481" y="23459"/>
                  </a:cubicBezTo>
                  <a:close/>
                  <a:moveTo>
                    <a:pt x="3858" y="30032"/>
                  </a:moveTo>
                  <a:lnTo>
                    <a:pt x="3861" y="30035"/>
                  </a:lnTo>
                  <a:lnTo>
                    <a:pt x="3861" y="30035"/>
                  </a:lnTo>
                  <a:cubicBezTo>
                    <a:pt x="3860" y="30034"/>
                    <a:pt x="3859" y="30032"/>
                    <a:pt x="3858" y="30032"/>
                  </a:cubicBezTo>
                  <a:close/>
                  <a:moveTo>
                    <a:pt x="5389" y="33094"/>
                  </a:moveTo>
                  <a:lnTo>
                    <a:pt x="5389" y="33094"/>
                  </a:lnTo>
                  <a:cubicBezTo>
                    <a:pt x="5433" y="33174"/>
                    <a:pt x="5485" y="33263"/>
                    <a:pt x="5524" y="33328"/>
                  </a:cubicBezTo>
                  <a:lnTo>
                    <a:pt x="5524" y="33328"/>
                  </a:lnTo>
                  <a:cubicBezTo>
                    <a:pt x="5473" y="33241"/>
                    <a:pt x="5427" y="33161"/>
                    <a:pt x="5389" y="33094"/>
                  </a:cubicBezTo>
                  <a:close/>
                  <a:moveTo>
                    <a:pt x="6472" y="34803"/>
                  </a:moveTo>
                  <a:cubicBezTo>
                    <a:pt x="6475" y="34808"/>
                    <a:pt x="6478" y="34813"/>
                    <a:pt x="6482" y="34817"/>
                  </a:cubicBezTo>
                  <a:lnTo>
                    <a:pt x="6482" y="34817"/>
                  </a:lnTo>
                  <a:lnTo>
                    <a:pt x="6472" y="34803"/>
                  </a:lnTo>
                  <a:close/>
                  <a:moveTo>
                    <a:pt x="4569" y="30802"/>
                  </a:moveTo>
                  <a:cubicBezTo>
                    <a:pt x="4822" y="31326"/>
                    <a:pt x="4856" y="31292"/>
                    <a:pt x="5203" y="31952"/>
                  </a:cubicBezTo>
                  <a:cubicBezTo>
                    <a:pt x="5317" y="32185"/>
                    <a:pt x="5347" y="32252"/>
                    <a:pt x="5343" y="32252"/>
                  </a:cubicBezTo>
                  <a:cubicBezTo>
                    <a:pt x="5337" y="32252"/>
                    <a:pt x="5267" y="32126"/>
                    <a:pt x="5256" y="32126"/>
                  </a:cubicBezTo>
                  <a:lnTo>
                    <a:pt x="5256" y="32126"/>
                  </a:lnTo>
                  <a:cubicBezTo>
                    <a:pt x="5250" y="32126"/>
                    <a:pt x="5262" y="32164"/>
                    <a:pt x="5313" y="32282"/>
                  </a:cubicBezTo>
                  <a:cubicBezTo>
                    <a:pt x="5398" y="32451"/>
                    <a:pt x="5508" y="32612"/>
                    <a:pt x="5609" y="32773"/>
                  </a:cubicBezTo>
                  <a:lnTo>
                    <a:pt x="5482" y="32536"/>
                  </a:lnTo>
                  <a:lnTo>
                    <a:pt x="5482" y="32536"/>
                  </a:lnTo>
                  <a:cubicBezTo>
                    <a:pt x="5554" y="32592"/>
                    <a:pt x="5883" y="33236"/>
                    <a:pt x="5919" y="33236"/>
                  </a:cubicBezTo>
                  <a:cubicBezTo>
                    <a:pt x="5921" y="33236"/>
                    <a:pt x="5922" y="33234"/>
                    <a:pt x="5922" y="33229"/>
                  </a:cubicBezTo>
                  <a:cubicBezTo>
                    <a:pt x="6184" y="33762"/>
                    <a:pt x="6294" y="33889"/>
                    <a:pt x="6607" y="34456"/>
                  </a:cubicBezTo>
                  <a:cubicBezTo>
                    <a:pt x="6628" y="34484"/>
                    <a:pt x="6638" y="34496"/>
                    <a:pt x="6639" y="34496"/>
                  </a:cubicBezTo>
                  <a:cubicBezTo>
                    <a:pt x="6646" y="34496"/>
                    <a:pt x="6553" y="34345"/>
                    <a:pt x="6480" y="34219"/>
                  </a:cubicBezTo>
                  <a:lnTo>
                    <a:pt x="6480" y="34219"/>
                  </a:lnTo>
                  <a:cubicBezTo>
                    <a:pt x="6658" y="34498"/>
                    <a:pt x="6700" y="34498"/>
                    <a:pt x="6903" y="34871"/>
                  </a:cubicBezTo>
                  <a:cubicBezTo>
                    <a:pt x="6939" y="34927"/>
                    <a:pt x="6959" y="34953"/>
                    <a:pt x="6963" y="34953"/>
                  </a:cubicBezTo>
                  <a:cubicBezTo>
                    <a:pt x="6971" y="34953"/>
                    <a:pt x="6923" y="34858"/>
                    <a:pt x="6826" y="34698"/>
                  </a:cubicBezTo>
                  <a:lnTo>
                    <a:pt x="6826" y="34698"/>
                  </a:lnTo>
                  <a:cubicBezTo>
                    <a:pt x="6977" y="34937"/>
                    <a:pt x="7140" y="35164"/>
                    <a:pt x="7309" y="35429"/>
                  </a:cubicBezTo>
                  <a:lnTo>
                    <a:pt x="7132" y="35107"/>
                  </a:lnTo>
                  <a:lnTo>
                    <a:pt x="7343" y="35420"/>
                  </a:lnTo>
                  <a:lnTo>
                    <a:pt x="7174" y="35141"/>
                  </a:lnTo>
                  <a:lnTo>
                    <a:pt x="7244" y="35246"/>
                  </a:lnTo>
                  <a:lnTo>
                    <a:pt x="7244" y="35246"/>
                  </a:lnTo>
                  <a:cubicBezTo>
                    <a:pt x="7211" y="35190"/>
                    <a:pt x="7179" y="35132"/>
                    <a:pt x="7149" y="35074"/>
                  </a:cubicBezTo>
                  <a:cubicBezTo>
                    <a:pt x="7047" y="34913"/>
                    <a:pt x="6963" y="34752"/>
                    <a:pt x="6819" y="34532"/>
                  </a:cubicBezTo>
                  <a:lnTo>
                    <a:pt x="6819" y="34532"/>
                  </a:lnTo>
                  <a:lnTo>
                    <a:pt x="6870" y="34676"/>
                  </a:lnTo>
                  <a:cubicBezTo>
                    <a:pt x="6776" y="34541"/>
                    <a:pt x="6557" y="34194"/>
                    <a:pt x="6447" y="34025"/>
                  </a:cubicBezTo>
                  <a:cubicBezTo>
                    <a:pt x="6434" y="33987"/>
                    <a:pt x="6278" y="33703"/>
                    <a:pt x="6294" y="33703"/>
                  </a:cubicBezTo>
                  <a:lnTo>
                    <a:pt x="6294" y="33703"/>
                  </a:lnTo>
                  <a:cubicBezTo>
                    <a:pt x="6299" y="33703"/>
                    <a:pt x="6326" y="33738"/>
                    <a:pt x="6387" y="33830"/>
                  </a:cubicBezTo>
                  <a:cubicBezTo>
                    <a:pt x="6269" y="33635"/>
                    <a:pt x="6184" y="33492"/>
                    <a:pt x="6108" y="33382"/>
                  </a:cubicBezTo>
                  <a:cubicBezTo>
                    <a:pt x="6041" y="33263"/>
                    <a:pt x="5981" y="33179"/>
                    <a:pt x="5914" y="33086"/>
                  </a:cubicBezTo>
                  <a:cubicBezTo>
                    <a:pt x="5854" y="32993"/>
                    <a:pt x="5787" y="32899"/>
                    <a:pt x="5702" y="32764"/>
                  </a:cubicBezTo>
                  <a:cubicBezTo>
                    <a:pt x="5592" y="32595"/>
                    <a:pt x="5491" y="32417"/>
                    <a:pt x="5398" y="32240"/>
                  </a:cubicBezTo>
                  <a:lnTo>
                    <a:pt x="5398" y="32240"/>
                  </a:lnTo>
                  <a:cubicBezTo>
                    <a:pt x="5508" y="32460"/>
                    <a:pt x="5575" y="32578"/>
                    <a:pt x="5634" y="32688"/>
                  </a:cubicBezTo>
                  <a:lnTo>
                    <a:pt x="5846" y="33052"/>
                  </a:lnTo>
                  <a:cubicBezTo>
                    <a:pt x="5764" y="32923"/>
                    <a:pt x="5738" y="32884"/>
                    <a:pt x="5734" y="32884"/>
                  </a:cubicBezTo>
                  <a:lnTo>
                    <a:pt x="5734" y="32884"/>
                  </a:lnTo>
                  <a:cubicBezTo>
                    <a:pt x="5728" y="32884"/>
                    <a:pt x="5778" y="32978"/>
                    <a:pt x="5766" y="32978"/>
                  </a:cubicBezTo>
                  <a:cubicBezTo>
                    <a:pt x="5765" y="32978"/>
                    <a:pt x="5764" y="32977"/>
                    <a:pt x="5761" y="32976"/>
                  </a:cubicBezTo>
                  <a:cubicBezTo>
                    <a:pt x="5711" y="32866"/>
                    <a:pt x="5575" y="32646"/>
                    <a:pt x="5499" y="32502"/>
                  </a:cubicBezTo>
                  <a:cubicBezTo>
                    <a:pt x="5459" y="32427"/>
                    <a:pt x="5433" y="32375"/>
                    <a:pt x="5438" y="32375"/>
                  </a:cubicBezTo>
                  <a:lnTo>
                    <a:pt x="5438" y="32375"/>
                  </a:lnTo>
                  <a:cubicBezTo>
                    <a:pt x="5443" y="32375"/>
                    <a:pt x="5473" y="32418"/>
                    <a:pt x="5541" y="32527"/>
                  </a:cubicBezTo>
                  <a:cubicBezTo>
                    <a:pt x="5381" y="32240"/>
                    <a:pt x="5085" y="31656"/>
                    <a:pt x="5000" y="31529"/>
                  </a:cubicBezTo>
                  <a:lnTo>
                    <a:pt x="5000" y="31529"/>
                  </a:lnTo>
                  <a:lnTo>
                    <a:pt x="5127" y="31791"/>
                  </a:lnTo>
                  <a:cubicBezTo>
                    <a:pt x="5008" y="31580"/>
                    <a:pt x="4898" y="31377"/>
                    <a:pt x="4797" y="31199"/>
                  </a:cubicBezTo>
                  <a:cubicBezTo>
                    <a:pt x="4704" y="31021"/>
                    <a:pt x="4619" y="30878"/>
                    <a:pt x="4569" y="30802"/>
                  </a:cubicBezTo>
                  <a:close/>
                  <a:moveTo>
                    <a:pt x="7244" y="35246"/>
                  </a:moveTo>
                  <a:cubicBezTo>
                    <a:pt x="7321" y="35377"/>
                    <a:pt x="7405" y="35501"/>
                    <a:pt x="7496" y="35622"/>
                  </a:cubicBezTo>
                  <a:lnTo>
                    <a:pt x="7496" y="35622"/>
                  </a:lnTo>
                  <a:lnTo>
                    <a:pt x="7244" y="35246"/>
                  </a:lnTo>
                  <a:close/>
                  <a:moveTo>
                    <a:pt x="7293" y="35284"/>
                  </a:moveTo>
                  <a:cubicBezTo>
                    <a:pt x="7287" y="35284"/>
                    <a:pt x="7561" y="35669"/>
                    <a:pt x="7536" y="35669"/>
                  </a:cubicBezTo>
                  <a:cubicBezTo>
                    <a:pt x="7535" y="35669"/>
                    <a:pt x="7533" y="35668"/>
                    <a:pt x="7529" y="35666"/>
                  </a:cubicBezTo>
                  <a:cubicBezTo>
                    <a:pt x="7518" y="35651"/>
                    <a:pt x="7507" y="35637"/>
                    <a:pt x="7496" y="35622"/>
                  </a:cubicBezTo>
                  <a:lnTo>
                    <a:pt x="7496" y="35622"/>
                  </a:lnTo>
                  <a:lnTo>
                    <a:pt x="7792" y="36063"/>
                  </a:lnTo>
                  <a:cubicBezTo>
                    <a:pt x="7890" y="36209"/>
                    <a:pt x="7982" y="36345"/>
                    <a:pt x="8062" y="36467"/>
                  </a:cubicBezTo>
                  <a:lnTo>
                    <a:pt x="8062" y="36467"/>
                  </a:lnTo>
                  <a:cubicBezTo>
                    <a:pt x="7826" y="36099"/>
                    <a:pt x="7659" y="35815"/>
                    <a:pt x="7301" y="35293"/>
                  </a:cubicBezTo>
                  <a:cubicBezTo>
                    <a:pt x="7296" y="35287"/>
                    <a:pt x="7293" y="35284"/>
                    <a:pt x="7293" y="35284"/>
                  </a:cubicBezTo>
                  <a:close/>
                  <a:moveTo>
                    <a:pt x="8062" y="36467"/>
                  </a:moveTo>
                  <a:lnTo>
                    <a:pt x="8062" y="36467"/>
                  </a:lnTo>
                  <a:cubicBezTo>
                    <a:pt x="8099" y="36525"/>
                    <a:pt x="8138" y="36585"/>
                    <a:pt x="8180" y="36649"/>
                  </a:cubicBezTo>
                  <a:lnTo>
                    <a:pt x="8180" y="36649"/>
                  </a:lnTo>
                  <a:cubicBezTo>
                    <a:pt x="8144" y="36593"/>
                    <a:pt x="8105" y="36532"/>
                    <a:pt x="8062" y="36467"/>
                  </a:cubicBezTo>
                  <a:close/>
                  <a:moveTo>
                    <a:pt x="8612" y="37764"/>
                  </a:moveTo>
                  <a:lnTo>
                    <a:pt x="8747" y="37939"/>
                  </a:lnTo>
                  <a:lnTo>
                    <a:pt x="8747" y="37939"/>
                  </a:lnTo>
                  <a:cubicBezTo>
                    <a:pt x="8668" y="37844"/>
                    <a:pt x="8628" y="37788"/>
                    <a:pt x="8612" y="37764"/>
                  </a:cubicBezTo>
                  <a:close/>
                  <a:moveTo>
                    <a:pt x="9137" y="38440"/>
                  </a:moveTo>
                  <a:lnTo>
                    <a:pt x="9297" y="38643"/>
                  </a:lnTo>
                  <a:lnTo>
                    <a:pt x="9297" y="38643"/>
                  </a:lnTo>
                  <a:lnTo>
                    <a:pt x="9221" y="38584"/>
                  </a:lnTo>
                  <a:lnTo>
                    <a:pt x="9213" y="38593"/>
                  </a:lnTo>
                  <a:cubicBezTo>
                    <a:pt x="9179" y="38542"/>
                    <a:pt x="9154" y="38491"/>
                    <a:pt x="9137" y="38440"/>
                  </a:cubicBezTo>
                  <a:close/>
                  <a:moveTo>
                    <a:pt x="10203" y="39286"/>
                  </a:moveTo>
                  <a:lnTo>
                    <a:pt x="10211" y="39295"/>
                  </a:lnTo>
                  <a:lnTo>
                    <a:pt x="10219" y="39295"/>
                  </a:lnTo>
                  <a:lnTo>
                    <a:pt x="10203" y="39286"/>
                  </a:lnTo>
                  <a:close/>
                  <a:moveTo>
                    <a:pt x="10397" y="40071"/>
                  </a:moveTo>
                  <a:cubicBezTo>
                    <a:pt x="10399" y="40071"/>
                    <a:pt x="10405" y="40074"/>
                    <a:pt x="10414" y="40081"/>
                  </a:cubicBezTo>
                  <a:cubicBezTo>
                    <a:pt x="10702" y="40411"/>
                    <a:pt x="10727" y="40335"/>
                    <a:pt x="10972" y="40657"/>
                  </a:cubicBezTo>
                  <a:cubicBezTo>
                    <a:pt x="10982" y="40662"/>
                    <a:pt x="10988" y="40665"/>
                    <a:pt x="10991" y="40665"/>
                  </a:cubicBezTo>
                  <a:cubicBezTo>
                    <a:pt x="11009" y="40665"/>
                    <a:pt x="10946" y="40595"/>
                    <a:pt x="10854" y="40496"/>
                  </a:cubicBezTo>
                  <a:lnTo>
                    <a:pt x="10854" y="40496"/>
                  </a:lnTo>
                  <a:cubicBezTo>
                    <a:pt x="10879" y="40513"/>
                    <a:pt x="10896" y="40538"/>
                    <a:pt x="10930" y="40547"/>
                  </a:cubicBezTo>
                  <a:lnTo>
                    <a:pt x="11243" y="40877"/>
                  </a:lnTo>
                  <a:cubicBezTo>
                    <a:pt x="11317" y="40958"/>
                    <a:pt x="11385" y="41033"/>
                    <a:pt x="11383" y="41033"/>
                  </a:cubicBezTo>
                  <a:cubicBezTo>
                    <a:pt x="11383" y="41033"/>
                    <a:pt x="11381" y="41032"/>
                    <a:pt x="11378" y="41029"/>
                  </a:cubicBezTo>
                  <a:cubicBezTo>
                    <a:pt x="11328" y="41029"/>
                    <a:pt x="10955" y="40648"/>
                    <a:pt x="10829" y="40555"/>
                  </a:cubicBezTo>
                  <a:lnTo>
                    <a:pt x="10820" y="40555"/>
                  </a:lnTo>
                  <a:cubicBezTo>
                    <a:pt x="10735" y="40470"/>
                    <a:pt x="10372" y="40071"/>
                    <a:pt x="10397" y="40071"/>
                  </a:cubicBezTo>
                  <a:close/>
                  <a:moveTo>
                    <a:pt x="12114" y="41452"/>
                  </a:moveTo>
                  <a:cubicBezTo>
                    <a:pt x="12115" y="41452"/>
                    <a:pt x="12115" y="41452"/>
                    <a:pt x="12115" y="41453"/>
                  </a:cubicBezTo>
                  <a:lnTo>
                    <a:pt x="12115" y="41453"/>
                  </a:lnTo>
                  <a:cubicBezTo>
                    <a:pt x="12121" y="41458"/>
                    <a:pt x="12126" y="41464"/>
                    <a:pt x="12131" y="41469"/>
                  </a:cubicBezTo>
                  <a:lnTo>
                    <a:pt x="12114" y="41452"/>
                  </a:lnTo>
                  <a:close/>
                  <a:moveTo>
                    <a:pt x="11911" y="41410"/>
                  </a:moveTo>
                  <a:cubicBezTo>
                    <a:pt x="12148" y="41646"/>
                    <a:pt x="12394" y="41875"/>
                    <a:pt x="12630" y="42112"/>
                  </a:cubicBezTo>
                  <a:lnTo>
                    <a:pt x="13003" y="42475"/>
                  </a:lnTo>
                  <a:lnTo>
                    <a:pt x="13383" y="42814"/>
                  </a:lnTo>
                  <a:lnTo>
                    <a:pt x="13324" y="42746"/>
                  </a:lnTo>
                  <a:lnTo>
                    <a:pt x="13324" y="42746"/>
                  </a:lnTo>
                  <a:cubicBezTo>
                    <a:pt x="13485" y="42890"/>
                    <a:pt x="13629" y="42992"/>
                    <a:pt x="13713" y="43085"/>
                  </a:cubicBezTo>
                  <a:cubicBezTo>
                    <a:pt x="13713" y="43085"/>
                    <a:pt x="13713" y="43086"/>
                    <a:pt x="13712" y="43086"/>
                  </a:cubicBezTo>
                  <a:cubicBezTo>
                    <a:pt x="13703" y="43086"/>
                    <a:pt x="13647" y="43046"/>
                    <a:pt x="13569" y="42992"/>
                  </a:cubicBezTo>
                  <a:lnTo>
                    <a:pt x="13239" y="42746"/>
                  </a:lnTo>
                  <a:cubicBezTo>
                    <a:pt x="12986" y="42552"/>
                    <a:pt x="12707" y="42323"/>
                    <a:pt x="12580" y="42213"/>
                  </a:cubicBezTo>
                  <a:lnTo>
                    <a:pt x="12123" y="41782"/>
                  </a:lnTo>
                  <a:cubicBezTo>
                    <a:pt x="11979" y="41646"/>
                    <a:pt x="11852" y="41528"/>
                    <a:pt x="11768" y="41427"/>
                  </a:cubicBezTo>
                  <a:lnTo>
                    <a:pt x="11768" y="41427"/>
                  </a:lnTo>
                  <a:lnTo>
                    <a:pt x="11861" y="41520"/>
                  </a:lnTo>
                  <a:cubicBezTo>
                    <a:pt x="12471" y="42101"/>
                    <a:pt x="12718" y="42326"/>
                    <a:pt x="12739" y="42326"/>
                  </a:cubicBezTo>
                  <a:cubicBezTo>
                    <a:pt x="12768" y="42326"/>
                    <a:pt x="12379" y="41911"/>
                    <a:pt x="11911" y="41410"/>
                  </a:cubicBezTo>
                  <a:close/>
                  <a:moveTo>
                    <a:pt x="13646" y="43178"/>
                  </a:moveTo>
                  <a:lnTo>
                    <a:pt x="13959" y="43440"/>
                  </a:lnTo>
                  <a:cubicBezTo>
                    <a:pt x="13899" y="43414"/>
                    <a:pt x="13959" y="43482"/>
                    <a:pt x="13671" y="43220"/>
                  </a:cubicBezTo>
                  <a:lnTo>
                    <a:pt x="13671" y="43220"/>
                  </a:lnTo>
                  <a:cubicBezTo>
                    <a:pt x="13675" y="43221"/>
                    <a:pt x="13678" y="43222"/>
                    <a:pt x="13680" y="43222"/>
                  </a:cubicBezTo>
                  <a:cubicBezTo>
                    <a:pt x="13690" y="43222"/>
                    <a:pt x="13674" y="43206"/>
                    <a:pt x="13646" y="43178"/>
                  </a:cubicBezTo>
                  <a:close/>
                  <a:moveTo>
                    <a:pt x="14356" y="43829"/>
                  </a:moveTo>
                  <a:cubicBezTo>
                    <a:pt x="14356" y="43829"/>
                    <a:pt x="14356" y="43829"/>
                    <a:pt x="14356" y="43829"/>
                  </a:cubicBezTo>
                  <a:cubicBezTo>
                    <a:pt x="14356" y="43829"/>
                    <a:pt x="14356" y="43829"/>
                    <a:pt x="14356" y="43829"/>
                  </a:cubicBezTo>
                  <a:close/>
                  <a:moveTo>
                    <a:pt x="15705" y="45133"/>
                  </a:moveTo>
                  <a:cubicBezTo>
                    <a:pt x="15767" y="45180"/>
                    <a:pt x="15822" y="45219"/>
                    <a:pt x="15870" y="45250"/>
                  </a:cubicBezTo>
                  <a:cubicBezTo>
                    <a:pt x="15817" y="45213"/>
                    <a:pt x="15762" y="45174"/>
                    <a:pt x="15705" y="45133"/>
                  </a:cubicBezTo>
                  <a:close/>
                  <a:moveTo>
                    <a:pt x="17588" y="45900"/>
                  </a:moveTo>
                  <a:cubicBezTo>
                    <a:pt x="17593" y="45903"/>
                    <a:pt x="17599" y="45907"/>
                    <a:pt x="17605" y="45910"/>
                  </a:cubicBezTo>
                  <a:cubicBezTo>
                    <a:pt x="17599" y="45906"/>
                    <a:pt x="17593" y="45903"/>
                    <a:pt x="17588" y="45900"/>
                  </a:cubicBezTo>
                  <a:close/>
                  <a:moveTo>
                    <a:pt x="13888" y="43480"/>
                  </a:moveTo>
                  <a:cubicBezTo>
                    <a:pt x="13908" y="43480"/>
                    <a:pt x="14142" y="43703"/>
                    <a:pt x="14255" y="43778"/>
                  </a:cubicBezTo>
                  <a:lnTo>
                    <a:pt x="14026" y="43558"/>
                  </a:lnTo>
                  <a:lnTo>
                    <a:pt x="14026" y="43558"/>
                  </a:lnTo>
                  <a:cubicBezTo>
                    <a:pt x="14144" y="43651"/>
                    <a:pt x="14380" y="43811"/>
                    <a:pt x="14356" y="43829"/>
                  </a:cubicBezTo>
                  <a:lnTo>
                    <a:pt x="14356" y="43829"/>
                  </a:lnTo>
                  <a:cubicBezTo>
                    <a:pt x="14357" y="43829"/>
                    <a:pt x="14357" y="43829"/>
                    <a:pt x="14358" y="43829"/>
                  </a:cubicBezTo>
                  <a:cubicBezTo>
                    <a:pt x="14367" y="43829"/>
                    <a:pt x="14408" y="43852"/>
                    <a:pt x="14418" y="43852"/>
                  </a:cubicBezTo>
                  <a:cubicBezTo>
                    <a:pt x="14428" y="43852"/>
                    <a:pt x="14396" y="43821"/>
                    <a:pt x="14221" y="43685"/>
                  </a:cubicBezTo>
                  <a:lnTo>
                    <a:pt x="14221" y="43685"/>
                  </a:lnTo>
                  <a:lnTo>
                    <a:pt x="14483" y="43871"/>
                  </a:lnTo>
                  <a:cubicBezTo>
                    <a:pt x="14466" y="43854"/>
                    <a:pt x="14449" y="43837"/>
                    <a:pt x="14432" y="43821"/>
                  </a:cubicBezTo>
                  <a:lnTo>
                    <a:pt x="14432" y="43821"/>
                  </a:lnTo>
                  <a:lnTo>
                    <a:pt x="14661" y="44007"/>
                  </a:lnTo>
                  <a:cubicBezTo>
                    <a:pt x="14745" y="44091"/>
                    <a:pt x="14914" y="44227"/>
                    <a:pt x="15050" y="44362"/>
                  </a:cubicBezTo>
                  <a:cubicBezTo>
                    <a:pt x="14965" y="44311"/>
                    <a:pt x="14881" y="44252"/>
                    <a:pt x="14804" y="44184"/>
                  </a:cubicBezTo>
                  <a:lnTo>
                    <a:pt x="14804" y="44184"/>
                  </a:lnTo>
                  <a:cubicBezTo>
                    <a:pt x="14982" y="44345"/>
                    <a:pt x="15168" y="44497"/>
                    <a:pt x="15371" y="44633"/>
                  </a:cubicBezTo>
                  <a:cubicBezTo>
                    <a:pt x="15007" y="44345"/>
                    <a:pt x="15211" y="44489"/>
                    <a:pt x="15143" y="44404"/>
                  </a:cubicBezTo>
                  <a:lnTo>
                    <a:pt x="15143" y="44404"/>
                  </a:lnTo>
                  <a:cubicBezTo>
                    <a:pt x="15380" y="44565"/>
                    <a:pt x="15735" y="44853"/>
                    <a:pt x="15870" y="44946"/>
                  </a:cubicBezTo>
                  <a:cubicBezTo>
                    <a:pt x="16110" y="45139"/>
                    <a:pt x="16314" y="45306"/>
                    <a:pt x="16281" y="45306"/>
                  </a:cubicBezTo>
                  <a:cubicBezTo>
                    <a:pt x="16273" y="45306"/>
                    <a:pt x="16247" y="45294"/>
                    <a:pt x="16200" y="45267"/>
                  </a:cubicBezTo>
                  <a:lnTo>
                    <a:pt x="16200" y="45267"/>
                  </a:lnTo>
                  <a:cubicBezTo>
                    <a:pt x="16403" y="45394"/>
                    <a:pt x="16615" y="45555"/>
                    <a:pt x="16843" y="45690"/>
                  </a:cubicBezTo>
                  <a:cubicBezTo>
                    <a:pt x="16429" y="45428"/>
                    <a:pt x="16869" y="45631"/>
                    <a:pt x="16336" y="45301"/>
                  </a:cubicBezTo>
                  <a:cubicBezTo>
                    <a:pt x="16319" y="45283"/>
                    <a:pt x="16314" y="45275"/>
                    <a:pt x="16320" y="45275"/>
                  </a:cubicBezTo>
                  <a:cubicBezTo>
                    <a:pt x="16357" y="45275"/>
                    <a:pt x="16818" y="45615"/>
                    <a:pt x="17038" y="45783"/>
                  </a:cubicBezTo>
                  <a:cubicBezTo>
                    <a:pt x="16989" y="45752"/>
                    <a:pt x="16969" y="45741"/>
                    <a:pt x="16963" y="45741"/>
                  </a:cubicBezTo>
                  <a:cubicBezTo>
                    <a:pt x="16952" y="45741"/>
                    <a:pt x="16985" y="45775"/>
                    <a:pt x="16966" y="45775"/>
                  </a:cubicBezTo>
                  <a:cubicBezTo>
                    <a:pt x="16965" y="45775"/>
                    <a:pt x="16963" y="45775"/>
                    <a:pt x="16962" y="45775"/>
                  </a:cubicBezTo>
                  <a:lnTo>
                    <a:pt x="16962" y="45775"/>
                  </a:lnTo>
                  <a:cubicBezTo>
                    <a:pt x="17118" y="45875"/>
                    <a:pt x="17189" y="45916"/>
                    <a:pt x="17201" y="45916"/>
                  </a:cubicBezTo>
                  <a:cubicBezTo>
                    <a:pt x="17221" y="45916"/>
                    <a:pt x="17091" y="45812"/>
                    <a:pt x="16919" y="45682"/>
                  </a:cubicBezTo>
                  <a:lnTo>
                    <a:pt x="16919" y="45682"/>
                  </a:lnTo>
                  <a:cubicBezTo>
                    <a:pt x="17072" y="45783"/>
                    <a:pt x="17232" y="45885"/>
                    <a:pt x="17393" y="45986"/>
                  </a:cubicBezTo>
                  <a:lnTo>
                    <a:pt x="17351" y="45952"/>
                  </a:lnTo>
                  <a:lnTo>
                    <a:pt x="17824" y="46257"/>
                  </a:lnTo>
                  <a:cubicBezTo>
                    <a:pt x="17847" y="46293"/>
                    <a:pt x="17858" y="46317"/>
                    <a:pt x="17844" y="46317"/>
                  </a:cubicBezTo>
                  <a:cubicBezTo>
                    <a:pt x="17832" y="46317"/>
                    <a:pt x="17803" y="46300"/>
                    <a:pt x="17748" y="46257"/>
                  </a:cubicBezTo>
                  <a:lnTo>
                    <a:pt x="17748" y="46257"/>
                  </a:lnTo>
                  <a:lnTo>
                    <a:pt x="17985" y="46443"/>
                  </a:lnTo>
                  <a:lnTo>
                    <a:pt x="17596" y="46198"/>
                  </a:lnTo>
                  <a:lnTo>
                    <a:pt x="17596" y="46198"/>
                  </a:lnTo>
                  <a:cubicBezTo>
                    <a:pt x="17740" y="46316"/>
                    <a:pt x="18027" y="46477"/>
                    <a:pt x="18222" y="46612"/>
                  </a:cubicBezTo>
                  <a:cubicBezTo>
                    <a:pt x="18253" y="46635"/>
                    <a:pt x="18265" y="46645"/>
                    <a:pt x="18262" y="46645"/>
                  </a:cubicBezTo>
                  <a:cubicBezTo>
                    <a:pt x="18242" y="46645"/>
                    <a:pt x="17660" y="46273"/>
                    <a:pt x="17427" y="46164"/>
                  </a:cubicBezTo>
                  <a:cubicBezTo>
                    <a:pt x="17221" y="46054"/>
                    <a:pt x="16856" y="45764"/>
                    <a:pt x="16819" y="45724"/>
                  </a:cubicBezTo>
                  <a:lnTo>
                    <a:pt x="16819" y="45724"/>
                  </a:lnTo>
                  <a:cubicBezTo>
                    <a:pt x="16820" y="45724"/>
                    <a:pt x="16822" y="45724"/>
                    <a:pt x="16823" y="45724"/>
                  </a:cubicBezTo>
                  <a:cubicBezTo>
                    <a:pt x="16824" y="45724"/>
                    <a:pt x="16825" y="45724"/>
                    <a:pt x="16826" y="45724"/>
                  </a:cubicBezTo>
                  <a:cubicBezTo>
                    <a:pt x="16821" y="45721"/>
                    <a:pt x="16818" y="45719"/>
                    <a:pt x="16816" y="45719"/>
                  </a:cubicBezTo>
                  <a:lnTo>
                    <a:pt x="16816" y="45719"/>
                  </a:lnTo>
                  <a:cubicBezTo>
                    <a:pt x="16815" y="45719"/>
                    <a:pt x="16816" y="45721"/>
                    <a:pt x="16819" y="45724"/>
                  </a:cubicBezTo>
                  <a:lnTo>
                    <a:pt x="16819" y="45724"/>
                  </a:lnTo>
                  <a:cubicBezTo>
                    <a:pt x="16777" y="45716"/>
                    <a:pt x="16617" y="45604"/>
                    <a:pt x="16420" y="45470"/>
                  </a:cubicBezTo>
                  <a:lnTo>
                    <a:pt x="16099" y="45250"/>
                  </a:lnTo>
                  <a:cubicBezTo>
                    <a:pt x="15997" y="45174"/>
                    <a:pt x="15913" y="45106"/>
                    <a:pt x="15845" y="45064"/>
                  </a:cubicBezTo>
                  <a:cubicBezTo>
                    <a:pt x="15227" y="44590"/>
                    <a:pt x="15464" y="44717"/>
                    <a:pt x="14914" y="44303"/>
                  </a:cubicBezTo>
                  <a:lnTo>
                    <a:pt x="14914" y="44303"/>
                  </a:lnTo>
                  <a:cubicBezTo>
                    <a:pt x="14974" y="44362"/>
                    <a:pt x="15033" y="44421"/>
                    <a:pt x="15092" y="44472"/>
                  </a:cubicBezTo>
                  <a:cubicBezTo>
                    <a:pt x="14610" y="44100"/>
                    <a:pt x="14407" y="43930"/>
                    <a:pt x="13891" y="43491"/>
                  </a:cubicBezTo>
                  <a:cubicBezTo>
                    <a:pt x="13886" y="43483"/>
                    <a:pt x="13885" y="43480"/>
                    <a:pt x="13888" y="43480"/>
                  </a:cubicBezTo>
                  <a:close/>
                  <a:moveTo>
                    <a:pt x="18721" y="47120"/>
                  </a:moveTo>
                  <a:cubicBezTo>
                    <a:pt x="18731" y="47125"/>
                    <a:pt x="18740" y="47131"/>
                    <a:pt x="18748" y="47135"/>
                  </a:cubicBezTo>
                  <a:lnTo>
                    <a:pt x="18748" y="47135"/>
                  </a:lnTo>
                  <a:cubicBezTo>
                    <a:pt x="18739" y="47130"/>
                    <a:pt x="18730" y="47125"/>
                    <a:pt x="18721" y="47120"/>
                  </a:cubicBezTo>
                  <a:close/>
                  <a:moveTo>
                    <a:pt x="18383" y="46401"/>
                  </a:moveTo>
                  <a:cubicBezTo>
                    <a:pt x="18366" y="46401"/>
                    <a:pt x="18442" y="46460"/>
                    <a:pt x="18577" y="46536"/>
                  </a:cubicBezTo>
                  <a:cubicBezTo>
                    <a:pt x="18704" y="46621"/>
                    <a:pt x="18890" y="46722"/>
                    <a:pt x="19076" y="46841"/>
                  </a:cubicBezTo>
                  <a:lnTo>
                    <a:pt x="18899" y="46764"/>
                  </a:lnTo>
                  <a:lnTo>
                    <a:pt x="19660" y="47187"/>
                  </a:lnTo>
                  <a:cubicBezTo>
                    <a:pt x="19838" y="47238"/>
                    <a:pt x="20015" y="47306"/>
                    <a:pt x="20176" y="47399"/>
                  </a:cubicBezTo>
                  <a:cubicBezTo>
                    <a:pt x="20368" y="47529"/>
                    <a:pt x="20482" y="47632"/>
                    <a:pt x="20456" y="47648"/>
                  </a:cubicBezTo>
                  <a:lnTo>
                    <a:pt x="20456" y="47648"/>
                  </a:lnTo>
                  <a:cubicBezTo>
                    <a:pt x="20453" y="47646"/>
                    <a:pt x="20450" y="47645"/>
                    <a:pt x="20447" y="47644"/>
                  </a:cubicBezTo>
                  <a:lnTo>
                    <a:pt x="20447" y="47644"/>
                  </a:lnTo>
                  <a:lnTo>
                    <a:pt x="20454" y="47648"/>
                  </a:lnTo>
                  <a:lnTo>
                    <a:pt x="20454" y="47648"/>
                  </a:lnTo>
                  <a:cubicBezTo>
                    <a:pt x="20455" y="47648"/>
                    <a:pt x="20455" y="47648"/>
                    <a:pt x="20456" y="47648"/>
                  </a:cubicBezTo>
                  <a:lnTo>
                    <a:pt x="20456" y="47648"/>
                  </a:lnTo>
                  <a:cubicBezTo>
                    <a:pt x="20542" y="47683"/>
                    <a:pt x="20699" y="47758"/>
                    <a:pt x="20895" y="47864"/>
                  </a:cubicBezTo>
                  <a:cubicBezTo>
                    <a:pt x="21090" y="47974"/>
                    <a:pt x="21335" y="48084"/>
                    <a:pt x="21580" y="48219"/>
                  </a:cubicBezTo>
                  <a:lnTo>
                    <a:pt x="21360" y="48118"/>
                  </a:lnTo>
                  <a:lnTo>
                    <a:pt x="21360" y="48118"/>
                  </a:lnTo>
                  <a:cubicBezTo>
                    <a:pt x="21606" y="48245"/>
                    <a:pt x="21851" y="48363"/>
                    <a:pt x="22105" y="48473"/>
                  </a:cubicBezTo>
                  <a:cubicBezTo>
                    <a:pt x="22101" y="48472"/>
                    <a:pt x="22098" y="48471"/>
                    <a:pt x="22097" y="48471"/>
                  </a:cubicBezTo>
                  <a:cubicBezTo>
                    <a:pt x="22092" y="48471"/>
                    <a:pt x="22123" y="48489"/>
                    <a:pt x="22173" y="48524"/>
                  </a:cubicBezTo>
                  <a:cubicBezTo>
                    <a:pt x="22415" y="48637"/>
                    <a:pt x="22590" y="48701"/>
                    <a:pt x="22624" y="48701"/>
                  </a:cubicBezTo>
                  <a:cubicBezTo>
                    <a:pt x="22642" y="48701"/>
                    <a:pt x="22624" y="48685"/>
                    <a:pt x="22562" y="48651"/>
                  </a:cubicBezTo>
                  <a:lnTo>
                    <a:pt x="22435" y="48600"/>
                  </a:lnTo>
                  <a:cubicBezTo>
                    <a:pt x="22359" y="48549"/>
                    <a:pt x="22274" y="48507"/>
                    <a:pt x="22198" y="48456"/>
                  </a:cubicBezTo>
                  <a:cubicBezTo>
                    <a:pt x="22080" y="48448"/>
                    <a:pt x="21360" y="48050"/>
                    <a:pt x="20946" y="47856"/>
                  </a:cubicBezTo>
                  <a:lnTo>
                    <a:pt x="20946" y="47856"/>
                  </a:lnTo>
                  <a:cubicBezTo>
                    <a:pt x="21234" y="47983"/>
                    <a:pt x="21496" y="48059"/>
                    <a:pt x="21834" y="48270"/>
                  </a:cubicBezTo>
                  <a:lnTo>
                    <a:pt x="21809" y="48228"/>
                  </a:lnTo>
                  <a:lnTo>
                    <a:pt x="21809" y="48228"/>
                  </a:lnTo>
                  <a:cubicBezTo>
                    <a:pt x="22122" y="48389"/>
                    <a:pt x="22359" y="48541"/>
                    <a:pt x="22545" y="48600"/>
                  </a:cubicBezTo>
                  <a:cubicBezTo>
                    <a:pt x="22426" y="48541"/>
                    <a:pt x="22299" y="48490"/>
                    <a:pt x="22181" y="48422"/>
                  </a:cubicBezTo>
                  <a:lnTo>
                    <a:pt x="22198" y="48414"/>
                  </a:lnTo>
                  <a:cubicBezTo>
                    <a:pt x="21936" y="48287"/>
                    <a:pt x="21606" y="48135"/>
                    <a:pt x="21377" y="47999"/>
                  </a:cubicBezTo>
                  <a:cubicBezTo>
                    <a:pt x="21267" y="47949"/>
                    <a:pt x="21157" y="47915"/>
                    <a:pt x="21014" y="47847"/>
                  </a:cubicBezTo>
                  <a:cubicBezTo>
                    <a:pt x="20870" y="47780"/>
                    <a:pt x="20684" y="47678"/>
                    <a:pt x="20413" y="47526"/>
                  </a:cubicBezTo>
                  <a:lnTo>
                    <a:pt x="20438" y="47526"/>
                  </a:lnTo>
                  <a:cubicBezTo>
                    <a:pt x="20202" y="47416"/>
                    <a:pt x="19965" y="47289"/>
                    <a:pt x="19753" y="47145"/>
                  </a:cubicBezTo>
                  <a:cubicBezTo>
                    <a:pt x="19516" y="46984"/>
                    <a:pt x="19288" y="46832"/>
                    <a:pt x="19153" y="46764"/>
                  </a:cubicBezTo>
                  <a:cubicBezTo>
                    <a:pt x="19141" y="46761"/>
                    <a:pt x="19133" y="46759"/>
                    <a:pt x="19128" y="46759"/>
                  </a:cubicBezTo>
                  <a:cubicBezTo>
                    <a:pt x="19061" y="46759"/>
                    <a:pt x="19739" y="47144"/>
                    <a:pt x="19897" y="47255"/>
                  </a:cubicBezTo>
                  <a:cubicBezTo>
                    <a:pt x="19723" y="47174"/>
                    <a:pt x="19554" y="47057"/>
                    <a:pt x="19546" y="47057"/>
                  </a:cubicBezTo>
                  <a:lnTo>
                    <a:pt x="19546" y="47057"/>
                  </a:lnTo>
                  <a:cubicBezTo>
                    <a:pt x="19544" y="47057"/>
                    <a:pt x="19562" y="47073"/>
                    <a:pt x="19609" y="47111"/>
                  </a:cubicBezTo>
                  <a:cubicBezTo>
                    <a:pt x="19076" y="46815"/>
                    <a:pt x="19322" y="46891"/>
                    <a:pt x="18873" y="46654"/>
                  </a:cubicBezTo>
                  <a:lnTo>
                    <a:pt x="18873" y="46654"/>
                  </a:lnTo>
                  <a:lnTo>
                    <a:pt x="19110" y="46815"/>
                  </a:lnTo>
                  <a:cubicBezTo>
                    <a:pt x="18907" y="46714"/>
                    <a:pt x="18586" y="46502"/>
                    <a:pt x="18383" y="46401"/>
                  </a:cubicBezTo>
                  <a:close/>
                  <a:moveTo>
                    <a:pt x="22748" y="49006"/>
                  </a:moveTo>
                  <a:cubicBezTo>
                    <a:pt x="22809" y="49033"/>
                    <a:pt x="22856" y="49052"/>
                    <a:pt x="22890" y="49067"/>
                  </a:cubicBezTo>
                  <a:lnTo>
                    <a:pt x="22890" y="49067"/>
                  </a:lnTo>
                  <a:cubicBezTo>
                    <a:pt x="22843" y="49046"/>
                    <a:pt x="22795" y="49026"/>
                    <a:pt x="22748" y="49006"/>
                  </a:cubicBezTo>
                  <a:close/>
                  <a:moveTo>
                    <a:pt x="23606" y="49080"/>
                  </a:moveTo>
                  <a:lnTo>
                    <a:pt x="23737" y="49134"/>
                  </a:lnTo>
                  <a:lnTo>
                    <a:pt x="23737" y="49134"/>
                  </a:lnTo>
                  <a:cubicBezTo>
                    <a:pt x="23693" y="49114"/>
                    <a:pt x="23650" y="49096"/>
                    <a:pt x="23606" y="49080"/>
                  </a:cubicBezTo>
                  <a:close/>
                  <a:moveTo>
                    <a:pt x="23737" y="49134"/>
                  </a:moveTo>
                  <a:cubicBezTo>
                    <a:pt x="23783" y="49155"/>
                    <a:pt x="23828" y="49177"/>
                    <a:pt x="23873" y="49201"/>
                  </a:cubicBezTo>
                  <a:cubicBezTo>
                    <a:pt x="24103" y="49299"/>
                    <a:pt x="24136" y="49321"/>
                    <a:pt x="24117" y="49321"/>
                  </a:cubicBezTo>
                  <a:cubicBezTo>
                    <a:pt x="24101" y="49321"/>
                    <a:pt x="24046" y="49305"/>
                    <a:pt x="24041" y="49305"/>
                  </a:cubicBezTo>
                  <a:lnTo>
                    <a:pt x="24041" y="49305"/>
                  </a:lnTo>
                  <a:cubicBezTo>
                    <a:pt x="24039" y="49305"/>
                    <a:pt x="24047" y="49309"/>
                    <a:pt x="24076" y="49319"/>
                  </a:cubicBezTo>
                  <a:cubicBezTo>
                    <a:pt x="24211" y="49395"/>
                    <a:pt x="24364" y="49471"/>
                    <a:pt x="24524" y="49531"/>
                  </a:cubicBezTo>
                  <a:lnTo>
                    <a:pt x="24837" y="49657"/>
                  </a:lnTo>
                  <a:cubicBezTo>
                    <a:pt x="24939" y="49691"/>
                    <a:pt x="25040" y="49725"/>
                    <a:pt x="25116" y="49759"/>
                  </a:cubicBezTo>
                  <a:cubicBezTo>
                    <a:pt x="25123" y="49762"/>
                    <a:pt x="25124" y="49764"/>
                    <a:pt x="25122" y="49764"/>
                  </a:cubicBezTo>
                  <a:cubicBezTo>
                    <a:pt x="25110" y="49764"/>
                    <a:pt x="25031" y="49739"/>
                    <a:pt x="24990" y="49725"/>
                  </a:cubicBezTo>
                  <a:lnTo>
                    <a:pt x="24990" y="49725"/>
                  </a:lnTo>
                  <a:cubicBezTo>
                    <a:pt x="25036" y="49742"/>
                    <a:pt x="25091" y="49763"/>
                    <a:pt x="25151" y="49785"/>
                  </a:cubicBezTo>
                  <a:lnTo>
                    <a:pt x="25151" y="49785"/>
                  </a:lnTo>
                  <a:cubicBezTo>
                    <a:pt x="25145" y="49782"/>
                    <a:pt x="25145" y="49780"/>
                    <a:pt x="25149" y="49780"/>
                  </a:cubicBezTo>
                  <a:cubicBezTo>
                    <a:pt x="25164" y="49780"/>
                    <a:pt x="25240" y="49803"/>
                    <a:pt x="25256" y="49803"/>
                  </a:cubicBezTo>
                  <a:cubicBezTo>
                    <a:pt x="25266" y="49803"/>
                    <a:pt x="25254" y="49795"/>
                    <a:pt x="25193" y="49767"/>
                  </a:cubicBezTo>
                  <a:cubicBezTo>
                    <a:pt x="25006" y="49700"/>
                    <a:pt x="24829" y="49632"/>
                    <a:pt x="24651" y="49556"/>
                  </a:cubicBezTo>
                  <a:lnTo>
                    <a:pt x="24693" y="49556"/>
                  </a:lnTo>
                  <a:cubicBezTo>
                    <a:pt x="24482" y="49463"/>
                    <a:pt x="24228" y="49344"/>
                    <a:pt x="23958" y="49226"/>
                  </a:cubicBezTo>
                  <a:lnTo>
                    <a:pt x="23737" y="49134"/>
                  </a:lnTo>
                  <a:close/>
                  <a:moveTo>
                    <a:pt x="25151" y="49785"/>
                  </a:moveTo>
                  <a:lnTo>
                    <a:pt x="25151" y="49785"/>
                  </a:lnTo>
                  <a:cubicBezTo>
                    <a:pt x="25156" y="49788"/>
                    <a:pt x="25167" y="49794"/>
                    <a:pt x="25184" y="49801"/>
                  </a:cubicBezTo>
                  <a:lnTo>
                    <a:pt x="25294" y="49839"/>
                  </a:lnTo>
                  <a:lnTo>
                    <a:pt x="25294" y="49839"/>
                  </a:lnTo>
                  <a:cubicBezTo>
                    <a:pt x="25245" y="49821"/>
                    <a:pt x="25197" y="49802"/>
                    <a:pt x="25151" y="49785"/>
                  </a:cubicBezTo>
                  <a:close/>
                  <a:moveTo>
                    <a:pt x="25448" y="49937"/>
                  </a:moveTo>
                  <a:lnTo>
                    <a:pt x="25514" y="49962"/>
                  </a:lnTo>
                  <a:cubicBezTo>
                    <a:pt x="25493" y="49953"/>
                    <a:pt x="25470" y="49944"/>
                    <a:pt x="25448" y="49937"/>
                  </a:cubicBezTo>
                  <a:close/>
                  <a:moveTo>
                    <a:pt x="25294" y="49839"/>
                  </a:moveTo>
                  <a:cubicBezTo>
                    <a:pt x="25556" y="49939"/>
                    <a:pt x="25844" y="50047"/>
                    <a:pt x="25891" y="50047"/>
                  </a:cubicBezTo>
                  <a:cubicBezTo>
                    <a:pt x="25893" y="50047"/>
                    <a:pt x="25894" y="50047"/>
                    <a:pt x="25895" y="50047"/>
                  </a:cubicBezTo>
                  <a:lnTo>
                    <a:pt x="25294" y="49839"/>
                  </a:lnTo>
                  <a:close/>
                  <a:moveTo>
                    <a:pt x="27268" y="51020"/>
                  </a:moveTo>
                  <a:cubicBezTo>
                    <a:pt x="27291" y="51028"/>
                    <a:pt x="27315" y="51036"/>
                    <a:pt x="27341" y="51045"/>
                  </a:cubicBezTo>
                  <a:cubicBezTo>
                    <a:pt x="27320" y="51030"/>
                    <a:pt x="27292" y="51022"/>
                    <a:pt x="27268" y="51020"/>
                  </a:cubicBezTo>
                  <a:close/>
                  <a:moveTo>
                    <a:pt x="30666" y="51595"/>
                  </a:moveTo>
                  <a:cubicBezTo>
                    <a:pt x="30726" y="51607"/>
                    <a:pt x="30797" y="51621"/>
                    <a:pt x="30874" y="51638"/>
                  </a:cubicBezTo>
                  <a:lnTo>
                    <a:pt x="30874" y="51638"/>
                  </a:lnTo>
                  <a:cubicBezTo>
                    <a:pt x="30811" y="51623"/>
                    <a:pt x="30742" y="51609"/>
                    <a:pt x="30666" y="51595"/>
                  </a:cubicBezTo>
                  <a:close/>
                  <a:moveTo>
                    <a:pt x="19474" y="47247"/>
                  </a:moveTo>
                  <a:lnTo>
                    <a:pt x="19736" y="47416"/>
                  </a:lnTo>
                  <a:lnTo>
                    <a:pt x="19990" y="47551"/>
                  </a:lnTo>
                  <a:lnTo>
                    <a:pt x="20015" y="47593"/>
                  </a:lnTo>
                  <a:cubicBezTo>
                    <a:pt x="20227" y="47712"/>
                    <a:pt x="20421" y="47822"/>
                    <a:pt x="20616" y="47923"/>
                  </a:cubicBezTo>
                  <a:cubicBezTo>
                    <a:pt x="20802" y="48025"/>
                    <a:pt x="20988" y="48118"/>
                    <a:pt x="21183" y="48211"/>
                  </a:cubicBezTo>
                  <a:lnTo>
                    <a:pt x="21758" y="48482"/>
                  </a:lnTo>
                  <a:cubicBezTo>
                    <a:pt x="21961" y="48583"/>
                    <a:pt x="22164" y="48693"/>
                    <a:pt x="22393" y="48803"/>
                  </a:cubicBezTo>
                  <a:cubicBezTo>
                    <a:pt x="22268" y="48772"/>
                    <a:pt x="21981" y="48613"/>
                    <a:pt x="21960" y="48613"/>
                  </a:cubicBezTo>
                  <a:cubicBezTo>
                    <a:pt x="21958" y="48613"/>
                    <a:pt x="21958" y="48614"/>
                    <a:pt x="21961" y="48617"/>
                  </a:cubicBezTo>
                  <a:cubicBezTo>
                    <a:pt x="22130" y="48702"/>
                    <a:pt x="22299" y="48778"/>
                    <a:pt x="22477" y="48837"/>
                  </a:cubicBezTo>
                  <a:cubicBezTo>
                    <a:pt x="22646" y="48905"/>
                    <a:pt x="22816" y="48981"/>
                    <a:pt x="22976" y="49074"/>
                  </a:cubicBezTo>
                  <a:cubicBezTo>
                    <a:pt x="22786" y="48986"/>
                    <a:pt x="22719" y="48956"/>
                    <a:pt x="22715" y="48956"/>
                  </a:cubicBezTo>
                  <a:lnTo>
                    <a:pt x="22715" y="48956"/>
                  </a:lnTo>
                  <a:cubicBezTo>
                    <a:pt x="22705" y="48956"/>
                    <a:pt x="22992" y="49097"/>
                    <a:pt x="22971" y="49097"/>
                  </a:cubicBezTo>
                  <a:cubicBezTo>
                    <a:pt x="22966" y="49097"/>
                    <a:pt x="22942" y="49088"/>
                    <a:pt x="22890" y="49067"/>
                  </a:cubicBezTo>
                  <a:lnTo>
                    <a:pt x="22890" y="49067"/>
                  </a:lnTo>
                  <a:cubicBezTo>
                    <a:pt x="23088" y="49153"/>
                    <a:pt x="23286" y="49247"/>
                    <a:pt x="23484" y="49336"/>
                  </a:cubicBezTo>
                  <a:cubicBezTo>
                    <a:pt x="23729" y="49438"/>
                    <a:pt x="23966" y="49548"/>
                    <a:pt x="24203" y="49649"/>
                  </a:cubicBezTo>
                  <a:cubicBezTo>
                    <a:pt x="24431" y="49751"/>
                    <a:pt x="24651" y="49861"/>
                    <a:pt x="24854" y="49945"/>
                  </a:cubicBezTo>
                  <a:cubicBezTo>
                    <a:pt x="25057" y="50030"/>
                    <a:pt x="25243" y="50106"/>
                    <a:pt x="25413" y="50165"/>
                  </a:cubicBezTo>
                  <a:cubicBezTo>
                    <a:pt x="25382" y="50150"/>
                    <a:pt x="25373" y="50145"/>
                    <a:pt x="25378" y="50145"/>
                  </a:cubicBezTo>
                  <a:cubicBezTo>
                    <a:pt x="25402" y="50145"/>
                    <a:pt x="25688" y="50250"/>
                    <a:pt x="25709" y="50250"/>
                  </a:cubicBezTo>
                  <a:cubicBezTo>
                    <a:pt x="25793" y="50283"/>
                    <a:pt x="25819" y="50298"/>
                    <a:pt x="25806" y="50298"/>
                  </a:cubicBezTo>
                  <a:cubicBezTo>
                    <a:pt x="25793" y="50298"/>
                    <a:pt x="25742" y="50283"/>
                    <a:pt x="25675" y="50258"/>
                  </a:cubicBezTo>
                  <a:lnTo>
                    <a:pt x="25675" y="50258"/>
                  </a:lnTo>
                  <a:cubicBezTo>
                    <a:pt x="26005" y="50402"/>
                    <a:pt x="26055" y="50444"/>
                    <a:pt x="25988" y="50444"/>
                  </a:cubicBezTo>
                  <a:lnTo>
                    <a:pt x="25303" y="50174"/>
                  </a:lnTo>
                  <a:lnTo>
                    <a:pt x="25303" y="50174"/>
                  </a:lnTo>
                  <a:cubicBezTo>
                    <a:pt x="25523" y="50267"/>
                    <a:pt x="25632" y="50334"/>
                    <a:pt x="25819" y="50410"/>
                  </a:cubicBezTo>
                  <a:cubicBezTo>
                    <a:pt x="25912" y="50453"/>
                    <a:pt x="26005" y="50487"/>
                    <a:pt x="26106" y="50512"/>
                  </a:cubicBezTo>
                  <a:cubicBezTo>
                    <a:pt x="26176" y="50531"/>
                    <a:pt x="26200" y="50536"/>
                    <a:pt x="26208" y="50536"/>
                  </a:cubicBezTo>
                  <a:cubicBezTo>
                    <a:pt x="26215" y="50536"/>
                    <a:pt x="26212" y="50533"/>
                    <a:pt x="26216" y="50529"/>
                  </a:cubicBezTo>
                  <a:lnTo>
                    <a:pt x="27087" y="50766"/>
                  </a:lnTo>
                  <a:lnTo>
                    <a:pt x="27071" y="50766"/>
                  </a:lnTo>
                  <a:cubicBezTo>
                    <a:pt x="27316" y="50859"/>
                    <a:pt x="27570" y="50935"/>
                    <a:pt x="27823" y="51011"/>
                  </a:cubicBezTo>
                  <a:lnTo>
                    <a:pt x="27730" y="50994"/>
                  </a:lnTo>
                  <a:lnTo>
                    <a:pt x="28179" y="51113"/>
                  </a:lnTo>
                  <a:cubicBezTo>
                    <a:pt x="28162" y="51138"/>
                    <a:pt x="28314" y="51172"/>
                    <a:pt x="28280" y="51180"/>
                  </a:cubicBezTo>
                  <a:cubicBezTo>
                    <a:pt x="28543" y="51324"/>
                    <a:pt x="29278" y="51459"/>
                    <a:pt x="29888" y="51654"/>
                  </a:cubicBezTo>
                  <a:lnTo>
                    <a:pt x="29786" y="51637"/>
                  </a:lnTo>
                  <a:lnTo>
                    <a:pt x="29786" y="51637"/>
                  </a:lnTo>
                  <a:cubicBezTo>
                    <a:pt x="29871" y="51654"/>
                    <a:pt x="29989" y="51688"/>
                    <a:pt x="30116" y="51713"/>
                  </a:cubicBezTo>
                  <a:cubicBezTo>
                    <a:pt x="30251" y="51738"/>
                    <a:pt x="30404" y="51781"/>
                    <a:pt x="30556" y="51823"/>
                  </a:cubicBezTo>
                  <a:cubicBezTo>
                    <a:pt x="30877" y="51899"/>
                    <a:pt x="31207" y="51992"/>
                    <a:pt x="31478" y="52060"/>
                  </a:cubicBezTo>
                  <a:lnTo>
                    <a:pt x="31461" y="52060"/>
                  </a:lnTo>
                  <a:cubicBezTo>
                    <a:pt x="31284" y="52024"/>
                    <a:pt x="31183" y="52007"/>
                    <a:pt x="31149" y="52007"/>
                  </a:cubicBezTo>
                  <a:cubicBezTo>
                    <a:pt x="31119" y="52007"/>
                    <a:pt x="31140" y="52019"/>
                    <a:pt x="31207" y="52043"/>
                  </a:cubicBezTo>
                  <a:lnTo>
                    <a:pt x="30810" y="51958"/>
                  </a:lnTo>
                  <a:cubicBezTo>
                    <a:pt x="30632" y="51916"/>
                    <a:pt x="30124" y="51798"/>
                    <a:pt x="30091" y="51764"/>
                  </a:cubicBezTo>
                  <a:lnTo>
                    <a:pt x="30091" y="51764"/>
                  </a:lnTo>
                  <a:cubicBezTo>
                    <a:pt x="30287" y="51813"/>
                    <a:pt x="30370" y="51834"/>
                    <a:pt x="30382" y="51834"/>
                  </a:cubicBezTo>
                  <a:cubicBezTo>
                    <a:pt x="30392" y="51834"/>
                    <a:pt x="30344" y="51817"/>
                    <a:pt x="30268" y="51789"/>
                  </a:cubicBezTo>
                  <a:cubicBezTo>
                    <a:pt x="30074" y="51755"/>
                    <a:pt x="29820" y="51688"/>
                    <a:pt x="29600" y="51629"/>
                  </a:cubicBezTo>
                  <a:cubicBezTo>
                    <a:pt x="29437" y="51583"/>
                    <a:pt x="29304" y="51552"/>
                    <a:pt x="29256" y="51552"/>
                  </a:cubicBezTo>
                  <a:cubicBezTo>
                    <a:pt x="29241" y="51552"/>
                    <a:pt x="29234" y="51555"/>
                    <a:pt x="29236" y="51561"/>
                  </a:cubicBezTo>
                  <a:cubicBezTo>
                    <a:pt x="29059" y="51510"/>
                    <a:pt x="28889" y="51459"/>
                    <a:pt x="28720" y="51392"/>
                  </a:cubicBezTo>
                  <a:cubicBezTo>
                    <a:pt x="28708" y="51384"/>
                    <a:pt x="28710" y="51381"/>
                    <a:pt x="28722" y="51381"/>
                  </a:cubicBezTo>
                  <a:cubicBezTo>
                    <a:pt x="28753" y="51381"/>
                    <a:pt x="28844" y="51399"/>
                    <a:pt x="28940" y="51417"/>
                  </a:cubicBezTo>
                  <a:cubicBezTo>
                    <a:pt x="28695" y="51358"/>
                    <a:pt x="28441" y="51273"/>
                    <a:pt x="28196" y="51197"/>
                  </a:cubicBezTo>
                  <a:lnTo>
                    <a:pt x="27460" y="50977"/>
                  </a:lnTo>
                  <a:lnTo>
                    <a:pt x="27460" y="50977"/>
                  </a:lnTo>
                  <a:cubicBezTo>
                    <a:pt x="27389" y="50984"/>
                    <a:pt x="28102" y="51207"/>
                    <a:pt x="28023" y="51207"/>
                  </a:cubicBezTo>
                  <a:cubicBezTo>
                    <a:pt x="28008" y="51207"/>
                    <a:pt x="27965" y="51199"/>
                    <a:pt x="27883" y="51180"/>
                  </a:cubicBezTo>
                  <a:cubicBezTo>
                    <a:pt x="27663" y="51155"/>
                    <a:pt x="27451" y="51104"/>
                    <a:pt x="27257" y="51019"/>
                  </a:cubicBezTo>
                  <a:cubicBezTo>
                    <a:pt x="27260" y="51019"/>
                    <a:pt x="27264" y="51020"/>
                    <a:pt x="27268" y="51020"/>
                  </a:cubicBezTo>
                  <a:lnTo>
                    <a:pt x="27268" y="51020"/>
                  </a:lnTo>
                  <a:cubicBezTo>
                    <a:pt x="27102" y="50962"/>
                    <a:pt x="27050" y="50932"/>
                    <a:pt x="26834" y="50850"/>
                  </a:cubicBezTo>
                  <a:cubicBezTo>
                    <a:pt x="26823" y="50842"/>
                    <a:pt x="26824" y="50839"/>
                    <a:pt x="26832" y="50839"/>
                  </a:cubicBezTo>
                  <a:cubicBezTo>
                    <a:pt x="26878" y="50839"/>
                    <a:pt x="27173" y="50941"/>
                    <a:pt x="27316" y="50977"/>
                  </a:cubicBezTo>
                  <a:cubicBezTo>
                    <a:pt x="27155" y="50926"/>
                    <a:pt x="26969" y="50876"/>
                    <a:pt x="26800" y="50808"/>
                  </a:cubicBezTo>
                  <a:lnTo>
                    <a:pt x="26842" y="50808"/>
                  </a:lnTo>
                  <a:lnTo>
                    <a:pt x="26309" y="50630"/>
                  </a:lnTo>
                  <a:cubicBezTo>
                    <a:pt x="26281" y="50623"/>
                    <a:pt x="26267" y="50620"/>
                    <a:pt x="26263" y="50620"/>
                  </a:cubicBezTo>
                  <a:cubicBezTo>
                    <a:pt x="26238" y="50620"/>
                    <a:pt x="26717" y="50777"/>
                    <a:pt x="26732" y="50800"/>
                  </a:cubicBezTo>
                  <a:lnTo>
                    <a:pt x="26394" y="50698"/>
                  </a:lnTo>
                  <a:lnTo>
                    <a:pt x="26005" y="50563"/>
                  </a:lnTo>
                  <a:lnTo>
                    <a:pt x="25506" y="50368"/>
                  </a:lnTo>
                  <a:cubicBezTo>
                    <a:pt x="25159" y="50233"/>
                    <a:pt x="24820" y="50089"/>
                    <a:pt x="24660" y="50004"/>
                  </a:cubicBezTo>
                  <a:cubicBezTo>
                    <a:pt x="24439" y="49900"/>
                    <a:pt x="24377" y="49878"/>
                    <a:pt x="24354" y="49878"/>
                  </a:cubicBezTo>
                  <a:cubicBezTo>
                    <a:pt x="24338" y="49878"/>
                    <a:pt x="24341" y="49890"/>
                    <a:pt x="24318" y="49890"/>
                  </a:cubicBezTo>
                  <a:cubicBezTo>
                    <a:pt x="24311" y="49890"/>
                    <a:pt x="24301" y="49889"/>
                    <a:pt x="24287" y="49886"/>
                  </a:cubicBezTo>
                  <a:cubicBezTo>
                    <a:pt x="24017" y="49793"/>
                    <a:pt x="23788" y="49657"/>
                    <a:pt x="23526" y="49556"/>
                  </a:cubicBezTo>
                  <a:cubicBezTo>
                    <a:pt x="23526" y="49557"/>
                    <a:pt x="23525" y="49558"/>
                    <a:pt x="23522" y="49558"/>
                  </a:cubicBezTo>
                  <a:cubicBezTo>
                    <a:pt x="23506" y="49558"/>
                    <a:pt x="23439" y="49536"/>
                    <a:pt x="23365" y="49514"/>
                  </a:cubicBezTo>
                  <a:cubicBezTo>
                    <a:pt x="23315" y="49488"/>
                    <a:pt x="23255" y="49471"/>
                    <a:pt x="23196" y="49463"/>
                  </a:cubicBezTo>
                  <a:lnTo>
                    <a:pt x="22782" y="49260"/>
                  </a:lnTo>
                  <a:cubicBezTo>
                    <a:pt x="22756" y="49252"/>
                    <a:pt x="22741" y="49248"/>
                    <a:pt x="22735" y="49248"/>
                  </a:cubicBezTo>
                  <a:cubicBezTo>
                    <a:pt x="22685" y="49248"/>
                    <a:pt x="23291" y="49512"/>
                    <a:pt x="23382" y="49573"/>
                  </a:cubicBezTo>
                  <a:cubicBezTo>
                    <a:pt x="23431" y="49603"/>
                    <a:pt x="23442" y="49615"/>
                    <a:pt x="23431" y="49615"/>
                  </a:cubicBezTo>
                  <a:cubicBezTo>
                    <a:pt x="23417" y="49615"/>
                    <a:pt x="23370" y="49596"/>
                    <a:pt x="23323" y="49573"/>
                  </a:cubicBezTo>
                  <a:cubicBezTo>
                    <a:pt x="23264" y="49543"/>
                    <a:pt x="23196" y="49509"/>
                    <a:pt x="23184" y="49509"/>
                  </a:cubicBezTo>
                  <a:cubicBezTo>
                    <a:pt x="23179" y="49509"/>
                    <a:pt x="23184" y="49515"/>
                    <a:pt x="23205" y="49531"/>
                  </a:cubicBezTo>
                  <a:cubicBezTo>
                    <a:pt x="23374" y="49598"/>
                    <a:pt x="23543" y="49666"/>
                    <a:pt x="23721" y="49725"/>
                  </a:cubicBezTo>
                  <a:cubicBezTo>
                    <a:pt x="23907" y="49801"/>
                    <a:pt x="24000" y="49852"/>
                    <a:pt x="23991" y="49861"/>
                  </a:cubicBezTo>
                  <a:cubicBezTo>
                    <a:pt x="23475" y="49624"/>
                    <a:pt x="23704" y="49767"/>
                    <a:pt x="23281" y="49581"/>
                  </a:cubicBezTo>
                  <a:lnTo>
                    <a:pt x="23264" y="49564"/>
                  </a:lnTo>
                  <a:cubicBezTo>
                    <a:pt x="23263" y="49565"/>
                    <a:pt x="23262" y="49565"/>
                    <a:pt x="23261" y="49565"/>
                  </a:cubicBezTo>
                  <a:cubicBezTo>
                    <a:pt x="23214" y="49565"/>
                    <a:pt x="22648" y="49283"/>
                    <a:pt x="22426" y="49192"/>
                  </a:cubicBezTo>
                  <a:cubicBezTo>
                    <a:pt x="22319" y="49132"/>
                    <a:pt x="22287" y="49110"/>
                    <a:pt x="22300" y="49110"/>
                  </a:cubicBezTo>
                  <a:cubicBezTo>
                    <a:pt x="22341" y="49110"/>
                    <a:pt x="22800" y="49319"/>
                    <a:pt x="22807" y="49319"/>
                  </a:cubicBezTo>
                  <a:cubicBezTo>
                    <a:pt x="22807" y="49319"/>
                    <a:pt x="22807" y="49319"/>
                    <a:pt x="22807" y="49319"/>
                  </a:cubicBezTo>
                  <a:lnTo>
                    <a:pt x="22240" y="49057"/>
                  </a:lnTo>
                  <a:lnTo>
                    <a:pt x="22240" y="49057"/>
                  </a:lnTo>
                  <a:cubicBezTo>
                    <a:pt x="22333" y="49094"/>
                    <a:pt x="22360" y="49101"/>
                    <a:pt x="22374" y="49101"/>
                  </a:cubicBezTo>
                  <a:cubicBezTo>
                    <a:pt x="22381" y="49101"/>
                    <a:pt x="22384" y="49099"/>
                    <a:pt x="22391" y="49099"/>
                  </a:cubicBezTo>
                  <a:cubicBezTo>
                    <a:pt x="22407" y="49099"/>
                    <a:pt x="22443" y="49108"/>
                    <a:pt x="22587" y="49167"/>
                  </a:cubicBezTo>
                  <a:cubicBezTo>
                    <a:pt x="22249" y="49015"/>
                    <a:pt x="22215" y="48981"/>
                    <a:pt x="21893" y="48828"/>
                  </a:cubicBezTo>
                  <a:lnTo>
                    <a:pt x="21893" y="48828"/>
                  </a:lnTo>
                  <a:cubicBezTo>
                    <a:pt x="21950" y="48850"/>
                    <a:pt x="21980" y="48859"/>
                    <a:pt x="21990" y="48859"/>
                  </a:cubicBezTo>
                  <a:cubicBezTo>
                    <a:pt x="22047" y="48859"/>
                    <a:pt x="21450" y="48560"/>
                    <a:pt x="21428" y="48524"/>
                  </a:cubicBezTo>
                  <a:lnTo>
                    <a:pt x="21428" y="48524"/>
                  </a:lnTo>
                  <a:cubicBezTo>
                    <a:pt x="21623" y="48617"/>
                    <a:pt x="21885" y="48769"/>
                    <a:pt x="22096" y="48888"/>
                  </a:cubicBezTo>
                  <a:cubicBezTo>
                    <a:pt x="22206" y="48938"/>
                    <a:pt x="22308" y="48989"/>
                    <a:pt x="22409" y="49057"/>
                  </a:cubicBezTo>
                  <a:cubicBezTo>
                    <a:pt x="22409" y="49056"/>
                    <a:pt x="22409" y="49056"/>
                    <a:pt x="22410" y="49056"/>
                  </a:cubicBezTo>
                  <a:cubicBezTo>
                    <a:pt x="22433" y="49056"/>
                    <a:pt x="22864" y="49272"/>
                    <a:pt x="23035" y="49361"/>
                  </a:cubicBezTo>
                  <a:lnTo>
                    <a:pt x="23315" y="49454"/>
                  </a:lnTo>
                  <a:cubicBezTo>
                    <a:pt x="23038" y="49320"/>
                    <a:pt x="22657" y="49156"/>
                    <a:pt x="22713" y="49156"/>
                  </a:cubicBezTo>
                  <a:cubicBezTo>
                    <a:pt x="22717" y="49156"/>
                    <a:pt x="22723" y="49157"/>
                    <a:pt x="22731" y="49158"/>
                  </a:cubicBezTo>
                  <a:lnTo>
                    <a:pt x="22316" y="48981"/>
                  </a:lnTo>
                  <a:lnTo>
                    <a:pt x="22316" y="48981"/>
                  </a:lnTo>
                  <a:cubicBezTo>
                    <a:pt x="22756" y="49133"/>
                    <a:pt x="22731" y="49125"/>
                    <a:pt x="23120" y="49285"/>
                  </a:cubicBezTo>
                  <a:cubicBezTo>
                    <a:pt x="22739" y="49074"/>
                    <a:pt x="22384" y="48930"/>
                    <a:pt x="22054" y="48778"/>
                  </a:cubicBezTo>
                  <a:cubicBezTo>
                    <a:pt x="21724" y="48617"/>
                    <a:pt x="21411" y="48473"/>
                    <a:pt x="21107" y="48296"/>
                  </a:cubicBezTo>
                  <a:lnTo>
                    <a:pt x="21107" y="48296"/>
                  </a:lnTo>
                  <a:lnTo>
                    <a:pt x="21208" y="48338"/>
                  </a:lnTo>
                  <a:cubicBezTo>
                    <a:pt x="20895" y="48177"/>
                    <a:pt x="20641" y="48033"/>
                    <a:pt x="20447" y="47915"/>
                  </a:cubicBezTo>
                  <a:cubicBezTo>
                    <a:pt x="20244" y="47796"/>
                    <a:pt x="20083" y="47703"/>
                    <a:pt x="19956" y="47619"/>
                  </a:cubicBezTo>
                  <a:cubicBezTo>
                    <a:pt x="19787" y="47517"/>
                    <a:pt x="19626" y="47390"/>
                    <a:pt x="19474" y="47247"/>
                  </a:cubicBezTo>
                  <a:close/>
                  <a:moveTo>
                    <a:pt x="33195" y="52491"/>
                  </a:moveTo>
                  <a:lnTo>
                    <a:pt x="33195" y="52491"/>
                  </a:lnTo>
                  <a:cubicBezTo>
                    <a:pt x="33198" y="52492"/>
                    <a:pt x="33201" y="52493"/>
                    <a:pt x="33205" y="52493"/>
                  </a:cubicBezTo>
                  <a:lnTo>
                    <a:pt x="33205" y="52493"/>
                  </a:lnTo>
                  <a:lnTo>
                    <a:pt x="33195" y="52491"/>
                  </a:lnTo>
                  <a:close/>
                  <a:moveTo>
                    <a:pt x="46273" y="52576"/>
                  </a:moveTo>
                  <a:cubicBezTo>
                    <a:pt x="46254" y="52579"/>
                    <a:pt x="46233" y="52582"/>
                    <a:pt x="46218" y="52585"/>
                  </a:cubicBezTo>
                  <a:lnTo>
                    <a:pt x="46218" y="52585"/>
                  </a:lnTo>
                  <a:lnTo>
                    <a:pt x="46273" y="52576"/>
                  </a:lnTo>
                  <a:close/>
                  <a:moveTo>
                    <a:pt x="43879" y="52796"/>
                  </a:moveTo>
                  <a:lnTo>
                    <a:pt x="43467" y="52828"/>
                  </a:lnTo>
                  <a:lnTo>
                    <a:pt x="43467" y="52828"/>
                  </a:lnTo>
                  <a:lnTo>
                    <a:pt x="43626" y="52821"/>
                  </a:lnTo>
                  <a:lnTo>
                    <a:pt x="43879" y="52796"/>
                  </a:lnTo>
                  <a:close/>
                  <a:moveTo>
                    <a:pt x="44842" y="52934"/>
                  </a:moveTo>
                  <a:lnTo>
                    <a:pt x="44842" y="52934"/>
                  </a:lnTo>
                  <a:cubicBezTo>
                    <a:pt x="44815" y="52939"/>
                    <a:pt x="44787" y="52943"/>
                    <a:pt x="44759" y="52948"/>
                  </a:cubicBezTo>
                  <a:lnTo>
                    <a:pt x="44842" y="52934"/>
                  </a:lnTo>
                  <a:close/>
                  <a:moveTo>
                    <a:pt x="41206" y="52965"/>
                  </a:moveTo>
                  <a:cubicBezTo>
                    <a:pt x="41214" y="52965"/>
                    <a:pt x="41221" y="52965"/>
                    <a:pt x="41229" y="52965"/>
                  </a:cubicBezTo>
                  <a:lnTo>
                    <a:pt x="41229" y="52965"/>
                  </a:lnTo>
                  <a:cubicBezTo>
                    <a:pt x="41230" y="52965"/>
                    <a:pt x="41231" y="52965"/>
                    <a:pt x="41232" y="52965"/>
                  </a:cubicBezTo>
                  <a:close/>
                  <a:moveTo>
                    <a:pt x="31977" y="52212"/>
                  </a:moveTo>
                  <a:lnTo>
                    <a:pt x="31977" y="52212"/>
                  </a:lnTo>
                  <a:cubicBezTo>
                    <a:pt x="32298" y="52280"/>
                    <a:pt x="32705" y="52373"/>
                    <a:pt x="33195" y="52441"/>
                  </a:cubicBezTo>
                  <a:lnTo>
                    <a:pt x="33965" y="52551"/>
                  </a:lnTo>
                  <a:cubicBezTo>
                    <a:pt x="34100" y="52576"/>
                    <a:pt x="34244" y="52584"/>
                    <a:pt x="34388" y="52601"/>
                  </a:cubicBezTo>
                  <a:lnTo>
                    <a:pt x="34836" y="52644"/>
                  </a:lnTo>
                  <a:lnTo>
                    <a:pt x="34760" y="52644"/>
                  </a:lnTo>
                  <a:lnTo>
                    <a:pt x="34760" y="52652"/>
                  </a:lnTo>
                  <a:cubicBezTo>
                    <a:pt x="35378" y="52737"/>
                    <a:pt x="35428" y="52754"/>
                    <a:pt x="35936" y="52779"/>
                  </a:cubicBezTo>
                  <a:lnTo>
                    <a:pt x="35784" y="52779"/>
                  </a:lnTo>
                  <a:cubicBezTo>
                    <a:pt x="35868" y="52813"/>
                    <a:pt x="36274" y="52830"/>
                    <a:pt x="36672" y="52872"/>
                  </a:cubicBezTo>
                  <a:cubicBezTo>
                    <a:pt x="36731" y="52872"/>
                    <a:pt x="36833" y="52881"/>
                    <a:pt x="36926" y="52889"/>
                  </a:cubicBezTo>
                  <a:cubicBezTo>
                    <a:pt x="37027" y="52889"/>
                    <a:pt x="37137" y="52897"/>
                    <a:pt x="37213" y="52914"/>
                  </a:cubicBezTo>
                  <a:lnTo>
                    <a:pt x="37154" y="52923"/>
                  </a:lnTo>
                  <a:cubicBezTo>
                    <a:pt x="37222" y="52948"/>
                    <a:pt x="37619" y="52974"/>
                    <a:pt x="38076" y="53007"/>
                  </a:cubicBezTo>
                  <a:lnTo>
                    <a:pt x="37890" y="53007"/>
                  </a:lnTo>
                  <a:cubicBezTo>
                    <a:pt x="37855" y="53010"/>
                    <a:pt x="37819" y="53011"/>
                    <a:pt x="37782" y="53011"/>
                  </a:cubicBezTo>
                  <a:cubicBezTo>
                    <a:pt x="37690" y="53011"/>
                    <a:pt x="37589" y="53005"/>
                    <a:pt x="37476" y="52999"/>
                  </a:cubicBezTo>
                  <a:lnTo>
                    <a:pt x="37476" y="52999"/>
                  </a:lnTo>
                  <a:cubicBezTo>
                    <a:pt x="37560" y="53007"/>
                    <a:pt x="37670" y="53016"/>
                    <a:pt x="37822" y="53033"/>
                  </a:cubicBezTo>
                  <a:lnTo>
                    <a:pt x="37019" y="53033"/>
                  </a:lnTo>
                  <a:cubicBezTo>
                    <a:pt x="37160" y="53045"/>
                    <a:pt x="37259" y="53047"/>
                    <a:pt x="37350" y="53047"/>
                  </a:cubicBezTo>
                  <a:cubicBezTo>
                    <a:pt x="37409" y="53047"/>
                    <a:pt x="37466" y="53046"/>
                    <a:pt x="37528" y="53046"/>
                  </a:cubicBezTo>
                  <a:cubicBezTo>
                    <a:pt x="37637" y="53046"/>
                    <a:pt x="37766" y="53049"/>
                    <a:pt x="37966" y="53067"/>
                  </a:cubicBezTo>
                  <a:cubicBezTo>
                    <a:pt x="37947" y="53099"/>
                    <a:pt x="37957" y="53112"/>
                    <a:pt x="37719" y="53112"/>
                  </a:cubicBezTo>
                  <a:cubicBezTo>
                    <a:pt x="37650" y="53112"/>
                    <a:pt x="37560" y="53111"/>
                    <a:pt x="37442" y="53109"/>
                  </a:cubicBezTo>
                  <a:cubicBezTo>
                    <a:pt x="36985" y="53067"/>
                    <a:pt x="37467" y="53092"/>
                    <a:pt x="37239" y="53058"/>
                  </a:cubicBezTo>
                  <a:lnTo>
                    <a:pt x="37239" y="53058"/>
                  </a:lnTo>
                  <a:cubicBezTo>
                    <a:pt x="37209" y="53060"/>
                    <a:pt x="37181" y="53060"/>
                    <a:pt x="37155" y="53060"/>
                  </a:cubicBezTo>
                  <a:cubicBezTo>
                    <a:pt x="36880" y="53060"/>
                    <a:pt x="36770" y="52990"/>
                    <a:pt x="36465" y="52990"/>
                  </a:cubicBezTo>
                  <a:cubicBezTo>
                    <a:pt x="36450" y="52990"/>
                    <a:pt x="36434" y="52990"/>
                    <a:pt x="36418" y="52990"/>
                  </a:cubicBezTo>
                  <a:cubicBezTo>
                    <a:pt x="35978" y="52948"/>
                    <a:pt x="36122" y="52940"/>
                    <a:pt x="35978" y="52906"/>
                  </a:cubicBezTo>
                  <a:lnTo>
                    <a:pt x="35978" y="52906"/>
                  </a:lnTo>
                  <a:cubicBezTo>
                    <a:pt x="36071" y="52917"/>
                    <a:pt x="36116" y="52921"/>
                    <a:pt x="36134" y="52921"/>
                  </a:cubicBezTo>
                  <a:cubicBezTo>
                    <a:pt x="36182" y="52921"/>
                    <a:pt x="36031" y="52891"/>
                    <a:pt x="36119" y="52891"/>
                  </a:cubicBezTo>
                  <a:cubicBezTo>
                    <a:pt x="36151" y="52891"/>
                    <a:pt x="36216" y="52895"/>
                    <a:pt x="36334" y="52906"/>
                  </a:cubicBezTo>
                  <a:cubicBezTo>
                    <a:pt x="36154" y="52879"/>
                    <a:pt x="36066" y="52873"/>
                    <a:pt x="35999" y="52873"/>
                  </a:cubicBezTo>
                  <a:cubicBezTo>
                    <a:pt x="35955" y="52873"/>
                    <a:pt x="35921" y="52876"/>
                    <a:pt x="35877" y="52876"/>
                  </a:cubicBezTo>
                  <a:cubicBezTo>
                    <a:pt x="35821" y="52876"/>
                    <a:pt x="35750" y="52872"/>
                    <a:pt x="35623" y="52855"/>
                  </a:cubicBezTo>
                  <a:lnTo>
                    <a:pt x="35572" y="52813"/>
                  </a:lnTo>
                  <a:cubicBezTo>
                    <a:pt x="35225" y="52754"/>
                    <a:pt x="34489" y="52635"/>
                    <a:pt x="34024" y="52584"/>
                  </a:cubicBezTo>
                  <a:lnTo>
                    <a:pt x="34024" y="52584"/>
                  </a:lnTo>
                  <a:cubicBezTo>
                    <a:pt x="34144" y="52613"/>
                    <a:pt x="34168" y="52623"/>
                    <a:pt x="34146" y="52623"/>
                  </a:cubicBezTo>
                  <a:cubicBezTo>
                    <a:pt x="34105" y="52623"/>
                    <a:pt x="33897" y="52589"/>
                    <a:pt x="33857" y="52589"/>
                  </a:cubicBezTo>
                  <a:cubicBezTo>
                    <a:pt x="33850" y="52589"/>
                    <a:pt x="33849" y="52590"/>
                    <a:pt x="33855" y="52593"/>
                  </a:cubicBezTo>
                  <a:cubicBezTo>
                    <a:pt x="34058" y="52618"/>
                    <a:pt x="34253" y="52652"/>
                    <a:pt x="34456" y="52703"/>
                  </a:cubicBezTo>
                  <a:lnTo>
                    <a:pt x="34143" y="52661"/>
                  </a:lnTo>
                  <a:lnTo>
                    <a:pt x="33762" y="52601"/>
                  </a:lnTo>
                  <a:cubicBezTo>
                    <a:pt x="33518" y="52553"/>
                    <a:pt x="33290" y="52512"/>
                    <a:pt x="33205" y="52493"/>
                  </a:cubicBezTo>
                  <a:lnTo>
                    <a:pt x="33205" y="52493"/>
                  </a:lnTo>
                  <a:lnTo>
                    <a:pt x="33779" y="52618"/>
                  </a:lnTo>
                  <a:cubicBezTo>
                    <a:pt x="33576" y="52601"/>
                    <a:pt x="32823" y="52500"/>
                    <a:pt x="32806" y="52500"/>
                  </a:cubicBezTo>
                  <a:cubicBezTo>
                    <a:pt x="32578" y="52441"/>
                    <a:pt x="32231" y="52373"/>
                    <a:pt x="32121" y="52331"/>
                  </a:cubicBezTo>
                  <a:lnTo>
                    <a:pt x="32121" y="52331"/>
                  </a:lnTo>
                  <a:lnTo>
                    <a:pt x="32552" y="52390"/>
                  </a:lnTo>
                  <a:lnTo>
                    <a:pt x="32696" y="52449"/>
                  </a:lnTo>
                  <a:cubicBezTo>
                    <a:pt x="32781" y="52458"/>
                    <a:pt x="32865" y="52458"/>
                    <a:pt x="32950" y="52466"/>
                  </a:cubicBezTo>
                  <a:cubicBezTo>
                    <a:pt x="32671" y="52407"/>
                    <a:pt x="32095" y="52255"/>
                    <a:pt x="31977" y="52212"/>
                  </a:cubicBezTo>
                  <a:close/>
                  <a:moveTo>
                    <a:pt x="36702" y="53200"/>
                  </a:moveTo>
                  <a:cubicBezTo>
                    <a:pt x="36711" y="53201"/>
                    <a:pt x="36721" y="53201"/>
                    <a:pt x="36731" y="53202"/>
                  </a:cubicBezTo>
                  <a:cubicBezTo>
                    <a:pt x="36719" y="53201"/>
                    <a:pt x="36709" y="53200"/>
                    <a:pt x="36702" y="53200"/>
                  </a:cubicBezTo>
                  <a:close/>
                  <a:moveTo>
                    <a:pt x="36435" y="53202"/>
                  </a:moveTo>
                  <a:cubicBezTo>
                    <a:pt x="36449" y="53205"/>
                    <a:pt x="36465" y="53207"/>
                    <a:pt x="36482" y="53209"/>
                  </a:cubicBezTo>
                  <a:lnTo>
                    <a:pt x="36482" y="53209"/>
                  </a:lnTo>
                  <a:cubicBezTo>
                    <a:pt x="36467" y="53207"/>
                    <a:pt x="36451" y="53204"/>
                    <a:pt x="36435" y="53202"/>
                  </a:cubicBezTo>
                  <a:close/>
                  <a:moveTo>
                    <a:pt x="40269" y="53405"/>
                  </a:moveTo>
                  <a:cubicBezTo>
                    <a:pt x="40268" y="53405"/>
                    <a:pt x="40268" y="53405"/>
                    <a:pt x="40267" y="53405"/>
                  </a:cubicBezTo>
                  <a:cubicBezTo>
                    <a:pt x="40267" y="53405"/>
                    <a:pt x="40268" y="53405"/>
                    <a:pt x="40269" y="53405"/>
                  </a:cubicBezTo>
                  <a:close/>
                  <a:moveTo>
                    <a:pt x="1980" y="1"/>
                  </a:moveTo>
                  <a:cubicBezTo>
                    <a:pt x="1802" y="542"/>
                    <a:pt x="1684" y="940"/>
                    <a:pt x="1591" y="1321"/>
                  </a:cubicBezTo>
                  <a:cubicBezTo>
                    <a:pt x="1506" y="1701"/>
                    <a:pt x="1430" y="2048"/>
                    <a:pt x="1286" y="2496"/>
                  </a:cubicBezTo>
                  <a:cubicBezTo>
                    <a:pt x="1298" y="2449"/>
                    <a:pt x="1300" y="2432"/>
                    <a:pt x="1299" y="2432"/>
                  </a:cubicBezTo>
                  <a:lnTo>
                    <a:pt x="1299" y="2432"/>
                  </a:lnTo>
                  <a:cubicBezTo>
                    <a:pt x="1295" y="2432"/>
                    <a:pt x="1272" y="2499"/>
                    <a:pt x="1261" y="2522"/>
                  </a:cubicBezTo>
                  <a:cubicBezTo>
                    <a:pt x="1219" y="2666"/>
                    <a:pt x="1185" y="2818"/>
                    <a:pt x="1159" y="2962"/>
                  </a:cubicBezTo>
                  <a:cubicBezTo>
                    <a:pt x="1126" y="3114"/>
                    <a:pt x="1100" y="3241"/>
                    <a:pt x="1092" y="3334"/>
                  </a:cubicBezTo>
                  <a:lnTo>
                    <a:pt x="982" y="3782"/>
                  </a:lnTo>
                  <a:cubicBezTo>
                    <a:pt x="973" y="3782"/>
                    <a:pt x="982" y="3596"/>
                    <a:pt x="1092" y="3131"/>
                  </a:cubicBezTo>
                  <a:lnTo>
                    <a:pt x="1092" y="3131"/>
                  </a:lnTo>
                  <a:cubicBezTo>
                    <a:pt x="1041" y="3334"/>
                    <a:pt x="999" y="3529"/>
                    <a:pt x="948" y="3723"/>
                  </a:cubicBezTo>
                  <a:cubicBezTo>
                    <a:pt x="906" y="3918"/>
                    <a:pt x="863" y="4112"/>
                    <a:pt x="830" y="4298"/>
                  </a:cubicBezTo>
                  <a:cubicBezTo>
                    <a:pt x="762" y="4671"/>
                    <a:pt x="703" y="5043"/>
                    <a:pt x="635" y="5406"/>
                  </a:cubicBezTo>
                  <a:cubicBezTo>
                    <a:pt x="533" y="6134"/>
                    <a:pt x="415" y="6870"/>
                    <a:pt x="314" y="7707"/>
                  </a:cubicBezTo>
                  <a:cubicBezTo>
                    <a:pt x="312" y="7715"/>
                    <a:pt x="311" y="7718"/>
                    <a:pt x="310" y="7718"/>
                  </a:cubicBezTo>
                  <a:cubicBezTo>
                    <a:pt x="304" y="7718"/>
                    <a:pt x="320" y="7574"/>
                    <a:pt x="318" y="7574"/>
                  </a:cubicBezTo>
                  <a:lnTo>
                    <a:pt x="318" y="7574"/>
                  </a:lnTo>
                  <a:cubicBezTo>
                    <a:pt x="318" y="7574"/>
                    <a:pt x="317" y="7583"/>
                    <a:pt x="314" y="7606"/>
                  </a:cubicBezTo>
                  <a:cubicBezTo>
                    <a:pt x="291" y="7805"/>
                    <a:pt x="263" y="8113"/>
                    <a:pt x="261" y="8178"/>
                  </a:cubicBezTo>
                  <a:lnTo>
                    <a:pt x="261" y="8178"/>
                  </a:lnTo>
                  <a:cubicBezTo>
                    <a:pt x="257" y="8135"/>
                    <a:pt x="259" y="8089"/>
                    <a:pt x="264" y="8044"/>
                  </a:cubicBezTo>
                  <a:lnTo>
                    <a:pt x="264" y="8044"/>
                  </a:lnTo>
                  <a:cubicBezTo>
                    <a:pt x="244" y="8230"/>
                    <a:pt x="235" y="8403"/>
                    <a:pt x="212" y="8562"/>
                  </a:cubicBezTo>
                  <a:cubicBezTo>
                    <a:pt x="195" y="8731"/>
                    <a:pt x="178" y="8892"/>
                    <a:pt x="161" y="9036"/>
                  </a:cubicBezTo>
                  <a:cubicBezTo>
                    <a:pt x="127" y="9315"/>
                    <a:pt x="102" y="9585"/>
                    <a:pt x="102" y="9865"/>
                  </a:cubicBezTo>
                  <a:cubicBezTo>
                    <a:pt x="93" y="9827"/>
                    <a:pt x="88" y="9792"/>
                    <a:pt x="89" y="9757"/>
                  </a:cubicBezTo>
                  <a:lnTo>
                    <a:pt x="89" y="9757"/>
                  </a:lnTo>
                  <a:cubicBezTo>
                    <a:pt x="68" y="10066"/>
                    <a:pt x="66" y="10329"/>
                    <a:pt x="60" y="10592"/>
                  </a:cubicBezTo>
                  <a:cubicBezTo>
                    <a:pt x="60" y="10753"/>
                    <a:pt x="51" y="10914"/>
                    <a:pt x="51" y="11091"/>
                  </a:cubicBezTo>
                  <a:lnTo>
                    <a:pt x="51" y="11675"/>
                  </a:lnTo>
                  <a:cubicBezTo>
                    <a:pt x="48" y="11612"/>
                    <a:pt x="44" y="11586"/>
                    <a:pt x="41" y="11586"/>
                  </a:cubicBezTo>
                  <a:cubicBezTo>
                    <a:pt x="30" y="11586"/>
                    <a:pt x="20" y="11919"/>
                    <a:pt x="1" y="12098"/>
                  </a:cubicBezTo>
                  <a:cubicBezTo>
                    <a:pt x="1" y="12191"/>
                    <a:pt x="1" y="12292"/>
                    <a:pt x="1" y="12402"/>
                  </a:cubicBezTo>
                  <a:cubicBezTo>
                    <a:pt x="9" y="12512"/>
                    <a:pt x="17" y="12639"/>
                    <a:pt x="17" y="12766"/>
                  </a:cubicBezTo>
                  <a:cubicBezTo>
                    <a:pt x="17" y="13020"/>
                    <a:pt x="34" y="13308"/>
                    <a:pt x="34" y="13612"/>
                  </a:cubicBezTo>
                  <a:cubicBezTo>
                    <a:pt x="43" y="13764"/>
                    <a:pt x="51" y="13917"/>
                    <a:pt x="60" y="14069"/>
                  </a:cubicBezTo>
                  <a:cubicBezTo>
                    <a:pt x="68" y="14221"/>
                    <a:pt x="77" y="14373"/>
                    <a:pt x="85" y="14526"/>
                  </a:cubicBezTo>
                  <a:cubicBezTo>
                    <a:pt x="102" y="14830"/>
                    <a:pt x="119" y="15126"/>
                    <a:pt x="144" y="15397"/>
                  </a:cubicBezTo>
                  <a:cubicBezTo>
                    <a:pt x="137" y="15373"/>
                    <a:pt x="132" y="15362"/>
                    <a:pt x="128" y="15362"/>
                  </a:cubicBezTo>
                  <a:lnTo>
                    <a:pt x="128" y="15362"/>
                  </a:lnTo>
                  <a:cubicBezTo>
                    <a:pt x="89" y="15362"/>
                    <a:pt x="234" y="16598"/>
                    <a:pt x="195" y="16683"/>
                  </a:cubicBezTo>
                  <a:cubicBezTo>
                    <a:pt x="220" y="16894"/>
                    <a:pt x="254" y="17106"/>
                    <a:pt x="305" y="17317"/>
                  </a:cubicBezTo>
                  <a:cubicBezTo>
                    <a:pt x="280" y="17182"/>
                    <a:pt x="271" y="17038"/>
                    <a:pt x="271" y="16903"/>
                  </a:cubicBezTo>
                  <a:lnTo>
                    <a:pt x="271" y="16903"/>
                  </a:lnTo>
                  <a:cubicBezTo>
                    <a:pt x="314" y="17250"/>
                    <a:pt x="381" y="17783"/>
                    <a:pt x="415" y="17825"/>
                  </a:cubicBezTo>
                  <a:cubicBezTo>
                    <a:pt x="415" y="17969"/>
                    <a:pt x="432" y="18112"/>
                    <a:pt x="440" y="18256"/>
                  </a:cubicBezTo>
                  <a:cubicBezTo>
                    <a:pt x="500" y="18383"/>
                    <a:pt x="542" y="18510"/>
                    <a:pt x="550" y="18645"/>
                  </a:cubicBezTo>
                  <a:cubicBezTo>
                    <a:pt x="584" y="19178"/>
                    <a:pt x="576" y="18586"/>
                    <a:pt x="660" y="19339"/>
                  </a:cubicBezTo>
                  <a:cubicBezTo>
                    <a:pt x="618" y="19178"/>
                    <a:pt x="584" y="19026"/>
                    <a:pt x="559" y="18967"/>
                  </a:cubicBezTo>
                  <a:lnTo>
                    <a:pt x="559" y="18967"/>
                  </a:lnTo>
                  <a:cubicBezTo>
                    <a:pt x="584" y="19153"/>
                    <a:pt x="618" y="19348"/>
                    <a:pt x="660" y="19534"/>
                  </a:cubicBezTo>
                  <a:cubicBezTo>
                    <a:pt x="660" y="19543"/>
                    <a:pt x="659" y="19547"/>
                    <a:pt x="657" y="19547"/>
                  </a:cubicBezTo>
                  <a:cubicBezTo>
                    <a:pt x="649" y="19547"/>
                    <a:pt x="629" y="19492"/>
                    <a:pt x="610" y="19407"/>
                  </a:cubicBezTo>
                  <a:cubicBezTo>
                    <a:pt x="584" y="19297"/>
                    <a:pt x="550" y="19145"/>
                    <a:pt x="525" y="19009"/>
                  </a:cubicBezTo>
                  <a:lnTo>
                    <a:pt x="525" y="19009"/>
                  </a:lnTo>
                  <a:cubicBezTo>
                    <a:pt x="550" y="19161"/>
                    <a:pt x="559" y="19322"/>
                    <a:pt x="584" y="19483"/>
                  </a:cubicBezTo>
                  <a:cubicBezTo>
                    <a:pt x="643" y="19703"/>
                    <a:pt x="720" y="20007"/>
                    <a:pt x="796" y="20346"/>
                  </a:cubicBezTo>
                  <a:lnTo>
                    <a:pt x="914" y="20870"/>
                  </a:lnTo>
                  <a:cubicBezTo>
                    <a:pt x="956" y="21048"/>
                    <a:pt x="999" y="21234"/>
                    <a:pt x="1033" y="21412"/>
                  </a:cubicBezTo>
                  <a:cubicBezTo>
                    <a:pt x="1002" y="21332"/>
                    <a:pt x="967" y="21185"/>
                    <a:pt x="956" y="21185"/>
                  </a:cubicBezTo>
                  <a:lnTo>
                    <a:pt x="956" y="21185"/>
                  </a:lnTo>
                  <a:cubicBezTo>
                    <a:pt x="952" y="21185"/>
                    <a:pt x="952" y="21206"/>
                    <a:pt x="956" y="21259"/>
                  </a:cubicBezTo>
                  <a:cubicBezTo>
                    <a:pt x="990" y="21412"/>
                    <a:pt x="1041" y="21589"/>
                    <a:pt x="1092" y="21784"/>
                  </a:cubicBezTo>
                  <a:cubicBezTo>
                    <a:pt x="1143" y="21970"/>
                    <a:pt x="1185" y="22173"/>
                    <a:pt x="1236" y="22384"/>
                  </a:cubicBezTo>
                  <a:cubicBezTo>
                    <a:pt x="1228" y="22358"/>
                    <a:pt x="1224" y="22350"/>
                    <a:pt x="1221" y="22345"/>
                  </a:cubicBezTo>
                  <a:lnTo>
                    <a:pt x="1221" y="22345"/>
                  </a:lnTo>
                  <a:cubicBezTo>
                    <a:pt x="1411" y="23005"/>
                    <a:pt x="1340" y="22853"/>
                    <a:pt x="1498" y="23484"/>
                  </a:cubicBezTo>
                  <a:cubicBezTo>
                    <a:pt x="1492" y="23478"/>
                    <a:pt x="1486" y="23472"/>
                    <a:pt x="1483" y="23466"/>
                  </a:cubicBezTo>
                  <a:lnTo>
                    <a:pt x="1483" y="23466"/>
                  </a:lnTo>
                  <a:cubicBezTo>
                    <a:pt x="1517" y="23591"/>
                    <a:pt x="1566" y="23715"/>
                    <a:pt x="1608" y="23839"/>
                  </a:cubicBezTo>
                  <a:cubicBezTo>
                    <a:pt x="1887" y="24643"/>
                    <a:pt x="1836" y="24762"/>
                    <a:pt x="1980" y="25252"/>
                  </a:cubicBezTo>
                  <a:lnTo>
                    <a:pt x="1938" y="25142"/>
                  </a:lnTo>
                  <a:lnTo>
                    <a:pt x="1938" y="25142"/>
                  </a:lnTo>
                  <a:cubicBezTo>
                    <a:pt x="2014" y="25455"/>
                    <a:pt x="2352" y="26428"/>
                    <a:pt x="2445" y="26699"/>
                  </a:cubicBezTo>
                  <a:cubicBezTo>
                    <a:pt x="2344" y="26352"/>
                    <a:pt x="2428" y="26580"/>
                    <a:pt x="2361" y="26318"/>
                  </a:cubicBezTo>
                  <a:cubicBezTo>
                    <a:pt x="2251" y="26022"/>
                    <a:pt x="2251" y="26124"/>
                    <a:pt x="2098" y="25616"/>
                  </a:cubicBezTo>
                  <a:lnTo>
                    <a:pt x="2098" y="25616"/>
                  </a:lnTo>
                  <a:cubicBezTo>
                    <a:pt x="2149" y="25675"/>
                    <a:pt x="2361" y="26310"/>
                    <a:pt x="2437" y="26428"/>
                  </a:cubicBezTo>
                  <a:cubicBezTo>
                    <a:pt x="2504" y="26589"/>
                    <a:pt x="2547" y="26766"/>
                    <a:pt x="2555" y="26944"/>
                  </a:cubicBezTo>
                  <a:cubicBezTo>
                    <a:pt x="2809" y="27638"/>
                    <a:pt x="2961" y="28027"/>
                    <a:pt x="3308" y="28864"/>
                  </a:cubicBezTo>
                  <a:cubicBezTo>
                    <a:pt x="3537" y="29245"/>
                    <a:pt x="3731" y="29651"/>
                    <a:pt x="3883" y="30066"/>
                  </a:cubicBezTo>
                  <a:lnTo>
                    <a:pt x="3861" y="30035"/>
                  </a:lnTo>
                  <a:lnTo>
                    <a:pt x="3861" y="30035"/>
                  </a:lnTo>
                  <a:cubicBezTo>
                    <a:pt x="3885" y="30074"/>
                    <a:pt x="4013" y="30375"/>
                    <a:pt x="4086" y="30497"/>
                  </a:cubicBezTo>
                  <a:cubicBezTo>
                    <a:pt x="4070" y="30448"/>
                    <a:pt x="4066" y="30430"/>
                    <a:pt x="4070" y="30430"/>
                  </a:cubicBezTo>
                  <a:lnTo>
                    <a:pt x="4070" y="30430"/>
                  </a:lnTo>
                  <a:cubicBezTo>
                    <a:pt x="4081" y="30430"/>
                    <a:pt x="4154" y="30577"/>
                    <a:pt x="4165" y="30577"/>
                  </a:cubicBezTo>
                  <a:cubicBezTo>
                    <a:pt x="4169" y="30577"/>
                    <a:pt x="4163" y="30552"/>
                    <a:pt x="4137" y="30480"/>
                  </a:cubicBezTo>
                  <a:lnTo>
                    <a:pt x="4137" y="30480"/>
                  </a:lnTo>
                  <a:cubicBezTo>
                    <a:pt x="4332" y="30878"/>
                    <a:pt x="4323" y="30962"/>
                    <a:pt x="4323" y="31013"/>
                  </a:cubicBezTo>
                  <a:cubicBezTo>
                    <a:pt x="4492" y="31275"/>
                    <a:pt x="4695" y="31800"/>
                    <a:pt x="5025" y="32392"/>
                  </a:cubicBezTo>
                  <a:cubicBezTo>
                    <a:pt x="4969" y="32308"/>
                    <a:pt x="4723" y="31849"/>
                    <a:pt x="4711" y="31849"/>
                  </a:cubicBezTo>
                  <a:lnTo>
                    <a:pt x="4711" y="31849"/>
                  </a:lnTo>
                  <a:cubicBezTo>
                    <a:pt x="4708" y="31849"/>
                    <a:pt x="4716" y="31870"/>
                    <a:pt x="4738" y="31918"/>
                  </a:cubicBezTo>
                  <a:lnTo>
                    <a:pt x="5186" y="32663"/>
                  </a:lnTo>
                  <a:lnTo>
                    <a:pt x="5000" y="32324"/>
                  </a:lnTo>
                  <a:lnTo>
                    <a:pt x="5000" y="32324"/>
                  </a:lnTo>
                  <a:cubicBezTo>
                    <a:pt x="5169" y="32612"/>
                    <a:pt x="5271" y="32789"/>
                    <a:pt x="5355" y="32950"/>
                  </a:cubicBezTo>
                  <a:cubicBezTo>
                    <a:pt x="5431" y="33102"/>
                    <a:pt x="5491" y="33238"/>
                    <a:pt x="5584" y="33407"/>
                  </a:cubicBezTo>
                  <a:cubicBezTo>
                    <a:pt x="5587" y="33416"/>
                    <a:pt x="5588" y="33420"/>
                    <a:pt x="5586" y="33420"/>
                  </a:cubicBezTo>
                  <a:cubicBezTo>
                    <a:pt x="5582" y="33420"/>
                    <a:pt x="5557" y="33383"/>
                    <a:pt x="5524" y="33328"/>
                  </a:cubicBezTo>
                  <a:lnTo>
                    <a:pt x="5524" y="33328"/>
                  </a:lnTo>
                  <a:cubicBezTo>
                    <a:pt x="5609" y="33474"/>
                    <a:pt x="5705" y="33636"/>
                    <a:pt x="5795" y="33779"/>
                  </a:cubicBezTo>
                  <a:cubicBezTo>
                    <a:pt x="5905" y="33940"/>
                    <a:pt x="6286" y="34524"/>
                    <a:pt x="6447" y="34744"/>
                  </a:cubicBezTo>
                  <a:lnTo>
                    <a:pt x="6503" y="34840"/>
                  </a:lnTo>
                  <a:lnTo>
                    <a:pt x="6503" y="34840"/>
                  </a:lnTo>
                  <a:cubicBezTo>
                    <a:pt x="6497" y="34831"/>
                    <a:pt x="6489" y="34824"/>
                    <a:pt x="6482" y="34817"/>
                  </a:cubicBezTo>
                  <a:lnTo>
                    <a:pt x="6482" y="34817"/>
                  </a:lnTo>
                  <a:lnTo>
                    <a:pt x="6557" y="34921"/>
                  </a:lnTo>
                  <a:cubicBezTo>
                    <a:pt x="6616" y="35023"/>
                    <a:pt x="6675" y="35124"/>
                    <a:pt x="6734" y="35217"/>
                  </a:cubicBezTo>
                  <a:lnTo>
                    <a:pt x="6776" y="35268"/>
                  </a:lnTo>
                  <a:lnTo>
                    <a:pt x="6988" y="35590"/>
                  </a:lnTo>
                  <a:lnTo>
                    <a:pt x="7098" y="35733"/>
                  </a:lnTo>
                  <a:lnTo>
                    <a:pt x="7047" y="35657"/>
                  </a:lnTo>
                  <a:lnTo>
                    <a:pt x="7047" y="35657"/>
                  </a:lnTo>
                  <a:cubicBezTo>
                    <a:pt x="7132" y="35725"/>
                    <a:pt x="7199" y="35801"/>
                    <a:pt x="7259" y="35894"/>
                  </a:cubicBezTo>
                  <a:cubicBezTo>
                    <a:pt x="7309" y="35962"/>
                    <a:pt x="7369" y="36046"/>
                    <a:pt x="7436" y="36139"/>
                  </a:cubicBezTo>
                  <a:cubicBezTo>
                    <a:pt x="7496" y="36232"/>
                    <a:pt x="7572" y="36334"/>
                    <a:pt x="7648" y="36435"/>
                  </a:cubicBezTo>
                  <a:cubicBezTo>
                    <a:pt x="7631" y="36410"/>
                    <a:pt x="7479" y="36190"/>
                    <a:pt x="7267" y="35860"/>
                  </a:cubicBezTo>
                  <a:lnTo>
                    <a:pt x="7267" y="35860"/>
                  </a:lnTo>
                  <a:lnTo>
                    <a:pt x="7343" y="35970"/>
                  </a:lnTo>
                  <a:cubicBezTo>
                    <a:pt x="7496" y="36216"/>
                    <a:pt x="7665" y="36435"/>
                    <a:pt x="7817" y="36655"/>
                  </a:cubicBezTo>
                  <a:lnTo>
                    <a:pt x="8265" y="37298"/>
                  </a:lnTo>
                  <a:cubicBezTo>
                    <a:pt x="8155" y="37155"/>
                    <a:pt x="8037" y="37002"/>
                    <a:pt x="7910" y="36816"/>
                  </a:cubicBezTo>
                  <a:lnTo>
                    <a:pt x="7910" y="36816"/>
                  </a:lnTo>
                  <a:cubicBezTo>
                    <a:pt x="8189" y="37281"/>
                    <a:pt x="8748" y="37899"/>
                    <a:pt x="8866" y="38127"/>
                  </a:cubicBezTo>
                  <a:cubicBezTo>
                    <a:pt x="8595" y="37814"/>
                    <a:pt x="8401" y="37586"/>
                    <a:pt x="8215" y="37332"/>
                  </a:cubicBezTo>
                  <a:cubicBezTo>
                    <a:pt x="8028" y="37078"/>
                    <a:pt x="7851" y="36825"/>
                    <a:pt x="7589" y="36469"/>
                  </a:cubicBezTo>
                  <a:cubicBezTo>
                    <a:pt x="7544" y="36398"/>
                    <a:pt x="7529" y="36369"/>
                    <a:pt x="7533" y="36369"/>
                  </a:cubicBezTo>
                  <a:lnTo>
                    <a:pt x="7533" y="36369"/>
                  </a:lnTo>
                  <a:cubicBezTo>
                    <a:pt x="7550" y="36369"/>
                    <a:pt x="7940" y="36919"/>
                    <a:pt x="7961" y="36926"/>
                  </a:cubicBezTo>
                  <a:lnTo>
                    <a:pt x="7682" y="36520"/>
                  </a:lnTo>
                  <a:cubicBezTo>
                    <a:pt x="7589" y="36410"/>
                    <a:pt x="7504" y="36300"/>
                    <a:pt x="7419" y="36182"/>
                  </a:cubicBezTo>
                  <a:cubicBezTo>
                    <a:pt x="7323" y="36053"/>
                    <a:pt x="7236" y="35929"/>
                    <a:pt x="7223" y="35929"/>
                  </a:cubicBezTo>
                  <a:cubicBezTo>
                    <a:pt x="7218" y="35929"/>
                    <a:pt x="7221" y="35942"/>
                    <a:pt x="7233" y="35970"/>
                  </a:cubicBezTo>
                  <a:cubicBezTo>
                    <a:pt x="7369" y="36207"/>
                    <a:pt x="7538" y="36427"/>
                    <a:pt x="7690" y="36647"/>
                  </a:cubicBezTo>
                  <a:lnTo>
                    <a:pt x="8147" y="37290"/>
                  </a:lnTo>
                  <a:cubicBezTo>
                    <a:pt x="8460" y="37713"/>
                    <a:pt x="8773" y="38110"/>
                    <a:pt x="9061" y="38483"/>
                  </a:cubicBezTo>
                  <a:lnTo>
                    <a:pt x="8316" y="37907"/>
                  </a:lnTo>
                  <a:cubicBezTo>
                    <a:pt x="8316" y="37907"/>
                    <a:pt x="8299" y="37899"/>
                    <a:pt x="8265" y="37865"/>
                  </a:cubicBezTo>
                  <a:lnTo>
                    <a:pt x="8265" y="37865"/>
                  </a:lnTo>
                  <a:cubicBezTo>
                    <a:pt x="8564" y="38248"/>
                    <a:pt x="8646" y="38315"/>
                    <a:pt x="8676" y="38315"/>
                  </a:cubicBezTo>
                  <a:cubicBezTo>
                    <a:pt x="8692" y="38315"/>
                    <a:pt x="8693" y="38295"/>
                    <a:pt x="8705" y="38295"/>
                  </a:cubicBezTo>
                  <a:cubicBezTo>
                    <a:pt x="8713" y="38295"/>
                    <a:pt x="8727" y="38305"/>
                    <a:pt x="8756" y="38339"/>
                  </a:cubicBezTo>
                  <a:cubicBezTo>
                    <a:pt x="8824" y="38423"/>
                    <a:pt x="8883" y="38491"/>
                    <a:pt x="8942" y="38559"/>
                  </a:cubicBezTo>
                  <a:cubicBezTo>
                    <a:pt x="9001" y="38626"/>
                    <a:pt x="9061" y="38703"/>
                    <a:pt x="9111" y="38770"/>
                  </a:cubicBezTo>
                  <a:lnTo>
                    <a:pt x="9035" y="38711"/>
                  </a:lnTo>
                  <a:lnTo>
                    <a:pt x="9035" y="38711"/>
                  </a:lnTo>
                  <a:cubicBezTo>
                    <a:pt x="9416" y="39142"/>
                    <a:pt x="9179" y="38821"/>
                    <a:pt x="9509" y="39227"/>
                  </a:cubicBezTo>
                  <a:cubicBezTo>
                    <a:pt x="9568" y="39292"/>
                    <a:pt x="9592" y="39316"/>
                    <a:pt x="9594" y="39316"/>
                  </a:cubicBezTo>
                  <a:cubicBezTo>
                    <a:pt x="9602" y="39316"/>
                    <a:pt x="9415" y="39094"/>
                    <a:pt x="9425" y="39094"/>
                  </a:cubicBezTo>
                  <a:lnTo>
                    <a:pt x="9425" y="39094"/>
                  </a:lnTo>
                  <a:cubicBezTo>
                    <a:pt x="9427" y="39094"/>
                    <a:pt x="9439" y="39105"/>
                    <a:pt x="9467" y="39134"/>
                  </a:cubicBezTo>
                  <a:cubicBezTo>
                    <a:pt x="9560" y="39261"/>
                    <a:pt x="9670" y="39379"/>
                    <a:pt x="9788" y="39489"/>
                  </a:cubicBezTo>
                  <a:cubicBezTo>
                    <a:pt x="9957" y="39650"/>
                    <a:pt x="10118" y="39828"/>
                    <a:pt x="10270" y="40014"/>
                  </a:cubicBezTo>
                  <a:cubicBezTo>
                    <a:pt x="10266" y="40011"/>
                    <a:pt x="10264" y="40010"/>
                    <a:pt x="10262" y="40010"/>
                  </a:cubicBezTo>
                  <a:cubicBezTo>
                    <a:pt x="10259" y="40010"/>
                    <a:pt x="10257" y="40013"/>
                    <a:pt x="10253" y="40013"/>
                  </a:cubicBezTo>
                  <a:cubicBezTo>
                    <a:pt x="10239" y="40013"/>
                    <a:pt x="10194" y="39983"/>
                    <a:pt x="9966" y="39743"/>
                  </a:cubicBezTo>
                  <a:lnTo>
                    <a:pt x="9966" y="39743"/>
                  </a:lnTo>
                  <a:lnTo>
                    <a:pt x="10279" y="40124"/>
                  </a:lnTo>
                  <a:lnTo>
                    <a:pt x="10000" y="39828"/>
                  </a:lnTo>
                  <a:cubicBezTo>
                    <a:pt x="9966" y="39777"/>
                    <a:pt x="9915" y="39743"/>
                    <a:pt x="9729" y="39515"/>
                  </a:cubicBezTo>
                  <a:cubicBezTo>
                    <a:pt x="9526" y="39329"/>
                    <a:pt x="9551" y="39388"/>
                    <a:pt x="9374" y="39210"/>
                  </a:cubicBezTo>
                  <a:lnTo>
                    <a:pt x="9374" y="39210"/>
                  </a:lnTo>
                  <a:cubicBezTo>
                    <a:pt x="9492" y="39329"/>
                    <a:pt x="9610" y="39456"/>
                    <a:pt x="9720" y="39591"/>
                  </a:cubicBezTo>
                  <a:cubicBezTo>
                    <a:pt x="9800" y="39686"/>
                    <a:pt x="9826" y="39719"/>
                    <a:pt x="9824" y="39719"/>
                  </a:cubicBezTo>
                  <a:cubicBezTo>
                    <a:pt x="9819" y="39719"/>
                    <a:pt x="9659" y="39541"/>
                    <a:pt x="9636" y="39523"/>
                  </a:cubicBezTo>
                  <a:lnTo>
                    <a:pt x="9636" y="39523"/>
                  </a:lnTo>
                  <a:cubicBezTo>
                    <a:pt x="9822" y="39726"/>
                    <a:pt x="9915" y="39836"/>
                    <a:pt x="10008" y="39946"/>
                  </a:cubicBezTo>
                  <a:cubicBezTo>
                    <a:pt x="10109" y="40081"/>
                    <a:pt x="10228" y="40208"/>
                    <a:pt x="10355" y="40335"/>
                  </a:cubicBezTo>
                  <a:cubicBezTo>
                    <a:pt x="10321" y="40234"/>
                    <a:pt x="10380" y="40310"/>
                    <a:pt x="10169" y="40039"/>
                  </a:cubicBezTo>
                  <a:lnTo>
                    <a:pt x="10169" y="40039"/>
                  </a:lnTo>
                  <a:cubicBezTo>
                    <a:pt x="10406" y="40276"/>
                    <a:pt x="10676" y="40614"/>
                    <a:pt x="10626" y="40614"/>
                  </a:cubicBezTo>
                  <a:lnTo>
                    <a:pt x="10693" y="40648"/>
                  </a:lnTo>
                  <a:cubicBezTo>
                    <a:pt x="10744" y="40716"/>
                    <a:pt x="10930" y="40902"/>
                    <a:pt x="10939" y="40927"/>
                  </a:cubicBezTo>
                  <a:lnTo>
                    <a:pt x="11032" y="40995"/>
                  </a:lnTo>
                  <a:cubicBezTo>
                    <a:pt x="10947" y="40902"/>
                    <a:pt x="10879" y="40817"/>
                    <a:pt x="10786" y="40716"/>
                  </a:cubicBezTo>
                  <a:cubicBezTo>
                    <a:pt x="10702" y="40606"/>
                    <a:pt x="10592" y="40496"/>
                    <a:pt x="10448" y="40335"/>
                  </a:cubicBezTo>
                  <a:lnTo>
                    <a:pt x="10448" y="40335"/>
                  </a:lnTo>
                  <a:cubicBezTo>
                    <a:pt x="10470" y="40356"/>
                    <a:pt x="10480" y="40363"/>
                    <a:pt x="10485" y="40363"/>
                  </a:cubicBezTo>
                  <a:cubicBezTo>
                    <a:pt x="10497" y="40363"/>
                    <a:pt x="10475" y="40322"/>
                    <a:pt x="10486" y="40322"/>
                  </a:cubicBezTo>
                  <a:cubicBezTo>
                    <a:pt x="10498" y="40322"/>
                    <a:pt x="10546" y="40365"/>
                    <a:pt x="10702" y="40538"/>
                  </a:cubicBezTo>
                  <a:cubicBezTo>
                    <a:pt x="10764" y="40608"/>
                    <a:pt x="10781" y="40628"/>
                    <a:pt x="10777" y="40628"/>
                  </a:cubicBezTo>
                  <a:cubicBezTo>
                    <a:pt x="10772" y="40628"/>
                    <a:pt x="10728" y="40588"/>
                    <a:pt x="10720" y="40588"/>
                  </a:cubicBezTo>
                  <a:cubicBezTo>
                    <a:pt x="10719" y="40588"/>
                    <a:pt x="10719" y="40588"/>
                    <a:pt x="10719" y="40589"/>
                  </a:cubicBezTo>
                  <a:cubicBezTo>
                    <a:pt x="11150" y="41037"/>
                    <a:pt x="11370" y="41266"/>
                    <a:pt x="11548" y="41477"/>
                  </a:cubicBezTo>
                  <a:cubicBezTo>
                    <a:pt x="11649" y="41579"/>
                    <a:pt x="11734" y="41680"/>
                    <a:pt x="11844" y="41790"/>
                  </a:cubicBezTo>
                  <a:cubicBezTo>
                    <a:pt x="11945" y="41909"/>
                    <a:pt x="12081" y="42036"/>
                    <a:pt x="12267" y="42205"/>
                  </a:cubicBezTo>
                  <a:cubicBezTo>
                    <a:pt x="12165" y="42129"/>
                    <a:pt x="12013" y="41976"/>
                    <a:pt x="11844" y="41807"/>
                  </a:cubicBezTo>
                  <a:cubicBezTo>
                    <a:pt x="11666" y="41638"/>
                    <a:pt x="11488" y="41443"/>
                    <a:pt x="11311" y="41283"/>
                  </a:cubicBezTo>
                  <a:lnTo>
                    <a:pt x="11311" y="41283"/>
                  </a:lnTo>
                  <a:cubicBezTo>
                    <a:pt x="11514" y="41503"/>
                    <a:pt x="11725" y="41714"/>
                    <a:pt x="11945" y="41917"/>
                  </a:cubicBezTo>
                  <a:cubicBezTo>
                    <a:pt x="11852" y="41837"/>
                    <a:pt x="11797" y="41790"/>
                    <a:pt x="11790" y="41790"/>
                  </a:cubicBezTo>
                  <a:lnTo>
                    <a:pt x="11790" y="41790"/>
                  </a:lnTo>
                  <a:cubicBezTo>
                    <a:pt x="11782" y="41790"/>
                    <a:pt x="11823" y="41837"/>
                    <a:pt x="11920" y="41943"/>
                  </a:cubicBezTo>
                  <a:lnTo>
                    <a:pt x="12021" y="42010"/>
                  </a:lnTo>
                  <a:cubicBezTo>
                    <a:pt x="12148" y="42129"/>
                    <a:pt x="12377" y="42349"/>
                    <a:pt x="12385" y="42366"/>
                  </a:cubicBezTo>
                  <a:cubicBezTo>
                    <a:pt x="12394" y="42366"/>
                    <a:pt x="12343" y="42315"/>
                    <a:pt x="12233" y="42196"/>
                  </a:cubicBezTo>
                  <a:lnTo>
                    <a:pt x="12233" y="42196"/>
                  </a:lnTo>
                  <a:cubicBezTo>
                    <a:pt x="12402" y="42340"/>
                    <a:pt x="12630" y="42560"/>
                    <a:pt x="12901" y="42788"/>
                  </a:cubicBezTo>
                  <a:cubicBezTo>
                    <a:pt x="13172" y="43017"/>
                    <a:pt x="13468" y="43288"/>
                    <a:pt x="13755" y="43550"/>
                  </a:cubicBezTo>
                  <a:cubicBezTo>
                    <a:pt x="13702" y="43550"/>
                    <a:pt x="13213" y="43109"/>
                    <a:pt x="13199" y="43109"/>
                  </a:cubicBezTo>
                  <a:lnTo>
                    <a:pt x="13199" y="43109"/>
                  </a:lnTo>
                  <a:cubicBezTo>
                    <a:pt x="13195" y="43109"/>
                    <a:pt x="13228" y="43142"/>
                    <a:pt x="13316" y="43228"/>
                  </a:cubicBezTo>
                  <a:cubicBezTo>
                    <a:pt x="13552" y="43431"/>
                    <a:pt x="13772" y="43584"/>
                    <a:pt x="14178" y="43939"/>
                  </a:cubicBezTo>
                  <a:cubicBezTo>
                    <a:pt x="14145" y="43915"/>
                    <a:pt x="14130" y="43905"/>
                    <a:pt x="14127" y="43905"/>
                  </a:cubicBezTo>
                  <a:lnTo>
                    <a:pt x="14127" y="43905"/>
                  </a:lnTo>
                  <a:cubicBezTo>
                    <a:pt x="14112" y="43905"/>
                    <a:pt x="14362" y="44118"/>
                    <a:pt x="14348" y="44125"/>
                  </a:cubicBezTo>
                  <a:cubicBezTo>
                    <a:pt x="14551" y="44277"/>
                    <a:pt x="14754" y="44421"/>
                    <a:pt x="14965" y="44573"/>
                  </a:cubicBezTo>
                  <a:cubicBezTo>
                    <a:pt x="15198" y="44758"/>
                    <a:pt x="15464" y="44960"/>
                    <a:pt x="15705" y="45133"/>
                  </a:cubicBezTo>
                  <a:lnTo>
                    <a:pt x="15705" y="45133"/>
                  </a:lnTo>
                  <a:cubicBezTo>
                    <a:pt x="15648" y="45090"/>
                    <a:pt x="15584" y="45041"/>
                    <a:pt x="15515" y="44988"/>
                  </a:cubicBezTo>
                  <a:lnTo>
                    <a:pt x="15515" y="44988"/>
                  </a:lnTo>
                  <a:cubicBezTo>
                    <a:pt x="15727" y="45123"/>
                    <a:pt x="15930" y="45267"/>
                    <a:pt x="16124" y="45428"/>
                  </a:cubicBezTo>
                  <a:cubicBezTo>
                    <a:pt x="16327" y="45580"/>
                    <a:pt x="16547" y="45749"/>
                    <a:pt x="16818" y="45935"/>
                  </a:cubicBezTo>
                  <a:lnTo>
                    <a:pt x="16564" y="45766"/>
                  </a:lnTo>
                  <a:lnTo>
                    <a:pt x="16564" y="45766"/>
                  </a:lnTo>
                  <a:cubicBezTo>
                    <a:pt x="16759" y="45918"/>
                    <a:pt x="16945" y="46045"/>
                    <a:pt x="17122" y="46164"/>
                  </a:cubicBezTo>
                  <a:cubicBezTo>
                    <a:pt x="17292" y="46274"/>
                    <a:pt x="17469" y="46375"/>
                    <a:pt x="17630" y="46477"/>
                  </a:cubicBezTo>
                  <a:lnTo>
                    <a:pt x="17605" y="46494"/>
                  </a:lnTo>
                  <a:cubicBezTo>
                    <a:pt x="17765" y="46561"/>
                    <a:pt x="17909" y="46637"/>
                    <a:pt x="18044" y="46739"/>
                  </a:cubicBezTo>
                  <a:cubicBezTo>
                    <a:pt x="18256" y="46866"/>
                    <a:pt x="18476" y="47001"/>
                    <a:pt x="18560" y="47044"/>
                  </a:cubicBezTo>
                  <a:cubicBezTo>
                    <a:pt x="18434" y="46967"/>
                    <a:pt x="18324" y="46891"/>
                    <a:pt x="18222" y="46832"/>
                  </a:cubicBezTo>
                  <a:lnTo>
                    <a:pt x="17977" y="46671"/>
                  </a:lnTo>
                  <a:cubicBezTo>
                    <a:pt x="17833" y="46570"/>
                    <a:pt x="17723" y="46502"/>
                    <a:pt x="17621" y="46426"/>
                  </a:cubicBezTo>
                  <a:lnTo>
                    <a:pt x="16716" y="45808"/>
                  </a:lnTo>
                  <a:lnTo>
                    <a:pt x="16716" y="45808"/>
                  </a:lnTo>
                  <a:cubicBezTo>
                    <a:pt x="16911" y="45918"/>
                    <a:pt x="17063" y="46020"/>
                    <a:pt x="17232" y="46121"/>
                  </a:cubicBezTo>
                  <a:cubicBezTo>
                    <a:pt x="17401" y="46231"/>
                    <a:pt x="17571" y="46324"/>
                    <a:pt x="17782" y="46443"/>
                  </a:cubicBezTo>
                  <a:cubicBezTo>
                    <a:pt x="17858" y="46485"/>
                    <a:pt x="17934" y="46544"/>
                    <a:pt x="17994" y="46604"/>
                  </a:cubicBezTo>
                  <a:cubicBezTo>
                    <a:pt x="18146" y="46671"/>
                    <a:pt x="18290" y="46747"/>
                    <a:pt x="18425" y="46824"/>
                  </a:cubicBezTo>
                  <a:cubicBezTo>
                    <a:pt x="18450" y="46849"/>
                    <a:pt x="18467" y="46866"/>
                    <a:pt x="18493" y="46883"/>
                  </a:cubicBezTo>
                  <a:cubicBezTo>
                    <a:pt x="19170" y="47314"/>
                    <a:pt x="19144" y="47213"/>
                    <a:pt x="19804" y="47610"/>
                  </a:cubicBezTo>
                  <a:cubicBezTo>
                    <a:pt x="19816" y="47623"/>
                    <a:pt x="19817" y="47628"/>
                    <a:pt x="19807" y="47628"/>
                  </a:cubicBezTo>
                  <a:cubicBezTo>
                    <a:pt x="19778" y="47628"/>
                    <a:pt x="19651" y="47571"/>
                    <a:pt x="19491" y="47475"/>
                  </a:cubicBezTo>
                  <a:lnTo>
                    <a:pt x="18789" y="47086"/>
                  </a:lnTo>
                  <a:lnTo>
                    <a:pt x="18789" y="47086"/>
                  </a:lnTo>
                  <a:cubicBezTo>
                    <a:pt x="18836" y="47121"/>
                    <a:pt x="18852" y="47135"/>
                    <a:pt x="18845" y="47135"/>
                  </a:cubicBezTo>
                  <a:cubicBezTo>
                    <a:pt x="18819" y="47135"/>
                    <a:pt x="18432" y="46900"/>
                    <a:pt x="18396" y="46900"/>
                  </a:cubicBezTo>
                  <a:cubicBezTo>
                    <a:pt x="18386" y="46900"/>
                    <a:pt x="18405" y="46919"/>
                    <a:pt x="18467" y="46967"/>
                  </a:cubicBezTo>
                  <a:lnTo>
                    <a:pt x="18679" y="47069"/>
                  </a:lnTo>
                  <a:cubicBezTo>
                    <a:pt x="18796" y="47137"/>
                    <a:pt x="18834" y="47169"/>
                    <a:pt x="18821" y="47169"/>
                  </a:cubicBezTo>
                  <a:cubicBezTo>
                    <a:pt x="18814" y="47169"/>
                    <a:pt x="18787" y="47157"/>
                    <a:pt x="18748" y="47135"/>
                  </a:cubicBezTo>
                  <a:lnTo>
                    <a:pt x="18748" y="47135"/>
                  </a:lnTo>
                  <a:cubicBezTo>
                    <a:pt x="18841" y="47189"/>
                    <a:pt x="18935" y="47243"/>
                    <a:pt x="19043" y="47289"/>
                  </a:cubicBezTo>
                  <a:cubicBezTo>
                    <a:pt x="19482" y="47551"/>
                    <a:pt x="19530" y="47588"/>
                    <a:pt x="19509" y="47588"/>
                  </a:cubicBezTo>
                  <a:cubicBezTo>
                    <a:pt x="19504" y="47588"/>
                    <a:pt x="19498" y="47586"/>
                    <a:pt x="19491" y="47585"/>
                  </a:cubicBezTo>
                  <a:cubicBezTo>
                    <a:pt x="19474" y="47585"/>
                    <a:pt x="19457" y="47585"/>
                    <a:pt x="19499" y="47619"/>
                  </a:cubicBezTo>
                  <a:cubicBezTo>
                    <a:pt x="19635" y="47712"/>
                    <a:pt x="19779" y="47805"/>
                    <a:pt x="19922" y="47881"/>
                  </a:cubicBezTo>
                  <a:cubicBezTo>
                    <a:pt x="19820" y="47830"/>
                    <a:pt x="19590" y="47702"/>
                    <a:pt x="19558" y="47702"/>
                  </a:cubicBezTo>
                  <a:cubicBezTo>
                    <a:pt x="19553" y="47702"/>
                    <a:pt x="19553" y="47705"/>
                    <a:pt x="19559" y="47712"/>
                  </a:cubicBezTo>
                  <a:lnTo>
                    <a:pt x="19017" y="47365"/>
                  </a:lnTo>
                  <a:lnTo>
                    <a:pt x="18992" y="47382"/>
                  </a:lnTo>
                  <a:cubicBezTo>
                    <a:pt x="19457" y="47686"/>
                    <a:pt x="19956" y="47940"/>
                    <a:pt x="20472" y="48152"/>
                  </a:cubicBezTo>
                  <a:cubicBezTo>
                    <a:pt x="20151" y="47987"/>
                    <a:pt x="20129" y="47967"/>
                    <a:pt x="20152" y="47967"/>
                  </a:cubicBezTo>
                  <a:cubicBezTo>
                    <a:pt x="20160" y="47967"/>
                    <a:pt x="20172" y="47969"/>
                    <a:pt x="20181" y="47969"/>
                  </a:cubicBezTo>
                  <a:cubicBezTo>
                    <a:pt x="20200" y="47969"/>
                    <a:pt x="20200" y="47958"/>
                    <a:pt x="20083" y="47889"/>
                  </a:cubicBezTo>
                  <a:lnTo>
                    <a:pt x="20083" y="47889"/>
                  </a:lnTo>
                  <a:cubicBezTo>
                    <a:pt x="20193" y="47932"/>
                    <a:pt x="20295" y="47991"/>
                    <a:pt x="20396" y="48059"/>
                  </a:cubicBezTo>
                  <a:cubicBezTo>
                    <a:pt x="20442" y="48082"/>
                    <a:pt x="20712" y="48224"/>
                    <a:pt x="20735" y="48224"/>
                  </a:cubicBezTo>
                  <a:cubicBezTo>
                    <a:pt x="20737" y="48224"/>
                    <a:pt x="20737" y="48223"/>
                    <a:pt x="20736" y="48222"/>
                  </a:cubicBezTo>
                  <a:lnTo>
                    <a:pt x="20736" y="48222"/>
                  </a:lnTo>
                  <a:cubicBezTo>
                    <a:pt x="20859" y="48361"/>
                    <a:pt x="22095" y="48999"/>
                    <a:pt x="21966" y="48999"/>
                  </a:cubicBezTo>
                  <a:cubicBezTo>
                    <a:pt x="21957" y="48999"/>
                    <a:pt x="21942" y="48996"/>
                    <a:pt x="21919" y="48989"/>
                  </a:cubicBezTo>
                  <a:lnTo>
                    <a:pt x="21919" y="48989"/>
                  </a:lnTo>
                  <a:cubicBezTo>
                    <a:pt x="22113" y="49108"/>
                    <a:pt x="22545" y="49294"/>
                    <a:pt x="23027" y="49514"/>
                  </a:cubicBezTo>
                  <a:cubicBezTo>
                    <a:pt x="23145" y="49573"/>
                    <a:pt x="23264" y="49632"/>
                    <a:pt x="23399" y="49683"/>
                  </a:cubicBezTo>
                  <a:lnTo>
                    <a:pt x="23780" y="49844"/>
                  </a:lnTo>
                  <a:lnTo>
                    <a:pt x="24516" y="50148"/>
                  </a:lnTo>
                  <a:lnTo>
                    <a:pt x="24516" y="50148"/>
                  </a:lnTo>
                  <a:lnTo>
                    <a:pt x="24262" y="50064"/>
                  </a:lnTo>
                  <a:lnTo>
                    <a:pt x="24262" y="50064"/>
                  </a:lnTo>
                  <a:cubicBezTo>
                    <a:pt x="24533" y="50207"/>
                    <a:pt x="24812" y="50326"/>
                    <a:pt x="25108" y="50402"/>
                  </a:cubicBezTo>
                  <a:cubicBezTo>
                    <a:pt x="25303" y="50444"/>
                    <a:pt x="25497" y="50495"/>
                    <a:pt x="25683" y="50563"/>
                  </a:cubicBezTo>
                  <a:cubicBezTo>
                    <a:pt x="25592" y="50532"/>
                    <a:pt x="25549" y="50519"/>
                    <a:pt x="25539" y="50519"/>
                  </a:cubicBezTo>
                  <a:cubicBezTo>
                    <a:pt x="25495" y="50519"/>
                    <a:pt x="26142" y="50780"/>
                    <a:pt x="26301" y="50842"/>
                  </a:cubicBezTo>
                  <a:lnTo>
                    <a:pt x="26969" y="51036"/>
                  </a:lnTo>
                  <a:lnTo>
                    <a:pt x="27333" y="51155"/>
                  </a:lnTo>
                  <a:cubicBezTo>
                    <a:pt x="27460" y="51189"/>
                    <a:pt x="27604" y="51231"/>
                    <a:pt x="27764" y="51282"/>
                  </a:cubicBezTo>
                  <a:cubicBezTo>
                    <a:pt x="27925" y="51400"/>
                    <a:pt x="28103" y="51485"/>
                    <a:pt x="28289" y="51535"/>
                  </a:cubicBezTo>
                  <a:lnTo>
                    <a:pt x="28576" y="51595"/>
                  </a:lnTo>
                  <a:cubicBezTo>
                    <a:pt x="28982" y="51713"/>
                    <a:pt x="29532" y="51848"/>
                    <a:pt x="29786" y="51933"/>
                  </a:cubicBezTo>
                  <a:lnTo>
                    <a:pt x="29727" y="51925"/>
                  </a:lnTo>
                  <a:lnTo>
                    <a:pt x="29727" y="51925"/>
                  </a:lnTo>
                  <a:cubicBezTo>
                    <a:pt x="29845" y="51967"/>
                    <a:pt x="29972" y="52001"/>
                    <a:pt x="30099" y="52018"/>
                  </a:cubicBezTo>
                  <a:cubicBezTo>
                    <a:pt x="30116" y="52009"/>
                    <a:pt x="30031" y="51984"/>
                    <a:pt x="29854" y="51925"/>
                  </a:cubicBezTo>
                  <a:lnTo>
                    <a:pt x="29854" y="51925"/>
                  </a:lnTo>
                  <a:cubicBezTo>
                    <a:pt x="30006" y="51967"/>
                    <a:pt x="30150" y="51992"/>
                    <a:pt x="30302" y="52026"/>
                  </a:cubicBezTo>
                  <a:lnTo>
                    <a:pt x="30311" y="52035"/>
                  </a:lnTo>
                  <a:cubicBezTo>
                    <a:pt x="30607" y="52094"/>
                    <a:pt x="30886" y="52153"/>
                    <a:pt x="31216" y="52212"/>
                  </a:cubicBezTo>
                  <a:cubicBezTo>
                    <a:pt x="31546" y="52280"/>
                    <a:pt x="31918" y="52339"/>
                    <a:pt x="32375" y="52432"/>
                  </a:cubicBezTo>
                  <a:cubicBezTo>
                    <a:pt x="32361" y="52431"/>
                    <a:pt x="32352" y="52430"/>
                    <a:pt x="32345" y="52430"/>
                  </a:cubicBezTo>
                  <a:cubicBezTo>
                    <a:pt x="32260" y="52430"/>
                    <a:pt x="32637" y="52529"/>
                    <a:pt x="32580" y="52529"/>
                  </a:cubicBezTo>
                  <a:cubicBezTo>
                    <a:pt x="32557" y="52529"/>
                    <a:pt x="32461" y="52512"/>
                    <a:pt x="32231" y="52466"/>
                  </a:cubicBezTo>
                  <a:lnTo>
                    <a:pt x="32231" y="52466"/>
                  </a:lnTo>
                  <a:cubicBezTo>
                    <a:pt x="32268" y="52471"/>
                    <a:pt x="32291" y="52473"/>
                    <a:pt x="32303" y="52473"/>
                  </a:cubicBezTo>
                  <a:cubicBezTo>
                    <a:pt x="32371" y="52473"/>
                    <a:pt x="32096" y="52404"/>
                    <a:pt x="32053" y="52390"/>
                  </a:cubicBezTo>
                  <a:cubicBezTo>
                    <a:pt x="31757" y="52322"/>
                    <a:pt x="31478" y="52288"/>
                    <a:pt x="31343" y="52263"/>
                  </a:cubicBezTo>
                  <a:lnTo>
                    <a:pt x="31343" y="52263"/>
                  </a:lnTo>
                  <a:cubicBezTo>
                    <a:pt x="31412" y="52294"/>
                    <a:pt x="31378" y="52312"/>
                    <a:pt x="31291" y="52312"/>
                  </a:cubicBezTo>
                  <a:cubicBezTo>
                    <a:pt x="31260" y="52312"/>
                    <a:pt x="31223" y="52310"/>
                    <a:pt x="31182" y="52305"/>
                  </a:cubicBezTo>
                  <a:lnTo>
                    <a:pt x="31182" y="52305"/>
                  </a:lnTo>
                  <a:cubicBezTo>
                    <a:pt x="31478" y="52356"/>
                    <a:pt x="32045" y="52474"/>
                    <a:pt x="32569" y="52568"/>
                  </a:cubicBezTo>
                  <a:cubicBezTo>
                    <a:pt x="33011" y="52655"/>
                    <a:pt x="33417" y="52717"/>
                    <a:pt x="33571" y="52717"/>
                  </a:cubicBezTo>
                  <a:cubicBezTo>
                    <a:pt x="33597" y="52717"/>
                    <a:pt x="33616" y="52715"/>
                    <a:pt x="33627" y="52711"/>
                  </a:cubicBezTo>
                  <a:cubicBezTo>
                    <a:pt x="33813" y="52745"/>
                    <a:pt x="34007" y="52787"/>
                    <a:pt x="34219" y="52821"/>
                  </a:cubicBezTo>
                  <a:lnTo>
                    <a:pt x="34870" y="52906"/>
                  </a:lnTo>
                  <a:lnTo>
                    <a:pt x="35547" y="52999"/>
                  </a:lnTo>
                  <a:lnTo>
                    <a:pt x="36207" y="53075"/>
                  </a:lnTo>
                  <a:cubicBezTo>
                    <a:pt x="36173" y="53067"/>
                    <a:pt x="36105" y="53050"/>
                    <a:pt x="36122" y="53050"/>
                  </a:cubicBezTo>
                  <a:lnTo>
                    <a:pt x="36867" y="53168"/>
                  </a:lnTo>
                  <a:lnTo>
                    <a:pt x="36867" y="53168"/>
                  </a:lnTo>
                  <a:lnTo>
                    <a:pt x="36689" y="53151"/>
                  </a:lnTo>
                  <a:lnTo>
                    <a:pt x="36689" y="53151"/>
                  </a:lnTo>
                  <a:lnTo>
                    <a:pt x="36934" y="53194"/>
                  </a:lnTo>
                  <a:lnTo>
                    <a:pt x="37180" y="53219"/>
                  </a:lnTo>
                  <a:cubicBezTo>
                    <a:pt x="37205" y="53227"/>
                    <a:pt x="37169" y="53232"/>
                    <a:pt x="37101" y="53232"/>
                  </a:cubicBezTo>
                  <a:cubicBezTo>
                    <a:pt x="37034" y="53232"/>
                    <a:pt x="36934" y="53227"/>
                    <a:pt x="36833" y="53219"/>
                  </a:cubicBezTo>
                  <a:cubicBezTo>
                    <a:pt x="36744" y="53212"/>
                    <a:pt x="36655" y="53200"/>
                    <a:pt x="36687" y="53200"/>
                  </a:cubicBezTo>
                  <a:cubicBezTo>
                    <a:pt x="36690" y="53200"/>
                    <a:pt x="36695" y="53200"/>
                    <a:pt x="36702" y="53200"/>
                  </a:cubicBezTo>
                  <a:lnTo>
                    <a:pt x="36702" y="53200"/>
                  </a:lnTo>
                  <a:cubicBezTo>
                    <a:pt x="36637" y="53196"/>
                    <a:pt x="36599" y="53194"/>
                    <a:pt x="36580" y="53194"/>
                  </a:cubicBezTo>
                  <a:cubicBezTo>
                    <a:pt x="36479" y="53194"/>
                    <a:pt x="36989" y="53246"/>
                    <a:pt x="36884" y="53246"/>
                  </a:cubicBezTo>
                  <a:cubicBezTo>
                    <a:pt x="36872" y="53246"/>
                    <a:pt x="36853" y="53246"/>
                    <a:pt x="36824" y="53244"/>
                  </a:cubicBezTo>
                  <a:cubicBezTo>
                    <a:pt x="36709" y="53230"/>
                    <a:pt x="36576" y="53222"/>
                    <a:pt x="36482" y="53209"/>
                  </a:cubicBezTo>
                  <a:lnTo>
                    <a:pt x="36482" y="53209"/>
                  </a:lnTo>
                  <a:cubicBezTo>
                    <a:pt x="37043" y="53293"/>
                    <a:pt x="37325" y="53263"/>
                    <a:pt x="37679" y="53329"/>
                  </a:cubicBezTo>
                  <a:cubicBezTo>
                    <a:pt x="37822" y="53329"/>
                    <a:pt x="38042" y="53337"/>
                    <a:pt x="38296" y="53346"/>
                  </a:cubicBezTo>
                  <a:cubicBezTo>
                    <a:pt x="38550" y="53346"/>
                    <a:pt x="38829" y="53354"/>
                    <a:pt x="39100" y="53380"/>
                  </a:cubicBezTo>
                  <a:cubicBezTo>
                    <a:pt x="38888" y="53388"/>
                    <a:pt x="39692" y="53397"/>
                    <a:pt x="39421" y="53422"/>
                  </a:cubicBezTo>
                  <a:cubicBezTo>
                    <a:pt x="39446" y="53421"/>
                    <a:pt x="39474" y="53421"/>
                    <a:pt x="39505" y="53421"/>
                  </a:cubicBezTo>
                  <a:cubicBezTo>
                    <a:pt x="39666" y="53421"/>
                    <a:pt x="39898" y="53432"/>
                    <a:pt x="40054" y="53432"/>
                  </a:cubicBezTo>
                  <a:cubicBezTo>
                    <a:pt x="40128" y="53432"/>
                    <a:pt x="40184" y="53429"/>
                    <a:pt x="40208" y="53422"/>
                  </a:cubicBezTo>
                  <a:lnTo>
                    <a:pt x="40208" y="53422"/>
                  </a:lnTo>
                  <a:cubicBezTo>
                    <a:pt x="40141" y="53425"/>
                    <a:pt x="40075" y="53427"/>
                    <a:pt x="40008" y="53427"/>
                  </a:cubicBezTo>
                  <a:cubicBezTo>
                    <a:pt x="39914" y="53427"/>
                    <a:pt x="39820" y="53423"/>
                    <a:pt x="39726" y="53413"/>
                  </a:cubicBezTo>
                  <a:cubicBezTo>
                    <a:pt x="39914" y="53413"/>
                    <a:pt x="39966" y="53395"/>
                    <a:pt x="40148" y="53395"/>
                  </a:cubicBezTo>
                  <a:cubicBezTo>
                    <a:pt x="40178" y="53395"/>
                    <a:pt x="40212" y="53395"/>
                    <a:pt x="40250" y="53397"/>
                  </a:cubicBezTo>
                  <a:cubicBezTo>
                    <a:pt x="40277" y="53403"/>
                    <a:pt x="40272" y="53405"/>
                    <a:pt x="40269" y="53405"/>
                  </a:cubicBezTo>
                  <a:lnTo>
                    <a:pt x="40269" y="53405"/>
                  </a:lnTo>
                  <a:cubicBezTo>
                    <a:pt x="40622" y="53388"/>
                    <a:pt x="40387" y="53346"/>
                    <a:pt x="41020" y="53346"/>
                  </a:cubicBezTo>
                  <a:cubicBezTo>
                    <a:pt x="41306" y="53337"/>
                    <a:pt x="41485" y="53333"/>
                    <a:pt x="41587" y="53333"/>
                  </a:cubicBezTo>
                  <a:cubicBezTo>
                    <a:pt x="41778" y="53333"/>
                    <a:pt x="41699" y="53346"/>
                    <a:pt x="41545" y="53363"/>
                  </a:cubicBezTo>
                  <a:lnTo>
                    <a:pt x="41147" y="53405"/>
                  </a:lnTo>
                  <a:cubicBezTo>
                    <a:pt x="41050" y="53419"/>
                    <a:pt x="40982" y="53433"/>
                    <a:pt x="40992" y="53433"/>
                  </a:cubicBezTo>
                  <a:cubicBezTo>
                    <a:pt x="40994" y="53433"/>
                    <a:pt x="41001" y="53432"/>
                    <a:pt x="41012" y="53430"/>
                  </a:cubicBezTo>
                  <a:cubicBezTo>
                    <a:pt x="41066" y="53423"/>
                    <a:pt x="41680" y="53387"/>
                    <a:pt x="42032" y="53387"/>
                  </a:cubicBezTo>
                  <a:cubicBezTo>
                    <a:pt x="42067" y="53387"/>
                    <a:pt x="42099" y="53387"/>
                    <a:pt x="42128" y="53388"/>
                  </a:cubicBezTo>
                  <a:lnTo>
                    <a:pt x="42052" y="53397"/>
                  </a:lnTo>
                  <a:cubicBezTo>
                    <a:pt x="42230" y="53388"/>
                    <a:pt x="42467" y="53380"/>
                    <a:pt x="42653" y="53380"/>
                  </a:cubicBezTo>
                  <a:cubicBezTo>
                    <a:pt x="42754" y="53346"/>
                    <a:pt x="42949" y="53303"/>
                    <a:pt x="43059" y="53278"/>
                  </a:cubicBezTo>
                  <a:lnTo>
                    <a:pt x="43803" y="53236"/>
                  </a:lnTo>
                  <a:lnTo>
                    <a:pt x="43651" y="53253"/>
                  </a:lnTo>
                  <a:cubicBezTo>
                    <a:pt x="43820" y="53236"/>
                    <a:pt x="43964" y="53227"/>
                    <a:pt x="44116" y="53210"/>
                  </a:cubicBezTo>
                  <a:lnTo>
                    <a:pt x="44116" y="53210"/>
                  </a:lnTo>
                  <a:cubicBezTo>
                    <a:pt x="44184" y="53227"/>
                    <a:pt x="43964" y="53244"/>
                    <a:pt x="43736" y="53270"/>
                  </a:cubicBezTo>
                  <a:cubicBezTo>
                    <a:pt x="43762" y="53271"/>
                    <a:pt x="43788" y="53272"/>
                    <a:pt x="43814" y="53272"/>
                  </a:cubicBezTo>
                  <a:cubicBezTo>
                    <a:pt x="43940" y="53272"/>
                    <a:pt x="44065" y="53255"/>
                    <a:pt x="44184" y="53227"/>
                  </a:cubicBezTo>
                  <a:lnTo>
                    <a:pt x="44184" y="53227"/>
                  </a:lnTo>
                  <a:lnTo>
                    <a:pt x="44091" y="53236"/>
                  </a:lnTo>
                  <a:cubicBezTo>
                    <a:pt x="44244" y="53208"/>
                    <a:pt x="44738" y="53140"/>
                    <a:pt x="44607" y="53140"/>
                  </a:cubicBezTo>
                  <a:cubicBezTo>
                    <a:pt x="44578" y="53140"/>
                    <a:pt x="44519" y="53144"/>
                    <a:pt x="44421" y="53151"/>
                  </a:cubicBezTo>
                  <a:cubicBezTo>
                    <a:pt x="44827" y="53092"/>
                    <a:pt x="44962" y="53126"/>
                    <a:pt x="45241" y="53084"/>
                  </a:cubicBezTo>
                  <a:lnTo>
                    <a:pt x="45241" y="53084"/>
                  </a:lnTo>
                  <a:cubicBezTo>
                    <a:pt x="45275" y="53100"/>
                    <a:pt x="45013" y="53126"/>
                    <a:pt x="45157" y="53126"/>
                  </a:cubicBezTo>
                  <a:cubicBezTo>
                    <a:pt x="45436" y="53109"/>
                    <a:pt x="45614" y="53084"/>
                    <a:pt x="45842" y="53041"/>
                  </a:cubicBezTo>
                  <a:lnTo>
                    <a:pt x="45842" y="53041"/>
                  </a:lnTo>
                  <a:cubicBezTo>
                    <a:pt x="45785" y="53048"/>
                    <a:pt x="45762" y="53050"/>
                    <a:pt x="45752" y="53050"/>
                  </a:cubicBezTo>
                  <a:cubicBezTo>
                    <a:pt x="45736" y="53050"/>
                    <a:pt x="45758" y="53044"/>
                    <a:pt x="45731" y="53044"/>
                  </a:cubicBezTo>
                  <a:cubicBezTo>
                    <a:pt x="45711" y="53044"/>
                    <a:pt x="45664" y="53047"/>
                    <a:pt x="45554" y="53058"/>
                  </a:cubicBezTo>
                  <a:cubicBezTo>
                    <a:pt x="45681" y="53033"/>
                    <a:pt x="46037" y="52982"/>
                    <a:pt x="46020" y="52974"/>
                  </a:cubicBezTo>
                  <a:lnTo>
                    <a:pt x="46020" y="52974"/>
                  </a:lnTo>
                  <a:cubicBezTo>
                    <a:pt x="45893" y="52999"/>
                    <a:pt x="45766" y="53016"/>
                    <a:pt x="45631" y="53024"/>
                  </a:cubicBezTo>
                  <a:cubicBezTo>
                    <a:pt x="45997" y="52966"/>
                    <a:pt x="46372" y="52916"/>
                    <a:pt x="46746" y="52882"/>
                  </a:cubicBezTo>
                  <a:lnTo>
                    <a:pt x="46746" y="52882"/>
                  </a:lnTo>
                  <a:cubicBezTo>
                    <a:pt x="46721" y="52887"/>
                    <a:pt x="46696" y="52892"/>
                    <a:pt x="46671" y="52897"/>
                  </a:cubicBezTo>
                  <a:cubicBezTo>
                    <a:pt x="46705" y="52897"/>
                    <a:pt x="46739" y="52889"/>
                    <a:pt x="46764" y="52881"/>
                  </a:cubicBezTo>
                  <a:lnTo>
                    <a:pt x="46764" y="52881"/>
                  </a:lnTo>
                  <a:cubicBezTo>
                    <a:pt x="46758" y="52881"/>
                    <a:pt x="46752" y="52882"/>
                    <a:pt x="46746" y="52882"/>
                  </a:cubicBezTo>
                  <a:lnTo>
                    <a:pt x="46746" y="52882"/>
                  </a:lnTo>
                  <a:cubicBezTo>
                    <a:pt x="47234" y="52784"/>
                    <a:pt x="47914" y="52673"/>
                    <a:pt x="48219" y="52584"/>
                  </a:cubicBezTo>
                  <a:lnTo>
                    <a:pt x="48219" y="52584"/>
                  </a:lnTo>
                  <a:cubicBezTo>
                    <a:pt x="48168" y="52593"/>
                    <a:pt x="48126" y="52601"/>
                    <a:pt x="48075" y="52601"/>
                  </a:cubicBezTo>
                  <a:cubicBezTo>
                    <a:pt x="47923" y="52644"/>
                    <a:pt x="47771" y="52669"/>
                    <a:pt x="47618" y="52686"/>
                  </a:cubicBezTo>
                  <a:cubicBezTo>
                    <a:pt x="47764" y="52659"/>
                    <a:pt x="47751" y="52655"/>
                    <a:pt x="47708" y="52655"/>
                  </a:cubicBezTo>
                  <a:cubicBezTo>
                    <a:pt x="47689" y="52655"/>
                    <a:pt x="47665" y="52656"/>
                    <a:pt x="47645" y="52656"/>
                  </a:cubicBezTo>
                  <a:cubicBezTo>
                    <a:pt x="47596" y="52656"/>
                    <a:pt x="47574" y="52651"/>
                    <a:pt x="47737" y="52618"/>
                  </a:cubicBezTo>
                  <a:cubicBezTo>
                    <a:pt x="47872" y="52593"/>
                    <a:pt x="47999" y="52568"/>
                    <a:pt x="48126" y="52551"/>
                  </a:cubicBezTo>
                  <a:lnTo>
                    <a:pt x="48481" y="52474"/>
                  </a:lnTo>
                  <a:cubicBezTo>
                    <a:pt x="48667" y="52449"/>
                    <a:pt x="48854" y="52407"/>
                    <a:pt x="49031" y="52348"/>
                  </a:cubicBezTo>
                  <a:lnTo>
                    <a:pt x="49031" y="52348"/>
                  </a:lnTo>
                  <a:lnTo>
                    <a:pt x="48219" y="52500"/>
                  </a:lnTo>
                  <a:cubicBezTo>
                    <a:pt x="47965" y="52551"/>
                    <a:pt x="47745" y="52576"/>
                    <a:pt x="47635" y="52610"/>
                  </a:cubicBezTo>
                  <a:lnTo>
                    <a:pt x="47965" y="52551"/>
                  </a:lnTo>
                  <a:lnTo>
                    <a:pt x="47965" y="52551"/>
                  </a:lnTo>
                  <a:lnTo>
                    <a:pt x="47221" y="52728"/>
                  </a:lnTo>
                  <a:cubicBezTo>
                    <a:pt x="47219" y="52727"/>
                    <a:pt x="47216" y="52727"/>
                    <a:pt x="47210" y="52727"/>
                  </a:cubicBezTo>
                  <a:cubicBezTo>
                    <a:pt x="47134" y="52727"/>
                    <a:pt x="46695" y="52818"/>
                    <a:pt x="46591" y="52818"/>
                  </a:cubicBezTo>
                  <a:cubicBezTo>
                    <a:pt x="46577" y="52818"/>
                    <a:pt x="46569" y="52817"/>
                    <a:pt x="46569" y="52813"/>
                  </a:cubicBezTo>
                  <a:cubicBezTo>
                    <a:pt x="46832" y="52779"/>
                    <a:pt x="47069" y="52728"/>
                    <a:pt x="47263" y="52694"/>
                  </a:cubicBezTo>
                  <a:cubicBezTo>
                    <a:pt x="47246" y="52694"/>
                    <a:pt x="47069" y="52720"/>
                    <a:pt x="46866" y="52754"/>
                  </a:cubicBezTo>
                  <a:cubicBezTo>
                    <a:pt x="46671" y="52787"/>
                    <a:pt x="46443" y="52813"/>
                    <a:pt x="46307" y="52830"/>
                  </a:cubicBezTo>
                  <a:lnTo>
                    <a:pt x="46646" y="52796"/>
                  </a:lnTo>
                  <a:lnTo>
                    <a:pt x="46646" y="52796"/>
                  </a:lnTo>
                  <a:cubicBezTo>
                    <a:pt x="46037" y="52897"/>
                    <a:pt x="45258" y="52999"/>
                    <a:pt x="44658" y="53067"/>
                  </a:cubicBezTo>
                  <a:cubicBezTo>
                    <a:pt x="44775" y="53050"/>
                    <a:pt x="44796" y="53044"/>
                    <a:pt x="44766" y="53044"/>
                  </a:cubicBezTo>
                  <a:cubicBezTo>
                    <a:pt x="44706" y="53044"/>
                    <a:pt x="44437" y="53068"/>
                    <a:pt x="44371" y="53068"/>
                  </a:cubicBezTo>
                  <a:cubicBezTo>
                    <a:pt x="44342" y="53068"/>
                    <a:pt x="44353" y="53063"/>
                    <a:pt x="44438" y="53050"/>
                  </a:cubicBezTo>
                  <a:cubicBezTo>
                    <a:pt x="44548" y="53033"/>
                    <a:pt x="44658" y="53016"/>
                    <a:pt x="44768" y="53016"/>
                  </a:cubicBezTo>
                  <a:cubicBezTo>
                    <a:pt x="44775" y="53011"/>
                    <a:pt x="44768" y="53009"/>
                    <a:pt x="44752" y="53009"/>
                  </a:cubicBezTo>
                  <a:cubicBezTo>
                    <a:pt x="44680" y="53009"/>
                    <a:pt x="44428" y="53042"/>
                    <a:pt x="44306" y="53042"/>
                  </a:cubicBezTo>
                  <a:cubicBezTo>
                    <a:pt x="44295" y="53042"/>
                    <a:pt x="44286" y="53042"/>
                    <a:pt x="44277" y="53041"/>
                  </a:cubicBezTo>
                  <a:cubicBezTo>
                    <a:pt x="44243" y="53050"/>
                    <a:pt x="44082" y="53075"/>
                    <a:pt x="43964" y="53092"/>
                  </a:cubicBezTo>
                  <a:cubicBezTo>
                    <a:pt x="43837" y="53109"/>
                    <a:pt x="43778" y="53117"/>
                    <a:pt x="43964" y="53117"/>
                  </a:cubicBezTo>
                  <a:cubicBezTo>
                    <a:pt x="43761" y="53117"/>
                    <a:pt x="43330" y="53168"/>
                    <a:pt x="43059" y="53168"/>
                  </a:cubicBezTo>
                  <a:cubicBezTo>
                    <a:pt x="43143" y="53185"/>
                    <a:pt x="42560" y="53219"/>
                    <a:pt x="42458" y="53236"/>
                  </a:cubicBezTo>
                  <a:cubicBezTo>
                    <a:pt x="42340" y="53236"/>
                    <a:pt x="42238" y="53227"/>
                    <a:pt x="42154" y="53227"/>
                  </a:cubicBezTo>
                  <a:lnTo>
                    <a:pt x="42568" y="53202"/>
                  </a:lnTo>
                  <a:lnTo>
                    <a:pt x="43033" y="53151"/>
                  </a:lnTo>
                  <a:cubicBezTo>
                    <a:pt x="43127" y="53151"/>
                    <a:pt x="43228" y="53143"/>
                    <a:pt x="43321" y="53134"/>
                  </a:cubicBezTo>
                  <a:lnTo>
                    <a:pt x="43321" y="53117"/>
                  </a:lnTo>
                  <a:cubicBezTo>
                    <a:pt x="43956" y="53058"/>
                    <a:pt x="44590" y="52965"/>
                    <a:pt x="44911" y="52923"/>
                  </a:cubicBezTo>
                  <a:lnTo>
                    <a:pt x="44911" y="52923"/>
                  </a:lnTo>
                  <a:lnTo>
                    <a:pt x="44842" y="52934"/>
                  </a:lnTo>
                  <a:lnTo>
                    <a:pt x="44842" y="52934"/>
                  </a:lnTo>
                  <a:cubicBezTo>
                    <a:pt x="45052" y="52902"/>
                    <a:pt x="45261" y="52886"/>
                    <a:pt x="45470" y="52864"/>
                  </a:cubicBezTo>
                  <a:cubicBezTo>
                    <a:pt x="45707" y="52830"/>
                    <a:pt x="45952" y="52804"/>
                    <a:pt x="46189" y="52754"/>
                  </a:cubicBezTo>
                  <a:lnTo>
                    <a:pt x="46189" y="52754"/>
                  </a:lnTo>
                  <a:cubicBezTo>
                    <a:pt x="46177" y="52760"/>
                    <a:pt x="46148" y="52766"/>
                    <a:pt x="46162" y="52766"/>
                  </a:cubicBezTo>
                  <a:cubicBezTo>
                    <a:pt x="46168" y="52766"/>
                    <a:pt x="46181" y="52765"/>
                    <a:pt x="46206" y="52762"/>
                  </a:cubicBezTo>
                  <a:cubicBezTo>
                    <a:pt x="46815" y="52694"/>
                    <a:pt x="47035" y="52593"/>
                    <a:pt x="47525" y="52534"/>
                  </a:cubicBezTo>
                  <a:lnTo>
                    <a:pt x="47525" y="52534"/>
                  </a:lnTo>
                  <a:lnTo>
                    <a:pt x="47466" y="52559"/>
                  </a:lnTo>
                  <a:cubicBezTo>
                    <a:pt x="47508" y="52551"/>
                    <a:pt x="47788" y="52491"/>
                    <a:pt x="47728" y="52483"/>
                  </a:cubicBezTo>
                  <a:lnTo>
                    <a:pt x="47728" y="52483"/>
                  </a:lnTo>
                  <a:cubicBezTo>
                    <a:pt x="47322" y="52559"/>
                    <a:pt x="47255" y="52576"/>
                    <a:pt x="46891" y="52635"/>
                  </a:cubicBezTo>
                  <a:cubicBezTo>
                    <a:pt x="47035" y="52593"/>
                    <a:pt x="47356" y="52525"/>
                    <a:pt x="47593" y="52491"/>
                  </a:cubicBezTo>
                  <a:lnTo>
                    <a:pt x="47610" y="52458"/>
                  </a:lnTo>
                  <a:cubicBezTo>
                    <a:pt x="47762" y="52415"/>
                    <a:pt x="47915" y="52390"/>
                    <a:pt x="48067" y="52373"/>
                  </a:cubicBezTo>
                  <a:cubicBezTo>
                    <a:pt x="48219" y="52348"/>
                    <a:pt x="48371" y="52314"/>
                    <a:pt x="48515" y="52263"/>
                  </a:cubicBezTo>
                  <a:lnTo>
                    <a:pt x="48515" y="52263"/>
                  </a:lnTo>
                  <a:lnTo>
                    <a:pt x="48160" y="52322"/>
                  </a:lnTo>
                  <a:lnTo>
                    <a:pt x="48219" y="52305"/>
                  </a:lnTo>
                  <a:lnTo>
                    <a:pt x="48219" y="52305"/>
                  </a:lnTo>
                  <a:cubicBezTo>
                    <a:pt x="48067" y="52339"/>
                    <a:pt x="47923" y="52364"/>
                    <a:pt x="47889" y="52381"/>
                  </a:cubicBezTo>
                  <a:cubicBezTo>
                    <a:pt x="47593" y="52449"/>
                    <a:pt x="47297" y="52483"/>
                    <a:pt x="46992" y="52491"/>
                  </a:cubicBezTo>
                  <a:cubicBezTo>
                    <a:pt x="46951" y="52497"/>
                    <a:pt x="46925" y="52499"/>
                    <a:pt x="46911" y="52499"/>
                  </a:cubicBezTo>
                  <a:cubicBezTo>
                    <a:pt x="46840" y="52499"/>
                    <a:pt x="47071" y="52439"/>
                    <a:pt x="47043" y="52432"/>
                  </a:cubicBezTo>
                  <a:lnTo>
                    <a:pt x="47043" y="52432"/>
                  </a:lnTo>
                  <a:cubicBezTo>
                    <a:pt x="46646" y="52500"/>
                    <a:pt x="46671" y="52525"/>
                    <a:pt x="46273" y="52584"/>
                  </a:cubicBezTo>
                  <a:cubicBezTo>
                    <a:pt x="46231" y="52590"/>
                    <a:pt x="46210" y="52592"/>
                    <a:pt x="46202" y="52592"/>
                  </a:cubicBezTo>
                  <a:cubicBezTo>
                    <a:pt x="46192" y="52592"/>
                    <a:pt x="46201" y="52589"/>
                    <a:pt x="46218" y="52585"/>
                  </a:cubicBezTo>
                  <a:lnTo>
                    <a:pt x="46218" y="52585"/>
                  </a:lnTo>
                  <a:lnTo>
                    <a:pt x="45977" y="52627"/>
                  </a:lnTo>
                  <a:cubicBezTo>
                    <a:pt x="45977" y="52626"/>
                    <a:pt x="45974" y="52626"/>
                    <a:pt x="45970" y="52626"/>
                  </a:cubicBezTo>
                  <a:cubicBezTo>
                    <a:pt x="45921" y="52626"/>
                    <a:pt x="45636" y="52659"/>
                    <a:pt x="45568" y="52659"/>
                  </a:cubicBezTo>
                  <a:cubicBezTo>
                    <a:pt x="45534" y="52659"/>
                    <a:pt x="45553" y="52651"/>
                    <a:pt x="45681" y="52627"/>
                  </a:cubicBezTo>
                  <a:lnTo>
                    <a:pt x="45935" y="52593"/>
                  </a:lnTo>
                  <a:lnTo>
                    <a:pt x="45935" y="52593"/>
                  </a:lnTo>
                  <a:cubicBezTo>
                    <a:pt x="45488" y="52647"/>
                    <a:pt x="44771" y="52696"/>
                    <a:pt x="44519" y="52696"/>
                  </a:cubicBezTo>
                  <a:cubicBezTo>
                    <a:pt x="44456" y="52696"/>
                    <a:pt x="44423" y="52693"/>
                    <a:pt x="44429" y="52686"/>
                  </a:cubicBezTo>
                  <a:lnTo>
                    <a:pt x="44429" y="52686"/>
                  </a:lnTo>
                  <a:cubicBezTo>
                    <a:pt x="44277" y="52703"/>
                    <a:pt x="44218" y="52711"/>
                    <a:pt x="44142" y="52720"/>
                  </a:cubicBezTo>
                  <a:cubicBezTo>
                    <a:pt x="44066" y="52728"/>
                    <a:pt x="43964" y="52737"/>
                    <a:pt x="43719" y="52745"/>
                  </a:cubicBezTo>
                  <a:cubicBezTo>
                    <a:pt x="43490" y="52787"/>
                    <a:pt x="43736" y="52796"/>
                    <a:pt x="43203" y="52838"/>
                  </a:cubicBezTo>
                  <a:lnTo>
                    <a:pt x="43452" y="52828"/>
                  </a:lnTo>
                  <a:lnTo>
                    <a:pt x="43452" y="52828"/>
                  </a:lnTo>
                  <a:cubicBezTo>
                    <a:pt x="43448" y="52829"/>
                    <a:pt x="43444" y="52829"/>
                    <a:pt x="43440" y="52830"/>
                  </a:cubicBezTo>
                  <a:lnTo>
                    <a:pt x="43467" y="52828"/>
                  </a:lnTo>
                  <a:lnTo>
                    <a:pt x="43467" y="52828"/>
                  </a:lnTo>
                  <a:lnTo>
                    <a:pt x="43452" y="52828"/>
                  </a:lnTo>
                  <a:lnTo>
                    <a:pt x="43452" y="52828"/>
                  </a:lnTo>
                  <a:cubicBezTo>
                    <a:pt x="43717" y="52796"/>
                    <a:pt x="43669" y="52787"/>
                    <a:pt x="43744" y="52762"/>
                  </a:cubicBezTo>
                  <a:cubicBezTo>
                    <a:pt x="44429" y="52711"/>
                    <a:pt x="44607" y="52720"/>
                    <a:pt x="44954" y="52703"/>
                  </a:cubicBezTo>
                  <a:lnTo>
                    <a:pt x="44954" y="52703"/>
                  </a:lnTo>
                  <a:cubicBezTo>
                    <a:pt x="44751" y="52737"/>
                    <a:pt x="44387" y="52771"/>
                    <a:pt x="44522" y="52779"/>
                  </a:cubicBezTo>
                  <a:cubicBezTo>
                    <a:pt x="44184" y="52787"/>
                    <a:pt x="44150" y="52855"/>
                    <a:pt x="43753" y="52855"/>
                  </a:cubicBezTo>
                  <a:lnTo>
                    <a:pt x="43829" y="52838"/>
                  </a:lnTo>
                  <a:lnTo>
                    <a:pt x="43829" y="52838"/>
                  </a:lnTo>
                  <a:cubicBezTo>
                    <a:pt x="43516" y="52881"/>
                    <a:pt x="43465" y="52855"/>
                    <a:pt x="43203" y="52889"/>
                  </a:cubicBezTo>
                  <a:cubicBezTo>
                    <a:pt x="43220" y="52881"/>
                    <a:pt x="43186" y="52881"/>
                    <a:pt x="43152" y="52881"/>
                  </a:cubicBezTo>
                  <a:cubicBezTo>
                    <a:pt x="42577" y="52931"/>
                    <a:pt x="43330" y="52889"/>
                    <a:pt x="42754" y="52948"/>
                  </a:cubicBezTo>
                  <a:cubicBezTo>
                    <a:pt x="42676" y="52953"/>
                    <a:pt x="42617" y="52955"/>
                    <a:pt x="42574" y="52955"/>
                  </a:cubicBezTo>
                  <a:cubicBezTo>
                    <a:pt x="42478" y="52955"/>
                    <a:pt x="42458" y="52946"/>
                    <a:pt x="42458" y="52940"/>
                  </a:cubicBezTo>
                  <a:cubicBezTo>
                    <a:pt x="42467" y="52931"/>
                    <a:pt x="42517" y="52906"/>
                    <a:pt x="42441" y="52906"/>
                  </a:cubicBezTo>
                  <a:cubicBezTo>
                    <a:pt x="43296" y="52830"/>
                    <a:pt x="42424" y="52864"/>
                    <a:pt x="43346" y="52779"/>
                  </a:cubicBezTo>
                  <a:cubicBezTo>
                    <a:pt x="43346" y="52766"/>
                    <a:pt x="43293" y="52761"/>
                    <a:pt x="43200" y="52761"/>
                  </a:cubicBezTo>
                  <a:cubicBezTo>
                    <a:pt x="43049" y="52761"/>
                    <a:pt x="42792" y="52775"/>
                    <a:pt x="42484" y="52796"/>
                  </a:cubicBezTo>
                  <a:cubicBezTo>
                    <a:pt x="42814" y="52796"/>
                    <a:pt x="42281" y="52864"/>
                    <a:pt x="42712" y="52864"/>
                  </a:cubicBezTo>
                  <a:cubicBezTo>
                    <a:pt x="42024" y="52911"/>
                    <a:pt x="42031" y="52966"/>
                    <a:pt x="41357" y="52966"/>
                  </a:cubicBezTo>
                  <a:cubicBezTo>
                    <a:pt x="41317" y="52966"/>
                    <a:pt x="41274" y="52966"/>
                    <a:pt x="41229" y="52965"/>
                  </a:cubicBezTo>
                  <a:lnTo>
                    <a:pt x="41229" y="52965"/>
                  </a:lnTo>
                  <a:cubicBezTo>
                    <a:pt x="41111" y="52974"/>
                    <a:pt x="41002" y="52982"/>
                    <a:pt x="40885" y="52990"/>
                  </a:cubicBezTo>
                  <a:lnTo>
                    <a:pt x="40420" y="52974"/>
                  </a:lnTo>
                  <a:cubicBezTo>
                    <a:pt x="40707" y="52931"/>
                    <a:pt x="41071" y="52965"/>
                    <a:pt x="41299" y="52931"/>
                  </a:cubicBezTo>
                  <a:cubicBezTo>
                    <a:pt x="41183" y="52924"/>
                    <a:pt x="41082" y="52922"/>
                    <a:pt x="40990" y="52922"/>
                  </a:cubicBezTo>
                  <a:cubicBezTo>
                    <a:pt x="40653" y="52922"/>
                    <a:pt x="40431" y="52957"/>
                    <a:pt x="39983" y="52957"/>
                  </a:cubicBezTo>
                  <a:cubicBezTo>
                    <a:pt x="39947" y="52957"/>
                    <a:pt x="39909" y="52957"/>
                    <a:pt x="39870" y="52957"/>
                  </a:cubicBezTo>
                  <a:cubicBezTo>
                    <a:pt x="39320" y="52914"/>
                    <a:pt x="40538" y="52940"/>
                    <a:pt x="40538" y="52906"/>
                  </a:cubicBezTo>
                  <a:lnTo>
                    <a:pt x="40538" y="52906"/>
                  </a:lnTo>
                  <a:cubicBezTo>
                    <a:pt x="40500" y="52908"/>
                    <a:pt x="40462" y="52909"/>
                    <a:pt x="40425" y="52909"/>
                  </a:cubicBezTo>
                  <a:cubicBezTo>
                    <a:pt x="40313" y="52909"/>
                    <a:pt x="40204" y="52900"/>
                    <a:pt x="40090" y="52881"/>
                  </a:cubicBezTo>
                  <a:lnTo>
                    <a:pt x="40090" y="52881"/>
                  </a:lnTo>
                  <a:cubicBezTo>
                    <a:pt x="40197" y="52883"/>
                    <a:pt x="40278" y="52885"/>
                    <a:pt x="40342" y="52885"/>
                  </a:cubicBezTo>
                  <a:cubicBezTo>
                    <a:pt x="40555" y="52885"/>
                    <a:pt x="40587" y="52872"/>
                    <a:pt x="40786" y="52872"/>
                  </a:cubicBezTo>
                  <a:cubicBezTo>
                    <a:pt x="40869" y="52872"/>
                    <a:pt x="40981" y="52874"/>
                    <a:pt x="41147" y="52881"/>
                  </a:cubicBezTo>
                  <a:cubicBezTo>
                    <a:pt x="40817" y="52889"/>
                    <a:pt x="41198" y="52889"/>
                    <a:pt x="41139" y="52906"/>
                  </a:cubicBezTo>
                  <a:cubicBezTo>
                    <a:pt x="41232" y="52889"/>
                    <a:pt x="41875" y="52872"/>
                    <a:pt x="42331" y="52864"/>
                  </a:cubicBezTo>
                  <a:cubicBezTo>
                    <a:pt x="42392" y="52848"/>
                    <a:pt x="42237" y="52845"/>
                    <a:pt x="42041" y="52845"/>
                  </a:cubicBezTo>
                  <a:cubicBezTo>
                    <a:pt x="41910" y="52845"/>
                    <a:pt x="41761" y="52847"/>
                    <a:pt x="41646" y="52847"/>
                  </a:cubicBezTo>
                  <a:cubicBezTo>
                    <a:pt x="41486" y="52862"/>
                    <a:pt x="41325" y="52866"/>
                    <a:pt x="41166" y="52866"/>
                  </a:cubicBezTo>
                  <a:cubicBezTo>
                    <a:pt x="40904" y="52866"/>
                    <a:pt x="40649" y="52854"/>
                    <a:pt x="40418" y="52854"/>
                  </a:cubicBezTo>
                  <a:cubicBezTo>
                    <a:pt x="40315" y="52854"/>
                    <a:pt x="40216" y="52856"/>
                    <a:pt x="40123" y="52864"/>
                  </a:cubicBezTo>
                  <a:cubicBezTo>
                    <a:pt x="39540" y="52864"/>
                    <a:pt x="40081" y="52838"/>
                    <a:pt x="40047" y="52838"/>
                  </a:cubicBezTo>
                  <a:cubicBezTo>
                    <a:pt x="39942" y="52835"/>
                    <a:pt x="39870" y="52833"/>
                    <a:pt x="39821" y="52833"/>
                  </a:cubicBezTo>
                  <a:cubicBezTo>
                    <a:pt x="39623" y="52833"/>
                    <a:pt x="39785" y="52855"/>
                    <a:pt x="39650" y="52855"/>
                  </a:cubicBezTo>
                  <a:cubicBezTo>
                    <a:pt x="38855" y="52847"/>
                    <a:pt x="38770" y="52796"/>
                    <a:pt x="38203" y="52762"/>
                  </a:cubicBezTo>
                  <a:cubicBezTo>
                    <a:pt x="37966" y="52762"/>
                    <a:pt x="37560" y="52745"/>
                    <a:pt x="37120" y="52703"/>
                  </a:cubicBezTo>
                  <a:cubicBezTo>
                    <a:pt x="36672" y="52669"/>
                    <a:pt x="36190" y="52601"/>
                    <a:pt x="35792" y="52568"/>
                  </a:cubicBezTo>
                  <a:cubicBezTo>
                    <a:pt x="35885" y="52559"/>
                    <a:pt x="35784" y="52542"/>
                    <a:pt x="35741" y="52525"/>
                  </a:cubicBezTo>
                  <a:cubicBezTo>
                    <a:pt x="35259" y="52517"/>
                    <a:pt x="35428" y="52508"/>
                    <a:pt x="34836" y="52458"/>
                  </a:cubicBezTo>
                  <a:lnTo>
                    <a:pt x="34836" y="52458"/>
                  </a:lnTo>
                  <a:lnTo>
                    <a:pt x="35335" y="52551"/>
                  </a:lnTo>
                  <a:cubicBezTo>
                    <a:pt x="34929" y="52500"/>
                    <a:pt x="34599" y="52491"/>
                    <a:pt x="34236" y="52407"/>
                  </a:cubicBezTo>
                  <a:lnTo>
                    <a:pt x="34236" y="52407"/>
                  </a:lnTo>
                  <a:cubicBezTo>
                    <a:pt x="34354" y="52436"/>
                    <a:pt x="34373" y="52449"/>
                    <a:pt x="34330" y="52449"/>
                  </a:cubicBezTo>
                  <a:cubicBezTo>
                    <a:pt x="34286" y="52449"/>
                    <a:pt x="34181" y="52436"/>
                    <a:pt x="34050" y="52415"/>
                  </a:cubicBezTo>
                  <a:cubicBezTo>
                    <a:pt x="33796" y="52373"/>
                    <a:pt x="33432" y="52314"/>
                    <a:pt x="33288" y="52297"/>
                  </a:cubicBezTo>
                  <a:cubicBezTo>
                    <a:pt x="33085" y="52255"/>
                    <a:pt x="32874" y="52221"/>
                    <a:pt x="32696" y="52187"/>
                  </a:cubicBezTo>
                  <a:cubicBezTo>
                    <a:pt x="32544" y="52161"/>
                    <a:pt x="32400" y="52128"/>
                    <a:pt x="32248" y="52085"/>
                  </a:cubicBezTo>
                  <a:lnTo>
                    <a:pt x="32248" y="52085"/>
                  </a:lnTo>
                  <a:lnTo>
                    <a:pt x="32307" y="52094"/>
                  </a:lnTo>
                  <a:lnTo>
                    <a:pt x="32307" y="52094"/>
                  </a:lnTo>
                  <a:lnTo>
                    <a:pt x="31715" y="51958"/>
                  </a:lnTo>
                  <a:lnTo>
                    <a:pt x="31799" y="51933"/>
                  </a:lnTo>
                  <a:cubicBezTo>
                    <a:pt x="31468" y="51857"/>
                    <a:pt x="31075" y="51776"/>
                    <a:pt x="31015" y="51776"/>
                  </a:cubicBezTo>
                  <a:cubicBezTo>
                    <a:pt x="31001" y="51776"/>
                    <a:pt x="31005" y="51780"/>
                    <a:pt x="31030" y="51789"/>
                  </a:cubicBezTo>
                  <a:cubicBezTo>
                    <a:pt x="30607" y="51671"/>
                    <a:pt x="30860" y="51730"/>
                    <a:pt x="30801" y="51696"/>
                  </a:cubicBezTo>
                  <a:lnTo>
                    <a:pt x="30801" y="51696"/>
                  </a:lnTo>
                  <a:cubicBezTo>
                    <a:pt x="31082" y="51735"/>
                    <a:pt x="31362" y="51796"/>
                    <a:pt x="31636" y="51871"/>
                  </a:cubicBezTo>
                  <a:lnTo>
                    <a:pt x="31636" y="51871"/>
                  </a:lnTo>
                  <a:cubicBezTo>
                    <a:pt x="31612" y="51866"/>
                    <a:pt x="31588" y="51861"/>
                    <a:pt x="31563" y="51857"/>
                  </a:cubicBezTo>
                  <a:lnTo>
                    <a:pt x="31563" y="51857"/>
                  </a:lnTo>
                  <a:cubicBezTo>
                    <a:pt x="31608" y="51867"/>
                    <a:pt x="31650" y="51877"/>
                    <a:pt x="31689" y="51886"/>
                  </a:cubicBezTo>
                  <a:lnTo>
                    <a:pt x="31689" y="51886"/>
                  </a:lnTo>
                  <a:cubicBezTo>
                    <a:pt x="31695" y="51887"/>
                    <a:pt x="31700" y="51889"/>
                    <a:pt x="31706" y="51891"/>
                  </a:cubicBezTo>
                  <a:cubicBezTo>
                    <a:pt x="31703" y="51890"/>
                    <a:pt x="31699" y="51888"/>
                    <a:pt x="31696" y="51887"/>
                  </a:cubicBezTo>
                  <a:lnTo>
                    <a:pt x="31696" y="51887"/>
                  </a:lnTo>
                  <a:cubicBezTo>
                    <a:pt x="32031" y="51963"/>
                    <a:pt x="32154" y="51983"/>
                    <a:pt x="32203" y="51983"/>
                  </a:cubicBezTo>
                  <a:cubicBezTo>
                    <a:pt x="32255" y="51983"/>
                    <a:pt x="32222" y="51960"/>
                    <a:pt x="32273" y="51960"/>
                  </a:cubicBezTo>
                  <a:cubicBezTo>
                    <a:pt x="32303" y="51960"/>
                    <a:pt x="32362" y="51968"/>
                    <a:pt x="32485" y="51992"/>
                  </a:cubicBezTo>
                  <a:cubicBezTo>
                    <a:pt x="32197" y="51925"/>
                    <a:pt x="31994" y="51857"/>
                    <a:pt x="31681" y="51806"/>
                  </a:cubicBezTo>
                  <a:cubicBezTo>
                    <a:pt x="31566" y="51786"/>
                    <a:pt x="31177" y="51701"/>
                    <a:pt x="30874" y="51638"/>
                  </a:cubicBezTo>
                  <a:lnTo>
                    <a:pt x="30874" y="51638"/>
                  </a:lnTo>
                  <a:cubicBezTo>
                    <a:pt x="31149" y="51700"/>
                    <a:pt x="31325" y="51763"/>
                    <a:pt x="31579" y="51832"/>
                  </a:cubicBezTo>
                  <a:cubicBezTo>
                    <a:pt x="31309" y="51772"/>
                    <a:pt x="31266" y="51781"/>
                    <a:pt x="31038" y="51713"/>
                  </a:cubicBezTo>
                  <a:lnTo>
                    <a:pt x="31038" y="51713"/>
                  </a:lnTo>
                  <a:lnTo>
                    <a:pt x="31114" y="51722"/>
                  </a:lnTo>
                  <a:lnTo>
                    <a:pt x="30818" y="51662"/>
                  </a:lnTo>
                  <a:cubicBezTo>
                    <a:pt x="30790" y="51635"/>
                    <a:pt x="30280" y="51516"/>
                    <a:pt x="30343" y="51516"/>
                  </a:cubicBezTo>
                  <a:cubicBezTo>
                    <a:pt x="30357" y="51516"/>
                    <a:pt x="30399" y="51522"/>
                    <a:pt x="30480" y="51535"/>
                  </a:cubicBezTo>
                  <a:cubicBezTo>
                    <a:pt x="30281" y="51489"/>
                    <a:pt x="30245" y="51489"/>
                    <a:pt x="30214" y="51489"/>
                  </a:cubicBezTo>
                  <a:cubicBezTo>
                    <a:pt x="30184" y="51489"/>
                    <a:pt x="30158" y="51489"/>
                    <a:pt x="29981" y="51442"/>
                  </a:cubicBezTo>
                  <a:lnTo>
                    <a:pt x="29981" y="51442"/>
                  </a:lnTo>
                  <a:cubicBezTo>
                    <a:pt x="30209" y="51510"/>
                    <a:pt x="30446" y="51569"/>
                    <a:pt x="30683" y="51629"/>
                  </a:cubicBezTo>
                  <a:lnTo>
                    <a:pt x="30666" y="51654"/>
                  </a:lnTo>
                  <a:cubicBezTo>
                    <a:pt x="30395" y="51612"/>
                    <a:pt x="30344" y="51578"/>
                    <a:pt x="30057" y="51510"/>
                  </a:cubicBezTo>
                  <a:lnTo>
                    <a:pt x="30057" y="51510"/>
                  </a:lnTo>
                  <a:lnTo>
                    <a:pt x="30074" y="51544"/>
                  </a:lnTo>
                  <a:lnTo>
                    <a:pt x="30074" y="51544"/>
                  </a:lnTo>
                  <a:lnTo>
                    <a:pt x="29575" y="51375"/>
                  </a:lnTo>
                  <a:lnTo>
                    <a:pt x="29575" y="51375"/>
                  </a:lnTo>
                  <a:cubicBezTo>
                    <a:pt x="29583" y="51381"/>
                    <a:pt x="29582" y="51384"/>
                    <a:pt x="29574" y="51384"/>
                  </a:cubicBezTo>
                  <a:cubicBezTo>
                    <a:pt x="29524" y="51384"/>
                    <a:pt x="29230" y="51295"/>
                    <a:pt x="29143" y="51273"/>
                  </a:cubicBezTo>
                  <a:cubicBezTo>
                    <a:pt x="28877" y="51182"/>
                    <a:pt x="29053" y="51188"/>
                    <a:pt x="28607" y="51084"/>
                  </a:cubicBezTo>
                  <a:lnTo>
                    <a:pt x="28607" y="51084"/>
                  </a:lnTo>
                  <a:cubicBezTo>
                    <a:pt x="28343" y="51010"/>
                    <a:pt x="28182" y="50967"/>
                    <a:pt x="27807" y="50842"/>
                  </a:cubicBezTo>
                  <a:cubicBezTo>
                    <a:pt x="27832" y="50842"/>
                    <a:pt x="27942" y="50876"/>
                    <a:pt x="27993" y="50884"/>
                  </a:cubicBezTo>
                  <a:cubicBezTo>
                    <a:pt x="27460" y="50715"/>
                    <a:pt x="26605" y="50444"/>
                    <a:pt x="26377" y="50326"/>
                  </a:cubicBezTo>
                  <a:cubicBezTo>
                    <a:pt x="26379" y="50325"/>
                    <a:pt x="26382" y="50325"/>
                    <a:pt x="26385" y="50325"/>
                  </a:cubicBezTo>
                  <a:cubicBezTo>
                    <a:pt x="26442" y="50325"/>
                    <a:pt x="26605" y="50387"/>
                    <a:pt x="26653" y="50387"/>
                  </a:cubicBezTo>
                  <a:cubicBezTo>
                    <a:pt x="26658" y="50387"/>
                    <a:pt x="26662" y="50387"/>
                    <a:pt x="26665" y="50385"/>
                  </a:cubicBezTo>
                  <a:cubicBezTo>
                    <a:pt x="27460" y="50706"/>
                    <a:pt x="27240" y="50546"/>
                    <a:pt x="28204" y="50876"/>
                  </a:cubicBezTo>
                  <a:cubicBezTo>
                    <a:pt x="28213" y="50909"/>
                    <a:pt x="28424" y="50960"/>
                    <a:pt x="28644" y="51028"/>
                  </a:cubicBezTo>
                  <a:cubicBezTo>
                    <a:pt x="28872" y="51096"/>
                    <a:pt x="29118" y="51146"/>
                    <a:pt x="29202" y="51197"/>
                  </a:cubicBezTo>
                  <a:cubicBezTo>
                    <a:pt x="28846" y="51104"/>
                    <a:pt x="28389" y="50983"/>
                    <a:pt x="28361" y="50983"/>
                  </a:cubicBezTo>
                  <a:cubicBezTo>
                    <a:pt x="28359" y="50983"/>
                    <a:pt x="28360" y="50984"/>
                    <a:pt x="28365" y="50986"/>
                  </a:cubicBezTo>
                  <a:cubicBezTo>
                    <a:pt x="28720" y="51096"/>
                    <a:pt x="29211" y="51231"/>
                    <a:pt x="29456" y="51307"/>
                  </a:cubicBezTo>
                  <a:cubicBezTo>
                    <a:pt x="29305" y="51253"/>
                    <a:pt x="29305" y="51228"/>
                    <a:pt x="29377" y="51228"/>
                  </a:cubicBezTo>
                  <a:cubicBezTo>
                    <a:pt x="29405" y="51228"/>
                    <a:pt x="29444" y="51232"/>
                    <a:pt x="29490" y="51239"/>
                  </a:cubicBezTo>
                  <a:cubicBezTo>
                    <a:pt x="29202" y="51163"/>
                    <a:pt x="28805" y="51053"/>
                    <a:pt x="28382" y="50901"/>
                  </a:cubicBezTo>
                  <a:cubicBezTo>
                    <a:pt x="27959" y="50757"/>
                    <a:pt x="27502" y="50613"/>
                    <a:pt x="27113" y="50461"/>
                  </a:cubicBezTo>
                  <a:lnTo>
                    <a:pt x="27113" y="50461"/>
                  </a:lnTo>
                  <a:lnTo>
                    <a:pt x="27189" y="50529"/>
                  </a:lnTo>
                  <a:cubicBezTo>
                    <a:pt x="26885" y="50436"/>
                    <a:pt x="26864" y="50425"/>
                    <a:pt x="26892" y="50425"/>
                  </a:cubicBezTo>
                  <a:cubicBezTo>
                    <a:pt x="26901" y="50425"/>
                    <a:pt x="26915" y="50426"/>
                    <a:pt x="26927" y="50426"/>
                  </a:cubicBezTo>
                  <a:cubicBezTo>
                    <a:pt x="26960" y="50426"/>
                    <a:pt x="26968" y="50416"/>
                    <a:pt x="26749" y="50334"/>
                  </a:cubicBezTo>
                  <a:lnTo>
                    <a:pt x="26504" y="50275"/>
                  </a:lnTo>
                  <a:lnTo>
                    <a:pt x="26470" y="50267"/>
                  </a:lnTo>
                  <a:cubicBezTo>
                    <a:pt x="26335" y="50233"/>
                    <a:pt x="26199" y="50199"/>
                    <a:pt x="26072" y="50157"/>
                  </a:cubicBezTo>
                  <a:lnTo>
                    <a:pt x="26072" y="50157"/>
                  </a:lnTo>
                  <a:cubicBezTo>
                    <a:pt x="26343" y="50258"/>
                    <a:pt x="26225" y="50182"/>
                    <a:pt x="26529" y="50309"/>
                  </a:cubicBezTo>
                  <a:cubicBezTo>
                    <a:pt x="26628" y="50347"/>
                    <a:pt x="26649" y="50359"/>
                    <a:pt x="26632" y="50359"/>
                  </a:cubicBezTo>
                  <a:cubicBezTo>
                    <a:pt x="26604" y="50359"/>
                    <a:pt x="26472" y="50326"/>
                    <a:pt x="26419" y="50326"/>
                  </a:cubicBezTo>
                  <a:cubicBezTo>
                    <a:pt x="26279" y="50266"/>
                    <a:pt x="25842" y="50100"/>
                    <a:pt x="25866" y="50100"/>
                  </a:cubicBezTo>
                  <a:cubicBezTo>
                    <a:pt x="25873" y="50100"/>
                    <a:pt x="25911" y="50111"/>
                    <a:pt x="25996" y="50140"/>
                  </a:cubicBezTo>
                  <a:lnTo>
                    <a:pt x="25269" y="49894"/>
                  </a:lnTo>
                  <a:lnTo>
                    <a:pt x="25269" y="49894"/>
                  </a:lnTo>
                  <a:cubicBezTo>
                    <a:pt x="25329" y="49907"/>
                    <a:pt x="25390" y="49919"/>
                    <a:pt x="25448" y="49937"/>
                  </a:cubicBezTo>
                  <a:lnTo>
                    <a:pt x="25448" y="49937"/>
                  </a:lnTo>
                  <a:lnTo>
                    <a:pt x="24998" y="49767"/>
                  </a:lnTo>
                  <a:lnTo>
                    <a:pt x="25015" y="49767"/>
                  </a:lnTo>
                  <a:cubicBezTo>
                    <a:pt x="24803" y="49691"/>
                    <a:pt x="24558" y="49590"/>
                    <a:pt x="24330" y="49488"/>
                  </a:cubicBezTo>
                  <a:cubicBezTo>
                    <a:pt x="24093" y="49395"/>
                    <a:pt x="23864" y="49311"/>
                    <a:pt x="23704" y="49251"/>
                  </a:cubicBezTo>
                  <a:lnTo>
                    <a:pt x="23704" y="49251"/>
                  </a:lnTo>
                  <a:cubicBezTo>
                    <a:pt x="23892" y="49340"/>
                    <a:pt x="23950" y="49371"/>
                    <a:pt x="23938" y="49371"/>
                  </a:cubicBezTo>
                  <a:cubicBezTo>
                    <a:pt x="23906" y="49371"/>
                    <a:pt x="23428" y="49173"/>
                    <a:pt x="23414" y="49173"/>
                  </a:cubicBezTo>
                  <a:lnTo>
                    <a:pt x="23414" y="49173"/>
                  </a:lnTo>
                  <a:cubicBezTo>
                    <a:pt x="23413" y="49173"/>
                    <a:pt x="23414" y="49174"/>
                    <a:pt x="23416" y="49175"/>
                  </a:cubicBezTo>
                  <a:cubicBezTo>
                    <a:pt x="23277" y="49108"/>
                    <a:pt x="23201" y="49049"/>
                    <a:pt x="23257" y="49049"/>
                  </a:cubicBezTo>
                  <a:cubicBezTo>
                    <a:pt x="23301" y="49049"/>
                    <a:pt x="23422" y="49084"/>
                    <a:pt x="23653" y="49175"/>
                  </a:cubicBezTo>
                  <a:cubicBezTo>
                    <a:pt x="23788" y="49260"/>
                    <a:pt x="24169" y="49395"/>
                    <a:pt x="24431" y="49505"/>
                  </a:cubicBezTo>
                  <a:cubicBezTo>
                    <a:pt x="24093" y="49344"/>
                    <a:pt x="23974" y="49311"/>
                    <a:pt x="23704" y="49201"/>
                  </a:cubicBezTo>
                  <a:lnTo>
                    <a:pt x="23704" y="49201"/>
                  </a:lnTo>
                  <a:cubicBezTo>
                    <a:pt x="23729" y="49209"/>
                    <a:pt x="23742" y="49213"/>
                    <a:pt x="23746" y="49213"/>
                  </a:cubicBezTo>
                  <a:cubicBezTo>
                    <a:pt x="23759" y="49213"/>
                    <a:pt x="23687" y="49178"/>
                    <a:pt x="23611" y="49133"/>
                  </a:cubicBezTo>
                  <a:cubicBezTo>
                    <a:pt x="23526" y="49099"/>
                    <a:pt x="23441" y="49057"/>
                    <a:pt x="23374" y="49006"/>
                  </a:cubicBezTo>
                  <a:lnTo>
                    <a:pt x="23374" y="49006"/>
                  </a:lnTo>
                  <a:cubicBezTo>
                    <a:pt x="23451" y="49026"/>
                    <a:pt x="23529" y="49050"/>
                    <a:pt x="23606" y="49080"/>
                  </a:cubicBezTo>
                  <a:lnTo>
                    <a:pt x="23606" y="49080"/>
                  </a:lnTo>
                  <a:lnTo>
                    <a:pt x="23551" y="49057"/>
                  </a:lnTo>
                  <a:lnTo>
                    <a:pt x="23171" y="48888"/>
                  </a:lnTo>
                  <a:cubicBezTo>
                    <a:pt x="23044" y="48888"/>
                    <a:pt x="22790" y="48803"/>
                    <a:pt x="22562" y="48761"/>
                  </a:cubicBezTo>
                  <a:cubicBezTo>
                    <a:pt x="22206" y="48600"/>
                    <a:pt x="21860" y="48414"/>
                    <a:pt x="21504" y="48228"/>
                  </a:cubicBezTo>
                  <a:cubicBezTo>
                    <a:pt x="21327" y="48135"/>
                    <a:pt x="21149" y="48042"/>
                    <a:pt x="20971" y="47949"/>
                  </a:cubicBezTo>
                  <a:lnTo>
                    <a:pt x="20454" y="47648"/>
                  </a:lnTo>
                  <a:lnTo>
                    <a:pt x="20454" y="47648"/>
                  </a:lnTo>
                  <a:cubicBezTo>
                    <a:pt x="20452" y="47649"/>
                    <a:pt x="20449" y="47650"/>
                    <a:pt x="20445" y="47650"/>
                  </a:cubicBezTo>
                  <a:cubicBezTo>
                    <a:pt x="20437" y="47650"/>
                    <a:pt x="20427" y="47648"/>
                    <a:pt x="20413" y="47644"/>
                  </a:cubicBezTo>
                  <a:cubicBezTo>
                    <a:pt x="20218" y="47517"/>
                    <a:pt x="19838" y="47323"/>
                    <a:pt x="19863" y="47306"/>
                  </a:cubicBezTo>
                  <a:cubicBezTo>
                    <a:pt x="19661" y="47216"/>
                    <a:pt x="19156" y="46935"/>
                    <a:pt x="19111" y="46935"/>
                  </a:cubicBezTo>
                  <a:cubicBezTo>
                    <a:pt x="19105" y="46935"/>
                    <a:pt x="19107" y="46940"/>
                    <a:pt x="19119" y="46950"/>
                  </a:cubicBezTo>
                  <a:lnTo>
                    <a:pt x="19043" y="46900"/>
                  </a:lnTo>
                  <a:cubicBezTo>
                    <a:pt x="18924" y="46815"/>
                    <a:pt x="18763" y="46714"/>
                    <a:pt x="18560" y="46561"/>
                  </a:cubicBezTo>
                  <a:cubicBezTo>
                    <a:pt x="18357" y="46418"/>
                    <a:pt x="18104" y="46240"/>
                    <a:pt x="17765" y="46020"/>
                  </a:cubicBezTo>
                  <a:cubicBezTo>
                    <a:pt x="17691" y="45970"/>
                    <a:pt x="17649" y="45950"/>
                    <a:pt x="17630" y="45950"/>
                  </a:cubicBezTo>
                  <a:cubicBezTo>
                    <a:pt x="17616" y="45950"/>
                    <a:pt x="17614" y="45960"/>
                    <a:pt x="17621" y="45978"/>
                  </a:cubicBezTo>
                  <a:lnTo>
                    <a:pt x="17418" y="45834"/>
                  </a:lnTo>
                  <a:cubicBezTo>
                    <a:pt x="17351" y="45783"/>
                    <a:pt x="17292" y="45732"/>
                    <a:pt x="17224" y="45690"/>
                  </a:cubicBezTo>
                  <a:lnTo>
                    <a:pt x="17224" y="45690"/>
                  </a:lnTo>
                  <a:cubicBezTo>
                    <a:pt x="17331" y="45748"/>
                    <a:pt x="17398" y="45781"/>
                    <a:pt x="17588" y="45900"/>
                  </a:cubicBezTo>
                  <a:lnTo>
                    <a:pt x="17588" y="45900"/>
                  </a:lnTo>
                  <a:cubicBezTo>
                    <a:pt x="17417" y="45792"/>
                    <a:pt x="17261" y="45669"/>
                    <a:pt x="17097" y="45555"/>
                  </a:cubicBezTo>
                  <a:lnTo>
                    <a:pt x="16589" y="45191"/>
                  </a:lnTo>
                  <a:lnTo>
                    <a:pt x="16589" y="45191"/>
                  </a:lnTo>
                  <a:lnTo>
                    <a:pt x="16674" y="45233"/>
                  </a:lnTo>
                  <a:cubicBezTo>
                    <a:pt x="16539" y="45140"/>
                    <a:pt x="16395" y="45056"/>
                    <a:pt x="16259" y="44963"/>
                  </a:cubicBezTo>
                  <a:lnTo>
                    <a:pt x="16259" y="44963"/>
                  </a:lnTo>
                  <a:cubicBezTo>
                    <a:pt x="16473" y="45113"/>
                    <a:pt x="16799" y="45338"/>
                    <a:pt x="16749" y="45338"/>
                  </a:cubicBezTo>
                  <a:cubicBezTo>
                    <a:pt x="16745" y="45338"/>
                    <a:pt x="16740" y="45337"/>
                    <a:pt x="16733" y="45335"/>
                  </a:cubicBezTo>
                  <a:cubicBezTo>
                    <a:pt x="16268" y="45030"/>
                    <a:pt x="16031" y="44810"/>
                    <a:pt x="15633" y="44556"/>
                  </a:cubicBezTo>
                  <a:cubicBezTo>
                    <a:pt x="15659" y="44525"/>
                    <a:pt x="15595" y="44461"/>
                    <a:pt x="15619" y="44461"/>
                  </a:cubicBezTo>
                  <a:cubicBezTo>
                    <a:pt x="15628" y="44461"/>
                    <a:pt x="15647" y="44469"/>
                    <a:pt x="15684" y="44489"/>
                  </a:cubicBezTo>
                  <a:lnTo>
                    <a:pt x="15727" y="44523"/>
                  </a:lnTo>
                  <a:cubicBezTo>
                    <a:pt x="15887" y="44607"/>
                    <a:pt x="16200" y="44819"/>
                    <a:pt x="16446" y="44979"/>
                  </a:cubicBezTo>
                  <a:lnTo>
                    <a:pt x="15743" y="44447"/>
                  </a:lnTo>
                  <a:lnTo>
                    <a:pt x="15515" y="44252"/>
                  </a:lnTo>
                  <a:cubicBezTo>
                    <a:pt x="15422" y="44184"/>
                    <a:pt x="15304" y="44091"/>
                    <a:pt x="15126" y="43939"/>
                  </a:cubicBezTo>
                  <a:cubicBezTo>
                    <a:pt x="15124" y="43935"/>
                    <a:pt x="15124" y="43933"/>
                    <a:pt x="15127" y="43933"/>
                  </a:cubicBezTo>
                  <a:cubicBezTo>
                    <a:pt x="15145" y="43933"/>
                    <a:pt x="15288" y="44044"/>
                    <a:pt x="15430" y="44142"/>
                  </a:cubicBezTo>
                  <a:cubicBezTo>
                    <a:pt x="15549" y="44227"/>
                    <a:pt x="15662" y="44308"/>
                    <a:pt x="15671" y="44308"/>
                  </a:cubicBezTo>
                  <a:cubicBezTo>
                    <a:pt x="15673" y="44308"/>
                    <a:pt x="15667" y="44301"/>
                    <a:pt x="15650" y="44286"/>
                  </a:cubicBezTo>
                  <a:lnTo>
                    <a:pt x="15650" y="44286"/>
                  </a:lnTo>
                  <a:lnTo>
                    <a:pt x="16270" y="44780"/>
                  </a:lnTo>
                  <a:lnTo>
                    <a:pt x="16270" y="44780"/>
                  </a:lnTo>
                  <a:cubicBezTo>
                    <a:pt x="16224" y="44745"/>
                    <a:pt x="16176" y="44714"/>
                    <a:pt x="16133" y="44683"/>
                  </a:cubicBezTo>
                  <a:lnTo>
                    <a:pt x="16133" y="44683"/>
                  </a:lnTo>
                  <a:lnTo>
                    <a:pt x="16306" y="44809"/>
                  </a:lnTo>
                  <a:lnTo>
                    <a:pt x="16306" y="44809"/>
                  </a:lnTo>
                  <a:lnTo>
                    <a:pt x="16319" y="44819"/>
                  </a:lnTo>
                  <a:cubicBezTo>
                    <a:pt x="16316" y="44817"/>
                    <a:pt x="16314" y="44814"/>
                    <a:pt x="16311" y="44812"/>
                  </a:cubicBezTo>
                  <a:lnTo>
                    <a:pt x="16311" y="44812"/>
                  </a:lnTo>
                  <a:lnTo>
                    <a:pt x="16437" y="44903"/>
                  </a:lnTo>
                  <a:lnTo>
                    <a:pt x="16674" y="45081"/>
                  </a:lnTo>
                  <a:cubicBezTo>
                    <a:pt x="16826" y="45174"/>
                    <a:pt x="16962" y="45276"/>
                    <a:pt x="17148" y="45386"/>
                  </a:cubicBezTo>
                  <a:cubicBezTo>
                    <a:pt x="17189" y="45419"/>
                    <a:pt x="17202" y="45432"/>
                    <a:pt x="17197" y="45432"/>
                  </a:cubicBezTo>
                  <a:cubicBezTo>
                    <a:pt x="17183" y="45432"/>
                    <a:pt x="16973" y="45289"/>
                    <a:pt x="16968" y="45289"/>
                  </a:cubicBezTo>
                  <a:lnTo>
                    <a:pt x="16968" y="45289"/>
                  </a:lnTo>
                  <a:cubicBezTo>
                    <a:pt x="16966" y="45289"/>
                    <a:pt x="16983" y="45301"/>
                    <a:pt x="17029" y="45335"/>
                  </a:cubicBezTo>
                  <a:cubicBezTo>
                    <a:pt x="16852" y="45216"/>
                    <a:pt x="16666" y="45115"/>
                    <a:pt x="16471" y="45022"/>
                  </a:cubicBezTo>
                  <a:lnTo>
                    <a:pt x="16471" y="45022"/>
                  </a:lnTo>
                  <a:cubicBezTo>
                    <a:pt x="17012" y="45419"/>
                    <a:pt x="16809" y="45208"/>
                    <a:pt x="17275" y="45529"/>
                  </a:cubicBezTo>
                  <a:cubicBezTo>
                    <a:pt x="17393" y="45614"/>
                    <a:pt x="17503" y="45707"/>
                    <a:pt x="17613" y="45792"/>
                  </a:cubicBezTo>
                  <a:cubicBezTo>
                    <a:pt x="17669" y="45826"/>
                    <a:pt x="17693" y="45839"/>
                    <a:pt x="17697" y="45839"/>
                  </a:cubicBezTo>
                  <a:cubicBezTo>
                    <a:pt x="17708" y="45839"/>
                    <a:pt x="17552" y="45728"/>
                    <a:pt x="17545" y="45715"/>
                  </a:cubicBezTo>
                  <a:lnTo>
                    <a:pt x="17545" y="45715"/>
                  </a:lnTo>
                  <a:cubicBezTo>
                    <a:pt x="17816" y="45885"/>
                    <a:pt x="17901" y="45961"/>
                    <a:pt x="18095" y="46096"/>
                  </a:cubicBezTo>
                  <a:cubicBezTo>
                    <a:pt x="18047" y="46056"/>
                    <a:pt x="17928" y="45969"/>
                    <a:pt x="17948" y="45969"/>
                  </a:cubicBezTo>
                  <a:cubicBezTo>
                    <a:pt x="17949" y="45969"/>
                    <a:pt x="17950" y="45969"/>
                    <a:pt x="17951" y="45969"/>
                  </a:cubicBezTo>
                  <a:cubicBezTo>
                    <a:pt x="18121" y="46088"/>
                    <a:pt x="18273" y="46198"/>
                    <a:pt x="18434" y="46308"/>
                  </a:cubicBezTo>
                  <a:cubicBezTo>
                    <a:pt x="18510" y="46367"/>
                    <a:pt x="18586" y="46409"/>
                    <a:pt x="18670" y="46468"/>
                  </a:cubicBezTo>
                  <a:cubicBezTo>
                    <a:pt x="18747" y="46528"/>
                    <a:pt x="18823" y="46578"/>
                    <a:pt x="18890" y="46629"/>
                  </a:cubicBezTo>
                  <a:cubicBezTo>
                    <a:pt x="18853" y="46601"/>
                    <a:pt x="18844" y="46589"/>
                    <a:pt x="18854" y="46589"/>
                  </a:cubicBezTo>
                  <a:cubicBezTo>
                    <a:pt x="18889" y="46589"/>
                    <a:pt x="19159" y="46731"/>
                    <a:pt x="19271" y="46790"/>
                  </a:cubicBezTo>
                  <a:cubicBezTo>
                    <a:pt x="19068" y="46654"/>
                    <a:pt x="18857" y="46519"/>
                    <a:pt x="18653" y="46367"/>
                  </a:cubicBezTo>
                  <a:cubicBezTo>
                    <a:pt x="18247" y="46113"/>
                    <a:pt x="17918" y="45910"/>
                    <a:pt x="17596" y="45682"/>
                  </a:cubicBezTo>
                  <a:cubicBezTo>
                    <a:pt x="17266" y="45462"/>
                    <a:pt x="16936" y="45225"/>
                    <a:pt x="16513" y="44937"/>
                  </a:cubicBezTo>
                  <a:lnTo>
                    <a:pt x="16513" y="44937"/>
                  </a:lnTo>
                  <a:lnTo>
                    <a:pt x="16572" y="44954"/>
                  </a:lnTo>
                  <a:cubicBezTo>
                    <a:pt x="15304" y="43947"/>
                    <a:pt x="15447" y="44218"/>
                    <a:pt x="14373" y="43338"/>
                  </a:cubicBezTo>
                  <a:cubicBezTo>
                    <a:pt x="14373" y="43304"/>
                    <a:pt x="14246" y="43211"/>
                    <a:pt x="14136" y="43110"/>
                  </a:cubicBezTo>
                  <a:cubicBezTo>
                    <a:pt x="14018" y="43017"/>
                    <a:pt x="13916" y="42924"/>
                    <a:pt x="13950" y="42924"/>
                  </a:cubicBezTo>
                  <a:cubicBezTo>
                    <a:pt x="14118" y="43073"/>
                    <a:pt x="14178" y="43123"/>
                    <a:pt x="14187" y="43123"/>
                  </a:cubicBezTo>
                  <a:cubicBezTo>
                    <a:pt x="14195" y="43123"/>
                    <a:pt x="14163" y="43086"/>
                    <a:pt x="14128" y="43042"/>
                  </a:cubicBezTo>
                  <a:cubicBezTo>
                    <a:pt x="13899" y="42873"/>
                    <a:pt x="13671" y="42687"/>
                    <a:pt x="13459" y="42492"/>
                  </a:cubicBezTo>
                  <a:lnTo>
                    <a:pt x="13459" y="42492"/>
                  </a:lnTo>
                  <a:cubicBezTo>
                    <a:pt x="13483" y="42509"/>
                    <a:pt x="13495" y="42515"/>
                    <a:pt x="13499" y="42515"/>
                  </a:cubicBezTo>
                  <a:cubicBezTo>
                    <a:pt x="13513" y="42515"/>
                    <a:pt x="13468" y="42464"/>
                    <a:pt x="13479" y="42464"/>
                  </a:cubicBezTo>
                  <a:cubicBezTo>
                    <a:pt x="13487" y="42464"/>
                    <a:pt x="13528" y="42495"/>
                    <a:pt x="13654" y="42602"/>
                  </a:cubicBezTo>
                  <a:cubicBezTo>
                    <a:pt x="13180" y="42179"/>
                    <a:pt x="12935" y="41934"/>
                    <a:pt x="12673" y="41740"/>
                  </a:cubicBezTo>
                  <a:cubicBezTo>
                    <a:pt x="11903" y="41046"/>
                    <a:pt x="12470" y="41503"/>
                    <a:pt x="11742" y="40784"/>
                  </a:cubicBezTo>
                  <a:lnTo>
                    <a:pt x="11742" y="40784"/>
                  </a:lnTo>
                  <a:lnTo>
                    <a:pt x="11861" y="40877"/>
                  </a:lnTo>
                  <a:lnTo>
                    <a:pt x="11412" y="40428"/>
                  </a:lnTo>
                  <a:lnTo>
                    <a:pt x="11505" y="40606"/>
                  </a:lnTo>
                  <a:cubicBezTo>
                    <a:pt x="11319" y="40428"/>
                    <a:pt x="11142" y="40259"/>
                    <a:pt x="10964" y="40073"/>
                  </a:cubicBezTo>
                  <a:cubicBezTo>
                    <a:pt x="10881" y="39988"/>
                    <a:pt x="10848" y="39957"/>
                    <a:pt x="10844" y="39957"/>
                  </a:cubicBezTo>
                  <a:lnTo>
                    <a:pt x="10844" y="39957"/>
                  </a:lnTo>
                  <a:cubicBezTo>
                    <a:pt x="10833" y="39957"/>
                    <a:pt x="11040" y="40193"/>
                    <a:pt x="11027" y="40193"/>
                  </a:cubicBezTo>
                  <a:cubicBezTo>
                    <a:pt x="11026" y="40193"/>
                    <a:pt x="11025" y="40193"/>
                    <a:pt x="11023" y="40191"/>
                  </a:cubicBezTo>
                  <a:lnTo>
                    <a:pt x="11023" y="40191"/>
                  </a:lnTo>
                  <a:lnTo>
                    <a:pt x="11150" y="40293"/>
                  </a:lnTo>
                  <a:cubicBezTo>
                    <a:pt x="11353" y="40513"/>
                    <a:pt x="11674" y="40809"/>
                    <a:pt x="11708" y="40868"/>
                  </a:cubicBezTo>
                  <a:cubicBezTo>
                    <a:pt x="11573" y="40724"/>
                    <a:pt x="11429" y="40597"/>
                    <a:pt x="11277" y="40479"/>
                  </a:cubicBezTo>
                  <a:lnTo>
                    <a:pt x="11277" y="40479"/>
                  </a:lnTo>
                  <a:lnTo>
                    <a:pt x="11615" y="40817"/>
                  </a:lnTo>
                  <a:lnTo>
                    <a:pt x="11708" y="40944"/>
                  </a:lnTo>
                  <a:cubicBezTo>
                    <a:pt x="11878" y="41114"/>
                    <a:pt x="12013" y="41266"/>
                    <a:pt x="12148" y="41393"/>
                  </a:cubicBezTo>
                  <a:cubicBezTo>
                    <a:pt x="12284" y="41520"/>
                    <a:pt x="12410" y="41630"/>
                    <a:pt x="12520" y="41714"/>
                  </a:cubicBezTo>
                  <a:cubicBezTo>
                    <a:pt x="12385" y="41570"/>
                    <a:pt x="12275" y="41511"/>
                    <a:pt x="12157" y="41376"/>
                  </a:cubicBezTo>
                  <a:lnTo>
                    <a:pt x="12157" y="41376"/>
                  </a:lnTo>
                  <a:cubicBezTo>
                    <a:pt x="12351" y="41511"/>
                    <a:pt x="12774" y="41917"/>
                    <a:pt x="13197" y="42298"/>
                  </a:cubicBezTo>
                  <a:cubicBezTo>
                    <a:pt x="13204" y="42312"/>
                    <a:pt x="13303" y="42400"/>
                    <a:pt x="13291" y="42400"/>
                  </a:cubicBezTo>
                  <a:cubicBezTo>
                    <a:pt x="13289" y="42400"/>
                    <a:pt x="13283" y="42397"/>
                    <a:pt x="13273" y="42391"/>
                  </a:cubicBezTo>
                  <a:cubicBezTo>
                    <a:pt x="13265" y="42391"/>
                    <a:pt x="13189" y="42323"/>
                    <a:pt x="13146" y="42289"/>
                  </a:cubicBezTo>
                  <a:lnTo>
                    <a:pt x="13146" y="42289"/>
                  </a:lnTo>
                  <a:cubicBezTo>
                    <a:pt x="13149" y="42292"/>
                    <a:pt x="13150" y="42293"/>
                    <a:pt x="13149" y="42293"/>
                  </a:cubicBezTo>
                  <a:cubicBezTo>
                    <a:pt x="13145" y="42293"/>
                    <a:pt x="13103" y="42264"/>
                    <a:pt x="13096" y="42264"/>
                  </a:cubicBezTo>
                  <a:cubicBezTo>
                    <a:pt x="13087" y="42264"/>
                    <a:pt x="13121" y="42306"/>
                    <a:pt x="13324" y="42484"/>
                  </a:cubicBezTo>
                  <a:cubicBezTo>
                    <a:pt x="13166" y="42384"/>
                    <a:pt x="12845" y="42145"/>
                    <a:pt x="12842" y="42145"/>
                  </a:cubicBezTo>
                  <a:lnTo>
                    <a:pt x="12842" y="42145"/>
                  </a:lnTo>
                  <a:cubicBezTo>
                    <a:pt x="12842" y="42145"/>
                    <a:pt x="12842" y="42145"/>
                    <a:pt x="12842" y="42146"/>
                  </a:cubicBezTo>
                  <a:cubicBezTo>
                    <a:pt x="12614" y="41934"/>
                    <a:pt x="12293" y="41639"/>
                    <a:pt x="12115" y="41453"/>
                  </a:cubicBezTo>
                  <a:lnTo>
                    <a:pt x="12115" y="41453"/>
                  </a:lnTo>
                  <a:cubicBezTo>
                    <a:pt x="11915" y="41253"/>
                    <a:pt x="11522" y="40875"/>
                    <a:pt x="11505" y="40826"/>
                  </a:cubicBezTo>
                  <a:cubicBezTo>
                    <a:pt x="11426" y="40747"/>
                    <a:pt x="11252" y="40577"/>
                    <a:pt x="11242" y="40577"/>
                  </a:cubicBezTo>
                  <a:lnTo>
                    <a:pt x="11242" y="40577"/>
                  </a:lnTo>
                  <a:cubicBezTo>
                    <a:pt x="11237" y="40577"/>
                    <a:pt x="11272" y="40618"/>
                    <a:pt x="11378" y="40733"/>
                  </a:cubicBezTo>
                  <a:lnTo>
                    <a:pt x="11099" y="40454"/>
                  </a:lnTo>
                  <a:cubicBezTo>
                    <a:pt x="11015" y="40369"/>
                    <a:pt x="10922" y="40268"/>
                    <a:pt x="10837" y="40175"/>
                  </a:cubicBezTo>
                  <a:lnTo>
                    <a:pt x="10837" y="40175"/>
                  </a:lnTo>
                  <a:cubicBezTo>
                    <a:pt x="10843" y="40178"/>
                    <a:pt x="10848" y="40179"/>
                    <a:pt x="10851" y="40179"/>
                  </a:cubicBezTo>
                  <a:cubicBezTo>
                    <a:pt x="10887" y="40179"/>
                    <a:pt x="10733" y="39991"/>
                    <a:pt x="10754" y="39991"/>
                  </a:cubicBezTo>
                  <a:cubicBezTo>
                    <a:pt x="10765" y="39991"/>
                    <a:pt x="10831" y="40050"/>
                    <a:pt x="11015" y="40234"/>
                  </a:cubicBezTo>
                  <a:lnTo>
                    <a:pt x="10499" y="39684"/>
                  </a:lnTo>
                  <a:lnTo>
                    <a:pt x="10499" y="39684"/>
                  </a:lnTo>
                  <a:lnTo>
                    <a:pt x="10516" y="39692"/>
                  </a:lnTo>
                  <a:cubicBezTo>
                    <a:pt x="10524" y="39709"/>
                    <a:pt x="10541" y="39726"/>
                    <a:pt x="10558" y="39735"/>
                  </a:cubicBezTo>
                  <a:cubicBezTo>
                    <a:pt x="10600" y="39768"/>
                    <a:pt x="10634" y="39811"/>
                    <a:pt x="10668" y="39862"/>
                  </a:cubicBezTo>
                  <a:cubicBezTo>
                    <a:pt x="10710" y="39898"/>
                    <a:pt x="10732" y="39915"/>
                    <a:pt x="10738" y="39915"/>
                  </a:cubicBezTo>
                  <a:cubicBezTo>
                    <a:pt x="10761" y="39915"/>
                    <a:pt x="10551" y="39676"/>
                    <a:pt x="10329" y="39422"/>
                  </a:cubicBezTo>
                  <a:lnTo>
                    <a:pt x="10245" y="39371"/>
                  </a:lnTo>
                  <a:cubicBezTo>
                    <a:pt x="10016" y="39083"/>
                    <a:pt x="9898" y="38897"/>
                    <a:pt x="9585" y="38533"/>
                  </a:cubicBezTo>
                  <a:cubicBezTo>
                    <a:pt x="9314" y="38271"/>
                    <a:pt x="9061" y="37992"/>
                    <a:pt x="8798" y="37713"/>
                  </a:cubicBezTo>
                  <a:lnTo>
                    <a:pt x="8587" y="37451"/>
                  </a:lnTo>
                  <a:cubicBezTo>
                    <a:pt x="8544" y="37383"/>
                    <a:pt x="8443" y="37265"/>
                    <a:pt x="8375" y="37163"/>
                  </a:cubicBezTo>
                  <a:cubicBezTo>
                    <a:pt x="8328" y="37092"/>
                    <a:pt x="8297" y="37041"/>
                    <a:pt x="8306" y="37041"/>
                  </a:cubicBezTo>
                  <a:cubicBezTo>
                    <a:pt x="8310" y="37041"/>
                    <a:pt x="8321" y="37050"/>
                    <a:pt x="8341" y="37070"/>
                  </a:cubicBezTo>
                  <a:cubicBezTo>
                    <a:pt x="8339" y="37063"/>
                    <a:pt x="8339" y="37059"/>
                    <a:pt x="8341" y="37059"/>
                  </a:cubicBezTo>
                  <a:lnTo>
                    <a:pt x="8341" y="37059"/>
                  </a:lnTo>
                  <a:cubicBezTo>
                    <a:pt x="8352" y="37059"/>
                    <a:pt x="8437" y="37180"/>
                    <a:pt x="8553" y="37332"/>
                  </a:cubicBezTo>
                  <a:cubicBezTo>
                    <a:pt x="8557" y="37339"/>
                    <a:pt x="8558" y="37341"/>
                    <a:pt x="8558" y="37341"/>
                  </a:cubicBezTo>
                  <a:cubicBezTo>
                    <a:pt x="8557" y="37341"/>
                    <a:pt x="8551" y="37335"/>
                    <a:pt x="8549" y="37335"/>
                  </a:cubicBezTo>
                  <a:lnTo>
                    <a:pt x="8549" y="37335"/>
                  </a:lnTo>
                  <a:cubicBezTo>
                    <a:pt x="8547" y="37335"/>
                    <a:pt x="8548" y="37338"/>
                    <a:pt x="8553" y="37349"/>
                  </a:cubicBezTo>
                  <a:cubicBezTo>
                    <a:pt x="8568" y="37359"/>
                    <a:pt x="8581" y="37367"/>
                    <a:pt x="8588" y="37367"/>
                  </a:cubicBezTo>
                  <a:cubicBezTo>
                    <a:pt x="8604" y="37367"/>
                    <a:pt x="8586" y="37325"/>
                    <a:pt x="8485" y="37171"/>
                  </a:cubicBezTo>
                  <a:lnTo>
                    <a:pt x="8485" y="37171"/>
                  </a:lnTo>
                  <a:cubicBezTo>
                    <a:pt x="8646" y="37391"/>
                    <a:pt x="8663" y="37417"/>
                    <a:pt x="8790" y="37561"/>
                  </a:cubicBezTo>
                  <a:lnTo>
                    <a:pt x="8629" y="37341"/>
                  </a:lnTo>
                  <a:lnTo>
                    <a:pt x="8629" y="37341"/>
                  </a:lnTo>
                  <a:cubicBezTo>
                    <a:pt x="8868" y="37654"/>
                    <a:pt x="9267" y="38103"/>
                    <a:pt x="9296" y="38103"/>
                  </a:cubicBezTo>
                  <a:cubicBezTo>
                    <a:pt x="9297" y="38103"/>
                    <a:pt x="9297" y="38103"/>
                    <a:pt x="9297" y="38102"/>
                  </a:cubicBezTo>
                  <a:cubicBezTo>
                    <a:pt x="9196" y="38026"/>
                    <a:pt x="9061" y="37806"/>
                    <a:pt x="8934" y="37628"/>
                  </a:cubicBezTo>
                  <a:lnTo>
                    <a:pt x="8934" y="37628"/>
                  </a:lnTo>
                  <a:cubicBezTo>
                    <a:pt x="9014" y="37721"/>
                    <a:pt x="9157" y="37886"/>
                    <a:pt x="9166" y="37886"/>
                  </a:cubicBezTo>
                  <a:cubicBezTo>
                    <a:pt x="9170" y="37886"/>
                    <a:pt x="9155" y="37863"/>
                    <a:pt x="9111" y="37806"/>
                  </a:cubicBezTo>
                  <a:cubicBezTo>
                    <a:pt x="9062" y="37756"/>
                    <a:pt x="8797" y="37432"/>
                    <a:pt x="8781" y="37432"/>
                  </a:cubicBezTo>
                  <a:lnTo>
                    <a:pt x="8781" y="37432"/>
                  </a:lnTo>
                  <a:cubicBezTo>
                    <a:pt x="8776" y="37432"/>
                    <a:pt x="8802" y="37474"/>
                    <a:pt x="8883" y="37586"/>
                  </a:cubicBezTo>
                  <a:cubicBezTo>
                    <a:pt x="8714" y="37400"/>
                    <a:pt x="8553" y="37197"/>
                    <a:pt x="8401" y="36985"/>
                  </a:cubicBezTo>
                  <a:lnTo>
                    <a:pt x="8401" y="36985"/>
                  </a:lnTo>
                  <a:cubicBezTo>
                    <a:pt x="8484" y="37088"/>
                    <a:pt x="8510" y="37112"/>
                    <a:pt x="8519" y="37112"/>
                  </a:cubicBezTo>
                  <a:cubicBezTo>
                    <a:pt x="8527" y="37112"/>
                    <a:pt x="8522" y="37093"/>
                    <a:pt x="8532" y="37093"/>
                  </a:cubicBezTo>
                  <a:cubicBezTo>
                    <a:pt x="8536" y="37093"/>
                    <a:pt x="8543" y="37096"/>
                    <a:pt x="8553" y="37104"/>
                  </a:cubicBezTo>
                  <a:cubicBezTo>
                    <a:pt x="8384" y="36901"/>
                    <a:pt x="8375" y="36918"/>
                    <a:pt x="8341" y="36892"/>
                  </a:cubicBezTo>
                  <a:cubicBezTo>
                    <a:pt x="8283" y="36805"/>
                    <a:pt x="8229" y="36725"/>
                    <a:pt x="8180" y="36649"/>
                  </a:cubicBezTo>
                  <a:lnTo>
                    <a:pt x="8180" y="36649"/>
                  </a:lnTo>
                  <a:cubicBezTo>
                    <a:pt x="8208" y="36694"/>
                    <a:pt x="8234" y="36736"/>
                    <a:pt x="8257" y="36774"/>
                  </a:cubicBezTo>
                  <a:cubicBezTo>
                    <a:pt x="8062" y="36520"/>
                    <a:pt x="7800" y="36190"/>
                    <a:pt x="7580" y="35869"/>
                  </a:cubicBezTo>
                  <a:cubicBezTo>
                    <a:pt x="7360" y="35547"/>
                    <a:pt x="7157" y="35260"/>
                    <a:pt x="7039" y="35116"/>
                  </a:cubicBezTo>
                  <a:lnTo>
                    <a:pt x="7039" y="35116"/>
                  </a:lnTo>
                  <a:cubicBezTo>
                    <a:pt x="7106" y="35243"/>
                    <a:pt x="7343" y="35522"/>
                    <a:pt x="7419" y="35700"/>
                  </a:cubicBezTo>
                  <a:lnTo>
                    <a:pt x="7546" y="35843"/>
                  </a:lnTo>
                  <a:lnTo>
                    <a:pt x="7665" y="36013"/>
                  </a:lnTo>
                  <a:cubicBezTo>
                    <a:pt x="7715" y="36080"/>
                    <a:pt x="7766" y="36148"/>
                    <a:pt x="7817" y="36216"/>
                  </a:cubicBezTo>
                  <a:cubicBezTo>
                    <a:pt x="7885" y="36300"/>
                    <a:pt x="7944" y="36393"/>
                    <a:pt x="7986" y="36486"/>
                  </a:cubicBezTo>
                  <a:lnTo>
                    <a:pt x="7318" y="35640"/>
                  </a:lnTo>
                  <a:cubicBezTo>
                    <a:pt x="7284" y="35606"/>
                    <a:pt x="7259" y="35564"/>
                    <a:pt x="7233" y="35522"/>
                  </a:cubicBezTo>
                  <a:lnTo>
                    <a:pt x="7225" y="35513"/>
                  </a:lnTo>
                  <a:cubicBezTo>
                    <a:pt x="7123" y="35361"/>
                    <a:pt x="6963" y="35116"/>
                    <a:pt x="6861" y="34972"/>
                  </a:cubicBezTo>
                  <a:cubicBezTo>
                    <a:pt x="6813" y="34895"/>
                    <a:pt x="6804" y="34872"/>
                    <a:pt x="6810" y="34872"/>
                  </a:cubicBezTo>
                  <a:cubicBezTo>
                    <a:pt x="6817" y="34872"/>
                    <a:pt x="6851" y="34912"/>
                    <a:pt x="6861" y="34921"/>
                  </a:cubicBezTo>
                  <a:cubicBezTo>
                    <a:pt x="6675" y="34600"/>
                    <a:pt x="6506" y="34338"/>
                    <a:pt x="6328" y="34075"/>
                  </a:cubicBezTo>
                  <a:cubicBezTo>
                    <a:pt x="6235" y="33948"/>
                    <a:pt x="6142" y="33822"/>
                    <a:pt x="6057" y="33669"/>
                  </a:cubicBezTo>
                  <a:cubicBezTo>
                    <a:pt x="5964" y="33525"/>
                    <a:pt x="5880" y="33373"/>
                    <a:pt x="5787" y="33204"/>
                  </a:cubicBezTo>
                  <a:cubicBezTo>
                    <a:pt x="5802" y="33189"/>
                    <a:pt x="5577" y="32787"/>
                    <a:pt x="5588" y="32787"/>
                  </a:cubicBezTo>
                  <a:lnTo>
                    <a:pt x="5588" y="32787"/>
                  </a:lnTo>
                  <a:cubicBezTo>
                    <a:pt x="5590" y="32787"/>
                    <a:pt x="5596" y="32796"/>
                    <a:pt x="5609" y="32815"/>
                  </a:cubicBezTo>
                  <a:cubicBezTo>
                    <a:pt x="5389" y="32417"/>
                    <a:pt x="5254" y="32206"/>
                    <a:pt x="5102" y="31952"/>
                  </a:cubicBezTo>
                  <a:cubicBezTo>
                    <a:pt x="5087" y="31894"/>
                    <a:pt x="4871" y="31488"/>
                    <a:pt x="4879" y="31488"/>
                  </a:cubicBezTo>
                  <a:lnTo>
                    <a:pt x="4879" y="31488"/>
                  </a:lnTo>
                  <a:cubicBezTo>
                    <a:pt x="4881" y="31488"/>
                    <a:pt x="4889" y="31500"/>
                    <a:pt x="4907" y="31529"/>
                  </a:cubicBezTo>
                  <a:cubicBezTo>
                    <a:pt x="4839" y="31411"/>
                    <a:pt x="4755" y="31292"/>
                    <a:pt x="4687" y="31174"/>
                  </a:cubicBezTo>
                  <a:cubicBezTo>
                    <a:pt x="4577" y="30912"/>
                    <a:pt x="4306" y="30387"/>
                    <a:pt x="4281" y="30286"/>
                  </a:cubicBezTo>
                  <a:cubicBezTo>
                    <a:pt x="4256" y="30218"/>
                    <a:pt x="4213" y="30150"/>
                    <a:pt x="4171" y="30099"/>
                  </a:cubicBezTo>
                  <a:cubicBezTo>
                    <a:pt x="4120" y="30006"/>
                    <a:pt x="4078" y="29913"/>
                    <a:pt x="4044" y="29820"/>
                  </a:cubicBezTo>
                  <a:lnTo>
                    <a:pt x="4044" y="29820"/>
                  </a:lnTo>
                  <a:cubicBezTo>
                    <a:pt x="4053" y="29837"/>
                    <a:pt x="4044" y="29803"/>
                    <a:pt x="4078" y="29888"/>
                  </a:cubicBezTo>
                  <a:cubicBezTo>
                    <a:pt x="4010" y="29702"/>
                    <a:pt x="3816" y="29262"/>
                    <a:pt x="3723" y="29084"/>
                  </a:cubicBezTo>
                  <a:lnTo>
                    <a:pt x="3723" y="29084"/>
                  </a:lnTo>
                  <a:cubicBezTo>
                    <a:pt x="3841" y="29363"/>
                    <a:pt x="3740" y="29152"/>
                    <a:pt x="3883" y="29482"/>
                  </a:cubicBezTo>
                  <a:cubicBezTo>
                    <a:pt x="3833" y="29414"/>
                    <a:pt x="3799" y="29330"/>
                    <a:pt x="3765" y="29253"/>
                  </a:cubicBezTo>
                  <a:cubicBezTo>
                    <a:pt x="3697" y="29110"/>
                    <a:pt x="3613" y="28924"/>
                    <a:pt x="3537" y="28729"/>
                  </a:cubicBezTo>
                  <a:lnTo>
                    <a:pt x="3537" y="28729"/>
                  </a:lnTo>
                  <a:cubicBezTo>
                    <a:pt x="3592" y="28840"/>
                    <a:pt x="3615" y="28882"/>
                    <a:pt x="3619" y="28882"/>
                  </a:cubicBezTo>
                  <a:cubicBezTo>
                    <a:pt x="3625" y="28882"/>
                    <a:pt x="3599" y="28814"/>
                    <a:pt x="3570" y="28737"/>
                  </a:cubicBezTo>
                  <a:cubicBezTo>
                    <a:pt x="3532" y="28628"/>
                    <a:pt x="3488" y="28503"/>
                    <a:pt x="3496" y="28503"/>
                  </a:cubicBezTo>
                  <a:lnTo>
                    <a:pt x="3496" y="28503"/>
                  </a:lnTo>
                  <a:cubicBezTo>
                    <a:pt x="3498" y="28503"/>
                    <a:pt x="3506" y="28515"/>
                    <a:pt x="3520" y="28543"/>
                  </a:cubicBezTo>
                  <a:cubicBezTo>
                    <a:pt x="3350" y="28128"/>
                    <a:pt x="3207" y="27807"/>
                    <a:pt x="3071" y="27502"/>
                  </a:cubicBezTo>
                  <a:cubicBezTo>
                    <a:pt x="2936" y="27189"/>
                    <a:pt x="2817" y="26902"/>
                    <a:pt x="2674" y="26555"/>
                  </a:cubicBezTo>
                  <a:cubicBezTo>
                    <a:pt x="2513" y="26149"/>
                    <a:pt x="2378" y="25667"/>
                    <a:pt x="2225" y="25227"/>
                  </a:cubicBezTo>
                  <a:cubicBezTo>
                    <a:pt x="2065" y="24778"/>
                    <a:pt x="1946" y="24347"/>
                    <a:pt x="1836" y="24026"/>
                  </a:cubicBezTo>
                  <a:lnTo>
                    <a:pt x="1836" y="24026"/>
                  </a:lnTo>
                  <a:lnTo>
                    <a:pt x="1862" y="24110"/>
                  </a:lnTo>
                  <a:lnTo>
                    <a:pt x="1726" y="23721"/>
                  </a:lnTo>
                  <a:cubicBezTo>
                    <a:pt x="1667" y="23493"/>
                    <a:pt x="1760" y="23704"/>
                    <a:pt x="1650" y="23349"/>
                  </a:cubicBezTo>
                  <a:lnTo>
                    <a:pt x="1650" y="23349"/>
                  </a:lnTo>
                  <a:cubicBezTo>
                    <a:pt x="1709" y="23467"/>
                    <a:pt x="1836" y="23966"/>
                    <a:pt x="1963" y="24330"/>
                  </a:cubicBezTo>
                  <a:cubicBezTo>
                    <a:pt x="1932" y="24192"/>
                    <a:pt x="1924" y="24141"/>
                    <a:pt x="1929" y="24141"/>
                  </a:cubicBezTo>
                  <a:lnTo>
                    <a:pt x="1929" y="24141"/>
                  </a:lnTo>
                  <a:cubicBezTo>
                    <a:pt x="1945" y="24141"/>
                    <a:pt x="2073" y="24566"/>
                    <a:pt x="2083" y="24566"/>
                  </a:cubicBezTo>
                  <a:cubicBezTo>
                    <a:pt x="2085" y="24566"/>
                    <a:pt x="2080" y="24540"/>
                    <a:pt x="2065" y="24474"/>
                  </a:cubicBezTo>
                  <a:cubicBezTo>
                    <a:pt x="1955" y="24212"/>
                    <a:pt x="1862" y="23941"/>
                    <a:pt x="1802" y="23662"/>
                  </a:cubicBezTo>
                  <a:cubicBezTo>
                    <a:pt x="1743" y="23484"/>
                    <a:pt x="1701" y="23281"/>
                    <a:pt x="1650" y="23104"/>
                  </a:cubicBezTo>
                  <a:cubicBezTo>
                    <a:pt x="1599" y="22917"/>
                    <a:pt x="1557" y="22748"/>
                    <a:pt x="1515" y="22613"/>
                  </a:cubicBezTo>
                  <a:cubicBezTo>
                    <a:pt x="1483" y="22480"/>
                    <a:pt x="1472" y="22428"/>
                    <a:pt x="1473" y="22421"/>
                  </a:cubicBezTo>
                  <a:lnTo>
                    <a:pt x="1473" y="22421"/>
                  </a:lnTo>
                  <a:lnTo>
                    <a:pt x="1491" y="22466"/>
                  </a:lnTo>
                  <a:lnTo>
                    <a:pt x="1491" y="22466"/>
                  </a:lnTo>
                  <a:cubicBezTo>
                    <a:pt x="1483" y="22439"/>
                    <a:pt x="1476" y="22420"/>
                    <a:pt x="1474" y="22420"/>
                  </a:cubicBezTo>
                  <a:lnTo>
                    <a:pt x="1474" y="22420"/>
                  </a:lnTo>
                  <a:cubicBezTo>
                    <a:pt x="1474" y="22420"/>
                    <a:pt x="1474" y="22420"/>
                    <a:pt x="1473" y="22421"/>
                  </a:cubicBezTo>
                  <a:lnTo>
                    <a:pt x="1473" y="22421"/>
                  </a:lnTo>
                  <a:lnTo>
                    <a:pt x="1472" y="22418"/>
                  </a:lnTo>
                  <a:cubicBezTo>
                    <a:pt x="1430" y="22207"/>
                    <a:pt x="1413" y="22139"/>
                    <a:pt x="1430" y="22139"/>
                  </a:cubicBezTo>
                  <a:cubicBezTo>
                    <a:pt x="1371" y="21852"/>
                    <a:pt x="1303" y="21547"/>
                    <a:pt x="1236" y="21259"/>
                  </a:cubicBezTo>
                  <a:cubicBezTo>
                    <a:pt x="1168" y="20972"/>
                    <a:pt x="1100" y="20684"/>
                    <a:pt x="1041" y="20447"/>
                  </a:cubicBezTo>
                  <a:lnTo>
                    <a:pt x="1041" y="20447"/>
                  </a:lnTo>
                  <a:cubicBezTo>
                    <a:pt x="1081" y="20640"/>
                    <a:pt x="1088" y="20692"/>
                    <a:pt x="1084" y="20692"/>
                  </a:cubicBezTo>
                  <a:cubicBezTo>
                    <a:pt x="1078" y="20692"/>
                    <a:pt x="1054" y="20614"/>
                    <a:pt x="1049" y="20614"/>
                  </a:cubicBezTo>
                  <a:lnTo>
                    <a:pt x="1049" y="20614"/>
                  </a:lnTo>
                  <a:cubicBezTo>
                    <a:pt x="1045" y="20614"/>
                    <a:pt x="1053" y="20665"/>
                    <a:pt x="1092" y="20853"/>
                  </a:cubicBezTo>
                  <a:cubicBezTo>
                    <a:pt x="1033" y="20676"/>
                    <a:pt x="965" y="20278"/>
                    <a:pt x="889" y="19897"/>
                  </a:cubicBezTo>
                  <a:lnTo>
                    <a:pt x="889" y="19897"/>
                  </a:lnTo>
                  <a:cubicBezTo>
                    <a:pt x="903" y="19968"/>
                    <a:pt x="911" y="19993"/>
                    <a:pt x="914" y="19993"/>
                  </a:cubicBezTo>
                  <a:cubicBezTo>
                    <a:pt x="922" y="19993"/>
                    <a:pt x="908" y="19855"/>
                    <a:pt x="914" y="19855"/>
                  </a:cubicBezTo>
                  <a:lnTo>
                    <a:pt x="914" y="19855"/>
                  </a:lnTo>
                  <a:cubicBezTo>
                    <a:pt x="918" y="19855"/>
                    <a:pt x="935" y="19935"/>
                    <a:pt x="982" y="20219"/>
                  </a:cubicBezTo>
                  <a:cubicBezTo>
                    <a:pt x="999" y="20092"/>
                    <a:pt x="906" y="19821"/>
                    <a:pt x="846" y="19458"/>
                  </a:cubicBezTo>
                  <a:lnTo>
                    <a:pt x="846" y="19458"/>
                  </a:lnTo>
                  <a:cubicBezTo>
                    <a:pt x="887" y="19636"/>
                    <a:pt x="974" y="20009"/>
                    <a:pt x="981" y="20009"/>
                  </a:cubicBezTo>
                  <a:cubicBezTo>
                    <a:pt x="982" y="20009"/>
                    <a:pt x="982" y="20009"/>
                    <a:pt x="982" y="20007"/>
                  </a:cubicBezTo>
                  <a:cubicBezTo>
                    <a:pt x="830" y="19474"/>
                    <a:pt x="728" y="18265"/>
                    <a:pt x="660" y="18053"/>
                  </a:cubicBezTo>
                  <a:cubicBezTo>
                    <a:pt x="584" y="17664"/>
                    <a:pt x="491" y="17055"/>
                    <a:pt x="407" y="16573"/>
                  </a:cubicBezTo>
                  <a:cubicBezTo>
                    <a:pt x="398" y="16336"/>
                    <a:pt x="381" y="16074"/>
                    <a:pt x="356" y="15812"/>
                  </a:cubicBezTo>
                  <a:cubicBezTo>
                    <a:pt x="339" y="15549"/>
                    <a:pt x="305" y="15279"/>
                    <a:pt x="305" y="15008"/>
                  </a:cubicBezTo>
                  <a:lnTo>
                    <a:pt x="305" y="15008"/>
                  </a:lnTo>
                  <a:lnTo>
                    <a:pt x="322" y="15101"/>
                  </a:lnTo>
                  <a:cubicBezTo>
                    <a:pt x="314" y="14796"/>
                    <a:pt x="271" y="14314"/>
                    <a:pt x="254" y="13857"/>
                  </a:cubicBezTo>
                  <a:cubicBezTo>
                    <a:pt x="263" y="13824"/>
                    <a:pt x="271" y="13790"/>
                    <a:pt x="280" y="13756"/>
                  </a:cubicBezTo>
                  <a:cubicBezTo>
                    <a:pt x="263" y="13443"/>
                    <a:pt x="246" y="12859"/>
                    <a:pt x="246" y="12377"/>
                  </a:cubicBezTo>
                  <a:cubicBezTo>
                    <a:pt x="232" y="12377"/>
                    <a:pt x="241" y="12663"/>
                    <a:pt x="231" y="12663"/>
                  </a:cubicBezTo>
                  <a:cubicBezTo>
                    <a:pt x="229" y="12663"/>
                    <a:pt x="225" y="12646"/>
                    <a:pt x="220" y="12605"/>
                  </a:cubicBezTo>
                  <a:lnTo>
                    <a:pt x="220" y="12605"/>
                  </a:lnTo>
                  <a:cubicBezTo>
                    <a:pt x="228" y="12805"/>
                    <a:pt x="229" y="12980"/>
                    <a:pt x="239" y="12980"/>
                  </a:cubicBezTo>
                  <a:cubicBezTo>
                    <a:pt x="241" y="12980"/>
                    <a:pt x="243" y="12974"/>
                    <a:pt x="246" y="12961"/>
                  </a:cubicBezTo>
                  <a:lnTo>
                    <a:pt x="246" y="12961"/>
                  </a:lnTo>
                  <a:cubicBezTo>
                    <a:pt x="246" y="13198"/>
                    <a:pt x="229" y="13206"/>
                    <a:pt x="220" y="13409"/>
                  </a:cubicBezTo>
                  <a:lnTo>
                    <a:pt x="187" y="12479"/>
                  </a:lnTo>
                  <a:cubicBezTo>
                    <a:pt x="187" y="12445"/>
                    <a:pt x="187" y="12411"/>
                    <a:pt x="187" y="12377"/>
                  </a:cubicBezTo>
                  <a:lnTo>
                    <a:pt x="161" y="12309"/>
                  </a:lnTo>
                  <a:cubicBezTo>
                    <a:pt x="168" y="12114"/>
                    <a:pt x="175" y="12028"/>
                    <a:pt x="182" y="12028"/>
                  </a:cubicBezTo>
                  <a:cubicBezTo>
                    <a:pt x="184" y="12028"/>
                    <a:pt x="185" y="12031"/>
                    <a:pt x="187" y="12039"/>
                  </a:cubicBezTo>
                  <a:cubicBezTo>
                    <a:pt x="187" y="11776"/>
                    <a:pt x="170" y="11607"/>
                    <a:pt x="170" y="11430"/>
                  </a:cubicBezTo>
                  <a:cubicBezTo>
                    <a:pt x="161" y="11218"/>
                    <a:pt x="170" y="11007"/>
                    <a:pt x="178" y="10795"/>
                  </a:cubicBezTo>
                  <a:cubicBezTo>
                    <a:pt x="187" y="11024"/>
                    <a:pt x="204" y="11176"/>
                    <a:pt x="195" y="11565"/>
                  </a:cubicBezTo>
                  <a:cubicBezTo>
                    <a:pt x="204" y="11353"/>
                    <a:pt x="204" y="11150"/>
                    <a:pt x="212" y="10939"/>
                  </a:cubicBezTo>
                  <a:lnTo>
                    <a:pt x="212" y="10939"/>
                  </a:lnTo>
                  <a:cubicBezTo>
                    <a:pt x="220" y="11204"/>
                    <a:pt x="206" y="12145"/>
                    <a:pt x="237" y="12145"/>
                  </a:cubicBezTo>
                  <a:cubicBezTo>
                    <a:pt x="240" y="12145"/>
                    <a:pt x="243" y="12138"/>
                    <a:pt x="246" y="12123"/>
                  </a:cubicBezTo>
                  <a:cubicBezTo>
                    <a:pt x="246" y="11776"/>
                    <a:pt x="229" y="11353"/>
                    <a:pt x="246" y="10947"/>
                  </a:cubicBezTo>
                  <a:cubicBezTo>
                    <a:pt x="254" y="10533"/>
                    <a:pt x="263" y="10135"/>
                    <a:pt x="263" y="9831"/>
                  </a:cubicBezTo>
                  <a:cubicBezTo>
                    <a:pt x="280" y="9678"/>
                    <a:pt x="297" y="9475"/>
                    <a:pt x="314" y="9256"/>
                  </a:cubicBezTo>
                  <a:cubicBezTo>
                    <a:pt x="330" y="9027"/>
                    <a:pt x="347" y="8782"/>
                    <a:pt x="381" y="8520"/>
                  </a:cubicBezTo>
                  <a:cubicBezTo>
                    <a:pt x="388" y="8466"/>
                    <a:pt x="405" y="8356"/>
                    <a:pt x="412" y="8356"/>
                  </a:cubicBezTo>
                  <a:cubicBezTo>
                    <a:pt x="414" y="8356"/>
                    <a:pt x="415" y="8364"/>
                    <a:pt x="415" y="8384"/>
                  </a:cubicBezTo>
                  <a:lnTo>
                    <a:pt x="407" y="8536"/>
                  </a:lnTo>
                  <a:cubicBezTo>
                    <a:pt x="415" y="8443"/>
                    <a:pt x="423" y="8359"/>
                    <a:pt x="432" y="8266"/>
                  </a:cubicBezTo>
                  <a:lnTo>
                    <a:pt x="457" y="8004"/>
                  </a:lnTo>
                  <a:cubicBezTo>
                    <a:pt x="483" y="7817"/>
                    <a:pt x="500" y="7631"/>
                    <a:pt x="517" y="7454"/>
                  </a:cubicBezTo>
                  <a:cubicBezTo>
                    <a:pt x="533" y="7276"/>
                    <a:pt x="550" y="7098"/>
                    <a:pt x="576" y="6929"/>
                  </a:cubicBezTo>
                  <a:cubicBezTo>
                    <a:pt x="593" y="6760"/>
                    <a:pt x="618" y="6591"/>
                    <a:pt x="635" y="6439"/>
                  </a:cubicBezTo>
                  <a:lnTo>
                    <a:pt x="711" y="6134"/>
                  </a:lnTo>
                  <a:cubicBezTo>
                    <a:pt x="778" y="5759"/>
                    <a:pt x="784" y="5678"/>
                    <a:pt x="775" y="5678"/>
                  </a:cubicBezTo>
                  <a:lnTo>
                    <a:pt x="775" y="5678"/>
                  </a:lnTo>
                  <a:cubicBezTo>
                    <a:pt x="772" y="5678"/>
                    <a:pt x="767" y="5691"/>
                    <a:pt x="762" y="5703"/>
                  </a:cubicBezTo>
                  <a:cubicBezTo>
                    <a:pt x="752" y="5712"/>
                    <a:pt x="746" y="5724"/>
                    <a:pt x="741" y="5724"/>
                  </a:cubicBezTo>
                  <a:cubicBezTo>
                    <a:pt x="738" y="5724"/>
                    <a:pt x="736" y="5717"/>
                    <a:pt x="736" y="5694"/>
                  </a:cubicBezTo>
                  <a:cubicBezTo>
                    <a:pt x="753" y="5542"/>
                    <a:pt x="770" y="5398"/>
                    <a:pt x="804" y="5246"/>
                  </a:cubicBezTo>
                  <a:cubicBezTo>
                    <a:pt x="889" y="5000"/>
                    <a:pt x="1075" y="3943"/>
                    <a:pt x="1126" y="3909"/>
                  </a:cubicBezTo>
                  <a:cubicBezTo>
                    <a:pt x="1168" y="3706"/>
                    <a:pt x="1185" y="3622"/>
                    <a:pt x="1176" y="3588"/>
                  </a:cubicBezTo>
                  <a:lnTo>
                    <a:pt x="1176" y="3588"/>
                  </a:lnTo>
                  <a:cubicBezTo>
                    <a:pt x="1136" y="3728"/>
                    <a:pt x="1076" y="4003"/>
                    <a:pt x="1064" y="4003"/>
                  </a:cubicBezTo>
                  <a:cubicBezTo>
                    <a:pt x="1061" y="4003"/>
                    <a:pt x="1061" y="3983"/>
                    <a:pt x="1066" y="3935"/>
                  </a:cubicBezTo>
                  <a:cubicBezTo>
                    <a:pt x="1143" y="3571"/>
                    <a:pt x="1202" y="3402"/>
                    <a:pt x="1269" y="3114"/>
                  </a:cubicBezTo>
                  <a:lnTo>
                    <a:pt x="1269" y="3114"/>
                  </a:lnTo>
                  <a:cubicBezTo>
                    <a:pt x="1269" y="3134"/>
                    <a:pt x="1248" y="3265"/>
                    <a:pt x="1252" y="3265"/>
                  </a:cubicBezTo>
                  <a:cubicBezTo>
                    <a:pt x="1253" y="3265"/>
                    <a:pt x="1256" y="3256"/>
                    <a:pt x="1261" y="3232"/>
                  </a:cubicBezTo>
                  <a:cubicBezTo>
                    <a:pt x="1295" y="3055"/>
                    <a:pt x="1346" y="2843"/>
                    <a:pt x="1405" y="2615"/>
                  </a:cubicBezTo>
                  <a:cubicBezTo>
                    <a:pt x="1464" y="2386"/>
                    <a:pt x="1523" y="2133"/>
                    <a:pt x="1591" y="1887"/>
                  </a:cubicBezTo>
                  <a:cubicBezTo>
                    <a:pt x="1709" y="1388"/>
                    <a:pt x="1862" y="906"/>
                    <a:pt x="1938" y="568"/>
                  </a:cubicBezTo>
                  <a:lnTo>
                    <a:pt x="1938" y="568"/>
                  </a:lnTo>
                  <a:cubicBezTo>
                    <a:pt x="1870" y="822"/>
                    <a:pt x="1878" y="855"/>
                    <a:pt x="1760" y="1177"/>
                  </a:cubicBezTo>
                  <a:cubicBezTo>
                    <a:pt x="1777" y="1092"/>
                    <a:pt x="1794" y="1008"/>
                    <a:pt x="1819" y="923"/>
                  </a:cubicBezTo>
                  <a:lnTo>
                    <a:pt x="1819" y="923"/>
                  </a:lnTo>
                  <a:cubicBezTo>
                    <a:pt x="1785" y="991"/>
                    <a:pt x="1760" y="1067"/>
                    <a:pt x="1752" y="1151"/>
                  </a:cubicBezTo>
                  <a:cubicBezTo>
                    <a:pt x="1709" y="1270"/>
                    <a:pt x="1667" y="1431"/>
                    <a:pt x="1616" y="1608"/>
                  </a:cubicBezTo>
                  <a:cubicBezTo>
                    <a:pt x="1650" y="1405"/>
                    <a:pt x="1709" y="1211"/>
                    <a:pt x="1760" y="1016"/>
                  </a:cubicBezTo>
                  <a:lnTo>
                    <a:pt x="1760" y="1016"/>
                  </a:lnTo>
                  <a:lnTo>
                    <a:pt x="1633" y="1338"/>
                  </a:lnTo>
                  <a:lnTo>
                    <a:pt x="198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1"/>
            <p:cNvSpPr/>
            <p:nvPr/>
          </p:nvSpPr>
          <p:spPr>
            <a:xfrm rot="-4354305">
              <a:off x="6846062" y="3703375"/>
              <a:ext cx="24310" cy="6030"/>
            </a:xfrm>
            <a:custGeom>
              <a:rect b="b" l="l" r="r" t="t"/>
              <a:pathLst>
                <a:path extrusionOk="0" h="104" w="524">
                  <a:moveTo>
                    <a:pt x="455" y="1"/>
                  </a:moveTo>
                  <a:cubicBezTo>
                    <a:pt x="371" y="26"/>
                    <a:pt x="286" y="51"/>
                    <a:pt x="193" y="60"/>
                  </a:cubicBezTo>
                  <a:cubicBezTo>
                    <a:pt x="91" y="82"/>
                    <a:pt x="1" y="104"/>
                    <a:pt x="39" y="104"/>
                  </a:cubicBezTo>
                  <a:cubicBezTo>
                    <a:pt x="45" y="104"/>
                    <a:pt x="54" y="103"/>
                    <a:pt x="66" y="102"/>
                  </a:cubicBezTo>
                  <a:cubicBezTo>
                    <a:pt x="202" y="77"/>
                    <a:pt x="523" y="9"/>
                    <a:pt x="45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1"/>
            <p:cNvSpPr/>
            <p:nvPr/>
          </p:nvSpPr>
          <p:spPr>
            <a:xfrm rot="-4354305">
              <a:off x="6850999" y="3697415"/>
              <a:ext cx="18464" cy="4928"/>
            </a:xfrm>
            <a:custGeom>
              <a:rect b="b" l="l" r="r" t="t"/>
              <a:pathLst>
                <a:path extrusionOk="0" h="85" w="398">
                  <a:moveTo>
                    <a:pt x="398" y="0"/>
                  </a:moveTo>
                  <a:cubicBezTo>
                    <a:pt x="343" y="9"/>
                    <a:pt x="311" y="16"/>
                    <a:pt x="292" y="22"/>
                  </a:cubicBezTo>
                  <a:lnTo>
                    <a:pt x="292" y="22"/>
                  </a:lnTo>
                  <a:cubicBezTo>
                    <a:pt x="327" y="14"/>
                    <a:pt x="362" y="7"/>
                    <a:pt x="398" y="0"/>
                  </a:cubicBezTo>
                  <a:close/>
                  <a:moveTo>
                    <a:pt x="292" y="22"/>
                  </a:moveTo>
                  <a:cubicBezTo>
                    <a:pt x="194" y="43"/>
                    <a:pt x="100" y="66"/>
                    <a:pt x="0" y="85"/>
                  </a:cubicBezTo>
                  <a:cubicBezTo>
                    <a:pt x="85" y="76"/>
                    <a:pt x="169" y="59"/>
                    <a:pt x="245" y="42"/>
                  </a:cubicBezTo>
                  <a:cubicBezTo>
                    <a:pt x="262" y="37"/>
                    <a:pt x="257" y="32"/>
                    <a:pt x="292" y="2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1"/>
            <p:cNvSpPr/>
            <p:nvPr/>
          </p:nvSpPr>
          <p:spPr>
            <a:xfrm rot="-4354305">
              <a:off x="6843626" y="3641155"/>
              <a:ext cx="58129" cy="18669"/>
            </a:xfrm>
            <a:custGeom>
              <a:rect b="b" l="l" r="r" t="t"/>
              <a:pathLst>
                <a:path extrusionOk="0" h="322" w="1253">
                  <a:moveTo>
                    <a:pt x="669" y="118"/>
                  </a:moveTo>
                  <a:lnTo>
                    <a:pt x="669" y="118"/>
                  </a:lnTo>
                  <a:cubicBezTo>
                    <a:pt x="614" y="129"/>
                    <a:pt x="559" y="139"/>
                    <a:pt x="505" y="151"/>
                  </a:cubicBezTo>
                  <a:lnTo>
                    <a:pt x="505" y="151"/>
                  </a:lnTo>
                  <a:cubicBezTo>
                    <a:pt x="517" y="148"/>
                    <a:pt x="530" y="146"/>
                    <a:pt x="542" y="144"/>
                  </a:cubicBezTo>
                  <a:cubicBezTo>
                    <a:pt x="585" y="136"/>
                    <a:pt x="628" y="128"/>
                    <a:pt x="671" y="119"/>
                  </a:cubicBezTo>
                  <a:lnTo>
                    <a:pt x="671" y="119"/>
                  </a:lnTo>
                  <a:cubicBezTo>
                    <a:pt x="671" y="119"/>
                    <a:pt x="670" y="119"/>
                    <a:pt x="669" y="118"/>
                  </a:cubicBezTo>
                  <a:close/>
                  <a:moveTo>
                    <a:pt x="505" y="151"/>
                  </a:moveTo>
                  <a:cubicBezTo>
                    <a:pt x="241" y="201"/>
                    <a:pt x="9" y="263"/>
                    <a:pt x="9" y="279"/>
                  </a:cubicBezTo>
                  <a:cubicBezTo>
                    <a:pt x="170" y="228"/>
                    <a:pt x="335" y="186"/>
                    <a:pt x="505" y="151"/>
                  </a:cubicBezTo>
                  <a:close/>
                  <a:moveTo>
                    <a:pt x="1253" y="0"/>
                  </a:moveTo>
                  <a:cubicBezTo>
                    <a:pt x="1145" y="14"/>
                    <a:pt x="910" y="71"/>
                    <a:pt x="671" y="119"/>
                  </a:cubicBezTo>
                  <a:lnTo>
                    <a:pt x="671" y="119"/>
                  </a:lnTo>
                  <a:cubicBezTo>
                    <a:pt x="788" y="153"/>
                    <a:pt x="135" y="246"/>
                    <a:pt x="1" y="321"/>
                  </a:cubicBezTo>
                  <a:cubicBezTo>
                    <a:pt x="593" y="203"/>
                    <a:pt x="771" y="127"/>
                    <a:pt x="12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1"/>
            <p:cNvSpPr/>
            <p:nvPr/>
          </p:nvSpPr>
          <p:spPr>
            <a:xfrm rot="-4354305">
              <a:off x="6865740" y="3682191"/>
              <a:ext cx="16933" cy="4986"/>
            </a:xfrm>
            <a:custGeom>
              <a:rect b="b" l="l" r="r" t="t"/>
              <a:pathLst>
                <a:path extrusionOk="0" h="86" w="365">
                  <a:moveTo>
                    <a:pt x="364" y="0"/>
                  </a:moveTo>
                  <a:lnTo>
                    <a:pt x="331" y="9"/>
                  </a:lnTo>
                  <a:lnTo>
                    <a:pt x="1" y="85"/>
                  </a:lnTo>
                  <a:lnTo>
                    <a:pt x="34" y="85"/>
                  </a:lnTo>
                  <a:lnTo>
                    <a:pt x="36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1"/>
            <p:cNvSpPr/>
            <p:nvPr/>
          </p:nvSpPr>
          <p:spPr>
            <a:xfrm rot="-4354305">
              <a:off x="6777870" y="4023793"/>
              <a:ext cx="16144" cy="812"/>
            </a:xfrm>
            <a:custGeom>
              <a:rect b="b" l="l" r="r" t="t"/>
              <a:pathLst>
                <a:path extrusionOk="0" h="14" w="348">
                  <a:moveTo>
                    <a:pt x="171" y="1"/>
                  </a:moveTo>
                  <a:cubicBezTo>
                    <a:pt x="113" y="1"/>
                    <a:pt x="56" y="3"/>
                    <a:pt x="1" y="7"/>
                  </a:cubicBezTo>
                  <a:cubicBezTo>
                    <a:pt x="43" y="12"/>
                    <a:pt x="96" y="14"/>
                    <a:pt x="155" y="14"/>
                  </a:cubicBezTo>
                  <a:cubicBezTo>
                    <a:pt x="214" y="14"/>
                    <a:pt x="280" y="12"/>
                    <a:pt x="347" y="7"/>
                  </a:cubicBezTo>
                  <a:cubicBezTo>
                    <a:pt x="288" y="3"/>
                    <a:pt x="229" y="1"/>
                    <a:pt x="17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1"/>
            <p:cNvSpPr/>
            <p:nvPr/>
          </p:nvSpPr>
          <p:spPr>
            <a:xfrm rot="-4354305">
              <a:off x="6601760" y="4342675"/>
              <a:ext cx="90697" cy="19713"/>
            </a:xfrm>
            <a:custGeom>
              <a:rect b="b" l="l" r="r" t="t"/>
              <a:pathLst>
                <a:path extrusionOk="0" h="340" w="1955">
                  <a:moveTo>
                    <a:pt x="0" y="1"/>
                  </a:moveTo>
                  <a:lnTo>
                    <a:pt x="279" y="102"/>
                  </a:lnTo>
                  <a:cubicBezTo>
                    <a:pt x="626" y="162"/>
                    <a:pt x="872" y="187"/>
                    <a:pt x="1117" y="221"/>
                  </a:cubicBezTo>
                  <a:lnTo>
                    <a:pt x="1498" y="272"/>
                  </a:lnTo>
                  <a:cubicBezTo>
                    <a:pt x="1633" y="297"/>
                    <a:pt x="1785" y="314"/>
                    <a:pt x="1954" y="339"/>
                  </a:cubicBezTo>
                  <a:cubicBezTo>
                    <a:pt x="1734" y="297"/>
                    <a:pt x="1540" y="263"/>
                    <a:pt x="1379" y="229"/>
                  </a:cubicBezTo>
                  <a:cubicBezTo>
                    <a:pt x="1210" y="204"/>
                    <a:pt x="1058" y="187"/>
                    <a:pt x="922" y="170"/>
                  </a:cubicBezTo>
                  <a:cubicBezTo>
                    <a:pt x="609" y="136"/>
                    <a:pt x="305" y="77"/>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1"/>
            <p:cNvSpPr/>
            <p:nvPr/>
          </p:nvSpPr>
          <p:spPr>
            <a:xfrm rot="-4354305">
              <a:off x="6616802" y="4372751"/>
              <a:ext cx="29923" cy="5798"/>
            </a:xfrm>
            <a:custGeom>
              <a:rect b="b" l="l" r="r" t="t"/>
              <a:pathLst>
                <a:path extrusionOk="0" h="100" w="645">
                  <a:moveTo>
                    <a:pt x="8" y="1"/>
                  </a:moveTo>
                  <a:cubicBezTo>
                    <a:pt x="0" y="1"/>
                    <a:pt x="0" y="2"/>
                    <a:pt x="10" y="6"/>
                  </a:cubicBezTo>
                  <a:cubicBezTo>
                    <a:pt x="467" y="100"/>
                    <a:pt x="222" y="23"/>
                    <a:pt x="645" y="100"/>
                  </a:cubicBezTo>
                  <a:lnTo>
                    <a:pt x="442" y="23"/>
                  </a:lnTo>
                  <a:lnTo>
                    <a:pt x="442" y="23"/>
                  </a:lnTo>
                  <a:cubicBezTo>
                    <a:pt x="468" y="35"/>
                    <a:pt x="455" y="39"/>
                    <a:pt x="421" y="39"/>
                  </a:cubicBezTo>
                  <a:cubicBezTo>
                    <a:pt x="379" y="39"/>
                    <a:pt x="304" y="33"/>
                    <a:pt x="230" y="23"/>
                  </a:cubicBezTo>
                  <a:cubicBezTo>
                    <a:pt x="134" y="17"/>
                    <a:pt x="33" y="1"/>
                    <a:pt x="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1"/>
            <p:cNvSpPr/>
            <p:nvPr/>
          </p:nvSpPr>
          <p:spPr>
            <a:xfrm rot="-4354305">
              <a:off x="6723979" y="4251947"/>
              <a:ext cx="9882" cy="522"/>
            </a:xfrm>
            <a:custGeom>
              <a:rect b="b" l="l" r="r" t="t"/>
              <a:pathLst>
                <a:path extrusionOk="0" h="9" w="213">
                  <a:moveTo>
                    <a:pt x="1" y="0"/>
                  </a:moveTo>
                  <a:lnTo>
                    <a:pt x="170" y="9"/>
                  </a:lnTo>
                  <a:lnTo>
                    <a:pt x="212" y="9"/>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1"/>
            <p:cNvSpPr/>
            <p:nvPr/>
          </p:nvSpPr>
          <p:spPr>
            <a:xfrm rot="-4354305">
              <a:off x="6541153" y="4497879"/>
              <a:ext cx="14985" cy="6436"/>
            </a:xfrm>
            <a:custGeom>
              <a:rect b="b" l="l" r="r" t="t"/>
              <a:pathLst>
                <a:path extrusionOk="0" h="111" w="323">
                  <a:moveTo>
                    <a:pt x="1" y="1"/>
                  </a:moveTo>
                  <a:lnTo>
                    <a:pt x="246" y="94"/>
                  </a:lnTo>
                  <a:lnTo>
                    <a:pt x="322" y="111"/>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1"/>
            <p:cNvSpPr/>
            <p:nvPr/>
          </p:nvSpPr>
          <p:spPr>
            <a:xfrm rot="-4354305">
              <a:off x="6552986" y="4492666"/>
              <a:ext cx="3572" cy="522"/>
            </a:xfrm>
            <a:custGeom>
              <a:rect b="b" l="l" r="r" t="t"/>
              <a:pathLst>
                <a:path extrusionOk="0" h="9" w="77">
                  <a:moveTo>
                    <a:pt x="77" y="9"/>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1"/>
            <p:cNvSpPr/>
            <p:nvPr/>
          </p:nvSpPr>
          <p:spPr>
            <a:xfrm rot="-4354305">
              <a:off x="6722298" y="4248965"/>
              <a:ext cx="21619" cy="2493"/>
            </a:xfrm>
            <a:custGeom>
              <a:rect b="b" l="l" r="r" t="t"/>
              <a:pathLst>
                <a:path extrusionOk="0" h="43" w="466">
                  <a:moveTo>
                    <a:pt x="0" y="0"/>
                  </a:moveTo>
                  <a:lnTo>
                    <a:pt x="313" y="43"/>
                  </a:lnTo>
                  <a:lnTo>
                    <a:pt x="465" y="43"/>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1"/>
            <p:cNvSpPr/>
            <p:nvPr/>
          </p:nvSpPr>
          <p:spPr>
            <a:xfrm rot="-4354305">
              <a:off x="6652532" y="4366792"/>
              <a:ext cx="14985" cy="3015"/>
            </a:xfrm>
            <a:custGeom>
              <a:rect b="b" l="l" r="r" t="t"/>
              <a:pathLst>
                <a:path extrusionOk="0" h="52" w="323">
                  <a:moveTo>
                    <a:pt x="15" y="0"/>
                  </a:moveTo>
                  <a:cubicBezTo>
                    <a:pt x="1" y="0"/>
                    <a:pt x="6" y="5"/>
                    <a:pt x="43" y="18"/>
                  </a:cubicBezTo>
                  <a:lnTo>
                    <a:pt x="323" y="52"/>
                  </a:lnTo>
                  <a:cubicBezTo>
                    <a:pt x="284" y="45"/>
                    <a:pt x="59" y="0"/>
                    <a:pt x="1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1"/>
            <p:cNvSpPr/>
            <p:nvPr/>
          </p:nvSpPr>
          <p:spPr>
            <a:xfrm rot="-4354305">
              <a:off x="6596978" y="4466560"/>
              <a:ext cx="16423" cy="4928"/>
            </a:xfrm>
            <a:custGeom>
              <a:rect b="b" l="l" r="r" t="t"/>
              <a:pathLst>
                <a:path extrusionOk="0" h="85" w="354">
                  <a:moveTo>
                    <a:pt x="280" y="47"/>
                  </a:moveTo>
                  <a:cubicBezTo>
                    <a:pt x="287" y="51"/>
                    <a:pt x="298" y="56"/>
                    <a:pt x="308" y="62"/>
                  </a:cubicBezTo>
                  <a:lnTo>
                    <a:pt x="308" y="62"/>
                  </a:lnTo>
                  <a:cubicBezTo>
                    <a:pt x="307" y="59"/>
                    <a:pt x="298" y="54"/>
                    <a:pt x="280" y="47"/>
                  </a:cubicBezTo>
                  <a:close/>
                  <a:moveTo>
                    <a:pt x="7" y="0"/>
                  </a:moveTo>
                  <a:cubicBezTo>
                    <a:pt x="1" y="0"/>
                    <a:pt x="29" y="10"/>
                    <a:pt x="119" y="38"/>
                  </a:cubicBezTo>
                  <a:cubicBezTo>
                    <a:pt x="259" y="73"/>
                    <a:pt x="318" y="85"/>
                    <a:pt x="336" y="85"/>
                  </a:cubicBezTo>
                  <a:cubicBezTo>
                    <a:pt x="353" y="85"/>
                    <a:pt x="332" y="74"/>
                    <a:pt x="308" y="62"/>
                  </a:cubicBezTo>
                  <a:lnTo>
                    <a:pt x="308" y="62"/>
                  </a:lnTo>
                  <a:cubicBezTo>
                    <a:pt x="309" y="63"/>
                    <a:pt x="307" y="64"/>
                    <a:pt x="303" y="64"/>
                  </a:cubicBezTo>
                  <a:cubicBezTo>
                    <a:pt x="264" y="64"/>
                    <a:pt x="24" y="0"/>
                    <a:pt x="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1"/>
            <p:cNvSpPr/>
            <p:nvPr/>
          </p:nvSpPr>
          <p:spPr>
            <a:xfrm rot="-4354305">
              <a:off x="6935910" y="3562546"/>
              <a:ext cx="14706" cy="17220"/>
            </a:xfrm>
            <a:custGeom>
              <a:rect b="b" l="l" r="r" t="t"/>
              <a:pathLst>
                <a:path extrusionOk="0" h="297" w="317">
                  <a:moveTo>
                    <a:pt x="305" y="1"/>
                  </a:moveTo>
                  <a:lnTo>
                    <a:pt x="305" y="1"/>
                  </a:lnTo>
                  <a:cubicBezTo>
                    <a:pt x="299" y="6"/>
                    <a:pt x="294" y="11"/>
                    <a:pt x="289" y="16"/>
                  </a:cubicBezTo>
                  <a:lnTo>
                    <a:pt x="289" y="16"/>
                  </a:lnTo>
                  <a:cubicBezTo>
                    <a:pt x="295" y="11"/>
                    <a:pt x="300" y="6"/>
                    <a:pt x="305" y="1"/>
                  </a:cubicBezTo>
                  <a:close/>
                  <a:moveTo>
                    <a:pt x="221" y="43"/>
                  </a:moveTo>
                  <a:cubicBezTo>
                    <a:pt x="220" y="44"/>
                    <a:pt x="220" y="44"/>
                    <a:pt x="219" y="45"/>
                  </a:cubicBezTo>
                  <a:lnTo>
                    <a:pt x="219" y="45"/>
                  </a:lnTo>
                  <a:cubicBezTo>
                    <a:pt x="220" y="44"/>
                    <a:pt x="220" y="44"/>
                    <a:pt x="221" y="43"/>
                  </a:cubicBezTo>
                  <a:close/>
                  <a:moveTo>
                    <a:pt x="197" y="170"/>
                  </a:moveTo>
                  <a:lnTo>
                    <a:pt x="197" y="170"/>
                  </a:lnTo>
                  <a:cubicBezTo>
                    <a:pt x="194" y="173"/>
                    <a:pt x="190" y="176"/>
                    <a:pt x="187" y="178"/>
                  </a:cubicBezTo>
                  <a:cubicBezTo>
                    <a:pt x="191" y="176"/>
                    <a:pt x="194" y="173"/>
                    <a:pt x="197" y="170"/>
                  </a:cubicBezTo>
                  <a:close/>
                  <a:moveTo>
                    <a:pt x="289" y="16"/>
                  </a:moveTo>
                  <a:lnTo>
                    <a:pt x="289" y="16"/>
                  </a:lnTo>
                  <a:cubicBezTo>
                    <a:pt x="284" y="19"/>
                    <a:pt x="278" y="23"/>
                    <a:pt x="271" y="26"/>
                  </a:cubicBezTo>
                  <a:cubicBezTo>
                    <a:pt x="255" y="42"/>
                    <a:pt x="236" y="48"/>
                    <a:pt x="226" y="48"/>
                  </a:cubicBezTo>
                  <a:cubicBezTo>
                    <a:pt x="221" y="48"/>
                    <a:pt x="218" y="47"/>
                    <a:pt x="219" y="45"/>
                  </a:cubicBezTo>
                  <a:lnTo>
                    <a:pt x="219" y="45"/>
                  </a:lnTo>
                  <a:cubicBezTo>
                    <a:pt x="178" y="102"/>
                    <a:pt x="161" y="86"/>
                    <a:pt x="178" y="119"/>
                  </a:cubicBezTo>
                  <a:cubicBezTo>
                    <a:pt x="164" y="142"/>
                    <a:pt x="140" y="156"/>
                    <a:pt x="127" y="156"/>
                  </a:cubicBezTo>
                  <a:cubicBezTo>
                    <a:pt x="116" y="156"/>
                    <a:pt x="112" y="147"/>
                    <a:pt x="127" y="128"/>
                  </a:cubicBezTo>
                  <a:lnTo>
                    <a:pt x="127" y="128"/>
                  </a:lnTo>
                  <a:lnTo>
                    <a:pt x="34" y="229"/>
                  </a:lnTo>
                  <a:lnTo>
                    <a:pt x="102" y="187"/>
                  </a:lnTo>
                  <a:lnTo>
                    <a:pt x="102" y="187"/>
                  </a:lnTo>
                  <a:cubicBezTo>
                    <a:pt x="102" y="221"/>
                    <a:pt x="1" y="255"/>
                    <a:pt x="1" y="297"/>
                  </a:cubicBezTo>
                  <a:lnTo>
                    <a:pt x="111" y="212"/>
                  </a:lnTo>
                  <a:lnTo>
                    <a:pt x="111" y="221"/>
                  </a:lnTo>
                  <a:cubicBezTo>
                    <a:pt x="136" y="187"/>
                    <a:pt x="170" y="162"/>
                    <a:pt x="204" y="145"/>
                  </a:cubicBezTo>
                  <a:lnTo>
                    <a:pt x="204" y="145"/>
                  </a:lnTo>
                  <a:cubicBezTo>
                    <a:pt x="204" y="152"/>
                    <a:pt x="209" y="159"/>
                    <a:pt x="197" y="170"/>
                  </a:cubicBezTo>
                  <a:lnTo>
                    <a:pt x="197" y="170"/>
                  </a:lnTo>
                  <a:cubicBezTo>
                    <a:pt x="317" y="75"/>
                    <a:pt x="203" y="97"/>
                    <a:pt x="289" y="1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1"/>
            <p:cNvSpPr/>
            <p:nvPr/>
          </p:nvSpPr>
          <p:spPr>
            <a:xfrm rot="-4354305">
              <a:off x="6927451" y="3545487"/>
              <a:ext cx="14196" cy="19191"/>
            </a:xfrm>
            <a:custGeom>
              <a:rect b="b" l="l" r="r" t="t"/>
              <a:pathLst>
                <a:path extrusionOk="0" h="331" w="306">
                  <a:moveTo>
                    <a:pt x="263" y="0"/>
                  </a:moveTo>
                  <a:lnTo>
                    <a:pt x="263" y="0"/>
                  </a:lnTo>
                  <a:cubicBezTo>
                    <a:pt x="204" y="51"/>
                    <a:pt x="187" y="60"/>
                    <a:pt x="161" y="102"/>
                  </a:cubicBezTo>
                  <a:cubicBezTo>
                    <a:pt x="119" y="136"/>
                    <a:pt x="77" y="170"/>
                    <a:pt x="26" y="187"/>
                  </a:cubicBezTo>
                  <a:cubicBezTo>
                    <a:pt x="9" y="204"/>
                    <a:pt x="17" y="220"/>
                    <a:pt x="1" y="237"/>
                  </a:cubicBezTo>
                  <a:lnTo>
                    <a:pt x="9" y="229"/>
                  </a:lnTo>
                  <a:lnTo>
                    <a:pt x="43" y="263"/>
                  </a:lnTo>
                  <a:cubicBezTo>
                    <a:pt x="51" y="246"/>
                    <a:pt x="77" y="229"/>
                    <a:pt x="94" y="212"/>
                  </a:cubicBezTo>
                  <a:lnTo>
                    <a:pt x="94" y="212"/>
                  </a:lnTo>
                  <a:lnTo>
                    <a:pt x="34" y="330"/>
                  </a:lnTo>
                  <a:cubicBezTo>
                    <a:pt x="37" y="331"/>
                    <a:pt x="39" y="331"/>
                    <a:pt x="41" y="331"/>
                  </a:cubicBezTo>
                  <a:cubicBezTo>
                    <a:pt x="92" y="331"/>
                    <a:pt x="172" y="245"/>
                    <a:pt x="212" y="229"/>
                  </a:cubicBezTo>
                  <a:lnTo>
                    <a:pt x="212" y="229"/>
                  </a:lnTo>
                  <a:cubicBezTo>
                    <a:pt x="202" y="231"/>
                    <a:pt x="195" y="232"/>
                    <a:pt x="191" y="232"/>
                  </a:cubicBezTo>
                  <a:cubicBezTo>
                    <a:pt x="176" y="232"/>
                    <a:pt x="192" y="220"/>
                    <a:pt x="182" y="220"/>
                  </a:cubicBezTo>
                  <a:cubicBezTo>
                    <a:pt x="176" y="220"/>
                    <a:pt x="162" y="224"/>
                    <a:pt x="127" y="237"/>
                  </a:cubicBezTo>
                  <a:lnTo>
                    <a:pt x="153" y="170"/>
                  </a:lnTo>
                  <a:lnTo>
                    <a:pt x="237" y="119"/>
                  </a:lnTo>
                  <a:cubicBezTo>
                    <a:pt x="231" y="105"/>
                    <a:pt x="262" y="70"/>
                    <a:pt x="253" y="70"/>
                  </a:cubicBezTo>
                  <a:cubicBezTo>
                    <a:pt x="250" y="70"/>
                    <a:pt x="246" y="72"/>
                    <a:pt x="237" y="77"/>
                  </a:cubicBezTo>
                  <a:cubicBezTo>
                    <a:pt x="229" y="85"/>
                    <a:pt x="221" y="94"/>
                    <a:pt x="204" y="102"/>
                  </a:cubicBezTo>
                  <a:cubicBezTo>
                    <a:pt x="195" y="77"/>
                    <a:pt x="305" y="9"/>
                    <a:pt x="26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1"/>
            <p:cNvSpPr/>
            <p:nvPr/>
          </p:nvSpPr>
          <p:spPr>
            <a:xfrm rot="-4354305">
              <a:off x="6936852" y="3563022"/>
              <a:ext cx="46" cy="58"/>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1"/>
            <p:cNvSpPr/>
            <p:nvPr/>
          </p:nvSpPr>
          <p:spPr>
            <a:xfrm rot="-4354305">
              <a:off x="6749056" y="3409180"/>
              <a:ext cx="17722" cy="5450"/>
            </a:xfrm>
            <a:custGeom>
              <a:rect b="b" l="l" r="r" t="t"/>
              <a:pathLst>
                <a:path extrusionOk="0" h="94" w="382">
                  <a:moveTo>
                    <a:pt x="178" y="1"/>
                  </a:moveTo>
                  <a:lnTo>
                    <a:pt x="1" y="94"/>
                  </a:lnTo>
                  <a:cubicBezTo>
                    <a:pt x="68" y="94"/>
                    <a:pt x="51" y="60"/>
                    <a:pt x="127" y="60"/>
                  </a:cubicBezTo>
                  <a:cubicBezTo>
                    <a:pt x="111" y="60"/>
                    <a:pt x="102" y="68"/>
                    <a:pt x="94" y="77"/>
                  </a:cubicBezTo>
                  <a:lnTo>
                    <a:pt x="381" y="77"/>
                  </a:lnTo>
                  <a:cubicBezTo>
                    <a:pt x="373" y="60"/>
                    <a:pt x="288" y="51"/>
                    <a:pt x="347" y="43"/>
                  </a:cubicBezTo>
                  <a:cubicBezTo>
                    <a:pt x="332" y="37"/>
                    <a:pt x="318" y="34"/>
                    <a:pt x="305" y="34"/>
                  </a:cubicBezTo>
                  <a:cubicBezTo>
                    <a:pt x="281" y="34"/>
                    <a:pt x="259" y="43"/>
                    <a:pt x="237" y="60"/>
                  </a:cubicBezTo>
                  <a:lnTo>
                    <a:pt x="254" y="34"/>
                  </a:lnTo>
                  <a:lnTo>
                    <a:pt x="254" y="34"/>
                  </a:lnTo>
                  <a:cubicBezTo>
                    <a:pt x="239" y="40"/>
                    <a:pt x="226" y="42"/>
                    <a:pt x="214" y="42"/>
                  </a:cubicBezTo>
                  <a:cubicBezTo>
                    <a:pt x="172" y="42"/>
                    <a:pt x="154" y="14"/>
                    <a:pt x="18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1"/>
            <p:cNvSpPr/>
            <p:nvPr/>
          </p:nvSpPr>
          <p:spPr>
            <a:xfrm rot="-4354305">
              <a:off x="6635130" y="3664714"/>
              <a:ext cx="2041" cy="464"/>
            </a:xfrm>
            <a:custGeom>
              <a:rect b="b" l="l" r="r" t="t"/>
              <a:pathLst>
                <a:path extrusionOk="0" h="8" w="44">
                  <a:moveTo>
                    <a:pt x="22" y="1"/>
                  </a:moveTo>
                  <a:cubicBezTo>
                    <a:pt x="16" y="1"/>
                    <a:pt x="9" y="3"/>
                    <a:pt x="1" y="7"/>
                  </a:cubicBezTo>
                  <a:lnTo>
                    <a:pt x="43" y="7"/>
                  </a:lnTo>
                  <a:cubicBezTo>
                    <a:pt x="35" y="3"/>
                    <a:pt x="28" y="1"/>
                    <a:pt x="2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1"/>
            <p:cNvSpPr/>
            <p:nvPr/>
          </p:nvSpPr>
          <p:spPr>
            <a:xfrm rot="-4354305">
              <a:off x="6757213" y="3423569"/>
              <a:ext cx="2784" cy="1507"/>
            </a:xfrm>
            <a:custGeom>
              <a:rect b="b" l="l" r="r" t="t"/>
              <a:pathLst>
                <a:path extrusionOk="0" h="26" w="60">
                  <a:moveTo>
                    <a:pt x="59" y="1"/>
                  </a:moveTo>
                  <a:cubicBezTo>
                    <a:pt x="53" y="3"/>
                    <a:pt x="47" y="5"/>
                    <a:pt x="42" y="8"/>
                  </a:cubicBezTo>
                  <a:lnTo>
                    <a:pt x="42" y="8"/>
                  </a:lnTo>
                  <a:lnTo>
                    <a:pt x="59" y="1"/>
                  </a:lnTo>
                  <a:close/>
                  <a:moveTo>
                    <a:pt x="42" y="8"/>
                  </a:moveTo>
                  <a:lnTo>
                    <a:pt x="0" y="26"/>
                  </a:lnTo>
                  <a:cubicBezTo>
                    <a:pt x="13" y="26"/>
                    <a:pt x="25" y="16"/>
                    <a:pt x="42" y="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1"/>
            <p:cNvSpPr/>
            <p:nvPr/>
          </p:nvSpPr>
          <p:spPr>
            <a:xfrm rot="-4354305">
              <a:off x="6739035" y="3401454"/>
              <a:ext cx="1253" cy="522"/>
            </a:xfrm>
            <a:custGeom>
              <a:rect b="b" l="l" r="r" t="t"/>
              <a:pathLst>
                <a:path extrusionOk="0" h="9" w="27">
                  <a:moveTo>
                    <a:pt x="26" y="1"/>
                  </a:moveTo>
                  <a:lnTo>
                    <a:pt x="1" y="9"/>
                  </a:ln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1"/>
            <p:cNvSpPr/>
            <p:nvPr/>
          </p:nvSpPr>
          <p:spPr>
            <a:xfrm rot="-4354305">
              <a:off x="6744263" y="3482099"/>
              <a:ext cx="46" cy="58"/>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1"/>
            <p:cNvSpPr/>
            <p:nvPr/>
          </p:nvSpPr>
          <p:spPr>
            <a:xfrm rot="-4354305">
              <a:off x="6734310" y="3368920"/>
              <a:ext cx="13361" cy="6958"/>
            </a:xfrm>
            <a:custGeom>
              <a:rect b="b" l="l" r="r" t="t"/>
              <a:pathLst>
                <a:path extrusionOk="0" h="120" w="288">
                  <a:moveTo>
                    <a:pt x="288" y="0"/>
                  </a:moveTo>
                  <a:lnTo>
                    <a:pt x="161" y="34"/>
                  </a:lnTo>
                  <a:cubicBezTo>
                    <a:pt x="178" y="17"/>
                    <a:pt x="119" y="26"/>
                    <a:pt x="144" y="9"/>
                  </a:cubicBezTo>
                  <a:lnTo>
                    <a:pt x="144" y="9"/>
                  </a:lnTo>
                  <a:cubicBezTo>
                    <a:pt x="135" y="9"/>
                    <a:pt x="93" y="17"/>
                    <a:pt x="102" y="26"/>
                  </a:cubicBezTo>
                  <a:lnTo>
                    <a:pt x="127" y="26"/>
                  </a:lnTo>
                  <a:cubicBezTo>
                    <a:pt x="68" y="68"/>
                    <a:pt x="102" y="77"/>
                    <a:pt x="0" y="110"/>
                  </a:cubicBezTo>
                  <a:cubicBezTo>
                    <a:pt x="15" y="116"/>
                    <a:pt x="31" y="119"/>
                    <a:pt x="47" y="119"/>
                  </a:cubicBezTo>
                  <a:cubicBezTo>
                    <a:pt x="76" y="119"/>
                    <a:pt x="105" y="110"/>
                    <a:pt x="127" y="94"/>
                  </a:cubicBezTo>
                  <a:lnTo>
                    <a:pt x="161" y="85"/>
                  </a:lnTo>
                  <a:lnTo>
                    <a:pt x="271" y="26"/>
                  </a:lnTo>
                  <a:lnTo>
                    <a:pt x="28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1"/>
            <p:cNvSpPr/>
            <p:nvPr/>
          </p:nvSpPr>
          <p:spPr>
            <a:xfrm rot="-4354305">
              <a:off x="6668416" y="3588712"/>
              <a:ext cx="46" cy="58"/>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1"/>
            <p:cNvSpPr/>
            <p:nvPr/>
          </p:nvSpPr>
          <p:spPr>
            <a:xfrm rot="-4354305">
              <a:off x="6667506" y="3587508"/>
              <a:ext cx="1995" cy="522"/>
            </a:xfrm>
            <a:custGeom>
              <a:rect b="b" l="l" r="r" t="t"/>
              <a:pathLst>
                <a:path extrusionOk="0" h="9" w="43">
                  <a:moveTo>
                    <a:pt x="9" y="0"/>
                  </a:moveTo>
                  <a:lnTo>
                    <a:pt x="0" y="9"/>
                  </a:lnTo>
                  <a:cubicBezTo>
                    <a:pt x="9" y="9"/>
                    <a:pt x="43"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1"/>
            <p:cNvSpPr/>
            <p:nvPr/>
          </p:nvSpPr>
          <p:spPr>
            <a:xfrm rot="-4354305">
              <a:off x="6756885" y="3421064"/>
              <a:ext cx="1995" cy="1507"/>
            </a:xfrm>
            <a:custGeom>
              <a:rect b="b" l="l" r="r" t="t"/>
              <a:pathLst>
                <a:path extrusionOk="0" h="26" w="43">
                  <a:moveTo>
                    <a:pt x="17" y="0"/>
                  </a:moveTo>
                  <a:cubicBezTo>
                    <a:pt x="17" y="9"/>
                    <a:pt x="9" y="17"/>
                    <a:pt x="0" y="26"/>
                  </a:cubicBezTo>
                  <a:lnTo>
                    <a:pt x="43" y="9"/>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1"/>
            <p:cNvSpPr/>
            <p:nvPr/>
          </p:nvSpPr>
          <p:spPr>
            <a:xfrm rot="-4354305">
              <a:off x="6751058" y="3412482"/>
              <a:ext cx="6727" cy="1507"/>
            </a:xfrm>
            <a:custGeom>
              <a:rect b="b" l="l" r="r" t="t"/>
              <a:pathLst>
                <a:path extrusionOk="0" h="26" w="145">
                  <a:moveTo>
                    <a:pt x="144" y="1"/>
                  </a:moveTo>
                  <a:cubicBezTo>
                    <a:pt x="102" y="1"/>
                    <a:pt x="60" y="9"/>
                    <a:pt x="1" y="26"/>
                  </a:cubicBezTo>
                  <a:lnTo>
                    <a:pt x="102" y="18"/>
                  </a:lnTo>
                  <a:lnTo>
                    <a:pt x="14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1"/>
            <p:cNvSpPr/>
            <p:nvPr/>
          </p:nvSpPr>
          <p:spPr>
            <a:xfrm rot="-4354305">
              <a:off x="6709477" y="3457319"/>
              <a:ext cx="81140" cy="15596"/>
            </a:xfrm>
            <a:custGeom>
              <a:rect b="b" l="l" r="r" t="t"/>
              <a:pathLst>
                <a:path extrusionOk="0" h="269" w="1749">
                  <a:moveTo>
                    <a:pt x="615" y="94"/>
                  </a:moveTo>
                  <a:lnTo>
                    <a:pt x="615" y="94"/>
                  </a:lnTo>
                  <a:cubicBezTo>
                    <a:pt x="573" y="102"/>
                    <a:pt x="531" y="111"/>
                    <a:pt x="489" y="119"/>
                  </a:cubicBezTo>
                  <a:cubicBezTo>
                    <a:pt x="498" y="119"/>
                    <a:pt x="507" y="119"/>
                    <a:pt x="515" y="119"/>
                  </a:cubicBezTo>
                  <a:cubicBezTo>
                    <a:pt x="563" y="119"/>
                    <a:pt x="573" y="127"/>
                    <a:pt x="572" y="138"/>
                  </a:cubicBezTo>
                  <a:lnTo>
                    <a:pt x="572" y="138"/>
                  </a:lnTo>
                  <a:cubicBezTo>
                    <a:pt x="582" y="124"/>
                    <a:pt x="683" y="105"/>
                    <a:pt x="615" y="94"/>
                  </a:cubicBezTo>
                  <a:close/>
                  <a:moveTo>
                    <a:pt x="572" y="138"/>
                  </a:moveTo>
                  <a:cubicBezTo>
                    <a:pt x="571" y="139"/>
                    <a:pt x="571" y="140"/>
                    <a:pt x="571" y="141"/>
                  </a:cubicBezTo>
                  <a:lnTo>
                    <a:pt x="571" y="141"/>
                  </a:lnTo>
                  <a:cubicBezTo>
                    <a:pt x="571" y="140"/>
                    <a:pt x="572" y="139"/>
                    <a:pt x="572" y="138"/>
                  </a:cubicBezTo>
                  <a:close/>
                  <a:moveTo>
                    <a:pt x="612" y="205"/>
                  </a:moveTo>
                  <a:lnTo>
                    <a:pt x="612" y="205"/>
                  </a:lnTo>
                  <a:cubicBezTo>
                    <a:pt x="589" y="207"/>
                    <a:pt x="567" y="211"/>
                    <a:pt x="544" y="215"/>
                  </a:cubicBezTo>
                  <a:lnTo>
                    <a:pt x="544" y="215"/>
                  </a:lnTo>
                  <a:cubicBezTo>
                    <a:pt x="569" y="215"/>
                    <a:pt x="593" y="212"/>
                    <a:pt x="612" y="205"/>
                  </a:cubicBezTo>
                  <a:close/>
                  <a:moveTo>
                    <a:pt x="145" y="238"/>
                  </a:moveTo>
                  <a:cubicBezTo>
                    <a:pt x="148" y="243"/>
                    <a:pt x="153" y="246"/>
                    <a:pt x="159" y="246"/>
                  </a:cubicBezTo>
                  <a:cubicBezTo>
                    <a:pt x="156" y="243"/>
                    <a:pt x="151" y="240"/>
                    <a:pt x="145" y="238"/>
                  </a:cubicBezTo>
                  <a:close/>
                  <a:moveTo>
                    <a:pt x="531" y="145"/>
                  </a:moveTo>
                  <a:cubicBezTo>
                    <a:pt x="463" y="145"/>
                    <a:pt x="472" y="153"/>
                    <a:pt x="438" y="178"/>
                  </a:cubicBezTo>
                  <a:cubicBezTo>
                    <a:pt x="417" y="175"/>
                    <a:pt x="396" y="174"/>
                    <a:pt x="374" y="174"/>
                  </a:cubicBezTo>
                  <a:cubicBezTo>
                    <a:pt x="329" y="174"/>
                    <a:pt x="283" y="179"/>
                    <a:pt x="241" y="179"/>
                  </a:cubicBezTo>
                  <a:cubicBezTo>
                    <a:pt x="199" y="179"/>
                    <a:pt x="161" y="174"/>
                    <a:pt x="133" y="153"/>
                  </a:cubicBezTo>
                  <a:cubicBezTo>
                    <a:pt x="57" y="153"/>
                    <a:pt x="57" y="170"/>
                    <a:pt x="15" y="187"/>
                  </a:cubicBezTo>
                  <a:cubicBezTo>
                    <a:pt x="0" y="224"/>
                    <a:pt x="102" y="222"/>
                    <a:pt x="145" y="238"/>
                  </a:cubicBezTo>
                  <a:lnTo>
                    <a:pt x="145" y="238"/>
                  </a:lnTo>
                  <a:cubicBezTo>
                    <a:pt x="143" y="235"/>
                    <a:pt x="142" y="232"/>
                    <a:pt x="142" y="229"/>
                  </a:cubicBezTo>
                  <a:lnTo>
                    <a:pt x="142" y="229"/>
                  </a:lnTo>
                  <a:lnTo>
                    <a:pt x="218" y="246"/>
                  </a:lnTo>
                  <a:cubicBezTo>
                    <a:pt x="150" y="229"/>
                    <a:pt x="226" y="204"/>
                    <a:pt x="260" y="204"/>
                  </a:cubicBezTo>
                  <a:cubicBezTo>
                    <a:pt x="302" y="204"/>
                    <a:pt x="345" y="204"/>
                    <a:pt x="336" y="221"/>
                  </a:cubicBezTo>
                  <a:lnTo>
                    <a:pt x="294" y="221"/>
                  </a:lnTo>
                  <a:cubicBezTo>
                    <a:pt x="303" y="224"/>
                    <a:pt x="312" y="225"/>
                    <a:pt x="322" y="225"/>
                  </a:cubicBezTo>
                  <a:cubicBezTo>
                    <a:pt x="355" y="225"/>
                    <a:pt x="391" y="212"/>
                    <a:pt x="424" y="212"/>
                  </a:cubicBezTo>
                  <a:cubicBezTo>
                    <a:pt x="438" y="212"/>
                    <a:pt x="451" y="215"/>
                    <a:pt x="463" y="221"/>
                  </a:cubicBezTo>
                  <a:cubicBezTo>
                    <a:pt x="463" y="229"/>
                    <a:pt x="446" y="229"/>
                    <a:pt x="438" y="238"/>
                  </a:cubicBezTo>
                  <a:cubicBezTo>
                    <a:pt x="475" y="229"/>
                    <a:pt x="510" y="221"/>
                    <a:pt x="544" y="215"/>
                  </a:cubicBezTo>
                  <a:lnTo>
                    <a:pt x="544" y="215"/>
                  </a:lnTo>
                  <a:cubicBezTo>
                    <a:pt x="543" y="215"/>
                    <a:pt x="542" y="215"/>
                    <a:pt x="542" y="215"/>
                  </a:cubicBezTo>
                  <a:cubicBezTo>
                    <a:pt x="511" y="215"/>
                    <a:pt x="479" y="211"/>
                    <a:pt x="455" y="204"/>
                  </a:cubicBezTo>
                  <a:cubicBezTo>
                    <a:pt x="387" y="161"/>
                    <a:pt x="514" y="178"/>
                    <a:pt x="531" y="145"/>
                  </a:cubicBezTo>
                  <a:close/>
                  <a:moveTo>
                    <a:pt x="1529" y="1"/>
                  </a:moveTo>
                  <a:cubicBezTo>
                    <a:pt x="1309" y="35"/>
                    <a:pt x="1157" y="119"/>
                    <a:pt x="945" y="161"/>
                  </a:cubicBezTo>
                  <a:cubicBezTo>
                    <a:pt x="937" y="136"/>
                    <a:pt x="768" y="136"/>
                    <a:pt x="692" y="128"/>
                  </a:cubicBezTo>
                  <a:cubicBezTo>
                    <a:pt x="724" y="108"/>
                    <a:pt x="762" y="93"/>
                    <a:pt x="805" y="92"/>
                  </a:cubicBezTo>
                  <a:lnTo>
                    <a:pt x="805" y="92"/>
                  </a:lnTo>
                  <a:lnTo>
                    <a:pt x="844" y="94"/>
                  </a:lnTo>
                  <a:cubicBezTo>
                    <a:pt x="833" y="92"/>
                    <a:pt x="823" y="92"/>
                    <a:pt x="813" y="92"/>
                  </a:cubicBezTo>
                  <a:cubicBezTo>
                    <a:pt x="810" y="92"/>
                    <a:pt x="808" y="92"/>
                    <a:pt x="805" y="92"/>
                  </a:cubicBezTo>
                  <a:lnTo>
                    <a:pt x="805" y="92"/>
                  </a:lnTo>
                  <a:lnTo>
                    <a:pt x="683" y="85"/>
                  </a:lnTo>
                  <a:lnTo>
                    <a:pt x="658" y="153"/>
                  </a:lnTo>
                  <a:cubicBezTo>
                    <a:pt x="596" y="151"/>
                    <a:pt x="574" y="146"/>
                    <a:pt x="571" y="141"/>
                  </a:cubicBezTo>
                  <a:lnTo>
                    <a:pt x="571" y="141"/>
                  </a:lnTo>
                  <a:cubicBezTo>
                    <a:pt x="566" y="161"/>
                    <a:pt x="537" y="187"/>
                    <a:pt x="641" y="187"/>
                  </a:cubicBezTo>
                  <a:cubicBezTo>
                    <a:pt x="635" y="195"/>
                    <a:pt x="625" y="201"/>
                    <a:pt x="612" y="205"/>
                  </a:cubicBezTo>
                  <a:lnTo>
                    <a:pt x="612" y="205"/>
                  </a:lnTo>
                  <a:cubicBezTo>
                    <a:pt x="624" y="204"/>
                    <a:pt x="637" y="204"/>
                    <a:pt x="649" y="204"/>
                  </a:cubicBezTo>
                  <a:lnTo>
                    <a:pt x="599" y="238"/>
                  </a:lnTo>
                  <a:cubicBezTo>
                    <a:pt x="654" y="221"/>
                    <a:pt x="713" y="212"/>
                    <a:pt x="772" y="212"/>
                  </a:cubicBezTo>
                  <a:cubicBezTo>
                    <a:pt x="831" y="212"/>
                    <a:pt x="890" y="221"/>
                    <a:pt x="945" y="238"/>
                  </a:cubicBezTo>
                  <a:cubicBezTo>
                    <a:pt x="937" y="229"/>
                    <a:pt x="912" y="229"/>
                    <a:pt x="920" y="221"/>
                  </a:cubicBezTo>
                  <a:cubicBezTo>
                    <a:pt x="929" y="220"/>
                    <a:pt x="938" y="219"/>
                    <a:pt x="946" y="219"/>
                  </a:cubicBezTo>
                  <a:cubicBezTo>
                    <a:pt x="1000" y="219"/>
                    <a:pt x="1035" y="241"/>
                    <a:pt x="1013" y="263"/>
                  </a:cubicBezTo>
                  <a:cubicBezTo>
                    <a:pt x="1026" y="256"/>
                    <a:pt x="1044" y="253"/>
                    <a:pt x="1066" y="253"/>
                  </a:cubicBezTo>
                  <a:cubicBezTo>
                    <a:pt x="1121" y="253"/>
                    <a:pt x="1198" y="269"/>
                    <a:pt x="1262" y="269"/>
                  </a:cubicBezTo>
                  <a:cubicBezTo>
                    <a:pt x="1293" y="269"/>
                    <a:pt x="1321" y="265"/>
                    <a:pt x="1343" y="255"/>
                  </a:cubicBezTo>
                  <a:lnTo>
                    <a:pt x="1749" y="68"/>
                  </a:lnTo>
                  <a:cubicBezTo>
                    <a:pt x="1732" y="68"/>
                    <a:pt x="1715" y="77"/>
                    <a:pt x="1698" y="77"/>
                  </a:cubicBezTo>
                  <a:cubicBezTo>
                    <a:pt x="1664" y="43"/>
                    <a:pt x="1648" y="43"/>
                    <a:pt x="1707" y="18"/>
                  </a:cubicBezTo>
                  <a:lnTo>
                    <a:pt x="1707" y="18"/>
                  </a:lnTo>
                  <a:cubicBezTo>
                    <a:pt x="1648" y="35"/>
                    <a:pt x="1673" y="60"/>
                    <a:pt x="1580" y="60"/>
                  </a:cubicBezTo>
                  <a:cubicBezTo>
                    <a:pt x="1614" y="43"/>
                    <a:pt x="1622" y="1"/>
                    <a:pt x="152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1"/>
            <p:cNvSpPr/>
            <p:nvPr/>
          </p:nvSpPr>
          <p:spPr>
            <a:xfrm rot="-4354305">
              <a:off x="6751115" y="3450950"/>
              <a:ext cx="835" cy="58"/>
            </a:xfrm>
            <a:custGeom>
              <a:rect b="b" l="l" r="r" t="t"/>
              <a:pathLst>
                <a:path extrusionOk="0" h="1" w="18">
                  <a:moveTo>
                    <a:pt x="18" y="0"/>
                  </a:moveTo>
                  <a:cubicBezTo>
                    <a:pt x="9" y="0"/>
                    <a:pt x="9" y="0"/>
                    <a:pt x="1" y="0"/>
                  </a:cubicBezTo>
                  <a:cubicBezTo>
                    <a:pt x="9" y="0"/>
                    <a:pt x="9" y="0"/>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1"/>
            <p:cNvSpPr/>
            <p:nvPr/>
          </p:nvSpPr>
          <p:spPr>
            <a:xfrm rot="-4354305">
              <a:off x="6748465" y="3465450"/>
              <a:ext cx="46" cy="58"/>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1"/>
            <p:cNvSpPr/>
            <p:nvPr/>
          </p:nvSpPr>
          <p:spPr>
            <a:xfrm rot="-4354305">
              <a:off x="6751686" y="3422337"/>
              <a:ext cx="2041" cy="986"/>
            </a:xfrm>
            <a:custGeom>
              <a:rect b="b" l="l" r="r" t="t"/>
              <a:pathLst>
                <a:path extrusionOk="0" h="17" w="44">
                  <a:moveTo>
                    <a:pt x="43" y="0"/>
                  </a:moveTo>
                  <a:lnTo>
                    <a:pt x="18" y="8"/>
                  </a:lnTo>
                  <a:cubicBezTo>
                    <a:pt x="9" y="17"/>
                    <a:pt x="1" y="17"/>
                    <a:pt x="9" y="17"/>
                  </a:cubicBezTo>
                  <a:cubicBezTo>
                    <a:pt x="26" y="8"/>
                    <a:pt x="35" y="8"/>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1"/>
            <p:cNvSpPr/>
            <p:nvPr/>
          </p:nvSpPr>
          <p:spPr>
            <a:xfrm rot="-4354305">
              <a:off x="6756564" y="3421720"/>
              <a:ext cx="464" cy="580"/>
            </a:xfrm>
            <a:custGeom>
              <a:rect b="b" l="l" r="r" t="t"/>
              <a:pathLst>
                <a:path extrusionOk="0" h="10" w="10">
                  <a:moveTo>
                    <a:pt x="1" y="1"/>
                  </a:moveTo>
                  <a:lnTo>
                    <a:pt x="1" y="9"/>
                  </a:lnTo>
                  <a:lnTo>
                    <a:pt x="9" y="9"/>
                  </a:lnTo>
                  <a:cubicBezTo>
                    <a:pt x="9" y="9"/>
                    <a:pt x="9"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1"/>
            <p:cNvSpPr/>
            <p:nvPr/>
          </p:nvSpPr>
          <p:spPr>
            <a:xfrm rot="-4354305">
              <a:off x="6719542" y="3509212"/>
              <a:ext cx="835" cy="58"/>
            </a:xfrm>
            <a:custGeom>
              <a:rect b="b" l="l" r="r" t="t"/>
              <a:pathLst>
                <a:path extrusionOk="0" h="1" w="18">
                  <a:moveTo>
                    <a:pt x="17" y="0"/>
                  </a:moveTo>
                  <a:lnTo>
                    <a:pt x="0" y="0"/>
                  </a:lnTo>
                  <a:cubicBezTo>
                    <a:pt x="9" y="0"/>
                    <a:pt x="17" y="0"/>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1"/>
            <p:cNvSpPr/>
            <p:nvPr/>
          </p:nvSpPr>
          <p:spPr>
            <a:xfrm rot="-4354305">
              <a:off x="6722195" y="3467246"/>
              <a:ext cx="43701" cy="5334"/>
            </a:xfrm>
            <a:custGeom>
              <a:rect b="b" l="l" r="r" t="t"/>
              <a:pathLst>
                <a:path extrusionOk="0" h="92" w="942">
                  <a:moveTo>
                    <a:pt x="242" y="45"/>
                  </a:moveTo>
                  <a:lnTo>
                    <a:pt x="242" y="45"/>
                  </a:lnTo>
                  <a:cubicBezTo>
                    <a:pt x="237" y="45"/>
                    <a:pt x="233" y="46"/>
                    <a:pt x="228" y="46"/>
                  </a:cubicBezTo>
                  <a:lnTo>
                    <a:pt x="262" y="46"/>
                  </a:lnTo>
                  <a:cubicBezTo>
                    <a:pt x="255" y="45"/>
                    <a:pt x="248" y="45"/>
                    <a:pt x="242" y="45"/>
                  </a:cubicBezTo>
                  <a:close/>
                  <a:moveTo>
                    <a:pt x="534" y="0"/>
                  </a:moveTo>
                  <a:cubicBezTo>
                    <a:pt x="485" y="0"/>
                    <a:pt x="448" y="6"/>
                    <a:pt x="448" y="29"/>
                  </a:cubicBezTo>
                  <a:cubicBezTo>
                    <a:pt x="389" y="29"/>
                    <a:pt x="381" y="21"/>
                    <a:pt x="364" y="4"/>
                  </a:cubicBezTo>
                  <a:cubicBezTo>
                    <a:pt x="336" y="18"/>
                    <a:pt x="300" y="23"/>
                    <a:pt x="261" y="23"/>
                  </a:cubicBezTo>
                  <a:cubicBezTo>
                    <a:pt x="190" y="23"/>
                    <a:pt x="110" y="8"/>
                    <a:pt x="58" y="8"/>
                  </a:cubicBezTo>
                  <a:cubicBezTo>
                    <a:pt x="23" y="8"/>
                    <a:pt x="0" y="15"/>
                    <a:pt x="0" y="38"/>
                  </a:cubicBezTo>
                  <a:cubicBezTo>
                    <a:pt x="42" y="38"/>
                    <a:pt x="93" y="38"/>
                    <a:pt x="144" y="29"/>
                  </a:cubicBezTo>
                  <a:lnTo>
                    <a:pt x="144" y="29"/>
                  </a:lnTo>
                  <a:lnTo>
                    <a:pt x="135" y="80"/>
                  </a:lnTo>
                  <a:cubicBezTo>
                    <a:pt x="212" y="80"/>
                    <a:pt x="163" y="45"/>
                    <a:pt x="236" y="45"/>
                  </a:cubicBezTo>
                  <a:cubicBezTo>
                    <a:pt x="238" y="45"/>
                    <a:pt x="240" y="45"/>
                    <a:pt x="242" y="45"/>
                  </a:cubicBezTo>
                  <a:lnTo>
                    <a:pt x="242" y="45"/>
                  </a:lnTo>
                  <a:cubicBezTo>
                    <a:pt x="288" y="41"/>
                    <a:pt x="337" y="40"/>
                    <a:pt x="385" y="40"/>
                  </a:cubicBezTo>
                  <a:cubicBezTo>
                    <a:pt x="438" y="40"/>
                    <a:pt x="491" y="42"/>
                    <a:pt x="541" y="46"/>
                  </a:cubicBezTo>
                  <a:cubicBezTo>
                    <a:pt x="533" y="63"/>
                    <a:pt x="601" y="71"/>
                    <a:pt x="592" y="88"/>
                  </a:cubicBezTo>
                  <a:cubicBezTo>
                    <a:pt x="605" y="90"/>
                    <a:pt x="618" y="91"/>
                    <a:pt x="632" y="91"/>
                  </a:cubicBezTo>
                  <a:cubicBezTo>
                    <a:pt x="672" y="91"/>
                    <a:pt x="715" y="82"/>
                    <a:pt x="753" y="63"/>
                  </a:cubicBezTo>
                  <a:cubicBezTo>
                    <a:pt x="760" y="65"/>
                    <a:pt x="769" y="65"/>
                    <a:pt x="778" y="65"/>
                  </a:cubicBezTo>
                  <a:cubicBezTo>
                    <a:pt x="805" y="65"/>
                    <a:pt x="839" y="60"/>
                    <a:pt x="871" y="60"/>
                  </a:cubicBezTo>
                  <a:cubicBezTo>
                    <a:pt x="883" y="60"/>
                    <a:pt x="895" y="61"/>
                    <a:pt x="905" y="63"/>
                  </a:cubicBezTo>
                  <a:cubicBezTo>
                    <a:pt x="885" y="49"/>
                    <a:pt x="942" y="24"/>
                    <a:pt x="901" y="24"/>
                  </a:cubicBezTo>
                  <a:cubicBezTo>
                    <a:pt x="893" y="24"/>
                    <a:pt x="879" y="26"/>
                    <a:pt x="859" y="28"/>
                  </a:cubicBezTo>
                  <a:lnTo>
                    <a:pt x="859" y="28"/>
                  </a:lnTo>
                  <a:cubicBezTo>
                    <a:pt x="859" y="28"/>
                    <a:pt x="858" y="26"/>
                    <a:pt x="863" y="21"/>
                  </a:cubicBezTo>
                  <a:cubicBezTo>
                    <a:pt x="842" y="14"/>
                    <a:pt x="825" y="11"/>
                    <a:pt x="809" y="11"/>
                  </a:cubicBezTo>
                  <a:cubicBezTo>
                    <a:pt x="766" y="11"/>
                    <a:pt x="735" y="29"/>
                    <a:pt x="685" y="29"/>
                  </a:cubicBezTo>
                  <a:cubicBezTo>
                    <a:pt x="643" y="12"/>
                    <a:pt x="753" y="12"/>
                    <a:pt x="711" y="4"/>
                  </a:cubicBezTo>
                  <a:lnTo>
                    <a:pt x="711" y="4"/>
                  </a:lnTo>
                  <a:cubicBezTo>
                    <a:pt x="700" y="5"/>
                    <a:pt x="689" y="5"/>
                    <a:pt x="676" y="5"/>
                  </a:cubicBezTo>
                  <a:cubicBezTo>
                    <a:pt x="632" y="5"/>
                    <a:pt x="578" y="0"/>
                    <a:pt x="5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1"/>
            <p:cNvSpPr/>
            <p:nvPr/>
          </p:nvSpPr>
          <p:spPr>
            <a:xfrm rot="-4354305">
              <a:off x="6751713" y="3429159"/>
              <a:ext cx="46" cy="58"/>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1"/>
            <p:cNvSpPr/>
            <p:nvPr/>
          </p:nvSpPr>
          <p:spPr>
            <a:xfrm rot="-4354305">
              <a:off x="6746140" y="3403780"/>
              <a:ext cx="44769" cy="10378"/>
            </a:xfrm>
            <a:custGeom>
              <a:rect b="b" l="l" r="r" t="t"/>
              <a:pathLst>
                <a:path extrusionOk="0" h="179" w="965">
                  <a:moveTo>
                    <a:pt x="652" y="1"/>
                  </a:moveTo>
                  <a:cubicBezTo>
                    <a:pt x="466" y="26"/>
                    <a:pt x="652" y="86"/>
                    <a:pt x="491" y="111"/>
                  </a:cubicBezTo>
                  <a:lnTo>
                    <a:pt x="381" y="102"/>
                  </a:lnTo>
                  <a:lnTo>
                    <a:pt x="339" y="145"/>
                  </a:lnTo>
                  <a:cubicBezTo>
                    <a:pt x="271" y="145"/>
                    <a:pt x="381" y="111"/>
                    <a:pt x="280" y="111"/>
                  </a:cubicBezTo>
                  <a:cubicBezTo>
                    <a:pt x="246" y="128"/>
                    <a:pt x="178" y="119"/>
                    <a:pt x="161" y="128"/>
                  </a:cubicBezTo>
                  <a:cubicBezTo>
                    <a:pt x="161" y="119"/>
                    <a:pt x="161" y="111"/>
                    <a:pt x="110" y="111"/>
                  </a:cubicBezTo>
                  <a:cubicBezTo>
                    <a:pt x="110" y="111"/>
                    <a:pt x="110" y="128"/>
                    <a:pt x="68" y="128"/>
                  </a:cubicBezTo>
                  <a:cubicBezTo>
                    <a:pt x="43" y="77"/>
                    <a:pt x="178" y="119"/>
                    <a:pt x="127" y="77"/>
                  </a:cubicBezTo>
                  <a:cubicBezTo>
                    <a:pt x="0" y="77"/>
                    <a:pt x="60" y="119"/>
                    <a:pt x="34" y="136"/>
                  </a:cubicBezTo>
                  <a:lnTo>
                    <a:pt x="60" y="136"/>
                  </a:lnTo>
                  <a:cubicBezTo>
                    <a:pt x="55" y="145"/>
                    <a:pt x="41" y="145"/>
                    <a:pt x="28" y="145"/>
                  </a:cubicBezTo>
                  <a:cubicBezTo>
                    <a:pt x="15" y="145"/>
                    <a:pt x="5" y="145"/>
                    <a:pt x="9" y="153"/>
                  </a:cubicBezTo>
                  <a:cubicBezTo>
                    <a:pt x="26" y="153"/>
                    <a:pt x="51" y="153"/>
                    <a:pt x="68" y="145"/>
                  </a:cubicBezTo>
                  <a:lnTo>
                    <a:pt x="68" y="145"/>
                  </a:lnTo>
                  <a:cubicBezTo>
                    <a:pt x="34" y="162"/>
                    <a:pt x="127" y="179"/>
                    <a:pt x="161" y="179"/>
                  </a:cubicBezTo>
                  <a:cubicBezTo>
                    <a:pt x="254" y="166"/>
                    <a:pt x="347" y="158"/>
                    <a:pt x="437" y="158"/>
                  </a:cubicBezTo>
                  <a:cubicBezTo>
                    <a:pt x="469" y="158"/>
                    <a:pt x="502" y="159"/>
                    <a:pt x="533" y="162"/>
                  </a:cubicBezTo>
                  <a:cubicBezTo>
                    <a:pt x="525" y="162"/>
                    <a:pt x="508" y="162"/>
                    <a:pt x="516" y="170"/>
                  </a:cubicBezTo>
                  <a:cubicBezTo>
                    <a:pt x="660" y="170"/>
                    <a:pt x="796" y="170"/>
                    <a:pt x="931" y="162"/>
                  </a:cubicBezTo>
                  <a:lnTo>
                    <a:pt x="965" y="111"/>
                  </a:lnTo>
                  <a:cubicBezTo>
                    <a:pt x="965" y="108"/>
                    <a:pt x="961" y="107"/>
                    <a:pt x="955" y="107"/>
                  </a:cubicBezTo>
                  <a:cubicBezTo>
                    <a:pt x="942" y="107"/>
                    <a:pt x="920" y="111"/>
                    <a:pt x="897" y="111"/>
                  </a:cubicBezTo>
                  <a:cubicBezTo>
                    <a:pt x="906" y="102"/>
                    <a:pt x="914" y="94"/>
                    <a:pt x="872" y="94"/>
                  </a:cubicBezTo>
                  <a:cubicBezTo>
                    <a:pt x="856" y="91"/>
                    <a:pt x="842" y="90"/>
                    <a:pt x="829" y="90"/>
                  </a:cubicBezTo>
                  <a:cubicBezTo>
                    <a:pt x="767" y="90"/>
                    <a:pt x="726" y="115"/>
                    <a:pt x="681" y="119"/>
                  </a:cubicBezTo>
                  <a:lnTo>
                    <a:pt x="681" y="119"/>
                  </a:lnTo>
                  <a:cubicBezTo>
                    <a:pt x="667" y="117"/>
                    <a:pt x="652" y="116"/>
                    <a:pt x="637" y="116"/>
                  </a:cubicBezTo>
                  <a:cubicBezTo>
                    <a:pt x="591" y="116"/>
                    <a:pt x="543" y="124"/>
                    <a:pt x="500" y="136"/>
                  </a:cubicBezTo>
                  <a:cubicBezTo>
                    <a:pt x="449" y="94"/>
                    <a:pt x="677" y="128"/>
                    <a:pt x="584" y="94"/>
                  </a:cubicBezTo>
                  <a:cubicBezTo>
                    <a:pt x="652" y="94"/>
                    <a:pt x="719" y="86"/>
                    <a:pt x="796" y="69"/>
                  </a:cubicBezTo>
                  <a:cubicBezTo>
                    <a:pt x="703" y="60"/>
                    <a:pt x="626" y="26"/>
                    <a:pt x="65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1"/>
            <p:cNvSpPr/>
            <p:nvPr/>
          </p:nvSpPr>
          <p:spPr>
            <a:xfrm rot="-4354305">
              <a:off x="6918128" y="3522824"/>
              <a:ext cx="835" cy="580"/>
            </a:xfrm>
            <a:custGeom>
              <a:rect b="b" l="l" r="r" t="t"/>
              <a:pathLst>
                <a:path extrusionOk="0" h="10" w="18">
                  <a:moveTo>
                    <a:pt x="18" y="1"/>
                  </a:moveTo>
                  <a:lnTo>
                    <a:pt x="1" y="9"/>
                  </a:lnTo>
                  <a:cubicBezTo>
                    <a:pt x="1" y="9"/>
                    <a:pt x="9" y="9"/>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1"/>
            <p:cNvSpPr/>
            <p:nvPr/>
          </p:nvSpPr>
          <p:spPr>
            <a:xfrm rot="-4354305">
              <a:off x="6779988" y="3279597"/>
              <a:ext cx="2041" cy="2029"/>
            </a:xfrm>
            <a:custGeom>
              <a:rect b="b" l="l" r="r" t="t"/>
              <a:pathLst>
                <a:path extrusionOk="0" h="35" w="44">
                  <a:moveTo>
                    <a:pt x="43" y="1"/>
                  </a:moveTo>
                  <a:lnTo>
                    <a:pt x="32" y="10"/>
                  </a:lnTo>
                  <a:lnTo>
                    <a:pt x="32" y="10"/>
                  </a:lnTo>
                  <a:cubicBezTo>
                    <a:pt x="37" y="6"/>
                    <a:pt x="40" y="4"/>
                    <a:pt x="43" y="1"/>
                  </a:cubicBezTo>
                  <a:close/>
                  <a:moveTo>
                    <a:pt x="32" y="10"/>
                  </a:moveTo>
                  <a:cubicBezTo>
                    <a:pt x="23" y="16"/>
                    <a:pt x="12" y="23"/>
                    <a:pt x="1" y="35"/>
                  </a:cubicBezTo>
                  <a:lnTo>
                    <a:pt x="32" y="1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1"/>
            <p:cNvSpPr/>
            <p:nvPr/>
          </p:nvSpPr>
          <p:spPr>
            <a:xfrm rot="-4354305">
              <a:off x="6811916" y="3318340"/>
              <a:ext cx="2784" cy="3479"/>
            </a:xfrm>
            <a:custGeom>
              <a:rect b="b" l="l" r="r" t="t"/>
              <a:pathLst>
                <a:path extrusionOk="0" h="60" w="60">
                  <a:moveTo>
                    <a:pt x="60" y="0"/>
                  </a:moveTo>
                  <a:lnTo>
                    <a:pt x="1" y="60"/>
                  </a:lnTo>
                  <a:cubicBezTo>
                    <a:pt x="18" y="43"/>
                    <a:pt x="43" y="26"/>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1"/>
            <p:cNvSpPr/>
            <p:nvPr/>
          </p:nvSpPr>
          <p:spPr>
            <a:xfrm rot="-4354305">
              <a:off x="6908675" y="3505487"/>
              <a:ext cx="46" cy="522"/>
            </a:xfrm>
            <a:custGeom>
              <a:rect b="b" l="l" r="r" t="t"/>
              <a:pathLst>
                <a:path extrusionOk="0" h="9" w="1">
                  <a:moveTo>
                    <a:pt x="0" y="8"/>
                  </a:moveTo>
                  <a:lnTo>
                    <a:pt x="0" y="8"/>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1"/>
            <p:cNvSpPr/>
            <p:nvPr/>
          </p:nvSpPr>
          <p:spPr>
            <a:xfrm rot="-4354305">
              <a:off x="6851660" y="3400548"/>
              <a:ext cx="1253" cy="580"/>
            </a:xfrm>
            <a:custGeom>
              <a:rect b="b" l="l" r="r" t="t"/>
              <a:pathLst>
                <a:path extrusionOk="0" h="10" w="27">
                  <a:moveTo>
                    <a:pt x="26" y="1"/>
                  </a:moveTo>
                  <a:cubicBezTo>
                    <a:pt x="19" y="1"/>
                    <a:pt x="11" y="7"/>
                    <a:pt x="4" y="9"/>
                  </a:cubicBezTo>
                  <a:lnTo>
                    <a:pt x="4" y="9"/>
                  </a:lnTo>
                  <a:cubicBezTo>
                    <a:pt x="8" y="8"/>
                    <a:pt x="15" y="6"/>
                    <a:pt x="26" y="1"/>
                  </a:cubicBezTo>
                  <a:close/>
                  <a:moveTo>
                    <a:pt x="4" y="9"/>
                  </a:moveTo>
                  <a:cubicBezTo>
                    <a:pt x="2" y="9"/>
                    <a:pt x="1" y="9"/>
                    <a:pt x="1" y="9"/>
                  </a:cubicBezTo>
                  <a:cubicBezTo>
                    <a:pt x="2" y="9"/>
                    <a:pt x="3" y="9"/>
                    <a:pt x="4"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1"/>
            <p:cNvSpPr/>
            <p:nvPr/>
          </p:nvSpPr>
          <p:spPr>
            <a:xfrm rot="-4354305">
              <a:off x="6811612" y="3317917"/>
              <a:ext cx="464" cy="580"/>
            </a:xfrm>
            <a:custGeom>
              <a:rect b="b" l="l" r="r" t="t"/>
              <a:pathLst>
                <a:path extrusionOk="0" h="10" w="10">
                  <a:moveTo>
                    <a:pt x="9" y="1"/>
                  </a:moveTo>
                  <a:lnTo>
                    <a:pt x="9" y="1"/>
                  </a:ln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1"/>
            <p:cNvSpPr/>
            <p:nvPr/>
          </p:nvSpPr>
          <p:spPr>
            <a:xfrm rot="-4354305">
              <a:off x="6769039" y="3265039"/>
              <a:ext cx="2412" cy="522"/>
            </a:xfrm>
            <a:custGeom>
              <a:rect b="b" l="l" r="r" t="t"/>
              <a:pathLst>
                <a:path extrusionOk="0" h="9" w="52">
                  <a:moveTo>
                    <a:pt x="52" y="1"/>
                  </a:move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1"/>
            <p:cNvSpPr/>
            <p:nvPr/>
          </p:nvSpPr>
          <p:spPr>
            <a:xfrm rot="-4354305">
              <a:off x="6747680" y="3345761"/>
              <a:ext cx="3990" cy="1044"/>
            </a:xfrm>
            <a:custGeom>
              <a:rect b="b" l="l" r="r" t="t"/>
              <a:pathLst>
                <a:path extrusionOk="0" h="18" w="86">
                  <a:moveTo>
                    <a:pt x="85" y="1"/>
                  </a:moveTo>
                  <a:lnTo>
                    <a:pt x="1" y="18"/>
                  </a:lnTo>
                  <a:cubicBezTo>
                    <a:pt x="26" y="18"/>
                    <a:pt x="60" y="9"/>
                    <a:pt x="8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1"/>
            <p:cNvSpPr/>
            <p:nvPr/>
          </p:nvSpPr>
          <p:spPr>
            <a:xfrm rot="-4354305">
              <a:off x="6767449" y="3268749"/>
              <a:ext cx="1253" cy="580"/>
            </a:xfrm>
            <a:custGeom>
              <a:rect b="b" l="l" r="r" t="t"/>
              <a:pathLst>
                <a:path extrusionOk="0" h="10" w="27">
                  <a:moveTo>
                    <a:pt x="26" y="1"/>
                  </a:moveTo>
                  <a:cubicBezTo>
                    <a:pt x="22" y="1"/>
                    <a:pt x="18" y="3"/>
                    <a:pt x="14" y="5"/>
                  </a:cubicBezTo>
                  <a:lnTo>
                    <a:pt x="14" y="5"/>
                  </a:lnTo>
                  <a:lnTo>
                    <a:pt x="26" y="1"/>
                  </a:lnTo>
                  <a:close/>
                  <a:moveTo>
                    <a:pt x="14" y="5"/>
                  </a:moveTo>
                  <a:lnTo>
                    <a:pt x="1" y="9"/>
                  </a:lnTo>
                  <a:cubicBezTo>
                    <a:pt x="5" y="9"/>
                    <a:pt x="9" y="7"/>
                    <a:pt x="14"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1"/>
            <p:cNvSpPr/>
            <p:nvPr/>
          </p:nvSpPr>
          <p:spPr>
            <a:xfrm rot="-4354305">
              <a:off x="6918251" y="3537689"/>
              <a:ext cx="46" cy="58"/>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1"/>
            <p:cNvSpPr/>
            <p:nvPr/>
          </p:nvSpPr>
          <p:spPr>
            <a:xfrm rot="-4354305">
              <a:off x="6924133" y="3540996"/>
              <a:ext cx="1624" cy="1507"/>
            </a:xfrm>
            <a:custGeom>
              <a:rect b="b" l="l" r="r" t="t"/>
              <a:pathLst>
                <a:path extrusionOk="0" h="26" w="35">
                  <a:moveTo>
                    <a:pt x="34" y="0"/>
                  </a:moveTo>
                  <a:lnTo>
                    <a:pt x="0" y="26"/>
                  </a:lnTo>
                  <a:cubicBezTo>
                    <a:pt x="17" y="17"/>
                    <a:pt x="26" y="9"/>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1"/>
            <p:cNvSpPr/>
            <p:nvPr/>
          </p:nvSpPr>
          <p:spPr>
            <a:xfrm rot="-4354305">
              <a:off x="6863397" y="3429456"/>
              <a:ext cx="2227" cy="1565"/>
            </a:xfrm>
            <a:custGeom>
              <a:rect b="b" l="l" r="r" t="t"/>
              <a:pathLst>
                <a:path extrusionOk="0" h="27" w="48">
                  <a:moveTo>
                    <a:pt x="47" y="0"/>
                  </a:moveTo>
                  <a:cubicBezTo>
                    <a:pt x="36" y="0"/>
                    <a:pt x="21" y="8"/>
                    <a:pt x="12" y="8"/>
                  </a:cubicBezTo>
                  <a:cubicBezTo>
                    <a:pt x="8" y="8"/>
                    <a:pt x="5" y="6"/>
                    <a:pt x="5" y="0"/>
                  </a:cubicBezTo>
                  <a:lnTo>
                    <a:pt x="5" y="0"/>
                  </a:lnTo>
                  <a:cubicBezTo>
                    <a:pt x="0" y="15"/>
                    <a:pt x="3" y="26"/>
                    <a:pt x="13" y="26"/>
                  </a:cubicBezTo>
                  <a:cubicBezTo>
                    <a:pt x="21" y="26"/>
                    <a:pt x="32" y="19"/>
                    <a:pt x="4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1"/>
            <p:cNvSpPr/>
            <p:nvPr/>
          </p:nvSpPr>
          <p:spPr>
            <a:xfrm rot="-4354305">
              <a:off x="6898457" y="3532887"/>
              <a:ext cx="696" cy="1623"/>
            </a:xfrm>
            <a:custGeom>
              <a:rect b="b" l="l" r="r" t="t"/>
              <a:pathLst>
                <a:path extrusionOk="0" h="28" w="15">
                  <a:moveTo>
                    <a:pt x="12" y="0"/>
                  </a:moveTo>
                  <a:cubicBezTo>
                    <a:pt x="11" y="0"/>
                    <a:pt x="10" y="1"/>
                    <a:pt x="9" y="3"/>
                  </a:cubicBezTo>
                  <a:cubicBezTo>
                    <a:pt x="9" y="11"/>
                    <a:pt x="0" y="20"/>
                    <a:pt x="0" y="28"/>
                  </a:cubicBezTo>
                  <a:cubicBezTo>
                    <a:pt x="7" y="14"/>
                    <a:pt x="14" y="0"/>
                    <a:pt x="1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1"/>
            <p:cNvSpPr/>
            <p:nvPr/>
          </p:nvSpPr>
          <p:spPr>
            <a:xfrm rot="-4354305">
              <a:off x="6899710" y="3533922"/>
              <a:ext cx="835" cy="1507"/>
            </a:xfrm>
            <a:custGeom>
              <a:rect b="b" l="l" r="r" t="t"/>
              <a:pathLst>
                <a:path extrusionOk="0" h="26" w="18">
                  <a:moveTo>
                    <a:pt x="17" y="0"/>
                  </a:moveTo>
                  <a:lnTo>
                    <a:pt x="0" y="25"/>
                  </a:lnTo>
                  <a:cubicBezTo>
                    <a:pt x="9" y="17"/>
                    <a:pt x="17" y="8"/>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1"/>
            <p:cNvSpPr/>
            <p:nvPr/>
          </p:nvSpPr>
          <p:spPr>
            <a:xfrm rot="-4354305">
              <a:off x="6836463" y="3422557"/>
              <a:ext cx="835" cy="290"/>
            </a:xfrm>
            <a:custGeom>
              <a:rect b="b" l="l" r="r" t="t"/>
              <a:pathLst>
                <a:path extrusionOk="0" h="5" w="18">
                  <a:moveTo>
                    <a:pt x="9" y="1"/>
                  </a:moveTo>
                  <a:cubicBezTo>
                    <a:pt x="4" y="1"/>
                    <a:pt x="0" y="4"/>
                    <a:pt x="0" y="4"/>
                  </a:cubicBezTo>
                  <a:lnTo>
                    <a:pt x="17" y="4"/>
                  </a:lnTo>
                  <a:cubicBezTo>
                    <a:pt x="14" y="1"/>
                    <a:pt x="12"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1"/>
            <p:cNvSpPr/>
            <p:nvPr/>
          </p:nvSpPr>
          <p:spPr>
            <a:xfrm rot="-4354305">
              <a:off x="6925249" y="3534728"/>
              <a:ext cx="12990" cy="16292"/>
            </a:xfrm>
            <a:custGeom>
              <a:rect b="b" l="l" r="r" t="t"/>
              <a:pathLst>
                <a:path extrusionOk="0" h="281" w="280">
                  <a:moveTo>
                    <a:pt x="255" y="1"/>
                  </a:moveTo>
                  <a:lnTo>
                    <a:pt x="111" y="94"/>
                  </a:lnTo>
                  <a:cubicBezTo>
                    <a:pt x="93" y="100"/>
                    <a:pt x="81" y="103"/>
                    <a:pt x="75" y="103"/>
                  </a:cubicBezTo>
                  <a:cubicBezTo>
                    <a:pt x="55" y="103"/>
                    <a:pt x="87" y="75"/>
                    <a:pt x="119" y="43"/>
                  </a:cubicBezTo>
                  <a:cubicBezTo>
                    <a:pt x="111" y="43"/>
                    <a:pt x="102" y="52"/>
                    <a:pt x="94" y="52"/>
                  </a:cubicBezTo>
                  <a:cubicBezTo>
                    <a:pt x="94" y="58"/>
                    <a:pt x="22" y="131"/>
                    <a:pt x="40" y="131"/>
                  </a:cubicBezTo>
                  <a:cubicBezTo>
                    <a:pt x="47" y="131"/>
                    <a:pt x="62" y="123"/>
                    <a:pt x="94" y="102"/>
                  </a:cubicBezTo>
                  <a:lnTo>
                    <a:pt x="94" y="102"/>
                  </a:lnTo>
                  <a:cubicBezTo>
                    <a:pt x="102" y="136"/>
                    <a:pt x="26" y="179"/>
                    <a:pt x="1" y="212"/>
                  </a:cubicBezTo>
                  <a:cubicBezTo>
                    <a:pt x="5" y="210"/>
                    <a:pt x="8" y="208"/>
                    <a:pt x="10" y="208"/>
                  </a:cubicBezTo>
                  <a:cubicBezTo>
                    <a:pt x="19" y="208"/>
                    <a:pt x="4" y="238"/>
                    <a:pt x="18" y="238"/>
                  </a:cubicBezTo>
                  <a:cubicBezTo>
                    <a:pt x="26" y="221"/>
                    <a:pt x="43" y="204"/>
                    <a:pt x="68" y="187"/>
                  </a:cubicBezTo>
                  <a:lnTo>
                    <a:pt x="68" y="187"/>
                  </a:lnTo>
                  <a:cubicBezTo>
                    <a:pt x="85" y="187"/>
                    <a:pt x="52" y="229"/>
                    <a:pt x="18" y="246"/>
                  </a:cubicBezTo>
                  <a:cubicBezTo>
                    <a:pt x="23" y="244"/>
                    <a:pt x="27" y="244"/>
                    <a:pt x="30" y="244"/>
                  </a:cubicBezTo>
                  <a:cubicBezTo>
                    <a:pt x="49" y="244"/>
                    <a:pt x="18" y="280"/>
                    <a:pt x="31" y="280"/>
                  </a:cubicBezTo>
                  <a:cubicBezTo>
                    <a:pt x="34" y="280"/>
                    <a:pt x="41" y="278"/>
                    <a:pt x="52" y="272"/>
                  </a:cubicBezTo>
                  <a:cubicBezTo>
                    <a:pt x="145" y="195"/>
                    <a:pt x="221" y="111"/>
                    <a:pt x="280" y="9"/>
                  </a:cubicBezTo>
                  <a:lnTo>
                    <a:pt x="280" y="9"/>
                  </a:lnTo>
                  <a:cubicBezTo>
                    <a:pt x="221" y="60"/>
                    <a:pt x="162" y="111"/>
                    <a:pt x="94" y="153"/>
                  </a:cubicBezTo>
                  <a:lnTo>
                    <a:pt x="94" y="119"/>
                  </a:lnTo>
                  <a:cubicBezTo>
                    <a:pt x="153" y="85"/>
                    <a:pt x="204" y="52"/>
                    <a:pt x="25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1"/>
            <p:cNvSpPr/>
            <p:nvPr/>
          </p:nvSpPr>
          <p:spPr>
            <a:xfrm rot="-4354305">
              <a:off x="6909893" y="3543769"/>
              <a:ext cx="46" cy="580"/>
            </a:xfrm>
            <a:custGeom>
              <a:rect b="b" l="l" r="r" t="t"/>
              <a:pathLst>
                <a:path extrusionOk="0" h="10" w="1">
                  <a:moveTo>
                    <a:pt x="0" y="1"/>
                  </a:moveTo>
                  <a:lnTo>
                    <a:pt x="0" y="1"/>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1"/>
            <p:cNvSpPr/>
            <p:nvPr/>
          </p:nvSpPr>
          <p:spPr>
            <a:xfrm rot="-4354305">
              <a:off x="6780213" y="3362754"/>
              <a:ext cx="418" cy="522"/>
            </a:xfrm>
            <a:custGeom>
              <a:rect b="b" l="l" r="r" t="t"/>
              <a:pathLst>
                <a:path extrusionOk="0" h="9" w="9">
                  <a:moveTo>
                    <a:pt x="9" y="0"/>
                  </a:moveTo>
                  <a:lnTo>
                    <a:pt x="0" y="9"/>
                  </a:lnTo>
                  <a:cubicBezTo>
                    <a:pt x="9" y="9"/>
                    <a:pt x="9"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1"/>
            <p:cNvSpPr/>
            <p:nvPr/>
          </p:nvSpPr>
          <p:spPr>
            <a:xfrm rot="-4354305">
              <a:off x="6914766" y="3537450"/>
              <a:ext cx="46" cy="58"/>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1"/>
            <p:cNvSpPr/>
            <p:nvPr/>
          </p:nvSpPr>
          <p:spPr>
            <a:xfrm>
              <a:off x="6781620" y="3356671"/>
              <a:ext cx="0" cy="58"/>
            </a:xfrm>
            <a:custGeom>
              <a:rect b="b" l="l" r="r" t="t"/>
              <a:pathLst>
                <a:path extrusionOk="0" h="1" w="0">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1"/>
            <p:cNvSpPr/>
            <p:nvPr/>
          </p:nvSpPr>
          <p:spPr>
            <a:xfrm rot="-4354305">
              <a:off x="6755085" y="3304917"/>
              <a:ext cx="835" cy="58"/>
            </a:xfrm>
            <a:custGeom>
              <a:rect b="b" l="l" r="r" t="t"/>
              <a:pathLst>
                <a:path extrusionOk="0" h="1" w="18">
                  <a:moveTo>
                    <a:pt x="18" y="1"/>
                  </a:moveTo>
                  <a:lnTo>
                    <a:pt x="18" y="1"/>
                  </a:lnTo>
                  <a:cubicBezTo>
                    <a:pt x="1" y="1"/>
                    <a:pt x="1" y="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1"/>
            <p:cNvSpPr/>
            <p:nvPr/>
          </p:nvSpPr>
          <p:spPr>
            <a:xfrm>
              <a:off x="6781620" y="3356671"/>
              <a:ext cx="0" cy="58"/>
            </a:xfrm>
            <a:custGeom>
              <a:rect b="b" l="l" r="r" t="t"/>
              <a:pathLst>
                <a:path extrusionOk="0" h="1" w="0">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1"/>
            <p:cNvSpPr/>
            <p:nvPr/>
          </p:nvSpPr>
          <p:spPr>
            <a:xfrm rot="-4354305">
              <a:off x="6794144" y="3346974"/>
              <a:ext cx="1206" cy="232"/>
            </a:xfrm>
            <a:custGeom>
              <a:rect b="b" l="l" r="r" t="t"/>
              <a:pathLst>
                <a:path extrusionOk="0" h="4" w="26">
                  <a:moveTo>
                    <a:pt x="14" y="0"/>
                  </a:moveTo>
                  <a:cubicBezTo>
                    <a:pt x="11" y="0"/>
                    <a:pt x="6" y="1"/>
                    <a:pt x="0" y="4"/>
                  </a:cubicBezTo>
                  <a:lnTo>
                    <a:pt x="26" y="4"/>
                  </a:lnTo>
                  <a:cubicBezTo>
                    <a:pt x="26" y="4"/>
                    <a:pt x="22" y="0"/>
                    <a:pt x="1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1"/>
            <p:cNvSpPr/>
            <p:nvPr/>
          </p:nvSpPr>
          <p:spPr>
            <a:xfrm rot="-4354305">
              <a:off x="6789614" y="3333817"/>
              <a:ext cx="418" cy="58"/>
            </a:xfrm>
            <a:custGeom>
              <a:rect b="b" l="l" r="r" t="t"/>
              <a:pathLst>
                <a:path extrusionOk="0" h="1" w="9">
                  <a:moveTo>
                    <a:pt x="0" y="1"/>
                  </a:moveTo>
                  <a:lnTo>
                    <a:pt x="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1"/>
            <p:cNvSpPr/>
            <p:nvPr/>
          </p:nvSpPr>
          <p:spPr>
            <a:xfrm rot="-4354305">
              <a:off x="6868318" y="3421879"/>
              <a:ext cx="1206" cy="1507"/>
            </a:xfrm>
            <a:custGeom>
              <a:rect b="b" l="l" r="r" t="t"/>
              <a:pathLst>
                <a:path extrusionOk="0" h="26" w="26">
                  <a:moveTo>
                    <a:pt x="25" y="0"/>
                  </a:moveTo>
                  <a:cubicBezTo>
                    <a:pt x="17" y="0"/>
                    <a:pt x="9" y="9"/>
                    <a:pt x="0" y="26"/>
                  </a:cubicBezTo>
                  <a:lnTo>
                    <a:pt x="2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1"/>
            <p:cNvSpPr/>
            <p:nvPr/>
          </p:nvSpPr>
          <p:spPr>
            <a:xfrm rot="-4354305">
              <a:off x="6781707" y="3357332"/>
              <a:ext cx="835" cy="522"/>
            </a:xfrm>
            <a:custGeom>
              <a:rect b="b" l="l" r="r" t="t"/>
              <a:pathLst>
                <a:path extrusionOk="0" h="9" w="18">
                  <a:moveTo>
                    <a:pt x="18" y="0"/>
                  </a:move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1"/>
            <p:cNvSpPr/>
            <p:nvPr/>
          </p:nvSpPr>
          <p:spPr>
            <a:xfrm rot="-4354305">
              <a:off x="6809055" y="3357079"/>
              <a:ext cx="418" cy="580"/>
            </a:xfrm>
            <a:custGeom>
              <a:rect b="b" l="l" r="r" t="t"/>
              <a:pathLst>
                <a:path extrusionOk="0" h="10" w="9">
                  <a:moveTo>
                    <a:pt x="0" y="9"/>
                  </a:moveTo>
                  <a:lnTo>
                    <a:pt x="9" y="1"/>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1"/>
            <p:cNvSpPr/>
            <p:nvPr/>
          </p:nvSpPr>
          <p:spPr>
            <a:xfrm rot="-4354305">
              <a:off x="6805452" y="3356681"/>
              <a:ext cx="16516" cy="13799"/>
            </a:xfrm>
            <a:custGeom>
              <a:rect b="b" l="l" r="r" t="t"/>
              <a:pathLst>
                <a:path extrusionOk="0" h="238" w="356">
                  <a:moveTo>
                    <a:pt x="356" y="0"/>
                  </a:moveTo>
                  <a:lnTo>
                    <a:pt x="280" y="51"/>
                  </a:lnTo>
                  <a:lnTo>
                    <a:pt x="280" y="26"/>
                  </a:lnTo>
                  <a:cubicBezTo>
                    <a:pt x="245" y="60"/>
                    <a:pt x="231" y="68"/>
                    <a:pt x="223" y="68"/>
                  </a:cubicBezTo>
                  <a:cubicBezTo>
                    <a:pt x="216" y="68"/>
                    <a:pt x="215" y="62"/>
                    <a:pt x="207" y="62"/>
                  </a:cubicBezTo>
                  <a:cubicBezTo>
                    <a:pt x="199" y="62"/>
                    <a:pt x="184" y="71"/>
                    <a:pt x="144" y="110"/>
                  </a:cubicBezTo>
                  <a:cubicBezTo>
                    <a:pt x="144" y="102"/>
                    <a:pt x="144" y="102"/>
                    <a:pt x="144" y="93"/>
                  </a:cubicBezTo>
                  <a:cubicBezTo>
                    <a:pt x="93" y="144"/>
                    <a:pt x="0" y="203"/>
                    <a:pt x="9" y="237"/>
                  </a:cubicBezTo>
                  <a:cubicBezTo>
                    <a:pt x="23" y="223"/>
                    <a:pt x="86" y="188"/>
                    <a:pt x="110" y="188"/>
                  </a:cubicBezTo>
                  <a:cubicBezTo>
                    <a:pt x="115" y="188"/>
                    <a:pt x="119" y="190"/>
                    <a:pt x="119" y="195"/>
                  </a:cubicBezTo>
                  <a:cubicBezTo>
                    <a:pt x="144" y="161"/>
                    <a:pt x="212" y="136"/>
                    <a:pt x="220" y="119"/>
                  </a:cubicBezTo>
                  <a:lnTo>
                    <a:pt x="220" y="119"/>
                  </a:lnTo>
                  <a:cubicBezTo>
                    <a:pt x="205" y="126"/>
                    <a:pt x="195" y="130"/>
                    <a:pt x="191" y="130"/>
                  </a:cubicBezTo>
                  <a:cubicBezTo>
                    <a:pt x="175" y="130"/>
                    <a:pt x="211" y="94"/>
                    <a:pt x="237" y="68"/>
                  </a:cubicBezTo>
                  <a:cubicBezTo>
                    <a:pt x="244" y="62"/>
                    <a:pt x="249" y="61"/>
                    <a:pt x="251" y="61"/>
                  </a:cubicBezTo>
                  <a:cubicBezTo>
                    <a:pt x="258" y="61"/>
                    <a:pt x="252" y="75"/>
                    <a:pt x="262" y="75"/>
                  </a:cubicBezTo>
                  <a:cubicBezTo>
                    <a:pt x="265" y="75"/>
                    <a:pt x="271" y="73"/>
                    <a:pt x="280" y="68"/>
                  </a:cubicBezTo>
                  <a:lnTo>
                    <a:pt x="35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1"/>
            <p:cNvSpPr/>
            <p:nvPr/>
          </p:nvSpPr>
          <p:spPr>
            <a:xfrm rot="-4354305">
              <a:off x="6811009" y="3363799"/>
              <a:ext cx="835" cy="1044"/>
            </a:xfrm>
            <a:custGeom>
              <a:rect b="b" l="l" r="r" t="t"/>
              <a:pathLst>
                <a:path extrusionOk="0" h="18" w="18">
                  <a:moveTo>
                    <a:pt x="17" y="0"/>
                  </a:moveTo>
                  <a:lnTo>
                    <a:pt x="17" y="0"/>
                  </a:lnTo>
                  <a:cubicBezTo>
                    <a:pt x="9" y="0"/>
                    <a:pt x="0" y="9"/>
                    <a:pt x="0" y="17"/>
                  </a:cubicBezTo>
                  <a:cubicBezTo>
                    <a:pt x="9" y="9"/>
                    <a:pt x="9" y="0"/>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1"/>
            <p:cNvSpPr/>
            <p:nvPr/>
          </p:nvSpPr>
          <p:spPr>
            <a:xfrm rot="-4354305">
              <a:off x="6823926" y="3391434"/>
              <a:ext cx="835" cy="1507"/>
            </a:xfrm>
            <a:custGeom>
              <a:rect b="b" l="l" r="r" t="t"/>
              <a:pathLst>
                <a:path extrusionOk="0" h="26" w="18">
                  <a:moveTo>
                    <a:pt x="18" y="1"/>
                  </a:moveTo>
                  <a:lnTo>
                    <a:pt x="1" y="26"/>
                  </a:lnTo>
                  <a:cubicBezTo>
                    <a:pt x="9" y="18"/>
                    <a:pt x="18" y="9"/>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1"/>
            <p:cNvSpPr/>
            <p:nvPr/>
          </p:nvSpPr>
          <p:spPr>
            <a:xfrm rot="-4354305">
              <a:off x="6754403" y="3403858"/>
              <a:ext cx="4361" cy="1334"/>
            </a:xfrm>
            <a:custGeom>
              <a:rect b="b" l="l" r="r" t="t"/>
              <a:pathLst>
                <a:path extrusionOk="0" h="23" w="94">
                  <a:moveTo>
                    <a:pt x="9" y="0"/>
                  </a:moveTo>
                  <a:lnTo>
                    <a:pt x="1" y="9"/>
                  </a:lnTo>
                  <a:cubicBezTo>
                    <a:pt x="1" y="14"/>
                    <a:pt x="35" y="22"/>
                    <a:pt x="62" y="22"/>
                  </a:cubicBezTo>
                  <a:cubicBezTo>
                    <a:pt x="79" y="22"/>
                    <a:pt x="94" y="19"/>
                    <a:pt x="94" y="9"/>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1"/>
            <p:cNvSpPr/>
            <p:nvPr/>
          </p:nvSpPr>
          <p:spPr>
            <a:xfrm rot="-4354305">
              <a:off x="6870242" y="3457960"/>
              <a:ext cx="1253" cy="1507"/>
            </a:xfrm>
            <a:custGeom>
              <a:rect b="b" l="l" r="r" t="t"/>
              <a:pathLst>
                <a:path extrusionOk="0" h="26" w="27">
                  <a:moveTo>
                    <a:pt x="26" y="0"/>
                  </a:moveTo>
                  <a:cubicBezTo>
                    <a:pt x="18" y="0"/>
                    <a:pt x="1" y="17"/>
                    <a:pt x="1" y="26"/>
                  </a:cubicBezTo>
                  <a:lnTo>
                    <a:pt x="26" y="9"/>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1"/>
            <p:cNvSpPr/>
            <p:nvPr/>
          </p:nvSpPr>
          <p:spPr>
            <a:xfrm rot="-4354305">
              <a:off x="6817389" y="3366764"/>
              <a:ext cx="835" cy="1565"/>
            </a:xfrm>
            <a:custGeom>
              <a:rect b="b" l="l" r="r" t="t"/>
              <a:pathLst>
                <a:path extrusionOk="0" h="27" w="18">
                  <a:moveTo>
                    <a:pt x="18" y="1"/>
                  </a:moveTo>
                  <a:cubicBezTo>
                    <a:pt x="9" y="1"/>
                    <a:pt x="9" y="9"/>
                    <a:pt x="1" y="26"/>
                  </a:cubicBezTo>
                  <a:cubicBezTo>
                    <a:pt x="9" y="18"/>
                    <a:pt x="18" y="9"/>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1"/>
            <p:cNvSpPr/>
            <p:nvPr/>
          </p:nvSpPr>
          <p:spPr>
            <a:xfrm rot="-4354305">
              <a:off x="6867519" y="3461290"/>
              <a:ext cx="3990" cy="3479"/>
            </a:xfrm>
            <a:custGeom>
              <a:rect b="b" l="l" r="r" t="t"/>
              <a:pathLst>
                <a:path extrusionOk="0" h="60" w="86">
                  <a:moveTo>
                    <a:pt x="43" y="0"/>
                  </a:moveTo>
                  <a:cubicBezTo>
                    <a:pt x="26" y="17"/>
                    <a:pt x="9" y="34"/>
                    <a:pt x="1" y="60"/>
                  </a:cubicBezTo>
                  <a:cubicBezTo>
                    <a:pt x="26" y="34"/>
                    <a:pt x="52" y="17"/>
                    <a:pt x="85" y="0"/>
                  </a:cubicBezTo>
                  <a:lnTo>
                    <a:pt x="85" y="0"/>
                  </a:lnTo>
                  <a:cubicBezTo>
                    <a:pt x="80" y="0"/>
                    <a:pt x="67" y="4"/>
                    <a:pt x="56" y="4"/>
                  </a:cubicBezTo>
                  <a:cubicBezTo>
                    <a:pt x="51" y="4"/>
                    <a:pt x="46" y="3"/>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1"/>
            <p:cNvSpPr/>
            <p:nvPr/>
          </p:nvSpPr>
          <p:spPr>
            <a:xfrm rot="-4354305">
              <a:off x="6870580" y="3465200"/>
              <a:ext cx="46" cy="58"/>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1"/>
            <p:cNvSpPr/>
            <p:nvPr/>
          </p:nvSpPr>
          <p:spPr>
            <a:xfrm rot="-4354305">
              <a:off x="6578346" y="3353737"/>
              <a:ext cx="471392" cy="253485"/>
            </a:xfrm>
            <a:custGeom>
              <a:rect b="b" l="l" r="r" t="t"/>
              <a:pathLst>
                <a:path extrusionOk="0" h="4372" w="10161">
                  <a:moveTo>
                    <a:pt x="610" y="184"/>
                  </a:moveTo>
                  <a:cubicBezTo>
                    <a:pt x="610" y="185"/>
                    <a:pt x="610" y="185"/>
                    <a:pt x="610" y="186"/>
                  </a:cubicBezTo>
                  <a:lnTo>
                    <a:pt x="610" y="186"/>
                  </a:lnTo>
                  <a:cubicBezTo>
                    <a:pt x="610" y="185"/>
                    <a:pt x="610" y="184"/>
                    <a:pt x="610" y="184"/>
                  </a:cubicBezTo>
                  <a:close/>
                  <a:moveTo>
                    <a:pt x="2037" y="326"/>
                  </a:moveTo>
                  <a:lnTo>
                    <a:pt x="2048" y="328"/>
                  </a:lnTo>
                  <a:cubicBezTo>
                    <a:pt x="2044" y="327"/>
                    <a:pt x="2040" y="327"/>
                    <a:pt x="2037" y="326"/>
                  </a:cubicBezTo>
                  <a:close/>
                  <a:moveTo>
                    <a:pt x="1405" y="370"/>
                  </a:moveTo>
                  <a:lnTo>
                    <a:pt x="1405" y="370"/>
                  </a:lnTo>
                  <a:cubicBezTo>
                    <a:pt x="1408" y="373"/>
                    <a:pt x="1411" y="374"/>
                    <a:pt x="1414" y="374"/>
                  </a:cubicBezTo>
                  <a:cubicBezTo>
                    <a:pt x="1417" y="374"/>
                    <a:pt x="1420" y="373"/>
                    <a:pt x="1422" y="372"/>
                  </a:cubicBezTo>
                  <a:lnTo>
                    <a:pt x="1422" y="372"/>
                  </a:lnTo>
                  <a:cubicBezTo>
                    <a:pt x="1417" y="372"/>
                    <a:pt x="1411" y="371"/>
                    <a:pt x="1405" y="370"/>
                  </a:cubicBezTo>
                  <a:close/>
                  <a:moveTo>
                    <a:pt x="4315" y="480"/>
                  </a:moveTo>
                  <a:lnTo>
                    <a:pt x="4315" y="480"/>
                  </a:lnTo>
                  <a:cubicBezTo>
                    <a:pt x="4308" y="489"/>
                    <a:pt x="4297" y="495"/>
                    <a:pt x="4283" y="499"/>
                  </a:cubicBezTo>
                  <a:lnTo>
                    <a:pt x="4283" y="499"/>
                  </a:lnTo>
                  <a:cubicBezTo>
                    <a:pt x="4314" y="495"/>
                    <a:pt x="4349" y="493"/>
                    <a:pt x="4315" y="480"/>
                  </a:cubicBezTo>
                  <a:close/>
                  <a:moveTo>
                    <a:pt x="4283" y="499"/>
                  </a:moveTo>
                  <a:lnTo>
                    <a:pt x="4283" y="499"/>
                  </a:lnTo>
                  <a:cubicBezTo>
                    <a:pt x="4274" y="501"/>
                    <a:pt x="4265" y="502"/>
                    <a:pt x="4259" y="504"/>
                  </a:cubicBezTo>
                  <a:lnTo>
                    <a:pt x="4259" y="504"/>
                  </a:lnTo>
                  <a:cubicBezTo>
                    <a:pt x="4268" y="503"/>
                    <a:pt x="4276" y="501"/>
                    <a:pt x="4283" y="499"/>
                  </a:cubicBezTo>
                  <a:close/>
                  <a:moveTo>
                    <a:pt x="9225" y="582"/>
                  </a:moveTo>
                  <a:lnTo>
                    <a:pt x="9213" y="590"/>
                  </a:lnTo>
                  <a:cubicBezTo>
                    <a:pt x="9218" y="587"/>
                    <a:pt x="9222" y="584"/>
                    <a:pt x="9225" y="582"/>
                  </a:cubicBezTo>
                  <a:close/>
                  <a:moveTo>
                    <a:pt x="3906" y="725"/>
                  </a:moveTo>
                  <a:lnTo>
                    <a:pt x="3906" y="725"/>
                  </a:lnTo>
                  <a:cubicBezTo>
                    <a:pt x="3904" y="725"/>
                    <a:pt x="3903" y="725"/>
                    <a:pt x="3901" y="726"/>
                  </a:cubicBezTo>
                  <a:lnTo>
                    <a:pt x="3909" y="726"/>
                  </a:lnTo>
                  <a:cubicBezTo>
                    <a:pt x="3908" y="725"/>
                    <a:pt x="3907" y="725"/>
                    <a:pt x="3906" y="725"/>
                  </a:cubicBezTo>
                  <a:close/>
                  <a:moveTo>
                    <a:pt x="8223" y="709"/>
                  </a:moveTo>
                  <a:cubicBezTo>
                    <a:pt x="8190" y="734"/>
                    <a:pt x="8156" y="743"/>
                    <a:pt x="8122" y="743"/>
                  </a:cubicBezTo>
                  <a:cubicBezTo>
                    <a:pt x="8139" y="734"/>
                    <a:pt x="8147" y="726"/>
                    <a:pt x="8147" y="726"/>
                  </a:cubicBezTo>
                  <a:lnTo>
                    <a:pt x="8223" y="709"/>
                  </a:lnTo>
                  <a:close/>
                  <a:moveTo>
                    <a:pt x="8226" y="741"/>
                  </a:moveTo>
                  <a:cubicBezTo>
                    <a:pt x="8218" y="745"/>
                    <a:pt x="8211" y="748"/>
                    <a:pt x="8207" y="751"/>
                  </a:cubicBezTo>
                  <a:cubicBezTo>
                    <a:pt x="8218" y="746"/>
                    <a:pt x="8224" y="743"/>
                    <a:pt x="8226" y="741"/>
                  </a:cubicBezTo>
                  <a:close/>
                  <a:moveTo>
                    <a:pt x="8347" y="593"/>
                  </a:moveTo>
                  <a:cubicBezTo>
                    <a:pt x="8353" y="593"/>
                    <a:pt x="8355" y="594"/>
                    <a:pt x="8350" y="599"/>
                  </a:cubicBezTo>
                  <a:lnTo>
                    <a:pt x="7894" y="751"/>
                  </a:lnTo>
                  <a:cubicBezTo>
                    <a:pt x="7858" y="757"/>
                    <a:pt x="7818" y="763"/>
                    <a:pt x="7776" y="763"/>
                  </a:cubicBezTo>
                  <a:cubicBezTo>
                    <a:pt x="7759" y="763"/>
                    <a:pt x="7742" y="762"/>
                    <a:pt x="7724" y="759"/>
                  </a:cubicBezTo>
                  <a:lnTo>
                    <a:pt x="7750" y="751"/>
                  </a:lnTo>
                  <a:cubicBezTo>
                    <a:pt x="7902" y="743"/>
                    <a:pt x="7970" y="726"/>
                    <a:pt x="7978" y="709"/>
                  </a:cubicBezTo>
                  <a:cubicBezTo>
                    <a:pt x="7995" y="683"/>
                    <a:pt x="7944" y="658"/>
                    <a:pt x="7843" y="633"/>
                  </a:cubicBezTo>
                  <a:lnTo>
                    <a:pt x="8240" y="616"/>
                  </a:lnTo>
                  <a:lnTo>
                    <a:pt x="8249" y="599"/>
                  </a:lnTo>
                  <a:cubicBezTo>
                    <a:pt x="8255" y="600"/>
                    <a:pt x="8262" y="601"/>
                    <a:pt x="8270" y="601"/>
                  </a:cubicBezTo>
                  <a:cubicBezTo>
                    <a:pt x="8299" y="601"/>
                    <a:pt x="8333" y="593"/>
                    <a:pt x="8347" y="593"/>
                  </a:cubicBezTo>
                  <a:close/>
                  <a:moveTo>
                    <a:pt x="9146" y="762"/>
                  </a:moveTo>
                  <a:cubicBezTo>
                    <a:pt x="9139" y="765"/>
                    <a:pt x="9130" y="770"/>
                    <a:pt x="9120" y="776"/>
                  </a:cubicBezTo>
                  <a:cubicBezTo>
                    <a:pt x="9129" y="772"/>
                    <a:pt x="9138" y="767"/>
                    <a:pt x="9146" y="762"/>
                  </a:cubicBezTo>
                  <a:close/>
                  <a:moveTo>
                    <a:pt x="8486" y="776"/>
                  </a:moveTo>
                  <a:cubicBezTo>
                    <a:pt x="8483" y="777"/>
                    <a:pt x="8479" y="778"/>
                    <a:pt x="8475" y="780"/>
                  </a:cubicBezTo>
                  <a:lnTo>
                    <a:pt x="8475" y="780"/>
                  </a:lnTo>
                  <a:cubicBezTo>
                    <a:pt x="8478" y="779"/>
                    <a:pt x="8482" y="778"/>
                    <a:pt x="8486" y="776"/>
                  </a:cubicBezTo>
                  <a:close/>
                  <a:moveTo>
                    <a:pt x="7107" y="759"/>
                  </a:moveTo>
                  <a:lnTo>
                    <a:pt x="7090" y="785"/>
                  </a:lnTo>
                  <a:lnTo>
                    <a:pt x="7090" y="793"/>
                  </a:lnTo>
                  <a:cubicBezTo>
                    <a:pt x="7073" y="785"/>
                    <a:pt x="7065" y="776"/>
                    <a:pt x="7056" y="759"/>
                  </a:cubicBezTo>
                  <a:close/>
                  <a:moveTo>
                    <a:pt x="5326" y="823"/>
                  </a:moveTo>
                  <a:cubicBezTo>
                    <a:pt x="5324" y="824"/>
                    <a:pt x="5323" y="826"/>
                    <a:pt x="5322" y="827"/>
                  </a:cubicBezTo>
                  <a:lnTo>
                    <a:pt x="5326" y="823"/>
                  </a:lnTo>
                  <a:close/>
                  <a:moveTo>
                    <a:pt x="7606" y="759"/>
                  </a:moveTo>
                  <a:cubicBezTo>
                    <a:pt x="7631" y="759"/>
                    <a:pt x="7640" y="768"/>
                    <a:pt x="7631" y="776"/>
                  </a:cubicBezTo>
                  <a:cubicBezTo>
                    <a:pt x="7597" y="810"/>
                    <a:pt x="7521" y="810"/>
                    <a:pt x="7496" y="844"/>
                  </a:cubicBezTo>
                  <a:lnTo>
                    <a:pt x="7496" y="853"/>
                  </a:lnTo>
                  <a:cubicBezTo>
                    <a:pt x="7487" y="856"/>
                    <a:pt x="7471" y="858"/>
                    <a:pt x="7455" y="858"/>
                  </a:cubicBezTo>
                  <a:cubicBezTo>
                    <a:pt x="7427" y="858"/>
                    <a:pt x="7401" y="852"/>
                    <a:pt x="7411" y="836"/>
                  </a:cubicBezTo>
                  <a:lnTo>
                    <a:pt x="7411" y="836"/>
                  </a:lnTo>
                  <a:cubicBezTo>
                    <a:pt x="7415" y="836"/>
                    <a:pt x="7418" y="836"/>
                    <a:pt x="7420" y="836"/>
                  </a:cubicBezTo>
                  <a:cubicBezTo>
                    <a:pt x="7460" y="836"/>
                    <a:pt x="7480" y="797"/>
                    <a:pt x="7505" y="797"/>
                  </a:cubicBezTo>
                  <a:cubicBezTo>
                    <a:pt x="7512" y="797"/>
                    <a:pt x="7520" y="801"/>
                    <a:pt x="7530" y="810"/>
                  </a:cubicBezTo>
                  <a:cubicBezTo>
                    <a:pt x="7547" y="785"/>
                    <a:pt x="7538" y="776"/>
                    <a:pt x="7513" y="776"/>
                  </a:cubicBezTo>
                  <a:cubicBezTo>
                    <a:pt x="7521" y="768"/>
                    <a:pt x="7530" y="768"/>
                    <a:pt x="7530" y="759"/>
                  </a:cubicBezTo>
                  <a:close/>
                  <a:moveTo>
                    <a:pt x="8806" y="631"/>
                  </a:moveTo>
                  <a:cubicBezTo>
                    <a:pt x="8823" y="631"/>
                    <a:pt x="8718" y="696"/>
                    <a:pt x="8655" y="734"/>
                  </a:cubicBezTo>
                  <a:cubicBezTo>
                    <a:pt x="8655" y="733"/>
                    <a:pt x="8654" y="732"/>
                    <a:pt x="8652" y="732"/>
                  </a:cubicBezTo>
                  <a:cubicBezTo>
                    <a:pt x="8639" y="732"/>
                    <a:pt x="8592" y="752"/>
                    <a:pt x="8570" y="759"/>
                  </a:cubicBezTo>
                  <a:cubicBezTo>
                    <a:pt x="8566" y="767"/>
                    <a:pt x="8569" y="770"/>
                    <a:pt x="8576" y="770"/>
                  </a:cubicBezTo>
                  <a:cubicBezTo>
                    <a:pt x="8601" y="770"/>
                    <a:pt x="8681" y="731"/>
                    <a:pt x="8739" y="692"/>
                  </a:cubicBezTo>
                  <a:lnTo>
                    <a:pt x="8739" y="692"/>
                  </a:lnTo>
                  <a:cubicBezTo>
                    <a:pt x="8731" y="709"/>
                    <a:pt x="8731" y="726"/>
                    <a:pt x="8723" y="734"/>
                  </a:cubicBezTo>
                  <a:lnTo>
                    <a:pt x="8672" y="785"/>
                  </a:lnTo>
                  <a:lnTo>
                    <a:pt x="8672" y="793"/>
                  </a:lnTo>
                  <a:cubicBezTo>
                    <a:pt x="8614" y="814"/>
                    <a:pt x="8570" y="829"/>
                    <a:pt x="8556" y="829"/>
                  </a:cubicBezTo>
                  <a:cubicBezTo>
                    <a:pt x="8548" y="829"/>
                    <a:pt x="8551" y="823"/>
                    <a:pt x="8570" y="810"/>
                  </a:cubicBezTo>
                  <a:lnTo>
                    <a:pt x="8570" y="810"/>
                  </a:lnTo>
                  <a:lnTo>
                    <a:pt x="8469" y="861"/>
                  </a:lnTo>
                  <a:lnTo>
                    <a:pt x="8511" y="819"/>
                  </a:lnTo>
                  <a:lnTo>
                    <a:pt x="8511" y="819"/>
                  </a:lnTo>
                  <a:cubicBezTo>
                    <a:pt x="8418" y="861"/>
                    <a:pt x="8435" y="869"/>
                    <a:pt x="8401" y="895"/>
                  </a:cubicBezTo>
                  <a:cubicBezTo>
                    <a:pt x="8386" y="903"/>
                    <a:pt x="8378" y="907"/>
                    <a:pt x="8374" y="907"/>
                  </a:cubicBezTo>
                  <a:cubicBezTo>
                    <a:pt x="8360" y="907"/>
                    <a:pt x="8405" y="860"/>
                    <a:pt x="8360" y="860"/>
                  </a:cubicBezTo>
                  <a:cubicBezTo>
                    <a:pt x="8357" y="860"/>
                    <a:pt x="8354" y="861"/>
                    <a:pt x="8350" y="861"/>
                  </a:cubicBezTo>
                  <a:cubicBezTo>
                    <a:pt x="8319" y="861"/>
                    <a:pt x="8430" y="798"/>
                    <a:pt x="8475" y="780"/>
                  </a:cubicBezTo>
                  <a:lnTo>
                    <a:pt x="8475" y="780"/>
                  </a:lnTo>
                  <a:cubicBezTo>
                    <a:pt x="8453" y="787"/>
                    <a:pt x="8443" y="790"/>
                    <a:pt x="8439" y="790"/>
                  </a:cubicBezTo>
                  <a:cubicBezTo>
                    <a:pt x="8435" y="790"/>
                    <a:pt x="8435" y="788"/>
                    <a:pt x="8435" y="785"/>
                  </a:cubicBezTo>
                  <a:cubicBezTo>
                    <a:pt x="8435" y="785"/>
                    <a:pt x="8443" y="776"/>
                    <a:pt x="8443" y="768"/>
                  </a:cubicBezTo>
                  <a:lnTo>
                    <a:pt x="8426" y="768"/>
                  </a:lnTo>
                  <a:cubicBezTo>
                    <a:pt x="8393" y="768"/>
                    <a:pt x="8367" y="776"/>
                    <a:pt x="8342" y="785"/>
                  </a:cubicBezTo>
                  <a:cubicBezTo>
                    <a:pt x="8336" y="785"/>
                    <a:pt x="8331" y="786"/>
                    <a:pt x="8327" y="786"/>
                  </a:cubicBezTo>
                  <a:cubicBezTo>
                    <a:pt x="8272" y="786"/>
                    <a:pt x="8372" y="745"/>
                    <a:pt x="8334" y="745"/>
                  </a:cubicBezTo>
                  <a:cubicBezTo>
                    <a:pt x="8326" y="745"/>
                    <a:pt x="8313" y="747"/>
                    <a:pt x="8291" y="751"/>
                  </a:cubicBezTo>
                  <a:cubicBezTo>
                    <a:pt x="8283" y="759"/>
                    <a:pt x="8274" y="768"/>
                    <a:pt x="8266" y="776"/>
                  </a:cubicBezTo>
                  <a:cubicBezTo>
                    <a:pt x="8190" y="793"/>
                    <a:pt x="8122" y="802"/>
                    <a:pt x="8054" y="802"/>
                  </a:cubicBezTo>
                  <a:cubicBezTo>
                    <a:pt x="8070" y="789"/>
                    <a:pt x="8077" y="786"/>
                    <a:pt x="8083" y="786"/>
                  </a:cubicBezTo>
                  <a:cubicBezTo>
                    <a:pt x="8090" y="786"/>
                    <a:pt x="8094" y="790"/>
                    <a:pt x="8105" y="790"/>
                  </a:cubicBezTo>
                  <a:cubicBezTo>
                    <a:pt x="8111" y="790"/>
                    <a:pt x="8119" y="789"/>
                    <a:pt x="8130" y="785"/>
                  </a:cubicBezTo>
                  <a:cubicBezTo>
                    <a:pt x="8139" y="776"/>
                    <a:pt x="8147" y="768"/>
                    <a:pt x="8147" y="751"/>
                  </a:cubicBezTo>
                  <a:cubicBezTo>
                    <a:pt x="8164" y="751"/>
                    <a:pt x="8211" y="740"/>
                    <a:pt x="8223" y="740"/>
                  </a:cubicBezTo>
                  <a:cubicBezTo>
                    <a:pt x="8226" y="740"/>
                    <a:pt x="8226" y="740"/>
                    <a:pt x="8226" y="741"/>
                  </a:cubicBezTo>
                  <a:lnTo>
                    <a:pt x="8226" y="741"/>
                  </a:lnTo>
                  <a:cubicBezTo>
                    <a:pt x="8250" y="731"/>
                    <a:pt x="8282" y="720"/>
                    <a:pt x="8270" y="720"/>
                  </a:cubicBezTo>
                  <a:cubicBezTo>
                    <a:pt x="8265" y="720"/>
                    <a:pt x="8254" y="722"/>
                    <a:pt x="8232" y="726"/>
                  </a:cubicBezTo>
                  <a:lnTo>
                    <a:pt x="8333" y="700"/>
                  </a:lnTo>
                  <a:lnTo>
                    <a:pt x="8333" y="692"/>
                  </a:lnTo>
                  <a:lnTo>
                    <a:pt x="8393" y="683"/>
                  </a:lnTo>
                  <a:cubicBezTo>
                    <a:pt x="8393" y="692"/>
                    <a:pt x="8435" y="683"/>
                    <a:pt x="8401" y="709"/>
                  </a:cubicBezTo>
                  <a:cubicBezTo>
                    <a:pt x="8376" y="717"/>
                    <a:pt x="8350" y="726"/>
                    <a:pt x="8317" y="734"/>
                  </a:cubicBezTo>
                  <a:cubicBezTo>
                    <a:pt x="8321" y="737"/>
                    <a:pt x="8329" y="738"/>
                    <a:pt x="8339" y="738"/>
                  </a:cubicBezTo>
                  <a:cubicBezTo>
                    <a:pt x="8362" y="738"/>
                    <a:pt x="8397" y="732"/>
                    <a:pt x="8426" y="726"/>
                  </a:cubicBezTo>
                  <a:cubicBezTo>
                    <a:pt x="8367" y="726"/>
                    <a:pt x="8443" y="700"/>
                    <a:pt x="8494" y="675"/>
                  </a:cubicBezTo>
                  <a:cubicBezTo>
                    <a:pt x="8570" y="658"/>
                    <a:pt x="8630" y="658"/>
                    <a:pt x="8680" y="650"/>
                  </a:cubicBezTo>
                  <a:cubicBezTo>
                    <a:pt x="8689" y="650"/>
                    <a:pt x="8689" y="658"/>
                    <a:pt x="8680" y="666"/>
                  </a:cubicBezTo>
                  <a:cubicBezTo>
                    <a:pt x="8638" y="692"/>
                    <a:pt x="8604" y="700"/>
                    <a:pt x="8562" y="709"/>
                  </a:cubicBezTo>
                  <a:lnTo>
                    <a:pt x="8596" y="709"/>
                  </a:lnTo>
                  <a:lnTo>
                    <a:pt x="8579" y="726"/>
                  </a:lnTo>
                  <a:cubicBezTo>
                    <a:pt x="8570" y="734"/>
                    <a:pt x="8570" y="743"/>
                    <a:pt x="8587" y="743"/>
                  </a:cubicBezTo>
                  <a:cubicBezTo>
                    <a:pt x="8562" y="726"/>
                    <a:pt x="8773" y="675"/>
                    <a:pt x="8739" y="658"/>
                  </a:cubicBezTo>
                  <a:cubicBezTo>
                    <a:pt x="8781" y="638"/>
                    <a:pt x="8801" y="631"/>
                    <a:pt x="8806" y="631"/>
                  </a:cubicBezTo>
                  <a:close/>
                  <a:moveTo>
                    <a:pt x="7715" y="1050"/>
                  </a:moveTo>
                  <a:lnTo>
                    <a:pt x="7699" y="1056"/>
                  </a:lnTo>
                  <a:cubicBezTo>
                    <a:pt x="7708" y="1053"/>
                    <a:pt x="7712" y="1052"/>
                    <a:pt x="7715" y="1050"/>
                  </a:cubicBezTo>
                  <a:close/>
                  <a:moveTo>
                    <a:pt x="7953" y="1072"/>
                  </a:moveTo>
                  <a:lnTo>
                    <a:pt x="7953" y="1072"/>
                  </a:lnTo>
                  <a:cubicBezTo>
                    <a:pt x="7952" y="1073"/>
                    <a:pt x="7952" y="1074"/>
                    <a:pt x="7952" y="1075"/>
                  </a:cubicBezTo>
                  <a:lnTo>
                    <a:pt x="7952" y="1075"/>
                  </a:lnTo>
                  <a:cubicBezTo>
                    <a:pt x="7952" y="1074"/>
                    <a:pt x="7952" y="1073"/>
                    <a:pt x="7953" y="1072"/>
                  </a:cubicBezTo>
                  <a:close/>
                  <a:moveTo>
                    <a:pt x="7407" y="1064"/>
                  </a:moveTo>
                  <a:lnTo>
                    <a:pt x="7403" y="1081"/>
                  </a:lnTo>
                  <a:cubicBezTo>
                    <a:pt x="7407" y="1075"/>
                    <a:pt x="7408" y="1069"/>
                    <a:pt x="7407" y="1064"/>
                  </a:cubicBezTo>
                  <a:close/>
                  <a:moveTo>
                    <a:pt x="7987" y="1352"/>
                  </a:moveTo>
                  <a:lnTo>
                    <a:pt x="7987" y="1352"/>
                  </a:lnTo>
                  <a:cubicBezTo>
                    <a:pt x="7961" y="1371"/>
                    <a:pt x="7946" y="1387"/>
                    <a:pt x="7937" y="1400"/>
                  </a:cubicBezTo>
                  <a:lnTo>
                    <a:pt x="7937" y="1400"/>
                  </a:lnTo>
                  <a:cubicBezTo>
                    <a:pt x="7957" y="1377"/>
                    <a:pt x="8000" y="1352"/>
                    <a:pt x="7987" y="1352"/>
                  </a:cubicBezTo>
                  <a:close/>
                  <a:moveTo>
                    <a:pt x="7937" y="1400"/>
                  </a:moveTo>
                  <a:cubicBezTo>
                    <a:pt x="7932" y="1406"/>
                    <a:pt x="7929" y="1411"/>
                    <a:pt x="7928" y="1416"/>
                  </a:cubicBezTo>
                  <a:lnTo>
                    <a:pt x="7928" y="1416"/>
                  </a:lnTo>
                  <a:cubicBezTo>
                    <a:pt x="7930" y="1411"/>
                    <a:pt x="7933" y="1406"/>
                    <a:pt x="7937" y="1400"/>
                  </a:cubicBezTo>
                  <a:close/>
                  <a:moveTo>
                    <a:pt x="8385" y="1419"/>
                  </a:moveTo>
                  <a:cubicBezTo>
                    <a:pt x="8373" y="1429"/>
                    <a:pt x="8361" y="1439"/>
                    <a:pt x="8350" y="1449"/>
                  </a:cubicBezTo>
                  <a:lnTo>
                    <a:pt x="8350" y="1449"/>
                  </a:lnTo>
                  <a:cubicBezTo>
                    <a:pt x="8364" y="1440"/>
                    <a:pt x="8378" y="1430"/>
                    <a:pt x="8393" y="1419"/>
                  </a:cubicBezTo>
                  <a:close/>
                  <a:moveTo>
                    <a:pt x="8350" y="1449"/>
                  </a:moveTo>
                  <a:cubicBezTo>
                    <a:pt x="8324" y="1466"/>
                    <a:pt x="8299" y="1482"/>
                    <a:pt x="8276" y="1496"/>
                  </a:cubicBezTo>
                  <a:lnTo>
                    <a:pt x="8276" y="1496"/>
                  </a:lnTo>
                  <a:lnTo>
                    <a:pt x="8274" y="1495"/>
                  </a:lnTo>
                  <a:lnTo>
                    <a:pt x="8265" y="1503"/>
                  </a:lnTo>
                  <a:lnTo>
                    <a:pt x="8265" y="1503"/>
                  </a:lnTo>
                  <a:cubicBezTo>
                    <a:pt x="8269" y="1501"/>
                    <a:pt x="8273" y="1499"/>
                    <a:pt x="8276" y="1496"/>
                  </a:cubicBezTo>
                  <a:lnTo>
                    <a:pt x="8276" y="1496"/>
                  </a:lnTo>
                  <a:lnTo>
                    <a:pt x="8291" y="1504"/>
                  </a:lnTo>
                  <a:cubicBezTo>
                    <a:pt x="8310" y="1485"/>
                    <a:pt x="8330" y="1467"/>
                    <a:pt x="8350" y="1449"/>
                  </a:cubicBezTo>
                  <a:close/>
                  <a:moveTo>
                    <a:pt x="8265" y="1503"/>
                  </a:moveTo>
                  <a:lnTo>
                    <a:pt x="8265" y="1503"/>
                  </a:lnTo>
                  <a:cubicBezTo>
                    <a:pt x="8225" y="1530"/>
                    <a:pt x="8194" y="1554"/>
                    <a:pt x="8181" y="1580"/>
                  </a:cubicBezTo>
                  <a:lnTo>
                    <a:pt x="8265" y="1503"/>
                  </a:lnTo>
                  <a:close/>
                  <a:moveTo>
                    <a:pt x="6312" y="2394"/>
                  </a:moveTo>
                  <a:cubicBezTo>
                    <a:pt x="6292" y="2400"/>
                    <a:pt x="6270" y="2413"/>
                    <a:pt x="6247" y="2425"/>
                  </a:cubicBezTo>
                  <a:lnTo>
                    <a:pt x="6247" y="2425"/>
                  </a:lnTo>
                  <a:cubicBezTo>
                    <a:pt x="6247" y="2425"/>
                    <a:pt x="6247" y="2425"/>
                    <a:pt x="6247" y="2425"/>
                  </a:cubicBezTo>
                  <a:cubicBezTo>
                    <a:pt x="6258" y="2425"/>
                    <a:pt x="6266" y="2429"/>
                    <a:pt x="6261" y="2443"/>
                  </a:cubicBezTo>
                  <a:cubicBezTo>
                    <a:pt x="6278" y="2427"/>
                    <a:pt x="6296" y="2411"/>
                    <a:pt x="6312" y="2394"/>
                  </a:cubicBezTo>
                  <a:close/>
                  <a:moveTo>
                    <a:pt x="6117" y="2621"/>
                  </a:moveTo>
                  <a:lnTo>
                    <a:pt x="6117" y="2621"/>
                  </a:lnTo>
                  <a:cubicBezTo>
                    <a:pt x="6118" y="2625"/>
                    <a:pt x="6118" y="2630"/>
                    <a:pt x="6116" y="2634"/>
                  </a:cubicBezTo>
                  <a:lnTo>
                    <a:pt x="6116" y="2634"/>
                  </a:lnTo>
                  <a:cubicBezTo>
                    <a:pt x="6119" y="2628"/>
                    <a:pt x="6121" y="2623"/>
                    <a:pt x="6117" y="2621"/>
                  </a:cubicBezTo>
                  <a:close/>
                  <a:moveTo>
                    <a:pt x="6116" y="2634"/>
                  </a:moveTo>
                  <a:cubicBezTo>
                    <a:pt x="6113" y="2638"/>
                    <a:pt x="6110" y="2643"/>
                    <a:pt x="6106" y="2648"/>
                  </a:cubicBezTo>
                  <a:lnTo>
                    <a:pt x="6106" y="2648"/>
                  </a:lnTo>
                  <a:cubicBezTo>
                    <a:pt x="6110" y="2643"/>
                    <a:pt x="6114" y="2639"/>
                    <a:pt x="6116" y="2634"/>
                  </a:cubicBezTo>
                  <a:close/>
                  <a:moveTo>
                    <a:pt x="4895" y="3946"/>
                  </a:moveTo>
                  <a:lnTo>
                    <a:pt x="4882" y="3957"/>
                  </a:lnTo>
                  <a:cubicBezTo>
                    <a:pt x="4888" y="3954"/>
                    <a:pt x="4892" y="3950"/>
                    <a:pt x="4895" y="3946"/>
                  </a:cubicBezTo>
                  <a:close/>
                  <a:moveTo>
                    <a:pt x="4536" y="4180"/>
                  </a:moveTo>
                  <a:lnTo>
                    <a:pt x="4527" y="4194"/>
                  </a:lnTo>
                  <a:cubicBezTo>
                    <a:pt x="4531" y="4190"/>
                    <a:pt x="4535" y="4184"/>
                    <a:pt x="4536" y="4180"/>
                  </a:cubicBezTo>
                  <a:close/>
                  <a:moveTo>
                    <a:pt x="197" y="0"/>
                  </a:moveTo>
                  <a:cubicBezTo>
                    <a:pt x="169" y="0"/>
                    <a:pt x="143" y="2"/>
                    <a:pt x="119" y="7"/>
                  </a:cubicBezTo>
                  <a:cubicBezTo>
                    <a:pt x="148" y="7"/>
                    <a:pt x="164" y="1"/>
                    <a:pt x="181" y="1"/>
                  </a:cubicBezTo>
                  <a:cubicBezTo>
                    <a:pt x="194" y="1"/>
                    <a:pt x="208" y="4"/>
                    <a:pt x="229" y="15"/>
                  </a:cubicBezTo>
                  <a:cubicBezTo>
                    <a:pt x="229" y="24"/>
                    <a:pt x="221" y="26"/>
                    <a:pt x="211" y="26"/>
                  </a:cubicBezTo>
                  <a:cubicBezTo>
                    <a:pt x="202" y="26"/>
                    <a:pt x="191" y="24"/>
                    <a:pt x="187" y="24"/>
                  </a:cubicBezTo>
                  <a:cubicBezTo>
                    <a:pt x="187" y="40"/>
                    <a:pt x="202" y="40"/>
                    <a:pt x="224" y="40"/>
                  </a:cubicBezTo>
                  <a:cubicBezTo>
                    <a:pt x="246" y="40"/>
                    <a:pt x="276" y="40"/>
                    <a:pt x="305" y="57"/>
                  </a:cubicBezTo>
                  <a:lnTo>
                    <a:pt x="195" y="57"/>
                  </a:lnTo>
                  <a:lnTo>
                    <a:pt x="255" y="91"/>
                  </a:lnTo>
                  <a:lnTo>
                    <a:pt x="1" y="100"/>
                  </a:lnTo>
                  <a:cubicBezTo>
                    <a:pt x="75" y="127"/>
                    <a:pt x="138" y="131"/>
                    <a:pt x="195" y="131"/>
                  </a:cubicBezTo>
                  <a:cubicBezTo>
                    <a:pt x="220" y="131"/>
                    <a:pt x="244" y="130"/>
                    <a:pt x="267" y="130"/>
                  </a:cubicBezTo>
                  <a:cubicBezTo>
                    <a:pt x="327" y="130"/>
                    <a:pt x="384" y="135"/>
                    <a:pt x="449" y="167"/>
                  </a:cubicBezTo>
                  <a:cubicBezTo>
                    <a:pt x="424" y="167"/>
                    <a:pt x="449" y="176"/>
                    <a:pt x="449" y="184"/>
                  </a:cubicBezTo>
                  <a:cubicBezTo>
                    <a:pt x="475" y="188"/>
                    <a:pt x="500" y="191"/>
                    <a:pt x="524" y="191"/>
                  </a:cubicBezTo>
                  <a:cubicBezTo>
                    <a:pt x="549" y="191"/>
                    <a:pt x="572" y="188"/>
                    <a:pt x="593" y="184"/>
                  </a:cubicBezTo>
                  <a:lnTo>
                    <a:pt x="609" y="188"/>
                  </a:lnTo>
                  <a:lnTo>
                    <a:pt x="609" y="188"/>
                  </a:lnTo>
                  <a:cubicBezTo>
                    <a:pt x="607" y="193"/>
                    <a:pt x="600" y="193"/>
                    <a:pt x="593" y="193"/>
                  </a:cubicBezTo>
                  <a:lnTo>
                    <a:pt x="593" y="201"/>
                  </a:lnTo>
                  <a:cubicBezTo>
                    <a:pt x="605" y="201"/>
                    <a:pt x="609" y="192"/>
                    <a:pt x="610" y="188"/>
                  </a:cubicBezTo>
                  <a:lnTo>
                    <a:pt x="610" y="188"/>
                  </a:lnTo>
                  <a:lnTo>
                    <a:pt x="678" y="201"/>
                  </a:lnTo>
                  <a:cubicBezTo>
                    <a:pt x="671" y="214"/>
                    <a:pt x="650" y="232"/>
                    <a:pt x="602" y="232"/>
                  </a:cubicBezTo>
                  <a:cubicBezTo>
                    <a:pt x="587" y="232"/>
                    <a:pt x="570" y="230"/>
                    <a:pt x="551" y="227"/>
                  </a:cubicBezTo>
                  <a:lnTo>
                    <a:pt x="551" y="227"/>
                  </a:lnTo>
                  <a:cubicBezTo>
                    <a:pt x="838" y="294"/>
                    <a:pt x="1075" y="277"/>
                    <a:pt x="1354" y="353"/>
                  </a:cubicBezTo>
                  <a:cubicBezTo>
                    <a:pt x="1363" y="358"/>
                    <a:pt x="1354" y="358"/>
                    <a:pt x="1346" y="358"/>
                  </a:cubicBezTo>
                  <a:cubicBezTo>
                    <a:pt x="1338" y="358"/>
                    <a:pt x="1329" y="358"/>
                    <a:pt x="1338" y="362"/>
                  </a:cubicBezTo>
                  <a:cubicBezTo>
                    <a:pt x="1366" y="362"/>
                    <a:pt x="1401" y="366"/>
                    <a:pt x="1422" y="366"/>
                  </a:cubicBezTo>
                  <a:cubicBezTo>
                    <a:pt x="1429" y="366"/>
                    <a:pt x="1433" y="365"/>
                    <a:pt x="1436" y="364"/>
                  </a:cubicBezTo>
                  <a:lnTo>
                    <a:pt x="1436" y="364"/>
                  </a:lnTo>
                  <a:cubicBezTo>
                    <a:pt x="1432" y="368"/>
                    <a:pt x="1427" y="371"/>
                    <a:pt x="1422" y="372"/>
                  </a:cubicBezTo>
                  <a:lnTo>
                    <a:pt x="1422" y="372"/>
                  </a:lnTo>
                  <a:cubicBezTo>
                    <a:pt x="1563" y="391"/>
                    <a:pt x="1629" y="438"/>
                    <a:pt x="1727" y="438"/>
                  </a:cubicBezTo>
                  <a:cubicBezTo>
                    <a:pt x="1727" y="444"/>
                    <a:pt x="1716" y="446"/>
                    <a:pt x="1704" y="446"/>
                  </a:cubicBezTo>
                  <a:cubicBezTo>
                    <a:pt x="1690" y="446"/>
                    <a:pt x="1673" y="444"/>
                    <a:pt x="1664" y="444"/>
                  </a:cubicBezTo>
                  <a:cubicBezTo>
                    <a:pt x="1659" y="444"/>
                    <a:pt x="1657" y="445"/>
                    <a:pt x="1659" y="447"/>
                  </a:cubicBezTo>
                  <a:cubicBezTo>
                    <a:pt x="1717" y="463"/>
                    <a:pt x="1765" y="466"/>
                    <a:pt x="1811" y="466"/>
                  </a:cubicBezTo>
                  <a:cubicBezTo>
                    <a:pt x="1853" y="466"/>
                    <a:pt x="1893" y="463"/>
                    <a:pt x="1937" y="463"/>
                  </a:cubicBezTo>
                  <a:cubicBezTo>
                    <a:pt x="1971" y="463"/>
                    <a:pt x="2007" y="465"/>
                    <a:pt x="2048" y="472"/>
                  </a:cubicBezTo>
                  <a:cubicBezTo>
                    <a:pt x="1989" y="489"/>
                    <a:pt x="2073" y="506"/>
                    <a:pt x="2107" y="523"/>
                  </a:cubicBezTo>
                  <a:cubicBezTo>
                    <a:pt x="2234" y="523"/>
                    <a:pt x="2496" y="556"/>
                    <a:pt x="2691" y="565"/>
                  </a:cubicBezTo>
                  <a:cubicBezTo>
                    <a:pt x="2623" y="624"/>
                    <a:pt x="2894" y="599"/>
                    <a:pt x="2902" y="650"/>
                  </a:cubicBezTo>
                  <a:cubicBezTo>
                    <a:pt x="2918" y="653"/>
                    <a:pt x="2936" y="655"/>
                    <a:pt x="2952" y="655"/>
                  </a:cubicBezTo>
                  <a:cubicBezTo>
                    <a:pt x="2981" y="655"/>
                    <a:pt x="3007" y="649"/>
                    <a:pt x="3012" y="633"/>
                  </a:cubicBezTo>
                  <a:lnTo>
                    <a:pt x="3012" y="633"/>
                  </a:lnTo>
                  <a:cubicBezTo>
                    <a:pt x="3008" y="634"/>
                    <a:pt x="3002" y="635"/>
                    <a:pt x="2996" y="635"/>
                  </a:cubicBezTo>
                  <a:cubicBezTo>
                    <a:pt x="2970" y="635"/>
                    <a:pt x="2938" y="621"/>
                    <a:pt x="2945" y="607"/>
                  </a:cubicBezTo>
                  <a:lnTo>
                    <a:pt x="2945" y="607"/>
                  </a:lnTo>
                  <a:cubicBezTo>
                    <a:pt x="2974" y="611"/>
                    <a:pt x="3012" y="616"/>
                    <a:pt x="3044" y="616"/>
                  </a:cubicBezTo>
                  <a:cubicBezTo>
                    <a:pt x="3076" y="616"/>
                    <a:pt x="3101" y="611"/>
                    <a:pt x="3106" y="599"/>
                  </a:cubicBezTo>
                  <a:lnTo>
                    <a:pt x="3182" y="633"/>
                  </a:lnTo>
                  <a:cubicBezTo>
                    <a:pt x="3188" y="614"/>
                    <a:pt x="3209" y="604"/>
                    <a:pt x="3233" y="604"/>
                  </a:cubicBezTo>
                  <a:cubicBezTo>
                    <a:pt x="3241" y="604"/>
                    <a:pt x="3249" y="605"/>
                    <a:pt x="3258" y="607"/>
                  </a:cubicBezTo>
                  <a:cubicBezTo>
                    <a:pt x="3277" y="619"/>
                    <a:pt x="3287" y="623"/>
                    <a:pt x="3293" y="623"/>
                  </a:cubicBezTo>
                  <a:cubicBezTo>
                    <a:pt x="3307" y="623"/>
                    <a:pt x="3292" y="596"/>
                    <a:pt x="3324" y="596"/>
                  </a:cubicBezTo>
                  <a:cubicBezTo>
                    <a:pt x="3335" y="596"/>
                    <a:pt x="3351" y="599"/>
                    <a:pt x="3376" y="607"/>
                  </a:cubicBezTo>
                  <a:cubicBezTo>
                    <a:pt x="3351" y="616"/>
                    <a:pt x="3325" y="633"/>
                    <a:pt x="3309" y="650"/>
                  </a:cubicBezTo>
                  <a:cubicBezTo>
                    <a:pt x="3331" y="652"/>
                    <a:pt x="3345" y="653"/>
                    <a:pt x="3356" y="653"/>
                  </a:cubicBezTo>
                  <a:cubicBezTo>
                    <a:pt x="3376" y="653"/>
                    <a:pt x="3382" y="650"/>
                    <a:pt x="3410" y="650"/>
                  </a:cubicBezTo>
                  <a:cubicBezTo>
                    <a:pt x="3427" y="666"/>
                    <a:pt x="3359" y="692"/>
                    <a:pt x="3309" y="692"/>
                  </a:cubicBezTo>
                  <a:lnTo>
                    <a:pt x="3393" y="709"/>
                  </a:lnTo>
                  <a:cubicBezTo>
                    <a:pt x="3466" y="686"/>
                    <a:pt x="3544" y="675"/>
                    <a:pt x="3622" y="675"/>
                  </a:cubicBezTo>
                  <a:cubicBezTo>
                    <a:pt x="3661" y="675"/>
                    <a:pt x="3701" y="678"/>
                    <a:pt x="3740" y="683"/>
                  </a:cubicBezTo>
                  <a:cubicBezTo>
                    <a:pt x="3723" y="700"/>
                    <a:pt x="3681" y="692"/>
                    <a:pt x="3706" y="726"/>
                  </a:cubicBezTo>
                  <a:cubicBezTo>
                    <a:pt x="3740" y="717"/>
                    <a:pt x="3774" y="713"/>
                    <a:pt x="3808" y="713"/>
                  </a:cubicBezTo>
                  <a:cubicBezTo>
                    <a:pt x="3841" y="713"/>
                    <a:pt x="3873" y="717"/>
                    <a:pt x="3906" y="725"/>
                  </a:cubicBezTo>
                  <a:lnTo>
                    <a:pt x="3906" y="725"/>
                  </a:lnTo>
                  <a:cubicBezTo>
                    <a:pt x="3928" y="722"/>
                    <a:pt x="3944" y="721"/>
                    <a:pt x="3958" y="721"/>
                  </a:cubicBezTo>
                  <a:cubicBezTo>
                    <a:pt x="4020" y="721"/>
                    <a:pt x="4016" y="746"/>
                    <a:pt x="4112" y="759"/>
                  </a:cubicBezTo>
                  <a:cubicBezTo>
                    <a:pt x="4104" y="759"/>
                    <a:pt x="4104" y="768"/>
                    <a:pt x="4104" y="768"/>
                  </a:cubicBezTo>
                  <a:lnTo>
                    <a:pt x="4180" y="751"/>
                  </a:lnTo>
                  <a:cubicBezTo>
                    <a:pt x="4205" y="745"/>
                    <a:pt x="4227" y="743"/>
                    <a:pt x="4245" y="743"/>
                  </a:cubicBezTo>
                  <a:cubicBezTo>
                    <a:pt x="4332" y="743"/>
                    <a:pt x="4356" y="798"/>
                    <a:pt x="4425" y="819"/>
                  </a:cubicBezTo>
                  <a:lnTo>
                    <a:pt x="4408" y="819"/>
                  </a:lnTo>
                  <a:cubicBezTo>
                    <a:pt x="4459" y="853"/>
                    <a:pt x="4645" y="836"/>
                    <a:pt x="4687" y="853"/>
                  </a:cubicBezTo>
                  <a:cubicBezTo>
                    <a:pt x="4628" y="827"/>
                    <a:pt x="4671" y="827"/>
                    <a:pt x="4628" y="793"/>
                  </a:cubicBezTo>
                  <a:cubicBezTo>
                    <a:pt x="4581" y="800"/>
                    <a:pt x="4582" y="823"/>
                    <a:pt x="4536" y="823"/>
                  </a:cubicBezTo>
                  <a:cubicBezTo>
                    <a:pt x="4525" y="823"/>
                    <a:pt x="4511" y="822"/>
                    <a:pt x="4493" y="819"/>
                  </a:cubicBezTo>
                  <a:cubicBezTo>
                    <a:pt x="4510" y="793"/>
                    <a:pt x="4628" y="785"/>
                    <a:pt x="4654" y="768"/>
                  </a:cubicBezTo>
                  <a:cubicBezTo>
                    <a:pt x="4687" y="768"/>
                    <a:pt x="4721" y="793"/>
                    <a:pt x="4738" y="836"/>
                  </a:cubicBezTo>
                  <a:cubicBezTo>
                    <a:pt x="4847" y="836"/>
                    <a:pt x="4918" y="854"/>
                    <a:pt x="5038" y="854"/>
                  </a:cubicBezTo>
                  <a:cubicBezTo>
                    <a:pt x="5058" y="854"/>
                    <a:pt x="5079" y="854"/>
                    <a:pt x="5102" y="853"/>
                  </a:cubicBezTo>
                  <a:cubicBezTo>
                    <a:pt x="5146" y="840"/>
                    <a:pt x="5180" y="800"/>
                    <a:pt x="5246" y="800"/>
                  </a:cubicBezTo>
                  <a:cubicBezTo>
                    <a:pt x="5269" y="800"/>
                    <a:pt x="5297" y="805"/>
                    <a:pt x="5330" y="819"/>
                  </a:cubicBezTo>
                  <a:lnTo>
                    <a:pt x="5326" y="823"/>
                  </a:lnTo>
                  <a:lnTo>
                    <a:pt x="5326" y="823"/>
                  </a:lnTo>
                  <a:cubicBezTo>
                    <a:pt x="5329" y="822"/>
                    <a:pt x="5333" y="821"/>
                    <a:pt x="5339" y="821"/>
                  </a:cubicBezTo>
                  <a:cubicBezTo>
                    <a:pt x="5352" y="821"/>
                    <a:pt x="5371" y="825"/>
                    <a:pt x="5388" y="825"/>
                  </a:cubicBezTo>
                  <a:cubicBezTo>
                    <a:pt x="5398" y="825"/>
                    <a:pt x="5408" y="823"/>
                    <a:pt x="5415" y="819"/>
                  </a:cubicBezTo>
                  <a:cubicBezTo>
                    <a:pt x="5373" y="785"/>
                    <a:pt x="5474" y="802"/>
                    <a:pt x="5415" y="768"/>
                  </a:cubicBezTo>
                  <a:cubicBezTo>
                    <a:pt x="5491" y="768"/>
                    <a:pt x="5508" y="810"/>
                    <a:pt x="5516" y="844"/>
                  </a:cubicBezTo>
                  <a:cubicBezTo>
                    <a:pt x="5533" y="830"/>
                    <a:pt x="5553" y="825"/>
                    <a:pt x="5575" y="825"/>
                  </a:cubicBezTo>
                  <a:cubicBezTo>
                    <a:pt x="5621" y="825"/>
                    <a:pt x="5679" y="847"/>
                    <a:pt x="5747" y="847"/>
                  </a:cubicBezTo>
                  <a:cubicBezTo>
                    <a:pt x="5760" y="847"/>
                    <a:pt x="5773" y="846"/>
                    <a:pt x="5787" y="844"/>
                  </a:cubicBezTo>
                  <a:lnTo>
                    <a:pt x="5787" y="844"/>
                  </a:lnTo>
                  <a:cubicBezTo>
                    <a:pt x="5762" y="861"/>
                    <a:pt x="5635" y="861"/>
                    <a:pt x="5686" y="878"/>
                  </a:cubicBezTo>
                  <a:lnTo>
                    <a:pt x="5838" y="836"/>
                  </a:lnTo>
                  <a:lnTo>
                    <a:pt x="5770" y="836"/>
                  </a:lnTo>
                  <a:cubicBezTo>
                    <a:pt x="5797" y="830"/>
                    <a:pt x="5823" y="827"/>
                    <a:pt x="5848" y="827"/>
                  </a:cubicBezTo>
                  <a:cubicBezTo>
                    <a:pt x="5894" y="827"/>
                    <a:pt x="5938" y="836"/>
                    <a:pt x="5982" y="853"/>
                  </a:cubicBezTo>
                  <a:cubicBezTo>
                    <a:pt x="5999" y="869"/>
                    <a:pt x="5956" y="869"/>
                    <a:pt x="5923" y="869"/>
                  </a:cubicBezTo>
                  <a:cubicBezTo>
                    <a:pt x="5965" y="869"/>
                    <a:pt x="6016" y="869"/>
                    <a:pt x="6058" y="861"/>
                  </a:cubicBezTo>
                  <a:cubicBezTo>
                    <a:pt x="6092" y="844"/>
                    <a:pt x="6210" y="827"/>
                    <a:pt x="6261" y="802"/>
                  </a:cubicBezTo>
                  <a:lnTo>
                    <a:pt x="6278" y="802"/>
                  </a:lnTo>
                  <a:cubicBezTo>
                    <a:pt x="6278" y="810"/>
                    <a:pt x="6278" y="810"/>
                    <a:pt x="6269" y="810"/>
                  </a:cubicBezTo>
                  <a:lnTo>
                    <a:pt x="6295" y="810"/>
                  </a:lnTo>
                  <a:lnTo>
                    <a:pt x="6362" y="819"/>
                  </a:lnTo>
                  <a:lnTo>
                    <a:pt x="6345" y="827"/>
                  </a:lnTo>
                  <a:lnTo>
                    <a:pt x="6371" y="827"/>
                  </a:lnTo>
                  <a:lnTo>
                    <a:pt x="6405" y="886"/>
                  </a:lnTo>
                  <a:lnTo>
                    <a:pt x="6439" y="878"/>
                  </a:lnTo>
                  <a:lnTo>
                    <a:pt x="6422" y="878"/>
                  </a:lnTo>
                  <a:cubicBezTo>
                    <a:pt x="6422" y="844"/>
                    <a:pt x="6498" y="819"/>
                    <a:pt x="6591" y="819"/>
                  </a:cubicBezTo>
                  <a:lnTo>
                    <a:pt x="6472" y="810"/>
                  </a:lnTo>
                  <a:lnTo>
                    <a:pt x="6489" y="802"/>
                  </a:lnTo>
                  <a:cubicBezTo>
                    <a:pt x="6591" y="810"/>
                    <a:pt x="6684" y="810"/>
                    <a:pt x="6777" y="810"/>
                  </a:cubicBezTo>
                  <a:cubicBezTo>
                    <a:pt x="6743" y="827"/>
                    <a:pt x="6701" y="827"/>
                    <a:pt x="6667" y="827"/>
                  </a:cubicBezTo>
                  <a:cubicBezTo>
                    <a:pt x="6690" y="835"/>
                    <a:pt x="6715" y="838"/>
                    <a:pt x="6742" y="838"/>
                  </a:cubicBezTo>
                  <a:cubicBezTo>
                    <a:pt x="6793" y="838"/>
                    <a:pt x="6848" y="828"/>
                    <a:pt x="6891" y="828"/>
                  </a:cubicBezTo>
                  <a:cubicBezTo>
                    <a:pt x="6918" y="828"/>
                    <a:pt x="6940" y="832"/>
                    <a:pt x="6955" y="844"/>
                  </a:cubicBezTo>
                  <a:cubicBezTo>
                    <a:pt x="6836" y="869"/>
                    <a:pt x="6709" y="886"/>
                    <a:pt x="6591" y="886"/>
                  </a:cubicBezTo>
                  <a:cubicBezTo>
                    <a:pt x="6515" y="853"/>
                    <a:pt x="6692" y="861"/>
                    <a:pt x="6692" y="844"/>
                  </a:cubicBezTo>
                  <a:lnTo>
                    <a:pt x="6608" y="836"/>
                  </a:lnTo>
                  <a:lnTo>
                    <a:pt x="6608" y="836"/>
                  </a:lnTo>
                  <a:cubicBezTo>
                    <a:pt x="6616" y="861"/>
                    <a:pt x="6439" y="853"/>
                    <a:pt x="6481" y="895"/>
                  </a:cubicBezTo>
                  <a:cubicBezTo>
                    <a:pt x="6578" y="903"/>
                    <a:pt x="6673" y="905"/>
                    <a:pt x="6764" y="905"/>
                  </a:cubicBezTo>
                  <a:cubicBezTo>
                    <a:pt x="6855" y="905"/>
                    <a:pt x="6942" y="903"/>
                    <a:pt x="7022" y="903"/>
                  </a:cubicBezTo>
                  <a:lnTo>
                    <a:pt x="6878" y="1140"/>
                  </a:lnTo>
                  <a:cubicBezTo>
                    <a:pt x="6878" y="1140"/>
                    <a:pt x="6870" y="1149"/>
                    <a:pt x="6861" y="1157"/>
                  </a:cubicBezTo>
                  <a:cubicBezTo>
                    <a:pt x="7031" y="1149"/>
                    <a:pt x="6946" y="1056"/>
                    <a:pt x="6980" y="1047"/>
                  </a:cubicBezTo>
                  <a:cubicBezTo>
                    <a:pt x="7005" y="1047"/>
                    <a:pt x="7031" y="1033"/>
                    <a:pt x="7056" y="1033"/>
                  </a:cubicBezTo>
                  <a:cubicBezTo>
                    <a:pt x="7065" y="1033"/>
                    <a:pt x="7073" y="1034"/>
                    <a:pt x="7081" y="1039"/>
                  </a:cubicBezTo>
                  <a:lnTo>
                    <a:pt x="7065" y="1056"/>
                  </a:lnTo>
                  <a:cubicBezTo>
                    <a:pt x="7166" y="1039"/>
                    <a:pt x="7090" y="1022"/>
                    <a:pt x="7183" y="1022"/>
                  </a:cubicBezTo>
                  <a:cubicBezTo>
                    <a:pt x="7217" y="1009"/>
                    <a:pt x="7200" y="1009"/>
                    <a:pt x="7181" y="1009"/>
                  </a:cubicBezTo>
                  <a:cubicBezTo>
                    <a:pt x="7162" y="1009"/>
                    <a:pt x="7141" y="1009"/>
                    <a:pt x="7166" y="996"/>
                  </a:cubicBezTo>
                  <a:cubicBezTo>
                    <a:pt x="7191" y="996"/>
                    <a:pt x="7225" y="988"/>
                    <a:pt x="7251" y="971"/>
                  </a:cubicBezTo>
                  <a:cubicBezTo>
                    <a:pt x="7259" y="954"/>
                    <a:pt x="7276" y="954"/>
                    <a:pt x="7284" y="954"/>
                  </a:cubicBezTo>
                  <a:cubicBezTo>
                    <a:pt x="7297" y="950"/>
                    <a:pt x="7310" y="948"/>
                    <a:pt x="7323" y="948"/>
                  </a:cubicBezTo>
                  <a:cubicBezTo>
                    <a:pt x="7335" y="948"/>
                    <a:pt x="7348" y="950"/>
                    <a:pt x="7361" y="954"/>
                  </a:cubicBezTo>
                  <a:cubicBezTo>
                    <a:pt x="7361" y="954"/>
                    <a:pt x="7361" y="963"/>
                    <a:pt x="7361" y="971"/>
                  </a:cubicBezTo>
                  <a:cubicBezTo>
                    <a:pt x="7352" y="979"/>
                    <a:pt x="7352" y="996"/>
                    <a:pt x="7310" y="996"/>
                  </a:cubicBezTo>
                  <a:cubicBezTo>
                    <a:pt x="7318" y="996"/>
                    <a:pt x="7335" y="1005"/>
                    <a:pt x="7344" y="1005"/>
                  </a:cubicBezTo>
                  <a:lnTo>
                    <a:pt x="7369" y="1013"/>
                  </a:lnTo>
                  <a:lnTo>
                    <a:pt x="7344" y="1022"/>
                  </a:lnTo>
                  <a:lnTo>
                    <a:pt x="7327" y="1022"/>
                  </a:lnTo>
                  <a:lnTo>
                    <a:pt x="7251" y="1030"/>
                  </a:lnTo>
                  <a:cubicBezTo>
                    <a:pt x="7200" y="1064"/>
                    <a:pt x="7217" y="1081"/>
                    <a:pt x="7174" y="1115"/>
                  </a:cubicBezTo>
                  <a:cubicBezTo>
                    <a:pt x="7205" y="1107"/>
                    <a:pt x="7195" y="1080"/>
                    <a:pt x="7240" y="1080"/>
                  </a:cubicBezTo>
                  <a:cubicBezTo>
                    <a:pt x="7245" y="1080"/>
                    <a:pt x="7252" y="1080"/>
                    <a:pt x="7259" y="1081"/>
                  </a:cubicBezTo>
                  <a:cubicBezTo>
                    <a:pt x="7335" y="1081"/>
                    <a:pt x="7251" y="1098"/>
                    <a:pt x="7242" y="1106"/>
                  </a:cubicBezTo>
                  <a:cubicBezTo>
                    <a:pt x="7262" y="1096"/>
                    <a:pt x="7282" y="1092"/>
                    <a:pt x="7302" y="1092"/>
                  </a:cubicBezTo>
                  <a:cubicBezTo>
                    <a:pt x="7316" y="1092"/>
                    <a:pt x="7330" y="1094"/>
                    <a:pt x="7344" y="1098"/>
                  </a:cubicBezTo>
                  <a:cubicBezTo>
                    <a:pt x="7349" y="1103"/>
                    <a:pt x="7353" y="1108"/>
                    <a:pt x="7358" y="1108"/>
                  </a:cubicBezTo>
                  <a:cubicBezTo>
                    <a:pt x="7362" y="1108"/>
                    <a:pt x="7365" y="1105"/>
                    <a:pt x="7369" y="1098"/>
                  </a:cubicBezTo>
                  <a:cubicBezTo>
                    <a:pt x="7369" y="1064"/>
                    <a:pt x="7378" y="1064"/>
                    <a:pt x="7352" y="1039"/>
                  </a:cubicBezTo>
                  <a:cubicBezTo>
                    <a:pt x="7358" y="1035"/>
                    <a:pt x="7365" y="1034"/>
                    <a:pt x="7371" y="1034"/>
                  </a:cubicBezTo>
                  <a:cubicBezTo>
                    <a:pt x="7390" y="1034"/>
                    <a:pt x="7405" y="1048"/>
                    <a:pt x="7407" y="1064"/>
                  </a:cubicBezTo>
                  <a:lnTo>
                    <a:pt x="7407" y="1064"/>
                  </a:lnTo>
                  <a:lnTo>
                    <a:pt x="7411" y="1047"/>
                  </a:lnTo>
                  <a:cubicBezTo>
                    <a:pt x="7420" y="1056"/>
                    <a:pt x="7428" y="1056"/>
                    <a:pt x="7428" y="1064"/>
                  </a:cubicBezTo>
                  <a:lnTo>
                    <a:pt x="7445" y="1047"/>
                  </a:lnTo>
                  <a:cubicBezTo>
                    <a:pt x="7445" y="1035"/>
                    <a:pt x="7437" y="1023"/>
                    <a:pt x="7417" y="1023"/>
                  </a:cubicBezTo>
                  <a:cubicBezTo>
                    <a:pt x="7409" y="1023"/>
                    <a:pt x="7398" y="1025"/>
                    <a:pt x="7386" y="1030"/>
                  </a:cubicBezTo>
                  <a:cubicBezTo>
                    <a:pt x="7411" y="1013"/>
                    <a:pt x="7369" y="979"/>
                    <a:pt x="7428" y="971"/>
                  </a:cubicBezTo>
                  <a:cubicBezTo>
                    <a:pt x="7462" y="971"/>
                    <a:pt x="7428" y="988"/>
                    <a:pt x="7428" y="996"/>
                  </a:cubicBezTo>
                  <a:cubicBezTo>
                    <a:pt x="7449" y="991"/>
                    <a:pt x="7466" y="989"/>
                    <a:pt x="7480" y="989"/>
                  </a:cubicBezTo>
                  <a:cubicBezTo>
                    <a:pt x="7511" y="989"/>
                    <a:pt x="7527" y="999"/>
                    <a:pt x="7538" y="1005"/>
                  </a:cubicBezTo>
                  <a:cubicBezTo>
                    <a:pt x="7548" y="1015"/>
                    <a:pt x="7552" y="1022"/>
                    <a:pt x="7564" y="1024"/>
                  </a:cubicBezTo>
                  <a:lnTo>
                    <a:pt x="7564" y="1024"/>
                  </a:lnTo>
                  <a:cubicBezTo>
                    <a:pt x="7560" y="1024"/>
                    <a:pt x="7557" y="1024"/>
                    <a:pt x="7553" y="1024"/>
                  </a:cubicBezTo>
                  <a:cubicBezTo>
                    <a:pt x="7534" y="1024"/>
                    <a:pt x="7513" y="1026"/>
                    <a:pt x="7487" y="1039"/>
                  </a:cubicBezTo>
                  <a:cubicBezTo>
                    <a:pt x="7487" y="1048"/>
                    <a:pt x="7492" y="1052"/>
                    <a:pt x="7498" y="1052"/>
                  </a:cubicBezTo>
                  <a:cubicBezTo>
                    <a:pt x="7514" y="1052"/>
                    <a:pt x="7545" y="1030"/>
                    <a:pt x="7564" y="1030"/>
                  </a:cubicBezTo>
                  <a:cubicBezTo>
                    <a:pt x="7521" y="1047"/>
                    <a:pt x="7521" y="1056"/>
                    <a:pt x="7521" y="1072"/>
                  </a:cubicBezTo>
                  <a:lnTo>
                    <a:pt x="7547" y="1047"/>
                  </a:lnTo>
                  <a:cubicBezTo>
                    <a:pt x="7558" y="1047"/>
                    <a:pt x="7569" y="1043"/>
                    <a:pt x="7573" y="1043"/>
                  </a:cubicBezTo>
                  <a:cubicBezTo>
                    <a:pt x="7575" y="1043"/>
                    <a:pt x="7575" y="1044"/>
                    <a:pt x="7572" y="1047"/>
                  </a:cubicBezTo>
                  <a:lnTo>
                    <a:pt x="7572" y="1047"/>
                  </a:lnTo>
                  <a:cubicBezTo>
                    <a:pt x="7581" y="1039"/>
                    <a:pt x="7581" y="1030"/>
                    <a:pt x="7581" y="1030"/>
                  </a:cubicBezTo>
                  <a:cubicBezTo>
                    <a:pt x="7586" y="1028"/>
                    <a:pt x="7592" y="1026"/>
                    <a:pt x="7597" y="1023"/>
                  </a:cubicBezTo>
                  <a:lnTo>
                    <a:pt x="7597" y="1023"/>
                  </a:lnTo>
                  <a:cubicBezTo>
                    <a:pt x="7594" y="1024"/>
                    <a:pt x="7592" y="1024"/>
                    <a:pt x="7589" y="1024"/>
                  </a:cubicBezTo>
                  <a:lnTo>
                    <a:pt x="7589" y="1024"/>
                  </a:lnTo>
                  <a:cubicBezTo>
                    <a:pt x="7592" y="1024"/>
                    <a:pt x="7595" y="1023"/>
                    <a:pt x="7598" y="1023"/>
                  </a:cubicBezTo>
                  <a:lnTo>
                    <a:pt x="7598" y="1023"/>
                  </a:lnTo>
                  <a:cubicBezTo>
                    <a:pt x="7598" y="1023"/>
                    <a:pt x="7598" y="1023"/>
                    <a:pt x="7597" y="1023"/>
                  </a:cubicBezTo>
                  <a:lnTo>
                    <a:pt x="7597" y="1023"/>
                  </a:lnTo>
                  <a:cubicBezTo>
                    <a:pt x="7600" y="1023"/>
                    <a:pt x="7603" y="1022"/>
                    <a:pt x="7606" y="1022"/>
                  </a:cubicBezTo>
                  <a:lnTo>
                    <a:pt x="7606" y="1022"/>
                  </a:lnTo>
                  <a:cubicBezTo>
                    <a:pt x="7603" y="1022"/>
                    <a:pt x="7601" y="1023"/>
                    <a:pt x="7598" y="1023"/>
                  </a:cubicBezTo>
                  <a:lnTo>
                    <a:pt x="7598" y="1023"/>
                  </a:lnTo>
                  <a:cubicBezTo>
                    <a:pt x="7642" y="1006"/>
                    <a:pt x="7690" y="994"/>
                    <a:pt x="7739" y="994"/>
                  </a:cubicBezTo>
                  <a:cubicBezTo>
                    <a:pt x="7751" y="994"/>
                    <a:pt x="7763" y="995"/>
                    <a:pt x="7775" y="996"/>
                  </a:cubicBezTo>
                  <a:cubicBezTo>
                    <a:pt x="7691" y="1039"/>
                    <a:pt x="7657" y="1022"/>
                    <a:pt x="7640" y="1056"/>
                  </a:cubicBezTo>
                  <a:cubicBezTo>
                    <a:pt x="7660" y="1049"/>
                    <a:pt x="7730" y="1015"/>
                    <a:pt x="7756" y="1015"/>
                  </a:cubicBezTo>
                  <a:cubicBezTo>
                    <a:pt x="7763" y="1015"/>
                    <a:pt x="7767" y="1017"/>
                    <a:pt x="7767" y="1022"/>
                  </a:cubicBezTo>
                  <a:cubicBezTo>
                    <a:pt x="7717" y="1041"/>
                    <a:pt x="7722" y="1045"/>
                    <a:pt x="7715" y="1050"/>
                  </a:cubicBezTo>
                  <a:lnTo>
                    <a:pt x="7715" y="1050"/>
                  </a:lnTo>
                  <a:lnTo>
                    <a:pt x="7868" y="996"/>
                  </a:lnTo>
                  <a:cubicBezTo>
                    <a:pt x="7878" y="999"/>
                    <a:pt x="7888" y="1000"/>
                    <a:pt x="7898" y="1000"/>
                  </a:cubicBezTo>
                  <a:cubicBezTo>
                    <a:pt x="7922" y="1000"/>
                    <a:pt x="7946" y="994"/>
                    <a:pt x="7970" y="988"/>
                  </a:cubicBezTo>
                  <a:lnTo>
                    <a:pt x="7970" y="988"/>
                  </a:lnTo>
                  <a:cubicBezTo>
                    <a:pt x="7964" y="988"/>
                    <a:pt x="7955" y="992"/>
                    <a:pt x="7944" y="992"/>
                  </a:cubicBezTo>
                  <a:cubicBezTo>
                    <a:pt x="7939" y="992"/>
                    <a:pt x="7933" y="991"/>
                    <a:pt x="7927" y="988"/>
                  </a:cubicBezTo>
                  <a:cubicBezTo>
                    <a:pt x="7981" y="972"/>
                    <a:pt x="8007" y="966"/>
                    <a:pt x="8020" y="966"/>
                  </a:cubicBezTo>
                  <a:cubicBezTo>
                    <a:pt x="8027" y="966"/>
                    <a:pt x="8029" y="968"/>
                    <a:pt x="8029" y="971"/>
                  </a:cubicBezTo>
                  <a:cubicBezTo>
                    <a:pt x="8029" y="979"/>
                    <a:pt x="8029" y="979"/>
                    <a:pt x="8020" y="979"/>
                  </a:cubicBezTo>
                  <a:lnTo>
                    <a:pt x="7987" y="996"/>
                  </a:lnTo>
                  <a:cubicBezTo>
                    <a:pt x="7970" y="1005"/>
                    <a:pt x="7961" y="1013"/>
                    <a:pt x="7961" y="1013"/>
                  </a:cubicBezTo>
                  <a:lnTo>
                    <a:pt x="7936" y="1013"/>
                  </a:lnTo>
                  <a:cubicBezTo>
                    <a:pt x="7877" y="1047"/>
                    <a:pt x="7902" y="1047"/>
                    <a:pt x="7910" y="1056"/>
                  </a:cubicBezTo>
                  <a:lnTo>
                    <a:pt x="7834" y="1081"/>
                  </a:lnTo>
                  <a:cubicBezTo>
                    <a:pt x="7866" y="1071"/>
                    <a:pt x="7885" y="1068"/>
                    <a:pt x="7896" y="1068"/>
                  </a:cubicBezTo>
                  <a:cubicBezTo>
                    <a:pt x="7925" y="1068"/>
                    <a:pt x="7907" y="1089"/>
                    <a:pt x="7919" y="1089"/>
                  </a:cubicBezTo>
                  <a:cubicBezTo>
                    <a:pt x="7944" y="1064"/>
                    <a:pt x="7970" y="1039"/>
                    <a:pt x="8004" y="1022"/>
                  </a:cubicBezTo>
                  <a:cubicBezTo>
                    <a:pt x="8046" y="1005"/>
                    <a:pt x="8080" y="979"/>
                    <a:pt x="8080" y="963"/>
                  </a:cubicBezTo>
                  <a:cubicBezTo>
                    <a:pt x="8101" y="958"/>
                    <a:pt x="8124" y="956"/>
                    <a:pt x="8147" y="956"/>
                  </a:cubicBezTo>
                  <a:cubicBezTo>
                    <a:pt x="8171" y="956"/>
                    <a:pt x="8194" y="958"/>
                    <a:pt x="8215" y="963"/>
                  </a:cubicBezTo>
                  <a:cubicBezTo>
                    <a:pt x="8190" y="979"/>
                    <a:pt x="8164" y="988"/>
                    <a:pt x="8139" y="996"/>
                  </a:cubicBezTo>
                  <a:cubicBezTo>
                    <a:pt x="8156" y="996"/>
                    <a:pt x="8188" y="989"/>
                    <a:pt x="8205" y="989"/>
                  </a:cubicBezTo>
                  <a:cubicBezTo>
                    <a:pt x="8213" y="989"/>
                    <a:pt x="8218" y="991"/>
                    <a:pt x="8215" y="996"/>
                  </a:cubicBezTo>
                  <a:lnTo>
                    <a:pt x="8173" y="1013"/>
                  </a:lnTo>
                  <a:cubicBezTo>
                    <a:pt x="8054" y="1081"/>
                    <a:pt x="8232" y="1039"/>
                    <a:pt x="8113" y="1123"/>
                  </a:cubicBezTo>
                  <a:cubicBezTo>
                    <a:pt x="8104" y="1125"/>
                    <a:pt x="8097" y="1126"/>
                    <a:pt x="8091" y="1126"/>
                  </a:cubicBezTo>
                  <a:cubicBezTo>
                    <a:pt x="8043" y="1126"/>
                    <a:pt x="8096" y="1070"/>
                    <a:pt x="8088" y="1047"/>
                  </a:cubicBezTo>
                  <a:lnTo>
                    <a:pt x="8088" y="1047"/>
                  </a:lnTo>
                  <a:cubicBezTo>
                    <a:pt x="8064" y="1056"/>
                    <a:pt x="8052" y="1059"/>
                    <a:pt x="8047" y="1059"/>
                  </a:cubicBezTo>
                  <a:cubicBezTo>
                    <a:pt x="8034" y="1059"/>
                    <a:pt x="8055" y="1042"/>
                    <a:pt x="8040" y="1042"/>
                  </a:cubicBezTo>
                  <a:cubicBezTo>
                    <a:pt x="8032" y="1042"/>
                    <a:pt x="8012" y="1047"/>
                    <a:pt x="7970" y="1064"/>
                  </a:cubicBezTo>
                  <a:lnTo>
                    <a:pt x="8004" y="1064"/>
                  </a:lnTo>
                  <a:cubicBezTo>
                    <a:pt x="7992" y="1070"/>
                    <a:pt x="7967" y="1076"/>
                    <a:pt x="7956" y="1076"/>
                  </a:cubicBezTo>
                  <a:cubicBezTo>
                    <a:pt x="7954" y="1076"/>
                    <a:pt x="7952" y="1076"/>
                    <a:pt x="7952" y="1075"/>
                  </a:cubicBezTo>
                  <a:lnTo>
                    <a:pt x="7952" y="1075"/>
                  </a:lnTo>
                  <a:cubicBezTo>
                    <a:pt x="7943" y="1089"/>
                    <a:pt x="7929" y="1089"/>
                    <a:pt x="7961" y="1089"/>
                  </a:cubicBezTo>
                  <a:cubicBezTo>
                    <a:pt x="7936" y="1115"/>
                    <a:pt x="7902" y="1132"/>
                    <a:pt x="7868" y="1132"/>
                  </a:cubicBezTo>
                  <a:cubicBezTo>
                    <a:pt x="7826" y="1140"/>
                    <a:pt x="7792" y="1149"/>
                    <a:pt x="7758" y="1174"/>
                  </a:cubicBezTo>
                  <a:cubicBezTo>
                    <a:pt x="7751" y="1167"/>
                    <a:pt x="7761" y="1155"/>
                    <a:pt x="7743" y="1155"/>
                  </a:cubicBezTo>
                  <a:cubicBezTo>
                    <a:pt x="7738" y="1155"/>
                    <a:pt x="7732" y="1155"/>
                    <a:pt x="7724" y="1157"/>
                  </a:cubicBezTo>
                  <a:lnTo>
                    <a:pt x="7784" y="1132"/>
                  </a:lnTo>
                  <a:lnTo>
                    <a:pt x="7784" y="1132"/>
                  </a:lnTo>
                  <a:lnTo>
                    <a:pt x="7716" y="1140"/>
                  </a:lnTo>
                  <a:cubicBezTo>
                    <a:pt x="7674" y="1174"/>
                    <a:pt x="7724" y="1182"/>
                    <a:pt x="7767" y="1199"/>
                  </a:cubicBezTo>
                  <a:cubicBezTo>
                    <a:pt x="7771" y="1182"/>
                    <a:pt x="7786" y="1182"/>
                    <a:pt x="7806" y="1182"/>
                  </a:cubicBezTo>
                  <a:cubicBezTo>
                    <a:pt x="7826" y="1182"/>
                    <a:pt x="7851" y="1182"/>
                    <a:pt x="7877" y="1166"/>
                  </a:cubicBezTo>
                  <a:lnTo>
                    <a:pt x="7877" y="1166"/>
                  </a:lnTo>
                  <a:cubicBezTo>
                    <a:pt x="7894" y="1174"/>
                    <a:pt x="7868" y="1191"/>
                    <a:pt x="7843" y="1191"/>
                  </a:cubicBezTo>
                  <a:cubicBezTo>
                    <a:pt x="7860" y="1199"/>
                    <a:pt x="7826" y="1216"/>
                    <a:pt x="7860" y="1216"/>
                  </a:cubicBezTo>
                  <a:cubicBezTo>
                    <a:pt x="7800" y="1233"/>
                    <a:pt x="7741" y="1250"/>
                    <a:pt x="7682" y="1267"/>
                  </a:cubicBezTo>
                  <a:cubicBezTo>
                    <a:pt x="7654" y="1276"/>
                    <a:pt x="7629" y="1283"/>
                    <a:pt x="7608" y="1283"/>
                  </a:cubicBezTo>
                  <a:cubicBezTo>
                    <a:pt x="7603" y="1283"/>
                    <a:pt x="7599" y="1283"/>
                    <a:pt x="7595" y="1282"/>
                  </a:cubicBezTo>
                  <a:lnTo>
                    <a:pt x="7595" y="1282"/>
                  </a:lnTo>
                  <a:cubicBezTo>
                    <a:pt x="7603" y="1297"/>
                    <a:pt x="7575" y="1326"/>
                    <a:pt x="7581" y="1326"/>
                  </a:cubicBezTo>
                  <a:lnTo>
                    <a:pt x="7623" y="1284"/>
                  </a:lnTo>
                  <a:cubicBezTo>
                    <a:pt x="7623" y="1309"/>
                    <a:pt x="7657" y="1301"/>
                    <a:pt x="7648" y="1335"/>
                  </a:cubicBezTo>
                  <a:cubicBezTo>
                    <a:pt x="7665" y="1301"/>
                    <a:pt x="7699" y="1309"/>
                    <a:pt x="7716" y="1276"/>
                  </a:cubicBezTo>
                  <a:cubicBezTo>
                    <a:pt x="7718" y="1288"/>
                    <a:pt x="7724" y="1293"/>
                    <a:pt x="7733" y="1293"/>
                  </a:cubicBezTo>
                  <a:cubicBezTo>
                    <a:pt x="7760" y="1293"/>
                    <a:pt x="7811" y="1250"/>
                    <a:pt x="7843" y="1250"/>
                  </a:cubicBezTo>
                  <a:cubicBezTo>
                    <a:pt x="7817" y="1276"/>
                    <a:pt x="7784" y="1301"/>
                    <a:pt x="7741" y="1309"/>
                  </a:cubicBezTo>
                  <a:cubicBezTo>
                    <a:pt x="7707" y="1326"/>
                    <a:pt x="7674" y="1326"/>
                    <a:pt x="7682" y="1326"/>
                  </a:cubicBezTo>
                  <a:cubicBezTo>
                    <a:pt x="7691" y="1335"/>
                    <a:pt x="7640" y="1369"/>
                    <a:pt x="7606" y="1377"/>
                  </a:cubicBezTo>
                  <a:cubicBezTo>
                    <a:pt x="7614" y="1394"/>
                    <a:pt x="7614" y="1411"/>
                    <a:pt x="7606" y="1428"/>
                  </a:cubicBezTo>
                  <a:cubicBezTo>
                    <a:pt x="7638" y="1408"/>
                    <a:pt x="7666" y="1374"/>
                    <a:pt x="7684" y="1374"/>
                  </a:cubicBezTo>
                  <a:cubicBezTo>
                    <a:pt x="7690" y="1374"/>
                    <a:pt x="7695" y="1377"/>
                    <a:pt x="7699" y="1385"/>
                  </a:cubicBezTo>
                  <a:lnTo>
                    <a:pt x="7733" y="1335"/>
                  </a:lnTo>
                  <a:lnTo>
                    <a:pt x="7733" y="1335"/>
                  </a:lnTo>
                  <a:cubicBezTo>
                    <a:pt x="7733" y="1377"/>
                    <a:pt x="7724" y="1419"/>
                    <a:pt x="7691" y="1453"/>
                  </a:cubicBezTo>
                  <a:cubicBezTo>
                    <a:pt x="7750" y="1428"/>
                    <a:pt x="7800" y="1385"/>
                    <a:pt x="7843" y="1335"/>
                  </a:cubicBezTo>
                  <a:cubicBezTo>
                    <a:pt x="7877" y="1284"/>
                    <a:pt x="7919" y="1250"/>
                    <a:pt x="7978" y="1225"/>
                  </a:cubicBezTo>
                  <a:lnTo>
                    <a:pt x="7978" y="1225"/>
                  </a:lnTo>
                  <a:lnTo>
                    <a:pt x="7970" y="1242"/>
                  </a:lnTo>
                  <a:cubicBezTo>
                    <a:pt x="8105" y="1123"/>
                    <a:pt x="8266" y="1047"/>
                    <a:pt x="8443" y="996"/>
                  </a:cubicBezTo>
                  <a:lnTo>
                    <a:pt x="8443" y="1005"/>
                  </a:lnTo>
                  <a:cubicBezTo>
                    <a:pt x="8418" y="1039"/>
                    <a:pt x="8393" y="1056"/>
                    <a:pt x="8359" y="1064"/>
                  </a:cubicBezTo>
                  <a:lnTo>
                    <a:pt x="8308" y="1072"/>
                  </a:lnTo>
                  <a:cubicBezTo>
                    <a:pt x="8240" y="1123"/>
                    <a:pt x="8181" y="1174"/>
                    <a:pt x="8130" y="1242"/>
                  </a:cubicBezTo>
                  <a:cubicBezTo>
                    <a:pt x="8071" y="1309"/>
                    <a:pt x="8004" y="1369"/>
                    <a:pt x="7927" y="1419"/>
                  </a:cubicBezTo>
                  <a:cubicBezTo>
                    <a:pt x="7927" y="1418"/>
                    <a:pt x="7927" y="1417"/>
                    <a:pt x="7928" y="1416"/>
                  </a:cubicBezTo>
                  <a:lnTo>
                    <a:pt x="7928" y="1416"/>
                  </a:lnTo>
                  <a:cubicBezTo>
                    <a:pt x="7912" y="1447"/>
                    <a:pt x="7912" y="1469"/>
                    <a:pt x="7826" y="1512"/>
                  </a:cubicBezTo>
                  <a:cubicBezTo>
                    <a:pt x="7863" y="1480"/>
                    <a:pt x="7872" y="1470"/>
                    <a:pt x="7868" y="1470"/>
                  </a:cubicBezTo>
                  <a:lnTo>
                    <a:pt x="7868" y="1470"/>
                  </a:lnTo>
                  <a:cubicBezTo>
                    <a:pt x="7861" y="1470"/>
                    <a:pt x="7816" y="1499"/>
                    <a:pt x="7806" y="1499"/>
                  </a:cubicBezTo>
                  <a:cubicBezTo>
                    <a:pt x="7801" y="1499"/>
                    <a:pt x="7806" y="1490"/>
                    <a:pt x="7834" y="1462"/>
                  </a:cubicBezTo>
                  <a:lnTo>
                    <a:pt x="7834" y="1462"/>
                  </a:lnTo>
                  <a:cubicBezTo>
                    <a:pt x="7792" y="1495"/>
                    <a:pt x="7758" y="1538"/>
                    <a:pt x="7707" y="1572"/>
                  </a:cubicBezTo>
                  <a:cubicBezTo>
                    <a:pt x="7674" y="1597"/>
                    <a:pt x="7640" y="1622"/>
                    <a:pt x="7597" y="1648"/>
                  </a:cubicBezTo>
                  <a:cubicBezTo>
                    <a:pt x="7530" y="1690"/>
                    <a:pt x="7462" y="1732"/>
                    <a:pt x="7403" y="1775"/>
                  </a:cubicBezTo>
                  <a:cubicBezTo>
                    <a:pt x="7437" y="1775"/>
                    <a:pt x="7378" y="1825"/>
                    <a:pt x="7378" y="1834"/>
                  </a:cubicBezTo>
                  <a:cubicBezTo>
                    <a:pt x="7370" y="1839"/>
                    <a:pt x="7365" y="1841"/>
                    <a:pt x="7362" y="1841"/>
                  </a:cubicBezTo>
                  <a:cubicBezTo>
                    <a:pt x="7354" y="1841"/>
                    <a:pt x="7357" y="1829"/>
                    <a:pt x="7369" y="1817"/>
                  </a:cubicBezTo>
                  <a:lnTo>
                    <a:pt x="7369" y="1817"/>
                  </a:lnTo>
                  <a:cubicBezTo>
                    <a:pt x="7342" y="1833"/>
                    <a:pt x="7321" y="1839"/>
                    <a:pt x="7308" y="1839"/>
                  </a:cubicBezTo>
                  <a:cubicBezTo>
                    <a:pt x="7292" y="1839"/>
                    <a:pt x="7284" y="1831"/>
                    <a:pt x="7284" y="1817"/>
                  </a:cubicBezTo>
                  <a:lnTo>
                    <a:pt x="7394" y="1732"/>
                  </a:lnTo>
                  <a:lnTo>
                    <a:pt x="7394" y="1732"/>
                  </a:lnTo>
                  <a:cubicBezTo>
                    <a:pt x="7352" y="1758"/>
                    <a:pt x="7327" y="1758"/>
                    <a:pt x="7301" y="1775"/>
                  </a:cubicBezTo>
                  <a:cubicBezTo>
                    <a:pt x="7284" y="1783"/>
                    <a:pt x="7268" y="1800"/>
                    <a:pt x="7259" y="1808"/>
                  </a:cubicBezTo>
                  <a:cubicBezTo>
                    <a:pt x="7242" y="1834"/>
                    <a:pt x="7251" y="1834"/>
                    <a:pt x="7259" y="1842"/>
                  </a:cubicBezTo>
                  <a:lnTo>
                    <a:pt x="7174" y="1986"/>
                  </a:lnTo>
                  <a:lnTo>
                    <a:pt x="7174" y="1978"/>
                  </a:lnTo>
                  <a:lnTo>
                    <a:pt x="7065" y="2071"/>
                  </a:lnTo>
                  <a:lnTo>
                    <a:pt x="7073" y="2054"/>
                  </a:lnTo>
                  <a:lnTo>
                    <a:pt x="7022" y="2121"/>
                  </a:lnTo>
                  <a:cubicBezTo>
                    <a:pt x="7016" y="2112"/>
                    <a:pt x="7009" y="2109"/>
                    <a:pt x="7003" y="2109"/>
                  </a:cubicBezTo>
                  <a:cubicBezTo>
                    <a:pt x="6998" y="2109"/>
                    <a:pt x="6993" y="2111"/>
                    <a:pt x="6989" y="2111"/>
                  </a:cubicBezTo>
                  <a:cubicBezTo>
                    <a:pt x="6986" y="2111"/>
                    <a:pt x="6982" y="2110"/>
                    <a:pt x="6980" y="2105"/>
                  </a:cubicBezTo>
                  <a:cubicBezTo>
                    <a:pt x="6978" y="2104"/>
                    <a:pt x="6976" y="2104"/>
                    <a:pt x="6974" y="2104"/>
                  </a:cubicBezTo>
                  <a:cubicBezTo>
                    <a:pt x="6909" y="2104"/>
                    <a:pt x="6850" y="2233"/>
                    <a:pt x="6752" y="2282"/>
                  </a:cubicBezTo>
                  <a:lnTo>
                    <a:pt x="6760" y="2265"/>
                  </a:lnTo>
                  <a:lnTo>
                    <a:pt x="6760" y="2265"/>
                  </a:lnTo>
                  <a:cubicBezTo>
                    <a:pt x="6684" y="2333"/>
                    <a:pt x="6599" y="2392"/>
                    <a:pt x="6506" y="2443"/>
                  </a:cubicBezTo>
                  <a:lnTo>
                    <a:pt x="6506" y="2434"/>
                  </a:lnTo>
                  <a:cubicBezTo>
                    <a:pt x="6543" y="2398"/>
                    <a:pt x="6548" y="2374"/>
                    <a:pt x="6532" y="2374"/>
                  </a:cubicBezTo>
                  <a:cubicBezTo>
                    <a:pt x="6529" y="2374"/>
                    <a:pt x="6526" y="2374"/>
                    <a:pt x="6523" y="2375"/>
                  </a:cubicBezTo>
                  <a:cubicBezTo>
                    <a:pt x="6532" y="2358"/>
                    <a:pt x="6557" y="2341"/>
                    <a:pt x="6565" y="2324"/>
                  </a:cubicBezTo>
                  <a:cubicBezTo>
                    <a:pt x="6588" y="2309"/>
                    <a:pt x="6644" y="2254"/>
                    <a:pt x="6674" y="2254"/>
                  </a:cubicBezTo>
                  <a:cubicBezTo>
                    <a:pt x="6678" y="2254"/>
                    <a:pt x="6681" y="2255"/>
                    <a:pt x="6684" y="2257"/>
                  </a:cubicBezTo>
                  <a:cubicBezTo>
                    <a:pt x="6643" y="2286"/>
                    <a:pt x="6634" y="2295"/>
                    <a:pt x="6644" y="2295"/>
                  </a:cubicBezTo>
                  <a:cubicBezTo>
                    <a:pt x="6648" y="2295"/>
                    <a:pt x="6656" y="2293"/>
                    <a:pt x="6667" y="2291"/>
                  </a:cubicBezTo>
                  <a:cubicBezTo>
                    <a:pt x="6709" y="2231"/>
                    <a:pt x="6811" y="2164"/>
                    <a:pt x="6785" y="2138"/>
                  </a:cubicBezTo>
                  <a:cubicBezTo>
                    <a:pt x="6815" y="2112"/>
                    <a:pt x="6824" y="2108"/>
                    <a:pt x="6829" y="2108"/>
                  </a:cubicBezTo>
                  <a:cubicBezTo>
                    <a:pt x="6832" y="2108"/>
                    <a:pt x="6834" y="2109"/>
                    <a:pt x="6838" y="2109"/>
                  </a:cubicBezTo>
                  <a:cubicBezTo>
                    <a:pt x="6843" y="2109"/>
                    <a:pt x="6851" y="2107"/>
                    <a:pt x="6870" y="2096"/>
                  </a:cubicBezTo>
                  <a:lnTo>
                    <a:pt x="6870" y="2096"/>
                  </a:lnTo>
                  <a:cubicBezTo>
                    <a:pt x="6887" y="2105"/>
                    <a:pt x="6870" y="2121"/>
                    <a:pt x="6861" y="2147"/>
                  </a:cubicBezTo>
                  <a:lnTo>
                    <a:pt x="7065" y="1969"/>
                  </a:lnTo>
                  <a:cubicBezTo>
                    <a:pt x="7063" y="1965"/>
                    <a:pt x="7060" y="1963"/>
                    <a:pt x="7055" y="1963"/>
                  </a:cubicBezTo>
                  <a:cubicBezTo>
                    <a:pt x="7032" y="1963"/>
                    <a:pt x="6977" y="2000"/>
                    <a:pt x="6958" y="2000"/>
                  </a:cubicBezTo>
                  <a:cubicBezTo>
                    <a:pt x="6950" y="2000"/>
                    <a:pt x="6949" y="1992"/>
                    <a:pt x="6963" y="1969"/>
                  </a:cubicBezTo>
                  <a:cubicBezTo>
                    <a:pt x="6971" y="1944"/>
                    <a:pt x="6946" y="1910"/>
                    <a:pt x="7022" y="1859"/>
                  </a:cubicBezTo>
                  <a:lnTo>
                    <a:pt x="7022" y="1859"/>
                  </a:lnTo>
                  <a:cubicBezTo>
                    <a:pt x="7031" y="1868"/>
                    <a:pt x="7022" y="1868"/>
                    <a:pt x="7014" y="1876"/>
                  </a:cubicBezTo>
                  <a:cubicBezTo>
                    <a:pt x="7048" y="1851"/>
                    <a:pt x="7056" y="1851"/>
                    <a:pt x="7098" y="1825"/>
                  </a:cubicBezTo>
                  <a:lnTo>
                    <a:pt x="7098" y="1825"/>
                  </a:lnTo>
                  <a:cubicBezTo>
                    <a:pt x="7124" y="1842"/>
                    <a:pt x="7065" y="1876"/>
                    <a:pt x="7056" y="1918"/>
                  </a:cubicBezTo>
                  <a:cubicBezTo>
                    <a:pt x="7073" y="1893"/>
                    <a:pt x="7098" y="1868"/>
                    <a:pt x="7124" y="1842"/>
                  </a:cubicBezTo>
                  <a:lnTo>
                    <a:pt x="7124" y="1859"/>
                  </a:lnTo>
                  <a:lnTo>
                    <a:pt x="7191" y="1792"/>
                  </a:lnTo>
                  <a:cubicBezTo>
                    <a:pt x="7195" y="1783"/>
                    <a:pt x="7194" y="1780"/>
                    <a:pt x="7192" y="1780"/>
                  </a:cubicBezTo>
                  <a:cubicBezTo>
                    <a:pt x="7181" y="1780"/>
                    <a:pt x="7135" y="1826"/>
                    <a:pt x="7118" y="1826"/>
                  </a:cubicBezTo>
                  <a:cubicBezTo>
                    <a:pt x="7117" y="1826"/>
                    <a:pt x="7116" y="1826"/>
                    <a:pt x="7115" y="1825"/>
                  </a:cubicBezTo>
                  <a:lnTo>
                    <a:pt x="7158" y="1775"/>
                  </a:lnTo>
                  <a:cubicBezTo>
                    <a:pt x="7234" y="1698"/>
                    <a:pt x="7327" y="1631"/>
                    <a:pt x="7428" y="1597"/>
                  </a:cubicBezTo>
                  <a:cubicBezTo>
                    <a:pt x="7504" y="1555"/>
                    <a:pt x="7454" y="1555"/>
                    <a:pt x="7462" y="1529"/>
                  </a:cubicBezTo>
                  <a:cubicBezTo>
                    <a:pt x="7487" y="1479"/>
                    <a:pt x="7538" y="1470"/>
                    <a:pt x="7572" y="1436"/>
                  </a:cubicBezTo>
                  <a:cubicBezTo>
                    <a:pt x="7564" y="1419"/>
                    <a:pt x="7589" y="1394"/>
                    <a:pt x="7572" y="1369"/>
                  </a:cubicBezTo>
                  <a:lnTo>
                    <a:pt x="7623" y="1343"/>
                  </a:lnTo>
                  <a:cubicBezTo>
                    <a:pt x="7619" y="1333"/>
                    <a:pt x="7613" y="1329"/>
                    <a:pt x="7607" y="1329"/>
                  </a:cubicBezTo>
                  <a:cubicBezTo>
                    <a:pt x="7587" y="1329"/>
                    <a:pt x="7558" y="1369"/>
                    <a:pt x="7538" y="1369"/>
                  </a:cubicBezTo>
                  <a:cubicBezTo>
                    <a:pt x="7496" y="1360"/>
                    <a:pt x="7564" y="1343"/>
                    <a:pt x="7530" y="1335"/>
                  </a:cubicBezTo>
                  <a:lnTo>
                    <a:pt x="7530" y="1335"/>
                  </a:lnTo>
                  <a:cubicBezTo>
                    <a:pt x="7513" y="1352"/>
                    <a:pt x="7521" y="1377"/>
                    <a:pt x="7496" y="1402"/>
                  </a:cubicBezTo>
                  <a:cubicBezTo>
                    <a:pt x="7480" y="1418"/>
                    <a:pt x="7464" y="1424"/>
                    <a:pt x="7452" y="1424"/>
                  </a:cubicBezTo>
                  <a:cubicBezTo>
                    <a:pt x="7445" y="1424"/>
                    <a:pt x="7440" y="1422"/>
                    <a:pt x="7437" y="1419"/>
                  </a:cubicBezTo>
                  <a:cubicBezTo>
                    <a:pt x="7487" y="1394"/>
                    <a:pt x="7496" y="1385"/>
                    <a:pt x="7496" y="1369"/>
                  </a:cubicBezTo>
                  <a:cubicBezTo>
                    <a:pt x="7496" y="1352"/>
                    <a:pt x="7504" y="1335"/>
                    <a:pt x="7513" y="1326"/>
                  </a:cubicBezTo>
                  <a:lnTo>
                    <a:pt x="7521" y="1335"/>
                  </a:lnTo>
                  <a:cubicBezTo>
                    <a:pt x="7504" y="1318"/>
                    <a:pt x="7564" y="1292"/>
                    <a:pt x="7564" y="1276"/>
                  </a:cubicBezTo>
                  <a:cubicBezTo>
                    <a:pt x="7567" y="1275"/>
                    <a:pt x="7570" y="1275"/>
                    <a:pt x="7573" y="1275"/>
                  </a:cubicBezTo>
                  <a:lnTo>
                    <a:pt x="7573" y="1275"/>
                  </a:lnTo>
                  <a:cubicBezTo>
                    <a:pt x="7580" y="1279"/>
                    <a:pt x="7587" y="1281"/>
                    <a:pt x="7595" y="1282"/>
                  </a:cubicBezTo>
                  <a:lnTo>
                    <a:pt x="7595" y="1282"/>
                  </a:lnTo>
                  <a:cubicBezTo>
                    <a:pt x="7593" y="1278"/>
                    <a:pt x="7587" y="1275"/>
                    <a:pt x="7576" y="1275"/>
                  </a:cubicBezTo>
                  <a:cubicBezTo>
                    <a:pt x="7575" y="1275"/>
                    <a:pt x="7574" y="1275"/>
                    <a:pt x="7573" y="1275"/>
                  </a:cubicBezTo>
                  <a:lnTo>
                    <a:pt x="7573" y="1275"/>
                  </a:lnTo>
                  <a:cubicBezTo>
                    <a:pt x="7570" y="1273"/>
                    <a:pt x="7567" y="1270"/>
                    <a:pt x="7564" y="1267"/>
                  </a:cubicBezTo>
                  <a:cubicBezTo>
                    <a:pt x="7538" y="1276"/>
                    <a:pt x="7521" y="1292"/>
                    <a:pt x="7496" y="1326"/>
                  </a:cubicBezTo>
                  <a:lnTo>
                    <a:pt x="7479" y="1343"/>
                  </a:lnTo>
                  <a:cubicBezTo>
                    <a:pt x="7471" y="1352"/>
                    <a:pt x="7445" y="1377"/>
                    <a:pt x="7428" y="1394"/>
                  </a:cubicBezTo>
                  <a:cubicBezTo>
                    <a:pt x="7394" y="1419"/>
                    <a:pt x="7361" y="1453"/>
                    <a:pt x="7327" y="1479"/>
                  </a:cubicBezTo>
                  <a:lnTo>
                    <a:pt x="7352" y="1436"/>
                  </a:lnTo>
                  <a:lnTo>
                    <a:pt x="7352" y="1436"/>
                  </a:lnTo>
                  <a:cubicBezTo>
                    <a:pt x="7174" y="1504"/>
                    <a:pt x="7259" y="1572"/>
                    <a:pt x="7183" y="1648"/>
                  </a:cubicBezTo>
                  <a:cubicBezTo>
                    <a:pt x="7199" y="1630"/>
                    <a:pt x="7200" y="1623"/>
                    <a:pt x="7193" y="1623"/>
                  </a:cubicBezTo>
                  <a:cubicBezTo>
                    <a:pt x="7173" y="1623"/>
                    <a:pt x="7087" y="1675"/>
                    <a:pt x="7056" y="1682"/>
                  </a:cubicBezTo>
                  <a:cubicBezTo>
                    <a:pt x="7014" y="1758"/>
                    <a:pt x="6955" y="1834"/>
                    <a:pt x="6887" y="1893"/>
                  </a:cubicBezTo>
                  <a:cubicBezTo>
                    <a:pt x="6866" y="1883"/>
                    <a:pt x="6846" y="1866"/>
                    <a:pt x="6819" y="1866"/>
                  </a:cubicBezTo>
                  <a:cubicBezTo>
                    <a:pt x="6803" y="1866"/>
                    <a:pt x="6783" y="1873"/>
                    <a:pt x="6760" y="1893"/>
                  </a:cubicBezTo>
                  <a:lnTo>
                    <a:pt x="6735" y="1935"/>
                  </a:lnTo>
                  <a:cubicBezTo>
                    <a:pt x="6675" y="1978"/>
                    <a:pt x="6608" y="2062"/>
                    <a:pt x="6565" y="2071"/>
                  </a:cubicBezTo>
                  <a:lnTo>
                    <a:pt x="6565" y="2062"/>
                  </a:lnTo>
                  <a:cubicBezTo>
                    <a:pt x="6511" y="2092"/>
                    <a:pt x="6508" y="2118"/>
                    <a:pt x="6530" y="2118"/>
                  </a:cubicBezTo>
                  <a:cubicBezTo>
                    <a:pt x="6538" y="2118"/>
                    <a:pt x="6551" y="2114"/>
                    <a:pt x="6565" y="2105"/>
                  </a:cubicBezTo>
                  <a:lnTo>
                    <a:pt x="6565" y="2105"/>
                  </a:lnTo>
                  <a:lnTo>
                    <a:pt x="6515" y="2164"/>
                  </a:lnTo>
                  <a:lnTo>
                    <a:pt x="6506" y="2164"/>
                  </a:lnTo>
                  <a:cubicBezTo>
                    <a:pt x="6451" y="2246"/>
                    <a:pt x="6385" y="2323"/>
                    <a:pt x="6312" y="2394"/>
                  </a:cubicBezTo>
                  <a:lnTo>
                    <a:pt x="6312" y="2394"/>
                  </a:lnTo>
                  <a:cubicBezTo>
                    <a:pt x="6318" y="2393"/>
                    <a:pt x="6323" y="2392"/>
                    <a:pt x="6329" y="2392"/>
                  </a:cubicBezTo>
                  <a:lnTo>
                    <a:pt x="6278" y="2460"/>
                  </a:lnTo>
                  <a:lnTo>
                    <a:pt x="6244" y="2460"/>
                  </a:lnTo>
                  <a:lnTo>
                    <a:pt x="6227" y="2502"/>
                  </a:lnTo>
                  <a:cubicBezTo>
                    <a:pt x="6278" y="2477"/>
                    <a:pt x="6337" y="2451"/>
                    <a:pt x="6396" y="2443"/>
                  </a:cubicBezTo>
                  <a:lnTo>
                    <a:pt x="6396" y="2443"/>
                  </a:lnTo>
                  <a:cubicBezTo>
                    <a:pt x="6261" y="2544"/>
                    <a:pt x="6142" y="2671"/>
                    <a:pt x="6049" y="2815"/>
                  </a:cubicBezTo>
                  <a:cubicBezTo>
                    <a:pt x="6049" y="2812"/>
                    <a:pt x="6049" y="2809"/>
                    <a:pt x="6049" y="2807"/>
                  </a:cubicBezTo>
                  <a:cubicBezTo>
                    <a:pt x="5965" y="2874"/>
                    <a:pt x="5956" y="2883"/>
                    <a:pt x="5880" y="2934"/>
                  </a:cubicBezTo>
                  <a:lnTo>
                    <a:pt x="5889" y="2908"/>
                  </a:lnTo>
                  <a:cubicBezTo>
                    <a:pt x="5887" y="2908"/>
                    <a:pt x="5885" y="2907"/>
                    <a:pt x="5884" y="2907"/>
                  </a:cubicBezTo>
                  <a:cubicBezTo>
                    <a:pt x="5859" y="2907"/>
                    <a:pt x="5826" y="2962"/>
                    <a:pt x="5770" y="3001"/>
                  </a:cubicBezTo>
                  <a:cubicBezTo>
                    <a:pt x="5753" y="3035"/>
                    <a:pt x="5728" y="3060"/>
                    <a:pt x="5703" y="3069"/>
                  </a:cubicBezTo>
                  <a:lnTo>
                    <a:pt x="5703" y="3052"/>
                  </a:lnTo>
                  <a:cubicBezTo>
                    <a:pt x="5701" y="3051"/>
                    <a:pt x="5699" y="3051"/>
                    <a:pt x="5697" y="3051"/>
                  </a:cubicBezTo>
                  <a:cubicBezTo>
                    <a:pt x="5675" y="3051"/>
                    <a:pt x="5621" y="3090"/>
                    <a:pt x="5567" y="3137"/>
                  </a:cubicBezTo>
                  <a:lnTo>
                    <a:pt x="5576" y="3103"/>
                  </a:lnTo>
                  <a:cubicBezTo>
                    <a:pt x="5584" y="3077"/>
                    <a:pt x="5601" y="3060"/>
                    <a:pt x="5618" y="3044"/>
                  </a:cubicBezTo>
                  <a:lnTo>
                    <a:pt x="5618" y="3044"/>
                  </a:lnTo>
                  <a:cubicBezTo>
                    <a:pt x="5609" y="3052"/>
                    <a:pt x="5584" y="3069"/>
                    <a:pt x="5567" y="3069"/>
                  </a:cubicBezTo>
                  <a:lnTo>
                    <a:pt x="5643" y="2942"/>
                  </a:lnTo>
                  <a:lnTo>
                    <a:pt x="5643" y="2942"/>
                  </a:lnTo>
                  <a:cubicBezTo>
                    <a:pt x="5584" y="2976"/>
                    <a:pt x="5610" y="3027"/>
                    <a:pt x="5542" y="3069"/>
                  </a:cubicBezTo>
                  <a:cubicBezTo>
                    <a:pt x="5525" y="3044"/>
                    <a:pt x="5508" y="3027"/>
                    <a:pt x="5567" y="2959"/>
                  </a:cubicBezTo>
                  <a:cubicBezTo>
                    <a:pt x="5588" y="2943"/>
                    <a:pt x="5597" y="2938"/>
                    <a:pt x="5600" y="2938"/>
                  </a:cubicBezTo>
                  <a:cubicBezTo>
                    <a:pt x="5607" y="2938"/>
                    <a:pt x="5592" y="2960"/>
                    <a:pt x="5611" y="2960"/>
                  </a:cubicBezTo>
                  <a:cubicBezTo>
                    <a:pt x="5613" y="2960"/>
                    <a:pt x="5615" y="2960"/>
                    <a:pt x="5618" y="2959"/>
                  </a:cubicBezTo>
                  <a:cubicBezTo>
                    <a:pt x="5635" y="2883"/>
                    <a:pt x="5694" y="2934"/>
                    <a:pt x="5719" y="2857"/>
                  </a:cubicBezTo>
                  <a:cubicBezTo>
                    <a:pt x="5745" y="2836"/>
                    <a:pt x="5759" y="2829"/>
                    <a:pt x="5770" y="2829"/>
                  </a:cubicBezTo>
                  <a:cubicBezTo>
                    <a:pt x="5783" y="2829"/>
                    <a:pt x="5790" y="2841"/>
                    <a:pt x="5804" y="2841"/>
                  </a:cubicBezTo>
                  <a:cubicBezTo>
                    <a:pt x="5745" y="2883"/>
                    <a:pt x="5855" y="2841"/>
                    <a:pt x="5779" y="2908"/>
                  </a:cubicBezTo>
                  <a:cubicBezTo>
                    <a:pt x="5855" y="2874"/>
                    <a:pt x="5804" y="2841"/>
                    <a:pt x="5863" y="2815"/>
                  </a:cubicBezTo>
                  <a:lnTo>
                    <a:pt x="5897" y="2832"/>
                  </a:lnTo>
                  <a:cubicBezTo>
                    <a:pt x="5973" y="2798"/>
                    <a:pt x="6049" y="2739"/>
                    <a:pt x="6117" y="2671"/>
                  </a:cubicBezTo>
                  <a:lnTo>
                    <a:pt x="6117" y="2671"/>
                  </a:lnTo>
                  <a:cubicBezTo>
                    <a:pt x="6106" y="2675"/>
                    <a:pt x="6100" y="2677"/>
                    <a:pt x="6096" y="2677"/>
                  </a:cubicBezTo>
                  <a:cubicBezTo>
                    <a:pt x="6083" y="2677"/>
                    <a:pt x="6095" y="2662"/>
                    <a:pt x="6106" y="2648"/>
                  </a:cubicBezTo>
                  <a:lnTo>
                    <a:pt x="6106" y="2648"/>
                  </a:lnTo>
                  <a:cubicBezTo>
                    <a:pt x="6088" y="2667"/>
                    <a:pt x="6051" y="2684"/>
                    <a:pt x="6034" y="2684"/>
                  </a:cubicBezTo>
                  <a:cubicBezTo>
                    <a:pt x="6029" y="2684"/>
                    <a:pt x="6025" y="2682"/>
                    <a:pt x="6024" y="2680"/>
                  </a:cubicBezTo>
                  <a:cubicBezTo>
                    <a:pt x="6083" y="2629"/>
                    <a:pt x="6134" y="2587"/>
                    <a:pt x="6202" y="2544"/>
                  </a:cubicBezTo>
                  <a:lnTo>
                    <a:pt x="6202" y="2544"/>
                  </a:lnTo>
                  <a:lnTo>
                    <a:pt x="6109" y="2595"/>
                  </a:lnTo>
                  <a:cubicBezTo>
                    <a:pt x="6126" y="2553"/>
                    <a:pt x="6210" y="2451"/>
                    <a:pt x="6210" y="2443"/>
                  </a:cubicBezTo>
                  <a:cubicBezTo>
                    <a:pt x="6222" y="2438"/>
                    <a:pt x="6235" y="2432"/>
                    <a:pt x="6247" y="2425"/>
                  </a:cubicBezTo>
                  <a:lnTo>
                    <a:pt x="6247" y="2425"/>
                  </a:lnTo>
                  <a:cubicBezTo>
                    <a:pt x="6234" y="2425"/>
                    <a:pt x="6217" y="2430"/>
                    <a:pt x="6208" y="2430"/>
                  </a:cubicBezTo>
                  <a:cubicBezTo>
                    <a:pt x="6196" y="2430"/>
                    <a:pt x="6199" y="2422"/>
                    <a:pt x="6244" y="2384"/>
                  </a:cubicBezTo>
                  <a:lnTo>
                    <a:pt x="6244" y="2384"/>
                  </a:lnTo>
                  <a:cubicBezTo>
                    <a:pt x="6234" y="2397"/>
                    <a:pt x="6237" y="2401"/>
                    <a:pt x="6246" y="2401"/>
                  </a:cubicBezTo>
                  <a:cubicBezTo>
                    <a:pt x="6259" y="2401"/>
                    <a:pt x="6285" y="2392"/>
                    <a:pt x="6295" y="2392"/>
                  </a:cubicBezTo>
                  <a:cubicBezTo>
                    <a:pt x="6337" y="2367"/>
                    <a:pt x="6362" y="2308"/>
                    <a:pt x="6379" y="2291"/>
                  </a:cubicBezTo>
                  <a:cubicBezTo>
                    <a:pt x="6354" y="2291"/>
                    <a:pt x="6345" y="2248"/>
                    <a:pt x="6354" y="2215"/>
                  </a:cubicBezTo>
                  <a:lnTo>
                    <a:pt x="6354" y="2215"/>
                  </a:lnTo>
                  <a:cubicBezTo>
                    <a:pt x="6295" y="2316"/>
                    <a:pt x="6032" y="2468"/>
                    <a:pt x="6058" y="2544"/>
                  </a:cubicBezTo>
                  <a:cubicBezTo>
                    <a:pt x="5956" y="2621"/>
                    <a:pt x="5829" y="2739"/>
                    <a:pt x="5703" y="2815"/>
                  </a:cubicBezTo>
                  <a:lnTo>
                    <a:pt x="5719" y="2815"/>
                  </a:lnTo>
                  <a:lnTo>
                    <a:pt x="5601" y="2874"/>
                  </a:lnTo>
                  <a:lnTo>
                    <a:pt x="5618" y="2849"/>
                  </a:lnTo>
                  <a:lnTo>
                    <a:pt x="5533" y="2883"/>
                  </a:lnTo>
                  <a:cubicBezTo>
                    <a:pt x="5525" y="2874"/>
                    <a:pt x="5559" y="2841"/>
                    <a:pt x="5567" y="2824"/>
                  </a:cubicBezTo>
                  <a:cubicBezTo>
                    <a:pt x="5577" y="2819"/>
                    <a:pt x="5587" y="2814"/>
                    <a:pt x="5592" y="2814"/>
                  </a:cubicBezTo>
                  <a:cubicBezTo>
                    <a:pt x="5595" y="2814"/>
                    <a:pt x="5596" y="2816"/>
                    <a:pt x="5593" y="2824"/>
                  </a:cubicBezTo>
                  <a:cubicBezTo>
                    <a:pt x="5606" y="2804"/>
                    <a:pt x="5608" y="2797"/>
                    <a:pt x="5603" y="2797"/>
                  </a:cubicBezTo>
                  <a:cubicBezTo>
                    <a:pt x="5595" y="2797"/>
                    <a:pt x="5562" y="2824"/>
                    <a:pt x="5551" y="2824"/>
                  </a:cubicBezTo>
                  <a:cubicBezTo>
                    <a:pt x="5546" y="2824"/>
                    <a:pt x="5545" y="2819"/>
                    <a:pt x="5550" y="2807"/>
                  </a:cubicBezTo>
                  <a:cubicBezTo>
                    <a:pt x="5576" y="2790"/>
                    <a:pt x="5593" y="2781"/>
                    <a:pt x="5610" y="2764"/>
                  </a:cubicBezTo>
                  <a:lnTo>
                    <a:pt x="5610" y="2764"/>
                  </a:lnTo>
                  <a:cubicBezTo>
                    <a:pt x="5508" y="2815"/>
                    <a:pt x="5500" y="2883"/>
                    <a:pt x="5423" y="2883"/>
                  </a:cubicBezTo>
                  <a:cubicBezTo>
                    <a:pt x="5390" y="2959"/>
                    <a:pt x="5322" y="3018"/>
                    <a:pt x="5246" y="3060"/>
                  </a:cubicBezTo>
                  <a:cubicBezTo>
                    <a:pt x="5250" y="3055"/>
                    <a:pt x="5251" y="3053"/>
                    <a:pt x="5249" y="3053"/>
                  </a:cubicBezTo>
                  <a:lnTo>
                    <a:pt x="5249" y="3053"/>
                  </a:lnTo>
                  <a:cubicBezTo>
                    <a:pt x="5245" y="3053"/>
                    <a:pt x="5207" y="3088"/>
                    <a:pt x="5191" y="3088"/>
                  </a:cubicBezTo>
                  <a:cubicBezTo>
                    <a:pt x="5185" y="3088"/>
                    <a:pt x="5183" y="3083"/>
                    <a:pt x="5187" y="3069"/>
                  </a:cubicBezTo>
                  <a:lnTo>
                    <a:pt x="5187" y="3069"/>
                  </a:lnTo>
                  <a:cubicBezTo>
                    <a:pt x="5170" y="3103"/>
                    <a:pt x="5085" y="3137"/>
                    <a:pt x="5085" y="3162"/>
                  </a:cubicBezTo>
                  <a:cubicBezTo>
                    <a:pt x="5102" y="3145"/>
                    <a:pt x="5127" y="3128"/>
                    <a:pt x="5153" y="3111"/>
                  </a:cubicBezTo>
                  <a:lnTo>
                    <a:pt x="5153" y="3111"/>
                  </a:lnTo>
                  <a:cubicBezTo>
                    <a:pt x="5127" y="3145"/>
                    <a:pt x="5136" y="3162"/>
                    <a:pt x="5093" y="3187"/>
                  </a:cubicBezTo>
                  <a:cubicBezTo>
                    <a:pt x="5051" y="3238"/>
                    <a:pt x="5110" y="3255"/>
                    <a:pt x="5026" y="3314"/>
                  </a:cubicBezTo>
                  <a:cubicBezTo>
                    <a:pt x="4967" y="3366"/>
                    <a:pt x="4939" y="3385"/>
                    <a:pt x="4929" y="3385"/>
                  </a:cubicBezTo>
                  <a:cubicBezTo>
                    <a:pt x="4901" y="3385"/>
                    <a:pt x="5002" y="3246"/>
                    <a:pt x="4977" y="3246"/>
                  </a:cubicBezTo>
                  <a:cubicBezTo>
                    <a:pt x="4976" y="3246"/>
                    <a:pt x="4976" y="3246"/>
                    <a:pt x="4975" y="3247"/>
                  </a:cubicBezTo>
                  <a:cubicBezTo>
                    <a:pt x="4975" y="3272"/>
                    <a:pt x="4882" y="3357"/>
                    <a:pt x="4831" y="3382"/>
                  </a:cubicBezTo>
                  <a:lnTo>
                    <a:pt x="4840" y="3365"/>
                  </a:lnTo>
                  <a:lnTo>
                    <a:pt x="4840" y="3365"/>
                  </a:lnTo>
                  <a:cubicBezTo>
                    <a:pt x="4814" y="3390"/>
                    <a:pt x="4789" y="3424"/>
                    <a:pt x="4755" y="3433"/>
                  </a:cubicBezTo>
                  <a:cubicBezTo>
                    <a:pt x="4755" y="3466"/>
                    <a:pt x="4755" y="3500"/>
                    <a:pt x="4738" y="3534"/>
                  </a:cubicBezTo>
                  <a:lnTo>
                    <a:pt x="4645" y="3610"/>
                  </a:lnTo>
                  <a:lnTo>
                    <a:pt x="4654" y="3585"/>
                  </a:lnTo>
                  <a:lnTo>
                    <a:pt x="4654" y="3585"/>
                  </a:lnTo>
                  <a:cubicBezTo>
                    <a:pt x="4637" y="3602"/>
                    <a:pt x="4620" y="3627"/>
                    <a:pt x="4594" y="3644"/>
                  </a:cubicBezTo>
                  <a:cubicBezTo>
                    <a:pt x="4577" y="3627"/>
                    <a:pt x="4611" y="3610"/>
                    <a:pt x="4637" y="3585"/>
                  </a:cubicBezTo>
                  <a:cubicBezTo>
                    <a:pt x="4631" y="3583"/>
                    <a:pt x="4626" y="3583"/>
                    <a:pt x="4621" y="3583"/>
                  </a:cubicBezTo>
                  <a:cubicBezTo>
                    <a:pt x="4597" y="3583"/>
                    <a:pt x="4584" y="3599"/>
                    <a:pt x="4577" y="3627"/>
                  </a:cubicBezTo>
                  <a:lnTo>
                    <a:pt x="4586" y="3619"/>
                  </a:lnTo>
                  <a:lnTo>
                    <a:pt x="4586" y="3619"/>
                  </a:lnTo>
                  <a:cubicBezTo>
                    <a:pt x="4572" y="3646"/>
                    <a:pt x="4522" y="3710"/>
                    <a:pt x="4539" y="3710"/>
                  </a:cubicBezTo>
                  <a:cubicBezTo>
                    <a:pt x="4544" y="3710"/>
                    <a:pt x="4553" y="3705"/>
                    <a:pt x="4569" y="3695"/>
                  </a:cubicBezTo>
                  <a:lnTo>
                    <a:pt x="4569" y="3695"/>
                  </a:lnTo>
                  <a:cubicBezTo>
                    <a:pt x="4527" y="3754"/>
                    <a:pt x="4484" y="3737"/>
                    <a:pt x="4451" y="3779"/>
                  </a:cubicBezTo>
                  <a:cubicBezTo>
                    <a:pt x="4442" y="3763"/>
                    <a:pt x="4467" y="3737"/>
                    <a:pt x="4442" y="3737"/>
                  </a:cubicBezTo>
                  <a:cubicBezTo>
                    <a:pt x="4408" y="3763"/>
                    <a:pt x="4374" y="3788"/>
                    <a:pt x="4349" y="3813"/>
                  </a:cubicBezTo>
                  <a:cubicBezTo>
                    <a:pt x="4356" y="3810"/>
                    <a:pt x="4361" y="3808"/>
                    <a:pt x="4363" y="3808"/>
                  </a:cubicBezTo>
                  <a:cubicBezTo>
                    <a:pt x="4369" y="3808"/>
                    <a:pt x="4366" y="3815"/>
                    <a:pt x="4373" y="3815"/>
                  </a:cubicBezTo>
                  <a:cubicBezTo>
                    <a:pt x="4377" y="3815"/>
                    <a:pt x="4385" y="3812"/>
                    <a:pt x="4400" y="3805"/>
                  </a:cubicBezTo>
                  <a:lnTo>
                    <a:pt x="4400" y="3805"/>
                  </a:lnTo>
                  <a:cubicBezTo>
                    <a:pt x="4391" y="3830"/>
                    <a:pt x="4341" y="3873"/>
                    <a:pt x="4349" y="3873"/>
                  </a:cubicBezTo>
                  <a:cubicBezTo>
                    <a:pt x="4366" y="3856"/>
                    <a:pt x="4383" y="3839"/>
                    <a:pt x="4408" y="3830"/>
                  </a:cubicBezTo>
                  <a:lnTo>
                    <a:pt x="4408" y="3830"/>
                  </a:lnTo>
                  <a:cubicBezTo>
                    <a:pt x="4358" y="3881"/>
                    <a:pt x="4307" y="3915"/>
                    <a:pt x="4248" y="3949"/>
                  </a:cubicBezTo>
                  <a:cubicBezTo>
                    <a:pt x="4248" y="3940"/>
                    <a:pt x="4248" y="3932"/>
                    <a:pt x="4248" y="3932"/>
                  </a:cubicBezTo>
                  <a:cubicBezTo>
                    <a:pt x="4205" y="4008"/>
                    <a:pt x="4095" y="4076"/>
                    <a:pt x="4070" y="4143"/>
                  </a:cubicBezTo>
                  <a:lnTo>
                    <a:pt x="4095" y="4135"/>
                  </a:lnTo>
                  <a:cubicBezTo>
                    <a:pt x="4112" y="4109"/>
                    <a:pt x="4129" y="4092"/>
                    <a:pt x="4154" y="4084"/>
                  </a:cubicBezTo>
                  <a:lnTo>
                    <a:pt x="4154" y="4084"/>
                  </a:lnTo>
                  <a:cubicBezTo>
                    <a:pt x="4138" y="4103"/>
                    <a:pt x="4143" y="4107"/>
                    <a:pt x="4153" y="4107"/>
                  </a:cubicBezTo>
                  <a:cubicBezTo>
                    <a:pt x="4157" y="4107"/>
                    <a:pt x="4163" y="4106"/>
                    <a:pt x="4168" y="4106"/>
                  </a:cubicBezTo>
                  <a:cubicBezTo>
                    <a:pt x="4179" y="4106"/>
                    <a:pt x="4184" y="4110"/>
                    <a:pt x="4163" y="4135"/>
                  </a:cubicBezTo>
                  <a:cubicBezTo>
                    <a:pt x="4104" y="4202"/>
                    <a:pt x="4011" y="4219"/>
                    <a:pt x="3994" y="4287"/>
                  </a:cubicBezTo>
                  <a:cubicBezTo>
                    <a:pt x="4070" y="4245"/>
                    <a:pt x="4138" y="4194"/>
                    <a:pt x="4197" y="4135"/>
                  </a:cubicBezTo>
                  <a:lnTo>
                    <a:pt x="4197" y="4135"/>
                  </a:lnTo>
                  <a:lnTo>
                    <a:pt x="4146" y="4169"/>
                  </a:lnTo>
                  <a:lnTo>
                    <a:pt x="4146" y="4169"/>
                  </a:lnTo>
                  <a:lnTo>
                    <a:pt x="4222" y="4059"/>
                  </a:lnTo>
                  <a:cubicBezTo>
                    <a:pt x="4223" y="4059"/>
                    <a:pt x="4224" y="4059"/>
                    <a:pt x="4225" y="4059"/>
                  </a:cubicBezTo>
                  <a:cubicBezTo>
                    <a:pt x="4243" y="4059"/>
                    <a:pt x="4299" y="3995"/>
                    <a:pt x="4324" y="3995"/>
                  </a:cubicBezTo>
                  <a:cubicBezTo>
                    <a:pt x="4327" y="3995"/>
                    <a:pt x="4330" y="3996"/>
                    <a:pt x="4332" y="3999"/>
                  </a:cubicBezTo>
                  <a:cubicBezTo>
                    <a:pt x="4298" y="4033"/>
                    <a:pt x="4264" y="4059"/>
                    <a:pt x="4239" y="4084"/>
                  </a:cubicBezTo>
                  <a:cubicBezTo>
                    <a:pt x="4248" y="4084"/>
                    <a:pt x="4341" y="4008"/>
                    <a:pt x="4374" y="3983"/>
                  </a:cubicBezTo>
                  <a:lnTo>
                    <a:pt x="4374" y="3983"/>
                  </a:lnTo>
                  <a:lnTo>
                    <a:pt x="4324" y="4016"/>
                  </a:lnTo>
                  <a:cubicBezTo>
                    <a:pt x="4391" y="3932"/>
                    <a:pt x="4510" y="3847"/>
                    <a:pt x="4577" y="3771"/>
                  </a:cubicBezTo>
                  <a:lnTo>
                    <a:pt x="4577" y="3771"/>
                  </a:lnTo>
                  <a:cubicBezTo>
                    <a:pt x="4565" y="3787"/>
                    <a:pt x="4564" y="3793"/>
                    <a:pt x="4569" y="3793"/>
                  </a:cubicBezTo>
                  <a:cubicBezTo>
                    <a:pt x="4580" y="3793"/>
                    <a:pt x="4624" y="3762"/>
                    <a:pt x="4638" y="3762"/>
                  </a:cubicBezTo>
                  <a:cubicBezTo>
                    <a:pt x="4643" y="3762"/>
                    <a:pt x="4644" y="3767"/>
                    <a:pt x="4637" y="3779"/>
                  </a:cubicBezTo>
                  <a:cubicBezTo>
                    <a:pt x="4628" y="3813"/>
                    <a:pt x="4577" y="3813"/>
                    <a:pt x="4586" y="3813"/>
                  </a:cubicBezTo>
                  <a:cubicBezTo>
                    <a:pt x="4587" y="3818"/>
                    <a:pt x="4590" y="3820"/>
                    <a:pt x="4594" y="3820"/>
                  </a:cubicBezTo>
                  <a:cubicBezTo>
                    <a:pt x="4612" y="3820"/>
                    <a:pt x="4650" y="3779"/>
                    <a:pt x="4671" y="3779"/>
                  </a:cubicBezTo>
                  <a:cubicBezTo>
                    <a:pt x="4671" y="3764"/>
                    <a:pt x="4731" y="3709"/>
                    <a:pt x="4702" y="3709"/>
                  </a:cubicBezTo>
                  <a:cubicBezTo>
                    <a:pt x="4699" y="3709"/>
                    <a:pt x="4695" y="3710"/>
                    <a:pt x="4689" y="3711"/>
                  </a:cubicBezTo>
                  <a:lnTo>
                    <a:pt x="4689" y="3711"/>
                  </a:lnTo>
                  <a:cubicBezTo>
                    <a:pt x="4723" y="3701"/>
                    <a:pt x="4764" y="3635"/>
                    <a:pt x="4814" y="3619"/>
                  </a:cubicBezTo>
                  <a:cubicBezTo>
                    <a:pt x="4789" y="3610"/>
                    <a:pt x="4874" y="3551"/>
                    <a:pt x="4882" y="3534"/>
                  </a:cubicBezTo>
                  <a:cubicBezTo>
                    <a:pt x="4890" y="3526"/>
                    <a:pt x="4907" y="3517"/>
                    <a:pt x="4933" y="3509"/>
                  </a:cubicBezTo>
                  <a:lnTo>
                    <a:pt x="4933" y="3509"/>
                  </a:lnTo>
                  <a:lnTo>
                    <a:pt x="4831" y="3636"/>
                  </a:lnTo>
                  <a:cubicBezTo>
                    <a:pt x="4806" y="3644"/>
                    <a:pt x="4772" y="3661"/>
                    <a:pt x="4789" y="3661"/>
                  </a:cubicBezTo>
                  <a:lnTo>
                    <a:pt x="4797" y="3678"/>
                  </a:lnTo>
                  <a:cubicBezTo>
                    <a:pt x="4721" y="3763"/>
                    <a:pt x="4654" y="3856"/>
                    <a:pt x="4620" y="3898"/>
                  </a:cubicBezTo>
                  <a:lnTo>
                    <a:pt x="4628" y="3864"/>
                  </a:lnTo>
                  <a:lnTo>
                    <a:pt x="4628" y="3864"/>
                  </a:lnTo>
                  <a:cubicBezTo>
                    <a:pt x="4586" y="3948"/>
                    <a:pt x="4495" y="3965"/>
                    <a:pt x="4444" y="4039"/>
                  </a:cubicBezTo>
                  <a:lnTo>
                    <a:pt x="4444" y="4039"/>
                  </a:lnTo>
                  <a:cubicBezTo>
                    <a:pt x="4444" y="4038"/>
                    <a:pt x="4444" y="4038"/>
                    <a:pt x="4443" y="4038"/>
                  </a:cubicBezTo>
                  <a:lnTo>
                    <a:pt x="4443" y="4038"/>
                  </a:lnTo>
                  <a:cubicBezTo>
                    <a:pt x="4442" y="4038"/>
                    <a:pt x="4439" y="4039"/>
                    <a:pt x="4434" y="4042"/>
                  </a:cubicBezTo>
                  <a:cubicBezTo>
                    <a:pt x="4349" y="4101"/>
                    <a:pt x="4349" y="4169"/>
                    <a:pt x="4264" y="4202"/>
                  </a:cubicBezTo>
                  <a:lnTo>
                    <a:pt x="4264" y="4186"/>
                  </a:lnTo>
                  <a:cubicBezTo>
                    <a:pt x="4264" y="4186"/>
                    <a:pt x="4231" y="4228"/>
                    <a:pt x="4248" y="4236"/>
                  </a:cubicBezTo>
                  <a:cubicBezTo>
                    <a:pt x="4281" y="4202"/>
                    <a:pt x="4324" y="4169"/>
                    <a:pt x="4358" y="4143"/>
                  </a:cubicBezTo>
                  <a:lnTo>
                    <a:pt x="4358" y="4143"/>
                  </a:lnTo>
                  <a:cubicBezTo>
                    <a:pt x="4341" y="4177"/>
                    <a:pt x="4315" y="4211"/>
                    <a:pt x="4281" y="4236"/>
                  </a:cubicBezTo>
                  <a:lnTo>
                    <a:pt x="4290" y="4262"/>
                  </a:lnTo>
                  <a:cubicBezTo>
                    <a:pt x="4264" y="4321"/>
                    <a:pt x="4197" y="4321"/>
                    <a:pt x="4171" y="4372"/>
                  </a:cubicBezTo>
                  <a:lnTo>
                    <a:pt x="4231" y="4355"/>
                  </a:lnTo>
                  <a:lnTo>
                    <a:pt x="4231" y="4363"/>
                  </a:lnTo>
                  <a:cubicBezTo>
                    <a:pt x="4248" y="4346"/>
                    <a:pt x="4256" y="4329"/>
                    <a:pt x="4264" y="4312"/>
                  </a:cubicBezTo>
                  <a:cubicBezTo>
                    <a:pt x="4307" y="4270"/>
                    <a:pt x="4358" y="4245"/>
                    <a:pt x="4417" y="4245"/>
                  </a:cubicBezTo>
                  <a:cubicBezTo>
                    <a:pt x="4422" y="4243"/>
                    <a:pt x="4426" y="4242"/>
                    <a:pt x="4429" y="4242"/>
                  </a:cubicBezTo>
                  <a:cubicBezTo>
                    <a:pt x="4451" y="4242"/>
                    <a:pt x="4427" y="4288"/>
                    <a:pt x="4442" y="4296"/>
                  </a:cubicBezTo>
                  <a:cubicBezTo>
                    <a:pt x="4493" y="4245"/>
                    <a:pt x="4467" y="4228"/>
                    <a:pt x="4527" y="4177"/>
                  </a:cubicBezTo>
                  <a:cubicBezTo>
                    <a:pt x="4530" y="4175"/>
                    <a:pt x="4532" y="4175"/>
                    <a:pt x="4534" y="4175"/>
                  </a:cubicBezTo>
                  <a:cubicBezTo>
                    <a:pt x="4537" y="4175"/>
                    <a:pt x="4537" y="4177"/>
                    <a:pt x="4536" y="4180"/>
                  </a:cubicBezTo>
                  <a:lnTo>
                    <a:pt x="4536" y="4180"/>
                  </a:lnTo>
                  <a:lnTo>
                    <a:pt x="4561" y="4143"/>
                  </a:lnTo>
                  <a:cubicBezTo>
                    <a:pt x="4561" y="4144"/>
                    <a:pt x="4562" y="4144"/>
                    <a:pt x="4563" y="4144"/>
                  </a:cubicBezTo>
                  <a:cubicBezTo>
                    <a:pt x="4575" y="4144"/>
                    <a:pt x="4618" y="4119"/>
                    <a:pt x="4633" y="4119"/>
                  </a:cubicBezTo>
                  <a:cubicBezTo>
                    <a:pt x="4641" y="4119"/>
                    <a:pt x="4641" y="4125"/>
                    <a:pt x="4628" y="4143"/>
                  </a:cubicBezTo>
                  <a:lnTo>
                    <a:pt x="4586" y="4169"/>
                  </a:lnTo>
                  <a:lnTo>
                    <a:pt x="4586" y="4169"/>
                  </a:lnTo>
                  <a:cubicBezTo>
                    <a:pt x="4667" y="4132"/>
                    <a:pt x="4794" y="4062"/>
                    <a:pt x="4830" y="4062"/>
                  </a:cubicBezTo>
                  <a:cubicBezTo>
                    <a:pt x="4835" y="4062"/>
                    <a:pt x="4839" y="4064"/>
                    <a:pt x="4840" y="4067"/>
                  </a:cubicBezTo>
                  <a:cubicBezTo>
                    <a:pt x="4890" y="4042"/>
                    <a:pt x="4865" y="4033"/>
                    <a:pt x="4941" y="3991"/>
                  </a:cubicBezTo>
                  <a:cubicBezTo>
                    <a:pt x="4958" y="3949"/>
                    <a:pt x="4916" y="3957"/>
                    <a:pt x="4975" y="3881"/>
                  </a:cubicBezTo>
                  <a:lnTo>
                    <a:pt x="4975" y="3881"/>
                  </a:lnTo>
                  <a:lnTo>
                    <a:pt x="4916" y="3923"/>
                  </a:lnTo>
                  <a:cubicBezTo>
                    <a:pt x="4905" y="3929"/>
                    <a:pt x="4901" y="3938"/>
                    <a:pt x="4895" y="3946"/>
                  </a:cubicBezTo>
                  <a:lnTo>
                    <a:pt x="4895" y="3946"/>
                  </a:lnTo>
                  <a:lnTo>
                    <a:pt x="4941" y="3906"/>
                  </a:lnTo>
                  <a:lnTo>
                    <a:pt x="4941" y="3906"/>
                  </a:lnTo>
                  <a:cubicBezTo>
                    <a:pt x="4916" y="3949"/>
                    <a:pt x="4924" y="3949"/>
                    <a:pt x="4924" y="3974"/>
                  </a:cubicBezTo>
                  <a:cubicBezTo>
                    <a:pt x="4874" y="4025"/>
                    <a:pt x="4806" y="4050"/>
                    <a:pt x="4730" y="4067"/>
                  </a:cubicBezTo>
                  <a:cubicBezTo>
                    <a:pt x="4747" y="4033"/>
                    <a:pt x="4806" y="3999"/>
                    <a:pt x="4772" y="3991"/>
                  </a:cubicBezTo>
                  <a:cubicBezTo>
                    <a:pt x="4831" y="3974"/>
                    <a:pt x="4806" y="3932"/>
                    <a:pt x="4874" y="3906"/>
                  </a:cubicBezTo>
                  <a:lnTo>
                    <a:pt x="4874" y="3906"/>
                  </a:lnTo>
                  <a:lnTo>
                    <a:pt x="4865" y="3923"/>
                  </a:lnTo>
                  <a:cubicBezTo>
                    <a:pt x="4899" y="3873"/>
                    <a:pt x="4924" y="3889"/>
                    <a:pt x="4950" y="3847"/>
                  </a:cubicBezTo>
                  <a:lnTo>
                    <a:pt x="4958" y="3847"/>
                  </a:lnTo>
                  <a:cubicBezTo>
                    <a:pt x="4996" y="3809"/>
                    <a:pt x="4988" y="3809"/>
                    <a:pt x="4978" y="3809"/>
                  </a:cubicBezTo>
                  <a:cubicBezTo>
                    <a:pt x="4969" y="3809"/>
                    <a:pt x="4958" y="3809"/>
                    <a:pt x="4992" y="3771"/>
                  </a:cubicBezTo>
                  <a:cubicBezTo>
                    <a:pt x="5015" y="3756"/>
                    <a:pt x="5029" y="3750"/>
                    <a:pt x="5037" y="3750"/>
                  </a:cubicBezTo>
                  <a:cubicBezTo>
                    <a:pt x="5057" y="3750"/>
                    <a:pt x="5050" y="3779"/>
                    <a:pt x="5068" y="3779"/>
                  </a:cubicBezTo>
                  <a:cubicBezTo>
                    <a:pt x="4975" y="3898"/>
                    <a:pt x="5093" y="3813"/>
                    <a:pt x="4992" y="3940"/>
                  </a:cubicBezTo>
                  <a:cubicBezTo>
                    <a:pt x="4996" y="3946"/>
                    <a:pt x="5002" y="3949"/>
                    <a:pt x="5010" y="3949"/>
                  </a:cubicBezTo>
                  <a:cubicBezTo>
                    <a:pt x="5036" y="3949"/>
                    <a:pt x="5082" y="3918"/>
                    <a:pt x="5127" y="3873"/>
                  </a:cubicBezTo>
                  <a:lnTo>
                    <a:pt x="5127" y="3873"/>
                  </a:lnTo>
                  <a:cubicBezTo>
                    <a:pt x="5121" y="3876"/>
                    <a:pt x="5116" y="3877"/>
                    <a:pt x="5112" y="3877"/>
                  </a:cubicBezTo>
                  <a:cubicBezTo>
                    <a:pt x="5092" y="3877"/>
                    <a:pt x="5109" y="3834"/>
                    <a:pt x="5075" y="3834"/>
                  </a:cubicBezTo>
                  <a:cubicBezTo>
                    <a:pt x="5069" y="3834"/>
                    <a:pt x="5061" y="3835"/>
                    <a:pt x="5051" y="3839"/>
                  </a:cubicBezTo>
                  <a:cubicBezTo>
                    <a:pt x="5144" y="3737"/>
                    <a:pt x="5093" y="3686"/>
                    <a:pt x="5229" y="3627"/>
                  </a:cubicBezTo>
                  <a:lnTo>
                    <a:pt x="5254" y="3576"/>
                  </a:lnTo>
                  <a:lnTo>
                    <a:pt x="5330" y="3534"/>
                  </a:lnTo>
                  <a:lnTo>
                    <a:pt x="5330" y="3534"/>
                  </a:lnTo>
                  <a:cubicBezTo>
                    <a:pt x="5313" y="3593"/>
                    <a:pt x="5254" y="3619"/>
                    <a:pt x="5237" y="3661"/>
                  </a:cubicBezTo>
                  <a:cubicBezTo>
                    <a:pt x="5339" y="3627"/>
                    <a:pt x="5322" y="3551"/>
                    <a:pt x="5415" y="3483"/>
                  </a:cubicBezTo>
                  <a:cubicBezTo>
                    <a:pt x="5425" y="3481"/>
                    <a:pt x="5432" y="3480"/>
                    <a:pt x="5437" y="3480"/>
                  </a:cubicBezTo>
                  <a:cubicBezTo>
                    <a:pt x="5484" y="3480"/>
                    <a:pt x="5340" y="3579"/>
                    <a:pt x="5356" y="3602"/>
                  </a:cubicBezTo>
                  <a:cubicBezTo>
                    <a:pt x="5370" y="3581"/>
                    <a:pt x="5412" y="3566"/>
                    <a:pt x="5427" y="3566"/>
                  </a:cubicBezTo>
                  <a:cubicBezTo>
                    <a:pt x="5430" y="3566"/>
                    <a:pt x="5432" y="3567"/>
                    <a:pt x="5432" y="3568"/>
                  </a:cubicBezTo>
                  <a:cubicBezTo>
                    <a:pt x="5339" y="3627"/>
                    <a:pt x="5390" y="3627"/>
                    <a:pt x="5288" y="3686"/>
                  </a:cubicBezTo>
                  <a:cubicBezTo>
                    <a:pt x="5302" y="3666"/>
                    <a:pt x="5302" y="3660"/>
                    <a:pt x="5296" y="3660"/>
                  </a:cubicBezTo>
                  <a:cubicBezTo>
                    <a:pt x="5291" y="3660"/>
                    <a:pt x="5281" y="3665"/>
                    <a:pt x="5276" y="3665"/>
                  </a:cubicBezTo>
                  <a:cubicBezTo>
                    <a:pt x="5273" y="3665"/>
                    <a:pt x="5271" y="3664"/>
                    <a:pt x="5271" y="3661"/>
                  </a:cubicBezTo>
                  <a:cubicBezTo>
                    <a:pt x="5229" y="3720"/>
                    <a:pt x="5170" y="3763"/>
                    <a:pt x="5110" y="3796"/>
                  </a:cubicBezTo>
                  <a:cubicBezTo>
                    <a:pt x="5110" y="3804"/>
                    <a:pt x="5114" y="3807"/>
                    <a:pt x="5119" y="3807"/>
                  </a:cubicBezTo>
                  <a:cubicBezTo>
                    <a:pt x="5139" y="3807"/>
                    <a:pt x="5189" y="3767"/>
                    <a:pt x="5229" y="3754"/>
                  </a:cubicBezTo>
                  <a:cubicBezTo>
                    <a:pt x="5288" y="3670"/>
                    <a:pt x="5398" y="3653"/>
                    <a:pt x="5432" y="3585"/>
                  </a:cubicBezTo>
                  <a:cubicBezTo>
                    <a:pt x="5455" y="3564"/>
                    <a:pt x="5467" y="3557"/>
                    <a:pt x="5472" y="3557"/>
                  </a:cubicBezTo>
                  <a:cubicBezTo>
                    <a:pt x="5482" y="3557"/>
                    <a:pt x="5460" y="3593"/>
                    <a:pt x="5466" y="3593"/>
                  </a:cubicBezTo>
                  <a:cubicBezTo>
                    <a:pt x="5542" y="3551"/>
                    <a:pt x="5483" y="3551"/>
                    <a:pt x="5500" y="3534"/>
                  </a:cubicBezTo>
                  <a:cubicBezTo>
                    <a:pt x="5601" y="3433"/>
                    <a:pt x="5643" y="3458"/>
                    <a:pt x="5719" y="3399"/>
                  </a:cubicBezTo>
                  <a:cubicBezTo>
                    <a:pt x="5813" y="3297"/>
                    <a:pt x="5923" y="3204"/>
                    <a:pt x="6049" y="3128"/>
                  </a:cubicBezTo>
                  <a:lnTo>
                    <a:pt x="6049" y="3128"/>
                  </a:lnTo>
                  <a:cubicBezTo>
                    <a:pt x="6041" y="3145"/>
                    <a:pt x="6058" y="3145"/>
                    <a:pt x="6075" y="3145"/>
                  </a:cubicBezTo>
                  <a:cubicBezTo>
                    <a:pt x="6109" y="3052"/>
                    <a:pt x="6100" y="3094"/>
                    <a:pt x="6159" y="3001"/>
                  </a:cubicBezTo>
                  <a:lnTo>
                    <a:pt x="6159" y="3001"/>
                  </a:lnTo>
                  <a:lnTo>
                    <a:pt x="6083" y="3044"/>
                  </a:lnTo>
                  <a:cubicBezTo>
                    <a:pt x="6134" y="2993"/>
                    <a:pt x="6159" y="2934"/>
                    <a:pt x="6227" y="2908"/>
                  </a:cubicBezTo>
                  <a:lnTo>
                    <a:pt x="6227" y="2908"/>
                  </a:lnTo>
                  <a:cubicBezTo>
                    <a:pt x="6220" y="2909"/>
                    <a:pt x="6215" y="2910"/>
                    <a:pt x="6211" y="2910"/>
                  </a:cubicBezTo>
                  <a:cubicBezTo>
                    <a:pt x="6157" y="2910"/>
                    <a:pt x="6305" y="2812"/>
                    <a:pt x="6329" y="2773"/>
                  </a:cubicBezTo>
                  <a:cubicBezTo>
                    <a:pt x="6396" y="2739"/>
                    <a:pt x="6439" y="2663"/>
                    <a:pt x="6489" y="2663"/>
                  </a:cubicBezTo>
                  <a:lnTo>
                    <a:pt x="6481" y="2671"/>
                  </a:lnTo>
                  <a:lnTo>
                    <a:pt x="6565" y="2612"/>
                  </a:lnTo>
                  <a:lnTo>
                    <a:pt x="6582" y="2654"/>
                  </a:lnTo>
                  <a:cubicBezTo>
                    <a:pt x="6650" y="2629"/>
                    <a:pt x="6701" y="2553"/>
                    <a:pt x="6675" y="2553"/>
                  </a:cubicBezTo>
                  <a:cubicBezTo>
                    <a:pt x="6703" y="2536"/>
                    <a:pt x="6714" y="2530"/>
                    <a:pt x="6718" y="2530"/>
                  </a:cubicBezTo>
                  <a:cubicBezTo>
                    <a:pt x="6724" y="2530"/>
                    <a:pt x="6716" y="2543"/>
                    <a:pt x="6726" y="2553"/>
                  </a:cubicBezTo>
                  <a:cubicBezTo>
                    <a:pt x="6702" y="2585"/>
                    <a:pt x="6662" y="2663"/>
                    <a:pt x="6615" y="2663"/>
                  </a:cubicBezTo>
                  <a:cubicBezTo>
                    <a:pt x="6612" y="2663"/>
                    <a:pt x="6610" y="2663"/>
                    <a:pt x="6608" y="2663"/>
                  </a:cubicBezTo>
                  <a:cubicBezTo>
                    <a:pt x="6616" y="2663"/>
                    <a:pt x="6633" y="2654"/>
                    <a:pt x="6633" y="2646"/>
                  </a:cubicBezTo>
                  <a:lnTo>
                    <a:pt x="6633" y="2646"/>
                  </a:lnTo>
                  <a:cubicBezTo>
                    <a:pt x="6464" y="2747"/>
                    <a:pt x="6616" y="2731"/>
                    <a:pt x="6540" y="2798"/>
                  </a:cubicBezTo>
                  <a:cubicBezTo>
                    <a:pt x="6582" y="2764"/>
                    <a:pt x="6625" y="2756"/>
                    <a:pt x="6667" y="2714"/>
                  </a:cubicBezTo>
                  <a:cubicBezTo>
                    <a:pt x="6709" y="2671"/>
                    <a:pt x="6752" y="2629"/>
                    <a:pt x="6785" y="2578"/>
                  </a:cubicBezTo>
                  <a:lnTo>
                    <a:pt x="6785" y="2578"/>
                  </a:lnTo>
                  <a:cubicBezTo>
                    <a:pt x="6752" y="2621"/>
                    <a:pt x="6701" y="2654"/>
                    <a:pt x="6650" y="2671"/>
                  </a:cubicBezTo>
                  <a:lnTo>
                    <a:pt x="6650" y="2671"/>
                  </a:lnTo>
                  <a:cubicBezTo>
                    <a:pt x="6684" y="2637"/>
                    <a:pt x="6675" y="2621"/>
                    <a:pt x="6718" y="2604"/>
                  </a:cubicBezTo>
                  <a:lnTo>
                    <a:pt x="6718" y="2621"/>
                  </a:lnTo>
                  <a:lnTo>
                    <a:pt x="6743" y="2570"/>
                  </a:lnTo>
                  <a:cubicBezTo>
                    <a:pt x="6745" y="2571"/>
                    <a:pt x="6748" y="2572"/>
                    <a:pt x="6751" y="2572"/>
                  </a:cubicBezTo>
                  <a:cubicBezTo>
                    <a:pt x="6774" y="2572"/>
                    <a:pt x="6818" y="2539"/>
                    <a:pt x="6830" y="2539"/>
                  </a:cubicBezTo>
                  <a:cubicBezTo>
                    <a:pt x="6836" y="2539"/>
                    <a:pt x="6834" y="2547"/>
                    <a:pt x="6819" y="2570"/>
                  </a:cubicBezTo>
                  <a:cubicBezTo>
                    <a:pt x="6870" y="2519"/>
                    <a:pt x="6828" y="2536"/>
                    <a:pt x="6870" y="2485"/>
                  </a:cubicBezTo>
                  <a:lnTo>
                    <a:pt x="6870" y="2485"/>
                  </a:lnTo>
                  <a:lnTo>
                    <a:pt x="6768" y="2553"/>
                  </a:lnTo>
                  <a:lnTo>
                    <a:pt x="6752" y="2536"/>
                  </a:lnTo>
                  <a:cubicBezTo>
                    <a:pt x="6777" y="2494"/>
                    <a:pt x="6802" y="2502"/>
                    <a:pt x="6836" y="2468"/>
                  </a:cubicBezTo>
                  <a:lnTo>
                    <a:pt x="6819" y="2443"/>
                  </a:lnTo>
                  <a:lnTo>
                    <a:pt x="6904" y="2409"/>
                  </a:lnTo>
                  <a:cubicBezTo>
                    <a:pt x="6887" y="2401"/>
                    <a:pt x="6946" y="2367"/>
                    <a:pt x="6955" y="2350"/>
                  </a:cubicBezTo>
                  <a:cubicBezTo>
                    <a:pt x="6965" y="2345"/>
                    <a:pt x="6974" y="2343"/>
                    <a:pt x="6981" y="2343"/>
                  </a:cubicBezTo>
                  <a:cubicBezTo>
                    <a:pt x="6994" y="2343"/>
                    <a:pt x="7005" y="2348"/>
                    <a:pt x="7015" y="2348"/>
                  </a:cubicBezTo>
                  <a:cubicBezTo>
                    <a:pt x="7028" y="2348"/>
                    <a:pt x="7042" y="2341"/>
                    <a:pt x="7065" y="2308"/>
                  </a:cubicBezTo>
                  <a:lnTo>
                    <a:pt x="7056" y="2308"/>
                  </a:lnTo>
                  <a:cubicBezTo>
                    <a:pt x="7090" y="2274"/>
                    <a:pt x="7124" y="2240"/>
                    <a:pt x="7166" y="2215"/>
                  </a:cubicBezTo>
                  <a:lnTo>
                    <a:pt x="7166" y="2215"/>
                  </a:lnTo>
                  <a:cubicBezTo>
                    <a:pt x="7166" y="2223"/>
                    <a:pt x="7158" y="2231"/>
                    <a:pt x="7149" y="2240"/>
                  </a:cubicBezTo>
                  <a:cubicBezTo>
                    <a:pt x="7231" y="2199"/>
                    <a:pt x="7329" y="2070"/>
                    <a:pt x="7389" y="2070"/>
                  </a:cubicBezTo>
                  <a:cubicBezTo>
                    <a:pt x="7391" y="2070"/>
                    <a:pt x="7393" y="2070"/>
                    <a:pt x="7394" y="2071"/>
                  </a:cubicBezTo>
                  <a:cubicBezTo>
                    <a:pt x="7403" y="2096"/>
                    <a:pt x="7361" y="2105"/>
                    <a:pt x="7378" y="2130"/>
                  </a:cubicBezTo>
                  <a:cubicBezTo>
                    <a:pt x="7234" y="2198"/>
                    <a:pt x="7318" y="2231"/>
                    <a:pt x="7166" y="2324"/>
                  </a:cubicBezTo>
                  <a:cubicBezTo>
                    <a:pt x="7161" y="2320"/>
                    <a:pt x="7156" y="2317"/>
                    <a:pt x="7151" y="2317"/>
                  </a:cubicBezTo>
                  <a:cubicBezTo>
                    <a:pt x="7115" y="2317"/>
                    <a:pt x="7073" y="2420"/>
                    <a:pt x="7020" y="2420"/>
                  </a:cubicBezTo>
                  <a:cubicBezTo>
                    <a:pt x="7015" y="2420"/>
                    <a:pt x="7010" y="2419"/>
                    <a:pt x="7005" y="2418"/>
                  </a:cubicBezTo>
                  <a:cubicBezTo>
                    <a:pt x="7065" y="2384"/>
                    <a:pt x="7115" y="2299"/>
                    <a:pt x="7098" y="2299"/>
                  </a:cubicBezTo>
                  <a:lnTo>
                    <a:pt x="7098" y="2299"/>
                  </a:lnTo>
                  <a:cubicBezTo>
                    <a:pt x="7056" y="2341"/>
                    <a:pt x="6997" y="2384"/>
                    <a:pt x="6946" y="2418"/>
                  </a:cubicBezTo>
                  <a:cubicBezTo>
                    <a:pt x="6951" y="2417"/>
                    <a:pt x="6955" y="2416"/>
                    <a:pt x="6958" y="2416"/>
                  </a:cubicBezTo>
                  <a:cubicBezTo>
                    <a:pt x="6990" y="2416"/>
                    <a:pt x="6996" y="2446"/>
                    <a:pt x="6988" y="2477"/>
                  </a:cubicBezTo>
                  <a:cubicBezTo>
                    <a:pt x="7107" y="2384"/>
                    <a:pt x="7225" y="2308"/>
                    <a:pt x="7352" y="2231"/>
                  </a:cubicBezTo>
                  <a:lnTo>
                    <a:pt x="7318" y="2215"/>
                  </a:lnTo>
                  <a:cubicBezTo>
                    <a:pt x="7345" y="2185"/>
                    <a:pt x="7357" y="2175"/>
                    <a:pt x="7363" y="2175"/>
                  </a:cubicBezTo>
                  <a:cubicBezTo>
                    <a:pt x="7373" y="2175"/>
                    <a:pt x="7362" y="2205"/>
                    <a:pt x="7379" y="2205"/>
                  </a:cubicBezTo>
                  <a:cubicBezTo>
                    <a:pt x="7385" y="2205"/>
                    <a:pt x="7395" y="2201"/>
                    <a:pt x="7411" y="2189"/>
                  </a:cubicBezTo>
                  <a:lnTo>
                    <a:pt x="7428" y="2147"/>
                  </a:lnTo>
                  <a:lnTo>
                    <a:pt x="7437" y="2147"/>
                  </a:lnTo>
                  <a:lnTo>
                    <a:pt x="7471" y="2071"/>
                  </a:lnTo>
                  <a:lnTo>
                    <a:pt x="7471" y="2071"/>
                  </a:lnTo>
                  <a:cubicBezTo>
                    <a:pt x="7428" y="2105"/>
                    <a:pt x="7462" y="2113"/>
                    <a:pt x="7411" y="2138"/>
                  </a:cubicBezTo>
                  <a:cubicBezTo>
                    <a:pt x="7403" y="2141"/>
                    <a:pt x="7397" y="2142"/>
                    <a:pt x="7393" y="2142"/>
                  </a:cubicBezTo>
                  <a:cubicBezTo>
                    <a:pt x="7371" y="2142"/>
                    <a:pt x="7394" y="2109"/>
                    <a:pt x="7394" y="2088"/>
                  </a:cubicBezTo>
                  <a:cubicBezTo>
                    <a:pt x="7418" y="2076"/>
                    <a:pt x="7471" y="2035"/>
                    <a:pt x="7486" y="2035"/>
                  </a:cubicBezTo>
                  <a:cubicBezTo>
                    <a:pt x="7492" y="2035"/>
                    <a:pt x="7492" y="2042"/>
                    <a:pt x="7479" y="2062"/>
                  </a:cubicBezTo>
                  <a:lnTo>
                    <a:pt x="7564" y="1944"/>
                  </a:lnTo>
                  <a:lnTo>
                    <a:pt x="7564" y="1944"/>
                  </a:lnTo>
                  <a:cubicBezTo>
                    <a:pt x="7572" y="1961"/>
                    <a:pt x="7547" y="1978"/>
                    <a:pt x="7547" y="1995"/>
                  </a:cubicBezTo>
                  <a:lnTo>
                    <a:pt x="7614" y="1927"/>
                  </a:lnTo>
                  <a:lnTo>
                    <a:pt x="7614" y="1935"/>
                  </a:lnTo>
                  <a:cubicBezTo>
                    <a:pt x="7674" y="1876"/>
                    <a:pt x="7733" y="1817"/>
                    <a:pt x="7784" y="1749"/>
                  </a:cubicBezTo>
                  <a:lnTo>
                    <a:pt x="7784" y="1749"/>
                  </a:lnTo>
                  <a:cubicBezTo>
                    <a:pt x="7762" y="1761"/>
                    <a:pt x="7751" y="1766"/>
                    <a:pt x="7745" y="1766"/>
                  </a:cubicBezTo>
                  <a:cubicBezTo>
                    <a:pt x="7735" y="1766"/>
                    <a:pt x="7744" y="1752"/>
                    <a:pt x="7750" y="1741"/>
                  </a:cubicBezTo>
                  <a:cubicBezTo>
                    <a:pt x="7767" y="1724"/>
                    <a:pt x="7826" y="1665"/>
                    <a:pt x="7809" y="1665"/>
                  </a:cubicBezTo>
                  <a:cubicBezTo>
                    <a:pt x="7824" y="1652"/>
                    <a:pt x="7841" y="1646"/>
                    <a:pt x="7856" y="1646"/>
                  </a:cubicBezTo>
                  <a:cubicBezTo>
                    <a:pt x="7892" y="1646"/>
                    <a:pt x="7910" y="1685"/>
                    <a:pt x="7826" y="1775"/>
                  </a:cubicBezTo>
                  <a:cubicBezTo>
                    <a:pt x="7784" y="1775"/>
                    <a:pt x="7750" y="1834"/>
                    <a:pt x="7707" y="1868"/>
                  </a:cubicBezTo>
                  <a:cubicBezTo>
                    <a:pt x="7767" y="1842"/>
                    <a:pt x="7775" y="1817"/>
                    <a:pt x="7817" y="1783"/>
                  </a:cubicBezTo>
                  <a:lnTo>
                    <a:pt x="7817" y="1783"/>
                  </a:lnTo>
                  <a:cubicBezTo>
                    <a:pt x="7809" y="1792"/>
                    <a:pt x="7809" y="1792"/>
                    <a:pt x="7817" y="1792"/>
                  </a:cubicBezTo>
                  <a:cubicBezTo>
                    <a:pt x="7826" y="1792"/>
                    <a:pt x="7834" y="1783"/>
                    <a:pt x="7843" y="1775"/>
                  </a:cubicBezTo>
                  <a:cubicBezTo>
                    <a:pt x="7877" y="1758"/>
                    <a:pt x="7927" y="1741"/>
                    <a:pt x="7927" y="1741"/>
                  </a:cubicBezTo>
                  <a:lnTo>
                    <a:pt x="7927" y="1741"/>
                  </a:lnTo>
                  <a:cubicBezTo>
                    <a:pt x="7919" y="1758"/>
                    <a:pt x="7919" y="1775"/>
                    <a:pt x="7902" y="1783"/>
                  </a:cubicBezTo>
                  <a:cubicBezTo>
                    <a:pt x="7894" y="1800"/>
                    <a:pt x="7885" y="1808"/>
                    <a:pt x="7868" y="1825"/>
                  </a:cubicBezTo>
                  <a:cubicBezTo>
                    <a:pt x="7860" y="1834"/>
                    <a:pt x="7843" y="1842"/>
                    <a:pt x="7826" y="1851"/>
                  </a:cubicBezTo>
                  <a:cubicBezTo>
                    <a:pt x="7805" y="1867"/>
                    <a:pt x="7794" y="1872"/>
                    <a:pt x="7788" y="1872"/>
                  </a:cubicBezTo>
                  <a:cubicBezTo>
                    <a:pt x="7775" y="1872"/>
                    <a:pt x="7788" y="1846"/>
                    <a:pt x="7787" y="1846"/>
                  </a:cubicBezTo>
                  <a:lnTo>
                    <a:pt x="7787" y="1846"/>
                  </a:lnTo>
                  <a:cubicBezTo>
                    <a:pt x="7787" y="1846"/>
                    <a:pt x="7786" y="1847"/>
                    <a:pt x="7784" y="1851"/>
                  </a:cubicBezTo>
                  <a:cubicBezTo>
                    <a:pt x="7780" y="1849"/>
                    <a:pt x="7777" y="1849"/>
                    <a:pt x="7774" y="1849"/>
                  </a:cubicBezTo>
                  <a:cubicBezTo>
                    <a:pt x="7731" y="1849"/>
                    <a:pt x="7670" y="1938"/>
                    <a:pt x="7623" y="1969"/>
                  </a:cubicBezTo>
                  <a:cubicBezTo>
                    <a:pt x="7614" y="1969"/>
                    <a:pt x="7623" y="1952"/>
                    <a:pt x="7631" y="1944"/>
                  </a:cubicBezTo>
                  <a:lnTo>
                    <a:pt x="7631" y="1944"/>
                  </a:lnTo>
                  <a:cubicBezTo>
                    <a:pt x="7597" y="1978"/>
                    <a:pt x="7504" y="2045"/>
                    <a:pt x="7513" y="2071"/>
                  </a:cubicBezTo>
                  <a:lnTo>
                    <a:pt x="7606" y="1978"/>
                  </a:lnTo>
                  <a:cubicBezTo>
                    <a:pt x="7608" y="1977"/>
                    <a:pt x="7609" y="1977"/>
                    <a:pt x="7611" y="1977"/>
                  </a:cubicBezTo>
                  <a:cubicBezTo>
                    <a:pt x="7623" y="1977"/>
                    <a:pt x="7601" y="2007"/>
                    <a:pt x="7618" y="2007"/>
                  </a:cubicBezTo>
                  <a:cubicBezTo>
                    <a:pt x="7621" y="2007"/>
                    <a:pt x="7625" y="2005"/>
                    <a:pt x="7631" y="2003"/>
                  </a:cubicBezTo>
                  <a:cubicBezTo>
                    <a:pt x="7657" y="1978"/>
                    <a:pt x="7682" y="1952"/>
                    <a:pt x="7707" y="1935"/>
                  </a:cubicBezTo>
                  <a:lnTo>
                    <a:pt x="7707" y="1952"/>
                  </a:lnTo>
                  <a:cubicBezTo>
                    <a:pt x="7750" y="1927"/>
                    <a:pt x="7792" y="1902"/>
                    <a:pt x="7834" y="1876"/>
                  </a:cubicBezTo>
                  <a:lnTo>
                    <a:pt x="8012" y="1724"/>
                  </a:lnTo>
                  <a:cubicBezTo>
                    <a:pt x="7995" y="1665"/>
                    <a:pt x="8037" y="1597"/>
                    <a:pt x="8029" y="1529"/>
                  </a:cubicBezTo>
                  <a:cubicBezTo>
                    <a:pt x="8190" y="1402"/>
                    <a:pt x="8359" y="1276"/>
                    <a:pt x="8553" y="1132"/>
                  </a:cubicBezTo>
                  <a:lnTo>
                    <a:pt x="8553" y="1132"/>
                  </a:lnTo>
                  <a:cubicBezTo>
                    <a:pt x="8553" y="1166"/>
                    <a:pt x="8452" y="1259"/>
                    <a:pt x="8325" y="1352"/>
                  </a:cubicBezTo>
                  <a:lnTo>
                    <a:pt x="8359" y="1309"/>
                  </a:lnTo>
                  <a:lnTo>
                    <a:pt x="8359" y="1309"/>
                  </a:lnTo>
                  <a:cubicBezTo>
                    <a:pt x="8300" y="1352"/>
                    <a:pt x="8249" y="1402"/>
                    <a:pt x="8207" y="1462"/>
                  </a:cubicBezTo>
                  <a:cubicBezTo>
                    <a:pt x="8207" y="1459"/>
                    <a:pt x="8205" y="1458"/>
                    <a:pt x="8203" y="1458"/>
                  </a:cubicBezTo>
                  <a:cubicBezTo>
                    <a:pt x="8197" y="1458"/>
                    <a:pt x="8185" y="1464"/>
                    <a:pt x="8173" y="1470"/>
                  </a:cubicBezTo>
                  <a:cubicBezTo>
                    <a:pt x="8102" y="1527"/>
                    <a:pt x="8072" y="1578"/>
                    <a:pt x="8105" y="1578"/>
                  </a:cubicBezTo>
                  <a:cubicBezTo>
                    <a:pt x="8111" y="1578"/>
                    <a:pt x="8119" y="1576"/>
                    <a:pt x="8130" y="1572"/>
                  </a:cubicBezTo>
                  <a:lnTo>
                    <a:pt x="8156" y="1538"/>
                  </a:lnTo>
                  <a:lnTo>
                    <a:pt x="8257" y="1495"/>
                  </a:lnTo>
                  <a:cubicBezTo>
                    <a:pt x="8223" y="1453"/>
                    <a:pt x="8452" y="1309"/>
                    <a:pt x="8528" y="1225"/>
                  </a:cubicBezTo>
                  <a:lnTo>
                    <a:pt x="8528" y="1225"/>
                  </a:lnTo>
                  <a:cubicBezTo>
                    <a:pt x="8494" y="1309"/>
                    <a:pt x="8435" y="1377"/>
                    <a:pt x="8350" y="1419"/>
                  </a:cubicBezTo>
                  <a:lnTo>
                    <a:pt x="8385" y="1419"/>
                  </a:lnTo>
                  <a:cubicBezTo>
                    <a:pt x="8427" y="1384"/>
                    <a:pt x="8472" y="1351"/>
                    <a:pt x="8520" y="1318"/>
                  </a:cubicBezTo>
                  <a:cubicBezTo>
                    <a:pt x="8570" y="1233"/>
                    <a:pt x="8646" y="1157"/>
                    <a:pt x="8731" y="1106"/>
                  </a:cubicBezTo>
                  <a:cubicBezTo>
                    <a:pt x="8739" y="1064"/>
                    <a:pt x="8824" y="1013"/>
                    <a:pt x="8909" y="963"/>
                  </a:cubicBezTo>
                  <a:cubicBezTo>
                    <a:pt x="8985" y="920"/>
                    <a:pt x="9052" y="869"/>
                    <a:pt x="9120" y="819"/>
                  </a:cubicBezTo>
                  <a:cubicBezTo>
                    <a:pt x="9118" y="818"/>
                    <a:pt x="9116" y="818"/>
                    <a:pt x="9114" y="818"/>
                  </a:cubicBezTo>
                  <a:cubicBezTo>
                    <a:pt x="9044" y="818"/>
                    <a:pt x="8906" y="956"/>
                    <a:pt x="8816" y="1005"/>
                  </a:cubicBezTo>
                  <a:cubicBezTo>
                    <a:pt x="8835" y="973"/>
                    <a:pt x="8907" y="931"/>
                    <a:pt x="8894" y="931"/>
                  </a:cubicBezTo>
                  <a:cubicBezTo>
                    <a:pt x="8889" y="931"/>
                    <a:pt x="8876" y="935"/>
                    <a:pt x="8849" y="946"/>
                  </a:cubicBezTo>
                  <a:cubicBezTo>
                    <a:pt x="8943" y="853"/>
                    <a:pt x="9027" y="869"/>
                    <a:pt x="9069" y="793"/>
                  </a:cubicBezTo>
                  <a:lnTo>
                    <a:pt x="9069" y="793"/>
                  </a:lnTo>
                  <a:lnTo>
                    <a:pt x="8976" y="844"/>
                  </a:lnTo>
                  <a:cubicBezTo>
                    <a:pt x="8976" y="819"/>
                    <a:pt x="9086" y="743"/>
                    <a:pt x="9086" y="717"/>
                  </a:cubicBezTo>
                  <a:lnTo>
                    <a:pt x="9086" y="717"/>
                  </a:lnTo>
                  <a:cubicBezTo>
                    <a:pt x="9010" y="734"/>
                    <a:pt x="9010" y="785"/>
                    <a:pt x="8883" y="861"/>
                  </a:cubicBezTo>
                  <a:lnTo>
                    <a:pt x="8866" y="844"/>
                  </a:lnTo>
                  <a:lnTo>
                    <a:pt x="8748" y="979"/>
                  </a:lnTo>
                  <a:cubicBezTo>
                    <a:pt x="8773" y="1005"/>
                    <a:pt x="8824" y="963"/>
                    <a:pt x="8756" y="1056"/>
                  </a:cubicBezTo>
                  <a:cubicBezTo>
                    <a:pt x="8690" y="1100"/>
                    <a:pt x="8611" y="1125"/>
                    <a:pt x="8530" y="1125"/>
                  </a:cubicBezTo>
                  <a:cubicBezTo>
                    <a:pt x="8518" y="1125"/>
                    <a:pt x="8506" y="1124"/>
                    <a:pt x="8494" y="1123"/>
                  </a:cubicBezTo>
                  <a:cubicBezTo>
                    <a:pt x="8570" y="1089"/>
                    <a:pt x="8638" y="1022"/>
                    <a:pt x="8689" y="1022"/>
                  </a:cubicBezTo>
                  <a:cubicBezTo>
                    <a:pt x="8696" y="985"/>
                    <a:pt x="8766" y="905"/>
                    <a:pt x="8726" y="905"/>
                  </a:cubicBezTo>
                  <a:cubicBezTo>
                    <a:pt x="8721" y="905"/>
                    <a:pt x="8713" y="906"/>
                    <a:pt x="8703" y="910"/>
                  </a:cubicBezTo>
                  <a:lnTo>
                    <a:pt x="8703" y="910"/>
                  </a:lnTo>
                  <a:cubicBezTo>
                    <a:pt x="8707" y="907"/>
                    <a:pt x="8708" y="903"/>
                    <a:pt x="8714" y="903"/>
                  </a:cubicBezTo>
                  <a:cubicBezTo>
                    <a:pt x="8875" y="827"/>
                    <a:pt x="9027" y="734"/>
                    <a:pt x="9171" y="624"/>
                  </a:cubicBezTo>
                  <a:cubicBezTo>
                    <a:pt x="9184" y="614"/>
                    <a:pt x="9186" y="609"/>
                    <a:pt x="9177" y="609"/>
                  </a:cubicBezTo>
                  <a:cubicBezTo>
                    <a:pt x="9165" y="609"/>
                    <a:pt x="9129" y="621"/>
                    <a:pt x="9078" y="641"/>
                  </a:cubicBezTo>
                  <a:cubicBezTo>
                    <a:pt x="9137" y="607"/>
                    <a:pt x="9188" y="573"/>
                    <a:pt x="9222" y="548"/>
                  </a:cubicBezTo>
                  <a:lnTo>
                    <a:pt x="9222" y="548"/>
                  </a:lnTo>
                  <a:cubicBezTo>
                    <a:pt x="9229" y="556"/>
                    <a:pt x="9258" y="556"/>
                    <a:pt x="9225" y="582"/>
                  </a:cubicBezTo>
                  <a:lnTo>
                    <a:pt x="9225" y="582"/>
                  </a:lnTo>
                  <a:lnTo>
                    <a:pt x="9509" y="379"/>
                  </a:lnTo>
                  <a:lnTo>
                    <a:pt x="9526" y="379"/>
                  </a:lnTo>
                  <a:lnTo>
                    <a:pt x="9552" y="353"/>
                  </a:lnTo>
                  <a:cubicBezTo>
                    <a:pt x="9560" y="345"/>
                    <a:pt x="9543" y="345"/>
                    <a:pt x="9543" y="345"/>
                  </a:cubicBezTo>
                  <a:lnTo>
                    <a:pt x="9535" y="345"/>
                  </a:lnTo>
                  <a:cubicBezTo>
                    <a:pt x="9535" y="345"/>
                    <a:pt x="9535" y="353"/>
                    <a:pt x="9535" y="353"/>
                  </a:cubicBezTo>
                  <a:lnTo>
                    <a:pt x="9526" y="362"/>
                  </a:lnTo>
                  <a:cubicBezTo>
                    <a:pt x="9509" y="370"/>
                    <a:pt x="9492" y="387"/>
                    <a:pt x="9467" y="396"/>
                  </a:cubicBezTo>
                  <a:cubicBezTo>
                    <a:pt x="9433" y="421"/>
                    <a:pt x="9399" y="438"/>
                    <a:pt x="9365" y="447"/>
                  </a:cubicBezTo>
                  <a:cubicBezTo>
                    <a:pt x="9374" y="430"/>
                    <a:pt x="9425" y="396"/>
                    <a:pt x="9408" y="387"/>
                  </a:cubicBezTo>
                  <a:lnTo>
                    <a:pt x="9408" y="387"/>
                  </a:lnTo>
                  <a:cubicBezTo>
                    <a:pt x="9315" y="396"/>
                    <a:pt x="9230" y="413"/>
                    <a:pt x="9137" y="438"/>
                  </a:cubicBezTo>
                  <a:cubicBezTo>
                    <a:pt x="9222" y="396"/>
                    <a:pt x="9315" y="353"/>
                    <a:pt x="9399" y="320"/>
                  </a:cubicBezTo>
                  <a:lnTo>
                    <a:pt x="9408" y="320"/>
                  </a:lnTo>
                  <a:cubicBezTo>
                    <a:pt x="9552" y="277"/>
                    <a:pt x="9704" y="243"/>
                    <a:pt x="9848" y="218"/>
                  </a:cubicBezTo>
                  <a:lnTo>
                    <a:pt x="9865" y="210"/>
                  </a:lnTo>
                  <a:lnTo>
                    <a:pt x="9865" y="210"/>
                  </a:lnTo>
                  <a:cubicBezTo>
                    <a:pt x="9602" y="218"/>
                    <a:pt x="9628" y="235"/>
                    <a:pt x="9382" y="252"/>
                  </a:cubicBezTo>
                  <a:cubicBezTo>
                    <a:pt x="9433" y="218"/>
                    <a:pt x="9746" y="184"/>
                    <a:pt x="9729" y="167"/>
                  </a:cubicBezTo>
                  <a:lnTo>
                    <a:pt x="9975" y="150"/>
                  </a:lnTo>
                  <a:lnTo>
                    <a:pt x="9975" y="150"/>
                  </a:lnTo>
                  <a:cubicBezTo>
                    <a:pt x="9932" y="159"/>
                    <a:pt x="9890" y="167"/>
                    <a:pt x="9856" y="176"/>
                  </a:cubicBezTo>
                  <a:cubicBezTo>
                    <a:pt x="9915" y="167"/>
                    <a:pt x="9966" y="159"/>
                    <a:pt x="10008" y="159"/>
                  </a:cubicBezTo>
                  <a:cubicBezTo>
                    <a:pt x="9983" y="184"/>
                    <a:pt x="9932" y="210"/>
                    <a:pt x="9907" y="235"/>
                  </a:cubicBezTo>
                  <a:cubicBezTo>
                    <a:pt x="9882" y="252"/>
                    <a:pt x="9865" y="277"/>
                    <a:pt x="9848" y="303"/>
                  </a:cubicBezTo>
                  <a:cubicBezTo>
                    <a:pt x="9824" y="317"/>
                    <a:pt x="9813" y="322"/>
                    <a:pt x="9808" y="322"/>
                  </a:cubicBezTo>
                  <a:cubicBezTo>
                    <a:pt x="9796" y="322"/>
                    <a:pt x="9835" y="283"/>
                    <a:pt x="9828" y="283"/>
                  </a:cubicBezTo>
                  <a:lnTo>
                    <a:pt x="9828" y="283"/>
                  </a:lnTo>
                  <a:cubicBezTo>
                    <a:pt x="9825" y="283"/>
                    <a:pt x="9817" y="288"/>
                    <a:pt x="9797" y="303"/>
                  </a:cubicBezTo>
                  <a:cubicBezTo>
                    <a:pt x="9835" y="271"/>
                    <a:pt x="9826" y="254"/>
                    <a:pt x="9794" y="254"/>
                  </a:cubicBezTo>
                  <a:cubicBezTo>
                    <a:pt x="9784" y="254"/>
                    <a:pt x="9770" y="256"/>
                    <a:pt x="9755" y="260"/>
                  </a:cubicBezTo>
                  <a:cubicBezTo>
                    <a:pt x="9670" y="320"/>
                    <a:pt x="9670" y="328"/>
                    <a:pt x="9695" y="328"/>
                  </a:cubicBezTo>
                  <a:cubicBezTo>
                    <a:pt x="9712" y="328"/>
                    <a:pt x="9746" y="328"/>
                    <a:pt x="9695" y="379"/>
                  </a:cubicBezTo>
                  <a:lnTo>
                    <a:pt x="9518" y="480"/>
                  </a:lnTo>
                  <a:cubicBezTo>
                    <a:pt x="9506" y="490"/>
                    <a:pt x="9503" y="494"/>
                    <a:pt x="9505" y="494"/>
                  </a:cubicBezTo>
                  <a:cubicBezTo>
                    <a:pt x="9513" y="494"/>
                    <a:pt x="9583" y="451"/>
                    <a:pt x="9602" y="438"/>
                  </a:cubicBezTo>
                  <a:lnTo>
                    <a:pt x="9602" y="438"/>
                  </a:lnTo>
                  <a:cubicBezTo>
                    <a:pt x="9552" y="497"/>
                    <a:pt x="9467" y="531"/>
                    <a:pt x="9408" y="582"/>
                  </a:cubicBezTo>
                  <a:cubicBezTo>
                    <a:pt x="9442" y="556"/>
                    <a:pt x="9484" y="540"/>
                    <a:pt x="9526" y="523"/>
                  </a:cubicBezTo>
                  <a:lnTo>
                    <a:pt x="9526" y="523"/>
                  </a:lnTo>
                  <a:cubicBezTo>
                    <a:pt x="9400" y="610"/>
                    <a:pt x="9273" y="689"/>
                    <a:pt x="9146" y="762"/>
                  </a:cubicBezTo>
                  <a:lnTo>
                    <a:pt x="9146" y="762"/>
                  </a:lnTo>
                  <a:cubicBezTo>
                    <a:pt x="9157" y="757"/>
                    <a:pt x="9164" y="755"/>
                    <a:pt x="9170" y="755"/>
                  </a:cubicBezTo>
                  <a:cubicBezTo>
                    <a:pt x="9195" y="755"/>
                    <a:pt x="9170" y="802"/>
                    <a:pt x="9146" y="827"/>
                  </a:cubicBezTo>
                  <a:lnTo>
                    <a:pt x="9425" y="650"/>
                  </a:lnTo>
                  <a:cubicBezTo>
                    <a:pt x="9543" y="556"/>
                    <a:pt x="9645" y="472"/>
                    <a:pt x="9755" y="396"/>
                  </a:cubicBezTo>
                  <a:cubicBezTo>
                    <a:pt x="9856" y="311"/>
                    <a:pt x="9966" y="227"/>
                    <a:pt x="10068" y="134"/>
                  </a:cubicBezTo>
                  <a:lnTo>
                    <a:pt x="10110" y="125"/>
                  </a:lnTo>
                  <a:lnTo>
                    <a:pt x="10161" y="91"/>
                  </a:lnTo>
                  <a:lnTo>
                    <a:pt x="10161" y="91"/>
                  </a:lnTo>
                  <a:cubicBezTo>
                    <a:pt x="9975" y="100"/>
                    <a:pt x="9788" y="125"/>
                    <a:pt x="9611" y="176"/>
                  </a:cubicBezTo>
                  <a:cubicBezTo>
                    <a:pt x="9425" y="227"/>
                    <a:pt x="9239" y="260"/>
                    <a:pt x="9052" y="286"/>
                  </a:cubicBezTo>
                  <a:cubicBezTo>
                    <a:pt x="9076" y="272"/>
                    <a:pt x="9070" y="267"/>
                    <a:pt x="9052" y="267"/>
                  </a:cubicBezTo>
                  <a:cubicBezTo>
                    <a:pt x="9022" y="267"/>
                    <a:pt x="8958" y="279"/>
                    <a:pt x="8930" y="279"/>
                  </a:cubicBezTo>
                  <a:cubicBezTo>
                    <a:pt x="8912" y="279"/>
                    <a:pt x="8908" y="274"/>
                    <a:pt x="8934" y="260"/>
                  </a:cubicBezTo>
                  <a:cubicBezTo>
                    <a:pt x="9078" y="252"/>
                    <a:pt x="9078" y="235"/>
                    <a:pt x="9078" y="218"/>
                  </a:cubicBezTo>
                  <a:lnTo>
                    <a:pt x="9078" y="218"/>
                  </a:lnTo>
                  <a:cubicBezTo>
                    <a:pt x="8959" y="252"/>
                    <a:pt x="8841" y="269"/>
                    <a:pt x="8723" y="277"/>
                  </a:cubicBezTo>
                  <a:cubicBezTo>
                    <a:pt x="8816" y="252"/>
                    <a:pt x="8706" y="243"/>
                    <a:pt x="8883" y="218"/>
                  </a:cubicBezTo>
                  <a:cubicBezTo>
                    <a:pt x="8706" y="218"/>
                    <a:pt x="8536" y="243"/>
                    <a:pt x="8376" y="294"/>
                  </a:cubicBezTo>
                  <a:cubicBezTo>
                    <a:pt x="8271" y="312"/>
                    <a:pt x="8219" y="318"/>
                    <a:pt x="8190" y="318"/>
                  </a:cubicBezTo>
                  <a:cubicBezTo>
                    <a:pt x="8135" y="318"/>
                    <a:pt x="8170" y="296"/>
                    <a:pt x="8097" y="296"/>
                  </a:cubicBezTo>
                  <a:cubicBezTo>
                    <a:pt x="8067" y="296"/>
                    <a:pt x="8018" y="300"/>
                    <a:pt x="7936" y="311"/>
                  </a:cubicBezTo>
                  <a:lnTo>
                    <a:pt x="7995" y="294"/>
                  </a:lnTo>
                  <a:lnTo>
                    <a:pt x="7767" y="320"/>
                  </a:lnTo>
                  <a:lnTo>
                    <a:pt x="7834" y="328"/>
                  </a:lnTo>
                  <a:cubicBezTo>
                    <a:pt x="7741" y="345"/>
                    <a:pt x="7648" y="362"/>
                    <a:pt x="7572" y="370"/>
                  </a:cubicBezTo>
                  <a:cubicBezTo>
                    <a:pt x="7420" y="404"/>
                    <a:pt x="7623" y="396"/>
                    <a:pt x="7597" y="413"/>
                  </a:cubicBezTo>
                  <a:lnTo>
                    <a:pt x="7657" y="379"/>
                  </a:lnTo>
                  <a:cubicBezTo>
                    <a:pt x="7731" y="379"/>
                    <a:pt x="7849" y="357"/>
                    <a:pt x="7897" y="357"/>
                  </a:cubicBezTo>
                  <a:cubicBezTo>
                    <a:pt x="7909" y="357"/>
                    <a:pt x="7917" y="359"/>
                    <a:pt x="7919" y="362"/>
                  </a:cubicBezTo>
                  <a:cubicBezTo>
                    <a:pt x="7843" y="370"/>
                    <a:pt x="7775" y="387"/>
                    <a:pt x="7707" y="413"/>
                  </a:cubicBezTo>
                  <a:lnTo>
                    <a:pt x="7868" y="396"/>
                  </a:lnTo>
                  <a:lnTo>
                    <a:pt x="7902" y="413"/>
                  </a:lnTo>
                  <a:cubicBezTo>
                    <a:pt x="8020" y="413"/>
                    <a:pt x="8147" y="387"/>
                    <a:pt x="8266" y="362"/>
                  </a:cubicBezTo>
                  <a:cubicBezTo>
                    <a:pt x="8261" y="361"/>
                    <a:pt x="8256" y="361"/>
                    <a:pt x="8251" y="361"/>
                  </a:cubicBezTo>
                  <a:cubicBezTo>
                    <a:pt x="8212" y="361"/>
                    <a:pt x="8165" y="383"/>
                    <a:pt x="8129" y="383"/>
                  </a:cubicBezTo>
                  <a:cubicBezTo>
                    <a:pt x="8120" y="383"/>
                    <a:pt x="8112" y="382"/>
                    <a:pt x="8105" y="379"/>
                  </a:cubicBezTo>
                  <a:cubicBezTo>
                    <a:pt x="8283" y="328"/>
                    <a:pt x="8452" y="294"/>
                    <a:pt x="8638" y="277"/>
                  </a:cubicBezTo>
                  <a:lnTo>
                    <a:pt x="8638" y="277"/>
                  </a:lnTo>
                  <a:cubicBezTo>
                    <a:pt x="8630" y="286"/>
                    <a:pt x="8680" y="286"/>
                    <a:pt x="8646" y="294"/>
                  </a:cubicBezTo>
                  <a:cubicBezTo>
                    <a:pt x="8630" y="294"/>
                    <a:pt x="8604" y="303"/>
                    <a:pt x="8587" y="303"/>
                  </a:cubicBezTo>
                  <a:cubicBezTo>
                    <a:pt x="8570" y="320"/>
                    <a:pt x="8460" y="337"/>
                    <a:pt x="8613" y="337"/>
                  </a:cubicBezTo>
                  <a:cubicBezTo>
                    <a:pt x="8503" y="370"/>
                    <a:pt x="8325" y="430"/>
                    <a:pt x="8317" y="438"/>
                  </a:cubicBezTo>
                  <a:cubicBezTo>
                    <a:pt x="8223" y="455"/>
                    <a:pt x="8130" y="463"/>
                    <a:pt x="8037" y="463"/>
                  </a:cubicBezTo>
                  <a:lnTo>
                    <a:pt x="8046" y="455"/>
                  </a:lnTo>
                  <a:lnTo>
                    <a:pt x="8046" y="455"/>
                  </a:lnTo>
                  <a:cubicBezTo>
                    <a:pt x="7991" y="461"/>
                    <a:pt x="7887" y="485"/>
                    <a:pt x="7834" y="485"/>
                  </a:cubicBezTo>
                  <a:cubicBezTo>
                    <a:pt x="7814" y="485"/>
                    <a:pt x="7800" y="481"/>
                    <a:pt x="7800" y="472"/>
                  </a:cubicBezTo>
                  <a:cubicBezTo>
                    <a:pt x="7741" y="489"/>
                    <a:pt x="7614" y="506"/>
                    <a:pt x="7733" y="506"/>
                  </a:cubicBezTo>
                  <a:lnTo>
                    <a:pt x="7521" y="540"/>
                  </a:lnTo>
                  <a:cubicBezTo>
                    <a:pt x="7547" y="514"/>
                    <a:pt x="7504" y="506"/>
                    <a:pt x="7496" y="489"/>
                  </a:cubicBezTo>
                  <a:cubicBezTo>
                    <a:pt x="7479" y="480"/>
                    <a:pt x="7479" y="463"/>
                    <a:pt x="7597" y="438"/>
                  </a:cubicBezTo>
                  <a:lnTo>
                    <a:pt x="7597" y="438"/>
                  </a:lnTo>
                  <a:lnTo>
                    <a:pt x="7387" y="462"/>
                  </a:lnTo>
                  <a:lnTo>
                    <a:pt x="7387" y="462"/>
                  </a:lnTo>
                  <a:cubicBezTo>
                    <a:pt x="7390" y="460"/>
                    <a:pt x="7396" y="455"/>
                    <a:pt x="7403" y="455"/>
                  </a:cubicBezTo>
                  <a:cubicBezTo>
                    <a:pt x="7420" y="455"/>
                    <a:pt x="7433" y="451"/>
                    <a:pt x="7440" y="451"/>
                  </a:cubicBezTo>
                  <a:cubicBezTo>
                    <a:pt x="7443" y="451"/>
                    <a:pt x="7445" y="452"/>
                    <a:pt x="7445" y="455"/>
                  </a:cubicBezTo>
                  <a:cubicBezTo>
                    <a:pt x="7487" y="438"/>
                    <a:pt x="7479" y="421"/>
                    <a:pt x="7445" y="421"/>
                  </a:cubicBezTo>
                  <a:lnTo>
                    <a:pt x="7310" y="421"/>
                  </a:lnTo>
                  <a:lnTo>
                    <a:pt x="7293" y="455"/>
                  </a:lnTo>
                  <a:cubicBezTo>
                    <a:pt x="7250" y="439"/>
                    <a:pt x="7211" y="433"/>
                    <a:pt x="7172" y="433"/>
                  </a:cubicBezTo>
                  <a:cubicBezTo>
                    <a:pt x="7150" y="433"/>
                    <a:pt x="7128" y="435"/>
                    <a:pt x="7107" y="438"/>
                  </a:cubicBezTo>
                  <a:lnTo>
                    <a:pt x="6912" y="540"/>
                  </a:lnTo>
                  <a:lnTo>
                    <a:pt x="6853" y="548"/>
                  </a:lnTo>
                  <a:cubicBezTo>
                    <a:pt x="6828" y="531"/>
                    <a:pt x="6743" y="548"/>
                    <a:pt x="6777" y="514"/>
                  </a:cubicBezTo>
                  <a:cubicBezTo>
                    <a:pt x="6768" y="506"/>
                    <a:pt x="6794" y="506"/>
                    <a:pt x="6828" y="506"/>
                  </a:cubicBezTo>
                  <a:cubicBezTo>
                    <a:pt x="6828" y="514"/>
                    <a:pt x="6828" y="514"/>
                    <a:pt x="6828" y="514"/>
                  </a:cubicBezTo>
                  <a:cubicBezTo>
                    <a:pt x="6845" y="497"/>
                    <a:pt x="6845" y="472"/>
                    <a:pt x="6802" y="455"/>
                  </a:cubicBezTo>
                  <a:lnTo>
                    <a:pt x="6802" y="455"/>
                  </a:lnTo>
                  <a:cubicBezTo>
                    <a:pt x="6815" y="459"/>
                    <a:pt x="6830" y="461"/>
                    <a:pt x="6845" y="461"/>
                  </a:cubicBezTo>
                  <a:cubicBezTo>
                    <a:pt x="6859" y="461"/>
                    <a:pt x="6874" y="459"/>
                    <a:pt x="6887" y="455"/>
                  </a:cubicBezTo>
                  <a:lnTo>
                    <a:pt x="6836" y="455"/>
                  </a:lnTo>
                  <a:cubicBezTo>
                    <a:pt x="6904" y="447"/>
                    <a:pt x="7014" y="404"/>
                    <a:pt x="7014" y="379"/>
                  </a:cubicBezTo>
                  <a:lnTo>
                    <a:pt x="7014" y="379"/>
                  </a:lnTo>
                  <a:cubicBezTo>
                    <a:pt x="7005" y="390"/>
                    <a:pt x="6995" y="394"/>
                    <a:pt x="6983" y="394"/>
                  </a:cubicBezTo>
                  <a:cubicBezTo>
                    <a:pt x="6960" y="394"/>
                    <a:pt x="6932" y="379"/>
                    <a:pt x="6904" y="379"/>
                  </a:cubicBezTo>
                  <a:cubicBezTo>
                    <a:pt x="6938" y="370"/>
                    <a:pt x="6997" y="353"/>
                    <a:pt x="6946" y="353"/>
                  </a:cubicBezTo>
                  <a:cubicBezTo>
                    <a:pt x="6929" y="362"/>
                    <a:pt x="6802" y="387"/>
                    <a:pt x="6895" y="396"/>
                  </a:cubicBezTo>
                  <a:cubicBezTo>
                    <a:pt x="6864" y="408"/>
                    <a:pt x="6829" y="416"/>
                    <a:pt x="6795" y="416"/>
                  </a:cubicBezTo>
                  <a:cubicBezTo>
                    <a:pt x="6783" y="416"/>
                    <a:pt x="6771" y="415"/>
                    <a:pt x="6760" y="413"/>
                  </a:cubicBezTo>
                  <a:cubicBezTo>
                    <a:pt x="6811" y="396"/>
                    <a:pt x="6777" y="387"/>
                    <a:pt x="6794" y="370"/>
                  </a:cubicBezTo>
                  <a:lnTo>
                    <a:pt x="6794" y="370"/>
                  </a:lnTo>
                  <a:cubicBezTo>
                    <a:pt x="6768" y="379"/>
                    <a:pt x="6752" y="396"/>
                    <a:pt x="6743" y="421"/>
                  </a:cubicBezTo>
                  <a:cubicBezTo>
                    <a:pt x="6626" y="399"/>
                    <a:pt x="6573" y="359"/>
                    <a:pt x="6468" y="359"/>
                  </a:cubicBezTo>
                  <a:cubicBezTo>
                    <a:pt x="6451" y="359"/>
                    <a:pt x="6433" y="360"/>
                    <a:pt x="6413" y="362"/>
                  </a:cubicBezTo>
                  <a:cubicBezTo>
                    <a:pt x="6407" y="364"/>
                    <a:pt x="6409" y="365"/>
                    <a:pt x="6416" y="365"/>
                  </a:cubicBezTo>
                  <a:cubicBezTo>
                    <a:pt x="6422" y="365"/>
                    <a:pt x="6433" y="364"/>
                    <a:pt x="6445" y="364"/>
                  </a:cubicBezTo>
                  <a:cubicBezTo>
                    <a:pt x="6468" y="364"/>
                    <a:pt x="6494" y="366"/>
                    <a:pt x="6489" y="379"/>
                  </a:cubicBezTo>
                  <a:cubicBezTo>
                    <a:pt x="6469" y="385"/>
                    <a:pt x="6451" y="388"/>
                    <a:pt x="6435" y="388"/>
                  </a:cubicBezTo>
                  <a:cubicBezTo>
                    <a:pt x="6374" y="388"/>
                    <a:pt x="6338" y="351"/>
                    <a:pt x="6279" y="351"/>
                  </a:cubicBezTo>
                  <a:cubicBezTo>
                    <a:pt x="6271" y="351"/>
                    <a:pt x="6262" y="352"/>
                    <a:pt x="6252" y="353"/>
                  </a:cubicBezTo>
                  <a:lnTo>
                    <a:pt x="6278" y="387"/>
                  </a:lnTo>
                  <a:cubicBezTo>
                    <a:pt x="6236" y="396"/>
                    <a:pt x="6193" y="404"/>
                    <a:pt x="6142" y="404"/>
                  </a:cubicBezTo>
                  <a:cubicBezTo>
                    <a:pt x="6134" y="396"/>
                    <a:pt x="6041" y="370"/>
                    <a:pt x="6109" y="362"/>
                  </a:cubicBezTo>
                  <a:cubicBezTo>
                    <a:pt x="6089" y="359"/>
                    <a:pt x="6073" y="358"/>
                    <a:pt x="6058" y="358"/>
                  </a:cubicBezTo>
                  <a:cubicBezTo>
                    <a:pt x="5956" y="358"/>
                    <a:pt x="5951" y="422"/>
                    <a:pt x="5810" y="422"/>
                  </a:cubicBezTo>
                  <a:cubicBezTo>
                    <a:pt x="5803" y="422"/>
                    <a:pt x="5795" y="421"/>
                    <a:pt x="5787" y="421"/>
                  </a:cubicBezTo>
                  <a:lnTo>
                    <a:pt x="5787" y="421"/>
                  </a:lnTo>
                  <a:cubicBezTo>
                    <a:pt x="5838" y="430"/>
                    <a:pt x="5889" y="430"/>
                    <a:pt x="5948" y="430"/>
                  </a:cubicBezTo>
                  <a:cubicBezTo>
                    <a:pt x="5872" y="447"/>
                    <a:pt x="5939" y="447"/>
                    <a:pt x="5931" y="472"/>
                  </a:cubicBezTo>
                  <a:cubicBezTo>
                    <a:pt x="5889" y="447"/>
                    <a:pt x="5745" y="463"/>
                    <a:pt x="5838" y="438"/>
                  </a:cubicBezTo>
                  <a:cubicBezTo>
                    <a:pt x="5813" y="435"/>
                    <a:pt x="5787" y="432"/>
                    <a:pt x="5761" y="432"/>
                  </a:cubicBezTo>
                  <a:cubicBezTo>
                    <a:pt x="5723" y="432"/>
                    <a:pt x="5683" y="437"/>
                    <a:pt x="5643" y="447"/>
                  </a:cubicBezTo>
                  <a:lnTo>
                    <a:pt x="5694" y="455"/>
                  </a:lnTo>
                  <a:cubicBezTo>
                    <a:pt x="5626" y="455"/>
                    <a:pt x="5559" y="472"/>
                    <a:pt x="5500" y="497"/>
                  </a:cubicBezTo>
                  <a:cubicBezTo>
                    <a:pt x="5592" y="497"/>
                    <a:pt x="5593" y="462"/>
                    <a:pt x="5694" y="462"/>
                  </a:cubicBezTo>
                  <a:cubicBezTo>
                    <a:pt x="5705" y="462"/>
                    <a:pt x="5716" y="463"/>
                    <a:pt x="5728" y="463"/>
                  </a:cubicBezTo>
                  <a:cubicBezTo>
                    <a:pt x="5863" y="489"/>
                    <a:pt x="5694" y="489"/>
                    <a:pt x="5787" y="523"/>
                  </a:cubicBezTo>
                  <a:lnTo>
                    <a:pt x="5880" y="497"/>
                  </a:lnTo>
                  <a:lnTo>
                    <a:pt x="5838" y="497"/>
                  </a:lnTo>
                  <a:cubicBezTo>
                    <a:pt x="5844" y="482"/>
                    <a:pt x="5867" y="479"/>
                    <a:pt x="5892" y="479"/>
                  </a:cubicBezTo>
                  <a:cubicBezTo>
                    <a:pt x="5907" y="479"/>
                    <a:pt x="5923" y="480"/>
                    <a:pt x="5937" y="480"/>
                  </a:cubicBezTo>
                  <a:cubicBezTo>
                    <a:pt x="5964" y="480"/>
                    <a:pt x="5985" y="476"/>
                    <a:pt x="5982" y="455"/>
                  </a:cubicBezTo>
                  <a:lnTo>
                    <a:pt x="5982" y="455"/>
                  </a:lnTo>
                  <a:cubicBezTo>
                    <a:pt x="6083" y="497"/>
                    <a:pt x="6109" y="472"/>
                    <a:pt x="6227" y="506"/>
                  </a:cubicBezTo>
                  <a:cubicBezTo>
                    <a:pt x="6252" y="489"/>
                    <a:pt x="6210" y="489"/>
                    <a:pt x="6176" y="489"/>
                  </a:cubicBezTo>
                  <a:cubicBezTo>
                    <a:pt x="6222" y="489"/>
                    <a:pt x="6232" y="464"/>
                    <a:pt x="6269" y="464"/>
                  </a:cubicBezTo>
                  <a:cubicBezTo>
                    <a:pt x="6281" y="464"/>
                    <a:pt x="6294" y="466"/>
                    <a:pt x="6312" y="472"/>
                  </a:cubicBezTo>
                  <a:cubicBezTo>
                    <a:pt x="6354" y="472"/>
                    <a:pt x="6320" y="438"/>
                    <a:pt x="6261" y="438"/>
                  </a:cubicBezTo>
                  <a:lnTo>
                    <a:pt x="6430" y="438"/>
                  </a:lnTo>
                  <a:lnTo>
                    <a:pt x="6362" y="413"/>
                  </a:lnTo>
                  <a:lnTo>
                    <a:pt x="6430" y="413"/>
                  </a:lnTo>
                  <a:lnTo>
                    <a:pt x="6379" y="396"/>
                  </a:lnTo>
                  <a:cubicBezTo>
                    <a:pt x="6405" y="394"/>
                    <a:pt x="6432" y="393"/>
                    <a:pt x="6458" y="393"/>
                  </a:cubicBezTo>
                  <a:cubicBezTo>
                    <a:pt x="6545" y="393"/>
                    <a:pt x="6634" y="404"/>
                    <a:pt x="6718" y="430"/>
                  </a:cubicBezTo>
                  <a:cubicBezTo>
                    <a:pt x="6608" y="463"/>
                    <a:pt x="6422" y="455"/>
                    <a:pt x="6362" y="497"/>
                  </a:cubicBezTo>
                  <a:cubicBezTo>
                    <a:pt x="6364" y="498"/>
                    <a:pt x="6367" y="498"/>
                    <a:pt x="6369" y="498"/>
                  </a:cubicBezTo>
                  <a:cubicBezTo>
                    <a:pt x="6388" y="498"/>
                    <a:pt x="6418" y="480"/>
                    <a:pt x="6445" y="480"/>
                  </a:cubicBezTo>
                  <a:cubicBezTo>
                    <a:pt x="6458" y="480"/>
                    <a:pt x="6471" y="484"/>
                    <a:pt x="6481" y="497"/>
                  </a:cubicBezTo>
                  <a:lnTo>
                    <a:pt x="6515" y="472"/>
                  </a:lnTo>
                  <a:cubicBezTo>
                    <a:pt x="6540" y="467"/>
                    <a:pt x="6582" y="458"/>
                    <a:pt x="6612" y="458"/>
                  </a:cubicBezTo>
                  <a:cubicBezTo>
                    <a:pt x="6632" y="458"/>
                    <a:pt x="6647" y="462"/>
                    <a:pt x="6650" y="472"/>
                  </a:cubicBezTo>
                  <a:cubicBezTo>
                    <a:pt x="6582" y="489"/>
                    <a:pt x="6523" y="506"/>
                    <a:pt x="6464" y="540"/>
                  </a:cubicBezTo>
                  <a:cubicBezTo>
                    <a:pt x="6464" y="548"/>
                    <a:pt x="6455" y="548"/>
                    <a:pt x="6439" y="548"/>
                  </a:cubicBezTo>
                  <a:cubicBezTo>
                    <a:pt x="6415" y="554"/>
                    <a:pt x="6386" y="560"/>
                    <a:pt x="6360" y="560"/>
                  </a:cubicBezTo>
                  <a:cubicBezTo>
                    <a:pt x="6349" y="560"/>
                    <a:pt x="6338" y="559"/>
                    <a:pt x="6329" y="556"/>
                  </a:cubicBezTo>
                  <a:cubicBezTo>
                    <a:pt x="6286" y="548"/>
                    <a:pt x="6320" y="540"/>
                    <a:pt x="6320" y="531"/>
                  </a:cubicBezTo>
                  <a:cubicBezTo>
                    <a:pt x="6298" y="525"/>
                    <a:pt x="6278" y="523"/>
                    <a:pt x="6258" y="523"/>
                  </a:cubicBezTo>
                  <a:cubicBezTo>
                    <a:pt x="6176" y="523"/>
                    <a:pt x="6104" y="561"/>
                    <a:pt x="6017" y="561"/>
                  </a:cubicBezTo>
                  <a:cubicBezTo>
                    <a:pt x="6000" y="561"/>
                    <a:pt x="5983" y="560"/>
                    <a:pt x="5965" y="556"/>
                  </a:cubicBezTo>
                  <a:cubicBezTo>
                    <a:pt x="5965" y="540"/>
                    <a:pt x="5863" y="531"/>
                    <a:pt x="5889" y="523"/>
                  </a:cubicBezTo>
                  <a:cubicBezTo>
                    <a:pt x="5829" y="523"/>
                    <a:pt x="5770" y="531"/>
                    <a:pt x="5719" y="556"/>
                  </a:cubicBezTo>
                  <a:cubicBezTo>
                    <a:pt x="5711" y="531"/>
                    <a:pt x="5601" y="548"/>
                    <a:pt x="5635" y="523"/>
                  </a:cubicBezTo>
                  <a:lnTo>
                    <a:pt x="5635" y="523"/>
                  </a:lnTo>
                  <a:lnTo>
                    <a:pt x="5567" y="556"/>
                  </a:lnTo>
                  <a:cubicBezTo>
                    <a:pt x="5516" y="548"/>
                    <a:pt x="5415" y="556"/>
                    <a:pt x="5398" y="531"/>
                  </a:cubicBezTo>
                  <a:cubicBezTo>
                    <a:pt x="5350" y="538"/>
                    <a:pt x="5368" y="561"/>
                    <a:pt x="5338" y="561"/>
                  </a:cubicBezTo>
                  <a:cubicBezTo>
                    <a:pt x="5330" y="561"/>
                    <a:pt x="5320" y="560"/>
                    <a:pt x="5305" y="556"/>
                  </a:cubicBezTo>
                  <a:cubicBezTo>
                    <a:pt x="5305" y="548"/>
                    <a:pt x="5297" y="548"/>
                    <a:pt x="5313" y="548"/>
                  </a:cubicBezTo>
                  <a:cubicBezTo>
                    <a:pt x="5288" y="540"/>
                    <a:pt x="5263" y="535"/>
                    <a:pt x="5237" y="535"/>
                  </a:cubicBezTo>
                  <a:cubicBezTo>
                    <a:pt x="5212" y="535"/>
                    <a:pt x="5187" y="540"/>
                    <a:pt x="5161" y="548"/>
                  </a:cubicBezTo>
                  <a:cubicBezTo>
                    <a:pt x="5187" y="556"/>
                    <a:pt x="5212" y="556"/>
                    <a:pt x="5237" y="565"/>
                  </a:cubicBezTo>
                  <a:cubicBezTo>
                    <a:pt x="5237" y="571"/>
                    <a:pt x="5201" y="581"/>
                    <a:pt x="5156" y="581"/>
                  </a:cubicBezTo>
                  <a:cubicBezTo>
                    <a:pt x="5136" y="581"/>
                    <a:pt x="5114" y="579"/>
                    <a:pt x="5093" y="573"/>
                  </a:cubicBezTo>
                  <a:cubicBezTo>
                    <a:pt x="5195" y="540"/>
                    <a:pt x="5017" y="540"/>
                    <a:pt x="5068" y="523"/>
                  </a:cubicBezTo>
                  <a:cubicBezTo>
                    <a:pt x="4933" y="523"/>
                    <a:pt x="4806" y="540"/>
                    <a:pt x="4687" y="573"/>
                  </a:cubicBezTo>
                  <a:cubicBezTo>
                    <a:pt x="4574" y="567"/>
                    <a:pt x="4464" y="561"/>
                    <a:pt x="4356" y="561"/>
                  </a:cubicBezTo>
                  <a:cubicBezTo>
                    <a:pt x="4311" y="561"/>
                    <a:pt x="4267" y="562"/>
                    <a:pt x="4222" y="565"/>
                  </a:cubicBezTo>
                  <a:lnTo>
                    <a:pt x="4239" y="565"/>
                  </a:lnTo>
                  <a:lnTo>
                    <a:pt x="4163" y="582"/>
                  </a:lnTo>
                  <a:cubicBezTo>
                    <a:pt x="4121" y="573"/>
                    <a:pt x="4163" y="548"/>
                    <a:pt x="4104" y="548"/>
                  </a:cubicBezTo>
                  <a:cubicBezTo>
                    <a:pt x="4110" y="536"/>
                    <a:pt x="4127" y="532"/>
                    <a:pt x="4149" y="532"/>
                  </a:cubicBezTo>
                  <a:cubicBezTo>
                    <a:pt x="4172" y="532"/>
                    <a:pt x="4203" y="536"/>
                    <a:pt x="4233" y="536"/>
                  </a:cubicBezTo>
                  <a:cubicBezTo>
                    <a:pt x="4249" y="536"/>
                    <a:pt x="4266" y="535"/>
                    <a:pt x="4281" y="531"/>
                  </a:cubicBezTo>
                  <a:cubicBezTo>
                    <a:pt x="4242" y="516"/>
                    <a:pt x="4244" y="509"/>
                    <a:pt x="4259" y="504"/>
                  </a:cubicBezTo>
                  <a:lnTo>
                    <a:pt x="4259" y="504"/>
                  </a:lnTo>
                  <a:cubicBezTo>
                    <a:pt x="4249" y="505"/>
                    <a:pt x="4239" y="505"/>
                    <a:pt x="4229" y="505"/>
                  </a:cubicBezTo>
                  <a:cubicBezTo>
                    <a:pt x="4169" y="505"/>
                    <a:pt x="4093" y="491"/>
                    <a:pt x="4032" y="491"/>
                  </a:cubicBezTo>
                  <a:cubicBezTo>
                    <a:pt x="4012" y="491"/>
                    <a:pt x="3993" y="493"/>
                    <a:pt x="3977" y="497"/>
                  </a:cubicBezTo>
                  <a:cubicBezTo>
                    <a:pt x="3884" y="480"/>
                    <a:pt x="4019" y="472"/>
                    <a:pt x="3977" y="463"/>
                  </a:cubicBezTo>
                  <a:lnTo>
                    <a:pt x="3977" y="463"/>
                  </a:lnTo>
                  <a:lnTo>
                    <a:pt x="3943" y="480"/>
                  </a:lnTo>
                  <a:cubicBezTo>
                    <a:pt x="3901" y="472"/>
                    <a:pt x="3892" y="463"/>
                    <a:pt x="3892" y="455"/>
                  </a:cubicBezTo>
                  <a:cubicBezTo>
                    <a:pt x="3841" y="442"/>
                    <a:pt x="3791" y="436"/>
                    <a:pt x="3740" y="436"/>
                  </a:cubicBezTo>
                  <a:cubicBezTo>
                    <a:pt x="3689" y="436"/>
                    <a:pt x="3638" y="442"/>
                    <a:pt x="3588" y="455"/>
                  </a:cubicBezTo>
                  <a:cubicBezTo>
                    <a:pt x="3601" y="454"/>
                    <a:pt x="3610" y="454"/>
                    <a:pt x="3618" y="454"/>
                  </a:cubicBezTo>
                  <a:cubicBezTo>
                    <a:pt x="3676" y="454"/>
                    <a:pt x="3565" y="481"/>
                    <a:pt x="3655" y="489"/>
                  </a:cubicBezTo>
                  <a:cubicBezTo>
                    <a:pt x="3630" y="493"/>
                    <a:pt x="3603" y="495"/>
                    <a:pt x="3574" y="495"/>
                  </a:cubicBezTo>
                  <a:cubicBezTo>
                    <a:pt x="3545" y="495"/>
                    <a:pt x="3516" y="493"/>
                    <a:pt x="3486" y="489"/>
                  </a:cubicBezTo>
                  <a:cubicBezTo>
                    <a:pt x="3540" y="489"/>
                    <a:pt x="3459" y="456"/>
                    <a:pt x="3494" y="456"/>
                  </a:cubicBezTo>
                  <a:cubicBezTo>
                    <a:pt x="3502" y="456"/>
                    <a:pt x="3518" y="458"/>
                    <a:pt x="3545" y="463"/>
                  </a:cubicBezTo>
                  <a:cubicBezTo>
                    <a:pt x="3538" y="449"/>
                    <a:pt x="3524" y="445"/>
                    <a:pt x="3506" y="445"/>
                  </a:cubicBezTo>
                  <a:cubicBezTo>
                    <a:pt x="3490" y="445"/>
                    <a:pt x="3469" y="448"/>
                    <a:pt x="3446" y="448"/>
                  </a:cubicBezTo>
                  <a:cubicBezTo>
                    <a:pt x="3437" y="448"/>
                    <a:pt x="3428" y="448"/>
                    <a:pt x="3419" y="447"/>
                  </a:cubicBezTo>
                  <a:cubicBezTo>
                    <a:pt x="3452" y="447"/>
                    <a:pt x="3486" y="438"/>
                    <a:pt x="3520" y="421"/>
                  </a:cubicBezTo>
                  <a:lnTo>
                    <a:pt x="3520" y="421"/>
                  </a:lnTo>
                  <a:cubicBezTo>
                    <a:pt x="3504" y="426"/>
                    <a:pt x="3486" y="429"/>
                    <a:pt x="3466" y="429"/>
                  </a:cubicBezTo>
                  <a:cubicBezTo>
                    <a:pt x="3374" y="429"/>
                    <a:pt x="3253" y="383"/>
                    <a:pt x="3201" y="383"/>
                  </a:cubicBezTo>
                  <a:cubicBezTo>
                    <a:pt x="3193" y="383"/>
                    <a:pt x="3186" y="384"/>
                    <a:pt x="3182" y="387"/>
                  </a:cubicBezTo>
                  <a:cubicBezTo>
                    <a:pt x="3106" y="413"/>
                    <a:pt x="2996" y="421"/>
                    <a:pt x="2911" y="438"/>
                  </a:cubicBezTo>
                  <a:cubicBezTo>
                    <a:pt x="2818" y="413"/>
                    <a:pt x="2733" y="396"/>
                    <a:pt x="2640" y="379"/>
                  </a:cubicBezTo>
                  <a:lnTo>
                    <a:pt x="2657" y="370"/>
                  </a:lnTo>
                  <a:cubicBezTo>
                    <a:pt x="2606" y="353"/>
                    <a:pt x="2522" y="362"/>
                    <a:pt x="2446" y="337"/>
                  </a:cubicBezTo>
                  <a:lnTo>
                    <a:pt x="2429" y="311"/>
                  </a:lnTo>
                  <a:cubicBezTo>
                    <a:pt x="2353" y="311"/>
                    <a:pt x="2268" y="303"/>
                    <a:pt x="2192" y="286"/>
                  </a:cubicBezTo>
                  <a:lnTo>
                    <a:pt x="2192" y="286"/>
                  </a:lnTo>
                  <a:cubicBezTo>
                    <a:pt x="2192" y="303"/>
                    <a:pt x="2268" y="311"/>
                    <a:pt x="2226" y="320"/>
                  </a:cubicBezTo>
                  <a:cubicBezTo>
                    <a:pt x="2243" y="323"/>
                    <a:pt x="2259" y="325"/>
                    <a:pt x="2272" y="325"/>
                  </a:cubicBezTo>
                  <a:cubicBezTo>
                    <a:pt x="2289" y="325"/>
                    <a:pt x="2298" y="321"/>
                    <a:pt x="2293" y="311"/>
                  </a:cubicBezTo>
                  <a:lnTo>
                    <a:pt x="2293" y="311"/>
                  </a:lnTo>
                  <a:cubicBezTo>
                    <a:pt x="2336" y="320"/>
                    <a:pt x="2336" y="345"/>
                    <a:pt x="2361" y="362"/>
                  </a:cubicBezTo>
                  <a:lnTo>
                    <a:pt x="2200" y="353"/>
                  </a:lnTo>
                  <a:cubicBezTo>
                    <a:pt x="2192" y="345"/>
                    <a:pt x="2183" y="345"/>
                    <a:pt x="2183" y="345"/>
                  </a:cubicBezTo>
                  <a:lnTo>
                    <a:pt x="2167" y="362"/>
                  </a:lnTo>
                  <a:cubicBezTo>
                    <a:pt x="2124" y="362"/>
                    <a:pt x="2116" y="353"/>
                    <a:pt x="2124" y="337"/>
                  </a:cubicBezTo>
                  <a:cubicBezTo>
                    <a:pt x="2062" y="337"/>
                    <a:pt x="2026" y="348"/>
                    <a:pt x="1982" y="348"/>
                  </a:cubicBezTo>
                  <a:cubicBezTo>
                    <a:pt x="1960" y="348"/>
                    <a:pt x="1935" y="345"/>
                    <a:pt x="1904" y="337"/>
                  </a:cubicBezTo>
                  <a:cubicBezTo>
                    <a:pt x="1929" y="327"/>
                    <a:pt x="1957" y="323"/>
                    <a:pt x="1986" y="323"/>
                  </a:cubicBezTo>
                  <a:cubicBezTo>
                    <a:pt x="2002" y="323"/>
                    <a:pt x="2019" y="324"/>
                    <a:pt x="2037" y="326"/>
                  </a:cubicBezTo>
                  <a:lnTo>
                    <a:pt x="2037" y="326"/>
                  </a:lnTo>
                  <a:lnTo>
                    <a:pt x="1938" y="311"/>
                  </a:lnTo>
                  <a:cubicBezTo>
                    <a:pt x="1950" y="307"/>
                    <a:pt x="1970" y="306"/>
                    <a:pt x="1992" y="306"/>
                  </a:cubicBezTo>
                  <a:cubicBezTo>
                    <a:pt x="2023" y="306"/>
                    <a:pt x="2060" y="308"/>
                    <a:pt x="2091" y="308"/>
                  </a:cubicBezTo>
                  <a:cubicBezTo>
                    <a:pt x="2131" y="308"/>
                    <a:pt x="2161" y="304"/>
                    <a:pt x="2150" y="286"/>
                  </a:cubicBezTo>
                  <a:cubicBezTo>
                    <a:pt x="2082" y="282"/>
                    <a:pt x="2014" y="279"/>
                    <a:pt x="1947" y="279"/>
                  </a:cubicBezTo>
                  <a:cubicBezTo>
                    <a:pt x="1879" y="279"/>
                    <a:pt x="1811" y="282"/>
                    <a:pt x="1744" y="286"/>
                  </a:cubicBezTo>
                  <a:cubicBezTo>
                    <a:pt x="1693" y="252"/>
                    <a:pt x="1608" y="269"/>
                    <a:pt x="1524" y="235"/>
                  </a:cubicBezTo>
                  <a:cubicBezTo>
                    <a:pt x="1507" y="227"/>
                    <a:pt x="1481" y="218"/>
                    <a:pt x="1507" y="210"/>
                  </a:cubicBezTo>
                  <a:lnTo>
                    <a:pt x="1532" y="210"/>
                  </a:lnTo>
                  <a:cubicBezTo>
                    <a:pt x="1428" y="189"/>
                    <a:pt x="1329" y="174"/>
                    <a:pt x="1227" y="174"/>
                  </a:cubicBezTo>
                  <a:cubicBezTo>
                    <a:pt x="1205" y="174"/>
                    <a:pt x="1182" y="174"/>
                    <a:pt x="1160" y="176"/>
                  </a:cubicBezTo>
                  <a:lnTo>
                    <a:pt x="1109" y="134"/>
                  </a:lnTo>
                  <a:cubicBezTo>
                    <a:pt x="1072" y="123"/>
                    <a:pt x="1052" y="119"/>
                    <a:pt x="1041" y="119"/>
                  </a:cubicBezTo>
                  <a:cubicBezTo>
                    <a:pt x="1007" y="119"/>
                    <a:pt x="1064" y="157"/>
                    <a:pt x="1008" y="157"/>
                  </a:cubicBezTo>
                  <a:cubicBezTo>
                    <a:pt x="995" y="157"/>
                    <a:pt x="976" y="155"/>
                    <a:pt x="948" y="150"/>
                  </a:cubicBezTo>
                  <a:cubicBezTo>
                    <a:pt x="915" y="117"/>
                    <a:pt x="720" y="91"/>
                    <a:pt x="720" y="66"/>
                  </a:cubicBezTo>
                  <a:cubicBezTo>
                    <a:pt x="706" y="62"/>
                    <a:pt x="695" y="60"/>
                    <a:pt x="686" y="60"/>
                  </a:cubicBezTo>
                  <a:cubicBezTo>
                    <a:pt x="674" y="60"/>
                    <a:pt x="666" y="64"/>
                    <a:pt x="661" y="74"/>
                  </a:cubicBezTo>
                  <a:cubicBezTo>
                    <a:pt x="695" y="83"/>
                    <a:pt x="762" y="91"/>
                    <a:pt x="720" y="100"/>
                  </a:cubicBezTo>
                  <a:cubicBezTo>
                    <a:pt x="669" y="91"/>
                    <a:pt x="627" y="83"/>
                    <a:pt x="576" y="66"/>
                  </a:cubicBezTo>
                  <a:cubicBezTo>
                    <a:pt x="585" y="66"/>
                    <a:pt x="627" y="49"/>
                    <a:pt x="602" y="49"/>
                  </a:cubicBezTo>
                  <a:cubicBezTo>
                    <a:pt x="497" y="42"/>
                    <a:pt x="329" y="0"/>
                    <a:pt x="19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1"/>
            <p:cNvSpPr/>
            <p:nvPr/>
          </p:nvSpPr>
          <p:spPr>
            <a:xfrm rot="-4354305">
              <a:off x="6918707" y="3538270"/>
              <a:ext cx="4732" cy="3943"/>
            </a:xfrm>
            <a:custGeom>
              <a:rect b="b" l="l" r="r" t="t"/>
              <a:pathLst>
                <a:path extrusionOk="0" h="68" w="102">
                  <a:moveTo>
                    <a:pt x="60" y="0"/>
                  </a:moveTo>
                  <a:cubicBezTo>
                    <a:pt x="43" y="26"/>
                    <a:pt x="0" y="60"/>
                    <a:pt x="17" y="68"/>
                  </a:cubicBezTo>
                  <a:cubicBezTo>
                    <a:pt x="9" y="51"/>
                    <a:pt x="102" y="0"/>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1"/>
            <p:cNvSpPr/>
            <p:nvPr/>
          </p:nvSpPr>
          <p:spPr>
            <a:xfrm rot="-4354305">
              <a:off x="6918930" y="3541180"/>
              <a:ext cx="2412" cy="2551"/>
            </a:xfrm>
            <a:custGeom>
              <a:rect b="b" l="l" r="r" t="t"/>
              <a:pathLst>
                <a:path extrusionOk="0" h="44" w="52">
                  <a:moveTo>
                    <a:pt x="52" y="1"/>
                  </a:moveTo>
                  <a:lnTo>
                    <a:pt x="18" y="18"/>
                  </a:lnTo>
                  <a:cubicBezTo>
                    <a:pt x="18" y="26"/>
                    <a:pt x="18" y="26"/>
                    <a:pt x="1" y="43"/>
                  </a:cubicBezTo>
                  <a:lnTo>
                    <a:pt x="5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1"/>
            <p:cNvSpPr/>
            <p:nvPr/>
          </p:nvSpPr>
          <p:spPr>
            <a:xfrm rot="-4354305">
              <a:off x="6910884" y="3547782"/>
              <a:ext cx="8443" cy="9856"/>
            </a:xfrm>
            <a:custGeom>
              <a:rect b="b" l="l" r="r" t="t"/>
              <a:pathLst>
                <a:path extrusionOk="0" h="170" w="182">
                  <a:moveTo>
                    <a:pt x="170" y="35"/>
                  </a:moveTo>
                  <a:cubicBezTo>
                    <a:pt x="157" y="59"/>
                    <a:pt x="140" y="84"/>
                    <a:pt x="119" y="106"/>
                  </a:cubicBezTo>
                  <a:lnTo>
                    <a:pt x="119" y="106"/>
                  </a:lnTo>
                  <a:cubicBezTo>
                    <a:pt x="155" y="79"/>
                    <a:pt x="181" y="50"/>
                    <a:pt x="170" y="35"/>
                  </a:cubicBezTo>
                  <a:close/>
                  <a:moveTo>
                    <a:pt x="144" y="1"/>
                  </a:moveTo>
                  <a:cubicBezTo>
                    <a:pt x="60" y="60"/>
                    <a:pt x="60" y="119"/>
                    <a:pt x="0" y="170"/>
                  </a:cubicBezTo>
                  <a:cubicBezTo>
                    <a:pt x="18" y="166"/>
                    <a:pt x="55" y="148"/>
                    <a:pt x="90" y="125"/>
                  </a:cubicBezTo>
                  <a:lnTo>
                    <a:pt x="90" y="125"/>
                  </a:lnTo>
                  <a:cubicBezTo>
                    <a:pt x="91" y="126"/>
                    <a:pt x="92" y="127"/>
                    <a:pt x="93" y="128"/>
                  </a:cubicBezTo>
                  <a:cubicBezTo>
                    <a:pt x="102" y="121"/>
                    <a:pt x="111" y="114"/>
                    <a:pt x="119" y="106"/>
                  </a:cubicBezTo>
                  <a:lnTo>
                    <a:pt x="119" y="106"/>
                  </a:lnTo>
                  <a:cubicBezTo>
                    <a:pt x="110" y="112"/>
                    <a:pt x="100" y="119"/>
                    <a:pt x="90" y="125"/>
                  </a:cubicBezTo>
                  <a:lnTo>
                    <a:pt x="90" y="125"/>
                  </a:lnTo>
                  <a:cubicBezTo>
                    <a:pt x="48" y="92"/>
                    <a:pt x="152" y="50"/>
                    <a:pt x="14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1"/>
            <p:cNvSpPr/>
            <p:nvPr/>
          </p:nvSpPr>
          <p:spPr>
            <a:xfrm rot="-4354305">
              <a:off x="6908414" y="3547659"/>
              <a:ext cx="1995" cy="2551"/>
            </a:xfrm>
            <a:custGeom>
              <a:rect b="b" l="l" r="r" t="t"/>
              <a:pathLst>
                <a:path extrusionOk="0" h="44" w="43">
                  <a:moveTo>
                    <a:pt x="34" y="1"/>
                  </a:moveTo>
                  <a:lnTo>
                    <a:pt x="0" y="43"/>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1"/>
            <p:cNvSpPr/>
            <p:nvPr/>
          </p:nvSpPr>
          <p:spPr>
            <a:xfrm rot="-4354305">
              <a:off x="6901959" y="3483762"/>
              <a:ext cx="2041" cy="2551"/>
            </a:xfrm>
            <a:custGeom>
              <a:rect b="b" l="l" r="r" t="t"/>
              <a:pathLst>
                <a:path extrusionOk="0" h="44" w="44">
                  <a:moveTo>
                    <a:pt x="43" y="0"/>
                  </a:moveTo>
                  <a:lnTo>
                    <a:pt x="43" y="0"/>
                  </a:lnTo>
                  <a:cubicBezTo>
                    <a:pt x="26" y="9"/>
                    <a:pt x="9" y="25"/>
                    <a:pt x="1" y="42"/>
                  </a:cubicBezTo>
                  <a:cubicBezTo>
                    <a:pt x="3" y="43"/>
                    <a:pt x="5" y="44"/>
                    <a:pt x="6" y="44"/>
                  </a:cubicBezTo>
                  <a:cubicBezTo>
                    <a:pt x="21" y="44"/>
                    <a:pt x="36" y="15"/>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1"/>
            <p:cNvSpPr/>
            <p:nvPr/>
          </p:nvSpPr>
          <p:spPr>
            <a:xfrm rot="-4354305">
              <a:off x="6637058" y="3603740"/>
              <a:ext cx="20459" cy="4001"/>
            </a:xfrm>
            <a:custGeom>
              <a:rect b="b" l="l" r="r" t="t"/>
              <a:pathLst>
                <a:path extrusionOk="0" h="69" w="441">
                  <a:moveTo>
                    <a:pt x="0" y="0"/>
                  </a:moveTo>
                  <a:lnTo>
                    <a:pt x="0" y="0"/>
                  </a:lnTo>
                  <a:cubicBezTo>
                    <a:pt x="89" y="18"/>
                    <a:pt x="174" y="32"/>
                    <a:pt x="284" y="47"/>
                  </a:cubicBezTo>
                  <a:lnTo>
                    <a:pt x="284" y="47"/>
                  </a:lnTo>
                  <a:cubicBezTo>
                    <a:pt x="189" y="33"/>
                    <a:pt x="93" y="17"/>
                    <a:pt x="0" y="0"/>
                  </a:cubicBezTo>
                  <a:close/>
                  <a:moveTo>
                    <a:pt x="284" y="47"/>
                  </a:moveTo>
                  <a:cubicBezTo>
                    <a:pt x="337" y="55"/>
                    <a:pt x="389" y="62"/>
                    <a:pt x="440" y="68"/>
                  </a:cubicBezTo>
                  <a:cubicBezTo>
                    <a:pt x="382" y="61"/>
                    <a:pt x="331" y="54"/>
                    <a:pt x="284" y="4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1"/>
            <p:cNvSpPr/>
            <p:nvPr/>
          </p:nvSpPr>
          <p:spPr>
            <a:xfrm rot="-4354305">
              <a:off x="6861321" y="3424005"/>
              <a:ext cx="12201" cy="13335"/>
            </a:xfrm>
            <a:custGeom>
              <a:rect b="b" l="l" r="r" t="t"/>
              <a:pathLst>
                <a:path extrusionOk="0" h="230" w="263">
                  <a:moveTo>
                    <a:pt x="262" y="1"/>
                  </a:moveTo>
                  <a:lnTo>
                    <a:pt x="203" y="9"/>
                  </a:lnTo>
                  <a:cubicBezTo>
                    <a:pt x="118" y="94"/>
                    <a:pt x="93" y="153"/>
                    <a:pt x="0" y="229"/>
                  </a:cubicBezTo>
                  <a:cubicBezTo>
                    <a:pt x="152" y="161"/>
                    <a:pt x="135" y="51"/>
                    <a:pt x="26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1"/>
            <p:cNvSpPr/>
            <p:nvPr/>
          </p:nvSpPr>
          <p:spPr>
            <a:xfrm rot="-4354305">
              <a:off x="6865306" y="3422222"/>
              <a:ext cx="4732" cy="5508"/>
            </a:xfrm>
            <a:custGeom>
              <a:rect b="b" l="l" r="r" t="t"/>
              <a:pathLst>
                <a:path extrusionOk="0" h="95" w="102">
                  <a:moveTo>
                    <a:pt x="68" y="1"/>
                  </a:moveTo>
                  <a:lnTo>
                    <a:pt x="68" y="1"/>
                  </a:lnTo>
                  <a:cubicBezTo>
                    <a:pt x="9" y="52"/>
                    <a:pt x="59" y="43"/>
                    <a:pt x="0" y="86"/>
                  </a:cubicBezTo>
                  <a:lnTo>
                    <a:pt x="51" y="94"/>
                  </a:lnTo>
                  <a:cubicBezTo>
                    <a:pt x="17" y="77"/>
                    <a:pt x="102" y="9"/>
                    <a:pt x="6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1"/>
            <p:cNvSpPr/>
            <p:nvPr/>
          </p:nvSpPr>
          <p:spPr>
            <a:xfrm rot="-4354305">
              <a:off x="6853656" y="3456696"/>
              <a:ext cx="835" cy="2029"/>
            </a:xfrm>
            <a:custGeom>
              <a:rect b="b" l="l" r="r" t="t"/>
              <a:pathLst>
                <a:path extrusionOk="0" h="35" w="18">
                  <a:moveTo>
                    <a:pt x="17" y="1"/>
                  </a:moveTo>
                  <a:lnTo>
                    <a:pt x="0" y="18"/>
                  </a:lnTo>
                  <a:lnTo>
                    <a:pt x="0" y="34"/>
                  </a:ln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1"/>
            <p:cNvSpPr/>
            <p:nvPr/>
          </p:nvSpPr>
          <p:spPr>
            <a:xfrm rot="-4354305">
              <a:off x="6854708" y="3401348"/>
              <a:ext cx="2830" cy="2029"/>
            </a:xfrm>
            <a:custGeom>
              <a:rect b="b" l="l" r="r" t="t"/>
              <a:pathLst>
                <a:path extrusionOk="0" h="35" w="61">
                  <a:moveTo>
                    <a:pt x="60" y="1"/>
                  </a:moveTo>
                  <a:lnTo>
                    <a:pt x="9" y="18"/>
                  </a:lnTo>
                  <a:lnTo>
                    <a:pt x="1" y="35"/>
                  </a:lnTo>
                  <a:lnTo>
                    <a:pt x="1" y="35"/>
                  </a:lnTo>
                  <a:lnTo>
                    <a:pt x="6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1"/>
            <p:cNvSpPr/>
            <p:nvPr/>
          </p:nvSpPr>
          <p:spPr>
            <a:xfrm rot="-4354305">
              <a:off x="6857136" y="3403444"/>
              <a:ext cx="46" cy="1044"/>
            </a:xfrm>
            <a:custGeom>
              <a:rect b="b" l="l" r="r" t="t"/>
              <a:pathLst>
                <a:path extrusionOk="0" h="18" w="1">
                  <a:moveTo>
                    <a:pt x="1" y="18"/>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1"/>
            <p:cNvSpPr/>
            <p:nvPr/>
          </p:nvSpPr>
          <p:spPr>
            <a:xfrm rot="-4354305">
              <a:off x="6849864" y="3457612"/>
              <a:ext cx="2784" cy="3537"/>
            </a:xfrm>
            <a:custGeom>
              <a:rect b="b" l="l" r="r" t="t"/>
              <a:pathLst>
                <a:path extrusionOk="0" h="61" w="60">
                  <a:moveTo>
                    <a:pt x="60" y="1"/>
                  </a:moveTo>
                  <a:lnTo>
                    <a:pt x="18" y="26"/>
                  </a:lnTo>
                  <a:lnTo>
                    <a:pt x="1" y="60"/>
                  </a:lnTo>
                  <a:lnTo>
                    <a:pt x="6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1"/>
            <p:cNvSpPr/>
            <p:nvPr/>
          </p:nvSpPr>
          <p:spPr>
            <a:xfrm rot="-4354305">
              <a:off x="6847490" y="3433546"/>
              <a:ext cx="3201" cy="2029"/>
            </a:xfrm>
            <a:custGeom>
              <a:rect b="b" l="l" r="r" t="t"/>
              <a:pathLst>
                <a:path extrusionOk="0" h="35" w="69">
                  <a:moveTo>
                    <a:pt x="35" y="1"/>
                  </a:moveTo>
                  <a:lnTo>
                    <a:pt x="1" y="34"/>
                  </a:lnTo>
                  <a:cubicBezTo>
                    <a:pt x="9" y="26"/>
                    <a:pt x="69" y="1"/>
                    <a:pt x="3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1"/>
            <p:cNvSpPr/>
            <p:nvPr/>
          </p:nvSpPr>
          <p:spPr>
            <a:xfrm rot="-4354305">
              <a:off x="6845768" y="3385200"/>
              <a:ext cx="1995" cy="3015"/>
            </a:xfrm>
            <a:custGeom>
              <a:rect b="b" l="l" r="r" t="t"/>
              <a:pathLst>
                <a:path extrusionOk="0" h="52" w="43">
                  <a:moveTo>
                    <a:pt x="43" y="1"/>
                  </a:moveTo>
                  <a:lnTo>
                    <a:pt x="34" y="9"/>
                  </a:lnTo>
                  <a:lnTo>
                    <a:pt x="0" y="51"/>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1"/>
            <p:cNvSpPr/>
            <p:nvPr/>
          </p:nvSpPr>
          <p:spPr>
            <a:xfrm rot="-4354305">
              <a:off x="6831227" y="3418548"/>
              <a:ext cx="3247" cy="2841"/>
            </a:xfrm>
            <a:custGeom>
              <a:rect b="b" l="l" r="r" t="t"/>
              <a:pathLst>
                <a:path extrusionOk="0" h="49" w="70">
                  <a:moveTo>
                    <a:pt x="55" y="0"/>
                  </a:moveTo>
                  <a:cubicBezTo>
                    <a:pt x="52" y="0"/>
                    <a:pt x="46" y="2"/>
                    <a:pt x="35" y="6"/>
                  </a:cubicBezTo>
                  <a:cubicBezTo>
                    <a:pt x="0" y="40"/>
                    <a:pt x="11" y="41"/>
                    <a:pt x="25" y="45"/>
                  </a:cubicBezTo>
                  <a:lnTo>
                    <a:pt x="25" y="45"/>
                  </a:lnTo>
                  <a:cubicBezTo>
                    <a:pt x="20" y="34"/>
                    <a:pt x="69" y="0"/>
                    <a:pt x="55" y="0"/>
                  </a:cubicBezTo>
                  <a:close/>
                  <a:moveTo>
                    <a:pt x="25" y="45"/>
                  </a:moveTo>
                  <a:cubicBezTo>
                    <a:pt x="26" y="47"/>
                    <a:pt x="29" y="48"/>
                    <a:pt x="35" y="48"/>
                  </a:cubicBezTo>
                  <a:cubicBezTo>
                    <a:pt x="32" y="47"/>
                    <a:pt x="29" y="46"/>
                    <a:pt x="25" y="4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1"/>
            <p:cNvSpPr/>
            <p:nvPr/>
          </p:nvSpPr>
          <p:spPr>
            <a:xfrm rot="-4354305">
              <a:off x="6825352" y="3386355"/>
              <a:ext cx="835" cy="1044"/>
            </a:xfrm>
            <a:custGeom>
              <a:rect b="b" l="l" r="r" t="t"/>
              <a:pathLst>
                <a:path extrusionOk="0" h="18" w="18">
                  <a:moveTo>
                    <a:pt x="0" y="18"/>
                  </a:moveTo>
                  <a:cubicBezTo>
                    <a:pt x="0" y="18"/>
                    <a:pt x="9" y="9"/>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1"/>
            <p:cNvSpPr/>
            <p:nvPr/>
          </p:nvSpPr>
          <p:spPr>
            <a:xfrm rot="-4354305">
              <a:off x="6825530" y="3387631"/>
              <a:ext cx="2784" cy="2493"/>
            </a:xfrm>
            <a:custGeom>
              <a:rect b="b" l="l" r="r" t="t"/>
              <a:pathLst>
                <a:path extrusionOk="0" h="43" w="60">
                  <a:moveTo>
                    <a:pt x="59" y="1"/>
                  </a:moveTo>
                  <a:lnTo>
                    <a:pt x="59" y="1"/>
                  </a:lnTo>
                  <a:cubicBezTo>
                    <a:pt x="34" y="17"/>
                    <a:pt x="9" y="26"/>
                    <a:pt x="0" y="43"/>
                  </a:cubicBezTo>
                  <a:cubicBezTo>
                    <a:pt x="25" y="34"/>
                    <a:pt x="42" y="17"/>
                    <a:pt x="5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1"/>
            <p:cNvSpPr/>
            <p:nvPr/>
          </p:nvSpPr>
          <p:spPr>
            <a:xfrm rot="-4354305">
              <a:off x="6818954" y="3374554"/>
              <a:ext cx="2412" cy="3479"/>
            </a:xfrm>
            <a:custGeom>
              <a:rect b="b" l="l" r="r" t="t"/>
              <a:pathLst>
                <a:path extrusionOk="0" h="60" w="52">
                  <a:moveTo>
                    <a:pt x="43" y="0"/>
                  </a:moveTo>
                  <a:lnTo>
                    <a:pt x="26" y="17"/>
                  </a:lnTo>
                  <a:cubicBezTo>
                    <a:pt x="30" y="6"/>
                    <a:pt x="30" y="1"/>
                    <a:pt x="28" y="1"/>
                  </a:cubicBezTo>
                  <a:lnTo>
                    <a:pt x="28" y="1"/>
                  </a:lnTo>
                  <a:cubicBezTo>
                    <a:pt x="27" y="1"/>
                    <a:pt x="22" y="8"/>
                    <a:pt x="17" y="17"/>
                  </a:cubicBezTo>
                  <a:cubicBezTo>
                    <a:pt x="9" y="34"/>
                    <a:pt x="0" y="34"/>
                    <a:pt x="0" y="43"/>
                  </a:cubicBezTo>
                  <a:cubicBezTo>
                    <a:pt x="0" y="51"/>
                    <a:pt x="0" y="51"/>
                    <a:pt x="0" y="60"/>
                  </a:cubicBezTo>
                  <a:cubicBezTo>
                    <a:pt x="0" y="51"/>
                    <a:pt x="0" y="51"/>
                    <a:pt x="9" y="43"/>
                  </a:cubicBezTo>
                  <a:cubicBezTo>
                    <a:pt x="34" y="26"/>
                    <a:pt x="51"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1"/>
            <p:cNvSpPr/>
            <p:nvPr/>
          </p:nvSpPr>
          <p:spPr>
            <a:xfrm rot="-4354305">
              <a:off x="6796613" y="3296122"/>
              <a:ext cx="15727" cy="14785"/>
            </a:xfrm>
            <a:custGeom>
              <a:rect b="b" l="l" r="r" t="t"/>
              <a:pathLst>
                <a:path extrusionOk="0" h="255" w="339">
                  <a:moveTo>
                    <a:pt x="339" y="0"/>
                  </a:moveTo>
                  <a:cubicBezTo>
                    <a:pt x="195" y="102"/>
                    <a:pt x="153" y="127"/>
                    <a:pt x="127" y="127"/>
                  </a:cubicBezTo>
                  <a:cubicBezTo>
                    <a:pt x="0" y="212"/>
                    <a:pt x="77" y="203"/>
                    <a:pt x="9" y="254"/>
                  </a:cubicBezTo>
                  <a:cubicBezTo>
                    <a:pt x="144" y="153"/>
                    <a:pt x="187" y="127"/>
                    <a:pt x="33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1"/>
            <p:cNvSpPr/>
            <p:nvPr/>
          </p:nvSpPr>
          <p:spPr>
            <a:xfrm rot="-4354305">
              <a:off x="6809381" y="3311922"/>
              <a:ext cx="1995" cy="2493"/>
            </a:xfrm>
            <a:custGeom>
              <a:rect b="b" l="l" r="r" t="t"/>
              <a:pathLst>
                <a:path extrusionOk="0" h="43" w="43">
                  <a:moveTo>
                    <a:pt x="43" y="0"/>
                  </a:moveTo>
                  <a:lnTo>
                    <a:pt x="1" y="43"/>
                  </a:lnTo>
                  <a:cubicBezTo>
                    <a:pt x="18" y="26"/>
                    <a:pt x="34" y="17"/>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1"/>
            <p:cNvSpPr/>
            <p:nvPr/>
          </p:nvSpPr>
          <p:spPr>
            <a:xfrm rot="-4354305">
              <a:off x="6813833" y="3391120"/>
              <a:ext cx="1206" cy="3537"/>
            </a:xfrm>
            <a:custGeom>
              <a:rect b="b" l="l" r="r" t="t"/>
              <a:pathLst>
                <a:path extrusionOk="0" h="61" w="26">
                  <a:moveTo>
                    <a:pt x="26" y="1"/>
                  </a:moveTo>
                  <a:lnTo>
                    <a:pt x="18" y="18"/>
                  </a:lnTo>
                  <a:lnTo>
                    <a:pt x="1" y="60"/>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1"/>
            <p:cNvSpPr/>
            <p:nvPr/>
          </p:nvSpPr>
          <p:spPr>
            <a:xfrm rot="-4354305">
              <a:off x="6792733" y="3284276"/>
              <a:ext cx="4361" cy="3479"/>
            </a:xfrm>
            <a:custGeom>
              <a:rect b="b" l="l" r="r" t="t"/>
              <a:pathLst>
                <a:path extrusionOk="0" h="60" w="94">
                  <a:moveTo>
                    <a:pt x="93" y="0"/>
                  </a:moveTo>
                  <a:lnTo>
                    <a:pt x="93" y="0"/>
                  </a:lnTo>
                  <a:cubicBezTo>
                    <a:pt x="59" y="17"/>
                    <a:pt x="34" y="42"/>
                    <a:pt x="0" y="59"/>
                  </a:cubicBezTo>
                  <a:cubicBezTo>
                    <a:pt x="34" y="51"/>
                    <a:pt x="68" y="26"/>
                    <a:pt x="9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1"/>
            <p:cNvSpPr/>
            <p:nvPr/>
          </p:nvSpPr>
          <p:spPr>
            <a:xfrm rot="-4354305">
              <a:off x="6798633" y="3336472"/>
              <a:ext cx="4686" cy="3479"/>
            </a:xfrm>
            <a:custGeom>
              <a:rect b="b" l="l" r="r" t="t"/>
              <a:pathLst>
                <a:path extrusionOk="0" h="60" w="101">
                  <a:moveTo>
                    <a:pt x="86" y="0"/>
                  </a:moveTo>
                  <a:cubicBezTo>
                    <a:pt x="64" y="0"/>
                    <a:pt x="36" y="31"/>
                    <a:pt x="12" y="51"/>
                  </a:cubicBezTo>
                  <a:lnTo>
                    <a:pt x="12" y="51"/>
                  </a:lnTo>
                  <a:cubicBezTo>
                    <a:pt x="44" y="32"/>
                    <a:pt x="100" y="23"/>
                    <a:pt x="86" y="0"/>
                  </a:cubicBezTo>
                  <a:close/>
                  <a:moveTo>
                    <a:pt x="12" y="51"/>
                  </a:moveTo>
                  <a:cubicBezTo>
                    <a:pt x="8" y="54"/>
                    <a:pt x="4" y="56"/>
                    <a:pt x="1" y="60"/>
                  </a:cubicBezTo>
                  <a:cubicBezTo>
                    <a:pt x="5" y="57"/>
                    <a:pt x="8" y="54"/>
                    <a:pt x="12" y="5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1"/>
            <p:cNvSpPr/>
            <p:nvPr/>
          </p:nvSpPr>
          <p:spPr>
            <a:xfrm rot="-4354305">
              <a:off x="6781387" y="3275085"/>
              <a:ext cx="5521" cy="3943"/>
            </a:xfrm>
            <a:custGeom>
              <a:rect b="b" l="l" r="r" t="t"/>
              <a:pathLst>
                <a:path extrusionOk="0" h="68" w="119">
                  <a:moveTo>
                    <a:pt x="119" y="1"/>
                  </a:moveTo>
                  <a:lnTo>
                    <a:pt x="119" y="1"/>
                  </a:lnTo>
                  <a:cubicBezTo>
                    <a:pt x="85" y="26"/>
                    <a:pt x="43" y="43"/>
                    <a:pt x="1" y="60"/>
                  </a:cubicBezTo>
                  <a:cubicBezTo>
                    <a:pt x="1" y="63"/>
                    <a:pt x="6" y="67"/>
                    <a:pt x="17" y="67"/>
                  </a:cubicBezTo>
                  <a:cubicBezTo>
                    <a:pt x="36" y="67"/>
                    <a:pt x="71" y="55"/>
                    <a:pt x="11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1"/>
            <p:cNvSpPr/>
            <p:nvPr/>
          </p:nvSpPr>
          <p:spPr>
            <a:xfrm rot="-4354305">
              <a:off x="6795770" y="3329141"/>
              <a:ext cx="2366" cy="3015"/>
            </a:xfrm>
            <a:custGeom>
              <a:rect b="b" l="l" r="r" t="t"/>
              <a:pathLst>
                <a:path extrusionOk="0" h="52" w="51">
                  <a:moveTo>
                    <a:pt x="51" y="1"/>
                  </a:moveTo>
                  <a:lnTo>
                    <a:pt x="26" y="9"/>
                  </a:lnTo>
                  <a:lnTo>
                    <a:pt x="0" y="52"/>
                  </a:lnTo>
                  <a:lnTo>
                    <a:pt x="51" y="1"/>
                  </a:lnTo>
                  <a:close/>
                  <a:moveTo>
                    <a:pt x="0" y="52"/>
                  </a:moveTo>
                  <a:lnTo>
                    <a:pt x="0" y="52"/>
                  </a:lnTo>
                  <a:lnTo>
                    <a:pt x="0" y="5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1"/>
            <p:cNvSpPr/>
            <p:nvPr/>
          </p:nvSpPr>
          <p:spPr>
            <a:xfrm rot="-4354305">
              <a:off x="6790874" y="3352613"/>
              <a:ext cx="6959" cy="2029"/>
            </a:xfrm>
            <a:custGeom>
              <a:rect b="b" l="l" r="r" t="t"/>
              <a:pathLst>
                <a:path extrusionOk="0" h="35" w="150">
                  <a:moveTo>
                    <a:pt x="61" y="17"/>
                  </a:moveTo>
                  <a:lnTo>
                    <a:pt x="61" y="17"/>
                  </a:lnTo>
                  <a:cubicBezTo>
                    <a:pt x="61" y="17"/>
                    <a:pt x="60" y="17"/>
                    <a:pt x="60" y="17"/>
                  </a:cubicBezTo>
                  <a:cubicBezTo>
                    <a:pt x="59" y="18"/>
                    <a:pt x="58" y="18"/>
                    <a:pt x="57" y="18"/>
                  </a:cubicBezTo>
                  <a:lnTo>
                    <a:pt x="57" y="18"/>
                  </a:lnTo>
                  <a:cubicBezTo>
                    <a:pt x="59" y="18"/>
                    <a:pt x="60" y="18"/>
                    <a:pt x="61" y="17"/>
                  </a:cubicBezTo>
                  <a:close/>
                  <a:moveTo>
                    <a:pt x="0" y="17"/>
                  </a:moveTo>
                  <a:lnTo>
                    <a:pt x="0" y="17"/>
                  </a:lnTo>
                  <a:cubicBezTo>
                    <a:pt x="5" y="22"/>
                    <a:pt x="13" y="24"/>
                    <a:pt x="24" y="24"/>
                  </a:cubicBezTo>
                  <a:cubicBezTo>
                    <a:pt x="34" y="24"/>
                    <a:pt x="45" y="22"/>
                    <a:pt x="57" y="18"/>
                  </a:cubicBezTo>
                  <a:lnTo>
                    <a:pt x="57" y="18"/>
                  </a:lnTo>
                  <a:cubicBezTo>
                    <a:pt x="48" y="20"/>
                    <a:pt x="38" y="21"/>
                    <a:pt x="29" y="21"/>
                  </a:cubicBezTo>
                  <a:cubicBezTo>
                    <a:pt x="19" y="21"/>
                    <a:pt x="9" y="20"/>
                    <a:pt x="0" y="17"/>
                  </a:cubicBezTo>
                  <a:close/>
                  <a:moveTo>
                    <a:pt x="110" y="0"/>
                  </a:moveTo>
                  <a:cubicBezTo>
                    <a:pt x="95" y="8"/>
                    <a:pt x="78" y="14"/>
                    <a:pt x="61" y="17"/>
                  </a:cubicBezTo>
                  <a:lnTo>
                    <a:pt x="61" y="17"/>
                  </a:lnTo>
                  <a:cubicBezTo>
                    <a:pt x="74" y="17"/>
                    <a:pt x="86" y="16"/>
                    <a:pt x="94" y="16"/>
                  </a:cubicBezTo>
                  <a:cubicBezTo>
                    <a:pt x="108" y="16"/>
                    <a:pt x="115" y="19"/>
                    <a:pt x="110" y="34"/>
                  </a:cubicBezTo>
                  <a:cubicBezTo>
                    <a:pt x="150" y="15"/>
                    <a:pt x="150" y="10"/>
                    <a:pt x="138" y="10"/>
                  </a:cubicBezTo>
                  <a:cubicBezTo>
                    <a:pt x="129" y="10"/>
                    <a:pt x="112" y="13"/>
                    <a:pt x="103" y="13"/>
                  </a:cubicBezTo>
                  <a:cubicBezTo>
                    <a:pt x="95" y="13"/>
                    <a:pt x="93" y="11"/>
                    <a:pt x="11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1"/>
            <p:cNvSpPr/>
            <p:nvPr/>
          </p:nvSpPr>
          <p:spPr>
            <a:xfrm rot="-4354305">
              <a:off x="6793227" y="3351591"/>
              <a:ext cx="835" cy="522"/>
            </a:xfrm>
            <a:custGeom>
              <a:rect b="b" l="l" r="r" t="t"/>
              <a:pathLst>
                <a:path extrusionOk="0" h="9" w="18">
                  <a:moveTo>
                    <a:pt x="18" y="0"/>
                  </a:moveTo>
                  <a:cubicBezTo>
                    <a:pt x="9" y="0"/>
                    <a:pt x="9" y="0"/>
                    <a:pt x="1" y="8"/>
                  </a:cubicBez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1"/>
            <p:cNvSpPr/>
            <p:nvPr/>
          </p:nvSpPr>
          <p:spPr>
            <a:xfrm rot="-4354305">
              <a:off x="6778065" y="3311132"/>
              <a:ext cx="2412" cy="580"/>
            </a:xfrm>
            <a:custGeom>
              <a:rect b="b" l="l" r="r" t="t"/>
              <a:pathLst>
                <a:path extrusionOk="0" h="10" w="52">
                  <a:moveTo>
                    <a:pt x="1" y="9"/>
                  </a:moveTo>
                  <a:lnTo>
                    <a:pt x="43" y="1"/>
                  </a:lnTo>
                  <a:lnTo>
                    <a:pt x="51" y="1"/>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1"/>
            <p:cNvSpPr/>
            <p:nvPr/>
          </p:nvSpPr>
          <p:spPr>
            <a:xfrm rot="-4354305">
              <a:off x="6786773" y="3345399"/>
              <a:ext cx="4778" cy="2435"/>
            </a:xfrm>
            <a:custGeom>
              <a:rect b="b" l="l" r="r" t="t"/>
              <a:pathLst>
                <a:path extrusionOk="0" h="42" w="103">
                  <a:moveTo>
                    <a:pt x="73" y="1"/>
                  </a:moveTo>
                  <a:cubicBezTo>
                    <a:pt x="65" y="1"/>
                    <a:pt x="53" y="3"/>
                    <a:pt x="34" y="8"/>
                  </a:cubicBezTo>
                  <a:cubicBezTo>
                    <a:pt x="1" y="25"/>
                    <a:pt x="1" y="33"/>
                    <a:pt x="26" y="33"/>
                  </a:cubicBezTo>
                  <a:lnTo>
                    <a:pt x="43" y="25"/>
                  </a:lnTo>
                  <a:cubicBezTo>
                    <a:pt x="59" y="33"/>
                    <a:pt x="67" y="33"/>
                    <a:pt x="82" y="40"/>
                  </a:cubicBezTo>
                  <a:lnTo>
                    <a:pt x="82" y="40"/>
                  </a:lnTo>
                  <a:cubicBezTo>
                    <a:pt x="69" y="31"/>
                    <a:pt x="103" y="1"/>
                    <a:pt x="73" y="1"/>
                  </a:cubicBezTo>
                  <a:close/>
                  <a:moveTo>
                    <a:pt x="82" y="40"/>
                  </a:moveTo>
                  <a:cubicBezTo>
                    <a:pt x="83" y="41"/>
                    <a:pt x="84" y="41"/>
                    <a:pt x="85" y="42"/>
                  </a:cubicBezTo>
                  <a:cubicBezTo>
                    <a:pt x="84" y="41"/>
                    <a:pt x="83" y="41"/>
                    <a:pt x="82" y="4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1"/>
            <p:cNvSpPr/>
            <p:nvPr/>
          </p:nvSpPr>
          <p:spPr>
            <a:xfrm rot="-4354305">
              <a:off x="6753409" y="3283750"/>
              <a:ext cx="6680" cy="1971"/>
            </a:xfrm>
            <a:custGeom>
              <a:rect b="b" l="l" r="r" t="t"/>
              <a:pathLst>
                <a:path extrusionOk="0" h="34" w="144">
                  <a:moveTo>
                    <a:pt x="42" y="0"/>
                  </a:moveTo>
                  <a:cubicBezTo>
                    <a:pt x="62" y="7"/>
                    <a:pt x="0" y="34"/>
                    <a:pt x="7" y="34"/>
                  </a:cubicBezTo>
                  <a:cubicBezTo>
                    <a:pt x="9" y="34"/>
                    <a:pt x="17" y="31"/>
                    <a:pt x="34" y="26"/>
                  </a:cubicBezTo>
                  <a:lnTo>
                    <a:pt x="14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1"/>
            <p:cNvSpPr/>
            <p:nvPr/>
          </p:nvSpPr>
          <p:spPr>
            <a:xfrm rot="-4354305">
              <a:off x="6755595" y="3286673"/>
              <a:ext cx="46" cy="58"/>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1"/>
            <p:cNvSpPr/>
            <p:nvPr/>
          </p:nvSpPr>
          <p:spPr>
            <a:xfrm rot="-4354305">
              <a:off x="6781112" y="3312475"/>
              <a:ext cx="3479" cy="2957"/>
            </a:xfrm>
            <a:custGeom>
              <a:rect b="b" l="l" r="r" t="t"/>
              <a:pathLst>
                <a:path extrusionOk="0" h="51" w="75">
                  <a:moveTo>
                    <a:pt x="68" y="1"/>
                  </a:moveTo>
                  <a:cubicBezTo>
                    <a:pt x="66" y="1"/>
                    <a:pt x="61" y="3"/>
                    <a:pt x="52" y="8"/>
                  </a:cubicBezTo>
                  <a:cubicBezTo>
                    <a:pt x="18" y="25"/>
                    <a:pt x="9" y="33"/>
                    <a:pt x="1" y="50"/>
                  </a:cubicBezTo>
                  <a:cubicBezTo>
                    <a:pt x="21" y="37"/>
                    <a:pt x="75" y="1"/>
                    <a:pt x="6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1"/>
            <p:cNvSpPr/>
            <p:nvPr/>
          </p:nvSpPr>
          <p:spPr>
            <a:xfrm rot="-4354305">
              <a:off x="6750833" y="3313485"/>
              <a:ext cx="6727" cy="1044"/>
            </a:xfrm>
            <a:custGeom>
              <a:rect b="b" l="l" r="r" t="t"/>
              <a:pathLst>
                <a:path extrusionOk="0" h="18" w="145">
                  <a:moveTo>
                    <a:pt x="1" y="18"/>
                  </a:moveTo>
                  <a:lnTo>
                    <a:pt x="144" y="1"/>
                  </a:lnTo>
                  <a:lnTo>
                    <a:pt x="1" y="18"/>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1"/>
            <p:cNvSpPr/>
            <p:nvPr/>
          </p:nvSpPr>
          <p:spPr>
            <a:xfrm rot="-4354305">
              <a:off x="6741821" y="3345041"/>
              <a:ext cx="6356" cy="1507"/>
            </a:xfrm>
            <a:custGeom>
              <a:rect b="b" l="l" r="r" t="t"/>
              <a:pathLst>
                <a:path extrusionOk="0" h="26" w="137">
                  <a:moveTo>
                    <a:pt x="111" y="0"/>
                  </a:moveTo>
                  <a:lnTo>
                    <a:pt x="1" y="17"/>
                  </a:lnTo>
                  <a:lnTo>
                    <a:pt x="18" y="25"/>
                  </a:lnTo>
                  <a:lnTo>
                    <a:pt x="13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1"/>
            <p:cNvSpPr/>
            <p:nvPr/>
          </p:nvSpPr>
          <p:spPr>
            <a:xfrm rot="-4354305">
              <a:off x="6780024" y="3353541"/>
              <a:ext cx="3572" cy="2029"/>
            </a:xfrm>
            <a:custGeom>
              <a:rect b="b" l="l" r="r" t="t"/>
              <a:pathLst>
                <a:path extrusionOk="0" h="35" w="77">
                  <a:moveTo>
                    <a:pt x="34" y="0"/>
                  </a:moveTo>
                  <a:cubicBezTo>
                    <a:pt x="26" y="9"/>
                    <a:pt x="25" y="12"/>
                    <a:pt x="28" y="12"/>
                  </a:cubicBezTo>
                  <a:cubicBezTo>
                    <a:pt x="33" y="12"/>
                    <a:pt x="54" y="0"/>
                    <a:pt x="60" y="0"/>
                  </a:cubicBezTo>
                  <a:lnTo>
                    <a:pt x="60" y="0"/>
                  </a:lnTo>
                  <a:lnTo>
                    <a:pt x="0" y="34"/>
                  </a:lnTo>
                  <a:cubicBezTo>
                    <a:pt x="26" y="26"/>
                    <a:pt x="51" y="17"/>
                    <a:pt x="7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1"/>
            <p:cNvSpPr/>
            <p:nvPr/>
          </p:nvSpPr>
          <p:spPr>
            <a:xfrm rot="-4354305">
              <a:off x="6667719" y="3471545"/>
              <a:ext cx="78125" cy="11306"/>
            </a:xfrm>
            <a:custGeom>
              <a:rect b="b" l="l" r="r" t="t"/>
              <a:pathLst>
                <a:path extrusionOk="0" h="195" w="1684">
                  <a:moveTo>
                    <a:pt x="1286" y="59"/>
                  </a:moveTo>
                  <a:cubicBezTo>
                    <a:pt x="1285" y="60"/>
                    <a:pt x="1283" y="60"/>
                    <a:pt x="1281" y="61"/>
                  </a:cubicBezTo>
                  <a:lnTo>
                    <a:pt x="1281" y="61"/>
                  </a:lnTo>
                  <a:cubicBezTo>
                    <a:pt x="1283" y="60"/>
                    <a:pt x="1285" y="60"/>
                    <a:pt x="1286" y="59"/>
                  </a:cubicBezTo>
                  <a:close/>
                  <a:moveTo>
                    <a:pt x="377" y="134"/>
                  </a:moveTo>
                  <a:lnTo>
                    <a:pt x="377" y="134"/>
                  </a:lnTo>
                  <a:cubicBezTo>
                    <a:pt x="373" y="134"/>
                    <a:pt x="369" y="135"/>
                    <a:pt x="364" y="136"/>
                  </a:cubicBezTo>
                  <a:lnTo>
                    <a:pt x="389" y="136"/>
                  </a:lnTo>
                  <a:cubicBezTo>
                    <a:pt x="385" y="135"/>
                    <a:pt x="381" y="135"/>
                    <a:pt x="377" y="134"/>
                  </a:cubicBezTo>
                  <a:close/>
                  <a:moveTo>
                    <a:pt x="0" y="0"/>
                  </a:moveTo>
                  <a:lnTo>
                    <a:pt x="0" y="0"/>
                  </a:lnTo>
                  <a:cubicBezTo>
                    <a:pt x="43" y="9"/>
                    <a:pt x="85" y="26"/>
                    <a:pt x="127" y="34"/>
                  </a:cubicBezTo>
                  <a:cubicBezTo>
                    <a:pt x="51" y="59"/>
                    <a:pt x="203" y="51"/>
                    <a:pt x="186" y="76"/>
                  </a:cubicBezTo>
                  <a:cubicBezTo>
                    <a:pt x="174" y="79"/>
                    <a:pt x="162" y="80"/>
                    <a:pt x="151" y="80"/>
                  </a:cubicBezTo>
                  <a:cubicBezTo>
                    <a:pt x="124" y="80"/>
                    <a:pt x="100" y="74"/>
                    <a:pt x="76" y="68"/>
                  </a:cubicBezTo>
                  <a:lnTo>
                    <a:pt x="76" y="68"/>
                  </a:lnTo>
                  <a:cubicBezTo>
                    <a:pt x="68" y="85"/>
                    <a:pt x="102" y="102"/>
                    <a:pt x="93" y="119"/>
                  </a:cubicBezTo>
                  <a:cubicBezTo>
                    <a:pt x="115" y="125"/>
                    <a:pt x="134" y="127"/>
                    <a:pt x="151" y="127"/>
                  </a:cubicBezTo>
                  <a:cubicBezTo>
                    <a:pt x="215" y="127"/>
                    <a:pt x="250" y="91"/>
                    <a:pt x="322" y="91"/>
                  </a:cubicBezTo>
                  <a:cubicBezTo>
                    <a:pt x="332" y="91"/>
                    <a:pt x="344" y="92"/>
                    <a:pt x="356" y="93"/>
                  </a:cubicBezTo>
                  <a:cubicBezTo>
                    <a:pt x="348" y="109"/>
                    <a:pt x="317" y="125"/>
                    <a:pt x="377" y="134"/>
                  </a:cubicBezTo>
                  <a:lnTo>
                    <a:pt x="377" y="134"/>
                  </a:lnTo>
                  <a:cubicBezTo>
                    <a:pt x="387" y="133"/>
                    <a:pt x="395" y="133"/>
                    <a:pt x="402" y="133"/>
                  </a:cubicBezTo>
                  <a:cubicBezTo>
                    <a:pt x="458" y="133"/>
                    <a:pt x="468" y="155"/>
                    <a:pt x="492" y="155"/>
                  </a:cubicBezTo>
                  <a:cubicBezTo>
                    <a:pt x="503" y="155"/>
                    <a:pt x="518" y="150"/>
                    <a:pt x="542" y="136"/>
                  </a:cubicBezTo>
                  <a:lnTo>
                    <a:pt x="542" y="161"/>
                  </a:lnTo>
                  <a:cubicBezTo>
                    <a:pt x="618" y="144"/>
                    <a:pt x="686" y="144"/>
                    <a:pt x="762" y="144"/>
                  </a:cubicBezTo>
                  <a:cubicBezTo>
                    <a:pt x="812" y="140"/>
                    <a:pt x="861" y="138"/>
                    <a:pt x="909" y="138"/>
                  </a:cubicBezTo>
                  <a:cubicBezTo>
                    <a:pt x="956" y="138"/>
                    <a:pt x="1003" y="140"/>
                    <a:pt x="1049" y="144"/>
                  </a:cubicBezTo>
                  <a:lnTo>
                    <a:pt x="965" y="178"/>
                  </a:lnTo>
                  <a:cubicBezTo>
                    <a:pt x="978" y="181"/>
                    <a:pt x="990" y="183"/>
                    <a:pt x="1000" y="183"/>
                  </a:cubicBezTo>
                  <a:cubicBezTo>
                    <a:pt x="1040" y="183"/>
                    <a:pt x="1058" y="161"/>
                    <a:pt x="1092" y="161"/>
                  </a:cubicBezTo>
                  <a:cubicBezTo>
                    <a:pt x="1092" y="161"/>
                    <a:pt x="1100" y="186"/>
                    <a:pt x="1058" y="195"/>
                  </a:cubicBezTo>
                  <a:lnTo>
                    <a:pt x="1286" y="153"/>
                  </a:lnTo>
                  <a:cubicBezTo>
                    <a:pt x="1328" y="136"/>
                    <a:pt x="1261" y="136"/>
                    <a:pt x="1252" y="119"/>
                  </a:cubicBezTo>
                  <a:cubicBezTo>
                    <a:pt x="1257" y="114"/>
                    <a:pt x="1269" y="112"/>
                    <a:pt x="1284" y="112"/>
                  </a:cubicBezTo>
                  <a:cubicBezTo>
                    <a:pt x="1321" y="112"/>
                    <a:pt x="1373" y="124"/>
                    <a:pt x="1379" y="136"/>
                  </a:cubicBezTo>
                  <a:cubicBezTo>
                    <a:pt x="1362" y="144"/>
                    <a:pt x="1312" y="153"/>
                    <a:pt x="1345" y="161"/>
                  </a:cubicBezTo>
                  <a:lnTo>
                    <a:pt x="1422" y="119"/>
                  </a:lnTo>
                  <a:lnTo>
                    <a:pt x="1422" y="119"/>
                  </a:lnTo>
                  <a:cubicBezTo>
                    <a:pt x="1531" y="153"/>
                    <a:pt x="1345" y="178"/>
                    <a:pt x="1286" y="186"/>
                  </a:cubicBezTo>
                  <a:cubicBezTo>
                    <a:pt x="1302" y="188"/>
                    <a:pt x="1317" y="188"/>
                    <a:pt x="1330" y="188"/>
                  </a:cubicBezTo>
                  <a:cubicBezTo>
                    <a:pt x="1394" y="188"/>
                    <a:pt x="1432" y="176"/>
                    <a:pt x="1496" y="176"/>
                  </a:cubicBezTo>
                  <a:cubicBezTo>
                    <a:pt x="1509" y="176"/>
                    <a:pt x="1524" y="177"/>
                    <a:pt x="1540" y="178"/>
                  </a:cubicBezTo>
                  <a:cubicBezTo>
                    <a:pt x="1515" y="169"/>
                    <a:pt x="1498" y="161"/>
                    <a:pt x="1472" y="144"/>
                  </a:cubicBezTo>
                  <a:cubicBezTo>
                    <a:pt x="1472" y="133"/>
                    <a:pt x="1492" y="130"/>
                    <a:pt x="1521" y="130"/>
                  </a:cubicBezTo>
                  <a:cubicBezTo>
                    <a:pt x="1559" y="130"/>
                    <a:pt x="1611" y="136"/>
                    <a:pt x="1650" y="136"/>
                  </a:cubicBezTo>
                  <a:cubicBezTo>
                    <a:pt x="1608" y="119"/>
                    <a:pt x="1633" y="110"/>
                    <a:pt x="1667" y="93"/>
                  </a:cubicBezTo>
                  <a:lnTo>
                    <a:pt x="1684" y="93"/>
                  </a:lnTo>
                  <a:cubicBezTo>
                    <a:pt x="1684" y="93"/>
                    <a:pt x="1684" y="85"/>
                    <a:pt x="1675" y="85"/>
                  </a:cubicBezTo>
                  <a:cubicBezTo>
                    <a:pt x="1625" y="85"/>
                    <a:pt x="1574" y="76"/>
                    <a:pt x="1523" y="59"/>
                  </a:cubicBezTo>
                  <a:lnTo>
                    <a:pt x="1523" y="59"/>
                  </a:lnTo>
                  <a:cubicBezTo>
                    <a:pt x="1540" y="80"/>
                    <a:pt x="1519" y="85"/>
                    <a:pt x="1485" y="85"/>
                  </a:cubicBezTo>
                  <a:cubicBezTo>
                    <a:pt x="1451" y="85"/>
                    <a:pt x="1405" y="81"/>
                    <a:pt x="1369" y="81"/>
                  </a:cubicBezTo>
                  <a:cubicBezTo>
                    <a:pt x="1352" y="81"/>
                    <a:pt x="1338" y="82"/>
                    <a:pt x="1328" y="85"/>
                  </a:cubicBezTo>
                  <a:lnTo>
                    <a:pt x="1252" y="85"/>
                  </a:lnTo>
                  <a:cubicBezTo>
                    <a:pt x="1252" y="77"/>
                    <a:pt x="1252" y="69"/>
                    <a:pt x="1281" y="61"/>
                  </a:cubicBezTo>
                  <a:lnTo>
                    <a:pt x="1281" y="61"/>
                  </a:lnTo>
                  <a:cubicBezTo>
                    <a:pt x="1251" y="67"/>
                    <a:pt x="1168" y="60"/>
                    <a:pt x="1176" y="76"/>
                  </a:cubicBezTo>
                  <a:lnTo>
                    <a:pt x="965" y="68"/>
                  </a:lnTo>
                  <a:cubicBezTo>
                    <a:pt x="956" y="68"/>
                    <a:pt x="948" y="59"/>
                    <a:pt x="948" y="59"/>
                  </a:cubicBezTo>
                  <a:cubicBezTo>
                    <a:pt x="939" y="59"/>
                    <a:pt x="931" y="59"/>
                    <a:pt x="939" y="68"/>
                  </a:cubicBezTo>
                  <a:cubicBezTo>
                    <a:pt x="618" y="51"/>
                    <a:pt x="313" y="26"/>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1"/>
            <p:cNvSpPr/>
            <p:nvPr/>
          </p:nvSpPr>
          <p:spPr>
            <a:xfrm rot="-4354305">
              <a:off x="6720455" y="3445834"/>
              <a:ext cx="1995" cy="58"/>
            </a:xfrm>
            <a:custGeom>
              <a:rect b="b" l="l" r="r" t="t"/>
              <a:pathLst>
                <a:path extrusionOk="0" h="1" w="43">
                  <a:moveTo>
                    <a:pt x="0" y="1"/>
                  </a:moveTo>
                  <a:cubicBezTo>
                    <a:pt x="9"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1"/>
            <p:cNvSpPr/>
            <p:nvPr/>
          </p:nvSpPr>
          <p:spPr>
            <a:xfrm rot="-4354305">
              <a:off x="6687139" y="3514940"/>
              <a:ext cx="3155" cy="580"/>
            </a:xfrm>
            <a:custGeom>
              <a:rect b="b" l="l" r="r" t="t"/>
              <a:pathLst>
                <a:path extrusionOk="0" h="10" w="68">
                  <a:moveTo>
                    <a:pt x="0" y="1"/>
                  </a:moveTo>
                  <a:lnTo>
                    <a:pt x="68" y="9"/>
                  </a:lnTo>
                  <a:cubicBezTo>
                    <a:pt x="42" y="1"/>
                    <a:pt x="26"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1"/>
            <p:cNvSpPr/>
            <p:nvPr/>
          </p:nvSpPr>
          <p:spPr>
            <a:xfrm rot="-4354305">
              <a:off x="6717381" y="3432364"/>
              <a:ext cx="7516" cy="1507"/>
            </a:xfrm>
            <a:custGeom>
              <a:rect b="b" l="l" r="r" t="t"/>
              <a:pathLst>
                <a:path extrusionOk="0" h="26" w="162">
                  <a:moveTo>
                    <a:pt x="18" y="0"/>
                  </a:moveTo>
                  <a:cubicBezTo>
                    <a:pt x="18" y="9"/>
                    <a:pt x="1" y="17"/>
                    <a:pt x="1" y="26"/>
                  </a:cubicBezTo>
                  <a:lnTo>
                    <a:pt x="119" y="26"/>
                  </a:lnTo>
                  <a:cubicBezTo>
                    <a:pt x="85" y="9"/>
                    <a:pt x="153" y="9"/>
                    <a:pt x="16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1"/>
            <p:cNvSpPr/>
            <p:nvPr/>
          </p:nvSpPr>
          <p:spPr>
            <a:xfrm rot="-4354305">
              <a:off x="6715993" y="3436942"/>
              <a:ext cx="3943" cy="1044"/>
            </a:xfrm>
            <a:custGeom>
              <a:rect b="b" l="l" r="r" t="t"/>
              <a:pathLst>
                <a:path extrusionOk="0" h="18" w="85">
                  <a:moveTo>
                    <a:pt x="43" y="1"/>
                  </a:moveTo>
                  <a:cubicBezTo>
                    <a:pt x="34" y="9"/>
                    <a:pt x="17" y="18"/>
                    <a:pt x="0" y="18"/>
                  </a:cubicBezTo>
                  <a:lnTo>
                    <a:pt x="85" y="18"/>
                  </a:lnTo>
                  <a:cubicBezTo>
                    <a:pt x="85" y="9"/>
                    <a:pt x="76" y="9"/>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1"/>
            <p:cNvSpPr/>
            <p:nvPr/>
          </p:nvSpPr>
          <p:spPr>
            <a:xfrm rot="-4354305">
              <a:off x="6748717" y="3444680"/>
              <a:ext cx="2784" cy="522"/>
            </a:xfrm>
            <a:custGeom>
              <a:rect b="b" l="l" r="r" t="t"/>
              <a:pathLst>
                <a:path extrusionOk="0" h="9" w="60">
                  <a:moveTo>
                    <a:pt x="34" y="0"/>
                  </a:moveTo>
                  <a:lnTo>
                    <a:pt x="0" y="9"/>
                  </a:lnTo>
                  <a:lnTo>
                    <a:pt x="0" y="9"/>
                  </a:lnTo>
                  <a:lnTo>
                    <a:pt x="6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1"/>
            <p:cNvSpPr/>
            <p:nvPr/>
          </p:nvSpPr>
          <p:spPr>
            <a:xfrm rot="-4354305">
              <a:off x="6739448" y="3458079"/>
              <a:ext cx="5150" cy="812"/>
            </a:xfrm>
            <a:custGeom>
              <a:rect b="b" l="l" r="r" t="t"/>
              <a:pathLst>
                <a:path extrusionOk="0" h="14" w="111">
                  <a:moveTo>
                    <a:pt x="59" y="1"/>
                  </a:moveTo>
                  <a:cubicBezTo>
                    <a:pt x="41" y="1"/>
                    <a:pt x="22" y="3"/>
                    <a:pt x="0" y="7"/>
                  </a:cubicBezTo>
                  <a:cubicBezTo>
                    <a:pt x="17" y="11"/>
                    <a:pt x="36" y="13"/>
                    <a:pt x="55" y="13"/>
                  </a:cubicBezTo>
                  <a:cubicBezTo>
                    <a:pt x="74" y="13"/>
                    <a:pt x="94" y="11"/>
                    <a:pt x="110" y="7"/>
                  </a:cubicBezTo>
                  <a:cubicBezTo>
                    <a:pt x="94" y="3"/>
                    <a:pt x="77" y="1"/>
                    <a:pt x="5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1"/>
            <p:cNvSpPr/>
            <p:nvPr/>
          </p:nvSpPr>
          <p:spPr>
            <a:xfrm rot="-4354305">
              <a:off x="6750734" y="3460338"/>
              <a:ext cx="3201" cy="580"/>
            </a:xfrm>
            <a:custGeom>
              <a:rect b="b" l="l" r="r" t="t"/>
              <a:pathLst>
                <a:path extrusionOk="0" h="10" w="69">
                  <a:moveTo>
                    <a:pt x="0" y="1"/>
                  </a:moveTo>
                  <a:lnTo>
                    <a:pt x="0"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1"/>
            <p:cNvSpPr/>
            <p:nvPr/>
          </p:nvSpPr>
          <p:spPr>
            <a:xfrm rot="-4354305">
              <a:off x="6683371" y="3540111"/>
              <a:ext cx="1624" cy="58"/>
            </a:xfrm>
            <a:custGeom>
              <a:rect b="b" l="l" r="r" t="t"/>
              <a:pathLst>
                <a:path extrusionOk="0" h="1" w="35">
                  <a:moveTo>
                    <a:pt x="34" y="1"/>
                  </a:moveTo>
                  <a:lnTo>
                    <a:pt x="0" y="1"/>
                  </a:lnTo>
                  <a:cubicBezTo>
                    <a:pt x="9" y="1"/>
                    <a:pt x="26" y="1"/>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1"/>
            <p:cNvSpPr/>
            <p:nvPr/>
          </p:nvSpPr>
          <p:spPr>
            <a:xfrm rot="-4354305">
              <a:off x="6657304" y="3529764"/>
              <a:ext cx="51449" cy="8871"/>
            </a:xfrm>
            <a:custGeom>
              <a:rect b="b" l="l" r="r" t="t"/>
              <a:pathLst>
                <a:path extrusionOk="0" h="153" w="1109">
                  <a:moveTo>
                    <a:pt x="94" y="0"/>
                  </a:moveTo>
                  <a:cubicBezTo>
                    <a:pt x="1" y="0"/>
                    <a:pt x="145" y="42"/>
                    <a:pt x="68" y="59"/>
                  </a:cubicBezTo>
                  <a:cubicBezTo>
                    <a:pt x="144" y="71"/>
                    <a:pt x="244" y="91"/>
                    <a:pt x="302" y="91"/>
                  </a:cubicBezTo>
                  <a:cubicBezTo>
                    <a:pt x="325" y="91"/>
                    <a:pt x="342" y="87"/>
                    <a:pt x="347" y="79"/>
                  </a:cubicBezTo>
                  <a:lnTo>
                    <a:pt x="347" y="79"/>
                  </a:lnTo>
                  <a:cubicBezTo>
                    <a:pt x="345" y="84"/>
                    <a:pt x="343" y="95"/>
                    <a:pt x="356" y="102"/>
                  </a:cubicBezTo>
                  <a:lnTo>
                    <a:pt x="424" y="76"/>
                  </a:lnTo>
                  <a:lnTo>
                    <a:pt x="364" y="59"/>
                  </a:lnTo>
                  <a:cubicBezTo>
                    <a:pt x="398" y="54"/>
                    <a:pt x="432" y="51"/>
                    <a:pt x="466" y="51"/>
                  </a:cubicBezTo>
                  <a:cubicBezTo>
                    <a:pt x="534" y="51"/>
                    <a:pt x="601" y="62"/>
                    <a:pt x="669" y="85"/>
                  </a:cubicBezTo>
                  <a:cubicBezTo>
                    <a:pt x="584" y="85"/>
                    <a:pt x="586" y="106"/>
                    <a:pt x="539" y="106"/>
                  </a:cubicBezTo>
                  <a:cubicBezTo>
                    <a:pt x="520" y="106"/>
                    <a:pt x="493" y="103"/>
                    <a:pt x="449" y="93"/>
                  </a:cubicBezTo>
                  <a:lnTo>
                    <a:pt x="449" y="93"/>
                  </a:lnTo>
                  <a:cubicBezTo>
                    <a:pt x="449" y="102"/>
                    <a:pt x="483" y="119"/>
                    <a:pt x="449" y="127"/>
                  </a:cubicBezTo>
                  <a:cubicBezTo>
                    <a:pt x="627" y="144"/>
                    <a:pt x="813" y="152"/>
                    <a:pt x="999" y="152"/>
                  </a:cubicBezTo>
                  <a:cubicBezTo>
                    <a:pt x="855" y="110"/>
                    <a:pt x="1109" y="135"/>
                    <a:pt x="1058" y="93"/>
                  </a:cubicBezTo>
                  <a:lnTo>
                    <a:pt x="1058" y="93"/>
                  </a:lnTo>
                  <a:lnTo>
                    <a:pt x="974" y="102"/>
                  </a:lnTo>
                  <a:lnTo>
                    <a:pt x="982" y="85"/>
                  </a:lnTo>
                  <a:lnTo>
                    <a:pt x="881" y="85"/>
                  </a:lnTo>
                  <a:cubicBezTo>
                    <a:pt x="897" y="102"/>
                    <a:pt x="914" y="102"/>
                    <a:pt x="906" y="127"/>
                  </a:cubicBezTo>
                  <a:cubicBezTo>
                    <a:pt x="771" y="102"/>
                    <a:pt x="864" y="93"/>
                    <a:pt x="771" y="59"/>
                  </a:cubicBezTo>
                  <a:lnTo>
                    <a:pt x="618" y="51"/>
                  </a:lnTo>
                  <a:lnTo>
                    <a:pt x="627" y="51"/>
                  </a:lnTo>
                  <a:cubicBezTo>
                    <a:pt x="623" y="47"/>
                    <a:pt x="618" y="45"/>
                    <a:pt x="615" y="45"/>
                  </a:cubicBezTo>
                  <a:cubicBezTo>
                    <a:pt x="612" y="45"/>
                    <a:pt x="610" y="47"/>
                    <a:pt x="610" y="51"/>
                  </a:cubicBezTo>
                  <a:cubicBezTo>
                    <a:pt x="432" y="34"/>
                    <a:pt x="271" y="17"/>
                    <a:pt x="9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1"/>
            <p:cNvSpPr/>
            <p:nvPr/>
          </p:nvSpPr>
          <p:spPr>
            <a:xfrm rot="-4354305">
              <a:off x="6654215" y="3595791"/>
              <a:ext cx="464" cy="58"/>
            </a:xfrm>
            <a:custGeom>
              <a:rect b="b" l="l" r="r" t="t"/>
              <a:pathLst>
                <a:path extrusionOk="0" h="1" w="10">
                  <a:moveTo>
                    <a:pt x="9" y="1"/>
                  </a:moveTo>
                  <a:lnTo>
                    <a:pt x="9" y="1"/>
                  </a:lnTo>
                  <a:cubicBezTo>
                    <a:pt x="9" y="1"/>
                    <a:pt x="1"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1"/>
            <p:cNvSpPr/>
            <p:nvPr/>
          </p:nvSpPr>
          <p:spPr>
            <a:xfrm rot="-4354305">
              <a:off x="6651789" y="3590967"/>
              <a:ext cx="7098" cy="2493"/>
            </a:xfrm>
            <a:custGeom>
              <a:rect b="b" l="l" r="r" t="t"/>
              <a:pathLst>
                <a:path extrusionOk="0" h="43" w="153">
                  <a:moveTo>
                    <a:pt x="17" y="1"/>
                  </a:moveTo>
                  <a:lnTo>
                    <a:pt x="0" y="26"/>
                  </a:lnTo>
                  <a:cubicBezTo>
                    <a:pt x="13" y="22"/>
                    <a:pt x="28" y="20"/>
                    <a:pt x="43" y="20"/>
                  </a:cubicBezTo>
                  <a:cubicBezTo>
                    <a:pt x="58" y="20"/>
                    <a:pt x="72" y="22"/>
                    <a:pt x="85" y="26"/>
                  </a:cubicBezTo>
                  <a:lnTo>
                    <a:pt x="60" y="43"/>
                  </a:lnTo>
                  <a:lnTo>
                    <a:pt x="60" y="43"/>
                  </a:lnTo>
                  <a:lnTo>
                    <a:pt x="153" y="18"/>
                  </a:ln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1"/>
            <p:cNvSpPr/>
            <p:nvPr/>
          </p:nvSpPr>
          <p:spPr>
            <a:xfrm rot="-4354305">
              <a:off x="6655795" y="3585128"/>
              <a:ext cx="5521" cy="3479"/>
            </a:xfrm>
            <a:custGeom>
              <a:rect b="b" l="l" r="r" t="t"/>
              <a:pathLst>
                <a:path extrusionOk="0" h="60" w="119">
                  <a:moveTo>
                    <a:pt x="119" y="1"/>
                  </a:moveTo>
                  <a:cubicBezTo>
                    <a:pt x="43" y="1"/>
                    <a:pt x="43" y="26"/>
                    <a:pt x="85" y="51"/>
                  </a:cubicBezTo>
                  <a:cubicBezTo>
                    <a:pt x="26" y="51"/>
                    <a:pt x="38" y="26"/>
                    <a:pt x="23" y="26"/>
                  </a:cubicBezTo>
                  <a:cubicBezTo>
                    <a:pt x="19" y="26"/>
                    <a:pt x="12" y="28"/>
                    <a:pt x="0" y="34"/>
                  </a:cubicBezTo>
                  <a:cubicBezTo>
                    <a:pt x="0" y="60"/>
                    <a:pt x="85" y="60"/>
                    <a:pt x="110" y="60"/>
                  </a:cubicBezTo>
                  <a:lnTo>
                    <a:pt x="11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1"/>
            <p:cNvSpPr/>
            <p:nvPr/>
          </p:nvSpPr>
          <p:spPr>
            <a:xfrm rot="-4354305">
              <a:off x="6670025" y="3560355"/>
              <a:ext cx="2412" cy="1507"/>
            </a:xfrm>
            <a:custGeom>
              <a:rect b="b" l="l" r="r" t="t"/>
              <a:pathLst>
                <a:path extrusionOk="0" h="26" w="52">
                  <a:moveTo>
                    <a:pt x="26" y="1"/>
                  </a:moveTo>
                  <a:lnTo>
                    <a:pt x="1" y="9"/>
                  </a:lnTo>
                  <a:lnTo>
                    <a:pt x="51" y="26"/>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1"/>
            <p:cNvSpPr/>
            <p:nvPr/>
          </p:nvSpPr>
          <p:spPr>
            <a:xfrm rot="-4354305">
              <a:off x="6669316" y="3562613"/>
              <a:ext cx="2412" cy="1507"/>
            </a:xfrm>
            <a:custGeom>
              <a:rect b="b" l="l" r="r" t="t"/>
              <a:pathLst>
                <a:path extrusionOk="0" h="26" w="52">
                  <a:moveTo>
                    <a:pt x="1" y="1"/>
                  </a:moveTo>
                  <a:cubicBezTo>
                    <a:pt x="1" y="9"/>
                    <a:pt x="9" y="17"/>
                    <a:pt x="9" y="26"/>
                  </a:cubicBezTo>
                  <a:lnTo>
                    <a:pt x="52" y="9"/>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1"/>
            <p:cNvSpPr/>
            <p:nvPr/>
          </p:nvSpPr>
          <p:spPr>
            <a:xfrm rot="-4354305">
              <a:off x="6663452" y="3570758"/>
              <a:ext cx="3619" cy="1044"/>
            </a:xfrm>
            <a:custGeom>
              <a:rect b="b" l="l" r="r" t="t"/>
              <a:pathLst>
                <a:path extrusionOk="0" h="18" w="78">
                  <a:moveTo>
                    <a:pt x="77" y="17"/>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1"/>
            <p:cNvSpPr/>
            <p:nvPr/>
          </p:nvSpPr>
          <p:spPr>
            <a:xfrm rot="-4354305">
              <a:off x="6665929" y="3568131"/>
              <a:ext cx="2366" cy="1044"/>
            </a:xfrm>
            <a:custGeom>
              <a:rect b="b" l="l" r="r" t="t"/>
              <a:pathLst>
                <a:path extrusionOk="0" h="18" w="51">
                  <a:moveTo>
                    <a:pt x="51" y="17"/>
                  </a:moveTo>
                  <a:lnTo>
                    <a:pt x="51" y="17"/>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1"/>
            <p:cNvSpPr/>
            <p:nvPr/>
          </p:nvSpPr>
          <p:spPr>
            <a:xfrm rot="-4354305">
              <a:off x="6665448" y="3564436"/>
              <a:ext cx="3943" cy="3015"/>
            </a:xfrm>
            <a:custGeom>
              <a:rect b="b" l="l" r="r" t="t"/>
              <a:pathLst>
                <a:path extrusionOk="0" h="52" w="85">
                  <a:moveTo>
                    <a:pt x="0" y="1"/>
                  </a:moveTo>
                  <a:lnTo>
                    <a:pt x="9" y="35"/>
                  </a:lnTo>
                  <a:lnTo>
                    <a:pt x="85" y="52"/>
                  </a:lnTo>
                  <a:cubicBezTo>
                    <a:pt x="85" y="26"/>
                    <a:pt x="76"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1"/>
            <p:cNvSpPr/>
            <p:nvPr/>
          </p:nvSpPr>
          <p:spPr>
            <a:xfrm rot="-4354305">
              <a:off x="6741013" y="3480492"/>
              <a:ext cx="3201" cy="1044"/>
            </a:xfrm>
            <a:custGeom>
              <a:rect b="b" l="l" r="r" t="t"/>
              <a:pathLst>
                <a:path extrusionOk="0" h="18" w="69">
                  <a:moveTo>
                    <a:pt x="60" y="0"/>
                  </a:moveTo>
                  <a:lnTo>
                    <a:pt x="1" y="9"/>
                  </a:lnTo>
                  <a:lnTo>
                    <a:pt x="9" y="17"/>
                  </a:lnTo>
                  <a:lnTo>
                    <a:pt x="68" y="9"/>
                  </a:lnTo>
                  <a:lnTo>
                    <a:pt x="6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1"/>
            <p:cNvSpPr/>
            <p:nvPr/>
          </p:nvSpPr>
          <p:spPr>
            <a:xfrm rot="-4354305">
              <a:off x="6735022" y="3494943"/>
              <a:ext cx="1624" cy="522"/>
            </a:xfrm>
            <a:custGeom>
              <a:rect b="b" l="l" r="r" t="t"/>
              <a:pathLst>
                <a:path extrusionOk="0" h="9" w="35">
                  <a:moveTo>
                    <a:pt x="34" y="1"/>
                  </a:moveTo>
                  <a:cubicBezTo>
                    <a:pt x="30" y="1"/>
                    <a:pt x="24" y="3"/>
                    <a:pt x="18" y="5"/>
                  </a:cubicBezTo>
                  <a:lnTo>
                    <a:pt x="34" y="1"/>
                  </a:lnTo>
                  <a:close/>
                  <a:moveTo>
                    <a:pt x="18" y="5"/>
                  </a:moveTo>
                  <a:lnTo>
                    <a:pt x="1" y="9"/>
                  </a:lnTo>
                  <a:cubicBezTo>
                    <a:pt x="5" y="9"/>
                    <a:pt x="11" y="7"/>
                    <a:pt x="18"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1"/>
            <p:cNvSpPr/>
            <p:nvPr/>
          </p:nvSpPr>
          <p:spPr>
            <a:xfrm rot="-4354305">
              <a:off x="6726525" y="3501526"/>
              <a:ext cx="19670" cy="8987"/>
            </a:xfrm>
            <a:custGeom>
              <a:rect b="b" l="l" r="r" t="t"/>
              <a:pathLst>
                <a:path extrusionOk="0" h="155" w="424">
                  <a:moveTo>
                    <a:pt x="146" y="0"/>
                  </a:moveTo>
                  <a:cubicBezTo>
                    <a:pt x="115" y="0"/>
                    <a:pt x="86" y="3"/>
                    <a:pt x="60" y="9"/>
                  </a:cubicBezTo>
                  <a:cubicBezTo>
                    <a:pt x="1" y="42"/>
                    <a:pt x="26" y="85"/>
                    <a:pt x="26" y="135"/>
                  </a:cubicBezTo>
                  <a:cubicBezTo>
                    <a:pt x="31" y="145"/>
                    <a:pt x="84" y="155"/>
                    <a:pt x="128" y="155"/>
                  </a:cubicBezTo>
                  <a:cubicBezTo>
                    <a:pt x="160" y="155"/>
                    <a:pt x="187" y="150"/>
                    <a:pt x="187" y="135"/>
                  </a:cubicBezTo>
                  <a:cubicBezTo>
                    <a:pt x="128" y="110"/>
                    <a:pt x="288" y="118"/>
                    <a:pt x="161" y="93"/>
                  </a:cubicBezTo>
                  <a:cubicBezTo>
                    <a:pt x="155" y="80"/>
                    <a:pt x="188" y="62"/>
                    <a:pt x="231" y="62"/>
                  </a:cubicBezTo>
                  <a:cubicBezTo>
                    <a:pt x="244" y="62"/>
                    <a:pt x="258" y="64"/>
                    <a:pt x="271" y="68"/>
                  </a:cubicBezTo>
                  <a:cubicBezTo>
                    <a:pt x="271" y="85"/>
                    <a:pt x="212" y="76"/>
                    <a:pt x="246" y="102"/>
                  </a:cubicBezTo>
                  <a:cubicBezTo>
                    <a:pt x="288" y="76"/>
                    <a:pt x="305" y="102"/>
                    <a:pt x="297" y="68"/>
                  </a:cubicBezTo>
                  <a:cubicBezTo>
                    <a:pt x="339" y="51"/>
                    <a:pt x="381" y="34"/>
                    <a:pt x="424" y="17"/>
                  </a:cubicBezTo>
                  <a:lnTo>
                    <a:pt x="424" y="17"/>
                  </a:lnTo>
                  <a:cubicBezTo>
                    <a:pt x="416" y="18"/>
                    <a:pt x="407" y="18"/>
                    <a:pt x="398" y="18"/>
                  </a:cubicBezTo>
                  <a:cubicBezTo>
                    <a:pt x="331" y="18"/>
                    <a:pt x="233" y="0"/>
                    <a:pt x="14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1"/>
            <p:cNvSpPr/>
            <p:nvPr/>
          </p:nvSpPr>
          <p:spPr>
            <a:xfrm rot="-4354305">
              <a:off x="6742873" y="3501769"/>
              <a:ext cx="3201" cy="464"/>
            </a:xfrm>
            <a:custGeom>
              <a:rect b="b" l="l" r="r" t="t"/>
              <a:pathLst>
                <a:path extrusionOk="0" h="8" w="69">
                  <a:moveTo>
                    <a:pt x="53" y="0"/>
                  </a:moveTo>
                  <a:cubicBezTo>
                    <a:pt x="38" y="0"/>
                    <a:pt x="18" y="8"/>
                    <a:pt x="1" y="8"/>
                  </a:cubicBezTo>
                  <a:lnTo>
                    <a:pt x="68" y="8"/>
                  </a:lnTo>
                  <a:cubicBezTo>
                    <a:pt x="66" y="2"/>
                    <a:pt x="60" y="0"/>
                    <a:pt x="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1"/>
            <p:cNvSpPr/>
            <p:nvPr/>
          </p:nvSpPr>
          <p:spPr>
            <a:xfrm rot="-4354305">
              <a:off x="6707238" y="3530185"/>
              <a:ext cx="4778" cy="1044"/>
            </a:xfrm>
            <a:custGeom>
              <a:rect b="b" l="l" r="r" t="t"/>
              <a:pathLst>
                <a:path extrusionOk="0" h="18" w="103">
                  <a:moveTo>
                    <a:pt x="69" y="1"/>
                  </a:moveTo>
                  <a:cubicBezTo>
                    <a:pt x="60" y="1"/>
                    <a:pt x="1" y="9"/>
                    <a:pt x="9" y="18"/>
                  </a:cubicBezTo>
                  <a:lnTo>
                    <a:pt x="102" y="18"/>
                  </a:lnTo>
                  <a:cubicBezTo>
                    <a:pt x="86" y="18"/>
                    <a:pt x="69" y="9"/>
                    <a:pt x="6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1"/>
            <p:cNvSpPr/>
            <p:nvPr/>
          </p:nvSpPr>
          <p:spPr>
            <a:xfrm rot="-4354305">
              <a:off x="6710416" y="3527619"/>
              <a:ext cx="1624" cy="406"/>
            </a:xfrm>
            <a:custGeom>
              <a:rect b="b" l="l" r="r" t="t"/>
              <a:pathLst>
                <a:path extrusionOk="0" h="7" w="35">
                  <a:moveTo>
                    <a:pt x="0" y="1"/>
                  </a:moveTo>
                  <a:cubicBezTo>
                    <a:pt x="5" y="5"/>
                    <a:pt x="11" y="7"/>
                    <a:pt x="17" y="7"/>
                  </a:cubicBezTo>
                  <a:cubicBezTo>
                    <a:pt x="24" y="7"/>
                    <a:pt x="30" y="5"/>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1"/>
            <p:cNvSpPr/>
            <p:nvPr/>
          </p:nvSpPr>
          <p:spPr>
            <a:xfrm rot="-4354305">
              <a:off x="6708887" y="3529736"/>
              <a:ext cx="418" cy="522"/>
            </a:xfrm>
            <a:custGeom>
              <a:rect b="b" l="l" r="r" t="t"/>
              <a:pathLst>
                <a:path extrusionOk="0" h="9" w="9">
                  <a:moveTo>
                    <a:pt x="0" y="0"/>
                  </a:moveTo>
                  <a:lnTo>
                    <a:pt x="0" y="9"/>
                  </a:lnTo>
                  <a:cubicBezTo>
                    <a:pt x="0" y="9"/>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1"/>
            <p:cNvSpPr/>
            <p:nvPr/>
          </p:nvSpPr>
          <p:spPr>
            <a:xfrm rot="-4354305">
              <a:off x="6658840" y="3579101"/>
              <a:ext cx="2412" cy="1044"/>
            </a:xfrm>
            <a:custGeom>
              <a:rect b="b" l="l" r="r" t="t"/>
              <a:pathLst>
                <a:path extrusionOk="0" h="18" w="52">
                  <a:moveTo>
                    <a:pt x="1" y="1"/>
                  </a:moveTo>
                  <a:cubicBezTo>
                    <a:pt x="18" y="9"/>
                    <a:pt x="35" y="9"/>
                    <a:pt x="52" y="18"/>
                  </a:cubicBezTo>
                  <a:cubicBezTo>
                    <a:pt x="52" y="1"/>
                    <a:pt x="18"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1"/>
            <p:cNvSpPr/>
            <p:nvPr/>
          </p:nvSpPr>
          <p:spPr>
            <a:xfrm rot="-4354305">
              <a:off x="6627134" y="3639832"/>
              <a:ext cx="1206" cy="986"/>
            </a:xfrm>
            <a:custGeom>
              <a:rect b="b" l="l" r="r" t="t"/>
              <a:pathLst>
                <a:path extrusionOk="0" h="17" w="26">
                  <a:moveTo>
                    <a:pt x="0" y="0"/>
                  </a:moveTo>
                  <a:cubicBezTo>
                    <a:pt x="0" y="8"/>
                    <a:pt x="17" y="17"/>
                    <a:pt x="25" y="17"/>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1"/>
            <p:cNvSpPr/>
            <p:nvPr/>
          </p:nvSpPr>
          <p:spPr>
            <a:xfrm rot="-4354305">
              <a:off x="6634218" y="3669350"/>
              <a:ext cx="418" cy="58"/>
            </a:xfrm>
            <a:custGeom>
              <a:rect b="b" l="l" r="r" t="t"/>
              <a:pathLst>
                <a:path extrusionOk="0" h="1" w="9">
                  <a:moveTo>
                    <a:pt x="9" y="1"/>
                  </a:moveTo>
                  <a:cubicBezTo>
                    <a:pt x="9" y="1"/>
                    <a:pt x="0" y="1"/>
                    <a:pt x="0" y="1"/>
                  </a:cubicBezTo>
                  <a:cubicBezTo>
                    <a:pt x="0" y="1"/>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1"/>
            <p:cNvSpPr/>
            <p:nvPr/>
          </p:nvSpPr>
          <p:spPr>
            <a:xfrm rot="-4354305">
              <a:off x="6629238" y="3672259"/>
              <a:ext cx="7516" cy="1623"/>
            </a:xfrm>
            <a:custGeom>
              <a:rect b="b" l="l" r="r" t="t"/>
              <a:pathLst>
                <a:path extrusionOk="0" h="28" w="162">
                  <a:moveTo>
                    <a:pt x="53" y="0"/>
                  </a:moveTo>
                  <a:cubicBezTo>
                    <a:pt x="49" y="0"/>
                    <a:pt x="46" y="1"/>
                    <a:pt x="43" y="2"/>
                  </a:cubicBezTo>
                  <a:lnTo>
                    <a:pt x="1" y="2"/>
                  </a:lnTo>
                  <a:cubicBezTo>
                    <a:pt x="51" y="19"/>
                    <a:pt x="102" y="27"/>
                    <a:pt x="161" y="27"/>
                  </a:cubicBezTo>
                  <a:cubicBezTo>
                    <a:pt x="139" y="27"/>
                    <a:pt x="83" y="0"/>
                    <a:pt x="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89" name="Shape 2489"/>
        <p:cNvGrpSpPr/>
        <p:nvPr/>
      </p:nvGrpSpPr>
      <p:grpSpPr>
        <a:xfrm>
          <a:off x="0" y="0"/>
          <a:ext cx="0" cy="0"/>
          <a:chOff x="0" y="0"/>
          <a:chExt cx="0" cy="0"/>
        </a:xfrm>
      </p:grpSpPr>
      <p:sp>
        <p:nvSpPr>
          <p:cNvPr id="2490" name="Google Shape;2490;p42"/>
          <p:cNvSpPr txBox="1"/>
          <p:nvPr>
            <p:ph idx="4" type="title"/>
          </p:nvPr>
        </p:nvSpPr>
        <p:spPr>
          <a:xfrm>
            <a:off x="698925" y="2520025"/>
            <a:ext cx="2333700" cy="30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1ST SYMPTOM</a:t>
            </a:r>
            <a:endParaRPr/>
          </a:p>
        </p:txBody>
      </p:sp>
      <p:sp>
        <p:nvSpPr>
          <p:cNvPr id="2491" name="Google Shape;2491;p42"/>
          <p:cNvSpPr txBox="1"/>
          <p:nvPr>
            <p:ph idx="5" type="title"/>
          </p:nvPr>
        </p:nvSpPr>
        <p:spPr>
          <a:xfrm>
            <a:off x="3405150" y="2520025"/>
            <a:ext cx="2333700" cy="30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2ND SYMPTOM</a:t>
            </a:r>
            <a:endParaRPr/>
          </a:p>
        </p:txBody>
      </p:sp>
      <p:sp>
        <p:nvSpPr>
          <p:cNvPr id="2492" name="Google Shape;2492;p42"/>
          <p:cNvSpPr txBox="1"/>
          <p:nvPr>
            <p:ph idx="1" type="body"/>
          </p:nvPr>
        </p:nvSpPr>
        <p:spPr>
          <a:xfrm>
            <a:off x="894225" y="3200400"/>
            <a:ext cx="1943100" cy="112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Despite being red, Mars is actually a very cold place</a:t>
            </a:r>
            <a:endParaRPr/>
          </a:p>
        </p:txBody>
      </p:sp>
      <p:sp>
        <p:nvSpPr>
          <p:cNvPr id="2493" name="Google Shape;2493;p42"/>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IDENTIFYING INFORMATION</a:t>
            </a:r>
            <a:endParaRPr/>
          </a:p>
        </p:txBody>
      </p:sp>
      <p:sp>
        <p:nvSpPr>
          <p:cNvPr id="2494" name="Google Shape;2494;p42"/>
          <p:cNvSpPr txBox="1"/>
          <p:nvPr>
            <p:ph idx="2" type="body"/>
          </p:nvPr>
        </p:nvSpPr>
        <p:spPr>
          <a:xfrm>
            <a:off x="3600450" y="3200400"/>
            <a:ext cx="1943100" cy="112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smallest planet in the Solar System</a:t>
            </a:r>
            <a:endParaRPr/>
          </a:p>
        </p:txBody>
      </p:sp>
      <p:sp>
        <p:nvSpPr>
          <p:cNvPr id="2495" name="Google Shape;2495;p42"/>
          <p:cNvSpPr txBox="1"/>
          <p:nvPr>
            <p:ph idx="3" type="body"/>
          </p:nvPr>
        </p:nvSpPr>
        <p:spPr>
          <a:xfrm>
            <a:off x="6306675" y="3200400"/>
            <a:ext cx="1943100" cy="112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 is the biggest planet in the Solar System</a:t>
            </a:r>
            <a:endParaRPr/>
          </a:p>
        </p:txBody>
      </p:sp>
      <p:sp>
        <p:nvSpPr>
          <p:cNvPr id="2496" name="Google Shape;2496;p42"/>
          <p:cNvSpPr txBox="1"/>
          <p:nvPr>
            <p:ph idx="6" type="title"/>
          </p:nvPr>
        </p:nvSpPr>
        <p:spPr>
          <a:xfrm>
            <a:off x="6111375" y="2520025"/>
            <a:ext cx="2333700" cy="30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3RD SYMPTOM</a:t>
            </a:r>
            <a:endParaRPr/>
          </a:p>
        </p:txBody>
      </p:sp>
      <p:grpSp>
        <p:nvGrpSpPr>
          <p:cNvPr id="2497" name="Google Shape;2497;p42"/>
          <p:cNvGrpSpPr/>
          <p:nvPr/>
        </p:nvGrpSpPr>
        <p:grpSpPr>
          <a:xfrm>
            <a:off x="6993167" y="1590234"/>
            <a:ext cx="570116" cy="546401"/>
            <a:chOff x="7075663" y="2444129"/>
            <a:chExt cx="362163" cy="347098"/>
          </a:xfrm>
        </p:grpSpPr>
        <p:sp>
          <p:nvSpPr>
            <p:cNvPr id="2498" name="Google Shape;2498;p42"/>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2"/>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2"/>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2"/>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2"/>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2"/>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2"/>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2"/>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 name="Google Shape;2506;p42"/>
          <p:cNvGrpSpPr/>
          <p:nvPr/>
        </p:nvGrpSpPr>
        <p:grpSpPr>
          <a:xfrm>
            <a:off x="1623974" y="1616930"/>
            <a:ext cx="483602" cy="546388"/>
            <a:chOff x="6203465" y="2891206"/>
            <a:chExt cx="320478" cy="362110"/>
          </a:xfrm>
        </p:grpSpPr>
        <p:sp>
          <p:nvSpPr>
            <p:cNvPr id="2507" name="Google Shape;2507;p42"/>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2"/>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2"/>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2"/>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2"/>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2" name="Google Shape;2512;p42"/>
          <p:cNvGrpSpPr/>
          <p:nvPr/>
        </p:nvGrpSpPr>
        <p:grpSpPr>
          <a:xfrm>
            <a:off x="4301756" y="1620360"/>
            <a:ext cx="540488" cy="546414"/>
            <a:chOff x="6204958" y="3355575"/>
            <a:chExt cx="358390" cy="362320"/>
          </a:xfrm>
        </p:grpSpPr>
        <p:sp>
          <p:nvSpPr>
            <p:cNvPr id="2513" name="Google Shape;2513;p42"/>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2"/>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2"/>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2"/>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2"/>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2"/>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2"/>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2"/>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2"/>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2"/>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2"/>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2"/>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2"/>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2"/>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2"/>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2"/>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9" name="Google Shape;2529;p42"/>
          <p:cNvGrpSpPr/>
          <p:nvPr/>
        </p:nvGrpSpPr>
        <p:grpSpPr>
          <a:xfrm>
            <a:off x="717027" y="2822612"/>
            <a:ext cx="4826514" cy="3513598"/>
            <a:chOff x="717027" y="2822612"/>
            <a:chExt cx="4826514" cy="3513598"/>
          </a:xfrm>
        </p:grpSpPr>
        <p:grpSp>
          <p:nvGrpSpPr>
            <p:cNvPr id="2530" name="Google Shape;2530;p42"/>
            <p:cNvGrpSpPr/>
            <p:nvPr/>
          </p:nvGrpSpPr>
          <p:grpSpPr>
            <a:xfrm>
              <a:off x="717027" y="2822612"/>
              <a:ext cx="2407172" cy="1782508"/>
              <a:chOff x="952075" y="4075475"/>
              <a:chExt cx="1167850" cy="909675"/>
            </a:xfrm>
          </p:grpSpPr>
          <p:sp>
            <p:nvSpPr>
              <p:cNvPr id="2531" name="Google Shape;2531;p42"/>
              <p:cNvSpPr/>
              <p:nvPr/>
            </p:nvSpPr>
            <p:spPr>
              <a:xfrm>
                <a:off x="1319650" y="4255075"/>
                <a:ext cx="82925" cy="11225"/>
              </a:xfrm>
              <a:custGeom>
                <a:rect b="b" l="l" r="r" t="t"/>
                <a:pathLst>
                  <a:path extrusionOk="0" h="449" w="3317">
                    <a:moveTo>
                      <a:pt x="3316" y="0"/>
                    </a:moveTo>
                    <a:lnTo>
                      <a:pt x="3316" y="0"/>
                    </a:lnTo>
                    <a:cubicBezTo>
                      <a:pt x="3300" y="2"/>
                      <a:pt x="3285" y="3"/>
                      <a:pt x="3270" y="4"/>
                    </a:cubicBezTo>
                    <a:lnTo>
                      <a:pt x="3270" y="4"/>
                    </a:lnTo>
                    <a:cubicBezTo>
                      <a:pt x="3286" y="3"/>
                      <a:pt x="3301" y="2"/>
                      <a:pt x="3316" y="0"/>
                    </a:cubicBezTo>
                    <a:close/>
                    <a:moveTo>
                      <a:pt x="1608" y="161"/>
                    </a:moveTo>
                    <a:cubicBezTo>
                      <a:pt x="1587" y="164"/>
                      <a:pt x="1568" y="168"/>
                      <a:pt x="1551" y="171"/>
                    </a:cubicBezTo>
                    <a:lnTo>
                      <a:pt x="1551" y="171"/>
                    </a:lnTo>
                    <a:cubicBezTo>
                      <a:pt x="1570" y="167"/>
                      <a:pt x="1589" y="164"/>
                      <a:pt x="1608" y="161"/>
                    </a:cubicBezTo>
                    <a:close/>
                    <a:moveTo>
                      <a:pt x="1915" y="208"/>
                    </a:moveTo>
                    <a:cubicBezTo>
                      <a:pt x="1879" y="212"/>
                      <a:pt x="1842" y="216"/>
                      <a:pt x="1802" y="220"/>
                    </a:cubicBezTo>
                    <a:cubicBezTo>
                      <a:pt x="1842" y="220"/>
                      <a:pt x="1879" y="216"/>
                      <a:pt x="1915" y="208"/>
                    </a:cubicBezTo>
                    <a:close/>
                    <a:moveTo>
                      <a:pt x="3270" y="4"/>
                    </a:moveTo>
                    <a:lnTo>
                      <a:pt x="3270" y="4"/>
                    </a:lnTo>
                    <a:cubicBezTo>
                      <a:pt x="3205" y="9"/>
                      <a:pt x="3130" y="10"/>
                      <a:pt x="3029" y="17"/>
                    </a:cubicBezTo>
                    <a:cubicBezTo>
                      <a:pt x="2843" y="40"/>
                      <a:pt x="2672" y="51"/>
                      <a:pt x="2608" y="51"/>
                    </a:cubicBezTo>
                    <a:cubicBezTo>
                      <a:pt x="2577" y="51"/>
                      <a:pt x="2572" y="48"/>
                      <a:pt x="2606" y="43"/>
                    </a:cubicBezTo>
                    <a:lnTo>
                      <a:pt x="2606" y="43"/>
                    </a:lnTo>
                    <a:cubicBezTo>
                      <a:pt x="2039" y="119"/>
                      <a:pt x="2022" y="93"/>
                      <a:pt x="1954" y="144"/>
                    </a:cubicBezTo>
                    <a:cubicBezTo>
                      <a:pt x="1750" y="182"/>
                      <a:pt x="1535" y="204"/>
                      <a:pt x="1459" y="204"/>
                    </a:cubicBezTo>
                    <a:cubicBezTo>
                      <a:pt x="1407" y="204"/>
                      <a:pt x="1421" y="194"/>
                      <a:pt x="1551" y="171"/>
                    </a:cubicBezTo>
                    <a:lnTo>
                      <a:pt x="1551" y="171"/>
                    </a:lnTo>
                    <a:cubicBezTo>
                      <a:pt x="1223" y="226"/>
                      <a:pt x="895" y="274"/>
                      <a:pt x="559" y="330"/>
                    </a:cubicBezTo>
                    <a:cubicBezTo>
                      <a:pt x="770" y="296"/>
                      <a:pt x="982" y="271"/>
                      <a:pt x="1193" y="246"/>
                    </a:cubicBezTo>
                    <a:lnTo>
                      <a:pt x="1193" y="246"/>
                    </a:lnTo>
                    <a:cubicBezTo>
                      <a:pt x="1032" y="296"/>
                      <a:pt x="186" y="381"/>
                      <a:pt x="0" y="449"/>
                    </a:cubicBezTo>
                    <a:cubicBezTo>
                      <a:pt x="373" y="389"/>
                      <a:pt x="753" y="330"/>
                      <a:pt x="1134" y="279"/>
                    </a:cubicBezTo>
                    <a:lnTo>
                      <a:pt x="1134" y="279"/>
                    </a:lnTo>
                    <a:lnTo>
                      <a:pt x="1075" y="296"/>
                    </a:lnTo>
                    <a:cubicBezTo>
                      <a:pt x="1337" y="254"/>
                      <a:pt x="1845" y="195"/>
                      <a:pt x="2014" y="178"/>
                    </a:cubicBezTo>
                    <a:lnTo>
                      <a:pt x="2014" y="178"/>
                    </a:lnTo>
                    <a:cubicBezTo>
                      <a:pt x="1981" y="190"/>
                      <a:pt x="1948" y="200"/>
                      <a:pt x="1915" y="208"/>
                    </a:cubicBezTo>
                    <a:lnTo>
                      <a:pt x="1915" y="208"/>
                    </a:lnTo>
                    <a:cubicBezTo>
                      <a:pt x="2506" y="142"/>
                      <a:pt x="2592" y="126"/>
                      <a:pt x="2648" y="102"/>
                    </a:cubicBezTo>
                    <a:cubicBezTo>
                      <a:pt x="2714" y="77"/>
                      <a:pt x="2740" y="52"/>
                      <a:pt x="3270"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2"/>
              <p:cNvSpPr/>
              <p:nvPr/>
            </p:nvSpPr>
            <p:spPr>
              <a:xfrm>
                <a:off x="1398100" y="4250200"/>
                <a:ext cx="79125" cy="7475"/>
              </a:xfrm>
              <a:custGeom>
                <a:rect b="b" l="l" r="r" t="t"/>
                <a:pathLst>
                  <a:path extrusionOk="0" h="299" w="3165">
                    <a:moveTo>
                      <a:pt x="3046" y="1"/>
                    </a:moveTo>
                    <a:lnTo>
                      <a:pt x="3046" y="1"/>
                    </a:lnTo>
                    <a:cubicBezTo>
                      <a:pt x="2403" y="26"/>
                      <a:pt x="2302" y="26"/>
                      <a:pt x="1913" y="68"/>
                    </a:cubicBezTo>
                    <a:lnTo>
                      <a:pt x="618" y="128"/>
                    </a:lnTo>
                    <a:cubicBezTo>
                      <a:pt x="441" y="153"/>
                      <a:pt x="424" y="170"/>
                      <a:pt x="204" y="187"/>
                    </a:cubicBezTo>
                    <a:lnTo>
                      <a:pt x="348" y="178"/>
                    </a:lnTo>
                    <a:lnTo>
                      <a:pt x="381" y="221"/>
                    </a:lnTo>
                    <a:cubicBezTo>
                      <a:pt x="559" y="195"/>
                      <a:pt x="737" y="187"/>
                      <a:pt x="940" y="170"/>
                    </a:cubicBezTo>
                    <a:lnTo>
                      <a:pt x="940" y="170"/>
                    </a:lnTo>
                    <a:cubicBezTo>
                      <a:pt x="627" y="212"/>
                      <a:pt x="314" y="255"/>
                      <a:pt x="1" y="297"/>
                    </a:cubicBezTo>
                    <a:cubicBezTo>
                      <a:pt x="28" y="298"/>
                      <a:pt x="60" y="299"/>
                      <a:pt x="95" y="299"/>
                    </a:cubicBezTo>
                    <a:cubicBezTo>
                      <a:pt x="261" y="299"/>
                      <a:pt x="515" y="284"/>
                      <a:pt x="779" y="263"/>
                    </a:cubicBezTo>
                    <a:cubicBezTo>
                      <a:pt x="1092" y="238"/>
                      <a:pt x="1422" y="221"/>
                      <a:pt x="1608" y="212"/>
                    </a:cubicBezTo>
                    <a:cubicBezTo>
                      <a:pt x="1290" y="206"/>
                      <a:pt x="1576" y="193"/>
                      <a:pt x="1504" y="193"/>
                    </a:cubicBezTo>
                    <a:cubicBezTo>
                      <a:pt x="1470" y="193"/>
                      <a:pt x="1359" y="196"/>
                      <a:pt x="1075" y="204"/>
                    </a:cubicBezTo>
                    <a:lnTo>
                      <a:pt x="1557" y="128"/>
                    </a:lnTo>
                    <a:cubicBezTo>
                      <a:pt x="1820" y="111"/>
                      <a:pt x="2090" y="111"/>
                      <a:pt x="2361" y="102"/>
                    </a:cubicBezTo>
                    <a:cubicBezTo>
                      <a:pt x="2369" y="85"/>
                      <a:pt x="2962" y="51"/>
                      <a:pt x="2564" y="51"/>
                    </a:cubicBezTo>
                    <a:cubicBezTo>
                      <a:pt x="2488" y="51"/>
                      <a:pt x="2327" y="68"/>
                      <a:pt x="2209" y="77"/>
                    </a:cubicBezTo>
                    <a:cubicBezTo>
                      <a:pt x="2386" y="51"/>
                      <a:pt x="2564" y="35"/>
                      <a:pt x="2750" y="26"/>
                    </a:cubicBezTo>
                    <a:cubicBezTo>
                      <a:pt x="2979" y="18"/>
                      <a:pt x="3165" y="9"/>
                      <a:pt x="304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2"/>
              <p:cNvSpPr/>
              <p:nvPr/>
            </p:nvSpPr>
            <p:spPr>
              <a:xfrm>
                <a:off x="1402550" y="4254850"/>
                <a:ext cx="650" cy="25"/>
              </a:xfrm>
              <a:custGeom>
                <a:rect b="b" l="l" r="r" t="t"/>
                <a:pathLst>
                  <a:path extrusionOk="0" h="1" w="26">
                    <a:moveTo>
                      <a:pt x="26" y="1"/>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2"/>
              <p:cNvSpPr/>
              <p:nvPr/>
            </p:nvSpPr>
            <p:spPr>
              <a:xfrm>
                <a:off x="1381825" y="4965025"/>
                <a:ext cx="75725" cy="10175"/>
              </a:xfrm>
              <a:custGeom>
                <a:rect b="b" l="l" r="r" t="t"/>
                <a:pathLst>
                  <a:path extrusionOk="0" h="407" w="3029">
                    <a:moveTo>
                      <a:pt x="0" y="0"/>
                    </a:moveTo>
                    <a:lnTo>
                      <a:pt x="0" y="0"/>
                    </a:lnTo>
                    <a:cubicBezTo>
                      <a:pt x="514" y="90"/>
                      <a:pt x="423" y="46"/>
                      <a:pt x="984" y="134"/>
                    </a:cubicBezTo>
                    <a:lnTo>
                      <a:pt x="984" y="134"/>
                    </a:lnTo>
                    <a:cubicBezTo>
                      <a:pt x="910" y="124"/>
                      <a:pt x="833" y="119"/>
                      <a:pt x="762" y="119"/>
                    </a:cubicBezTo>
                    <a:cubicBezTo>
                      <a:pt x="1134" y="170"/>
                      <a:pt x="1515" y="237"/>
                      <a:pt x="1895" y="280"/>
                    </a:cubicBezTo>
                    <a:lnTo>
                      <a:pt x="2462" y="347"/>
                    </a:lnTo>
                    <a:lnTo>
                      <a:pt x="3029" y="406"/>
                    </a:lnTo>
                    <a:cubicBezTo>
                      <a:pt x="2975" y="393"/>
                      <a:pt x="2558" y="332"/>
                      <a:pt x="2601" y="332"/>
                    </a:cubicBezTo>
                    <a:cubicBezTo>
                      <a:pt x="2613" y="332"/>
                      <a:pt x="2657" y="337"/>
                      <a:pt x="2750" y="347"/>
                    </a:cubicBezTo>
                    <a:cubicBezTo>
                      <a:pt x="2555" y="313"/>
                      <a:pt x="1955" y="254"/>
                      <a:pt x="1870" y="254"/>
                    </a:cubicBezTo>
                    <a:lnTo>
                      <a:pt x="2039" y="254"/>
                    </a:lnTo>
                    <a:cubicBezTo>
                      <a:pt x="1590" y="226"/>
                      <a:pt x="1273" y="143"/>
                      <a:pt x="1392" y="143"/>
                    </a:cubicBezTo>
                    <a:cubicBezTo>
                      <a:pt x="1414" y="143"/>
                      <a:pt x="1452" y="146"/>
                      <a:pt x="1506" y="153"/>
                    </a:cubicBezTo>
                    <a:lnTo>
                      <a:pt x="1455" y="144"/>
                    </a:lnTo>
                    <a:lnTo>
                      <a:pt x="728" y="77"/>
                    </a:lnTo>
                    <a:cubicBezTo>
                      <a:pt x="483" y="51"/>
                      <a:pt x="246" y="26"/>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2"/>
              <p:cNvSpPr/>
              <p:nvPr/>
            </p:nvSpPr>
            <p:spPr>
              <a:xfrm>
                <a:off x="1361950" y="4962275"/>
                <a:ext cx="11450" cy="1725"/>
              </a:xfrm>
              <a:custGeom>
                <a:rect b="b" l="l" r="r" t="t"/>
                <a:pathLst>
                  <a:path extrusionOk="0" h="69" w="458">
                    <a:moveTo>
                      <a:pt x="0" y="0"/>
                    </a:moveTo>
                    <a:lnTo>
                      <a:pt x="373" y="56"/>
                    </a:lnTo>
                    <a:lnTo>
                      <a:pt x="373" y="56"/>
                    </a:lnTo>
                    <a:cubicBezTo>
                      <a:pt x="269" y="40"/>
                      <a:pt x="145" y="20"/>
                      <a:pt x="0" y="0"/>
                    </a:cubicBezTo>
                    <a:close/>
                    <a:moveTo>
                      <a:pt x="373" y="56"/>
                    </a:moveTo>
                    <a:cubicBezTo>
                      <a:pt x="403" y="60"/>
                      <a:pt x="431" y="64"/>
                      <a:pt x="457" y="68"/>
                    </a:cubicBezTo>
                    <a:lnTo>
                      <a:pt x="373" y="56"/>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2"/>
              <p:cNvSpPr/>
              <p:nvPr/>
            </p:nvSpPr>
            <p:spPr>
              <a:xfrm>
                <a:off x="1447800" y="4964600"/>
                <a:ext cx="5100" cy="225"/>
              </a:xfrm>
              <a:custGeom>
                <a:rect b="b" l="l" r="r" t="t"/>
                <a:pathLst>
                  <a:path extrusionOk="0" h="9" w="204">
                    <a:moveTo>
                      <a:pt x="204" y="9"/>
                    </a:moveTo>
                    <a:lnTo>
                      <a:pt x="204" y="9"/>
                    </a:lnTo>
                    <a:lnTo>
                      <a:pt x="1" y="1"/>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2"/>
              <p:cNvSpPr/>
              <p:nvPr/>
            </p:nvSpPr>
            <p:spPr>
              <a:xfrm>
                <a:off x="1129100" y="4866050"/>
                <a:ext cx="3200" cy="2150"/>
              </a:xfrm>
              <a:custGeom>
                <a:rect b="b" l="l" r="r" t="t"/>
                <a:pathLst>
                  <a:path extrusionOk="0" h="86" w="128">
                    <a:moveTo>
                      <a:pt x="127" y="85"/>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2"/>
              <p:cNvSpPr/>
              <p:nvPr/>
            </p:nvSpPr>
            <p:spPr>
              <a:xfrm>
                <a:off x="1547200" y="4966075"/>
                <a:ext cx="59250" cy="3250"/>
              </a:xfrm>
              <a:custGeom>
                <a:rect b="b" l="l" r="r" t="t"/>
                <a:pathLst>
                  <a:path extrusionOk="0" h="130" w="2370">
                    <a:moveTo>
                      <a:pt x="2369" y="1"/>
                    </a:moveTo>
                    <a:cubicBezTo>
                      <a:pt x="2039" y="26"/>
                      <a:pt x="1701" y="35"/>
                      <a:pt x="1363" y="43"/>
                    </a:cubicBezTo>
                    <a:cubicBezTo>
                      <a:pt x="1498" y="35"/>
                      <a:pt x="1016" y="43"/>
                      <a:pt x="1227" y="26"/>
                    </a:cubicBezTo>
                    <a:cubicBezTo>
                      <a:pt x="1109" y="26"/>
                      <a:pt x="999" y="26"/>
                      <a:pt x="889" y="35"/>
                    </a:cubicBezTo>
                    <a:lnTo>
                      <a:pt x="1092" y="35"/>
                    </a:lnTo>
                    <a:cubicBezTo>
                      <a:pt x="567" y="68"/>
                      <a:pt x="880" y="94"/>
                      <a:pt x="1" y="111"/>
                    </a:cubicBezTo>
                    <a:cubicBezTo>
                      <a:pt x="178" y="123"/>
                      <a:pt x="358" y="130"/>
                      <a:pt x="538" y="130"/>
                    </a:cubicBezTo>
                    <a:cubicBezTo>
                      <a:pt x="718" y="130"/>
                      <a:pt x="897" y="123"/>
                      <a:pt x="1075" y="111"/>
                    </a:cubicBezTo>
                    <a:lnTo>
                      <a:pt x="1346" y="102"/>
                    </a:lnTo>
                    <a:lnTo>
                      <a:pt x="2183" y="35"/>
                    </a:lnTo>
                    <a:lnTo>
                      <a:pt x="236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2"/>
              <p:cNvSpPr/>
              <p:nvPr/>
            </p:nvSpPr>
            <p:spPr>
              <a:xfrm>
                <a:off x="964575" y="4400150"/>
                <a:ext cx="25" cy="225"/>
              </a:xfrm>
              <a:custGeom>
                <a:rect b="b" l="l" r="r" t="t"/>
                <a:pathLst>
                  <a:path extrusionOk="0" h="9" w="1">
                    <a:moveTo>
                      <a:pt x="0" y="0"/>
                    </a:moveTo>
                    <a:lnTo>
                      <a:pt x="0" y="9"/>
                    </a:lnTo>
                    <a:cubicBezTo>
                      <a:pt x="0" y="9"/>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2"/>
              <p:cNvSpPr/>
              <p:nvPr/>
            </p:nvSpPr>
            <p:spPr>
              <a:xfrm>
                <a:off x="964375" y="4400350"/>
                <a:ext cx="425" cy="3650"/>
              </a:xfrm>
              <a:custGeom>
                <a:rect b="b" l="l" r="r" t="t"/>
                <a:pathLst>
                  <a:path extrusionOk="0" h="146" w="17">
                    <a:moveTo>
                      <a:pt x="8" y="1"/>
                    </a:moveTo>
                    <a:cubicBezTo>
                      <a:pt x="8" y="41"/>
                      <a:pt x="0" y="146"/>
                      <a:pt x="3" y="146"/>
                    </a:cubicBezTo>
                    <a:cubicBezTo>
                      <a:pt x="4" y="146"/>
                      <a:pt x="8" y="121"/>
                      <a:pt x="16" y="52"/>
                    </a:cubicBezTo>
                    <a:lnTo>
                      <a:pt x="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2"/>
              <p:cNvSpPr/>
              <p:nvPr/>
            </p:nvSpPr>
            <p:spPr>
              <a:xfrm>
                <a:off x="1373375" y="4963975"/>
                <a:ext cx="8475" cy="1075"/>
              </a:xfrm>
              <a:custGeom>
                <a:rect b="b" l="l" r="r" t="t"/>
                <a:pathLst>
                  <a:path extrusionOk="0" h="43" w="339">
                    <a:moveTo>
                      <a:pt x="0" y="0"/>
                    </a:moveTo>
                    <a:cubicBezTo>
                      <a:pt x="4" y="1"/>
                      <a:pt x="9" y="2"/>
                      <a:pt x="13" y="2"/>
                    </a:cubicBezTo>
                    <a:lnTo>
                      <a:pt x="13" y="2"/>
                    </a:lnTo>
                    <a:cubicBezTo>
                      <a:pt x="9" y="1"/>
                      <a:pt x="4" y="1"/>
                      <a:pt x="0" y="0"/>
                    </a:cubicBezTo>
                    <a:close/>
                    <a:moveTo>
                      <a:pt x="13" y="2"/>
                    </a:moveTo>
                    <a:cubicBezTo>
                      <a:pt x="119" y="18"/>
                      <a:pt x="225" y="26"/>
                      <a:pt x="338" y="42"/>
                    </a:cubicBezTo>
                    <a:lnTo>
                      <a:pt x="169" y="9"/>
                    </a:lnTo>
                    <a:cubicBezTo>
                      <a:pt x="115" y="9"/>
                      <a:pt x="61" y="9"/>
                      <a:pt x="13" y="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2"/>
              <p:cNvSpPr/>
              <p:nvPr/>
            </p:nvSpPr>
            <p:spPr>
              <a:xfrm>
                <a:off x="1397050" y="4965450"/>
                <a:ext cx="29200" cy="3625"/>
              </a:xfrm>
              <a:custGeom>
                <a:rect b="b" l="l" r="r" t="t"/>
                <a:pathLst>
                  <a:path extrusionOk="0" h="145" w="1168">
                    <a:moveTo>
                      <a:pt x="1" y="0"/>
                    </a:moveTo>
                    <a:lnTo>
                      <a:pt x="846" y="127"/>
                    </a:lnTo>
                    <a:cubicBezTo>
                      <a:pt x="956" y="136"/>
                      <a:pt x="1058" y="144"/>
                      <a:pt x="1168" y="144"/>
                    </a:cubicBezTo>
                    <a:cubicBezTo>
                      <a:pt x="999" y="136"/>
                      <a:pt x="821" y="110"/>
                      <a:pt x="635" y="85"/>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2"/>
              <p:cNvSpPr/>
              <p:nvPr/>
            </p:nvSpPr>
            <p:spPr>
              <a:xfrm>
                <a:off x="1057575" y="4807875"/>
                <a:ext cx="304600" cy="154425"/>
              </a:xfrm>
              <a:custGeom>
                <a:rect b="b" l="l" r="r" t="t"/>
                <a:pathLst>
                  <a:path extrusionOk="0" h="6177" w="12184">
                    <a:moveTo>
                      <a:pt x="2625" y="2302"/>
                    </a:moveTo>
                    <a:lnTo>
                      <a:pt x="2625" y="2302"/>
                    </a:lnTo>
                    <a:cubicBezTo>
                      <a:pt x="2641" y="2313"/>
                      <a:pt x="2701" y="2354"/>
                      <a:pt x="2740" y="2376"/>
                    </a:cubicBezTo>
                    <a:lnTo>
                      <a:pt x="2740" y="2376"/>
                    </a:lnTo>
                    <a:cubicBezTo>
                      <a:pt x="2702" y="2351"/>
                      <a:pt x="2663" y="2327"/>
                      <a:pt x="2625" y="2302"/>
                    </a:cubicBezTo>
                    <a:close/>
                    <a:moveTo>
                      <a:pt x="5206" y="3743"/>
                    </a:moveTo>
                    <a:cubicBezTo>
                      <a:pt x="5267" y="3777"/>
                      <a:pt x="5323" y="3807"/>
                      <a:pt x="5374" y="3833"/>
                    </a:cubicBezTo>
                    <a:cubicBezTo>
                      <a:pt x="5317" y="3798"/>
                      <a:pt x="5261" y="3770"/>
                      <a:pt x="5206" y="3743"/>
                    </a:cubicBezTo>
                    <a:close/>
                    <a:moveTo>
                      <a:pt x="41" y="0"/>
                    </a:moveTo>
                    <a:cubicBezTo>
                      <a:pt x="1" y="0"/>
                      <a:pt x="717" y="724"/>
                      <a:pt x="890" y="889"/>
                    </a:cubicBezTo>
                    <a:cubicBezTo>
                      <a:pt x="859" y="857"/>
                      <a:pt x="789" y="796"/>
                      <a:pt x="809" y="796"/>
                    </a:cubicBezTo>
                    <a:cubicBezTo>
                      <a:pt x="811" y="796"/>
                      <a:pt x="812" y="796"/>
                      <a:pt x="814" y="796"/>
                    </a:cubicBezTo>
                    <a:lnTo>
                      <a:pt x="1229" y="1194"/>
                    </a:lnTo>
                    <a:cubicBezTo>
                      <a:pt x="1112" y="1080"/>
                      <a:pt x="1072" y="1036"/>
                      <a:pt x="1080" y="1036"/>
                    </a:cubicBezTo>
                    <a:cubicBezTo>
                      <a:pt x="1097" y="1036"/>
                      <a:pt x="1373" y="1273"/>
                      <a:pt x="1533" y="1397"/>
                    </a:cubicBezTo>
                    <a:cubicBezTo>
                      <a:pt x="1687" y="1526"/>
                      <a:pt x="1987" y="1771"/>
                      <a:pt x="1969" y="1771"/>
                    </a:cubicBezTo>
                    <a:cubicBezTo>
                      <a:pt x="1969" y="1771"/>
                      <a:pt x="1967" y="1770"/>
                      <a:pt x="1965" y="1769"/>
                    </a:cubicBezTo>
                    <a:lnTo>
                      <a:pt x="1711" y="1575"/>
                    </a:lnTo>
                    <a:lnTo>
                      <a:pt x="1711" y="1575"/>
                    </a:lnTo>
                    <a:cubicBezTo>
                      <a:pt x="1787" y="1642"/>
                      <a:pt x="1872" y="1710"/>
                      <a:pt x="1956" y="1786"/>
                    </a:cubicBezTo>
                    <a:cubicBezTo>
                      <a:pt x="2041" y="1854"/>
                      <a:pt x="2142" y="1913"/>
                      <a:pt x="2235" y="1981"/>
                    </a:cubicBezTo>
                    <a:cubicBezTo>
                      <a:pt x="2422" y="2116"/>
                      <a:pt x="2599" y="2260"/>
                      <a:pt x="2777" y="2387"/>
                    </a:cubicBezTo>
                    <a:cubicBezTo>
                      <a:pt x="2778" y="2390"/>
                      <a:pt x="2777" y="2391"/>
                      <a:pt x="2774" y="2391"/>
                    </a:cubicBezTo>
                    <a:cubicBezTo>
                      <a:pt x="2769" y="2391"/>
                      <a:pt x="2756" y="2385"/>
                      <a:pt x="2740" y="2376"/>
                    </a:cubicBezTo>
                    <a:lnTo>
                      <a:pt x="2740" y="2376"/>
                    </a:lnTo>
                    <a:cubicBezTo>
                      <a:pt x="3112" y="2617"/>
                      <a:pt x="3478" y="2877"/>
                      <a:pt x="4037" y="3199"/>
                    </a:cubicBezTo>
                    <a:lnTo>
                      <a:pt x="3665" y="3013"/>
                    </a:lnTo>
                    <a:lnTo>
                      <a:pt x="3665" y="3013"/>
                    </a:lnTo>
                    <a:cubicBezTo>
                      <a:pt x="3792" y="3080"/>
                      <a:pt x="3953" y="3173"/>
                      <a:pt x="4139" y="3283"/>
                    </a:cubicBezTo>
                    <a:cubicBezTo>
                      <a:pt x="4325" y="3402"/>
                      <a:pt x="4536" y="3512"/>
                      <a:pt x="4756" y="3639"/>
                    </a:cubicBezTo>
                    <a:cubicBezTo>
                      <a:pt x="4976" y="3774"/>
                      <a:pt x="5213" y="3892"/>
                      <a:pt x="5442" y="4019"/>
                    </a:cubicBezTo>
                    <a:lnTo>
                      <a:pt x="5771" y="4197"/>
                    </a:lnTo>
                    <a:cubicBezTo>
                      <a:pt x="5873" y="4256"/>
                      <a:pt x="5983" y="4307"/>
                      <a:pt x="6084" y="4358"/>
                    </a:cubicBezTo>
                    <a:cubicBezTo>
                      <a:pt x="6014" y="4316"/>
                      <a:pt x="5892" y="4256"/>
                      <a:pt x="5910" y="4256"/>
                    </a:cubicBezTo>
                    <a:cubicBezTo>
                      <a:pt x="5913" y="4256"/>
                      <a:pt x="5923" y="4259"/>
                      <a:pt x="5941" y="4265"/>
                    </a:cubicBezTo>
                    <a:cubicBezTo>
                      <a:pt x="6346" y="4442"/>
                      <a:pt x="6656" y="4614"/>
                      <a:pt x="6608" y="4614"/>
                    </a:cubicBezTo>
                    <a:cubicBezTo>
                      <a:pt x="6599" y="4614"/>
                      <a:pt x="6578" y="4608"/>
                      <a:pt x="6541" y="4595"/>
                    </a:cubicBezTo>
                    <a:lnTo>
                      <a:pt x="6541" y="4595"/>
                    </a:lnTo>
                    <a:cubicBezTo>
                      <a:pt x="6660" y="4645"/>
                      <a:pt x="6837" y="4705"/>
                      <a:pt x="7040" y="4798"/>
                    </a:cubicBezTo>
                    <a:cubicBezTo>
                      <a:pt x="7235" y="4882"/>
                      <a:pt x="7463" y="4984"/>
                      <a:pt x="7709" y="5077"/>
                    </a:cubicBezTo>
                    <a:cubicBezTo>
                      <a:pt x="7954" y="5170"/>
                      <a:pt x="8191" y="5271"/>
                      <a:pt x="8419" y="5347"/>
                    </a:cubicBezTo>
                    <a:cubicBezTo>
                      <a:pt x="8648" y="5424"/>
                      <a:pt x="8859" y="5491"/>
                      <a:pt x="9028" y="5542"/>
                    </a:cubicBezTo>
                    <a:cubicBezTo>
                      <a:pt x="10069" y="5804"/>
                      <a:pt x="11118" y="6016"/>
                      <a:pt x="12184" y="6176"/>
                    </a:cubicBezTo>
                    <a:cubicBezTo>
                      <a:pt x="12065" y="6151"/>
                      <a:pt x="11938" y="6134"/>
                      <a:pt x="11803" y="6109"/>
                    </a:cubicBezTo>
                    <a:cubicBezTo>
                      <a:pt x="11638" y="6047"/>
                      <a:pt x="11517" y="6010"/>
                      <a:pt x="11561" y="6010"/>
                    </a:cubicBezTo>
                    <a:cubicBezTo>
                      <a:pt x="11589" y="6010"/>
                      <a:pt x="11685" y="6025"/>
                      <a:pt x="11879" y="6058"/>
                    </a:cubicBezTo>
                    <a:cubicBezTo>
                      <a:pt x="11389" y="5965"/>
                      <a:pt x="11566" y="6041"/>
                      <a:pt x="10839" y="5855"/>
                    </a:cubicBezTo>
                    <a:lnTo>
                      <a:pt x="10839" y="5855"/>
                    </a:lnTo>
                    <a:cubicBezTo>
                      <a:pt x="10926" y="5875"/>
                      <a:pt x="10994" y="5887"/>
                      <a:pt x="11029" y="5887"/>
                    </a:cubicBezTo>
                    <a:cubicBezTo>
                      <a:pt x="11052" y="5887"/>
                      <a:pt x="11060" y="5882"/>
                      <a:pt x="11050" y="5872"/>
                    </a:cubicBezTo>
                    <a:cubicBezTo>
                      <a:pt x="10872" y="5804"/>
                      <a:pt x="10695" y="5753"/>
                      <a:pt x="10517" y="5711"/>
                    </a:cubicBezTo>
                    <a:cubicBezTo>
                      <a:pt x="10077" y="5601"/>
                      <a:pt x="9688" y="5491"/>
                      <a:pt x="9308" y="5390"/>
                    </a:cubicBezTo>
                    <a:lnTo>
                      <a:pt x="8758" y="5229"/>
                    </a:lnTo>
                    <a:cubicBezTo>
                      <a:pt x="8580" y="5178"/>
                      <a:pt x="8402" y="5127"/>
                      <a:pt x="8225" y="5068"/>
                    </a:cubicBezTo>
                    <a:cubicBezTo>
                      <a:pt x="7878" y="4958"/>
                      <a:pt x="7531" y="4848"/>
                      <a:pt x="7176" y="4713"/>
                    </a:cubicBezTo>
                    <a:cubicBezTo>
                      <a:pt x="6998" y="4645"/>
                      <a:pt x="6820" y="4578"/>
                      <a:pt x="6634" y="4502"/>
                    </a:cubicBezTo>
                    <a:lnTo>
                      <a:pt x="6076" y="4256"/>
                    </a:lnTo>
                    <a:cubicBezTo>
                      <a:pt x="6017" y="4222"/>
                      <a:pt x="4841" y="3605"/>
                      <a:pt x="4291" y="3266"/>
                    </a:cubicBezTo>
                    <a:lnTo>
                      <a:pt x="4291" y="3266"/>
                    </a:lnTo>
                    <a:cubicBezTo>
                      <a:pt x="4401" y="3317"/>
                      <a:pt x="4570" y="3402"/>
                      <a:pt x="4756" y="3503"/>
                    </a:cubicBezTo>
                    <a:lnTo>
                      <a:pt x="5052" y="3664"/>
                    </a:lnTo>
                    <a:cubicBezTo>
                      <a:pt x="5102" y="3693"/>
                      <a:pt x="5153" y="3718"/>
                      <a:pt x="5206" y="3743"/>
                    </a:cubicBezTo>
                    <a:lnTo>
                      <a:pt x="5206" y="3743"/>
                    </a:lnTo>
                    <a:cubicBezTo>
                      <a:pt x="4932" y="3593"/>
                      <a:pt x="4575" y="3382"/>
                      <a:pt x="4291" y="3216"/>
                    </a:cubicBezTo>
                    <a:lnTo>
                      <a:pt x="4113" y="3182"/>
                    </a:lnTo>
                    <a:cubicBezTo>
                      <a:pt x="3642" y="2887"/>
                      <a:pt x="3503" y="2795"/>
                      <a:pt x="3513" y="2795"/>
                    </a:cubicBezTo>
                    <a:cubicBezTo>
                      <a:pt x="3531" y="2795"/>
                      <a:pt x="3951" y="3040"/>
                      <a:pt x="3974" y="3040"/>
                    </a:cubicBezTo>
                    <a:cubicBezTo>
                      <a:pt x="3982" y="3040"/>
                      <a:pt x="3942" y="3010"/>
                      <a:pt x="3817" y="2928"/>
                    </a:cubicBezTo>
                    <a:lnTo>
                      <a:pt x="3547" y="2767"/>
                    </a:lnTo>
                    <a:lnTo>
                      <a:pt x="3344" y="2632"/>
                    </a:lnTo>
                    <a:cubicBezTo>
                      <a:pt x="3217" y="2556"/>
                      <a:pt x="3115" y="2497"/>
                      <a:pt x="2988" y="2412"/>
                    </a:cubicBezTo>
                    <a:lnTo>
                      <a:pt x="2988" y="2412"/>
                    </a:lnTo>
                    <a:cubicBezTo>
                      <a:pt x="3484" y="2745"/>
                      <a:pt x="3529" y="2787"/>
                      <a:pt x="3501" y="2787"/>
                    </a:cubicBezTo>
                    <a:cubicBezTo>
                      <a:pt x="3496" y="2787"/>
                      <a:pt x="3487" y="2786"/>
                      <a:pt x="3479" y="2784"/>
                    </a:cubicBezTo>
                    <a:cubicBezTo>
                      <a:pt x="3471" y="2783"/>
                      <a:pt x="3464" y="2782"/>
                      <a:pt x="3459" y="2782"/>
                    </a:cubicBezTo>
                    <a:cubicBezTo>
                      <a:pt x="3428" y="2782"/>
                      <a:pt x="3469" y="2823"/>
                      <a:pt x="3995" y="3148"/>
                    </a:cubicBezTo>
                    <a:cubicBezTo>
                      <a:pt x="3792" y="3046"/>
                      <a:pt x="3606" y="2937"/>
                      <a:pt x="3420" y="2818"/>
                    </a:cubicBezTo>
                    <a:cubicBezTo>
                      <a:pt x="3174" y="2657"/>
                      <a:pt x="2904" y="2463"/>
                      <a:pt x="2709" y="2319"/>
                    </a:cubicBezTo>
                    <a:cubicBezTo>
                      <a:pt x="2616" y="2237"/>
                      <a:pt x="2582" y="2206"/>
                      <a:pt x="2588" y="2206"/>
                    </a:cubicBezTo>
                    <a:cubicBezTo>
                      <a:pt x="2596" y="2206"/>
                      <a:pt x="2669" y="2257"/>
                      <a:pt x="2768" y="2319"/>
                    </a:cubicBezTo>
                    <a:cubicBezTo>
                      <a:pt x="2921" y="2429"/>
                      <a:pt x="3073" y="2522"/>
                      <a:pt x="3242" y="2615"/>
                    </a:cubicBezTo>
                    <a:cubicBezTo>
                      <a:pt x="2768" y="2285"/>
                      <a:pt x="2845" y="2353"/>
                      <a:pt x="2633" y="2226"/>
                    </a:cubicBezTo>
                    <a:cubicBezTo>
                      <a:pt x="1906" y="1685"/>
                      <a:pt x="1144" y="1075"/>
                      <a:pt x="780" y="669"/>
                    </a:cubicBezTo>
                    <a:lnTo>
                      <a:pt x="620" y="526"/>
                    </a:lnTo>
                    <a:lnTo>
                      <a:pt x="501" y="407"/>
                    </a:lnTo>
                    <a:cubicBezTo>
                      <a:pt x="434" y="348"/>
                      <a:pt x="383" y="306"/>
                      <a:pt x="341" y="255"/>
                    </a:cubicBezTo>
                    <a:cubicBezTo>
                      <a:pt x="247" y="179"/>
                      <a:pt x="188" y="128"/>
                      <a:pt x="44" y="1"/>
                    </a:cubicBezTo>
                    <a:cubicBezTo>
                      <a:pt x="43" y="0"/>
                      <a:pt x="42" y="0"/>
                      <a:pt x="4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2"/>
              <p:cNvSpPr/>
              <p:nvPr/>
            </p:nvSpPr>
            <p:spPr>
              <a:xfrm>
                <a:off x="1252400" y="4930350"/>
                <a:ext cx="3200" cy="1275"/>
              </a:xfrm>
              <a:custGeom>
                <a:rect b="b" l="l" r="r" t="t"/>
                <a:pathLst>
                  <a:path extrusionOk="0" h="51" w="128">
                    <a:moveTo>
                      <a:pt x="0" y="0"/>
                    </a:moveTo>
                    <a:lnTo>
                      <a:pt x="0" y="0"/>
                    </a:lnTo>
                    <a:cubicBezTo>
                      <a:pt x="17" y="9"/>
                      <a:pt x="59" y="25"/>
                      <a:pt x="127" y="51"/>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2"/>
              <p:cNvSpPr/>
              <p:nvPr/>
            </p:nvSpPr>
            <p:spPr>
              <a:xfrm>
                <a:off x="1191700" y="4903700"/>
                <a:ext cx="3625" cy="1925"/>
              </a:xfrm>
              <a:custGeom>
                <a:rect b="b" l="l" r="r" t="t"/>
                <a:pathLst>
                  <a:path extrusionOk="0" h="77" w="145">
                    <a:moveTo>
                      <a:pt x="0" y="0"/>
                    </a:moveTo>
                    <a:lnTo>
                      <a:pt x="136" y="76"/>
                    </a:lnTo>
                    <a:lnTo>
                      <a:pt x="144" y="76"/>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2"/>
              <p:cNvSpPr/>
              <p:nvPr/>
            </p:nvSpPr>
            <p:spPr>
              <a:xfrm>
                <a:off x="1366925" y="4960475"/>
                <a:ext cx="7950" cy="1400"/>
              </a:xfrm>
              <a:custGeom>
                <a:rect b="b" l="l" r="r" t="t"/>
                <a:pathLst>
                  <a:path extrusionOk="0" h="56" w="318">
                    <a:moveTo>
                      <a:pt x="12" y="1"/>
                    </a:moveTo>
                    <a:cubicBezTo>
                      <a:pt x="0" y="1"/>
                      <a:pt x="4" y="5"/>
                      <a:pt x="30" y="13"/>
                    </a:cubicBezTo>
                    <a:lnTo>
                      <a:pt x="317" y="56"/>
                    </a:lnTo>
                    <a:lnTo>
                      <a:pt x="89" y="13"/>
                    </a:lnTo>
                    <a:cubicBezTo>
                      <a:pt x="51" y="5"/>
                      <a:pt x="23" y="1"/>
                      <a:pt x="1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2"/>
              <p:cNvSpPr/>
              <p:nvPr/>
            </p:nvSpPr>
            <p:spPr>
              <a:xfrm>
                <a:off x="1374625" y="4963550"/>
                <a:ext cx="3425" cy="650"/>
              </a:xfrm>
              <a:custGeom>
                <a:rect b="b" l="l" r="r" t="t"/>
                <a:pathLst>
                  <a:path extrusionOk="0" h="26" w="137">
                    <a:moveTo>
                      <a:pt x="1" y="0"/>
                    </a:moveTo>
                    <a:cubicBezTo>
                      <a:pt x="52" y="9"/>
                      <a:pt x="77" y="17"/>
                      <a:pt x="119" y="26"/>
                    </a:cubicBezTo>
                    <a:cubicBezTo>
                      <a:pt x="136" y="17"/>
                      <a:pt x="119" y="9"/>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2"/>
              <p:cNvSpPr/>
              <p:nvPr/>
            </p:nvSpPr>
            <p:spPr>
              <a:xfrm>
                <a:off x="1034150" y="4767500"/>
                <a:ext cx="2775" cy="3200"/>
              </a:xfrm>
              <a:custGeom>
                <a:rect b="b" l="l" r="r" t="t"/>
                <a:pathLst>
                  <a:path extrusionOk="0" h="128" w="111">
                    <a:moveTo>
                      <a:pt x="0" y="0"/>
                    </a:moveTo>
                    <a:lnTo>
                      <a:pt x="0" y="0"/>
                    </a:lnTo>
                    <a:cubicBezTo>
                      <a:pt x="59" y="77"/>
                      <a:pt x="93" y="119"/>
                      <a:pt x="110" y="127"/>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2"/>
              <p:cNvSpPr/>
              <p:nvPr/>
            </p:nvSpPr>
            <p:spPr>
              <a:xfrm>
                <a:off x="1097575" y="4839350"/>
                <a:ext cx="158125" cy="91275"/>
              </a:xfrm>
              <a:custGeom>
                <a:rect b="b" l="l" r="r" t="t"/>
                <a:pathLst>
                  <a:path extrusionOk="0" h="3651" w="6325">
                    <a:moveTo>
                      <a:pt x="6" y="0"/>
                    </a:moveTo>
                    <a:cubicBezTo>
                      <a:pt x="3" y="0"/>
                      <a:pt x="2" y="1"/>
                      <a:pt x="1" y="3"/>
                    </a:cubicBezTo>
                    <a:lnTo>
                      <a:pt x="416" y="349"/>
                    </a:lnTo>
                    <a:cubicBezTo>
                      <a:pt x="576" y="476"/>
                      <a:pt x="754" y="603"/>
                      <a:pt x="923" y="730"/>
                    </a:cubicBezTo>
                    <a:lnTo>
                      <a:pt x="889" y="755"/>
                    </a:lnTo>
                    <a:cubicBezTo>
                      <a:pt x="1388" y="1136"/>
                      <a:pt x="965" y="781"/>
                      <a:pt x="1693" y="1288"/>
                    </a:cubicBezTo>
                    <a:lnTo>
                      <a:pt x="1481" y="1136"/>
                    </a:lnTo>
                    <a:lnTo>
                      <a:pt x="1481" y="1136"/>
                    </a:lnTo>
                    <a:cubicBezTo>
                      <a:pt x="1794" y="1357"/>
                      <a:pt x="2266" y="1658"/>
                      <a:pt x="2734" y="1941"/>
                    </a:cubicBezTo>
                    <a:lnTo>
                      <a:pt x="2734" y="1941"/>
                    </a:lnTo>
                    <a:cubicBezTo>
                      <a:pt x="2725" y="1935"/>
                      <a:pt x="2716" y="1929"/>
                      <a:pt x="2708" y="1923"/>
                    </a:cubicBezTo>
                    <a:lnTo>
                      <a:pt x="2547" y="1813"/>
                    </a:lnTo>
                    <a:cubicBezTo>
                      <a:pt x="2471" y="1762"/>
                      <a:pt x="2429" y="1728"/>
                      <a:pt x="2361" y="1686"/>
                    </a:cubicBezTo>
                    <a:cubicBezTo>
                      <a:pt x="2133" y="1559"/>
                      <a:pt x="1913" y="1424"/>
                      <a:pt x="1701" y="1271"/>
                    </a:cubicBezTo>
                    <a:cubicBezTo>
                      <a:pt x="1439" y="1094"/>
                      <a:pt x="1168" y="899"/>
                      <a:pt x="923" y="705"/>
                    </a:cubicBezTo>
                    <a:cubicBezTo>
                      <a:pt x="669" y="510"/>
                      <a:pt x="441" y="332"/>
                      <a:pt x="280" y="197"/>
                    </a:cubicBezTo>
                    <a:cubicBezTo>
                      <a:pt x="134" y="74"/>
                      <a:pt x="30" y="0"/>
                      <a:pt x="6" y="0"/>
                    </a:cubicBezTo>
                    <a:close/>
                    <a:moveTo>
                      <a:pt x="2734" y="1941"/>
                    </a:moveTo>
                    <a:cubicBezTo>
                      <a:pt x="2771" y="1965"/>
                      <a:pt x="2818" y="1992"/>
                      <a:pt x="2868" y="2021"/>
                    </a:cubicBezTo>
                    <a:lnTo>
                      <a:pt x="2868" y="2021"/>
                    </a:lnTo>
                    <a:cubicBezTo>
                      <a:pt x="2824" y="1995"/>
                      <a:pt x="2779" y="1968"/>
                      <a:pt x="2734" y="1941"/>
                    </a:cubicBezTo>
                    <a:close/>
                    <a:moveTo>
                      <a:pt x="2868" y="2021"/>
                    </a:moveTo>
                    <a:lnTo>
                      <a:pt x="2868" y="2021"/>
                    </a:lnTo>
                    <a:cubicBezTo>
                      <a:pt x="3126" y="2175"/>
                      <a:pt x="3378" y="2320"/>
                      <a:pt x="3596" y="2439"/>
                    </a:cubicBezTo>
                    <a:cubicBezTo>
                      <a:pt x="3593" y="2438"/>
                      <a:pt x="3590" y="2437"/>
                      <a:pt x="3589" y="2437"/>
                    </a:cubicBezTo>
                    <a:cubicBezTo>
                      <a:pt x="3565" y="2437"/>
                      <a:pt x="3961" y="2651"/>
                      <a:pt x="3916" y="2651"/>
                    </a:cubicBezTo>
                    <a:cubicBezTo>
                      <a:pt x="3914" y="2651"/>
                      <a:pt x="3912" y="2651"/>
                      <a:pt x="3909" y="2650"/>
                    </a:cubicBezTo>
                    <a:lnTo>
                      <a:pt x="3909" y="2650"/>
                    </a:lnTo>
                    <a:lnTo>
                      <a:pt x="4248" y="2820"/>
                    </a:lnTo>
                    <a:cubicBezTo>
                      <a:pt x="4358" y="2879"/>
                      <a:pt x="4468" y="2930"/>
                      <a:pt x="4569" y="2972"/>
                    </a:cubicBezTo>
                    <a:cubicBezTo>
                      <a:pt x="4772" y="3065"/>
                      <a:pt x="4950" y="3141"/>
                      <a:pt x="5077" y="3183"/>
                    </a:cubicBezTo>
                    <a:cubicBezTo>
                      <a:pt x="5220" y="3251"/>
                      <a:pt x="5407" y="3327"/>
                      <a:pt x="5610" y="3403"/>
                    </a:cubicBezTo>
                    <a:cubicBezTo>
                      <a:pt x="5804" y="3479"/>
                      <a:pt x="6007" y="3564"/>
                      <a:pt x="6193" y="3640"/>
                    </a:cubicBezTo>
                    <a:cubicBezTo>
                      <a:pt x="6169" y="3628"/>
                      <a:pt x="6167" y="3624"/>
                      <a:pt x="6175" y="3624"/>
                    </a:cubicBezTo>
                    <a:cubicBezTo>
                      <a:pt x="6196" y="3624"/>
                      <a:pt x="6290" y="3651"/>
                      <a:pt x="6306" y="3651"/>
                    </a:cubicBezTo>
                    <a:cubicBezTo>
                      <a:pt x="6325" y="3651"/>
                      <a:pt x="6246" y="3617"/>
                      <a:pt x="5858" y="3473"/>
                    </a:cubicBezTo>
                    <a:lnTo>
                      <a:pt x="5858" y="3473"/>
                    </a:lnTo>
                    <a:cubicBezTo>
                      <a:pt x="5885" y="3483"/>
                      <a:pt x="5869" y="3476"/>
                      <a:pt x="5931" y="3496"/>
                    </a:cubicBezTo>
                    <a:cubicBezTo>
                      <a:pt x="5643" y="3369"/>
                      <a:pt x="5440" y="3285"/>
                      <a:pt x="5246" y="3209"/>
                    </a:cubicBezTo>
                    <a:cubicBezTo>
                      <a:pt x="5051" y="3124"/>
                      <a:pt x="4865" y="3048"/>
                      <a:pt x="4620" y="2938"/>
                    </a:cubicBezTo>
                    <a:cubicBezTo>
                      <a:pt x="4567" y="2910"/>
                      <a:pt x="4550" y="2899"/>
                      <a:pt x="4556" y="2899"/>
                    </a:cubicBezTo>
                    <a:cubicBezTo>
                      <a:pt x="4576" y="2899"/>
                      <a:pt x="4884" y="3037"/>
                      <a:pt x="4893" y="3037"/>
                    </a:cubicBezTo>
                    <a:cubicBezTo>
                      <a:pt x="4895" y="3037"/>
                      <a:pt x="4878" y="3028"/>
                      <a:pt x="4831" y="3006"/>
                    </a:cubicBezTo>
                    <a:cubicBezTo>
                      <a:pt x="4679" y="2930"/>
                      <a:pt x="4476" y="2845"/>
                      <a:pt x="4265" y="2743"/>
                    </a:cubicBezTo>
                    <a:lnTo>
                      <a:pt x="3655" y="2422"/>
                    </a:lnTo>
                    <a:cubicBezTo>
                      <a:pt x="3305" y="2232"/>
                      <a:pt x="3024" y="2069"/>
                      <a:pt x="2971" y="2069"/>
                    </a:cubicBezTo>
                    <a:cubicBezTo>
                      <a:pt x="2965" y="2069"/>
                      <a:pt x="2962" y="2071"/>
                      <a:pt x="2962" y="2075"/>
                    </a:cubicBezTo>
                    <a:cubicBezTo>
                      <a:pt x="2930" y="2056"/>
                      <a:pt x="2898" y="2038"/>
                      <a:pt x="2868" y="202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2"/>
              <p:cNvSpPr/>
              <p:nvPr/>
            </p:nvSpPr>
            <p:spPr>
              <a:xfrm>
                <a:off x="1339325" y="4954450"/>
                <a:ext cx="2975" cy="650"/>
              </a:xfrm>
              <a:custGeom>
                <a:rect b="b" l="l" r="r" t="t"/>
                <a:pathLst>
                  <a:path extrusionOk="0" h="26" w="119">
                    <a:moveTo>
                      <a:pt x="119" y="26"/>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2"/>
              <p:cNvSpPr/>
              <p:nvPr/>
            </p:nvSpPr>
            <p:spPr>
              <a:xfrm>
                <a:off x="1347025" y="4962375"/>
                <a:ext cx="188150" cy="22775"/>
              </a:xfrm>
              <a:custGeom>
                <a:rect b="b" l="l" r="r" t="t"/>
                <a:pathLst>
                  <a:path extrusionOk="0" h="911" w="7526">
                    <a:moveTo>
                      <a:pt x="166" y="22"/>
                    </a:moveTo>
                    <a:cubicBezTo>
                      <a:pt x="182" y="24"/>
                      <a:pt x="194" y="26"/>
                      <a:pt x="204" y="27"/>
                    </a:cubicBezTo>
                    <a:lnTo>
                      <a:pt x="204" y="27"/>
                    </a:lnTo>
                    <a:cubicBezTo>
                      <a:pt x="189" y="24"/>
                      <a:pt x="177" y="22"/>
                      <a:pt x="166" y="22"/>
                    </a:cubicBezTo>
                    <a:close/>
                    <a:moveTo>
                      <a:pt x="457" y="63"/>
                    </a:moveTo>
                    <a:cubicBezTo>
                      <a:pt x="494" y="63"/>
                      <a:pt x="654" y="96"/>
                      <a:pt x="795" y="124"/>
                    </a:cubicBezTo>
                    <a:lnTo>
                      <a:pt x="795" y="124"/>
                    </a:lnTo>
                    <a:cubicBezTo>
                      <a:pt x="789" y="125"/>
                      <a:pt x="785" y="128"/>
                      <a:pt x="767" y="128"/>
                    </a:cubicBezTo>
                    <a:cubicBezTo>
                      <a:pt x="737" y="128"/>
                      <a:pt x="667" y="120"/>
                      <a:pt x="479" y="81"/>
                    </a:cubicBezTo>
                    <a:cubicBezTo>
                      <a:pt x="446" y="69"/>
                      <a:pt x="442" y="63"/>
                      <a:pt x="457" y="63"/>
                    </a:cubicBezTo>
                    <a:close/>
                    <a:moveTo>
                      <a:pt x="6170" y="766"/>
                    </a:moveTo>
                    <a:cubicBezTo>
                      <a:pt x="6170" y="766"/>
                      <a:pt x="6171" y="766"/>
                      <a:pt x="6172" y="766"/>
                    </a:cubicBezTo>
                    <a:cubicBezTo>
                      <a:pt x="6171" y="766"/>
                      <a:pt x="6170" y="766"/>
                      <a:pt x="6170" y="766"/>
                    </a:cubicBezTo>
                    <a:close/>
                    <a:moveTo>
                      <a:pt x="6" y="1"/>
                    </a:moveTo>
                    <a:cubicBezTo>
                      <a:pt x="1" y="1"/>
                      <a:pt x="0" y="2"/>
                      <a:pt x="5" y="5"/>
                    </a:cubicBezTo>
                    <a:lnTo>
                      <a:pt x="242" y="56"/>
                    </a:lnTo>
                    <a:lnTo>
                      <a:pt x="462" y="98"/>
                    </a:lnTo>
                    <a:cubicBezTo>
                      <a:pt x="430" y="93"/>
                      <a:pt x="411" y="91"/>
                      <a:pt x="403" y="91"/>
                    </a:cubicBezTo>
                    <a:cubicBezTo>
                      <a:pt x="331" y="91"/>
                      <a:pt x="949" y="230"/>
                      <a:pt x="1198" y="276"/>
                    </a:cubicBezTo>
                    <a:cubicBezTo>
                      <a:pt x="1528" y="326"/>
                      <a:pt x="2027" y="419"/>
                      <a:pt x="2560" y="487"/>
                    </a:cubicBezTo>
                    <a:cubicBezTo>
                      <a:pt x="2822" y="529"/>
                      <a:pt x="3101" y="563"/>
                      <a:pt x="3363" y="597"/>
                    </a:cubicBezTo>
                    <a:cubicBezTo>
                      <a:pt x="3626" y="631"/>
                      <a:pt x="3879" y="656"/>
                      <a:pt x="4099" y="682"/>
                    </a:cubicBezTo>
                    <a:cubicBezTo>
                      <a:pt x="4049" y="682"/>
                      <a:pt x="3964" y="674"/>
                      <a:pt x="3941" y="674"/>
                    </a:cubicBezTo>
                    <a:cubicBezTo>
                      <a:pt x="3929" y="674"/>
                      <a:pt x="3933" y="676"/>
                      <a:pt x="3964" y="682"/>
                    </a:cubicBezTo>
                    <a:cubicBezTo>
                      <a:pt x="4286" y="707"/>
                      <a:pt x="4565" y="741"/>
                      <a:pt x="4818" y="766"/>
                    </a:cubicBezTo>
                    <a:lnTo>
                      <a:pt x="5546" y="825"/>
                    </a:lnTo>
                    <a:cubicBezTo>
                      <a:pt x="6020" y="851"/>
                      <a:pt x="6519" y="885"/>
                      <a:pt x="7263" y="910"/>
                    </a:cubicBezTo>
                    <a:cubicBezTo>
                      <a:pt x="7348" y="893"/>
                      <a:pt x="7432" y="885"/>
                      <a:pt x="7525" y="868"/>
                    </a:cubicBezTo>
                    <a:cubicBezTo>
                      <a:pt x="7496" y="864"/>
                      <a:pt x="7468" y="861"/>
                      <a:pt x="7441" y="861"/>
                    </a:cubicBezTo>
                    <a:cubicBezTo>
                      <a:pt x="7413" y="861"/>
                      <a:pt x="7386" y="864"/>
                      <a:pt x="7356" y="868"/>
                    </a:cubicBezTo>
                    <a:lnTo>
                      <a:pt x="6967" y="859"/>
                    </a:lnTo>
                    <a:cubicBezTo>
                      <a:pt x="7026" y="851"/>
                      <a:pt x="7094" y="842"/>
                      <a:pt x="6739" y="825"/>
                    </a:cubicBezTo>
                    <a:cubicBezTo>
                      <a:pt x="6037" y="775"/>
                      <a:pt x="5648" y="800"/>
                      <a:pt x="5131" y="749"/>
                    </a:cubicBezTo>
                    <a:lnTo>
                      <a:pt x="5131" y="749"/>
                    </a:lnTo>
                    <a:lnTo>
                      <a:pt x="5292" y="758"/>
                    </a:lnTo>
                    <a:cubicBezTo>
                      <a:pt x="4810" y="716"/>
                      <a:pt x="4192" y="656"/>
                      <a:pt x="3820" y="639"/>
                    </a:cubicBezTo>
                    <a:cubicBezTo>
                      <a:pt x="3752" y="625"/>
                      <a:pt x="3750" y="619"/>
                      <a:pt x="3790" y="619"/>
                    </a:cubicBezTo>
                    <a:cubicBezTo>
                      <a:pt x="3926" y="619"/>
                      <a:pt x="4564" y="689"/>
                      <a:pt x="4640" y="689"/>
                    </a:cubicBezTo>
                    <a:cubicBezTo>
                      <a:pt x="4667" y="689"/>
                      <a:pt x="4624" y="680"/>
                      <a:pt x="4463" y="656"/>
                    </a:cubicBezTo>
                    <a:lnTo>
                      <a:pt x="4463" y="656"/>
                    </a:lnTo>
                    <a:cubicBezTo>
                      <a:pt x="4995" y="715"/>
                      <a:pt x="5754" y="741"/>
                      <a:pt x="6170" y="766"/>
                    </a:cubicBezTo>
                    <a:lnTo>
                      <a:pt x="6170" y="766"/>
                    </a:lnTo>
                    <a:cubicBezTo>
                      <a:pt x="5477" y="724"/>
                      <a:pt x="4895" y="614"/>
                      <a:pt x="5089" y="614"/>
                    </a:cubicBezTo>
                    <a:cubicBezTo>
                      <a:pt x="4717" y="597"/>
                      <a:pt x="4531" y="589"/>
                      <a:pt x="4446" y="589"/>
                    </a:cubicBezTo>
                    <a:cubicBezTo>
                      <a:pt x="4353" y="589"/>
                      <a:pt x="4345" y="589"/>
                      <a:pt x="4370" y="606"/>
                    </a:cubicBezTo>
                    <a:cubicBezTo>
                      <a:pt x="4379" y="619"/>
                      <a:pt x="4399" y="633"/>
                      <a:pt x="4307" y="633"/>
                    </a:cubicBezTo>
                    <a:cubicBezTo>
                      <a:pt x="4232" y="633"/>
                      <a:pt x="4081" y="624"/>
                      <a:pt x="3786" y="597"/>
                    </a:cubicBezTo>
                    <a:lnTo>
                      <a:pt x="2898" y="479"/>
                    </a:lnTo>
                    <a:lnTo>
                      <a:pt x="2577" y="479"/>
                    </a:lnTo>
                    <a:cubicBezTo>
                      <a:pt x="2044" y="394"/>
                      <a:pt x="2915" y="487"/>
                      <a:pt x="2095" y="369"/>
                    </a:cubicBezTo>
                    <a:cubicBezTo>
                      <a:pt x="1866" y="352"/>
                      <a:pt x="1342" y="242"/>
                      <a:pt x="1181" y="225"/>
                    </a:cubicBezTo>
                    <a:cubicBezTo>
                      <a:pt x="1205" y="217"/>
                      <a:pt x="1214" y="216"/>
                      <a:pt x="853" y="135"/>
                    </a:cubicBezTo>
                    <a:lnTo>
                      <a:pt x="853" y="135"/>
                    </a:lnTo>
                    <a:cubicBezTo>
                      <a:pt x="936" y="151"/>
                      <a:pt x="1003" y="164"/>
                      <a:pt x="1022" y="164"/>
                    </a:cubicBezTo>
                    <a:cubicBezTo>
                      <a:pt x="1038" y="164"/>
                      <a:pt x="1019" y="155"/>
                      <a:pt x="944" y="132"/>
                    </a:cubicBezTo>
                    <a:cubicBezTo>
                      <a:pt x="481" y="33"/>
                      <a:pt x="328" y="10"/>
                      <a:pt x="273" y="10"/>
                    </a:cubicBezTo>
                    <a:cubicBezTo>
                      <a:pt x="225" y="10"/>
                      <a:pt x="254" y="28"/>
                      <a:pt x="219" y="28"/>
                    </a:cubicBezTo>
                    <a:cubicBezTo>
                      <a:pt x="215" y="28"/>
                      <a:pt x="210" y="27"/>
                      <a:pt x="204" y="27"/>
                    </a:cubicBezTo>
                    <a:lnTo>
                      <a:pt x="204" y="27"/>
                    </a:lnTo>
                    <a:cubicBezTo>
                      <a:pt x="236" y="34"/>
                      <a:pt x="283" y="47"/>
                      <a:pt x="369" y="64"/>
                    </a:cubicBezTo>
                    <a:cubicBezTo>
                      <a:pt x="368" y="65"/>
                      <a:pt x="365" y="66"/>
                      <a:pt x="360" y="66"/>
                    </a:cubicBezTo>
                    <a:cubicBezTo>
                      <a:pt x="308" y="66"/>
                      <a:pt x="44" y="1"/>
                      <a:pt x="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2"/>
              <p:cNvSpPr/>
              <p:nvPr/>
            </p:nvSpPr>
            <p:spPr>
              <a:xfrm>
                <a:off x="1584425" y="4254650"/>
                <a:ext cx="3625" cy="450"/>
              </a:xfrm>
              <a:custGeom>
                <a:rect b="b" l="l" r="r" t="t"/>
                <a:pathLst>
                  <a:path extrusionOk="0" h="18" w="145">
                    <a:moveTo>
                      <a:pt x="1" y="0"/>
                    </a:moveTo>
                    <a:cubicBezTo>
                      <a:pt x="26" y="7"/>
                      <a:pt x="61" y="8"/>
                      <a:pt x="102" y="12"/>
                    </a:cubicBezTo>
                    <a:lnTo>
                      <a:pt x="102" y="12"/>
                    </a:lnTo>
                    <a:lnTo>
                      <a:pt x="1" y="0"/>
                    </a:lnTo>
                    <a:close/>
                    <a:moveTo>
                      <a:pt x="102" y="12"/>
                    </a:moveTo>
                    <a:lnTo>
                      <a:pt x="144" y="17"/>
                    </a:lnTo>
                    <a:cubicBezTo>
                      <a:pt x="130" y="15"/>
                      <a:pt x="115" y="14"/>
                      <a:pt x="102" y="1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2"/>
              <p:cNvSpPr/>
              <p:nvPr/>
            </p:nvSpPr>
            <p:spPr>
              <a:xfrm>
                <a:off x="1944800" y="4879375"/>
                <a:ext cx="5725" cy="3625"/>
              </a:xfrm>
              <a:custGeom>
                <a:rect b="b" l="l" r="r" t="t"/>
                <a:pathLst>
                  <a:path extrusionOk="0" h="145" w="229">
                    <a:moveTo>
                      <a:pt x="0" y="144"/>
                    </a:moveTo>
                    <a:lnTo>
                      <a:pt x="22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2"/>
              <p:cNvSpPr/>
              <p:nvPr/>
            </p:nvSpPr>
            <p:spPr>
              <a:xfrm>
                <a:off x="2049050" y="4768975"/>
                <a:ext cx="5100" cy="8275"/>
              </a:xfrm>
              <a:custGeom>
                <a:rect b="b" l="l" r="r" t="t"/>
                <a:pathLst>
                  <a:path extrusionOk="0" h="331" w="204">
                    <a:moveTo>
                      <a:pt x="204" y="1"/>
                    </a:moveTo>
                    <a:lnTo>
                      <a:pt x="204" y="1"/>
                    </a:lnTo>
                    <a:cubicBezTo>
                      <a:pt x="119" y="127"/>
                      <a:pt x="52" y="229"/>
                      <a:pt x="1" y="331"/>
                    </a:cubicBezTo>
                    <a:cubicBezTo>
                      <a:pt x="69" y="221"/>
                      <a:pt x="136" y="111"/>
                      <a:pt x="20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2"/>
              <p:cNvSpPr/>
              <p:nvPr/>
            </p:nvSpPr>
            <p:spPr>
              <a:xfrm>
                <a:off x="1667950" y="4263100"/>
                <a:ext cx="1950" cy="250"/>
              </a:xfrm>
              <a:custGeom>
                <a:rect b="b" l="l" r="r" t="t"/>
                <a:pathLst>
                  <a:path extrusionOk="0" h="10" w="78">
                    <a:moveTo>
                      <a:pt x="1" y="1"/>
                    </a:moveTo>
                    <a:lnTo>
                      <a:pt x="77" y="9"/>
                    </a:lnTo>
                    <a:lnTo>
                      <a:pt x="77" y="9"/>
                    </a:lnTo>
                    <a:lnTo>
                      <a:pt x="1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2"/>
              <p:cNvSpPr/>
              <p:nvPr/>
            </p:nvSpPr>
            <p:spPr>
              <a:xfrm>
                <a:off x="2079500" y="4491075"/>
                <a:ext cx="1950" cy="5100"/>
              </a:xfrm>
              <a:custGeom>
                <a:rect b="b" l="l" r="r" t="t"/>
                <a:pathLst>
                  <a:path extrusionOk="0" h="204" w="78">
                    <a:moveTo>
                      <a:pt x="1" y="1"/>
                    </a:moveTo>
                    <a:cubicBezTo>
                      <a:pt x="18" y="69"/>
                      <a:pt x="52" y="136"/>
                      <a:pt x="77" y="204"/>
                    </a:cubicBezTo>
                    <a:cubicBezTo>
                      <a:pt x="60" y="145"/>
                      <a:pt x="35" y="86"/>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2"/>
              <p:cNvSpPr/>
              <p:nvPr/>
            </p:nvSpPr>
            <p:spPr>
              <a:xfrm>
                <a:off x="2048000" y="4777225"/>
                <a:ext cx="875" cy="1500"/>
              </a:xfrm>
              <a:custGeom>
                <a:rect b="b" l="l" r="r" t="t"/>
                <a:pathLst>
                  <a:path extrusionOk="0" h="60" w="35">
                    <a:moveTo>
                      <a:pt x="34" y="1"/>
                    </a:moveTo>
                    <a:lnTo>
                      <a:pt x="9" y="43"/>
                    </a:lnTo>
                    <a:lnTo>
                      <a:pt x="1" y="60"/>
                    </a:lnTo>
                    <a:lnTo>
                      <a:pt x="1" y="60"/>
                    </a:lnTo>
                    <a:lnTo>
                      <a:pt x="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2"/>
              <p:cNvSpPr/>
              <p:nvPr/>
            </p:nvSpPr>
            <p:spPr>
              <a:xfrm>
                <a:off x="1881550" y="4911525"/>
                <a:ext cx="3850" cy="1925"/>
              </a:xfrm>
              <a:custGeom>
                <a:rect b="b" l="l" r="r" t="t"/>
                <a:pathLst>
                  <a:path extrusionOk="0" h="77" w="154">
                    <a:moveTo>
                      <a:pt x="153" y="0"/>
                    </a:moveTo>
                    <a:lnTo>
                      <a:pt x="1" y="76"/>
                    </a:lnTo>
                    <a:cubicBezTo>
                      <a:pt x="69" y="43"/>
                      <a:pt x="111" y="26"/>
                      <a:pt x="1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2"/>
              <p:cNvSpPr/>
              <p:nvPr/>
            </p:nvSpPr>
            <p:spPr>
              <a:xfrm>
                <a:off x="1891500" y="4910450"/>
                <a:ext cx="3625" cy="1950"/>
              </a:xfrm>
              <a:custGeom>
                <a:rect b="b" l="l" r="r" t="t"/>
                <a:pathLst>
                  <a:path extrusionOk="0" h="78" w="145">
                    <a:moveTo>
                      <a:pt x="144" y="1"/>
                    </a:moveTo>
                    <a:lnTo>
                      <a:pt x="1" y="77"/>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2"/>
              <p:cNvSpPr/>
              <p:nvPr/>
            </p:nvSpPr>
            <p:spPr>
              <a:xfrm>
                <a:off x="1661625" y="4964800"/>
                <a:ext cx="9100" cy="875"/>
              </a:xfrm>
              <a:custGeom>
                <a:rect b="b" l="l" r="r" t="t"/>
                <a:pathLst>
                  <a:path extrusionOk="0" h="35" w="364">
                    <a:moveTo>
                      <a:pt x="364" y="1"/>
                    </a:moveTo>
                    <a:lnTo>
                      <a:pt x="109" y="25"/>
                    </a:lnTo>
                    <a:lnTo>
                      <a:pt x="109" y="25"/>
                    </a:lnTo>
                    <a:cubicBezTo>
                      <a:pt x="225" y="14"/>
                      <a:pt x="305" y="8"/>
                      <a:pt x="364" y="1"/>
                    </a:cubicBezTo>
                    <a:close/>
                    <a:moveTo>
                      <a:pt x="109" y="25"/>
                    </a:moveTo>
                    <a:lnTo>
                      <a:pt x="109" y="25"/>
                    </a:lnTo>
                    <a:cubicBezTo>
                      <a:pt x="76" y="28"/>
                      <a:pt x="40" y="31"/>
                      <a:pt x="0" y="35"/>
                    </a:cubicBezTo>
                    <a:lnTo>
                      <a:pt x="109" y="2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2"/>
              <p:cNvSpPr/>
              <p:nvPr/>
            </p:nvSpPr>
            <p:spPr>
              <a:xfrm>
                <a:off x="1871825" y="4919550"/>
                <a:ext cx="1725" cy="675"/>
              </a:xfrm>
              <a:custGeom>
                <a:rect b="b" l="l" r="r" t="t"/>
                <a:pathLst>
                  <a:path extrusionOk="0" h="27" w="69">
                    <a:moveTo>
                      <a:pt x="52" y="1"/>
                    </a:moveTo>
                    <a:lnTo>
                      <a:pt x="1" y="26"/>
                    </a:lnTo>
                    <a:cubicBezTo>
                      <a:pt x="43" y="9"/>
                      <a:pt x="69" y="1"/>
                      <a:pt x="5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2"/>
              <p:cNvSpPr/>
              <p:nvPr/>
            </p:nvSpPr>
            <p:spPr>
              <a:xfrm>
                <a:off x="1530275" y="4249150"/>
                <a:ext cx="875" cy="25"/>
              </a:xfrm>
              <a:custGeom>
                <a:rect b="b" l="l" r="r" t="t"/>
                <a:pathLst>
                  <a:path extrusionOk="0" h="1" w="35">
                    <a:moveTo>
                      <a:pt x="1" y="0"/>
                    </a:moveTo>
                    <a:lnTo>
                      <a:pt x="26" y="0"/>
                    </a:lnTo>
                    <a:lnTo>
                      <a:pt x="3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2"/>
              <p:cNvSpPr/>
              <p:nvPr/>
            </p:nvSpPr>
            <p:spPr>
              <a:xfrm>
                <a:off x="1500050" y="4250625"/>
                <a:ext cx="8050" cy="25"/>
              </a:xfrm>
              <a:custGeom>
                <a:rect b="b" l="l" r="r" t="t"/>
                <a:pathLst>
                  <a:path extrusionOk="0" h="1" w="322">
                    <a:moveTo>
                      <a:pt x="322" y="1"/>
                    </a:moveTo>
                    <a:lnTo>
                      <a:pt x="0" y="1"/>
                    </a:lnTo>
                    <a:cubicBezTo>
                      <a:pt x="119" y="1"/>
                      <a:pt x="237" y="1"/>
                      <a:pt x="32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2"/>
              <p:cNvSpPr/>
              <p:nvPr/>
            </p:nvSpPr>
            <p:spPr>
              <a:xfrm>
                <a:off x="1998150" y="4386550"/>
                <a:ext cx="6100" cy="5575"/>
              </a:xfrm>
              <a:custGeom>
                <a:rect b="b" l="l" r="r" t="t"/>
                <a:pathLst>
                  <a:path extrusionOk="0" h="223" w="244">
                    <a:moveTo>
                      <a:pt x="86" y="52"/>
                    </a:moveTo>
                    <a:cubicBezTo>
                      <a:pt x="90" y="55"/>
                      <a:pt x="95" y="59"/>
                      <a:pt x="100" y="62"/>
                    </a:cubicBezTo>
                    <a:cubicBezTo>
                      <a:pt x="94" y="58"/>
                      <a:pt x="89" y="54"/>
                      <a:pt x="86" y="52"/>
                    </a:cubicBezTo>
                    <a:close/>
                    <a:moveTo>
                      <a:pt x="5" y="0"/>
                    </a:moveTo>
                    <a:cubicBezTo>
                      <a:pt x="1" y="0"/>
                      <a:pt x="1" y="4"/>
                      <a:pt x="7" y="11"/>
                    </a:cubicBezTo>
                    <a:cubicBezTo>
                      <a:pt x="23" y="28"/>
                      <a:pt x="100" y="96"/>
                      <a:pt x="243" y="223"/>
                    </a:cubicBezTo>
                    <a:cubicBezTo>
                      <a:pt x="187" y="167"/>
                      <a:pt x="66" y="46"/>
                      <a:pt x="76" y="46"/>
                    </a:cubicBezTo>
                    <a:cubicBezTo>
                      <a:pt x="77" y="46"/>
                      <a:pt x="80" y="48"/>
                      <a:pt x="86" y="52"/>
                    </a:cubicBezTo>
                    <a:lnTo>
                      <a:pt x="86" y="52"/>
                    </a:lnTo>
                    <a:cubicBezTo>
                      <a:pt x="41" y="17"/>
                      <a:pt x="13" y="0"/>
                      <a:pt x="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2"/>
              <p:cNvSpPr/>
              <p:nvPr/>
            </p:nvSpPr>
            <p:spPr>
              <a:xfrm>
                <a:off x="1570050" y="4243850"/>
                <a:ext cx="5725" cy="200"/>
              </a:xfrm>
              <a:custGeom>
                <a:rect b="b" l="l" r="r" t="t"/>
                <a:pathLst>
                  <a:path extrusionOk="0" h="8" w="229">
                    <a:moveTo>
                      <a:pt x="0" y="1"/>
                    </a:moveTo>
                    <a:cubicBezTo>
                      <a:pt x="68" y="5"/>
                      <a:pt x="131" y="7"/>
                      <a:pt x="172" y="7"/>
                    </a:cubicBezTo>
                    <a:cubicBezTo>
                      <a:pt x="212" y="7"/>
                      <a:pt x="229" y="5"/>
                      <a:pt x="20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2"/>
              <p:cNvSpPr/>
              <p:nvPr/>
            </p:nvSpPr>
            <p:spPr>
              <a:xfrm>
                <a:off x="1564975" y="4243850"/>
                <a:ext cx="5100" cy="25"/>
              </a:xfrm>
              <a:custGeom>
                <a:rect b="b" l="l" r="r" t="t"/>
                <a:pathLst>
                  <a:path extrusionOk="0" h="1" w="204">
                    <a:moveTo>
                      <a:pt x="203" y="1"/>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2"/>
              <p:cNvSpPr/>
              <p:nvPr/>
            </p:nvSpPr>
            <p:spPr>
              <a:xfrm>
                <a:off x="2053075" y="4430400"/>
                <a:ext cx="1725" cy="2350"/>
              </a:xfrm>
              <a:custGeom>
                <a:rect b="b" l="l" r="r" t="t"/>
                <a:pathLst>
                  <a:path extrusionOk="0" h="94" w="69">
                    <a:moveTo>
                      <a:pt x="1" y="0"/>
                    </a:moveTo>
                    <a:lnTo>
                      <a:pt x="1" y="0"/>
                    </a:lnTo>
                    <a:cubicBezTo>
                      <a:pt x="17" y="17"/>
                      <a:pt x="34" y="51"/>
                      <a:pt x="68" y="93"/>
                    </a:cubicBezTo>
                    <a:cubicBezTo>
                      <a:pt x="51" y="59"/>
                      <a:pt x="26" y="26"/>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2"/>
              <p:cNvSpPr/>
              <p:nvPr/>
            </p:nvSpPr>
            <p:spPr>
              <a:xfrm>
                <a:off x="1450875" y="4250425"/>
                <a:ext cx="78175" cy="4700"/>
              </a:xfrm>
              <a:custGeom>
                <a:rect b="b" l="l" r="r" t="t"/>
                <a:pathLst>
                  <a:path extrusionOk="0" h="188" w="3127">
                    <a:moveTo>
                      <a:pt x="1976" y="0"/>
                    </a:moveTo>
                    <a:lnTo>
                      <a:pt x="1976" y="0"/>
                    </a:lnTo>
                    <a:cubicBezTo>
                      <a:pt x="1622" y="6"/>
                      <a:pt x="1308" y="17"/>
                      <a:pt x="1391" y="25"/>
                    </a:cubicBezTo>
                    <a:lnTo>
                      <a:pt x="1391" y="25"/>
                    </a:lnTo>
                    <a:cubicBezTo>
                      <a:pt x="1550" y="18"/>
                      <a:pt x="1695" y="11"/>
                      <a:pt x="1713" y="9"/>
                    </a:cubicBezTo>
                    <a:cubicBezTo>
                      <a:pt x="1739" y="9"/>
                      <a:pt x="1849" y="9"/>
                      <a:pt x="1976" y="0"/>
                    </a:cubicBezTo>
                    <a:close/>
                    <a:moveTo>
                      <a:pt x="1391" y="25"/>
                    </a:moveTo>
                    <a:cubicBezTo>
                      <a:pt x="1110" y="39"/>
                      <a:pt x="789" y="54"/>
                      <a:pt x="1079" y="54"/>
                    </a:cubicBezTo>
                    <a:cubicBezTo>
                      <a:pt x="1153" y="54"/>
                      <a:pt x="1268" y="53"/>
                      <a:pt x="1434" y="51"/>
                    </a:cubicBezTo>
                    <a:lnTo>
                      <a:pt x="1434" y="51"/>
                    </a:lnTo>
                    <a:cubicBezTo>
                      <a:pt x="1430" y="54"/>
                      <a:pt x="1422" y="56"/>
                      <a:pt x="1410" y="58"/>
                    </a:cubicBezTo>
                    <a:lnTo>
                      <a:pt x="1410" y="58"/>
                    </a:lnTo>
                    <a:lnTo>
                      <a:pt x="1460" y="51"/>
                    </a:lnTo>
                    <a:cubicBezTo>
                      <a:pt x="1756" y="51"/>
                      <a:pt x="1993" y="59"/>
                      <a:pt x="2238" y="59"/>
                    </a:cubicBezTo>
                    <a:cubicBezTo>
                      <a:pt x="2396" y="59"/>
                      <a:pt x="2554" y="56"/>
                      <a:pt x="2729" y="56"/>
                    </a:cubicBezTo>
                    <a:cubicBezTo>
                      <a:pt x="2817" y="56"/>
                      <a:pt x="2909" y="57"/>
                      <a:pt x="3008" y="59"/>
                    </a:cubicBezTo>
                    <a:cubicBezTo>
                      <a:pt x="2788" y="51"/>
                      <a:pt x="2568" y="42"/>
                      <a:pt x="2348" y="42"/>
                    </a:cubicBezTo>
                    <a:lnTo>
                      <a:pt x="1688" y="34"/>
                    </a:lnTo>
                    <a:cubicBezTo>
                      <a:pt x="1516" y="32"/>
                      <a:pt x="1424" y="29"/>
                      <a:pt x="1391" y="25"/>
                    </a:cubicBezTo>
                    <a:close/>
                    <a:moveTo>
                      <a:pt x="1410" y="58"/>
                    </a:moveTo>
                    <a:lnTo>
                      <a:pt x="1385" y="62"/>
                    </a:lnTo>
                    <a:lnTo>
                      <a:pt x="1385" y="62"/>
                    </a:lnTo>
                    <a:cubicBezTo>
                      <a:pt x="1395" y="61"/>
                      <a:pt x="1403" y="60"/>
                      <a:pt x="1410" y="58"/>
                    </a:cubicBezTo>
                    <a:close/>
                    <a:moveTo>
                      <a:pt x="1385" y="62"/>
                    </a:moveTo>
                    <a:cubicBezTo>
                      <a:pt x="1210" y="83"/>
                      <a:pt x="642" y="80"/>
                      <a:pt x="377" y="102"/>
                    </a:cubicBezTo>
                    <a:cubicBezTo>
                      <a:pt x="597" y="102"/>
                      <a:pt x="258" y="127"/>
                      <a:pt x="335" y="136"/>
                    </a:cubicBezTo>
                    <a:cubicBezTo>
                      <a:pt x="487" y="127"/>
                      <a:pt x="664" y="110"/>
                      <a:pt x="927" y="110"/>
                    </a:cubicBezTo>
                    <a:cubicBezTo>
                      <a:pt x="1045" y="119"/>
                      <a:pt x="656" y="136"/>
                      <a:pt x="351" y="144"/>
                    </a:cubicBezTo>
                    <a:cubicBezTo>
                      <a:pt x="695" y="144"/>
                      <a:pt x="1" y="187"/>
                      <a:pt x="311" y="187"/>
                    </a:cubicBezTo>
                    <a:cubicBezTo>
                      <a:pt x="337" y="187"/>
                      <a:pt x="370" y="187"/>
                      <a:pt x="411" y="186"/>
                    </a:cubicBezTo>
                    <a:cubicBezTo>
                      <a:pt x="1536" y="136"/>
                      <a:pt x="2331" y="119"/>
                      <a:pt x="3126" y="85"/>
                    </a:cubicBezTo>
                    <a:lnTo>
                      <a:pt x="1231" y="85"/>
                    </a:lnTo>
                    <a:lnTo>
                      <a:pt x="1385" y="6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2"/>
              <p:cNvSpPr/>
              <p:nvPr/>
            </p:nvSpPr>
            <p:spPr>
              <a:xfrm>
                <a:off x="1514000" y="4244275"/>
                <a:ext cx="1925" cy="25"/>
              </a:xfrm>
              <a:custGeom>
                <a:rect b="b" l="l" r="r" t="t"/>
                <a:pathLst>
                  <a:path extrusionOk="0" h="1" w="77">
                    <a:moveTo>
                      <a:pt x="77" y="1"/>
                    </a:moveTo>
                    <a:lnTo>
                      <a:pt x="51" y="1"/>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2"/>
              <p:cNvSpPr/>
              <p:nvPr/>
            </p:nvSpPr>
            <p:spPr>
              <a:xfrm>
                <a:off x="1670700" y="4979200"/>
                <a:ext cx="3200" cy="450"/>
              </a:xfrm>
              <a:custGeom>
                <a:rect b="b" l="l" r="r" t="t"/>
                <a:pathLst>
                  <a:path extrusionOk="0" h="18" w="128">
                    <a:moveTo>
                      <a:pt x="119" y="0"/>
                    </a:moveTo>
                    <a:lnTo>
                      <a:pt x="1" y="17"/>
                    </a:lnTo>
                    <a:cubicBezTo>
                      <a:pt x="102" y="9"/>
                      <a:pt x="128" y="0"/>
                      <a:pt x="11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2"/>
              <p:cNvSpPr/>
              <p:nvPr/>
            </p:nvSpPr>
            <p:spPr>
              <a:xfrm>
                <a:off x="1535575" y="4248100"/>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2"/>
              <p:cNvSpPr/>
              <p:nvPr/>
            </p:nvSpPr>
            <p:spPr>
              <a:xfrm>
                <a:off x="1743875" y="4970100"/>
                <a:ext cx="450" cy="25"/>
              </a:xfrm>
              <a:custGeom>
                <a:rect b="b" l="l" r="r" t="t"/>
                <a:pathLst>
                  <a:path extrusionOk="0" h="1" w="18">
                    <a:moveTo>
                      <a:pt x="18" y="0"/>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2"/>
              <p:cNvSpPr/>
              <p:nvPr/>
            </p:nvSpPr>
            <p:spPr>
              <a:xfrm>
                <a:off x="1758575" y="4951275"/>
                <a:ext cx="1400" cy="175"/>
              </a:xfrm>
              <a:custGeom>
                <a:rect b="b" l="l" r="r" t="t"/>
                <a:pathLst>
                  <a:path extrusionOk="0" h="7" w="56">
                    <a:moveTo>
                      <a:pt x="39" y="1"/>
                    </a:moveTo>
                    <a:cubicBezTo>
                      <a:pt x="9" y="5"/>
                      <a:pt x="1" y="7"/>
                      <a:pt x="6" y="7"/>
                    </a:cubicBezTo>
                    <a:cubicBezTo>
                      <a:pt x="11" y="7"/>
                      <a:pt x="30" y="5"/>
                      <a:pt x="5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2"/>
              <p:cNvSpPr/>
              <p:nvPr/>
            </p:nvSpPr>
            <p:spPr>
              <a:xfrm>
                <a:off x="1744300" y="4969875"/>
                <a:ext cx="25" cy="25"/>
              </a:xfrm>
              <a:custGeom>
                <a:rect b="b" l="l" r="r" t="t"/>
                <a:pathLst>
                  <a:path extrusionOk="0" h="1" w="1">
                    <a:moveTo>
                      <a:pt x="1" y="1"/>
                    </a:moveTo>
                    <a:lnTo>
                      <a:pt x="1" y="1"/>
                    </a:lnTo>
                    <a:cubicBezTo>
                      <a:pt x="1" y="1"/>
                      <a:pt x="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2"/>
              <p:cNvSpPr/>
              <p:nvPr/>
            </p:nvSpPr>
            <p:spPr>
              <a:xfrm>
                <a:off x="2040750" y="4807675"/>
                <a:ext cx="2200" cy="2200"/>
              </a:xfrm>
              <a:custGeom>
                <a:rect b="b" l="l" r="r" t="t"/>
                <a:pathLst>
                  <a:path extrusionOk="0" h="88" w="88">
                    <a:moveTo>
                      <a:pt x="88" y="1"/>
                    </a:moveTo>
                    <a:lnTo>
                      <a:pt x="3" y="77"/>
                    </a:lnTo>
                    <a:cubicBezTo>
                      <a:pt x="1" y="84"/>
                      <a:pt x="0" y="88"/>
                      <a:pt x="2" y="88"/>
                    </a:cubicBezTo>
                    <a:cubicBezTo>
                      <a:pt x="8" y="88"/>
                      <a:pt x="32" y="62"/>
                      <a:pt x="8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2"/>
              <p:cNvSpPr/>
              <p:nvPr/>
            </p:nvSpPr>
            <p:spPr>
              <a:xfrm>
                <a:off x="1993650" y="4856325"/>
                <a:ext cx="1075" cy="650"/>
              </a:xfrm>
              <a:custGeom>
                <a:rect b="b" l="l" r="r" t="t"/>
                <a:pathLst>
                  <a:path extrusionOk="0" h="26" w="43">
                    <a:moveTo>
                      <a:pt x="43" y="0"/>
                    </a:moveTo>
                    <a:lnTo>
                      <a:pt x="0" y="26"/>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2"/>
              <p:cNvSpPr/>
              <p:nvPr/>
            </p:nvSpPr>
            <p:spPr>
              <a:xfrm>
                <a:off x="2013525" y="4405225"/>
                <a:ext cx="5525" cy="5525"/>
              </a:xfrm>
              <a:custGeom>
                <a:rect b="b" l="l" r="r" t="t"/>
                <a:pathLst>
                  <a:path extrusionOk="0" h="221" w="221">
                    <a:moveTo>
                      <a:pt x="1" y="0"/>
                    </a:moveTo>
                    <a:lnTo>
                      <a:pt x="221" y="220"/>
                    </a:lnTo>
                    <a:cubicBezTo>
                      <a:pt x="153" y="153"/>
                      <a:pt x="85" y="77"/>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2"/>
              <p:cNvSpPr/>
              <p:nvPr/>
            </p:nvSpPr>
            <p:spPr>
              <a:xfrm>
                <a:off x="1740500" y="4970100"/>
                <a:ext cx="3400" cy="875"/>
              </a:xfrm>
              <a:custGeom>
                <a:rect b="b" l="l" r="r" t="t"/>
                <a:pathLst>
                  <a:path extrusionOk="0" h="35" w="136">
                    <a:moveTo>
                      <a:pt x="136" y="0"/>
                    </a:moveTo>
                    <a:cubicBezTo>
                      <a:pt x="110" y="9"/>
                      <a:pt x="68" y="17"/>
                      <a:pt x="1" y="34"/>
                    </a:cubicBezTo>
                    <a:cubicBezTo>
                      <a:pt x="77" y="17"/>
                      <a:pt x="111" y="9"/>
                      <a:pt x="13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2"/>
              <p:cNvSpPr/>
              <p:nvPr/>
            </p:nvSpPr>
            <p:spPr>
              <a:xfrm>
                <a:off x="2092000" y="4716525"/>
                <a:ext cx="850" cy="1925"/>
              </a:xfrm>
              <a:custGeom>
                <a:rect b="b" l="l" r="r" t="t"/>
                <a:pathLst>
                  <a:path extrusionOk="0" h="77" w="34">
                    <a:moveTo>
                      <a:pt x="34" y="1"/>
                    </a:moveTo>
                    <a:lnTo>
                      <a:pt x="0" y="77"/>
                    </a:lnTo>
                    <a:lnTo>
                      <a:pt x="25" y="34"/>
                    </a:lnTo>
                    <a:lnTo>
                      <a:pt x="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2"/>
              <p:cNvSpPr/>
              <p:nvPr/>
            </p:nvSpPr>
            <p:spPr>
              <a:xfrm>
                <a:off x="2087325" y="4647575"/>
                <a:ext cx="24575" cy="79775"/>
              </a:xfrm>
              <a:custGeom>
                <a:rect b="b" l="l" r="r" t="t"/>
                <a:pathLst>
                  <a:path extrusionOk="0" h="3191" w="983">
                    <a:moveTo>
                      <a:pt x="511" y="1823"/>
                    </a:moveTo>
                    <a:cubicBezTo>
                      <a:pt x="503" y="1847"/>
                      <a:pt x="493" y="1874"/>
                      <a:pt x="483" y="1904"/>
                    </a:cubicBezTo>
                    <a:cubicBezTo>
                      <a:pt x="491" y="1881"/>
                      <a:pt x="501" y="1854"/>
                      <a:pt x="511" y="1823"/>
                    </a:cubicBezTo>
                    <a:close/>
                    <a:moveTo>
                      <a:pt x="982" y="1"/>
                    </a:moveTo>
                    <a:cubicBezTo>
                      <a:pt x="965" y="85"/>
                      <a:pt x="923" y="348"/>
                      <a:pt x="872" y="568"/>
                    </a:cubicBezTo>
                    <a:cubicBezTo>
                      <a:pt x="837" y="749"/>
                      <a:pt x="791" y="902"/>
                      <a:pt x="781" y="902"/>
                    </a:cubicBezTo>
                    <a:cubicBezTo>
                      <a:pt x="778" y="902"/>
                      <a:pt x="778" y="895"/>
                      <a:pt x="779" y="881"/>
                    </a:cubicBezTo>
                    <a:lnTo>
                      <a:pt x="779" y="881"/>
                    </a:lnTo>
                    <a:cubicBezTo>
                      <a:pt x="745" y="1058"/>
                      <a:pt x="686" y="1270"/>
                      <a:pt x="627" y="1456"/>
                    </a:cubicBezTo>
                    <a:cubicBezTo>
                      <a:pt x="582" y="1596"/>
                      <a:pt x="542" y="1727"/>
                      <a:pt x="511" y="1823"/>
                    </a:cubicBezTo>
                    <a:lnTo>
                      <a:pt x="511" y="1823"/>
                    </a:lnTo>
                    <a:cubicBezTo>
                      <a:pt x="551" y="1707"/>
                      <a:pt x="570" y="1660"/>
                      <a:pt x="574" y="1660"/>
                    </a:cubicBezTo>
                    <a:cubicBezTo>
                      <a:pt x="584" y="1660"/>
                      <a:pt x="496" y="1970"/>
                      <a:pt x="415" y="2217"/>
                    </a:cubicBezTo>
                    <a:cubicBezTo>
                      <a:pt x="370" y="2331"/>
                      <a:pt x="355" y="2360"/>
                      <a:pt x="351" y="2360"/>
                    </a:cubicBezTo>
                    <a:cubicBezTo>
                      <a:pt x="347" y="2360"/>
                      <a:pt x="356" y="2324"/>
                      <a:pt x="352" y="2324"/>
                    </a:cubicBezTo>
                    <a:cubicBezTo>
                      <a:pt x="349" y="2324"/>
                      <a:pt x="338" y="2347"/>
                      <a:pt x="306" y="2429"/>
                    </a:cubicBezTo>
                    <a:cubicBezTo>
                      <a:pt x="238" y="2620"/>
                      <a:pt x="165" y="2806"/>
                      <a:pt x="89" y="2988"/>
                    </a:cubicBezTo>
                    <a:lnTo>
                      <a:pt x="89" y="2988"/>
                    </a:lnTo>
                    <a:cubicBezTo>
                      <a:pt x="155" y="2838"/>
                      <a:pt x="222" y="2688"/>
                      <a:pt x="280" y="2530"/>
                    </a:cubicBezTo>
                    <a:lnTo>
                      <a:pt x="280" y="2530"/>
                    </a:lnTo>
                    <a:lnTo>
                      <a:pt x="229" y="2742"/>
                    </a:lnTo>
                    <a:lnTo>
                      <a:pt x="246" y="2674"/>
                    </a:lnTo>
                    <a:cubicBezTo>
                      <a:pt x="356" y="2395"/>
                      <a:pt x="415" y="2243"/>
                      <a:pt x="441" y="2167"/>
                    </a:cubicBezTo>
                    <a:cubicBezTo>
                      <a:pt x="449" y="2124"/>
                      <a:pt x="466" y="2090"/>
                      <a:pt x="492" y="2057"/>
                    </a:cubicBezTo>
                    <a:cubicBezTo>
                      <a:pt x="500" y="2048"/>
                      <a:pt x="534" y="2023"/>
                      <a:pt x="695" y="1422"/>
                    </a:cubicBezTo>
                    <a:lnTo>
                      <a:pt x="695" y="1422"/>
                    </a:lnTo>
                    <a:cubicBezTo>
                      <a:pt x="686" y="1473"/>
                      <a:pt x="686" y="1490"/>
                      <a:pt x="678" y="1524"/>
                    </a:cubicBezTo>
                    <a:cubicBezTo>
                      <a:pt x="745" y="1278"/>
                      <a:pt x="830" y="923"/>
                      <a:pt x="889" y="618"/>
                    </a:cubicBezTo>
                    <a:cubicBezTo>
                      <a:pt x="932" y="415"/>
                      <a:pt x="965" y="212"/>
                      <a:pt x="982" y="1"/>
                    </a:cubicBezTo>
                    <a:close/>
                    <a:moveTo>
                      <a:pt x="89" y="2988"/>
                    </a:moveTo>
                    <a:lnTo>
                      <a:pt x="89" y="2988"/>
                    </a:lnTo>
                    <a:cubicBezTo>
                      <a:pt x="59" y="3055"/>
                      <a:pt x="30" y="3122"/>
                      <a:pt x="1" y="3190"/>
                    </a:cubicBezTo>
                    <a:cubicBezTo>
                      <a:pt x="31" y="3123"/>
                      <a:pt x="60" y="3056"/>
                      <a:pt x="89" y="298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2"/>
              <p:cNvSpPr/>
              <p:nvPr/>
            </p:nvSpPr>
            <p:spPr>
              <a:xfrm>
                <a:off x="2102975" y="4685650"/>
                <a:ext cx="1300" cy="4675"/>
              </a:xfrm>
              <a:custGeom>
                <a:rect b="b" l="l" r="r" t="t"/>
                <a:pathLst>
                  <a:path extrusionOk="0" h="187" w="52">
                    <a:moveTo>
                      <a:pt x="52" y="1"/>
                    </a:moveTo>
                    <a:lnTo>
                      <a:pt x="52" y="1"/>
                    </a:lnTo>
                    <a:cubicBezTo>
                      <a:pt x="35" y="68"/>
                      <a:pt x="18" y="136"/>
                      <a:pt x="1" y="187"/>
                    </a:cubicBezTo>
                    <a:cubicBezTo>
                      <a:pt x="26" y="127"/>
                      <a:pt x="43" y="60"/>
                      <a:pt x="5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2"/>
              <p:cNvSpPr/>
              <p:nvPr/>
            </p:nvSpPr>
            <p:spPr>
              <a:xfrm>
                <a:off x="2111450" y="4557075"/>
                <a:ext cx="1300" cy="5300"/>
              </a:xfrm>
              <a:custGeom>
                <a:rect b="b" l="l" r="r" t="t"/>
                <a:pathLst>
                  <a:path extrusionOk="0" h="212" w="52">
                    <a:moveTo>
                      <a:pt x="0" y="0"/>
                    </a:moveTo>
                    <a:lnTo>
                      <a:pt x="0" y="0"/>
                    </a:lnTo>
                    <a:cubicBezTo>
                      <a:pt x="5" y="24"/>
                      <a:pt x="15" y="63"/>
                      <a:pt x="26" y="106"/>
                    </a:cubicBezTo>
                    <a:lnTo>
                      <a:pt x="26" y="106"/>
                    </a:lnTo>
                    <a:lnTo>
                      <a:pt x="0" y="0"/>
                    </a:lnTo>
                    <a:close/>
                    <a:moveTo>
                      <a:pt x="26" y="106"/>
                    </a:moveTo>
                    <a:lnTo>
                      <a:pt x="51" y="212"/>
                    </a:lnTo>
                    <a:cubicBezTo>
                      <a:pt x="44" y="178"/>
                      <a:pt x="34" y="141"/>
                      <a:pt x="26" y="10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2"/>
              <p:cNvSpPr/>
              <p:nvPr/>
            </p:nvSpPr>
            <p:spPr>
              <a:xfrm>
                <a:off x="1441250" y="4971150"/>
                <a:ext cx="17800" cy="1925"/>
              </a:xfrm>
              <a:custGeom>
                <a:rect b="b" l="l" r="r" t="t"/>
                <a:pathLst>
                  <a:path extrusionOk="0" h="77" w="712">
                    <a:moveTo>
                      <a:pt x="1" y="1"/>
                    </a:moveTo>
                    <a:lnTo>
                      <a:pt x="1" y="1"/>
                    </a:lnTo>
                    <a:cubicBezTo>
                      <a:pt x="237" y="43"/>
                      <a:pt x="474" y="68"/>
                      <a:pt x="711" y="77"/>
                    </a:cubicBezTo>
                    <a:lnTo>
                      <a:pt x="85" y="9"/>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2"/>
              <p:cNvSpPr/>
              <p:nvPr/>
            </p:nvSpPr>
            <p:spPr>
              <a:xfrm>
                <a:off x="1897425" y="4318950"/>
                <a:ext cx="6375" cy="2975"/>
              </a:xfrm>
              <a:custGeom>
                <a:rect b="b" l="l" r="r" t="t"/>
                <a:pathLst>
                  <a:path extrusionOk="0" h="119" w="255">
                    <a:moveTo>
                      <a:pt x="0" y="0"/>
                    </a:moveTo>
                    <a:cubicBezTo>
                      <a:pt x="10" y="5"/>
                      <a:pt x="20" y="10"/>
                      <a:pt x="32" y="15"/>
                    </a:cubicBezTo>
                    <a:lnTo>
                      <a:pt x="32" y="15"/>
                    </a:lnTo>
                    <a:lnTo>
                      <a:pt x="0" y="0"/>
                    </a:lnTo>
                    <a:close/>
                    <a:moveTo>
                      <a:pt x="32" y="15"/>
                    </a:moveTo>
                    <a:lnTo>
                      <a:pt x="212" y="102"/>
                    </a:lnTo>
                    <a:lnTo>
                      <a:pt x="254" y="118"/>
                    </a:lnTo>
                    <a:cubicBezTo>
                      <a:pt x="218" y="97"/>
                      <a:pt x="105" y="49"/>
                      <a:pt x="32" y="1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2"/>
              <p:cNvSpPr/>
              <p:nvPr/>
            </p:nvSpPr>
            <p:spPr>
              <a:xfrm>
                <a:off x="2106800" y="4664500"/>
                <a:ext cx="875" cy="5325"/>
              </a:xfrm>
              <a:custGeom>
                <a:rect b="b" l="l" r="r" t="t"/>
                <a:pathLst>
                  <a:path extrusionOk="0" h="213" w="35">
                    <a:moveTo>
                      <a:pt x="34" y="1"/>
                    </a:moveTo>
                    <a:cubicBezTo>
                      <a:pt x="9" y="128"/>
                      <a:pt x="0" y="178"/>
                      <a:pt x="0" y="212"/>
                    </a:cubicBezTo>
                    <a:cubicBezTo>
                      <a:pt x="17" y="128"/>
                      <a:pt x="26" y="51"/>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2"/>
              <p:cNvSpPr/>
              <p:nvPr/>
            </p:nvSpPr>
            <p:spPr>
              <a:xfrm>
                <a:off x="1877975" y="4308775"/>
                <a:ext cx="19050" cy="8500"/>
              </a:xfrm>
              <a:custGeom>
                <a:rect b="b" l="l" r="r" t="t"/>
                <a:pathLst>
                  <a:path extrusionOk="0" h="340" w="762">
                    <a:moveTo>
                      <a:pt x="0" y="1"/>
                    </a:moveTo>
                    <a:lnTo>
                      <a:pt x="0" y="1"/>
                    </a:lnTo>
                    <a:cubicBezTo>
                      <a:pt x="220" y="94"/>
                      <a:pt x="474" y="196"/>
                      <a:pt x="762" y="339"/>
                    </a:cubicBezTo>
                    <a:cubicBezTo>
                      <a:pt x="668" y="289"/>
                      <a:pt x="542" y="221"/>
                      <a:pt x="525" y="204"/>
                    </a:cubicBezTo>
                    <a:cubicBezTo>
                      <a:pt x="330" y="128"/>
                      <a:pt x="195" y="77"/>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2"/>
              <p:cNvSpPr/>
              <p:nvPr/>
            </p:nvSpPr>
            <p:spPr>
              <a:xfrm>
                <a:off x="1877550" y="4308575"/>
                <a:ext cx="450" cy="225"/>
              </a:xfrm>
              <a:custGeom>
                <a:rect b="b" l="l" r="r" t="t"/>
                <a:pathLst>
                  <a:path extrusionOk="0" h="9" w="18">
                    <a:moveTo>
                      <a:pt x="0" y="1"/>
                    </a:moveTo>
                    <a:lnTo>
                      <a:pt x="17"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2"/>
              <p:cNvSpPr/>
              <p:nvPr/>
            </p:nvSpPr>
            <p:spPr>
              <a:xfrm>
                <a:off x="952075" y="4075475"/>
                <a:ext cx="1167850" cy="908925"/>
              </a:xfrm>
              <a:custGeom>
                <a:rect b="b" l="l" r="r" t="t"/>
                <a:pathLst>
                  <a:path extrusionOk="0" h="36357" w="46714">
                    <a:moveTo>
                      <a:pt x="5609" y="1623"/>
                    </a:moveTo>
                    <a:cubicBezTo>
                      <a:pt x="5604" y="1627"/>
                      <a:pt x="5598" y="1631"/>
                      <a:pt x="5593" y="1635"/>
                    </a:cubicBezTo>
                    <a:cubicBezTo>
                      <a:pt x="5567" y="1656"/>
                      <a:pt x="5558" y="1665"/>
                      <a:pt x="5558" y="1665"/>
                    </a:cubicBezTo>
                    <a:cubicBezTo>
                      <a:pt x="5558" y="1665"/>
                      <a:pt x="5581" y="1646"/>
                      <a:pt x="5609" y="1623"/>
                    </a:cubicBezTo>
                    <a:close/>
                    <a:moveTo>
                      <a:pt x="24760" y="6864"/>
                    </a:moveTo>
                    <a:lnTo>
                      <a:pt x="24760" y="6864"/>
                    </a:lnTo>
                    <a:cubicBezTo>
                      <a:pt x="24836" y="6870"/>
                      <a:pt x="24913" y="6876"/>
                      <a:pt x="24990" y="6880"/>
                    </a:cubicBezTo>
                    <a:lnTo>
                      <a:pt x="24760" y="6864"/>
                    </a:lnTo>
                    <a:close/>
                    <a:moveTo>
                      <a:pt x="22299" y="6998"/>
                    </a:moveTo>
                    <a:cubicBezTo>
                      <a:pt x="22274" y="6998"/>
                      <a:pt x="22249" y="6998"/>
                      <a:pt x="22224" y="6998"/>
                    </a:cubicBezTo>
                    <a:lnTo>
                      <a:pt x="22308" y="6998"/>
                    </a:lnTo>
                    <a:lnTo>
                      <a:pt x="22299" y="6998"/>
                    </a:lnTo>
                    <a:close/>
                    <a:moveTo>
                      <a:pt x="1667" y="6981"/>
                    </a:moveTo>
                    <a:lnTo>
                      <a:pt x="1667" y="6981"/>
                    </a:lnTo>
                    <a:cubicBezTo>
                      <a:pt x="1645" y="7043"/>
                      <a:pt x="1623" y="7104"/>
                      <a:pt x="1605" y="7166"/>
                    </a:cubicBezTo>
                    <a:lnTo>
                      <a:pt x="1605" y="7166"/>
                    </a:lnTo>
                    <a:cubicBezTo>
                      <a:pt x="1625" y="7106"/>
                      <a:pt x="1646" y="7044"/>
                      <a:pt x="1667" y="6981"/>
                    </a:cubicBezTo>
                    <a:close/>
                    <a:moveTo>
                      <a:pt x="28365" y="7438"/>
                    </a:moveTo>
                    <a:lnTo>
                      <a:pt x="28388" y="7440"/>
                    </a:lnTo>
                    <a:lnTo>
                      <a:pt x="28388" y="7440"/>
                    </a:lnTo>
                    <a:cubicBezTo>
                      <a:pt x="28380" y="7439"/>
                      <a:pt x="28373" y="7439"/>
                      <a:pt x="28365" y="7438"/>
                    </a:cubicBezTo>
                    <a:close/>
                    <a:moveTo>
                      <a:pt x="33458" y="7920"/>
                    </a:moveTo>
                    <a:cubicBezTo>
                      <a:pt x="33460" y="7921"/>
                      <a:pt x="33463" y="7921"/>
                      <a:pt x="33465" y="7921"/>
                    </a:cubicBezTo>
                    <a:lnTo>
                      <a:pt x="33465" y="7921"/>
                    </a:lnTo>
                    <a:cubicBezTo>
                      <a:pt x="33463" y="7921"/>
                      <a:pt x="33460" y="7921"/>
                      <a:pt x="33458" y="7920"/>
                    </a:cubicBezTo>
                    <a:close/>
                    <a:moveTo>
                      <a:pt x="38043" y="9536"/>
                    </a:moveTo>
                    <a:lnTo>
                      <a:pt x="38043" y="9536"/>
                    </a:lnTo>
                    <a:cubicBezTo>
                      <a:pt x="38075" y="9551"/>
                      <a:pt x="38094" y="9559"/>
                      <a:pt x="38102" y="9562"/>
                    </a:cubicBezTo>
                    <a:lnTo>
                      <a:pt x="38102" y="9562"/>
                    </a:lnTo>
                    <a:cubicBezTo>
                      <a:pt x="38084" y="9554"/>
                      <a:pt x="38064" y="9545"/>
                      <a:pt x="38043" y="9536"/>
                    </a:cubicBezTo>
                    <a:close/>
                    <a:moveTo>
                      <a:pt x="684" y="11834"/>
                    </a:moveTo>
                    <a:cubicBezTo>
                      <a:pt x="682" y="11846"/>
                      <a:pt x="680" y="11858"/>
                      <a:pt x="678" y="11871"/>
                    </a:cubicBezTo>
                    <a:cubicBezTo>
                      <a:pt x="680" y="11858"/>
                      <a:pt x="682" y="11846"/>
                      <a:pt x="684" y="11834"/>
                    </a:cubicBezTo>
                    <a:close/>
                    <a:moveTo>
                      <a:pt x="41921" y="12171"/>
                    </a:moveTo>
                    <a:lnTo>
                      <a:pt x="41921" y="12171"/>
                    </a:lnTo>
                    <a:cubicBezTo>
                      <a:pt x="42001" y="12241"/>
                      <a:pt x="42084" y="12309"/>
                      <a:pt x="42163" y="12387"/>
                    </a:cubicBezTo>
                    <a:cubicBezTo>
                      <a:pt x="42123" y="12343"/>
                      <a:pt x="42035" y="12266"/>
                      <a:pt x="41921" y="12171"/>
                    </a:cubicBezTo>
                    <a:close/>
                    <a:moveTo>
                      <a:pt x="36420" y="9039"/>
                    </a:moveTo>
                    <a:cubicBezTo>
                      <a:pt x="36470" y="9039"/>
                      <a:pt x="36589" y="9069"/>
                      <a:pt x="37095" y="9248"/>
                    </a:cubicBezTo>
                    <a:cubicBezTo>
                      <a:pt x="37315" y="9344"/>
                      <a:pt x="37363" y="9367"/>
                      <a:pt x="37354" y="9367"/>
                    </a:cubicBezTo>
                    <a:cubicBezTo>
                      <a:pt x="37345" y="9367"/>
                      <a:pt x="37280" y="9345"/>
                      <a:pt x="37267" y="9345"/>
                    </a:cubicBezTo>
                    <a:cubicBezTo>
                      <a:pt x="37258" y="9345"/>
                      <a:pt x="37274" y="9356"/>
                      <a:pt x="37349" y="9392"/>
                    </a:cubicBezTo>
                    <a:cubicBezTo>
                      <a:pt x="37442" y="9426"/>
                      <a:pt x="37544" y="9460"/>
                      <a:pt x="37637" y="9502"/>
                    </a:cubicBezTo>
                    <a:cubicBezTo>
                      <a:pt x="37721" y="9528"/>
                      <a:pt x="37789" y="9570"/>
                      <a:pt x="37857" y="9604"/>
                    </a:cubicBezTo>
                    <a:cubicBezTo>
                      <a:pt x="38026" y="9697"/>
                      <a:pt x="38204" y="9773"/>
                      <a:pt x="38390" y="9841"/>
                    </a:cubicBezTo>
                    <a:cubicBezTo>
                      <a:pt x="38940" y="10128"/>
                      <a:pt x="38762" y="10052"/>
                      <a:pt x="38931" y="10162"/>
                    </a:cubicBezTo>
                    <a:cubicBezTo>
                      <a:pt x="38782" y="10086"/>
                      <a:pt x="38731" y="10063"/>
                      <a:pt x="38722" y="10063"/>
                    </a:cubicBezTo>
                    <a:cubicBezTo>
                      <a:pt x="38709" y="10063"/>
                      <a:pt x="38794" y="10117"/>
                      <a:pt x="38777" y="10117"/>
                    </a:cubicBezTo>
                    <a:cubicBezTo>
                      <a:pt x="38765" y="10117"/>
                      <a:pt x="38693" y="10085"/>
                      <a:pt x="38474" y="9976"/>
                    </a:cubicBezTo>
                    <a:lnTo>
                      <a:pt x="38474" y="9976"/>
                    </a:lnTo>
                    <a:cubicBezTo>
                      <a:pt x="38753" y="10128"/>
                      <a:pt x="38863" y="10170"/>
                      <a:pt x="38956" y="10213"/>
                    </a:cubicBezTo>
                    <a:cubicBezTo>
                      <a:pt x="39092" y="10272"/>
                      <a:pt x="39227" y="10340"/>
                      <a:pt x="39363" y="10424"/>
                    </a:cubicBezTo>
                    <a:lnTo>
                      <a:pt x="39413" y="10492"/>
                    </a:lnTo>
                    <a:cubicBezTo>
                      <a:pt x="39616" y="10619"/>
                      <a:pt x="39946" y="10813"/>
                      <a:pt x="40285" y="11042"/>
                    </a:cubicBezTo>
                    <a:cubicBezTo>
                      <a:pt x="40454" y="11152"/>
                      <a:pt x="40623" y="11270"/>
                      <a:pt x="40784" y="11380"/>
                    </a:cubicBezTo>
                    <a:lnTo>
                      <a:pt x="41021" y="11541"/>
                    </a:lnTo>
                    <a:lnTo>
                      <a:pt x="41232" y="11693"/>
                    </a:lnTo>
                    <a:cubicBezTo>
                      <a:pt x="41125" y="11603"/>
                      <a:pt x="41089" y="11570"/>
                      <a:pt x="41094" y="11570"/>
                    </a:cubicBezTo>
                    <a:cubicBezTo>
                      <a:pt x="41109" y="11570"/>
                      <a:pt x="41423" y="11809"/>
                      <a:pt x="41445" y="11809"/>
                    </a:cubicBezTo>
                    <a:cubicBezTo>
                      <a:pt x="41447" y="11809"/>
                      <a:pt x="41447" y="11807"/>
                      <a:pt x="41444" y="11803"/>
                    </a:cubicBezTo>
                    <a:cubicBezTo>
                      <a:pt x="41308" y="11719"/>
                      <a:pt x="41181" y="11625"/>
                      <a:pt x="41063" y="11532"/>
                    </a:cubicBezTo>
                    <a:cubicBezTo>
                      <a:pt x="40961" y="11456"/>
                      <a:pt x="40860" y="11380"/>
                      <a:pt x="40758" y="11296"/>
                    </a:cubicBezTo>
                    <a:lnTo>
                      <a:pt x="40758" y="11296"/>
                    </a:lnTo>
                    <a:cubicBezTo>
                      <a:pt x="40851" y="11355"/>
                      <a:pt x="40978" y="11431"/>
                      <a:pt x="41114" y="11541"/>
                    </a:cubicBezTo>
                    <a:lnTo>
                      <a:pt x="41545" y="11862"/>
                    </a:lnTo>
                    <a:cubicBezTo>
                      <a:pt x="41681" y="11973"/>
                      <a:pt x="41812" y="12080"/>
                      <a:pt x="41921" y="12171"/>
                    </a:cubicBezTo>
                    <a:lnTo>
                      <a:pt x="41921" y="12171"/>
                    </a:lnTo>
                    <a:cubicBezTo>
                      <a:pt x="41897" y="12150"/>
                      <a:pt x="41873" y="12129"/>
                      <a:pt x="41850" y="12108"/>
                    </a:cubicBezTo>
                    <a:cubicBezTo>
                      <a:pt x="41740" y="12015"/>
                      <a:pt x="41638" y="11922"/>
                      <a:pt x="41528" y="11837"/>
                    </a:cubicBezTo>
                    <a:lnTo>
                      <a:pt x="41528" y="11837"/>
                    </a:lnTo>
                    <a:cubicBezTo>
                      <a:pt x="41655" y="11913"/>
                      <a:pt x="41926" y="12116"/>
                      <a:pt x="42154" y="12311"/>
                    </a:cubicBezTo>
                    <a:cubicBezTo>
                      <a:pt x="42383" y="12505"/>
                      <a:pt x="42594" y="12683"/>
                      <a:pt x="42602" y="12691"/>
                    </a:cubicBezTo>
                    <a:cubicBezTo>
                      <a:pt x="42831" y="12928"/>
                      <a:pt x="43186" y="13275"/>
                      <a:pt x="43279" y="13419"/>
                    </a:cubicBezTo>
                    <a:cubicBezTo>
                      <a:pt x="43212" y="13343"/>
                      <a:pt x="43144" y="13275"/>
                      <a:pt x="43068" y="13207"/>
                    </a:cubicBezTo>
                    <a:lnTo>
                      <a:pt x="42848" y="12996"/>
                    </a:lnTo>
                    <a:lnTo>
                      <a:pt x="42704" y="12827"/>
                    </a:lnTo>
                    <a:cubicBezTo>
                      <a:pt x="42619" y="12751"/>
                      <a:pt x="42518" y="12683"/>
                      <a:pt x="42433" y="12607"/>
                    </a:cubicBezTo>
                    <a:lnTo>
                      <a:pt x="42433" y="12607"/>
                    </a:lnTo>
                    <a:cubicBezTo>
                      <a:pt x="42577" y="12742"/>
                      <a:pt x="42789" y="12962"/>
                      <a:pt x="42975" y="13165"/>
                    </a:cubicBezTo>
                    <a:cubicBezTo>
                      <a:pt x="43118" y="13317"/>
                      <a:pt x="43254" y="13478"/>
                      <a:pt x="43381" y="13647"/>
                    </a:cubicBezTo>
                    <a:cubicBezTo>
                      <a:pt x="43220" y="13478"/>
                      <a:pt x="43051" y="13275"/>
                      <a:pt x="42839" y="13080"/>
                    </a:cubicBezTo>
                    <a:cubicBezTo>
                      <a:pt x="42738" y="12971"/>
                      <a:pt x="42628" y="12869"/>
                      <a:pt x="42509" y="12759"/>
                    </a:cubicBezTo>
                    <a:lnTo>
                      <a:pt x="42146" y="12438"/>
                    </a:lnTo>
                    <a:cubicBezTo>
                      <a:pt x="41562" y="11946"/>
                      <a:pt x="40946" y="11504"/>
                      <a:pt x="40297" y="11110"/>
                    </a:cubicBezTo>
                    <a:lnTo>
                      <a:pt x="40297" y="11110"/>
                    </a:lnTo>
                    <a:cubicBezTo>
                      <a:pt x="40317" y="11121"/>
                      <a:pt x="40339" y="11132"/>
                      <a:pt x="40361" y="11143"/>
                    </a:cubicBezTo>
                    <a:lnTo>
                      <a:pt x="39912" y="10864"/>
                    </a:lnTo>
                    <a:lnTo>
                      <a:pt x="39599" y="10678"/>
                    </a:lnTo>
                    <a:cubicBezTo>
                      <a:pt x="39506" y="10619"/>
                      <a:pt x="39422" y="10568"/>
                      <a:pt x="39312" y="10517"/>
                    </a:cubicBezTo>
                    <a:lnTo>
                      <a:pt x="38940" y="10314"/>
                    </a:lnTo>
                    <a:lnTo>
                      <a:pt x="38940" y="10314"/>
                    </a:lnTo>
                    <a:lnTo>
                      <a:pt x="39134" y="10399"/>
                    </a:lnTo>
                    <a:cubicBezTo>
                      <a:pt x="39007" y="10323"/>
                      <a:pt x="38872" y="10247"/>
                      <a:pt x="38737" y="10179"/>
                    </a:cubicBezTo>
                    <a:cubicBezTo>
                      <a:pt x="38525" y="10086"/>
                      <a:pt x="38280" y="9951"/>
                      <a:pt x="38017" y="9841"/>
                    </a:cubicBezTo>
                    <a:cubicBezTo>
                      <a:pt x="37865" y="9781"/>
                      <a:pt x="37527" y="9638"/>
                      <a:pt x="37332" y="9536"/>
                    </a:cubicBezTo>
                    <a:lnTo>
                      <a:pt x="37332" y="9536"/>
                    </a:lnTo>
                    <a:lnTo>
                      <a:pt x="37417" y="9561"/>
                    </a:lnTo>
                    <a:cubicBezTo>
                      <a:pt x="37375" y="9536"/>
                      <a:pt x="37222" y="9460"/>
                      <a:pt x="37011" y="9375"/>
                    </a:cubicBezTo>
                    <a:cubicBezTo>
                      <a:pt x="36799" y="9291"/>
                      <a:pt x="36520" y="9172"/>
                      <a:pt x="36224" y="9071"/>
                    </a:cubicBezTo>
                    <a:lnTo>
                      <a:pt x="36224" y="9071"/>
                    </a:lnTo>
                    <a:cubicBezTo>
                      <a:pt x="36300" y="9088"/>
                      <a:pt x="36385" y="9113"/>
                      <a:pt x="36469" y="9138"/>
                    </a:cubicBezTo>
                    <a:cubicBezTo>
                      <a:pt x="36630" y="9189"/>
                      <a:pt x="36808" y="9248"/>
                      <a:pt x="37019" y="9333"/>
                    </a:cubicBezTo>
                    <a:cubicBezTo>
                      <a:pt x="36901" y="9282"/>
                      <a:pt x="36757" y="9231"/>
                      <a:pt x="36571" y="9147"/>
                    </a:cubicBezTo>
                    <a:lnTo>
                      <a:pt x="36571" y="9147"/>
                    </a:lnTo>
                    <a:cubicBezTo>
                      <a:pt x="36740" y="9206"/>
                      <a:pt x="36918" y="9265"/>
                      <a:pt x="37095" y="9325"/>
                    </a:cubicBezTo>
                    <a:lnTo>
                      <a:pt x="37628" y="9519"/>
                    </a:lnTo>
                    <a:cubicBezTo>
                      <a:pt x="37366" y="9401"/>
                      <a:pt x="37214" y="9350"/>
                      <a:pt x="37045" y="9291"/>
                    </a:cubicBezTo>
                    <a:cubicBezTo>
                      <a:pt x="36884" y="9240"/>
                      <a:pt x="36698" y="9172"/>
                      <a:pt x="36376" y="9045"/>
                    </a:cubicBezTo>
                    <a:cubicBezTo>
                      <a:pt x="36392" y="9043"/>
                      <a:pt x="36402" y="9039"/>
                      <a:pt x="36420" y="9039"/>
                    </a:cubicBezTo>
                    <a:close/>
                    <a:moveTo>
                      <a:pt x="46145" y="19005"/>
                    </a:moveTo>
                    <a:cubicBezTo>
                      <a:pt x="46149" y="19018"/>
                      <a:pt x="46152" y="19031"/>
                      <a:pt x="46155" y="19044"/>
                    </a:cubicBezTo>
                    <a:cubicBezTo>
                      <a:pt x="46153" y="19031"/>
                      <a:pt x="46149" y="19018"/>
                      <a:pt x="46145" y="19005"/>
                    </a:cubicBezTo>
                    <a:close/>
                    <a:moveTo>
                      <a:pt x="46418" y="19493"/>
                    </a:moveTo>
                    <a:cubicBezTo>
                      <a:pt x="46420" y="19505"/>
                      <a:pt x="46423" y="19518"/>
                      <a:pt x="46425" y="19530"/>
                    </a:cubicBezTo>
                    <a:lnTo>
                      <a:pt x="46425" y="19530"/>
                    </a:lnTo>
                    <a:cubicBezTo>
                      <a:pt x="46423" y="19518"/>
                      <a:pt x="46420" y="19505"/>
                      <a:pt x="46418" y="19493"/>
                    </a:cubicBezTo>
                    <a:close/>
                    <a:moveTo>
                      <a:pt x="46196" y="20922"/>
                    </a:moveTo>
                    <a:cubicBezTo>
                      <a:pt x="46202" y="20984"/>
                      <a:pt x="46206" y="21043"/>
                      <a:pt x="46212" y="21073"/>
                    </a:cubicBezTo>
                    <a:lnTo>
                      <a:pt x="46212" y="21073"/>
                    </a:lnTo>
                    <a:cubicBezTo>
                      <a:pt x="46213" y="21055"/>
                      <a:pt x="46214" y="21038"/>
                      <a:pt x="46215" y="21024"/>
                    </a:cubicBezTo>
                    <a:cubicBezTo>
                      <a:pt x="46209" y="21000"/>
                      <a:pt x="46203" y="20963"/>
                      <a:pt x="46196" y="20922"/>
                    </a:cubicBezTo>
                    <a:close/>
                    <a:moveTo>
                      <a:pt x="45174" y="16828"/>
                    </a:moveTo>
                    <a:cubicBezTo>
                      <a:pt x="45230" y="16963"/>
                      <a:pt x="45242" y="17018"/>
                      <a:pt x="45228" y="17018"/>
                    </a:cubicBezTo>
                    <a:cubicBezTo>
                      <a:pt x="45212" y="17018"/>
                      <a:pt x="45161" y="16948"/>
                      <a:pt x="45098" y="16845"/>
                    </a:cubicBezTo>
                    <a:lnTo>
                      <a:pt x="45098" y="16845"/>
                    </a:lnTo>
                    <a:cubicBezTo>
                      <a:pt x="45208" y="17056"/>
                      <a:pt x="45309" y="17276"/>
                      <a:pt x="45394" y="17496"/>
                    </a:cubicBezTo>
                    <a:cubicBezTo>
                      <a:pt x="45436" y="17623"/>
                      <a:pt x="45496" y="17750"/>
                      <a:pt x="45546" y="17894"/>
                    </a:cubicBezTo>
                    <a:cubicBezTo>
                      <a:pt x="45589" y="18029"/>
                      <a:pt x="45631" y="18165"/>
                      <a:pt x="45682" y="18317"/>
                    </a:cubicBezTo>
                    <a:lnTo>
                      <a:pt x="45716" y="18418"/>
                    </a:lnTo>
                    <a:lnTo>
                      <a:pt x="45741" y="18528"/>
                    </a:lnTo>
                    <a:cubicBezTo>
                      <a:pt x="45758" y="18604"/>
                      <a:pt x="45775" y="18681"/>
                      <a:pt x="45800" y="18757"/>
                    </a:cubicBezTo>
                    <a:cubicBezTo>
                      <a:pt x="45834" y="18909"/>
                      <a:pt x="45876" y="19053"/>
                      <a:pt x="45902" y="19205"/>
                    </a:cubicBezTo>
                    <a:lnTo>
                      <a:pt x="45986" y="19662"/>
                    </a:lnTo>
                    <a:lnTo>
                      <a:pt x="46045" y="20093"/>
                    </a:lnTo>
                    <a:lnTo>
                      <a:pt x="46062" y="19958"/>
                    </a:lnTo>
                    <a:cubicBezTo>
                      <a:pt x="46088" y="20085"/>
                      <a:pt x="46096" y="20169"/>
                      <a:pt x="46105" y="20237"/>
                    </a:cubicBezTo>
                    <a:cubicBezTo>
                      <a:pt x="46122" y="20305"/>
                      <a:pt x="46122" y="20339"/>
                      <a:pt x="46122" y="20364"/>
                    </a:cubicBezTo>
                    <a:cubicBezTo>
                      <a:pt x="46122" y="20385"/>
                      <a:pt x="46120" y="20393"/>
                      <a:pt x="46118" y="20393"/>
                    </a:cubicBezTo>
                    <a:cubicBezTo>
                      <a:pt x="46114" y="20393"/>
                      <a:pt x="46110" y="20379"/>
                      <a:pt x="46105" y="20364"/>
                    </a:cubicBezTo>
                    <a:cubicBezTo>
                      <a:pt x="46098" y="20344"/>
                      <a:pt x="46090" y="20319"/>
                      <a:pt x="46085" y="20319"/>
                    </a:cubicBezTo>
                    <a:cubicBezTo>
                      <a:pt x="46077" y="20319"/>
                      <a:pt x="46076" y="20379"/>
                      <a:pt x="46096" y="20609"/>
                    </a:cubicBezTo>
                    <a:lnTo>
                      <a:pt x="46138" y="20948"/>
                    </a:lnTo>
                    <a:lnTo>
                      <a:pt x="46138" y="20990"/>
                    </a:lnTo>
                    <a:cubicBezTo>
                      <a:pt x="46155" y="21185"/>
                      <a:pt x="46172" y="21371"/>
                      <a:pt x="46172" y="21557"/>
                    </a:cubicBezTo>
                    <a:cubicBezTo>
                      <a:pt x="46181" y="21447"/>
                      <a:pt x="46172" y="21345"/>
                      <a:pt x="46164" y="21244"/>
                    </a:cubicBezTo>
                    <a:cubicBezTo>
                      <a:pt x="46155" y="21185"/>
                      <a:pt x="46164" y="21117"/>
                      <a:pt x="46155" y="20897"/>
                    </a:cubicBezTo>
                    <a:cubicBezTo>
                      <a:pt x="46153" y="20776"/>
                      <a:pt x="46155" y="20732"/>
                      <a:pt x="46160" y="20732"/>
                    </a:cubicBezTo>
                    <a:cubicBezTo>
                      <a:pt x="46168" y="20732"/>
                      <a:pt x="46183" y="20834"/>
                      <a:pt x="46196" y="20922"/>
                    </a:cubicBezTo>
                    <a:lnTo>
                      <a:pt x="46196" y="20922"/>
                    </a:lnTo>
                    <a:cubicBezTo>
                      <a:pt x="46188" y="20818"/>
                      <a:pt x="46179" y="20704"/>
                      <a:pt x="46164" y="20694"/>
                    </a:cubicBezTo>
                    <a:cubicBezTo>
                      <a:pt x="46164" y="20550"/>
                      <a:pt x="46147" y="20423"/>
                      <a:pt x="46138" y="20322"/>
                    </a:cubicBezTo>
                    <a:cubicBezTo>
                      <a:pt x="46130" y="20212"/>
                      <a:pt x="46122" y="20127"/>
                      <a:pt x="46113" y="20051"/>
                    </a:cubicBezTo>
                    <a:cubicBezTo>
                      <a:pt x="46088" y="19899"/>
                      <a:pt x="46071" y="19789"/>
                      <a:pt x="46045" y="19679"/>
                    </a:cubicBezTo>
                    <a:cubicBezTo>
                      <a:pt x="46020" y="19569"/>
                      <a:pt x="45986" y="19450"/>
                      <a:pt x="45944" y="19273"/>
                    </a:cubicBezTo>
                    <a:cubicBezTo>
                      <a:pt x="45919" y="19188"/>
                      <a:pt x="45902" y="19078"/>
                      <a:pt x="45876" y="18960"/>
                    </a:cubicBezTo>
                    <a:cubicBezTo>
                      <a:pt x="45851" y="18850"/>
                      <a:pt x="45809" y="18706"/>
                      <a:pt x="45766" y="18537"/>
                    </a:cubicBezTo>
                    <a:cubicBezTo>
                      <a:pt x="45800" y="18503"/>
                      <a:pt x="45690" y="18224"/>
                      <a:pt x="45589" y="17928"/>
                    </a:cubicBezTo>
                    <a:lnTo>
                      <a:pt x="45546" y="17818"/>
                    </a:lnTo>
                    <a:cubicBezTo>
                      <a:pt x="45529" y="17784"/>
                      <a:pt x="45512" y="17750"/>
                      <a:pt x="45496" y="17716"/>
                    </a:cubicBezTo>
                    <a:cubicBezTo>
                      <a:pt x="45470" y="17632"/>
                      <a:pt x="45436" y="17564"/>
                      <a:pt x="45411" y="17505"/>
                    </a:cubicBezTo>
                    <a:cubicBezTo>
                      <a:pt x="45369" y="17403"/>
                      <a:pt x="45335" y="17293"/>
                      <a:pt x="45301" y="17192"/>
                    </a:cubicBezTo>
                    <a:lnTo>
                      <a:pt x="45301" y="17192"/>
                    </a:lnTo>
                    <a:cubicBezTo>
                      <a:pt x="45360" y="17319"/>
                      <a:pt x="45411" y="17454"/>
                      <a:pt x="45470" y="17581"/>
                    </a:cubicBezTo>
                    <a:cubicBezTo>
                      <a:pt x="45521" y="17716"/>
                      <a:pt x="45580" y="17843"/>
                      <a:pt x="45614" y="17953"/>
                    </a:cubicBezTo>
                    <a:cubicBezTo>
                      <a:pt x="45648" y="18063"/>
                      <a:pt x="45690" y="18173"/>
                      <a:pt x="45749" y="18266"/>
                    </a:cubicBezTo>
                    <a:lnTo>
                      <a:pt x="45622" y="17885"/>
                    </a:lnTo>
                    <a:cubicBezTo>
                      <a:pt x="45572" y="17750"/>
                      <a:pt x="45512" y="17623"/>
                      <a:pt x="45462" y="17488"/>
                    </a:cubicBezTo>
                    <a:cubicBezTo>
                      <a:pt x="45360" y="17226"/>
                      <a:pt x="45250" y="16989"/>
                      <a:pt x="45174" y="16828"/>
                    </a:cubicBezTo>
                    <a:close/>
                    <a:moveTo>
                      <a:pt x="46147" y="22360"/>
                    </a:moveTo>
                    <a:lnTo>
                      <a:pt x="46147" y="22360"/>
                    </a:lnTo>
                    <a:cubicBezTo>
                      <a:pt x="46145" y="22373"/>
                      <a:pt x="46143" y="22385"/>
                      <a:pt x="46142" y="22398"/>
                    </a:cubicBezTo>
                    <a:lnTo>
                      <a:pt x="46142" y="22398"/>
                    </a:lnTo>
                    <a:cubicBezTo>
                      <a:pt x="46144" y="22385"/>
                      <a:pt x="46145" y="22373"/>
                      <a:pt x="46147" y="22360"/>
                    </a:cubicBezTo>
                    <a:close/>
                    <a:moveTo>
                      <a:pt x="46025" y="23022"/>
                    </a:moveTo>
                    <a:lnTo>
                      <a:pt x="46025" y="23022"/>
                    </a:lnTo>
                    <a:cubicBezTo>
                      <a:pt x="46018" y="23061"/>
                      <a:pt x="46010" y="23097"/>
                      <a:pt x="46003" y="23130"/>
                    </a:cubicBezTo>
                    <a:cubicBezTo>
                      <a:pt x="46013" y="23094"/>
                      <a:pt x="46021" y="23058"/>
                      <a:pt x="46025" y="23022"/>
                    </a:cubicBezTo>
                    <a:close/>
                    <a:moveTo>
                      <a:pt x="45346" y="26055"/>
                    </a:moveTo>
                    <a:lnTo>
                      <a:pt x="45346" y="26055"/>
                    </a:lnTo>
                    <a:cubicBezTo>
                      <a:pt x="45315" y="26127"/>
                      <a:pt x="45283" y="26198"/>
                      <a:pt x="45250" y="26269"/>
                    </a:cubicBezTo>
                    <a:cubicBezTo>
                      <a:pt x="45287" y="26202"/>
                      <a:pt x="45319" y="26131"/>
                      <a:pt x="45346" y="26055"/>
                    </a:cubicBezTo>
                    <a:close/>
                    <a:moveTo>
                      <a:pt x="45262" y="26707"/>
                    </a:moveTo>
                    <a:cubicBezTo>
                      <a:pt x="45259" y="26714"/>
                      <a:pt x="45258" y="26717"/>
                      <a:pt x="45258" y="26717"/>
                    </a:cubicBezTo>
                    <a:cubicBezTo>
                      <a:pt x="45258" y="26717"/>
                      <a:pt x="45258" y="26717"/>
                      <a:pt x="45259" y="26717"/>
                    </a:cubicBezTo>
                    <a:cubicBezTo>
                      <a:pt x="45260" y="26713"/>
                      <a:pt x="45261" y="26709"/>
                      <a:pt x="45262" y="26707"/>
                    </a:cubicBezTo>
                    <a:close/>
                    <a:moveTo>
                      <a:pt x="4171" y="28367"/>
                    </a:moveTo>
                    <a:cubicBezTo>
                      <a:pt x="4178" y="28375"/>
                      <a:pt x="4185" y="28383"/>
                      <a:pt x="4191" y="28391"/>
                    </a:cubicBezTo>
                    <a:lnTo>
                      <a:pt x="4191" y="28391"/>
                    </a:lnTo>
                    <a:lnTo>
                      <a:pt x="4171" y="28367"/>
                    </a:lnTo>
                    <a:close/>
                    <a:moveTo>
                      <a:pt x="43787" y="14239"/>
                    </a:moveTo>
                    <a:lnTo>
                      <a:pt x="43804" y="14256"/>
                    </a:lnTo>
                    <a:cubicBezTo>
                      <a:pt x="43996" y="14487"/>
                      <a:pt x="44092" y="14596"/>
                      <a:pt x="44103" y="14596"/>
                    </a:cubicBezTo>
                    <a:cubicBezTo>
                      <a:pt x="44109" y="14596"/>
                      <a:pt x="44091" y="14564"/>
                      <a:pt x="44049" y="14502"/>
                    </a:cubicBezTo>
                    <a:lnTo>
                      <a:pt x="44049" y="14502"/>
                    </a:lnTo>
                    <a:cubicBezTo>
                      <a:pt x="44151" y="14629"/>
                      <a:pt x="44328" y="14840"/>
                      <a:pt x="44396" y="14942"/>
                    </a:cubicBezTo>
                    <a:cubicBezTo>
                      <a:pt x="44464" y="15052"/>
                      <a:pt x="44607" y="15255"/>
                      <a:pt x="44726" y="15441"/>
                    </a:cubicBezTo>
                    <a:cubicBezTo>
                      <a:pt x="44802" y="15568"/>
                      <a:pt x="44878" y="15694"/>
                      <a:pt x="44937" y="15830"/>
                    </a:cubicBezTo>
                    <a:cubicBezTo>
                      <a:pt x="44782" y="15575"/>
                      <a:pt x="44721" y="15475"/>
                      <a:pt x="44716" y="15475"/>
                    </a:cubicBezTo>
                    <a:lnTo>
                      <a:pt x="44716" y="15475"/>
                    </a:lnTo>
                    <a:cubicBezTo>
                      <a:pt x="44713" y="15475"/>
                      <a:pt x="44745" y="15538"/>
                      <a:pt x="44793" y="15635"/>
                    </a:cubicBezTo>
                    <a:cubicBezTo>
                      <a:pt x="44861" y="15745"/>
                      <a:pt x="44954" y="15872"/>
                      <a:pt x="45039" y="16024"/>
                    </a:cubicBezTo>
                    <a:lnTo>
                      <a:pt x="45276" y="16447"/>
                    </a:lnTo>
                    <a:cubicBezTo>
                      <a:pt x="45409" y="16699"/>
                      <a:pt x="45506" y="16899"/>
                      <a:pt x="45526" y="16899"/>
                    </a:cubicBezTo>
                    <a:cubicBezTo>
                      <a:pt x="45528" y="16899"/>
                      <a:pt x="45529" y="16898"/>
                      <a:pt x="45529" y="16896"/>
                    </a:cubicBezTo>
                    <a:lnTo>
                      <a:pt x="45622" y="17099"/>
                    </a:lnTo>
                    <a:lnTo>
                      <a:pt x="45673" y="17226"/>
                    </a:lnTo>
                    <a:cubicBezTo>
                      <a:pt x="45699" y="17285"/>
                      <a:pt x="45707" y="17302"/>
                      <a:pt x="45707" y="17319"/>
                    </a:cubicBezTo>
                    <a:cubicBezTo>
                      <a:pt x="45732" y="17412"/>
                      <a:pt x="45758" y="17513"/>
                      <a:pt x="45800" y="17598"/>
                    </a:cubicBezTo>
                    <a:cubicBezTo>
                      <a:pt x="45803" y="17611"/>
                      <a:pt x="45803" y="17617"/>
                      <a:pt x="45801" y="17617"/>
                    </a:cubicBezTo>
                    <a:cubicBezTo>
                      <a:pt x="45791" y="17617"/>
                      <a:pt x="45727" y="17476"/>
                      <a:pt x="45656" y="17336"/>
                    </a:cubicBezTo>
                    <a:lnTo>
                      <a:pt x="45656" y="17336"/>
                    </a:lnTo>
                    <a:lnTo>
                      <a:pt x="45766" y="17581"/>
                    </a:lnTo>
                    <a:cubicBezTo>
                      <a:pt x="45800" y="17665"/>
                      <a:pt x="45834" y="17750"/>
                      <a:pt x="45859" y="17835"/>
                    </a:cubicBezTo>
                    <a:lnTo>
                      <a:pt x="46037" y="18342"/>
                    </a:lnTo>
                    <a:lnTo>
                      <a:pt x="46181" y="18867"/>
                    </a:lnTo>
                    <a:cubicBezTo>
                      <a:pt x="46206" y="18951"/>
                      <a:pt x="46223" y="19044"/>
                      <a:pt x="46240" y="19129"/>
                    </a:cubicBezTo>
                    <a:lnTo>
                      <a:pt x="46299" y="19391"/>
                    </a:lnTo>
                    <a:cubicBezTo>
                      <a:pt x="46300" y="19394"/>
                      <a:pt x="46301" y="19396"/>
                      <a:pt x="46302" y="19396"/>
                    </a:cubicBezTo>
                    <a:cubicBezTo>
                      <a:pt x="46305" y="19396"/>
                      <a:pt x="46297" y="19326"/>
                      <a:pt x="46282" y="19230"/>
                    </a:cubicBezTo>
                    <a:cubicBezTo>
                      <a:pt x="46265" y="19112"/>
                      <a:pt x="46240" y="18960"/>
                      <a:pt x="46206" y="18833"/>
                    </a:cubicBezTo>
                    <a:cubicBezTo>
                      <a:pt x="46170" y="18674"/>
                      <a:pt x="46141" y="18544"/>
                      <a:pt x="46147" y="18544"/>
                    </a:cubicBezTo>
                    <a:cubicBezTo>
                      <a:pt x="46151" y="18544"/>
                      <a:pt x="46171" y="18599"/>
                      <a:pt x="46215" y="18740"/>
                    </a:cubicBezTo>
                    <a:cubicBezTo>
                      <a:pt x="46248" y="18833"/>
                      <a:pt x="46274" y="18867"/>
                      <a:pt x="46308" y="18968"/>
                    </a:cubicBezTo>
                    <a:cubicBezTo>
                      <a:pt x="46367" y="19180"/>
                      <a:pt x="46418" y="19400"/>
                      <a:pt x="46451" y="19611"/>
                    </a:cubicBezTo>
                    <a:cubicBezTo>
                      <a:pt x="46440" y="19587"/>
                      <a:pt x="46432" y="19559"/>
                      <a:pt x="46425" y="19530"/>
                    </a:cubicBezTo>
                    <a:lnTo>
                      <a:pt x="46425" y="19530"/>
                    </a:lnTo>
                    <a:cubicBezTo>
                      <a:pt x="46447" y="19636"/>
                      <a:pt x="46462" y="19743"/>
                      <a:pt x="46477" y="19856"/>
                    </a:cubicBezTo>
                    <a:cubicBezTo>
                      <a:pt x="46485" y="19958"/>
                      <a:pt x="46502" y="20059"/>
                      <a:pt x="46511" y="20246"/>
                    </a:cubicBezTo>
                    <a:cubicBezTo>
                      <a:pt x="46509" y="20254"/>
                      <a:pt x="46508" y="20258"/>
                      <a:pt x="46506" y="20258"/>
                    </a:cubicBezTo>
                    <a:cubicBezTo>
                      <a:pt x="46499" y="20258"/>
                      <a:pt x="46490" y="20161"/>
                      <a:pt x="46468" y="20034"/>
                    </a:cubicBezTo>
                    <a:cubicBezTo>
                      <a:pt x="46443" y="19882"/>
                      <a:pt x="46409" y="19679"/>
                      <a:pt x="46375" y="19560"/>
                    </a:cubicBezTo>
                    <a:lnTo>
                      <a:pt x="46375" y="19560"/>
                    </a:lnTo>
                    <a:cubicBezTo>
                      <a:pt x="46435" y="19806"/>
                      <a:pt x="46468" y="20059"/>
                      <a:pt x="46494" y="20313"/>
                    </a:cubicBezTo>
                    <a:lnTo>
                      <a:pt x="46477" y="20254"/>
                    </a:lnTo>
                    <a:lnTo>
                      <a:pt x="46477" y="20254"/>
                    </a:lnTo>
                    <a:cubicBezTo>
                      <a:pt x="46511" y="20508"/>
                      <a:pt x="46519" y="20770"/>
                      <a:pt x="46536" y="21024"/>
                    </a:cubicBezTo>
                    <a:cubicBezTo>
                      <a:pt x="46541" y="21072"/>
                      <a:pt x="46544" y="21093"/>
                      <a:pt x="46546" y="21093"/>
                    </a:cubicBezTo>
                    <a:cubicBezTo>
                      <a:pt x="46556" y="21093"/>
                      <a:pt x="46519" y="20433"/>
                      <a:pt x="46519" y="20389"/>
                    </a:cubicBezTo>
                    <a:lnTo>
                      <a:pt x="46519" y="20389"/>
                    </a:lnTo>
                    <a:cubicBezTo>
                      <a:pt x="46545" y="20559"/>
                      <a:pt x="46553" y="20728"/>
                      <a:pt x="46570" y="20888"/>
                    </a:cubicBezTo>
                    <a:cubicBezTo>
                      <a:pt x="46578" y="21032"/>
                      <a:pt x="46587" y="21235"/>
                      <a:pt x="46578" y="21472"/>
                    </a:cubicBezTo>
                    <a:cubicBezTo>
                      <a:pt x="46570" y="21701"/>
                      <a:pt x="46561" y="21954"/>
                      <a:pt x="46545" y="22217"/>
                    </a:cubicBezTo>
                    <a:cubicBezTo>
                      <a:pt x="46519" y="22487"/>
                      <a:pt x="46494" y="22750"/>
                      <a:pt x="46443" y="22961"/>
                    </a:cubicBezTo>
                    <a:cubicBezTo>
                      <a:pt x="46401" y="23173"/>
                      <a:pt x="46367" y="23367"/>
                      <a:pt x="46325" y="23486"/>
                    </a:cubicBezTo>
                    <a:cubicBezTo>
                      <a:pt x="46291" y="23638"/>
                      <a:pt x="46257" y="23782"/>
                      <a:pt x="46232" y="23934"/>
                    </a:cubicBezTo>
                    <a:cubicBezTo>
                      <a:pt x="46240" y="23968"/>
                      <a:pt x="46257" y="23942"/>
                      <a:pt x="46248" y="24018"/>
                    </a:cubicBezTo>
                    <a:cubicBezTo>
                      <a:pt x="46223" y="24120"/>
                      <a:pt x="46206" y="24221"/>
                      <a:pt x="46181" y="24315"/>
                    </a:cubicBezTo>
                    <a:cubicBezTo>
                      <a:pt x="46155" y="24408"/>
                      <a:pt x="46122" y="24501"/>
                      <a:pt x="46096" y="24585"/>
                    </a:cubicBezTo>
                    <a:cubicBezTo>
                      <a:pt x="46037" y="24771"/>
                      <a:pt x="45969" y="24949"/>
                      <a:pt x="45910" y="25135"/>
                    </a:cubicBezTo>
                    <a:cubicBezTo>
                      <a:pt x="45944" y="25135"/>
                      <a:pt x="45775" y="25567"/>
                      <a:pt x="45792" y="25592"/>
                    </a:cubicBezTo>
                    <a:cubicBezTo>
                      <a:pt x="45716" y="25795"/>
                      <a:pt x="45622" y="25989"/>
                      <a:pt x="45538" y="26184"/>
                    </a:cubicBezTo>
                    <a:cubicBezTo>
                      <a:pt x="45521" y="26232"/>
                      <a:pt x="45515" y="26253"/>
                      <a:pt x="45518" y="26253"/>
                    </a:cubicBezTo>
                    <a:cubicBezTo>
                      <a:pt x="45524" y="26253"/>
                      <a:pt x="45586" y="26117"/>
                      <a:pt x="45665" y="25947"/>
                    </a:cubicBezTo>
                    <a:cubicBezTo>
                      <a:pt x="45766" y="25710"/>
                      <a:pt x="45876" y="25397"/>
                      <a:pt x="45919" y="25321"/>
                    </a:cubicBezTo>
                    <a:cubicBezTo>
                      <a:pt x="45946" y="25269"/>
                      <a:pt x="45960" y="25248"/>
                      <a:pt x="45963" y="25248"/>
                    </a:cubicBezTo>
                    <a:cubicBezTo>
                      <a:pt x="45979" y="25248"/>
                      <a:pt x="45829" y="25608"/>
                      <a:pt x="45840" y="25608"/>
                    </a:cubicBezTo>
                    <a:cubicBezTo>
                      <a:pt x="45841" y="25608"/>
                      <a:pt x="45847" y="25598"/>
                      <a:pt x="45859" y="25575"/>
                    </a:cubicBezTo>
                    <a:cubicBezTo>
                      <a:pt x="45919" y="25423"/>
                      <a:pt x="45969" y="25270"/>
                      <a:pt x="46012" y="25110"/>
                    </a:cubicBezTo>
                    <a:cubicBezTo>
                      <a:pt x="46037" y="25017"/>
                      <a:pt x="46054" y="24949"/>
                      <a:pt x="46096" y="24831"/>
                    </a:cubicBezTo>
                    <a:cubicBezTo>
                      <a:pt x="46168" y="24574"/>
                      <a:pt x="46218" y="24432"/>
                      <a:pt x="46237" y="24432"/>
                    </a:cubicBezTo>
                    <a:cubicBezTo>
                      <a:pt x="46238" y="24432"/>
                      <a:pt x="46239" y="24432"/>
                      <a:pt x="46240" y="24433"/>
                    </a:cubicBezTo>
                    <a:cubicBezTo>
                      <a:pt x="46172" y="24619"/>
                      <a:pt x="46138" y="24746"/>
                      <a:pt x="46113" y="24822"/>
                    </a:cubicBezTo>
                    <a:cubicBezTo>
                      <a:pt x="46088" y="24907"/>
                      <a:pt x="46079" y="24957"/>
                      <a:pt x="46062" y="25000"/>
                    </a:cubicBezTo>
                    <a:cubicBezTo>
                      <a:pt x="46054" y="25042"/>
                      <a:pt x="46045" y="25084"/>
                      <a:pt x="46029" y="25152"/>
                    </a:cubicBezTo>
                    <a:cubicBezTo>
                      <a:pt x="45995" y="25262"/>
                      <a:pt x="45961" y="25364"/>
                      <a:pt x="45919" y="25465"/>
                    </a:cubicBezTo>
                    <a:lnTo>
                      <a:pt x="45902" y="25482"/>
                    </a:lnTo>
                    <a:cubicBezTo>
                      <a:pt x="45859" y="25651"/>
                      <a:pt x="45800" y="25812"/>
                      <a:pt x="45724" y="25973"/>
                    </a:cubicBezTo>
                    <a:cubicBezTo>
                      <a:pt x="45673" y="26099"/>
                      <a:pt x="45614" y="26235"/>
                      <a:pt x="45555" y="26353"/>
                    </a:cubicBezTo>
                    <a:cubicBezTo>
                      <a:pt x="45496" y="26480"/>
                      <a:pt x="45445" y="26599"/>
                      <a:pt x="45411" y="26675"/>
                    </a:cubicBezTo>
                    <a:cubicBezTo>
                      <a:pt x="45335" y="26804"/>
                      <a:pt x="45303" y="26856"/>
                      <a:pt x="45297" y="26856"/>
                    </a:cubicBezTo>
                    <a:cubicBezTo>
                      <a:pt x="45290" y="26856"/>
                      <a:pt x="45332" y="26762"/>
                      <a:pt x="45386" y="26641"/>
                    </a:cubicBezTo>
                    <a:cubicBezTo>
                      <a:pt x="45477" y="26441"/>
                      <a:pt x="45602" y="26159"/>
                      <a:pt x="45597" y="26159"/>
                    </a:cubicBezTo>
                    <a:lnTo>
                      <a:pt x="45597" y="26159"/>
                    </a:lnTo>
                    <a:cubicBezTo>
                      <a:pt x="45597" y="26159"/>
                      <a:pt x="45597" y="26159"/>
                      <a:pt x="45597" y="26159"/>
                    </a:cubicBezTo>
                    <a:lnTo>
                      <a:pt x="45419" y="26548"/>
                    </a:lnTo>
                    <a:cubicBezTo>
                      <a:pt x="45360" y="26675"/>
                      <a:pt x="45293" y="26810"/>
                      <a:pt x="45225" y="26937"/>
                    </a:cubicBezTo>
                    <a:cubicBezTo>
                      <a:pt x="45377" y="26590"/>
                      <a:pt x="45191" y="26920"/>
                      <a:pt x="45403" y="26463"/>
                    </a:cubicBezTo>
                    <a:lnTo>
                      <a:pt x="45403" y="26463"/>
                    </a:lnTo>
                    <a:cubicBezTo>
                      <a:pt x="45183" y="26937"/>
                      <a:pt x="45123" y="26979"/>
                      <a:pt x="44895" y="27428"/>
                    </a:cubicBezTo>
                    <a:cubicBezTo>
                      <a:pt x="44940" y="27329"/>
                      <a:pt x="44955" y="27289"/>
                      <a:pt x="44950" y="27289"/>
                    </a:cubicBezTo>
                    <a:cubicBezTo>
                      <a:pt x="44942" y="27289"/>
                      <a:pt x="44878" y="27397"/>
                      <a:pt x="44793" y="27529"/>
                    </a:cubicBezTo>
                    <a:cubicBezTo>
                      <a:pt x="44726" y="27639"/>
                      <a:pt x="44650" y="27766"/>
                      <a:pt x="44582" y="27867"/>
                    </a:cubicBezTo>
                    <a:cubicBezTo>
                      <a:pt x="44540" y="27927"/>
                      <a:pt x="44497" y="27986"/>
                      <a:pt x="44447" y="28045"/>
                    </a:cubicBezTo>
                    <a:lnTo>
                      <a:pt x="44582" y="27834"/>
                    </a:lnTo>
                    <a:lnTo>
                      <a:pt x="44717" y="27605"/>
                    </a:lnTo>
                    <a:cubicBezTo>
                      <a:pt x="44819" y="27445"/>
                      <a:pt x="44920" y="27284"/>
                      <a:pt x="45005" y="27140"/>
                    </a:cubicBezTo>
                    <a:cubicBezTo>
                      <a:pt x="45151" y="26892"/>
                      <a:pt x="45252" y="26701"/>
                      <a:pt x="45262" y="26701"/>
                    </a:cubicBezTo>
                    <a:cubicBezTo>
                      <a:pt x="45263" y="26701"/>
                      <a:pt x="45263" y="26703"/>
                      <a:pt x="45262" y="26707"/>
                    </a:cubicBezTo>
                    <a:lnTo>
                      <a:pt x="45262" y="26707"/>
                    </a:lnTo>
                    <a:cubicBezTo>
                      <a:pt x="45297" y="26624"/>
                      <a:pt x="45573" y="26068"/>
                      <a:pt x="45673" y="25829"/>
                    </a:cubicBezTo>
                    <a:cubicBezTo>
                      <a:pt x="45716" y="25702"/>
                      <a:pt x="45749" y="25567"/>
                      <a:pt x="45792" y="25440"/>
                    </a:cubicBezTo>
                    <a:lnTo>
                      <a:pt x="45792" y="25440"/>
                    </a:lnTo>
                    <a:cubicBezTo>
                      <a:pt x="45707" y="25651"/>
                      <a:pt x="45597" y="25905"/>
                      <a:pt x="45529" y="26083"/>
                    </a:cubicBezTo>
                    <a:cubicBezTo>
                      <a:pt x="45472" y="26217"/>
                      <a:pt x="45424" y="26307"/>
                      <a:pt x="45415" y="26307"/>
                    </a:cubicBezTo>
                    <a:cubicBezTo>
                      <a:pt x="45412" y="26307"/>
                      <a:pt x="45413" y="26298"/>
                      <a:pt x="45419" y="26277"/>
                    </a:cubicBezTo>
                    <a:lnTo>
                      <a:pt x="45419" y="26277"/>
                    </a:lnTo>
                    <a:lnTo>
                      <a:pt x="45293" y="26565"/>
                    </a:lnTo>
                    <a:lnTo>
                      <a:pt x="45157" y="26844"/>
                    </a:lnTo>
                    <a:cubicBezTo>
                      <a:pt x="45284" y="26548"/>
                      <a:pt x="45335" y="26404"/>
                      <a:pt x="45394" y="26269"/>
                    </a:cubicBezTo>
                    <a:cubicBezTo>
                      <a:pt x="45445" y="26133"/>
                      <a:pt x="45496" y="25998"/>
                      <a:pt x="45606" y="25727"/>
                    </a:cubicBezTo>
                    <a:lnTo>
                      <a:pt x="45606" y="25727"/>
                    </a:lnTo>
                    <a:cubicBezTo>
                      <a:pt x="45352" y="26277"/>
                      <a:pt x="45123" y="26759"/>
                      <a:pt x="44878" y="27208"/>
                    </a:cubicBezTo>
                    <a:cubicBezTo>
                      <a:pt x="44650" y="27648"/>
                      <a:pt x="44387" y="28071"/>
                      <a:pt x="44091" y="28468"/>
                    </a:cubicBezTo>
                    <a:lnTo>
                      <a:pt x="44176" y="28341"/>
                    </a:lnTo>
                    <a:lnTo>
                      <a:pt x="44176" y="28341"/>
                    </a:lnTo>
                    <a:cubicBezTo>
                      <a:pt x="43804" y="28891"/>
                      <a:pt x="43372" y="29407"/>
                      <a:pt x="42907" y="29889"/>
                    </a:cubicBezTo>
                    <a:cubicBezTo>
                      <a:pt x="42789" y="30008"/>
                      <a:pt x="42670" y="30118"/>
                      <a:pt x="42543" y="30228"/>
                    </a:cubicBezTo>
                    <a:cubicBezTo>
                      <a:pt x="42442" y="30312"/>
                      <a:pt x="42357" y="30380"/>
                      <a:pt x="42273" y="30439"/>
                    </a:cubicBezTo>
                    <a:cubicBezTo>
                      <a:pt x="42476" y="30228"/>
                      <a:pt x="42670" y="30025"/>
                      <a:pt x="42839" y="29830"/>
                    </a:cubicBezTo>
                    <a:lnTo>
                      <a:pt x="42899" y="29805"/>
                    </a:lnTo>
                    <a:cubicBezTo>
                      <a:pt x="43305" y="29356"/>
                      <a:pt x="43685" y="28874"/>
                      <a:pt x="44024" y="28367"/>
                    </a:cubicBezTo>
                    <a:cubicBezTo>
                      <a:pt x="44337" y="27884"/>
                      <a:pt x="44641" y="27385"/>
                      <a:pt x="44971" y="26768"/>
                    </a:cubicBezTo>
                    <a:lnTo>
                      <a:pt x="44971" y="26768"/>
                    </a:lnTo>
                    <a:cubicBezTo>
                      <a:pt x="44907" y="26944"/>
                      <a:pt x="44661" y="27355"/>
                      <a:pt x="44671" y="27355"/>
                    </a:cubicBezTo>
                    <a:cubicBezTo>
                      <a:pt x="44671" y="27355"/>
                      <a:pt x="44673" y="27354"/>
                      <a:pt x="44675" y="27351"/>
                    </a:cubicBezTo>
                    <a:cubicBezTo>
                      <a:pt x="44785" y="27165"/>
                      <a:pt x="44853" y="27030"/>
                      <a:pt x="44903" y="26928"/>
                    </a:cubicBezTo>
                    <a:cubicBezTo>
                      <a:pt x="44963" y="26819"/>
                      <a:pt x="44996" y="26734"/>
                      <a:pt x="45030" y="26649"/>
                    </a:cubicBezTo>
                    <a:cubicBezTo>
                      <a:pt x="45098" y="26489"/>
                      <a:pt x="45174" y="26328"/>
                      <a:pt x="45352" y="25964"/>
                    </a:cubicBezTo>
                    <a:lnTo>
                      <a:pt x="45352" y="25964"/>
                    </a:lnTo>
                    <a:cubicBezTo>
                      <a:pt x="45232" y="26234"/>
                      <a:pt x="45192" y="26324"/>
                      <a:pt x="45194" y="26324"/>
                    </a:cubicBezTo>
                    <a:cubicBezTo>
                      <a:pt x="45196" y="26324"/>
                      <a:pt x="45238" y="26238"/>
                      <a:pt x="45284" y="26150"/>
                    </a:cubicBezTo>
                    <a:cubicBezTo>
                      <a:pt x="45326" y="26074"/>
                      <a:pt x="45369" y="25973"/>
                      <a:pt x="45377" y="25964"/>
                    </a:cubicBezTo>
                    <a:lnTo>
                      <a:pt x="45377" y="25964"/>
                    </a:lnTo>
                    <a:cubicBezTo>
                      <a:pt x="45368" y="25995"/>
                      <a:pt x="45357" y="26026"/>
                      <a:pt x="45346" y="26055"/>
                    </a:cubicBezTo>
                    <a:lnTo>
                      <a:pt x="45346" y="26055"/>
                    </a:lnTo>
                    <a:cubicBezTo>
                      <a:pt x="45609" y="25460"/>
                      <a:pt x="45830" y="24840"/>
                      <a:pt x="46012" y="24213"/>
                    </a:cubicBezTo>
                    <a:cubicBezTo>
                      <a:pt x="46181" y="23629"/>
                      <a:pt x="46299" y="23037"/>
                      <a:pt x="46367" y="22428"/>
                    </a:cubicBezTo>
                    <a:lnTo>
                      <a:pt x="46367" y="22428"/>
                    </a:lnTo>
                    <a:cubicBezTo>
                      <a:pt x="46360" y="22468"/>
                      <a:pt x="46355" y="22484"/>
                      <a:pt x="46352" y="22484"/>
                    </a:cubicBezTo>
                    <a:cubicBezTo>
                      <a:pt x="46337" y="22484"/>
                      <a:pt x="46367" y="22034"/>
                      <a:pt x="46367" y="22005"/>
                    </a:cubicBezTo>
                    <a:cubicBezTo>
                      <a:pt x="46374" y="21896"/>
                      <a:pt x="46381" y="21851"/>
                      <a:pt x="46386" y="21851"/>
                    </a:cubicBezTo>
                    <a:cubicBezTo>
                      <a:pt x="46392" y="21851"/>
                      <a:pt x="46393" y="21931"/>
                      <a:pt x="46384" y="22047"/>
                    </a:cubicBezTo>
                    <a:cubicBezTo>
                      <a:pt x="46417" y="21649"/>
                      <a:pt x="46440" y="21511"/>
                      <a:pt x="46456" y="21511"/>
                    </a:cubicBezTo>
                    <a:cubicBezTo>
                      <a:pt x="46461" y="21511"/>
                      <a:pt x="46465" y="21522"/>
                      <a:pt x="46468" y="21540"/>
                    </a:cubicBezTo>
                    <a:cubicBezTo>
                      <a:pt x="46460" y="21718"/>
                      <a:pt x="46460" y="21887"/>
                      <a:pt x="46443" y="22056"/>
                    </a:cubicBezTo>
                    <a:cubicBezTo>
                      <a:pt x="46426" y="22225"/>
                      <a:pt x="46418" y="22394"/>
                      <a:pt x="46401" y="22563"/>
                    </a:cubicBezTo>
                    <a:cubicBezTo>
                      <a:pt x="46426" y="22403"/>
                      <a:pt x="46435" y="22276"/>
                      <a:pt x="46451" y="22157"/>
                    </a:cubicBezTo>
                    <a:lnTo>
                      <a:pt x="46477" y="21980"/>
                    </a:lnTo>
                    <a:cubicBezTo>
                      <a:pt x="46477" y="21912"/>
                      <a:pt x="46485" y="21853"/>
                      <a:pt x="46485" y="21785"/>
                    </a:cubicBezTo>
                    <a:cubicBezTo>
                      <a:pt x="46494" y="21641"/>
                      <a:pt x="46502" y="21506"/>
                      <a:pt x="46494" y="21362"/>
                    </a:cubicBezTo>
                    <a:cubicBezTo>
                      <a:pt x="46488" y="21234"/>
                      <a:pt x="46482" y="21216"/>
                      <a:pt x="46475" y="21216"/>
                    </a:cubicBezTo>
                    <a:cubicBezTo>
                      <a:pt x="46473" y="21216"/>
                      <a:pt x="46471" y="21218"/>
                      <a:pt x="46468" y="21218"/>
                    </a:cubicBezTo>
                    <a:cubicBezTo>
                      <a:pt x="46443" y="20804"/>
                      <a:pt x="46392" y="20381"/>
                      <a:pt x="46316" y="19966"/>
                    </a:cubicBezTo>
                    <a:lnTo>
                      <a:pt x="46316" y="19966"/>
                    </a:lnTo>
                    <a:lnTo>
                      <a:pt x="46325" y="20000"/>
                    </a:lnTo>
                    <a:cubicBezTo>
                      <a:pt x="46274" y="19637"/>
                      <a:pt x="46198" y="19273"/>
                      <a:pt x="46113" y="18917"/>
                    </a:cubicBezTo>
                    <a:lnTo>
                      <a:pt x="46113" y="18917"/>
                    </a:lnTo>
                    <a:cubicBezTo>
                      <a:pt x="46125" y="18947"/>
                      <a:pt x="46137" y="18976"/>
                      <a:pt x="46145" y="19005"/>
                    </a:cubicBezTo>
                    <a:lnTo>
                      <a:pt x="46145" y="19005"/>
                    </a:lnTo>
                    <a:cubicBezTo>
                      <a:pt x="46096" y="18815"/>
                      <a:pt x="46033" y="18625"/>
                      <a:pt x="45969" y="18427"/>
                    </a:cubicBezTo>
                    <a:lnTo>
                      <a:pt x="45969" y="18427"/>
                    </a:lnTo>
                    <a:cubicBezTo>
                      <a:pt x="45970" y="18427"/>
                      <a:pt x="45971" y="18427"/>
                      <a:pt x="45972" y="18427"/>
                    </a:cubicBezTo>
                    <a:cubicBezTo>
                      <a:pt x="46005" y="18427"/>
                      <a:pt x="45940" y="18262"/>
                      <a:pt x="45955" y="18262"/>
                    </a:cubicBezTo>
                    <a:cubicBezTo>
                      <a:pt x="45956" y="18262"/>
                      <a:pt x="45958" y="18263"/>
                      <a:pt x="45961" y="18266"/>
                    </a:cubicBezTo>
                    <a:cubicBezTo>
                      <a:pt x="45876" y="17945"/>
                      <a:pt x="45766" y="17640"/>
                      <a:pt x="45631" y="17344"/>
                    </a:cubicBezTo>
                    <a:cubicBezTo>
                      <a:pt x="45555" y="17141"/>
                      <a:pt x="45445" y="16946"/>
                      <a:pt x="45352" y="16743"/>
                    </a:cubicBezTo>
                    <a:cubicBezTo>
                      <a:pt x="45259" y="16532"/>
                      <a:pt x="45140" y="16337"/>
                      <a:pt x="45047" y="16143"/>
                    </a:cubicBezTo>
                    <a:lnTo>
                      <a:pt x="45047" y="16143"/>
                    </a:lnTo>
                    <a:lnTo>
                      <a:pt x="45123" y="16253"/>
                    </a:lnTo>
                    <a:cubicBezTo>
                      <a:pt x="44996" y="16050"/>
                      <a:pt x="44793" y="15686"/>
                      <a:pt x="44548" y="15314"/>
                    </a:cubicBezTo>
                    <a:cubicBezTo>
                      <a:pt x="44303" y="14933"/>
                      <a:pt x="44024" y="14535"/>
                      <a:pt x="43787" y="14239"/>
                    </a:cubicBezTo>
                    <a:close/>
                    <a:moveTo>
                      <a:pt x="6622" y="31054"/>
                    </a:moveTo>
                    <a:cubicBezTo>
                      <a:pt x="6649" y="31076"/>
                      <a:pt x="6680" y="31102"/>
                      <a:pt x="6718" y="31133"/>
                    </a:cubicBezTo>
                    <a:cubicBezTo>
                      <a:pt x="6692" y="31110"/>
                      <a:pt x="6660" y="31083"/>
                      <a:pt x="6622" y="31054"/>
                    </a:cubicBezTo>
                    <a:close/>
                    <a:moveTo>
                      <a:pt x="11085" y="33645"/>
                    </a:moveTo>
                    <a:cubicBezTo>
                      <a:pt x="11084" y="33645"/>
                      <a:pt x="11083" y="33645"/>
                      <a:pt x="11083" y="33645"/>
                    </a:cubicBezTo>
                    <a:lnTo>
                      <a:pt x="11100" y="33648"/>
                    </a:lnTo>
                    <a:lnTo>
                      <a:pt x="11100" y="33648"/>
                    </a:lnTo>
                    <a:cubicBezTo>
                      <a:pt x="11093" y="33646"/>
                      <a:pt x="11088" y="33645"/>
                      <a:pt x="11085" y="33645"/>
                    </a:cubicBezTo>
                    <a:close/>
                    <a:moveTo>
                      <a:pt x="36672" y="34178"/>
                    </a:moveTo>
                    <a:cubicBezTo>
                      <a:pt x="36669" y="34180"/>
                      <a:pt x="36665" y="34181"/>
                      <a:pt x="36662" y="34182"/>
                    </a:cubicBezTo>
                    <a:lnTo>
                      <a:pt x="36662" y="34182"/>
                    </a:lnTo>
                    <a:cubicBezTo>
                      <a:pt x="36665" y="34181"/>
                      <a:pt x="36669" y="34180"/>
                      <a:pt x="36672" y="34178"/>
                    </a:cubicBezTo>
                    <a:close/>
                    <a:moveTo>
                      <a:pt x="13584" y="34249"/>
                    </a:moveTo>
                    <a:lnTo>
                      <a:pt x="13604" y="34254"/>
                    </a:lnTo>
                    <a:cubicBezTo>
                      <a:pt x="13597" y="34252"/>
                      <a:pt x="13590" y="34251"/>
                      <a:pt x="13584" y="34249"/>
                    </a:cubicBezTo>
                    <a:close/>
                    <a:moveTo>
                      <a:pt x="12555" y="33865"/>
                    </a:moveTo>
                    <a:lnTo>
                      <a:pt x="12808" y="33958"/>
                    </a:lnTo>
                    <a:lnTo>
                      <a:pt x="13011" y="34026"/>
                    </a:lnTo>
                    <a:lnTo>
                      <a:pt x="13341" y="34119"/>
                    </a:lnTo>
                    <a:lnTo>
                      <a:pt x="13714" y="34229"/>
                    </a:lnTo>
                    <a:cubicBezTo>
                      <a:pt x="13743" y="34237"/>
                      <a:pt x="13774" y="34246"/>
                      <a:pt x="13806" y="34254"/>
                    </a:cubicBezTo>
                    <a:lnTo>
                      <a:pt x="13806" y="34254"/>
                    </a:lnTo>
                    <a:cubicBezTo>
                      <a:pt x="13732" y="34233"/>
                      <a:pt x="13658" y="34211"/>
                      <a:pt x="13587" y="34187"/>
                    </a:cubicBezTo>
                    <a:lnTo>
                      <a:pt x="13164" y="34051"/>
                    </a:lnTo>
                    <a:lnTo>
                      <a:pt x="12555" y="33865"/>
                    </a:lnTo>
                    <a:close/>
                    <a:moveTo>
                      <a:pt x="13680" y="34195"/>
                    </a:moveTo>
                    <a:lnTo>
                      <a:pt x="13971" y="34301"/>
                    </a:lnTo>
                    <a:lnTo>
                      <a:pt x="13971" y="34301"/>
                    </a:lnTo>
                    <a:cubicBezTo>
                      <a:pt x="13911" y="34284"/>
                      <a:pt x="13857" y="34269"/>
                      <a:pt x="13806" y="34254"/>
                    </a:cubicBezTo>
                    <a:lnTo>
                      <a:pt x="13806" y="34254"/>
                    </a:lnTo>
                    <a:cubicBezTo>
                      <a:pt x="13888" y="34279"/>
                      <a:pt x="13971" y="34304"/>
                      <a:pt x="14052" y="34330"/>
                    </a:cubicBezTo>
                    <a:lnTo>
                      <a:pt x="13971" y="34301"/>
                    </a:lnTo>
                    <a:lnTo>
                      <a:pt x="13971" y="34301"/>
                    </a:lnTo>
                    <a:cubicBezTo>
                      <a:pt x="14067" y="34328"/>
                      <a:pt x="14175" y="34360"/>
                      <a:pt x="14297" y="34398"/>
                    </a:cubicBezTo>
                    <a:cubicBezTo>
                      <a:pt x="14568" y="34491"/>
                      <a:pt x="14678" y="34525"/>
                      <a:pt x="14720" y="34533"/>
                    </a:cubicBezTo>
                    <a:cubicBezTo>
                      <a:pt x="14736" y="34540"/>
                      <a:pt x="14739" y="34543"/>
                      <a:pt x="14733" y="34543"/>
                    </a:cubicBezTo>
                    <a:cubicBezTo>
                      <a:pt x="14723" y="34543"/>
                      <a:pt x="14689" y="34535"/>
                      <a:pt x="14653" y="34525"/>
                    </a:cubicBezTo>
                    <a:cubicBezTo>
                      <a:pt x="14604" y="34517"/>
                      <a:pt x="14544" y="34507"/>
                      <a:pt x="14525" y="34507"/>
                    </a:cubicBezTo>
                    <a:cubicBezTo>
                      <a:pt x="14502" y="34507"/>
                      <a:pt x="14540" y="34523"/>
                      <a:pt x="14737" y="34584"/>
                    </a:cubicBezTo>
                    <a:cubicBezTo>
                      <a:pt x="14999" y="34643"/>
                      <a:pt x="15253" y="34711"/>
                      <a:pt x="15515" y="34762"/>
                    </a:cubicBezTo>
                    <a:cubicBezTo>
                      <a:pt x="15397" y="34736"/>
                      <a:pt x="15270" y="34703"/>
                      <a:pt x="15152" y="34669"/>
                    </a:cubicBezTo>
                    <a:lnTo>
                      <a:pt x="15152" y="34669"/>
                    </a:lnTo>
                    <a:cubicBezTo>
                      <a:pt x="15228" y="34677"/>
                      <a:pt x="15312" y="34694"/>
                      <a:pt x="15389" y="34711"/>
                    </a:cubicBezTo>
                    <a:lnTo>
                      <a:pt x="15786" y="34804"/>
                    </a:lnTo>
                    <a:cubicBezTo>
                      <a:pt x="15804" y="34809"/>
                      <a:pt x="15822" y="34813"/>
                      <a:pt x="15840" y="34817"/>
                    </a:cubicBezTo>
                    <a:lnTo>
                      <a:pt x="15840" y="34817"/>
                    </a:lnTo>
                    <a:cubicBezTo>
                      <a:pt x="15576" y="34743"/>
                      <a:pt x="14909" y="34572"/>
                      <a:pt x="14941" y="34572"/>
                    </a:cubicBezTo>
                    <a:cubicBezTo>
                      <a:pt x="14951" y="34572"/>
                      <a:pt x="15025" y="34588"/>
                      <a:pt x="15194" y="34627"/>
                    </a:cubicBezTo>
                    <a:cubicBezTo>
                      <a:pt x="14974" y="34559"/>
                      <a:pt x="14644" y="34474"/>
                      <a:pt x="14348" y="34390"/>
                    </a:cubicBezTo>
                    <a:cubicBezTo>
                      <a:pt x="14052" y="34305"/>
                      <a:pt x="13781" y="34220"/>
                      <a:pt x="13680" y="34195"/>
                    </a:cubicBezTo>
                    <a:close/>
                    <a:moveTo>
                      <a:pt x="34113" y="34985"/>
                    </a:moveTo>
                    <a:lnTo>
                      <a:pt x="34058" y="34999"/>
                    </a:lnTo>
                    <a:cubicBezTo>
                      <a:pt x="34071" y="34995"/>
                      <a:pt x="34090" y="34990"/>
                      <a:pt x="34113" y="34985"/>
                    </a:cubicBezTo>
                    <a:close/>
                    <a:moveTo>
                      <a:pt x="40934" y="31762"/>
                    </a:moveTo>
                    <a:cubicBezTo>
                      <a:pt x="40941" y="31762"/>
                      <a:pt x="40799" y="31875"/>
                      <a:pt x="40615" y="32021"/>
                    </a:cubicBezTo>
                    <a:cubicBezTo>
                      <a:pt x="40488" y="32114"/>
                      <a:pt x="40352" y="32233"/>
                      <a:pt x="40208" y="32326"/>
                    </a:cubicBezTo>
                    <a:cubicBezTo>
                      <a:pt x="40073" y="32427"/>
                      <a:pt x="39946" y="32520"/>
                      <a:pt x="39870" y="32579"/>
                    </a:cubicBezTo>
                    <a:cubicBezTo>
                      <a:pt x="39600" y="32767"/>
                      <a:pt x="39011" y="33094"/>
                      <a:pt x="38957" y="33113"/>
                    </a:cubicBezTo>
                    <a:lnTo>
                      <a:pt x="38957" y="33113"/>
                    </a:lnTo>
                    <a:cubicBezTo>
                      <a:pt x="38962" y="33108"/>
                      <a:pt x="38965" y="33106"/>
                      <a:pt x="38965" y="33104"/>
                    </a:cubicBezTo>
                    <a:lnTo>
                      <a:pt x="38965" y="33104"/>
                    </a:lnTo>
                    <a:cubicBezTo>
                      <a:pt x="38955" y="33110"/>
                      <a:pt x="38952" y="33114"/>
                      <a:pt x="38954" y="33114"/>
                    </a:cubicBezTo>
                    <a:cubicBezTo>
                      <a:pt x="38955" y="33114"/>
                      <a:pt x="38956" y="33113"/>
                      <a:pt x="38957" y="33113"/>
                    </a:cubicBezTo>
                    <a:lnTo>
                      <a:pt x="38957" y="33113"/>
                    </a:lnTo>
                    <a:cubicBezTo>
                      <a:pt x="38913" y="33151"/>
                      <a:pt x="38672" y="33290"/>
                      <a:pt x="38390" y="33442"/>
                    </a:cubicBezTo>
                    <a:lnTo>
                      <a:pt x="38153" y="33569"/>
                    </a:lnTo>
                    <a:lnTo>
                      <a:pt x="37907" y="33688"/>
                    </a:lnTo>
                    <a:cubicBezTo>
                      <a:pt x="37755" y="33755"/>
                      <a:pt x="37620" y="33831"/>
                      <a:pt x="37510" y="33882"/>
                    </a:cubicBezTo>
                    <a:cubicBezTo>
                      <a:pt x="37341" y="33967"/>
                      <a:pt x="37155" y="34043"/>
                      <a:pt x="36977" y="34110"/>
                    </a:cubicBezTo>
                    <a:cubicBezTo>
                      <a:pt x="36850" y="34153"/>
                      <a:pt x="36765" y="34178"/>
                      <a:pt x="36689" y="34204"/>
                    </a:cubicBezTo>
                    <a:cubicBezTo>
                      <a:pt x="36613" y="34229"/>
                      <a:pt x="36546" y="34254"/>
                      <a:pt x="36427" y="34297"/>
                    </a:cubicBezTo>
                    <a:cubicBezTo>
                      <a:pt x="36317" y="34339"/>
                      <a:pt x="36173" y="34390"/>
                      <a:pt x="35945" y="34474"/>
                    </a:cubicBezTo>
                    <a:lnTo>
                      <a:pt x="36275" y="34381"/>
                    </a:lnTo>
                    <a:lnTo>
                      <a:pt x="36275" y="34381"/>
                    </a:lnTo>
                    <a:cubicBezTo>
                      <a:pt x="35607" y="34643"/>
                      <a:pt x="34921" y="34863"/>
                      <a:pt x="34228" y="35049"/>
                    </a:cubicBezTo>
                    <a:cubicBezTo>
                      <a:pt x="34101" y="35049"/>
                      <a:pt x="34642" y="34948"/>
                      <a:pt x="34845" y="34863"/>
                    </a:cubicBezTo>
                    <a:lnTo>
                      <a:pt x="34845" y="34863"/>
                    </a:lnTo>
                    <a:cubicBezTo>
                      <a:pt x="34701" y="34897"/>
                      <a:pt x="34558" y="34931"/>
                      <a:pt x="34405" y="34956"/>
                    </a:cubicBezTo>
                    <a:cubicBezTo>
                      <a:pt x="34588" y="34911"/>
                      <a:pt x="34909" y="34782"/>
                      <a:pt x="34964" y="34782"/>
                    </a:cubicBezTo>
                    <a:cubicBezTo>
                      <a:pt x="34970" y="34782"/>
                      <a:pt x="34973" y="34784"/>
                      <a:pt x="34972" y="34787"/>
                    </a:cubicBezTo>
                    <a:cubicBezTo>
                      <a:pt x="34977" y="34782"/>
                      <a:pt x="35074" y="34742"/>
                      <a:pt x="35054" y="34742"/>
                    </a:cubicBezTo>
                    <a:cubicBezTo>
                      <a:pt x="35039" y="34742"/>
                      <a:pt x="34955" y="34766"/>
                      <a:pt x="34710" y="34846"/>
                    </a:cubicBezTo>
                    <a:lnTo>
                      <a:pt x="35133" y="34694"/>
                    </a:lnTo>
                    <a:cubicBezTo>
                      <a:pt x="35107" y="34694"/>
                      <a:pt x="35074" y="34703"/>
                      <a:pt x="35040" y="34711"/>
                    </a:cubicBezTo>
                    <a:lnTo>
                      <a:pt x="35420" y="34593"/>
                    </a:lnTo>
                    <a:cubicBezTo>
                      <a:pt x="35581" y="34550"/>
                      <a:pt x="35869" y="34440"/>
                      <a:pt x="36123" y="34373"/>
                    </a:cubicBezTo>
                    <a:cubicBezTo>
                      <a:pt x="36148" y="34373"/>
                      <a:pt x="35886" y="34474"/>
                      <a:pt x="35733" y="34525"/>
                    </a:cubicBezTo>
                    <a:cubicBezTo>
                      <a:pt x="35928" y="34466"/>
                      <a:pt x="36106" y="34398"/>
                      <a:pt x="36266" y="34347"/>
                    </a:cubicBezTo>
                    <a:cubicBezTo>
                      <a:pt x="36422" y="34290"/>
                      <a:pt x="36554" y="34225"/>
                      <a:pt x="36662" y="34182"/>
                    </a:cubicBezTo>
                    <a:lnTo>
                      <a:pt x="36662" y="34182"/>
                    </a:lnTo>
                    <a:cubicBezTo>
                      <a:pt x="36516" y="34239"/>
                      <a:pt x="36434" y="34272"/>
                      <a:pt x="36376" y="34288"/>
                    </a:cubicBezTo>
                    <a:cubicBezTo>
                      <a:pt x="36351" y="34305"/>
                      <a:pt x="36317" y="34314"/>
                      <a:pt x="36292" y="34314"/>
                    </a:cubicBezTo>
                    <a:cubicBezTo>
                      <a:pt x="36277" y="34314"/>
                      <a:pt x="36306" y="34295"/>
                      <a:pt x="36272" y="34295"/>
                    </a:cubicBezTo>
                    <a:cubicBezTo>
                      <a:pt x="36267" y="34295"/>
                      <a:pt x="36259" y="34295"/>
                      <a:pt x="36249" y="34297"/>
                    </a:cubicBezTo>
                    <a:cubicBezTo>
                      <a:pt x="36427" y="34229"/>
                      <a:pt x="36664" y="34119"/>
                      <a:pt x="36884" y="34034"/>
                    </a:cubicBezTo>
                    <a:lnTo>
                      <a:pt x="37188" y="33907"/>
                    </a:lnTo>
                    <a:cubicBezTo>
                      <a:pt x="37281" y="33865"/>
                      <a:pt x="37358" y="33823"/>
                      <a:pt x="37408" y="33798"/>
                    </a:cubicBezTo>
                    <a:cubicBezTo>
                      <a:pt x="37765" y="33646"/>
                      <a:pt x="38078" y="33517"/>
                      <a:pt x="38111" y="33517"/>
                    </a:cubicBezTo>
                    <a:cubicBezTo>
                      <a:pt x="38124" y="33517"/>
                      <a:pt x="38092" y="33538"/>
                      <a:pt x="38001" y="33586"/>
                    </a:cubicBezTo>
                    <a:cubicBezTo>
                      <a:pt x="38153" y="33518"/>
                      <a:pt x="38314" y="33425"/>
                      <a:pt x="38466" y="33341"/>
                    </a:cubicBezTo>
                    <a:cubicBezTo>
                      <a:pt x="38627" y="33256"/>
                      <a:pt x="38787" y="33172"/>
                      <a:pt x="38940" y="33070"/>
                    </a:cubicBezTo>
                    <a:lnTo>
                      <a:pt x="38940" y="33070"/>
                    </a:lnTo>
                    <a:cubicBezTo>
                      <a:pt x="38356" y="33417"/>
                      <a:pt x="38897" y="33028"/>
                      <a:pt x="38153" y="33468"/>
                    </a:cubicBezTo>
                    <a:cubicBezTo>
                      <a:pt x="38134" y="33473"/>
                      <a:pt x="38121" y="33475"/>
                      <a:pt x="38114" y="33475"/>
                    </a:cubicBezTo>
                    <a:cubicBezTo>
                      <a:pt x="38076" y="33475"/>
                      <a:pt x="38222" y="33398"/>
                      <a:pt x="38424" y="33290"/>
                    </a:cubicBezTo>
                    <a:cubicBezTo>
                      <a:pt x="38669" y="33163"/>
                      <a:pt x="38990" y="33002"/>
                      <a:pt x="39185" y="32892"/>
                    </a:cubicBezTo>
                    <a:lnTo>
                      <a:pt x="39185" y="32892"/>
                    </a:lnTo>
                    <a:cubicBezTo>
                      <a:pt x="39096" y="32950"/>
                      <a:pt x="39083" y="32962"/>
                      <a:pt x="39091" y="32962"/>
                    </a:cubicBezTo>
                    <a:cubicBezTo>
                      <a:pt x="39097" y="32962"/>
                      <a:pt x="39113" y="32956"/>
                      <a:pt x="39121" y="32956"/>
                    </a:cubicBezTo>
                    <a:cubicBezTo>
                      <a:pt x="39126" y="32956"/>
                      <a:pt x="39126" y="32959"/>
                      <a:pt x="39117" y="32968"/>
                    </a:cubicBezTo>
                    <a:cubicBezTo>
                      <a:pt x="39368" y="32810"/>
                      <a:pt x="39456" y="32748"/>
                      <a:pt x="39441" y="32748"/>
                    </a:cubicBezTo>
                    <a:cubicBezTo>
                      <a:pt x="39422" y="32748"/>
                      <a:pt x="39229" y="32852"/>
                      <a:pt x="38990" y="32985"/>
                    </a:cubicBezTo>
                    <a:lnTo>
                      <a:pt x="39650" y="32562"/>
                    </a:lnTo>
                    <a:lnTo>
                      <a:pt x="39650" y="32562"/>
                    </a:lnTo>
                    <a:lnTo>
                      <a:pt x="39582" y="32596"/>
                    </a:lnTo>
                    <a:lnTo>
                      <a:pt x="39582" y="32596"/>
                    </a:lnTo>
                    <a:lnTo>
                      <a:pt x="39752" y="32495"/>
                    </a:lnTo>
                    <a:lnTo>
                      <a:pt x="39912" y="32385"/>
                    </a:lnTo>
                    <a:cubicBezTo>
                      <a:pt x="40031" y="32317"/>
                      <a:pt x="40132" y="32241"/>
                      <a:pt x="40242" y="32165"/>
                    </a:cubicBezTo>
                    <a:cubicBezTo>
                      <a:pt x="40272" y="32154"/>
                      <a:pt x="40296" y="32148"/>
                      <a:pt x="40308" y="32148"/>
                    </a:cubicBezTo>
                    <a:cubicBezTo>
                      <a:pt x="40335" y="32148"/>
                      <a:pt x="40310" y="32177"/>
                      <a:pt x="40183" y="32258"/>
                    </a:cubicBezTo>
                    <a:lnTo>
                      <a:pt x="40547" y="32029"/>
                    </a:lnTo>
                    <a:lnTo>
                      <a:pt x="40547" y="32029"/>
                    </a:lnTo>
                    <a:cubicBezTo>
                      <a:pt x="40369" y="32156"/>
                      <a:pt x="40200" y="32283"/>
                      <a:pt x="40014" y="32402"/>
                    </a:cubicBezTo>
                    <a:cubicBezTo>
                      <a:pt x="40318" y="32224"/>
                      <a:pt x="40606" y="32021"/>
                      <a:pt x="40877" y="31801"/>
                    </a:cubicBezTo>
                    <a:cubicBezTo>
                      <a:pt x="40914" y="31774"/>
                      <a:pt x="40932" y="31762"/>
                      <a:pt x="40934" y="31762"/>
                    </a:cubicBezTo>
                    <a:close/>
                    <a:moveTo>
                      <a:pt x="34228" y="34965"/>
                    </a:moveTo>
                    <a:cubicBezTo>
                      <a:pt x="34152" y="34999"/>
                      <a:pt x="34278" y="34982"/>
                      <a:pt x="33745" y="35117"/>
                    </a:cubicBezTo>
                    <a:lnTo>
                      <a:pt x="33745" y="35109"/>
                    </a:lnTo>
                    <a:cubicBezTo>
                      <a:pt x="33758" y="35102"/>
                      <a:pt x="33761" y="35099"/>
                      <a:pt x="33757" y="35099"/>
                    </a:cubicBezTo>
                    <a:cubicBezTo>
                      <a:pt x="33749" y="35099"/>
                      <a:pt x="33720" y="35107"/>
                      <a:pt x="33678" y="35117"/>
                    </a:cubicBezTo>
                    <a:lnTo>
                      <a:pt x="34228" y="34965"/>
                    </a:lnTo>
                    <a:close/>
                    <a:moveTo>
                      <a:pt x="24432" y="35650"/>
                    </a:moveTo>
                    <a:lnTo>
                      <a:pt x="24432" y="35650"/>
                    </a:lnTo>
                    <a:cubicBezTo>
                      <a:pt x="24416" y="35653"/>
                      <a:pt x="24400" y="35655"/>
                      <a:pt x="24384" y="35657"/>
                    </a:cubicBezTo>
                    <a:lnTo>
                      <a:pt x="24384" y="35657"/>
                    </a:lnTo>
                    <a:cubicBezTo>
                      <a:pt x="24401" y="35655"/>
                      <a:pt x="24417" y="35653"/>
                      <a:pt x="24432" y="35650"/>
                    </a:cubicBezTo>
                    <a:close/>
                    <a:moveTo>
                      <a:pt x="27414" y="35669"/>
                    </a:moveTo>
                    <a:cubicBezTo>
                      <a:pt x="27438" y="35669"/>
                      <a:pt x="27462" y="35670"/>
                      <a:pt x="27486" y="35672"/>
                    </a:cubicBezTo>
                    <a:lnTo>
                      <a:pt x="27486" y="35672"/>
                    </a:lnTo>
                    <a:cubicBezTo>
                      <a:pt x="27395" y="35677"/>
                      <a:pt x="27297" y="35684"/>
                      <a:pt x="27189" y="35692"/>
                    </a:cubicBezTo>
                    <a:lnTo>
                      <a:pt x="27215" y="35684"/>
                    </a:lnTo>
                    <a:cubicBezTo>
                      <a:pt x="27249" y="35684"/>
                      <a:pt x="27274" y="35675"/>
                      <a:pt x="27299" y="35675"/>
                    </a:cubicBezTo>
                    <a:cubicBezTo>
                      <a:pt x="27337" y="35671"/>
                      <a:pt x="27376" y="35669"/>
                      <a:pt x="27414" y="35669"/>
                    </a:cubicBezTo>
                    <a:close/>
                    <a:moveTo>
                      <a:pt x="33635" y="35024"/>
                    </a:moveTo>
                    <a:lnTo>
                      <a:pt x="33635" y="35024"/>
                    </a:lnTo>
                    <a:cubicBezTo>
                      <a:pt x="33568" y="35049"/>
                      <a:pt x="33492" y="35075"/>
                      <a:pt x="33416" y="35092"/>
                    </a:cubicBezTo>
                    <a:lnTo>
                      <a:pt x="32866" y="35253"/>
                    </a:lnTo>
                    <a:cubicBezTo>
                      <a:pt x="32654" y="35320"/>
                      <a:pt x="32426" y="35371"/>
                      <a:pt x="32223" y="35422"/>
                    </a:cubicBezTo>
                    <a:lnTo>
                      <a:pt x="31724" y="35549"/>
                    </a:lnTo>
                    <a:lnTo>
                      <a:pt x="30869" y="35692"/>
                    </a:lnTo>
                    <a:cubicBezTo>
                      <a:pt x="30599" y="35726"/>
                      <a:pt x="30353" y="35752"/>
                      <a:pt x="30176" y="35777"/>
                    </a:cubicBezTo>
                    <a:lnTo>
                      <a:pt x="30353" y="35743"/>
                    </a:lnTo>
                    <a:lnTo>
                      <a:pt x="30819" y="35684"/>
                    </a:lnTo>
                    <a:lnTo>
                      <a:pt x="31199" y="35625"/>
                    </a:lnTo>
                    <a:lnTo>
                      <a:pt x="31724" y="35532"/>
                    </a:lnTo>
                    <a:cubicBezTo>
                      <a:pt x="31969" y="35481"/>
                      <a:pt x="32028" y="35464"/>
                      <a:pt x="31952" y="35464"/>
                    </a:cubicBezTo>
                    <a:cubicBezTo>
                      <a:pt x="31918" y="35464"/>
                      <a:pt x="31842" y="35472"/>
                      <a:pt x="31741" y="35489"/>
                    </a:cubicBezTo>
                    <a:lnTo>
                      <a:pt x="31368" y="35523"/>
                    </a:lnTo>
                    <a:lnTo>
                      <a:pt x="30869" y="35582"/>
                    </a:lnTo>
                    <a:cubicBezTo>
                      <a:pt x="30683" y="35608"/>
                      <a:pt x="30489" y="35625"/>
                      <a:pt x="30277" y="35642"/>
                    </a:cubicBezTo>
                    <a:cubicBezTo>
                      <a:pt x="30734" y="35591"/>
                      <a:pt x="31199" y="35515"/>
                      <a:pt x="31664" y="35439"/>
                    </a:cubicBezTo>
                    <a:cubicBezTo>
                      <a:pt x="31893" y="35405"/>
                      <a:pt x="32130" y="35354"/>
                      <a:pt x="32367" y="35312"/>
                    </a:cubicBezTo>
                    <a:cubicBezTo>
                      <a:pt x="32477" y="35286"/>
                      <a:pt x="32595" y="35269"/>
                      <a:pt x="32713" y="35244"/>
                    </a:cubicBezTo>
                    <a:lnTo>
                      <a:pt x="33060" y="35168"/>
                    </a:lnTo>
                    <a:lnTo>
                      <a:pt x="32942" y="35176"/>
                    </a:lnTo>
                    <a:cubicBezTo>
                      <a:pt x="33238" y="35117"/>
                      <a:pt x="33475" y="35041"/>
                      <a:pt x="33635" y="35024"/>
                    </a:cubicBezTo>
                    <a:close/>
                    <a:moveTo>
                      <a:pt x="31385" y="35760"/>
                    </a:moveTo>
                    <a:lnTo>
                      <a:pt x="31385" y="35760"/>
                    </a:lnTo>
                    <a:cubicBezTo>
                      <a:pt x="31296" y="35778"/>
                      <a:pt x="31172" y="35798"/>
                      <a:pt x="31026" y="35820"/>
                    </a:cubicBezTo>
                    <a:lnTo>
                      <a:pt x="31026" y="35820"/>
                    </a:lnTo>
                    <a:cubicBezTo>
                      <a:pt x="31146" y="35802"/>
                      <a:pt x="31266" y="35782"/>
                      <a:pt x="31385" y="35760"/>
                    </a:cubicBezTo>
                    <a:close/>
                    <a:moveTo>
                      <a:pt x="23780" y="36038"/>
                    </a:moveTo>
                    <a:lnTo>
                      <a:pt x="23831" y="36039"/>
                    </a:lnTo>
                    <a:lnTo>
                      <a:pt x="23780" y="36039"/>
                    </a:lnTo>
                    <a:lnTo>
                      <a:pt x="23780" y="36038"/>
                    </a:lnTo>
                    <a:close/>
                    <a:moveTo>
                      <a:pt x="24998" y="36056"/>
                    </a:moveTo>
                    <a:lnTo>
                      <a:pt x="24872" y="36082"/>
                    </a:lnTo>
                    <a:lnTo>
                      <a:pt x="24872" y="36073"/>
                    </a:lnTo>
                    <a:cubicBezTo>
                      <a:pt x="24851" y="36075"/>
                      <a:pt x="24830" y="36076"/>
                      <a:pt x="24809" y="36076"/>
                    </a:cubicBezTo>
                    <a:cubicBezTo>
                      <a:pt x="24751" y="36076"/>
                      <a:pt x="24690" y="36069"/>
                      <a:pt x="24635" y="36056"/>
                    </a:cubicBezTo>
                    <a:close/>
                    <a:moveTo>
                      <a:pt x="29397" y="35863"/>
                    </a:moveTo>
                    <a:cubicBezTo>
                      <a:pt x="29414" y="35863"/>
                      <a:pt x="29418" y="35865"/>
                      <a:pt x="29406" y="35870"/>
                    </a:cubicBezTo>
                    <a:cubicBezTo>
                      <a:pt x="29262" y="35912"/>
                      <a:pt x="29118" y="35938"/>
                      <a:pt x="28966" y="35946"/>
                    </a:cubicBezTo>
                    <a:cubicBezTo>
                      <a:pt x="28754" y="35980"/>
                      <a:pt x="28509" y="36005"/>
                      <a:pt x="28399" y="36022"/>
                    </a:cubicBezTo>
                    <a:cubicBezTo>
                      <a:pt x="28306" y="36031"/>
                      <a:pt x="28044" y="36056"/>
                      <a:pt x="27832" y="36073"/>
                    </a:cubicBezTo>
                    <a:cubicBezTo>
                      <a:pt x="27705" y="36078"/>
                      <a:pt x="27595" y="36083"/>
                      <a:pt x="27543" y="36083"/>
                    </a:cubicBezTo>
                    <a:cubicBezTo>
                      <a:pt x="27504" y="36083"/>
                      <a:pt x="27497" y="36080"/>
                      <a:pt x="27536" y="36073"/>
                    </a:cubicBezTo>
                    <a:cubicBezTo>
                      <a:pt x="27731" y="36065"/>
                      <a:pt x="27917" y="36048"/>
                      <a:pt x="28112" y="36014"/>
                    </a:cubicBezTo>
                    <a:cubicBezTo>
                      <a:pt x="28259" y="35986"/>
                      <a:pt x="28406" y="35969"/>
                      <a:pt x="28558" y="35969"/>
                    </a:cubicBezTo>
                    <a:cubicBezTo>
                      <a:pt x="28589" y="35969"/>
                      <a:pt x="28621" y="35970"/>
                      <a:pt x="28653" y="35972"/>
                    </a:cubicBezTo>
                    <a:cubicBezTo>
                      <a:pt x="28699" y="35958"/>
                      <a:pt x="28674" y="35951"/>
                      <a:pt x="28607" y="35951"/>
                    </a:cubicBezTo>
                    <a:cubicBezTo>
                      <a:pt x="28552" y="35951"/>
                      <a:pt x="28469" y="35955"/>
                      <a:pt x="28374" y="35963"/>
                    </a:cubicBezTo>
                    <a:cubicBezTo>
                      <a:pt x="28416" y="35955"/>
                      <a:pt x="28450" y="35946"/>
                      <a:pt x="28492" y="35938"/>
                    </a:cubicBezTo>
                    <a:cubicBezTo>
                      <a:pt x="28712" y="35921"/>
                      <a:pt x="28924" y="35904"/>
                      <a:pt x="29118" y="35887"/>
                    </a:cubicBezTo>
                    <a:cubicBezTo>
                      <a:pt x="29244" y="35875"/>
                      <a:pt x="29357" y="35863"/>
                      <a:pt x="29397" y="35863"/>
                    </a:cubicBezTo>
                    <a:close/>
                    <a:moveTo>
                      <a:pt x="9578" y="1"/>
                    </a:moveTo>
                    <a:cubicBezTo>
                      <a:pt x="9463" y="1"/>
                      <a:pt x="9354" y="4"/>
                      <a:pt x="9247" y="19"/>
                    </a:cubicBezTo>
                    <a:cubicBezTo>
                      <a:pt x="9069" y="36"/>
                      <a:pt x="8909" y="45"/>
                      <a:pt x="8756" y="78"/>
                    </a:cubicBezTo>
                    <a:cubicBezTo>
                      <a:pt x="8604" y="112"/>
                      <a:pt x="8452" y="138"/>
                      <a:pt x="8317" y="171"/>
                    </a:cubicBezTo>
                    <a:lnTo>
                      <a:pt x="7910" y="290"/>
                    </a:lnTo>
                    <a:cubicBezTo>
                      <a:pt x="7378" y="476"/>
                      <a:pt x="6862" y="704"/>
                      <a:pt x="6362" y="967"/>
                    </a:cubicBezTo>
                    <a:cubicBezTo>
                      <a:pt x="6425" y="923"/>
                      <a:pt x="6440" y="908"/>
                      <a:pt x="6432" y="908"/>
                    </a:cubicBezTo>
                    <a:cubicBezTo>
                      <a:pt x="6418" y="908"/>
                      <a:pt x="6338" y="951"/>
                      <a:pt x="6312" y="967"/>
                    </a:cubicBezTo>
                    <a:lnTo>
                      <a:pt x="6032" y="1127"/>
                    </a:lnTo>
                    <a:lnTo>
                      <a:pt x="5770" y="1313"/>
                    </a:lnTo>
                    <a:cubicBezTo>
                      <a:pt x="5626" y="1407"/>
                      <a:pt x="5491" y="1517"/>
                      <a:pt x="5356" y="1626"/>
                    </a:cubicBezTo>
                    <a:lnTo>
                      <a:pt x="5308" y="1665"/>
                    </a:lnTo>
                    <a:lnTo>
                      <a:pt x="5308" y="1665"/>
                    </a:lnTo>
                    <a:cubicBezTo>
                      <a:pt x="5315" y="1658"/>
                      <a:pt x="5323" y="1651"/>
                      <a:pt x="5330" y="1643"/>
                    </a:cubicBezTo>
                    <a:lnTo>
                      <a:pt x="5330" y="1643"/>
                    </a:lnTo>
                    <a:cubicBezTo>
                      <a:pt x="5287" y="1678"/>
                      <a:pt x="5272" y="1691"/>
                      <a:pt x="5266" y="1698"/>
                    </a:cubicBezTo>
                    <a:lnTo>
                      <a:pt x="5266" y="1698"/>
                    </a:lnTo>
                    <a:lnTo>
                      <a:pt x="5229" y="1728"/>
                    </a:lnTo>
                    <a:lnTo>
                      <a:pt x="5102" y="1830"/>
                    </a:lnTo>
                    <a:lnTo>
                      <a:pt x="4848" y="2041"/>
                    </a:lnTo>
                    <a:cubicBezTo>
                      <a:pt x="4890" y="1982"/>
                      <a:pt x="4941" y="1931"/>
                      <a:pt x="5000" y="1880"/>
                    </a:cubicBezTo>
                    <a:cubicBezTo>
                      <a:pt x="5051" y="1830"/>
                      <a:pt x="5119" y="1762"/>
                      <a:pt x="5212" y="1686"/>
                    </a:cubicBezTo>
                    <a:cubicBezTo>
                      <a:pt x="5305" y="1618"/>
                      <a:pt x="5415" y="1533"/>
                      <a:pt x="5550" y="1432"/>
                    </a:cubicBezTo>
                    <a:lnTo>
                      <a:pt x="5550" y="1432"/>
                    </a:lnTo>
                    <a:cubicBezTo>
                      <a:pt x="5093" y="1753"/>
                      <a:pt x="4671" y="2126"/>
                      <a:pt x="4281" y="2532"/>
                    </a:cubicBezTo>
                    <a:cubicBezTo>
                      <a:pt x="4087" y="2718"/>
                      <a:pt x="3909" y="2921"/>
                      <a:pt x="3748" y="3124"/>
                    </a:cubicBezTo>
                    <a:cubicBezTo>
                      <a:pt x="3596" y="3327"/>
                      <a:pt x="3435" y="3538"/>
                      <a:pt x="3292" y="3750"/>
                    </a:cubicBezTo>
                    <a:cubicBezTo>
                      <a:pt x="2691" y="4646"/>
                      <a:pt x="2192" y="5611"/>
                      <a:pt x="1803" y="6618"/>
                    </a:cubicBezTo>
                    <a:cubicBezTo>
                      <a:pt x="1798" y="6628"/>
                      <a:pt x="1795" y="6633"/>
                      <a:pt x="1795" y="6633"/>
                    </a:cubicBezTo>
                    <a:cubicBezTo>
                      <a:pt x="1790" y="6633"/>
                      <a:pt x="1855" y="6457"/>
                      <a:pt x="1852" y="6457"/>
                    </a:cubicBezTo>
                    <a:cubicBezTo>
                      <a:pt x="1851" y="6457"/>
                      <a:pt x="1847" y="6466"/>
                      <a:pt x="1837" y="6491"/>
                    </a:cubicBezTo>
                    <a:cubicBezTo>
                      <a:pt x="1786" y="6634"/>
                      <a:pt x="1718" y="6837"/>
                      <a:pt x="1667" y="6990"/>
                    </a:cubicBezTo>
                    <a:cubicBezTo>
                      <a:pt x="1634" y="7083"/>
                      <a:pt x="1608" y="7167"/>
                      <a:pt x="1583" y="7260"/>
                    </a:cubicBezTo>
                    <a:cubicBezTo>
                      <a:pt x="1589" y="7229"/>
                      <a:pt x="1596" y="7197"/>
                      <a:pt x="1605" y="7166"/>
                    </a:cubicBezTo>
                    <a:lnTo>
                      <a:pt x="1605" y="7166"/>
                    </a:lnTo>
                    <a:cubicBezTo>
                      <a:pt x="1442" y="7653"/>
                      <a:pt x="1317" y="8040"/>
                      <a:pt x="1219" y="8394"/>
                    </a:cubicBezTo>
                    <a:cubicBezTo>
                      <a:pt x="1160" y="8589"/>
                      <a:pt x="1109" y="8775"/>
                      <a:pt x="1058" y="8961"/>
                    </a:cubicBezTo>
                    <a:cubicBezTo>
                      <a:pt x="1016" y="9138"/>
                      <a:pt x="974" y="9325"/>
                      <a:pt x="940" y="9519"/>
                    </a:cubicBezTo>
                    <a:cubicBezTo>
                      <a:pt x="939" y="9520"/>
                      <a:pt x="938" y="9520"/>
                      <a:pt x="938" y="9520"/>
                    </a:cubicBezTo>
                    <a:cubicBezTo>
                      <a:pt x="916" y="9520"/>
                      <a:pt x="1044" y="9017"/>
                      <a:pt x="1037" y="9017"/>
                    </a:cubicBezTo>
                    <a:cubicBezTo>
                      <a:pt x="1037" y="9017"/>
                      <a:pt x="1036" y="9021"/>
                      <a:pt x="1033" y="9028"/>
                    </a:cubicBezTo>
                    <a:cubicBezTo>
                      <a:pt x="881" y="9612"/>
                      <a:pt x="796" y="10052"/>
                      <a:pt x="728" y="10509"/>
                    </a:cubicBezTo>
                    <a:cubicBezTo>
                      <a:pt x="652" y="10957"/>
                      <a:pt x="585" y="11406"/>
                      <a:pt x="492" y="12006"/>
                    </a:cubicBezTo>
                    <a:cubicBezTo>
                      <a:pt x="499" y="11919"/>
                      <a:pt x="500" y="11882"/>
                      <a:pt x="495" y="11882"/>
                    </a:cubicBezTo>
                    <a:cubicBezTo>
                      <a:pt x="480" y="11882"/>
                      <a:pt x="404" y="12337"/>
                      <a:pt x="365" y="12581"/>
                    </a:cubicBezTo>
                    <a:cubicBezTo>
                      <a:pt x="297" y="13072"/>
                      <a:pt x="212" y="13842"/>
                      <a:pt x="136" y="14679"/>
                    </a:cubicBezTo>
                    <a:cubicBezTo>
                      <a:pt x="60" y="15508"/>
                      <a:pt x="26" y="16413"/>
                      <a:pt x="35" y="17158"/>
                    </a:cubicBezTo>
                    <a:cubicBezTo>
                      <a:pt x="29" y="17126"/>
                      <a:pt x="25" y="17111"/>
                      <a:pt x="22" y="17111"/>
                    </a:cubicBezTo>
                    <a:cubicBezTo>
                      <a:pt x="17" y="17111"/>
                      <a:pt x="15" y="17165"/>
                      <a:pt x="9" y="17259"/>
                    </a:cubicBezTo>
                    <a:cubicBezTo>
                      <a:pt x="1" y="17395"/>
                      <a:pt x="1" y="17623"/>
                      <a:pt x="9" y="17860"/>
                    </a:cubicBezTo>
                    <a:cubicBezTo>
                      <a:pt x="18" y="18105"/>
                      <a:pt x="26" y="18359"/>
                      <a:pt x="35" y="18562"/>
                    </a:cubicBezTo>
                    <a:cubicBezTo>
                      <a:pt x="52" y="18698"/>
                      <a:pt x="52" y="18824"/>
                      <a:pt x="35" y="18951"/>
                    </a:cubicBezTo>
                    <a:cubicBezTo>
                      <a:pt x="43" y="19036"/>
                      <a:pt x="52" y="19129"/>
                      <a:pt x="60" y="19222"/>
                    </a:cubicBezTo>
                    <a:cubicBezTo>
                      <a:pt x="69" y="19324"/>
                      <a:pt x="86" y="19417"/>
                      <a:pt x="94" y="19510"/>
                    </a:cubicBezTo>
                    <a:cubicBezTo>
                      <a:pt x="102" y="19620"/>
                      <a:pt x="128" y="19730"/>
                      <a:pt x="153" y="19831"/>
                    </a:cubicBezTo>
                    <a:cubicBezTo>
                      <a:pt x="119" y="19645"/>
                      <a:pt x="102" y="19450"/>
                      <a:pt x="102" y="19256"/>
                    </a:cubicBezTo>
                    <a:lnTo>
                      <a:pt x="102" y="19256"/>
                    </a:lnTo>
                    <a:cubicBezTo>
                      <a:pt x="136" y="19501"/>
                      <a:pt x="162" y="19806"/>
                      <a:pt x="204" y="20059"/>
                    </a:cubicBezTo>
                    <a:cubicBezTo>
                      <a:pt x="221" y="20220"/>
                      <a:pt x="255" y="20381"/>
                      <a:pt x="297" y="20542"/>
                    </a:cubicBezTo>
                    <a:cubicBezTo>
                      <a:pt x="314" y="20745"/>
                      <a:pt x="348" y="20939"/>
                      <a:pt x="382" y="21142"/>
                    </a:cubicBezTo>
                    <a:cubicBezTo>
                      <a:pt x="407" y="21193"/>
                      <a:pt x="424" y="21244"/>
                      <a:pt x="441" y="21303"/>
                    </a:cubicBezTo>
                    <a:cubicBezTo>
                      <a:pt x="466" y="21396"/>
                      <a:pt x="492" y="21523"/>
                      <a:pt x="534" y="21684"/>
                    </a:cubicBezTo>
                    <a:cubicBezTo>
                      <a:pt x="602" y="22039"/>
                      <a:pt x="602" y="22022"/>
                      <a:pt x="618" y="22039"/>
                    </a:cubicBezTo>
                    <a:cubicBezTo>
                      <a:pt x="635" y="22056"/>
                      <a:pt x="652" y="22115"/>
                      <a:pt x="788" y="22623"/>
                    </a:cubicBezTo>
                    <a:cubicBezTo>
                      <a:pt x="703" y="22394"/>
                      <a:pt x="627" y="22200"/>
                      <a:pt x="593" y="22115"/>
                    </a:cubicBezTo>
                    <a:lnTo>
                      <a:pt x="593" y="22115"/>
                    </a:lnTo>
                    <a:cubicBezTo>
                      <a:pt x="618" y="22208"/>
                      <a:pt x="644" y="22301"/>
                      <a:pt x="669" y="22394"/>
                    </a:cubicBezTo>
                    <a:lnTo>
                      <a:pt x="720" y="22555"/>
                    </a:lnTo>
                    <a:cubicBezTo>
                      <a:pt x="745" y="22640"/>
                      <a:pt x="771" y="22707"/>
                      <a:pt x="821" y="22885"/>
                    </a:cubicBezTo>
                    <a:cubicBezTo>
                      <a:pt x="824" y="22898"/>
                      <a:pt x="825" y="22904"/>
                      <a:pt x="823" y="22904"/>
                    </a:cubicBezTo>
                    <a:cubicBezTo>
                      <a:pt x="810" y="22904"/>
                      <a:pt x="665" y="22513"/>
                      <a:pt x="568" y="22174"/>
                    </a:cubicBezTo>
                    <a:lnTo>
                      <a:pt x="568" y="22174"/>
                    </a:lnTo>
                    <a:cubicBezTo>
                      <a:pt x="618" y="22386"/>
                      <a:pt x="678" y="22597"/>
                      <a:pt x="737" y="22809"/>
                    </a:cubicBezTo>
                    <a:cubicBezTo>
                      <a:pt x="1050" y="23680"/>
                      <a:pt x="1422" y="24526"/>
                      <a:pt x="1837" y="25338"/>
                    </a:cubicBezTo>
                    <a:cubicBezTo>
                      <a:pt x="1775" y="25240"/>
                      <a:pt x="1683" y="25058"/>
                      <a:pt x="1672" y="25058"/>
                    </a:cubicBezTo>
                    <a:cubicBezTo>
                      <a:pt x="1668" y="25058"/>
                      <a:pt x="1676" y="25084"/>
                      <a:pt x="1701" y="25152"/>
                    </a:cubicBezTo>
                    <a:cubicBezTo>
                      <a:pt x="1794" y="25355"/>
                      <a:pt x="1930" y="25575"/>
                      <a:pt x="2073" y="25803"/>
                    </a:cubicBezTo>
                    <a:lnTo>
                      <a:pt x="2285" y="26167"/>
                    </a:lnTo>
                    <a:cubicBezTo>
                      <a:pt x="2351" y="26276"/>
                      <a:pt x="2416" y="26379"/>
                      <a:pt x="2482" y="26487"/>
                    </a:cubicBezTo>
                    <a:lnTo>
                      <a:pt x="2482" y="26487"/>
                    </a:lnTo>
                    <a:cubicBezTo>
                      <a:pt x="2473" y="26474"/>
                      <a:pt x="2464" y="26460"/>
                      <a:pt x="2454" y="26446"/>
                    </a:cubicBezTo>
                    <a:lnTo>
                      <a:pt x="2454" y="26446"/>
                    </a:lnTo>
                    <a:cubicBezTo>
                      <a:pt x="2496" y="26514"/>
                      <a:pt x="2471" y="26472"/>
                      <a:pt x="2513" y="26539"/>
                    </a:cubicBezTo>
                    <a:cubicBezTo>
                      <a:pt x="2503" y="26522"/>
                      <a:pt x="2492" y="26504"/>
                      <a:pt x="2482" y="26487"/>
                    </a:cubicBezTo>
                    <a:lnTo>
                      <a:pt x="2482" y="26487"/>
                    </a:lnTo>
                    <a:cubicBezTo>
                      <a:pt x="2610" y="26677"/>
                      <a:pt x="2696" y="26817"/>
                      <a:pt x="2767" y="26920"/>
                    </a:cubicBezTo>
                    <a:cubicBezTo>
                      <a:pt x="2843" y="27030"/>
                      <a:pt x="2903" y="27106"/>
                      <a:pt x="2953" y="27182"/>
                    </a:cubicBezTo>
                    <a:lnTo>
                      <a:pt x="3114" y="27428"/>
                    </a:lnTo>
                    <a:lnTo>
                      <a:pt x="3241" y="27605"/>
                    </a:lnTo>
                    <a:cubicBezTo>
                      <a:pt x="3292" y="27673"/>
                      <a:pt x="3351" y="27749"/>
                      <a:pt x="3419" y="27834"/>
                    </a:cubicBezTo>
                    <a:cubicBezTo>
                      <a:pt x="3410" y="27825"/>
                      <a:pt x="3402" y="27825"/>
                      <a:pt x="3385" y="27808"/>
                    </a:cubicBezTo>
                    <a:lnTo>
                      <a:pt x="3385" y="27808"/>
                    </a:lnTo>
                    <a:lnTo>
                      <a:pt x="3757" y="28231"/>
                    </a:lnTo>
                    <a:cubicBezTo>
                      <a:pt x="4561" y="29094"/>
                      <a:pt x="4620" y="29229"/>
                      <a:pt x="5110" y="29745"/>
                    </a:cubicBezTo>
                    <a:cubicBezTo>
                      <a:pt x="5068" y="29703"/>
                      <a:pt x="5034" y="29669"/>
                      <a:pt x="4992" y="29635"/>
                    </a:cubicBezTo>
                    <a:lnTo>
                      <a:pt x="4992" y="29635"/>
                    </a:lnTo>
                    <a:cubicBezTo>
                      <a:pt x="5068" y="29720"/>
                      <a:pt x="5195" y="29839"/>
                      <a:pt x="5339" y="29974"/>
                    </a:cubicBezTo>
                    <a:cubicBezTo>
                      <a:pt x="5491" y="30118"/>
                      <a:pt x="5660" y="30278"/>
                      <a:pt x="5838" y="30422"/>
                    </a:cubicBezTo>
                    <a:lnTo>
                      <a:pt x="6354" y="30845"/>
                    </a:lnTo>
                    <a:cubicBezTo>
                      <a:pt x="6455" y="30924"/>
                      <a:pt x="6548" y="30995"/>
                      <a:pt x="6622" y="31054"/>
                    </a:cubicBezTo>
                    <a:lnTo>
                      <a:pt x="6622" y="31054"/>
                    </a:lnTo>
                    <a:cubicBezTo>
                      <a:pt x="6374" y="30846"/>
                      <a:pt x="6566" y="30990"/>
                      <a:pt x="6329" y="30761"/>
                    </a:cubicBezTo>
                    <a:cubicBezTo>
                      <a:pt x="6151" y="30625"/>
                      <a:pt x="6092" y="30583"/>
                      <a:pt x="5999" y="30515"/>
                    </a:cubicBezTo>
                    <a:cubicBezTo>
                      <a:pt x="5948" y="30490"/>
                      <a:pt x="5897" y="30439"/>
                      <a:pt x="5821" y="30380"/>
                    </a:cubicBezTo>
                    <a:lnTo>
                      <a:pt x="5686" y="30270"/>
                    </a:lnTo>
                    <a:cubicBezTo>
                      <a:pt x="5635" y="30228"/>
                      <a:pt x="5576" y="30168"/>
                      <a:pt x="5508" y="30109"/>
                    </a:cubicBezTo>
                    <a:lnTo>
                      <a:pt x="5508" y="30109"/>
                    </a:lnTo>
                    <a:cubicBezTo>
                      <a:pt x="5567" y="30143"/>
                      <a:pt x="5618" y="30185"/>
                      <a:pt x="5669" y="30228"/>
                    </a:cubicBezTo>
                    <a:lnTo>
                      <a:pt x="5965" y="30456"/>
                    </a:lnTo>
                    <a:cubicBezTo>
                      <a:pt x="6176" y="30625"/>
                      <a:pt x="6396" y="30803"/>
                      <a:pt x="6481" y="30845"/>
                    </a:cubicBezTo>
                    <a:cubicBezTo>
                      <a:pt x="6684" y="30989"/>
                      <a:pt x="6862" y="31158"/>
                      <a:pt x="7022" y="31344"/>
                    </a:cubicBezTo>
                    <a:cubicBezTo>
                      <a:pt x="7234" y="31497"/>
                      <a:pt x="7428" y="31623"/>
                      <a:pt x="7606" y="31750"/>
                    </a:cubicBezTo>
                    <a:cubicBezTo>
                      <a:pt x="7699" y="31810"/>
                      <a:pt x="7784" y="31877"/>
                      <a:pt x="7868" y="31936"/>
                    </a:cubicBezTo>
                    <a:lnTo>
                      <a:pt x="8139" y="32106"/>
                    </a:lnTo>
                    <a:lnTo>
                      <a:pt x="8418" y="32283"/>
                    </a:lnTo>
                    <a:cubicBezTo>
                      <a:pt x="8511" y="32351"/>
                      <a:pt x="8621" y="32410"/>
                      <a:pt x="8723" y="32469"/>
                    </a:cubicBezTo>
                    <a:cubicBezTo>
                      <a:pt x="8943" y="32596"/>
                      <a:pt x="9179" y="32732"/>
                      <a:pt x="9459" y="32884"/>
                    </a:cubicBezTo>
                    <a:lnTo>
                      <a:pt x="10101" y="33163"/>
                    </a:lnTo>
                    <a:cubicBezTo>
                      <a:pt x="10220" y="33231"/>
                      <a:pt x="10364" y="33281"/>
                      <a:pt x="10533" y="33366"/>
                    </a:cubicBezTo>
                    <a:cubicBezTo>
                      <a:pt x="10711" y="33442"/>
                      <a:pt x="10905" y="33552"/>
                      <a:pt x="11142" y="33654"/>
                    </a:cubicBezTo>
                    <a:lnTo>
                      <a:pt x="11100" y="33648"/>
                    </a:lnTo>
                    <a:lnTo>
                      <a:pt x="11100" y="33648"/>
                    </a:lnTo>
                    <a:cubicBezTo>
                      <a:pt x="11189" y="33672"/>
                      <a:pt x="11565" y="33854"/>
                      <a:pt x="11751" y="33916"/>
                    </a:cubicBezTo>
                    <a:cubicBezTo>
                      <a:pt x="11681" y="33879"/>
                      <a:pt x="11663" y="33866"/>
                      <a:pt x="11671" y="33866"/>
                    </a:cubicBezTo>
                    <a:cubicBezTo>
                      <a:pt x="11682" y="33866"/>
                      <a:pt x="11741" y="33888"/>
                      <a:pt x="11793" y="33907"/>
                    </a:cubicBezTo>
                    <a:cubicBezTo>
                      <a:pt x="11842" y="33924"/>
                      <a:pt x="11887" y="33938"/>
                      <a:pt x="11898" y="33938"/>
                    </a:cubicBezTo>
                    <a:cubicBezTo>
                      <a:pt x="11909" y="33938"/>
                      <a:pt x="11881" y="33922"/>
                      <a:pt x="11776" y="33874"/>
                    </a:cubicBezTo>
                    <a:lnTo>
                      <a:pt x="11776" y="33874"/>
                    </a:lnTo>
                    <a:cubicBezTo>
                      <a:pt x="12352" y="34094"/>
                      <a:pt x="12436" y="34170"/>
                      <a:pt x="12487" y="34212"/>
                    </a:cubicBezTo>
                    <a:cubicBezTo>
                      <a:pt x="12910" y="34322"/>
                      <a:pt x="13629" y="34643"/>
                      <a:pt x="14543" y="34872"/>
                    </a:cubicBezTo>
                    <a:cubicBezTo>
                      <a:pt x="14406" y="34858"/>
                      <a:pt x="13730" y="34656"/>
                      <a:pt x="13694" y="34656"/>
                    </a:cubicBezTo>
                    <a:cubicBezTo>
                      <a:pt x="13686" y="34656"/>
                      <a:pt x="13713" y="34667"/>
                      <a:pt x="13790" y="34694"/>
                    </a:cubicBezTo>
                    <a:lnTo>
                      <a:pt x="14373" y="34846"/>
                    </a:lnTo>
                    <a:lnTo>
                      <a:pt x="14966" y="34982"/>
                    </a:lnTo>
                    <a:lnTo>
                      <a:pt x="14450" y="34838"/>
                    </a:lnTo>
                    <a:lnTo>
                      <a:pt x="14450" y="34838"/>
                    </a:lnTo>
                    <a:cubicBezTo>
                      <a:pt x="15338" y="35049"/>
                      <a:pt x="15583" y="35143"/>
                      <a:pt x="16099" y="35278"/>
                    </a:cubicBezTo>
                    <a:cubicBezTo>
                      <a:pt x="16116" y="35284"/>
                      <a:pt x="16121" y="35286"/>
                      <a:pt x="16115" y="35286"/>
                    </a:cubicBezTo>
                    <a:cubicBezTo>
                      <a:pt x="16085" y="35286"/>
                      <a:pt x="15811" y="35225"/>
                      <a:pt x="15600" y="35176"/>
                    </a:cubicBezTo>
                    <a:lnTo>
                      <a:pt x="15600" y="35176"/>
                    </a:lnTo>
                    <a:cubicBezTo>
                      <a:pt x="15735" y="35210"/>
                      <a:pt x="15922" y="35253"/>
                      <a:pt x="16108" y="35295"/>
                    </a:cubicBezTo>
                    <a:lnTo>
                      <a:pt x="16683" y="35396"/>
                    </a:lnTo>
                    <a:lnTo>
                      <a:pt x="16996" y="35447"/>
                    </a:lnTo>
                    <a:lnTo>
                      <a:pt x="17453" y="35515"/>
                    </a:lnTo>
                    <a:cubicBezTo>
                      <a:pt x="17613" y="35540"/>
                      <a:pt x="17774" y="35566"/>
                      <a:pt x="17926" y="35582"/>
                    </a:cubicBezTo>
                    <a:cubicBezTo>
                      <a:pt x="18070" y="35599"/>
                      <a:pt x="18206" y="35616"/>
                      <a:pt x="18299" y="35625"/>
                    </a:cubicBezTo>
                    <a:lnTo>
                      <a:pt x="18451" y="35650"/>
                    </a:lnTo>
                    <a:lnTo>
                      <a:pt x="18383" y="35650"/>
                    </a:lnTo>
                    <a:lnTo>
                      <a:pt x="18578" y="35675"/>
                    </a:lnTo>
                    <a:cubicBezTo>
                      <a:pt x="18747" y="35701"/>
                      <a:pt x="18899" y="35726"/>
                      <a:pt x="19060" y="35743"/>
                    </a:cubicBezTo>
                    <a:lnTo>
                      <a:pt x="18967" y="35743"/>
                    </a:lnTo>
                    <a:lnTo>
                      <a:pt x="19153" y="35769"/>
                    </a:lnTo>
                    <a:lnTo>
                      <a:pt x="19644" y="35836"/>
                    </a:lnTo>
                    <a:lnTo>
                      <a:pt x="19906" y="35853"/>
                    </a:lnTo>
                    <a:lnTo>
                      <a:pt x="19906" y="35853"/>
                    </a:lnTo>
                    <a:lnTo>
                      <a:pt x="19779" y="35836"/>
                    </a:lnTo>
                    <a:cubicBezTo>
                      <a:pt x="19790" y="35829"/>
                      <a:pt x="19829" y="35825"/>
                      <a:pt x="19889" y="35825"/>
                    </a:cubicBezTo>
                    <a:cubicBezTo>
                      <a:pt x="20102" y="35825"/>
                      <a:pt x="20588" y="35866"/>
                      <a:pt x="21141" y="35912"/>
                    </a:cubicBezTo>
                    <a:lnTo>
                      <a:pt x="20853" y="35879"/>
                    </a:lnTo>
                    <a:cubicBezTo>
                      <a:pt x="20684" y="35870"/>
                      <a:pt x="20456" y="35845"/>
                      <a:pt x="20185" y="35819"/>
                    </a:cubicBezTo>
                    <a:lnTo>
                      <a:pt x="20371" y="35819"/>
                    </a:lnTo>
                    <a:cubicBezTo>
                      <a:pt x="20769" y="35870"/>
                      <a:pt x="21149" y="35904"/>
                      <a:pt x="21530" y="35929"/>
                    </a:cubicBezTo>
                    <a:cubicBezTo>
                      <a:pt x="21902" y="35955"/>
                      <a:pt x="22266" y="35980"/>
                      <a:pt x="22613" y="35997"/>
                    </a:cubicBezTo>
                    <a:cubicBezTo>
                      <a:pt x="22359" y="35997"/>
                      <a:pt x="22097" y="35980"/>
                      <a:pt x="21775" y="35963"/>
                    </a:cubicBezTo>
                    <a:lnTo>
                      <a:pt x="21775" y="35963"/>
                    </a:lnTo>
                    <a:cubicBezTo>
                      <a:pt x="22520" y="36048"/>
                      <a:pt x="23687" y="36014"/>
                      <a:pt x="24043" y="36065"/>
                    </a:cubicBezTo>
                    <a:cubicBezTo>
                      <a:pt x="23851" y="36065"/>
                      <a:pt x="23674" y="36068"/>
                      <a:pt x="23510" y="36068"/>
                    </a:cubicBezTo>
                    <a:cubicBezTo>
                      <a:pt x="23428" y="36068"/>
                      <a:pt x="23349" y="36067"/>
                      <a:pt x="23273" y="36065"/>
                    </a:cubicBezTo>
                    <a:cubicBezTo>
                      <a:pt x="23036" y="36065"/>
                      <a:pt x="22824" y="36056"/>
                      <a:pt x="22604" y="36048"/>
                    </a:cubicBezTo>
                    <a:cubicBezTo>
                      <a:pt x="22393" y="36039"/>
                      <a:pt x="22173" y="36031"/>
                      <a:pt x="21928" y="36014"/>
                    </a:cubicBezTo>
                    <a:cubicBezTo>
                      <a:pt x="21691" y="35997"/>
                      <a:pt x="21429" y="35988"/>
                      <a:pt x="21124" y="35972"/>
                    </a:cubicBezTo>
                    <a:cubicBezTo>
                      <a:pt x="20961" y="35949"/>
                      <a:pt x="20941" y="35941"/>
                      <a:pt x="21001" y="35941"/>
                    </a:cubicBezTo>
                    <a:cubicBezTo>
                      <a:pt x="21053" y="35941"/>
                      <a:pt x="21164" y="35947"/>
                      <a:pt x="21293" y="35955"/>
                    </a:cubicBezTo>
                    <a:cubicBezTo>
                      <a:pt x="21514" y="35968"/>
                      <a:pt x="21797" y="35982"/>
                      <a:pt x="21903" y="35982"/>
                    </a:cubicBezTo>
                    <a:cubicBezTo>
                      <a:pt x="21927" y="35982"/>
                      <a:pt x="21942" y="35982"/>
                      <a:pt x="21945" y="35980"/>
                    </a:cubicBezTo>
                    <a:cubicBezTo>
                      <a:pt x="21716" y="35963"/>
                      <a:pt x="21488" y="35955"/>
                      <a:pt x="21259" y="35929"/>
                    </a:cubicBezTo>
                    <a:lnTo>
                      <a:pt x="21259" y="35929"/>
                    </a:lnTo>
                    <a:cubicBezTo>
                      <a:pt x="21271" y="35933"/>
                      <a:pt x="21262" y="35935"/>
                      <a:pt x="21237" y="35935"/>
                    </a:cubicBezTo>
                    <a:cubicBezTo>
                      <a:pt x="21155" y="35935"/>
                      <a:pt x="20903" y="35917"/>
                      <a:pt x="20676" y="35904"/>
                    </a:cubicBezTo>
                    <a:cubicBezTo>
                      <a:pt x="20494" y="35894"/>
                      <a:pt x="20325" y="35881"/>
                      <a:pt x="20255" y="35881"/>
                    </a:cubicBezTo>
                    <a:cubicBezTo>
                      <a:pt x="20208" y="35881"/>
                      <a:pt x="20206" y="35887"/>
                      <a:pt x="20278" y="35904"/>
                    </a:cubicBezTo>
                    <a:cubicBezTo>
                      <a:pt x="21708" y="36056"/>
                      <a:pt x="23146" y="36124"/>
                      <a:pt x="24584" y="36124"/>
                    </a:cubicBezTo>
                    <a:cubicBezTo>
                      <a:pt x="24169" y="36200"/>
                      <a:pt x="23746" y="36268"/>
                      <a:pt x="23323" y="36335"/>
                    </a:cubicBezTo>
                    <a:cubicBezTo>
                      <a:pt x="23290" y="36352"/>
                      <a:pt x="23264" y="36352"/>
                      <a:pt x="23230" y="36352"/>
                    </a:cubicBezTo>
                    <a:cubicBezTo>
                      <a:pt x="23374" y="36355"/>
                      <a:pt x="23494" y="36356"/>
                      <a:pt x="23593" y="36356"/>
                    </a:cubicBezTo>
                    <a:cubicBezTo>
                      <a:pt x="24388" y="36356"/>
                      <a:pt x="23891" y="36276"/>
                      <a:pt x="24169" y="36276"/>
                    </a:cubicBezTo>
                    <a:cubicBezTo>
                      <a:pt x="24361" y="36276"/>
                      <a:pt x="24530" y="36269"/>
                      <a:pt x="24697" y="36269"/>
                    </a:cubicBezTo>
                    <a:cubicBezTo>
                      <a:pt x="24780" y="36269"/>
                      <a:pt x="24863" y="36270"/>
                      <a:pt x="24948" y="36276"/>
                    </a:cubicBezTo>
                    <a:lnTo>
                      <a:pt x="24812" y="36285"/>
                    </a:lnTo>
                    <a:cubicBezTo>
                      <a:pt x="25616" y="36268"/>
                      <a:pt x="25058" y="36242"/>
                      <a:pt x="25777" y="36242"/>
                    </a:cubicBezTo>
                    <a:cubicBezTo>
                      <a:pt x="25948" y="36237"/>
                      <a:pt x="25972" y="36236"/>
                      <a:pt x="25932" y="36236"/>
                    </a:cubicBezTo>
                    <a:cubicBezTo>
                      <a:pt x="25889" y="36236"/>
                      <a:pt x="25774" y="36237"/>
                      <a:pt x="25683" y="36237"/>
                    </a:cubicBezTo>
                    <a:cubicBezTo>
                      <a:pt x="25572" y="36237"/>
                      <a:pt x="25497" y="36235"/>
                      <a:pt x="25641" y="36225"/>
                    </a:cubicBezTo>
                    <a:cubicBezTo>
                      <a:pt x="25861" y="36225"/>
                      <a:pt x="26090" y="36217"/>
                      <a:pt x="26310" y="36183"/>
                    </a:cubicBezTo>
                    <a:cubicBezTo>
                      <a:pt x="26394" y="36175"/>
                      <a:pt x="26496" y="36166"/>
                      <a:pt x="26648" y="36158"/>
                    </a:cubicBezTo>
                    <a:lnTo>
                      <a:pt x="27299" y="36132"/>
                    </a:lnTo>
                    <a:lnTo>
                      <a:pt x="27299" y="36132"/>
                    </a:lnTo>
                    <a:cubicBezTo>
                      <a:pt x="27240" y="36149"/>
                      <a:pt x="27435" y="36166"/>
                      <a:pt x="26741" y="36200"/>
                    </a:cubicBezTo>
                    <a:cubicBezTo>
                      <a:pt x="26787" y="36202"/>
                      <a:pt x="26832" y="36202"/>
                      <a:pt x="26877" y="36202"/>
                    </a:cubicBezTo>
                    <a:cubicBezTo>
                      <a:pt x="27058" y="36202"/>
                      <a:pt x="27235" y="36192"/>
                      <a:pt x="27418" y="36192"/>
                    </a:cubicBezTo>
                    <a:cubicBezTo>
                      <a:pt x="26614" y="36251"/>
                      <a:pt x="27105" y="36217"/>
                      <a:pt x="26284" y="36251"/>
                    </a:cubicBezTo>
                    <a:cubicBezTo>
                      <a:pt x="25912" y="36301"/>
                      <a:pt x="25997" y="36318"/>
                      <a:pt x="25650" y="36344"/>
                    </a:cubicBezTo>
                    <a:cubicBezTo>
                      <a:pt x="25963" y="36335"/>
                      <a:pt x="25895" y="36310"/>
                      <a:pt x="26360" y="36301"/>
                    </a:cubicBezTo>
                    <a:cubicBezTo>
                      <a:pt x="26471" y="36298"/>
                      <a:pt x="26535" y="36297"/>
                      <a:pt x="26567" y="36297"/>
                    </a:cubicBezTo>
                    <a:cubicBezTo>
                      <a:pt x="26695" y="36297"/>
                      <a:pt x="26264" y="36320"/>
                      <a:pt x="26217" y="36327"/>
                    </a:cubicBezTo>
                    <a:cubicBezTo>
                      <a:pt x="26479" y="36310"/>
                      <a:pt x="26733" y="36301"/>
                      <a:pt x="26995" y="36301"/>
                    </a:cubicBezTo>
                    <a:cubicBezTo>
                      <a:pt x="27232" y="36301"/>
                      <a:pt x="27477" y="36293"/>
                      <a:pt x="27714" y="36259"/>
                    </a:cubicBezTo>
                    <a:cubicBezTo>
                      <a:pt x="27579" y="36225"/>
                      <a:pt x="27705" y="36225"/>
                      <a:pt x="27232" y="36225"/>
                    </a:cubicBezTo>
                    <a:cubicBezTo>
                      <a:pt x="27469" y="36208"/>
                      <a:pt x="27739" y="36200"/>
                      <a:pt x="27942" y="36192"/>
                    </a:cubicBezTo>
                    <a:cubicBezTo>
                      <a:pt x="28137" y="36192"/>
                      <a:pt x="28281" y="36192"/>
                      <a:pt x="28255" y="36208"/>
                    </a:cubicBezTo>
                    <a:lnTo>
                      <a:pt x="28348" y="36175"/>
                    </a:lnTo>
                    <a:cubicBezTo>
                      <a:pt x="28446" y="36175"/>
                      <a:pt x="28758" y="36148"/>
                      <a:pt x="28844" y="36148"/>
                    </a:cubicBezTo>
                    <a:cubicBezTo>
                      <a:pt x="28854" y="36148"/>
                      <a:pt x="28862" y="36148"/>
                      <a:pt x="28864" y="36149"/>
                    </a:cubicBezTo>
                    <a:lnTo>
                      <a:pt x="28991" y="36090"/>
                    </a:lnTo>
                    <a:lnTo>
                      <a:pt x="28991" y="36090"/>
                    </a:lnTo>
                    <a:cubicBezTo>
                      <a:pt x="28644" y="36098"/>
                      <a:pt x="28365" y="36107"/>
                      <a:pt x="27773" y="36158"/>
                    </a:cubicBezTo>
                    <a:cubicBezTo>
                      <a:pt x="27900" y="36141"/>
                      <a:pt x="27807" y="36132"/>
                      <a:pt x="27790" y="36124"/>
                    </a:cubicBezTo>
                    <a:cubicBezTo>
                      <a:pt x="27782" y="36115"/>
                      <a:pt x="27832" y="36107"/>
                      <a:pt x="28213" y="36073"/>
                    </a:cubicBezTo>
                    <a:cubicBezTo>
                      <a:pt x="28302" y="36066"/>
                      <a:pt x="28348" y="36064"/>
                      <a:pt x="28366" y="36064"/>
                    </a:cubicBezTo>
                    <a:cubicBezTo>
                      <a:pt x="28417" y="36064"/>
                      <a:pt x="28262" y="36084"/>
                      <a:pt x="28281" y="36090"/>
                    </a:cubicBezTo>
                    <a:lnTo>
                      <a:pt x="28856" y="36039"/>
                    </a:lnTo>
                    <a:lnTo>
                      <a:pt x="29304" y="35997"/>
                    </a:lnTo>
                    <a:cubicBezTo>
                      <a:pt x="29567" y="35972"/>
                      <a:pt x="29778" y="35963"/>
                      <a:pt x="29973" y="35938"/>
                    </a:cubicBezTo>
                    <a:cubicBezTo>
                      <a:pt x="30271" y="35916"/>
                      <a:pt x="30570" y="35885"/>
                      <a:pt x="30867" y="35843"/>
                    </a:cubicBezTo>
                    <a:lnTo>
                      <a:pt x="30867" y="35843"/>
                    </a:lnTo>
                    <a:cubicBezTo>
                      <a:pt x="30478" y="35899"/>
                      <a:pt x="29986" y="35962"/>
                      <a:pt x="29567" y="36022"/>
                    </a:cubicBezTo>
                    <a:cubicBezTo>
                      <a:pt x="29770" y="36014"/>
                      <a:pt x="29981" y="35988"/>
                      <a:pt x="30184" y="35955"/>
                    </a:cubicBezTo>
                    <a:cubicBezTo>
                      <a:pt x="30396" y="35921"/>
                      <a:pt x="30607" y="35887"/>
                      <a:pt x="30793" y="35862"/>
                    </a:cubicBezTo>
                    <a:lnTo>
                      <a:pt x="30793" y="35862"/>
                    </a:lnTo>
                    <a:cubicBezTo>
                      <a:pt x="30583" y="35898"/>
                      <a:pt x="30483" y="35919"/>
                      <a:pt x="30534" y="35919"/>
                    </a:cubicBezTo>
                    <a:cubicBezTo>
                      <a:pt x="30565" y="35919"/>
                      <a:pt x="30652" y="35911"/>
                      <a:pt x="30802" y="35895"/>
                    </a:cubicBezTo>
                    <a:lnTo>
                      <a:pt x="30971" y="35853"/>
                    </a:lnTo>
                    <a:cubicBezTo>
                      <a:pt x="31208" y="35819"/>
                      <a:pt x="31631" y="35752"/>
                      <a:pt x="31664" y="35752"/>
                    </a:cubicBezTo>
                    <a:cubicBezTo>
                      <a:pt x="31586" y="35752"/>
                      <a:pt x="31502" y="35757"/>
                      <a:pt x="31422" y="35771"/>
                    </a:cubicBezTo>
                    <a:lnTo>
                      <a:pt x="31422" y="35771"/>
                    </a:lnTo>
                    <a:cubicBezTo>
                      <a:pt x="31557" y="35743"/>
                      <a:pt x="31712" y="35719"/>
                      <a:pt x="31884" y="35675"/>
                    </a:cubicBezTo>
                    <a:lnTo>
                      <a:pt x="32561" y="35532"/>
                    </a:lnTo>
                    <a:cubicBezTo>
                      <a:pt x="32806" y="35489"/>
                      <a:pt x="33060" y="35422"/>
                      <a:pt x="33322" y="35362"/>
                    </a:cubicBezTo>
                    <a:cubicBezTo>
                      <a:pt x="33458" y="35329"/>
                      <a:pt x="33585" y="35303"/>
                      <a:pt x="33720" y="35269"/>
                    </a:cubicBezTo>
                    <a:lnTo>
                      <a:pt x="34109" y="35159"/>
                    </a:lnTo>
                    <a:lnTo>
                      <a:pt x="34109" y="35159"/>
                    </a:lnTo>
                    <a:cubicBezTo>
                      <a:pt x="34033" y="35202"/>
                      <a:pt x="33948" y="35227"/>
                      <a:pt x="33864" y="35253"/>
                    </a:cubicBezTo>
                    <a:lnTo>
                      <a:pt x="33652" y="35312"/>
                    </a:lnTo>
                    <a:lnTo>
                      <a:pt x="33441" y="35362"/>
                    </a:lnTo>
                    <a:cubicBezTo>
                      <a:pt x="33272" y="35405"/>
                      <a:pt x="33146" y="35437"/>
                      <a:pt x="33167" y="35437"/>
                    </a:cubicBezTo>
                    <a:cubicBezTo>
                      <a:pt x="33180" y="35437"/>
                      <a:pt x="33247" y="35425"/>
                      <a:pt x="33390" y="35396"/>
                    </a:cubicBezTo>
                    <a:cubicBezTo>
                      <a:pt x="33509" y="35371"/>
                      <a:pt x="33602" y="35346"/>
                      <a:pt x="33712" y="35312"/>
                    </a:cubicBezTo>
                    <a:lnTo>
                      <a:pt x="34033" y="35210"/>
                    </a:lnTo>
                    <a:cubicBezTo>
                      <a:pt x="34261" y="35134"/>
                      <a:pt x="34541" y="35066"/>
                      <a:pt x="34904" y="34956"/>
                    </a:cubicBezTo>
                    <a:lnTo>
                      <a:pt x="34904" y="34956"/>
                    </a:lnTo>
                    <a:cubicBezTo>
                      <a:pt x="34837" y="34983"/>
                      <a:pt x="34818" y="34994"/>
                      <a:pt x="34828" y="34994"/>
                    </a:cubicBezTo>
                    <a:cubicBezTo>
                      <a:pt x="34863" y="34994"/>
                      <a:pt x="35204" y="34888"/>
                      <a:pt x="35240" y="34888"/>
                    </a:cubicBezTo>
                    <a:cubicBezTo>
                      <a:pt x="35242" y="34888"/>
                      <a:pt x="35243" y="34888"/>
                      <a:pt x="35243" y="34889"/>
                    </a:cubicBezTo>
                    <a:lnTo>
                      <a:pt x="35488" y="34804"/>
                    </a:lnTo>
                    <a:cubicBezTo>
                      <a:pt x="35573" y="34770"/>
                      <a:pt x="35657" y="34736"/>
                      <a:pt x="35742" y="34703"/>
                    </a:cubicBezTo>
                    <a:lnTo>
                      <a:pt x="36233" y="34500"/>
                    </a:lnTo>
                    <a:lnTo>
                      <a:pt x="36419" y="34432"/>
                    </a:lnTo>
                    <a:lnTo>
                      <a:pt x="36605" y="34356"/>
                    </a:lnTo>
                    <a:lnTo>
                      <a:pt x="36985" y="34204"/>
                    </a:lnTo>
                    <a:cubicBezTo>
                      <a:pt x="37112" y="34153"/>
                      <a:pt x="37231" y="34102"/>
                      <a:pt x="37349" y="34051"/>
                    </a:cubicBezTo>
                    <a:lnTo>
                      <a:pt x="37688" y="33882"/>
                    </a:lnTo>
                    <a:lnTo>
                      <a:pt x="37688" y="33882"/>
                    </a:lnTo>
                    <a:cubicBezTo>
                      <a:pt x="37544" y="33950"/>
                      <a:pt x="37366" y="34051"/>
                      <a:pt x="37121" y="34136"/>
                    </a:cubicBezTo>
                    <a:lnTo>
                      <a:pt x="37603" y="33907"/>
                    </a:lnTo>
                    <a:cubicBezTo>
                      <a:pt x="37764" y="33831"/>
                      <a:pt x="37916" y="33764"/>
                      <a:pt x="38077" y="33688"/>
                    </a:cubicBezTo>
                    <a:cubicBezTo>
                      <a:pt x="38246" y="33620"/>
                      <a:pt x="38407" y="33535"/>
                      <a:pt x="38584" y="33442"/>
                    </a:cubicBezTo>
                    <a:cubicBezTo>
                      <a:pt x="38753" y="33349"/>
                      <a:pt x="38948" y="33256"/>
                      <a:pt x="39143" y="33138"/>
                    </a:cubicBezTo>
                    <a:lnTo>
                      <a:pt x="39143" y="33138"/>
                    </a:lnTo>
                    <a:cubicBezTo>
                      <a:pt x="39024" y="33214"/>
                      <a:pt x="38897" y="33281"/>
                      <a:pt x="38779" y="33349"/>
                    </a:cubicBezTo>
                    <a:cubicBezTo>
                      <a:pt x="39092" y="33197"/>
                      <a:pt x="39354" y="33028"/>
                      <a:pt x="39608" y="32875"/>
                    </a:cubicBezTo>
                    <a:cubicBezTo>
                      <a:pt x="39862" y="32723"/>
                      <a:pt x="40082" y="32562"/>
                      <a:pt x="40310" y="32402"/>
                    </a:cubicBezTo>
                    <a:lnTo>
                      <a:pt x="40310" y="32436"/>
                    </a:lnTo>
                    <a:cubicBezTo>
                      <a:pt x="40369" y="32376"/>
                      <a:pt x="40428" y="32326"/>
                      <a:pt x="40488" y="32283"/>
                    </a:cubicBezTo>
                    <a:cubicBezTo>
                      <a:pt x="40589" y="32207"/>
                      <a:pt x="40724" y="32097"/>
                      <a:pt x="40860" y="31996"/>
                    </a:cubicBezTo>
                    <a:lnTo>
                      <a:pt x="41054" y="31835"/>
                    </a:lnTo>
                    <a:lnTo>
                      <a:pt x="41240" y="31683"/>
                    </a:lnTo>
                    <a:cubicBezTo>
                      <a:pt x="41359" y="31581"/>
                      <a:pt x="41452" y="31505"/>
                      <a:pt x="41503" y="31454"/>
                    </a:cubicBezTo>
                    <a:lnTo>
                      <a:pt x="41503" y="31454"/>
                    </a:lnTo>
                    <a:cubicBezTo>
                      <a:pt x="41105" y="31801"/>
                      <a:pt x="40691" y="32123"/>
                      <a:pt x="40251" y="32410"/>
                    </a:cubicBezTo>
                    <a:cubicBezTo>
                      <a:pt x="40090" y="32503"/>
                      <a:pt x="39946" y="32605"/>
                      <a:pt x="39743" y="32723"/>
                    </a:cubicBezTo>
                    <a:cubicBezTo>
                      <a:pt x="39540" y="32842"/>
                      <a:pt x="39295" y="33002"/>
                      <a:pt x="38940" y="33214"/>
                    </a:cubicBezTo>
                    <a:cubicBezTo>
                      <a:pt x="39456" y="32859"/>
                      <a:pt x="39836" y="32639"/>
                      <a:pt x="40369" y="32224"/>
                    </a:cubicBezTo>
                    <a:cubicBezTo>
                      <a:pt x="40462" y="32156"/>
                      <a:pt x="40572" y="32089"/>
                      <a:pt x="40682" y="32021"/>
                    </a:cubicBezTo>
                    <a:cubicBezTo>
                      <a:pt x="40843" y="31877"/>
                      <a:pt x="40885" y="31826"/>
                      <a:pt x="41190" y="31573"/>
                    </a:cubicBezTo>
                    <a:lnTo>
                      <a:pt x="41291" y="31505"/>
                    </a:lnTo>
                    <a:cubicBezTo>
                      <a:pt x="41570" y="31294"/>
                      <a:pt x="41833" y="31048"/>
                      <a:pt x="42078" y="30786"/>
                    </a:cubicBezTo>
                    <a:cubicBezTo>
                      <a:pt x="42247" y="30608"/>
                      <a:pt x="42408" y="30431"/>
                      <a:pt x="42780" y="30050"/>
                    </a:cubicBezTo>
                    <a:cubicBezTo>
                      <a:pt x="42792" y="30042"/>
                      <a:pt x="42799" y="30038"/>
                      <a:pt x="42802" y="30038"/>
                    </a:cubicBezTo>
                    <a:cubicBezTo>
                      <a:pt x="42824" y="30038"/>
                      <a:pt x="42689" y="30194"/>
                      <a:pt x="42484" y="30414"/>
                    </a:cubicBezTo>
                    <a:cubicBezTo>
                      <a:pt x="42374" y="30541"/>
                      <a:pt x="42239" y="30684"/>
                      <a:pt x="42095" y="30820"/>
                    </a:cubicBezTo>
                    <a:cubicBezTo>
                      <a:pt x="41951" y="30955"/>
                      <a:pt x="41816" y="31099"/>
                      <a:pt x="41689" y="31200"/>
                    </a:cubicBezTo>
                    <a:cubicBezTo>
                      <a:pt x="41743" y="31160"/>
                      <a:pt x="41768" y="31143"/>
                      <a:pt x="41773" y="31143"/>
                    </a:cubicBezTo>
                    <a:cubicBezTo>
                      <a:pt x="41784" y="31143"/>
                      <a:pt x="41639" y="31271"/>
                      <a:pt x="41503" y="31395"/>
                    </a:cubicBezTo>
                    <a:cubicBezTo>
                      <a:pt x="41368" y="31518"/>
                      <a:pt x="41233" y="31629"/>
                      <a:pt x="41247" y="31629"/>
                    </a:cubicBezTo>
                    <a:cubicBezTo>
                      <a:pt x="41254" y="31629"/>
                      <a:pt x="41290" y="31608"/>
                      <a:pt x="41367" y="31556"/>
                    </a:cubicBezTo>
                    <a:cubicBezTo>
                      <a:pt x="41444" y="31488"/>
                      <a:pt x="41520" y="31403"/>
                      <a:pt x="41596" y="31336"/>
                    </a:cubicBezTo>
                    <a:cubicBezTo>
                      <a:pt x="41730" y="31223"/>
                      <a:pt x="41791" y="31177"/>
                      <a:pt x="41797" y="31177"/>
                    </a:cubicBezTo>
                    <a:cubicBezTo>
                      <a:pt x="41803" y="31177"/>
                      <a:pt x="41759" y="31219"/>
                      <a:pt x="41680" y="31285"/>
                    </a:cubicBezTo>
                    <a:cubicBezTo>
                      <a:pt x="41816" y="31184"/>
                      <a:pt x="41934" y="31065"/>
                      <a:pt x="42044" y="30938"/>
                    </a:cubicBezTo>
                    <a:cubicBezTo>
                      <a:pt x="42504" y="30503"/>
                      <a:pt x="42603" y="30406"/>
                      <a:pt x="42616" y="30406"/>
                    </a:cubicBezTo>
                    <a:cubicBezTo>
                      <a:pt x="42621" y="30406"/>
                      <a:pt x="42615" y="30418"/>
                      <a:pt x="42611" y="30431"/>
                    </a:cubicBezTo>
                    <a:cubicBezTo>
                      <a:pt x="42601" y="30440"/>
                      <a:pt x="42595" y="30452"/>
                      <a:pt x="42601" y="30452"/>
                    </a:cubicBezTo>
                    <a:cubicBezTo>
                      <a:pt x="42606" y="30452"/>
                      <a:pt x="42619" y="30445"/>
                      <a:pt x="42645" y="30422"/>
                    </a:cubicBezTo>
                    <a:cubicBezTo>
                      <a:pt x="42814" y="30261"/>
                      <a:pt x="42983" y="30092"/>
                      <a:pt x="43135" y="29915"/>
                    </a:cubicBezTo>
                    <a:lnTo>
                      <a:pt x="43135" y="29915"/>
                    </a:lnTo>
                    <a:cubicBezTo>
                      <a:pt x="43076" y="29991"/>
                      <a:pt x="42966" y="30118"/>
                      <a:pt x="42882" y="30211"/>
                    </a:cubicBezTo>
                    <a:cubicBezTo>
                      <a:pt x="42808" y="30291"/>
                      <a:pt x="42754" y="30359"/>
                      <a:pt x="42768" y="30359"/>
                    </a:cubicBezTo>
                    <a:cubicBezTo>
                      <a:pt x="42771" y="30359"/>
                      <a:pt x="42775" y="30358"/>
                      <a:pt x="42780" y="30355"/>
                    </a:cubicBezTo>
                    <a:lnTo>
                      <a:pt x="42780" y="30355"/>
                    </a:lnTo>
                    <a:cubicBezTo>
                      <a:pt x="42569" y="30574"/>
                      <a:pt x="42349" y="30778"/>
                      <a:pt x="42129" y="30989"/>
                    </a:cubicBezTo>
                    <a:lnTo>
                      <a:pt x="42137" y="31014"/>
                    </a:lnTo>
                    <a:cubicBezTo>
                      <a:pt x="42476" y="30701"/>
                      <a:pt x="42805" y="30363"/>
                      <a:pt x="43102" y="30008"/>
                    </a:cubicBezTo>
                    <a:cubicBezTo>
                      <a:pt x="43228" y="29864"/>
                      <a:pt x="43330" y="29729"/>
                      <a:pt x="43423" y="29602"/>
                    </a:cubicBezTo>
                    <a:cubicBezTo>
                      <a:pt x="43516" y="29483"/>
                      <a:pt x="43592" y="29356"/>
                      <a:pt x="43668" y="29255"/>
                    </a:cubicBezTo>
                    <a:lnTo>
                      <a:pt x="43668" y="29255"/>
                    </a:lnTo>
                    <a:cubicBezTo>
                      <a:pt x="43508" y="29458"/>
                      <a:pt x="43423" y="29568"/>
                      <a:pt x="43381" y="29610"/>
                    </a:cubicBezTo>
                    <a:cubicBezTo>
                      <a:pt x="43354" y="29642"/>
                      <a:pt x="43344" y="29654"/>
                      <a:pt x="43341" y="29654"/>
                    </a:cubicBezTo>
                    <a:cubicBezTo>
                      <a:pt x="43338" y="29654"/>
                      <a:pt x="43338" y="29650"/>
                      <a:pt x="43338" y="29644"/>
                    </a:cubicBezTo>
                    <a:cubicBezTo>
                      <a:pt x="43343" y="29627"/>
                      <a:pt x="43357" y="29597"/>
                      <a:pt x="43349" y="29597"/>
                    </a:cubicBezTo>
                    <a:cubicBezTo>
                      <a:pt x="43341" y="29597"/>
                      <a:pt x="43309" y="29627"/>
                      <a:pt x="43220" y="29729"/>
                    </a:cubicBezTo>
                    <a:cubicBezTo>
                      <a:pt x="43322" y="29593"/>
                      <a:pt x="43423" y="29466"/>
                      <a:pt x="43541" y="29339"/>
                    </a:cubicBezTo>
                    <a:cubicBezTo>
                      <a:pt x="43582" y="29291"/>
                      <a:pt x="43867" y="28913"/>
                      <a:pt x="43851" y="28913"/>
                    </a:cubicBezTo>
                    <a:cubicBezTo>
                      <a:pt x="43850" y="28913"/>
                      <a:pt x="43849" y="28914"/>
                      <a:pt x="43847" y="28916"/>
                    </a:cubicBezTo>
                    <a:lnTo>
                      <a:pt x="43847" y="28916"/>
                    </a:lnTo>
                    <a:cubicBezTo>
                      <a:pt x="43941" y="28838"/>
                      <a:pt x="44320" y="28357"/>
                      <a:pt x="44624" y="27918"/>
                    </a:cubicBezTo>
                    <a:cubicBezTo>
                      <a:pt x="44857" y="27580"/>
                      <a:pt x="45042" y="27278"/>
                      <a:pt x="45066" y="27278"/>
                    </a:cubicBezTo>
                    <a:cubicBezTo>
                      <a:pt x="45073" y="27278"/>
                      <a:pt x="45067" y="27300"/>
                      <a:pt x="45047" y="27351"/>
                    </a:cubicBezTo>
                    <a:cubicBezTo>
                      <a:pt x="45335" y="26861"/>
                      <a:pt x="45589" y="26345"/>
                      <a:pt x="45800" y="25812"/>
                    </a:cubicBezTo>
                    <a:cubicBezTo>
                      <a:pt x="46088" y="25101"/>
                      <a:pt x="46308" y="24374"/>
                      <a:pt x="46468" y="23621"/>
                    </a:cubicBezTo>
                    <a:lnTo>
                      <a:pt x="46468" y="23621"/>
                    </a:lnTo>
                    <a:cubicBezTo>
                      <a:pt x="46443" y="23748"/>
                      <a:pt x="46426" y="23875"/>
                      <a:pt x="46401" y="23993"/>
                    </a:cubicBezTo>
                    <a:cubicBezTo>
                      <a:pt x="46477" y="23731"/>
                      <a:pt x="46545" y="23460"/>
                      <a:pt x="46587" y="23189"/>
                    </a:cubicBezTo>
                    <a:cubicBezTo>
                      <a:pt x="46604" y="23088"/>
                      <a:pt x="46621" y="23003"/>
                      <a:pt x="46629" y="22927"/>
                    </a:cubicBezTo>
                    <a:cubicBezTo>
                      <a:pt x="46629" y="22851"/>
                      <a:pt x="46638" y="22783"/>
                      <a:pt x="46638" y="22724"/>
                    </a:cubicBezTo>
                    <a:cubicBezTo>
                      <a:pt x="46655" y="22479"/>
                      <a:pt x="46638" y="22310"/>
                      <a:pt x="46655" y="21887"/>
                    </a:cubicBezTo>
                    <a:lnTo>
                      <a:pt x="46655" y="21887"/>
                    </a:lnTo>
                    <a:cubicBezTo>
                      <a:pt x="46655" y="22044"/>
                      <a:pt x="46648" y="22104"/>
                      <a:pt x="46652" y="22104"/>
                    </a:cubicBezTo>
                    <a:cubicBezTo>
                      <a:pt x="46652" y="22104"/>
                      <a:pt x="46653" y="22102"/>
                      <a:pt x="46655" y="22098"/>
                    </a:cubicBezTo>
                    <a:cubicBezTo>
                      <a:pt x="46671" y="21997"/>
                      <a:pt x="46680" y="21904"/>
                      <a:pt x="46688" y="21802"/>
                    </a:cubicBezTo>
                    <a:cubicBezTo>
                      <a:pt x="46714" y="21506"/>
                      <a:pt x="46714" y="21075"/>
                      <a:pt x="46714" y="20922"/>
                    </a:cubicBezTo>
                    <a:cubicBezTo>
                      <a:pt x="46655" y="20212"/>
                      <a:pt x="46545" y="19510"/>
                      <a:pt x="46367" y="18807"/>
                    </a:cubicBezTo>
                    <a:cubicBezTo>
                      <a:pt x="46358" y="18714"/>
                      <a:pt x="46358" y="18655"/>
                      <a:pt x="46342" y="18554"/>
                    </a:cubicBezTo>
                    <a:cubicBezTo>
                      <a:pt x="46316" y="18368"/>
                      <a:pt x="46274" y="18181"/>
                      <a:pt x="46215" y="18004"/>
                    </a:cubicBezTo>
                    <a:lnTo>
                      <a:pt x="46062" y="17623"/>
                    </a:lnTo>
                    <a:cubicBezTo>
                      <a:pt x="45842" y="17073"/>
                      <a:pt x="45597" y="16532"/>
                      <a:pt x="45318" y="16007"/>
                    </a:cubicBezTo>
                    <a:lnTo>
                      <a:pt x="45318" y="16007"/>
                    </a:lnTo>
                    <a:lnTo>
                      <a:pt x="45360" y="16084"/>
                    </a:lnTo>
                    <a:cubicBezTo>
                      <a:pt x="45284" y="15914"/>
                      <a:pt x="45199" y="15762"/>
                      <a:pt x="45090" y="15618"/>
                    </a:cubicBezTo>
                    <a:cubicBezTo>
                      <a:pt x="45088" y="15617"/>
                      <a:pt x="45088" y="15617"/>
                      <a:pt x="45087" y="15617"/>
                    </a:cubicBezTo>
                    <a:cubicBezTo>
                      <a:pt x="45083" y="15617"/>
                      <a:pt x="45093" y="15642"/>
                      <a:pt x="45115" y="15686"/>
                    </a:cubicBezTo>
                    <a:cubicBezTo>
                      <a:pt x="45140" y="15745"/>
                      <a:pt x="45191" y="15821"/>
                      <a:pt x="45250" y="15940"/>
                    </a:cubicBezTo>
                    <a:cubicBezTo>
                      <a:pt x="45199" y="15847"/>
                      <a:pt x="45140" y="15762"/>
                      <a:pt x="45081" y="15669"/>
                    </a:cubicBezTo>
                    <a:lnTo>
                      <a:pt x="44912" y="15407"/>
                    </a:lnTo>
                    <a:lnTo>
                      <a:pt x="44912" y="15381"/>
                    </a:lnTo>
                    <a:cubicBezTo>
                      <a:pt x="44675" y="15026"/>
                      <a:pt x="44413" y="14679"/>
                      <a:pt x="44142" y="14349"/>
                    </a:cubicBezTo>
                    <a:cubicBezTo>
                      <a:pt x="43998" y="14163"/>
                      <a:pt x="43829" y="13986"/>
                      <a:pt x="43651" y="13774"/>
                    </a:cubicBezTo>
                    <a:cubicBezTo>
                      <a:pt x="43567" y="13664"/>
                      <a:pt x="43465" y="13563"/>
                      <a:pt x="43364" y="13453"/>
                    </a:cubicBezTo>
                    <a:cubicBezTo>
                      <a:pt x="43254" y="13351"/>
                      <a:pt x="43152" y="13233"/>
                      <a:pt x="43034" y="13114"/>
                    </a:cubicBezTo>
                    <a:lnTo>
                      <a:pt x="43034" y="13114"/>
                    </a:lnTo>
                    <a:cubicBezTo>
                      <a:pt x="43064" y="13139"/>
                      <a:pt x="43079" y="13150"/>
                      <a:pt x="43083" y="13150"/>
                    </a:cubicBezTo>
                    <a:cubicBezTo>
                      <a:pt x="43107" y="13150"/>
                      <a:pt x="42837" y="12857"/>
                      <a:pt x="42850" y="12857"/>
                    </a:cubicBezTo>
                    <a:cubicBezTo>
                      <a:pt x="42857" y="12857"/>
                      <a:pt x="42947" y="12943"/>
                      <a:pt x="43212" y="13207"/>
                    </a:cubicBezTo>
                    <a:cubicBezTo>
                      <a:pt x="43154" y="13157"/>
                      <a:pt x="43129" y="13137"/>
                      <a:pt x="43125" y="13137"/>
                    </a:cubicBezTo>
                    <a:cubicBezTo>
                      <a:pt x="43121" y="13137"/>
                      <a:pt x="43145" y="13166"/>
                      <a:pt x="43178" y="13207"/>
                    </a:cubicBezTo>
                    <a:cubicBezTo>
                      <a:pt x="43245" y="13292"/>
                      <a:pt x="43338" y="13402"/>
                      <a:pt x="43355" y="13436"/>
                    </a:cubicBezTo>
                    <a:cubicBezTo>
                      <a:pt x="43431" y="13512"/>
                      <a:pt x="43499" y="13597"/>
                      <a:pt x="43567" y="13664"/>
                    </a:cubicBezTo>
                    <a:lnTo>
                      <a:pt x="43761" y="13876"/>
                    </a:lnTo>
                    <a:cubicBezTo>
                      <a:pt x="43880" y="14011"/>
                      <a:pt x="43973" y="14113"/>
                      <a:pt x="44041" y="14189"/>
                    </a:cubicBezTo>
                    <a:cubicBezTo>
                      <a:pt x="44012" y="14148"/>
                      <a:pt x="44006" y="14129"/>
                      <a:pt x="44018" y="14129"/>
                    </a:cubicBezTo>
                    <a:cubicBezTo>
                      <a:pt x="44041" y="14129"/>
                      <a:pt x="44126" y="14199"/>
                      <a:pt x="44227" y="14316"/>
                    </a:cubicBezTo>
                    <a:cubicBezTo>
                      <a:pt x="44091" y="14146"/>
                      <a:pt x="43897" y="13901"/>
                      <a:pt x="43651" y="13639"/>
                    </a:cubicBezTo>
                    <a:cubicBezTo>
                      <a:pt x="43415" y="13385"/>
                      <a:pt x="43152" y="13097"/>
                      <a:pt x="42890" y="12844"/>
                    </a:cubicBezTo>
                    <a:lnTo>
                      <a:pt x="42696" y="12649"/>
                    </a:lnTo>
                    <a:lnTo>
                      <a:pt x="42501" y="12480"/>
                    </a:lnTo>
                    <a:cubicBezTo>
                      <a:pt x="42374" y="12370"/>
                      <a:pt x="42264" y="12268"/>
                      <a:pt x="42154" y="12184"/>
                    </a:cubicBezTo>
                    <a:cubicBezTo>
                      <a:pt x="42027" y="12074"/>
                      <a:pt x="41892" y="11972"/>
                      <a:pt x="41748" y="11888"/>
                    </a:cubicBezTo>
                    <a:cubicBezTo>
                      <a:pt x="40927" y="11211"/>
                      <a:pt x="39752" y="10467"/>
                      <a:pt x="38677" y="9917"/>
                    </a:cubicBezTo>
                    <a:lnTo>
                      <a:pt x="38677" y="9917"/>
                    </a:lnTo>
                    <a:cubicBezTo>
                      <a:pt x="38716" y="9940"/>
                      <a:pt x="38792" y="9985"/>
                      <a:pt x="38783" y="9985"/>
                    </a:cubicBezTo>
                    <a:cubicBezTo>
                      <a:pt x="38782" y="9985"/>
                      <a:pt x="38781" y="9985"/>
                      <a:pt x="38779" y="9984"/>
                    </a:cubicBezTo>
                    <a:lnTo>
                      <a:pt x="38322" y="9739"/>
                    </a:lnTo>
                    <a:cubicBezTo>
                      <a:pt x="38170" y="9654"/>
                      <a:pt x="38009" y="9587"/>
                      <a:pt x="37857" y="9502"/>
                    </a:cubicBezTo>
                    <a:lnTo>
                      <a:pt x="37857" y="9502"/>
                    </a:lnTo>
                    <a:lnTo>
                      <a:pt x="38077" y="9595"/>
                    </a:lnTo>
                    <a:cubicBezTo>
                      <a:pt x="37874" y="9494"/>
                      <a:pt x="37671" y="9392"/>
                      <a:pt x="37459" y="9299"/>
                    </a:cubicBezTo>
                    <a:cubicBezTo>
                      <a:pt x="37449" y="9292"/>
                      <a:pt x="37448" y="9289"/>
                      <a:pt x="37454" y="9289"/>
                    </a:cubicBezTo>
                    <a:cubicBezTo>
                      <a:pt x="37485" y="9289"/>
                      <a:pt x="37696" y="9370"/>
                      <a:pt x="37907" y="9468"/>
                    </a:cubicBezTo>
                    <a:cubicBezTo>
                      <a:pt x="38017" y="9511"/>
                      <a:pt x="38114" y="9563"/>
                      <a:pt x="38105" y="9563"/>
                    </a:cubicBezTo>
                    <a:cubicBezTo>
                      <a:pt x="38105" y="9563"/>
                      <a:pt x="38104" y="9562"/>
                      <a:pt x="38102" y="9562"/>
                    </a:cubicBezTo>
                    <a:lnTo>
                      <a:pt x="38102" y="9562"/>
                    </a:lnTo>
                    <a:cubicBezTo>
                      <a:pt x="38205" y="9607"/>
                      <a:pt x="38247" y="9624"/>
                      <a:pt x="38250" y="9624"/>
                    </a:cubicBezTo>
                    <a:cubicBezTo>
                      <a:pt x="38260" y="9624"/>
                      <a:pt x="37807" y="9416"/>
                      <a:pt x="37833" y="9416"/>
                    </a:cubicBezTo>
                    <a:cubicBezTo>
                      <a:pt x="37839" y="9416"/>
                      <a:pt x="37869" y="9426"/>
                      <a:pt x="37933" y="9451"/>
                    </a:cubicBezTo>
                    <a:cubicBezTo>
                      <a:pt x="38094" y="9528"/>
                      <a:pt x="38314" y="9621"/>
                      <a:pt x="38432" y="9680"/>
                    </a:cubicBezTo>
                    <a:cubicBezTo>
                      <a:pt x="38246" y="9578"/>
                      <a:pt x="38077" y="9511"/>
                      <a:pt x="37924" y="9443"/>
                    </a:cubicBezTo>
                    <a:cubicBezTo>
                      <a:pt x="37781" y="9375"/>
                      <a:pt x="37645" y="9316"/>
                      <a:pt x="37518" y="9265"/>
                    </a:cubicBezTo>
                    <a:cubicBezTo>
                      <a:pt x="37273" y="9164"/>
                      <a:pt x="37062" y="9071"/>
                      <a:pt x="36825" y="8961"/>
                    </a:cubicBezTo>
                    <a:lnTo>
                      <a:pt x="34938" y="8343"/>
                    </a:lnTo>
                    <a:lnTo>
                      <a:pt x="34938" y="8343"/>
                    </a:lnTo>
                    <a:cubicBezTo>
                      <a:pt x="34967" y="8350"/>
                      <a:pt x="34983" y="8353"/>
                      <a:pt x="34987" y="8353"/>
                    </a:cubicBezTo>
                    <a:cubicBezTo>
                      <a:pt x="35004" y="8353"/>
                      <a:pt x="34850" y="8306"/>
                      <a:pt x="34701" y="8259"/>
                    </a:cubicBezTo>
                    <a:cubicBezTo>
                      <a:pt x="34557" y="8213"/>
                      <a:pt x="34412" y="8172"/>
                      <a:pt x="34446" y="8172"/>
                    </a:cubicBezTo>
                    <a:cubicBezTo>
                      <a:pt x="34456" y="8172"/>
                      <a:pt x="34480" y="8175"/>
                      <a:pt x="34524" y="8183"/>
                    </a:cubicBezTo>
                    <a:cubicBezTo>
                      <a:pt x="34380" y="8149"/>
                      <a:pt x="34143" y="8081"/>
                      <a:pt x="33932" y="8022"/>
                    </a:cubicBezTo>
                    <a:cubicBezTo>
                      <a:pt x="33773" y="7980"/>
                      <a:pt x="33623" y="7947"/>
                      <a:pt x="33465" y="7921"/>
                    </a:cubicBezTo>
                    <a:lnTo>
                      <a:pt x="33465" y="7921"/>
                    </a:lnTo>
                    <a:cubicBezTo>
                      <a:pt x="33582" y="7940"/>
                      <a:pt x="33894" y="8015"/>
                      <a:pt x="34109" y="8089"/>
                    </a:cubicBezTo>
                    <a:cubicBezTo>
                      <a:pt x="33805" y="8013"/>
                      <a:pt x="33762" y="8030"/>
                      <a:pt x="33390" y="7929"/>
                    </a:cubicBezTo>
                    <a:cubicBezTo>
                      <a:pt x="33339" y="7912"/>
                      <a:pt x="33373" y="7912"/>
                      <a:pt x="33373" y="7912"/>
                    </a:cubicBezTo>
                    <a:cubicBezTo>
                      <a:pt x="33246" y="7878"/>
                      <a:pt x="33119" y="7861"/>
                      <a:pt x="32993" y="7861"/>
                    </a:cubicBezTo>
                    <a:cubicBezTo>
                      <a:pt x="32773" y="7836"/>
                      <a:pt x="32553" y="7793"/>
                      <a:pt x="32341" y="7743"/>
                    </a:cubicBezTo>
                    <a:cubicBezTo>
                      <a:pt x="31555" y="7586"/>
                      <a:pt x="31356" y="7538"/>
                      <a:pt x="31418" y="7538"/>
                    </a:cubicBezTo>
                    <a:cubicBezTo>
                      <a:pt x="31519" y="7538"/>
                      <a:pt x="32314" y="7667"/>
                      <a:pt x="32380" y="7667"/>
                    </a:cubicBezTo>
                    <a:cubicBezTo>
                      <a:pt x="32390" y="7667"/>
                      <a:pt x="32384" y="7664"/>
                      <a:pt x="32358" y="7658"/>
                    </a:cubicBezTo>
                    <a:cubicBezTo>
                      <a:pt x="32274" y="7650"/>
                      <a:pt x="31275" y="7455"/>
                      <a:pt x="30827" y="7370"/>
                    </a:cubicBezTo>
                    <a:lnTo>
                      <a:pt x="30827" y="7370"/>
                    </a:lnTo>
                    <a:lnTo>
                      <a:pt x="30937" y="7379"/>
                    </a:lnTo>
                    <a:cubicBezTo>
                      <a:pt x="30700" y="7337"/>
                      <a:pt x="30362" y="7303"/>
                      <a:pt x="30116" y="7244"/>
                    </a:cubicBezTo>
                    <a:cubicBezTo>
                      <a:pt x="29973" y="7244"/>
                      <a:pt x="29693" y="7218"/>
                      <a:pt x="29533" y="7218"/>
                    </a:cubicBezTo>
                    <a:cubicBezTo>
                      <a:pt x="29194" y="7176"/>
                      <a:pt x="28856" y="7125"/>
                      <a:pt x="28509" y="7083"/>
                    </a:cubicBezTo>
                    <a:cubicBezTo>
                      <a:pt x="28577" y="7083"/>
                      <a:pt x="28653" y="7091"/>
                      <a:pt x="28721" y="7091"/>
                    </a:cubicBezTo>
                    <a:cubicBezTo>
                      <a:pt x="28492" y="7066"/>
                      <a:pt x="28281" y="7049"/>
                      <a:pt x="28078" y="7024"/>
                    </a:cubicBezTo>
                    <a:cubicBezTo>
                      <a:pt x="28056" y="7015"/>
                      <a:pt x="28059" y="7011"/>
                      <a:pt x="28082" y="7011"/>
                    </a:cubicBezTo>
                    <a:cubicBezTo>
                      <a:pt x="28148" y="7011"/>
                      <a:pt x="28370" y="7041"/>
                      <a:pt x="28602" y="7066"/>
                    </a:cubicBezTo>
                    <a:cubicBezTo>
                      <a:pt x="28399" y="7015"/>
                      <a:pt x="28196" y="6998"/>
                      <a:pt x="27993" y="6990"/>
                    </a:cubicBezTo>
                    <a:lnTo>
                      <a:pt x="27993" y="6990"/>
                    </a:lnTo>
                    <a:lnTo>
                      <a:pt x="28120" y="7007"/>
                    </a:lnTo>
                    <a:cubicBezTo>
                      <a:pt x="27952" y="6990"/>
                      <a:pt x="27495" y="6957"/>
                      <a:pt x="27385" y="6957"/>
                    </a:cubicBezTo>
                    <a:cubicBezTo>
                      <a:pt x="27323" y="6957"/>
                      <a:pt x="27371" y="6968"/>
                      <a:pt x="27646" y="6998"/>
                    </a:cubicBezTo>
                    <a:cubicBezTo>
                      <a:pt x="27071" y="6964"/>
                      <a:pt x="26902" y="6897"/>
                      <a:pt x="26504" y="6871"/>
                    </a:cubicBezTo>
                    <a:cubicBezTo>
                      <a:pt x="26493" y="6863"/>
                      <a:pt x="26525" y="6861"/>
                      <a:pt x="26565" y="6861"/>
                    </a:cubicBezTo>
                    <a:cubicBezTo>
                      <a:pt x="26598" y="6861"/>
                      <a:pt x="26635" y="6862"/>
                      <a:pt x="26661" y="6862"/>
                    </a:cubicBezTo>
                    <a:cubicBezTo>
                      <a:pt x="26699" y="6862"/>
                      <a:pt x="26709" y="6859"/>
                      <a:pt x="26631" y="6846"/>
                    </a:cubicBezTo>
                    <a:cubicBezTo>
                      <a:pt x="26250" y="6812"/>
                      <a:pt x="25997" y="6795"/>
                      <a:pt x="25684" y="6770"/>
                    </a:cubicBezTo>
                    <a:lnTo>
                      <a:pt x="25684" y="6770"/>
                    </a:lnTo>
                    <a:cubicBezTo>
                      <a:pt x="25980" y="6804"/>
                      <a:pt x="25591" y="6778"/>
                      <a:pt x="26073" y="6829"/>
                    </a:cubicBezTo>
                    <a:cubicBezTo>
                      <a:pt x="25980" y="6829"/>
                      <a:pt x="25811" y="6821"/>
                      <a:pt x="25667" y="6812"/>
                    </a:cubicBezTo>
                    <a:cubicBezTo>
                      <a:pt x="25624" y="6808"/>
                      <a:pt x="25582" y="6806"/>
                      <a:pt x="25540" y="6806"/>
                    </a:cubicBezTo>
                    <a:cubicBezTo>
                      <a:pt x="25498" y="6806"/>
                      <a:pt x="25455" y="6808"/>
                      <a:pt x="25413" y="6812"/>
                    </a:cubicBezTo>
                    <a:cubicBezTo>
                      <a:pt x="25599" y="6812"/>
                      <a:pt x="25777" y="6821"/>
                      <a:pt x="25954" y="6846"/>
                    </a:cubicBezTo>
                    <a:lnTo>
                      <a:pt x="25168" y="6804"/>
                    </a:lnTo>
                    <a:lnTo>
                      <a:pt x="24364" y="6744"/>
                    </a:lnTo>
                    <a:lnTo>
                      <a:pt x="24499" y="6744"/>
                    </a:lnTo>
                    <a:cubicBezTo>
                      <a:pt x="24061" y="6739"/>
                      <a:pt x="23488" y="6724"/>
                      <a:pt x="23007" y="6724"/>
                    </a:cubicBezTo>
                    <a:cubicBezTo>
                      <a:pt x="22728" y="6724"/>
                      <a:pt x="22480" y="6729"/>
                      <a:pt x="22308" y="6744"/>
                    </a:cubicBezTo>
                    <a:lnTo>
                      <a:pt x="22511" y="6744"/>
                    </a:lnTo>
                    <a:cubicBezTo>
                      <a:pt x="22723" y="6744"/>
                      <a:pt x="22934" y="6744"/>
                      <a:pt x="23146" y="6753"/>
                    </a:cubicBezTo>
                    <a:cubicBezTo>
                      <a:pt x="22630" y="6753"/>
                      <a:pt x="23518" y="6795"/>
                      <a:pt x="22968" y="6795"/>
                    </a:cubicBezTo>
                    <a:cubicBezTo>
                      <a:pt x="22876" y="6796"/>
                      <a:pt x="22785" y="6797"/>
                      <a:pt x="22696" y="6797"/>
                    </a:cubicBezTo>
                    <a:cubicBezTo>
                      <a:pt x="22388" y="6797"/>
                      <a:pt x="22099" y="6792"/>
                      <a:pt x="21842" y="6792"/>
                    </a:cubicBezTo>
                    <a:cubicBezTo>
                      <a:pt x="21563" y="6792"/>
                      <a:pt x="21321" y="6797"/>
                      <a:pt x="21133" y="6821"/>
                    </a:cubicBezTo>
                    <a:cubicBezTo>
                      <a:pt x="21319" y="6812"/>
                      <a:pt x="21513" y="6812"/>
                      <a:pt x="21708" y="6812"/>
                    </a:cubicBezTo>
                    <a:lnTo>
                      <a:pt x="22283" y="6821"/>
                    </a:lnTo>
                    <a:lnTo>
                      <a:pt x="23112" y="6821"/>
                    </a:lnTo>
                    <a:lnTo>
                      <a:pt x="22647" y="6812"/>
                    </a:lnTo>
                    <a:lnTo>
                      <a:pt x="23704" y="6787"/>
                    </a:lnTo>
                    <a:cubicBezTo>
                      <a:pt x="23746" y="6804"/>
                      <a:pt x="24635" y="6812"/>
                      <a:pt x="24618" y="6837"/>
                    </a:cubicBezTo>
                    <a:lnTo>
                      <a:pt x="23636" y="6804"/>
                    </a:lnTo>
                    <a:lnTo>
                      <a:pt x="23636" y="6804"/>
                    </a:lnTo>
                    <a:cubicBezTo>
                      <a:pt x="23670" y="6812"/>
                      <a:pt x="23916" y="6829"/>
                      <a:pt x="24195" y="6837"/>
                    </a:cubicBezTo>
                    <a:lnTo>
                      <a:pt x="24626" y="6854"/>
                    </a:lnTo>
                    <a:lnTo>
                      <a:pt x="24760" y="6864"/>
                    </a:lnTo>
                    <a:lnTo>
                      <a:pt x="24760" y="6864"/>
                    </a:lnTo>
                    <a:cubicBezTo>
                      <a:pt x="24676" y="6857"/>
                      <a:pt x="24592" y="6850"/>
                      <a:pt x="24508" y="6846"/>
                    </a:cubicBezTo>
                    <a:lnTo>
                      <a:pt x="24508" y="6846"/>
                    </a:lnTo>
                    <a:cubicBezTo>
                      <a:pt x="25371" y="6863"/>
                      <a:pt x="26462" y="6947"/>
                      <a:pt x="27291" y="7024"/>
                    </a:cubicBezTo>
                    <a:cubicBezTo>
                      <a:pt x="27208" y="7018"/>
                      <a:pt x="27160" y="7016"/>
                      <a:pt x="27139" y="7016"/>
                    </a:cubicBezTo>
                    <a:cubicBezTo>
                      <a:pt x="27011" y="7016"/>
                      <a:pt x="27870" y="7103"/>
                      <a:pt x="27688" y="7103"/>
                    </a:cubicBezTo>
                    <a:cubicBezTo>
                      <a:pt x="27669" y="7103"/>
                      <a:pt x="27639" y="7102"/>
                      <a:pt x="27595" y="7100"/>
                    </a:cubicBezTo>
                    <a:cubicBezTo>
                      <a:pt x="27410" y="7092"/>
                      <a:pt x="27121" y="7046"/>
                      <a:pt x="27120" y="7046"/>
                    </a:cubicBezTo>
                    <a:lnTo>
                      <a:pt x="27120" y="7046"/>
                    </a:lnTo>
                    <a:cubicBezTo>
                      <a:pt x="27120" y="7046"/>
                      <a:pt x="27126" y="7047"/>
                      <a:pt x="27139" y="7049"/>
                    </a:cubicBezTo>
                    <a:cubicBezTo>
                      <a:pt x="27071" y="7066"/>
                      <a:pt x="27646" y="7100"/>
                      <a:pt x="27807" y="7142"/>
                    </a:cubicBezTo>
                    <a:cubicBezTo>
                      <a:pt x="27873" y="7142"/>
                      <a:pt x="28318" y="7189"/>
                      <a:pt x="28393" y="7189"/>
                    </a:cubicBezTo>
                    <a:cubicBezTo>
                      <a:pt x="28423" y="7189"/>
                      <a:pt x="28392" y="7181"/>
                      <a:pt x="28247" y="7159"/>
                    </a:cubicBezTo>
                    <a:lnTo>
                      <a:pt x="28247" y="7159"/>
                    </a:lnTo>
                    <a:cubicBezTo>
                      <a:pt x="28518" y="7193"/>
                      <a:pt x="29127" y="7260"/>
                      <a:pt x="29490" y="7328"/>
                    </a:cubicBezTo>
                    <a:cubicBezTo>
                      <a:pt x="29477" y="7322"/>
                      <a:pt x="29479" y="7320"/>
                      <a:pt x="29494" y="7320"/>
                    </a:cubicBezTo>
                    <a:cubicBezTo>
                      <a:pt x="29590" y="7320"/>
                      <a:pt x="30203" y="7423"/>
                      <a:pt x="30328" y="7438"/>
                    </a:cubicBezTo>
                    <a:cubicBezTo>
                      <a:pt x="30489" y="7463"/>
                      <a:pt x="30632" y="7489"/>
                      <a:pt x="30734" y="7514"/>
                    </a:cubicBezTo>
                    <a:cubicBezTo>
                      <a:pt x="30387" y="7472"/>
                      <a:pt x="29973" y="7413"/>
                      <a:pt x="29533" y="7353"/>
                    </a:cubicBezTo>
                    <a:cubicBezTo>
                      <a:pt x="29397" y="7328"/>
                      <a:pt x="29254" y="7311"/>
                      <a:pt x="29118" y="7294"/>
                    </a:cubicBezTo>
                    <a:lnTo>
                      <a:pt x="29110" y="7311"/>
                    </a:lnTo>
                    <a:cubicBezTo>
                      <a:pt x="28238" y="7201"/>
                      <a:pt x="27350" y="7142"/>
                      <a:pt x="26902" y="7108"/>
                    </a:cubicBezTo>
                    <a:lnTo>
                      <a:pt x="26902" y="7108"/>
                    </a:lnTo>
                    <a:lnTo>
                      <a:pt x="27122" y="7117"/>
                    </a:lnTo>
                    <a:cubicBezTo>
                      <a:pt x="26953" y="7108"/>
                      <a:pt x="26792" y="7091"/>
                      <a:pt x="26623" y="7083"/>
                    </a:cubicBezTo>
                    <a:lnTo>
                      <a:pt x="26124" y="7040"/>
                    </a:lnTo>
                    <a:cubicBezTo>
                      <a:pt x="25954" y="7024"/>
                      <a:pt x="25785" y="7007"/>
                      <a:pt x="25616" y="6998"/>
                    </a:cubicBezTo>
                    <a:cubicBezTo>
                      <a:pt x="25447" y="6990"/>
                      <a:pt x="25278" y="6981"/>
                      <a:pt x="25108" y="6981"/>
                    </a:cubicBezTo>
                    <a:cubicBezTo>
                      <a:pt x="25142" y="6964"/>
                      <a:pt x="25218" y="6973"/>
                      <a:pt x="25092" y="6964"/>
                    </a:cubicBezTo>
                    <a:cubicBezTo>
                      <a:pt x="24669" y="6939"/>
                      <a:pt x="24372" y="6939"/>
                      <a:pt x="24102" y="6939"/>
                    </a:cubicBezTo>
                    <a:cubicBezTo>
                      <a:pt x="23823" y="6931"/>
                      <a:pt x="23577" y="6931"/>
                      <a:pt x="23239" y="6914"/>
                    </a:cubicBezTo>
                    <a:lnTo>
                      <a:pt x="23323" y="6897"/>
                    </a:lnTo>
                    <a:cubicBezTo>
                      <a:pt x="23256" y="6897"/>
                      <a:pt x="22867" y="6905"/>
                      <a:pt x="22943" y="6922"/>
                    </a:cubicBezTo>
                    <a:cubicBezTo>
                      <a:pt x="23510" y="6931"/>
                      <a:pt x="23620" y="6922"/>
                      <a:pt x="24127" y="6947"/>
                    </a:cubicBezTo>
                    <a:lnTo>
                      <a:pt x="23129" y="6947"/>
                    </a:lnTo>
                    <a:lnTo>
                      <a:pt x="23095" y="6973"/>
                    </a:lnTo>
                    <a:cubicBezTo>
                      <a:pt x="23001" y="6977"/>
                      <a:pt x="22907" y="6978"/>
                      <a:pt x="22813" y="6978"/>
                    </a:cubicBezTo>
                    <a:cubicBezTo>
                      <a:pt x="22603" y="6978"/>
                      <a:pt x="22394" y="6971"/>
                      <a:pt x="22186" y="6971"/>
                    </a:cubicBezTo>
                    <a:cubicBezTo>
                      <a:pt x="22060" y="6971"/>
                      <a:pt x="21934" y="6974"/>
                      <a:pt x="21809" y="6981"/>
                    </a:cubicBezTo>
                    <a:lnTo>
                      <a:pt x="22299" y="6998"/>
                    </a:lnTo>
                    <a:lnTo>
                      <a:pt x="22299" y="6998"/>
                    </a:lnTo>
                    <a:cubicBezTo>
                      <a:pt x="22487" y="6996"/>
                      <a:pt x="22645" y="6990"/>
                      <a:pt x="22697" y="6990"/>
                    </a:cubicBezTo>
                    <a:cubicBezTo>
                      <a:pt x="23070" y="6990"/>
                      <a:pt x="23357" y="6998"/>
                      <a:pt x="23560" y="7015"/>
                    </a:cubicBezTo>
                    <a:cubicBezTo>
                      <a:pt x="23763" y="7032"/>
                      <a:pt x="23890" y="7057"/>
                      <a:pt x="23949" y="7057"/>
                    </a:cubicBezTo>
                    <a:cubicBezTo>
                      <a:pt x="24296" y="7083"/>
                      <a:pt x="23823" y="7091"/>
                      <a:pt x="23865" y="7108"/>
                    </a:cubicBezTo>
                    <a:cubicBezTo>
                      <a:pt x="23958" y="7111"/>
                      <a:pt x="24035" y="7112"/>
                      <a:pt x="24101" y="7112"/>
                    </a:cubicBezTo>
                    <a:cubicBezTo>
                      <a:pt x="24234" y="7112"/>
                      <a:pt x="24325" y="7108"/>
                      <a:pt x="24415" y="7108"/>
                    </a:cubicBezTo>
                    <a:cubicBezTo>
                      <a:pt x="24467" y="7106"/>
                      <a:pt x="24520" y="7105"/>
                      <a:pt x="24573" y="7105"/>
                    </a:cubicBezTo>
                    <a:cubicBezTo>
                      <a:pt x="24701" y="7105"/>
                      <a:pt x="24833" y="7111"/>
                      <a:pt x="24965" y="7117"/>
                    </a:cubicBezTo>
                    <a:cubicBezTo>
                      <a:pt x="25142" y="7134"/>
                      <a:pt x="25032" y="7134"/>
                      <a:pt x="24948" y="7134"/>
                    </a:cubicBezTo>
                    <a:lnTo>
                      <a:pt x="25371" y="7142"/>
                    </a:lnTo>
                    <a:cubicBezTo>
                      <a:pt x="25393" y="7142"/>
                      <a:pt x="26125" y="7206"/>
                      <a:pt x="25937" y="7206"/>
                    </a:cubicBezTo>
                    <a:cubicBezTo>
                      <a:pt x="25909" y="7206"/>
                      <a:pt x="25860" y="7205"/>
                      <a:pt x="25785" y="7201"/>
                    </a:cubicBezTo>
                    <a:cubicBezTo>
                      <a:pt x="25701" y="7193"/>
                      <a:pt x="25540" y="7184"/>
                      <a:pt x="25421" y="7176"/>
                    </a:cubicBezTo>
                    <a:lnTo>
                      <a:pt x="25421" y="7176"/>
                    </a:lnTo>
                    <a:cubicBezTo>
                      <a:pt x="25616" y="7193"/>
                      <a:pt x="25853" y="7218"/>
                      <a:pt x="26090" y="7244"/>
                    </a:cubicBezTo>
                    <a:cubicBezTo>
                      <a:pt x="26327" y="7269"/>
                      <a:pt x="26572" y="7286"/>
                      <a:pt x="26783" y="7320"/>
                    </a:cubicBezTo>
                    <a:cubicBezTo>
                      <a:pt x="27206" y="7379"/>
                      <a:pt x="27536" y="7421"/>
                      <a:pt x="27511" y="7438"/>
                    </a:cubicBezTo>
                    <a:cubicBezTo>
                      <a:pt x="27942" y="7489"/>
                      <a:pt x="27824" y="7463"/>
                      <a:pt x="28501" y="7557"/>
                    </a:cubicBezTo>
                    <a:cubicBezTo>
                      <a:pt x="28539" y="7559"/>
                      <a:pt x="28567" y="7559"/>
                      <a:pt x="28589" y="7559"/>
                    </a:cubicBezTo>
                    <a:cubicBezTo>
                      <a:pt x="28671" y="7559"/>
                      <a:pt x="28665" y="7548"/>
                      <a:pt x="28725" y="7548"/>
                    </a:cubicBezTo>
                    <a:cubicBezTo>
                      <a:pt x="28783" y="7548"/>
                      <a:pt x="28902" y="7559"/>
                      <a:pt x="29220" y="7599"/>
                    </a:cubicBezTo>
                    <a:lnTo>
                      <a:pt x="28636" y="7506"/>
                    </a:lnTo>
                    <a:lnTo>
                      <a:pt x="28289" y="7472"/>
                    </a:lnTo>
                    <a:lnTo>
                      <a:pt x="28289" y="7472"/>
                    </a:lnTo>
                    <a:cubicBezTo>
                      <a:pt x="28492" y="7497"/>
                      <a:pt x="28695" y="7523"/>
                      <a:pt x="28898" y="7548"/>
                    </a:cubicBezTo>
                    <a:cubicBezTo>
                      <a:pt x="28721" y="7529"/>
                      <a:pt x="28639" y="7524"/>
                      <a:pt x="28590" y="7524"/>
                    </a:cubicBezTo>
                    <a:cubicBezTo>
                      <a:pt x="28532" y="7524"/>
                      <a:pt x="28523" y="7531"/>
                      <a:pt x="28458" y="7531"/>
                    </a:cubicBezTo>
                    <a:cubicBezTo>
                      <a:pt x="27528" y="7421"/>
                      <a:pt x="27274" y="7362"/>
                      <a:pt x="26792" y="7303"/>
                    </a:cubicBezTo>
                    <a:lnTo>
                      <a:pt x="26792" y="7303"/>
                    </a:lnTo>
                    <a:cubicBezTo>
                      <a:pt x="27001" y="7309"/>
                      <a:pt x="27311" y="7340"/>
                      <a:pt x="27413" y="7340"/>
                    </a:cubicBezTo>
                    <a:cubicBezTo>
                      <a:pt x="27455" y="7340"/>
                      <a:pt x="27462" y="7335"/>
                      <a:pt x="27409" y="7320"/>
                    </a:cubicBezTo>
                    <a:lnTo>
                      <a:pt x="27409" y="7320"/>
                    </a:lnTo>
                    <a:cubicBezTo>
                      <a:pt x="27875" y="7396"/>
                      <a:pt x="27925" y="7362"/>
                      <a:pt x="28475" y="7447"/>
                    </a:cubicBezTo>
                    <a:lnTo>
                      <a:pt x="28388" y="7440"/>
                    </a:lnTo>
                    <a:lnTo>
                      <a:pt x="28388" y="7440"/>
                    </a:lnTo>
                    <a:cubicBezTo>
                      <a:pt x="28815" y="7473"/>
                      <a:pt x="28871" y="7515"/>
                      <a:pt x="29237" y="7548"/>
                    </a:cubicBezTo>
                    <a:cubicBezTo>
                      <a:pt x="29203" y="7548"/>
                      <a:pt x="29254" y="7557"/>
                      <a:pt x="29304" y="7573"/>
                    </a:cubicBezTo>
                    <a:cubicBezTo>
                      <a:pt x="29511" y="7600"/>
                      <a:pt x="29593" y="7609"/>
                      <a:pt x="29615" y="7609"/>
                    </a:cubicBezTo>
                    <a:cubicBezTo>
                      <a:pt x="29656" y="7609"/>
                      <a:pt x="29504" y="7581"/>
                      <a:pt x="29547" y="7581"/>
                    </a:cubicBezTo>
                    <a:cubicBezTo>
                      <a:pt x="29571" y="7581"/>
                      <a:pt x="29654" y="7589"/>
                      <a:pt x="29863" y="7616"/>
                    </a:cubicBezTo>
                    <a:cubicBezTo>
                      <a:pt x="30565" y="7734"/>
                      <a:pt x="30083" y="7692"/>
                      <a:pt x="30277" y="7743"/>
                    </a:cubicBezTo>
                    <a:cubicBezTo>
                      <a:pt x="29902" y="7690"/>
                      <a:pt x="29764" y="7680"/>
                      <a:pt x="29712" y="7680"/>
                    </a:cubicBezTo>
                    <a:cubicBezTo>
                      <a:pt x="29680" y="7680"/>
                      <a:pt x="29680" y="7683"/>
                      <a:pt x="29676" y="7683"/>
                    </a:cubicBezTo>
                    <a:lnTo>
                      <a:pt x="29583" y="7683"/>
                    </a:lnTo>
                    <a:cubicBezTo>
                      <a:pt x="29499" y="7675"/>
                      <a:pt x="29330" y="7658"/>
                      <a:pt x="29008" y="7616"/>
                    </a:cubicBezTo>
                    <a:lnTo>
                      <a:pt x="29008" y="7616"/>
                    </a:lnTo>
                    <a:cubicBezTo>
                      <a:pt x="29008" y="7658"/>
                      <a:pt x="29507" y="7726"/>
                      <a:pt x="30193" y="7836"/>
                    </a:cubicBezTo>
                    <a:cubicBezTo>
                      <a:pt x="29753" y="7751"/>
                      <a:pt x="30480" y="7836"/>
                      <a:pt x="29896" y="7709"/>
                    </a:cubicBezTo>
                    <a:lnTo>
                      <a:pt x="29896" y="7709"/>
                    </a:lnTo>
                    <a:cubicBezTo>
                      <a:pt x="30404" y="7785"/>
                      <a:pt x="30641" y="7802"/>
                      <a:pt x="30895" y="7836"/>
                    </a:cubicBezTo>
                    <a:cubicBezTo>
                      <a:pt x="31258" y="7878"/>
                      <a:pt x="31614" y="7946"/>
                      <a:pt x="31969" y="8039"/>
                    </a:cubicBezTo>
                    <a:lnTo>
                      <a:pt x="31944" y="8039"/>
                    </a:lnTo>
                    <a:lnTo>
                      <a:pt x="32409" y="8106"/>
                    </a:lnTo>
                    <a:cubicBezTo>
                      <a:pt x="32620" y="8157"/>
                      <a:pt x="32832" y="8216"/>
                      <a:pt x="33043" y="8276"/>
                    </a:cubicBezTo>
                    <a:cubicBezTo>
                      <a:pt x="32646" y="8208"/>
                      <a:pt x="32164" y="8089"/>
                      <a:pt x="31842" y="8047"/>
                    </a:cubicBezTo>
                    <a:lnTo>
                      <a:pt x="31842" y="8047"/>
                    </a:lnTo>
                    <a:cubicBezTo>
                      <a:pt x="32231" y="8149"/>
                      <a:pt x="32493" y="8191"/>
                      <a:pt x="32773" y="8242"/>
                    </a:cubicBezTo>
                    <a:cubicBezTo>
                      <a:pt x="32908" y="8267"/>
                      <a:pt x="33052" y="8301"/>
                      <a:pt x="33213" y="8326"/>
                    </a:cubicBezTo>
                    <a:cubicBezTo>
                      <a:pt x="33373" y="8360"/>
                      <a:pt x="33559" y="8411"/>
                      <a:pt x="33779" y="8462"/>
                    </a:cubicBezTo>
                    <a:cubicBezTo>
                      <a:pt x="33933" y="8515"/>
                      <a:pt x="33981" y="8536"/>
                      <a:pt x="33962" y="8536"/>
                    </a:cubicBezTo>
                    <a:cubicBezTo>
                      <a:pt x="33935" y="8536"/>
                      <a:pt x="33783" y="8497"/>
                      <a:pt x="33602" y="8453"/>
                    </a:cubicBezTo>
                    <a:cubicBezTo>
                      <a:pt x="33306" y="8383"/>
                      <a:pt x="32932" y="8299"/>
                      <a:pt x="32874" y="8299"/>
                    </a:cubicBezTo>
                    <a:cubicBezTo>
                      <a:pt x="32868" y="8299"/>
                      <a:pt x="32866" y="8300"/>
                      <a:pt x="32866" y="8301"/>
                    </a:cubicBezTo>
                    <a:cubicBezTo>
                      <a:pt x="33069" y="8335"/>
                      <a:pt x="33272" y="8394"/>
                      <a:pt x="33466" y="8470"/>
                    </a:cubicBezTo>
                    <a:cubicBezTo>
                      <a:pt x="33052" y="8352"/>
                      <a:pt x="32925" y="8335"/>
                      <a:pt x="32790" y="8301"/>
                    </a:cubicBezTo>
                    <a:cubicBezTo>
                      <a:pt x="32646" y="8276"/>
                      <a:pt x="32493" y="8242"/>
                      <a:pt x="32028" y="8132"/>
                    </a:cubicBezTo>
                    <a:lnTo>
                      <a:pt x="32028" y="8132"/>
                    </a:lnTo>
                    <a:cubicBezTo>
                      <a:pt x="32164" y="8159"/>
                      <a:pt x="32213" y="8169"/>
                      <a:pt x="32217" y="8169"/>
                    </a:cubicBezTo>
                    <a:cubicBezTo>
                      <a:pt x="32228" y="8169"/>
                      <a:pt x="31988" y="8115"/>
                      <a:pt x="32054" y="8115"/>
                    </a:cubicBezTo>
                    <a:cubicBezTo>
                      <a:pt x="31918" y="8089"/>
                      <a:pt x="31038" y="7920"/>
                      <a:pt x="30412" y="7810"/>
                    </a:cubicBezTo>
                    <a:cubicBezTo>
                      <a:pt x="30269" y="7810"/>
                      <a:pt x="30954" y="7929"/>
                      <a:pt x="31343" y="8013"/>
                    </a:cubicBezTo>
                    <a:cubicBezTo>
                      <a:pt x="32087" y="8123"/>
                      <a:pt x="32840" y="8360"/>
                      <a:pt x="33407" y="8462"/>
                    </a:cubicBezTo>
                    <a:cubicBezTo>
                      <a:pt x="33722" y="8542"/>
                      <a:pt x="33797" y="8565"/>
                      <a:pt x="33775" y="8565"/>
                    </a:cubicBezTo>
                    <a:cubicBezTo>
                      <a:pt x="33745" y="8565"/>
                      <a:pt x="33526" y="8520"/>
                      <a:pt x="33508" y="8520"/>
                    </a:cubicBezTo>
                    <a:cubicBezTo>
                      <a:pt x="33506" y="8520"/>
                      <a:pt x="33506" y="8520"/>
                      <a:pt x="33509" y="8521"/>
                    </a:cubicBezTo>
                    <a:cubicBezTo>
                      <a:pt x="33840" y="8613"/>
                      <a:pt x="33928" y="8631"/>
                      <a:pt x="33953" y="8631"/>
                    </a:cubicBezTo>
                    <a:cubicBezTo>
                      <a:pt x="33970" y="8631"/>
                      <a:pt x="33958" y="8623"/>
                      <a:pt x="33971" y="8623"/>
                    </a:cubicBezTo>
                    <a:cubicBezTo>
                      <a:pt x="33981" y="8623"/>
                      <a:pt x="34001" y="8627"/>
                      <a:pt x="34050" y="8639"/>
                    </a:cubicBezTo>
                    <a:cubicBezTo>
                      <a:pt x="35116" y="8918"/>
                      <a:pt x="35209" y="9012"/>
                      <a:pt x="35953" y="9274"/>
                    </a:cubicBezTo>
                    <a:cubicBezTo>
                      <a:pt x="36106" y="9316"/>
                      <a:pt x="36317" y="9384"/>
                      <a:pt x="36562" y="9485"/>
                    </a:cubicBezTo>
                    <a:cubicBezTo>
                      <a:pt x="36681" y="9519"/>
                      <a:pt x="36808" y="9570"/>
                      <a:pt x="36943" y="9629"/>
                    </a:cubicBezTo>
                    <a:lnTo>
                      <a:pt x="37358" y="9807"/>
                    </a:lnTo>
                    <a:cubicBezTo>
                      <a:pt x="37924" y="10052"/>
                      <a:pt x="38533" y="10348"/>
                      <a:pt x="39016" y="10619"/>
                    </a:cubicBezTo>
                    <a:cubicBezTo>
                      <a:pt x="38986" y="10607"/>
                      <a:pt x="38970" y="10602"/>
                      <a:pt x="38964" y="10602"/>
                    </a:cubicBezTo>
                    <a:cubicBezTo>
                      <a:pt x="38944" y="10602"/>
                      <a:pt x="39028" y="10654"/>
                      <a:pt x="39066" y="10686"/>
                    </a:cubicBezTo>
                    <a:cubicBezTo>
                      <a:pt x="39371" y="10822"/>
                      <a:pt x="39456" y="10881"/>
                      <a:pt x="39574" y="10932"/>
                    </a:cubicBezTo>
                    <a:lnTo>
                      <a:pt x="39785" y="11050"/>
                    </a:lnTo>
                    <a:lnTo>
                      <a:pt x="40175" y="11279"/>
                    </a:lnTo>
                    <a:cubicBezTo>
                      <a:pt x="39980" y="11152"/>
                      <a:pt x="39785" y="11016"/>
                      <a:pt x="39591" y="10890"/>
                    </a:cubicBezTo>
                    <a:lnTo>
                      <a:pt x="39591" y="10890"/>
                    </a:lnTo>
                    <a:cubicBezTo>
                      <a:pt x="40031" y="11135"/>
                      <a:pt x="40462" y="11414"/>
                      <a:pt x="40868" y="11719"/>
                    </a:cubicBezTo>
                    <a:cubicBezTo>
                      <a:pt x="40769" y="11638"/>
                      <a:pt x="40734" y="11603"/>
                      <a:pt x="40741" y="11603"/>
                    </a:cubicBezTo>
                    <a:cubicBezTo>
                      <a:pt x="40744" y="11603"/>
                      <a:pt x="40753" y="11608"/>
                      <a:pt x="40767" y="11617"/>
                    </a:cubicBezTo>
                    <a:cubicBezTo>
                      <a:pt x="40792" y="11625"/>
                      <a:pt x="40843" y="11659"/>
                      <a:pt x="40894" y="11693"/>
                    </a:cubicBezTo>
                    <a:cubicBezTo>
                      <a:pt x="40953" y="11727"/>
                      <a:pt x="41012" y="11778"/>
                      <a:pt x="41088" y="11837"/>
                    </a:cubicBezTo>
                    <a:cubicBezTo>
                      <a:pt x="41384" y="12048"/>
                      <a:pt x="41773" y="12370"/>
                      <a:pt x="41934" y="12497"/>
                    </a:cubicBezTo>
                    <a:cubicBezTo>
                      <a:pt x="42036" y="12598"/>
                      <a:pt x="42146" y="12691"/>
                      <a:pt x="42247" y="12784"/>
                    </a:cubicBezTo>
                    <a:cubicBezTo>
                      <a:pt x="42357" y="12877"/>
                      <a:pt x="42459" y="12971"/>
                      <a:pt x="42543" y="13064"/>
                    </a:cubicBezTo>
                    <a:cubicBezTo>
                      <a:pt x="42704" y="13199"/>
                      <a:pt x="42848" y="13351"/>
                      <a:pt x="42983" y="13520"/>
                    </a:cubicBezTo>
                    <a:lnTo>
                      <a:pt x="42932" y="13461"/>
                    </a:lnTo>
                    <a:lnTo>
                      <a:pt x="42932" y="13461"/>
                    </a:lnTo>
                    <a:cubicBezTo>
                      <a:pt x="43110" y="13673"/>
                      <a:pt x="43305" y="13867"/>
                      <a:pt x="43482" y="14087"/>
                    </a:cubicBezTo>
                    <a:lnTo>
                      <a:pt x="43381" y="14036"/>
                    </a:lnTo>
                    <a:lnTo>
                      <a:pt x="43381" y="14036"/>
                    </a:lnTo>
                    <a:cubicBezTo>
                      <a:pt x="43465" y="14146"/>
                      <a:pt x="43567" y="14265"/>
                      <a:pt x="43660" y="14375"/>
                    </a:cubicBezTo>
                    <a:cubicBezTo>
                      <a:pt x="43753" y="14485"/>
                      <a:pt x="43829" y="14595"/>
                      <a:pt x="43897" y="14679"/>
                    </a:cubicBezTo>
                    <a:cubicBezTo>
                      <a:pt x="44004" y="14805"/>
                      <a:pt x="44078" y="14889"/>
                      <a:pt x="44088" y="14889"/>
                    </a:cubicBezTo>
                    <a:cubicBezTo>
                      <a:pt x="44092" y="14889"/>
                      <a:pt x="44087" y="14879"/>
                      <a:pt x="44074" y="14857"/>
                    </a:cubicBezTo>
                    <a:lnTo>
                      <a:pt x="44074" y="14857"/>
                    </a:lnTo>
                    <a:cubicBezTo>
                      <a:pt x="44241" y="15109"/>
                      <a:pt x="44272" y="15160"/>
                      <a:pt x="44266" y="15160"/>
                    </a:cubicBezTo>
                    <a:cubicBezTo>
                      <a:pt x="44261" y="15160"/>
                      <a:pt x="44240" y="15136"/>
                      <a:pt x="44233" y="15136"/>
                    </a:cubicBezTo>
                    <a:cubicBezTo>
                      <a:pt x="44230" y="15136"/>
                      <a:pt x="44230" y="15141"/>
                      <a:pt x="44235" y="15153"/>
                    </a:cubicBezTo>
                    <a:cubicBezTo>
                      <a:pt x="44041" y="14874"/>
                      <a:pt x="43558" y="14332"/>
                      <a:pt x="43448" y="14155"/>
                    </a:cubicBezTo>
                    <a:lnTo>
                      <a:pt x="43448" y="14155"/>
                    </a:lnTo>
                    <a:cubicBezTo>
                      <a:pt x="43491" y="14214"/>
                      <a:pt x="43533" y="14265"/>
                      <a:pt x="43584" y="14307"/>
                    </a:cubicBezTo>
                    <a:lnTo>
                      <a:pt x="43279" y="13952"/>
                    </a:lnTo>
                    <a:cubicBezTo>
                      <a:pt x="43195" y="13859"/>
                      <a:pt x="43135" y="13791"/>
                      <a:pt x="43093" y="13749"/>
                    </a:cubicBezTo>
                    <a:cubicBezTo>
                      <a:pt x="43000" y="13647"/>
                      <a:pt x="42966" y="13630"/>
                      <a:pt x="42949" y="13622"/>
                    </a:cubicBezTo>
                    <a:cubicBezTo>
                      <a:pt x="42945" y="13620"/>
                      <a:pt x="42942" y="13619"/>
                      <a:pt x="42940" y="13619"/>
                    </a:cubicBezTo>
                    <a:cubicBezTo>
                      <a:pt x="42935" y="13619"/>
                      <a:pt x="42932" y="13621"/>
                      <a:pt x="42927" y="13621"/>
                    </a:cubicBezTo>
                    <a:cubicBezTo>
                      <a:pt x="42922" y="13621"/>
                      <a:pt x="42916" y="13620"/>
                      <a:pt x="42907" y="13613"/>
                    </a:cubicBezTo>
                    <a:cubicBezTo>
                      <a:pt x="42873" y="13588"/>
                      <a:pt x="42822" y="13529"/>
                      <a:pt x="42679" y="13402"/>
                    </a:cubicBezTo>
                    <a:lnTo>
                      <a:pt x="42679" y="13402"/>
                    </a:lnTo>
                    <a:cubicBezTo>
                      <a:pt x="42822" y="13537"/>
                      <a:pt x="42932" y="13681"/>
                      <a:pt x="43051" y="13808"/>
                    </a:cubicBezTo>
                    <a:cubicBezTo>
                      <a:pt x="43110" y="13884"/>
                      <a:pt x="43169" y="13952"/>
                      <a:pt x="43237" y="14019"/>
                    </a:cubicBezTo>
                    <a:cubicBezTo>
                      <a:pt x="43296" y="14096"/>
                      <a:pt x="43364" y="14180"/>
                      <a:pt x="43431" y="14248"/>
                    </a:cubicBezTo>
                    <a:cubicBezTo>
                      <a:pt x="43491" y="14324"/>
                      <a:pt x="43660" y="14519"/>
                      <a:pt x="43829" y="14739"/>
                    </a:cubicBezTo>
                    <a:cubicBezTo>
                      <a:pt x="43914" y="14848"/>
                      <a:pt x="44007" y="14958"/>
                      <a:pt x="44091" y="15068"/>
                    </a:cubicBezTo>
                    <a:cubicBezTo>
                      <a:pt x="44167" y="15178"/>
                      <a:pt x="44244" y="15288"/>
                      <a:pt x="44303" y="15365"/>
                    </a:cubicBezTo>
                    <a:cubicBezTo>
                      <a:pt x="44142" y="15145"/>
                      <a:pt x="44024" y="14967"/>
                      <a:pt x="43905" y="14806"/>
                    </a:cubicBezTo>
                    <a:cubicBezTo>
                      <a:pt x="43787" y="14645"/>
                      <a:pt x="43685" y="14493"/>
                      <a:pt x="43550" y="14324"/>
                    </a:cubicBezTo>
                    <a:lnTo>
                      <a:pt x="43550" y="14324"/>
                    </a:lnTo>
                    <a:cubicBezTo>
                      <a:pt x="43668" y="14459"/>
                      <a:pt x="43736" y="14552"/>
                      <a:pt x="43804" y="14629"/>
                    </a:cubicBezTo>
                    <a:cubicBezTo>
                      <a:pt x="43880" y="14722"/>
                      <a:pt x="43948" y="14815"/>
                      <a:pt x="44015" y="14916"/>
                    </a:cubicBezTo>
                    <a:lnTo>
                      <a:pt x="43948" y="14832"/>
                    </a:lnTo>
                    <a:lnTo>
                      <a:pt x="43948" y="14832"/>
                    </a:lnTo>
                    <a:cubicBezTo>
                      <a:pt x="43990" y="14891"/>
                      <a:pt x="44032" y="14942"/>
                      <a:pt x="44074" y="14992"/>
                    </a:cubicBezTo>
                    <a:lnTo>
                      <a:pt x="44193" y="15161"/>
                    </a:lnTo>
                    <a:cubicBezTo>
                      <a:pt x="44201" y="15195"/>
                      <a:pt x="44362" y="15424"/>
                      <a:pt x="44464" y="15593"/>
                    </a:cubicBezTo>
                    <a:cubicBezTo>
                      <a:pt x="44515" y="15686"/>
                      <a:pt x="44556" y="15757"/>
                      <a:pt x="44553" y="15757"/>
                    </a:cubicBezTo>
                    <a:cubicBezTo>
                      <a:pt x="44550" y="15757"/>
                      <a:pt x="44518" y="15710"/>
                      <a:pt x="44438" y="15593"/>
                    </a:cubicBezTo>
                    <a:lnTo>
                      <a:pt x="44438" y="15593"/>
                    </a:lnTo>
                    <a:cubicBezTo>
                      <a:pt x="44497" y="15703"/>
                      <a:pt x="44565" y="15804"/>
                      <a:pt x="44641" y="15906"/>
                    </a:cubicBezTo>
                    <a:cubicBezTo>
                      <a:pt x="44658" y="15914"/>
                      <a:pt x="44667" y="15931"/>
                      <a:pt x="44692" y="15974"/>
                    </a:cubicBezTo>
                    <a:cubicBezTo>
                      <a:pt x="44743" y="16041"/>
                      <a:pt x="44785" y="16109"/>
                      <a:pt x="44827" y="16185"/>
                    </a:cubicBezTo>
                    <a:cubicBezTo>
                      <a:pt x="44751" y="16033"/>
                      <a:pt x="44658" y="15897"/>
                      <a:pt x="44573" y="15745"/>
                    </a:cubicBezTo>
                    <a:lnTo>
                      <a:pt x="44447" y="15534"/>
                    </a:lnTo>
                    <a:cubicBezTo>
                      <a:pt x="44404" y="15466"/>
                      <a:pt x="44354" y="15398"/>
                      <a:pt x="44311" y="15322"/>
                    </a:cubicBezTo>
                    <a:lnTo>
                      <a:pt x="44345" y="15322"/>
                    </a:lnTo>
                    <a:cubicBezTo>
                      <a:pt x="44430" y="15432"/>
                      <a:pt x="44506" y="15551"/>
                      <a:pt x="44573" y="15669"/>
                    </a:cubicBezTo>
                    <a:cubicBezTo>
                      <a:pt x="44633" y="15771"/>
                      <a:pt x="44692" y="15881"/>
                      <a:pt x="44793" y="16050"/>
                    </a:cubicBezTo>
                    <a:lnTo>
                      <a:pt x="44802" y="16007"/>
                    </a:lnTo>
                    <a:cubicBezTo>
                      <a:pt x="44912" y="16227"/>
                      <a:pt x="45013" y="16439"/>
                      <a:pt x="45123" y="16650"/>
                    </a:cubicBezTo>
                    <a:cubicBezTo>
                      <a:pt x="45122" y="16644"/>
                      <a:pt x="45122" y="16641"/>
                      <a:pt x="45124" y="16641"/>
                    </a:cubicBezTo>
                    <a:cubicBezTo>
                      <a:pt x="45140" y="16641"/>
                      <a:pt x="45332" y="17068"/>
                      <a:pt x="45394" y="17200"/>
                    </a:cubicBezTo>
                    <a:cubicBezTo>
                      <a:pt x="45436" y="17293"/>
                      <a:pt x="45462" y="17386"/>
                      <a:pt x="45479" y="17488"/>
                    </a:cubicBezTo>
                    <a:cubicBezTo>
                      <a:pt x="45496" y="17539"/>
                      <a:pt x="45512" y="17589"/>
                      <a:pt x="45529" y="17632"/>
                    </a:cubicBezTo>
                    <a:cubicBezTo>
                      <a:pt x="45555" y="17708"/>
                      <a:pt x="45606" y="17809"/>
                      <a:pt x="45656" y="17962"/>
                    </a:cubicBezTo>
                    <a:lnTo>
                      <a:pt x="45648" y="17919"/>
                    </a:lnTo>
                    <a:lnTo>
                      <a:pt x="45648" y="17919"/>
                    </a:lnTo>
                    <a:cubicBezTo>
                      <a:pt x="45716" y="18097"/>
                      <a:pt x="45775" y="18232"/>
                      <a:pt x="45817" y="18401"/>
                    </a:cubicBezTo>
                    <a:cubicBezTo>
                      <a:pt x="45868" y="18571"/>
                      <a:pt x="45919" y="18757"/>
                      <a:pt x="45986" y="19019"/>
                    </a:cubicBezTo>
                    <a:cubicBezTo>
                      <a:pt x="45969" y="18985"/>
                      <a:pt x="45927" y="18850"/>
                      <a:pt x="45910" y="18774"/>
                    </a:cubicBezTo>
                    <a:lnTo>
                      <a:pt x="45910" y="18774"/>
                    </a:lnTo>
                    <a:cubicBezTo>
                      <a:pt x="45927" y="18867"/>
                      <a:pt x="45952" y="18968"/>
                      <a:pt x="45978" y="19070"/>
                    </a:cubicBezTo>
                    <a:cubicBezTo>
                      <a:pt x="46003" y="19180"/>
                      <a:pt x="46020" y="19290"/>
                      <a:pt x="46045" y="19400"/>
                    </a:cubicBezTo>
                    <a:cubicBezTo>
                      <a:pt x="46096" y="19620"/>
                      <a:pt x="46130" y="19856"/>
                      <a:pt x="46164" y="20076"/>
                    </a:cubicBezTo>
                    <a:cubicBezTo>
                      <a:pt x="46215" y="20406"/>
                      <a:pt x="46232" y="20745"/>
                      <a:pt x="46215" y="21083"/>
                    </a:cubicBezTo>
                    <a:cubicBezTo>
                      <a:pt x="46214" y="21080"/>
                      <a:pt x="46213" y="21077"/>
                      <a:pt x="46212" y="21073"/>
                    </a:cubicBezTo>
                    <a:lnTo>
                      <a:pt x="46212" y="21073"/>
                    </a:lnTo>
                    <a:cubicBezTo>
                      <a:pt x="46206" y="21221"/>
                      <a:pt x="46205" y="21477"/>
                      <a:pt x="46198" y="21658"/>
                    </a:cubicBezTo>
                    <a:cubicBezTo>
                      <a:pt x="46193" y="21769"/>
                      <a:pt x="46188" y="21847"/>
                      <a:pt x="46185" y="21847"/>
                    </a:cubicBezTo>
                    <a:cubicBezTo>
                      <a:pt x="46183" y="21847"/>
                      <a:pt x="46181" y="21793"/>
                      <a:pt x="46181" y="21658"/>
                    </a:cubicBezTo>
                    <a:lnTo>
                      <a:pt x="46181" y="21921"/>
                    </a:lnTo>
                    <a:cubicBezTo>
                      <a:pt x="46181" y="22005"/>
                      <a:pt x="46164" y="22098"/>
                      <a:pt x="46164" y="22183"/>
                    </a:cubicBezTo>
                    <a:cubicBezTo>
                      <a:pt x="46164" y="22352"/>
                      <a:pt x="46147" y="22530"/>
                      <a:pt x="46130" y="22699"/>
                    </a:cubicBezTo>
                    <a:cubicBezTo>
                      <a:pt x="46130" y="22601"/>
                      <a:pt x="46130" y="22497"/>
                      <a:pt x="46142" y="22398"/>
                    </a:cubicBezTo>
                    <a:lnTo>
                      <a:pt x="46142" y="22398"/>
                    </a:lnTo>
                    <a:cubicBezTo>
                      <a:pt x="46110" y="22632"/>
                      <a:pt x="46086" y="22872"/>
                      <a:pt x="46045" y="23105"/>
                    </a:cubicBezTo>
                    <a:lnTo>
                      <a:pt x="46045" y="23079"/>
                    </a:lnTo>
                    <a:cubicBezTo>
                      <a:pt x="46037" y="23156"/>
                      <a:pt x="46029" y="23232"/>
                      <a:pt x="46012" y="23316"/>
                    </a:cubicBezTo>
                    <a:cubicBezTo>
                      <a:pt x="45995" y="23392"/>
                      <a:pt x="45978" y="23477"/>
                      <a:pt x="45961" y="23562"/>
                    </a:cubicBezTo>
                    <a:cubicBezTo>
                      <a:pt x="45927" y="23731"/>
                      <a:pt x="45885" y="23908"/>
                      <a:pt x="45842" y="24078"/>
                    </a:cubicBezTo>
                    <a:cubicBezTo>
                      <a:pt x="45766" y="24416"/>
                      <a:pt x="45665" y="24729"/>
                      <a:pt x="45606" y="24949"/>
                    </a:cubicBezTo>
                    <a:cubicBezTo>
                      <a:pt x="45648" y="24831"/>
                      <a:pt x="45682" y="24746"/>
                      <a:pt x="45699" y="24695"/>
                    </a:cubicBezTo>
                    <a:cubicBezTo>
                      <a:pt x="45707" y="24661"/>
                      <a:pt x="45724" y="24636"/>
                      <a:pt x="45732" y="24611"/>
                    </a:cubicBezTo>
                    <a:lnTo>
                      <a:pt x="45732" y="24611"/>
                    </a:lnTo>
                    <a:cubicBezTo>
                      <a:pt x="45724" y="24687"/>
                      <a:pt x="45707" y="24754"/>
                      <a:pt x="45682" y="24814"/>
                    </a:cubicBezTo>
                    <a:cubicBezTo>
                      <a:pt x="45617" y="25039"/>
                      <a:pt x="45499" y="25357"/>
                      <a:pt x="45510" y="25357"/>
                    </a:cubicBezTo>
                    <a:cubicBezTo>
                      <a:pt x="45510" y="25357"/>
                      <a:pt x="45511" y="25357"/>
                      <a:pt x="45512" y="25355"/>
                    </a:cubicBezTo>
                    <a:lnTo>
                      <a:pt x="45512" y="25355"/>
                    </a:lnTo>
                    <a:cubicBezTo>
                      <a:pt x="45452" y="25515"/>
                      <a:pt x="45391" y="25613"/>
                      <a:pt x="45373" y="25613"/>
                    </a:cubicBezTo>
                    <a:cubicBezTo>
                      <a:pt x="45371" y="25613"/>
                      <a:pt x="45370" y="25611"/>
                      <a:pt x="45369" y="25609"/>
                    </a:cubicBezTo>
                    <a:cubicBezTo>
                      <a:pt x="45360" y="25575"/>
                      <a:pt x="45403" y="25406"/>
                      <a:pt x="45529" y="25034"/>
                    </a:cubicBezTo>
                    <a:cubicBezTo>
                      <a:pt x="45665" y="24670"/>
                      <a:pt x="45775" y="24306"/>
                      <a:pt x="45859" y="23925"/>
                    </a:cubicBezTo>
                    <a:lnTo>
                      <a:pt x="45859" y="23925"/>
                    </a:lnTo>
                    <a:cubicBezTo>
                      <a:pt x="45792" y="24171"/>
                      <a:pt x="45741" y="24331"/>
                      <a:pt x="45699" y="24484"/>
                    </a:cubicBezTo>
                    <a:cubicBezTo>
                      <a:pt x="45656" y="24636"/>
                      <a:pt x="45614" y="24771"/>
                      <a:pt x="45555" y="24957"/>
                    </a:cubicBezTo>
                    <a:cubicBezTo>
                      <a:pt x="45565" y="24917"/>
                      <a:pt x="45568" y="24900"/>
                      <a:pt x="45566" y="24900"/>
                    </a:cubicBezTo>
                    <a:cubicBezTo>
                      <a:pt x="45561" y="24900"/>
                      <a:pt x="45526" y="24997"/>
                      <a:pt x="45479" y="25110"/>
                    </a:cubicBezTo>
                    <a:cubicBezTo>
                      <a:pt x="45412" y="25259"/>
                      <a:pt x="45338" y="25440"/>
                      <a:pt x="45335" y="25440"/>
                    </a:cubicBezTo>
                    <a:cubicBezTo>
                      <a:pt x="45335" y="25440"/>
                      <a:pt x="45335" y="25440"/>
                      <a:pt x="45335" y="25440"/>
                    </a:cubicBezTo>
                    <a:cubicBezTo>
                      <a:pt x="45343" y="25380"/>
                      <a:pt x="45360" y="25313"/>
                      <a:pt x="45377" y="25254"/>
                    </a:cubicBezTo>
                    <a:cubicBezTo>
                      <a:pt x="45394" y="25194"/>
                      <a:pt x="45428" y="25135"/>
                      <a:pt x="45453" y="25042"/>
                    </a:cubicBezTo>
                    <a:cubicBezTo>
                      <a:pt x="45479" y="24957"/>
                      <a:pt x="45512" y="24856"/>
                      <a:pt x="45555" y="24738"/>
                    </a:cubicBezTo>
                    <a:cubicBezTo>
                      <a:pt x="45645" y="24458"/>
                      <a:pt x="45675" y="24381"/>
                      <a:pt x="45681" y="24381"/>
                    </a:cubicBezTo>
                    <a:cubicBezTo>
                      <a:pt x="45688" y="24381"/>
                      <a:pt x="45660" y="24497"/>
                      <a:pt x="45660" y="24497"/>
                    </a:cubicBezTo>
                    <a:cubicBezTo>
                      <a:pt x="45661" y="24497"/>
                      <a:pt x="45664" y="24484"/>
                      <a:pt x="45673" y="24450"/>
                    </a:cubicBezTo>
                    <a:cubicBezTo>
                      <a:pt x="45707" y="24374"/>
                      <a:pt x="45741" y="24289"/>
                      <a:pt x="45766" y="24205"/>
                    </a:cubicBezTo>
                    <a:cubicBezTo>
                      <a:pt x="45800" y="24095"/>
                      <a:pt x="45834" y="23959"/>
                      <a:pt x="45868" y="23807"/>
                    </a:cubicBezTo>
                    <a:cubicBezTo>
                      <a:pt x="45902" y="23663"/>
                      <a:pt x="45935" y="23502"/>
                      <a:pt x="45961" y="23359"/>
                    </a:cubicBezTo>
                    <a:cubicBezTo>
                      <a:pt x="45986" y="23206"/>
                      <a:pt x="46012" y="23071"/>
                      <a:pt x="46029" y="22953"/>
                    </a:cubicBezTo>
                    <a:lnTo>
                      <a:pt x="46029" y="22953"/>
                    </a:lnTo>
                    <a:cubicBezTo>
                      <a:pt x="46029" y="22976"/>
                      <a:pt x="46027" y="22999"/>
                      <a:pt x="46025" y="23022"/>
                    </a:cubicBezTo>
                    <a:lnTo>
                      <a:pt x="46025" y="23022"/>
                    </a:lnTo>
                    <a:cubicBezTo>
                      <a:pt x="46059" y="22833"/>
                      <a:pt x="46092" y="22585"/>
                      <a:pt x="46113" y="22360"/>
                    </a:cubicBezTo>
                    <a:cubicBezTo>
                      <a:pt x="46130" y="22183"/>
                      <a:pt x="46138" y="22005"/>
                      <a:pt x="46130" y="21836"/>
                    </a:cubicBezTo>
                    <a:lnTo>
                      <a:pt x="46130" y="21836"/>
                    </a:lnTo>
                    <a:cubicBezTo>
                      <a:pt x="46130" y="21997"/>
                      <a:pt x="46113" y="22166"/>
                      <a:pt x="46105" y="22335"/>
                    </a:cubicBezTo>
                    <a:cubicBezTo>
                      <a:pt x="46088" y="22496"/>
                      <a:pt x="46071" y="22665"/>
                      <a:pt x="46054" y="22834"/>
                    </a:cubicBezTo>
                    <a:cubicBezTo>
                      <a:pt x="46046" y="22872"/>
                      <a:pt x="46042" y="22886"/>
                      <a:pt x="46040" y="22886"/>
                    </a:cubicBezTo>
                    <a:cubicBezTo>
                      <a:pt x="46032" y="22886"/>
                      <a:pt x="46045" y="22732"/>
                      <a:pt x="46037" y="22732"/>
                    </a:cubicBezTo>
                    <a:cubicBezTo>
                      <a:pt x="46033" y="22732"/>
                      <a:pt x="46026" y="22758"/>
                      <a:pt x="46012" y="22834"/>
                    </a:cubicBezTo>
                    <a:cubicBezTo>
                      <a:pt x="45978" y="23096"/>
                      <a:pt x="45927" y="23359"/>
                      <a:pt x="45868" y="23612"/>
                    </a:cubicBezTo>
                    <a:lnTo>
                      <a:pt x="45868" y="23553"/>
                    </a:lnTo>
                    <a:cubicBezTo>
                      <a:pt x="45800" y="23858"/>
                      <a:pt x="45699" y="24230"/>
                      <a:pt x="45572" y="24611"/>
                    </a:cubicBezTo>
                    <a:cubicBezTo>
                      <a:pt x="45445" y="24991"/>
                      <a:pt x="45309" y="25389"/>
                      <a:pt x="45174" y="25710"/>
                    </a:cubicBezTo>
                    <a:cubicBezTo>
                      <a:pt x="45166" y="25871"/>
                      <a:pt x="45039" y="26226"/>
                      <a:pt x="44954" y="26531"/>
                    </a:cubicBezTo>
                    <a:cubicBezTo>
                      <a:pt x="44464" y="27495"/>
                      <a:pt x="43854" y="28409"/>
                      <a:pt x="43144" y="29238"/>
                    </a:cubicBezTo>
                    <a:cubicBezTo>
                      <a:pt x="43296" y="29018"/>
                      <a:pt x="43736" y="28460"/>
                      <a:pt x="44159" y="27808"/>
                    </a:cubicBezTo>
                    <a:lnTo>
                      <a:pt x="44159" y="27808"/>
                    </a:lnTo>
                    <a:cubicBezTo>
                      <a:pt x="44108" y="27901"/>
                      <a:pt x="44049" y="28003"/>
                      <a:pt x="43990" y="28096"/>
                    </a:cubicBezTo>
                    <a:cubicBezTo>
                      <a:pt x="44201" y="27791"/>
                      <a:pt x="44396" y="27470"/>
                      <a:pt x="44565" y="27132"/>
                    </a:cubicBezTo>
                    <a:lnTo>
                      <a:pt x="44565" y="27132"/>
                    </a:lnTo>
                    <a:cubicBezTo>
                      <a:pt x="44563" y="27137"/>
                      <a:pt x="44563" y="27140"/>
                      <a:pt x="44564" y="27140"/>
                    </a:cubicBezTo>
                    <a:cubicBezTo>
                      <a:pt x="44569" y="27140"/>
                      <a:pt x="44593" y="27105"/>
                      <a:pt x="44633" y="27038"/>
                    </a:cubicBezTo>
                    <a:cubicBezTo>
                      <a:pt x="44734" y="26869"/>
                      <a:pt x="44819" y="26683"/>
                      <a:pt x="44895" y="26506"/>
                    </a:cubicBezTo>
                    <a:cubicBezTo>
                      <a:pt x="44916" y="26455"/>
                      <a:pt x="44925" y="26427"/>
                      <a:pt x="44918" y="26427"/>
                    </a:cubicBezTo>
                    <a:cubicBezTo>
                      <a:pt x="44912" y="26427"/>
                      <a:pt x="44891" y="26455"/>
                      <a:pt x="44853" y="26514"/>
                    </a:cubicBezTo>
                    <a:lnTo>
                      <a:pt x="44777" y="26683"/>
                    </a:lnTo>
                    <a:cubicBezTo>
                      <a:pt x="44709" y="26793"/>
                      <a:pt x="44633" y="26903"/>
                      <a:pt x="44565" y="27005"/>
                    </a:cubicBezTo>
                    <a:cubicBezTo>
                      <a:pt x="44557" y="27089"/>
                      <a:pt x="44396" y="27368"/>
                      <a:pt x="44193" y="27690"/>
                    </a:cubicBezTo>
                    <a:cubicBezTo>
                      <a:pt x="44091" y="27842"/>
                      <a:pt x="43973" y="28011"/>
                      <a:pt x="43871" y="28180"/>
                    </a:cubicBezTo>
                    <a:cubicBezTo>
                      <a:pt x="43761" y="28341"/>
                      <a:pt x="43651" y="28493"/>
                      <a:pt x="43558" y="28620"/>
                    </a:cubicBezTo>
                    <a:lnTo>
                      <a:pt x="43728" y="28358"/>
                    </a:lnTo>
                    <a:lnTo>
                      <a:pt x="43897" y="28087"/>
                    </a:lnTo>
                    <a:lnTo>
                      <a:pt x="44074" y="27808"/>
                    </a:lnTo>
                    <a:cubicBezTo>
                      <a:pt x="44134" y="27698"/>
                      <a:pt x="44210" y="27605"/>
                      <a:pt x="44286" y="27487"/>
                    </a:cubicBezTo>
                    <a:lnTo>
                      <a:pt x="44286" y="27487"/>
                    </a:lnTo>
                    <a:lnTo>
                      <a:pt x="44235" y="27529"/>
                    </a:lnTo>
                    <a:cubicBezTo>
                      <a:pt x="44354" y="27318"/>
                      <a:pt x="44472" y="27140"/>
                      <a:pt x="44565" y="26979"/>
                    </a:cubicBezTo>
                    <a:cubicBezTo>
                      <a:pt x="44616" y="26895"/>
                      <a:pt x="44658" y="26819"/>
                      <a:pt x="44692" y="26751"/>
                    </a:cubicBezTo>
                    <a:cubicBezTo>
                      <a:pt x="44726" y="26675"/>
                      <a:pt x="44760" y="26607"/>
                      <a:pt x="44785" y="26548"/>
                    </a:cubicBezTo>
                    <a:lnTo>
                      <a:pt x="44785" y="26548"/>
                    </a:lnTo>
                    <a:cubicBezTo>
                      <a:pt x="44700" y="26717"/>
                      <a:pt x="44616" y="26878"/>
                      <a:pt x="44523" y="27038"/>
                    </a:cubicBezTo>
                    <a:lnTo>
                      <a:pt x="44523" y="27022"/>
                    </a:lnTo>
                    <a:cubicBezTo>
                      <a:pt x="44430" y="27191"/>
                      <a:pt x="44311" y="27385"/>
                      <a:pt x="44201" y="27571"/>
                    </a:cubicBezTo>
                    <a:cubicBezTo>
                      <a:pt x="44100" y="27749"/>
                      <a:pt x="43981" y="27918"/>
                      <a:pt x="43854" y="28087"/>
                    </a:cubicBezTo>
                    <a:cubicBezTo>
                      <a:pt x="43778" y="28223"/>
                      <a:pt x="43694" y="28358"/>
                      <a:pt x="43567" y="28536"/>
                    </a:cubicBezTo>
                    <a:cubicBezTo>
                      <a:pt x="43508" y="28629"/>
                      <a:pt x="43431" y="28730"/>
                      <a:pt x="43338" y="28857"/>
                    </a:cubicBezTo>
                    <a:cubicBezTo>
                      <a:pt x="43245" y="28976"/>
                      <a:pt x="43135" y="29119"/>
                      <a:pt x="42992" y="29280"/>
                    </a:cubicBezTo>
                    <a:lnTo>
                      <a:pt x="43009" y="29255"/>
                    </a:lnTo>
                    <a:lnTo>
                      <a:pt x="43009" y="29255"/>
                    </a:lnTo>
                    <a:cubicBezTo>
                      <a:pt x="42907" y="29390"/>
                      <a:pt x="42805" y="29517"/>
                      <a:pt x="42687" y="29644"/>
                    </a:cubicBezTo>
                    <a:cubicBezTo>
                      <a:pt x="42569" y="29779"/>
                      <a:pt x="42425" y="29923"/>
                      <a:pt x="42289" y="30050"/>
                    </a:cubicBezTo>
                    <a:cubicBezTo>
                      <a:pt x="42010" y="30321"/>
                      <a:pt x="41731" y="30566"/>
                      <a:pt x="41579" y="30718"/>
                    </a:cubicBezTo>
                    <a:cubicBezTo>
                      <a:pt x="41560" y="30741"/>
                      <a:pt x="41554" y="30751"/>
                      <a:pt x="41559" y="30751"/>
                    </a:cubicBezTo>
                    <a:cubicBezTo>
                      <a:pt x="41575" y="30751"/>
                      <a:pt x="41722" y="30623"/>
                      <a:pt x="41900" y="30465"/>
                    </a:cubicBezTo>
                    <a:cubicBezTo>
                      <a:pt x="42010" y="30355"/>
                      <a:pt x="42129" y="30245"/>
                      <a:pt x="42239" y="30135"/>
                    </a:cubicBezTo>
                    <a:cubicBezTo>
                      <a:pt x="42340" y="30025"/>
                      <a:pt x="42433" y="29940"/>
                      <a:pt x="42484" y="29889"/>
                    </a:cubicBezTo>
                    <a:lnTo>
                      <a:pt x="42484" y="29889"/>
                    </a:lnTo>
                    <a:cubicBezTo>
                      <a:pt x="42305" y="30093"/>
                      <a:pt x="42093" y="30288"/>
                      <a:pt x="42105" y="30288"/>
                    </a:cubicBezTo>
                    <a:cubicBezTo>
                      <a:pt x="42108" y="30288"/>
                      <a:pt x="42136" y="30267"/>
                      <a:pt x="42196" y="30219"/>
                    </a:cubicBezTo>
                    <a:lnTo>
                      <a:pt x="42196" y="30219"/>
                    </a:lnTo>
                    <a:cubicBezTo>
                      <a:pt x="42044" y="30371"/>
                      <a:pt x="41951" y="30473"/>
                      <a:pt x="41875" y="30532"/>
                    </a:cubicBezTo>
                    <a:cubicBezTo>
                      <a:pt x="41799" y="30600"/>
                      <a:pt x="41757" y="30634"/>
                      <a:pt x="41714" y="30668"/>
                    </a:cubicBezTo>
                    <a:cubicBezTo>
                      <a:pt x="41570" y="30778"/>
                      <a:pt x="41435" y="30904"/>
                      <a:pt x="41300" y="31031"/>
                    </a:cubicBezTo>
                    <a:cubicBezTo>
                      <a:pt x="41410" y="30947"/>
                      <a:pt x="41511" y="30862"/>
                      <a:pt x="41613" y="30778"/>
                    </a:cubicBezTo>
                    <a:lnTo>
                      <a:pt x="41613" y="30778"/>
                    </a:lnTo>
                    <a:cubicBezTo>
                      <a:pt x="41503" y="30896"/>
                      <a:pt x="41350" y="31031"/>
                      <a:pt x="41190" y="31167"/>
                    </a:cubicBezTo>
                    <a:cubicBezTo>
                      <a:pt x="41029" y="31302"/>
                      <a:pt x="40868" y="31429"/>
                      <a:pt x="40741" y="31539"/>
                    </a:cubicBezTo>
                    <a:cubicBezTo>
                      <a:pt x="40741" y="31542"/>
                      <a:pt x="40742" y="31544"/>
                      <a:pt x="40745" y="31544"/>
                    </a:cubicBezTo>
                    <a:cubicBezTo>
                      <a:pt x="40786" y="31544"/>
                      <a:pt x="41193" y="31193"/>
                      <a:pt x="41621" y="30820"/>
                    </a:cubicBezTo>
                    <a:lnTo>
                      <a:pt x="41621" y="30820"/>
                    </a:lnTo>
                    <a:cubicBezTo>
                      <a:pt x="41562" y="30887"/>
                      <a:pt x="41503" y="30955"/>
                      <a:pt x="41435" y="31023"/>
                    </a:cubicBezTo>
                    <a:cubicBezTo>
                      <a:pt x="41731" y="30744"/>
                      <a:pt x="42019" y="30465"/>
                      <a:pt x="42298" y="30177"/>
                    </a:cubicBezTo>
                    <a:cubicBezTo>
                      <a:pt x="42349" y="30109"/>
                      <a:pt x="42391" y="30042"/>
                      <a:pt x="42433" y="29974"/>
                    </a:cubicBezTo>
                    <a:cubicBezTo>
                      <a:pt x="42467" y="29932"/>
                      <a:pt x="42535" y="29847"/>
                      <a:pt x="42772" y="29559"/>
                    </a:cubicBezTo>
                    <a:cubicBezTo>
                      <a:pt x="42974" y="29369"/>
                      <a:pt x="43123" y="29237"/>
                      <a:pt x="43158" y="29237"/>
                    </a:cubicBezTo>
                    <a:cubicBezTo>
                      <a:pt x="43171" y="29237"/>
                      <a:pt x="43167" y="29255"/>
                      <a:pt x="43144" y="29297"/>
                    </a:cubicBezTo>
                    <a:cubicBezTo>
                      <a:pt x="42932" y="29525"/>
                      <a:pt x="42563" y="29942"/>
                      <a:pt x="42529" y="29942"/>
                    </a:cubicBezTo>
                    <a:cubicBezTo>
                      <a:pt x="42527" y="29942"/>
                      <a:pt x="42527" y="29941"/>
                      <a:pt x="42526" y="29940"/>
                    </a:cubicBezTo>
                    <a:cubicBezTo>
                      <a:pt x="42467" y="30008"/>
                      <a:pt x="42391" y="30101"/>
                      <a:pt x="42298" y="30202"/>
                    </a:cubicBezTo>
                    <a:cubicBezTo>
                      <a:pt x="42205" y="30304"/>
                      <a:pt x="42103" y="30405"/>
                      <a:pt x="42010" y="30507"/>
                    </a:cubicBezTo>
                    <a:cubicBezTo>
                      <a:pt x="41858" y="30673"/>
                      <a:pt x="41731" y="30797"/>
                      <a:pt x="41751" y="30797"/>
                    </a:cubicBezTo>
                    <a:cubicBezTo>
                      <a:pt x="41754" y="30797"/>
                      <a:pt x="41761" y="30793"/>
                      <a:pt x="41773" y="30786"/>
                    </a:cubicBezTo>
                    <a:lnTo>
                      <a:pt x="41773" y="30786"/>
                    </a:lnTo>
                    <a:lnTo>
                      <a:pt x="41672" y="30871"/>
                    </a:lnTo>
                    <a:cubicBezTo>
                      <a:pt x="41596" y="30938"/>
                      <a:pt x="41503" y="31006"/>
                      <a:pt x="41393" y="31082"/>
                    </a:cubicBezTo>
                    <a:cubicBezTo>
                      <a:pt x="41291" y="31167"/>
                      <a:pt x="41173" y="31260"/>
                      <a:pt x="41037" y="31361"/>
                    </a:cubicBezTo>
                    <a:cubicBezTo>
                      <a:pt x="40758" y="31573"/>
                      <a:pt x="40411" y="31826"/>
                      <a:pt x="39955" y="32131"/>
                    </a:cubicBezTo>
                    <a:cubicBezTo>
                      <a:pt x="39769" y="32249"/>
                      <a:pt x="39752" y="32275"/>
                      <a:pt x="39811" y="32275"/>
                    </a:cubicBezTo>
                    <a:cubicBezTo>
                      <a:pt x="39608" y="32410"/>
                      <a:pt x="39413" y="32503"/>
                      <a:pt x="39219" y="32622"/>
                    </a:cubicBezTo>
                    <a:cubicBezTo>
                      <a:pt x="39363" y="32520"/>
                      <a:pt x="39447" y="32452"/>
                      <a:pt x="39726" y="32275"/>
                    </a:cubicBezTo>
                    <a:lnTo>
                      <a:pt x="39726" y="32275"/>
                    </a:lnTo>
                    <a:cubicBezTo>
                      <a:pt x="39481" y="32427"/>
                      <a:pt x="39236" y="32571"/>
                      <a:pt x="38990" y="32723"/>
                    </a:cubicBezTo>
                    <a:cubicBezTo>
                      <a:pt x="38863" y="32799"/>
                      <a:pt x="38737" y="32867"/>
                      <a:pt x="38610" y="32935"/>
                    </a:cubicBezTo>
                    <a:lnTo>
                      <a:pt x="38229" y="33129"/>
                    </a:lnTo>
                    <a:lnTo>
                      <a:pt x="38339" y="33062"/>
                    </a:lnTo>
                    <a:lnTo>
                      <a:pt x="38043" y="33222"/>
                    </a:lnTo>
                    <a:cubicBezTo>
                      <a:pt x="37941" y="33273"/>
                      <a:pt x="37840" y="33324"/>
                      <a:pt x="37738" y="33383"/>
                    </a:cubicBezTo>
                    <a:lnTo>
                      <a:pt x="38017" y="33248"/>
                    </a:lnTo>
                    <a:lnTo>
                      <a:pt x="38288" y="33104"/>
                    </a:lnTo>
                    <a:cubicBezTo>
                      <a:pt x="38405" y="33048"/>
                      <a:pt x="38491" y="33011"/>
                      <a:pt x="38506" y="33011"/>
                    </a:cubicBezTo>
                    <a:cubicBezTo>
                      <a:pt x="38512" y="33011"/>
                      <a:pt x="38507" y="33016"/>
                      <a:pt x="38491" y="33028"/>
                    </a:cubicBezTo>
                    <a:cubicBezTo>
                      <a:pt x="38322" y="33121"/>
                      <a:pt x="38170" y="33205"/>
                      <a:pt x="38034" y="33281"/>
                    </a:cubicBezTo>
                    <a:lnTo>
                      <a:pt x="37620" y="33476"/>
                    </a:lnTo>
                    <a:lnTo>
                      <a:pt x="37231" y="33654"/>
                    </a:lnTo>
                    <a:lnTo>
                      <a:pt x="36808" y="33848"/>
                    </a:lnTo>
                    <a:cubicBezTo>
                      <a:pt x="36805" y="33834"/>
                      <a:pt x="36780" y="33832"/>
                      <a:pt x="36754" y="33832"/>
                    </a:cubicBezTo>
                    <a:cubicBezTo>
                      <a:pt x="36745" y="33832"/>
                      <a:pt x="36736" y="33833"/>
                      <a:pt x="36728" y="33833"/>
                    </a:cubicBezTo>
                    <a:cubicBezTo>
                      <a:pt x="36691" y="33833"/>
                      <a:pt x="36676" y="33827"/>
                      <a:pt x="36782" y="33772"/>
                    </a:cubicBezTo>
                    <a:lnTo>
                      <a:pt x="36850" y="33747"/>
                    </a:lnTo>
                    <a:cubicBezTo>
                      <a:pt x="37070" y="33637"/>
                      <a:pt x="37527" y="33375"/>
                      <a:pt x="37891" y="33205"/>
                    </a:cubicBezTo>
                    <a:lnTo>
                      <a:pt x="37891" y="33205"/>
                    </a:lnTo>
                    <a:lnTo>
                      <a:pt x="37172" y="33527"/>
                    </a:lnTo>
                    <a:cubicBezTo>
                      <a:pt x="37011" y="33603"/>
                      <a:pt x="36884" y="33654"/>
                      <a:pt x="36774" y="33696"/>
                    </a:cubicBezTo>
                    <a:cubicBezTo>
                      <a:pt x="36546" y="33789"/>
                      <a:pt x="36351" y="33891"/>
                      <a:pt x="35759" y="34085"/>
                    </a:cubicBezTo>
                    <a:cubicBezTo>
                      <a:pt x="35756" y="34085"/>
                      <a:pt x="35754" y="34086"/>
                      <a:pt x="35753" y="34086"/>
                    </a:cubicBezTo>
                    <a:cubicBezTo>
                      <a:pt x="35723" y="34086"/>
                      <a:pt x="35981" y="33996"/>
                      <a:pt x="36216" y="33891"/>
                    </a:cubicBezTo>
                    <a:cubicBezTo>
                      <a:pt x="36416" y="33808"/>
                      <a:pt x="36599" y="33725"/>
                      <a:pt x="36586" y="33725"/>
                    </a:cubicBezTo>
                    <a:cubicBezTo>
                      <a:pt x="36583" y="33725"/>
                      <a:pt x="36570" y="33729"/>
                      <a:pt x="36546" y="33738"/>
                    </a:cubicBezTo>
                    <a:lnTo>
                      <a:pt x="37087" y="33527"/>
                    </a:lnTo>
                    <a:lnTo>
                      <a:pt x="37620" y="33281"/>
                    </a:lnTo>
                    <a:lnTo>
                      <a:pt x="37620" y="33281"/>
                    </a:lnTo>
                    <a:cubicBezTo>
                      <a:pt x="37442" y="33366"/>
                      <a:pt x="37417" y="33383"/>
                      <a:pt x="37332" y="33425"/>
                    </a:cubicBezTo>
                    <a:cubicBezTo>
                      <a:pt x="37696" y="33248"/>
                      <a:pt x="37950" y="33138"/>
                      <a:pt x="38170" y="33019"/>
                    </a:cubicBezTo>
                    <a:cubicBezTo>
                      <a:pt x="38390" y="32892"/>
                      <a:pt x="38593" y="32799"/>
                      <a:pt x="38846" y="32630"/>
                    </a:cubicBezTo>
                    <a:cubicBezTo>
                      <a:pt x="38898" y="32602"/>
                      <a:pt x="38922" y="32591"/>
                      <a:pt x="38927" y="32591"/>
                    </a:cubicBezTo>
                    <a:cubicBezTo>
                      <a:pt x="38939" y="32591"/>
                      <a:pt x="38850" y="32651"/>
                      <a:pt x="38762" y="32698"/>
                    </a:cubicBezTo>
                    <a:cubicBezTo>
                      <a:pt x="38679" y="32742"/>
                      <a:pt x="38600" y="32789"/>
                      <a:pt x="38606" y="32789"/>
                    </a:cubicBezTo>
                    <a:cubicBezTo>
                      <a:pt x="38609" y="32789"/>
                      <a:pt x="38632" y="32779"/>
                      <a:pt x="38682" y="32751"/>
                    </a:cubicBezTo>
                    <a:lnTo>
                      <a:pt x="38682" y="32751"/>
                    </a:lnTo>
                    <a:cubicBezTo>
                      <a:pt x="38377" y="32918"/>
                      <a:pt x="38090" y="33106"/>
                      <a:pt x="37950" y="33205"/>
                    </a:cubicBezTo>
                    <a:cubicBezTo>
                      <a:pt x="38170" y="33104"/>
                      <a:pt x="38373" y="32994"/>
                      <a:pt x="38567" y="32859"/>
                    </a:cubicBezTo>
                    <a:cubicBezTo>
                      <a:pt x="38669" y="32799"/>
                      <a:pt x="38745" y="32749"/>
                      <a:pt x="39083" y="32537"/>
                    </a:cubicBezTo>
                    <a:lnTo>
                      <a:pt x="39599" y="32249"/>
                    </a:lnTo>
                    <a:cubicBezTo>
                      <a:pt x="39681" y="32194"/>
                      <a:pt x="39707" y="32174"/>
                      <a:pt x="39703" y="32174"/>
                    </a:cubicBezTo>
                    <a:cubicBezTo>
                      <a:pt x="39691" y="32174"/>
                      <a:pt x="39482" y="32300"/>
                      <a:pt x="39464" y="32300"/>
                    </a:cubicBezTo>
                    <a:cubicBezTo>
                      <a:pt x="39828" y="32072"/>
                      <a:pt x="39972" y="31996"/>
                      <a:pt x="40242" y="31801"/>
                    </a:cubicBezTo>
                    <a:lnTo>
                      <a:pt x="40242" y="31801"/>
                    </a:lnTo>
                    <a:cubicBezTo>
                      <a:pt x="40168" y="31846"/>
                      <a:pt x="40015" y="31942"/>
                      <a:pt x="40008" y="31942"/>
                    </a:cubicBezTo>
                    <a:cubicBezTo>
                      <a:pt x="40007" y="31942"/>
                      <a:pt x="40009" y="31941"/>
                      <a:pt x="40014" y="31936"/>
                    </a:cubicBezTo>
                    <a:cubicBezTo>
                      <a:pt x="40471" y="31649"/>
                      <a:pt x="40885" y="31310"/>
                      <a:pt x="41291" y="31014"/>
                    </a:cubicBezTo>
                    <a:lnTo>
                      <a:pt x="41291" y="31014"/>
                    </a:lnTo>
                    <a:cubicBezTo>
                      <a:pt x="41253" y="31042"/>
                      <a:pt x="41233" y="31054"/>
                      <a:pt x="41227" y="31054"/>
                    </a:cubicBezTo>
                    <a:cubicBezTo>
                      <a:pt x="41194" y="31054"/>
                      <a:pt x="41537" y="30735"/>
                      <a:pt x="41672" y="30600"/>
                    </a:cubicBezTo>
                    <a:lnTo>
                      <a:pt x="41672" y="30600"/>
                    </a:lnTo>
                    <a:cubicBezTo>
                      <a:pt x="41545" y="30718"/>
                      <a:pt x="41410" y="30820"/>
                      <a:pt x="41274" y="30930"/>
                    </a:cubicBezTo>
                    <a:lnTo>
                      <a:pt x="41071" y="31082"/>
                    </a:lnTo>
                    <a:lnTo>
                      <a:pt x="40860" y="31234"/>
                    </a:lnTo>
                    <a:cubicBezTo>
                      <a:pt x="40420" y="31598"/>
                      <a:pt x="39946" y="31936"/>
                      <a:pt x="39464" y="32241"/>
                    </a:cubicBezTo>
                    <a:lnTo>
                      <a:pt x="38737" y="32672"/>
                    </a:lnTo>
                    <a:lnTo>
                      <a:pt x="37891" y="33129"/>
                    </a:lnTo>
                    <a:cubicBezTo>
                      <a:pt x="37916" y="33112"/>
                      <a:pt x="37933" y="33095"/>
                      <a:pt x="37958" y="33078"/>
                    </a:cubicBezTo>
                    <a:lnTo>
                      <a:pt x="37958" y="33078"/>
                    </a:lnTo>
                    <a:cubicBezTo>
                      <a:pt x="36943" y="33544"/>
                      <a:pt x="36520" y="33713"/>
                      <a:pt x="36131" y="33899"/>
                    </a:cubicBezTo>
                    <a:cubicBezTo>
                      <a:pt x="35936" y="33984"/>
                      <a:pt x="35750" y="34060"/>
                      <a:pt x="35505" y="34161"/>
                    </a:cubicBezTo>
                    <a:cubicBezTo>
                      <a:pt x="35387" y="34220"/>
                      <a:pt x="35234" y="34271"/>
                      <a:pt x="35065" y="34322"/>
                    </a:cubicBezTo>
                    <a:cubicBezTo>
                      <a:pt x="34896" y="34381"/>
                      <a:pt x="34710" y="34440"/>
                      <a:pt x="34473" y="34517"/>
                    </a:cubicBezTo>
                    <a:cubicBezTo>
                      <a:pt x="34470" y="34515"/>
                      <a:pt x="34466" y="34515"/>
                      <a:pt x="34460" y="34515"/>
                    </a:cubicBezTo>
                    <a:cubicBezTo>
                      <a:pt x="34354" y="34515"/>
                      <a:pt x="33769" y="34703"/>
                      <a:pt x="33685" y="34703"/>
                    </a:cubicBezTo>
                    <a:cubicBezTo>
                      <a:pt x="33675" y="34703"/>
                      <a:pt x="33672" y="34700"/>
                      <a:pt x="33678" y="34694"/>
                    </a:cubicBezTo>
                    <a:cubicBezTo>
                      <a:pt x="34043" y="34602"/>
                      <a:pt x="34124" y="34576"/>
                      <a:pt x="34090" y="34576"/>
                    </a:cubicBezTo>
                    <a:cubicBezTo>
                      <a:pt x="34071" y="34576"/>
                      <a:pt x="34017" y="34584"/>
                      <a:pt x="33957" y="34593"/>
                    </a:cubicBezTo>
                    <a:cubicBezTo>
                      <a:pt x="33796" y="34643"/>
                      <a:pt x="33669" y="34694"/>
                      <a:pt x="33500" y="34736"/>
                    </a:cubicBezTo>
                    <a:cubicBezTo>
                      <a:pt x="33322" y="34787"/>
                      <a:pt x="33111" y="34838"/>
                      <a:pt x="32798" y="34906"/>
                    </a:cubicBezTo>
                    <a:cubicBezTo>
                      <a:pt x="32877" y="34879"/>
                      <a:pt x="32862" y="34875"/>
                      <a:pt x="32834" y="34875"/>
                    </a:cubicBezTo>
                    <a:cubicBezTo>
                      <a:pt x="32821" y="34875"/>
                      <a:pt x="32806" y="34876"/>
                      <a:pt x="32796" y="34876"/>
                    </a:cubicBezTo>
                    <a:cubicBezTo>
                      <a:pt x="32762" y="34876"/>
                      <a:pt x="32777" y="34868"/>
                      <a:pt x="33086" y="34796"/>
                    </a:cubicBezTo>
                    <a:lnTo>
                      <a:pt x="33086" y="34796"/>
                    </a:lnTo>
                    <a:cubicBezTo>
                      <a:pt x="32866" y="34838"/>
                      <a:pt x="32680" y="34889"/>
                      <a:pt x="32510" y="34923"/>
                    </a:cubicBezTo>
                    <a:lnTo>
                      <a:pt x="32037" y="35016"/>
                    </a:lnTo>
                    <a:cubicBezTo>
                      <a:pt x="31901" y="35041"/>
                      <a:pt x="31774" y="35075"/>
                      <a:pt x="31656" y="35100"/>
                    </a:cubicBezTo>
                    <a:cubicBezTo>
                      <a:pt x="31538" y="35126"/>
                      <a:pt x="31419" y="35151"/>
                      <a:pt x="31309" y="35176"/>
                    </a:cubicBezTo>
                    <a:cubicBezTo>
                      <a:pt x="30607" y="35303"/>
                      <a:pt x="30497" y="35303"/>
                      <a:pt x="30387" y="35303"/>
                    </a:cubicBezTo>
                    <a:cubicBezTo>
                      <a:pt x="30336" y="35303"/>
                      <a:pt x="30286" y="35303"/>
                      <a:pt x="30159" y="35320"/>
                    </a:cubicBezTo>
                    <a:lnTo>
                      <a:pt x="29465" y="35405"/>
                    </a:lnTo>
                    <a:lnTo>
                      <a:pt x="29676" y="35362"/>
                    </a:lnTo>
                    <a:lnTo>
                      <a:pt x="28797" y="35464"/>
                    </a:lnTo>
                    <a:lnTo>
                      <a:pt x="29084" y="35447"/>
                    </a:lnTo>
                    <a:lnTo>
                      <a:pt x="29084" y="35447"/>
                    </a:lnTo>
                    <a:cubicBezTo>
                      <a:pt x="28907" y="35472"/>
                      <a:pt x="28738" y="35489"/>
                      <a:pt x="28560" y="35506"/>
                    </a:cubicBezTo>
                    <a:lnTo>
                      <a:pt x="28027" y="35566"/>
                    </a:lnTo>
                    <a:cubicBezTo>
                      <a:pt x="27705" y="35591"/>
                      <a:pt x="27773" y="35591"/>
                      <a:pt x="27908" y="35591"/>
                    </a:cubicBezTo>
                    <a:cubicBezTo>
                      <a:pt x="27959" y="35587"/>
                      <a:pt x="28010" y="35585"/>
                      <a:pt x="28061" y="35585"/>
                    </a:cubicBezTo>
                    <a:cubicBezTo>
                      <a:pt x="28112" y="35585"/>
                      <a:pt x="28162" y="35587"/>
                      <a:pt x="28213" y="35591"/>
                    </a:cubicBezTo>
                    <a:lnTo>
                      <a:pt x="28425" y="35540"/>
                    </a:lnTo>
                    <a:cubicBezTo>
                      <a:pt x="28823" y="35525"/>
                      <a:pt x="29359" y="35437"/>
                      <a:pt x="29505" y="35437"/>
                    </a:cubicBezTo>
                    <a:cubicBezTo>
                      <a:pt x="29517" y="35437"/>
                      <a:pt x="29526" y="35437"/>
                      <a:pt x="29533" y="35439"/>
                    </a:cubicBezTo>
                    <a:cubicBezTo>
                      <a:pt x="28847" y="35515"/>
                      <a:pt x="29017" y="35523"/>
                      <a:pt x="28738" y="35557"/>
                    </a:cubicBezTo>
                    <a:cubicBezTo>
                      <a:pt x="28957" y="35532"/>
                      <a:pt x="29177" y="35506"/>
                      <a:pt x="29397" y="35481"/>
                    </a:cubicBezTo>
                    <a:lnTo>
                      <a:pt x="29609" y="35481"/>
                    </a:lnTo>
                    <a:cubicBezTo>
                      <a:pt x="30125" y="35430"/>
                      <a:pt x="30641" y="35354"/>
                      <a:pt x="31148" y="35253"/>
                    </a:cubicBezTo>
                    <a:lnTo>
                      <a:pt x="31148" y="35253"/>
                    </a:lnTo>
                    <a:cubicBezTo>
                      <a:pt x="30878" y="35278"/>
                      <a:pt x="30717" y="35346"/>
                      <a:pt x="30472" y="35354"/>
                    </a:cubicBezTo>
                    <a:cubicBezTo>
                      <a:pt x="30632" y="35320"/>
                      <a:pt x="30912" y="35269"/>
                      <a:pt x="31250" y="35202"/>
                    </a:cubicBezTo>
                    <a:cubicBezTo>
                      <a:pt x="31419" y="35168"/>
                      <a:pt x="31597" y="35134"/>
                      <a:pt x="31791" y="35100"/>
                    </a:cubicBezTo>
                    <a:lnTo>
                      <a:pt x="32367" y="34973"/>
                    </a:lnTo>
                    <a:cubicBezTo>
                      <a:pt x="32369" y="34974"/>
                      <a:pt x="32373" y="34974"/>
                      <a:pt x="32379" y="34974"/>
                    </a:cubicBezTo>
                    <a:cubicBezTo>
                      <a:pt x="32420" y="34974"/>
                      <a:pt x="32536" y="34957"/>
                      <a:pt x="32557" y="34957"/>
                    </a:cubicBezTo>
                    <a:cubicBezTo>
                      <a:pt x="32564" y="34957"/>
                      <a:pt x="32560" y="34959"/>
                      <a:pt x="32536" y="34965"/>
                    </a:cubicBezTo>
                    <a:cubicBezTo>
                      <a:pt x="32519" y="34973"/>
                      <a:pt x="32384" y="34999"/>
                      <a:pt x="32307" y="35007"/>
                    </a:cubicBezTo>
                    <a:cubicBezTo>
                      <a:pt x="32342" y="35012"/>
                      <a:pt x="32208" y="35046"/>
                      <a:pt x="32240" y="35046"/>
                    </a:cubicBezTo>
                    <a:cubicBezTo>
                      <a:pt x="32262" y="35046"/>
                      <a:pt x="32367" y="35029"/>
                      <a:pt x="32671" y="34973"/>
                    </a:cubicBezTo>
                    <a:lnTo>
                      <a:pt x="32671" y="34973"/>
                    </a:lnTo>
                    <a:cubicBezTo>
                      <a:pt x="32409" y="35049"/>
                      <a:pt x="31867" y="35202"/>
                      <a:pt x="31893" y="35202"/>
                    </a:cubicBezTo>
                    <a:cubicBezTo>
                      <a:pt x="31681" y="35253"/>
                      <a:pt x="31419" y="35295"/>
                      <a:pt x="31174" y="35337"/>
                    </a:cubicBezTo>
                    <a:cubicBezTo>
                      <a:pt x="30928" y="35371"/>
                      <a:pt x="30692" y="35413"/>
                      <a:pt x="30514" y="35430"/>
                    </a:cubicBezTo>
                    <a:lnTo>
                      <a:pt x="30539" y="35422"/>
                    </a:lnTo>
                    <a:lnTo>
                      <a:pt x="30539" y="35422"/>
                    </a:lnTo>
                    <a:cubicBezTo>
                      <a:pt x="30353" y="35447"/>
                      <a:pt x="30057" y="35489"/>
                      <a:pt x="29803" y="35523"/>
                    </a:cubicBezTo>
                    <a:cubicBezTo>
                      <a:pt x="29643" y="35549"/>
                      <a:pt x="29473" y="35566"/>
                      <a:pt x="29304" y="35566"/>
                    </a:cubicBezTo>
                    <a:cubicBezTo>
                      <a:pt x="29134" y="35591"/>
                      <a:pt x="28740" y="35635"/>
                      <a:pt x="28817" y="35635"/>
                    </a:cubicBezTo>
                    <a:cubicBezTo>
                      <a:pt x="28843" y="35635"/>
                      <a:pt x="28926" y="35629"/>
                      <a:pt x="29093" y="35616"/>
                    </a:cubicBezTo>
                    <a:lnTo>
                      <a:pt x="29093" y="35616"/>
                    </a:lnTo>
                    <a:cubicBezTo>
                      <a:pt x="28915" y="35642"/>
                      <a:pt x="28738" y="35659"/>
                      <a:pt x="28560" y="35675"/>
                    </a:cubicBezTo>
                    <a:lnTo>
                      <a:pt x="28018" y="35726"/>
                    </a:lnTo>
                    <a:cubicBezTo>
                      <a:pt x="28196" y="35667"/>
                      <a:pt x="27189" y="35726"/>
                      <a:pt x="28247" y="35608"/>
                    </a:cubicBezTo>
                    <a:lnTo>
                      <a:pt x="28247" y="35608"/>
                    </a:lnTo>
                    <a:lnTo>
                      <a:pt x="27942" y="35642"/>
                    </a:lnTo>
                    <a:cubicBezTo>
                      <a:pt x="27841" y="35651"/>
                      <a:pt x="27723" y="35657"/>
                      <a:pt x="27585" y="35666"/>
                    </a:cubicBezTo>
                    <a:lnTo>
                      <a:pt x="27585" y="35666"/>
                    </a:lnTo>
                    <a:cubicBezTo>
                      <a:pt x="27689" y="35646"/>
                      <a:pt x="27659" y="35639"/>
                      <a:pt x="27549" y="35639"/>
                    </a:cubicBezTo>
                    <a:cubicBezTo>
                      <a:pt x="27396" y="35639"/>
                      <a:pt x="27086" y="35653"/>
                      <a:pt x="26766" y="35667"/>
                    </a:cubicBezTo>
                    <a:lnTo>
                      <a:pt x="26623" y="35701"/>
                    </a:lnTo>
                    <a:lnTo>
                      <a:pt x="25946" y="35701"/>
                    </a:lnTo>
                    <a:cubicBezTo>
                      <a:pt x="25855" y="35697"/>
                      <a:pt x="25759" y="35695"/>
                      <a:pt x="25655" y="35695"/>
                    </a:cubicBezTo>
                    <a:cubicBezTo>
                      <a:pt x="25507" y="35695"/>
                      <a:pt x="25340" y="35699"/>
                      <a:pt x="25142" y="35709"/>
                    </a:cubicBezTo>
                    <a:cubicBezTo>
                      <a:pt x="24618" y="35743"/>
                      <a:pt x="24093" y="35769"/>
                      <a:pt x="23560" y="35794"/>
                    </a:cubicBezTo>
                    <a:lnTo>
                      <a:pt x="23095" y="35794"/>
                    </a:lnTo>
                    <a:cubicBezTo>
                      <a:pt x="22892" y="35769"/>
                      <a:pt x="22198" y="35752"/>
                      <a:pt x="22469" y="35735"/>
                    </a:cubicBezTo>
                    <a:cubicBezTo>
                      <a:pt x="22435" y="35726"/>
                      <a:pt x="22478" y="35722"/>
                      <a:pt x="22565" y="35722"/>
                    </a:cubicBezTo>
                    <a:cubicBezTo>
                      <a:pt x="22653" y="35722"/>
                      <a:pt x="22786" y="35726"/>
                      <a:pt x="22934" y="35735"/>
                    </a:cubicBezTo>
                    <a:cubicBezTo>
                      <a:pt x="22985" y="35743"/>
                      <a:pt x="22909" y="35743"/>
                      <a:pt x="22960" y="35743"/>
                    </a:cubicBezTo>
                    <a:cubicBezTo>
                      <a:pt x="23044" y="35735"/>
                      <a:pt x="23078" y="35718"/>
                      <a:pt x="22714" y="35684"/>
                    </a:cubicBezTo>
                    <a:lnTo>
                      <a:pt x="22714" y="35684"/>
                    </a:lnTo>
                    <a:cubicBezTo>
                      <a:pt x="22987" y="35696"/>
                      <a:pt x="23087" y="35704"/>
                      <a:pt x="23224" y="35704"/>
                    </a:cubicBezTo>
                    <a:cubicBezTo>
                      <a:pt x="23274" y="35704"/>
                      <a:pt x="23329" y="35703"/>
                      <a:pt x="23400" y="35701"/>
                    </a:cubicBezTo>
                    <a:cubicBezTo>
                      <a:pt x="23273" y="35701"/>
                      <a:pt x="23146" y="35692"/>
                      <a:pt x="23019" y="35684"/>
                    </a:cubicBezTo>
                    <a:lnTo>
                      <a:pt x="23019" y="35684"/>
                    </a:lnTo>
                    <a:cubicBezTo>
                      <a:pt x="23112" y="35690"/>
                      <a:pt x="23214" y="35691"/>
                      <a:pt x="23320" y="35691"/>
                    </a:cubicBezTo>
                    <a:cubicBezTo>
                      <a:pt x="23531" y="35691"/>
                      <a:pt x="23755" y="35684"/>
                      <a:pt x="23941" y="35684"/>
                    </a:cubicBezTo>
                    <a:cubicBezTo>
                      <a:pt x="23971" y="35685"/>
                      <a:pt x="24001" y="35686"/>
                      <a:pt x="24030" y="35686"/>
                    </a:cubicBezTo>
                    <a:cubicBezTo>
                      <a:pt x="24151" y="35686"/>
                      <a:pt x="24267" y="35674"/>
                      <a:pt x="24384" y="35657"/>
                    </a:cubicBezTo>
                    <a:lnTo>
                      <a:pt x="24384" y="35657"/>
                    </a:lnTo>
                    <a:cubicBezTo>
                      <a:pt x="24339" y="35663"/>
                      <a:pt x="24285" y="35665"/>
                      <a:pt x="24226" y="35665"/>
                    </a:cubicBezTo>
                    <a:cubicBezTo>
                      <a:pt x="24043" y="35665"/>
                      <a:pt x="23804" y="35645"/>
                      <a:pt x="23594" y="35633"/>
                    </a:cubicBezTo>
                    <a:cubicBezTo>
                      <a:pt x="23831" y="35633"/>
                      <a:pt x="24322" y="35625"/>
                      <a:pt x="23949" y="35616"/>
                    </a:cubicBezTo>
                    <a:lnTo>
                      <a:pt x="23949" y="35616"/>
                    </a:lnTo>
                    <a:cubicBezTo>
                      <a:pt x="23814" y="35625"/>
                      <a:pt x="22782" y="35625"/>
                      <a:pt x="23510" y="35650"/>
                    </a:cubicBezTo>
                    <a:cubicBezTo>
                      <a:pt x="23433" y="35652"/>
                      <a:pt x="23350" y="35653"/>
                      <a:pt x="23263" y="35653"/>
                    </a:cubicBezTo>
                    <a:cubicBezTo>
                      <a:pt x="23002" y="35653"/>
                      <a:pt x="22702" y="35644"/>
                      <a:pt x="22435" y="35625"/>
                    </a:cubicBezTo>
                    <a:cubicBezTo>
                      <a:pt x="22850" y="35625"/>
                      <a:pt x="22579" y="35608"/>
                      <a:pt x="22697" y="35591"/>
                    </a:cubicBezTo>
                    <a:cubicBezTo>
                      <a:pt x="22664" y="35589"/>
                      <a:pt x="22630" y="35588"/>
                      <a:pt x="22597" y="35588"/>
                    </a:cubicBezTo>
                    <a:cubicBezTo>
                      <a:pt x="22490" y="35588"/>
                      <a:pt x="22386" y="35599"/>
                      <a:pt x="22283" y="35625"/>
                    </a:cubicBezTo>
                    <a:cubicBezTo>
                      <a:pt x="21759" y="35582"/>
                      <a:pt x="21395" y="35532"/>
                      <a:pt x="21014" y="35489"/>
                    </a:cubicBezTo>
                    <a:cubicBezTo>
                      <a:pt x="20625" y="35456"/>
                      <a:pt x="20227" y="35405"/>
                      <a:pt x="19644" y="35354"/>
                    </a:cubicBezTo>
                    <a:cubicBezTo>
                      <a:pt x="19635" y="35354"/>
                      <a:pt x="19629" y="35353"/>
                      <a:pt x="19627" y="35353"/>
                    </a:cubicBezTo>
                    <a:cubicBezTo>
                      <a:pt x="19589" y="35353"/>
                      <a:pt x="20348" y="35414"/>
                      <a:pt x="20244" y="35422"/>
                    </a:cubicBezTo>
                    <a:cubicBezTo>
                      <a:pt x="20024" y="35413"/>
                      <a:pt x="19847" y="35396"/>
                      <a:pt x="19694" y="35379"/>
                    </a:cubicBezTo>
                    <a:cubicBezTo>
                      <a:pt x="19534" y="35362"/>
                      <a:pt x="19398" y="35337"/>
                      <a:pt x="19271" y="35312"/>
                    </a:cubicBezTo>
                    <a:cubicBezTo>
                      <a:pt x="19009" y="35269"/>
                      <a:pt x="18764" y="35227"/>
                      <a:pt x="18392" y="35176"/>
                    </a:cubicBezTo>
                    <a:lnTo>
                      <a:pt x="18392" y="35176"/>
                    </a:lnTo>
                    <a:lnTo>
                      <a:pt x="18595" y="35244"/>
                    </a:lnTo>
                    <a:cubicBezTo>
                      <a:pt x="18366" y="35210"/>
                      <a:pt x="17808" y="35134"/>
                      <a:pt x="17537" y="35083"/>
                    </a:cubicBezTo>
                    <a:cubicBezTo>
                      <a:pt x="17485" y="35064"/>
                      <a:pt x="17000" y="34962"/>
                      <a:pt x="17065" y="34962"/>
                    </a:cubicBezTo>
                    <a:cubicBezTo>
                      <a:pt x="17084" y="34962"/>
                      <a:pt x="17146" y="34970"/>
                      <a:pt x="17275" y="34990"/>
                    </a:cubicBezTo>
                    <a:cubicBezTo>
                      <a:pt x="16962" y="34931"/>
                      <a:pt x="16734" y="34880"/>
                      <a:pt x="16548" y="34855"/>
                    </a:cubicBezTo>
                    <a:cubicBezTo>
                      <a:pt x="16361" y="34821"/>
                      <a:pt x="16218" y="34804"/>
                      <a:pt x="16065" y="34779"/>
                    </a:cubicBezTo>
                    <a:cubicBezTo>
                      <a:pt x="15625" y="34711"/>
                      <a:pt x="15194" y="34618"/>
                      <a:pt x="14763" y="34500"/>
                    </a:cubicBezTo>
                    <a:lnTo>
                      <a:pt x="14763" y="34500"/>
                    </a:lnTo>
                    <a:cubicBezTo>
                      <a:pt x="15414" y="34686"/>
                      <a:pt x="15490" y="34694"/>
                      <a:pt x="16015" y="34821"/>
                    </a:cubicBezTo>
                    <a:cubicBezTo>
                      <a:pt x="15822" y="34780"/>
                      <a:pt x="15751" y="34767"/>
                      <a:pt x="15738" y="34767"/>
                    </a:cubicBezTo>
                    <a:cubicBezTo>
                      <a:pt x="15714" y="34767"/>
                      <a:pt x="15894" y="34814"/>
                      <a:pt x="15855" y="34821"/>
                    </a:cubicBezTo>
                    <a:lnTo>
                      <a:pt x="15855" y="34821"/>
                    </a:lnTo>
                    <a:cubicBezTo>
                      <a:pt x="15850" y="34820"/>
                      <a:pt x="15845" y="34818"/>
                      <a:pt x="15840" y="34817"/>
                    </a:cubicBezTo>
                    <a:lnTo>
                      <a:pt x="15840" y="34817"/>
                    </a:lnTo>
                    <a:cubicBezTo>
                      <a:pt x="15845" y="34819"/>
                      <a:pt x="15849" y="34820"/>
                      <a:pt x="15854" y="34821"/>
                    </a:cubicBezTo>
                    <a:cubicBezTo>
                      <a:pt x="15854" y="34821"/>
                      <a:pt x="15855" y="34821"/>
                      <a:pt x="15855" y="34821"/>
                    </a:cubicBezTo>
                    <a:lnTo>
                      <a:pt x="15855" y="34821"/>
                    </a:lnTo>
                    <a:cubicBezTo>
                      <a:pt x="16050" y="34868"/>
                      <a:pt x="16216" y="34907"/>
                      <a:pt x="16261" y="34907"/>
                    </a:cubicBezTo>
                    <a:cubicBezTo>
                      <a:pt x="16274" y="34907"/>
                      <a:pt x="16277" y="34904"/>
                      <a:pt x="16268" y="34897"/>
                    </a:cubicBezTo>
                    <a:lnTo>
                      <a:pt x="16268" y="34897"/>
                    </a:lnTo>
                    <a:cubicBezTo>
                      <a:pt x="17055" y="35092"/>
                      <a:pt x="17300" y="35117"/>
                      <a:pt x="18180" y="35295"/>
                    </a:cubicBezTo>
                    <a:cubicBezTo>
                      <a:pt x="18209" y="35297"/>
                      <a:pt x="18227" y="35298"/>
                      <a:pt x="18238" y="35298"/>
                    </a:cubicBezTo>
                    <a:cubicBezTo>
                      <a:pt x="18304" y="35298"/>
                      <a:pt x="18029" y="35255"/>
                      <a:pt x="17816" y="35219"/>
                    </a:cubicBezTo>
                    <a:lnTo>
                      <a:pt x="17816" y="35219"/>
                    </a:lnTo>
                    <a:cubicBezTo>
                      <a:pt x="18265" y="35295"/>
                      <a:pt x="18299" y="35253"/>
                      <a:pt x="18882" y="35362"/>
                    </a:cubicBezTo>
                    <a:cubicBezTo>
                      <a:pt x="18955" y="35373"/>
                      <a:pt x="18998" y="35378"/>
                      <a:pt x="19013" y="35378"/>
                    </a:cubicBezTo>
                    <a:cubicBezTo>
                      <a:pt x="19059" y="35378"/>
                      <a:pt x="18846" y="35333"/>
                      <a:pt x="18451" y="35269"/>
                    </a:cubicBezTo>
                    <a:lnTo>
                      <a:pt x="18451" y="35269"/>
                    </a:lnTo>
                    <a:cubicBezTo>
                      <a:pt x="18671" y="35303"/>
                      <a:pt x="18899" y="35337"/>
                      <a:pt x="19119" y="35362"/>
                    </a:cubicBezTo>
                    <a:lnTo>
                      <a:pt x="19838" y="35447"/>
                    </a:lnTo>
                    <a:cubicBezTo>
                      <a:pt x="19661" y="35422"/>
                      <a:pt x="19491" y="35388"/>
                      <a:pt x="19322" y="35362"/>
                    </a:cubicBezTo>
                    <a:lnTo>
                      <a:pt x="19322" y="35362"/>
                    </a:lnTo>
                    <a:cubicBezTo>
                      <a:pt x="19500" y="35379"/>
                      <a:pt x="19677" y="35405"/>
                      <a:pt x="19855" y="35422"/>
                    </a:cubicBezTo>
                    <a:cubicBezTo>
                      <a:pt x="19703" y="35405"/>
                      <a:pt x="19559" y="35379"/>
                      <a:pt x="19415" y="35354"/>
                    </a:cubicBezTo>
                    <a:lnTo>
                      <a:pt x="19415" y="35354"/>
                    </a:lnTo>
                    <a:cubicBezTo>
                      <a:pt x="20422" y="35472"/>
                      <a:pt x="21581" y="35566"/>
                      <a:pt x="22114" y="35625"/>
                    </a:cubicBezTo>
                    <a:cubicBezTo>
                      <a:pt x="21902" y="35625"/>
                      <a:pt x="21640" y="35616"/>
                      <a:pt x="21369" y="35599"/>
                    </a:cubicBezTo>
                    <a:lnTo>
                      <a:pt x="20549" y="35540"/>
                    </a:lnTo>
                    <a:lnTo>
                      <a:pt x="19804" y="35481"/>
                    </a:lnTo>
                    <a:cubicBezTo>
                      <a:pt x="19584" y="35464"/>
                      <a:pt x="19390" y="35439"/>
                      <a:pt x="19263" y="35439"/>
                    </a:cubicBezTo>
                    <a:cubicBezTo>
                      <a:pt x="19364" y="35456"/>
                      <a:pt x="19542" y="35472"/>
                      <a:pt x="19720" y="35489"/>
                    </a:cubicBezTo>
                    <a:cubicBezTo>
                      <a:pt x="19889" y="35498"/>
                      <a:pt x="20058" y="35523"/>
                      <a:pt x="20219" y="35549"/>
                    </a:cubicBezTo>
                    <a:lnTo>
                      <a:pt x="20490" y="35549"/>
                    </a:lnTo>
                    <a:cubicBezTo>
                      <a:pt x="20803" y="35574"/>
                      <a:pt x="21513" y="35616"/>
                      <a:pt x="21581" y="35642"/>
                    </a:cubicBezTo>
                    <a:cubicBezTo>
                      <a:pt x="20726" y="35599"/>
                      <a:pt x="20507" y="35608"/>
                      <a:pt x="20075" y="35582"/>
                    </a:cubicBezTo>
                    <a:cubicBezTo>
                      <a:pt x="19999" y="35582"/>
                      <a:pt x="19931" y="35582"/>
                      <a:pt x="19864" y="35566"/>
                    </a:cubicBezTo>
                    <a:cubicBezTo>
                      <a:pt x="19610" y="35540"/>
                      <a:pt x="19204" y="35481"/>
                      <a:pt x="18967" y="35464"/>
                    </a:cubicBezTo>
                    <a:cubicBezTo>
                      <a:pt x="18755" y="35434"/>
                      <a:pt x="18799" y="35429"/>
                      <a:pt x="18853" y="35429"/>
                    </a:cubicBezTo>
                    <a:cubicBezTo>
                      <a:pt x="18875" y="35429"/>
                      <a:pt x="18898" y="35430"/>
                      <a:pt x="18908" y="35430"/>
                    </a:cubicBezTo>
                    <a:cubicBezTo>
                      <a:pt x="18400" y="35337"/>
                      <a:pt x="17969" y="35286"/>
                      <a:pt x="17537" y="35227"/>
                    </a:cubicBezTo>
                    <a:cubicBezTo>
                      <a:pt x="17097" y="35168"/>
                      <a:pt x="16657" y="35092"/>
                      <a:pt x="16125" y="34965"/>
                    </a:cubicBezTo>
                    <a:cubicBezTo>
                      <a:pt x="16125" y="34950"/>
                      <a:pt x="15482" y="34788"/>
                      <a:pt x="15519" y="34788"/>
                    </a:cubicBezTo>
                    <a:cubicBezTo>
                      <a:pt x="15523" y="34788"/>
                      <a:pt x="15538" y="34790"/>
                      <a:pt x="15566" y="34796"/>
                    </a:cubicBezTo>
                    <a:cubicBezTo>
                      <a:pt x="15262" y="34728"/>
                      <a:pt x="15025" y="34660"/>
                      <a:pt x="14813" y="34610"/>
                    </a:cubicBezTo>
                    <a:lnTo>
                      <a:pt x="14509" y="34542"/>
                    </a:lnTo>
                    <a:cubicBezTo>
                      <a:pt x="14407" y="34525"/>
                      <a:pt x="14314" y="34491"/>
                      <a:pt x="14213" y="34466"/>
                    </a:cubicBezTo>
                    <a:cubicBezTo>
                      <a:pt x="14170" y="34449"/>
                      <a:pt x="13942" y="34373"/>
                      <a:pt x="13764" y="34322"/>
                    </a:cubicBezTo>
                    <a:cubicBezTo>
                      <a:pt x="13626" y="34278"/>
                      <a:pt x="13521" y="34239"/>
                      <a:pt x="13538" y="34239"/>
                    </a:cubicBezTo>
                    <a:cubicBezTo>
                      <a:pt x="13543" y="34239"/>
                      <a:pt x="13557" y="34242"/>
                      <a:pt x="13584" y="34249"/>
                    </a:cubicBezTo>
                    <a:lnTo>
                      <a:pt x="13584" y="34249"/>
                    </a:lnTo>
                    <a:lnTo>
                      <a:pt x="13045" y="34102"/>
                    </a:lnTo>
                    <a:cubicBezTo>
                      <a:pt x="12859" y="34043"/>
                      <a:pt x="12572" y="33924"/>
                      <a:pt x="12318" y="33831"/>
                    </a:cubicBezTo>
                    <a:lnTo>
                      <a:pt x="11979" y="33696"/>
                    </a:lnTo>
                    <a:cubicBezTo>
                      <a:pt x="11912" y="33671"/>
                      <a:pt x="11844" y="33637"/>
                      <a:pt x="11785" y="33603"/>
                    </a:cubicBezTo>
                    <a:cubicBezTo>
                      <a:pt x="11379" y="33434"/>
                      <a:pt x="11658" y="33586"/>
                      <a:pt x="11108" y="33341"/>
                    </a:cubicBezTo>
                    <a:lnTo>
                      <a:pt x="11108" y="33341"/>
                    </a:lnTo>
                    <a:cubicBezTo>
                      <a:pt x="11113" y="33342"/>
                      <a:pt x="11115" y="33343"/>
                      <a:pt x="11116" y="33343"/>
                    </a:cubicBezTo>
                    <a:cubicBezTo>
                      <a:pt x="11119" y="33343"/>
                      <a:pt x="11119" y="33342"/>
                      <a:pt x="11122" y="33342"/>
                    </a:cubicBezTo>
                    <a:cubicBezTo>
                      <a:pt x="11127" y="33342"/>
                      <a:pt x="11143" y="33346"/>
                      <a:pt x="11210" y="33375"/>
                    </a:cubicBezTo>
                    <a:cubicBezTo>
                      <a:pt x="11083" y="33315"/>
                      <a:pt x="10871" y="33214"/>
                      <a:pt x="10660" y="33112"/>
                    </a:cubicBezTo>
                    <a:lnTo>
                      <a:pt x="10355" y="32968"/>
                    </a:lnTo>
                    <a:cubicBezTo>
                      <a:pt x="10254" y="32926"/>
                      <a:pt x="10169" y="32884"/>
                      <a:pt x="10101" y="32850"/>
                    </a:cubicBezTo>
                    <a:lnTo>
                      <a:pt x="10101" y="32850"/>
                    </a:lnTo>
                    <a:cubicBezTo>
                      <a:pt x="10482" y="33053"/>
                      <a:pt x="10186" y="32909"/>
                      <a:pt x="10643" y="33129"/>
                    </a:cubicBezTo>
                    <a:cubicBezTo>
                      <a:pt x="10524" y="33095"/>
                      <a:pt x="10414" y="33045"/>
                      <a:pt x="10304" y="32994"/>
                    </a:cubicBezTo>
                    <a:cubicBezTo>
                      <a:pt x="10110" y="32892"/>
                      <a:pt x="9856" y="32765"/>
                      <a:pt x="9602" y="32622"/>
                    </a:cubicBezTo>
                    <a:lnTo>
                      <a:pt x="9602" y="32622"/>
                    </a:lnTo>
                    <a:cubicBezTo>
                      <a:pt x="9754" y="32694"/>
                      <a:pt x="9816" y="32721"/>
                      <a:pt x="9824" y="32721"/>
                    </a:cubicBezTo>
                    <a:cubicBezTo>
                      <a:pt x="9835" y="32721"/>
                      <a:pt x="9747" y="32671"/>
                      <a:pt x="9645" y="32613"/>
                    </a:cubicBezTo>
                    <a:cubicBezTo>
                      <a:pt x="9505" y="32533"/>
                      <a:pt x="9338" y="32427"/>
                      <a:pt x="9357" y="32427"/>
                    </a:cubicBezTo>
                    <a:cubicBezTo>
                      <a:pt x="9362" y="32427"/>
                      <a:pt x="9380" y="32435"/>
                      <a:pt x="9416" y="32452"/>
                    </a:cubicBezTo>
                    <a:cubicBezTo>
                      <a:pt x="8536" y="31979"/>
                      <a:pt x="7691" y="31454"/>
                      <a:pt x="6878" y="30879"/>
                    </a:cubicBezTo>
                    <a:cubicBezTo>
                      <a:pt x="6760" y="30786"/>
                      <a:pt x="6633" y="30693"/>
                      <a:pt x="6506" y="30591"/>
                    </a:cubicBezTo>
                    <a:lnTo>
                      <a:pt x="6134" y="30270"/>
                    </a:lnTo>
                    <a:cubicBezTo>
                      <a:pt x="5872" y="30067"/>
                      <a:pt x="5635" y="29830"/>
                      <a:pt x="5398" y="29619"/>
                    </a:cubicBezTo>
                    <a:cubicBezTo>
                      <a:pt x="5339" y="29559"/>
                      <a:pt x="5271" y="29509"/>
                      <a:pt x="5212" y="29449"/>
                    </a:cubicBezTo>
                    <a:lnTo>
                      <a:pt x="5051" y="29280"/>
                    </a:lnTo>
                    <a:lnTo>
                      <a:pt x="4721" y="28959"/>
                    </a:lnTo>
                    <a:cubicBezTo>
                      <a:pt x="4620" y="28857"/>
                      <a:pt x="4527" y="28747"/>
                      <a:pt x="4434" y="28646"/>
                    </a:cubicBezTo>
                    <a:cubicBezTo>
                      <a:pt x="4349" y="28561"/>
                      <a:pt x="4264" y="28476"/>
                      <a:pt x="4191" y="28391"/>
                    </a:cubicBezTo>
                    <a:lnTo>
                      <a:pt x="4191" y="28391"/>
                    </a:lnTo>
                    <a:lnTo>
                      <a:pt x="4256" y="28468"/>
                    </a:lnTo>
                    <a:cubicBezTo>
                      <a:pt x="4121" y="28324"/>
                      <a:pt x="3985" y="28189"/>
                      <a:pt x="3867" y="28045"/>
                    </a:cubicBezTo>
                    <a:cubicBezTo>
                      <a:pt x="3655" y="27783"/>
                      <a:pt x="3892" y="28011"/>
                      <a:pt x="3562" y="27622"/>
                    </a:cubicBezTo>
                    <a:lnTo>
                      <a:pt x="3562" y="27622"/>
                    </a:lnTo>
                    <a:cubicBezTo>
                      <a:pt x="3698" y="27758"/>
                      <a:pt x="3816" y="27901"/>
                      <a:pt x="3935" y="28054"/>
                    </a:cubicBezTo>
                    <a:cubicBezTo>
                      <a:pt x="4019" y="28164"/>
                      <a:pt x="4112" y="28265"/>
                      <a:pt x="4214" y="28375"/>
                    </a:cubicBezTo>
                    <a:cubicBezTo>
                      <a:pt x="4307" y="28477"/>
                      <a:pt x="4408" y="28587"/>
                      <a:pt x="4493" y="28680"/>
                    </a:cubicBezTo>
                    <a:cubicBezTo>
                      <a:pt x="4370" y="28527"/>
                      <a:pt x="4329" y="28471"/>
                      <a:pt x="4335" y="28471"/>
                    </a:cubicBezTo>
                    <a:cubicBezTo>
                      <a:pt x="4343" y="28471"/>
                      <a:pt x="4428" y="28563"/>
                      <a:pt x="4518" y="28663"/>
                    </a:cubicBezTo>
                    <a:lnTo>
                      <a:pt x="4645" y="28790"/>
                    </a:lnTo>
                    <a:lnTo>
                      <a:pt x="4747" y="28883"/>
                    </a:lnTo>
                    <a:cubicBezTo>
                      <a:pt x="4762" y="28898"/>
                      <a:pt x="4773" y="28907"/>
                      <a:pt x="4776" y="28907"/>
                    </a:cubicBezTo>
                    <a:cubicBezTo>
                      <a:pt x="4781" y="28907"/>
                      <a:pt x="4761" y="28880"/>
                      <a:pt x="4696" y="28815"/>
                    </a:cubicBezTo>
                    <a:cubicBezTo>
                      <a:pt x="4577" y="28713"/>
                      <a:pt x="4467" y="28612"/>
                      <a:pt x="4366" y="28493"/>
                    </a:cubicBezTo>
                    <a:cubicBezTo>
                      <a:pt x="4231" y="28341"/>
                      <a:pt x="4053" y="28164"/>
                      <a:pt x="3892" y="27952"/>
                    </a:cubicBezTo>
                    <a:cubicBezTo>
                      <a:pt x="3816" y="27842"/>
                      <a:pt x="3732" y="27741"/>
                      <a:pt x="3638" y="27631"/>
                    </a:cubicBezTo>
                    <a:lnTo>
                      <a:pt x="3520" y="27470"/>
                    </a:lnTo>
                    <a:cubicBezTo>
                      <a:pt x="3478" y="27419"/>
                      <a:pt x="3435" y="27368"/>
                      <a:pt x="3402" y="27309"/>
                    </a:cubicBezTo>
                    <a:cubicBezTo>
                      <a:pt x="3241" y="27098"/>
                      <a:pt x="3097" y="26903"/>
                      <a:pt x="2979" y="26751"/>
                    </a:cubicBezTo>
                    <a:cubicBezTo>
                      <a:pt x="2869" y="26579"/>
                      <a:pt x="2833" y="26521"/>
                      <a:pt x="2836" y="26521"/>
                    </a:cubicBezTo>
                    <a:cubicBezTo>
                      <a:pt x="2842" y="26521"/>
                      <a:pt x="3018" y="26779"/>
                      <a:pt x="3026" y="26779"/>
                    </a:cubicBezTo>
                    <a:cubicBezTo>
                      <a:pt x="3029" y="26779"/>
                      <a:pt x="3018" y="26759"/>
                      <a:pt x="2987" y="26709"/>
                    </a:cubicBezTo>
                    <a:lnTo>
                      <a:pt x="2835" y="26514"/>
                    </a:lnTo>
                    <a:cubicBezTo>
                      <a:pt x="2683" y="26260"/>
                      <a:pt x="2632" y="26176"/>
                      <a:pt x="2649" y="26176"/>
                    </a:cubicBezTo>
                    <a:cubicBezTo>
                      <a:pt x="2539" y="26015"/>
                      <a:pt x="2446" y="25829"/>
                      <a:pt x="2344" y="25651"/>
                    </a:cubicBezTo>
                    <a:lnTo>
                      <a:pt x="2183" y="25372"/>
                    </a:lnTo>
                    <a:lnTo>
                      <a:pt x="2107" y="25237"/>
                    </a:lnTo>
                    <a:lnTo>
                      <a:pt x="2040" y="25101"/>
                    </a:lnTo>
                    <a:lnTo>
                      <a:pt x="1769" y="24560"/>
                    </a:lnTo>
                    <a:cubicBezTo>
                      <a:pt x="1718" y="24475"/>
                      <a:pt x="1684" y="24391"/>
                      <a:pt x="1642" y="24306"/>
                    </a:cubicBezTo>
                    <a:lnTo>
                      <a:pt x="1541" y="24069"/>
                    </a:lnTo>
                    <a:lnTo>
                      <a:pt x="1541" y="24069"/>
                    </a:lnTo>
                    <a:cubicBezTo>
                      <a:pt x="1647" y="24319"/>
                      <a:pt x="1673" y="24385"/>
                      <a:pt x="1669" y="24385"/>
                    </a:cubicBezTo>
                    <a:cubicBezTo>
                      <a:pt x="1667" y="24385"/>
                      <a:pt x="1655" y="24362"/>
                      <a:pt x="1642" y="24340"/>
                    </a:cubicBezTo>
                    <a:cubicBezTo>
                      <a:pt x="1622" y="24313"/>
                      <a:pt x="1608" y="24292"/>
                      <a:pt x="1606" y="24292"/>
                    </a:cubicBezTo>
                    <a:cubicBezTo>
                      <a:pt x="1606" y="24292"/>
                      <a:pt x="1606" y="24294"/>
                      <a:pt x="1608" y="24298"/>
                    </a:cubicBezTo>
                    <a:cubicBezTo>
                      <a:pt x="1608" y="24306"/>
                      <a:pt x="1617" y="24340"/>
                      <a:pt x="1642" y="24382"/>
                    </a:cubicBezTo>
                    <a:lnTo>
                      <a:pt x="1676" y="24475"/>
                    </a:lnTo>
                    <a:cubicBezTo>
                      <a:pt x="1693" y="24509"/>
                      <a:pt x="1710" y="24551"/>
                      <a:pt x="1735" y="24602"/>
                    </a:cubicBezTo>
                    <a:cubicBezTo>
                      <a:pt x="1667" y="24484"/>
                      <a:pt x="1591" y="24298"/>
                      <a:pt x="1498" y="24078"/>
                    </a:cubicBezTo>
                    <a:cubicBezTo>
                      <a:pt x="1456" y="23968"/>
                      <a:pt x="1397" y="23849"/>
                      <a:pt x="1346" y="23731"/>
                    </a:cubicBezTo>
                    <a:cubicBezTo>
                      <a:pt x="1295" y="23612"/>
                      <a:pt x="1253" y="23477"/>
                      <a:pt x="1211" y="23359"/>
                    </a:cubicBezTo>
                    <a:lnTo>
                      <a:pt x="1211" y="23359"/>
                    </a:lnTo>
                    <a:cubicBezTo>
                      <a:pt x="1243" y="23448"/>
                      <a:pt x="1256" y="23480"/>
                      <a:pt x="1260" y="23480"/>
                    </a:cubicBezTo>
                    <a:cubicBezTo>
                      <a:pt x="1266" y="23480"/>
                      <a:pt x="1243" y="23394"/>
                      <a:pt x="1228" y="23342"/>
                    </a:cubicBezTo>
                    <a:cubicBezTo>
                      <a:pt x="1222" y="23310"/>
                      <a:pt x="1217" y="23289"/>
                      <a:pt x="1218" y="23289"/>
                    </a:cubicBezTo>
                    <a:lnTo>
                      <a:pt x="1218" y="23289"/>
                    </a:lnTo>
                    <a:cubicBezTo>
                      <a:pt x="1218" y="23289"/>
                      <a:pt x="1221" y="23297"/>
                      <a:pt x="1228" y="23316"/>
                    </a:cubicBezTo>
                    <a:lnTo>
                      <a:pt x="1278" y="23460"/>
                    </a:lnTo>
                    <a:cubicBezTo>
                      <a:pt x="1304" y="23536"/>
                      <a:pt x="1329" y="23638"/>
                      <a:pt x="1388" y="23765"/>
                    </a:cubicBezTo>
                    <a:cubicBezTo>
                      <a:pt x="1354" y="23638"/>
                      <a:pt x="1304" y="23511"/>
                      <a:pt x="1253" y="23384"/>
                    </a:cubicBezTo>
                    <a:cubicBezTo>
                      <a:pt x="1228" y="23299"/>
                      <a:pt x="1194" y="23206"/>
                      <a:pt x="1151" y="23096"/>
                    </a:cubicBezTo>
                    <a:cubicBezTo>
                      <a:pt x="1134" y="23046"/>
                      <a:pt x="1109" y="22995"/>
                      <a:pt x="1092" y="22936"/>
                    </a:cubicBezTo>
                    <a:lnTo>
                      <a:pt x="1054" y="22802"/>
                    </a:lnTo>
                    <a:lnTo>
                      <a:pt x="1054" y="22802"/>
                    </a:lnTo>
                    <a:cubicBezTo>
                      <a:pt x="1092" y="22927"/>
                      <a:pt x="1159" y="23096"/>
                      <a:pt x="1219" y="23232"/>
                    </a:cubicBezTo>
                    <a:cubicBezTo>
                      <a:pt x="1273" y="23378"/>
                      <a:pt x="1320" y="23489"/>
                      <a:pt x="1321" y="23489"/>
                    </a:cubicBezTo>
                    <a:cubicBezTo>
                      <a:pt x="1322" y="23489"/>
                      <a:pt x="1321" y="23488"/>
                      <a:pt x="1321" y="23486"/>
                    </a:cubicBezTo>
                    <a:cubicBezTo>
                      <a:pt x="1253" y="23316"/>
                      <a:pt x="1160" y="23079"/>
                      <a:pt x="1084" y="22826"/>
                    </a:cubicBezTo>
                    <a:lnTo>
                      <a:pt x="965" y="22428"/>
                    </a:lnTo>
                    <a:cubicBezTo>
                      <a:pt x="923" y="22293"/>
                      <a:pt x="889" y="22157"/>
                      <a:pt x="864" y="22022"/>
                    </a:cubicBezTo>
                    <a:cubicBezTo>
                      <a:pt x="830" y="21887"/>
                      <a:pt x="805" y="21760"/>
                      <a:pt x="771" y="21633"/>
                    </a:cubicBezTo>
                    <a:cubicBezTo>
                      <a:pt x="762" y="21574"/>
                      <a:pt x="745" y="21514"/>
                      <a:pt x="728" y="21455"/>
                    </a:cubicBezTo>
                    <a:cubicBezTo>
                      <a:pt x="720" y="21396"/>
                      <a:pt x="712" y="21345"/>
                      <a:pt x="703" y="21295"/>
                    </a:cubicBezTo>
                    <a:cubicBezTo>
                      <a:pt x="661" y="21083"/>
                      <a:pt x="635" y="20931"/>
                      <a:pt x="610" y="20855"/>
                    </a:cubicBezTo>
                    <a:cubicBezTo>
                      <a:pt x="576" y="20719"/>
                      <a:pt x="542" y="20567"/>
                      <a:pt x="517" y="20406"/>
                    </a:cubicBezTo>
                    <a:cubicBezTo>
                      <a:pt x="483" y="20237"/>
                      <a:pt x="449" y="20068"/>
                      <a:pt x="424" y="19882"/>
                    </a:cubicBezTo>
                    <a:cubicBezTo>
                      <a:pt x="365" y="19518"/>
                      <a:pt x="314" y="19146"/>
                      <a:pt x="280" y="18807"/>
                    </a:cubicBezTo>
                    <a:cubicBezTo>
                      <a:pt x="246" y="18131"/>
                      <a:pt x="221" y="17386"/>
                      <a:pt x="246" y="16625"/>
                    </a:cubicBezTo>
                    <a:lnTo>
                      <a:pt x="246" y="16625"/>
                    </a:lnTo>
                    <a:lnTo>
                      <a:pt x="255" y="16760"/>
                    </a:lnTo>
                    <a:cubicBezTo>
                      <a:pt x="263" y="16549"/>
                      <a:pt x="263" y="16270"/>
                      <a:pt x="280" y="15974"/>
                    </a:cubicBezTo>
                    <a:cubicBezTo>
                      <a:pt x="297" y="15678"/>
                      <a:pt x="305" y="15348"/>
                      <a:pt x="339" y="15035"/>
                    </a:cubicBezTo>
                    <a:lnTo>
                      <a:pt x="373" y="14891"/>
                    </a:lnTo>
                    <a:cubicBezTo>
                      <a:pt x="399" y="14459"/>
                      <a:pt x="492" y="13647"/>
                      <a:pt x="576" y="12987"/>
                    </a:cubicBezTo>
                    <a:cubicBezTo>
                      <a:pt x="563" y="12987"/>
                      <a:pt x="516" y="13378"/>
                      <a:pt x="507" y="13378"/>
                    </a:cubicBezTo>
                    <a:cubicBezTo>
                      <a:pt x="505" y="13378"/>
                      <a:pt x="505" y="13356"/>
                      <a:pt x="508" y="13300"/>
                    </a:cubicBezTo>
                    <a:lnTo>
                      <a:pt x="508" y="13300"/>
                    </a:lnTo>
                    <a:cubicBezTo>
                      <a:pt x="473" y="13578"/>
                      <a:pt x="443" y="13819"/>
                      <a:pt x="455" y="13819"/>
                    </a:cubicBezTo>
                    <a:cubicBezTo>
                      <a:pt x="457" y="13819"/>
                      <a:pt x="461" y="13810"/>
                      <a:pt x="466" y="13791"/>
                    </a:cubicBezTo>
                    <a:lnTo>
                      <a:pt x="466" y="13791"/>
                    </a:lnTo>
                    <a:cubicBezTo>
                      <a:pt x="432" y="14121"/>
                      <a:pt x="407" y="14138"/>
                      <a:pt x="365" y="14400"/>
                    </a:cubicBezTo>
                    <a:lnTo>
                      <a:pt x="424" y="13766"/>
                    </a:lnTo>
                    <a:lnTo>
                      <a:pt x="500" y="13131"/>
                    </a:lnTo>
                    <a:cubicBezTo>
                      <a:pt x="500" y="13089"/>
                      <a:pt x="508" y="13038"/>
                      <a:pt x="525" y="12987"/>
                    </a:cubicBezTo>
                    <a:lnTo>
                      <a:pt x="508" y="12894"/>
                    </a:lnTo>
                    <a:cubicBezTo>
                      <a:pt x="550" y="12625"/>
                      <a:pt x="574" y="12514"/>
                      <a:pt x="582" y="12514"/>
                    </a:cubicBezTo>
                    <a:cubicBezTo>
                      <a:pt x="584" y="12514"/>
                      <a:pt x="585" y="12520"/>
                      <a:pt x="585" y="12531"/>
                    </a:cubicBezTo>
                    <a:cubicBezTo>
                      <a:pt x="627" y="12167"/>
                      <a:pt x="652" y="11930"/>
                      <a:pt x="686" y="11685"/>
                    </a:cubicBezTo>
                    <a:cubicBezTo>
                      <a:pt x="720" y="11431"/>
                      <a:pt x="754" y="11186"/>
                      <a:pt x="830" y="10805"/>
                    </a:cubicBezTo>
                    <a:lnTo>
                      <a:pt x="830" y="10805"/>
                    </a:lnTo>
                    <a:cubicBezTo>
                      <a:pt x="789" y="11127"/>
                      <a:pt x="772" y="11336"/>
                      <a:pt x="684" y="11834"/>
                    </a:cubicBezTo>
                    <a:lnTo>
                      <a:pt x="684" y="11834"/>
                    </a:lnTo>
                    <a:cubicBezTo>
                      <a:pt x="733" y="11558"/>
                      <a:pt x="781" y="11284"/>
                      <a:pt x="830" y="11016"/>
                    </a:cubicBezTo>
                    <a:lnTo>
                      <a:pt x="830" y="11016"/>
                    </a:lnTo>
                    <a:cubicBezTo>
                      <a:pt x="805" y="11211"/>
                      <a:pt x="720" y="11685"/>
                      <a:pt x="669" y="12074"/>
                    </a:cubicBezTo>
                    <a:cubicBezTo>
                      <a:pt x="626" y="12405"/>
                      <a:pt x="595" y="12675"/>
                      <a:pt x="608" y="12675"/>
                    </a:cubicBezTo>
                    <a:cubicBezTo>
                      <a:pt x="610" y="12675"/>
                      <a:pt x="613" y="12667"/>
                      <a:pt x="618" y="12649"/>
                    </a:cubicBezTo>
                    <a:cubicBezTo>
                      <a:pt x="652" y="12412"/>
                      <a:pt x="686" y="12150"/>
                      <a:pt x="728" y="11871"/>
                    </a:cubicBezTo>
                    <a:cubicBezTo>
                      <a:pt x="762" y="11592"/>
                      <a:pt x="805" y="11304"/>
                      <a:pt x="855" y="11025"/>
                    </a:cubicBezTo>
                    <a:cubicBezTo>
                      <a:pt x="940" y="10458"/>
                      <a:pt x="1041" y="9917"/>
                      <a:pt x="1118" y="9502"/>
                    </a:cubicBezTo>
                    <a:cubicBezTo>
                      <a:pt x="1244" y="9079"/>
                      <a:pt x="1371" y="8428"/>
                      <a:pt x="1600" y="7734"/>
                    </a:cubicBezTo>
                    <a:cubicBezTo>
                      <a:pt x="1626" y="7663"/>
                      <a:pt x="1677" y="7521"/>
                      <a:pt x="1684" y="7521"/>
                    </a:cubicBezTo>
                    <a:cubicBezTo>
                      <a:pt x="1686" y="7521"/>
                      <a:pt x="1684" y="7534"/>
                      <a:pt x="1676" y="7565"/>
                    </a:cubicBezTo>
                    <a:lnTo>
                      <a:pt x="1617" y="7760"/>
                    </a:lnTo>
                    <a:cubicBezTo>
                      <a:pt x="1904" y="6829"/>
                      <a:pt x="2268" y="5924"/>
                      <a:pt x="2691" y="5044"/>
                    </a:cubicBezTo>
                    <a:lnTo>
                      <a:pt x="2809" y="4858"/>
                    </a:lnTo>
                    <a:lnTo>
                      <a:pt x="2936" y="4680"/>
                    </a:lnTo>
                    <a:cubicBezTo>
                      <a:pt x="3114" y="4367"/>
                      <a:pt x="3216" y="4232"/>
                      <a:pt x="3241" y="4173"/>
                    </a:cubicBezTo>
                    <a:cubicBezTo>
                      <a:pt x="3257" y="4145"/>
                      <a:pt x="3262" y="4136"/>
                      <a:pt x="3259" y="4136"/>
                    </a:cubicBezTo>
                    <a:cubicBezTo>
                      <a:pt x="3257" y="4136"/>
                      <a:pt x="3246" y="4147"/>
                      <a:pt x="3232" y="4156"/>
                    </a:cubicBezTo>
                    <a:cubicBezTo>
                      <a:pt x="3219" y="4169"/>
                      <a:pt x="3206" y="4182"/>
                      <a:pt x="3201" y="4182"/>
                    </a:cubicBezTo>
                    <a:cubicBezTo>
                      <a:pt x="3197" y="4182"/>
                      <a:pt x="3199" y="4171"/>
                      <a:pt x="3216" y="4139"/>
                    </a:cubicBezTo>
                    <a:cubicBezTo>
                      <a:pt x="3232" y="4114"/>
                      <a:pt x="3266" y="4054"/>
                      <a:pt x="3317" y="3970"/>
                    </a:cubicBezTo>
                    <a:lnTo>
                      <a:pt x="3562" y="3623"/>
                    </a:lnTo>
                    <a:cubicBezTo>
                      <a:pt x="3622" y="3555"/>
                      <a:pt x="3723" y="3437"/>
                      <a:pt x="3841" y="3285"/>
                    </a:cubicBezTo>
                    <a:cubicBezTo>
                      <a:pt x="3901" y="3208"/>
                      <a:pt x="3977" y="3141"/>
                      <a:pt x="4045" y="3056"/>
                    </a:cubicBezTo>
                    <a:cubicBezTo>
                      <a:pt x="4112" y="2980"/>
                      <a:pt x="4180" y="2895"/>
                      <a:pt x="4256" y="2819"/>
                    </a:cubicBezTo>
                    <a:cubicBezTo>
                      <a:pt x="4408" y="2675"/>
                      <a:pt x="4544" y="2523"/>
                      <a:pt x="4662" y="2422"/>
                    </a:cubicBezTo>
                    <a:cubicBezTo>
                      <a:pt x="4730" y="2362"/>
                      <a:pt x="4797" y="2303"/>
                      <a:pt x="4874" y="2252"/>
                    </a:cubicBezTo>
                    <a:cubicBezTo>
                      <a:pt x="5077" y="2058"/>
                      <a:pt x="5178" y="1982"/>
                      <a:pt x="5195" y="1948"/>
                    </a:cubicBezTo>
                    <a:lnTo>
                      <a:pt x="5195" y="1948"/>
                    </a:lnTo>
                    <a:cubicBezTo>
                      <a:pt x="5037" y="2066"/>
                      <a:pt x="4757" y="2327"/>
                      <a:pt x="4743" y="2327"/>
                    </a:cubicBezTo>
                    <a:cubicBezTo>
                      <a:pt x="4739" y="2327"/>
                      <a:pt x="4757" y="2305"/>
                      <a:pt x="4806" y="2252"/>
                    </a:cubicBezTo>
                    <a:lnTo>
                      <a:pt x="4941" y="2134"/>
                    </a:lnTo>
                    <a:lnTo>
                      <a:pt x="5060" y="2024"/>
                    </a:lnTo>
                    <a:lnTo>
                      <a:pt x="5280" y="1846"/>
                    </a:lnTo>
                    <a:cubicBezTo>
                      <a:pt x="5414" y="1745"/>
                      <a:pt x="5549" y="1653"/>
                      <a:pt x="5717" y="1535"/>
                    </a:cubicBezTo>
                    <a:lnTo>
                      <a:pt x="5717" y="1535"/>
                    </a:lnTo>
                    <a:cubicBezTo>
                      <a:pt x="5701" y="1546"/>
                      <a:pt x="5649" y="1589"/>
                      <a:pt x="5609" y="1623"/>
                    </a:cubicBezTo>
                    <a:lnTo>
                      <a:pt x="5609" y="1623"/>
                    </a:lnTo>
                    <a:cubicBezTo>
                      <a:pt x="6121" y="1247"/>
                      <a:pt x="6673" y="930"/>
                      <a:pt x="7251" y="687"/>
                    </a:cubicBezTo>
                    <a:cubicBezTo>
                      <a:pt x="7411" y="611"/>
                      <a:pt x="7581" y="561"/>
                      <a:pt x="7741" y="501"/>
                    </a:cubicBezTo>
                    <a:cubicBezTo>
                      <a:pt x="7902" y="434"/>
                      <a:pt x="8063" y="400"/>
                      <a:pt x="8215" y="349"/>
                    </a:cubicBezTo>
                    <a:cubicBezTo>
                      <a:pt x="8376" y="298"/>
                      <a:pt x="8528" y="273"/>
                      <a:pt x="8663" y="248"/>
                    </a:cubicBezTo>
                    <a:cubicBezTo>
                      <a:pt x="8731" y="231"/>
                      <a:pt x="8799" y="214"/>
                      <a:pt x="8866" y="197"/>
                    </a:cubicBezTo>
                    <a:lnTo>
                      <a:pt x="9052" y="171"/>
                    </a:lnTo>
                    <a:lnTo>
                      <a:pt x="9052" y="171"/>
                    </a:lnTo>
                    <a:cubicBezTo>
                      <a:pt x="8968" y="180"/>
                      <a:pt x="8892" y="188"/>
                      <a:pt x="8833" y="197"/>
                    </a:cubicBezTo>
                    <a:lnTo>
                      <a:pt x="8663" y="239"/>
                    </a:lnTo>
                    <a:cubicBezTo>
                      <a:pt x="8613" y="248"/>
                      <a:pt x="8553" y="265"/>
                      <a:pt x="8477" y="281"/>
                    </a:cubicBezTo>
                    <a:lnTo>
                      <a:pt x="8350" y="298"/>
                    </a:lnTo>
                    <a:lnTo>
                      <a:pt x="8198" y="341"/>
                    </a:lnTo>
                    <a:cubicBezTo>
                      <a:pt x="8240" y="315"/>
                      <a:pt x="8283" y="298"/>
                      <a:pt x="8333" y="290"/>
                    </a:cubicBezTo>
                    <a:cubicBezTo>
                      <a:pt x="8410" y="273"/>
                      <a:pt x="8494" y="256"/>
                      <a:pt x="8545" y="239"/>
                    </a:cubicBezTo>
                    <a:lnTo>
                      <a:pt x="8545" y="239"/>
                    </a:lnTo>
                    <a:cubicBezTo>
                      <a:pt x="8435" y="248"/>
                      <a:pt x="8325" y="273"/>
                      <a:pt x="8223" y="307"/>
                    </a:cubicBezTo>
                    <a:lnTo>
                      <a:pt x="7927" y="391"/>
                    </a:lnTo>
                    <a:cubicBezTo>
                      <a:pt x="7817" y="425"/>
                      <a:pt x="7707" y="468"/>
                      <a:pt x="7589" y="501"/>
                    </a:cubicBezTo>
                    <a:cubicBezTo>
                      <a:pt x="7851" y="400"/>
                      <a:pt x="8113" y="307"/>
                      <a:pt x="8384" y="239"/>
                    </a:cubicBezTo>
                    <a:lnTo>
                      <a:pt x="8384" y="239"/>
                    </a:lnTo>
                    <a:cubicBezTo>
                      <a:pt x="8232" y="265"/>
                      <a:pt x="8071" y="298"/>
                      <a:pt x="7919" y="332"/>
                    </a:cubicBezTo>
                    <a:cubicBezTo>
                      <a:pt x="8528" y="129"/>
                      <a:pt x="9171" y="19"/>
                      <a:pt x="9814" y="2"/>
                    </a:cubicBezTo>
                    <a:cubicBezTo>
                      <a:pt x="9733" y="2"/>
                      <a:pt x="9654" y="1"/>
                      <a:pt x="957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2"/>
              <p:cNvSpPr/>
              <p:nvPr/>
            </p:nvSpPr>
            <p:spPr>
              <a:xfrm>
                <a:off x="1504700" y="4248925"/>
                <a:ext cx="19475" cy="675"/>
              </a:xfrm>
              <a:custGeom>
                <a:rect b="b" l="l" r="r" t="t"/>
                <a:pathLst>
                  <a:path extrusionOk="0" h="27" w="779">
                    <a:moveTo>
                      <a:pt x="643" y="1"/>
                    </a:moveTo>
                    <a:cubicBezTo>
                      <a:pt x="457" y="1"/>
                      <a:pt x="0" y="9"/>
                      <a:pt x="93" y="26"/>
                    </a:cubicBezTo>
                    <a:cubicBezTo>
                      <a:pt x="163" y="16"/>
                      <a:pt x="235" y="12"/>
                      <a:pt x="307" y="12"/>
                    </a:cubicBezTo>
                    <a:cubicBezTo>
                      <a:pt x="358" y="12"/>
                      <a:pt x="408" y="14"/>
                      <a:pt x="457" y="18"/>
                    </a:cubicBezTo>
                    <a:cubicBezTo>
                      <a:pt x="635" y="9"/>
                      <a:pt x="779" y="18"/>
                      <a:pt x="6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2"/>
              <p:cNvSpPr/>
              <p:nvPr/>
            </p:nvSpPr>
            <p:spPr>
              <a:xfrm>
                <a:off x="1501725" y="4248300"/>
                <a:ext cx="14200" cy="525"/>
              </a:xfrm>
              <a:custGeom>
                <a:rect b="b" l="l" r="r" t="t"/>
                <a:pathLst>
                  <a:path extrusionOk="0" h="21" w="568">
                    <a:moveTo>
                      <a:pt x="212" y="1"/>
                    </a:moveTo>
                    <a:cubicBezTo>
                      <a:pt x="187" y="7"/>
                      <a:pt x="161" y="12"/>
                      <a:pt x="134" y="16"/>
                    </a:cubicBezTo>
                    <a:lnTo>
                      <a:pt x="134" y="16"/>
                    </a:lnTo>
                    <a:lnTo>
                      <a:pt x="568" y="9"/>
                    </a:lnTo>
                    <a:lnTo>
                      <a:pt x="212" y="1"/>
                    </a:lnTo>
                    <a:close/>
                    <a:moveTo>
                      <a:pt x="134" y="16"/>
                    </a:moveTo>
                    <a:lnTo>
                      <a:pt x="1" y="18"/>
                    </a:lnTo>
                    <a:cubicBezTo>
                      <a:pt x="19" y="20"/>
                      <a:pt x="38" y="21"/>
                      <a:pt x="57" y="21"/>
                    </a:cubicBezTo>
                    <a:cubicBezTo>
                      <a:pt x="82" y="21"/>
                      <a:pt x="108" y="19"/>
                      <a:pt x="134" y="1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2"/>
              <p:cNvSpPr/>
              <p:nvPr/>
            </p:nvSpPr>
            <p:spPr>
              <a:xfrm>
                <a:off x="1448450" y="4243450"/>
                <a:ext cx="44850" cy="2600"/>
              </a:xfrm>
              <a:custGeom>
                <a:rect b="b" l="l" r="r" t="t"/>
                <a:pathLst>
                  <a:path extrusionOk="0" h="104" w="1794">
                    <a:moveTo>
                      <a:pt x="1794" y="0"/>
                    </a:moveTo>
                    <a:cubicBezTo>
                      <a:pt x="1371" y="0"/>
                      <a:pt x="1091" y="25"/>
                      <a:pt x="838" y="42"/>
                    </a:cubicBezTo>
                    <a:cubicBezTo>
                      <a:pt x="584" y="59"/>
                      <a:pt x="347" y="85"/>
                      <a:pt x="0" y="102"/>
                    </a:cubicBezTo>
                    <a:cubicBezTo>
                      <a:pt x="32" y="103"/>
                      <a:pt x="75" y="104"/>
                      <a:pt x="125" y="104"/>
                    </a:cubicBezTo>
                    <a:cubicBezTo>
                      <a:pt x="336" y="104"/>
                      <a:pt x="685" y="91"/>
                      <a:pt x="1007" y="85"/>
                    </a:cubicBezTo>
                    <a:cubicBezTo>
                      <a:pt x="1404" y="76"/>
                      <a:pt x="1760" y="68"/>
                      <a:pt x="1768" y="42"/>
                    </a:cubicBezTo>
                    <a:lnTo>
                      <a:pt x="1768" y="42"/>
                    </a:lnTo>
                    <a:cubicBezTo>
                      <a:pt x="1472" y="68"/>
                      <a:pt x="1286" y="76"/>
                      <a:pt x="829" y="85"/>
                    </a:cubicBezTo>
                    <a:cubicBezTo>
                      <a:pt x="652" y="34"/>
                      <a:pt x="1582" y="59"/>
                      <a:pt x="179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2"/>
              <p:cNvSpPr/>
              <p:nvPr/>
            </p:nvSpPr>
            <p:spPr>
              <a:xfrm>
                <a:off x="1490325" y="4242800"/>
                <a:ext cx="12925" cy="450"/>
              </a:xfrm>
              <a:custGeom>
                <a:rect b="b" l="l" r="r" t="t"/>
                <a:pathLst>
                  <a:path extrusionOk="0" h="18" w="517">
                    <a:moveTo>
                      <a:pt x="465" y="1"/>
                    </a:moveTo>
                    <a:cubicBezTo>
                      <a:pt x="313" y="1"/>
                      <a:pt x="152" y="9"/>
                      <a:pt x="0" y="18"/>
                    </a:cubicBezTo>
                    <a:lnTo>
                      <a:pt x="42" y="18"/>
                    </a:lnTo>
                    <a:cubicBezTo>
                      <a:pt x="203" y="9"/>
                      <a:pt x="364" y="9"/>
                      <a:pt x="51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2"/>
              <p:cNvSpPr/>
              <p:nvPr/>
            </p:nvSpPr>
            <p:spPr>
              <a:xfrm>
                <a:off x="1752350" y="4279825"/>
                <a:ext cx="11875" cy="2550"/>
              </a:xfrm>
              <a:custGeom>
                <a:rect b="b" l="l" r="r" t="t"/>
                <a:pathLst>
                  <a:path extrusionOk="0" h="102" w="475">
                    <a:moveTo>
                      <a:pt x="0" y="0"/>
                    </a:moveTo>
                    <a:lnTo>
                      <a:pt x="0" y="0"/>
                    </a:lnTo>
                    <a:cubicBezTo>
                      <a:pt x="153" y="42"/>
                      <a:pt x="313" y="76"/>
                      <a:pt x="474" y="102"/>
                    </a:cubicBezTo>
                    <a:cubicBezTo>
                      <a:pt x="347" y="68"/>
                      <a:pt x="178" y="25"/>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2"/>
              <p:cNvSpPr/>
              <p:nvPr/>
            </p:nvSpPr>
            <p:spPr>
              <a:xfrm>
                <a:off x="977875" y="4262475"/>
                <a:ext cx="20750" cy="85675"/>
              </a:xfrm>
              <a:custGeom>
                <a:rect b="b" l="l" r="r" t="t"/>
                <a:pathLst>
                  <a:path extrusionOk="0" h="3427" w="830">
                    <a:moveTo>
                      <a:pt x="830" y="0"/>
                    </a:moveTo>
                    <a:cubicBezTo>
                      <a:pt x="466" y="1125"/>
                      <a:pt x="187" y="2267"/>
                      <a:pt x="1" y="3426"/>
                    </a:cubicBezTo>
                    <a:cubicBezTo>
                      <a:pt x="196" y="2267"/>
                      <a:pt x="475" y="1125"/>
                      <a:pt x="83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2"/>
              <p:cNvSpPr/>
              <p:nvPr/>
            </p:nvSpPr>
            <p:spPr>
              <a:xfrm>
                <a:off x="1968900" y="4365475"/>
                <a:ext cx="52475" cy="43800"/>
              </a:xfrm>
              <a:custGeom>
                <a:rect b="b" l="l" r="r" t="t"/>
                <a:pathLst>
                  <a:path extrusionOk="0" h="1752" w="2099">
                    <a:moveTo>
                      <a:pt x="1" y="0"/>
                    </a:moveTo>
                    <a:cubicBezTo>
                      <a:pt x="508" y="381"/>
                      <a:pt x="838" y="635"/>
                      <a:pt x="1143" y="880"/>
                    </a:cubicBezTo>
                    <a:cubicBezTo>
                      <a:pt x="1481" y="1142"/>
                      <a:pt x="1803" y="1438"/>
                      <a:pt x="2099" y="1751"/>
                    </a:cubicBezTo>
                    <a:lnTo>
                      <a:pt x="1828" y="1447"/>
                    </a:lnTo>
                    <a:cubicBezTo>
                      <a:pt x="1481" y="1125"/>
                      <a:pt x="1219" y="905"/>
                      <a:pt x="948" y="694"/>
                    </a:cubicBezTo>
                    <a:lnTo>
                      <a:pt x="737" y="533"/>
                    </a:lnTo>
                    <a:cubicBezTo>
                      <a:pt x="669" y="482"/>
                      <a:pt x="593" y="432"/>
                      <a:pt x="517" y="372"/>
                    </a:cubicBezTo>
                    <a:cubicBezTo>
                      <a:pt x="364" y="262"/>
                      <a:pt x="204" y="135"/>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2"/>
              <p:cNvSpPr/>
              <p:nvPr/>
            </p:nvSpPr>
            <p:spPr>
              <a:xfrm>
                <a:off x="2001475" y="4392950"/>
                <a:ext cx="16550" cy="14800"/>
              </a:xfrm>
              <a:custGeom>
                <a:rect b="b" l="l" r="r" t="t"/>
                <a:pathLst>
                  <a:path extrusionOk="0" h="592" w="662">
                    <a:moveTo>
                      <a:pt x="0" y="1"/>
                    </a:moveTo>
                    <a:lnTo>
                      <a:pt x="187" y="212"/>
                    </a:lnTo>
                    <a:cubicBezTo>
                      <a:pt x="177" y="201"/>
                      <a:pt x="174" y="196"/>
                      <a:pt x="177" y="196"/>
                    </a:cubicBezTo>
                    <a:cubicBezTo>
                      <a:pt x="191" y="196"/>
                      <a:pt x="307" y="287"/>
                      <a:pt x="423" y="390"/>
                    </a:cubicBezTo>
                    <a:cubicBezTo>
                      <a:pt x="535" y="488"/>
                      <a:pt x="647" y="591"/>
                      <a:pt x="659" y="591"/>
                    </a:cubicBezTo>
                    <a:cubicBezTo>
                      <a:pt x="661" y="591"/>
                      <a:pt x="659" y="586"/>
                      <a:pt x="652" y="576"/>
                    </a:cubicBezTo>
                    <a:cubicBezTo>
                      <a:pt x="550" y="466"/>
                      <a:pt x="440" y="365"/>
                      <a:pt x="313" y="272"/>
                    </a:cubicBezTo>
                    <a:cubicBezTo>
                      <a:pt x="203" y="187"/>
                      <a:pt x="102" y="94"/>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2"/>
              <p:cNvSpPr/>
              <p:nvPr/>
            </p:nvSpPr>
            <p:spPr>
              <a:xfrm>
                <a:off x="1925350" y="4325700"/>
                <a:ext cx="6575" cy="3200"/>
              </a:xfrm>
              <a:custGeom>
                <a:rect b="b" l="l" r="r" t="t"/>
                <a:pathLst>
                  <a:path extrusionOk="0" h="128" w="263">
                    <a:moveTo>
                      <a:pt x="0" y="1"/>
                    </a:moveTo>
                    <a:lnTo>
                      <a:pt x="262" y="128"/>
                    </a:lnTo>
                    <a:lnTo>
                      <a:pt x="51" y="18"/>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2"/>
              <p:cNvSpPr/>
              <p:nvPr/>
            </p:nvSpPr>
            <p:spPr>
              <a:xfrm>
                <a:off x="2071475" y="4479025"/>
                <a:ext cx="5325" cy="10400"/>
              </a:xfrm>
              <a:custGeom>
                <a:rect b="b" l="l" r="r" t="t"/>
                <a:pathLst>
                  <a:path extrusionOk="0" h="416" w="213">
                    <a:moveTo>
                      <a:pt x="1" y="1"/>
                    </a:moveTo>
                    <a:lnTo>
                      <a:pt x="212" y="415"/>
                    </a:lnTo>
                    <a:lnTo>
                      <a:pt x="212" y="415"/>
                    </a:lnTo>
                    <a:lnTo>
                      <a:pt x="60" y="85"/>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2"/>
              <p:cNvSpPr/>
              <p:nvPr/>
            </p:nvSpPr>
            <p:spPr>
              <a:xfrm>
                <a:off x="2070200" y="4476700"/>
                <a:ext cx="1300" cy="2350"/>
              </a:xfrm>
              <a:custGeom>
                <a:rect b="b" l="l" r="r" t="t"/>
                <a:pathLst>
                  <a:path extrusionOk="0" h="94" w="52">
                    <a:moveTo>
                      <a:pt x="1" y="1"/>
                    </a:moveTo>
                    <a:cubicBezTo>
                      <a:pt x="18" y="35"/>
                      <a:pt x="35" y="60"/>
                      <a:pt x="52" y="94"/>
                    </a:cubicBezTo>
                    <a:cubicBezTo>
                      <a:pt x="35" y="60"/>
                      <a:pt x="18" y="35"/>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2"/>
              <p:cNvSpPr/>
              <p:nvPr/>
            </p:nvSpPr>
            <p:spPr>
              <a:xfrm>
                <a:off x="1919850" y="4321275"/>
                <a:ext cx="14600" cy="7425"/>
              </a:xfrm>
              <a:custGeom>
                <a:rect b="b" l="l" r="r" t="t"/>
                <a:pathLst>
                  <a:path extrusionOk="0" h="297" w="584">
                    <a:moveTo>
                      <a:pt x="0" y="0"/>
                    </a:moveTo>
                    <a:lnTo>
                      <a:pt x="0" y="0"/>
                    </a:lnTo>
                    <a:cubicBezTo>
                      <a:pt x="195" y="93"/>
                      <a:pt x="389" y="203"/>
                      <a:pt x="584" y="296"/>
                    </a:cubicBezTo>
                    <a:lnTo>
                      <a:pt x="203" y="85"/>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2"/>
              <p:cNvSpPr/>
              <p:nvPr/>
            </p:nvSpPr>
            <p:spPr>
              <a:xfrm>
                <a:off x="2003175" y="4381550"/>
                <a:ext cx="8300" cy="7250"/>
              </a:xfrm>
              <a:custGeom>
                <a:rect b="b" l="l" r="r" t="t"/>
                <a:pathLst>
                  <a:path extrusionOk="0" h="290" w="332">
                    <a:moveTo>
                      <a:pt x="0" y="0"/>
                    </a:moveTo>
                    <a:lnTo>
                      <a:pt x="0" y="0"/>
                    </a:lnTo>
                    <a:cubicBezTo>
                      <a:pt x="2" y="1"/>
                      <a:pt x="4" y="3"/>
                      <a:pt x="5" y="4"/>
                    </a:cubicBezTo>
                    <a:lnTo>
                      <a:pt x="5" y="4"/>
                    </a:lnTo>
                    <a:cubicBezTo>
                      <a:pt x="3" y="2"/>
                      <a:pt x="2" y="1"/>
                      <a:pt x="0" y="0"/>
                    </a:cubicBezTo>
                    <a:close/>
                    <a:moveTo>
                      <a:pt x="5" y="4"/>
                    </a:moveTo>
                    <a:cubicBezTo>
                      <a:pt x="65" y="51"/>
                      <a:pt x="312" y="289"/>
                      <a:pt x="328" y="289"/>
                    </a:cubicBezTo>
                    <a:cubicBezTo>
                      <a:pt x="331" y="289"/>
                      <a:pt x="323" y="276"/>
                      <a:pt x="296" y="245"/>
                    </a:cubicBezTo>
                    <a:cubicBezTo>
                      <a:pt x="196" y="162"/>
                      <a:pt x="105" y="79"/>
                      <a:pt x="5"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2"/>
              <p:cNvSpPr/>
              <p:nvPr/>
            </p:nvSpPr>
            <p:spPr>
              <a:xfrm>
                <a:off x="2098750" y="4546275"/>
                <a:ext cx="3000" cy="12300"/>
              </a:xfrm>
              <a:custGeom>
                <a:rect b="b" l="l" r="r" t="t"/>
                <a:pathLst>
                  <a:path extrusionOk="0" h="492" w="120">
                    <a:moveTo>
                      <a:pt x="1" y="1"/>
                    </a:moveTo>
                    <a:lnTo>
                      <a:pt x="9" y="43"/>
                    </a:lnTo>
                    <a:cubicBezTo>
                      <a:pt x="60" y="187"/>
                      <a:pt x="85" y="339"/>
                      <a:pt x="119" y="492"/>
                    </a:cubicBezTo>
                    <a:lnTo>
                      <a:pt x="119" y="441"/>
                    </a:lnTo>
                    <a:lnTo>
                      <a:pt x="68" y="221"/>
                    </a:lnTo>
                    <a:cubicBezTo>
                      <a:pt x="52" y="145"/>
                      <a:pt x="26" y="77"/>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2"/>
              <p:cNvSpPr/>
              <p:nvPr/>
            </p:nvSpPr>
            <p:spPr>
              <a:xfrm>
                <a:off x="2062175" y="4440550"/>
                <a:ext cx="7050" cy="10325"/>
              </a:xfrm>
              <a:custGeom>
                <a:rect b="b" l="l" r="r" t="t"/>
                <a:pathLst>
                  <a:path extrusionOk="0" h="413" w="282">
                    <a:moveTo>
                      <a:pt x="22" y="59"/>
                    </a:moveTo>
                    <a:cubicBezTo>
                      <a:pt x="22" y="63"/>
                      <a:pt x="28" y="76"/>
                      <a:pt x="43" y="102"/>
                    </a:cubicBezTo>
                    <a:cubicBezTo>
                      <a:pt x="35" y="87"/>
                      <a:pt x="28" y="73"/>
                      <a:pt x="22" y="59"/>
                    </a:cubicBezTo>
                    <a:close/>
                    <a:moveTo>
                      <a:pt x="0" y="0"/>
                    </a:moveTo>
                    <a:lnTo>
                      <a:pt x="0" y="0"/>
                    </a:lnTo>
                    <a:cubicBezTo>
                      <a:pt x="5" y="20"/>
                      <a:pt x="13" y="39"/>
                      <a:pt x="22" y="59"/>
                    </a:cubicBezTo>
                    <a:lnTo>
                      <a:pt x="22" y="59"/>
                    </a:lnTo>
                    <a:cubicBezTo>
                      <a:pt x="22" y="58"/>
                      <a:pt x="22" y="58"/>
                      <a:pt x="22" y="58"/>
                    </a:cubicBezTo>
                    <a:cubicBezTo>
                      <a:pt x="36" y="58"/>
                      <a:pt x="273" y="412"/>
                      <a:pt x="280" y="412"/>
                    </a:cubicBezTo>
                    <a:cubicBezTo>
                      <a:pt x="282" y="412"/>
                      <a:pt x="259" y="374"/>
                      <a:pt x="195" y="271"/>
                    </a:cubicBezTo>
                    <a:cubicBezTo>
                      <a:pt x="127" y="161"/>
                      <a:pt x="76" y="102"/>
                      <a:pt x="43" y="59"/>
                    </a:cubicBezTo>
                    <a:cubicBezTo>
                      <a:pt x="17" y="17"/>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2"/>
              <p:cNvSpPr/>
              <p:nvPr/>
            </p:nvSpPr>
            <p:spPr>
              <a:xfrm>
                <a:off x="2112925" y="4575900"/>
                <a:ext cx="650" cy="4675"/>
              </a:xfrm>
              <a:custGeom>
                <a:rect b="b" l="l" r="r" t="t"/>
                <a:pathLst>
                  <a:path extrusionOk="0" h="187" w="26">
                    <a:moveTo>
                      <a:pt x="1" y="0"/>
                    </a:moveTo>
                    <a:cubicBezTo>
                      <a:pt x="9" y="59"/>
                      <a:pt x="17" y="127"/>
                      <a:pt x="26" y="186"/>
                    </a:cubicBezTo>
                    <a:cubicBezTo>
                      <a:pt x="17" y="110"/>
                      <a:pt x="9" y="51"/>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2"/>
              <p:cNvSpPr/>
              <p:nvPr/>
            </p:nvSpPr>
            <p:spPr>
              <a:xfrm>
                <a:off x="2110800" y="4562150"/>
                <a:ext cx="2150" cy="13775"/>
              </a:xfrm>
              <a:custGeom>
                <a:rect b="b" l="l" r="r" t="t"/>
                <a:pathLst>
                  <a:path extrusionOk="0" h="551" w="86">
                    <a:moveTo>
                      <a:pt x="1" y="0"/>
                    </a:moveTo>
                    <a:lnTo>
                      <a:pt x="1" y="0"/>
                    </a:lnTo>
                    <a:cubicBezTo>
                      <a:pt x="26" y="127"/>
                      <a:pt x="35" y="212"/>
                      <a:pt x="43" y="296"/>
                    </a:cubicBezTo>
                    <a:cubicBezTo>
                      <a:pt x="60" y="373"/>
                      <a:pt x="69" y="449"/>
                      <a:pt x="86" y="550"/>
                    </a:cubicBezTo>
                    <a:cubicBezTo>
                      <a:pt x="69" y="364"/>
                      <a:pt x="43" y="178"/>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2"/>
              <p:cNvSpPr/>
              <p:nvPr/>
            </p:nvSpPr>
            <p:spPr>
              <a:xfrm>
                <a:off x="2113475" y="4622850"/>
                <a:ext cx="1375" cy="12000"/>
              </a:xfrm>
              <a:custGeom>
                <a:rect b="b" l="l" r="r" t="t"/>
                <a:pathLst>
                  <a:path extrusionOk="0" h="480" w="55">
                    <a:moveTo>
                      <a:pt x="38" y="0"/>
                    </a:moveTo>
                    <a:lnTo>
                      <a:pt x="38" y="42"/>
                    </a:lnTo>
                    <a:cubicBezTo>
                      <a:pt x="16" y="305"/>
                      <a:pt x="0" y="479"/>
                      <a:pt x="7" y="479"/>
                    </a:cubicBezTo>
                    <a:cubicBezTo>
                      <a:pt x="8" y="479"/>
                      <a:pt x="10" y="475"/>
                      <a:pt x="12" y="465"/>
                    </a:cubicBezTo>
                    <a:lnTo>
                      <a:pt x="29" y="279"/>
                    </a:lnTo>
                    <a:cubicBezTo>
                      <a:pt x="29" y="358"/>
                      <a:pt x="29" y="391"/>
                      <a:pt x="30" y="391"/>
                    </a:cubicBezTo>
                    <a:cubicBezTo>
                      <a:pt x="31" y="391"/>
                      <a:pt x="33" y="318"/>
                      <a:pt x="38" y="212"/>
                    </a:cubicBezTo>
                    <a:cubicBezTo>
                      <a:pt x="55" y="17"/>
                      <a:pt x="38" y="26"/>
                      <a:pt x="3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2"/>
              <p:cNvSpPr/>
              <p:nvPr/>
            </p:nvSpPr>
            <p:spPr>
              <a:xfrm>
                <a:off x="2013100" y="4787800"/>
                <a:ext cx="27725" cy="33025"/>
              </a:xfrm>
              <a:custGeom>
                <a:rect b="b" l="l" r="r" t="t"/>
                <a:pathLst>
                  <a:path extrusionOk="0" h="1321" w="1109">
                    <a:moveTo>
                      <a:pt x="1109" y="0"/>
                    </a:moveTo>
                    <a:lnTo>
                      <a:pt x="1109" y="0"/>
                    </a:lnTo>
                    <a:cubicBezTo>
                      <a:pt x="1096" y="18"/>
                      <a:pt x="1083" y="35"/>
                      <a:pt x="1072" y="50"/>
                    </a:cubicBezTo>
                    <a:lnTo>
                      <a:pt x="1072" y="50"/>
                    </a:lnTo>
                    <a:cubicBezTo>
                      <a:pt x="1084" y="34"/>
                      <a:pt x="1096" y="18"/>
                      <a:pt x="1109" y="0"/>
                    </a:cubicBezTo>
                    <a:close/>
                    <a:moveTo>
                      <a:pt x="1072" y="50"/>
                    </a:moveTo>
                    <a:cubicBezTo>
                      <a:pt x="880" y="308"/>
                      <a:pt x="745" y="468"/>
                      <a:pt x="610" y="635"/>
                    </a:cubicBezTo>
                    <a:lnTo>
                      <a:pt x="356" y="931"/>
                    </a:lnTo>
                    <a:lnTo>
                      <a:pt x="1" y="1320"/>
                    </a:lnTo>
                    <a:cubicBezTo>
                      <a:pt x="408" y="898"/>
                      <a:pt x="537" y="735"/>
                      <a:pt x="562" y="735"/>
                    </a:cubicBezTo>
                    <a:cubicBezTo>
                      <a:pt x="566" y="735"/>
                      <a:pt x="568" y="739"/>
                      <a:pt x="568" y="745"/>
                    </a:cubicBezTo>
                    <a:cubicBezTo>
                      <a:pt x="950" y="283"/>
                      <a:pt x="890" y="301"/>
                      <a:pt x="1072" y="5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2"/>
              <p:cNvSpPr/>
              <p:nvPr/>
            </p:nvSpPr>
            <p:spPr>
              <a:xfrm>
                <a:off x="2040800" y="4782725"/>
                <a:ext cx="3625" cy="5100"/>
              </a:xfrm>
              <a:custGeom>
                <a:rect b="b" l="l" r="r" t="t"/>
                <a:pathLst>
                  <a:path extrusionOk="0" h="204" w="145">
                    <a:moveTo>
                      <a:pt x="145" y="0"/>
                    </a:moveTo>
                    <a:cubicBezTo>
                      <a:pt x="86" y="85"/>
                      <a:pt x="35" y="144"/>
                      <a:pt x="1" y="203"/>
                    </a:cubicBezTo>
                    <a:cubicBezTo>
                      <a:pt x="43" y="136"/>
                      <a:pt x="94" y="77"/>
                      <a:pt x="14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2"/>
              <p:cNvSpPr/>
              <p:nvPr/>
            </p:nvSpPr>
            <p:spPr>
              <a:xfrm>
                <a:off x="2116950" y="4565100"/>
                <a:ext cx="2350" cy="10825"/>
              </a:xfrm>
              <a:custGeom>
                <a:rect b="b" l="l" r="r" t="t"/>
                <a:pathLst>
                  <a:path extrusionOk="0" h="433" w="94">
                    <a:moveTo>
                      <a:pt x="0" y="1"/>
                    </a:moveTo>
                    <a:lnTo>
                      <a:pt x="93" y="432"/>
                    </a:lnTo>
                    <a:lnTo>
                      <a:pt x="60" y="271"/>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2"/>
              <p:cNvSpPr/>
              <p:nvPr/>
            </p:nvSpPr>
            <p:spPr>
              <a:xfrm>
                <a:off x="1995350" y="4830950"/>
                <a:ext cx="7850" cy="7200"/>
              </a:xfrm>
              <a:custGeom>
                <a:rect b="b" l="l" r="r" t="t"/>
                <a:pathLst>
                  <a:path extrusionOk="0" h="288" w="314">
                    <a:moveTo>
                      <a:pt x="313" y="0"/>
                    </a:moveTo>
                    <a:cubicBezTo>
                      <a:pt x="203" y="93"/>
                      <a:pt x="102" y="186"/>
                      <a:pt x="0" y="288"/>
                    </a:cubicBezTo>
                    <a:cubicBezTo>
                      <a:pt x="93" y="203"/>
                      <a:pt x="237" y="68"/>
                      <a:pt x="31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2"/>
              <p:cNvSpPr/>
              <p:nvPr/>
            </p:nvSpPr>
            <p:spPr>
              <a:xfrm>
                <a:off x="2046100" y="4782300"/>
                <a:ext cx="10175" cy="13775"/>
              </a:xfrm>
              <a:custGeom>
                <a:rect b="b" l="l" r="r" t="t"/>
                <a:pathLst>
                  <a:path extrusionOk="0" h="551" w="407">
                    <a:moveTo>
                      <a:pt x="406" y="1"/>
                    </a:moveTo>
                    <a:lnTo>
                      <a:pt x="347" y="86"/>
                    </a:lnTo>
                    <a:lnTo>
                      <a:pt x="347" y="86"/>
                    </a:lnTo>
                    <a:cubicBezTo>
                      <a:pt x="367" y="58"/>
                      <a:pt x="387" y="30"/>
                      <a:pt x="406" y="1"/>
                    </a:cubicBezTo>
                    <a:close/>
                    <a:moveTo>
                      <a:pt x="347" y="86"/>
                    </a:moveTo>
                    <a:lnTo>
                      <a:pt x="347" y="86"/>
                    </a:lnTo>
                    <a:cubicBezTo>
                      <a:pt x="296" y="155"/>
                      <a:pt x="243" y="219"/>
                      <a:pt x="195" y="280"/>
                    </a:cubicBezTo>
                    <a:cubicBezTo>
                      <a:pt x="119" y="364"/>
                      <a:pt x="51" y="457"/>
                      <a:pt x="0" y="550"/>
                    </a:cubicBezTo>
                    <a:cubicBezTo>
                      <a:pt x="26" y="525"/>
                      <a:pt x="102" y="423"/>
                      <a:pt x="187" y="314"/>
                    </a:cubicBezTo>
                    <a:lnTo>
                      <a:pt x="347" y="86"/>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2"/>
              <p:cNvSpPr/>
              <p:nvPr/>
            </p:nvSpPr>
            <p:spPr>
              <a:xfrm>
                <a:off x="1959600" y="4863950"/>
                <a:ext cx="9125" cy="6350"/>
              </a:xfrm>
              <a:custGeom>
                <a:rect b="b" l="l" r="r" t="t"/>
                <a:pathLst>
                  <a:path extrusionOk="0" h="254" w="365">
                    <a:moveTo>
                      <a:pt x="353" y="1"/>
                    </a:moveTo>
                    <a:cubicBezTo>
                      <a:pt x="342" y="1"/>
                      <a:pt x="252" y="63"/>
                      <a:pt x="1" y="254"/>
                    </a:cubicBezTo>
                    <a:cubicBezTo>
                      <a:pt x="82" y="199"/>
                      <a:pt x="201" y="118"/>
                      <a:pt x="219" y="118"/>
                    </a:cubicBezTo>
                    <a:cubicBezTo>
                      <a:pt x="224" y="118"/>
                      <a:pt x="222" y="123"/>
                      <a:pt x="212" y="135"/>
                    </a:cubicBezTo>
                    <a:cubicBezTo>
                      <a:pt x="282" y="74"/>
                      <a:pt x="364" y="1"/>
                      <a:pt x="35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2"/>
              <p:cNvSpPr/>
              <p:nvPr/>
            </p:nvSpPr>
            <p:spPr>
              <a:xfrm>
                <a:off x="2026225" y="4809375"/>
                <a:ext cx="9100" cy="10800"/>
              </a:xfrm>
              <a:custGeom>
                <a:rect b="b" l="l" r="r" t="t"/>
                <a:pathLst>
                  <a:path extrusionOk="0" h="432" w="364">
                    <a:moveTo>
                      <a:pt x="364" y="0"/>
                    </a:moveTo>
                    <a:cubicBezTo>
                      <a:pt x="237" y="144"/>
                      <a:pt x="127" y="296"/>
                      <a:pt x="0" y="432"/>
                    </a:cubicBezTo>
                    <a:lnTo>
                      <a:pt x="68" y="364"/>
                    </a:lnTo>
                    <a:lnTo>
                      <a:pt x="36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2"/>
              <p:cNvSpPr/>
              <p:nvPr/>
            </p:nvSpPr>
            <p:spPr>
              <a:xfrm>
                <a:off x="2046300" y="4789000"/>
                <a:ext cx="13550" cy="16375"/>
              </a:xfrm>
              <a:custGeom>
                <a:rect b="b" l="l" r="r" t="t"/>
                <a:pathLst>
                  <a:path extrusionOk="0" h="655" w="542">
                    <a:moveTo>
                      <a:pt x="536" y="0"/>
                    </a:moveTo>
                    <a:cubicBezTo>
                      <a:pt x="524" y="0"/>
                      <a:pt x="443" y="97"/>
                      <a:pt x="373" y="172"/>
                    </a:cubicBezTo>
                    <a:cubicBezTo>
                      <a:pt x="327" y="230"/>
                      <a:pt x="286" y="280"/>
                      <a:pt x="279" y="280"/>
                    </a:cubicBezTo>
                    <a:cubicBezTo>
                      <a:pt x="271" y="280"/>
                      <a:pt x="311" y="210"/>
                      <a:pt x="449" y="3"/>
                    </a:cubicBezTo>
                    <a:lnTo>
                      <a:pt x="449" y="3"/>
                    </a:lnTo>
                    <a:cubicBezTo>
                      <a:pt x="181" y="368"/>
                      <a:pt x="125" y="442"/>
                      <a:pt x="132" y="442"/>
                    </a:cubicBezTo>
                    <a:cubicBezTo>
                      <a:pt x="134" y="442"/>
                      <a:pt x="143" y="434"/>
                      <a:pt x="153" y="426"/>
                    </a:cubicBezTo>
                    <a:cubicBezTo>
                      <a:pt x="173" y="410"/>
                      <a:pt x="196" y="388"/>
                      <a:pt x="201" y="388"/>
                    </a:cubicBezTo>
                    <a:cubicBezTo>
                      <a:pt x="210" y="388"/>
                      <a:pt x="172" y="442"/>
                      <a:pt x="1" y="655"/>
                    </a:cubicBezTo>
                    <a:cubicBezTo>
                      <a:pt x="296" y="299"/>
                      <a:pt x="456" y="105"/>
                      <a:pt x="474" y="105"/>
                    </a:cubicBezTo>
                    <a:cubicBezTo>
                      <a:pt x="476" y="105"/>
                      <a:pt x="476" y="108"/>
                      <a:pt x="475" y="113"/>
                    </a:cubicBezTo>
                    <a:cubicBezTo>
                      <a:pt x="526" y="31"/>
                      <a:pt x="542" y="0"/>
                      <a:pt x="53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2"/>
              <p:cNvSpPr/>
              <p:nvPr/>
            </p:nvSpPr>
            <p:spPr>
              <a:xfrm>
                <a:off x="2042500" y="4805350"/>
                <a:ext cx="3825" cy="4675"/>
              </a:xfrm>
              <a:custGeom>
                <a:rect b="b" l="l" r="r" t="t"/>
                <a:pathLst>
                  <a:path extrusionOk="0" h="187" w="153">
                    <a:moveTo>
                      <a:pt x="153" y="1"/>
                    </a:moveTo>
                    <a:lnTo>
                      <a:pt x="1" y="187"/>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2"/>
              <p:cNvSpPr/>
              <p:nvPr/>
            </p:nvSpPr>
            <p:spPr>
              <a:xfrm>
                <a:off x="1898275" y="4915325"/>
                <a:ext cx="4025" cy="1925"/>
              </a:xfrm>
              <a:custGeom>
                <a:rect b="b" l="l" r="r" t="t"/>
                <a:pathLst>
                  <a:path extrusionOk="0" h="77" w="161">
                    <a:moveTo>
                      <a:pt x="0" y="77"/>
                    </a:moveTo>
                    <a:lnTo>
                      <a:pt x="16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2"/>
              <p:cNvSpPr/>
              <p:nvPr/>
            </p:nvSpPr>
            <p:spPr>
              <a:xfrm>
                <a:off x="1979100" y="4842175"/>
                <a:ext cx="33800" cy="30875"/>
              </a:xfrm>
              <a:custGeom>
                <a:rect b="b" l="l" r="r" t="t"/>
                <a:pathLst>
                  <a:path extrusionOk="0" h="1235" w="1352">
                    <a:moveTo>
                      <a:pt x="1352" y="0"/>
                    </a:moveTo>
                    <a:cubicBezTo>
                      <a:pt x="1331" y="23"/>
                      <a:pt x="1310" y="45"/>
                      <a:pt x="1289" y="68"/>
                    </a:cubicBezTo>
                    <a:lnTo>
                      <a:pt x="1289" y="68"/>
                    </a:lnTo>
                    <a:cubicBezTo>
                      <a:pt x="1311" y="44"/>
                      <a:pt x="1332" y="21"/>
                      <a:pt x="1352" y="0"/>
                    </a:cubicBezTo>
                    <a:close/>
                    <a:moveTo>
                      <a:pt x="1289" y="68"/>
                    </a:moveTo>
                    <a:cubicBezTo>
                      <a:pt x="1205" y="158"/>
                      <a:pt x="1100" y="265"/>
                      <a:pt x="980" y="372"/>
                    </a:cubicBezTo>
                    <a:cubicBezTo>
                      <a:pt x="912" y="439"/>
                      <a:pt x="836" y="507"/>
                      <a:pt x="760" y="583"/>
                    </a:cubicBezTo>
                    <a:lnTo>
                      <a:pt x="532" y="786"/>
                    </a:lnTo>
                    <a:cubicBezTo>
                      <a:pt x="242" y="1043"/>
                      <a:pt x="1" y="1235"/>
                      <a:pt x="30" y="1235"/>
                    </a:cubicBezTo>
                    <a:cubicBezTo>
                      <a:pt x="31" y="1235"/>
                      <a:pt x="32" y="1235"/>
                      <a:pt x="33" y="1235"/>
                    </a:cubicBezTo>
                    <a:cubicBezTo>
                      <a:pt x="346" y="998"/>
                      <a:pt x="642" y="735"/>
                      <a:pt x="921" y="456"/>
                    </a:cubicBezTo>
                    <a:lnTo>
                      <a:pt x="921" y="456"/>
                    </a:lnTo>
                    <a:lnTo>
                      <a:pt x="785" y="575"/>
                    </a:lnTo>
                    <a:cubicBezTo>
                      <a:pt x="958" y="410"/>
                      <a:pt x="1124" y="245"/>
                      <a:pt x="1289" y="6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2"/>
              <p:cNvSpPr/>
              <p:nvPr/>
            </p:nvSpPr>
            <p:spPr>
              <a:xfrm>
                <a:off x="1788925" y="4940700"/>
                <a:ext cx="10175" cy="3150"/>
              </a:xfrm>
              <a:custGeom>
                <a:rect b="b" l="l" r="r" t="t"/>
                <a:pathLst>
                  <a:path extrusionOk="0" h="126" w="407">
                    <a:moveTo>
                      <a:pt x="407" y="1"/>
                    </a:moveTo>
                    <a:cubicBezTo>
                      <a:pt x="271" y="34"/>
                      <a:pt x="136" y="68"/>
                      <a:pt x="1" y="102"/>
                    </a:cubicBezTo>
                    <a:cubicBezTo>
                      <a:pt x="13" y="100"/>
                      <a:pt x="22" y="100"/>
                      <a:pt x="28" y="100"/>
                    </a:cubicBezTo>
                    <a:cubicBezTo>
                      <a:pt x="64" y="100"/>
                      <a:pt x="8" y="125"/>
                      <a:pt x="18" y="125"/>
                    </a:cubicBezTo>
                    <a:cubicBezTo>
                      <a:pt x="23" y="125"/>
                      <a:pt x="42" y="119"/>
                      <a:pt x="94" y="102"/>
                    </a:cubicBezTo>
                    <a:lnTo>
                      <a:pt x="40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2"/>
              <p:cNvSpPr/>
              <p:nvPr/>
            </p:nvSpPr>
            <p:spPr>
              <a:xfrm>
                <a:off x="1787025" y="4943250"/>
                <a:ext cx="1925" cy="650"/>
              </a:xfrm>
              <a:custGeom>
                <a:rect b="b" l="l" r="r" t="t"/>
                <a:pathLst>
                  <a:path extrusionOk="0" h="26" w="77">
                    <a:moveTo>
                      <a:pt x="77" y="0"/>
                    </a:moveTo>
                    <a:lnTo>
                      <a:pt x="1" y="25"/>
                    </a:lnTo>
                    <a:cubicBezTo>
                      <a:pt x="34" y="17"/>
                      <a:pt x="60" y="9"/>
                      <a:pt x="7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2"/>
              <p:cNvSpPr/>
              <p:nvPr/>
            </p:nvSpPr>
            <p:spPr>
              <a:xfrm>
                <a:off x="1931250" y="4890375"/>
                <a:ext cx="14850" cy="9125"/>
              </a:xfrm>
              <a:custGeom>
                <a:rect b="b" l="l" r="r" t="t"/>
                <a:pathLst>
                  <a:path extrusionOk="0" h="365" w="594">
                    <a:moveTo>
                      <a:pt x="593" y="0"/>
                    </a:moveTo>
                    <a:lnTo>
                      <a:pt x="593" y="0"/>
                    </a:lnTo>
                    <a:cubicBezTo>
                      <a:pt x="390" y="110"/>
                      <a:pt x="187" y="229"/>
                      <a:pt x="1" y="364"/>
                    </a:cubicBezTo>
                    <a:cubicBezTo>
                      <a:pt x="221" y="237"/>
                      <a:pt x="390" y="127"/>
                      <a:pt x="59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2"/>
              <p:cNvSpPr/>
              <p:nvPr/>
            </p:nvSpPr>
            <p:spPr>
              <a:xfrm>
                <a:off x="1732050" y="4953825"/>
                <a:ext cx="14825" cy="2775"/>
              </a:xfrm>
              <a:custGeom>
                <a:rect b="b" l="l" r="r" t="t"/>
                <a:pathLst>
                  <a:path extrusionOk="0" h="111" w="593">
                    <a:moveTo>
                      <a:pt x="592" y="0"/>
                    </a:moveTo>
                    <a:lnTo>
                      <a:pt x="592" y="0"/>
                    </a:lnTo>
                    <a:cubicBezTo>
                      <a:pt x="497" y="21"/>
                      <a:pt x="400" y="39"/>
                      <a:pt x="302" y="57"/>
                    </a:cubicBezTo>
                    <a:lnTo>
                      <a:pt x="302" y="57"/>
                    </a:lnTo>
                    <a:cubicBezTo>
                      <a:pt x="401" y="40"/>
                      <a:pt x="498" y="23"/>
                      <a:pt x="592" y="0"/>
                    </a:cubicBezTo>
                    <a:close/>
                    <a:moveTo>
                      <a:pt x="302" y="57"/>
                    </a:moveTo>
                    <a:lnTo>
                      <a:pt x="302" y="57"/>
                    </a:lnTo>
                    <a:cubicBezTo>
                      <a:pt x="216" y="72"/>
                      <a:pt x="129" y="86"/>
                      <a:pt x="42" y="102"/>
                    </a:cubicBezTo>
                    <a:lnTo>
                      <a:pt x="0" y="110"/>
                    </a:lnTo>
                    <a:cubicBezTo>
                      <a:pt x="99" y="93"/>
                      <a:pt x="201" y="76"/>
                      <a:pt x="302" y="5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2"/>
              <p:cNvSpPr/>
              <p:nvPr/>
            </p:nvSpPr>
            <p:spPr>
              <a:xfrm>
                <a:off x="1654425" y="4962900"/>
                <a:ext cx="13975" cy="1300"/>
              </a:xfrm>
              <a:custGeom>
                <a:rect b="b" l="l" r="r" t="t"/>
                <a:pathLst>
                  <a:path extrusionOk="0" h="52" w="559">
                    <a:moveTo>
                      <a:pt x="466" y="1"/>
                    </a:moveTo>
                    <a:lnTo>
                      <a:pt x="1" y="52"/>
                    </a:lnTo>
                    <a:lnTo>
                      <a:pt x="102" y="52"/>
                    </a:lnTo>
                    <a:lnTo>
                      <a:pt x="55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2"/>
              <p:cNvSpPr/>
              <p:nvPr/>
            </p:nvSpPr>
            <p:spPr>
              <a:xfrm>
                <a:off x="1751500" y="4964375"/>
                <a:ext cx="20500" cy="3850"/>
              </a:xfrm>
              <a:custGeom>
                <a:rect b="b" l="l" r="r" t="t"/>
                <a:pathLst>
                  <a:path extrusionOk="0" h="154" w="820">
                    <a:moveTo>
                      <a:pt x="757" y="0"/>
                    </a:moveTo>
                    <a:cubicBezTo>
                      <a:pt x="754" y="0"/>
                      <a:pt x="750" y="1"/>
                      <a:pt x="745" y="1"/>
                    </a:cubicBezTo>
                    <a:lnTo>
                      <a:pt x="0" y="145"/>
                    </a:lnTo>
                    <a:cubicBezTo>
                      <a:pt x="195" y="136"/>
                      <a:pt x="203" y="111"/>
                      <a:pt x="635" y="35"/>
                    </a:cubicBezTo>
                    <a:lnTo>
                      <a:pt x="635" y="35"/>
                    </a:lnTo>
                    <a:lnTo>
                      <a:pt x="178" y="153"/>
                    </a:lnTo>
                    <a:cubicBezTo>
                      <a:pt x="541" y="81"/>
                      <a:pt x="819" y="0"/>
                      <a:pt x="75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2"/>
              <p:cNvSpPr/>
              <p:nvPr/>
            </p:nvSpPr>
            <p:spPr>
              <a:xfrm>
                <a:off x="1015750" y="4719275"/>
                <a:ext cx="261825" cy="204100"/>
              </a:xfrm>
              <a:custGeom>
                <a:rect b="b" l="l" r="r" t="t"/>
                <a:pathLst>
                  <a:path extrusionOk="0" h="8164" w="10473">
                    <a:moveTo>
                      <a:pt x="5744" y="6024"/>
                    </a:moveTo>
                    <a:cubicBezTo>
                      <a:pt x="5840" y="6082"/>
                      <a:pt x="5900" y="6116"/>
                      <a:pt x="5937" y="6134"/>
                    </a:cubicBezTo>
                    <a:lnTo>
                      <a:pt x="5937" y="6134"/>
                    </a:lnTo>
                    <a:cubicBezTo>
                      <a:pt x="5873" y="6097"/>
                      <a:pt x="5809" y="6060"/>
                      <a:pt x="5744" y="6024"/>
                    </a:cubicBezTo>
                    <a:close/>
                    <a:moveTo>
                      <a:pt x="0" y="1"/>
                    </a:moveTo>
                    <a:cubicBezTo>
                      <a:pt x="85" y="161"/>
                      <a:pt x="178" y="305"/>
                      <a:pt x="262" y="457"/>
                    </a:cubicBezTo>
                    <a:cubicBezTo>
                      <a:pt x="356" y="601"/>
                      <a:pt x="449" y="754"/>
                      <a:pt x="550" y="914"/>
                    </a:cubicBezTo>
                    <a:cubicBezTo>
                      <a:pt x="486" y="828"/>
                      <a:pt x="457" y="793"/>
                      <a:pt x="452" y="793"/>
                    </a:cubicBezTo>
                    <a:cubicBezTo>
                      <a:pt x="445" y="793"/>
                      <a:pt x="502" y="885"/>
                      <a:pt x="575" y="990"/>
                    </a:cubicBezTo>
                    <a:cubicBezTo>
                      <a:pt x="680" y="1139"/>
                      <a:pt x="810" y="1314"/>
                      <a:pt x="794" y="1314"/>
                    </a:cubicBezTo>
                    <a:cubicBezTo>
                      <a:pt x="792" y="1314"/>
                      <a:pt x="787" y="1311"/>
                      <a:pt x="778" y="1303"/>
                    </a:cubicBezTo>
                    <a:cubicBezTo>
                      <a:pt x="702" y="1202"/>
                      <a:pt x="609" y="1075"/>
                      <a:pt x="516" y="948"/>
                    </a:cubicBezTo>
                    <a:cubicBezTo>
                      <a:pt x="432" y="830"/>
                      <a:pt x="356" y="694"/>
                      <a:pt x="296" y="601"/>
                    </a:cubicBezTo>
                    <a:cubicBezTo>
                      <a:pt x="290" y="594"/>
                      <a:pt x="286" y="591"/>
                      <a:pt x="285" y="591"/>
                    </a:cubicBezTo>
                    <a:cubicBezTo>
                      <a:pt x="272" y="591"/>
                      <a:pt x="393" y="797"/>
                      <a:pt x="367" y="797"/>
                    </a:cubicBezTo>
                    <a:cubicBezTo>
                      <a:pt x="366" y="797"/>
                      <a:pt x="365" y="796"/>
                      <a:pt x="364" y="796"/>
                    </a:cubicBezTo>
                    <a:lnTo>
                      <a:pt x="364" y="796"/>
                    </a:lnTo>
                    <a:cubicBezTo>
                      <a:pt x="465" y="957"/>
                      <a:pt x="575" y="1117"/>
                      <a:pt x="694" y="1270"/>
                    </a:cubicBezTo>
                    <a:cubicBezTo>
                      <a:pt x="795" y="1405"/>
                      <a:pt x="880" y="1506"/>
                      <a:pt x="965" y="1608"/>
                    </a:cubicBezTo>
                    <a:cubicBezTo>
                      <a:pt x="1049" y="1718"/>
                      <a:pt x="1142" y="1811"/>
                      <a:pt x="1244" y="1929"/>
                    </a:cubicBezTo>
                    <a:cubicBezTo>
                      <a:pt x="1345" y="2048"/>
                      <a:pt x="1464" y="2192"/>
                      <a:pt x="1607" y="2369"/>
                    </a:cubicBezTo>
                    <a:cubicBezTo>
                      <a:pt x="1591" y="2361"/>
                      <a:pt x="1531" y="2310"/>
                      <a:pt x="1523" y="2310"/>
                    </a:cubicBezTo>
                    <a:cubicBezTo>
                      <a:pt x="1523" y="2310"/>
                      <a:pt x="1574" y="2378"/>
                      <a:pt x="1777" y="2598"/>
                    </a:cubicBezTo>
                    <a:lnTo>
                      <a:pt x="1667" y="2488"/>
                    </a:lnTo>
                    <a:lnTo>
                      <a:pt x="1667" y="2488"/>
                    </a:lnTo>
                    <a:cubicBezTo>
                      <a:pt x="2327" y="3198"/>
                      <a:pt x="2149" y="3080"/>
                      <a:pt x="2606" y="3477"/>
                    </a:cubicBezTo>
                    <a:lnTo>
                      <a:pt x="2580" y="3486"/>
                    </a:lnTo>
                    <a:cubicBezTo>
                      <a:pt x="2733" y="3638"/>
                      <a:pt x="2986" y="3850"/>
                      <a:pt x="3232" y="4078"/>
                    </a:cubicBezTo>
                    <a:cubicBezTo>
                      <a:pt x="3291" y="4129"/>
                      <a:pt x="3350" y="4180"/>
                      <a:pt x="3409" y="4239"/>
                    </a:cubicBezTo>
                    <a:lnTo>
                      <a:pt x="3595" y="4391"/>
                    </a:lnTo>
                    <a:lnTo>
                      <a:pt x="3917" y="4662"/>
                    </a:lnTo>
                    <a:lnTo>
                      <a:pt x="3892" y="4645"/>
                    </a:lnTo>
                    <a:lnTo>
                      <a:pt x="4078" y="4789"/>
                    </a:lnTo>
                    <a:lnTo>
                      <a:pt x="4230" y="4899"/>
                    </a:lnTo>
                    <a:lnTo>
                      <a:pt x="4467" y="5076"/>
                    </a:lnTo>
                    <a:lnTo>
                      <a:pt x="4754" y="5296"/>
                    </a:lnTo>
                    <a:cubicBezTo>
                      <a:pt x="4839" y="5355"/>
                      <a:pt x="4932" y="5415"/>
                      <a:pt x="5076" y="5525"/>
                    </a:cubicBezTo>
                    <a:lnTo>
                      <a:pt x="5347" y="5711"/>
                    </a:lnTo>
                    <a:cubicBezTo>
                      <a:pt x="5406" y="5745"/>
                      <a:pt x="5465" y="5787"/>
                      <a:pt x="5533" y="5829"/>
                    </a:cubicBezTo>
                    <a:lnTo>
                      <a:pt x="5753" y="5973"/>
                    </a:lnTo>
                    <a:cubicBezTo>
                      <a:pt x="5651" y="5914"/>
                      <a:pt x="5550" y="5855"/>
                      <a:pt x="5448" y="5795"/>
                    </a:cubicBezTo>
                    <a:lnTo>
                      <a:pt x="5152" y="5609"/>
                    </a:lnTo>
                    <a:lnTo>
                      <a:pt x="5152" y="5609"/>
                    </a:lnTo>
                    <a:cubicBezTo>
                      <a:pt x="5575" y="5922"/>
                      <a:pt x="5702" y="5948"/>
                      <a:pt x="6015" y="6151"/>
                    </a:cubicBezTo>
                    <a:cubicBezTo>
                      <a:pt x="6013" y="6150"/>
                      <a:pt x="6012" y="6150"/>
                      <a:pt x="6011" y="6150"/>
                    </a:cubicBezTo>
                    <a:cubicBezTo>
                      <a:pt x="6005" y="6150"/>
                      <a:pt x="6006" y="6156"/>
                      <a:pt x="5997" y="6156"/>
                    </a:cubicBezTo>
                    <a:cubicBezTo>
                      <a:pt x="5988" y="6156"/>
                      <a:pt x="5972" y="6151"/>
                      <a:pt x="5937" y="6134"/>
                    </a:cubicBezTo>
                    <a:lnTo>
                      <a:pt x="5937" y="6134"/>
                    </a:lnTo>
                    <a:cubicBezTo>
                      <a:pt x="6141" y="6252"/>
                      <a:pt x="6342" y="6371"/>
                      <a:pt x="6548" y="6481"/>
                    </a:cubicBezTo>
                    <a:lnTo>
                      <a:pt x="6954" y="6700"/>
                    </a:lnTo>
                    <a:cubicBezTo>
                      <a:pt x="7089" y="6777"/>
                      <a:pt x="7233" y="6836"/>
                      <a:pt x="7368" y="6903"/>
                    </a:cubicBezTo>
                    <a:cubicBezTo>
                      <a:pt x="7481" y="6957"/>
                      <a:pt x="7526" y="6978"/>
                      <a:pt x="7531" y="6978"/>
                    </a:cubicBezTo>
                    <a:cubicBezTo>
                      <a:pt x="7544" y="6978"/>
                      <a:pt x="7287" y="6841"/>
                      <a:pt x="7250" y="6810"/>
                    </a:cubicBezTo>
                    <a:lnTo>
                      <a:pt x="7250" y="6810"/>
                    </a:lnTo>
                    <a:cubicBezTo>
                      <a:pt x="7326" y="6844"/>
                      <a:pt x="7538" y="6946"/>
                      <a:pt x="7732" y="7056"/>
                    </a:cubicBezTo>
                    <a:cubicBezTo>
                      <a:pt x="7935" y="7166"/>
                      <a:pt x="8121" y="7250"/>
                      <a:pt x="8138" y="7267"/>
                    </a:cubicBezTo>
                    <a:cubicBezTo>
                      <a:pt x="8062" y="7242"/>
                      <a:pt x="7823" y="7130"/>
                      <a:pt x="7810" y="7130"/>
                    </a:cubicBezTo>
                    <a:cubicBezTo>
                      <a:pt x="7805" y="7130"/>
                      <a:pt x="7825" y="7143"/>
                      <a:pt x="7884" y="7174"/>
                    </a:cubicBezTo>
                    <a:lnTo>
                      <a:pt x="8477" y="7403"/>
                    </a:lnTo>
                    <a:cubicBezTo>
                      <a:pt x="8654" y="7490"/>
                      <a:pt x="8714" y="7525"/>
                      <a:pt x="8697" y="7525"/>
                    </a:cubicBezTo>
                    <a:cubicBezTo>
                      <a:pt x="8643" y="7525"/>
                      <a:pt x="7780" y="7156"/>
                      <a:pt x="7495" y="7013"/>
                    </a:cubicBezTo>
                    <a:lnTo>
                      <a:pt x="7495" y="7013"/>
                    </a:lnTo>
                    <a:cubicBezTo>
                      <a:pt x="7681" y="7115"/>
                      <a:pt x="7842" y="7191"/>
                      <a:pt x="7986" y="7259"/>
                    </a:cubicBezTo>
                    <a:lnTo>
                      <a:pt x="8392" y="7436"/>
                    </a:lnTo>
                    <a:lnTo>
                      <a:pt x="8586" y="7521"/>
                    </a:lnTo>
                    <a:lnTo>
                      <a:pt x="8806" y="7614"/>
                    </a:lnTo>
                    <a:lnTo>
                      <a:pt x="9348" y="7834"/>
                    </a:lnTo>
                    <a:cubicBezTo>
                      <a:pt x="9103" y="7733"/>
                      <a:pt x="8950" y="7648"/>
                      <a:pt x="8815" y="7589"/>
                    </a:cubicBezTo>
                    <a:cubicBezTo>
                      <a:pt x="8814" y="7585"/>
                      <a:pt x="8816" y="7584"/>
                      <a:pt x="8822" y="7584"/>
                    </a:cubicBezTo>
                    <a:cubicBezTo>
                      <a:pt x="8858" y="7584"/>
                      <a:pt x="9035" y="7654"/>
                      <a:pt x="9263" y="7749"/>
                    </a:cubicBezTo>
                    <a:cubicBezTo>
                      <a:pt x="9390" y="7809"/>
                      <a:pt x="9542" y="7868"/>
                      <a:pt x="9695" y="7927"/>
                    </a:cubicBezTo>
                    <a:lnTo>
                      <a:pt x="10151" y="8096"/>
                    </a:lnTo>
                    <a:cubicBezTo>
                      <a:pt x="10000" y="8033"/>
                      <a:pt x="9950" y="8009"/>
                      <a:pt x="9962" y="8009"/>
                    </a:cubicBezTo>
                    <a:cubicBezTo>
                      <a:pt x="9979" y="8009"/>
                      <a:pt x="10117" y="8055"/>
                      <a:pt x="10270" y="8105"/>
                    </a:cubicBezTo>
                    <a:cubicBezTo>
                      <a:pt x="10321" y="8122"/>
                      <a:pt x="10355" y="8130"/>
                      <a:pt x="10380" y="8130"/>
                    </a:cubicBezTo>
                    <a:lnTo>
                      <a:pt x="10473" y="8164"/>
                    </a:lnTo>
                    <a:lnTo>
                      <a:pt x="10473" y="8164"/>
                    </a:lnTo>
                    <a:lnTo>
                      <a:pt x="10405" y="8139"/>
                    </a:lnTo>
                    <a:cubicBezTo>
                      <a:pt x="10405" y="8139"/>
                      <a:pt x="10397" y="8130"/>
                      <a:pt x="10346" y="8105"/>
                    </a:cubicBezTo>
                    <a:cubicBezTo>
                      <a:pt x="10101" y="8020"/>
                      <a:pt x="9898" y="7936"/>
                      <a:pt x="9712" y="7859"/>
                    </a:cubicBezTo>
                    <a:lnTo>
                      <a:pt x="9449" y="7758"/>
                    </a:lnTo>
                    <a:lnTo>
                      <a:pt x="9212" y="7648"/>
                    </a:lnTo>
                    <a:lnTo>
                      <a:pt x="9212" y="7648"/>
                    </a:lnTo>
                    <a:cubicBezTo>
                      <a:pt x="9247" y="7669"/>
                      <a:pt x="9256" y="7679"/>
                      <a:pt x="9246" y="7679"/>
                    </a:cubicBezTo>
                    <a:cubicBezTo>
                      <a:pt x="9215" y="7679"/>
                      <a:pt x="9009" y="7595"/>
                      <a:pt x="8756" y="7487"/>
                    </a:cubicBezTo>
                    <a:cubicBezTo>
                      <a:pt x="8578" y="7411"/>
                      <a:pt x="8392" y="7318"/>
                      <a:pt x="8223" y="7233"/>
                    </a:cubicBezTo>
                    <a:lnTo>
                      <a:pt x="7808" y="7047"/>
                    </a:lnTo>
                    <a:lnTo>
                      <a:pt x="7385" y="6836"/>
                    </a:lnTo>
                    <a:lnTo>
                      <a:pt x="7233" y="6751"/>
                    </a:lnTo>
                    <a:cubicBezTo>
                      <a:pt x="7225" y="6745"/>
                      <a:pt x="7222" y="6742"/>
                      <a:pt x="7224" y="6742"/>
                    </a:cubicBezTo>
                    <a:cubicBezTo>
                      <a:pt x="7233" y="6742"/>
                      <a:pt x="7307" y="6777"/>
                      <a:pt x="7495" y="6861"/>
                    </a:cubicBezTo>
                    <a:cubicBezTo>
                      <a:pt x="7385" y="6810"/>
                      <a:pt x="7174" y="6700"/>
                      <a:pt x="6988" y="6599"/>
                    </a:cubicBezTo>
                    <a:cubicBezTo>
                      <a:pt x="6895" y="6540"/>
                      <a:pt x="6793" y="6489"/>
                      <a:pt x="6683" y="6438"/>
                    </a:cubicBezTo>
                    <a:lnTo>
                      <a:pt x="6311" y="6227"/>
                    </a:lnTo>
                    <a:lnTo>
                      <a:pt x="5947" y="5998"/>
                    </a:lnTo>
                    <a:lnTo>
                      <a:pt x="5583" y="5770"/>
                    </a:lnTo>
                    <a:cubicBezTo>
                      <a:pt x="5465" y="5694"/>
                      <a:pt x="5347" y="5609"/>
                      <a:pt x="5228" y="5525"/>
                    </a:cubicBezTo>
                    <a:cubicBezTo>
                      <a:pt x="5186" y="5491"/>
                      <a:pt x="5144" y="5465"/>
                      <a:pt x="5118" y="5440"/>
                    </a:cubicBezTo>
                    <a:cubicBezTo>
                      <a:pt x="5079" y="5414"/>
                      <a:pt x="5065" y="5403"/>
                      <a:pt x="5061" y="5403"/>
                    </a:cubicBezTo>
                    <a:cubicBezTo>
                      <a:pt x="5059" y="5403"/>
                      <a:pt x="5059" y="5404"/>
                      <a:pt x="5059" y="5406"/>
                    </a:cubicBezTo>
                    <a:cubicBezTo>
                      <a:pt x="3029" y="3968"/>
                      <a:pt x="1244" y="214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2"/>
              <p:cNvSpPr/>
              <p:nvPr/>
            </p:nvSpPr>
            <p:spPr>
              <a:xfrm>
                <a:off x="1249425" y="4915125"/>
                <a:ext cx="7850" cy="3175"/>
              </a:xfrm>
              <a:custGeom>
                <a:rect b="b" l="l" r="r" t="t"/>
                <a:pathLst>
                  <a:path extrusionOk="0" h="127" w="314">
                    <a:moveTo>
                      <a:pt x="1" y="0"/>
                    </a:moveTo>
                    <a:cubicBezTo>
                      <a:pt x="85" y="42"/>
                      <a:pt x="195" y="85"/>
                      <a:pt x="314" y="127"/>
                    </a:cubicBezTo>
                    <a:cubicBezTo>
                      <a:pt x="195" y="85"/>
                      <a:pt x="94" y="42"/>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2"/>
              <p:cNvSpPr/>
              <p:nvPr/>
            </p:nvSpPr>
            <p:spPr>
              <a:xfrm>
                <a:off x="1009400" y="4707850"/>
                <a:ext cx="6375" cy="11450"/>
              </a:xfrm>
              <a:custGeom>
                <a:rect b="b" l="l" r="r" t="t"/>
                <a:pathLst>
                  <a:path extrusionOk="0" h="458" w="255">
                    <a:moveTo>
                      <a:pt x="0" y="1"/>
                    </a:moveTo>
                    <a:cubicBezTo>
                      <a:pt x="19" y="35"/>
                      <a:pt x="37" y="67"/>
                      <a:pt x="55" y="99"/>
                    </a:cubicBezTo>
                    <a:lnTo>
                      <a:pt x="55" y="99"/>
                    </a:lnTo>
                    <a:lnTo>
                      <a:pt x="0" y="1"/>
                    </a:lnTo>
                    <a:close/>
                    <a:moveTo>
                      <a:pt x="55" y="99"/>
                    </a:moveTo>
                    <a:lnTo>
                      <a:pt x="254" y="458"/>
                    </a:lnTo>
                    <a:cubicBezTo>
                      <a:pt x="193" y="343"/>
                      <a:pt x="127" y="228"/>
                      <a:pt x="55" y="9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2"/>
              <p:cNvSpPr/>
              <p:nvPr/>
            </p:nvSpPr>
            <p:spPr>
              <a:xfrm>
                <a:off x="1289975" y="4928275"/>
                <a:ext cx="29900" cy="8225"/>
              </a:xfrm>
              <a:custGeom>
                <a:rect b="b" l="l" r="r" t="t"/>
                <a:pathLst>
                  <a:path extrusionOk="0" h="329" w="1196">
                    <a:moveTo>
                      <a:pt x="15" y="1"/>
                    </a:moveTo>
                    <a:cubicBezTo>
                      <a:pt x="6" y="1"/>
                      <a:pt x="1" y="3"/>
                      <a:pt x="3" y="7"/>
                    </a:cubicBezTo>
                    <a:cubicBezTo>
                      <a:pt x="299" y="108"/>
                      <a:pt x="604" y="193"/>
                      <a:pt x="900" y="286"/>
                    </a:cubicBezTo>
                    <a:cubicBezTo>
                      <a:pt x="828" y="257"/>
                      <a:pt x="805" y="246"/>
                      <a:pt x="813" y="246"/>
                    </a:cubicBezTo>
                    <a:cubicBezTo>
                      <a:pt x="821" y="246"/>
                      <a:pt x="862" y="257"/>
                      <a:pt x="917" y="269"/>
                    </a:cubicBezTo>
                    <a:cubicBezTo>
                      <a:pt x="1018" y="295"/>
                      <a:pt x="1170" y="328"/>
                      <a:pt x="1196" y="328"/>
                    </a:cubicBezTo>
                    <a:cubicBezTo>
                      <a:pt x="1010" y="286"/>
                      <a:pt x="832" y="227"/>
                      <a:pt x="646" y="176"/>
                    </a:cubicBezTo>
                    <a:lnTo>
                      <a:pt x="96" y="7"/>
                    </a:lnTo>
                    <a:cubicBezTo>
                      <a:pt x="96" y="8"/>
                      <a:pt x="94" y="9"/>
                      <a:pt x="90" y="9"/>
                    </a:cubicBezTo>
                    <a:cubicBezTo>
                      <a:pt x="75" y="9"/>
                      <a:pt x="36" y="1"/>
                      <a:pt x="1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2"/>
              <p:cNvSpPr/>
              <p:nvPr/>
            </p:nvSpPr>
            <p:spPr>
              <a:xfrm>
                <a:off x="1277550" y="4923350"/>
                <a:ext cx="14850" cy="5100"/>
              </a:xfrm>
              <a:custGeom>
                <a:rect b="b" l="l" r="r" t="t"/>
                <a:pathLst>
                  <a:path extrusionOk="0" h="204" w="594">
                    <a:moveTo>
                      <a:pt x="1" y="1"/>
                    </a:moveTo>
                    <a:lnTo>
                      <a:pt x="593" y="204"/>
                    </a:lnTo>
                    <a:cubicBezTo>
                      <a:pt x="593" y="195"/>
                      <a:pt x="525" y="162"/>
                      <a:pt x="289" y="77"/>
                    </a:cubicBezTo>
                    <a:cubicBezTo>
                      <a:pt x="246" y="69"/>
                      <a:pt x="128" y="35"/>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2"/>
              <p:cNvSpPr/>
              <p:nvPr/>
            </p:nvSpPr>
            <p:spPr>
              <a:xfrm>
                <a:off x="1270575" y="4935850"/>
                <a:ext cx="12500" cy="4025"/>
              </a:xfrm>
              <a:custGeom>
                <a:rect b="b" l="l" r="r" t="t"/>
                <a:pathLst>
                  <a:path extrusionOk="0" h="161" w="500">
                    <a:moveTo>
                      <a:pt x="1" y="0"/>
                    </a:moveTo>
                    <a:lnTo>
                      <a:pt x="500" y="161"/>
                    </a:lnTo>
                    <a:lnTo>
                      <a:pt x="500" y="161"/>
                    </a:lnTo>
                    <a:lnTo>
                      <a:pt x="305" y="93"/>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2"/>
              <p:cNvSpPr/>
              <p:nvPr/>
            </p:nvSpPr>
            <p:spPr>
              <a:xfrm>
                <a:off x="1208400" y="4908350"/>
                <a:ext cx="19900" cy="9125"/>
              </a:xfrm>
              <a:custGeom>
                <a:rect b="b" l="l" r="r" t="t"/>
                <a:pathLst>
                  <a:path extrusionOk="0" h="365" w="796">
                    <a:moveTo>
                      <a:pt x="1" y="0"/>
                    </a:moveTo>
                    <a:lnTo>
                      <a:pt x="1" y="0"/>
                    </a:lnTo>
                    <a:cubicBezTo>
                      <a:pt x="221" y="119"/>
                      <a:pt x="652" y="305"/>
                      <a:pt x="796" y="364"/>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2"/>
              <p:cNvSpPr/>
              <p:nvPr/>
            </p:nvSpPr>
            <p:spPr>
              <a:xfrm>
                <a:off x="1209875" y="4914050"/>
                <a:ext cx="11875" cy="5325"/>
              </a:xfrm>
              <a:custGeom>
                <a:rect b="b" l="l" r="r" t="t"/>
                <a:pathLst>
                  <a:path extrusionOk="0" h="213" w="475">
                    <a:moveTo>
                      <a:pt x="1" y="1"/>
                    </a:moveTo>
                    <a:lnTo>
                      <a:pt x="43" y="26"/>
                    </a:lnTo>
                    <a:lnTo>
                      <a:pt x="475" y="212"/>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2"/>
              <p:cNvSpPr/>
              <p:nvPr/>
            </p:nvSpPr>
            <p:spPr>
              <a:xfrm>
                <a:off x="971325" y="4612475"/>
                <a:ext cx="1500" cy="5950"/>
              </a:xfrm>
              <a:custGeom>
                <a:rect b="b" l="l" r="r" t="t"/>
                <a:pathLst>
                  <a:path extrusionOk="0" h="238" w="60">
                    <a:moveTo>
                      <a:pt x="60" y="238"/>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2"/>
              <p:cNvSpPr/>
              <p:nvPr/>
            </p:nvSpPr>
            <p:spPr>
              <a:xfrm>
                <a:off x="962225" y="4541500"/>
                <a:ext cx="58500" cy="186975"/>
              </a:xfrm>
              <a:custGeom>
                <a:rect b="b" l="l" r="r" t="t"/>
                <a:pathLst>
                  <a:path extrusionOk="0" h="7479" w="2340">
                    <a:moveTo>
                      <a:pt x="46" y="0"/>
                    </a:moveTo>
                    <a:cubicBezTo>
                      <a:pt x="36" y="0"/>
                      <a:pt x="43" y="275"/>
                      <a:pt x="29" y="275"/>
                    </a:cubicBezTo>
                    <a:cubicBezTo>
                      <a:pt x="23" y="275"/>
                      <a:pt x="15" y="235"/>
                      <a:pt x="1" y="124"/>
                    </a:cubicBezTo>
                    <a:lnTo>
                      <a:pt x="1" y="124"/>
                    </a:lnTo>
                    <a:cubicBezTo>
                      <a:pt x="49" y="940"/>
                      <a:pt x="210" y="2111"/>
                      <a:pt x="285" y="2287"/>
                    </a:cubicBezTo>
                    <a:lnTo>
                      <a:pt x="285" y="2287"/>
                    </a:lnTo>
                    <a:cubicBezTo>
                      <a:pt x="282" y="2282"/>
                      <a:pt x="280" y="2279"/>
                      <a:pt x="279" y="2279"/>
                    </a:cubicBezTo>
                    <a:cubicBezTo>
                      <a:pt x="275" y="2279"/>
                      <a:pt x="278" y="2305"/>
                      <a:pt x="297" y="2400"/>
                    </a:cubicBezTo>
                    <a:cubicBezTo>
                      <a:pt x="322" y="2569"/>
                      <a:pt x="373" y="2713"/>
                      <a:pt x="424" y="2873"/>
                    </a:cubicBezTo>
                    <a:cubicBezTo>
                      <a:pt x="390" y="2721"/>
                      <a:pt x="365" y="2569"/>
                      <a:pt x="339" y="2417"/>
                    </a:cubicBezTo>
                    <a:lnTo>
                      <a:pt x="339" y="2417"/>
                    </a:lnTo>
                    <a:cubicBezTo>
                      <a:pt x="399" y="2654"/>
                      <a:pt x="517" y="3161"/>
                      <a:pt x="652" y="3643"/>
                    </a:cubicBezTo>
                    <a:cubicBezTo>
                      <a:pt x="720" y="3880"/>
                      <a:pt x="779" y="4117"/>
                      <a:pt x="838" y="4312"/>
                    </a:cubicBezTo>
                    <a:cubicBezTo>
                      <a:pt x="898" y="4498"/>
                      <a:pt x="948" y="4641"/>
                      <a:pt x="974" y="4709"/>
                    </a:cubicBezTo>
                    <a:cubicBezTo>
                      <a:pt x="889" y="4498"/>
                      <a:pt x="838" y="4362"/>
                      <a:pt x="805" y="4269"/>
                    </a:cubicBezTo>
                    <a:lnTo>
                      <a:pt x="720" y="4032"/>
                    </a:lnTo>
                    <a:cubicBezTo>
                      <a:pt x="695" y="3956"/>
                      <a:pt x="661" y="3872"/>
                      <a:pt x="619" y="3728"/>
                    </a:cubicBezTo>
                    <a:cubicBezTo>
                      <a:pt x="576" y="3584"/>
                      <a:pt x="525" y="3381"/>
                      <a:pt x="458" y="3068"/>
                    </a:cubicBezTo>
                    <a:lnTo>
                      <a:pt x="458" y="3068"/>
                    </a:lnTo>
                    <a:cubicBezTo>
                      <a:pt x="458" y="3106"/>
                      <a:pt x="475" y="3212"/>
                      <a:pt x="468" y="3212"/>
                    </a:cubicBezTo>
                    <a:cubicBezTo>
                      <a:pt x="464" y="3212"/>
                      <a:pt x="452" y="3178"/>
                      <a:pt x="424" y="3077"/>
                    </a:cubicBezTo>
                    <a:lnTo>
                      <a:pt x="424" y="3077"/>
                    </a:lnTo>
                    <a:cubicBezTo>
                      <a:pt x="754" y="4498"/>
                      <a:pt x="1304" y="5860"/>
                      <a:pt x="2048" y="7112"/>
                    </a:cubicBezTo>
                    <a:cubicBezTo>
                      <a:pt x="1910" y="6856"/>
                      <a:pt x="1864" y="6762"/>
                      <a:pt x="1869" y="6762"/>
                    </a:cubicBezTo>
                    <a:cubicBezTo>
                      <a:pt x="1876" y="6762"/>
                      <a:pt x="1943" y="6874"/>
                      <a:pt x="2023" y="7010"/>
                    </a:cubicBezTo>
                    <a:cubicBezTo>
                      <a:pt x="2099" y="7137"/>
                      <a:pt x="2184" y="7289"/>
                      <a:pt x="2260" y="7382"/>
                    </a:cubicBezTo>
                    <a:cubicBezTo>
                      <a:pt x="2302" y="7440"/>
                      <a:pt x="2331" y="7479"/>
                      <a:pt x="2337" y="7479"/>
                    </a:cubicBezTo>
                    <a:cubicBezTo>
                      <a:pt x="2340" y="7479"/>
                      <a:pt x="2335" y="7465"/>
                      <a:pt x="2319" y="7433"/>
                    </a:cubicBezTo>
                    <a:lnTo>
                      <a:pt x="2226" y="7298"/>
                    </a:lnTo>
                    <a:lnTo>
                      <a:pt x="2141" y="7154"/>
                    </a:lnTo>
                    <a:lnTo>
                      <a:pt x="1972" y="6875"/>
                    </a:lnTo>
                    <a:lnTo>
                      <a:pt x="1972" y="6875"/>
                    </a:lnTo>
                    <a:lnTo>
                      <a:pt x="2006" y="6917"/>
                    </a:lnTo>
                    <a:lnTo>
                      <a:pt x="1811" y="6570"/>
                    </a:lnTo>
                    <a:cubicBezTo>
                      <a:pt x="1752" y="6452"/>
                      <a:pt x="1693" y="6333"/>
                      <a:pt x="1634" y="6206"/>
                    </a:cubicBezTo>
                    <a:lnTo>
                      <a:pt x="1634" y="6206"/>
                    </a:lnTo>
                    <a:cubicBezTo>
                      <a:pt x="1679" y="6352"/>
                      <a:pt x="1725" y="6455"/>
                      <a:pt x="1715" y="6455"/>
                    </a:cubicBezTo>
                    <a:cubicBezTo>
                      <a:pt x="1714" y="6455"/>
                      <a:pt x="1712" y="6454"/>
                      <a:pt x="1710" y="6452"/>
                    </a:cubicBezTo>
                    <a:cubicBezTo>
                      <a:pt x="1608" y="6257"/>
                      <a:pt x="1515" y="6054"/>
                      <a:pt x="1431" y="5843"/>
                    </a:cubicBezTo>
                    <a:cubicBezTo>
                      <a:pt x="1414" y="5800"/>
                      <a:pt x="1422" y="5784"/>
                      <a:pt x="1278" y="5420"/>
                    </a:cubicBezTo>
                    <a:cubicBezTo>
                      <a:pt x="1211" y="5234"/>
                      <a:pt x="1126" y="5048"/>
                      <a:pt x="1058" y="4861"/>
                    </a:cubicBezTo>
                    <a:lnTo>
                      <a:pt x="855" y="4303"/>
                    </a:lnTo>
                    <a:lnTo>
                      <a:pt x="855" y="4303"/>
                    </a:lnTo>
                    <a:lnTo>
                      <a:pt x="898" y="4388"/>
                    </a:lnTo>
                    <a:cubicBezTo>
                      <a:pt x="864" y="4295"/>
                      <a:pt x="838" y="4252"/>
                      <a:pt x="830" y="4219"/>
                    </a:cubicBezTo>
                    <a:lnTo>
                      <a:pt x="686" y="3736"/>
                    </a:lnTo>
                    <a:cubicBezTo>
                      <a:pt x="661" y="3660"/>
                      <a:pt x="635" y="3576"/>
                      <a:pt x="619" y="3499"/>
                    </a:cubicBezTo>
                    <a:lnTo>
                      <a:pt x="551" y="3254"/>
                    </a:lnTo>
                    <a:lnTo>
                      <a:pt x="432" y="2764"/>
                    </a:lnTo>
                    <a:lnTo>
                      <a:pt x="339" y="2264"/>
                    </a:lnTo>
                    <a:cubicBezTo>
                      <a:pt x="322" y="2180"/>
                      <a:pt x="306" y="2104"/>
                      <a:pt x="289" y="2019"/>
                    </a:cubicBezTo>
                    <a:lnTo>
                      <a:pt x="255" y="1765"/>
                    </a:lnTo>
                    <a:lnTo>
                      <a:pt x="179" y="1266"/>
                    </a:lnTo>
                    <a:lnTo>
                      <a:pt x="119" y="759"/>
                    </a:lnTo>
                    <a:lnTo>
                      <a:pt x="94" y="513"/>
                    </a:lnTo>
                    <a:lnTo>
                      <a:pt x="77" y="260"/>
                    </a:lnTo>
                    <a:cubicBezTo>
                      <a:pt x="59" y="65"/>
                      <a:pt x="50" y="0"/>
                      <a:pt x="4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2"/>
              <p:cNvSpPr/>
              <p:nvPr/>
            </p:nvSpPr>
            <p:spPr>
              <a:xfrm>
                <a:off x="975975" y="4353450"/>
                <a:ext cx="200" cy="625"/>
              </a:xfrm>
              <a:custGeom>
                <a:rect b="b" l="l" r="r" t="t"/>
                <a:pathLst>
                  <a:path extrusionOk="0" h="25" w="8">
                    <a:moveTo>
                      <a:pt x="7" y="1"/>
                    </a:moveTo>
                    <a:cubicBezTo>
                      <a:pt x="6" y="1"/>
                      <a:pt x="4" y="5"/>
                      <a:pt x="1" y="16"/>
                    </a:cubicBezTo>
                    <a:lnTo>
                      <a:pt x="1" y="24"/>
                    </a:lnTo>
                    <a:cubicBezTo>
                      <a:pt x="6" y="10"/>
                      <a:pt x="8" y="1"/>
                      <a:pt x="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2"/>
              <p:cNvSpPr/>
              <p:nvPr/>
            </p:nvSpPr>
            <p:spPr>
              <a:xfrm>
                <a:off x="971750" y="4354050"/>
                <a:ext cx="4675" cy="30475"/>
              </a:xfrm>
              <a:custGeom>
                <a:rect b="b" l="l" r="r" t="t"/>
                <a:pathLst>
                  <a:path extrusionOk="0" h="1219" w="187">
                    <a:moveTo>
                      <a:pt x="170" y="0"/>
                    </a:moveTo>
                    <a:cubicBezTo>
                      <a:pt x="161" y="110"/>
                      <a:pt x="102" y="499"/>
                      <a:pt x="68" y="652"/>
                    </a:cubicBezTo>
                    <a:lnTo>
                      <a:pt x="77" y="491"/>
                    </a:lnTo>
                    <a:lnTo>
                      <a:pt x="77" y="491"/>
                    </a:lnTo>
                    <a:cubicBezTo>
                      <a:pt x="51" y="736"/>
                      <a:pt x="18" y="973"/>
                      <a:pt x="1" y="1218"/>
                    </a:cubicBezTo>
                    <a:cubicBezTo>
                      <a:pt x="60" y="846"/>
                      <a:pt x="119" y="466"/>
                      <a:pt x="187" y="93"/>
                    </a:cubicBezTo>
                    <a:lnTo>
                      <a:pt x="17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2"/>
              <p:cNvSpPr/>
              <p:nvPr/>
            </p:nvSpPr>
            <p:spPr>
              <a:xfrm>
                <a:off x="967950" y="4383450"/>
                <a:ext cx="3200" cy="22225"/>
              </a:xfrm>
              <a:custGeom>
                <a:rect b="b" l="l" r="r" t="t"/>
                <a:pathLst>
                  <a:path extrusionOk="0" h="889" w="128">
                    <a:moveTo>
                      <a:pt x="127" y="0"/>
                    </a:moveTo>
                    <a:cubicBezTo>
                      <a:pt x="68" y="271"/>
                      <a:pt x="26" y="542"/>
                      <a:pt x="0" y="821"/>
                    </a:cubicBezTo>
                    <a:lnTo>
                      <a:pt x="51" y="888"/>
                    </a:lnTo>
                    <a:cubicBezTo>
                      <a:pt x="89" y="562"/>
                      <a:pt x="98" y="426"/>
                      <a:pt x="86" y="426"/>
                    </a:cubicBezTo>
                    <a:cubicBezTo>
                      <a:pt x="77" y="426"/>
                      <a:pt x="56" y="510"/>
                      <a:pt x="26" y="652"/>
                    </a:cubicBezTo>
                    <a:cubicBezTo>
                      <a:pt x="93" y="110"/>
                      <a:pt x="102" y="372"/>
                      <a:pt x="12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2"/>
              <p:cNvSpPr/>
              <p:nvPr/>
            </p:nvSpPr>
            <p:spPr>
              <a:xfrm>
                <a:off x="961400" y="4509900"/>
                <a:ext cx="450" cy="10175"/>
              </a:xfrm>
              <a:custGeom>
                <a:rect b="b" l="l" r="r" t="t"/>
                <a:pathLst>
                  <a:path extrusionOk="0" h="407" w="18">
                    <a:moveTo>
                      <a:pt x="0" y="1"/>
                    </a:moveTo>
                    <a:lnTo>
                      <a:pt x="0" y="407"/>
                    </a:lnTo>
                    <a:cubicBezTo>
                      <a:pt x="9" y="331"/>
                      <a:pt x="9" y="246"/>
                      <a:pt x="17" y="170"/>
                    </a:cubicBez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2"/>
              <p:cNvSpPr/>
              <p:nvPr/>
            </p:nvSpPr>
            <p:spPr>
              <a:xfrm>
                <a:off x="960750" y="4499750"/>
                <a:ext cx="675" cy="10175"/>
              </a:xfrm>
              <a:custGeom>
                <a:rect b="b" l="l" r="r" t="t"/>
                <a:pathLst>
                  <a:path extrusionOk="0" h="407" w="27">
                    <a:moveTo>
                      <a:pt x="26" y="1"/>
                    </a:moveTo>
                    <a:cubicBezTo>
                      <a:pt x="18" y="43"/>
                      <a:pt x="9" y="85"/>
                      <a:pt x="1" y="128"/>
                    </a:cubicBezTo>
                    <a:lnTo>
                      <a:pt x="26" y="407"/>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2"/>
              <p:cNvSpPr/>
              <p:nvPr/>
            </p:nvSpPr>
            <p:spPr>
              <a:xfrm>
                <a:off x="962650" y="4458525"/>
                <a:ext cx="875" cy="14825"/>
              </a:xfrm>
              <a:custGeom>
                <a:rect b="b" l="l" r="r" t="t"/>
                <a:pathLst>
                  <a:path extrusionOk="0" h="593" w="35">
                    <a:moveTo>
                      <a:pt x="35" y="0"/>
                    </a:moveTo>
                    <a:cubicBezTo>
                      <a:pt x="18" y="229"/>
                      <a:pt x="9" y="423"/>
                      <a:pt x="1" y="592"/>
                    </a:cubicBezTo>
                    <a:lnTo>
                      <a:pt x="3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2"/>
              <p:cNvSpPr/>
              <p:nvPr/>
            </p:nvSpPr>
            <p:spPr>
              <a:xfrm>
                <a:off x="962025" y="4473325"/>
                <a:ext cx="450" cy="11650"/>
              </a:xfrm>
              <a:custGeom>
                <a:rect b="b" l="l" r="r" t="t"/>
                <a:pathLst>
                  <a:path extrusionOk="0" h="466" w="18">
                    <a:moveTo>
                      <a:pt x="17" y="0"/>
                    </a:moveTo>
                    <a:lnTo>
                      <a:pt x="17" y="0"/>
                    </a:lnTo>
                    <a:cubicBezTo>
                      <a:pt x="9" y="153"/>
                      <a:pt x="1" y="296"/>
                      <a:pt x="1" y="449"/>
                    </a:cubicBezTo>
                    <a:lnTo>
                      <a:pt x="1" y="466"/>
                    </a:lnTo>
                    <a:cubicBezTo>
                      <a:pt x="1" y="313"/>
                      <a:pt x="9" y="161"/>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2"/>
              <p:cNvSpPr/>
              <p:nvPr/>
            </p:nvSpPr>
            <p:spPr>
              <a:xfrm>
                <a:off x="961600" y="4481775"/>
                <a:ext cx="1300" cy="18000"/>
              </a:xfrm>
              <a:custGeom>
                <a:rect b="b" l="l" r="r" t="t"/>
                <a:pathLst>
                  <a:path extrusionOk="0" h="720" w="52">
                    <a:moveTo>
                      <a:pt x="51" y="1"/>
                    </a:moveTo>
                    <a:lnTo>
                      <a:pt x="18" y="111"/>
                    </a:lnTo>
                    <a:cubicBezTo>
                      <a:pt x="9" y="314"/>
                      <a:pt x="1" y="517"/>
                      <a:pt x="1" y="720"/>
                    </a:cubicBezTo>
                    <a:cubicBezTo>
                      <a:pt x="18" y="661"/>
                      <a:pt x="43" y="584"/>
                      <a:pt x="5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2"/>
              <p:cNvSpPr/>
              <p:nvPr/>
            </p:nvSpPr>
            <p:spPr>
              <a:xfrm>
                <a:off x="1129100" y="4865200"/>
                <a:ext cx="11025" cy="7425"/>
              </a:xfrm>
              <a:custGeom>
                <a:rect b="b" l="l" r="r" t="t"/>
                <a:pathLst>
                  <a:path extrusionOk="0" h="297" w="441">
                    <a:moveTo>
                      <a:pt x="0" y="1"/>
                    </a:moveTo>
                    <a:lnTo>
                      <a:pt x="43" y="34"/>
                    </a:lnTo>
                    <a:lnTo>
                      <a:pt x="440" y="297"/>
                    </a:lnTo>
                    <a:lnTo>
                      <a:pt x="398" y="263"/>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2"/>
              <p:cNvSpPr/>
              <p:nvPr/>
            </p:nvSpPr>
            <p:spPr>
              <a:xfrm>
                <a:off x="1080250" y="4824375"/>
                <a:ext cx="5525" cy="4700"/>
              </a:xfrm>
              <a:custGeom>
                <a:rect b="b" l="l" r="r" t="t"/>
                <a:pathLst>
                  <a:path extrusionOk="0" h="188" w="221">
                    <a:moveTo>
                      <a:pt x="0" y="1"/>
                    </a:moveTo>
                    <a:lnTo>
                      <a:pt x="0" y="1"/>
                    </a:lnTo>
                    <a:cubicBezTo>
                      <a:pt x="93" y="86"/>
                      <a:pt x="170" y="145"/>
                      <a:pt x="220" y="187"/>
                    </a:cubicBez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2"/>
              <p:cNvSpPr/>
              <p:nvPr/>
            </p:nvSpPr>
            <p:spPr>
              <a:xfrm>
                <a:off x="1025900" y="4767275"/>
                <a:ext cx="54375" cy="57125"/>
              </a:xfrm>
              <a:custGeom>
                <a:rect b="b" l="l" r="r" t="t"/>
                <a:pathLst>
                  <a:path extrusionOk="0" h="2285" w="2175">
                    <a:moveTo>
                      <a:pt x="31" y="1"/>
                    </a:moveTo>
                    <a:cubicBezTo>
                      <a:pt x="25" y="1"/>
                      <a:pt x="21" y="4"/>
                      <a:pt x="17" y="9"/>
                    </a:cubicBezTo>
                    <a:cubicBezTo>
                      <a:pt x="0" y="35"/>
                      <a:pt x="26" y="102"/>
                      <a:pt x="0" y="111"/>
                    </a:cubicBezTo>
                    <a:cubicBezTo>
                      <a:pt x="34" y="179"/>
                      <a:pt x="787" y="1118"/>
                      <a:pt x="855" y="1118"/>
                    </a:cubicBezTo>
                    <a:cubicBezTo>
                      <a:pt x="786" y="1034"/>
                      <a:pt x="764" y="1004"/>
                      <a:pt x="768" y="1004"/>
                    </a:cubicBezTo>
                    <a:cubicBezTo>
                      <a:pt x="779" y="1004"/>
                      <a:pt x="970" y="1211"/>
                      <a:pt x="977" y="1211"/>
                    </a:cubicBezTo>
                    <a:cubicBezTo>
                      <a:pt x="981" y="1211"/>
                      <a:pt x="919" y="1136"/>
                      <a:pt x="711" y="898"/>
                    </a:cubicBezTo>
                    <a:cubicBezTo>
                      <a:pt x="706" y="889"/>
                      <a:pt x="705" y="885"/>
                      <a:pt x="707" y="885"/>
                    </a:cubicBezTo>
                    <a:cubicBezTo>
                      <a:pt x="731" y="885"/>
                      <a:pt x="1040" y="1198"/>
                      <a:pt x="1328" y="1532"/>
                    </a:cubicBezTo>
                    <a:cubicBezTo>
                      <a:pt x="1297" y="1526"/>
                      <a:pt x="1131" y="1338"/>
                      <a:pt x="1123" y="1338"/>
                    </a:cubicBezTo>
                    <a:cubicBezTo>
                      <a:pt x="1120" y="1338"/>
                      <a:pt x="1136" y="1361"/>
                      <a:pt x="1185" y="1422"/>
                    </a:cubicBezTo>
                    <a:cubicBezTo>
                      <a:pt x="1357" y="1588"/>
                      <a:pt x="1449" y="1683"/>
                      <a:pt x="1460" y="1683"/>
                    </a:cubicBezTo>
                    <a:cubicBezTo>
                      <a:pt x="1464" y="1683"/>
                      <a:pt x="1457" y="1670"/>
                      <a:pt x="1438" y="1642"/>
                    </a:cubicBezTo>
                    <a:lnTo>
                      <a:pt x="1438" y="1642"/>
                    </a:lnTo>
                    <a:cubicBezTo>
                      <a:pt x="1675" y="1870"/>
                      <a:pt x="1921" y="2082"/>
                      <a:pt x="2174" y="2285"/>
                    </a:cubicBezTo>
                    <a:lnTo>
                      <a:pt x="1971" y="2099"/>
                    </a:lnTo>
                    <a:lnTo>
                      <a:pt x="1734" y="1862"/>
                    </a:lnTo>
                    <a:lnTo>
                      <a:pt x="1481" y="1608"/>
                    </a:lnTo>
                    <a:lnTo>
                      <a:pt x="1345" y="1464"/>
                    </a:lnTo>
                    <a:cubicBezTo>
                      <a:pt x="1303" y="1422"/>
                      <a:pt x="1261" y="1371"/>
                      <a:pt x="1210" y="1321"/>
                    </a:cubicBezTo>
                    <a:cubicBezTo>
                      <a:pt x="1041" y="1118"/>
                      <a:pt x="855" y="923"/>
                      <a:pt x="685" y="728"/>
                    </a:cubicBezTo>
                    <a:cubicBezTo>
                      <a:pt x="516" y="534"/>
                      <a:pt x="364" y="339"/>
                      <a:pt x="229" y="179"/>
                    </a:cubicBezTo>
                    <a:cubicBezTo>
                      <a:pt x="102" y="45"/>
                      <a:pt x="54" y="1"/>
                      <a:pt x="3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2"/>
              <p:cNvSpPr/>
              <p:nvPr/>
            </p:nvSpPr>
            <p:spPr>
              <a:xfrm>
                <a:off x="1061425" y="4812325"/>
                <a:ext cx="8900" cy="8925"/>
              </a:xfrm>
              <a:custGeom>
                <a:rect b="b" l="l" r="r" t="t"/>
                <a:pathLst>
                  <a:path extrusionOk="0" h="357" w="356">
                    <a:moveTo>
                      <a:pt x="0" y="1"/>
                    </a:moveTo>
                    <a:lnTo>
                      <a:pt x="0" y="1"/>
                    </a:lnTo>
                    <a:cubicBezTo>
                      <a:pt x="178" y="195"/>
                      <a:pt x="237" y="246"/>
                      <a:pt x="356" y="356"/>
                    </a:cubicBezTo>
                    <a:cubicBezTo>
                      <a:pt x="246" y="229"/>
                      <a:pt x="127" y="11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2"/>
              <p:cNvSpPr/>
              <p:nvPr/>
            </p:nvSpPr>
            <p:spPr>
              <a:xfrm>
                <a:off x="981400" y="4675325"/>
                <a:ext cx="7075" cy="16475"/>
              </a:xfrm>
              <a:custGeom>
                <a:rect b="b" l="l" r="r" t="t"/>
                <a:pathLst>
                  <a:path extrusionOk="0" h="659" w="283">
                    <a:moveTo>
                      <a:pt x="2" y="0"/>
                    </a:moveTo>
                    <a:cubicBezTo>
                      <a:pt x="1" y="0"/>
                      <a:pt x="1" y="5"/>
                      <a:pt x="4" y="16"/>
                    </a:cubicBezTo>
                    <a:cubicBezTo>
                      <a:pt x="97" y="227"/>
                      <a:pt x="181" y="447"/>
                      <a:pt x="283" y="659"/>
                    </a:cubicBezTo>
                    <a:cubicBezTo>
                      <a:pt x="241" y="566"/>
                      <a:pt x="207" y="481"/>
                      <a:pt x="190" y="380"/>
                    </a:cubicBezTo>
                    <a:cubicBezTo>
                      <a:pt x="167" y="342"/>
                      <a:pt x="16" y="0"/>
                      <a:pt x="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2"/>
              <p:cNvSpPr/>
              <p:nvPr/>
            </p:nvSpPr>
            <p:spPr>
              <a:xfrm>
                <a:off x="988450" y="4691775"/>
                <a:ext cx="3425" cy="6800"/>
              </a:xfrm>
              <a:custGeom>
                <a:rect b="b" l="l" r="r" t="t"/>
                <a:pathLst>
                  <a:path extrusionOk="0" h="272" w="137">
                    <a:moveTo>
                      <a:pt x="136" y="272"/>
                    </a:moveTo>
                    <a:lnTo>
                      <a:pt x="1" y="1"/>
                    </a:lnTo>
                    <a:cubicBezTo>
                      <a:pt x="35" y="69"/>
                      <a:pt x="77" y="153"/>
                      <a:pt x="136" y="27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2"/>
              <p:cNvSpPr/>
              <p:nvPr/>
            </p:nvSpPr>
            <p:spPr>
              <a:xfrm>
                <a:off x="985700" y="4684175"/>
                <a:ext cx="600" cy="775"/>
              </a:xfrm>
              <a:custGeom>
                <a:rect b="b" l="l" r="r" t="t"/>
                <a:pathLst>
                  <a:path extrusionOk="0" h="31" w="24">
                    <a:moveTo>
                      <a:pt x="1" y="0"/>
                    </a:moveTo>
                    <a:lnTo>
                      <a:pt x="9" y="26"/>
                    </a:lnTo>
                    <a:cubicBezTo>
                      <a:pt x="15" y="29"/>
                      <a:pt x="19" y="30"/>
                      <a:pt x="20" y="30"/>
                    </a:cubicBezTo>
                    <a:cubicBezTo>
                      <a:pt x="24" y="30"/>
                      <a:pt x="18" y="23"/>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2"/>
              <p:cNvSpPr/>
              <p:nvPr/>
            </p:nvSpPr>
            <p:spPr>
              <a:xfrm>
                <a:off x="966050" y="4420250"/>
                <a:ext cx="1300" cy="11225"/>
              </a:xfrm>
              <a:custGeom>
                <a:rect b="b" l="l" r="r" t="t"/>
                <a:pathLst>
                  <a:path extrusionOk="0" h="449" w="52">
                    <a:moveTo>
                      <a:pt x="51" y="0"/>
                    </a:moveTo>
                    <a:cubicBezTo>
                      <a:pt x="43" y="127"/>
                      <a:pt x="17" y="296"/>
                      <a:pt x="0" y="448"/>
                    </a:cubicBezTo>
                    <a:cubicBezTo>
                      <a:pt x="34" y="296"/>
                      <a:pt x="51" y="152"/>
                      <a:pt x="5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0" name="Google Shape;2650;p42"/>
            <p:cNvGrpSpPr/>
            <p:nvPr/>
          </p:nvGrpSpPr>
          <p:grpSpPr>
            <a:xfrm rot="-8733232">
              <a:off x="2811760" y="4694181"/>
              <a:ext cx="2695358" cy="964287"/>
              <a:chOff x="543075" y="3278225"/>
              <a:chExt cx="2261650" cy="634175"/>
            </a:xfrm>
          </p:grpSpPr>
          <p:sp>
            <p:nvSpPr>
              <p:cNvPr id="2651" name="Google Shape;2651;p42"/>
              <p:cNvSpPr/>
              <p:nvPr/>
            </p:nvSpPr>
            <p:spPr>
              <a:xfrm>
                <a:off x="2520675" y="3821750"/>
                <a:ext cx="5950" cy="1500"/>
              </a:xfrm>
              <a:custGeom>
                <a:rect b="b" l="l" r="r" t="t"/>
                <a:pathLst>
                  <a:path extrusionOk="0" h="60" w="238">
                    <a:moveTo>
                      <a:pt x="237" y="0"/>
                    </a:moveTo>
                    <a:lnTo>
                      <a:pt x="237" y="0"/>
                    </a:lnTo>
                    <a:cubicBezTo>
                      <a:pt x="153" y="17"/>
                      <a:pt x="60" y="42"/>
                      <a:pt x="0" y="59"/>
                    </a:cubicBezTo>
                    <a:lnTo>
                      <a:pt x="23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2"/>
              <p:cNvSpPr/>
              <p:nvPr/>
            </p:nvSpPr>
            <p:spPr>
              <a:xfrm>
                <a:off x="2516450" y="3830625"/>
                <a:ext cx="1275" cy="225"/>
              </a:xfrm>
              <a:custGeom>
                <a:rect b="b" l="l" r="r" t="t"/>
                <a:pathLst>
                  <a:path extrusionOk="0" h="9" w="51">
                    <a:moveTo>
                      <a:pt x="51" y="0"/>
                    </a:moveTo>
                    <a:lnTo>
                      <a:pt x="0" y="9"/>
                    </a:lnTo>
                    <a:lnTo>
                      <a:pt x="17" y="9"/>
                    </a:lnTo>
                    <a:lnTo>
                      <a:pt x="5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2"/>
              <p:cNvSpPr/>
              <p:nvPr/>
            </p:nvSpPr>
            <p:spPr>
              <a:xfrm>
                <a:off x="2509050" y="3824075"/>
                <a:ext cx="14400" cy="3275"/>
              </a:xfrm>
              <a:custGeom>
                <a:rect b="b" l="l" r="r" t="t"/>
                <a:pathLst>
                  <a:path extrusionOk="0" h="131" w="576">
                    <a:moveTo>
                      <a:pt x="508" y="0"/>
                    </a:moveTo>
                    <a:cubicBezTo>
                      <a:pt x="523" y="16"/>
                      <a:pt x="1" y="130"/>
                      <a:pt x="67" y="130"/>
                    </a:cubicBezTo>
                    <a:cubicBezTo>
                      <a:pt x="73" y="130"/>
                      <a:pt x="84" y="129"/>
                      <a:pt x="102" y="127"/>
                    </a:cubicBezTo>
                    <a:cubicBezTo>
                      <a:pt x="237" y="85"/>
                      <a:pt x="575" y="0"/>
                      <a:pt x="50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2"/>
              <p:cNvSpPr/>
              <p:nvPr/>
            </p:nvSpPr>
            <p:spPr>
              <a:xfrm>
                <a:off x="2515375" y="3823850"/>
                <a:ext cx="10600" cy="2775"/>
              </a:xfrm>
              <a:custGeom>
                <a:rect b="b" l="l" r="r" t="t"/>
                <a:pathLst>
                  <a:path extrusionOk="0" h="111" w="424">
                    <a:moveTo>
                      <a:pt x="424" y="1"/>
                    </a:moveTo>
                    <a:lnTo>
                      <a:pt x="1" y="111"/>
                    </a:lnTo>
                    <a:lnTo>
                      <a:pt x="263" y="60"/>
                    </a:lnTo>
                    <a:cubicBezTo>
                      <a:pt x="288" y="43"/>
                      <a:pt x="263" y="43"/>
                      <a:pt x="42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2"/>
              <p:cNvSpPr/>
              <p:nvPr/>
            </p:nvSpPr>
            <p:spPr>
              <a:xfrm>
                <a:off x="2533350" y="3818150"/>
                <a:ext cx="33025" cy="9325"/>
              </a:xfrm>
              <a:custGeom>
                <a:rect b="b" l="l" r="r" t="t"/>
                <a:pathLst>
                  <a:path extrusionOk="0" h="373" w="1321">
                    <a:moveTo>
                      <a:pt x="1321" y="0"/>
                    </a:moveTo>
                    <a:cubicBezTo>
                      <a:pt x="1058" y="43"/>
                      <a:pt x="18" y="279"/>
                      <a:pt x="9" y="330"/>
                    </a:cubicBezTo>
                    <a:cubicBezTo>
                      <a:pt x="221" y="262"/>
                      <a:pt x="356" y="220"/>
                      <a:pt x="695" y="136"/>
                    </a:cubicBezTo>
                    <a:lnTo>
                      <a:pt x="695" y="136"/>
                    </a:lnTo>
                    <a:cubicBezTo>
                      <a:pt x="838" y="152"/>
                      <a:pt x="145" y="288"/>
                      <a:pt x="1" y="372"/>
                    </a:cubicBezTo>
                    <a:cubicBezTo>
                      <a:pt x="627" y="220"/>
                      <a:pt x="813" y="136"/>
                      <a:pt x="132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2"/>
              <p:cNvSpPr/>
              <p:nvPr/>
            </p:nvSpPr>
            <p:spPr>
              <a:xfrm>
                <a:off x="2526175" y="3827450"/>
                <a:ext cx="9525" cy="2550"/>
              </a:xfrm>
              <a:custGeom>
                <a:rect b="b" l="l" r="r" t="t"/>
                <a:pathLst>
                  <a:path extrusionOk="0" h="102" w="381">
                    <a:moveTo>
                      <a:pt x="347" y="0"/>
                    </a:moveTo>
                    <a:lnTo>
                      <a:pt x="0" y="102"/>
                    </a:lnTo>
                    <a:lnTo>
                      <a:pt x="34" y="93"/>
                    </a:lnTo>
                    <a:lnTo>
                      <a:pt x="38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2"/>
              <p:cNvSpPr/>
              <p:nvPr/>
            </p:nvSpPr>
            <p:spPr>
              <a:xfrm>
                <a:off x="2599125" y="3784725"/>
                <a:ext cx="61350" cy="18425"/>
              </a:xfrm>
              <a:custGeom>
                <a:rect b="b" l="l" r="r" t="t"/>
                <a:pathLst>
                  <a:path extrusionOk="0" h="737" w="2454">
                    <a:moveTo>
                      <a:pt x="1109" y="364"/>
                    </a:moveTo>
                    <a:lnTo>
                      <a:pt x="1109" y="364"/>
                    </a:lnTo>
                    <a:cubicBezTo>
                      <a:pt x="1103" y="366"/>
                      <a:pt x="1097" y="368"/>
                      <a:pt x="1091" y="369"/>
                    </a:cubicBezTo>
                    <a:lnTo>
                      <a:pt x="1091" y="369"/>
                    </a:lnTo>
                    <a:cubicBezTo>
                      <a:pt x="1097" y="368"/>
                      <a:pt x="1103" y="366"/>
                      <a:pt x="1109" y="364"/>
                    </a:cubicBezTo>
                    <a:close/>
                    <a:moveTo>
                      <a:pt x="2454" y="1"/>
                    </a:moveTo>
                    <a:lnTo>
                      <a:pt x="1608" y="246"/>
                    </a:lnTo>
                    <a:lnTo>
                      <a:pt x="1650" y="221"/>
                    </a:lnTo>
                    <a:lnTo>
                      <a:pt x="1650" y="221"/>
                    </a:lnTo>
                    <a:cubicBezTo>
                      <a:pt x="1464" y="288"/>
                      <a:pt x="1084" y="390"/>
                      <a:pt x="957" y="424"/>
                    </a:cubicBezTo>
                    <a:cubicBezTo>
                      <a:pt x="973" y="415"/>
                      <a:pt x="958" y="407"/>
                      <a:pt x="1091" y="369"/>
                    </a:cubicBezTo>
                    <a:lnTo>
                      <a:pt x="1091" y="369"/>
                    </a:lnTo>
                    <a:cubicBezTo>
                      <a:pt x="94" y="650"/>
                      <a:pt x="842" y="501"/>
                      <a:pt x="1" y="737"/>
                    </a:cubicBezTo>
                    <a:cubicBezTo>
                      <a:pt x="51" y="728"/>
                      <a:pt x="119" y="711"/>
                      <a:pt x="212" y="686"/>
                    </a:cubicBezTo>
                    <a:cubicBezTo>
                      <a:pt x="366" y="643"/>
                      <a:pt x="502" y="613"/>
                      <a:pt x="535" y="613"/>
                    </a:cubicBezTo>
                    <a:cubicBezTo>
                      <a:pt x="548" y="613"/>
                      <a:pt x="546" y="617"/>
                      <a:pt x="525" y="627"/>
                    </a:cubicBezTo>
                    <a:cubicBezTo>
                      <a:pt x="948" y="483"/>
                      <a:pt x="957" y="500"/>
                      <a:pt x="1007" y="449"/>
                    </a:cubicBezTo>
                    <a:cubicBezTo>
                      <a:pt x="1173" y="390"/>
                      <a:pt x="1351" y="345"/>
                      <a:pt x="1385" y="345"/>
                    </a:cubicBezTo>
                    <a:cubicBezTo>
                      <a:pt x="1404" y="345"/>
                      <a:pt x="1374" y="361"/>
                      <a:pt x="1261" y="398"/>
                    </a:cubicBezTo>
                    <a:lnTo>
                      <a:pt x="2039" y="153"/>
                    </a:lnTo>
                    <a:lnTo>
                      <a:pt x="1566" y="280"/>
                    </a:lnTo>
                    <a:cubicBezTo>
                      <a:pt x="1684" y="212"/>
                      <a:pt x="2319" y="77"/>
                      <a:pt x="245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2"/>
              <p:cNvSpPr/>
              <p:nvPr/>
            </p:nvSpPr>
            <p:spPr>
              <a:xfrm>
                <a:off x="2542325" y="3800175"/>
                <a:ext cx="59800" cy="17800"/>
              </a:xfrm>
              <a:custGeom>
                <a:rect b="b" l="l" r="r" t="t"/>
                <a:pathLst>
                  <a:path extrusionOk="0" h="712" w="2392">
                    <a:moveTo>
                      <a:pt x="2256" y="127"/>
                    </a:moveTo>
                    <a:cubicBezTo>
                      <a:pt x="2241" y="132"/>
                      <a:pt x="2227" y="136"/>
                      <a:pt x="2215" y="140"/>
                    </a:cubicBezTo>
                    <a:lnTo>
                      <a:pt x="2215" y="140"/>
                    </a:lnTo>
                    <a:lnTo>
                      <a:pt x="2256" y="127"/>
                    </a:lnTo>
                    <a:close/>
                    <a:moveTo>
                      <a:pt x="2391" y="0"/>
                    </a:moveTo>
                    <a:cubicBezTo>
                      <a:pt x="2154" y="17"/>
                      <a:pt x="1469" y="229"/>
                      <a:pt x="1190" y="288"/>
                    </a:cubicBezTo>
                    <a:cubicBezTo>
                      <a:pt x="1255" y="277"/>
                      <a:pt x="1286" y="273"/>
                      <a:pt x="1298" y="273"/>
                    </a:cubicBezTo>
                    <a:cubicBezTo>
                      <a:pt x="1325" y="273"/>
                      <a:pt x="1242" y="295"/>
                      <a:pt x="1257" y="295"/>
                    </a:cubicBezTo>
                    <a:cubicBezTo>
                      <a:pt x="1269" y="295"/>
                      <a:pt x="1343" y="281"/>
                      <a:pt x="1588" y="229"/>
                    </a:cubicBezTo>
                    <a:lnTo>
                      <a:pt x="1588" y="229"/>
                    </a:lnTo>
                    <a:lnTo>
                      <a:pt x="1241" y="355"/>
                    </a:lnTo>
                    <a:lnTo>
                      <a:pt x="640" y="508"/>
                    </a:lnTo>
                    <a:cubicBezTo>
                      <a:pt x="640" y="521"/>
                      <a:pt x="357" y="600"/>
                      <a:pt x="398" y="600"/>
                    </a:cubicBezTo>
                    <a:cubicBezTo>
                      <a:pt x="408" y="600"/>
                      <a:pt x="438" y="596"/>
                      <a:pt x="496" y="584"/>
                    </a:cubicBezTo>
                    <a:cubicBezTo>
                      <a:pt x="555" y="567"/>
                      <a:pt x="665" y="533"/>
                      <a:pt x="758" y="508"/>
                    </a:cubicBezTo>
                    <a:lnTo>
                      <a:pt x="758" y="508"/>
                    </a:lnTo>
                    <a:cubicBezTo>
                      <a:pt x="709" y="557"/>
                      <a:pt x="1" y="711"/>
                      <a:pt x="137" y="711"/>
                    </a:cubicBezTo>
                    <a:cubicBezTo>
                      <a:pt x="141" y="711"/>
                      <a:pt x="145" y="711"/>
                      <a:pt x="149" y="711"/>
                    </a:cubicBezTo>
                    <a:cubicBezTo>
                      <a:pt x="429" y="643"/>
                      <a:pt x="708" y="567"/>
                      <a:pt x="987" y="474"/>
                    </a:cubicBezTo>
                    <a:cubicBezTo>
                      <a:pt x="1427" y="355"/>
                      <a:pt x="1740" y="279"/>
                      <a:pt x="1951" y="237"/>
                    </a:cubicBezTo>
                    <a:cubicBezTo>
                      <a:pt x="2067" y="198"/>
                      <a:pt x="2084" y="181"/>
                      <a:pt x="2215" y="140"/>
                    </a:cubicBezTo>
                    <a:lnTo>
                      <a:pt x="2215" y="140"/>
                    </a:lnTo>
                    <a:lnTo>
                      <a:pt x="2146" y="161"/>
                    </a:lnTo>
                    <a:lnTo>
                      <a:pt x="2120" y="119"/>
                    </a:lnTo>
                    <a:cubicBezTo>
                      <a:pt x="1985" y="169"/>
                      <a:pt x="1850" y="195"/>
                      <a:pt x="1697" y="237"/>
                    </a:cubicBezTo>
                    <a:lnTo>
                      <a:pt x="239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2"/>
              <p:cNvSpPr/>
              <p:nvPr/>
            </p:nvSpPr>
            <p:spPr>
              <a:xfrm>
                <a:off x="2598700" y="3803350"/>
                <a:ext cx="450" cy="25"/>
              </a:xfrm>
              <a:custGeom>
                <a:rect b="b" l="l" r="r" t="t"/>
                <a:pathLst>
                  <a:path extrusionOk="0" h="1" w="18">
                    <a:moveTo>
                      <a:pt x="1" y="0"/>
                    </a:move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2"/>
              <p:cNvSpPr/>
              <p:nvPr/>
            </p:nvSpPr>
            <p:spPr>
              <a:xfrm>
                <a:off x="2504800" y="3810550"/>
                <a:ext cx="54400" cy="14800"/>
              </a:xfrm>
              <a:custGeom>
                <a:rect b="b" l="l" r="r" t="t"/>
                <a:pathLst>
                  <a:path extrusionOk="0" h="592" w="2176">
                    <a:moveTo>
                      <a:pt x="2138" y="1"/>
                    </a:moveTo>
                    <a:cubicBezTo>
                      <a:pt x="2126" y="1"/>
                      <a:pt x="2088" y="8"/>
                      <a:pt x="2006" y="25"/>
                    </a:cubicBezTo>
                    <a:cubicBezTo>
                      <a:pt x="1168" y="237"/>
                      <a:pt x="585" y="406"/>
                      <a:pt x="1" y="592"/>
                    </a:cubicBezTo>
                    <a:cubicBezTo>
                      <a:pt x="475" y="473"/>
                      <a:pt x="1007" y="330"/>
                      <a:pt x="1405" y="245"/>
                    </a:cubicBezTo>
                    <a:lnTo>
                      <a:pt x="1405" y="245"/>
                    </a:lnTo>
                    <a:lnTo>
                      <a:pt x="1244" y="313"/>
                    </a:lnTo>
                    <a:cubicBezTo>
                      <a:pt x="796" y="397"/>
                      <a:pt x="525" y="482"/>
                      <a:pt x="94" y="583"/>
                    </a:cubicBezTo>
                    <a:lnTo>
                      <a:pt x="1075" y="363"/>
                    </a:lnTo>
                    <a:cubicBezTo>
                      <a:pt x="1218" y="335"/>
                      <a:pt x="1288" y="323"/>
                      <a:pt x="1307" y="323"/>
                    </a:cubicBezTo>
                    <a:cubicBezTo>
                      <a:pt x="1348" y="323"/>
                      <a:pt x="1124" y="384"/>
                      <a:pt x="872" y="448"/>
                    </a:cubicBezTo>
                    <a:cubicBezTo>
                      <a:pt x="940" y="431"/>
                      <a:pt x="999" y="414"/>
                      <a:pt x="1067" y="406"/>
                    </a:cubicBezTo>
                    <a:cubicBezTo>
                      <a:pt x="1097" y="393"/>
                      <a:pt x="1648" y="242"/>
                      <a:pt x="1610" y="242"/>
                    </a:cubicBezTo>
                    <a:cubicBezTo>
                      <a:pt x="1595" y="242"/>
                      <a:pt x="1499" y="264"/>
                      <a:pt x="1261" y="321"/>
                    </a:cubicBezTo>
                    <a:cubicBezTo>
                      <a:pt x="1287" y="279"/>
                      <a:pt x="1820" y="169"/>
                      <a:pt x="2048" y="101"/>
                    </a:cubicBezTo>
                    <a:lnTo>
                      <a:pt x="2048" y="101"/>
                    </a:lnTo>
                    <a:cubicBezTo>
                      <a:pt x="2017" y="107"/>
                      <a:pt x="2000" y="110"/>
                      <a:pt x="1993" y="110"/>
                    </a:cubicBezTo>
                    <a:cubicBezTo>
                      <a:pt x="1958" y="110"/>
                      <a:pt x="2115" y="59"/>
                      <a:pt x="2073" y="59"/>
                    </a:cubicBezTo>
                    <a:cubicBezTo>
                      <a:pt x="1955" y="93"/>
                      <a:pt x="1828" y="135"/>
                      <a:pt x="1633" y="177"/>
                    </a:cubicBezTo>
                    <a:cubicBezTo>
                      <a:pt x="1629" y="178"/>
                      <a:pt x="1626" y="178"/>
                      <a:pt x="1623" y="178"/>
                    </a:cubicBezTo>
                    <a:cubicBezTo>
                      <a:pt x="1567" y="178"/>
                      <a:pt x="1839" y="99"/>
                      <a:pt x="2056" y="59"/>
                    </a:cubicBezTo>
                    <a:lnTo>
                      <a:pt x="2056" y="59"/>
                    </a:lnTo>
                    <a:cubicBezTo>
                      <a:pt x="2019" y="66"/>
                      <a:pt x="1998" y="69"/>
                      <a:pt x="1988" y="69"/>
                    </a:cubicBezTo>
                    <a:cubicBezTo>
                      <a:pt x="1942" y="69"/>
                      <a:pt x="2176" y="1"/>
                      <a:pt x="213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2"/>
              <p:cNvSpPr/>
              <p:nvPr/>
            </p:nvSpPr>
            <p:spPr>
              <a:xfrm>
                <a:off x="543075" y="3278225"/>
                <a:ext cx="1998550" cy="634175"/>
              </a:xfrm>
              <a:custGeom>
                <a:rect b="b" l="l" r="r" t="t"/>
                <a:pathLst>
                  <a:path extrusionOk="0" h="25367" w="79942">
                    <a:moveTo>
                      <a:pt x="178" y="584"/>
                    </a:moveTo>
                    <a:lnTo>
                      <a:pt x="178" y="584"/>
                    </a:lnTo>
                    <a:cubicBezTo>
                      <a:pt x="195" y="719"/>
                      <a:pt x="203" y="796"/>
                      <a:pt x="220" y="880"/>
                    </a:cubicBezTo>
                    <a:lnTo>
                      <a:pt x="178" y="584"/>
                    </a:lnTo>
                    <a:close/>
                    <a:moveTo>
                      <a:pt x="220" y="880"/>
                    </a:moveTo>
                    <a:lnTo>
                      <a:pt x="222" y="889"/>
                    </a:lnTo>
                    <a:lnTo>
                      <a:pt x="222" y="889"/>
                    </a:lnTo>
                    <a:cubicBezTo>
                      <a:pt x="222" y="886"/>
                      <a:pt x="221" y="883"/>
                      <a:pt x="220" y="880"/>
                    </a:cubicBezTo>
                    <a:close/>
                    <a:moveTo>
                      <a:pt x="2868" y="8121"/>
                    </a:moveTo>
                    <a:lnTo>
                      <a:pt x="2868" y="8121"/>
                    </a:lnTo>
                    <a:cubicBezTo>
                      <a:pt x="2892" y="8169"/>
                      <a:pt x="2920" y="8213"/>
                      <a:pt x="2955" y="8252"/>
                    </a:cubicBezTo>
                    <a:lnTo>
                      <a:pt x="2955" y="8252"/>
                    </a:lnTo>
                    <a:cubicBezTo>
                      <a:pt x="2927" y="8210"/>
                      <a:pt x="2898" y="8167"/>
                      <a:pt x="2868" y="8121"/>
                    </a:cubicBezTo>
                    <a:close/>
                    <a:moveTo>
                      <a:pt x="3233" y="8360"/>
                    </a:moveTo>
                    <a:cubicBezTo>
                      <a:pt x="3267" y="8408"/>
                      <a:pt x="3300" y="8456"/>
                      <a:pt x="3333" y="8502"/>
                    </a:cubicBezTo>
                    <a:lnTo>
                      <a:pt x="3249" y="8375"/>
                    </a:lnTo>
                    <a:cubicBezTo>
                      <a:pt x="3242" y="8369"/>
                      <a:pt x="3237" y="8364"/>
                      <a:pt x="3233" y="8360"/>
                    </a:cubicBezTo>
                    <a:close/>
                    <a:moveTo>
                      <a:pt x="5239" y="10862"/>
                    </a:moveTo>
                    <a:lnTo>
                      <a:pt x="5254" y="10879"/>
                    </a:lnTo>
                    <a:lnTo>
                      <a:pt x="5372" y="10998"/>
                    </a:lnTo>
                    <a:cubicBezTo>
                      <a:pt x="5323" y="10949"/>
                      <a:pt x="5279" y="10904"/>
                      <a:pt x="5239" y="10862"/>
                    </a:cubicBezTo>
                    <a:close/>
                    <a:moveTo>
                      <a:pt x="12520" y="16086"/>
                    </a:moveTo>
                    <a:cubicBezTo>
                      <a:pt x="12575" y="16113"/>
                      <a:pt x="12628" y="16136"/>
                      <a:pt x="12676" y="16158"/>
                    </a:cubicBezTo>
                    <a:lnTo>
                      <a:pt x="12676" y="16158"/>
                    </a:lnTo>
                    <a:cubicBezTo>
                      <a:pt x="12641" y="16142"/>
                      <a:pt x="12584" y="16116"/>
                      <a:pt x="12520" y="16086"/>
                    </a:cubicBezTo>
                    <a:close/>
                    <a:moveTo>
                      <a:pt x="12676" y="16158"/>
                    </a:moveTo>
                    <a:cubicBezTo>
                      <a:pt x="12701" y="16169"/>
                      <a:pt x="12716" y="16176"/>
                      <a:pt x="12717" y="16176"/>
                    </a:cubicBezTo>
                    <a:cubicBezTo>
                      <a:pt x="12717" y="16176"/>
                      <a:pt x="12716" y="16175"/>
                      <a:pt x="12715" y="16175"/>
                    </a:cubicBezTo>
                    <a:cubicBezTo>
                      <a:pt x="12702" y="16169"/>
                      <a:pt x="12690" y="16164"/>
                      <a:pt x="12676" y="16158"/>
                    </a:cubicBezTo>
                    <a:close/>
                    <a:moveTo>
                      <a:pt x="15059" y="17333"/>
                    </a:moveTo>
                    <a:cubicBezTo>
                      <a:pt x="15059" y="17333"/>
                      <a:pt x="15058" y="17334"/>
                      <a:pt x="15058" y="17334"/>
                    </a:cubicBezTo>
                    <a:lnTo>
                      <a:pt x="15058" y="17334"/>
                    </a:lnTo>
                    <a:lnTo>
                      <a:pt x="15127" y="17357"/>
                    </a:lnTo>
                    <a:lnTo>
                      <a:pt x="15127" y="17357"/>
                    </a:lnTo>
                    <a:cubicBezTo>
                      <a:pt x="15093" y="17344"/>
                      <a:pt x="15065" y="17333"/>
                      <a:pt x="15059" y="17333"/>
                    </a:cubicBezTo>
                    <a:close/>
                    <a:moveTo>
                      <a:pt x="15127" y="17357"/>
                    </a:moveTo>
                    <a:cubicBezTo>
                      <a:pt x="15194" y="17382"/>
                      <a:pt x="15286" y="17420"/>
                      <a:pt x="15291" y="17420"/>
                    </a:cubicBezTo>
                    <a:cubicBezTo>
                      <a:pt x="15293" y="17420"/>
                      <a:pt x="15278" y="17412"/>
                      <a:pt x="15236" y="17393"/>
                    </a:cubicBezTo>
                    <a:lnTo>
                      <a:pt x="15127" y="17357"/>
                    </a:lnTo>
                    <a:close/>
                    <a:moveTo>
                      <a:pt x="14787" y="17469"/>
                    </a:moveTo>
                    <a:cubicBezTo>
                      <a:pt x="14793" y="17471"/>
                      <a:pt x="14797" y="17473"/>
                      <a:pt x="14801" y="17475"/>
                    </a:cubicBezTo>
                    <a:lnTo>
                      <a:pt x="14801" y="17475"/>
                    </a:lnTo>
                    <a:cubicBezTo>
                      <a:pt x="14796" y="17473"/>
                      <a:pt x="14792" y="17471"/>
                      <a:pt x="14787" y="17469"/>
                    </a:cubicBezTo>
                    <a:close/>
                    <a:moveTo>
                      <a:pt x="19245" y="19357"/>
                    </a:moveTo>
                    <a:lnTo>
                      <a:pt x="19245" y="19357"/>
                    </a:lnTo>
                    <a:cubicBezTo>
                      <a:pt x="19251" y="19359"/>
                      <a:pt x="19257" y="19362"/>
                      <a:pt x="19263" y="19364"/>
                    </a:cubicBezTo>
                    <a:cubicBezTo>
                      <a:pt x="19257" y="19362"/>
                      <a:pt x="19251" y="19359"/>
                      <a:pt x="19245" y="19357"/>
                    </a:cubicBezTo>
                    <a:close/>
                    <a:moveTo>
                      <a:pt x="22902" y="20283"/>
                    </a:moveTo>
                    <a:cubicBezTo>
                      <a:pt x="22923" y="20290"/>
                      <a:pt x="22942" y="20297"/>
                      <a:pt x="22959" y="20303"/>
                    </a:cubicBezTo>
                    <a:cubicBezTo>
                      <a:pt x="22926" y="20291"/>
                      <a:pt x="22910" y="20285"/>
                      <a:pt x="22902" y="20283"/>
                    </a:cubicBezTo>
                    <a:close/>
                    <a:moveTo>
                      <a:pt x="22917" y="20581"/>
                    </a:moveTo>
                    <a:cubicBezTo>
                      <a:pt x="22913" y="20581"/>
                      <a:pt x="22910" y="20581"/>
                      <a:pt x="22909" y="20582"/>
                    </a:cubicBezTo>
                    <a:lnTo>
                      <a:pt x="22933" y="20582"/>
                    </a:lnTo>
                    <a:cubicBezTo>
                      <a:pt x="22927" y="20581"/>
                      <a:pt x="22922" y="20581"/>
                      <a:pt x="22917" y="20581"/>
                    </a:cubicBezTo>
                    <a:close/>
                    <a:moveTo>
                      <a:pt x="24843" y="20851"/>
                    </a:moveTo>
                    <a:lnTo>
                      <a:pt x="24843" y="20851"/>
                    </a:lnTo>
                    <a:cubicBezTo>
                      <a:pt x="24846" y="20852"/>
                      <a:pt x="24850" y="20852"/>
                      <a:pt x="24854" y="20853"/>
                    </a:cubicBezTo>
                    <a:cubicBezTo>
                      <a:pt x="24850" y="20852"/>
                      <a:pt x="24846" y="20851"/>
                      <a:pt x="24843" y="20851"/>
                    </a:cubicBezTo>
                    <a:close/>
                    <a:moveTo>
                      <a:pt x="24017" y="20574"/>
                    </a:moveTo>
                    <a:lnTo>
                      <a:pt x="24017" y="20574"/>
                    </a:lnTo>
                    <a:cubicBezTo>
                      <a:pt x="24537" y="20735"/>
                      <a:pt x="24600" y="20725"/>
                      <a:pt x="25107" y="20862"/>
                    </a:cubicBezTo>
                    <a:lnTo>
                      <a:pt x="25107" y="20862"/>
                    </a:lnTo>
                    <a:cubicBezTo>
                      <a:pt x="24647" y="20728"/>
                      <a:pt x="24208" y="20613"/>
                      <a:pt x="24017" y="20574"/>
                    </a:cubicBezTo>
                    <a:close/>
                    <a:moveTo>
                      <a:pt x="25107" y="20862"/>
                    </a:moveTo>
                    <a:lnTo>
                      <a:pt x="25107" y="20862"/>
                    </a:lnTo>
                    <a:cubicBezTo>
                      <a:pt x="25136" y="20870"/>
                      <a:pt x="25164" y="20878"/>
                      <a:pt x="25193" y="20887"/>
                    </a:cubicBezTo>
                    <a:lnTo>
                      <a:pt x="25170" y="20879"/>
                    </a:lnTo>
                    <a:lnTo>
                      <a:pt x="25170" y="20879"/>
                    </a:lnTo>
                    <a:cubicBezTo>
                      <a:pt x="25148" y="20873"/>
                      <a:pt x="25127" y="20867"/>
                      <a:pt x="25107" y="20862"/>
                    </a:cubicBezTo>
                    <a:close/>
                    <a:moveTo>
                      <a:pt x="78563" y="21978"/>
                    </a:moveTo>
                    <a:cubicBezTo>
                      <a:pt x="78419" y="22013"/>
                      <a:pt x="78314" y="22039"/>
                      <a:pt x="78224" y="22062"/>
                    </a:cubicBezTo>
                    <a:lnTo>
                      <a:pt x="78224" y="22062"/>
                    </a:lnTo>
                    <a:cubicBezTo>
                      <a:pt x="78265" y="22054"/>
                      <a:pt x="78307" y="22045"/>
                      <a:pt x="78351" y="22037"/>
                    </a:cubicBezTo>
                    <a:lnTo>
                      <a:pt x="78351" y="22037"/>
                    </a:lnTo>
                    <a:lnTo>
                      <a:pt x="78292" y="22071"/>
                    </a:lnTo>
                    <a:cubicBezTo>
                      <a:pt x="78334" y="22062"/>
                      <a:pt x="78631" y="21978"/>
                      <a:pt x="78563" y="21978"/>
                    </a:cubicBezTo>
                    <a:close/>
                    <a:moveTo>
                      <a:pt x="78224" y="22062"/>
                    </a:moveTo>
                    <a:lnTo>
                      <a:pt x="78224" y="22062"/>
                    </a:lnTo>
                    <a:cubicBezTo>
                      <a:pt x="78076" y="22093"/>
                      <a:pt x="77949" y="22125"/>
                      <a:pt x="77823" y="22159"/>
                    </a:cubicBezTo>
                    <a:lnTo>
                      <a:pt x="77823" y="22159"/>
                    </a:lnTo>
                    <a:cubicBezTo>
                      <a:pt x="77984" y="22122"/>
                      <a:pt x="78088" y="22096"/>
                      <a:pt x="78224" y="22062"/>
                    </a:cubicBezTo>
                    <a:close/>
                    <a:moveTo>
                      <a:pt x="77116" y="22444"/>
                    </a:moveTo>
                    <a:lnTo>
                      <a:pt x="77082" y="22452"/>
                    </a:lnTo>
                    <a:cubicBezTo>
                      <a:pt x="77093" y="22449"/>
                      <a:pt x="77104" y="22447"/>
                      <a:pt x="77116" y="22444"/>
                    </a:cubicBezTo>
                    <a:close/>
                    <a:moveTo>
                      <a:pt x="74460" y="22739"/>
                    </a:moveTo>
                    <a:lnTo>
                      <a:pt x="74375" y="22756"/>
                    </a:lnTo>
                    <a:cubicBezTo>
                      <a:pt x="74388" y="22754"/>
                      <a:pt x="74401" y="22753"/>
                      <a:pt x="74413" y="22751"/>
                    </a:cubicBezTo>
                    <a:lnTo>
                      <a:pt x="74413" y="22751"/>
                    </a:lnTo>
                    <a:cubicBezTo>
                      <a:pt x="74428" y="22747"/>
                      <a:pt x="74444" y="22743"/>
                      <a:pt x="74460" y="22739"/>
                    </a:cubicBezTo>
                    <a:close/>
                    <a:moveTo>
                      <a:pt x="32386" y="23010"/>
                    </a:moveTo>
                    <a:lnTo>
                      <a:pt x="32569" y="23052"/>
                    </a:lnTo>
                    <a:lnTo>
                      <a:pt x="32527" y="23044"/>
                    </a:lnTo>
                    <a:cubicBezTo>
                      <a:pt x="32468" y="23030"/>
                      <a:pt x="32422" y="23019"/>
                      <a:pt x="32386" y="23010"/>
                    </a:cubicBezTo>
                    <a:close/>
                    <a:moveTo>
                      <a:pt x="33170" y="23179"/>
                    </a:moveTo>
                    <a:lnTo>
                      <a:pt x="33440" y="23238"/>
                    </a:lnTo>
                    <a:lnTo>
                      <a:pt x="33339" y="23238"/>
                    </a:lnTo>
                    <a:cubicBezTo>
                      <a:pt x="33280" y="23230"/>
                      <a:pt x="33221" y="23205"/>
                      <a:pt x="33170" y="23179"/>
                    </a:cubicBezTo>
                    <a:close/>
                    <a:moveTo>
                      <a:pt x="35314" y="23678"/>
                    </a:moveTo>
                    <a:cubicBezTo>
                      <a:pt x="35317" y="23678"/>
                      <a:pt x="35322" y="23678"/>
                      <a:pt x="35327" y="23678"/>
                    </a:cubicBezTo>
                    <a:cubicBezTo>
                      <a:pt x="35784" y="23771"/>
                      <a:pt x="35750" y="23687"/>
                      <a:pt x="36173" y="23805"/>
                    </a:cubicBezTo>
                    <a:cubicBezTo>
                      <a:pt x="36238" y="23789"/>
                      <a:pt x="36139" y="23765"/>
                      <a:pt x="35988" y="23733"/>
                    </a:cubicBezTo>
                    <a:lnTo>
                      <a:pt x="35988" y="23733"/>
                    </a:lnTo>
                    <a:cubicBezTo>
                      <a:pt x="35998" y="23735"/>
                      <a:pt x="36007" y="23735"/>
                      <a:pt x="36016" y="23735"/>
                    </a:cubicBezTo>
                    <a:cubicBezTo>
                      <a:pt x="36031" y="23735"/>
                      <a:pt x="36046" y="23733"/>
                      <a:pt x="36063" y="23729"/>
                    </a:cubicBezTo>
                    <a:lnTo>
                      <a:pt x="36537" y="23814"/>
                    </a:lnTo>
                    <a:cubicBezTo>
                      <a:pt x="36672" y="23839"/>
                      <a:pt x="36790" y="23864"/>
                      <a:pt x="36748" y="23864"/>
                    </a:cubicBezTo>
                    <a:cubicBezTo>
                      <a:pt x="36743" y="23867"/>
                      <a:pt x="36730" y="23869"/>
                      <a:pt x="36712" y="23869"/>
                    </a:cubicBezTo>
                    <a:cubicBezTo>
                      <a:pt x="36577" y="23869"/>
                      <a:pt x="36127" y="23797"/>
                      <a:pt x="35978" y="23797"/>
                    </a:cubicBezTo>
                    <a:cubicBezTo>
                      <a:pt x="35839" y="23788"/>
                      <a:pt x="35219" y="23678"/>
                      <a:pt x="35314" y="23678"/>
                    </a:cubicBezTo>
                    <a:close/>
                    <a:moveTo>
                      <a:pt x="67901" y="24082"/>
                    </a:moveTo>
                    <a:cubicBezTo>
                      <a:pt x="67875" y="24085"/>
                      <a:pt x="67851" y="24089"/>
                      <a:pt x="67828" y="24093"/>
                    </a:cubicBezTo>
                    <a:cubicBezTo>
                      <a:pt x="67853" y="24089"/>
                      <a:pt x="67877" y="24085"/>
                      <a:pt x="67901" y="24082"/>
                    </a:cubicBezTo>
                    <a:close/>
                    <a:moveTo>
                      <a:pt x="37450" y="23847"/>
                    </a:moveTo>
                    <a:lnTo>
                      <a:pt x="38508" y="24008"/>
                    </a:lnTo>
                    <a:cubicBezTo>
                      <a:pt x="38685" y="24042"/>
                      <a:pt x="38863" y="24067"/>
                      <a:pt x="39041" y="24093"/>
                    </a:cubicBezTo>
                    <a:lnTo>
                      <a:pt x="39582" y="24169"/>
                    </a:lnTo>
                    <a:lnTo>
                      <a:pt x="39497" y="24135"/>
                    </a:lnTo>
                    <a:lnTo>
                      <a:pt x="39497" y="24135"/>
                    </a:lnTo>
                    <a:cubicBezTo>
                      <a:pt x="39717" y="24169"/>
                      <a:pt x="39912" y="24177"/>
                      <a:pt x="40039" y="24211"/>
                    </a:cubicBezTo>
                    <a:lnTo>
                      <a:pt x="39853" y="24211"/>
                    </a:lnTo>
                    <a:lnTo>
                      <a:pt x="39421" y="24186"/>
                    </a:lnTo>
                    <a:cubicBezTo>
                      <a:pt x="39252" y="24177"/>
                      <a:pt x="39074" y="24169"/>
                      <a:pt x="38914" y="24160"/>
                    </a:cubicBezTo>
                    <a:lnTo>
                      <a:pt x="38516" y="24127"/>
                    </a:lnTo>
                    <a:cubicBezTo>
                      <a:pt x="38076" y="24067"/>
                      <a:pt x="37602" y="24000"/>
                      <a:pt x="37332" y="23949"/>
                    </a:cubicBezTo>
                    <a:lnTo>
                      <a:pt x="37332" y="23949"/>
                    </a:lnTo>
                    <a:lnTo>
                      <a:pt x="37476" y="23966"/>
                    </a:lnTo>
                    <a:cubicBezTo>
                      <a:pt x="38261" y="24083"/>
                      <a:pt x="38627" y="24131"/>
                      <a:pt x="38712" y="24131"/>
                    </a:cubicBezTo>
                    <a:cubicBezTo>
                      <a:pt x="38854" y="24131"/>
                      <a:pt x="38221" y="24001"/>
                      <a:pt x="37450" y="23847"/>
                    </a:cubicBezTo>
                    <a:close/>
                    <a:moveTo>
                      <a:pt x="38430" y="24346"/>
                    </a:moveTo>
                    <a:cubicBezTo>
                      <a:pt x="38430" y="24346"/>
                      <a:pt x="38431" y="24346"/>
                      <a:pt x="38431" y="24347"/>
                    </a:cubicBezTo>
                    <a:cubicBezTo>
                      <a:pt x="38431" y="24346"/>
                      <a:pt x="38431" y="24346"/>
                      <a:pt x="38430" y="24346"/>
                    </a:cubicBezTo>
                    <a:close/>
                    <a:moveTo>
                      <a:pt x="40427" y="24352"/>
                    </a:moveTo>
                    <a:lnTo>
                      <a:pt x="40427" y="24352"/>
                    </a:lnTo>
                    <a:cubicBezTo>
                      <a:pt x="40432" y="24353"/>
                      <a:pt x="40438" y="24354"/>
                      <a:pt x="40445" y="24355"/>
                    </a:cubicBezTo>
                    <a:lnTo>
                      <a:pt x="40427" y="24352"/>
                    </a:lnTo>
                    <a:close/>
                    <a:moveTo>
                      <a:pt x="40039" y="24321"/>
                    </a:moveTo>
                    <a:lnTo>
                      <a:pt x="40470" y="24372"/>
                    </a:lnTo>
                    <a:cubicBezTo>
                      <a:pt x="40434" y="24372"/>
                      <a:pt x="40444" y="24382"/>
                      <a:pt x="40398" y="24382"/>
                    </a:cubicBezTo>
                    <a:cubicBezTo>
                      <a:pt x="40357" y="24382"/>
                      <a:pt x="40275" y="24374"/>
                      <a:pt x="40081" y="24347"/>
                    </a:cubicBezTo>
                    <a:cubicBezTo>
                      <a:pt x="40115" y="24338"/>
                      <a:pt x="40090" y="24330"/>
                      <a:pt x="40039" y="24321"/>
                    </a:cubicBezTo>
                    <a:close/>
                    <a:moveTo>
                      <a:pt x="46644" y="24583"/>
                    </a:moveTo>
                    <a:cubicBezTo>
                      <a:pt x="46650" y="24586"/>
                      <a:pt x="46667" y="24588"/>
                      <a:pt x="46696" y="24592"/>
                    </a:cubicBezTo>
                    <a:cubicBezTo>
                      <a:pt x="46679" y="24589"/>
                      <a:pt x="46661" y="24586"/>
                      <a:pt x="46644" y="24583"/>
                    </a:cubicBezTo>
                    <a:close/>
                    <a:moveTo>
                      <a:pt x="63350" y="24664"/>
                    </a:moveTo>
                    <a:lnTo>
                      <a:pt x="63285" y="24668"/>
                    </a:lnTo>
                    <a:cubicBezTo>
                      <a:pt x="63301" y="24667"/>
                      <a:pt x="63323" y="24666"/>
                      <a:pt x="63350" y="24664"/>
                    </a:cubicBezTo>
                    <a:close/>
                    <a:moveTo>
                      <a:pt x="50266" y="24668"/>
                    </a:moveTo>
                    <a:lnTo>
                      <a:pt x="50276" y="24674"/>
                    </a:lnTo>
                    <a:lnTo>
                      <a:pt x="50276" y="24674"/>
                    </a:lnTo>
                    <a:cubicBezTo>
                      <a:pt x="50332" y="24674"/>
                      <a:pt x="50388" y="24674"/>
                      <a:pt x="50443" y="24674"/>
                    </a:cubicBezTo>
                    <a:lnTo>
                      <a:pt x="50443" y="24674"/>
                    </a:lnTo>
                    <a:cubicBezTo>
                      <a:pt x="50642" y="24682"/>
                      <a:pt x="50815" y="24694"/>
                      <a:pt x="50961" y="24694"/>
                    </a:cubicBezTo>
                    <a:cubicBezTo>
                      <a:pt x="51028" y="24694"/>
                      <a:pt x="51090" y="24692"/>
                      <a:pt x="51146" y="24685"/>
                    </a:cubicBezTo>
                    <a:lnTo>
                      <a:pt x="50715" y="24685"/>
                    </a:lnTo>
                    <a:lnTo>
                      <a:pt x="50723" y="24676"/>
                    </a:lnTo>
                    <a:cubicBezTo>
                      <a:pt x="50647" y="24674"/>
                      <a:pt x="50565" y="24674"/>
                      <a:pt x="50482" y="24674"/>
                    </a:cubicBezTo>
                    <a:cubicBezTo>
                      <a:pt x="50469" y="24674"/>
                      <a:pt x="50456" y="24674"/>
                      <a:pt x="50443" y="24674"/>
                    </a:cubicBezTo>
                    <a:lnTo>
                      <a:pt x="50443" y="24674"/>
                    </a:lnTo>
                    <a:cubicBezTo>
                      <a:pt x="50386" y="24671"/>
                      <a:pt x="50327" y="24669"/>
                      <a:pt x="50266" y="24668"/>
                    </a:cubicBezTo>
                    <a:close/>
                    <a:moveTo>
                      <a:pt x="54067" y="24734"/>
                    </a:moveTo>
                    <a:lnTo>
                      <a:pt x="54067" y="24734"/>
                    </a:lnTo>
                    <a:cubicBezTo>
                      <a:pt x="54048" y="24735"/>
                      <a:pt x="54030" y="24735"/>
                      <a:pt x="54014" y="24736"/>
                    </a:cubicBezTo>
                    <a:cubicBezTo>
                      <a:pt x="54029" y="24736"/>
                      <a:pt x="54048" y="24735"/>
                      <a:pt x="54067" y="24734"/>
                    </a:cubicBezTo>
                    <a:close/>
                    <a:moveTo>
                      <a:pt x="44336" y="24820"/>
                    </a:moveTo>
                    <a:cubicBezTo>
                      <a:pt x="44322" y="24820"/>
                      <a:pt x="44322" y="24822"/>
                      <a:pt x="44331" y="24824"/>
                    </a:cubicBezTo>
                    <a:lnTo>
                      <a:pt x="44331" y="24824"/>
                    </a:lnTo>
                    <a:cubicBezTo>
                      <a:pt x="44334" y="24823"/>
                      <a:pt x="44336" y="24822"/>
                      <a:pt x="44336" y="24820"/>
                    </a:cubicBezTo>
                    <a:close/>
                    <a:moveTo>
                      <a:pt x="40597" y="24431"/>
                    </a:moveTo>
                    <a:lnTo>
                      <a:pt x="40597" y="24431"/>
                    </a:lnTo>
                    <a:cubicBezTo>
                      <a:pt x="40749" y="24448"/>
                      <a:pt x="41054" y="24465"/>
                      <a:pt x="41037" y="24490"/>
                    </a:cubicBezTo>
                    <a:cubicBezTo>
                      <a:pt x="41054" y="24473"/>
                      <a:pt x="41299" y="24482"/>
                      <a:pt x="40842" y="24440"/>
                    </a:cubicBezTo>
                    <a:lnTo>
                      <a:pt x="40842" y="24440"/>
                    </a:lnTo>
                    <a:cubicBezTo>
                      <a:pt x="40952" y="24448"/>
                      <a:pt x="41071" y="24456"/>
                      <a:pt x="41181" y="24456"/>
                    </a:cubicBezTo>
                    <a:cubicBezTo>
                      <a:pt x="41155" y="24448"/>
                      <a:pt x="41139" y="24448"/>
                      <a:pt x="41113" y="24440"/>
                    </a:cubicBezTo>
                    <a:lnTo>
                      <a:pt x="41113" y="24440"/>
                    </a:lnTo>
                    <a:lnTo>
                      <a:pt x="41418" y="24473"/>
                    </a:lnTo>
                    <a:cubicBezTo>
                      <a:pt x="41545" y="24490"/>
                      <a:pt x="41773" y="24516"/>
                      <a:pt x="41976" y="24558"/>
                    </a:cubicBezTo>
                    <a:cubicBezTo>
                      <a:pt x="41866" y="24558"/>
                      <a:pt x="41765" y="24550"/>
                      <a:pt x="41655" y="24541"/>
                    </a:cubicBezTo>
                    <a:lnTo>
                      <a:pt x="41655" y="24541"/>
                    </a:lnTo>
                    <a:cubicBezTo>
                      <a:pt x="41959" y="24583"/>
                      <a:pt x="42238" y="24609"/>
                      <a:pt x="42416" y="24626"/>
                    </a:cubicBezTo>
                    <a:cubicBezTo>
                      <a:pt x="41934" y="24566"/>
                      <a:pt x="42196" y="24575"/>
                      <a:pt x="42086" y="24541"/>
                    </a:cubicBezTo>
                    <a:lnTo>
                      <a:pt x="42086" y="24541"/>
                    </a:lnTo>
                    <a:cubicBezTo>
                      <a:pt x="42390" y="24566"/>
                      <a:pt x="42873" y="24626"/>
                      <a:pt x="43050" y="24634"/>
                    </a:cubicBezTo>
                    <a:cubicBezTo>
                      <a:pt x="43456" y="24685"/>
                      <a:pt x="43795" y="24736"/>
                      <a:pt x="43524" y="24736"/>
                    </a:cubicBezTo>
                    <a:cubicBezTo>
                      <a:pt x="43786" y="24744"/>
                      <a:pt x="44057" y="24778"/>
                      <a:pt x="44336" y="24778"/>
                    </a:cubicBezTo>
                    <a:cubicBezTo>
                      <a:pt x="43820" y="24761"/>
                      <a:pt x="44336" y="24719"/>
                      <a:pt x="43668" y="24702"/>
                    </a:cubicBezTo>
                    <a:cubicBezTo>
                      <a:pt x="43618" y="24687"/>
                      <a:pt x="43631" y="24680"/>
                      <a:pt x="43683" y="24680"/>
                    </a:cubicBezTo>
                    <a:cubicBezTo>
                      <a:pt x="43835" y="24680"/>
                      <a:pt x="44316" y="24732"/>
                      <a:pt x="44573" y="24769"/>
                    </a:cubicBezTo>
                    <a:cubicBezTo>
                      <a:pt x="44548" y="24768"/>
                      <a:pt x="44530" y="24768"/>
                      <a:pt x="44516" y="24768"/>
                    </a:cubicBezTo>
                    <a:cubicBezTo>
                      <a:pt x="44432" y="24768"/>
                      <a:pt x="44533" y="24788"/>
                      <a:pt x="44497" y="24795"/>
                    </a:cubicBezTo>
                    <a:cubicBezTo>
                      <a:pt x="44593" y="24800"/>
                      <a:pt x="44663" y="24802"/>
                      <a:pt x="44711" y="24802"/>
                    </a:cubicBezTo>
                    <a:cubicBezTo>
                      <a:pt x="44920" y="24802"/>
                      <a:pt x="44707" y="24762"/>
                      <a:pt x="44404" y="24727"/>
                    </a:cubicBezTo>
                    <a:lnTo>
                      <a:pt x="44404" y="24727"/>
                    </a:lnTo>
                    <a:lnTo>
                      <a:pt x="45004" y="24761"/>
                    </a:lnTo>
                    <a:lnTo>
                      <a:pt x="44945" y="24753"/>
                    </a:lnTo>
                    <a:lnTo>
                      <a:pt x="44945" y="24753"/>
                    </a:lnTo>
                    <a:cubicBezTo>
                      <a:pt x="45148" y="24769"/>
                      <a:pt x="45351" y="24778"/>
                      <a:pt x="45554" y="24795"/>
                    </a:cubicBezTo>
                    <a:lnTo>
                      <a:pt x="45546" y="24795"/>
                    </a:lnTo>
                    <a:cubicBezTo>
                      <a:pt x="45602" y="24820"/>
                      <a:pt x="45621" y="24835"/>
                      <a:pt x="45568" y="24835"/>
                    </a:cubicBezTo>
                    <a:cubicBezTo>
                      <a:pt x="45548" y="24835"/>
                      <a:pt x="45519" y="24833"/>
                      <a:pt x="45478" y="24829"/>
                    </a:cubicBezTo>
                    <a:lnTo>
                      <a:pt x="45478" y="24829"/>
                    </a:lnTo>
                    <a:lnTo>
                      <a:pt x="45791" y="24871"/>
                    </a:lnTo>
                    <a:lnTo>
                      <a:pt x="45301" y="24846"/>
                    </a:lnTo>
                    <a:lnTo>
                      <a:pt x="45301" y="24846"/>
                    </a:lnTo>
                    <a:cubicBezTo>
                      <a:pt x="45504" y="24879"/>
                      <a:pt x="45842" y="24888"/>
                      <a:pt x="46104" y="24905"/>
                    </a:cubicBezTo>
                    <a:cubicBezTo>
                      <a:pt x="46177" y="24914"/>
                      <a:pt x="46167" y="24917"/>
                      <a:pt x="46106" y="24917"/>
                    </a:cubicBezTo>
                    <a:cubicBezTo>
                      <a:pt x="45970" y="24917"/>
                      <a:pt x="45579" y="24901"/>
                      <a:pt x="45309" y="24901"/>
                    </a:cubicBezTo>
                    <a:cubicBezTo>
                      <a:pt x="45240" y="24901"/>
                      <a:pt x="45178" y="24902"/>
                      <a:pt x="45131" y="24905"/>
                    </a:cubicBezTo>
                    <a:cubicBezTo>
                      <a:pt x="44883" y="24898"/>
                      <a:pt x="44394" y="24840"/>
                      <a:pt x="44331" y="24824"/>
                    </a:cubicBezTo>
                    <a:lnTo>
                      <a:pt x="44331" y="24824"/>
                    </a:lnTo>
                    <a:cubicBezTo>
                      <a:pt x="44321" y="24829"/>
                      <a:pt x="44295" y="24831"/>
                      <a:pt x="44257" y="24831"/>
                    </a:cubicBezTo>
                    <a:cubicBezTo>
                      <a:pt x="44029" y="24831"/>
                      <a:pt x="43365" y="24760"/>
                      <a:pt x="43084" y="24753"/>
                    </a:cubicBezTo>
                    <a:cubicBezTo>
                      <a:pt x="42264" y="24668"/>
                      <a:pt x="42543" y="24643"/>
                      <a:pt x="41815" y="24583"/>
                    </a:cubicBezTo>
                    <a:lnTo>
                      <a:pt x="41815" y="24583"/>
                    </a:lnTo>
                    <a:lnTo>
                      <a:pt x="42077" y="24634"/>
                    </a:lnTo>
                    <a:cubicBezTo>
                      <a:pt x="41426" y="24566"/>
                      <a:pt x="41147" y="24558"/>
                      <a:pt x="40436" y="24448"/>
                    </a:cubicBezTo>
                    <a:cubicBezTo>
                      <a:pt x="40422" y="24440"/>
                      <a:pt x="40425" y="24437"/>
                      <a:pt x="40439" y="24437"/>
                    </a:cubicBezTo>
                    <a:cubicBezTo>
                      <a:pt x="40502" y="24437"/>
                      <a:pt x="40796" y="24499"/>
                      <a:pt x="40927" y="24499"/>
                    </a:cubicBezTo>
                    <a:lnTo>
                      <a:pt x="40597" y="24431"/>
                    </a:lnTo>
                    <a:close/>
                    <a:moveTo>
                      <a:pt x="56848" y="25066"/>
                    </a:moveTo>
                    <a:cubicBezTo>
                      <a:pt x="56754" y="25075"/>
                      <a:pt x="56653" y="25086"/>
                      <a:pt x="56550" y="25094"/>
                    </a:cubicBezTo>
                    <a:lnTo>
                      <a:pt x="56550" y="25094"/>
                    </a:lnTo>
                    <a:cubicBezTo>
                      <a:pt x="56656" y="25088"/>
                      <a:pt x="56774" y="25080"/>
                      <a:pt x="56848" y="25066"/>
                    </a:cubicBezTo>
                    <a:close/>
                    <a:moveTo>
                      <a:pt x="56550" y="25094"/>
                    </a:moveTo>
                    <a:cubicBezTo>
                      <a:pt x="56488" y="25098"/>
                      <a:pt x="56431" y="25102"/>
                      <a:pt x="56388" y="25105"/>
                    </a:cubicBezTo>
                    <a:lnTo>
                      <a:pt x="56388" y="25105"/>
                    </a:lnTo>
                    <a:cubicBezTo>
                      <a:pt x="56442" y="25103"/>
                      <a:pt x="56496" y="25099"/>
                      <a:pt x="56550" y="25094"/>
                    </a:cubicBezTo>
                    <a:close/>
                    <a:moveTo>
                      <a:pt x="56898" y="25116"/>
                    </a:moveTo>
                    <a:cubicBezTo>
                      <a:pt x="56894" y="25116"/>
                      <a:pt x="56889" y="25116"/>
                      <a:pt x="56885" y="25117"/>
                    </a:cubicBezTo>
                    <a:lnTo>
                      <a:pt x="56885" y="25117"/>
                    </a:lnTo>
                    <a:cubicBezTo>
                      <a:pt x="56889" y="25117"/>
                      <a:pt x="56894" y="25116"/>
                      <a:pt x="56898" y="25116"/>
                    </a:cubicBezTo>
                    <a:close/>
                    <a:moveTo>
                      <a:pt x="51251" y="25207"/>
                    </a:moveTo>
                    <a:lnTo>
                      <a:pt x="51251" y="25207"/>
                    </a:lnTo>
                    <a:cubicBezTo>
                      <a:pt x="51248" y="25207"/>
                      <a:pt x="51246" y="25208"/>
                      <a:pt x="51247" y="25209"/>
                    </a:cubicBezTo>
                    <a:cubicBezTo>
                      <a:pt x="51262" y="25209"/>
                      <a:pt x="51262" y="25208"/>
                      <a:pt x="51251" y="25207"/>
                    </a:cubicBezTo>
                    <a:close/>
                    <a:moveTo>
                      <a:pt x="61416" y="24727"/>
                    </a:moveTo>
                    <a:lnTo>
                      <a:pt x="61390" y="24736"/>
                    </a:lnTo>
                    <a:cubicBezTo>
                      <a:pt x="61043" y="24769"/>
                      <a:pt x="60967" y="24795"/>
                      <a:pt x="61137" y="24795"/>
                    </a:cubicBezTo>
                    <a:lnTo>
                      <a:pt x="60705" y="24837"/>
                    </a:lnTo>
                    <a:cubicBezTo>
                      <a:pt x="60548" y="24851"/>
                      <a:pt x="60160" y="24886"/>
                      <a:pt x="59994" y="24886"/>
                    </a:cubicBezTo>
                    <a:cubicBezTo>
                      <a:pt x="59954" y="24886"/>
                      <a:pt x="59927" y="24884"/>
                      <a:pt x="59918" y="24879"/>
                    </a:cubicBezTo>
                    <a:cubicBezTo>
                      <a:pt x="60324" y="24846"/>
                      <a:pt x="60282" y="24846"/>
                      <a:pt x="60096" y="24846"/>
                    </a:cubicBezTo>
                    <a:cubicBezTo>
                      <a:pt x="59698" y="24896"/>
                      <a:pt x="58937" y="24922"/>
                      <a:pt x="58988" y="24964"/>
                    </a:cubicBezTo>
                    <a:cubicBezTo>
                      <a:pt x="58850" y="24970"/>
                      <a:pt x="58713" y="24976"/>
                      <a:pt x="58575" y="24976"/>
                    </a:cubicBezTo>
                    <a:cubicBezTo>
                      <a:pt x="58518" y="24976"/>
                      <a:pt x="58461" y="24975"/>
                      <a:pt x="58404" y="24973"/>
                    </a:cubicBezTo>
                    <a:cubicBezTo>
                      <a:pt x="58353" y="24964"/>
                      <a:pt x="58497" y="24947"/>
                      <a:pt x="58633" y="24930"/>
                    </a:cubicBezTo>
                    <a:lnTo>
                      <a:pt x="58633" y="24930"/>
                    </a:lnTo>
                    <a:lnTo>
                      <a:pt x="57812" y="24981"/>
                    </a:lnTo>
                    <a:lnTo>
                      <a:pt x="56983" y="25015"/>
                    </a:lnTo>
                    <a:cubicBezTo>
                      <a:pt x="56915" y="25049"/>
                      <a:pt x="58049" y="25006"/>
                      <a:pt x="57482" y="25066"/>
                    </a:cubicBezTo>
                    <a:cubicBezTo>
                      <a:pt x="57290" y="25110"/>
                      <a:pt x="57092" y="25135"/>
                      <a:pt x="56892" y="25135"/>
                    </a:cubicBezTo>
                    <a:cubicBezTo>
                      <a:pt x="56863" y="25135"/>
                      <a:pt x="56834" y="25134"/>
                      <a:pt x="56805" y="25133"/>
                    </a:cubicBezTo>
                    <a:cubicBezTo>
                      <a:pt x="56827" y="25126"/>
                      <a:pt x="56856" y="25119"/>
                      <a:pt x="56885" y="25117"/>
                    </a:cubicBezTo>
                    <a:lnTo>
                      <a:pt x="56885" y="25117"/>
                    </a:lnTo>
                    <a:cubicBezTo>
                      <a:pt x="56635" y="25125"/>
                      <a:pt x="56597" y="25125"/>
                      <a:pt x="56323" y="25125"/>
                    </a:cubicBezTo>
                    <a:cubicBezTo>
                      <a:pt x="56294" y="25116"/>
                      <a:pt x="56326" y="25110"/>
                      <a:pt x="56388" y="25105"/>
                    </a:cubicBezTo>
                    <a:lnTo>
                      <a:pt x="56388" y="25105"/>
                    </a:lnTo>
                    <a:cubicBezTo>
                      <a:pt x="56349" y="25107"/>
                      <a:pt x="56311" y="25108"/>
                      <a:pt x="56272" y="25108"/>
                    </a:cubicBezTo>
                    <a:lnTo>
                      <a:pt x="56323" y="25091"/>
                    </a:lnTo>
                    <a:lnTo>
                      <a:pt x="55731" y="25116"/>
                    </a:lnTo>
                    <a:cubicBezTo>
                      <a:pt x="55659" y="25126"/>
                      <a:pt x="55668" y="25130"/>
                      <a:pt x="55718" y="25130"/>
                    </a:cubicBezTo>
                    <a:cubicBezTo>
                      <a:pt x="55821" y="25130"/>
                      <a:pt x="56099" y="25115"/>
                      <a:pt x="56187" y="25115"/>
                    </a:cubicBezTo>
                    <a:cubicBezTo>
                      <a:pt x="56201" y="25115"/>
                      <a:pt x="56210" y="25116"/>
                      <a:pt x="56213" y="25116"/>
                    </a:cubicBezTo>
                    <a:lnTo>
                      <a:pt x="55832" y="25150"/>
                    </a:lnTo>
                    <a:cubicBezTo>
                      <a:pt x="55556" y="25161"/>
                      <a:pt x="54982" y="25175"/>
                      <a:pt x="54500" y="25175"/>
                    </a:cubicBezTo>
                    <a:cubicBezTo>
                      <a:pt x="54229" y="25175"/>
                      <a:pt x="53988" y="25171"/>
                      <a:pt x="53845" y="25159"/>
                    </a:cubicBezTo>
                    <a:cubicBezTo>
                      <a:pt x="53777" y="25157"/>
                      <a:pt x="53722" y="25157"/>
                      <a:pt x="53678" y="25157"/>
                    </a:cubicBezTo>
                    <a:cubicBezTo>
                      <a:pt x="53392" y="25157"/>
                      <a:pt x="53548" y="25179"/>
                      <a:pt x="53438" y="25201"/>
                    </a:cubicBezTo>
                    <a:cubicBezTo>
                      <a:pt x="53359" y="25205"/>
                      <a:pt x="53280" y="25207"/>
                      <a:pt x="53203" y="25207"/>
                    </a:cubicBezTo>
                    <a:cubicBezTo>
                      <a:pt x="53028" y="25207"/>
                      <a:pt x="52856" y="25199"/>
                      <a:pt x="52683" y="25199"/>
                    </a:cubicBezTo>
                    <a:cubicBezTo>
                      <a:pt x="52639" y="25199"/>
                      <a:pt x="52595" y="25200"/>
                      <a:pt x="52550" y="25201"/>
                    </a:cubicBezTo>
                    <a:cubicBezTo>
                      <a:pt x="52559" y="25218"/>
                      <a:pt x="52212" y="25218"/>
                      <a:pt x="52195" y="25243"/>
                    </a:cubicBezTo>
                    <a:lnTo>
                      <a:pt x="51704" y="25235"/>
                    </a:lnTo>
                    <a:lnTo>
                      <a:pt x="51704" y="25235"/>
                    </a:lnTo>
                    <a:cubicBezTo>
                      <a:pt x="51434" y="25277"/>
                      <a:pt x="52296" y="25252"/>
                      <a:pt x="52423" y="25269"/>
                    </a:cubicBezTo>
                    <a:cubicBezTo>
                      <a:pt x="52677" y="25302"/>
                      <a:pt x="52060" y="25277"/>
                      <a:pt x="52229" y="25302"/>
                    </a:cubicBezTo>
                    <a:cubicBezTo>
                      <a:pt x="52601" y="25294"/>
                      <a:pt x="52635" y="25277"/>
                      <a:pt x="52812" y="25269"/>
                    </a:cubicBezTo>
                    <a:cubicBezTo>
                      <a:pt x="53024" y="25269"/>
                      <a:pt x="53134" y="25277"/>
                      <a:pt x="53134" y="25294"/>
                    </a:cubicBezTo>
                    <a:cubicBezTo>
                      <a:pt x="53032" y="25291"/>
                      <a:pt x="52956" y="25290"/>
                      <a:pt x="52896" y="25290"/>
                    </a:cubicBezTo>
                    <a:cubicBezTo>
                      <a:pt x="52597" y="25290"/>
                      <a:pt x="52722" y="25319"/>
                      <a:pt x="52313" y="25319"/>
                    </a:cubicBezTo>
                    <a:lnTo>
                      <a:pt x="52296" y="25311"/>
                    </a:lnTo>
                    <a:cubicBezTo>
                      <a:pt x="52291" y="25326"/>
                      <a:pt x="52037" y="25329"/>
                      <a:pt x="51777" y="25329"/>
                    </a:cubicBezTo>
                    <a:cubicBezTo>
                      <a:pt x="51604" y="25329"/>
                      <a:pt x="51429" y="25328"/>
                      <a:pt x="51324" y="25328"/>
                    </a:cubicBezTo>
                    <a:cubicBezTo>
                      <a:pt x="50791" y="25277"/>
                      <a:pt x="51764" y="25294"/>
                      <a:pt x="51747" y="25277"/>
                    </a:cubicBezTo>
                    <a:lnTo>
                      <a:pt x="51747" y="25277"/>
                    </a:lnTo>
                    <a:cubicBezTo>
                      <a:pt x="51673" y="25280"/>
                      <a:pt x="51600" y="25281"/>
                      <a:pt x="51527" y="25281"/>
                    </a:cubicBezTo>
                    <a:cubicBezTo>
                      <a:pt x="51381" y="25281"/>
                      <a:pt x="51236" y="25277"/>
                      <a:pt x="51095" y="25277"/>
                    </a:cubicBezTo>
                    <a:cubicBezTo>
                      <a:pt x="51374" y="25269"/>
                      <a:pt x="51087" y="25243"/>
                      <a:pt x="51467" y="25235"/>
                    </a:cubicBezTo>
                    <a:cubicBezTo>
                      <a:pt x="51127" y="25235"/>
                      <a:pt x="51047" y="25216"/>
                      <a:pt x="50791" y="25216"/>
                    </a:cubicBezTo>
                    <a:cubicBezTo>
                      <a:pt x="50749" y="25216"/>
                      <a:pt x="50701" y="25217"/>
                      <a:pt x="50647" y="25218"/>
                    </a:cubicBezTo>
                    <a:cubicBezTo>
                      <a:pt x="51078" y="25184"/>
                      <a:pt x="50114" y="25167"/>
                      <a:pt x="50063" y="25142"/>
                    </a:cubicBezTo>
                    <a:cubicBezTo>
                      <a:pt x="50465" y="25142"/>
                      <a:pt x="51167" y="25194"/>
                      <a:pt x="51251" y="25207"/>
                    </a:cubicBezTo>
                    <a:lnTo>
                      <a:pt x="51251" y="25207"/>
                    </a:lnTo>
                    <a:cubicBezTo>
                      <a:pt x="51260" y="25204"/>
                      <a:pt x="51288" y="25203"/>
                      <a:pt x="51327" y="25203"/>
                    </a:cubicBezTo>
                    <a:cubicBezTo>
                      <a:pt x="51379" y="25203"/>
                      <a:pt x="51451" y="25205"/>
                      <a:pt x="51527" y="25209"/>
                    </a:cubicBezTo>
                    <a:cubicBezTo>
                      <a:pt x="51687" y="25209"/>
                      <a:pt x="51882" y="25209"/>
                      <a:pt x="51983" y="25218"/>
                    </a:cubicBezTo>
                    <a:lnTo>
                      <a:pt x="52296" y="25184"/>
                    </a:lnTo>
                    <a:cubicBezTo>
                      <a:pt x="52178" y="25181"/>
                      <a:pt x="52046" y="25181"/>
                      <a:pt x="51929" y="25181"/>
                    </a:cubicBezTo>
                    <a:cubicBezTo>
                      <a:pt x="51693" y="25181"/>
                      <a:pt x="51513" y="25181"/>
                      <a:pt x="51603" y="25159"/>
                    </a:cubicBezTo>
                    <a:lnTo>
                      <a:pt x="51603" y="25159"/>
                    </a:lnTo>
                    <a:cubicBezTo>
                      <a:pt x="51442" y="25167"/>
                      <a:pt x="51281" y="25167"/>
                      <a:pt x="51121" y="25167"/>
                    </a:cubicBezTo>
                    <a:cubicBezTo>
                      <a:pt x="51611" y="25133"/>
                      <a:pt x="51594" y="25133"/>
                      <a:pt x="52034" y="25108"/>
                    </a:cubicBezTo>
                    <a:cubicBezTo>
                      <a:pt x="51577" y="25091"/>
                      <a:pt x="51171" y="25091"/>
                      <a:pt x="50782" y="25091"/>
                    </a:cubicBezTo>
                    <a:cubicBezTo>
                      <a:pt x="50640" y="25094"/>
                      <a:pt x="50500" y="25096"/>
                      <a:pt x="50361" y="25096"/>
                    </a:cubicBezTo>
                    <a:cubicBezTo>
                      <a:pt x="50121" y="25096"/>
                      <a:pt x="49885" y="25090"/>
                      <a:pt x="49649" y="25074"/>
                    </a:cubicBezTo>
                    <a:lnTo>
                      <a:pt x="49759" y="25074"/>
                    </a:lnTo>
                    <a:cubicBezTo>
                      <a:pt x="49386" y="25066"/>
                      <a:pt x="49082" y="25049"/>
                      <a:pt x="48837" y="25040"/>
                    </a:cubicBezTo>
                    <a:cubicBezTo>
                      <a:pt x="48591" y="25023"/>
                      <a:pt x="48397" y="25006"/>
                      <a:pt x="48236" y="24989"/>
                    </a:cubicBezTo>
                    <a:cubicBezTo>
                      <a:pt x="48016" y="24973"/>
                      <a:pt x="47805" y="24930"/>
                      <a:pt x="47593" y="24879"/>
                    </a:cubicBezTo>
                    <a:lnTo>
                      <a:pt x="47593" y="24879"/>
                    </a:lnTo>
                    <a:lnTo>
                      <a:pt x="48244" y="24905"/>
                    </a:lnTo>
                    <a:lnTo>
                      <a:pt x="48287" y="24930"/>
                    </a:lnTo>
                    <a:cubicBezTo>
                      <a:pt x="48811" y="24956"/>
                      <a:pt x="49251" y="24964"/>
                      <a:pt x="49699" y="24964"/>
                    </a:cubicBezTo>
                    <a:cubicBezTo>
                      <a:pt x="49885" y="24961"/>
                      <a:pt x="50071" y="24959"/>
                      <a:pt x="50263" y="24959"/>
                    </a:cubicBezTo>
                    <a:cubicBezTo>
                      <a:pt x="50534" y="24959"/>
                      <a:pt x="50817" y="24963"/>
                      <a:pt x="51129" y="24973"/>
                    </a:cubicBezTo>
                    <a:cubicBezTo>
                      <a:pt x="51075" y="24982"/>
                      <a:pt x="50990" y="24984"/>
                      <a:pt x="50905" y="24984"/>
                    </a:cubicBezTo>
                    <a:cubicBezTo>
                      <a:pt x="50788" y="24984"/>
                      <a:pt x="50671" y="24979"/>
                      <a:pt x="50636" y="24979"/>
                    </a:cubicBezTo>
                    <a:cubicBezTo>
                      <a:pt x="50625" y="24979"/>
                      <a:pt x="50622" y="24980"/>
                      <a:pt x="50630" y="24981"/>
                    </a:cubicBezTo>
                    <a:cubicBezTo>
                      <a:pt x="50750" y="24986"/>
                      <a:pt x="50844" y="24988"/>
                      <a:pt x="50922" y="24988"/>
                    </a:cubicBezTo>
                    <a:cubicBezTo>
                      <a:pt x="51165" y="24988"/>
                      <a:pt x="51253" y="24970"/>
                      <a:pt x="51469" y="24970"/>
                    </a:cubicBezTo>
                    <a:cubicBezTo>
                      <a:pt x="51557" y="24970"/>
                      <a:pt x="51666" y="24973"/>
                      <a:pt x="51814" y="24981"/>
                    </a:cubicBezTo>
                    <a:cubicBezTo>
                      <a:pt x="50909" y="24989"/>
                      <a:pt x="52381" y="24998"/>
                      <a:pt x="51569" y="25023"/>
                    </a:cubicBezTo>
                    <a:cubicBezTo>
                      <a:pt x="51852" y="25015"/>
                      <a:pt x="52140" y="25011"/>
                      <a:pt x="52424" y="25011"/>
                    </a:cubicBezTo>
                    <a:cubicBezTo>
                      <a:pt x="52709" y="25011"/>
                      <a:pt x="52990" y="25015"/>
                      <a:pt x="53261" y="25023"/>
                    </a:cubicBezTo>
                    <a:lnTo>
                      <a:pt x="54648" y="25023"/>
                    </a:lnTo>
                    <a:cubicBezTo>
                      <a:pt x="54462" y="25006"/>
                      <a:pt x="54953" y="24981"/>
                      <a:pt x="54978" y="24981"/>
                    </a:cubicBezTo>
                    <a:cubicBezTo>
                      <a:pt x="55173" y="24981"/>
                      <a:pt x="55105" y="25006"/>
                      <a:pt x="54953" y="25006"/>
                    </a:cubicBezTo>
                    <a:cubicBezTo>
                      <a:pt x="55342" y="25015"/>
                      <a:pt x="55401" y="25032"/>
                      <a:pt x="55342" y="25057"/>
                    </a:cubicBezTo>
                    <a:lnTo>
                      <a:pt x="54555" y="25074"/>
                    </a:lnTo>
                    <a:cubicBezTo>
                      <a:pt x="54809" y="25074"/>
                      <a:pt x="54944" y="25091"/>
                      <a:pt x="55156" y="25091"/>
                    </a:cubicBezTo>
                    <a:cubicBezTo>
                      <a:pt x="55249" y="25091"/>
                      <a:pt x="55350" y="25091"/>
                      <a:pt x="55477" y="25074"/>
                    </a:cubicBezTo>
                    <a:cubicBezTo>
                      <a:pt x="55613" y="25066"/>
                      <a:pt x="55587" y="25066"/>
                      <a:pt x="55587" y="25049"/>
                    </a:cubicBezTo>
                    <a:cubicBezTo>
                      <a:pt x="55841" y="25032"/>
                      <a:pt x="56154" y="24998"/>
                      <a:pt x="56552" y="24956"/>
                    </a:cubicBezTo>
                    <a:lnTo>
                      <a:pt x="56526" y="24956"/>
                    </a:lnTo>
                    <a:lnTo>
                      <a:pt x="57372" y="24922"/>
                    </a:lnTo>
                    <a:lnTo>
                      <a:pt x="57271" y="24939"/>
                    </a:lnTo>
                    <a:lnTo>
                      <a:pt x="57770" y="24896"/>
                    </a:lnTo>
                    <a:lnTo>
                      <a:pt x="57770" y="24896"/>
                    </a:lnTo>
                    <a:cubicBezTo>
                      <a:pt x="57753" y="24922"/>
                      <a:pt x="57922" y="24905"/>
                      <a:pt x="57888" y="24922"/>
                    </a:cubicBezTo>
                    <a:cubicBezTo>
                      <a:pt x="57929" y="24926"/>
                      <a:pt x="57979" y="24928"/>
                      <a:pt x="58036" y="24928"/>
                    </a:cubicBezTo>
                    <a:cubicBezTo>
                      <a:pt x="58409" y="24928"/>
                      <a:pt x="59085" y="24843"/>
                      <a:pt x="59665" y="24829"/>
                    </a:cubicBezTo>
                    <a:lnTo>
                      <a:pt x="59665" y="24829"/>
                    </a:lnTo>
                    <a:lnTo>
                      <a:pt x="59563" y="24846"/>
                    </a:lnTo>
                    <a:cubicBezTo>
                      <a:pt x="59656" y="24837"/>
                      <a:pt x="59775" y="24829"/>
                      <a:pt x="59927" y="24820"/>
                    </a:cubicBezTo>
                    <a:cubicBezTo>
                      <a:pt x="60071" y="24803"/>
                      <a:pt x="60231" y="24795"/>
                      <a:pt x="60409" y="24786"/>
                    </a:cubicBezTo>
                    <a:lnTo>
                      <a:pt x="61416" y="24727"/>
                    </a:lnTo>
                    <a:close/>
                    <a:moveTo>
                      <a:pt x="0" y="0"/>
                    </a:moveTo>
                    <a:lnTo>
                      <a:pt x="0" y="0"/>
                    </a:lnTo>
                    <a:cubicBezTo>
                      <a:pt x="17" y="305"/>
                      <a:pt x="43" y="567"/>
                      <a:pt x="68" y="804"/>
                    </a:cubicBezTo>
                    <a:cubicBezTo>
                      <a:pt x="102" y="1041"/>
                      <a:pt x="144" y="1244"/>
                      <a:pt x="187" y="1455"/>
                    </a:cubicBezTo>
                    <a:lnTo>
                      <a:pt x="237" y="1752"/>
                    </a:lnTo>
                    <a:lnTo>
                      <a:pt x="313" y="2056"/>
                    </a:lnTo>
                    <a:cubicBezTo>
                      <a:pt x="330" y="2158"/>
                      <a:pt x="356" y="2259"/>
                      <a:pt x="373" y="2369"/>
                    </a:cubicBezTo>
                    <a:cubicBezTo>
                      <a:pt x="398" y="2479"/>
                      <a:pt x="415" y="2597"/>
                      <a:pt x="449" y="2716"/>
                    </a:cubicBezTo>
                    <a:cubicBezTo>
                      <a:pt x="433" y="2670"/>
                      <a:pt x="425" y="2653"/>
                      <a:pt x="422" y="2653"/>
                    </a:cubicBezTo>
                    <a:cubicBezTo>
                      <a:pt x="416" y="2653"/>
                      <a:pt x="432" y="2729"/>
                      <a:pt x="432" y="2758"/>
                    </a:cubicBezTo>
                    <a:lnTo>
                      <a:pt x="576" y="3223"/>
                    </a:lnTo>
                    <a:lnTo>
                      <a:pt x="635" y="3435"/>
                    </a:lnTo>
                    <a:cubicBezTo>
                      <a:pt x="660" y="3494"/>
                      <a:pt x="677" y="3553"/>
                      <a:pt x="703" y="3596"/>
                    </a:cubicBezTo>
                    <a:lnTo>
                      <a:pt x="855" y="4078"/>
                    </a:lnTo>
                    <a:cubicBezTo>
                      <a:pt x="821" y="4027"/>
                      <a:pt x="787" y="3976"/>
                      <a:pt x="779" y="3926"/>
                    </a:cubicBezTo>
                    <a:cubicBezTo>
                      <a:pt x="703" y="3756"/>
                      <a:pt x="643" y="3587"/>
                      <a:pt x="593" y="3410"/>
                    </a:cubicBezTo>
                    <a:lnTo>
                      <a:pt x="593" y="3410"/>
                    </a:lnTo>
                    <a:cubicBezTo>
                      <a:pt x="652" y="3630"/>
                      <a:pt x="728" y="3833"/>
                      <a:pt x="796" y="4036"/>
                    </a:cubicBezTo>
                    <a:cubicBezTo>
                      <a:pt x="829" y="4137"/>
                      <a:pt x="863" y="4239"/>
                      <a:pt x="897" y="4332"/>
                    </a:cubicBezTo>
                    <a:lnTo>
                      <a:pt x="1016" y="4619"/>
                    </a:lnTo>
                    <a:cubicBezTo>
                      <a:pt x="1092" y="4805"/>
                      <a:pt x="1159" y="5000"/>
                      <a:pt x="1244" y="5178"/>
                    </a:cubicBezTo>
                    <a:cubicBezTo>
                      <a:pt x="1329" y="5355"/>
                      <a:pt x="1422" y="5533"/>
                      <a:pt x="1498" y="5711"/>
                    </a:cubicBezTo>
                    <a:cubicBezTo>
                      <a:pt x="1582" y="5897"/>
                      <a:pt x="1675" y="6074"/>
                      <a:pt x="1768" y="6243"/>
                    </a:cubicBezTo>
                    <a:cubicBezTo>
                      <a:pt x="1862" y="6413"/>
                      <a:pt x="1946" y="6599"/>
                      <a:pt x="2056" y="6768"/>
                    </a:cubicBezTo>
                    <a:lnTo>
                      <a:pt x="2369" y="7309"/>
                    </a:lnTo>
                    <a:lnTo>
                      <a:pt x="2445" y="7453"/>
                    </a:lnTo>
                    <a:lnTo>
                      <a:pt x="2538" y="7588"/>
                    </a:lnTo>
                    <a:lnTo>
                      <a:pt x="2707" y="7868"/>
                    </a:lnTo>
                    <a:cubicBezTo>
                      <a:pt x="2712" y="7876"/>
                      <a:pt x="2714" y="7879"/>
                      <a:pt x="2714" y="7879"/>
                    </a:cubicBezTo>
                    <a:cubicBezTo>
                      <a:pt x="2712" y="7879"/>
                      <a:pt x="2631" y="7760"/>
                      <a:pt x="2629" y="7760"/>
                    </a:cubicBezTo>
                    <a:cubicBezTo>
                      <a:pt x="2629" y="7760"/>
                      <a:pt x="2634" y="7769"/>
                      <a:pt x="2648" y="7792"/>
                    </a:cubicBezTo>
                    <a:cubicBezTo>
                      <a:pt x="2758" y="7969"/>
                      <a:pt x="2877" y="8130"/>
                      <a:pt x="3004" y="8299"/>
                    </a:cubicBezTo>
                    <a:cubicBezTo>
                      <a:pt x="2986" y="8284"/>
                      <a:pt x="2970" y="8268"/>
                      <a:pt x="2955" y="8252"/>
                    </a:cubicBezTo>
                    <a:lnTo>
                      <a:pt x="2955" y="8252"/>
                    </a:lnTo>
                    <a:cubicBezTo>
                      <a:pt x="3050" y="8390"/>
                      <a:pt x="3139" y="8512"/>
                      <a:pt x="3223" y="8629"/>
                    </a:cubicBezTo>
                    <a:cubicBezTo>
                      <a:pt x="3325" y="8790"/>
                      <a:pt x="3418" y="8934"/>
                      <a:pt x="3511" y="9052"/>
                    </a:cubicBezTo>
                    <a:cubicBezTo>
                      <a:pt x="3697" y="9306"/>
                      <a:pt x="3858" y="9534"/>
                      <a:pt x="4053" y="9754"/>
                    </a:cubicBezTo>
                    <a:cubicBezTo>
                      <a:pt x="4002" y="9712"/>
                      <a:pt x="3951" y="9661"/>
                      <a:pt x="3917" y="9602"/>
                    </a:cubicBezTo>
                    <a:cubicBezTo>
                      <a:pt x="3883" y="9551"/>
                      <a:pt x="3849" y="9509"/>
                      <a:pt x="3807" y="9466"/>
                    </a:cubicBezTo>
                    <a:lnTo>
                      <a:pt x="3807" y="9466"/>
                    </a:lnTo>
                    <a:cubicBezTo>
                      <a:pt x="3943" y="9653"/>
                      <a:pt x="4078" y="9805"/>
                      <a:pt x="4196" y="9949"/>
                    </a:cubicBezTo>
                    <a:cubicBezTo>
                      <a:pt x="4323" y="10092"/>
                      <a:pt x="4433" y="10219"/>
                      <a:pt x="4552" y="10346"/>
                    </a:cubicBezTo>
                    <a:lnTo>
                      <a:pt x="4932" y="10735"/>
                    </a:lnTo>
                    <a:cubicBezTo>
                      <a:pt x="4991" y="10803"/>
                      <a:pt x="5059" y="10871"/>
                      <a:pt x="5135" y="10947"/>
                    </a:cubicBezTo>
                    <a:lnTo>
                      <a:pt x="5364" y="11175"/>
                    </a:lnTo>
                    <a:cubicBezTo>
                      <a:pt x="5317" y="11136"/>
                      <a:pt x="5295" y="11119"/>
                      <a:pt x="5290" y="11119"/>
                    </a:cubicBezTo>
                    <a:cubicBezTo>
                      <a:pt x="5272" y="11119"/>
                      <a:pt x="5523" y="11376"/>
                      <a:pt x="5651" y="11531"/>
                    </a:cubicBezTo>
                    <a:cubicBezTo>
                      <a:pt x="5787" y="11657"/>
                      <a:pt x="5973" y="11818"/>
                      <a:pt x="6176" y="12004"/>
                    </a:cubicBezTo>
                    <a:cubicBezTo>
                      <a:pt x="6379" y="12190"/>
                      <a:pt x="6616" y="12385"/>
                      <a:pt x="6861" y="12596"/>
                    </a:cubicBezTo>
                    <a:cubicBezTo>
                      <a:pt x="7352" y="13011"/>
                      <a:pt x="7902" y="13425"/>
                      <a:pt x="8358" y="13755"/>
                    </a:cubicBezTo>
                    <a:cubicBezTo>
                      <a:pt x="8341" y="13748"/>
                      <a:pt x="8329" y="13744"/>
                      <a:pt x="8324" y="13744"/>
                    </a:cubicBezTo>
                    <a:cubicBezTo>
                      <a:pt x="8242" y="13744"/>
                      <a:pt x="9403" y="14513"/>
                      <a:pt x="9458" y="14584"/>
                    </a:cubicBezTo>
                    <a:cubicBezTo>
                      <a:pt x="9670" y="14720"/>
                      <a:pt x="9999" y="14931"/>
                      <a:pt x="10042" y="14931"/>
                    </a:cubicBezTo>
                    <a:cubicBezTo>
                      <a:pt x="9906" y="14864"/>
                      <a:pt x="9788" y="14779"/>
                      <a:pt x="9678" y="14677"/>
                    </a:cubicBezTo>
                    <a:lnTo>
                      <a:pt x="9678" y="14677"/>
                    </a:lnTo>
                    <a:lnTo>
                      <a:pt x="9932" y="14847"/>
                    </a:lnTo>
                    <a:lnTo>
                      <a:pt x="10202" y="15007"/>
                    </a:lnTo>
                    <a:cubicBezTo>
                      <a:pt x="10304" y="15075"/>
                      <a:pt x="10414" y="15134"/>
                      <a:pt x="10532" y="15185"/>
                    </a:cubicBezTo>
                    <a:cubicBezTo>
                      <a:pt x="10659" y="15278"/>
                      <a:pt x="10786" y="15363"/>
                      <a:pt x="10913" y="15447"/>
                    </a:cubicBezTo>
                    <a:cubicBezTo>
                      <a:pt x="11048" y="15481"/>
                      <a:pt x="11184" y="15540"/>
                      <a:pt x="11302" y="15625"/>
                    </a:cubicBezTo>
                    <a:cubicBezTo>
                      <a:pt x="11487" y="15752"/>
                      <a:pt x="11520" y="15769"/>
                      <a:pt x="11535" y="15769"/>
                    </a:cubicBezTo>
                    <a:cubicBezTo>
                      <a:pt x="11541" y="15769"/>
                      <a:pt x="11544" y="15767"/>
                      <a:pt x="11552" y="15767"/>
                    </a:cubicBezTo>
                    <a:cubicBezTo>
                      <a:pt x="11577" y="15767"/>
                      <a:pt x="11644" y="15790"/>
                      <a:pt x="11962" y="15980"/>
                    </a:cubicBezTo>
                    <a:cubicBezTo>
                      <a:pt x="11784" y="15913"/>
                      <a:pt x="11641" y="15845"/>
                      <a:pt x="11573" y="15828"/>
                    </a:cubicBezTo>
                    <a:lnTo>
                      <a:pt x="11573" y="15828"/>
                    </a:lnTo>
                    <a:cubicBezTo>
                      <a:pt x="11911" y="16022"/>
                      <a:pt x="11869" y="15980"/>
                      <a:pt x="12114" y="16116"/>
                    </a:cubicBezTo>
                    <a:cubicBezTo>
                      <a:pt x="12123" y="16122"/>
                      <a:pt x="12125" y="16126"/>
                      <a:pt x="12121" y="16126"/>
                    </a:cubicBezTo>
                    <a:cubicBezTo>
                      <a:pt x="12094" y="16126"/>
                      <a:pt x="11817" y="15996"/>
                      <a:pt x="11590" y="15879"/>
                    </a:cubicBezTo>
                    <a:lnTo>
                      <a:pt x="11590" y="15879"/>
                    </a:lnTo>
                    <a:lnTo>
                      <a:pt x="12021" y="16141"/>
                    </a:lnTo>
                    <a:cubicBezTo>
                      <a:pt x="12241" y="16242"/>
                      <a:pt x="12537" y="16378"/>
                      <a:pt x="12876" y="16539"/>
                    </a:cubicBezTo>
                    <a:cubicBezTo>
                      <a:pt x="13206" y="16691"/>
                      <a:pt x="13578" y="16868"/>
                      <a:pt x="13925" y="17038"/>
                    </a:cubicBezTo>
                    <a:cubicBezTo>
                      <a:pt x="13844" y="17015"/>
                      <a:pt x="13712" y="16952"/>
                      <a:pt x="13690" y="16952"/>
                    </a:cubicBezTo>
                    <a:cubicBezTo>
                      <a:pt x="13679" y="16952"/>
                      <a:pt x="13693" y="16966"/>
                      <a:pt x="13747" y="17004"/>
                    </a:cubicBezTo>
                    <a:cubicBezTo>
                      <a:pt x="14041" y="17135"/>
                      <a:pt x="14446" y="17297"/>
                      <a:pt x="14831" y="17483"/>
                    </a:cubicBezTo>
                    <a:lnTo>
                      <a:pt x="14831" y="17483"/>
                    </a:lnTo>
                    <a:cubicBezTo>
                      <a:pt x="14825" y="17482"/>
                      <a:pt x="14821" y="17482"/>
                      <a:pt x="14801" y="17475"/>
                    </a:cubicBezTo>
                    <a:lnTo>
                      <a:pt x="14801" y="17475"/>
                    </a:lnTo>
                    <a:cubicBezTo>
                      <a:pt x="15504" y="17765"/>
                      <a:pt x="15324" y="17725"/>
                      <a:pt x="15963" y="18002"/>
                    </a:cubicBezTo>
                    <a:lnTo>
                      <a:pt x="15929" y="18002"/>
                    </a:lnTo>
                    <a:cubicBezTo>
                      <a:pt x="16065" y="18053"/>
                      <a:pt x="16200" y="18104"/>
                      <a:pt x="16336" y="18154"/>
                    </a:cubicBezTo>
                    <a:cubicBezTo>
                      <a:pt x="17181" y="18459"/>
                      <a:pt x="17258" y="18560"/>
                      <a:pt x="17748" y="18780"/>
                    </a:cubicBezTo>
                    <a:lnTo>
                      <a:pt x="17638" y="18738"/>
                    </a:lnTo>
                    <a:lnTo>
                      <a:pt x="17638" y="18738"/>
                    </a:lnTo>
                    <a:cubicBezTo>
                      <a:pt x="17791" y="18814"/>
                      <a:pt x="18120" y="18941"/>
                      <a:pt x="18459" y="19068"/>
                    </a:cubicBezTo>
                    <a:cubicBezTo>
                      <a:pt x="18776" y="19190"/>
                      <a:pt x="19093" y="19296"/>
                      <a:pt x="19245" y="19357"/>
                    </a:cubicBezTo>
                    <a:lnTo>
                      <a:pt x="19245" y="19357"/>
                    </a:lnTo>
                    <a:cubicBezTo>
                      <a:pt x="18915" y="19223"/>
                      <a:pt x="19140" y="19303"/>
                      <a:pt x="18890" y="19178"/>
                    </a:cubicBezTo>
                    <a:cubicBezTo>
                      <a:pt x="18577" y="19068"/>
                      <a:pt x="18653" y="19136"/>
                      <a:pt x="18137" y="18924"/>
                    </a:cubicBezTo>
                    <a:cubicBezTo>
                      <a:pt x="18214" y="18924"/>
                      <a:pt x="18882" y="19169"/>
                      <a:pt x="19026" y="19195"/>
                    </a:cubicBezTo>
                    <a:cubicBezTo>
                      <a:pt x="19212" y="19246"/>
                      <a:pt x="19381" y="19339"/>
                      <a:pt x="19533" y="19449"/>
                    </a:cubicBezTo>
                    <a:cubicBezTo>
                      <a:pt x="19905" y="19575"/>
                      <a:pt x="20193" y="19685"/>
                      <a:pt x="20498" y="19804"/>
                    </a:cubicBezTo>
                    <a:cubicBezTo>
                      <a:pt x="20811" y="19914"/>
                      <a:pt x="21140" y="20024"/>
                      <a:pt x="21597" y="20176"/>
                    </a:cubicBezTo>
                    <a:cubicBezTo>
                      <a:pt x="21766" y="20218"/>
                      <a:pt x="21919" y="20252"/>
                      <a:pt x="22122" y="20303"/>
                    </a:cubicBezTo>
                    <a:cubicBezTo>
                      <a:pt x="22325" y="20354"/>
                      <a:pt x="22579" y="20438"/>
                      <a:pt x="22959" y="20582"/>
                    </a:cubicBezTo>
                    <a:lnTo>
                      <a:pt x="22933" y="20582"/>
                    </a:lnTo>
                    <a:cubicBezTo>
                      <a:pt x="23020" y="20596"/>
                      <a:pt x="23300" y="20705"/>
                      <a:pt x="23441" y="20734"/>
                    </a:cubicBezTo>
                    <a:cubicBezTo>
                      <a:pt x="23378" y="20708"/>
                      <a:pt x="23365" y="20699"/>
                      <a:pt x="23376" y="20699"/>
                    </a:cubicBezTo>
                    <a:cubicBezTo>
                      <a:pt x="23399" y="20699"/>
                      <a:pt x="23520" y="20734"/>
                      <a:pt x="23547" y="20734"/>
                    </a:cubicBezTo>
                    <a:cubicBezTo>
                      <a:pt x="23563" y="20734"/>
                      <a:pt x="23546" y="20722"/>
                      <a:pt x="23458" y="20684"/>
                    </a:cubicBezTo>
                    <a:lnTo>
                      <a:pt x="23458" y="20684"/>
                    </a:lnTo>
                    <a:cubicBezTo>
                      <a:pt x="23907" y="20819"/>
                      <a:pt x="23974" y="20887"/>
                      <a:pt x="24008" y="20929"/>
                    </a:cubicBezTo>
                    <a:cubicBezTo>
                      <a:pt x="24228" y="20980"/>
                      <a:pt x="24448" y="21039"/>
                      <a:pt x="24660" y="21124"/>
                    </a:cubicBezTo>
                    <a:cubicBezTo>
                      <a:pt x="24930" y="21208"/>
                      <a:pt x="25243" y="21310"/>
                      <a:pt x="25590" y="21394"/>
                    </a:cubicBezTo>
                    <a:cubicBezTo>
                      <a:pt x="25489" y="21381"/>
                      <a:pt x="24987" y="21244"/>
                      <a:pt x="24939" y="21244"/>
                    </a:cubicBezTo>
                    <a:cubicBezTo>
                      <a:pt x="24926" y="21244"/>
                      <a:pt x="24944" y="21253"/>
                      <a:pt x="25006" y="21276"/>
                    </a:cubicBezTo>
                    <a:lnTo>
                      <a:pt x="25912" y="21487"/>
                    </a:lnTo>
                    <a:lnTo>
                      <a:pt x="25912" y="21487"/>
                    </a:lnTo>
                    <a:lnTo>
                      <a:pt x="25514" y="21369"/>
                    </a:lnTo>
                    <a:lnTo>
                      <a:pt x="25514" y="21369"/>
                    </a:lnTo>
                    <a:cubicBezTo>
                      <a:pt x="25937" y="21479"/>
                      <a:pt x="26360" y="21597"/>
                      <a:pt x="26766" y="21749"/>
                    </a:cubicBezTo>
                    <a:cubicBezTo>
                      <a:pt x="26780" y="21756"/>
                      <a:pt x="26783" y="21759"/>
                      <a:pt x="26776" y="21759"/>
                    </a:cubicBezTo>
                    <a:cubicBezTo>
                      <a:pt x="26747" y="21759"/>
                      <a:pt x="26545" y="21706"/>
                      <a:pt x="26394" y="21665"/>
                    </a:cubicBezTo>
                    <a:lnTo>
                      <a:pt x="26394" y="21665"/>
                    </a:lnTo>
                    <a:cubicBezTo>
                      <a:pt x="26597" y="21733"/>
                      <a:pt x="26927" y="21809"/>
                      <a:pt x="27206" y="21876"/>
                    </a:cubicBezTo>
                    <a:cubicBezTo>
                      <a:pt x="27417" y="21910"/>
                      <a:pt x="28128" y="22088"/>
                      <a:pt x="28424" y="22139"/>
                    </a:cubicBezTo>
                    <a:lnTo>
                      <a:pt x="28534" y="22164"/>
                    </a:lnTo>
                    <a:lnTo>
                      <a:pt x="28483" y="22164"/>
                    </a:lnTo>
                    <a:lnTo>
                      <a:pt x="28636" y="22198"/>
                    </a:lnTo>
                    <a:lnTo>
                      <a:pt x="28991" y="22291"/>
                    </a:lnTo>
                    <a:lnTo>
                      <a:pt x="28915" y="22282"/>
                    </a:lnTo>
                    <a:lnTo>
                      <a:pt x="28915" y="22282"/>
                    </a:lnTo>
                    <a:lnTo>
                      <a:pt x="29058" y="22308"/>
                    </a:lnTo>
                    <a:lnTo>
                      <a:pt x="29431" y="22418"/>
                    </a:lnTo>
                    <a:lnTo>
                      <a:pt x="29625" y="22452"/>
                    </a:lnTo>
                    <a:lnTo>
                      <a:pt x="29532" y="22426"/>
                    </a:lnTo>
                    <a:cubicBezTo>
                      <a:pt x="29536" y="22425"/>
                      <a:pt x="29544" y="22424"/>
                      <a:pt x="29554" y="22424"/>
                    </a:cubicBezTo>
                    <a:cubicBezTo>
                      <a:pt x="29660" y="22424"/>
                      <a:pt x="30080" y="22498"/>
                      <a:pt x="30556" y="22621"/>
                    </a:cubicBezTo>
                    <a:lnTo>
                      <a:pt x="29845" y="22435"/>
                    </a:lnTo>
                    <a:lnTo>
                      <a:pt x="29981" y="22460"/>
                    </a:lnTo>
                    <a:cubicBezTo>
                      <a:pt x="30277" y="22528"/>
                      <a:pt x="30564" y="22604"/>
                      <a:pt x="30843" y="22672"/>
                    </a:cubicBezTo>
                    <a:lnTo>
                      <a:pt x="31656" y="22858"/>
                    </a:lnTo>
                    <a:cubicBezTo>
                      <a:pt x="31469" y="22824"/>
                      <a:pt x="31266" y="22782"/>
                      <a:pt x="31030" y="22731"/>
                    </a:cubicBezTo>
                    <a:lnTo>
                      <a:pt x="31030" y="22731"/>
                    </a:lnTo>
                    <a:cubicBezTo>
                      <a:pt x="31588" y="22883"/>
                      <a:pt x="32459" y="23018"/>
                      <a:pt x="32721" y="23120"/>
                    </a:cubicBezTo>
                    <a:cubicBezTo>
                      <a:pt x="31850" y="22968"/>
                      <a:pt x="31444" y="22866"/>
                      <a:pt x="30539" y="22680"/>
                    </a:cubicBezTo>
                    <a:cubicBezTo>
                      <a:pt x="30436" y="22646"/>
                      <a:pt x="30409" y="22632"/>
                      <a:pt x="30428" y="22632"/>
                    </a:cubicBezTo>
                    <a:cubicBezTo>
                      <a:pt x="30452" y="22632"/>
                      <a:pt x="30546" y="22652"/>
                      <a:pt x="30657" y="22680"/>
                    </a:cubicBezTo>
                    <a:cubicBezTo>
                      <a:pt x="30869" y="22722"/>
                      <a:pt x="31139" y="22773"/>
                      <a:pt x="31156" y="22773"/>
                    </a:cubicBezTo>
                    <a:cubicBezTo>
                      <a:pt x="30987" y="22731"/>
                      <a:pt x="30810" y="22688"/>
                      <a:pt x="30640" y="22646"/>
                    </a:cubicBezTo>
                    <a:lnTo>
                      <a:pt x="30640" y="22646"/>
                    </a:lnTo>
                    <a:cubicBezTo>
                      <a:pt x="30646" y="22649"/>
                      <a:pt x="30644" y="22651"/>
                      <a:pt x="30637" y="22651"/>
                    </a:cubicBezTo>
                    <a:cubicBezTo>
                      <a:pt x="30570" y="22651"/>
                      <a:pt x="29959" y="22504"/>
                      <a:pt x="29875" y="22504"/>
                    </a:cubicBezTo>
                    <a:cubicBezTo>
                      <a:pt x="29856" y="22504"/>
                      <a:pt x="29863" y="22511"/>
                      <a:pt x="29904" y="22528"/>
                    </a:cubicBezTo>
                    <a:lnTo>
                      <a:pt x="30742" y="22739"/>
                    </a:lnTo>
                    <a:lnTo>
                      <a:pt x="31562" y="22925"/>
                    </a:lnTo>
                    <a:lnTo>
                      <a:pt x="32358" y="23103"/>
                    </a:lnTo>
                    <a:lnTo>
                      <a:pt x="32747" y="23188"/>
                    </a:lnTo>
                    <a:lnTo>
                      <a:pt x="33119" y="23255"/>
                    </a:lnTo>
                    <a:cubicBezTo>
                      <a:pt x="32789" y="23281"/>
                      <a:pt x="32459" y="23281"/>
                      <a:pt x="32129" y="23289"/>
                    </a:cubicBezTo>
                    <a:lnTo>
                      <a:pt x="32062" y="23289"/>
                    </a:lnTo>
                    <a:cubicBezTo>
                      <a:pt x="32416" y="23367"/>
                      <a:pt x="32575" y="23390"/>
                      <a:pt x="32646" y="23390"/>
                    </a:cubicBezTo>
                    <a:cubicBezTo>
                      <a:pt x="32749" y="23390"/>
                      <a:pt x="32669" y="23342"/>
                      <a:pt x="32728" y="23342"/>
                    </a:cubicBezTo>
                    <a:cubicBezTo>
                      <a:pt x="32739" y="23342"/>
                      <a:pt x="32756" y="23344"/>
                      <a:pt x="32781" y="23348"/>
                    </a:cubicBezTo>
                    <a:cubicBezTo>
                      <a:pt x="32992" y="23382"/>
                      <a:pt x="33178" y="23399"/>
                      <a:pt x="33364" y="23450"/>
                    </a:cubicBezTo>
                    <a:lnTo>
                      <a:pt x="33254" y="23441"/>
                    </a:lnTo>
                    <a:lnTo>
                      <a:pt x="33254" y="23441"/>
                    </a:lnTo>
                    <a:cubicBezTo>
                      <a:pt x="33559" y="23496"/>
                      <a:pt x="33608" y="23496"/>
                      <a:pt x="33648" y="23496"/>
                    </a:cubicBezTo>
                    <a:cubicBezTo>
                      <a:pt x="33688" y="23496"/>
                      <a:pt x="33720" y="23496"/>
                      <a:pt x="33990" y="23551"/>
                    </a:cubicBezTo>
                    <a:cubicBezTo>
                      <a:pt x="34070" y="23562"/>
                      <a:pt x="34107" y="23567"/>
                      <a:pt x="34116" y="23567"/>
                    </a:cubicBezTo>
                    <a:cubicBezTo>
                      <a:pt x="34152" y="23567"/>
                      <a:pt x="33783" y="23504"/>
                      <a:pt x="33824" y="23504"/>
                    </a:cubicBezTo>
                    <a:cubicBezTo>
                      <a:pt x="33831" y="23504"/>
                      <a:pt x="33849" y="23505"/>
                      <a:pt x="33880" y="23509"/>
                    </a:cubicBezTo>
                    <a:cubicBezTo>
                      <a:pt x="34050" y="23543"/>
                      <a:pt x="34219" y="23568"/>
                      <a:pt x="34388" y="23577"/>
                    </a:cubicBezTo>
                    <a:cubicBezTo>
                      <a:pt x="34642" y="23611"/>
                      <a:pt x="34887" y="23653"/>
                      <a:pt x="35132" y="23704"/>
                    </a:cubicBezTo>
                    <a:cubicBezTo>
                      <a:pt x="35110" y="23708"/>
                      <a:pt x="35141" y="23725"/>
                      <a:pt x="35091" y="23725"/>
                    </a:cubicBezTo>
                    <a:cubicBezTo>
                      <a:pt x="35048" y="23725"/>
                      <a:pt x="34947" y="23713"/>
                      <a:pt x="34701" y="23670"/>
                    </a:cubicBezTo>
                    <a:lnTo>
                      <a:pt x="34701" y="23670"/>
                    </a:lnTo>
                    <a:cubicBezTo>
                      <a:pt x="34870" y="23712"/>
                      <a:pt x="35039" y="23746"/>
                      <a:pt x="35208" y="23788"/>
                    </a:cubicBezTo>
                    <a:cubicBezTo>
                      <a:pt x="34608" y="23695"/>
                      <a:pt x="34972" y="23754"/>
                      <a:pt x="34354" y="23644"/>
                    </a:cubicBezTo>
                    <a:cubicBezTo>
                      <a:pt x="34265" y="23637"/>
                      <a:pt x="34209" y="23634"/>
                      <a:pt x="34166" y="23634"/>
                    </a:cubicBezTo>
                    <a:cubicBezTo>
                      <a:pt x="34115" y="23634"/>
                      <a:pt x="34083" y="23638"/>
                      <a:pt x="34035" y="23638"/>
                    </a:cubicBezTo>
                    <a:cubicBezTo>
                      <a:pt x="33995" y="23638"/>
                      <a:pt x="33945" y="23635"/>
                      <a:pt x="33863" y="23627"/>
                    </a:cubicBezTo>
                    <a:lnTo>
                      <a:pt x="33863" y="23627"/>
                    </a:lnTo>
                    <a:cubicBezTo>
                      <a:pt x="34092" y="23670"/>
                      <a:pt x="34058" y="23636"/>
                      <a:pt x="34405" y="23704"/>
                    </a:cubicBezTo>
                    <a:cubicBezTo>
                      <a:pt x="34543" y="23732"/>
                      <a:pt x="34581" y="23741"/>
                      <a:pt x="34568" y="23741"/>
                    </a:cubicBezTo>
                    <a:cubicBezTo>
                      <a:pt x="34542" y="23741"/>
                      <a:pt x="34315" y="23704"/>
                      <a:pt x="34286" y="23704"/>
                    </a:cubicBezTo>
                    <a:cubicBezTo>
                      <a:pt x="34853" y="23780"/>
                      <a:pt x="34904" y="23856"/>
                      <a:pt x="35411" y="23907"/>
                    </a:cubicBezTo>
                    <a:cubicBezTo>
                      <a:pt x="35318" y="23847"/>
                      <a:pt x="35411" y="23873"/>
                      <a:pt x="35065" y="23788"/>
                    </a:cubicBezTo>
                    <a:lnTo>
                      <a:pt x="35065" y="23788"/>
                    </a:lnTo>
                    <a:cubicBezTo>
                      <a:pt x="35420" y="23831"/>
                      <a:pt x="35868" y="23932"/>
                      <a:pt x="35826" y="23957"/>
                    </a:cubicBezTo>
                    <a:lnTo>
                      <a:pt x="35902" y="23940"/>
                    </a:lnTo>
                    <a:cubicBezTo>
                      <a:pt x="35987" y="23966"/>
                      <a:pt x="36266" y="24017"/>
                      <a:pt x="36283" y="24025"/>
                    </a:cubicBezTo>
                    <a:lnTo>
                      <a:pt x="36410" y="24025"/>
                    </a:lnTo>
                    <a:cubicBezTo>
                      <a:pt x="36105" y="23949"/>
                      <a:pt x="35801" y="23890"/>
                      <a:pt x="35488" y="23847"/>
                    </a:cubicBezTo>
                    <a:lnTo>
                      <a:pt x="35488" y="23847"/>
                    </a:lnTo>
                    <a:cubicBezTo>
                      <a:pt x="35495" y="23848"/>
                      <a:pt x="35502" y="23848"/>
                      <a:pt x="35507" y="23848"/>
                    </a:cubicBezTo>
                    <a:cubicBezTo>
                      <a:pt x="35597" y="23848"/>
                      <a:pt x="35463" y="23808"/>
                      <a:pt x="35531" y="23808"/>
                    </a:cubicBezTo>
                    <a:cubicBezTo>
                      <a:pt x="35565" y="23808"/>
                      <a:pt x="35649" y="23818"/>
                      <a:pt x="35834" y="23847"/>
                    </a:cubicBezTo>
                    <a:cubicBezTo>
                      <a:pt x="36088" y="23890"/>
                      <a:pt x="35860" y="23864"/>
                      <a:pt x="35877" y="23881"/>
                    </a:cubicBezTo>
                    <a:cubicBezTo>
                      <a:pt x="37188" y="24084"/>
                      <a:pt x="37188" y="24143"/>
                      <a:pt x="38220" y="24279"/>
                    </a:cubicBezTo>
                    <a:cubicBezTo>
                      <a:pt x="37966" y="24253"/>
                      <a:pt x="37332" y="24143"/>
                      <a:pt x="36833" y="24093"/>
                    </a:cubicBezTo>
                    <a:lnTo>
                      <a:pt x="36833" y="24093"/>
                    </a:lnTo>
                    <a:cubicBezTo>
                      <a:pt x="37129" y="24160"/>
                      <a:pt x="37484" y="24177"/>
                      <a:pt x="37772" y="24228"/>
                    </a:cubicBezTo>
                    <a:cubicBezTo>
                      <a:pt x="37671" y="24218"/>
                      <a:pt x="37603" y="24212"/>
                      <a:pt x="37575" y="24212"/>
                    </a:cubicBezTo>
                    <a:cubicBezTo>
                      <a:pt x="37533" y="24212"/>
                      <a:pt x="37588" y="24226"/>
                      <a:pt x="37772" y="24262"/>
                    </a:cubicBezTo>
                    <a:lnTo>
                      <a:pt x="37899" y="24262"/>
                    </a:lnTo>
                    <a:cubicBezTo>
                      <a:pt x="38073" y="24287"/>
                      <a:pt x="38395" y="24336"/>
                      <a:pt x="38430" y="24346"/>
                    </a:cubicBezTo>
                    <a:lnTo>
                      <a:pt x="38430" y="24346"/>
                    </a:lnTo>
                    <a:cubicBezTo>
                      <a:pt x="38346" y="24321"/>
                      <a:pt x="38270" y="24304"/>
                      <a:pt x="38195" y="24296"/>
                    </a:cubicBezTo>
                    <a:lnTo>
                      <a:pt x="38195" y="24296"/>
                    </a:lnTo>
                    <a:cubicBezTo>
                      <a:pt x="38423" y="24313"/>
                      <a:pt x="38753" y="24355"/>
                      <a:pt x="39125" y="24397"/>
                    </a:cubicBezTo>
                    <a:cubicBezTo>
                      <a:pt x="39506" y="24440"/>
                      <a:pt x="39920" y="24499"/>
                      <a:pt x="40326" y="24558"/>
                    </a:cubicBezTo>
                    <a:cubicBezTo>
                      <a:pt x="40322" y="24560"/>
                      <a:pt x="40311" y="24561"/>
                      <a:pt x="40294" y="24561"/>
                    </a:cubicBezTo>
                    <a:cubicBezTo>
                      <a:pt x="40157" y="24561"/>
                      <a:pt x="39654" y="24497"/>
                      <a:pt x="39588" y="24497"/>
                    </a:cubicBezTo>
                    <a:cubicBezTo>
                      <a:pt x="39563" y="24497"/>
                      <a:pt x="39602" y="24507"/>
                      <a:pt x="39751" y="24533"/>
                    </a:cubicBezTo>
                    <a:cubicBezTo>
                      <a:pt x="40090" y="24566"/>
                      <a:pt x="40360" y="24558"/>
                      <a:pt x="40935" y="24660"/>
                    </a:cubicBezTo>
                    <a:cubicBezTo>
                      <a:pt x="40919" y="24659"/>
                      <a:pt x="40906" y="24659"/>
                      <a:pt x="40896" y="24659"/>
                    </a:cubicBezTo>
                    <a:cubicBezTo>
                      <a:pt x="40755" y="24659"/>
                      <a:pt x="41197" y="24711"/>
                      <a:pt x="41189" y="24719"/>
                    </a:cubicBezTo>
                    <a:lnTo>
                      <a:pt x="41993" y="24761"/>
                    </a:lnTo>
                    <a:cubicBezTo>
                      <a:pt x="42382" y="24803"/>
                      <a:pt x="42830" y="24854"/>
                      <a:pt x="43186" y="24879"/>
                    </a:cubicBezTo>
                    <a:cubicBezTo>
                      <a:pt x="43067" y="24871"/>
                      <a:pt x="42915" y="24854"/>
                      <a:pt x="42720" y="24837"/>
                    </a:cubicBezTo>
                    <a:cubicBezTo>
                      <a:pt x="42856" y="24837"/>
                      <a:pt x="42991" y="24846"/>
                      <a:pt x="43118" y="24854"/>
                    </a:cubicBezTo>
                    <a:cubicBezTo>
                      <a:pt x="43253" y="24871"/>
                      <a:pt x="43380" y="24879"/>
                      <a:pt x="43516" y="24896"/>
                    </a:cubicBezTo>
                    <a:cubicBezTo>
                      <a:pt x="43786" y="24930"/>
                      <a:pt x="44074" y="24964"/>
                      <a:pt x="44421" y="24981"/>
                    </a:cubicBezTo>
                    <a:lnTo>
                      <a:pt x="44108" y="24973"/>
                    </a:lnTo>
                    <a:lnTo>
                      <a:pt x="44108" y="24973"/>
                    </a:lnTo>
                    <a:cubicBezTo>
                      <a:pt x="44632" y="25023"/>
                      <a:pt x="45038" y="25049"/>
                      <a:pt x="45461" y="25057"/>
                    </a:cubicBezTo>
                    <a:lnTo>
                      <a:pt x="45453" y="25082"/>
                    </a:lnTo>
                    <a:cubicBezTo>
                      <a:pt x="45465" y="25074"/>
                      <a:pt x="45532" y="25071"/>
                      <a:pt x="45627" y="25071"/>
                    </a:cubicBezTo>
                    <a:cubicBezTo>
                      <a:pt x="45912" y="25071"/>
                      <a:pt x="46459" y="25099"/>
                      <a:pt x="46612" y="25099"/>
                    </a:cubicBezTo>
                    <a:cubicBezTo>
                      <a:pt x="45326" y="25040"/>
                      <a:pt x="45512" y="25006"/>
                      <a:pt x="44268" y="24930"/>
                    </a:cubicBezTo>
                    <a:cubicBezTo>
                      <a:pt x="44682" y="24930"/>
                      <a:pt x="44995" y="24957"/>
                      <a:pt x="45416" y="24957"/>
                    </a:cubicBezTo>
                    <a:cubicBezTo>
                      <a:pt x="45469" y="24957"/>
                      <a:pt x="45523" y="24957"/>
                      <a:pt x="45580" y="24956"/>
                    </a:cubicBezTo>
                    <a:cubicBezTo>
                      <a:pt x="45681" y="24956"/>
                      <a:pt x="45774" y="24964"/>
                      <a:pt x="45867" y="24989"/>
                    </a:cubicBezTo>
                    <a:cubicBezTo>
                      <a:pt x="45991" y="24977"/>
                      <a:pt x="46115" y="24969"/>
                      <a:pt x="46242" y="24969"/>
                    </a:cubicBezTo>
                    <a:cubicBezTo>
                      <a:pt x="46289" y="24969"/>
                      <a:pt x="46336" y="24970"/>
                      <a:pt x="46383" y="24973"/>
                    </a:cubicBezTo>
                    <a:lnTo>
                      <a:pt x="46468" y="24989"/>
                    </a:lnTo>
                    <a:cubicBezTo>
                      <a:pt x="46739" y="25015"/>
                      <a:pt x="47009" y="25023"/>
                      <a:pt x="47280" y="25023"/>
                    </a:cubicBezTo>
                    <a:cubicBezTo>
                      <a:pt x="47398" y="25016"/>
                      <a:pt x="47516" y="25011"/>
                      <a:pt x="47633" y="25011"/>
                    </a:cubicBezTo>
                    <a:cubicBezTo>
                      <a:pt x="47776" y="25011"/>
                      <a:pt x="47919" y="25018"/>
                      <a:pt x="48058" y="25032"/>
                    </a:cubicBezTo>
                    <a:cubicBezTo>
                      <a:pt x="48143" y="25057"/>
                      <a:pt x="47965" y="25057"/>
                      <a:pt x="47703" y="25057"/>
                    </a:cubicBezTo>
                    <a:lnTo>
                      <a:pt x="47272" y="25057"/>
                    </a:lnTo>
                    <a:lnTo>
                      <a:pt x="46849" y="25040"/>
                    </a:lnTo>
                    <a:lnTo>
                      <a:pt x="46849" y="25040"/>
                    </a:lnTo>
                    <a:cubicBezTo>
                      <a:pt x="46955" y="25056"/>
                      <a:pt x="46943" y="25061"/>
                      <a:pt x="46877" y="25061"/>
                    </a:cubicBezTo>
                    <a:cubicBezTo>
                      <a:pt x="46782" y="25061"/>
                      <a:pt x="46573" y="25051"/>
                      <a:pt x="46460" y="25051"/>
                    </a:cubicBezTo>
                    <a:cubicBezTo>
                      <a:pt x="46368" y="25051"/>
                      <a:pt x="46339" y="25058"/>
                      <a:pt x="46485" y="25082"/>
                    </a:cubicBezTo>
                    <a:lnTo>
                      <a:pt x="46730" y="25074"/>
                    </a:lnTo>
                    <a:cubicBezTo>
                      <a:pt x="46937" y="25088"/>
                      <a:pt x="46958" y="25102"/>
                      <a:pt x="46872" y="25102"/>
                    </a:cubicBezTo>
                    <a:cubicBezTo>
                      <a:pt x="46852" y="25102"/>
                      <a:pt x="46827" y="25101"/>
                      <a:pt x="46798" y="25099"/>
                    </a:cubicBezTo>
                    <a:lnTo>
                      <a:pt x="46798" y="25099"/>
                    </a:lnTo>
                    <a:cubicBezTo>
                      <a:pt x="46872" y="25109"/>
                      <a:pt x="46947" y="25113"/>
                      <a:pt x="47021" y="25113"/>
                    </a:cubicBezTo>
                    <a:cubicBezTo>
                      <a:pt x="47073" y="25113"/>
                      <a:pt x="47126" y="25111"/>
                      <a:pt x="47179" y="25108"/>
                    </a:cubicBezTo>
                    <a:lnTo>
                      <a:pt x="47179" y="25108"/>
                    </a:lnTo>
                    <a:cubicBezTo>
                      <a:pt x="48473" y="25167"/>
                      <a:pt x="47035" y="25150"/>
                      <a:pt x="48304" y="25218"/>
                    </a:cubicBezTo>
                    <a:cubicBezTo>
                      <a:pt x="48273" y="25220"/>
                      <a:pt x="48231" y="25220"/>
                      <a:pt x="48185" y="25220"/>
                    </a:cubicBezTo>
                    <a:cubicBezTo>
                      <a:pt x="48104" y="25220"/>
                      <a:pt x="48010" y="25218"/>
                      <a:pt x="47946" y="25218"/>
                    </a:cubicBezTo>
                    <a:cubicBezTo>
                      <a:pt x="47888" y="25218"/>
                      <a:pt x="47856" y="25220"/>
                      <a:pt x="47881" y="25226"/>
                    </a:cubicBezTo>
                    <a:cubicBezTo>
                      <a:pt x="47661" y="25218"/>
                      <a:pt x="47432" y="25209"/>
                      <a:pt x="47204" y="25192"/>
                    </a:cubicBezTo>
                    <a:lnTo>
                      <a:pt x="47187" y="25218"/>
                    </a:lnTo>
                    <a:cubicBezTo>
                      <a:pt x="47483" y="25235"/>
                      <a:pt x="47777" y="25243"/>
                      <a:pt x="48071" y="25243"/>
                    </a:cubicBezTo>
                    <a:cubicBezTo>
                      <a:pt x="48365" y="25243"/>
                      <a:pt x="48659" y="25235"/>
                      <a:pt x="48955" y="25218"/>
                    </a:cubicBezTo>
                    <a:cubicBezTo>
                      <a:pt x="48177" y="25209"/>
                      <a:pt x="48870" y="25184"/>
                      <a:pt x="48464" y="25150"/>
                    </a:cubicBezTo>
                    <a:cubicBezTo>
                      <a:pt x="48591" y="25150"/>
                      <a:pt x="48718" y="25150"/>
                      <a:pt x="48845" y="25167"/>
                    </a:cubicBezTo>
                    <a:cubicBezTo>
                      <a:pt x="48858" y="25165"/>
                      <a:pt x="48889" y="25165"/>
                      <a:pt x="48927" y="25165"/>
                    </a:cubicBezTo>
                    <a:cubicBezTo>
                      <a:pt x="48995" y="25165"/>
                      <a:pt x="49089" y="25167"/>
                      <a:pt x="49158" y="25167"/>
                    </a:cubicBezTo>
                    <a:cubicBezTo>
                      <a:pt x="49216" y="25167"/>
                      <a:pt x="49255" y="25165"/>
                      <a:pt x="49246" y="25160"/>
                    </a:cubicBezTo>
                    <a:lnTo>
                      <a:pt x="49246" y="25160"/>
                    </a:lnTo>
                    <a:cubicBezTo>
                      <a:pt x="49439" y="25235"/>
                      <a:pt x="51102" y="25277"/>
                      <a:pt x="50723" y="25336"/>
                    </a:cubicBezTo>
                    <a:cubicBezTo>
                      <a:pt x="50884" y="25348"/>
                      <a:pt x="51156" y="25351"/>
                      <a:pt x="51487" y="25351"/>
                    </a:cubicBezTo>
                    <a:cubicBezTo>
                      <a:pt x="52148" y="25351"/>
                      <a:pt x="53041" y="25336"/>
                      <a:pt x="53735" y="25336"/>
                    </a:cubicBezTo>
                    <a:cubicBezTo>
                      <a:pt x="53641" y="25345"/>
                      <a:pt x="53548" y="25353"/>
                      <a:pt x="53455" y="25353"/>
                    </a:cubicBezTo>
                    <a:cubicBezTo>
                      <a:pt x="53656" y="25363"/>
                      <a:pt x="53815" y="25366"/>
                      <a:pt x="53946" y="25366"/>
                    </a:cubicBezTo>
                    <a:cubicBezTo>
                      <a:pt x="54526" y="25366"/>
                      <a:pt x="54536" y="25289"/>
                      <a:pt x="55054" y="25269"/>
                    </a:cubicBezTo>
                    <a:lnTo>
                      <a:pt x="55054" y="25269"/>
                    </a:lnTo>
                    <a:cubicBezTo>
                      <a:pt x="54487" y="25302"/>
                      <a:pt x="55545" y="25286"/>
                      <a:pt x="55773" y="25302"/>
                    </a:cubicBezTo>
                    <a:cubicBezTo>
                      <a:pt x="56272" y="25260"/>
                      <a:pt x="56678" y="25209"/>
                      <a:pt x="57389" y="25192"/>
                    </a:cubicBezTo>
                    <a:cubicBezTo>
                      <a:pt x="57523" y="25228"/>
                      <a:pt x="57666" y="25246"/>
                      <a:pt x="57811" y="25246"/>
                    </a:cubicBezTo>
                    <a:cubicBezTo>
                      <a:pt x="57876" y="25246"/>
                      <a:pt x="57941" y="25243"/>
                      <a:pt x="58007" y="25235"/>
                    </a:cubicBezTo>
                    <a:lnTo>
                      <a:pt x="58311" y="25201"/>
                    </a:lnTo>
                    <a:cubicBezTo>
                      <a:pt x="58759" y="25176"/>
                      <a:pt x="59352" y="25125"/>
                      <a:pt x="59639" y="25125"/>
                    </a:cubicBezTo>
                    <a:lnTo>
                      <a:pt x="59580" y="25125"/>
                    </a:lnTo>
                    <a:cubicBezTo>
                      <a:pt x="60006" y="25111"/>
                      <a:pt x="60086" y="25079"/>
                      <a:pt x="59867" y="25079"/>
                    </a:cubicBezTo>
                    <a:cubicBezTo>
                      <a:pt x="59824" y="25079"/>
                      <a:pt x="59771" y="25080"/>
                      <a:pt x="59707" y="25082"/>
                    </a:cubicBezTo>
                    <a:cubicBezTo>
                      <a:pt x="59868" y="25074"/>
                      <a:pt x="60028" y="25057"/>
                      <a:pt x="60189" y="25040"/>
                    </a:cubicBezTo>
                    <a:lnTo>
                      <a:pt x="60206" y="25040"/>
                    </a:lnTo>
                    <a:cubicBezTo>
                      <a:pt x="60519" y="25015"/>
                      <a:pt x="60824" y="24981"/>
                      <a:pt x="61170" y="24939"/>
                    </a:cubicBezTo>
                    <a:cubicBezTo>
                      <a:pt x="61498" y="24900"/>
                      <a:pt x="61854" y="24868"/>
                      <a:pt x="62298" y="24817"/>
                    </a:cubicBezTo>
                    <a:lnTo>
                      <a:pt x="62298" y="24817"/>
                    </a:lnTo>
                    <a:cubicBezTo>
                      <a:pt x="62250" y="24820"/>
                      <a:pt x="62208" y="24821"/>
                      <a:pt x="62175" y="24821"/>
                    </a:cubicBezTo>
                    <a:cubicBezTo>
                      <a:pt x="62160" y="24821"/>
                      <a:pt x="62146" y="24821"/>
                      <a:pt x="62135" y="24820"/>
                    </a:cubicBezTo>
                    <a:lnTo>
                      <a:pt x="62592" y="24753"/>
                    </a:lnTo>
                    <a:lnTo>
                      <a:pt x="62761" y="24761"/>
                    </a:lnTo>
                    <a:lnTo>
                      <a:pt x="63023" y="24702"/>
                    </a:lnTo>
                    <a:lnTo>
                      <a:pt x="63023" y="24702"/>
                    </a:lnTo>
                    <a:cubicBezTo>
                      <a:pt x="62768" y="24716"/>
                      <a:pt x="62263" y="24756"/>
                      <a:pt x="62041" y="24756"/>
                    </a:cubicBezTo>
                    <a:cubicBezTo>
                      <a:pt x="62005" y="24756"/>
                      <a:pt x="61976" y="24755"/>
                      <a:pt x="61957" y="24753"/>
                    </a:cubicBezTo>
                    <a:cubicBezTo>
                      <a:pt x="62304" y="24719"/>
                      <a:pt x="62744" y="24676"/>
                      <a:pt x="63268" y="24617"/>
                    </a:cubicBezTo>
                    <a:lnTo>
                      <a:pt x="64097" y="24507"/>
                    </a:lnTo>
                    <a:cubicBezTo>
                      <a:pt x="64385" y="24473"/>
                      <a:pt x="64698" y="24423"/>
                      <a:pt x="65019" y="24372"/>
                    </a:cubicBezTo>
                    <a:lnTo>
                      <a:pt x="65019" y="24372"/>
                    </a:lnTo>
                    <a:cubicBezTo>
                      <a:pt x="64994" y="24380"/>
                      <a:pt x="64960" y="24380"/>
                      <a:pt x="64935" y="24389"/>
                    </a:cubicBezTo>
                    <a:cubicBezTo>
                      <a:pt x="65595" y="24313"/>
                      <a:pt x="65654" y="24304"/>
                      <a:pt x="66178" y="24237"/>
                    </a:cubicBezTo>
                    <a:lnTo>
                      <a:pt x="66178" y="24237"/>
                    </a:lnTo>
                    <a:lnTo>
                      <a:pt x="66018" y="24270"/>
                    </a:lnTo>
                    <a:cubicBezTo>
                      <a:pt x="66023" y="24271"/>
                      <a:pt x="66029" y="24271"/>
                      <a:pt x="66036" y="24271"/>
                    </a:cubicBezTo>
                    <a:cubicBezTo>
                      <a:pt x="66163" y="24271"/>
                      <a:pt x="66564" y="24200"/>
                      <a:pt x="66965" y="24143"/>
                    </a:cubicBezTo>
                    <a:cubicBezTo>
                      <a:pt x="67160" y="24101"/>
                      <a:pt x="67346" y="24076"/>
                      <a:pt x="67540" y="24059"/>
                    </a:cubicBezTo>
                    <a:lnTo>
                      <a:pt x="67540" y="24059"/>
                    </a:lnTo>
                    <a:lnTo>
                      <a:pt x="67473" y="24084"/>
                    </a:lnTo>
                    <a:cubicBezTo>
                      <a:pt x="67549" y="24084"/>
                      <a:pt x="67980" y="24034"/>
                      <a:pt x="68454" y="23966"/>
                    </a:cubicBezTo>
                    <a:lnTo>
                      <a:pt x="68454" y="23966"/>
                    </a:lnTo>
                    <a:lnTo>
                      <a:pt x="68259" y="24017"/>
                    </a:lnTo>
                    <a:cubicBezTo>
                      <a:pt x="68166" y="24038"/>
                      <a:pt x="68041" y="24060"/>
                      <a:pt x="67901" y="24082"/>
                    </a:cubicBezTo>
                    <a:lnTo>
                      <a:pt x="67901" y="24082"/>
                    </a:lnTo>
                    <a:cubicBezTo>
                      <a:pt x="67982" y="24071"/>
                      <a:pt x="68079" y="24063"/>
                      <a:pt x="68200" y="24050"/>
                    </a:cubicBezTo>
                    <a:lnTo>
                      <a:pt x="68200" y="24050"/>
                    </a:lnTo>
                    <a:lnTo>
                      <a:pt x="67363" y="24220"/>
                    </a:lnTo>
                    <a:cubicBezTo>
                      <a:pt x="67786" y="24169"/>
                      <a:pt x="67845" y="24110"/>
                      <a:pt x="68361" y="24050"/>
                    </a:cubicBezTo>
                    <a:lnTo>
                      <a:pt x="68361" y="24050"/>
                    </a:lnTo>
                    <a:cubicBezTo>
                      <a:pt x="68335" y="24093"/>
                      <a:pt x="68369" y="24101"/>
                      <a:pt x="67819" y="24203"/>
                    </a:cubicBezTo>
                    <a:cubicBezTo>
                      <a:pt x="67677" y="24220"/>
                      <a:pt x="67619" y="24226"/>
                      <a:pt x="67602" y="24226"/>
                    </a:cubicBezTo>
                    <a:cubicBezTo>
                      <a:pt x="67566" y="24226"/>
                      <a:pt x="67710" y="24200"/>
                      <a:pt x="67645" y="24200"/>
                    </a:cubicBezTo>
                    <a:cubicBezTo>
                      <a:pt x="67634" y="24200"/>
                      <a:pt x="67617" y="24201"/>
                      <a:pt x="67591" y="24203"/>
                    </a:cubicBezTo>
                    <a:cubicBezTo>
                      <a:pt x="67227" y="24287"/>
                      <a:pt x="67117" y="24228"/>
                      <a:pt x="66737" y="24321"/>
                    </a:cubicBezTo>
                    <a:cubicBezTo>
                      <a:pt x="66515" y="24353"/>
                      <a:pt x="66429" y="24360"/>
                      <a:pt x="66385" y="24360"/>
                    </a:cubicBezTo>
                    <a:cubicBezTo>
                      <a:pt x="66344" y="24360"/>
                      <a:pt x="66340" y="24354"/>
                      <a:pt x="66298" y="24354"/>
                    </a:cubicBezTo>
                    <a:cubicBezTo>
                      <a:pt x="66289" y="24354"/>
                      <a:pt x="66277" y="24354"/>
                      <a:pt x="66263" y="24355"/>
                    </a:cubicBezTo>
                    <a:cubicBezTo>
                      <a:pt x="66728" y="24287"/>
                      <a:pt x="66035" y="24347"/>
                      <a:pt x="66618" y="24262"/>
                    </a:cubicBezTo>
                    <a:lnTo>
                      <a:pt x="66618" y="24262"/>
                    </a:lnTo>
                    <a:cubicBezTo>
                      <a:pt x="66144" y="24304"/>
                      <a:pt x="66288" y="24347"/>
                      <a:pt x="65882" y="24380"/>
                    </a:cubicBezTo>
                    <a:lnTo>
                      <a:pt x="65815" y="24355"/>
                    </a:lnTo>
                    <a:cubicBezTo>
                      <a:pt x="65451" y="24380"/>
                      <a:pt x="64656" y="24456"/>
                      <a:pt x="64165" y="24533"/>
                    </a:cubicBezTo>
                    <a:cubicBezTo>
                      <a:pt x="64224" y="24529"/>
                      <a:pt x="64261" y="24527"/>
                      <a:pt x="64282" y="24527"/>
                    </a:cubicBezTo>
                    <a:cubicBezTo>
                      <a:pt x="64407" y="24527"/>
                      <a:pt x="63929" y="24585"/>
                      <a:pt x="63987" y="24592"/>
                    </a:cubicBezTo>
                    <a:cubicBezTo>
                      <a:pt x="64199" y="24550"/>
                      <a:pt x="64419" y="24524"/>
                      <a:pt x="64630" y="24524"/>
                    </a:cubicBezTo>
                    <a:cubicBezTo>
                      <a:pt x="64331" y="24570"/>
                      <a:pt x="63609" y="24644"/>
                      <a:pt x="63350" y="24664"/>
                    </a:cubicBezTo>
                    <a:lnTo>
                      <a:pt x="63350" y="24664"/>
                    </a:lnTo>
                    <a:lnTo>
                      <a:pt x="63920" y="24626"/>
                    </a:lnTo>
                    <a:lnTo>
                      <a:pt x="63920" y="24626"/>
                    </a:lnTo>
                    <a:cubicBezTo>
                      <a:pt x="63700" y="24668"/>
                      <a:pt x="62905" y="24769"/>
                      <a:pt x="62888" y="24778"/>
                    </a:cubicBezTo>
                    <a:cubicBezTo>
                      <a:pt x="62736" y="24783"/>
                      <a:pt x="62542" y="24800"/>
                      <a:pt x="62384" y="24811"/>
                    </a:cubicBezTo>
                    <a:lnTo>
                      <a:pt x="62384" y="24811"/>
                    </a:lnTo>
                    <a:cubicBezTo>
                      <a:pt x="62391" y="24809"/>
                      <a:pt x="62401" y="24806"/>
                      <a:pt x="62414" y="24803"/>
                    </a:cubicBezTo>
                    <a:lnTo>
                      <a:pt x="62414" y="24803"/>
                    </a:lnTo>
                    <a:cubicBezTo>
                      <a:pt x="62375" y="24808"/>
                      <a:pt x="62336" y="24813"/>
                      <a:pt x="62298" y="24817"/>
                    </a:cubicBezTo>
                    <a:lnTo>
                      <a:pt x="62298" y="24817"/>
                    </a:lnTo>
                    <a:cubicBezTo>
                      <a:pt x="62325" y="24815"/>
                      <a:pt x="62354" y="24813"/>
                      <a:pt x="62384" y="24811"/>
                    </a:cubicBezTo>
                    <a:lnTo>
                      <a:pt x="62384" y="24811"/>
                    </a:lnTo>
                    <a:cubicBezTo>
                      <a:pt x="62336" y="24827"/>
                      <a:pt x="62419" y="24829"/>
                      <a:pt x="62505" y="24829"/>
                    </a:cubicBezTo>
                    <a:cubicBezTo>
                      <a:pt x="62534" y="24829"/>
                      <a:pt x="62562" y="24829"/>
                      <a:pt x="62587" y="24829"/>
                    </a:cubicBezTo>
                    <a:lnTo>
                      <a:pt x="62587" y="24829"/>
                    </a:lnTo>
                    <a:cubicBezTo>
                      <a:pt x="62699" y="24829"/>
                      <a:pt x="62731" y="24833"/>
                      <a:pt x="62279" y="24879"/>
                    </a:cubicBezTo>
                    <a:cubicBezTo>
                      <a:pt x="62392" y="24865"/>
                      <a:pt x="62380" y="24861"/>
                      <a:pt x="62326" y="24861"/>
                    </a:cubicBezTo>
                    <a:cubicBezTo>
                      <a:pt x="62274" y="24861"/>
                      <a:pt x="62185" y="24864"/>
                      <a:pt x="62127" y="24864"/>
                    </a:cubicBezTo>
                    <a:cubicBezTo>
                      <a:pt x="62103" y="24864"/>
                      <a:pt x="62085" y="24864"/>
                      <a:pt x="62076" y="24863"/>
                    </a:cubicBezTo>
                    <a:cubicBezTo>
                      <a:pt x="61754" y="24879"/>
                      <a:pt x="61458" y="24930"/>
                      <a:pt x="61314" y="24947"/>
                    </a:cubicBezTo>
                    <a:cubicBezTo>
                      <a:pt x="61424" y="24956"/>
                      <a:pt x="61331" y="24998"/>
                      <a:pt x="61162" y="25032"/>
                    </a:cubicBezTo>
                    <a:cubicBezTo>
                      <a:pt x="61805" y="24947"/>
                      <a:pt x="63624" y="24812"/>
                      <a:pt x="63767" y="24727"/>
                    </a:cubicBezTo>
                    <a:cubicBezTo>
                      <a:pt x="64165" y="24693"/>
                      <a:pt x="64630" y="24634"/>
                      <a:pt x="65104" y="24583"/>
                    </a:cubicBezTo>
                    <a:lnTo>
                      <a:pt x="66508" y="24389"/>
                    </a:lnTo>
                    <a:cubicBezTo>
                      <a:pt x="66486" y="24389"/>
                      <a:pt x="66444" y="24393"/>
                      <a:pt x="66427" y="24393"/>
                    </a:cubicBezTo>
                    <a:cubicBezTo>
                      <a:pt x="66418" y="24393"/>
                      <a:pt x="66415" y="24392"/>
                      <a:pt x="66424" y="24389"/>
                    </a:cubicBezTo>
                    <a:lnTo>
                      <a:pt x="67210" y="24321"/>
                    </a:lnTo>
                    <a:lnTo>
                      <a:pt x="67210" y="24321"/>
                    </a:lnTo>
                    <a:lnTo>
                      <a:pt x="67024" y="24347"/>
                    </a:lnTo>
                    <a:lnTo>
                      <a:pt x="67549" y="24304"/>
                    </a:lnTo>
                    <a:cubicBezTo>
                      <a:pt x="67600" y="24304"/>
                      <a:pt x="67405" y="24347"/>
                      <a:pt x="67193" y="24380"/>
                    </a:cubicBezTo>
                    <a:cubicBezTo>
                      <a:pt x="67124" y="24390"/>
                      <a:pt x="67059" y="24396"/>
                      <a:pt x="67035" y="24396"/>
                    </a:cubicBezTo>
                    <a:cubicBezTo>
                      <a:pt x="67015" y="24396"/>
                      <a:pt x="67022" y="24392"/>
                      <a:pt x="67075" y="24380"/>
                    </a:cubicBezTo>
                    <a:lnTo>
                      <a:pt x="67075" y="24380"/>
                    </a:lnTo>
                    <a:cubicBezTo>
                      <a:pt x="66927" y="24408"/>
                      <a:pt x="66893" y="24417"/>
                      <a:pt x="66914" y="24417"/>
                    </a:cubicBezTo>
                    <a:cubicBezTo>
                      <a:pt x="66954" y="24417"/>
                      <a:pt x="67200" y="24384"/>
                      <a:pt x="67249" y="24384"/>
                    </a:cubicBezTo>
                    <a:cubicBezTo>
                      <a:pt x="67269" y="24384"/>
                      <a:pt x="67255" y="24389"/>
                      <a:pt x="67177" y="24406"/>
                    </a:cubicBezTo>
                    <a:cubicBezTo>
                      <a:pt x="67041" y="24423"/>
                      <a:pt x="66864" y="24448"/>
                      <a:pt x="66770" y="24465"/>
                    </a:cubicBezTo>
                    <a:cubicBezTo>
                      <a:pt x="67405" y="24397"/>
                      <a:pt x="67693" y="24313"/>
                      <a:pt x="68090" y="24304"/>
                    </a:cubicBezTo>
                    <a:cubicBezTo>
                      <a:pt x="68386" y="24237"/>
                      <a:pt x="68995" y="24118"/>
                      <a:pt x="69571" y="24050"/>
                    </a:cubicBezTo>
                    <a:lnTo>
                      <a:pt x="69571" y="24050"/>
                    </a:lnTo>
                    <a:cubicBezTo>
                      <a:pt x="69536" y="24058"/>
                      <a:pt x="69528" y="24062"/>
                      <a:pt x="69537" y="24062"/>
                    </a:cubicBezTo>
                    <a:cubicBezTo>
                      <a:pt x="69575" y="24062"/>
                      <a:pt x="69895" y="24011"/>
                      <a:pt x="69958" y="24011"/>
                    </a:cubicBezTo>
                    <a:cubicBezTo>
                      <a:pt x="69980" y="24011"/>
                      <a:pt x="69972" y="24017"/>
                      <a:pt x="69909" y="24034"/>
                    </a:cubicBezTo>
                    <a:cubicBezTo>
                      <a:pt x="70019" y="24008"/>
                      <a:pt x="70205" y="23983"/>
                      <a:pt x="70374" y="23957"/>
                    </a:cubicBezTo>
                    <a:cubicBezTo>
                      <a:pt x="70493" y="23940"/>
                      <a:pt x="70611" y="23915"/>
                      <a:pt x="70729" y="23890"/>
                    </a:cubicBezTo>
                    <a:lnTo>
                      <a:pt x="70729" y="23890"/>
                    </a:lnTo>
                    <a:cubicBezTo>
                      <a:pt x="70560" y="23924"/>
                      <a:pt x="70400" y="23949"/>
                      <a:pt x="70222" y="23966"/>
                    </a:cubicBezTo>
                    <a:cubicBezTo>
                      <a:pt x="70459" y="23924"/>
                      <a:pt x="70484" y="23898"/>
                      <a:pt x="70772" y="23856"/>
                    </a:cubicBezTo>
                    <a:cubicBezTo>
                      <a:pt x="70786" y="23853"/>
                      <a:pt x="70792" y="23852"/>
                      <a:pt x="70795" y="23852"/>
                    </a:cubicBezTo>
                    <a:cubicBezTo>
                      <a:pt x="70800" y="23852"/>
                      <a:pt x="70789" y="23856"/>
                      <a:pt x="70789" y="23856"/>
                    </a:cubicBezTo>
                    <a:cubicBezTo>
                      <a:pt x="71169" y="23771"/>
                      <a:pt x="70907" y="23763"/>
                      <a:pt x="71567" y="23653"/>
                    </a:cubicBezTo>
                    <a:cubicBezTo>
                      <a:pt x="72034" y="23570"/>
                      <a:pt x="72231" y="23541"/>
                      <a:pt x="72275" y="23541"/>
                    </a:cubicBezTo>
                    <a:cubicBezTo>
                      <a:pt x="72387" y="23541"/>
                      <a:pt x="71479" y="23739"/>
                      <a:pt x="71567" y="23739"/>
                    </a:cubicBezTo>
                    <a:cubicBezTo>
                      <a:pt x="71571" y="23739"/>
                      <a:pt x="71576" y="23738"/>
                      <a:pt x="71584" y="23737"/>
                    </a:cubicBezTo>
                    <a:cubicBezTo>
                      <a:pt x="71643" y="23712"/>
                      <a:pt x="72396" y="23577"/>
                      <a:pt x="72743" y="23526"/>
                    </a:cubicBezTo>
                    <a:lnTo>
                      <a:pt x="72743" y="23526"/>
                    </a:lnTo>
                    <a:lnTo>
                      <a:pt x="72667" y="23551"/>
                    </a:lnTo>
                    <a:cubicBezTo>
                      <a:pt x="72870" y="23501"/>
                      <a:pt x="73073" y="23458"/>
                      <a:pt x="73284" y="23433"/>
                    </a:cubicBezTo>
                    <a:cubicBezTo>
                      <a:pt x="73386" y="23382"/>
                      <a:pt x="73589" y="23323"/>
                      <a:pt x="73707" y="23281"/>
                    </a:cubicBezTo>
                    <a:lnTo>
                      <a:pt x="74477" y="23128"/>
                    </a:lnTo>
                    <a:lnTo>
                      <a:pt x="74477" y="23128"/>
                    </a:lnTo>
                    <a:lnTo>
                      <a:pt x="74325" y="23171"/>
                    </a:lnTo>
                    <a:lnTo>
                      <a:pt x="74325" y="23171"/>
                    </a:lnTo>
                    <a:lnTo>
                      <a:pt x="74807" y="23069"/>
                    </a:lnTo>
                    <a:lnTo>
                      <a:pt x="74807" y="23069"/>
                    </a:lnTo>
                    <a:cubicBezTo>
                      <a:pt x="74875" y="23078"/>
                      <a:pt x="74646" y="23120"/>
                      <a:pt x="74418" y="23171"/>
                    </a:cubicBezTo>
                    <a:lnTo>
                      <a:pt x="74418" y="23171"/>
                    </a:lnTo>
                    <a:cubicBezTo>
                      <a:pt x="74570" y="23162"/>
                      <a:pt x="74731" y="23128"/>
                      <a:pt x="74875" y="23078"/>
                    </a:cubicBezTo>
                    <a:lnTo>
                      <a:pt x="74875" y="23078"/>
                    </a:lnTo>
                    <a:lnTo>
                      <a:pt x="74782" y="23095"/>
                    </a:lnTo>
                    <a:cubicBezTo>
                      <a:pt x="74932" y="23055"/>
                      <a:pt x="75393" y="22941"/>
                      <a:pt x="75333" y="22941"/>
                    </a:cubicBezTo>
                    <a:cubicBezTo>
                      <a:pt x="75315" y="22941"/>
                      <a:pt x="75252" y="22951"/>
                      <a:pt x="75120" y="22976"/>
                    </a:cubicBezTo>
                    <a:cubicBezTo>
                      <a:pt x="75543" y="22866"/>
                      <a:pt x="75687" y="22883"/>
                      <a:pt x="75983" y="22807"/>
                    </a:cubicBezTo>
                    <a:lnTo>
                      <a:pt x="75983" y="22807"/>
                    </a:lnTo>
                    <a:cubicBezTo>
                      <a:pt x="76011" y="22814"/>
                      <a:pt x="75823" y="22863"/>
                      <a:pt x="75855" y="22863"/>
                    </a:cubicBezTo>
                    <a:cubicBezTo>
                      <a:pt x="75861" y="22863"/>
                      <a:pt x="75874" y="22862"/>
                      <a:pt x="75898" y="22858"/>
                    </a:cubicBezTo>
                    <a:cubicBezTo>
                      <a:pt x="76186" y="22807"/>
                      <a:pt x="76372" y="22773"/>
                      <a:pt x="76609" y="22714"/>
                    </a:cubicBezTo>
                    <a:lnTo>
                      <a:pt x="76609" y="22714"/>
                    </a:lnTo>
                    <a:cubicBezTo>
                      <a:pt x="76557" y="22722"/>
                      <a:pt x="76532" y="22724"/>
                      <a:pt x="76519" y="22724"/>
                    </a:cubicBezTo>
                    <a:cubicBezTo>
                      <a:pt x="76497" y="22724"/>
                      <a:pt x="76516" y="22716"/>
                      <a:pt x="76500" y="22716"/>
                    </a:cubicBezTo>
                    <a:cubicBezTo>
                      <a:pt x="76484" y="22716"/>
                      <a:pt x="76439" y="22723"/>
                      <a:pt x="76304" y="22748"/>
                    </a:cubicBezTo>
                    <a:cubicBezTo>
                      <a:pt x="76440" y="22714"/>
                      <a:pt x="76803" y="22629"/>
                      <a:pt x="76786" y="22621"/>
                    </a:cubicBezTo>
                    <a:lnTo>
                      <a:pt x="76786" y="22621"/>
                    </a:lnTo>
                    <a:cubicBezTo>
                      <a:pt x="76660" y="22663"/>
                      <a:pt x="76524" y="22688"/>
                      <a:pt x="76389" y="22705"/>
                    </a:cubicBezTo>
                    <a:cubicBezTo>
                      <a:pt x="76769" y="22621"/>
                      <a:pt x="77176" y="22519"/>
                      <a:pt x="77573" y="22452"/>
                    </a:cubicBezTo>
                    <a:lnTo>
                      <a:pt x="77573" y="22452"/>
                    </a:lnTo>
                    <a:cubicBezTo>
                      <a:pt x="77539" y="22460"/>
                      <a:pt x="77505" y="22469"/>
                      <a:pt x="77480" y="22485"/>
                    </a:cubicBezTo>
                    <a:cubicBezTo>
                      <a:pt x="77979" y="22333"/>
                      <a:pt x="78757" y="22172"/>
                      <a:pt x="79087" y="22046"/>
                    </a:cubicBezTo>
                    <a:lnTo>
                      <a:pt x="79087" y="22046"/>
                    </a:lnTo>
                    <a:lnTo>
                      <a:pt x="78935" y="22079"/>
                    </a:lnTo>
                    <a:cubicBezTo>
                      <a:pt x="78783" y="22130"/>
                      <a:pt x="78622" y="22164"/>
                      <a:pt x="78461" y="22189"/>
                    </a:cubicBezTo>
                    <a:cubicBezTo>
                      <a:pt x="78581" y="22161"/>
                      <a:pt x="78601" y="22153"/>
                      <a:pt x="78582" y="22153"/>
                    </a:cubicBezTo>
                    <a:cubicBezTo>
                      <a:pt x="78560" y="22153"/>
                      <a:pt x="78485" y="22164"/>
                      <a:pt x="78460" y="22164"/>
                    </a:cubicBezTo>
                    <a:cubicBezTo>
                      <a:pt x="78438" y="22164"/>
                      <a:pt x="78455" y="22155"/>
                      <a:pt x="78588" y="22122"/>
                    </a:cubicBezTo>
                    <a:cubicBezTo>
                      <a:pt x="79147" y="21969"/>
                      <a:pt x="79646" y="21876"/>
                      <a:pt x="79942" y="21766"/>
                    </a:cubicBezTo>
                    <a:lnTo>
                      <a:pt x="79942" y="21766"/>
                    </a:lnTo>
                    <a:cubicBezTo>
                      <a:pt x="79409" y="21893"/>
                      <a:pt x="78690" y="22054"/>
                      <a:pt x="78478" y="22122"/>
                    </a:cubicBezTo>
                    <a:cubicBezTo>
                      <a:pt x="78597" y="22096"/>
                      <a:pt x="78707" y="22071"/>
                      <a:pt x="78825" y="22037"/>
                    </a:cubicBezTo>
                    <a:lnTo>
                      <a:pt x="78825" y="22037"/>
                    </a:lnTo>
                    <a:cubicBezTo>
                      <a:pt x="78563" y="22122"/>
                      <a:pt x="78309" y="22189"/>
                      <a:pt x="78047" y="22266"/>
                    </a:cubicBezTo>
                    <a:cubicBezTo>
                      <a:pt x="78046" y="22265"/>
                      <a:pt x="78045" y="22265"/>
                      <a:pt x="78043" y="22265"/>
                    </a:cubicBezTo>
                    <a:cubicBezTo>
                      <a:pt x="77988" y="22265"/>
                      <a:pt x="77461" y="22405"/>
                      <a:pt x="77374" y="22405"/>
                    </a:cubicBezTo>
                    <a:cubicBezTo>
                      <a:pt x="77365" y="22405"/>
                      <a:pt x="77361" y="22404"/>
                      <a:pt x="77362" y="22401"/>
                    </a:cubicBezTo>
                    <a:lnTo>
                      <a:pt x="78089" y="22232"/>
                    </a:lnTo>
                    <a:cubicBezTo>
                      <a:pt x="78040" y="22232"/>
                      <a:pt x="77413" y="22380"/>
                      <a:pt x="77116" y="22444"/>
                    </a:cubicBezTo>
                    <a:lnTo>
                      <a:pt x="77116" y="22444"/>
                    </a:lnTo>
                    <a:lnTo>
                      <a:pt x="77438" y="22375"/>
                    </a:lnTo>
                    <a:lnTo>
                      <a:pt x="77438" y="22375"/>
                    </a:lnTo>
                    <a:cubicBezTo>
                      <a:pt x="77125" y="22460"/>
                      <a:pt x="76761" y="22553"/>
                      <a:pt x="76397" y="22629"/>
                    </a:cubicBezTo>
                    <a:cubicBezTo>
                      <a:pt x="76047" y="22703"/>
                      <a:pt x="75697" y="22776"/>
                      <a:pt x="75400" y="22849"/>
                    </a:cubicBezTo>
                    <a:lnTo>
                      <a:pt x="75400" y="22849"/>
                    </a:lnTo>
                    <a:cubicBezTo>
                      <a:pt x="75476" y="22830"/>
                      <a:pt x="75498" y="22823"/>
                      <a:pt x="75486" y="22823"/>
                    </a:cubicBezTo>
                    <a:cubicBezTo>
                      <a:pt x="75450" y="22823"/>
                      <a:pt x="75090" y="22893"/>
                      <a:pt x="75048" y="22893"/>
                    </a:cubicBezTo>
                    <a:cubicBezTo>
                      <a:pt x="75034" y="22893"/>
                      <a:pt x="75054" y="22886"/>
                      <a:pt x="75128" y="22866"/>
                    </a:cubicBezTo>
                    <a:cubicBezTo>
                      <a:pt x="75238" y="22832"/>
                      <a:pt x="75357" y="22815"/>
                      <a:pt x="75467" y="22798"/>
                    </a:cubicBezTo>
                    <a:cubicBezTo>
                      <a:pt x="75474" y="22794"/>
                      <a:pt x="75471" y="22792"/>
                      <a:pt x="75461" y="22792"/>
                    </a:cubicBezTo>
                    <a:cubicBezTo>
                      <a:pt x="75401" y="22792"/>
                      <a:pt x="75068" y="22867"/>
                      <a:pt x="74959" y="22875"/>
                    </a:cubicBezTo>
                    <a:cubicBezTo>
                      <a:pt x="74910" y="22896"/>
                      <a:pt x="74457" y="22999"/>
                      <a:pt x="74525" y="22999"/>
                    </a:cubicBezTo>
                    <a:cubicBezTo>
                      <a:pt x="74539" y="22999"/>
                      <a:pt x="74574" y="22995"/>
                      <a:pt x="74638" y="22985"/>
                    </a:cubicBezTo>
                    <a:lnTo>
                      <a:pt x="74638" y="22985"/>
                    </a:lnTo>
                    <a:cubicBezTo>
                      <a:pt x="74435" y="23018"/>
                      <a:pt x="73986" y="23120"/>
                      <a:pt x="73699" y="23162"/>
                    </a:cubicBezTo>
                    <a:cubicBezTo>
                      <a:pt x="73783" y="23171"/>
                      <a:pt x="73183" y="23281"/>
                      <a:pt x="73073" y="23314"/>
                    </a:cubicBezTo>
                    <a:cubicBezTo>
                      <a:pt x="72946" y="23331"/>
                      <a:pt x="72844" y="23348"/>
                      <a:pt x="72760" y="23357"/>
                    </a:cubicBezTo>
                    <a:lnTo>
                      <a:pt x="73665" y="23145"/>
                    </a:lnTo>
                    <a:cubicBezTo>
                      <a:pt x="73766" y="23137"/>
                      <a:pt x="73876" y="23111"/>
                      <a:pt x="73969" y="23086"/>
                    </a:cubicBezTo>
                    <a:lnTo>
                      <a:pt x="73969" y="23078"/>
                    </a:lnTo>
                    <a:cubicBezTo>
                      <a:pt x="74629" y="22925"/>
                      <a:pt x="75289" y="22756"/>
                      <a:pt x="75619" y="22672"/>
                    </a:cubicBezTo>
                    <a:lnTo>
                      <a:pt x="75619" y="22672"/>
                    </a:lnTo>
                    <a:lnTo>
                      <a:pt x="75467" y="22722"/>
                    </a:lnTo>
                    <a:cubicBezTo>
                      <a:pt x="75704" y="22655"/>
                      <a:pt x="75949" y="22604"/>
                      <a:pt x="76203" y="22553"/>
                    </a:cubicBezTo>
                    <a:lnTo>
                      <a:pt x="76583" y="22469"/>
                    </a:lnTo>
                    <a:cubicBezTo>
                      <a:pt x="76702" y="22445"/>
                      <a:pt x="76821" y="22414"/>
                      <a:pt x="76932" y="22382"/>
                    </a:cubicBezTo>
                    <a:lnTo>
                      <a:pt x="76932" y="22382"/>
                    </a:lnTo>
                    <a:cubicBezTo>
                      <a:pt x="76940" y="22381"/>
                      <a:pt x="76953" y="22379"/>
                      <a:pt x="76973" y="22375"/>
                    </a:cubicBezTo>
                    <a:cubicBezTo>
                      <a:pt x="77350" y="22295"/>
                      <a:pt x="77586" y="22224"/>
                      <a:pt x="77823" y="22159"/>
                    </a:cubicBezTo>
                    <a:lnTo>
                      <a:pt x="77823" y="22159"/>
                    </a:lnTo>
                    <a:cubicBezTo>
                      <a:pt x="77783" y="22169"/>
                      <a:pt x="77740" y="22178"/>
                      <a:pt x="77692" y="22189"/>
                    </a:cubicBezTo>
                    <a:cubicBezTo>
                      <a:pt x="77835" y="22139"/>
                      <a:pt x="78174" y="22046"/>
                      <a:pt x="78419" y="21995"/>
                    </a:cubicBezTo>
                    <a:lnTo>
                      <a:pt x="78444" y="21961"/>
                    </a:lnTo>
                    <a:cubicBezTo>
                      <a:pt x="78757" y="21859"/>
                      <a:pt x="79087" y="21817"/>
                      <a:pt x="79392" y="21707"/>
                    </a:cubicBezTo>
                    <a:lnTo>
                      <a:pt x="79392" y="21707"/>
                    </a:lnTo>
                    <a:lnTo>
                      <a:pt x="79020" y="21783"/>
                    </a:lnTo>
                    <a:lnTo>
                      <a:pt x="79079" y="21766"/>
                    </a:lnTo>
                    <a:lnTo>
                      <a:pt x="79079" y="21766"/>
                    </a:lnTo>
                    <a:cubicBezTo>
                      <a:pt x="78918" y="21809"/>
                      <a:pt x="78774" y="21851"/>
                      <a:pt x="78732" y="21868"/>
                    </a:cubicBezTo>
                    <a:cubicBezTo>
                      <a:pt x="78419" y="21953"/>
                      <a:pt x="78106" y="22012"/>
                      <a:pt x="77785" y="22046"/>
                    </a:cubicBezTo>
                    <a:cubicBezTo>
                      <a:pt x="77734" y="22055"/>
                      <a:pt x="77706" y="22059"/>
                      <a:pt x="77692" y="22059"/>
                    </a:cubicBezTo>
                    <a:cubicBezTo>
                      <a:pt x="77633" y="22059"/>
                      <a:pt x="77863" y="21985"/>
                      <a:pt x="77835" y="21978"/>
                    </a:cubicBezTo>
                    <a:lnTo>
                      <a:pt x="77835" y="21978"/>
                    </a:lnTo>
                    <a:cubicBezTo>
                      <a:pt x="77412" y="22079"/>
                      <a:pt x="77446" y="22096"/>
                      <a:pt x="77023" y="22206"/>
                    </a:cubicBezTo>
                    <a:cubicBezTo>
                      <a:pt x="76982" y="22214"/>
                      <a:pt x="76961" y="22217"/>
                      <a:pt x="76952" y="22217"/>
                    </a:cubicBezTo>
                    <a:cubicBezTo>
                      <a:pt x="76933" y="22217"/>
                      <a:pt x="76982" y="22201"/>
                      <a:pt x="77023" y="22189"/>
                    </a:cubicBezTo>
                    <a:lnTo>
                      <a:pt x="77023" y="22189"/>
                    </a:lnTo>
                    <a:lnTo>
                      <a:pt x="76719" y="22274"/>
                    </a:lnTo>
                    <a:cubicBezTo>
                      <a:pt x="76706" y="22274"/>
                      <a:pt x="76322" y="22349"/>
                      <a:pt x="76271" y="22349"/>
                    </a:cubicBezTo>
                    <a:cubicBezTo>
                      <a:pt x="76251" y="22349"/>
                      <a:pt x="76280" y="22338"/>
                      <a:pt x="76397" y="22308"/>
                    </a:cubicBezTo>
                    <a:lnTo>
                      <a:pt x="76668" y="22249"/>
                    </a:lnTo>
                    <a:lnTo>
                      <a:pt x="76668" y="22249"/>
                    </a:lnTo>
                    <a:cubicBezTo>
                      <a:pt x="76124" y="22350"/>
                      <a:pt x="75216" y="22515"/>
                      <a:pt x="75091" y="22515"/>
                    </a:cubicBezTo>
                    <a:cubicBezTo>
                      <a:pt x="75080" y="22515"/>
                      <a:pt x="75076" y="22514"/>
                      <a:pt x="75078" y="22511"/>
                    </a:cubicBezTo>
                    <a:lnTo>
                      <a:pt x="75078" y="22511"/>
                    </a:lnTo>
                    <a:cubicBezTo>
                      <a:pt x="74748" y="22570"/>
                      <a:pt x="74841" y="22570"/>
                      <a:pt x="74325" y="22663"/>
                    </a:cubicBezTo>
                    <a:cubicBezTo>
                      <a:pt x="74096" y="22731"/>
                      <a:pt x="74359" y="22705"/>
                      <a:pt x="73800" y="22824"/>
                    </a:cubicBezTo>
                    <a:lnTo>
                      <a:pt x="74249" y="22748"/>
                    </a:lnTo>
                    <a:lnTo>
                      <a:pt x="74511" y="22688"/>
                    </a:lnTo>
                    <a:lnTo>
                      <a:pt x="74046" y="22773"/>
                    </a:lnTo>
                    <a:cubicBezTo>
                      <a:pt x="74342" y="22714"/>
                      <a:pt x="74282" y="22705"/>
                      <a:pt x="74367" y="22672"/>
                    </a:cubicBezTo>
                    <a:cubicBezTo>
                      <a:pt x="75069" y="22528"/>
                      <a:pt x="75272" y="22528"/>
                      <a:pt x="75636" y="22460"/>
                    </a:cubicBezTo>
                    <a:lnTo>
                      <a:pt x="75636" y="22460"/>
                    </a:lnTo>
                    <a:cubicBezTo>
                      <a:pt x="75416" y="22519"/>
                      <a:pt x="75035" y="22595"/>
                      <a:pt x="75188" y="22595"/>
                    </a:cubicBezTo>
                    <a:cubicBezTo>
                      <a:pt x="74835" y="22645"/>
                      <a:pt x="74800" y="22694"/>
                      <a:pt x="74413" y="22751"/>
                    </a:cubicBezTo>
                    <a:lnTo>
                      <a:pt x="74413" y="22751"/>
                    </a:lnTo>
                    <a:cubicBezTo>
                      <a:pt x="74116" y="22822"/>
                      <a:pt x="74058" y="22810"/>
                      <a:pt x="73800" y="22875"/>
                    </a:cubicBezTo>
                    <a:cubicBezTo>
                      <a:pt x="73806" y="22872"/>
                      <a:pt x="73806" y="22871"/>
                      <a:pt x="73802" y="22871"/>
                    </a:cubicBezTo>
                    <a:cubicBezTo>
                      <a:pt x="73795" y="22871"/>
                      <a:pt x="73772" y="22875"/>
                      <a:pt x="73749" y="22875"/>
                    </a:cubicBezTo>
                    <a:cubicBezTo>
                      <a:pt x="73514" y="22921"/>
                      <a:pt x="73492" y="22928"/>
                      <a:pt x="73516" y="22928"/>
                    </a:cubicBezTo>
                    <a:cubicBezTo>
                      <a:pt x="73527" y="22928"/>
                      <a:pt x="73548" y="22927"/>
                      <a:pt x="73562" y="22927"/>
                    </a:cubicBezTo>
                    <a:cubicBezTo>
                      <a:pt x="73595" y="22927"/>
                      <a:pt x="73590" y="22936"/>
                      <a:pt x="73335" y="22993"/>
                    </a:cubicBezTo>
                    <a:cubicBezTo>
                      <a:pt x="73160" y="23026"/>
                      <a:pt x="73078" y="23037"/>
                      <a:pt x="73044" y="23037"/>
                    </a:cubicBezTo>
                    <a:cubicBezTo>
                      <a:pt x="72979" y="23037"/>
                      <a:pt x="73076" y="23000"/>
                      <a:pt x="73029" y="23000"/>
                    </a:cubicBezTo>
                    <a:cubicBezTo>
                      <a:pt x="73024" y="23000"/>
                      <a:pt x="73016" y="23000"/>
                      <a:pt x="73005" y="23001"/>
                    </a:cubicBezTo>
                    <a:cubicBezTo>
                      <a:pt x="73893" y="22798"/>
                      <a:pt x="72971" y="22959"/>
                      <a:pt x="73944" y="22748"/>
                    </a:cubicBezTo>
                    <a:cubicBezTo>
                      <a:pt x="73941" y="22741"/>
                      <a:pt x="73924" y="22738"/>
                      <a:pt x="73897" y="22738"/>
                    </a:cubicBezTo>
                    <a:cubicBezTo>
                      <a:pt x="73778" y="22738"/>
                      <a:pt x="73448" y="22794"/>
                      <a:pt x="73030" y="22883"/>
                    </a:cubicBezTo>
                    <a:cubicBezTo>
                      <a:pt x="73083" y="22875"/>
                      <a:pt x="73114" y="22872"/>
                      <a:pt x="73131" y="22872"/>
                    </a:cubicBezTo>
                    <a:cubicBezTo>
                      <a:pt x="73205" y="22872"/>
                      <a:pt x="73015" y="22931"/>
                      <a:pt x="73121" y="22931"/>
                    </a:cubicBezTo>
                    <a:cubicBezTo>
                      <a:pt x="73148" y="22931"/>
                      <a:pt x="73197" y="22927"/>
                      <a:pt x="73276" y="22917"/>
                    </a:cubicBezTo>
                    <a:lnTo>
                      <a:pt x="73276" y="22917"/>
                    </a:lnTo>
                    <a:cubicBezTo>
                      <a:pt x="72506" y="23078"/>
                      <a:pt x="72582" y="23145"/>
                      <a:pt x="71702" y="23255"/>
                    </a:cubicBezTo>
                    <a:lnTo>
                      <a:pt x="71728" y="23247"/>
                    </a:lnTo>
                    <a:lnTo>
                      <a:pt x="71728" y="23247"/>
                    </a:lnTo>
                    <a:lnTo>
                      <a:pt x="71372" y="23331"/>
                    </a:lnTo>
                    <a:lnTo>
                      <a:pt x="70873" y="23408"/>
                    </a:lnTo>
                    <a:cubicBezTo>
                      <a:pt x="71178" y="23314"/>
                      <a:pt x="71559" y="23272"/>
                      <a:pt x="71795" y="23205"/>
                    </a:cubicBezTo>
                    <a:lnTo>
                      <a:pt x="71795" y="23205"/>
                    </a:lnTo>
                    <a:cubicBezTo>
                      <a:pt x="71186" y="23272"/>
                      <a:pt x="70992" y="23382"/>
                      <a:pt x="70298" y="23492"/>
                    </a:cubicBezTo>
                    <a:cubicBezTo>
                      <a:pt x="70227" y="23498"/>
                      <a:pt x="70184" y="23501"/>
                      <a:pt x="70161" y="23501"/>
                    </a:cubicBezTo>
                    <a:cubicBezTo>
                      <a:pt x="70091" y="23501"/>
                      <a:pt x="70238" y="23474"/>
                      <a:pt x="70425" y="23441"/>
                    </a:cubicBezTo>
                    <a:cubicBezTo>
                      <a:pt x="70620" y="23408"/>
                      <a:pt x="70806" y="23365"/>
                      <a:pt x="70992" y="23314"/>
                    </a:cubicBezTo>
                    <a:lnTo>
                      <a:pt x="70992" y="23314"/>
                    </a:lnTo>
                    <a:cubicBezTo>
                      <a:pt x="70831" y="23348"/>
                      <a:pt x="70670" y="23374"/>
                      <a:pt x="70518" y="23374"/>
                    </a:cubicBezTo>
                    <a:cubicBezTo>
                      <a:pt x="71161" y="23281"/>
                      <a:pt x="70907" y="23289"/>
                      <a:pt x="71635" y="23179"/>
                    </a:cubicBezTo>
                    <a:lnTo>
                      <a:pt x="71635" y="23179"/>
                    </a:lnTo>
                    <a:cubicBezTo>
                      <a:pt x="71496" y="23209"/>
                      <a:pt x="71473" y="23217"/>
                      <a:pt x="71494" y="23217"/>
                    </a:cubicBezTo>
                    <a:cubicBezTo>
                      <a:pt x="71516" y="23217"/>
                      <a:pt x="71592" y="23207"/>
                      <a:pt x="71621" y="23207"/>
                    </a:cubicBezTo>
                    <a:cubicBezTo>
                      <a:pt x="71633" y="23207"/>
                      <a:pt x="71637" y="23209"/>
                      <a:pt x="71626" y="23213"/>
                    </a:cubicBezTo>
                    <a:cubicBezTo>
                      <a:pt x="71728" y="23179"/>
                      <a:pt x="72404" y="23069"/>
                      <a:pt x="72878" y="22976"/>
                    </a:cubicBezTo>
                    <a:cubicBezTo>
                      <a:pt x="72897" y="22967"/>
                      <a:pt x="72895" y="22963"/>
                      <a:pt x="72877" y="22963"/>
                    </a:cubicBezTo>
                    <a:cubicBezTo>
                      <a:pt x="72800" y="22963"/>
                      <a:pt x="72408" y="23043"/>
                      <a:pt x="72159" y="23078"/>
                    </a:cubicBezTo>
                    <a:cubicBezTo>
                      <a:pt x="71592" y="23205"/>
                      <a:pt x="70992" y="23255"/>
                      <a:pt x="70552" y="23357"/>
                    </a:cubicBezTo>
                    <a:cubicBezTo>
                      <a:pt x="70365" y="23390"/>
                      <a:pt x="70287" y="23402"/>
                      <a:pt x="70267" y="23402"/>
                    </a:cubicBezTo>
                    <a:cubicBezTo>
                      <a:pt x="70222" y="23402"/>
                      <a:pt x="70491" y="23340"/>
                      <a:pt x="70467" y="23340"/>
                    </a:cubicBezTo>
                    <a:cubicBezTo>
                      <a:pt x="69909" y="23416"/>
                      <a:pt x="70230" y="23399"/>
                      <a:pt x="70053" y="23433"/>
                    </a:cubicBezTo>
                    <a:cubicBezTo>
                      <a:pt x="69215" y="23585"/>
                      <a:pt x="69114" y="23543"/>
                      <a:pt x="68522" y="23636"/>
                    </a:cubicBezTo>
                    <a:cubicBezTo>
                      <a:pt x="68268" y="23695"/>
                      <a:pt x="67845" y="23754"/>
                      <a:pt x="67371" y="23814"/>
                    </a:cubicBezTo>
                    <a:cubicBezTo>
                      <a:pt x="66897" y="23881"/>
                      <a:pt x="66381" y="23949"/>
                      <a:pt x="65958" y="23991"/>
                    </a:cubicBezTo>
                    <a:cubicBezTo>
                      <a:pt x="66060" y="23966"/>
                      <a:pt x="65941" y="23966"/>
                      <a:pt x="65891" y="23966"/>
                    </a:cubicBezTo>
                    <a:cubicBezTo>
                      <a:pt x="65392" y="24076"/>
                      <a:pt x="65569" y="24034"/>
                      <a:pt x="64935" y="24135"/>
                    </a:cubicBezTo>
                    <a:lnTo>
                      <a:pt x="65476" y="24093"/>
                    </a:lnTo>
                    <a:lnTo>
                      <a:pt x="65476" y="24093"/>
                    </a:lnTo>
                    <a:cubicBezTo>
                      <a:pt x="65045" y="24152"/>
                      <a:pt x="64706" y="24220"/>
                      <a:pt x="64309" y="24237"/>
                    </a:cubicBezTo>
                    <a:cubicBezTo>
                      <a:pt x="64571" y="24237"/>
                      <a:pt x="64402" y="24262"/>
                      <a:pt x="64123" y="24296"/>
                    </a:cubicBezTo>
                    <a:cubicBezTo>
                      <a:pt x="63844" y="24330"/>
                      <a:pt x="63454" y="24363"/>
                      <a:pt x="63294" y="24389"/>
                    </a:cubicBezTo>
                    <a:cubicBezTo>
                      <a:pt x="62854" y="24414"/>
                      <a:pt x="62414" y="24482"/>
                      <a:pt x="62169" y="24482"/>
                    </a:cubicBezTo>
                    <a:lnTo>
                      <a:pt x="62236" y="24473"/>
                    </a:lnTo>
                    <a:lnTo>
                      <a:pt x="62236" y="24473"/>
                    </a:lnTo>
                    <a:cubicBezTo>
                      <a:pt x="62016" y="24490"/>
                      <a:pt x="61805" y="24507"/>
                      <a:pt x="61593" y="24524"/>
                    </a:cubicBezTo>
                    <a:lnTo>
                      <a:pt x="61661" y="24473"/>
                    </a:lnTo>
                    <a:lnTo>
                      <a:pt x="61661" y="24473"/>
                    </a:lnTo>
                    <a:cubicBezTo>
                      <a:pt x="61221" y="24490"/>
                      <a:pt x="60680" y="24566"/>
                      <a:pt x="60840" y="24566"/>
                    </a:cubicBezTo>
                    <a:cubicBezTo>
                      <a:pt x="60732" y="24570"/>
                      <a:pt x="60664" y="24572"/>
                      <a:pt x="60622" y="24572"/>
                    </a:cubicBezTo>
                    <a:cubicBezTo>
                      <a:pt x="60483" y="24572"/>
                      <a:pt x="60630" y="24554"/>
                      <a:pt x="60578" y="24541"/>
                    </a:cubicBezTo>
                    <a:cubicBezTo>
                      <a:pt x="60807" y="24519"/>
                      <a:pt x="61261" y="24452"/>
                      <a:pt x="61480" y="24452"/>
                    </a:cubicBezTo>
                    <a:cubicBezTo>
                      <a:pt x="61512" y="24452"/>
                      <a:pt x="61539" y="24453"/>
                      <a:pt x="61559" y="24456"/>
                    </a:cubicBezTo>
                    <a:cubicBezTo>
                      <a:pt x="61509" y="24456"/>
                      <a:pt x="61450" y="24456"/>
                      <a:pt x="61399" y="24465"/>
                    </a:cubicBezTo>
                    <a:cubicBezTo>
                      <a:pt x="62008" y="24440"/>
                      <a:pt x="62101" y="24414"/>
                      <a:pt x="62118" y="24389"/>
                    </a:cubicBezTo>
                    <a:cubicBezTo>
                      <a:pt x="62143" y="24372"/>
                      <a:pt x="62092" y="24355"/>
                      <a:pt x="62389" y="24321"/>
                    </a:cubicBezTo>
                    <a:lnTo>
                      <a:pt x="62389" y="24321"/>
                    </a:lnTo>
                    <a:cubicBezTo>
                      <a:pt x="62228" y="24338"/>
                      <a:pt x="62092" y="24347"/>
                      <a:pt x="61957" y="24347"/>
                    </a:cubicBezTo>
                    <a:cubicBezTo>
                      <a:pt x="61813" y="24355"/>
                      <a:pt x="61661" y="24372"/>
                      <a:pt x="61509" y="24380"/>
                    </a:cubicBezTo>
                    <a:cubicBezTo>
                      <a:pt x="61356" y="24397"/>
                      <a:pt x="60722" y="24456"/>
                      <a:pt x="60401" y="24499"/>
                    </a:cubicBezTo>
                    <a:cubicBezTo>
                      <a:pt x="60739" y="24465"/>
                      <a:pt x="61077" y="24440"/>
                      <a:pt x="61407" y="24440"/>
                    </a:cubicBezTo>
                    <a:cubicBezTo>
                      <a:pt x="61120" y="24456"/>
                      <a:pt x="61077" y="24490"/>
                      <a:pt x="60824" y="24490"/>
                    </a:cubicBezTo>
                    <a:lnTo>
                      <a:pt x="60908" y="24473"/>
                    </a:lnTo>
                    <a:lnTo>
                      <a:pt x="60908" y="24473"/>
                    </a:lnTo>
                    <a:lnTo>
                      <a:pt x="60587" y="24516"/>
                    </a:lnTo>
                    <a:cubicBezTo>
                      <a:pt x="60579" y="24512"/>
                      <a:pt x="60553" y="24510"/>
                      <a:pt x="60517" y="24510"/>
                    </a:cubicBezTo>
                    <a:cubicBezTo>
                      <a:pt x="60386" y="24510"/>
                      <a:pt x="60116" y="24530"/>
                      <a:pt x="60058" y="24530"/>
                    </a:cubicBezTo>
                    <a:cubicBezTo>
                      <a:pt x="60026" y="24530"/>
                      <a:pt x="60055" y="24525"/>
                      <a:pt x="60198" y="24507"/>
                    </a:cubicBezTo>
                    <a:lnTo>
                      <a:pt x="60198" y="24507"/>
                    </a:lnTo>
                    <a:cubicBezTo>
                      <a:pt x="59758" y="24541"/>
                      <a:pt x="60045" y="24541"/>
                      <a:pt x="59656" y="24575"/>
                    </a:cubicBezTo>
                    <a:cubicBezTo>
                      <a:pt x="59918" y="24566"/>
                      <a:pt x="60172" y="24541"/>
                      <a:pt x="60434" y="24524"/>
                    </a:cubicBezTo>
                    <a:lnTo>
                      <a:pt x="60434" y="24524"/>
                    </a:lnTo>
                    <a:lnTo>
                      <a:pt x="60417" y="24558"/>
                    </a:lnTo>
                    <a:cubicBezTo>
                      <a:pt x="60138" y="24592"/>
                      <a:pt x="60071" y="24583"/>
                      <a:pt x="59758" y="24600"/>
                    </a:cubicBezTo>
                    <a:lnTo>
                      <a:pt x="59783" y="24634"/>
                    </a:lnTo>
                    <a:lnTo>
                      <a:pt x="59233" y="24634"/>
                    </a:lnTo>
                    <a:cubicBezTo>
                      <a:pt x="59301" y="24651"/>
                      <a:pt x="58869" y="24668"/>
                      <a:pt x="58751" y="24676"/>
                    </a:cubicBezTo>
                    <a:cubicBezTo>
                      <a:pt x="58548" y="24676"/>
                      <a:pt x="58567" y="24650"/>
                      <a:pt x="58446" y="24650"/>
                    </a:cubicBezTo>
                    <a:cubicBezTo>
                      <a:pt x="58386" y="24650"/>
                      <a:pt x="58291" y="24657"/>
                      <a:pt x="58117" y="24676"/>
                    </a:cubicBezTo>
                    <a:lnTo>
                      <a:pt x="58159" y="24676"/>
                    </a:lnTo>
                    <a:cubicBezTo>
                      <a:pt x="57863" y="24702"/>
                      <a:pt x="57677" y="24719"/>
                      <a:pt x="57254" y="24727"/>
                    </a:cubicBezTo>
                    <a:cubicBezTo>
                      <a:pt x="57279" y="24719"/>
                      <a:pt x="57397" y="24710"/>
                      <a:pt x="57457" y="24710"/>
                    </a:cubicBezTo>
                    <a:cubicBezTo>
                      <a:pt x="56956" y="24710"/>
                      <a:pt x="56209" y="24769"/>
                      <a:pt x="55817" y="24769"/>
                    </a:cubicBezTo>
                    <a:cubicBezTo>
                      <a:pt x="55739" y="24769"/>
                      <a:pt x="55675" y="24767"/>
                      <a:pt x="55629" y="24761"/>
                    </a:cubicBezTo>
                    <a:cubicBezTo>
                      <a:pt x="55672" y="24736"/>
                      <a:pt x="55926" y="24736"/>
                      <a:pt x="55934" y="24710"/>
                    </a:cubicBezTo>
                    <a:cubicBezTo>
                      <a:pt x="56856" y="24710"/>
                      <a:pt x="56577" y="24643"/>
                      <a:pt x="57660" y="24626"/>
                    </a:cubicBezTo>
                    <a:cubicBezTo>
                      <a:pt x="57670" y="24636"/>
                      <a:pt x="57705" y="24640"/>
                      <a:pt x="57757" y="24640"/>
                    </a:cubicBezTo>
                    <a:cubicBezTo>
                      <a:pt x="57954" y="24640"/>
                      <a:pt x="58394" y="24581"/>
                      <a:pt x="58646" y="24581"/>
                    </a:cubicBezTo>
                    <a:cubicBezTo>
                      <a:pt x="58704" y="24581"/>
                      <a:pt x="58752" y="24584"/>
                      <a:pt x="58785" y="24592"/>
                    </a:cubicBezTo>
                    <a:cubicBezTo>
                      <a:pt x="58480" y="24600"/>
                      <a:pt x="58176" y="24626"/>
                      <a:pt x="57871" y="24676"/>
                    </a:cubicBezTo>
                    <a:cubicBezTo>
                      <a:pt x="58260" y="24651"/>
                      <a:pt x="58810" y="24617"/>
                      <a:pt x="59081" y="24609"/>
                    </a:cubicBezTo>
                    <a:cubicBezTo>
                      <a:pt x="58844" y="24600"/>
                      <a:pt x="58920" y="24566"/>
                      <a:pt x="59089" y="24533"/>
                    </a:cubicBezTo>
                    <a:lnTo>
                      <a:pt x="59089" y="24533"/>
                    </a:lnTo>
                    <a:cubicBezTo>
                      <a:pt x="58776" y="24558"/>
                      <a:pt x="58328" y="24583"/>
                      <a:pt x="57854" y="24592"/>
                    </a:cubicBezTo>
                    <a:cubicBezTo>
                      <a:pt x="57372" y="24609"/>
                      <a:pt x="56856" y="24609"/>
                      <a:pt x="56416" y="24626"/>
                    </a:cubicBezTo>
                    <a:lnTo>
                      <a:pt x="56518" y="24660"/>
                    </a:lnTo>
                    <a:cubicBezTo>
                      <a:pt x="56348" y="24671"/>
                      <a:pt x="56257" y="24675"/>
                      <a:pt x="56213" y="24675"/>
                    </a:cubicBezTo>
                    <a:cubicBezTo>
                      <a:pt x="56083" y="24675"/>
                      <a:pt x="56359" y="24638"/>
                      <a:pt x="56172" y="24638"/>
                    </a:cubicBezTo>
                    <a:cubicBezTo>
                      <a:pt x="56137" y="24638"/>
                      <a:pt x="56085" y="24639"/>
                      <a:pt x="56010" y="24643"/>
                    </a:cubicBezTo>
                    <a:lnTo>
                      <a:pt x="55739" y="24676"/>
                    </a:lnTo>
                    <a:lnTo>
                      <a:pt x="55706" y="24676"/>
                    </a:lnTo>
                    <a:lnTo>
                      <a:pt x="55257" y="24719"/>
                    </a:lnTo>
                    <a:cubicBezTo>
                      <a:pt x="55527" y="24711"/>
                      <a:pt x="55458" y="24692"/>
                      <a:pt x="55654" y="24692"/>
                    </a:cubicBezTo>
                    <a:cubicBezTo>
                      <a:pt x="55686" y="24692"/>
                      <a:pt x="55725" y="24692"/>
                      <a:pt x="55773" y="24693"/>
                    </a:cubicBezTo>
                    <a:cubicBezTo>
                      <a:pt x="56078" y="24693"/>
                      <a:pt x="55765" y="24727"/>
                      <a:pt x="55672" y="24744"/>
                    </a:cubicBezTo>
                    <a:cubicBezTo>
                      <a:pt x="55570" y="24744"/>
                      <a:pt x="55331" y="24748"/>
                      <a:pt x="55176" y="24748"/>
                    </a:cubicBezTo>
                    <a:cubicBezTo>
                      <a:pt x="55020" y="24748"/>
                      <a:pt x="54948" y="24744"/>
                      <a:pt x="55181" y="24727"/>
                    </a:cubicBezTo>
                    <a:lnTo>
                      <a:pt x="55181" y="24727"/>
                    </a:lnTo>
                    <a:lnTo>
                      <a:pt x="54361" y="24778"/>
                    </a:lnTo>
                    <a:cubicBezTo>
                      <a:pt x="54454" y="24761"/>
                      <a:pt x="54538" y="24753"/>
                      <a:pt x="54631" y="24744"/>
                    </a:cubicBezTo>
                    <a:lnTo>
                      <a:pt x="54631" y="24744"/>
                    </a:lnTo>
                    <a:lnTo>
                      <a:pt x="54039" y="24761"/>
                    </a:lnTo>
                    <a:lnTo>
                      <a:pt x="54064" y="24761"/>
                    </a:lnTo>
                    <a:cubicBezTo>
                      <a:pt x="53582" y="24795"/>
                      <a:pt x="52922" y="24786"/>
                      <a:pt x="52559" y="24812"/>
                    </a:cubicBezTo>
                    <a:cubicBezTo>
                      <a:pt x="53371" y="24837"/>
                      <a:pt x="52170" y="24837"/>
                      <a:pt x="52237" y="24863"/>
                    </a:cubicBezTo>
                    <a:cubicBezTo>
                      <a:pt x="51950" y="24854"/>
                      <a:pt x="51865" y="24786"/>
                      <a:pt x="52483" y="24769"/>
                    </a:cubicBezTo>
                    <a:cubicBezTo>
                      <a:pt x="52536" y="24778"/>
                      <a:pt x="52619" y="24781"/>
                      <a:pt x="52717" y="24781"/>
                    </a:cubicBezTo>
                    <a:cubicBezTo>
                      <a:pt x="52913" y="24781"/>
                      <a:pt x="53171" y="24769"/>
                      <a:pt x="53379" y="24769"/>
                    </a:cubicBezTo>
                    <a:cubicBezTo>
                      <a:pt x="53244" y="24761"/>
                      <a:pt x="53141" y="24758"/>
                      <a:pt x="53051" y="24758"/>
                    </a:cubicBezTo>
                    <a:cubicBezTo>
                      <a:pt x="52872" y="24758"/>
                      <a:pt x="52748" y="24769"/>
                      <a:pt x="52533" y="24769"/>
                    </a:cubicBezTo>
                    <a:cubicBezTo>
                      <a:pt x="52753" y="24753"/>
                      <a:pt x="52119" y="24744"/>
                      <a:pt x="52119" y="24727"/>
                    </a:cubicBezTo>
                    <a:cubicBezTo>
                      <a:pt x="52249" y="24705"/>
                      <a:pt x="52378" y="24693"/>
                      <a:pt x="52508" y="24693"/>
                    </a:cubicBezTo>
                    <a:cubicBezTo>
                      <a:pt x="52573" y="24693"/>
                      <a:pt x="52638" y="24696"/>
                      <a:pt x="52703" y="24702"/>
                    </a:cubicBezTo>
                    <a:cubicBezTo>
                      <a:pt x="53303" y="24702"/>
                      <a:pt x="52762" y="24727"/>
                      <a:pt x="52939" y="24727"/>
                    </a:cubicBezTo>
                    <a:cubicBezTo>
                      <a:pt x="53069" y="24740"/>
                      <a:pt x="53199" y="24747"/>
                      <a:pt x="53330" y="24747"/>
                    </a:cubicBezTo>
                    <a:cubicBezTo>
                      <a:pt x="53377" y="24747"/>
                      <a:pt x="53425" y="24746"/>
                      <a:pt x="53472" y="24744"/>
                    </a:cubicBezTo>
                    <a:cubicBezTo>
                      <a:pt x="53709" y="24736"/>
                      <a:pt x="53971" y="24727"/>
                      <a:pt x="54149" y="24727"/>
                    </a:cubicBezTo>
                    <a:cubicBezTo>
                      <a:pt x="54181" y="24727"/>
                      <a:pt x="54123" y="24732"/>
                      <a:pt x="54067" y="24734"/>
                    </a:cubicBezTo>
                    <a:lnTo>
                      <a:pt x="54067" y="24734"/>
                    </a:lnTo>
                    <a:cubicBezTo>
                      <a:pt x="54395" y="24726"/>
                      <a:pt x="54989" y="24717"/>
                      <a:pt x="55037" y="24693"/>
                    </a:cubicBezTo>
                    <a:lnTo>
                      <a:pt x="55037" y="24693"/>
                    </a:lnTo>
                    <a:lnTo>
                      <a:pt x="54251" y="24727"/>
                    </a:lnTo>
                    <a:cubicBezTo>
                      <a:pt x="54081" y="24719"/>
                      <a:pt x="54496" y="24702"/>
                      <a:pt x="54251" y="24693"/>
                    </a:cubicBezTo>
                    <a:lnTo>
                      <a:pt x="54251" y="24693"/>
                    </a:lnTo>
                    <a:cubicBezTo>
                      <a:pt x="54073" y="24702"/>
                      <a:pt x="53853" y="24702"/>
                      <a:pt x="53625" y="24702"/>
                    </a:cubicBezTo>
                    <a:lnTo>
                      <a:pt x="53667" y="24693"/>
                    </a:lnTo>
                    <a:cubicBezTo>
                      <a:pt x="53389" y="24683"/>
                      <a:pt x="53016" y="24679"/>
                      <a:pt x="52644" y="24679"/>
                    </a:cubicBezTo>
                    <a:cubicBezTo>
                      <a:pt x="52381" y="24679"/>
                      <a:pt x="52118" y="24681"/>
                      <a:pt x="51890" y="24685"/>
                    </a:cubicBezTo>
                    <a:cubicBezTo>
                      <a:pt x="51679" y="24744"/>
                      <a:pt x="51459" y="24795"/>
                      <a:pt x="51239" y="24820"/>
                    </a:cubicBezTo>
                    <a:lnTo>
                      <a:pt x="49987" y="24795"/>
                    </a:lnTo>
                    <a:lnTo>
                      <a:pt x="49336" y="24769"/>
                    </a:lnTo>
                    <a:lnTo>
                      <a:pt x="48684" y="24736"/>
                    </a:lnTo>
                    <a:cubicBezTo>
                      <a:pt x="48746" y="24731"/>
                      <a:pt x="48837" y="24729"/>
                      <a:pt x="48950" y="24729"/>
                    </a:cubicBezTo>
                    <a:cubicBezTo>
                      <a:pt x="49222" y="24729"/>
                      <a:pt x="49622" y="24741"/>
                      <a:pt x="50046" y="24753"/>
                    </a:cubicBezTo>
                    <a:lnTo>
                      <a:pt x="49792" y="24761"/>
                    </a:lnTo>
                    <a:cubicBezTo>
                      <a:pt x="49953" y="24767"/>
                      <a:pt x="50081" y="24769"/>
                      <a:pt x="50188" y="24769"/>
                    </a:cubicBezTo>
                    <a:cubicBezTo>
                      <a:pt x="50401" y="24769"/>
                      <a:pt x="50528" y="24761"/>
                      <a:pt x="50664" y="24761"/>
                    </a:cubicBezTo>
                    <a:cubicBezTo>
                      <a:pt x="50638" y="24761"/>
                      <a:pt x="50681" y="24769"/>
                      <a:pt x="50748" y="24778"/>
                    </a:cubicBezTo>
                    <a:cubicBezTo>
                      <a:pt x="51188" y="24778"/>
                      <a:pt x="51417" y="24753"/>
                      <a:pt x="51188" y="24727"/>
                    </a:cubicBezTo>
                    <a:lnTo>
                      <a:pt x="51188" y="24727"/>
                    </a:lnTo>
                    <a:lnTo>
                      <a:pt x="51044" y="24736"/>
                    </a:lnTo>
                    <a:lnTo>
                      <a:pt x="50748" y="24702"/>
                    </a:lnTo>
                    <a:cubicBezTo>
                      <a:pt x="50708" y="24719"/>
                      <a:pt x="50577" y="24725"/>
                      <a:pt x="50404" y="24725"/>
                    </a:cubicBezTo>
                    <a:cubicBezTo>
                      <a:pt x="50113" y="24725"/>
                      <a:pt x="49701" y="24709"/>
                      <a:pt x="49391" y="24709"/>
                    </a:cubicBezTo>
                    <a:cubicBezTo>
                      <a:pt x="49348" y="24709"/>
                      <a:pt x="49307" y="24710"/>
                      <a:pt x="49268" y="24710"/>
                    </a:cubicBezTo>
                    <a:cubicBezTo>
                      <a:pt x="49491" y="24705"/>
                      <a:pt x="49695" y="24683"/>
                      <a:pt x="49938" y="24683"/>
                    </a:cubicBezTo>
                    <a:cubicBezTo>
                      <a:pt x="50053" y="24683"/>
                      <a:pt x="50178" y="24688"/>
                      <a:pt x="50317" y="24702"/>
                    </a:cubicBezTo>
                    <a:lnTo>
                      <a:pt x="50276" y="24674"/>
                    </a:lnTo>
                    <a:lnTo>
                      <a:pt x="50276" y="24674"/>
                    </a:lnTo>
                    <a:cubicBezTo>
                      <a:pt x="50259" y="24674"/>
                      <a:pt x="50243" y="24674"/>
                      <a:pt x="50226" y="24674"/>
                    </a:cubicBezTo>
                    <a:cubicBezTo>
                      <a:pt x="50055" y="24674"/>
                      <a:pt x="49886" y="24672"/>
                      <a:pt x="49742" y="24660"/>
                    </a:cubicBezTo>
                    <a:cubicBezTo>
                      <a:pt x="49551" y="24672"/>
                      <a:pt x="49359" y="24679"/>
                      <a:pt x="49166" y="24679"/>
                    </a:cubicBezTo>
                    <a:cubicBezTo>
                      <a:pt x="48974" y="24679"/>
                      <a:pt x="48782" y="24672"/>
                      <a:pt x="48591" y="24660"/>
                    </a:cubicBezTo>
                    <a:lnTo>
                      <a:pt x="48617" y="24651"/>
                    </a:lnTo>
                    <a:lnTo>
                      <a:pt x="48617" y="24651"/>
                    </a:lnTo>
                    <a:cubicBezTo>
                      <a:pt x="48566" y="24654"/>
                      <a:pt x="48511" y="24655"/>
                      <a:pt x="48453" y="24655"/>
                    </a:cubicBezTo>
                    <a:cubicBezTo>
                      <a:pt x="47989" y="24655"/>
                      <a:pt x="47326" y="24575"/>
                      <a:pt x="47018" y="24575"/>
                    </a:cubicBezTo>
                    <a:cubicBezTo>
                      <a:pt x="46925" y="24592"/>
                      <a:pt x="47102" y="24609"/>
                      <a:pt x="47339" y="24626"/>
                    </a:cubicBezTo>
                    <a:cubicBezTo>
                      <a:pt x="47576" y="24634"/>
                      <a:pt x="47864" y="24643"/>
                      <a:pt x="47974" y="24660"/>
                    </a:cubicBezTo>
                    <a:cubicBezTo>
                      <a:pt x="47947" y="24660"/>
                      <a:pt x="47920" y="24661"/>
                      <a:pt x="47894" y="24661"/>
                    </a:cubicBezTo>
                    <a:cubicBezTo>
                      <a:pt x="47738" y="24661"/>
                      <a:pt x="47591" y="24649"/>
                      <a:pt x="47554" y="24649"/>
                    </a:cubicBezTo>
                    <a:cubicBezTo>
                      <a:pt x="47531" y="24649"/>
                      <a:pt x="47551" y="24653"/>
                      <a:pt x="47635" y="24668"/>
                    </a:cubicBezTo>
                    <a:cubicBezTo>
                      <a:pt x="47458" y="24668"/>
                      <a:pt x="47288" y="24660"/>
                      <a:pt x="47119" y="24634"/>
                    </a:cubicBezTo>
                    <a:cubicBezTo>
                      <a:pt x="46984" y="24609"/>
                      <a:pt x="46840" y="24600"/>
                      <a:pt x="46696" y="24600"/>
                    </a:cubicBezTo>
                    <a:lnTo>
                      <a:pt x="47009" y="24634"/>
                    </a:lnTo>
                    <a:cubicBezTo>
                      <a:pt x="46987" y="24635"/>
                      <a:pt x="46963" y="24635"/>
                      <a:pt x="46938" y="24635"/>
                    </a:cubicBezTo>
                    <a:cubicBezTo>
                      <a:pt x="46716" y="24635"/>
                      <a:pt x="46406" y="24608"/>
                      <a:pt x="46184" y="24608"/>
                    </a:cubicBezTo>
                    <a:cubicBezTo>
                      <a:pt x="46159" y="24608"/>
                      <a:pt x="46135" y="24608"/>
                      <a:pt x="46113" y="24609"/>
                    </a:cubicBezTo>
                    <a:cubicBezTo>
                      <a:pt x="46079" y="24643"/>
                      <a:pt x="46527" y="24634"/>
                      <a:pt x="46984" y="24676"/>
                    </a:cubicBezTo>
                    <a:lnTo>
                      <a:pt x="46772" y="24685"/>
                    </a:lnTo>
                    <a:cubicBezTo>
                      <a:pt x="47085" y="24702"/>
                      <a:pt x="47390" y="24710"/>
                      <a:pt x="47703" y="24710"/>
                    </a:cubicBezTo>
                    <a:cubicBezTo>
                      <a:pt x="47982" y="24685"/>
                      <a:pt x="47728" y="24668"/>
                      <a:pt x="48304" y="24668"/>
                    </a:cubicBezTo>
                    <a:cubicBezTo>
                      <a:pt x="48608" y="24702"/>
                      <a:pt x="48777" y="24761"/>
                      <a:pt x="48650" y="24786"/>
                    </a:cubicBezTo>
                    <a:cubicBezTo>
                      <a:pt x="48397" y="24761"/>
                      <a:pt x="47948" y="24753"/>
                      <a:pt x="47957" y="24719"/>
                    </a:cubicBezTo>
                    <a:lnTo>
                      <a:pt x="47957" y="24719"/>
                    </a:lnTo>
                    <a:cubicBezTo>
                      <a:pt x="47830" y="24736"/>
                      <a:pt x="47568" y="24736"/>
                      <a:pt x="47365" y="24736"/>
                    </a:cubicBezTo>
                    <a:cubicBezTo>
                      <a:pt x="47162" y="24736"/>
                      <a:pt x="47009" y="24736"/>
                      <a:pt x="47085" y="24753"/>
                    </a:cubicBezTo>
                    <a:lnTo>
                      <a:pt x="46984" y="24753"/>
                    </a:lnTo>
                    <a:cubicBezTo>
                      <a:pt x="46671" y="24702"/>
                      <a:pt x="46197" y="24651"/>
                      <a:pt x="45334" y="24592"/>
                    </a:cubicBezTo>
                    <a:cubicBezTo>
                      <a:pt x="45296" y="24590"/>
                      <a:pt x="45266" y="24589"/>
                      <a:pt x="45242" y="24589"/>
                    </a:cubicBezTo>
                    <a:cubicBezTo>
                      <a:pt x="45165" y="24589"/>
                      <a:pt x="45156" y="24600"/>
                      <a:pt x="45182" y="24626"/>
                    </a:cubicBezTo>
                    <a:cubicBezTo>
                      <a:pt x="45004" y="24600"/>
                      <a:pt x="44835" y="24583"/>
                      <a:pt x="44658" y="24566"/>
                    </a:cubicBezTo>
                    <a:cubicBezTo>
                      <a:pt x="44705" y="24564"/>
                      <a:pt x="44751" y="24563"/>
                      <a:pt x="44797" y="24563"/>
                    </a:cubicBezTo>
                    <a:cubicBezTo>
                      <a:pt x="44908" y="24563"/>
                      <a:pt x="45018" y="24569"/>
                      <a:pt x="45131" y="24575"/>
                    </a:cubicBezTo>
                    <a:lnTo>
                      <a:pt x="43803" y="24456"/>
                    </a:lnTo>
                    <a:lnTo>
                      <a:pt x="43913" y="24456"/>
                    </a:lnTo>
                    <a:lnTo>
                      <a:pt x="43380" y="24431"/>
                    </a:lnTo>
                    <a:lnTo>
                      <a:pt x="43380" y="24431"/>
                    </a:lnTo>
                    <a:cubicBezTo>
                      <a:pt x="43676" y="24448"/>
                      <a:pt x="44133" y="24490"/>
                      <a:pt x="44015" y="24507"/>
                    </a:cubicBezTo>
                    <a:cubicBezTo>
                      <a:pt x="43423" y="24482"/>
                      <a:pt x="43084" y="24423"/>
                      <a:pt x="42577" y="24406"/>
                    </a:cubicBezTo>
                    <a:cubicBezTo>
                      <a:pt x="42585" y="24355"/>
                      <a:pt x="42416" y="24330"/>
                      <a:pt x="42585" y="24321"/>
                    </a:cubicBezTo>
                    <a:cubicBezTo>
                      <a:pt x="42619" y="24330"/>
                      <a:pt x="42636" y="24330"/>
                      <a:pt x="42644" y="24330"/>
                    </a:cubicBezTo>
                    <a:cubicBezTo>
                      <a:pt x="42691" y="24325"/>
                      <a:pt x="42752" y="24323"/>
                      <a:pt x="42823" y="24323"/>
                    </a:cubicBezTo>
                    <a:cubicBezTo>
                      <a:pt x="42894" y="24323"/>
                      <a:pt x="42974" y="24325"/>
                      <a:pt x="43059" y="24330"/>
                    </a:cubicBezTo>
                    <a:cubicBezTo>
                      <a:pt x="43220" y="24330"/>
                      <a:pt x="43397" y="24338"/>
                      <a:pt x="43558" y="24347"/>
                    </a:cubicBezTo>
                    <a:cubicBezTo>
                      <a:pt x="43008" y="24296"/>
                      <a:pt x="42797" y="24270"/>
                      <a:pt x="42610" y="24245"/>
                    </a:cubicBezTo>
                    <a:cubicBezTo>
                      <a:pt x="42424" y="24228"/>
                      <a:pt x="42255" y="24211"/>
                      <a:pt x="41773" y="24160"/>
                    </a:cubicBezTo>
                    <a:cubicBezTo>
                      <a:pt x="41758" y="24153"/>
                      <a:pt x="41777" y="24150"/>
                      <a:pt x="41816" y="24150"/>
                    </a:cubicBezTo>
                    <a:cubicBezTo>
                      <a:pt x="41959" y="24150"/>
                      <a:pt x="42371" y="24188"/>
                      <a:pt x="42458" y="24188"/>
                    </a:cubicBezTo>
                    <a:cubicBezTo>
                      <a:pt x="42482" y="24188"/>
                      <a:pt x="42481" y="24185"/>
                      <a:pt x="42441" y="24177"/>
                    </a:cubicBezTo>
                    <a:lnTo>
                      <a:pt x="42441" y="24177"/>
                    </a:lnTo>
                    <a:cubicBezTo>
                      <a:pt x="42746" y="24211"/>
                      <a:pt x="43042" y="24253"/>
                      <a:pt x="43346" y="24279"/>
                    </a:cubicBezTo>
                    <a:cubicBezTo>
                      <a:pt x="43194" y="24270"/>
                      <a:pt x="43169" y="24270"/>
                      <a:pt x="43101" y="24270"/>
                    </a:cubicBezTo>
                    <a:cubicBezTo>
                      <a:pt x="43727" y="24304"/>
                      <a:pt x="43947" y="24355"/>
                      <a:pt x="44421" y="24355"/>
                    </a:cubicBezTo>
                    <a:cubicBezTo>
                      <a:pt x="44506" y="24367"/>
                      <a:pt x="44504" y="24371"/>
                      <a:pt x="44465" y="24371"/>
                    </a:cubicBezTo>
                    <a:cubicBezTo>
                      <a:pt x="44402" y="24371"/>
                      <a:pt x="44243" y="24361"/>
                      <a:pt x="44208" y="24361"/>
                    </a:cubicBezTo>
                    <a:cubicBezTo>
                      <a:pt x="44189" y="24361"/>
                      <a:pt x="44205" y="24364"/>
                      <a:pt x="44285" y="24372"/>
                    </a:cubicBezTo>
                    <a:cubicBezTo>
                      <a:pt x="44171" y="24363"/>
                      <a:pt x="44057" y="24359"/>
                      <a:pt x="43943" y="24359"/>
                    </a:cubicBezTo>
                    <a:cubicBezTo>
                      <a:pt x="43829" y="24359"/>
                      <a:pt x="43714" y="24363"/>
                      <a:pt x="43600" y="24372"/>
                    </a:cubicBezTo>
                    <a:cubicBezTo>
                      <a:pt x="43859" y="24400"/>
                      <a:pt x="43983" y="24407"/>
                      <a:pt x="44066" y="24407"/>
                    </a:cubicBezTo>
                    <a:cubicBezTo>
                      <a:pt x="44164" y="24407"/>
                      <a:pt x="44204" y="24397"/>
                      <a:pt x="44341" y="24397"/>
                    </a:cubicBezTo>
                    <a:cubicBezTo>
                      <a:pt x="44406" y="24397"/>
                      <a:pt x="44492" y="24399"/>
                      <a:pt x="44615" y="24406"/>
                    </a:cubicBezTo>
                    <a:lnTo>
                      <a:pt x="45072" y="24473"/>
                    </a:lnTo>
                    <a:cubicBezTo>
                      <a:pt x="45117" y="24476"/>
                      <a:pt x="45144" y="24477"/>
                      <a:pt x="45158" y="24477"/>
                    </a:cubicBezTo>
                    <a:cubicBezTo>
                      <a:pt x="45233" y="24477"/>
                      <a:pt x="44976" y="24447"/>
                      <a:pt x="44962" y="24440"/>
                    </a:cubicBezTo>
                    <a:lnTo>
                      <a:pt x="44962" y="24440"/>
                    </a:lnTo>
                    <a:cubicBezTo>
                      <a:pt x="45301" y="24465"/>
                      <a:pt x="45427" y="24482"/>
                      <a:pt x="45681" y="24499"/>
                    </a:cubicBezTo>
                    <a:cubicBezTo>
                      <a:pt x="45605" y="24490"/>
                      <a:pt x="45436" y="24473"/>
                      <a:pt x="45478" y="24465"/>
                    </a:cubicBezTo>
                    <a:lnTo>
                      <a:pt x="45478" y="24465"/>
                    </a:lnTo>
                    <a:cubicBezTo>
                      <a:pt x="45874" y="24513"/>
                      <a:pt x="46270" y="24523"/>
                      <a:pt x="46644" y="24583"/>
                    </a:cubicBezTo>
                    <a:lnTo>
                      <a:pt x="46644" y="24583"/>
                    </a:lnTo>
                    <a:cubicBezTo>
                      <a:pt x="46599" y="24566"/>
                      <a:pt x="46982" y="24566"/>
                      <a:pt x="47136" y="24566"/>
                    </a:cubicBezTo>
                    <a:lnTo>
                      <a:pt x="46341" y="24473"/>
                    </a:lnTo>
                    <a:cubicBezTo>
                      <a:pt x="45825" y="24440"/>
                      <a:pt x="45419" y="24414"/>
                      <a:pt x="44996" y="24389"/>
                    </a:cubicBezTo>
                    <a:cubicBezTo>
                      <a:pt x="44573" y="24355"/>
                      <a:pt x="44142" y="24313"/>
                      <a:pt x="43592" y="24279"/>
                    </a:cubicBezTo>
                    <a:lnTo>
                      <a:pt x="43659" y="24270"/>
                    </a:lnTo>
                    <a:lnTo>
                      <a:pt x="43093" y="24211"/>
                    </a:lnTo>
                    <a:cubicBezTo>
                      <a:pt x="42940" y="24194"/>
                      <a:pt x="42805" y="24177"/>
                      <a:pt x="42687" y="24169"/>
                    </a:cubicBezTo>
                    <a:cubicBezTo>
                      <a:pt x="42441" y="24152"/>
                      <a:pt x="42272" y="24135"/>
                      <a:pt x="42103" y="24135"/>
                    </a:cubicBezTo>
                    <a:cubicBezTo>
                      <a:pt x="41655" y="24135"/>
                      <a:pt x="41198" y="24101"/>
                      <a:pt x="40741" y="24042"/>
                    </a:cubicBezTo>
                    <a:cubicBezTo>
                      <a:pt x="40707" y="24000"/>
                      <a:pt x="40064" y="23966"/>
                      <a:pt x="40123" y="23932"/>
                    </a:cubicBezTo>
                    <a:lnTo>
                      <a:pt x="40123" y="23932"/>
                    </a:lnTo>
                    <a:cubicBezTo>
                      <a:pt x="40315" y="23958"/>
                      <a:pt x="40407" y="23968"/>
                      <a:pt x="40439" y="23968"/>
                    </a:cubicBezTo>
                    <a:cubicBezTo>
                      <a:pt x="40482" y="23968"/>
                      <a:pt x="40423" y="23951"/>
                      <a:pt x="40352" y="23932"/>
                    </a:cubicBezTo>
                    <a:cubicBezTo>
                      <a:pt x="40039" y="23924"/>
                      <a:pt x="39734" y="23890"/>
                      <a:pt x="39430" y="23847"/>
                    </a:cubicBezTo>
                    <a:cubicBezTo>
                      <a:pt x="39565" y="23847"/>
                      <a:pt x="39369" y="23812"/>
                      <a:pt x="39441" y="23812"/>
                    </a:cubicBezTo>
                    <a:cubicBezTo>
                      <a:pt x="39468" y="23812"/>
                      <a:pt x="39533" y="23817"/>
                      <a:pt x="39667" y="23831"/>
                    </a:cubicBezTo>
                    <a:cubicBezTo>
                      <a:pt x="38990" y="23737"/>
                      <a:pt x="38626" y="23687"/>
                      <a:pt x="38279" y="23670"/>
                    </a:cubicBezTo>
                    <a:cubicBezTo>
                      <a:pt x="37183" y="23544"/>
                      <a:pt x="37942" y="23576"/>
                      <a:pt x="36900" y="23437"/>
                    </a:cubicBezTo>
                    <a:lnTo>
                      <a:pt x="36900" y="23437"/>
                    </a:lnTo>
                    <a:cubicBezTo>
                      <a:pt x="36940" y="23441"/>
                      <a:pt x="36981" y="23441"/>
                      <a:pt x="37027" y="23441"/>
                    </a:cubicBezTo>
                    <a:cubicBezTo>
                      <a:pt x="36799" y="23416"/>
                      <a:pt x="36570" y="23374"/>
                      <a:pt x="36350" y="23340"/>
                    </a:cubicBezTo>
                    <a:lnTo>
                      <a:pt x="36350" y="23340"/>
                    </a:lnTo>
                    <a:lnTo>
                      <a:pt x="36570" y="23399"/>
                    </a:lnTo>
                    <a:lnTo>
                      <a:pt x="35767" y="23281"/>
                    </a:lnTo>
                    <a:cubicBezTo>
                      <a:pt x="35668" y="23269"/>
                      <a:pt x="35616" y="23264"/>
                      <a:pt x="35595" y="23264"/>
                    </a:cubicBezTo>
                    <a:cubicBezTo>
                      <a:pt x="35513" y="23264"/>
                      <a:pt x="35948" y="23342"/>
                      <a:pt x="35894" y="23348"/>
                    </a:cubicBezTo>
                    <a:lnTo>
                      <a:pt x="36063" y="23348"/>
                    </a:lnTo>
                    <a:cubicBezTo>
                      <a:pt x="36384" y="23408"/>
                      <a:pt x="36850" y="23458"/>
                      <a:pt x="36909" y="23492"/>
                    </a:cubicBezTo>
                    <a:cubicBezTo>
                      <a:pt x="36706" y="23458"/>
                      <a:pt x="36503" y="23433"/>
                      <a:pt x="36291" y="23424"/>
                    </a:cubicBezTo>
                    <a:lnTo>
                      <a:pt x="36291" y="23424"/>
                    </a:lnTo>
                    <a:lnTo>
                      <a:pt x="36799" y="23501"/>
                    </a:lnTo>
                    <a:cubicBezTo>
                      <a:pt x="36850" y="23518"/>
                      <a:pt x="36900" y="23534"/>
                      <a:pt x="36960" y="23551"/>
                    </a:cubicBezTo>
                    <a:cubicBezTo>
                      <a:pt x="37459" y="23627"/>
                      <a:pt x="37848" y="23687"/>
                      <a:pt x="38144" y="23704"/>
                    </a:cubicBezTo>
                    <a:cubicBezTo>
                      <a:pt x="37932" y="23670"/>
                      <a:pt x="37806" y="23678"/>
                      <a:pt x="37619" y="23636"/>
                    </a:cubicBezTo>
                    <a:cubicBezTo>
                      <a:pt x="37873" y="23636"/>
                      <a:pt x="38491" y="23729"/>
                      <a:pt x="39100" y="23797"/>
                    </a:cubicBezTo>
                    <a:cubicBezTo>
                      <a:pt x="39117" y="23805"/>
                      <a:pt x="39303" y="23831"/>
                      <a:pt x="39227" y="23831"/>
                    </a:cubicBezTo>
                    <a:cubicBezTo>
                      <a:pt x="39210" y="23831"/>
                      <a:pt x="39108" y="23822"/>
                      <a:pt x="39049" y="23814"/>
                    </a:cubicBezTo>
                    <a:lnTo>
                      <a:pt x="39049" y="23814"/>
                    </a:lnTo>
                    <a:cubicBezTo>
                      <a:pt x="39091" y="23831"/>
                      <a:pt x="38753" y="23805"/>
                      <a:pt x="39320" y="23881"/>
                    </a:cubicBezTo>
                    <a:lnTo>
                      <a:pt x="38922" y="23873"/>
                    </a:lnTo>
                    <a:lnTo>
                      <a:pt x="38694" y="23873"/>
                    </a:lnTo>
                    <a:cubicBezTo>
                      <a:pt x="38364" y="23831"/>
                      <a:pt x="37899" y="23771"/>
                      <a:pt x="37636" y="23721"/>
                    </a:cubicBezTo>
                    <a:lnTo>
                      <a:pt x="37653" y="23721"/>
                    </a:lnTo>
                    <a:cubicBezTo>
                      <a:pt x="37374" y="23678"/>
                      <a:pt x="36757" y="23611"/>
                      <a:pt x="36714" y="23568"/>
                    </a:cubicBezTo>
                    <a:cubicBezTo>
                      <a:pt x="36601" y="23558"/>
                      <a:pt x="36366" y="23523"/>
                      <a:pt x="36334" y="23523"/>
                    </a:cubicBezTo>
                    <a:cubicBezTo>
                      <a:pt x="36317" y="23523"/>
                      <a:pt x="36366" y="23534"/>
                      <a:pt x="36545" y="23568"/>
                    </a:cubicBezTo>
                    <a:lnTo>
                      <a:pt x="35724" y="23450"/>
                    </a:lnTo>
                    <a:cubicBezTo>
                      <a:pt x="35832" y="23431"/>
                      <a:pt x="35432" y="23346"/>
                      <a:pt x="35560" y="23346"/>
                    </a:cubicBezTo>
                    <a:cubicBezTo>
                      <a:pt x="35604" y="23346"/>
                      <a:pt x="35710" y="23356"/>
                      <a:pt x="35919" y="23382"/>
                    </a:cubicBezTo>
                    <a:lnTo>
                      <a:pt x="35115" y="23264"/>
                    </a:lnTo>
                    <a:lnTo>
                      <a:pt x="35200" y="23264"/>
                    </a:lnTo>
                    <a:cubicBezTo>
                      <a:pt x="35259" y="23272"/>
                      <a:pt x="35318" y="23281"/>
                      <a:pt x="35369" y="23298"/>
                    </a:cubicBezTo>
                    <a:cubicBezTo>
                      <a:pt x="35397" y="23299"/>
                      <a:pt x="35419" y="23300"/>
                      <a:pt x="35435" y="23300"/>
                    </a:cubicBezTo>
                    <a:cubicBezTo>
                      <a:pt x="35584" y="23300"/>
                      <a:pt x="35200" y="23231"/>
                      <a:pt x="34802" y="23162"/>
                    </a:cubicBezTo>
                    <a:lnTo>
                      <a:pt x="34692" y="23162"/>
                    </a:lnTo>
                    <a:cubicBezTo>
                      <a:pt x="34320" y="23078"/>
                      <a:pt x="34092" y="23010"/>
                      <a:pt x="33584" y="22925"/>
                    </a:cubicBezTo>
                    <a:cubicBezTo>
                      <a:pt x="33178" y="22875"/>
                      <a:pt x="32781" y="22841"/>
                      <a:pt x="32375" y="22782"/>
                    </a:cubicBezTo>
                    <a:lnTo>
                      <a:pt x="32028" y="22714"/>
                    </a:lnTo>
                    <a:cubicBezTo>
                      <a:pt x="31887" y="22667"/>
                      <a:pt x="31428" y="22577"/>
                      <a:pt x="31527" y="22577"/>
                    </a:cubicBezTo>
                    <a:cubicBezTo>
                      <a:pt x="31535" y="22577"/>
                      <a:pt x="31546" y="22577"/>
                      <a:pt x="31562" y="22579"/>
                    </a:cubicBezTo>
                    <a:cubicBezTo>
                      <a:pt x="31551" y="22573"/>
                      <a:pt x="31551" y="22570"/>
                      <a:pt x="31562" y="22570"/>
                    </a:cubicBezTo>
                    <a:cubicBezTo>
                      <a:pt x="31598" y="22570"/>
                      <a:pt x="31743" y="22599"/>
                      <a:pt x="31918" y="22638"/>
                    </a:cubicBezTo>
                    <a:cubicBezTo>
                      <a:pt x="31935" y="22646"/>
                      <a:pt x="31928" y="22646"/>
                      <a:pt x="31922" y="22646"/>
                    </a:cubicBezTo>
                    <a:cubicBezTo>
                      <a:pt x="31916" y="22646"/>
                      <a:pt x="31909" y="22646"/>
                      <a:pt x="31926" y="22655"/>
                    </a:cubicBezTo>
                    <a:cubicBezTo>
                      <a:pt x="32002" y="22646"/>
                      <a:pt x="32028" y="22638"/>
                      <a:pt x="31757" y="22562"/>
                    </a:cubicBezTo>
                    <a:lnTo>
                      <a:pt x="31757" y="22562"/>
                    </a:lnTo>
                    <a:cubicBezTo>
                      <a:pt x="32036" y="22621"/>
                      <a:pt x="32070" y="22629"/>
                      <a:pt x="32273" y="22663"/>
                    </a:cubicBezTo>
                    <a:lnTo>
                      <a:pt x="32012" y="22602"/>
                    </a:lnTo>
                    <a:lnTo>
                      <a:pt x="32012" y="22602"/>
                    </a:lnTo>
                    <a:cubicBezTo>
                      <a:pt x="32220" y="22650"/>
                      <a:pt x="32485" y="22690"/>
                      <a:pt x="32688" y="22722"/>
                    </a:cubicBezTo>
                    <a:cubicBezTo>
                      <a:pt x="32785" y="22743"/>
                      <a:pt x="32888" y="22758"/>
                      <a:pt x="32992" y="22758"/>
                    </a:cubicBezTo>
                    <a:cubicBezTo>
                      <a:pt x="33015" y="22758"/>
                      <a:pt x="33037" y="22758"/>
                      <a:pt x="33060" y="22756"/>
                    </a:cubicBezTo>
                    <a:lnTo>
                      <a:pt x="33060" y="22756"/>
                    </a:lnTo>
                    <a:cubicBezTo>
                      <a:pt x="33053" y="22757"/>
                      <a:pt x="33047" y="22757"/>
                      <a:pt x="33040" y="22757"/>
                    </a:cubicBezTo>
                    <a:cubicBezTo>
                      <a:pt x="32900" y="22757"/>
                      <a:pt x="32651" y="22677"/>
                      <a:pt x="32434" y="22621"/>
                    </a:cubicBezTo>
                    <a:lnTo>
                      <a:pt x="32434" y="22621"/>
                    </a:lnTo>
                    <a:cubicBezTo>
                      <a:pt x="32557" y="22644"/>
                      <a:pt x="32773" y="22680"/>
                      <a:pt x="32799" y="22680"/>
                    </a:cubicBezTo>
                    <a:cubicBezTo>
                      <a:pt x="32810" y="22680"/>
                      <a:pt x="32784" y="22673"/>
                      <a:pt x="32696" y="22655"/>
                    </a:cubicBezTo>
                    <a:cubicBezTo>
                      <a:pt x="32625" y="22649"/>
                      <a:pt x="32232" y="22573"/>
                      <a:pt x="32181" y="22573"/>
                    </a:cubicBezTo>
                    <a:cubicBezTo>
                      <a:pt x="32158" y="22573"/>
                      <a:pt x="32201" y="22588"/>
                      <a:pt x="32366" y="22629"/>
                    </a:cubicBezTo>
                    <a:cubicBezTo>
                      <a:pt x="32129" y="22587"/>
                      <a:pt x="31816" y="22528"/>
                      <a:pt x="31554" y="22469"/>
                    </a:cubicBezTo>
                    <a:lnTo>
                      <a:pt x="31554" y="22469"/>
                    </a:lnTo>
                    <a:cubicBezTo>
                      <a:pt x="31658" y="22485"/>
                      <a:pt x="31705" y="22491"/>
                      <a:pt x="31725" y="22491"/>
                    </a:cubicBezTo>
                    <a:cubicBezTo>
                      <a:pt x="31765" y="22491"/>
                      <a:pt x="31695" y="22469"/>
                      <a:pt x="31757" y="22469"/>
                    </a:cubicBezTo>
                    <a:cubicBezTo>
                      <a:pt x="31691" y="22452"/>
                      <a:pt x="31622" y="22443"/>
                      <a:pt x="31554" y="22443"/>
                    </a:cubicBezTo>
                    <a:cubicBezTo>
                      <a:pt x="31517" y="22443"/>
                      <a:pt x="31480" y="22446"/>
                      <a:pt x="31444" y="22452"/>
                    </a:cubicBezTo>
                    <a:cubicBezTo>
                      <a:pt x="30657" y="22257"/>
                      <a:pt x="30361" y="22122"/>
                      <a:pt x="29473" y="21927"/>
                    </a:cubicBezTo>
                    <a:cubicBezTo>
                      <a:pt x="29466" y="21926"/>
                      <a:pt x="29462" y="21926"/>
                      <a:pt x="29460" y="21926"/>
                    </a:cubicBezTo>
                    <a:cubicBezTo>
                      <a:pt x="29429" y="21926"/>
                      <a:pt x="30001" y="22046"/>
                      <a:pt x="29921" y="22046"/>
                    </a:cubicBezTo>
                    <a:cubicBezTo>
                      <a:pt x="29270" y="21927"/>
                      <a:pt x="29092" y="21817"/>
                      <a:pt x="28534" y="21690"/>
                    </a:cubicBezTo>
                    <a:lnTo>
                      <a:pt x="28534" y="21690"/>
                    </a:lnTo>
                    <a:lnTo>
                      <a:pt x="28678" y="21766"/>
                    </a:lnTo>
                    <a:cubicBezTo>
                      <a:pt x="28500" y="21724"/>
                      <a:pt x="28086" y="21623"/>
                      <a:pt x="27874" y="21572"/>
                    </a:cubicBezTo>
                    <a:cubicBezTo>
                      <a:pt x="27835" y="21552"/>
                      <a:pt x="27475" y="21436"/>
                      <a:pt x="27520" y="21436"/>
                    </a:cubicBezTo>
                    <a:cubicBezTo>
                      <a:pt x="27534" y="21436"/>
                      <a:pt x="27581" y="21446"/>
                      <a:pt x="27680" y="21470"/>
                    </a:cubicBezTo>
                    <a:cubicBezTo>
                      <a:pt x="27375" y="21377"/>
                      <a:pt x="27071" y="21310"/>
                      <a:pt x="26758" y="21259"/>
                    </a:cubicBezTo>
                    <a:cubicBezTo>
                      <a:pt x="26411" y="21191"/>
                      <a:pt x="26072" y="21107"/>
                      <a:pt x="25734" y="21005"/>
                    </a:cubicBezTo>
                    <a:lnTo>
                      <a:pt x="25734" y="21005"/>
                    </a:lnTo>
                    <a:cubicBezTo>
                      <a:pt x="26233" y="21157"/>
                      <a:pt x="26292" y="21166"/>
                      <a:pt x="26690" y="21284"/>
                    </a:cubicBezTo>
                    <a:cubicBezTo>
                      <a:pt x="26545" y="21249"/>
                      <a:pt x="26491" y="21238"/>
                      <a:pt x="26482" y="21238"/>
                    </a:cubicBezTo>
                    <a:cubicBezTo>
                      <a:pt x="26463" y="21238"/>
                      <a:pt x="26605" y="21282"/>
                      <a:pt x="26571" y="21293"/>
                    </a:cubicBezTo>
                    <a:cubicBezTo>
                      <a:pt x="26376" y="21215"/>
                      <a:pt x="25844" y="21071"/>
                      <a:pt x="25869" y="21071"/>
                    </a:cubicBezTo>
                    <a:cubicBezTo>
                      <a:pt x="25877" y="21071"/>
                      <a:pt x="25934" y="21084"/>
                      <a:pt x="26064" y="21115"/>
                    </a:cubicBezTo>
                    <a:cubicBezTo>
                      <a:pt x="25734" y="21014"/>
                      <a:pt x="25057" y="20819"/>
                      <a:pt x="24896" y="20785"/>
                    </a:cubicBezTo>
                    <a:lnTo>
                      <a:pt x="24896" y="20785"/>
                    </a:lnTo>
                    <a:lnTo>
                      <a:pt x="25170" y="20879"/>
                    </a:lnTo>
                    <a:lnTo>
                      <a:pt x="25170" y="20879"/>
                    </a:lnTo>
                    <a:cubicBezTo>
                      <a:pt x="25232" y="20896"/>
                      <a:pt x="25302" y="20915"/>
                      <a:pt x="25379" y="20937"/>
                    </a:cubicBezTo>
                    <a:cubicBezTo>
                      <a:pt x="25669" y="21029"/>
                      <a:pt x="25731" y="21053"/>
                      <a:pt x="25712" y="21053"/>
                    </a:cubicBezTo>
                    <a:cubicBezTo>
                      <a:pt x="25692" y="21053"/>
                      <a:pt x="25585" y="21027"/>
                      <a:pt x="25555" y="21027"/>
                    </a:cubicBezTo>
                    <a:cubicBezTo>
                      <a:pt x="25532" y="21027"/>
                      <a:pt x="25557" y="21043"/>
                      <a:pt x="25709" y="21098"/>
                    </a:cubicBezTo>
                    <a:lnTo>
                      <a:pt x="26309" y="21242"/>
                    </a:lnTo>
                    <a:lnTo>
                      <a:pt x="26309" y="21242"/>
                    </a:lnTo>
                    <a:lnTo>
                      <a:pt x="26030" y="21157"/>
                    </a:lnTo>
                    <a:cubicBezTo>
                      <a:pt x="26032" y="21157"/>
                      <a:pt x="26033" y="21157"/>
                      <a:pt x="26035" y="21157"/>
                    </a:cubicBezTo>
                    <a:cubicBezTo>
                      <a:pt x="26142" y="21157"/>
                      <a:pt x="26778" y="21371"/>
                      <a:pt x="26875" y="21371"/>
                    </a:cubicBezTo>
                    <a:cubicBezTo>
                      <a:pt x="26887" y="21371"/>
                      <a:pt x="26891" y="21368"/>
                      <a:pt x="26884" y="21360"/>
                    </a:cubicBezTo>
                    <a:lnTo>
                      <a:pt x="26884" y="21360"/>
                    </a:lnTo>
                    <a:cubicBezTo>
                      <a:pt x="27477" y="21546"/>
                      <a:pt x="27663" y="21580"/>
                      <a:pt x="28323" y="21783"/>
                    </a:cubicBezTo>
                    <a:cubicBezTo>
                      <a:pt x="28347" y="21787"/>
                      <a:pt x="28362" y="21789"/>
                      <a:pt x="28369" y="21789"/>
                    </a:cubicBezTo>
                    <a:cubicBezTo>
                      <a:pt x="28407" y="21789"/>
                      <a:pt x="28271" y="21749"/>
                      <a:pt x="28127" y="21710"/>
                    </a:cubicBezTo>
                    <a:lnTo>
                      <a:pt x="28127" y="21710"/>
                    </a:lnTo>
                    <a:cubicBezTo>
                      <a:pt x="28398" y="21779"/>
                      <a:pt x="28458" y="21760"/>
                      <a:pt x="28855" y="21885"/>
                    </a:cubicBezTo>
                    <a:cubicBezTo>
                      <a:pt x="28914" y="21900"/>
                      <a:pt x="28948" y="21907"/>
                      <a:pt x="28960" y="21907"/>
                    </a:cubicBezTo>
                    <a:cubicBezTo>
                      <a:pt x="28988" y="21907"/>
                      <a:pt x="28881" y="21866"/>
                      <a:pt x="28670" y="21808"/>
                    </a:cubicBezTo>
                    <a:lnTo>
                      <a:pt x="28670" y="21808"/>
                    </a:lnTo>
                    <a:cubicBezTo>
                      <a:pt x="28964" y="21883"/>
                      <a:pt x="29257" y="21940"/>
                      <a:pt x="29583" y="22029"/>
                    </a:cubicBezTo>
                    <a:lnTo>
                      <a:pt x="29202" y="21910"/>
                    </a:lnTo>
                    <a:lnTo>
                      <a:pt x="29202" y="21910"/>
                    </a:lnTo>
                    <a:lnTo>
                      <a:pt x="29600" y="22003"/>
                    </a:lnTo>
                    <a:lnTo>
                      <a:pt x="29270" y="21910"/>
                    </a:lnTo>
                    <a:lnTo>
                      <a:pt x="29270" y="21910"/>
                    </a:lnTo>
                    <a:cubicBezTo>
                      <a:pt x="30031" y="22088"/>
                      <a:pt x="30903" y="22308"/>
                      <a:pt x="31300" y="22418"/>
                    </a:cubicBezTo>
                    <a:cubicBezTo>
                      <a:pt x="31131" y="22392"/>
                      <a:pt x="30936" y="22359"/>
                      <a:pt x="30733" y="22316"/>
                    </a:cubicBezTo>
                    <a:lnTo>
                      <a:pt x="30124" y="22172"/>
                    </a:lnTo>
                    <a:cubicBezTo>
                      <a:pt x="29718" y="22088"/>
                      <a:pt x="29346" y="22003"/>
                      <a:pt x="29152" y="21978"/>
                    </a:cubicBezTo>
                    <a:lnTo>
                      <a:pt x="29152" y="21978"/>
                    </a:lnTo>
                    <a:cubicBezTo>
                      <a:pt x="29295" y="22029"/>
                      <a:pt x="29684" y="22079"/>
                      <a:pt x="29862" y="22156"/>
                    </a:cubicBezTo>
                    <a:lnTo>
                      <a:pt x="30074" y="22181"/>
                    </a:lnTo>
                    <a:cubicBezTo>
                      <a:pt x="30353" y="22232"/>
                      <a:pt x="30623" y="22299"/>
                      <a:pt x="30886" y="22384"/>
                    </a:cubicBezTo>
                    <a:cubicBezTo>
                      <a:pt x="30251" y="22257"/>
                      <a:pt x="30082" y="22232"/>
                      <a:pt x="29752" y="22181"/>
                    </a:cubicBezTo>
                    <a:cubicBezTo>
                      <a:pt x="29701" y="22172"/>
                      <a:pt x="29642" y="22164"/>
                      <a:pt x="29591" y="22147"/>
                    </a:cubicBezTo>
                    <a:cubicBezTo>
                      <a:pt x="29405" y="22105"/>
                      <a:pt x="29101" y="22029"/>
                      <a:pt x="28923" y="21995"/>
                    </a:cubicBezTo>
                    <a:cubicBezTo>
                      <a:pt x="28800" y="21963"/>
                      <a:pt x="28790" y="21956"/>
                      <a:pt x="28811" y="21956"/>
                    </a:cubicBezTo>
                    <a:cubicBezTo>
                      <a:pt x="28829" y="21956"/>
                      <a:pt x="28869" y="21961"/>
                      <a:pt x="28881" y="21961"/>
                    </a:cubicBezTo>
                    <a:cubicBezTo>
                      <a:pt x="28128" y="21733"/>
                      <a:pt x="27578" y="21673"/>
                      <a:pt x="26783" y="21436"/>
                    </a:cubicBezTo>
                    <a:cubicBezTo>
                      <a:pt x="26783" y="21421"/>
                      <a:pt x="26284" y="21270"/>
                      <a:pt x="26324" y="21270"/>
                    </a:cubicBezTo>
                    <a:cubicBezTo>
                      <a:pt x="26329" y="21270"/>
                      <a:pt x="26340" y="21271"/>
                      <a:pt x="26360" y="21276"/>
                    </a:cubicBezTo>
                    <a:cubicBezTo>
                      <a:pt x="25895" y="21140"/>
                      <a:pt x="25632" y="21090"/>
                      <a:pt x="25319" y="21022"/>
                    </a:cubicBezTo>
                    <a:cubicBezTo>
                      <a:pt x="25267" y="20984"/>
                      <a:pt x="24745" y="20846"/>
                      <a:pt x="24804" y="20846"/>
                    </a:cubicBezTo>
                    <a:cubicBezTo>
                      <a:pt x="24810" y="20846"/>
                      <a:pt x="24823" y="20848"/>
                      <a:pt x="24843" y="20851"/>
                    </a:cubicBezTo>
                    <a:lnTo>
                      <a:pt x="24843" y="20851"/>
                    </a:lnTo>
                    <a:cubicBezTo>
                      <a:pt x="24695" y="20826"/>
                      <a:pt x="24554" y="20793"/>
                      <a:pt x="24414" y="20760"/>
                    </a:cubicBezTo>
                    <a:cubicBezTo>
                      <a:pt x="24127" y="20658"/>
                      <a:pt x="23518" y="20481"/>
                      <a:pt x="23425" y="20430"/>
                    </a:cubicBezTo>
                    <a:cubicBezTo>
                      <a:pt x="23103" y="20337"/>
                      <a:pt x="23323" y="20438"/>
                      <a:pt x="22883" y="20286"/>
                    </a:cubicBezTo>
                    <a:cubicBezTo>
                      <a:pt x="22896" y="20286"/>
                      <a:pt x="22892" y="20282"/>
                      <a:pt x="22896" y="20282"/>
                    </a:cubicBezTo>
                    <a:cubicBezTo>
                      <a:pt x="22897" y="20282"/>
                      <a:pt x="22899" y="20282"/>
                      <a:pt x="22902" y="20283"/>
                    </a:cubicBezTo>
                    <a:lnTo>
                      <a:pt x="22902" y="20283"/>
                    </a:lnTo>
                    <a:cubicBezTo>
                      <a:pt x="22682" y="20207"/>
                      <a:pt x="22264" y="20062"/>
                      <a:pt x="22071" y="20015"/>
                    </a:cubicBezTo>
                    <a:lnTo>
                      <a:pt x="22071" y="20015"/>
                    </a:lnTo>
                    <a:cubicBezTo>
                      <a:pt x="22376" y="20125"/>
                      <a:pt x="22139" y="20041"/>
                      <a:pt x="22502" y="20176"/>
                    </a:cubicBezTo>
                    <a:cubicBezTo>
                      <a:pt x="22409" y="20159"/>
                      <a:pt x="22325" y="20134"/>
                      <a:pt x="22232" y="20100"/>
                    </a:cubicBezTo>
                    <a:cubicBezTo>
                      <a:pt x="22071" y="20049"/>
                      <a:pt x="21868" y="19981"/>
                      <a:pt x="21657" y="19905"/>
                    </a:cubicBezTo>
                    <a:lnTo>
                      <a:pt x="21657" y="19905"/>
                    </a:lnTo>
                    <a:cubicBezTo>
                      <a:pt x="21767" y="19936"/>
                      <a:pt x="21819" y="19948"/>
                      <a:pt x="21833" y="19948"/>
                    </a:cubicBezTo>
                    <a:cubicBezTo>
                      <a:pt x="21885" y="19948"/>
                      <a:pt x="21421" y="19784"/>
                      <a:pt x="21450" y="19784"/>
                    </a:cubicBezTo>
                    <a:cubicBezTo>
                      <a:pt x="21454" y="19784"/>
                      <a:pt x="21468" y="19788"/>
                      <a:pt x="21496" y="19795"/>
                    </a:cubicBezTo>
                    <a:cubicBezTo>
                      <a:pt x="20591" y="19491"/>
                      <a:pt x="20066" y="19330"/>
                      <a:pt x="19305" y="19093"/>
                    </a:cubicBezTo>
                    <a:cubicBezTo>
                      <a:pt x="18417" y="18780"/>
                      <a:pt x="17334" y="18340"/>
                      <a:pt x="16649" y="18078"/>
                    </a:cubicBezTo>
                    <a:lnTo>
                      <a:pt x="16649" y="18078"/>
                    </a:lnTo>
                    <a:lnTo>
                      <a:pt x="16733" y="18120"/>
                    </a:lnTo>
                    <a:lnTo>
                      <a:pt x="16319" y="17968"/>
                    </a:lnTo>
                    <a:cubicBezTo>
                      <a:pt x="16090" y="17875"/>
                      <a:pt x="16327" y="17934"/>
                      <a:pt x="15963" y="17791"/>
                    </a:cubicBezTo>
                    <a:lnTo>
                      <a:pt x="15963" y="17791"/>
                    </a:lnTo>
                    <a:cubicBezTo>
                      <a:pt x="16099" y="17816"/>
                      <a:pt x="16598" y="18053"/>
                      <a:pt x="16978" y="18180"/>
                    </a:cubicBezTo>
                    <a:cubicBezTo>
                      <a:pt x="16832" y="18112"/>
                      <a:pt x="16787" y="18088"/>
                      <a:pt x="16799" y="18088"/>
                    </a:cubicBezTo>
                    <a:cubicBezTo>
                      <a:pt x="16829" y="18088"/>
                      <a:pt x="17223" y="18243"/>
                      <a:pt x="17251" y="18243"/>
                    </a:cubicBezTo>
                    <a:cubicBezTo>
                      <a:pt x="17259" y="18243"/>
                      <a:pt x="17236" y="18230"/>
                      <a:pt x="17165" y="18197"/>
                    </a:cubicBezTo>
                    <a:cubicBezTo>
                      <a:pt x="16877" y="18112"/>
                      <a:pt x="16589" y="18010"/>
                      <a:pt x="16319" y="17884"/>
                    </a:cubicBezTo>
                    <a:cubicBezTo>
                      <a:pt x="15938" y="17714"/>
                      <a:pt x="15523" y="17537"/>
                      <a:pt x="15244" y="17427"/>
                    </a:cubicBezTo>
                    <a:cubicBezTo>
                      <a:pt x="15103" y="17361"/>
                      <a:pt x="15056" y="17336"/>
                      <a:pt x="15058" y="17334"/>
                    </a:cubicBezTo>
                    <a:lnTo>
                      <a:pt x="15058" y="17334"/>
                    </a:lnTo>
                    <a:lnTo>
                      <a:pt x="15058" y="17334"/>
                    </a:lnTo>
                    <a:cubicBezTo>
                      <a:pt x="14855" y="17232"/>
                      <a:pt x="14787" y="17198"/>
                      <a:pt x="14796" y="17181"/>
                    </a:cubicBezTo>
                    <a:cubicBezTo>
                      <a:pt x="14517" y="17055"/>
                      <a:pt x="14221" y="16911"/>
                      <a:pt x="13933" y="16775"/>
                    </a:cubicBezTo>
                    <a:cubicBezTo>
                      <a:pt x="13637" y="16640"/>
                      <a:pt x="13366" y="16513"/>
                      <a:pt x="13121" y="16412"/>
                    </a:cubicBezTo>
                    <a:lnTo>
                      <a:pt x="13121" y="16412"/>
                    </a:lnTo>
                    <a:cubicBezTo>
                      <a:pt x="13323" y="16504"/>
                      <a:pt x="13368" y="16527"/>
                      <a:pt x="13359" y="16527"/>
                    </a:cubicBezTo>
                    <a:cubicBezTo>
                      <a:pt x="13351" y="16527"/>
                      <a:pt x="13291" y="16505"/>
                      <a:pt x="13276" y="16505"/>
                    </a:cubicBezTo>
                    <a:cubicBezTo>
                      <a:pt x="13261" y="16505"/>
                      <a:pt x="13298" y="16530"/>
                      <a:pt x="13502" y="16632"/>
                    </a:cubicBezTo>
                    <a:cubicBezTo>
                      <a:pt x="13409" y="16589"/>
                      <a:pt x="13256" y="16530"/>
                      <a:pt x="13096" y="16445"/>
                    </a:cubicBezTo>
                    <a:cubicBezTo>
                      <a:pt x="12935" y="16361"/>
                      <a:pt x="12749" y="16268"/>
                      <a:pt x="12571" y="16175"/>
                    </a:cubicBezTo>
                    <a:lnTo>
                      <a:pt x="12571" y="16175"/>
                    </a:lnTo>
                    <a:cubicBezTo>
                      <a:pt x="12630" y="16203"/>
                      <a:pt x="12656" y="16214"/>
                      <a:pt x="12662" y="16214"/>
                    </a:cubicBezTo>
                    <a:cubicBezTo>
                      <a:pt x="12681" y="16214"/>
                      <a:pt x="12531" y="16122"/>
                      <a:pt x="12544" y="16122"/>
                    </a:cubicBezTo>
                    <a:cubicBezTo>
                      <a:pt x="12553" y="16122"/>
                      <a:pt x="12636" y="16163"/>
                      <a:pt x="12893" y="16302"/>
                    </a:cubicBezTo>
                    <a:cubicBezTo>
                      <a:pt x="12800" y="16217"/>
                      <a:pt x="12503" y="16107"/>
                      <a:pt x="12165" y="15921"/>
                    </a:cubicBezTo>
                    <a:lnTo>
                      <a:pt x="12165" y="15921"/>
                    </a:lnTo>
                    <a:cubicBezTo>
                      <a:pt x="12254" y="15963"/>
                      <a:pt x="12400" y="16031"/>
                      <a:pt x="12520" y="16086"/>
                    </a:cubicBezTo>
                    <a:lnTo>
                      <a:pt x="12520" y="16086"/>
                    </a:lnTo>
                    <a:cubicBezTo>
                      <a:pt x="12429" y="16043"/>
                      <a:pt x="12329" y="15991"/>
                      <a:pt x="12224" y="15929"/>
                    </a:cubicBezTo>
                    <a:cubicBezTo>
                      <a:pt x="12047" y="15828"/>
                      <a:pt x="11852" y="15718"/>
                      <a:pt x="11666" y="15616"/>
                    </a:cubicBezTo>
                    <a:cubicBezTo>
                      <a:pt x="11302" y="15397"/>
                      <a:pt x="10981" y="15193"/>
                      <a:pt x="10879" y="15151"/>
                    </a:cubicBezTo>
                    <a:cubicBezTo>
                      <a:pt x="10499" y="14957"/>
                      <a:pt x="9932" y="14627"/>
                      <a:pt x="9483" y="14364"/>
                    </a:cubicBezTo>
                    <a:lnTo>
                      <a:pt x="8832" y="13891"/>
                    </a:lnTo>
                    <a:cubicBezTo>
                      <a:pt x="8595" y="13730"/>
                      <a:pt x="8367" y="13561"/>
                      <a:pt x="8138" y="13383"/>
                    </a:cubicBezTo>
                    <a:lnTo>
                      <a:pt x="8138" y="13383"/>
                    </a:lnTo>
                    <a:lnTo>
                      <a:pt x="8231" y="13434"/>
                    </a:lnTo>
                    <a:cubicBezTo>
                      <a:pt x="7969" y="13239"/>
                      <a:pt x="7563" y="12926"/>
                      <a:pt x="7191" y="12613"/>
                    </a:cubicBezTo>
                    <a:lnTo>
                      <a:pt x="7123" y="12529"/>
                    </a:lnTo>
                    <a:lnTo>
                      <a:pt x="6616" y="12097"/>
                    </a:lnTo>
                    <a:cubicBezTo>
                      <a:pt x="6421" y="11928"/>
                      <a:pt x="6218" y="11734"/>
                      <a:pt x="6032" y="11556"/>
                    </a:cubicBezTo>
                    <a:lnTo>
                      <a:pt x="6032" y="11556"/>
                    </a:lnTo>
                    <a:cubicBezTo>
                      <a:pt x="6018" y="11563"/>
                      <a:pt x="6250" y="11776"/>
                      <a:pt x="6234" y="11776"/>
                    </a:cubicBezTo>
                    <a:cubicBezTo>
                      <a:pt x="6231" y="11776"/>
                      <a:pt x="6216" y="11766"/>
                      <a:pt x="6184" y="11742"/>
                    </a:cubicBezTo>
                    <a:lnTo>
                      <a:pt x="6184" y="11742"/>
                    </a:lnTo>
                    <a:cubicBezTo>
                      <a:pt x="6338" y="11882"/>
                      <a:pt x="6475" y="12004"/>
                      <a:pt x="6484" y="12004"/>
                    </a:cubicBezTo>
                    <a:cubicBezTo>
                      <a:pt x="6486" y="12004"/>
                      <a:pt x="6482" y="11999"/>
                      <a:pt x="6472" y="11987"/>
                    </a:cubicBezTo>
                    <a:lnTo>
                      <a:pt x="6472" y="11987"/>
                    </a:lnTo>
                    <a:cubicBezTo>
                      <a:pt x="6658" y="12157"/>
                      <a:pt x="6658" y="12173"/>
                      <a:pt x="6802" y="12326"/>
                    </a:cubicBezTo>
                    <a:cubicBezTo>
                      <a:pt x="6548" y="12114"/>
                      <a:pt x="6311" y="11894"/>
                      <a:pt x="6066" y="11674"/>
                    </a:cubicBezTo>
                    <a:cubicBezTo>
                      <a:pt x="6040" y="11649"/>
                      <a:pt x="6015" y="11624"/>
                      <a:pt x="5990" y="11598"/>
                    </a:cubicBezTo>
                    <a:lnTo>
                      <a:pt x="5914" y="11564"/>
                    </a:lnTo>
                    <a:cubicBezTo>
                      <a:pt x="5762" y="11413"/>
                      <a:pt x="5703" y="11347"/>
                      <a:pt x="5715" y="11347"/>
                    </a:cubicBezTo>
                    <a:cubicBezTo>
                      <a:pt x="5717" y="11347"/>
                      <a:pt x="5721" y="11349"/>
                      <a:pt x="5727" y="11353"/>
                    </a:cubicBezTo>
                    <a:cubicBezTo>
                      <a:pt x="5524" y="11158"/>
                      <a:pt x="5389" y="11040"/>
                      <a:pt x="5254" y="10913"/>
                    </a:cubicBezTo>
                    <a:cubicBezTo>
                      <a:pt x="5118" y="10778"/>
                      <a:pt x="4983" y="10634"/>
                      <a:pt x="4788" y="10422"/>
                    </a:cubicBezTo>
                    <a:lnTo>
                      <a:pt x="4788" y="10422"/>
                    </a:lnTo>
                    <a:cubicBezTo>
                      <a:pt x="4882" y="10507"/>
                      <a:pt x="4949" y="10575"/>
                      <a:pt x="5042" y="10659"/>
                    </a:cubicBezTo>
                    <a:cubicBezTo>
                      <a:pt x="5098" y="10715"/>
                      <a:pt x="5161" y="10782"/>
                      <a:pt x="5239" y="10862"/>
                    </a:cubicBezTo>
                    <a:lnTo>
                      <a:pt x="5239" y="10862"/>
                    </a:lnTo>
                    <a:lnTo>
                      <a:pt x="5144" y="10752"/>
                    </a:lnTo>
                    <a:lnTo>
                      <a:pt x="4915" y="10507"/>
                    </a:lnTo>
                    <a:lnTo>
                      <a:pt x="4915" y="10507"/>
                    </a:lnTo>
                    <a:cubicBezTo>
                      <a:pt x="5107" y="10706"/>
                      <a:pt x="5793" y="11393"/>
                      <a:pt x="5837" y="11393"/>
                    </a:cubicBezTo>
                    <a:cubicBezTo>
                      <a:pt x="5841" y="11393"/>
                      <a:pt x="5839" y="11386"/>
                      <a:pt x="5829" y="11370"/>
                    </a:cubicBezTo>
                    <a:cubicBezTo>
                      <a:pt x="5288" y="10879"/>
                      <a:pt x="4560" y="10109"/>
                      <a:pt x="4137" y="9627"/>
                    </a:cubicBezTo>
                    <a:cubicBezTo>
                      <a:pt x="4044" y="9492"/>
                      <a:pt x="3917" y="9323"/>
                      <a:pt x="3773" y="9137"/>
                    </a:cubicBezTo>
                    <a:lnTo>
                      <a:pt x="3536" y="8840"/>
                    </a:lnTo>
                    <a:cubicBezTo>
                      <a:pt x="3460" y="8739"/>
                      <a:pt x="3384" y="8621"/>
                      <a:pt x="3308" y="8511"/>
                    </a:cubicBezTo>
                    <a:cubicBezTo>
                      <a:pt x="3274" y="8456"/>
                      <a:pt x="3208" y="8354"/>
                      <a:pt x="3222" y="8354"/>
                    </a:cubicBezTo>
                    <a:cubicBezTo>
                      <a:pt x="3224" y="8354"/>
                      <a:pt x="3227" y="8356"/>
                      <a:pt x="3233" y="8360"/>
                    </a:cubicBezTo>
                    <a:lnTo>
                      <a:pt x="3233" y="8360"/>
                    </a:lnTo>
                    <a:cubicBezTo>
                      <a:pt x="2834" y="7791"/>
                      <a:pt x="2436" y="7139"/>
                      <a:pt x="2124" y="6624"/>
                    </a:cubicBezTo>
                    <a:lnTo>
                      <a:pt x="1997" y="6311"/>
                    </a:lnTo>
                    <a:cubicBezTo>
                      <a:pt x="1819" y="5956"/>
                      <a:pt x="1770" y="5878"/>
                      <a:pt x="1762" y="5878"/>
                    </a:cubicBezTo>
                    <a:cubicBezTo>
                      <a:pt x="1759" y="5878"/>
                      <a:pt x="1763" y="5892"/>
                      <a:pt x="1768" y="5905"/>
                    </a:cubicBezTo>
                    <a:cubicBezTo>
                      <a:pt x="1771" y="5921"/>
                      <a:pt x="1773" y="5937"/>
                      <a:pt x="1767" y="5937"/>
                    </a:cubicBezTo>
                    <a:cubicBezTo>
                      <a:pt x="1754" y="5937"/>
                      <a:pt x="1702" y="5852"/>
                      <a:pt x="1532" y="5482"/>
                    </a:cubicBezTo>
                    <a:cubicBezTo>
                      <a:pt x="1439" y="5220"/>
                      <a:pt x="1007" y="4162"/>
                      <a:pt x="1032" y="4112"/>
                    </a:cubicBezTo>
                    <a:cubicBezTo>
                      <a:pt x="956" y="3909"/>
                      <a:pt x="931" y="3816"/>
                      <a:pt x="906" y="3790"/>
                    </a:cubicBezTo>
                    <a:lnTo>
                      <a:pt x="906" y="3790"/>
                    </a:lnTo>
                    <a:cubicBezTo>
                      <a:pt x="953" y="3938"/>
                      <a:pt x="1054" y="4226"/>
                      <a:pt x="1041" y="4226"/>
                    </a:cubicBezTo>
                    <a:cubicBezTo>
                      <a:pt x="1038" y="4226"/>
                      <a:pt x="1028" y="4207"/>
                      <a:pt x="1007" y="4162"/>
                    </a:cubicBezTo>
                    <a:cubicBezTo>
                      <a:pt x="886" y="3809"/>
                      <a:pt x="835" y="3631"/>
                      <a:pt x="757" y="3360"/>
                    </a:cubicBezTo>
                    <a:lnTo>
                      <a:pt x="757" y="3360"/>
                    </a:lnTo>
                    <a:cubicBezTo>
                      <a:pt x="765" y="3379"/>
                      <a:pt x="775" y="3402"/>
                      <a:pt x="787" y="3418"/>
                    </a:cubicBezTo>
                    <a:cubicBezTo>
                      <a:pt x="797" y="3443"/>
                      <a:pt x="804" y="3461"/>
                      <a:pt x="805" y="3461"/>
                    </a:cubicBezTo>
                    <a:cubicBezTo>
                      <a:pt x="805" y="3461"/>
                      <a:pt x="803" y="3451"/>
                      <a:pt x="796" y="3426"/>
                    </a:cubicBezTo>
                    <a:cubicBezTo>
                      <a:pt x="736" y="3240"/>
                      <a:pt x="677" y="3020"/>
                      <a:pt x="610" y="2775"/>
                    </a:cubicBezTo>
                    <a:lnTo>
                      <a:pt x="559" y="2589"/>
                    </a:lnTo>
                    <a:lnTo>
                      <a:pt x="516" y="2394"/>
                    </a:lnTo>
                    <a:lnTo>
                      <a:pt x="432" y="2005"/>
                    </a:lnTo>
                    <a:cubicBezTo>
                      <a:pt x="364" y="1743"/>
                      <a:pt x="330" y="1472"/>
                      <a:pt x="288" y="1227"/>
                    </a:cubicBezTo>
                    <a:lnTo>
                      <a:pt x="222" y="889"/>
                    </a:lnTo>
                    <a:lnTo>
                      <a:pt x="222" y="889"/>
                    </a:lnTo>
                    <a:cubicBezTo>
                      <a:pt x="238" y="972"/>
                      <a:pt x="247" y="1073"/>
                      <a:pt x="271" y="1244"/>
                    </a:cubicBezTo>
                    <a:cubicBezTo>
                      <a:pt x="246" y="1159"/>
                      <a:pt x="229" y="1066"/>
                      <a:pt x="212" y="973"/>
                    </a:cubicBezTo>
                    <a:lnTo>
                      <a:pt x="212" y="973"/>
                    </a:lnTo>
                    <a:cubicBezTo>
                      <a:pt x="195" y="1016"/>
                      <a:pt x="280" y="1345"/>
                      <a:pt x="313" y="1726"/>
                    </a:cubicBezTo>
                    <a:lnTo>
                      <a:pt x="195" y="1092"/>
                    </a:lnTo>
                    <a:lnTo>
                      <a:pt x="220" y="1455"/>
                    </a:lnTo>
                    <a:lnTo>
                      <a:pt x="153" y="1092"/>
                    </a:lnTo>
                    <a:cubicBezTo>
                      <a:pt x="127" y="973"/>
                      <a:pt x="110" y="855"/>
                      <a:pt x="94" y="728"/>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2"/>
              <p:cNvSpPr/>
              <p:nvPr/>
            </p:nvSpPr>
            <p:spPr>
              <a:xfrm>
                <a:off x="2719900" y="3791275"/>
                <a:ext cx="8150" cy="7025"/>
              </a:xfrm>
              <a:custGeom>
                <a:rect b="b" l="l" r="r" t="t"/>
                <a:pathLst>
                  <a:path extrusionOk="0" h="281" w="326">
                    <a:moveTo>
                      <a:pt x="321" y="1"/>
                    </a:moveTo>
                    <a:cubicBezTo>
                      <a:pt x="305" y="15"/>
                      <a:pt x="294" y="26"/>
                      <a:pt x="287" y="35"/>
                    </a:cubicBezTo>
                    <a:lnTo>
                      <a:pt x="287" y="35"/>
                    </a:lnTo>
                    <a:cubicBezTo>
                      <a:pt x="287" y="35"/>
                      <a:pt x="288" y="35"/>
                      <a:pt x="288" y="35"/>
                    </a:cubicBezTo>
                    <a:cubicBezTo>
                      <a:pt x="305" y="26"/>
                      <a:pt x="313" y="18"/>
                      <a:pt x="321" y="1"/>
                    </a:cubicBezTo>
                    <a:close/>
                    <a:moveTo>
                      <a:pt x="287" y="35"/>
                    </a:moveTo>
                    <a:cubicBezTo>
                      <a:pt x="272" y="45"/>
                      <a:pt x="253" y="52"/>
                      <a:pt x="243" y="52"/>
                    </a:cubicBezTo>
                    <a:cubicBezTo>
                      <a:pt x="237" y="52"/>
                      <a:pt x="234" y="50"/>
                      <a:pt x="237" y="43"/>
                    </a:cubicBezTo>
                    <a:lnTo>
                      <a:pt x="237" y="43"/>
                    </a:lnTo>
                    <a:cubicBezTo>
                      <a:pt x="186" y="102"/>
                      <a:pt x="178" y="85"/>
                      <a:pt x="186" y="119"/>
                    </a:cubicBezTo>
                    <a:cubicBezTo>
                      <a:pt x="173" y="141"/>
                      <a:pt x="150" y="154"/>
                      <a:pt x="137" y="154"/>
                    </a:cubicBezTo>
                    <a:cubicBezTo>
                      <a:pt x="124" y="154"/>
                      <a:pt x="119" y="144"/>
                      <a:pt x="135" y="119"/>
                    </a:cubicBezTo>
                    <a:lnTo>
                      <a:pt x="135" y="119"/>
                    </a:lnTo>
                    <a:lnTo>
                      <a:pt x="42" y="212"/>
                    </a:lnTo>
                    <a:lnTo>
                      <a:pt x="110" y="179"/>
                    </a:lnTo>
                    <a:lnTo>
                      <a:pt x="110" y="179"/>
                    </a:lnTo>
                    <a:cubicBezTo>
                      <a:pt x="110" y="212"/>
                      <a:pt x="0" y="238"/>
                      <a:pt x="0" y="280"/>
                    </a:cubicBezTo>
                    <a:lnTo>
                      <a:pt x="118" y="195"/>
                    </a:lnTo>
                    <a:lnTo>
                      <a:pt x="118" y="212"/>
                    </a:lnTo>
                    <a:cubicBezTo>
                      <a:pt x="144" y="179"/>
                      <a:pt x="178" y="162"/>
                      <a:pt x="212" y="145"/>
                    </a:cubicBezTo>
                    <a:lnTo>
                      <a:pt x="212" y="145"/>
                    </a:lnTo>
                    <a:cubicBezTo>
                      <a:pt x="212" y="153"/>
                      <a:pt x="220" y="153"/>
                      <a:pt x="203" y="170"/>
                    </a:cubicBezTo>
                    <a:cubicBezTo>
                      <a:pt x="326" y="83"/>
                      <a:pt x="245" y="89"/>
                      <a:pt x="287" y="3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2"/>
              <p:cNvSpPr/>
              <p:nvPr/>
            </p:nvSpPr>
            <p:spPr>
              <a:xfrm>
                <a:off x="2727925" y="3785575"/>
                <a:ext cx="8050" cy="8275"/>
              </a:xfrm>
              <a:custGeom>
                <a:rect b="b" l="l" r="r" t="t"/>
                <a:pathLst>
                  <a:path extrusionOk="0" h="331" w="322">
                    <a:moveTo>
                      <a:pt x="280" y="0"/>
                    </a:moveTo>
                    <a:lnTo>
                      <a:pt x="280" y="0"/>
                    </a:lnTo>
                    <a:cubicBezTo>
                      <a:pt x="220" y="51"/>
                      <a:pt x="204" y="60"/>
                      <a:pt x="170" y="102"/>
                    </a:cubicBezTo>
                    <a:cubicBezTo>
                      <a:pt x="127" y="136"/>
                      <a:pt x="77" y="170"/>
                      <a:pt x="26" y="187"/>
                    </a:cubicBezTo>
                    <a:cubicBezTo>
                      <a:pt x="17" y="204"/>
                      <a:pt x="17" y="220"/>
                      <a:pt x="0" y="237"/>
                    </a:cubicBezTo>
                    <a:lnTo>
                      <a:pt x="17" y="229"/>
                    </a:lnTo>
                    <a:lnTo>
                      <a:pt x="43" y="263"/>
                    </a:lnTo>
                    <a:cubicBezTo>
                      <a:pt x="60" y="246"/>
                      <a:pt x="77" y="229"/>
                      <a:pt x="102" y="212"/>
                    </a:cubicBezTo>
                    <a:lnTo>
                      <a:pt x="102" y="212"/>
                    </a:lnTo>
                    <a:lnTo>
                      <a:pt x="34" y="330"/>
                    </a:lnTo>
                    <a:cubicBezTo>
                      <a:pt x="37" y="331"/>
                      <a:pt x="39" y="331"/>
                      <a:pt x="42" y="331"/>
                    </a:cubicBezTo>
                    <a:cubicBezTo>
                      <a:pt x="93" y="331"/>
                      <a:pt x="172" y="253"/>
                      <a:pt x="220" y="237"/>
                    </a:cubicBezTo>
                    <a:cubicBezTo>
                      <a:pt x="175" y="237"/>
                      <a:pt x="202" y="219"/>
                      <a:pt x="192" y="219"/>
                    </a:cubicBezTo>
                    <a:cubicBezTo>
                      <a:pt x="187" y="219"/>
                      <a:pt x="173" y="223"/>
                      <a:pt x="136" y="237"/>
                    </a:cubicBezTo>
                    <a:lnTo>
                      <a:pt x="161" y="170"/>
                    </a:lnTo>
                    <a:lnTo>
                      <a:pt x="254" y="119"/>
                    </a:lnTo>
                    <a:cubicBezTo>
                      <a:pt x="247" y="104"/>
                      <a:pt x="284" y="65"/>
                      <a:pt x="267" y="65"/>
                    </a:cubicBezTo>
                    <a:cubicBezTo>
                      <a:pt x="264" y="65"/>
                      <a:pt x="260" y="66"/>
                      <a:pt x="254" y="68"/>
                    </a:cubicBezTo>
                    <a:cubicBezTo>
                      <a:pt x="246" y="85"/>
                      <a:pt x="229" y="94"/>
                      <a:pt x="220" y="102"/>
                    </a:cubicBezTo>
                    <a:cubicBezTo>
                      <a:pt x="212" y="68"/>
                      <a:pt x="322" y="9"/>
                      <a:pt x="28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2"/>
              <p:cNvSpPr/>
              <p:nvPr/>
            </p:nvSpPr>
            <p:spPr>
              <a:xfrm>
                <a:off x="2727925" y="3791500"/>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2"/>
              <p:cNvSpPr/>
              <p:nvPr/>
            </p:nvSpPr>
            <p:spPr>
              <a:xfrm>
                <a:off x="2656450" y="3718325"/>
                <a:ext cx="9325" cy="2350"/>
              </a:xfrm>
              <a:custGeom>
                <a:rect b="b" l="l" r="r" t="t"/>
                <a:pathLst>
                  <a:path extrusionOk="0" h="94" w="373">
                    <a:moveTo>
                      <a:pt x="186" y="0"/>
                    </a:moveTo>
                    <a:lnTo>
                      <a:pt x="0" y="77"/>
                    </a:lnTo>
                    <a:cubicBezTo>
                      <a:pt x="10" y="79"/>
                      <a:pt x="18" y="81"/>
                      <a:pt x="25" y="81"/>
                    </a:cubicBezTo>
                    <a:cubicBezTo>
                      <a:pt x="53" y="81"/>
                      <a:pt x="56" y="58"/>
                      <a:pt x="106" y="58"/>
                    </a:cubicBezTo>
                    <a:cubicBezTo>
                      <a:pt x="106" y="58"/>
                      <a:pt x="107" y="58"/>
                      <a:pt x="107" y="58"/>
                    </a:cubicBezTo>
                    <a:lnTo>
                      <a:pt x="107" y="58"/>
                    </a:lnTo>
                    <a:cubicBezTo>
                      <a:pt x="102" y="62"/>
                      <a:pt x="98" y="68"/>
                      <a:pt x="93" y="77"/>
                    </a:cubicBezTo>
                    <a:lnTo>
                      <a:pt x="372" y="93"/>
                    </a:lnTo>
                    <a:cubicBezTo>
                      <a:pt x="364" y="77"/>
                      <a:pt x="288" y="60"/>
                      <a:pt x="339" y="60"/>
                    </a:cubicBezTo>
                    <a:cubicBezTo>
                      <a:pt x="322" y="51"/>
                      <a:pt x="305" y="47"/>
                      <a:pt x="288" y="47"/>
                    </a:cubicBezTo>
                    <a:cubicBezTo>
                      <a:pt x="271" y="47"/>
                      <a:pt x="254" y="51"/>
                      <a:pt x="237" y="60"/>
                    </a:cubicBezTo>
                    <a:lnTo>
                      <a:pt x="254" y="43"/>
                    </a:lnTo>
                    <a:lnTo>
                      <a:pt x="254" y="43"/>
                    </a:lnTo>
                    <a:cubicBezTo>
                      <a:pt x="243" y="45"/>
                      <a:pt x="233" y="47"/>
                      <a:pt x="224" y="47"/>
                    </a:cubicBezTo>
                    <a:cubicBezTo>
                      <a:pt x="177" y="47"/>
                      <a:pt x="158" y="15"/>
                      <a:pt x="18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2"/>
              <p:cNvSpPr/>
              <p:nvPr/>
            </p:nvSpPr>
            <p:spPr>
              <a:xfrm>
                <a:off x="2653700" y="3720850"/>
                <a:ext cx="1500" cy="675"/>
              </a:xfrm>
              <a:custGeom>
                <a:rect b="b" l="l" r="r" t="t"/>
                <a:pathLst>
                  <a:path extrusionOk="0" h="27" w="60">
                    <a:moveTo>
                      <a:pt x="59" y="1"/>
                    </a:moveTo>
                    <a:lnTo>
                      <a:pt x="30" y="14"/>
                    </a:lnTo>
                    <a:lnTo>
                      <a:pt x="30" y="14"/>
                    </a:lnTo>
                    <a:cubicBezTo>
                      <a:pt x="40" y="9"/>
                      <a:pt x="51" y="5"/>
                      <a:pt x="59" y="1"/>
                    </a:cubicBezTo>
                    <a:close/>
                    <a:moveTo>
                      <a:pt x="30" y="14"/>
                    </a:moveTo>
                    <a:lnTo>
                      <a:pt x="30" y="14"/>
                    </a:lnTo>
                    <a:cubicBezTo>
                      <a:pt x="19" y="18"/>
                      <a:pt x="9" y="22"/>
                      <a:pt x="0" y="26"/>
                    </a:cubicBezTo>
                    <a:lnTo>
                      <a:pt x="30" y="14"/>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2"/>
              <p:cNvSpPr/>
              <p:nvPr/>
            </p:nvSpPr>
            <p:spPr>
              <a:xfrm>
                <a:off x="2665125" y="3710925"/>
                <a:ext cx="650" cy="225"/>
              </a:xfrm>
              <a:custGeom>
                <a:rect b="b" l="l" r="r" t="t"/>
                <a:pathLst>
                  <a:path extrusionOk="0" h="9" w="26">
                    <a:moveTo>
                      <a:pt x="25" y="0"/>
                    </a:moveTo>
                    <a:lnTo>
                      <a:pt x="25" y="0"/>
                    </a:lnTo>
                    <a:lnTo>
                      <a:pt x="0" y="9"/>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2"/>
              <p:cNvSpPr/>
              <p:nvPr/>
            </p:nvSpPr>
            <p:spPr>
              <a:xfrm>
                <a:off x="2622825" y="3721075"/>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2"/>
              <p:cNvSpPr/>
              <p:nvPr/>
            </p:nvSpPr>
            <p:spPr>
              <a:xfrm>
                <a:off x="2677600" y="3708175"/>
                <a:ext cx="7625" cy="2400"/>
              </a:xfrm>
              <a:custGeom>
                <a:rect b="b" l="l" r="r" t="t"/>
                <a:pathLst>
                  <a:path extrusionOk="0" h="96" w="305">
                    <a:moveTo>
                      <a:pt x="161" y="0"/>
                    </a:moveTo>
                    <a:cubicBezTo>
                      <a:pt x="152" y="0"/>
                      <a:pt x="102" y="0"/>
                      <a:pt x="119" y="9"/>
                    </a:cubicBezTo>
                    <a:lnTo>
                      <a:pt x="144" y="9"/>
                    </a:lnTo>
                    <a:cubicBezTo>
                      <a:pt x="76" y="43"/>
                      <a:pt x="110" y="60"/>
                      <a:pt x="0" y="76"/>
                    </a:cubicBezTo>
                    <a:cubicBezTo>
                      <a:pt x="21" y="89"/>
                      <a:pt x="45" y="96"/>
                      <a:pt x="68" y="96"/>
                    </a:cubicBezTo>
                    <a:cubicBezTo>
                      <a:pt x="91" y="96"/>
                      <a:pt x="114" y="89"/>
                      <a:pt x="136" y="76"/>
                    </a:cubicBezTo>
                    <a:lnTo>
                      <a:pt x="169" y="76"/>
                    </a:lnTo>
                    <a:lnTo>
                      <a:pt x="271" y="34"/>
                    </a:lnTo>
                    <a:lnTo>
                      <a:pt x="305" y="0"/>
                    </a:lnTo>
                    <a:lnTo>
                      <a:pt x="178" y="26"/>
                    </a:lnTo>
                    <a:cubicBezTo>
                      <a:pt x="195" y="9"/>
                      <a:pt x="136" y="9"/>
                      <a:pt x="16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2"/>
              <p:cNvSpPr/>
              <p:nvPr/>
            </p:nvSpPr>
            <p:spPr>
              <a:xfrm>
                <a:off x="2558525" y="3706275"/>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2"/>
              <p:cNvSpPr/>
              <p:nvPr/>
            </p:nvSpPr>
            <p:spPr>
              <a:xfrm>
                <a:off x="2558525" y="3705850"/>
                <a:ext cx="875" cy="450"/>
              </a:xfrm>
              <a:custGeom>
                <a:rect b="b" l="l" r="r" t="t"/>
                <a:pathLst>
                  <a:path extrusionOk="0" h="18" w="35">
                    <a:moveTo>
                      <a:pt x="9" y="0"/>
                    </a:moveTo>
                    <a:lnTo>
                      <a:pt x="1" y="17"/>
                    </a:lnTo>
                    <a:cubicBezTo>
                      <a:pt x="9" y="9"/>
                      <a:pt x="34"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2"/>
              <p:cNvSpPr/>
              <p:nvPr/>
            </p:nvSpPr>
            <p:spPr>
              <a:xfrm>
                <a:off x="2655175" y="3720225"/>
                <a:ext cx="1075" cy="650"/>
              </a:xfrm>
              <a:custGeom>
                <a:rect b="b" l="l" r="r" t="t"/>
                <a:pathLst>
                  <a:path extrusionOk="0" h="26" w="43">
                    <a:moveTo>
                      <a:pt x="26" y="1"/>
                    </a:moveTo>
                    <a:cubicBezTo>
                      <a:pt x="17" y="9"/>
                      <a:pt x="9" y="17"/>
                      <a:pt x="0" y="26"/>
                    </a:cubicBez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2"/>
              <p:cNvSpPr/>
              <p:nvPr/>
            </p:nvSpPr>
            <p:spPr>
              <a:xfrm>
                <a:off x="2658350" y="3717900"/>
                <a:ext cx="3625" cy="450"/>
              </a:xfrm>
              <a:custGeom>
                <a:rect b="b" l="l" r="r" t="t"/>
                <a:pathLst>
                  <a:path extrusionOk="0" h="18" w="145">
                    <a:moveTo>
                      <a:pt x="144" y="0"/>
                    </a:moveTo>
                    <a:lnTo>
                      <a:pt x="144" y="0"/>
                    </a:lnTo>
                    <a:cubicBezTo>
                      <a:pt x="102" y="17"/>
                      <a:pt x="51" y="17"/>
                      <a:pt x="0" y="17"/>
                    </a:cubicBezTo>
                    <a:lnTo>
                      <a:pt x="102" y="17"/>
                    </a:lnTo>
                    <a:lnTo>
                      <a:pt x="14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2"/>
              <p:cNvSpPr/>
              <p:nvPr/>
            </p:nvSpPr>
            <p:spPr>
              <a:xfrm>
                <a:off x="2610825" y="3719175"/>
                <a:ext cx="42900" cy="6400"/>
              </a:xfrm>
              <a:custGeom>
                <a:rect b="b" l="l" r="r" t="t"/>
                <a:pathLst>
                  <a:path extrusionOk="0" h="256" w="1716">
                    <a:moveTo>
                      <a:pt x="806" y="66"/>
                    </a:moveTo>
                    <a:lnTo>
                      <a:pt x="827" y="68"/>
                    </a:lnTo>
                    <a:cubicBezTo>
                      <a:pt x="820" y="67"/>
                      <a:pt x="813" y="66"/>
                      <a:pt x="806" y="66"/>
                    </a:cubicBezTo>
                    <a:close/>
                    <a:moveTo>
                      <a:pt x="1715" y="76"/>
                    </a:moveTo>
                    <a:lnTo>
                      <a:pt x="1706" y="80"/>
                    </a:lnTo>
                    <a:lnTo>
                      <a:pt x="1706" y="80"/>
                    </a:lnTo>
                    <a:cubicBezTo>
                      <a:pt x="1709" y="79"/>
                      <a:pt x="1712" y="78"/>
                      <a:pt x="1715" y="76"/>
                    </a:cubicBezTo>
                    <a:close/>
                    <a:moveTo>
                      <a:pt x="585" y="167"/>
                    </a:moveTo>
                    <a:cubicBezTo>
                      <a:pt x="575" y="168"/>
                      <a:pt x="566" y="170"/>
                      <a:pt x="556" y="171"/>
                    </a:cubicBezTo>
                    <a:lnTo>
                      <a:pt x="556" y="171"/>
                    </a:lnTo>
                    <a:cubicBezTo>
                      <a:pt x="566" y="170"/>
                      <a:pt x="576" y="169"/>
                      <a:pt x="585" y="167"/>
                    </a:cubicBezTo>
                    <a:close/>
                    <a:moveTo>
                      <a:pt x="143" y="192"/>
                    </a:moveTo>
                    <a:cubicBezTo>
                      <a:pt x="145" y="198"/>
                      <a:pt x="152" y="203"/>
                      <a:pt x="159" y="203"/>
                    </a:cubicBezTo>
                    <a:cubicBezTo>
                      <a:pt x="155" y="199"/>
                      <a:pt x="150" y="195"/>
                      <a:pt x="143" y="192"/>
                    </a:cubicBezTo>
                    <a:close/>
                    <a:moveTo>
                      <a:pt x="133" y="110"/>
                    </a:moveTo>
                    <a:cubicBezTo>
                      <a:pt x="57" y="110"/>
                      <a:pt x="57" y="127"/>
                      <a:pt x="15" y="144"/>
                    </a:cubicBezTo>
                    <a:cubicBezTo>
                      <a:pt x="0" y="173"/>
                      <a:pt x="99" y="171"/>
                      <a:pt x="143" y="192"/>
                    </a:cubicBezTo>
                    <a:lnTo>
                      <a:pt x="143" y="192"/>
                    </a:lnTo>
                    <a:cubicBezTo>
                      <a:pt x="142" y="190"/>
                      <a:pt x="142" y="188"/>
                      <a:pt x="142" y="186"/>
                    </a:cubicBezTo>
                    <a:lnTo>
                      <a:pt x="142" y="186"/>
                    </a:lnTo>
                    <a:lnTo>
                      <a:pt x="209" y="203"/>
                    </a:lnTo>
                    <a:cubicBezTo>
                      <a:pt x="150" y="186"/>
                      <a:pt x="226" y="161"/>
                      <a:pt x="260" y="161"/>
                    </a:cubicBezTo>
                    <a:cubicBezTo>
                      <a:pt x="294" y="161"/>
                      <a:pt x="336" y="161"/>
                      <a:pt x="328" y="178"/>
                    </a:cubicBezTo>
                    <a:lnTo>
                      <a:pt x="286" y="178"/>
                    </a:lnTo>
                    <a:cubicBezTo>
                      <a:pt x="295" y="181"/>
                      <a:pt x="304" y="182"/>
                      <a:pt x="314" y="182"/>
                    </a:cubicBezTo>
                    <a:cubicBezTo>
                      <a:pt x="346" y="182"/>
                      <a:pt x="382" y="170"/>
                      <a:pt x="415" y="170"/>
                    </a:cubicBezTo>
                    <a:cubicBezTo>
                      <a:pt x="429" y="170"/>
                      <a:pt x="442" y="172"/>
                      <a:pt x="455" y="178"/>
                    </a:cubicBezTo>
                    <a:cubicBezTo>
                      <a:pt x="455" y="186"/>
                      <a:pt x="438" y="186"/>
                      <a:pt x="429" y="195"/>
                    </a:cubicBezTo>
                    <a:cubicBezTo>
                      <a:pt x="472" y="184"/>
                      <a:pt x="514" y="177"/>
                      <a:pt x="556" y="171"/>
                    </a:cubicBezTo>
                    <a:lnTo>
                      <a:pt x="556" y="171"/>
                    </a:lnTo>
                    <a:cubicBezTo>
                      <a:pt x="547" y="172"/>
                      <a:pt x="537" y="172"/>
                      <a:pt x="528" y="172"/>
                    </a:cubicBezTo>
                    <a:cubicBezTo>
                      <a:pt x="496" y="172"/>
                      <a:pt x="462" y="168"/>
                      <a:pt x="438" y="161"/>
                    </a:cubicBezTo>
                    <a:cubicBezTo>
                      <a:pt x="379" y="127"/>
                      <a:pt x="506" y="144"/>
                      <a:pt x="522" y="110"/>
                    </a:cubicBezTo>
                    <a:cubicBezTo>
                      <a:pt x="446" y="110"/>
                      <a:pt x="463" y="119"/>
                      <a:pt x="429" y="136"/>
                    </a:cubicBezTo>
                    <a:cubicBezTo>
                      <a:pt x="410" y="132"/>
                      <a:pt x="390" y="131"/>
                      <a:pt x="370" y="131"/>
                    </a:cubicBezTo>
                    <a:cubicBezTo>
                      <a:pt x="327" y="131"/>
                      <a:pt x="282" y="136"/>
                      <a:pt x="241" y="136"/>
                    </a:cubicBezTo>
                    <a:cubicBezTo>
                      <a:pt x="199" y="136"/>
                      <a:pt x="161" y="131"/>
                      <a:pt x="133" y="110"/>
                    </a:cubicBezTo>
                    <a:close/>
                    <a:moveTo>
                      <a:pt x="1504" y="0"/>
                    </a:moveTo>
                    <a:cubicBezTo>
                      <a:pt x="1284" y="17"/>
                      <a:pt x="1132" y="102"/>
                      <a:pt x="920" y="136"/>
                    </a:cubicBezTo>
                    <a:cubicBezTo>
                      <a:pt x="912" y="110"/>
                      <a:pt x="751" y="110"/>
                      <a:pt x="675" y="93"/>
                    </a:cubicBezTo>
                    <a:cubicBezTo>
                      <a:pt x="706" y="74"/>
                      <a:pt x="743" y="65"/>
                      <a:pt x="784" y="65"/>
                    </a:cubicBezTo>
                    <a:cubicBezTo>
                      <a:pt x="791" y="65"/>
                      <a:pt x="799" y="65"/>
                      <a:pt x="806" y="66"/>
                    </a:cubicBezTo>
                    <a:lnTo>
                      <a:pt x="806" y="66"/>
                    </a:lnTo>
                    <a:lnTo>
                      <a:pt x="675" y="51"/>
                    </a:lnTo>
                    <a:lnTo>
                      <a:pt x="649" y="110"/>
                    </a:lnTo>
                    <a:cubicBezTo>
                      <a:pt x="429" y="102"/>
                      <a:pt x="709" y="76"/>
                      <a:pt x="607" y="51"/>
                    </a:cubicBezTo>
                    <a:lnTo>
                      <a:pt x="607" y="51"/>
                    </a:lnTo>
                    <a:cubicBezTo>
                      <a:pt x="565" y="59"/>
                      <a:pt x="522" y="68"/>
                      <a:pt x="480" y="76"/>
                    </a:cubicBezTo>
                    <a:cubicBezTo>
                      <a:pt x="658" y="76"/>
                      <a:pt x="455" y="144"/>
                      <a:pt x="632" y="144"/>
                    </a:cubicBezTo>
                    <a:cubicBezTo>
                      <a:pt x="624" y="155"/>
                      <a:pt x="607" y="163"/>
                      <a:pt x="585" y="167"/>
                    </a:cubicBezTo>
                    <a:lnTo>
                      <a:pt x="585" y="167"/>
                    </a:lnTo>
                    <a:cubicBezTo>
                      <a:pt x="601" y="165"/>
                      <a:pt x="617" y="163"/>
                      <a:pt x="632" y="161"/>
                    </a:cubicBezTo>
                    <a:lnTo>
                      <a:pt x="632" y="161"/>
                    </a:lnTo>
                    <a:lnTo>
                      <a:pt x="582" y="195"/>
                    </a:lnTo>
                    <a:cubicBezTo>
                      <a:pt x="625" y="185"/>
                      <a:pt x="670" y="180"/>
                      <a:pt x="715" y="180"/>
                    </a:cubicBezTo>
                    <a:cubicBezTo>
                      <a:pt x="784" y="180"/>
                      <a:pt x="853" y="191"/>
                      <a:pt x="920" y="212"/>
                    </a:cubicBezTo>
                    <a:cubicBezTo>
                      <a:pt x="912" y="203"/>
                      <a:pt x="886" y="203"/>
                      <a:pt x="903" y="195"/>
                    </a:cubicBezTo>
                    <a:cubicBezTo>
                      <a:pt x="962" y="195"/>
                      <a:pt x="1013" y="220"/>
                      <a:pt x="979" y="237"/>
                    </a:cubicBezTo>
                    <a:cubicBezTo>
                      <a:pt x="990" y="233"/>
                      <a:pt x="1004" y="231"/>
                      <a:pt x="1020" y="231"/>
                    </a:cubicBezTo>
                    <a:cubicBezTo>
                      <a:pt x="1081" y="231"/>
                      <a:pt x="1169" y="255"/>
                      <a:pt x="1243" y="255"/>
                    </a:cubicBezTo>
                    <a:cubicBezTo>
                      <a:pt x="1267" y="255"/>
                      <a:pt x="1290" y="253"/>
                      <a:pt x="1309" y="246"/>
                    </a:cubicBezTo>
                    <a:lnTo>
                      <a:pt x="1706" y="80"/>
                    </a:lnTo>
                    <a:lnTo>
                      <a:pt x="1706" y="80"/>
                    </a:lnTo>
                    <a:cubicBezTo>
                      <a:pt x="1692" y="85"/>
                      <a:pt x="1678" y="85"/>
                      <a:pt x="1664" y="85"/>
                    </a:cubicBezTo>
                    <a:cubicBezTo>
                      <a:pt x="1631" y="51"/>
                      <a:pt x="1614" y="51"/>
                      <a:pt x="1681" y="26"/>
                    </a:cubicBezTo>
                    <a:lnTo>
                      <a:pt x="1681" y="26"/>
                    </a:lnTo>
                    <a:cubicBezTo>
                      <a:pt x="1623" y="40"/>
                      <a:pt x="1634" y="61"/>
                      <a:pt x="1578" y="61"/>
                    </a:cubicBezTo>
                    <a:cubicBezTo>
                      <a:pt x="1569" y="61"/>
                      <a:pt x="1559" y="61"/>
                      <a:pt x="1546" y="59"/>
                    </a:cubicBezTo>
                    <a:cubicBezTo>
                      <a:pt x="1580" y="51"/>
                      <a:pt x="1597" y="9"/>
                      <a:pt x="150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2"/>
              <p:cNvSpPr/>
              <p:nvPr/>
            </p:nvSpPr>
            <p:spPr>
              <a:xfrm>
                <a:off x="2639525" y="3720650"/>
                <a:ext cx="450" cy="25"/>
              </a:xfrm>
              <a:custGeom>
                <a:rect b="b" l="l" r="r" t="t"/>
                <a:pathLst>
                  <a:path extrusionOk="0" h="1" w="18">
                    <a:moveTo>
                      <a:pt x="17" y="0"/>
                    </a:moveTo>
                    <a:cubicBezTo>
                      <a:pt x="17" y="0"/>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2"/>
              <p:cNvSpPr/>
              <p:nvPr/>
            </p:nvSpPr>
            <p:spPr>
              <a:xfrm>
                <a:off x="2631500" y="3721075"/>
                <a:ext cx="425" cy="25"/>
              </a:xfrm>
              <a:custGeom>
                <a:rect b="b" l="l" r="r" t="t"/>
                <a:pathLst>
                  <a:path extrusionOk="0" h="1" w="17">
                    <a:moveTo>
                      <a:pt x="17" y="0"/>
                    </a:moveTo>
                    <a:lnTo>
                      <a:pt x="17"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2"/>
              <p:cNvSpPr/>
              <p:nvPr/>
            </p:nvSpPr>
            <p:spPr>
              <a:xfrm>
                <a:off x="2654325" y="3718325"/>
                <a:ext cx="1075" cy="450"/>
              </a:xfrm>
              <a:custGeom>
                <a:rect b="b" l="l" r="r" t="t"/>
                <a:pathLst>
                  <a:path extrusionOk="0" h="18" w="43">
                    <a:moveTo>
                      <a:pt x="18" y="0"/>
                    </a:moveTo>
                    <a:cubicBezTo>
                      <a:pt x="9" y="9"/>
                      <a:pt x="1" y="9"/>
                      <a:pt x="9" y="17"/>
                    </a:cubicBezTo>
                    <a:cubicBezTo>
                      <a:pt x="26" y="9"/>
                      <a:pt x="34"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2"/>
              <p:cNvSpPr/>
              <p:nvPr/>
            </p:nvSpPr>
            <p:spPr>
              <a:xfrm>
                <a:off x="2655375" y="3719800"/>
                <a:ext cx="450" cy="250"/>
              </a:xfrm>
              <a:custGeom>
                <a:rect b="b" l="l" r="r" t="t"/>
                <a:pathLst>
                  <a:path extrusionOk="0" h="10" w="18">
                    <a:moveTo>
                      <a:pt x="9" y="1"/>
                    </a:moveTo>
                    <a:lnTo>
                      <a:pt x="1" y="9"/>
                    </a:lnTo>
                    <a:lnTo>
                      <a:pt x="18" y="9"/>
                    </a:lnTo>
                    <a:cubicBezTo>
                      <a:pt x="18" y="9"/>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2"/>
              <p:cNvSpPr/>
              <p:nvPr/>
            </p:nvSpPr>
            <p:spPr>
              <a:xfrm>
                <a:off x="2605900" y="3714725"/>
                <a:ext cx="650" cy="25"/>
              </a:xfrm>
              <a:custGeom>
                <a:rect b="b" l="l" r="r" t="t"/>
                <a:pathLst>
                  <a:path extrusionOk="0" h="1" w="26">
                    <a:moveTo>
                      <a:pt x="26" y="1"/>
                    </a:moveTo>
                    <a:lnTo>
                      <a:pt x="0" y="1"/>
                    </a:lnTo>
                    <a:cubicBezTo>
                      <a:pt x="9" y="1"/>
                      <a:pt x="17"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2"/>
              <p:cNvSpPr/>
              <p:nvPr/>
            </p:nvSpPr>
            <p:spPr>
              <a:xfrm>
                <a:off x="2617525" y="3718725"/>
                <a:ext cx="23350" cy="2450"/>
              </a:xfrm>
              <a:custGeom>
                <a:rect b="b" l="l" r="r" t="t"/>
                <a:pathLst>
                  <a:path extrusionOk="0" h="98" w="934">
                    <a:moveTo>
                      <a:pt x="55" y="1"/>
                    </a:moveTo>
                    <a:cubicBezTo>
                      <a:pt x="22" y="1"/>
                      <a:pt x="1" y="7"/>
                      <a:pt x="1" y="27"/>
                    </a:cubicBezTo>
                    <a:cubicBezTo>
                      <a:pt x="13" y="29"/>
                      <a:pt x="26" y="30"/>
                      <a:pt x="40" y="30"/>
                    </a:cubicBezTo>
                    <a:cubicBezTo>
                      <a:pt x="73" y="30"/>
                      <a:pt x="109" y="24"/>
                      <a:pt x="144" y="18"/>
                    </a:cubicBezTo>
                    <a:lnTo>
                      <a:pt x="144" y="18"/>
                    </a:lnTo>
                    <a:lnTo>
                      <a:pt x="136" y="69"/>
                    </a:lnTo>
                    <a:cubicBezTo>
                      <a:pt x="211" y="69"/>
                      <a:pt x="154" y="36"/>
                      <a:pt x="259" y="35"/>
                    </a:cubicBezTo>
                    <a:lnTo>
                      <a:pt x="259" y="35"/>
                    </a:lnTo>
                    <a:cubicBezTo>
                      <a:pt x="350" y="35"/>
                      <a:pt x="442" y="37"/>
                      <a:pt x="534" y="52"/>
                    </a:cubicBezTo>
                    <a:cubicBezTo>
                      <a:pt x="525" y="69"/>
                      <a:pt x="584" y="69"/>
                      <a:pt x="576" y="94"/>
                    </a:cubicBezTo>
                    <a:cubicBezTo>
                      <a:pt x="589" y="96"/>
                      <a:pt x="602" y="98"/>
                      <a:pt x="615" y="98"/>
                    </a:cubicBezTo>
                    <a:cubicBezTo>
                      <a:pt x="656" y="98"/>
                      <a:pt x="699" y="88"/>
                      <a:pt x="737" y="69"/>
                    </a:cubicBezTo>
                    <a:cubicBezTo>
                      <a:pt x="754" y="73"/>
                      <a:pt x="779" y="73"/>
                      <a:pt x="805" y="73"/>
                    </a:cubicBezTo>
                    <a:cubicBezTo>
                      <a:pt x="832" y="73"/>
                      <a:pt x="859" y="73"/>
                      <a:pt x="880" y="77"/>
                    </a:cubicBezTo>
                    <a:cubicBezTo>
                      <a:pt x="866" y="63"/>
                      <a:pt x="933" y="42"/>
                      <a:pt x="876" y="42"/>
                    </a:cubicBezTo>
                    <a:cubicBezTo>
                      <a:pt x="867" y="42"/>
                      <a:pt x="856" y="42"/>
                      <a:pt x="842" y="43"/>
                    </a:cubicBezTo>
                    <a:lnTo>
                      <a:pt x="842" y="43"/>
                    </a:lnTo>
                    <a:cubicBezTo>
                      <a:pt x="843" y="43"/>
                      <a:pt x="841" y="41"/>
                      <a:pt x="847" y="35"/>
                    </a:cubicBezTo>
                    <a:cubicBezTo>
                      <a:pt x="825" y="28"/>
                      <a:pt x="808" y="26"/>
                      <a:pt x="792" y="26"/>
                    </a:cubicBezTo>
                    <a:cubicBezTo>
                      <a:pt x="759" y="26"/>
                      <a:pt x="733" y="37"/>
                      <a:pt x="694" y="37"/>
                    </a:cubicBezTo>
                    <a:cubicBezTo>
                      <a:pt x="686" y="37"/>
                      <a:pt x="678" y="36"/>
                      <a:pt x="669" y="35"/>
                    </a:cubicBezTo>
                    <a:cubicBezTo>
                      <a:pt x="635" y="18"/>
                      <a:pt x="737" y="18"/>
                      <a:pt x="703" y="10"/>
                    </a:cubicBezTo>
                    <a:lnTo>
                      <a:pt x="703" y="10"/>
                    </a:lnTo>
                    <a:cubicBezTo>
                      <a:pt x="695" y="11"/>
                      <a:pt x="686" y="11"/>
                      <a:pt x="676" y="11"/>
                    </a:cubicBezTo>
                    <a:cubicBezTo>
                      <a:pt x="625" y="11"/>
                      <a:pt x="556" y="1"/>
                      <a:pt x="506" y="1"/>
                    </a:cubicBezTo>
                    <a:cubicBezTo>
                      <a:pt x="468" y="1"/>
                      <a:pt x="441" y="7"/>
                      <a:pt x="441" y="27"/>
                    </a:cubicBezTo>
                    <a:cubicBezTo>
                      <a:pt x="381" y="27"/>
                      <a:pt x="373" y="18"/>
                      <a:pt x="356" y="1"/>
                    </a:cubicBezTo>
                    <a:cubicBezTo>
                      <a:pt x="332" y="13"/>
                      <a:pt x="300" y="17"/>
                      <a:pt x="265" y="17"/>
                    </a:cubicBezTo>
                    <a:cubicBezTo>
                      <a:pt x="193" y="17"/>
                      <a:pt x="109" y="1"/>
                      <a:pt x="5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2"/>
              <p:cNvSpPr/>
              <p:nvPr/>
            </p:nvSpPr>
            <p:spPr>
              <a:xfrm>
                <a:off x="2651375" y="371852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2"/>
              <p:cNvSpPr/>
              <p:nvPr/>
            </p:nvSpPr>
            <p:spPr>
              <a:xfrm>
                <a:off x="2651575" y="3721925"/>
                <a:ext cx="23500" cy="4675"/>
              </a:xfrm>
              <a:custGeom>
                <a:rect b="b" l="l" r="r" t="t"/>
                <a:pathLst>
                  <a:path extrusionOk="0" h="187" w="940">
                    <a:moveTo>
                      <a:pt x="787" y="136"/>
                    </a:moveTo>
                    <a:lnTo>
                      <a:pt x="847" y="144"/>
                    </a:lnTo>
                    <a:cubicBezTo>
                      <a:pt x="821" y="144"/>
                      <a:pt x="804" y="144"/>
                      <a:pt x="787" y="136"/>
                    </a:cubicBezTo>
                    <a:close/>
                    <a:moveTo>
                      <a:pt x="644" y="0"/>
                    </a:moveTo>
                    <a:lnTo>
                      <a:pt x="644" y="0"/>
                    </a:lnTo>
                    <a:cubicBezTo>
                      <a:pt x="457" y="17"/>
                      <a:pt x="635" y="93"/>
                      <a:pt x="474" y="93"/>
                    </a:cubicBezTo>
                    <a:lnTo>
                      <a:pt x="364" y="76"/>
                    </a:lnTo>
                    <a:lnTo>
                      <a:pt x="322" y="119"/>
                    </a:lnTo>
                    <a:cubicBezTo>
                      <a:pt x="263" y="119"/>
                      <a:pt x="373" y="85"/>
                      <a:pt x="271" y="85"/>
                    </a:cubicBezTo>
                    <a:cubicBezTo>
                      <a:pt x="262" y="89"/>
                      <a:pt x="250" y="91"/>
                      <a:pt x="237" y="91"/>
                    </a:cubicBezTo>
                    <a:cubicBezTo>
                      <a:pt x="217" y="91"/>
                      <a:pt x="194" y="87"/>
                      <a:pt x="177" y="87"/>
                    </a:cubicBezTo>
                    <a:cubicBezTo>
                      <a:pt x="166" y="87"/>
                      <a:pt x="158" y="89"/>
                      <a:pt x="153" y="93"/>
                    </a:cubicBezTo>
                    <a:cubicBezTo>
                      <a:pt x="153" y="76"/>
                      <a:pt x="161" y="68"/>
                      <a:pt x="111" y="68"/>
                    </a:cubicBezTo>
                    <a:cubicBezTo>
                      <a:pt x="102" y="68"/>
                      <a:pt x="102" y="85"/>
                      <a:pt x="68" y="85"/>
                    </a:cubicBezTo>
                    <a:cubicBezTo>
                      <a:pt x="56" y="64"/>
                      <a:pt x="81" y="64"/>
                      <a:pt x="104" y="64"/>
                    </a:cubicBezTo>
                    <a:cubicBezTo>
                      <a:pt x="128" y="64"/>
                      <a:pt x="149" y="64"/>
                      <a:pt x="128" y="43"/>
                    </a:cubicBezTo>
                    <a:cubicBezTo>
                      <a:pt x="110" y="40"/>
                      <a:pt x="95" y="39"/>
                      <a:pt x="84" y="39"/>
                    </a:cubicBezTo>
                    <a:cubicBezTo>
                      <a:pt x="13" y="39"/>
                      <a:pt x="48" y="78"/>
                      <a:pt x="26" y="85"/>
                    </a:cubicBezTo>
                    <a:lnTo>
                      <a:pt x="51" y="85"/>
                    </a:lnTo>
                    <a:cubicBezTo>
                      <a:pt x="51" y="93"/>
                      <a:pt x="39" y="93"/>
                      <a:pt x="26" y="93"/>
                    </a:cubicBezTo>
                    <a:cubicBezTo>
                      <a:pt x="13" y="93"/>
                      <a:pt x="1" y="93"/>
                      <a:pt x="1" y="102"/>
                    </a:cubicBezTo>
                    <a:cubicBezTo>
                      <a:pt x="13" y="106"/>
                      <a:pt x="24" y="108"/>
                      <a:pt x="33" y="108"/>
                    </a:cubicBezTo>
                    <a:cubicBezTo>
                      <a:pt x="43" y="108"/>
                      <a:pt x="51" y="106"/>
                      <a:pt x="60" y="102"/>
                    </a:cubicBezTo>
                    <a:lnTo>
                      <a:pt x="60" y="102"/>
                    </a:lnTo>
                    <a:cubicBezTo>
                      <a:pt x="26" y="119"/>
                      <a:pt x="119" y="144"/>
                      <a:pt x="153" y="144"/>
                    </a:cubicBezTo>
                    <a:cubicBezTo>
                      <a:pt x="202" y="141"/>
                      <a:pt x="252" y="138"/>
                      <a:pt x="303" y="138"/>
                    </a:cubicBezTo>
                    <a:cubicBezTo>
                      <a:pt x="375" y="138"/>
                      <a:pt x="447" y="143"/>
                      <a:pt x="517" y="152"/>
                    </a:cubicBezTo>
                    <a:cubicBezTo>
                      <a:pt x="508" y="152"/>
                      <a:pt x="483" y="152"/>
                      <a:pt x="500" y="161"/>
                    </a:cubicBezTo>
                    <a:cubicBezTo>
                      <a:pt x="660" y="169"/>
                      <a:pt x="720" y="186"/>
                      <a:pt x="906" y="186"/>
                    </a:cubicBezTo>
                    <a:lnTo>
                      <a:pt x="940" y="144"/>
                    </a:lnTo>
                    <a:cubicBezTo>
                      <a:pt x="940" y="140"/>
                      <a:pt x="931" y="140"/>
                      <a:pt x="917" y="140"/>
                    </a:cubicBezTo>
                    <a:cubicBezTo>
                      <a:pt x="904" y="140"/>
                      <a:pt x="885" y="140"/>
                      <a:pt x="864" y="136"/>
                    </a:cubicBezTo>
                    <a:cubicBezTo>
                      <a:pt x="872" y="127"/>
                      <a:pt x="880" y="110"/>
                      <a:pt x="838" y="110"/>
                    </a:cubicBezTo>
                    <a:cubicBezTo>
                      <a:pt x="818" y="104"/>
                      <a:pt x="800" y="102"/>
                      <a:pt x="783" y="102"/>
                    </a:cubicBezTo>
                    <a:cubicBezTo>
                      <a:pt x="735" y="102"/>
                      <a:pt x="697" y="120"/>
                      <a:pt x="654" y="120"/>
                    </a:cubicBezTo>
                    <a:cubicBezTo>
                      <a:pt x="648" y="120"/>
                      <a:pt x="641" y="119"/>
                      <a:pt x="635" y="119"/>
                    </a:cubicBezTo>
                    <a:lnTo>
                      <a:pt x="660" y="119"/>
                    </a:lnTo>
                    <a:cubicBezTo>
                      <a:pt x="631" y="110"/>
                      <a:pt x="599" y="106"/>
                      <a:pt x="567" y="106"/>
                    </a:cubicBezTo>
                    <a:cubicBezTo>
                      <a:pt x="536" y="106"/>
                      <a:pt x="504" y="110"/>
                      <a:pt x="474" y="119"/>
                    </a:cubicBezTo>
                    <a:cubicBezTo>
                      <a:pt x="459" y="107"/>
                      <a:pt x="477" y="104"/>
                      <a:pt x="503" y="104"/>
                    </a:cubicBezTo>
                    <a:cubicBezTo>
                      <a:pt x="520" y="104"/>
                      <a:pt x="540" y="105"/>
                      <a:pt x="556" y="105"/>
                    </a:cubicBezTo>
                    <a:cubicBezTo>
                      <a:pt x="583" y="105"/>
                      <a:pt x="597" y="102"/>
                      <a:pt x="559" y="85"/>
                    </a:cubicBezTo>
                    <a:lnTo>
                      <a:pt x="559" y="85"/>
                    </a:lnTo>
                    <a:cubicBezTo>
                      <a:pt x="593" y="89"/>
                      <a:pt x="629" y="91"/>
                      <a:pt x="665" y="91"/>
                    </a:cubicBezTo>
                    <a:cubicBezTo>
                      <a:pt x="701" y="91"/>
                      <a:pt x="737" y="89"/>
                      <a:pt x="770" y="85"/>
                    </a:cubicBezTo>
                    <a:cubicBezTo>
                      <a:pt x="686" y="68"/>
                      <a:pt x="618" y="26"/>
                      <a:pt x="6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2"/>
              <p:cNvSpPr/>
              <p:nvPr/>
            </p:nvSpPr>
            <p:spPr>
              <a:xfrm>
                <a:off x="2747175" y="3778600"/>
                <a:ext cx="450" cy="225"/>
              </a:xfrm>
              <a:custGeom>
                <a:rect b="b" l="l" r="r" t="t"/>
                <a:pathLst>
                  <a:path extrusionOk="0" h="9" w="18">
                    <a:moveTo>
                      <a:pt x="17" y="0"/>
                    </a:moveTo>
                    <a:lnTo>
                      <a:pt x="0" y="9"/>
                    </a:lnTo>
                    <a:cubicBezTo>
                      <a:pt x="9" y="9"/>
                      <a:pt x="17" y="9"/>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2"/>
              <p:cNvSpPr/>
              <p:nvPr/>
            </p:nvSpPr>
            <p:spPr>
              <a:xfrm>
                <a:off x="2728975" y="3715775"/>
                <a:ext cx="875" cy="25"/>
              </a:xfrm>
              <a:custGeom>
                <a:rect b="b" l="l" r="r" t="t"/>
                <a:pathLst>
                  <a:path extrusionOk="0" h="1" w="35">
                    <a:moveTo>
                      <a:pt x="1" y="1"/>
                    </a:moveTo>
                    <a:lnTo>
                      <a:pt x="3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2"/>
              <p:cNvSpPr/>
              <p:nvPr/>
            </p:nvSpPr>
            <p:spPr>
              <a:xfrm>
                <a:off x="2748225" y="3713250"/>
                <a:ext cx="1300" cy="225"/>
              </a:xfrm>
              <a:custGeom>
                <a:rect b="b" l="l" r="r" t="t"/>
                <a:pathLst>
                  <a:path extrusionOk="0" h="9" w="52">
                    <a:moveTo>
                      <a:pt x="51" y="0"/>
                    </a:moveTo>
                    <a:cubicBezTo>
                      <a:pt x="43" y="0"/>
                      <a:pt x="34" y="2"/>
                      <a:pt x="26" y="5"/>
                    </a:cubicBezTo>
                    <a:lnTo>
                      <a:pt x="26" y="5"/>
                    </a:lnTo>
                    <a:lnTo>
                      <a:pt x="51" y="0"/>
                    </a:lnTo>
                    <a:close/>
                    <a:moveTo>
                      <a:pt x="26" y="5"/>
                    </a:moveTo>
                    <a:lnTo>
                      <a:pt x="1" y="9"/>
                    </a:lnTo>
                    <a:cubicBezTo>
                      <a:pt x="9" y="9"/>
                      <a:pt x="18" y="7"/>
                      <a:pt x="26"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2"/>
              <p:cNvSpPr/>
              <p:nvPr/>
            </p:nvSpPr>
            <p:spPr>
              <a:xfrm>
                <a:off x="2755425" y="3771825"/>
                <a:ext cx="225" cy="250"/>
              </a:xfrm>
              <a:custGeom>
                <a:rect b="b" l="l" r="r" t="t"/>
                <a:pathLst>
                  <a:path extrusionOk="0" h="10" w="9">
                    <a:moveTo>
                      <a:pt x="0" y="9"/>
                    </a:moveTo>
                    <a:lnTo>
                      <a:pt x="0" y="9"/>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2"/>
              <p:cNvSpPr/>
              <p:nvPr/>
            </p:nvSpPr>
            <p:spPr>
              <a:xfrm>
                <a:off x="2795175" y="3719600"/>
                <a:ext cx="875" cy="225"/>
              </a:xfrm>
              <a:custGeom>
                <a:rect b="b" l="l" r="r" t="t"/>
                <a:pathLst>
                  <a:path extrusionOk="0" h="9" w="35">
                    <a:moveTo>
                      <a:pt x="1" y="0"/>
                    </a:moveTo>
                    <a:lnTo>
                      <a:pt x="1" y="0"/>
                    </a:lnTo>
                    <a:cubicBezTo>
                      <a:pt x="9" y="9"/>
                      <a:pt x="18" y="9"/>
                      <a:pt x="26" y="9"/>
                    </a:cubicBezTo>
                    <a:cubicBezTo>
                      <a:pt x="34" y="9"/>
                      <a:pt x="18" y="9"/>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2"/>
              <p:cNvSpPr/>
              <p:nvPr/>
            </p:nvSpPr>
            <p:spPr>
              <a:xfrm>
                <a:off x="2748025" y="3713450"/>
                <a:ext cx="225" cy="25"/>
              </a:xfrm>
              <a:custGeom>
                <a:rect b="b" l="l" r="r" t="t"/>
                <a:pathLst>
                  <a:path extrusionOk="0" h="1" w="9">
                    <a:moveTo>
                      <a:pt x="0" y="1"/>
                    </a:moveTo>
                    <a:lnTo>
                      <a:pt x="0" y="1"/>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2"/>
              <p:cNvSpPr/>
              <p:nvPr/>
            </p:nvSpPr>
            <p:spPr>
              <a:xfrm>
                <a:off x="2720525" y="3711975"/>
                <a:ext cx="450" cy="25"/>
              </a:xfrm>
              <a:custGeom>
                <a:rect b="b" l="l" r="r" t="t"/>
                <a:pathLst>
                  <a:path extrusionOk="0" h="1" w="18">
                    <a:moveTo>
                      <a:pt x="17" y="1"/>
                    </a:moveTo>
                    <a:lnTo>
                      <a:pt x="0" y="1"/>
                    </a:lnTo>
                    <a:cubicBezTo>
                      <a:pt x="0" y="1"/>
                      <a:pt x="9" y="1"/>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2"/>
              <p:cNvSpPr/>
              <p:nvPr/>
            </p:nvSpPr>
            <p:spPr>
              <a:xfrm>
                <a:off x="2721375" y="3715350"/>
                <a:ext cx="650" cy="25"/>
              </a:xfrm>
              <a:custGeom>
                <a:rect b="b" l="l" r="r" t="t"/>
                <a:pathLst>
                  <a:path extrusionOk="0" h="1" w="26">
                    <a:moveTo>
                      <a:pt x="26" y="1"/>
                    </a:moveTo>
                    <a:cubicBezTo>
                      <a:pt x="17" y="1"/>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2"/>
              <p:cNvSpPr/>
              <p:nvPr/>
            </p:nvSpPr>
            <p:spPr>
              <a:xfrm>
                <a:off x="2691975" y="3711125"/>
                <a:ext cx="1075" cy="25"/>
              </a:xfrm>
              <a:custGeom>
                <a:rect b="b" l="l" r="r" t="t"/>
                <a:pathLst>
                  <a:path extrusionOk="0" h="1" w="43">
                    <a:moveTo>
                      <a:pt x="43" y="1"/>
                    </a:moveTo>
                    <a:lnTo>
                      <a:pt x="0" y="1"/>
                    </a:lnTo>
                    <a:cubicBezTo>
                      <a:pt x="9"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2"/>
              <p:cNvSpPr/>
              <p:nvPr/>
            </p:nvSpPr>
            <p:spPr>
              <a:xfrm>
                <a:off x="2718825" y="3714300"/>
                <a:ext cx="250" cy="250"/>
              </a:xfrm>
              <a:custGeom>
                <a:rect b="b" l="l" r="r" t="t"/>
                <a:pathLst>
                  <a:path extrusionOk="0" h="10" w="10">
                    <a:moveTo>
                      <a:pt x="9" y="1"/>
                    </a:moveTo>
                    <a:lnTo>
                      <a:pt x="1" y="9"/>
                    </a:lnTo>
                    <a:cubicBezTo>
                      <a:pt x="9" y="9"/>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2"/>
              <p:cNvSpPr/>
              <p:nvPr/>
            </p:nvSpPr>
            <p:spPr>
              <a:xfrm>
                <a:off x="2739775" y="378070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2"/>
              <p:cNvSpPr/>
              <p:nvPr/>
            </p:nvSpPr>
            <p:spPr>
              <a:xfrm>
                <a:off x="2737875" y="3783675"/>
                <a:ext cx="850" cy="650"/>
              </a:xfrm>
              <a:custGeom>
                <a:rect b="b" l="l" r="r" t="t"/>
                <a:pathLst>
                  <a:path extrusionOk="0" h="26" w="34">
                    <a:moveTo>
                      <a:pt x="34" y="0"/>
                    </a:moveTo>
                    <a:lnTo>
                      <a:pt x="0" y="26"/>
                    </a:lnTo>
                    <a:cubicBezTo>
                      <a:pt x="17" y="17"/>
                      <a:pt x="25" y="9"/>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2"/>
              <p:cNvSpPr/>
              <p:nvPr/>
            </p:nvSpPr>
            <p:spPr>
              <a:xfrm>
                <a:off x="2788350" y="3734825"/>
                <a:ext cx="1350" cy="1075"/>
              </a:xfrm>
              <a:custGeom>
                <a:rect b="b" l="l" r="r" t="t"/>
                <a:pathLst>
                  <a:path extrusionOk="0" h="43" w="54">
                    <a:moveTo>
                      <a:pt x="3" y="26"/>
                    </a:moveTo>
                    <a:cubicBezTo>
                      <a:pt x="2" y="28"/>
                      <a:pt x="1" y="29"/>
                      <a:pt x="2" y="30"/>
                    </a:cubicBezTo>
                    <a:lnTo>
                      <a:pt x="2" y="30"/>
                    </a:lnTo>
                    <a:cubicBezTo>
                      <a:pt x="2" y="29"/>
                      <a:pt x="2" y="27"/>
                      <a:pt x="3" y="26"/>
                    </a:cubicBezTo>
                    <a:close/>
                    <a:moveTo>
                      <a:pt x="54" y="0"/>
                    </a:moveTo>
                    <a:lnTo>
                      <a:pt x="54" y="0"/>
                    </a:lnTo>
                    <a:cubicBezTo>
                      <a:pt x="33" y="7"/>
                      <a:pt x="7" y="30"/>
                      <a:pt x="2" y="30"/>
                    </a:cubicBezTo>
                    <a:cubicBezTo>
                      <a:pt x="2" y="30"/>
                      <a:pt x="2" y="30"/>
                      <a:pt x="2" y="30"/>
                    </a:cubicBezTo>
                    <a:lnTo>
                      <a:pt x="2" y="30"/>
                    </a:lnTo>
                    <a:cubicBezTo>
                      <a:pt x="0" y="38"/>
                      <a:pt x="3" y="42"/>
                      <a:pt x="8" y="42"/>
                    </a:cubicBezTo>
                    <a:cubicBezTo>
                      <a:pt x="17" y="42"/>
                      <a:pt x="34" y="30"/>
                      <a:pt x="5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2"/>
              <p:cNvSpPr/>
              <p:nvPr/>
            </p:nvSpPr>
            <p:spPr>
              <a:xfrm>
                <a:off x="2739550" y="3771775"/>
                <a:ext cx="375" cy="700"/>
              </a:xfrm>
              <a:custGeom>
                <a:rect b="b" l="l" r="r" t="t"/>
                <a:pathLst>
                  <a:path extrusionOk="0" h="28" w="15">
                    <a:moveTo>
                      <a:pt x="12" y="0"/>
                    </a:moveTo>
                    <a:cubicBezTo>
                      <a:pt x="12" y="0"/>
                      <a:pt x="11" y="1"/>
                      <a:pt x="9" y="3"/>
                    </a:cubicBezTo>
                    <a:cubicBezTo>
                      <a:pt x="9" y="11"/>
                      <a:pt x="1" y="20"/>
                      <a:pt x="1" y="28"/>
                    </a:cubicBezTo>
                    <a:cubicBezTo>
                      <a:pt x="8" y="14"/>
                      <a:pt x="15" y="0"/>
                      <a:pt x="1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2"/>
              <p:cNvSpPr/>
              <p:nvPr/>
            </p:nvSpPr>
            <p:spPr>
              <a:xfrm>
                <a:off x="2739125" y="3772475"/>
                <a:ext cx="450" cy="650"/>
              </a:xfrm>
              <a:custGeom>
                <a:rect b="b" l="l" r="r" t="t"/>
                <a:pathLst>
                  <a:path extrusionOk="0" h="26" w="18">
                    <a:moveTo>
                      <a:pt x="18" y="0"/>
                    </a:moveTo>
                    <a:lnTo>
                      <a:pt x="18" y="0"/>
                    </a:lnTo>
                    <a:cubicBezTo>
                      <a:pt x="14" y="4"/>
                      <a:pt x="11" y="8"/>
                      <a:pt x="9" y="13"/>
                    </a:cubicBezTo>
                    <a:lnTo>
                      <a:pt x="9" y="13"/>
                    </a:lnTo>
                    <a:lnTo>
                      <a:pt x="18" y="0"/>
                    </a:lnTo>
                    <a:close/>
                    <a:moveTo>
                      <a:pt x="9" y="13"/>
                    </a:moveTo>
                    <a:lnTo>
                      <a:pt x="1" y="25"/>
                    </a:lnTo>
                    <a:cubicBezTo>
                      <a:pt x="5" y="21"/>
                      <a:pt x="7" y="17"/>
                      <a:pt x="9" y="1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2"/>
              <p:cNvSpPr/>
              <p:nvPr/>
            </p:nvSpPr>
            <p:spPr>
              <a:xfrm>
                <a:off x="2780150" y="3731225"/>
                <a:ext cx="450" cy="225"/>
              </a:xfrm>
              <a:custGeom>
                <a:rect b="b" l="l" r="r" t="t"/>
                <a:pathLst>
                  <a:path extrusionOk="0" h="9" w="18">
                    <a:moveTo>
                      <a:pt x="18" y="0"/>
                    </a:moveTo>
                    <a:cubicBezTo>
                      <a:pt x="14" y="0"/>
                      <a:pt x="12" y="3"/>
                      <a:pt x="9" y="5"/>
                    </a:cubicBezTo>
                    <a:lnTo>
                      <a:pt x="18" y="0"/>
                    </a:lnTo>
                    <a:close/>
                    <a:moveTo>
                      <a:pt x="9" y="5"/>
                    </a:moveTo>
                    <a:lnTo>
                      <a:pt x="1" y="9"/>
                    </a:lnTo>
                    <a:cubicBezTo>
                      <a:pt x="5" y="9"/>
                      <a:pt x="7" y="7"/>
                      <a:pt x="9"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2"/>
              <p:cNvSpPr/>
              <p:nvPr/>
            </p:nvSpPr>
            <p:spPr>
              <a:xfrm>
                <a:off x="2734900" y="3783250"/>
                <a:ext cx="7000" cy="7000"/>
              </a:xfrm>
              <a:custGeom>
                <a:rect b="b" l="l" r="r" t="t"/>
                <a:pathLst>
                  <a:path extrusionOk="0" h="280" w="280">
                    <a:moveTo>
                      <a:pt x="119" y="43"/>
                    </a:moveTo>
                    <a:cubicBezTo>
                      <a:pt x="118" y="44"/>
                      <a:pt x="117" y="45"/>
                      <a:pt x="116" y="46"/>
                    </a:cubicBezTo>
                    <a:lnTo>
                      <a:pt x="116" y="46"/>
                    </a:lnTo>
                    <a:cubicBezTo>
                      <a:pt x="117" y="45"/>
                      <a:pt x="118" y="44"/>
                      <a:pt x="119" y="43"/>
                    </a:cubicBezTo>
                    <a:close/>
                    <a:moveTo>
                      <a:pt x="96" y="118"/>
                    </a:moveTo>
                    <a:cubicBezTo>
                      <a:pt x="95" y="118"/>
                      <a:pt x="94" y="118"/>
                      <a:pt x="94" y="119"/>
                    </a:cubicBezTo>
                    <a:lnTo>
                      <a:pt x="94" y="129"/>
                    </a:lnTo>
                    <a:lnTo>
                      <a:pt x="94" y="129"/>
                    </a:lnTo>
                    <a:cubicBezTo>
                      <a:pt x="95" y="125"/>
                      <a:pt x="96" y="121"/>
                      <a:pt x="96" y="118"/>
                    </a:cubicBezTo>
                    <a:close/>
                    <a:moveTo>
                      <a:pt x="254" y="0"/>
                    </a:moveTo>
                    <a:lnTo>
                      <a:pt x="111" y="93"/>
                    </a:lnTo>
                    <a:cubicBezTo>
                      <a:pt x="92" y="100"/>
                      <a:pt x="81" y="102"/>
                      <a:pt x="75" y="102"/>
                    </a:cubicBezTo>
                    <a:cubicBezTo>
                      <a:pt x="55" y="102"/>
                      <a:pt x="85" y="77"/>
                      <a:pt x="116" y="46"/>
                    </a:cubicBezTo>
                    <a:lnTo>
                      <a:pt x="116" y="46"/>
                    </a:lnTo>
                    <a:cubicBezTo>
                      <a:pt x="109" y="53"/>
                      <a:pt x="101" y="60"/>
                      <a:pt x="94" y="60"/>
                    </a:cubicBezTo>
                    <a:cubicBezTo>
                      <a:pt x="94" y="66"/>
                      <a:pt x="22" y="139"/>
                      <a:pt x="40" y="139"/>
                    </a:cubicBezTo>
                    <a:cubicBezTo>
                      <a:pt x="46" y="139"/>
                      <a:pt x="62" y="131"/>
                      <a:pt x="94" y="110"/>
                    </a:cubicBezTo>
                    <a:lnTo>
                      <a:pt x="94" y="110"/>
                    </a:lnTo>
                    <a:cubicBezTo>
                      <a:pt x="95" y="113"/>
                      <a:pt x="96" y="115"/>
                      <a:pt x="96" y="118"/>
                    </a:cubicBezTo>
                    <a:lnTo>
                      <a:pt x="96" y="118"/>
                    </a:lnTo>
                    <a:cubicBezTo>
                      <a:pt x="154" y="84"/>
                      <a:pt x="213" y="51"/>
                      <a:pt x="254" y="0"/>
                    </a:cubicBezTo>
                    <a:close/>
                    <a:moveTo>
                      <a:pt x="280" y="9"/>
                    </a:moveTo>
                    <a:lnTo>
                      <a:pt x="280" y="9"/>
                    </a:lnTo>
                    <a:cubicBezTo>
                      <a:pt x="229" y="68"/>
                      <a:pt x="161" y="119"/>
                      <a:pt x="94" y="153"/>
                    </a:cubicBezTo>
                    <a:lnTo>
                      <a:pt x="94" y="129"/>
                    </a:lnTo>
                    <a:lnTo>
                      <a:pt x="94" y="129"/>
                    </a:lnTo>
                    <a:cubicBezTo>
                      <a:pt x="81" y="157"/>
                      <a:pt x="21" y="184"/>
                      <a:pt x="1" y="212"/>
                    </a:cubicBezTo>
                    <a:cubicBezTo>
                      <a:pt x="3" y="211"/>
                      <a:pt x="6" y="211"/>
                      <a:pt x="7" y="211"/>
                    </a:cubicBezTo>
                    <a:cubicBezTo>
                      <a:pt x="21" y="211"/>
                      <a:pt x="3" y="237"/>
                      <a:pt x="18" y="237"/>
                    </a:cubicBezTo>
                    <a:cubicBezTo>
                      <a:pt x="26" y="220"/>
                      <a:pt x="43" y="203"/>
                      <a:pt x="68" y="187"/>
                    </a:cubicBezTo>
                    <a:cubicBezTo>
                      <a:pt x="85" y="187"/>
                      <a:pt x="60" y="229"/>
                      <a:pt x="18" y="246"/>
                    </a:cubicBezTo>
                    <a:cubicBezTo>
                      <a:pt x="23" y="244"/>
                      <a:pt x="27" y="243"/>
                      <a:pt x="29" y="243"/>
                    </a:cubicBezTo>
                    <a:cubicBezTo>
                      <a:pt x="49" y="243"/>
                      <a:pt x="18" y="280"/>
                      <a:pt x="31" y="280"/>
                    </a:cubicBezTo>
                    <a:cubicBezTo>
                      <a:pt x="34" y="280"/>
                      <a:pt x="40" y="277"/>
                      <a:pt x="51" y="271"/>
                    </a:cubicBezTo>
                    <a:cubicBezTo>
                      <a:pt x="144" y="203"/>
                      <a:pt x="221" y="110"/>
                      <a:pt x="280"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2"/>
              <p:cNvSpPr/>
              <p:nvPr/>
            </p:nvSpPr>
            <p:spPr>
              <a:xfrm>
                <a:off x="2735550" y="3777950"/>
                <a:ext cx="25" cy="250"/>
              </a:xfrm>
              <a:custGeom>
                <a:rect b="b" l="l" r="r" t="t"/>
                <a:pathLst>
                  <a:path extrusionOk="0" h="10" w="1">
                    <a:moveTo>
                      <a:pt x="0" y="1"/>
                    </a:moveTo>
                    <a:lnTo>
                      <a:pt x="0" y="1"/>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2"/>
              <p:cNvSpPr/>
              <p:nvPr/>
            </p:nvSpPr>
            <p:spPr>
              <a:xfrm>
                <a:off x="2691750" y="3725525"/>
                <a:ext cx="450" cy="225"/>
              </a:xfrm>
              <a:custGeom>
                <a:rect b="b" l="l" r="r" t="t"/>
                <a:pathLst>
                  <a:path extrusionOk="0" h="9" w="18">
                    <a:moveTo>
                      <a:pt x="18" y="0"/>
                    </a:moveTo>
                    <a:lnTo>
                      <a:pt x="1" y="8"/>
                    </a:lnTo>
                    <a:cubicBezTo>
                      <a:pt x="18" y="8"/>
                      <a:pt x="18" y="8"/>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2"/>
              <p:cNvSpPr/>
              <p:nvPr/>
            </p:nvSpPr>
            <p:spPr>
              <a:xfrm>
                <a:off x="2739550" y="3779225"/>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2"/>
              <p:cNvSpPr/>
              <p:nvPr/>
            </p:nvSpPr>
            <p:spPr>
              <a:xfrm>
                <a:off x="2701075" y="372635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2"/>
              <p:cNvSpPr/>
              <p:nvPr/>
            </p:nvSpPr>
            <p:spPr>
              <a:xfrm>
                <a:off x="2704250" y="3710925"/>
                <a:ext cx="225" cy="25"/>
              </a:xfrm>
              <a:custGeom>
                <a:rect b="b" l="l" r="r" t="t"/>
                <a:pathLst>
                  <a:path extrusionOk="0" h="1" w="9">
                    <a:moveTo>
                      <a:pt x="9" y="0"/>
                    </a:moveTo>
                    <a:lnTo>
                      <a:pt x="9" y="0"/>
                    </a:lnTo>
                    <a:cubicBezTo>
                      <a:pt x="0" y="0"/>
                      <a:pt x="0"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2"/>
              <p:cNvSpPr/>
              <p:nvPr/>
            </p:nvSpPr>
            <p:spPr>
              <a:xfrm>
                <a:off x="2701075" y="3726150"/>
                <a:ext cx="25" cy="25"/>
              </a:xfrm>
              <a:custGeom>
                <a:rect b="b" l="l" r="r" t="t"/>
                <a:pathLst>
                  <a:path extrusionOk="0" h="1" w="1">
                    <a:moveTo>
                      <a:pt x="0" y="0"/>
                    </a:moveTo>
                    <a:lnTo>
                      <a:pt x="0" y="0"/>
                    </a:lnTo>
                    <a:cubicBezTo>
                      <a:pt x="0" y="0"/>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2"/>
              <p:cNvSpPr/>
              <p:nvPr/>
            </p:nvSpPr>
            <p:spPr>
              <a:xfrm>
                <a:off x="2743375" y="3726350"/>
                <a:ext cx="425" cy="250"/>
              </a:xfrm>
              <a:custGeom>
                <a:rect b="b" l="l" r="r" t="t"/>
                <a:pathLst>
                  <a:path extrusionOk="0" h="10" w="17">
                    <a:moveTo>
                      <a:pt x="0" y="1"/>
                    </a:moveTo>
                    <a:cubicBezTo>
                      <a:pt x="0" y="1"/>
                      <a:pt x="0" y="1"/>
                      <a:pt x="17" y="9"/>
                    </a:cubicBezTo>
                    <a:cubicBezTo>
                      <a:pt x="17" y="9"/>
                      <a:pt x="8"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2"/>
              <p:cNvSpPr/>
              <p:nvPr/>
            </p:nvSpPr>
            <p:spPr>
              <a:xfrm>
                <a:off x="2735550" y="372487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2"/>
              <p:cNvSpPr/>
              <p:nvPr/>
            </p:nvSpPr>
            <p:spPr>
              <a:xfrm>
                <a:off x="2795800" y="3730800"/>
                <a:ext cx="875" cy="1300"/>
              </a:xfrm>
              <a:custGeom>
                <a:rect b="b" l="l" r="r" t="t"/>
                <a:pathLst>
                  <a:path extrusionOk="0" h="52" w="35">
                    <a:moveTo>
                      <a:pt x="35" y="1"/>
                    </a:moveTo>
                    <a:lnTo>
                      <a:pt x="35" y="1"/>
                    </a:lnTo>
                    <a:cubicBezTo>
                      <a:pt x="26" y="17"/>
                      <a:pt x="9" y="26"/>
                      <a:pt x="1" y="51"/>
                    </a:cubicBezTo>
                    <a:cubicBezTo>
                      <a:pt x="9" y="34"/>
                      <a:pt x="26" y="17"/>
                      <a:pt x="3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2"/>
              <p:cNvSpPr/>
              <p:nvPr/>
            </p:nvSpPr>
            <p:spPr>
              <a:xfrm>
                <a:off x="2700425" y="3726350"/>
                <a:ext cx="450" cy="250"/>
              </a:xfrm>
              <a:custGeom>
                <a:rect b="b" l="l" r="r" t="t"/>
                <a:pathLst>
                  <a:path extrusionOk="0" h="10" w="18">
                    <a:moveTo>
                      <a:pt x="18" y="1"/>
                    </a:moveTo>
                    <a:lnTo>
                      <a:pt x="1" y="9"/>
                    </a:lnTo>
                    <a:cubicBezTo>
                      <a:pt x="9" y="9"/>
                      <a:pt x="18" y="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2"/>
              <p:cNvSpPr/>
              <p:nvPr/>
            </p:nvSpPr>
            <p:spPr>
              <a:xfrm>
                <a:off x="2756675" y="3723825"/>
                <a:ext cx="250" cy="225"/>
              </a:xfrm>
              <a:custGeom>
                <a:rect b="b" l="l" r="r" t="t"/>
                <a:pathLst>
                  <a:path extrusionOk="0" h="9" w="10">
                    <a:moveTo>
                      <a:pt x="1" y="0"/>
                    </a:moveTo>
                    <a:lnTo>
                      <a:pt x="1"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2"/>
              <p:cNvSpPr/>
              <p:nvPr/>
            </p:nvSpPr>
            <p:spPr>
              <a:xfrm>
                <a:off x="2755425" y="3722975"/>
                <a:ext cx="10375" cy="1950"/>
              </a:xfrm>
              <a:custGeom>
                <a:rect b="b" l="l" r="r" t="t"/>
                <a:pathLst>
                  <a:path extrusionOk="0" h="78" w="415">
                    <a:moveTo>
                      <a:pt x="0" y="1"/>
                    </a:moveTo>
                    <a:lnTo>
                      <a:pt x="85" y="9"/>
                    </a:lnTo>
                    <a:lnTo>
                      <a:pt x="59" y="43"/>
                    </a:lnTo>
                    <a:lnTo>
                      <a:pt x="68" y="43"/>
                    </a:lnTo>
                    <a:cubicBezTo>
                      <a:pt x="82" y="42"/>
                      <a:pt x="93" y="42"/>
                      <a:pt x="103" y="42"/>
                    </a:cubicBezTo>
                    <a:cubicBezTo>
                      <a:pt x="188" y="42"/>
                      <a:pt x="117" y="69"/>
                      <a:pt x="202" y="69"/>
                    </a:cubicBezTo>
                    <a:cubicBezTo>
                      <a:pt x="211" y="69"/>
                      <a:pt x="222" y="69"/>
                      <a:pt x="236" y="68"/>
                    </a:cubicBezTo>
                    <a:lnTo>
                      <a:pt x="236" y="68"/>
                    </a:lnTo>
                    <a:cubicBezTo>
                      <a:pt x="228" y="69"/>
                      <a:pt x="220" y="77"/>
                      <a:pt x="220" y="77"/>
                    </a:cubicBezTo>
                    <a:cubicBezTo>
                      <a:pt x="231" y="75"/>
                      <a:pt x="243" y="75"/>
                      <a:pt x="255" y="75"/>
                    </a:cubicBezTo>
                    <a:cubicBezTo>
                      <a:pt x="287" y="75"/>
                      <a:pt x="322" y="78"/>
                      <a:pt x="351" y="78"/>
                    </a:cubicBezTo>
                    <a:cubicBezTo>
                      <a:pt x="383" y="78"/>
                      <a:pt x="407" y="74"/>
                      <a:pt x="415" y="60"/>
                    </a:cubicBezTo>
                    <a:cubicBezTo>
                      <a:pt x="389" y="60"/>
                      <a:pt x="279" y="34"/>
                      <a:pt x="305" y="17"/>
                    </a:cubicBezTo>
                    <a:cubicBezTo>
                      <a:pt x="262" y="17"/>
                      <a:pt x="203" y="1"/>
                      <a:pt x="178" y="1"/>
                    </a:cubicBezTo>
                    <a:cubicBezTo>
                      <a:pt x="246" y="17"/>
                      <a:pt x="186" y="26"/>
                      <a:pt x="136" y="34"/>
                    </a:cubicBezTo>
                    <a:cubicBezTo>
                      <a:pt x="93" y="17"/>
                      <a:pt x="144" y="9"/>
                      <a:pt x="11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2"/>
              <p:cNvSpPr/>
              <p:nvPr/>
            </p:nvSpPr>
            <p:spPr>
              <a:xfrm>
                <a:off x="2760275" y="3724875"/>
                <a:ext cx="675" cy="25"/>
              </a:xfrm>
              <a:custGeom>
                <a:rect b="b" l="l" r="r" t="t"/>
                <a:pathLst>
                  <a:path extrusionOk="0" h="1" w="27">
                    <a:moveTo>
                      <a:pt x="26" y="1"/>
                    </a:moveTo>
                    <a:cubicBezTo>
                      <a:pt x="18" y="1"/>
                      <a:pt x="9" y="1"/>
                      <a:pt x="1" y="1"/>
                    </a:cubicBezTo>
                    <a:cubicBezTo>
                      <a:pt x="9" y="1"/>
                      <a:pt x="18"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2"/>
              <p:cNvSpPr/>
              <p:nvPr/>
            </p:nvSpPr>
            <p:spPr>
              <a:xfrm>
                <a:off x="2774675" y="3727000"/>
                <a:ext cx="650" cy="25"/>
              </a:xfrm>
              <a:custGeom>
                <a:rect b="b" l="l" r="r" t="t"/>
                <a:pathLst>
                  <a:path extrusionOk="0" h="1" w="26">
                    <a:moveTo>
                      <a:pt x="0" y="0"/>
                    </a:moveTo>
                    <a:lnTo>
                      <a:pt x="2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2"/>
              <p:cNvSpPr/>
              <p:nvPr/>
            </p:nvSpPr>
            <p:spPr>
              <a:xfrm>
                <a:off x="2663850" y="3718100"/>
                <a:ext cx="2125" cy="650"/>
              </a:xfrm>
              <a:custGeom>
                <a:rect b="b" l="l" r="r" t="t"/>
                <a:pathLst>
                  <a:path extrusionOk="0" h="26" w="85">
                    <a:moveTo>
                      <a:pt x="9" y="1"/>
                    </a:moveTo>
                    <a:lnTo>
                      <a:pt x="0" y="9"/>
                    </a:lnTo>
                    <a:cubicBezTo>
                      <a:pt x="0" y="15"/>
                      <a:pt x="41" y="25"/>
                      <a:pt x="66" y="25"/>
                    </a:cubicBezTo>
                    <a:cubicBezTo>
                      <a:pt x="77" y="25"/>
                      <a:pt x="85" y="23"/>
                      <a:pt x="85" y="18"/>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2"/>
              <p:cNvSpPr/>
              <p:nvPr/>
            </p:nvSpPr>
            <p:spPr>
              <a:xfrm>
                <a:off x="2773400" y="3747075"/>
                <a:ext cx="650" cy="875"/>
              </a:xfrm>
              <a:custGeom>
                <a:rect b="b" l="l" r="r" t="t"/>
                <a:pathLst>
                  <a:path extrusionOk="0" h="35" w="26">
                    <a:moveTo>
                      <a:pt x="26" y="1"/>
                    </a:moveTo>
                    <a:cubicBezTo>
                      <a:pt x="17" y="9"/>
                      <a:pt x="9" y="18"/>
                      <a:pt x="0" y="35"/>
                    </a:cubicBezTo>
                    <a:lnTo>
                      <a:pt x="26" y="9"/>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2"/>
              <p:cNvSpPr/>
              <p:nvPr/>
            </p:nvSpPr>
            <p:spPr>
              <a:xfrm>
                <a:off x="2763025" y="3723175"/>
                <a:ext cx="675" cy="250"/>
              </a:xfrm>
              <a:custGeom>
                <a:rect b="b" l="l" r="r" t="t"/>
                <a:pathLst>
                  <a:path extrusionOk="0" h="10" w="27">
                    <a:moveTo>
                      <a:pt x="26" y="1"/>
                    </a:moveTo>
                    <a:cubicBezTo>
                      <a:pt x="18" y="1"/>
                      <a:pt x="9" y="9"/>
                      <a:pt x="1" y="9"/>
                    </a:cubicBezTo>
                    <a:cubicBezTo>
                      <a:pt x="9" y="9"/>
                      <a:pt x="18" y="9"/>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2"/>
              <p:cNvSpPr/>
              <p:nvPr/>
            </p:nvSpPr>
            <p:spPr>
              <a:xfrm>
                <a:off x="2770425" y="3747075"/>
                <a:ext cx="1925" cy="1725"/>
              </a:xfrm>
              <a:custGeom>
                <a:rect b="b" l="l" r="r" t="t"/>
                <a:pathLst>
                  <a:path extrusionOk="0" h="69" w="77">
                    <a:moveTo>
                      <a:pt x="77" y="1"/>
                    </a:moveTo>
                    <a:cubicBezTo>
                      <a:pt x="69" y="1"/>
                      <a:pt x="43" y="9"/>
                      <a:pt x="35" y="9"/>
                    </a:cubicBezTo>
                    <a:cubicBezTo>
                      <a:pt x="26" y="26"/>
                      <a:pt x="9" y="43"/>
                      <a:pt x="1" y="69"/>
                    </a:cubicBezTo>
                    <a:cubicBezTo>
                      <a:pt x="26" y="43"/>
                      <a:pt x="52" y="18"/>
                      <a:pt x="7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2"/>
              <p:cNvSpPr/>
              <p:nvPr/>
            </p:nvSpPr>
            <p:spPr>
              <a:xfrm>
                <a:off x="2770425" y="3748775"/>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2"/>
              <p:cNvSpPr/>
              <p:nvPr/>
            </p:nvSpPr>
            <p:spPr>
              <a:xfrm>
                <a:off x="2503750" y="3703525"/>
                <a:ext cx="300975" cy="79950"/>
              </a:xfrm>
              <a:custGeom>
                <a:rect b="b" l="l" r="r" t="t"/>
                <a:pathLst>
                  <a:path extrusionOk="0" h="3198" w="12039">
                    <a:moveTo>
                      <a:pt x="3520" y="102"/>
                    </a:moveTo>
                    <a:lnTo>
                      <a:pt x="3520" y="102"/>
                    </a:lnTo>
                    <a:cubicBezTo>
                      <a:pt x="3513" y="103"/>
                      <a:pt x="3506" y="105"/>
                      <a:pt x="3500" y="107"/>
                    </a:cubicBezTo>
                    <a:lnTo>
                      <a:pt x="3500" y="107"/>
                    </a:lnTo>
                    <a:cubicBezTo>
                      <a:pt x="3507" y="105"/>
                      <a:pt x="3513" y="104"/>
                      <a:pt x="3520" y="102"/>
                    </a:cubicBezTo>
                    <a:close/>
                    <a:moveTo>
                      <a:pt x="3976" y="136"/>
                    </a:moveTo>
                    <a:lnTo>
                      <a:pt x="3951" y="148"/>
                    </a:lnTo>
                    <a:lnTo>
                      <a:pt x="3951" y="148"/>
                    </a:lnTo>
                    <a:cubicBezTo>
                      <a:pt x="3967" y="142"/>
                      <a:pt x="4007" y="136"/>
                      <a:pt x="3976" y="136"/>
                    </a:cubicBezTo>
                    <a:close/>
                    <a:moveTo>
                      <a:pt x="3951" y="148"/>
                    </a:moveTo>
                    <a:cubicBezTo>
                      <a:pt x="3949" y="149"/>
                      <a:pt x="3948" y="150"/>
                      <a:pt x="3946" y="151"/>
                    </a:cubicBezTo>
                    <a:lnTo>
                      <a:pt x="3946" y="151"/>
                    </a:lnTo>
                    <a:lnTo>
                      <a:pt x="3951" y="148"/>
                    </a:lnTo>
                    <a:close/>
                    <a:moveTo>
                      <a:pt x="3905" y="406"/>
                    </a:moveTo>
                    <a:cubicBezTo>
                      <a:pt x="3904" y="406"/>
                      <a:pt x="3902" y="406"/>
                      <a:pt x="3900" y="406"/>
                    </a:cubicBezTo>
                    <a:cubicBezTo>
                      <a:pt x="3904" y="406"/>
                      <a:pt x="3904" y="406"/>
                      <a:pt x="3905" y="406"/>
                    </a:cubicBezTo>
                    <a:close/>
                    <a:moveTo>
                      <a:pt x="9274" y="427"/>
                    </a:moveTo>
                    <a:lnTo>
                      <a:pt x="9274" y="427"/>
                    </a:lnTo>
                    <a:cubicBezTo>
                      <a:pt x="9276" y="429"/>
                      <a:pt x="9278" y="430"/>
                      <a:pt x="9280" y="432"/>
                    </a:cubicBezTo>
                    <a:cubicBezTo>
                      <a:pt x="9278" y="430"/>
                      <a:pt x="9276" y="429"/>
                      <a:pt x="9274" y="427"/>
                    </a:cubicBezTo>
                    <a:close/>
                    <a:moveTo>
                      <a:pt x="4108" y="439"/>
                    </a:moveTo>
                    <a:lnTo>
                      <a:pt x="4103" y="440"/>
                    </a:lnTo>
                    <a:cubicBezTo>
                      <a:pt x="4105" y="440"/>
                      <a:pt x="4106" y="440"/>
                      <a:pt x="4108" y="439"/>
                    </a:cubicBezTo>
                    <a:close/>
                    <a:moveTo>
                      <a:pt x="6592" y="507"/>
                    </a:moveTo>
                    <a:cubicBezTo>
                      <a:pt x="6595" y="508"/>
                      <a:pt x="6598" y="508"/>
                      <a:pt x="6599" y="508"/>
                    </a:cubicBezTo>
                    <a:cubicBezTo>
                      <a:pt x="6597" y="508"/>
                      <a:pt x="6594" y="507"/>
                      <a:pt x="6592" y="507"/>
                    </a:cubicBezTo>
                    <a:close/>
                    <a:moveTo>
                      <a:pt x="5317" y="513"/>
                    </a:moveTo>
                    <a:cubicBezTo>
                      <a:pt x="5315" y="513"/>
                      <a:pt x="5314" y="515"/>
                      <a:pt x="5313" y="516"/>
                    </a:cubicBezTo>
                    <a:lnTo>
                      <a:pt x="5317" y="513"/>
                    </a:lnTo>
                    <a:close/>
                    <a:moveTo>
                      <a:pt x="7081" y="592"/>
                    </a:moveTo>
                    <a:lnTo>
                      <a:pt x="7064" y="609"/>
                    </a:lnTo>
                    <a:cubicBezTo>
                      <a:pt x="7056" y="601"/>
                      <a:pt x="7039" y="601"/>
                      <a:pt x="7039" y="592"/>
                    </a:cubicBezTo>
                    <a:close/>
                    <a:moveTo>
                      <a:pt x="10913" y="457"/>
                    </a:moveTo>
                    <a:lnTo>
                      <a:pt x="10820" y="482"/>
                    </a:lnTo>
                    <a:lnTo>
                      <a:pt x="10812" y="482"/>
                    </a:lnTo>
                    <a:lnTo>
                      <a:pt x="10676" y="508"/>
                    </a:lnTo>
                    <a:cubicBezTo>
                      <a:pt x="10738" y="508"/>
                      <a:pt x="10748" y="497"/>
                      <a:pt x="10772" y="497"/>
                    </a:cubicBezTo>
                    <a:cubicBezTo>
                      <a:pt x="10784" y="497"/>
                      <a:pt x="10800" y="499"/>
                      <a:pt x="10829" y="508"/>
                    </a:cubicBezTo>
                    <a:cubicBezTo>
                      <a:pt x="10897" y="522"/>
                      <a:pt x="10843" y="530"/>
                      <a:pt x="10807" y="541"/>
                    </a:cubicBezTo>
                    <a:lnTo>
                      <a:pt x="10807" y="541"/>
                    </a:lnTo>
                    <a:cubicBezTo>
                      <a:pt x="10832" y="540"/>
                      <a:pt x="10860" y="541"/>
                      <a:pt x="10871" y="525"/>
                    </a:cubicBezTo>
                    <a:cubicBezTo>
                      <a:pt x="10913" y="535"/>
                      <a:pt x="10958" y="542"/>
                      <a:pt x="11004" y="542"/>
                    </a:cubicBezTo>
                    <a:cubicBezTo>
                      <a:pt x="11033" y="542"/>
                      <a:pt x="11062" y="540"/>
                      <a:pt x="11091" y="533"/>
                    </a:cubicBezTo>
                    <a:cubicBezTo>
                      <a:pt x="11137" y="525"/>
                      <a:pt x="11184" y="520"/>
                      <a:pt x="11230" y="520"/>
                    </a:cubicBezTo>
                    <a:cubicBezTo>
                      <a:pt x="11277" y="520"/>
                      <a:pt x="11323" y="525"/>
                      <a:pt x="11370" y="533"/>
                    </a:cubicBezTo>
                    <a:cubicBezTo>
                      <a:pt x="11345" y="559"/>
                      <a:pt x="11412" y="559"/>
                      <a:pt x="11488" y="559"/>
                    </a:cubicBezTo>
                    <a:cubicBezTo>
                      <a:pt x="11517" y="559"/>
                      <a:pt x="11545" y="558"/>
                      <a:pt x="11569" y="558"/>
                    </a:cubicBezTo>
                    <a:cubicBezTo>
                      <a:pt x="11618" y="558"/>
                      <a:pt x="11652" y="561"/>
                      <a:pt x="11641" y="584"/>
                    </a:cubicBezTo>
                    <a:cubicBezTo>
                      <a:pt x="11605" y="577"/>
                      <a:pt x="11570" y="575"/>
                      <a:pt x="11534" y="575"/>
                    </a:cubicBezTo>
                    <a:cubicBezTo>
                      <a:pt x="11477" y="575"/>
                      <a:pt x="11419" y="582"/>
                      <a:pt x="11362" y="592"/>
                    </a:cubicBezTo>
                    <a:cubicBezTo>
                      <a:pt x="11463" y="601"/>
                      <a:pt x="11565" y="609"/>
                      <a:pt x="11666" y="626"/>
                    </a:cubicBezTo>
                    <a:cubicBezTo>
                      <a:pt x="11632" y="601"/>
                      <a:pt x="11700" y="575"/>
                      <a:pt x="11784" y="559"/>
                    </a:cubicBezTo>
                    <a:cubicBezTo>
                      <a:pt x="11666" y="550"/>
                      <a:pt x="11556" y="542"/>
                      <a:pt x="11446" y="516"/>
                    </a:cubicBezTo>
                    <a:cubicBezTo>
                      <a:pt x="11311" y="499"/>
                      <a:pt x="11167" y="482"/>
                      <a:pt x="11032" y="466"/>
                    </a:cubicBezTo>
                    <a:lnTo>
                      <a:pt x="11032" y="466"/>
                    </a:lnTo>
                    <a:cubicBezTo>
                      <a:pt x="11040" y="482"/>
                      <a:pt x="11040" y="491"/>
                      <a:pt x="11040" y="508"/>
                    </a:cubicBezTo>
                    <a:cubicBezTo>
                      <a:pt x="11019" y="509"/>
                      <a:pt x="11002" y="509"/>
                      <a:pt x="10988" y="509"/>
                    </a:cubicBezTo>
                    <a:cubicBezTo>
                      <a:pt x="10851" y="509"/>
                      <a:pt x="11075" y="472"/>
                      <a:pt x="10913" y="457"/>
                    </a:cubicBezTo>
                    <a:close/>
                    <a:moveTo>
                      <a:pt x="7741" y="542"/>
                    </a:moveTo>
                    <a:lnTo>
                      <a:pt x="8096" y="592"/>
                    </a:lnTo>
                    <a:lnTo>
                      <a:pt x="8096" y="592"/>
                    </a:lnTo>
                    <a:lnTo>
                      <a:pt x="8079" y="567"/>
                    </a:lnTo>
                    <a:lnTo>
                      <a:pt x="8079" y="567"/>
                    </a:lnTo>
                    <a:cubicBezTo>
                      <a:pt x="8089" y="569"/>
                      <a:pt x="8098" y="570"/>
                      <a:pt x="8106" y="570"/>
                    </a:cubicBezTo>
                    <a:cubicBezTo>
                      <a:pt x="8120" y="570"/>
                      <a:pt x="8132" y="568"/>
                      <a:pt x="8143" y="568"/>
                    </a:cubicBezTo>
                    <a:cubicBezTo>
                      <a:pt x="8154" y="568"/>
                      <a:pt x="8163" y="569"/>
                      <a:pt x="8172" y="575"/>
                    </a:cubicBezTo>
                    <a:cubicBezTo>
                      <a:pt x="8088" y="618"/>
                      <a:pt x="8003" y="652"/>
                      <a:pt x="7919" y="677"/>
                    </a:cubicBezTo>
                    <a:cubicBezTo>
                      <a:pt x="7851" y="677"/>
                      <a:pt x="7783" y="669"/>
                      <a:pt x="7724" y="660"/>
                    </a:cubicBezTo>
                    <a:lnTo>
                      <a:pt x="7741" y="660"/>
                    </a:lnTo>
                    <a:cubicBezTo>
                      <a:pt x="7796" y="664"/>
                      <a:pt x="7839" y="666"/>
                      <a:pt x="7871" y="666"/>
                    </a:cubicBezTo>
                    <a:cubicBezTo>
                      <a:pt x="8041" y="666"/>
                      <a:pt x="7912" y="613"/>
                      <a:pt x="7741" y="542"/>
                    </a:cubicBezTo>
                    <a:close/>
                    <a:moveTo>
                      <a:pt x="8232" y="685"/>
                    </a:moveTo>
                    <a:cubicBezTo>
                      <a:pt x="8226" y="697"/>
                      <a:pt x="8232" y="709"/>
                      <a:pt x="8213" y="709"/>
                    </a:cubicBezTo>
                    <a:cubicBezTo>
                      <a:pt x="8205" y="709"/>
                      <a:pt x="8192" y="707"/>
                      <a:pt x="8172" y="702"/>
                    </a:cubicBezTo>
                    <a:cubicBezTo>
                      <a:pt x="8172" y="694"/>
                      <a:pt x="8172" y="694"/>
                      <a:pt x="8164" y="685"/>
                    </a:cubicBezTo>
                    <a:close/>
                    <a:moveTo>
                      <a:pt x="10040" y="718"/>
                    </a:moveTo>
                    <a:lnTo>
                      <a:pt x="10040" y="718"/>
                    </a:lnTo>
                    <a:cubicBezTo>
                      <a:pt x="10038" y="719"/>
                      <a:pt x="10035" y="719"/>
                      <a:pt x="10033" y="719"/>
                    </a:cubicBezTo>
                    <a:cubicBezTo>
                      <a:pt x="10036" y="719"/>
                      <a:pt x="10038" y="719"/>
                      <a:pt x="10040" y="718"/>
                    </a:cubicBezTo>
                    <a:close/>
                    <a:moveTo>
                      <a:pt x="7512" y="635"/>
                    </a:moveTo>
                    <a:lnTo>
                      <a:pt x="7589" y="643"/>
                    </a:lnTo>
                    <a:cubicBezTo>
                      <a:pt x="7614" y="652"/>
                      <a:pt x="7631" y="652"/>
                      <a:pt x="7622" y="660"/>
                    </a:cubicBezTo>
                    <a:cubicBezTo>
                      <a:pt x="7614" y="694"/>
                      <a:pt x="7521" y="694"/>
                      <a:pt x="7496" y="719"/>
                    </a:cubicBezTo>
                    <a:cubicBezTo>
                      <a:pt x="7489" y="721"/>
                      <a:pt x="7478" y="722"/>
                      <a:pt x="7464" y="722"/>
                    </a:cubicBezTo>
                    <a:cubicBezTo>
                      <a:pt x="7424" y="722"/>
                      <a:pt x="7367" y="713"/>
                      <a:pt x="7386" y="694"/>
                    </a:cubicBezTo>
                    <a:lnTo>
                      <a:pt x="7386" y="694"/>
                    </a:lnTo>
                    <a:cubicBezTo>
                      <a:pt x="7393" y="696"/>
                      <a:pt x="7401" y="696"/>
                      <a:pt x="7407" y="696"/>
                    </a:cubicBezTo>
                    <a:cubicBezTo>
                      <a:pt x="7447" y="696"/>
                      <a:pt x="7461" y="668"/>
                      <a:pt x="7488" y="668"/>
                    </a:cubicBezTo>
                    <a:cubicBezTo>
                      <a:pt x="7499" y="668"/>
                      <a:pt x="7512" y="672"/>
                      <a:pt x="7529" y="685"/>
                    </a:cubicBezTo>
                    <a:cubicBezTo>
                      <a:pt x="7538" y="669"/>
                      <a:pt x="7521" y="660"/>
                      <a:pt x="7496" y="652"/>
                    </a:cubicBezTo>
                    <a:cubicBezTo>
                      <a:pt x="7504" y="643"/>
                      <a:pt x="7512" y="635"/>
                      <a:pt x="7512" y="635"/>
                    </a:cubicBezTo>
                    <a:close/>
                    <a:moveTo>
                      <a:pt x="8866" y="779"/>
                    </a:moveTo>
                    <a:lnTo>
                      <a:pt x="8866" y="779"/>
                    </a:lnTo>
                    <a:cubicBezTo>
                      <a:pt x="8864" y="780"/>
                      <a:pt x="8864" y="782"/>
                      <a:pt x="8864" y="784"/>
                    </a:cubicBezTo>
                    <a:lnTo>
                      <a:pt x="8864" y="784"/>
                    </a:lnTo>
                    <a:cubicBezTo>
                      <a:pt x="8865" y="782"/>
                      <a:pt x="8866" y="780"/>
                      <a:pt x="8866" y="779"/>
                    </a:cubicBezTo>
                    <a:close/>
                    <a:moveTo>
                      <a:pt x="9069" y="677"/>
                    </a:moveTo>
                    <a:cubicBezTo>
                      <a:pt x="9076" y="705"/>
                      <a:pt x="9077" y="721"/>
                      <a:pt x="9063" y="721"/>
                    </a:cubicBezTo>
                    <a:cubicBezTo>
                      <a:pt x="9060" y="721"/>
                      <a:pt x="9056" y="721"/>
                      <a:pt x="9052" y="719"/>
                    </a:cubicBezTo>
                    <a:lnTo>
                      <a:pt x="9052" y="719"/>
                    </a:lnTo>
                    <a:lnTo>
                      <a:pt x="9103" y="745"/>
                    </a:lnTo>
                    <a:lnTo>
                      <a:pt x="9027" y="745"/>
                    </a:lnTo>
                    <a:cubicBezTo>
                      <a:pt x="9042" y="760"/>
                      <a:pt x="9069" y="763"/>
                      <a:pt x="9098" y="763"/>
                    </a:cubicBezTo>
                    <a:cubicBezTo>
                      <a:pt x="9117" y="763"/>
                      <a:pt x="9137" y="762"/>
                      <a:pt x="9154" y="762"/>
                    </a:cubicBezTo>
                    <a:cubicBezTo>
                      <a:pt x="9204" y="779"/>
                      <a:pt x="9044" y="770"/>
                      <a:pt x="8993" y="804"/>
                    </a:cubicBezTo>
                    <a:cubicBezTo>
                      <a:pt x="8981" y="808"/>
                      <a:pt x="8967" y="809"/>
                      <a:pt x="8953" y="809"/>
                    </a:cubicBezTo>
                    <a:cubicBezTo>
                      <a:pt x="8911" y="809"/>
                      <a:pt x="8866" y="796"/>
                      <a:pt x="8864" y="784"/>
                    </a:cubicBezTo>
                    <a:lnTo>
                      <a:pt x="8864" y="784"/>
                    </a:lnTo>
                    <a:cubicBezTo>
                      <a:pt x="8845" y="819"/>
                      <a:pt x="8711" y="796"/>
                      <a:pt x="8654" y="812"/>
                    </a:cubicBezTo>
                    <a:cubicBezTo>
                      <a:pt x="8519" y="804"/>
                      <a:pt x="8570" y="753"/>
                      <a:pt x="8451" y="753"/>
                    </a:cubicBezTo>
                    <a:lnTo>
                      <a:pt x="8494" y="779"/>
                    </a:lnTo>
                    <a:cubicBezTo>
                      <a:pt x="8467" y="781"/>
                      <a:pt x="8439" y="782"/>
                      <a:pt x="8412" y="782"/>
                    </a:cubicBezTo>
                    <a:cubicBezTo>
                      <a:pt x="8347" y="782"/>
                      <a:pt x="8283" y="776"/>
                      <a:pt x="8223" y="770"/>
                    </a:cubicBezTo>
                    <a:cubicBezTo>
                      <a:pt x="8221" y="760"/>
                      <a:pt x="8224" y="757"/>
                      <a:pt x="8231" y="757"/>
                    </a:cubicBezTo>
                    <a:cubicBezTo>
                      <a:pt x="8245" y="757"/>
                      <a:pt x="8274" y="771"/>
                      <a:pt x="8297" y="771"/>
                    </a:cubicBezTo>
                    <a:cubicBezTo>
                      <a:pt x="8301" y="771"/>
                      <a:pt x="8304" y="771"/>
                      <a:pt x="8308" y="770"/>
                    </a:cubicBezTo>
                    <a:lnTo>
                      <a:pt x="8248" y="736"/>
                    </a:lnTo>
                    <a:cubicBezTo>
                      <a:pt x="8264" y="736"/>
                      <a:pt x="8288" y="727"/>
                      <a:pt x="8305" y="727"/>
                    </a:cubicBezTo>
                    <a:cubicBezTo>
                      <a:pt x="8316" y="727"/>
                      <a:pt x="8325" y="731"/>
                      <a:pt x="8325" y="745"/>
                    </a:cubicBezTo>
                    <a:cubicBezTo>
                      <a:pt x="8325" y="728"/>
                      <a:pt x="8367" y="711"/>
                      <a:pt x="8291" y="711"/>
                    </a:cubicBezTo>
                    <a:lnTo>
                      <a:pt x="8350" y="694"/>
                    </a:lnTo>
                    <a:cubicBezTo>
                      <a:pt x="8350" y="694"/>
                      <a:pt x="8341" y="694"/>
                      <a:pt x="8341" y="685"/>
                    </a:cubicBezTo>
                    <a:lnTo>
                      <a:pt x="8384" y="685"/>
                    </a:lnTo>
                    <a:cubicBezTo>
                      <a:pt x="8418" y="694"/>
                      <a:pt x="8451" y="711"/>
                      <a:pt x="8477" y="728"/>
                    </a:cubicBezTo>
                    <a:cubicBezTo>
                      <a:pt x="8477" y="736"/>
                      <a:pt x="8443" y="736"/>
                      <a:pt x="8426" y="736"/>
                    </a:cubicBezTo>
                    <a:cubicBezTo>
                      <a:pt x="8450" y="742"/>
                      <a:pt x="8478" y="748"/>
                      <a:pt x="8508" y="748"/>
                    </a:cubicBezTo>
                    <a:cubicBezTo>
                      <a:pt x="8520" y="748"/>
                      <a:pt x="8532" y="747"/>
                      <a:pt x="8545" y="745"/>
                    </a:cubicBezTo>
                    <a:cubicBezTo>
                      <a:pt x="8468" y="736"/>
                      <a:pt x="8511" y="728"/>
                      <a:pt x="8494" y="702"/>
                    </a:cubicBezTo>
                    <a:cubicBezTo>
                      <a:pt x="8511" y="700"/>
                      <a:pt x="8530" y="699"/>
                      <a:pt x="8550" y="699"/>
                    </a:cubicBezTo>
                    <a:cubicBezTo>
                      <a:pt x="8591" y="699"/>
                      <a:pt x="8632" y="702"/>
                      <a:pt x="8654" y="702"/>
                    </a:cubicBezTo>
                    <a:cubicBezTo>
                      <a:pt x="8722" y="711"/>
                      <a:pt x="8773" y="745"/>
                      <a:pt x="8731" y="762"/>
                    </a:cubicBezTo>
                    <a:cubicBezTo>
                      <a:pt x="8741" y="759"/>
                      <a:pt x="8752" y="759"/>
                      <a:pt x="8762" y="759"/>
                    </a:cubicBezTo>
                    <a:cubicBezTo>
                      <a:pt x="8773" y="759"/>
                      <a:pt x="8784" y="759"/>
                      <a:pt x="8795" y="759"/>
                    </a:cubicBezTo>
                    <a:cubicBezTo>
                      <a:pt x="8817" y="759"/>
                      <a:pt x="8841" y="757"/>
                      <a:pt x="8866" y="745"/>
                    </a:cubicBezTo>
                    <a:lnTo>
                      <a:pt x="8866" y="745"/>
                    </a:lnTo>
                    <a:cubicBezTo>
                      <a:pt x="8855" y="748"/>
                      <a:pt x="8846" y="749"/>
                      <a:pt x="8840" y="749"/>
                    </a:cubicBezTo>
                    <a:cubicBezTo>
                      <a:pt x="8808" y="749"/>
                      <a:pt x="8835" y="711"/>
                      <a:pt x="8797" y="711"/>
                    </a:cubicBezTo>
                    <a:cubicBezTo>
                      <a:pt x="8788" y="711"/>
                      <a:pt x="8775" y="714"/>
                      <a:pt x="8756" y="719"/>
                    </a:cubicBezTo>
                    <a:cubicBezTo>
                      <a:pt x="8745" y="701"/>
                      <a:pt x="8762" y="694"/>
                      <a:pt x="8788" y="694"/>
                    </a:cubicBezTo>
                    <a:cubicBezTo>
                      <a:pt x="8822" y="694"/>
                      <a:pt x="8871" y="705"/>
                      <a:pt x="8900" y="719"/>
                    </a:cubicBezTo>
                    <a:cubicBezTo>
                      <a:pt x="8874" y="719"/>
                      <a:pt x="8900" y="736"/>
                      <a:pt x="8891" y="745"/>
                    </a:cubicBezTo>
                    <a:cubicBezTo>
                      <a:pt x="8976" y="736"/>
                      <a:pt x="8934" y="711"/>
                      <a:pt x="8874" y="694"/>
                    </a:cubicBezTo>
                    <a:lnTo>
                      <a:pt x="8976" y="677"/>
                    </a:lnTo>
                    <a:close/>
                    <a:moveTo>
                      <a:pt x="7667" y="836"/>
                    </a:moveTo>
                    <a:cubicBezTo>
                      <a:pt x="7654" y="836"/>
                      <a:pt x="7642" y="836"/>
                      <a:pt x="7631" y="838"/>
                    </a:cubicBezTo>
                    <a:cubicBezTo>
                      <a:pt x="7645" y="846"/>
                      <a:pt x="7661" y="849"/>
                      <a:pt x="7678" y="849"/>
                    </a:cubicBezTo>
                    <a:cubicBezTo>
                      <a:pt x="7701" y="849"/>
                      <a:pt x="7725" y="844"/>
                      <a:pt x="7749" y="841"/>
                    </a:cubicBezTo>
                    <a:lnTo>
                      <a:pt x="7749" y="841"/>
                    </a:lnTo>
                    <a:cubicBezTo>
                      <a:pt x="7757" y="841"/>
                      <a:pt x="7765" y="842"/>
                      <a:pt x="7772" y="842"/>
                    </a:cubicBezTo>
                    <a:lnTo>
                      <a:pt x="7772" y="842"/>
                    </a:lnTo>
                    <a:cubicBezTo>
                      <a:pt x="7776" y="841"/>
                      <a:pt x="7779" y="839"/>
                      <a:pt x="7783" y="838"/>
                    </a:cubicBezTo>
                    <a:cubicBezTo>
                      <a:pt x="7772" y="838"/>
                      <a:pt x="7761" y="839"/>
                      <a:pt x="7749" y="841"/>
                    </a:cubicBezTo>
                    <a:lnTo>
                      <a:pt x="7749" y="841"/>
                    </a:lnTo>
                    <a:cubicBezTo>
                      <a:pt x="7722" y="838"/>
                      <a:pt x="7694" y="836"/>
                      <a:pt x="7667" y="836"/>
                    </a:cubicBezTo>
                    <a:close/>
                    <a:moveTo>
                      <a:pt x="10862" y="888"/>
                    </a:moveTo>
                    <a:cubicBezTo>
                      <a:pt x="10855" y="891"/>
                      <a:pt x="10846" y="894"/>
                      <a:pt x="10838" y="896"/>
                    </a:cubicBezTo>
                    <a:lnTo>
                      <a:pt x="10838" y="896"/>
                    </a:lnTo>
                    <a:cubicBezTo>
                      <a:pt x="10846" y="894"/>
                      <a:pt x="10855" y="892"/>
                      <a:pt x="10862" y="888"/>
                    </a:cubicBezTo>
                    <a:close/>
                    <a:moveTo>
                      <a:pt x="10837" y="939"/>
                    </a:moveTo>
                    <a:cubicBezTo>
                      <a:pt x="10832" y="939"/>
                      <a:pt x="10826" y="939"/>
                      <a:pt x="10823" y="942"/>
                    </a:cubicBezTo>
                    <a:lnTo>
                      <a:pt x="10823" y="942"/>
                    </a:lnTo>
                    <a:cubicBezTo>
                      <a:pt x="10827" y="941"/>
                      <a:pt x="10832" y="941"/>
                      <a:pt x="10837" y="939"/>
                    </a:cubicBezTo>
                    <a:close/>
                    <a:moveTo>
                      <a:pt x="11268" y="1108"/>
                    </a:moveTo>
                    <a:lnTo>
                      <a:pt x="11268" y="1108"/>
                    </a:lnTo>
                    <a:cubicBezTo>
                      <a:pt x="11175" y="1235"/>
                      <a:pt x="11099" y="1371"/>
                      <a:pt x="11040" y="1514"/>
                    </a:cubicBezTo>
                    <a:cubicBezTo>
                      <a:pt x="11040" y="1506"/>
                      <a:pt x="11040" y="1498"/>
                      <a:pt x="11040" y="1498"/>
                    </a:cubicBezTo>
                    <a:cubicBezTo>
                      <a:pt x="10964" y="1591"/>
                      <a:pt x="10955" y="1591"/>
                      <a:pt x="10913" y="1650"/>
                    </a:cubicBezTo>
                    <a:lnTo>
                      <a:pt x="10913" y="1616"/>
                    </a:lnTo>
                    <a:cubicBezTo>
                      <a:pt x="10888" y="1616"/>
                      <a:pt x="10854" y="1684"/>
                      <a:pt x="10812" y="1734"/>
                    </a:cubicBezTo>
                    <a:cubicBezTo>
                      <a:pt x="10803" y="1768"/>
                      <a:pt x="10786" y="1802"/>
                      <a:pt x="10752" y="1811"/>
                    </a:cubicBezTo>
                    <a:lnTo>
                      <a:pt x="10752" y="1794"/>
                    </a:lnTo>
                    <a:cubicBezTo>
                      <a:pt x="10736" y="1794"/>
                      <a:pt x="10685" y="1844"/>
                      <a:pt x="10634" y="1904"/>
                    </a:cubicBezTo>
                    <a:lnTo>
                      <a:pt x="10642" y="1870"/>
                    </a:lnTo>
                    <a:cubicBezTo>
                      <a:pt x="10651" y="1844"/>
                      <a:pt x="10659" y="1819"/>
                      <a:pt x="10676" y="1794"/>
                    </a:cubicBezTo>
                    <a:lnTo>
                      <a:pt x="10676" y="1794"/>
                    </a:lnTo>
                    <a:cubicBezTo>
                      <a:pt x="10659" y="1819"/>
                      <a:pt x="10651" y="1827"/>
                      <a:pt x="10626" y="1836"/>
                    </a:cubicBezTo>
                    <a:lnTo>
                      <a:pt x="10676" y="1701"/>
                    </a:lnTo>
                    <a:lnTo>
                      <a:pt x="10676" y="1701"/>
                    </a:lnTo>
                    <a:cubicBezTo>
                      <a:pt x="10626" y="1743"/>
                      <a:pt x="10659" y="1785"/>
                      <a:pt x="10592" y="1844"/>
                    </a:cubicBezTo>
                    <a:cubicBezTo>
                      <a:pt x="10575" y="1811"/>
                      <a:pt x="10558" y="1811"/>
                      <a:pt x="10600" y="1726"/>
                    </a:cubicBezTo>
                    <a:cubicBezTo>
                      <a:pt x="10617" y="1712"/>
                      <a:pt x="10626" y="1707"/>
                      <a:pt x="10630" y="1707"/>
                    </a:cubicBezTo>
                    <a:cubicBezTo>
                      <a:pt x="10640" y="1707"/>
                      <a:pt x="10631" y="1729"/>
                      <a:pt x="10642" y="1729"/>
                    </a:cubicBezTo>
                    <a:cubicBezTo>
                      <a:pt x="10644" y="1729"/>
                      <a:pt x="10647" y="1728"/>
                      <a:pt x="10651" y="1726"/>
                    </a:cubicBezTo>
                    <a:cubicBezTo>
                      <a:pt x="10659" y="1658"/>
                      <a:pt x="10727" y="1692"/>
                      <a:pt x="10736" y="1616"/>
                    </a:cubicBezTo>
                    <a:cubicBezTo>
                      <a:pt x="10761" y="1586"/>
                      <a:pt x="10774" y="1580"/>
                      <a:pt x="10783" y="1580"/>
                    </a:cubicBezTo>
                    <a:cubicBezTo>
                      <a:pt x="10790" y="1580"/>
                      <a:pt x="10796" y="1584"/>
                      <a:pt x="10803" y="1584"/>
                    </a:cubicBezTo>
                    <a:cubicBezTo>
                      <a:pt x="10806" y="1584"/>
                      <a:pt x="10808" y="1583"/>
                      <a:pt x="10812" y="1582"/>
                    </a:cubicBezTo>
                    <a:lnTo>
                      <a:pt x="10812" y="1582"/>
                    </a:lnTo>
                    <a:cubicBezTo>
                      <a:pt x="10761" y="1641"/>
                      <a:pt x="10862" y="1582"/>
                      <a:pt x="10803" y="1658"/>
                    </a:cubicBezTo>
                    <a:cubicBezTo>
                      <a:pt x="10862" y="1608"/>
                      <a:pt x="10812" y="1591"/>
                      <a:pt x="10862" y="1548"/>
                    </a:cubicBezTo>
                    <a:lnTo>
                      <a:pt x="10896" y="1565"/>
                    </a:lnTo>
                    <a:cubicBezTo>
                      <a:pt x="10930" y="1540"/>
                      <a:pt x="10964" y="1514"/>
                      <a:pt x="10989" y="1481"/>
                    </a:cubicBezTo>
                    <a:cubicBezTo>
                      <a:pt x="11023" y="1447"/>
                      <a:pt x="11049" y="1413"/>
                      <a:pt x="11074" y="1379"/>
                    </a:cubicBezTo>
                    <a:lnTo>
                      <a:pt x="11074" y="1379"/>
                    </a:lnTo>
                    <a:cubicBezTo>
                      <a:pt x="11059" y="1388"/>
                      <a:pt x="11051" y="1392"/>
                      <a:pt x="11047" y="1392"/>
                    </a:cubicBezTo>
                    <a:cubicBezTo>
                      <a:pt x="11031" y="1392"/>
                      <a:pt x="11067" y="1345"/>
                      <a:pt x="11040" y="1345"/>
                    </a:cubicBezTo>
                    <a:cubicBezTo>
                      <a:pt x="11072" y="1361"/>
                      <a:pt x="11000" y="1414"/>
                      <a:pt x="10983" y="1414"/>
                    </a:cubicBezTo>
                    <a:cubicBezTo>
                      <a:pt x="10982" y="1414"/>
                      <a:pt x="10981" y="1414"/>
                      <a:pt x="10981" y="1413"/>
                    </a:cubicBezTo>
                    <a:cubicBezTo>
                      <a:pt x="11015" y="1362"/>
                      <a:pt x="11048" y="1311"/>
                      <a:pt x="11091" y="1269"/>
                    </a:cubicBezTo>
                    <a:lnTo>
                      <a:pt x="11091" y="1269"/>
                    </a:lnTo>
                    <a:cubicBezTo>
                      <a:pt x="11065" y="1295"/>
                      <a:pt x="11040" y="1311"/>
                      <a:pt x="11015" y="1328"/>
                    </a:cubicBezTo>
                    <a:cubicBezTo>
                      <a:pt x="11015" y="1303"/>
                      <a:pt x="11032" y="1235"/>
                      <a:pt x="11023" y="1235"/>
                    </a:cubicBezTo>
                    <a:cubicBezTo>
                      <a:pt x="11065" y="1210"/>
                      <a:pt x="11082" y="1176"/>
                      <a:pt x="11125" y="1159"/>
                    </a:cubicBezTo>
                    <a:lnTo>
                      <a:pt x="11125" y="1193"/>
                    </a:lnTo>
                    <a:lnTo>
                      <a:pt x="11074" y="1218"/>
                    </a:lnTo>
                    <a:cubicBezTo>
                      <a:pt x="11082" y="1227"/>
                      <a:pt x="11091" y="1235"/>
                      <a:pt x="11091" y="1244"/>
                    </a:cubicBezTo>
                    <a:cubicBezTo>
                      <a:pt x="11150" y="1193"/>
                      <a:pt x="11201" y="1151"/>
                      <a:pt x="11268" y="1108"/>
                    </a:cubicBezTo>
                    <a:close/>
                    <a:moveTo>
                      <a:pt x="10203" y="1916"/>
                    </a:moveTo>
                    <a:cubicBezTo>
                      <a:pt x="10200" y="1919"/>
                      <a:pt x="10197" y="1922"/>
                      <a:pt x="10194" y="1926"/>
                    </a:cubicBezTo>
                    <a:lnTo>
                      <a:pt x="10194" y="1926"/>
                    </a:lnTo>
                    <a:cubicBezTo>
                      <a:pt x="10197" y="1923"/>
                      <a:pt x="10200" y="1919"/>
                      <a:pt x="10203" y="1916"/>
                    </a:cubicBezTo>
                    <a:close/>
                    <a:moveTo>
                      <a:pt x="10194" y="1926"/>
                    </a:moveTo>
                    <a:cubicBezTo>
                      <a:pt x="10184" y="1937"/>
                      <a:pt x="10177" y="1946"/>
                      <a:pt x="10177" y="1954"/>
                    </a:cubicBezTo>
                    <a:cubicBezTo>
                      <a:pt x="10180" y="1945"/>
                      <a:pt x="10186" y="1935"/>
                      <a:pt x="10194" y="1926"/>
                    </a:cubicBezTo>
                    <a:close/>
                    <a:moveTo>
                      <a:pt x="9493" y="2996"/>
                    </a:moveTo>
                    <a:cubicBezTo>
                      <a:pt x="9492" y="2997"/>
                      <a:pt x="9491" y="2998"/>
                      <a:pt x="9489" y="3000"/>
                    </a:cubicBezTo>
                    <a:lnTo>
                      <a:pt x="9489" y="3000"/>
                    </a:lnTo>
                    <a:cubicBezTo>
                      <a:pt x="9491" y="2998"/>
                      <a:pt x="9492" y="2997"/>
                      <a:pt x="9493" y="2996"/>
                    </a:cubicBezTo>
                    <a:close/>
                    <a:moveTo>
                      <a:pt x="9711" y="3000"/>
                    </a:moveTo>
                    <a:lnTo>
                      <a:pt x="9703" y="3012"/>
                    </a:lnTo>
                    <a:cubicBezTo>
                      <a:pt x="9707" y="3008"/>
                      <a:pt x="9710" y="3004"/>
                      <a:pt x="9711" y="3000"/>
                    </a:cubicBezTo>
                    <a:close/>
                    <a:moveTo>
                      <a:pt x="9489" y="3000"/>
                    </a:moveTo>
                    <a:cubicBezTo>
                      <a:pt x="9477" y="3011"/>
                      <a:pt x="9461" y="3021"/>
                      <a:pt x="9441" y="3029"/>
                    </a:cubicBezTo>
                    <a:lnTo>
                      <a:pt x="9441" y="3012"/>
                    </a:lnTo>
                    <a:cubicBezTo>
                      <a:pt x="9441" y="3012"/>
                      <a:pt x="9407" y="3054"/>
                      <a:pt x="9424" y="3063"/>
                    </a:cubicBezTo>
                    <a:cubicBezTo>
                      <a:pt x="9445" y="3042"/>
                      <a:pt x="9466" y="3021"/>
                      <a:pt x="9489" y="3000"/>
                    </a:cubicBezTo>
                    <a:close/>
                    <a:moveTo>
                      <a:pt x="711" y="0"/>
                    </a:moveTo>
                    <a:cubicBezTo>
                      <a:pt x="677" y="0"/>
                      <a:pt x="652" y="0"/>
                      <a:pt x="652" y="17"/>
                    </a:cubicBezTo>
                    <a:cubicBezTo>
                      <a:pt x="686" y="26"/>
                      <a:pt x="753" y="26"/>
                      <a:pt x="711" y="43"/>
                    </a:cubicBezTo>
                    <a:cubicBezTo>
                      <a:pt x="669" y="43"/>
                      <a:pt x="618" y="34"/>
                      <a:pt x="567" y="26"/>
                    </a:cubicBezTo>
                    <a:cubicBezTo>
                      <a:pt x="576" y="26"/>
                      <a:pt x="610" y="9"/>
                      <a:pt x="593" y="9"/>
                    </a:cubicBezTo>
                    <a:cubicBezTo>
                      <a:pt x="466" y="17"/>
                      <a:pt x="237" y="0"/>
                      <a:pt x="111" y="43"/>
                    </a:cubicBezTo>
                    <a:cubicBezTo>
                      <a:pt x="140" y="37"/>
                      <a:pt x="153" y="31"/>
                      <a:pt x="179" y="31"/>
                    </a:cubicBezTo>
                    <a:cubicBezTo>
                      <a:pt x="190" y="31"/>
                      <a:pt x="203" y="32"/>
                      <a:pt x="220" y="34"/>
                    </a:cubicBezTo>
                    <a:cubicBezTo>
                      <a:pt x="212" y="51"/>
                      <a:pt x="187" y="43"/>
                      <a:pt x="170" y="51"/>
                    </a:cubicBezTo>
                    <a:cubicBezTo>
                      <a:pt x="172" y="58"/>
                      <a:pt x="179" y="61"/>
                      <a:pt x="189" y="61"/>
                    </a:cubicBezTo>
                    <a:cubicBezTo>
                      <a:pt x="206" y="61"/>
                      <a:pt x="231" y="54"/>
                      <a:pt x="258" y="54"/>
                    </a:cubicBezTo>
                    <a:cubicBezTo>
                      <a:pt x="271" y="54"/>
                      <a:pt x="284" y="56"/>
                      <a:pt x="297" y="59"/>
                    </a:cubicBezTo>
                    <a:lnTo>
                      <a:pt x="187" y="85"/>
                    </a:lnTo>
                    <a:lnTo>
                      <a:pt x="246" y="110"/>
                    </a:lnTo>
                    <a:lnTo>
                      <a:pt x="1" y="169"/>
                    </a:lnTo>
                    <a:cubicBezTo>
                      <a:pt x="27" y="173"/>
                      <a:pt x="51" y="174"/>
                      <a:pt x="75" y="174"/>
                    </a:cubicBezTo>
                    <a:cubicBezTo>
                      <a:pt x="188" y="174"/>
                      <a:pt x="269" y="140"/>
                      <a:pt x="360" y="140"/>
                    </a:cubicBezTo>
                    <a:cubicBezTo>
                      <a:pt x="388" y="140"/>
                      <a:pt x="417" y="144"/>
                      <a:pt x="449" y="153"/>
                    </a:cubicBezTo>
                    <a:cubicBezTo>
                      <a:pt x="424" y="161"/>
                      <a:pt x="449" y="169"/>
                      <a:pt x="449" y="178"/>
                    </a:cubicBezTo>
                    <a:cubicBezTo>
                      <a:pt x="500" y="169"/>
                      <a:pt x="550" y="169"/>
                      <a:pt x="601" y="153"/>
                    </a:cubicBezTo>
                    <a:lnTo>
                      <a:pt x="624" y="155"/>
                    </a:lnTo>
                    <a:lnTo>
                      <a:pt x="624" y="155"/>
                    </a:lnTo>
                    <a:cubicBezTo>
                      <a:pt x="616" y="161"/>
                      <a:pt x="610" y="162"/>
                      <a:pt x="610" y="169"/>
                    </a:cubicBezTo>
                    <a:cubicBezTo>
                      <a:pt x="622" y="169"/>
                      <a:pt x="625" y="160"/>
                      <a:pt x="626" y="155"/>
                    </a:cubicBezTo>
                    <a:lnTo>
                      <a:pt x="626" y="155"/>
                    </a:lnTo>
                    <a:lnTo>
                      <a:pt x="677" y="161"/>
                    </a:lnTo>
                    <a:cubicBezTo>
                      <a:pt x="677" y="178"/>
                      <a:pt x="643" y="203"/>
                      <a:pt x="559" y="203"/>
                    </a:cubicBezTo>
                    <a:cubicBezTo>
                      <a:pt x="603" y="206"/>
                      <a:pt x="645" y="207"/>
                      <a:pt x="687" y="207"/>
                    </a:cubicBezTo>
                    <a:cubicBezTo>
                      <a:pt x="833" y="207"/>
                      <a:pt x="967" y="194"/>
                      <a:pt x="1108" y="194"/>
                    </a:cubicBezTo>
                    <a:cubicBezTo>
                      <a:pt x="1190" y="194"/>
                      <a:pt x="1273" y="199"/>
                      <a:pt x="1362" y="212"/>
                    </a:cubicBezTo>
                    <a:cubicBezTo>
                      <a:pt x="1379" y="229"/>
                      <a:pt x="1320" y="220"/>
                      <a:pt x="1346" y="229"/>
                    </a:cubicBezTo>
                    <a:cubicBezTo>
                      <a:pt x="1388" y="220"/>
                      <a:pt x="1456" y="203"/>
                      <a:pt x="1456" y="203"/>
                    </a:cubicBezTo>
                    <a:lnTo>
                      <a:pt x="1456" y="203"/>
                    </a:lnTo>
                    <a:cubicBezTo>
                      <a:pt x="1447" y="212"/>
                      <a:pt x="1439" y="220"/>
                      <a:pt x="1413" y="220"/>
                    </a:cubicBezTo>
                    <a:cubicBezTo>
                      <a:pt x="1552" y="220"/>
                      <a:pt x="1627" y="255"/>
                      <a:pt x="1716" y="255"/>
                    </a:cubicBezTo>
                    <a:cubicBezTo>
                      <a:pt x="1725" y="255"/>
                      <a:pt x="1734" y="255"/>
                      <a:pt x="1743" y="254"/>
                    </a:cubicBezTo>
                    <a:lnTo>
                      <a:pt x="1743" y="254"/>
                    </a:lnTo>
                    <a:cubicBezTo>
                      <a:pt x="1743" y="258"/>
                      <a:pt x="1724" y="258"/>
                      <a:pt x="1706" y="258"/>
                    </a:cubicBezTo>
                    <a:cubicBezTo>
                      <a:pt x="1688" y="258"/>
                      <a:pt x="1671" y="258"/>
                      <a:pt x="1675" y="262"/>
                    </a:cubicBezTo>
                    <a:cubicBezTo>
                      <a:pt x="1711" y="268"/>
                      <a:pt x="1743" y="271"/>
                      <a:pt x="1773" y="271"/>
                    </a:cubicBezTo>
                    <a:cubicBezTo>
                      <a:pt x="1856" y="271"/>
                      <a:pt x="1922" y="253"/>
                      <a:pt x="2015" y="253"/>
                    </a:cubicBezTo>
                    <a:cubicBezTo>
                      <a:pt x="2028" y="253"/>
                      <a:pt x="2042" y="253"/>
                      <a:pt x="2056" y="254"/>
                    </a:cubicBezTo>
                    <a:cubicBezTo>
                      <a:pt x="2005" y="271"/>
                      <a:pt x="2090" y="279"/>
                      <a:pt x="2124" y="296"/>
                    </a:cubicBezTo>
                    <a:cubicBezTo>
                      <a:pt x="2166" y="294"/>
                      <a:pt x="2223" y="293"/>
                      <a:pt x="2288" y="293"/>
                    </a:cubicBezTo>
                    <a:cubicBezTo>
                      <a:pt x="2417" y="293"/>
                      <a:pt x="2575" y="296"/>
                      <a:pt x="2699" y="296"/>
                    </a:cubicBezTo>
                    <a:cubicBezTo>
                      <a:pt x="2648" y="356"/>
                      <a:pt x="2902" y="313"/>
                      <a:pt x="2919" y="364"/>
                    </a:cubicBezTo>
                    <a:cubicBezTo>
                      <a:pt x="2928" y="366"/>
                      <a:pt x="2940" y="367"/>
                      <a:pt x="2952" y="367"/>
                    </a:cubicBezTo>
                    <a:cubicBezTo>
                      <a:pt x="2985" y="367"/>
                      <a:pt x="3023" y="359"/>
                      <a:pt x="3029" y="347"/>
                    </a:cubicBezTo>
                    <a:lnTo>
                      <a:pt x="3029" y="347"/>
                    </a:lnTo>
                    <a:cubicBezTo>
                      <a:pt x="3025" y="348"/>
                      <a:pt x="3021" y="349"/>
                      <a:pt x="3017" y="349"/>
                    </a:cubicBezTo>
                    <a:cubicBezTo>
                      <a:pt x="2990" y="349"/>
                      <a:pt x="2953" y="329"/>
                      <a:pt x="2953" y="322"/>
                    </a:cubicBezTo>
                    <a:cubicBezTo>
                      <a:pt x="2977" y="322"/>
                      <a:pt x="3007" y="323"/>
                      <a:pt x="3036" y="323"/>
                    </a:cubicBezTo>
                    <a:cubicBezTo>
                      <a:pt x="3078" y="323"/>
                      <a:pt x="3117" y="320"/>
                      <a:pt x="3122" y="305"/>
                    </a:cubicBezTo>
                    <a:lnTo>
                      <a:pt x="3190" y="339"/>
                    </a:lnTo>
                    <a:cubicBezTo>
                      <a:pt x="3207" y="305"/>
                      <a:pt x="3232" y="296"/>
                      <a:pt x="3266" y="296"/>
                    </a:cubicBezTo>
                    <a:cubicBezTo>
                      <a:pt x="3287" y="311"/>
                      <a:pt x="3297" y="317"/>
                      <a:pt x="3302" y="317"/>
                    </a:cubicBezTo>
                    <a:cubicBezTo>
                      <a:pt x="3314" y="317"/>
                      <a:pt x="3300" y="289"/>
                      <a:pt x="3338" y="289"/>
                    </a:cubicBezTo>
                    <a:cubicBezTo>
                      <a:pt x="3349" y="289"/>
                      <a:pt x="3364" y="291"/>
                      <a:pt x="3384" y="296"/>
                    </a:cubicBezTo>
                    <a:cubicBezTo>
                      <a:pt x="3359" y="313"/>
                      <a:pt x="3334" y="322"/>
                      <a:pt x="3317" y="347"/>
                    </a:cubicBezTo>
                    <a:cubicBezTo>
                      <a:pt x="3336" y="350"/>
                      <a:pt x="3349" y="351"/>
                      <a:pt x="3358" y="351"/>
                    </a:cubicBezTo>
                    <a:cubicBezTo>
                      <a:pt x="3377" y="351"/>
                      <a:pt x="3384" y="347"/>
                      <a:pt x="3418" y="347"/>
                    </a:cubicBezTo>
                    <a:cubicBezTo>
                      <a:pt x="3427" y="364"/>
                      <a:pt x="3367" y="381"/>
                      <a:pt x="3317" y="389"/>
                    </a:cubicBezTo>
                    <a:lnTo>
                      <a:pt x="3401" y="406"/>
                    </a:lnTo>
                    <a:cubicBezTo>
                      <a:pt x="3482" y="382"/>
                      <a:pt x="3567" y="366"/>
                      <a:pt x="3653" y="366"/>
                    </a:cubicBezTo>
                    <a:cubicBezTo>
                      <a:pt x="3685" y="366"/>
                      <a:pt x="3716" y="368"/>
                      <a:pt x="3748" y="372"/>
                    </a:cubicBezTo>
                    <a:cubicBezTo>
                      <a:pt x="3723" y="389"/>
                      <a:pt x="3680" y="381"/>
                      <a:pt x="3714" y="406"/>
                    </a:cubicBezTo>
                    <a:cubicBezTo>
                      <a:pt x="3754" y="396"/>
                      <a:pt x="3793" y="392"/>
                      <a:pt x="3833" y="392"/>
                    </a:cubicBezTo>
                    <a:cubicBezTo>
                      <a:pt x="3861" y="392"/>
                      <a:pt x="3889" y="394"/>
                      <a:pt x="3917" y="398"/>
                    </a:cubicBezTo>
                    <a:cubicBezTo>
                      <a:pt x="3907" y="403"/>
                      <a:pt x="3906" y="405"/>
                      <a:pt x="3905" y="406"/>
                    </a:cubicBezTo>
                    <a:lnTo>
                      <a:pt x="3905" y="406"/>
                    </a:lnTo>
                    <a:cubicBezTo>
                      <a:pt x="3929" y="403"/>
                      <a:pt x="3948" y="402"/>
                      <a:pt x="3963" y="402"/>
                    </a:cubicBezTo>
                    <a:cubicBezTo>
                      <a:pt x="4028" y="402"/>
                      <a:pt x="4023" y="425"/>
                      <a:pt x="4112" y="432"/>
                    </a:cubicBezTo>
                    <a:cubicBezTo>
                      <a:pt x="4112" y="432"/>
                      <a:pt x="4112" y="437"/>
                      <a:pt x="4108" y="439"/>
                    </a:cubicBezTo>
                    <a:lnTo>
                      <a:pt x="4108" y="439"/>
                    </a:lnTo>
                    <a:lnTo>
                      <a:pt x="4179" y="423"/>
                    </a:lnTo>
                    <a:cubicBezTo>
                      <a:pt x="4205" y="417"/>
                      <a:pt x="4226" y="415"/>
                      <a:pt x="4245" y="415"/>
                    </a:cubicBezTo>
                    <a:cubicBezTo>
                      <a:pt x="4331" y="415"/>
                      <a:pt x="4355" y="470"/>
                      <a:pt x="4425" y="491"/>
                    </a:cubicBezTo>
                    <a:lnTo>
                      <a:pt x="4408" y="491"/>
                    </a:lnTo>
                    <a:cubicBezTo>
                      <a:pt x="4459" y="525"/>
                      <a:pt x="4636" y="508"/>
                      <a:pt x="4687" y="525"/>
                    </a:cubicBezTo>
                    <a:cubicBezTo>
                      <a:pt x="4619" y="499"/>
                      <a:pt x="4670" y="508"/>
                      <a:pt x="4619" y="474"/>
                    </a:cubicBezTo>
                    <a:cubicBezTo>
                      <a:pt x="4579" y="474"/>
                      <a:pt x="4581" y="496"/>
                      <a:pt x="4537" y="496"/>
                    </a:cubicBezTo>
                    <a:cubicBezTo>
                      <a:pt x="4525" y="496"/>
                      <a:pt x="4511" y="494"/>
                      <a:pt x="4492" y="491"/>
                    </a:cubicBezTo>
                    <a:cubicBezTo>
                      <a:pt x="4509" y="466"/>
                      <a:pt x="4619" y="457"/>
                      <a:pt x="4645" y="440"/>
                    </a:cubicBezTo>
                    <a:cubicBezTo>
                      <a:pt x="4687" y="440"/>
                      <a:pt x="4721" y="474"/>
                      <a:pt x="4729" y="508"/>
                    </a:cubicBezTo>
                    <a:cubicBezTo>
                      <a:pt x="4865" y="516"/>
                      <a:pt x="4932" y="533"/>
                      <a:pt x="5085" y="533"/>
                    </a:cubicBezTo>
                    <a:cubicBezTo>
                      <a:pt x="5127" y="521"/>
                      <a:pt x="5165" y="488"/>
                      <a:pt x="5229" y="488"/>
                    </a:cubicBezTo>
                    <a:cubicBezTo>
                      <a:pt x="5255" y="488"/>
                      <a:pt x="5285" y="493"/>
                      <a:pt x="5321" y="508"/>
                    </a:cubicBezTo>
                    <a:lnTo>
                      <a:pt x="5317" y="513"/>
                    </a:lnTo>
                    <a:lnTo>
                      <a:pt x="5317" y="513"/>
                    </a:lnTo>
                    <a:cubicBezTo>
                      <a:pt x="5318" y="512"/>
                      <a:pt x="5321" y="511"/>
                      <a:pt x="5324" y="511"/>
                    </a:cubicBezTo>
                    <a:cubicBezTo>
                      <a:pt x="5337" y="511"/>
                      <a:pt x="5361" y="521"/>
                      <a:pt x="5383" y="521"/>
                    </a:cubicBezTo>
                    <a:cubicBezTo>
                      <a:pt x="5391" y="521"/>
                      <a:pt x="5399" y="520"/>
                      <a:pt x="5406" y="516"/>
                    </a:cubicBezTo>
                    <a:cubicBezTo>
                      <a:pt x="5355" y="482"/>
                      <a:pt x="5457" y="499"/>
                      <a:pt x="5406" y="466"/>
                    </a:cubicBezTo>
                    <a:cubicBezTo>
                      <a:pt x="5448" y="466"/>
                      <a:pt x="5491" y="491"/>
                      <a:pt x="5499" y="542"/>
                    </a:cubicBezTo>
                    <a:cubicBezTo>
                      <a:pt x="5510" y="532"/>
                      <a:pt x="5524" y="529"/>
                      <a:pt x="5539" y="529"/>
                    </a:cubicBezTo>
                    <a:cubicBezTo>
                      <a:pt x="5586" y="529"/>
                      <a:pt x="5649" y="561"/>
                      <a:pt x="5726" y="561"/>
                    </a:cubicBezTo>
                    <a:cubicBezTo>
                      <a:pt x="5737" y="561"/>
                      <a:pt x="5749" y="560"/>
                      <a:pt x="5761" y="559"/>
                    </a:cubicBezTo>
                    <a:lnTo>
                      <a:pt x="5761" y="559"/>
                    </a:lnTo>
                    <a:cubicBezTo>
                      <a:pt x="5744" y="575"/>
                      <a:pt x="5609" y="567"/>
                      <a:pt x="5660" y="592"/>
                    </a:cubicBezTo>
                    <a:lnTo>
                      <a:pt x="5821" y="550"/>
                    </a:lnTo>
                    <a:lnTo>
                      <a:pt x="5753" y="550"/>
                    </a:lnTo>
                    <a:cubicBezTo>
                      <a:pt x="5769" y="548"/>
                      <a:pt x="5785" y="547"/>
                      <a:pt x="5802" y="547"/>
                    </a:cubicBezTo>
                    <a:cubicBezTo>
                      <a:pt x="5856" y="547"/>
                      <a:pt x="5913" y="558"/>
                      <a:pt x="5964" y="584"/>
                    </a:cubicBezTo>
                    <a:cubicBezTo>
                      <a:pt x="5973" y="601"/>
                      <a:pt x="5931" y="601"/>
                      <a:pt x="5897" y="601"/>
                    </a:cubicBezTo>
                    <a:lnTo>
                      <a:pt x="6032" y="601"/>
                    </a:lnTo>
                    <a:cubicBezTo>
                      <a:pt x="6074" y="592"/>
                      <a:pt x="6193" y="584"/>
                      <a:pt x="6244" y="559"/>
                    </a:cubicBezTo>
                    <a:lnTo>
                      <a:pt x="6277" y="559"/>
                    </a:lnTo>
                    <a:lnTo>
                      <a:pt x="6337" y="575"/>
                    </a:lnTo>
                    <a:lnTo>
                      <a:pt x="6354" y="575"/>
                    </a:lnTo>
                    <a:lnTo>
                      <a:pt x="6413" y="559"/>
                    </a:lnTo>
                    <a:lnTo>
                      <a:pt x="6447" y="550"/>
                    </a:lnTo>
                    <a:lnTo>
                      <a:pt x="6430" y="550"/>
                    </a:lnTo>
                    <a:cubicBezTo>
                      <a:pt x="6437" y="522"/>
                      <a:pt x="6490" y="506"/>
                      <a:pt x="6556" y="506"/>
                    </a:cubicBezTo>
                    <a:cubicBezTo>
                      <a:pt x="6568" y="506"/>
                      <a:pt x="6580" y="506"/>
                      <a:pt x="6592" y="507"/>
                    </a:cubicBezTo>
                    <a:lnTo>
                      <a:pt x="6592" y="507"/>
                    </a:lnTo>
                    <a:cubicBezTo>
                      <a:pt x="6576" y="505"/>
                      <a:pt x="6537" y="498"/>
                      <a:pt x="6480" y="491"/>
                    </a:cubicBezTo>
                    <a:lnTo>
                      <a:pt x="6506" y="482"/>
                    </a:lnTo>
                    <a:lnTo>
                      <a:pt x="6785" y="516"/>
                    </a:lnTo>
                    <a:cubicBezTo>
                      <a:pt x="6768" y="520"/>
                      <a:pt x="6751" y="523"/>
                      <a:pt x="6733" y="523"/>
                    </a:cubicBezTo>
                    <a:cubicBezTo>
                      <a:pt x="6715" y="523"/>
                      <a:pt x="6696" y="520"/>
                      <a:pt x="6675" y="516"/>
                    </a:cubicBezTo>
                    <a:lnTo>
                      <a:pt x="6675" y="516"/>
                    </a:lnTo>
                    <a:cubicBezTo>
                      <a:pt x="6722" y="542"/>
                      <a:pt x="6783" y="542"/>
                      <a:pt x="6837" y="542"/>
                    </a:cubicBezTo>
                    <a:cubicBezTo>
                      <a:pt x="6891" y="542"/>
                      <a:pt x="6937" y="542"/>
                      <a:pt x="6954" y="567"/>
                    </a:cubicBezTo>
                    <a:cubicBezTo>
                      <a:pt x="6885" y="577"/>
                      <a:pt x="6815" y="581"/>
                      <a:pt x="6744" y="581"/>
                    </a:cubicBezTo>
                    <a:cubicBezTo>
                      <a:pt x="6694" y="581"/>
                      <a:pt x="6643" y="579"/>
                      <a:pt x="6590" y="575"/>
                    </a:cubicBezTo>
                    <a:cubicBezTo>
                      <a:pt x="6523" y="533"/>
                      <a:pt x="6692" y="559"/>
                      <a:pt x="6700" y="542"/>
                    </a:cubicBezTo>
                    <a:lnTo>
                      <a:pt x="6616" y="525"/>
                    </a:lnTo>
                    <a:lnTo>
                      <a:pt x="6616" y="525"/>
                    </a:lnTo>
                    <a:cubicBezTo>
                      <a:pt x="6624" y="542"/>
                      <a:pt x="6447" y="525"/>
                      <a:pt x="6489" y="575"/>
                    </a:cubicBezTo>
                    <a:cubicBezTo>
                      <a:pt x="6667" y="601"/>
                      <a:pt x="6853" y="618"/>
                      <a:pt x="7013" y="635"/>
                    </a:cubicBezTo>
                    <a:lnTo>
                      <a:pt x="6844" y="855"/>
                    </a:lnTo>
                    <a:cubicBezTo>
                      <a:pt x="6844" y="855"/>
                      <a:pt x="6844" y="863"/>
                      <a:pt x="6836" y="872"/>
                    </a:cubicBezTo>
                    <a:cubicBezTo>
                      <a:pt x="6842" y="872"/>
                      <a:pt x="6848" y="872"/>
                      <a:pt x="6854" y="872"/>
                    </a:cubicBezTo>
                    <a:cubicBezTo>
                      <a:pt x="6991" y="872"/>
                      <a:pt x="6922" y="779"/>
                      <a:pt x="6954" y="779"/>
                    </a:cubicBezTo>
                    <a:cubicBezTo>
                      <a:pt x="6977" y="779"/>
                      <a:pt x="6999" y="771"/>
                      <a:pt x="7022" y="771"/>
                    </a:cubicBezTo>
                    <a:cubicBezTo>
                      <a:pt x="7033" y="771"/>
                      <a:pt x="7044" y="773"/>
                      <a:pt x="7056" y="779"/>
                    </a:cubicBezTo>
                    <a:lnTo>
                      <a:pt x="7039" y="787"/>
                    </a:lnTo>
                    <a:cubicBezTo>
                      <a:pt x="7119" y="787"/>
                      <a:pt x="7080" y="768"/>
                      <a:pt x="7126" y="768"/>
                    </a:cubicBezTo>
                    <a:cubicBezTo>
                      <a:pt x="7134" y="768"/>
                      <a:pt x="7144" y="769"/>
                      <a:pt x="7157" y="770"/>
                    </a:cubicBezTo>
                    <a:cubicBezTo>
                      <a:pt x="7233" y="753"/>
                      <a:pt x="7098" y="762"/>
                      <a:pt x="7140" y="745"/>
                    </a:cubicBezTo>
                    <a:lnTo>
                      <a:pt x="7140" y="745"/>
                    </a:lnTo>
                    <a:cubicBezTo>
                      <a:pt x="7151" y="746"/>
                      <a:pt x="7160" y="747"/>
                      <a:pt x="7168" y="747"/>
                    </a:cubicBezTo>
                    <a:cubicBezTo>
                      <a:pt x="7220" y="747"/>
                      <a:pt x="7225" y="715"/>
                      <a:pt x="7279" y="715"/>
                    </a:cubicBezTo>
                    <a:cubicBezTo>
                      <a:pt x="7296" y="715"/>
                      <a:pt x="7320" y="718"/>
                      <a:pt x="7352" y="728"/>
                    </a:cubicBezTo>
                    <a:cubicBezTo>
                      <a:pt x="7343" y="736"/>
                      <a:pt x="7369" y="762"/>
                      <a:pt x="7276" y="762"/>
                    </a:cubicBezTo>
                    <a:lnTo>
                      <a:pt x="7360" y="787"/>
                    </a:lnTo>
                    <a:cubicBezTo>
                      <a:pt x="7339" y="791"/>
                      <a:pt x="7316" y="793"/>
                      <a:pt x="7291" y="793"/>
                    </a:cubicBezTo>
                    <a:cubicBezTo>
                      <a:pt x="7267" y="793"/>
                      <a:pt x="7242" y="791"/>
                      <a:pt x="7216" y="787"/>
                    </a:cubicBezTo>
                    <a:cubicBezTo>
                      <a:pt x="7174" y="821"/>
                      <a:pt x="7183" y="838"/>
                      <a:pt x="7132" y="863"/>
                    </a:cubicBezTo>
                    <a:cubicBezTo>
                      <a:pt x="7169" y="863"/>
                      <a:pt x="7160" y="836"/>
                      <a:pt x="7205" y="836"/>
                    </a:cubicBezTo>
                    <a:cubicBezTo>
                      <a:pt x="7211" y="836"/>
                      <a:pt x="7217" y="837"/>
                      <a:pt x="7225" y="838"/>
                    </a:cubicBezTo>
                    <a:cubicBezTo>
                      <a:pt x="7293" y="855"/>
                      <a:pt x="7216" y="855"/>
                      <a:pt x="7208" y="863"/>
                    </a:cubicBezTo>
                    <a:cubicBezTo>
                      <a:pt x="7223" y="859"/>
                      <a:pt x="7236" y="857"/>
                      <a:pt x="7248" y="857"/>
                    </a:cubicBezTo>
                    <a:cubicBezTo>
                      <a:pt x="7291" y="857"/>
                      <a:pt x="7312" y="881"/>
                      <a:pt x="7350" y="881"/>
                    </a:cubicBezTo>
                    <a:cubicBezTo>
                      <a:pt x="7362" y="881"/>
                      <a:pt x="7376" y="879"/>
                      <a:pt x="7394" y="872"/>
                    </a:cubicBezTo>
                    <a:cubicBezTo>
                      <a:pt x="7377" y="838"/>
                      <a:pt x="7394" y="838"/>
                      <a:pt x="7335" y="812"/>
                    </a:cubicBezTo>
                    <a:cubicBezTo>
                      <a:pt x="7343" y="811"/>
                      <a:pt x="7351" y="811"/>
                      <a:pt x="7359" y="811"/>
                    </a:cubicBezTo>
                    <a:cubicBezTo>
                      <a:pt x="7413" y="811"/>
                      <a:pt x="7469" y="834"/>
                      <a:pt x="7462" y="863"/>
                    </a:cubicBezTo>
                    <a:lnTo>
                      <a:pt x="7470" y="838"/>
                    </a:lnTo>
                    <a:cubicBezTo>
                      <a:pt x="7487" y="846"/>
                      <a:pt x="7538" y="846"/>
                      <a:pt x="7538" y="855"/>
                    </a:cubicBezTo>
                    <a:lnTo>
                      <a:pt x="7555" y="846"/>
                    </a:lnTo>
                    <a:cubicBezTo>
                      <a:pt x="7522" y="820"/>
                      <a:pt x="7485" y="809"/>
                      <a:pt x="7447" y="809"/>
                    </a:cubicBezTo>
                    <a:cubicBezTo>
                      <a:pt x="7435" y="809"/>
                      <a:pt x="7423" y="810"/>
                      <a:pt x="7411" y="812"/>
                    </a:cubicBezTo>
                    <a:cubicBezTo>
                      <a:pt x="7436" y="795"/>
                      <a:pt x="7369" y="753"/>
                      <a:pt x="7470" y="753"/>
                    </a:cubicBezTo>
                    <a:cubicBezTo>
                      <a:pt x="7504" y="762"/>
                      <a:pt x="7470" y="770"/>
                      <a:pt x="7470" y="779"/>
                    </a:cubicBezTo>
                    <a:cubicBezTo>
                      <a:pt x="7677" y="779"/>
                      <a:pt x="7682" y="838"/>
                      <a:pt x="7823" y="838"/>
                    </a:cubicBezTo>
                    <a:cubicBezTo>
                      <a:pt x="7832" y="838"/>
                      <a:pt x="7841" y="838"/>
                      <a:pt x="7851" y="838"/>
                    </a:cubicBezTo>
                    <a:lnTo>
                      <a:pt x="7851" y="838"/>
                    </a:lnTo>
                    <a:cubicBezTo>
                      <a:pt x="7840" y="842"/>
                      <a:pt x="7825" y="844"/>
                      <a:pt x="7807" y="844"/>
                    </a:cubicBezTo>
                    <a:cubicBezTo>
                      <a:pt x="7796" y="844"/>
                      <a:pt x="7785" y="843"/>
                      <a:pt x="7772" y="842"/>
                    </a:cubicBezTo>
                    <a:lnTo>
                      <a:pt x="7772" y="842"/>
                    </a:lnTo>
                    <a:cubicBezTo>
                      <a:pt x="7740" y="856"/>
                      <a:pt x="7737" y="865"/>
                      <a:pt x="7783" y="880"/>
                    </a:cubicBezTo>
                    <a:lnTo>
                      <a:pt x="7800" y="863"/>
                    </a:lnTo>
                    <a:cubicBezTo>
                      <a:pt x="7827" y="863"/>
                      <a:pt x="7865" y="874"/>
                      <a:pt x="7879" y="874"/>
                    </a:cubicBezTo>
                    <a:cubicBezTo>
                      <a:pt x="7883" y="874"/>
                      <a:pt x="7885" y="873"/>
                      <a:pt x="7885" y="872"/>
                    </a:cubicBezTo>
                    <a:cubicBezTo>
                      <a:pt x="7893" y="872"/>
                      <a:pt x="7876" y="863"/>
                      <a:pt x="7851" y="855"/>
                    </a:cubicBezTo>
                    <a:cubicBezTo>
                      <a:pt x="7910" y="842"/>
                      <a:pt x="7969" y="836"/>
                      <a:pt x="8027" y="836"/>
                    </a:cubicBezTo>
                    <a:cubicBezTo>
                      <a:pt x="8086" y="836"/>
                      <a:pt x="8143" y="842"/>
                      <a:pt x="8198" y="855"/>
                    </a:cubicBezTo>
                    <a:cubicBezTo>
                      <a:pt x="8189" y="888"/>
                      <a:pt x="8012" y="863"/>
                      <a:pt x="8105" y="897"/>
                    </a:cubicBezTo>
                    <a:cubicBezTo>
                      <a:pt x="8141" y="897"/>
                      <a:pt x="8177" y="875"/>
                      <a:pt x="8229" y="875"/>
                    </a:cubicBezTo>
                    <a:cubicBezTo>
                      <a:pt x="8249" y="875"/>
                      <a:pt x="8273" y="879"/>
                      <a:pt x="8299" y="888"/>
                    </a:cubicBezTo>
                    <a:cubicBezTo>
                      <a:pt x="8257" y="905"/>
                      <a:pt x="8341" y="914"/>
                      <a:pt x="8341" y="922"/>
                    </a:cubicBezTo>
                    <a:lnTo>
                      <a:pt x="8468" y="888"/>
                    </a:lnTo>
                    <a:cubicBezTo>
                      <a:pt x="8516" y="894"/>
                      <a:pt x="8564" y="900"/>
                      <a:pt x="8609" y="900"/>
                    </a:cubicBezTo>
                    <a:cubicBezTo>
                      <a:pt x="8628" y="900"/>
                      <a:pt x="8646" y="899"/>
                      <a:pt x="8663" y="897"/>
                    </a:cubicBezTo>
                    <a:lnTo>
                      <a:pt x="8587" y="897"/>
                    </a:lnTo>
                    <a:cubicBezTo>
                      <a:pt x="8609" y="887"/>
                      <a:pt x="8631" y="883"/>
                      <a:pt x="8652" y="883"/>
                    </a:cubicBezTo>
                    <a:cubicBezTo>
                      <a:pt x="8713" y="883"/>
                      <a:pt x="8772" y="915"/>
                      <a:pt x="8847" y="915"/>
                    </a:cubicBezTo>
                    <a:cubicBezTo>
                      <a:pt x="8853" y="915"/>
                      <a:pt x="8859" y="914"/>
                      <a:pt x="8866" y="914"/>
                    </a:cubicBezTo>
                    <a:lnTo>
                      <a:pt x="8866" y="914"/>
                    </a:lnTo>
                    <a:lnTo>
                      <a:pt x="8815" y="922"/>
                    </a:lnTo>
                    <a:cubicBezTo>
                      <a:pt x="8853" y="931"/>
                      <a:pt x="8889" y="935"/>
                      <a:pt x="8925" y="935"/>
                    </a:cubicBezTo>
                    <a:cubicBezTo>
                      <a:pt x="8961" y="935"/>
                      <a:pt x="8997" y="931"/>
                      <a:pt x="9035" y="922"/>
                    </a:cubicBezTo>
                    <a:lnTo>
                      <a:pt x="9035" y="948"/>
                    </a:lnTo>
                    <a:cubicBezTo>
                      <a:pt x="9044" y="914"/>
                      <a:pt x="9196" y="914"/>
                      <a:pt x="9230" y="905"/>
                    </a:cubicBezTo>
                    <a:lnTo>
                      <a:pt x="9230" y="905"/>
                    </a:lnTo>
                    <a:cubicBezTo>
                      <a:pt x="9213" y="906"/>
                      <a:pt x="9198" y="906"/>
                      <a:pt x="9185" y="906"/>
                    </a:cubicBezTo>
                    <a:cubicBezTo>
                      <a:pt x="9048" y="906"/>
                      <a:pt x="9036" y="877"/>
                      <a:pt x="8924" y="877"/>
                    </a:cubicBezTo>
                    <a:cubicBezTo>
                      <a:pt x="8903" y="877"/>
                      <a:pt x="8878" y="878"/>
                      <a:pt x="8849" y="880"/>
                    </a:cubicBezTo>
                    <a:cubicBezTo>
                      <a:pt x="8925" y="846"/>
                      <a:pt x="8984" y="838"/>
                      <a:pt x="9069" y="812"/>
                    </a:cubicBezTo>
                    <a:cubicBezTo>
                      <a:pt x="9094" y="812"/>
                      <a:pt x="9111" y="821"/>
                      <a:pt x="9111" y="829"/>
                    </a:cubicBezTo>
                    <a:cubicBezTo>
                      <a:pt x="9137" y="821"/>
                      <a:pt x="9145" y="795"/>
                      <a:pt x="9196" y="787"/>
                    </a:cubicBezTo>
                    <a:lnTo>
                      <a:pt x="9213" y="804"/>
                    </a:lnTo>
                    <a:cubicBezTo>
                      <a:pt x="9232" y="808"/>
                      <a:pt x="9249" y="809"/>
                      <a:pt x="9264" y="809"/>
                    </a:cubicBezTo>
                    <a:cubicBezTo>
                      <a:pt x="9339" y="809"/>
                      <a:pt x="9356" y="768"/>
                      <a:pt x="9438" y="768"/>
                    </a:cubicBezTo>
                    <a:cubicBezTo>
                      <a:pt x="9449" y="768"/>
                      <a:pt x="9461" y="768"/>
                      <a:pt x="9475" y="770"/>
                    </a:cubicBezTo>
                    <a:cubicBezTo>
                      <a:pt x="9492" y="812"/>
                      <a:pt x="9357" y="812"/>
                      <a:pt x="9272" y="829"/>
                    </a:cubicBezTo>
                    <a:cubicBezTo>
                      <a:pt x="9331" y="863"/>
                      <a:pt x="9137" y="838"/>
                      <a:pt x="9213" y="888"/>
                    </a:cubicBezTo>
                    <a:lnTo>
                      <a:pt x="9247" y="863"/>
                    </a:lnTo>
                    <a:cubicBezTo>
                      <a:pt x="9289" y="872"/>
                      <a:pt x="9289" y="888"/>
                      <a:pt x="9264" y="888"/>
                    </a:cubicBezTo>
                    <a:cubicBezTo>
                      <a:pt x="9314" y="888"/>
                      <a:pt x="9297" y="888"/>
                      <a:pt x="9323" y="872"/>
                    </a:cubicBezTo>
                    <a:lnTo>
                      <a:pt x="9323" y="872"/>
                    </a:lnTo>
                    <a:cubicBezTo>
                      <a:pt x="9534" y="888"/>
                      <a:pt x="9297" y="922"/>
                      <a:pt x="9500" y="948"/>
                    </a:cubicBezTo>
                    <a:cubicBezTo>
                      <a:pt x="9475" y="956"/>
                      <a:pt x="9424" y="948"/>
                      <a:pt x="9433" y="973"/>
                    </a:cubicBezTo>
                    <a:lnTo>
                      <a:pt x="9323" y="956"/>
                    </a:lnTo>
                    <a:lnTo>
                      <a:pt x="9323" y="982"/>
                    </a:lnTo>
                    <a:cubicBezTo>
                      <a:pt x="9344" y="985"/>
                      <a:pt x="9365" y="987"/>
                      <a:pt x="9386" y="987"/>
                    </a:cubicBezTo>
                    <a:cubicBezTo>
                      <a:pt x="9466" y="987"/>
                      <a:pt x="9545" y="962"/>
                      <a:pt x="9619" y="922"/>
                    </a:cubicBezTo>
                    <a:lnTo>
                      <a:pt x="9619" y="922"/>
                    </a:lnTo>
                    <a:cubicBezTo>
                      <a:pt x="9598" y="925"/>
                      <a:pt x="9584" y="926"/>
                      <a:pt x="9574" y="926"/>
                    </a:cubicBezTo>
                    <a:cubicBezTo>
                      <a:pt x="9523" y="926"/>
                      <a:pt x="9592" y="894"/>
                      <a:pt x="9543" y="880"/>
                    </a:cubicBezTo>
                    <a:cubicBezTo>
                      <a:pt x="9551" y="876"/>
                      <a:pt x="9562" y="874"/>
                      <a:pt x="9572" y="874"/>
                    </a:cubicBezTo>
                    <a:cubicBezTo>
                      <a:pt x="9583" y="874"/>
                      <a:pt x="9593" y="876"/>
                      <a:pt x="9602" y="880"/>
                    </a:cubicBezTo>
                    <a:cubicBezTo>
                      <a:pt x="9610" y="880"/>
                      <a:pt x="9669" y="873"/>
                      <a:pt x="9670" y="865"/>
                    </a:cubicBezTo>
                    <a:lnTo>
                      <a:pt x="9670" y="865"/>
                    </a:lnTo>
                    <a:cubicBezTo>
                      <a:pt x="9700" y="931"/>
                      <a:pt x="9965" y="948"/>
                      <a:pt x="9898" y="1015"/>
                    </a:cubicBezTo>
                    <a:cubicBezTo>
                      <a:pt x="9923" y="1017"/>
                      <a:pt x="9947" y="1018"/>
                      <a:pt x="9972" y="1019"/>
                    </a:cubicBezTo>
                    <a:lnTo>
                      <a:pt x="9972" y="1019"/>
                    </a:lnTo>
                    <a:cubicBezTo>
                      <a:pt x="9913" y="990"/>
                      <a:pt x="10059" y="990"/>
                      <a:pt x="10059" y="982"/>
                    </a:cubicBezTo>
                    <a:lnTo>
                      <a:pt x="9949" y="982"/>
                    </a:lnTo>
                    <a:cubicBezTo>
                      <a:pt x="10000" y="965"/>
                      <a:pt x="9949" y="939"/>
                      <a:pt x="10016" y="931"/>
                    </a:cubicBezTo>
                    <a:cubicBezTo>
                      <a:pt x="9966" y="931"/>
                      <a:pt x="9948" y="917"/>
                      <a:pt x="9918" y="917"/>
                    </a:cubicBezTo>
                    <a:cubicBezTo>
                      <a:pt x="9908" y="917"/>
                      <a:pt x="9896" y="918"/>
                      <a:pt x="9881" y="922"/>
                    </a:cubicBezTo>
                    <a:cubicBezTo>
                      <a:pt x="9957" y="888"/>
                      <a:pt x="9797" y="880"/>
                      <a:pt x="9788" y="855"/>
                    </a:cubicBezTo>
                    <a:cubicBezTo>
                      <a:pt x="9856" y="855"/>
                      <a:pt x="9923" y="872"/>
                      <a:pt x="9983" y="905"/>
                    </a:cubicBezTo>
                    <a:cubicBezTo>
                      <a:pt x="10016" y="905"/>
                      <a:pt x="10059" y="905"/>
                      <a:pt x="10101" y="922"/>
                    </a:cubicBezTo>
                    <a:lnTo>
                      <a:pt x="10152" y="888"/>
                    </a:lnTo>
                    <a:cubicBezTo>
                      <a:pt x="10093" y="880"/>
                      <a:pt x="10016" y="897"/>
                      <a:pt x="10042" y="863"/>
                    </a:cubicBezTo>
                    <a:lnTo>
                      <a:pt x="10042" y="863"/>
                    </a:lnTo>
                    <a:lnTo>
                      <a:pt x="9957" y="872"/>
                    </a:lnTo>
                    <a:cubicBezTo>
                      <a:pt x="10008" y="846"/>
                      <a:pt x="10059" y="821"/>
                      <a:pt x="10118" y="812"/>
                    </a:cubicBezTo>
                    <a:cubicBezTo>
                      <a:pt x="10077" y="799"/>
                      <a:pt x="10038" y="794"/>
                      <a:pt x="10001" y="794"/>
                    </a:cubicBezTo>
                    <a:cubicBezTo>
                      <a:pt x="9934" y="794"/>
                      <a:pt x="9873" y="809"/>
                      <a:pt x="9813" y="809"/>
                    </a:cubicBezTo>
                    <a:cubicBezTo>
                      <a:pt x="9785" y="809"/>
                      <a:pt x="9757" y="805"/>
                      <a:pt x="9729" y="795"/>
                    </a:cubicBezTo>
                    <a:lnTo>
                      <a:pt x="9746" y="795"/>
                    </a:lnTo>
                    <a:cubicBezTo>
                      <a:pt x="9509" y="787"/>
                      <a:pt x="9450" y="728"/>
                      <a:pt x="9399" y="669"/>
                    </a:cubicBezTo>
                    <a:lnTo>
                      <a:pt x="9500" y="669"/>
                    </a:lnTo>
                    <a:lnTo>
                      <a:pt x="9500" y="694"/>
                    </a:lnTo>
                    <a:cubicBezTo>
                      <a:pt x="9532" y="699"/>
                      <a:pt x="9561" y="700"/>
                      <a:pt x="9590" y="700"/>
                    </a:cubicBezTo>
                    <a:cubicBezTo>
                      <a:pt x="9689" y="700"/>
                      <a:pt x="9777" y="679"/>
                      <a:pt x="9876" y="679"/>
                    </a:cubicBezTo>
                    <a:cubicBezTo>
                      <a:pt x="9905" y="679"/>
                      <a:pt x="9935" y="681"/>
                      <a:pt x="9966" y="685"/>
                    </a:cubicBezTo>
                    <a:cubicBezTo>
                      <a:pt x="9953" y="694"/>
                      <a:pt x="9930" y="694"/>
                      <a:pt x="9911" y="694"/>
                    </a:cubicBezTo>
                    <a:cubicBezTo>
                      <a:pt x="9892" y="694"/>
                      <a:pt x="9877" y="694"/>
                      <a:pt x="9881" y="702"/>
                    </a:cubicBezTo>
                    <a:cubicBezTo>
                      <a:pt x="9888" y="703"/>
                      <a:pt x="9894" y="703"/>
                      <a:pt x="9900" y="703"/>
                    </a:cubicBezTo>
                    <a:cubicBezTo>
                      <a:pt x="9967" y="703"/>
                      <a:pt x="9983" y="671"/>
                      <a:pt x="10023" y="671"/>
                    </a:cubicBezTo>
                    <a:cubicBezTo>
                      <a:pt x="10037" y="671"/>
                      <a:pt x="10053" y="675"/>
                      <a:pt x="10076" y="685"/>
                    </a:cubicBezTo>
                    <a:cubicBezTo>
                      <a:pt x="9934" y="685"/>
                      <a:pt x="10161" y="702"/>
                      <a:pt x="10040" y="718"/>
                    </a:cubicBezTo>
                    <a:lnTo>
                      <a:pt x="10040" y="718"/>
                    </a:lnTo>
                    <a:cubicBezTo>
                      <a:pt x="10067" y="715"/>
                      <a:pt x="10094" y="714"/>
                      <a:pt x="10122" y="714"/>
                    </a:cubicBezTo>
                    <a:cubicBezTo>
                      <a:pt x="10279" y="714"/>
                      <a:pt x="10433" y="762"/>
                      <a:pt x="10532" y="762"/>
                    </a:cubicBezTo>
                    <a:cubicBezTo>
                      <a:pt x="10507" y="745"/>
                      <a:pt x="10592" y="745"/>
                      <a:pt x="10592" y="736"/>
                    </a:cubicBezTo>
                    <a:cubicBezTo>
                      <a:pt x="10626" y="745"/>
                      <a:pt x="10617" y="753"/>
                      <a:pt x="10592" y="753"/>
                    </a:cubicBezTo>
                    <a:cubicBezTo>
                      <a:pt x="10651" y="779"/>
                      <a:pt x="10659" y="795"/>
                      <a:pt x="10651" y="821"/>
                    </a:cubicBezTo>
                    <a:lnTo>
                      <a:pt x="10524" y="812"/>
                    </a:lnTo>
                    <a:lnTo>
                      <a:pt x="10524" y="812"/>
                    </a:lnTo>
                    <a:cubicBezTo>
                      <a:pt x="10566" y="821"/>
                      <a:pt x="10583" y="838"/>
                      <a:pt x="10617" y="846"/>
                    </a:cubicBezTo>
                    <a:lnTo>
                      <a:pt x="10668" y="846"/>
                    </a:lnTo>
                    <a:cubicBezTo>
                      <a:pt x="10693" y="838"/>
                      <a:pt x="10693" y="838"/>
                      <a:pt x="10693" y="821"/>
                    </a:cubicBezTo>
                    <a:cubicBezTo>
                      <a:pt x="10736" y="812"/>
                      <a:pt x="10803" y="795"/>
                      <a:pt x="10888" y="770"/>
                    </a:cubicBezTo>
                    <a:lnTo>
                      <a:pt x="11049" y="770"/>
                    </a:lnTo>
                    <a:lnTo>
                      <a:pt x="11023" y="779"/>
                    </a:lnTo>
                    <a:lnTo>
                      <a:pt x="11133" y="770"/>
                    </a:lnTo>
                    <a:lnTo>
                      <a:pt x="11133" y="770"/>
                    </a:lnTo>
                    <a:cubicBezTo>
                      <a:pt x="11108" y="795"/>
                      <a:pt x="11150" y="779"/>
                      <a:pt x="11125" y="804"/>
                    </a:cubicBezTo>
                    <a:cubicBezTo>
                      <a:pt x="11125" y="821"/>
                      <a:pt x="11184" y="821"/>
                      <a:pt x="11252" y="821"/>
                    </a:cubicBezTo>
                    <a:cubicBezTo>
                      <a:pt x="11276" y="817"/>
                      <a:pt x="11302" y="815"/>
                      <a:pt x="11329" y="815"/>
                    </a:cubicBezTo>
                    <a:cubicBezTo>
                      <a:pt x="11367" y="815"/>
                      <a:pt x="11406" y="819"/>
                      <a:pt x="11446" y="829"/>
                    </a:cubicBezTo>
                    <a:lnTo>
                      <a:pt x="11404" y="838"/>
                    </a:lnTo>
                    <a:lnTo>
                      <a:pt x="11556" y="838"/>
                    </a:lnTo>
                    <a:cubicBezTo>
                      <a:pt x="11556" y="838"/>
                      <a:pt x="11573" y="838"/>
                      <a:pt x="11556" y="846"/>
                    </a:cubicBezTo>
                    <a:lnTo>
                      <a:pt x="11421" y="998"/>
                    </a:lnTo>
                    <a:lnTo>
                      <a:pt x="11412" y="998"/>
                    </a:lnTo>
                    <a:cubicBezTo>
                      <a:pt x="11421" y="976"/>
                      <a:pt x="11421" y="966"/>
                      <a:pt x="11412" y="966"/>
                    </a:cubicBezTo>
                    <a:cubicBezTo>
                      <a:pt x="11404" y="966"/>
                      <a:pt x="11390" y="974"/>
                      <a:pt x="11370" y="990"/>
                    </a:cubicBezTo>
                    <a:cubicBezTo>
                      <a:pt x="11370" y="973"/>
                      <a:pt x="11387" y="956"/>
                      <a:pt x="11387" y="948"/>
                    </a:cubicBezTo>
                    <a:lnTo>
                      <a:pt x="11404" y="922"/>
                    </a:lnTo>
                    <a:lnTo>
                      <a:pt x="11412" y="905"/>
                    </a:lnTo>
                    <a:lnTo>
                      <a:pt x="11395" y="905"/>
                    </a:lnTo>
                    <a:cubicBezTo>
                      <a:pt x="11378" y="905"/>
                      <a:pt x="11362" y="897"/>
                      <a:pt x="11378" y="888"/>
                    </a:cubicBezTo>
                    <a:cubicBezTo>
                      <a:pt x="11446" y="888"/>
                      <a:pt x="11446" y="888"/>
                      <a:pt x="11446" y="872"/>
                    </a:cubicBezTo>
                    <a:lnTo>
                      <a:pt x="11446" y="872"/>
                    </a:lnTo>
                    <a:cubicBezTo>
                      <a:pt x="11409" y="877"/>
                      <a:pt x="11375" y="878"/>
                      <a:pt x="11343" y="878"/>
                    </a:cubicBezTo>
                    <a:cubicBezTo>
                      <a:pt x="11327" y="878"/>
                      <a:pt x="11311" y="878"/>
                      <a:pt x="11297" y="878"/>
                    </a:cubicBezTo>
                    <a:cubicBezTo>
                      <a:pt x="11254" y="878"/>
                      <a:pt x="11218" y="880"/>
                      <a:pt x="11192" y="897"/>
                    </a:cubicBezTo>
                    <a:cubicBezTo>
                      <a:pt x="11099" y="897"/>
                      <a:pt x="11175" y="888"/>
                      <a:pt x="11133" y="872"/>
                    </a:cubicBezTo>
                    <a:cubicBezTo>
                      <a:pt x="11133" y="863"/>
                      <a:pt x="11167" y="855"/>
                      <a:pt x="11209" y="846"/>
                    </a:cubicBezTo>
                    <a:lnTo>
                      <a:pt x="10913" y="846"/>
                    </a:lnTo>
                    <a:cubicBezTo>
                      <a:pt x="10888" y="880"/>
                      <a:pt x="11057" y="888"/>
                      <a:pt x="10939" y="914"/>
                    </a:cubicBezTo>
                    <a:cubicBezTo>
                      <a:pt x="10917" y="921"/>
                      <a:pt x="10890" y="952"/>
                      <a:pt x="10847" y="952"/>
                    </a:cubicBezTo>
                    <a:cubicBezTo>
                      <a:pt x="10839" y="952"/>
                      <a:pt x="10830" y="950"/>
                      <a:pt x="10820" y="948"/>
                    </a:cubicBezTo>
                    <a:cubicBezTo>
                      <a:pt x="10820" y="945"/>
                      <a:pt x="10821" y="943"/>
                      <a:pt x="10823" y="942"/>
                    </a:cubicBezTo>
                    <a:lnTo>
                      <a:pt x="10823" y="942"/>
                    </a:lnTo>
                    <a:cubicBezTo>
                      <a:pt x="10822" y="942"/>
                      <a:pt x="10821" y="942"/>
                      <a:pt x="10820" y="942"/>
                    </a:cubicBezTo>
                    <a:cubicBezTo>
                      <a:pt x="10802" y="942"/>
                      <a:pt x="10796" y="931"/>
                      <a:pt x="10769" y="931"/>
                    </a:cubicBezTo>
                    <a:cubicBezTo>
                      <a:pt x="10769" y="910"/>
                      <a:pt x="10783" y="904"/>
                      <a:pt x="10801" y="900"/>
                    </a:cubicBezTo>
                    <a:lnTo>
                      <a:pt x="10801" y="900"/>
                    </a:lnTo>
                    <a:cubicBezTo>
                      <a:pt x="10801" y="900"/>
                      <a:pt x="10802" y="900"/>
                      <a:pt x="10802" y="900"/>
                    </a:cubicBezTo>
                    <a:cubicBezTo>
                      <a:pt x="10814" y="900"/>
                      <a:pt x="10826" y="898"/>
                      <a:pt x="10838" y="896"/>
                    </a:cubicBezTo>
                    <a:lnTo>
                      <a:pt x="10838" y="896"/>
                    </a:lnTo>
                    <a:cubicBezTo>
                      <a:pt x="10825" y="898"/>
                      <a:pt x="10812" y="898"/>
                      <a:pt x="10801" y="900"/>
                    </a:cubicBezTo>
                    <a:lnTo>
                      <a:pt x="10801" y="900"/>
                    </a:lnTo>
                    <a:cubicBezTo>
                      <a:pt x="10793" y="900"/>
                      <a:pt x="10785" y="899"/>
                      <a:pt x="10778" y="897"/>
                    </a:cubicBezTo>
                    <a:lnTo>
                      <a:pt x="10786" y="888"/>
                    </a:lnTo>
                    <a:lnTo>
                      <a:pt x="10702" y="888"/>
                    </a:lnTo>
                    <a:cubicBezTo>
                      <a:pt x="10659" y="914"/>
                      <a:pt x="10761" y="897"/>
                      <a:pt x="10761" y="914"/>
                    </a:cubicBezTo>
                    <a:lnTo>
                      <a:pt x="10702" y="931"/>
                    </a:lnTo>
                    <a:cubicBezTo>
                      <a:pt x="10685" y="932"/>
                      <a:pt x="10668" y="933"/>
                      <a:pt x="10651" y="933"/>
                    </a:cubicBezTo>
                    <a:cubicBezTo>
                      <a:pt x="10567" y="933"/>
                      <a:pt x="10483" y="915"/>
                      <a:pt x="10406" y="880"/>
                    </a:cubicBezTo>
                    <a:cubicBezTo>
                      <a:pt x="10389" y="877"/>
                      <a:pt x="10378" y="875"/>
                      <a:pt x="10369" y="875"/>
                    </a:cubicBezTo>
                    <a:cubicBezTo>
                      <a:pt x="10332" y="875"/>
                      <a:pt x="10350" y="900"/>
                      <a:pt x="10329" y="914"/>
                    </a:cubicBezTo>
                    <a:cubicBezTo>
                      <a:pt x="10319" y="917"/>
                      <a:pt x="10309" y="919"/>
                      <a:pt x="10299" y="919"/>
                    </a:cubicBezTo>
                    <a:cubicBezTo>
                      <a:pt x="10266" y="919"/>
                      <a:pt x="10236" y="904"/>
                      <a:pt x="10203" y="904"/>
                    </a:cubicBezTo>
                    <a:cubicBezTo>
                      <a:pt x="10197" y="904"/>
                      <a:pt x="10191" y="904"/>
                      <a:pt x="10186" y="905"/>
                    </a:cubicBezTo>
                    <a:cubicBezTo>
                      <a:pt x="10186" y="931"/>
                      <a:pt x="10126" y="922"/>
                      <a:pt x="10126" y="948"/>
                    </a:cubicBezTo>
                    <a:lnTo>
                      <a:pt x="10050" y="939"/>
                    </a:lnTo>
                    <a:lnTo>
                      <a:pt x="10050" y="939"/>
                    </a:lnTo>
                    <a:cubicBezTo>
                      <a:pt x="10000" y="973"/>
                      <a:pt x="10143" y="956"/>
                      <a:pt x="10160" y="973"/>
                    </a:cubicBezTo>
                    <a:cubicBezTo>
                      <a:pt x="10181" y="994"/>
                      <a:pt x="10167" y="996"/>
                      <a:pt x="10150" y="996"/>
                    </a:cubicBezTo>
                    <a:cubicBezTo>
                      <a:pt x="10145" y="996"/>
                      <a:pt x="10141" y="996"/>
                      <a:pt x="10137" y="996"/>
                    </a:cubicBezTo>
                    <a:cubicBezTo>
                      <a:pt x="10125" y="996"/>
                      <a:pt x="10117" y="997"/>
                      <a:pt x="10126" y="1007"/>
                    </a:cubicBezTo>
                    <a:cubicBezTo>
                      <a:pt x="10194" y="1007"/>
                      <a:pt x="10194" y="982"/>
                      <a:pt x="10228" y="982"/>
                    </a:cubicBezTo>
                    <a:cubicBezTo>
                      <a:pt x="10262" y="982"/>
                      <a:pt x="10279" y="990"/>
                      <a:pt x="10279" y="1007"/>
                    </a:cubicBezTo>
                    <a:cubicBezTo>
                      <a:pt x="10260" y="1002"/>
                      <a:pt x="10246" y="1000"/>
                      <a:pt x="10236" y="1000"/>
                    </a:cubicBezTo>
                    <a:cubicBezTo>
                      <a:pt x="10199" y="1000"/>
                      <a:pt x="10203" y="1025"/>
                      <a:pt x="10159" y="1025"/>
                    </a:cubicBezTo>
                    <a:cubicBezTo>
                      <a:pt x="10155" y="1025"/>
                      <a:pt x="10149" y="1024"/>
                      <a:pt x="10143" y="1024"/>
                    </a:cubicBezTo>
                    <a:lnTo>
                      <a:pt x="10143" y="1015"/>
                    </a:lnTo>
                    <a:cubicBezTo>
                      <a:pt x="10143" y="1021"/>
                      <a:pt x="10138" y="1024"/>
                      <a:pt x="10129" y="1026"/>
                    </a:cubicBezTo>
                    <a:lnTo>
                      <a:pt x="10129" y="1026"/>
                    </a:lnTo>
                    <a:cubicBezTo>
                      <a:pt x="10076" y="1024"/>
                      <a:pt x="10024" y="1022"/>
                      <a:pt x="9972" y="1019"/>
                    </a:cubicBezTo>
                    <a:lnTo>
                      <a:pt x="9972" y="1019"/>
                    </a:lnTo>
                    <a:cubicBezTo>
                      <a:pt x="9975" y="1021"/>
                      <a:pt x="9979" y="1022"/>
                      <a:pt x="9983" y="1024"/>
                    </a:cubicBezTo>
                    <a:cubicBezTo>
                      <a:pt x="9989" y="1023"/>
                      <a:pt x="9998" y="1022"/>
                      <a:pt x="10007" y="1022"/>
                    </a:cubicBezTo>
                    <a:cubicBezTo>
                      <a:pt x="10037" y="1022"/>
                      <a:pt x="10078" y="1027"/>
                      <a:pt x="10107" y="1027"/>
                    </a:cubicBezTo>
                    <a:cubicBezTo>
                      <a:pt x="10116" y="1027"/>
                      <a:pt x="10123" y="1027"/>
                      <a:pt x="10129" y="1026"/>
                    </a:cubicBezTo>
                    <a:lnTo>
                      <a:pt x="10129" y="1026"/>
                    </a:lnTo>
                    <a:cubicBezTo>
                      <a:pt x="10168" y="1027"/>
                      <a:pt x="10207" y="1027"/>
                      <a:pt x="10246" y="1027"/>
                    </a:cubicBezTo>
                    <a:cubicBezTo>
                      <a:pt x="10294" y="1027"/>
                      <a:pt x="10342" y="1026"/>
                      <a:pt x="10389" y="1024"/>
                    </a:cubicBezTo>
                    <a:lnTo>
                      <a:pt x="10389" y="1024"/>
                    </a:lnTo>
                    <a:lnTo>
                      <a:pt x="10338" y="1041"/>
                    </a:lnTo>
                    <a:cubicBezTo>
                      <a:pt x="10382" y="1057"/>
                      <a:pt x="10414" y="1064"/>
                      <a:pt x="10439" y="1064"/>
                    </a:cubicBezTo>
                    <a:cubicBezTo>
                      <a:pt x="10514" y="1064"/>
                      <a:pt x="10524" y="1005"/>
                      <a:pt x="10600" y="998"/>
                    </a:cubicBezTo>
                    <a:lnTo>
                      <a:pt x="10600" y="998"/>
                    </a:lnTo>
                    <a:cubicBezTo>
                      <a:pt x="10558" y="1007"/>
                      <a:pt x="10575" y="1015"/>
                      <a:pt x="10609" y="1024"/>
                    </a:cubicBezTo>
                    <a:lnTo>
                      <a:pt x="10642" y="1024"/>
                    </a:lnTo>
                    <a:lnTo>
                      <a:pt x="10651" y="1032"/>
                    </a:lnTo>
                    <a:cubicBezTo>
                      <a:pt x="10659" y="1032"/>
                      <a:pt x="10668" y="1041"/>
                      <a:pt x="10676" y="1049"/>
                    </a:cubicBezTo>
                    <a:cubicBezTo>
                      <a:pt x="10711" y="1021"/>
                      <a:pt x="10758" y="1005"/>
                      <a:pt x="10807" y="1005"/>
                    </a:cubicBezTo>
                    <a:cubicBezTo>
                      <a:pt x="10817" y="1005"/>
                      <a:pt x="10827" y="1005"/>
                      <a:pt x="10837" y="1007"/>
                    </a:cubicBezTo>
                    <a:cubicBezTo>
                      <a:pt x="10829" y="1032"/>
                      <a:pt x="10786" y="1075"/>
                      <a:pt x="10812" y="1075"/>
                    </a:cubicBezTo>
                    <a:lnTo>
                      <a:pt x="10862" y="1058"/>
                    </a:lnTo>
                    <a:cubicBezTo>
                      <a:pt x="10868" y="1060"/>
                      <a:pt x="10877" y="1060"/>
                      <a:pt x="10886" y="1060"/>
                    </a:cubicBezTo>
                    <a:cubicBezTo>
                      <a:pt x="10903" y="1060"/>
                      <a:pt x="10923" y="1058"/>
                      <a:pt x="10937" y="1058"/>
                    </a:cubicBezTo>
                    <a:cubicBezTo>
                      <a:pt x="10950" y="1058"/>
                      <a:pt x="10959" y="1060"/>
                      <a:pt x="10955" y="1066"/>
                    </a:cubicBezTo>
                    <a:lnTo>
                      <a:pt x="10947" y="1066"/>
                    </a:lnTo>
                    <a:cubicBezTo>
                      <a:pt x="10949" y="1067"/>
                      <a:pt x="10951" y="1067"/>
                      <a:pt x="10954" y="1067"/>
                    </a:cubicBezTo>
                    <a:cubicBezTo>
                      <a:pt x="10979" y="1067"/>
                      <a:pt x="11037" y="1040"/>
                      <a:pt x="11015" y="1032"/>
                    </a:cubicBezTo>
                    <a:lnTo>
                      <a:pt x="11091" y="1024"/>
                    </a:lnTo>
                    <a:lnTo>
                      <a:pt x="11074" y="1032"/>
                    </a:lnTo>
                    <a:cubicBezTo>
                      <a:pt x="11081" y="1030"/>
                      <a:pt x="11087" y="1029"/>
                      <a:pt x="11090" y="1029"/>
                    </a:cubicBezTo>
                    <a:cubicBezTo>
                      <a:pt x="11099" y="1029"/>
                      <a:pt x="11099" y="1035"/>
                      <a:pt x="11099" y="1041"/>
                    </a:cubicBezTo>
                    <a:cubicBezTo>
                      <a:pt x="11108" y="1049"/>
                      <a:pt x="11108" y="1058"/>
                      <a:pt x="11108" y="1066"/>
                    </a:cubicBezTo>
                    <a:cubicBezTo>
                      <a:pt x="11116" y="1100"/>
                      <a:pt x="11099" y="1134"/>
                      <a:pt x="11082" y="1159"/>
                    </a:cubicBezTo>
                    <a:cubicBezTo>
                      <a:pt x="11080" y="1158"/>
                      <a:pt x="11077" y="1157"/>
                      <a:pt x="11073" y="1157"/>
                    </a:cubicBezTo>
                    <a:cubicBezTo>
                      <a:pt x="11050" y="1157"/>
                      <a:pt x="11006" y="1186"/>
                      <a:pt x="10992" y="1186"/>
                    </a:cubicBezTo>
                    <a:cubicBezTo>
                      <a:pt x="10985" y="1186"/>
                      <a:pt x="10985" y="1179"/>
                      <a:pt x="10998" y="1159"/>
                    </a:cubicBezTo>
                    <a:cubicBezTo>
                      <a:pt x="10999" y="1162"/>
                      <a:pt x="11002" y="1164"/>
                      <a:pt x="11006" y="1164"/>
                    </a:cubicBezTo>
                    <a:cubicBezTo>
                      <a:pt x="11022" y="1164"/>
                      <a:pt x="11053" y="1141"/>
                      <a:pt x="11074" y="1134"/>
                    </a:cubicBezTo>
                    <a:cubicBezTo>
                      <a:pt x="11099" y="1100"/>
                      <a:pt x="11074" y="1092"/>
                      <a:pt x="11074" y="1083"/>
                    </a:cubicBezTo>
                    <a:cubicBezTo>
                      <a:pt x="11032" y="1100"/>
                      <a:pt x="10989" y="1108"/>
                      <a:pt x="10947" y="1117"/>
                    </a:cubicBezTo>
                    <a:cubicBezTo>
                      <a:pt x="10972" y="1117"/>
                      <a:pt x="10947" y="1159"/>
                      <a:pt x="10922" y="1193"/>
                    </a:cubicBezTo>
                    <a:cubicBezTo>
                      <a:pt x="10905" y="1227"/>
                      <a:pt x="10888" y="1261"/>
                      <a:pt x="10922" y="1269"/>
                    </a:cubicBezTo>
                    <a:cubicBezTo>
                      <a:pt x="10896" y="1303"/>
                      <a:pt x="10871" y="1337"/>
                      <a:pt x="10845" y="1371"/>
                    </a:cubicBezTo>
                    <a:lnTo>
                      <a:pt x="10820" y="1405"/>
                    </a:lnTo>
                    <a:lnTo>
                      <a:pt x="10786" y="1447"/>
                    </a:lnTo>
                    <a:cubicBezTo>
                      <a:pt x="10761" y="1472"/>
                      <a:pt x="10736" y="1498"/>
                      <a:pt x="10710" y="1523"/>
                    </a:cubicBezTo>
                    <a:cubicBezTo>
                      <a:pt x="10716" y="1523"/>
                      <a:pt x="10725" y="1519"/>
                      <a:pt x="10731" y="1519"/>
                    </a:cubicBezTo>
                    <a:cubicBezTo>
                      <a:pt x="10734" y="1519"/>
                      <a:pt x="10736" y="1520"/>
                      <a:pt x="10736" y="1523"/>
                    </a:cubicBezTo>
                    <a:lnTo>
                      <a:pt x="10626" y="1599"/>
                    </a:lnTo>
                    <a:lnTo>
                      <a:pt x="10642" y="1574"/>
                    </a:lnTo>
                    <a:lnTo>
                      <a:pt x="10566" y="1616"/>
                    </a:lnTo>
                    <a:cubicBezTo>
                      <a:pt x="10549" y="1616"/>
                      <a:pt x="10575" y="1574"/>
                      <a:pt x="10583" y="1557"/>
                    </a:cubicBezTo>
                    <a:cubicBezTo>
                      <a:pt x="10594" y="1546"/>
                      <a:pt x="10604" y="1539"/>
                      <a:pt x="10609" y="1539"/>
                    </a:cubicBezTo>
                    <a:cubicBezTo>
                      <a:pt x="10611" y="1539"/>
                      <a:pt x="10612" y="1542"/>
                      <a:pt x="10609" y="1548"/>
                    </a:cubicBezTo>
                    <a:cubicBezTo>
                      <a:pt x="10619" y="1527"/>
                      <a:pt x="10621" y="1520"/>
                      <a:pt x="10617" y="1520"/>
                    </a:cubicBezTo>
                    <a:cubicBezTo>
                      <a:pt x="10610" y="1520"/>
                      <a:pt x="10578" y="1555"/>
                      <a:pt x="10568" y="1555"/>
                    </a:cubicBezTo>
                    <a:cubicBezTo>
                      <a:pt x="10564" y="1555"/>
                      <a:pt x="10563" y="1551"/>
                      <a:pt x="10566" y="1540"/>
                    </a:cubicBezTo>
                    <a:cubicBezTo>
                      <a:pt x="10583" y="1523"/>
                      <a:pt x="10600" y="1506"/>
                      <a:pt x="10609" y="1489"/>
                    </a:cubicBezTo>
                    <a:lnTo>
                      <a:pt x="10609" y="1489"/>
                    </a:lnTo>
                    <a:cubicBezTo>
                      <a:pt x="10532" y="1548"/>
                      <a:pt x="10532" y="1616"/>
                      <a:pt x="10456" y="1633"/>
                    </a:cubicBezTo>
                    <a:cubicBezTo>
                      <a:pt x="10431" y="1709"/>
                      <a:pt x="10380" y="1777"/>
                      <a:pt x="10313" y="1827"/>
                    </a:cubicBezTo>
                    <a:cubicBezTo>
                      <a:pt x="10315" y="1823"/>
                      <a:pt x="10315" y="1821"/>
                      <a:pt x="10315" y="1821"/>
                    </a:cubicBezTo>
                    <a:lnTo>
                      <a:pt x="10315" y="1821"/>
                    </a:lnTo>
                    <a:cubicBezTo>
                      <a:pt x="10311" y="1821"/>
                      <a:pt x="10279" y="1862"/>
                      <a:pt x="10267" y="1862"/>
                    </a:cubicBezTo>
                    <a:cubicBezTo>
                      <a:pt x="10262" y="1862"/>
                      <a:pt x="10260" y="1857"/>
                      <a:pt x="10262" y="1844"/>
                    </a:cubicBezTo>
                    <a:lnTo>
                      <a:pt x="10262" y="1844"/>
                    </a:lnTo>
                    <a:cubicBezTo>
                      <a:pt x="10252" y="1869"/>
                      <a:pt x="10224" y="1894"/>
                      <a:pt x="10203" y="1916"/>
                    </a:cubicBezTo>
                    <a:lnTo>
                      <a:pt x="10203" y="1916"/>
                    </a:lnTo>
                    <a:cubicBezTo>
                      <a:pt x="10213" y="1907"/>
                      <a:pt x="10225" y="1899"/>
                      <a:pt x="10236" y="1895"/>
                    </a:cubicBezTo>
                    <a:lnTo>
                      <a:pt x="10236" y="1895"/>
                    </a:lnTo>
                    <a:cubicBezTo>
                      <a:pt x="10211" y="1929"/>
                      <a:pt x="10219" y="1946"/>
                      <a:pt x="10186" y="1971"/>
                    </a:cubicBezTo>
                    <a:lnTo>
                      <a:pt x="10177" y="1971"/>
                    </a:lnTo>
                    <a:cubicBezTo>
                      <a:pt x="10152" y="2030"/>
                      <a:pt x="10211" y="2039"/>
                      <a:pt x="10135" y="2115"/>
                    </a:cubicBezTo>
                    <a:cubicBezTo>
                      <a:pt x="10086" y="2168"/>
                      <a:pt x="10062" y="2188"/>
                      <a:pt x="10051" y="2188"/>
                    </a:cubicBezTo>
                    <a:cubicBezTo>
                      <a:pt x="10024" y="2188"/>
                      <a:pt x="10100" y="2047"/>
                      <a:pt x="10079" y="2047"/>
                    </a:cubicBezTo>
                    <a:cubicBezTo>
                      <a:pt x="10078" y="2047"/>
                      <a:pt x="10077" y="2047"/>
                      <a:pt x="10076" y="2047"/>
                    </a:cubicBezTo>
                    <a:cubicBezTo>
                      <a:pt x="10084" y="2064"/>
                      <a:pt x="10000" y="2166"/>
                      <a:pt x="9949" y="2191"/>
                    </a:cubicBezTo>
                    <a:lnTo>
                      <a:pt x="9949" y="2174"/>
                    </a:lnTo>
                    <a:cubicBezTo>
                      <a:pt x="9932" y="2200"/>
                      <a:pt x="9915" y="2234"/>
                      <a:pt x="9881" y="2242"/>
                    </a:cubicBezTo>
                    <a:cubicBezTo>
                      <a:pt x="9890" y="2276"/>
                      <a:pt x="9890" y="2310"/>
                      <a:pt x="9881" y="2343"/>
                    </a:cubicBezTo>
                    <a:lnTo>
                      <a:pt x="9788" y="2428"/>
                    </a:lnTo>
                    <a:lnTo>
                      <a:pt x="9788" y="2428"/>
                    </a:lnTo>
                    <a:lnTo>
                      <a:pt x="9797" y="2403"/>
                    </a:lnTo>
                    <a:lnTo>
                      <a:pt x="9797" y="2403"/>
                    </a:lnTo>
                    <a:cubicBezTo>
                      <a:pt x="9788" y="2428"/>
                      <a:pt x="9763" y="2445"/>
                      <a:pt x="9746" y="2462"/>
                    </a:cubicBezTo>
                    <a:cubicBezTo>
                      <a:pt x="9729" y="2453"/>
                      <a:pt x="9754" y="2437"/>
                      <a:pt x="9780" y="2403"/>
                    </a:cubicBezTo>
                    <a:cubicBezTo>
                      <a:pt x="9754" y="2403"/>
                      <a:pt x="9737" y="2420"/>
                      <a:pt x="9729" y="2453"/>
                    </a:cubicBezTo>
                    <a:lnTo>
                      <a:pt x="9737" y="2445"/>
                    </a:lnTo>
                    <a:lnTo>
                      <a:pt x="9737" y="2445"/>
                    </a:lnTo>
                    <a:cubicBezTo>
                      <a:pt x="9724" y="2465"/>
                      <a:pt x="9677" y="2535"/>
                      <a:pt x="9699" y="2535"/>
                    </a:cubicBezTo>
                    <a:cubicBezTo>
                      <a:pt x="9705" y="2535"/>
                      <a:pt x="9714" y="2531"/>
                      <a:pt x="9729" y="2521"/>
                    </a:cubicBezTo>
                    <a:lnTo>
                      <a:pt x="9729" y="2521"/>
                    </a:lnTo>
                    <a:cubicBezTo>
                      <a:pt x="9687" y="2580"/>
                      <a:pt x="9644" y="2563"/>
                      <a:pt x="9610" y="2606"/>
                    </a:cubicBezTo>
                    <a:cubicBezTo>
                      <a:pt x="9602" y="2589"/>
                      <a:pt x="9627" y="2563"/>
                      <a:pt x="9602" y="2563"/>
                    </a:cubicBezTo>
                    <a:cubicBezTo>
                      <a:pt x="9568" y="2589"/>
                      <a:pt x="9543" y="2614"/>
                      <a:pt x="9517" y="2640"/>
                    </a:cubicBezTo>
                    <a:cubicBezTo>
                      <a:pt x="9523" y="2637"/>
                      <a:pt x="9527" y="2635"/>
                      <a:pt x="9530" y="2635"/>
                    </a:cubicBezTo>
                    <a:cubicBezTo>
                      <a:pt x="9537" y="2635"/>
                      <a:pt x="9534" y="2645"/>
                      <a:pt x="9541" y="2645"/>
                    </a:cubicBezTo>
                    <a:cubicBezTo>
                      <a:pt x="9545" y="2645"/>
                      <a:pt x="9553" y="2641"/>
                      <a:pt x="9568" y="2631"/>
                    </a:cubicBezTo>
                    <a:lnTo>
                      <a:pt x="9568" y="2631"/>
                    </a:lnTo>
                    <a:cubicBezTo>
                      <a:pt x="9560" y="2656"/>
                      <a:pt x="9517" y="2690"/>
                      <a:pt x="9526" y="2699"/>
                    </a:cubicBezTo>
                    <a:cubicBezTo>
                      <a:pt x="9534" y="2682"/>
                      <a:pt x="9551" y="2665"/>
                      <a:pt x="9577" y="2656"/>
                    </a:cubicBezTo>
                    <a:lnTo>
                      <a:pt x="9577" y="2656"/>
                    </a:lnTo>
                    <a:cubicBezTo>
                      <a:pt x="9534" y="2707"/>
                      <a:pt x="9475" y="2750"/>
                      <a:pt x="9424" y="2775"/>
                    </a:cubicBezTo>
                    <a:cubicBezTo>
                      <a:pt x="9424" y="2766"/>
                      <a:pt x="9424" y="2766"/>
                      <a:pt x="9424" y="2758"/>
                    </a:cubicBezTo>
                    <a:cubicBezTo>
                      <a:pt x="9382" y="2834"/>
                      <a:pt x="9280" y="2910"/>
                      <a:pt x="9255" y="2969"/>
                    </a:cubicBezTo>
                    <a:lnTo>
                      <a:pt x="9280" y="2961"/>
                    </a:lnTo>
                    <a:cubicBezTo>
                      <a:pt x="9289" y="2936"/>
                      <a:pt x="9314" y="2919"/>
                      <a:pt x="9340" y="2910"/>
                    </a:cubicBezTo>
                    <a:lnTo>
                      <a:pt x="9340" y="2910"/>
                    </a:lnTo>
                    <a:cubicBezTo>
                      <a:pt x="9319" y="2936"/>
                      <a:pt x="9331" y="2936"/>
                      <a:pt x="9344" y="2936"/>
                    </a:cubicBezTo>
                    <a:cubicBezTo>
                      <a:pt x="9357" y="2936"/>
                      <a:pt x="9369" y="2936"/>
                      <a:pt x="9348" y="2961"/>
                    </a:cubicBezTo>
                    <a:cubicBezTo>
                      <a:pt x="9289" y="3029"/>
                      <a:pt x="9196" y="3054"/>
                      <a:pt x="9179" y="3113"/>
                    </a:cubicBezTo>
                    <a:cubicBezTo>
                      <a:pt x="9255" y="3063"/>
                      <a:pt x="9357" y="3003"/>
                      <a:pt x="9374" y="2969"/>
                    </a:cubicBezTo>
                    <a:lnTo>
                      <a:pt x="9374" y="2969"/>
                    </a:lnTo>
                    <a:lnTo>
                      <a:pt x="9331" y="3003"/>
                    </a:lnTo>
                    <a:lnTo>
                      <a:pt x="9407" y="2885"/>
                    </a:lnTo>
                    <a:cubicBezTo>
                      <a:pt x="9408" y="2885"/>
                      <a:pt x="9408" y="2885"/>
                      <a:pt x="9409" y="2885"/>
                    </a:cubicBezTo>
                    <a:cubicBezTo>
                      <a:pt x="9421" y="2885"/>
                      <a:pt x="9473" y="2823"/>
                      <a:pt x="9495" y="2823"/>
                    </a:cubicBezTo>
                    <a:cubicBezTo>
                      <a:pt x="9497" y="2823"/>
                      <a:pt x="9499" y="2824"/>
                      <a:pt x="9500" y="2826"/>
                    </a:cubicBezTo>
                    <a:cubicBezTo>
                      <a:pt x="9467" y="2860"/>
                      <a:pt x="9441" y="2885"/>
                      <a:pt x="9416" y="2910"/>
                    </a:cubicBezTo>
                    <a:cubicBezTo>
                      <a:pt x="9416" y="2911"/>
                      <a:pt x="9417" y="2911"/>
                      <a:pt x="9418" y="2911"/>
                    </a:cubicBezTo>
                    <a:cubicBezTo>
                      <a:pt x="9433" y="2911"/>
                      <a:pt x="9511" y="2841"/>
                      <a:pt x="9551" y="2809"/>
                    </a:cubicBezTo>
                    <a:lnTo>
                      <a:pt x="9551" y="2809"/>
                    </a:lnTo>
                    <a:lnTo>
                      <a:pt x="9500" y="2843"/>
                    </a:lnTo>
                    <a:cubicBezTo>
                      <a:pt x="9560" y="2758"/>
                      <a:pt x="9670" y="2673"/>
                      <a:pt x="9737" y="2597"/>
                    </a:cubicBezTo>
                    <a:lnTo>
                      <a:pt x="9737" y="2597"/>
                    </a:lnTo>
                    <a:cubicBezTo>
                      <a:pt x="9726" y="2612"/>
                      <a:pt x="9724" y="2618"/>
                      <a:pt x="9728" y="2618"/>
                    </a:cubicBezTo>
                    <a:cubicBezTo>
                      <a:pt x="9738" y="2618"/>
                      <a:pt x="9786" y="2581"/>
                      <a:pt x="9798" y="2581"/>
                    </a:cubicBezTo>
                    <a:cubicBezTo>
                      <a:pt x="9803" y="2581"/>
                      <a:pt x="9803" y="2585"/>
                      <a:pt x="9797" y="2597"/>
                    </a:cubicBezTo>
                    <a:cubicBezTo>
                      <a:pt x="9780" y="2631"/>
                      <a:pt x="9737" y="2640"/>
                      <a:pt x="9754" y="2640"/>
                    </a:cubicBezTo>
                    <a:cubicBezTo>
                      <a:pt x="9756" y="2644"/>
                      <a:pt x="9758" y="2645"/>
                      <a:pt x="9760" y="2645"/>
                    </a:cubicBezTo>
                    <a:cubicBezTo>
                      <a:pt x="9773" y="2645"/>
                      <a:pt x="9802" y="2597"/>
                      <a:pt x="9830" y="2597"/>
                    </a:cubicBezTo>
                    <a:cubicBezTo>
                      <a:pt x="9823" y="2583"/>
                      <a:pt x="9878" y="2524"/>
                      <a:pt x="9856" y="2524"/>
                    </a:cubicBezTo>
                    <a:cubicBezTo>
                      <a:pt x="9853" y="2524"/>
                      <a:pt x="9847" y="2526"/>
                      <a:pt x="9839" y="2530"/>
                    </a:cubicBezTo>
                    <a:cubicBezTo>
                      <a:pt x="9873" y="2513"/>
                      <a:pt x="9915" y="2445"/>
                      <a:pt x="9957" y="2428"/>
                    </a:cubicBezTo>
                    <a:cubicBezTo>
                      <a:pt x="9923" y="2411"/>
                      <a:pt x="10008" y="2352"/>
                      <a:pt x="10008" y="2335"/>
                    </a:cubicBezTo>
                    <a:cubicBezTo>
                      <a:pt x="10025" y="2318"/>
                      <a:pt x="10042" y="2310"/>
                      <a:pt x="10059" y="2310"/>
                    </a:cubicBezTo>
                    <a:cubicBezTo>
                      <a:pt x="10033" y="2343"/>
                      <a:pt x="10008" y="2386"/>
                      <a:pt x="9974" y="2437"/>
                    </a:cubicBezTo>
                    <a:cubicBezTo>
                      <a:pt x="9957" y="2445"/>
                      <a:pt x="9923" y="2470"/>
                      <a:pt x="9940" y="2470"/>
                    </a:cubicBezTo>
                    <a:lnTo>
                      <a:pt x="9940" y="2479"/>
                    </a:lnTo>
                    <a:cubicBezTo>
                      <a:pt x="9881" y="2572"/>
                      <a:pt x="9813" y="2665"/>
                      <a:pt x="9780" y="2707"/>
                    </a:cubicBezTo>
                    <a:lnTo>
                      <a:pt x="9788" y="2682"/>
                    </a:lnTo>
                    <a:lnTo>
                      <a:pt x="9788" y="2682"/>
                    </a:lnTo>
                    <a:cubicBezTo>
                      <a:pt x="9754" y="2758"/>
                      <a:pt x="9661" y="2792"/>
                      <a:pt x="9619" y="2868"/>
                    </a:cubicBezTo>
                    <a:cubicBezTo>
                      <a:pt x="9619" y="2868"/>
                      <a:pt x="9619" y="2860"/>
                      <a:pt x="9616" y="2860"/>
                    </a:cubicBezTo>
                    <a:cubicBezTo>
                      <a:pt x="9615" y="2860"/>
                      <a:pt x="9613" y="2862"/>
                      <a:pt x="9610" y="2868"/>
                    </a:cubicBezTo>
                    <a:cubicBezTo>
                      <a:pt x="9548" y="2912"/>
                      <a:pt x="9532" y="2960"/>
                      <a:pt x="9493" y="2996"/>
                    </a:cubicBezTo>
                    <a:lnTo>
                      <a:pt x="9493" y="2996"/>
                    </a:lnTo>
                    <a:cubicBezTo>
                      <a:pt x="9506" y="2984"/>
                      <a:pt x="9520" y="2973"/>
                      <a:pt x="9534" y="2961"/>
                    </a:cubicBezTo>
                    <a:lnTo>
                      <a:pt x="9534" y="2961"/>
                    </a:lnTo>
                    <a:cubicBezTo>
                      <a:pt x="9517" y="3003"/>
                      <a:pt x="9484" y="3037"/>
                      <a:pt x="9450" y="3063"/>
                    </a:cubicBezTo>
                    <a:lnTo>
                      <a:pt x="9467" y="3088"/>
                    </a:lnTo>
                    <a:cubicBezTo>
                      <a:pt x="9441" y="3147"/>
                      <a:pt x="9374" y="3147"/>
                      <a:pt x="9348" y="3198"/>
                    </a:cubicBezTo>
                    <a:lnTo>
                      <a:pt x="9407" y="3173"/>
                    </a:lnTo>
                    <a:lnTo>
                      <a:pt x="9407" y="3181"/>
                    </a:lnTo>
                    <a:cubicBezTo>
                      <a:pt x="9424" y="3173"/>
                      <a:pt x="9433" y="3156"/>
                      <a:pt x="9441" y="3139"/>
                    </a:cubicBezTo>
                    <a:cubicBezTo>
                      <a:pt x="9478" y="3094"/>
                      <a:pt x="9522" y="3069"/>
                      <a:pt x="9571" y="3069"/>
                    </a:cubicBezTo>
                    <a:cubicBezTo>
                      <a:pt x="9579" y="3069"/>
                      <a:pt x="9586" y="3070"/>
                      <a:pt x="9593" y="3071"/>
                    </a:cubicBezTo>
                    <a:cubicBezTo>
                      <a:pt x="9601" y="3067"/>
                      <a:pt x="9606" y="3065"/>
                      <a:pt x="9609" y="3065"/>
                    </a:cubicBezTo>
                    <a:cubicBezTo>
                      <a:pt x="9626" y="3065"/>
                      <a:pt x="9605" y="3106"/>
                      <a:pt x="9619" y="3113"/>
                    </a:cubicBezTo>
                    <a:cubicBezTo>
                      <a:pt x="9670" y="3071"/>
                      <a:pt x="9644" y="3046"/>
                      <a:pt x="9695" y="2995"/>
                    </a:cubicBezTo>
                    <a:cubicBezTo>
                      <a:pt x="9700" y="2993"/>
                      <a:pt x="9703" y="2993"/>
                      <a:pt x="9706" y="2993"/>
                    </a:cubicBezTo>
                    <a:cubicBezTo>
                      <a:pt x="9712" y="2993"/>
                      <a:pt x="9713" y="2996"/>
                      <a:pt x="9711" y="3000"/>
                    </a:cubicBezTo>
                    <a:lnTo>
                      <a:pt x="9711" y="3000"/>
                    </a:lnTo>
                    <a:lnTo>
                      <a:pt x="9737" y="2961"/>
                    </a:lnTo>
                    <a:cubicBezTo>
                      <a:pt x="9738" y="2961"/>
                      <a:pt x="9738" y="2962"/>
                      <a:pt x="9739" y="2962"/>
                    </a:cubicBezTo>
                    <a:cubicBezTo>
                      <a:pt x="9751" y="2962"/>
                      <a:pt x="9794" y="2930"/>
                      <a:pt x="9805" y="2930"/>
                    </a:cubicBezTo>
                    <a:cubicBezTo>
                      <a:pt x="9810" y="2930"/>
                      <a:pt x="9809" y="2936"/>
                      <a:pt x="9797" y="2953"/>
                    </a:cubicBezTo>
                    <a:lnTo>
                      <a:pt x="9763" y="2986"/>
                    </a:lnTo>
                    <a:cubicBezTo>
                      <a:pt x="9843" y="2943"/>
                      <a:pt x="9961" y="2861"/>
                      <a:pt x="10003" y="2861"/>
                    </a:cubicBezTo>
                    <a:cubicBezTo>
                      <a:pt x="10009" y="2861"/>
                      <a:pt x="10014" y="2863"/>
                      <a:pt x="10016" y="2868"/>
                    </a:cubicBezTo>
                    <a:cubicBezTo>
                      <a:pt x="10059" y="2834"/>
                      <a:pt x="10042" y="2834"/>
                      <a:pt x="10110" y="2783"/>
                    </a:cubicBezTo>
                    <a:cubicBezTo>
                      <a:pt x="10126" y="2741"/>
                      <a:pt x="10076" y="2750"/>
                      <a:pt x="10135" y="2673"/>
                    </a:cubicBezTo>
                    <a:lnTo>
                      <a:pt x="10135" y="2673"/>
                    </a:lnTo>
                    <a:lnTo>
                      <a:pt x="10076" y="2716"/>
                    </a:lnTo>
                    <a:cubicBezTo>
                      <a:pt x="10067" y="2733"/>
                      <a:pt x="10059" y="2741"/>
                      <a:pt x="10050" y="2758"/>
                    </a:cubicBezTo>
                    <a:lnTo>
                      <a:pt x="10110" y="2707"/>
                    </a:lnTo>
                    <a:lnTo>
                      <a:pt x="10110" y="2707"/>
                    </a:lnTo>
                    <a:cubicBezTo>
                      <a:pt x="10076" y="2741"/>
                      <a:pt x="10093" y="2750"/>
                      <a:pt x="10093" y="2775"/>
                    </a:cubicBezTo>
                    <a:cubicBezTo>
                      <a:pt x="10042" y="2817"/>
                      <a:pt x="9974" y="2851"/>
                      <a:pt x="9906" y="2876"/>
                    </a:cubicBezTo>
                    <a:cubicBezTo>
                      <a:pt x="9923" y="2843"/>
                      <a:pt x="9974" y="2800"/>
                      <a:pt x="9932" y="2800"/>
                    </a:cubicBezTo>
                    <a:cubicBezTo>
                      <a:pt x="10000" y="2775"/>
                      <a:pt x="9974" y="2733"/>
                      <a:pt x="10042" y="2707"/>
                    </a:cubicBezTo>
                    <a:lnTo>
                      <a:pt x="10042" y="2724"/>
                    </a:lnTo>
                    <a:cubicBezTo>
                      <a:pt x="10067" y="2665"/>
                      <a:pt x="10093" y="2682"/>
                      <a:pt x="10118" y="2640"/>
                    </a:cubicBezTo>
                    <a:lnTo>
                      <a:pt x="10126" y="2640"/>
                    </a:lnTo>
                    <a:cubicBezTo>
                      <a:pt x="10154" y="2605"/>
                      <a:pt x="10153" y="2600"/>
                      <a:pt x="10147" y="2600"/>
                    </a:cubicBezTo>
                    <a:cubicBezTo>
                      <a:pt x="10145" y="2600"/>
                      <a:pt x="10141" y="2601"/>
                      <a:pt x="10139" y="2601"/>
                    </a:cubicBezTo>
                    <a:cubicBezTo>
                      <a:pt x="10131" y="2601"/>
                      <a:pt x="10126" y="2595"/>
                      <a:pt x="10152" y="2555"/>
                    </a:cubicBezTo>
                    <a:cubicBezTo>
                      <a:pt x="10171" y="2538"/>
                      <a:pt x="10183" y="2532"/>
                      <a:pt x="10192" y="2532"/>
                    </a:cubicBezTo>
                    <a:cubicBezTo>
                      <a:pt x="10212" y="2532"/>
                      <a:pt x="10210" y="2564"/>
                      <a:pt x="10224" y="2564"/>
                    </a:cubicBezTo>
                    <a:cubicBezTo>
                      <a:pt x="10225" y="2564"/>
                      <a:pt x="10227" y="2564"/>
                      <a:pt x="10228" y="2563"/>
                    </a:cubicBezTo>
                    <a:lnTo>
                      <a:pt x="10228" y="2563"/>
                    </a:lnTo>
                    <a:cubicBezTo>
                      <a:pt x="10143" y="2690"/>
                      <a:pt x="10270" y="2597"/>
                      <a:pt x="10160" y="2724"/>
                    </a:cubicBezTo>
                    <a:cubicBezTo>
                      <a:pt x="10166" y="2732"/>
                      <a:pt x="10174" y="2736"/>
                      <a:pt x="10183" y="2736"/>
                    </a:cubicBezTo>
                    <a:cubicBezTo>
                      <a:pt x="10211" y="2736"/>
                      <a:pt x="10253" y="2699"/>
                      <a:pt x="10304" y="2648"/>
                    </a:cubicBezTo>
                    <a:lnTo>
                      <a:pt x="10304" y="2648"/>
                    </a:lnTo>
                    <a:cubicBezTo>
                      <a:pt x="10295" y="2653"/>
                      <a:pt x="10288" y="2656"/>
                      <a:pt x="10283" y="2656"/>
                    </a:cubicBezTo>
                    <a:cubicBezTo>
                      <a:pt x="10261" y="2656"/>
                      <a:pt x="10270" y="2615"/>
                      <a:pt x="10244" y="2615"/>
                    </a:cubicBezTo>
                    <a:cubicBezTo>
                      <a:pt x="10238" y="2615"/>
                      <a:pt x="10230" y="2617"/>
                      <a:pt x="10219" y="2623"/>
                    </a:cubicBezTo>
                    <a:cubicBezTo>
                      <a:pt x="10304" y="2521"/>
                      <a:pt x="10245" y="2470"/>
                      <a:pt x="10372" y="2394"/>
                    </a:cubicBezTo>
                    <a:lnTo>
                      <a:pt x="10372" y="2403"/>
                    </a:lnTo>
                    <a:lnTo>
                      <a:pt x="10397" y="2343"/>
                    </a:lnTo>
                    <a:lnTo>
                      <a:pt x="10465" y="2293"/>
                    </a:lnTo>
                    <a:lnTo>
                      <a:pt x="10465" y="2293"/>
                    </a:lnTo>
                    <a:cubicBezTo>
                      <a:pt x="10456" y="2360"/>
                      <a:pt x="10397" y="2386"/>
                      <a:pt x="10389" y="2428"/>
                    </a:cubicBezTo>
                    <a:lnTo>
                      <a:pt x="10389" y="2428"/>
                    </a:lnTo>
                    <a:cubicBezTo>
                      <a:pt x="10482" y="2386"/>
                      <a:pt x="10456" y="2310"/>
                      <a:pt x="10541" y="2234"/>
                    </a:cubicBezTo>
                    <a:cubicBezTo>
                      <a:pt x="10554" y="2228"/>
                      <a:pt x="10562" y="2226"/>
                      <a:pt x="10567" y="2226"/>
                    </a:cubicBezTo>
                    <a:cubicBezTo>
                      <a:pt x="10603" y="2226"/>
                      <a:pt x="10476" y="2338"/>
                      <a:pt x="10499" y="2360"/>
                    </a:cubicBezTo>
                    <a:cubicBezTo>
                      <a:pt x="10506" y="2340"/>
                      <a:pt x="10552" y="2314"/>
                      <a:pt x="10569" y="2314"/>
                    </a:cubicBezTo>
                    <a:cubicBezTo>
                      <a:pt x="10572" y="2314"/>
                      <a:pt x="10575" y="2315"/>
                      <a:pt x="10575" y="2318"/>
                    </a:cubicBezTo>
                    <a:cubicBezTo>
                      <a:pt x="10482" y="2386"/>
                      <a:pt x="10541" y="2377"/>
                      <a:pt x="10439" y="2453"/>
                    </a:cubicBezTo>
                    <a:cubicBezTo>
                      <a:pt x="10453" y="2433"/>
                      <a:pt x="10453" y="2427"/>
                      <a:pt x="10448" y="2427"/>
                    </a:cubicBezTo>
                    <a:cubicBezTo>
                      <a:pt x="10443" y="2427"/>
                      <a:pt x="10433" y="2432"/>
                      <a:pt x="10427" y="2432"/>
                    </a:cubicBezTo>
                    <a:cubicBezTo>
                      <a:pt x="10424" y="2432"/>
                      <a:pt x="10423" y="2431"/>
                      <a:pt x="10423" y="2428"/>
                    </a:cubicBezTo>
                    <a:cubicBezTo>
                      <a:pt x="10380" y="2487"/>
                      <a:pt x="10329" y="2538"/>
                      <a:pt x="10279" y="2580"/>
                    </a:cubicBezTo>
                    <a:cubicBezTo>
                      <a:pt x="10279" y="2588"/>
                      <a:pt x="10281" y="2591"/>
                      <a:pt x="10286" y="2591"/>
                    </a:cubicBezTo>
                    <a:cubicBezTo>
                      <a:pt x="10303" y="2591"/>
                      <a:pt x="10347" y="2550"/>
                      <a:pt x="10380" y="2530"/>
                    </a:cubicBezTo>
                    <a:cubicBezTo>
                      <a:pt x="10431" y="2437"/>
                      <a:pt x="10541" y="2403"/>
                      <a:pt x="10566" y="2327"/>
                    </a:cubicBezTo>
                    <a:cubicBezTo>
                      <a:pt x="10590" y="2303"/>
                      <a:pt x="10601" y="2295"/>
                      <a:pt x="10606" y="2295"/>
                    </a:cubicBezTo>
                    <a:cubicBezTo>
                      <a:pt x="10617" y="2295"/>
                      <a:pt x="10594" y="2335"/>
                      <a:pt x="10600" y="2335"/>
                    </a:cubicBezTo>
                    <a:cubicBezTo>
                      <a:pt x="10676" y="2284"/>
                      <a:pt x="10609" y="2293"/>
                      <a:pt x="10626" y="2267"/>
                    </a:cubicBezTo>
                    <a:cubicBezTo>
                      <a:pt x="10710" y="2157"/>
                      <a:pt x="10761" y="2174"/>
                      <a:pt x="10829" y="2107"/>
                    </a:cubicBezTo>
                    <a:cubicBezTo>
                      <a:pt x="10913" y="1980"/>
                      <a:pt x="11006" y="1870"/>
                      <a:pt x="11108" y="1768"/>
                    </a:cubicBezTo>
                    <a:cubicBezTo>
                      <a:pt x="11108" y="1783"/>
                      <a:pt x="11114" y="1787"/>
                      <a:pt x="11122" y="1787"/>
                    </a:cubicBezTo>
                    <a:cubicBezTo>
                      <a:pt x="11128" y="1787"/>
                      <a:pt x="11135" y="1785"/>
                      <a:pt x="11142" y="1785"/>
                    </a:cubicBezTo>
                    <a:cubicBezTo>
                      <a:pt x="11142" y="1760"/>
                      <a:pt x="11150" y="1734"/>
                      <a:pt x="11158" y="1709"/>
                    </a:cubicBezTo>
                    <a:cubicBezTo>
                      <a:pt x="11167" y="1684"/>
                      <a:pt x="11192" y="1658"/>
                      <a:pt x="11226" y="1591"/>
                    </a:cubicBezTo>
                    <a:lnTo>
                      <a:pt x="11226" y="1591"/>
                    </a:lnTo>
                    <a:lnTo>
                      <a:pt x="11125" y="1684"/>
                    </a:lnTo>
                    <a:cubicBezTo>
                      <a:pt x="11192" y="1599"/>
                      <a:pt x="11209" y="1514"/>
                      <a:pt x="11294" y="1455"/>
                    </a:cubicBezTo>
                    <a:lnTo>
                      <a:pt x="11294" y="1455"/>
                    </a:lnTo>
                    <a:cubicBezTo>
                      <a:pt x="11275" y="1466"/>
                      <a:pt x="11264" y="1471"/>
                      <a:pt x="11257" y="1471"/>
                    </a:cubicBezTo>
                    <a:cubicBezTo>
                      <a:pt x="11220" y="1471"/>
                      <a:pt x="11365" y="1304"/>
                      <a:pt x="11387" y="1261"/>
                    </a:cubicBezTo>
                    <a:cubicBezTo>
                      <a:pt x="11471" y="1176"/>
                      <a:pt x="11488" y="1108"/>
                      <a:pt x="11556" y="1058"/>
                    </a:cubicBezTo>
                    <a:lnTo>
                      <a:pt x="11556" y="1066"/>
                    </a:lnTo>
                    <a:lnTo>
                      <a:pt x="11658" y="948"/>
                    </a:lnTo>
                    <a:lnTo>
                      <a:pt x="11717" y="948"/>
                    </a:lnTo>
                    <a:cubicBezTo>
                      <a:pt x="11793" y="865"/>
                      <a:pt x="11824" y="793"/>
                      <a:pt x="11805" y="793"/>
                    </a:cubicBezTo>
                    <a:cubicBezTo>
                      <a:pt x="11800" y="793"/>
                      <a:pt x="11794" y="796"/>
                      <a:pt x="11784" y="804"/>
                    </a:cubicBezTo>
                    <a:cubicBezTo>
                      <a:pt x="11878" y="711"/>
                      <a:pt x="11844" y="753"/>
                      <a:pt x="11894" y="728"/>
                    </a:cubicBezTo>
                    <a:lnTo>
                      <a:pt x="11894" y="728"/>
                    </a:lnTo>
                    <a:cubicBezTo>
                      <a:pt x="11878" y="802"/>
                      <a:pt x="11838" y="868"/>
                      <a:pt x="11773" y="910"/>
                    </a:cubicBezTo>
                    <a:lnTo>
                      <a:pt x="11773" y="910"/>
                    </a:lnTo>
                    <a:cubicBezTo>
                      <a:pt x="11786" y="900"/>
                      <a:pt x="11793" y="880"/>
                      <a:pt x="11793" y="880"/>
                    </a:cubicBezTo>
                    <a:lnTo>
                      <a:pt x="11793" y="880"/>
                    </a:lnTo>
                    <a:cubicBezTo>
                      <a:pt x="11690" y="1003"/>
                      <a:pt x="11693" y="1021"/>
                      <a:pt x="11714" y="1021"/>
                    </a:cubicBezTo>
                    <a:cubicBezTo>
                      <a:pt x="11722" y="1021"/>
                      <a:pt x="11733" y="1018"/>
                      <a:pt x="11741" y="1018"/>
                    </a:cubicBezTo>
                    <a:cubicBezTo>
                      <a:pt x="11755" y="1018"/>
                      <a:pt x="11761" y="1026"/>
                      <a:pt x="11734" y="1066"/>
                    </a:cubicBezTo>
                    <a:cubicBezTo>
                      <a:pt x="11793" y="1007"/>
                      <a:pt x="11852" y="939"/>
                      <a:pt x="11903" y="872"/>
                    </a:cubicBezTo>
                    <a:cubicBezTo>
                      <a:pt x="11945" y="795"/>
                      <a:pt x="11987" y="728"/>
                      <a:pt x="12030" y="643"/>
                    </a:cubicBezTo>
                    <a:lnTo>
                      <a:pt x="12030" y="643"/>
                    </a:lnTo>
                    <a:cubicBezTo>
                      <a:pt x="11979" y="728"/>
                      <a:pt x="11911" y="804"/>
                      <a:pt x="11835" y="872"/>
                    </a:cubicBezTo>
                    <a:cubicBezTo>
                      <a:pt x="11894" y="804"/>
                      <a:pt x="11852" y="812"/>
                      <a:pt x="11920" y="753"/>
                    </a:cubicBezTo>
                    <a:lnTo>
                      <a:pt x="11920" y="762"/>
                    </a:lnTo>
                    <a:lnTo>
                      <a:pt x="11945" y="711"/>
                    </a:lnTo>
                    <a:cubicBezTo>
                      <a:pt x="11962" y="694"/>
                      <a:pt x="11979" y="685"/>
                      <a:pt x="11987" y="669"/>
                    </a:cubicBezTo>
                    <a:lnTo>
                      <a:pt x="12013" y="635"/>
                    </a:lnTo>
                    <a:lnTo>
                      <a:pt x="11996" y="635"/>
                    </a:lnTo>
                    <a:cubicBezTo>
                      <a:pt x="11962" y="626"/>
                      <a:pt x="11945" y="618"/>
                      <a:pt x="12038" y="618"/>
                    </a:cubicBezTo>
                    <a:cubicBezTo>
                      <a:pt x="12013" y="616"/>
                      <a:pt x="11994" y="615"/>
                      <a:pt x="11980" y="615"/>
                    </a:cubicBezTo>
                    <a:cubicBezTo>
                      <a:pt x="11922" y="615"/>
                      <a:pt x="11930" y="626"/>
                      <a:pt x="11835" y="626"/>
                    </a:cubicBezTo>
                    <a:lnTo>
                      <a:pt x="11928" y="643"/>
                    </a:lnTo>
                    <a:cubicBezTo>
                      <a:pt x="11954" y="652"/>
                      <a:pt x="12013" y="635"/>
                      <a:pt x="11962" y="677"/>
                    </a:cubicBezTo>
                    <a:lnTo>
                      <a:pt x="11920" y="694"/>
                    </a:lnTo>
                    <a:cubicBezTo>
                      <a:pt x="11920" y="694"/>
                      <a:pt x="11920" y="685"/>
                      <a:pt x="11920" y="685"/>
                    </a:cubicBezTo>
                    <a:lnTo>
                      <a:pt x="11869" y="685"/>
                    </a:lnTo>
                    <a:cubicBezTo>
                      <a:pt x="11844" y="677"/>
                      <a:pt x="11818" y="669"/>
                      <a:pt x="11793" y="669"/>
                    </a:cubicBezTo>
                    <a:lnTo>
                      <a:pt x="11751" y="694"/>
                    </a:lnTo>
                    <a:lnTo>
                      <a:pt x="11658" y="660"/>
                    </a:lnTo>
                    <a:cubicBezTo>
                      <a:pt x="11652" y="666"/>
                      <a:pt x="11639" y="668"/>
                      <a:pt x="11622" y="668"/>
                    </a:cubicBezTo>
                    <a:cubicBezTo>
                      <a:pt x="11590" y="668"/>
                      <a:pt x="11545" y="660"/>
                      <a:pt x="11522" y="660"/>
                    </a:cubicBezTo>
                    <a:cubicBezTo>
                      <a:pt x="11473" y="646"/>
                      <a:pt x="11542" y="614"/>
                      <a:pt x="11466" y="614"/>
                    </a:cubicBezTo>
                    <a:cubicBezTo>
                      <a:pt x="11451" y="614"/>
                      <a:pt x="11431" y="615"/>
                      <a:pt x="11404" y="618"/>
                    </a:cubicBezTo>
                    <a:lnTo>
                      <a:pt x="11412" y="618"/>
                    </a:lnTo>
                    <a:cubicBezTo>
                      <a:pt x="11390" y="620"/>
                      <a:pt x="11368" y="621"/>
                      <a:pt x="11345" y="621"/>
                    </a:cubicBezTo>
                    <a:cubicBezTo>
                      <a:pt x="11291" y="621"/>
                      <a:pt x="11235" y="615"/>
                      <a:pt x="11175" y="609"/>
                    </a:cubicBezTo>
                    <a:cubicBezTo>
                      <a:pt x="11201" y="601"/>
                      <a:pt x="11218" y="601"/>
                      <a:pt x="11243" y="601"/>
                    </a:cubicBezTo>
                    <a:cubicBezTo>
                      <a:pt x="11150" y="592"/>
                      <a:pt x="11065" y="584"/>
                      <a:pt x="10972" y="584"/>
                    </a:cubicBezTo>
                    <a:cubicBezTo>
                      <a:pt x="10956" y="586"/>
                      <a:pt x="10940" y="587"/>
                      <a:pt x="10924" y="587"/>
                    </a:cubicBezTo>
                    <a:cubicBezTo>
                      <a:pt x="10873" y="587"/>
                      <a:pt x="10821" y="576"/>
                      <a:pt x="10769" y="550"/>
                    </a:cubicBezTo>
                    <a:cubicBezTo>
                      <a:pt x="10770" y="549"/>
                      <a:pt x="10772" y="549"/>
                      <a:pt x="10773" y="548"/>
                    </a:cubicBezTo>
                    <a:lnTo>
                      <a:pt x="10773" y="548"/>
                    </a:lnTo>
                    <a:lnTo>
                      <a:pt x="10786" y="550"/>
                    </a:lnTo>
                    <a:cubicBezTo>
                      <a:pt x="10791" y="547"/>
                      <a:pt x="10798" y="544"/>
                      <a:pt x="10807" y="541"/>
                    </a:cubicBezTo>
                    <a:lnTo>
                      <a:pt x="10807" y="541"/>
                    </a:lnTo>
                    <a:cubicBezTo>
                      <a:pt x="10794" y="542"/>
                      <a:pt x="10782" y="544"/>
                      <a:pt x="10773" y="548"/>
                    </a:cubicBezTo>
                    <a:lnTo>
                      <a:pt x="10773" y="548"/>
                    </a:lnTo>
                    <a:lnTo>
                      <a:pt x="10727" y="542"/>
                    </a:lnTo>
                    <a:cubicBezTo>
                      <a:pt x="10702" y="542"/>
                      <a:pt x="10668" y="533"/>
                      <a:pt x="10659" y="533"/>
                    </a:cubicBezTo>
                    <a:cubicBezTo>
                      <a:pt x="10634" y="525"/>
                      <a:pt x="10626" y="525"/>
                      <a:pt x="10659" y="516"/>
                    </a:cubicBezTo>
                    <a:lnTo>
                      <a:pt x="10659" y="516"/>
                    </a:lnTo>
                    <a:lnTo>
                      <a:pt x="10524" y="542"/>
                    </a:lnTo>
                    <a:cubicBezTo>
                      <a:pt x="10524" y="525"/>
                      <a:pt x="10558" y="525"/>
                      <a:pt x="10575" y="516"/>
                    </a:cubicBezTo>
                    <a:lnTo>
                      <a:pt x="10473" y="516"/>
                    </a:lnTo>
                    <a:cubicBezTo>
                      <a:pt x="10389" y="516"/>
                      <a:pt x="10313" y="525"/>
                      <a:pt x="10228" y="542"/>
                    </a:cubicBezTo>
                    <a:cubicBezTo>
                      <a:pt x="10355" y="575"/>
                      <a:pt x="10160" y="567"/>
                      <a:pt x="10169" y="592"/>
                    </a:cubicBezTo>
                    <a:lnTo>
                      <a:pt x="10169" y="592"/>
                    </a:lnTo>
                    <a:cubicBezTo>
                      <a:pt x="10126" y="584"/>
                      <a:pt x="10110" y="516"/>
                      <a:pt x="10219" y="499"/>
                    </a:cubicBezTo>
                    <a:cubicBezTo>
                      <a:pt x="10228" y="505"/>
                      <a:pt x="10241" y="507"/>
                      <a:pt x="10257" y="507"/>
                    </a:cubicBezTo>
                    <a:cubicBezTo>
                      <a:pt x="10288" y="507"/>
                      <a:pt x="10329" y="499"/>
                      <a:pt x="10363" y="499"/>
                    </a:cubicBezTo>
                    <a:cubicBezTo>
                      <a:pt x="10342" y="495"/>
                      <a:pt x="10319" y="493"/>
                      <a:pt x="10296" y="493"/>
                    </a:cubicBezTo>
                    <a:cubicBezTo>
                      <a:pt x="10272" y="493"/>
                      <a:pt x="10249" y="495"/>
                      <a:pt x="10228" y="499"/>
                    </a:cubicBezTo>
                    <a:cubicBezTo>
                      <a:pt x="10270" y="482"/>
                      <a:pt x="10152" y="466"/>
                      <a:pt x="10160" y="457"/>
                    </a:cubicBezTo>
                    <a:cubicBezTo>
                      <a:pt x="10167" y="450"/>
                      <a:pt x="10185" y="427"/>
                      <a:pt x="10227" y="427"/>
                    </a:cubicBezTo>
                    <a:cubicBezTo>
                      <a:pt x="10237" y="427"/>
                      <a:pt x="10249" y="428"/>
                      <a:pt x="10262" y="432"/>
                    </a:cubicBezTo>
                    <a:cubicBezTo>
                      <a:pt x="10355" y="440"/>
                      <a:pt x="10270" y="466"/>
                      <a:pt x="10296" y="466"/>
                    </a:cubicBezTo>
                    <a:cubicBezTo>
                      <a:pt x="10305" y="478"/>
                      <a:pt x="10326" y="481"/>
                      <a:pt x="10352" y="481"/>
                    </a:cubicBezTo>
                    <a:cubicBezTo>
                      <a:pt x="10380" y="481"/>
                      <a:pt x="10413" y="477"/>
                      <a:pt x="10444" y="477"/>
                    </a:cubicBezTo>
                    <a:cubicBezTo>
                      <a:pt x="10461" y="477"/>
                      <a:pt x="10477" y="479"/>
                      <a:pt x="10490" y="482"/>
                    </a:cubicBezTo>
                    <a:cubicBezTo>
                      <a:pt x="10499" y="491"/>
                      <a:pt x="10482" y="491"/>
                      <a:pt x="10465" y="491"/>
                    </a:cubicBezTo>
                    <a:cubicBezTo>
                      <a:pt x="10488" y="491"/>
                      <a:pt x="10519" y="492"/>
                      <a:pt x="10548" y="492"/>
                    </a:cubicBezTo>
                    <a:cubicBezTo>
                      <a:pt x="10590" y="492"/>
                      <a:pt x="10629" y="489"/>
                      <a:pt x="10634" y="474"/>
                    </a:cubicBezTo>
                    <a:lnTo>
                      <a:pt x="10634" y="474"/>
                    </a:lnTo>
                    <a:lnTo>
                      <a:pt x="10507" y="482"/>
                    </a:lnTo>
                    <a:cubicBezTo>
                      <a:pt x="10482" y="474"/>
                      <a:pt x="10549" y="466"/>
                      <a:pt x="10507" y="449"/>
                    </a:cubicBezTo>
                    <a:lnTo>
                      <a:pt x="10507" y="449"/>
                    </a:lnTo>
                    <a:cubicBezTo>
                      <a:pt x="10490" y="453"/>
                      <a:pt x="10473" y="455"/>
                      <a:pt x="10456" y="455"/>
                    </a:cubicBezTo>
                    <a:cubicBezTo>
                      <a:pt x="10439" y="455"/>
                      <a:pt x="10423" y="453"/>
                      <a:pt x="10406" y="449"/>
                    </a:cubicBezTo>
                    <a:lnTo>
                      <a:pt x="10414" y="440"/>
                    </a:lnTo>
                    <a:cubicBezTo>
                      <a:pt x="10338" y="421"/>
                      <a:pt x="10267" y="412"/>
                      <a:pt x="10193" y="412"/>
                    </a:cubicBezTo>
                    <a:cubicBezTo>
                      <a:pt x="10168" y="412"/>
                      <a:pt x="10143" y="413"/>
                      <a:pt x="10118" y="415"/>
                    </a:cubicBezTo>
                    <a:cubicBezTo>
                      <a:pt x="10101" y="466"/>
                      <a:pt x="10050" y="499"/>
                      <a:pt x="10008" y="550"/>
                    </a:cubicBezTo>
                    <a:cubicBezTo>
                      <a:pt x="9873" y="542"/>
                      <a:pt x="9729" y="533"/>
                      <a:pt x="9593" y="516"/>
                    </a:cubicBezTo>
                    <a:cubicBezTo>
                      <a:pt x="9644" y="497"/>
                      <a:pt x="9700" y="488"/>
                      <a:pt x="9756" y="488"/>
                    </a:cubicBezTo>
                    <a:cubicBezTo>
                      <a:pt x="9775" y="488"/>
                      <a:pt x="9794" y="489"/>
                      <a:pt x="9813" y="491"/>
                    </a:cubicBezTo>
                    <a:lnTo>
                      <a:pt x="9771" y="508"/>
                    </a:lnTo>
                    <a:cubicBezTo>
                      <a:pt x="9785" y="510"/>
                      <a:pt x="9798" y="511"/>
                      <a:pt x="9812" y="511"/>
                    </a:cubicBezTo>
                    <a:cubicBezTo>
                      <a:pt x="9848" y="511"/>
                      <a:pt x="9884" y="503"/>
                      <a:pt x="9915" y="491"/>
                    </a:cubicBezTo>
                    <a:cubicBezTo>
                      <a:pt x="9915" y="491"/>
                      <a:pt x="9915" y="499"/>
                      <a:pt x="9932" y="508"/>
                    </a:cubicBezTo>
                    <a:cubicBezTo>
                      <a:pt x="10008" y="508"/>
                      <a:pt x="10042" y="474"/>
                      <a:pt x="10008" y="457"/>
                    </a:cubicBezTo>
                    <a:lnTo>
                      <a:pt x="10008" y="457"/>
                    </a:lnTo>
                    <a:lnTo>
                      <a:pt x="9983" y="466"/>
                    </a:lnTo>
                    <a:lnTo>
                      <a:pt x="9932" y="432"/>
                    </a:lnTo>
                    <a:cubicBezTo>
                      <a:pt x="9925" y="453"/>
                      <a:pt x="9897" y="458"/>
                      <a:pt x="9860" y="458"/>
                    </a:cubicBezTo>
                    <a:cubicBezTo>
                      <a:pt x="9824" y="458"/>
                      <a:pt x="9780" y="453"/>
                      <a:pt x="9739" y="453"/>
                    </a:cubicBezTo>
                    <a:cubicBezTo>
                      <a:pt x="9721" y="453"/>
                      <a:pt x="9702" y="454"/>
                      <a:pt x="9687" y="457"/>
                    </a:cubicBezTo>
                    <a:cubicBezTo>
                      <a:pt x="9730" y="445"/>
                      <a:pt x="9768" y="419"/>
                      <a:pt x="9812" y="419"/>
                    </a:cubicBezTo>
                    <a:cubicBezTo>
                      <a:pt x="9829" y="419"/>
                      <a:pt x="9846" y="422"/>
                      <a:pt x="9864" y="432"/>
                    </a:cubicBezTo>
                    <a:lnTo>
                      <a:pt x="9856" y="406"/>
                    </a:lnTo>
                    <a:cubicBezTo>
                      <a:pt x="9899" y="406"/>
                      <a:pt x="9937" y="424"/>
                      <a:pt x="9968" y="424"/>
                    </a:cubicBezTo>
                    <a:cubicBezTo>
                      <a:pt x="9980" y="424"/>
                      <a:pt x="9990" y="422"/>
                      <a:pt x="10000" y="415"/>
                    </a:cubicBezTo>
                    <a:lnTo>
                      <a:pt x="9932" y="415"/>
                    </a:lnTo>
                    <a:lnTo>
                      <a:pt x="9932" y="398"/>
                    </a:lnTo>
                    <a:cubicBezTo>
                      <a:pt x="9906" y="402"/>
                      <a:pt x="9879" y="404"/>
                      <a:pt x="9852" y="404"/>
                    </a:cubicBezTo>
                    <a:cubicBezTo>
                      <a:pt x="9824" y="404"/>
                      <a:pt x="9797" y="402"/>
                      <a:pt x="9771" y="398"/>
                    </a:cubicBezTo>
                    <a:cubicBezTo>
                      <a:pt x="9732" y="420"/>
                      <a:pt x="9688" y="432"/>
                      <a:pt x="9644" y="432"/>
                    </a:cubicBezTo>
                    <a:cubicBezTo>
                      <a:pt x="9622" y="432"/>
                      <a:pt x="9599" y="429"/>
                      <a:pt x="9577" y="423"/>
                    </a:cubicBezTo>
                    <a:cubicBezTo>
                      <a:pt x="9561" y="432"/>
                      <a:pt x="9543" y="435"/>
                      <a:pt x="9525" y="435"/>
                    </a:cubicBezTo>
                    <a:cubicBezTo>
                      <a:pt x="9460" y="435"/>
                      <a:pt x="9384" y="396"/>
                      <a:pt x="9339" y="396"/>
                    </a:cubicBezTo>
                    <a:cubicBezTo>
                      <a:pt x="9333" y="396"/>
                      <a:pt x="9328" y="396"/>
                      <a:pt x="9323" y="398"/>
                    </a:cubicBezTo>
                    <a:cubicBezTo>
                      <a:pt x="9280" y="440"/>
                      <a:pt x="9441" y="423"/>
                      <a:pt x="9475" y="449"/>
                    </a:cubicBezTo>
                    <a:cubicBezTo>
                      <a:pt x="9460" y="454"/>
                      <a:pt x="9446" y="455"/>
                      <a:pt x="9434" y="455"/>
                    </a:cubicBezTo>
                    <a:cubicBezTo>
                      <a:pt x="9421" y="455"/>
                      <a:pt x="9412" y="453"/>
                      <a:pt x="9407" y="453"/>
                    </a:cubicBezTo>
                    <a:cubicBezTo>
                      <a:pt x="9401" y="453"/>
                      <a:pt x="9403" y="456"/>
                      <a:pt x="9416" y="466"/>
                    </a:cubicBezTo>
                    <a:cubicBezTo>
                      <a:pt x="9402" y="468"/>
                      <a:pt x="9390" y="469"/>
                      <a:pt x="9381" y="469"/>
                    </a:cubicBezTo>
                    <a:cubicBezTo>
                      <a:pt x="9330" y="469"/>
                      <a:pt x="9337" y="442"/>
                      <a:pt x="9302" y="442"/>
                    </a:cubicBezTo>
                    <a:cubicBezTo>
                      <a:pt x="9293" y="442"/>
                      <a:pt x="9280" y="444"/>
                      <a:pt x="9264" y="449"/>
                    </a:cubicBezTo>
                    <a:lnTo>
                      <a:pt x="9314" y="466"/>
                    </a:lnTo>
                    <a:cubicBezTo>
                      <a:pt x="9293" y="474"/>
                      <a:pt x="9266" y="474"/>
                      <a:pt x="9239" y="474"/>
                    </a:cubicBezTo>
                    <a:cubicBezTo>
                      <a:pt x="9213" y="474"/>
                      <a:pt x="9187" y="474"/>
                      <a:pt x="9171" y="482"/>
                    </a:cubicBezTo>
                    <a:cubicBezTo>
                      <a:pt x="9166" y="499"/>
                      <a:pt x="9181" y="501"/>
                      <a:pt x="9206" y="501"/>
                    </a:cubicBezTo>
                    <a:cubicBezTo>
                      <a:pt x="9215" y="501"/>
                      <a:pt x="9225" y="501"/>
                      <a:pt x="9235" y="501"/>
                    </a:cubicBezTo>
                    <a:cubicBezTo>
                      <a:pt x="9256" y="501"/>
                      <a:pt x="9280" y="502"/>
                      <a:pt x="9306" y="508"/>
                    </a:cubicBezTo>
                    <a:lnTo>
                      <a:pt x="9272" y="525"/>
                    </a:lnTo>
                    <a:lnTo>
                      <a:pt x="9424" y="508"/>
                    </a:lnTo>
                    <a:cubicBezTo>
                      <a:pt x="9475" y="474"/>
                      <a:pt x="9433" y="466"/>
                      <a:pt x="9534" y="449"/>
                    </a:cubicBezTo>
                    <a:cubicBezTo>
                      <a:pt x="9577" y="474"/>
                      <a:pt x="9602" y="525"/>
                      <a:pt x="9577" y="550"/>
                    </a:cubicBezTo>
                    <a:cubicBezTo>
                      <a:pt x="9543" y="533"/>
                      <a:pt x="9475" y="542"/>
                      <a:pt x="9475" y="516"/>
                    </a:cubicBezTo>
                    <a:cubicBezTo>
                      <a:pt x="9433" y="542"/>
                      <a:pt x="9306" y="550"/>
                      <a:pt x="9331" y="584"/>
                    </a:cubicBezTo>
                    <a:lnTo>
                      <a:pt x="9314" y="584"/>
                    </a:lnTo>
                    <a:cubicBezTo>
                      <a:pt x="9230" y="533"/>
                      <a:pt x="9137" y="508"/>
                      <a:pt x="9044" y="499"/>
                    </a:cubicBezTo>
                    <a:cubicBezTo>
                      <a:pt x="9018" y="499"/>
                      <a:pt x="9018" y="516"/>
                      <a:pt x="9018" y="542"/>
                    </a:cubicBezTo>
                    <a:cubicBezTo>
                      <a:pt x="8993" y="533"/>
                      <a:pt x="8967" y="525"/>
                      <a:pt x="8934" y="525"/>
                    </a:cubicBezTo>
                    <a:cubicBezTo>
                      <a:pt x="8959" y="508"/>
                      <a:pt x="8984" y="499"/>
                      <a:pt x="9010" y="499"/>
                    </a:cubicBezTo>
                    <a:lnTo>
                      <a:pt x="8798" y="474"/>
                    </a:lnTo>
                    <a:lnTo>
                      <a:pt x="8815" y="457"/>
                    </a:lnTo>
                    <a:lnTo>
                      <a:pt x="8731" y="474"/>
                    </a:lnTo>
                    <a:cubicBezTo>
                      <a:pt x="8781" y="474"/>
                      <a:pt x="8858" y="482"/>
                      <a:pt x="8841" y="508"/>
                    </a:cubicBezTo>
                    <a:cubicBezTo>
                      <a:pt x="8825" y="509"/>
                      <a:pt x="8810" y="510"/>
                      <a:pt x="8797" y="510"/>
                    </a:cubicBezTo>
                    <a:cubicBezTo>
                      <a:pt x="8754" y="510"/>
                      <a:pt x="8720" y="505"/>
                      <a:pt x="8685" y="505"/>
                    </a:cubicBezTo>
                    <a:cubicBezTo>
                      <a:pt x="8660" y="505"/>
                      <a:pt x="8634" y="507"/>
                      <a:pt x="8604" y="516"/>
                    </a:cubicBezTo>
                    <a:cubicBezTo>
                      <a:pt x="8604" y="466"/>
                      <a:pt x="8570" y="457"/>
                      <a:pt x="8604" y="432"/>
                    </a:cubicBezTo>
                    <a:lnTo>
                      <a:pt x="8612" y="432"/>
                    </a:lnTo>
                    <a:cubicBezTo>
                      <a:pt x="8654" y="398"/>
                      <a:pt x="8714" y="381"/>
                      <a:pt x="8764" y="381"/>
                    </a:cubicBezTo>
                    <a:cubicBezTo>
                      <a:pt x="8587" y="347"/>
                      <a:pt x="8629" y="372"/>
                      <a:pt x="8477" y="347"/>
                    </a:cubicBezTo>
                    <a:cubicBezTo>
                      <a:pt x="8460" y="322"/>
                      <a:pt x="8621" y="330"/>
                      <a:pt x="8587" y="305"/>
                    </a:cubicBezTo>
                    <a:lnTo>
                      <a:pt x="8587" y="305"/>
                    </a:lnTo>
                    <a:lnTo>
                      <a:pt x="8731" y="330"/>
                    </a:lnTo>
                    <a:cubicBezTo>
                      <a:pt x="8722" y="330"/>
                      <a:pt x="8705" y="330"/>
                      <a:pt x="8688" y="339"/>
                    </a:cubicBezTo>
                    <a:cubicBezTo>
                      <a:pt x="8705" y="337"/>
                      <a:pt x="8721" y="337"/>
                      <a:pt x="8734" y="337"/>
                    </a:cubicBezTo>
                    <a:cubicBezTo>
                      <a:pt x="8778" y="337"/>
                      <a:pt x="8808" y="342"/>
                      <a:pt x="8838" y="342"/>
                    </a:cubicBezTo>
                    <a:cubicBezTo>
                      <a:pt x="8860" y="342"/>
                      <a:pt x="8881" y="339"/>
                      <a:pt x="8908" y="330"/>
                    </a:cubicBezTo>
                    <a:lnTo>
                      <a:pt x="8908" y="330"/>
                    </a:lnTo>
                    <a:cubicBezTo>
                      <a:pt x="8959" y="347"/>
                      <a:pt x="8832" y="347"/>
                      <a:pt x="8883" y="356"/>
                    </a:cubicBezTo>
                    <a:cubicBezTo>
                      <a:pt x="8841" y="356"/>
                      <a:pt x="8798" y="372"/>
                      <a:pt x="8773" y="406"/>
                    </a:cubicBezTo>
                    <a:cubicBezTo>
                      <a:pt x="8789" y="409"/>
                      <a:pt x="8801" y="410"/>
                      <a:pt x="8812" y="410"/>
                    </a:cubicBezTo>
                    <a:cubicBezTo>
                      <a:pt x="8874" y="410"/>
                      <a:pt x="8855" y="372"/>
                      <a:pt x="8942" y="372"/>
                    </a:cubicBezTo>
                    <a:lnTo>
                      <a:pt x="9010" y="398"/>
                    </a:lnTo>
                    <a:cubicBezTo>
                      <a:pt x="9061" y="398"/>
                      <a:pt x="8993" y="381"/>
                      <a:pt x="8993" y="372"/>
                    </a:cubicBezTo>
                    <a:cubicBezTo>
                      <a:pt x="9035" y="372"/>
                      <a:pt x="9077" y="381"/>
                      <a:pt x="9111" y="398"/>
                    </a:cubicBezTo>
                    <a:cubicBezTo>
                      <a:pt x="9103" y="389"/>
                      <a:pt x="9069" y="381"/>
                      <a:pt x="9077" y="364"/>
                    </a:cubicBezTo>
                    <a:lnTo>
                      <a:pt x="9077" y="364"/>
                    </a:lnTo>
                    <a:cubicBezTo>
                      <a:pt x="9143" y="397"/>
                      <a:pt x="9209" y="382"/>
                      <a:pt x="9274" y="427"/>
                    </a:cubicBezTo>
                    <a:lnTo>
                      <a:pt x="9274" y="427"/>
                    </a:lnTo>
                    <a:cubicBezTo>
                      <a:pt x="9248" y="403"/>
                      <a:pt x="9325" y="381"/>
                      <a:pt x="9357" y="381"/>
                    </a:cubicBezTo>
                    <a:lnTo>
                      <a:pt x="9221" y="330"/>
                    </a:lnTo>
                    <a:cubicBezTo>
                      <a:pt x="9084" y="330"/>
                      <a:pt x="8989" y="312"/>
                      <a:pt x="8848" y="312"/>
                    </a:cubicBezTo>
                    <a:cubicBezTo>
                      <a:pt x="8824" y="312"/>
                      <a:pt x="8800" y="312"/>
                      <a:pt x="8773" y="313"/>
                    </a:cubicBezTo>
                    <a:lnTo>
                      <a:pt x="8790" y="296"/>
                    </a:lnTo>
                    <a:cubicBezTo>
                      <a:pt x="8730" y="282"/>
                      <a:pt x="8685" y="276"/>
                      <a:pt x="8648" y="276"/>
                    </a:cubicBezTo>
                    <a:cubicBezTo>
                      <a:pt x="8524" y="276"/>
                      <a:pt x="8498" y="340"/>
                      <a:pt x="8350" y="340"/>
                    </a:cubicBezTo>
                    <a:cubicBezTo>
                      <a:pt x="8337" y="340"/>
                      <a:pt x="8323" y="340"/>
                      <a:pt x="8308" y="339"/>
                    </a:cubicBezTo>
                    <a:cubicBezTo>
                      <a:pt x="8303" y="317"/>
                      <a:pt x="8274" y="317"/>
                      <a:pt x="8247" y="317"/>
                    </a:cubicBezTo>
                    <a:cubicBezTo>
                      <a:pt x="8221" y="317"/>
                      <a:pt x="8198" y="317"/>
                      <a:pt x="8206" y="296"/>
                    </a:cubicBezTo>
                    <a:lnTo>
                      <a:pt x="8206" y="296"/>
                    </a:lnTo>
                    <a:cubicBezTo>
                      <a:pt x="8219" y="298"/>
                      <a:pt x="8228" y="299"/>
                      <a:pt x="8236" y="299"/>
                    </a:cubicBezTo>
                    <a:cubicBezTo>
                      <a:pt x="8270" y="299"/>
                      <a:pt x="8262" y="285"/>
                      <a:pt x="8248" y="271"/>
                    </a:cubicBezTo>
                    <a:lnTo>
                      <a:pt x="8248" y="271"/>
                    </a:lnTo>
                    <a:cubicBezTo>
                      <a:pt x="8216" y="287"/>
                      <a:pt x="8179" y="297"/>
                      <a:pt x="8144" y="297"/>
                    </a:cubicBezTo>
                    <a:cubicBezTo>
                      <a:pt x="8125" y="297"/>
                      <a:pt x="8106" y="294"/>
                      <a:pt x="8088" y="288"/>
                    </a:cubicBezTo>
                    <a:cubicBezTo>
                      <a:pt x="8113" y="271"/>
                      <a:pt x="8045" y="246"/>
                      <a:pt x="8130" y="246"/>
                    </a:cubicBezTo>
                    <a:cubicBezTo>
                      <a:pt x="8098" y="239"/>
                      <a:pt x="8065" y="234"/>
                      <a:pt x="8032" y="234"/>
                    </a:cubicBezTo>
                    <a:cubicBezTo>
                      <a:pt x="7985" y="234"/>
                      <a:pt x="7938" y="243"/>
                      <a:pt x="7893" y="262"/>
                    </a:cubicBezTo>
                    <a:cubicBezTo>
                      <a:pt x="7873" y="264"/>
                      <a:pt x="7857" y="265"/>
                      <a:pt x="7844" y="265"/>
                    </a:cubicBezTo>
                    <a:cubicBezTo>
                      <a:pt x="7747" y="265"/>
                      <a:pt x="7812" y="219"/>
                      <a:pt x="7693" y="219"/>
                    </a:cubicBezTo>
                    <a:cubicBezTo>
                      <a:pt x="7685" y="219"/>
                      <a:pt x="7675" y="220"/>
                      <a:pt x="7665" y="220"/>
                    </a:cubicBezTo>
                    <a:lnTo>
                      <a:pt x="7690" y="212"/>
                    </a:lnTo>
                    <a:lnTo>
                      <a:pt x="7580" y="212"/>
                    </a:lnTo>
                    <a:lnTo>
                      <a:pt x="7614" y="229"/>
                    </a:lnTo>
                    <a:lnTo>
                      <a:pt x="7487" y="246"/>
                    </a:lnTo>
                    <a:cubicBezTo>
                      <a:pt x="7394" y="262"/>
                      <a:pt x="7512" y="271"/>
                      <a:pt x="7504" y="288"/>
                    </a:cubicBezTo>
                    <a:lnTo>
                      <a:pt x="7529" y="262"/>
                    </a:lnTo>
                    <a:cubicBezTo>
                      <a:pt x="7541" y="264"/>
                      <a:pt x="7554" y="265"/>
                      <a:pt x="7568" y="265"/>
                    </a:cubicBezTo>
                    <a:cubicBezTo>
                      <a:pt x="7592" y="265"/>
                      <a:pt x="7618" y="263"/>
                      <a:pt x="7638" y="263"/>
                    </a:cubicBezTo>
                    <a:cubicBezTo>
                      <a:pt x="7657" y="263"/>
                      <a:pt x="7670" y="265"/>
                      <a:pt x="7673" y="271"/>
                    </a:cubicBezTo>
                    <a:cubicBezTo>
                      <a:pt x="7580" y="271"/>
                      <a:pt x="7606" y="296"/>
                      <a:pt x="7563" y="305"/>
                    </a:cubicBezTo>
                    <a:lnTo>
                      <a:pt x="7648" y="296"/>
                    </a:lnTo>
                    <a:lnTo>
                      <a:pt x="7673" y="322"/>
                    </a:lnTo>
                    <a:cubicBezTo>
                      <a:pt x="7707" y="330"/>
                      <a:pt x="7741" y="334"/>
                      <a:pt x="7774" y="334"/>
                    </a:cubicBezTo>
                    <a:cubicBezTo>
                      <a:pt x="7806" y="334"/>
                      <a:pt x="7838" y="330"/>
                      <a:pt x="7868" y="322"/>
                    </a:cubicBezTo>
                    <a:cubicBezTo>
                      <a:pt x="7864" y="320"/>
                      <a:pt x="7860" y="320"/>
                      <a:pt x="7856" y="320"/>
                    </a:cubicBezTo>
                    <a:cubicBezTo>
                      <a:pt x="7841" y="320"/>
                      <a:pt x="7826" y="328"/>
                      <a:pt x="7808" y="328"/>
                    </a:cubicBezTo>
                    <a:cubicBezTo>
                      <a:pt x="7800" y="328"/>
                      <a:pt x="7792" y="326"/>
                      <a:pt x="7783" y="322"/>
                    </a:cubicBezTo>
                    <a:cubicBezTo>
                      <a:pt x="7846" y="301"/>
                      <a:pt x="7914" y="286"/>
                      <a:pt x="7984" y="286"/>
                    </a:cubicBezTo>
                    <a:cubicBezTo>
                      <a:pt x="7999" y="286"/>
                      <a:pt x="8014" y="286"/>
                      <a:pt x="8029" y="288"/>
                    </a:cubicBezTo>
                    <a:cubicBezTo>
                      <a:pt x="8037" y="296"/>
                      <a:pt x="8054" y="305"/>
                      <a:pt x="8054" y="305"/>
                    </a:cubicBezTo>
                    <a:lnTo>
                      <a:pt x="8020" y="305"/>
                    </a:lnTo>
                    <a:cubicBezTo>
                      <a:pt x="8029" y="322"/>
                      <a:pt x="7969" y="330"/>
                      <a:pt x="8062" y="347"/>
                    </a:cubicBezTo>
                    <a:cubicBezTo>
                      <a:pt x="8029" y="372"/>
                      <a:pt x="7961" y="406"/>
                      <a:pt x="7961" y="415"/>
                    </a:cubicBezTo>
                    <a:cubicBezTo>
                      <a:pt x="7943" y="417"/>
                      <a:pt x="7926" y="418"/>
                      <a:pt x="7909" y="418"/>
                    </a:cubicBezTo>
                    <a:cubicBezTo>
                      <a:pt x="7867" y="418"/>
                      <a:pt x="7825" y="412"/>
                      <a:pt x="7783" y="406"/>
                    </a:cubicBezTo>
                    <a:lnTo>
                      <a:pt x="7783" y="398"/>
                    </a:lnTo>
                    <a:cubicBezTo>
                      <a:pt x="7770" y="396"/>
                      <a:pt x="7755" y="395"/>
                      <a:pt x="7738" y="395"/>
                    </a:cubicBezTo>
                    <a:cubicBezTo>
                      <a:pt x="7721" y="395"/>
                      <a:pt x="7704" y="396"/>
                      <a:pt x="7688" y="396"/>
                    </a:cubicBezTo>
                    <a:cubicBezTo>
                      <a:pt x="7656" y="396"/>
                      <a:pt x="7631" y="394"/>
                      <a:pt x="7631" y="381"/>
                    </a:cubicBezTo>
                    <a:cubicBezTo>
                      <a:pt x="7597" y="389"/>
                      <a:pt x="7521" y="389"/>
                      <a:pt x="7597" y="406"/>
                    </a:cubicBezTo>
                    <a:lnTo>
                      <a:pt x="7462" y="406"/>
                    </a:lnTo>
                    <a:cubicBezTo>
                      <a:pt x="7487" y="364"/>
                      <a:pt x="7360" y="347"/>
                      <a:pt x="7496" y="322"/>
                    </a:cubicBezTo>
                    <a:lnTo>
                      <a:pt x="7413" y="322"/>
                    </a:lnTo>
                    <a:cubicBezTo>
                      <a:pt x="7441" y="295"/>
                      <a:pt x="7379" y="287"/>
                      <a:pt x="7309" y="279"/>
                    </a:cubicBezTo>
                    <a:lnTo>
                      <a:pt x="7293" y="305"/>
                    </a:lnTo>
                    <a:cubicBezTo>
                      <a:pt x="7233" y="279"/>
                      <a:pt x="7174" y="262"/>
                      <a:pt x="7106" y="262"/>
                    </a:cubicBezTo>
                    <a:lnTo>
                      <a:pt x="6903" y="347"/>
                    </a:lnTo>
                    <a:lnTo>
                      <a:pt x="6844" y="347"/>
                    </a:lnTo>
                    <a:cubicBezTo>
                      <a:pt x="6827" y="330"/>
                      <a:pt x="6734" y="330"/>
                      <a:pt x="6768" y="305"/>
                    </a:cubicBezTo>
                    <a:cubicBezTo>
                      <a:pt x="6768" y="299"/>
                      <a:pt x="6781" y="293"/>
                      <a:pt x="6800" y="293"/>
                    </a:cubicBezTo>
                    <a:cubicBezTo>
                      <a:pt x="6808" y="293"/>
                      <a:pt x="6817" y="294"/>
                      <a:pt x="6827" y="296"/>
                    </a:cubicBezTo>
                    <a:cubicBezTo>
                      <a:pt x="6827" y="305"/>
                      <a:pt x="6827" y="305"/>
                      <a:pt x="6827" y="305"/>
                    </a:cubicBezTo>
                    <a:cubicBezTo>
                      <a:pt x="6844" y="288"/>
                      <a:pt x="6853" y="271"/>
                      <a:pt x="6802" y="254"/>
                    </a:cubicBezTo>
                    <a:lnTo>
                      <a:pt x="6802" y="254"/>
                    </a:lnTo>
                    <a:cubicBezTo>
                      <a:pt x="6815" y="258"/>
                      <a:pt x="6829" y="260"/>
                      <a:pt x="6844" y="260"/>
                    </a:cubicBezTo>
                    <a:cubicBezTo>
                      <a:pt x="6859" y="260"/>
                      <a:pt x="6874" y="258"/>
                      <a:pt x="6886" y="254"/>
                    </a:cubicBezTo>
                    <a:lnTo>
                      <a:pt x="6844" y="246"/>
                    </a:lnTo>
                    <a:cubicBezTo>
                      <a:pt x="6920" y="246"/>
                      <a:pt x="7022" y="212"/>
                      <a:pt x="7022" y="195"/>
                    </a:cubicBezTo>
                    <a:lnTo>
                      <a:pt x="7022" y="195"/>
                    </a:lnTo>
                    <a:cubicBezTo>
                      <a:pt x="7015" y="202"/>
                      <a:pt x="7007" y="204"/>
                      <a:pt x="6999" y="204"/>
                    </a:cubicBezTo>
                    <a:cubicBezTo>
                      <a:pt x="6975" y="204"/>
                      <a:pt x="6945" y="184"/>
                      <a:pt x="6920" y="178"/>
                    </a:cubicBezTo>
                    <a:cubicBezTo>
                      <a:pt x="6946" y="178"/>
                      <a:pt x="7013" y="161"/>
                      <a:pt x="6963" y="153"/>
                    </a:cubicBezTo>
                    <a:lnTo>
                      <a:pt x="6963" y="153"/>
                    </a:lnTo>
                    <a:cubicBezTo>
                      <a:pt x="6946" y="169"/>
                      <a:pt x="6819" y="178"/>
                      <a:pt x="6903" y="195"/>
                    </a:cubicBezTo>
                    <a:cubicBezTo>
                      <a:pt x="6882" y="199"/>
                      <a:pt x="6861" y="201"/>
                      <a:pt x="6839" y="201"/>
                    </a:cubicBezTo>
                    <a:cubicBezTo>
                      <a:pt x="6817" y="201"/>
                      <a:pt x="6793" y="199"/>
                      <a:pt x="6768" y="195"/>
                    </a:cubicBezTo>
                    <a:cubicBezTo>
                      <a:pt x="6819" y="186"/>
                      <a:pt x="6793" y="169"/>
                      <a:pt x="6802" y="153"/>
                    </a:cubicBezTo>
                    <a:cubicBezTo>
                      <a:pt x="6777" y="153"/>
                      <a:pt x="6760" y="178"/>
                      <a:pt x="6751" y="195"/>
                    </a:cubicBezTo>
                    <a:cubicBezTo>
                      <a:pt x="6633" y="163"/>
                      <a:pt x="6580" y="109"/>
                      <a:pt x="6450" y="109"/>
                    </a:cubicBezTo>
                    <a:cubicBezTo>
                      <a:pt x="6441" y="109"/>
                      <a:pt x="6431" y="110"/>
                      <a:pt x="6421" y="110"/>
                    </a:cubicBezTo>
                    <a:cubicBezTo>
                      <a:pt x="6404" y="119"/>
                      <a:pt x="6514" y="110"/>
                      <a:pt x="6497" y="127"/>
                    </a:cubicBezTo>
                    <a:cubicBezTo>
                      <a:pt x="6477" y="133"/>
                      <a:pt x="6460" y="136"/>
                      <a:pt x="6444" y="136"/>
                    </a:cubicBezTo>
                    <a:cubicBezTo>
                      <a:pt x="6380" y="136"/>
                      <a:pt x="6349" y="93"/>
                      <a:pt x="6283" y="93"/>
                    </a:cubicBezTo>
                    <a:cubicBezTo>
                      <a:pt x="6279" y="93"/>
                      <a:pt x="6274" y="93"/>
                      <a:pt x="6269" y="93"/>
                    </a:cubicBezTo>
                    <a:lnTo>
                      <a:pt x="6286" y="127"/>
                    </a:lnTo>
                    <a:lnTo>
                      <a:pt x="6151" y="127"/>
                    </a:lnTo>
                    <a:cubicBezTo>
                      <a:pt x="6142" y="119"/>
                      <a:pt x="6049" y="76"/>
                      <a:pt x="6125" y="76"/>
                    </a:cubicBezTo>
                    <a:cubicBezTo>
                      <a:pt x="6102" y="71"/>
                      <a:pt x="6082" y="69"/>
                      <a:pt x="6065" y="69"/>
                    </a:cubicBezTo>
                    <a:cubicBezTo>
                      <a:pt x="5976" y="69"/>
                      <a:pt x="5953" y="123"/>
                      <a:pt x="5849" y="123"/>
                    </a:cubicBezTo>
                    <a:cubicBezTo>
                      <a:pt x="5833" y="123"/>
                      <a:pt x="5815" y="122"/>
                      <a:pt x="5795" y="119"/>
                    </a:cubicBezTo>
                    <a:lnTo>
                      <a:pt x="5795" y="119"/>
                    </a:lnTo>
                    <a:cubicBezTo>
                      <a:pt x="5846" y="127"/>
                      <a:pt x="5897" y="136"/>
                      <a:pt x="5956" y="136"/>
                    </a:cubicBezTo>
                    <a:cubicBezTo>
                      <a:pt x="5880" y="153"/>
                      <a:pt x="5939" y="153"/>
                      <a:pt x="5931" y="178"/>
                    </a:cubicBezTo>
                    <a:cubicBezTo>
                      <a:pt x="5888" y="153"/>
                      <a:pt x="5753" y="161"/>
                      <a:pt x="5846" y="136"/>
                    </a:cubicBezTo>
                    <a:cubicBezTo>
                      <a:pt x="5812" y="131"/>
                      <a:pt x="5778" y="129"/>
                      <a:pt x="5746" y="129"/>
                    </a:cubicBezTo>
                    <a:cubicBezTo>
                      <a:pt x="5713" y="129"/>
                      <a:pt x="5681" y="131"/>
                      <a:pt x="5651" y="136"/>
                    </a:cubicBezTo>
                    <a:lnTo>
                      <a:pt x="5694" y="153"/>
                    </a:lnTo>
                    <a:cubicBezTo>
                      <a:pt x="5682" y="151"/>
                      <a:pt x="5670" y="150"/>
                      <a:pt x="5658" y="150"/>
                    </a:cubicBezTo>
                    <a:cubicBezTo>
                      <a:pt x="5602" y="150"/>
                      <a:pt x="5548" y="165"/>
                      <a:pt x="5499" y="186"/>
                    </a:cubicBezTo>
                    <a:cubicBezTo>
                      <a:pt x="5584" y="186"/>
                      <a:pt x="5598" y="157"/>
                      <a:pt x="5674" y="157"/>
                    </a:cubicBezTo>
                    <a:cubicBezTo>
                      <a:pt x="5689" y="157"/>
                      <a:pt x="5706" y="158"/>
                      <a:pt x="5728" y="161"/>
                    </a:cubicBezTo>
                    <a:cubicBezTo>
                      <a:pt x="5871" y="195"/>
                      <a:pt x="5694" y="178"/>
                      <a:pt x="5787" y="220"/>
                    </a:cubicBezTo>
                    <a:lnTo>
                      <a:pt x="5888" y="203"/>
                    </a:lnTo>
                    <a:lnTo>
                      <a:pt x="5846" y="195"/>
                    </a:lnTo>
                    <a:cubicBezTo>
                      <a:pt x="5851" y="188"/>
                      <a:pt x="5864" y="186"/>
                      <a:pt x="5880" y="186"/>
                    </a:cubicBezTo>
                    <a:cubicBezTo>
                      <a:pt x="5902" y="186"/>
                      <a:pt x="5929" y="189"/>
                      <a:pt x="5952" y="189"/>
                    </a:cubicBezTo>
                    <a:cubicBezTo>
                      <a:pt x="5975" y="189"/>
                      <a:pt x="5993" y="186"/>
                      <a:pt x="5990" y="169"/>
                    </a:cubicBezTo>
                    <a:lnTo>
                      <a:pt x="5990" y="169"/>
                    </a:lnTo>
                    <a:cubicBezTo>
                      <a:pt x="6091" y="212"/>
                      <a:pt x="6125" y="186"/>
                      <a:pt x="6227" y="229"/>
                    </a:cubicBezTo>
                    <a:cubicBezTo>
                      <a:pt x="6254" y="222"/>
                      <a:pt x="6232" y="215"/>
                      <a:pt x="6205" y="213"/>
                    </a:cubicBezTo>
                    <a:lnTo>
                      <a:pt x="6205" y="213"/>
                    </a:lnTo>
                    <a:cubicBezTo>
                      <a:pt x="6233" y="211"/>
                      <a:pt x="6248" y="198"/>
                      <a:pt x="6273" y="198"/>
                    </a:cubicBezTo>
                    <a:cubicBezTo>
                      <a:pt x="6285" y="198"/>
                      <a:pt x="6300" y="202"/>
                      <a:pt x="6320" y="212"/>
                    </a:cubicBezTo>
                    <a:cubicBezTo>
                      <a:pt x="6324" y="212"/>
                      <a:pt x="6327" y="213"/>
                      <a:pt x="6330" y="213"/>
                    </a:cubicBezTo>
                    <a:cubicBezTo>
                      <a:pt x="6352" y="213"/>
                      <a:pt x="6338" y="189"/>
                      <a:pt x="6299" y="181"/>
                    </a:cubicBezTo>
                    <a:lnTo>
                      <a:pt x="6299" y="181"/>
                    </a:lnTo>
                    <a:cubicBezTo>
                      <a:pt x="6318" y="182"/>
                      <a:pt x="6336" y="182"/>
                      <a:pt x="6354" y="182"/>
                    </a:cubicBezTo>
                    <a:cubicBezTo>
                      <a:pt x="6381" y="182"/>
                      <a:pt x="6409" y="182"/>
                      <a:pt x="6438" y="186"/>
                    </a:cubicBezTo>
                    <a:lnTo>
                      <a:pt x="6379" y="153"/>
                    </a:lnTo>
                    <a:lnTo>
                      <a:pt x="6447" y="153"/>
                    </a:lnTo>
                    <a:lnTo>
                      <a:pt x="6387" y="136"/>
                    </a:lnTo>
                    <a:cubicBezTo>
                      <a:pt x="6506" y="136"/>
                      <a:pt x="6624" y="153"/>
                      <a:pt x="6726" y="195"/>
                    </a:cubicBezTo>
                    <a:cubicBezTo>
                      <a:pt x="6616" y="220"/>
                      <a:pt x="6438" y="195"/>
                      <a:pt x="6370" y="237"/>
                    </a:cubicBezTo>
                    <a:cubicBezTo>
                      <a:pt x="6372" y="238"/>
                      <a:pt x="6374" y="238"/>
                      <a:pt x="6377" y="238"/>
                    </a:cubicBezTo>
                    <a:cubicBezTo>
                      <a:pt x="6391" y="238"/>
                      <a:pt x="6419" y="226"/>
                      <a:pt x="6445" y="226"/>
                    </a:cubicBezTo>
                    <a:cubicBezTo>
                      <a:pt x="6461" y="226"/>
                      <a:pt x="6477" y="231"/>
                      <a:pt x="6489" y="246"/>
                    </a:cubicBezTo>
                    <a:lnTo>
                      <a:pt x="6523" y="229"/>
                    </a:lnTo>
                    <a:cubicBezTo>
                      <a:pt x="6542" y="225"/>
                      <a:pt x="6569" y="221"/>
                      <a:pt x="6594" y="221"/>
                    </a:cubicBezTo>
                    <a:cubicBezTo>
                      <a:pt x="6625" y="221"/>
                      <a:pt x="6653" y="227"/>
                      <a:pt x="6658" y="246"/>
                    </a:cubicBezTo>
                    <a:cubicBezTo>
                      <a:pt x="6590" y="246"/>
                      <a:pt x="6523" y="262"/>
                      <a:pt x="6464" y="288"/>
                    </a:cubicBezTo>
                    <a:cubicBezTo>
                      <a:pt x="6464" y="296"/>
                      <a:pt x="6455" y="296"/>
                      <a:pt x="6438" y="296"/>
                    </a:cubicBezTo>
                    <a:lnTo>
                      <a:pt x="6328" y="296"/>
                    </a:lnTo>
                    <a:cubicBezTo>
                      <a:pt x="6286" y="288"/>
                      <a:pt x="6320" y="271"/>
                      <a:pt x="6320" y="271"/>
                    </a:cubicBezTo>
                    <a:cubicBezTo>
                      <a:pt x="6291" y="261"/>
                      <a:pt x="6263" y="258"/>
                      <a:pt x="6237" y="258"/>
                    </a:cubicBezTo>
                    <a:cubicBezTo>
                      <a:pt x="6170" y="258"/>
                      <a:pt x="6109" y="280"/>
                      <a:pt x="6038" y="280"/>
                    </a:cubicBezTo>
                    <a:cubicBezTo>
                      <a:pt x="6015" y="280"/>
                      <a:pt x="5990" y="277"/>
                      <a:pt x="5964" y="271"/>
                    </a:cubicBezTo>
                    <a:cubicBezTo>
                      <a:pt x="5964" y="254"/>
                      <a:pt x="5863" y="237"/>
                      <a:pt x="5897" y="229"/>
                    </a:cubicBezTo>
                    <a:cubicBezTo>
                      <a:pt x="5886" y="227"/>
                      <a:pt x="5875" y="226"/>
                      <a:pt x="5864" y="226"/>
                    </a:cubicBezTo>
                    <a:cubicBezTo>
                      <a:pt x="5816" y="226"/>
                      <a:pt x="5767" y="240"/>
                      <a:pt x="5719" y="254"/>
                    </a:cubicBezTo>
                    <a:cubicBezTo>
                      <a:pt x="5711" y="237"/>
                      <a:pt x="5601" y="237"/>
                      <a:pt x="5643" y="220"/>
                    </a:cubicBezTo>
                    <a:lnTo>
                      <a:pt x="5643" y="220"/>
                    </a:lnTo>
                    <a:lnTo>
                      <a:pt x="5567" y="246"/>
                    </a:lnTo>
                    <a:cubicBezTo>
                      <a:pt x="5516" y="237"/>
                      <a:pt x="5415" y="246"/>
                      <a:pt x="5398" y="220"/>
                    </a:cubicBezTo>
                    <a:cubicBezTo>
                      <a:pt x="5350" y="220"/>
                      <a:pt x="5368" y="242"/>
                      <a:pt x="5338" y="242"/>
                    </a:cubicBezTo>
                    <a:cubicBezTo>
                      <a:pt x="5330" y="242"/>
                      <a:pt x="5320" y="240"/>
                      <a:pt x="5305" y="237"/>
                    </a:cubicBezTo>
                    <a:cubicBezTo>
                      <a:pt x="5305" y="229"/>
                      <a:pt x="5305" y="229"/>
                      <a:pt x="5321" y="229"/>
                    </a:cubicBezTo>
                    <a:cubicBezTo>
                      <a:pt x="5292" y="219"/>
                      <a:pt x="5259" y="215"/>
                      <a:pt x="5229" y="215"/>
                    </a:cubicBezTo>
                    <a:cubicBezTo>
                      <a:pt x="5207" y="215"/>
                      <a:pt x="5187" y="217"/>
                      <a:pt x="5169" y="220"/>
                    </a:cubicBezTo>
                    <a:cubicBezTo>
                      <a:pt x="5186" y="229"/>
                      <a:pt x="5212" y="237"/>
                      <a:pt x="5237" y="237"/>
                    </a:cubicBezTo>
                    <a:cubicBezTo>
                      <a:pt x="5237" y="248"/>
                      <a:pt x="5210" y="259"/>
                      <a:pt x="5171" y="259"/>
                    </a:cubicBezTo>
                    <a:cubicBezTo>
                      <a:pt x="5148" y="259"/>
                      <a:pt x="5121" y="255"/>
                      <a:pt x="5093" y="246"/>
                    </a:cubicBezTo>
                    <a:cubicBezTo>
                      <a:pt x="5195" y="220"/>
                      <a:pt x="5017" y="212"/>
                      <a:pt x="5068" y="195"/>
                    </a:cubicBezTo>
                    <a:cubicBezTo>
                      <a:pt x="5046" y="193"/>
                      <a:pt x="5024" y="193"/>
                      <a:pt x="5002" y="193"/>
                    </a:cubicBezTo>
                    <a:cubicBezTo>
                      <a:pt x="4897" y="193"/>
                      <a:pt x="4792" y="209"/>
                      <a:pt x="4687" y="237"/>
                    </a:cubicBezTo>
                    <a:cubicBezTo>
                      <a:pt x="4579" y="231"/>
                      <a:pt x="4472" y="225"/>
                      <a:pt x="4361" y="225"/>
                    </a:cubicBezTo>
                    <a:cubicBezTo>
                      <a:pt x="4315" y="225"/>
                      <a:pt x="4269" y="226"/>
                      <a:pt x="4222" y="229"/>
                    </a:cubicBezTo>
                    <a:lnTo>
                      <a:pt x="4239" y="229"/>
                    </a:lnTo>
                    <a:lnTo>
                      <a:pt x="4171" y="246"/>
                    </a:lnTo>
                    <a:cubicBezTo>
                      <a:pt x="4129" y="246"/>
                      <a:pt x="4171" y="212"/>
                      <a:pt x="4103" y="212"/>
                    </a:cubicBezTo>
                    <a:cubicBezTo>
                      <a:pt x="4113" y="199"/>
                      <a:pt x="4130" y="196"/>
                      <a:pt x="4152" y="196"/>
                    </a:cubicBezTo>
                    <a:cubicBezTo>
                      <a:pt x="4176" y="196"/>
                      <a:pt x="4204" y="200"/>
                      <a:pt x="4233" y="200"/>
                    </a:cubicBezTo>
                    <a:cubicBezTo>
                      <a:pt x="4249" y="200"/>
                      <a:pt x="4266" y="199"/>
                      <a:pt x="4281" y="195"/>
                    </a:cubicBezTo>
                    <a:cubicBezTo>
                      <a:pt x="4171" y="161"/>
                      <a:pt x="4391" y="169"/>
                      <a:pt x="4315" y="144"/>
                    </a:cubicBezTo>
                    <a:lnTo>
                      <a:pt x="4315" y="144"/>
                    </a:lnTo>
                    <a:cubicBezTo>
                      <a:pt x="4301" y="163"/>
                      <a:pt x="4272" y="169"/>
                      <a:pt x="4236" y="169"/>
                    </a:cubicBezTo>
                    <a:cubicBezTo>
                      <a:pt x="4179" y="169"/>
                      <a:pt x="4104" y="155"/>
                      <a:pt x="4038" y="155"/>
                    </a:cubicBezTo>
                    <a:cubicBezTo>
                      <a:pt x="4016" y="155"/>
                      <a:pt x="3995" y="157"/>
                      <a:pt x="3976" y="161"/>
                    </a:cubicBezTo>
                    <a:cubicBezTo>
                      <a:pt x="3945" y="158"/>
                      <a:pt x="3941" y="154"/>
                      <a:pt x="3946" y="151"/>
                    </a:cubicBezTo>
                    <a:lnTo>
                      <a:pt x="3946" y="151"/>
                    </a:lnTo>
                    <a:lnTo>
                      <a:pt x="3943" y="153"/>
                    </a:lnTo>
                    <a:cubicBezTo>
                      <a:pt x="3909" y="144"/>
                      <a:pt x="3900" y="136"/>
                      <a:pt x="3900" y="119"/>
                    </a:cubicBezTo>
                    <a:cubicBezTo>
                      <a:pt x="3855" y="111"/>
                      <a:pt x="3809" y="107"/>
                      <a:pt x="3763" y="107"/>
                    </a:cubicBezTo>
                    <a:cubicBezTo>
                      <a:pt x="3708" y="107"/>
                      <a:pt x="3652" y="113"/>
                      <a:pt x="3596" y="127"/>
                    </a:cubicBezTo>
                    <a:cubicBezTo>
                      <a:pt x="3608" y="126"/>
                      <a:pt x="3617" y="126"/>
                      <a:pt x="3623" y="126"/>
                    </a:cubicBezTo>
                    <a:cubicBezTo>
                      <a:pt x="3677" y="126"/>
                      <a:pt x="3573" y="153"/>
                      <a:pt x="3663" y="161"/>
                    </a:cubicBezTo>
                    <a:cubicBezTo>
                      <a:pt x="3622" y="167"/>
                      <a:pt x="3584" y="173"/>
                      <a:pt x="3545" y="173"/>
                    </a:cubicBezTo>
                    <a:cubicBezTo>
                      <a:pt x="3528" y="173"/>
                      <a:pt x="3512" y="172"/>
                      <a:pt x="3494" y="169"/>
                    </a:cubicBezTo>
                    <a:cubicBezTo>
                      <a:pt x="3551" y="162"/>
                      <a:pt x="3454" y="132"/>
                      <a:pt x="3504" y="132"/>
                    </a:cubicBezTo>
                    <a:cubicBezTo>
                      <a:pt x="3514" y="132"/>
                      <a:pt x="3530" y="133"/>
                      <a:pt x="3553" y="136"/>
                    </a:cubicBezTo>
                    <a:cubicBezTo>
                      <a:pt x="3548" y="124"/>
                      <a:pt x="3537" y="120"/>
                      <a:pt x="3522" y="120"/>
                    </a:cubicBezTo>
                    <a:cubicBezTo>
                      <a:pt x="3500" y="120"/>
                      <a:pt x="3470" y="129"/>
                      <a:pt x="3439" y="129"/>
                    </a:cubicBezTo>
                    <a:cubicBezTo>
                      <a:pt x="3432" y="129"/>
                      <a:pt x="3425" y="128"/>
                      <a:pt x="3418" y="127"/>
                    </a:cubicBezTo>
                    <a:cubicBezTo>
                      <a:pt x="3445" y="120"/>
                      <a:pt x="3473" y="114"/>
                      <a:pt x="3500" y="107"/>
                    </a:cubicBezTo>
                    <a:lnTo>
                      <a:pt x="3500" y="107"/>
                    </a:lnTo>
                    <a:cubicBezTo>
                      <a:pt x="3487" y="109"/>
                      <a:pt x="3474" y="110"/>
                      <a:pt x="3459" y="110"/>
                    </a:cubicBezTo>
                    <a:cubicBezTo>
                      <a:pt x="3375" y="110"/>
                      <a:pt x="3267" y="77"/>
                      <a:pt x="3208" y="77"/>
                    </a:cubicBezTo>
                    <a:cubicBezTo>
                      <a:pt x="3192" y="77"/>
                      <a:pt x="3180" y="79"/>
                      <a:pt x="3173" y="85"/>
                    </a:cubicBezTo>
                    <a:cubicBezTo>
                      <a:pt x="3105" y="102"/>
                      <a:pt x="2995" y="119"/>
                      <a:pt x="2911" y="144"/>
                    </a:cubicBezTo>
                    <a:cubicBezTo>
                      <a:pt x="2818" y="119"/>
                      <a:pt x="2733" y="110"/>
                      <a:pt x="2640" y="110"/>
                    </a:cubicBezTo>
                    <a:lnTo>
                      <a:pt x="2657" y="93"/>
                    </a:lnTo>
                    <a:cubicBezTo>
                      <a:pt x="2631" y="89"/>
                      <a:pt x="2598" y="89"/>
                      <a:pt x="2561" y="89"/>
                    </a:cubicBezTo>
                    <a:cubicBezTo>
                      <a:pt x="2524" y="89"/>
                      <a:pt x="2483" y="89"/>
                      <a:pt x="2445" y="85"/>
                    </a:cubicBezTo>
                    <a:lnTo>
                      <a:pt x="2428" y="59"/>
                    </a:lnTo>
                    <a:cubicBezTo>
                      <a:pt x="2352" y="59"/>
                      <a:pt x="2268" y="59"/>
                      <a:pt x="2192" y="51"/>
                    </a:cubicBezTo>
                    <a:lnTo>
                      <a:pt x="2192" y="51"/>
                    </a:lnTo>
                    <a:cubicBezTo>
                      <a:pt x="2183" y="59"/>
                      <a:pt x="2268" y="68"/>
                      <a:pt x="2225" y="76"/>
                    </a:cubicBezTo>
                    <a:cubicBezTo>
                      <a:pt x="2243" y="80"/>
                      <a:pt x="2259" y="82"/>
                      <a:pt x="2271" y="82"/>
                    </a:cubicBezTo>
                    <a:cubicBezTo>
                      <a:pt x="2288" y="82"/>
                      <a:pt x="2298" y="78"/>
                      <a:pt x="2293" y="68"/>
                    </a:cubicBezTo>
                    <a:cubicBezTo>
                      <a:pt x="2327" y="68"/>
                      <a:pt x="2327" y="93"/>
                      <a:pt x="2361" y="110"/>
                    </a:cubicBezTo>
                    <a:lnTo>
                      <a:pt x="2200" y="110"/>
                    </a:lnTo>
                    <a:lnTo>
                      <a:pt x="2183" y="102"/>
                    </a:lnTo>
                    <a:lnTo>
                      <a:pt x="2175" y="127"/>
                    </a:lnTo>
                    <a:cubicBezTo>
                      <a:pt x="2124" y="119"/>
                      <a:pt x="2115" y="110"/>
                      <a:pt x="2124" y="102"/>
                    </a:cubicBezTo>
                    <a:lnTo>
                      <a:pt x="2124" y="102"/>
                    </a:lnTo>
                    <a:cubicBezTo>
                      <a:pt x="2051" y="109"/>
                      <a:pt x="2016" y="129"/>
                      <a:pt x="1943" y="129"/>
                    </a:cubicBezTo>
                    <a:cubicBezTo>
                      <a:pt x="1931" y="129"/>
                      <a:pt x="1918" y="128"/>
                      <a:pt x="1904" y="127"/>
                    </a:cubicBezTo>
                    <a:cubicBezTo>
                      <a:pt x="1946" y="102"/>
                      <a:pt x="1997" y="93"/>
                      <a:pt x="2048" y="93"/>
                    </a:cubicBezTo>
                    <a:lnTo>
                      <a:pt x="1938" y="93"/>
                    </a:lnTo>
                    <a:cubicBezTo>
                      <a:pt x="1988" y="68"/>
                      <a:pt x="2175" y="85"/>
                      <a:pt x="2149" y="51"/>
                    </a:cubicBezTo>
                    <a:cubicBezTo>
                      <a:pt x="2014" y="51"/>
                      <a:pt x="1879" y="68"/>
                      <a:pt x="1752" y="93"/>
                    </a:cubicBezTo>
                    <a:cubicBezTo>
                      <a:pt x="1722" y="76"/>
                      <a:pt x="1686" y="74"/>
                      <a:pt x="1647" y="74"/>
                    </a:cubicBezTo>
                    <a:cubicBezTo>
                      <a:pt x="1634" y="74"/>
                      <a:pt x="1621" y="74"/>
                      <a:pt x="1607" y="74"/>
                    </a:cubicBezTo>
                    <a:cubicBezTo>
                      <a:pt x="1580" y="74"/>
                      <a:pt x="1551" y="74"/>
                      <a:pt x="1523" y="68"/>
                    </a:cubicBezTo>
                    <a:cubicBezTo>
                      <a:pt x="1506" y="59"/>
                      <a:pt x="1481" y="51"/>
                      <a:pt x="1498" y="43"/>
                    </a:cubicBezTo>
                    <a:lnTo>
                      <a:pt x="1523" y="43"/>
                    </a:lnTo>
                    <a:cubicBezTo>
                      <a:pt x="1478" y="36"/>
                      <a:pt x="1432" y="33"/>
                      <a:pt x="1385" y="33"/>
                    </a:cubicBezTo>
                    <a:cubicBezTo>
                      <a:pt x="1309" y="33"/>
                      <a:pt x="1233" y="41"/>
                      <a:pt x="1159" y="51"/>
                    </a:cubicBezTo>
                    <a:lnTo>
                      <a:pt x="1100" y="17"/>
                    </a:lnTo>
                    <a:cubicBezTo>
                      <a:pt x="1075" y="14"/>
                      <a:pt x="1057" y="12"/>
                      <a:pt x="1045" y="12"/>
                    </a:cubicBezTo>
                    <a:cubicBezTo>
                      <a:pt x="980" y="12"/>
                      <a:pt x="1092" y="60"/>
                      <a:pt x="974" y="60"/>
                    </a:cubicBezTo>
                    <a:cubicBezTo>
                      <a:pt x="967" y="60"/>
                      <a:pt x="958" y="60"/>
                      <a:pt x="948" y="59"/>
                    </a:cubicBezTo>
                    <a:cubicBezTo>
                      <a:pt x="906" y="26"/>
                      <a:pt x="720" y="34"/>
                      <a:pt x="71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2"/>
              <p:cNvSpPr/>
              <p:nvPr/>
            </p:nvSpPr>
            <p:spPr>
              <a:xfrm>
                <a:off x="2737450" y="3781350"/>
                <a:ext cx="2550" cy="1500"/>
              </a:xfrm>
              <a:custGeom>
                <a:rect b="b" l="l" r="r" t="t"/>
                <a:pathLst>
                  <a:path extrusionOk="0" h="60" w="102">
                    <a:moveTo>
                      <a:pt x="59" y="0"/>
                    </a:moveTo>
                    <a:cubicBezTo>
                      <a:pt x="51" y="17"/>
                      <a:pt x="0" y="51"/>
                      <a:pt x="26" y="60"/>
                    </a:cubicBezTo>
                    <a:cubicBezTo>
                      <a:pt x="9" y="51"/>
                      <a:pt x="102" y="0"/>
                      <a:pt x="5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2"/>
              <p:cNvSpPr/>
              <p:nvPr/>
            </p:nvSpPr>
            <p:spPr>
              <a:xfrm>
                <a:off x="2736800" y="3781350"/>
                <a:ext cx="1500" cy="1300"/>
              </a:xfrm>
              <a:custGeom>
                <a:rect b="b" l="l" r="r" t="t"/>
                <a:pathLst>
                  <a:path extrusionOk="0" h="52" w="60">
                    <a:moveTo>
                      <a:pt x="60" y="0"/>
                    </a:moveTo>
                    <a:lnTo>
                      <a:pt x="18" y="26"/>
                    </a:lnTo>
                    <a:cubicBezTo>
                      <a:pt x="18" y="30"/>
                      <a:pt x="20" y="32"/>
                      <a:pt x="18" y="36"/>
                    </a:cubicBezTo>
                    <a:lnTo>
                      <a:pt x="18" y="36"/>
                    </a:lnTo>
                    <a:lnTo>
                      <a:pt x="60" y="0"/>
                    </a:lnTo>
                    <a:close/>
                    <a:moveTo>
                      <a:pt x="18" y="36"/>
                    </a:moveTo>
                    <a:lnTo>
                      <a:pt x="1" y="51"/>
                    </a:lnTo>
                    <a:cubicBezTo>
                      <a:pt x="13" y="43"/>
                      <a:pt x="17" y="39"/>
                      <a:pt x="18" y="3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2"/>
              <p:cNvSpPr/>
              <p:nvPr/>
            </p:nvSpPr>
            <p:spPr>
              <a:xfrm>
                <a:off x="2729200" y="3779025"/>
                <a:ext cx="4875" cy="4250"/>
              </a:xfrm>
              <a:custGeom>
                <a:rect b="b" l="l" r="r" t="t"/>
                <a:pathLst>
                  <a:path extrusionOk="0" h="170" w="195">
                    <a:moveTo>
                      <a:pt x="144" y="0"/>
                    </a:moveTo>
                    <a:lnTo>
                      <a:pt x="144" y="0"/>
                    </a:lnTo>
                    <a:cubicBezTo>
                      <a:pt x="59" y="59"/>
                      <a:pt x="68" y="119"/>
                      <a:pt x="0" y="169"/>
                    </a:cubicBezTo>
                    <a:cubicBezTo>
                      <a:pt x="43" y="169"/>
                      <a:pt x="195" y="76"/>
                      <a:pt x="169" y="43"/>
                    </a:cubicBezTo>
                    <a:lnTo>
                      <a:pt x="169" y="43"/>
                    </a:lnTo>
                    <a:cubicBezTo>
                      <a:pt x="153" y="76"/>
                      <a:pt x="127" y="110"/>
                      <a:pt x="93" y="127"/>
                    </a:cubicBezTo>
                    <a:cubicBezTo>
                      <a:pt x="43" y="93"/>
                      <a:pt x="161" y="59"/>
                      <a:pt x="1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2"/>
              <p:cNvSpPr/>
              <p:nvPr/>
            </p:nvSpPr>
            <p:spPr>
              <a:xfrm>
                <a:off x="2732375" y="3777950"/>
                <a:ext cx="1075" cy="1100"/>
              </a:xfrm>
              <a:custGeom>
                <a:rect b="b" l="l" r="r" t="t"/>
                <a:pathLst>
                  <a:path extrusionOk="0" h="44" w="43">
                    <a:moveTo>
                      <a:pt x="34" y="1"/>
                    </a:moveTo>
                    <a:lnTo>
                      <a:pt x="0" y="43"/>
                    </a:lnTo>
                    <a:lnTo>
                      <a:pt x="9" y="43"/>
                    </a:lnTo>
                    <a:lnTo>
                      <a:pt x="4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2"/>
              <p:cNvSpPr/>
              <p:nvPr/>
            </p:nvSpPr>
            <p:spPr>
              <a:xfrm>
                <a:off x="2764925" y="3765050"/>
                <a:ext cx="1100" cy="1125"/>
              </a:xfrm>
              <a:custGeom>
                <a:rect b="b" l="l" r="r" t="t"/>
                <a:pathLst>
                  <a:path extrusionOk="0" h="45" w="44">
                    <a:moveTo>
                      <a:pt x="43" y="1"/>
                    </a:moveTo>
                    <a:lnTo>
                      <a:pt x="43" y="1"/>
                    </a:lnTo>
                    <a:cubicBezTo>
                      <a:pt x="26" y="9"/>
                      <a:pt x="9" y="26"/>
                      <a:pt x="1" y="43"/>
                    </a:cubicBezTo>
                    <a:cubicBezTo>
                      <a:pt x="3" y="44"/>
                      <a:pt x="5" y="45"/>
                      <a:pt x="6" y="45"/>
                    </a:cubicBezTo>
                    <a:cubicBezTo>
                      <a:pt x="21" y="45"/>
                      <a:pt x="36" y="16"/>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2"/>
              <p:cNvSpPr/>
              <p:nvPr/>
            </p:nvSpPr>
            <p:spPr>
              <a:xfrm>
                <a:off x="2541175" y="3700775"/>
                <a:ext cx="11025" cy="225"/>
              </a:xfrm>
              <a:custGeom>
                <a:rect b="b" l="l" r="r" t="t"/>
                <a:pathLst>
                  <a:path extrusionOk="0" h="9" w="441">
                    <a:moveTo>
                      <a:pt x="1" y="0"/>
                    </a:moveTo>
                    <a:lnTo>
                      <a:pt x="152" y="3"/>
                    </a:lnTo>
                    <a:lnTo>
                      <a:pt x="152" y="3"/>
                    </a:lnTo>
                    <a:cubicBezTo>
                      <a:pt x="100" y="2"/>
                      <a:pt x="51" y="0"/>
                      <a:pt x="1" y="0"/>
                    </a:cubicBezTo>
                    <a:close/>
                    <a:moveTo>
                      <a:pt x="152" y="3"/>
                    </a:moveTo>
                    <a:cubicBezTo>
                      <a:pt x="233" y="6"/>
                      <a:pt x="323" y="9"/>
                      <a:pt x="441" y="9"/>
                    </a:cubicBezTo>
                    <a:lnTo>
                      <a:pt x="152" y="3"/>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2"/>
              <p:cNvSpPr/>
              <p:nvPr/>
            </p:nvSpPr>
            <p:spPr>
              <a:xfrm>
                <a:off x="2785650" y="3731225"/>
                <a:ext cx="7650" cy="10175"/>
              </a:xfrm>
              <a:custGeom>
                <a:rect b="b" l="l" r="r" t="t"/>
                <a:pathLst>
                  <a:path extrusionOk="0" h="407" w="306">
                    <a:moveTo>
                      <a:pt x="305" y="0"/>
                    </a:moveTo>
                    <a:lnTo>
                      <a:pt x="212" y="68"/>
                    </a:lnTo>
                    <a:cubicBezTo>
                      <a:pt x="153" y="187"/>
                      <a:pt x="77" y="297"/>
                      <a:pt x="1" y="406"/>
                    </a:cubicBezTo>
                    <a:cubicBezTo>
                      <a:pt x="69" y="347"/>
                      <a:pt x="128" y="271"/>
                      <a:pt x="170" y="187"/>
                    </a:cubicBezTo>
                    <a:cubicBezTo>
                      <a:pt x="195" y="119"/>
                      <a:pt x="246" y="51"/>
                      <a:pt x="30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2"/>
              <p:cNvSpPr/>
              <p:nvPr/>
            </p:nvSpPr>
            <p:spPr>
              <a:xfrm>
                <a:off x="2792425" y="3731525"/>
                <a:ext cx="2450" cy="3525"/>
              </a:xfrm>
              <a:custGeom>
                <a:rect b="b" l="l" r="r" t="t"/>
                <a:pathLst>
                  <a:path extrusionOk="0" h="141" w="98">
                    <a:moveTo>
                      <a:pt x="80" y="0"/>
                    </a:moveTo>
                    <a:cubicBezTo>
                      <a:pt x="77" y="0"/>
                      <a:pt x="74" y="2"/>
                      <a:pt x="68" y="5"/>
                    </a:cubicBezTo>
                    <a:cubicBezTo>
                      <a:pt x="9" y="98"/>
                      <a:pt x="77" y="48"/>
                      <a:pt x="1" y="141"/>
                    </a:cubicBezTo>
                    <a:lnTo>
                      <a:pt x="85" y="90"/>
                    </a:lnTo>
                    <a:lnTo>
                      <a:pt x="85" y="90"/>
                    </a:lnTo>
                    <a:cubicBezTo>
                      <a:pt x="80" y="92"/>
                      <a:pt x="75" y="93"/>
                      <a:pt x="72" y="93"/>
                    </a:cubicBezTo>
                    <a:cubicBezTo>
                      <a:pt x="38" y="93"/>
                      <a:pt x="98" y="0"/>
                      <a:pt x="8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2"/>
              <p:cNvSpPr/>
              <p:nvPr/>
            </p:nvSpPr>
            <p:spPr>
              <a:xfrm>
                <a:off x="2771075" y="3740325"/>
                <a:ext cx="450" cy="850"/>
              </a:xfrm>
              <a:custGeom>
                <a:rect b="b" l="l" r="r" t="t"/>
                <a:pathLst>
                  <a:path extrusionOk="0" h="34" w="18">
                    <a:moveTo>
                      <a:pt x="17" y="0"/>
                    </a:moveTo>
                    <a:lnTo>
                      <a:pt x="0" y="26"/>
                    </a:lnTo>
                    <a:lnTo>
                      <a:pt x="9" y="34"/>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2"/>
              <p:cNvSpPr/>
              <p:nvPr/>
            </p:nvSpPr>
            <p:spPr>
              <a:xfrm>
                <a:off x="2798550" y="3718750"/>
                <a:ext cx="2150" cy="450"/>
              </a:xfrm>
              <a:custGeom>
                <a:rect b="b" l="l" r="r" t="t"/>
                <a:pathLst>
                  <a:path extrusionOk="0" h="18" w="86">
                    <a:moveTo>
                      <a:pt x="1" y="0"/>
                    </a:moveTo>
                    <a:lnTo>
                      <a:pt x="52" y="17"/>
                    </a:lnTo>
                    <a:lnTo>
                      <a:pt x="86" y="17"/>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2"/>
              <p:cNvSpPr/>
              <p:nvPr/>
            </p:nvSpPr>
            <p:spPr>
              <a:xfrm>
                <a:off x="2800675" y="3718950"/>
                <a:ext cx="875" cy="25"/>
              </a:xfrm>
              <a:custGeom>
                <a:rect b="b" l="l" r="r" t="t"/>
                <a:pathLst>
                  <a:path extrusionOk="0" h="1" w="35">
                    <a:moveTo>
                      <a:pt x="34" y="1"/>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2"/>
              <p:cNvSpPr/>
              <p:nvPr/>
            </p:nvSpPr>
            <p:spPr>
              <a:xfrm>
                <a:off x="2769575" y="3739250"/>
                <a:ext cx="1100" cy="1525"/>
              </a:xfrm>
              <a:custGeom>
                <a:rect b="b" l="l" r="r" t="t"/>
                <a:pathLst>
                  <a:path extrusionOk="0" h="61" w="44">
                    <a:moveTo>
                      <a:pt x="43" y="1"/>
                    </a:moveTo>
                    <a:lnTo>
                      <a:pt x="1" y="35"/>
                    </a:lnTo>
                    <a:lnTo>
                      <a:pt x="1" y="60"/>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2"/>
              <p:cNvSpPr/>
              <p:nvPr/>
            </p:nvSpPr>
            <p:spPr>
              <a:xfrm>
                <a:off x="2779750" y="3734725"/>
                <a:ext cx="900" cy="750"/>
              </a:xfrm>
              <a:custGeom>
                <a:rect b="b" l="l" r="r" t="t"/>
                <a:pathLst>
                  <a:path extrusionOk="0" h="30" w="36">
                    <a:moveTo>
                      <a:pt x="23" y="0"/>
                    </a:moveTo>
                    <a:cubicBezTo>
                      <a:pt x="20" y="0"/>
                      <a:pt x="16" y="1"/>
                      <a:pt x="9" y="4"/>
                    </a:cubicBezTo>
                    <a:lnTo>
                      <a:pt x="0" y="30"/>
                    </a:lnTo>
                    <a:cubicBezTo>
                      <a:pt x="0" y="30"/>
                      <a:pt x="35" y="0"/>
                      <a:pt x="2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2"/>
              <p:cNvSpPr/>
              <p:nvPr/>
            </p:nvSpPr>
            <p:spPr>
              <a:xfrm>
                <a:off x="2782500" y="3717700"/>
                <a:ext cx="2975" cy="225"/>
              </a:xfrm>
              <a:custGeom>
                <a:rect b="b" l="l" r="r" t="t"/>
                <a:pathLst>
                  <a:path extrusionOk="0" h="9" w="119">
                    <a:moveTo>
                      <a:pt x="0" y="0"/>
                    </a:moveTo>
                    <a:lnTo>
                      <a:pt x="8" y="8"/>
                    </a:lnTo>
                    <a:lnTo>
                      <a:pt x="1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2"/>
              <p:cNvSpPr/>
              <p:nvPr/>
            </p:nvSpPr>
            <p:spPr>
              <a:xfrm>
                <a:off x="2778950" y="3730650"/>
                <a:ext cx="1225" cy="700"/>
              </a:xfrm>
              <a:custGeom>
                <a:rect b="b" l="l" r="r" t="t"/>
                <a:pathLst>
                  <a:path extrusionOk="0" h="28" w="49">
                    <a:moveTo>
                      <a:pt x="30" y="1"/>
                    </a:moveTo>
                    <a:cubicBezTo>
                      <a:pt x="28" y="1"/>
                      <a:pt x="22" y="4"/>
                      <a:pt x="7" y="15"/>
                    </a:cubicBezTo>
                    <a:cubicBezTo>
                      <a:pt x="0" y="24"/>
                      <a:pt x="1" y="28"/>
                      <a:pt x="6" y="28"/>
                    </a:cubicBezTo>
                    <a:cubicBezTo>
                      <a:pt x="13" y="28"/>
                      <a:pt x="33" y="17"/>
                      <a:pt x="49" y="7"/>
                    </a:cubicBezTo>
                    <a:lnTo>
                      <a:pt x="49" y="7"/>
                    </a:lnTo>
                    <a:cubicBezTo>
                      <a:pt x="36" y="14"/>
                      <a:pt x="30" y="16"/>
                      <a:pt x="27" y="16"/>
                    </a:cubicBezTo>
                    <a:cubicBezTo>
                      <a:pt x="20" y="16"/>
                      <a:pt x="34" y="1"/>
                      <a:pt x="3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2"/>
              <p:cNvSpPr/>
              <p:nvPr/>
            </p:nvSpPr>
            <p:spPr>
              <a:xfrm>
                <a:off x="2773825" y="3725300"/>
                <a:ext cx="650" cy="25"/>
              </a:xfrm>
              <a:custGeom>
                <a:rect b="b" l="l" r="r" t="t"/>
                <a:pathLst>
                  <a:path extrusionOk="0" h="1" w="26">
                    <a:moveTo>
                      <a:pt x="26" y="1"/>
                    </a:moveTo>
                    <a:cubicBezTo>
                      <a:pt x="17" y="1"/>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2"/>
              <p:cNvSpPr/>
              <p:nvPr/>
            </p:nvSpPr>
            <p:spPr>
              <a:xfrm>
                <a:off x="2774450" y="3725225"/>
                <a:ext cx="1500" cy="325"/>
              </a:xfrm>
              <a:custGeom>
                <a:rect b="b" l="l" r="r" t="t"/>
                <a:pathLst>
                  <a:path extrusionOk="0" h="13" w="60">
                    <a:moveTo>
                      <a:pt x="17" y="0"/>
                    </a:moveTo>
                    <a:cubicBezTo>
                      <a:pt x="11" y="0"/>
                      <a:pt x="6" y="1"/>
                      <a:pt x="1" y="4"/>
                    </a:cubicBezTo>
                    <a:cubicBezTo>
                      <a:pt x="17" y="4"/>
                      <a:pt x="34" y="12"/>
                      <a:pt x="60" y="12"/>
                    </a:cubicBezTo>
                    <a:cubicBezTo>
                      <a:pt x="48" y="6"/>
                      <a:pt x="32" y="0"/>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2"/>
              <p:cNvSpPr/>
              <p:nvPr/>
            </p:nvSpPr>
            <p:spPr>
              <a:xfrm>
                <a:off x="2767250" y="3724675"/>
                <a:ext cx="1525" cy="475"/>
              </a:xfrm>
              <a:custGeom>
                <a:rect b="b" l="l" r="r" t="t"/>
                <a:pathLst>
                  <a:path extrusionOk="0" h="19" w="61">
                    <a:moveTo>
                      <a:pt x="60" y="0"/>
                    </a:moveTo>
                    <a:cubicBezTo>
                      <a:pt x="18" y="0"/>
                      <a:pt x="1" y="0"/>
                      <a:pt x="9" y="9"/>
                    </a:cubicBezTo>
                    <a:lnTo>
                      <a:pt x="26" y="9"/>
                    </a:lnTo>
                    <a:cubicBezTo>
                      <a:pt x="16" y="16"/>
                      <a:pt x="12" y="18"/>
                      <a:pt x="14" y="18"/>
                    </a:cubicBezTo>
                    <a:cubicBezTo>
                      <a:pt x="15" y="18"/>
                      <a:pt x="25" y="14"/>
                      <a:pt x="35" y="9"/>
                    </a:cubicBezTo>
                    <a:cubicBezTo>
                      <a:pt x="47" y="4"/>
                      <a:pt x="54" y="4"/>
                      <a:pt x="57" y="4"/>
                    </a:cubicBezTo>
                    <a:cubicBezTo>
                      <a:pt x="60" y="4"/>
                      <a:pt x="60" y="4"/>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2"/>
              <p:cNvSpPr/>
              <p:nvPr/>
            </p:nvSpPr>
            <p:spPr>
              <a:xfrm>
                <a:off x="2741025" y="3712600"/>
                <a:ext cx="5750" cy="1125"/>
              </a:xfrm>
              <a:custGeom>
                <a:rect b="b" l="l" r="r" t="t"/>
                <a:pathLst>
                  <a:path extrusionOk="0" h="45" w="230">
                    <a:moveTo>
                      <a:pt x="1" y="1"/>
                    </a:moveTo>
                    <a:cubicBezTo>
                      <a:pt x="86" y="18"/>
                      <a:pt x="111" y="26"/>
                      <a:pt x="111" y="43"/>
                    </a:cubicBezTo>
                    <a:cubicBezTo>
                      <a:pt x="119" y="44"/>
                      <a:pt x="127" y="45"/>
                      <a:pt x="133" y="45"/>
                    </a:cubicBezTo>
                    <a:cubicBezTo>
                      <a:pt x="186" y="45"/>
                      <a:pt x="184" y="18"/>
                      <a:pt x="229" y="18"/>
                    </a:cubicBezTo>
                    <a:cubicBezTo>
                      <a:pt x="128" y="18"/>
                      <a:pt x="11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2"/>
              <p:cNvSpPr/>
              <p:nvPr/>
            </p:nvSpPr>
            <p:spPr>
              <a:xfrm>
                <a:off x="2746525" y="3713025"/>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2"/>
              <p:cNvSpPr/>
              <p:nvPr/>
            </p:nvSpPr>
            <p:spPr>
              <a:xfrm>
                <a:off x="2771075" y="3730600"/>
                <a:ext cx="1075" cy="650"/>
              </a:xfrm>
              <a:custGeom>
                <a:rect b="b" l="l" r="r" t="t"/>
                <a:pathLst>
                  <a:path extrusionOk="0" h="26" w="43">
                    <a:moveTo>
                      <a:pt x="43" y="0"/>
                    </a:moveTo>
                    <a:cubicBezTo>
                      <a:pt x="26" y="9"/>
                      <a:pt x="17" y="17"/>
                      <a:pt x="0" y="25"/>
                    </a:cubicBezTo>
                    <a:lnTo>
                      <a:pt x="9" y="25"/>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2"/>
              <p:cNvSpPr/>
              <p:nvPr/>
            </p:nvSpPr>
            <p:spPr>
              <a:xfrm>
                <a:off x="2737650" y="3712125"/>
                <a:ext cx="1725" cy="300"/>
              </a:xfrm>
              <a:custGeom>
                <a:rect b="b" l="l" r="r" t="t"/>
                <a:pathLst>
                  <a:path extrusionOk="0" h="12" w="69">
                    <a:moveTo>
                      <a:pt x="32" y="1"/>
                    </a:moveTo>
                    <a:cubicBezTo>
                      <a:pt x="15" y="1"/>
                      <a:pt x="1" y="3"/>
                      <a:pt x="9" y="3"/>
                    </a:cubicBezTo>
                    <a:cubicBezTo>
                      <a:pt x="26" y="3"/>
                      <a:pt x="51" y="3"/>
                      <a:pt x="68" y="12"/>
                    </a:cubicBezTo>
                    <a:cubicBezTo>
                      <a:pt x="68" y="3"/>
                      <a:pt x="49" y="1"/>
                      <a:pt x="3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2"/>
              <p:cNvSpPr/>
              <p:nvPr/>
            </p:nvSpPr>
            <p:spPr>
              <a:xfrm>
                <a:off x="2745475" y="3721900"/>
                <a:ext cx="2150" cy="675"/>
              </a:xfrm>
              <a:custGeom>
                <a:rect b="b" l="l" r="r" t="t"/>
                <a:pathLst>
                  <a:path extrusionOk="0" h="27" w="86">
                    <a:moveTo>
                      <a:pt x="22" y="0"/>
                    </a:moveTo>
                    <a:cubicBezTo>
                      <a:pt x="15" y="0"/>
                      <a:pt x="7" y="3"/>
                      <a:pt x="1" y="10"/>
                    </a:cubicBezTo>
                    <a:cubicBezTo>
                      <a:pt x="9" y="18"/>
                      <a:pt x="60" y="18"/>
                      <a:pt x="85" y="27"/>
                    </a:cubicBezTo>
                    <a:cubicBezTo>
                      <a:pt x="67" y="20"/>
                      <a:pt x="43" y="0"/>
                      <a:pt x="2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2"/>
              <p:cNvSpPr/>
              <p:nvPr/>
            </p:nvSpPr>
            <p:spPr>
              <a:xfrm>
                <a:off x="2731725" y="3713625"/>
                <a:ext cx="1975" cy="925"/>
              </a:xfrm>
              <a:custGeom>
                <a:rect b="b" l="l" r="r" t="t"/>
                <a:pathLst>
                  <a:path extrusionOk="0" h="37" w="79">
                    <a:moveTo>
                      <a:pt x="24" y="1"/>
                    </a:moveTo>
                    <a:cubicBezTo>
                      <a:pt x="18" y="1"/>
                      <a:pt x="10" y="1"/>
                      <a:pt x="1" y="2"/>
                    </a:cubicBezTo>
                    <a:cubicBezTo>
                      <a:pt x="18" y="2"/>
                      <a:pt x="35" y="19"/>
                      <a:pt x="26" y="36"/>
                    </a:cubicBezTo>
                    <a:cubicBezTo>
                      <a:pt x="49" y="29"/>
                      <a:pt x="78" y="1"/>
                      <a:pt x="2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2"/>
              <p:cNvSpPr/>
              <p:nvPr/>
            </p:nvSpPr>
            <p:spPr>
              <a:xfrm>
                <a:off x="2741675" y="3721700"/>
                <a:ext cx="1725" cy="250"/>
              </a:xfrm>
              <a:custGeom>
                <a:rect b="b" l="l" r="r" t="t"/>
                <a:pathLst>
                  <a:path extrusionOk="0" h="10" w="69">
                    <a:moveTo>
                      <a:pt x="0" y="1"/>
                    </a:moveTo>
                    <a:lnTo>
                      <a:pt x="9"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2"/>
              <p:cNvSpPr/>
              <p:nvPr/>
            </p:nvSpPr>
            <p:spPr>
              <a:xfrm>
                <a:off x="2743775" y="3727175"/>
                <a:ext cx="4275" cy="2175"/>
              </a:xfrm>
              <a:custGeom>
                <a:rect b="b" l="l" r="r" t="t"/>
                <a:pathLst>
                  <a:path extrusionOk="0" h="87" w="171">
                    <a:moveTo>
                      <a:pt x="64" y="1"/>
                    </a:moveTo>
                    <a:cubicBezTo>
                      <a:pt x="29" y="1"/>
                      <a:pt x="94" y="36"/>
                      <a:pt x="35" y="36"/>
                    </a:cubicBezTo>
                    <a:cubicBezTo>
                      <a:pt x="30" y="36"/>
                      <a:pt x="24" y="36"/>
                      <a:pt x="18" y="36"/>
                    </a:cubicBezTo>
                    <a:lnTo>
                      <a:pt x="18" y="36"/>
                    </a:lnTo>
                    <a:cubicBezTo>
                      <a:pt x="77" y="44"/>
                      <a:pt x="111" y="78"/>
                      <a:pt x="102" y="86"/>
                    </a:cubicBezTo>
                    <a:cubicBezTo>
                      <a:pt x="170" y="69"/>
                      <a:pt x="1" y="19"/>
                      <a:pt x="119" y="10"/>
                    </a:cubicBezTo>
                    <a:cubicBezTo>
                      <a:pt x="90" y="3"/>
                      <a:pt x="73" y="1"/>
                      <a:pt x="6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2"/>
              <p:cNvSpPr/>
              <p:nvPr/>
            </p:nvSpPr>
            <p:spPr>
              <a:xfrm>
                <a:off x="2743575" y="3727900"/>
                <a:ext cx="650" cy="175"/>
              </a:xfrm>
              <a:custGeom>
                <a:rect b="b" l="l" r="r" t="t"/>
                <a:pathLst>
                  <a:path extrusionOk="0" h="7" w="26">
                    <a:moveTo>
                      <a:pt x="13" y="0"/>
                    </a:moveTo>
                    <a:cubicBezTo>
                      <a:pt x="9" y="0"/>
                      <a:pt x="5" y="2"/>
                      <a:pt x="0" y="7"/>
                    </a:cubicBezTo>
                    <a:lnTo>
                      <a:pt x="26" y="7"/>
                    </a:lnTo>
                    <a:cubicBezTo>
                      <a:pt x="22" y="2"/>
                      <a:pt x="17" y="0"/>
                      <a:pt x="1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2"/>
              <p:cNvSpPr/>
              <p:nvPr/>
            </p:nvSpPr>
            <p:spPr>
              <a:xfrm>
                <a:off x="2721375" y="3722550"/>
                <a:ext cx="650" cy="250"/>
              </a:xfrm>
              <a:custGeom>
                <a:rect b="b" l="l" r="r" t="t"/>
                <a:pathLst>
                  <a:path extrusionOk="0" h="10" w="26">
                    <a:moveTo>
                      <a:pt x="0" y="9"/>
                    </a:move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2"/>
              <p:cNvSpPr/>
              <p:nvPr/>
            </p:nvSpPr>
            <p:spPr>
              <a:xfrm>
                <a:off x="2732375" y="3727200"/>
                <a:ext cx="5725" cy="1175"/>
              </a:xfrm>
              <a:custGeom>
                <a:rect b="b" l="l" r="r" t="t"/>
                <a:pathLst>
                  <a:path extrusionOk="0" h="47" w="229">
                    <a:moveTo>
                      <a:pt x="229" y="1"/>
                    </a:moveTo>
                    <a:cubicBezTo>
                      <a:pt x="161" y="18"/>
                      <a:pt x="0" y="1"/>
                      <a:pt x="9" y="43"/>
                    </a:cubicBezTo>
                    <a:cubicBezTo>
                      <a:pt x="21" y="45"/>
                      <a:pt x="34" y="46"/>
                      <a:pt x="48" y="46"/>
                    </a:cubicBezTo>
                    <a:cubicBezTo>
                      <a:pt x="81" y="46"/>
                      <a:pt x="117" y="41"/>
                      <a:pt x="152" y="35"/>
                    </a:cubicBezTo>
                    <a:lnTo>
                      <a:pt x="127" y="26"/>
                    </a:lnTo>
                    <a:lnTo>
                      <a:pt x="22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2"/>
              <p:cNvSpPr/>
              <p:nvPr/>
            </p:nvSpPr>
            <p:spPr>
              <a:xfrm>
                <a:off x="2708100" y="3709875"/>
                <a:ext cx="1450" cy="500"/>
              </a:xfrm>
              <a:custGeom>
                <a:rect b="b" l="l" r="r" t="t"/>
                <a:pathLst>
                  <a:path extrusionOk="0" h="20" w="58">
                    <a:moveTo>
                      <a:pt x="7" y="0"/>
                    </a:moveTo>
                    <a:lnTo>
                      <a:pt x="7" y="0"/>
                    </a:lnTo>
                    <a:cubicBezTo>
                      <a:pt x="20" y="7"/>
                      <a:pt x="1" y="19"/>
                      <a:pt x="6" y="19"/>
                    </a:cubicBezTo>
                    <a:cubicBezTo>
                      <a:pt x="8" y="19"/>
                      <a:pt x="10" y="19"/>
                      <a:pt x="15" y="17"/>
                    </a:cubicBezTo>
                    <a:lnTo>
                      <a:pt x="58" y="8"/>
                    </a:lnTo>
                    <a:lnTo>
                      <a:pt x="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2"/>
              <p:cNvSpPr/>
              <p:nvPr/>
            </p:nvSpPr>
            <p:spPr>
              <a:xfrm>
                <a:off x="2708050" y="3709875"/>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2"/>
              <p:cNvSpPr/>
              <p:nvPr/>
            </p:nvSpPr>
            <p:spPr>
              <a:xfrm>
                <a:off x="2726025" y="3722375"/>
                <a:ext cx="2125" cy="350"/>
              </a:xfrm>
              <a:custGeom>
                <a:rect b="b" l="l" r="r" t="t"/>
                <a:pathLst>
                  <a:path extrusionOk="0" h="14" w="85">
                    <a:moveTo>
                      <a:pt x="20" y="0"/>
                    </a:moveTo>
                    <a:cubicBezTo>
                      <a:pt x="9" y="0"/>
                      <a:pt x="0" y="2"/>
                      <a:pt x="0" y="8"/>
                    </a:cubicBezTo>
                    <a:cubicBezTo>
                      <a:pt x="17" y="12"/>
                      <a:pt x="32" y="14"/>
                      <a:pt x="46" y="14"/>
                    </a:cubicBezTo>
                    <a:cubicBezTo>
                      <a:pt x="60" y="14"/>
                      <a:pt x="72" y="12"/>
                      <a:pt x="85" y="8"/>
                    </a:cubicBezTo>
                    <a:cubicBezTo>
                      <a:pt x="79" y="8"/>
                      <a:pt x="44" y="0"/>
                      <a:pt x="2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2"/>
              <p:cNvSpPr/>
              <p:nvPr/>
            </p:nvSpPr>
            <p:spPr>
              <a:xfrm>
                <a:off x="2700850" y="3710925"/>
                <a:ext cx="1925" cy="25"/>
              </a:xfrm>
              <a:custGeom>
                <a:rect b="b" l="l" r="r" t="t"/>
                <a:pathLst>
                  <a:path extrusionOk="0" h="1" w="77">
                    <a:moveTo>
                      <a:pt x="9" y="0"/>
                    </a:moveTo>
                    <a:lnTo>
                      <a:pt x="77"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2"/>
              <p:cNvSpPr/>
              <p:nvPr/>
            </p:nvSpPr>
            <p:spPr>
              <a:xfrm>
                <a:off x="2691125" y="3708800"/>
                <a:ext cx="1725" cy="450"/>
              </a:xfrm>
              <a:custGeom>
                <a:rect b="b" l="l" r="r" t="t"/>
                <a:pathLst>
                  <a:path extrusionOk="0" h="18" w="69">
                    <a:moveTo>
                      <a:pt x="60" y="1"/>
                    </a:moveTo>
                    <a:lnTo>
                      <a:pt x="1" y="9"/>
                    </a:lnTo>
                    <a:lnTo>
                      <a:pt x="9" y="18"/>
                    </a:lnTo>
                    <a:lnTo>
                      <a:pt x="68" y="9"/>
                    </a:lnTo>
                    <a:lnTo>
                      <a:pt x="6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2"/>
              <p:cNvSpPr/>
              <p:nvPr/>
            </p:nvSpPr>
            <p:spPr>
              <a:xfrm>
                <a:off x="2701900" y="3725725"/>
                <a:ext cx="2725" cy="925"/>
              </a:xfrm>
              <a:custGeom>
                <a:rect b="b" l="l" r="r" t="t"/>
                <a:pathLst>
                  <a:path extrusionOk="0" h="37" w="109">
                    <a:moveTo>
                      <a:pt x="1" y="0"/>
                    </a:moveTo>
                    <a:lnTo>
                      <a:pt x="1" y="0"/>
                    </a:lnTo>
                    <a:cubicBezTo>
                      <a:pt x="10" y="13"/>
                      <a:pt x="16" y="16"/>
                      <a:pt x="23" y="16"/>
                    </a:cubicBezTo>
                    <a:cubicBezTo>
                      <a:pt x="29" y="16"/>
                      <a:pt x="37" y="12"/>
                      <a:pt x="50" y="12"/>
                    </a:cubicBezTo>
                    <a:cubicBezTo>
                      <a:pt x="57" y="12"/>
                      <a:pt x="66" y="14"/>
                      <a:pt x="77" y="17"/>
                    </a:cubicBezTo>
                    <a:lnTo>
                      <a:pt x="18" y="34"/>
                    </a:lnTo>
                    <a:cubicBezTo>
                      <a:pt x="25" y="35"/>
                      <a:pt x="32" y="36"/>
                      <a:pt x="39" y="36"/>
                    </a:cubicBezTo>
                    <a:cubicBezTo>
                      <a:pt x="79" y="36"/>
                      <a:pt x="109" y="16"/>
                      <a:pt x="94" y="9"/>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2"/>
              <p:cNvSpPr/>
              <p:nvPr/>
            </p:nvSpPr>
            <p:spPr>
              <a:xfrm>
                <a:off x="2600400" y="3703100"/>
                <a:ext cx="42750" cy="4725"/>
              </a:xfrm>
              <a:custGeom>
                <a:rect b="b" l="l" r="r" t="t"/>
                <a:pathLst>
                  <a:path extrusionOk="0" h="189" w="1710">
                    <a:moveTo>
                      <a:pt x="0" y="0"/>
                    </a:moveTo>
                    <a:lnTo>
                      <a:pt x="29" y="2"/>
                    </a:lnTo>
                    <a:lnTo>
                      <a:pt x="29" y="2"/>
                    </a:lnTo>
                    <a:cubicBezTo>
                      <a:pt x="20" y="1"/>
                      <a:pt x="10" y="0"/>
                      <a:pt x="0" y="0"/>
                    </a:cubicBezTo>
                    <a:close/>
                    <a:moveTo>
                      <a:pt x="1312" y="60"/>
                    </a:moveTo>
                    <a:cubicBezTo>
                      <a:pt x="1310" y="60"/>
                      <a:pt x="1308" y="60"/>
                      <a:pt x="1306" y="61"/>
                    </a:cubicBezTo>
                    <a:lnTo>
                      <a:pt x="1306" y="61"/>
                    </a:lnTo>
                    <a:cubicBezTo>
                      <a:pt x="1308" y="60"/>
                      <a:pt x="1310" y="60"/>
                      <a:pt x="1312" y="60"/>
                    </a:cubicBezTo>
                    <a:close/>
                    <a:moveTo>
                      <a:pt x="384" y="119"/>
                    </a:moveTo>
                    <a:cubicBezTo>
                      <a:pt x="383" y="119"/>
                      <a:pt x="382" y="119"/>
                      <a:pt x="381" y="119"/>
                    </a:cubicBezTo>
                    <a:lnTo>
                      <a:pt x="398" y="119"/>
                    </a:lnTo>
                    <a:cubicBezTo>
                      <a:pt x="393" y="119"/>
                      <a:pt x="388" y="119"/>
                      <a:pt x="384" y="119"/>
                    </a:cubicBezTo>
                    <a:close/>
                    <a:moveTo>
                      <a:pt x="1078" y="185"/>
                    </a:moveTo>
                    <a:lnTo>
                      <a:pt x="1066" y="186"/>
                    </a:lnTo>
                    <a:cubicBezTo>
                      <a:pt x="1071" y="186"/>
                      <a:pt x="1075" y="186"/>
                      <a:pt x="1078" y="185"/>
                    </a:cubicBezTo>
                    <a:close/>
                    <a:moveTo>
                      <a:pt x="29" y="2"/>
                    </a:moveTo>
                    <a:cubicBezTo>
                      <a:pt x="65" y="7"/>
                      <a:pt x="95" y="19"/>
                      <a:pt x="136" y="26"/>
                    </a:cubicBezTo>
                    <a:cubicBezTo>
                      <a:pt x="60" y="60"/>
                      <a:pt x="212" y="43"/>
                      <a:pt x="187" y="68"/>
                    </a:cubicBezTo>
                    <a:cubicBezTo>
                      <a:pt x="173" y="72"/>
                      <a:pt x="159" y="74"/>
                      <a:pt x="145" y="74"/>
                    </a:cubicBezTo>
                    <a:cubicBezTo>
                      <a:pt x="125" y="74"/>
                      <a:pt x="105" y="69"/>
                      <a:pt x="85" y="60"/>
                    </a:cubicBezTo>
                    <a:lnTo>
                      <a:pt x="85" y="60"/>
                    </a:lnTo>
                    <a:cubicBezTo>
                      <a:pt x="77" y="76"/>
                      <a:pt x="110" y="93"/>
                      <a:pt x="110" y="110"/>
                    </a:cubicBezTo>
                    <a:cubicBezTo>
                      <a:pt x="131" y="117"/>
                      <a:pt x="148" y="119"/>
                      <a:pt x="164" y="119"/>
                    </a:cubicBezTo>
                    <a:cubicBezTo>
                      <a:pt x="224" y="119"/>
                      <a:pt x="259" y="82"/>
                      <a:pt x="331" y="82"/>
                    </a:cubicBezTo>
                    <a:cubicBezTo>
                      <a:pt x="341" y="82"/>
                      <a:pt x="352" y="83"/>
                      <a:pt x="364" y="85"/>
                    </a:cubicBezTo>
                    <a:cubicBezTo>
                      <a:pt x="356" y="101"/>
                      <a:pt x="326" y="117"/>
                      <a:pt x="384" y="119"/>
                    </a:cubicBezTo>
                    <a:lnTo>
                      <a:pt x="384" y="119"/>
                    </a:lnTo>
                    <a:cubicBezTo>
                      <a:pt x="391" y="118"/>
                      <a:pt x="398" y="118"/>
                      <a:pt x="403" y="118"/>
                    </a:cubicBezTo>
                    <a:cubicBezTo>
                      <a:pt x="465" y="118"/>
                      <a:pt x="475" y="140"/>
                      <a:pt x="498" y="140"/>
                    </a:cubicBezTo>
                    <a:cubicBezTo>
                      <a:pt x="510" y="140"/>
                      <a:pt x="524" y="134"/>
                      <a:pt x="550" y="119"/>
                    </a:cubicBezTo>
                    <a:lnTo>
                      <a:pt x="550" y="153"/>
                    </a:lnTo>
                    <a:cubicBezTo>
                      <a:pt x="626" y="136"/>
                      <a:pt x="703" y="136"/>
                      <a:pt x="779" y="136"/>
                    </a:cubicBezTo>
                    <a:cubicBezTo>
                      <a:pt x="825" y="131"/>
                      <a:pt x="874" y="129"/>
                      <a:pt x="923" y="129"/>
                    </a:cubicBezTo>
                    <a:cubicBezTo>
                      <a:pt x="971" y="129"/>
                      <a:pt x="1020" y="131"/>
                      <a:pt x="1066" y="136"/>
                    </a:cubicBezTo>
                    <a:lnTo>
                      <a:pt x="973" y="170"/>
                    </a:lnTo>
                    <a:cubicBezTo>
                      <a:pt x="987" y="173"/>
                      <a:pt x="998" y="174"/>
                      <a:pt x="1008" y="174"/>
                    </a:cubicBezTo>
                    <a:cubicBezTo>
                      <a:pt x="1049" y="174"/>
                      <a:pt x="1066" y="153"/>
                      <a:pt x="1100" y="153"/>
                    </a:cubicBezTo>
                    <a:cubicBezTo>
                      <a:pt x="1100" y="153"/>
                      <a:pt x="1100" y="178"/>
                      <a:pt x="1078" y="185"/>
                    </a:cubicBezTo>
                    <a:lnTo>
                      <a:pt x="1078" y="185"/>
                    </a:lnTo>
                    <a:lnTo>
                      <a:pt x="1303" y="153"/>
                    </a:lnTo>
                    <a:cubicBezTo>
                      <a:pt x="1346" y="136"/>
                      <a:pt x="1278" y="127"/>
                      <a:pt x="1269" y="119"/>
                    </a:cubicBezTo>
                    <a:cubicBezTo>
                      <a:pt x="1277" y="114"/>
                      <a:pt x="1291" y="112"/>
                      <a:pt x="1307" y="112"/>
                    </a:cubicBezTo>
                    <a:cubicBezTo>
                      <a:pt x="1346" y="112"/>
                      <a:pt x="1396" y="124"/>
                      <a:pt x="1396" y="136"/>
                    </a:cubicBezTo>
                    <a:cubicBezTo>
                      <a:pt x="1388" y="136"/>
                      <a:pt x="1329" y="144"/>
                      <a:pt x="1362" y="161"/>
                    </a:cubicBezTo>
                    <a:lnTo>
                      <a:pt x="1447" y="119"/>
                    </a:lnTo>
                    <a:lnTo>
                      <a:pt x="1447" y="119"/>
                    </a:lnTo>
                    <a:cubicBezTo>
                      <a:pt x="1549" y="153"/>
                      <a:pt x="1362" y="170"/>
                      <a:pt x="1312" y="186"/>
                    </a:cubicBezTo>
                    <a:cubicBezTo>
                      <a:pt x="1327" y="188"/>
                      <a:pt x="1341" y="188"/>
                      <a:pt x="1353" y="188"/>
                    </a:cubicBezTo>
                    <a:cubicBezTo>
                      <a:pt x="1403" y="188"/>
                      <a:pt x="1437" y="180"/>
                      <a:pt x="1487" y="180"/>
                    </a:cubicBezTo>
                    <a:cubicBezTo>
                      <a:pt x="1509" y="180"/>
                      <a:pt x="1534" y="182"/>
                      <a:pt x="1565" y="186"/>
                    </a:cubicBezTo>
                    <a:cubicBezTo>
                      <a:pt x="1540" y="178"/>
                      <a:pt x="1515" y="170"/>
                      <a:pt x="1489" y="153"/>
                    </a:cubicBezTo>
                    <a:cubicBezTo>
                      <a:pt x="1489" y="139"/>
                      <a:pt x="1507" y="135"/>
                      <a:pt x="1533" y="135"/>
                    </a:cubicBezTo>
                    <a:cubicBezTo>
                      <a:pt x="1572" y="135"/>
                      <a:pt x="1630" y="144"/>
                      <a:pt x="1675" y="144"/>
                    </a:cubicBezTo>
                    <a:cubicBezTo>
                      <a:pt x="1625" y="127"/>
                      <a:pt x="1659" y="119"/>
                      <a:pt x="1692" y="110"/>
                    </a:cubicBezTo>
                    <a:lnTo>
                      <a:pt x="1709" y="110"/>
                    </a:lnTo>
                    <a:cubicBezTo>
                      <a:pt x="1709" y="110"/>
                      <a:pt x="1709" y="102"/>
                      <a:pt x="1701" y="93"/>
                    </a:cubicBezTo>
                    <a:cubicBezTo>
                      <a:pt x="1650" y="93"/>
                      <a:pt x="1599" y="85"/>
                      <a:pt x="1549" y="68"/>
                    </a:cubicBezTo>
                    <a:lnTo>
                      <a:pt x="1549" y="68"/>
                    </a:lnTo>
                    <a:cubicBezTo>
                      <a:pt x="1561" y="86"/>
                      <a:pt x="1546" y="91"/>
                      <a:pt x="1520" y="91"/>
                    </a:cubicBezTo>
                    <a:cubicBezTo>
                      <a:pt x="1484" y="91"/>
                      <a:pt x="1426" y="81"/>
                      <a:pt x="1385" y="81"/>
                    </a:cubicBezTo>
                    <a:cubicBezTo>
                      <a:pt x="1373" y="81"/>
                      <a:pt x="1362" y="82"/>
                      <a:pt x="1354" y="85"/>
                    </a:cubicBezTo>
                    <a:lnTo>
                      <a:pt x="1269" y="85"/>
                    </a:lnTo>
                    <a:cubicBezTo>
                      <a:pt x="1269" y="77"/>
                      <a:pt x="1269" y="69"/>
                      <a:pt x="1306" y="61"/>
                    </a:cubicBezTo>
                    <a:lnTo>
                      <a:pt x="1306" y="61"/>
                    </a:lnTo>
                    <a:cubicBezTo>
                      <a:pt x="1269" y="67"/>
                      <a:pt x="1185" y="60"/>
                      <a:pt x="1193" y="76"/>
                    </a:cubicBezTo>
                    <a:lnTo>
                      <a:pt x="973" y="60"/>
                    </a:lnTo>
                    <a:cubicBezTo>
                      <a:pt x="965" y="60"/>
                      <a:pt x="965" y="51"/>
                      <a:pt x="956" y="51"/>
                    </a:cubicBezTo>
                    <a:cubicBezTo>
                      <a:pt x="948" y="51"/>
                      <a:pt x="948" y="51"/>
                      <a:pt x="948" y="60"/>
                    </a:cubicBezTo>
                    <a:lnTo>
                      <a:pt x="29" y="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2"/>
              <p:cNvSpPr/>
              <p:nvPr/>
            </p:nvSpPr>
            <p:spPr>
              <a:xfrm>
                <a:off x="2639525" y="3707750"/>
                <a:ext cx="1075" cy="25"/>
              </a:xfrm>
              <a:custGeom>
                <a:rect b="b" l="l" r="r" t="t"/>
                <a:pathLst>
                  <a:path extrusionOk="0" h="1" w="43">
                    <a:moveTo>
                      <a:pt x="0" y="0"/>
                    </a:moveTo>
                    <a:cubicBezTo>
                      <a:pt x="9" y="0"/>
                      <a:pt x="26" y="0"/>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2"/>
              <p:cNvSpPr/>
              <p:nvPr/>
            </p:nvSpPr>
            <p:spPr>
              <a:xfrm>
                <a:off x="2598925" y="3702450"/>
                <a:ext cx="1500" cy="25"/>
              </a:xfrm>
              <a:custGeom>
                <a:rect b="b" l="l" r="r" t="t"/>
                <a:pathLst>
                  <a:path extrusionOk="0" h="1" w="60">
                    <a:moveTo>
                      <a:pt x="0" y="1"/>
                    </a:moveTo>
                    <a:lnTo>
                      <a:pt x="59" y="1"/>
                    </a:lnTo>
                    <a:cubicBezTo>
                      <a:pt x="43" y="1"/>
                      <a:pt x="17"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2"/>
              <p:cNvSpPr/>
              <p:nvPr/>
            </p:nvSpPr>
            <p:spPr>
              <a:xfrm>
                <a:off x="2645025" y="3705625"/>
                <a:ext cx="3825" cy="875"/>
              </a:xfrm>
              <a:custGeom>
                <a:rect b="b" l="l" r="r" t="t"/>
                <a:pathLst>
                  <a:path extrusionOk="0" h="35" w="153">
                    <a:moveTo>
                      <a:pt x="9" y="1"/>
                    </a:moveTo>
                    <a:cubicBezTo>
                      <a:pt x="9" y="9"/>
                      <a:pt x="0" y="26"/>
                      <a:pt x="0" y="35"/>
                    </a:cubicBezTo>
                    <a:lnTo>
                      <a:pt x="119" y="35"/>
                    </a:lnTo>
                    <a:cubicBezTo>
                      <a:pt x="77" y="18"/>
                      <a:pt x="144" y="18"/>
                      <a:pt x="153" y="9"/>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2"/>
              <p:cNvSpPr/>
              <p:nvPr/>
            </p:nvSpPr>
            <p:spPr>
              <a:xfrm>
                <a:off x="2643325" y="3705000"/>
                <a:ext cx="1925" cy="450"/>
              </a:xfrm>
              <a:custGeom>
                <a:rect b="b" l="l" r="r" t="t"/>
                <a:pathLst>
                  <a:path extrusionOk="0" h="18" w="77">
                    <a:moveTo>
                      <a:pt x="43" y="0"/>
                    </a:moveTo>
                    <a:cubicBezTo>
                      <a:pt x="26" y="9"/>
                      <a:pt x="18" y="17"/>
                      <a:pt x="1" y="17"/>
                    </a:cubicBezTo>
                    <a:lnTo>
                      <a:pt x="77" y="17"/>
                    </a:lnTo>
                    <a:cubicBezTo>
                      <a:pt x="77" y="17"/>
                      <a:pt x="68"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2"/>
              <p:cNvSpPr/>
              <p:nvPr/>
            </p:nvSpPr>
            <p:spPr>
              <a:xfrm>
                <a:off x="2642050" y="3719375"/>
                <a:ext cx="1725" cy="250"/>
              </a:xfrm>
              <a:custGeom>
                <a:rect b="b" l="l" r="r" t="t"/>
                <a:pathLst>
                  <a:path extrusionOk="0" h="10" w="69">
                    <a:moveTo>
                      <a:pt x="43" y="1"/>
                    </a:moveTo>
                    <a:lnTo>
                      <a:pt x="1" y="9"/>
                    </a:lnTo>
                    <a:lnTo>
                      <a:pt x="6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2"/>
              <p:cNvSpPr/>
              <p:nvPr/>
            </p:nvSpPr>
            <p:spPr>
              <a:xfrm>
                <a:off x="2633825" y="3717475"/>
                <a:ext cx="2550" cy="375"/>
              </a:xfrm>
              <a:custGeom>
                <a:rect b="b" l="l" r="r" t="t"/>
                <a:pathLst>
                  <a:path extrusionOk="0" h="15" w="102">
                    <a:moveTo>
                      <a:pt x="0" y="1"/>
                    </a:moveTo>
                    <a:cubicBezTo>
                      <a:pt x="20" y="10"/>
                      <a:pt x="40" y="15"/>
                      <a:pt x="60" y="15"/>
                    </a:cubicBezTo>
                    <a:cubicBezTo>
                      <a:pt x="74" y="15"/>
                      <a:pt x="88" y="13"/>
                      <a:pt x="102" y="9"/>
                    </a:cubicBezTo>
                    <a:cubicBezTo>
                      <a:pt x="68" y="1"/>
                      <a:pt x="34"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2"/>
              <p:cNvSpPr/>
              <p:nvPr/>
            </p:nvSpPr>
            <p:spPr>
              <a:xfrm>
                <a:off x="2633825" y="3721925"/>
                <a:ext cx="1700" cy="225"/>
              </a:xfrm>
              <a:custGeom>
                <a:rect b="b" l="l" r="r" t="t"/>
                <a:pathLst>
                  <a:path extrusionOk="0" h="9" w="68">
                    <a:moveTo>
                      <a:pt x="68" y="0"/>
                    </a:moveTo>
                    <a:lnTo>
                      <a:pt x="0" y="9"/>
                    </a:lnTo>
                    <a:lnTo>
                      <a:pt x="9" y="9"/>
                    </a:ln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2"/>
              <p:cNvSpPr/>
              <p:nvPr/>
            </p:nvSpPr>
            <p:spPr>
              <a:xfrm>
                <a:off x="2586225" y="3704375"/>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2"/>
              <p:cNvSpPr/>
              <p:nvPr/>
            </p:nvSpPr>
            <p:spPr>
              <a:xfrm>
                <a:off x="2575025" y="3701825"/>
                <a:ext cx="27725" cy="2975"/>
              </a:xfrm>
              <a:custGeom>
                <a:rect b="b" l="l" r="r" t="t"/>
                <a:pathLst>
                  <a:path extrusionOk="0" h="119" w="1109">
                    <a:moveTo>
                      <a:pt x="93" y="1"/>
                    </a:moveTo>
                    <a:lnTo>
                      <a:pt x="93" y="1"/>
                    </a:lnTo>
                    <a:cubicBezTo>
                      <a:pt x="0" y="9"/>
                      <a:pt x="144" y="43"/>
                      <a:pt x="76" y="68"/>
                    </a:cubicBezTo>
                    <a:cubicBezTo>
                      <a:pt x="140" y="74"/>
                      <a:pt x="226" y="85"/>
                      <a:pt x="284" y="85"/>
                    </a:cubicBezTo>
                    <a:cubicBezTo>
                      <a:pt x="316" y="85"/>
                      <a:pt x="340" y="82"/>
                      <a:pt x="346" y="71"/>
                    </a:cubicBezTo>
                    <a:lnTo>
                      <a:pt x="346" y="71"/>
                    </a:lnTo>
                    <a:cubicBezTo>
                      <a:pt x="346" y="75"/>
                      <a:pt x="348" y="80"/>
                      <a:pt x="364" y="85"/>
                    </a:cubicBezTo>
                    <a:lnTo>
                      <a:pt x="423" y="60"/>
                    </a:lnTo>
                    <a:lnTo>
                      <a:pt x="364" y="43"/>
                    </a:lnTo>
                    <a:cubicBezTo>
                      <a:pt x="406" y="36"/>
                      <a:pt x="450" y="32"/>
                      <a:pt x="493" y="32"/>
                    </a:cubicBezTo>
                    <a:cubicBezTo>
                      <a:pt x="554" y="32"/>
                      <a:pt x="614" y="40"/>
                      <a:pt x="669" y="60"/>
                    </a:cubicBezTo>
                    <a:cubicBezTo>
                      <a:pt x="578" y="60"/>
                      <a:pt x="592" y="85"/>
                      <a:pt x="530" y="85"/>
                    </a:cubicBezTo>
                    <a:cubicBezTo>
                      <a:pt x="511" y="85"/>
                      <a:pt x="486" y="83"/>
                      <a:pt x="449" y="77"/>
                    </a:cubicBezTo>
                    <a:lnTo>
                      <a:pt x="449" y="77"/>
                    </a:lnTo>
                    <a:cubicBezTo>
                      <a:pt x="457" y="85"/>
                      <a:pt x="483" y="102"/>
                      <a:pt x="449" y="111"/>
                    </a:cubicBezTo>
                    <a:cubicBezTo>
                      <a:pt x="635" y="119"/>
                      <a:pt x="821" y="119"/>
                      <a:pt x="1007" y="119"/>
                    </a:cubicBezTo>
                    <a:cubicBezTo>
                      <a:pt x="855" y="77"/>
                      <a:pt x="1109" y="94"/>
                      <a:pt x="1066" y="51"/>
                    </a:cubicBezTo>
                    <a:lnTo>
                      <a:pt x="1066" y="51"/>
                    </a:lnTo>
                    <a:lnTo>
                      <a:pt x="982" y="60"/>
                    </a:lnTo>
                    <a:lnTo>
                      <a:pt x="990" y="51"/>
                    </a:lnTo>
                    <a:lnTo>
                      <a:pt x="880" y="51"/>
                    </a:lnTo>
                    <a:cubicBezTo>
                      <a:pt x="897" y="68"/>
                      <a:pt x="914" y="77"/>
                      <a:pt x="914" y="94"/>
                    </a:cubicBezTo>
                    <a:cubicBezTo>
                      <a:pt x="779" y="77"/>
                      <a:pt x="872" y="68"/>
                      <a:pt x="770" y="34"/>
                    </a:cubicBezTo>
                    <a:lnTo>
                      <a:pt x="618" y="26"/>
                    </a:lnTo>
                    <a:lnTo>
                      <a:pt x="609" y="26"/>
                    </a:lnTo>
                    <a:lnTo>
                      <a:pt x="9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2"/>
              <p:cNvSpPr/>
              <p:nvPr/>
            </p:nvSpPr>
            <p:spPr>
              <a:xfrm>
                <a:off x="2552825" y="3701825"/>
                <a:ext cx="25" cy="25"/>
              </a:xfrm>
              <a:custGeom>
                <a:rect b="b" l="l" r="r" t="t"/>
                <a:pathLst>
                  <a:path extrusionOk="0" h="1" w="1">
                    <a:moveTo>
                      <a:pt x="0" y="1"/>
                    </a:moveTo>
                    <a:lnTo>
                      <a:pt x="0" y="1"/>
                    </a:lnTo>
                    <a:cubicBezTo>
                      <a:pt x="0" y="1"/>
                      <a:pt x="0"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2"/>
              <p:cNvSpPr/>
              <p:nvPr/>
            </p:nvSpPr>
            <p:spPr>
              <a:xfrm>
                <a:off x="2553025" y="3701200"/>
                <a:ext cx="3825" cy="875"/>
              </a:xfrm>
              <a:custGeom>
                <a:rect b="b" l="l" r="r" t="t"/>
                <a:pathLst>
                  <a:path extrusionOk="0" h="35" w="153">
                    <a:moveTo>
                      <a:pt x="9" y="0"/>
                    </a:moveTo>
                    <a:lnTo>
                      <a:pt x="1" y="26"/>
                    </a:lnTo>
                    <a:cubicBezTo>
                      <a:pt x="13" y="21"/>
                      <a:pt x="26" y="19"/>
                      <a:pt x="39" y="19"/>
                    </a:cubicBezTo>
                    <a:cubicBezTo>
                      <a:pt x="51" y="19"/>
                      <a:pt x="64" y="21"/>
                      <a:pt x="77" y="26"/>
                    </a:cubicBezTo>
                    <a:lnTo>
                      <a:pt x="60" y="34"/>
                    </a:lnTo>
                    <a:lnTo>
                      <a:pt x="60" y="34"/>
                    </a:lnTo>
                    <a:lnTo>
                      <a:pt x="153"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2"/>
              <p:cNvSpPr/>
              <p:nvPr/>
            </p:nvSpPr>
            <p:spPr>
              <a:xfrm>
                <a:off x="2556625" y="3700975"/>
                <a:ext cx="2975" cy="1550"/>
              </a:xfrm>
              <a:custGeom>
                <a:rect b="b" l="l" r="r" t="t"/>
                <a:pathLst>
                  <a:path extrusionOk="0" h="62" w="119">
                    <a:moveTo>
                      <a:pt x="119" y="1"/>
                    </a:moveTo>
                    <a:lnTo>
                      <a:pt x="119" y="1"/>
                    </a:lnTo>
                    <a:cubicBezTo>
                      <a:pt x="43" y="9"/>
                      <a:pt x="43" y="35"/>
                      <a:pt x="85" y="51"/>
                    </a:cubicBezTo>
                    <a:cubicBezTo>
                      <a:pt x="79" y="52"/>
                      <a:pt x="73" y="53"/>
                      <a:pt x="68" y="53"/>
                    </a:cubicBezTo>
                    <a:cubicBezTo>
                      <a:pt x="35" y="53"/>
                      <a:pt x="39" y="35"/>
                      <a:pt x="25" y="35"/>
                    </a:cubicBezTo>
                    <a:cubicBezTo>
                      <a:pt x="20" y="35"/>
                      <a:pt x="12" y="37"/>
                      <a:pt x="0" y="43"/>
                    </a:cubicBezTo>
                    <a:cubicBezTo>
                      <a:pt x="0" y="58"/>
                      <a:pt x="31" y="61"/>
                      <a:pt x="61" y="61"/>
                    </a:cubicBezTo>
                    <a:cubicBezTo>
                      <a:pt x="81" y="61"/>
                      <a:pt x="100" y="60"/>
                      <a:pt x="110" y="60"/>
                    </a:cubicBezTo>
                    <a:lnTo>
                      <a:pt x="11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2"/>
              <p:cNvSpPr/>
              <p:nvPr/>
            </p:nvSpPr>
            <p:spPr>
              <a:xfrm>
                <a:off x="2572700" y="3702250"/>
                <a:ext cx="1300" cy="450"/>
              </a:xfrm>
              <a:custGeom>
                <a:rect b="b" l="l" r="r" t="t"/>
                <a:pathLst>
                  <a:path extrusionOk="0" h="18" w="52">
                    <a:moveTo>
                      <a:pt x="17" y="0"/>
                    </a:moveTo>
                    <a:lnTo>
                      <a:pt x="0" y="17"/>
                    </a:lnTo>
                    <a:lnTo>
                      <a:pt x="51" y="17"/>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2"/>
              <p:cNvSpPr/>
              <p:nvPr/>
            </p:nvSpPr>
            <p:spPr>
              <a:xfrm>
                <a:off x="2571425" y="3702450"/>
                <a:ext cx="1300" cy="675"/>
              </a:xfrm>
              <a:custGeom>
                <a:rect b="b" l="l" r="r" t="t"/>
                <a:pathLst>
                  <a:path extrusionOk="0" h="27" w="52">
                    <a:moveTo>
                      <a:pt x="1" y="1"/>
                    </a:moveTo>
                    <a:cubicBezTo>
                      <a:pt x="1" y="9"/>
                      <a:pt x="1" y="18"/>
                      <a:pt x="9" y="26"/>
                    </a:cubicBezTo>
                    <a:lnTo>
                      <a:pt x="51" y="9"/>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2"/>
              <p:cNvSpPr/>
              <p:nvPr/>
            </p:nvSpPr>
            <p:spPr>
              <a:xfrm>
                <a:off x="2566150" y="3701625"/>
                <a:ext cx="1925" cy="225"/>
              </a:xfrm>
              <a:custGeom>
                <a:rect b="b" l="l" r="r" t="t"/>
                <a:pathLst>
                  <a:path extrusionOk="0" h="9" w="77">
                    <a:moveTo>
                      <a:pt x="76" y="9"/>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2"/>
              <p:cNvSpPr/>
              <p:nvPr/>
            </p:nvSpPr>
            <p:spPr>
              <a:xfrm>
                <a:off x="2568050" y="3702250"/>
                <a:ext cx="1500" cy="225"/>
              </a:xfrm>
              <a:custGeom>
                <a:rect b="b" l="l" r="r" t="t"/>
                <a:pathLst>
                  <a:path extrusionOk="0" h="9" w="60">
                    <a:moveTo>
                      <a:pt x="59" y="9"/>
                    </a:moveTo>
                    <a:lnTo>
                      <a:pt x="59" y="9"/>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2"/>
              <p:cNvSpPr/>
              <p:nvPr/>
            </p:nvSpPr>
            <p:spPr>
              <a:xfrm>
                <a:off x="2569100" y="3701200"/>
                <a:ext cx="2350" cy="1275"/>
              </a:xfrm>
              <a:custGeom>
                <a:rect b="b" l="l" r="r" t="t"/>
                <a:pathLst>
                  <a:path extrusionOk="0" h="51" w="94">
                    <a:moveTo>
                      <a:pt x="0" y="0"/>
                    </a:moveTo>
                    <a:lnTo>
                      <a:pt x="17" y="34"/>
                    </a:lnTo>
                    <a:lnTo>
                      <a:pt x="94" y="51"/>
                    </a:lnTo>
                    <a:cubicBezTo>
                      <a:pt x="85" y="26"/>
                      <a:pt x="77"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2"/>
              <p:cNvSpPr/>
              <p:nvPr/>
            </p:nvSpPr>
            <p:spPr>
              <a:xfrm>
                <a:off x="2622400" y="3720425"/>
                <a:ext cx="1700" cy="250"/>
              </a:xfrm>
              <a:custGeom>
                <a:rect b="b" l="l" r="r" t="t"/>
                <a:pathLst>
                  <a:path extrusionOk="0" h="10" w="68">
                    <a:moveTo>
                      <a:pt x="59" y="1"/>
                    </a:moveTo>
                    <a:lnTo>
                      <a:pt x="0" y="9"/>
                    </a:lnTo>
                    <a:lnTo>
                      <a:pt x="9"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2"/>
              <p:cNvSpPr/>
              <p:nvPr/>
            </p:nvSpPr>
            <p:spPr>
              <a:xfrm>
                <a:off x="2614575" y="3719375"/>
                <a:ext cx="1075" cy="250"/>
              </a:xfrm>
              <a:custGeom>
                <a:rect b="b" l="l" r="r" t="t"/>
                <a:pathLst>
                  <a:path extrusionOk="0" h="10" w="43">
                    <a:moveTo>
                      <a:pt x="43" y="1"/>
                    </a:moveTo>
                    <a:cubicBezTo>
                      <a:pt x="34" y="1"/>
                      <a:pt x="28" y="3"/>
                      <a:pt x="21" y="5"/>
                    </a:cubicBezTo>
                    <a:lnTo>
                      <a:pt x="21" y="5"/>
                    </a:lnTo>
                    <a:lnTo>
                      <a:pt x="43" y="1"/>
                    </a:lnTo>
                    <a:close/>
                    <a:moveTo>
                      <a:pt x="21" y="5"/>
                    </a:moveTo>
                    <a:lnTo>
                      <a:pt x="0" y="9"/>
                    </a:lnTo>
                    <a:cubicBezTo>
                      <a:pt x="9" y="9"/>
                      <a:pt x="15" y="7"/>
                      <a:pt x="21"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2"/>
              <p:cNvSpPr/>
              <p:nvPr/>
            </p:nvSpPr>
            <p:spPr>
              <a:xfrm>
                <a:off x="2604200" y="3719250"/>
                <a:ext cx="10400" cy="3925"/>
              </a:xfrm>
              <a:custGeom>
                <a:rect b="b" l="l" r="r" t="t"/>
                <a:pathLst>
                  <a:path extrusionOk="0" h="157" w="416">
                    <a:moveTo>
                      <a:pt x="163" y="1"/>
                    </a:moveTo>
                    <a:cubicBezTo>
                      <a:pt x="126" y="1"/>
                      <a:pt x="90" y="4"/>
                      <a:pt x="60" y="14"/>
                    </a:cubicBezTo>
                    <a:cubicBezTo>
                      <a:pt x="1" y="40"/>
                      <a:pt x="35" y="90"/>
                      <a:pt x="26" y="141"/>
                    </a:cubicBezTo>
                    <a:cubicBezTo>
                      <a:pt x="36" y="146"/>
                      <a:pt x="87" y="156"/>
                      <a:pt x="131" y="156"/>
                    </a:cubicBezTo>
                    <a:cubicBezTo>
                      <a:pt x="164" y="156"/>
                      <a:pt x="192" y="151"/>
                      <a:pt x="195" y="133"/>
                    </a:cubicBezTo>
                    <a:cubicBezTo>
                      <a:pt x="128" y="107"/>
                      <a:pt x="288" y="107"/>
                      <a:pt x="161" y="90"/>
                    </a:cubicBezTo>
                    <a:cubicBezTo>
                      <a:pt x="155" y="77"/>
                      <a:pt x="188" y="59"/>
                      <a:pt x="231" y="59"/>
                    </a:cubicBezTo>
                    <a:cubicBezTo>
                      <a:pt x="244" y="59"/>
                      <a:pt x="258" y="61"/>
                      <a:pt x="271" y="65"/>
                    </a:cubicBezTo>
                    <a:cubicBezTo>
                      <a:pt x="263" y="82"/>
                      <a:pt x="212" y="73"/>
                      <a:pt x="246" y="90"/>
                    </a:cubicBezTo>
                    <a:cubicBezTo>
                      <a:pt x="288" y="73"/>
                      <a:pt x="305" y="90"/>
                      <a:pt x="288" y="56"/>
                    </a:cubicBezTo>
                    <a:cubicBezTo>
                      <a:pt x="331" y="48"/>
                      <a:pt x="373" y="31"/>
                      <a:pt x="415" y="14"/>
                    </a:cubicBezTo>
                    <a:lnTo>
                      <a:pt x="415" y="14"/>
                    </a:lnTo>
                    <a:cubicBezTo>
                      <a:pt x="407" y="15"/>
                      <a:pt x="399" y="15"/>
                      <a:pt x="389" y="15"/>
                    </a:cubicBezTo>
                    <a:cubicBezTo>
                      <a:pt x="329" y="15"/>
                      <a:pt x="242" y="1"/>
                      <a:pt x="16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2"/>
              <p:cNvSpPr/>
              <p:nvPr/>
            </p:nvSpPr>
            <p:spPr>
              <a:xfrm>
                <a:off x="2611600" y="3723850"/>
                <a:ext cx="1525" cy="200"/>
              </a:xfrm>
              <a:custGeom>
                <a:rect b="b" l="l" r="r" t="t"/>
                <a:pathLst>
                  <a:path extrusionOk="0" h="8" w="61">
                    <a:moveTo>
                      <a:pt x="50" y="0"/>
                    </a:moveTo>
                    <a:cubicBezTo>
                      <a:pt x="38" y="0"/>
                      <a:pt x="18" y="8"/>
                      <a:pt x="1" y="8"/>
                    </a:cubicBezTo>
                    <a:lnTo>
                      <a:pt x="60" y="8"/>
                    </a:lnTo>
                    <a:cubicBezTo>
                      <a:pt x="60" y="2"/>
                      <a:pt x="56" y="0"/>
                      <a:pt x="5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2"/>
              <p:cNvSpPr/>
              <p:nvPr/>
            </p:nvSpPr>
            <p:spPr>
              <a:xfrm>
                <a:off x="2592575" y="3713250"/>
                <a:ext cx="2350" cy="650"/>
              </a:xfrm>
              <a:custGeom>
                <a:rect b="b" l="l" r="r" t="t"/>
                <a:pathLst>
                  <a:path extrusionOk="0" h="26" w="94">
                    <a:moveTo>
                      <a:pt x="60" y="0"/>
                    </a:moveTo>
                    <a:cubicBezTo>
                      <a:pt x="60" y="9"/>
                      <a:pt x="0" y="9"/>
                      <a:pt x="9" y="26"/>
                    </a:cubicBezTo>
                    <a:lnTo>
                      <a:pt x="94" y="26"/>
                    </a:lnTo>
                    <a:cubicBezTo>
                      <a:pt x="85" y="26"/>
                      <a:pt x="68" y="17"/>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2"/>
              <p:cNvSpPr/>
              <p:nvPr/>
            </p:nvSpPr>
            <p:spPr>
              <a:xfrm>
                <a:off x="2594900" y="3713875"/>
                <a:ext cx="1075" cy="25"/>
              </a:xfrm>
              <a:custGeom>
                <a:rect b="b" l="l" r="r" t="t"/>
                <a:pathLst>
                  <a:path extrusionOk="0" h="1" w="43">
                    <a:moveTo>
                      <a:pt x="43" y="1"/>
                    </a:moveTo>
                    <a:lnTo>
                      <a:pt x="1" y="1"/>
                    </a:lnTo>
                    <a:cubicBezTo>
                      <a:pt x="17"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2"/>
              <p:cNvSpPr/>
              <p:nvPr/>
            </p:nvSpPr>
            <p:spPr>
              <a:xfrm>
                <a:off x="2594050" y="3713250"/>
                <a:ext cx="250" cy="25"/>
              </a:xfrm>
              <a:custGeom>
                <a:rect b="b" l="l" r="r" t="t"/>
                <a:pathLst>
                  <a:path extrusionOk="0" h="1" w="10">
                    <a:moveTo>
                      <a:pt x="1" y="0"/>
                    </a:moveTo>
                    <a:lnTo>
                      <a:pt x="1" y="0"/>
                    </a:lnTo>
                    <a:cubicBezTo>
                      <a:pt x="1" y="0"/>
                      <a:pt x="9"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2"/>
              <p:cNvSpPr/>
              <p:nvPr/>
            </p:nvSpPr>
            <p:spPr>
              <a:xfrm>
                <a:off x="2561275" y="3701025"/>
                <a:ext cx="1500" cy="200"/>
              </a:xfrm>
              <a:custGeom>
                <a:rect b="b" l="l" r="r" t="t"/>
                <a:pathLst>
                  <a:path extrusionOk="0" h="8" w="60">
                    <a:moveTo>
                      <a:pt x="40" y="1"/>
                    </a:moveTo>
                    <a:cubicBezTo>
                      <a:pt x="28" y="1"/>
                      <a:pt x="13" y="3"/>
                      <a:pt x="0" y="7"/>
                    </a:cubicBezTo>
                    <a:lnTo>
                      <a:pt x="60" y="7"/>
                    </a:lnTo>
                    <a:cubicBezTo>
                      <a:pt x="60" y="3"/>
                      <a:pt x="51" y="1"/>
                      <a:pt x="4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2"/>
              <p:cNvSpPr/>
              <p:nvPr/>
            </p:nvSpPr>
            <p:spPr>
              <a:xfrm>
                <a:off x="2525525" y="3699700"/>
                <a:ext cx="875" cy="450"/>
              </a:xfrm>
              <a:custGeom>
                <a:rect b="b" l="l" r="r" t="t"/>
                <a:pathLst>
                  <a:path extrusionOk="0" h="18" w="35">
                    <a:moveTo>
                      <a:pt x="1" y="1"/>
                    </a:moveTo>
                    <a:lnTo>
                      <a:pt x="1" y="1"/>
                    </a:lnTo>
                    <a:cubicBezTo>
                      <a:pt x="9" y="9"/>
                      <a:pt x="18" y="18"/>
                      <a:pt x="35" y="18"/>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5" name="Shape 2785"/>
        <p:cNvGrpSpPr/>
        <p:nvPr/>
      </p:nvGrpSpPr>
      <p:grpSpPr>
        <a:xfrm>
          <a:off x="0" y="0"/>
          <a:ext cx="0" cy="0"/>
          <a:chOff x="0" y="0"/>
          <a:chExt cx="0" cy="0"/>
        </a:xfrm>
      </p:grpSpPr>
      <p:pic>
        <p:nvPicPr>
          <p:cNvPr id="2786" name="Google Shape;2786;p43"/>
          <p:cNvPicPr preferRelativeResize="0"/>
          <p:nvPr/>
        </p:nvPicPr>
        <p:blipFill>
          <a:blip r:embed="rId3">
            <a:alphaModFix/>
          </a:blip>
          <a:stretch>
            <a:fillRect/>
          </a:stretch>
        </p:blipFill>
        <p:spPr>
          <a:xfrm>
            <a:off x="909670" y="1256622"/>
            <a:ext cx="2358518" cy="2393908"/>
          </a:xfrm>
          <a:prstGeom prst="rect">
            <a:avLst/>
          </a:prstGeom>
          <a:noFill/>
          <a:ln>
            <a:noFill/>
          </a:ln>
        </p:spPr>
      </p:pic>
      <p:sp>
        <p:nvSpPr>
          <p:cNvPr id="2787" name="Google Shape;2787;p43"/>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PATIENT MEDICAL HISTORY</a:t>
            </a:r>
            <a:endParaRPr/>
          </a:p>
        </p:txBody>
      </p:sp>
      <p:graphicFrame>
        <p:nvGraphicFramePr>
          <p:cNvPr id="2788" name="Google Shape;2788;p43"/>
          <p:cNvGraphicFramePr/>
          <p:nvPr/>
        </p:nvGraphicFramePr>
        <p:xfrm>
          <a:off x="952500" y="3764475"/>
          <a:ext cx="3000000" cy="3000000"/>
        </p:xfrm>
        <a:graphic>
          <a:graphicData uri="http://schemas.openxmlformats.org/drawingml/2006/table">
            <a:tbl>
              <a:tblPr>
                <a:noFill/>
                <a:tableStyleId>{64B74A8F-24AF-4897-A83D-56DB7261D193}</a:tableStyleId>
              </a:tblPr>
              <a:tblGrid>
                <a:gridCol w="1447800"/>
                <a:gridCol w="1447800"/>
                <a:gridCol w="1447800"/>
                <a:gridCol w="1447800"/>
                <a:gridCol w="1447800"/>
              </a:tblGrid>
              <a:tr h="491825">
                <a:tc>
                  <a:txBody>
                    <a:bodyPr/>
                    <a:lstStyle/>
                    <a:p>
                      <a:pPr indent="0" lvl="0" marL="0" rtl="0" algn="ctr">
                        <a:spcBef>
                          <a:spcPts val="0"/>
                        </a:spcBef>
                        <a:spcAft>
                          <a:spcPts val="0"/>
                        </a:spcAft>
                        <a:buNone/>
                      </a:pPr>
                      <a:r>
                        <a:rPr b="1" lang="en" sz="2200">
                          <a:solidFill>
                            <a:srgbClr val="D19A78"/>
                          </a:solidFill>
                          <a:latin typeface="Poiret One"/>
                          <a:ea typeface="Poiret One"/>
                          <a:cs typeface="Poiret One"/>
                          <a:sym typeface="Poiret One"/>
                        </a:rPr>
                        <a:t>AGE</a:t>
                      </a:r>
                      <a:endParaRPr sz="2200">
                        <a:solidFill>
                          <a:srgbClr val="D19A78"/>
                        </a:solidFill>
                        <a:latin typeface="Be Vietnam"/>
                        <a:ea typeface="Be Vietnam"/>
                        <a:cs typeface="Be Vietnam"/>
                        <a:sym typeface="Be Vietna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2200">
                          <a:solidFill>
                            <a:srgbClr val="D19A78"/>
                          </a:solidFill>
                          <a:latin typeface="Poiret One"/>
                          <a:ea typeface="Poiret One"/>
                          <a:cs typeface="Poiret One"/>
                          <a:sym typeface="Poiret One"/>
                        </a:rPr>
                        <a:t>GENDER</a:t>
                      </a:r>
                      <a:endParaRPr sz="2200">
                        <a:solidFill>
                          <a:srgbClr val="D19A78"/>
                        </a:solidFill>
                        <a:latin typeface="Be Vietnam"/>
                        <a:ea typeface="Be Vietnam"/>
                        <a:cs typeface="Be Vietnam"/>
                        <a:sym typeface="Be Vietna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2200">
                          <a:solidFill>
                            <a:srgbClr val="D19A78"/>
                          </a:solidFill>
                          <a:latin typeface="Poiret One"/>
                          <a:ea typeface="Poiret One"/>
                          <a:cs typeface="Poiret One"/>
                          <a:sym typeface="Poiret One"/>
                        </a:rPr>
                        <a:t>ALLERGIES</a:t>
                      </a:r>
                      <a:endParaRPr sz="2200">
                        <a:solidFill>
                          <a:srgbClr val="D19A78"/>
                        </a:solidFill>
                        <a:latin typeface="Be Vietnam"/>
                        <a:ea typeface="Be Vietnam"/>
                        <a:cs typeface="Be Vietnam"/>
                        <a:sym typeface="Be Vietna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2200">
                          <a:solidFill>
                            <a:srgbClr val="D19A78"/>
                          </a:solidFill>
                          <a:latin typeface="Poiret One"/>
                          <a:ea typeface="Poiret One"/>
                          <a:cs typeface="Poiret One"/>
                          <a:sym typeface="Poiret One"/>
                        </a:rPr>
                        <a:t>CITY</a:t>
                      </a:r>
                      <a:endParaRPr sz="2200">
                        <a:solidFill>
                          <a:srgbClr val="D19A78"/>
                        </a:solidFill>
                        <a:latin typeface="Be Vietnam"/>
                        <a:ea typeface="Be Vietnam"/>
                        <a:cs typeface="Be Vietnam"/>
                        <a:sym typeface="Be Vietna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2200">
                          <a:solidFill>
                            <a:srgbClr val="D19A78"/>
                          </a:solidFill>
                          <a:latin typeface="Poiret One"/>
                          <a:ea typeface="Poiret One"/>
                          <a:cs typeface="Poiret One"/>
                          <a:sym typeface="Poiret One"/>
                        </a:rPr>
                        <a:t>COUNTRY</a:t>
                      </a:r>
                      <a:endParaRPr sz="2200">
                        <a:solidFill>
                          <a:srgbClr val="D19A78"/>
                        </a:solidFill>
                        <a:latin typeface="Be Vietnam"/>
                        <a:ea typeface="Be Vietnam"/>
                        <a:cs typeface="Be Vietnam"/>
                        <a:sym typeface="Be Vietna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05025">
                <a:tc>
                  <a:txBody>
                    <a:bodyPr/>
                    <a:lstStyle/>
                    <a:p>
                      <a:pPr indent="0" lvl="0" marL="0" rtl="0" algn="ctr">
                        <a:spcBef>
                          <a:spcPts val="0"/>
                        </a:spcBef>
                        <a:spcAft>
                          <a:spcPts val="0"/>
                        </a:spcAft>
                        <a:buNone/>
                      </a:pPr>
                      <a:r>
                        <a:rPr lang="en" sz="1600">
                          <a:solidFill>
                            <a:schemeClr val="lt1"/>
                          </a:solidFill>
                          <a:latin typeface="Be Vietnam"/>
                          <a:ea typeface="Be Vietnam"/>
                          <a:cs typeface="Be Vietnam"/>
                          <a:sym typeface="Be Vietnam"/>
                        </a:rPr>
                        <a:t>39</a:t>
                      </a:r>
                      <a:endParaRPr sz="1600">
                        <a:solidFill>
                          <a:schemeClr val="lt1"/>
                        </a:solidFill>
                        <a:latin typeface="Be Vietnam"/>
                        <a:ea typeface="Be Vietnam"/>
                        <a:cs typeface="Be Vietnam"/>
                        <a:sym typeface="Be Vietna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Be Vietnam"/>
                          <a:ea typeface="Be Vietnam"/>
                          <a:cs typeface="Be Vietnam"/>
                          <a:sym typeface="Be Vietnam"/>
                        </a:rPr>
                        <a:t>Female</a:t>
                      </a:r>
                      <a:endParaRPr sz="1600">
                        <a:solidFill>
                          <a:schemeClr val="lt1"/>
                        </a:solidFill>
                        <a:latin typeface="Be Vietnam"/>
                        <a:ea typeface="Be Vietnam"/>
                        <a:cs typeface="Be Vietnam"/>
                        <a:sym typeface="Be Vietna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Be Vietnam"/>
                          <a:ea typeface="Be Vietnam"/>
                          <a:cs typeface="Be Vietnam"/>
                          <a:sym typeface="Be Vietnam"/>
                        </a:rPr>
                        <a:t>None</a:t>
                      </a:r>
                      <a:endParaRPr sz="1600">
                        <a:solidFill>
                          <a:schemeClr val="lt1"/>
                        </a:solidFill>
                        <a:latin typeface="Be Vietnam"/>
                        <a:ea typeface="Be Vietnam"/>
                        <a:cs typeface="Be Vietnam"/>
                        <a:sym typeface="Be Vietna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Be Vietnam"/>
                          <a:ea typeface="Be Vietnam"/>
                          <a:cs typeface="Be Vietnam"/>
                          <a:sym typeface="Be Vietnam"/>
                        </a:rPr>
                        <a:t>New </a:t>
                      </a:r>
                      <a:r>
                        <a:rPr lang="en" sz="1600">
                          <a:solidFill>
                            <a:schemeClr val="lt1"/>
                          </a:solidFill>
                          <a:latin typeface="Be Vietnam"/>
                          <a:ea typeface="Be Vietnam"/>
                          <a:cs typeface="Be Vietnam"/>
                          <a:sym typeface="Be Vietnam"/>
                        </a:rPr>
                        <a:t>Jersey</a:t>
                      </a:r>
                      <a:endParaRPr sz="1600">
                        <a:solidFill>
                          <a:schemeClr val="lt1"/>
                        </a:solidFill>
                        <a:latin typeface="Be Vietnam"/>
                        <a:ea typeface="Be Vietnam"/>
                        <a:cs typeface="Be Vietnam"/>
                        <a:sym typeface="Be Vietna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Be Vietnam"/>
                          <a:ea typeface="Be Vietnam"/>
                          <a:cs typeface="Be Vietnam"/>
                          <a:sym typeface="Be Vietnam"/>
                        </a:rPr>
                        <a:t>USA</a:t>
                      </a:r>
                      <a:endParaRPr sz="1600">
                        <a:solidFill>
                          <a:schemeClr val="lt1"/>
                        </a:solidFill>
                        <a:latin typeface="Be Vietnam"/>
                        <a:ea typeface="Be Vietnam"/>
                        <a:cs typeface="Be Vietnam"/>
                        <a:sym typeface="Be Vietna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2789" name="Google Shape;2789;p43"/>
          <p:cNvSpPr/>
          <p:nvPr/>
        </p:nvSpPr>
        <p:spPr>
          <a:xfrm rot="2213389">
            <a:off x="4076045" y="673290"/>
            <a:ext cx="3881074" cy="3556451"/>
          </a:xfrm>
          <a:custGeom>
            <a:rect b="b" l="l" r="r" t="t"/>
            <a:pathLst>
              <a:path extrusionOk="0" h="112361" w="122617">
                <a:moveTo>
                  <a:pt x="90063" y="1"/>
                </a:moveTo>
                <a:cubicBezTo>
                  <a:pt x="59120" y="19971"/>
                  <a:pt x="30700" y="43831"/>
                  <a:pt x="2068" y="66962"/>
                </a:cubicBezTo>
                <a:cubicBezTo>
                  <a:pt x="1" y="80914"/>
                  <a:pt x="2220" y="95139"/>
                  <a:pt x="8390" y="107784"/>
                </a:cubicBezTo>
                <a:cubicBezTo>
                  <a:pt x="9119" y="109273"/>
                  <a:pt x="9940" y="110793"/>
                  <a:pt x="11338" y="111614"/>
                </a:cubicBezTo>
                <a:cubicBezTo>
                  <a:pt x="12234" y="112159"/>
                  <a:pt x="13234" y="112360"/>
                  <a:pt x="14271" y="112360"/>
                </a:cubicBezTo>
                <a:cubicBezTo>
                  <a:pt x="15664" y="112360"/>
                  <a:pt x="17122" y="111997"/>
                  <a:pt x="18481" y="111614"/>
                </a:cubicBezTo>
                <a:cubicBezTo>
                  <a:pt x="34257" y="107237"/>
                  <a:pt x="49880" y="102313"/>
                  <a:pt x="65321" y="96872"/>
                </a:cubicBezTo>
                <a:cubicBezTo>
                  <a:pt x="66628" y="96416"/>
                  <a:pt x="67965" y="95929"/>
                  <a:pt x="68847" y="94896"/>
                </a:cubicBezTo>
                <a:cubicBezTo>
                  <a:pt x="70276" y="93194"/>
                  <a:pt x="70032" y="90732"/>
                  <a:pt x="70184" y="88513"/>
                </a:cubicBezTo>
                <a:cubicBezTo>
                  <a:pt x="70792" y="78026"/>
                  <a:pt x="80732" y="70914"/>
                  <a:pt x="89668" y="65412"/>
                </a:cubicBezTo>
                <a:lnTo>
                  <a:pt x="108908" y="53588"/>
                </a:lnTo>
                <a:cubicBezTo>
                  <a:pt x="113255" y="50944"/>
                  <a:pt x="117814" y="47965"/>
                  <a:pt x="119699" y="43254"/>
                </a:cubicBezTo>
                <a:cubicBezTo>
                  <a:pt x="122617" y="35989"/>
                  <a:pt x="117784" y="27813"/>
                  <a:pt x="111705" y="22889"/>
                </a:cubicBezTo>
                <a:cubicBezTo>
                  <a:pt x="105626" y="17965"/>
                  <a:pt x="98148" y="14773"/>
                  <a:pt x="92738" y="9150"/>
                </a:cubicBezTo>
                <a:cubicBezTo>
                  <a:pt x="90185" y="6475"/>
                  <a:pt x="90428" y="3648"/>
                  <a:pt x="90063"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3"/>
          <p:cNvSpPr/>
          <p:nvPr/>
        </p:nvSpPr>
        <p:spPr>
          <a:xfrm rot="2213389">
            <a:off x="4010697" y="474493"/>
            <a:ext cx="4060983" cy="3886866"/>
          </a:xfrm>
          <a:custGeom>
            <a:rect b="b" l="l" r="r" t="t"/>
            <a:pathLst>
              <a:path extrusionOk="0" h="122800" w="128301">
                <a:moveTo>
                  <a:pt x="10821" y="105200"/>
                </a:moveTo>
                <a:cubicBezTo>
                  <a:pt x="10943" y="105170"/>
                  <a:pt x="11034" y="105565"/>
                  <a:pt x="11186" y="105413"/>
                </a:cubicBezTo>
                <a:lnTo>
                  <a:pt x="11308" y="105808"/>
                </a:lnTo>
                <a:cubicBezTo>
                  <a:pt x="11247" y="105930"/>
                  <a:pt x="10973" y="105322"/>
                  <a:pt x="11065" y="105747"/>
                </a:cubicBezTo>
                <a:cubicBezTo>
                  <a:pt x="10973" y="105747"/>
                  <a:pt x="10913" y="105413"/>
                  <a:pt x="10821" y="105200"/>
                </a:cubicBezTo>
                <a:close/>
                <a:moveTo>
                  <a:pt x="9757" y="103468"/>
                </a:moveTo>
                <a:cubicBezTo>
                  <a:pt x="9849" y="103468"/>
                  <a:pt x="9879" y="103741"/>
                  <a:pt x="9970" y="103711"/>
                </a:cubicBezTo>
                <a:cubicBezTo>
                  <a:pt x="10153" y="103984"/>
                  <a:pt x="9940" y="103954"/>
                  <a:pt x="9940" y="104015"/>
                </a:cubicBezTo>
                <a:cubicBezTo>
                  <a:pt x="9970" y="104258"/>
                  <a:pt x="10305" y="104835"/>
                  <a:pt x="10031" y="104775"/>
                </a:cubicBezTo>
                <a:cubicBezTo>
                  <a:pt x="9849" y="104379"/>
                  <a:pt x="9757" y="103923"/>
                  <a:pt x="9757" y="103468"/>
                </a:cubicBezTo>
                <a:close/>
                <a:moveTo>
                  <a:pt x="10943" y="105139"/>
                </a:moveTo>
                <a:lnTo>
                  <a:pt x="10730" y="104440"/>
                </a:lnTo>
                <a:cubicBezTo>
                  <a:pt x="10913" y="104379"/>
                  <a:pt x="11277" y="105200"/>
                  <a:pt x="10943" y="105139"/>
                </a:cubicBezTo>
                <a:close/>
                <a:moveTo>
                  <a:pt x="7812" y="97236"/>
                </a:moveTo>
                <a:cubicBezTo>
                  <a:pt x="7964" y="97449"/>
                  <a:pt x="8055" y="97723"/>
                  <a:pt x="8025" y="97966"/>
                </a:cubicBezTo>
                <a:cubicBezTo>
                  <a:pt x="8086" y="98239"/>
                  <a:pt x="8298" y="98027"/>
                  <a:pt x="8359" y="98239"/>
                </a:cubicBezTo>
                <a:cubicBezTo>
                  <a:pt x="8450" y="98726"/>
                  <a:pt x="8572" y="99212"/>
                  <a:pt x="8694" y="99698"/>
                </a:cubicBezTo>
                <a:cubicBezTo>
                  <a:pt x="8754" y="100154"/>
                  <a:pt x="8542" y="99455"/>
                  <a:pt x="8511" y="99273"/>
                </a:cubicBezTo>
                <a:cubicBezTo>
                  <a:pt x="8359" y="99334"/>
                  <a:pt x="8511" y="99790"/>
                  <a:pt x="8298" y="99790"/>
                </a:cubicBezTo>
                <a:cubicBezTo>
                  <a:pt x="8359" y="100033"/>
                  <a:pt x="8542" y="99820"/>
                  <a:pt x="8633" y="100002"/>
                </a:cubicBezTo>
                <a:cubicBezTo>
                  <a:pt x="8906" y="100854"/>
                  <a:pt x="8633" y="101036"/>
                  <a:pt x="8542" y="101431"/>
                </a:cubicBezTo>
                <a:cubicBezTo>
                  <a:pt x="8754" y="101796"/>
                  <a:pt x="8846" y="102191"/>
                  <a:pt x="8815" y="102616"/>
                </a:cubicBezTo>
                <a:cubicBezTo>
                  <a:pt x="8450" y="101978"/>
                  <a:pt x="8481" y="100914"/>
                  <a:pt x="8390" y="100215"/>
                </a:cubicBezTo>
                <a:cubicBezTo>
                  <a:pt x="8359" y="100337"/>
                  <a:pt x="8390" y="100580"/>
                  <a:pt x="8268" y="100550"/>
                </a:cubicBezTo>
                <a:cubicBezTo>
                  <a:pt x="8147" y="100002"/>
                  <a:pt x="7995" y="99395"/>
                  <a:pt x="8268" y="99334"/>
                </a:cubicBezTo>
                <a:cubicBezTo>
                  <a:pt x="8238" y="98452"/>
                  <a:pt x="7751" y="97996"/>
                  <a:pt x="7630" y="97297"/>
                </a:cubicBezTo>
                <a:cubicBezTo>
                  <a:pt x="7630" y="97328"/>
                  <a:pt x="7812" y="97145"/>
                  <a:pt x="7691" y="96963"/>
                </a:cubicBezTo>
                <a:cubicBezTo>
                  <a:pt x="7508" y="96963"/>
                  <a:pt x="7660" y="97480"/>
                  <a:pt x="7356" y="97358"/>
                </a:cubicBezTo>
                <a:cubicBezTo>
                  <a:pt x="7387" y="96841"/>
                  <a:pt x="7143" y="96689"/>
                  <a:pt x="7083" y="96294"/>
                </a:cubicBezTo>
                <a:cubicBezTo>
                  <a:pt x="7083" y="95990"/>
                  <a:pt x="7052" y="95686"/>
                  <a:pt x="6991" y="95382"/>
                </a:cubicBezTo>
                <a:cubicBezTo>
                  <a:pt x="7083" y="95382"/>
                  <a:pt x="7083" y="95565"/>
                  <a:pt x="7113" y="95686"/>
                </a:cubicBezTo>
                <a:cubicBezTo>
                  <a:pt x="7387" y="96173"/>
                  <a:pt x="7812" y="95960"/>
                  <a:pt x="8025" y="96780"/>
                </a:cubicBezTo>
                <a:cubicBezTo>
                  <a:pt x="7843" y="96416"/>
                  <a:pt x="7569" y="96568"/>
                  <a:pt x="7417" y="96264"/>
                </a:cubicBezTo>
                <a:cubicBezTo>
                  <a:pt x="7356" y="96294"/>
                  <a:pt x="7417" y="96537"/>
                  <a:pt x="7417" y="96720"/>
                </a:cubicBezTo>
                <a:cubicBezTo>
                  <a:pt x="7599" y="96811"/>
                  <a:pt x="7782" y="96872"/>
                  <a:pt x="7964" y="96932"/>
                </a:cubicBezTo>
                <a:cubicBezTo>
                  <a:pt x="8055" y="97236"/>
                  <a:pt x="7934" y="97236"/>
                  <a:pt x="7812" y="97267"/>
                </a:cubicBezTo>
                <a:close/>
                <a:moveTo>
                  <a:pt x="10031" y="102313"/>
                </a:moveTo>
                <a:cubicBezTo>
                  <a:pt x="10213" y="102161"/>
                  <a:pt x="10396" y="102738"/>
                  <a:pt x="10365" y="102981"/>
                </a:cubicBezTo>
                <a:cubicBezTo>
                  <a:pt x="10213" y="103012"/>
                  <a:pt x="10122" y="102708"/>
                  <a:pt x="10031" y="102313"/>
                </a:cubicBezTo>
                <a:close/>
                <a:moveTo>
                  <a:pt x="9210" y="99121"/>
                </a:moveTo>
                <a:lnTo>
                  <a:pt x="9271" y="99425"/>
                </a:lnTo>
                <a:cubicBezTo>
                  <a:pt x="9454" y="99881"/>
                  <a:pt x="9271" y="99881"/>
                  <a:pt x="9302" y="100185"/>
                </a:cubicBezTo>
                <a:cubicBezTo>
                  <a:pt x="9575" y="101461"/>
                  <a:pt x="9241" y="99972"/>
                  <a:pt x="9058" y="99790"/>
                </a:cubicBezTo>
                <a:cubicBezTo>
                  <a:pt x="9119" y="99607"/>
                  <a:pt x="8998" y="99151"/>
                  <a:pt x="9210" y="99151"/>
                </a:cubicBezTo>
                <a:close/>
                <a:moveTo>
                  <a:pt x="9879" y="101279"/>
                </a:moveTo>
                <a:cubicBezTo>
                  <a:pt x="9940" y="101461"/>
                  <a:pt x="9970" y="101674"/>
                  <a:pt x="9970" y="101857"/>
                </a:cubicBezTo>
                <a:cubicBezTo>
                  <a:pt x="9788" y="101735"/>
                  <a:pt x="9697" y="101097"/>
                  <a:pt x="9454" y="101370"/>
                </a:cubicBezTo>
                <a:cubicBezTo>
                  <a:pt x="9423" y="101066"/>
                  <a:pt x="9788" y="101188"/>
                  <a:pt x="9879" y="101279"/>
                </a:cubicBezTo>
                <a:close/>
                <a:moveTo>
                  <a:pt x="9697" y="103164"/>
                </a:moveTo>
                <a:cubicBezTo>
                  <a:pt x="9757" y="103589"/>
                  <a:pt x="9484" y="103224"/>
                  <a:pt x="9454" y="102920"/>
                </a:cubicBezTo>
                <a:cubicBezTo>
                  <a:pt x="9332" y="103072"/>
                  <a:pt x="9757" y="103923"/>
                  <a:pt x="9666" y="104106"/>
                </a:cubicBezTo>
                <a:cubicBezTo>
                  <a:pt x="9423" y="103832"/>
                  <a:pt x="9545" y="103589"/>
                  <a:pt x="9302" y="103103"/>
                </a:cubicBezTo>
                <a:cubicBezTo>
                  <a:pt x="9454" y="103042"/>
                  <a:pt x="9302" y="102586"/>
                  <a:pt x="9514" y="102586"/>
                </a:cubicBezTo>
                <a:cubicBezTo>
                  <a:pt x="9666" y="102860"/>
                  <a:pt x="9454" y="103133"/>
                  <a:pt x="9697" y="103194"/>
                </a:cubicBezTo>
                <a:close/>
                <a:moveTo>
                  <a:pt x="10761" y="106142"/>
                </a:moveTo>
                <a:cubicBezTo>
                  <a:pt x="10548" y="106386"/>
                  <a:pt x="10092" y="105048"/>
                  <a:pt x="10457" y="105139"/>
                </a:cubicBezTo>
                <a:cubicBezTo>
                  <a:pt x="10487" y="105504"/>
                  <a:pt x="10578" y="105838"/>
                  <a:pt x="10761" y="106142"/>
                </a:cubicBezTo>
                <a:close/>
                <a:moveTo>
                  <a:pt x="81704" y="78665"/>
                </a:moveTo>
                <a:cubicBezTo>
                  <a:pt x="81735" y="78969"/>
                  <a:pt x="82130" y="78422"/>
                  <a:pt x="82403" y="78270"/>
                </a:cubicBezTo>
                <a:cubicBezTo>
                  <a:pt x="82373" y="78452"/>
                  <a:pt x="81978" y="78908"/>
                  <a:pt x="81795" y="78786"/>
                </a:cubicBezTo>
                <a:cubicBezTo>
                  <a:pt x="81583" y="78969"/>
                  <a:pt x="81856" y="79029"/>
                  <a:pt x="81735" y="79212"/>
                </a:cubicBezTo>
                <a:cubicBezTo>
                  <a:pt x="81339" y="79364"/>
                  <a:pt x="81066" y="79789"/>
                  <a:pt x="80731" y="79972"/>
                </a:cubicBezTo>
                <a:cubicBezTo>
                  <a:pt x="80671" y="80002"/>
                  <a:pt x="80671" y="79789"/>
                  <a:pt x="80610" y="79789"/>
                </a:cubicBezTo>
                <a:cubicBezTo>
                  <a:pt x="80549" y="79820"/>
                  <a:pt x="79850" y="80610"/>
                  <a:pt x="80063" y="80124"/>
                </a:cubicBezTo>
                <a:cubicBezTo>
                  <a:pt x="80245" y="79850"/>
                  <a:pt x="80549" y="79668"/>
                  <a:pt x="80883" y="79637"/>
                </a:cubicBezTo>
                <a:cubicBezTo>
                  <a:pt x="81127" y="79455"/>
                  <a:pt x="81370" y="79181"/>
                  <a:pt x="81522" y="78908"/>
                </a:cubicBezTo>
                <a:cubicBezTo>
                  <a:pt x="81187" y="78817"/>
                  <a:pt x="81127" y="79242"/>
                  <a:pt x="80792" y="79546"/>
                </a:cubicBezTo>
                <a:cubicBezTo>
                  <a:pt x="80184" y="79637"/>
                  <a:pt x="78695" y="81522"/>
                  <a:pt x="77813" y="82191"/>
                </a:cubicBezTo>
                <a:cubicBezTo>
                  <a:pt x="79455" y="80306"/>
                  <a:pt x="81309" y="78604"/>
                  <a:pt x="83345" y="77145"/>
                </a:cubicBezTo>
                <a:cubicBezTo>
                  <a:pt x="83194" y="77570"/>
                  <a:pt x="81856" y="78239"/>
                  <a:pt x="81704" y="78665"/>
                </a:cubicBezTo>
                <a:close/>
                <a:moveTo>
                  <a:pt x="85230" y="74835"/>
                </a:moveTo>
                <a:cubicBezTo>
                  <a:pt x="85230" y="74440"/>
                  <a:pt x="85899" y="74257"/>
                  <a:pt x="86172" y="73923"/>
                </a:cubicBezTo>
                <a:cubicBezTo>
                  <a:pt x="86324" y="73741"/>
                  <a:pt x="86263" y="73801"/>
                  <a:pt x="86689" y="73558"/>
                </a:cubicBezTo>
                <a:cubicBezTo>
                  <a:pt x="87206" y="73832"/>
                  <a:pt x="85352" y="74744"/>
                  <a:pt x="85230" y="74835"/>
                </a:cubicBezTo>
                <a:close/>
                <a:moveTo>
                  <a:pt x="83953" y="75504"/>
                </a:moveTo>
                <a:cubicBezTo>
                  <a:pt x="83893" y="75625"/>
                  <a:pt x="83862" y="75807"/>
                  <a:pt x="84075" y="75686"/>
                </a:cubicBezTo>
                <a:cubicBezTo>
                  <a:pt x="84349" y="75504"/>
                  <a:pt x="84288" y="75352"/>
                  <a:pt x="84105" y="75473"/>
                </a:cubicBezTo>
                <a:cubicBezTo>
                  <a:pt x="84227" y="75108"/>
                  <a:pt x="84774" y="75078"/>
                  <a:pt x="85169" y="74713"/>
                </a:cubicBezTo>
                <a:lnTo>
                  <a:pt x="85230" y="74835"/>
                </a:lnTo>
                <a:cubicBezTo>
                  <a:pt x="84257" y="75595"/>
                  <a:pt x="83467" y="76446"/>
                  <a:pt x="82707" y="77054"/>
                </a:cubicBezTo>
                <a:cubicBezTo>
                  <a:pt x="82282" y="77388"/>
                  <a:pt x="82099" y="77266"/>
                  <a:pt x="81643" y="77814"/>
                </a:cubicBezTo>
                <a:cubicBezTo>
                  <a:pt x="81461" y="77874"/>
                  <a:pt x="81552" y="77783"/>
                  <a:pt x="81522" y="77662"/>
                </a:cubicBezTo>
                <a:cubicBezTo>
                  <a:pt x="81309" y="77601"/>
                  <a:pt x="80823" y="78057"/>
                  <a:pt x="80428" y="78330"/>
                </a:cubicBezTo>
                <a:cubicBezTo>
                  <a:pt x="80124" y="78239"/>
                  <a:pt x="81491" y="77540"/>
                  <a:pt x="81066" y="77570"/>
                </a:cubicBezTo>
                <a:cubicBezTo>
                  <a:pt x="81187" y="77206"/>
                  <a:pt x="81552" y="77449"/>
                  <a:pt x="81735" y="77388"/>
                </a:cubicBezTo>
                <a:cubicBezTo>
                  <a:pt x="81978" y="77054"/>
                  <a:pt x="82130" y="77236"/>
                  <a:pt x="82190" y="77206"/>
                </a:cubicBezTo>
                <a:cubicBezTo>
                  <a:pt x="82342" y="77115"/>
                  <a:pt x="82555" y="76871"/>
                  <a:pt x="82707" y="76811"/>
                </a:cubicBezTo>
                <a:cubicBezTo>
                  <a:pt x="82768" y="76780"/>
                  <a:pt x="82829" y="76963"/>
                  <a:pt x="83042" y="76719"/>
                </a:cubicBezTo>
                <a:cubicBezTo>
                  <a:pt x="83163" y="76598"/>
                  <a:pt x="83042" y="76628"/>
                  <a:pt x="82950" y="76628"/>
                </a:cubicBezTo>
                <a:cubicBezTo>
                  <a:pt x="82707" y="76628"/>
                  <a:pt x="82677" y="76811"/>
                  <a:pt x="82251" y="76993"/>
                </a:cubicBezTo>
                <a:cubicBezTo>
                  <a:pt x="82221" y="76993"/>
                  <a:pt x="82342" y="76750"/>
                  <a:pt x="82282" y="76780"/>
                </a:cubicBezTo>
                <a:cubicBezTo>
                  <a:pt x="82038" y="76902"/>
                  <a:pt x="81613" y="77449"/>
                  <a:pt x="81583" y="77175"/>
                </a:cubicBezTo>
                <a:cubicBezTo>
                  <a:pt x="82342" y="76567"/>
                  <a:pt x="83133" y="76020"/>
                  <a:pt x="83953" y="75504"/>
                </a:cubicBezTo>
                <a:close/>
                <a:moveTo>
                  <a:pt x="83801" y="75899"/>
                </a:moveTo>
                <a:cubicBezTo>
                  <a:pt x="83558" y="76051"/>
                  <a:pt x="83467" y="75899"/>
                  <a:pt x="83072" y="76263"/>
                </a:cubicBezTo>
                <a:cubicBezTo>
                  <a:pt x="83042" y="76507"/>
                  <a:pt x="83801" y="76081"/>
                  <a:pt x="83801" y="75868"/>
                </a:cubicBezTo>
                <a:close/>
                <a:moveTo>
                  <a:pt x="9757" y="104410"/>
                </a:moveTo>
                <a:cubicBezTo>
                  <a:pt x="9970" y="104987"/>
                  <a:pt x="9697" y="105048"/>
                  <a:pt x="9970" y="105747"/>
                </a:cubicBezTo>
                <a:cubicBezTo>
                  <a:pt x="9666" y="105474"/>
                  <a:pt x="9514" y="105048"/>
                  <a:pt x="9606" y="104623"/>
                </a:cubicBezTo>
                <a:cubicBezTo>
                  <a:pt x="9241" y="104288"/>
                  <a:pt x="9089" y="103802"/>
                  <a:pt x="9150" y="103346"/>
                </a:cubicBezTo>
                <a:cubicBezTo>
                  <a:pt x="9180" y="102951"/>
                  <a:pt x="9180" y="103711"/>
                  <a:pt x="9362" y="104045"/>
                </a:cubicBezTo>
                <a:cubicBezTo>
                  <a:pt x="9514" y="104410"/>
                  <a:pt x="9606" y="104288"/>
                  <a:pt x="9757" y="104410"/>
                </a:cubicBezTo>
                <a:close/>
                <a:moveTo>
                  <a:pt x="87631" y="72677"/>
                </a:moveTo>
                <a:cubicBezTo>
                  <a:pt x="88148" y="72312"/>
                  <a:pt x="88999" y="72190"/>
                  <a:pt x="88209" y="72707"/>
                </a:cubicBezTo>
                <a:cubicBezTo>
                  <a:pt x="88543" y="72221"/>
                  <a:pt x="87692" y="72950"/>
                  <a:pt x="87631" y="72677"/>
                </a:cubicBezTo>
                <a:close/>
                <a:moveTo>
                  <a:pt x="86841" y="73832"/>
                </a:moveTo>
                <a:lnTo>
                  <a:pt x="87510" y="73376"/>
                </a:lnTo>
                <a:cubicBezTo>
                  <a:pt x="87814" y="73406"/>
                  <a:pt x="86750" y="74105"/>
                  <a:pt x="86841" y="73832"/>
                </a:cubicBezTo>
                <a:close/>
                <a:moveTo>
                  <a:pt x="11308" y="106446"/>
                </a:moveTo>
                <a:lnTo>
                  <a:pt x="11156" y="106051"/>
                </a:lnTo>
                <a:lnTo>
                  <a:pt x="11429" y="105960"/>
                </a:lnTo>
                <a:lnTo>
                  <a:pt x="11581" y="106386"/>
                </a:lnTo>
                <a:cubicBezTo>
                  <a:pt x="11368" y="106173"/>
                  <a:pt x="11520" y="106416"/>
                  <a:pt x="11308" y="106446"/>
                </a:cubicBezTo>
                <a:close/>
                <a:moveTo>
                  <a:pt x="79911" y="78482"/>
                </a:moveTo>
                <a:cubicBezTo>
                  <a:pt x="79880" y="78270"/>
                  <a:pt x="80367" y="77905"/>
                  <a:pt x="80306" y="77692"/>
                </a:cubicBezTo>
                <a:cubicBezTo>
                  <a:pt x="81127" y="76932"/>
                  <a:pt x="82038" y="76203"/>
                  <a:pt x="83011" y="75595"/>
                </a:cubicBezTo>
                <a:cubicBezTo>
                  <a:pt x="82342" y="76324"/>
                  <a:pt x="81279" y="76871"/>
                  <a:pt x="80640" y="77570"/>
                </a:cubicBezTo>
                <a:cubicBezTo>
                  <a:pt x="80306" y="77966"/>
                  <a:pt x="80306" y="78178"/>
                  <a:pt x="79911" y="78482"/>
                </a:cubicBezTo>
                <a:close/>
                <a:moveTo>
                  <a:pt x="46263" y="106659"/>
                </a:moveTo>
                <a:cubicBezTo>
                  <a:pt x="46627" y="106173"/>
                  <a:pt x="47479" y="106051"/>
                  <a:pt x="48573" y="105747"/>
                </a:cubicBezTo>
                <a:cubicBezTo>
                  <a:pt x="48512" y="105990"/>
                  <a:pt x="47843" y="105990"/>
                  <a:pt x="47387" y="106173"/>
                </a:cubicBezTo>
                <a:cubicBezTo>
                  <a:pt x="46962" y="106325"/>
                  <a:pt x="46688" y="106568"/>
                  <a:pt x="46263" y="106659"/>
                </a:cubicBezTo>
                <a:close/>
                <a:moveTo>
                  <a:pt x="7873" y="95595"/>
                </a:moveTo>
                <a:cubicBezTo>
                  <a:pt x="7995" y="96233"/>
                  <a:pt x="8116" y="95291"/>
                  <a:pt x="8238" y="95990"/>
                </a:cubicBezTo>
                <a:cubicBezTo>
                  <a:pt x="8268" y="95869"/>
                  <a:pt x="8238" y="95625"/>
                  <a:pt x="8390" y="95656"/>
                </a:cubicBezTo>
                <a:cubicBezTo>
                  <a:pt x="8450" y="95899"/>
                  <a:pt x="8450" y="96173"/>
                  <a:pt x="8420" y="96416"/>
                </a:cubicBezTo>
                <a:cubicBezTo>
                  <a:pt x="8450" y="96689"/>
                  <a:pt x="8694" y="97267"/>
                  <a:pt x="8420" y="97176"/>
                </a:cubicBezTo>
                <a:cubicBezTo>
                  <a:pt x="8359" y="96932"/>
                  <a:pt x="8329" y="96689"/>
                  <a:pt x="8359" y="96416"/>
                </a:cubicBezTo>
                <a:cubicBezTo>
                  <a:pt x="8298" y="96112"/>
                  <a:pt x="8116" y="96416"/>
                  <a:pt x="8147" y="96446"/>
                </a:cubicBezTo>
                <a:cubicBezTo>
                  <a:pt x="7995" y="96385"/>
                  <a:pt x="8025" y="95777"/>
                  <a:pt x="7812" y="96051"/>
                </a:cubicBezTo>
                <a:cubicBezTo>
                  <a:pt x="7843" y="95352"/>
                  <a:pt x="7508" y="95230"/>
                  <a:pt x="7569" y="94714"/>
                </a:cubicBezTo>
                <a:cubicBezTo>
                  <a:pt x="7660" y="94774"/>
                  <a:pt x="7721" y="94866"/>
                  <a:pt x="7812" y="94835"/>
                </a:cubicBezTo>
                <a:cubicBezTo>
                  <a:pt x="7812" y="95048"/>
                  <a:pt x="8025" y="95595"/>
                  <a:pt x="7873" y="95595"/>
                </a:cubicBezTo>
                <a:close/>
                <a:moveTo>
                  <a:pt x="77479" y="80488"/>
                </a:moveTo>
                <a:cubicBezTo>
                  <a:pt x="77570" y="80154"/>
                  <a:pt x="77844" y="79881"/>
                  <a:pt x="78178" y="79759"/>
                </a:cubicBezTo>
                <a:cubicBezTo>
                  <a:pt x="78300" y="79637"/>
                  <a:pt x="78209" y="79607"/>
                  <a:pt x="78209" y="79546"/>
                </a:cubicBezTo>
                <a:cubicBezTo>
                  <a:pt x="78573" y="79394"/>
                  <a:pt x="78725" y="78969"/>
                  <a:pt x="78999" y="78695"/>
                </a:cubicBezTo>
                <a:cubicBezTo>
                  <a:pt x="79120" y="78543"/>
                  <a:pt x="79485" y="78118"/>
                  <a:pt x="79576" y="78330"/>
                </a:cubicBezTo>
                <a:cubicBezTo>
                  <a:pt x="78999" y="78756"/>
                  <a:pt x="78908" y="79242"/>
                  <a:pt x="78634" y="79516"/>
                </a:cubicBezTo>
                <a:cubicBezTo>
                  <a:pt x="78239" y="79911"/>
                  <a:pt x="77935" y="79941"/>
                  <a:pt x="77479" y="80488"/>
                </a:cubicBezTo>
                <a:close/>
                <a:moveTo>
                  <a:pt x="118361" y="33497"/>
                </a:moveTo>
                <a:cubicBezTo>
                  <a:pt x="118453" y="33102"/>
                  <a:pt x="119577" y="34317"/>
                  <a:pt x="119152" y="34439"/>
                </a:cubicBezTo>
                <a:cubicBezTo>
                  <a:pt x="118969" y="34165"/>
                  <a:pt x="119212" y="34165"/>
                  <a:pt x="118908" y="33861"/>
                </a:cubicBezTo>
                <a:cubicBezTo>
                  <a:pt x="118665" y="33558"/>
                  <a:pt x="118848" y="34105"/>
                  <a:pt x="118908" y="34226"/>
                </a:cubicBezTo>
                <a:cubicBezTo>
                  <a:pt x="119273" y="34773"/>
                  <a:pt x="119456" y="34317"/>
                  <a:pt x="119851" y="34925"/>
                </a:cubicBezTo>
                <a:cubicBezTo>
                  <a:pt x="119364" y="34834"/>
                  <a:pt x="118969" y="34591"/>
                  <a:pt x="118696" y="34196"/>
                </a:cubicBezTo>
                <a:cubicBezTo>
                  <a:pt x="118513" y="33861"/>
                  <a:pt x="118605" y="33801"/>
                  <a:pt x="118361" y="33497"/>
                </a:cubicBezTo>
                <a:close/>
                <a:moveTo>
                  <a:pt x="122890" y="45077"/>
                </a:moveTo>
                <a:cubicBezTo>
                  <a:pt x="122921" y="45442"/>
                  <a:pt x="123042" y="46050"/>
                  <a:pt x="122708" y="45959"/>
                </a:cubicBezTo>
                <a:cubicBezTo>
                  <a:pt x="122769" y="45685"/>
                  <a:pt x="122951" y="45716"/>
                  <a:pt x="122890" y="45229"/>
                </a:cubicBezTo>
                <a:cubicBezTo>
                  <a:pt x="122647" y="45108"/>
                  <a:pt x="122799" y="45837"/>
                  <a:pt x="122526" y="45655"/>
                </a:cubicBezTo>
                <a:cubicBezTo>
                  <a:pt x="122586" y="45260"/>
                  <a:pt x="122799" y="44226"/>
                  <a:pt x="122526" y="44470"/>
                </a:cubicBezTo>
                <a:cubicBezTo>
                  <a:pt x="122374" y="44287"/>
                  <a:pt x="122465" y="43679"/>
                  <a:pt x="122678" y="43710"/>
                </a:cubicBezTo>
                <a:cubicBezTo>
                  <a:pt x="122708" y="43892"/>
                  <a:pt x="122708" y="44166"/>
                  <a:pt x="122738" y="44318"/>
                </a:cubicBezTo>
                <a:cubicBezTo>
                  <a:pt x="122769" y="44409"/>
                  <a:pt x="122890" y="44439"/>
                  <a:pt x="122890" y="44470"/>
                </a:cubicBezTo>
                <a:cubicBezTo>
                  <a:pt x="122890" y="44652"/>
                  <a:pt x="122860" y="44895"/>
                  <a:pt x="122890" y="45077"/>
                </a:cubicBezTo>
                <a:close/>
                <a:moveTo>
                  <a:pt x="123620" y="42707"/>
                </a:moveTo>
                <a:cubicBezTo>
                  <a:pt x="123833" y="43163"/>
                  <a:pt x="123863" y="44348"/>
                  <a:pt x="123863" y="45108"/>
                </a:cubicBezTo>
                <a:cubicBezTo>
                  <a:pt x="123741" y="44895"/>
                  <a:pt x="123620" y="44682"/>
                  <a:pt x="123377" y="44774"/>
                </a:cubicBezTo>
                <a:cubicBezTo>
                  <a:pt x="123316" y="44257"/>
                  <a:pt x="123589" y="44530"/>
                  <a:pt x="123711" y="44470"/>
                </a:cubicBezTo>
                <a:cubicBezTo>
                  <a:pt x="123772" y="44044"/>
                  <a:pt x="123589" y="44287"/>
                  <a:pt x="123498" y="44166"/>
                </a:cubicBezTo>
                <a:cubicBezTo>
                  <a:pt x="123407" y="44014"/>
                  <a:pt x="123377" y="43801"/>
                  <a:pt x="123468" y="43831"/>
                </a:cubicBezTo>
                <a:cubicBezTo>
                  <a:pt x="123346" y="43770"/>
                  <a:pt x="123255" y="43801"/>
                  <a:pt x="123194" y="44014"/>
                </a:cubicBezTo>
                <a:cubicBezTo>
                  <a:pt x="123164" y="44105"/>
                  <a:pt x="123285" y="44196"/>
                  <a:pt x="123285" y="44166"/>
                </a:cubicBezTo>
                <a:cubicBezTo>
                  <a:pt x="123285" y="44318"/>
                  <a:pt x="122981" y="44774"/>
                  <a:pt x="123103" y="45077"/>
                </a:cubicBezTo>
                <a:cubicBezTo>
                  <a:pt x="122921" y="44804"/>
                  <a:pt x="122921" y="44470"/>
                  <a:pt x="123073" y="44166"/>
                </a:cubicBezTo>
                <a:cubicBezTo>
                  <a:pt x="122981" y="43345"/>
                  <a:pt x="122799" y="43436"/>
                  <a:pt x="122799" y="42646"/>
                </a:cubicBezTo>
                <a:cubicBezTo>
                  <a:pt x="123012" y="42646"/>
                  <a:pt x="123042" y="43132"/>
                  <a:pt x="123073" y="43527"/>
                </a:cubicBezTo>
                <a:lnTo>
                  <a:pt x="123285" y="43527"/>
                </a:lnTo>
                <a:cubicBezTo>
                  <a:pt x="123194" y="42919"/>
                  <a:pt x="122981" y="42950"/>
                  <a:pt x="123012" y="42311"/>
                </a:cubicBezTo>
                <a:cubicBezTo>
                  <a:pt x="122981" y="42129"/>
                  <a:pt x="122860" y="42190"/>
                  <a:pt x="122799" y="42190"/>
                </a:cubicBezTo>
                <a:cubicBezTo>
                  <a:pt x="122647" y="41795"/>
                  <a:pt x="122860" y="41856"/>
                  <a:pt x="122799" y="41552"/>
                </a:cubicBezTo>
                <a:cubicBezTo>
                  <a:pt x="122678" y="41126"/>
                  <a:pt x="122465" y="41339"/>
                  <a:pt x="122404" y="40701"/>
                </a:cubicBezTo>
                <a:cubicBezTo>
                  <a:pt x="122617" y="40640"/>
                  <a:pt x="122799" y="41065"/>
                  <a:pt x="122951" y="41521"/>
                </a:cubicBezTo>
                <a:cubicBezTo>
                  <a:pt x="123194" y="42038"/>
                  <a:pt x="123285" y="41947"/>
                  <a:pt x="123559" y="42068"/>
                </a:cubicBezTo>
                <a:cubicBezTo>
                  <a:pt x="123772" y="42646"/>
                  <a:pt x="123255" y="42129"/>
                  <a:pt x="123468" y="42707"/>
                </a:cubicBezTo>
                <a:cubicBezTo>
                  <a:pt x="123498" y="42919"/>
                  <a:pt x="123620" y="42859"/>
                  <a:pt x="123620" y="42707"/>
                </a:cubicBezTo>
                <a:close/>
                <a:moveTo>
                  <a:pt x="118939" y="35503"/>
                </a:moveTo>
                <a:cubicBezTo>
                  <a:pt x="118726" y="35381"/>
                  <a:pt x="118817" y="35229"/>
                  <a:pt x="118635" y="34956"/>
                </a:cubicBezTo>
                <a:cubicBezTo>
                  <a:pt x="118453" y="34713"/>
                  <a:pt x="118301" y="34682"/>
                  <a:pt x="118209" y="34530"/>
                </a:cubicBezTo>
                <a:cubicBezTo>
                  <a:pt x="118088" y="34196"/>
                  <a:pt x="117905" y="33892"/>
                  <a:pt x="117723" y="33588"/>
                </a:cubicBezTo>
                <a:cubicBezTo>
                  <a:pt x="118270" y="33649"/>
                  <a:pt x="118240" y="34530"/>
                  <a:pt x="118787" y="34865"/>
                </a:cubicBezTo>
                <a:cubicBezTo>
                  <a:pt x="118787" y="35077"/>
                  <a:pt x="118817" y="35320"/>
                  <a:pt x="118939" y="35503"/>
                </a:cubicBezTo>
                <a:close/>
                <a:moveTo>
                  <a:pt x="120246" y="37175"/>
                </a:moveTo>
                <a:cubicBezTo>
                  <a:pt x="120155" y="37296"/>
                  <a:pt x="119699" y="36688"/>
                  <a:pt x="119790" y="36536"/>
                </a:cubicBezTo>
                <a:cubicBezTo>
                  <a:pt x="119456" y="36324"/>
                  <a:pt x="119182" y="36020"/>
                  <a:pt x="118969" y="35655"/>
                </a:cubicBezTo>
                <a:cubicBezTo>
                  <a:pt x="119486" y="36232"/>
                  <a:pt x="119334" y="35716"/>
                  <a:pt x="119091" y="35199"/>
                </a:cubicBezTo>
                <a:cubicBezTo>
                  <a:pt x="119760" y="35564"/>
                  <a:pt x="119729" y="36354"/>
                  <a:pt x="120276" y="36962"/>
                </a:cubicBezTo>
                <a:cubicBezTo>
                  <a:pt x="120185" y="36992"/>
                  <a:pt x="120185" y="37083"/>
                  <a:pt x="120215" y="37175"/>
                </a:cubicBezTo>
                <a:close/>
                <a:moveTo>
                  <a:pt x="121918" y="49880"/>
                </a:moveTo>
                <a:cubicBezTo>
                  <a:pt x="121978" y="49728"/>
                  <a:pt x="122039" y="49606"/>
                  <a:pt x="122100" y="49454"/>
                </a:cubicBezTo>
                <a:cubicBezTo>
                  <a:pt x="122222" y="49606"/>
                  <a:pt x="122374" y="49728"/>
                  <a:pt x="122161" y="50154"/>
                </a:cubicBezTo>
                <a:cubicBezTo>
                  <a:pt x="121918" y="50184"/>
                  <a:pt x="122100" y="49880"/>
                  <a:pt x="121918" y="49880"/>
                </a:cubicBezTo>
                <a:close/>
                <a:moveTo>
                  <a:pt x="122769" y="50123"/>
                </a:moveTo>
                <a:cubicBezTo>
                  <a:pt x="122951" y="49850"/>
                  <a:pt x="123073" y="49941"/>
                  <a:pt x="123194" y="49424"/>
                </a:cubicBezTo>
                <a:cubicBezTo>
                  <a:pt x="123194" y="49242"/>
                  <a:pt x="123103" y="49211"/>
                  <a:pt x="123225" y="48907"/>
                </a:cubicBezTo>
                <a:cubicBezTo>
                  <a:pt x="123316" y="48968"/>
                  <a:pt x="123407" y="48999"/>
                  <a:pt x="123468" y="48816"/>
                </a:cubicBezTo>
                <a:cubicBezTo>
                  <a:pt x="123407" y="49211"/>
                  <a:pt x="123164" y="50214"/>
                  <a:pt x="122769" y="50123"/>
                </a:cubicBezTo>
                <a:close/>
                <a:moveTo>
                  <a:pt x="123437" y="48664"/>
                </a:moveTo>
                <a:cubicBezTo>
                  <a:pt x="123255" y="48421"/>
                  <a:pt x="123650" y="47904"/>
                  <a:pt x="123711" y="47205"/>
                </a:cubicBezTo>
                <a:cubicBezTo>
                  <a:pt x="123377" y="47479"/>
                  <a:pt x="123863" y="46141"/>
                  <a:pt x="123711" y="45594"/>
                </a:cubicBezTo>
                <a:cubicBezTo>
                  <a:pt x="124045" y="45503"/>
                  <a:pt x="123833" y="46445"/>
                  <a:pt x="123802" y="46901"/>
                </a:cubicBezTo>
                <a:cubicBezTo>
                  <a:pt x="123772" y="47540"/>
                  <a:pt x="123681" y="48299"/>
                  <a:pt x="123437" y="48634"/>
                </a:cubicBezTo>
                <a:close/>
                <a:moveTo>
                  <a:pt x="123012" y="48847"/>
                </a:moveTo>
                <a:cubicBezTo>
                  <a:pt x="122951" y="48816"/>
                  <a:pt x="123012" y="48634"/>
                  <a:pt x="123073" y="48543"/>
                </a:cubicBezTo>
                <a:cubicBezTo>
                  <a:pt x="122951" y="48482"/>
                  <a:pt x="122860" y="48573"/>
                  <a:pt x="122769" y="48755"/>
                </a:cubicBezTo>
                <a:cubicBezTo>
                  <a:pt x="122678" y="48755"/>
                  <a:pt x="122921" y="47874"/>
                  <a:pt x="122647" y="48391"/>
                </a:cubicBezTo>
                <a:cubicBezTo>
                  <a:pt x="122434" y="48269"/>
                  <a:pt x="122830" y="47904"/>
                  <a:pt x="122860" y="47843"/>
                </a:cubicBezTo>
                <a:cubicBezTo>
                  <a:pt x="122921" y="47661"/>
                  <a:pt x="122921" y="47388"/>
                  <a:pt x="122981" y="47236"/>
                </a:cubicBezTo>
                <a:cubicBezTo>
                  <a:pt x="123012" y="47175"/>
                  <a:pt x="123133" y="47175"/>
                  <a:pt x="123164" y="47114"/>
                </a:cubicBezTo>
                <a:cubicBezTo>
                  <a:pt x="123255" y="46901"/>
                  <a:pt x="123164" y="46567"/>
                  <a:pt x="123346" y="46658"/>
                </a:cubicBezTo>
                <a:cubicBezTo>
                  <a:pt x="123377" y="46385"/>
                  <a:pt x="123346" y="45898"/>
                  <a:pt x="123559" y="46050"/>
                </a:cubicBezTo>
                <a:cubicBezTo>
                  <a:pt x="123407" y="46445"/>
                  <a:pt x="123437" y="47023"/>
                  <a:pt x="123225" y="47448"/>
                </a:cubicBezTo>
                <a:cubicBezTo>
                  <a:pt x="123133" y="47722"/>
                  <a:pt x="122708" y="47874"/>
                  <a:pt x="122890" y="48330"/>
                </a:cubicBezTo>
                <a:cubicBezTo>
                  <a:pt x="123073" y="48087"/>
                  <a:pt x="123164" y="47327"/>
                  <a:pt x="123437" y="47479"/>
                </a:cubicBezTo>
                <a:cubicBezTo>
                  <a:pt x="123285" y="48269"/>
                  <a:pt x="123073" y="48178"/>
                  <a:pt x="123012" y="48816"/>
                </a:cubicBezTo>
                <a:close/>
                <a:moveTo>
                  <a:pt x="117845" y="33892"/>
                </a:moveTo>
                <a:cubicBezTo>
                  <a:pt x="117845" y="33983"/>
                  <a:pt x="117845" y="34105"/>
                  <a:pt x="117753" y="33983"/>
                </a:cubicBezTo>
                <a:cubicBezTo>
                  <a:pt x="117297" y="33527"/>
                  <a:pt x="116416" y="32342"/>
                  <a:pt x="115595" y="31643"/>
                </a:cubicBezTo>
                <a:cubicBezTo>
                  <a:pt x="115170" y="31308"/>
                  <a:pt x="115291" y="31187"/>
                  <a:pt x="115656" y="31582"/>
                </a:cubicBezTo>
                <a:cubicBezTo>
                  <a:pt x="116477" y="32251"/>
                  <a:pt x="117237" y="33010"/>
                  <a:pt x="117845" y="33861"/>
                </a:cubicBezTo>
                <a:close/>
                <a:moveTo>
                  <a:pt x="122404" y="47692"/>
                </a:moveTo>
                <a:cubicBezTo>
                  <a:pt x="122343" y="47388"/>
                  <a:pt x="122070" y="47418"/>
                  <a:pt x="122191" y="46932"/>
                </a:cubicBezTo>
                <a:cubicBezTo>
                  <a:pt x="122191" y="47357"/>
                  <a:pt x="122647" y="46628"/>
                  <a:pt x="122495" y="47266"/>
                </a:cubicBezTo>
                <a:cubicBezTo>
                  <a:pt x="122647" y="47236"/>
                  <a:pt x="122617" y="46536"/>
                  <a:pt x="122860" y="46749"/>
                </a:cubicBezTo>
                <a:cubicBezTo>
                  <a:pt x="122738" y="47053"/>
                  <a:pt x="122647" y="47357"/>
                  <a:pt x="122586" y="47661"/>
                </a:cubicBezTo>
                <a:cubicBezTo>
                  <a:pt x="122556" y="48026"/>
                  <a:pt x="122434" y="48421"/>
                  <a:pt x="122252" y="48725"/>
                </a:cubicBezTo>
                <a:cubicBezTo>
                  <a:pt x="122191" y="48330"/>
                  <a:pt x="122130" y="48938"/>
                  <a:pt x="121948" y="48786"/>
                </a:cubicBezTo>
                <a:cubicBezTo>
                  <a:pt x="122100" y="48117"/>
                  <a:pt x="122313" y="48299"/>
                  <a:pt x="122404" y="47692"/>
                </a:cubicBezTo>
                <a:close/>
                <a:moveTo>
                  <a:pt x="121766" y="47236"/>
                </a:moveTo>
                <a:cubicBezTo>
                  <a:pt x="121644" y="47448"/>
                  <a:pt x="121705" y="47205"/>
                  <a:pt x="121766" y="46932"/>
                </a:cubicBezTo>
                <a:cubicBezTo>
                  <a:pt x="121857" y="46628"/>
                  <a:pt x="121857" y="46293"/>
                  <a:pt x="121766" y="46293"/>
                </a:cubicBezTo>
                <a:cubicBezTo>
                  <a:pt x="121918" y="45898"/>
                  <a:pt x="121766" y="45716"/>
                  <a:pt x="121918" y="45321"/>
                </a:cubicBezTo>
                <a:cubicBezTo>
                  <a:pt x="122009" y="45837"/>
                  <a:pt x="122039" y="46354"/>
                  <a:pt x="122009" y="46871"/>
                </a:cubicBezTo>
                <a:cubicBezTo>
                  <a:pt x="121887" y="46385"/>
                  <a:pt x="121887" y="46749"/>
                  <a:pt x="121766" y="47236"/>
                </a:cubicBezTo>
                <a:close/>
                <a:moveTo>
                  <a:pt x="120854" y="37205"/>
                </a:moveTo>
                <a:cubicBezTo>
                  <a:pt x="120732" y="36901"/>
                  <a:pt x="120580" y="36962"/>
                  <a:pt x="120519" y="36871"/>
                </a:cubicBezTo>
                <a:cubicBezTo>
                  <a:pt x="120307" y="36536"/>
                  <a:pt x="120580" y="36597"/>
                  <a:pt x="120398" y="36232"/>
                </a:cubicBezTo>
                <a:cubicBezTo>
                  <a:pt x="120763" y="36415"/>
                  <a:pt x="120671" y="35989"/>
                  <a:pt x="121067" y="36567"/>
                </a:cubicBezTo>
                <a:cubicBezTo>
                  <a:pt x="120915" y="36749"/>
                  <a:pt x="120732" y="36415"/>
                  <a:pt x="120611" y="36627"/>
                </a:cubicBezTo>
                <a:cubicBezTo>
                  <a:pt x="120793" y="36992"/>
                  <a:pt x="121279" y="37266"/>
                  <a:pt x="121158" y="36871"/>
                </a:cubicBezTo>
                <a:cubicBezTo>
                  <a:pt x="121249" y="36871"/>
                  <a:pt x="121279" y="36992"/>
                  <a:pt x="121219" y="36992"/>
                </a:cubicBezTo>
                <a:lnTo>
                  <a:pt x="121401" y="37266"/>
                </a:lnTo>
                <a:cubicBezTo>
                  <a:pt x="121249" y="37479"/>
                  <a:pt x="121067" y="36962"/>
                  <a:pt x="120915" y="37175"/>
                </a:cubicBezTo>
                <a:cubicBezTo>
                  <a:pt x="121340" y="37722"/>
                  <a:pt x="121462" y="37813"/>
                  <a:pt x="121614" y="38390"/>
                </a:cubicBezTo>
                <a:cubicBezTo>
                  <a:pt x="121431" y="38451"/>
                  <a:pt x="121249" y="38147"/>
                  <a:pt x="121036" y="37965"/>
                </a:cubicBezTo>
                <a:cubicBezTo>
                  <a:pt x="120823" y="37509"/>
                  <a:pt x="121006" y="37509"/>
                  <a:pt x="120854" y="37205"/>
                </a:cubicBezTo>
                <a:close/>
                <a:moveTo>
                  <a:pt x="107176" y="25260"/>
                </a:moveTo>
                <a:cubicBezTo>
                  <a:pt x="107328" y="25533"/>
                  <a:pt x="106081" y="24591"/>
                  <a:pt x="105686" y="24378"/>
                </a:cubicBezTo>
                <a:cubicBezTo>
                  <a:pt x="106081" y="24256"/>
                  <a:pt x="106568" y="24956"/>
                  <a:pt x="107176" y="25260"/>
                </a:cubicBezTo>
                <a:close/>
                <a:moveTo>
                  <a:pt x="113012" y="27570"/>
                </a:moveTo>
                <a:cubicBezTo>
                  <a:pt x="112769" y="27205"/>
                  <a:pt x="112465" y="26901"/>
                  <a:pt x="112069" y="26688"/>
                </a:cubicBezTo>
                <a:cubicBezTo>
                  <a:pt x="112252" y="26567"/>
                  <a:pt x="113103" y="27144"/>
                  <a:pt x="113012" y="27296"/>
                </a:cubicBezTo>
                <a:cubicBezTo>
                  <a:pt x="113164" y="27205"/>
                  <a:pt x="113589" y="27600"/>
                  <a:pt x="113772" y="27600"/>
                </a:cubicBezTo>
                <a:cubicBezTo>
                  <a:pt x="113498" y="27144"/>
                  <a:pt x="112525" y="26719"/>
                  <a:pt x="112313" y="26627"/>
                </a:cubicBezTo>
                <a:cubicBezTo>
                  <a:pt x="112343" y="26627"/>
                  <a:pt x="112373" y="26506"/>
                  <a:pt x="112404" y="26506"/>
                </a:cubicBezTo>
                <a:cubicBezTo>
                  <a:pt x="112191" y="26415"/>
                  <a:pt x="111948" y="26354"/>
                  <a:pt x="111735" y="26384"/>
                </a:cubicBezTo>
                <a:cubicBezTo>
                  <a:pt x="111492" y="26232"/>
                  <a:pt x="111431" y="26111"/>
                  <a:pt x="111431" y="25989"/>
                </a:cubicBezTo>
                <a:cubicBezTo>
                  <a:pt x="111097" y="25837"/>
                  <a:pt x="110762" y="25655"/>
                  <a:pt x="110458" y="25442"/>
                </a:cubicBezTo>
                <a:cubicBezTo>
                  <a:pt x="109911" y="25168"/>
                  <a:pt x="110610" y="25168"/>
                  <a:pt x="110063" y="24895"/>
                </a:cubicBezTo>
                <a:cubicBezTo>
                  <a:pt x="109851" y="24804"/>
                  <a:pt x="109972" y="25016"/>
                  <a:pt x="110124" y="25108"/>
                </a:cubicBezTo>
                <a:cubicBezTo>
                  <a:pt x="109911" y="25168"/>
                  <a:pt x="109364" y="24652"/>
                  <a:pt x="109030" y="24469"/>
                </a:cubicBezTo>
                <a:cubicBezTo>
                  <a:pt x="109243" y="24500"/>
                  <a:pt x="109577" y="24712"/>
                  <a:pt x="109790" y="24743"/>
                </a:cubicBezTo>
                <a:cubicBezTo>
                  <a:pt x="109790" y="24682"/>
                  <a:pt x="109699" y="24591"/>
                  <a:pt x="109729" y="24530"/>
                </a:cubicBezTo>
                <a:cubicBezTo>
                  <a:pt x="109486" y="24439"/>
                  <a:pt x="109212" y="24348"/>
                  <a:pt x="108939" y="24287"/>
                </a:cubicBezTo>
                <a:cubicBezTo>
                  <a:pt x="109212" y="24165"/>
                  <a:pt x="108057" y="23466"/>
                  <a:pt x="107753" y="23253"/>
                </a:cubicBezTo>
                <a:cubicBezTo>
                  <a:pt x="108057" y="23345"/>
                  <a:pt x="108361" y="23466"/>
                  <a:pt x="108665" y="23588"/>
                </a:cubicBezTo>
                <a:cubicBezTo>
                  <a:pt x="108665" y="23497"/>
                  <a:pt x="108361" y="23345"/>
                  <a:pt x="108179" y="23223"/>
                </a:cubicBezTo>
                <a:cubicBezTo>
                  <a:pt x="108696" y="23314"/>
                  <a:pt x="110276" y="24226"/>
                  <a:pt x="111097" y="24804"/>
                </a:cubicBezTo>
                <a:cubicBezTo>
                  <a:pt x="111340" y="24956"/>
                  <a:pt x="111340" y="25016"/>
                  <a:pt x="111279" y="25108"/>
                </a:cubicBezTo>
                <a:cubicBezTo>
                  <a:pt x="111431" y="25168"/>
                  <a:pt x="111462" y="25077"/>
                  <a:pt x="111644" y="25168"/>
                </a:cubicBezTo>
                <a:cubicBezTo>
                  <a:pt x="111917" y="25320"/>
                  <a:pt x="111765" y="25412"/>
                  <a:pt x="111826" y="25472"/>
                </a:cubicBezTo>
                <a:cubicBezTo>
                  <a:pt x="111978" y="25563"/>
                  <a:pt x="112100" y="25503"/>
                  <a:pt x="112282" y="25624"/>
                </a:cubicBezTo>
                <a:cubicBezTo>
                  <a:pt x="112586" y="25807"/>
                  <a:pt x="112890" y="26202"/>
                  <a:pt x="113255" y="26475"/>
                </a:cubicBezTo>
                <a:cubicBezTo>
                  <a:pt x="113832" y="26901"/>
                  <a:pt x="114379" y="27205"/>
                  <a:pt x="114957" y="27691"/>
                </a:cubicBezTo>
                <a:cubicBezTo>
                  <a:pt x="115443" y="28086"/>
                  <a:pt x="115808" y="28633"/>
                  <a:pt x="116325" y="29120"/>
                </a:cubicBezTo>
                <a:cubicBezTo>
                  <a:pt x="116446" y="29211"/>
                  <a:pt x="116598" y="29302"/>
                  <a:pt x="116781" y="29363"/>
                </a:cubicBezTo>
                <a:cubicBezTo>
                  <a:pt x="117571" y="30092"/>
                  <a:pt x="118118" y="31035"/>
                  <a:pt x="118939" y="31582"/>
                </a:cubicBezTo>
                <a:cubicBezTo>
                  <a:pt x="119000" y="31764"/>
                  <a:pt x="119060" y="31916"/>
                  <a:pt x="119152" y="32068"/>
                </a:cubicBezTo>
                <a:cubicBezTo>
                  <a:pt x="118969" y="32068"/>
                  <a:pt x="118513" y="31308"/>
                  <a:pt x="118392" y="31612"/>
                </a:cubicBezTo>
                <a:cubicBezTo>
                  <a:pt x="118756" y="31886"/>
                  <a:pt x="119121" y="32159"/>
                  <a:pt x="119516" y="32372"/>
                </a:cubicBezTo>
                <a:cubicBezTo>
                  <a:pt x="119820" y="33102"/>
                  <a:pt x="120823" y="34135"/>
                  <a:pt x="121310" y="35108"/>
                </a:cubicBezTo>
                <a:cubicBezTo>
                  <a:pt x="121492" y="35442"/>
                  <a:pt x="121401" y="35472"/>
                  <a:pt x="121492" y="35746"/>
                </a:cubicBezTo>
                <a:cubicBezTo>
                  <a:pt x="121614" y="36172"/>
                  <a:pt x="121948" y="36627"/>
                  <a:pt x="121857" y="36840"/>
                </a:cubicBezTo>
                <a:cubicBezTo>
                  <a:pt x="121522" y="36871"/>
                  <a:pt x="121340" y="36080"/>
                  <a:pt x="121158" y="35746"/>
                </a:cubicBezTo>
                <a:cubicBezTo>
                  <a:pt x="120884" y="35320"/>
                  <a:pt x="120550" y="34865"/>
                  <a:pt x="120367" y="34530"/>
                </a:cubicBezTo>
                <a:cubicBezTo>
                  <a:pt x="120307" y="34439"/>
                  <a:pt x="120215" y="34378"/>
                  <a:pt x="120124" y="34317"/>
                </a:cubicBezTo>
                <a:cubicBezTo>
                  <a:pt x="120063" y="34165"/>
                  <a:pt x="120003" y="34013"/>
                  <a:pt x="119972" y="33861"/>
                </a:cubicBezTo>
                <a:cubicBezTo>
                  <a:pt x="119851" y="33710"/>
                  <a:pt x="119547" y="33436"/>
                  <a:pt x="119425" y="33254"/>
                </a:cubicBezTo>
                <a:cubicBezTo>
                  <a:pt x="119182" y="32889"/>
                  <a:pt x="118908" y="32554"/>
                  <a:pt x="118544" y="32311"/>
                </a:cubicBezTo>
                <a:cubicBezTo>
                  <a:pt x="118665" y="32129"/>
                  <a:pt x="119152" y="32646"/>
                  <a:pt x="118817" y="32099"/>
                </a:cubicBezTo>
                <a:cubicBezTo>
                  <a:pt x="118635" y="31916"/>
                  <a:pt x="118787" y="32190"/>
                  <a:pt x="118665" y="32220"/>
                </a:cubicBezTo>
                <a:cubicBezTo>
                  <a:pt x="118361" y="31977"/>
                  <a:pt x="117997" y="31612"/>
                  <a:pt x="117814" y="31673"/>
                </a:cubicBezTo>
                <a:cubicBezTo>
                  <a:pt x="117054" y="30670"/>
                  <a:pt x="116386" y="30153"/>
                  <a:pt x="115778" y="29393"/>
                </a:cubicBezTo>
                <a:cubicBezTo>
                  <a:pt x="115291" y="29029"/>
                  <a:pt x="114866" y="28846"/>
                  <a:pt x="114531" y="28877"/>
                </a:cubicBezTo>
                <a:cubicBezTo>
                  <a:pt x="114197" y="28542"/>
                  <a:pt x="113863" y="28238"/>
                  <a:pt x="113468" y="27965"/>
                </a:cubicBezTo>
                <a:lnTo>
                  <a:pt x="113650" y="27752"/>
                </a:lnTo>
                <a:cubicBezTo>
                  <a:pt x="113346" y="27509"/>
                  <a:pt x="113072" y="27387"/>
                  <a:pt x="113012" y="27570"/>
                </a:cubicBezTo>
                <a:close/>
                <a:moveTo>
                  <a:pt x="117480" y="31156"/>
                </a:moveTo>
                <a:cubicBezTo>
                  <a:pt x="117510" y="31065"/>
                  <a:pt x="117449" y="30944"/>
                  <a:pt x="117358" y="30822"/>
                </a:cubicBezTo>
                <a:cubicBezTo>
                  <a:pt x="117115" y="31035"/>
                  <a:pt x="117571" y="31247"/>
                  <a:pt x="117905" y="31612"/>
                </a:cubicBezTo>
                <a:cubicBezTo>
                  <a:pt x="117905" y="31430"/>
                  <a:pt x="118149" y="31339"/>
                  <a:pt x="117997" y="31095"/>
                </a:cubicBezTo>
                <a:cubicBezTo>
                  <a:pt x="117662" y="30944"/>
                  <a:pt x="117905" y="31460"/>
                  <a:pt x="117480" y="31156"/>
                </a:cubicBezTo>
                <a:close/>
                <a:moveTo>
                  <a:pt x="116781" y="30244"/>
                </a:moveTo>
                <a:cubicBezTo>
                  <a:pt x="117115" y="30640"/>
                  <a:pt x="117206" y="30427"/>
                  <a:pt x="117510" y="30670"/>
                </a:cubicBezTo>
                <a:cubicBezTo>
                  <a:pt x="117449" y="30731"/>
                  <a:pt x="117632" y="30944"/>
                  <a:pt x="117723" y="30913"/>
                </a:cubicBezTo>
                <a:cubicBezTo>
                  <a:pt x="117267" y="30518"/>
                  <a:pt x="117723" y="30548"/>
                  <a:pt x="117297" y="30184"/>
                </a:cubicBezTo>
                <a:cubicBezTo>
                  <a:pt x="117267" y="30488"/>
                  <a:pt x="116872" y="30062"/>
                  <a:pt x="116781" y="30244"/>
                </a:cubicBezTo>
                <a:close/>
                <a:moveTo>
                  <a:pt x="116051" y="29393"/>
                </a:moveTo>
                <a:cubicBezTo>
                  <a:pt x="115960" y="29576"/>
                  <a:pt x="116355" y="29940"/>
                  <a:pt x="116568" y="30244"/>
                </a:cubicBezTo>
                <a:cubicBezTo>
                  <a:pt x="116781" y="30184"/>
                  <a:pt x="116507" y="29971"/>
                  <a:pt x="116690" y="29880"/>
                </a:cubicBezTo>
                <a:cubicBezTo>
                  <a:pt x="116446" y="29606"/>
                  <a:pt x="116355" y="29728"/>
                  <a:pt x="116051" y="29393"/>
                </a:cubicBezTo>
                <a:close/>
                <a:moveTo>
                  <a:pt x="110823" y="24925"/>
                </a:moveTo>
                <a:cubicBezTo>
                  <a:pt x="110732" y="24834"/>
                  <a:pt x="110732" y="24773"/>
                  <a:pt x="110793" y="24712"/>
                </a:cubicBezTo>
                <a:cubicBezTo>
                  <a:pt x="110458" y="24530"/>
                  <a:pt x="110063" y="24348"/>
                  <a:pt x="109972" y="24500"/>
                </a:cubicBezTo>
                <a:cubicBezTo>
                  <a:pt x="110215" y="24743"/>
                  <a:pt x="110519" y="24864"/>
                  <a:pt x="110823" y="24925"/>
                </a:cubicBezTo>
                <a:close/>
                <a:moveTo>
                  <a:pt x="114592" y="27904"/>
                </a:moveTo>
                <a:cubicBezTo>
                  <a:pt x="115048" y="28147"/>
                  <a:pt x="115717" y="29029"/>
                  <a:pt x="115595" y="28694"/>
                </a:cubicBezTo>
                <a:cubicBezTo>
                  <a:pt x="115474" y="28512"/>
                  <a:pt x="114379" y="27570"/>
                  <a:pt x="114592" y="27904"/>
                </a:cubicBezTo>
                <a:close/>
                <a:moveTo>
                  <a:pt x="113893" y="27965"/>
                </a:moveTo>
                <a:cubicBezTo>
                  <a:pt x="113711" y="28360"/>
                  <a:pt x="115139" y="28968"/>
                  <a:pt x="115383" y="28907"/>
                </a:cubicBezTo>
                <a:cubicBezTo>
                  <a:pt x="114744" y="28269"/>
                  <a:pt x="114592" y="28664"/>
                  <a:pt x="113893" y="27965"/>
                </a:cubicBezTo>
                <a:close/>
                <a:moveTo>
                  <a:pt x="88665" y="72221"/>
                </a:moveTo>
                <a:cubicBezTo>
                  <a:pt x="89121" y="71947"/>
                  <a:pt x="88665" y="71856"/>
                  <a:pt x="89212" y="71613"/>
                </a:cubicBezTo>
                <a:cubicBezTo>
                  <a:pt x="89273" y="71795"/>
                  <a:pt x="88756" y="72099"/>
                  <a:pt x="89060" y="72282"/>
                </a:cubicBezTo>
                <a:cubicBezTo>
                  <a:pt x="88817" y="72403"/>
                  <a:pt x="88695" y="72373"/>
                  <a:pt x="88665" y="72221"/>
                </a:cubicBezTo>
                <a:close/>
                <a:moveTo>
                  <a:pt x="95625" y="15685"/>
                </a:moveTo>
                <a:cubicBezTo>
                  <a:pt x="95990" y="15624"/>
                  <a:pt x="96142" y="16232"/>
                  <a:pt x="96659" y="16627"/>
                </a:cubicBezTo>
                <a:cubicBezTo>
                  <a:pt x="96841" y="16992"/>
                  <a:pt x="95899" y="15928"/>
                  <a:pt x="95625" y="15685"/>
                </a:cubicBezTo>
                <a:close/>
                <a:moveTo>
                  <a:pt x="118209" y="33193"/>
                </a:moveTo>
                <a:cubicBezTo>
                  <a:pt x="117753" y="32828"/>
                  <a:pt x="118149" y="32858"/>
                  <a:pt x="117814" y="32524"/>
                </a:cubicBezTo>
                <a:cubicBezTo>
                  <a:pt x="118149" y="32554"/>
                  <a:pt x="118240" y="33162"/>
                  <a:pt x="118483" y="33193"/>
                </a:cubicBezTo>
                <a:cubicBezTo>
                  <a:pt x="118756" y="33649"/>
                  <a:pt x="118179" y="32889"/>
                  <a:pt x="118209" y="33193"/>
                </a:cubicBezTo>
                <a:close/>
                <a:moveTo>
                  <a:pt x="117966" y="31977"/>
                </a:moveTo>
                <a:cubicBezTo>
                  <a:pt x="118027" y="31825"/>
                  <a:pt x="118270" y="32129"/>
                  <a:pt x="118361" y="32068"/>
                </a:cubicBezTo>
                <a:cubicBezTo>
                  <a:pt x="118544" y="32403"/>
                  <a:pt x="118787" y="32706"/>
                  <a:pt x="119060" y="32950"/>
                </a:cubicBezTo>
                <a:cubicBezTo>
                  <a:pt x="118665" y="32950"/>
                  <a:pt x="118544" y="32463"/>
                  <a:pt x="117966" y="31977"/>
                </a:cubicBezTo>
                <a:close/>
                <a:moveTo>
                  <a:pt x="114501" y="30609"/>
                </a:moveTo>
                <a:lnTo>
                  <a:pt x="114045" y="30214"/>
                </a:lnTo>
                <a:cubicBezTo>
                  <a:pt x="114136" y="30214"/>
                  <a:pt x="114228" y="30244"/>
                  <a:pt x="114288" y="30153"/>
                </a:cubicBezTo>
                <a:lnTo>
                  <a:pt x="114045" y="29971"/>
                </a:lnTo>
                <a:cubicBezTo>
                  <a:pt x="113893" y="29849"/>
                  <a:pt x="113832" y="29971"/>
                  <a:pt x="113954" y="30062"/>
                </a:cubicBezTo>
                <a:cubicBezTo>
                  <a:pt x="113680" y="30123"/>
                  <a:pt x="113528" y="29667"/>
                  <a:pt x="113407" y="29545"/>
                </a:cubicBezTo>
                <a:cubicBezTo>
                  <a:pt x="113316" y="29636"/>
                  <a:pt x="113468" y="29758"/>
                  <a:pt x="113346" y="29849"/>
                </a:cubicBezTo>
                <a:cubicBezTo>
                  <a:pt x="113194" y="29424"/>
                  <a:pt x="112829" y="29211"/>
                  <a:pt x="112221" y="28816"/>
                </a:cubicBezTo>
                <a:cubicBezTo>
                  <a:pt x="112373" y="28694"/>
                  <a:pt x="112829" y="29211"/>
                  <a:pt x="112890" y="28968"/>
                </a:cubicBezTo>
                <a:cubicBezTo>
                  <a:pt x="113012" y="29059"/>
                  <a:pt x="113103" y="29211"/>
                  <a:pt x="113164" y="29333"/>
                </a:cubicBezTo>
                <a:cubicBezTo>
                  <a:pt x="113255" y="29393"/>
                  <a:pt x="113376" y="29333"/>
                  <a:pt x="113376" y="29333"/>
                </a:cubicBezTo>
                <a:cubicBezTo>
                  <a:pt x="113650" y="29545"/>
                  <a:pt x="113863" y="29788"/>
                  <a:pt x="114440" y="30214"/>
                </a:cubicBezTo>
                <a:cubicBezTo>
                  <a:pt x="114349" y="30305"/>
                  <a:pt x="114714" y="30548"/>
                  <a:pt x="114501" y="30609"/>
                </a:cubicBezTo>
                <a:close/>
                <a:moveTo>
                  <a:pt x="7660" y="92890"/>
                </a:moveTo>
                <a:cubicBezTo>
                  <a:pt x="7873" y="92829"/>
                  <a:pt x="7964" y="93407"/>
                  <a:pt x="7903" y="93619"/>
                </a:cubicBezTo>
                <a:cubicBezTo>
                  <a:pt x="7751" y="93619"/>
                  <a:pt x="7721" y="93255"/>
                  <a:pt x="7660" y="92890"/>
                </a:cubicBezTo>
                <a:close/>
                <a:moveTo>
                  <a:pt x="115717" y="30883"/>
                </a:moveTo>
                <a:cubicBezTo>
                  <a:pt x="115261" y="30427"/>
                  <a:pt x="115079" y="29910"/>
                  <a:pt x="114623" y="30001"/>
                </a:cubicBezTo>
                <a:cubicBezTo>
                  <a:pt x="114167" y="29697"/>
                  <a:pt x="114410" y="29606"/>
                  <a:pt x="114015" y="29302"/>
                </a:cubicBezTo>
                <a:cubicBezTo>
                  <a:pt x="113559" y="28907"/>
                  <a:pt x="113224" y="28998"/>
                  <a:pt x="112981" y="28603"/>
                </a:cubicBezTo>
                <a:cubicBezTo>
                  <a:pt x="113194" y="28573"/>
                  <a:pt x="113620" y="28846"/>
                  <a:pt x="114106" y="29211"/>
                </a:cubicBezTo>
                <a:cubicBezTo>
                  <a:pt x="114744" y="29636"/>
                  <a:pt x="115838" y="30518"/>
                  <a:pt x="115717" y="30883"/>
                </a:cubicBezTo>
                <a:close/>
                <a:moveTo>
                  <a:pt x="115990" y="31035"/>
                </a:moveTo>
                <a:cubicBezTo>
                  <a:pt x="116477" y="30731"/>
                  <a:pt x="116963" y="31947"/>
                  <a:pt x="117601" y="32311"/>
                </a:cubicBezTo>
                <a:cubicBezTo>
                  <a:pt x="117237" y="32372"/>
                  <a:pt x="117480" y="32311"/>
                  <a:pt x="117662" y="32676"/>
                </a:cubicBezTo>
                <a:cubicBezTo>
                  <a:pt x="117024" y="32494"/>
                  <a:pt x="116781" y="31399"/>
                  <a:pt x="116021" y="31035"/>
                </a:cubicBezTo>
                <a:close/>
                <a:moveTo>
                  <a:pt x="115504" y="29728"/>
                </a:moveTo>
                <a:cubicBezTo>
                  <a:pt x="115291" y="29545"/>
                  <a:pt x="115200" y="29576"/>
                  <a:pt x="114987" y="29363"/>
                </a:cubicBezTo>
                <a:cubicBezTo>
                  <a:pt x="114987" y="28968"/>
                  <a:pt x="115504" y="29788"/>
                  <a:pt x="115595" y="29636"/>
                </a:cubicBezTo>
                <a:cubicBezTo>
                  <a:pt x="116142" y="30153"/>
                  <a:pt x="116538" y="30700"/>
                  <a:pt x="117237" y="31369"/>
                </a:cubicBezTo>
                <a:cubicBezTo>
                  <a:pt x="117267" y="31673"/>
                  <a:pt x="115869" y="30001"/>
                  <a:pt x="115504" y="29728"/>
                </a:cubicBezTo>
                <a:close/>
                <a:moveTo>
                  <a:pt x="92525" y="19849"/>
                </a:moveTo>
                <a:cubicBezTo>
                  <a:pt x="93072" y="19971"/>
                  <a:pt x="93467" y="19819"/>
                  <a:pt x="94197" y="20214"/>
                </a:cubicBezTo>
                <a:cubicBezTo>
                  <a:pt x="94318" y="20275"/>
                  <a:pt x="94653" y="20609"/>
                  <a:pt x="94896" y="20761"/>
                </a:cubicBezTo>
                <a:cubicBezTo>
                  <a:pt x="95382" y="20974"/>
                  <a:pt x="95808" y="21278"/>
                  <a:pt x="96172" y="21673"/>
                </a:cubicBezTo>
                <a:cubicBezTo>
                  <a:pt x="96416" y="21825"/>
                  <a:pt x="96689" y="21946"/>
                  <a:pt x="96963" y="22038"/>
                </a:cubicBezTo>
                <a:cubicBezTo>
                  <a:pt x="98878" y="23588"/>
                  <a:pt x="100215" y="24256"/>
                  <a:pt x="101401" y="25229"/>
                </a:cubicBezTo>
                <a:cubicBezTo>
                  <a:pt x="101249" y="25199"/>
                  <a:pt x="101066" y="25168"/>
                  <a:pt x="100914" y="25077"/>
                </a:cubicBezTo>
                <a:cubicBezTo>
                  <a:pt x="100884" y="25320"/>
                  <a:pt x="101249" y="25412"/>
                  <a:pt x="101553" y="25594"/>
                </a:cubicBezTo>
                <a:cubicBezTo>
                  <a:pt x="101522" y="25837"/>
                  <a:pt x="102160" y="26415"/>
                  <a:pt x="102464" y="26536"/>
                </a:cubicBezTo>
                <a:cubicBezTo>
                  <a:pt x="102221" y="26080"/>
                  <a:pt x="101887" y="25685"/>
                  <a:pt x="101492" y="25381"/>
                </a:cubicBezTo>
                <a:cubicBezTo>
                  <a:pt x="102130" y="25594"/>
                  <a:pt x="102464" y="26080"/>
                  <a:pt x="103163" y="26384"/>
                </a:cubicBezTo>
                <a:cubicBezTo>
                  <a:pt x="102768" y="26415"/>
                  <a:pt x="103407" y="26810"/>
                  <a:pt x="102738" y="26445"/>
                </a:cubicBezTo>
                <a:cubicBezTo>
                  <a:pt x="102920" y="26688"/>
                  <a:pt x="103194" y="26870"/>
                  <a:pt x="103498" y="26992"/>
                </a:cubicBezTo>
                <a:cubicBezTo>
                  <a:pt x="103589" y="26810"/>
                  <a:pt x="103072" y="26506"/>
                  <a:pt x="103376" y="26354"/>
                </a:cubicBezTo>
                <a:lnTo>
                  <a:pt x="104015" y="26779"/>
                </a:lnTo>
                <a:cubicBezTo>
                  <a:pt x="103103" y="26293"/>
                  <a:pt x="103923" y="27266"/>
                  <a:pt x="104410" y="27357"/>
                </a:cubicBezTo>
                <a:cubicBezTo>
                  <a:pt x="104471" y="27266"/>
                  <a:pt x="104136" y="27144"/>
                  <a:pt x="104045" y="27022"/>
                </a:cubicBezTo>
                <a:cubicBezTo>
                  <a:pt x="103802" y="26719"/>
                  <a:pt x="104805" y="27478"/>
                  <a:pt x="105200" y="27600"/>
                </a:cubicBezTo>
                <a:cubicBezTo>
                  <a:pt x="105230" y="27722"/>
                  <a:pt x="105443" y="27843"/>
                  <a:pt x="105322" y="27934"/>
                </a:cubicBezTo>
                <a:cubicBezTo>
                  <a:pt x="105808" y="28056"/>
                  <a:pt x="106264" y="28664"/>
                  <a:pt x="106629" y="29029"/>
                </a:cubicBezTo>
                <a:cubicBezTo>
                  <a:pt x="105929" y="28694"/>
                  <a:pt x="105109" y="28208"/>
                  <a:pt x="104774" y="28481"/>
                </a:cubicBezTo>
                <a:cubicBezTo>
                  <a:pt x="104622" y="28360"/>
                  <a:pt x="104774" y="28299"/>
                  <a:pt x="104592" y="28208"/>
                </a:cubicBezTo>
                <a:cubicBezTo>
                  <a:pt x="104167" y="27965"/>
                  <a:pt x="104622" y="28390"/>
                  <a:pt x="104440" y="28421"/>
                </a:cubicBezTo>
                <a:cubicBezTo>
                  <a:pt x="103954" y="28056"/>
                  <a:pt x="103741" y="28086"/>
                  <a:pt x="103346" y="27813"/>
                </a:cubicBezTo>
                <a:cubicBezTo>
                  <a:pt x="103346" y="27539"/>
                  <a:pt x="103711" y="27874"/>
                  <a:pt x="103954" y="28026"/>
                </a:cubicBezTo>
                <a:cubicBezTo>
                  <a:pt x="104258" y="27843"/>
                  <a:pt x="103103" y="27296"/>
                  <a:pt x="102890" y="27357"/>
                </a:cubicBezTo>
                <a:cubicBezTo>
                  <a:pt x="102434" y="27083"/>
                  <a:pt x="102708" y="26962"/>
                  <a:pt x="102160" y="26719"/>
                </a:cubicBezTo>
                <a:lnTo>
                  <a:pt x="101644" y="26627"/>
                </a:lnTo>
                <a:cubicBezTo>
                  <a:pt x="101553" y="26749"/>
                  <a:pt x="102069" y="26901"/>
                  <a:pt x="102039" y="26870"/>
                </a:cubicBezTo>
                <a:cubicBezTo>
                  <a:pt x="102221" y="27022"/>
                  <a:pt x="102191" y="27114"/>
                  <a:pt x="102373" y="27266"/>
                </a:cubicBezTo>
                <a:cubicBezTo>
                  <a:pt x="102738" y="27448"/>
                  <a:pt x="103103" y="27661"/>
                  <a:pt x="103437" y="27934"/>
                </a:cubicBezTo>
                <a:cubicBezTo>
                  <a:pt x="102221" y="27266"/>
                  <a:pt x="100945" y="26506"/>
                  <a:pt x="99668" y="25715"/>
                </a:cubicBezTo>
                <a:cubicBezTo>
                  <a:pt x="100002" y="25594"/>
                  <a:pt x="100094" y="25412"/>
                  <a:pt x="100094" y="25168"/>
                </a:cubicBezTo>
                <a:cubicBezTo>
                  <a:pt x="99698" y="24834"/>
                  <a:pt x="99607" y="24986"/>
                  <a:pt x="99212" y="24652"/>
                </a:cubicBezTo>
                <a:cubicBezTo>
                  <a:pt x="98817" y="24439"/>
                  <a:pt x="99516" y="25016"/>
                  <a:pt x="99151" y="25016"/>
                </a:cubicBezTo>
                <a:lnTo>
                  <a:pt x="98452" y="24530"/>
                </a:lnTo>
                <a:cubicBezTo>
                  <a:pt x="98331" y="24834"/>
                  <a:pt x="98756" y="25047"/>
                  <a:pt x="99303" y="25381"/>
                </a:cubicBezTo>
                <a:cubicBezTo>
                  <a:pt x="98817" y="25381"/>
                  <a:pt x="97783" y="24530"/>
                  <a:pt x="97054" y="24104"/>
                </a:cubicBezTo>
                <a:cubicBezTo>
                  <a:pt x="97176" y="24104"/>
                  <a:pt x="97267" y="24104"/>
                  <a:pt x="97328" y="24044"/>
                </a:cubicBezTo>
                <a:cubicBezTo>
                  <a:pt x="97084" y="23892"/>
                  <a:pt x="96841" y="23770"/>
                  <a:pt x="96568" y="23649"/>
                </a:cubicBezTo>
                <a:cubicBezTo>
                  <a:pt x="96598" y="23770"/>
                  <a:pt x="96659" y="23892"/>
                  <a:pt x="96750" y="23953"/>
                </a:cubicBezTo>
                <a:cubicBezTo>
                  <a:pt x="96051" y="23679"/>
                  <a:pt x="94987" y="22828"/>
                  <a:pt x="94106" y="22159"/>
                </a:cubicBezTo>
                <a:cubicBezTo>
                  <a:pt x="94318" y="22220"/>
                  <a:pt x="94349" y="22159"/>
                  <a:pt x="94106" y="21886"/>
                </a:cubicBezTo>
                <a:cubicBezTo>
                  <a:pt x="93832" y="21612"/>
                  <a:pt x="93376" y="21582"/>
                  <a:pt x="93650" y="21855"/>
                </a:cubicBezTo>
                <a:cubicBezTo>
                  <a:pt x="93528" y="21946"/>
                  <a:pt x="93042" y="21338"/>
                  <a:pt x="92768" y="21156"/>
                </a:cubicBezTo>
                <a:cubicBezTo>
                  <a:pt x="92555" y="20670"/>
                  <a:pt x="92768" y="20335"/>
                  <a:pt x="92525" y="19849"/>
                </a:cubicBezTo>
                <a:close/>
                <a:moveTo>
                  <a:pt x="102556" y="26658"/>
                </a:moveTo>
                <a:cubicBezTo>
                  <a:pt x="102434" y="26840"/>
                  <a:pt x="103407" y="27539"/>
                  <a:pt x="103589" y="27418"/>
                </a:cubicBezTo>
                <a:cubicBezTo>
                  <a:pt x="103285" y="27083"/>
                  <a:pt x="103042" y="27083"/>
                  <a:pt x="102556" y="26658"/>
                </a:cubicBezTo>
                <a:close/>
                <a:moveTo>
                  <a:pt x="100094" y="25108"/>
                </a:moveTo>
                <a:cubicBezTo>
                  <a:pt x="100397" y="25533"/>
                  <a:pt x="100549" y="25624"/>
                  <a:pt x="100185" y="25807"/>
                </a:cubicBezTo>
                <a:cubicBezTo>
                  <a:pt x="100823" y="26354"/>
                  <a:pt x="100610" y="25624"/>
                  <a:pt x="100823" y="25746"/>
                </a:cubicBezTo>
                <a:cubicBezTo>
                  <a:pt x="100945" y="26050"/>
                  <a:pt x="101978" y="26749"/>
                  <a:pt x="102130" y="26445"/>
                </a:cubicBezTo>
                <a:cubicBezTo>
                  <a:pt x="101735" y="26111"/>
                  <a:pt x="101735" y="26323"/>
                  <a:pt x="101492" y="26202"/>
                </a:cubicBezTo>
                <a:cubicBezTo>
                  <a:pt x="101005" y="25776"/>
                  <a:pt x="100701" y="25168"/>
                  <a:pt x="100094" y="25108"/>
                </a:cubicBezTo>
                <a:close/>
                <a:moveTo>
                  <a:pt x="96963" y="23345"/>
                </a:moveTo>
                <a:cubicBezTo>
                  <a:pt x="97267" y="23649"/>
                  <a:pt x="97601" y="23892"/>
                  <a:pt x="97966" y="24013"/>
                </a:cubicBezTo>
                <a:cubicBezTo>
                  <a:pt x="98179" y="24135"/>
                  <a:pt x="98817" y="24712"/>
                  <a:pt x="98726" y="24408"/>
                </a:cubicBezTo>
                <a:cubicBezTo>
                  <a:pt x="98787" y="24256"/>
                  <a:pt x="98148" y="23953"/>
                  <a:pt x="98148" y="23801"/>
                </a:cubicBezTo>
                <a:cubicBezTo>
                  <a:pt x="97783" y="23922"/>
                  <a:pt x="97419" y="23466"/>
                  <a:pt x="96963" y="23345"/>
                </a:cubicBezTo>
                <a:close/>
                <a:moveTo>
                  <a:pt x="97510" y="23253"/>
                </a:moveTo>
                <a:cubicBezTo>
                  <a:pt x="97662" y="23132"/>
                  <a:pt x="97328" y="22889"/>
                  <a:pt x="97115" y="22676"/>
                </a:cubicBezTo>
                <a:cubicBezTo>
                  <a:pt x="96811" y="22737"/>
                  <a:pt x="97145" y="23010"/>
                  <a:pt x="97510" y="23253"/>
                </a:cubicBezTo>
                <a:close/>
                <a:moveTo>
                  <a:pt x="96203" y="22949"/>
                </a:moveTo>
                <a:cubicBezTo>
                  <a:pt x="96385" y="23101"/>
                  <a:pt x="96628" y="23223"/>
                  <a:pt x="96872" y="23193"/>
                </a:cubicBezTo>
                <a:cubicBezTo>
                  <a:pt x="96750" y="23010"/>
                  <a:pt x="96568" y="22858"/>
                  <a:pt x="96385" y="22737"/>
                </a:cubicBezTo>
                <a:close/>
                <a:moveTo>
                  <a:pt x="95656" y="22767"/>
                </a:moveTo>
                <a:cubicBezTo>
                  <a:pt x="95808" y="22828"/>
                  <a:pt x="96324" y="22706"/>
                  <a:pt x="95808" y="22342"/>
                </a:cubicBezTo>
                <a:cubicBezTo>
                  <a:pt x="95595" y="22159"/>
                  <a:pt x="95169" y="22494"/>
                  <a:pt x="95656" y="22767"/>
                </a:cubicBezTo>
                <a:close/>
                <a:moveTo>
                  <a:pt x="93589" y="21338"/>
                </a:moveTo>
                <a:cubicBezTo>
                  <a:pt x="93437" y="21217"/>
                  <a:pt x="93437" y="21308"/>
                  <a:pt x="93680" y="21521"/>
                </a:cubicBezTo>
                <a:cubicBezTo>
                  <a:pt x="93862" y="21369"/>
                  <a:pt x="93741" y="21126"/>
                  <a:pt x="93376" y="20761"/>
                </a:cubicBezTo>
                <a:cubicBezTo>
                  <a:pt x="93103" y="20822"/>
                  <a:pt x="93741" y="21247"/>
                  <a:pt x="93589" y="21338"/>
                </a:cubicBezTo>
                <a:close/>
                <a:moveTo>
                  <a:pt x="98695" y="66081"/>
                </a:moveTo>
                <a:cubicBezTo>
                  <a:pt x="98300" y="66233"/>
                  <a:pt x="97662" y="66750"/>
                  <a:pt x="97510" y="66567"/>
                </a:cubicBezTo>
                <a:cubicBezTo>
                  <a:pt x="98087" y="66172"/>
                  <a:pt x="98331" y="66202"/>
                  <a:pt x="98878" y="65807"/>
                </a:cubicBezTo>
                <a:cubicBezTo>
                  <a:pt x="98908" y="65899"/>
                  <a:pt x="98635" y="66020"/>
                  <a:pt x="98695" y="66081"/>
                </a:cubicBezTo>
                <a:close/>
                <a:moveTo>
                  <a:pt x="98148" y="66081"/>
                </a:moveTo>
                <a:cubicBezTo>
                  <a:pt x="97631" y="66233"/>
                  <a:pt x="98604" y="65473"/>
                  <a:pt x="98878" y="65503"/>
                </a:cubicBezTo>
                <a:cubicBezTo>
                  <a:pt x="98817" y="65716"/>
                  <a:pt x="98179" y="65777"/>
                  <a:pt x="98148" y="66081"/>
                </a:cubicBezTo>
                <a:close/>
                <a:moveTo>
                  <a:pt x="102495" y="63315"/>
                </a:moveTo>
                <a:cubicBezTo>
                  <a:pt x="102495" y="63467"/>
                  <a:pt x="101583" y="64440"/>
                  <a:pt x="100975" y="64409"/>
                </a:cubicBezTo>
                <a:cubicBezTo>
                  <a:pt x="100732" y="64622"/>
                  <a:pt x="100489" y="64804"/>
                  <a:pt x="100245" y="65017"/>
                </a:cubicBezTo>
                <a:cubicBezTo>
                  <a:pt x="100185" y="64956"/>
                  <a:pt x="100245" y="64926"/>
                  <a:pt x="100337" y="64865"/>
                </a:cubicBezTo>
                <a:cubicBezTo>
                  <a:pt x="100337" y="64804"/>
                  <a:pt x="100245" y="64835"/>
                  <a:pt x="100185" y="64865"/>
                </a:cubicBezTo>
                <a:cubicBezTo>
                  <a:pt x="100428" y="64348"/>
                  <a:pt x="102069" y="64075"/>
                  <a:pt x="101796" y="63619"/>
                </a:cubicBezTo>
                <a:cubicBezTo>
                  <a:pt x="102130" y="63376"/>
                  <a:pt x="102191" y="63528"/>
                  <a:pt x="102495" y="63315"/>
                </a:cubicBezTo>
                <a:close/>
                <a:moveTo>
                  <a:pt x="97145" y="66871"/>
                </a:moveTo>
                <a:cubicBezTo>
                  <a:pt x="96476" y="67206"/>
                  <a:pt x="96568" y="67449"/>
                  <a:pt x="95869" y="67783"/>
                </a:cubicBezTo>
                <a:cubicBezTo>
                  <a:pt x="95747" y="67540"/>
                  <a:pt x="96628" y="67145"/>
                  <a:pt x="96780" y="66841"/>
                </a:cubicBezTo>
                <a:cubicBezTo>
                  <a:pt x="97024" y="66750"/>
                  <a:pt x="97723" y="66598"/>
                  <a:pt x="97388" y="66962"/>
                </a:cubicBezTo>
                <a:cubicBezTo>
                  <a:pt x="97510" y="67145"/>
                  <a:pt x="97814" y="66446"/>
                  <a:pt x="97905" y="66628"/>
                </a:cubicBezTo>
                <a:cubicBezTo>
                  <a:pt x="98027" y="66902"/>
                  <a:pt x="97419" y="67175"/>
                  <a:pt x="97054" y="67327"/>
                </a:cubicBezTo>
                <a:cubicBezTo>
                  <a:pt x="96841" y="67206"/>
                  <a:pt x="97145" y="67023"/>
                  <a:pt x="97145" y="66871"/>
                </a:cubicBezTo>
                <a:close/>
                <a:moveTo>
                  <a:pt x="100945" y="65047"/>
                </a:moveTo>
                <a:cubicBezTo>
                  <a:pt x="100063" y="65503"/>
                  <a:pt x="99729" y="65807"/>
                  <a:pt x="98787" y="66263"/>
                </a:cubicBezTo>
                <a:cubicBezTo>
                  <a:pt x="98726" y="65929"/>
                  <a:pt x="99212" y="65503"/>
                  <a:pt x="99911" y="65108"/>
                </a:cubicBezTo>
                <a:cubicBezTo>
                  <a:pt x="100276" y="65199"/>
                  <a:pt x="99364" y="65473"/>
                  <a:pt x="99486" y="65595"/>
                </a:cubicBezTo>
                <a:cubicBezTo>
                  <a:pt x="100033" y="65564"/>
                  <a:pt x="100580" y="64865"/>
                  <a:pt x="100975" y="65047"/>
                </a:cubicBezTo>
                <a:close/>
                <a:moveTo>
                  <a:pt x="121948" y="43649"/>
                </a:moveTo>
                <a:cubicBezTo>
                  <a:pt x="121826" y="43710"/>
                  <a:pt x="121735" y="43436"/>
                  <a:pt x="121735" y="43649"/>
                </a:cubicBezTo>
                <a:cubicBezTo>
                  <a:pt x="121522" y="43467"/>
                  <a:pt x="121735" y="43041"/>
                  <a:pt x="121887" y="43071"/>
                </a:cubicBezTo>
                <a:close/>
                <a:moveTo>
                  <a:pt x="95017" y="68482"/>
                </a:moveTo>
                <a:cubicBezTo>
                  <a:pt x="95352" y="68209"/>
                  <a:pt x="95717" y="68178"/>
                  <a:pt x="96355" y="67661"/>
                </a:cubicBezTo>
                <a:cubicBezTo>
                  <a:pt x="96385" y="67844"/>
                  <a:pt x="95747" y="68087"/>
                  <a:pt x="95960" y="68239"/>
                </a:cubicBezTo>
                <a:cubicBezTo>
                  <a:pt x="95595" y="68361"/>
                  <a:pt x="95109" y="68725"/>
                  <a:pt x="95017" y="68482"/>
                </a:cubicBezTo>
                <a:close/>
                <a:moveTo>
                  <a:pt x="89425" y="70975"/>
                </a:moveTo>
                <a:cubicBezTo>
                  <a:pt x="89455" y="70792"/>
                  <a:pt x="90701" y="69941"/>
                  <a:pt x="91157" y="69911"/>
                </a:cubicBezTo>
                <a:cubicBezTo>
                  <a:pt x="91431" y="70063"/>
                  <a:pt x="90944" y="70063"/>
                  <a:pt x="90762" y="70154"/>
                </a:cubicBezTo>
                <a:cubicBezTo>
                  <a:pt x="90337" y="70458"/>
                  <a:pt x="89881" y="70731"/>
                  <a:pt x="89425" y="70975"/>
                </a:cubicBezTo>
                <a:close/>
                <a:moveTo>
                  <a:pt x="102404" y="64105"/>
                </a:moveTo>
                <a:cubicBezTo>
                  <a:pt x="103255" y="63558"/>
                  <a:pt x="102282" y="63649"/>
                  <a:pt x="103133" y="63163"/>
                </a:cubicBezTo>
                <a:cubicBezTo>
                  <a:pt x="103163" y="63376"/>
                  <a:pt x="102829" y="63619"/>
                  <a:pt x="102951" y="63832"/>
                </a:cubicBezTo>
                <a:cubicBezTo>
                  <a:pt x="102404" y="64166"/>
                  <a:pt x="101887" y="64713"/>
                  <a:pt x="101553" y="64500"/>
                </a:cubicBezTo>
                <a:cubicBezTo>
                  <a:pt x="101978" y="64318"/>
                  <a:pt x="102586" y="63649"/>
                  <a:pt x="102404" y="64105"/>
                </a:cubicBezTo>
                <a:close/>
                <a:moveTo>
                  <a:pt x="91765" y="69394"/>
                </a:moveTo>
                <a:cubicBezTo>
                  <a:pt x="92008" y="69060"/>
                  <a:pt x="92951" y="68634"/>
                  <a:pt x="93467" y="68269"/>
                </a:cubicBezTo>
                <a:cubicBezTo>
                  <a:pt x="92951" y="68725"/>
                  <a:pt x="92403" y="69120"/>
                  <a:pt x="91765" y="69394"/>
                </a:cubicBezTo>
                <a:close/>
                <a:moveTo>
                  <a:pt x="93528" y="69029"/>
                </a:moveTo>
                <a:cubicBezTo>
                  <a:pt x="93954" y="68938"/>
                  <a:pt x="93923" y="68756"/>
                  <a:pt x="94379" y="68604"/>
                </a:cubicBezTo>
                <a:cubicBezTo>
                  <a:pt x="94410" y="68756"/>
                  <a:pt x="93893" y="68968"/>
                  <a:pt x="93923" y="69120"/>
                </a:cubicBezTo>
                <a:cubicBezTo>
                  <a:pt x="93802" y="69181"/>
                  <a:pt x="93650" y="69151"/>
                  <a:pt x="93528" y="69029"/>
                </a:cubicBezTo>
                <a:close/>
                <a:moveTo>
                  <a:pt x="90154" y="71309"/>
                </a:moveTo>
                <a:cubicBezTo>
                  <a:pt x="90093" y="71127"/>
                  <a:pt x="89850" y="71248"/>
                  <a:pt x="89516" y="71461"/>
                </a:cubicBezTo>
                <a:cubicBezTo>
                  <a:pt x="89668" y="71005"/>
                  <a:pt x="90610" y="70853"/>
                  <a:pt x="91066" y="70367"/>
                </a:cubicBezTo>
                <a:cubicBezTo>
                  <a:pt x="91248" y="70367"/>
                  <a:pt x="91309" y="70519"/>
                  <a:pt x="91613" y="70367"/>
                </a:cubicBezTo>
                <a:cubicBezTo>
                  <a:pt x="91978" y="70063"/>
                  <a:pt x="91400" y="70306"/>
                  <a:pt x="91461" y="70124"/>
                </a:cubicBezTo>
                <a:cubicBezTo>
                  <a:pt x="91674" y="70063"/>
                  <a:pt x="91856" y="69972"/>
                  <a:pt x="92039" y="69850"/>
                </a:cubicBezTo>
                <a:cubicBezTo>
                  <a:pt x="92221" y="69880"/>
                  <a:pt x="91735" y="70306"/>
                  <a:pt x="92160" y="70093"/>
                </a:cubicBezTo>
                <a:cubicBezTo>
                  <a:pt x="92160" y="70215"/>
                  <a:pt x="91613" y="70701"/>
                  <a:pt x="91400" y="70640"/>
                </a:cubicBezTo>
                <a:cubicBezTo>
                  <a:pt x="91127" y="70792"/>
                  <a:pt x="91340" y="70914"/>
                  <a:pt x="90944" y="71096"/>
                </a:cubicBezTo>
                <a:cubicBezTo>
                  <a:pt x="90792" y="71005"/>
                  <a:pt x="91066" y="70853"/>
                  <a:pt x="91279" y="70701"/>
                </a:cubicBezTo>
                <a:cubicBezTo>
                  <a:pt x="91279" y="70579"/>
                  <a:pt x="91096" y="70701"/>
                  <a:pt x="91036" y="70610"/>
                </a:cubicBezTo>
                <a:cubicBezTo>
                  <a:pt x="90580" y="71005"/>
                  <a:pt x="90580" y="71370"/>
                  <a:pt x="89881" y="71795"/>
                </a:cubicBezTo>
                <a:cubicBezTo>
                  <a:pt x="90063" y="71309"/>
                  <a:pt x="89637" y="71795"/>
                  <a:pt x="89333" y="72069"/>
                </a:cubicBezTo>
                <a:cubicBezTo>
                  <a:pt x="89242" y="71978"/>
                  <a:pt x="89425" y="71856"/>
                  <a:pt x="89333" y="71765"/>
                </a:cubicBezTo>
                <a:cubicBezTo>
                  <a:pt x="89698" y="71491"/>
                  <a:pt x="89789" y="71643"/>
                  <a:pt x="90185" y="71339"/>
                </a:cubicBezTo>
                <a:close/>
                <a:moveTo>
                  <a:pt x="94744" y="67358"/>
                </a:moveTo>
                <a:cubicBezTo>
                  <a:pt x="95109" y="67297"/>
                  <a:pt x="95565" y="66871"/>
                  <a:pt x="96081" y="66537"/>
                </a:cubicBezTo>
                <a:cubicBezTo>
                  <a:pt x="96294" y="66415"/>
                  <a:pt x="96385" y="66446"/>
                  <a:pt x="96628" y="66294"/>
                </a:cubicBezTo>
                <a:cubicBezTo>
                  <a:pt x="96902" y="66142"/>
                  <a:pt x="96872" y="66050"/>
                  <a:pt x="97145" y="65899"/>
                </a:cubicBezTo>
                <a:cubicBezTo>
                  <a:pt x="98179" y="65291"/>
                  <a:pt x="99577" y="64470"/>
                  <a:pt x="100884" y="63619"/>
                </a:cubicBezTo>
                <a:cubicBezTo>
                  <a:pt x="101036" y="63984"/>
                  <a:pt x="100063" y="64288"/>
                  <a:pt x="99729" y="64470"/>
                </a:cubicBezTo>
                <a:cubicBezTo>
                  <a:pt x="99364" y="64713"/>
                  <a:pt x="99212" y="65017"/>
                  <a:pt x="98847" y="65108"/>
                </a:cubicBezTo>
                <a:cubicBezTo>
                  <a:pt x="98665" y="65199"/>
                  <a:pt x="98756" y="65291"/>
                  <a:pt x="98908" y="65230"/>
                </a:cubicBezTo>
                <a:cubicBezTo>
                  <a:pt x="98847" y="65443"/>
                  <a:pt x="98300" y="65534"/>
                  <a:pt x="98270" y="65351"/>
                </a:cubicBezTo>
                <a:cubicBezTo>
                  <a:pt x="97176" y="66111"/>
                  <a:pt x="96294" y="66537"/>
                  <a:pt x="95534" y="67175"/>
                </a:cubicBezTo>
                <a:cubicBezTo>
                  <a:pt x="95261" y="67266"/>
                  <a:pt x="94896" y="67479"/>
                  <a:pt x="94744" y="67358"/>
                </a:cubicBezTo>
                <a:close/>
                <a:moveTo>
                  <a:pt x="121614" y="42433"/>
                </a:moveTo>
                <a:cubicBezTo>
                  <a:pt x="121492" y="42798"/>
                  <a:pt x="121188" y="41673"/>
                  <a:pt x="121188" y="41369"/>
                </a:cubicBezTo>
                <a:cubicBezTo>
                  <a:pt x="121279" y="41369"/>
                  <a:pt x="121371" y="41643"/>
                  <a:pt x="121431" y="41886"/>
                </a:cubicBezTo>
                <a:cubicBezTo>
                  <a:pt x="121492" y="42160"/>
                  <a:pt x="121492" y="42403"/>
                  <a:pt x="121614" y="42403"/>
                </a:cubicBezTo>
                <a:close/>
                <a:moveTo>
                  <a:pt x="122799" y="40275"/>
                </a:moveTo>
                <a:cubicBezTo>
                  <a:pt x="122830" y="40609"/>
                  <a:pt x="122860" y="40913"/>
                  <a:pt x="122951" y="41217"/>
                </a:cubicBezTo>
                <a:cubicBezTo>
                  <a:pt x="122708" y="41369"/>
                  <a:pt x="122708" y="40184"/>
                  <a:pt x="122738" y="40305"/>
                </a:cubicBezTo>
                <a:cubicBezTo>
                  <a:pt x="122738" y="40184"/>
                  <a:pt x="122434" y="39606"/>
                  <a:pt x="122252" y="39150"/>
                </a:cubicBezTo>
                <a:cubicBezTo>
                  <a:pt x="122130" y="38755"/>
                  <a:pt x="121948" y="38360"/>
                  <a:pt x="121735" y="37995"/>
                </a:cubicBezTo>
                <a:cubicBezTo>
                  <a:pt x="121826" y="37935"/>
                  <a:pt x="121766" y="37691"/>
                  <a:pt x="121583" y="37387"/>
                </a:cubicBezTo>
                <a:cubicBezTo>
                  <a:pt x="121948" y="37752"/>
                  <a:pt x="122039" y="38421"/>
                  <a:pt x="122313" y="39120"/>
                </a:cubicBezTo>
                <a:cubicBezTo>
                  <a:pt x="122495" y="39485"/>
                  <a:pt x="122678" y="39880"/>
                  <a:pt x="122830" y="40275"/>
                </a:cubicBezTo>
                <a:close/>
                <a:moveTo>
                  <a:pt x="121918" y="41886"/>
                </a:moveTo>
                <a:cubicBezTo>
                  <a:pt x="122130" y="41734"/>
                  <a:pt x="122130" y="42372"/>
                  <a:pt x="122313" y="42129"/>
                </a:cubicBezTo>
                <a:cubicBezTo>
                  <a:pt x="122374" y="42372"/>
                  <a:pt x="122343" y="42494"/>
                  <a:pt x="122282" y="42585"/>
                </a:cubicBezTo>
                <a:cubicBezTo>
                  <a:pt x="122161" y="42342"/>
                  <a:pt x="121978" y="42463"/>
                  <a:pt x="121918" y="41886"/>
                </a:cubicBezTo>
                <a:close/>
                <a:moveTo>
                  <a:pt x="122282" y="42585"/>
                </a:moveTo>
                <a:cubicBezTo>
                  <a:pt x="122374" y="43011"/>
                  <a:pt x="122708" y="42342"/>
                  <a:pt x="122708" y="42950"/>
                </a:cubicBezTo>
                <a:cubicBezTo>
                  <a:pt x="122586" y="43163"/>
                  <a:pt x="122343" y="42585"/>
                  <a:pt x="122374" y="43011"/>
                </a:cubicBezTo>
                <a:cubicBezTo>
                  <a:pt x="122222" y="43011"/>
                  <a:pt x="122130" y="42646"/>
                  <a:pt x="122282" y="42585"/>
                </a:cubicBezTo>
                <a:close/>
                <a:moveTo>
                  <a:pt x="123255" y="41795"/>
                </a:moveTo>
                <a:cubicBezTo>
                  <a:pt x="123133" y="41308"/>
                  <a:pt x="123316" y="41126"/>
                  <a:pt x="123073" y="40852"/>
                </a:cubicBezTo>
                <a:cubicBezTo>
                  <a:pt x="123042" y="40579"/>
                  <a:pt x="123194" y="40883"/>
                  <a:pt x="123346" y="41217"/>
                </a:cubicBezTo>
                <a:cubicBezTo>
                  <a:pt x="123468" y="41521"/>
                  <a:pt x="123468" y="41916"/>
                  <a:pt x="123255" y="41795"/>
                </a:cubicBezTo>
                <a:close/>
                <a:moveTo>
                  <a:pt x="108361" y="58452"/>
                </a:moveTo>
                <a:cubicBezTo>
                  <a:pt x="108908" y="58117"/>
                  <a:pt x="108939" y="58239"/>
                  <a:pt x="109303" y="57904"/>
                </a:cubicBezTo>
                <a:cubicBezTo>
                  <a:pt x="109516" y="58239"/>
                  <a:pt x="108452" y="58330"/>
                  <a:pt x="108787" y="58604"/>
                </a:cubicBezTo>
                <a:cubicBezTo>
                  <a:pt x="108392" y="58938"/>
                  <a:pt x="108483" y="58543"/>
                  <a:pt x="108361" y="58452"/>
                </a:cubicBezTo>
                <a:close/>
                <a:moveTo>
                  <a:pt x="119577" y="48634"/>
                </a:moveTo>
                <a:cubicBezTo>
                  <a:pt x="119577" y="48299"/>
                  <a:pt x="119668" y="47965"/>
                  <a:pt x="119851" y="47661"/>
                </a:cubicBezTo>
                <a:cubicBezTo>
                  <a:pt x="119972" y="47327"/>
                  <a:pt x="120063" y="46992"/>
                  <a:pt x="120124" y="46658"/>
                </a:cubicBezTo>
                <a:cubicBezTo>
                  <a:pt x="120185" y="46141"/>
                  <a:pt x="119972" y="45807"/>
                  <a:pt x="120124" y="45503"/>
                </a:cubicBezTo>
                <a:cubicBezTo>
                  <a:pt x="120337" y="45473"/>
                  <a:pt x="120185" y="45929"/>
                  <a:pt x="120185" y="46202"/>
                </a:cubicBezTo>
                <a:cubicBezTo>
                  <a:pt x="120215" y="46385"/>
                  <a:pt x="120246" y="46597"/>
                  <a:pt x="120246" y="46810"/>
                </a:cubicBezTo>
                <a:cubicBezTo>
                  <a:pt x="120215" y="46962"/>
                  <a:pt x="120155" y="46962"/>
                  <a:pt x="120124" y="47023"/>
                </a:cubicBezTo>
                <a:cubicBezTo>
                  <a:pt x="120094" y="47144"/>
                  <a:pt x="120185" y="47509"/>
                  <a:pt x="119942" y="47570"/>
                </a:cubicBezTo>
                <a:cubicBezTo>
                  <a:pt x="119942" y="47965"/>
                  <a:pt x="119790" y="48330"/>
                  <a:pt x="119577" y="48634"/>
                </a:cubicBezTo>
                <a:close/>
                <a:moveTo>
                  <a:pt x="122161" y="39667"/>
                </a:moveTo>
                <a:cubicBezTo>
                  <a:pt x="122343" y="39849"/>
                  <a:pt x="122465" y="40093"/>
                  <a:pt x="122526" y="40336"/>
                </a:cubicBezTo>
                <a:cubicBezTo>
                  <a:pt x="122374" y="40518"/>
                  <a:pt x="122161" y="39910"/>
                  <a:pt x="122161" y="39667"/>
                </a:cubicBezTo>
                <a:close/>
                <a:moveTo>
                  <a:pt x="120671" y="38634"/>
                </a:moveTo>
                <a:cubicBezTo>
                  <a:pt x="120611" y="38330"/>
                  <a:pt x="120550" y="38026"/>
                  <a:pt x="120459" y="37752"/>
                </a:cubicBezTo>
                <a:cubicBezTo>
                  <a:pt x="121158" y="37904"/>
                  <a:pt x="121492" y="39302"/>
                  <a:pt x="121857" y="40245"/>
                </a:cubicBezTo>
                <a:cubicBezTo>
                  <a:pt x="121948" y="40397"/>
                  <a:pt x="122039" y="40336"/>
                  <a:pt x="122100" y="40336"/>
                </a:cubicBezTo>
                <a:cubicBezTo>
                  <a:pt x="121978" y="40792"/>
                  <a:pt x="122374" y="41096"/>
                  <a:pt x="122586" y="41612"/>
                </a:cubicBezTo>
                <a:cubicBezTo>
                  <a:pt x="122708" y="42099"/>
                  <a:pt x="122465" y="42038"/>
                  <a:pt x="122526" y="42403"/>
                </a:cubicBezTo>
                <a:cubicBezTo>
                  <a:pt x="122252" y="41947"/>
                  <a:pt x="122374" y="41339"/>
                  <a:pt x="122039" y="40822"/>
                </a:cubicBezTo>
                <a:cubicBezTo>
                  <a:pt x="121857" y="40609"/>
                  <a:pt x="121674" y="40670"/>
                  <a:pt x="121492" y="40214"/>
                </a:cubicBezTo>
                <a:cubicBezTo>
                  <a:pt x="121583" y="40153"/>
                  <a:pt x="121644" y="40305"/>
                  <a:pt x="121735" y="40275"/>
                </a:cubicBezTo>
                <a:cubicBezTo>
                  <a:pt x="121553" y="39880"/>
                  <a:pt x="121401" y="39485"/>
                  <a:pt x="121249" y="39059"/>
                </a:cubicBezTo>
                <a:cubicBezTo>
                  <a:pt x="121097" y="38725"/>
                  <a:pt x="120915" y="38512"/>
                  <a:pt x="120671" y="38634"/>
                </a:cubicBezTo>
                <a:close/>
                <a:moveTo>
                  <a:pt x="120155" y="41491"/>
                </a:moveTo>
                <a:cubicBezTo>
                  <a:pt x="119820" y="41460"/>
                  <a:pt x="119699" y="40974"/>
                  <a:pt x="119547" y="40427"/>
                </a:cubicBezTo>
                <a:cubicBezTo>
                  <a:pt x="119395" y="40336"/>
                  <a:pt x="118878" y="39485"/>
                  <a:pt x="119182" y="39424"/>
                </a:cubicBezTo>
                <a:cubicBezTo>
                  <a:pt x="119547" y="40123"/>
                  <a:pt x="120094" y="41035"/>
                  <a:pt x="120155" y="41491"/>
                </a:cubicBezTo>
                <a:close/>
                <a:moveTo>
                  <a:pt x="49789" y="40366"/>
                </a:moveTo>
                <a:cubicBezTo>
                  <a:pt x="49272" y="40944"/>
                  <a:pt x="48269" y="41612"/>
                  <a:pt x="47631" y="42190"/>
                </a:cubicBezTo>
                <a:cubicBezTo>
                  <a:pt x="48269" y="41521"/>
                  <a:pt x="48998" y="40883"/>
                  <a:pt x="49789" y="40366"/>
                </a:cubicBezTo>
                <a:close/>
                <a:moveTo>
                  <a:pt x="83558" y="81461"/>
                </a:moveTo>
                <a:cubicBezTo>
                  <a:pt x="83497" y="81248"/>
                  <a:pt x="83923" y="81036"/>
                  <a:pt x="84197" y="80823"/>
                </a:cubicBezTo>
                <a:cubicBezTo>
                  <a:pt x="84257" y="81066"/>
                  <a:pt x="83832" y="81279"/>
                  <a:pt x="83558" y="81461"/>
                </a:cubicBezTo>
                <a:close/>
                <a:moveTo>
                  <a:pt x="84136" y="80519"/>
                </a:moveTo>
                <a:lnTo>
                  <a:pt x="83133" y="81400"/>
                </a:lnTo>
                <a:cubicBezTo>
                  <a:pt x="82981" y="81279"/>
                  <a:pt x="84045" y="80276"/>
                  <a:pt x="84136" y="80519"/>
                </a:cubicBezTo>
                <a:close/>
                <a:moveTo>
                  <a:pt x="84440" y="81157"/>
                </a:moveTo>
                <a:cubicBezTo>
                  <a:pt x="84501" y="81400"/>
                  <a:pt x="84227" y="81491"/>
                  <a:pt x="83953" y="81704"/>
                </a:cubicBezTo>
                <a:cubicBezTo>
                  <a:pt x="83832" y="81552"/>
                  <a:pt x="84257" y="81218"/>
                  <a:pt x="84440" y="81157"/>
                </a:cubicBezTo>
                <a:close/>
                <a:moveTo>
                  <a:pt x="77935" y="87054"/>
                </a:moveTo>
                <a:cubicBezTo>
                  <a:pt x="77996" y="87175"/>
                  <a:pt x="77570" y="87662"/>
                  <a:pt x="77449" y="87935"/>
                </a:cubicBezTo>
                <a:cubicBezTo>
                  <a:pt x="77327" y="87692"/>
                  <a:pt x="77692" y="87419"/>
                  <a:pt x="77935" y="87054"/>
                </a:cubicBezTo>
                <a:close/>
                <a:moveTo>
                  <a:pt x="85048" y="81461"/>
                </a:moveTo>
                <a:cubicBezTo>
                  <a:pt x="85656" y="80944"/>
                  <a:pt x="86263" y="80488"/>
                  <a:pt x="86902" y="80032"/>
                </a:cubicBezTo>
                <a:cubicBezTo>
                  <a:pt x="86871" y="80367"/>
                  <a:pt x="87449" y="79668"/>
                  <a:pt x="87419" y="80002"/>
                </a:cubicBezTo>
                <a:cubicBezTo>
                  <a:pt x="86993" y="80215"/>
                  <a:pt x="86659" y="80549"/>
                  <a:pt x="86324" y="80732"/>
                </a:cubicBezTo>
                <a:cubicBezTo>
                  <a:pt x="86294" y="80732"/>
                  <a:pt x="86263" y="80610"/>
                  <a:pt x="86233" y="80610"/>
                </a:cubicBezTo>
                <a:cubicBezTo>
                  <a:pt x="86111" y="80640"/>
                  <a:pt x="85808" y="81005"/>
                  <a:pt x="85656" y="81066"/>
                </a:cubicBezTo>
                <a:cubicBezTo>
                  <a:pt x="85534" y="81248"/>
                  <a:pt x="85747" y="81127"/>
                  <a:pt x="85716" y="81370"/>
                </a:cubicBezTo>
                <a:cubicBezTo>
                  <a:pt x="85321" y="81431"/>
                  <a:pt x="85108" y="81856"/>
                  <a:pt x="84622" y="82099"/>
                </a:cubicBezTo>
                <a:cubicBezTo>
                  <a:pt x="84531" y="82221"/>
                  <a:pt x="84622" y="82191"/>
                  <a:pt x="84683" y="82160"/>
                </a:cubicBezTo>
                <a:cubicBezTo>
                  <a:pt x="84713" y="82403"/>
                  <a:pt x="84349" y="82343"/>
                  <a:pt x="84197" y="82464"/>
                </a:cubicBezTo>
                <a:cubicBezTo>
                  <a:pt x="84045" y="82403"/>
                  <a:pt x="84744" y="81765"/>
                  <a:pt x="84349" y="81978"/>
                </a:cubicBezTo>
                <a:cubicBezTo>
                  <a:pt x="84470" y="81674"/>
                  <a:pt x="84987" y="81583"/>
                  <a:pt x="84865" y="81917"/>
                </a:cubicBezTo>
                <a:cubicBezTo>
                  <a:pt x="84896" y="81765"/>
                  <a:pt x="85260" y="81552"/>
                  <a:pt x="85048" y="81461"/>
                </a:cubicBezTo>
                <a:close/>
                <a:moveTo>
                  <a:pt x="86537" y="78482"/>
                </a:moveTo>
                <a:cubicBezTo>
                  <a:pt x="86598" y="78756"/>
                  <a:pt x="85716" y="79212"/>
                  <a:pt x="85291" y="79607"/>
                </a:cubicBezTo>
                <a:cubicBezTo>
                  <a:pt x="85382" y="79151"/>
                  <a:pt x="86172" y="78969"/>
                  <a:pt x="86537" y="78482"/>
                </a:cubicBezTo>
                <a:close/>
                <a:moveTo>
                  <a:pt x="77631" y="89455"/>
                </a:moveTo>
                <a:cubicBezTo>
                  <a:pt x="77479" y="89364"/>
                  <a:pt x="77358" y="89546"/>
                  <a:pt x="77206" y="89698"/>
                </a:cubicBezTo>
                <a:cubicBezTo>
                  <a:pt x="77206" y="89820"/>
                  <a:pt x="77236" y="89941"/>
                  <a:pt x="77297" y="90033"/>
                </a:cubicBezTo>
                <a:cubicBezTo>
                  <a:pt x="77145" y="90306"/>
                  <a:pt x="76932" y="90428"/>
                  <a:pt x="76841" y="90853"/>
                </a:cubicBezTo>
                <a:cubicBezTo>
                  <a:pt x="76810" y="90458"/>
                  <a:pt x="76658" y="90701"/>
                  <a:pt x="76689" y="90337"/>
                </a:cubicBezTo>
                <a:cubicBezTo>
                  <a:pt x="76993" y="89911"/>
                  <a:pt x="76750" y="90397"/>
                  <a:pt x="76932" y="90458"/>
                </a:cubicBezTo>
                <a:cubicBezTo>
                  <a:pt x="77114" y="90002"/>
                  <a:pt x="76841" y="89911"/>
                  <a:pt x="77266" y="89273"/>
                </a:cubicBezTo>
                <a:cubicBezTo>
                  <a:pt x="77601" y="89486"/>
                  <a:pt x="77510" y="89121"/>
                  <a:pt x="77844" y="88665"/>
                </a:cubicBezTo>
                <a:cubicBezTo>
                  <a:pt x="78087" y="88817"/>
                  <a:pt x="77874" y="89242"/>
                  <a:pt x="77631" y="89759"/>
                </a:cubicBezTo>
                <a:cubicBezTo>
                  <a:pt x="77510" y="89789"/>
                  <a:pt x="77570" y="89607"/>
                  <a:pt x="77631" y="89455"/>
                </a:cubicBezTo>
                <a:close/>
                <a:moveTo>
                  <a:pt x="86780" y="79607"/>
                </a:moveTo>
                <a:cubicBezTo>
                  <a:pt x="86841" y="79394"/>
                  <a:pt x="87479" y="79212"/>
                  <a:pt x="87874" y="78817"/>
                </a:cubicBezTo>
                <a:cubicBezTo>
                  <a:pt x="87935" y="79029"/>
                  <a:pt x="87115" y="79425"/>
                  <a:pt x="86780" y="79607"/>
                </a:cubicBezTo>
                <a:close/>
                <a:moveTo>
                  <a:pt x="86172" y="81279"/>
                </a:moveTo>
                <a:cubicBezTo>
                  <a:pt x="86294" y="81400"/>
                  <a:pt x="85808" y="81613"/>
                  <a:pt x="85656" y="81795"/>
                </a:cubicBezTo>
                <a:cubicBezTo>
                  <a:pt x="85534" y="81552"/>
                  <a:pt x="85929" y="81340"/>
                  <a:pt x="86172" y="81279"/>
                </a:cubicBezTo>
                <a:close/>
                <a:moveTo>
                  <a:pt x="76810" y="91796"/>
                </a:moveTo>
                <a:cubicBezTo>
                  <a:pt x="76871" y="92069"/>
                  <a:pt x="76871" y="92343"/>
                  <a:pt x="76810" y="92616"/>
                </a:cubicBezTo>
                <a:cubicBezTo>
                  <a:pt x="76598" y="92555"/>
                  <a:pt x="76719" y="92130"/>
                  <a:pt x="76810" y="91796"/>
                </a:cubicBezTo>
                <a:close/>
                <a:moveTo>
                  <a:pt x="76051" y="95322"/>
                </a:moveTo>
                <a:cubicBezTo>
                  <a:pt x="76111" y="95200"/>
                  <a:pt x="76142" y="95078"/>
                  <a:pt x="76172" y="94926"/>
                </a:cubicBezTo>
                <a:cubicBezTo>
                  <a:pt x="76294" y="95200"/>
                  <a:pt x="76324" y="95473"/>
                  <a:pt x="76294" y="95747"/>
                </a:cubicBezTo>
                <a:cubicBezTo>
                  <a:pt x="76172" y="95686"/>
                  <a:pt x="76202" y="95382"/>
                  <a:pt x="76051" y="95322"/>
                </a:cubicBezTo>
                <a:close/>
                <a:moveTo>
                  <a:pt x="87023" y="78118"/>
                </a:moveTo>
                <a:cubicBezTo>
                  <a:pt x="88756" y="76993"/>
                  <a:pt x="89181" y="76598"/>
                  <a:pt x="91005" y="75564"/>
                </a:cubicBezTo>
                <a:cubicBezTo>
                  <a:pt x="91461" y="75382"/>
                  <a:pt x="90549" y="75899"/>
                  <a:pt x="90245" y="76111"/>
                </a:cubicBezTo>
                <a:cubicBezTo>
                  <a:pt x="89333" y="76719"/>
                  <a:pt x="87844" y="77692"/>
                  <a:pt x="86871" y="78422"/>
                </a:cubicBezTo>
                <a:cubicBezTo>
                  <a:pt x="86750" y="78391"/>
                  <a:pt x="86902" y="78239"/>
                  <a:pt x="87054" y="78118"/>
                </a:cubicBezTo>
                <a:close/>
                <a:moveTo>
                  <a:pt x="74288" y="103316"/>
                </a:moveTo>
                <a:cubicBezTo>
                  <a:pt x="73619" y="104106"/>
                  <a:pt x="73528" y="103832"/>
                  <a:pt x="73558" y="103589"/>
                </a:cubicBezTo>
                <a:cubicBezTo>
                  <a:pt x="74014" y="103072"/>
                  <a:pt x="74044" y="103376"/>
                  <a:pt x="74288" y="103316"/>
                </a:cubicBezTo>
                <a:close/>
                <a:moveTo>
                  <a:pt x="66810" y="108088"/>
                </a:moveTo>
                <a:cubicBezTo>
                  <a:pt x="66415" y="108240"/>
                  <a:pt x="66142" y="108270"/>
                  <a:pt x="66142" y="108088"/>
                </a:cubicBezTo>
                <a:cubicBezTo>
                  <a:pt x="66537" y="107936"/>
                  <a:pt x="66780" y="107905"/>
                  <a:pt x="66810" y="108088"/>
                </a:cubicBezTo>
                <a:close/>
                <a:moveTo>
                  <a:pt x="73771" y="104927"/>
                </a:moveTo>
                <a:cubicBezTo>
                  <a:pt x="73133" y="105504"/>
                  <a:pt x="72433" y="105960"/>
                  <a:pt x="71674" y="106325"/>
                </a:cubicBezTo>
                <a:cubicBezTo>
                  <a:pt x="71461" y="106416"/>
                  <a:pt x="71248" y="106477"/>
                  <a:pt x="71035" y="106568"/>
                </a:cubicBezTo>
                <a:lnTo>
                  <a:pt x="70701" y="106689"/>
                </a:lnTo>
                <a:lnTo>
                  <a:pt x="70458" y="106781"/>
                </a:lnTo>
                <a:cubicBezTo>
                  <a:pt x="70154" y="106872"/>
                  <a:pt x="69850" y="106933"/>
                  <a:pt x="69576" y="106993"/>
                </a:cubicBezTo>
                <a:cubicBezTo>
                  <a:pt x="69090" y="107115"/>
                  <a:pt x="69303" y="107328"/>
                  <a:pt x="68725" y="107419"/>
                </a:cubicBezTo>
                <a:cubicBezTo>
                  <a:pt x="68725" y="107358"/>
                  <a:pt x="68847" y="107328"/>
                  <a:pt x="68847" y="107237"/>
                </a:cubicBezTo>
                <a:cubicBezTo>
                  <a:pt x="68269" y="107419"/>
                  <a:pt x="67752" y="107632"/>
                  <a:pt x="67236" y="107936"/>
                </a:cubicBezTo>
                <a:cubicBezTo>
                  <a:pt x="67327" y="107571"/>
                  <a:pt x="66780" y="107753"/>
                  <a:pt x="66385" y="107784"/>
                </a:cubicBezTo>
                <a:cubicBezTo>
                  <a:pt x="66628" y="107358"/>
                  <a:pt x="67722" y="107328"/>
                  <a:pt x="68056" y="107358"/>
                </a:cubicBezTo>
                <a:cubicBezTo>
                  <a:pt x="68056" y="107085"/>
                  <a:pt x="68664" y="106598"/>
                  <a:pt x="69120" y="106568"/>
                </a:cubicBezTo>
                <a:cubicBezTo>
                  <a:pt x="69242" y="106720"/>
                  <a:pt x="68573" y="106811"/>
                  <a:pt x="68573" y="106963"/>
                </a:cubicBezTo>
                <a:cubicBezTo>
                  <a:pt x="68786" y="107115"/>
                  <a:pt x="69090" y="106781"/>
                  <a:pt x="69151" y="106689"/>
                </a:cubicBezTo>
                <a:cubicBezTo>
                  <a:pt x="69303" y="106689"/>
                  <a:pt x="69850" y="106355"/>
                  <a:pt x="70123" y="106355"/>
                </a:cubicBezTo>
                <a:cubicBezTo>
                  <a:pt x="70154" y="106355"/>
                  <a:pt x="70154" y="106507"/>
                  <a:pt x="70154" y="106507"/>
                </a:cubicBezTo>
                <a:cubicBezTo>
                  <a:pt x="70367" y="106416"/>
                  <a:pt x="70519" y="106234"/>
                  <a:pt x="70914" y="106051"/>
                </a:cubicBezTo>
                <a:cubicBezTo>
                  <a:pt x="71248" y="105869"/>
                  <a:pt x="71278" y="105960"/>
                  <a:pt x="71400" y="105899"/>
                </a:cubicBezTo>
                <a:cubicBezTo>
                  <a:pt x="71704" y="105747"/>
                  <a:pt x="71886" y="105474"/>
                  <a:pt x="72494" y="105322"/>
                </a:cubicBezTo>
                <a:cubicBezTo>
                  <a:pt x="72585" y="105291"/>
                  <a:pt x="72859" y="105139"/>
                  <a:pt x="72950" y="105109"/>
                </a:cubicBezTo>
                <a:cubicBezTo>
                  <a:pt x="73254" y="104987"/>
                  <a:pt x="72707" y="105747"/>
                  <a:pt x="73771" y="104927"/>
                </a:cubicBezTo>
                <a:close/>
                <a:moveTo>
                  <a:pt x="72829" y="105352"/>
                </a:moveTo>
                <a:cubicBezTo>
                  <a:pt x="71886" y="106051"/>
                  <a:pt x="70914" y="105960"/>
                  <a:pt x="71066" y="106446"/>
                </a:cubicBezTo>
                <a:cubicBezTo>
                  <a:pt x="71795" y="106142"/>
                  <a:pt x="72889" y="105595"/>
                  <a:pt x="72829" y="105352"/>
                </a:cubicBezTo>
                <a:close/>
                <a:moveTo>
                  <a:pt x="76020" y="90945"/>
                </a:moveTo>
                <a:cubicBezTo>
                  <a:pt x="75838" y="90793"/>
                  <a:pt x="76111" y="90276"/>
                  <a:pt x="76294" y="90002"/>
                </a:cubicBezTo>
                <a:cubicBezTo>
                  <a:pt x="76385" y="90124"/>
                  <a:pt x="76081" y="90671"/>
                  <a:pt x="76020" y="90945"/>
                </a:cubicBezTo>
                <a:close/>
                <a:moveTo>
                  <a:pt x="76233" y="91340"/>
                </a:moveTo>
                <a:cubicBezTo>
                  <a:pt x="76172" y="91005"/>
                  <a:pt x="76598" y="90245"/>
                  <a:pt x="76780" y="89820"/>
                </a:cubicBezTo>
                <a:cubicBezTo>
                  <a:pt x="76750" y="90063"/>
                  <a:pt x="76689" y="90276"/>
                  <a:pt x="76567" y="90519"/>
                </a:cubicBezTo>
                <a:cubicBezTo>
                  <a:pt x="76446" y="90762"/>
                  <a:pt x="76324" y="91097"/>
                  <a:pt x="76233" y="91340"/>
                </a:cubicBezTo>
                <a:close/>
                <a:moveTo>
                  <a:pt x="63254" y="107176"/>
                </a:moveTo>
                <a:cubicBezTo>
                  <a:pt x="63041" y="107480"/>
                  <a:pt x="62646" y="107419"/>
                  <a:pt x="62068" y="107632"/>
                </a:cubicBezTo>
                <a:cubicBezTo>
                  <a:pt x="61643" y="107632"/>
                  <a:pt x="62950" y="107297"/>
                  <a:pt x="63254" y="107176"/>
                </a:cubicBezTo>
                <a:close/>
                <a:moveTo>
                  <a:pt x="68300" y="105443"/>
                </a:moveTo>
                <a:cubicBezTo>
                  <a:pt x="67631" y="105778"/>
                  <a:pt x="66932" y="106021"/>
                  <a:pt x="66233" y="106203"/>
                </a:cubicBezTo>
                <a:cubicBezTo>
                  <a:pt x="65564" y="106446"/>
                  <a:pt x="63163" y="107237"/>
                  <a:pt x="64439" y="106750"/>
                </a:cubicBezTo>
                <a:close/>
                <a:moveTo>
                  <a:pt x="18572" y="117966"/>
                </a:moveTo>
                <a:cubicBezTo>
                  <a:pt x="18116" y="117753"/>
                  <a:pt x="19666" y="117814"/>
                  <a:pt x="20153" y="117510"/>
                </a:cubicBezTo>
                <a:cubicBezTo>
                  <a:pt x="19879" y="117753"/>
                  <a:pt x="19332" y="117997"/>
                  <a:pt x="18998" y="117845"/>
                </a:cubicBezTo>
                <a:cubicBezTo>
                  <a:pt x="18785" y="117905"/>
                  <a:pt x="18572" y="117905"/>
                  <a:pt x="18572" y="117966"/>
                </a:cubicBezTo>
                <a:close/>
                <a:moveTo>
                  <a:pt x="16505" y="117845"/>
                </a:moveTo>
                <a:cubicBezTo>
                  <a:pt x="17022" y="117966"/>
                  <a:pt x="17569" y="117966"/>
                  <a:pt x="18116" y="117905"/>
                </a:cubicBezTo>
                <a:cubicBezTo>
                  <a:pt x="17752" y="118149"/>
                  <a:pt x="16505" y="118179"/>
                  <a:pt x="16505" y="117845"/>
                </a:cubicBezTo>
                <a:close/>
                <a:moveTo>
                  <a:pt x="15837" y="117115"/>
                </a:moveTo>
                <a:cubicBezTo>
                  <a:pt x="15563" y="117024"/>
                  <a:pt x="15867" y="116902"/>
                  <a:pt x="15928" y="116872"/>
                </a:cubicBezTo>
                <a:cubicBezTo>
                  <a:pt x="16171" y="116933"/>
                  <a:pt x="16201" y="117054"/>
                  <a:pt x="16414" y="117115"/>
                </a:cubicBezTo>
                <a:cubicBezTo>
                  <a:pt x="16262" y="117298"/>
                  <a:pt x="15958" y="116872"/>
                  <a:pt x="15837" y="117146"/>
                </a:cubicBezTo>
                <a:close/>
                <a:moveTo>
                  <a:pt x="92069" y="74956"/>
                </a:moveTo>
                <a:cubicBezTo>
                  <a:pt x="92677" y="74470"/>
                  <a:pt x="93315" y="74045"/>
                  <a:pt x="94045" y="73741"/>
                </a:cubicBezTo>
                <a:cubicBezTo>
                  <a:pt x="93498" y="74288"/>
                  <a:pt x="92495" y="74713"/>
                  <a:pt x="92069" y="74956"/>
                </a:cubicBezTo>
                <a:close/>
                <a:moveTo>
                  <a:pt x="66172" y="107632"/>
                </a:moveTo>
                <a:cubicBezTo>
                  <a:pt x="66293" y="108240"/>
                  <a:pt x="65047" y="108635"/>
                  <a:pt x="64044" y="108726"/>
                </a:cubicBezTo>
                <a:cubicBezTo>
                  <a:pt x="63831" y="108817"/>
                  <a:pt x="64075" y="108848"/>
                  <a:pt x="64227" y="108787"/>
                </a:cubicBezTo>
                <a:cubicBezTo>
                  <a:pt x="63862" y="109152"/>
                  <a:pt x="63224" y="109030"/>
                  <a:pt x="62859" y="109121"/>
                </a:cubicBezTo>
                <a:cubicBezTo>
                  <a:pt x="62676" y="109182"/>
                  <a:pt x="62798" y="109212"/>
                  <a:pt x="62859" y="109182"/>
                </a:cubicBezTo>
                <a:cubicBezTo>
                  <a:pt x="62342" y="109455"/>
                  <a:pt x="61795" y="109607"/>
                  <a:pt x="61217" y="109668"/>
                </a:cubicBezTo>
                <a:cubicBezTo>
                  <a:pt x="61035" y="109820"/>
                  <a:pt x="60366" y="109972"/>
                  <a:pt x="60549" y="110155"/>
                </a:cubicBezTo>
                <a:cubicBezTo>
                  <a:pt x="59910" y="110155"/>
                  <a:pt x="59272" y="110489"/>
                  <a:pt x="58451" y="110793"/>
                </a:cubicBezTo>
                <a:cubicBezTo>
                  <a:pt x="58056" y="110823"/>
                  <a:pt x="57995" y="110550"/>
                  <a:pt x="57448" y="110732"/>
                </a:cubicBezTo>
                <a:cubicBezTo>
                  <a:pt x="57114" y="111006"/>
                  <a:pt x="58330" y="110611"/>
                  <a:pt x="57874" y="111036"/>
                </a:cubicBezTo>
                <a:cubicBezTo>
                  <a:pt x="57570" y="111158"/>
                  <a:pt x="57388" y="111188"/>
                  <a:pt x="57388" y="111036"/>
                </a:cubicBezTo>
                <a:cubicBezTo>
                  <a:pt x="56384" y="111431"/>
                  <a:pt x="54986" y="111735"/>
                  <a:pt x="54257" y="112130"/>
                </a:cubicBezTo>
                <a:cubicBezTo>
                  <a:pt x="53922" y="112221"/>
                  <a:pt x="53770" y="112221"/>
                  <a:pt x="53740" y="112070"/>
                </a:cubicBezTo>
                <a:cubicBezTo>
                  <a:pt x="53618" y="112373"/>
                  <a:pt x="52767" y="112647"/>
                  <a:pt x="52008" y="112769"/>
                </a:cubicBezTo>
                <a:cubicBezTo>
                  <a:pt x="51886" y="112981"/>
                  <a:pt x="51217" y="113133"/>
                  <a:pt x="50852" y="113346"/>
                </a:cubicBezTo>
                <a:cubicBezTo>
                  <a:pt x="50731" y="113225"/>
                  <a:pt x="51035" y="113133"/>
                  <a:pt x="51248" y="113073"/>
                </a:cubicBezTo>
                <a:cubicBezTo>
                  <a:pt x="50822" y="112981"/>
                  <a:pt x="50336" y="113437"/>
                  <a:pt x="49880" y="113437"/>
                </a:cubicBezTo>
                <a:cubicBezTo>
                  <a:pt x="49728" y="113498"/>
                  <a:pt x="49819" y="113528"/>
                  <a:pt x="49880" y="113498"/>
                </a:cubicBezTo>
                <a:cubicBezTo>
                  <a:pt x="49819" y="113802"/>
                  <a:pt x="49637" y="113528"/>
                  <a:pt x="49424" y="113559"/>
                </a:cubicBezTo>
                <a:lnTo>
                  <a:pt x="48664" y="113802"/>
                </a:lnTo>
                <a:cubicBezTo>
                  <a:pt x="48421" y="113863"/>
                  <a:pt x="48178" y="113984"/>
                  <a:pt x="47904" y="114015"/>
                </a:cubicBezTo>
                <a:cubicBezTo>
                  <a:pt x="47752" y="114045"/>
                  <a:pt x="47570" y="114045"/>
                  <a:pt x="47418" y="114015"/>
                </a:cubicBezTo>
                <a:cubicBezTo>
                  <a:pt x="47235" y="114076"/>
                  <a:pt x="47083" y="114319"/>
                  <a:pt x="46871" y="114410"/>
                </a:cubicBezTo>
                <a:cubicBezTo>
                  <a:pt x="46658" y="114501"/>
                  <a:pt x="46597" y="114410"/>
                  <a:pt x="46415" y="114471"/>
                </a:cubicBezTo>
                <a:cubicBezTo>
                  <a:pt x="46293" y="114532"/>
                  <a:pt x="46293" y="114592"/>
                  <a:pt x="46111" y="114653"/>
                </a:cubicBezTo>
                <a:cubicBezTo>
                  <a:pt x="45533" y="114805"/>
                  <a:pt x="45108" y="114775"/>
                  <a:pt x="44743" y="114987"/>
                </a:cubicBezTo>
                <a:cubicBezTo>
                  <a:pt x="44713" y="115018"/>
                  <a:pt x="44986" y="114987"/>
                  <a:pt x="45168" y="114957"/>
                </a:cubicBezTo>
                <a:cubicBezTo>
                  <a:pt x="44500" y="115170"/>
                  <a:pt x="43801" y="115352"/>
                  <a:pt x="43102" y="115474"/>
                </a:cubicBezTo>
                <a:cubicBezTo>
                  <a:pt x="42858" y="115535"/>
                  <a:pt x="42646" y="115687"/>
                  <a:pt x="42372" y="115778"/>
                </a:cubicBezTo>
                <a:cubicBezTo>
                  <a:pt x="42159" y="115778"/>
                  <a:pt x="41947" y="115839"/>
                  <a:pt x="41764" y="115899"/>
                </a:cubicBezTo>
                <a:cubicBezTo>
                  <a:pt x="41551" y="115960"/>
                  <a:pt x="41764" y="115991"/>
                  <a:pt x="41643" y="116082"/>
                </a:cubicBezTo>
                <a:cubicBezTo>
                  <a:pt x="41399" y="116234"/>
                  <a:pt x="40852" y="116234"/>
                  <a:pt x="40579" y="116386"/>
                </a:cubicBezTo>
                <a:cubicBezTo>
                  <a:pt x="40579" y="116264"/>
                  <a:pt x="40792" y="116143"/>
                  <a:pt x="41156" y="116082"/>
                </a:cubicBezTo>
                <a:cubicBezTo>
                  <a:pt x="40518" y="116143"/>
                  <a:pt x="41278" y="115747"/>
                  <a:pt x="40883" y="115717"/>
                </a:cubicBezTo>
                <a:cubicBezTo>
                  <a:pt x="40761" y="115747"/>
                  <a:pt x="40761" y="115839"/>
                  <a:pt x="40609" y="115869"/>
                </a:cubicBezTo>
                <a:cubicBezTo>
                  <a:pt x="40184" y="116051"/>
                  <a:pt x="40792" y="115960"/>
                  <a:pt x="40670" y="116143"/>
                </a:cubicBezTo>
                <a:cubicBezTo>
                  <a:pt x="40579" y="116295"/>
                  <a:pt x="40336" y="116203"/>
                  <a:pt x="40092" y="116325"/>
                </a:cubicBezTo>
                <a:cubicBezTo>
                  <a:pt x="40032" y="116325"/>
                  <a:pt x="39697" y="116568"/>
                  <a:pt x="39667" y="116598"/>
                </a:cubicBezTo>
                <a:cubicBezTo>
                  <a:pt x="39636" y="116598"/>
                  <a:pt x="38907" y="116598"/>
                  <a:pt x="39089" y="116842"/>
                </a:cubicBezTo>
                <a:cubicBezTo>
                  <a:pt x="38755" y="116963"/>
                  <a:pt x="38846" y="116750"/>
                  <a:pt x="38603" y="116842"/>
                </a:cubicBezTo>
                <a:cubicBezTo>
                  <a:pt x="38360" y="116902"/>
                  <a:pt x="38329" y="116963"/>
                  <a:pt x="38329" y="117054"/>
                </a:cubicBezTo>
                <a:cubicBezTo>
                  <a:pt x="37691" y="117054"/>
                  <a:pt x="37053" y="117237"/>
                  <a:pt x="36506" y="117571"/>
                </a:cubicBezTo>
                <a:cubicBezTo>
                  <a:pt x="36111" y="117571"/>
                  <a:pt x="35685" y="117632"/>
                  <a:pt x="35259" y="117723"/>
                </a:cubicBezTo>
                <a:cubicBezTo>
                  <a:pt x="35229" y="117845"/>
                  <a:pt x="35411" y="117814"/>
                  <a:pt x="35594" y="117784"/>
                </a:cubicBezTo>
                <a:cubicBezTo>
                  <a:pt x="35381" y="117966"/>
                  <a:pt x="35047" y="117905"/>
                  <a:pt x="34560" y="118149"/>
                </a:cubicBezTo>
                <a:cubicBezTo>
                  <a:pt x="34287" y="118240"/>
                  <a:pt x="34530" y="118422"/>
                  <a:pt x="34317" y="118513"/>
                </a:cubicBezTo>
                <a:cubicBezTo>
                  <a:pt x="33831" y="118544"/>
                  <a:pt x="33709" y="118878"/>
                  <a:pt x="33466" y="118969"/>
                </a:cubicBezTo>
                <a:cubicBezTo>
                  <a:pt x="33345" y="119030"/>
                  <a:pt x="32949" y="119091"/>
                  <a:pt x="32706" y="119182"/>
                </a:cubicBezTo>
                <a:cubicBezTo>
                  <a:pt x="31673" y="119608"/>
                  <a:pt x="29545" y="120124"/>
                  <a:pt x="27873" y="120550"/>
                </a:cubicBezTo>
                <a:cubicBezTo>
                  <a:pt x="27539" y="120641"/>
                  <a:pt x="27083" y="120975"/>
                  <a:pt x="26809" y="120763"/>
                </a:cubicBezTo>
                <a:cubicBezTo>
                  <a:pt x="26445" y="120823"/>
                  <a:pt x="26627" y="120975"/>
                  <a:pt x="26384" y="121036"/>
                </a:cubicBezTo>
                <a:cubicBezTo>
                  <a:pt x="24621" y="121492"/>
                  <a:pt x="23405" y="121918"/>
                  <a:pt x="22098" y="122070"/>
                </a:cubicBezTo>
                <a:cubicBezTo>
                  <a:pt x="22615" y="121705"/>
                  <a:pt x="23314" y="121827"/>
                  <a:pt x="23922" y="121492"/>
                </a:cubicBezTo>
                <a:cubicBezTo>
                  <a:pt x="24074" y="121188"/>
                  <a:pt x="23344" y="121492"/>
                  <a:pt x="22980" y="121614"/>
                </a:cubicBezTo>
                <a:cubicBezTo>
                  <a:pt x="22828" y="121644"/>
                  <a:pt x="22676" y="121675"/>
                  <a:pt x="22524" y="121705"/>
                </a:cubicBezTo>
                <a:cubicBezTo>
                  <a:pt x="22189" y="121827"/>
                  <a:pt x="22037" y="122009"/>
                  <a:pt x="21764" y="122039"/>
                </a:cubicBezTo>
                <a:cubicBezTo>
                  <a:pt x="20882" y="122130"/>
                  <a:pt x="19636" y="122343"/>
                  <a:pt x="19028" y="122678"/>
                </a:cubicBezTo>
                <a:cubicBezTo>
                  <a:pt x="18572" y="122708"/>
                  <a:pt x="18147" y="122738"/>
                  <a:pt x="17691" y="122769"/>
                </a:cubicBezTo>
                <a:cubicBezTo>
                  <a:pt x="17204" y="122799"/>
                  <a:pt x="16688" y="122799"/>
                  <a:pt x="16201" y="122769"/>
                </a:cubicBezTo>
                <a:cubicBezTo>
                  <a:pt x="15350" y="122708"/>
                  <a:pt x="14530" y="122465"/>
                  <a:pt x="13770" y="122070"/>
                </a:cubicBezTo>
                <a:cubicBezTo>
                  <a:pt x="12797" y="121857"/>
                  <a:pt x="11916" y="121401"/>
                  <a:pt x="11186" y="120732"/>
                </a:cubicBezTo>
                <a:cubicBezTo>
                  <a:pt x="10396" y="120003"/>
                  <a:pt x="9727" y="119182"/>
                  <a:pt x="9180" y="118270"/>
                </a:cubicBezTo>
                <a:cubicBezTo>
                  <a:pt x="8633" y="117997"/>
                  <a:pt x="8055" y="116507"/>
                  <a:pt x="7630" y="115504"/>
                </a:cubicBezTo>
                <a:cubicBezTo>
                  <a:pt x="7265" y="114714"/>
                  <a:pt x="6779" y="113984"/>
                  <a:pt x="6505" y="113316"/>
                </a:cubicBezTo>
                <a:cubicBezTo>
                  <a:pt x="6110" y="112343"/>
                  <a:pt x="5684" y="111370"/>
                  <a:pt x="5381" y="110550"/>
                </a:cubicBezTo>
                <a:cubicBezTo>
                  <a:pt x="5077" y="109759"/>
                  <a:pt x="4925" y="108787"/>
                  <a:pt x="4469" y="108270"/>
                </a:cubicBezTo>
                <a:cubicBezTo>
                  <a:pt x="4529" y="107784"/>
                  <a:pt x="4225" y="107510"/>
                  <a:pt x="4073" y="106993"/>
                </a:cubicBezTo>
                <a:cubicBezTo>
                  <a:pt x="4013" y="106841"/>
                  <a:pt x="3982" y="106689"/>
                  <a:pt x="3982" y="106507"/>
                </a:cubicBezTo>
                <a:cubicBezTo>
                  <a:pt x="3678" y="105656"/>
                  <a:pt x="3283" y="104592"/>
                  <a:pt x="2949" y="103559"/>
                </a:cubicBezTo>
                <a:cubicBezTo>
                  <a:pt x="2766" y="102981"/>
                  <a:pt x="2766" y="102434"/>
                  <a:pt x="2614" y="101948"/>
                </a:cubicBezTo>
                <a:cubicBezTo>
                  <a:pt x="2523" y="101613"/>
                  <a:pt x="2341" y="101340"/>
                  <a:pt x="2250" y="101005"/>
                </a:cubicBezTo>
                <a:cubicBezTo>
                  <a:pt x="2128" y="100671"/>
                  <a:pt x="2128" y="100246"/>
                  <a:pt x="2067" y="99850"/>
                </a:cubicBezTo>
                <a:cubicBezTo>
                  <a:pt x="1915" y="99334"/>
                  <a:pt x="1642" y="98817"/>
                  <a:pt x="1672" y="98270"/>
                </a:cubicBezTo>
                <a:cubicBezTo>
                  <a:pt x="1642" y="98118"/>
                  <a:pt x="1551" y="98148"/>
                  <a:pt x="1490" y="98118"/>
                </a:cubicBezTo>
                <a:cubicBezTo>
                  <a:pt x="1490" y="97692"/>
                  <a:pt x="1429" y="97236"/>
                  <a:pt x="1338" y="96811"/>
                </a:cubicBezTo>
                <a:cubicBezTo>
                  <a:pt x="1520" y="96203"/>
                  <a:pt x="1520" y="95595"/>
                  <a:pt x="1399" y="94987"/>
                </a:cubicBezTo>
                <a:cubicBezTo>
                  <a:pt x="1551" y="94622"/>
                  <a:pt x="1824" y="95595"/>
                  <a:pt x="2159" y="95382"/>
                </a:cubicBezTo>
                <a:cubicBezTo>
                  <a:pt x="2311" y="95170"/>
                  <a:pt x="2007" y="94562"/>
                  <a:pt x="1976" y="94258"/>
                </a:cubicBezTo>
                <a:cubicBezTo>
                  <a:pt x="1885" y="94014"/>
                  <a:pt x="1885" y="94288"/>
                  <a:pt x="1703" y="94106"/>
                </a:cubicBezTo>
                <a:cubicBezTo>
                  <a:pt x="1551" y="93498"/>
                  <a:pt x="1915" y="93741"/>
                  <a:pt x="1855" y="93285"/>
                </a:cubicBezTo>
                <a:cubicBezTo>
                  <a:pt x="1855" y="92677"/>
                  <a:pt x="1642" y="92829"/>
                  <a:pt x="1611" y="92312"/>
                </a:cubicBezTo>
                <a:cubicBezTo>
                  <a:pt x="1733" y="92312"/>
                  <a:pt x="1733" y="92100"/>
                  <a:pt x="1855" y="92130"/>
                </a:cubicBezTo>
                <a:cubicBezTo>
                  <a:pt x="1855" y="91583"/>
                  <a:pt x="1703" y="91522"/>
                  <a:pt x="1672" y="91005"/>
                </a:cubicBezTo>
                <a:cubicBezTo>
                  <a:pt x="1794" y="90945"/>
                  <a:pt x="1824" y="91157"/>
                  <a:pt x="1915" y="91157"/>
                </a:cubicBezTo>
                <a:cubicBezTo>
                  <a:pt x="1794" y="90549"/>
                  <a:pt x="1672" y="90033"/>
                  <a:pt x="1855" y="89698"/>
                </a:cubicBezTo>
                <a:cubicBezTo>
                  <a:pt x="1855" y="89486"/>
                  <a:pt x="1763" y="89607"/>
                  <a:pt x="1763" y="89698"/>
                </a:cubicBezTo>
                <a:cubicBezTo>
                  <a:pt x="1642" y="89060"/>
                  <a:pt x="1611" y="88391"/>
                  <a:pt x="1733" y="87753"/>
                </a:cubicBezTo>
                <a:cubicBezTo>
                  <a:pt x="1672" y="87449"/>
                  <a:pt x="1520" y="87631"/>
                  <a:pt x="1642" y="87267"/>
                </a:cubicBezTo>
                <a:cubicBezTo>
                  <a:pt x="1611" y="86932"/>
                  <a:pt x="1490" y="86598"/>
                  <a:pt x="1307" y="86294"/>
                </a:cubicBezTo>
                <a:cubicBezTo>
                  <a:pt x="1368" y="86081"/>
                  <a:pt x="1551" y="86081"/>
                  <a:pt x="1581" y="85808"/>
                </a:cubicBezTo>
                <a:cubicBezTo>
                  <a:pt x="1551" y="85656"/>
                  <a:pt x="1520" y="85473"/>
                  <a:pt x="1520" y="85321"/>
                </a:cubicBezTo>
                <a:cubicBezTo>
                  <a:pt x="1338" y="85321"/>
                  <a:pt x="1307" y="85595"/>
                  <a:pt x="1095" y="85473"/>
                </a:cubicBezTo>
                <a:cubicBezTo>
                  <a:pt x="1095" y="85048"/>
                  <a:pt x="1156" y="85291"/>
                  <a:pt x="1247" y="85321"/>
                </a:cubicBezTo>
                <a:cubicBezTo>
                  <a:pt x="1307" y="84865"/>
                  <a:pt x="1125" y="84896"/>
                  <a:pt x="1156" y="84501"/>
                </a:cubicBezTo>
                <a:cubicBezTo>
                  <a:pt x="1186" y="84106"/>
                  <a:pt x="1703" y="83680"/>
                  <a:pt x="1307" y="83346"/>
                </a:cubicBezTo>
                <a:cubicBezTo>
                  <a:pt x="1216" y="83376"/>
                  <a:pt x="1186" y="83832"/>
                  <a:pt x="1307" y="83832"/>
                </a:cubicBezTo>
                <a:cubicBezTo>
                  <a:pt x="1216" y="84106"/>
                  <a:pt x="1004" y="84014"/>
                  <a:pt x="882" y="84166"/>
                </a:cubicBezTo>
                <a:cubicBezTo>
                  <a:pt x="821" y="83710"/>
                  <a:pt x="791" y="83285"/>
                  <a:pt x="821" y="82829"/>
                </a:cubicBezTo>
                <a:cubicBezTo>
                  <a:pt x="973" y="82920"/>
                  <a:pt x="791" y="83741"/>
                  <a:pt x="1034" y="83680"/>
                </a:cubicBezTo>
                <a:cubicBezTo>
                  <a:pt x="1186" y="83072"/>
                  <a:pt x="1064" y="81826"/>
                  <a:pt x="852" y="81522"/>
                </a:cubicBezTo>
                <a:cubicBezTo>
                  <a:pt x="943" y="81005"/>
                  <a:pt x="882" y="79972"/>
                  <a:pt x="1216" y="80093"/>
                </a:cubicBezTo>
                <a:cubicBezTo>
                  <a:pt x="1307" y="79485"/>
                  <a:pt x="1064" y="79607"/>
                  <a:pt x="1125" y="79090"/>
                </a:cubicBezTo>
                <a:cubicBezTo>
                  <a:pt x="1216" y="78817"/>
                  <a:pt x="1186" y="79212"/>
                  <a:pt x="1186" y="79425"/>
                </a:cubicBezTo>
                <a:cubicBezTo>
                  <a:pt x="1399" y="79364"/>
                  <a:pt x="1520" y="78422"/>
                  <a:pt x="1763" y="78999"/>
                </a:cubicBezTo>
                <a:cubicBezTo>
                  <a:pt x="1885" y="78634"/>
                  <a:pt x="1915" y="78239"/>
                  <a:pt x="1855" y="77844"/>
                </a:cubicBezTo>
                <a:cubicBezTo>
                  <a:pt x="1733" y="78118"/>
                  <a:pt x="1672" y="78391"/>
                  <a:pt x="1642" y="78695"/>
                </a:cubicBezTo>
                <a:cubicBezTo>
                  <a:pt x="1551" y="78422"/>
                  <a:pt x="1216" y="78908"/>
                  <a:pt x="1247" y="78148"/>
                </a:cubicBezTo>
                <a:cubicBezTo>
                  <a:pt x="1307" y="77418"/>
                  <a:pt x="1338" y="78330"/>
                  <a:pt x="1520" y="78178"/>
                </a:cubicBezTo>
                <a:cubicBezTo>
                  <a:pt x="1581" y="77631"/>
                  <a:pt x="1368" y="77449"/>
                  <a:pt x="1642" y="77206"/>
                </a:cubicBezTo>
                <a:cubicBezTo>
                  <a:pt x="1642" y="76719"/>
                  <a:pt x="1459" y="77358"/>
                  <a:pt x="1368" y="77175"/>
                </a:cubicBezTo>
                <a:cubicBezTo>
                  <a:pt x="1429" y="76963"/>
                  <a:pt x="1490" y="76719"/>
                  <a:pt x="1490" y="76476"/>
                </a:cubicBezTo>
                <a:cubicBezTo>
                  <a:pt x="1490" y="76324"/>
                  <a:pt x="1520" y="76172"/>
                  <a:pt x="1520" y="76020"/>
                </a:cubicBezTo>
                <a:lnTo>
                  <a:pt x="1551" y="75777"/>
                </a:lnTo>
                <a:cubicBezTo>
                  <a:pt x="1551" y="75686"/>
                  <a:pt x="1581" y="75595"/>
                  <a:pt x="1581" y="75504"/>
                </a:cubicBezTo>
                <a:cubicBezTo>
                  <a:pt x="1763" y="75078"/>
                  <a:pt x="1824" y="75929"/>
                  <a:pt x="2007" y="75108"/>
                </a:cubicBezTo>
                <a:cubicBezTo>
                  <a:pt x="2067" y="74865"/>
                  <a:pt x="2037" y="74622"/>
                  <a:pt x="1946" y="74409"/>
                </a:cubicBezTo>
                <a:cubicBezTo>
                  <a:pt x="1855" y="74409"/>
                  <a:pt x="1824" y="75078"/>
                  <a:pt x="1733" y="75048"/>
                </a:cubicBezTo>
                <a:cubicBezTo>
                  <a:pt x="1459" y="75230"/>
                  <a:pt x="1733" y="74288"/>
                  <a:pt x="1733" y="73862"/>
                </a:cubicBezTo>
                <a:cubicBezTo>
                  <a:pt x="1459" y="73953"/>
                  <a:pt x="1581" y="74774"/>
                  <a:pt x="1459" y="75473"/>
                </a:cubicBezTo>
                <a:cubicBezTo>
                  <a:pt x="1156" y="74987"/>
                  <a:pt x="1581" y="73832"/>
                  <a:pt x="1703" y="72586"/>
                </a:cubicBezTo>
                <a:cubicBezTo>
                  <a:pt x="1763" y="72707"/>
                  <a:pt x="1763" y="73072"/>
                  <a:pt x="1824" y="73163"/>
                </a:cubicBezTo>
                <a:cubicBezTo>
                  <a:pt x="1855" y="72859"/>
                  <a:pt x="1885" y="72555"/>
                  <a:pt x="1946" y="72282"/>
                </a:cubicBezTo>
                <a:cubicBezTo>
                  <a:pt x="1946" y="72160"/>
                  <a:pt x="1976" y="72069"/>
                  <a:pt x="2007" y="72008"/>
                </a:cubicBezTo>
                <a:lnTo>
                  <a:pt x="2037" y="71917"/>
                </a:lnTo>
                <a:lnTo>
                  <a:pt x="2159" y="71856"/>
                </a:lnTo>
                <a:cubicBezTo>
                  <a:pt x="2432" y="71734"/>
                  <a:pt x="2645" y="71734"/>
                  <a:pt x="2949" y="71583"/>
                </a:cubicBezTo>
                <a:cubicBezTo>
                  <a:pt x="3070" y="71461"/>
                  <a:pt x="3070" y="71400"/>
                  <a:pt x="3253" y="71248"/>
                </a:cubicBezTo>
                <a:cubicBezTo>
                  <a:pt x="2797" y="71309"/>
                  <a:pt x="2159" y="71674"/>
                  <a:pt x="1794" y="71643"/>
                </a:cubicBezTo>
                <a:cubicBezTo>
                  <a:pt x="2280" y="71309"/>
                  <a:pt x="2675" y="71096"/>
                  <a:pt x="2827" y="71248"/>
                </a:cubicBezTo>
                <a:cubicBezTo>
                  <a:pt x="3435" y="70792"/>
                  <a:pt x="3526" y="70579"/>
                  <a:pt x="3618" y="70367"/>
                </a:cubicBezTo>
                <a:cubicBezTo>
                  <a:pt x="3922" y="70184"/>
                  <a:pt x="4073" y="70184"/>
                  <a:pt x="4195" y="70275"/>
                </a:cubicBezTo>
                <a:cubicBezTo>
                  <a:pt x="4317" y="70124"/>
                  <a:pt x="4469" y="70002"/>
                  <a:pt x="4560" y="69850"/>
                </a:cubicBezTo>
                <a:cubicBezTo>
                  <a:pt x="4621" y="69789"/>
                  <a:pt x="4681" y="69728"/>
                  <a:pt x="4742" y="69668"/>
                </a:cubicBezTo>
                <a:cubicBezTo>
                  <a:pt x="4864" y="69576"/>
                  <a:pt x="4985" y="69516"/>
                  <a:pt x="5077" y="69424"/>
                </a:cubicBezTo>
                <a:cubicBezTo>
                  <a:pt x="5289" y="69303"/>
                  <a:pt x="5593" y="69090"/>
                  <a:pt x="5654" y="69151"/>
                </a:cubicBezTo>
                <a:cubicBezTo>
                  <a:pt x="6080" y="68786"/>
                  <a:pt x="5472" y="69029"/>
                  <a:pt x="5715" y="68695"/>
                </a:cubicBezTo>
                <a:lnTo>
                  <a:pt x="5320" y="68968"/>
                </a:lnTo>
                <a:cubicBezTo>
                  <a:pt x="5381" y="68786"/>
                  <a:pt x="6171" y="68209"/>
                  <a:pt x="6171" y="68573"/>
                </a:cubicBezTo>
                <a:cubicBezTo>
                  <a:pt x="6688" y="68087"/>
                  <a:pt x="6961" y="68057"/>
                  <a:pt x="7447" y="67661"/>
                </a:cubicBezTo>
                <a:cubicBezTo>
                  <a:pt x="7052" y="67783"/>
                  <a:pt x="6049" y="68573"/>
                  <a:pt x="6201" y="68087"/>
                </a:cubicBezTo>
                <a:cubicBezTo>
                  <a:pt x="6536" y="67813"/>
                  <a:pt x="6627" y="68026"/>
                  <a:pt x="6961" y="67783"/>
                </a:cubicBezTo>
                <a:cubicBezTo>
                  <a:pt x="7022" y="67692"/>
                  <a:pt x="7022" y="67631"/>
                  <a:pt x="7143" y="67509"/>
                </a:cubicBezTo>
                <a:cubicBezTo>
                  <a:pt x="7083" y="67418"/>
                  <a:pt x="6900" y="67509"/>
                  <a:pt x="6870" y="67388"/>
                </a:cubicBezTo>
                <a:cubicBezTo>
                  <a:pt x="6596" y="67570"/>
                  <a:pt x="6566" y="67692"/>
                  <a:pt x="6414" y="67844"/>
                </a:cubicBezTo>
                <a:cubicBezTo>
                  <a:pt x="6080" y="67874"/>
                  <a:pt x="7083" y="67145"/>
                  <a:pt x="7387" y="67054"/>
                </a:cubicBezTo>
                <a:cubicBezTo>
                  <a:pt x="7478" y="67145"/>
                  <a:pt x="7326" y="67297"/>
                  <a:pt x="7447" y="67388"/>
                </a:cubicBezTo>
                <a:cubicBezTo>
                  <a:pt x="7812" y="66902"/>
                  <a:pt x="8663" y="66263"/>
                  <a:pt x="8967" y="66324"/>
                </a:cubicBezTo>
                <a:cubicBezTo>
                  <a:pt x="9150" y="66050"/>
                  <a:pt x="8724" y="66233"/>
                  <a:pt x="8542" y="66233"/>
                </a:cubicBezTo>
                <a:cubicBezTo>
                  <a:pt x="9089" y="65564"/>
                  <a:pt x="10031" y="65534"/>
                  <a:pt x="10700" y="64713"/>
                </a:cubicBezTo>
                <a:cubicBezTo>
                  <a:pt x="11034" y="64348"/>
                  <a:pt x="10973" y="64774"/>
                  <a:pt x="11368" y="64318"/>
                </a:cubicBezTo>
                <a:cubicBezTo>
                  <a:pt x="11794" y="64044"/>
                  <a:pt x="11520" y="63984"/>
                  <a:pt x="11764" y="63771"/>
                </a:cubicBezTo>
                <a:cubicBezTo>
                  <a:pt x="12432" y="63406"/>
                  <a:pt x="12736" y="63011"/>
                  <a:pt x="13223" y="62859"/>
                </a:cubicBezTo>
                <a:cubicBezTo>
                  <a:pt x="13314" y="62737"/>
                  <a:pt x="13253" y="62616"/>
                  <a:pt x="13496" y="62464"/>
                </a:cubicBezTo>
                <a:cubicBezTo>
                  <a:pt x="13618" y="62281"/>
                  <a:pt x="13527" y="62129"/>
                  <a:pt x="13709" y="61947"/>
                </a:cubicBezTo>
                <a:cubicBezTo>
                  <a:pt x="13527" y="61977"/>
                  <a:pt x="13527" y="61917"/>
                  <a:pt x="13739" y="61734"/>
                </a:cubicBezTo>
                <a:cubicBezTo>
                  <a:pt x="13891" y="61886"/>
                  <a:pt x="13648" y="62342"/>
                  <a:pt x="14165" y="62038"/>
                </a:cubicBezTo>
                <a:cubicBezTo>
                  <a:pt x="14469" y="61765"/>
                  <a:pt x="13922" y="62069"/>
                  <a:pt x="13982" y="61795"/>
                </a:cubicBezTo>
                <a:cubicBezTo>
                  <a:pt x="14499" y="61461"/>
                  <a:pt x="14682" y="61096"/>
                  <a:pt x="15016" y="60822"/>
                </a:cubicBezTo>
                <a:cubicBezTo>
                  <a:pt x="15472" y="60458"/>
                  <a:pt x="15928" y="60397"/>
                  <a:pt x="16475" y="59911"/>
                </a:cubicBezTo>
                <a:cubicBezTo>
                  <a:pt x="16779" y="59698"/>
                  <a:pt x="16201" y="59698"/>
                  <a:pt x="16718" y="59455"/>
                </a:cubicBezTo>
                <a:cubicBezTo>
                  <a:pt x="17083" y="59120"/>
                  <a:pt x="16840" y="59455"/>
                  <a:pt x="16931" y="59455"/>
                </a:cubicBezTo>
                <a:cubicBezTo>
                  <a:pt x="17022" y="59424"/>
                  <a:pt x="17326" y="59151"/>
                  <a:pt x="17417" y="59333"/>
                </a:cubicBezTo>
                <a:cubicBezTo>
                  <a:pt x="17843" y="58877"/>
                  <a:pt x="17417" y="58999"/>
                  <a:pt x="17539" y="58695"/>
                </a:cubicBezTo>
                <a:cubicBezTo>
                  <a:pt x="18025" y="58421"/>
                  <a:pt x="18481" y="58056"/>
                  <a:pt x="18876" y="57631"/>
                </a:cubicBezTo>
                <a:cubicBezTo>
                  <a:pt x="19211" y="57540"/>
                  <a:pt x="18998" y="57813"/>
                  <a:pt x="18967" y="57996"/>
                </a:cubicBezTo>
                <a:cubicBezTo>
                  <a:pt x="19241" y="57965"/>
                  <a:pt x="19727" y="57418"/>
                  <a:pt x="20122" y="56993"/>
                </a:cubicBezTo>
                <a:cubicBezTo>
                  <a:pt x="20183" y="57266"/>
                  <a:pt x="20396" y="57175"/>
                  <a:pt x="20031" y="57600"/>
                </a:cubicBezTo>
                <a:cubicBezTo>
                  <a:pt x="20122" y="57661"/>
                  <a:pt x="20366" y="57418"/>
                  <a:pt x="20548" y="57266"/>
                </a:cubicBezTo>
                <a:cubicBezTo>
                  <a:pt x="20822" y="57053"/>
                  <a:pt x="20426" y="56993"/>
                  <a:pt x="20426" y="56841"/>
                </a:cubicBezTo>
                <a:cubicBezTo>
                  <a:pt x="20791" y="56537"/>
                  <a:pt x="20578" y="56415"/>
                  <a:pt x="21034" y="56081"/>
                </a:cubicBezTo>
                <a:cubicBezTo>
                  <a:pt x="21156" y="55959"/>
                  <a:pt x="21065" y="55898"/>
                  <a:pt x="21034" y="55807"/>
                </a:cubicBezTo>
                <a:cubicBezTo>
                  <a:pt x="21885" y="55260"/>
                  <a:pt x="22554" y="54591"/>
                  <a:pt x="23253" y="54135"/>
                </a:cubicBezTo>
                <a:cubicBezTo>
                  <a:pt x="23375" y="54014"/>
                  <a:pt x="23314" y="53983"/>
                  <a:pt x="23314" y="53923"/>
                </a:cubicBezTo>
                <a:cubicBezTo>
                  <a:pt x="23831" y="53527"/>
                  <a:pt x="24165" y="53163"/>
                  <a:pt x="24530" y="52950"/>
                </a:cubicBezTo>
                <a:cubicBezTo>
                  <a:pt x="24560" y="52950"/>
                  <a:pt x="24591" y="53072"/>
                  <a:pt x="24621" y="53041"/>
                </a:cubicBezTo>
                <a:cubicBezTo>
                  <a:pt x="24743" y="53011"/>
                  <a:pt x="25077" y="52646"/>
                  <a:pt x="25229" y="52555"/>
                </a:cubicBezTo>
                <a:cubicBezTo>
                  <a:pt x="25381" y="52494"/>
                  <a:pt x="25229" y="52403"/>
                  <a:pt x="25381" y="52251"/>
                </a:cubicBezTo>
                <a:cubicBezTo>
                  <a:pt x="25381" y="51947"/>
                  <a:pt x="24955" y="52524"/>
                  <a:pt x="24986" y="52220"/>
                </a:cubicBezTo>
                <a:cubicBezTo>
                  <a:pt x="25411" y="51643"/>
                  <a:pt x="25533" y="52312"/>
                  <a:pt x="26050" y="51552"/>
                </a:cubicBezTo>
                <a:cubicBezTo>
                  <a:pt x="26141" y="51613"/>
                  <a:pt x="25989" y="51765"/>
                  <a:pt x="26050" y="51825"/>
                </a:cubicBezTo>
                <a:cubicBezTo>
                  <a:pt x="26475" y="51613"/>
                  <a:pt x="26597" y="51126"/>
                  <a:pt x="26901" y="51157"/>
                </a:cubicBezTo>
                <a:cubicBezTo>
                  <a:pt x="27053" y="51035"/>
                  <a:pt x="26931" y="50974"/>
                  <a:pt x="26901" y="50883"/>
                </a:cubicBezTo>
                <a:cubicBezTo>
                  <a:pt x="27569" y="50458"/>
                  <a:pt x="28177" y="49941"/>
                  <a:pt x="28694" y="49363"/>
                </a:cubicBezTo>
                <a:cubicBezTo>
                  <a:pt x="28724" y="49454"/>
                  <a:pt x="28329" y="49667"/>
                  <a:pt x="28420" y="49758"/>
                </a:cubicBezTo>
                <a:cubicBezTo>
                  <a:pt x="28694" y="49819"/>
                  <a:pt x="29575" y="48482"/>
                  <a:pt x="28785" y="49211"/>
                </a:cubicBezTo>
                <a:cubicBezTo>
                  <a:pt x="28755" y="49059"/>
                  <a:pt x="29393" y="48725"/>
                  <a:pt x="29606" y="48482"/>
                </a:cubicBezTo>
                <a:cubicBezTo>
                  <a:pt x="29636" y="48634"/>
                  <a:pt x="29788" y="48573"/>
                  <a:pt x="29910" y="48603"/>
                </a:cubicBezTo>
                <a:cubicBezTo>
                  <a:pt x="30031" y="48482"/>
                  <a:pt x="29910" y="48482"/>
                  <a:pt x="29849" y="48543"/>
                </a:cubicBezTo>
                <a:cubicBezTo>
                  <a:pt x="30001" y="48117"/>
                  <a:pt x="31186" y="47783"/>
                  <a:pt x="31126" y="47357"/>
                </a:cubicBezTo>
                <a:cubicBezTo>
                  <a:pt x="31490" y="47053"/>
                  <a:pt x="31521" y="47327"/>
                  <a:pt x="31946" y="46901"/>
                </a:cubicBezTo>
                <a:cubicBezTo>
                  <a:pt x="31916" y="46749"/>
                  <a:pt x="31703" y="46932"/>
                  <a:pt x="31490" y="47084"/>
                </a:cubicBezTo>
                <a:cubicBezTo>
                  <a:pt x="31521" y="46871"/>
                  <a:pt x="32220" y="46536"/>
                  <a:pt x="32402" y="46445"/>
                </a:cubicBezTo>
                <a:cubicBezTo>
                  <a:pt x="32585" y="46263"/>
                  <a:pt x="32098" y="46385"/>
                  <a:pt x="32645" y="45989"/>
                </a:cubicBezTo>
                <a:cubicBezTo>
                  <a:pt x="32889" y="45777"/>
                  <a:pt x="32919" y="45898"/>
                  <a:pt x="33010" y="45989"/>
                </a:cubicBezTo>
                <a:cubicBezTo>
                  <a:pt x="33466" y="45685"/>
                  <a:pt x="33679" y="45229"/>
                  <a:pt x="34135" y="44834"/>
                </a:cubicBezTo>
                <a:cubicBezTo>
                  <a:pt x="34196" y="44774"/>
                  <a:pt x="34317" y="44774"/>
                  <a:pt x="34408" y="44713"/>
                </a:cubicBezTo>
                <a:cubicBezTo>
                  <a:pt x="34591" y="44591"/>
                  <a:pt x="34591" y="44470"/>
                  <a:pt x="34621" y="44439"/>
                </a:cubicBezTo>
                <a:cubicBezTo>
                  <a:pt x="34895" y="44166"/>
                  <a:pt x="35442" y="43801"/>
                  <a:pt x="35959" y="43375"/>
                </a:cubicBezTo>
                <a:cubicBezTo>
                  <a:pt x="36171" y="43193"/>
                  <a:pt x="36597" y="42889"/>
                  <a:pt x="36810" y="42707"/>
                </a:cubicBezTo>
                <a:cubicBezTo>
                  <a:pt x="37144" y="42463"/>
                  <a:pt x="37326" y="42068"/>
                  <a:pt x="37691" y="42008"/>
                </a:cubicBezTo>
                <a:cubicBezTo>
                  <a:pt x="37874" y="41947"/>
                  <a:pt x="38086" y="41856"/>
                  <a:pt x="38208" y="41704"/>
                </a:cubicBezTo>
                <a:cubicBezTo>
                  <a:pt x="38238" y="41612"/>
                  <a:pt x="38238" y="41552"/>
                  <a:pt x="38269" y="41491"/>
                </a:cubicBezTo>
                <a:cubicBezTo>
                  <a:pt x="38299" y="41430"/>
                  <a:pt x="39333" y="41065"/>
                  <a:pt x="39211" y="40640"/>
                </a:cubicBezTo>
                <a:lnTo>
                  <a:pt x="40640" y="39454"/>
                </a:lnTo>
                <a:cubicBezTo>
                  <a:pt x="40822" y="39302"/>
                  <a:pt x="40974" y="39150"/>
                  <a:pt x="41095" y="38998"/>
                </a:cubicBezTo>
                <a:cubicBezTo>
                  <a:pt x="41278" y="38877"/>
                  <a:pt x="41369" y="38968"/>
                  <a:pt x="41551" y="38816"/>
                </a:cubicBezTo>
                <a:cubicBezTo>
                  <a:pt x="41947" y="38542"/>
                  <a:pt x="41764" y="38390"/>
                  <a:pt x="42190" y="38360"/>
                </a:cubicBezTo>
                <a:lnTo>
                  <a:pt x="42433" y="37904"/>
                </a:lnTo>
                <a:cubicBezTo>
                  <a:pt x="44226" y="36445"/>
                  <a:pt x="45989" y="35017"/>
                  <a:pt x="47479" y="33649"/>
                </a:cubicBezTo>
                <a:cubicBezTo>
                  <a:pt x="47600" y="33618"/>
                  <a:pt x="47752" y="33618"/>
                  <a:pt x="47874" y="33649"/>
                </a:cubicBezTo>
                <a:cubicBezTo>
                  <a:pt x="48877" y="32463"/>
                  <a:pt x="50123" y="31551"/>
                  <a:pt x="51248" y="30548"/>
                </a:cubicBezTo>
                <a:cubicBezTo>
                  <a:pt x="51582" y="30305"/>
                  <a:pt x="51187" y="30244"/>
                  <a:pt x="51643" y="30001"/>
                </a:cubicBezTo>
                <a:cubicBezTo>
                  <a:pt x="51704" y="30214"/>
                  <a:pt x="51947" y="30123"/>
                  <a:pt x="52220" y="30001"/>
                </a:cubicBezTo>
                <a:cubicBezTo>
                  <a:pt x="52190" y="29758"/>
                  <a:pt x="51795" y="30153"/>
                  <a:pt x="51764" y="29910"/>
                </a:cubicBezTo>
                <a:cubicBezTo>
                  <a:pt x="52068" y="29667"/>
                  <a:pt x="52372" y="29424"/>
                  <a:pt x="52463" y="29545"/>
                </a:cubicBezTo>
                <a:cubicBezTo>
                  <a:pt x="52585" y="29454"/>
                  <a:pt x="52615" y="29272"/>
                  <a:pt x="52555" y="29120"/>
                </a:cubicBezTo>
                <a:cubicBezTo>
                  <a:pt x="53406" y="28451"/>
                  <a:pt x="53740" y="28269"/>
                  <a:pt x="54682" y="27539"/>
                </a:cubicBezTo>
                <a:cubicBezTo>
                  <a:pt x="54530" y="27813"/>
                  <a:pt x="54561" y="28178"/>
                  <a:pt x="54743" y="28451"/>
                </a:cubicBezTo>
                <a:cubicBezTo>
                  <a:pt x="55047" y="28269"/>
                  <a:pt x="54926" y="28178"/>
                  <a:pt x="54895" y="28086"/>
                </a:cubicBezTo>
                <a:cubicBezTo>
                  <a:pt x="55260" y="27843"/>
                  <a:pt x="55381" y="28026"/>
                  <a:pt x="55655" y="28056"/>
                </a:cubicBezTo>
                <a:cubicBezTo>
                  <a:pt x="56172" y="27478"/>
                  <a:pt x="56871" y="27296"/>
                  <a:pt x="57084" y="26810"/>
                </a:cubicBezTo>
                <a:cubicBezTo>
                  <a:pt x="57327" y="26567"/>
                  <a:pt x="57327" y="26779"/>
                  <a:pt x="57540" y="26627"/>
                </a:cubicBezTo>
                <a:cubicBezTo>
                  <a:pt x="57661" y="26536"/>
                  <a:pt x="57540" y="26475"/>
                  <a:pt x="57722" y="26354"/>
                </a:cubicBezTo>
                <a:cubicBezTo>
                  <a:pt x="58117" y="25959"/>
                  <a:pt x="58239" y="26080"/>
                  <a:pt x="58634" y="25746"/>
                </a:cubicBezTo>
                <a:cubicBezTo>
                  <a:pt x="58786" y="25807"/>
                  <a:pt x="58968" y="25807"/>
                  <a:pt x="59394" y="25442"/>
                </a:cubicBezTo>
                <a:cubicBezTo>
                  <a:pt x="59546" y="25047"/>
                  <a:pt x="58299" y="26141"/>
                  <a:pt x="58999" y="25442"/>
                </a:cubicBezTo>
                <a:cubicBezTo>
                  <a:pt x="59181" y="25320"/>
                  <a:pt x="59333" y="25199"/>
                  <a:pt x="59515" y="25077"/>
                </a:cubicBezTo>
                <a:cubicBezTo>
                  <a:pt x="59819" y="24804"/>
                  <a:pt x="59819" y="24682"/>
                  <a:pt x="59941" y="24591"/>
                </a:cubicBezTo>
                <a:cubicBezTo>
                  <a:pt x="60154" y="24408"/>
                  <a:pt x="60245" y="24439"/>
                  <a:pt x="60488" y="24287"/>
                </a:cubicBezTo>
                <a:cubicBezTo>
                  <a:pt x="61461" y="23527"/>
                  <a:pt x="62616" y="22524"/>
                  <a:pt x="63224" y="22190"/>
                </a:cubicBezTo>
                <a:cubicBezTo>
                  <a:pt x="63376" y="22068"/>
                  <a:pt x="63284" y="22007"/>
                  <a:pt x="63224" y="21916"/>
                </a:cubicBezTo>
                <a:cubicBezTo>
                  <a:pt x="64075" y="21460"/>
                  <a:pt x="64804" y="20822"/>
                  <a:pt x="65412" y="20092"/>
                </a:cubicBezTo>
                <a:cubicBezTo>
                  <a:pt x="65625" y="19940"/>
                  <a:pt x="65868" y="19819"/>
                  <a:pt x="66081" y="19697"/>
                </a:cubicBezTo>
                <a:cubicBezTo>
                  <a:pt x="66324" y="19515"/>
                  <a:pt x="66324" y="19363"/>
                  <a:pt x="66415" y="19302"/>
                </a:cubicBezTo>
                <a:cubicBezTo>
                  <a:pt x="66537" y="19180"/>
                  <a:pt x="66658" y="19272"/>
                  <a:pt x="66719" y="19241"/>
                </a:cubicBezTo>
                <a:cubicBezTo>
                  <a:pt x="66810" y="19180"/>
                  <a:pt x="67297" y="18755"/>
                  <a:pt x="67327" y="18724"/>
                </a:cubicBezTo>
                <a:cubicBezTo>
                  <a:pt x="67540" y="18512"/>
                  <a:pt x="67813" y="18299"/>
                  <a:pt x="68056" y="18117"/>
                </a:cubicBezTo>
                <a:cubicBezTo>
                  <a:pt x="67965" y="18056"/>
                  <a:pt x="67722" y="18299"/>
                  <a:pt x="67509" y="18421"/>
                </a:cubicBezTo>
                <a:cubicBezTo>
                  <a:pt x="67145" y="18542"/>
                  <a:pt x="68330" y="17782"/>
                  <a:pt x="68664" y="17539"/>
                </a:cubicBezTo>
                <a:cubicBezTo>
                  <a:pt x="68452" y="17904"/>
                  <a:pt x="69151" y="17478"/>
                  <a:pt x="68725" y="17934"/>
                </a:cubicBezTo>
                <a:cubicBezTo>
                  <a:pt x="68938" y="17995"/>
                  <a:pt x="68847" y="17600"/>
                  <a:pt x="69303" y="17417"/>
                </a:cubicBezTo>
                <a:cubicBezTo>
                  <a:pt x="69394" y="17174"/>
                  <a:pt x="68847" y="17417"/>
                  <a:pt x="69151" y="17174"/>
                </a:cubicBezTo>
                <a:cubicBezTo>
                  <a:pt x="69667" y="16810"/>
                  <a:pt x="69151" y="17296"/>
                  <a:pt x="69546" y="17174"/>
                </a:cubicBezTo>
                <a:cubicBezTo>
                  <a:pt x="69789" y="17053"/>
                  <a:pt x="69607" y="16931"/>
                  <a:pt x="69698" y="16840"/>
                </a:cubicBezTo>
                <a:cubicBezTo>
                  <a:pt x="69759" y="16718"/>
                  <a:pt x="70367" y="16445"/>
                  <a:pt x="70093" y="16354"/>
                </a:cubicBezTo>
                <a:cubicBezTo>
                  <a:pt x="70762" y="15837"/>
                  <a:pt x="71309" y="15533"/>
                  <a:pt x="71917" y="15138"/>
                </a:cubicBezTo>
                <a:cubicBezTo>
                  <a:pt x="71977" y="15381"/>
                  <a:pt x="72342" y="15168"/>
                  <a:pt x="72160" y="15503"/>
                </a:cubicBezTo>
                <a:cubicBezTo>
                  <a:pt x="72981" y="15047"/>
                  <a:pt x="73771" y="14499"/>
                  <a:pt x="74470" y="13892"/>
                </a:cubicBezTo>
                <a:cubicBezTo>
                  <a:pt x="74561" y="13800"/>
                  <a:pt x="74561" y="13740"/>
                  <a:pt x="74531" y="13679"/>
                </a:cubicBezTo>
                <a:cubicBezTo>
                  <a:pt x="75564" y="12858"/>
                  <a:pt x="76902" y="12281"/>
                  <a:pt x="77358" y="11673"/>
                </a:cubicBezTo>
                <a:cubicBezTo>
                  <a:pt x="77935" y="11338"/>
                  <a:pt x="78877" y="10852"/>
                  <a:pt x="78695" y="10578"/>
                </a:cubicBezTo>
                <a:cubicBezTo>
                  <a:pt x="79060" y="10335"/>
                  <a:pt x="79394" y="10092"/>
                  <a:pt x="79698" y="9819"/>
                </a:cubicBezTo>
                <a:cubicBezTo>
                  <a:pt x="79972" y="9636"/>
                  <a:pt x="80336" y="9484"/>
                  <a:pt x="80519" y="9332"/>
                </a:cubicBezTo>
                <a:cubicBezTo>
                  <a:pt x="80731" y="9180"/>
                  <a:pt x="80762" y="9028"/>
                  <a:pt x="80853" y="8967"/>
                </a:cubicBezTo>
                <a:cubicBezTo>
                  <a:pt x="81339" y="8542"/>
                  <a:pt x="82008" y="8147"/>
                  <a:pt x="82525" y="7752"/>
                </a:cubicBezTo>
                <a:lnTo>
                  <a:pt x="83771" y="6901"/>
                </a:lnTo>
                <a:cubicBezTo>
                  <a:pt x="84379" y="6505"/>
                  <a:pt x="85048" y="6049"/>
                  <a:pt x="85686" y="5594"/>
                </a:cubicBezTo>
                <a:cubicBezTo>
                  <a:pt x="86476" y="5016"/>
                  <a:pt x="87023" y="4499"/>
                  <a:pt x="87783" y="3983"/>
                </a:cubicBezTo>
                <a:cubicBezTo>
                  <a:pt x="88665" y="3375"/>
                  <a:pt x="89516" y="2888"/>
                  <a:pt x="90458" y="2159"/>
                </a:cubicBezTo>
                <a:cubicBezTo>
                  <a:pt x="90245" y="2554"/>
                  <a:pt x="90640" y="2341"/>
                  <a:pt x="90580" y="2584"/>
                </a:cubicBezTo>
                <a:cubicBezTo>
                  <a:pt x="89729" y="3071"/>
                  <a:pt x="90033" y="3253"/>
                  <a:pt x="89394" y="3679"/>
                </a:cubicBezTo>
                <a:cubicBezTo>
                  <a:pt x="89577" y="3800"/>
                  <a:pt x="90124" y="3101"/>
                  <a:pt x="90762" y="2797"/>
                </a:cubicBezTo>
                <a:cubicBezTo>
                  <a:pt x="90124" y="3466"/>
                  <a:pt x="89941" y="4074"/>
                  <a:pt x="90792" y="3709"/>
                </a:cubicBezTo>
                <a:cubicBezTo>
                  <a:pt x="90884" y="3648"/>
                  <a:pt x="91279" y="3223"/>
                  <a:pt x="91461" y="3101"/>
                </a:cubicBezTo>
                <a:cubicBezTo>
                  <a:pt x="91917" y="2767"/>
                  <a:pt x="92890" y="2189"/>
                  <a:pt x="93771" y="1581"/>
                </a:cubicBezTo>
                <a:cubicBezTo>
                  <a:pt x="94136" y="1308"/>
                  <a:pt x="94470" y="1034"/>
                  <a:pt x="94805" y="791"/>
                </a:cubicBezTo>
                <a:cubicBezTo>
                  <a:pt x="94957" y="669"/>
                  <a:pt x="95109" y="578"/>
                  <a:pt x="95230" y="457"/>
                </a:cubicBezTo>
                <a:cubicBezTo>
                  <a:pt x="95321" y="426"/>
                  <a:pt x="95382" y="365"/>
                  <a:pt x="95473" y="335"/>
                </a:cubicBezTo>
                <a:cubicBezTo>
                  <a:pt x="95534" y="335"/>
                  <a:pt x="95595" y="335"/>
                  <a:pt x="95656" y="335"/>
                </a:cubicBezTo>
                <a:cubicBezTo>
                  <a:pt x="95808" y="214"/>
                  <a:pt x="95990" y="92"/>
                  <a:pt x="96172" y="1"/>
                </a:cubicBezTo>
                <a:cubicBezTo>
                  <a:pt x="96355" y="973"/>
                  <a:pt x="96507" y="2980"/>
                  <a:pt x="96720" y="4287"/>
                </a:cubicBezTo>
                <a:cubicBezTo>
                  <a:pt x="96780" y="4834"/>
                  <a:pt x="96932" y="4955"/>
                  <a:pt x="97024" y="5502"/>
                </a:cubicBezTo>
                <a:cubicBezTo>
                  <a:pt x="97328" y="7083"/>
                  <a:pt x="97328" y="9150"/>
                  <a:pt x="97540" y="10670"/>
                </a:cubicBezTo>
                <a:cubicBezTo>
                  <a:pt x="97236" y="10670"/>
                  <a:pt x="97449" y="11490"/>
                  <a:pt x="97297" y="11673"/>
                </a:cubicBezTo>
                <a:lnTo>
                  <a:pt x="97358" y="11946"/>
                </a:lnTo>
                <a:cubicBezTo>
                  <a:pt x="97358" y="12037"/>
                  <a:pt x="97358" y="12098"/>
                  <a:pt x="97358" y="12098"/>
                </a:cubicBezTo>
                <a:cubicBezTo>
                  <a:pt x="97388" y="12129"/>
                  <a:pt x="97388" y="12189"/>
                  <a:pt x="97358" y="12250"/>
                </a:cubicBezTo>
                <a:cubicBezTo>
                  <a:pt x="97358" y="12341"/>
                  <a:pt x="97328" y="12433"/>
                  <a:pt x="97297" y="12524"/>
                </a:cubicBezTo>
                <a:cubicBezTo>
                  <a:pt x="97206" y="12706"/>
                  <a:pt x="97206" y="12949"/>
                  <a:pt x="97267" y="13132"/>
                </a:cubicBezTo>
                <a:cubicBezTo>
                  <a:pt x="96932" y="13132"/>
                  <a:pt x="97054" y="13314"/>
                  <a:pt x="97176" y="13588"/>
                </a:cubicBezTo>
                <a:cubicBezTo>
                  <a:pt x="96659" y="13496"/>
                  <a:pt x="96993" y="14135"/>
                  <a:pt x="96841" y="14347"/>
                </a:cubicBezTo>
                <a:cubicBezTo>
                  <a:pt x="96720" y="14196"/>
                  <a:pt x="96628" y="14226"/>
                  <a:pt x="96537" y="14104"/>
                </a:cubicBezTo>
                <a:cubicBezTo>
                  <a:pt x="96476" y="14196"/>
                  <a:pt x="96689" y="14378"/>
                  <a:pt x="96811" y="14530"/>
                </a:cubicBezTo>
                <a:cubicBezTo>
                  <a:pt x="96476" y="14408"/>
                  <a:pt x="96628" y="14651"/>
                  <a:pt x="96294" y="14469"/>
                </a:cubicBezTo>
                <a:cubicBezTo>
                  <a:pt x="96172" y="14499"/>
                  <a:pt x="96264" y="14621"/>
                  <a:pt x="96355" y="14773"/>
                </a:cubicBezTo>
                <a:cubicBezTo>
                  <a:pt x="96203" y="14651"/>
                  <a:pt x="96142" y="14803"/>
                  <a:pt x="95990" y="14743"/>
                </a:cubicBezTo>
                <a:cubicBezTo>
                  <a:pt x="95929" y="14743"/>
                  <a:pt x="95838" y="14530"/>
                  <a:pt x="95808" y="14530"/>
                </a:cubicBezTo>
                <a:cubicBezTo>
                  <a:pt x="95625" y="14469"/>
                  <a:pt x="95595" y="14773"/>
                  <a:pt x="95413" y="14591"/>
                </a:cubicBezTo>
                <a:cubicBezTo>
                  <a:pt x="95352" y="14530"/>
                  <a:pt x="95413" y="14408"/>
                  <a:pt x="95321" y="14347"/>
                </a:cubicBezTo>
                <a:cubicBezTo>
                  <a:pt x="95139" y="14165"/>
                  <a:pt x="94926" y="14044"/>
                  <a:pt x="94683" y="14013"/>
                </a:cubicBezTo>
                <a:cubicBezTo>
                  <a:pt x="94501" y="13527"/>
                  <a:pt x="94318" y="13557"/>
                  <a:pt x="94166" y="13040"/>
                </a:cubicBezTo>
                <a:cubicBezTo>
                  <a:pt x="94075" y="12888"/>
                  <a:pt x="94014" y="12980"/>
                  <a:pt x="93923" y="13010"/>
                </a:cubicBezTo>
                <a:cubicBezTo>
                  <a:pt x="93862" y="12159"/>
                  <a:pt x="93528" y="10639"/>
                  <a:pt x="93802" y="9606"/>
                </a:cubicBezTo>
                <a:lnTo>
                  <a:pt x="93680" y="8177"/>
                </a:lnTo>
                <a:cubicBezTo>
                  <a:pt x="93285" y="8724"/>
                  <a:pt x="93194" y="9545"/>
                  <a:pt x="92981" y="10001"/>
                </a:cubicBezTo>
                <a:cubicBezTo>
                  <a:pt x="92859" y="9089"/>
                  <a:pt x="92677" y="10548"/>
                  <a:pt x="92495" y="10396"/>
                </a:cubicBezTo>
                <a:lnTo>
                  <a:pt x="92464" y="9879"/>
                </a:lnTo>
                <a:cubicBezTo>
                  <a:pt x="92343" y="10092"/>
                  <a:pt x="92343" y="10335"/>
                  <a:pt x="92160" y="10518"/>
                </a:cubicBezTo>
                <a:cubicBezTo>
                  <a:pt x="92160" y="9788"/>
                  <a:pt x="92130" y="9697"/>
                  <a:pt x="92130" y="9089"/>
                </a:cubicBezTo>
                <a:lnTo>
                  <a:pt x="92130" y="9089"/>
                </a:lnTo>
                <a:cubicBezTo>
                  <a:pt x="92221" y="8785"/>
                  <a:pt x="92251" y="8451"/>
                  <a:pt x="92251" y="8147"/>
                </a:cubicBezTo>
                <a:cubicBezTo>
                  <a:pt x="91887" y="8420"/>
                  <a:pt x="92130" y="8451"/>
                  <a:pt x="91917" y="8633"/>
                </a:cubicBezTo>
                <a:lnTo>
                  <a:pt x="91492" y="8876"/>
                </a:lnTo>
                <a:lnTo>
                  <a:pt x="91644" y="8451"/>
                </a:lnTo>
                <a:cubicBezTo>
                  <a:pt x="91188" y="8815"/>
                  <a:pt x="90975" y="8633"/>
                  <a:pt x="90762" y="9119"/>
                </a:cubicBezTo>
                <a:cubicBezTo>
                  <a:pt x="90701" y="9271"/>
                  <a:pt x="91461" y="8481"/>
                  <a:pt x="91188" y="9089"/>
                </a:cubicBezTo>
                <a:lnTo>
                  <a:pt x="87935" y="11156"/>
                </a:lnTo>
                <a:cubicBezTo>
                  <a:pt x="87814" y="11278"/>
                  <a:pt x="87783" y="11399"/>
                  <a:pt x="87662" y="11521"/>
                </a:cubicBezTo>
                <a:cubicBezTo>
                  <a:pt x="87692" y="11673"/>
                  <a:pt x="87874" y="11612"/>
                  <a:pt x="87844" y="11885"/>
                </a:cubicBezTo>
                <a:cubicBezTo>
                  <a:pt x="87419" y="12281"/>
                  <a:pt x="87540" y="12402"/>
                  <a:pt x="86993" y="12645"/>
                </a:cubicBezTo>
                <a:cubicBezTo>
                  <a:pt x="86993" y="12888"/>
                  <a:pt x="87236" y="12645"/>
                  <a:pt x="87388" y="12524"/>
                </a:cubicBezTo>
                <a:cubicBezTo>
                  <a:pt x="87692" y="12402"/>
                  <a:pt x="87267" y="12706"/>
                  <a:pt x="87175" y="12767"/>
                </a:cubicBezTo>
                <a:cubicBezTo>
                  <a:pt x="86963" y="12858"/>
                  <a:pt x="86780" y="12980"/>
                  <a:pt x="86628" y="13101"/>
                </a:cubicBezTo>
                <a:lnTo>
                  <a:pt x="85808" y="13679"/>
                </a:lnTo>
                <a:cubicBezTo>
                  <a:pt x="85291" y="14044"/>
                  <a:pt x="84804" y="14317"/>
                  <a:pt x="84561" y="14256"/>
                </a:cubicBezTo>
                <a:cubicBezTo>
                  <a:pt x="84349" y="14621"/>
                  <a:pt x="84014" y="14925"/>
                  <a:pt x="83619" y="15107"/>
                </a:cubicBezTo>
                <a:cubicBezTo>
                  <a:pt x="83589" y="15016"/>
                  <a:pt x="84014" y="14834"/>
                  <a:pt x="83953" y="14743"/>
                </a:cubicBezTo>
                <a:cubicBezTo>
                  <a:pt x="83893" y="14712"/>
                  <a:pt x="83771" y="14773"/>
                  <a:pt x="83741" y="14712"/>
                </a:cubicBezTo>
                <a:cubicBezTo>
                  <a:pt x="83467" y="14955"/>
                  <a:pt x="83194" y="15199"/>
                  <a:pt x="83224" y="15381"/>
                </a:cubicBezTo>
                <a:cubicBezTo>
                  <a:pt x="82373" y="16019"/>
                  <a:pt x="81552" y="16293"/>
                  <a:pt x="80914" y="16931"/>
                </a:cubicBezTo>
                <a:cubicBezTo>
                  <a:pt x="81461" y="16323"/>
                  <a:pt x="80306" y="17174"/>
                  <a:pt x="80276" y="17387"/>
                </a:cubicBezTo>
                <a:cubicBezTo>
                  <a:pt x="79485" y="17934"/>
                  <a:pt x="78513" y="18542"/>
                  <a:pt x="77844" y="19059"/>
                </a:cubicBezTo>
                <a:cubicBezTo>
                  <a:pt x="75990" y="20427"/>
                  <a:pt x="73467" y="21886"/>
                  <a:pt x="72281" y="23101"/>
                </a:cubicBezTo>
                <a:cubicBezTo>
                  <a:pt x="72038" y="23223"/>
                  <a:pt x="72190" y="23010"/>
                  <a:pt x="72160" y="22949"/>
                </a:cubicBezTo>
                <a:cubicBezTo>
                  <a:pt x="72038" y="23041"/>
                  <a:pt x="71947" y="23071"/>
                  <a:pt x="71886" y="23071"/>
                </a:cubicBezTo>
                <a:cubicBezTo>
                  <a:pt x="71522" y="23314"/>
                  <a:pt x="71643" y="23375"/>
                  <a:pt x="71309" y="23618"/>
                </a:cubicBezTo>
                <a:cubicBezTo>
                  <a:pt x="71096" y="23801"/>
                  <a:pt x="70701" y="23892"/>
                  <a:pt x="70488" y="24044"/>
                </a:cubicBezTo>
                <a:cubicBezTo>
                  <a:pt x="70245" y="24226"/>
                  <a:pt x="70245" y="24439"/>
                  <a:pt x="69911" y="24621"/>
                </a:cubicBezTo>
                <a:cubicBezTo>
                  <a:pt x="69607" y="24804"/>
                  <a:pt x="69485" y="24864"/>
                  <a:pt x="69424" y="24712"/>
                </a:cubicBezTo>
                <a:cubicBezTo>
                  <a:pt x="69211" y="24986"/>
                  <a:pt x="69303" y="25199"/>
                  <a:pt x="68664" y="25533"/>
                </a:cubicBezTo>
                <a:cubicBezTo>
                  <a:pt x="68664" y="25442"/>
                  <a:pt x="68908" y="25320"/>
                  <a:pt x="68847" y="25229"/>
                </a:cubicBezTo>
                <a:cubicBezTo>
                  <a:pt x="68634" y="25229"/>
                  <a:pt x="68330" y="25624"/>
                  <a:pt x="67935" y="25807"/>
                </a:cubicBezTo>
                <a:cubicBezTo>
                  <a:pt x="67874" y="25837"/>
                  <a:pt x="67601" y="25867"/>
                  <a:pt x="67601" y="25867"/>
                </a:cubicBezTo>
                <a:cubicBezTo>
                  <a:pt x="66628" y="26506"/>
                  <a:pt x="65716" y="27387"/>
                  <a:pt x="65108" y="27782"/>
                </a:cubicBezTo>
                <a:cubicBezTo>
                  <a:pt x="65017" y="27874"/>
                  <a:pt x="64986" y="27995"/>
                  <a:pt x="64956" y="28147"/>
                </a:cubicBezTo>
                <a:cubicBezTo>
                  <a:pt x="64348" y="28299"/>
                  <a:pt x="63558" y="29089"/>
                  <a:pt x="62950" y="29606"/>
                </a:cubicBezTo>
                <a:lnTo>
                  <a:pt x="62828" y="29454"/>
                </a:lnTo>
                <a:cubicBezTo>
                  <a:pt x="62585" y="29697"/>
                  <a:pt x="62190" y="29971"/>
                  <a:pt x="62220" y="30153"/>
                </a:cubicBezTo>
                <a:cubicBezTo>
                  <a:pt x="61795" y="30396"/>
                  <a:pt x="62251" y="29910"/>
                  <a:pt x="62190" y="29849"/>
                </a:cubicBezTo>
                <a:cubicBezTo>
                  <a:pt x="61886" y="30092"/>
                  <a:pt x="61613" y="30366"/>
                  <a:pt x="61430" y="30670"/>
                </a:cubicBezTo>
                <a:cubicBezTo>
                  <a:pt x="60792" y="31035"/>
                  <a:pt x="60214" y="31491"/>
                  <a:pt x="59728" y="32068"/>
                </a:cubicBezTo>
                <a:cubicBezTo>
                  <a:pt x="59546" y="32159"/>
                  <a:pt x="59363" y="32220"/>
                  <a:pt x="59151" y="32311"/>
                </a:cubicBezTo>
                <a:cubicBezTo>
                  <a:pt x="57418" y="34044"/>
                  <a:pt x="55503" y="35594"/>
                  <a:pt x="53467" y="36962"/>
                </a:cubicBezTo>
                <a:cubicBezTo>
                  <a:pt x="53193" y="37235"/>
                  <a:pt x="52950" y="37509"/>
                  <a:pt x="52707" y="37783"/>
                </a:cubicBezTo>
                <a:cubicBezTo>
                  <a:pt x="52159" y="38117"/>
                  <a:pt x="51643" y="38451"/>
                  <a:pt x="51126" y="38816"/>
                </a:cubicBezTo>
                <a:lnTo>
                  <a:pt x="50974" y="38573"/>
                </a:lnTo>
                <a:cubicBezTo>
                  <a:pt x="50579" y="39029"/>
                  <a:pt x="50001" y="39849"/>
                  <a:pt x="49454" y="39941"/>
                </a:cubicBezTo>
                <a:cubicBezTo>
                  <a:pt x="49485" y="39667"/>
                  <a:pt x="50093" y="39424"/>
                  <a:pt x="50336" y="39272"/>
                </a:cubicBezTo>
                <a:cubicBezTo>
                  <a:pt x="50579" y="38998"/>
                  <a:pt x="50427" y="38816"/>
                  <a:pt x="50913" y="38482"/>
                </a:cubicBezTo>
                <a:cubicBezTo>
                  <a:pt x="50701" y="38512"/>
                  <a:pt x="50488" y="38603"/>
                  <a:pt x="50336" y="38755"/>
                </a:cubicBezTo>
                <a:cubicBezTo>
                  <a:pt x="50670" y="38360"/>
                  <a:pt x="50275" y="38238"/>
                  <a:pt x="50397" y="37995"/>
                </a:cubicBezTo>
                <a:cubicBezTo>
                  <a:pt x="50640" y="37418"/>
                  <a:pt x="51430" y="37083"/>
                  <a:pt x="51947" y="36445"/>
                </a:cubicBezTo>
                <a:cubicBezTo>
                  <a:pt x="52220" y="36293"/>
                  <a:pt x="52494" y="36080"/>
                  <a:pt x="52585" y="36263"/>
                </a:cubicBezTo>
                <a:cubicBezTo>
                  <a:pt x="52737" y="36080"/>
                  <a:pt x="52828" y="35928"/>
                  <a:pt x="52980" y="35746"/>
                </a:cubicBezTo>
                <a:cubicBezTo>
                  <a:pt x="52889" y="35685"/>
                  <a:pt x="52676" y="35776"/>
                  <a:pt x="52403" y="36020"/>
                </a:cubicBezTo>
                <a:cubicBezTo>
                  <a:pt x="52615" y="35685"/>
                  <a:pt x="53558" y="35077"/>
                  <a:pt x="53892" y="34895"/>
                </a:cubicBezTo>
                <a:cubicBezTo>
                  <a:pt x="53892" y="35169"/>
                  <a:pt x="53953" y="35077"/>
                  <a:pt x="54226" y="35077"/>
                </a:cubicBezTo>
                <a:cubicBezTo>
                  <a:pt x="54530" y="34834"/>
                  <a:pt x="54500" y="34530"/>
                  <a:pt x="54926" y="34439"/>
                </a:cubicBezTo>
                <a:cubicBezTo>
                  <a:pt x="54865" y="34409"/>
                  <a:pt x="54895" y="34317"/>
                  <a:pt x="54986" y="34257"/>
                </a:cubicBezTo>
                <a:cubicBezTo>
                  <a:pt x="54834" y="34105"/>
                  <a:pt x="54014" y="35108"/>
                  <a:pt x="53983" y="34743"/>
                </a:cubicBezTo>
                <a:cubicBezTo>
                  <a:pt x="54470" y="34348"/>
                  <a:pt x="54986" y="33983"/>
                  <a:pt x="55503" y="33679"/>
                </a:cubicBezTo>
                <a:cubicBezTo>
                  <a:pt x="55959" y="33284"/>
                  <a:pt x="55381" y="33466"/>
                  <a:pt x="55564" y="33193"/>
                </a:cubicBezTo>
                <a:cubicBezTo>
                  <a:pt x="55169" y="33466"/>
                  <a:pt x="54956" y="33861"/>
                  <a:pt x="54561" y="33953"/>
                </a:cubicBezTo>
                <a:cubicBezTo>
                  <a:pt x="54500" y="33801"/>
                  <a:pt x="54530" y="33649"/>
                  <a:pt x="54652" y="33527"/>
                </a:cubicBezTo>
                <a:cubicBezTo>
                  <a:pt x="54470" y="33527"/>
                  <a:pt x="54318" y="33558"/>
                  <a:pt x="54166" y="33649"/>
                </a:cubicBezTo>
                <a:cubicBezTo>
                  <a:pt x="53770" y="34105"/>
                  <a:pt x="54500" y="33649"/>
                  <a:pt x="54470" y="33831"/>
                </a:cubicBezTo>
                <a:cubicBezTo>
                  <a:pt x="54196" y="34013"/>
                  <a:pt x="54287" y="34105"/>
                  <a:pt x="54348" y="34196"/>
                </a:cubicBezTo>
                <a:cubicBezTo>
                  <a:pt x="54014" y="34530"/>
                  <a:pt x="53862" y="34469"/>
                  <a:pt x="53558" y="34713"/>
                </a:cubicBezTo>
                <a:cubicBezTo>
                  <a:pt x="53558" y="34591"/>
                  <a:pt x="53831" y="34409"/>
                  <a:pt x="54014" y="34257"/>
                </a:cubicBezTo>
                <a:cubicBezTo>
                  <a:pt x="53649" y="34165"/>
                  <a:pt x="53375" y="34804"/>
                  <a:pt x="53223" y="35017"/>
                </a:cubicBezTo>
                <a:cubicBezTo>
                  <a:pt x="52919" y="35229"/>
                  <a:pt x="52585" y="35381"/>
                  <a:pt x="52220" y="35442"/>
                </a:cubicBezTo>
                <a:cubicBezTo>
                  <a:pt x="51977" y="35655"/>
                  <a:pt x="52372" y="35746"/>
                  <a:pt x="51886" y="36050"/>
                </a:cubicBezTo>
                <a:cubicBezTo>
                  <a:pt x="51704" y="36111"/>
                  <a:pt x="51491" y="36111"/>
                  <a:pt x="51308" y="36050"/>
                </a:cubicBezTo>
                <a:cubicBezTo>
                  <a:pt x="51187" y="36232"/>
                  <a:pt x="51278" y="36354"/>
                  <a:pt x="51096" y="36567"/>
                </a:cubicBezTo>
                <a:cubicBezTo>
                  <a:pt x="49941" y="37479"/>
                  <a:pt x="48360" y="38603"/>
                  <a:pt x="46871" y="39789"/>
                </a:cubicBezTo>
                <a:cubicBezTo>
                  <a:pt x="46567" y="39971"/>
                  <a:pt x="46871" y="40062"/>
                  <a:pt x="46627" y="40245"/>
                </a:cubicBezTo>
                <a:cubicBezTo>
                  <a:pt x="46840" y="40214"/>
                  <a:pt x="47053" y="40123"/>
                  <a:pt x="47205" y="40001"/>
                </a:cubicBezTo>
                <a:cubicBezTo>
                  <a:pt x="46992" y="40457"/>
                  <a:pt x="47600" y="40245"/>
                  <a:pt x="47813" y="40305"/>
                </a:cubicBezTo>
                <a:lnTo>
                  <a:pt x="47570" y="40518"/>
                </a:lnTo>
                <a:lnTo>
                  <a:pt x="47327" y="40701"/>
                </a:lnTo>
                <a:cubicBezTo>
                  <a:pt x="47387" y="40397"/>
                  <a:pt x="47205" y="40305"/>
                  <a:pt x="46719" y="40640"/>
                </a:cubicBezTo>
                <a:cubicBezTo>
                  <a:pt x="46749" y="40883"/>
                  <a:pt x="47175" y="40397"/>
                  <a:pt x="47175" y="40731"/>
                </a:cubicBezTo>
                <a:cubicBezTo>
                  <a:pt x="46658" y="40944"/>
                  <a:pt x="46232" y="41278"/>
                  <a:pt x="45959" y="41734"/>
                </a:cubicBezTo>
                <a:cubicBezTo>
                  <a:pt x="46263" y="41704"/>
                  <a:pt x="46415" y="41369"/>
                  <a:pt x="46719" y="41187"/>
                </a:cubicBezTo>
                <a:cubicBezTo>
                  <a:pt x="47114" y="40913"/>
                  <a:pt x="47539" y="40701"/>
                  <a:pt x="47995" y="40518"/>
                </a:cubicBezTo>
                <a:cubicBezTo>
                  <a:pt x="47874" y="40731"/>
                  <a:pt x="47752" y="41156"/>
                  <a:pt x="48238" y="40852"/>
                </a:cubicBezTo>
                <a:cubicBezTo>
                  <a:pt x="47904" y="41217"/>
                  <a:pt x="47600" y="41612"/>
                  <a:pt x="47327" y="42008"/>
                </a:cubicBezTo>
                <a:cubicBezTo>
                  <a:pt x="47023" y="42311"/>
                  <a:pt x="46992" y="42068"/>
                  <a:pt x="46749" y="42281"/>
                </a:cubicBezTo>
                <a:cubicBezTo>
                  <a:pt x="46415" y="42524"/>
                  <a:pt x="46111" y="42798"/>
                  <a:pt x="45807" y="43102"/>
                </a:cubicBezTo>
                <a:cubicBezTo>
                  <a:pt x="45624" y="43254"/>
                  <a:pt x="45564" y="43193"/>
                  <a:pt x="45412" y="43315"/>
                </a:cubicBezTo>
                <a:cubicBezTo>
                  <a:pt x="44986" y="43649"/>
                  <a:pt x="44713" y="43983"/>
                  <a:pt x="44317" y="44226"/>
                </a:cubicBezTo>
                <a:cubicBezTo>
                  <a:pt x="43558" y="44774"/>
                  <a:pt x="42038" y="45989"/>
                  <a:pt x="41247" y="46628"/>
                </a:cubicBezTo>
                <a:cubicBezTo>
                  <a:pt x="41035" y="46810"/>
                  <a:pt x="40548" y="46962"/>
                  <a:pt x="40548" y="47266"/>
                </a:cubicBezTo>
                <a:cubicBezTo>
                  <a:pt x="40244" y="47570"/>
                  <a:pt x="40244" y="47357"/>
                  <a:pt x="40001" y="47540"/>
                </a:cubicBezTo>
                <a:cubicBezTo>
                  <a:pt x="39758" y="47722"/>
                  <a:pt x="39788" y="47752"/>
                  <a:pt x="39819" y="47843"/>
                </a:cubicBezTo>
                <a:cubicBezTo>
                  <a:pt x="39454" y="48208"/>
                  <a:pt x="39515" y="47783"/>
                  <a:pt x="39211" y="48056"/>
                </a:cubicBezTo>
                <a:cubicBezTo>
                  <a:pt x="38725" y="48360"/>
                  <a:pt x="38603" y="48725"/>
                  <a:pt x="38208" y="48816"/>
                </a:cubicBezTo>
                <a:cubicBezTo>
                  <a:pt x="38086" y="48938"/>
                  <a:pt x="38177" y="48999"/>
                  <a:pt x="38208" y="49090"/>
                </a:cubicBezTo>
                <a:cubicBezTo>
                  <a:pt x="37600" y="49394"/>
                  <a:pt x="37022" y="49758"/>
                  <a:pt x="36536" y="50214"/>
                </a:cubicBezTo>
                <a:cubicBezTo>
                  <a:pt x="36475" y="50336"/>
                  <a:pt x="36415" y="50458"/>
                  <a:pt x="36415" y="50609"/>
                </a:cubicBezTo>
                <a:cubicBezTo>
                  <a:pt x="35047" y="51673"/>
                  <a:pt x="31673" y="54287"/>
                  <a:pt x="29484" y="56172"/>
                </a:cubicBezTo>
                <a:cubicBezTo>
                  <a:pt x="29150" y="56476"/>
                  <a:pt x="28937" y="56749"/>
                  <a:pt x="28572" y="57053"/>
                </a:cubicBezTo>
                <a:cubicBezTo>
                  <a:pt x="27813" y="57752"/>
                  <a:pt x="26992" y="58239"/>
                  <a:pt x="26414" y="58877"/>
                </a:cubicBezTo>
                <a:cubicBezTo>
                  <a:pt x="27083" y="58421"/>
                  <a:pt x="26992" y="58664"/>
                  <a:pt x="26323" y="59242"/>
                </a:cubicBezTo>
                <a:cubicBezTo>
                  <a:pt x="26688" y="58908"/>
                  <a:pt x="23770" y="61187"/>
                  <a:pt x="22767" y="62038"/>
                </a:cubicBezTo>
                <a:cubicBezTo>
                  <a:pt x="22584" y="62221"/>
                  <a:pt x="22524" y="62160"/>
                  <a:pt x="22372" y="62281"/>
                </a:cubicBezTo>
                <a:cubicBezTo>
                  <a:pt x="22129" y="62464"/>
                  <a:pt x="21855" y="62798"/>
                  <a:pt x="21551" y="63011"/>
                </a:cubicBezTo>
                <a:cubicBezTo>
                  <a:pt x="21217" y="63254"/>
                  <a:pt x="21034" y="63345"/>
                  <a:pt x="20913" y="63467"/>
                </a:cubicBezTo>
                <a:cubicBezTo>
                  <a:pt x="20609" y="63680"/>
                  <a:pt x="20518" y="64014"/>
                  <a:pt x="19879" y="64440"/>
                </a:cubicBezTo>
                <a:cubicBezTo>
                  <a:pt x="19758" y="64531"/>
                  <a:pt x="19606" y="64591"/>
                  <a:pt x="19423" y="64622"/>
                </a:cubicBezTo>
                <a:cubicBezTo>
                  <a:pt x="19241" y="64774"/>
                  <a:pt x="19150" y="65078"/>
                  <a:pt x="18937" y="65291"/>
                </a:cubicBezTo>
                <a:cubicBezTo>
                  <a:pt x="18876" y="65321"/>
                  <a:pt x="18694" y="65382"/>
                  <a:pt x="18542" y="65503"/>
                </a:cubicBezTo>
                <a:cubicBezTo>
                  <a:pt x="18238" y="65777"/>
                  <a:pt x="17995" y="66142"/>
                  <a:pt x="17660" y="66415"/>
                </a:cubicBezTo>
                <a:cubicBezTo>
                  <a:pt x="17326" y="66689"/>
                  <a:pt x="15989" y="67661"/>
                  <a:pt x="15563" y="68057"/>
                </a:cubicBezTo>
                <a:cubicBezTo>
                  <a:pt x="15441" y="68178"/>
                  <a:pt x="15563" y="68300"/>
                  <a:pt x="15290" y="68452"/>
                </a:cubicBezTo>
                <a:cubicBezTo>
                  <a:pt x="15198" y="68391"/>
                  <a:pt x="15350" y="68269"/>
                  <a:pt x="15290" y="68209"/>
                </a:cubicBezTo>
                <a:cubicBezTo>
                  <a:pt x="15077" y="68361"/>
                  <a:pt x="15077" y="68482"/>
                  <a:pt x="14834" y="68634"/>
                </a:cubicBezTo>
                <a:cubicBezTo>
                  <a:pt x="14864" y="68725"/>
                  <a:pt x="14955" y="68725"/>
                  <a:pt x="15046" y="68634"/>
                </a:cubicBezTo>
                <a:cubicBezTo>
                  <a:pt x="15107" y="68847"/>
                  <a:pt x="14682" y="68968"/>
                  <a:pt x="14712" y="68725"/>
                </a:cubicBezTo>
                <a:cubicBezTo>
                  <a:pt x="14530" y="68999"/>
                  <a:pt x="14317" y="69212"/>
                  <a:pt x="14043" y="69364"/>
                </a:cubicBezTo>
                <a:cubicBezTo>
                  <a:pt x="13922" y="69455"/>
                  <a:pt x="13435" y="70032"/>
                  <a:pt x="13283" y="70154"/>
                </a:cubicBezTo>
                <a:cubicBezTo>
                  <a:pt x="13101" y="70306"/>
                  <a:pt x="12767" y="70488"/>
                  <a:pt x="12523" y="70701"/>
                </a:cubicBezTo>
                <a:cubicBezTo>
                  <a:pt x="11794" y="71309"/>
                  <a:pt x="10913" y="72099"/>
                  <a:pt x="10244" y="72586"/>
                </a:cubicBezTo>
                <a:cubicBezTo>
                  <a:pt x="9909" y="72829"/>
                  <a:pt x="9636" y="73224"/>
                  <a:pt x="9332" y="73497"/>
                </a:cubicBezTo>
                <a:cubicBezTo>
                  <a:pt x="9150" y="73649"/>
                  <a:pt x="9089" y="73619"/>
                  <a:pt x="8937" y="73710"/>
                </a:cubicBezTo>
                <a:cubicBezTo>
                  <a:pt x="8754" y="73832"/>
                  <a:pt x="8602" y="73984"/>
                  <a:pt x="8450" y="74136"/>
                </a:cubicBezTo>
                <a:cubicBezTo>
                  <a:pt x="8390" y="74227"/>
                  <a:pt x="8298" y="74318"/>
                  <a:pt x="8238" y="74379"/>
                </a:cubicBezTo>
                <a:cubicBezTo>
                  <a:pt x="8086" y="74440"/>
                  <a:pt x="7934" y="74500"/>
                  <a:pt x="7782" y="74531"/>
                </a:cubicBezTo>
                <a:cubicBezTo>
                  <a:pt x="7630" y="74622"/>
                  <a:pt x="7478" y="74713"/>
                  <a:pt x="7326" y="74835"/>
                </a:cubicBezTo>
                <a:cubicBezTo>
                  <a:pt x="7326" y="74956"/>
                  <a:pt x="7356" y="75048"/>
                  <a:pt x="7417" y="75169"/>
                </a:cubicBezTo>
                <a:cubicBezTo>
                  <a:pt x="7417" y="75321"/>
                  <a:pt x="7326" y="75291"/>
                  <a:pt x="7295" y="75412"/>
                </a:cubicBezTo>
                <a:cubicBezTo>
                  <a:pt x="7265" y="75534"/>
                  <a:pt x="7356" y="75625"/>
                  <a:pt x="7295" y="75777"/>
                </a:cubicBezTo>
                <a:cubicBezTo>
                  <a:pt x="7265" y="75959"/>
                  <a:pt x="7174" y="76142"/>
                  <a:pt x="7143" y="76324"/>
                </a:cubicBezTo>
                <a:cubicBezTo>
                  <a:pt x="7143" y="76659"/>
                  <a:pt x="7295" y="77905"/>
                  <a:pt x="6991" y="78665"/>
                </a:cubicBezTo>
                <a:cubicBezTo>
                  <a:pt x="7083" y="78817"/>
                  <a:pt x="7113" y="79911"/>
                  <a:pt x="7052" y="80792"/>
                </a:cubicBezTo>
                <a:cubicBezTo>
                  <a:pt x="7052" y="81005"/>
                  <a:pt x="6961" y="81309"/>
                  <a:pt x="6961" y="81552"/>
                </a:cubicBezTo>
                <a:cubicBezTo>
                  <a:pt x="6961" y="82343"/>
                  <a:pt x="6991" y="83163"/>
                  <a:pt x="7022" y="83954"/>
                </a:cubicBezTo>
                <a:cubicBezTo>
                  <a:pt x="7083" y="84683"/>
                  <a:pt x="7083" y="85443"/>
                  <a:pt x="7083" y="86203"/>
                </a:cubicBezTo>
                <a:cubicBezTo>
                  <a:pt x="7052" y="86476"/>
                  <a:pt x="6870" y="86750"/>
                  <a:pt x="7022" y="87084"/>
                </a:cubicBezTo>
                <a:cubicBezTo>
                  <a:pt x="7113" y="87054"/>
                  <a:pt x="7083" y="86811"/>
                  <a:pt x="7083" y="86628"/>
                </a:cubicBezTo>
                <a:cubicBezTo>
                  <a:pt x="7235" y="86963"/>
                  <a:pt x="7326" y="88361"/>
                  <a:pt x="7022" y="88300"/>
                </a:cubicBezTo>
                <a:cubicBezTo>
                  <a:pt x="7204" y="88391"/>
                  <a:pt x="7113" y="88665"/>
                  <a:pt x="7235" y="89182"/>
                </a:cubicBezTo>
                <a:cubicBezTo>
                  <a:pt x="7387" y="89607"/>
                  <a:pt x="7478" y="90063"/>
                  <a:pt x="7478" y="90519"/>
                </a:cubicBezTo>
                <a:cubicBezTo>
                  <a:pt x="7326" y="90610"/>
                  <a:pt x="7326" y="90306"/>
                  <a:pt x="7295" y="90063"/>
                </a:cubicBezTo>
                <a:cubicBezTo>
                  <a:pt x="7235" y="90185"/>
                  <a:pt x="7083" y="90458"/>
                  <a:pt x="7083" y="89941"/>
                </a:cubicBezTo>
                <a:cubicBezTo>
                  <a:pt x="6870" y="90063"/>
                  <a:pt x="7174" y="90245"/>
                  <a:pt x="7143" y="90549"/>
                </a:cubicBezTo>
                <a:cubicBezTo>
                  <a:pt x="7083" y="90428"/>
                  <a:pt x="6961" y="90367"/>
                  <a:pt x="6840" y="90397"/>
                </a:cubicBezTo>
                <a:cubicBezTo>
                  <a:pt x="6840" y="90823"/>
                  <a:pt x="6991" y="90793"/>
                  <a:pt x="6991" y="91157"/>
                </a:cubicBezTo>
                <a:cubicBezTo>
                  <a:pt x="6688" y="91005"/>
                  <a:pt x="6688" y="91644"/>
                  <a:pt x="6870" y="91917"/>
                </a:cubicBezTo>
                <a:cubicBezTo>
                  <a:pt x="7052" y="91704"/>
                  <a:pt x="7022" y="91066"/>
                  <a:pt x="7326" y="90975"/>
                </a:cubicBezTo>
                <a:cubicBezTo>
                  <a:pt x="7447" y="91218"/>
                  <a:pt x="7508" y="91613"/>
                  <a:pt x="7660" y="91704"/>
                </a:cubicBezTo>
                <a:cubicBezTo>
                  <a:pt x="7599" y="91917"/>
                  <a:pt x="7417" y="91948"/>
                  <a:pt x="7387" y="92191"/>
                </a:cubicBezTo>
                <a:cubicBezTo>
                  <a:pt x="7447" y="92616"/>
                  <a:pt x="7751" y="92525"/>
                  <a:pt x="7630" y="92008"/>
                </a:cubicBezTo>
                <a:cubicBezTo>
                  <a:pt x="7873" y="92373"/>
                  <a:pt x="7782" y="92829"/>
                  <a:pt x="7417" y="93072"/>
                </a:cubicBezTo>
                <a:cubicBezTo>
                  <a:pt x="7599" y="93346"/>
                  <a:pt x="7691" y="93954"/>
                  <a:pt x="7995" y="93771"/>
                </a:cubicBezTo>
                <a:cubicBezTo>
                  <a:pt x="7995" y="93984"/>
                  <a:pt x="8055" y="94197"/>
                  <a:pt x="8147" y="94227"/>
                </a:cubicBezTo>
                <a:cubicBezTo>
                  <a:pt x="8055" y="94531"/>
                  <a:pt x="8207" y="95200"/>
                  <a:pt x="7964" y="95291"/>
                </a:cubicBezTo>
                <a:cubicBezTo>
                  <a:pt x="7873" y="94896"/>
                  <a:pt x="7812" y="94562"/>
                  <a:pt x="8086" y="94683"/>
                </a:cubicBezTo>
                <a:lnTo>
                  <a:pt x="7964" y="93923"/>
                </a:lnTo>
                <a:cubicBezTo>
                  <a:pt x="7660" y="93832"/>
                  <a:pt x="7995" y="94653"/>
                  <a:pt x="7691" y="94562"/>
                </a:cubicBezTo>
                <a:cubicBezTo>
                  <a:pt x="7569" y="94318"/>
                  <a:pt x="7569" y="94045"/>
                  <a:pt x="7660" y="93802"/>
                </a:cubicBezTo>
                <a:cubicBezTo>
                  <a:pt x="7417" y="93863"/>
                  <a:pt x="7569" y="94501"/>
                  <a:pt x="7356" y="94592"/>
                </a:cubicBezTo>
                <a:cubicBezTo>
                  <a:pt x="7417" y="95048"/>
                  <a:pt x="7721" y="95230"/>
                  <a:pt x="7599" y="95625"/>
                </a:cubicBezTo>
                <a:cubicBezTo>
                  <a:pt x="7295" y="95656"/>
                  <a:pt x="6900" y="94622"/>
                  <a:pt x="6779" y="94835"/>
                </a:cubicBezTo>
                <a:cubicBezTo>
                  <a:pt x="6566" y="94501"/>
                  <a:pt x="6688" y="94014"/>
                  <a:pt x="6505" y="93467"/>
                </a:cubicBezTo>
                <a:cubicBezTo>
                  <a:pt x="6657" y="93711"/>
                  <a:pt x="6596" y="93437"/>
                  <a:pt x="6779" y="93437"/>
                </a:cubicBezTo>
                <a:cubicBezTo>
                  <a:pt x="6718" y="92738"/>
                  <a:pt x="6262" y="93194"/>
                  <a:pt x="6232" y="92434"/>
                </a:cubicBezTo>
                <a:cubicBezTo>
                  <a:pt x="6171" y="92039"/>
                  <a:pt x="6262" y="92221"/>
                  <a:pt x="6353" y="92252"/>
                </a:cubicBezTo>
                <a:cubicBezTo>
                  <a:pt x="6353" y="91917"/>
                  <a:pt x="6171" y="92069"/>
                  <a:pt x="6140" y="91826"/>
                </a:cubicBezTo>
                <a:cubicBezTo>
                  <a:pt x="5988" y="91127"/>
                  <a:pt x="6292" y="91218"/>
                  <a:pt x="6171" y="90580"/>
                </a:cubicBezTo>
                <a:cubicBezTo>
                  <a:pt x="6019" y="90093"/>
                  <a:pt x="6019" y="90914"/>
                  <a:pt x="5836" y="90762"/>
                </a:cubicBezTo>
                <a:cubicBezTo>
                  <a:pt x="5958" y="90671"/>
                  <a:pt x="5776" y="90033"/>
                  <a:pt x="5897" y="90002"/>
                </a:cubicBezTo>
                <a:cubicBezTo>
                  <a:pt x="5867" y="89638"/>
                  <a:pt x="5745" y="90185"/>
                  <a:pt x="5715" y="90337"/>
                </a:cubicBezTo>
                <a:cubicBezTo>
                  <a:pt x="5593" y="89941"/>
                  <a:pt x="5684" y="89242"/>
                  <a:pt x="5472" y="88817"/>
                </a:cubicBezTo>
                <a:cubicBezTo>
                  <a:pt x="5229" y="89090"/>
                  <a:pt x="5624" y="89334"/>
                  <a:pt x="5593" y="89729"/>
                </a:cubicBezTo>
                <a:cubicBezTo>
                  <a:pt x="5441" y="89789"/>
                  <a:pt x="5472" y="90397"/>
                  <a:pt x="5289" y="90033"/>
                </a:cubicBezTo>
                <a:cubicBezTo>
                  <a:pt x="5259" y="90762"/>
                  <a:pt x="5532" y="90641"/>
                  <a:pt x="5532" y="91279"/>
                </a:cubicBezTo>
                <a:cubicBezTo>
                  <a:pt x="5563" y="91796"/>
                  <a:pt x="5350" y="91400"/>
                  <a:pt x="5532" y="92039"/>
                </a:cubicBezTo>
                <a:cubicBezTo>
                  <a:pt x="5624" y="92282"/>
                  <a:pt x="5715" y="92525"/>
                  <a:pt x="5776" y="92799"/>
                </a:cubicBezTo>
                <a:cubicBezTo>
                  <a:pt x="5715" y="93133"/>
                  <a:pt x="5684" y="93498"/>
                  <a:pt x="5684" y="93863"/>
                </a:cubicBezTo>
                <a:cubicBezTo>
                  <a:pt x="5836" y="94379"/>
                  <a:pt x="5654" y="93437"/>
                  <a:pt x="5897" y="93711"/>
                </a:cubicBezTo>
                <a:cubicBezTo>
                  <a:pt x="6171" y="94258"/>
                  <a:pt x="6080" y="95595"/>
                  <a:pt x="6353" y="95808"/>
                </a:cubicBezTo>
                <a:cubicBezTo>
                  <a:pt x="6262" y="96173"/>
                  <a:pt x="6292" y="96537"/>
                  <a:pt x="6384" y="96902"/>
                </a:cubicBezTo>
                <a:cubicBezTo>
                  <a:pt x="5988" y="96689"/>
                  <a:pt x="6384" y="96021"/>
                  <a:pt x="6110" y="95686"/>
                </a:cubicBezTo>
                <a:cubicBezTo>
                  <a:pt x="5958" y="96325"/>
                  <a:pt x="5836" y="96963"/>
                  <a:pt x="5776" y="97632"/>
                </a:cubicBezTo>
                <a:cubicBezTo>
                  <a:pt x="6110" y="98118"/>
                  <a:pt x="6049" y="97145"/>
                  <a:pt x="6019" y="96780"/>
                </a:cubicBezTo>
                <a:cubicBezTo>
                  <a:pt x="6292" y="96811"/>
                  <a:pt x="6292" y="97966"/>
                  <a:pt x="6627" y="97632"/>
                </a:cubicBezTo>
                <a:cubicBezTo>
                  <a:pt x="6688" y="97905"/>
                  <a:pt x="6657" y="98027"/>
                  <a:pt x="6566" y="98118"/>
                </a:cubicBezTo>
                <a:cubicBezTo>
                  <a:pt x="6809" y="98331"/>
                  <a:pt x="6900" y="99091"/>
                  <a:pt x="7052" y="99759"/>
                </a:cubicBezTo>
                <a:cubicBezTo>
                  <a:pt x="6900" y="99759"/>
                  <a:pt x="6900" y="99091"/>
                  <a:pt x="6718" y="99182"/>
                </a:cubicBezTo>
                <a:cubicBezTo>
                  <a:pt x="6718" y="99546"/>
                  <a:pt x="6718" y="99911"/>
                  <a:pt x="6779" y="100276"/>
                </a:cubicBezTo>
                <a:cubicBezTo>
                  <a:pt x="6870" y="100671"/>
                  <a:pt x="7052" y="100519"/>
                  <a:pt x="7235" y="100489"/>
                </a:cubicBezTo>
                <a:cubicBezTo>
                  <a:pt x="7295" y="100884"/>
                  <a:pt x="7599" y="101553"/>
                  <a:pt x="7478" y="101705"/>
                </a:cubicBezTo>
                <a:cubicBezTo>
                  <a:pt x="7174" y="101826"/>
                  <a:pt x="7387" y="101036"/>
                  <a:pt x="7113" y="100823"/>
                </a:cubicBezTo>
                <a:cubicBezTo>
                  <a:pt x="6931" y="101340"/>
                  <a:pt x="7387" y="101705"/>
                  <a:pt x="7387" y="102191"/>
                </a:cubicBezTo>
                <a:cubicBezTo>
                  <a:pt x="7508" y="102191"/>
                  <a:pt x="7478" y="101978"/>
                  <a:pt x="7630" y="101978"/>
                </a:cubicBezTo>
                <a:lnTo>
                  <a:pt x="7995" y="103316"/>
                </a:lnTo>
                <a:cubicBezTo>
                  <a:pt x="7995" y="103802"/>
                  <a:pt x="7721" y="102252"/>
                  <a:pt x="7539" y="102464"/>
                </a:cubicBezTo>
                <a:cubicBezTo>
                  <a:pt x="7478" y="102890"/>
                  <a:pt x="7934" y="103528"/>
                  <a:pt x="8086" y="104106"/>
                </a:cubicBezTo>
                <a:cubicBezTo>
                  <a:pt x="8086" y="103255"/>
                  <a:pt x="8420" y="104896"/>
                  <a:pt x="8633" y="105382"/>
                </a:cubicBezTo>
                <a:cubicBezTo>
                  <a:pt x="8663" y="105838"/>
                  <a:pt x="8329" y="104653"/>
                  <a:pt x="8238" y="104379"/>
                </a:cubicBezTo>
                <a:cubicBezTo>
                  <a:pt x="8025" y="104653"/>
                  <a:pt x="8542" y="105504"/>
                  <a:pt x="8724" y="105838"/>
                </a:cubicBezTo>
                <a:cubicBezTo>
                  <a:pt x="8663" y="106294"/>
                  <a:pt x="8906" y="107389"/>
                  <a:pt x="9302" y="107753"/>
                </a:cubicBezTo>
                <a:cubicBezTo>
                  <a:pt x="9393" y="107510"/>
                  <a:pt x="8967" y="106750"/>
                  <a:pt x="8876" y="106294"/>
                </a:cubicBezTo>
                <a:cubicBezTo>
                  <a:pt x="8998" y="106203"/>
                  <a:pt x="9058" y="106781"/>
                  <a:pt x="9180" y="106993"/>
                </a:cubicBezTo>
                <a:cubicBezTo>
                  <a:pt x="9362" y="107510"/>
                  <a:pt x="9545" y="108118"/>
                  <a:pt x="9788" y="108240"/>
                </a:cubicBezTo>
                <a:cubicBezTo>
                  <a:pt x="9879" y="109152"/>
                  <a:pt x="10244" y="109699"/>
                  <a:pt x="10609" y="110732"/>
                </a:cubicBezTo>
                <a:cubicBezTo>
                  <a:pt x="10700" y="110884"/>
                  <a:pt x="10791" y="110762"/>
                  <a:pt x="10852" y="110975"/>
                </a:cubicBezTo>
                <a:cubicBezTo>
                  <a:pt x="11034" y="111340"/>
                  <a:pt x="10973" y="111462"/>
                  <a:pt x="10761" y="111492"/>
                </a:cubicBezTo>
                <a:cubicBezTo>
                  <a:pt x="11399" y="112343"/>
                  <a:pt x="11338" y="113073"/>
                  <a:pt x="11855" y="113893"/>
                </a:cubicBezTo>
                <a:cubicBezTo>
                  <a:pt x="11855" y="114228"/>
                  <a:pt x="11703" y="113893"/>
                  <a:pt x="11551" y="113863"/>
                </a:cubicBezTo>
                <a:cubicBezTo>
                  <a:pt x="11672" y="114076"/>
                  <a:pt x="11581" y="114136"/>
                  <a:pt x="11672" y="114288"/>
                </a:cubicBezTo>
                <a:cubicBezTo>
                  <a:pt x="11764" y="114471"/>
                  <a:pt x="11946" y="114410"/>
                  <a:pt x="11855" y="114228"/>
                </a:cubicBezTo>
                <a:cubicBezTo>
                  <a:pt x="12280" y="114471"/>
                  <a:pt x="12463" y="115139"/>
                  <a:pt x="12827" y="115595"/>
                </a:cubicBezTo>
                <a:cubicBezTo>
                  <a:pt x="12919" y="115535"/>
                  <a:pt x="13010" y="115504"/>
                  <a:pt x="12919" y="115352"/>
                </a:cubicBezTo>
                <a:cubicBezTo>
                  <a:pt x="13223" y="115595"/>
                  <a:pt x="13283" y="116021"/>
                  <a:pt x="13679" y="116295"/>
                </a:cubicBezTo>
                <a:cubicBezTo>
                  <a:pt x="13375" y="116173"/>
                  <a:pt x="13344" y="116507"/>
                  <a:pt x="13527" y="116781"/>
                </a:cubicBezTo>
                <a:cubicBezTo>
                  <a:pt x="13314" y="116842"/>
                  <a:pt x="13375" y="116507"/>
                  <a:pt x="13192" y="116355"/>
                </a:cubicBezTo>
                <a:cubicBezTo>
                  <a:pt x="13040" y="116416"/>
                  <a:pt x="13071" y="116598"/>
                  <a:pt x="13283" y="116811"/>
                </a:cubicBezTo>
                <a:cubicBezTo>
                  <a:pt x="13739" y="117237"/>
                  <a:pt x="13496" y="116507"/>
                  <a:pt x="13831" y="116690"/>
                </a:cubicBezTo>
                <a:cubicBezTo>
                  <a:pt x="14165" y="117206"/>
                  <a:pt x="14195" y="117267"/>
                  <a:pt x="14925" y="117693"/>
                </a:cubicBezTo>
                <a:lnTo>
                  <a:pt x="14834" y="117875"/>
                </a:lnTo>
                <a:cubicBezTo>
                  <a:pt x="15472" y="118149"/>
                  <a:pt x="15745" y="117966"/>
                  <a:pt x="16475" y="118118"/>
                </a:cubicBezTo>
                <a:cubicBezTo>
                  <a:pt x="16262" y="118301"/>
                  <a:pt x="16688" y="118301"/>
                  <a:pt x="16718" y="118361"/>
                </a:cubicBezTo>
                <a:cubicBezTo>
                  <a:pt x="16779" y="118422"/>
                  <a:pt x="16597" y="118665"/>
                  <a:pt x="16992" y="118665"/>
                </a:cubicBezTo>
                <a:cubicBezTo>
                  <a:pt x="17478" y="118513"/>
                  <a:pt x="16475" y="118422"/>
                  <a:pt x="16749" y="118149"/>
                </a:cubicBezTo>
                <a:cubicBezTo>
                  <a:pt x="17296" y="118149"/>
                  <a:pt x="17144" y="118453"/>
                  <a:pt x="17721" y="118361"/>
                </a:cubicBezTo>
                <a:cubicBezTo>
                  <a:pt x="17934" y="118331"/>
                  <a:pt x="17721" y="118240"/>
                  <a:pt x="17569" y="118240"/>
                </a:cubicBezTo>
                <a:cubicBezTo>
                  <a:pt x="17873" y="118027"/>
                  <a:pt x="18207" y="118270"/>
                  <a:pt x="18603" y="118209"/>
                </a:cubicBezTo>
                <a:cubicBezTo>
                  <a:pt x="18998" y="118118"/>
                  <a:pt x="19363" y="117997"/>
                  <a:pt x="19758" y="117845"/>
                </a:cubicBezTo>
                <a:cubicBezTo>
                  <a:pt x="20092" y="117814"/>
                  <a:pt x="20457" y="117723"/>
                  <a:pt x="20791" y="117602"/>
                </a:cubicBezTo>
                <a:cubicBezTo>
                  <a:pt x="20852" y="117693"/>
                  <a:pt x="20670" y="117753"/>
                  <a:pt x="20670" y="117845"/>
                </a:cubicBezTo>
                <a:cubicBezTo>
                  <a:pt x="21156" y="117753"/>
                  <a:pt x="21217" y="117450"/>
                  <a:pt x="21581" y="117541"/>
                </a:cubicBezTo>
                <a:cubicBezTo>
                  <a:pt x="21642" y="117662"/>
                  <a:pt x="21156" y="117723"/>
                  <a:pt x="21156" y="117845"/>
                </a:cubicBezTo>
                <a:cubicBezTo>
                  <a:pt x="21733" y="117784"/>
                  <a:pt x="21551" y="117571"/>
                  <a:pt x="22037" y="117480"/>
                </a:cubicBezTo>
                <a:cubicBezTo>
                  <a:pt x="21885" y="117328"/>
                  <a:pt x="21369" y="117480"/>
                  <a:pt x="21338" y="117237"/>
                </a:cubicBezTo>
                <a:cubicBezTo>
                  <a:pt x="21460" y="117237"/>
                  <a:pt x="21855" y="117054"/>
                  <a:pt x="21946" y="117085"/>
                </a:cubicBezTo>
                <a:cubicBezTo>
                  <a:pt x="22037" y="117085"/>
                  <a:pt x="21733" y="117237"/>
                  <a:pt x="21825" y="117237"/>
                </a:cubicBezTo>
                <a:cubicBezTo>
                  <a:pt x="22341" y="117328"/>
                  <a:pt x="22888" y="117298"/>
                  <a:pt x="23405" y="117176"/>
                </a:cubicBezTo>
                <a:cubicBezTo>
                  <a:pt x="23800" y="116994"/>
                  <a:pt x="22919" y="117146"/>
                  <a:pt x="23344" y="116902"/>
                </a:cubicBezTo>
                <a:lnTo>
                  <a:pt x="24591" y="116720"/>
                </a:lnTo>
                <a:lnTo>
                  <a:pt x="24621" y="116902"/>
                </a:lnTo>
                <a:cubicBezTo>
                  <a:pt x="24955" y="116902"/>
                  <a:pt x="24955" y="116781"/>
                  <a:pt x="25229" y="116750"/>
                </a:cubicBezTo>
                <a:cubicBezTo>
                  <a:pt x="25776" y="116659"/>
                  <a:pt x="25837" y="116842"/>
                  <a:pt x="26110" y="116416"/>
                </a:cubicBezTo>
                <a:cubicBezTo>
                  <a:pt x="25776" y="116446"/>
                  <a:pt x="25077" y="116477"/>
                  <a:pt x="25898" y="116203"/>
                </a:cubicBezTo>
                <a:cubicBezTo>
                  <a:pt x="25594" y="116112"/>
                  <a:pt x="24773" y="116507"/>
                  <a:pt x="24226" y="116568"/>
                </a:cubicBezTo>
                <a:cubicBezTo>
                  <a:pt x="24104" y="116355"/>
                  <a:pt x="24864" y="116264"/>
                  <a:pt x="25259" y="116143"/>
                </a:cubicBezTo>
                <a:lnTo>
                  <a:pt x="26597" y="115778"/>
                </a:lnTo>
                <a:lnTo>
                  <a:pt x="26688" y="116112"/>
                </a:lnTo>
                <a:cubicBezTo>
                  <a:pt x="27326" y="115960"/>
                  <a:pt x="27478" y="115717"/>
                  <a:pt x="27205" y="115595"/>
                </a:cubicBezTo>
                <a:lnTo>
                  <a:pt x="28116" y="115352"/>
                </a:lnTo>
                <a:cubicBezTo>
                  <a:pt x="28086" y="115474"/>
                  <a:pt x="27873" y="115535"/>
                  <a:pt x="27843" y="115656"/>
                </a:cubicBezTo>
                <a:cubicBezTo>
                  <a:pt x="28542" y="115413"/>
                  <a:pt x="28816" y="115504"/>
                  <a:pt x="29515" y="115261"/>
                </a:cubicBezTo>
                <a:cubicBezTo>
                  <a:pt x="29515" y="115322"/>
                  <a:pt x="29393" y="115383"/>
                  <a:pt x="29393" y="115443"/>
                </a:cubicBezTo>
                <a:cubicBezTo>
                  <a:pt x="30579" y="115200"/>
                  <a:pt x="31186" y="114927"/>
                  <a:pt x="32281" y="114684"/>
                </a:cubicBezTo>
                <a:cubicBezTo>
                  <a:pt x="32341" y="114410"/>
                  <a:pt x="32767" y="114197"/>
                  <a:pt x="33557" y="114015"/>
                </a:cubicBezTo>
                <a:cubicBezTo>
                  <a:pt x="33436" y="113772"/>
                  <a:pt x="32737" y="114349"/>
                  <a:pt x="32311" y="114228"/>
                </a:cubicBezTo>
                <a:cubicBezTo>
                  <a:pt x="32554" y="114015"/>
                  <a:pt x="33466" y="113893"/>
                  <a:pt x="33952" y="113711"/>
                </a:cubicBezTo>
                <a:cubicBezTo>
                  <a:pt x="34044" y="113802"/>
                  <a:pt x="33861" y="113863"/>
                  <a:pt x="33679" y="113924"/>
                </a:cubicBezTo>
                <a:cubicBezTo>
                  <a:pt x="34226" y="113832"/>
                  <a:pt x="33740" y="114167"/>
                  <a:pt x="34074" y="114167"/>
                </a:cubicBezTo>
                <a:cubicBezTo>
                  <a:pt x="34773" y="114015"/>
                  <a:pt x="33831" y="114045"/>
                  <a:pt x="34317" y="113863"/>
                </a:cubicBezTo>
                <a:cubicBezTo>
                  <a:pt x="34986" y="113589"/>
                  <a:pt x="34712" y="114076"/>
                  <a:pt x="35411" y="113772"/>
                </a:cubicBezTo>
                <a:cubicBezTo>
                  <a:pt x="35715" y="113680"/>
                  <a:pt x="35108" y="113589"/>
                  <a:pt x="35472" y="113407"/>
                </a:cubicBezTo>
                <a:cubicBezTo>
                  <a:pt x="35898" y="113468"/>
                  <a:pt x="36718" y="112890"/>
                  <a:pt x="36415" y="113255"/>
                </a:cubicBezTo>
                <a:cubicBezTo>
                  <a:pt x="37083" y="112951"/>
                  <a:pt x="37782" y="112708"/>
                  <a:pt x="38512" y="112586"/>
                </a:cubicBezTo>
                <a:cubicBezTo>
                  <a:pt x="38633" y="112191"/>
                  <a:pt x="37843" y="112586"/>
                  <a:pt x="37387" y="112677"/>
                </a:cubicBezTo>
                <a:cubicBezTo>
                  <a:pt x="37448" y="112373"/>
                  <a:pt x="38025" y="112465"/>
                  <a:pt x="38421" y="112313"/>
                </a:cubicBezTo>
                <a:cubicBezTo>
                  <a:pt x="38816" y="112161"/>
                  <a:pt x="38907" y="111978"/>
                  <a:pt x="39302" y="111918"/>
                </a:cubicBezTo>
                <a:cubicBezTo>
                  <a:pt x="39484" y="112100"/>
                  <a:pt x="39150" y="112191"/>
                  <a:pt x="38755" y="112313"/>
                </a:cubicBezTo>
                <a:cubicBezTo>
                  <a:pt x="38816" y="112434"/>
                  <a:pt x="39150" y="112343"/>
                  <a:pt x="39515" y="112221"/>
                </a:cubicBezTo>
                <a:cubicBezTo>
                  <a:pt x="39484" y="112404"/>
                  <a:pt x="39393" y="112495"/>
                  <a:pt x="39758" y="112495"/>
                </a:cubicBezTo>
                <a:cubicBezTo>
                  <a:pt x="39971" y="112404"/>
                  <a:pt x="39515" y="112252"/>
                  <a:pt x="39971" y="112070"/>
                </a:cubicBezTo>
                <a:cubicBezTo>
                  <a:pt x="40092" y="111857"/>
                  <a:pt x="39272" y="112039"/>
                  <a:pt x="39728" y="111796"/>
                </a:cubicBezTo>
                <a:cubicBezTo>
                  <a:pt x="40123" y="111674"/>
                  <a:pt x="39940" y="111796"/>
                  <a:pt x="39910" y="111887"/>
                </a:cubicBezTo>
                <a:cubicBezTo>
                  <a:pt x="40518" y="111644"/>
                  <a:pt x="41095" y="111462"/>
                  <a:pt x="41703" y="111340"/>
                </a:cubicBezTo>
                <a:cubicBezTo>
                  <a:pt x="41825" y="111674"/>
                  <a:pt x="40943" y="111462"/>
                  <a:pt x="41035" y="111766"/>
                </a:cubicBezTo>
                <a:cubicBezTo>
                  <a:pt x="41399" y="111857"/>
                  <a:pt x="41460" y="111674"/>
                  <a:pt x="41947" y="111614"/>
                </a:cubicBezTo>
                <a:cubicBezTo>
                  <a:pt x="42281" y="111522"/>
                  <a:pt x="41916" y="111401"/>
                  <a:pt x="41916" y="111431"/>
                </a:cubicBezTo>
                <a:cubicBezTo>
                  <a:pt x="41977" y="111158"/>
                  <a:pt x="42463" y="111310"/>
                  <a:pt x="42281" y="111006"/>
                </a:cubicBezTo>
                <a:cubicBezTo>
                  <a:pt x="42858" y="110884"/>
                  <a:pt x="43193" y="110580"/>
                  <a:pt x="43618" y="110611"/>
                </a:cubicBezTo>
                <a:cubicBezTo>
                  <a:pt x="43892" y="110307"/>
                  <a:pt x="45290" y="110003"/>
                  <a:pt x="46415" y="109607"/>
                </a:cubicBezTo>
                <a:cubicBezTo>
                  <a:pt x="47053" y="109395"/>
                  <a:pt x="47083" y="109304"/>
                  <a:pt x="47631" y="109304"/>
                </a:cubicBezTo>
                <a:cubicBezTo>
                  <a:pt x="47783" y="109243"/>
                  <a:pt x="47691" y="109152"/>
                  <a:pt x="47904" y="109091"/>
                </a:cubicBezTo>
                <a:cubicBezTo>
                  <a:pt x="49819" y="108544"/>
                  <a:pt x="50883" y="107966"/>
                  <a:pt x="52494" y="107632"/>
                </a:cubicBezTo>
                <a:cubicBezTo>
                  <a:pt x="52646" y="107571"/>
                  <a:pt x="52555" y="107480"/>
                  <a:pt x="52767" y="107419"/>
                </a:cubicBezTo>
                <a:cubicBezTo>
                  <a:pt x="53102" y="107267"/>
                  <a:pt x="53132" y="107419"/>
                  <a:pt x="53527" y="107237"/>
                </a:cubicBezTo>
                <a:cubicBezTo>
                  <a:pt x="53740" y="107419"/>
                  <a:pt x="53284" y="107541"/>
                  <a:pt x="53163" y="107723"/>
                </a:cubicBezTo>
                <a:cubicBezTo>
                  <a:pt x="52676" y="107632"/>
                  <a:pt x="52190" y="107753"/>
                  <a:pt x="51795" y="107996"/>
                </a:cubicBezTo>
                <a:cubicBezTo>
                  <a:pt x="51947" y="108179"/>
                  <a:pt x="52342" y="107845"/>
                  <a:pt x="52737" y="107845"/>
                </a:cubicBezTo>
                <a:cubicBezTo>
                  <a:pt x="52828" y="107845"/>
                  <a:pt x="52859" y="107996"/>
                  <a:pt x="52919" y="107996"/>
                </a:cubicBezTo>
                <a:cubicBezTo>
                  <a:pt x="53193" y="107996"/>
                  <a:pt x="53527" y="107845"/>
                  <a:pt x="53831" y="107784"/>
                </a:cubicBezTo>
                <a:cubicBezTo>
                  <a:pt x="53953" y="107510"/>
                  <a:pt x="53345" y="107905"/>
                  <a:pt x="53467" y="107632"/>
                </a:cubicBezTo>
                <a:cubicBezTo>
                  <a:pt x="53649" y="107449"/>
                  <a:pt x="54530" y="107024"/>
                  <a:pt x="53801" y="107145"/>
                </a:cubicBezTo>
                <a:cubicBezTo>
                  <a:pt x="53862" y="107024"/>
                  <a:pt x="55108" y="106537"/>
                  <a:pt x="55017" y="106811"/>
                </a:cubicBezTo>
                <a:cubicBezTo>
                  <a:pt x="55685" y="106355"/>
                  <a:pt x="56871" y="106142"/>
                  <a:pt x="58117" y="105747"/>
                </a:cubicBezTo>
                <a:cubicBezTo>
                  <a:pt x="59485" y="105291"/>
                  <a:pt x="61157" y="104653"/>
                  <a:pt x="62220" y="104227"/>
                </a:cubicBezTo>
                <a:cubicBezTo>
                  <a:pt x="62585" y="104045"/>
                  <a:pt x="62555" y="104258"/>
                  <a:pt x="62859" y="104167"/>
                </a:cubicBezTo>
                <a:cubicBezTo>
                  <a:pt x="63072" y="104045"/>
                  <a:pt x="63345" y="103954"/>
                  <a:pt x="63619" y="103923"/>
                </a:cubicBezTo>
                <a:cubicBezTo>
                  <a:pt x="63831" y="103802"/>
                  <a:pt x="63771" y="103620"/>
                  <a:pt x="64318" y="103528"/>
                </a:cubicBezTo>
                <a:cubicBezTo>
                  <a:pt x="64652" y="103650"/>
                  <a:pt x="64105" y="103741"/>
                  <a:pt x="63923" y="103863"/>
                </a:cubicBezTo>
                <a:cubicBezTo>
                  <a:pt x="63831" y="103954"/>
                  <a:pt x="63771" y="104136"/>
                  <a:pt x="63679" y="104167"/>
                </a:cubicBezTo>
                <a:cubicBezTo>
                  <a:pt x="63497" y="104288"/>
                  <a:pt x="62798" y="104258"/>
                  <a:pt x="62950" y="104501"/>
                </a:cubicBezTo>
                <a:cubicBezTo>
                  <a:pt x="63041" y="104592"/>
                  <a:pt x="63163" y="104379"/>
                  <a:pt x="63406" y="104349"/>
                </a:cubicBezTo>
                <a:cubicBezTo>
                  <a:pt x="63467" y="104349"/>
                  <a:pt x="63619" y="104623"/>
                  <a:pt x="64044" y="104349"/>
                </a:cubicBezTo>
                <a:cubicBezTo>
                  <a:pt x="64044" y="104167"/>
                  <a:pt x="63406" y="104592"/>
                  <a:pt x="63558" y="104288"/>
                </a:cubicBezTo>
                <a:cubicBezTo>
                  <a:pt x="64227" y="103984"/>
                  <a:pt x="65169" y="103923"/>
                  <a:pt x="65807" y="103680"/>
                </a:cubicBezTo>
                <a:cubicBezTo>
                  <a:pt x="65716" y="103437"/>
                  <a:pt x="64835" y="103954"/>
                  <a:pt x="64561" y="103893"/>
                </a:cubicBezTo>
                <a:cubicBezTo>
                  <a:pt x="64287" y="103680"/>
                  <a:pt x="64835" y="103559"/>
                  <a:pt x="64743" y="103376"/>
                </a:cubicBezTo>
                <a:cubicBezTo>
                  <a:pt x="65990" y="102890"/>
                  <a:pt x="67297" y="102495"/>
                  <a:pt x="68604" y="102221"/>
                </a:cubicBezTo>
                <a:cubicBezTo>
                  <a:pt x="69303" y="101705"/>
                  <a:pt x="70002" y="101370"/>
                  <a:pt x="70670" y="100884"/>
                </a:cubicBezTo>
                <a:cubicBezTo>
                  <a:pt x="70549" y="100641"/>
                  <a:pt x="70336" y="100762"/>
                  <a:pt x="70063" y="100945"/>
                </a:cubicBezTo>
                <a:cubicBezTo>
                  <a:pt x="69971" y="100793"/>
                  <a:pt x="70397" y="100550"/>
                  <a:pt x="70336" y="100398"/>
                </a:cubicBezTo>
                <a:cubicBezTo>
                  <a:pt x="70123" y="100246"/>
                  <a:pt x="70123" y="100610"/>
                  <a:pt x="70002" y="100702"/>
                </a:cubicBezTo>
                <a:cubicBezTo>
                  <a:pt x="69667" y="100945"/>
                  <a:pt x="69272" y="101127"/>
                  <a:pt x="68908" y="101279"/>
                </a:cubicBezTo>
                <a:cubicBezTo>
                  <a:pt x="68786" y="101340"/>
                  <a:pt x="68908" y="101431"/>
                  <a:pt x="68756" y="101492"/>
                </a:cubicBezTo>
                <a:cubicBezTo>
                  <a:pt x="68452" y="101613"/>
                  <a:pt x="68117" y="101674"/>
                  <a:pt x="67783" y="101674"/>
                </a:cubicBezTo>
                <a:cubicBezTo>
                  <a:pt x="67479" y="101826"/>
                  <a:pt x="67996" y="101735"/>
                  <a:pt x="67692" y="101917"/>
                </a:cubicBezTo>
                <a:cubicBezTo>
                  <a:pt x="66658" y="102130"/>
                  <a:pt x="65625" y="102768"/>
                  <a:pt x="64591" y="102920"/>
                </a:cubicBezTo>
                <a:cubicBezTo>
                  <a:pt x="64926" y="102525"/>
                  <a:pt x="63710" y="103042"/>
                  <a:pt x="63588" y="102829"/>
                </a:cubicBezTo>
                <a:cubicBezTo>
                  <a:pt x="63193" y="102920"/>
                  <a:pt x="63831" y="103133"/>
                  <a:pt x="63193" y="103224"/>
                </a:cubicBezTo>
                <a:cubicBezTo>
                  <a:pt x="63254" y="103316"/>
                  <a:pt x="63497" y="103194"/>
                  <a:pt x="63649" y="103164"/>
                </a:cubicBezTo>
                <a:cubicBezTo>
                  <a:pt x="64166" y="103042"/>
                  <a:pt x="63436" y="103316"/>
                  <a:pt x="63254" y="103376"/>
                </a:cubicBezTo>
                <a:cubicBezTo>
                  <a:pt x="62859" y="103346"/>
                  <a:pt x="62494" y="103407"/>
                  <a:pt x="62160" y="103528"/>
                </a:cubicBezTo>
                <a:cubicBezTo>
                  <a:pt x="62068" y="103771"/>
                  <a:pt x="62524" y="103528"/>
                  <a:pt x="62768" y="103437"/>
                </a:cubicBezTo>
                <a:cubicBezTo>
                  <a:pt x="62828" y="103680"/>
                  <a:pt x="62372" y="103650"/>
                  <a:pt x="62068" y="103771"/>
                </a:cubicBezTo>
                <a:cubicBezTo>
                  <a:pt x="61278" y="104075"/>
                  <a:pt x="60518" y="104379"/>
                  <a:pt x="59728" y="104623"/>
                </a:cubicBezTo>
                <a:cubicBezTo>
                  <a:pt x="59606" y="104501"/>
                  <a:pt x="59880" y="104410"/>
                  <a:pt x="60123" y="104349"/>
                </a:cubicBezTo>
                <a:cubicBezTo>
                  <a:pt x="59728" y="104106"/>
                  <a:pt x="59302" y="104623"/>
                  <a:pt x="59120" y="104805"/>
                </a:cubicBezTo>
                <a:cubicBezTo>
                  <a:pt x="57935" y="105200"/>
                  <a:pt x="57722" y="104927"/>
                  <a:pt x="56688" y="105322"/>
                </a:cubicBezTo>
                <a:cubicBezTo>
                  <a:pt x="56628" y="105626"/>
                  <a:pt x="57418" y="105170"/>
                  <a:pt x="57752" y="105109"/>
                </a:cubicBezTo>
                <a:cubicBezTo>
                  <a:pt x="56719" y="105808"/>
                  <a:pt x="55138" y="105960"/>
                  <a:pt x="54226" y="106325"/>
                </a:cubicBezTo>
                <a:cubicBezTo>
                  <a:pt x="54105" y="106386"/>
                  <a:pt x="53983" y="106568"/>
                  <a:pt x="53953" y="106568"/>
                </a:cubicBezTo>
                <a:cubicBezTo>
                  <a:pt x="53740" y="106629"/>
                  <a:pt x="53953" y="106416"/>
                  <a:pt x="53922" y="106416"/>
                </a:cubicBezTo>
                <a:cubicBezTo>
                  <a:pt x="53618" y="106507"/>
                  <a:pt x="53345" y="106750"/>
                  <a:pt x="53071" y="106841"/>
                </a:cubicBezTo>
                <a:cubicBezTo>
                  <a:pt x="52494" y="107024"/>
                  <a:pt x="52281" y="106841"/>
                  <a:pt x="51825" y="107024"/>
                </a:cubicBezTo>
                <a:cubicBezTo>
                  <a:pt x="51643" y="107085"/>
                  <a:pt x="51734" y="107176"/>
                  <a:pt x="51734" y="107267"/>
                </a:cubicBezTo>
                <a:cubicBezTo>
                  <a:pt x="50305" y="107662"/>
                  <a:pt x="49150" y="108300"/>
                  <a:pt x="48147" y="108331"/>
                </a:cubicBezTo>
                <a:cubicBezTo>
                  <a:pt x="47965" y="108392"/>
                  <a:pt x="48117" y="108422"/>
                  <a:pt x="48147" y="108392"/>
                </a:cubicBezTo>
                <a:cubicBezTo>
                  <a:pt x="47661" y="108665"/>
                  <a:pt x="46293" y="109091"/>
                  <a:pt x="45898" y="109030"/>
                </a:cubicBezTo>
                <a:cubicBezTo>
                  <a:pt x="45594" y="109152"/>
                  <a:pt x="45320" y="109304"/>
                  <a:pt x="45047" y="109486"/>
                </a:cubicBezTo>
                <a:cubicBezTo>
                  <a:pt x="43861" y="109851"/>
                  <a:pt x="42159" y="110185"/>
                  <a:pt x="40792" y="110428"/>
                </a:cubicBezTo>
                <a:cubicBezTo>
                  <a:pt x="40518" y="110185"/>
                  <a:pt x="40032" y="110215"/>
                  <a:pt x="40032" y="109942"/>
                </a:cubicBezTo>
                <a:cubicBezTo>
                  <a:pt x="38785" y="110398"/>
                  <a:pt x="38147" y="110489"/>
                  <a:pt x="36901" y="110854"/>
                </a:cubicBezTo>
                <a:cubicBezTo>
                  <a:pt x="36810" y="110945"/>
                  <a:pt x="36718" y="111036"/>
                  <a:pt x="36658" y="111158"/>
                </a:cubicBezTo>
                <a:cubicBezTo>
                  <a:pt x="36415" y="111249"/>
                  <a:pt x="36171" y="111310"/>
                  <a:pt x="35898" y="111310"/>
                </a:cubicBezTo>
                <a:cubicBezTo>
                  <a:pt x="35533" y="111431"/>
                  <a:pt x="36111" y="111431"/>
                  <a:pt x="36232" y="111431"/>
                </a:cubicBezTo>
                <a:cubicBezTo>
                  <a:pt x="36962" y="111310"/>
                  <a:pt x="36992" y="110914"/>
                  <a:pt x="37570" y="110975"/>
                </a:cubicBezTo>
                <a:cubicBezTo>
                  <a:pt x="37174" y="111249"/>
                  <a:pt x="36749" y="111431"/>
                  <a:pt x="36293" y="111553"/>
                </a:cubicBezTo>
                <a:cubicBezTo>
                  <a:pt x="36384" y="111614"/>
                  <a:pt x="36506" y="111644"/>
                  <a:pt x="36627" y="111614"/>
                </a:cubicBezTo>
                <a:cubicBezTo>
                  <a:pt x="36566" y="111766"/>
                  <a:pt x="36384" y="111705"/>
                  <a:pt x="36323" y="111705"/>
                </a:cubicBezTo>
                <a:cubicBezTo>
                  <a:pt x="36232" y="111705"/>
                  <a:pt x="35898" y="111735"/>
                  <a:pt x="35928" y="111522"/>
                </a:cubicBezTo>
                <a:cubicBezTo>
                  <a:pt x="35746" y="111553"/>
                  <a:pt x="35563" y="111644"/>
                  <a:pt x="35351" y="111674"/>
                </a:cubicBezTo>
                <a:cubicBezTo>
                  <a:pt x="35168" y="111705"/>
                  <a:pt x="35016" y="111705"/>
                  <a:pt x="34864" y="111674"/>
                </a:cubicBezTo>
                <a:cubicBezTo>
                  <a:pt x="34591" y="111766"/>
                  <a:pt x="34621" y="111978"/>
                  <a:pt x="34135" y="112039"/>
                </a:cubicBezTo>
                <a:cubicBezTo>
                  <a:pt x="34044" y="111796"/>
                  <a:pt x="33253" y="112130"/>
                  <a:pt x="33132" y="111887"/>
                </a:cubicBezTo>
                <a:cubicBezTo>
                  <a:pt x="32706" y="112100"/>
                  <a:pt x="33436" y="112100"/>
                  <a:pt x="33071" y="112282"/>
                </a:cubicBezTo>
                <a:cubicBezTo>
                  <a:pt x="32615" y="112434"/>
                  <a:pt x="32311" y="112404"/>
                  <a:pt x="32585" y="112191"/>
                </a:cubicBezTo>
                <a:cubicBezTo>
                  <a:pt x="32281" y="112525"/>
                  <a:pt x="31430" y="112343"/>
                  <a:pt x="31582" y="112708"/>
                </a:cubicBezTo>
                <a:cubicBezTo>
                  <a:pt x="31764" y="112921"/>
                  <a:pt x="32250" y="112313"/>
                  <a:pt x="32341" y="112495"/>
                </a:cubicBezTo>
                <a:cubicBezTo>
                  <a:pt x="32554" y="112677"/>
                  <a:pt x="31734" y="112799"/>
                  <a:pt x="31490" y="112860"/>
                </a:cubicBezTo>
                <a:cubicBezTo>
                  <a:pt x="31369" y="112921"/>
                  <a:pt x="31126" y="113103"/>
                  <a:pt x="31065" y="113133"/>
                </a:cubicBezTo>
                <a:cubicBezTo>
                  <a:pt x="30305" y="113407"/>
                  <a:pt x="29059" y="113772"/>
                  <a:pt x="28633" y="113680"/>
                </a:cubicBezTo>
                <a:cubicBezTo>
                  <a:pt x="28268" y="113893"/>
                  <a:pt x="27569" y="113924"/>
                  <a:pt x="26992" y="114136"/>
                </a:cubicBezTo>
                <a:cubicBezTo>
                  <a:pt x="26688" y="114258"/>
                  <a:pt x="26414" y="114410"/>
                  <a:pt x="26141" y="114592"/>
                </a:cubicBezTo>
                <a:cubicBezTo>
                  <a:pt x="26840" y="114592"/>
                  <a:pt x="27265" y="114167"/>
                  <a:pt x="27934" y="114076"/>
                </a:cubicBezTo>
                <a:cubicBezTo>
                  <a:pt x="27721" y="114410"/>
                  <a:pt x="27083" y="114532"/>
                  <a:pt x="26627" y="114684"/>
                </a:cubicBezTo>
                <a:cubicBezTo>
                  <a:pt x="26019" y="114775"/>
                  <a:pt x="25411" y="114927"/>
                  <a:pt x="24803" y="115109"/>
                </a:cubicBezTo>
                <a:cubicBezTo>
                  <a:pt x="24621" y="114927"/>
                  <a:pt x="25168" y="114866"/>
                  <a:pt x="25199" y="114714"/>
                </a:cubicBezTo>
                <a:cubicBezTo>
                  <a:pt x="24743" y="114927"/>
                  <a:pt x="24499" y="115139"/>
                  <a:pt x="24043" y="115322"/>
                </a:cubicBezTo>
                <a:cubicBezTo>
                  <a:pt x="23679" y="115231"/>
                  <a:pt x="23405" y="115443"/>
                  <a:pt x="22676" y="115565"/>
                </a:cubicBezTo>
                <a:cubicBezTo>
                  <a:pt x="22676" y="115747"/>
                  <a:pt x="23496" y="115261"/>
                  <a:pt x="23314" y="115595"/>
                </a:cubicBezTo>
                <a:cubicBezTo>
                  <a:pt x="22888" y="115747"/>
                  <a:pt x="22129" y="115839"/>
                  <a:pt x="22159" y="116051"/>
                </a:cubicBezTo>
                <a:cubicBezTo>
                  <a:pt x="21764" y="116051"/>
                  <a:pt x="21217" y="116173"/>
                  <a:pt x="21004" y="116021"/>
                </a:cubicBezTo>
                <a:cubicBezTo>
                  <a:pt x="20822" y="116143"/>
                  <a:pt x="20457" y="116203"/>
                  <a:pt x="20639" y="116386"/>
                </a:cubicBezTo>
                <a:cubicBezTo>
                  <a:pt x="20244" y="116568"/>
                  <a:pt x="19970" y="116355"/>
                  <a:pt x="20062" y="116598"/>
                </a:cubicBezTo>
                <a:cubicBezTo>
                  <a:pt x="19545" y="116750"/>
                  <a:pt x="19484" y="116507"/>
                  <a:pt x="19180" y="116477"/>
                </a:cubicBezTo>
                <a:cubicBezTo>
                  <a:pt x="18785" y="116598"/>
                  <a:pt x="19545" y="116507"/>
                  <a:pt x="19363" y="116781"/>
                </a:cubicBezTo>
                <a:cubicBezTo>
                  <a:pt x="18907" y="116781"/>
                  <a:pt x="18481" y="116811"/>
                  <a:pt x="18025" y="116933"/>
                </a:cubicBezTo>
                <a:cubicBezTo>
                  <a:pt x="17691" y="116994"/>
                  <a:pt x="17326" y="117024"/>
                  <a:pt x="16961" y="116963"/>
                </a:cubicBezTo>
                <a:cubicBezTo>
                  <a:pt x="16840" y="117024"/>
                  <a:pt x="16840" y="117115"/>
                  <a:pt x="16627" y="117085"/>
                </a:cubicBezTo>
                <a:cubicBezTo>
                  <a:pt x="16931" y="116811"/>
                  <a:pt x="16384" y="116933"/>
                  <a:pt x="16384" y="116720"/>
                </a:cubicBezTo>
                <a:cubicBezTo>
                  <a:pt x="16232" y="116842"/>
                  <a:pt x="15502" y="116690"/>
                  <a:pt x="15654" y="116872"/>
                </a:cubicBezTo>
                <a:cubicBezTo>
                  <a:pt x="15472" y="117054"/>
                  <a:pt x="15502" y="116720"/>
                  <a:pt x="15381" y="116690"/>
                </a:cubicBezTo>
                <a:cubicBezTo>
                  <a:pt x="15107" y="116598"/>
                  <a:pt x="15441" y="116933"/>
                  <a:pt x="15168" y="116872"/>
                </a:cubicBezTo>
                <a:cubicBezTo>
                  <a:pt x="14712" y="116598"/>
                  <a:pt x="14317" y="116264"/>
                  <a:pt x="13982" y="115869"/>
                </a:cubicBezTo>
                <a:cubicBezTo>
                  <a:pt x="13648" y="115474"/>
                  <a:pt x="13344" y="115048"/>
                  <a:pt x="13071" y="114592"/>
                </a:cubicBezTo>
                <a:cubicBezTo>
                  <a:pt x="12979" y="114380"/>
                  <a:pt x="13040" y="114349"/>
                  <a:pt x="12949" y="114167"/>
                </a:cubicBezTo>
                <a:cubicBezTo>
                  <a:pt x="12706" y="113863"/>
                  <a:pt x="12493" y="113528"/>
                  <a:pt x="12311" y="113164"/>
                </a:cubicBezTo>
                <a:cubicBezTo>
                  <a:pt x="12220" y="112951"/>
                  <a:pt x="12159" y="112738"/>
                  <a:pt x="12189" y="112525"/>
                </a:cubicBezTo>
                <a:cubicBezTo>
                  <a:pt x="11946" y="112070"/>
                  <a:pt x="11612" y="111431"/>
                  <a:pt x="11368" y="110884"/>
                </a:cubicBezTo>
                <a:cubicBezTo>
                  <a:pt x="10639" y="109364"/>
                  <a:pt x="10244" y="108148"/>
                  <a:pt x="10457" y="107206"/>
                </a:cubicBezTo>
                <a:cubicBezTo>
                  <a:pt x="10730" y="107145"/>
                  <a:pt x="10943" y="107024"/>
                  <a:pt x="10821" y="106598"/>
                </a:cubicBezTo>
                <a:cubicBezTo>
                  <a:pt x="10973" y="106598"/>
                  <a:pt x="11065" y="106781"/>
                  <a:pt x="11156" y="107115"/>
                </a:cubicBezTo>
                <a:cubicBezTo>
                  <a:pt x="11156" y="106781"/>
                  <a:pt x="11794" y="107267"/>
                  <a:pt x="11551" y="106537"/>
                </a:cubicBezTo>
                <a:cubicBezTo>
                  <a:pt x="11764" y="106993"/>
                  <a:pt x="12037" y="106872"/>
                  <a:pt x="12280" y="107085"/>
                </a:cubicBezTo>
                <a:cubicBezTo>
                  <a:pt x="12372" y="107176"/>
                  <a:pt x="12432" y="107662"/>
                  <a:pt x="12554" y="107449"/>
                </a:cubicBezTo>
                <a:cubicBezTo>
                  <a:pt x="12919" y="108908"/>
                  <a:pt x="13618" y="110459"/>
                  <a:pt x="14165" y="111887"/>
                </a:cubicBezTo>
                <a:cubicBezTo>
                  <a:pt x="14256" y="112100"/>
                  <a:pt x="14256" y="112343"/>
                  <a:pt x="14347" y="112586"/>
                </a:cubicBezTo>
                <a:cubicBezTo>
                  <a:pt x="14499" y="112951"/>
                  <a:pt x="14742" y="113225"/>
                  <a:pt x="14894" y="113559"/>
                </a:cubicBezTo>
                <a:cubicBezTo>
                  <a:pt x="14955" y="113711"/>
                  <a:pt x="14986" y="113863"/>
                  <a:pt x="15077" y="113984"/>
                </a:cubicBezTo>
                <a:cubicBezTo>
                  <a:pt x="15138" y="114106"/>
                  <a:pt x="15259" y="114228"/>
                  <a:pt x="15350" y="114319"/>
                </a:cubicBezTo>
                <a:cubicBezTo>
                  <a:pt x="15411" y="114349"/>
                  <a:pt x="15472" y="114410"/>
                  <a:pt x="15411" y="114532"/>
                </a:cubicBezTo>
                <a:cubicBezTo>
                  <a:pt x="15472" y="114592"/>
                  <a:pt x="15533" y="114471"/>
                  <a:pt x="15593" y="114532"/>
                </a:cubicBezTo>
                <a:cubicBezTo>
                  <a:pt x="15685" y="114684"/>
                  <a:pt x="15837" y="114744"/>
                  <a:pt x="15928" y="114866"/>
                </a:cubicBezTo>
                <a:cubicBezTo>
                  <a:pt x="15989" y="114927"/>
                  <a:pt x="15989" y="115018"/>
                  <a:pt x="16019" y="115079"/>
                </a:cubicBezTo>
                <a:cubicBezTo>
                  <a:pt x="16080" y="115109"/>
                  <a:pt x="16171" y="115048"/>
                  <a:pt x="16232" y="115048"/>
                </a:cubicBezTo>
                <a:cubicBezTo>
                  <a:pt x="16384" y="115048"/>
                  <a:pt x="16475" y="115231"/>
                  <a:pt x="16627" y="115261"/>
                </a:cubicBezTo>
                <a:cubicBezTo>
                  <a:pt x="16749" y="115261"/>
                  <a:pt x="16779" y="115170"/>
                  <a:pt x="16870" y="115170"/>
                </a:cubicBezTo>
                <a:cubicBezTo>
                  <a:pt x="16961" y="115139"/>
                  <a:pt x="17083" y="115139"/>
                  <a:pt x="17174" y="115170"/>
                </a:cubicBezTo>
                <a:cubicBezTo>
                  <a:pt x="17296" y="115200"/>
                  <a:pt x="17417" y="115231"/>
                  <a:pt x="17569" y="115231"/>
                </a:cubicBezTo>
                <a:cubicBezTo>
                  <a:pt x="17721" y="115231"/>
                  <a:pt x="17752" y="115170"/>
                  <a:pt x="17752" y="115079"/>
                </a:cubicBezTo>
                <a:cubicBezTo>
                  <a:pt x="18390" y="115139"/>
                  <a:pt x="19363" y="114836"/>
                  <a:pt x="20670" y="114440"/>
                </a:cubicBezTo>
                <a:cubicBezTo>
                  <a:pt x="20974" y="114471"/>
                  <a:pt x="20487" y="114805"/>
                  <a:pt x="21065" y="114714"/>
                </a:cubicBezTo>
                <a:cubicBezTo>
                  <a:pt x="21490" y="114501"/>
                  <a:pt x="20761" y="114501"/>
                  <a:pt x="21125" y="114319"/>
                </a:cubicBezTo>
                <a:cubicBezTo>
                  <a:pt x="22311" y="114045"/>
                  <a:pt x="22706" y="113954"/>
                  <a:pt x="23831" y="113589"/>
                </a:cubicBezTo>
                <a:cubicBezTo>
                  <a:pt x="23770" y="113711"/>
                  <a:pt x="23648" y="113802"/>
                  <a:pt x="23405" y="113863"/>
                </a:cubicBezTo>
                <a:cubicBezTo>
                  <a:pt x="23709" y="113954"/>
                  <a:pt x="24043" y="113772"/>
                  <a:pt x="24104" y="113437"/>
                </a:cubicBezTo>
                <a:cubicBezTo>
                  <a:pt x="24773" y="113194"/>
                  <a:pt x="23952" y="113680"/>
                  <a:pt x="24439" y="113559"/>
                </a:cubicBezTo>
                <a:cubicBezTo>
                  <a:pt x="24773" y="113498"/>
                  <a:pt x="24712" y="113377"/>
                  <a:pt x="24712" y="113285"/>
                </a:cubicBezTo>
                <a:lnTo>
                  <a:pt x="25746" y="112981"/>
                </a:lnTo>
                <a:cubicBezTo>
                  <a:pt x="26019" y="113042"/>
                  <a:pt x="25746" y="113073"/>
                  <a:pt x="25806" y="113255"/>
                </a:cubicBezTo>
                <a:lnTo>
                  <a:pt x="26262" y="113133"/>
                </a:lnTo>
                <a:cubicBezTo>
                  <a:pt x="26566" y="113012"/>
                  <a:pt x="25654" y="113012"/>
                  <a:pt x="26506" y="112769"/>
                </a:cubicBezTo>
                <a:cubicBezTo>
                  <a:pt x="27113" y="112586"/>
                  <a:pt x="26506" y="112890"/>
                  <a:pt x="26718" y="113012"/>
                </a:cubicBezTo>
                <a:cubicBezTo>
                  <a:pt x="27113" y="112890"/>
                  <a:pt x="27053" y="113042"/>
                  <a:pt x="27296" y="112829"/>
                </a:cubicBezTo>
                <a:cubicBezTo>
                  <a:pt x="27630" y="112738"/>
                  <a:pt x="27296" y="112525"/>
                  <a:pt x="27357" y="112404"/>
                </a:cubicBezTo>
                <a:lnTo>
                  <a:pt x="28420" y="112100"/>
                </a:lnTo>
                <a:cubicBezTo>
                  <a:pt x="28329" y="112191"/>
                  <a:pt x="28268" y="112313"/>
                  <a:pt x="28329" y="112404"/>
                </a:cubicBezTo>
                <a:cubicBezTo>
                  <a:pt x="28481" y="112252"/>
                  <a:pt x="29120" y="112191"/>
                  <a:pt x="28846" y="111978"/>
                </a:cubicBezTo>
                <a:cubicBezTo>
                  <a:pt x="29667" y="111674"/>
                  <a:pt x="30123" y="111674"/>
                  <a:pt x="30427" y="111826"/>
                </a:cubicBezTo>
                <a:cubicBezTo>
                  <a:pt x="30700" y="111766"/>
                  <a:pt x="31004" y="111279"/>
                  <a:pt x="31186" y="111614"/>
                </a:cubicBezTo>
                <a:cubicBezTo>
                  <a:pt x="31551" y="111431"/>
                  <a:pt x="30761" y="111431"/>
                  <a:pt x="31551" y="111279"/>
                </a:cubicBezTo>
                <a:cubicBezTo>
                  <a:pt x="31460" y="111218"/>
                  <a:pt x="31338" y="111188"/>
                  <a:pt x="31217" y="111218"/>
                </a:cubicBezTo>
                <a:cubicBezTo>
                  <a:pt x="31308" y="111188"/>
                  <a:pt x="32524" y="110641"/>
                  <a:pt x="32311" y="111066"/>
                </a:cubicBezTo>
                <a:cubicBezTo>
                  <a:pt x="32767" y="110945"/>
                  <a:pt x="32615" y="110732"/>
                  <a:pt x="33162" y="110611"/>
                </a:cubicBezTo>
                <a:lnTo>
                  <a:pt x="33193" y="110793"/>
                </a:lnTo>
                <a:cubicBezTo>
                  <a:pt x="33253" y="110671"/>
                  <a:pt x="33618" y="110550"/>
                  <a:pt x="33740" y="110428"/>
                </a:cubicBezTo>
                <a:cubicBezTo>
                  <a:pt x="34013" y="110337"/>
                  <a:pt x="34317" y="110367"/>
                  <a:pt x="34560" y="110489"/>
                </a:cubicBezTo>
                <a:cubicBezTo>
                  <a:pt x="34500" y="110185"/>
                  <a:pt x="35624" y="110003"/>
                  <a:pt x="35837" y="109881"/>
                </a:cubicBezTo>
                <a:cubicBezTo>
                  <a:pt x="35685" y="109881"/>
                  <a:pt x="35533" y="109881"/>
                  <a:pt x="35381" y="109942"/>
                </a:cubicBezTo>
                <a:cubicBezTo>
                  <a:pt x="36141" y="109516"/>
                  <a:pt x="37235" y="109486"/>
                  <a:pt x="38208" y="109121"/>
                </a:cubicBezTo>
                <a:cubicBezTo>
                  <a:pt x="38573" y="109334"/>
                  <a:pt x="38998" y="109425"/>
                  <a:pt x="39424" y="109395"/>
                </a:cubicBezTo>
                <a:cubicBezTo>
                  <a:pt x="39880" y="109304"/>
                  <a:pt x="39636" y="109121"/>
                  <a:pt x="40123" y="109060"/>
                </a:cubicBezTo>
                <a:cubicBezTo>
                  <a:pt x="39606" y="108939"/>
                  <a:pt x="40518" y="108604"/>
                  <a:pt x="39880" y="108696"/>
                </a:cubicBezTo>
                <a:cubicBezTo>
                  <a:pt x="40032" y="108483"/>
                  <a:pt x="40943" y="108392"/>
                  <a:pt x="40518" y="108148"/>
                </a:cubicBezTo>
                <a:cubicBezTo>
                  <a:pt x="42190" y="107419"/>
                  <a:pt x="44591" y="106933"/>
                  <a:pt x="46141" y="106355"/>
                </a:cubicBezTo>
                <a:cubicBezTo>
                  <a:pt x="46141" y="106629"/>
                  <a:pt x="45290" y="106720"/>
                  <a:pt x="44713" y="106933"/>
                </a:cubicBezTo>
                <a:cubicBezTo>
                  <a:pt x="44196" y="107085"/>
                  <a:pt x="43709" y="107237"/>
                  <a:pt x="43223" y="107449"/>
                </a:cubicBezTo>
                <a:cubicBezTo>
                  <a:pt x="43558" y="107449"/>
                  <a:pt x="44013" y="107328"/>
                  <a:pt x="44196" y="107449"/>
                </a:cubicBezTo>
                <a:cubicBezTo>
                  <a:pt x="44804" y="107328"/>
                  <a:pt x="44500" y="107085"/>
                  <a:pt x="45017" y="106902"/>
                </a:cubicBezTo>
                <a:lnTo>
                  <a:pt x="45047" y="107054"/>
                </a:lnTo>
                <a:cubicBezTo>
                  <a:pt x="45533" y="106872"/>
                  <a:pt x="46050" y="106781"/>
                  <a:pt x="46567" y="106781"/>
                </a:cubicBezTo>
                <a:cubicBezTo>
                  <a:pt x="46719" y="106720"/>
                  <a:pt x="46627" y="106629"/>
                  <a:pt x="46840" y="106568"/>
                </a:cubicBezTo>
                <a:lnTo>
                  <a:pt x="47874" y="106234"/>
                </a:lnTo>
                <a:cubicBezTo>
                  <a:pt x="48238" y="106234"/>
                  <a:pt x="47995" y="106355"/>
                  <a:pt x="48238" y="106355"/>
                </a:cubicBezTo>
                <a:cubicBezTo>
                  <a:pt x="48816" y="106173"/>
                  <a:pt x="48147" y="106264"/>
                  <a:pt x="48451" y="106051"/>
                </a:cubicBezTo>
                <a:cubicBezTo>
                  <a:pt x="48846" y="105930"/>
                  <a:pt x="49424" y="105838"/>
                  <a:pt x="49150" y="105626"/>
                </a:cubicBezTo>
                <a:cubicBezTo>
                  <a:pt x="50093" y="105474"/>
                  <a:pt x="51400" y="104927"/>
                  <a:pt x="52129" y="104744"/>
                </a:cubicBezTo>
                <a:cubicBezTo>
                  <a:pt x="51673" y="105079"/>
                  <a:pt x="50518" y="105291"/>
                  <a:pt x="49789" y="105565"/>
                </a:cubicBezTo>
                <a:cubicBezTo>
                  <a:pt x="49637" y="105717"/>
                  <a:pt x="49393" y="105869"/>
                  <a:pt x="49424" y="106051"/>
                </a:cubicBezTo>
                <a:cubicBezTo>
                  <a:pt x="49819" y="105930"/>
                  <a:pt x="50062" y="105808"/>
                  <a:pt x="49971" y="105656"/>
                </a:cubicBezTo>
                <a:cubicBezTo>
                  <a:pt x="50579" y="105626"/>
                  <a:pt x="50944" y="105291"/>
                  <a:pt x="51734" y="105109"/>
                </a:cubicBezTo>
                <a:cubicBezTo>
                  <a:pt x="51582" y="105261"/>
                  <a:pt x="51704" y="105230"/>
                  <a:pt x="51795" y="105291"/>
                </a:cubicBezTo>
                <a:cubicBezTo>
                  <a:pt x="53041" y="104835"/>
                  <a:pt x="54257" y="104410"/>
                  <a:pt x="55898" y="103832"/>
                </a:cubicBezTo>
                <a:cubicBezTo>
                  <a:pt x="56293" y="103802"/>
                  <a:pt x="55685" y="104136"/>
                  <a:pt x="56141" y="104045"/>
                </a:cubicBezTo>
                <a:cubicBezTo>
                  <a:pt x="56749" y="103832"/>
                  <a:pt x="55807" y="103771"/>
                  <a:pt x="56780" y="103559"/>
                </a:cubicBezTo>
                <a:cubicBezTo>
                  <a:pt x="57144" y="103620"/>
                  <a:pt x="56688" y="103954"/>
                  <a:pt x="56324" y="104136"/>
                </a:cubicBezTo>
                <a:cubicBezTo>
                  <a:pt x="56476" y="104349"/>
                  <a:pt x="57327" y="103923"/>
                  <a:pt x="56992" y="103711"/>
                </a:cubicBezTo>
                <a:cubicBezTo>
                  <a:pt x="57296" y="103650"/>
                  <a:pt x="57509" y="103468"/>
                  <a:pt x="57266" y="103528"/>
                </a:cubicBezTo>
                <a:cubicBezTo>
                  <a:pt x="60154" y="102556"/>
                  <a:pt x="64409" y="101249"/>
                  <a:pt x="67114" y="100154"/>
                </a:cubicBezTo>
                <a:cubicBezTo>
                  <a:pt x="67266" y="100094"/>
                  <a:pt x="67175" y="100063"/>
                  <a:pt x="67084" y="100094"/>
                </a:cubicBezTo>
                <a:cubicBezTo>
                  <a:pt x="67266" y="100033"/>
                  <a:pt x="67479" y="99942"/>
                  <a:pt x="67692" y="99850"/>
                </a:cubicBezTo>
                <a:lnTo>
                  <a:pt x="67965" y="99729"/>
                </a:lnTo>
                <a:cubicBezTo>
                  <a:pt x="67996" y="99698"/>
                  <a:pt x="68056" y="99668"/>
                  <a:pt x="68117" y="99638"/>
                </a:cubicBezTo>
                <a:cubicBezTo>
                  <a:pt x="68269" y="99820"/>
                  <a:pt x="67965" y="99820"/>
                  <a:pt x="68208" y="99911"/>
                </a:cubicBezTo>
                <a:cubicBezTo>
                  <a:pt x="68452" y="100002"/>
                  <a:pt x="68482" y="99820"/>
                  <a:pt x="68543" y="99820"/>
                </a:cubicBezTo>
                <a:cubicBezTo>
                  <a:pt x="68756" y="99790"/>
                  <a:pt x="68330" y="99942"/>
                  <a:pt x="68300" y="100094"/>
                </a:cubicBezTo>
                <a:cubicBezTo>
                  <a:pt x="68604" y="100094"/>
                  <a:pt x="68908" y="100002"/>
                  <a:pt x="69181" y="99881"/>
                </a:cubicBezTo>
                <a:cubicBezTo>
                  <a:pt x="69090" y="99607"/>
                  <a:pt x="69090" y="99334"/>
                  <a:pt x="69120" y="99030"/>
                </a:cubicBezTo>
                <a:cubicBezTo>
                  <a:pt x="69242" y="98939"/>
                  <a:pt x="69333" y="98756"/>
                  <a:pt x="69546" y="98878"/>
                </a:cubicBezTo>
                <a:cubicBezTo>
                  <a:pt x="69515" y="98665"/>
                  <a:pt x="69546" y="98452"/>
                  <a:pt x="69607" y="98270"/>
                </a:cubicBezTo>
                <a:cubicBezTo>
                  <a:pt x="69667" y="98148"/>
                  <a:pt x="69698" y="98027"/>
                  <a:pt x="69728" y="97905"/>
                </a:cubicBezTo>
                <a:cubicBezTo>
                  <a:pt x="69759" y="97632"/>
                  <a:pt x="69759" y="97358"/>
                  <a:pt x="69789" y="97115"/>
                </a:cubicBezTo>
                <a:cubicBezTo>
                  <a:pt x="69819" y="97024"/>
                  <a:pt x="69941" y="96963"/>
                  <a:pt x="70063" y="96993"/>
                </a:cubicBezTo>
                <a:cubicBezTo>
                  <a:pt x="70093" y="96689"/>
                  <a:pt x="69971" y="96720"/>
                  <a:pt x="69850" y="96689"/>
                </a:cubicBezTo>
                <a:cubicBezTo>
                  <a:pt x="69971" y="96021"/>
                  <a:pt x="69880" y="95109"/>
                  <a:pt x="70032" y="93984"/>
                </a:cubicBezTo>
                <a:cubicBezTo>
                  <a:pt x="70123" y="93194"/>
                  <a:pt x="70275" y="92404"/>
                  <a:pt x="70519" y="91644"/>
                </a:cubicBezTo>
                <a:cubicBezTo>
                  <a:pt x="70640" y="91248"/>
                  <a:pt x="70762" y="90914"/>
                  <a:pt x="70853" y="90580"/>
                </a:cubicBezTo>
                <a:lnTo>
                  <a:pt x="71248" y="89607"/>
                </a:lnTo>
                <a:cubicBezTo>
                  <a:pt x="71491" y="88999"/>
                  <a:pt x="71522" y="88331"/>
                  <a:pt x="71886" y="88118"/>
                </a:cubicBezTo>
                <a:cubicBezTo>
                  <a:pt x="71947" y="87905"/>
                  <a:pt x="71886" y="87814"/>
                  <a:pt x="71977" y="87571"/>
                </a:cubicBezTo>
                <a:cubicBezTo>
                  <a:pt x="72129" y="87297"/>
                  <a:pt x="72312" y="87054"/>
                  <a:pt x="72555" y="86872"/>
                </a:cubicBezTo>
                <a:cubicBezTo>
                  <a:pt x="72798" y="86112"/>
                  <a:pt x="73193" y="85382"/>
                  <a:pt x="73649" y="84744"/>
                </a:cubicBezTo>
                <a:cubicBezTo>
                  <a:pt x="74196" y="84014"/>
                  <a:pt x="74774" y="83163"/>
                  <a:pt x="75443" y="82343"/>
                </a:cubicBezTo>
                <a:cubicBezTo>
                  <a:pt x="75838" y="82130"/>
                  <a:pt x="75382" y="82616"/>
                  <a:pt x="75595" y="82677"/>
                </a:cubicBezTo>
                <a:cubicBezTo>
                  <a:pt x="76111" y="82069"/>
                  <a:pt x="75686" y="81887"/>
                  <a:pt x="76446" y="81157"/>
                </a:cubicBezTo>
                <a:cubicBezTo>
                  <a:pt x="76446" y="81370"/>
                  <a:pt x="76233" y="81643"/>
                  <a:pt x="76506" y="81704"/>
                </a:cubicBezTo>
                <a:cubicBezTo>
                  <a:pt x="76932" y="81279"/>
                  <a:pt x="76750" y="81036"/>
                  <a:pt x="77266" y="80792"/>
                </a:cubicBezTo>
                <a:cubicBezTo>
                  <a:pt x="77297" y="80975"/>
                  <a:pt x="76780" y="81400"/>
                  <a:pt x="76841" y="81552"/>
                </a:cubicBezTo>
                <a:cubicBezTo>
                  <a:pt x="77236" y="81370"/>
                  <a:pt x="77266" y="80762"/>
                  <a:pt x="77874" y="80245"/>
                </a:cubicBezTo>
                <a:cubicBezTo>
                  <a:pt x="78057" y="80336"/>
                  <a:pt x="77874" y="80580"/>
                  <a:pt x="77570" y="80884"/>
                </a:cubicBezTo>
                <a:cubicBezTo>
                  <a:pt x="77965" y="80823"/>
                  <a:pt x="77874" y="80367"/>
                  <a:pt x="78209" y="80124"/>
                </a:cubicBezTo>
                <a:cubicBezTo>
                  <a:pt x="78330" y="80184"/>
                  <a:pt x="78756" y="79637"/>
                  <a:pt x="78908" y="79637"/>
                </a:cubicBezTo>
                <a:cubicBezTo>
                  <a:pt x="79151" y="79273"/>
                  <a:pt x="79364" y="78574"/>
                  <a:pt x="79759" y="78391"/>
                </a:cubicBezTo>
                <a:cubicBezTo>
                  <a:pt x="79698" y="78543"/>
                  <a:pt x="79789" y="78665"/>
                  <a:pt x="79728" y="78847"/>
                </a:cubicBezTo>
                <a:cubicBezTo>
                  <a:pt x="79516" y="79060"/>
                  <a:pt x="79424" y="79029"/>
                  <a:pt x="79212" y="79242"/>
                </a:cubicBezTo>
                <a:cubicBezTo>
                  <a:pt x="79364" y="79546"/>
                  <a:pt x="80002" y="78725"/>
                  <a:pt x="80276" y="78482"/>
                </a:cubicBezTo>
                <a:cubicBezTo>
                  <a:pt x="80428" y="78604"/>
                  <a:pt x="80124" y="78877"/>
                  <a:pt x="80276" y="78999"/>
                </a:cubicBezTo>
                <a:cubicBezTo>
                  <a:pt x="80428" y="78786"/>
                  <a:pt x="80458" y="78604"/>
                  <a:pt x="80610" y="78361"/>
                </a:cubicBezTo>
                <a:cubicBezTo>
                  <a:pt x="81005" y="77996"/>
                  <a:pt x="81127" y="78148"/>
                  <a:pt x="81370" y="78057"/>
                </a:cubicBezTo>
                <a:lnTo>
                  <a:pt x="80215" y="79212"/>
                </a:lnTo>
                <a:cubicBezTo>
                  <a:pt x="79850" y="79637"/>
                  <a:pt x="79424" y="79972"/>
                  <a:pt x="78938" y="80184"/>
                </a:cubicBezTo>
                <a:cubicBezTo>
                  <a:pt x="78695" y="80458"/>
                  <a:pt x="79151" y="80124"/>
                  <a:pt x="78969" y="80458"/>
                </a:cubicBezTo>
                <a:cubicBezTo>
                  <a:pt x="78452" y="80884"/>
                  <a:pt x="77874" y="81704"/>
                  <a:pt x="77449" y="81917"/>
                </a:cubicBezTo>
                <a:cubicBezTo>
                  <a:pt x="77327" y="82039"/>
                  <a:pt x="77418" y="82069"/>
                  <a:pt x="77449" y="82130"/>
                </a:cubicBezTo>
                <a:cubicBezTo>
                  <a:pt x="76841" y="82859"/>
                  <a:pt x="76263" y="83224"/>
                  <a:pt x="76051" y="83954"/>
                </a:cubicBezTo>
                <a:cubicBezTo>
                  <a:pt x="75625" y="84197"/>
                  <a:pt x="74744" y="85656"/>
                  <a:pt x="74561" y="86294"/>
                </a:cubicBezTo>
                <a:cubicBezTo>
                  <a:pt x="74288" y="86416"/>
                  <a:pt x="73923" y="87023"/>
                  <a:pt x="73649" y="87510"/>
                </a:cubicBezTo>
                <a:cubicBezTo>
                  <a:pt x="73862" y="87631"/>
                  <a:pt x="74136" y="86993"/>
                  <a:pt x="74409" y="86811"/>
                </a:cubicBezTo>
                <a:cubicBezTo>
                  <a:pt x="74561" y="87145"/>
                  <a:pt x="74196" y="87084"/>
                  <a:pt x="74014" y="87510"/>
                </a:cubicBezTo>
                <a:cubicBezTo>
                  <a:pt x="73862" y="87844"/>
                  <a:pt x="74196" y="87692"/>
                  <a:pt x="74257" y="87844"/>
                </a:cubicBezTo>
                <a:cubicBezTo>
                  <a:pt x="74592" y="87327"/>
                  <a:pt x="74804" y="86720"/>
                  <a:pt x="74835" y="86112"/>
                </a:cubicBezTo>
                <a:cubicBezTo>
                  <a:pt x="75382" y="85230"/>
                  <a:pt x="75899" y="84592"/>
                  <a:pt x="76294" y="83984"/>
                </a:cubicBezTo>
                <a:cubicBezTo>
                  <a:pt x="76750" y="83437"/>
                  <a:pt x="77206" y="82890"/>
                  <a:pt x="77692" y="82373"/>
                </a:cubicBezTo>
                <a:cubicBezTo>
                  <a:pt x="77510" y="82738"/>
                  <a:pt x="77783" y="82859"/>
                  <a:pt x="77479" y="83285"/>
                </a:cubicBezTo>
                <a:cubicBezTo>
                  <a:pt x="77631" y="83315"/>
                  <a:pt x="78026" y="82616"/>
                  <a:pt x="78209" y="82647"/>
                </a:cubicBezTo>
                <a:cubicBezTo>
                  <a:pt x="78148" y="82495"/>
                  <a:pt x="78026" y="82525"/>
                  <a:pt x="77844" y="82738"/>
                </a:cubicBezTo>
                <a:cubicBezTo>
                  <a:pt x="77692" y="82555"/>
                  <a:pt x="78300" y="82069"/>
                  <a:pt x="78604" y="81704"/>
                </a:cubicBezTo>
                <a:cubicBezTo>
                  <a:pt x="78665" y="81765"/>
                  <a:pt x="78725" y="81947"/>
                  <a:pt x="78908" y="81795"/>
                </a:cubicBezTo>
                <a:cubicBezTo>
                  <a:pt x="79333" y="81400"/>
                  <a:pt x="78695" y="81491"/>
                  <a:pt x="79303" y="81066"/>
                </a:cubicBezTo>
                <a:cubicBezTo>
                  <a:pt x="79242" y="81431"/>
                  <a:pt x="79212" y="81370"/>
                  <a:pt x="79637" y="81218"/>
                </a:cubicBezTo>
                <a:cubicBezTo>
                  <a:pt x="79820" y="80975"/>
                  <a:pt x="79607" y="81036"/>
                  <a:pt x="79455" y="81218"/>
                </a:cubicBezTo>
                <a:cubicBezTo>
                  <a:pt x="79394" y="81096"/>
                  <a:pt x="79759" y="80853"/>
                  <a:pt x="79698" y="80792"/>
                </a:cubicBezTo>
                <a:cubicBezTo>
                  <a:pt x="80032" y="80610"/>
                  <a:pt x="80367" y="80397"/>
                  <a:pt x="80306" y="80762"/>
                </a:cubicBezTo>
                <a:cubicBezTo>
                  <a:pt x="80792" y="80336"/>
                  <a:pt x="80610" y="80124"/>
                  <a:pt x="81248" y="79698"/>
                </a:cubicBezTo>
                <a:cubicBezTo>
                  <a:pt x="81704" y="79273"/>
                  <a:pt x="81795" y="79607"/>
                  <a:pt x="82251" y="79181"/>
                </a:cubicBezTo>
                <a:cubicBezTo>
                  <a:pt x="82525" y="78817"/>
                  <a:pt x="82859" y="78482"/>
                  <a:pt x="82494" y="78452"/>
                </a:cubicBezTo>
                <a:cubicBezTo>
                  <a:pt x="83163" y="77935"/>
                  <a:pt x="83437" y="77570"/>
                  <a:pt x="83254" y="77388"/>
                </a:cubicBezTo>
                <a:cubicBezTo>
                  <a:pt x="83589" y="77084"/>
                  <a:pt x="83649" y="77206"/>
                  <a:pt x="83923" y="76963"/>
                </a:cubicBezTo>
                <a:cubicBezTo>
                  <a:pt x="84075" y="77054"/>
                  <a:pt x="83832" y="77206"/>
                  <a:pt x="83649" y="77358"/>
                </a:cubicBezTo>
                <a:cubicBezTo>
                  <a:pt x="83771" y="77540"/>
                  <a:pt x="84075" y="77358"/>
                  <a:pt x="84349" y="77266"/>
                </a:cubicBezTo>
                <a:cubicBezTo>
                  <a:pt x="84561" y="76963"/>
                  <a:pt x="84865" y="76750"/>
                  <a:pt x="85230" y="76628"/>
                </a:cubicBezTo>
                <a:cubicBezTo>
                  <a:pt x="85504" y="76689"/>
                  <a:pt x="84835" y="76963"/>
                  <a:pt x="85139" y="77023"/>
                </a:cubicBezTo>
                <a:cubicBezTo>
                  <a:pt x="85230" y="77175"/>
                  <a:pt x="85443" y="76750"/>
                  <a:pt x="85291" y="76750"/>
                </a:cubicBezTo>
                <a:cubicBezTo>
                  <a:pt x="85656" y="76415"/>
                  <a:pt x="86020" y="76111"/>
                  <a:pt x="86415" y="75868"/>
                </a:cubicBezTo>
                <a:cubicBezTo>
                  <a:pt x="86385" y="75716"/>
                  <a:pt x="86233" y="75625"/>
                  <a:pt x="86081" y="75656"/>
                </a:cubicBezTo>
                <a:cubicBezTo>
                  <a:pt x="85838" y="75929"/>
                  <a:pt x="85534" y="76172"/>
                  <a:pt x="85230" y="76355"/>
                </a:cubicBezTo>
                <a:cubicBezTo>
                  <a:pt x="85108" y="76020"/>
                  <a:pt x="84409" y="76659"/>
                  <a:pt x="84288" y="76355"/>
                </a:cubicBezTo>
                <a:cubicBezTo>
                  <a:pt x="85747" y="75291"/>
                  <a:pt x="88330" y="73406"/>
                  <a:pt x="89789" y="72707"/>
                </a:cubicBezTo>
                <a:cubicBezTo>
                  <a:pt x="89941" y="72981"/>
                  <a:pt x="89516" y="72950"/>
                  <a:pt x="89303" y="73072"/>
                </a:cubicBezTo>
                <a:cubicBezTo>
                  <a:pt x="88148" y="73771"/>
                  <a:pt x="86507" y="74926"/>
                  <a:pt x="85382" y="75716"/>
                </a:cubicBezTo>
                <a:cubicBezTo>
                  <a:pt x="85808" y="75564"/>
                  <a:pt x="86446" y="75078"/>
                  <a:pt x="86719" y="75200"/>
                </a:cubicBezTo>
                <a:cubicBezTo>
                  <a:pt x="87206" y="74926"/>
                  <a:pt x="86719" y="74835"/>
                  <a:pt x="87267" y="74561"/>
                </a:cubicBezTo>
                <a:cubicBezTo>
                  <a:pt x="87540" y="74349"/>
                  <a:pt x="87510" y="74561"/>
                  <a:pt x="87722" y="74409"/>
                </a:cubicBezTo>
                <a:cubicBezTo>
                  <a:pt x="88118" y="74318"/>
                  <a:pt x="88026" y="74075"/>
                  <a:pt x="88057" y="74045"/>
                </a:cubicBezTo>
                <a:cubicBezTo>
                  <a:pt x="88087" y="74014"/>
                  <a:pt x="88270" y="73984"/>
                  <a:pt x="88361" y="73923"/>
                </a:cubicBezTo>
                <a:cubicBezTo>
                  <a:pt x="88513" y="73832"/>
                  <a:pt x="88543" y="73710"/>
                  <a:pt x="88574" y="73710"/>
                </a:cubicBezTo>
                <a:cubicBezTo>
                  <a:pt x="89181" y="73315"/>
                  <a:pt x="89729" y="73163"/>
                  <a:pt x="90306" y="72616"/>
                </a:cubicBezTo>
                <a:cubicBezTo>
                  <a:pt x="90519" y="72434"/>
                  <a:pt x="90580" y="72494"/>
                  <a:pt x="90640" y="72555"/>
                </a:cubicBezTo>
                <a:cubicBezTo>
                  <a:pt x="91005" y="72282"/>
                  <a:pt x="90428" y="72494"/>
                  <a:pt x="90488" y="72312"/>
                </a:cubicBezTo>
                <a:cubicBezTo>
                  <a:pt x="90823" y="72099"/>
                  <a:pt x="90914" y="72251"/>
                  <a:pt x="91127" y="72160"/>
                </a:cubicBezTo>
                <a:cubicBezTo>
                  <a:pt x="91431" y="72008"/>
                  <a:pt x="91066" y="71917"/>
                  <a:pt x="91096" y="71795"/>
                </a:cubicBezTo>
                <a:cubicBezTo>
                  <a:pt x="92130" y="71096"/>
                  <a:pt x="93072" y="70427"/>
                  <a:pt x="93984" y="69880"/>
                </a:cubicBezTo>
                <a:cubicBezTo>
                  <a:pt x="94106" y="69789"/>
                  <a:pt x="94227" y="69880"/>
                  <a:pt x="94318" y="69850"/>
                </a:cubicBezTo>
                <a:cubicBezTo>
                  <a:pt x="94470" y="69759"/>
                  <a:pt x="94865" y="69455"/>
                  <a:pt x="95078" y="69303"/>
                </a:cubicBezTo>
                <a:cubicBezTo>
                  <a:pt x="95261" y="69151"/>
                  <a:pt x="95777" y="68938"/>
                  <a:pt x="95838" y="68756"/>
                </a:cubicBezTo>
                <a:cubicBezTo>
                  <a:pt x="95960" y="68756"/>
                  <a:pt x="96203" y="68573"/>
                  <a:pt x="96294" y="68634"/>
                </a:cubicBezTo>
                <a:cubicBezTo>
                  <a:pt x="96841" y="68057"/>
                  <a:pt x="98513" y="67358"/>
                  <a:pt x="99425" y="66567"/>
                </a:cubicBezTo>
                <a:cubicBezTo>
                  <a:pt x="99668" y="66689"/>
                  <a:pt x="99151" y="66902"/>
                  <a:pt x="99151" y="67054"/>
                </a:cubicBezTo>
                <a:cubicBezTo>
                  <a:pt x="98695" y="67266"/>
                  <a:pt x="98239" y="67540"/>
                  <a:pt x="97814" y="67874"/>
                </a:cubicBezTo>
                <a:cubicBezTo>
                  <a:pt x="97571" y="68057"/>
                  <a:pt x="97844" y="68178"/>
                  <a:pt x="97388" y="68391"/>
                </a:cubicBezTo>
                <a:cubicBezTo>
                  <a:pt x="97935" y="68330"/>
                  <a:pt x="98118" y="67783"/>
                  <a:pt x="98543" y="67540"/>
                </a:cubicBezTo>
                <a:cubicBezTo>
                  <a:pt x="98756" y="67570"/>
                  <a:pt x="99425" y="66993"/>
                  <a:pt x="99486" y="67297"/>
                </a:cubicBezTo>
                <a:cubicBezTo>
                  <a:pt x="99668" y="67054"/>
                  <a:pt x="99182" y="67114"/>
                  <a:pt x="99546" y="66750"/>
                </a:cubicBezTo>
                <a:cubicBezTo>
                  <a:pt x="99881" y="66476"/>
                  <a:pt x="99911" y="66628"/>
                  <a:pt x="100245" y="66415"/>
                </a:cubicBezTo>
                <a:cubicBezTo>
                  <a:pt x="100276" y="66142"/>
                  <a:pt x="99881" y="66506"/>
                  <a:pt x="99638" y="66628"/>
                </a:cubicBezTo>
                <a:cubicBezTo>
                  <a:pt x="99729" y="66354"/>
                  <a:pt x="100458" y="65899"/>
                  <a:pt x="100884" y="65625"/>
                </a:cubicBezTo>
                <a:cubicBezTo>
                  <a:pt x="101279" y="65351"/>
                  <a:pt x="101644" y="65139"/>
                  <a:pt x="101948" y="64987"/>
                </a:cubicBezTo>
                <a:cubicBezTo>
                  <a:pt x="102100" y="64926"/>
                  <a:pt x="102252" y="64895"/>
                  <a:pt x="102404" y="64865"/>
                </a:cubicBezTo>
                <a:cubicBezTo>
                  <a:pt x="102556" y="64774"/>
                  <a:pt x="102525" y="64652"/>
                  <a:pt x="102616" y="64591"/>
                </a:cubicBezTo>
                <a:cubicBezTo>
                  <a:pt x="102890" y="64379"/>
                  <a:pt x="103224" y="64409"/>
                  <a:pt x="103376" y="64044"/>
                </a:cubicBezTo>
                <a:cubicBezTo>
                  <a:pt x="103589" y="63892"/>
                  <a:pt x="103650" y="63923"/>
                  <a:pt x="103711" y="63984"/>
                </a:cubicBezTo>
                <a:cubicBezTo>
                  <a:pt x="104106" y="63771"/>
                  <a:pt x="104045" y="63619"/>
                  <a:pt x="104440" y="63406"/>
                </a:cubicBezTo>
                <a:cubicBezTo>
                  <a:pt x="104471" y="63528"/>
                  <a:pt x="104288" y="63680"/>
                  <a:pt x="103984" y="63832"/>
                </a:cubicBezTo>
                <a:cubicBezTo>
                  <a:pt x="104136" y="63892"/>
                  <a:pt x="104440" y="63740"/>
                  <a:pt x="104653" y="63740"/>
                </a:cubicBezTo>
                <a:cubicBezTo>
                  <a:pt x="104926" y="63558"/>
                  <a:pt x="105230" y="63345"/>
                  <a:pt x="105048" y="63193"/>
                </a:cubicBezTo>
                <a:cubicBezTo>
                  <a:pt x="105170" y="63193"/>
                  <a:pt x="105929" y="62859"/>
                  <a:pt x="105686" y="62737"/>
                </a:cubicBezTo>
                <a:cubicBezTo>
                  <a:pt x="105474" y="62646"/>
                  <a:pt x="105200" y="63102"/>
                  <a:pt x="104744" y="63284"/>
                </a:cubicBezTo>
                <a:cubicBezTo>
                  <a:pt x="104805" y="63133"/>
                  <a:pt x="105109" y="62950"/>
                  <a:pt x="105352" y="62768"/>
                </a:cubicBezTo>
                <a:cubicBezTo>
                  <a:pt x="105139" y="62646"/>
                  <a:pt x="104562" y="63072"/>
                  <a:pt x="104379" y="62950"/>
                </a:cubicBezTo>
                <a:cubicBezTo>
                  <a:pt x="104075" y="63254"/>
                  <a:pt x="103650" y="63436"/>
                  <a:pt x="103224" y="63467"/>
                </a:cubicBezTo>
                <a:cubicBezTo>
                  <a:pt x="103224" y="63284"/>
                  <a:pt x="103923" y="63345"/>
                  <a:pt x="103863" y="63011"/>
                </a:cubicBezTo>
                <a:cubicBezTo>
                  <a:pt x="103771" y="62950"/>
                  <a:pt x="103559" y="63102"/>
                  <a:pt x="103589" y="63163"/>
                </a:cubicBezTo>
                <a:cubicBezTo>
                  <a:pt x="103072" y="63284"/>
                  <a:pt x="103984" y="62403"/>
                  <a:pt x="102981" y="63041"/>
                </a:cubicBezTo>
                <a:cubicBezTo>
                  <a:pt x="102890" y="62737"/>
                  <a:pt x="104136" y="62525"/>
                  <a:pt x="104075" y="62129"/>
                </a:cubicBezTo>
                <a:cubicBezTo>
                  <a:pt x="103559" y="62312"/>
                  <a:pt x="103012" y="62555"/>
                  <a:pt x="102525" y="62859"/>
                </a:cubicBezTo>
                <a:cubicBezTo>
                  <a:pt x="102130" y="63133"/>
                  <a:pt x="102768" y="62889"/>
                  <a:pt x="102677" y="63163"/>
                </a:cubicBezTo>
                <a:cubicBezTo>
                  <a:pt x="102312" y="63315"/>
                  <a:pt x="102221" y="63102"/>
                  <a:pt x="101948" y="63102"/>
                </a:cubicBezTo>
                <a:cubicBezTo>
                  <a:pt x="101644" y="63315"/>
                  <a:pt x="101461" y="63558"/>
                  <a:pt x="101157" y="63588"/>
                </a:cubicBezTo>
                <a:cubicBezTo>
                  <a:pt x="101461" y="62981"/>
                  <a:pt x="102495" y="62707"/>
                  <a:pt x="103315" y="62038"/>
                </a:cubicBezTo>
                <a:cubicBezTo>
                  <a:pt x="103315" y="62160"/>
                  <a:pt x="102951" y="62342"/>
                  <a:pt x="103194" y="62433"/>
                </a:cubicBezTo>
                <a:cubicBezTo>
                  <a:pt x="103741" y="62190"/>
                  <a:pt x="103255" y="62069"/>
                  <a:pt x="103893" y="61765"/>
                </a:cubicBezTo>
                <a:cubicBezTo>
                  <a:pt x="103893" y="61704"/>
                  <a:pt x="103802" y="61704"/>
                  <a:pt x="103680" y="61734"/>
                </a:cubicBezTo>
                <a:cubicBezTo>
                  <a:pt x="104075" y="61370"/>
                  <a:pt x="104562" y="60944"/>
                  <a:pt x="104471" y="60610"/>
                </a:cubicBezTo>
                <a:cubicBezTo>
                  <a:pt x="104866" y="60306"/>
                  <a:pt x="104957" y="60458"/>
                  <a:pt x="105230" y="60306"/>
                </a:cubicBezTo>
                <a:cubicBezTo>
                  <a:pt x="105838" y="60002"/>
                  <a:pt x="105990" y="59759"/>
                  <a:pt x="106507" y="59455"/>
                </a:cubicBezTo>
                <a:cubicBezTo>
                  <a:pt x="106629" y="59576"/>
                  <a:pt x="106507" y="59698"/>
                  <a:pt x="106233" y="59880"/>
                </a:cubicBezTo>
                <a:cubicBezTo>
                  <a:pt x="106781" y="59941"/>
                  <a:pt x="107632" y="58999"/>
                  <a:pt x="107905" y="59363"/>
                </a:cubicBezTo>
                <a:cubicBezTo>
                  <a:pt x="108422" y="58938"/>
                  <a:pt x="107692" y="59029"/>
                  <a:pt x="107388" y="59090"/>
                </a:cubicBezTo>
                <a:cubicBezTo>
                  <a:pt x="107297" y="58968"/>
                  <a:pt x="107844" y="58786"/>
                  <a:pt x="108027" y="58634"/>
                </a:cubicBezTo>
                <a:cubicBezTo>
                  <a:pt x="107723" y="59059"/>
                  <a:pt x="108392" y="58756"/>
                  <a:pt x="108544" y="58877"/>
                </a:cubicBezTo>
                <a:cubicBezTo>
                  <a:pt x="109121" y="58391"/>
                  <a:pt x="109243" y="57935"/>
                  <a:pt x="110185" y="57388"/>
                </a:cubicBezTo>
                <a:cubicBezTo>
                  <a:pt x="110519" y="57145"/>
                  <a:pt x="110519" y="57357"/>
                  <a:pt x="110702" y="57327"/>
                </a:cubicBezTo>
                <a:cubicBezTo>
                  <a:pt x="110793" y="57266"/>
                  <a:pt x="110793" y="57205"/>
                  <a:pt x="110914" y="57114"/>
                </a:cubicBezTo>
                <a:cubicBezTo>
                  <a:pt x="111158" y="56871"/>
                  <a:pt x="110458" y="57175"/>
                  <a:pt x="110914" y="56780"/>
                </a:cubicBezTo>
                <a:cubicBezTo>
                  <a:pt x="111188" y="56597"/>
                  <a:pt x="111218" y="56719"/>
                  <a:pt x="111279" y="56810"/>
                </a:cubicBezTo>
                <a:cubicBezTo>
                  <a:pt x="111613" y="56445"/>
                  <a:pt x="112009" y="56111"/>
                  <a:pt x="112434" y="55838"/>
                </a:cubicBezTo>
                <a:cubicBezTo>
                  <a:pt x="112769" y="55655"/>
                  <a:pt x="112921" y="55807"/>
                  <a:pt x="113376" y="55382"/>
                </a:cubicBezTo>
                <a:cubicBezTo>
                  <a:pt x="113316" y="55351"/>
                  <a:pt x="113133" y="55503"/>
                  <a:pt x="112981" y="55564"/>
                </a:cubicBezTo>
                <a:cubicBezTo>
                  <a:pt x="113224" y="55169"/>
                  <a:pt x="114683" y="54470"/>
                  <a:pt x="115231" y="53801"/>
                </a:cubicBezTo>
                <a:cubicBezTo>
                  <a:pt x="115474" y="53679"/>
                  <a:pt x="115535" y="54014"/>
                  <a:pt x="115838" y="53740"/>
                </a:cubicBezTo>
                <a:cubicBezTo>
                  <a:pt x="115990" y="53588"/>
                  <a:pt x="115747" y="53710"/>
                  <a:pt x="115717" y="53558"/>
                </a:cubicBezTo>
                <a:cubicBezTo>
                  <a:pt x="116294" y="53132"/>
                  <a:pt x="116811" y="52646"/>
                  <a:pt x="117237" y="52068"/>
                </a:cubicBezTo>
                <a:cubicBezTo>
                  <a:pt x="117389" y="52190"/>
                  <a:pt x="117601" y="52190"/>
                  <a:pt x="117875" y="51795"/>
                </a:cubicBezTo>
                <a:cubicBezTo>
                  <a:pt x="117784" y="51795"/>
                  <a:pt x="117632" y="51947"/>
                  <a:pt x="117571" y="51825"/>
                </a:cubicBezTo>
                <a:cubicBezTo>
                  <a:pt x="117662" y="51582"/>
                  <a:pt x="117784" y="51765"/>
                  <a:pt x="117845" y="51734"/>
                </a:cubicBezTo>
                <a:cubicBezTo>
                  <a:pt x="118027" y="51552"/>
                  <a:pt x="118088" y="51187"/>
                  <a:pt x="118392" y="51065"/>
                </a:cubicBezTo>
                <a:cubicBezTo>
                  <a:pt x="118331" y="51552"/>
                  <a:pt x="117905" y="51765"/>
                  <a:pt x="117480" y="52312"/>
                </a:cubicBezTo>
                <a:cubicBezTo>
                  <a:pt x="117297" y="52555"/>
                  <a:pt x="117480" y="52676"/>
                  <a:pt x="117146" y="52950"/>
                </a:cubicBezTo>
                <a:cubicBezTo>
                  <a:pt x="117297" y="52464"/>
                  <a:pt x="116386" y="53588"/>
                  <a:pt x="116112" y="53619"/>
                </a:cubicBezTo>
                <a:cubicBezTo>
                  <a:pt x="116051" y="53740"/>
                  <a:pt x="115990" y="53892"/>
                  <a:pt x="115899" y="54044"/>
                </a:cubicBezTo>
                <a:cubicBezTo>
                  <a:pt x="115595" y="54227"/>
                  <a:pt x="115474" y="54044"/>
                  <a:pt x="115231" y="54044"/>
                </a:cubicBezTo>
                <a:cubicBezTo>
                  <a:pt x="114987" y="54470"/>
                  <a:pt x="114744" y="54196"/>
                  <a:pt x="114288" y="54652"/>
                </a:cubicBezTo>
                <a:cubicBezTo>
                  <a:pt x="114349" y="55108"/>
                  <a:pt x="115139" y="54379"/>
                  <a:pt x="114987" y="54926"/>
                </a:cubicBezTo>
                <a:cubicBezTo>
                  <a:pt x="114592" y="55047"/>
                  <a:pt x="114258" y="55138"/>
                  <a:pt x="114076" y="54895"/>
                </a:cubicBezTo>
                <a:cubicBezTo>
                  <a:pt x="113559" y="55199"/>
                  <a:pt x="113650" y="55412"/>
                  <a:pt x="114015" y="55260"/>
                </a:cubicBezTo>
                <a:cubicBezTo>
                  <a:pt x="114015" y="55412"/>
                  <a:pt x="113741" y="55503"/>
                  <a:pt x="113711" y="55382"/>
                </a:cubicBezTo>
                <a:cubicBezTo>
                  <a:pt x="113437" y="55594"/>
                  <a:pt x="113133" y="55746"/>
                  <a:pt x="112799" y="55807"/>
                </a:cubicBezTo>
                <a:cubicBezTo>
                  <a:pt x="112556" y="55959"/>
                  <a:pt x="112799" y="56202"/>
                  <a:pt x="113012" y="55929"/>
                </a:cubicBezTo>
                <a:cubicBezTo>
                  <a:pt x="112981" y="56202"/>
                  <a:pt x="112404" y="56172"/>
                  <a:pt x="112313" y="56476"/>
                </a:cubicBezTo>
                <a:cubicBezTo>
                  <a:pt x="112343" y="56567"/>
                  <a:pt x="112495" y="56476"/>
                  <a:pt x="112556" y="56567"/>
                </a:cubicBezTo>
                <a:cubicBezTo>
                  <a:pt x="112708" y="56354"/>
                  <a:pt x="113346" y="56050"/>
                  <a:pt x="113194" y="55898"/>
                </a:cubicBezTo>
                <a:cubicBezTo>
                  <a:pt x="113650" y="55503"/>
                  <a:pt x="113650" y="55838"/>
                  <a:pt x="114106" y="55442"/>
                </a:cubicBezTo>
                <a:cubicBezTo>
                  <a:pt x="114258" y="55534"/>
                  <a:pt x="113924" y="55686"/>
                  <a:pt x="113984" y="55777"/>
                </a:cubicBezTo>
                <a:cubicBezTo>
                  <a:pt x="114106" y="55868"/>
                  <a:pt x="114167" y="55564"/>
                  <a:pt x="114197" y="55564"/>
                </a:cubicBezTo>
                <a:cubicBezTo>
                  <a:pt x="114349" y="55442"/>
                  <a:pt x="114471" y="55564"/>
                  <a:pt x="114623" y="55412"/>
                </a:cubicBezTo>
                <a:cubicBezTo>
                  <a:pt x="114775" y="55290"/>
                  <a:pt x="114866" y="55078"/>
                  <a:pt x="115139" y="54865"/>
                </a:cubicBezTo>
                <a:cubicBezTo>
                  <a:pt x="115291" y="54743"/>
                  <a:pt x="115139" y="54652"/>
                  <a:pt x="115079" y="54561"/>
                </a:cubicBezTo>
                <a:cubicBezTo>
                  <a:pt x="115535" y="54166"/>
                  <a:pt x="115717" y="54318"/>
                  <a:pt x="116051" y="54166"/>
                </a:cubicBezTo>
                <a:cubicBezTo>
                  <a:pt x="116416" y="53923"/>
                  <a:pt x="116234" y="53801"/>
                  <a:pt x="116294" y="53619"/>
                </a:cubicBezTo>
                <a:cubicBezTo>
                  <a:pt x="116568" y="53527"/>
                  <a:pt x="116872" y="53497"/>
                  <a:pt x="117146" y="53497"/>
                </a:cubicBezTo>
                <a:cubicBezTo>
                  <a:pt x="117146" y="53102"/>
                  <a:pt x="117753" y="52524"/>
                  <a:pt x="118149" y="51977"/>
                </a:cubicBezTo>
                <a:cubicBezTo>
                  <a:pt x="118240" y="52220"/>
                  <a:pt x="118574" y="51643"/>
                  <a:pt x="118756" y="51461"/>
                </a:cubicBezTo>
                <a:cubicBezTo>
                  <a:pt x="118969" y="51096"/>
                  <a:pt x="118635" y="51035"/>
                  <a:pt x="119060" y="50549"/>
                </a:cubicBezTo>
                <a:cubicBezTo>
                  <a:pt x="119060" y="50701"/>
                  <a:pt x="119030" y="50822"/>
                  <a:pt x="118969" y="50944"/>
                </a:cubicBezTo>
                <a:cubicBezTo>
                  <a:pt x="119121" y="51005"/>
                  <a:pt x="119304" y="50488"/>
                  <a:pt x="119304" y="50397"/>
                </a:cubicBezTo>
                <a:cubicBezTo>
                  <a:pt x="119212" y="50458"/>
                  <a:pt x="119121" y="50458"/>
                  <a:pt x="119000" y="50518"/>
                </a:cubicBezTo>
                <a:cubicBezTo>
                  <a:pt x="118665" y="50670"/>
                  <a:pt x="118605" y="50944"/>
                  <a:pt x="118574" y="50640"/>
                </a:cubicBezTo>
                <a:cubicBezTo>
                  <a:pt x="118361" y="50944"/>
                  <a:pt x="118118" y="51248"/>
                  <a:pt x="117875" y="51521"/>
                </a:cubicBezTo>
                <a:cubicBezTo>
                  <a:pt x="117845" y="51217"/>
                  <a:pt x="118361" y="50913"/>
                  <a:pt x="118665" y="50397"/>
                </a:cubicBezTo>
                <a:cubicBezTo>
                  <a:pt x="118878" y="50032"/>
                  <a:pt x="119273" y="49394"/>
                  <a:pt x="119577" y="48755"/>
                </a:cubicBezTo>
                <a:cubicBezTo>
                  <a:pt x="119729" y="48907"/>
                  <a:pt x="119851" y="48755"/>
                  <a:pt x="120003" y="48816"/>
                </a:cubicBezTo>
                <a:cubicBezTo>
                  <a:pt x="120276" y="48239"/>
                  <a:pt x="120307" y="47935"/>
                  <a:pt x="120519" y="47448"/>
                </a:cubicBezTo>
                <a:cubicBezTo>
                  <a:pt x="120671" y="47570"/>
                  <a:pt x="120732" y="47813"/>
                  <a:pt x="120641" y="47995"/>
                </a:cubicBezTo>
                <a:cubicBezTo>
                  <a:pt x="121006" y="47722"/>
                  <a:pt x="120550" y="47388"/>
                  <a:pt x="120580" y="47084"/>
                </a:cubicBezTo>
                <a:cubicBezTo>
                  <a:pt x="120641" y="46658"/>
                  <a:pt x="120915" y="46840"/>
                  <a:pt x="120915" y="46385"/>
                </a:cubicBezTo>
                <a:cubicBezTo>
                  <a:pt x="120915" y="46172"/>
                  <a:pt x="120641" y="46385"/>
                  <a:pt x="120671" y="46749"/>
                </a:cubicBezTo>
                <a:cubicBezTo>
                  <a:pt x="120367" y="46445"/>
                  <a:pt x="120823" y="46324"/>
                  <a:pt x="120884" y="46020"/>
                </a:cubicBezTo>
                <a:cubicBezTo>
                  <a:pt x="120854" y="45503"/>
                  <a:pt x="120671" y="45837"/>
                  <a:pt x="120519" y="45625"/>
                </a:cubicBezTo>
                <a:cubicBezTo>
                  <a:pt x="120550" y="45138"/>
                  <a:pt x="120823" y="45777"/>
                  <a:pt x="120854" y="45260"/>
                </a:cubicBezTo>
                <a:cubicBezTo>
                  <a:pt x="120702" y="45169"/>
                  <a:pt x="120793" y="44622"/>
                  <a:pt x="120519" y="44743"/>
                </a:cubicBezTo>
                <a:cubicBezTo>
                  <a:pt x="120671" y="44378"/>
                  <a:pt x="120337" y="43710"/>
                  <a:pt x="120611" y="43983"/>
                </a:cubicBezTo>
                <a:cubicBezTo>
                  <a:pt x="120519" y="43649"/>
                  <a:pt x="120580" y="42980"/>
                  <a:pt x="120367" y="42889"/>
                </a:cubicBezTo>
                <a:cubicBezTo>
                  <a:pt x="120367" y="42646"/>
                  <a:pt x="120489" y="42828"/>
                  <a:pt x="120580" y="42828"/>
                </a:cubicBezTo>
                <a:cubicBezTo>
                  <a:pt x="120550" y="42403"/>
                  <a:pt x="120307" y="42707"/>
                  <a:pt x="120215" y="42524"/>
                </a:cubicBezTo>
                <a:cubicBezTo>
                  <a:pt x="120428" y="42251"/>
                  <a:pt x="120033" y="42190"/>
                  <a:pt x="119942" y="41521"/>
                </a:cubicBezTo>
                <a:cubicBezTo>
                  <a:pt x="120094" y="41552"/>
                  <a:pt x="120246" y="41734"/>
                  <a:pt x="120398" y="41795"/>
                </a:cubicBezTo>
                <a:cubicBezTo>
                  <a:pt x="120611" y="42767"/>
                  <a:pt x="120823" y="43740"/>
                  <a:pt x="120945" y="44682"/>
                </a:cubicBezTo>
                <a:cubicBezTo>
                  <a:pt x="121097" y="45564"/>
                  <a:pt x="121067" y="46445"/>
                  <a:pt x="120884" y="47327"/>
                </a:cubicBezTo>
                <a:cubicBezTo>
                  <a:pt x="120884" y="47509"/>
                  <a:pt x="121006" y="47357"/>
                  <a:pt x="121067" y="47236"/>
                </a:cubicBezTo>
                <a:cubicBezTo>
                  <a:pt x="121067" y="47448"/>
                  <a:pt x="121036" y="47692"/>
                  <a:pt x="121006" y="47904"/>
                </a:cubicBezTo>
                <a:cubicBezTo>
                  <a:pt x="120975" y="48117"/>
                  <a:pt x="120915" y="48330"/>
                  <a:pt x="120854" y="48512"/>
                </a:cubicBezTo>
                <a:cubicBezTo>
                  <a:pt x="120793" y="48603"/>
                  <a:pt x="120641" y="48664"/>
                  <a:pt x="120580" y="48816"/>
                </a:cubicBezTo>
                <a:cubicBezTo>
                  <a:pt x="120580" y="48907"/>
                  <a:pt x="120550" y="49151"/>
                  <a:pt x="120580" y="49090"/>
                </a:cubicBezTo>
                <a:cubicBezTo>
                  <a:pt x="120459" y="49272"/>
                  <a:pt x="120459" y="48847"/>
                  <a:pt x="120215" y="49515"/>
                </a:cubicBezTo>
                <a:cubicBezTo>
                  <a:pt x="120094" y="49302"/>
                  <a:pt x="120124" y="49059"/>
                  <a:pt x="120246" y="48877"/>
                </a:cubicBezTo>
                <a:cubicBezTo>
                  <a:pt x="120367" y="48695"/>
                  <a:pt x="120459" y="48482"/>
                  <a:pt x="120489" y="48239"/>
                </a:cubicBezTo>
                <a:cubicBezTo>
                  <a:pt x="120033" y="48816"/>
                  <a:pt x="119608" y="49424"/>
                  <a:pt x="119243" y="50062"/>
                </a:cubicBezTo>
                <a:cubicBezTo>
                  <a:pt x="119243" y="50002"/>
                  <a:pt x="119182" y="49910"/>
                  <a:pt x="119121" y="49850"/>
                </a:cubicBezTo>
                <a:cubicBezTo>
                  <a:pt x="118908" y="50306"/>
                  <a:pt x="119243" y="50275"/>
                  <a:pt x="119516" y="50275"/>
                </a:cubicBezTo>
                <a:cubicBezTo>
                  <a:pt x="119851" y="49819"/>
                  <a:pt x="119516" y="49789"/>
                  <a:pt x="119760" y="49394"/>
                </a:cubicBezTo>
                <a:cubicBezTo>
                  <a:pt x="120003" y="49606"/>
                  <a:pt x="120063" y="50214"/>
                  <a:pt x="120489" y="49485"/>
                </a:cubicBezTo>
                <a:cubicBezTo>
                  <a:pt x="120094" y="50427"/>
                  <a:pt x="119456" y="51917"/>
                  <a:pt x="118331" y="52707"/>
                </a:cubicBezTo>
                <a:cubicBezTo>
                  <a:pt x="118209" y="53163"/>
                  <a:pt x="117389" y="53831"/>
                  <a:pt x="116781" y="54379"/>
                </a:cubicBezTo>
                <a:cubicBezTo>
                  <a:pt x="116568" y="54561"/>
                  <a:pt x="116842" y="54652"/>
                  <a:pt x="116446" y="54895"/>
                </a:cubicBezTo>
                <a:cubicBezTo>
                  <a:pt x="116234" y="54956"/>
                  <a:pt x="115990" y="54926"/>
                  <a:pt x="115808" y="54774"/>
                </a:cubicBezTo>
                <a:cubicBezTo>
                  <a:pt x="115291" y="55260"/>
                  <a:pt x="115413" y="55138"/>
                  <a:pt x="114683" y="55716"/>
                </a:cubicBezTo>
                <a:cubicBezTo>
                  <a:pt x="114714" y="55868"/>
                  <a:pt x="114866" y="55807"/>
                  <a:pt x="114957" y="55868"/>
                </a:cubicBezTo>
                <a:cubicBezTo>
                  <a:pt x="115079" y="55594"/>
                  <a:pt x="115565" y="55260"/>
                  <a:pt x="115626" y="55017"/>
                </a:cubicBezTo>
                <a:cubicBezTo>
                  <a:pt x="116598" y="54834"/>
                  <a:pt x="115504" y="55868"/>
                  <a:pt x="114835" y="56202"/>
                </a:cubicBezTo>
                <a:cubicBezTo>
                  <a:pt x="114835" y="56202"/>
                  <a:pt x="114896" y="55990"/>
                  <a:pt x="114866" y="55990"/>
                </a:cubicBezTo>
                <a:cubicBezTo>
                  <a:pt x="114866" y="56020"/>
                  <a:pt x="114136" y="56506"/>
                  <a:pt x="114349" y="56537"/>
                </a:cubicBezTo>
                <a:cubicBezTo>
                  <a:pt x="113620" y="57023"/>
                  <a:pt x="112069" y="58056"/>
                  <a:pt x="110914" y="58877"/>
                </a:cubicBezTo>
                <a:cubicBezTo>
                  <a:pt x="110124" y="59424"/>
                  <a:pt x="109182" y="59850"/>
                  <a:pt x="108513" y="60306"/>
                </a:cubicBezTo>
                <a:cubicBezTo>
                  <a:pt x="108179" y="60549"/>
                  <a:pt x="107814" y="60944"/>
                  <a:pt x="107419" y="61218"/>
                </a:cubicBezTo>
                <a:cubicBezTo>
                  <a:pt x="106902" y="61582"/>
                  <a:pt x="106355" y="61856"/>
                  <a:pt x="106173" y="62221"/>
                </a:cubicBezTo>
                <a:cubicBezTo>
                  <a:pt x="106355" y="62373"/>
                  <a:pt x="107024" y="61886"/>
                  <a:pt x="107176" y="62099"/>
                </a:cubicBezTo>
                <a:cubicBezTo>
                  <a:pt x="107692" y="61613"/>
                  <a:pt x="108696" y="61066"/>
                  <a:pt x="108999" y="61218"/>
                </a:cubicBezTo>
                <a:cubicBezTo>
                  <a:pt x="108999" y="60914"/>
                  <a:pt x="109395" y="60579"/>
                  <a:pt x="109881" y="60215"/>
                </a:cubicBezTo>
                <a:cubicBezTo>
                  <a:pt x="109881" y="59971"/>
                  <a:pt x="109607" y="60184"/>
                  <a:pt x="109577" y="60002"/>
                </a:cubicBezTo>
                <a:cubicBezTo>
                  <a:pt x="110337" y="59424"/>
                  <a:pt x="110185" y="60063"/>
                  <a:pt x="110124" y="60306"/>
                </a:cubicBezTo>
                <a:cubicBezTo>
                  <a:pt x="110276" y="60275"/>
                  <a:pt x="110793" y="59911"/>
                  <a:pt x="111218" y="59728"/>
                </a:cubicBezTo>
                <a:cubicBezTo>
                  <a:pt x="111462" y="59576"/>
                  <a:pt x="110884" y="59637"/>
                  <a:pt x="111188" y="59363"/>
                </a:cubicBezTo>
                <a:cubicBezTo>
                  <a:pt x="111066" y="59272"/>
                  <a:pt x="110671" y="59941"/>
                  <a:pt x="110246" y="59911"/>
                </a:cubicBezTo>
                <a:cubicBezTo>
                  <a:pt x="110337" y="59759"/>
                  <a:pt x="110550" y="59576"/>
                  <a:pt x="110519" y="59424"/>
                </a:cubicBezTo>
                <a:cubicBezTo>
                  <a:pt x="111522" y="58908"/>
                  <a:pt x="112617" y="58148"/>
                  <a:pt x="114045" y="57236"/>
                </a:cubicBezTo>
                <a:cubicBezTo>
                  <a:pt x="114531" y="57084"/>
                  <a:pt x="113255" y="57752"/>
                  <a:pt x="113528" y="57844"/>
                </a:cubicBezTo>
                <a:cubicBezTo>
                  <a:pt x="113620" y="57965"/>
                  <a:pt x="114015" y="57661"/>
                  <a:pt x="114349" y="57449"/>
                </a:cubicBezTo>
                <a:cubicBezTo>
                  <a:pt x="114714" y="57236"/>
                  <a:pt x="114319" y="57145"/>
                  <a:pt x="114744" y="56932"/>
                </a:cubicBezTo>
                <a:cubicBezTo>
                  <a:pt x="114562" y="57297"/>
                  <a:pt x="115048" y="57053"/>
                  <a:pt x="115231" y="56841"/>
                </a:cubicBezTo>
                <a:cubicBezTo>
                  <a:pt x="115474" y="56597"/>
                  <a:pt x="115048" y="56597"/>
                  <a:pt x="115443" y="56628"/>
                </a:cubicBezTo>
                <a:cubicBezTo>
                  <a:pt x="115838" y="56597"/>
                  <a:pt x="116173" y="56415"/>
                  <a:pt x="116386" y="56081"/>
                </a:cubicBezTo>
                <a:cubicBezTo>
                  <a:pt x="116203" y="56081"/>
                  <a:pt x="115778" y="56415"/>
                  <a:pt x="115717" y="56172"/>
                </a:cubicBezTo>
                <a:cubicBezTo>
                  <a:pt x="116082" y="55868"/>
                  <a:pt x="116142" y="56081"/>
                  <a:pt x="116416" y="55898"/>
                </a:cubicBezTo>
                <a:cubicBezTo>
                  <a:pt x="116507" y="55807"/>
                  <a:pt x="116507" y="55746"/>
                  <a:pt x="116629" y="55655"/>
                </a:cubicBezTo>
                <a:cubicBezTo>
                  <a:pt x="116598" y="55442"/>
                  <a:pt x="116294" y="55716"/>
                  <a:pt x="116142" y="55746"/>
                </a:cubicBezTo>
                <a:cubicBezTo>
                  <a:pt x="115930" y="55716"/>
                  <a:pt x="116446" y="55442"/>
                  <a:pt x="116477" y="55412"/>
                </a:cubicBezTo>
                <a:cubicBezTo>
                  <a:pt x="116690" y="55169"/>
                  <a:pt x="116659" y="55108"/>
                  <a:pt x="116842" y="54926"/>
                </a:cubicBezTo>
                <a:cubicBezTo>
                  <a:pt x="117328" y="54500"/>
                  <a:pt x="118027" y="53953"/>
                  <a:pt x="118574" y="53345"/>
                </a:cubicBezTo>
                <a:cubicBezTo>
                  <a:pt x="118453" y="53740"/>
                  <a:pt x="118209" y="53801"/>
                  <a:pt x="117784" y="54227"/>
                </a:cubicBezTo>
                <a:cubicBezTo>
                  <a:pt x="117905" y="54348"/>
                  <a:pt x="118240" y="53983"/>
                  <a:pt x="118513" y="53710"/>
                </a:cubicBezTo>
                <a:cubicBezTo>
                  <a:pt x="118665" y="53862"/>
                  <a:pt x="118908" y="53649"/>
                  <a:pt x="119152" y="53527"/>
                </a:cubicBezTo>
                <a:cubicBezTo>
                  <a:pt x="119395" y="53102"/>
                  <a:pt x="118787" y="53679"/>
                  <a:pt x="118787" y="53345"/>
                </a:cubicBezTo>
                <a:cubicBezTo>
                  <a:pt x="119304" y="52707"/>
                  <a:pt x="119486" y="53193"/>
                  <a:pt x="119881" y="52980"/>
                </a:cubicBezTo>
                <a:cubicBezTo>
                  <a:pt x="120155" y="52616"/>
                  <a:pt x="120459" y="52312"/>
                  <a:pt x="120793" y="51977"/>
                </a:cubicBezTo>
                <a:cubicBezTo>
                  <a:pt x="120945" y="51734"/>
                  <a:pt x="120671" y="51765"/>
                  <a:pt x="120732" y="51582"/>
                </a:cubicBezTo>
                <a:cubicBezTo>
                  <a:pt x="121127" y="50913"/>
                  <a:pt x="121340" y="51217"/>
                  <a:pt x="121674" y="50397"/>
                </a:cubicBezTo>
                <a:cubicBezTo>
                  <a:pt x="121918" y="50640"/>
                  <a:pt x="122161" y="50032"/>
                  <a:pt x="122434" y="50275"/>
                </a:cubicBezTo>
                <a:cubicBezTo>
                  <a:pt x="122130" y="50670"/>
                  <a:pt x="121948" y="51157"/>
                  <a:pt x="121948" y="51643"/>
                </a:cubicBezTo>
                <a:cubicBezTo>
                  <a:pt x="122070" y="51643"/>
                  <a:pt x="122191" y="51339"/>
                  <a:pt x="122343" y="51126"/>
                </a:cubicBezTo>
                <a:cubicBezTo>
                  <a:pt x="122313" y="51248"/>
                  <a:pt x="122374" y="51339"/>
                  <a:pt x="122465" y="51400"/>
                </a:cubicBezTo>
                <a:cubicBezTo>
                  <a:pt x="122313" y="51734"/>
                  <a:pt x="122161" y="51825"/>
                  <a:pt x="122070" y="51704"/>
                </a:cubicBezTo>
                <a:cubicBezTo>
                  <a:pt x="121887" y="51886"/>
                  <a:pt x="122070" y="52190"/>
                  <a:pt x="121857" y="52160"/>
                </a:cubicBezTo>
                <a:cubicBezTo>
                  <a:pt x="121614" y="52281"/>
                  <a:pt x="121644" y="52190"/>
                  <a:pt x="121918" y="51825"/>
                </a:cubicBezTo>
                <a:cubicBezTo>
                  <a:pt x="121644" y="52008"/>
                  <a:pt x="121522" y="51734"/>
                  <a:pt x="121644" y="51430"/>
                </a:cubicBezTo>
                <a:cubicBezTo>
                  <a:pt x="121371" y="51491"/>
                  <a:pt x="121462" y="51947"/>
                  <a:pt x="121188" y="52251"/>
                </a:cubicBezTo>
                <a:cubicBezTo>
                  <a:pt x="121036" y="52190"/>
                  <a:pt x="120854" y="52312"/>
                  <a:pt x="120732" y="52099"/>
                </a:cubicBezTo>
                <a:cubicBezTo>
                  <a:pt x="120459" y="52464"/>
                  <a:pt x="120915" y="52433"/>
                  <a:pt x="120641" y="52798"/>
                </a:cubicBezTo>
                <a:cubicBezTo>
                  <a:pt x="120732" y="52950"/>
                  <a:pt x="121036" y="52342"/>
                  <a:pt x="121127" y="52585"/>
                </a:cubicBezTo>
                <a:cubicBezTo>
                  <a:pt x="120945" y="52768"/>
                  <a:pt x="120671" y="53315"/>
                  <a:pt x="120580" y="53193"/>
                </a:cubicBezTo>
                <a:cubicBezTo>
                  <a:pt x="120519" y="53527"/>
                  <a:pt x="120367" y="53831"/>
                  <a:pt x="120124" y="54075"/>
                </a:cubicBezTo>
                <a:cubicBezTo>
                  <a:pt x="120124" y="53710"/>
                  <a:pt x="119942" y="53619"/>
                  <a:pt x="119456" y="54287"/>
                </a:cubicBezTo>
                <a:cubicBezTo>
                  <a:pt x="119060" y="54470"/>
                  <a:pt x="119608" y="53831"/>
                  <a:pt x="119212" y="54014"/>
                </a:cubicBezTo>
                <a:cubicBezTo>
                  <a:pt x="119152" y="54287"/>
                  <a:pt x="119000" y="54531"/>
                  <a:pt x="118756" y="54652"/>
                </a:cubicBezTo>
                <a:cubicBezTo>
                  <a:pt x="118726" y="54531"/>
                  <a:pt x="118574" y="54652"/>
                  <a:pt x="118453" y="54774"/>
                </a:cubicBezTo>
                <a:cubicBezTo>
                  <a:pt x="118422" y="54591"/>
                  <a:pt x="118392" y="54257"/>
                  <a:pt x="118057" y="54348"/>
                </a:cubicBezTo>
                <a:cubicBezTo>
                  <a:pt x="117905" y="54561"/>
                  <a:pt x="118118" y="54683"/>
                  <a:pt x="117632" y="55017"/>
                </a:cubicBezTo>
                <a:cubicBezTo>
                  <a:pt x="117328" y="54926"/>
                  <a:pt x="117905" y="54561"/>
                  <a:pt x="117601" y="54500"/>
                </a:cubicBezTo>
                <a:cubicBezTo>
                  <a:pt x="117115" y="54804"/>
                  <a:pt x="117419" y="54895"/>
                  <a:pt x="117328" y="55108"/>
                </a:cubicBezTo>
                <a:cubicBezTo>
                  <a:pt x="117085" y="55260"/>
                  <a:pt x="117115" y="54865"/>
                  <a:pt x="116720" y="55321"/>
                </a:cubicBezTo>
                <a:cubicBezTo>
                  <a:pt x="116720" y="55412"/>
                  <a:pt x="116872" y="55564"/>
                  <a:pt x="116598" y="55868"/>
                </a:cubicBezTo>
                <a:cubicBezTo>
                  <a:pt x="116781" y="55929"/>
                  <a:pt x="116781" y="55503"/>
                  <a:pt x="117237" y="55260"/>
                </a:cubicBezTo>
                <a:cubicBezTo>
                  <a:pt x="117176" y="55534"/>
                  <a:pt x="117601" y="55138"/>
                  <a:pt x="117723" y="55108"/>
                </a:cubicBezTo>
                <a:cubicBezTo>
                  <a:pt x="117814" y="55108"/>
                  <a:pt x="117814" y="55260"/>
                  <a:pt x="117845" y="55290"/>
                </a:cubicBezTo>
                <a:cubicBezTo>
                  <a:pt x="117905" y="55290"/>
                  <a:pt x="118179" y="55078"/>
                  <a:pt x="118240" y="55230"/>
                </a:cubicBezTo>
                <a:cubicBezTo>
                  <a:pt x="118088" y="55442"/>
                  <a:pt x="117905" y="55655"/>
                  <a:pt x="117693" y="55777"/>
                </a:cubicBezTo>
                <a:cubicBezTo>
                  <a:pt x="117693" y="55686"/>
                  <a:pt x="117845" y="55534"/>
                  <a:pt x="117814" y="55442"/>
                </a:cubicBezTo>
                <a:cubicBezTo>
                  <a:pt x="117571" y="55564"/>
                  <a:pt x="117389" y="55777"/>
                  <a:pt x="117297" y="56020"/>
                </a:cubicBezTo>
                <a:cubicBezTo>
                  <a:pt x="117541" y="56263"/>
                  <a:pt x="118088" y="55746"/>
                  <a:pt x="118483" y="55290"/>
                </a:cubicBezTo>
                <a:cubicBezTo>
                  <a:pt x="118726" y="55351"/>
                  <a:pt x="118301" y="55625"/>
                  <a:pt x="118118" y="55807"/>
                </a:cubicBezTo>
                <a:cubicBezTo>
                  <a:pt x="118422" y="55746"/>
                  <a:pt x="118665" y="55746"/>
                  <a:pt x="118392" y="56202"/>
                </a:cubicBezTo>
                <a:cubicBezTo>
                  <a:pt x="118483" y="56233"/>
                  <a:pt x="118665" y="56020"/>
                  <a:pt x="118726" y="56081"/>
                </a:cubicBezTo>
                <a:cubicBezTo>
                  <a:pt x="119030" y="55807"/>
                  <a:pt x="118969" y="55534"/>
                  <a:pt x="119395" y="55382"/>
                </a:cubicBezTo>
                <a:cubicBezTo>
                  <a:pt x="119516" y="55716"/>
                  <a:pt x="118422" y="56506"/>
                  <a:pt x="117693" y="57114"/>
                </a:cubicBezTo>
                <a:cubicBezTo>
                  <a:pt x="117358" y="57449"/>
                  <a:pt x="116994" y="57752"/>
                  <a:pt x="116598" y="58026"/>
                </a:cubicBezTo>
                <a:cubicBezTo>
                  <a:pt x="116538" y="57996"/>
                  <a:pt x="116933" y="57661"/>
                  <a:pt x="117085" y="57600"/>
                </a:cubicBezTo>
                <a:cubicBezTo>
                  <a:pt x="116568" y="57783"/>
                  <a:pt x="116659" y="57996"/>
                  <a:pt x="116325" y="58208"/>
                </a:cubicBezTo>
                <a:cubicBezTo>
                  <a:pt x="116173" y="58300"/>
                  <a:pt x="116021" y="58360"/>
                  <a:pt x="115869" y="58360"/>
                </a:cubicBezTo>
                <a:cubicBezTo>
                  <a:pt x="115656" y="58543"/>
                  <a:pt x="115565" y="58816"/>
                  <a:pt x="115322" y="58999"/>
                </a:cubicBezTo>
                <a:cubicBezTo>
                  <a:pt x="115079" y="59181"/>
                  <a:pt x="114987" y="59120"/>
                  <a:pt x="114744" y="59272"/>
                </a:cubicBezTo>
                <a:cubicBezTo>
                  <a:pt x="114319" y="59576"/>
                  <a:pt x="113832" y="60093"/>
                  <a:pt x="113407" y="60123"/>
                </a:cubicBezTo>
                <a:cubicBezTo>
                  <a:pt x="113346" y="59759"/>
                  <a:pt x="113802" y="59303"/>
                  <a:pt x="114562" y="58999"/>
                </a:cubicBezTo>
                <a:cubicBezTo>
                  <a:pt x="114379" y="58816"/>
                  <a:pt x="113863" y="59211"/>
                  <a:pt x="113376" y="59485"/>
                </a:cubicBezTo>
                <a:cubicBezTo>
                  <a:pt x="113042" y="59759"/>
                  <a:pt x="113285" y="59667"/>
                  <a:pt x="113376" y="59789"/>
                </a:cubicBezTo>
                <a:cubicBezTo>
                  <a:pt x="113103" y="59941"/>
                  <a:pt x="112981" y="60063"/>
                  <a:pt x="113042" y="60184"/>
                </a:cubicBezTo>
                <a:cubicBezTo>
                  <a:pt x="112829" y="60336"/>
                  <a:pt x="112343" y="60518"/>
                  <a:pt x="112586" y="60640"/>
                </a:cubicBezTo>
                <a:cubicBezTo>
                  <a:pt x="112677" y="60731"/>
                  <a:pt x="113042" y="60245"/>
                  <a:pt x="113285" y="60275"/>
                </a:cubicBezTo>
                <a:cubicBezTo>
                  <a:pt x="112738" y="60822"/>
                  <a:pt x="111917" y="61126"/>
                  <a:pt x="111188" y="61643"/>
                </a:cubicBezTo>
                <a:cubicBezTo>
                  <a:pt x="111036" y="61765"/>
                  <a:pt x="110914" y="61947"/>
                  <a:pt x="110732" y="62069"/>
                </a:cubicBezTo>
                <a:lnTo>
                  <a:pt x="108756" y="63345"/>
                </a:lnTo>
                <a:cubicBezTo>
                  <a:pt x="107753" y="63984"/>
                  <a:pt x="106659" y="64683"/>
                  <a:pt x="105929" y="65047"/>
                </a:cubicBezTo>
                <a:cubicBezTo>
                  <a:pt x="105929" y="65047"/>
                  <a:pt x="105899" y="64926"/>
                  <a:pt x="105869" y="64926"/>
                </a:cubicBezTo>
                <a:cubicBezTo>
                  <a:pt x="105717" y="64956"/>
                  <a:pt x="105565" y="65260"/>
                  <a:pt x="105382" y="65321"/>
                </a:cubicBezTo>
                <a:cubicBezTo>
                  <a:pt x="105443" y="64743"/>
                  <a:pt x="105139" y="65595"/>
                  <a:pt x="104440" y="65868"/>
                </a:cubicBezTo>
                <a:cubicBezTo>
                  <a:pt x="104288" y="65990"/>
                  <a:pt x="104379" y="66050"/>
                  <a:pt x="104410" y="66142"/>
                </a:cubicBezTo>
                <a:cubicBezTo>
                  <a:pt x="103863" y="66446"/>
                  <a:pt x="103163" y="66962"/>
                  <a:pt x="102890" y="66902"/>
                </a:cubicBezTo>
                <a:cubicBezTo>
                  <a:pt x="102434" y="67114"/>
                  <a:pt x="102677" y="67266"/>
                  <a:pt x="102160" y="67509"/>
                </a:cubicBezTo>
                <a:cubicBezTo>
                  <a:pt x="101917" y="67358"/>
                  <a:pt x="102069" y="67175"/>
                  <a:pt x="102556" y="66932"/>
                </a:cubicBezTo>
                <a:cubicBezTo>
                  <a:pt x="102464" y="66750"/>
                  <a:pt x="102039" y="66993"/>
                  <a:pt x="101644" y="67236"/>
                </a:cubicBezTo>
                <a:cubicBezTo>
                  <a:pt x="101644" y="67479"/>
                  <a:pt x="101917" y="67388"/>
                  <a:pt x="101978" y="67509"/>
                </a:cubicBezTo>
                <a:cubicBezTo>
                  <a:pt x="98878" y="69576"/>
                  <a:pt x="95686" y="71522"/>
                  <a:pt x="92525" y="73437"/>
                </a:cubicBezTo>
                <a:cubicBezTo>
                  <a:pt x="89394" y="75291"/>
                  <a:pt x="86415" y="77327"/>
                  <a:pt x="83589" y="79546"/>
                </a:cubicBezTo>
                <a:cubicBezTo>
                  <a:pt x="82677" y="80306"/>
                  <a:pt x="81947" y="80975"/>
                  <a:pt x="81066" y="81765"/>
                </a:cubicBezTo>
                <a:cubicBezTo>
                  <a:pt x="80883" y="81947"/>
                  <a:pt x="80944" y="82008"/>
                  <a:pt x="80792" y="82160"/>
                </a:cubicBezTo>
                <a:cubicBezTo>
                  <a:pt x="80428" y="82495"/>
                  <a:pt x="79698" y="83194"/>
                  <a:pt x="79090" y="83862"/>
                </a:cubicBezTo>
                <a:cubicBezTo>
                  <a:pt x="78756" y="84227"/>
                  <a:pt x="78543" y="84653"/>
                  <a:pt x="78178" y="85048"/>
                </a:cubicBezTo>
                <a:cubicBezTo>
                  <a:pt x="77783" y="85534"/>
                  <a:pt x="77418" y="86020"/>
                  <a:pt x="77054" y="86507"/>
                </a:cubicBezTo>
                <a:cubicBezTo>
                  <a:pt x="76658" y="87115"/>
                  <a:pt x="76294" y="87753"/>
                  <a:pt x="75990" y="88422"/>
                </a:cubicBezTo>
                <a:cubicBezTo>
                  <a:pt x="75747" y="89212"/>
                  <a:pt x="75412" y="90002"/>
                  <a:pt x="74987" y="90701"/>
                </a:cubicBezTo>
                <a:cubicBezTo>
                  <a:pt x="74926" y="91097"/>
                  <a:pt x="74835" y="91400"/>
                  <a:pt x="74744" y="91704"/>
                </a:cubicBezTo>
                <a:cubicBezTo>
                  <a:pt x="74683" y="92008"/>
                  <a:pt x="74592" y="92282"/>
                  <a:pt x="74470" y="92555"/>
                </a:cubicBezTo>
                <a:cubicBezTo>
                  <a:pt x="74561" y="92464"/>
                  <a:pt x="74592" y="92221"/>
                  <a:pt x="74713" y="92312"/>
                </a:cubicBezTo>
                <a:cubicBezTo>
                  <a:pt x="74348" y="93346"/>
                  <a:pt x="74409" y="94166"/>
                  <a:pt x="74227" y="95473"/>
                </a:cubicBezTo>
                <a:cubicBezTo>
                  <a:pt x="74136" y="95413"/>
                  <a:pt x="74136" y="95200"/>
                  <a:pt x="74044" y="95139"/>
                </a:cubicBezTo>
                <a:cubicBezTo>
                  <a:pt x="73923" y="95747"/>
                  <a:pt x="74257" y="95565"/>
                  <a:pt x="74288" y="95899"/>
                </a:cubicBezTo>
                <a:cubicBezTo>
                  <a:pt x="74318" y="96264"/>
                  <a:pt x="73984" y="95960"/>
                  <a:pt x="73953" y="95869"/>
                </a:cubicBezTo>
                <a:cubicBezTo>
                  <a:pt x="73953" y="96325"/>
                  <a:pt x="74075" y="96537"/>
                  <a:pt x="74105" y="96993"/>
                </a:cubicBezTo>
                <a:cubicBezTo>
                  <a:pt x="73984" y="97510"/>
                  <a:pt x="74075" y="97814"/>
                  <a:pt x="73984" y="98513"/>
                </a:cubicBezTo>
                <a:cubicBezTo>
                  <a:pt x="73953" y="98847"/>
                  <a:pt x="73832" y="99121"/>
                  <a:pt x="73771" y="99395"/>
                </a:cubicBezTo>
                <a:cubicBezTo>
                  <a:pt x="73740" y="100154"/>
                  <a:pt x="73497" y="100884"/>
                  <a:pt x="73072" y="101522"/>
                </a:cubicBezTo>
                <a:cubicBezTo>
                  <a:pt x="72950" y="101674"/>
                  <a:pt x="72829" y="101796"/>
                  <a:pt x="72646" y="101917"/>
                </a:cubicBezTo>
                <a:cubicBezTo>
                  <a:pt x="72464" y="102130"/>
                  <a:pt x="72525" y="102434"/>
                  <a:pt x="72038" y="102586"/>
                </a:cubicBezTo>
                <a:cubicBezTo>
                  <a:pt x="71339" y="103316"/>
                  <a:pt x="70519" y="103893"/>
                  <a:pt x="69607" y="104288"/>
                </a:cubicBezTo>
                <a:cubicBezTo>
                  <a:pt x="69394" y="104349"/>
                  <a:pt x="69181" y="104410"/>
                  <a:pt x="68968" y="104440"/>
                </a:cubicBezTo>
                <a:cubicBezTo>
                  <a:pt x="68695" y="104531"/>
                  <a:pt x="68664" y="104623"/>
                  <a:pt x="68391" y="104714"/>
                </a:cubicBezTo>
                <a:cubicBezTo>
                  <a:pt x="68087" y="104805"/>
                  <a:pt x="68026" y="104714"/>
                  <a:pt x="67904" y="104744"/>
                </a:cubicBezTo>
                <a:cubicBezTo>
                  <a:pt x="67813" y="104744"/>
                  <a:pt x="67661" y="104896"/>
                  <a:pt x="67479" y="104957"/>
                </a:cubicBezTo>
                <a:cubicBezTo>
                  <a:pt x="66841" y="105139"/>
                  <a:pt x="65807" y="105382"/>
                  <a:pt x="65230" y="105626"/>
                </a:cubicBezTo>
                <a:cubicBezTo>
                  <a:pt x="64986" y="105747"/>
                  <a:pt x="64865" y="105899"/>
                  <a:pt x="64531" y="106021"/>
                </a:cubicBezTo>
                <a:cubicBezTo>
                  <a:pt x="64379" y="105990"/>
                  <a:pt x="64196" y="105990"/>
                  <a:pt x="64044" y="106021"/>
                </a:cubicBezTo>
                <a:cubicBezTo>
                  <a:pt x="63649" y="106264"/>
                  <a:pt x="63193" y="106416"/>
                  <a:pt x="62737" y="106537"/>
                </a:cubicBezTo>
                <a:cubicBezTo>
                  <a:pt x="62403" y="106629"/>
                  <a:pt x="62068" y="106902"/>
                  <a:pt x="61734" y="106993"/>
                </a:cubicBezTo>
                <a:cubicBezTo>
                  <a:pt x="61461" y="107115"/>
                  <a:pt x="61400" y="107024"/>
                  <a:pt x="61126" y="107145"/>
                </a:cubicBezTo>
                <a:lnTo>
                  <a:pt x="57752" y="108392"/>
                </a:lnTo>
                <a:cubicBezTo>
                  <a:pt x="57509" y="108483"/>
                  <a:pt x="57448" y="108392"/>
                  <a:pt x="57266" y="108452"/>
                </a:cubicBezTo>
                <a:cubicBezTo>
                  <a:pt x="56263" y="108817"/>
                  <a:pt x="55412" y="109212"/>
                  <a:pt x="54774" y="109425"/>
                </a:cubicBezTo>
                <a:cubicBezTo>
                  <a:pt x="54470" y="109516"/>
                  <a:pt x="54530" y="109425"/>
                  <a:pt x="54287" y="109425"/>
                </a:cubicBezTo>
                <a:cubicBezTo>
                  <a:pt x="53497" y="109729"/>
                  <a:pt x="52859" y="110033"/>
                  <a:pt x="51947" y="110307"/>
                </a:cubicBezTo>
                <a:cubicBezTo>
                  <a:pt x="51825" y="110276"/>
                  <a:pt x="51582" y="110337"/>
                  <a:pt x="51612" y="110215"/>
                </a:cubicBezTo>
                <a:cubicBezTo>
                  <a:pt x="51430" y="110276"/>
                  <a:pt x="51521" y="110367"/>
                  <a:pt x="51491" y="110459"/>
                </a:cubicBezTo>
                <a:cubicBezTo>
                  <a:pt x="50518" y="110732"/>
                  <a:pt x="49941" y="111279"/>
                  <a:pt x="49120" y="111218"/>
                </a:cubicBezTo>
                <a:cubicBezTo>
                  <a:pt x="48603" y="111431"/>
                  <a:pt x="48573" y="111401"/>
                  <a:pt x="47934" y="111644"/>
                </a:cubicBezTo>
                <a:cubicBezTo>
                  <a:pt x="47752" y="111614"/>
                  <a:pt x="47479" y="111644"/>
                  <a:pt x="47570" y="111401"/>
                </a:cubicBezTo>
                <a:cubicBezTo>
                  <a:pt x="46901" y="111614"/>
                  <a:pt x="47418" y="111614"/>
                  <a:pt x="47175" y="111826"/>
                </a:cubicBezTo>
                <a:cubicBezTo>
                  <a:pt x="46506" y="112100"/>
                  <a:pt x="46415" y="111887"/>
                  <a:pt x="45807" y="112100"/>
                </a:cubicBezTo>
                <a:cubicBezTo>
                  <a:pt x="45533" y="112191"/>
                  <a:pt x="45776" y="112343"/>
                  <a:pt x="45564" y="112465"/>
                </a:cubicBezTo>
                <a:cubicBezTo>
                  <a:pt x="44804" y="112556"/>
                  <a:pt x="43801" y="113042"/>
                  <a:pt x="42737" y="113316"/>
                </a:cubicBezTo>
                <a:cubicBezTo>
                  <a:pt x="42402" y="113407"/>
                  <a:pt x="42007" y="113407"/>
                  <a:pt x="41643" y="113498"/>
                </a:cubicBezTo>
                <a:cubicBezTo>
                  <a:pt x="40731" y="113772"/>
                  <a:pt x="39120" y="114532"/>
                  <a:pt x="38481" y="114380"/>
                </a:cubicBezTo>
                <a:cubicBezTo>
                  <a:pt x="38390" y="114440"/>
                  <a:pt x="38299" y="114532"/>
                  <a:pt x="38238" y="114653"/>
                </a:cubicBezTo>
                <a:cubicBezTo>
                  <a:pt x="37205" y="114775"/>
                  <a:pt x="36718" y="115291"/>
                  <a:pt x="35533" y="115443"/>
                </a:cubicBezTo>
                <a:cubicBezTo>
                  <a:pt x="35351" y="115839"/>
                  <a:pt x="34986" y="115747"/>
                  <a:pt x="34378" y="115991"/>
                </a:cubicBezTo>
                <a:cubicBezTo>
                  <a:pt x="34348" y="116082"/>
                  <a:pt x="34682" y="116143"/>
                  <a:pt x="34743" y="116112"/>
                </a:cubicBezTo>
                <a:cubicBezTo>
                  <a:pt x="34895" y="116082"/>
                  <a:pt x="34986" y="115930"/>
                  <a:pt x="35168" y="115869"/>
                </a:cubicBezTo>
                <a:cubicBezTo>
                  <a:pt x="35320" y="115808"/>
                  <a:pt x="35472" y="115869"/>
                  <a:pt x="35624" y="115778"/>
                </a:cubicBezTo>
                <a:cubicBezTo>
                  <a:pt x="35776" y="115717"/>
                  <a:pt x="35989" y="115535"/>
                  <a:pt x="36202" y="115474"/>
                </a:cubicBezTo>
                <a:cubicBezTo>
                  <a:pt x="36506" y="115383"/>
                  <a:pt x="36749" y="115383"/>
                  <a:pt x="37114" y="115291"/>
                </a:cubicBezTo>
                <a:cubicBezTo>
                  <a:pt x="37600" y="115109"/>
                  <a:pt x="38117" y="114957"/>
                  <a:pt x="38633" y="114836"/>
                </a:cubicBezTo>
                <a:cubicBezTo>
                  <a:pt x="38785" y="114836"/>
                  <a:pt x="38968" y="114836"/>
                  <a:pt x="39120" y="114836"/>
                </a:cubicBezTo>
                <a:cubicBezTo>
                  <a:pt x="39272" y="114805"/>
                  <a:pt x="39758" y="114562"/>
                  <a:pt x="40153" y="114471"/>
                </a:cubicBezTo>
                <a:cubicBezTo>
                  <a:pt x="40640" y="114319"/>
                  <a:pt x="40700" y="114288"/>
                  <a:pt x="41339" y="114106"/>
                </a:cubicBezTo>
                <a:cubicBezTo>
                  <a:pt x="41886" y="113954"/>
                  <a:pt x="42615" y="113741"/>
                  <a:pt x="43436" y="113468"/>
                </a:cubicBezTo>
                <a:cubicBezTo>
                  <a:pt x="43527" y="113559"/>
                  <a:pt x="43345" y="113620"/>
                  <a:pt x="43345" y="113711"/>
                </a:cubicBezTo>
                <a:cubicBezTo>
                  <a:pt x="43801" y="113589"/>
                  <a:pt x="44317" y="113377"/>
                  <a:pt x="44287" y="113650"/>
                </a:cubicBezTo>
                <a:cubicBezTo>
                  <a:pt x="44469" y="113589"/>
                  <a:pt x="44409" y="113498"/>
                  <a:pt x="44409" y="113407"/>
                </a:cubicBezTo>
                <a:cubicBezTo>
                  <a:pt x="44409" y="113255"/>
                  <a:pt x="43861" y="113528"/>
                  <a:pt x="43649" y="113559"/>
                </a:cubicBezTo>
                <a:cubicBezTo>
                  <a:pt x="44013" y="113194"/>
                  <a:pt x="45077" y="112951"/>
                  <a:pt x="45868" y="112799"/>
                </a:cubicBezTo>
                <a:cubicBezTo>
                  <a:pt x="46232" y="112769"/>
                  <a:pt x="46232" y="112404"/>
                  <a:pt x="46445" y="112556"/>
                </a:cubicBezTo>
                <a:cubicBezTo>
                  <a:pt x="46779" y="112586"/>
                  <a:pt x="46415" y="112708"/>
                  <a:pt x="46202" y="112829"/>
                </a:cubicBezTo>
                <a:cubicBezTo>
                  <a:pt x="46050" y="112921"/>
                  <a:pt x="46293" y="112981"/>
                  <a:pt x="45928" y="113073"/>
                </a:cubicBezTo>
                <a:cubicBezTo>
                  <a:pt x="45807" y="113103"/>
                  <a:pt x="45776" y="113042"/>
                  <a:pt x="45624" y="113103"/>
                </a:cubicBezTo>
                <a:cubicBezTo>
                  <a:pt x="45624" y="113012"/>
                  <a:pt x="45868" y="112951"/>
                  <a:pt x="46050" y="112890"/>
                </a:cubicBezTo>
                <a:cubicBezTo>
                  <a:pt x="45533" y="112860"/>
                  <a:pt x="45077" y="113225"/>
                  <a:pt x="44530" y="113255"/>
                </a:cubicBezTo>
                <a:cubicBezTo>
                  <a:pt x="44409" y="113711"/>
                  <a:pt x="45716" y="112921"/>
                  <a:pt x="45533" y="113407"/>
                </a:cubicBezTo>
                <a:cubicBezTo>
                  <a:pt x="46354" y="113042"/>
                  <a:pt x="46506" y="112647"/>
                  <a:pt x="47570" y="112495"/>
                </a:cubicBezTo>
                <a:cubicBezTo>
                  <a:pt x="47691" y="112130"/>
                  <a:pt x="46840" y="112617"/>
                  <a:pt x="46871" y="112343"/>
                </a:cubicBezTo>
                <a:cubicBezTo>
                  <a:pt x="47418" y="112100"/>
                  <a:pt x="47965" y="111978"/>
                  <a:pt x="48542" y="111948"/>
                </a:cubicBezTo>
                <a:cubicBezTo>
                  <a:pt x="48330" y="112130"/>
                  <a:pt x="47479" y="112404"/>
                  <a:pt x="48056" y="112465"/>
                </a:cubicBezTo>
                <a:cubicBezTo>
                  <a:pt x="48330" y="112373"/>
                  <a:pt x="48086" y="112191"/>
                  <a:pt x="48603" y="112100"/>
                </a:cubicBezTo>
                <a:cubicBezTo>
                  <a:pt x="48573" y="112525"/>
                  <a:pt x="49637" y="112039"/>
                  <a:pt x="49789" y="111796"/>
                </a:cubicBezTo>
                <a:cubicBezTo>
                  <a:pt x="49485" y="111735"/>
                  <a:pt x="49150" y="111796"/>
                  <a:pt x="48877" y="111918"/>
                </a:cubicBezTo>
                <a:cubicBezTo>
                  <a:pt x="48938" y="111614"/>
                  <a:pt x="49606" y="111644"/>
                  <a:pt x="50032" y="111492"/>
                </a:cubicBezTo>
                <a:cubicBezTo>
                  <a:pt x="49789" y="111857"/>
                  <a:pt x="50397" y="111674"/>
                  <a:pt x="50761" y="111705"/>
                </a:cubicBezTo>
                <a:cubicBezTo>
                  <a:pt x="50852" y="111401"/>
                  <a:pt x="50153" y="111644"/>
                  <a:pt x="50488" y="111340"/>
                </a:cubicBezTo>
                <a:cubicBezTo>
                  <a:pt x="50913" y="111279"/>
                  <a:pt x="50944" y="111522"/>
                  <a:pt x="51460" y="111340"/>
                </a:cubicBezTo>
                <a:cubicBezTo>
                  <a:pt x="51886" y="111188"/>
                  <a:pt x="51187" y="111340"/>
                  <a:pt x="51126" y="111310"/>
                </a:cubicBezTo>
                <a:cubicBezTo>
                  <a:pt x="52555" y="110702"/>
                  <a:pt x="54682" y="110063"/>
                  <a:pt x="56597" y="109425"/>
                </a:cubicBezTo>
                <a:cubicBezTo>
                  <a:pt x="56780" y="109364"/>
                  <a:pt x="57479" y="109334"/>
                  <a:pt x="57631" y="109000"/>
                </a:cubicBezTo>
                <a:cubicBezTo>
                  <a:pt x="58695" y="108756"/>
                  <a:pt x="59758" y="108422"/>
                  <a:pt x="60761" y="108057"/>
                </a:cubicBezTo>
                <a:cubicBezTo>
                  <a:pt x="60609" y="108361"/>
                  <a:pt x="59819" y="108513"/>
                  <a:pt x="59181" y="108726"/>
                </a:cubicBezTo>
                <a:cubicBezTo>
                  <a:pt x="58391" y="108969"/>
                  <a:pt x="57600" y="109243"/>
                  <a:pt x="56810" y="109577"/>
                </a:cubicBezTo>
                <a:cubicBezTo>
                  <a:pt x="56932" y="109790"/>
                  <a:pt x="57266" y="109607"/>
                  <a:pt x="57084" y="109911"/>
                </a:cubicBezTo>
                <a:cubicBezTo>
                  <a:pt x="57600" y="109668"/>
                  <a:pt x="57904" y="109759"/>
                  <a:pt x="58117" y="109577"/>
                </a:cubicBezTo>
                <a:cubicBezTo>
                  <a:pt x="57935" y="109607"/>
                  <a:pt x="57783" y="109607"/>
                  <a:pt x="57327" y="109699"/>
                </a:cubicBezTo>
                <a:cubicBezTo>
                  <a:pt x="57570" y="109243"/>
                  <a:pt x="58239" y="109425"/>
                  <a:pt x="58816" y="109212"/>
                </a:cubicBezTo>
                <a:cubicBezTo>
                  <a:pt x="58816" y="109030"/>
                  <a:pt x="58147" y="109455"/>
                  <a:pt x="58330" y="109152"/>
                </a:cubicBezTo>
                <a:lnTo>
                  <a:pt x="64196" y="107237"/>
                </a:lnTo>
                <a:lnTo>
                  <a:pt x="67297" y="106203"/>
                </a:lnTo>
                <a:cubicBezTo>
                  <a:pt x="68360" y="105808"/>
                  <a:pt x="69211" y="105565"/>
                  <a:pt x="70336" y="105109"/>
                </a:cubicBezTo>
                <a:cubicBezTo>
                  <a:pt x="70670" y="104957"/>
                  <a:pt x="71035" y="104866"/>
                  <a:pt x="71370" y="104683"/>
                </a:cubicBezTo>
                <a:cubicBezTo>
                  <a:pt x="71734" y="104471"/>
                  <a:pt x="72099" y="104197"/>
                  <a:pt x="72433" y="103923"/>
                </a:cubicBezTo>
                <a:cubicBezTo>
                  <a:pt x="73041" y="103559"/>
                  <a:pt x="73862" y="103072"/>
                  <a:pt x="73984" y="102404"/>
                </a:cubicBezTo>
                <a:cubicBezTo>
                  <a:pt x="74166" y="102464"/>
                  <a:pt x="74531" y="101735"/>
                  <a:pt x="74713" y="101583"/>
                </a:cubicBezTo>
                <a:cubicBezTo>
                  <a:pt x="74804" y="101309"/>
                  <a:pt x="74683" y="101309"/>
                  <a:pt x="74592" y="101522"/>
                </a:cubicBezTo>
                <a:cubicBezTo>
                  <a:pt x="74926" y="100580"/>
                  <a:pt x="75139" y="99607"/>
                  <a:pt x="75230" y="98635"/>
                </a:cubicBezTo>
                <a:cubicBezTo>
                  <a:pt x="75351" y="97692"/>
                  <a:pt x="75382" y="96993"/>
                  <a:pt x="75412" y="96294"/>
                </a:cubicBezTo>
                <a:cubicBezTo>
                  <a:pt x="75443" y="95595"/>
                  <a:pt x="75503" y="95018"/>
                  <a:pt x="75564" y="94501"/>
                </a:cubicBezTo>
                <a:cubicBezTo>
                  <a:pt x="75655" y="93954"/>
                  <a:pt x="75655" y="93437"/>
                  <a:pt x="75716" y="92981"/>
                </a:cubicBezTo>
                <a:cubicBezTo>
                  <a:pt x="75807" y="92799"/>
                  <a:pt x="75777" y="93011"/>
                  <a:pt x="75868" y="93011"/>
                </a:cubicBezTo>
                <a:cubicBezTo>
                  <a:pt x="75868" y="92464"/>
                  <a:pt x="75959" y="91917"/>
                  <a:pt x="76142" y="91400"/>
                </a:cubicBezTo>
                <a:cubicBezTo>
                  <a:pt x="76324" y="91492"/>
                  <a:pt x="76081" y="91948"/>
                  <a:pt x="76233" y="92008"/>
                </a:cubicBezTo>
                <a:cubicBezTo>
                  <a:pt x="76385" y="91613"/>
                  <a:pt x="76324" y="90975"/>
                  <a:pt x="76628" y="90732"/>
                </a:cubicBezTo>
                <a:cubicBezTo>
                  <a:pt x="76902" y="90853"/>
                  <a:pt x="76354" y="91218"/>
                  <a:pt x="76598" y="91431"/>
                </a:cubicBezTo>
                <a:cubicBezTo>
                  <a:pt x="76506" y="91826"/>
                  <a:pt x="76263" y="91796"/>
                  <a:pt x="76233" y="92282"/>
                </a:cubicBezTo>
                <a:cubicBezTo>
                  <a:pt x="76233" y="92404"/>
                  <a:pt x="76263" y="92434"/>
                  <a:pt x="76233" y="92555"/>
                </a:cubicBezTo>
                <a:cubicBezTo>
                  <a:pt x="76385" y="92647"/>
                  <a:pt x="76506" y="92586"/>
                  <a:pt x="76567" y="92373"/>
                </a:cubicBezTo>
                <a:cubicBezTo>
                  <a:pt x="76537" y="92647"/>
                  <a:pt x="76689" y="92890"/>
                  <a:pt x="76902" y="93011"/>
                </a:cubicBezTo>
                <a:cubicBezTo>
                  <a:pt x="77236" y="92890"/>
                  <a:pt x="77054" y="92282"/>
                  <a:pt x="77297" y="92100"/>
                </a:cubicBezTo>
                <a:cubicBezTo>
                  <a:pt x="77510" y="92100"/>
                  <a:pt x="77236" y="92464"/>
                  <a:pt x="77236" y="92586"/>
                </a:cubicBezTo>
                <a:cubicBezTo>
                  <a:pt x="77236" y="92707"/>
                  <a:pt x="77327" y="92677"/>
                  <a:pt x="77327" y="92738"/>
                </a:cubicBezTo>
                <a:cubicBezTo>
                  <a:pt x="77327" y="93103"/>
                  <a:pt x="77114" y="93528"/>
                  <a:pt x="77114" y="94045"/>
                </a:cubicBezTo>
                <a:cubicBezTo>
                  <a:pt x="76932" y="94258"/>
                  <a:pt x="76598" y="94106"/>
                  <a:pt x="76598" y="93832"/>
                </a:cubicBezTo>
                <a:cubicBezTo>
                  <a:pt x="76446" y="93711"/>
                  <a:pt x="76263" y="94227"/>
                  <a:pt x="76385" y="94318"/>
                </a:cubicBezTo>
                <a:cubicBezTo>
                  <a:pt x="76233" y="94683"/>
                  <a:pt x="76202" y="94014"/>
                  <a:pt x="76081" y="93984"/>
                </a:cubicBezTo>
                <a:cubicBezTo>
                  <a:pt x="76020" y="94258"/>
                  <a:pt x="76081" y="94410"/>
                  <a:pt x="76233" y="94410"/>
                </a:cubicBezTo>
                <a:cubicBezTo>
                  <a:pt x="76233" y="94805"/>
                  <a:pt x="75990" y="94683"/>
                  <a:pt x="75990" y="95170"/>
                </a:cubicBezTo>
                <a:cubicBezTo>
                  <a:pt x="75747" y="94926"/>
                  <a:pt x="76202" y="94349"/>
                  <a:pt x="75929" y="94106"/>
                </a:cubicBezTo>
                <a:cubicBezTo>
                  <a:pt x="75959" y="93650"/>
                  <a:pt x="76385" y="93194"/>
                  <a:pt x="76263" y="92707"/>
                </a:cubicBezTo>
                <a:cubicBezTo>
                  <a:pt x="76020" y="92464"/>
                  <a:pt x="76020" y="93741"/>
                  <a:pt x="75899" y="93163"/>
                </a:cubicBezTo>
                <a:cubicBezTo>
                  <a:pt x="75899" y="93711"/>
                  <a:pt x="75777" y="94075"/>
                  <a:pt x="75899" y="94501"/>
                </a:cubicBezTo>
                <a:cubicBezTo>
                  <a:pt x="75838" y="94744"/>
                  <a:pt x="75807" y="95048"/>
                  <a:pt x="75625" y="94987"/>
                </a:cubicBezTo>
                <a:cubicBezTo>
                  <a:pt x="75747" y="95534"/>
                  <a:pt x="75625" y="96780"/>
                  <a:pt x="75443" y="98148"/>
                </a:cubicBezTo>
                <a:cubicBezTo>
                  <a:pt x="75564" y="99030"/>
                  <a:pt x="75412" y="99942"/>
                  <a:pt x="75047" y="100762"/>
                </a:cubicBezTo>
                <a:cubicBezTo>
                  <a:pt x="74956" y="101461"/>
                  <a:pt x="74713" y="102100"/>
                  <a:pt x="74318" y="102708"/>
                </a:cubicBezTo>
                <a:cubicBezTo>
                  <a:pt x="74196" y="102647"/>
                  <a:pt x="74348" y="102373"/>
                  <a:pt x="74227" y="102343"/>
                </a:cubicBezTo>
                <a:cubicBezTo>
                  <a:pt x="73923" y="102799"/>
                  <a:pt x="74014" y="102860"/>
                  <a:pt x="73832" y="103194"/>
                </a:cubicBezTo>
                <a:cubicBezTo>
                  <a:pt x="73376" y="103802"/>
                  <a:pt x="72464" y="104410"/>
                  <a:pt x="72160" y="104714"/>
                </a:cubicBezTo>
                <a:cubicBezTo>
                  <a:pt x="72464" y="104653"/>
                  <a:pt x="72737" y="104501"/>
                  <a:pt x="72981" y="104288"/>
                </a:cubicBezTo>
                <a:cubicBezTo>
                  <a:pt x="72737" y="104683"/>
                  <a:pt x="71795" y="105200"/>
                  <a:pt x="71491" y="105474"/>
                </a:cubicBezTo>
                <a:cubicBezTo>
                  <a:pt x="71126" y="105656"/>
                  <a:pt x="70731" y="105778"/>
                  <a:pt x="70336" y="105838"/>
                </a:cubicBezTo>
                <a:cubicBezTo>
                  <a:pt x="70032" y="105869"/>
                  <a:pt x="69759" y="105930"/>
                  <a:pt x="69485" y="106021"/>
                </a:cubicBezTo>
                <a:cubicBezTo>
                  <a:pt x="69242" y="106112"/>
                  <a:pt x="69576" y="106082"/>
                  <a:pt x="69546" y="106203"/>
                </a:cubicBezTo>
                <a:cubicBezTo>
                  <a:pt x="68877" y="106446"/>
                  <a:pt x="68695" y="106325"/>
                  <a:pt x="67996" y="106598"/>
                </a:cubicBezTo>
                <a:cubicBezTo>
                  <a:pt x="67874" y="106689"/>
                  <a:pt x="67904" y="106781"/>
                  <a:pt x="67601" y="106872"/>
                </a:cubicBezTo>
                <a:cubicBezTo>
                  <a:pt x="67570" y="106993"/>
                  <a:pt x="67752" y="106963"/>
                  <a:pt x="67935" y="106902"/>
                </a:cubicBezTo>
                <a:cubicBezTo>
                  <a:pt x="67570" y="107145"/>
                  <a:pt x="67145" y="107267"/>
                  <a:pt x="66719" y="107237"/>
                </a:cubicBezTo>
                <a:cubicBezTo>
                  <a:pt x="66415" y="107389"/>
                  <a:pt x="66932" y="107297"/>
                  <a:pt x="66628" y="107480"/>
                </a:cubicBezTo>
                <a:cubicBezTo>
                  <a:pt x="66142" y="107601"/>
                  <a:pt x="66293" y="107115"/>
                  <a:pt x="65503" y="107510"/>
                </a:cubicBezTo>
                <a:cubicBezTo>
                  <a:pt x="65625" y="107541"/>
                  <a:pt x="65868" y="107480"/>
                  <a:pt x="65868" y="107601"/>
                </a:cubicBezTo>
                <a:cubicBezTo>
                  <a:pt x="65321" y="107662"/>
                  <a:pt x="65351" y="107966"/>
                  <a:pt x="64986" y="107996"/>
                </a:cubicBezTo>
                <a:cubicBezTo>
                  <a:pt x="65017" y="107996"/>
                  <a:pt x="65078" y="107753"/>
                  <a:pt x="64926" y="107784"/>
                </a:cubicBezTo>
                <a:cubicBezTo>
                  <a:pt x="64743" y="107814"/>
                  <a:pt x="64561" y="108088"/>
                  <a:pt x="64804" y="107966"/>
                </a:cubicBezTo>
                <a:cubicBezTo>
                  <a:pt x="64926" y="108148"/>
                  <a:pt x="63983" y="108209"/>
                  <a:pt x="64105" y="108361"/>
                </a:cubicBezTo>
                <a:cubicBezTo>
                  <a:pt x="64348" y="108483"/>
                  <a:pt x="65473" y="107814"/>
                  <a:pt x="65382" y="108209"/>
                </a:cubicBezTo>
                <a:cubicBezTo>
                  <a:pt x="65564" y="108118"/>
                  <a:pt x="65442" y="108027"/>
                  <a:pt x="65442" y="107905"/>
                </a:cubicBezTo>
                <a:close/>
                <a:moveTo>
                  <a:pt x="77145" y="93467"/>
                </a:moveTo>
                <a:cubicBezTo>
                  <a:pt x="76932" y="93437"/>
                  <a:pt x="76719" y="93467"/>
                  <a:pt x="76658" y="93832"/>
                </a:cubicBezTo>
                <a:lnTo>
                  <a:pt x="77054" y="93923"/>
                </a:lnTo>
                <a:cubicBezTo>
                  <a:pt x="77084" y="93771"/>
                  <a:pt x="77114" y="93619"/>
                  <a:pt x="77145" y="93467"/>
                </a:cubicBezTo>
                <a:close/>
                <a:moveTo>
                  <a:pt x="76233" y="93376"/>
                </a:moveTo>
                <a:cubicBezTo>
                  <a:pt x="76202" y="93498"/>
                  <a:pt x="76172" y="93619"/>
                  <a:pt x="76172" y="93771"/>
                </a:cubicBezTo>
                <a:cubicBezTo>
                  <a:pt x="76385" y="93680"/>
                  <a:pt x="76658" y="93711"/>
                  <a:pt x="76750" y="93103"/>
                </a:cubicBezTo>
                <a:cubicBezTo>
                  <a:pt x="76506" y="92829"/>
                  <a:pt x="76506" y="93680"/>
                  <a:pt x="76233" y="93376"/>
                </a:cubicBezTo>
                <a:close/>
                <a:moveTo>
                  <a:pt x="70245" y="105565"/>
                </a:moveTo>
                <a:cubicBezTo>
                  <a:pt x="70883" y="105322"/>
                  <a:pt x="70579" y="105899"/>
                  <a:pt x="71643" y="105261"/>
                </a:cubicBezTo>
                <a:cubicBezTo>
                  <a:pt x="71765" y="104927"/>
                  <a:pt x="71218" y="105261"/>
                  <a:pt x="71096" y="105200"/>
                </a:cubicBezTo>
                <a:cubicBezTo>
                  <a:pt x="71187" y="105048"/>
                  <a:pt x="70063" y="105534"/>
                  <a:pt x="70245" y="105565"/>
                </a:cubicBezTo>
                <a:close/>
                <a:moveTo>
                  <a:pt x="120094" y="53558"/>
                </a:moveTo>
                <a:cubicBezTo>
                  <a:pt x="120246" y="53224"/>
                  <a:pt x="120671" y="52768"/>
                  <a:pt x="120398" y="52646"/>
                </a:cubicBezTo>
                <a:cubicBezTo>
                  <a:pt x="120063" y="52980"/>
                  <a:pt x="120337" y="52980"/>
                  <a:pt x="120185" y="53254"/>
                </a:cubicBezTo>
                <a:cubicBezTo>
                  <a:pt x="120063" y="53102"/>
                  <a:pt x="119942" y="52980"/>
                  <a:pt x="119729" y="53254"/>
                </a:cubicBezTo>
                <a:close/>
                <a:moveTo>
                  <a:pt x="114379" y="58087"/>
                </a:moveTo>
                <a:lnTo>
                  <a:pt x="114015" y="58330"/>
                </a:lnTo>
                <a:cubicBezTo>
                  <a:pt x="114197" y="58452"/>
                  <a:pt x="114015" y="58634"/>
                  <a:pt x="114076" y="58786"/>
                </a:cubicBezTo>
                <a:cubicBezTo>
                  <a:pt x="114592" y="58482"/>
                  <a:pt x="114349" y="58300"/>
                  <a:pt x="114410" y="58087"/>
                </a:cubicBezTo>
                <a:close/>
                <a:moveTo>
                  <a:pt x="114957" y="58452"/>
                </a:moveTo>
                <a:cubicBezTo>
                  <a:pt x="114805" y="58816"/>
                  <a:pt x="114987" y="58816"/>
                  <a:pt x="114562" y="59303"/>
                </a:cubicBezTo>
                <a:cubicBezTo>
                  <a:pt x="115048" y="58968"/>
                  <a:pt x="115656" y="58178"/>
                  <a:pt x="114987" y="58452"/>
                </a:cubicBezTo>
                <a:close/>
                <a:moveTo>
                  <a:pt x="117085" y="56537"/>
                </a:moveTo>
                <a:cubicBezTo>
                  <a:pt x="117206" y="56689"/>
                  <a:pt x="116781" y="57266"/>
                  <a:pt x="117449" y="56749"/>
                </a:cubicBezTo>
                <a:cubicBezTo>
                  <a:pt x="117176" y="56658"/>
                  <a:pt x="117571" y="56385"/>
                  <a:pt x="117601" y="56202"/>
                </a:cubicBezTo>
                <a:cubicBezTo>
                  <a:pt x="117389" y="56385"/>
                  <a:pt x="117297" y="56354"/>
                  <a:pt x="117085" y="56537"/>
                </a:cubicBezTo>
                <a:close/>
                <a:moveTo>
                  <a:pt x="116690" y="56293"/>
                </a:moveTo>
                <a:cubicBezTo>
                  <a:pt x="116659" y="56172"/>
                  <a:pt x="116842" y="56020"/>
                  <a:pt x="116811" y="55929"/>
                </a:cubicBezTo>
                <a:cubicBezTo>
                  <a:pt x="116629" y="55990"/>
                  <a:pt x="116446" y="56111"/>
                  <a:pt x="116294" y="56233"/>
                </a:cubicBezTo>
                <a:cubicBezTo>
                  <a:pt x="116386" y="56385"/>
                  <a:pt x="116507" y="56415"/>
                  <a:pt x="116720" y="56293"/>
                </a:cubicBezTo>
                <a:close/>
                <a:moveTo>
                  <a:pt x="116507" y="57357"/>
                </a:moveTo>
                <a:cubicBezTo>
                  <a:pt x="116507" y="57479"/>
                  <a:pt x="116386" y="57600"/>
                  <a:pt x="116538" y="57692"/>
                </a:cubicBezTo>
                <a:cubicBezTo>
                  <a:pt x="116690" y="57570"/>
                  <a:pt x="116872" y="57449"/>
                  <a:pt x="117085" y="57388"/>
                </a:cubicBezTo>
                <a:cubicBezTo>
                  <a:pt x="117024" y="57175"/>
                  <a:pt x="116902" y="57053"/>
                  <a:pt x="116538" y="57357"/>
                </a:cubicBezTo>
                <a:close/>
                <a:moveTo>
                  <a:pt x="113589" y="58269"/>
                </a:moveTo>
                <a:cubicBezTo>
                  <a:pt x="114076" y="58178"/>
                  <a:pt x="114349" y="57661"/>
                  <a:pt x="114987" y="57327"/>
                </a:cubicBezTo>
                <a:cubicBezTo>
                  <a:pt x="115079" y="57388"/>
                  <a:pt x="115261" y="57297"/>
                  <a:pt x="115383" y="57327"/>
                </a:cubicBezTo>
                <a:cubicBezTo>
                  <a:pt x="115474" y="57388"/>
                  <a:pt x="115200" y="57540"/>
                  <a:pt x="115200" y="57631"/>
                </a:cubicBezTo>
                <a:cubicBezTo>
                  <a:pt x="115535" y="57449"/>
                  <a:pt x="115656" y="57692"/>
                  <a:pt x="116112" y="57327"/>
                </a:cubicBezTo>
                <a:cubicBezTo>
                  <a:pt x="116264" y="57175"/>
                  <a:pt x="116386" y="56993"/>
                  <a:pt x="116507" y="56780"/>
                </a:cubicBezTo>
                <a:cubicBezTo>
                  <a:pt x="116264" y="56537"/>
                  <a:pt x="115869" y="56506"/>
                  <a:pt x="115261" y="56901"/>
                </a:cubicBezTo>
                <a:cubicBezTo>
                  <a:pt x="115261" y="57084"/>
                  <a:pt x="115474" y="56871"/>
                  <a:pt x="115595" y="56841"/>
                </a:cubicBezTo>
                <a:cubicBezTo>
                  <a:pt x="115778" y="56810"/>
                  <a:pt x="116142" y="56810"/>
                  <a:pt x="115899" y="57023"/>
                </a:cubicBezTo>
                <a:cubicBezTo>
                  <a:pt x="115565" y="57205"/>
                  <a:pt x="115261" y="57297"/>
                  <a:pt x="115170" y="57023"/>
                </a:cubicBezTo>
                <a:cubicBezTo>
                  <a:pt x="114623" y="57388"/>
                  <a:pt x="114106" y="57813"/>
                  <a:pt x="113589" y="58269"/>
                </a:cubicBezTo>
                <a:close/>
                <a:moveTo>
                  <a:pt x="112647" y="57297"/>
                </a:moveTo>
                <a:cubicBezTo>
                  <a:pt x="113042" y="57084"/>
                  <a:pt x="113285" y="56871"/>
                  <a:pt x="113346" y="56689"/>
                </a:cubicBezTo>
                <a:cubicBezTo>
                  <a:pt x="112951" y="57084"/>
                  <a:pt x="112951" y="56932"/>
                  <a:pt x="112556" y="57114"/>
                </a:cubicBezTo>
                <a:close/>
                <a:moveTo>
                  <a:pt x="109486" y="58269"/>
                </a:moveTo>
                <a:cubicBezTo>
                  <a:pt x="109607" y="58269"/>
                  <a:pt x="110610" y="57783"/>
                  <a:pt x="110367" y="57631"/>
                </a:cubicBezTo>
                <a:cubicBezTo>
                  <a:pt x="110246" y="57570"/>
                  <a:pt x="109364" y="58148"/>
                  <a:pt x="109516" y="58269"/>
                </a:cubicBezTo>
                <a:close/>
                <a:moveTo>
                  <a:pt x="108513" y="59728"/>
                </a:moveTo>
                <a:cubicBezTo>
                  <a:pt x="109151" y="59303"/>
                  <a:pt x="109820" y="59272"/>
                  <a:pt x="110276" y="58756"/>
                </a:cubicBezTo>
                <a:cubicBezTo>
                  <a:pt x="110246" y="58330"/>
                  <a:pt x="109547" y="58847"/>
                  <a:pt x="109425" y="59120"/>
                </a:cubicBezTo>
                <a:cubicBezTo>
                  <a:pt x="108939" y="59455"/>
                  <a:pt x="108665" y="59394"/>
                  <a:pt x="108544" y="59728"/>
                </a:cubicBezTo>
                <a:close/>
                <a:moveTo>
                  <a:pt x="106629" y="60883"/>
                </a:moveTo>
                <a:cubicBezTo>
                  <a:pt x="107206" y="60792"/>
                  <a:pt x="107571" y="60063"/>
                  <a:pt x="108118" y="59971"/>
                </a:cubicBezTo>
                <a:cubicBezTo>
                  <a:pt x="107723" y="59789"/>
                  <a:pt x="107024" y="60518"/>
                  <a:pt x="106659" y="60853"/>
                </a:cubicBezTo>
                <a:close/>
                <a:moveTo>
                  <a:pt x="105747" y="60518"/>
                </a:moveTo>
                <a:cubicBezTo>
                  <a:pt x="106355" y="60154"/>
                  <a:pt x="107206" y="60002"/>
                  <a:pt x="107480" y="59485"/>
                </a:cubicBezTo>
                <a:cubicBezTo>
                  <a:pt x="106872" y="59971"/>
                  <a:pt x="106081" y="60093"/>
                  <a:pt x="105747" y="60518"/>
                </a:cubicBezTo>
                <a:close/>
                <a:moveTo>
                  <a:pt x="112313" y="60123"/>
                </a:moveTo>
                <a:cubicBezTo>
                  <a:pt x="112313" y="60154"/>
                  <a:pt x="112343" y="60184"/>
                  <a:pt x="112221" y="60245"/>
                </a:cubicBezTo>
                <a:cubicBezTo>
                  <a:pt x="112282" y="60427"/>
                  <a:pt x="112525" y="60336"/>
                  <a:pt x="112860" y="60123"/>
                </a:cubicBezTo>
                <a:cubicBezTo>
                  <a:pt x="112829" y="59941"/>
                  <a:pt x="112677" y="59880"/>
                  <a:pt x="112343" y="60123"/>
                </a:cubicBezTo>
                <a:close/>
                <a:moveTo>
                  <a:pt x="111553" y="59120"/>
                </a:moveTo>
                <a:cubicBezTo>
                  <a:pt x="111613" y="59394"/>
                  <a:pt x="112313" y="58725"/>
                  <a:pt x="112708" y="58573"/>
                </a:cubicBezTo>
                <a:cubicBezTo>
                  <a:pt x="112586" y="58908"/>
                  <a:pt x="112860" y="58786"/>
                  <a:pt x="113376" y="58482"/>
                </a:cubicBezTo>
                <a:cubicBezTo>
                  <a:pt x="113255" y="58026"/>
                  <a:pt x="111978" y="58816"/>
                  <a:pt x="111583" y="59120"/>
                </a:cubicBezTo>
                <a:close/>
                <a:moveTo>
                  <a:pt x="111826" y="59546"/>
                </a:moveTo>
                <a:cubicBezTo>
                  <a:pt x="112221" y="59211"/>
                  <a:pt x="112282" y="59363"/>
                  <a:pt x="112465" y="59394"/>
                </a:cubicBezTo>
                <a:cubicBezTo>
                  <a:pt x="112647" y="59272"/>
                  <a:pt x="112829" y="59120"/>
                  <a:pt x="112921" y="58938"/>
                </a:cubicBezTo>
                <a:cubicBezTo>
                  <a:pt x="112404" y="59242"/>
                  <a:pt x="112282" y="59181"/>
                  <a:pt x="112525" y="58877"/>
                </a:cubicBezTo>
                <a:cubicBezTo>
                  <a:pt x="112161" y="59059"/>
                  <a:pt x="111613" y="59607"/>
                  <a:pt x="111826" y="59546"/>
                </a:cubicBezTo>
                <a:close/>
                <a:moveTo>
                  <a:pt x="112221" y="60518"/>
                </a:moveTo>
                <a:cubicBezTo>
                  <a:pt x="111796" y="60670"/>
                  <a:pt x="111765" y="60306"/>
                  <a:pt x="111097" y="60792"/>
                </a:cubicBezTo>
                <a:cubicBezTo>
                  <a:pt x="111036" y="61005"/>
                  <a:pt x="111431" y="60762"/>
                  <a:pt x="111492" y="60853"/>
                </a:cubicBezTo>
                <a:cubicBezTo>
                  <a:pt x="111522" y="60883"/>
                  <a:pt x="111218" y="61126"/>
                  <a:pt x="111340" y="61218"/>
                </a:cubicBezTo>
                <a:cubicBezTo>
                  <a:pt x="111462" y="61278"/>
                  <a:pt x="111462" y="61309"/>
                  <a:pt x="111948" y="61005"/>
                </a:cubicBezTo>
                <a:cubicBezTo>
                  <a:pt x="111613" y="60762"/>
                  <a:pt x="112069" y="60762"/>
                  <a:pt x="112221" y="60518"/>
                </a:cubicBezTo>
                <a:close/>
                <a:moveTo>
                  <a:pt x="108939" y="62008"/>
                </a:moveTo>
                <a:cubicBezTo>
                  <a:pt x="108574" y="61734"/>
                  <a:pt x="110094" y="61430"/>
                  <a:pt x="109425" y="61309"/>
                </a:cubicBezTo>
                <a:cubicBezTo>
                  <a:pt x="109729" y="61157"/>
                  <a:pt x="109972" y="60974"/>
                  <a:pt x="110154" y="60701"/>
                </a:cubicBezTo>
                <a:cubicBezTo>
                  <a:pt x="110732" y="60549"/>
                  <a:pt x="111279" y="60367"/>
                  <a:pt x="111796" y="60123"/>
                </a:cubicBezTo>
                <a:lnTo>
                  <a:pt x="111674" y="59880"/>
                </a:lnTo>
                <a:cubicBezTo>
                  <a:pt x="111097" y="60245"/>
                  <a:pt x="110702" y="60427"/>
                  <a:pt x="110854" y="60032"/>
                </a:cubicBezTo>
                <a:cubicBezTo>
                  <a:pt x="110154" y="60488"/>
                  <a:pt x="109729" y="60914"/>
                  <a:pt x="109091" y="61339"/>
                </a:cubicBezTo>
                <a:cubicBezTo>
                  <a:pt x="109395" y="61522"/>
                  <a:pt x="107936" y="62312"/>
                  <a:pt x="108908" y="62008"/>
                </a:cubicBezTo>
                <a:close/>
                <a:moveTo>
                  <a:pt x="107936" y="63740"/>
                </a:moveTo>
                <a:cubicBezTo>
                  <a:pt x="108361" y="63436"/>
                  <a:pt x="108756" y="63072"/>
                  <a:pt x="109121" y="62707"/>
                </a:cubicBezTo>
                <a:cubicBezTo>
                  <a:pt x="109820" y="62433"/>
                  <a:pt x="110458" y="62099"/>
                  <a:pt x="111066" y="61704"/>
                </a:cubicBezTo>
                <a:cubicBezTo>
                  <a:pt x="111036" y="61552"/>
                  <a:pt x="110914" y="61461"/>
                  <a:pt x="110762" y="61461"/>
                </a:cubicBezTo>
                <a:cubicBezTo>
                  <a:pt x="110550" y="61674"/>
                  <a:pt x="110003" y="61947"/>
                  <a:pt x="109881" y="62160"/>
                </a:cubicBezTo>
                <a:cubicBezTo>
                  <a:pt x="110306" y="62038"/>
                  <a:pt x="110337" y="61795"/>
                  <a:pt x="110610" y="61825"/>
                </a:cubicBezTo>
                <a:cubicBezTo>
                  <a:pt x="110306" y="62129"/>
                  <a:pt x="109881" y="62312"/>
                  <a:pt x="109455" y="62342"/>
                </a:cubicBezTo>
                <a:cubicBezTo>
                  <a:pt x="110094" y="61825"/>
                  <a:pt x="109516" y="61947"/>
                  <a:pt x="109911" y="61582"/>
                </a:cubicBezTo>
                <a:cubicBezTo>
                  <a:pt x="110154" y="61400"/>
                  <a:pt x="110246" y="61461"/>
                  <a:pt x="110489" y="61309"/>
                </a:cubicBezTo>
                <a:cubicBezTo>
                  <a:pt x="110428" y="61126"/>
                  <a:pt x="110003" y="61430"/>
                  <a:pt x="109911" y="61248"/>
                </a:cubicBezTo>
                <a:cubicBezTo>
                  <a:pt x="109942" y="61187"/>
                  <a:pt x="110519" y="60762"/>
                  <a:pt x="110124" y="60974"/>
                </a:cubicBezTo>
                <a:cubicBezTo>
                  <a:pt x="109699" y="61309"/>
                  <a:pt x="109881" y="61552"/>
                  <a:pt x="109212" y="61917"/>
                </a:cubicBezTo>
                <a:cubicBezTo>
                  <a:pt x="109729" y="61977"/>
                  <a:pt x="109182" y="62312"/>
                  <a:pt x="108999" y="62464"/>
                </a:cubicBezTo>
                <a:cubicBezTo>
                  <a:pt x="109243" y="62312"/>
                  <a:pt x="109030" y="62737"/>
                  <a:pt x="108847" y="62859"/>
                </a:cubicBezTo>
                <a:cubicBezTo>
                  <a:pt x="108726" y="62525"/>
                  <a:pt x="107844" y="63284"/>
                  <a:pt x="107571" y="63163"/>
                </a:cubicBezTo>
                <a:lnTo>
                  <a:pt x="107753" y="63467"/>
                </a:lnTo>
                <a:cubicBezTo>
                  <a:pt x="108118" y="63224"/>
                  <a:pt x="108513" y="62950"/>
                  <a:pt x="108635" y="63072"/>
                </a:cubicBezTo>
                <a:cubicBezTo>
                  <a:pt x="108270" y="63315"/>
                  <a:pt x="107601" y="63588"/>
                  <a:pt x="107936" y="63740"/>
                </a:cubicBezTo>
                <a:close/>
                <a:moveTo>
                  <a:pt x="106659" y="63072"/>
                </a:moveTo>
                <a:cubicBezTo>
                  <a:pt x="106294" y="63345"/>
                  <a:pt x="106264" y="63193"/>
                  <a:pt x="105960" y="63406"/>
                </a:cubicBezTo>
                <a:cubicBezTo>
                  <a:pt x="105869" y="63832"/>
                  <a:pt x="106781" y="63193"/>
                  <a:pt x="106659" y="63072"/>
                </a:cubicBezTo>
                <a:close/>
                <a:moveTo>
                  <a:pt x="106203" y="64136"/>
                </a:moveTo>
                <a:cubicBezTo>
                  <a:pt x="106781" y="63832"/>
                  <a:pt x="106264" y="63892"/>
                  <a:pt x="106477" y="63740"/>
                </a:cubicBezTo>
                <a:cubicBezTo>
                  <a:pt x="106841" y="63497"/>
                  <a:pt x="107297" y="63284"/>
                  <a:pt x="107237" y="63133"/>
                </a:cubicBezTo>
                <a:cubicBezTo>
                  <a:pt x="106689" y="63376"/>
                  <a:pt x="106416" y="63740"/>
                  <a:pt x="106173" y="63771"/>
                </a:cubicBezTo>
                <a:cubicBezTo>
                  <a:pt x="106355" y="63862"/>
                  <a:pt x="106051" y="64044"/>
                  <a:pt x="106173" y="64166"/>
                </a:cubicBezTo>
                <a:close/>
                <a:moveTo>
                  <a:pt x="105565" y="64926"/>
                </a:moveTo>
                <a:cubicBezTo>
                  <a:pt x="105778" y="64774"/>
                  <a:pt x="106325" y="64713"/>
                  <a:pt x="106355" y="64440"/>
                </a:cubicBezTo>
                <a:cubicBezTo>
                  <a:pt x="106264" y="64500"/>
                  <a:pt x="106173" y="64500"/>
                  <a:pt x="106173" y="64409"/>
                </a:cubicBezTo>
                <a:cubicBezTo>
                  <a:pt x="105808" y="64591"/>
                  <a:pt x="105504" y="64804"/>
                  <a:pt x="105565" y="64926"/>
                </a:cubicBezTo>
                <a:close/>
                <a:moveTo>
                  <a:pt x="104562" y="65382"/>
                </a:moveTo>
                <a:cubicBezTo>
                  <a:pt x="104167" y="65716"/>
                  <a:pt x="104349" y="65260"/>
                  <a:pt x="103954" y="65595"/>
                </a:cubicBezTo>
                <a:cubicBezTo>
                  <a:pt x="103771" y="65747"/>
                  <a:pt x="103954" y="65838"/>
                  <a:pt x="103498" y="66020"/>
                </a:cubicBezTo>
                <a:cubicBezTo>
                  <a:pt x="103437" y="66324"/>
                  <a:pt x="103954" y="65807"/>
                  <a:pt x="103893" y="66111"/>
                </a:cubicBezTo>
                <a:cubicBezTo>
                  <a:pt x="103498" y="66354"/>
                  <a:pt x="103103" y="66263"/>
                  <a:pt x="103103" y="66598"/>
                </a:cubicBezTo>
                <a:cubicBezTo>
                  <a:pt x="103467" y="66354"/>
                  <a:pt x="103589" y="66476"/>
                  <a:pt x="103954" y="66202"/>
                </a:cubicBezTo>
                <a:cubicBezTo>
                  <a:pt x="104349" y="65777"/>
                  <a:pt x="104774" y="65382"/>
                  <a:pt x="105261" y="65017"/>
                </a:cubicBezTo>
                <a:cubicBezTo>
                  <a:pt x="105230" y="64926"/>
                  <a:pt x="105139" y="64865"/>
                  <a:pt x="105291" y="64774"/>
                </a:cubicBezTo>
                <a:cubicBezTo>
                  <a:pt x="105899" y="64288"/>
                  <a:pt x="104896" y="64926"/>
                  <a:pt x="104926" y="65078"/>
                </a:cubicBezTo>
                <a:cubicBezTo>
                  <a:pt x="104744" y="65169"/>
                  <a:pt x="104379" y="65078"/>
                  <a:pt x="104349" y="65321"/>
                </a:cubicBezTo>
                <a:cubicBezTo>
                  <a:pt x="104501" y="65260"/>
                  <a:pt x="104714" y="65260"/>
                  <a:pt x="104562" y="65382"/>
                </a:cubicBezTo>
                <a:close/>
                <a:moveTo>
                  <a:pt x="102708" y="65929"/>
                </a:moveTo>
                <a:cubicBezTo>
                  <a:pt x="103012" y="65838"/>
                  <a:pt x="103285" y="65686"/>
                  <a:pt x="103559" y="65503"/>
                </a:cubicBezTo>
                <a:cubicBezTo>
                  <a:pt x="103589" y="65199"/>
                  <a:pt x="103072" y="65716"/>
                  <a:pt x="103133" y="65412"/>
                </a:cubicBezTo>
                <a:cubicBezTo>
                  <a:pt x="103528" y="65139"/>
                  <a:pt x="103650" y="65199"/>
                  <a:pt x="103984" y="64987"/>
                </a:cubicBezTo>
                <a:cubicBezTo>
                  <a:pt x="104136" y="64743"/>
                  <a:pt x="103923" y="64926"/>
                  <a:pt x="103832" y="64774"/>
                </a:cubicBezTo>
                <a:cubicBezTo>
                  <a:pt x="103467" y="65047"/>
                  <a:pt x="102768" y="65412"/>
                  <a:pt x="102738" y="65655"/>
                </a:cubicBezTo>
                <a:cubicBezTo>
                  <a:pt x="103376" y="65291"/>
                  <a:pt x="102708" y="65838"/>
                  <a:pt x="102708" y="65929"/>
                </a:cubicBezTo>
                <a:close/>
                <a:moveTo>
                  <a:pt x="102373" y="66628"/>
                </a:moveTo>
                <a:cubicBezTo>
                  <a:pt x="102191" y="66567"/>
                  <a:pt x="101796" y="66233"/>
                  <a:pt x="101522" y="66658"/>
                </a:cubicBezTo>
                <a:cubicBezTo>
                  <a:pt x="101765" y="66537"/>
                  <a:pt x="101856" y="66567"/>
                  <a:pt x="101917" y="66750"/>
                </a:cubicBezTo>
                <a:cubicBezTo>
                  <a:pt x="101674" y="66902"/>
                  <a:pt x="101218" y="67084"/>
                  <a:pt x="101431" y="67175"/>
                </a:cubicBezTo>
                <a:cubicBezTo>
                  <a:pt x="101796" y="66962"/>
                  <a:pt x="102160" y="66750"/>
                  <a:pt x="102556" y="66598"/>
                </a:cubicBezTo>
                <a:cubicBezTo>
                  <a:pt x="102738" y="66506"/>
                  <a:pt x="103528" y="66020"/>
                  <a:pt x="103042" y="66202"/>
                </a:cubicBezTo>
                <a:close/>
                <a:moveTo>
                  <a:pt x="102343" y="65595"/>
                </a:moveTo>
                <a:cubicBezTo>
                  <a:pt x="102130" y="65655"/>
                  <a:pt x="100975" y="66202"/>
                  <a:pt x="101370" y="66081"/>
                </a:cubicBezTo>
                <a:cubicBezTo>
                  <a:pt x="101461" y="66202"/>
                  <a:pt x="102252" y="65838"/>
                  <a:pt x="102343" y="65595"/>
                </a:cubicBezTo>
                <a:close/>
                <a:moveTo>
                  <a:pt x="101127" y="65990"/>
                </a:moveTo>
                <a:cubicBezTo>
                  <a:pt x="101613" y="65807"/>
                  <a:pt x="101127" y="65747"/>
                  <a:pt x="101613" y="65534"/>
                </a:cubicBezTo>
                <a:cubicBezTo>
                  <a:pt x="101826" y="65412"/>
                  <a:pt x="101796" y="65625"/>
                  <a:pt x="102069" y="65412"/>
                </a:cubicBezTo>
                <a:lnTo>
                  <a:pt x="101917" y="65169"/>
                </a:lnTo>
                <a:cubicBezTo>
                  <a:pt x="101461" y="65534"/>
                  <a:pt x="101249" y="65503"/>
                  <a:pt x="100823" y="65777"/>
                </a:cubicBezTo>
                <a:cubicBezTo>
                  <a:pt x="100884" y="65990"/>
                  <a:pt x="101370" y="65655"/>
                  <a:pt x="101127" y="65990"/>
                </a:cubicBezTo>
                <a:close/>
                <a:moveTo>
                  <a:pt x="100397" y="67236"/>
                </a:moveTo>
                <a:cubicBezTo>
                  <a:pt x="100367" y="67540"/>
                  <a:pt x="101674" y="66780"/>
                  <a:pt x="101279" y="66871"/>
                </a:cubicBezTo>
                <a:cubicBezTo>
                  <a:pt x="100793" y="67266"/>
                  <a:pt x="100884" y="66841"/>
                  <a:pt x="100397" y="67236"/>
                </a:cubicBezTo>
                <a:close/>
                <a:moveTo>
                  <a:pt x="99577" y="67023"/>
                </a:moveTo>
                <a:cubicBezTo>
                  <a:pt x="99972" y="66902"/>
                  <a:pt x="100367" y="66750"/>
                  <a:pt x="100732" y="66567"/>
                </a:cubicBezTo>
                <a:cubicBezTo>
                  <a:pt x="100671" y="66294"/>
                  <a:pt x="99759" y="66719"/>
                  <a:pt x="99577" y="67023"/>
                </a:cubicBezTo>
                <a:close/>
                <a:moveTo>
                  <a:pt x="98209" y="68087"/>
                </a:moveTo>
                <a:cubicBezTo>
                  <a:pt x="98543" y="67935"/>
                  <a:pt x="99394" y="67692"/>
                  <a:pt x="99394" y="67358"/>
                </a:cubicBezTo>
                <a:cubicBezTo>
                  <a:pt x="99060" y="67509"/>
                  <a:pt x="98118" y="67874"/>
                  <a:pt x="98209" y="68087"/>
                </a:cubicBezTo>
                <a:close/>
                <a:moveTo>
                  <a:pt x="97996" y="69029"/>
                </a:moveTo>
                <a:cubicBezTo>
                  <a:pt x="98331" y="68786"/>
                  <a:pt x="98756" y="68908"/>
                  <a:pt x="98878" y="68634"/>
                </a:cubicBezTo>
                <a:cubicBezTo>
                  <a:pt x="98635" y="68665"/>
                  <a:pt x="97996" y="68665"/>
                  <a:pt x="97996" y="69029"/>
                </a:cubicBezTo>
                <a:close/>
                <a:moveTo>
                  <a:pt x="98300" y="69576"/>
                </a:moveTo>
                <a:cubicBezTo>
                  <a:pt x="98695" y="69485"/>
                  <a:pt x="99394" y="68938"/>
                  <a:pt x="99942" y="68665"/>
                </a:cubicBezTo>
                <a:cubicBezTo>
                  <a:pt x="99942" y="68330"/>
                  <a:pt x="99182" y="69090"/>
                  <a:pt x="99151" y="68816"/>
                </a:cubicBezTo>
                <a:cubicBezTo>
                  <a:pt x="99334" y="68695"/>
                  <a:pt x="99182" y="68573"/>
                  <a:pt x="98938" y="68786"/>
                </a:cubicBezTo>
                <a:cubicBezTo>
                  <a:pt x="98908" y="68908"/>
                  <a:pt x="99273" y="68999"/>
                  <a:pt x="98969" y="69151"/>
                </a:cubicBezTo>
                <a:cubicBezTo>
                  <a:pt x="98695" y="69151"/>
                  <a:pt x="98422" y="69303"/>
                  <a:pt x="98300" y="69576"/>
                </a:cubicBezTo>
                <a:close/>
                <a:moveTo>
                  <a:pt x="93315" y="72494"/>
                </a:moveTo>
                <a:cubicBezTo>
                  <a:pt x="93011" y="72677"/>
                  <a:pt x="92890" y="72616"/>
                  <a:pt x="92495" y="72920"/>
                </a:cubicBezTo>
                <a:cubicBezTo>
                  <a:pt x="92403" y="73224"/>
                  <a:pt x="93376" y="72586"/>
                  <a:pt x="93315" y="72494"/>
                </a:cubicBezTo>
                <a:close/>
                <a:moveTo>
                  <a:pt x="97206" y="68543"/>
                </a:moveTo>
                <a:cubicBezTo>
                  <a:pt x="97084" y="68604"/>
                  <a:pt x="96932" y="68695"/>
                  <a:pt x="96963" y="68756"/>
                </a:cubicBezTo>
                <a:cubicBezTo>
                  <a:pt x="97510" y="68482"/>
                  <a:pt x="97267" y="68330"/>
                  <a:pt x="97328" y="68117"/>
                </a:cubicBezTo>
                <a:lnTo>
                  <a:pt x="96811" y="68452"/>
                </a:lnTo>
                <a:cubicBezTo>
                  <a:pt x="96780" y="68665"/>
                  <a:pt x="97115" y="68421"/>
                  <a:pt x="97206" y="68543"/>
                </a:cubicBezTo>
                <a:close/>
                <a:moveTo>
                  <a:pt x="97449" y="69911"/>
                </a:moveTo>
                <a:cubicBezTo>
                  <a:pt x="97510" y="70093"/>
                  <a:pt x="97753" y="70002"/>
                  <a:pt x="97966" y="69911"/>
                </a:cubicBezTo>
                <a:cubicBezTo>
                  <a:pt x="97966" y="69820"/>
                  <a:pt x="98087" y="69698"/>
                  <a:pt x="97966" y="69607"/>
                </a:cubicBezTo>
                <a:close/>
                <a:moveTo>
                  <a:pt x="94926" y="69911"/>
                </a:moveTo>
                <a:cubicBezTo>
                  <a:pt x="95656" y="69576"/>
                  <a:pt x="95717" y="69303"/>
                  <a:pt x="96203" y="68999"/>
                </a:cubicBezTo>
                <a:cubicBezTo>
                  <a:pt x="96294" y="69151"/>
                  <a:pt x="95899" y="69364"/>
                  <a:pt x="95777" y="69576"/>
                </a:cubicBezTo>
                <a:cubicBezTo>
                  <a:pt x="96294" y="69455"/>
                  <a:pt x="96446" y="68999"/>
                  <a:pt x="96598" y="68756"/>
                </a:cubicBezTo>
                <a:cubicBezTo>
                  <a:pt x="95838" y="69090"/>
                  <a:pt x="95443" y="69516"/>
                  <a:pt x="94896" y="69546"/>
                </a:cubicBezTo>
                <a:cubicBezTo>
                  <a:pt x="95109" y="69637"/>
                  <a:pt x="94774" y="69789"/>
                  <a:pt x="94926" y="69911"/>
                </a:cubicBezTo>
                <a:close/>
                <a:moveTo>
                  <a:pt x="95838" y="70579"/>
                </a:moveTo>
                <a:cubicBezTo>
                  <a:pt x="94501" y="71461"/>
                  <a:pt x="96476" y="70427"/>
                  <a:pt x="96324" y="70215"/>
                </a:cubicBezTo>
                <a:cubicBezTo>
                  <a:pt x="96081" y="70336"/>
                  <a:pt x="96051" y="70427"/>
                  <a:pt x="95838" y="70579"/>
                </a:cubicBezTo>
                <a:close/>
                <a:moveTo>
                  <a:pt x="94075" y="71583"/>
                </a:moveTo>
                <a:lnTo>
                  <a:pt x="94227" y="71886"/>
                </a:lnTo>
                <a:cubicBezTo>
                  <a:pt x="94258" y="71978"/>
                  <a:pt x="93285" y="72494"/>
                  <a:pt x="93771" y="72312"/>
                </a:cubicBezTo>
                <a:cubicBezTo>
                  <a:pt x="94197" y="72038"/>
                  <a:pt x="94653" y="71765"/>
                  <a:pt x="95139" y="71552"/>
                </a:cubicBezTo>
                <a:cubicBezTo>
                  <a:pt x="95169" y="71127"/>
                  <a:pt x="94379" y="71886"/>
                  <a:pt x="94410" y="71522"/>
                </a:cubicBezTo>
                <a:cubicBezTo>
                  <a:pt x="94653" y="71370"/>
                  <a:pt x="94653" y="71279"/>
                  <a:pt x="94896" y="71157"/>
                </a:cubicBezTo>
                <a:cubicBezTo>
                  <a:pt x="94987" y="71522"/>
                  <a:pt x="96446" y="70914"/>
                  <a:pt x="96476" y="70427"/>
                </a:cubicBezTo>
                <a:cubicBezTo>
                  <a:pt x="95929" y="70762"/>
                  <a:pt x="95413" y="71005"/>
                  <a:pt x="95230" y="71096"/>
                </a:cubicBezTo>
                <a:cubicBezTo>
                  <a:pt x="94805" y="70975"/>
                  <a:pt x="95595" y="70671"/>
                  <a:pt x="95413" y="70488"/>
                </a:cubicBezTo>
                <a:cubicBezTo>
                  <a:pt x="94805" y="70853"/>
                  <a:pt x="94835" y="71157"/>
                  <a:pt x="94075" y="71552"/>
                </a:cubicBezTo>
                <a:close/>
                <a:moveTo>
                  <a:pt x="91583" y="71947"/>
                </a:moveTo>
                <a:cubicBezTo>
                  <a:pt x="91917" y="71704"/>
                  <a:pt x="91917" y="71917"/>
                  <a:pt x="92191" y="71765"/>
                </a:cubicBezTo>
                <a:cubicBezTo>
                  <a:pt x="92434" y="71491"/>
                  <a:pt x="91947" y="71704"/>
                  <a:pt x="92221" y="71491"/>
                </a:cubicBezTo>
                <a:cubicBezTo>
                  <a:pt x="92343" y="71552"/>
                  <a:pt x="92373" y="71370"/>
                  <a:pt x="92616" y="71248"/>
                </a:cubicBezTo>
                <a:cubicBezTo>
                  <a:pt x="92799" y="71400"/>
                  <a:pt x="92464" y="71583"/>
                  <a:pt x="92799" y="71552"/>
                </a:cubicBezTo>
                <a:cubicBezTo>
                  <a:pt x="92981" y="71431"/>
                  <a:pt x="93285" y="71279"/>
                  <a:pt x="93285" y="71157"/>
                </a:cubicBezTo>
                <a:cubicBezTo>
                  <a:pt x="93224" y="71218"/>
                  <a:pt x="93103" y="71218"/>
                  <a:pt x="93254" y="71096"/>
                </a:cubicBezTo>
                <a:cubicBezTo>
                  <a:pt x="93893" y="70610"/>
                  <a:pt x="93923" y="70944"/>
                  <a:pt x="94318" y="70792"/>
                </a:cubicBezTo>
                <a:cubicBezTo>
                  <a:pt x="94136" y="70579"/>
                  <a:pt x="94379" y="70306"/>
                  <a:pt x="94106" y="70093"/>
                </a:cubicBezTo>
                <a:cubicBezTo>
                  <a:pt x="93741" y="70397"/>
                  <a:pt x="93315" y="70610"/>
                  <a:pt x="92890" y="70762"/>
                </a:cubicBezTo>
                <a:cubicBezTo>
                  <a:pt x="92920" y="70853"/>
                  <a:pt x="92920" y="70944"/>
                  <a:pt x="92677" y="71066"/>
                </a:cubicBezTo>
                <a:cubicBezTo>
                  <a:pt x="92282" y="71309"/>
                  <a:pt x="92191" y="71096"/>
                  <a:pt x="91674" y="71491"/>
                </a:cubicBezTo>
                <a:cubicBezTo>
                  <a:pt x="91704" y="71613"/>
                  <a:pt x="91370" y="71795"/>
                  <a:pt x="91583" y="71917"/>
                </a:cubicBezTo>
                <a:close/>
                <a:moveTo>
                  <a:pt x="91917" y="72251"/>
                </a:moveTo>
                <a:cubicBezTo>
                  <a:pt x="92525" y="72069"/>
                  <a:pt x="92312" y="72312"/>
                  <a:pt x="92616" y="71886"/>
                </a:cubicBezTo>
                <a:cubicBezTo>
                  <a:pt x="92616" y="72221"/>
                  <a:pt x="93042" y="71856"/>
                  <a:pt x="93103" y="72099"/>
                </a:cubicBezTo>
                <a:cubicBezTo>
                  <a:pt x="93406" y="71978"/>
                  <a:pt x="93467" y="71583"/>
                  <a:pt x="93254" y="71765"/>
                </a:cubicBezTo>
                <a:cubicBezTo>
                  <a:pt x="93285" y="71826"/>
                  <a:pt x="93072" y="71978"/>
                  <a:pt x="92981" y="71917"/>
                </a:cubicBezTo>
                <a:lnTo>
                  <a:pt x="92920" y="71795"/>
                </a:lnTo>
                <a:cubicBezTo>
                  <a:pt x="93163" y="71583"/>
                  <a:pt x="93832" y="71339"/>
                  <a:pt x="93832" y="71157"/>
                </a:cubicBezTo>
                <a:cubicBezTo>
                  <a:pt x="93467" y="71279"/>
                  <a:pt x="93163" y="71461"/>
                  <a:pt x="92890" y="71734"/>
                </a:cubicBezTo>
                <a:cubicBezTo>
                  <a:pt x="92403" y="71734"/>
                  <a:pt x="92039" y="72099"/>
                  <a:pt x="91461" y="72373"/>
                </a:cubicBezTo>
                <a:cubicBezTo>
                  <a:pt x="91461" y="72555"/>
                  <a:pt x="91735" y="72251"/>
                  <a:pt x="91917" y="72221"/>
                </a:cubicBezTo>
                <a:close/>
                <a:moveTo>
                  <a:pt x="90732" y="73619"/>
                </a:moveTo>
                <a:cubicBezTo>
                  <a:pt x="90975" y="73497"/>
                  <a:pt x="91309" y="73315"/>
                  <a:pt x="91461" y="73345"/>
                </a:cubicBezTo>
                <a:lnTo>
                  <a:pt x="90549" y="73893"/>
                </a:lnTo>
                <a:cubicBezTo>
                  <a:pt x="90458" y="73984"/>
                  <a:pt x="90488" y="74166"/>
                  <a:pt x="90610" y="74257"/>
                </a:cubicBezTo>
                <a:cubicBezTo>
                  <a:pt x="91431" y="73832"/>
                  <a:pt x="91309" y="73558"/>
                  <a:pt x="91947" y="73163"/>
                </a:cubicBezTo>
                <a:cubicBezTo>
                  <a:pt x="91947" y="73011"/>
                  <a:pt x="91644" y="73193"/>
                  <a:pt x="91552" y="73163"/>
                </a:cubicBezTo>
                <a:cubicBezTo>
                  <a:pt x="91552" y="73163"/>
                  <a:pt x="91765" y="72920"/>
                  <a:pt x="91765" y="72890"/>
                </a:cubicBezTo>
                <a:cubicBezTo>
                  <a:pt x="91765" y="72890"/>
                  <a:pt x="91461" y="72981"/>
                  <a:pt x="91461" y="72981"/>
                </a:cubicBezTo>
                <a:cubicBezTo>
                  <a:pt x="91370" y="72950"/>
                  <a:pt x="91644" y="72677"/>
                  <a:pt x="91248" y="72950"/>
                </a:cubicBezTo>
                <a:cubicBezTo>
                  <a:pt x="91704" y="73072"/>
                  <a:pt x="90701" y="73406"/>
                  <a:pt x="90732" y="73589"/>
                </a:cubicBezTo>
                <a:close/>
                <a:moveTo>
                  <a:pt x="89273" y="73893"/>
                </a:moveTo>
                <a:cubicBezTo>
                  <a:pt x="89577" y="73832"/>
                  <a:pt x="90154" y="73376"/>
                  <a:pt x="90610" y="73133"/>
                </a:cubicBezTo>
                <a:cubicBezTo>
                  <a:pt x="90306" y="72798"/>
                  <a:pt x="89546" y="73497"/>
                  <a:pt x="89273" y="73862"/>
                </a:cubicBezTo>
                <a:close/>
                <a:moveTo>
                  <a:pt x="88999" y="74440"/>
                </a:moveTo>
                <a:lnTo>
                  <a:pt x="88756" y="74561"/>
                </a:lnTo>
                <a:cubicBezTo>
                  <a:pt x="88574" y="74622"/>
                  <a:pt x="88574" y="74500"/>
                  <a:pt x="88300" y="74713"/>
                </a:cubicBezTo>
                <a:cubicBezTo>
                  <a:pt x="88209" y="74774"/>
                  <a:pt x="87783" y="74987"/>
                  <a:pt x="87844" y="75169"/>
                </a:cubicBezTo>
                <a:cubicBezTo>
                  <a:pt x="88087" y="75048"/>
                  <a:pt x="88574" y="74592"/>
                  <a:pt x="88665" y="74713"/>
                </a:cubicBezTo>
                <a:cubicBezTo>
                  <a:pt x="87996" y="75048"/>
                  <a:pt x="88391" y="75078"/>
                  <a:pt x="88239" y="75230"/>
                </a:cubicBezTo>
                <a:cubicBezTo>
                  <a:pt x="87966" y="75321"/>
                  <a:pt x="87692" y="75473"/>
                  <a:pt x="87449" y="75686"/>
                </a:cubicBezTo>
                <a:cubicBezTo>
                  <a:pt x="87662" y="75868"/>
                  <a:pt x="88543" y="75139"/>
                  <a:pt x="88999" y="74956"/>
                </a:cubicBezTo>
                <a:cubicBezTo>
                  <a:pt x="89029" y="75017"/>
                  <a:pt x="88938" y="75108"/>
                  <a:pt x="88938" y="75169"/>
                </a:cubicBezTo>
                <a:cubicBezTo>
                  <a:pt x="89181" y="75078"/>
                  <a:pt x="89425" y="74926"/>
                  <a:pt x="89607" y="74744"/>
                </a:cubicBezTo>
                <a:cubicBezTo>
                  <a:pt x="89637" y="74409"/>
                  <a:pt x="88999" y="75139"/>
                  <a:pt x="89060" y="74744"/>
                </a:cubicBezTo>
                <a:lnTo>
                  <a:pt x="89729" y="74318"/>
                </a:lnTo>
                <a:cubicBezTo>
                  <a:pt x="89729" y="73984"/>
                  <a:pt x="89121" y="74683"/>
                  <a:pt x="88969" y="74561"/>
                </a:cubicBezTo>
                <a:cubicBezTo>
                  <a:pt x="88878" y="74531"/>
                  <a:pt x="88969" y="74470"/>
                  <a:pt x="88999" y="74409"/>
                </a:cubicBezTo>
                <a:cubicBezTo>
                  <a:pt x="89151" y="74349"/>
                  <a:pt x="89090" y="74349"/>
                  <a:pt x="88999" y="74409"/>
                </a:cubicBezTo>
                <a:close/>
                <a:moveTo>
                  <a:pt x="86841" y="75595"/>
                </a:moveTo>
                <a:cubicBezTo>
                  <a:pt x="87540" y="75169"/>
                  <a:pt x="87084" y="75260"/>
                  <a:pt x="87267" y="75108"/>
                </a:cubicBezTo>
                <a:cubicBezTo>
                  <a:pt x="87783" y="74713"/>
                  <a:pt x="88482" y="74500"/>
                  <a:pt x="88878" y="74136"/>
                </a:cubicBezTo>
                <a:cubicBezTo>
                  <a:pt x="88665" y="74257"/>
                  <a:pt x="88665" y="74075"/>
                  <a:pt x="88604" y="73984"/>
                </a:cubicBezTo>
                <a:cubicBezTo>
                  <a:pt x="88087" y="74561"/>
                  <a:pt x="87540" y="74713"/>
                  <a:pt x="86689" y="75352"/>
                </a:cubicBezTo>
                <a:close/>
                <a:moveTo>
                  <a:pt x="83345" y="77966"/>
                </a:moveTo>
                <a:cubicBezTo>
                  <a:pt x="83406" y="78057"/>
                  <a:pt x="83497" y="78057"/>
                  <a:pt x="83589" y="78057"/>
                </a:cubicBezTo>
                <a:cubicBezTo>
                  <a:pt x="83801" y="77935"/>
                  <a:pt x="83923" y="77722"/>
                  <a:pt x="83984" y="77479"/>
                </a:cubicBezTo>
                <a:cubicBezTo>
                  <a:pt x="83710" y="77570"/>
                  <a:pt x="83497" y="77753"/>
                  <a:pt x="83345" y="77966"/>
                </a:cubicBezTo>
                <a:close/>
                <a:moveTo>
                  <a:pt x="82403" y="79546"/>
                </a:moveTo>
                <a:cubicBezTo>
                  <a:pt x="82586" y="79333"/>
                  <a:pt x="83163" y="79029"/>
                  <a:pt x="83072" y="78908"/>
                </a:cubicBezTo>
                <a:cubicBezTo>
                  <a:pt x="82859" y="78938"/>
                  <a:pt x="82282" y="79394"/>
                  <a:pt x="82403" y="79546"/>
                </a:cubicBezTo>
                <a:close/>
                <a:moveTo>
                  <a:pt x="80215" y="82221"/>
                </a:moveTo>
                <a:cubicBezTo>
                  <a:pt x="80519" y="82099"/>
                  <a:pt x="80367" y="82069"/>
                  <a:pt x="80671" y="81795"/>
                </a:cubicBezTo>
                <a:cubicBezTo>
                  <a:pt x="80579" y="81491"/>
                  <a:pt x="79972" y="82099"/>
                  <a:pt x="80215" y="82191"/>
                </a:cubicBezTo>
                <a:close/>
                <a:moveTo>
                  <a:pt x="79637" y="81826"/>
                </a:moveTo>
                <a:cubicBezTo>
                  <a:pt x="79941" y="81613"/>
                  <a:pt x="80640" y="81248"/>
                  <a:pt x="80792" y="80823"/>
                </a:cubicBezTo>
                <a:cubicBezTo>
                  <a:pt x="80519" y="81005"/>
                  <a:pt x="79728" y="81522"/>
                  <a:pt x="79637" y="81795"/>
                </a:cubicBezTo>
                <a:close/>
                <a:moveTo>
                  <a:pt x="76993" y="83467"/>
                </a:moveTo>
                <a:cubicBezTo>
                  <a:pt x="77175" y="83285"/>
                  <a:pt x="77236" y="83498"/>
                  <a:pt x="77510" y="83042"/>
                </a:cubicBezTo>
                <a:lnTo>
                  <a:pt x="77327" y="82920"/>
                </a:lnTo>
                <a:cubicBezTo>
                  <a:pt x="77206" y="83072"/>
                  <a:pt x="76962" y="83315"/>
                  <a:pt x="76993" y="83437"/>
                </a:cubicBezTo>
                <a:close/>
                <a:moveTo>
                  <a:pt x="76415" y="84653"/>
                </a:moveTo>
                <a:cubicBezTo>
                  <a:pt x="76780" y="84257"/>
                  <a:pt x="77206" y="83741"/>
                  <a:pt x="76871" y="83589"/>
                </a:cubicBezTo>
                <a:cubicBezTo>
                  <a:pt x="76810" y="83650"/>
                  <a:pt x="76354" y="83954"/>
                  <a:pt x="76476" y="84075"/>
                </a:cubicBezTo>
                <a:cubicBezTo>
                  <a:pt x="76537" y="84014"/>
                  <a:pt x="76598" y="83954"/>
                  <a:pt x="76628" y="84014"/>
                </a:cubicBezTo>
                <a:cubicBezTo>
                  <a:pt x="76263" y="84318"/>
                  <a:pt x="76446" y="84470"/>
                  <a:pt x="76415" y="84622"/>
                </a:cubicBezTo>
                <a:close/>
                <a:moveTo>
                  <a:pt x="74987" y="86324"/>
                </a:moveTo>
                <a:cubicBezTo>
                  <a:pt x="75230" y="86568"/>
                  <a:pt x="75291" y="85747"/>
                  <a:pt x="75473" y="85504"/>
                </a:cubicBezTo>
                <a:cubicBezTo>
                  <a:pt x="75686" y="85169"/>
                  <a:pt x="76263" y="84713"/>
                  <a:pt x="76172" y="84379"/>
                </a:cubicBezTo>
                <a:cubicBezTo>
                  <a:pt x="75747" y="85017"/>
                  <a:pt x="75047" y="85808"/>
                  <a:pt x="74987" y="86324"/>
                </a:cubicBezTo>
                <a:close/>
                <a:moveTo>
                  <a:pt x="74987" y="87844"/>
                </a:moveTo>
                <a:cubicBezTo>
                  <a:pt x="75139" y="87692"/>
                  <a:pt x="75534" y="87084"/>
                  <a:pt x="75382" y="86993"/>
                </a:cubicBezTo>
                <a:cubicBezTo>
                  <a:pt x="75260" y="87236"/>
                  <a:pt x="74835" y="87723"/>
                  <a:pt x="74987" y="87814"/>
                </a:cubicBezTo>
                <a:close/>
                <a:moveTo>
                  <a:pt x="79151" y="79881"/>
                </a:moveTo>
                <a:cubicBezTo>
                  <a:pt x="79546" y="79516"/>
                  <a:pt x="79728" y="79607"/>
                  <a:pt x="80184" y="79090"/>
                </a:cubicBezTo>
                <a:cubicBezTo>
                  <a:pt x="79972" y="78786"/>
                  <a:pt x="79424" y="79455"/>
                  <a:pt x="79151" y="79881"/>
                </a:cubicBezTo>
                <a:close/>
                <a:moveTo>
                  <a:pt x="77844" y="81127"/>
                </a:moveTo>
                <a:cubicBezTo>
                  <a:pt x="78148" y="80640"/>
                  <a:pt x="78604" y="80671"/>
                  <a:pt x="78695" y="80367"/>
                </a:cubicBezTo>
                <a:cubicBezTo>
                  <a:pt x="78178" y="80762"/>
                  <a:pt x="78300" y="80519"/>
                  <a:pt x="78482" y="80154"/>
                </a:cubicBezTo>
                <a:cubicBezTo>
                  <a:pt x="78148" y="80488"/>
                  <a:pt x="77844" y="80884"/>
                  <a:pt x="77844" y="81096"/>
                </a:cubicBezTo>
                <a:close/>
                <a:moveTo>
                  <a:pt x="76081" y="82191"/>
                </a:moveTo>
                <a:cubicBezTo>
                  <a:pt x="76294" y="82191"/>
                  <a:pt x="76446" y="82434"/>
                  <a:pt x="76810" y="81947"/>
                </a:cubicBezTo>
                <a:cubicBezTo>
                  <a:pt x="76658" y="81704"/>
                  <a:pt x="76354" y="81978"/>
                  <a:pt x="76081" y="82191"/>
                </a:cubicBezTo>
                <a:close/>
                <a:moveTo>
                  <a:pt x="76020" y="82798"/>
                </a:moveTo>
                <a:cubicBezTo>
                  <a:pt x="76658" y="82160"/>
                  <a:pt x="75929" y="83558"/>
                  <a:pt x="76628" y="82677"/>
                </a:cubicBezTo>
                <a:cubicBezTo>
                  <a:pt x="76628" y="82343"/>
                  <a:pt x="76172" y="82373"/>
                  <a:pt x="76020" y="82768"/>
                </a:cubicBezTo>
                <a:close/>
                <a:moveTo>
                  <a:pt x="73680" y="86689"/>
                </a:moveTo>
                <a:cubicBezTo>
                  <a:pt x="73588" y="86872"/>
                  <a:pt x="73497" y="86811"/>
                  <a:pt x="73436" y="86750"/>
                </a:cubicBezTo>
                <a:cubicBezTo>
                  <a:pt x="73285" y="86932"/>
                  <a:pt x="73224" y="87145"/>
                  <a:pt x="73163" y="87388"/>
                </a:cubicBezTo>
                <a:cubicBezTo>
                  <a:pt x="73285" y="87571"/>
                  <a:pt x="73740" y="86872"/>
                  <a:pt x="73680" y="86689"/>
                </a:cubicBezTo>
                <a:close/>
                <a:moveTo>
                  <a:pt x="72281" y="87510"/>
                </a:moveTo>
                <a:cubicBezTo>
                  <a:pt x="72373" y="87510"/>
                  <a:pt x="72494" y="87662"/>
                  <a:pt x="72616" y="87479"/>
                </a:cubicBezTo>
                <a:cubicBezTo>
                  <a:pt x="72464" y="87479"/>
                  <a:pt x="72829" y="87023"/>
                  <a:pt x="72889" y="87023"/>
                </a:cubicBezTo>
                <a:cubicBezTo>
                  <a:pt x="72981" y="87084"/>
                  <a:pt x="72737" y="87449"/>
                  <a:pt x="72920" y="87449"/>
                </a:cubicBezTo>
                <a:cubicBezTo>
                  <a:pt x="73254" y="86659"/>
                  <a:pt x="73649" y="85899"/>
                  <a:pt x="74105" y="85169"/>
                </a:cubicBezTo>
                <a:cubicBezTo>
                  <a:pt x="74379" y="84805"/>
                  <a:pt x="74652" y="84805"/>
                  <a:pt x="74895" y="84470"/>
                </a:cubicBezTo>
                <a:cubicBezTo>
                  <a:pt x="74592" y="84926"/>
                  <a:pt x="74257" y="85838"/>
                  <a:pt x="74531" y="85656"/>
                </a:cubicBezTo>
                <a:cubicBezTo>
                  <a:pt x="74470" y="85230"/>
                  <a:pt x="75169" y="84318"/>
                  <a:pt x="75139" y="84014"/>
                </a:cubicBezTo>
                <a:cubicBezTo>
                  <a:pt x="75139" y="84075"/>
                  <a:pt x="74774" y="84440"/>
                  <a:pt x="74835" y="84227"/>
                </a:cubicBezTo>
                <a:cubicBezTo>
                  <a:pt x="75017" y="84014"/>
                  <a:pt x="75078" y="83528"/>
                  <a:pt x="75321" y="83528"/>
                </a:cubicBezTo>
                <a:cubicBezTo>
                  <a:pt x="75199" y="83710"/>
                  <a:pt x="75017" y="83923"/>
                  <a:pt x="75078" y="83984"/>
                </a:cubicBezTo>
                <a:cubicBezTo>
                  <a:pt x="75291" y="83832"/>
                  <a:pt x="75534" y="83467"/>
                  <a:pt x="75716" y="83437"/>
                </a:cubicBezTo>
                <a:cubicBezTo>
                  <a:pt x="75686" y="83650"/>
                  <a:pt x="75716" y="83680"/>
                  <a:pt x="75990" y="83437"/>
                </a:cubicBezTo>
                <a:cubicBezTo>
                  <a:pt x="75747" y="83406"/>
                  <a:pt x="76294" y="82950"/>
                  <a:pt x="75929" y="82950"/>
                </a:cubicBezTo>
                <a:cubicBezTo>
                  <a:pt x="75686" y="83285"/>
                  <a:pt x="75716" y="83437"/>
                  <a:pt x="75473" y="83437"/>
                </a:cubicBezTo>
                <a:cubicBezTo>
                  <a:pt x="75382" y="83163"/>
                  <a:pt x="75351" y="82890"/>
                  <a:pt x="75291" y="82647"/>
                </a:cubicBezTo>
                <a:cubicBezTo>
                  <a:pt x="75169" y="82829"/>
                  <a:pt x="75017" y="82981"/>
                  <a:pt x="74895" y="83163"/>
                </a:cubicBezTo>
                <a:cubicBezTo>
                  <a:pt x="74895" y="83467"/>
                  <a:pt x="75443" y="82768"/>
                  <a:pt x="75199" y="83224"/>
                </a:cubicBezTo>
                <a:cubicBezTo>
                  <a:pt x="75108" y="83346"/>
                  <a:pt x="74774" y="83832"/>
                  <a:pt x="74744" y="83741"/>
                </a:cubicBezTo>
                <a:cubicBezTo>
                  <a:pt x="74744" y="83741"/>
                  <a:pt x="74987" y="83315"/>
                  <a:pt x="74895" y="83406"/>
                </a:cubicBezTo>
                <a:cubicBezTo>
                  <a:pt x="74561" y="83802"/>
                  <a:pt x="74257" y="84227"/>
                  <a:pt x="73984" y="84683"/>
                </a:cubicBezTo>
                <a:cubicBezTo>
                  <a:pt x="73801" y="84957"/>
                  <a:pt x="73345" y="85443"/>
                  <a:pt x="73528" y="85595"/>
                </a:cubicBezTo>
                <a:cubicBezTo>
                  <a:pt x="73923" y="84865"/>
                  <a:pt x="74227" y="84835"/>
                  <a:pt x="74652" y="84318"/>
                </a:cubicBezTo>
                <a:cubicBezTo>
                  <a:pt x="74531" y="84835"/>
                  <a:pt x="73953" y="85017"/>
                  <a:pt x="73740" y="85321"/>
                </a:cubicBezTo>
                <a:cubicBezTo>
                  <a:pt x="73588" y="85656"/>
                  <a:pt x="73224" y="86537"/>
                  <a:pt x="72950" y="86689"/>
                </a:cubicBezTo>
                <a:cubicBezTo>
                  <a:pt x="72768" y="86598"/>
                  <a:pt x="73588" y="85747"/>
                  <a:pt x="73193" y="85838"/>
                </a:cubicBezTo>
                <a:cubicBezTo>
                  <a:pt x="72920" y="86598"/>
                  <a:pt x="72677" y="86750"/>
                  <a:pt x="72281" y="87510"/>
                </a:cubicBezTo>
                <a:close/>
                <a:moveTo>
                  <a:pt x="72585" y="91157"/>
                </a:moveTo>
                <a:cubicBezTo>
                  <a:pt x="73011" y="91036"/>
                  <a:pt x="73285" y="90641"/>
                  <a:pt x="73285" y="90185"/>
                </a:cubicBezTo>
                <a:cubicBezTo>
                  <a:pt x="73224" y="90306"/>
                  <a:pt x="73133" y="90397"/>
                  <a:pt x="73041" y="90458"/>
                </a:cubicBezTo>
                <a:cubicBezTo>
                  <a:pt x="73072" y="90063"/>
                  <a:pt x="73193" y="89698"/>
                  <a:pt x="73345" y="89334"/>
                </a:cubicBezTo>
                <a:cubicBezTo>
                  <a:pt x="73497" y="89607"/>
                  <a:pt x="73588" y="89151"/>
                  <a:pt x="73740" y="89151"/>
                </a:cubicBezTo>
                <a:cubicBezTo>
                  <a:pt x="74014" y="88665"/>
                  <a:pt x="73892" y="88543"/>
                  <a:pt x="74166" y="88087"/>
                </a:cubicBezTo>
                <a:cubicBezTo>
                  <a:pt x="73923" y="88087"/>
                  <a:pt x="73984" y="88148"/>
                  <a:pt x="73832" y="87935"/>
                </a:cubicBezTo>
                <a:cubicBezTo>
                  <a:pt x="73345" y="88969"/>
                  <a:pt x="72920" y="90063"/>
                  <a:pt x="72585" y="91157"/>
                </a:cubicBezTo>
                <a:close/>
                <a:moveTo>
                  <a:pt x="72160" y="95747"/>
                </a:moveTo>
                <a:cubicBezTo>
                  <a:pt x="72190" y="95170"/>
                  <a:pt x="72190" y="94683"/>
                  <a:pt x="72190" y="94288"/>
                </a:cubicBezTo>
                <a:cubicBezTo>
                  <a:pt x="72373" y="94258"/>
                  <a:pt x="72221" y="94774"/>
                  <a:pt x="72342" y="94805"/>
                </a:cubicBezTo>
                <a:cubicBezTo>
                  <a:pt x="72373" y="94683"/>
                  <a:pt x="72403" y="94470"/>
                  <a:pt x="72464" y="94470"/>
                </a:cubicBezTo>
                <a:lnTo>
                  <a:pt x="72494" y="94166"/>
                </a:lnTo>
                <a:cubicBezTo>
                  <a:pt x="72403" y="94106"/>
                  <a:pt x="72221" y="94197"/>
                  <a:pt x="72251" y="93954"/>
                </a:cubicBezTo>
                <a:cubicBezTo>
                  <a:pt x="72585" y="93771"/>
                  <a:pt x="72312" y="93103"/>
                  <a:pt x="72433" y="92647"/>
                </a:cubicBezTo>
                <a:lnTo>
                  <a:pt x="72646" y="92707"/>
                </a:lnTo>
                <a:cubicBezTo>
                  <a:pt x="72585" y="92008"/>
                  <a:pt x="73254" y="91127"/>
                  <a:pt x="73011" y="90945"/>
                </a:cubicBezTo>
                <a:cubicBezTo>
                  <a:pt x="72889" y="91613"/>
                  <a:pt x="72585" y="92100"/>
                  <a:pt x="72494" y="91644"/>
                </a:cubicBezTo>
                <a:cubicBezTo>
                  <a:pt x="72342" y="92282"/>
                  <a:pt x="72221" y="92829"/>
                  <a:pt x="72373" y="93163"/>
                </a:cubicBezTo>
                <a:cubicBezTo>
                  <a:pt x="72281" y="93984"/>
                  <a:pt x="71643" y="95443"/>
                  <a:pt x="72160" y="95747"/>
                </a:cubicBezTo>
                <a:close/>
                <a:moveTo>
                  <a:pt x="69971" y="98270"/>
                </a:moveTo>
                <a:cubicBezTo>
                  <a:pt x="69911" y="98027"/>
                  <a:pt x="70093" y="97966"/>
                  <a:pt x="69880" y="97875"/>
                </a:cubicBezTo>
                <a:cubicBezTo>
                  <a:pt x="69789" y="97996"/>
                  <a:pt x="69880" y="97996"/>
                  <a:pt x="69759" y="98209"/>
                </a:cubicBezTo>
                <a:close/>
                <a:moveTo>
                  <a:pt x="71066" y="99273"/>
                </a:moveTo>
                <a:cubicBezTo>
                  <a:pt x="71218" y="99091"/>
                  <a:pt x="71278" y="98878"/>
                  <a:pt x="71309" y="98635"/>
                </a:cubicBezTo>
                <a:cubicBezTo>
                  <a:pt x="71126" y="98422"/>
                  <a:pt x="70974" y="99243"/>
                  <a:pt x="71066" y="99273"/>
                </a:cubicBezTo>
                <a:close/>
                <a:moveTo>
                  <a:pt x="71582" y="99668"/>
                </a:moveTo>
                <a:cubicBezTo>
                  <a:pt x="71856" y="98817"/>
                  <a:pt x="71765" y="99881"/>
                  <a:pt x="72008" y="99546"/>
                </a:cubicBezTo>
                <a:cubicBezTo>
                  <a:pt x="72160" y="99060"/>
                  <a:pt x="72251" y="98543"/>
                  <a:pt x="72221" y="98027"/>
                </a:cubicBezTo>
                <a:cubicBezTo>
                  <a:pt x="72190" y="97662"/>
                  <a:pt x="72008" y="98270"/>
                  <a:pt x="71977" y="97844"/>
                </a:cubicBezTo>
                <a:cubicBezTo>
                  <a:pt x="72190" y="97480"/>
                  <a:pt x="72342" y="97084"/>
                  <a:pt x="72373" y="96689"/>
                </a:cubicBezTo>
                <a:cubicBezTo>
                  <a:pt x="72342" y="96446"/>
                  <a:pt x="72221" y="96264"/>
                  <a:pt x="72008" y="96173"/>
                </a:cubicBezTo>
                <a:cubicBezTo>
                  <a:pt x="71977" y="96750"/>
                  <a:pt x="71947" y="97388"/>
                  <a:pt x="72129" y="96811"/>
                </a:cubicBezTo>
                <a:cubicBezTo>
                  <a:pt x="72069" y="97328"/>
                  <a:pt x="71886" y="97601"/>
                  <a:pt x="71826" y="98118"/>
                </a:cubicBezTo>
                <a:cubicBezTo>
                  <a:pt x="72099" y="98513"/>
                  <a:pt x="71552" y="99273"/>
                  <a:pt x="71582" y="99668"/>
                </a:cubicBezTo>
                <a:close/>
                <a:moveTo>
                  <a:pt x="71856" y="99942"/>
                </a:moveTo>
                <a:cubicBezTo>
                  <a:pt x="71765" y="100094"/>
                  <a:pt x="71734" y="99972"/>
                  <a:pt x="71734" y="99881"/>
                </a:cubicBezTo>
                <a:cubicBezTo>
                  <a:pt x="71582" y="100215"/>
                  <a:pt x="71430" y="100033"/>
                  <a:pt x="71248" y="100367"/>
                </a:cubicBezTo>
                <a:cubicBezTo>
                  <a:pt x="71187" y="100671"/>
                  <a:pt x="71947" y="100367"/>
                  <a:pt x="71856" y="99972"/>
                </a:cubicBezTo>
                <a:close/>
                <a:moveTo>
                  <a:pt x="13344" y="110307"/>
                </a:moveTo>
                <a:cubicBezTo>
                  <a:pt x="13253" y="110124"/>
                  <a:pt x="13192" y="109911"/>
                  <a:pt x="13101" y="109911"/>
                </a:cubicBezTo>
                <a:cubicBezTo>
                  <a:pt x="13253" y="110428"/>
                  <a:pt x="12615" y="109668"/>
                  <a:pt x="12949" y="110307"/>
                </a:cubicBezTo>
                <a:cubicBezTo>
                  <a:pt x="13071" y="110428"/>
                  <a:pt x="13101" y="110307"/>
                  <a:pt x="13344" y="110307"/>
                </a:cubicBezTo>
                <a:close/>
                <a:moveTo>
                  <a:pt x="15107" y="116568"/>
                </a:moveTo>
                <a:cubicBezTo>
                  <a:pt x="14712" y="116295"/>
                  <a:pt x="14590" y="116051"/>
                  <a:pt x="14226" y="115899"/>
                </a:cubicBezTo>
                <a:cubicBezTo>
                  <a:pt x="14438" y="116203"/>
                  <a:pt x="14742" y="116446"/>
                  <a:pt x="15107" y="116568"/>
                </a:cubicBezTo>
                <a:close/>
                <a:moveTo>
                  <a:pt x="20426" y="114714"/>
                </a:moveTo>
                <a:cubicBezTo>
                  <a:pt x="20153" y="114805"/>
                  <a:pt x="19849" y="114866"/>
                  <a:pt x="19575" y="114866"/>
                </a:cubicBezTo>
                <a:cubicBezTo>
                  <a:pt x="19606" y="115079"/>
                  <a:pt x="20457" y="114957"/>
                  <a:pt x="20426" y="114744"/>
                </a:cubicBezTo>
                <a:close/>
                <a:moveTo>
                  <a:pt x="22645" y="114045"/>
                </a:moveTo>
                <a:cubicBezTo>
                  <a:pt x="22281" y="114319"/>
                  <a:pt x="21764" y="114167"/>
                  <a:pt x="21460" y="114440"/>
                </a:cubicBezTo>
                <a:cubicBezTo>
                  <a:pt x="21642" y="114471"/>
                  <a:pt x="22828" y="114288"/>
                  <a:pt x="22645" y="114045"/>
                </a:cubicBezTo>
                <a:close/>
                <a:moveTo>
                  <a:pt x="37022" y="109972"/>
                </a:moveTo>
                <a:cubicBezTo>
                  <a:pt x="36870" y="110094"/>
                  <a:pt x="36931" y="110276"/>
                  <a:pt x="36810" y="110398"/>
                </a:cubicBezTo>
                <a:lnTo>
                  <a:pt x="37387" y="110215"/>
                </a:lnTo>
                <a:cubicBezTo>
                  <a:pt x="37357" y="110063"/>
                  <a:pt x="37357" y="109881"/>
                  <a:pt x="37022" y="109972"/>
                </a:cubicBezTo>
                <a:close/>
                <a:moveTo>
                  <a:pt x="44226" y="109334"/>
                </a:moveTo>
                <a:cubicBezTo>
                  <a:pt x="43679" y="109516"/>
                  <a:pt x="43861" y="109121"/>
                  <a:pt x="43132" y="109455"/>
                </a:cubicBezTo>
                <a:cubicBezTo>
                  <a:pt x="43132" y="109668"/>
                  <a:pt x="43679" y="109455"/>
                  <a:pt x="43375" y="109729"/>
                </a:cubicBezTo>
                <a:cubicBezTo>
                  <a:pt x="43679" y="109668"/>
                  <a:pt x="43983" y="109547"/>
                  <a:pt x="44226" y="109334"/>
                </a:cubicBezTo>
                <a:close/>
                <a:moveTo>
                  <a:pt x="46141" y="106902"/>
                </a:moveTo>
                <a:cubicBezTo>
                  <a:pt x="45716" y="107145"/>
                  <a:pt x="45776" y="106902"/>
                  <a:pt x="45503" y="106963"/>
                </a:cubicBezTo>
                <a:cubicBezTo>
                  <a:pt x="45533" y="107176"/>
                  <a:pt x="45868" y="107115"/>
                  <a:pt x="46050" y="107176"/>
                </a:cubicBezTo>
                <a:cubicBezTo>
                  <a:pt x="46080" y="107297"/>
                  <a:pt x="45685" y="107389"/>
                  <a:pt x="45837" y="107510"/>
                </a:cubicBezTo>
                <a:cubicBezTo>
                  <a:pt x="46749" y="107267"/>
                  <a:pt x="46141" y="107267"/>
                  <a:pt x="46172" y="106933"/>
                </a:cubicBezTo>
                <a:close/>
                <a:moveTo>
                  <a:pt x="54652" y="104440"/>
                </a:moveTo>
                <a:cubicBezTo>
                  <a:pt x="54318" y="104501"/>
                  <a:pt x="54044" y="104653"/>
                  <a:pt x="53801" y="104866"/>
                </a:cubicBezTo>
                <a:cubicBezTo>
                  <a:pt x="54348" y="104653"/>
                  <a:pt x="54743" y="104775"/>
                  <a:pt x="54652" y="104440"/>
                </a:cubicBezTo>
                <a:close/>
                <a:moveTo>
                  <a:pt x="58877" y="104531"/>
                </a:moveTo>
                <a:lnTo>
                  <a:pt x="58117" y="104775"/>
                </a:lnTo>
                <a:cubicBezTo>
                  <a:pt x="58087" y="105079"/>
                  <a:pt x="59120" y="104744"/>
                  <a:pt x="58877" y="104531"/>
                </a:cubicBezTo>
                <a:close/>
                <a:moveTo>
                  <a:pt x="59789" y="103133"/>
                </a:moveTo>
                <a:cubicBezTo>
                  <a:pt x="59394" y="103255"/>
                  <a:pt x="58907" y="103376"/>
                  <a:pt x="58938" y="103559"/>
                </a:cubicBezTo>
                <a:cubicBezTo>
                  <a:pt x="59211" y="103407"/>
                  <a:pt x="60002" y="103346"/>
                  <a:pt x="59789" y="103133"/>
                </a:cubicBezTo>
                <a:close/>
                <a:moveTo>
                  <a:pt x="62190" y="102556"/>
                </a:moveTo>
                <a:cubicBezTo>
                  <a:pt x="61673" y="102677"/>
                  <a:pt x="61005" y="103103"/>
                  <a:pt x="61400" y="103103"/>
                </a:cubicBezTo>
                <a:cubicBezTo>
                  <a:pt x="61430" y="103012"/>
                  <a:pt x="62585" y="102860"/>
                  <a:pt x="62190" y="102556"/>
                </a:cubicBezTo>
                <a:close/>
                <a:moveTo>
                  <a:pt x="65898" y="102404"/>
                </a:moveTo>
                <a:cubicBezTo>
                  <a:pt x="65716" y="102252"/>
                  <a:pt x="65351" y="102282"/>
                  <a:pt x="64774" y="102495"/>
                </a:cubicBezTo>
                <a:cubicBezTo>
                  <a:pt x="64622" y="102920"/>
                  <a:pt x="65351" y="102586"/>
                  <a:pt x="65898" y="102404"/>
                </a:cubicBezTo>
                <a:close/>
                <a:moveTo>
                  <a:pt x="68148" y="100154"/>
                </a:moveTo>
                <a:cubicBezTo>
                  <a:pt x="67783" y="100094"/>
                  <a:pt x="67327" y="100458"/>
                  <a:pt x="66780" y="100428"/>
                </a:cubicBezTo>
                <a:cubicBezTo>
                  <a:pt x="66719" y="100641"/>
                  <a:pt x="67053" y="100428"/>
                  <a:pt x="67236" y="100428"/>
                </a:cubicBezTo>
                <a:cubicBezTo>
                  <a:pt x="67570" y="100398"/>
                  <a:pt x="68148" y="100458"/>
                  <a:pt x="68148" y="100154"/>
                </a:cubicBezTo>
                <a:close/>
                <a:moveTo>
                  <a:pt x="70610" y="101036"/>
                </a:moveTo>
                <a:cubicBezTo>
                  <a:pt x="70306" y="101309"/>
                  <a:pt x="70063" y="101644"/>
                  <a:pt x="69880" y="102039"/>
                </a:cubicBezTo>
                <a:cubicBezTo>
                  <a:pt x="70215" y="101857"/>
                  <a:pt x="70853" y="101674"/>
                  <a:pt x="70914" y="101340"/>
                </a:cubicBezTo>
                <a:cubicBezTo>
                  <a:pt x="70640" y="101522"/>
                  <a:pt x="70549" y="101127"/>
                  <a:pt x="70610" y="101036"/>
                </a:cubicBezTo>
                <a:close/>
                <a:moveTo>
                  <a:pt x="67661" y="102768"/>
                </a:moveTo>
                <a:cubicBezTo>
                  <a:pt x="67661" y="103042"/>
                  <a:pt x="68482" y="102556"/>
                  <a:pt x="68847" y="102495"/>
                </a:cubicBezTo>
                <a:cubicBezTo>
                  <a:pt x="68999" y="102373"/>
                  <a:pt x="69151" y="102282"/>
                  <a:pt x="69333" y="102221"/>
                </a:cubicBezTo>
                <a:cubicBezTo>
                  <a:pt x="69333" y="102404"/>
                  <a:pt x="69515" y="102434"/>
                  <a:pt x="69819" y="102221"/>
                </a:cubicBezTo>
                <a:cubicBezTo>
                  <a:pt x="69819" y="101978"/>
                  <a:pt x="69424" y="102252"/>
                  <a:pt x="69424" y="102009"/>
                </a:cubicBezTo>
                <a:cubicBezTo>
                  <a:pt x="69911" y="101857"/>
                  <a:pt x="69880" y="101644"/>
                  <a:pt x="70002" y="101461"/>
                </a:cubicBezTo>
                <a:cubicBezTo>
                  <a:pt x="69667" y="101735"/>
                  <a:pt x="69303" y="101978"/>
                  <a:pt x="68938" y="102221"/>
                </a:cubicBezTo>
                <a:cubicBezTo>
                  <a:pt x="68543" y="102464"/>
                  <a:pt x="68087" y="102647"/>
                  <a:pt x="67631" y="102768"/>
                </a:cubicBezTo>
                <a:close/>
                <a:moveTo>
                  <a:pt x="59789" y="105322"/>
                </a:moveTo>
                <a:cubicBezTo>
                  <a:pt x="59880" y="105291"/>
                  <a:pt x="59971" y="105322"/>
                  <a:pt x="59971" y="105413"/>
                </a:cubicBezTo>
                <a:cubicBezTo>
                  <a:pt x="60184" y="105291"/>
                  <a:pt x="60427" y="105200"/>
                  <a:pt x="60701" y="105170"/>
                </a:cubicBezTo>
                <a:cubicBezTo>
                  <a:pt x="60792" y="104927"/>
                  <a:pt x="59667" y="105322"/>
                  <a:pt x="59789" y="105322"/>
                </a:cubicBezTo>
                <a:close/>
                <a:moveTo>
                  <a:pt x="56992" y="106386"/>
                </a:moveTo>
                <a:cubicBezTo>
                  <a:pt x="57327" y="106294"/>
                  <a:pt x="57540" y="106173"/>
                  <a:pt x="57540" y="106051"/>
                </a:cubicBezTo>
                <a:cubicBezTo>
                  <a:pt x="57327" y="106082"/>
                  <a:pt x="57144" y="106112"/>
                  <a:pt x="56932" y="106173"/>
                </a:cubicBezTo>
                <a:close/>
                <a:moveTo>
                  <a:pt x="55929" y="106659"/>
                </a:moveTo>
                <a:cubicBezTo>
                  <a:pt x="56202" y="106902"/>
                  <a:pt x="56628" y="106963"/>
                  <a:pt x="56932" y="106750"/>
                </a:cubicBezTo>
                <a:cubicBezTo>
                  <a:pt x="57023" y="106477"/>
                  <a:pt x="56719" y="106689"/>
                  <a:pt x="56567" y="106598"/>
                </a:cubicBezTo>
                <a:cubicBezTo>
                  <a:pt x="56567" y="106598"/>
                  <a:pt x="56749" y="106416"/>
                  <a:pt x="56536" y="106477"/>
                </a:cubicBezTo>
                <a:close/>
                <a:moveTo>
                  <a:pt x="46111" y="110215"/>
                </a:moveTo>
                <a:cubicBezTo>
                  <a:pt x="46415" y="110155"/>
                  <a:pt x="46719" y="110003"/>
                  <a:pt x="46962" y="109790"/>
                </a:cubicBezTo>
                <a:cubicBezTo>
                  <a:pt x="46506" y="109942"/>
                  <a:pt x="46445" y="109790"/>
                  <a:pt x="46020" y="109942"/>
                </a:cubicBezTo>
                <a:close/>
                <a:moveTo>
                  <a:pt x="6809" y="94349"/>
                </a:moveTo>
                <a:cubicBezTo>
                  <a:pt x="6931" y="94258"/>
                  <a:pt x="7052" y="94653"/>
                  <a:pt x="7204" y="95048"/>
                </a:cubicBezTo>
                <a:cubicBezTo>
                  <a:pt x="7143" y="94744"/>
                  <a:pt x="7356" y="94835"/>
                  <a:pt x="7235" y="94440"/>
                </a:cubicBezTo>
                <a:cubicBezTo>
                  <a:pt x="7143" y="94379"/>
                  <a:pt x="6688" y="93741"/>
                  <a:pt x="6809" y="94349"/>
                </a:cubicBezTo>
                <a:close/>
                <a:moveTo>
                  <a:pt x="6262" y="91036"/>
                </a:moveTo>
                <a:cubicBezTo>
                  <a:pt x="6262" y="91157"/>
                  <a:pt x="6232" y="91218"/>
                  <a:pt x="6140" y="91188"/>
                </a:cubicBezTo>
                <a:cubicBezTo>
                  <a:pt x="6140" y="91704"/>
                  <a:pt x="6323" y="91674"/>
                  <a:pt x="6444" y="91948"/>
                </a:cubicBezTo>
                <a:cubicBezTo>
                  <a:pt x="6353" y="91674"/>
                  <a:pt x="6414" y="91036"/>
                  <a:pt x="6262" y="91036"/>
                </a:cubicBezTo>
                <a:close/>
                <a:moveTo>
                  <a:pt x="51916" y="36901"/>
                </a:moveTo>
                <a:cubicBezTo>
                  <a:pt x="51612" y="37175"/>
                  <a:pt x="51217" y="37053"/>
                  <a:pt x="51126" y="37418"/>
                </a:cubicBezTo>
                <a:cubicBezTo>
                  <a:pt x="51278" y="37357"/>
                  <a:pt x="51856" y="37205"/>
                  <a:pt x="51916" y="36901"/>
                </a:cubicBezTo>
                <a:close/>
                <a:moveTo>
                  <a:pt x="54044" y="35898"/>
                </a:moveTo>
                <a:cubicBezTo>
                  <a:pt x="53831" y="36050"/>
                  <a:pt x="53710" y="36050"/>
                  <a:pt x="53679" y="35898"/>
                </a:cubicBezTo>
                <a:cubicBezTo>
                  <a:pt x="53254" y="36172"/>
                  <a:pt x="53284" y="36324"/>
                  <a:pt x="52859" y="36597"/>
                </a:cubicBezTo>
                <a:cubicBezTo>
                  <a:pt x="52889" y="36719"/>
                  <a:pt x="53618" y="36384"/>
                  <a:pt x="53740" y="36263"/>
                </a:cubicBezTo>
                <a:cubicBezTo>
                  <a:pt x="53801" y="36202"/>
                  <a:pt x="53618" y="36141"/>
                  <a:pt x="53801" y="36050"/>
                </a:cubicBezTo>
                <a:cubicBezTo>
                  <a:pt x="53862" y="36172"/>
                  <a:pt x="54287" y="36020"/>
                  <a:pt x="54044" y="35898"/>
                </a:cubicBezTo>
                <a:close/>
                <a:moveTo>
                  <a:pt x="55959" y="33953"/>
                </a:moveTo>
                <a:cubicBezTo>
                  <a:pt x="55898" y="33770"/>
                  <a:pt x="55138" y="34226"/>
                  <a:pt x="55138" y="34409"/>
                </a:cubicBezTo>
                <a:cubicBezTo>
                  <a:pt x="55412" y="34287"/>
                  <a:pt x="55685" y="34135"/>
                  <a:pt x="55929" y="33953"/>
                </a:cubicBezTo>
                <a:close/>
                <a:moveTo>
                  <a:pt x="92464" y="7691"/>
                </a:moveTo>
                <a:cubicBezTo>
                  <a:pt x="92464" y="8329"/>
                  <a:pt x="92738" y="7752"/>
                  <a:pt x="92647" y="7265"/>
                </a:cubicBezTo>
                <a:close/>
                <a:moveTo>
                  <a:pt x="89333" y="9879"/>
                </a:moveTo>
                <a:cubicBezTo>
                  <a:pt x="89303" y="10153"/>
                  <a:pt x="89637" y="9910"/>
                  <a:pt x="89972" y="9727"/>
                </a:cubicBezTo>
                <a:cubicBezTo>
                  <a:pt x="90063" y="9332"/>
                  <a:pt x="89668" y="9636"/>
                  <a:pt x="89303" y="9849"/>
                </a:cubicBezTo>
                <a:close/>
                <a:moveTo>
                  <a:pt x="87358" y="4834"/>
                </a:moveTo>
                <a:cubicBezTo>
                  <a:pt x="87662" y="4773"/>
                  <a:pt x="87327" y="5411"/>
                  <a:pt x="88057" y="4894"/>
                </a:cubicBezTo>
                <a:cubicBezTo>
                  <a:pt x="88239" y="4682"/>
                  <a:pt x="88361" y="4469"/>
                  <a:pt x="88270" y="4347"/>
                </a:cubicBezTo>
                <a:cubicBezTo>
                  <a:pt x="87844" y="4621"/>
                  <a:pt x="87753" y="4560"/>
                  <a:pt x="87358" y="4834"/>
                </a:cubicBezTo>
                <a:close/>
                <a:moveTo>
                  <a:pt x="82038" y="8177"/>
                </a:moveTo>
                <a:cubicBezTo>
                  <a:pt x="82069" y="8329"/>
                  <a:pt x="82282" y="8177"/>
                  <a:pt x="82434" y="8177"/>
                </a:cubicBezTo>
                <a:cubicBezTo>
                  <a:pt x="82434" y="8390"/>
                  <a:pt x="82342" y="8663"/>
                  <a:pt x="82859" y="8299"/>
                </a:cubicBezTo>
                <a:cubicBezTo>
                  <a:pt x="82829" y="8208"/>
                  <a:pt x="82738" y="8208"/>
                  <a:pt x="82616" y="8208"/>
                </a:cubicBezTo>
                <a:cubicBezTo>
                  <a:pt x="82920" y="8025"/>
                  <a:pt x="83011" y="7873"/>
                  <a:pt x="82920" y="7782"/>
                </a:cubicBezTo>
                <a:cubicBezTo>
                  <a:pt x="82646" y="7964"/>
                  <a:pt x="82342" y="8116"/>
                  <a:pt x="82038" y="8177"/>
                </a:cubicBezTo>
                <a:close/>
                <a:moveTo>
                  <a:pt x="85048" y="13922"/>
                </a:moveTo>
                <a:cubicBezTo>
                  <a:pt x="85382" y="13618"/>
                  <a:pt x="86324" y="13223"/>
                  <a:pt x="86142" y="13010"/>
                </a:cubicBezTo>
                <a:cubicBezTo>
                  <a:pt x="85929" y="12919"/>
                  <a:pt x="86020" y="13284"/>
                  <a:pt x="85656" y="13436"/>
                </a:cubicBezTo>
                <a:cubicBezTo>
                  <a:pt x="85595" y="13375"/>
                  <a:pt x="85534" y="13314"/>
                  <a:pt x="85321" y="13496"/>
                </a:cubicBezTo>
                <a:cubicBezTo>
                  <a:pt x="85656" y="13557"/>
                  <a:pt x="84896" y="13800"/>
                  <a:pt x="85048" y="13922"/>
                </a:cubicBezTo>
                <a:close/>
                <a:moveTo>
                  <a:pt x="81157" y="9423"/>
                </a:moveTo>
                <a:cubicBezTo>
                  <a:pt x="81461" y="9211"/>
                  <a:pt x="81917" y="8755"/>
                  <a:pt x="81643" y="8694"/>
                </a:cubicBezTo>
                <a:cubicBezTo>
                  <a:pt x="81157" y="9059"/>
                  <a:pt x="81096" y="9575"/>
                  <a:pt x="80428" y="9758"/>
                </a:cubicBezTo>
                <a:cubicBezTo>
                  <a:pt x="80397" y="9971"/>
                  <a:pt x="80914" y="9606"/>
                  <a:pt x="81157" y="9423"/>
                </a:cubicBezTo>
                <a:close/>
                <a:moveTo>
                  <a:pt x="79759" y="10761"/>
                </a:moveTo>
                <a:cubicBezTo>
                  <a:pt x="79880" y="10518"/>
                  <a:pt x="80336" y="10214"/>
                  <a:pt x="80215" y="10001"/>
                </a:cubicBezTo>
                <a:cubicBezTo>
                  <a:pt x="79546" y="10305"/>
                  <a:pt x="79120" y="11065"/>
                  <a:pt x="79759" y="10761"/>
                </a:cubicBezTo>
                <a:close/>
                <a:moveTo>
                  <a:pt x="75017" y="20761"/>
                </a:moveTo>
                <a:cubicBezTo>
                  <a:pt x="74713" y="20974"/>
                  <a:pt x="74652" y="20731"/>
                  <a:pt x="74257" y="21035"/>
                </a:cubicBezTo>
                <a:cubicBezTo>
                  <a:pt x="74288" y="21247"/>
                  <a:pt x="74987" y="20974"/>
                  <a:pt x="75017" y="20761"/>
                </a:cubicBezTo>
                <a:close/>
                <a:moveTo>
                  <a:pt x="64470" y="25989"/>
                </a:moveTo>
                <a:lnTo>
                  <a:pt x="64318" y="25776"/>
                </a:lnTo>
                <a:lnTo>
                  <a:pt x="63923" y="26050"/>
                </a:lnTo>
                <a:cubicBezTo>
                  <a:pt x="63983" y="26232"/>
                  <a:pt x="64135" y="26263"/>
                  <a:pt x="64470" y="25989"/>
                </a:cubicBezTo>
                <a:close/>
                <a:moveTo>
                  <a:pt x="48907" y="38056"/>
                </a:moveTo>
                <a:cubicBezTo>
                  <a:pt x="49272" y="37813"/>
                  <a:pt x="50062" y="37114"/>
                  <a:pt x="49819" y="37205"/>
                </a:cubicBezTo>
                <a:cubicBezTo>
                  <a:pt x="49606" y="37418"/>
                  <a:pt x="48603" y="38178"/>
                  <a:pt x="48907" y="38056"/>
                </a:cubicBezTo>
                <a:close/>
                <a:moveTo>
                  <a:pt x="46992" y="38907"/>
                </a:moveTo>
                <a:cubicBezTo>
                  <a:pt x="47327" y="38694"/>
                  <a:pt x="47418" y="38907"/>
                  <a:pt x="47874" y="38512"/>
                </a:cubicBezTo>
                <a:cubicBezTo>
                  <a:pt x="47783" y="38390"/>
                  <a:pt x="47114" y="38603"/>
                  <a:pt x="47023" y="38907"/>
                </a:cubicBezTo>
                <a:close/>
                <a:moveTo>
                  <a:pt x="46475" y="40549"/>
                </a:moveTo>
                <a:cubicBezTo>
                  <a:pt x="46354" y="40305"/>
                  <a:pt x="45716" y="41065"/>
                  <a:pt x="45624" y="41217"/>
                </a:cubicBezTo>
                <a:cubicBezTo>
                  <a:pt x="45898" y="41035"/>
                  <a:pt x="46324" y="40852"/>
                  <a:pt x="46475" y="40549"/>
                </a:cubicBezTo>
                <a:close/>
                <a:moveTo>
                  <a:pt x="41491" y="43527"/>
                </a:moveTo>
                <a:cubicBezTo>
                  <a:pt x="41795" y="43223"/>
                  <a:pt x="41825" y="43467"/>
                  <a:pt x="41977" y="43406"/>
                </a:cubicBezTo>
                <a:cubicBezTo>
                  <a:pt x="42402" y="43163"/>
                  <a:pt x="42737" y="42828"/>
                  <a:pt x="43010" y="42433"/>
                </a:cubicBezTo>
                <a:cubicBezTo>
                  <a:pt x="43102" y="42494"/>
                  <a:pt x="43345" y="42281"/>
                  <a:pt x="43466" y="42251"/>
                </a:cubicBezTo>
                <a:cubicBezTo>
                  <a:pt x="43983" y="41552"/>
                  <a:pt x="45017" y="40883"/>
                  <a:pt x="45776" y="40397"/>
                </a:cubicBezTo>
                <a:cubicBezTo>
                  <a:pt x="45594" y="40397"/>
                  <a:pt x="46445" y="39819"/>
                  <a:pt x="45928" y="40093"/>
                </a:cubicBezTo>
                <a:cubicBezTo>
                  <a:pt x="45685" y="40245"/>
                  <a:pt x="45716" y="40366"/>
                  <a:pt x="45472" y="40518"/>
                </a:cubicBezTo>
                <a:cubicBezTo>
                  <a:pt x="45351" y="40427"/>
                  <a:pt x="44865" y="40701"/>
                  <a:pt x="44591" y="40883"/>
                </a:cubicBezTo>
                <a:cubicBezTo>
                  <a:pt x="44317" y="41035"/>
                  <a:pt x="44317" y="41187"/>
                  <a:pt x="44013" y="41400"/>
                </a:cubicBezTo>
                <a:cubicBezTo>
                  <a:pt x="43709" y="41643"/>
                  <a:pt x="43223" y="41856"/>
                  <a:pt x="42919" y="42068"/>
                </a:cubicBezTo>
                <a:cubicBezTo>
                  <a:pt x="42767" y="42190"/>
                  <a:pt x="42828" y="42251"/>
                  <a:pt x="42615" y="42403"/>
                </a:cubicBezTo>
                <a:cubicBezTo>
                  <a:pt x="42250" y="42646"/>
                  <a:pt x="41339" y="43284"/>
                  <a:pt x="41491" y="43527"/>
                </a:cubicBezTo>
                <a:close/>
                <a:moveTo>
                  <a:pt x="26809" y="55442"/>
                </a:moveTo>
                <a:cubicBezTo>
                  <a:pt x="27113" y="55230"/>
                  <a:pt x="27509" y="55138"/>
                  <a:pt x="27782" y="54926"/>
                </a:cubicBezTo>
                <a:cubicBezTo>
                  <a:pt x="28086" y="54713"/>
                  <a:pt x="28086" y="54561"/>
                  <a:pt x="28329" y="54348"/>
                </a:cubicBezTo>
                <a:cubicBezTo>
                  <a:pt x="28451" y="54227"/>
                  <a:pt x="28451" y="54318"/>
                  <a:pt x="28481" y="54287"/>
                </a:cubicBezTo>
                <a:cubicBezTo>
                  <a:pt x="28542" y="54257"/>
                  <a:pt x="28572" y="54196"/>
                  <a:pt x="28572" y="54135"/>
                </a:cubicBezTo>
                <a:cubicBezTo>
                  <a:pt x="29180" y="53619"/>
                  <a:pt x="29484" y="53315"/>
                  <a:pt x="29515" y="53041"/>
                </a:cubicBezTo>
                <a:cubicBezTo>
                  <a:pt x="28998" y="53345"/>
                  <a:pt x="28420" y="54044"/>
                  <a:pt x="27752" y="54622"/>
                </a:cubicBezTo>
                <a:cubicBezTo>
                  <a:pt x="27417" y="54895"/>
                  <a:pt x="26749" y="55108"/>
                  <a:pt x="26809" y="55442"/>
                </a:cubicBezTo>
                <a:close/>
                <a:moveTo>
                  <a:pt x="11551" y="71248"/>
                </a:moveTo>
                <a:cubicBezTo>
                  <a:pt x="11855" y="71066"/>
                  <a:pt x="12128" y="70975"/>
                  <a:pt x="12280" y="70671"/>
                </a:cubicBezTo>
                <a:cubicBezTo>
                  <a:pt x="12250" y="70397"/>
                  <a:pt x="11368" y="71187"/>
                  <a:pt x="11551" y="71248"/>
                </a:cubicBezTo>
                <a:close/>
                <a:moveTo>
                  <a:pt x="13435" y="69120"/>
                </a:moveTo>
                <a:cubicBezTo>
                  <a:pt x="12919" y="69364"/>
                  <a:pt x="13162" y="69759"/>
                  <a:pt x="13405" y="69607"/>
                </a:cubicBezTo>
                <a:cubicBezTo>
                  <a:pt x="13192" y="69485"/>
                  <a:pt x="13800" y="69181"/>
                  <a:pt x="13466" y="69120"/>
                </a:cubicBezTo>
                <a:close/>
                <a:moveTo>
                  <a:pt x="12645" y="69333"/>
                </a:moveTo>
                <a:cubicBezTo>
                  <a:pt x="12949" y="69120"/>
                  <a:pt x="13010" y="69333"/>
                  <a:pt x="13375" y="68999"/>
                </a:cubicBezTo>
                <a:cubicBezTo>
                  <a:pt x="13891" y="68361"/>
                  <a:pt x="12645" y="68877"/>
                  <a:pt x="12645" y="69333"/>
                </a:cubicBezTo>
                <a:close/>
                <a:moveTo>
                  <a:pt x="26718" y="55868"/>
                </a:moveTo>
                <a:cubicBezTo>
                  <a:pt x="26627" y="55686"/>
                  <a:pt x="26323" y="55898"/>
                  <a:pt x="26232" y="55716"/>
                </a:cubicBezTo>
                <a:cubicBezTo>
                  <a:pt x="26323" y="55625"/>
                  <a:pt x="26475" y="55534"/>
                  <a:pt x="26414" y="55473"/>
                </a:cubicBezTo>
                <a:cubicBezTo>
                  <a:pt x="25806" y="56020"/>
                  <a:pt x="25958" y="56445"/>
                  <a:pt x="26718" y="55868"/>
                </a:cubicBezTo>
                <a:close/>
                <a:moveTo>
                  <a:pt x="17812" y="58816"/>
                </a:moveTo>
                <a:cubicBezTo>
                  <a:pt x="18207" y="58604"/>
                  <a:pt x="18542" y="58330"/>
                  <a:pt x="18755" y="57965"/>
                </a:cubicBezTo>
                <a:cubicBezTo>
                  <a:pt x="18299" y="58360"/>
                  <a:pt x="17904" y="58421"/>
                  <a:pt x="17812" y="58816"/>
                </a:cubicBezTo>
                <a:close/>
                <a:moveTo>
                  <a:pt x="14621" y="61552"/>
                </a:moveTo>
                <a:cubicBezTo>
                  <a:pt x="14986" y="61066"/>
                  <a:pt x="15107" y="61248"/>
                  <a:pt x="15563" y="60974"/>
                </a:cubicBezTo>
                <a:cubicBezTo>
                  <a:pt x="15472" y="60822"/>
                  <a:pt x="15654" y="60610"/>
                  <a:pt x="15350" y="60701"/>
                </a:cubicBezTo>
                <a:cubicBezTo>
                  <a:pt x="15198" y="60944"/>
                  <a:pt x="14438" y="61370"/>
                  <a:pt x="14621" y="61552"/>
                </a:cubicBezTo>
                <a:close/>
                <a:moveTo>
                  <a:pt x="7782" y="67266"/>
                </a:moveTo>
                <a:cubicBezTo>
                  <a:pt x="7995" y="67206"/>
                  <a:pt x="8450" y="66871"/>
                  <a:pt x="8359" y="66719"/>
                </a:cubicBezTo>
                <a:cubicBezTo>
                  <a:pt x="8147" y="66780"/>
                  <a:pt x="7691" y="67114"/>
                  <a:pt x="7782" y="67266"/>
                </a:cubicBezTo>
                <a:close/>
                <a:moveTo>
                  <a:pt x="10578" y="69728"/>
                </a:moveTo>
                <a:cubicBezTo>
                  <a:pt x="11095" y="69485"/>
                  <a:pt x="11125" y="69272"/>
                  <a:pt x="11520" y="68877"/>
                </a:cubicBezTo>
                <a:cubicBezTo>
                  <a:pt x="11581" y="69181"/>
                  <a:pt x="12007" y="68573"/>
                  <a:pt x="12037" y="68543"/>
                </a:cubicBezTo>
                <a:cubicBezTo>
                  <a:pt x="12311" y="68361"/>
                  <a:pt x="12493" y="68452"/>
                  <a:pt x="12797" y="68209"/>
                </a:cubicBezTo>
                <a:cubicBezTo>
                  <a:pt x="12523" y="68057"/>
                  <a:pt x="13375" y="67570"/>
                  <a:pt x="13314" y="67358"/>
                </a:cubicBezTo>
                <a:cubicBezTo>
                  <a:pt x="13527" y="67206"/>
                  <a:pt x="13891" y="66810"/>
                  <a:pt x="13891" y="67084"/>
                </a:cubicBezTo>
                <a:cubicBezTo>
                  <a:pt x="13527" y="67418"/>
                  <a:pt x="13283" y="67358"/>
                  <a:pt x="13314" y="67631"/>
                </a:cubicBezTo>
                <a:cubicBezTo>
                  <a:pt x="13557" y="67509"/>
                  <a:pt x="13770" y="67388"/>
                  <a:pt x="13952" y="67175"/>
                </a:cubicBezTo>
                <a:cubicBezTo>
                  <a:pt x="14165" y="66993"/>
                  <a:pt x="14682" y="65990"/>
                  <a:pt x="14986" y="66202"/>
                </a:cubicBezTo>
                <a:cubicBezTo>
                  <a:pt x="14894" y="66263"/>
                  <a:pt x="14864" y="66354"/>
                  <a:pt x="15016" y="66263"/>
                </a:cubicBezTo>
                <a:cubicBezTo>
                  <a:pt x="15046" y="65959"/>
                  <a:pt x="15928" y="65929"/>
                  <a:pt x="15837" y="65534"/>
                </a:cubicBezTo>
                <a:cubicBezTo>
                  <a:pt x="15685" y="65534"/>
                  <a:pt x="15350" y="65899"/>
                  <a:pt x="15259" y="65807"/>
                </a:cubicBezTo>
                <a:cubicBezTo>
                  <a:pt x="15837" y="65321"/>
                  <a:pt x="16414" y="65139"/>
                  <a:pt x="16566" y="64652"/>
                </a:cubicBezTo>
                <a:cubicBezTo>
                  <a:pt x="16657" y="64591"/>
                  <a:pt x="16870" y="64652"/>
                  <a:pt x="16931" y="64622"/>
                </a:cubicBezTo>
                <a:cubicBezTo>
                  <a:pt x="17052" y="64561"/>
                  <a:pt x="17691" y="63984"/>
                  <a:pt x="17782" y="63953"/>
                </a:cubicBezTo>
                <a:cubicBezTo>
                  <a:pt x="17812" y="63953"/>
                  <a:pt x="17873" y="64075"/>
                  <a:pt x="17873" y="64075"/>
                </a:cubicBezTo>
                <a:cubicBezTo>
                  <a:pt x="18116" y="63892"/>
                  <a:pt x="18299" y="63558"/>
                  <a:pt x="18572" y="63406"/>
                </a:cubicBezTo>
                <a:cubicBezTo>
                  <a:pt x="18633" y="63467"/>
                  <a:pt x="18663" y="63588"/>
                  <a:pt x="18815" y="63497"/>
                </a:cubicBezTo>
                <a:cubicBezTo>
                  <a:pt x="18998" y="63163"/>
                  <a:pt x="18663" y="63315"/>
                  <a:pt x="18481" y="63315"/>
                </a:cubicBezTo>
                <a:cubicBezTo>
                  <a:pt x="18937" y="62859"/>
                  <a:pt x="18451" y="62981"/>
                  <a:pt x="19028" y="62433"/>
                </a:cubicBezTo>
                <a:cubicBezTo>
                  <a:pt x="19241" y="62251"/>
                  <a:pt x="19271" y="62464"/>
                  <a:pt x="19575" y="62160"/>
                </a:cubicBezTo>
                <a:cubicBezTo>
                  <a:pt x="19575" y="62008"/>
                  <a:pt x="19849" y="61795"/>
                  <a:pt x="20001" y="61674"/>
                </a:cubicBezTo>
                <a:cubicBezTo>
                  <a:pt x="20761" y="60974"/>
                  <a:pt x="21551" y="60336"/>
                  <a:pt x="22432" y="59759"/>
                </a:cubicBezTo>
                <a:cubicBezTo>
                  <a:pt x="22463" y="59515"/>
                  <a:pt x="22584" y="59333"/>
                  <a:pt x="22797" y="59211"/>
                </a:cubicBezTo>
                <a:cubicBezTo>
                  <a:pt x="24074" y="58117"/>
                  <a:pt x="24651" y="57600"/>
                  <a:pt x="26019" y="56476"/>
                </a:cubicBezTo>
                <a:cubicBezTo>
                  <a:pt x="25806" y="55990"/>
                  <a:pt x="25016" y="57084"/>
                  <a:pt x="24591" y="57418"/>
                </a:cubicBezTo>
                <a:cubicBezTo>
                  <a:pt x="23831" y="58026"/>
                  <a:pt x="23071" y="58482"/>
                  <a:pt x="22432" y="58968"/>
                </a:cubicBezTo>
                <a:cubicBezTo>
                  <a:pt x="22493" y="59059"/>
                  <a:pt x="22432" y="59181"/>
                  <a:pt x="22311" y="59333"/>
                </a:cubicBezTo>
                <a:cubicBezTo>
                  <a:pt x="21156" y="60063"/>
                  <a:pt x="20730" y="60640"/>
                  <a:pt x="19818" y="61491"/>
                </a:cubicBezTo>
                <a:cubicBezTo>
                  <a:pt x="19666" y="61430"/>
                  <a:pt x="20031" y="61035"/>
                  <a:pt x="19575" y="61430"/>
                </a:cubicBezTo>
                <a:cubicBezTo>
                  <a:pt x="19515" y="61643"/>
                  <a:pt x="19211" y="61917"/>
                  <a:pt x="19150" y="62129"/>
                </a:cubicBezTo>
                <a:cubicBezTo>
                  <a:pt x="18207" y="62798"/>
                  <a:pt x="17448" y="63619"/>
                  <a:pt x="16900" y="63832"/>
                </a:cubicBezTo>
                <a:cubicBezTo>
                  <a:pt x="16536" y="64288"/>
                  <a:pt x="16080" y="64652"/>
                  <a:pt x="15563" y="64895"/>
                </a:cubicBezTo>
                <a:cubicBezTo>
                  <a:pt x="15928" y="65047"/>
                  <a:pt x="15046" y="65503"/>
                  <a:pt x="14864" y="65807"/>
                </a:cubicBezTo>
                <a:cubicBezTo>
                  <a:pt x="14834" y="65655"/>
                  <a:pt x="15138" y="65412"/>
                  <a:pt x="15077" y="65291"/>
                </a:cubicBezTo>
                <a:cubicBezTo>
                  <a:pt x="14742" y="65716"/>
                  <a:pt x="14469" y="65747"/>
                  <a:pt x="13982" y="66172"/>
                </a:cubicBezTo>
                <a:cubicBezTo>
                  <a:pt x="13952" y="66537"/>
                  <a:pt x="14530" y="65777"/>
                  <a:pt x="14590" y="65929"/>
                </a:cubicBezTo>
                <a:cubicBezTo>
                  <a:pt x="14651" y="66202"/>
                  <a:pt x="13982" y="66385"/>
                  <a:pt x="13527" y="66871"/>
                </a:cubicBezTo>
                <a:cubicBezTo>
                  <a:pt x="13557" y="66962"/>
                  <a:pt x="13587" y="67023"/>
                  <a:pt x="13375" y="67175"/>
                </a:cubicBezTo>
                <a:cubicBezTo>
                  <a:pt x="13466" y="66810"/>
                  <a:pt x="13283" y="67175"/>
                  <a:pt x="12949" y="67418"/>
                </a:cubicBezTo>
                <a:cubicBezTo>
                  <a:pt x="12432" y="67783"/>
                  <a:pt x="12037" y="68087"/>
                  <a:pt x="11946" y="68391"/>
                </a:cubicBezTo>
                <a:cubicBezTo>
                  <a:pt x="11855" y="68330"/>
                  <a:pt x="11855" y="68178"/>
                  <a:pt x="11916" y="68087"/>
                </a:cubicBezTo>
                <a:cubicBezTo>
                  <a:pt x="11399" y="68391"/>
                  <a:pt x="11612" y="68513"/>
                  <a:pt x="11429" y="68725"/>
                </a:cubicBezTo>
                <a:cubicBezTo>
                  <a:pt x="10609" y="69333"/>
                  <a:pt x="9909" y="69911"/>
                  <a:pt x="9575" y="69941"/>
                </a:cubicBezTo>
                <a:cubicBezTo>
                  <a:pt x="9545" y="69850"/>
                  <a:pt x="9697" y="69637"/>
                  <a:pt x="9454" y="69759"/>
                </a:cubicBezTo>
                <a:cubicBezTo>
                  <a:pt x="9332" y="69972"/>
                  <a:pt x="9423" y="70154"/>
                  <a:pt x="9302" y="70336"/>
                </a:cubicBezTo>
                <a:cubicBezTo>
                  <a:pt x="8967" y="70610"/>
                  <a:pt x="8542" y="70549"/>
                  <a:pt x="8572" y="70914"/>
                </a:cubicBezTo>
                <a:cubicBezTo>
                  <a:pt x="9150" y="70579"/>
                  <a:pt x="9484" y="70124"/>
                  <a:pt x="9757" y="70154"/>
                </a:cubicBezTo>
                <a:cubicBezTo>
                  <a:pt x="9575" y="70367"/>
                  <a:pt x="9241" y="70671"/>
                  <a:pt x="8998" y="70944"/>
                </a:cubicBezTo>
                <a:cubicBezTo>
                  <a:pt x="8511" y="71431"/>
                  <a:pt x="8785" y="71066"/>
                  <a:pt x="8329" y="71370"/>
                </a:cubicBezTo>
                <a:cubicBezTo>
                  <a:pt x="7995" y="72221"/>
                  <a:pt x="10761" y="69820"/>
                  <a:pt x="10578" y="69728"/>
                </a:cubicBezTo>
                <a:close/>
                <a:moveTo>
                  <a:pt x="5715" y="74470"/>
                </a:moveTo>
                <a:cubicBezTo>
                  <a:pt x="5502" y="74257"/>
                  <a:pt x="5411" y="74835"/>
                  <a:pt x="5502" y="75078"/>
                </a:cubicBezTo>
                <a:cubicBezTo>
                  <a:pt x="5715" y="75230"/>
                  <a:pt x="5806" y="74713"/>
                  <a:pt x="5715" y="74470"/>
                </a:cubicBezTo>
                <a:close/>
                <a:moveTo>
                  <a:pt x="6657" y="78938"/>
                </a:moveTo>
                <a:cubicBezTo>
                  <a:pt x="6688" y="78543"/>
                  <a:pt x="6748" y="78118"/>
                  <a:pt x="6870" y="77753"/>
                </a:cubicBezTo>
                <a:cubicBezTo>
                  <a:pt x="6718" y="77844"/>
                  <a:pt x="6384" y="78239"/>
                  <a:pt x="6505" y="78452"/>
                </a:cubicBezTo>
                <a:cubicBezTo>
                  <a:pt x="6505" y="78361"/>
                  <a:pt x="6536" y="78270"/>
                  <a:pt x="6596" y="78330"/>
                </a:cubicBezTo>
                <a:cubicBezTo>
                  <a:pt x="6566" y="78513"/>
                  <a:pt x="6596" y="78756"/>
                  <a:pt x="6657" y="78938"/>
                </a:cubicBezTo>
                <a:close/>
                <a:moveTo>
                  <a:pt x="5897" y="79911"/>
                </a:moveTo>
                <a:cubicBezTo>
                  <a:pt x="6049" y="79637"/>
                  <a:pt x="6049" y="79303"/>
                  <a:pt x="5897" y="78999"/>
                </a:cubicBezTo>
                <a:cubicBezTo>
                  <a:pt x="5776" y="79303"/>
                  <a:pt x="5776" y="79637"/>
                  <a:pt x="5928" y="79911"/>
                </a:cubicBezTo>
                <a:close/>
                <a:moveTo>
                  <a:pt x="5532" y="80336"/>
                </a:moveTo>
                <a:cubicBezTo>
                  <a:pt x="5806" y="80397"/>
                  <a:pt x="5745" y="79972"/>
                  <a:pt x="5715" y="79577"/>
                </a:cubicBezTo>
                <a:cubicBezTo>
                  <a:pt x="5502" y="79425"/>
                  <a:pt x="5593" y="80063"/>
                  <a:pt x="5532" y="80336"/>
                </a:cubicBezTo>
                <a:close/>
                <a:moveTo>
                  <a:pt x="1581" y="80488"/>
                </a:moveTo>
                <a:cubicBezTo>
                  <a:pt x="1763" y="80032"/>
                  <a:pt x="1490" y="79698"/>
                  <a:pt x="1429" y="79333"/>
                </a:cubicBezTo>
                <a:cubicBezTo>
                  <a:pt x="1399" y="79911"/>
                  <a:pt x="1429" y="80306"/>
                  <a:pt x="1581" y="80488"/>
                </a:cubicBezTo>
                <a:close/>
                <a:moveTo>
                  <a:pt x="1125" y="80762"/>
                </a:moveTo>
                <a:cubicBezTo>
                  <a:pt x="943" y="80671"/>
                  <a:pt x="882" y="81096"/>
                  <a:pt x="882" y="81583"/>
                </a:cubicBezTo>
                <a:cubicBezTo>
                  <a:pt x="1125" y="81643"/>
                  <a:pt x="1125" y="81248"/>
                  <a:pt x="1156" y="80762"/>
                </a:cubicBezTo>
                <a:close/>
                <a:moveTo>
                  <a:pt x="1490" y="83072"/>
                </a:moveTo>
                <a:cubicBezTo>
                  <a:pt x="1490" y="82677"/>
                  <a:pt x="1520" y="82282"/>
                  <a:pt x="1368" y="82251"/>
                </a:cubicBezTo>
                <a:cubicBezTo>
                  <a:pt x="1247" y="82495"/>
                  <a:pt x="1247" y="83163"/>
                  <a:pt x="1490" y="83072"/>
                </a:cubicBezTo>
                <a:close/>
                <a:moveTo>
                  <a:pt x="4864" y="84926"/>
                </a:moveTo>
                <a:cubicBezTo>
                  <a:pt x="4955" y="84349"/>
                  <a:pt x="4681" y="84622"/>
                  <a:pt x="4712" y="84166"/>
                </a:cubicBezTo>
                <a:cubicBezTo>
                  <a:pt x="4773" y="83862"/>
                  <a:pt x="5077" y="82647"/>
                  <a:pt x="4742" y="82464"/>
                </a:cubicBezTo>
                <a:cubicBezTo>
                  <a:pt x="4681" y="83011"/>
                  <a:pt x="4833" y="83650"/>
                  <a:pt x="4651" y="83862"/>
                </a:cubicBezTo>
                <a:cubicBezTo>
                  <a:pt x="4681" y="83832"/>
                  <a:pt x="4621" y="83376"/>
                  <a:pt x="4590" y="83710"/>
                </a:cubicBezTo>
                <a:cubicBezTo>
                  <a:pt x="4742" y="83954"/>
                  <a:pt x="4560" y="85078"/>
                  <a:pt x="4894" y="84926"/>
                </a:cubicBezTo>
                <a:close/>
                <a:moveTo>
                  <a:pt x="1490" y="85169"/>
                </a:moveTo>
                <a:cubicBezTo>
                  <a:pt x="1429" y="84713"/>
                  <a:pt x="1581" y="84774"/>
                  <a:pt x="1551" y="84379"/>
                </a:cubicBezTo>
                <a:cubicBezTo>
                  <a:pt x="1429" y="84349"/>
                  <a:pt x="1307" y="84409"/>
                  <a:pt x="1277" y="84531"/>
                </a:cubicBezTo>
                <a:cubicBezTo>
                  <a:pt x="1247" y="84774"/>
                  <a:pt x="1338" y="84987"/>
                  <a:pt x="1490" y="85169"/>
                </a:cubicBezTo>
                <a:close/>
                <a:moveTo>
                  <a:pt x="5289" y="89698"/>
                </a:moveTo>
                <a:cubicBezTo>
                  <a:pt x="5046" y="88938"/>
                  <a:pt x="5381" y="88452"/>
                  <a:pt x="5107" y="88179"/>
                </a:cubicBezTo>
                <a:cubicBezTo>
                  <a:pt x="5077" y="88665"/>
                  <a:pt x="4803" y="88695"/>
                  <a:pt x="4833" y="89273"/>
                </a:cubicBezTo>
                <a:cubicBezTo>
                  <a:pt x="4955" y="89455"/>
                  <a:pt x="5016" y="89455"/>
                  <a:pt x="5107" y="89273"/>
                </a:cubicBezTo>
                <a:cubicBezTo>
                  <a:pt x="5137" y="89516"/>
                  <a:pt x="5229" y="89638"/>
                  <a:pt x="5320" y="89698"/>
                </a:cubicBezTo>
                <a:close/>
                <a:moveTo>
                  <a:pt x="4925" y="91279"/>
                </a:moveTo>
                <a:cubicBezTo>
                  <a:pt x="4925" y="90884"/>
                  <a:pt x="4803" y="90793"/>
                  <a:pt x="4621" y="90823"/>
                </a:cubicBezTo>
                <a:cubicBezTo>
                  <a:pt x="4681" y="91248"/>
                  <a:pt x="4864" y="91583"/>
                  <a:pt x="4955" y="91309"/>
                </a:cubicBezTo>
                <a:close/>
                <a:moveTo>
                  <a:pt x="6232" y="99729"/>
                </a:moveTo>
                <a:cubicBezTo>
                  <a:pt x="6232" y="99607"/>
                  <a:pt x="6232" y="99546"/>
                  <a:pt x="6353" y="99546"/>
                </a:cubicBezTo>
                <a:cubicBezTo>
                  <a:pt x="6323" y="99091"/>
                  <a:pt x="6019" y="98513"/>
                  <a:pt x="6110" y="98483"/>
                </a:cubicBezTo>
                <a:cubicBezTo>
                  <a:pt x="6232" y="98452"/>
                  <a:pt x="6292" y="99151"/>
                  <a:pt x="6444" y="99060"/>
                </a:cubicBezTo>
                <a:cubicBezTo>
                  <a:pt x="6444" y="98483"/>
                  <a:pt x="6323" y="98513"/>
                  <a:pt x="6171" y="97996"/>
                </a:cubicBezTo>
                <a:cubicBezTo>
                  <a:pt x="6019" y="98270"/>
                  <a:pt x="5897" y="97996"/>
                  <a:pt x="5776" y="98209"/>
                </a:cubicBezTo>
                <a:cubicBezTo>
                  <a:pt x="6049" y="98756"/>
                  <a:pt x="6140" y="99334"/>
                  <a:pt x="6262" y="99729"/>
                </a:cubicBezTo>
                <a:close/>
                <a:moveTo>
                  <a:pt x="9454" y="108483"/>
                </a:moveTo>
                <a:cubicBezTo>
                  <a:pt x="9332" y="108209"/>
                  <a:pt x="9393" y="108148"/>
                  <a:pt x="9302" y="107875"/>
                </a:cubicBezTo>
                <a:cubicBezTo>
                  <a:pt x="9150" y="108057"/>
                  <a:pt x="9058" y="107723"/>
                  <a:pt x="8937" y="107845"/>
                </a:cubicBezTo>
                <a:cubicBezTo>
                  <a:pt x="9028" y="108118"/>
                  <a:pt x="9241" y="108331"/>
                  <a:pt x="9484" y="108483"/>
                </a:cubicBezTo>
                <a:close/>
                <a:moveTo>
                  <a:pt x="10244" y="110489"/>
                </a:moveTo>
                <a:cubicBezTo>
                  <a:pt x="10153" y="110155"/>
                  <a:pt x="10244" y="109851"/>
                  <a:pt x="10031" y="109607"/>
                </a:cubicBezTo>
                <a:cubicBezTo>
                  <a:pt x="9940" y="109607"/>
                  <a:pt x="9909" y="109699"/>
                  <a:pt x="9879" y="109820"/>
                </a:cubicBezTo>
                <a:cubicBezTo>
                  <a:pt x="9484" y="109395"/>
                  <a:pt x="9697" y="108878"/>
                  <a:pt x="9423" y="108665"/>
                </a:cubicBezTo>
                <a:cubicBezTo>
                  <a:pt x="9302" y="108878"/>
                  <a:pt x="9666" y="109638"/>
                  <a:pt x="9757" y="110033"/>
                </a:cubicBezTo>
                <a:cubicBezTo>
                  <a:pt x="9849" y="110033"/>
                  <a:pt x="9970" y="109911"/>
                  <a:pt x="10061" y="110094"/>
                </a:cubicBezTo>
                <a:cubicBezTo>
                  <a:pt x="9940" y="110155"/>
                  <a:pt x="10213" y="110580"/>
                  <a:pt x="10183" y="110702"/>
                </a:cubicBezTo>
                <a:cubicBezTo>
                  <a:pt x="10761" y="111553"/>
                  <a:pt x="10365" y="111006"/>
                  <a:pt x="10274" y="110489"/>
                </a:cubicBezTo>
                <a:close/>
                <a:moveTo>
                  <a:pt x="26475" y="120671"/>
                </a:moveTo>
                <a:cubicBezTo>
                  <a:pt x="25837" y="120884"/>
                  <a:pt x="25594" y="120793"/>
                  <a:pt x="25259" y="121097"/>
                </a:cubicBezTo>
                <a:cubicBezTo>
                  <a:pt x="25472" y="121036"/>
                  <a:pt x="25381" y="121127"/>
                  <a:pt x="25290" y="121219"/>
                </a:cubicBezTo>
                <a:cubicBezTo>
                  <a:pt x="25837" y="120975"/>
                  <a:pt x="26384" y="121158"/>
                  <a:pt x="26506" y="120671"/>
                </a:cubicBezTo>
                <a:close/>
                <a:moveTo>
                  <a:pt x="26749" y="120459"/>
                </a:moveTo>
                <a:cubicBezTo>
                  <a:pt x="26718" y="120398"/>
                  <a:pt x="26445" y="120459"/>
                  <a:pt x="26445" y="120550"/>
                </a:cubicBezTo>
                <a:cubicBezTo>
                  <a:pt x="26749" y="120519"/>
                  <a:pt x="26809" y="120732"/>
                  <a:pt x="27265" y="120611"/>
                </a:cubicBezTo>
                <a:cubicBezTo>
                  <a:pt x="27357" y="120368"/>
                  <a:pt x="26870" y="120580"/>
                  <a:pt x="26779" y="120459"/>
                </a:cubicBezTo>
                <a:close/>
                <a:moveTo>
                  <a:pt x="28876" y="120003"/>
                </a:moveTo>
                <a:cubicBezTo>
                  <a:pt x="28664" y="119972"/>
                  <a:pt x="27965" y="120216"/>
                  <a:pt x="28025" y="120398"/>
                </a:cubicBezTo>
                <a:cubicBezTo>
                  <a:pt x="28420" y="120185"/>
                  <a:pt x="28785" y="120307"/>
                  <a:pt x="28907" y="120003"/>
                </a:cubicBezTo>
                <a:close/>
                <a:moveTo>
                  <a:pt x="31156" y="116842"/>
                </a:moveTo>
                <a:cubicBezTo>
                  <a:pt x="30822" y="116963"/>
                  <a:pt x="30457" y="117115"/>
                  <a:pt x="30153" y="117358"/>
                </a:cubicBezTo>
                <a:cubicBezTo>
                  <a:pt x="30852" y="117267"/>
                  <a:pt x="30974" y="117146"/>
                  <a:pt x="31186" y="116842"/>
                </a:cubicBezTo>
                <a:close/>
                <a:moveTo>
                  <a:pt x="32493" y="118909"/>
                </a:moveTo>
                <a:cubicBezTo>
                  <a:pt x="31916" y="119061"/>
                  <a:pt x="31794" y="119030"/>
                  <a:pt x="31612" y="119304"/>
                </a:cubicBezTo>
                <a:cubicBezTo>
                  <a:pt x="31977" y="119364"/>
                  <a:pt x="32311" y="119212"/>
                  <a:pt x="32524" y="118909"/>
                </a:cubicBezTo>
                <a:close/>
                <a:moveTo>
                  <a:pt x="42220" y="113984"/>
                </a:moveTo>
                <a:cubicBezTo>
                  <a:pt x="41916" y="114045"/>
                  <a:pt x="41612" y="114167"/>
                  <a:pt x="41339" y="114319"/>
                </a:cubicBezTo>
                <a:cubicBezTo>
                  <a:pt x="41399" y="114471"/>
                  <a:pt x="41551" y="114532"/>
                  <a:pt x="41703" y="114501"/>
                </a:cubicBezTo>
                <a:cubicBezTo>
                  <a:pt x="41460" y="114258"/>
                  <a:pt x="42099" y="114167"/>
                  <a:pt x="42250" y="113984"/>
                </a:cubicBezTo>
                <a:close/>
                <a:moveTo>
                  <a:pt x="43162" y="113832"/>
                </a:moveTo>
                <a:cubicBezTo>
                  <a:pt x="43041" y="113832"/>
                  <a:pt x="42615" y="113711"/>
                  <a:pt x="42524" y="113954"/>
                </a:cubicBezTo>
                <a:cubicBezTo>
                  <a:pt x="43010" y="114136"/>
                  <a:pt x="42159" y="114106"/>
                  <a:pt x="41977" y="114288"/>
                </a:cubicBezTo>
                <a:cubicBezTo>
                  <a:pt x="42159" y="114653"/>
                  <a:pt x="43071" y="114045"/>
                  <a:pt x="43193" y="113832"/>
                </a:cubicBezTo>
                <a:close/>
                <a:moveTo>
                  <a:pt x="49728" y="112981"/>
                </a:moveTo>
                <a:cubicBezTo>
                  <a:pt x="49515" y="112951"/>
                  <a:pt x="48664" y="113194"/>
                  <a:pt x="48694" y="113377"/>
                </a:cubicBezTo>
                <a:cubicBezTo>
                  <a:pt x="49090" y="113103"/>
                  <a:pt x="49515" y="113225"/>
                  <a:pt x="49758" y="112981"/>
                </a:cubicBezTo>
                <a:close/>
                <a:moveTo>
                  <a:pt x="55381" y="111127"/>
                </a:moveTo>
                <a:cubicBezTo>
                  <a:pt x="55351" y="111218"/>
                  <a:pt x="55229" y="111310"/>
                  <a:pt x="54986" y="111401"/>
                </a:cubicBezTo>
                <a:cubicBezTo>
                  <a:pt x="54986" y="111614"/>
                  <a:pt x="55260" y="111614"/>
                  <a:pt x="55533" y="111583"/>
                </a:cubicBezTo>
                <a:cubicBezTo>
                  <a:pt x="55473" y="111462"/>
                  <a:pt x="55625" y="111370"/>
                  <a:pt x="55929" y="111310"/>
                </a:cubicBezTo>
                <a:cubicBezTo>
                  <a:pt x="55989" y="111066"/>
                  <a:pt x="55716" y="111097"/>
                  <a:pt x="55442" y="111127"/>
                </a:cubicBezTo>
                <a:close/>
                <a:moveTo>
                  <a:pt x="56840" y="111006"/>
                </a:moveTo>
                <a:cubicBezTo>
                  <a:pt x="56658" y="110884"/>
                  <a:pt x="56476" y="110793"/>
                  <a:pt x="56263" y="110762"/>
                </a:cubicBezTo>
                <a:cubicBezTo>
                  <a:pt x="56415" y="110914"/>
                  <a:pt x="56233" y="111310"/>
                  <a:pt x="56871" y="111006"/>
                </a:cubicBezTo>
                <a:close/>
                <a:moveTo>
                  <a:pt x="56445" y="109699"/>
                </a:moveTo>
                <a:cubicBezTo>
                  <a:pt x="55929" y="109972"/>
                  <a:pt x="54804" y="110185"/>
                  <a:pt x="54743" y="110519"/>
                </a:cubicBezTo>
                <a:cubicBezTo>
                  <a:pt x="55017" y="110519"/>
                  <a:pt x="54895" y="110428"/>
                  <a:pt x="55169" y="110307"/>
                </a:cubicBezTo>
                <a:cubicBezTo>
                  <a:pt x="55655" y="110124"/>
                  <a:pt x="56628" y="109942"/>
                  <a:pt x="56476" y="109668"/>
                </a:cubicBezTo>
                <a:close/>
                <a:moveTo>
                  <a:pt x="61673" y="108544"/>
                </a:moveTo>
                <a:cubicBezTo>
                  <a:pt x="61917" y="108392"/>
                  <a:pt x="62312" y="108240"/>
                  <a:pt x="62342" y="108027"/>
                </a:cubicBezTo>
                <a:cubicBezTo>
                  <a:pt x="61917" y="108240"/>
                  <a:pt x="61917" y="108057"/>
                  <a:pt x="61582" y="108209"/>
                </a:cubicBezTo>
                <a:close/>
                <a:moveTo>
                  <a:pt x="61035" y="109182"/>
                </a:moveTo>
                <a:cubicBezTo>
                  <a:pt x="60792" y="109243"/>
                  <a:pt x="60549" y="109364"/>
                  <a:pt x="60306" y="109486"/>
                </a:cubicBezTo>
                <a:cubicBezTo>
                  <a:pt x="60245" y="109699"/>
                  <a:pt x="60609" y="109881"/>
                  <a:pt x="60701" y="109668"/>
                </a:cubicBezTo>
                <a:cubicBezTo>
                  <a:pt x="60366" y="109729"/>
                  <a:pt x="60944" y="109334"/>
                  <a:pt x="61065" y="109212"/>
                </a:cubicBezTo>
                <a:close/>
                <a:moveTo>
                  <a:pt x="63467" y="108604"/>
                </a:moveTo>
                <a:cubicBezTo>
                  <a:pt x="63132" y="108787"/>
                  <a:pt x="62160" y="108908"/>
                  <a:pt x="62342" y="109121"/>
                </a:cubicBezTo>
                <a:cubicBezTo>
                  <a:pt x="62737" y="108969"/>
                  <a:pt x="63679" y="108848"/>
                  <a:pt x="63527" y="108604"/>
                </a:cubicBezTo>
                <a:close/>
                <a:moveTo>
                  <a:pt x="63467" y="108544"/>
                </a:moveTo>
                <a:cubicBezTo>
                  <a:pt x="63345" y="108270"/>
                  <a:pt x="62220" y="108878"/>
                  <a:pt x="61643" y="109000"/>
                </a:cubicBezTo>
                <a:cubicBezTo>
                  <a:pt x="61673" y="109121"/>
                  <a:pt x="61187" y="109212"/>
                  <a:pt x="61278" y="109334"/>
                </a:cubicBezTo>
                <a:cubicBezTo>
                  <a:pt x="62281" y="109000"/>
                  <a:pt x="62433" y="108787"/>
                  <a:pt x="63497" y="108544"/>
                </a:cubicBezTo>
                <a:close/>
                <a:moveTo>
                  <a:pt x="17752" y="63923"/>
                </a:moveTo>
                <a:cubicBezTo>
                  <a:pt x="17721" y="63710"/>
                  <a:pt x="17934" y="63436"/>
                  <a:pt x="18329" y="63102"/>
                </a:cubicBezTo>
                <a:cubicBezTo>
                  <a:pt x="18329" y="63224"/>
                  <a:pt x="18238" y="63345"/>
                  <a:pt x="18025" y="63497"/>
                </a:cubicBezTo>
                <a:cubicBezTo>
                  <a:pt x="18025" y="63588"/>
                  <a:pt x="18116" y="63497"/>
                  <a:pt x="18207" y="63467"/>
                </a:cubicBezTo>
                <a:cubicBezTo>
                  <a:pt x="18207" y="63558"/>
                  <a:pt x="17934" y="63771"/>
                  <a:pt x="17752" y="63923"/>
                </a:cubicBezTo>
                <a:close/>
                <a:moveTo>
                  <a:pt x="115139" y="56415"/>
                </a:moveTo>
                <a:cubicBezTo>
                  <a:pt x="115200" y="56658"/>
                  <a:pt x="114714" y="56810"/>
                  <a:pt x="114440" y="56993"/>
                </a:cubicBezTo>
                <a:cubicBezTo>
                  <a:pt x="114471" y="56719"/>
                  <a:pt x="114896" y="56567"/>
                  <a:pt x="115139" y="56415"/>
                </a:cubicBezTo>
                <a:close/>
                <a:moveTo>
                  <a:pt x="11581" y="112799"/>
                </a:moveTo>
                <a:cubicBezTo>
                  <a:pt x="12007" y="113377"/>
                  <a:pt x="12341" y="114015"/>
                  <a:pt x="12554" y="114714"/>
                </a:cubicBezTo>
                <a:cubicBezTo>
                  <a:pt x="12311" y="114836"/>
                  <a:pt x="12432" y="114501"/>
                  <a:pt x="12341" y="114319"/>
                </a:cubicBezTo>
                <a:cubicBezTo>
                  <a:pt x="12007" y="114015"/>
                  <a:pt x="11764" y="113225"/>
                  <a:pt x="11581" y="112799"/>
                </a:cubicBezTo>
                <a:close/>
                <a:moveTo>
                  <a:pt x="29302" y="115079"/>
                </a:moveTo>
                <a:cubicBezTo>
                  <a:pt x="29758" y="114866"/>
                  <a:pt x="30366" y="114744"/>
                  <a:pt x="31247" y="114471"/>
                </a:cubicBezTo>
                <a:cubicBezTo>
                  <a:pt x="30639" y="114744"/>
                  <a:pt x="29971" y="114957"/>
                  <a:pt x="29302" y="115079"/>
                </a:cubicBezTo>
                <a:close/>
                <a:moveTo>
                  <a:pt x="105443" y="66962"/>
                </a:moveTo>
                <a:cubicBezTo>
                  <a:pt x="105443" y="67388"/>
                  <a:pt x="104319" y="67813"/>
                  <a:pt x="103771" y="68117"/>
                </a:cubicBezTo>
                <a:cubicBezTo>
                  <a:pt x="103376" y="68330"/>
                  <a:pt x="102829" y="68847"/>
                  <a:pt x="102616" y="68665"/>
                </a:cubicBezTo>
                <a:cubicBezTo>
                  <a:pt x="103589" y="68178"/>
                  <a:pt x="104531" y="67601"/>
                  <a:pt x="105443" y="66962"/>
                </a:cubicBezTo>
                <a:close/>
                <a:moveTo>
                  <a:pt x="119790" y="54591"/>
                </a:moveTo>
                <a:cubicBezTo>
                  <a:pt x="119577" y="54804"/>
                  <a:pt x="119608" y="54895"/>
                  <a:pt x="119364" y="55108"/>
                </a:cubicBezTo>
                <a:cubicBezTo>
                  <a:pt x="119152" y="55108"/>
                  <a:pt x="118969" y="55047"/>
                  <a:pt x="118787" y="54895"/>
                </a:cubicBezTo>
                <a:cubicBezTo>
                  <a:pt x="119182" y="54622"/>
                  <a:pt x="119547" y="54439"/>
                  <a:pt x="119790" y="54591"/>
                </a:cubicBezTo>
                <a:close/>
                <a:moveTo>
                  <a:pt x="108209" y="65534"/>
                </a:moveTo>
                <a:cubicBezTo>
                  <a:pt x="107966" y="65838"/>
                  <a:pt x="107024" y="66294"/>
                  <a:pt x="106507" y="66628"/>
                </a:cubicBezTo>
                <a:cubicBezTo>
                  <a:pt x="106811" y="66233"/>
                  <a:pt x="107692" y="65838"/>
                  <a:pt x="108209" y="65534"/>
                </a:cubicBezTo>
                <a:close/>
                <a:moveTo>
                  <a:pt x="96172" y="72464"/>
                </a:moveTo>
                <a:lnTo>
                  <a:pt x="98452" y="71096"/>
                </a:lnTo>
                <a:cubicBezTo>
                  <a:pt x="97358" y="72130"/>
                  <a:pt x="96051" y="72494"/>
                  <a:pt x="94349" y="73649"/>
                </a:cubicBezTo>
                <a:cubicBezTo>
                  <a:pt x="94014" y="73710"/>
                  <a:pt x="95625" y="72798"/>
                  <a:pt x="96172" y="72464"/>
                </a:cubicBezTo>
                <a:close/>
                <a:moveTo>
                  <a:pt x="120671" y="54135"/>
                </a:moveTo>
                <a:cubicBezTo>
                  <a:pt x="120337" y="54531"/>
                  <a:pt x="119942" y="54926"/>
                  <a:pt x="119577" y="55321"/>
                </a:cubicBezTo>
                <a:cubicBezTo>
                  <a:pt x="119760" y="55078"/>
                  <a:pt x="120428" y="54014"/>
                  <a:pt x="120671" y="54135"/>
                </a:cubicBezTo>
                <a:close/>
                <a:moveTo>
                  <a:pt x="122951" y="50184"/>
                </a:moveTo>
                <a:cubicBezTo>
                  <a:pt x="122981" y="50549"/>
                  <a:pt x="122830" y="50853"/>
                  <a:pt x="122617" y="51126"/>
                </a:cubicBezTo>
                <a:cubicBezTo>
                  <a:pt x="122617" y="50761"/>
                  <a:pt x="122738" y="50458"/>
                  <a:pt x="122981" y="50184"/>
                </a:cubicBezTo>
                <a:close/>
                <a:moveTo>
                  <a:pt x="121826" y="52555"/>
                </a:moveTo>
                <a:cubicBezTo>
                  <a:pt x="121583" y="53041"/>
                  <a:pt x="121249" y="53497"/>
                  <a:pt x="120793" y="53801"/>
                </a:cubicBezTo>
                <a:cubicBezTo>
                  <a:pt x="120975" y="53406"/>
                  <a:pt x="121188" y="53011"/>
                  <a:pt x="121492" y="52707"/>
                </a:cubicBezTo>
                <a:cubicBezTo>
                  <a:pt x="121553" y="52768"/>
                  <a:pt x="121705" y="52707"/>
                  <a:pt x="121826" y="52555"/>
                </a:cubicBezTo>
                <a:close/>
                <a:moveTo>
                  <a:pt x="109303" y="60488"/>
                </a:moveTo>
                <a:cubicBezTo>
                  <a:pt x="108726" y="60762"/>
                  <a:pt x="108878" y="60914"/>
                  <a:pt x="108452" y="61157"/>
                </a:cubicBezTo>
                <a:cubicBezTo>
                  <a:pt x="107905" y="61005"/>
                  <a:pt x="107601" y="61734"/>
                  <a:pt x="107206" y="61825"/>
                </a:cubicBezTo>
                <a:cubicBezTo>
                  <a:pt x="107267" y="61734"/>
                  <a:pt x="107297" y="61643"/>
                  <a:pt x="107237" y="61582"/>
                </a:cubicBezTo>
                <a:cubicBezTo>
                  <a:pt x="107540" y="61430"/>
                  <a:pt x="108088" y="60974"/>
                  <a:pt x="108209" y="61066"/>
                </a:cubicBezTo>
                <a:cubicBezTo>
                  <a:pt x="108483" y="60822"/>
                  <a:pt x="109182" y="60154"/>
                  <a:pt x="109303" y="60488"/>
                </a:cubicBezTo>
                <a:close/>
                <a:moveTo>
                  <a:pt x="39849" y="48421"/>
                </a:moveTo>
                <a:cubicBezTo>
                  <a:pt x="39029" y="49151"/>
                  <a:pt x="38177" y="49819"/>
                  <a:pt x="37266" y="50458"/>
                </a:cubicBezTo>
                <a:cubicBezTo>
                  <a:pt x="37965" y="49758"/>
                  <a:pt x="38725" y="49090"/>
                  <a:pt x="39515" y="48482"/>
                </a:cubicBezTo>
                <a:cubicBezTo>
                  <a:pt x="39697" y="48299"/>
                  <a:pt x="39788" y="48360"/>
                  <a:pt x="39849" y="48421"/>
                </a:cubicBezTo>
                <a:close/>
                <a:moveTo>
                  <a:pt x="1095" y="96325"/>
                </a:moveTo>
                <a:lnTo>
                  <a:pt x="912" y="95200"/>
                </a:lnTo>
                <a:cubicBezTo>
                  <a:pt x="1034" y="95200"/>
                  <a:pt x="1399" y="96355"/>
                  <a:pt x="1095" y="96325"/>
                </a:cubicBezTo>
                <a:close/>
                <a:moveTo>
                  <a:pt x="58026" y="25746"/>
                </a:moveTo>
                <a:cubicBezTo>
                  <a:pt x="57995" y="25624"/>
                  <a:pt x="58421" y="25168"/>
                  <a:pt x="58664" y="25016"/>
                </a:cubicBezTo>
                <a:cubicBezTo>
                  <a:pt x="58907" y="24834"/>
                  <a:pt x="59394" y="24530"/>
                  <a:pt x="59424" y="24712"/>
                </a:cubicBezTo>
                <a:cubicBezTo>
                  <a:pt x="58816" y="25047"/>
                  <a:pt x="58725" y="25260"/>
                  <a:pt x="58026" y="25746"/>
                </a:cubicBezTo>
                <a:close/>
                <a:moveTo>
                  <a:pt x="152" y="88300"/>
                </a:moveTo>
                <a:cubicBezTo>
                  <a:pt x="244" y="87935"/>
                  <a:pt x="152" y="87145"/>
                  <a:pt x="152" y="86476"/>
                </a:cubicBezTo>
                <a:cubicBezTo>
                  <a:pt x="152" y="85808"/>
                  <a:pt x="0" y="84896"/>
                  <a:pt x="244" y="84835"/>
                </a:cubicBezTo>
                <a:cubicBezTo>
                  <a:pt x="152" y="85899"/>
                  <a:pt x="548" y="87996"/>
                  <a:pt x="152" y="88300"/>
                </a:cubicBezTo>
                <a:close/>
                <a:moveTo>
                  <a:pt x="21521" y="55138"/>
                </a:moveTo>
                <a:cubicBezTo>
                  <a:pt x="20974" y="55290"/>
                  <a:pt x="22402" y="54348"/>
                  <a:pt x="22493" y="54105"/>
                </a:cubicBezTo>
                <a:cubicBezTo>
                  <a:pt x="22554" y="54135"/>
                  <a:pt x="22767" y="53953"/>
                  <a:pt x="22919" y="53862"/>
                </a:cubicBezTo>
                <a:cubicBezTo>
                  <a:pt x="22919" y="54227"/>
                  <a:pt x="21642" y="54895"/>
                  <a:pt x="21521" y="55138"/>
                </a:cubicBezTo>
                <a:close/>
                <a:moveTo>
                  <a:pt x="973" y="78118"/>
                </a:moveTo>
                <a:cubicBezTo>
                  <a:pt x="1034" y="77692"/>
                  <a:pt x="1064" y="77297"/>
                  <a:pt x="1247" y="77327"/>
                </a:cubicBezTo>
                <a:cubicBezTo>
                  <a:pt x="1216" y="77814"/>
                  <a:pt x="1186" y="78209"/>
                  <a:pt x="973" y="78118"/>
                </a:cubicBezTo>
                <a:close/>
                <a:moveTo>
                  <a:pt x="821" y="89425"/>
                </a:moveTo>
                <a:cubicBezTo>
                  <a:pt x="639" y="89516"/>
                  <a:pt x="821" y="88513"/>
                  <a:pt x="639" y="88604"/>
                </a:cubicBezTo>
                <a:cubicBezTo>
                  <a:pt x="821" y="88452"/>
                  <a:pt x="517" y="87327"/>
                  <a:pt x="791" y="87479"/>
                </a:cubicBezTo>
                <a:cubicBezTo>
                  <a:pt x="821" y="88148"/>
                  <a:pt x="730" y="88604"/>
                  <a:pt x="821" y="89425"/>
                </a:cubicBezTo>
                <a:close/>
                <a:moveTo>
                  <a:pt x="1399" y="94653"/>
                </a:moveTo>
                <a:cubicBezTo>
                  <a:pt x="1247" y="93893"/>
                  <a:pt x="1459" y="93711"/>
                  <a:pt x="1399" y="93163"/>
                </a:cubicBezTo>
                <a:cubicBezTo>
                  <a:pt x="1429" y="93194"/>
                  <a:pt x="1733" y="94805"/>
                  <a:pt x="1399" y="94653"/>
                </a:cubicBezTo>
                <a:close/>
                <a:moveTo>
                  <a:pt x="1095" y="88938"/>
                </a:moveTo>
                <a:cubicBezTo>
                  <a:pt x="1064" y="88391"/>
                  <a:pt x="1004" y="87814"/>
                  <a:pt x="1216" y="87814"/>
                </a:cubicBezTo>
                <a:cubicBezTo>
                  <a:pt x="1125" y="88057"/>
                  <a:pt x="1338" y="88969"/>
                  <a:pt x="1095" y="88908"/>
                </a:cubicBezTo>
                <a:close/>
                <a:moveTo>
                  <a:pt x="1186" y="86811"/>
                </a:moveTo>
                <a:cubicBezTo>
                  <a:pt x="943" y="86689"/>
                  <a:pt x="1125" y="87479"/>
                  <a:pt x="852" y="87297"/>
                </a:cubicBezTo>
                <a:cubicBezTo>
                  <a:pt x="821" y="86750"/>
                  <a:pt x="1064" y="86750"/>
                  <a:pt x="1034" y="86172"/>
                </a:cubicBezTo>
                <a:cubicBezTo>
                  <a:pt x="1156" y="86172"/>
                  <a:pt x="1186" y="86416"/>
                  <a:pt x="1186" y="86811"/>
                </a:cubicBezTo>
                <a:close/>
                <a:moveTo>
                  <a:pt x="45746" y="43558"/>
                </a:moveTo>
                <a:cubicBezTo>
                  <a:pt x="45655" y="43953"/>
                  <a:pt x="44895" y="44378"/>
                  <a:pt x="44469" y="44713"/>
                </a:cubicBezTo>
                <a:lnTo>
                  <a:pt x="41399" y="47114"/>
                </a:lnTo>
                <a:cubicBezTo>
                  <a:pt x="40883" y="47509"/>
                  <a:pt x="40396" y="48269"/>
                  <a:pt x="40001" y="48117"/>
                </a:cubicBezTo>
                <a:cubicBezTo>
                  <a:pt x="41095" y="47479"/>
                  <a:pt x="42007" y="46445"/>
                  <a:pt x="43071" y="45655"/>
                </a:cubicBezTo>
                <a:cubicBezTo>
                  <a:pt x="43831" y="45047"/>
                  <a:pt x="44773" y="44378"/>
                  <a:pt x="45746" y="43558"/>
                </a:cubicBezTo>
                <a:close/>
                <a:moveTo>
                  <a:pt x="35199" y="52068"/>
                </a:moveTo>
                <a:cubicBezTo>
                  <a:pt x="34804" y="52433"/>
                  <a:pt x="34408" y="52768"/>
                  <a:pt x="33952" y="53041"/>
                </a:cubicBezTo>
                <a:cubicBezTo>
                  <a:pt x="34135" y="52646"/>
                  <a:pt x="34743" y="52312"/>
                  <a:pt x="35199" y="52068"/>
                </a:cubicBezTo>
                <a:close/>
                <a:moveTo>
                  <a:pt x="28056" y="57631"/>
                </a:moveTo>
                <a:cubicBezTo>
                  <a:pt x="27843" y="57935"/>
                  <a:pt x="27569" y="58208"/>
                  <a:pt x="27296" y="58421"/>
                </a:cubicBezTo>
                <a:cubicBezTo>
                  <a:pt x="27022" y="58300"/>
                  <a:pt x="27813" y="57904"/>
                  <a:pt x="28056" y="57631"/>
                </a:cubicBezTo>
                <a:close/>
                <a:moveTo>
                  <a:pt x="33679" y="53193"/>
                </a:moveTo>
                <a:cubicBezTo>
                  <a:pt x="33861" y="53376"/>
                  <a:pt x="32433" y="54348"/>
                  <a:pt x="32129" y="54500"/>
                </a:cubicBezTo>
                <a:cubicBezTo>
                  <a:pt x="32311" y="54135"/>
                  <a:pt x="33223" y="53619"/>
                  <a:pt x="33679" y="53193"/>
                </a:cubicBezTo>
                <a:close/>
                <a:moveTo>
                  <a:pt x="54895" y="36293"/>
                </a:moveTo>
                <a:cubicBezTo>
                  <a:pt x="54622" y="36719"/>
                  <a:pt x="54257" y="36871"/>
                  <a:pt x="53710" y="37296"/>
                </a:cubicBezTo>
                <a:cubicBezTo>
                  <a:pt x="53801" y="37023"/>
                  <a:pt x="54561" y="36597"/>
                  <a:pt x="54895" y="36293"/>
                </a:cubicBezTo>
                <a:close/>
                <a:moveTo>
                  <a:pt x="64713" y="28573"/>
                </a:moveTo>
                <a:cubicBezTo>
                  <a:pt x="64713" y="28846"/>
                  <a:pt x="64287" y="28937"/>
                  <a:pt x="64014" y="29181"/>
                </a:cubicBezTo>
                <a:cubicBezTo>
                  <a:pt x="62950" y="30001"/>
                  <a:pt x="61491" y="31187"/>
                  <a:pt x="60427" y="31977"/>
                </a:cubicBezTo>
                <a:cubicBezTo>
                  <a:pt x="60397" y="31521"/>
                  <a:pt x="61187" y="31278"/>
                  <a:pt x="61491" y="31035"/>
                </a:cubicBezTo>
                <a:cubicBezTo>
                  <a:pt x="62372" y="30336"/>
                  <a:pt x="63254" y="29636"/>
                  <a:pt x="64713" y="28573"/>
                </a:cubicBezTo>
                <a:close/>
                <a:moveTo>
                  <a:pt x="47357" y="42311"/>
                </a:moveTo>
                <a:cubicBezTo>
                  <a:pt x="47357" y="42615"/>
                  <a:pt x="45959" y="43618"/>
                  <a:pt x="45989" y="43375"/>
                </a:cubicBezTo>
                <a:cubicBezTo>
                  <a:pt x="46415" y="43163"/>
                  <a:pt x="46719" y="42767"/>
                  <a:pt x="47357" y="42311"/>
                </a:cubicBezTo>
                <a:close/>
                <a:moveTo>
                  <a:pt x="53436" y="37418"/>
                </a:moveTo>
                <a:cubicBezTo>
                  <a:pt x="53527" y="37570"/>
                  <a:pt x="52950" y="37995"/>
                  <a:pt x="52737" y="38056"/>
                </a:cubicBezTo>
                <a:cubicBezTo>
                  <a:pt x="52646" y="37904"/>
                  <a:pt x="53223" y="37631"/>
                  <a:pt x="53406" y="37418"/>
                </a:cubicBezTo>
                <a:close/>
                <a:moveTo>
                  <a:pt x="5229" y="110793"/>
                </a:moveTo>
                <a:cubicBezTo>
                  <a:pt x="4955" y="110519"/>
                  <a:pt x="4742" y="109486"/>
                  <a:pt x="4469" y="108939"/>
                </a:cubicBezTo>
                <a:cubicBezTo>
                  <a:pt x="4742" y="109212"/>
                  <a:pt x="4985" y="110215"/>
                  <a:pt x="5229" y="110793"/>
                </a:cubicBezTo>
                <a:close/>
                <a:moveTo>
                  <a:pt x="77996" y="89364"/>
                </a:moveTo>
                <a:cubicBezTo>
                  <a:pt x="77996" y="89577"/>
                  <a:pt x="77844" y="89941"/>
                  <a:pt x="77844" y="90154"/>
                </a:cubicBezTo>
                <a:cubicBezTo>
                  <a:pt x="77935" y="90154"/>
                  <a:pt x="78026" y="90093"/>
                  <a:pt x="78087" y="90002"/>
                </a:cubicBezTo>
                <a:cubicBezTo>
                  <a:pt x="78209" y="90276"/>
                  <a:pt x="77844" y="90093"/>
                  <a:pt x="77783" y="90428"/>
                </a:cubicBezTo>
                <a:cubicBezTo>
                  <a:pt x="77753" y="90154"/>
                  <a:pt x="77783" y="89577"/>
                  <a:pt x="77996" y="89364"/>
                </a:cubicBezTo>
                <a:close/>
                <a:moveTo>
                  <a:pt x="79820" y="86750"/>
                </a:moveTo>
                <a:cubicBezTo>
                  <a:pt x="80032" y="87054"/>
                  <a:pt x="79546" y="87358"/>
                  <a:pt x="79272" y="87662"/>
                </a:cubicBezTo>
                <a:cubicBezTo>
                  <a:pt x="79212" y="87510"/>
                  <a:pt x="79668" y="87054"/>
                  <a:pt x="79820" y="86750"/>
                </a:cubicBezTo>
                <a:close/>
                <a:moveTo>
                  <a:pt x="78361" y="90823"/>
                </a:moveTo>
                <a:cubicBezTo>
                  <a:pt x="78178" y="91157"/>
                  <a:pt x="78117" y="91522"/>
                  <a:pt x="77905" y="91431"/>
                </a:cubicBezTo>
                <a:cubicBezTo>
                  <a:pt x="77996" y="91431"/>
                  <a:pt x="78057" y="91218"/>
                  <a:pt x="78117" y="91036"/>
                </a:cubicBezTo>
                <a:cubicBezTo>
                  <a:pt x="78178" y="90884"/>
                  <a:pt x="78269" y="90732"/>
                  <a:pt x="78361" y="90823"/>
                </a:cubicBezTo>
                <a:close/>
                <a:moveTo>
                  <a:pt x="79576" y="88209"/>
                </a:moveTo>
                <a:cubicBezTo>
                  <a:pt x="79607" y="88482"/>
                  <a:pt x="79181" y="88878"/>
                  <a:pt x="79029" y="88938"/>
                </a:cubicBezTo>
                <a:cubicBezTo>
                  <a:pt x="78877" y="89212"/>
                  <a:pt x="78938" y="89334"/>
                  <a:pt x="78725" y="89486"/>
                </a:cubicBezTo>
                <a:cubicBezTo>
                  <a:pt x="78786" y="89030"/>
                  <a:pt x="79303" y="88482"/>
                  <a:pt x="79576" y="88209"/>
                </a:cubicBezTo>
                <a:close/>
                <a:moveTo>
                  <a:pt x="77905" y="90489"/>
                </a:moveTo>
                <a:cubicBezTo>
                  <a:pt x="78026" y="90641"/>
                  <a:pt x="77722" y="90884"/>
                  <a:pt x="77722" y="91097"/>
                </a:cubicBezTo>
                <a:cubicBezTo>
                  <a:pt x="77722" y="91188"/>
                  <a:pt x="77813" y="91248"/>
                  <a:pt x="77813" y="91248"/>
                </a:cubicBezTo>
                <a:cubicBezTo>
                  <a:pt x="77783" y="91461"/>
                  <a:pt x="77661" y="91431"/>
                  <a:pt x="77631" y="91583"/>
                </a:cubicBezTo>
                <a:cubicBezTo>
                  <a:pt x="77601" y="91735"/>
                  <a:pt x="77783" y="92008"/>
                  <a:pt x="77570" y="92343"/>
                </a:cubicBezTo>
                <a:cubicBezTo>
                  <a:pt x="77327" y="92404"/>
                  <a:pt x="77570" y="92039"/>
                  <a:pt x="77601" y="91826"/>
                </a:cubicBezTo>
                <a:cubicBezTo>
                  <a:pt x="77388" y="91826"/>
                  <a:pt x="77449" y="91461"/>
                  <a:pt x="77236" y="91826"/>
                </a:cubicBezTo>
                <a:cubicBezTo>
                  <a:pt x="77054" y="91613"/>
                  <a:pt x="77388" y="91613"/>
                  <a:pt x="77418" y="91492"/>
                </a:cubicBezTo>
                <a:cubicBezTo>
                  <a:pt x="77479" y="91400"/>
                  <a:pt x="77327" y="91431"/>
                  <a:pt x="77327" y="91340"/>
                </a:cubicBezTo>
                <a:cubicBezTo>
                  <a:pt x="77358" y="91127"/>
                  <a:pt x="77631" y="90914"/>
                  <a:pt x="77722" y="90549"/>
                </a:cubicBezTo>
                <a:cubicBezTo>
                  <a:pt x="77813" y="90580"/>
                  <a:pt x="77874" y="90580"/>
                  <a:pt x="77905" y="90489"/>
                </a:cubicBezTo>
                <a:close/>
                <a:moveTo>
                  <a:pt x="76628" y="97753"/>
                </a:moveTo>
                <a:cubicBezTo>
                  <a:pt x="76598" y="98239"/>
                  <a:pt x="76628" y="98483"/>
                  <a:pt x="76628" y="98969"/>
                </a:cubicBezTo>
                <a:cubicBezTo>
                  <a:pt x="76628" y="99516"/>
                  <a:pt x="76537" y="100063"/>
                  <a:pt x="76354" y="100580"/>
                </a:cubicBezTo>
                <a:cubicBezTo>
                  <a:pt x="76233" y="100398"/>
                  <a:pt x="76142" y="100884"/>
                  <a:pt x="75990" y="101249"/>
                </a:cubicBezTo>
                <a:cubicBezTo>
                  <a:pt x="76020" y="100246"/>
                  <a:pt x="76202" y="99243"/>
                  <a:pt x="76537" y="98300"/>
                </a:cubicBezTo>
                <a:cubicBezTo>
                  <a:pt x="76385" y="98300"/>
                  <a:pt x="76294" y="98635"/>
                  <a:pt x="76202" y="98270"/>
                </a:cubicBezTo>
                <a:cubicBezTo>
                  <a:pt x="76172" y="99030"/>
                  <a:pt x="76020" y="99820"/>
                  <a:pt x="75777" y="100550"/>
                </a:cubicBezTo>
                <a:cubicBezTo>
                  <a:pt x="75503" y="101370"/>
                  <a:pt x="75078" y="101978"/>
                  <a:pt x="74835" y="101978"/>
                </a:cubicBezTo>
                <a:cubicBezTo>
                  <a:pt x="75291" y="101127"/>
                  <a:pt x="75564" y="100793"/>
                  <a:pt x="75807" y="99881"/>
                </a:cubicBezTo>
                <a:cubicBezTo>
                  <a:pt x="75899" y="99577"/>
                  <a:pt x="75777" y="98999"/>
                  <a:pt x="75655" y="99577"/>
                </a:cubicBezTo>
                <a:cubicBezTo>
                  <a:pt x="75655" y="99212"/>
                  <a:pt x="75716" y="98726"/>
                  <a:pt x="75777" y="98300"/>
                </a:cubicBezTo>
                <a:cubicBezTo>
                  <a:pt x="75807" y="97905"/>
                  <a:pt x="75838" y="97540"/>
                  <a:pt x="75868" y="97176"/>
                </a:cubicBezTo>
                <a:cubicBezTo>
                  <a:pt x="75929" y="96598"/>
                  <a:pt x="75959" y="96021"/>
                  <a:pt x="75929" y="95443"/>
                </a:cubicBezTo>
                <a:cubicBezTo>
                  <a:pt x="76172" y="95686"/>
                  <a:pt x="76081" y="96477"/>
                  <a:pt x="76142" y="96841"/>
                </a:cubicBezTo>
                <a:cubicBezTo>
                  <a:pt x="76294" y="96963"/>
                  <a:pt x="76446" y="96264"/>
                  <a:pt x="76294" y="96203"/>
                </a:cubicBezTo>
                <a:cubicBezTo>
                  <a:pt x="76506" y="95656"/>
                  <a:pt x="76446" y="96780"/>
                  <a:pt x="76415" y="97206"/>
                </a:cubicBezTo>
                <a:cubicBezTo>
                  <a:pt x="76263" y="97510"/>
                  <a:pt x="76202" y="97084"/>
                  <a:pt x="76081" y="96993"/>
                </a:cubicBezTo>
                <a:cubicBezTo>
                  <a:pt x="76051" y="97540"/>
                  <a:pt x="75990" y="98118"/>
                  <a:pt x="75868" y="98635"/>
                </a:cubicBezTo>
                <a:cubicBezTo>
                  <a:pt x="75990" y="98787"/>
                  <a:pt x="76051" y="98543"/>
                  <a:pt x="76081" y="98361"/>
                </a:cubicBezTo>
                <a:cubicBezTo>
                  <a:pt x="76111" y="98179"/>
                  <a:pt x="76142" y="97966"/>
                  <a:pt x="76142" y="97875"/>
                </a:cubicBezTo>
                <a:cubicBezTo>
                  <a:pt x="76172" y="97814"/>
                  <a:pt x="76233" y="98179"/>
                  <a:pt x="76294" y="98088"/>
                </a:cubicBezTo>
                <a:cubicBezTo>
                  <a:pt x="76324" y="97996"/>
                  <a:pt x="76324" y="97388"/>
                  <a:pt x="76537" y="97571"/>
                </a:cubicBezTo>
                <a:cubicBezTo>
                  <a:pt x="76506" y="97723"/>
                  <a:pt x="76598" y="97692"/>
                  <a:pt x="76628" y="97753"/>
                </a:cubicBezTo>
                <a:close/>
                <a:moveTo>
                  <a:pt x="78847" y="90914"/>
                </a:moveTo>
                <a:cubicBezTo>
                  <a:pt x="78665" y="91370"/>
                  <a:pt x="78786" y="91826"/>
                  <a:pt x="78725" y="92221"/>
                </a:cubicBezTo>
                <a:cubicBezTo>
                  <a:pt x="78665" y="92525"/>
                  <a:pt x="78543" y="92343"/>
                  <a:pt x="78573" y="92647"/>
                </a:cubicBezTo>
                <a:cubicBezTo>
                  <a:pt x="78604" y="93011"/>
                  <a:pt x="78573" y="93407"/>
                  <a:pt x="78513" y="93771"/>
                </a:cubicBezTo>
                <a:cubicBezTo>
                  <a:pt x="78452" y="94227"/>
                  <a:pt x="78482" y="94774"/>
                  <a:pt x="78421" y="95382"/>
                </a:cubicBezTo>
                <a:cubicBezTo>
                  <a:pt x="78300" y="95473"/>
                  <a:pt x="78300" y="95777"/>
                  <a:pt x="78178" y="95869"/>
                </a:cubicBezTo>
                <a:cubicBezTo>
                  <a:pt x="77844" y="95869"/>
                  <a:pt x="78026" y="95109"/>
                  <a:pt x="77722" y="95443"/>
                </a:cubicBezTo>
                <a:cubicBezTo>
                  <a:pt x="77631" y="94987"/>
                  <a:pt x="77813" y="94926"/>
                  <a:pt x="77753" y="94501"/>
                </a:cubicBezTo>
                <a:cubicBezTo>
                  <a:pt x="77479" y="94501"/>
                  <a:pt x="77449" y="95139"/>
                  <a:pt x="77418" y="95656"/>
                </a:cubicBezTo>
                <a:cubicBezTo>
                  <a:pt x="77297" y="95656"/>
                  <a:pt x="77297" y="95473"/>
                  <a:pt x="77145" y="95504"/>
                </a:cubicBezTo>
                <a:cubicBezTo>
                  <a:pt x="77297" y="95170"/>
                  <a:pt x="77358" y="94835"/>
                  <a:pt x="77388" y="94470"/>
                </a:cubicBezTo>
                <a:cubicBezTo>
                  <a:pt x="77388" y="94075"/>
                  <a:pt x="77449" y="93650"/>
                  <a:pt x="77540" y="93255"/>
                </a:cubicBezTo>
                <a:cubicBezTo>
                  <a:pt x="77692" y="93255"/>
                  <a:pt x="77631" y="93467"/>
                  <a:pt x="77601" y="93650"/>
                </a:cubicBezTo>
                <a:cubicBezTo>
                  <a:pt x="77570" y="93923"/>
                  <a:pt x="77753" y="94014"/>
                  <a:pt x="77874" y="94166"/>
                </a:cubicBezTo>
                <a:cubicBezTo>
                  <a:pt x="78087" y="93802"/>
                  <a:pt x="77874" y="93802"/>
                  <a:pt x="77844" y="93589"/>
                </a:cubicBezTo>
                <a:cubicBezTo>
                  <a:pt x="77935" y="93163"/>
                  <a:pt x="78087" y="92768"/>
                  <a:pt x="78239" y="92373"/>
                </a:cubicBezTo>
                <a:cubicBezTo>
                  <a:pt x="78391" y="92008"/>
                  <a:pt x="78513" y="91644"/>
                  <a:pt x="78543" y="91248"/>
                </a:cubicBezTo>
                <a:cubicBezTo>
                  <a:pt x="78665" y="91188"/>
                  <a:pt x="78786" y="91066"/>
                  <a:pt x="78847" y="90914"/>
                </a:cubicBezTo>
                <a:close/>
                <a:moveTo>
                  <a:pt x="78269" y="93011"/>
                </a:moveTo>
                <a:cubicBezTo>
                  <a:pt x="78148" y="93011"/>
                  <a:pt x="78117" y="93224"/>
                  <a:pt x="78057" y="93315"/>
                </a:cubicBezTo>
                <a:cubicBezTo>
                  <a:pt x="78300" y="93437"/>
                  <a:pt x="78330" y="92920"/>
                  <a:pt x="78421" y="92616"/>
                </a:cubicBezTo>
                <a:cubicBezTo>
                  <a:pt x="78695" y="91887"/>
                  <a:pt x="78239" y="92707"/>
                  <a:pt x="78269" y="93042"/>
                </a:cubicBezTo>
                <a:close/>
                <a:moveTo>
                  <a:pt x="76841" y="96233"/>
                </a:moveTo>
                <a:cubicBezTo>
                  <a:pt x="76780" y="96203"/>
                  <a:pt x="76810" y="95929"/>
                  <a:pt x="76719" y="95929"/>
                </a:cubicBezTo>
                <a:cubicBezTo>
                  <a:pt x="76567" y="95929"/>
                  <a:pt x="76658" y="96568"/>
                  <a:pt x="76598" y="96841"/>
                </a:cubicBezTo>
                <a:cubicBezTo>
                  <a:pt x="76689" y="96841"/>
                  <a:pt x="76658" y="96659"/>
                  <a:pt x="76689" y="96537"/>
                </a:cubicBezTo>
                <a:cubicBezTo>
                  <a:pt x="76902" y="96477"/>
                  <a:pt x="76993" y="96993"/>
                  <a:pt x="76993" y="96233"/>
                </a:cubicBezTo>
                <a:cubicBezTo>
                  <a:pt x="77145" y="96598"/>
                  <a:pt x="77084" y="96720"/>
                  <a:pt x="77023" y="97236"/>
                </a:cubicBezTo>
                <a:cubicBezTo>
                  <a:pt x="77023" y="97358"/>
                  <a:pt x="76932" y="96841"/>
                  <a:pt x="76962" y="96872"/>
                </a:cubicBezTo>
                <a:cubicBezTo>
                  <a:pt x="76902" y="96811"/>
                  <a:pt x="76962" y="97875"/>
                  <a:pt x="76871" y="98148"/>
                </a:cubicBezTo>
                <a:cubicBezTo>
                  <a:pt x="76719" y="98239"/>
                  <a:pt x="76780" y="97844"/>
                  <a:pt x="76780" y="97571"/>
                </a:cubicBezTo>
                <a:cubicBezTo>
                  <a:pt x="76506" y="96872"/>
                  <a:pt x="76385" y="96112"/>
                  <a:pt x="76476" y="95352"/>
                </a:cubicBezTo>
                <a:cubicBezTo>
                  <a:pt x="76506" y="95443"/>
                  <a:pt x="76567" y="95504"/>
                  <a:pt x="76658" y="95504"/>
                </a:cubicBezTo>
                <a:cubicBezTo>
                  <a:pt x="76598" y="95230"/>
                  <a:pt x="76354" y="95230"/>
                  <a:pt x="76476" y="94714"/>
                </a:cubicBezTo>
                <a:cubicBezTo>
                  <a:pt x="76658" y="94774"/>
                  <a:pt x="76780" y="94714"/>
                  <a:pt x="76780" y="94379"/>
                </a:cubicBezTo>
                <a:cubicBezTo>
                  <a:pt x="77206" y="94592"/>
                  <a:pt x="76902" y="95139"/>
                  <a:pt x="76993" y="95656"/>
                </a:cubicBezTo>
                <a:cubicBezTo>
                  <a:pt x="76810" y="95656"/>
                  <a:pt x="76871" y="95413"/>
                  <a:pt x="76719" y="95656"/>
                </a:cubicBezTo>
                <a:cubicBezTo>
                  <a:pt x="76750" y="95869"/>
                  <a:pt x="76932" y="95777"/>
                  <a:pt x="76841" y="96233"/>
                </a:cubicBezTo>
                <a:close/>
                <a:moveTo>
                  <a:pt x="79698" y="86112"/>
                </a:moveTo>
                <a:cubicBezTo>
                  <a:pt x="79759" y="86203"/>
                  <a:pt x="79455" y="86446"/>
                  <a:pt x="79546" y="86537"/>
                </a:cubicBezTo>
                <a:lnTo>
                  <a:pt x="78938" y="87419"/>
                </a:lnTo>
                <a:cubicBezTo>
                  <a:pt x="78634" y="87814"/>
                  <a:pt x="78391" y="88300"/>
                  <a:pt x="78178" y="88209"/>
                </a:cubicBezTo>
                <a:cubicBezTo>
                  <a:pt x="78300" y="87935"/>
                  <a:pt x="78421" y="88027"/>
                  <a:pt x="78573" y="87692"/>
                </a:cubicBezTo>
                <a:lnTo>
                  <a:pt x="78391" y="87571"/>
                </a:lnTo>
                <a:cubicBezTo>
                  <a:pt x="77996" y="87753"/>
                  <a:pt x="77965" y="88239"/>
                  <a:pt x="77570" y="88817"/>
                </a:cubicBezTo>
                <a:cubicBezTo>
                  <a:pt x="77266" y="88817"/>
                  <a:pt x="77692" y="88391"/>
                  <a:pt x="77813" y="88148"/>
                </a:cubicBezTo>
                <a:cubicBezTo>
                  <a:pt x="77905" y="87905"/>
                  <a:pt x="77935" y="87662"/>
                  <a:pt x="78026" y="87479"/>
                </a:cubicBezTo>
                <a:cubicBezTo>
                  <a:pt x="78421" y="86872"/>
                  <a:pt x="78877" y="86294"/>
                  <a:pt x="79120" y="85838"/>
                </a:cubicBezTo>
                <a:cubicBezTo>
                  <a:pt x="79485" y="85656"/>
                  <a:pt x="79090" y="86081"/>
                  <a:pt x="79303" y="86172"/>
                </a:cubicBezTo>
                <a:cubicBezTo>
                  <a:pt x="78999" y="86081"/>
                  <a:pt x="78452" y="86993"/>
                  <a:pt x="78239" y="87449"/>
                </a:cubicBezTo>
                <a:cubicBezTo>
                  <a:pt x="78452" y="87449"/>
                  <a:pt x="78725" y="87297"/>
                  <a:pt x="78999" y="86963"/>
                </a:cubicBezTo>
                <a:cubicBezTo>
                  <a:pt x="78908" y="86780"/>
                  <a:pt x="78756" y="86872"/>
                  <a:pt x="78573" y="87175"/>
                </a:cubicBezTo>
                <a:cubicBezTo>
                  <a:pt x="78786" y="86659"/>
                  <a:pt x="79333" y="86507"/>
                  <a:pt x="79698" y="86142"/>
                </a:cubicBezTo>
                <a:close/>
                <a:moveTo>
                  <a:pt x="76111" y="101309"/>
                </a:moveTo>
                <a:cubicBezTo>
                  <a:pt x="75990" y="102373"/>
                  <a:pt x="75534" y="102464"/>
                  <a:pt x="74713" y="103680"/>
                </a:cubicBezTo>
                <a:cubicBezTo>
                  <a:pt x="75443" y="102860"/>
                  <a:pt x="75230" y="103437"/>
                  <a:pt x="74561" y="104258"/>
                </a:cubicBezTo>
                <a:cubicBezTo>
                  <a:pt x="74440" y="103923"/>
                  <a:pt x="73801" y="104896"/>
                  <a:pt x="73193" y="105018"/>
                </a:cubicBezTo>
                <a:cubicBezTo>
                  <a:pt x="73315" y="104866"/>
                  <a:pt x="73892" y="104197"/>
                  <a:pt x="73072" y="104835"/>
                </a:cubicBezTo>
                <a:cubicBezTo>
                  <a:pt x="73102" y="104501"/>
                  <a:pt x="74014" y="104045"/>
                  <a:pt x="74440" y="103437"/>
                </a:cubicBezTo>
                <a:cubicBezTo>
                  <a:pt x="74470" y="103711"/>
                  <a:pt x="73619" y="104440"/>
                  <a:pt x="74014" y="104440"/>
                </a:cubicBezTo>
                <a:cubicBezTo>
                  <a:pt x="74196" y="104258"/>
                  <a:pt x="74105" y="104227"/>
                  <a:pt x="74105" y="104136"/>
                </a:cubicBezTo>
                <a:cubicBezTo>
                  <a:pt x="74500" y="103741"/>
                  <a:pt x="74865" y="103285"/>
                  <a:pt x="75169" y="102768"/>
                </a:cubicBezTo>
                <a:cubicBezTo>
                  <a:pt x="75351" y="102434"/>
                  <a:pt x="74713" y="102920"/>
                  <a:pt x="75291" y="101978"/>
                </a:cubicBezTo>
                <a:cubicBezTo>
                  <a:pt x="75655" y="101613"/>
                  <a:pt x="75321" y="103164"/>
                  <a:pt x="76111" y="101309"/>
                </a:cubicBezTo>
                <a:close/>
                <a:moveTo>
                  <a:pt x="83011" y="83467"/>
                </a:moveTo>
                <a:cubicBezTo>
                  <a:pt x="83406" y="83133"/>
                  <a:pt x="83406" y="83376"/>
                  <a:pt x="83680" y="82950"/>
                </a:cubicBezTo>
                <a:cubicBezTo>
                  <a:pt x="83893" y="83102"/>
                  <a:pt x="83072" y="83650"/>
                  <a:pt x="83011" y="83467"/>
                </a:cubicBezTo>
                <a:close/>
                <a:moveTo>
                  <a:pt x="100185" y="19697"/>
                </a:moveTo>
                <a:cubicBezTo>
                  <a:pt x="99820" y="19606"/>
                  <a:pt x="99060" y="18876"/>
                  <a:pt x="98543" y="18481"/>
                </a:cubicBezTo>
                <a:cubicBezTo>
                  <a:pt x="98908" y="18603"/>
                  <a:pt x="99668" y="19363"/>
                  <a:pt x="100185" y="19697"/>
                </a:cubicBezTo>
                <a:close/>
                <a:moveTo>
                  <a:pt x="83011" y="83285"/>
                </a:moveTo>
                <a:cubicBezTo>
                  <a:pt x="82859" y="83528"/>
                  <a:pt x="82646" y="83832"/>
                  <a:pt x="82738" y="84045"/>
                </a:cubicBezTo>
                <a:cubicBezTo>
                  <a:pt x="82342" y="84349"/>
                  <a:pt x="82008" y="84805"/>
                  <a:pt x="81795" y="84683"/>
                </a:cubicBezTo>
                <a:cubicBezTo>
                  <a:pt x="82160" y="84440"/>
                  <a:pt x="82464" y="84136"/>
                  <a:pt x="82707" y="83771"/>
                </a:cubicBezTo>
                <a:cubicBezTo>
                  <a:pt x="82646" y="83741"/>
                  <a:pt x="82525" y="83862"/>
                  <a:pt x="82434" y="83923"/>
                </a:cubicBezTo>
                <a:cubicBezTo>
                  <a:pt x="82525" y="83619"/>
                  <a:pt x="82738" y="83406"/>
                  <a:pt x="83011" y="83285"/>
                </a:cubicBezTo>
                <a:close/>
                <a:moveTo>
                  <a:pt x="100549" y="15563"/>
                </a:moveTo>
                <a:cubicBezTo>
                  <a:pt x="100641" y="15503"/>
                  <a:pt x="100853" y="15594"/>
                  <a:pt x="101066" y="15837"/>
                </a:cubicBezTo>
                <a:cubicBezTo>
                  <a:pt x="101218" y="15685"/>
                  <a:pt x="100975" y="15563"/>
                  <a:pt x="101249" y="15624"/>
                </a:cubicBezTo>
                <a:cubicBezTo>
                  <a:pt x="101765" y="15898"/>
                  <a:pt x="102221" y="16232"/>
                  <a:pt x="102708" y="16566"/>
                </a:cubicBezTo>
                <a:lnTo>
                  <a:pt x="105200" y="18086"/>
                </a:lnTo>
                <a:cubicBezTo>
                  <a:pt x="105322" y="18177"/>
                  <a:pt x="105443" y="18269"/>
                  <a:pt x="105534" y="18390"/>
                </a:cubicBezTo>
                <a:cubicBezTo>
                  <a:pt x="106781" y="19241"/>
                  <a:pt x="108209" y="19879"/>
                  <a:pt x="109547" y="20670"/>
                </a:cubicBezTo>
                <a:cubicBezTo>
                  <a:pt x="109790" y="20822"/>
                  <a:pt x="110063" y="21095"/>
                  <a:pt x="110306" y="21247"/>
                </a:cubicBezTo>
                <a:cubicBezTo>
                  <a:pt x="110458" y="21338"/>
                  <a:pt x="110762" y="21369"/>
                  <a:pt x="110914" y="21490"/>
                </a:cubicBezTo>
                <a:cubicBezTo>
                  <a:pt x="111097" y="21582"/>
                  <a:pt x="111340" y="21855"/>
                  <a:pt x="111553" y="21977"/>
                </a:cubicBezTo>
                <a:cubicBezTo>
                  <a:pt x="112647" y="22615"/>
                  <a:pt x="113711" y="23314"/>
                  <a:pt x="114714" y="24074"/>
                </a:cubicBezTo>
                <a:cubicBezTo>
                  <a:pt x="114471" y="24135"/>
                  <a:pt x="114805" y="24348"/>
                  <a:pt x="114653" y="24439"/>
                </a:cubicBezTo>
                <a:cubicBezTo>
                  <a:pt x="115231" y="24773"/>
                  <a:pt x="114683" y="24317"/>
                  <a:pt x="114866" y="24165"/>
                </a:cubicBezTo>
                <a:cubicBezTo>
                  <a:pt x="115899" y="24864"/>
                  <a:pt x="116325" y="25290"/>
                  <a:pt x="116872" y="25442"/>
                </a:cubicBezTo>
                <a:cubicBezTo>
                  <a:pt x="117297" y="25563"/>
                  <a:pt x="117206" y="25807"/>
                  <a:pt x="117358" y="25928"/>
                </a:cubicBezTo>
                <a:cubicBezTo>
                  <a:pt x="117662" y="26202"/>
                  <a:pt x="118088" y="26263"/>
                  <a:pt x="118331" y="26779"/>
                </a:cubicBezTo>
                <a:cubicBezTo>
                  <a:pt x="118483" y="26293"/>
                  <a:pt x="118817" y="27022"/>
                  <a:pt x="119182" y="27174"/>
                </a:cubicBezTo>
                <a:cubicBezTo>
                  <a:pt x="119030" y="26931"/>
                  <a:pt x="118939" y="26688"/>
                  <a:pt x="118908" y="26415"/>
                </a:cubicBezTo>
                <a:cubicBezTo>
                  <a:pt x="118605" y="26293"/>
                  <a:pt x="118787" y="26658"/>
                  <a:pt x="118331" y="26475"/>
                </a:cubicBezTo>
                <a:cubicBezTo>
                  <a:pt x="117875" y="26141"/>
                  <a:pt x="117936" y="25959"/>
                  <a:pt x="117419" y="25594"/>
                </a:cubicBezTo>
                <a:lnTo>
                  <a:pt x="117601" y="25412"/>
                </a:lnTo>
                <a:cubicBezTo>
                  <a:pt x="117176" y="25016"/>
                  <a:pt x="117267" y="25624"/>
                  <a:pt x="116659" y="25168"/>
                </a:cubicBezTo>
                <a:cubicBezTo>
                  <a:pt x="116720" y="25077"/>
                  <a:pt x="116902" y="25168"/>
                  <a:pt x="116963" y="25077"/>
                </a:cubicBezTo>
                <a:cubicBezTo>
                  <a:pt x="116477" y="24591"/>
                  <a:pt x="116112" y="24682"/>
                  <a:pt x="115838" y="24287"/>
                </a:cubicBezTo>
                <a:cubicBezTo>
                  <a:pt x="115231" y="24104"/>
                  <a:pt x="114653" y="23801"/>
                  <a:pt x="114167" y="23405"/>
                </a:cubicBezTo>
                <a:cubicBezTo>
                  <a:pt x="114501" y="23497"/>
                  <a:pt x="114805" y="23618"/>
                  <a:pt x="115109" y="23831"/>
                </a:cubicBezTo>
                <a:cubicBezTo>
                  <a:pt x="114987" y="23618"/>
                  <a:pt x="114835" y="23436"/>
                  <a:pt x="114683" y="23284"/>
                </a:cubicBezTo>
                <a:cubicBezTo>
                  <a:pt x="114379" y="23071"/>
                  <a:pt x="114714" y="23497"/>
                  <a:pt x="114744" y="23466"/>
                </a:cubicBezTo>
                <a:cubicBezTo>
                  <a:pt x="114592" y="23527"/>
                  <a:pt x="114501" y="23314"/>
                  <a:pt x="114288" y="23253"/>
                </a:cubicBezTo>
                <a:cubicBezTo>
                  <a:pt x="114076" y="23162"/>
                  <a:pt x="113863" y="23375"/>
                  <a:pt x="113528" y="22858"/>
                </a:cubicBezTo>
                <a:cubicBezTo>
                  <a:pt x="113498" y="22615"/>
                  <a:pt x="113863" y="23010"/>
                  <a:pt x="114015" y="23041"/>
                </a:cubicBezTo>
                <a:cubicBezTo>
                  <a:pt x="114167" y="23071"/>
                  <a:pt x="114136" y="22797"/>
                  <a:pt x="114471" y="23010"/>
                </a:cubicBezTo>
                <a:cubicBezTo>
                  <a:pt x="114106" y="22433"/>
                  <a:pt x="113711" y="22372"/>
                  <a:pt x="113164" y="21946"/>
                </a:cubicBezTo>
                <a:cubicBezTo>
                  <a:pt x="112981" y="22220"/>
                  <a:pt x="113680" y="22372"/>
                  <a:pt x="113741" y="22585"/>
                </a:cubicBezTo>
                <a:cubicBezTo>
                  <a:pt x="113741" y="22949"/>
                  <a:pt x="113164" y="22433"/>
                  <a:pt x="112981" y="22494"/>
                </a:cubicBezTo>
                <a:cubicBezTo>
                  <a:pt x="112556" y="22129"/>
                  <a:pt x="112981" y="22342"/>
                  <a:pt x="113042" y="22129"/>
                </a:cubicBezTo>
                <a:cubicBezTo>
                  <a:pt x="112890" y="21734"/>
                  <a:pt x="112617" y="21430"/>
                  <a:pt x="112252" y="21247"/>
                </a:cubicBezTo>
                <a:cubicBezTo>
                  <a:pt x="112404" y="21065"/>
                  <a:pt x="113012" y="21217"/>
                  <a:pt x="113042" y="21521"/>
                </a:cubicBezTo>
                <a:cubicBezTo>
                  <a:pt x="113468" y="21734"/>
                  <a:pt x="112769" y="21187"/>
                  <a:pt x="113103" y="21156"/>
                </a:cubicBezTo>
                <a:cubicBezTo>
                  <a:pt x="113498" y="21217"/>
                  <a:pt x="113741" y="21582"/>
                  <a:pt x="114076" y="21825"/>
                </a:cubicBezTo>
                <a:cubicBezTo>
                  <a:pt x="114288" y="21916"/>
                  <a:pt x="114471" y="22007"/>
                  <a:pt x="114683" y="22129"/>
                </a:cubicBezTo>
                <a:cubicBezTo>
                  <a:pt x="115291" y="22585"/>
                  <a:pt x="115960" y="23223"/>
                  <a:pt x="116659" y="23770"/>
                </a:cubicBezTo>
                <a:cubicBezTo>
                  <a:pt x="116963" y="23983"/>
                  <a:pt x="117085" y="24013"/>
                  <a:pt x="117267" y="24135"/>
                </a:cubicBezTo>
                <a:cubicBezTo>
                  <a:pt x="118209" y="24895"/>
                  <a:pt x="119486" y="26111"/>
                  <a:pt x="120428" y="26992"/>
                </a:cubicBezTo>
                <a:cubicBezTo>
                  <a:pt x="120763" y="27326"/>
                  <a:pt x="121097" y="27722"/>
                  <a:pt x="121401" y="28117"/>
                </a:cubicBezTo>
                <a:cubicBezTo>
                  <a:pt x="123559" y="30518"/>
                  <a:pt x="125322" y="33284"/>
                  <a:pt x="126538" y="36293"/>
                </a:cubicBezTo>
                <a:cubicBezTo>
                  <a:pt x="126629" y="36536"/>
                  <a:pt x="126690" y="36810"/>
                  <a:pt x="126720" y="37053"/>
                </a:cubicBezTo>
                <a:cubicBezTo>
                  <a:pt x="126903" y="37722"/>
                  <a:pt x="127237" y="38299"/>
                  <a:pt x="127480" y="39120"/>
                </a:cubicBezTo>
                <a:cubicBezTo>
                  <a:pt x="127602" y="39637"/>
                  <a:pt x="127723" y="40153"/>
                  <a:pt x="127906" y="40670"/>
                </a:cubicBezTo>
                <a:cubicBezTo>
                  <a:pt x="128088" y="41308"/>
                  <a:pt x="127845" y="41248"/>
                  <a:pt x="127906" y="41704"/>
                </a:cubicBezTo>
                <a:cubicBezTo>
                  <a:pt x="128210" y="42707"/>
                  <a:pt x="128149" y="43892"/>
                  <a:pt x="128301" y="45047"/>
                </a:cubicBezTo>
                <a:cubicBezTo>
                  <a:pt x="128301" y="45442"/>
                  <a:pt x="128027" y="45047"/>
                  <a:pt x="128088" y="44622"/>
                </a:cubicBezTo>
                <a:cubicBezTo>
                  <a:pt x="127966" y="45017"/>
                  <a:pt x="127966" y="45442"/>
                  <a:pt x="128058" y="45837"/>
                </a:cubicBezTo>
                <a:cubicBezTo>
                  <a:pt x="128088" y="46202"/>
                  <a:pt x="128179" y="46445"/>
                  <a:pt x="128240" y="46354"/>
                </a:cubicBezTo>
                <a:cubicBezTo>
                  <a:pt x="128118" y="47114"/>
                  <a:pt x="127966" y="48147"/>
                  <a:pt x="127662" y="48208"/>
                </a:cubicBezTo>
                <a:cubicBezTo>
                  <a:pt x="127814" y="49302"/>
                  <a:pt x="126751" y="50792"/>
                  <a:pt x="126751" y="51734"/>
                </a:cubicBezTo>
                <a:cubicBezTo>
                  <a:pt x="126629" y="52129"/>
                  <a:pt x="126416" y="52160"/>
                  <a:pt x="126355" y="52251"/>
                </a:cubicBezTo>
                <a:cubicBezTo>
                  <a:pt x="126295" y="52494"/>
                  <a:pt x="126234" y="52707"/>
                  <a:pt x="126112" y="52920"/>
                </a:cubicBezTo>
                <a:cubicBezTo>
                  <a:pt x="125474" y="53953"/>
                  <a:pt x="124714" y="54956"/>
                  <a:pt x="123924" y="55898"/>
                </a:cubicBezTo>
                <a:cubicBezTo>
                  <a:pt x="123741" y="56111"/>
                  <a:pt x="123316" y="56658"/>
                  <a:pt x="123377" y="56749"/>
                </a:cubicBezTo>
                <a:cubicBezTo>
                  <a:pt x="123225" y="56901"/>
                  <a:pt x="123194" y="56749"/>
                  <a:pt x="123103" y="56749"/>
                </a:cubicBezTo>
                <a:cubicBezTo>
                  <a:pt x="122556" y="57449"/>
                  <a:pt x="121918" y="58056"/>
                  <a:pt x="121219" y="58604"/>
                </a:cubicBezTo>
                <a:cubicBezTo>
                  <a:pt x="121067" y="58725"/>
                  <a:pt x="121158" y="58756"/>
                  <a:pt x="121158" y="58816"/>
                </a:cubicBezTo>
                <a:cubicBezTo>
                  <a:pt x="120550" y="59181"/>
                  <a:pt x="120398" y="59546"/>
                  <a:pt x="119942" y="59637"/>
                </a:cubicBezTo>
                <a:cubicBezTo>
                  <a:pt x="119608" y="59850"/>
                  <a:pt x="119820" y="59911"/>
                  <a:pt x="119608" y="60093"/>
                </a:cubicBezTo>
                <a:cubicBezTo>
                  <a:pt x="119060" y="60397"/>
                  <a:pt x="118513" y="60731"/>
                  <a:pt x="117966" y="61096"/>
                </a:cubicBezTo>
                <a:cubicBezTo>
                  <a:pt x="117601" y="61339"/>
                  <a:pt x="116963" y="61856"/>
                  <a:pt x="116750" y="62008"/>
                </a:cubicBezTo>
                <a:cubicBezTo>
                  <a:pt x="116477" y="62221"/>
                  <a:pt x="116234" y="62464"/>
                  <a:pt x="115990" y="62646"/>
                </a:cubicBezTo>
                <a:cubicBezTo>
                  <a:pt x="114987" y="63345"/>
                  <a:pt x="113954" y="63923"/>
                  <a:pt x="113133" y="64409"/>
                </a:cubicBezTo>
                <a:cubicBezTo>
                  <a:pt x="112282" y="64895"/>
                  <a:pt x="111644" y="65595"/>
                  <a:pt x="110975" y="65716"/>
                </a:cubicBezTo>
                <a:cubicBezTo>
                  <a:pt x="110762" y="65868"/>
                  <a:pt x="110762" y="65990"/>
                  <a:pt x="110519" y="66142"/>
                </a:cubicBezTo>
                <a:cubicBezTo>
                  <a:pt x="110276" y="66294"/>
                  <a:pt x="110246" y="66233"/>
                  <a:pt x="110094" y="66324"/>
                </a:cubicBezTo>
                <a:cubicBezTo>
                  <a:pt x="109790" y="66537"/>
                  <a:pt x="109425" y="66902"/>
                  <a:pt x="109091" y="67084"/>
                </a:cubicBezTo>
                <a:cubicBezTo>
                  <a:pt x="108331" y="67570"/>
                  <a:pt x="107571" y="67874"/>
                  <a:pt x="106781" y="68391"/>
                </a:cubicBezTo>
                <a:cubicBezTo>
                  <a:pt x="106568" y="68543"/>
                  <a:pt x="106568" y="68604"/>
                  <a:pt x="106385" y="68695"/>
                </a:cubicBezTo>
                <a:cubicBezTo>
                  <a:pt x="106173" y="68847"/>
                  <a:pt x="105929" y="68908"/>
                  <a:pt x="105686" y="69060"/>
                </a:cubicBezTo>
                <a:cubicBezTo>
                  <a:pt x="105474" y="69181"/>
                  <a:pt x="105382" y="69394"/>
                  <a:pt x="105230" y="69485"/>
                </a:cubicBezTo>
                <a:cubicBezTo>
                  <a:pt x="105170" y="69546"/>
                  <a:pt x="104957" y="69576"/>
                  <a:pt x="104805" y="69668"/>
                </a:cubicBezTo>
                <a:cubicBezTo>
                  <a:pt x="104562" y="69820"/>
                  <a:pt x="104562" y="69911"/>
                  <a:pt x="104288" y="70063"/>
                </a:cubicBezTo>
                <a:cubicBezTo>
                  <a:pt x="103255" y="70671"/>
                  <a:pt x="102100" y="71279"/>
                  <a:pt x="101218" y="71917"/>
                </a:cubicBezTo>
                <a:cubicBezTo>
                  <a:pt x="101005" y="72069"/>
                  <a:pt x="100945" y="71978"/>
                  <a:pt x="100793" y="72099"/>
                </a:cubicBezTo>
                <a:cubicBezTo>
                  <a:pt x="100306" y="72403"/>
                  <a:pt x="99820" y="73011"/>
                  <a:pt x="98938" y="73285"/>
                </a:cubicBezTo>
                <a:cubicBezTo>
                  <a:pt x="98543" y="73771"/>
                  <a:pt x="97662" y="74075"/>
                  <a:pt x="96720" y="74713"/>
                </a:cubicBezTo>
                <a:cubicBezTo>
                  <a:pt x="96659" y="74592"/>
                  <a:pt x="97145" y="74409"/>
                  <a:pt x="97024" y="74288"/>
                </a:cubicBezTo>
                <a:cubicBezTo>
                  <a:pt x="96811" y="74379"/>
                  <a:pt x="96628" y="74561"/>
                  <a:pt x="96568" y="74804"/>
                </a:cubicBezTo>
                <a:cubicBezTo>
                  <a:pt x="96264" y="74835"/>
                  <a:pt x="95686" y="75291"/>
                  <a:pt x="95200" y="75564"/>
                </a:cubicBezTo>
                <a:cubicBezTo>
                  <a:pt x="94896" y="75716"/>
                  <a:pt x="95169" y="75807"/>
                  <a:pt x="94926" y="75990"/>
                </a:cubicBezTo>
                <a:cubicBezTo>
                  <a:pt x="93619" y="76841"/>
                  <a:pt x="92373" y="77449"/>
                  <a:pt x="91340" y="78209"/>
                </a:cubicBezTo>
                <a:cubicBezTo>
                  <a:pt x="91066" y="78422"/>
                  <a:pt x="90914" y="78634"/>
                  <a:pt x="90671" y="78817"/>
                </a:cubicBezTo>
                <a:cubicBezTo>
                  <a:pt x="89911" y="79364"/>
                  <a:pt x="89090" y="79820"/>
                  <a:pt x="88330" y="80336"/>
                </a:cubicBezTo>
                <a:cubicBezTo>
                  <a:pt x="88118" y="80519"/>
                  <a:pt x="87905" y="80762"/>
                  <a:pt x="87692" y="80914"/>
                </a:cubicBezTo>
                <a:cubicBezTo>
                  <a:pt x="87449" y="81066"/>
                  <a:pt x="87267" y="81066"/>
                  <a:pt x="87023" y="81218"/>
                </a:cubicBezTo>
                <a:cubicBezTo>
                  <a:pt x="86780" y="81400"/>
                  <a:pt x="86719" y="81552"/>
                  <a:pt x="86507" y="81735"/>
                </a:cubicBezTo>
                <a:cubicBezTo>
                  <a:pt x="85656" y="82373"/>
                  <a:pt x="84683" y="83102"/>
                  <a:pt x="83832" y="83802"/>
                </a:cubicBezTo>
                <a:cubicBezTo>
                  <a:pt x="83649" y="83710"/>
                  <a:pt x="84227" y="83437"/>
                  <a:pt x="84531" y="83102"/>
                </a:cubicBezTo>
                <a:cubicBezTo>
                  <a:pt x="84713" y="82920"/>
                  <a:pt x="85017" y="82251"/>
                  <a:pt x="85291" y="82464"/>
                </a:cubicBezTo>
                <a:cubicBezTo>
                  <a:pt x="85686" y="82160"/>
                  <a:pt x="85412" y="82039"/>
                  <a:pt x="85808" y="81765"/>
                </a:cubicBezTo>
                <a:cubicBezTo>
                  <a:pt x="85899" y="81856"/>
                  <a:pt x="86020" y="81826"/>
                  <a:pt x="86172" y="81765"/>
                </a:cubicBezTo>
                <a:cubicBezTo>
                  <a:pt x="86020" y="81674"/>
                  <a:pt x="86385" y="81218"/>
                  <a:pt x="86811" y="81157"/>
                </a:cubicBezTo>
                <a:cubicBezTo>
                  <a:pt x="86780" y="80853"/>
                  <a:pt x="86324" y="81400"/>
                  <a:pt x="86263" y="81157"/>
                </a:cubicBezTo>
                <a:cubicBezTo>
                  <a:pt x="86993" y="80519"/>
                  <a:pt x="87358" y="80306"/>
                  <a:pt x="87966" y="79789"/>
                </a:cubicBezTo>
                <a:cubicBezTo>
                  <a:pt x="87905" y="79485"/>
                  <a:pt x="87388" y="80093"/>
                  <a:pt x="87388" y="79698"/>
                </a:cubicBezTo>
                <a:cubicBezTo>
                  <a:pt x="88270" y="79212"/>
                  <a:pt x="88665" y="78482"/>
                  <a:pt x="89485" y="78330"/>
                </a:cubicBezTo>
                <a:cubicBezTo>
                  <a:pt x="89698" y="78118"/>
                  <a:pt x="89668" y="78057"/>
                  <a:pt x="89485" y="78057"/>
                </a:cubicBezTo>
                <a:cubicBezTo>
                  <a:pt x="89698" y="77783"/>
                  <a:pt x="90033" y="77905"/>
                  <a:pt x="89972" y="77722"/>
                </a:cubicBezTo>
                <a:cubicBezTo>
                  <a:pt x="90276" y="77540"/>
                  <a:pt x="89941" y="77966"/>
                  <a:pt x="90002" y="78057"/>
                </a:cubicBezTo>
                <a:cubicBezTo>
                  <a:pt x="90671" y="77358"/>
                  <a:pt x="91461" y="76811"/>
                  <a:pt x="92312" y="76385"/>
                </a:cubicBezTo>
                <a:cubicBezTo>
                  <a:pt x="92282" y="76324"/>
                  <a:pt x="92130" y="76415"/>
                  <a:pt x="92039" y="76476"/>
                </a:cubicBezTo>
                <a:cubicBezTo>
                  <a:pt x="92495" y="76172"/>
                  <a:pt x="93619" y="75321"/>
                  <a:pt x="94379" y="75048"/>
                </a:cubicBezTo>
                <a:cubicBezTo>
                  <a:pt x="94865" y="74774"/>
                  <a:pt x="94562" y="74622"/>
                  <a:pt x="95078" y="74379"/>
                </a:cubicBezTo>
                <a:cubicBezTo>
                  <a:pt x="95382" y="74288"/>
                  <a:pt x="95686" y="74166"/>
                  <a:pt x="95929" y="73984"/>
                </a:cubicBezTo>
                <a:cubicBezTo>
                  <a:pt x="96172" y="73862"/>
                  <a:pt x="96172" y="73801"/>
                  <a:pt x="96142" y="73710"/>
                </a:cubicBezTo>
                <a:cubicBezTo>
                  <a:pt x="96446" y="73558"/>
                  <a:pt x="96932" y="73406"/>
                  <a:pt x="96902" y="73163"/>
                </a:cubicBezTo>
                <a:cubicBezTo>
                  <a:pt x="96720" y="73072"/>
                  <a:pt x="96142" y="73589"/>
                  <a:pt x="95808" y="73741"/>
                </a:cubicBezTo>
                <a:cubicBezTo>
                  <a:pt x="95747" y="73558"/>
                  <a:pt x="95595" y="73528"/>
                  <a:pt x="95261" y="73741"/>
                </a:cubicBezTo>
                <a:cubicBezTo>
                  <a:pt x="95169" y="73832"/>
                  <a:pt x="95169" y="73893"/>
                  <a:pt x="95017" y="73984"/>
                </a:cubicBezTo>
                <a:cubicBezTo>
                  <a:pt x="95139" y="73984"/>
                  <a:pt x="95352" y="73832"/>
                  <a:pt x="95413" y="73984"/>
                </a:cubicBezTo>
                <a:cubicBezTo>
                  <a:pt x="92039" y="75868"/>
                  <a:pt x="90762" y="76871"/>
                  <a:pt x="87814" y="78786"/>
                </a:cubicBezTo>
                <a:cubicBezTo>
                  <a:pt x="87601" y="78786"/>
                  <a:pt x="87692" y="78725"/>
                  <a:pt x="87692" y="78604"/>
                </a:cubicBezTo>
                <a:cubicBezTo>
                  <a:pt x="86932" y="79181"/>
                  <a:pt x="86294" y="79698"/>
                  <a:pt x="85656" y="80124"/>
                </a:cubicBezTo>
                <a:cubicBezTo>
                  <a:pt x="85534" y="80245"/>
                  <a:pt x="85656" y="80306"/>
                  <a:pt x="85504" y="80428"/>
                </a:cubicBezTo>
                <a:cubicBezTo>
                  <a:pt x="85169" y="80640"/>
                  <a:pt x="84804" y="80884"/>
                  <a:pt x="84713" y="80610"/>
                </a:cubicBezTo>
                <a:cubicBezTo>
                  <a:pt x="84470" y="80914"/>
                  <a:pt x="84409" y="80944"/>
                  <a:pt x="84653" y="81005"/>
                </a:cubicBezTo>
                <a:cubicBezTo>
                  <a:pt x="84531" y="81066"/>
                  <a:pt x="84440" y="80975"/>
                  <a:pt x="84227" y="81157"/>
                </a:cubicBezTo>
                <a:cubicBezTo>
                  <a:pt x="84105" y="80944"/>
                  <a:pt x="84561" y="80580"/>
                  <a:pt x="84683" y="80276"/>
                </a:cubicBezTo>
                <a:cubicBezTo>
                  <a:pt x="85078" y="80093"/>
                  <a:pt x="85443" y="79850"/>
                  <a:pt x="85777" y="79516"/>
                </a:cubicBezTo>
                <a:cubicBezTo>
                  <a:pt x="86081" y="79577"/>
                  <a:pt x="85382" y="79850"/>
                  <a:pt x="85534" y="79972"/>
                </a:cubicBezTo>
                <a:cubicBezTo>
                  <a:pt x="85868" y="79911"/>
                  <a:pt x="86476" y="79273"/>
                  <a:pt x="86020" y="79333"/>
                </a:cubicBezTo>
                <a:cubicBezTo>
                  <a:pt x="86507" y="79060"/>
                  <a:pt x="86628" y="78695"/>
                  <a:pt x="86963" y="78634"/>
                </a:cubicBezTo>
                <a:cubicBezTo>
                  <a:pt x="87115" y="78695"/>
                  <a:pt x="86871" y="78877"/>
                  <a:pt x="86689" y="78999"/>
                </a:cubicBezTo>
                <a:cubicBezTo>
                  <a:pt x="86963" y="79029"/>
                  <a:pt x="87479" y="78482"/>
                  <a:pt x="87327" y="78361"/>
                </a:cubicBezTo>
                <a:cubicBezTo>
                  <a:pt x="88087" y="77935"/>
                  <a:pt x="88786" y="77449"/>
                  <a:pt x="89455" y="76902"/>
                </a:cubicBezTo>
                <a:cubicBezTo>
                  <a:pt x="89850" y="76689"/>
                  <a:pt x="90093" y="76689"/>
                  <a:pt x="90458" y="76507"/>
                </a:cubicBezTo>
                <a:cubicBezTo>
                  <a:pt x="90580" y="76385"/>
                  <a:pt x="90458" y="76324"/>
                  <a:pt x="90640" y="76203"/>
                </a:cubicBezTo>
                <a:cubicBezTo>
                  <a:pt x="91856" y="75473"/>
                  <a:pt x="93346" y="74409"/>
                  <a:pt x="94470" y="73923"/>
                </a:cubicBezTo>
                <a:cubicBezTo>
                  <a:pt x="94713" y="74045"/>
                  <a:pt x="94075" y="74288"/>
                  <a:pt x="93862" y="74470"/>
                </a:cubicBezTo>
                <a:cubicBezTo>
                  <a:pt x="94440" y="74379"/>
                  <a:pt x="94774" y="73801"/>
                  <a:pt x="94957" y="73558"/>
                </a:cubicBezTo>
                <a:cubicBezTo>
                  <a:pt x="96537" y="72738"/>
                  <a:pt x="98057" y="71856"/>
                  <a:pt x="99516" y="70883"/>
                </a:cubicBezTo>
                <a:cubicBezTo>
                  <a:pt x="99668" y="70914"/>
                  <a:pt x="99942" y="70671"/>
                  <a:pt x="99759" y="70975"/>
                </a:cubicBezTo>
                <a:cubicBezTo>
                  <a:pt x="100215" y="70792"/>
                  <a:pt x="100033" y="70671"/>
                  <a:pt x="100215" y="70519"/>
                </a:cubicBezTo>
                <a:cubicBezTo>
                  <a:pt x="101340" y="69972"/>
                  <a:pt x="102404" y="69333"/>
                  <a:pt x="103467" y="68634"/>
                </a:cubicBezTo>
                <a:cubicBezTo>
                  <a:pt x="103954" y="68330"/>
                  <a:pt x="104562" y="67905"/>
                  <a:pt x="105018" y="67631"/>
                </a:cubicBezTo>
                <a:cubicBezTo>
                  <a:pt x="105443" y="67358"/>
                  <a:pt x="105778" y="67266"/>
                  <a:pt x="106142" y="67023"/>
                </a:cubicBezTo>
                <a:cubicBezTo>
                  <a:pt x="106325" y="66902"/>
                  <a:pt x="106537" y="66689"/>
                  <a:pt x="106781" y="66567"/>
                </a:cubicBezTo>
                <a:cubicBezTo>
                  <a:pt x="106993" y="66446"/>
                  <a:pt x="107145" y="66506"/>
                  <a:pt x="107358" y="66354"/>
                </a:cubicBezTo>
                <a:cubicBezTo>
                  <a:pt x="107601" y="66233"/>
                  <a:pt x="108604" y="65534"/>
                  <a:pt x="108878" y="65291"/>
                </a:cubicBezTo>
                <a:cubicBezTo>
                  <a:pt x="108999" y="65169"/>
                  <a:pt x="108908" y="65108"/>
                  <a:pt x="109091" y="64987"/>
                </a:cubicBezTo>
                <a:cubicBezTo>
                  <a:pt x="109425" y="64895"/>
                  <a:pt x="109759" y="64713"/>
                  <a:pt x="110063" y="64500"/>
                </a:cubicBezTo>
                <a:cubicBezTo>
                  <a:pt x="110489" y="64196"/>
                  <a:pt x="110702" y="64288"/>
                  <a:pt x="110823" y="63953"/>
                </a:cubicBezTo>
                <a:cubicBezTo>
                  <a:pt x="111249" y="63680"/>
                  <a:pt x="111340" y="63832"/>
                  <a:pt x="111826" y="63497"/>
                </a:cubicBezTo>
                <a:cubicBezTo>
                  <a:pt x="111765" y="63436"/>
                  <a:pt x="111553" y="63588"/>
                  <a:pt x="111401" y="63680"/>
                </a:cubicBezTo>
                <a:cubicBezTo>
                  <a:pt x="111401" y="63345"/>
                  <a:pt x="111857" y="63315"/>
                  <a:pt x="112161" y="63133"/>
                </a:cubicBezTo>
                <a:cubicBezTo>
                  <a:pt x="113802" y="62129"/>
                  <a:pt x="115322" y="61157"/>
                  <a:pt x="117480" y="59759"/>
                </a:cubicBezTo>
                <a:cubicBezTo>
                  <a:pt x="118422" y="59151"/>
                  <a:pt x="119304" y="58421"/>
                  <a:pt x="120155" y="57661"/>
                </a:cubicBezTo>
                <a:cubicBezTo>
                  <a:pt x="120398" y="57449"/>
                  <a:pt x="120489" y="57479"/>
                  <a:pt x="120732" y="57266"/>
                </a:cubicBezTo>
                <a:cubicBezTo>
                  <a:pt x="121249" y="56749"/>
                  <a:pt x="121735" y="55990"/>
                  <a:pt x="122161" y="55898"/>
                </a:cubicBezTo>
                <a:cubicBezTo>
                  <a:pt x="122161" y="55686"/>
                  <a:pt x="123164" y="54318"/>
                  <a:pt x="123468" y="54075"/>
                </a:cubicBezTo>
                <a:cubicBezTo>
                  <a:pt x="123529" y="54014"/>
                  <a:pt x="123285" y="54470"/>
                  <a:pt x="123164" y="54561"/>
                </a:cubicBezTo>
                <a:cubicBezTo>
                  <a:pt x="123225" y="54683"/>
                  <a:pt x="123893" y="53801"/>
                  <a:pt x="123559" y="53923"/>
                </a:cubicBezTo>
                <a:cubicBezTo>
                  <a:pt x="123954" y="53588"/>
                  <a:pt x="124258" y="53163"/>
                  <a:pt x="124471" y="52707"/>
                </a:cubicBezTo>
                <a:cubicBezTo>
                  <a:pt x="124410" y="52676"/>
                  <a:pt x="124319" y="52889"/>
                  <a:pt x="124228" y="53011"/>
                </a:cubicBezTo>
                <a:cubicBezTo>
                  <a:pt x="124471" y="52251"/>
                  <a:pt x="125322" y="50883"/>
                  <a:pt x="125565" y="49789"/>
                </a:cubicBezTo>
                <a:cubicBezTo>
                  <a:pt x="125808" y="49454"/>
                  <a:pt x="125991" y="49090"/>
                  <a:pt x="126112" y="48695"/>
                </a:cubicBezTo>
                <a:cubicBezTo>
                  <a:pt x="126295" y="48147"/>
                  <a:pt x="126416" y="47600"/>
                  <a:pt x="126447" y="47023"/>
                </a:cubicBezTo>
                <a:cubicBezTo>
                  <a:pt x="126325" y="47114"/>
                  <a:pt x="126295" y="47995"/>
                  <a:pt x="126082" y="47722"/>
                </a:cubicBezTo>
                <a:cubicBezTo>
                  <a:pt x="126173" y="47327"/>
                  <a:pt x="126203" y="46932"/>
                  <a:pt x="126143" y="46536"/>
                </a:cubicBezTo>
                <a:cubicBezTo>
                  <a:pt x="126143" y="46202"/>
                  <a:pt x="126143" y="45837"/>
                  <a:pt x="126143" y="45229"/>
                </a:cubicBezTo>
                <a:cubicBezTo>
                  <a:pt x="126173" y="44895"/>
                  <a:pt x="126203" y="44530"/>
                  <a:pt x="126234" y="44135"/>
                </a:cubicBezTo>
                <a:cubicBezTo>
                  <a:pt x="126234" y="43770"/>
                  <a:pt x="126203" y="43375"/>
                  <a:pt x="126143" y="42980"/>
                </a:cubicBezTo>
                <a:cubicBezTo>
                  <a:pt x="126234" y="43011"/>
                  <a:pt x="126234" y="43315"/>
                  <a:pt x="126295" y="43527"/>
                </a:cubicBezTo>
                <a:cubicBezTo>
                  <a:pt x="126416" y="43102"/>
                  <a:pt x="126143" y="42281"/>
                  <a:pt x="125991" y="42798"/>
                </a:cubicBezTo>
                <a:cubicBezTo>
                  <a:pt x="125930" y="42372"/>
                  <a:pt x="125899" y="42129"/>
                  <a:pt x="126021" y="42038"/>
                </a:cubicBezTo>
                <a:cubicBezTo>
                  <a:pt x="125596" y="41004"/>
                  <a:pt x="125292" y="39242"/>
                  <a:pt x="124684" y="38086"/>
                </a:cubicBezTo>
                <a:cubicBezTo>
                  <a:pt x="125109" y="38573"/>
                  <a:pt x="124684" y="37235"/>
                  <a:pt x="124349" y="37053"/>
                </a:cubicBezTo>
                <a:cubicBezTo>
                  <a:pt x="124197" y="37235"/>
                  <a:pt x="124927" y="37813"/>
                  <a:pt x="124532" y="37752"/>
                </a:cubicBezTo>
                <a:cubicBezTo>
                  <a:pt x="123863" y="36232"/>
                  <a:pt x="123073" y="34804"/>
                  <a:pt x="122130" y="33436"/>
                </a:cubicBezTo>
                <a:cubicBezTo>
                  <a:pt x="122252" y="33436"/>
                  <a:pt x="122130" y="33254"/>
                  <a:pt x="122222" y="33193"/>
                </a:cubicBezTo>
                <a:cubicBezTo>
                  <a:pt x="122070" y="33071"/>
                  <a:pt x="121887" y="32980"/>
                  <a:pt x="121735" y="32889"/>
                </a:cubicBezTo>
                <a:cubicBezTo>
                  <a:pt x="121310" y="32251"/>
                  <a:pt x="120854" y="31673"/>
                  <a:pt x="120337" y="31126"/>
                </a:cubicBezTo>
                <a:cubicBezTo>
                  <a:pt x="119516" y="30184"/>
                  <a:pt x="118635" y="29150"/>
                  <a:pt x="117662" y="28208"/>
                </a:cubicBezTo>
                <a:cubicBezTo>
                  <a:pt x="117419" y="27995"/>
                  <a:pt x="117085" y="27782"/>
                  <a:pt x="116842" y="27570"/>
                </a:cubicBezTo>
                <a:cubicBezTo>
                  <a:pt x="115413" y="26354"/>
                  <a:pt x="113924" y="25229"/>
                  <a:pt x="112343" y="24196"/>
                </a:cubicBezTo>
                <a:cubicBezTo>
                  <a:pt x="111887" y="23892"/>
                  <a:pt x="111492" y="23740"/>
                  <a:pt x="111066" y="23497"/>
                </a:cubicBezTo>
                <a:cubicBezTo>
                  <a:pt x="110185" y="22949"/>
                  <a:pt x="109395" y="22342"/>
                  <a:pt x="108544" y="21825"/>
                </a:cubicBezTo>
                <a:cubicBezTo>
                  <a:pt x="107480" y="21187"/>
                  <a:pt x="106416" y="20609"/>
                  <a:pt x="105474" y="20001"/>
                </a:cubicBezTo>
                <a:cubicBezTo>
                  <a:pt x="105261" y="19879"/>
                  <a:pt x="105261" y="19788"/>
                  <a:pt x="105018" y="19636"/>
                </a:cubicBezTo>
                <a:cubicBezTo>
                  <a:pt x="104774" y="19484"/>
                  <a:pt x="104622" y="19454"/>
                  <a:pt x="104471" y="19363"/>
                </a:cubicBezTo>
                <a:cubicBezTo>
                  <a:pt x="104136" y="19120"/>
                  <a:pt x="103863" y="18755"/>
                  <a:pt x="103437" y="18724"/>
                </a:cubicBezTo>
                <a:cubicBezTo>
                  <a:pt x="101948" y="17630"/>
                  <a:pt x="101735" y="17539"/>
                  <a:pt x="100367" y="16414"/>
                </a:cubicBezTo>
                <a:cubicBezTo>
                  <a:pt x="100428" y="16293"/>
                  <a:pt x="100580" y="16414"/>
                  <a:pt x="100671" y="16293"/>
                </a:cubicBezTo>
                <a:lnTo>
                  <a:pt x="101583" y="17022"/>
                </a:lnTo>
                <a:cubicBezTo>
                  <a:pt x="101796" y="17205"/>
                  <a:pt x="101765" y="16870"/>
                  <a:pt x="101917" y="16840"/>
                </a:cubicBezTo>
                <a:cubicBezTo>
                  <a:pt x="101674" y="16597"/>
                  <a:pt x="101674" y="16810"/>
                  <a:pt x="101461" y="16688"/>
                </a:cubicBezTo>
                <a:cubicBezTo>
                  <a:pt x="101188" y="16475"/>
                  <a:pt x="101431" y="16506"/>
                  <a:pt x="101340" y="16384"/>
                </a:cubicBezTo>
                <a:cubicBezTo>
                  <a:pt x="101249" y="16293"/>
                  <a:pt x="101097" y="16202"/>
                  <a:pt x="100945" y="16171"/>
                </a:cubicBezTo>
                <a:cubicBezTo>
                  <a:pt x="100732" y="15898"/>
                  <a:pt x="100853" y="15654"/>
                  <a:pt x="100549" y="15563"/>
                </a:cubicBezTo>
                <a:close/>
                <a:moveTo>
                  <a:pt x="93650" y="74652"/>
                </a:moveTo>
                <a:cubicBezTo>
                  <a:pt x="93406" y="74804"/>
                  <a:pt x="92951" y="74713"/>
                  <a:pt x="92829" y="75078"/>
                </a:cubicBezTo>
                <a:cubicBezTo>
                  <a:pt x="93072" y="74896"/>
                  <a:pt x="93528" y="75017"/>
                  <a:pt x="93650" y="74652"/>
                </a:cubicBezTo>
                <a:close/>
                <a:moveTo>
                  <a:pt x="88847" y="78969"/>
                </a:moveTo>
                <a:cubicBezTo>
                  <a:pt x="88543" y="79121"/>
                  <a:pt x="88239" y="79273"/>
                  <a:pt x="87935" y="79455"/>
                </a:cubicBezTo>
                <a:cubicBezTo>
                  <a:pt x="87996" y="79698"/>
                  <a:pt x="88786" y="79333"/>
                  <a:pt x="88847" y="79242"/>
                </a:cubicBezTo>
                <a:cubicBezTo>
                  <a:pt x="88482" y="79455"/>
                  <a:pt x="88969" y="78999"/>
                  <a:pt x="88847" y="78969"/>
                </a:cubicBezTo>
                <a:close/>
                <a:moveTo>
                  <a:pt x="90488" y="78786"/>
                </a:moveTo>
                <a:cubicBezTo>
                  <a:pt x="90367" y="78604"/>
                  <a:pt x="89516" y="79090"/>
                  <a:pt x="89425" y="79333"/>
                </a:cubicBezTo>
                <a:cubicBezTo>
                  <a:pt x="89820" y="79212"/>
                  <a:pt x="90185" y="79029"/>
                  <a:pt x="90488" y="78786"/>
                </a:cubicBezTo>
                <a:close/>
                <a:moveTo>
                  <a:pt x="94683" y="75868"/>
                </a:moveTo>
                <a:cubicBezTo>
                  <a:pt x="94379" y="76020"/>
                  <a:pt x="93528" y="76385"/>
                  <a:pt x="93558" y="76628"/>
                </a:cubicBezTo>
                <a:cubicBezTo>
                  <a:pt x="93984" y="76263"/>
                  <a:pt x="94410" y="76263"/>
                  <a:pt x="94683" y="75868"/>
                </a:cubicBezTo>
                <a:close/>
                <a:moveTo>
                  <a:pt x="97297" y="72525"/>
                </a:moveTo>
                <a:cubicBezTo>
                  <a:pt x="97024" y="72494"/>
                  <a:pt x="96112" y="73315"/>
                  <a:pt x="96416" y="73224"/>
                </a:cubicBezTo>
                <a:cubicBezTo>
                  <a:pt x="96446" y="73011"/>
                  <a:pt x="97267" y="72707"/>
                  <a:pt x="97297" y="72525"/>
                </a:cubicBezTo>
                <a:close/>
                <a:moveTo>
                  <a:pt x="106933" y="68057"/>
                </a:moveTo>
                <a:cubicBezTo>
                  <a:pt x="106598" y="68178"/>
                  <a:pt x="106264" y="68391"/>
                  <a:pt x="106051" y="68695"/>
                </a:cubicBezTo>
                <a:cubicBezTo>
                  <a:pt x="106355" y="68543"/>
                  <a:pt x="106993" y="68300"/>
                  <a:pt x="106933" y="68057"/>
                </a:cubicBezTo>
                <a:close/>
                <a:moveTo>
                  <a:pt x="110884" y="65534"/>
                </a:moveTo>
                <a:cubicBezTo>
                  <a:pt x="110762" y="65412"/>
                  <a:pt x="110550" y="65807"/>
                  <a:pt x="110550" y="65899"/>
                </a:cubicBezTo>
                <a:lnTo>
                  <a:pt x="111765" y="65169"/>
                </a:lnTo>
                <a:cubicBezTo>
                  <a:pt x="111765" y="64865"/>
                  <a:pt x="111188" y="65382"/>
                  <a:pt x="110884" y="65534"/>
                </a:cubicBezTo>
                <a:close/>
                <a:moveTo>
                  <a:pt x="126021" y="51005"/>
                </a:moveTo>
                <a:cubicBezTo>
                  <a:pt x="125839" y="51309"/>
                  <a:pt x="125747" y="51673"/>
                  <a:pt x="125808" y="52008"/>
                </a:cubicBezTo>
                <a:cubicBezTo>
                  <a:pt x="126021" y="51552"/>
                  <a:pt x="126203" y="51065"/>
                  <a:pt x="126021" y="51005"/>
                </a:cubicBezTo>
                <a:close/>
                <a:moveTo>
                  <a:pt x="125747" y="49819"/>
                </a:moveTo>
                <a:cubicBezTo>
                  <a:pt x="125626" y="50579"/>
                  <a:pt x="124684" y="51825"/>
                  <a:pt x="124866" y="52190"/>
                </a:cubicBezTo>
                <a:cubicBezTo>
                  <a:pt x="125261" y="51552"/>
                  <a:pt x="125018" y="51947"/>
                  <a:pt x="125048" y="51643"/>
                </a:cubicBezTo>
                <a:cubicBezTo>
                  <a:pt x="125140" y="51035"/>
                  <a:pt x="126173" y="50062"/>
                  <a:pt x="125747" y="49819"/>
                </a:cubicBezTo>
                <a:close/>
                <a:moveTo>
                  <a:pt x="126355" y="45594"/>
                </a:moveTo>
                <a:cubicBezTo>
                  <a:pt x="126234" y="45959"/>
                  <a:pt x="126234" y="46780"/>
                  <a:pt x="126477" y="46780"/>
                </a:cubicBezTo>
                <a:cubicBezTo>
                  <a:pt x="126568" y="46385"/>
                  <a:pt x="126507" y="45959"/>
                  <a:pt x="126355" y="45594"/>
                </a:cubicBezTo>
                <a:close/>
                <a:moveTo>
                  <a:pt x="126477" y="45199"/>
                </a:moveTo>
                <a:cubicBezTo>
                  <a:pt x="126447" y="44652"/>
                  <a:pt x="126629" y="44622"/>
                  <a:pt x="126599" y="44044"/>
                </a:cubicBezTo>
                <a:cubicBezTo>
                  <a:pt x="126355" y="43831"/>
                  <a:pt x="126325" y="45017"/>
                  <a:pt x="126477" y="45229"/>
                </a:cubicBezTo>
                <a:close/>
                <a:moveTo>
                  <a:pt x="126264" y="36840"/>
                </a:moveTo>
                <a:lnTo>
                  <a:pt x="126538" y="37570"/>
                </a:lnTo>
                <a:cubicBezTo>
                  <a:pt x="126963" y="37752"/>
                  <a:pt x="126386" y="36567"/>
                  <a:pt x="126264" y="36871"/>
                </a:cubicBezTo>
                <a:close/>
                <a:moveTo>
                  <a:pt x="124896" y="34348"/>
                </a:moveTo>
                <a:cubicBezTo>
                  <a:pt x="125474" y="35169"/>
                  <a:pt x="124896" y="34986"/>
                  <a:pt x="125352" y="35776"/>
                </a:cubicBezTo>
                <a:cubicBezTo>
                  <a:pt x="125565" y="35685"/>
                  <a:pt x="125292" y="35108"/>
                  <a:pt x="125231" y="34804"/>
                </a:cubicBezTo>
                <a:cubicBezTo>
                  <a:pt x="125322" y="34500"/>
                  <a:pt x="125596" y="35320"/>
                  <a:pt x="125687" y="35017"/>
                </a:cubicBezTo>
                <a:cubicBezTo>
                  <a:pt x="125352" y="34439"/>
                  <a:pt x="125140" y="34500"/>
                  <a:pt x="124896" y="34348"/>
                </a:cubicBezTo>
                <a:close/>
                <a:moveTo>
                  <a:pt x="122009" y="29120"/>
                </a:moveTo>
                <a:cubicBezTo>
                  <a:pt x="121857" y="28937"/>
                  <a:pt x="121674" y="28725"/>
                  <a:pt x="121522" y="28573"/>
                </a:cubicBezTo>
                <a:cubicBezTo>
                  <a:pt x="121219" y="28633"/>
                  <a:pt x="121918" y="29393"/>
                  <a:pt x="122009" y="29120"/>
                </a:cubicBezTo>
                <a:close/>
                <a:moveTo>
                  <a:pt x="120732" y="28725"/>
                </a:moveTo>
                <a:cubicBezTo>
                  <a:pt x="120945" y="29029"/>
                  <a:pt x="121249" y="29302"/>
                  <a:pt x="121583" y="29454"/>
                </a:cubicBezTo>
                <a:cubicBezTo>
                  <a:pt x="121492" y="29363"/>
                  <a:pt x="121431" y="29211"/>
                  <a:pt x="121431" y="29089"/>
                </a:cubicBezTo>
                <a:cubicBezTo>
                  <a:pt x="121127" y="28755"/>
                  <a:pt x="120884" y="28633"/>
                  <a:pt x="120732" y="28755"/>
                </a:cubicBezTo>
                <a:close/>
                <a:moveTo>
                  <a:pt x="114076" y="22433"/>
                </a:moveTo>
                <a:cubicBezTo>
                  <a:pt x="113893" y="22129"/>
                  <a:pt x="113893" y="21886"/>
                  <a:pt x="113498" y="21551"/>
                </a:cubicBezTo>
                <a:cubicBezTo>
                  <a:pt x="113103" y="21582"/>
                  <a:pt x="113772" y="21977"/>
                  <a:pt x="113863" y="22129"/>
                </a:cubicBezTo>
                <a:cubicBezTo>
                  <a:pt x="113924" y="22190"/>
                  <a:pt x="113772" y="22220"/>
                  <a:pt x="113802" y="22250"/>
                </a:cubicBezTo>
                <a:cubicBezTo>
                  <a:pt x="113802" y="22250"/>
                  <a:pt x="114045" y="22524"/>
                  <a:pt x="114045" y="22494"/>
                </a:cubicBezTo>
                <a:cubicBezTo>
                  <a:pt x="114167" y="22676"/>
                  <a:pt x="114379" y="22767"/>
                  <a:pt x="114531" y="22949"/>
                </a:cubicBezTo>
                <a:cubicBezTo>
                  <a:pt x="114805" y="22858"/>
                  <a:pt x="114319" y="22615"/>
                  <a:pt x="114076" y="22433"/>
                </a:cubicBezTo>
                <a:close/>
                <a:moveTo>
                  <a:pt x="115170" y="22949"/>
                </a:moveTo>
                <a:lnTo>
                  <a:pt x="115869" y="23466"/>
                </a:lnTo>
                <a:cubicBezTo>
                  <a:pt x="116203" y="23436"/>
                  <a:pt x="115079" y="22615"/>
                  <a:pt x="115170" y="22949"/>
                </a:cubicBezTo>
                <a:close/>
                <a:moveTo>
                  <a:pt x="116112" y="24256"/>
                </a:moveTo>
                <a:cubicBezTo>
                  <a:pt x="116203" y="23861"/>
                  <a:pt x="115413" y="23679"/>
                  <a:pt x="115322" y="23314"/>
                </a:cubicBezTo>
                <a:cubicBezTo>
                  <a:pt x="115261" y="23466"/>
                  <a:pt x="114866" y="23101"/>
                  <a:pt x="114775" y="23193"/>
                </a:cubicBezTo>
                <a:cubicBezTo>
                  <a:pt x="115261" y="23618"/>
                  <a:pt x="115565" y="23709"/>
                  <a:pt x="116112" y="24256"/>
                </a:cubicBezTo>
                <a:close/>
                <a:moveTo>
                  <a:pt x="117601" y="24621"/>
                </a:moveTo>
                <a:cubicBezTo>
                  <a:pt x="117328" y="24287"/>
                  <a:pt x="117146" y="24408"/>
                  <a:pt x="116842" y="24196"/>
                </a:cubicBezTo>
                <a:cubicBezTo>
                  <a:pt x="116690" y="24104"/>
                  <a:pt x="116264" y="23466"/>
                  <a:pt x="116112" y="23740"/>
                </a:cubicBezTo>
                <a:cubicBezTo>
                  <a:pt x="116294" y="23983"/>
                  <a:pt x="117449" y="24864"/>
                  <a:pt x="117601" y="24621"/>
                </a:cubicBezTo>
                <a:close/>
                <a:moveTo>
                  <a:pt x="119729" y="26658"/>
                </a:moveTo>
                <a:cubicBezTo>
                  <a:pt x="119395" y="26384"/>
                  <a:pt x="118969" y="26050"/>
                  <a:pt x="118848" y="26232"/>
                </a:cubicBezTo>
                <a:cubicBezTo>
                  <a:pt x="119243" y="26475"/>
                  <a:pt x="119608" y="26840"/>
                  <a:pt x="119729" y="26658"/>
                </a:cubicBezTo>
                <a:close/>
                <a:moveTo>
                  <a:pt x="104805" y="18664"/>
                </a:moveTo>
                <a:cubicBezTo>
                  <a:pt x="104774" y="18816"/>
                  <a:pt x="104683" y="18937"/>
                  <a:pt x="105018" y="19150"/>
                </a:cubicBezTo>
                <a:cubicBezTo>
                  <a:pt x="105322" y="19180"/>
                  <a:pt x="105413" y="19150"/>
                  <a:pt x="105382" y="18876"/>
                </a:cubicBezTo>
                <a:cubicBezTo>
                  <a:pt x="105078" y="18603"/>
                  <a:pt x="105048" y="18816"/>
                  <a:pt x="104805" y="18664"/>
                </a:cubicBezTo>
                <a:close/>
                <a:moveTo>
                  <a:pt x="102829" y="17782"/>
                </a:moveTo>
                <a:cubicBezTo>
                  <a:pt x="102920" y="17873"/>
                  <a:pt x="102981" y="17965"/>
                  <a:pt x="103012" y="18086"/>
                </a:cubicBezTo>
                <a:cubicBezTo>
                  <a:pt x="102860" y="17995"/>
                  <a:pt x="102677" y="17873"/>
                  <a:pt x="102829" y="18056"/>
                </a:cubicBezTo>
                <a:cubicBezTo>
                  <a:pt x="103194" y="18117"/>
                  <a:pt x="103224" y="18390"/>
                  <a:pt x="103680" y="18664"/>
                </a:cubicBezTo>
                <a:cubicBezTo>
                  <a:pt x="103923" y="18451"/>
                  <a:pt x="103346" y="18177"/>
                  <a:pt x="103042" y="18025"/>
                </a:cubicBezTo>
                <a:cubicBezTo>
                  <a:pt x="103133" y="17965"/>
                  <a:pt x="102981" y="17752"/>
                  <a:pt x="102829" y="17782"/>
                </a:cubicBezTo>
                <a:close/>
                <a:moveTo>
                  <a:pt x="81127" y="84379"/>
                </a:moveTo>
                <a:cubicBezTo>
                  <a:pt x="80823" y="84744"/>
                  <a:pt x="80579" y="85169"/>
                  <a:pt x="80397" y="85625"/>
                </a:cubicBezTo>
                <a:cubicBezTo>
                  <a:pt x="80093" y="85808"/>
                  <a:pt x="79789" y="85960"/>
                  <a:pt x="79455" y="86112"/>
                </a:cubicBezTo>
                <a:cubicBezTo>
                  <a:pt x="79455" y="85716"/>
                  <a:pt x="79850" y="85169"/>
                  <a:pt x="80154" y="84622"/>
                </a:cubicBezTo>
                <a:cubicBezTo>
                  <a:pt x="80093" y="84987"/>
                  <a:pt x="79941" y="85321"/>
                  <a:pt x="79728" y="85595"/>
                </a:cubicBezTo>
                <a:cubicBezTo>
                  <a:pt x="79820" y="85747"/>
                  <a:pt x="80002" y="85595"/>
                  <a:pt x="80215" y="85291"/>
                </a:cubicBezTo>
                <a:cubicBezTo>
                  <a:pt x="80002" y="84987"/>
                  <a:pt x="80883" y="83437"/>
                  <a:pt x="81431" y="83680"/>
                </a:cubicBezTo>
                <a:cubicBezTo>
                  <a:pt x="81187" y="83923"/>
                  <a:pt x="81035" y="83923"/>
                  <a:pt x="80944" y="84197"/>
                </a:cubicBezTo>
                <a:cubicBezTo>
                  <a:pt x="81552" y="83984"/>
                  <a:pt x="82038" y="82859"/>
                  <a:pt x="82555" y="82768"/>
                </a:cubicBezTo>
                <a:lnTo>
                  <a:pt x="82373" y="82555"/>
                </a:lnTo>
                <a:cubicBezTo>
                  <a:pt x="81947" y="82890"/>
                  <a:pt x="81917" y="83102"/>
                  <a:pt x="81583" y="83406"/>
                </a:cubicBezTo>
                <a:cubicBezTo>
                  <a:pt x="81066" y="83346"/>
                  <a:pt x="82342" y="82191"/>
                  <a:pt x="82525" y="82312"/>
                </a:cubicBezTo>
                <a:cubicBezTo>
                  <a:pt x="82768" y="81978"/>
                  <a:pt x="83072" y="81704"/>
                  <a:pt x="83406" y="81522"/>
                </a:cubicBezTo>
                <a:cubicBezTo>
                  <a:pt x="83376" y="81704"/>
                  <a:pt x="83072" y="81978"/>
                  <a:pt x="83133" y="82130"/>
                </a:cubicBezTo>
                <a:cubicBezTo>
                  <a:pt x="82950" y="82312"/>
                  <a:pt x="82920" y="82008"/>
                  <a:pt x="82677" y="82251"/>
                </a:cubicBezTo>
                <a:cubicBezTo>
                  <a:pt x="82555" y="82434"/>
                  <a:pt x="82798" y="82464"/>
                  <a:pt x="82616" y="82616"/>
                </a:cubicBezTo>
                <a:cubicBezTo>
                  <a:pt x="82707" y="82647"/>
                  <a:pt x="82920" y="82403"/>
                  <a:pt x="83072" y="82282"/>
                </a:cubicBezTo>
                <a:cubicBezTo>
                  <a:pt x="83133" y="82616"/>
                  <a:pt x="82738" y="83072"/>
                  <a:pt x="82373" y="83406"/>
                </a:cubicBezTo>
                <a:cubicBezTo>
                  <a:pt x="82008" y="83771"/>
                  <a:pt x="81491" y="83984"/>
                  <a:pt x="81127" y="84379"/>
                </a:cubicBezTo>
                <a:close/>
                <a:moveTo>
                  <a:pt x="81856" y="84926"/>
                </a:moveTo>
                <a:lnTo>
                  <a:pt x="81583" y="85200"/>
                </a:lnTo>
                <a:cubicBezTo>
                  <a:pt x="81704" y="84865"/>
                  <a:pt x="81339" y="85261"/>
                  <a:pt x="81248" y="85078"/>
                </a:cubicBezTo>
                <a:cubicBezTo>
                  <a:pt x="81522" y="84744"/>
                  <a:pt x="81704" y="84835"/>
                  <a:pt x="81856" y="84926"/>
                </a:cubicBezTo>
                <a:close/>
                <a:moveTo>
                  <a:pt x="83285" y="82950"/>
                </a:moveTo>
                <a:cubicBezTo>
                  <a:pt x="83497" y="82738"/>
                  <a:pt x="83710" y="82555"/>
                  <a:pt x="83953" y="82403"/>
                </a:cubicBezTo>
                <a:cubicBezTo>
                  <a:pt x="84014" y="82495"/>
                  <a:pt x="83254" y="83224"/>
                  <a:pt x="83285" y="8295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2791" name="Google Shape;2791;p43"/>
          <p:cNvGraphicFramePr/>
          <p:nvPr/>
        </p:nvGraphicFramePr>
        <p:xfrm>
          <a:off x="3953592" y="1660238"/>
          <a:ext cx="3000000" cy="3000000"/>
        </p:xfrm>
        <a:graphic>
          <a:graphicData uri="http://schemas.openxmlformats.org/drawingml/2006/table">
            <a:tbl>
              <a:tblPr>
                <a:noFill/>
                <a:tableStyleId>{64B74A8F-24AF-4897-A83D-56DB7261D193}</a:tableStyleId>
              </a:tblPr>
              <a:tblGrid>
                <a:gridCol w="1309150"/>
                <a:gridCol w="1309150"/>
                <a:gridCol w="1309150"/>
              </a:tblGrid>
              <a:tr h="488550">
                <a:tc>
                  <a:txBody>
                    <a:bodyPr/>
                    <a:lstStyle/>
                    <a:p>
                      <a:pPr indent="0" lvl="0" marL="0" rtl="0" algn="ctr">
                        <a:spcBef>
                          <a:spcPts val="0"/>
                        </a:spcBef>
                        <a:spcAft>
                          <a:spcPts val="0"/>
                        </a:spcAft>
                        <a:buNone/>
                      </a:pPr>
                      <a:r>
                        <a:rPr b="1" lang="en" sz="2200">
                          <a:solidFill>
                            <a:srgbClr val="D19A78"/>
                          </a:solidFill>
                          <a:latin typeface="Poiret One"/>
                          <a:ea typeface="Poiret One"/>
                          <a:cs typeface="Poiret One"/>
                          <a:sym typeface="Poiret One"/>
                        </a:rPr>
                        <a:t>2014</a:t>
                      </a:r>
                      <a:endParaRPr b="1" sz="2200">
                        <a:solidFill>
                          <a:srgbClr val="D19A78"/>
                        </a:solidFill>
                        <a:latin typeface="Poiret One"/>
                        <a:ea typeface="Poiret One"/>
                        <a:cs typeface="Poiret One"/>
                        <a:sym typeface="Poiret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2200">
                          <a:solidFill>
                            <a:srgbClr val="D19A78"/>
                          </a:solidFill>
                          <a:latin typeface="Poiret One"/>
                          <a:ea typeface="Poiret One"/>
                          <a:cs typeface="Poiret One"/>
                          <a:sym typeface="Poiret One"/>
                        </a:rPr>
                        <a:t>2018</a:t>
                      </a:r>
                      <a:endParaRPr b="1" sz="2200">
                        <a:solidFill>
                          <a:srgbClr val="D19A78"/>
                        </a:solidFill>
                        <a:latin typeface="Poiret One"/>
                        <a:ea typeface="Poiret One"/>
                        <a:cs typeface="Poiret One"/>
                        <a:sym typeface="Poiret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2200">
                          <a:solidFill>
                            <a:srgbClr val="D19A78"/>
                          </a:solidFill>
                          <a:latin typeface="Poiret One"/>
                          <a:ea typeface="Poiret One"/>
                          <a:cs typeface="Poiret One"/>
                          <a:sym typeface="Poiret One"/>
                        </a:rPr>
                        <a:t>2021</a:t>
                      </a:r>
                      <a:endParaRPr b="1" sz="2200">
                        <a:solidFill>
                          <a:srgbClr val="D19A78"/>
                        </a:solidFill>
                        <a:latin typeface="Poiret One"/>
                        <a:ea typeface="Poiret One"/>
                        <a:cs typeface="Poiret One"/>
                        <a:sym typeface="Poiret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1006750">
                <a:tc>
                  <a:txBody>
                    <a:bodyPr/>
                    <a:lstStyle/>
                    <a:p>
                      <a:pPr indent="0" lvl="0" marL="0" rtl="0" algn="ctr">
                        <a:spcBef>
                          <a:spcPts val="0"/>
                        </a:spcBef>
                        <a:spcAft>
                          <a:spcPts val="0"/>
                        </a:spcAft>
                        <a:buNone/>
                      </a:pPr>
                      <a:r>
                        <a:rPr lang="en">
                          <a:solidFill>
                            <a:schemeClr val="lt1"/>
                          </a:solidFill>
                          <a:latin typeface="Be Vietnam"/>
                          <a:ea typeface="Be Vietnam"/>
                          <a:cs typeface="Be Vietnam"/>
                          <a:sym typeface="Be Vietnam"/>
                        </a:rPr>
                        <a:t>Venus has a beautiful name, but it’s really hot</a:t>
                      </a:r>
                      <a:endParaRPr>
                        <a:latin typeface="Be Vietnam"/>
                        <a:ea typeface="Be Vietnam"/>
                        <a:cs typeface="Be Vietnam"/>
                        <a:sym typeface="Be Vietnam"/>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Clr>
                          <a:schemeClr val="lt1"/>
                        </a:buClr>
                        <a:buSzPts val="1100"/>
                        <a:buFont typeface="Arial"/>
                        <a:buNone/>
                      </a:pPr>
                      <a:r>
                        <a:rPr lang="en">
                          <a:solidFill>
                            <a:schemeClr val="lt1"/>
                          </a:solidFill>
                          <a:latin typeface="Be Vietnam"/>
                          <a:ea typeface="Be Vietnam"/>
                          <a:cs typeface="Be Vietnam"/>
                          <a:sym typeface="Be Vietnam"/>
                        </a:rPr>
                        <a:t>Saturn is the ringed one and a gas giant planet</a:t>
                      </a:r>
                      <a:endParaRPr>
                        <a:latin typeface="Be Vietnam"/>
                        <a:ea typeface="Be Vietnam"/>
                        <a:cs typeface="Be Vietnam"/>
                        <a:sym typeface="Be Vietnam"/>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Clr>
                          <a:schemeClr val="lt1"/>
                        </a:buClr>
                        <a:buSzPts val="1100"/>
                        <a:buFont typeface="Arial"/>
                        <a:buNone/>
                      </a:pPr>
                      <a:r>
                        <a:rPr lang="en">
                          <a:solidFill>
                            <a:schemeClr val="lt1"/>
                          </a:solidFill>
                          <a:latin typeface="Be Vietnam"/>
                          <a:ea typeface="Be Vietnam"/>
                          <a:cs typeface="Be Vietnam"/>
                          <a:sym typeface="Be Vietnam"/>
                        </a:rPr>
                        <a:t>Neptune is the farthest planet from the Sun</a:t>
                      </a:r>
                      <a:endParaRPr>
                        <a:latin typeface="Be Vietnam"/>
                        <a:ea typeface="Be Vietnam"/>
                        <a:cs typeface="Be Vietnam"/>
                        <a:sym typeface="Be Vietnam"/>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2792" name="Google Shape;2792;p43"/>
          <p:cNvSpPr/>
          <p:nvPr/>
        </p:nvSpPr>
        <p:spPr>
          <a:xfrm flipH="1" rot="-2527754">
            <a:off x="796512" y="1571766"/>
            <a:ext cx="2580140" cy="1798856"/>
          </a:xfrm>
          <a:custGeom>
            <a:rect b="b" l="l" r="r" t="t"/>
            <a:pathLst>
              <a:path extrusionOk="0" h="43765" w="64575">
                <a:moveTo>
                  <a:pt x="50029" y="5401"/>
                </a:moveTo>
                <a:cubicBezTo>
                  <a:pt x="50156" y="5552"/>
                  <a:pt x="50206" y="5612"/>
                  <a:pt x="50205" y="5612"/>
                </a:cubicBezTo>
                <a:cubicBezTo>
                  <a:pt x="50205" y="5612"/>
                  <a:pt x="50130" y="5523"/>
                  <a:pt x="50026" y="5401"/>
                </a:cubicBezTo>
                <a:close/>
                <a:moveTo>
                  <a:pt x="3726" y="8485"/>
                </a:moveTo>
                <a:lnTo>
                  <a:pt x="3726" y="8485"/>
                </a:lnTo>
                <a:cubicBezTo>
                  <a:pt x="3714" y="8495"/>
                  <a:pt x="3703" y="8505"/>
                  <a:pt x="3691" y="8516"/>
                </a:cubicBezTo>
                <a:cubicBezTo>
                  <a:pt x="3702" y="8509"/>
                  <a:pt x="3713" y="8498"/>
                  <a:pt x="3726" y="8485"/>
                </a:cubicBezTo>
                <a:close/>
                <a:moveTo>
                  <a:pt x="3295" y="15861"/>
                </a:moveTo>
                <a:cubicBezTo>
                  <a:pt x="3274" y="15870"/>
                  <a:pt x="3253" y="15881"/>
                  <a:pt x="3233" y="15893"/>
                </a:cubicBezTo>
                <a:lnTo>
                  <a:pt x="3233" y="15893"/>
                </a:lnTo>
                <a:cubicBezTo>
                  <a:pt x="3252" y="15887"/>
                  <a:pt x="3272" y="15876"/>
                  <a:pt x="3295" y="15861"/>
                </a:cubicBezTo>
                <a:close/>
                <a:moveTo>
                  <a:pt x="3569" y="25885"/>
                </a:moveTo>
                <a:cubicBezTo>
                  <a:pt x="3594" y="25885"/>
                  <a:pt x="3644" y="25921"/>
                  <a:pt x="3691" y="25960"/>
                </a:cubicBezTo>
                <a:lnTo>
                  <a:pt x="3655" y="26140"/>
                </a:lnTo>
                <a:cubicBezTo>
                  <a:pt x="3543" y="25946"/>
                  <a:pt x="3535" y="25885"/>
                  <a:pt x="3569" y="25885"/>
                </a:cubicBezTo>
                <a:close/>
                <a:moveTo>
                  <a:pt x="60361" y="26647"/>
                </a:moveTo>
                <a:lnTo>
                  <a:pt x="60361" y="26647"/>
                </a:lnTo>
                <a:cubicBezTo>
                  <a:pt x="60383" y="26678"/>
                  <a:pt x="60408" y="26707"/>
                  <a:pt x="60434" y="26734"/>
                </a:cubicBezTo>
                <a:cubicBezTo>
                  <a:pt x="60401" y="26734"/>
                  <a:pt x="60367" y="26750"/>
                  <a:pt x="60348" y="26750"/>
                </a:cubicBezTo>
                <a:cubicBezTo>
                  <a:pt x="60327" y="26750"/>
                  <a:pt x="60324" y="26730"/>
                  <a:pt x="60361" y="26647"/>
                </a:cubicBezTo>
                <a:close/>
                <a:moveTo>
                  <a:pt x="62446" y="27218"/>
                </a:moveTo>
                <a:cubicBezTo>
                  <a:pt x="62448" y="27225"/>
                  <a:pt x="62449" y="27232"/>
                  <a:pt x="62451" y="27238"/>
                </a:cubicBezTo>
                <a:cubicBezTo>
                  <a:pt x="62450" y="27231"/>
                  <a:pt x="62448" y="27225"/>
                  <a:pt x="62446" y="27218"/>
                </a:cubicBezTo>
                <a:close/>
                <a:moveTo>
                  <a:pt x="62307" y="27616"/>
                </a:moveTo>
                <a:cubicBezTo>
                  <a:pt x="62295" y="27627"/>
                  <a:pt x="62284" y="27638"/>
                  <a:pt x="62273" y="27649"/>
                </a:cubicBezTo>
                <a:lnTo>
                  <a:pt x="62273" y="27649"/>
                </a:lnTo>
                <a:cubicBezTo>
                  <a:pt x="62285" y="27640"/>
                  <a:pt x="62296" y="27629"/>
                  <a:pt x="62307" y="27616"/>
                </a:cubicBezTo>
                <a:close/>
                <a:moveTo>
                  <a:pt x="50371" y="38184"/>
                </a:moveTo>
                <a:cubicBezTo>
                  <a:pt x="50282" y="38286"/>
                  <a:pt x="50138" y="38333"/>
                  <a:pt x="49960" y="38333"/>
                </a:cubicBezTo>
                <a:cubicBezTo>
                  <a:pt x="49886" y="38333"/>
                  <a:pt x="49807" y="38325"/>
                  <a:pt x="49723" y="38310"/>
                </a:cubicBezTo>
                <a:cubicBezTo>
                  <a:pt x="49921" y="38220"/>
                  <a:pt x="50137" y="38184"/>
                  <a:pt x="50371" y="38184"/>
                </a:cubicBezTo>
                <a:close/>
                <a:moveTo>
                  <a:pt x="12746" y="41406"/>
                </a:moveTo>
                <a:cubicBezTo>
                  <a:pt x="12777" y="41411"/>
                  <a:pt x="12807" y="41415"/>
                  <a:pt x="12836" y="41419"/>
                </a:cubicBezTo>
                <a:lnTo>
                  <a:pt x="12836" y="41419"/>
                </a:lnTo>
                <a:cubicBezTo>
                  <a:pt x="12806" y="41414"/>
                  <a:pt x="12776" y="41410"/>
                  <a:pt x="12746" y="41406"/>
                </a:cubicBezTo>
                <a:close/>
                <a:moveTo>
                  <a:pt x="34426" y="41813"/>
                </a:moveTo>
                <a:cubicBezTo>
                  <a:pt x="34544" y="41813"/>
                  <a:pt x="34686" y="41866"/>
                  <a:pt x="34871" y="41892"/>
                </a:cubicBezTo>
                <a:cubicBezTo>
                  <a:pt x="34721" y="41960"/>
                  <a:pt x="34467" y="42133"/>
                  <a:pt x="34274" y="42133"/>
                </a:cubicBezTo>
                <a:cubicBezTo>
                  <a:pt x="34213" y="42133"/>
                  <a:pt x="34158" y="42115"/>
                  <a:pt x="34115" y="42072"/>
                </a:cubicBezTo>
                <a:cubicBezTo>
                  <a:pt x="34207" y="41870"/>
                  <a:pt x="34303" y="41813"/>
                  <a:pt x="34426" y="41813"/>
                </a:cubicBezTo>
                <a:close/>
                <a:moveTo>
                  <a:pt x="30470" y="42434"/>
                </a:moveTo>
                <a:cubicBezTo>
                  <a:pt x="30437" y="42440"/>
                  <a:pt x="30404" y="42445"/>
                  <a:pt x="30371" y="42450"/>
                </a:cubicBezTo>
                <a:cubicBezTo>
                  <a:pt x="30408" y="42447"/>
                  <a:pt x="30442" y="42442"/>
                  <a:pt x="30470" y="42434"/>
                </a:cubicBezTo>
                <a:close/>
                <a:moveTo>
                  <a:pt x="17463" y="1"/>
                </a:moveTo>
                <a:cubicBezTo>
                  <a:pt x="17229" y="397"/>
                  <a:pt x="16707" y="415"/>
                  <a:pt x="16149" y="469"/>
                </a:cubicBezTo>
                <a:cubicBezTo>
                  <a:pt x="15573" y="541"/>
                  <a:pt x="14943" y="667"/>
                  <a:pt x="14583" y="1315"/>
                </a:cubicBezTo>
                <a:cubicBezTo>
                  <a:pt x="14295" y="1315"/>
                  <a:pt x="14709" y="1027"/>
                  <a:pt x="14511" y="955"/>
                </a:cubicBezTo>
                <a:lnTo>
                  <a:pt x="14511" y="955"/>
                </a:lnTo>
                <a:cubicBezTo>
                  <a:pt x="14349" y="1333"/>
                  <a:pt x="14061" y="1567"/>
                  <a:pt x="13376" y="1783"/>
                </a:cubicBezTo>
                <a:lnTo>
                  <a:pt x="13412" y="1675"/>
                </a:lnTo>
                <a:lnTo>
                  <a:pt x="13412" y="1675"/>
                </a:lnTo>
                <a:cubicBezTo>
                  <a:pt x="12728" y="2089"/>
                  <a:pt x="12008" y="2449"/>
                  <a:pt x="11270" y="2773"/>
                </a:cubicBezTo>
                <a:cubicBezTo>
                  <a:pt x="10460" y="3133"/>
                  <a:pt x="9686" y="3529"/>
                  <a:pt x="8912" y="3979"/>
                </a:cubicBezTo>
                <a:lnTo>
                  <a:pt x="9236" y="4141"/>
                </a:lnTo>
                <a:cubicBezTo>
                  <a:pt x="9002" y="4285"/>
                  <a:pt x="8732" y="4393"/>
                  <a:pt x="8462" y="4429"/>
                </a:cubicBezTo>
                <a:cubicBezTo>
                  <a:pt x="8428" y="4578"/>
                  <a:pt x="8456" y="4633"/>
                  <a:pt x="8519" y="4633"/>
                </a:cubicBezTo>
                <a:cubicBezTo>
                  <a:pt x="8699" y="4633"/>
                  <a:pt x="9165" y="4198"/>
                  <a:pt x="9373" y="4198"/>
                </a:cubicBezTo>
                <a:cubicBezTo>
                  <a:pt x="9448" y="4198"/>
                  <a:pt x="9489" y="4256"/>
                  <a:pt x="9470" y="4411"/>
                </a:cubicBezTo>
                <a:cubicBezTo>
                  <a:pt x="9433" y="4404"/>
                  <a:pt x="9395" y="4401"/>
                  <a:pt x="9356" y="4401"/>
                </a:cubicBezTo>
                <a:cubicBezTo>
                  <a:pt x="8909" y="4401"/>
                  <a:pt x="8283" y="4848"/>
                  <a:pt x="7688" y="5311"/>
                </a:cubicBezTo>
                <a:cubicBezTo>
                  <a:pt x="7082" y="5754"/>
                  <a:pt x="6535" y="6226"/>
                  <a:pt x="6130" y="6226"/>
                </a:cubicBezTo>
                <a:cubicBezTo>
                  <a:pt x="6090" y="6226"/>
                  <a:pt x="6051" y="6221"/>
                  <a:pt x="6014" y="6212"/>
                </a:cubicBezTo>
                <a:lnTo>
                  <a:pt x="6014" y="6212"/>
                </a:lnTo>
                <a:cubicBezTo>
                  <a:pt x="5455" y="6716"/>
                  <a:pt x="6428" y="6320"/>
                  <a:pt x="5870" y="6824"/>
                </a:cubicBezTo>
                <a:lnTo>
                  <a:pt x="5600" y="6824"/>
                </a:lnTo>
                <a:lnTo>
                  <a:pt x="5636" y="7148"/>
                </a:lnTo>
                <a:cubicBezTo>
                  <a:pt x="5381" y="7354"/>
                  <a:pt x="5143" y="7429"/>
                  <a:pt x="4976" y="7429"/>
                </a:cubicBezTo>
                <a:cubicBezTo>
                  <a:pt x="4895" y="7429"/>
                  <a:pt x="4831" y="7411"/>
                  <a:pt x="4789" y="7382"/>
                </a:cubicBezTo>
                <a:cubicBezTo>
                  <a:pt x="4879" y="7256"/>
                  <a:pt x="4987" y="7130"/>
                  <a:pt x="5059" y="6986"/>
                </a:cubicBezTo>
                <a:lnTo>
                  <a:pt x="5059" y="6986"/>
                </a:lnTo>
                <a:cubicBezTo>
                  <a:pt x="4466" y="7274"/>
                  <a:pt x="3936" y="8266"/>
                  <a:pt x="3726" y="8485"/>
                </a:cubicBezTo>
                <a:lnTo>
                  <a:pt x="3726" y="8485"/>
                </a:lnTo>
                <a:cubicBezTo>
                  <a:pt x="3897" y="8333"/>
                  <a:pt x="4082" y="8183"/>
                  <a:pt x="4267" y="8048"/>
                </a:cubicBezTo>
                <a:lnTo>
                  <a:pt x="4267" y="8048"/>
                </a:lnTo>
                <a:cubicBezTo>
                  <a:pt x="3655" y="8876"/>
                  <a:pt x="2935" y="9794"/>
                  <a:pt x="2341" y="10802"/>
                </a:cubicBezTo>
                <a:cubicBezTo>
                  <a:pt x="1747" y="11738"/>
                  <a:pt x="1333" y="12782"/>
                  <a:pt x="1135" y="13881"/>
                </a:cubicBezTo>
                <a:lnTo>
                  <a:pt x="1333" y="13791"/>
                </a:lnTo>
                <a:lnTo>
                  <a:pt x="1333" y="13791"/>
                </a:lnTo>
                <a:cubicBezTo>
                  <a:pt x="1279" y="14079"/>
                  <a:pt x="1207" y="14349"/>
                  <a:pt x="1135" y="14637"/>
                </a:cubicBezTo>
                <a:cubicBezTo>
                  <a:pt x="1081" y="14799"/>
                  <a:pt x="1009" y="14961"/>
                  <a:pt x="937" y="15123"/>
                </a:cubicBezTo>
                <a:cubicBezTo>
                  <a:pt x="703" y="15573"/>
                  <a:pt x="559" y="16077"/>
                  <a:pt x="541" y="16581"/>
                </a:cubicBezTo>
                <a:lnTo>
                  <a:pt x="505" y="16509"/>
                </a:lnTo>
                <a:lnTo>
                  <a:pt x="505" y="16509"/>
                </a:lnTo>
                <a:cubicBezTo>
                  <a:pt x="559" y="16707"/>
                  <a:pt x="577" y="16905"/>
                  <a:pt x="595" y="17103"/>
                </a:cubicBezTo>
                <a:cubicBezTo>
                  <a:pt x="595" y="17337"/>
                  <a:pt x="577" y="17553"/>
                  <a:pt x="559" y="17769"/>
                </a:cubicBezTo>
                <a:cubicBezTo>
                  <a:pt x="536" y="17696"/>
                  <a:pt x="509" y="17667"/>
                  <a:pt x="480" y="17667"/>
                </a:cubicBezTo>
                <a:cubicBezTo>
                  <a:pt x="366" y="17667"/>
                  <a:pt x="217" y="18124"/>
                  <a:pt x="99" y="18124"/>
                </a:cubicBezTo>
                <a:cubicBezTo>
                  <a:pt x="63" y="18124"/>
                  <a:pt x="29" y="18081"/>
                  <a:pt x="1" y="17967"/>
                </a:cubicBezTo>
                <a:lnTo>
                  <a:pt x="1" y="17967"/>
                </a:lnTo>
                <a:cubicBezTo>
                  <a:pt x="19" y="18255"/>
                  <a:pt x="55" y="18543"/>
                  <a:pt x="127" y="18831"/>
                </a:cubicBezTo>
                <a:cubicBezTo>
                  <a:pt x="127" y="18939"/>
                  <a:pt x="181" y="19047"/>
                  <a:pt x="235" y="19155"/>
                </a:cubicBezTo>
                <a:cubicBezTo>
                  <a:pt x="433" y="19371"/>
                  <a:pt x="595" y="19623"/>
                  <a:pt x="739" y="19875"/>
                </a:cubicBezTo>
                <a:lnTo>
                  <a:pt x="487" y="20127"/>
                </a:lnTo>
                <a:cubicBezTo>
                  <a:pt x="595" y="20271"/>
                  <a:pt x="685" y="20415"/>
                  <a:pt x="775" y="20559"/>
                </a:cubicBezTo>
                <a:cubicBezTo>
                  <a:pt x="883" y="20793"/>
                  <a:pt x="937" y="21045"/>
                  <a:pt x="973" y="21297"/>
                </a:cubicBezTo>
                <a:cubicBezTo>
                  <a:pt x="912" y="21156"/>
                  <a:pt x="861" y="21106"/>
                  <a:pt x="815" y="21106"/>
                </a:cubicBezTo>
                <a:cubicBezTo>
                  <a:pt x="708" y="21106"/>
                  <a:pt x="628" y="21376"/>
                  <a:pt x="509" y="21376"/>
                </a:cubicBezTo>
                <a:cubicBezTo>
                  <a:pt x="453" y="21376"/>
                  <a:pt x="388" y="21315"/>
                  <a:pt x="307" y="21135"/>
                </a:cubicBezTo>
                <a:lnTo>
                  <a:pt x="307" y="21135"/>
                </a:lnTo>
                <a:cubicBezTo>
                  <a:pt x="145" y="21802"/>
                  <a:pt x="235" y="22522"/>
                  <a:pt x="523" y="23152"/>
                </a:cubicBezTo>
                <a:cubicBezTo>
                  <a:pt x="721" y="23638"/>
                  <a:pt x="865" y="24016"/>
                  <a:pt x="541" y="24484"/>
                </a:cubicBezTo>
                <a:cubicBezTo>
                  <a:pt x="651" y="24562"/>
                  <a:pt x="734" y="24595"/>
                  <a:pt x="796" y="24595"/>
                </a:cubicBezTo>
                <a:cubicBezTo>
                  <a:pt x="977" y="24595"/>
                  <a:pt x="977" y="24307"/>
                  <a:pt x="937" y="23998"/>
                </a:cubicBezTo>
                <a:cubicBezTo>
                  <a:pt x="893" y="23673"/>
                  <a:pt x="812" y="23312"/>
                  <a:pt x="844" y="23312"/>
                </a:cubicBezTo>
                <a:cubicBezTo>
                  <a:pt x="851" y="23312"/>
                  <a:pt x="864" y="23329"/>
                  <a:pt x="883" y="23368"/>
                </a:cubicBezTo>
                <a:cubicBezTo>
                  <a:pt x="910" y="23301"/>
                  <a:pt x="945" y="23273"/>
                  <a:pt x="985" y="23273"/>
                </a:cubicBezTo>
                <a:cubicBezTo>
                  <a:pt x="1184" y="23273"/>
                  <a:pt x="1501" y="23992"/>
                  <a:pt x="1531" y="24412"/>
                </a:cubicBezTo>
                <a:cubicBezTo>
                  <a:pt x="1639" y="24934"/>
                  <a:pt x="865" y="25510"/>
                  <a:pt x="1243" y="26823"/>
                </a:cubicBezTo>
                <a:lnTo>
                  <a:pt x="1243" y="26823"/>
                </a:lnTo>
                <a:cubicBezTo>
                  <a:pt x="1207" y="26698"/>
                  <a:pt x="1153" y="26698"/>
                  <a:pt x="1117" y="26572"/>
                </a:cubicBezTo>
                <a:lnTo>
                  <a:pt x="1117" y="26572"/>
                </a:lnTo>
                <a:cubicBezTo>
                  <a:pt x="1117" y="26824"/>
                  <a:pt x="1207" y="27094"/>
                  <a:pt x="1351" y="27310"/>
                </a:cubicBezTo>
                <a:cubicBezTo>
                  <a:pt x="1495" y="27562"/>
                  <a:pt x="1567" y="27850"/>
                  <a:pt x="1531" y="28156"/>
                </a:cubicBezTo>
                <a:cubicBezTo>
                  <a:pt x="2006" y="28343"/>
                  <a:pt x="1810" y="28865"/>
                  <a:pt x="2236" y="28865"/>
                </a:cubicBezTo>
                <a:cubicBezTo>
                  <a:pt x="2263" y="28865"/>
                  <a:pt x="2292" y="28863"/>
                  <a:pt x="2323" y="28858"/>
                </a:cubicBezTo>
                <a:cubicBezTo>
                  <a:pt x="2143" y="28480"/>
                  <a:pt x="1963" y="28084"/>
                  <a:pt x="1801" y="27706"/>
                </a:cubicBezTo>
                <a:lnTo>
                  <a:pt x="1801" y="27706"/>
                </a:lnTo>
                <a:cubicBezTo>
                  <a:pt x="2017" y="28030"/>
                  <a:pt x="2251" y="28336"/>
                  <a:pt x="2521" y="28606"/>
                </a:cubicBezTo>
                <a:cubicBezTo>
                  <a:pt x="2827" y="28984"/>
                  <a:pt x="3025" y="29434"/>
                  <a:pt x="3097" y="29921"/>
                </a:cubicBezTo>
                <a:cubicBezTo>
                  <a:pt x="2881" y="29794"/>
                  <a:pt x="2683" y="29614"/>
                  <a:pt x="2539" y="29416"/>
                </a:cubicBezTo>
                <a:lnTo>
                  <a:pt x="2539" y="29416"/>
                </a:lnTo>
                <a:cubicBezTo>
                  <a:pt x="2521" y="29794"/>
                  <a:pt x="2881" y="29993"/>
                  <a:pt x="2863" y="30371"/>
                </a:cubicBezTo>
                <a:cubicBezTo>
                  <a:pt x="2845" y="30374"/>
                  <a:pt x="2828" y="30376"/>
                  <a:pt x="2811" y="30376"/>
                </a:cubicBezTo>
                <a:cubicBezTo>
                  <a:pt x="2583" y="30376"/>
                  <a:pt x="2400" y="30052"/>
                  <a:pt x="2233" y="29650"/>
                </a:cubicBezTo>
                <a:cubicBezTo>
                  <a:pt x="2071" y="29218"/>
                  <a:pt x="1873" y="28714"/>
                  <a:pt x="1567" y="28408"/>
                </a:cubicBezTo>
                <a:lnTo>
                  <a:pt x="1567" y="28408"/>
                </a:lnTo>
                <a:cubicBezTo>
                  <a:pt x="1513" y="28624"/>
                  <a:pt x="1729" y="28930"/>
                  <a:pt x="1873" y="29164"/>
                </a:cubicBezTo>
                <a:cubicBezTo>
                  <a:pt x="1994" y="29360"/>
                  <a:pt x="2064" y="29506"/>
                  <a:pt x="1883" y="29506"/>
                </a:cubicBezTo>
                <a:cubicBezTo>
                  <a:pt x="1848" y="29506"/>
                  <a:pt x="1803" y="29500"/>
                  <a:pt x="1747" y="29488"/>
                </a:cubicBezTo>
                <a:lnTo>
                  <a:pt x="1747" y="29488"/>
                </a:lnTo>
                <a:cubicBezTo>
                  <a:pt x="2197" y="29614"/>
                  <a:pt x="2287" y="29939"/>
                  <a:pt x="2395" y="30317"/>
                </a:cubicBezTo>
                <a:cubicBezTo>
                  <a:pt x="2467" y="30767"/>
                  <a:pt x="2719" y="31163"/>
                  <a:pt x="3079" y="31433"/>
                </a:cubicBezTo>
                <a:lnTo>
                  <a:pt x="2755" y="31523"/>
                </a:lnTo>
                <a:cubicBezTo>
                  <a:pt x="2953" y="31685"/>
                  <a:pt x="3133" y="31883"/>
                  <a:pt x="3259" y="32099"/>
                </a:cubicBezTo>
                <a:lnTo>
                  <a:pt x="2665" y="31829"/>
                </a:lnTo>
                <a:lnTo>
                  <a:pt x="2665" y="31829"/>
                </a:lnTo>
                <a:cubicBezTo>
                  <a:pt x="2989" y="32099"/>
                  <a:pt x="3097" y="32459"/>
                  <a:pt x="3187" y="32837"/>
                </a:cubicBezTo>
                <a:cubicBezTo>
                  <a:pt x="3241" y="33215"/>
                  <a:pt x="3403" y="33575"/>
                  <a:pt x="3655" y="33863"/>
                </a:cubicBezTo>
                <a:cubicBezTo>
                  <a:pt x="3241" y="33197"/>
                  <a:pt x="3295" y="33071"/>
                  <a:pt x="3403" y="33017"/>
                </a:cubicBezTo>
                <a:cubicBezTo>
                  <a:pt x="3529" y="32981"/>
                  <a:pt x="3727" y="33017"/>
                  <a:pt x="3673" y="32675"/>
                </a:cubicBezTo>
                <a:lnTo>
                  <a:pt x="3673" y="32675"/>
                </a:lnTo>
                <a:cubicBezTo>
                  <a:pt x="3925" y="32927"/>
                  <a:pt x="4105" y="33215"/>
                  <a:pt x="4231" y="33521"/>
                </a:cubicBezTo>
                <a:cubicBezTo>
                  <a:pt x="4285" y="33719"/>
                  <a:pt x="4303" y="33917"/>
                  <a:pt x="4267" y="34115"/>
                </a:cubicBezTo>
                <a:cubicBezTo>
                  <a:pt x="4249" y="34349"/>
                  <a:pt x="4249" y="34583"/>
                  <a:pt x="4321" y="34799"/>
                </a:cubicBezTo>
                <a:cubicBezTo>
                  <a:pt x="4447" y="35177"/>
                  <a:pt x="4645" y="35519"/>
                  <a:pt x="4933" y="35807"/>
                </a:cubicBezTo>
                <a:cubicBezTo>
                  <a:pt x="4789" y="35645"/>
                  <a:pt x="4681" y="35447"/>
                  <a:pt x="4627" y="35249"/>
                </a:cubicBezTo>
                <a:cubicBezTo>
                  <a:pt x="4590" y="35110"/>
                  <a:pt x="4596" y="35007"/>
                  <a:pt x="4671" y="35007"/>
                </a:cubicBezTo>
                <a:cubicBezTo>
                  <a:pt x="4703" y="35007"/>
                  <a:pt x="4748" y="35026"/>
                  <a:pt x="4807" y="35069"/>
                </a:cubicBezTo>
                <a:cubicBezTo>
                  <a:pt x="5023" y="35447"/>
                  <a:pt x="5185" y="35843"/>
                  <a:pt x="5293" y="36257"/>
                </a:cubicBezTo>
                <a:cubicBezTo>
                  <a:pt x="5582" y="36556"/>
                  <a:pt x="5722" y="36656"/>
                  <a:pt x="5780" y="36656"/>
                </a:cubicBezTo>
                <a:cubicBezTo>
                  <a:pt x="5828" y="36656"/>
                  <a:pt x="5822" y="36590"/>
                  <a:pt x="5798" y="36509"/>
                </a:cubicBezTo>
                <a:cubicBezTo>
                  <a:pt x="5769" y="36366"/>
                  <a:pt x="5718" y="36156"/>
                  <a:pt x="5833" y="36156"/>
                </a:cubicBezTo>
                <a:cubicBezTo>
                  <a:pt x="5863" y="36156"/>
                  <a:pt x="5904" y="36170"/>
                  <a:pt x="5960" y="36203"/>
                </a:cubicBezTo>
                <a:cubicBezTo>
                  <a:pt x="5960" y="36455"/>
                  <a:pt x="6122" y="36653"/>
                  <a:pt x="6356" y="36707"/>
                </a:cubicBezTo>
                <a:cubicBezTo>
                  <a:pt x="6464" y="36743"/>
                  <a:pt x="6572" y="36761"/>
                  <a:pt x="6698" y="36797"/>
                </a:cubicBezTo>
                <a:cubicBezTo>
                  <a:pt x="6842" y="36833"/>
                  <a:pt x="6986" y="36887"/>
                  <a:pt x="7094" y="36959"/>
                </a:cubicBezTo>
                <a:lnTo>
                  <a:pt x="6878" y="37211"/>
                </a:lnTo>
                <a:cubicBezTo>
                  <a:pt x="7022" y="37427"/>
                  <a:pt x="7238" y="37607"/>
                  <a:pt x="7472" y="37715"/>
                </a:cubicBezTo>
                <a:cubicBezTo>
                  <a:pt x="7520" y="37740"/>
                  <a:pt x="7573" y="37750"/>
                  <a:pt x="7624" y="37750"/>
                </a:cubicBezTo>
                <a:cubicBezTo>
                  <a:pt x="7686" y="37750"/>
                  <a:pt x="7746" y="37735"/>
                  <a:pt x="7796" y="37715"/>
                </a:cubicBezTo>
                <a:cubicBezTo>
                  <a:pt x="7858" y="37690"/>
                  <a:pt x="7917" y="37665"/>
                  <a:pt x="7987" y="37665"/>
                </a:cubicBezTo>
                <a:cubicBezTo>
                  <a:pt x="8120" y="37665"/>
                  <a:pt x="8295" y="37753"/>
                  <a:pt x="8624" y="38094"/>
                </a:cubicBezTo>
                <a:lnTo>
                  <a:pt x="7850" y="38094"/>
                </a:lnTo>
                <a:lnTo>
                  <a:pt x="8552" y="38454"/>
                </a:lnTo>
                <a:lnTo>
                  <a:pt x="8192" y="38670"/>
                </a:lnTo>
                <a:cubicBezTo>
                  <a:pt x="9056" y="38940"/>
                  <a:pt x="9236" y="39138"/>
                  <a:pt x="9902" y="39642"/>
                </a:cubicBezTo>
                <a:cubicBezTo>
                  <a:pt x="9866" y="39498"/>
                  <a:pt x="9974" y="39372"/>
                  <a:pt x="10154" y="39354"/>
                </a:cubicBezTo>
                <a:cubicBezTo>
                  <a:pt x="10209" y="39346"/>
                  <a:pt x="10264" y="39343"/>
                  <a:pt x="10317" y="39343"/>
                </a:cubicBezTo>
                <a:cubicBezTo>
                  <a:pt x="10526" y="39343"/>
                  <a:pt x="10724" y="39397"/>
                  <a:pt x="10910" y="39498"/>
                </a:cubicBezTo>
                <a:cubicBezTo>
                  <a:pt x="11270" y="39894"/>
                  <a:pt x="10532" y="39660"/>
                  <a:pt x="11468" y="40056"/>
                </a:cubicBezTo>
                <a:cubicBezTo>
                  <a:pt x="11339" y="40096"/>
                  <a:pt x="11194" y="40148"/>
                  <a:pt x="11052" y="40148"/>
                </a:cubicBezTo>
                <a:cubicBezTo>
                  <a:pt x="10878" y="40148"/>
                  <a:pt x="10707" y="40071"/>
                  <a:pt x="10568" y="39804"/>
                </a:cubicBezTo>
                <a:cubicBezTo>
                  <a:pt x="10478" y="39876"/>
                  <a:pt x="10262" y="39876"/>
                  <a:pt x="10172" y="39930"/>
                </a:cubicBezTo>
                <a:cubicBezTo>
                  <a:pt x="10550" y="40380"/>
                  <a:pt x="11378" y="40596"/>
                  <a:pt x="11720" y="40740"/>
                </a:cubicBezTo>
                <a:cubicBezTo>
                  <a:pt x="11594" y="40686"/>
                  <a:pt x="11468" y="40614"/>
                  <a:pt x="11378" y="40506"/>
                </a:cubicBezTo>
                <a:lnTo>
                  <a:pt x="11378" y="40506"/>
                </a:lnTo>
                <a:cubicBezTo>
                  <a:pt x="11630" y="40560"/>
                  <a:pt x="11900" y="40578"/>
                  <a:pt x="12152" y="40596"/>
                </a:cubicBezTo>
                <a:cubicBezTo>
                  <a:pt x="12404" y="40632"/>
                  <a:pt x="12656" y="40632"/>
                  <a:pt x="12926" y="40650"/>
                </a:cubicBezTo>
                <a:cubicBezTo>
                  <a:pt x="13088" y="40848"/>
                  <a:pt x="12890" y="40884"/>
                  <a:pt x="12692" y="40902"/>
                </a:cubicBezTo>
                <a:cubicBezTo>
                  <a:pt x="12980" y="40974"/>
                  <a:pt x="13232" y="40902"/>
                  <a:pt x="13647" y="41028"/>
                </a:cubicBezTo>
                <a:cubicBezTo>
                  <a:pt x="13494" y="41196"/>
                  <a:pt x="13419" y="41429"/>
                  <a:pt x="13002" y="41429"/>
                </a:cubicBezTo>
                <a:cubicBezTo>
                  <a:pt x="12952" y="41429"/>
                  <a:pt x="12896" y="41426"/>
                  <a:pt x="12836" y="41419"/>
                </a:cubicBezTo>
                <a:lnTo>
                  <a:pt x="12836" y="41419"/>
                </a:lnTo>
                <a:cubicBezTo>
                  <a:pt x="13054" y="41451"/>
                  <a:pt x="13262" y="41482"/>
                  <a:pt x="13484" y="41514"/>
                </a:cubicBezTo>
                <a:cubicBezTo>
                  <a:pt x="13719" y="41532"/>
                  <a:pt x="13953" y="41568"/>
                  <a:pt x="14205" y="41586"/>
                </a:cubicBezTo>
                <a:cubicBezTo>
                  <a:pt x="14259" y="41712"/>
                  <a:pt x="14817" y="42090"/>
                  <a:pt x="14619" y="42126"/>
                </a:cubicBezTo>
                <a:cubicBezTo>
                  <a:pt x="14817" y="42216"/>
                  <a:pt x="15015" y="42270"/>
                  <a:pt x="15249" y="42288"/>
                </a:cubicBezTo>
                <a:cubicBezTo>
                  <a:pt x="15501" y="42306"/>
                  <a:pt x="15753" y="42306"/>
                  <a:pt x="16005" y="42306"/>
                </a:cubicBezTo>
                <a:cubicBezTo>
                  <a:pt x="16144" y="42306"/>
                  <a:pt x="16285" y="42303"/>
                  <a:pt x="16425" y="42303"/>
                </a:cubicBezTo>
                <a:cubicBezTo>
                  <a:pt x="16811" y="42303"/>
                  <a:pt x="17197" y="42323"/>
                  <a:pt x="17553" y="42468"/>
                </a:cubicBezTo>
                <a:cubicBezTo>
                  <a:pt x="17649" y="42413"/>
                  <a:pt x="17746" y="42390"/>
                  <a:pt x="17850" y="42390"/>
                </a:cubicBezTo>
                <a:cubicBezTo>
                  <a:pt x="17882" y="42390"/>
                  <a:pt x="17915" y="42392"/>
                  <a:pt x="17949" y="42396"/>
                </a:cubicBezTo>
                <a:cubicBezTo>
                  <a:pt x="18659" y="42549"/>
                  <a:pt x="19316" y="42842"/>
                  <a:pt x="20110" y="42842"/>
                </a:cubicBezTo>
                <a:cubicBezTo>
                  <a:pt x="20342" y="42842"/>
                  <a:pt x="20586" y="42817"/>
                  <a:pt x="20847" y="42756"/>
                </a:cubicBezTo>
                <a:cubicBezTo>
                  <a:pt x="21045" y="42918"/>
                  <a:pt x="21243" y="43098"/>
                  <a:pt x="21441" y="43278"/>
                </a:cubicBezTo>
                <a:cubicBezTo>
                  <a:pt x="22324" y="43224"/>
                  <a:pt x="20631" y="42630"/>
                  <a:pt x="22090" y="42540"/>
                </a:cubicBezTo>
                <a:cubicBezTo>
                  <a:pt x="22184" y="42530"/>
                  <a:pt x="22265" y="42525"/>
                  <a:pt x="22333" y="42525"/>
                </a:cubicBezTo>
                <a:cubicBezTo>
                  <a:pt x="23001" y="42525"/>
                  <a:pt x="22483" y="42969"/>
                  <a:pt x="22810" y="43116"/>
                </a:cubicBezTo>
                <a:cubicBezTo>
                  <a:pt x="23187" y="42947"/>
                  <a:pt x="23754" y="42664"/>
                  <a:pt x="24392" y="42664"/>
                </a:cubicBezTo>
                <a:cubicBezTo>
                  <a:pt x="24637" y="42664"/>
                  <a:pt x="24891" y="42706"/>
                  <a:pt x="25150" y="42810"/>
                </a:cubicBezTo>
                <a:cubicBezTo>
                  <a:pt x="25037" y="42837"/>
                  <a:pt x="24931" y="42844"/>
                  <a:pt x="24828" y="42844"/>
                </a:cubicBezTo>
                <a:cubicBezTo>
                  <a:pt x="24716" y="42844"/>
                  <a:pt x="24607" y="42835"/>
                  <a:pt x="24495" y="42835"/>
                </a:cubicBezTo>
                <a:cubicBezTo>
                  <a:pt x="24433" y="42835"/>
                  <a:pt x="24369" y="42838"/>
                  <a:pt x="24304" y="42846"/>
                </a:cubicBezTo>
                <a:lnTo>
                  <a:pt x="25024" y="43098"/>
                </a:lnTo>
                <a:cubicBezTo>
                  <a:pt x="24160" y="43548"/>
                  <a:pt x="23512" y="43368"/>
                  <a:pt x="24196" y="43764"/>
                </a:cubicBezTo>
                <a:cubicBezTo>
                  <a:pt x="24250" y="43314"/>
                  <a:pt x="24952" y="43278"/>
                  <a:pt x="25654" y="43260"/>
                </a:cubicBezTo>
                <a:cubicBezTo>
                  <a:pt x="26356" y="43224"/>
                  <a:pt x="27058" y="43170"/>
                  <a:pt x="27076" y="42720"/>
                </a:cubicBezTo>
                <a:lnTo>
                  <a:pt x="27562" y="42882"/>
                </a:lnTo>
                <a:cubicBezTo>
                  <a:pt x="27418" y="42882"/>
                  <a:pt x="27400" y="42936"/>
                  <a:pt x="27274" y="42936"/>
                </a:cubicBezTo>
                <a:cubicBezTo>
                  <a:pt x="27416" y="42993"/>
                  <a:pt x="27530" y="43018"/>
                  <a:pt x="27625" y="43018"/>
                </a:cubicBezTo>
                <a:cubicBezTo>
                  <a:pt x="28141" y="43018"/>
                  <a:pt x="28103" y="42304"/>
                  <a:pt x="29008" y="42304"/>
                </a:cubicBezTo>
                <a:cubicBezTo>
                  <a:pt x="29035" y="42304"/>
                  <a:pt x="29063" y="42305"/>
                  <a:pt x="29092" y="42306"/>
                </a:cubicBezTo>
                <a:cubicBezTo>
                  <a:pt x="29507" y="42342"/>
                  <a:pt x="29795" y="42450"/>
                  <a:pt x="29525" y="42576"/>
                </a:cubicBezTo>
                <a:cubicBezTo>
                  <a:pt x="29831" y="42486"/>
                  <a:pt x="30119" y="42378"/>
                  <a:pt x="30407" y="42288"/>
                </a:cubicBezTo>
                <a:cubicBezTo>
                  <a:pt x="30636" y="42288"/>
                  <a:pt x="30632" y="42392"/>
                  <a:pt x="30470" y="42434"/>
                </a:cubicBezTo>
                <a:lnTo>
                  <a:pt x="30470" y="42434"/>
                </a:lnTo>
                <a:cubicBezTo>
                  <a:pt x="30887" y="42370"/>
                  <a:pt x="31305" y="42319"/>
                  <a:pt x="31739" y="42252"/>
                </a:cubicBezTo>
                <a:lnTo>
                  <a:pt x="31739" y="42270"/>
                </a:lnTo>
                <a:cubicBezTo>
                  <a:pt x="31991" y="42072"/>
                  <a:pt x="32261" y="41892"/>
                  <a:pt x="32531" y="41730"/>
                </a:cubicBezTo>
                <a:lnTo>
                  <a:pt x="32531" y="41730"/>
                </a:lnTo>
                <a:cubicBezTo>
                  <a:pt x="32909" y="41820"/>
                  <a:pt x="32369" y="41838"/>
                  <a:pt x="32477" y="41946"/>
                </a:cubicBezTo>
                <a:lnTo>
                  <a:pt x="33215" y="41640"/>
                </a:lnTo>
                <a:lnTo>
                  <a:pt x="33215" y="41640"/>
                </a:lnTo>
                <a:cubicBezTo>
                  <a:pt x="33539" y="41838"/>
                  <a:pt x="32945" y="42144"/>
                  <a:pt x="32423" y="42180"/>
                </a:cubicBezTo>
                <a:cubicBezTo>
                  <a:pt x="32648" y="42406"/>
                  <a:pt x="32794" y="42482"/>
                  <a:pt x="32922" y="42482"/>
                </a:cubicBezTo>
                <a:cubicBezTo>
                  <a:pt x="33188" y="42482"/>
                  <a:pt x="33373" y="42149"/>
                  <a:pt x="34034" y="42149"/>
                </a:cubicBezTo>
                <a:cubicBezTo>
                  <a:pt x="34193" y="42149"/>
                  <a:pt x="34379" y="42168"/>
                  <a:pt x="34601" y="42216"/>
                </a:cubicBezTo>
                <a:lnTo>
                  <a:pt x="33899" y="42414"/>
                </a:lnTo>
                <a:cubicBezTo>
                  <a:pt x="34439" y="42864"/>
                  <a:pt x="34979" y="42630"/>
                  <a:pt x="35825" y="42828"/>
                </a:cubicBezTo>
                <a:cubicBezTo>
                  <a:pt x="35591" y="42702"/>
                  <a:pt x="34097" y="42234"/>
                  <a:pt x="34889" y="41910"/>
                </a:cubicBezTo>
                <a:lnTo>
                  <a:pt x="34889" y="41910"/>
                </a:lnTo>
                <a:cubicBezTo>
                  <a:pt x="34946" y="41916"/>
                  <a:pt x="35003" y="41919"/>
                  <a:pt x="35060" y="41919"/>
                </a:cubicBezTo>
                <a:cubicBezTo>
                  <a:pt x="35343" y="41919"/>
                  <a:pt x="35618" y="41844"/>
                  <a:pt x="35843" y="41694"/>
                </a:cubicBezTo>
                <a:cubicBezTo>
                  <a:pt x="35869" y="41846"/>
                  <a:pt x="35973" y="41895"/>
                  <a:pt x="36132" y="41895"/>
                </a:cubicBezTo>
                <a:cubicBezTo>
                  <a:pt x="36313" y="41895"/>
                  <a:pt x="36564" y="41832"/>
                  <a:pt x="36851" y="41784"/>
                </a:cubicBezTo>
                <a:lnTo>
                  <a:pt x="36887" y="42216"/>
                </a:lnTo>
                <a:cubicBezTo>
                  <a:pt x="37446" y="42000"/>
                  <a:pt x="37374" y="41784"/>
                  <a:pt x="37680" y="41550"/>
                </a:cubicBezTo>
                <a:cubicBezTo>
                  <a:pt x="37730" y="41546"/>
                  <a:pt x="37778" y="41544"/>
                  <a:pt x="37824" y="41544"/>
                </a:cubicBezTo>
                <a:cubicBezTo>
                  <a:pt x="38356" y="41544"/>
                  <a:pt x="38523" y="41822"/>
                  <a:pt x="38706" y="42054"/>
                </a:cubicBezTo>
                <a:cubicBezTo>
                  <a:pt x="39750" y="41964"/>
                  <a:pt x="37914" y="41640"/>
                  <a:pt x="39120" y="41370"/>
                </a:cubicBezTo>
                <a:lnTo>
                  <a:pt x="39120" y="41370"/>
                </a:lnTo>
                <a:cubicBezTo>
                  <a:pt x="39148" y="41370"/>
                  <a:pt x="39175" y="41371"/>
                  <a:pt x="39202" y="41371"/>
                </a:cubicBezTo>
                <a:cubicBezTo>
                  <a:pt x="40039" y="41371"/>
                  <a:pt x="40609" y="41105"/>
                  <a:pt x="41568" y="40704"/>
                </a:cubicBezTo>
                <a:lnTo>
                  <a:pt x="41568" y="40704"/>
                </a:lnTo>
                <a:cubicBezTo>
                  <a:pt x="42180" y="40758"/>
                  <a:pt x="41496" y="40992"/>
                  <a:pt x="41730" y="41064"/>
                </a:cubicBezTo>
                <a:lnTo>
                  <a:pt x="42198" y="40650"/>
                </a:lnTo>
                <a:cubicBezTo>
                  <a:pt x="42209" y="40648"/>
                  <a:pt x="42219" y="40648"/>
                  <a:pt x="42228" y="40648"/>
                </a:cubicBezTo>
                <a:cubicBezTo>
                  <a:pt x="42337" y="40648"/>
                  <a:pt x="42306" y="40744"/>
                  <a:pt x="42306" y="40794"/>
                </a:cubicBezTo>
                <a:cubicBezTo>
                  <a:pt x="42720" y="40596"/>
                  <a:pt x="42270" y="40362"/>
                  <a:pt x="42954" y="40128"/>
                </a:cubicBezTo>
                <a:cubicBezTo>
                  <a:pt x="42979" y="40013"/>
                  <a:pt x="43074" y="39973"/>
                  <a:pt x="43216" y="39973"/>
                </a:cubicBezTo>
                <a:cubicBezTo>
                  <a:pt x="43512" y="39973"/>
                  <a:pt x="44012" y="40145"/>
                  <a:pt x="44491" y="40145"/>
                </a:cubicBezTo>
                <a:cubicBezTo>
                  <a:pt x="44784" y="40145"/>
                  <a:pt x="45068" y="40081"/>
                  <a:pt x="45295" y="39876"/>
                </a:cubicBezTo>
                <a:lnTo>
                  <a:pt x="45295" y="39876"/>
                </a:lnTo>
                <a:cubicBezTo>
                  <a:pt x="45547" y="39948"/>
                  <a:pt x="45240" y="40146"/>
                  <a:pt x="45349" y="40308"/>
                </a:cubicBezTo>
                <a:cubicBezTo>
                  <a:pt x="45925" y="40020"/>
                  <a:pt x="46159" y="39894"/>
                  <a:pt x="46375" y="39768"/>
                </a:cubicBezTo>
                <a:cubicBezTo>
                  <a:pt x="46663" y="39588"/>
                  <a:pt x="46951" y="39390"/>
                  <a:pt x="47221" y="39156"/>
                </a:cubicBezTo>
                <a:cubicBezTo>
                  <a:pt x="47509" y="39192"/>
                  <a:pt x="47815" y="39210"/>
                  <a:pt x="48121" y="39228"/>
                </a:cubicBezTo>
                <a:cubicBezTo>
                  <a:pt x="47419" y="39066"/>
                  <a:pt x="48121" y="38508"/>
                  <a:pt x="48715" y="38022"/>
                </a:cubicBezTo>
                <a:cubicBezTo>
                  <a:pt x="48445" y="37932"/>
                  <a:pt x="48247" y="37859"/>
                  <a:pt x="48103" y="37823"/>
                </a:cubicBezTo>
                <a:cubicBezTo>
                  <a:pt x="48427" y="37643"/>
                  <a:pt x="48769" y="37463"/>
                  <a:pt x="49093" y="37301"/>
                </a:cubicBezTo>
                <a:lnTo>
                  <a:pt x="49093" y="37301"/>
                </a:lnTo>
                <a:cubicBezTo>
                  <a:pt x="49237" y="37337"/>
                  <a:pt x="49183" y="37499"/>
                  <a:pt x="49057" y="37733"/>
                </a:cubicBezTo>
                <a:cubicBezTo>
                  <a:pt x="49111" y="37679"/>
                  <a:pt x="49165" y="37625"/>
                  <a:pt x="49219" y="37571"/>
                </a:cubicBezTo>
                <a:cubicBezTo>
                  <a:pt x="49633" y="37607"/>
                  <a:pt x="49525" y="37914"/>
                  <a:pt x="49309" y="38220"/>
                </a:cubicBezTo>
                <a:cubicBezTo>
                  <a:pt x="49165" y="38184"/>
                  <a:pt x="49003" y="38130"/>
                  <a:pt x="48859" y="38076"/>
                </a:cubicBezTo>
                <a:cubicBezTo>
                  <a:pt x="48661" y="38400"/>
                  <a:pt x="48481" y="38742"/>
                  <a:pt x="48607" y="38976"/>
                </a:cubicBezTo>
                <a:cubicBezTo>
                  <a:pt x="48697" y="38886"/>
                  <a:pt x="48805" y="38814"/>
                  <a:pt x="48931" y="38760"/>
                </a:cubicBezTo>
                <a:lnTo>
                  <a:pt x="48931" y="38760"/>
                </a:lnTo>
                <a:cubicBezTo>
                  <a:pt x="48877" y="38850"/>
                  <a:pt x="48841" y="38922"/>
                  <a:pt x="48895" y="38958"/>
                </a:cubicBezTo>
                <a:cubicBezTo>
                  <a:pt x="48899" y="38962"/>
                  <a:pt x="48904" y="38964"/>
                  <a:pt x="48910" y="38964"/>
                </a:cubicBezTo>
                <a:cubicBezTo>
                  <a:pt x="48957" y="38964"/>
                  <a:pt x="49056" y="38849"/>
                  <a:pt x="49183" y="38706"/>
                </a:cubicBezTo>
                <a:lnTo>
                  <a:pt x="49561" y="39102"/>
                </a:lnTo>
                <a:lnTo>
                  <a:pt x="49561" y="38904"/>
                </a:lnTo>
                <a:cubicBezTo>
                  <a:pt x="50065" y="38850"/>
                  <a:pt x="50587" y="38796"/>
                  <a:pt x="51091" y="38706"/>
                </a:cubicBezTo>
                <a:cubicBezTo>
                  <a:pt x="51307" y="38508"/>
                  <a:pt x="51523" y="38292"/>
                  <a:pt x="51721" y="38058"/>
                </a:cubicBezTo>
                <a:lnTo>
                  <a:pt x="52315" y="37373"/>
                </a:lnTo>
                <a:cubicBezTo>
                  <a:pt x="52801" y="36833"/>
                  <a:pt x="53324" y="36347"/>
                  <a:pt x="53900" y="35915"/>
                </a:cubicBezTo>
                <a:lnTo>
                  <a:pt x="53900" y="35915"/>
                </a:lnTo>
                <a:cubicBezTo>
                  <a:pt x="53720" y="36437"/>
                  <a:pt x="54098" y="36473"/>
                  <a:pt x="54296" y="36851"/>
                </a:cubicBezTo>
                <a:cubicBezTo>
                  <a:pt x="54247" y="36840"/>
                  <a:pt x="54199" y="36835"/>
                  <a:pt x="54152" y="36835"/>
                </a:cubicBezTo>
                <a:cubicBezTo>
                  <a:pt x="53889" y="36835"/>
                  <a:pt x="53655" y="36997"/>
                  <a:pt x="53396" y="37211"/>
                </a:cubicBezTo>
                <a:cubicBezTo>
                  <a:pt x="53234" y="37355"/>
                  <a:pt x="53071" y="37499"/>
                  <a:pt x="52891" y="37607"/>
                </a:cubicBezTo>
                <a:cubicBezTo>
                  <a:pt x="52711" y="37733"/>
                  <a:pt x="52513" y="37841"/>
                  <a:pt x="52315" y="37914"/>
                </a:cubicBezTo>
                <a:cubicBezTo>
                  <a:pt x="52416" y="37881"/>
                  <a:pt x="52493" y="37868"/>
                  <a:pt x="52552" y="37868"/>
                </a:cubicBezTo>
                <a:cubicBezTo>
                  <a:pt x="52754" y="37868"/>
                  <a:pt x="52727" y="38028"/>
                  <a:pt x="52657" y="38112"/>
                </a:cubicBezTo>
                <a:cubicBezTo>
                  <a:pt x="52891" y="37932"/>
                  <a:pt x="53107" y="37769"/>
                  <a:pt x="53306" y="37589"/>
                </a:cubicBezTo>
                <a:lnTo>
                  <a:pt x="53936" y="37049"/>
                </a:lnTo>
                <a:cubicBezTo>
                  <a:pt x="53980" y="37164"/>
                  <a:pt x="54048" y="37205"/>
                  <a:pt x="54135" y="37205"/>
                </a:cubicBezTo>
                <a:cubicBezTo>
                  <a:pt x="54295" y="37205"/>
                  <a:pt x="54521" y="37071"/>
                  <a:pt x="54800" y="37013"/>
                </a:cubicBezTo>
                <a:cubicBezTo>
                  <a:pt x="54494" y="36779"/>
                  <a:pt x="54710" y="36563"/>
                  <a:pt x="55034" y="36293"/>
                </a:cubicBezTo>
                <a:cubicBezTo>
                  <a:pt x="55196" y="36149"/>
                  <a:pt x="55394" y="36005"/>
                  <a:pt x="55574" y="35861"/>
                </a:cubicBezTo>
                <a:cubicBezTo>
                  <a:pt x="55736" y="35735"/>
                  <a:pt x="55880" y="35591"/>
                  <a:pt x="56006" y="35429"/>
                </a:cubicBezTo>
                <a:cubicBezTo>
                  <a:pt x="56096" y="35519"/>
                  <a:pt x="56132" y="35645"/>
                  <a:pt x="56078" y="35771"/>
                </a:cubicBezTo>
                <a:cubicBezTo>
                  <a:pt x="55934" y="36005"/>
                  <a:pt x="55736" y="36185"/>
                  <a:pt x="55484" y="36293"/>
                </a:cubicBezTo>
                <a:cubicBezTo>
                  <a:pt x="56006" y="36257"/>
                  <a:pt x="56132" y="35915"/>
                  <a:pt x="56222" y="35573"/>
                </a:cubicBezTo>
                <a:cubicBezTo>
                  <a:pt x="56276" y="35411"/>
                  <a:pt x="56330" y="35249"/>
                  <a:pt x="56420" y="35105"/>
                </a:cubicBezTo>
                <a:cubicBezTo>
                  <a:pt x="56510" y="34943"/>
                  <a:pt x="56672" y="34817"/>
                  <a:pt x="56870" y="34781"/>
                </a:cubicBezTo>
                <a:lnTo>
                  <a:pt x="56870" y="34781"/>
                </a:lnTo>
                <a:cubicBezTo>
                  <a:pt x="56726" y="34907"/>
                  <a:pt x="56618" y="34961"/>
                  <a:pt x="56636" y="35087"/>
                </a:cubicBezTo>
                <a:cubicBezTo>
                  <a:pt x="56816" y="34835"/>
                  <a:pt x="57032" y="34601"/>
                  <a:pt x="57302" y="34439"/>
                </a:cubicBezTo>
                <a:cubicBezTo>
                  <a:pt x="57451" y="34325"/>
                  <a:pt x="57592" y="34246"/>
                  <a:pt x="57671" y="34246"/>
                </a:cubicBezTo>
                <a:cubicBezTo>
                  <a:pt x="57716" y="34246"/>
                  <a:pt x="57741" y="34272"/>
                  <a:pt x="57734" y="34331"/>
                </a:cubicBezTo>
                <a:lnTo>
                  <a:pt x="57590" y="34475"/>
                </a:lnTo>
                <a:cubicBezTo>
                  <a:pt x="58238" y="33935"/>
                  <a:pt x="58778" y="33305"/>
                  <a:pt x="59246" y="32603"/>
                </a:cubicBezTo>
                <a:cubicBezTo>
                  <a:pt x="59354" y="32423"/>
                  <a:pt x="59462" y="32243"/>
                  <a:pt x="59552" y="32081"/>
                </a:cubicBezTo>
                <a:cubicBezTo>
                  <a:pt x="59624" y="31919"/>
                  <a:pt x="59696" y="31757"/>
                  <a:pt x="59750" y="31595"/>
                </a:cubicBezTo>
                <a:cubicBezTo>
                  <a:pt x="59840" y="31307"/>
                  <a:pt x="59858" y="31073"/>
                  <a:pt x="59768" y="30965"/>
                </a:cubicBezTo>
                <a:lnTo>
                  <a:pt x="59768" y="30965"/>
                </a:lnTo>
                <a:cubicBezTo>
                  <a:pt x="59966" y="31145"/>
                  <a:pt x="60146" y="31361"/>
                  <a:pt x="60290" y="31613"/>
                </a:cubicBezTo>
                <a:cubicBezTo>
                  <a:pt x="60254" y="31109"/>
                  <a:pt x="60164" y="30605"/>
                  <a:pt x="60074" y="30119"/>
                </a:cubicBezTo>
                <a:cubicBezTo>
                  <a:pt x="59984" y="29650"/>
                  <a:pt x="59840" y="29164"/>
                  <a:pt x="59732" y="28714"/>
                </a:cubicBezTo>
                <a:lnTo>
                  <a:pt x="59732" y="28714"/>
                </a:lnTo>
                <a:cubicBezTo>
                  <a:pt x="59912" y="28912"/>
                  <a:pt x="60344" y="28984"/>
                  <a:pt x="60704" y="29110"/>
                </a:cubicBezTo>
                <a:cubicBezTo>
                  <a:pt x="61082" y="29254"/>
                  <a:pt x="61371" y="29488"/>
                  <a:pt x="61245" y="30029"/>
                </a:cubicBezTo>
                <a:cubicBezTo>
                  <a:pt x="61551" y="29686"/>
                  <a:pt x="61767" y="29254"/>
                  <a:pt x="61821" y="28804"/>
                </a:cubicBezTo>
                <a:lnTo>
                  <a:pt x="61821" y="28804"/>
                </a:lnTo>
                <a:cubicBezTo>
                  <a:pt x="61748" y="28877"/>
                  <a:pt x="61566" y="28921"/>
                  <a:pt x="61395" y="28921"/>
                </a:cubicBezTo>
                <a:cubicBezTo>
                  <a:pt x="61184" y="28921"/>
                  <a:pt x="60989" y="28855"/>
                  <a:pt x="61028" y="28696"/>
                </a:cubicBezTo>
                <a:cubicBezTo>
                  <a:pt x="61263" y="28588"/>
                  <a:pt x="61479" y="28426"/>
                  <a:pt x="61677" y="28246"/>
                </a:cubicBezTo>
                <a:cubicBezTo>
                  <a:pt x="61816" y="28141"/>
                  <a:pt x="61905" y="28003"/>
                  <a:pt x="62273" y="27649"/>
                </a:cubicBezTo>
                <a:lnTo>
                  <a:pt x="62273" y="27649"/>
                </a:lnTo>
                <a:cubicBezTo>
                  <a:pt x="62246" y="27668"/>
                  <a:pt x="62215" y="27676"/>
                  <a:pt x="62182" y="27676"/>
                </a:cubicBezTo>
                <a:cubicBezTo>
                  <a:pt x="61934" y="27676"/>
                  <a:pt x="61544" y="27200"/>
                  <a:pt x="61695" y="26824"/>
                </a:cubicBezTo>
                <a:lnTo>
                  <a:pt x="61695" y="26824"/>
                </a:lnTo>
                <a:cubicBezTo>
                  <a:pt x="61781" y="26945"/>
                  <a:pt x="62385" y="27050"/>
                  <a:pt x="62446" y="27218"/>
                </a:cubicBezTo>
                <a:lnTo>
                  <a:pt x="62446" y="27218"/>
                </a:lnTo>
                <a:cubicBezTo>
                  <a:pt x="62344" y="26778"/>
                  <a:pt x="62227" y="26339"/>
                  <a:pt x="62124" y="25914"/>
                </a:cubicBezTo>
                <a:lnTo>
                  <a:pt x="62124" y="25914"/>
                </a:lnTo>
                <a:cubicBezTo>
                  <a:pt x="62165" y="26020"/>
                  <a:pt x="62281" y="26064"/>
                  <a:pt x="62420" y="26064"/>
                </a:cubicBezTo>
                <a:cubicBezTo>
                  <a:pt x="62607" y="26064"/>
                  <a:pt x="62837" y="25985"/>
                  <a:pt x="62991" y="25870"/>
                </a:cubicBezTo>
                <a:lnTo>
                  <a:pt x="62991" y="25870"/>
                </a:lnTo>
                <a:cubicBezTo>
                  <a:pt x="62984" y="25873"/>
                  <a:pt x="62978" y="25875"/>
                  <a:pt x="62973" y="25875"/>
                </a:cubicBezTo>
                <a:cubicBezTo>
                  <a:pt x="62847" y="25875"/>
                  <a:pt x="63296" y="24831"/>
                  <a:pt x="63279" y="24502"/>
                </a:cubicBezTo>
                <a:lnTo>
                  <a:pt x="63279" y="24502"/>
                </a:lnTo>
                <a:lnTo>
                  <a:pt x="62991" y="24988"/>
                </a:lnTo>
                <a:cubicBezTo>
                  <a:pt x="63153" y="24502"/>
                  <a:pt x="63099" y="23962"/>
                  <a:pt x="62811" y="23548"/>
                </a:cubicBezTo>
                <a:cubicBezTo>
                  <a:pt x="62685" y="23350"/>
                  <a:pt x="62595" y="23152"/>
                  <a:pt x="62523" y="22936"/>
                </a:cubicBezTo>
                <a:cubicBezTo>
                  <a:pt x="62487" y="22828"/>
                  <a:pt x="62469" y="22702"/>
                  <a:pt x="62469" y="22576"/>
                </a:cubicBezTo>
                <a:cubicBezTo>
                  <a:pt x="62451" y="22432"/>
                  <a:pt x="62451" y="22288"/>
                  <a:pt x="62487" y="22144"/>
                </a:cubicBezTo>
                <a:cubicBezTo>
                  <a:pt x="62557" y="22244"/>
                  <a:pt x="62829" y="22400"/>
                  <a:pt x="63087" y="22400"/>
                </a:cubicBezTo>
                <a:cubicBezTo>
                  <a:pt x="63291" y="22400"/>
                  <a:pt x="63487" y="22302"/>
                  <a:pt x="63567" y="22000"/>
                </a:cubicBezTo>
                <a:cubicBezTo>
                  <a:pt x="63477" y="21910"/>
                  <a:pt x="63351" y="21784"/>
                  <a:pt x="63171" y="21585"/>
                </a:cubicBezTo>
                <a:cubicBezTo>
                  <a:pt x="62973" y="21387"/>
                  <a:pt x="62775" y="21171"/>
                  <a:pt x="62559" y="20937"/>
                </a:cubicBezTo>
                <a:cubicBezTo>
                  <a:pt x="62163" y="20451"/>
                  <a:pt x="61731" y="19893"/>
                  <a:pt x="61605" y="19317"/>
                </a:cubicBezTo>
                <a:lnTo>
                  <a:pt x="61821" y="19119"/>
                </a:lnTo>
                <a:cubicBezTo>
                  <a:pt x="61749" y="18831"/>
                  <a:pt x="61659" y="18543"/>
                  <a:pt x="61569" y="18255"/>
                </a:cubicBezTo>
                <a:lnTo>
                  <a:pt x="61569" y="18255"/>
                </a:lnTo>
                <a:cubicBezTo>
                  <a:pt x="62019" y="18669"/>
                  <a:pt x="62415" y="19119"/>
                  <a:pt x="62739" y="19605"/>
                </a:cubicBezTo>
                <a:cubicBezTo>
                  <a:pt x="62955" y="19911"/>
                  <a:pt x="63153" y="20217"/>
                  <a:pt x="63333" y="20505"/>
                </a:cubicBezTo>
                <a:cubicBezTo>
                  <a:pt x="63477" y="20775"/>
                  <a:pt x="63621" y="21045"/>
                  <a:pt x="63747" y="21315"/>
                </a:cubicBezTo>
                <a:cubicBezTo>
                  <a:pt x="63963" y="20829"/>
                  <a:pt x="64017" y="21207"/>
                  <a:pt x="64071" y="20415"/>
                </a:cubicBezTo>
                <a:cubicBezTo>
                  <a:pt x="64103" y="20377"/>
                  <a:pt x="64133" y="20361"/>
                  <a:pt x="64158" y="20361"/>
                </a:cubicBezTo>
                <a:cubicBezTo>
                  <a:pt x="64219" y="20361"/>
                  <a:pt x="64262" y="20451"/>
                  <a:pt x="64287" y="20577"/>
                </a:cubicBezTo>
                <a:cubicBezTo>
                  <a:pt x="64323" y="20757"/>
                  <a:pt x="64341" y="20919"/>
                  <a:pt x="64341" y="21099"/>
                </a:cubicBezTo>
                <a:cubicBezTo>
                  <a:pt x="64449" y="20505"/>
                  <a:pt x="64503" y="19875"/>
                  <a:pt x="64575" y="19263"/>
                </a:cubicBezTo>
                <a:lnTo>
                  <a:pt x="64575" y="19263"/>
                </a:lnTo>
                <a:cubicBezTo>
                  <a:pt x="64564" y="19265"/>
                  <a:pt x="64553" y="19266"/>
                  <a:pt x="64543" y="19266"/>
                </a:cubicBezTo>
                <a:cubicBezTo>
                  <a:pt x="64331" y="19266"/>
                  <a:pt x="64228" y="18922"/>
                  <a:pt x="64125" y="18579"/>
                </a:cubicBezTo>
                <a:cubicBezTo>
                  <a:pt x="64005" y="18253"/>
                  <a:pt x="63901" y="17911"/>
                  <a:pt x="63736" y="17911"/>
                </a:cubicBezTo>
                <a:cubicBezTo>
                  <a:pt x="63727" y="17911"/>
                  <a:pt x="63719" y="17911"/>
                  <a:pt x="63711" y="17913"/>
                </a:cubicBezTo>
                <a:cubicBezTo>
                  <a:pt x="63891" y="18579"/>
                  <a:pt x="64053" y="19227"/>
                  <a:pt x="64161" y="19911"/>
                </a:cubicBezTo>
                <a:cubicBezTo>
                  <a:pt x="64154" y="19912"/>
                  <a:pt x="64148" y="19912"/>
                  <a:pt x="64141" y="19912"/>
                </a:cubicBezTo>
                <a:cubicBezTo>
                  <a:pt x="63927" y="19912"/>
                  <a:pt x="63631" y="19627"/>
                  <a:pt x="63387" y="19173"/>
                </a:cubicBezTo>
                <a:cubicBezTo>
                  <a:pt x="63117" y="18669"/>
                  <a:pt x="62955" y="18093"/>
                  <a:pt x="62955" y="17499"/>
                </a:cubicBezTo>
                <a:cubicBezTo>
                  <a:pt x="62994" y="17416"/>
                  <a:pt x="63062" y="17385"/>
                  <a:pt x="63144" y="17385"/>
                </a:cubicBezTo>
                <a:cubicBezTo>
                  <a:pt x="63391" y="17385"/>
                  <a:pt x="63770" y="17663"/>
                  <a:pt x="63909" y="17663"/>
                </a:cubicBezTo>
                <a:cubicBezTo>
                  <a:pt x="63916" y="17663"/>
                  <a:pt x="63922" y="17662"/>
                  <a:pt x="63927" y="17661"/>
                </a:cubicBezTo>
                <a:cubicBezTo>
                  <a:pt x="63801" y="17445"/>
                  <a:pt x="63711" y="17211"/>
                  <a:pt x="63675" y="16977"/>
                </a:cubicBezTo>
                <a:cubicBezTo>
                  <a:pt x="63603" y="16761"/>
                  <a:pt x="63585" y="16527"/>
                  <a:pt x="63603" y="16293"/>
                </a:cubicBezTo>
                <a:lnTo>
                  <a:pt x="63603" y="16293"/>
                </a:lnTo>
                <a:cubicBezTo>
                  <a:pt x="63711" y="16473"/>
                  <a:pt x="63819" y="16653"/>
                  <a:pt x="63909" y="16833"/>
                </a:cubicBezTo>
                <a:cubicBezTo>
                  <a:pt x="63963" y="16455"/>
                  <a:pt x="63765" y="16149"/>
                  <a:pt x="63603" y="15861"/>
                </a:cubicBezTo>
                <a:cubicBezTo>
                  <a:pt x="63369" y="15537"/>
                  <a:pt x="63297" y="15141"/>
                  <a:pt x="63369" y="14745"/>
                </a:cubicBezTo>
                <a:cubicBezTo>
                  <a:pt x="63369" y="14529"/>
                  <a:pt x="63405" y="14313"/>
                  <a:pt x="63459" y="14097"/>
                </a:cubicBezTo>
                <a:cubicBezTo>
                  <a:pt x="63493" y="13872"/>
                  <a:pt x="63495" y="13681"/>
                  <a:pt x="63384" y="13681"/>
                </a:cubicBezTo>
                <a:cubicBezTo>
                  <a:pt x="63379" y="13681"/>
                  <a:pt x="63374" y="13682"/>
                  <a:pt x="63369" y="13682"/>
                </a:cubicBezTo>
                <a:cubicBezTo>
                  <a:pt x="63098" y="14303"/>
                  <a:pt x="61870" y="14769"/>
                  <a:pt x="61279" y="14769"/>
                </a:cubicBezTo>
                <a:cubicBezTo>
                  <a:pt x="61201" y="14769"/>
                  <a:pt x="61135" y="14761"/>
                  <a:pt x="61082" y="14745"/>
                </a:cubicBezTo>
                <a:cubicBezTo>
                  <a:pt x="61082" y="14709"/>
                  <a:pt x="61100" y="14349"/>
                  <a:pt x="61082" y="13953"/>
                </a:cubicBezTo>
                <a:cubicBezTo>
                  <a:pt x="61064" y="13556"/>
                  <a:pt x="61028" y="13106"/>
                  <a:pt x="61046" y="12908"/>
                </a:cubicBezTo>
                <a:cubicBezTo>
                  <a:pt x="61083" y="12702"/>
                  <a:pt x="61226" y="12643"/>
                  <a:pt x="61409" y="12643"/>
                </a:cubicBezTo>
                <a:cubicBezTo>
                  <a:pt x="61497" y="12643"/>
                  <a:pt x="61595" y="12657"/>
                  <a:pt x="61695" y="12674"/>
                </a:cubicBezTo>
                <a:cubicBezTo>
                  <a:pt x="61829" y="12698"/>
                  <a:pt x="61964" y="12725"/>
                  <a:pt x="62076" y="12725"/>
                </a:cubicBezTo>
                <a:cubicBezTo>
                  <a:pt x="62218" y="12725"/>
                  <a:pt x="62323" y="12681"/>
                  <a:pt x="62343" y="12530"/>
                </a:cubicBezTo>
                <a:lnTo>
                  <a:pt x="62343" y="12530"/>
                </a:lnTo>
                <a:cubicBezTo>
                  <a:pt x="62333" y="12534"/>
                  <a:pt x="62322" y="12535"/>
                  <a:pt x="62310" y="12535"/>
                </a:cubicBezTo>
                <a:cubicBezTo>
                  <a:pt x="62185" y="12535"/>
                  <a:pt x="61939" y="12380"/>
                  <a:pt x="61857" y="12314"/>
                </a:cubicBezTo>
                <a:cubicBezTo>
                  <a:pt x="61749" y="11990"/>
                  <a:pt x="62253" y="12224"/>
                  <a:pt x="61785" y="11648"/>
                </a:cubicBezTo>
                <a:lnTo>
                  <a:pt x="61785" y="11648"/>
                </a:lnTo>
                <a:cubicBezTo>
                  <a:pt x="61759" y="11658"/>
                  <a:pt x="61734" y="11662"/>
                  <a:pt x="61709" y="11662"/>
                </a:cubicBezTo>
                <a:cubicBezTo>
                  <a:pt x="61435" y="11662"/>
                  <a:pt x="61181" y="11150"/>
                  <a:pt x="61150" y="11150"/>
                </a:cubicBezTo>
                <a:lnTo>
                  <a:pt x="61150" y="11150"/>
                </a:lnTo>
                <a:cubicBezTo>
                  <a:pt x="61135" y="11150"/>
                  <a:pt x="61171" y="11267"/>
                  <a:pt x="61281" y="11612"/>
                </a:cubicBezTo>
                <a:cubicBezTo>
                  <a:pt x="61082" y="11450"/>
                  <a:pt x="60938" y="11270"/>
                  <a:pt x="60812" y="11054"/>
                </a:cubicBezTo>
                <a:cubicBezTo>
                  <a:pt x="60686" y="10820"/>
                  <a:pt x="60506" y="10604"/>
                  <a:pt x="60308" y="10424"/>
                </a:cubicBezTo>
                <a:cubicBezTo>
                  <a:pt x="60308" y="10599"/>
                  <a:pt x="60070" y="10661"/>
                  <a:pt x="59767" y="10661"/>
                </a:cubicBezTo>
                <a:cubicBezTo>
                  <a:pt x="59727" y="10661"/>
                  <a:pt x="59685" y="10660"/>
                  <a:pt x="59642" y="10658"/>
                </a:cubicBezTo>
                <a:cubicBezTo>
                  <a:pt x="59264" y="10640"/>
                  <a:pt x="58904" y="10550"/>
                  <a:pt x="58580" y="10388"/>
                </a:cubicBezTo>
                <a:cubicBezTo>
                  <a:pt x="58670" y="10334"/>
                  <a:pt x="58670" y="10118"/>
                  <a:pt x="58652" y="10028"/>
                </a:cubicBezTo>
                <a:cubicBezTo>
                  <a:pt x="57680" y="9182"/>
                  <a:pt x="57266" y="8588"/>
                  <a:pt x="56330" y="7832"/>
                </a:cubicBezTo>
                <a:cubicBezTo>
                  <a:pt x="56312" y="7670"/>
                  <a:pt x="55934" y="7220"/>
                  <a:pt x="56258" y="7202"/>
                </a:cubicBezTo>
                <a:cubicBezTo>
                  <a:pt x="56006" y="7202"/>
                  <a:pt x="55754" y="7112"/>
                  <a:pt x="55538" y="6968"/>
                </a:cubicBezTo>
                <a:cubicBezTo>
                  <a:pt x="55455" y="6774"/>
                  <a:pt x="55460" y="6710"/>
                  <a:pt x="55512" y="6710"/>
                </a:cubicBezTo>
                <a:cubicBezTo>
                  <a:pt x="55612" y="6710"/>
                  <a:pt x="55888" y="6953"/>
                  <a:pt x="56027" y="6953"/>
                </a:cubicBezTo>
                <a:cubicBezTo>
                  <a:pt x="56096" y="6953"/>
                  <a:pt x="56131" y="6893"/>
                  <a:pt x="56096" y="6716"/>
                </a:cubicBezTo>
                <a:lnTo>
                  <a:pt x="56096" y="6716"/>
                </a:lnTo>
                <a:cubicBezTo>
                  <a:pt x="56066" y="6743"/>
                  <a:pt x="56022" y="6755"/>
                  <a:pt x="55967" y="6755"/>
                </a:cubicBezTo>
                <a:cubicBezTo>
                  <a:pt x="55663" y="6755"/>
                  <a:pt x="55026" y="6382"/>
                  <a:pt x="54584" y="6230"/>
                </a:cubicBezTo>
                <a:lnTo>
                  <a:pt x="54584" y="6230"/>
                </a:lnTo>
                <a:cubicBezTo>
                  <a:pt x="54476" y="6644"/>
                  <a:pt x="55502" y="7040"/>
                  <a:pt x="56024" y="7238"/>
                </a:cubicBezTo>
                <a:cubicBezTo>
                  <a:pt x="55880" y="7427"/>
                  <a:pt x="55603" y="7517"/>
                  <a:pt x="55244" y="7517"/>
                </a:cubicBezTo>
                <a:cubicBezTo>
                  <a:pt x="54749" y="7517"/>
                  <a:pt x="54099" y="7345"/>
                  <a:pt x="53432" y="7022"/>
                </a:cubicBezTo>
                <a:cubicBezTo>
                  <a:pt x="52567" y="6536"/>
                  <a:pt x="53324" y="6464"/>
                  <a:pt x="53125" y="6428"/>
                </a:cubicBezTo>
                <a:cubicBezTo>
                  <a:pt x="52693" y="6014"/>
                  <a:pt x="52135" y="5780"/>
                  <a:pt x="51541" y="5762"/>
                </a:cubicBezTo>
                <a:cubicBezTo>
                  <a:pt x="51127" y="5708"/>
                  <a:pt x="50767" y="5654"/>
                  <a:pt x="50263" y="5059"/>
                </a:cubicBezTo>
                <a:cubicBezTo>
                  <a:pt x="49975" y="4393"/>
                  <a:pt x="50659" y="4447"/>
                  <a:pt x="50695" y="4159"/>
                </a:cubicBezTo>
                <a:cubicBezTo>
                  <a:pt x="51451" y="4501"/>
                  <a:pt x="51577" y="5059"/>
                  <a:pt x="52027" y="5383"/>
                </a:cubicBezTo>
                <a:lnTo>
                  <a:pt x="51577" y="4843"/>
                </a:lnTo>
                <a:lnTo>
                  <a:pt x="51577" y="4843"/>
                </a:lnTo>
                <a:cubicBezTo>
                  <a:pt x="51937" y="4915"/>
                  <a:pt x="52279" y="5113"/>
                  <a:pt x="52531" y="5401"/>
                </a:cubicBezTo>
                <a:cubicBezTo>
                  <a:pt x="52405" y="5131"/>
                  <a:pt x="51793" y="4627"/>
                  <a:pt x="51055" y="4087"/>
                </a:cubicBezTo>
                <a:lnTo>
                  <a:pt x="49921" y="3259"/>
                </a:lnTo>
                <a:cubicBezTo>
                  <a:pt x="49579" y="3007"/>
                  <a:pt x="49255" y="2737"/>
                  <a:pt x="48949" y="2449"/>
                </a:cubicBezTo>
                <a:cubicBezTo>
                  <a:pt x="48784" y="2428"/>
                  <a:pt x="48571" y="2372"/>
                  <a:pt x="48437" y="2372"/>
                </a:cubicBezTo>
                <a:cubicBezTo>
                  <a:pt x="48337" y="2372"/>
                  <a:pt x="48281" y="2403"/>
                  <a:pt x="48319" y="2503"/>
                </a:cubicBezTo>
                <a:lnTo>
                  <a:pt x="48733" y="2719"/>
                </a:lnTo>
                <a:cubicBezTo>
                  <a:pt x="48795" y="2866"/>
                  <a:pt x="48726" y="2906"/>
                  <a:pt x="48616" y="2906"/>
                </a:cubicBezTo>
                <a:cubicBezTo>
                  <a:pt x="48477" y="2906"/>
                  <a:pt x="48273" y="2843"/>
                  <a:pt x="48175" y="2843"/>
                </a:cubicBezTo>
                <a:cubicBezTo>
                  <a:pt x="48101" y="2843"/>
                  <a:pt x="48088" y="2879"/>
                  <a:pt x="48211" y="3007"/>
                </a:cubicBezTo>
                <a:cubicBezTo>
                  <a:pt x="47905" y="2935"/>
                  <a:pt x="47563" y="2881"/>
                  <a:pt x="47203" y="2755"/>
                </a:cubicBezTo>
                <a:cubicBezTo>
                  <a:pt x="46843" y="2647"/>
                  <a:pt x="46501" y="2449"/>
                  <a:pt x="46195" y="2197"/>
                </a:cubicBezTo>
                <a:lnTo>
                  <a:pt x="46264" y="1779"/>
                </a:lnTo>
                <a:lnTo>
                  <a:pt x="46264" y="1779"/>
                </a:lnTo>
                <a:cubicBezTo>
                  <a:pt x="46261" y="1902"/>
                  <a:pt x="46637" y="2252"/>
                  <a:pt x="46897" y="2269"/>
                </a:cubicBezTo>
                <a:cubicBezTo>
                  <a:pt x="46699" y="2251"/>
                  <a:pt x="46483" y="1963"/>
                  <a:pt x="46249" y="1711"/>
                </a:cubicBezTo>
                <a:cubicBezTo>
                  <a:pt x="46067" y="1515"/>
                  <a:pt x="45863" y="1341"/>
                  <a:pt x="45637" y="1341"/>
                </a:cubicBezTo>
                <a:cubicBezTo>
                  <a:pt x="45573" y="1341"/>
                  <a:pt x="45507" y="1355"/>
                  <a:pt x="45439" y="1387"/>
                </a:cubicBezTo>
                <a:cubicBezTo>
                  <a:pt x="45565" y="1567"/>
                  <a:pt x="45691" y="1747"/>
                  <a:pt x="45817" y="1945"/>
                </a:cubicBezTo>
                <a:cubicBezTo>
                  <a:pt x="45511" y="1873"/>
                  <a:pt x="45132" y="1855"/>
                  <a:pt x="44754" y="1783"/>
                </a:cubicBezTo>
                <a:cubicBezTo>
                  <a:pt x="44574" y="1747"/>
                  <a:pt x="44394" y="1711"/>
                  <a:pt x="44232" y="1639"/>
                </a:cubicBezTo>
                <a:cubicBezTo>
                  <a:pt x="44052" y="1585"/>
                  <a:pt x="43890" y="1495"/>
                  <a:pt x="43746" y="1387"/>
                </a:cubicBezTo>
                <a:lnTo>
                  <a:pt x="43746" y="1387"/>
                </a:lnTo>
                <a:cubicBezTo>
                  <a:pt x="43854" y="1909"/>
                  <a:pt x="43908" y="1423"/>
                  <a:pt x="44142" y="2089"/>
                </a:cubicBezTo>
                <a:cubicBezTo>
                  <a:pt x="44122" y="1948"/>
                  <a:pt x="44168" y="1895"/>
                  <a:pt x="44255" y="1895"/>
                </a:cubicBezTo>
                <a:cubicBezTo>
                  <a:pt x="44523" y="1895"/>
                  <a:pt x="45171" y="2398"/>
                  <a:pt x="45408" y="2398"/>
                </a:cubicBezTo>
                <a:cubicBezTo>
                  <a:pt x="45476" y="2398"/>
                  <a:pt x="45510" y="2357"/>
                  <a:pt x="45492" y="2250"/>
                </a:cubicBezTo>
                <a:lnTo>
                  <a:pt x="45492" y="2250"/>
                </a:lnTo>
                <a:cubicBezTo>
                  <a:pt x="45697" y="2876"/>
                  <a:pt x="46179" y="2855"/>
                  <a:pt x="46501" y="3583"/>
                </a:cubicBezTo>
                <a:cubicBezTo>
                  <a:pt x="46532" y="3510"/>
                  <a:pt x="46502" y="3399"/>
                  <a:pt x="46569" y="3399"/>
                </a:cubicBezTo>
                <a:cubicBezTo>
                  <a:pt x="46617" y="3399"/>
                  <a:pt x="46713" y="3455"/>
                  <a:pt x="46915" y="3619"/>
                </a:cubicBezTo>
                <a:cubicBezTo>
                  <a:pt x="46969" y="3601"/>
                  <a:pt x="47041" y="3583"/>
                  <a:pt x="47095" y="3583"/>
                </a:cubicBezTo>
                <a:lnTo>
                  <a:pt x="47131" y="3619"/>
                </a:lnTo>
                <a:lnTo>
                  <a:pt x="47113" y="3583"/>
                </a:lnTo>
                <a:cubicBezTo>
                  <a:pt x="47023" y="3475"/>
                  <a:pt x="46969" y="3349"/>
                  <a:pt x="46951" y="3223"/>
                </a:cubicBezTo>
                <a:cubicBezTo>
                  <a:pt x="46989" y="3214"/>
                  <a:pt x="47030" y="3209"/>
                  <a:pt x="47073" y="3209"/>
                </a:cubicBezTo>
                <a:cubicBezTo>
                  <a:pt x="47525" y="3209"/>
                  <a:pt x="48244" y="3678"/>
                  <a:pt x="48589" y="3727"/>
                </a:cubicBezTo>
                <a:cubicBezTo>
                  <a:pt x="48859" y="3997"/>
                  <a:pt x="48373" y="3781"/>
                  <a:pt x="48463" y="4015"/>
                </a:cubicBezTo>
                <a:cubicBezTo>
                  <a:pt x="48643" y="4033"/>
                  <a:pt x="48841" y="4069"/>
                  <a:pt x="49021" y="4087"/>
                </a:cubicBezTo>
                <a:cubicBezTo>
                  <a:pt x="48920" y="4319"/>
                  <a:pt x="49330" y="4818"/>
                  <a:pt x="49065" y="4818"/>
                </a:cubicBezTo>
                <a:cubicBezTo>
                  <a:pt x="49000" y="4818"/>
                  <a:pt x="48895" y="4788"/>
                  <a:pt x="48733" y="4717"/>
                </a:cubicBezTo>
                <a:lnTo>
                  <a:pt x="48733" y="4717"/>
                </a:lnTo>
                <a:lnTo>
                  <a:pt x="49381" y="5167"/>
                </a:lnTo>
                <a:cubicBezTo>
                  <a:pt x="49669" y="5599"/>
                  <a:pt x="50065" y="5924"/>
                  <a:pt x="50533" y="6140"/>
                </a:cubicBezTo>
                <a:cubicBezTo>
                  <a:pt x="50803" y="6410"/>
                  <a:pt x="51487" y="6428"/>
                  <a:pt x="51091" y="6428"/>
                </a:cubicBezTo>
                <a:cubicBezTo>
                  <a:pt x="51469" y="6626"/>
                  <a:pt x="51829" y="6824"/>
                  <a:pt x="52207" y="7022"/>
                </a:cubicBezTo>
                <a:lnTo>
                  <a:pt x="52171" y="7094"/>
                </a:lnTo>
                <a:cubicBezTo>
                  <a:pt x="53125" y="7868"/>
                  <a:pt x="54494" y="8246"/>
                  <a:pt x="55286" y="9560"/>
                </a:cubicBezTo>
                <a:cubicBezTo>
                  <a:pt x="55754" y="9794"/>
                  <a:pt x="56186" y="10100"/>
                  <a:pt x="56564" y="10460"/>
                </a:cubicBezTo>
                <a:lnTo>
                  <a:pt x="56492" y="10748"/>
                </a:lnTo>
                <a:cubicBezTo>
                  <a:pt x="56780" y="10946"/>
                  <a:pt x="57032" y="11180"/>
                  <a:pt x="57248" y="11432"/>
                </a:cubicBezTo>
                <a:cubicBezTo>
                  <a:pt x="57481" y="11666"/>
                  <a:pt x="57669" y="11868"/>
                  <a:pt x="57838" y="11868"/>
                </a:cubicBezTo>
                <a:cubicBezTo>
                  <a:pt x="57851" y="11868"/>
                  <a:pt x="57865" y="11867"/>
                  <a:pt x="57878" y="11864"/>
                </a:cubicBezTo>
                <a:lnTo>
                  <a:pt x="57878" y="11864"/>
                </a:lnTo>
                <a:cubicBezTo>
                  <a:pt x="57842" y="12314"/>
                  <a:pt x="58238" y="12710"/>
                  <a:pt x="58616" y="13088"/>
                </a:cubicBezTo>
                <a:cubicBezTo>
                  <a:pt x="59012" y="13484"/>
                  <a:pt x="59408" y="13863"/>
                  <a:pt x="59498" y="14205"/>
                </a:cubicBezTo>
                <a:lnTo>
                  <a:pt x="59822" y="14061"/>
                </a:lnTo>
                <a:cubicBezTo>
                  <a:pt x="60038" y="14511"/>
                  <a:pt x="60308" y="14925"/>
                  <a:pt x="60614" y="15555"/>
                </a:cubicBezTo>
                <a:lnTo>
                  <a:pt x="60902" y="15447"/>
                </a:lnTo>
                <a:cubicBezTo>
                  <a:pt x="61100" y="15717"/>
                  <a:pt x="61118" y="16113"/>
                  <a:pt x="61118" y="16581"/>
                </a:cubicBezTo>
                <a:cubicBezTo>
                  <a:pt x="61082" y="17067"/>
                  <a:pt x="61064" y="17571"/>
                  <a:pt x="61082" y="18057"/>
                </a:cubicBezTo>
                <a:cubicBezTo>
                  <a:pt x="60956" y="17985"/>
                  <a:pt x="60974" y="17733"/>
                  <a:pt x="61028" y="17553"/>
                </a:cubicBezTo>
                <a:lnTo>
                  <a:pt x="61028" y="17553"/>
                </a:lnTo>
                <a:cubicBezTo>
                  <a:pt x="60722" y="18165"/>
                  <a:pt x="60866" y="18795"/>
                  <a:pt x="60992" y="19443"/>
                </a:cubicBezTo>
                <a:cubicBezTo>
                  <a:pt x="61046" y="19767"/>
                  <a:pt x="61100" y="20073"/>
                  <a:pt x="61118" y="20397"/>
                </a:cubicBezTo>
                <a:cubicBezTo>
                  <a:pt x="61137" y="20703"/>
                  <a:pt x="61064" y="21009"/>
                  <a:pt x="60920" y="21279"/>
                </a:cubicBezTo>
                <a:cubicBezTo>
                  <a:pt x="60992" y="21513"/>
                  <a:pt x="60956" y="21747"/>
                  <a:pt x="60830" y="21964"/>
                </a:cubicBezTo>
                <a:cubicBezTo>
                  <a:pt x="60848" y="21928"/>
                  <a:pt x="60848" y="21910"/>
                  <a:pt x="60830" y="21892"/>
                </a:cubicBezTo>
                <a:cubicBezTo>
                  <a:pt x="60830" y="21928"/>
                  <a:pt x="60830" y="21964"/>
                  <a:pt x="60812" y="22000"/>
                </a:cubicBezTo>
                <a:lnTo>
                  <a:pt x="60596" y="22360"/>
                </a:lnTo>
                <a:cubicBezTo>
                  <a:pt x="60686" y="22270"/>
                  <a:pt x="60758" y="22180"/>
                  <a:pt x="60794" y="22054"/>
                </a:cubicBezTo>
                <a:lnTo>
                  <a:pt x="60794" y="22054"/>
                </a:lnTo>
                <a:cubicBezTo>
                  <a:pt x="60776" y="22360"/>
                  <a:pt x="60776" y="22648"/>
                  <a:pt x="60776" y="22936"/>
                </a:cubicBezTo>
                <a:lnTo>
                  <a:pt x="60434" y="23008"/>
                </a:lnTo>
                <a:lnTo>
                  <a:pt x="60434" y="23098"/>
                </a:lnTo>
                <a:cubicBezTo>
                  <a:pt x="60327" y="23258"/>
                  <a:pt x="60386" y="23323"/>
                  <a:pt x="60507" y="23323"/>
                </a:cubicBezTo>
                <a:cubicBezTo>
                  <a:pt x="60590" y="23323"/>
                  <a:pt x="60703" y="23293"/>
                  <a:pt x="60812" y="23242"/>
                </a:cubicBezTo>
                <a:cubicBezTo>
                  <a:pt x="60830" y="23404"/>
                  <a:pt x="60866" y="23548"/>
                  <a:pt x="60902" y="23692"/>
                </a:cubicBezTo>
                <a:cubicBezTo>
                  <a:pt x="60632" y="23764"/>
                  <a:pt x="60614" y="23980"/>
                  <a:pt x="60614" y="24214"/>
                </a:cubicBezTo>
                <a:cubicBezTo>
                  <a:pt x="60596" y="24448"/>
                  <a:pt x="60560" y="24682"/>
                  <a:pt x="60254" y="24772"/>
                </a:cubicBezTo>
                <a:cubicBezTo>
                  <a:pt x="60362" y="24916"/>
                  <a:pt x="60308" y="25330"/>
                  <a:pt x="60254" y="25726"/>
                </a:cubicBezTo>
                <a:cubicBezTo>
                  <a:pt x="60236" y="25924"/>
                  <a:pt x="60236" y="26122"/>
                  <a:pt x="60254" y="26320"/>
                </a:cubicBezTo>
                <a:cubicBezTo>
                  <a:pt x="60254" y="26442"/>
                  <a:pt x="60295" y="26553"/>
                  <a:pt x="60361" y="26646"/>
                </a:cubicBezTo>
                <a:lnTo>
                  <a:pt x="60361" y="26646"/>
                </a:lnTo>
                <a:cubicBezTo>
                  <a:pt x="60146" y="26934"/>
                  <a:pt x="60020" y="27275"/>
                  <a:pt x="59984" y="27634"/>
                </a:cubicBezTo>
                <a:lnTo>
                  <a:pt x="59534" y="27616"/>
                </a:lnTo>
                <a:lnTo>
                  <a:pt x="59534" y="27616"/>
                </a:lnTo>
                <a:cubicBezTo>
                  <a:pt x="59606" y="27922"/>
                  <a:pt x="59678" y="28246"/>
                  <a:pt x="59714" y="28570"/>
                </a:cubicBezTo>
                <a:cubicBezTo>
                  <a:pt x="59494" y="28729"/>
                  <a:pt x="59325" y="28836"/>
                  <a:pt x="59204" y="28836"/>
                </a:cubicBezTo>
                <a:cubicBezTo>
                  <a:pt x="59078" y="28836"/>
                  <a:pt x="59004" y="28720"/>
                  <a:pt x="58976" y="28426"/>
                </a:cubicBezTo>
                <a:cubicBezTo>
                  <a:pt x="58976" y="28660"/>
                  <a:pt x="58940" y="28876"/>
                  <a:pt x="58904" y="29110"/>
                </a:cubicBezTo>
                <a:cubicBezTo>
                  <a:pt x="58868" y="29254"/>
                  <a:pt x="58832" y="29362"/>
                  <a:pt x="58796" y="29470"/>
                </a:cubicBezTo>
                <a:cubicBezTo>
                  <a:pt x="58760" y="29578"/>
                  <a:pt x="58724" y="29704"/>
                  <a:pt x="58688" y="29812"/>
                </a:cubicBezTo>
                <a:cubicBezTo>
                  <a:pt x="58688" y="29885"/>
                  <a:pt x="58670" y="29975"/>
                  <a:pt x="58652" y="30065"/>
                </a:cubicBezTo>
                <a:cubicBezTo>
                  <a:pt x="58634" y="30173"/>
                  <a:pt x="58616" y="30281"/>
                  <a:pt x="58598" y="30407"/>
                </a:cubicBezTo>
                <a:lnTo>
                  <a:pt x="58400" y="30227"/>
                </a:lnTo>
                <a:cubicBezTo>
                  <a:pt x="58310" y="30407"/>
                  <a:pt x="58238" y="30623"/>
                  <a:pt x="58202" y="30821"/>
                </a:cubicBezTo>
                <a:cubicBezTo>
                  <a:pt x="58130" y="31055"/>
                  <a:pt x="58022" y="31199"/>
                  <a:pt x="57878" y="31235"/>
                </a:cubicBezTo>
                <a:cubicBezTo>
                  <a:pt x="57662" y="31307"/>
                  <a:pt x="57410" y="31541"/>
                  <a:pt x="57086" y="31829"/>
                </a:cubicBezTo>
                <a:cubicBezTo>
                  <a:pt x="56942" y="31973"/>
                  <a:pt x="56780" y="32153"/>
                  <a:pt x="56600" y="32315"/>
                </a:cubicBezTo>
                <a:cubicBezTo>
                  <a:pt x="56420" y="32495"/>
                  <a:pt x="56222" y="32675"/>
                  <a:pt x="56024" y="32873"/>
                </a:cubicBezTo>
                <a:cubicBezTo>
                  <a:pt x="55610" y="33251"/>
                  <a:pt x="55160" y="33611"/>
                  <a:pt x="54674" y="33917"/>
                </a:cubicBezTo>
                <a:cubicBezTo>
                  <a:pt x="54440" y="34079"/>
                  <a:pt x="54188" y="34205"/>
                  <a:pt x="53936" y="34331"/>
                </a:cubicBezTo>
                <a:cubicBezTo>
                  <a:pt x="53702" y="34439"/>
                  <a:pt x="53450" y="34547"/>
                  <a:pt x="53198" y="34619"/>
                </a:cubicBezTo>
                <a:cubicBezTo>
                  <a:pt x="53558" y="34853"/>
                  <a:pt x="53324" y="34907"/>
                  <a:pt x="53017" y="34943"/>
                </a:cubicBezTo>
                <a:cubicBezTo>
                  <a:pt x="52711" y="34997"/>
                  <a:pt x="52333" y="35015"/>
                  <a:pt x="52441" y="35321"/>
                </a:cubicBezTo>
                <a:cubicBezTo>
                  <a:pt x="52261" y="35195"/>
                  <a:pt x="51973" y="35231"/>
                  <a:pt x="52171" y="34943"/>
                </a:cubicBezTo>
                <a:lnTo>
                  <a:pt x="52171" y="34943"/>
                </a:lnTo>
                <a:cubicBezTo>
                  <a:pt x="52009" y="35069"/>
                  <a:pt x="51793" y="35177"/>
                  <a:pt x="51595" y="35249"/>
                </a:cubicBezTo>
                <a:cubicBezTo>
                  <a:pt x="51415" y="35321"/>
                  <a:pt x="51235" y="35375"/>
                  <a:pt x="51073" y="35429"/>
                </a:cubicBezTo>
                <a:cubicBezTo>
                  <a:pt x="50713" y="35501"/>
                  <a:pt x="50425" y="35699"/>
                  <a:pt x="50227" y="36005"/>
                </a:cubicBezTo>
                <a:cubicBezTo>
                  <a:pt x="50047" y="35861"/>
                  <a:pt x="50335" y="35663"/>
                  <a:pt x="50191" y="35609"/>
                </a:cubicBezTo>
                <a:lnTo>
                  <a:pt x="50191" y="35609"/>
                </a:lnTo>
                <a:cubicBezTo>
                  <a:pt x="50145" y="35655"/>
                  <a:pt x="49996" y="35805"/>
                  <a:pt x="49874" y="35805"/>
                </a:cubicBezTo>
                <a:cubicBezTo>
                  <a:pt x="49853" y="35805"/>
                  <a:pt x="49832" y="35800"/>
                  <a:pt x="49813" y="35789"/>
                </a:cubicBezTo>
                <a:cubicBezTo>
                  <a:pt x="49669" y="35717"/>
                  <a:pt x="49903" y="35591"/>
                  <a:pt x="50029" y="35465"/>
                </a:cubicBezTo>
                <a:lnTo>
                  <a:pt x="50029" y="35465"/>
                </a:lnTo>
                <a:cubicBezTo>
                  <a:pt x="49543" y="35663"/>
                  <a:pt x="49327" y="35879"/>
                  <a:pt x="49219" y="36131"/>
                </a:cubicBezTo>
                <a:cubicBezTo>
                  <a:pt x="49147" y="36401"/>
                  <a:pt x="49147" y="36671"/>
                  <a:pt x="49219" y="36941"/>
                </a:cubicBezTo>
                <a:cubicBezTo>
                  <a:pt x="49098" y="36927"/>
                  <a:pt x="48991" y="36919"/>
                  <a:pt x="48896" y="36919"/>
                </a:cubicBezTo>
                <a:cubicBezTo>
                  <a:pt x="48511" y="36919"/>
                  <a:pt x="48312" y="37049"/>
                  <a:pt x="48067" y="37409"/>
                </a:cubicBezTo>
                <a:cubicBezTo>
                  <a:pt x="47851" y="37283"/>
                  <a:pt x="47491" y="37175"/>
                  <a:pt x="48121" y="36959"/>
                </a:cubicBezTo>
                <a:lnTo>
                  <a:pt x="48121" y="36959"/>
                </a:lnTo>
                <a:cubicBezTo>
                  <a:pt x="47941" y="36995"/>
                  <a:pt x="47365" y="37085"/>
                  <a:pt x="46843" y="37175"/>
                </a:cubicBezTo>
                <a:cubicBezTo>
                  <a:pt x="46321" y="37283"/>
                  <a:pt x="45871" y="37517"/>
                  <a:pt x="45889" y="37715"/>
                </a:cubicBezTo>
                <a:cubicBezTo>
                  <a:pt x="45859" y="37697"/>
                  <a:pt x="45819" y="37689"/>
                  <a:pt x="45773" y="37689"/>
                </a:cubicBezTo>
                <a:cubicBezTo>
                  <a:pt x="45600" y="37689"/>
                  <a:pt x="45348" y="37802"/>
                  <a:pt x="45277" y="37859"/>
                </a:cubicBezTo>
                <a:cubicBezTo>
                  <a:pt x="44430" y="37986"/>
                  <a:pt x="44340" y="37968"/>
                  <a:pt x="43512" y="38148"/>
                </a:cubicBezTo>
                <a:lnTo>
                  <a:pt x="43764" y="38184"/>
                </a:lnTo>
                <a:cubicBezTo>
                  <a:pt x="43632" y="38486"/>
                  <a:pt x="43450" y="38530"/>
                  <a:pt x="43211" y="38530"/>
                </a:cubicBezTo>
                <a:cubicBezTo>
                  <a:pt x="43111" y="38530"/>
                  <a:pt x="43002" y="38523"/>
                  <a:pt x="42882" y="38523"/>
                </a:cubicBezTo>
                <a:cubicBezTo>
                  <a:pt x="42741" y="38523"/>
                  <a:pt x="42585" y="38533"/>
                  <a:pt x="42414" y="38580"/>
                </a:cubicBezTo>
                <a:lnTo>
                  <a:pt x="42414" y="38526"/>
                </a:lnTo>
                <a:cubicBezTo>
                  <a:pt x="42215" y="38512"/>
                  <a:pt x="42055" y="38507"/>
                  <a:pt x="41924" y="38507"/>
                </a:cubicBezTo>
                <a:cubicBezTo>
                  <a:pt x="41179" y="38507"/>
                  <a:pt x="41400" y="38691"/>
                  <a:pt x="40793" y="38691"/>
                </a:cubicBezTo>
                <a:cubicBezTo>
                  <a:pt x="40643" y="38691"/>
                  <a:pt x="40443" y="38680"/>
                  <a:pt x="40164" y="38652"/>
                </a:cubicBezTo>
                <a:lnTo>
                  <a:pt x="40164" y="38652"/>
                </a:lnTo>
                <a:lnTo>
                  <a:pt x="40290" y="38958"/>
                </a:lnTo>
                <a:cubicBezTo>
                  <a:pt x="40279" y="39169"/>
                  <a:pt x="40146" y="39235"/>
                  <a:pt x="39942" y="39235"/>
                </a:cubicBezTo>
                <a:cubicBezTo>
                  <a:pt x="39601" y="39235"/>
                  <a:pt x="39062" y="39050"/>
                  <a:pt x="38566" y="39050"/>
                </a:cubicBezTo>
                <a:cubicBezTo>
                  <a:pt x="38373" y="39050"/>
                  <a:pt x="38187" y="39078"/>
                  <a:pt x="38022" y="39156"/>
                </a:cubicBezTo>
                <a:lnTo>
                  <a:pt x="38364" y="39300"/>
                </a:lnTo>
                <a:cubicBezTo>
                  <a:pt x="38306" y="39339"/>
                  <a:pt x="38239" y="39356"/>
                  <a:pt x="38165" y="39356"/>
                </a:cubicBezTo>
                <a:cubicBezTo>
                  <a:pt x="37656" y="39356"/>
                  <a:pt x="36805" y="38559"/>
                  <a:pt x="36365" y="38544"/>
                </a:cubicBezTo>
                <a:cubicBezTo>
                  <a:pt x="36257" y="38508"/>
                  <a:pt x="36527" y="38436"/>
                  <a:pt x="36653" y="38364"/>
                </a:cubicBezTo>
                <a:cubicBezTo>
                  <a:pt x="36466" y="38330"/>
                  <a:pt x="36330" y="38315"/>
                  <a:pt x="36232" y="38315"/>
                </a:cubicBezTo>
                <a:cubicBezTo>
                  <a:pt x="35645" y="38315"/>
                  <a:pt x="36430" y="38844"/>
                  <a:pt x="35627" y="39030"/>
                </a:cubicBezTo>
                <a:cubicBezTo>
                  <a:pt x="35421" y="38840"/>
                  <a:pt x="35741" y="38469"/>
                  <a:pt x="35201" y="38469"/>
                </a:cubicBezTo>
                <a:cubicBezTo>
                  <a:pt x="35177" y="38469"/>
                  <a:pt x="35151" y="38470"/>
                  <a:pt x="35123" y="38472"/>
                </a:cubicBezTo>
                <a:cubicBezTo>
                  <a:pt x="35105" y="38465"/>
                  <a:pt x="35083" y="38462"/>
                  <a:pt x="35059" y="38462"/>
                </a:cubicBezTo>
                <a:cubicBezTo>
                  <a:pt x="34692" y="38462"/>
                  <a:pt x="33678" y="39185"/>
                  <a:pt x="32838" y="39185"/>
                </a:cubicBezTo>
                <a:cubicBezTo>
                  <a:pt x="32700" y="39185"/>
                  <a:pt x="32566" y="39165"/>
                  <a:pt x="32441" y="39120"/>
                </a:cubicBezTo>
                <a:lnTo>
                  <a:pt x="32441" y="39120"/>
                </a:lnTo>
                <a:cubicBezTo>
                  <a:pt x="32657" y="39282"/>
                  <a:pt x="32873" y="39426"/>
                  <a:pt x="32441" y="39606"/>
                </a:cubicBezTo>
                <a:cubicBezTo>
                  <a:pt x="32367" y="39622"/>
                  <a:pt x="32286" y="39628"/>
                  <a:pt x="32199" y="39628"/>
                </a:cubicBezTo>
                <a:cubicBezTo>
                  <a:pt x="31775" y="39628"/>
                  <a:pt x="31223" y="39467"/>
                  <a:pt x="30746" y="39467"/>
                </a:cubicBezTo>
                <a:cubicBezTo>
                  <a:pt x="30450" y="39467"/>
                  <a:pt x="30183" y="39529"/>
                  <a:pt x="29993" y="39732"/>
                </a:cubicBezTo>
                <a:cubicBezTo>
                  <a:pt x="29903" y="39696"/>
                  <a:pt x="29867" y="39660"/>
                  <a:pt x="29867" y="39606"/>
                </a:cubicBezTo>
                <a:cubicBezTo>
                  <a:pt x="29362" y="39804"/>
                  <a:pt x="28210" y="39966"/>
                  <a:pt x="27904" y="40290"/>
                </a:cubicBezTo>
                <a:cubicBezTo>
                  <a:pt x="27768" y="40007"/>
                  <a:pt x="27497" y="39918"/>
                  <a:pt x="27167" y="39918"/>
                </a:cubicBezTo>
                <a:cubicBezTo>
                  <a:pt x="26846" y="39918"/>
                  <a:pt x="26468" y="40003"/>
                  <a:pt x="26104" y="40074"/>
                </a:cubicBezTo>
                <a:cubicBezTo>
                  <a:pt x="25745" y="40153"/>
                  <a:pt x="25398" y="40231"/>
                  <a:pt x="25137" y="40231"/>
                </a:cubicBezTo>
                <a:cubicBezTo>
                  <a:pt x="24862" y="40231"/>
                  <a:pt x="24682" y="40144"/>
                  <a:pt x="24682" y="39876"/>
                </a:cubicBezTo>
                <a:cubicBezTo>
                  <a:pt x="24160" y="39912"/>
                  <a:pt x="23638" y="39894"/>
                  <a:pt x="23116" y="39912"/>
                </a:cubicBezTo>
                <a:lnTo>
                  <a:pt x="23152" y="39804"/>
                </a:lnTo>
                <a:cubicBezTo>
                  <a:pt x="22971" y="39784"/>
                  <a:pt x="22811" y="39775"/>
                  <a:pt x="22667" y="39775"/>
                </a:cubicBezTo>
                <a:cubicBezTo>
                  <a:pt x="22024" y="39775"/>
                  <a:pt x="21715" y="39954"/>
                  <a:pt x="21405" y="40146"/>
                </a:cubicBezTo>
                <a:cubicBezTo>
                  <a:pt x="21189" y="40056"/>
                  <a:pt x="21369" y="39966"/>
                  <a:pt x="21387" y="39912"/>
                </a:cubicBezTo>
                <a:cubicBezTo>
                  <a:pt x="20932" y="39754"/>
                  <a:pt x="20455" y="39673"/>
                  <a:pt x="19979" y="39673"/>
                </a:cubicBezTo>
                <a:cubicBezTo>
                  <a:pt x="19478" y="39673"/>
                  <a:pt x="18978" y="39763"/>
                  <a:pt x="18507" y="39948"/>
                </a:cubicBezTo>
                <a:lnTo>
                  <a:pt x="18435" y="39588"/>
                </a:lnTo>
                <a:cubicBezTo>
                  <a:pt x="18397" y="39592"/>
                  <a:pt x="18358" y="39594"/>
                  <a:pt x="18318" y="39594"/>
                </a:cubicBezTo>
                <a:cubicBezTo>
                  <a:pt x="18190" y="39594"/>
                  <a:pt x="18059" y="39571"/>
                  <a:pt x="17949" y="39516"/>
                </a:cubicBezTo>
                <a:cubicBezTo>
                  <a:pt x="17715" y="39444"/>
                  <a:pt x="17445" y="39336"/>
                  <a:pt x="17121" y="39210"/>
                </a:cubicBezTo>
                <a:cubicBezTo>
                  <a:pt x="16455" y="38922"/>
                  <a:pt x="15753" y="38742"/>
                  <a:pt x="15033" y="38706"/>
                </a:cubicBezTo>
                <a:cubicBezTo>
                  <a:pt x="15087" y="38634"/>
                  <a:pt x="15159" y="38598"/>
                  <a:pt x="15231" y="38598"/>
                </a:cubicBezTo>
                <a:cubicBezTo>
                  <a:pt x="14421" y="38562"/>
                  <a:pt x="13593" y="38040"/>
                  <a:pt x="12926" y="37589"/>
                </a:cubicBezTo>
                <a:cubicBezTo>
                  <a:pt x="12455" y="37292"/>
                  <a:pt x="12043" y="37037"/>
                  <a:pt x="11656" y="37037"/>
                </a:cubicBezTo>
                <a:cubicBezTo>
                  <a:pt x="11481" y="37037"/>
                  <a:pt x="11312" y="37088"/>
                  <a:pt x="11144" y="37211"/>
                </a:cubicBezTo>
                <a:lnTo>
                  <a:pt x="10622" y="37067"/>
                </a:lnTo>
                <a:lnTo>
                  <a:pt x="10100" y="36905"/>
                </a:lnTo>
                <a:lnTo>
                  <a:pt x="10100" y="36905"/>
                </a:lnTo>
                <a:cubicBezTo>
                  <a:pt x="10640" y="37319"/>
                  <a:pt x="10532" y="37409"/>
                  <a:pt x="10334" y="37445"/>
                </a:cubicBezTo>
                <a:cubicBezTo>
                  <a:pt x="10118" y="37499"/>
                  <a:pt x="9830" y="37481"/>
                  <a:pt x="10010" y="37715"/>
                </a:cubicBezTo>
                <a:cubicBezTo>
                  <a:pt x="9758" y="37589"/>
                  <a:pt x="9542" y="37373"/>
                  <a:pt x="9398" y="37121"/>
                </a:cubicBezTo>
                <a:cubicBezTo>
                  <a:pt x="9336" y="36974"/>
                  <a:pt x="9334" y="36868"/>
                  <a:pt x="9431" y="36868"/>
                </a:cubicBezTo>
                <a:cubicBezTo>
                  <a:pt x="9475" y="36868"/>
                  <a:pt x="9541" y="36890"/>
                  <a:pt x="9632" y="36941"/>
                </a:cubicBezTo>
                <a:lnTo>
                  <a:pt x="9686" y="37067"/>
                </a:lnTo>
                <a:cubicBezTo>
                  <a:pt x="9956" y="36869"/>
                  <a:pt x="9650" y="36581"/>
                  <a:pt x="9308" y="36293"/>
                </a:cubicBezTo>
                <a:cubicBezTo>
                  <a:pt x="8984" y="36005"/>
                  <a:pt x="8642" y="35681"/>
                  <a:pt x="8804" y="35519"/>
                </a:cubicBezTo>
                <a:cubicBezTo>
                  <a:pt x="8318" y="35105"/>
                  <a:pt x="7868" y="34619"/>
                  <a:pt x="7490" y="34115"/>
                </a:cubicBezTo>
                <a:cubicBezTo>
                  <a:pt x="7094" y="33611"/>
                  <a:pt x="6752" y="33071"/>
                  <a:pt x="6446" y="32513"/>
                </a:cubicBezTo>
                <a:cubicBezTo>
                  <a:pt x="5852" y="31397"/>
                  <a:pt x="5329" y="30263"/>
                  <a:pt x="4879" y="29074"/>
                </a:cubicBezTo>
                <a:lnTo>
                  <a:pt x="4537" y="29524"/>
                </a:lnTo>
                <a:cubicBezTo>
                  <a:pt x="4429" y="29254"/>
                  <a:pt x="4339" y="28984"/>
                  <a:pt x="4231" y="28696"/>
                </a:cubicBezTo>
                <a:cubicBezTo>
                  <a:pt x="4249" y="28570"/>
                  <a:pt x="4312" y="28467"/>
                  <a:pt x="4396" y="28467"/>
                </a:cubicBezTo>
                <a:cubicBezTo>
                  <a:pt x="4479" y="28467"/>
                  <a:pt x="4582" y="28570"/>
                  <a:pt x="4681" y="28858"/>
                </a:cubicBezTo>
                <a:cubicBezTo>
                  <a:pt x="4753" y="28660"/>
                  <a:pt x="4609" y="28444"/>
                  <a:pt x="4429" y="28264"/>
                </a:cubicBezTo>
                <a:cubicBezTo>
                  <a:pt x="4321" y="28138"/>
                  <a:pt x="4159" y="28030"/>
                  <a:pt x="3997" y="27976"/>
                </a:cubicBezTo>
                <a:cubicBezTo>
                  <a:pt x="3933" y="27610"/>
                  <a:pt x="3971" y="27489"/>
                  <a:pt x="4051" y="27489"/>
                </a:cubicBezTo>
                <a:cubicBezTo>
                  <a:pt x="4105" y="27489"/>
                  <a:pt x="4177" y="27544"/>
                  <a:pt x="4249" y="27616"/>
                </a:cubicBezTo>
                <a:cubicBezTo>
                  <a:pt x="4389" y="27742"/>
                  <a:pt x="4550" y="27943"/>
                  <a:pt x="4590" y="27943"/>
                </a:cubicBezTo>
                <a:cubicBezTo>
                  <a:pt x="4602" y="27943"/>
                  <a:pt x="4603" y="27927"/>
                  <a:pt x="4591" y="27886"/>
                </a:cubicBezTo>
                <a:cubicBezTo>
                  <a:pt x="4519" y="27706"/>
                  <a:pt x="4447" y="27580"/>
                  <a:pt x="4375" y="27418"/>
                </a:cubicBezTo>
                <a:lnTo>
                  <a:pt x="4357" y="27544"/>
                </a:lnTo>
                <a:cubicBezTo>
                  <a:pt x="4051" y="27220"/>
                  <a:pt x="3817" y="27256"/>
                  <a:pt x="3637" y="26518"/>
                </a:cubicBezTo>
                <a:cubicBezTo>
                  <a:pt x="3583" y="26032"/>
                  <a:pt x="3853" y="26194"/>
                  <a:pt x="3817" y="26014"/>
                </a:cubicBezTo>
                <a:cubicBezTo>
                  <a:pt x="3853" y="26014"/>
                  <a:pt x="3853" y="25942"/>
                  <a:pt x="3763" y="25726"/>
                </a:cubicBezTo>
                <a:cubicBezTo>
                  <a:pt x="3673" y="25366"/>
                  <a:pt x="3601" y="25006"/>
                  <a:pt x="3529" y="24646"/>
                </a:cubicBezTo>
                <a:cubicBezTo>
                  <a:pt x="3439" y="24826"/>
                  <a:pt x="3349" y="24988"/>
                  <a:pt x="3259" y="25168"/>
                </a:cubicBezTo>
                <a:cubicBezTo>
                  <a:pt x="3046" y="24866"/>
                  <a:pt x="3025" y="24486"/>
                  <a:pt x="2922" y="24486"/>
                </a:cubicBezTo>
                <a:cubicBezTo>
                  <a:pt x="2878" y="24486"/>
                  <a:pt x="2819" y="24554"/>
                  <a:pt x="2725" y="24726"/>
                </a:cubicBezTo>
                <a:lnTo>
                  <a:pt x="2725" y="24726"/>
                </a:lnTo>
                <a:cubicBezTo>
                  <a:pt x="2969" y="24270"/>
                  <a:pt x="2808" y="23252"/>
                  <a:pt x="2665" y="22288"/>
                </a:cubicBezTo>
                <a:cubicBezTo>
                  <a:pt x="2539" y="21297"/>
                  <a:pt x="2431" y="20343"/>
                  <a:pt x="2521" y="20127"/>
                </a:cubicBezTo>
                <a:cubicBezTo>
                  <a:pt x="2215" y="19443"/>
                  <a:pt x="2233" y="18777"/>
                  <a:pt x="2341" y="17949"/>
                </a:cubicBezTo>
                <a:lnTo>
                  <a:pt x="2341" y="17949"/>
                </a:lnTo>
                <a:cubicBezTo>
                  <a:pt x="2305" y="18027"/>
                  <a:pt x="2211" y="18089"/>
                  <a:pt x="2118" y="18089"/>
                </a:cubicBezTo>
                <a:cubicBezTo>
                  <a:pt x="1977" y="18089"/>
                  <a:pt x="1840" y="17945"/>
                  <a:pt x="1927" y="17499"/>
                </a:cubicBezTo>
                <a:lnTo>
                  <a:pt x="1927" y="17499"/>
                </a:lnTo>
                <a:cubicBezTo>
                  <a:pt x="2014" y="17535"/>
                  <a:pt x="2088" y="17552"/>
                  <a:pt x="2153" y="17552"/>
                </a:cubicBezTo>
                <a:cubicBezTo>
                  <a:pt x="2410" y="17552"/>
                  <a:pt x="2510" y="17290"/>
                  <a:pt x="2611" y="16959"/>
                </a:cubicBezTo>
                <a:cubicBezTo>
                  <a:pt x="2747" y="16584"/>
                  <a:pt x="2884" y="16097"/>
                  <a:pt x="3233" y="15893"/>
                </a:cubicBezTo>
                <a:lnTo>
                  <a:pt x="3233" y="15893"/>
                </a:lnTo>
                <a:cubicBezTo>
                  <a:pt x="3220" y="15897"/>
                  <a:pt x="3208" y="15899"/>
                  <a:pt x="3198" y="15899"/>
                </a:cubicBezTo>
                <a:cubicBezTo>
                  <a:pt x="3047" y="15899"/>
                  <a:pt x="3113" y="15489"/>
                  <a:pt x="3205" y="15105"/>
                </a:cubicBezTo>
                <a:cubicBezTo>
                  <a:pt x="3259" y="14925"/>
                  <a:pt x="3277" y="14727"/>
                  <a:pt x="3277" y="14547"/>
                </a:cubicBezTo>
                <a:cubicBezTo>
                  <a:pt x="3267" y="14466"/>
                  <a:pt x="3234" y="14419"/>
                  <a:pt x="3169" y="14419"/>
                </a:cubicBezTo>
                <a:cubicBezTo>
                  <a:pt x="3118" y="14419"/>
                  <a:pt x="3048" y="14447"/>
                  <a:pt x="2953" y="14511"/>
                </a:cubicBezTo>
                <a:cubicBezTo>
                  <a:pt x="3051" y="14327"/>
                  <a:pt x="3122" y="14277"/>
                  <a:pt x="3186" y="14277"/>
                </a:cubicBezTo>
                <a:cubicBezTo>
                  <a:pt x="3265" y="14277"/>
                  <a:pt x="3333" y="14351"/>
                  <a:pt x="3429" y="14351"/>
                </a:cubicBezTo>
                <a:cubicBezTo>
                  <a:pt x="3486" y="14351"/>
                  <a:pt x="3553" y="14325"/>
                  <a:pt x="3637" y="14241"/>
                </a:cubicBezTo>
                <a:cubicBezTo>
                  <a:pt x="3727" y="13556"/>
                  <a:pt x="4123" y="12872"/>
                  <a:pt x="4609" y="12224"/>
                </a:cubicBezTo>
                <a:cubicBezTo>
                  <a:pt x="5095" y="11576"/>
                  <a:pt x="5672" y="10964"/>
                  <a:pt x="6176" y="10262"/>
                </a:cubicBezTo>
                <a:cubicBezTo>
                  <a:pt x="6104" y="10172"/>
                  <a:pt x="5780" y="10280"/>
                  <a:pt x="5888" y="9866"/>
                </a:cubicBezTo>
                <a:cubicBezTo>
                  <a:pt x="6248" y="9776"/>
                  <a:pt x="6590" y="9668"/>
                  <a:pt x="6932" y="9578"/>
                </a:cubicBezTo>
                <a:cubicBezTo>
                  <a:pt x="7130" y="9308"/>
                  <a:pt x="6662" y="8876"/>
                  <a:pt x="7400" y="8714"/>
                </a:cubicBezTo>
                <a:cubicBezTo>
                  <a:pt x="7274" y="8714"/>
                  <a:pt x="7076" y="8696"/>
                  <a:pt x="7202" y="8498"/>
                </a:cubicBezTo>
                <a:cubicBezTo>
                  <a:pt x="8642" y="7508"/>
                  <a:pt x="9974" y="6338"/>
                  <a:pt x="11468" y="5293"/>
                </a:cubicBezTo>
                <a:cubicBezTo>
                  <a:pt x="12962" y="4267"/>
                  <a:pt x="14583" y="3385"/>
                  <a:pt x="16437" y="3097"/>
                </a:cubicBezTo>
                <a:cubicBezTo>
                  <a:pt x="15897" y="3097"/>
                  <a:pt x="16185" y="2935"/>
                  <a:pt x="16509" y="2773"/>
                </a:cubicBezTo>
                <a:lnTo>
                  <a:pt x="16509" y="2773"/>
                </a:lnTo>
                <a:cubicBezTo>
                  <a:pt x="16491" y="2777"/>
                  <a:pt x="16475" y="2779"/>
                  <a:pt x="16462" y="2779"/>
                </a:cubicBezTo>
                <a:cubicBezTo>
                  <a:pt x="16293" y="2779"/>
                  <a:pt x="16393" y="2494"/>
                  <a:pt x="16293" y="2377"/>
                </a:cubicBezTo>
                <a:cubicBezTo>
                  <a:pt x="16815" y="2287"/>
                  <a:pt x="17337" y="2215"/>
                  <a:pt x="17859" y="2161"/>
                </a:cubicBezTo>
                <a:cubicBezTo>
                  <a:pt x="17931" y="1621"/>
                  <a:pt x="19353" y="1477"/>
                  <a:pt x="19335" y="1027"/>
                </a:cubicBezTo>
                <a:lnTo>
                  <a:pt x="19335" y="1027"/>
                </a:lnTo>
                <a:lnTo>
                  <a:pt x="18921" y="1297"/>
                </a:lnTo>
                <a:cubicBezTo>
                  <a:pt x="19317" y="577"/>
                  <a:pt x="17643" y="613"/>
                  <a:pt x="17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3" name="Google Shape;2793;p43"/>
          <p:cNvGrpSpPr/>
          <p:nvPr/>
        </p:nvGrpSpPr>
        <p:grpSpPr>
          <a:xfrm>
            <a:off x="5074363" y="-740252"/>
            <a:ext cx="3211290" cy="1679019"/>
            <a:chOff x="5074363" y="-740252"/>
            <a:chExt cx="3211290" cy="1679019"/>
          </a:xfrm>
        </p:grpSpPr>
        <p:sp>
          <p:nvSpPr>
            <p:cNvPr id="2794" name="Google Shape;2794;p43"/>
            <p:cNvSpPr/>
            <p:nvPr/>
          </p:nvSpPr>
          <p:spPr>
            <a:xfrm flipH="1" rot="-970990">
              <a:off x="5506497" y="806207"/>
              <a:ext cx="8567" cy="2160"/>
            </a:xfrm>
            <a:custGeom>
              <a:rect b="b" l="l" r="r" t="t"/>
              <a:pathLst>
                <a:path extrusionOk="0" h="60" w="238">
                  <a:moveTo>
                    <a:pt x="237" y="0"/>
                  </a:moveTo>
                  <a:lnTo>
                    <a:pt x="237" y="0"/>
                  </a:lnTo>
                  <a:cubicBezTo>
                    <a:pt x="153" y="17"/>
                    <a:pt x="60" y="42"/>
                    <a:pt x="0" y="59"/>
                  </a:cubicBezTo>
                  <a:lnTo>
                    <a:pt x="23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3"/>
            <p:cNvSpPr/>
            <p:nvPr/>
          </p:nvSpPr>
          <p:spPr>
            <a:xfrm flipH="1" rot="-970990">
              <a:off x="5522244" y="815882"/>
              <a:ext cx="1836" cy="324"/>
            </a:xfrm>
            <a:custGeom>
              <a:rect b="b" l="l" r="r" t="t"/>
              <a:pathLst>
                <a:path extrusionOk="0" h="9" w="51">
                  <a:moveTo>
                    <a:pt x="51" y="0"/>
                  </a:moveTo>
                  <a:lnTo>
                    <a:pt x="0" y="9"/>
                  </a:lnTo>
                  <a:lnTo>
                    <a:pt x="17" y="9"/>
                  </a:lnTo>
                  <a:lnTo>
                    <a:pt x="5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3"/>
            <p:cNvSpPr/>
            <p:nvPr/>
          </p:nvSpPr>
          <p:spPr>
            <a:xfrm flipH="1" rot="-970990">
              <a:off x="5511936" y="806401"/>
              <a:ext cx="20734" cy="4716"/>
            </a:xfrm>
            <a:custGeom>
              <a:rect b="b" l="l" r="r" t="t"/>
              <a:pathLst>
                <a:path extrusionOk="0" h="131" w="576">
                  <a:moveTo>
                    <a:pt x="508" y="0"/>
                  </a:moveTo>
                  <a:cubicBezTo>
                    <a:pt x="523" y="16"/>
                    <a:pt x="1" y="130"/>
                    <a:pt x="67" y="130"/>
                  </a:cubicBezTo>
                  <a:cubicBezTo>
                    <a:pt x="73" y="130"/>
                    <a:pt x="84" y="129"/>
                    <a:pt x="102" y="127"/>
                  </a:cubicBezTo>
                  <a:cubicBezTo>
                    <a:pt x="237" y="85"/>
                    <a:pt x="575" y="0"/>
                    <a:pt x="50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3"/>
            <p:cNvSpPr/>
            <p:nvPr/>
          </p:nvSpPr>
          <p:spPr>
            <a:xfrm flipH="1" rot="-970990">
              <a:off x="5508362" y="807880"/>
              <a:ext cx="15262" cy="3996"/>
            </a:xfrm>
            <a:custGeom>
              <a:rect b="b" l="l" r="r" t="t"/>
              <a:pathLst>
                <a:path extrusionOk="0" h="111" w="424">
                  <a:moveTo>
                    <a:pt x="424" y="1"/>
                  </a:moveTo>
                  <a:lnTo>
                    <a:pt x="1" y="111"/>
                  </a:lnTo>
                  <a:lnTo>
                    <a:pt x="263" y="60"/>
                  </a:lnTo>
                  <a:cubicBezTo>
                    <a:pt x="288" y="43"/>
                    <a:pt x="263" y="43"/>
                    <a:pt x="42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3"/>
            <p:cNvSpPr/>
            <p:nvPr/>
          </p:nvSpPr>
          <p:spPr>
            <a:xfrm flipH="1" rot="-970990">
              <a:off x="5450884" y="811525"/>
              <a:ext cx="47551" cy="13428"/>
            </a:xfrm>
            <a:custGeom>
              <a:rect b="b" l="l" r="r" t="t"/>
              <a:pathLst>
                <a:path extrusionOk="0" h="373" w="1321">
                  <a:moveTo>
                    <a:pt x="1321" y="0"/>
                  </a:moveTo>
                  <a:cubicBezTo>
                    <a:pt x="1058" y="43"/>
                    <a:pt x="18" y="279"/>
                    <a:pt x="9" y="330"/>
                  </a:cubicBezTo>
                  <a:cubicBezTo>
                    <a:pt x="221" y="262"/>
                    <a:pt x="356" y="220"/>
                    <a:pt x="695" y="136"/>
                  </a:cubicBezTo>
                  <a:lnTo>
                    <a:pt x="695" y="136"/>
                  </a:lnTo>
                  <a:cubicBezTo>
                    <a:pt x="838" y="152"/>
                    <a:pt x="145" y="288"/>
                    <a:pt x="1" y="372"/>
                  </a:cubicBezTo>
                  <a:cubicBezTo>
                    <a:pt x="627" y="220"/>
                    <a:pt x="813" y="136"/>
                    <a:pt x="132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3"/>
            <p:cNvSpPr/>
            <p:nvPr/>
          </p:nvSpPr>
          <p:spPr>
            <a:xfrm flipH="1" rot="-970990">
              <a:off x="5496345" y="816984"/>
              <a:ext cx="13715" cy="3672"/>
            </a:xfrm>
            <a:custGeom>
              <a:rect b="b" l="l" r="r" t="t"/>
              <a:pathLst>
                <a:path extrusionOk="0" h="102" w="381">
                  <a:moveTo>
                    <a:pt x="347" y="0"/>
                  </a:moveTo>
                  <a:lnTo>
                    <a:pt x="0" y="102"/>
                  </a:lnTo>
                  <a:lnTo>
                    <a:pt x="34" y="93"/>
                  </a:lnTo>
                  <a:lnTo>
                    <a:pt x="38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3"/>
            <p:cNvSpPr/>
            <p:nvPr/>
          </p:nvSpPr>
          <p:spPr>
            <a:xfrm flipH="1" rot="-970990">
              <a:off x="5308363" y="797124"/>
              <a:ext cx="88335" cy="26531"/>
            </a:xfrm>
            <a:custGeom>
              <a:rect b="b" l="l" r="r" t="t"/>
              <a:pathLst>
                <a:path extrusionOk="0" h="737" w="2454">
                  <a:moveTo>
                    <a:pt x="1109" y="364"/>
                  </a:moveTo>
                  <a:lnTo>
                    <a:pt x="1109" y="364"/>
                  </a:lnTo>
                  <a:cubicBezTo>
                    <a:pt x="1103" y="366"/>
                    <a:pt x="1097" y="368"/>
                    <a:pt x="1091" y="369"/>
                  </a:cubicBezTo>
                  <a:lnTo>
                    <a:pt x="1091" y="369"/>
                  </a:lnTo>
                  <a:cubicBezTo>
                    <a:pt x="1097" y="368"/>
                    <a:pt x="1103" y="366"/>
                    <a:pt x="1109" y="364"/>
                  </a:cubicBezTo>
                  <a:close/>
                  <a:moveTo>
                    <a:pt x="2454" y="1"/>
                  </a:moveTo>
                  <a:lnTo>
                    <a:pt x="1608" y="246"/>
                  </a:lnTo>
                  <a:lnTo>
                    <a:pt x="1650" y="221"/>
                  </a:lnTo>
                  <a:lnTo>
                    <a:pt x="1650" y="221"/>
                  </a:lnTo>
                  <a:cubicBezTo>
                    <a:pt x="1464" y="288"/>
                    <a:pt x="1084" y="390"/>
                    <a:pt x="957" y="424"/>
                  </a:cubicBezTo>
                  <a:cubicBezTo>
                    <a:pt x="973" y="415"/>
                    <a:pt x="958" y="407"/>
                    <a:pt x="1091" y="369"/>
                  </a:cubicBezTo>
                  <a:lnTo>
                    <a:pt x="1091" y="369"/>
                  </a:lnTo>
                  <a:cubicBezTo>
                    <a:pt x="94" y="650"/>
                    <a:pt x="842" y="501"/>
                    <a:pt x="1" y="737"/>
                  </a:cubicBezTo>
                  <a:cubicBezTo>
                    <a:pt x="51" y="728"/>
                    <a:pt x="119" y="711"/>
                    <a:pt x="212" y="686"/>
                  </a:cubicBezTo>
                  <a:cubicBezTo>
                    <a:pt x="366" y="643"/>
                    <a:pt x="502" y="613"/>
                    <a:pt x="535" y="613"/>
                  </a:cubicBezTo>
                  <a:cubicBezTo>
                    <a:pt x="548" y="613"/>
                    <a:pt x="546" y="617"/>
                    <a:pt x="525" y="627"/>
                  </a:cubicBezTo>
                  <a:cubicBezTo>
                    <a:pt x="948" y="483"/>
                    <a:pt x="957" y="500"/>
                    <a:pt x="1007" y="449"/>
                  </a:cubicBezTo>
                  <a:cubicBezTo>
                    <a:pt x="1173" y="390"/>
                    <a:pt x="1351" y="345"/>
                    <a:pt x="1385" y="345"/>
                  </a:cubicBezTo>
                  <a:cubicBezTo>
                    <a:pt x="1404" y="345"/>
                    <a:pt x="1374" y="361"/>
                    <a:pt x="1261" y="398"/>
                  </a:cubicBezTo>
                  <a:lnTo>
                    <a:pt x="2039" y="153"/>
                  </a:lnTo>
                  <a:lnTo>
                    <a:pt x="1566" y="280"/>
                  </a:lnTo>
                  <a:cubicBezTo>
                    <a:pt x="1684" y="212"/>
                    <a:pt x="2319" y="77"/>
                    <a:pt x="245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3"/>
            <p:cNvSpPr/>
            <p:nvPr/>
          </p:nvSpPr>
          <p:spPr>
            <a:xfrm flipH="1" rot="-970990">
              <a:off x="5395171" y="795401"/>
              <a:ext cx="86103" cy="25631"/>
            </a:xfrm>
            <a:custGeom>
              <a:rect b="b" l="l" r="r" t="t"/>
              <a:pathLst>
                <a:path extrusionOk="0" h="712" w="2392">
                  <a:moveTo>
                    <a:pt x="2256" y="127"/>
                  </a:moveTo>
                  <a:cubicBezTo>
                    <a:pt x="2241" y="132"/>
                    <a:pt x="2227" y="136"/>
                    <a:pt x="2215" y="140"/>
                  </a:cubicBezTo>
                  <a:lnTo>
                    <a:pt x="2215" y="140"/>
                  </a:lnTo>
                  <a:lnTo>
                    <a:pt x="2256" y="127"/>
                  </a:lnTo>
                  <a:close/>
                  <a:moveTo>
                    <a:pt x="2391" y="0"/>
                  </a:moveTo>
                  <a:cubicBezTo>
                    <a:pt x="2154" y="17"/>
                    <a:pt x="1469" y="229"/>
                    <a:pt x="1190" y="288"/>
                  </a:cubicBezTo>
                  <a:cubicBezTo>
                    <a:pt x="1255" y="277"/>
                    <a:pt x="1286" y="273"/>
                    <a:pt x="1298" y="273"/>
                  </a:cubicBezTo>
                  <a:cubicBezTo>
                    <a:pt x="1325" y="273"/>
                    <a:pt x="1242" y="295"/>
                    <a:pt x="1257" y="295"/>
                  </a:cubicBezTo>
                  <a:cubicBezTo>
                    <a:pt x="1269" y="295"/>
                    <a:pt x="1343" y="281"/>
                    <a:pt x="1588" y="229"/>
                  </a:cubicBezTo>
                  <a:lnTo>
                    <a:pt x="1588" y="229"/>
                  </a:lnTo>
                  <a:lnTo>
                    <a:pt x="1241" y="355"/>
                  </a:lnTo>
                  <a:lnTo>
                    <a:pt x="640" y="508"/>
                  </a:lnTo>
                  <a:cubicBezTo>
                    <a:pt x="640" y="521"/>
                    <a:pt x="357" y="600"/>
                    <a:pt x="398" y="600"/>
                  </a:cubicBezTo>
                  <a:cubicBezTo>
                    <a:pt x="408" y="600"/>
                    <a:pt x="438" y="596"/>
                    <a:pt x="496" y="584"/>
                  </a:cubicBezTo>
                  <a:cubicBezTo>
                    <a:pt x="555" y="567"/>
                    <a:pt x="665" y="533"/>
                    <a:pt x="758" y="508"/>
                  </a:cubicBezTo>
                  <a:lnTo>
                    <a:pt x="758" y="508"/>
                  </a:lnTo>
                  <a:cubicBezTo>
                    <a:pt x="709" y="557"/>
                    <a:pt x="1" y="711"/>
                    <a:pt x="137" y="711"/>
                  </a:cubicBezTo>
                  <a:cubicBezTo>
                    <a:pt x="141" y="711"/>
                    <a:pt x="145" y="711"/>
                    <a:pt x="149" y="711"/>
                  </a:cubicBezTo>
                  <a:cubicBezTo>
                    <a:pt x="429" y="643"/>
                    <a:pt x="708" y="567"/>
                    <a:pt x="987" y="474"/>
                  </a:cubicBezTo>
                  <a:cubicBezTo>
                    <a:pt x="1427" y="355"/>
                    <a:pt x="1740" y="279"/>
                    <a:pt x="1951" y="237"/>
                  </a:cubicBezTo>
                  <a:cubicBezTo>
                    <a:pt x="2067" y="198"/>
                    <a:pt x="2084" y="181"/>
                    <a:pt x="2215" y="140"/>
                  </a:cubicBezTo>
                  <a:lnTo>
                    <a:pt x="2215" y="140"/>
                  </a:lnTo>
                  <a:lnTo>
                    <a:pt x="2146" y="161"/>
                  </a:lnTo>
                  <a:lnTo>
                    <a:pt x="2120" y="119"/>
                  </a:lnTo>
                  <a:cubicBezTo>
                    <a:pt x="1985" y="169"/>
                    <a:pt x="1850" y="195"/>
                    <a:pt x="1697" y="237"/>
                  </a:cubicBezTo>
                  <a:lnTo>
                    <a:pt x="239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3"/>
            <p:cNvSpPr/>
            <p:nvPr/>
          </p:nvSpPr>
          <p:spPr>
            <a:xfrm flipH="1" rot="-970990">
              <a:off x="5398684" y="811015"/>
              <a:ext cx="648" cy="36"/>
            </a:xfrm>
            <a:custGeom>
              <a:rect b="b" l="l" r="r" t="t"/>
              <a:pathLst>
                <a:path extrusionOk="0" h="1" w="18">
                  <a:moveTo>
                    <a:pt x="1" y="0"/>
                  </a:move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3"/>
            <p:cNvSpPr/>
            <p:nvPr/>
          </p:nvSpPr>
          <p:spPr>
            <a:xfrm flipH="1" rot="-970990">
              <a:off x="5458245" y="793690"/>
              <a:ext cx="78328" cy="21311"/>
            </a:xfrm>
            <a:custGeom>
              <a:rect b="b" l="l" r="r" t="t"/>
              <a:pathLst>
                <a:path extrusionOk="0" h="592" w="2176">
                  <a:moveTo>
                    <a:pt x="2138" y="1"/>
                  </a:moveTo>
                  <a:cubicBezTo>
                    <a:pt x="2126" y="1"/>
                    <a:pt x="2088" y="8"/>
                    <a:pt x="2006" y="25"/>
                  </a:cubicBezTo>
                  <a:cubicBezTo>
                    <a:pt x="1168" y="237"/>
                    <a:pt x="585" y="406"/>
                    <a:pt x="1" y="592"/>
                  </a:cubicBezTo>
                  <a:cubicBezTo>
                    <a:pt x="475" y="473"/>
                    <a:pt x="1007" y="330"/>
                    <a:pt x="1405" y="245"/>
                  </a:cubicBezTo>
                  <a:lnTo>
                    <a:pt x="1405" y="245"/>
                  </a:lnTo>
                  <a:lnTo>
                    <a:pt x="1244" y="313"/>
                  </a:lnTo>
                  <a:cubicBezTo>
                    <a:pt x="796" y="397"/>
                    <a:pt x="525" y="482"/>
                    <a:pt x="94" y="583"/>
                  </a:cubicBezTo>
                  <a:lnTo>
                    <a:pt x="1075" y="363"/>
                  </a:lnTo>
                  <a:cubicBezTo>
                    <a:pt x="1218" y="335"/>
                    <a:pt x="1288" y="323"/>
                    <a:pt x="1307" y="323"/>
                  </a:cubicBezTo>
                  <a:cubicBezTo>
                    <a:pt x="1348" y="323"/>
                    <a:pt x="1124" y="384"/>
                    <a:pt x="872" y="448"/>
                  </a:cubicBezTo>
                  <a:cubicBezTo>
                    <a:pt x="940" y="431"/>
                    <a:pt x="999" y="414"/>
                    <a:pt x="1067" y="406"/>
                  </a:cubicBezTo>
                  <a:cubicBezTo>
                    <a:pt x="1097" y="393"/>
                    <a:pt x="1648" y="242"/>
                    <a:pt x="1610" y="242"/>
                  </a:cubicBezTo>
                  <a:cubicBezTo>
                    <a:pt x="1595" y="242"/>
                    <a:pt x="1499" y="264"/>
                    <a:pt x="1261" y="321"/>
                  </a:cubicBezTo>
                  <a:cubicBezTo>
                    <a:pt x="1287" y="279"/>
                    <a:pt x="1820" y="169"/>
                    <a:pt x="2048" y="101"/>
                  </a:cubicBezTo>
                  <a:lnTo>
                    <a:pt x="2048" y="101"/>
                  </a:lnTo>
                  <a:cubicBezTo>
                    <a:pt x="2017" y="107"/>
                    <a:pt x="2000" y="110"/>
                    <a:pt x="1993" y="110"/>
                  </a:cubicBezTo>
                  <a:cubicBezTo>
                    <a:pt x="1958" y="110"/>
                    <a:pt x="2115" y="59"/>
                    <a:pt x="2073" y="59"/>
                  </a:cubicBezTo>
                  <a:cubicBezTo>
                    <a:pt x="1955" y="93"/>
                    <a:pt x="1828" y="135"/>
                    <a:pt x="1633" y="177"/>
                  </a:cubicBezTo>
                  <a:cubicBezTo>
                    <a:pt x="1629" y="178"/>
                    <a:pt x="1626" y="178"/>
                    <a:pt x="1623" y="178"/>
                  </a:cubicBezTo>
                  <a:cubicBezTo>
                    <a:pt x="1567" y="178"/>
                    <a:pt x="1839" y="99"/>
                    <a:pt x="2056" y="59"/>
                  </a:cubicBezTo>
                  <a:lnTo>
                    <a:pt x="2056" y="59"/>
                  </a:lnTo>
                  <a:cubicBezTo>
                    <a:pt x="2019" y="66"/>
                    <a:pt x="1998" y="69"/>
                    <a:pt x="1988" y="69"/>
                  </a:cubicBezTo>
                  <a:cubicBezTo>
                    <a:pt x="1942" y="69"/>
                    <a:pt x="2176" y="1"/>
                    <a:pt x="213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3"/>
            <p:cNvSpPr/>
            <p:nvPr/>
          </p:nvSpPr>
          <p:spPr>
            <a:xfrm flipH="1" rot="-970990">
              <a:off x="5337799" y="-357332"/>
              <a:ext cx="2877619" cy="913180"/>
            </a:xfrm>
            <a:custGeom>
              <a:rect b="b" l="l" r="r" t="t"/>
              <a:pathLst>
                <a:path extrusionOk="0" h="25367" w="79942">
                  <a:moveTo>
                    <a:pt x="178" y="584"/>
                  </a:moveTo>
                  <a:lnTo>
                    <a:pt x="178" y="584"/>
                  </a:lnTo>
                  <a:cubicBezTo>
                    <a:pt x="195" y="719"/>
                    <a:pt x="203" y="796"/>
                    <a:pt x="220" y="880"/>
                  </a:cubicBezTo>
                  <a:lnTo>
                    <a:pt x="178" y="584"/>
                  </a:lnTo>
                  <a:close/>
                  <a:moveTo>
                    <a:pt x="220" y="880"/>
                  </a:moveTo>
                  <a:lnTo>
                    <a:pt x="222" y="889"/>
                  </a:lnTo>
                  <a:lnTo>
                    <a:pt x="222" y="889"/>
                  </a:lnTo>
                  <a:cubicBezTo>
                    <a:pt x="222" y="886"/>
                    <a:pt x="221" y="883"/>
                    <a:pt x="220" y="880"/>
                  </a:cubicBezTo>
                  <a:close/>
                  <a:moveTo>
                    <a:pt x="2868" y="8121"/>
                  </a:moveTo>
                  <a:lnTo>
                    <a:pt x="2868" y="8121"/>
                  </a:lnTo>
                  <a:cubicBezTo>
                    <a:pt x="2892" y="8169"/>
                    <a:pt x="2920" y="8213"/>
                    <a:pt x="2955" y="8252"/>
                  </a:cubicBezTo>
                  <a:lnTo>
                    <a:pt x="2955" y="8252"/>
                  </a:lnTo>
                  <a:cubicBezTo>
                    <a:pt x="2927" y="8210"/>
                    <a:pt x="2898" y="8167"/>
                    <a:pt x="2868" y="8121"/>
                  </a:cubicBezTo>
                  <a:close/>
                  <a:moveTo>
                    <a:pt x="3233" y="8360"/>
                  </a:moveTo>
                  <a:cubicBezTo>
                    <a:pt x="3267" y="8408"/>
                    <a:pt x="3300" y="8456"/>
                    <a:pt x="3333" y="8502"/>
                  </a:cubicBezTo>
                  <a:lnTo>
                    <a:pt x="3249" y="8375"/>
                  </a:lnTo>
                  <a:cubicBezTo>
                    <a:pt x="3242" y="8369"/>
                    <a:pt x="3237" y="8364"/>
                    <a:pt x="3233" y="8360"/>
                  </a:cubicBezTo>
                  <a:close/>
                  <a:moveTo>
                    <a:pt x="5239" y="10862"/>
                  </a:moveTo>
                  <a:lnTo>
                    <a:pt x="5254" y="10879"/>
                  </a:lnTo>
                  <a:lnTo>
                    <a:pt x="5372" y="10998"/>
                  </a:lnTo>
                  <a:cubicBezTo>
                    <a:pt x="5323" y="10949"/>
                    <a:pt x="5279" y="10904"/>
                    <a:pt x="5239" y="10862"/>
                  </a:cubicBezTo>
                  <a:close/>
                  <a:moveTo>
                    <a:pt x="12520" y="16086"/>
                  </a:moveTo>
                  <a:cubicBezTo>
                    <a:pt x="12575" y="16113"/>
                    <a:pt x="12628" y="16136"/>
                    <a:pt x="12676" y="16158"/>
                  </a:cubicBezTo>
                  <a:lnTo>
                    <a:pt x="12676" y="16158"/>
                  </a:lnTo>
                  <a:cubicBezTo>
                    <a:pt x="12641" y="16142"/>
                    <a:pt x="12584" y="16116"/>
                    <a:pt x="12520" y="16086"/>
                  </a:cubicBezTo>
                  <a:close/>
                  <a:moveTo>
                    <a:pt x="12676" y="16158"/>
                  </a:moveTo>
                  <a:cubicBezTo>
                    <a:pt x="12701" y="16169"/>
                    <a:pt x="12716" y="16176"/>
                    <a:pt x="12717" y="16176"/>
                  </a:cubicBezTo>
                  <a:cubicBezTo>
                    <a:pt x="12717" y="16176"/>
                    <a:pt x="12716" y="16175"/>
                    <a:pt x="12715" y="16175"/>
                  </a:cubicBezTo>
                  <a:cubicBezTo>
                    <a:pt x="12702" y="16169"/>
                    <a:pt x="12690" y="16164"/>
                    <a:pt x="12676" y="16158"/>
                  </a:cubicBezTo>
                  <a:close/>
                  <a:moveTo>
                    <a:pt x="15059" y="17333"/>
                  </a:moveTo>
                  <a:cubicBezTo>
                    <a:pt x="15059" y="17333"/>
                    <a:pt x="15058" y="17334"/>
                    <a:pt x="15058" y="17334"/>
                  </a:cubicBezTo>
                  <a:lnTo>
                    <a:pt x="15058" y="17334"/>
                  </a:lnTo>
                  <a:lnTo>
                    <a:pt x="15127" y="17357"/>
                  </a:lnTo>
                  <a:lnTo>
                    <a:pt x="15127" y="17357"/>
                  </a:lnTo>
                  <a:cubicBezTo>
                    <a:pt x="15093" y="17344"/>
                    <a:pt x="15065" y="17333"/>
                    <a:pt x="15059" y="17333"/>
                  </a:cubicBezTo>
                  <a:close/>
                  <a:moveTo>
                    <a:pt x="15127" y="17357"/>
                  </a:moveTo>
                  <a:cubicBezTo>
                    <a:pt x="15194" y="17382"/>
                    <a:pt x="15286" y="17420"/>
                    <a:pt x="15291" y="17420"/>
                  </a:cubicBezTo>
                  <a:cubicBezTo>
                    <a:pt x="15293" y="17420"/>
                    <a:pt x="15278" y="17412"/>
                    <a:pt x="15236" y="17393"/>
                  </a:cubicBezTo>
                  <a:lnTo>
                    <a:pt x="15127" y="17357"/>
                  </a:lnTo>
                  <a:close/>
                  <a:moveTo>
                    <a:pt x="14787" y="17469"/>
                  </a:moveTo>
                  <a:cubicBezTo>
                    <a:pt x="14793" y="17471"/>
                    <a:pt x="14797" y="17473"/>
                    <a:pt x="14801" y="17475"/>
                  </a:cubicBezTo>
                  <a:lnTo>
                    <a:pt x="14801" y="17475"/>
                  </a:lnTo>
                  <a:cubicBezTo>
                    <a:pt x="14796" y="17473"/>
                    <a:pt x="14792" y="17471"/>
                    <a:pt x="14787" y="17469"/>
                  </a:cubicBezTo>
                  <a:close/>
                  <a:moveTo>
                    <a:pt x="19245" y="19357"/>
                  </a:moveTo>
                  <a:lnTo>
                    <a:pt x="19245" y="19357"/>
                  </a:lnTo>
                  <a:cubicBezTo>
                    <a:pt x="19251" y="19359"/>
                    <a:pt x="19257" y="19362"/>
                    <a:pt x="19263" y="19364"/>
                  </a:cubicBezTo>
                  <a:cubicBezTo>
                    <a:pt x="19257" y="19362"/>
                    <a:pt x="19251" y="19359"/>
                    <a:pt x="19245" y="19357"/>
                  </a:cubicBezTo>
                  <a:close/>
                  <a:moveTo>
                    <a:pt x="22902" y="20283"/>
                  </a:moveTo>
                  <a:cubicBezTo>
                    <a:pt x="22923" y="20290"/>
                    <a:pt x="22942" y="20297"/>
                    <a:pt x="22959" y="20303"/>
                  </a:cubicBezTo>
                  <a:cubicBezTo>
                    <a:pt x="22926" y="20291"/>
                    <a:pt x="22910" y="20285"/>
                    <a:pt x="22902" y="20283"/>
                  </a:cubicBezTo>
                  <a:close/>
                  <a:moveTo>
                    <a:pt x="22917" y="20581"/>
                  </a:moveTo>
                  <a:cubicBezTo>
                    <a:pt x="22913" y="20581"/>
                    <a:pt x="22910" y="20581"/>
                    <a:pt x="22909" y="20582"/>
                  </a:cubicBezTo>
                  <a:lnTo>
                    <a:pt x="22933" y="20582"/>
                  </a:lnTo>
                  <a:cubicBezTo>
                    <a:pt x="22927" y="20581"/>
                    <a:pt x="22922" y="20581"/>
                    <a:pt x="22917" y="20581"/>
                  </a:cubicBezTo>
                  <a:close/>
                  <a:moveTo>
                    <a:pt x="24843" y="20851"/>
                  </a:moveTo>
                  <a:lnTo>
                    <a:pt x="24843" y="20851"/>
                  </a:lnTo>
                  <a:cubicBezTo>
                    <a:pt x="24846" y="20852"/>
                    <a:pt x="24850" y="20852"/>
                    <a:pt x="24854" y="20853"/>
                  </a:cubicBezTo>
                  <a:cubicBezTo>
                    <a:pt x="24850" y="20852"/>
                    <a:pt x="24846" y="20851"/>
                    <a:pt x="24843" y="20851"/>
                  </a:cubicBezTo>
                  <a:close/>
                  <a:moveTo>
                    <a:pt x="24017" y="20574"/>
                  </a:moveTo>
                  <a:lnTo>
                    <a:pt x="24017" y="20574"/>
                  </a:lnTo>
                  <a:cubicBezTo>
                    <a:pt x="24537" y="20735"/>
                    <a:pt x="24600" y="20725"/>
                    <a:pt x="25107" y="20862"/>
                  </a:cubicBezTo>
                  <a:lnTo>
                    <a:pt x="25107" y="20862"/>
                  </a:lnTo>
                  <a:cubicBezTo>
                    <a:pt x="24647" y="20728"/>
                    <a:pt x="24208" y="20613"/>
                    <a:pt x="24017" y="20574"/>
                  </a:cubicBezTo>
                  <a:close/>
                  <a:moveTo>
                    <a:pt x="25107" y="20862"/>
                  </a:moveTo>
                  <a:lnTo>
                    <a:pt x="25107" y="20862"/>
                  </a:lnTo>
                  <a:cubicBezTo>
                    <a:pt x="25136" y="20870"/>
                    <a:pt x="25164" y="20878"/>
                    <a:pt x="25193" y="20887"/>
                  </a:cubicBezTo>
                  <a:lnTo>
                    <a:pt x="25170" y="20879"/>
                  </a:lnTo>
                  <a:lnTo>
                    <a:pt x="25170" y="20879"/>
                  </a:lnTo>
                  <a:cubicBezTo>
                    <a:pt x="25148" y="20873"/>
                    <a:pt x="25127" y="20867"/>
                    <a:pt x="25107" y="20862"/>
                  </a:cubicBezTo>
                  <a:close/>
                  <a:moveTo>
                    <a:pt x="78563" y="21978"/>
                  </a:moveTo>
                  <a:cubicBezTo>
                    <a:pt x="78419" y="22013"/>
                    <a:pt x="78314" y="22039"/>
                    <a:pt x="78224" y="22062"/>
                  </a:cubicBezTo>
                  <a:lnTo>
                    <a:pt x="78224" y="22062"/>
                  </a:lnTo>
                  <a:cubicBezTo>
                    <a:pt x="78265" y="22054"/>
                    <a:pt x="78307" y="22045"/>
                    <a:pt x="78351" y="22037"/>
                  </a:cubicBezTo>
                  <a:lnTo>
                    <a:pt x="78351" y="22037"/>
                  </a:lnTo>
                  <a:lnTo>
                    <a:pt x="78292" y="22071"/>
                  </a:lnTo>
                  <a:cubicBezTo>
                    <a:pt x="78334" y="22062"/>
                    <a:pt x="78631" y="21978"/>
                    <a:pt x="78563" y="21978"/>
                  </a:cubicBezTo>
                  <a:close/>
                  <a:moveTo>
                    <a:pt x="78224" y="22062"/>
                  </a:moveTo>
                  <a:lnTo>
                    <a:pt x="78224" y="22062"/>
                  </a:lnTo>
                  <a:cubicBezTo>
                    <a:pt x="78076" y="22093"/>
                    <a:pt x="77949" y="22125"/>
                    <a:pt x="77823" y="22159"/>
                  </a:cubicBezTo>
                  <a:lnTo>
                    <a:pt x="77823" y="22159"/>
                  </a:lnTo>
                  <a:cubicBezTo>
                    <a:pt x="77984" y="22122"/>
                    <a:pt x="78088" y="22096"/>
                    <a:pt x="78224" y="22062"/>
                  </a:cubicBezTo>
                  <a:close/>
                  <a:moveTo>
                    <a:pt x="77116" y="22444"/>
                  </a:moveTo>
                  <a:lnTo>
                    <a:pt x="77082" y="22452"/>
                  </a:lnTo>
                  <a:cubicBezTo>
                    <a:pt x="77093" y="22449"/>
                    <a:pt x="77104" y="22447"/>
                    <a:pt x="77116" y="22444"/>
                  </a:cubicBezTo>
                  <a:close/>
                  <a:moveTo>
                    <a:pt x="74460" y="22739"/>
                  </a:moveTo>
                  <a:lnTo>
                    <a:pt x="74375" y="22756"/>
                  </a:lnTo>
                  <a:cubicBezTo>
                    <a:pt x="74388" y="22754"/>
                    <a:pt x="74401" y="22753"/>
                    <a:pt x="74413" y="22751"/>
                  </a:cubicBezTo>
                  <a:lnTo>
                    <a:pt x="74413" y="22751"/>
                  </a:lnTo>
                  <a:cubicBezTo>
                    <a:pt x="74428" y="22747"/>
                    <a:pt x="74444" y="22743"/>
                    <a:pt x="74460" y="22739"/>
                  </a:cubicBezTo>
                  <a:close/>
                  <a:moveTo>
                    <a:pt x="32386" y="23010"/>
                  </a:moveTo>
                  <a:lnTo>
                    <a:pt x="32569" y="23052"/>
                  </a:lnTo>
                  <a:lnTo>
                    <a:pt x="32527" y="23044"/>
                  </a:lnTo>
                  <a:cubicBezTo>
                    <a:pt x="32468" y="23030"/>
                    <a:pt x="32422" y="23019"/>
                    <a:pt x="32386" y="23010"/>
                  </a:cubicBezTo>
                  <a:close/>
                  <a:moveTo>
                    <a:pt x="33170" y="23179"/>
                  </a:moveTo>
                  <a:lnTo>
                    <a:pt x="33440" y="23238"/>
                  </a:lnTo>
                  <a:lnTo>
                    <a:pt x="33339" y="23238"/>
                  </a:lnTo>
                  <a:cubicBezTo>
                    <a:pt x="33280" y="23230"/>
                    <a:pt x="33221" y="23205"/>
                    <a:pt x="33170" y="23179"/>
                  </a:cubicBezTo>
                  <a:close/>
                  <a:moveTo>
                    <a:pt x="35314" y="23678"/>
                  </a:moveTo>
                  <a:cubicBezTo>
                    <a:pt x="35317" y="23678"/>
                    <a:pt x="35322" y="23678"/>
                    <a:pt x="35327" y="23678"/>
                  </a:cubicBezTo>
                  <a:cubicBezTo>
                    <a:pt x="35784" y="23771"/>
                    <a:pt x="35750" y="23687"/>
                    <a:pt x="36173" y="23805"/>
                  </a:cubicBezTo>
                  <a:cubicBezTo>
                    <a:pt x="36238" y="23789"/>
                    <a:pt x="36139" y="23765"/>
                    <a:pt x="35988" y="23733"/>
                  </a:cubicBezTo>
                  <a:lnTo>
                    <a:pt x="35988" y="23733"/>
                  </a:lnTo>
                  <a:cubicBezTo>
                    <a:pt x="35998" y="23735"/>
                    <a:pt x="36007" y="23735"/>
                    <a:pt x="36016" y="23735"/>
                  </a:cubicBezTo>
                  <a:cubicBezTo>
                    <a:pt x="36031" y="23735"/>
                    <a:pt x="36046" y="23733"/>
                    <a:pt x="36063" y="23729"/>
                  </a:cubicBezTo>
                  <a:lnTo>
                    <a:pt x="36537" y="23814"/>
                  </a:lnTo>
                  <a:cubicBezTo>
                    <a:pt x="36672" y="23839"/>
                    <a:pt x="36790" y="23864"/>
                    <a:pt x="36748" y="23864"/>
                  </a:cubicBezTo>
                  <a:cubicBezTo>
                    <a:pt x="36743" y="23867"/>
                    <a:pt x="36730" y="23869"/>
                    <a:pt x="36712" y="23869"/>
                  </a:cubicBezTo>
                  <a:cubicBezTo>
                    <a:pt x="36577" y="23869"/>
                    <a:pt x="36127" y="23797"/>
                    <a:pt x="35978" y="23797"/>
                  </a:cubicBezTo>
                  <a:cubicBezTo>
                    <a:pt x="35839" y="23788"/>
                    <a:pt x="35219" y="23678"/>
                    <a:pt x="35314" y="23678"/>
                  </a:cubicBezTo>
                  <a:close/>
                  <a:moveTo>
                    <a:pt x="67901" y="24082"/>
                  </a:moveTo>
                  <a:cubicBezTo>
                    <a:pt x="67875" y="24085"/>
                    <a:pt x="67851" y="24089"/>
                    <a:pt x="67828" y="24093"/>
                  </a:cubicBezTo>
                  <a:cubicBezTo>
                    <a:pt x="67853" y="24089"/>
                    <a:pt x="67877" y="24085"/>
                    <a:pt x="67901" y="24082"/>
                  </a:cubicBezTo>
                  <a:close/>
                  <a:moveTo>
                    <a:pt x="37450" y="23847"/>
                  </a:moveTo>
                  <a:lnTo>
                    <a:pt x="38508" y="24008"/>
                  </a:lnTo>
                  <a:cubicBezTo>
                    <a:pt x="38685" y="24042"/>
                    <a:pt x="38863" y="24067"/>
                    <a:pt x="39041" y="24093"/>
                  </a:cubicBezTo>
                  <a:lnTo>
                    <a:pt x="39582" y="24169"/>
                  </a:lnTo>
                  <a:lnTo>
                    <a:pt x="39497" y="24135"/>
                  </a:lnTo>
                  <a:lnTo>
                    <a:pt x="39497" y="24135"/>
                  </a:lnTo>
                  <a:cubicBezTo>
                    <a:pt x="39717" y="24169"/>
                    <a:pt x="39912" y="24177"/>
                    <a:pt x="40039" y="24211"/>
                  </a:cubicBezTo>
                  <a:lnTo>
                    <a:pt x="39853" y="24211"/>
                  </a:lnTo>
                  <a:lnTo>
                    <a:pt x="39421" y="24186"/>
                  </a:lnTo>
                  <a:cubicBezTo>
                    <a:pt x="39252" y="24177"/>
                    <a:pt x="39074" y="24169"/>
                    <a:pt x="38914" y="24160"/>
                  </a:cubicBezTo>
                  <a:lnTo>
                    <a:pt x="38516" y="24127"/>
                  </a:lnTo>
                  <a:cubicBezTo>
                    <a:pt x="38076" y="24067"/>
                    <a:pt x="37602" y="24000"/>
                    <a:pt x="37332" y="23949"/>
                  </a:cubicBezTo>
                  <a:lnTo>
                    <a:pt x="37332" y="23949"/>
                  </a:lnTo>
                  <a:lnTo>
                    <a:pt x="37476" y="23966"/>
                  </a:lnTo>
                  <a:cubicBezTo>
                    <a:pt x="38261" y="24083"/>
                    <a:pt x="38627" y="24131"/>
                    <a:pt x="38712" y="24131"/>
                  </a:cubicBezTo>
                  <a:cubicBezTo>
                    <a:pt x="38854" y="24131"/>
                    <a:pt x="38221" y="24001"/>
                    <a:pt x="37450" y="23847"/>
                  </a:cubicBezTo>
                  <a:close/>
                  <a:moveTo>
                    <a:pt x="38430" y="24346"/>
                  </a:moveTo>
                  <a:cubicBezTo>
                    <a:pt x="38430" y="24346"/>
                    <a:pt x="38431" y="24346"/>
                    <a:pt x="38431" y="24347"/>
                  </a:cubicBezTo>
                  <a:cubicBezTo>
                    <a:pt x="38431" y="24346"/>
                    <a:pt x="38431" y="24346"/>
                    <a:pt x="38430" y="24346"/>
                  </a:cubicBezTo>
                  <a:close/>
                  <a:moveTo>
                    <a:pt x="40427" y="24352"/>
                  </a:moveTo>
                  <a:lnTo>
                    <a:pt x="40427" y="24352"/>
                  </a:lnTo>
                  <a:cubicBezTo>
                    <a:pt x="40432" y="24353"/>
                    <a:pt x="40438" y="24354"/>
                    <a:pt x="40445" y="24355"/>
                  </a:cubicBezTo>
                  <a:lnTo>
                    <a:pt x="40427" y="24352"/>
                  </a:lnTo>
                  <a:close/>
                  <a:moveTo>
                    <a:pt x="40039" y="24321"/>
                  </a:moveTo>
                  <a:lnTo>
                    <a:pt x="40470" y="24372"/>
                  </a:lnTo>
                  <a:cubicBezTo>
                    <a:pt x="40434" y="24372"/>
                    <a:pt x="40444" y="24382"/>
                    <a:pt x="40398" y="24382"/>
                  </a:cubicBezTo>
                  <a:cubicBezTo>
                    <a:pt x="40357" y="24382"/>
                    <a:pt x="40275" y="24374"/>
                    <a:pt x="40081" y="24347"/>
                  </a:cubicBezTo>
                  <a:cubicBezTo>
                    <a:pt x="40115" y="24338"/>
                    <a:pt x="40090" y="24330"/>
                    <a:pt x="40039" y="24321"/>
                  </a:cubicBezTo>
                  <a:close/>
                  <a:moveTo>
                    <a:pt x="46644" y="24583"/>
                  </a:moveTo>
                  <a:cubicBezTo>
                    <a:pt x="46650" y="24586"/>
                    <a:pt x="46667" y="24588"/>
                    <a:pt x="46696" y="24592"/>
                  </a:cubicBezTo>
                  <a:cubicBezTo>
                    <a:pt x="46679" y="24589"/>
                    <a:pt x="46661" y="24586"/>
                    <a:pt x="46644" y="24583"/>
                  </a:cubicBezTo>
                  <a:close/>
                  <a:moveTo>
                    <a:pt x="63350" y="24664"/>
                  </a:moveTo>
                  <a:lnTo>
                    <a:pt x="63285" y="24668"/>
                  </a:lnTo>
                  <a:cubicBezTo>
                    <a:pt x="63301" y="24667"/>
                    <a:pt x="63323" y="24666"/>
                    <a:pt x="63350" y="24664"/>
                  </a:cubicBezTo>
                  <a:close/>
                  <a:moveTo>
                    <a:pt x="50266" y="24668"/>
                  </a:moveTo>
                  <a:lnTo>
                    <a:pt x="50276" y="24674"/>
                  </a:lnTo>
                  <a:lnTo>
                    <a:pt x="50276" y="24674"/>
                  </a:lnTo>
                  <a:cubicBezTo>
                    <a:pt x="50332" y="24674"/>
                    <a:pt x="50388" y="24674"/>
                    <a:pt x="50443" y="24674"/>
                  </a:cubicBezTo>
                  <a:lnTo>
                    <a:pt x="50443" y="24674"/>
                  </a:lnTo>
                  <a:cubicBezTo>
                    <a:pt x="50642" y="24682"/>
                    <a:pt x="50815" y="24694"/>
                    <a:pt x="50961" y="24694"/>
                  </a:cubicBezTo>
                  <a:cubicBezTo>
                    <a:pt x="51028" y="24694"/>
                    <a:pt x="51090" y="24692"/>
                    <a:pt x="51146" y="24685"/>
                  </a:cubicBezTo>
                  <a:lnTo>
                    <a:pt x="50715" y="24685"/>
                  </a:lnTo>
                  <a:lnTo>
                    <a:pt x="50723" y="24676"/>
                  </a:lnTo>
                  <a:cubicBezTo>
                    <a:pt x="50647" y="24674"/>
                    <a:pt x="50565" y="24674"/>
                    <a:pt x="50482" y="24674"/>
                  </a:cubicBezTo>
                  <a:cubicBezTo>
                    <a:pt x="50469" y="24674"/>
                    <a:pt x="50456" y="24674"/>
                    <a:pt x="50443" y="24674"/>
                  </a:cubicBezTo>
                  <a:lnTo>
                    <a:pt x="50443" y="24674"/>
                  </a:lnTo>
                  <a:cubicBezTo>
                    <a:pt x="50386" y="24671"/>
                    <a:pt x="50327" y="24669"/>
                    <a:pt x="50266" y="24668"/>
                  </a:cubicBezTo>
                  <a:close/>
                  <a:moveTo>
                    <a:pt x="54067" y="24734"/>
                  </a:moveTo>
                  <a:lnTo>
                    <a:pt x="54067" y="24734"/>
                  </a:lnTo>
                  <a:cubicBezTo>
                    <a:pt x="54048" y="24735"/>
                    <a:pt x="54030" y="24735"/>
                    <a:pt x="54014" y="24736"/>
                  </a:cubicBezTo>
                  <a:cubicBezTo>
                    <a:pt x="54029" y="24736"/>
                    <a:pt x="54048" y="24735"/>
                    <a:pt x="54067" y="24734"/>
                  </a:cubicBezTo>
                  <a:close/>
                  <a:moveTo>
                    <a:pt x="44336" y="24820"/>
                  </a:moveTo>
                  <a:cubicBezTo>
                    <a:pt x="44322" y="24820"/>
                    <a:pt x="44322" y="24822"/>
                    <a:pt x="44331" y="24824"/>
                  </a:cubicBezTo>
                  <a:lnTo>
                    <a:pt x="44331" y="24824"/>
                  </a:lnTo>
                  <a:cubicBezTo>
                    <a:pt x="44334" y="24823"/>
                    <a:pt x="44336" y="24822"/>
                    <a:pt x="44336" y="24820"/>
                  </a:cubicBezTo>
                  <a:close/>
                  <a:moveTo>
                    <a:pt x="40597" y="24431"/>
                  </a:moveTo>
                  <a:lnTo>
                    <a:pt x="40597" y="24431"/>
                  </a:lnTo>
                  <a:cubicBezTo>
                    <a:pt x="40749" y="24448"/>
                    <a:pt x="41054" y="24465"/>
                    <a:pt x="41037" y="24490"/>
                  </a:cubicBezTo>
                  <a:cubicBezTo>
                    <a:pt x="41054" y="24473"/>
                    <a:pt x="41299" y="24482"/>
                    <a:pt x="40842" y="24440"/>
                  </a:cubicBezTo>
                  <a:lnTo>
                    <a:pt x="40842" y="24440"/>
                  </a:lnTo>
                  <a:cubicBezTo>
                    <a:pt x="40952" y="24448"/>
                    <a:pt x="41071" y="24456"/>
                    <a:pt x="41181" y="24456"/>
                  </a:cubicBezTo>
                  <a:cubicBezTo>
                    <a:pt x="41155" y="24448"/>
                    <a:pt x="41139" y="24448"/>
                    <a:pt x="41113" y="24440"/>
                  </a:cubicBezTo>
                  <a:lnTo>
                    <a:pt x="41113" y="24440"/>
                  </a:lnTo>
                  <a:lnTo>
                    <a:pt x="41418" y="24473"/>
                  </a:lnTo>
                  <a:cubicBezTo>
                    <a:pt x="41545" y="24490"/>
                    <a:pt x="41773" y="24516"/>
                    <a:pt x="41976" y="24558"/>
                  </a:cubicBezTo>
                  <a:cubicBezTo>
                    <a:pt x="41866" y="24558"/>
                    <a:pt x="41765" y="24550"/>
                    <a:pt x="41655" y="24541"/>
                  </a:cubicBezTo>
                  <a:lnTo>
                    <a:pt x="41655" y="24541"/>
                  </a:lnTo>
                  <a:cubicBezTo>
                    <a:pt x="41959" y="24583"/>
                    <a:pt x="42238" y="24609"/>
                    <a:pt x="42416" y="24626"/>
                  </a:cubicBezTo>
                  <a:cubicBezTo>
                    <a:pt x="41934" y="24566"/>
                    <a:pt x="42196" y="24575"/>
                    <a:pt x="42086" y="24541"/>
                  </a:cubicBezTo>
                  <a:lnTo>
                    <a:pt x="42086" y="24541"/>
                  </a:lnTo>
                  <a:cubicBezTo>
                    <a:pt x="42390" y="24566"/>
                    <a:pt x="42873" y="24626"/>
                    <a:pt x="43050" y="24634"/>
                  </a:cubicBezTo>
                  <a:cubicBezTo>
                    <a:pt x="43456" y="24685"/>
                    <a:pt x="43795" y="24736"/>
                    <a:pt x="43524" y="24736"/>
                  </a:cubicBezTo>
                  <a:cubicBezTo>
                    <a:pt x="43786" y="24744"/>
                    <a:pt x="44057" y="24778"/>
                    <a:pt x="44336" y="24778"/>
                  </a:cubicBezTo>
                  <a:cubicBezTo>
                    <a:pt x="43820" y="24761"/>
                    <a:pt x="44336" y="24719"/>
                    <a:pt x="43668" y="24702"/>
                  </a:cubicBezTo>
                  <a:cubicBezTo>
                    <a:pt x="43618" y="24687"/>
                    <a:pt x="43631" y="24680"/>
                    <a:pt x="43683" y="24680"/>
                  </a:cubicBezTo>
                  <a:cubicBezTo>
                    <a:pt x="43835" y="24680"/>
                    <a:pt x="44316" y="24732"/>
                    <a:pt x="44573" y="24769"/>
                  </a:cubicBezTo>
                  <a:cubicBezTo>
                    <a:pt x="44548" y="24768"/>
                    <a:pt x="44530" y="24768"/>
                    <a:pt x="44516" y="24768"/>
                  </a:cubicBezTo>
                  <a:cubicBezTo>
                    <a:pt x="44432" y="24768"/>
                    <a:pt x="44533" y="24788"/>
                    <a:pt x="44497" y="24795"/>
                  </a:cubicBezTo>
                  <a:cubicBezTo>
                    <a:pt x="44593" y="24800"/>
                    <a:pt x="44663" y="24802"/>
                    <a:pt x="44711" y="24802"/>
                  </a:cubicBezTo>
                  <a:cubicBezTo>
                    <a:pt x="44920" y="24802"/>
                    <a:pt x="44707" y="24762"/>
                    <a:pt x="44404" y="24727"/>
                  </a:cubicBezTo>
                  <a:lnTo>
                    <a:pt x="44404" y="24727"/>
                  </a:lnTo>
                  <a:lnTo>
                    <a:pt x="45004" y="24761"/>
                  </a:lnTo>
                  <a:lnTo>
                    <a:pt x="44945" y="24753"/>
                  </a:lnTo>
                  <a:lnTo>
                    <a:pt x="44945" y="24753"/>
                  </a:lnTo>
                  <a:cubicBezTo>
                    <a:pt x="45148" y="24769"/>
                    <a:pt x="45351" y="24778"/>
                    <a:pt x="45554" y="24795"/>
                  </a:cubicBezTo>
                  <a:lnTo>
                    <a:pt x="45546" y="24795"/>
                  </a:lnTo>
                  <a:cubicBezTo>
                    <a:pt x="45602" y="24820"/>
                    <a:pt x="45621" y="24835"/>
                    <a:pt x="45568" y="24835"/>
                  </a:cubicBezTo>
                  <a:cubicBezTo>
                    <a:pt x="45548" y="24835"/>
                    <a:pt x="45519" y="24833"/>
                    <a:pt x="45478" y="24829"/>
                  </a:cubicBezTo>
                  <a:lnTo>
                    <a:pt x="45478" y="24829"/>
                  </a:lnTo>
                  <a:lnTo>
                    <a:pt x="45791" y="24871"/>
                  </a:lnTo>
                  <a:lnTo>
                    <a:pt x="45301" y="24846"/>
                  </a:lnTo>
                  <a:lnTo>
                    <a:pt x="45301" y="24846"/>
                  </a:lnTo>
                  <a:cubicBezTo>
                    <a:pt x="45504" y="24879"/>
                    <a:pt x="45842" y="24888"/>
                    <a:pt x="46104" y="24905"/>
                  </a:cubicBezTo>
                  <a:cubicBezTo>
                    <a:pt x="46177" y="24914"/>
                    <a:pt x="46167" y="24917"/>
                    <a:pt x="46106" y="24917"/>
                  </a:cubicBezTo>
                  <a:cubicBezTo>
                    <a:pt x="45970" y="24917"/>
                    <a:pt x="45579" y="24901"/>
                    <a:pt x="45309" y="24901"/>
                  </a:cubicBezTo>
                  <a:cubicBezTo>
                    <a:pt x="45240" y="24901"/>
                    <a:pt x="45178" y="24902"/>
                    <a:pt x="45131" y="24905"/>
                  </a:cubicBezTo>
                  <a:cubicBezTo>
                    <a:pt x="44883" y="24898"/>
                    <a:pt x="44394" y="24840"/>
                    <a:pt x="44331" y="24824"/>
                  </a:cubicBezTo>
                  <a:lnTo>
                    <a:pt x="44331" y="24824"/>
                  </a:lnTo>
                  <a:cubicBezTo>
                    <a:pt x="44321" y="24829"/>
                    <a:pt x="44295" y="24831"/>
                    <a:pt x="44257" y="24831"/>
                  </a:cubicBezTo>
                  <a:cubicBezTo>
                    <a:pt x="44029" y="24831"/>
                    <a:pt x="43365" y="24760"/>
                    <a:pt x="43084" y="24753"/>
                  </a:cubicBezTo>
                  <a:cubicBezTo>
                    <a:pt x="42264" y="24668"/>
                    <a:pt x="42543" y="24643"/>
                    <a:pt x="41815" y="24583"/>
                  </a:cubicBezTo>
                  <a:lnTo>
                    <a:pt x="41815" y="24583"/>
                  </a:lnTo>
                  <a:lnTo>
                    <a:pt x="42077" y="24634"/>
                  </a:lnTo>
                  <a:cubicBezTo>
                    <a:pt x="41426" y="24566"/>
                    <a:pt x="41147" y="24558"/>
                    <a:pt x="40436" y="24448"/>
                  </a:cubicBezTo>
                  <a:cubicBezTo>
                    <a:pt x="40422" y="24440"/>
                    <a:pt x="40425" y="24437"/>
                    <a:pt x="40439" y="24437"/>
                  </a:cubicBezTo>
                  <a:cubicBezTo>
                    <a:pt x="40502" y="24437"/>
                    <a:pt x="40796" y="24499"/>
                    <a:pt x="40927" y="24499"/>
                  </a:cubicBezTo>
                  <a:lnTo>
                    <a:pt x="40597" y="24431"/>
                  </a:lnTo>
                  <a:close/>
                  <a:moveTo>
                    <a:pt x="56848" y="25066"/>
                  </a:moveTo>
                  <a:cubicBezTo>
                    <a:pt x="56754" y="25075"/>
                    <a:pt x="56653" y="25086"/>
                    <a:pt x="56550" y="25094"/>
                  </a:cubicBezTo>
                  <a:lnTo>
                    <a:pt x="56550" y="25094"/>
                  </a:lnTo>
                  <a:cubicBezTo>
                    <a:pt x="56656" y="25088"/>
                    <a:pt x="56774" y="25080"/>
                    <a:pt x="56848" y="25066"/>
                  </a:cubicBezTo>
                  <a:close/>
                  <a:moveTo>
                    <a:pt x="56550" y="25094"/>
                  </a:moveTo>
                  <a:cubicBezTo>
                    <a:pt x="56488" y="25098"/>
                    <a:pt x="56431" y="25102"/>
                    <a:pt x="56388" y="25105"/>
                  </a:cubicBezTo>
                  <a:lnTo>
                    <a:pt x="56388" y="25105"/>
                  </a:lnTo>
                  <a:cubicBezTo>
                    <a:pt x="56442" y="25103"/>
                    <a:pt x="56496" y="25099"/>
                    <a:pt x="56550" y="25094"/>
                  </a:cubicBezTo>
                  <a:close/>
                  <a:moveTo>
                    <a:pt x="56898" y="25116"/>
                  </a:moveTo>
                  <a:cubicBezTo>
                    <a:pt x="56894" y="25116"/>
                    <a:pt x="56889" y="25116"/>
                    <a:pt x="56885" y="25117"/>
                  </a:cubicBezTo>
                  <a:lnTo>
                    <a:pt x="56885" y="25117"/>
                  </a:lnTo>
                  <a:cubicBezTo>
                    <a:pt x="56889" y="25117"/>
                    <a:pt x="56894" y="25116"/>
                    <a:pt x="56898" y="25116"/>
                  </a:cubicBezTo>
                  <a:close/>
                  <a:moveTo>
                    <a:pt x="51251" y="25207"/>
                  </a:moveTo>
                  <a:lnTo>
                    <a:pt x="51251" y="25207"/>
                  </a:lnTo>
                  <a:cubicBezTo>
                    <a:pt x="51248" y="25207"/>
                    <a:pt x="51246" y="25208"/>
                    <a:pt x="51247" y="25209"/>
                  </a:cubicBezTo>
                  <a:cubicBezTo>
                    <a:pt x="51262" y="25209"/>
                    <a:pt x="51262" y="25208"/>
                    <a:pt x="51251" y="25207"/>
                  </a:cubicBezTo>
                  <a:close/>
                  <a:moveTo>
                    <a:pt x="61416" y="24727"/>
                  </a:moveTo>
                  <a:lnTo>
                    <a:pt x="61390" y="24736"/>
                  </a:lnTo>
                  <a:cubicBezTo>
                    <a:pt x="61043" y="24769"/>
                    <a:pt x="60967" y="24795"/>
                    <a:pt x="61137" y="24795"/>
                  </a:cubicBezTo>
                  <a:lnTo>
                    <a:pt x="60705" y="24837"/>
                  </a:lnTo>
                  <a:cubicBezTo>
                    <a:pt x="60548" y="24851"/>
                    <a:pt x="60160" y="24886"/>
                    <a:pt x="59994" y="24886"/>
                  </a:cubicBezTo>
                  <a:cubicBezTo>
                    <a:pt x="59954" y="24886"/>
                    <a:pt x="59927" y="24884"/>
                    <a:pt x="59918" y="24879"/>
                  </a:cubicBezTo>
                  <a:cubicBezTo>
                    <a:pt x="60324" y="24846"/>
                    <a:pt x="60282" y="24846"/>
                    <a:pt x="60096" y="24846"/>
                  </a:cubicBezTo>
                  <a:cubicBezTo>
                    <a:pt x="59698" y="24896"/>
                    <a:pt x="58937" y="24922"/>
                    <a:pt x="58988" y="24964"/>
                  </a:cubicBezTo>
                  <a:cubicBezTo>
                    <a:pt x="58850" y="24970"/>
                    <a:pt x="58713" y="24976"/>
                    <a:pt x="58575" y="24976"/>
                  </a:cubicBezTo>
                  <a:cubicBezTo>
                    <a:pt x="58518" y="24976"/>
                    <a:pt x="58461" y="24975"/>
                    <a:pt x="58404" y="24973"/>
                  </a:cubicBezTo>
                  <a:cubicBezTo>
                    <a:pt x="58353" y="24964"/>
                    <a:pt x="58497" y="24947"/>
                    <a:pt x="58633" y="24930"/>
                  </a:cubicBezTo>
                  <a:lnTo>
                    <a:pt x="58633" y="24930"/>
                  </a:lnTo>
                  <a:lnTo>
                    <a:pt x="57812" y="24981"/>
                  </a:lnTo>
                  <a:lnTo>
                    <a:pt x="56983" y="25015"/>
                  </a:lnTo>
                  <a:cubicBezTo>
                    <a:pt x="56915" y="25049"/>
                    <a:pt x="58049" y="25006"/>
                    <a:pt x="57482" y="25066"/>
                  </a:cubicBezTo>
                  <a:cubicBezTo>
                    <a:pt x="57290" y="25110"/>
                    <a:pt x="57092" y="25135"/>
                    <a:pt x="56892" y="25135"/>
                  </a:cubicBezTo>
                  <a:cubicBezTo>
                    <a:pt x="56863" y="25135"/>
                    <a:pt x="56834" y="25134"/>
                    <a:pt x="56805" y="25133"/>
                  </a:cubicBezTo>
                  <a:cubicBezTo>
                    <a:pt x="56827" y="25126"/>
                    <a:pt x="56856" y="25119"/>
                    <a:pt x="56885" y="25117"/>
                  </a:cubicBezTo>
                  <a:lnTo>
                    <a:pt x="56885" y="25117"/>
                  </a:lnTo>
                  <a:cubicBezTo>
                    <a:pt x="56635" y="25125"/>
                    <a:pt x="56597" y="25125"/>
                    <a:pt x="56323" y="25125"/>
                  </a:cubicBezTo>
                  <a:cubicBezTo>
                    <a:pt x="56294" y="25116"/>
                    <a:pt x="56326" y="25110"/>
                    <a:pt x="56388" y="25105"/>
                  </a:cubicBezTo>
                  <a:lnTo>
                    <a:pt x="56388" y="25105"/>
                  </a:lnTo>
                  <a:cubicBezTo>
                    <a:pt x="56349" y="25107"/>
                    <a:pt x="56311" y="25108"/>
                    <a:pt x="56272" y="25108"/>
                  </a:cubicBezTo>
                  <a:lnTo>
                    <a:pt x="56323" y="25091"/>
                  </a:lnTo>
                  <a:lnTo>
                    <a:pt x="55731" y="25116"/>
                  </a:lnTo>
                  <a:cubicBezTo>
                    <a:pt x="55659" y="25126"/>
                    <a:pt x="55668" y="25130"/>
                    <a:pt x="55718" y="25130"/>
                  </a:cubicBezTo>
                  <a:cubicBezTo>
                    <a:pt x="55821" y="25130"/>
                    <a:pt x="56099" y="25115"/>
                    <a:pt x="56187" y="25115"/>
                  </a:cubicBezTo>
                  <a:cubicBezTo>
                    <a:pt x="56201" y="25115"/>
                    <a:pt x="56210" y="25116"/>
                    <a:pt x="56213" y="25116"/>
                  </a:cubicBezTo>
                  <a:lnTo>
                    <a:pt x="55832" y="25150"/>
                  </a:lnTo>
                  <a:cubicBezTo>
                    <a:pt x="55556" y="25161"/>
                    <a:pt x="54982" y="25175"/>
                    <a:pt x="54500" y="25175"/>
                  </a:cubicBezTo>
                  <a:cubicBezTo>
                    <a:pt x="54229" y="25175"/>
                    <a:pt x="53988" y="25171"/>
                    <a:pt x="53845" y="25159"/>
                  </a:cubicBezTo>
                  <a:cubicBezTo>
                    <a:pt x="53777" y="25157"/>
                    <a:pt x="53722" y="25157"/>
                    <a:pt x="53678" y="25157"/>
                  </a:cubicBezTo>
                  <a:cubicBezTo>
                    <a:pt x="53392" y="25157"/>
                    <a:pt x="53548" y="25179"/>
                    <a:pt x="53438" y="25201"/>
                  </a:cubicBezTo>
                  <a:cubicBezTo>
                    <a:pt x="53359" y="25205"/>
                    <a:pt x="53280" y="25207"/>
                    <a:pt x="53203" y="25207"/>
                  </a:cubicBezTo>
                  <a:cubicBezTo>
                    <a:pt x="53028" y="25207"/>
                    <a:pt x="52856" y="25199"/>
                    <a:pt x="52683" y="25199"/>
                  </a:cubicBezTo>
                  <a:cubicBezTo>
                    <a:pt x="52639" y="25199"/>
                    <a:pt x="52595" y="25200"/>
                    <a:pt x="52550" y="25201"/>
                  </a:cubicBezTo>
                  <a:cubicBezTo>
                    <a:pt x="52559" y="25218"/>
                    <a:pt x="52212" y="25218"/>
                    <a:pt x="52195" y="25243"/>
                  </a:cubicBezTo>
                  <a:lnTo>
                    <a:pt x="51704" y="25235"/>
                  </a:lnTo>
                  <a:lnTo>
                    <a:pt x="51704" y="25235"/>
                  </a:lnTo>
                  <a:cubicBezTo>
                    <a:pt x="51434" y="25277"/>
                    <a:pt x="52296" y="25252"/>
                    <a:pt x="52423" y="25269"/>
                  </a:cubicBezTo>
                  <a:cubicBezTo>
                    <a:pt x="52677" y="25302"/>
                    <a:pt x="52060" y="25277"/>
                    <a:pt x="52229" y="25302"/>
                  </a:cubicBezTo>
                  <a:cubicBezTo>
                    <a:pt x="52601" y="25294"/>
                    <a:pt x="52635" y="25277"/>
                    <a:pt x="52812" y="25269"/>
                  </a:cubicBezTo>
                  <a:cubicBezTo>
                    <a:pt x="53024" y="25269"/>
                    <a:pt x="53134" y="25277"/>
                    <a:pt x="53134" y="25294"/>
                  </a:cubicBezTo>
                  <a:cubicBezTo>
                    <a:pt x="53032" y="25291"/>
                    <a:pt x="52956" y="25290"/>
                    <a:pt x="52896" y="25290"/>
                  </a:cubicBezTo>
                  <a:cubicBezTo>
                    <a:pt x="52597" y="25290"/>
                    <a:pt x="52722" y="25319"/>
                    <a:pt x="52313" y="25319"/>
                  </a:cubicBezTo>
                  <a:lnTo>
                    <a:pt x="52296" y="25311"/>
                  </a:lnTo>
                  <a:cubicBezTo>
                    <a:pt x="52291" y="25326"/>
                    <a:pt x="52037" y="25329"/>
                    <a:pt x="51777" y="25329"/>
                  </a:cubicBezTo>
                  <a:cubicBezTo>
                    <a:pt x="51604" y="25329"/>
                    <a:pt x="51429" y="25328"/>
                    <a:pt x="51324" y="25328"/>
                  </a:cubicBezTo>
                  <a:cubicBezTo>
                    <a:pt x="50791" y="25277"/>
                    <a:pt x="51764" y="25294"/>
                    <a:pt x="51747" y="25277"/>
                  </a:cubicBezTo>
                  <a:lnTo>
                    <a:pt x="51747" y="25277"/>
                  </a:lnTo>
                  <a:cubicBezTo>
                    <a:pt x="51673" y="25280"/>
                    <a:pt x="51600" y="25281"/>
                    <a:pt x="51527" y="25281"/>
                  </a:cubicBezTo>
                  <a:cubicBezTo>
                    <a:pt x="51381" y="25281"/>
                    <a:pt x="51236" y="25277"/>
                    <a:pt x="51095" y="25277"/>
                  </a:cubicBezTo>
                  <a:cubicBezTo>
                    <a:pt x="51374" y="25269"/>
                    <a:pt x="51087" y="25243"/>
                    <a:pt x="51467" y="25235"/>
                  </a:cubicBezTo>
                  <a:cubicBezTo>
                    <a:pt x="51127" y="25235"/>
                    <a:pt x="51047" y="25216"/>
                    <a:pt x="50791" y="25216"/>
                  </a:cubicBezTo>
                  <a:cubicBezTo>
                    <a:pt x="50749" y="25216"/>
                    <a:pt x="50701" y="25217"/>
                    <a:pt x="50647" y="25218"/>
                  </a:cubicBezTo>
                  <a:cubicBezTo>
                    <a:pt x="51078" y="25184"/>
                    <a:pt x="50114" y="25167"/>
                    <a:pt x="50063" y="25142"/>
                  </a:cubicBezTo>
                  <a:cubicBezTo>
                    <a:pt x="50465" y="25142"/>
                    <a:pt x="51167" y="25194"/>
                    <a:pt x="51251" y="25207"/>
                  </a:cubicBezTo>
                  <a:lnTo>
                    <a:pt x="51251" y="25207"/>
                  </a:lnTo>
                  <a:cubicBezTo>
                    <a:pt x="51260" y="25204"/>
                    <a:pt x="51288" y="25203"/>
                    <a:pt x="51327" y="25203"/>
                  </a:cubicBezTo>
                  <a:cubicBezTo>
                    <a:pt x="51379" y="25203"/>
                    <a:pt x="51451" y="25205"/>
                    <a:pt x="51527" y="25209"/>
                  </a:cubicBezTo>
                  <a:cubicBezTo>
                    <a:pt x="51687" y="25209"/>
                    <a:pt x="51882" y="25209"/>
                    <a:pt x="51983" y="25218"/>
                  </a:cubicBezTo>
                  <a:lnTo>
                    <a:pt x="52296" y="25184"/>
                  </a:lnTo>
                  <a:cubicBezTo>
                    <a:pt x="52178" y="25181"/>
                    <a:pt x="52046" y="25181"/>
                    <a:pt x="51929" y="25181"/>
                  </a:cubicBezTo>
                  <a:cubicBezTo>
                    <a:pt x="51693" y="25181"/>
                    <a:pt x="51513" y="25181"/>
                    <a:pt x="51603" y="25159"/>
                  </a:cubicBezTo>
                  <a:lnTo>
                    <a:pt x="51603" y="25159"/>
                  </a:lnTo>
                  <a:cubicBezTo>
                    <a:pt x="51442" y="25167"/>
                    <a:pt x="51281" y="25167"/>
                    <a:pt x="51121" y="25167"/>
                  </a:cubicBezTo>
                  <a:cubicBezTo>
                    <a:pt x="51611" y="25133"/>
                    <a:pt x="51594" y="25133"/>
                    <a:pt x="52034" y="25108"/>
                  </a:cubicBezTo>
                  <a:cubicBezTo>
                    <a:pt x="51577" y="25091"/>
                    <a:pt x="51171" y="25091"/>
                    <a:pt x="50782" y="25091"/>
                  </a:cubicBezTo>
                  <a:cubicBezTo>
                    <a:pt x="50640" y="25094"/>
                    <a:pt x="50500" y="25096"/>
                    <a:pt x="50361" y="25096"/>
                  </a:cubicBezTo>
                  <a:cubicBezTo>
                    <a:pt x="50121" y="25096"/>
                    <a:pt x="49885" y="25090"/>
                    <a:pt x="49649" y="25074"/>
                  </a:cubicBezTo>
                  <a:lnTo>
                    <a:pt x="49759" y="25074"/>
                  </a:lnTo>
                  <a:cubicBezTo>
                    <a:pt x="49386" y="25066"/>
                    <a:pt x="49082" y="25049"/>
                    <a:pt x="48837" y="25040"/>
                  </a:cubicBezTo>
                  <a:cubicBezTo>
                    <a:pt x="48591" y="25023"/>
                    <a:pt x="48397" y="25006"/>
                    <a:pt x="48236" y="24989"/>
                  </a:cubicBezTo>
                  <a:cubicBezTo>
                    <a:pt x="48016" y="24973"/>
                    <a:pt x="47805" y="24930"/>
                    <a:pt x="47593" y="24879"/>
                  </a:cubicBezTo>
                  <a:lnTo>
                    <a:pt x="47593" y="24879"/>
                  </a:lnTo>
                  <a:lnTo>
                    <a:pt x="48244" y="24905"/>
                  </a:lnTo>
                  <a:lnTo>
                    <a:pt x="48287" y="24930"/>
                  </a:lnTo>
                  <a:cubicBezTo>
                    <a:pt x="48811" y="24956"/>
                    <a:pt x="49251" y="24964"/>
                    <a:pt x="49699" y="24964"/>
                  </a:cubicBezTo>
                  <a:cubicBezTo>
                    <a:pt x="49885" y="24961"/>
                    <a:pt x="50071" y="24959"/>
                    <a:pt x="50263" y="24959"/>
                  </a:cubicBezTo>
                  <a:cubicBezTo>
                    <a:pt x="50534" y="24959"/>
                    <a:pt x="50817" y="24963"/>
                    <a:pt x="51129" y="24973"/>
                  </a:cubicBezTo>
                  <a:cubicBezTo>
                    <a:pt x="51075" y="24982"/>
                    <a:pt x="50990" y="24984"/>
                    <a:pt x="50905" y="24984"/>
                  </a:cubicBezTo>
                  <a:cubicBezTo>
                    <a:pt x="50788" y="24984"/>
                    <a:pt x="50671" y="24979"/>
                    <a:pt x="50636" y="24979"/>
                  </a:cubicBezTo>
                  <a:cubicBezTo>
                    <a:pt x="50625" y="24979"/>
                    <a:pt x="50622" y="24980"/>
                    <a:pt x="50630" y="24981"/>
                  </a:cubicBezTo>
                  <a:cubicBezTo>
                    <a:pt x="50750" y="24986"/>
                    <a:pt x="50844" y="24988"/>
                    <a:pt x="50922" y="24988"/>
                  </a:cubicBezTo>
                  <a:cubicBezTo>
                    <a:pt x="51165" y="24988"/>
                    <a:pt x="51253" y="24970"/>
                    <a:pt x="51469" y="24970"/>
                  </a:cubicBezTo>
                  <a:cubicBezTo>
                    <a:pt x="51557" y="24970"/>
                    <a:pt x="51666" y="24973"/>
                    <a:pt x="51814" y="24981"/>
                  </a:cubicBezTo>
                  <a:cubicBezTo>
                    <a:pt x="50909" y="24989"/>
                    <a:pt x="52381" y="24998"/>
                    <a:pt x="51569" y="25023"/>
                  </a:cubicBezTo>
                  <a:cubicBezTo>
                    <a:pt x="51852" y="25015"/>
                    <a:pt x="52140" y="25011"/>
                    <a:pt x="52424" y="25011"/>
                  </a:cubicBezTo>
                  <a:cubicBezTo>
                    <a:pt x="52709" y="25011"/>
                    <a:pt x="52990" y="25015"/>
                    <a:pt x="53261" y="25023"/>
                  </a:cubicBezTo>
                  <a:lnTo>
                    <a:pt x="54648" y="25023"/>
                  </a:lnTo>
                  <a:cubicBezTo>
                    <a:pt x="54462" y="25006"/>
                    <a:pt x="54953" y="24981"/>
                    <a:pt x="54978" y="24981"/>
                  </a:cubicBezTo>
                  <a:cubicBezTo>
                    <a:pt x="55173" y="24981"/>
                    <a:pt x="55105" y="25006"/>
                    <a:pt x="54953" y="25006"/>
                  </a:cubicBezTo>
                  <a:cubicBezTo>
                    <a:pt x="55342" y="25015"/>
                    <a:pt x="55401" y="25032"/>
                    <a:pt x="55342" y="25057"/>
                  </a:cubicBezTo>
                  <a:lnTo>
                    <a:pt x="54555" y="25074"/>
                  </a:lnTo>
                  <a:cubicBezTo>
                    <a:pt x="54809" y="25074"/>
                    <a:pt x="54944" y="25091"/>
                    <a:pt x="55156" y="25091"/>
                  </a:cubicBezTo>
                  <a:cubicBezTo>
                    <a:pt x="55249" y="25091"/>
                    <a:pt x="55350" y="25091"/>
                    <a:pt x="55477" y="25074"/>
                  </a:cubicBezTo>
                  <a:cubicBezTo>
                    <a:pt x="55613" y="25066"/>
                    <a:pt x="55587" y="25066"/>
                    <a:pt x="55587" y="25049"/>
                  </a:cubicBezTo>
                  <a:cubicBezTo>
                    <a:pt x="55841" y="25032"/>
                    <a:pt x="56154" y="24998"/>
                    <a:pt x="56552" y="24956"/>
                  </a:cubicBezTo>
                  <a:lnTo>
                    <a:pt x="56526" y="24956"/>
                  </a:lnTo>
                  <a:lnTo>
                    <a:pt x="57372" y="24922"/>
                  </a:lnTo>
                  <a:lnTo>
                    <a:pt x="57271" y="24939"/>
                  </a:lnTo>
                  <a:lnTo>
                    <a:pt x="57770" y="24896"/>
                  </a:lnTo>
                  <a:lnTo>
                    <a:pt x="57770" y="24896"/>
                  </a:lnTo>
                  <a:cubicBezTo>
                    <a:pt x="57753" y="24922"/>
                    <a:pt x="57922" y="24905"/>
                    <a:pt x="57888" y="24922"/>
                  </a:cubicBezTo>
                  <a:cubicBezTo>
                    <a:pt x="57929" y="24926"/>
                    <a:pt x="57979" y="24928"/>
                    <a:pt x="58036" y="24928"/>
                  </a:cubicBezTo>
                  <a:cubicBezTo>
                    <a:pt x="58409" y="24928"/>
                    <a:pt x="59085" y="24843"/>
                    <a:pt x="59665" y="24829"/>
                  </a:cubicBezTo>
                  <a:lnTo>
                    <a:pt x="59665" y="24829"/>
                  </a:lnTo>
                  <a:lnTo>
                    <a:pt x="59563" y="24846"/>
                  </a:lnTo>
                  <a:cubicBezTo>
                    <a:pt x="59656" y="24837"/>
                    <a:pt x="59775" y="24829"/>
                    <a:pt x="59927" y="24820"/>
                  </a:cubicBezTo>
                  <a:cubicBezTo>
                    <a:pt x="60071" y="24803"/>
                    <a:pt x="60231" y="24795"/>
                    <a:pt x="60409" y="24786"/>
                  </a:cubicBezTo>
                  <a:lnTo>
                    <a:pt x="61416" y="24727"/>
                  </a:lnTo>
                  <a:close/>
                  <a:moveTo>
                    <a:pt x="0" y="0"/>
                  </a:moveTo>
                  <a:lnTo>
                    <a:pt x="0" y="0"/>
                  </a:lnTo>
                  <a:cubicBezTo>
                    <a:pt x="17" y="305"/>
                    <a:pt x="43" y="567"/>
                    <a:pt x="68" y="804"/>
                  </a:cubicBezTo>
                  <a:cubicBezTo>
                    <a:pt x="102" y="1041"/>
                    <a:pt x="144" y="1244"/>
                    <a:pt x="187" y="1455"/>
                  </a:cubicBezTo>
                  <a:lnTo>
                    <a:pt x="237" y="1752"/>
                  </a:lnTo>
                  <a:lnTo>
                    <a:pt x="313" y="2056"/>
                  </a:lnTo>
                  <a:cubicBezTo>
                    <a:pt x="330" y="2158"/>
                    <a:pt x="356" y="2259"/>
                    <a:pt x="373" y="2369"/>
                  </a:cubicBezTo>
                  <a:cubicBezTo>
                    <a:pt x="398" y="2479"/>
                    <a:pt x="415" y="2597"/>
                    <a:pt x="449" y="2716"/>
                  </a:cubicBezTo>
                  <a:cubicBezTo>
                    <a:pt x="433" y="2670"/>
                    <a:pt x="425" y="2653"/>
                    <a:pt x="422" y="2653"/>
                  </a:cubicBezTo>
                  <a:cubicBezTo>
                    <a:pt x="416" y="2653"/>
                    <a:pt x="432" y="2729"/>
                    <a:pt x="432" y="2758"/>
                  </a:cubicBezTo>
                  <a:lnTo>
                    <a:pt x="576" y="3223"/>
                  </a:lnTo>
                  <a:lnTo>
                    <a:pt x="635" y="3435"/>
                  </a:lnTo>
                  <a:cubicBezTo>
                    <a:pt x="660" y="3494"/>
                    <a:pt x="677" y="3553"/>
                    <a:pt x="703" y="3596"/>
                  </a:cubicBezTo>
                  <a:lnTo>
                    <a:pt x="855" y="4078"/>
                  </a:lnTo>
                  <a:cubicBezTo>
                    <a:pt x="821" y="4027"/>
                    <a:pt x="787" y="3976"/>
                    <a:pt x="779" y="3926"/>
                  </a:cubicBezTo>
                  <a:cubicBezTo>
                    <a:pt x="703" y="3756"/>
                    <a:pt x="643" y="3587"/>
                    <a:pt x="593" y="3410"/>
                  </a:cubicBezTo>
                  <a:lnTo>
                    <a:pt x="593" y="3410"/>
                  </a:lnTo>
                  <a:cubicBezTo>
                    <a:pt x="652" y="3630"/>
                    <a:pt x="728" y="3833"/>
                    <a:pt x="796" y="4036"/>
                  </a:cubicBezTo>
                  <a:cubicBezTo>
                    <a:pt x="829" y="4137"/>
                    <a:pt x="863" y="4239"/>
                    <a:pt x="897" y="4332"/>
                  </a:cubicBezTo>
                  <a:lnTo>
                    <a:pt x="1016" y="4619"/>
                  </a:lnTo>
                  <a:cubicBezTo>
                    <a:pt x="1092" y="4805"/>
                    <a:pt x="1159" y="5000"/>
                    <a:pt x="1244" y="5178"/>
                  </a:cubicBezTo>
                  <a:cubicBezTo>
                    <a:pt x="1329" y="5355"/>
                    <a:pt x="1422" y="5533"/>
                    <a:pt x="1498" y="5711"/>
                  </a:cubicBezTo>
                  <a:cubicBezTo>
                    <a:pt x="1582" y="5897"/>
                    <a:pt x="1675" y="6074"/>
                    <a:pt x="1768" y="6243"/>
                  </a:cubicBezTo>
                  <a:cubicBezTo>
                    <a:pt x="1862" y="6413"/>
                    <a:pt x="1946" y="6599"/>
                    <a:pt x="2056" y="6768"/>
                  </a:cubicBezTo>
                  <a:lnTo>
                    <a:pt x="2369" y="7309"/>
                  </a:lnTo>
                  <a:lnTo>
                    <a:pt x="2445" y="7453"/>
                  </a:lnTo>
                  <a:lnTo>
                    <a:pt x="2538" y="7588"/>
                  </a:lnTo>
                  <a:lnTo>
                    <a:pt x="2707" y="7868"/>
                  </a:lnTo>
                  <a:cubicBezTo>
                    <a:pt x="2712" y="7876"/>
                    <a:pt x="2714" y="7879"/>
                    <a:pt x="2714" y="7879"/>
                  </a:cubicBezTo>
                  <a:cubicBezTo>
                    <a:pt x="2712" y="7879"/>
                    <a:pt x="2631" y="7760"/>
                    <a:pt x="2629" y="7760"/>
                  </a:cubicBezTo>
                  <a:cubicBezTo>
                    <a:pt x="2629" y="7760"/>
                    <a:pt x="2634" y="7769"/>
                    <a:pt x="2648" y="7792"/>
                  </a:cubicBezTo>
                  <a:cubicBezTo>
                    <a:pt x="2758" y="7969"/>
                    <a:pt x="2877" y="8130"/>
                    <a:pt x="3004" y="8299"/>
                  </a:cubicBezTo>
                  <a:cubicBezTo>
                    <a:pt x="2986" y="8284"/>
                    <a:pt x="2970" y="8268"/>
                    <a:pt x="2955" y="8252"/>
                  </a:cubicBezTo>
                  <a:lnTo>
                    <a:pt x="2955" y="8252"/>
                  </a:lnTo>
                  <a:cubicBezTo>
                    <a:pt x="3050" y="8390"/>
                    <a:pt x="3139" y="8512"/>
                    <a:pt x="3223" y="8629"/>
                  </a:cubicBezTo>
                  <a:cubicBezTo>
                    <a:pt x="3325" y="8790"/>
                    <a:pt x="3418" y="8934"/>
                    <a:pt x="3511" y="9052"/>
                  </a:cubicBezTo>
                  <a:cubicBezTo>
                    <a:pt x="3697" y="9306"/>
                    <a:pt x="3858" y="9534"/>
                    <a:pt x="4053" y="9754"/>
                  </a:cubicBezTo>
                  <a:cubicBezTo>
                    <a:pt x="4002" y="9712"/>
                    <a:pt x="3951" y="9661"/>
                    <a:pt x="3917" y="9602"/>
                  </a:cubicBezTo>
                  <a:cubicBezTo>
                    <a:pt x="3883" y="9551"/>
                    <a:pt x="3849" y="9509"/>
                    <a:pt x="3807" y="9466"/>
                  </a:cubicBezTo>
                  <a:lnTo>
                    <a:pt x="3807" y="9466"/>
                  </a:lnTo>
                  <a:cubicBezTo>
                    <a:pt x="3943" y="9653"/>
                    <a:pt x="4078" y="9805"/>
                    <a:pt x="4196" y="9949"/>
                  </a:cubicBezTo>
                  <a:cubicBezTo>
                    <a:pt x="4323" y="10092"/>
                    <a:pt x="4433" y="10219"/>
                    <a:pt x="4552" y="10346"/>
                  </a:cubicBezTo>
                  <a:lnTo>
                    <a:pt x="4932" y="10735"/>
                  </a:lnTo>
                  <a:cubicBezTo>
                    <a:pt x="4991" y="10803"/>
                    <a:pt x="5059" y="10871"/>
                    <a:pt x="5135" y="10947"/>
                  </a:cubicBezTo>
                  <a:lnTo>
                    <a:pt x="5364" y="11175"/>
                  </a:lnTo>
                  <a:cubicBezTo>
                    <a:pt x="5317" y="11136"/>
                    <a:pt x="5295" y="11119"/>
                    <a:pt x="5290" y="11119"/>
                  </a:cubicBezTo>
                  <a:cubicBezTo>
                    <a:pt x="5272" y="11119"/>
                    <a:pt x="5523" y="11376"/>
                    <a:pt x="5651" y="11531"/>
                  </a:cubicBezTo>
                  <a:cubicBezTo>
                    <a:pt x="5787" y="11657"/>
                    <a:pt x="5973" y="11818"/>
                    <a:pt x="6176" y="12004"/>
                  </a:cubicBezTo>
                  <a:cubicBezTo>
                    <a:pt x="6379" y="12190"/>
                    <a:pt x="6616" y="12385"/>
                    <a:pt x="6861" y="12596"/>
                  </a:cubicBezTo>
                  <a:cubicBezTo>
                    <a:pt x="7352" y="13011"/>
                    <a:pt x="7902" y="13425"/>
                    <a:pt x="8358" y="13755"/>
                  </a:cubicBezTo>
                  <a:cubicBezTo>
                    <a:pt x="8341" y="13748"/>
                    <a:pt x="8329" y="13744"/>
                    <a:pt x="8324" y="13744"/>
                  </a:cubicBezTo>
                  <a:cubicBezTo>
                    <a:pt x="8242" y="13744"/>
                    <a:pt x="9403" y="14513"/>
                    <a:pt x="9458" y="14584"/>
                  </a:cubicBezTo>
                  <a:cubicBezTo>
                    <a:pt x="9670" y="14720"/>
                    <a:pt x="9999" y="14931"/>
                    <a:pt x="10042" y="14931"/>
                  </a:cubicBezTo>
                  <a:cubicBezTo>
                    <a:pt x="9906" y="14864"/>
                    <a:pt x="9788" y="14779"/>
                    <a:pt x="9678" y="14677"/>
                  </a:cubicBezTo>
                  <a:lnTo>
                    <a:pt x="9678" y="14677"/>
                  </a:lnTo>
                  <a:lnTo>
                    <a:pt x="9932" y="14847"/>
                  </a:lnTo>
                  <a:lnTo>
                    <a:pt x="10202" y="15007"/>
                  </a:lnTo>
                  <a:cubicBezTo>
                    <a:pt x="10304" y="15075"/>
                    <a:pt x="10414" y="15134"/>
                    <a:pt x="10532" y="15185"/>
                  </a:cubicBezTo>
                  <a:cubicBezTo>
                    <a:pt x="10659" y="15278"/>
                    <a:pt x="10786" y="15363"/>
                    <a:pt x="10913" y="15447"/>
                  </a:cubicBezTo>
                  <a:cubicBezTo>
                    <a:pt x="11048" y="15481"/>
                    <a:pt x="11184" y="15540"/>
                    <a:pt x="11302" y="15625"/>
                  </a:cubicBezTo>
                  <a:cubicBezTo>
                    <a:pt x="11487" y="15752"/>
                    <a:pt x="11520" y="15769"/>
                    <a:pt x="11535" y="15769"/>
                  </a:cubicBezTo>
                  <a:cubicBezTo>
                    <a:pt x="11541" y="15769"/>
                    <a:pt x="11544" y="15767"/>
                    <a:pt x="11552" y="15767"/>
                  </a:cubicBezTo>
                  <a:cubicBezTo>
                    <a:pt x="11577" y="15767"/>
                    <a:pt x="11644" y="15790"/>
                    <a:pt x="11962" y="15980"/>
                  </a:cubicBezTo>
                  <a:cubicBezTo>
                    <a:pt x="11784" y="15913"/>
                    <a:pt x="11641" y="15845"/>
                    <a:pt x="11573" y="15828"/>
                  </a:cubicBezTo>
                  <a:lnTo>
                    <a:pt x="11573" y="15828"/>
                  </a:lnTo>
                  <a:cubicBezTo>
                    <a:pt x="11911" y="16022"/>
                    <a:pt x="11869" y="15980"/>
                    <a:pt x="12114" y="16116"/>
                  </a:cubicBezTo>
                  <a:cubicBezTo>
                    <a:pt x="12123" y="16122"/>
                    <a:pt x="12125" y="16126"/>
                    <a:pt x="12121" y="16126"/>
                  </a:cubicBezTo>
                  <a:cubicBezTo>
                    <a:pt x="12094" y="16126"/>
                    <a:pt x="11817" y="15996"/>
                    <a:pt x="11590" y="15879"/>
                  </a:cubicBezTo>
                  <a:lnTo>
                    <a:pt x="11590" y="15879"/>
                  </a:lnTo>
                  <a:lnTo>
                    <a:pt x="12021" y="16141"/>
                  </a:lnTo>
                  <a:cubicBezTo>
                    <a:pt x="12241" y="16242"/>
                    <a:pt x="12537" y="16378"/>
                    <a:pt x="12876" y="16539"/>
                  </a:cubicBezTo>
                  <a:cubicBezTo>
                    <a:pt x="13206" y="16691"/>
                    <a:pt x="13578" y="16868"/>
                    <a:pt x="13925" y="17038"/>
                  </a:cubicBezTo>
                  <a:cubicBezTo>
                    <a:pt x="13844" y="17015"/>
                    <a:pt x="13712" y="16952"/>
                    <a:pt x="13690" y="16952"/>
                  </a:cubicBezTo>
                  <a:cubicBezTo>
                    <a:pt x="13679" y="16952"/>
                    <a:pt x="13693" y="16966"/>
                    <a:pt x="13747" y="17004"/>
                  </a:cubicBezTo>
                  <a:cubicBezTo>
                    <a:pt x="14041" y="17135"/>
                    <a:pt x="14446" y="17297"/>
                    <a:pt x="14831" y="17483"/>
                  </a:cubicBezTo>
                  <a:lnTo>
                    <a:pt x="14831" y="17483"/>
                  </a:lnTo>
                  <a:cubicBezTo>
                    <a:pt x="14825" y="17482"/>
                    <a:pt x="14821" y="17482"/>
                    <a:pt x="14801" y="17475"/>
                  </a:cubicBezTo>
                  <a:lnTo>
                    <a:pt x="14801" y="17475"/>
                  </a:lnTo>
                  <a:cubicBezTo>
                    <a:pt x="15504" y="17765"/>
                    <a:pt x="15324" y="17725"/>
                    <a:pt x="15963" y="18002"/>
                  </a:cubicBezTo>
                  <a:lnTo>
                    <a:pt x="15929" y="18002"/>
                  </a:lnTo>
                  <a:cubicBezTo>
                    <a:pt x="16065" y="18053"/>
                    <a:pt x="16200" y="18104"/>
                    <a:pt x="16336" y="18154"/>
                  </a:cubicBezTo>
                  <a:cubicBezTo>
                    <a:pt x="17181" y="18459"/>
                    <a:pt x="17258" y="18560"/>
                    <a:pt x="17748" y="18780"/>
                  </a:cubicBezTo>
                  <a:lnTo>
                    <a:pt x="17638" y="18738"/>
                  </a:lnTo>
                  <a:lnTo>
                    <a:pt x="17638" y="18738"/>
                  </a:lnTo>
                  <a:cubicBezTo>
                    <a:pt x="17791" y="18814"/>
                    <a:pt x="18120" y="18941"/>
                    <a:pt x="18459" y="19068"/>
                  </a:cubicBezTo>
                  <a:cubicBezTo>
                    <a:pt x="18776" y="19190"/>
                    <a:pt x="19093" y="19296"/>
                    <a:pt x="19245" y="19357"/>
                  </a:cubicBezTo>
                  <a:lnTo>
                    <a:pt x="19245" y="19357"/>
                  </a:lnTo>
                  <a:cubicBezTo>
                    <a:pt x="18915" y="19223"/>
                    <a:pt x="19140" y="19303"/>
                    <a:pt x="18890" y="19178"/>
                  </a:cubicBezTo>
                  <a:cubicBezTo>
                    <a:pt x="18577" y="19068"/>
                    <a:pt x="18653" y="19136"/>
                    <a:pt x="18137" y="18924"/>
                  </a:cubicBezTo>
                  <a:cubicBezTo>
                    <a:pt x="18214" y="18924"/>
                    <a:pt x="18882" y="19169"/>
                    <a:pt x="19026" y="19195"/>
                  </a:cubicBezTo>
                  <a:cubicBezTo>
                    <a:pt x="19212" y="19246"/>
                    <a:pt x="19381" y="19339"/>
                    <a:pt x="19533" y="19449"/>
                  </a:cubicBezTo>
                  <a:cubicBezTo>
                    <a:pt x="19905" y="19575"/>
                    <a:pt x="20193" y="19685"/>
                    <a:pt x="20498" y="19804"/>
                  </a:cubicBezTo>
                  <a:cubicBezTo>
                    <a:pt x="20811" y="19914"/>
                    <a:pt x="21140" y="20024"/>
                    <a:pt x="21597" y="20176"/>
                  </a:cubicBezTo>
                  <a:cubicBezTo>
                    <a:pt x="21766" y="20218"/>
                    <a:pt x="21919" y="20252"/>
                    <a:pt x="22122" y="20303"/>
                  </a:cubicBezTo>
                  <a:cubicBezTo>
                    <a:pt x="22325" y="20354"/>
                    <a:pt x="22579" y="20438"/>
                    <a:pt x="22959" y="20582"/>
                  </a:cubicBezTo>
                  <a:lnTo>
                    <a:pt x="22933" y="20582"/>
                  </a:lnTo>
                  <a:cubicBezTo>
                    <a:pt x="23020" y="20596"/>
                    <a:pt x="23300" y="20705"/>
                    <a:pt x="23441" y="20734"/>
                  </a:cubicBezTo>
                  <a:cubicBezTo>
                    <a:pt x="23378" y="20708"/>
                    <a:pt x="23365" y="20699"/>
                    <a:pt x="23376" y="20699"/>
                  </a:cubicBezTo>
                  <a:cubicBezTo>
                    <a:pt x="23399" y="20699"/>
                    <a:pt x="23520" y="20734"/>
                    <a:pt x="23547" y="20734"/>
                  </a:cubicBezTo>
                  <a:cubicBezTo>
                    <a:pt x="23563" y="20734"/>
                    <a:pt x="23546" y="20722"/>
                    <a:pt x="23458" y="20684"/>
                  </a:cubicBezTo>
                  <a:lnTo>
                    <a:pt x="23458" y="20684"/>
                  </a:lnTo>
                  <a:cubicBezTo>
                    <a:pt x="23907" y="20819"/>
                    <a:pt x="23974" y="20887"/>
                    <a:pt x="24008" y="20929"/>
                  </a:cubicBezTo>
                  <a:cubicBezTo>
                    <a:pt x="24228" y="20980"/>
                    <a:pt x="24448" y="21039"/>
                    <a:pt x="24660" y="21124"/>
                  </a:cubicBezTo>
                  <a:cubicBezTo>
                    <a:pt x="24930" y="21208"/>
                    <a:pt x="25243" y="21310"/>
                    <a:pt x="25590" y="21394"/>
                  </a:cubicBezTo>
                  <a:cubicBezTo>
                    <a:pt x="25489" y="21381"/>
                    <a:pt x="24987" y="21244"/>
                    <a:pt x="24939" y="21244"/>
                  </a:cubicBezTo>
                  <a:cubicBezTo>
                    <a:pt x="24926" y="21244"/>
                    <a:pt x="24944" y="21253"/>
                    <a:pt x="25006" y="21276"/>
                  </a:cubicBezTo>
                  <a:lnTo>
                    <a:pt x="25912" y="21487"/>
                  </a:lnTo>
                  <a:lnTo>
                    <a:pt x="25912" y="21487"/>
                  </a:lnTo>
                  <a:lnTo>
                    <a:pt x="25514" y="21369"/>
                  </a:lnTo>
                  <a:lnTo>
                    <a:pt x="25514" y="21369"/>
                  </a:lnTo>
                  <a:cubicBezTo>
                    <a:pt x="25937" y="21479"/>
                    <a:pt x="26360" y="21597"/>
                    <a:pt x="26766" y="21749"/>
                  </a:cubicBezTo>
                  <a:cubicBezTo>
                    <a:pt x="26780" y="21756"/>
                    <a:pt x="26783" y="21759"/>
                    <a:pt x="26776" y="21759"/>
                  </a:cubicBezTo>
                  <a:cubicBezTo>
                    <a:pt x="26747" y="21759"/>
                    <a:pt x="26545" y="21706"/>
                    <a:pt x="26394" y="21665"/>
                  </a:cubicBezTo>
                  <a:lnTo>
                    <a:pt x="26394" y="21665"/>
                  </a:lnTo>
                  <a:cubicBezTo>
                    <a:pt x="26597" y="21733"/>
                    <a:pt x="26927" y="21809"/>
                    <a:pt x="27206" y="21876"/>
                  </a:cubicBezTo>
                  <a:cubicBezTo>
                    <a:pt x="27417" y="21910"/>
                    <a:pt x="28128" y="22088"/>
                    <a:pt x="28424" y="22139"/>
                  </a:cubicBezTo>
                  <a:lnTo>
                    <a:pt x="28534" y="22164"/>
                  </a:lnTo>
                  <a:lnTo>
                    <a:pt x="28483" y="22164"/>
                  </a:lnTo>
                  <a:lnTo>
                    <a:pt x="28636" y="22198"/>
                  </a:lnTo>
                  <a:lnTo>
                    <a:pt x="28991" y="22291"/>
                  </a:lnTo>
                  <a:lnTo>
                    <a:pt x="28915" y="22282"/>
                  </a:lnTo>
                  <a:lnTo>
                    <a:pt x="28915" y="22282"/>
                  </a:lnTo>
                  <a:lnTo>
                    <a:pt x="29058" y="22308"/>
                  </a:lnTo>
                  <a:lnTo>
                    <a:pt x="29431" y="22418"/>
                  </a:lnTo>
                  <a:lnTo>
                    <a:pt x="29625" y="22452"/>
                  </a:lnTo>
                  <a:lnTo>
                    <a:pt x="29532" y="22426"/>
                  </a:lnTo>
                  <a:cubicBezTo>
                    <a:pt x="29536" y="22425"/>
                    <a:pt x="29544" y="22424"/>
                    <a:pt x="29554" y="22424"/>
                  </a:cubicBezTo>
                  <a:cubicBezTo>
                    <a:pt x="29660" y="22424"/>
                    <a:pt x="30080" y="22498"/>
                    <a:pt x="30556" y="22621"/>
                  </a:cubicBezTo>
                  <a:lnTo>
                    <a:pt x="29845" y="22435"/>
                  </a:lnTo>
                  <a:lnTo>
                    <a:pt x="29981" y="22460"/>
                  </a:lnTo>
                  <a:cubicBezTo>
                    <a:pt x="30277" y="22528"/>
                    <a:pt x="30564" y="22604"/>
                    <a:pt x="30843" y="22672"/>
                  </a:cubicBezTo>
                  <a:lnTo>
                    <a:pt x="31656" y="22858"/>
                  </a:lnTo>
                  <a:cubicBezTo>
                    <a:pt x="31469" y="22824"/>
                    <a:pt x="31266" y="22782"/>
                    <a:pt x="31030" y="22731"/>
                  </a:cubicBezTo>
                  <a:lnTo>
                    <a:pt x="31030" y="22731"/>
                  </a:lnTo>
                  <a:cubicBezTo>
                    <a:pt x="31588" y="22883"/>
                    <a:pt x="32459" y="23018"/>
                    <a:pt x="32721" y="23120"/>
                  </a:cubicBezTo>
                  <a:cubicBezTo>
                    <a:pt x="31850" y="22968"/>
                    <a:pt x="31444" y="22866"/>
                    <a:pt x="30539" y="22680"/>
                  </a:cubicBezTo>
                  <a:cubicBezTo>
                    <a:pt x="30436" y="22646"/>
                    <a:pt x="30409" y="22632"/>
                    <a:pt x="30428" y="22632"/>
                  </a:cubicBezTo>
                  <a:cubicBezTo>
                    <a:pt x="30452" y="22632"/>
                    <a:pt x="30546" y="22652"/>
                    <a:pt x="30657" y="22680"/>
                  </a:cubicBezTo>
                  <a:cubicBezTo>
                    <a:pt x="30869" y="22722"/>
                    <a:pt x="31139" y="22773"/>
                    <a:pt x="31156" y="22773"/>
                  </a:cubicBezTo>
                  <a:cubicBezTo>
                    <a:pt x="30987" y="22731"/>
                    <a:pt x="30810" y="22688"/>
                    <a:pt x="30640" y="22646"/>
                  </a:cubicBezTo>
                  <a:lnTo>
                    <a:pt x="30640" y="22646"/>
                  </a:lnTo>
                  <a:cubicBezTo>
                    <a:pt x="30646" y="22649"/>
                    <a:pt x="30644" y="22651"/>
                    <a:pt x="30637" y="22651"/>
                  </a:cubicBezTo>
                  <a:cubicBezTo>
                    <a:pt x="30570" y="22651"/>
                    <a:pt x="29959" y="22504"/>
                    <a:pt x="29875" y="22504"/>
                  </a:cubicBezTo>
                  <a:cubicBezTo>
                    <a:pt x="29856" y="22504"/>
                    <a:pt x="29863" y="22511"/>
                    <a:pt x="29904" y="22528"/>
                  </a:cubicBezTo>
                  <a:lnTo>
                    <a:pt x="30742" y="22739"/>
                  </a:lnTo>
                  <a:lnTo>
                    <a:pt x="31562" y="22925"/>
                  </a:lnTo>
                  <a:lnTo>
                    <a:pt x="32358" y="23103"/>
                  </a:lnTo>
                  <a:lnTo>
                    <a:pt x="32747" y="23188"/>
                  </a:lnTo>
                  <a:lnTo>
                    <a:pt x="33119" y="23255"/>
                  </a:lnTo>
                  <a:cubicBezTo>
                    <a:pt x="32789" y="23281"/>
                    <a:pt x="32459" y="23281"/>
                    <a:pt x="32129" y="23289"/>
                  </a:cubicBezTo>
                  <a:lnTo>
                    <a:pt x="32062" y="23289"/>
                  </a:lnTo>
                  <a:cubicBezTo>
                    <a:pt x="32416" y="23367"/>
                    <a:pt x="32575" y="23390"/>
                    <a:pt x="32646" y="23390"/>
                  </a:cubicBezTo>
                  <a:cubicBezTo>
                    <a:pt x="32749" y="23390"/>
                    <a:pt x="32669" y="23342"/>
                    <a:pt x="32728" y="23342"/>
                  </a:cubicBezTo>
                  <a:cubicBezTo>
                    <a:pt x="32739" y="23342"/>
                    <a:pt x="32756" y="23344"/>
                    <a:pt x="32781" y="23348"/>
                  </a:cubicBezTo>
                  <a:cubicBezTo>
                    <a:pt x="32992" y="23382"/>
                    <a:pt x="33178" y="23399"/>
                    <a:pt x="33364" y="23450"/>
                  </a:cubicBezTo>
                  <a:lnTo>
                    <a:pt x="33254" y="23441"/>
                  </a:lnTo>
                  <a:lnTo>
                    <a:pt x="33254" y="23441"/>
                  </a:lnTo>
                  <a:cubicBezTo>
                    <a:pt x="33559" y="23496"/>
                    <a:pt x="33608" y="23496"/>
                    <a:pt x="33648" y="23496"/>
                  </a:cubicBezTo>
                  <a:cubicBezTo>
                    <a:pt x="33688" y="23496"/>
                    <a:pt x="33720" y="23496"/>
                    <a:pt x="33990" y="23551"/>
                  </a:cubicBezTo>
                  <a:cubicBezTo>
                    <a:pt x="34070" y="23562"/>
                    <a:pt x="34107" y="23567"/>
                    <a:pt x="34116" y="23567"/>
                  </a:cubicBezTo>
                  <a:cubicBezTo>
                    <a:pt x="34152" y="23567"/>
                    <a:pt x="33783" y="23504"/>
                    <a:pt x="33824" y="23504"/>
                  </a:cubicBezTo>
                  <a:cubicBezTo>
                    <a:pt x="33831" y="23504"/>
                    <a:pt x="33849" y="23505"/>
                    <a:pt x="33880" y="23509"/>
                  </a:cubicBezTo>
                  <a:cubicBezTo>
                    <a:pt x="34050" y="23543"/>
                    <a:pt x="34219" y="23568"/>
                    <a:pt x="34388" y="23577"/>
                  </a:cubicBezTo>
                  <a:cubicBezTo>
                    <a:pt x="34642" y="23611"/>
                    <a:pt x="34887" y="23653"/>
                    <a:pt x="35132" y="23704"/>
                  </a:cubicBezTo>
                  <a:cubicBezTo>
                    <a:pt x="35110" y="23708"/>
                    <a:pt x="35141" y="23725"/>
                    <a:pt x="35091" y="23725"/>
                  </a:cubicBezTo>
                  <a:cubicBezTo>
                    <a:pt x="35048" y="23725"/>
                    <a:pt x="34947" y="23713"/>
                    <a:pt x="34701" y="23670"/>
                  </a:cubicBezTo>
                  <a:lnTo>
                    <a:pt x="34701" y="23670"/>
                  </a:lnTo>
                  <a:cubicBezTo>
                    <a:pt x="34870" y="23712"/>
                    <a:pt x="35039" y="23746"/>
                    <a:pt x="35208" y="23788"/>
                  </a:cubicBezTo>
                  <a:cubicBezTo>
                    <a:pt x="34608" y="23695"/>
                    <a:pt x="34972" y="23754"/>
                    <a:pt x="34354" y="23644"/>
                  </a:cubicBezTo>
                  <a:cubicBezTo>
                    <a:pt x="34265" y="23637"/>
                    <a:pt x="34209" y="23634"/>
                    <a:pt x="34166" y="23634"/>
                  </a:cubicBezTo>
                  <a:cubicBezTo>
                    <a:pt x="34115" y="23634"/>
                    <a:pt x="34083" y="23638"/>
                    <a:pt x="34035" y="23638"/>
                  </a:cubicBezTo>
                  <a:cubicBezTo>
                    <a:pt x="33995" y="23638"/>
                    <a:pt x="33945" y="23635"/>
                    <a:pt x="33863" y="23627"/>
                  </a:cubicBezTo>
                  <a:lnTo>
                    <a:pt x="33863" y="23627"/>
                  </a:lnTo>
                  <a:cubicBezTo>
                    <a:pt x="34092" y="23670"/>
                    <a:pt x="34058" y="23636"/>
                    <a:pt x="34405" y="23704"/>
                  </a:cubicBezTo>
                  <a:cubicBezTo>
                    <a:pt x="34543" y="23732"/>
                    <a:pt x="34581" y="23741"/>
                    <a:pt x="34568" y="23741"/>
                  </a:cubicBezTo>
                  <a:cubicBezTo>
                    <a:pt x="34542" y="23741"/>
                    <a:pt x="34315" y="23704"/>
                    <a:pt x="34286" y="23704"/>
                  </a:cubicBezTo>
                  <a:cubicBezTo>
                    <a:pt x="34853" y="23780"/>
                    <a:pt x="34904" y="23856"/>
                    <a:pt x="35411" y="23907"/>
                  </a:cubicBezTo>
                  <a:cubicBezTo>
                    <a:pt x="35318" y="23847"/>
                    <a:pt x="35411" y="23873"/>
                    <a:pt x="35065" y="23788"/>
                  </a:cubicBezTo>
                  <a:lnTo>
                    <a:pt x="35065" y="23788"/>
                  </a:lnTo>
                  <a:cubicBezTo>
                    <a:pt x="35420" y="23831"/>
                    <a:pt x="35868" y="23932"/>
                    <a:pt x="35826" y="23957"/>
                  </a:cubicBezTo>
                  <a:lnTo>
                    <a:pt x="35902" y="23940"/>
                  </a:lnTo>
                  <a:cubicBezTo>
                    <a:pt x="35987" y="23966"/>
                    <a:pt x="36266" y="24017"/>
                    <a:pt x="36283" y="24025"/>
                  </a:cubicBezTo>
                  <a:lnTo>
                    <a:pt x="36410" y="24025"/>
                  </a:lnTo>
                  <a:cubicBezTo>
                    <a:pt x="36105" y="23949"/>
                    <a:pt x="35801" y="23890"/>
                    <a:pt x="35488" y="23847"/>
                  </a:cubicBezTo>
                  <a:lnTo>
                    <a:pt x="35488" y="23847"/>
                  </a:lnTo>
                  <a:cubicBezTo>
                    <a:pt x="35495" y="23848"/>
                    <a:pt x="35502" y="23848"/>
                    <a:pt x="35507" y="23848"/>
                  </a:cubicBezTo>
                  <a:cubicBezTo>
                    <a:pt x="35597" y="23848"/>
                    <a:pt x="35463" y="23808"/>
                    <a:pt x="35531" y="23808"/>
                  </a:cubicBezTo>
                  <a:cubicBezTo>
                    <a:pt x="35565" y="23808"/>
                    <a:pt x="35649" y="23818"/>
                    <a:pt x="35834" y="23847"/>
                  </a:cubicBezTo>
                  <a:cubicBezTo>
                    <a:pt x="36088" y="23890"/>
                    <a:pt x="35860" y="23864"/>
                    <a:pt x="35877" y="23881"/>
                  </a:cubicBezTo>
                  <a:cubicBezTo>
                    <a:pt x="37188" y="24084"/>
                    <a:pt x="37188" y="24143"/>
                    <a:pt x="38220" y="24279"/>
                  </a:cubicBezTo>
                  <a:cubicBezTo>
                    <a:pt x="37966" y="24253"/>
                    <a:pt x="37332" y="24143"/>
                    <a:pt x="36833" y="24093"/>
                  </a:cubicBezTo>
                  <a:lnTo>
                    <a:pt x="36833" y="24093"/>
                  </a:lnTo>
                  <a:cubicBezTo>
                    <a:pt x="37129" y="24160"/>
                    <a:pt x="37484" y="24177"/>
                    <a:pt x="37772" y="24228"/>
                  </a:cubicBezTo>
                  <a:cubicBezTo>
                    <a:pt x="37671" y="24218"/>
                    <a:pt x="37603" y="24212"/>
                    <a:pt x="37575" y="24212"/>
                  </a:cubicBezTo>
                  <a:cubicBezTo>
                    <a:pt x="37533" y="24212"/>
                    <a:pt x="37588" y="24226"/>
                    <a:pt x="37772" y="24262"/>
                  </a:cubicBezTo>
                  <a:lnTo>
                    <a:pt x="37899" y="24262"/>
                  </a:lnTo>
                  <a:cubicBezTo>
                    <a:pt x="38073" y="24287"/>
                    <a:pt x="38395" y="24336"/>
                    <a:pt x="38430" y="24346"/>
                  </a:cubicBezTo>
                  <a:lnTo>
                    <a:pt x="38430" y="24346"/>
                  </a:lnTo>
                  <a:cubicBezTo>
                    <a:pt x="38346" y="24321"/>
                    <a:pt x="38270" y="24304"/>
                    <a:pt x="38195" y="24296"/>
                  </a:cubicBezTo>
                  <a:lnTo>
                    <a:pt x="38195" y="24296"/>
                  </a:lnTo>
                  <a:cubicBezTo>
                    <a:pt x="38423" y="24313"/>
                    <a:pt x="38753" y="24355"/>
                    <a:pt x="39125" y="24397"/>
                  </a:cubicBezTo>
                  <a:cubicBezTo>
                    <a:pt x="39506" y="24440"/>
                    <a:pt x="39920" y="24499"/>
                    <a:pt x="40326" y="24558"/>
                  </a:cubicBezTo>
                  <a:cubicBezTo>
                    <a:pt x="40322" y="24560"/>
                    <a:pt x="40311" y="24561"/>
                    <a:pt x="40294" y="24561"/>
                  </a:cubicBezTo>
                  <a:cubicBezTo>
                    <a:pt x="40157" y="24561"/>
                    <a:pt x="39654" y="24497"/>
                    <a:pt x="39588" y="24497"/>
                  </a:cubicBezTo>
                  <a:cubicBezTo>
                    <a:pt x="39563" y="24497"/>
                    <a:pt x="39602" y="24507"/>
                    <a:pt x="39751" y="24533"/>
                  </a:cubicBezTo>
                  <a:cubicBezTo>
                    <a:pt x="40090" y="24566"/>
                    <a:pt x="40360" y="24558"/>
                    <a:pt x="40935" y="24660"/>
                  </a:cubicBezTo>
                  <a:cubicBezTo>
                    <a:pt x="40919" y="24659"/>
                    <a:pt x="40906" y="24659"/>
                    <a:pt x="40896" y="24659"/>
                  </a:cubicBezTo>
                  <a:cubicBezTo>
                    <a:pt x="40755" y="24659"/>
                    <a:pt x="41197" y="24711"/>
                    <a:pt x="41189" y="24719"/>
                  </a:cubicBezTo>
                  <a:lnTo>
                    <a:pt x="41993" y="24761"/>
                  </a:lnTo>
                  <a:cubicBezTo>
                    <a:pt x="42382" y="24803"/>
                    <a:pt x="42830" y="24854"/>
                    <a:pt x="43186" y="24879"/>
                  </a:cubicBezTo>
                  <a:cubicBezTo>
                    <a:pt x="43067" y="24871"/>
                    <a:pt x="42915" y="24854"/>
                    <a:pt x="42720" y="24837"/>
                  </a:cubicBezTo>
                  <a:cubicBezTo>
                    <a:pt x="42856" y="24837"/>
                    <a:pt x="42991" y="24846"/>
                    <a:pt x="43118" y="24854"/>
                  </a:cubicBezTo>
                  <a:cubicBezTo>
                    <a:pt x="43253" y="24871"/>
                    <a:pt x="43380" y="24879"/>
                    <a:pt x="43516" y="24896"/>
                  </a:cubicBezTo>
                  <a:cubicBezTo>
                    <a:pt x="43786" y="24930"/>
                    <a:pt x="44074" y="24964"/>
                    <a:pt x="44421" y="24981"/>
                  </a:cubicBezTo>
                  <a:lnTo>
                    <a:pt x="44108" y="24973"/>
                  </a:lnTo>
                  <a:lnTo>
                    <a:pt x="44108" y="24973"/>
                  </a:lnTo>
                  <a:cubicBezTo>
                    <a:pt x="44632" y="25023"/>
                    <a:pt x="45038" y="25049"/>
                    <a:pt x="45461" y="25057"/>
                  </a:cubicBezTo>
                  <a:lnTo>
                    <a:pt x="45453" y="25082"/>
                  </a:lnTo>
                  <a:cubicBezTo>
                    <a:pt x="45465" y="25074"/>
                    <a:pt x="45532" y="25071"/>
                    <a:pt x="45627" y="25071"/>
                  </a:cubicBezTo>
                  <a:cubicBezTo>
                    <a:pt x="45912" y="25071"/>
                    <a:pt x="46459" y="25099"/>
                    <a:pt x="46612" y="25099"/>
                  </a:cubicBezTo>
                  <a:cubicBezTo>
                    <a:pt x="45326" y="25040"/>
                    <a:pt x="45512" y="25006"/>
                    <a:pt x="44268" y="24930"/>
                  </a:cubicBezTo>
                  <a:cubicBezTo>
                    <a:pt x="44682" y="24930"/>
                    <a:pt x="44995" y="24957"/>
                    <a:pt x="45416" y="24957"/>
                  </a:cubicBezTo>
                  <a:cubicBezTo>
                    <a:pt x="45469" y="24957"/>
                    <a:pt x="45523" y="24957"/>
                    <a:pt x="45580" y="24956"/>
                  </a:cubicBezTo>
                  <a:cubicBezTo>
                    <a:pt x="45681" y="24956"/>
                    <a:pt x="45774" y="24964"/>
                    <a:pt x="45867" y="24989"/>
                  </a:cubicBezTo>
                  <a:cubicBezTo>
                    <a:pt x="45991" y="24977"/>
                    <a:pt x="46115" y="24969"/>
                    <a:pt x="46242" y="24969"/>
                  </a:cubicBezTo>
                  <a:cubicBezTo>
                    <a:pt x="46289" y="24969"/>
                    <a:pt x="46336" y="24970"/>
                    <a:pt x="46383" y="24973"/>
                  </a:cubicBezTo>
                  <a:lnTo>
                    <a:pt x="46468" y="24989"/>
                  </a:lnTo>
                  <a:cubicBezTo>
                    <a:pt x="46739" y="25015"/>
                    <a:pt x="47009" y="25023"/>
                    <a:pt x="47280" y="25023"/>
                  </a:cubicBezTo>
                  <a:cubicBezTo>
                    <a:pt x="47398" y="25016"/>
                    <a:pt x="47516" y="25011"/>
                    <a:pt x="47633" y="25011"/>
                  </a:cubicBezTo>
                  <a:cubicBezTo>
                    <a:pt x="47776" y="25011"/>
                    <a:pt x="47919" y="25018"/>
                    <a:pt x="48058" y="25032"/>
                  </a:cubicBezTo>
                  <a:cubicBezTo>
                    <a:pt x="48143" y="25057"/>
                    <a:pt x="47965" y="25057"/>
                    <a:pt x="47703" y="25057"/>
                  </a:cubicBezTo>
                  <a:lnTo>
                    <a:pt x="47272" y="25057"/>
                  </a:lnTo>
                  <a:lnTo>
                    <a:pt x="46849" y="25040"/>
                  </a:lnTo>
                  <a:lnTo>
                    <a:pt x="46849" y="25040"/>
                  </a:lnTo>
                  <a:cubicBezTo>
                    <a:pt x="46955" y="25056"/>
                    <a:pt x="46943" y="25061"/>
                    <a:pt x="46877" y="25061"/>
                  </a:cubicBezTo>
                  <a:cubicBezTo>
                    <a:pt x="46782" y="25061"/>
                    <a:pt x="46573" y="25051"/>
                    <a:pt x="46460" y="25051"/>
                  </a:cubicBezTo>
                  <a:cubicBezTo>
                    <a:pt x="46368" y="25051"/>
                    <a:pt x="46339" y="25058"/>
                    <a:pt x="46485" y="25082"/>
                  </a:cubicBezTo>
                  <a:lnTo>
                    <a:pt x="46730" y="25074"/>
                  </a:lnTo>
                  <a:cubicBezTo>
                    <a:pt x="46937" y="25088"/>
                    <a:pt x="46958" y="25102"/>
                    <a:pt x="46872" y="25102"/>
                  </a:cubicBezTo>
                  <a:cubicBezTo>
                    <a:pt x="46852" y="25102"/>
                    <a:pt x="46827" y="25101"/>
                    <a:pt x="46798" y="25099"/>
                  </a:cubicBezTo>
                  <a:lnTo>
                    <a:pt x="46798" y="25099"/>
                  </a:lnTo>
                  <a:cubicBezTo>
                    <a:pt x="46872" y="25109"/>
                    <a:pt x="46947" y="25113"/>
                    <a:pt x="47021" y="25113"/>
                  </a:cubicBezTo>
                  <a:cubicBezTo>
                    <a:pt x="47073" y="25113"/>
                    <a:pt x="47126" y="25111"/>
                    <a:pt x="47179" y="25108"/>
                  </a:cubicBezTo>
                  <a:lnTo>
                    <a:pt x="47179" y="25108"/>
                  </a:lnTo>
                  <a:cubicBezTo>
                    <a:pt x="48473" y="25167"/>
                    <a:pt x="47035" y="25150"/>
                    <a:pt x="48304" y="25218"/>
                  </a:cubicBezTo>
                  <a:cubicBezTo>
                    <a:pt x="48273" y="25220"/>
                    <a:pt x="48231" y="25220"/>
                    <a:pt x="48185" y="25220"/>
                  </a:cubicBezTo>
                  <a:cubicBezTo>
                    <a:pt x="48104" y="25220"/>
                    <a:pt x="48010" y="25218"/>
                    <a:pt x="47946" y="25218"/>
                  </a:cubicBezTo>
                  <a:cubicBezTo>
                    <a:pt x="47888" y="25218"/>
                    <a:pt x="47856" y="25220"/>
                    <a:pt x="47881" y="25226"/>
                  </a:cubicBezTo>
                  <a:cubicBezTo>
                    <a:pt x="47661" y="25218"/>
                    <a:pt x="47432" y="25209"/>
                    <a:pt x="47204" y="25192"/>
                  </a:cubicBezTo>
                  <a:lnTo>
                    <a:pt x="47187" y="25218"/>
                  </a:lnTo>
                  <a:cubicBezTo>
                    <a:pt x="47483" y="25235"/>
                    <a:pt x="47777" y="25243"/>
                    <a:pt x="48071" y="25243"/>
                  </a:cubicBezTo>
                  <a:cubicBezTo>
                    <a:pt x="48365" y="25243"/>
                    <a:pt x="48659" y="25235"/>
                    <a:pt x="48955" y="25218"/>
                  </a:cubicBezTo>
                  <a:cubicBezTo>
                    <a:pt x="48177" y="25209"/>
                    <a:pt x="48870" y="25184"/>
                    <a:pt x="48464" y="25150"/>
                  </a:cubicBezTo>
                  <a:cubicBezTo>
                    <a:pt x="48591" y="25150"/>
                    <a:pt x="48718" y="25150"/>
                    <a:pt x="48845" y="25167"/>
                  </a:cubicBezTo>
                  <a:cubicBezTo>
                    <a:pt x="48858" y="25165"/>
                    <a:pt x="48889" y="25165"/>
                    <a:pt x="48927" y="25165"/>
                  </a:cubicBezTo>
                  <a:cubicBezTo>
                    <a:pt x="48995" y="25165"/>
                    <a:pt x="49089" y="25167"/>
                    <a:pt x="49158" y="25167"/>
                  </a:cubicBezTo>
                  <a:cubicBezTo>
                    <a:pt x="49216" y="25167"/>
                    <a:pt x="49255" y="25165"/>
                    <a:pt x="49246" y="25160"/>
                  </a:cubicBezTo>
                  <a:lnTo>
                    <a:pt x="49246" y="25160"/>
                  </a:lnTo>
                  <a:cubicBezTo>
                    <a:pt x="49439" y="25235"/>
                    <a:pt x="51102" y="25277"/>
                    <a:pt x="50723" y="25336"/>
                  </a:cubicBezTo>
                  <a:cubicBezTo>
                    <a:pt x="50884" y="25348"/>
                    <a:pt x="51156" y="25351"/>
                    <a:pt x="51487" y="25351"/>
                  </a:cubicBezTo>
                  <a:cubicBezTo>
                    <a:pt x="52148" y="25351"/>
                    <a:pt x="53041" y="25336"/>
                    <a:pt x="53735" y="25336"/>
                  </a:cubicBezTo>
                  <a:cubicBezTo>
                    <a:pt x="53641" y="25345"/>
                    <a:pt x="53548" y="25353"/>
                    <a:pt x="53455" y="25353"/>
                  </a:cubicBezTo>
                  <a:cubicBezTo>
                    <a:pt x="53656" y="25363"/>
                    <a:pt x="53815" y="25366"/>
                    <a:pt x="53946" y="25366"/>
                  </a:cubicBezTo>
                  <a:cubicBezTo>
                    <a:pt x="54526" y="25366"/>
                    <a:pt x="54536" y="25289"/>
                    <a:pt x="55054" y="25269"/>
                  </a:cubicBezTo>
                  <a:lnTo>
                    <a:pt x="55054" y="25269"/>
                  </a:lnTo>
                  <a:cubicBezTo>
                    <a:pt x="54487" y="25302"/>
                    <a:pt x="55545" y="25286"/>
                    <a:pt x="55773" y="25302"/>
                  </a:cubicBezTo>
                  <a:cubicBezTo>
                    <a:pt x="56272" y="25260"/>
                    <a:pt x="56678" y="25209"/>
                    <a:pt x="57389" y="25192"/>
                  </a:cubicBezTo>
                  <a:cubicBezTo>
                    <a:pt x="57523" y="25228"/>
                    <a:pt x="57666" y="25246"/>
                    <a:pt x="57811" y="25246"/>
                  </a:cubicBezTo>
                  <a:cubicBezTo>
                    <a:pt x="57876" y="25246"/>
                    <a:pt x="57941" y="25243"/>
                    <a:pt x="58007" y="25235"/>
                  </a:cubicBezTo>
                  <a:lnTo>
                    <a:pt x="58311" y="25201"/>
                  </a:lnTo>
                  <a:cubicBezTo>
                    <a:pt x="58759" y="25176"/>
                    <a:pt x="59352" y="25125"/>
                    <a:pt x="59639" y="25125"/>
                  </a:cubicBezTo>
                  <a:lnTo>
                    <a:pt x="59580" y="25125"/>
                  </a:lnTo>
                  <a:cubicBezTo>
                    <a:pt x="60006" y="25111"/>
                    <a:pt x="60086" y="25079"/>
                    <a:pt x="59867" y="25079"/>
                  </a:cubicBezTo>
                  <a:cubicBezTo>
                    <a:pt x="59824" y="25079"/>
                    <a:pt x="59771" y="25080"/>
                    <a:pt x="59707" y="25082"/>
                  </a:cubicBezTo>
                  <a:cubicBezTo>
                    <a:pt x="59868" y="25074"/>
                    <a:pt x="60028" y="25057"/>
                    <a:pt x="60189" y="25040"/>
                  </a:cubicBezTo>
                  <a:lnTo>
                    <a:pt x="60206" y="25040"/>
                  </a:lnTo>
                  <a:cubicBezTo>
                    <a:pt x="60519" y="25015"/>
                    <a:pt x="60824" y="24981"/>
                    <a:pt x="61170" y="24939"/>
                  </a:cubicBezTo>
                  <a:cubicBezTo>
                    <a:pt x="61498" y="24900"/>
                    <a:pt x="61854" y="24868"/>
                    <a:pt x="62298" y="24817"/>
                  </a:cubicBezTo>
                  <a:lnTo>
                    <a:pt x="62298" y="24817"/>
                  </a:lnTo>
                  <a:cubicBezTo>
                    <a:pt x="62250" y="24820"/>
                    <a:pt x="62208" y="24821"/>
                    <a:pt x="62175" y="24821"/>
                  </a:cubicBezTo>
                  <a:cubicBezTo>
                    <a:pt x="62160" y="24821"/>
                    <a:pt x="62146" y="24821"/>
                    <a:pt x="62135" y="24820"/>
                  </a:cubicBezTo>
                  <a:lnTo>
                    <a:pt x="62592" y="24753"/>
                  </a:lnTo>
                  <a:lnTo>
                    <a:pt x="62761" y="24761"/>
                  </a:lnTo>
                  <a:lnTo>
                    <a:pt x="63023" y="24702"/>
                  </a:lnTo>
                  <a:lnTo>
                    <a:pt x="63023" y="24702"/>
                  </a:lnTo>
                  <a:cubicBezTo>
                    <a:pt x="62768" y="24716"/>
                    <a:pt x="62263" y="24756"/>
                    <a:pt x="62041" y="24756"/>
                  </a:cubicBezTo>
                  <a:cubicBezTo>
                    <a:pt x="62005" y="24756"/>
                    <a:pt x="61976" y="24755"/>
                    <a:pt x="61957" y="24753"/>
                  </a:cubicBezTo>
                  <a:cubicBezTo>
                    <a:pt x="62304" y="24719"/>
                    <a:pt x="62744" y="24676"/>
                    <a:pt x="63268" y="24617"/>
                  </a:cubicBezTo>
                  <a:lnTo>
                    <a:pt x="64097" y="24507"/>
                  </a:lnTo>
                  <a:cubicBezTo>
                    <a:pt x="64385" y="24473"/>
                    <a:pt x="64698" y="24423"/>
                    <a:pt x="65019" y="24372"/>
                  </a:cubicBezTo>
                  <a:lnTo>
                    <a:pt x="65019" y="24372"/>
                  </a:lnTo>
                  <a:cubicBezTo>
                    <a:pt x="64994" y="24380"/>
                    <a:pt x="64960" y="24380"/>
                    <a:pt x="64935" y="24389"/>
                  </a:cubicBezTo>
                  <a:cubicBezTo>
                    <a:pt x="65595" y="24313"/>
                    <a:pt x="65654" y="24304"/>
                    <a:pt x="66178" y="24237"/>
                  </a:cubicBezTo>
                  <a:lnTo>
                    <a:pt x="66178" y="24237"/>
                  </a:lnTo>
                  <a:lnTo>
                    <a:pt x="66018" y="24270"/>
                  </a:lnTo>
                  <a:cubicBezTo>
                    <a:pt x="66023" y="24271"/>
                    <a:pt x="66029" y="24271"/>
                    <a:pt x="66036" y="24271"/>
                  </a:cubicBezTo>
                  <a:cubicBezTo>
                    <a:pt x="66163" y="24271"/>
                    <a:pt x="66564" y="24200"/>
                    <a:pt x="66965" y="24143"/>
                  </a:cubicBezTo>
                  <a:cubicBezTo>
                    <a:pt x="67160" y="24101"/>
                    <a:pt x="67346" y="24076"/>
                    <a:pt x="67540" y="24059"/>
                  </a:cubicBezTo>
                  <a:lnTo>
                    <a:pt x="67540" y="24059"/>
                  </a:lnTo>
                  <a:lnTo>
                    <a:pt x="67473" y="24084"/>
                  </a:lnTo>
                  <a:cubicBezTo>
                    <a:pt x="67549" y="24084"/>
                    <a:pt x="67980" y="24034"/>
                    <a:pt x="68454" y="23966"/>
                  </a:cubicBezTo>
                  <a:lnTo>
                    <a:pt x="68454" y="23966"/>
                  </a:lnTo>
                  <a:lnTo>
                    <a:pt x="68259" y="24017"/>
                  </a:lnTo>
                  <a:cubicBezTo>
                    <a:pt x="68166" y="24038"/>
                    <a:pt x="68041" y="24060"/>
                    <a:pt x="67901" y="24082"/>
                  </a:cubicBezTo>
                  <a:lnTo>
                    <a:pt x="67901" y="24082"/>
                  </a:lnTo>
                  <a:cubicBezTo>
                    <a:pt x="67982" y="24071"/>
                    <a:pt x="68079" y="24063"/>
                    <a:pt x="68200" y="24050"/>
                  </a:cubicBezTo>
                  <a:lnTo>
                    <a:pt x="68200" y="24050"/>
                  </a:lnTo>
                  <a:lnTo>
                    <a:pt x="67363" y="24220"/>
                  </a:lnTo>
                  <a:cubicBezTo>
                    <a:pt x="67786" y="24169"/>
                    <a:pt x="67845" y="24110"/>
                    <a:pt x="68361" y="24050"/>
                  </a:cubicBezTo>
                  <a:lnTo>
                    <a:pt x="68361" y="24050"/>
                  </a:lnTo>
                  <a:cubicBezTo>
                    <a:pt x="68335" y="24093"/>
                    <a:pt x="68369" y="24101"/>
                    <a:pt x="67819" y="24203"/>
                  </a:cubicBezTo>
                  <a:cubicBezTo>
                    <a:pt x="67677" y="24220"/>
                    <a:pt x="67619" y="24226"/>
                    <a:pt x="67602" y="24226"/>
                  </a:cubicBezTo>
                  <a:cubicBezTo>
                    <a:pt x="67566" y="24226"/>
                    <a:pt x="67710" y="24200"/>
                    <a:pt x="67645" y="24200"/>
                  </a:cubicBezTo>
                  <a:cubicBezTo>
                    <a:pt x="67634" y="24200"/>
                    <a:pt x="67617" y="24201"/>
                    <a:pt x="67591" y="24203"/>
                  </a:cubicBezTo>
                  <a:cubicBezTo>
                    <a:pt x="67227" y="24287"/>
                    <a:pt x="67117" y="24228"/>
                    <a:pt x="66737" y="24321"/>
                  </a:cubicBezTo>
                  <a:cubicBezTo>
                    <a:pt x="66515" y="24353"/>
                    <a:pt x="66429" y="24360"/>
                    <a:pt x="66385" y="24360"/>
                  </a:cubicBezTo>
                  <a:cubicBezTo>
                    <a:pt x="66344" y="24360"/>
                    <a:pt x="66340" y="24354"/>
                    <a:pt x="66298" y="24354"/>
                  </a:cubicBezTo>
                  <a:cubicBezTo>
                    <a:pt x="66289" y="24354"/>
                    <a:pt x="66277" y="24354"/>
                    <a:pt x="66263" y="24355"/>
                  </a:cubicBezTo>
                  <a:cubicBezTo>
                    <a:pt x="66728" y="24287"/>
                    <a:pt x="66035" y="24347"/>
                    <a:pt x="66618" y="24262"/>
                  </a:cubicBezTo>
                  <a:lnTo>
                    <a:pt x="66618" y="24262"/>
                  </a:lnTo>
                  <a:cubicBezTo>
                    <a:pt x="66144" y="24304"/>
                    <a:pt x="66288" y="24347"/>
                    <a:pt x="65882" y="24380"/>
                  </a:cubicBezTo>
                  <a:lnTo>
                    <a:pt x="65815" y="24355"/>
                  </a:lnTo>
                  <a:cubicBezTo>
                    <a:pt x="65451" y="24380"/>
                    <a:pt x="64656" y="24456"/>
                    <a:pt x="64165" y="24533"/>
                  </a:cubicBezTo>
                  <a:cubicBezTo>
                    <a:pt x="64224" y="24529"/>
                    <a:pt x="64261" y="24527"/>
                    <a:pt x="64282" y="24527"/>
                  </a:cubicBezTo>
                  <a:cubicBezTo>
                    <a:pt x="64407" y="24527"/>
                    <a:pt x="63929" y="24585"/>
                    <a:pt x="63987" y="24592"/>
                  </a:cubicBezTo>
                  <a:cubicBezTo>
                    <a:pt x="64199" y="24550"/>
                    <a:pt x="64419" y="24524"/>
                    <a:pt x="64630" y="24524"/>
                  </a:cubicBezTo>
                  <a:cubicBezTo>
                    <a:pt x="64331" y="24570"/>
                    <a:pt x="63609" y="24644"/>
                    <a:pt x="63350" y="24664"/>
                  </a:cubicBezTo>
                  <a:lnTo>
                    <a:pt x="63350" y="24664"/>
                  </a:lnTo>
                  <a:lnTo>
                    <a:pt x="63920" y="24626"/>
                  </a:lnTo>
                  <a:lnTo>
                    <a:pt x="63920" y="24626"/>
                  </a:lnTo>
                  <a:cubicBezTo>
                    <a:pt x="63700" y="24668"/>
                    <a:pt x="62905" y="24769"/>
                    <a:pt x="62888" y="24778"/>
                  </a:cubicBezTo>
                  <a:cubicBezTo>
                    <a:pt x="62736" y="24783"/>
                    <a:pt x="62542" y="24800"/>
                    <a:pt x="62384" y="24811"/>
                  </a:cubicBezTo>
                  <a:lnTo>
                    <a:pt x="62384" y="24811"/>
                  </a:lnTo>
                  <a:cubicBezTo>
                    <a:pt x="62391" y="24809"/>
                    <a:pt x="62401" y="24806"/>
                    <a:pt x="62414" y="24803"/>
                  </a:cubicBezTo>
                  <a:lnTo>
                    <a:pt x="62414" y="24803"/>
                  </a:lnTo>
                  <a:cubicBezTo>
                    <a:pt x="62375" y="24808"/>
                    <a:pt x="62336" y="24813"/>
                    <a:pt x="62298" y="24817"/>
                  </a:cubicBezTo>
                  <a:lnTo>
                    <a:pt x="62298" y="24817"/>
                  </a:lnTo>
                  <a:cubicBezTo>
                    <a:pt x="62325" y="24815"/>
                    <a:pt x="62354" y="24813"/>
                    <a:pt x="62384" y="24811"/>
                  </a:cubicBezTo>
                  <a:lnTo>
                    <a:pt x="62384" y="24811"/>
                  </a:lnTo>
                  <a:cubicBezTo>
                    <a:pt x="62336" y="24827"/>
                    <a:pt x="62419" y="24829"/>
                    <a:pt x="62505" y="24829"/>
                  </a:cubicBezTo>
                  <a:cubicBezTo>
                    <a:pt x="62534" y="24829"/>
                    <a:pt x="62562" y="24829"/>
                    <a:pt x="62587" y="24829"/>
                  </a:cubicBezTo>
                  <a:lnTo>
                    <a:pt x="62587" y="24829"/>
                  </a:lnTo>
                  <a:cubicBezTo>
                    <a:pt x="62699" y="24829"/>
                    <a:pt x="62731" y="24833"/>
                    <a:pt x="62279" y="24879"/>
                  </a:cubicBezTo>
                  <a:cubicBezTo>
                    <a:pt x="62392" y="24865"/>
                    <a:pt x="62380" y="24861"/>
                    <a:pt x="62326" y="24861"/>
                  </a:cubicBezTo>
                  <a:cubicBezTo>
                    <a:pt x="62274" y="24861"/>
                    <a:pt x="62185" y="24864"/>
                    <a:pt x="62127" y="24864"/>
                  </a:cubicBezTo>
                  <a:cubicBezTo>
                    <a:pt x="62103" y="24864"/>
                    <a:pt x="62085" y="24864"/>
                    <a:pt x="62076" y="24863"/>
                  </a:cubicBezTo>
                  <a:cubicBezTo>
                    <a:pt x="61754" y="24879"/>
                    <a:pt x="61458" y="24930"/>
                    <a:pt x="61314" y="24947"/>
                  </a:cubicBezTo>
                  <a:cubicBezTo>
                    <a:pt x="61424" y="24956"/>
                    <a:pt x="61331" y="24998"/>
                    <a:pt x="61162" y="25032"/>
                  </a:cubicBezTo>
                  <a:cubicBezTo>
                    <a:pt x="61805" y="24947"/>
                    <a:pt x="63624" y="24812"/>
                    <a:pt x="63767" y="24727"/>
                  </a:cubicBezTo>
                  <a:cubicBezTo>
                    <a:pt x="64165" y="24693"/>
                    <a:pt x="64630" y="24634"/>
                    <a:pt x="65104" y="24583"/>
                  </a:cubicBezTo>
                  <a:lnTo>
                    <a:pt x="66508" y="24389"/>
                  </a:lnTo>
                  <a:cubicBezTo>
                    <a:pt x="66486" y="24389"/>
                    <a:pt x="66444" y="24393"/>
                    <a:pt x="66427" y="24393"/>
                  </a:cubicBezTo>
                  <a:cubicBezTo>
                    <a:pt x="66418" y="24393"/>
                    <a:pt x="66415" y="24392"/>
                    <a:pt x="66424" y="24389"/>
                  </a:cubicBezTo>
                  <a:lnTo>
                    <a:pt x="67210" y="24321"/>
                  </a:lnTo>
                  <a:lnTo>
                    <a:pt x="67210" y="24321"/>
                  </a:lnTo>
                  <a:lnTo>
                    <a:pt x="67024" y="24347"/>
                  </a:lnTo>
                  <a:lnTo>
                    <a:pt x="67549" y="24304"/>
                  </a:lnTo>
                  <a:cubicBezTo>
                    <a:pt x="67600" y="24304"/>
                    <a:pt x="67405" y="24347"/>
                    <a:pt x="67193" y="24380"/>
                  </a:cubicBezTo>
                  <a:cubicBezTo>
                    <a:pt x="67124" y="24390"/>
                    <a:pt x="67059" y="24396"/>
                    <a:pt x="67035" y="24396"/>
                  </a:cubicBezTo>
                  <a:cubicBezTo>
                    <a:pt x="67015" y="24396"/>
                    <a:pt x="67022" y="24392"/>
                    <a:pt x="67075" y="24380"/>
                  </a:cubicBezTo>
                  <a:lnTo>
                    <a:pt x="67075" y="24380"/>
                  </a:lnTo>
                  <a:cubicBezTo>
                    <a:pt x="66927" y="24408"/>
                    <a:pt x="66893" y="24417"/>
                    <a:pt x="66914" y="24417"/>
                  </a:cubicBezTo>
                  <a:cubicBezTo>
                    <a:pt x="66954" y="24417"/>
                    <a:pt x="67200" y="24384"/>
                    <a:pt x="67249" y="24384"/>
                  </a:cubicBezTo>
                  <a:cubicBezTo>
                    <a:pt x="67269" y="24384"/>
                    <a:pt x="67255" y="24389"/>
                    <a:pt x="67177" y="24406"/>
                  </a:cubicBezTo>
                  <a:cubicBezTo>
                    <a:pt x="67041" y="24423"/>
                    <a:pt x="66864" y="24448"/>
                    <a:pt x="66770" y="24465"/>
                  </a:cubicBezTo>
                  <a:cubicBezTo>
                    <a:pt x="67405" y="24397"/>
                    <a:pt x="67693" y="24313"/>
                    <a:pt x="68090" y="24304"/>
                  </a:cubicBezTo>
                  <a:cubicBezTo>
                    <a:pt x="68386" y="24237"/>
                    <a:pt x="68995" y="24118"/>
                    <a:pt x="69571" y="24050"/>
                  </a:cubicBezTo>
                  <a:lnTo>
                    <a:pt x="69571" y="24050"/>
                  </a:lnTo>
                  <a:cubicBezTo>
                    <a:pt x="69536" y="24058"/>
                    <a:pt x="69528" y="24062"/>
                    <a:pt x="69537" y="24062"/>
                  </a:cubicBezTo>
                  <a:cubicBezTo>
                    <a:pt x="69575" y="24062"/>
                    <a:pt x="69895" y="24011"/>
                    <a:pt x="69958" y="24011"/>
                  </a:cubicBezTo>
                  <a:cubicBezTo>
                    <a:pt x="69980" y="24011"/>
                    <a:pt x="69972" y="24017"/>
                    <a:pt x="69909" y="24034"/>
                  </a:cubicBezTo>
                  <a:cubicBezTo>
                    <a:pt x="70019" y="24008"/>
                    <a:pt x="70205" y="23983"/>
                    <a:pt x="70374" y="23957"/>
                  </a:cubicBezTo>
                  <a:cubicBezTo>
                    <a:pt x="70493" y="23940"/>
                    <a:pt x="70611" y="23915"/>
                    <a:pt x="70729" y="23890"/>
                  </a:cubicBezTo>
                  <a:lnTo>
                    <a:pt x="70729" y="23890"/>
                  </a:lnTo>
                  <a:cubicBezTo>
                    <a:pt x="70560" y="23924"/>
                    <a:pt x="70400" y="23949"/>
                    <a:pt x="70222" y="23966"/>
                  </a:cubicBezTo>
                  <a:cubicBezTo>
                    <a:pt x="70459" y="23924"/>
                    <a:pt x="70484" y="23898"/>
                    <a:pt x="70772" y="23856"/>
                  </a:cubicBezTo>
                  <a:cubicBezTo>
                    <a:pt x="70786" y="23853"/>
                    <a:pt x="70792" y="23852"/>
                    <a:pt x="70795" y="23852"/>
                  </a:cubicBezTo>
                  <a:cubicBezTo>
                    <a:pt x="70800" y="23852"/>
                    <a:pt x="70789" y="23856"/>
                    <a:pt x="70789" y="23856"/>
                  </a:cubicBezTo>
                  <a:cubicBezTo>
                    <a:pt x="71169" y="23771"/>
                    <a:pt x="70907" y="23763"/>
                    <a:pt x="71567" y="23653"/>
                  </a:cubicBezTo>
                  <a:cubicBezTo>
                    <a:pt x="72034" y="23570"/>
                    <a:pt x="72231" y="23541"/>
                    <a:pt x="72275" y="23541"/>
                  </a:cubicBezTo>
                  <a:cubicBezTo>
                    <a:pt x="72387" y="23541"/>
                    <a:pt x="71479" y="23739"/>
                    <a:pt x="71567" y="23739"/>
                  </a:cubicBezTo>
                  <a:cubicBezTo>
                    <a:pt x="71571" y="23739"/>
                    <a:pt x="71576" y="23738"/>
                    <a:pt x="71584" y="23737"/>
                  </a:cubicBezTo>
                  <a:cubicBezTo>
                    <a:pt x="71643" y="23712"/>
                    <a:pt x="72396" y="23577"/>
                    <a:pt x="72743" y="23526"/>
                  </a:cubicBezTo>
                  <a:lnTo>
                    <a:pt x="72743" y="23526"/>
                  </a:lnTo>
                  <a:lnTo>
                    <a:pt x="72667" y="23551"/>
                  </a:lnTo>
                  <a:cubicBezTo>
                    <a:pt x="72870" y="23501"/>
                    <a:pt x="73073" y="23458"/>
                    <a:pt x="73284" y="23433"/>
                  </a:cubicBezTo>
                  <a:cubicBezTo>
                    <a:pt x="73386" y="23382"/>
                    <a:pt x="73589" y="23323"/>
                    <a:pt x="73707" y="23281"/>
                  </a:cubicBezTo>
                  <a:lnTo>
                    <a:pt x="74477" y="23128"/>
                  </a:lnTo>
                  <a:lnTo>
                    <a:pt x="74477" y="23128"/>
                  </a:lnTo>
                  <a:lnTo>
                    <a:pt x="74325" y="23171"/>
                  </a:lnTo>
                  <a:lnTo>
                    <a:pt x="74325" y="23171"/>
                  </a:lnTo>
                  <a:lnTo>
                    <a:pt x="74807" y="23069"/>
                  </a:lnTo>
                  <a:lnTo>
                    <a:pt x="74807" y="23069"/>
                  </a:lnTo>
                  <a:cubicBezTo>
                    <a:pt x="74875" y="23078"/>
                    <a:pt x="74646" y="23120"/>
                    <a:pt x="74418" y="23171"/>
                  </a:cubicBezTo>
                  <a:lnTo>
                    <a:pt x="74418" y="23171"/>
                  </a:lnTo>
                  <a:cubicBezTo>
                    <a:pt x="74570" y="23162"/>
                    <a:pt x="74731" y="23128"/>
                    <a:pt x="74875" y="23078"/>
                  </a:cubicBezTo>
                  <a:lnTo>
                    <a:pt x="74875" y="23078"/>
                  </a:lnTo>
                  <a:lnTo>
                    <a:pt x="74782" y="23095"/>
                  </a:lnTo>
                  <a:cubicBezTo>
                    <a:pt x="74932" y="23055"/>
                    <a:pt x="75393" y="22941"/>
                    <a:pt x="75333" y="22941"/>
                  </a:cubicBezTo>
                  <a:cubicBezTo>
                    <a:pt x="75315" y="22941"/>
                    <a:pt x="75252" y="22951"/>
                    <a:pt x="75120" y="22976"/>
                  </a:cubicBezTo>
                  <a:cubicBezTo>
                    <a:pt x="75543" y="22866"/>
                    <a:pt x="75687" y="22883"/>
                    <a:pt x="75983" y="22807"/>
                  </a:cubicBezTo>
                  <a:lnTo>
                    <a:pt x="75983" y="22807"/>
                  </a:lnTo>
                  <a:cubicBezTo>
                    <a:pt x="76011" y="22814"/>
                    <a:pt x="75823" y="22863"/>
                    <a:pt x="75855" y="22863"/>
                  </a:cubicBezTo>
                  <a:cubicBezTo>
                    <a:pt x="75861" y="22863"/>
                    <a:pt x="75874" y="22862"/>
                    <a:pt x="75898" y="22858"/>
                  </a:cubicBezTo>
                  <a:cubicBezTo>
                    <a:pt x="76186" y="22807"/>
                    <a:pt x="76372" y="22773"/>
                    <a:pt x="76609" y="22714"/>
                  </a:cubicBezTo>
                  <a:lnTo>
                    <a:pt x="76609" y="22714"/>
                  </a:lnTo>
                  <a:cubicBezTo>
                    <a:pt x="76557" y="22722"/>
                    <a:pt x="76532" y="22724"/>
                    <a:pt x="76519" y="22724"/>
                  </a:cubicBezTo>
                  <a:cubicBezTo>
                    <a:pt x="76497" y="22724"/>
                    <a:pt x="76516" y="22716"/>
                    <a:pt x="76500" y="22716"/>
                  </a:cubicBezTo>
                  <a:cubicBezTo>
                    <a:pt x="76484" y="22716"/>
                    <a:pt x="76439" y="22723"/>
                    <a:pt x="76304" y="22748"/>
                  </a:cubicBezTo>
                  <a:cubicBezTo>
                    <a:pt x="76440" y="22714"/>
                    <a:pt x="76803" y="22629"/>
                    <a:pt x="76786" y="22621"/>
                  </a:cubicBezTo>
                  <a:lnTo>
                    <a:pt x="76786" y="22621"/>
                  </a:lnTo>
                  <a:cubicBezTo>
                    <a:pt x="76660" y="22663"/>
                    <a:pt x="76524" y="22688"/>
                    <a:pt x="76389" y="22705"/>
                  </a:cubicBezTo>
                  <a:cubicBezTo>
                    <a:pt x="76769" y="22621"/>
                    <a:pt x="77176" y="22519"/>
                    <a:pt x="77573" y="22452"/>
                  </a:cubicBezTo>
                  <a:lnTo>
                    <a:pt x="77573" y="22452"/>
                  </a:lnTo>
                  <a:cubicBezTo>
                    <a:pt x="77539" y="22460"/>
                    <a:pt x="77505" y="22469"/>
                    <a:pt x="77480" y="22485"/>
                  </a:cubicBezTo>
                  <a:cubicBezTo>
                    <a:pt x="77979" y="22333"/>
                    <a:pt x="78757" y="22172"/>
                    <a:pt x="79087" y="22046"/>
                  </a:cubicBezTo>
                  <a:lnTo>
                    <a:pt x="79087" y="22046"/>
                  </a:lnTo>
                  <a:lnTo>
                    <a:pt x="78935" y="22079"/>
                  </a:lnTo>
                  <a:cubicBezTo>
                    <a:pt x="78783" y="22130"/>
                    <a:pt x="78622" y="22164"/>
                    <a:pt x="78461" y="22189"/>
                  </a:cubicBezTo>
                  <a:cubicBezTo>
                    <a:pt x="78581" y="22161"/>
                    <a:pt x="78601" y="22153"/>
                    <a:pt x="78582" y="22153"/>
                  </a:cubicBezTo>
                  <a:cubicBezTo>
                    <a:pt x="78560" y="22153"/>
                    <a:pt x="78485" y="22164"/>
                    <a:pt x="78460" y="22164"/>
                  </a:cubicBezTo>
                  <a:cubicBezTo>
                    <a:pt x="78438" y="22164"/>
                    <a:pt x="78455" y="22155"/>
                    <a:pt x="78588" y="22122"/>
                  </a:cubicBezTo>
                  <a:cubicBezTo>
                    <a:pt x="79147" y="21969"/>
                    <a:pt x="79646" y="21876"/>
                    <a:pt x="79942" y="21766"/>
                  </a:cubicBezTo>
                  <a:lnTo>
                    <a:pt x="79942" y="21766"/>
                  </a:lnTo>
                  <a:cubicBezTo>
                    <a:pt x="79409" y="21893"/>
                    <a:pt x="78690" y="22054"/>
                    <a:pt x="78478" y="22122"/>
                  </a:cubicBezTo>
                  <a:cubicBezTo>
                    <a:pt x="78597" y="22096"/>
                    <a:pt x="78707" y="22071"/>
                    <a:pt x="78825" y="22037"/>
                  </a:cubicBezTo>
                  <a:lnTo>
                    <a:pt x="78825" y="22037"/>
                  </a:lnTo>
                  <a:cubicBezTo>
                    <a:pt x="78563" y="22122"/>
                    <a:pt x="78309" y="22189"/>
                    <a:pt x="78047" y="22266"/>
                  </a:cubicBezTo>
                  <a:cubicBezTo>
                    <a:pt x="78046" y="22265"/>
                    <a:pt x="78045" y="22265"/>
                    <a:pt x="78043" y="22265"/>
                  </a:cubicBezTo>
                  <a:cubicBezTo>
                    <a:pt x="77988" y="22265"/>
                    <a:pt x="77461" y="22405"/>
                    <a:pt x="77374" y="22405"/>
                  </a:cubicBezTo>
                  <a:cubicBezTo>
                    <a:pt x="77365" y="22405"/>
                    <a:pt x="77361" y="22404"/>
                    <a:pt x="77362" y="22401"/>
                  </a:cubicBezTo>
                  <a:lnTo>
                    <a:pt x="78089" y="22232"/>
                  </a:lnTo>
                  <a:cubicBezTo>
                    <a:pt x="78040" y="22232"/>
                    <a:pt x="77413" y="22380"/>
                    <a:pt x="77116" y="22444"/>
                  </a:cubicBezTo>
                  <a:lnTo>
                    <a:pt x="77116" y="22444"/>
                  </a:lnTo>
                  <a:lnTo>
                    <a:pt x="77438" y="22375"/>
                  </a:lnTo>
                  <a:lnTo>
                    <a:pt x="77438" y="22375"/>
                  </a:lnTo>
                  <a:cubicBezTo>
                    <a:pt x="77125" y="22460"/>
                    <a:pt x="76761" y="22553"/>
                    <a:pt x="76397" y="22629"/>
                  </a:cubicBezTo>
                  <a:cubicBezTo>
                    <a:pt x="76047" y="22703"/>
                    <a:pt x="75697" y="22776"/>
                    <a:pt x="75400" y="22849"/>
                  </a:cubicBezTo>
                  <a:lnTo>
                    <a:pt x="75400" y="22849"/>
                  </a:lnTo>
                  <a:cubicBezTo>
                    <a:pt x="75476" y="22830"/>
                    <a:pt x="75498" y="22823"/>
                    <a:pt x="75486" y="22823"/>
                  </a:cubicBezTo>
                  <a:cubicBezTo>
                    <a:pt x="75450" y="22823"/>
                    <a:pt x="75090" y="22893"/>
                    <a:pt x="75048" y="22893"/>
                  </a:cubicBezTo>
                  <a:cubicBezTo>
                    <a:pt x="75034" y="22893"/>
                    <a:pt x="75054" y="22886"/>
                    <a:pt x="75128" y="22866"/>
                  </a:cubicBezTo>
                  <a:cubicBezTo>
                    <a:pt x="75238" y="22832"/>
                    <a:pt x="75357" y="22815"/>
                    <a:pt x="75467" y="22798"/>
                  </a:cubicBezTo>
                  <a:cubicBezTo>
                    <a:pt x="75474" y="22794"/>
                    <a:pt x="75471" y="22792"/>
                    <a:pt x="75461" y="22792"/>
                  </a:cubicBezTo>
                  <a:cubicBezTo>
                    <a:pt x="75401" y="22792"/>
                    <a:pt x="75068" y="22867"/>
                    <a:pt x="74959" y="22875"/>
                  </a:cubicBezTo>
                  <a:cubicBezTo>
                    <a:pt x="74910" y="22896"/>
                    <a:pt x="74457" y="22999"/>
                    <a:pt x="74525" y="22999"/>
                  </a:cubicBezTo>
                  <a:cubicBezTo>
                    <a:pt x="74539" y="22999"/>
                    <a:pt x="74574" y="22995"/>
                    <a:pt x="74638" y="22985"/>
                  </a:cubicBezTo>
                  <a:lnTo>
                    <a:pt x="74638" y="22985"/>
                  </a:lnTo>
                  <a:cubicBezTo>
                    <a:pt x="74435" y="23018"/>
                    <a:pt x="73986" y="23120"/>
                    <a:pt x="73699" y="23162"/>
                  </a:cubicBezTo>
                  <a:cubicBezTo>
                    <a:pt x="73783" y="23171"/>
                    <a:pt x="73183" y="23281"/>
                    <a:pt x="73073" y="23314"/>
                  </a:cubicBezTo>
                  <a:cubicBezTo>
                    <a:pt x="72946" y="23331"/>
                    <a:pt x="72844" y="23348"/>
                    <a:pt x="72760" y="23357"/>
                  </a:cubicBezTo>
                  <a:lnTo>
                    <a:pt x="73665" y="23145"/>
                  </a:lnTo>
                  <a:cubicBezTo>
                    <a:pt x="73766" y="23137"/>
                    <a:pt x="73876" y="23111"/>
                    <a:pt x="73969" y="23086"/>
                  </a:cubicBezTo>
                  <a:lnTo>
                    <a:pt x="73969" y="23078"/>
                  </a:lnTo>
                  <a:cubicBezTo>
                    <a:pt x="74629" y="22925"/>
                    <a:pt x="75289" y="22756"/>
                    <a:pt x="75619" y="22672"/>
                  </a:cubicBezTo>
                  <a:lnTo>
                    <a:pt x="75619" y="22672"/>
                  </a:lnTo>
                  <a:lnTo>
                    <a:pt x="75467" y="22722"/>
                  </a:lnTo>
                  <a:cubicBezTo>
                    <a:pt x="75704" y="22655"/>
                    <a:pt x="75949" y="22604"/>
                    <a:pt x="76203" y="22553"/>
                  </a:cubicBezTo>
                  <a:lnTo>
                    <a:pt x="76583" y="22469"/>
                  </a:lnTo>
                  <a:cubicBezTo>
                    <a:pt x="76702" y="22445"/>
                    <a:pt x="76821" y="22414"/>
                    <a:pt x="76932" y="22382"/>
                  </a:cubicBezTo>
                  <a:lnTo>
                    <a:pt x="76932" y="22382"/>
                  </a:lnTo>
                  <a:cubicBezTo>
                    <a:pt x="76940" y="22381"/>
                    <a:pt x="76953" y="22379"/>
                    <a:pt x="76973" y="22375"/>
                  </a:cubicBezTo>
                  <a:cubicBezTo>
                    <a:pt x="77350" y="22295"/>
                    <a:pt x="77586" y="22224"/>
                    <a:pt x="77823" y="22159"/>
                  </a:cubicBezTo>
                  <a:lnTo>
                    <a:pt x="77823" y="22159"/>
                  </a:lnTo>
                  <a:cubicBezTo>
                    <a:pt x="77783" y="22169"/>
                    <a:pt x="77740" y="22178"/>
                    <a:pt x="77692" y="22189"/>
                  </a:cubicBezTo>
                  <a:cubicBezTo>
                    <a:pt x="77835" y="22139"/>
                    <a:pt x="78174" y="22046"/>
                    <a:pt x="78419" y="21995"/>
                  </a:cubicBezTo>
                  <a:lnTo>
                    <a:pt x="78444" y="21961"/>
                  </a:lnTo>
                  <a:cubicBezTo>
                    <a:pt x="78757" y="21859"/>
                    <a:pt x="79087" y="21817"/>
                    <a:pt x="79392" y="21707"/>
                  </a:cubicBezTo>
                  <a:lnTo>
                    <a:pt x="79392" y="21707"/>
                  </a:lnTo>
                  <a:lnTo>
                    <a:pt x="79020" y="21783"/>
                  </a:lnTo>
                  <a:lnTo>
                    <a:pt x="79079" y="21766"/>
                  </a:lnTo>
                  <a:lnTo>
                    <a:pt x="79079" y="21766"/>
                  </a:lnTo>
                  <a:cubicBezTo>
                    <a:pt x="78918" y="21809"/>
                    <a:pt x="78774" y="21851"/>
                    <a:pt x="78732" y="21868"/>
                  </a:cubicBezTo>
                  <a:cubicBezTo>
                    <a:pt x="78419" y="21953"/>
                    <a:pt x="78106" y="22012"/>
                    <a:pt x="77785" y="22046"/>
                  </a:cubicBezTo>
                  <a:cubicBezTo>
                    <a:pt x="77734" y="22055"/>
                    <a:pt x="77706" y="22059"/>
                    <a:pt x="77692" y="22059"/>
                  </a:cubicBezTo>
                  <a:cubicBezTo>
                    <a:pt x="77633" y="22059"/>
                    <a:pt x="77863" y="21985"/>
                    <a:pt x="77835" y="21978"/>
                  </a:cubicBezTo>
                  <a:lnTo>
                    <a:pt x="77835" y="21978"/>
                  </a:lnTo>
                  <a:cubicBezTo>
                    <a:pt x="77412" y="22079"/>
                    <a:pt x="77446" y="22096"/>
                    <a:pt x="77023" y="22206"/>
                  </a:cubicBezTo>
                  <a:cubicBezTo>
                    <a:pt x="76982" y="22214"/>
                    <a:pt x="76961" y="22217"/>
                    <a:pt x="76952" y="22217"/>
                  </a:cubicBezTo>
                  <a:cubicBezTo>
                    <a:pt x="76933" y="22217"/>
                    <a:pt x="76982" y="22201"/>
                    <a:pt x="77023" y="22189"/>
                  </a:cubicBezTo>
                  <a:lnTo>
                    <a:pt x="77023" y="22189"/>
                  </a:lnTo>
                  <a:lnTo>
                    <a:pt x="76719" y="22274"/>
                  </a:lnTo>
                  <a:cubicBezTo>
                    <a:pt x="76706" y="22274"/>
                    <a:pt x="76322" y="22349"/>
                    <a:pt x="76271" y="22349"/>
                  </a:cubicBezTo>
                  <a:cubicBezTo>
                    <a:pt x="76251" y="22349"/>
                    <a:pt x="76280" y="22338"/>
                    <a:pt x="76397" y="22308"/>
                  </a:cubicBezTo>
                  <a:lnTo>
                    <a:pt x="76668" y="22249"/>
                  </a:lnTo>
                  <a:lnTo>
                    <a:pt x="76668" y="22249"/>
                  </a:lnTo>
                  <a:cubicBezTo>
                    <a:pt x="76124" y="22350"/>
                    <a:pt x="75216" y="22515"/>
                    <a:pt x="75091" y="22515"/>
                  </a:cubicBezTo>
                  <a:cubicBezTo>
                    <a:pt x="75080" y="22515"/>
                    <a:pt x="75076" y="22514"/>
                    <a:pt x="75078" y="22511"/>
                  </a:cubicBezTo>
                  <a:lnTo>
                    <a:pt x="75078" y="22511"/>
                  </a:lnTo>
                  <a:cubicBezTo>
                    <a:pt x="74748" y="22570"/>
                    <a:pt x="74841" y="22570"/>
                    <a:pt x="74325" y="22663"/>
                  </a:cubicBezTo>
                  <a:cubicBezTo>
                    <a:pt x="74096" y="22731"/>
                    <a:pt x="74359" y="22705"/>
                    <a:pt x="73800" y="22824"/>
                  </a:cubicBezTo>
                  <a:lnTo>
                    <a:pt x="74249" y="22748"/>
                  </a:lnTo>
                  <a:lnTo>
                    <a:pt x="74511" y="22688"/>
                  </a:lnTo>
                  <a:lnTo>
                    <a:pt x="74046" y="22773"/>
                  </a:lnTo>
                  <a:cubicBezTo>
                    <a:pt x="74342" y="22714"/>
                    <a:pt x="74282" y="22705"/>
                    <a:pt x="74367" y="22672"/>
                  </a:cubicBezTo>
                  <a:cubicBezTo>
                    <a:pt x="75069" y="22528"/>
                    <a:pt x="75272" y="22528"/>
                    <a:pt x="75636" y="22460"/>
                  </a:cubicBezTo>
                  <a:lnTo>
                    <a:pt x="75636" y="22460"/>
                  </a:lnTo>
                  <a:cubicBezTo>
                    <a:pt x="75416" y="22519"/>
                    <a:pt x="75035" y="22595"/>
                    <a:pt x="75188" y="22595"/>
                  </a:cubicBezTo>
                  <a:cubicBezTo>
                    <a:pt x="74835" y="22645"/>
                    <a:pt x="74800" y="22694"/>
                    <a:pt x="74413" y="22751"/>
                  </a:cubicBezTo>
                  <a:lnTo>
                    <a:pt x="74413" y="22751"/>
                  </a:lnTo>
                  <a:cubicBezTo>
                    <a:pt x="74116" y="22822"/>
                    <a:pt x="74058" y="22810"/>
                    <a:pt x="73800" y="22875"/>
                  </a:cubicBezTo>
                  <a:cubicBezTo>
                    <a:pt x="73806" y="22872"/>
                    <a:pt x="73806" y="22871"/>
                    <a:pt x="73802" y="22871"/>
                  </a:cubicBezTo>
                  <a:cubicBezTo>
                    <a:pt x="73795" y="22871"/>
                    <a:pt x="73772" y="22875"/>
                    <a:pt x="73749" y="22875"/>
                  </a:cubicBezTo>
                  <a:cubicBezTo>
                    <a:pt x="73514" y="22921"/>
                    <a:pt x="73492" y="22928"/>
                    <a:pt x="73516" y="22928"/>
                  </a:cubicBezTo>
                  <a:cubicBezTo>
                    <a:pt x="73527" y="22928"/>
                    <a:pt x="73548" y="22927"/>
                    <a:pt x="73562" y="22927"/>
                  </a:cubicBezTo>
                  <a:cubicBezTo>
                    <a:pt x="73595" y="22927"/>
                    <a:pt x="73590" y="22936"/>
                    <a:pt x="73335" y="22993"/>
                  </a:cubicBezTo>
                  <a:cubicBezTo>
                    <a:pt x="73160" y="23026"/>
                    <a:pt x="73078" y="23037"/>
                    <a:pt x="73044" y="23037"/>
                  </a:cubicBezTo>
                  <a:cubicBezTo>
                    <a:pt x="72979" y="23037"/>
                    <a:pt x="73076" y="23000"/>
                    <a:pt x="73029" y="23000"/>
                  </a:cubicBezTo>
                  <a:cubicBezTo>
                    <a:pt x="73024" y="23000"/>
                    <a:pt x="73016" y="23000"/>
                    <a:pt x="73005" y="23001"/>
                  </a:cubicBezTo>
                  <a:cubicBezTo>
                    <a:pt x="73893" y="22798"/>
                    <a:pt x="72971" y="22959"/>
                    <a:pt x="73944" y="22748"/>
                  </a:cubicBezTo>
                  <a:cubicBezTo>
                    <a:pt x="73941" y="22741"/>
                    <a:pt x="73924" y="22738"/>
                    <a:pt x="73897" y="22738"/>
                  </a:cubicBezTo>
                  <a:cubicBezTo>
                    <a:pt x="73778" y="22738"/>
                    <a:pt x="73448" y="22794"/>
                    <a:pt x="73030" y="22883"/>
                  </a:cubicBezTo>
                  <a:cubicBezTo>
                    <a:pt x="73083" y="22875"/>
                    <a:pt x="73114" y="22872"/>
                    <a:pt x="73131" y="22872"/>
                  </a:cubicBezTo>
                  <a:cubicBezTo>
                    <a:pt x="73205" y="22872"/>
                    <a:pt x="73015" y="22931"/>
                    <a:pt x="73121" y="22931"/>
                  </a:cubicBezTo>
                  <a:cubicBezTo>
                    <a:pt x="73148" y="22931"/>
                    <a:pt x="73197" y="22927"/>
                    <a:pt x="73276" y="22917"/>
                  </a:cubicBezTo>
                  <a:lnTo>
                    <a:pt x="73276" y="22917"/>
                  </a:lnTo>
                  <a:cubicBezTo>
                    <a:pt x="72506" y="23078"/>
                    <a:pt x="72582" y="23145"/>
                    <a:pt x="71702" y="23255"/>
                  </a:cubicBezTo>
                  <a:lnTo>
                    <a:pt x="71728" y="23247"/>
                  </a:lnTo>
                  <a:lnTo>
                    <a:pt x="71728" y="23247"/>
                  </a:lnTo>
                  <a:lnTo>
                    <a:pt x="71372" y="23331"/>
                  </a:lnTo>
                  <a:lnTo>
                    <a:pt x="70873" y="23408"/>
                  </a:lnTo>
                  <a:cubicBezTo>
                    <a:pt x="71178" y="23314"/>
                    <a:pt x="71559" y="23272"/>
                    <a:pt x="71795" y="23205"/>
                  </a:cubicBezTo>
                  <a:lnTo>
                    <a:pt x="71795" y="23205"/>
                  </a:lnTo>
                  <a:cubicBezTo>
                    <a:pt x="71186" y="23272"/>
                    <a:pt x="70992" y="23382"/>
                    <a:pt x="70298" y="23492"/>
                  </a:cubicBezTo>
                  <a:cubicBezTo>
                    <a:pt x="70227" y="23498"/>
                    <a:pt x="70184" y="23501"/>
                    <a:pt x="70161" y="23501"/>
                  </a:cubicBezTo>
                  <a:cubicBezTo>
                    <a:pt x="70091" y="23501"/>
                    <a:pt x="70238" y="23474"/>
                    <a:pt x="70425" y="23441"/>
                  </a:cubicBezTo>
                  <a:cubicBezTo>
                    <a:pt x="70620" y="23408"/>
                    <a:pt x="70806" y="23365"/>
                    <a:pt x="70992" y="23314"/>
                  </a:cubicBezTo>
                  <a:lnTo>
                    <a:pt x="70992" y="23314"/>
                  </a:lnTo>
                  <a:cubicBezTo>
                    <a:pt x="70831" y="23348"/>
                    <a:pt x="70670" y="23374"/>
                    <a:pt x="70518" y="23374"/>
                  </a:cubicBezTo>
                  <a:cubicBezTo>
                    <a:pt x="71161" y="23281"/>
                    <a:pt x="70907" y="23289"/>
                    <a:pt x="71635" y="23179"/>
                  </a:cubicBezTo>
                  <a:lnTo>
                    <a:pt x="71635" y="23179"/>
                  </a:lnTo>
                  <a:cubicBezTo>
                    <a:pt x="71496" y="23209"/>
                    <a:pt x="71473" y="23217"/>
                    <a:pt x="71494" y="23217"/>
                  </a:cubicBezTo>
                  <a:cubicBezTo>
                    <a:pt x="71516" y="23217"/>
                    <a:pt x="71592" y="23207"/>
                    <a:pt x="71621" y="23207"/>
                  </a:cubicBezTo>
                  <a:cubicBezTo>
                    <a:pt x="71633" y="23207"/>
                    <a:pt x="71637" y="23209"/>
                    <a:pt x="71626" y="23213"/>
                  </a:cubicBezTo>
                  <a:cubicBezTo>
                    <a:pt x="71728" y="23179"/>
                    <a:pt x="72404" y="23069"/>
                    <a:pt x="72878" y="22976"/>
                  </a:cubicBezTo>
                  <a:cubicBezTo>
                    <a:pt x="72897" y="22967"/>
                    <a:pt x="72895" y="22963"/>
                    <a:pt x="72877" y="22963"/>
                  </a:cubicBezTo>
                  <a:cubicBezTo>
                    <a:pt x="72800" y="22963"/>
                    <a:pt x="72408" y="23043"/>
                    <a:pt x="72159" y="23078"/>
                  </a:cubicBezTo>
                  <a:cubicBezTo>
                    <a:pt x="71592" y="23205"/>
                    <a:pt x="70992" y="23255"/>
                    <a:pt x="70552" y="23357"/>
                  </a:cubicBezTo>
                  <a:cubicBezTo>
                    <a:pt x="70365" y="23390"/>
                    <a:pt x="70287" y="23402"/>
                    <a:pt x="70267" y="23402"/>
                  </a:cubicBezTo>
                  <a:cubicBezTo>
                    <a:pt x="70222" y="23402"/>
                    <a:pt x="70491" y="23340"/>
                    <a:pt x="70467" y="23340"/>
                  </a:cubicBezTo>
                  <a:cubicBezTo>
                    <a:pt x="69909" y="23416"/>
                    <a:pt x="70230" y="23399"/>
                    <a:pt x="70053" y="23433"/>
                  </a:cubicBezTo>
                  <a:cubicBezTo>
                    <a:pt x="69215" y="23585"/>
                    <a:pt x="69114" y="23543"/>
                    <a:pt x="68522" y="23636"/>
                  </a:cubicBezTo>
                  <a:cubicBezTo>
                    <a:pt x="68268" y="23695"/>
                    <a:pt x="67845" y="23754"/>
                    <a:pt x="67371" y="23814"/>
                  </a:cubicBezTo>
                  <a:cubicBezTo>
                    <a:pt x="66897" y="23881"/>
                    <a:pt x="66381" y="23949"/>
                    <a:pt x="65958" y="23991"/>
                  </a:cubicBezTo>
                  <a:cubicBezTo>
                    <a:pt x="66060" y="23966"/>
                    <a:pt x="65941" y="23966"/>
                    <a:pt x="65891" y="23966"/>
                  </a:cubicBezTo>
                  <a:cubicBezTo>
                    <a:pt x="65392" y="24076"/>
                    <a:pt x="65569" y="24034"/>
                    <a:pt x="64935" y="24135"/>
                  </a:cubicBezTo>
                  <a:lnTo>
                    <a:pt x="65476" y="24093"/>
                  </a:lnTo>
                  <a:lnTo>
                    <a:pt x="65476" y="24093"/>
                  </a:lnTo>
                  <a:cubicBezTo>
                    <a:pt x="65045" y="24152"/>
                    <a:pt x="64706" y="24220"/>
                    <a:pt x="64309" y="24237"/>
                  </a:cubicBezTo>
                  <a:cubicBezTo>
                    <a:pt x="64571" y="24237"/>
                    <a:pt x="64402" y="24262"/>
                    <a:pt x="64123" y="24296"/>
                  </a:cubicBezTo>
                  <a:cubicBezTo>
                    <a:pt x="63844" y="24330"/>
                    <a:pt x="63454" y="24363"/>
                    <a:pt x="63294" y="24389"/>
                  </a:cubicBezTo>
                  <a:cubicBezTo>
                    <a:pt x="62854" y="24414"/>
                    <a:pt x="62414" y="24482"/>
                    <a:pt x="62169" y="24482"/>
                  </a:cubicBezTo>
                  <a:lnTo>
                    <a:pt x="62236" y="24473"/>
                  </a:lnTo>
                  <a:lnTo>
                    <a:pt x="62236" y="24473"/>
                  </a:lnTo>
                  <a:cubicBezTo>
                    <a:pt x="62016" y="24490"/>
                    <a:pt x="61805" y="24507"/>
                    <a:pt x="61593" y="24524"/>
                  </a:cubicBezTo>
                  <a:lnTo>
                    <a:pt x="61661" y="24473"/>
                  </a:lnTo>
                  <a:lnTo>
                    <a:pt x="61661" y="24473"/>
                  </a:lnTo>
                  <a:cubicBezTo>
                    <a:pt x="61221" y="24490"/>
                    <a:pt x="60680" y="24566"/>
                    <a:pt x="60840" y="24566"/>
                  </a:cubicBezTo>
                  <a:cubicBezTo>
                    <a:pt x="60732" y="24570"/>
                    <a:pt x="60664" y="24572"/>
                    <a:pt x="60622" y="24572"/>
                  </a:cubicBezTo>
                  <a:cubicBezTo>
                    <a:pt x="60483" y="24572"/>
                    <a:pt x="60630" y="24554"/>
                    <a:pt x="60578" y="24541"/>
                  </a:cubicBezTo>
                  <a:cubicBezTo>
                    <a:pt x="60807" y="24519"/>
                    <a:pt x="61261" y="24452"/>
                    <a:pt x="61480" y="24452"/>
                  </a:cubicBezTo>
                  <a:cubicBezTo>
                    <a:pt x="61512" y="24452"/>
                    <a:pt x="61539" y="24453"/>
                    <a:pt x="61559" y="24456"/>
                  </a:cubicBezTo>
                  <a:cubicBezTo>
                    <a:pt x="61509" y="24456"/>
                    <a:pt x="61450" y="24456"/>
                    <a:pt x="61399" y="24465"/>
                  </a:cubicBezTo>
                  <a:cubicBezTo>
                    <a:pt x="62008" y="24440"/>
                    <a:pt x="62101" y="24414"/>
                    <a:pt x="62118" y="24389"/>
                  </a:cubicBezTo>
                  <a:cubicBezTo>
                    <a:pt x="62143" y="24372"/>
                    <a:pt x="62092" y="24355"/>
                    <a:pt x="62389" y="24321"/>
                  </a:cubicBezTo>
                  <a:lnTo>
                    <a:pt x="62389" y="24321"/>
                  </a:lnTo>
                  <a:cubicBezTo>
                    <a:pt x="62228" y="24338"/>
                    <a:pt x="62092" y="24347"/>
                    <a:pt x="61957" y="24347"/>
                  </a:cubicBezTo>
                  <a:cubicBezTo>
                    <a:pt x="61813" y="24355"/>
                    <a:pt x="61661" y="24372"/>
                    <a:pt x="61509" y="24380"/>
                  </a:cubicBezTo>
                  <a:cubicBezTo>
                    <a:pt x="61356" y="24397"/>
                    <a:pt x="60722" y="24456"/>
                    <a:pt x="60401" y="24499"/>
                  </a:cubicBezTo>
                  <a:cubicBezTo>
                    <a:pt x="60739" y="24465"/>
                    <a:pt x="61077" y="24440"/>
                    <a:pt x="61407" y="24440"/>
                  </a:cubicBezTo>
                  <a:cubicBezTo>
                    <a:pt x="61120" y="24456"/>
                    <a:pt x="61077" y="24490"/>
                    <a:pt x="60824" y="24490"/>
                  </a:cubicBezTo>
                  <a:lnTo>
                    <a:pt x="60908" y="24473"/>
                  </a:lnTo>
                  <a:lnTo>
                    <a:pt x="60908" y="24473"/>
                  </a:lnTo>
                  <a:lnTo>
                    <a:pt x="60587" y="24516"/>
                  </a:lnTo>
                  <a:cubicBezTo>
                    <a:pt x="60579" y="24512"/>
                    <a:pt x="60553" y="24510"/>
                    <a:pt x="60517" y="24510"/>
                  </a:cubicBezTo>
                  <a:cubicBezTo>
                    <a:pt x="60386" y="24510"/>
                    <a:pt x="60116" y="24530"/>
                    <a:pt x="60058" y="24530"/>
                  </a:cubicBezTo>
                  <a:cubicBezTo>
                    <a:pt x="60026" y="24530"/>
                    <a:pt x="60055" y="24525"/>
                    <a:pt x="60198" y="24507"/>
                  </a:cubicBezTo>
                  <a:lnTo>
                    <a:pt x="60198" y="24507"/>
                  </a:lnTo>
                  <a:cubicBezTo>
                    <a:pt x="59758" y="24541"/>
                    <a:pt x="60045" y="24541"/>
                    <a:pt x="59656" y="24575"/>
                  </a:cubicBezTo>
                  <a:cubicBezTo>
                    <a:pt x="59918" y="24566"/>
                    <a:pt x="60172" y="24541"/>
                    <a:pt x="60434" y="24524"/>
                  </a:cubicBezTo>
                  <a:lnTo>
                    <a:pt x="60434" y="24524"/>
                  </a:lnTo>
                  <a:lnTo>
                    <a:pt x="60417" y="24558"/>
                  </a:lnTo>
                  <a:cubicBezTo>
                    <a:pt x="60138" y="24592"/>
                    <a:pt x="60071" y="24583"/>
                    <a:pt x="59758" y="24600"/>
                  </a:cubicBezTo>
                  <a:lnTo>
                    <a:pt x="59783" y="24634"/>
                  </a:lnTo>
                  <a:lnTo>
                    <a:pt x="59233" y="24634"/>
                  </a:lnTo>
                  <a:cubicBezTo>
                    <a:pt x="59301" y="24651"/>
                    <a:pt x="58869" y="24668"/>
                    <a:pt x="58751" y="24676"/>
                  </a:cubicBezTo>
                  <a:cubicBezTo>
                    <a:pt x="58548" y="24676"/>
                    <a:pt x="58567" y="24650"/>
                    <a:pt x="58446" y="24650"/>
                  </a:cubicBezTo>
                  <a:cubicBezTo>
                    <a:pt x="58386" y="24650"/>
                    <a:pt x="58291" y="24657"/>
                    <a:pt x="58117" y="24676"/>
                  </a:cubicBezTo>
                  <a:lnTo>
                    <a:pt x="58159" y="24676"/>
                  </a:lnTo>
                  <a:cubicBezTo>
                    <a:pt x="57863" y="24702"/>
                    <a:pt x="57677" y="24719"/>
                    <a:pt x="57254" y="24727"/>
                  </a:cubicBezTo>
                  <a:cubicBezTo>
                    <a:pt x="57279" y="24719"/>
                    <a:pt x="57397" y="24710"/>
                    <a:pt x="57457" y="24710"/>
                  </a:cubicBezTo>
                  <a:cubicBezTo>
                    <a:pt x="56956" y="24710"/>
                    <a:pt x="56209" y="24769"/>
                    <a:pt x="55817" y="24769"/>
                  </a:cubicBezTo>
                  <a:cubicBezTo>
                    <a:pt x="55739" y="24769"/>
                    <a:pt x="55675" y="24767"/>
                    <a:pt x="55629" y="24761"/>
                  </a:cubicBezTo>
                  <a:cubicBezTo>
                    <a:pt x="55672" y="24736"/>
                    <a:pt x="55926" y="24736"/>
                    <a:pt x="55934" y="24710"/>
                  </a:cubicBezTo>
                  <a:cubicBezTo>
                    <a:pt x="56856" y="24710"/>
                    <a:pt x="56577" y="24643"/>
                    <a:pt x="57660" y="24626"/>
                  </a:cubicBezTo>
                  <a:cubicBezTo>
                    <a:pt x="57670" y="24636"/>
                    <a:pt x="57705" y="24640"/>
                    <a:pt x="57757" y="24640"/>
                  </a:cubicBezTo>
                  <a:cubicBezTo>
                    <a:pt x="57954" y="24640"/>
                    <a:pt x="58394" y="24581"/>
                    <a:pt x="58646" y="24581"/>
                  </a:cubicBezTo>
                  <a:cubicBezTo>
                    <a:pt x="58704" y="24581"/>
                    <a:pt x="58752" y="24584"/>
                    <a:pt x="58785" y="24592"/>
                  </a:cubicBezTo>
                  <a:cubicBezTo>
                    <a:pt x="58480" y="24600"/>
                    <a:pt x="58176" y="24626"/>
                    <a:pt x="57871" y="24676"/>
                  </a:cubicBezTo>
                  <a:cubicBezTo>
                    <a:pt x="58260" y="24651"/>
                    <a:pt x="58810" y="24617"/>
                    <a:pt x="59081" y="24609"/>
                  </a:cubicBezTo>
                  <a:cubicBezTo>
                    <a:pt x="58844" y="24600"/>
                    <a:pt x="58920" y="24566"/>
                    <a:pt x="59089" y="24533"/>
                  </a:cubicBezTo>
                  <a:lnTo>
                    <a:pt x="59089" y="24533"/>
                  </a:lnTo>
                  <a:cubicBezTo>
                    <a:pt x="58776" y="24558"/>
                    <a:pt x="58328" y="24583"/>
                    <a:pt x="57854" y="24592"/>
                  </a:cubicBezTo>
                  <a:cubicBezTo>
                    <a:pt x="57372" y="24609"/>
                    <a:pt x="56856" y="24609"/>
                    <a:pt x="56416" y="24626"/>
                  </a:cubicBezTo>
                  <a:lnTo>
                    <a:pt x="56518" y="24660"/>
                  </a:lnTo>
                  <a:cubicBezTo>
                    <a:pt x="56348" y="24671"/>
                    <a:pt x="56257" y="24675"/>
                    <a:pt x="56213" y="24675"/>
                  </a:cubicBezTo>
                  <a:cubicBezTo>
                    <a:pt x="56083" y="24675"/>
                    <a:pt x="56359" y="24638"/>
                    <a:pt x="56172" y="24638"/>
                  </a:cubicBezTo>
                  <a:cubicBezTo>
                    <a:pt x="56137" y="24638"/>
                    <a:pt x="56085" y="24639"/>
                    <a:pt x="56010" y="24643"/>
                  </a:cubicBezTo>
                  <a:lnTo>
                    <a:pt x="55739" y="24676"/>
                  </a:lnTo>
                  <a:lnTo>
                    <a:pt x="55706" y="24676"/>
                  </a:lnTo>
                  <a:lnTo>
                    <a:pt x="55257" y="24719"/>
                  </a:lnTo>
                  <a:cubicBezTo>
                    <a:pt x="55527" y="24711"/>
                    <a:pt x="55458" y="24692"/>
                    <a:pt x="55654" y="24692"/>
                  </a:cubicBezTo>
                  <a:cubicBezTo>
                    <a:pt x="55686" y="24692"/>
                    <a:pt x="55725" y="24692"/>
                    <a:pt x="55773" y="24693"/>
                  </a:cubicBezTo>
                  <a:cubicBezTo>
                    <a:pt x="56078" y="24693"/>
                    <a:pt x="55765" y="24727"/>
                    <a:pt x="55672" y="24744"/>
                  </a:cubicBezTo>
                  <a:cubicBezTo>
                    <a:pt x="55570" y="24744"/>
                    <a:pt x="55331" y="24748"/>
                    <a:pt x="55176" y="24748"/>
                  </a:cubicBezTo>
                  <a:cubicBezTo>
                    <a:pt x="55020" y="24748"/>
                    <a:pt x="54948" y="24744"/>
                    <a:pt x="55181" y="24727"/>
                  </a:cubicBezTo>
                  <a:lnTo>
                    <a:pt x="55181" y="24727"/>
                  </a:lnTo>
                  <a:lnTo>
                    <a:pt x="54361" y="24778"/>
                  </a:lnTo>
                  <a:cubicBezTo>
                    <a:pt x="54454" y="24761"/>
                    <a:pt x="54538" y="24753"/>
                    <a:pt x="54631" y="24744"/>
                  </a:cubicBezTo>
                  <a:lnTo>
                    <a:pt x="54631" y="24744"/>
                  </a:lnTo>
                  <a:lnTo>
                    <a:pt x="54039" y="24761"/>
                  </a:lnTo>
                  <a:lnTo>
                    <a:pt x="54064" y="24761"/>
                  </a:lnTo>
                  <a:cubicBezTo>
                    <a:pt x="53582" y="24795"/>
                    <a:pt x="52922" y="24786"/>
                    <a:pt x="52559" y="24812"/>
                  </a:cubicBezTo>
                  <a:cubicBezTo>
                    <a:pt x="53371" y="24837"/>
                    <a:pt x="52170" y="24837"/>
                    <a:pt x="52237" y="24863"/>
                  </a:cubicBezTo>
                  <a:cubicBezTo>
                    <a:pt x="51950" y="24854"/>
                    <a:pt x="51865" y="24786"/>
                    <a:pt x="52483" y="24769"/>
                  </a:cubicBezTo>
                  <a:cubicBezTo>
                    <a:pt x="52536" y="24778"/>
                    <a:pt x="52619" y="24781"/>
                    <a:pt x="52717" y="24781"/>
                  </a:cubicBezTo>
                  <a:cubicBezTo>
                    <a:pt x="52913" y="24781"/>
                    <a:pt x="53171" y="24769"/>
                    <a:pt x="53379" y="24769"/>
                  </a:cubicBezTo>
                  <a:cubicBezTo>
                    <a:pt x="53244" y="24761"/>
                    <a:pt x="53141" y="24758"/>
                    <a:pt x="53051" y="24758"/>
                  </a:cubicBezTo>
                  <a:cubicBezTo>
                    <a:pt x="52872" y="24758"/>
                    <a:pt x="52748" y="24769"/>
                    <a:pt x="52533" y="24769"/>
                  </a:cubicBezTo>
                  <a:cubicBezTo>
                    <a:pt x="52753" y="24753"/>
                    <a:pt x="52119" y="24744"/>
                    <a:pt x="52119" y="24727"/>
                  </a:cubicBezTo>
                  <a:cubicBezTo>
                    <a:pt x="52249" y="24705"/>
                    <a:pt x="52378" y="24693"/>
                    <a:pt x="52508" y="24693"/>
                  </a:cubicBezTo>
                  <a:cubicBezTo>
                    <a:pt x="52573" y="24693"/>
                    <a:pt x="52638" y="24696"/>
                    <a:pt x="52703" y="24702"/>
                  </a:cubicBezTo>
                  <a:cubicBezTo>
                    <a:pt x="53303" y="24702"/>
                    <a:pt x="52762" y="24727"/>
                    <a:pt x="52939" y="24727"/>
                  </a:cubicBezTo>
                  <a:cubicBezTo>
                    <a:pt x="53069" y="24740"/>
                    <a:pt x="53199" y="24747"/>
                    <a:pt x="53330" y="24747"/>
                  </a:cubicBezTo>
                  <a:cubicBezTo>
                    <a:pt x="53377" y="24747"/>
                    <a:pt x="53425" y="24746"/>
                    <a:pt x="53472" y="24744"/>
                  </a:cubicBezTo>
                  <a:cubicBezTo>
                    <a:pt x="53709" y="24736"/>
                    <a:pt x="53971" y="24727"/>
                    <a:pt x="54149" y="24727"/>
                  </a:cubicBezTo>
                  <a:cubicBezTo>
                    <a:pt x="54181" y="24727"/>
                    <a:pt x="54123" y="24732"/>
                    <a:pt x="54067" y="24734"/>
                  </a:cubicBezTo>
                  <a:lnTo>
                    <a:pt x="54067" y="24734"/>
                  </a:lnTo>
                  <a:cubicBezTo>
                    <a:pt x="54395" y="24726"/>
                    <a:pt x="54989" y="24717"/>
                    <a:pt x="55037" y="24693"/>
                  </a:cubicBezTo>
                  <a:lnTo>
                    <a:pt x="55037" y="24693"/>
                  </a:lnTo>
                  <a:lnTo>
                    <a:pt x="54251" y="24727"/>
                  </a:lnTo>
                  <a:cubicBezTo>
                    <a:pt x="54081" y="24719"/>
                    <a:pt x="54496" y="24702"/>
                    <a:pt x="54251" y="24693"/>
                  </a:cubicBezTo>
                  <a:lnTo>
                    <a:pt x="54251" y="24693"/>
                  </a:lnTo>
                  <a:cubicBezTo>
                    <a:pt x="54073" y="24702"/>
                    <a:pt x="53853" y="24702"/>
                    <a:pt x="53625" y="24702"/>
                  </a:cubicBezTo>
                  <a:lnTo>
                    <a:pt x="53667" y="24693"/>
                  </a:lnTo>
                  <a:cubicBezTo>
                    <a:pt x="53389" y="24683"/>
                    <a:pt x="53016" y="24679"/>
                    <a:pt x="52644" y="24679"/>
                  </a:cubicBezTo>
                  <a:cubicBezTo>
                    <a:pt x="52381" y="24679"/>
                    <a:pt x="52118" y="24681"/>
                    <a:pt x="51890" y="24685"/>
                  </a:cubicBezTo>
                  <a:cubicBezTo>
                    <a:pt x="51679" y="24744"/>
                    <a:pt x="51459" y="24795"/>
                    <a:pt x="51239" y="24820"/>
                  </a:cubicBezTo>
                  <a:lnTo>
                    <a:pt x="49987" y="24795"/>
                  </a:lnTo>
                  <a:lnTo>
                    <a:pt x="49336" y="24769"/>
                  </a:lnTo>
                  <a:lnTo>
                    <a:pt x="48684" y="24736"/>
                  </a:lnTo>
                  <a:cubicBezTo>
                    <a:pt x="48746" y="24731"/>
                    <a:pt x="48837" y="24729"/>
                    <a:pt x="48950" y="24729"/>
                  </a:cubicBezTo>
                  <a:cubicBezTo>
                    <a:pt x="49222" y="24729"/>
                    <a:pt x="49622" y="24741"/>
                    <a:pt x="50046" y="24753"/>
                  </a:cubicBezTo>
                  <a:lnTo>
                    <a:pt x="49792" y="24761"/>
                  </a:lnTo>
                  <a:cubicBezTo>
                    <a:pt x="49953" y="24767"/>
                    <a:pt x="50081" y="24769"/>
                    <a:pt x="50188" y="24769"/>
                  </a:cubicBezTo>
                  <a:cubicBezTo>
                    <a:pt x="50401" y="24769"/>
                    <a:pt x="50528" y="24761"/>
                    <a:pt x="50664" y="24761"/>
                  </a:cubicBezTo>
                  <a:cubicBezTo>
                    <a:pt x="50638" y="24761"/>
                    <a:pt x="50681" y="24769"/>
                    <a:pt x="50748" y="24778"/>
                  </a:cubicBezTo>
                  <a:cubicBezTo>
                    <a:pt x="51188" y="24778"/>
                    <a:pt x="51417" y="24753"/>
                    <a:pt x="51188" y="24727"/>
                  </a:cubicBezTo>
                  <a:lnTo>
                    <a:pt x="51188" y="24727"/>
                  </a:lnTo>
                  <a:lnTo>
                    <a:pt x="51044" y="24736"/>
                  </a:lnTo>
                  <a:lnTo>
                    <a:pt x="50748" y="24702"/>
                  </a:lnTo>
                  <a:cubicBezTo>
                    <a:pt x="50708" y="24719"/>
                    <a:pt x="50577" y="24725"/>
                    <a:pt x="50404" y="24725"/>
                  </a:cubicBezTo>
                  <a:cubicBezTo>
                    <a:pt x="50113" y="24725"/>
                    <a:pt x="49701" y="24709"/>
                    <a:pt x="49391" y="24709"/>
                  </a:cubicBezTo>
                  <a:cubicBezTo>
                    <a:pt x="49348" y="24709"/>
                    <a:pt x="49307" y="24710"/>
                    <a:pt x="49268" y="24710"/>
                  </a:cubicBezTo>
                  <a:cubicBezTo>
                    <a:pt x="49491" y="24705"/>
                    <a:pt x="49695" y="24683"/>
                    <a:pt x="49938" y="24683"/>
                  </a:cubicBezTo>
                  <a:cubicBezTo>
                    <a:pt x="50053" y="24683"/>
                    <a:pt x="50178" y="24688"/>
                    <a:pt x="50317" y="24702"/>
                  </a:cubicBezTo>
                  <a:lnTo>
                    <a:pt x="50276" y="24674"/>
                  </a:lnTo>
                  <a:lnTo>
                    <a:pt x="50276" y="24674"/>
                  </a:lnTo>
                  <a:cubicBezTo>
                    <a:pt x="50259" y="24674"/>
                    <a:pt x="50243" y="24674"/>
                    <a:pt x="50226" y="24674"/>
                  </a:cubicBezTo>
                  <a:cubicBezTo>
                    <a:pt x="50055" y="24674"/>
                    <a:pt x="49886" y="24672"/>
                    <a:pt x="49742" y="24660"/>
                  </a:cubicBezTo>
                  <a:cubicBezTo>
                    <a:pt x="49551" y="24672"/>
                    <a:pt x="49359" y="24679"/>
                    <a:pt x="49166" y="24679"/>
                  </a:cubicBezTo>
                  <a:cubicBezTo>
                    <a:pt x="48974" y="24679"/>
                    <a:pt x="48782" y="24672"/>
                    <a:pt x="48591" y="24660"/>
                  </a:cubicBezTo>
                  <a:lnTo>
                    <a:pt x="48617" y="24651"/>
                  </a:lnTo>
                  <a:lnTo>
                    <a:pt x="48617" y="24651"/>
                  </a:lnTo>
                  <a:cubicBezTo>
                    <a:pt x="48566" y="24654"/>
                    <a:pt x="48511" y="24655"/>
                    <a:pt x="48453" y="24655"/>
                  </a:cubicBezTo>
                  <a:cubicBezTo>
                    <a:pt x="47989" y="24655"/>
                    <a:pt x="47326" y="24575"/>
                    <a:pt x="47018" y="24575"/>
                  </a:cubicBezTo>
                  <a:cubicBezTo>
                    <a:pt x="46925" y="24592"/>
                    <a:pt x="47102" y="24609"/>
                    <a:pt x="47339" y="24626"/>
                  </a:cubicBezTo>
                  <a:cubicBezTo>
                    <a:pt x="47576" y="24634"/>
                    <a:pt x="47864" y="24643"/>
                    <a:pt x="47974" y="24660"/>
                  </a:cubicBezTo>
                  <a:cubicBezTo>
                    <a:pt x="47947" y="24660"/>
                    <a:pt x="47920" y="24661"/>
                    <a:pt x="47894" y="24661"/>
                  </a:cubicBezTo>
                  <a:cubicBezTo>
                    <a:pt x="47738" y="24661"/>
                    <a:pt x="47591" y="24649"/>
                    <a:pt x="47554" y="24649"/>
                  </a:cubicBezTo>
                  <a:cubicBezTo>
                    <a:pt x="47531" y="24649"/>
                    <a:pt x="47551" y="24653"/>
                    <a:pt x="47635" y="24668"/>
                  </a:cubicBezTo>
                  <a:cubicBezTo>
                    <a:pt x="47458" y="24668"/>
                    <a:pt x="47288" y="24660"/>
                    <a:pt x="47119" y="24634"/>
                  </a:cubicBezTo>
                  <a:cubicBezTo>
                    <a:pt x="46984" y="24609"/>
                    <a:pt x="46840" y="24600"/>
                    <a:pt x="46696" y="24600"/>
                  </a:cubicBezTo>
                  <a:lnTo>
                    <a:pt x="47009" y="24634"/>
                  </a:lnTo>
                  <a:cubicBezTo>
                    <a:pt x="46987" y="24635"/>
                    <a:pt x="46963" y="24635"/>
                    <a:pt x="46938" y="24635"/>
                  </a:cubicBezTo>
                  <a:cubicBezTo>
                    <a:pt x="46716" y="24635"/>
                    <a:pt x="46406" y="24608"/>
                    <a:pt x="46184" y="24608"/>
                  </a:cubicBezTo>
                  <a:cubicBezTo>
                    <a:pt x="46159" y="24608"/>
                    <a:pt x="46135" y="24608"/>
                    <a:pt x="46113" y="24609"/>
                  </a:cubicBezTo>
                  <a:cubicBezTo>
                    <a:pt x="46079" y="24643"/>
                    <a:pt x="46527" y="24634"/>
                    <a:pt x="46984" y="24676"/>
                  </a:cubicBezTo>
                  <a:lnTo>
                    <a:pt x="46772" y="24685"/>
                  </a:lnTo>
                  <a:cubicBezTo>
                    <a:pt x="47085" y="24702"/>
                    <a:pt x="47390" y="24710"/>
                    <a:pt x="47703" y="24710"/>
                  </a:cubicBezTo>
                  <a:cubicBezTo>
                    <a:pt x="47982" y="24685"/>
                    <a:pt x="47728" y="24668"/>
                    <a:pt x="48304" y="24668"/>
                  </a:cubicBezTo>
                  <a:cubicBezTo>
                    <a:pt x="48608" y="24702"/>
                    <a:pt x="48777" y="24761"/>
                    <a:pt x="48650" y="24786"/>
                  </a:cubicBezTo>
                  <a:cubicBezTo>
                    <a:pt x="48397" y="24761"/>
                    <a:pt x="47948" y="24753"/>
                    <a:pt x="47957" y="24719"/>
                  </a:cubicBezTo>
                  <a:lnTo>
                    <a:pt x="47957" y="24719"/>
                  </a:lnTo>
                  <a:cubicBezTo>
                    <a:pt x="47830" y="24736"/>
                    <a:pt x="47568" y="24736"/>
                    <a:pt x="47365" y="24736"/>
                  </a:cubicBezTo>
                  <a:cubicBezTo>
                    <a:pt x="47162" y="24736"/>
                    <a:pt x="47009" y="24736"/>
                    <a:pt x="47085" y="24753"/>
                  </a:cubicBezTo>
                  <a:lnTo>
                    <a:pt x="46984" y="24753"/>
                  </a:lnTo>
                  <a:cubicBezTo>
                    <a:pt x="46671" y="24702"/>
                    <a:pt x="46197" y="24651"/>
                    <a:pt x="45334" y="24592"/>
                  </a:cubicBezTo>
                  <a:cubicBezTo>
                    <a:pt x="45296" y="24590"/>
                    <a:pt x="45266" y="24589"/>
                    <a:pt x="45242" y="24589"/>
                  </a:cubicBezTo>
                  <a:cubicBezTo>
                    <a:pt x="45165" y="24589"/>
                    <a:pt x="45156" y="24600"/>
                    <a:pt x="45182" y="24626"/>
                  </a:cubicBezTo>
                  <a:cubicBezTo>
                    <a:pt x="45004" y="24600"/>
                    <a:pt x="44835" y="24583"/>
                    <a:pt x="44658" y="24566"/>
                  </a:cubicBezTo>
                  <a:cubicBezTo>
                    <a:pt x="44705" y="24564"/>
                    <a:pt x="44751" y="24563"/>
                    <a:pt x="44797" y="24563"/>
                  </a:cubicBezTo>
                  <a:cubicBezTo>
                    <a:pt x="44908" y="24563"/>
                    <a:pt x="45018" y="24569"/>
                    <a:pt x="45131" y="24575"/>
                  </a:cubicBezTo>
                  <a:lnTo>
                    <a:pt x="43803" y="24456"/>
                  </a:lnTo>
                  <a:lnTo>
                    <a:pt x="43913" y="24456"/>
                  </a:lnTo>
                  <a:lnTo>
                    <a:pt x="43380" y="24431"/>
                  </a:lnTo>
                  <a:lnTo>
                    <a:pt x="43380" y="24431"/>
                  </a:lnTo>
                  <a:cubicBezTo>
                    <a:pt x="43676" y="24448"/>
                    <a:pt x="44133" y="24490"/>
                    <a:pt x="44015" y="24507"/>
                  </a:cubicBezTo>
                  <a:cubicBezTo>
                    <a:pt x="43423" y="24482"/>
                    <a:pt x="43084" y="24423"/>
                    <a:pt x="42577" y="24406"/>
                  </a:cubicBezTo>
                  <a:cubicBezTo>
                    <a:pt x="42585" y="24355"/>
                    <a:pt x="42416" y="24330"/>
                    <a:pt x="42585" y="24321"/>
                  </a:cubicBezTo>
                  <a:cubicBezTo>
                    <a:pt x="42619" y="24330"/>
                    <a:pt x="42636" y="24330"/>
                    <a:pt x="42644" y="24330"/>
                  </a:cubicBezTo>
                  <a:cubicBezTo>
                    <a:pt x="42691" y="24325"/>
                    <a:pt x="42752" y="24323"/>
                    <a:pt x="42823" y="24323"/>
                  </a:cubicBezTo>
                  <a:cubicBezTo>
                    <a:pt x="42894" y="24323"/>
                    <a:pt x="42974" y="24325"/>
                    <a:pt x="43059" y="24330"/>
                  </a:cubicBezTo>
                  <a:cubicBezTo>
                    <a:pt x="43220" y="24330"/>
                    <a:pt x="43397" y="24338"/>
                    <a:pt x="43558" y="24347"/>
                  </a:cubicBezTo>
                  <a:cubicBezTo>
                    <a:pt x="43008" y="24296"/>
                    <a:pt x="42797" y="24270"/>
                    <a:pt x="42610" y="24245"/>
                  </a:cubicBezTo>
                  <a:cubicBezTo>
                    <a:pt x="42424" y="24228"/>
                    <a:pt x="42255" y="24211"/>
                    <a:pt x="41773" y="24160"/>
                  </a:cubicBezTo>
                  <a:cubicBezTo>
                    <a:pt x="41758" y="24153"/>
                    <a:pt x="41777" y="24150"/>
                    <a:pt x="41816" y="24150"/>
                  </a:cubicBezTo>
                  <a:cubicBezTo>
                    <a:pt x="41959" y="24150"/>
                    <a:pt x="42371" y="24188"/>
                    <a:pt x="42458" y="24188"/>
                  </a:cubicBezTo>
                  <a:cubicBezTo>
                    <a:pt x="42482" y="24188"/>
                    <a:pt x="42481" y="24185"/>
                    <a:pt x="42441" y="24177"/>
                  </a:cubicBezTo>
                  <a:lnTo>
                    <a:pt x="42441" y="24177"/>
                  </a:lnTo>
                  <a:cubicBezTo>
                    <a:pt x="42746" y="24211"/>
                    <a:pt x="43042" y="24253"/>
                    <a:pt x="43346" y="24279"/>
                  </a:cubicBezTo>
                  <a:cubicBezTo>
                    <a:pt x="43194" y="24270"/>
                    <a:pt x="43169" y="24270"/>
                    <a:pt x="43101" y="24270"/>
                  </a:cubicBezTo>
                  <a:cubicBezTo>
                    <a:pt x="43727" y="24304"/>
                    <a:pt x="43947" y="24355"/>
                    <a:pt x="44421" y="24355"/>
                  </a:cubicBezTo>
                  <a:cubicBezTo>
                    <a:pt x="44506" y="24367"/>
                    <a:pt x="44504" y="24371"/>
                    <a:pt x="44465" y="24371"/>
                  </a:cubicBezTo>
                  <a:cubicBezTo>
                    <a:pt x="44402" y="24371"/>
                    <a:pt x="44243" y="24361"/>
                    <a:pt x="44208" y="24361"/>
                  </a:cubicBezTo>
                  <a:cubicBezTo>
                    <a:pt x="44189" y="24361"/>
                    <a:pt x="44205" y="24364"/>
                    <a:pt x="44285" y="24372"/>
                  </a:cubicBezTo>
                  <a:cubicBezTo>
                    <a:pt x="44171" y="24363"/>
                    <a:pt x="44057" y="24359"/>
                    <a:pt x="43943" y="24359"/>
                  </a:cubicBezTo>
                  <a:cubicBezTo>
                    <a:pt x="43829" y="24359"/>
                    <a:pt x="43714" y="24363"/>
                    <a:pt x="43600" y="24372"/>
                  </a:cubicBezTo>
                  <a:cubicBezTo>
                    <a:pt x="43859" y="24400"/>
                    <a:pt x="43983" y="24407"/>
                    <a:pt x="44066" y="24407"/>
                  </a:cubicBezTo>
                  <a:cubicBezTo>
                    <a:pt x="44164" y="24407"/>
                    <a:pt x="44204" y="24397"/>
                    <a:pt x="44341" y="24397"/>
                  </a:cubicBezTo>
                  <a:cubicBezTo>
                    <a:pt x="44406" y="24397"/>
                    <a:pt x="44492" y="24399"/>
                    <a:pt x="44615" y="24406"/>
                  </a:cubicBezTo>
                  <a:lnTo>
                    <a:pt x="45072" y="24473"/>
                  </a:lnTo>
                  <a:cubicBezTo>
                    <a:pt x="45117" y="24476"/>
                    <a:pt x="45144" y="24477"/>
                    <a:pt x="45158" y="24477"/>
                  </a:cubicBezTo>
                  <a:cubicBezTo>
                    <a:pt x="45233" y="24477"/>
                    <a:pt x="44976" y="24447"/>
                    <a:pt x="44962" y="24440"/>
                  </a:cubicBezTo>
                  <a:lnTo>
                    <a:pt x="44962" y="24440"/>
                  </a:lnTo>
                  <a:cubicBezTo>
                    <a:pt x="45301" y="24465"/>
                    <a:pt x="45427" y="24482"/>
                    <a:pt x="45681" y="24499"/>
                  </a:cubicBezTo>
                  <a:cubicBezTo>
                    <a:pt x="45605" y="24490"/>
                    <a:pt x="45436" y="24473"/>
                    <a:pt x="45478" y="24465"/>
                  </a:cubicBezTo>
                  <a:lnTo>
                    <a:pt x="45478" y="24465"/>
                  </a:lnTo>
                  <a:cubicBezTo>
                    <a:pt x="45874" y="24513"/>
                    <a:pt x="46270" y="24523"/>
                    <a:pt x="46644" y="24583"/>
                  </a:cubicBezTo>
                  <a:lnTo>
                    <a:pt x="46644" y="24583"/>
                  </a:lnTo>
                  <a:cubicBezTo>
                    <a:pt x="46599" y="24566"/>
                    <a:pt x="46982" y="24566"/>
                    <a:pt x="47136" y="24566"/>
                  </a:cubicBezTo>
                  <a:lnTo>
                    <a:pt x="46341" y="24473"/>
                  </a:lnTo>
                  <a:cubicBezTo>
                    <a:pt x="45825" y="24440"/>
                    <a:pt x="45419" y="24414"/>
                    <a:pt x="44996" y="24389"/>
                  </a:cubicBezTo>
                  <a:cubicBezTo>
                    <a:pt x="44573" y="24355"/>
                    <a:pt x="44142" y="24313"/>
                    <a:pt x="43592" y="24279"/>
                  </a:cubicBezTo>
                  <a:lnTo>
                    <a:pt x="43659" y="24270"/>
                  </a:lnTo>
                  <a:lnTo>
                    <a:pt x="43093" y="24211"/>
                  </a:lnTo>
                  <a:cubicBezTo>
                    <a:pt x="42940" y="24194"/>
                    <a:pt x="42805" y="24177"/>
                    <a:pt x="42687" y="24169"/>
                  </a:cubicBezTo>
                  <a:cubicBezTo>
                    <a:pt x="42441" y="24152"/>
                    <a:pt x="42272" y="24135"/>
                    <a:pt x="42103" y="24135"/>
                  </a:cubicBezTo>
                  <a:cubicBezTo>
                    <a:pt x="41655" y="24135"/>
                    <a:pt x="41198" y="24101"/>
                    <a:pt x="40741" y="24042"/>
                  </a:cubicBezTo>
                  <a:cubicBezTo>
                    <a:pt x="40707" y="24000"/>
                    <a:pt x="40064" y="23966"/>
                    <a:pt x="40123" y="23932"/>
                  </a:cubicBezTo>
                  <a:lnTo>
                    <a:pt x="40123" y="23932"/>
                  </a:lnTo>
                  <a:cubicBezTo>
                    <a:pt x="40315" y="23958"/>
                    <a:pt x="40407" y="23968"/>
                    <a:pt x="40439" y="23968"/>
                  </a:cubicBezTo>
                  <a:cubicBezTo>
                    <a:pt x="40482" y="23968"/>
                    <a:pt x="40423" y="23951"/>
                    <a:pt x="40352" y="23932"/>
                  </a:cubicBezTo>
                  <a:cubicBezTo>
                    <a:pt x="40039" y="23924"/>
                    <a:pt x="39734" y="23890"/>
                    <a:pt x="39430" y="23847"/>
                  </a:cubicBezTo>
                  <a:cubicBezTo>
                    <a:pt x="39565" y="23847"/>
                    <a:pt x="39369" y="23812"/>
                    <a:pt x="39441" y="23812"/>
                  </a:cubicBezTo>
                  <a:cubicBezTo>
                    <a:pt x="39468" y="23812"/>
                    <a:pt x="39533" y="23817"/>
                    <a:pt x="39667" y="23831"/>
                  </a:cubicBezTo>
                  <a:cubicBezTo>
                    <a:pt x="38990" y="23737"/>
                    <a:pt x="38626" y="23687"/>
                    <a:pt x="38279" y="23670"/>
                  </a:cubicBezTo>
                  <a:cubicBezTo>
                    <a:pt x="37183" y="23544"/>
                    <a:pt x="37942" y="23576"/>
                    <a:pt x="36900" y="23437"/>
                  </a:cubicBezTo>
                  <a:lnTo>
                    <a:pt x="36900" y="23437"/>
                  </a:lnTo>
                  <a:cubicBezTo>
                    <a:pt x="36940" y="23441"/>
                    <a:pt x="36981" y="23441"/>
                    <a:pt x="37027" y="23441"/>
                  </a:cubicBezTo>
                  <a:cubicBezTo>
                    <a:pt x="36799" y="23416"/>
                    <a:pt x="36570" y="23374"/>
                    <a:pt x="36350" y="23340"/>
                  </a:cubicBezTo>
                  <a:lnTo>
                    <a:pt x="36350" y="23340"/>
                  </a:lnTo>
                  <a:lnTo>
                    <a:pt x="36570" y="23399"/>
                  </a:lnTo>
                  <a:lnTo>
                    <a:pt x="35767" y="23281"/>
                  </a:lnTo>
                  <a:cubicBezTo>
                    <a:pt x="35668" y="23269"/>
                    <a:pt x="35616" y="23264"/>
                    <a:pt x="35595" y="23264"/>
                  </a:cubicBezTo>
                  <a:cubicBezTo>
                    <a:pt x="35513" y="23264"/>
                    <a:pt x="35948" y="23342"/>
                    <a:pt x="35894" y="23348"/>
                  </a:cubicBezTo>
                  <a:lnTo>
                    <a:pt x="36063" y="23348"/>
                  </a:lnTo>
                  <a:cubicBezTo>
                    <a:pt x="36384" y="23408"/>
                    <a:pt x="36850" y="23458"/>
                    <a:pt x="36909" y="23492"/>
                  </a:cubicBezTo>
                  <a:cubicBezTo>
                    <a:pt x="36706" y="23458"/>
                    <a:pt x="36503" y="23433"/>
                    <a:pt x="36291" y="23424"/>
                  </a:cubicBezTo>
                  <a:lnTo>
                    <a:pt x="36291" y="23424"/>
                  </a:lnTo>
                  <a:lnTo>
                    <a:pt x="36799" y="23501"/>
                  </a:lnTo>
                  <a:cubicBezTo>
                    <a:pt x="36850" y="23518"/>
                    <a:pt x="36900" y="23534"/>
                    <a:pt x="36960" y="23551"/>
                  </a:cubicBezTo>
                  <a:cubicBezTo>
                    <a:pt x="37459" y="23627"/>
                    <a:pt x="37848" y="23687"/>
                    <a:pt x="38144" y="23704"/>
                  </a:cubicBezTo>
                  <a:cubicBezTo>
                    <a:pt x="37932" y="23670"/>
                    <a:pt x="37806" y="23678"/>
                    <a:pt x="37619" y="23636"/>
                  </a:cubicBezTo>
                  <a:cubicBezTo>
                    <a:pt x="37873" y="23636"/>
                    <a:pt x="38491" y="23729"/>
                    <a:pt x="39100" y="23797"/>
                  </a:cubicBezTo>
                  <a:cubicBezTo>
                    <a:pt x="39117" y="23805"/>
                    <a:pt x="39303" y="23831"/>
                    <a:pt x="39227" y="23831"/>
                  </a:cubicBezTo>
                  <a:cubicBezTo>
                    <a:pt x="39210" y="23831"/>
                    <a:pt x="39108" y="23822"/>
                    <a:pt x="39049" y="23814"/>
                  </a:cubicBezTo>
                  <a:lnTo>
                    <a:pt x="39049" y="23814"/>
                  </a:lnTo>
                  <a:cubicBezTo>
                    <a:pt x="39091" y="23831"/>
                    <a:pt x="38753" y="23805"/>
                    <a:pt x="39320" y="23881"/>
                  </a:cubicBezTo>
                  <a:lnTo>
                    <a:pt x="38922" y="23873"/>
                  </a:lnTo>
                  <a:lnTo>
                    <a:pt x="38694" y="23873"/>
                  </a:lnTo>
                  <a:cubicBezTo>
                    <a:pt x="38364" y="23831"/>
                    <a:pt x="37899" y="23771"/>
                    <a:pt x="37636" y="23721"/>
                  </a:cubicBezTo>
                  <a:lnTo>
                    <a:pt x="37653" y="23721"/>
                  </a:lnTo>
                  <a:cubicBezTo>
                    <a:pt x="37374" y="23678"/>
                    <a:pt x="36757" y="23611"/>
                    <a:pt x="36714" y="23568"/>
                  </a:cubicBezTo>
                  <a:cubicBezTo>
                    <a:pt x="36601" y="23558"/>
                    <a:pt x="36366" y="23523"/>
                    <a:pt x="36334" y="23523"/>
                  </a:cubicBezTo>
                  <a:cubicBezTo>
                    <a:pt x="36317" y="23523"/>
                    <a:pt x="36366" y="23534"/>
                    <a:pt x="36545" y="23568"/>
                  </a:cubicBezTo>
                  <a:lnTo>
                    <a:pt x="35724" y="23450"/>
                  </a:lnTo>
                  <a:cubicBezTo>
                    <a:pt x="35832" y="23431"/>
                    <a:pt x="35432" y="23346"/>
                    <a:pt x="35560" y="23346"/>
                  </a:cubicBezTo>
                  <a:cubicBezTo>
                    <a:pt x="35604" y="23346"/>
                    <a:pt x="35710" y="23356"/>
                    <a:pt x="35919" y="23382"/>
                  </a:cubicBezTo>
                  <a:lnTo>
                    <a:pt x="35115" y="23264"/>
                  </a:lnTo>
                  <a:lnTo>
                    <a:pt x="35200" y="23264"/>
                  </a:lnTo>
                  <a:cubicBezTo>
                    <a:pt x="35259" y="23272"/>
                    <a:pt x="35318" y="23281"/>
                    <a:pt x="35369" y="23298"/>
                  </a:cubicBezTo>
                  <a:cubicBezTo>
                    <a:pt x="35397" y="23299"/>
                    <a:pt x="35419" y="23300"/>
                    <a:pt x="35435" y="23300"/>
                  </a:cubicBezTo>
                  <a:cubicBezTo>
                    <a:pt x="35584" y="23300"/>
                    <a:pt x="35200" y="23231"/>
                    <a:pt x="34802" y="23162"/>
                  </a:cubicBezTo>
                  <a:lnTo>
                    <a:pt x="34692" y="23162"/>
                  </a:lnTo>
                  <a:cubicBezTo>
                    <a:pt x="34320" y="23078"/>
                    <a:pt x="34092" y="23010"/>
                    <a:pt x="33584" y="22925"/>
                  </a:cubicBezTo>
                  <a:cubicBezTo>
                    <a:pt x="33178" y="22875"/>
                    <a:pt x="32781" y="22841"/>
                    <a:pt x="32375" y="22782"/>
                  </a:cubicBezTo>
                  <a:lnTo>
                    <a:pt x="32028" y="22714"/>
                  </a:lnTo>
                  <a:cubicBezTo>
                    <a:pt x="31887" y="22667"/>
                    <a:pt x="31428" y="22577"/>
                    <a:pt x="31527" y="22577"/>
                  </a:cubicBezTo>
                  <a:cubicBezTo>
                    <a:pt x="31535" y="22577"/>
                    <a:pt x="31546" y="22577"/>
                    <a:pt x="31562" y="22579"/>
                  </a:cubicBezTo>
                  <a:cubicBezTo>
                    <a:pt x="31551" y="22573"/>
                    <a:pt x="31551" y="22570"/>
                    <a:pt x="31562" y="22570"/>
                  </a:cubicBezTo>
                  <a:cubicBezTo>
                    <a:pt x="31598" y="22570"/>
                    <a:pt x="31743" y="22599"/>
                    <a:pt x="31918" y="22638"/>
                  </a:cubicBezTo>
                  <a:cubicBezTo>
                    <a:pt x="31935" y="22646"/>
                    <a:pt x="31928" y="22646"/>
                    <a:pt x="31922" y="22646"/>
                  </a:cubicBezTo>
                  <a:cubicBezTo>
                    <a:pt x="31916" y="22646"/>
                    <a:pt x="31909" y="22646"/>
                    <a:pt x="31926" y="22655"/>
                  </a:cubicBezTo>
                  <a:cubicBezTo>
                    <a:pt x="32002" y="22646"/>
                    <a:pt x="32028" y="22638"/>
                    <a:pt x="31757" y="22562"/>
                  </a:cubicBezTo>
                  <a:lnTo>
                    <a:pt x="31757" y="22562"/>
                  </a:lnTo>
                  <a:cubicBezTo>
                    <a:pt x="32036" y="22621"/>
                    <a:pt x="32070" y="22629"/>
                    <a:pt x="32273" y="22663"/>
                  </a:cubicBezTo>
                  <a:lnTo>
                    <a:pt x="32012" y="22602"/>
                  </a:lnTo>
                  <a:lnTo>
                    <a:pt x="32012" y="22602"/>
                  </a:lnTo>
                  <a:cubicBezTo>
                    <a:pt x="32220" y="22650"/>
                    <a:pt x="32485" y="22690"/>
                    <a:pt x="32688" y="22722"/>
                  </a:cubicBezTo>
                  <a:cubicBezTo>
                    <a:pt x="32785" y="22743"/>
                    <a:pt x="32888" y="22758"/>
                    <a:pt x="32992" y="22758"/>
                  </a:cubicBezTo>
                  <a:cubicBezTo>
                    <a:pt x="33015" y="22758"/>
                    <a:pt x="33037" y="22758"/>
                    <a:pt x="33060" y="22756"/>
                  </a:cubicBezTo>
                  <a:lnTo>
                    <a:pt x="33060" y="22756"/>
                  </a:lnTo>
                  <a:cubicBezTo>
                    <a:pt x="33053" y="22757"/>
                    <a:pt x="33047" y="22757"/>
                    <a:pt x="33040" y="22757"/>
                  </a:cubicBezTo>
                  <a:cubicBezTo>
                    <a:pt x="32900" y="22757"/>
                    <a:pt x="32651" y="22677"/>
                    <a:pt x="32434" y="22621"/>
                  </a:cubicBezTo>
                  <a:lnTo>
                    <a:pt x="32434" y="22621"/>
                  </a:lnTo>
                  <a:cubicBezTo>
                    <a:pt x="32557" y="22644"/>
                    <a:pt x="32773" y="22680"/>
                    <a:pt x="32799" y="22680"/>
                  </a:cubicBezTo>
                  <a:cubicBezTo>
                    <a:pt x="32810" y="22680"/>
                    <a:pt x="32784" y="22673"/>
                    <a:pt x="32696" y="22655"/>
                  </a:cubicBezTo>
                  <a:cubicBezTo>
                    <a:pt x="32625" y="22649"/>
                    <a:pt x="32232" y="22573"/>
                    <a:pt x="32181" y="22573"/>
                  </a:cubicBezTo>
                  <a:cubicBezTo>
                    <a:pt x="32158" y="22573"/>
                    <a:pt x="32201" y="22588"/>
                    <a:pt x="32366" y="22629"/>
                  </a:cubicBezTo>
                  <a:cubicBezTo>
                    <a:pt x="32129" y="22587"/>
                    <a:pt x="31816" y="22528"/>
                    <a:pt x="31554" y="22469"/>
                  </a:cubicBezTo>
                  <a:lnTo>
                    <a:pt x="31554" y="22469"/>
                  </a:lnTo>
                  <a:cubicBezTo>
                    <a:pt x="31658" y="22485"/>
                    <a:pt x="31705" y="22491"/>
                    <a:pt x="31725" y="22491"/>
                  </a:cubicBezTo>
                  <a:cubicBezTo>
                    <a:pt x="31765" y="22491"/>
                    <a:pt x="31695" y="22469"/>
                    <a:pt x="31757" y="22469"/>
                  </a:cubicBezTo>
                  <a:cubicBezTo>
                    <a:pt x="31691" y="22452"/>
                    <a:pt x="31622" y="22443"/>
                    <a:pt x="31554" y="22443"/>
                  </a:cubicBezTo>
                  <a:cubicBezTo>
                    <a:pt x="31517" y="22443"/>
                    <a:pt x="31480" y="22446"/>
                    <a:pt x="31444" y="22452"/>
                  </a:cubicBezTo>
                  <a:cubicBezTo>
                    <a:pt x="30657" y="22257"/>
                    <a:pt x="30361" y="22122"/>
                    <a:pt x="29473" y="21927"/>
                  </a:cubicBezTo>
                  <a:cubicBezTo>
                    <a:pt x="29466" y="21926"/>
                    <a:pt x="29462" y="21926"/>
                    <a:pt x="29460" y="21926"/>
                  </a:cubicBezTo>
                  <a:cubicBezTo>
                    <a:pt x="29429" y="21926"/>
                    <a:pt x="30001" y="22046"/>
                    <a:pt x="29921" y="22046"/>
                  </a:cubicBezTo>
                  <a:cubicBezTo>
                    <a:pt x="29270" y="21927"/>
                    <a:pt x="29092" y="21817"/>
                    <a:pt x="28534" y="21690"/>
                  </a:cubicBezTo>
                  <a:lnTo>
                    <a:pt x="28534" y="21690"/>
                  </a:lnTo>
                  <a:lnTo>
                    <a:pt x="28678" y="21766"/>
                  </a:lnTo>
                  <a:cubicBezTo>
                    <a:pt x="28500" y="21724"/>
                    <a:pt x="28086" y="21623"/>
                    <a:pt x="27874" y="21572"/>
                  </a:cubicBezTo>
                  <a:cubicBezTo>
                    <a:pt x="27835" y="21552"/>
                    <a:pt x="27475" y="21436"/>
                    <a:pt x="27520" y="21436"/>
                  </a:cubicBezTo>
                  <a:cubicBezTo>
                    <a:pt x="27534" y="21436"/>
                    <a:pt x="27581" y="21446"/>
                    <a:pt x="27680" y="21470"/>
                  </a:cubicBezTo>
                  <a:cubicBezTo>
                    <a:pt x="27375" y="21377"/>
                    <a:pt x="27071" y="21310"/>
                    <a:pt x="26758" y="21259"/>
                  </a:cubicBezTo>
                  <a:cubicBezTo>
                    <a:pt x="26411" y="21191"/>
                    <a:pt x="26072" y="21107"/>
                    <a:pt x="25734" y="21005"/>
                  </a:cubicBezTo>
                  <a:lnTo>
                    <a:pt x="25734" y="21005"/>
                  </a:lnTo>
                  <a:cubicBezTo>
                    <a:pt x="26233" y="21157"/>
                    <a:pt x="26292" y="21166"/>
                    <a:pt x="26690" y="21284"/>
                  </a:cubicBezTo>
                  <a:cubicBezTo>
                    <a:pt x="26545" y="21249"/>
                    <a:pt x="26491" y="21238"/>
                    <a:pt x="26482" y="21238"/>
                  </a:cubicBezTo>
                  <a:cubicBezTo>
                    <a:pt x="26463" y="21238"/>
                    <a:pt x="26605" y="21282"/>
                    <a:pt x="26571" y="21293"/>
                  </a:cubicBezTo>
                  <a:cubicBezTo>
                    <a:pt x="26376" y="21215"/>
                    <a:pt x="25844" y="21071"/>
                    <a:pt x="25869" y="21071"/>
                  </a:cubicBezTo>
                  <a:cubicBezTo>
                    <a:pt x="25877" y="21071"/>
                    <a:pt x="25934" y="21084"/>
                    <a:pt x="26064" y="21115"/>
                  </a:cubicBezTo>
                  <a:cubicBezTo>
                    <a:pt x="25734" y="21014"/>
                    <a:pt x="25057" y="20819"/>
                    <a:pt x="24896" y="20785"/>
                  </a:cubicBezTo>
                  <a:lnTo>
                    <a:pt x="24896" y="20785"/>
                  </a:lnTo>
                  <a:lnTo>
                    <a:pt x="25170" y="20879"/>
                  </a:lnTo>
                  <a:lnTo>
                    <a:pt x="25170" y="20879"/>
                  </a:lnTo>
                  <a:cubicBezTo>
                    <a:pt x="25232" y="20896"/>
                    <a:pt x="25302" y="20915"/>
                    <a:pt x="25379" y="20937"/>
                  </a:cubicBezTo>
                  <a:cubicBezTo>
                    <a:pt x="25669" y="21029"/>
                    <a:pt x="25731" y="21053"/>
                    <a:pt x="25712" y="21053"/>
                  </a:cubicBezTo>
                  <a:cubicBezTo>
                    <a:pt x="25692" y="21053"/>
                    <a:pt x="25585" y="21027"/>
                    <a:pt x="25555" y="21027"/>
                  </a:cubicBezTo>
                  <a:cubicBezTo>
                    <a:pt x="25532" y="21027"/>
                    <a:pt x="25557" y="21043"/>
                    <a:pt x="25709" y="21098"/>
                  </a:cubicBezTo>
                  <a:lnTo>
                    <a:pt x="26309" y="21242"/>
                  </a:lnTo>
                  <a:lnTo>
                    <a:pt x="26309" y="21242"/>
                  </a:lnTo>
                  <a:lnTo>
                    <a:pt x="26030" y="21157"/>
                  </a:lnTo>
                  <a:cubicBezTo>
                    <a:pt x="26032" y="21157"/>
                    <a:pt x="26033" y="21157"/>
                    <a:pt x="26035" y="21157"/>
                  </a:cubicBezTo>
                  <a:cubicBezTo>
                    <a:pt x="26142" y="21157"/>
                    <a:pt x="26778" y="21371"/>
                    <a:pt x="26875" y="21371"/>
                  </a:cubicBezTo>
                  <a:cubicBezTo>
                    <a:pt x="26887" y="21371"/>
                    <a:pt x="26891" y="21368"/>
                    <a:pt x="26884" y="21360"/>
                  </a:cubicBezTo>
                  <a:lnTo>
                    <a:pt x="26884" y="21360"/>
                  </a:lnTo>
                  <a:cubicBezTo>
                    <a:pt x="27477" y="21546"/>
                    <a:pt x="27663" y="21580"/>
                    <a:pt x="28323" y="21783"/>
                  </a:cubicBezTo>
                  <a:cubicBezTo>
                    <a:pt x="28347" y="21787"/>
                    <a:pt x="28362" y="21789"/>
                    <a:pt x="28369" y="21789"/>
                  </a:cubicBezTo>
                  <a:cubicBezTo>
                    <a:pt x="28407" y="21789"/>
                    <a:pt x="28271" y="21749"/>
                    <a:pt x="28127" y="21710"/>
                  </a:cubicBezTo>
                  <a:lnTo>
                    <a:pt x="28127" y="21710"/>
                  </a:lnTo>
                  <a:cubicBezTo>
                    <a:pt x="28398" y="21779"/>
                    <a:pt x="28458" y="21760"/>
                    <a:pt x="28855" y="21885"/>
                  </a:cubicBezTo>
                  <a:cubicBezTo>
                    <a:pt x="28914" y="21900"/>
                    <a:pt x="28948" y="21907"/>
                    <a:pt x="28960" y="21907"/>
                  </a:cubicBezTo>
                  <a:cubicBezTo>
                    <a:pt x="28988" y="21907"/>
                    <a:pt x="28881" y="21866"/>
                    <a:pt x="28670" y="21808"/>
                  </a:cubicBezTo>
                  <a:lnTo>
                    <a:pt x="28670" y="21808"/>
                  </a:lnTo>
                  <a:cubicBezTo>
                    <a:pt x="28964" y="21883"/>
                    <a:pt x="29257" y="21940"/>
                    <a:pt x="29583" y="22029"/>
                  </a:cubicBezTo>
                  <a:lnTo>
                    <a:pt x="29202" y="21910"/>
                  </a:lnTo>
                  <a:lnTo>
                    <a:pt x="29202" y="21910"/>
                  </a:lnTo>
                  <a:lnTo>
                    <a:pt x="29600" y="22003"/>
                  </a:lnTo>
                  <a:lnTo>
                    <a:pt x="29270" y="21910"/>
                  </a:lnTo>
                  <a:lnTo>
                    <a:pt x="29270" y="21910"/>
                  </a:lnTo>
                  <a:cubicBezTo>
                    <a:pt x="30031" y="22088"/>
                    <a:pt x="30903" y="22308"/>
                    <a:pt x="31300" y="22418"/>
                  </a:cubicBezTo>
                  <a:cubicBezTo>
                    <a:pt x="31131" y="22392"/>
                    <a:pt x="30936" y="22359"/>
                    <a:pt x="30733" y="22316"/>
                  </a:cubicBezTo>
                  <a:lnTo>
                    <a:pt x="30124" y="22172"/>
                  </a:lnTo>
                  <a:cubicBezTo>
                    <a:pt x="29718" y="22088"/>
                    <a:pt x="29346" y="22003"/>
                    <a:pt x="29152" y="21978"/>
                  </a:cubicBezTo>
                  <a:lnTo>
                    <a:pt x="29152" y="21978"/>
                  </a:lnTo>
                  <a:cubicBezTo>
                    <a:pt x="29295" y="22029"/>
                    <a:pt x="29684" y="22079"/>
                    <a:pt x="29862" y="22156"/>
                  </a:cubicBezTo>
                  <a:lnTo>
                    <a:pt x="30074" y="22181"/>
                  </a:lnTo>
                  <a:cubicBezTo>
                    <a:pt x="30353" y="22232"/>
                    <a:pt x="30623" y="22299"/>
                    <a:pt x="30886" y="22384"/>
                  </a:cubicBezTo>
                  <a:cubicBezTo>
                    <a:pt x="30251" y="22257"/>
                    <a:pt x="30082" y="22232"/>
                    <a:pt x="29752" y="22181"/>
                  </a:cubicBezTo>
                  <a:cubicBezTo>
                    <a:pt x="29701" y="22172"/>
                    <a:pt x="29642" y="22164"/>
                    <a:pt x="29591" y="22147"/>
                  </a:cubicBezTo>
                  <a:cubicBezTo>
                    <a:pt x="29405" y="22105"/>
                    <a:pt x="29101" y="22029"/>
                    <a:pt x="28923" y="21995"/>
                  </a:cubicBezTo>
                  <a:cubicBezTo>
                    <a:pt x="28800" y="21963"/>
                    <a:pt x="28790" y="21956"/>
                    <a:pt x="28811" y="21956"/>
                  </a:cubicBezTo>
                  <a:cubicBezTo>
                    <a:pt x="28829" y="21956"/>
                    <a:pt x="28869" y="21961"/>
                    <a:pt x="28881" y="21961"/>
                  </a:cubicBezTo>
                  <a:cubicBezTo>
                    <a:pt x="28128" y="21733"/>
                    <a:pt x="27578" y="21673"/>
                    <a:pt x="26783" y="21436"/>
                  </a:cubicBezTo>
                  <a:cubicBezTo>
                    <a:pt x="26783" y="21421"/>
                    <a:pt x="26284" y="21270"/>
                    <a:pt x="26324" y="21270"/>
                  </a:cubicBezTo>
                  <a:cubicBezTo>
                    <a:pt x="26329" y="21270"/>
                    <a:pt x="26340" y="21271"/>
                    <a:pt x="26360" y="21276"/>
                  </a:cubicBezTo>
                  <a:cubicBezTo>
                    <a:pt x="25895" y="21140"/>
                    <a:pt x="25632" y="21090"/>
                    <a:pt x="25319" y="21022"/>
                  </a:cubicBezTo>
                  <a:cubicBezTo>
                    <a:pt x="25267" y="20984"/>
                    <a:pt x="24745" y="20846"/>
                    <a:pt x="24804" y="20846"/>
                  </a:cubicBezTo>
                  <a:cubicBezTo>
                    <a:pt x="24810" y="20846"/>
                    <a:pt x="24823" y="20848"/>
                    <a:pt x="24843" y="20851"/>
                  </a:cubicBezTo>
                  <a:lnTo>
                    <a:pt x="24843" y="20851"/>
                  </a:lnTo>
                  <a:cubicBezTo>
                    <a:pt x="24695" y="20826"/>
                    <a:pt x="24554" y="20793"/>
                    <a:pt x="24414" y="20760"/>
                  </a:cubicBezTo>
                  <a:cubicBezTo>
                    <a:pt x="24127" y="20658"/>
                    <a:pt x="23518" y="20481"/>
                    <a:pt x="23425" y="20430"/>
                  </a:cubicBezTo>
                  <a:cubicBezTo>
                    <a:pt x="23103" y="20337"/>
                    <a:pt x="23323" y="20438"/>
                    <a:pt x="22883" y="20286"/>
                  </a:cubicBezTo>
                  <a:cubicBezTo>
                    <a:pt x="22896" y="20286"/>
                    <a:pt x="22892" y="20282"/>
                    <a:pt x="22896" y="20282"/>
                  </a:cubicBezTo>
                  <a:cubicBezTo>
                    <a:pt x="22897" y="20282"/>
                    <a:pt x="22899" y="20282"/>
                    <a:pt x="22902" y="20283"/>
                  </a:cubicBezTo>
                  <a:lnTo>
                    <a:pt x="22902" y="20283"/>
                  </a:lnTo>
                  <a:cubicBezTo>
                    <a:pt x="22682" y="20207"/>
                    <a:pt x="22264" y="20062"/>
                    <a:pt x="22071" y="20015"/>
                  </a:cubicBezTo>
                  <a:lnTo>
                    <a:pt x="22071" y="20015"/>
                  </a:lnTo>
                  <a:cubicBezTo>
                    <a:pt x="22376" y="20125"/>
                    <a:pt x="22139" y="20041"/>
                    <a:pt x="22502" y="20176"/>
                  </a:cubicBezTo>
                  <a:cubicBezTo>
                    <a:pt x="22409" y="20159"/>
                    <a:pt x="22325" y="20134"/>
                    <a:pt x="22232" y="20100"/>
                  </a:cubicBezTo>
                  <a:cubicBezTo>
                    <a:pt x="22071" y="20049"/>
                    <a:pt x="21868" y="19981"/>
                    <a:pt x="21657" y="19905"/>
                  </a:cubicBezTo>
                  <a:lnTo>
                    <a:pt x="21657" y="19905"/>
                  </a:lnTo>
                  <a:cubicBezTo>
                    <a:pt x="21767" y="19936"/>
                    <a:pt x="21819" y="19948"/>
                    <a:pt x="21833" y="19948"/>
                  </a:cubicBezTo>
                  <a:cubicBezTo>
                    <a:pt x="21885" y="19948"/>
                    <a:pt x="21421" y="19784"/>
                    <a:pt x="21450" y="19784"/>
                  </a:cubicBezTo>
                  <a:cubicBezTo>
                    <a:pt x="21454" y="19784"/>
                    <a:pt x="21468" y="19788"/>
                    <a:pt x="21496" y="19795"/>
                  </a:cubicBezTo>
                  <a:cubicBezTo>
                    <a:pt x="20591" y="19491"/>
                    <a:pt x="20066" y="19330"/>
                    <a:pt x="19305" y="19093"/>
                  </a:cubicBezTo>
                  <a:cubicBezTo>
                    <a:pt x="18417" y="18780"/>
                    <a:pt x="17334" y="18340"/>
                    <a:pt x="16649" y="18078"/>
                  </a:cubicBezTo>
                  <a:lnTo>
                    <a:pt x="16649" y="18078"/>
                  </a:lnTo>
                  <a:lnTo>
                    <a:pt x="16733" y="18120"/>
                  </a:lnTo>
                  <a:lnTo>
                    <a:pt x="16319" y="17968"/>
                  </a:lnTo>
                  <a:cubicBezTo>
                    <a:pt x="16090" y="17875"/>
                    <a:pt x="16327" y="17934"/>
                    <a:pt x="15963" y="17791"/>
                  </a:cubicBezTo>
                  <a:lnTo>
                    <a:pt x="15963" y="17791"/>
                  </a:lnTo>
                  <a:cubicBezTo>
                    <a:pt x="16099" y="17816"/>
                    <a:pt x="16598" y="18053"/>
                    <a:pt x="16978" y="18180"/>
                  </a:cubicBezTo>
                  <a:cubicBezTo>
                    <a:pt x="16832" y="18112"/>
                    <a:pt x="16787" y="18088"/>
                    <a:pt x="16799" y="18088"/>
                  </a:cubicBezTo>
                  <a:cubicBezTo>
                    <a:pt x="16829" y="18088"/>
                    <a:pt x="17223" y="18243"/>
                    <a:pt x="17251" y="18243"/>
                  </a:cubicBezTo>
                  <a:cubicBezTo>
                    <a:pt x="17259" y="18243"/>
                    <a:pt x="17236" y="18230"/>
                    <a:pt x="17165" y="18197"/>
                  </a:cubicBezTo>
                  <a:cubicBezTo>
                    <a:pt x="16877" y="18112"/>
                    <a:pt x="16589" y="18010"/>
                    <a:pt x="16319" y="17884"/>
                  </a:cubicBezTo>
                  <a:cubicBezTo>
                    <a:pt x="15938" y="17714"/>
                    <a:pt x="15523" y="17537"/>
                    <a:pt x="15244" y="17427"/>
                  </a:cubicBezTo>
                  <a:cubicBezTo>
                    <a:pt x="15103" y="17361"/>
                    <a:pt x="15056" y="17336"/>
                    <a:pt x="15058" y="17334"/>
                  </a:cubicBezTo>
                  <a:lnTo>
                    <a:pt x="15058" y="17334"/>
                  </a:lnTo>
                  <a:lnTo>
                    <a:pt x="15058" y="17334"/>
                  </a:lnTo>
                  <a:cubicBezTo>
                    <a:pt x="14855" y="17232"/>
                    <a:pt x="14787" y="17198"/>
                    <a:pt x="14796" y="17181"/>
                  </a:cubicBezTo>
                  <a:cubicBezTo>
                    <a:pt x="14517" y="17055"/>
                    <a:pt x="14221" y="16911"/>
                    <a:pt x="13933" y="16775"/>
                  </a:cubicBezTo>
                  <a:cubicBezTo>
                    <a:pt x="13637" y="16640"/>
                    <a:pt x="13366" y="16513"/>
                    <a:pt x="13121" y="16412"/>
                  </a:cubicBezTo>
                  <a:lnTo>
                    <a:pt x="13121" y="16412"/>
                  </a:lnTo>
                  <a:cubicBezTo>
                    <a:pt x="13323" y="16504"/>
                    <a:pt x="13368" y="16527"/>
                    <a:pt x="13359" y="16527"/>
                  </a:cubicBezTo>
                  <a:cubicBezTo>
                    <a:pt x="13351" y="16527"/>
                    <a:pt x="13291" y="16505"/>
                    <a:pt x="13276" y="16505"/>
                  </a:cubicBezTo>
                  <a:cubicBezTo>
                    <a:pt x="13261" y="16505"/>
                    <a:pt x="13298" y="16530"/>
                    <a:pt x="13502" y="16632"/>
                  </a:cubicBezTo>
                  <a:cubicBezTo>
                    <a:pt x="13409" y="16589"/>
                    <a:pt x="13256" y="16530"/>
                    <a:pt x="13096" y="16445"/>
                  </a:cubicBezTo>
                  <a:cubicBezTo>
                    <a:pt x="12935" y="16361"/>
                    <a:pt x="12749" y="16268"/>
                    <a:pt x="12571" y="16175"/>
                  </a:cubicBezTo>
                  <a:lnTo>
                    <a:pt x="12571" y="16175"/>
                  </a:lnTo>
                  <a:cubicBezTo>
                    <a:pt x="12630" y="16203"/>
                    <a:pt x="12656" y="16214"/>
                    <a:pt x="12662" y="16214"/>
                  </a:cubicBezTo>
                  <a:cubicBezTo>
                    <a:pt x="12681" y="16214"/>
                    <a:pt x="12531" y="16122"/>
                    <a:pt x="12544" y="16122"/>
                  </a:cubicBezTo>
                  <a:cubicBezTo>
                    <a:pt x="12553" y="16122"/>
                    <a:pt x="12636" y="16163"/>
                    <a:pt x="12893" y="16302"/>
                  </a:cubicBezTo>
                  <a:cubicBezTo>
                    <a:pt x="12800" y="16217"/>
                    <a:pt x="12503" y="16107"/>
                    <a:pt x="12165" y="15921"/>
                  </a:cubicBezTo>
                  <a:lnTo>
                    <a:pt x="12165" y="15921"/>
                  </a:lnTo>
                  <a:cubicBezTo>
                    <a:pt x="12254" y="15963"/>
                    <a:pt x="12400" y="16031"/>
                    <a:pt x="12520" y="16086"/>
                  </a:cubicBezTo>
                  <a:lnTo>
                    <a:pt x="12520" y="16086"/>
                  </a:lnTo>
                  <a:cubicBezTo>
                    <a:pt x="12429" y="16043"/>
                    <a:pt x="12329" y="15991"/>
                    <a:pt x="12224" y="15929"/>
                  </a:cubicBezTo>
                  <a:cubicBezTo>
                    <a:pt x="12047" y="15828"/>
                    <a:pt x="11852" y="15718"/>
                    <a:pt x="11666" y="15616"/>
                  </a:cubicBezTo>
                  <a:cubicBezTo>
                    <a:pt x="11302" y="15397"/>
                    <a:pt x="10981" y="15193"/>
                    <a:pt x="10879" y="15151"/>
                  </a:cubicBezTo>
                  <a:cubicBezTo>
                    <a:pt x="10499" y="14957"/>
                    <a:pt x="9932" y="14627"/>
                    <a:pt x="9483" y="14364"/>
                  </a:cubicBezTo>
                  <a:lnTo>
                    <a:pt x="8832" y="13891"/>
                  </a:lnTo>
                  <a:cubicBezTo>
                    <a:pt x="8595" y="13730"/>
                    <a:pt x="8367" y="13561"/>
                    <a:pt x="8138" y="13383"/>
                  </a:cubicBezTo>
                  <a:lnTo>
                    <a:pt x="8138" y="13383"/>
                  </a:lnTo>
                  <a:lnTo>
                    <a:pt x="8231" y="13434"/>
                  </a:lnTo>
                  <a:cubicBezTo>
                    <a:pt x="7969" y="13239"/>
                    <a:pt x="7563" y="12926"/>
                    <a:pt x="7191" y="12613"/>
                  </a:cubicBezTo>
                  <a:lnTo>
                    <a:pt x="7123" y="12529"/>
                  </a:lnTo>
                  <a:lnTo>
                    <a:pt x="6616" y="12097"/>
                  </a:lnTo>
                  <a:cubicBezTo>
                    <a:pt x="6421" y="11928"/>
                    <a:pt x="6218" y="11734"/>
                    <a:pt x="6032" y="11556"/>
                  </a:cubicBezTo>
                  <a:lnTo>
                    <a:pt x="6032" y="11556"/>
                  </a:lnTo>
                  <a:cubicBezTo>
                    <a:pt x="6018" y="11563"/>
                    <a:pt x="6250" y="11776"/>
                    <a:pt x="6234" y="11776"/>
                  </a:cubicBezTo>
                  <a:cubicBezTo>
                    <a:pt x="6231" y="11776"/>
                    <a:pt x="6216" y="11766"/>
                    <a:pt x="6184" y="11742"/>
                  </a:cubicBezTo>
                  <a:lnTo>
                    <a:pt x="6184" y="11742"/>
                  </a:lnTo>
                  <a:cubicBezTo>
                    <a:pt x="6338" y="11882"/>
                    <a:pt x="6475" y="12004"/>
                    <a:pt x="6484" y="12004"/>
                  </a:cubicBezTo>
                  <a:cubicBezTo>
                    <a:pt x="6486" y="12004"/>
                    <a:pt x="6482" y="11999"/>
                    <a:pt x="6472" y="11987"/>
                  </a:cubicBezTo>
                  <a:lnTo>
                    <a:pt x="6472" y="11987"/>
                  </a:lnTo>
                  <a:cubicBezTo>
                    <a:pt x="6658" y="12157"/>
                    <a:pt x="6658" y="12173"/>
                    <a:pt x="6802" y="12326"/>
                  </a:cubicBezTo>
                  <a:cubicBezTo>
                    <a:pt x="6548" y="12114"/>
                    <a:pt x="6311" y="11894"/>
                    <a:pt x="6066" y="11674"/>
                  </a:cubicBezTo>
                  <a:cubicBezTo>
                    <a:pt x="6040" y="11649"/>
                    <a:pt x="6015" y="11624"/>
                    <a:pt x="5990" y="11598"/>
                  </a:cubicBezTo>
                  <a:lnTo>
                    <a:pt x="5914" y="11564"/>
                  </a:lnTo>
                  <a:cubicBezTo>
                    <a:pt x="5762" y="11413"/>
                    <a:pt x="5703" y="11347"/>
                    <a:pt x="5715" y="11347"/>
                  </a:cubicBezTo>
                  <a:cubicBezTo>
                    <a:pt x="5717" y="11347"/>
                    <a:pt x="5721" y="11349"/>
                    <a:pt x="5727" y="11353"/>
                  </a:cubicBezTo>
                  <a:cubicBezTo>
                    <a:pt x="5524" y="11158"/>
                    <a:pt x="5389" y="11040"/>
                    <a:pt x="5254" y="10913"/>
                  </a:cubicBezTo>
                  <a:cubicBezTo>
                    <a:pt x="5118" y="10778"/>
                    <a:pt x="4983" y="10634"/>
                    <a:pt x="4788" y="10422"/>
                  </a:cubicBezTo>
                  <a:lnTo>
                    <a:pt x="4788" y="10422"/>
                  </a:lnTo>
                  <a:cubicBezTo>
                    <a:pt x="4882" y="10507"/>
                    <a:pt x="4949" y="10575"/>
                    <a:pt x="5042" y="10659"/>
                  </a:cubicBezTo>
                  <a:cubicBezTo>
                    <a:pt x="5098" y="10715"/>
                    <a:pt x="5161" y="10782"/>
                    <a:pt x="5239" y="10862"/>
                  </a:cubicBezTo>
                  <a:lnTo>
                    <a:pt x="5239" y="10862"/>
                  </a:lnTo>
                  <a:lnTo>
                    <a:pt x="5144" y="10752"/>
                  </a:lnTo>
                  <a:lnTo>
                    <a:pt x="4915" y="10507"/>
                  </a:lnTo>
                  <a:lnTo>
                    <a:pt x="4915" y="10507"/>
                  </a:lnTo>
                  <a:cubicBezTo>
                    <a:pt x="5107" y="10706"/>
                    <a:pt x="5793" y="11393"/>
                    <a:pt x="5837" y="11393"/>
                  </a:cubicBezTo>
                  <a:cubicBezTo>
                    <a:pt x="5841" y="11393"/>
                    <a:pt x="5839" y="11386"/>
                    <a:pt x="5829" y="11370"/>
                  </a:cubicBezTo>
                  <a:cubicBezTo>
                    <a:pt x="5288" y="10879"/>
                    <a:pt x="4560" y="10109"/>
                    <a:pt x="4137" y="9627"/>
                  </a:cubicBezTo>
                  <a:cubicBezTo>
                    <a:pt x="4044" y="9492"/>
                    <a:pt x="3917" y="9323"/>
                    <a:pt x="3773" y="9137"/>
                  </a:cubicBezTo>
                  <a:lnTo>
                    <a:pt x="3536" y="8840"/>
                  </a:lnTo>
                  <a:cubicBezTo>
                    <a:pt x="3460" y="8739"/>
                    <a:pt x="3384" y="8621"/>
                    <a:pt x="3308" y="8511"/>
                  </a:cubicBezTo>
                  <a:cubicBezTo>
                    <a:pt x="3274" y="8456"/>
                    <a:pt x="3208" y="8354"/>
                    <a:pt x="3222" y="8354"/>
                  </a:cubicBezTo>
                  <a:cubicBezTo>
                    <a:pt x="3224" y="8354"/>
                    <a:pt x="3227" y="8356"/>
                    <a:pt x="3233" y="8360"/>
                  </a:cubicBezTo>
                  <a:lnTo>
                    <a:pt x="3233" y="8360"/>
                  </a:lnTo>
                  <a:cubicBezTo>
                    <a:pt x="2834" y="7791"/>
                    <a:pt x="2436" y="7139"/>
                    <a:pt x="2124" y="6624"/>
                  </a:cubicBezTo>
                  <a:lnTo>
                    <a:pt x="1997" y="6311"/>
                  </a:lnTo>
                  <a:cubicBezTo>
                    <a:pt x="1819" y="5956"/>
                    <a:pt x="1770" y="5878"/>
                    <a:pt x="1762" y="5878"/>
                  </a:cubicBezTo>
                  <a:cubicBezTo>
                    <a:pt x="1759" y="5878"/>
                    <a:pt x="1763" y="5892"/>
                    <a:pt x="1768" y="5905"/>
                  </a:cubicBezTo>
                  <a:cubicBezTo>
                    <a:pt x="1771" y="5921"/>
                    <a:pt x="1773" y="5937"/>
                    <a:pt x="1767" y="5937"/>
                  </a:cubicBezTo>
                  <a:cubicBezTo>
                    <a:pt x="1754" y="5937"/>
                    <a:pt x="1702" y="5852"/>
                    <a:pt x="1532" y="5482"/>
                  </a:cubicBezTo>
                  <a:cubicBezTo>
                    <a:pt x="1439" y="5220"/>
                    <a:pt x="1007" y="4162"/>
                    <a:pt x="1032" y="4112"/>
                  </a:cubicBezTo>
                  <a:cubicBezTo>
                    <a:pt x="956" y="3909"/>
                    <a:pt x="931" y="3816"/>
                    <a:pt x="906" y="3790"/>
                  </a:cubicBezTo>
                  <a:lnTo>
                    <a:pt x="906" y="3790"/>
                  </a:lnTo>
                  <a:cubicBezTo>
                    <a:pt x="953" y="3938"/>
                    <a:pt x="1054" y="4226"/>
                    <a:pt x="1041" y="4226"/>
                  </a:cubicBezTo>
                  <a:cubicBezTo>
                    <a:pt x="1038" y="4226"/>
                    <a:pt x="1028" y="4207"/>
                    <a:pt x="1007" y="4162"/>
                  </a:cubicBezTo>
                  <a:cubicBezTo>
                    <a:pt x="886" y="3809"/>
                    <a:pt x="835" y="3631"/>
                    <a:pt x="757" y="3360"/>
                  </a:cubicBezTo>
                  <a:lnTo>
                    <a:pt x="757" y="3360"/>
                  </a:lnTo>
                  <a:cubicBezTo>
                    <a:pt x="765" y="3379"/>
                    <a:pt x="775" y="3402"/>
                    <a:pt x="787" y="3418"/>
                  </a:cubicBezTo>
                  <a:cubicBezTo>
                    <a:pt x="797" y="3443"/>
                    <a:pt x="804" y="3461"/>
                    <a:pt x="805" y="3461"/>
                  </a:cubicBezTo>
                  <a:cubicBezTo>
                    <a:pt x="805" y="3461"/>
                    <a:pt x="803" y="3451"/>
                    <a:pt x="796" y="3426"/>
                  </a:cubicBezTo>
                  <a:cubicBezTo>
                    <a:pt x="736" y="3240"/>
                    <a:pt x="677" y="3020"/>
                    <a:pt x="610" y="2775"/>
                  </a:cubicBezTo>
                  <a:lnTo>
                    <a:pt x="559" y="2589"/>
                  </a:lnTo>
                  <a:lnTo>
                    <a:pt x="516" y="2394"/>
                  </a:lnTo>
                  <a:lnTo>
                    <a:pt x="432" y="2005"/>
                  </a:lnTo>
                  <a:cubicBezTo>
                    <a:pt x="364" y="1743"/>
                    <a:pt x="330" y="1472"/>
                    <a:pt x="288" y="1227"/>
                  </a:cubicBezTo>
                  <a:lnTo>
                    <a:pt x="222" y="889"/>
                  </a:lnTo>
                  <a:lnTo>
                    <a:pt x="222" y="889"/>
                  </a:lnTo>
                  <a:cubicBezTo>
                    <a:pt x="238" y="972"/>
                    <a:pt x="247" y="1073"/>
                    <a:pt x="271" y="1244"/>
                  </a:cubicBezTo>
                  <a:cubicBezTo>
                    <a:pt x="246" y="1159"/>
                    <a:pt x="229" y="1066"/>
                    <a:pt x="212" y="973"/>
                  </a:cubicBezTo>
                  <a:lnTo>
                    <a:pt x="212" y="973"/>
                  </a:lnTo>
                  <a:cubicBezTo>
                    <a:pt x="195" y="1016"/>
                    <a:pt x="280" y="1345"/>
                    <a:pt x="313" y="1726"/>
                  </a:cubicBezTo>
                  <a:lnTo>
                    <a:pt x="195" y="1092"/>
                  </a:lnTo>
                  <a:lnTo>
                    <a:pt x="220" y="1455"/>
                  </a:lnTo>
                  <a:lnTo>
                    <a:pt x="153" y="1092"/>
                  </a:lnTo>
                  <a:cubicBezTo>
                    <a:pt x="127" y="973"/>
                    <a:pt x="110" y="855"/>
                    <a:pt x="94" y="728"/>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3"/>
            <p:cNvSpPr/>
            <p:nvPr/>
          </p:nvSpPr>
          <p:spPr>
            <a:xfrm flipH="1" rot="-970990">
              <a:off x="5216775" y="844304"/>
              <a:ext cx="11735" cy="10116"/>
            </a:xfrm>
            <a:custGeom>
              <a:rect b="b" l="l" r="r" t="t"/>
              <a:pathLst>
                <a:path extrusionOk="0" h="281" w="326">
                  <a:moveTo>
                    <a:pt x="321" y="1"/>
                  </a:moveTo>
                  <a:cubicBezTo>
                    <a:pt x="305" y="15"/>
                    <a:pt x="294" y="26"/>
                    <a:pt x="287" y="35"/>
                  </a:cubicBezTo>
                  <a:lnTo>
                    <a:pt x="287" y="35"/>
                  </a:lnTo>
                  <a:cubicBezTo>
                    <a:pt x="287" y="35"/>
                    <a:pt x="288" y="35"/>
                    <a:pt x="288" y="35"/>
                  </a:cubicBezTo>
                  <a:cubicBezTo>
                    <a:pt x="305" y="26"/>
                    <a:pt x="313" y="18"/>
                    <a:pt x="321" y="1"/>
                  </a:cubicBezTo>
                  <a:close/>
                  <a:moveTo>
                    <a:pt x="287" y="35"/>
                  </a:moveTo>
                  <a:cubicBezTo>
                    <a:pt x="272" y="45"/>
                    <a:pt x="253" y="52"/>
                    <a:pt x="243" y="52"/>
                  </a:cubicBezTo>
                  <a:cubicBezTo>
                    <a:pt x="237" y="52"/>
                    <a:pt x="234" y="50"/>
                    <a:pt x="237" y="43"/>
                  </a:cubicBezTo>
                  <a:lnTo>
                    <a:pt x="237" y="43"/>
                  </a:lnTo>
                  <a:cubicBezTo>
                    <a:pt x="186" y="102"/>
                    <a:pt x="178" y="85"/>
                    <a:pt x="186" y="119"/>
                  </a:cubicBezTo>
                  <a:cubicBezTo>
                    <a:pt x="173" y="141"/>
                    <a:pt x="150" y="154"/>
                    <a:pt x="137" y="154"/>
                  </a:cubicBezTo>
                  <a:cubicBezTo>
                    <a:pt x="124" y="154"/>
                    <a:pt x="119" y="144"/>
                    <a:pt x="135" y="119"/>
                  </a:cubicBezTo>
                  <a:lnTo>
                    <a:pt x="135" y="119"/>
                  </a:lnTo>
                  <a:lnTo>
                    <a:pt x="42" y="212"/>
                  </a:lnTo>
                  <a:lnTo>
                    <a:pt x="110" y="179"/>
                  </a:lnTo>
                  <a:lnTo>
                    <a:pt x="110" y="179"/>
                  </a:lnTo>
                  <a:cubicBezTo>
                    <a:pt x="110" y="212"/>
                    <a:pt x="0" y="238"/>
                    <a:pt x="0" y="280"/>
                  </a:cubicBezTo>
                  <a:lnTo>
                    <a:pt x="118" y="195"/>
                  </a:lnTo>
                  <a:lnTo>
                    <a:pt x="118" y="212"/>
                  </a:lnTo>
                  <a:cubicBezTo>
                    <a:pt x="144" y="179"/>
                    <a:pt x="178" y="162"/>
                    <a:pt x="212" y="145"/>
                  </a:cubicBezTo>
                  <a:lnTo>
                    <a:pt x="212" y="145"/>
                  </a:lnTo>
                  <a:cubicBezTo>
                    <a:pt x="212" y="153"/>
                    <a:pt x="220" y="153"/>
                    <a:pt x="203" y="170"/>
                  </a:cubicBezTo>
                  <a:cubicBezTo>
                    <a:pt x="326" y="83"/>
                    <a:pt x="245" y="89"/>
                    <a:pt x="287" y="3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3"/>
            <p:cNvSpPr/>
            <p:nvPr/>
          </p:nvSpPr>
          <p:spPr>
            <a:xfrm flipH="1" rot="-970990">
              <a:off x="5203782" y="839587"/>
              <a:ext cx="11591" cy="11916"/>
            </a:xfrm>
            <a:custGeom>
              <a:rect b="b" l="l" r="r" t="t"/>
              <a:pathLst>
                <a:path extrusionOk="0" h="331" w="322">
                  <a:moveTo>
                    <a:pt x="280" y="0"/>
                  </a:moveTo>
                  <a:lnTo>
                    <a:pt x="280" y="0"/>
                  </a:lnTo>
                  <a:cubicBezTo>
                    <a:pt x="220" y="51"/>
                    <a:pt x="204" y="60"/>
                    <a:pt x="170" y="102"/>
                  </a:cubicBezTo>
                  <a:cubicBezTo>
                    <a:pt x="127" y="136"/>
                    <a:pt x="77" y="170"/>
                    <a:pt x="26" y="187"/>
                  </a:cubicBezTo>
                  <a:cubicBezTo>
                    <a:pt x="17" y="204"/>
                    <a:pt x="17" y="220"/>
                    <a:pt x="0" y="237"/>
                  </a:cubicBezTo>
                  <a:lnTo>
                    <a:pt x="17" y="229"/>
                  </a:lnTo>
                  <a:lnTo>
                    <a:pt x="43" y="263"/>
                  </a:lnTo>
                  <a:cubicBezTo>
                    <a:pt x="60" y="246"/>
                    <a:pt x="77" y="229"/>
                    <a:pt x="102" y="212"/>
                  </a:cubicBezTo>
                  <a:lnTo>
                    <a:pt x="102" y="212"/>
                  </a:lnTo>
                  <a:lnTo>
                    <a:pt x="34" y="330"/>
                  </a:lnTo>
                  <a:cubicBezTo>
                    <a:pt x="37" y="331"/>
                    <a:pt x="39" y="331"/>
                    <a:pt x="42" y="331"/>
                  </a:cubicBezTo>
                  <a:cubicBezTo>
                    <a:pt x="93" y="331"/>
                    <a:pt x="172" y="253"/>
                    <a:pt x="220" y="237"/>
                  </a:cubicBezTo>
                  <a:cubicBezTo>
                    <a:pt x="175" y="237"/>
                    <a:pt x="202" y="219"/>
                    <a:pt x="192" y="219"/>
                  </a:cubicBezTo>
                  <a:cubicBezTo>
                    <a:pt x="187" y="219"/>
                    <a:pt x="173" y="223"/>
                    <a:pt x="136" y="237"/>
                  </a:cubicBezTo>
                  <a:lnTo>
                    <a:pt x="161" y="170"/>
                  </a:lnTo>
                  <a:lnTo>
                    <a:pt x="254" y="119"/>
                  </a:lnTo>
                  <a:cubicBezTo>
                    <a:pt x="247" y="104"/>
                    <a:pt x="284" y="65"/>
                    <a:pt x="267" y="65"/>
                  </a:cubicBezTo>
                  <a:cubicBezTo>
                    <a:pt x="264" y="65"/>
                    <a:pt x="260" y="66"/>
                    <a:pt x="254" y="68"/>
                  </a:cubicBezTo>
                  <a:cubicBezTo>
                    <a:pt x="246" y="85"/>
                    <a:pt x="229" y="94"/>
                    <a:pt x="220" y="102"/>
                  </a:cubicBezTo>
                  <a:cubicBezTo>
                    <a:pt x="212" y="68"/>
                    <a:pt x="322" y="9"/>
                    <a:pt x="28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3"/>
            <p:cNvSpPr/>
            <p:nvPr/>
          </p:nvSpPr>
          <p:spPr>
            <a:xfrm flipH="1" rot="-970990">
              <a:off x="5215831" y="846406"/>
              <a:ext cx="36" cy="36"/>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3"/>
            <p:cNvSpPr/>
            <p:nvPr/>
          </p:nvSpPr>
          <p:spPr>
            <a:xfrm flipH="1" rot="-970990">
              <a:off x="5272643" y="718328"/>
              <a:ext cx="13427" cy="3384"/>
            </a:xfrm>
            <a:custGeom>
              <a:rect b="b" l="l" r="r" t="t"/>
              <a:pathLst>
                <a:path extrusionOk="0" h="94" w="373">
                  <a:moveTo>
                    <a:pt x="186" y="0"/>
                  </a:moveTo>
                  <a:lnTo>
                    <a:pt x="0" y="77"/>
                  </a:lnTo>
                  <a:cubicBezTo>
                    <a:pt x="10" y="79"/>
                    <a:pt x="18" y="81"/>
                    <a:pt x="25" y="81"/>
                  </a:cubicBezTo>
                  <a:cubicBezTo>
                    <a:pt x="53" y="81"/>
                    <a:pt x="56" y="58"/>
                    <a:pt x="106" y="58"/>
                  </a:cubicBezTo>
                  <a:cubicBezTo>
                    <a:pt x="106" y="58"/>
                    <a:pt x="107" y="58"/>
                    <a:pt x="107" y="58"/>
                  </a:cubicBezTo>
                  <a:lnTo>
                    <a:pt x="107" y="58"/>
                  </a:lnTo>
                  <a:cubicBezTo>
                    <a:pt x="102" y="62"/>
                    <a:pt x="98" y="68"/>
                    <a:pt x="93" y="77"/>
                  </a:cubicBezTo>
                  <a:lnTo>
                    <a:pt x="372" y="93"/>
                  </a:lnTo>
                  <a:cubicBezTo>
                    <a:pt x="364" y="77"/>
                    <a:pt x="288" y="60"/>
                    <a:pt x="339" y="60"/>
                  </a:cubicBezTo>
                  <a:cubicBezTo>
                    <a:pt x="322" y="51"/>
                    <a:pt x="305" y="47"/>
                    <a:pt x="288" y="47"/>
                  </a:cubicBezTo>
                  <a:cubicBezTo>
                    <a:pt x="271" y="47"/>
                    <a:pt x="254" y="51"/>
                    <a:pt x="237" y="60"/>
                  </a:cubicBezTo>
                  <a:lnTo>
                    <a:pt x="254" y="43"/>
                  </a:lnTo>
                  <a:lnTo>
                    <a:pt x="254" y="43"/>
                  </a:lnTo>
                  <a:cubicBezTo>
                    <a:pt x="243" y="45"/>
                    <a:pt x="233" y="47"/>
                    <a:pt x="224" y="47"/>
                  </a:cubicBezTo>
                  <a:cubicBezTo>
                    <a:pt x="177" y="47"/>
                    <a:pt x="158" y="15"/>
                    <a:pt x="18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3"/>
            <p:cNvSpPr/>
            <p:nvPr/>
          </p:nvSpPr>
          <p:spPr>
            <a:xfrm flipH="1" rot="-970990">
              <a:off x="5288166" y="719194"/>
              <a:ext cx="2160" cy="972"/>
            </a:xfrm>
            <a:custGeom>
              <a:rect b="b" l="l" r="r" t="t"/>
              <a:pathLst>
                <a:path extrusionOk="0" h="27" w="60">
                  <a:moveTo>
                    <a:pt x="59" y="1"/>
                  </a:moveTo>
                  <a:lnTo>
                    <a:pt x="30" y="14"/>
                  </a:lnTo>
                  <a:lnTo>
                    <a:pt x="30" y="14"/>
                  </a:lnTo>
                  <a:cubicBezTo>
                    <a:pt x="40" y="9"/>
                    <a:pt x="51" y="5"/>
                    <a:pt x="59" y="1"/>
                  </a:cubicBezTo>
                  <a:close/>
                  <a:moveTo>
                    <a:pt x="30" y="14"/>
                  </a:moveTo>
                  <a:lnTo>
                    <a:pt x="30" y="14"/>
                  </a:lnTo>
                  <a:cubicBezTo>
                    <a:pt x="19" y="18"/>
                    <a:pt x="9" y="22"/>
                    <a:pt x="0" y="26"/>
                  </a:cubicBezTo>
                  <a:lnTo>
                    <a:pt x="30" y="14"/>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3"/>
            <p:cNvSpPr/>
            <p:nvPr/>
          </p:nvSpPr>
          <p:spPr>
            <a:xfrm flipH="1" rot="-970990">
              <a:off x="5269494" y="709897"/>
              <a:ext cx="936" cy="324"/>
            </a:xfrm>
            <a:custGeom>
              <a:rect b="b" l="l" r="r" t="t"/>
              <a:pathLst>
                <a:path extrusionOk="0" h="9" w="26">
                  <a:moveTo>
                    <a:pt x="25" y="0"/>
                  </a:moveTo>
                  <a:lnTo>
                    <a:pt x="25" y="0"/>
                  </a:lnTo>
                  <a:lnTo>
                    <a:pt x="0" y="9"/>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3"/>
            <p:cNvSpPr/>
            <p:nvPr/>
          </p:nvSpPr>
          <p:spPr>
            <a:xfrm flipH="1" rot="-970990">
              <a:off x="5332903" y="706837"/>
              <a:ext cx="36" cy="36"/>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3"/>
            <p:cNvSpPr/>
            <p:nvPr/>
          </p:nvSpPr>
          <p:spPr>
            <a:xfrm flipH="1" rot="-970990">
              <a:off x="5241732" y="712438"/>
              <a:ext cx="10979" cy="3456"/>
            </a:xfrm>
            <a:custGeom>
              <a:rect b="b" l="l" r="r" t="t"/>
              <a:pathLst>
                <a:path extrusionOk="0" h="96" w="305">
                  <a:moveTo>
                    <a:pt x="161" y="0"/>
                  </a:moveTo>
                  <a:cubicBezTo>
                    <a:pt x="152" y="0"/>
                    <a:pt x="102" y="0"/>
                    <a:pt x="119" y="9"/>
                  </a:cubicBezTo>
                  <a:lnTo>
                    <a:pt x="144" y="9"/>
                  </a:lnTo>
                  <a:cubicBezTo>
                    <a:pt x="76" y="43"/>
                    <a:pt x="110" y="60"/>
                    <a:pt x="0" y="76"/>
                  </a:cubicBezTo>
                  <a:cubicBezTo>
                    <a:pt x="21" y="89"/>
                    <a:pt x="45" y="96"/>
                    <a:pt x="68" y="96"/>
                  </a:cubicBezTo>
                  <a:cubicBezTo>
                    <a:pt x="91" y="96"/>
                    <a:pt x="114" y="89"/>
                    <a:pt x="136" y="76"/>
                  </a:cubicBezTo>
                  <a:lnTo>
                    <a:pt x="169" y="76"/>
                  </a:lnTo>
                  <a:lnTo>
                    <a:pt x="271" y="34"/>
                  </a:lnTo>
                  <a:lnTo>
                    <a:pt x="305" y="0"/>
                  </a:lnTo>
                  <a:lnTo>
                    <a:pt x="178" y="26"/>
                  </a:lnTo>
                  <a:cubicBezTo>
                    <a:pt x="195" y="9"/>
                    <a:pt x="136" y="9"/>
                    <a:pt x="16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3"/>
            <p:cNvSpPr/>
            <p:nvPr/>
          </p:nvSpPr>
          <p:spPr>
            <a:xfrm flipH="1" rot="-970990">
              <a:off x="5415880" y="660564"/>
              <a:ext cx="36" cy="36"/>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3"/>
            <p:cNvSpPr/>
            <p:nvPr/>
          </p:nvSpPr>
          <p:spPr>
            <a:xfrm flipH="1" rot="-970990">
              <a:off x="5414595" y="660135"/>
              <a:ext cx="1260" cy="648"/>
            </a:xfrm>
            <a:custGeom>
              <a:rect b="b" l="l" r="r" t="t"/>
              <a:pathLst>
                <a:path extrusionOk="0" h="18" w="35">
                  <a:moveTo>
                    <a:pt x="9" y="0"/>
                  </a:moveTo>
                  <a:lnTo>
                    <a:pt x="1" y="17"/>
                  </a:lnTo>
                  <a:cubicBezTo>
                    <a:pt x="9" y="9"/>
                    <a:pt x="34"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3"/>
            <p:cNvSpPr/>
            <p:nvPr/>
          </p:nvSpPr>
          <p:spPr>
            <a:xfrm flipH="1" rot="-970990">
              <a:off x="5286471" y="718837"/>
              <a:ext cx="1548" cy="936"/>
            </a:xfrm>
            <a:custGeom>
              <a:rect b="b" l="l" r="r" t="t"/>
              <a:pathLst>
                <a:path extrusionOk="0" h="26" w="43">
                  <a:moveTo>
                    <a:pt x="26" y="1"/>
                  </a:moveTo>
                  <a:cubicBezTo>
                    <a:pt x="17" y="9"/>
                    <a:pt x="9" y="17"/>
                    <a:pt x="0" y="26"/>
                  </a:cubicBez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3"/>
            <p:cNvSpPr/>
            <p:nvPr/>
          </p:nvSpPr>
          <p:spPr>
            <a:xfrm flipH="1" rot="-970990">
              <a:off x="5277508" y="717414"/>
              <a:ext cx="5219" cy="648"/>
            </a:xfrm>
            <a:custGeom>
              <a:rect b="b" l="l" r="r" t="t"/>
              <a:pathLst>
                <a:path extrusionOk="0" h="18" w="145">
                  <a:moveTo>
                    <a:pt x="144" y="0"/>
                  </a:moveTo>
                  <a:lnTo>
                    <a:pt x="144" y="0"/>
                  </a:lnTo>
                  <a:cubicBezTo>
                    <a:pt x="102" y="17"/>
                    <a:pt x="51" y="17"/>
                    <a:pt x="0" y="17"/>
                  </a:cubicBezTo>
                  <a:lnTo>
                    <a:pt x="102" y="17"/>
                  </a:lnTo>
                  <a:lnTo>
                    <a:pt x="14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3"/>
            <p:cNvSpPr/>
            <p:nvPr/>
          </p:nvSpPr>
          <p:spPr>
            <a:xfrm flipH="1" rot="-970990">
              <a:off x="5289503" y="707814"/>
              <a:ext cx="61770" cy="9216"/>
            </a:xfrm>
            <a:custGeom>
              <a:rect b="b" l="l" r="r" t="t"/>
              <a:pathLst>
                <a:path extrusionOk="0" h="256" w="1716">
                  <a:moveTo>
                    <a:pt x="806" y="66"/>
                  </a:moveTo>
                  <a:lnTo>
                    <a:pt x="827" y="68"/>
                  </a:lnTo>
                  <a:cubicBezTo>
                    <a:pt x="820" y="67"/>
                    <a:pt x="813" y="66"/>
                    <a:pt x="806" y="66"/>
                  </a:cubicBezTo>
                  <a:close/>
                  <a:moveTo>
                    <a:pt x="1715" y="76"/>
                  </a:moveTo>
                  <a:lnTo>
                    <a:pt x="1706" y="80"/>
                  </a:lnTo>
                  <a:lnTo>
                    <a:pt x="1706" y="80"/>
                  </a:lnTo>
                  <a:cubicBezTo>
                    <a:pt x="1709" y="79"/>
                    <a:pt x="1712" y="78"/>
                    <a:pt x="1715" y="76"/>
                  </a:cubicBezTo>
                  <a:close/>
                  <a:moveTo>
                    <a:pt x="585" y="167"/>
                  </a:moveTo>
                  <a:cubicBezTo>
                    <a:pt x="575" y="168"/>
                    <a:pt x="566" y="170"/>
                    <a:pt x="556" y="171"/>
                  </a:cubicBezTo>
                  <a:lnTo>
                    <a:pt x="556" y="171"/>
                  </a:lnTo>
                  <a:cubicBezTo>
                    <a:pt x="566" y="170"/>
                    <a:pt x="576" y="169"/>
                    <a:pt x="585" y="167"/>
                  </a:cubicBezTo>
                  <a:close/>
                  <a:moveTo>
                    <a:pt x="143" y="192"/>
                  </a:moveTo>
                  <a:cubicBezTo>
                    <a:pt x="145" y="198"/>
                    <a:pt x="152" y="203"/>
                    <a:pt x="159" y="203"/>
                  </a:cubicBezTo>
                  <a:cubicBezTo>
                    <a:pt x="155" y="199"/>
                    <a:pt x="150" y="195"/>
                    <a:pt x="143" y="192"/>
                  </a:cubicBezTo>
                  <a:close/>
                  <a:moveTo>
                    <a:pt x="133" y="110"/>
                  </a:moveTo>
                  <a:cubicBezTo>
                    <a:pt x="57" y="110"/>
                    <a:pt x="57" y="127"/>
                    <a:pt x="15" y="144"/>
                  </a:cubicBezTo>
                  <a:cubicBezTo>
                    <a:pt x="0" y="173"/>
                    <a:pt x="99" y="171"/>
                    <a:pt x="143" y="192"/>
                  </a:cubicBezTo>
                  <a:lnTo>
                    <a:pt x="143" y="192"/>
                  </a:lnTo>
                  <a:cubicBezTo>
                    <a:pt x="142" y="190"/>
                    <a:pt x="142" y="188"/>
                    <a:pt x="142" y="186"/>
                  </a:cubicBezTo>
                  <a:lnTo>
                    <a:pt x="142" y="186"/>
                  </a:lnTo>
                  <a:lnTo>
                    <a:pt x="209" y="203"/>
                  </a:lnTo>
                  <a:cubicBezTo>
                    <a:pt x="150" y="186"/>
                    <a:pt x="226" y="161"/>
                    <a:pt x="260" y="161"/>
                  </a:cubicBezTo>
                  <a:cubicBezTo>
                    <a:pt x="294" y="161"/>
                    <a:pt x="336" y="161"/>
                    <a:pt x="328" y="178"/>
                  </a:cubicBezTo>
                  <a:lnTo>
                    <a:pt x="286" y="178"/>
                  </a:lnTo>
                  <a:cubicBezTo>
                    <a:pt x="295" y="181"/>
                    <a:pt x="304" y="182"/>
                    <a:pt x="314" y="182"/>
                  </a:cubicBezTo>
                  <a:cubicBezTo>
                    <a:pt x="346" y="182"/>
                    <a:pt x="382" y="170"/>
                    <a:pt x="415" y="170"/>
                  </a:cubicBezTo>
                  <a:cubicBezTo>
                    <a:pt x="429" y="170"/>
                    <a:pt x="442" y="172"/>
                    <a:pt x="455" y="178"/>
                  </a:cubicBezTo>
                  <a:cubicBezTo>
                    <a:pt x="455" y="186"/>
                    <a:pt x="438" y="186"/>
                    <a:pt x="429" y="195"/>
                  </a:cubicBezTo>
                  <a:cubicBezTo>
                    <a:pt x="472" y="184"/>
                    <a:pt x="514" y="177"/>
                    <a:pt x="556" y="171"/>
                  </a:cubicBezTo>
                  <a:lnTo>
                    <a:pt x="556" y="171"/>
                  </a:lnTo>
                  <a:cubicBezTo>
                    <a:pt x="547" y="172"/>
                    <a:pt x="537" y="172"/>
                    <a:pt x="528" y="172"/>
                  </a:cubicBezTo>
                  <a:cubicBezTo>
                    <a:pt x="496" y="172"/>
                    <a:pt x="462" y="168"/>
                    <a:pt x="438" y="161"/>
                  </a:cubicBezTo>
                  <a:cubicBezTo>
                    <a:pt x="379" y="127"/>
                    <a:pt x="506" y="144"/>
                    <a:pt x="522" y="110"/>
                  </a:cubicBezTo>
                  <a:cubicBezTo>
                    <a:pt x="446" y="110"/>
                    <a:pt x="463" y="119"/>
                    <a:pt x="429" y="136"/>
                  </a:cubicBezTo>
                  <a:cubicBezTo>
                    <a:pt x="410" y="132"/>
                    <a:pt x="390" y="131"/>
                    <a:pt x="370" y="131"/>
                  </a:cubicBezTo>
                  <a:cubicBezTo>
                    <a:pt x="327" y="131"/>
                    <a:pt x="282" y="136"/>
                    <a:pt x="241" y="136"/>
                  </a:cubicBezTo>
                  <a:cubicBezTo>
                    <a:pt x="199" y="136"/>
                    <a:pt x="161" y="131"/>
                    <a:pt x="133" y="110"/>
                  </a:cubicBezTo>
                  <a:close/>
                  <a:moveTo>
                    <a:pt x="1504" y="0"/>
                  </a:moveTo>
                  <a:cubicBezTo>
                    <a:pt x="1284" y="17"/>
                    <a:pt x="1132" y="102"/>
                    <a:pt x="920" y="136"/>
                  </a:cubicBezTo>
                  <a:cubicBezTo>
                    <a:pt x="912" y="110"/>
                    <a:pt x="751" y="110"/>
                    <a:pt x="675" y="93"/>
                  </a:cubicBezTo>
                  <a:cubicBezTo>
                    <a:pt x="706" y="74"/>
                    <a:pt x="743" y="65"/>
                    <a:pt x="784" y="65"/>
                  </a:cubicBezTo>
                  <a:cubicBezTo>
                    <a:pt x="791" y="65"/>
                    <a:pt x="799" y="65"/>
                    <a:pt x="806" y="66"/>
                  </a:cubicBezTo>
                  <a:lnTo>
                    <a:pt x="806" y="66"/>
                  </a:lnTo>
                  <a:lnTo>
                    <a:pt x="675" y="51"/>
                  </a:lnTo>
                  <a:lnTo>
                    <a:pt x="649" y="110"/>
                  </a:lnTo>
                  <a:cubicBezTo>
                    <a:pt x="429" y="102"/>
                    <a:pt x="709" y="76"/>
                    <a:pt x="607" y="51"/>
                  </a:cubicBezTo>
                  <a:lnTo>
                    <a:pt x="607" y="51"/>
                  </a:lnTo>
                  <a:cubicBezTo>
                    <a:pt x="565" y="59"/>
                    <a:pt x="522" y="68"/>
                    <a:pt x="480" y="76"/>
                  </a:cubicBezTo>
                  <a:cubicBezTo>
                    <a:pt x="658" y="76"/>
                    <a:pt x="455" y="144"/>
                    <a:pt x="632" y="144"/>
                  </a:cubicBezTo>
                  <a:cubicBezTo>
                    <a:pt x="624" y="155"/>
                    <a:pt x="607" y="163"/>
                    <a:pt x="585" y="167"/>
                  </a:cubicBezTo>
                  <a:lnTo>
                    <a:pt x="585" y="167"/>
                  </a:lnTo>
                  <a:cubicBezTo>
                    <a:pt x="601" y="165"/>
                    <a:pt x="617" y="163"/>
                    <a:pt x="632" y="161"/>
                  </a:cubicBezTo>
                  <a:lnTo>
                    <a:pt x="632" y="161"/>
                  </a:lnTo>
                  <a:lnTo>
                    <a:pt x="582" y="195"/>
                  </a:lnTo>
                  <a:cubicBezTo>
                    <a:pt x="625" y="185"/>
                    <a:pt x="670" y="180"/>
                    <a:pt x="715" y="180"/>
                  </a:cubicBezTo>
                  <a:cubicBezTo>
                    <a:pt x="784" y="180"/>
                    <a:pt x="853" y="191"/>
                    <a:pt x="920" y="212"/>
                  </a:cubicBezTo>
                  <a:cubicBezTo>
                    <a:pt x="912" y="203"/>
                    <a:pt x="886" y="203"/>
                    <a:pt x="903" y="195"/>
                  </a:cubicBezTo>
                  <a:cubicBezTo>
                    <a:pt x="962" y="195"/>
                    <a:pt x="1013" y="220"/>
                    <a:pt x="979" y="237"/>
                  </a:cubicBezTo>
                  <a:cubicBezTo>
                    <a:pt x="990" y="233"/>
                    <a:pt x="1004" y="231"/>
                    <a:pt x="1020" y="231"/>
                  </a:cubicBezTo>
                  <a:cubicBezTo>
                    <a:pt x="1081" y="231"/>
                    <a:pt x="1169" y="255"/>
                    <a:pt x="1243" y="255"/>
                  </a:cubicBezTo>
                  <a:cubicBezTo>
                    <a:pt x="1267" y="255"/>
                    <a:pt x="1290" y="253"/>
                    <a:pt x="1309" y="246"/>
                  </a:cubicBezTo>
                  <a:lnTo>
                    <a:pt x="1706" y="80"/>
                  </a:lnTo>
                  <a:lnTo>
                    <a:pt x="1706" y="80"/>
                  </a:lnTo>
                  <a:cubicBezTo>
                    <a:pt x="1692" y="85"/>
                    <a:pt x="1678" y="85"/>
                    <a:pt x="1664" y="85"/>
                  </a:cubicBezTo>
                  <a:cubicBezTo>
                    <a:pt x="1631" y="51"/>
                    <a:pt x="1614" y="51"/>
                    <a:pt x="1681" y="26"/>
                  </a:cubicBezTo>
                  <a:lnTo>
                    <a:pt x="1681" y="26"/>
                  </a:lnTo>
                  <a:cubicBezTo>
                    <a:pt x="1623" y="40"/>
                    <a:pt x="1634" y="61"/>
                    <a:pt x="1578" y="61"/>
                  </a:cubicBezTo>
                  <a:cubicBezTo>
                    <a:pt x="1569" y="61"/>
                    <a:pt x="1559" y="61"/>
                    <a:pt x="1546" y="59"/>
                  </a:cubicBezTo>
                  <a:cubicBezTo>
                    <a:pt x="1580" y="51"/>
                    <a:pt x="1597" y="9"/>
                    <a:pt x="150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3"/>
            <p:cNvSpPr/>
            <p:nvPr/>
          </p:nvSpPr>
          <p:spPr>
            <a:xfrm flipH="1" rot="-970990">
              <a:off x="5309039" y="713037"/>
              <a:ext cx="648" cy="36"/>
            </a:xfrm>
            <a:custGeom>
              <a:rect b="b" l="l" r="r" t="t"/>
              <a:pathLst>
                <a:path extrusionOk="0" h="1" w="18">
                  <a:moveTo>
                    <a:pt x="17" y="0"/>
                  </a:moveTo>
                  <a:cubicBezTo>
                    <a:pt x="17" y="0"/>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3"/>
            <p:cNvSpPr/>
            <p:nvPr/>
          </p:nvSpPr>
          <p:spPr>
            <a:xfrm flipH="1" rot="-970990">
              <a:off x="5320342" y="710399"/>
              <a:ext cx="612" cy="36"/>
            </a:xfrm>
            <a:custGeom>
              <a:rect b="b" l="l" r="r" t="t"/>
              <a:pathLst>
                <a:path extrusionOk="0" h="1" w="17">
                  <a:moveTo>
                    <a:pt x="17" y="0"/>
                  </a:moveTo>
                  <a:lnTo>
                    <a:pt x="17"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3"/>
            <p:cNvSpPr/>
            <p:nvPr/>
          </p:nvSpPr>
          <p:spPr>
            <a:xfrm flipH="1" rot="-970990">
              <a:off x="5286844" y="715874"/>
              <a:ext cx="1548" cy="648"/>
            </a:xfrm>
            <a:custGeom>
              <a:rect b="b" l="l" r="r" t="t"/>
              <a:pathLst>
                <a:path extrusionOk="0" h="18" w="43">
                  <a:moveTo>
                    <a:pt x="18" y="0"/>
                  </a:moveTo>
                  <a:cubicBezTo>
                    <a:pt x="9" y="9"/>
                    <a:pt x="1" y="9"/>
                    <a:pt x="9" y="17"/>
                  </a:cubicBezTo>
                  <a:cubicBezTo>
                    <a:pt x="26" y="9"/>
                    <a:pt x="34"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3"/>
            <p:cNvSpPr/>
            <p:nvPr/>
          </p:nvSpPr>
          <p:spPr>
            <a:xfrm flipH="1" rot="-970990">
              <a:off x="5286825" y="718216"/>
              <a:ext cx="648" cy="360"/>
            </a:xfrm>
            <a:custGeom>
              <a:rect b="b" l="l" r="r" t="t"/>
              <a:pathLst>
                <a:path extrusionOk="0" h="10" w="18">
                  <a:moveTo>
                    <a:pt x="9" y="1"/>
                  </a:moveTo>
                  <a:lnTo>
                    <a:pt x="1" y="9"/>
                  </a:lnTo>
                  <a:lnTo>
                    <a:pt x="18" y="9"/>
                  </a:lnTo>
                  <a:cubicBezTo>
                    <a:pt x="18" y="9"/>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3"/>
            <p:cNvSpPr/>
            <p:nvPr/>
          </p:nvSpPr>
          <p:spPr>
            <a:xfrm flipH="1" rot="-970990">
              <a:off x="5352877" y="691388"/>
              <a:ext cx="936" cy="36"/>
            </a:xfrm>
            <a:custGeom>
              <a:rect b="b" l="l" r="r" t="t"/>
              <a:pathLst>
                <a:path extrusionOk="0" h="1" w="26">
                  <a:moveTo>
                    <a:pt x="26" y="1"/>
                  </a:moveTo>
                  <a:lnTo>
                    <a:pt x="0" y="1"/>
                  </a:lnTo>
                  <a:cubicBezTo>
                    <a:pt x="9" y="1"/>
                    <a:pt x="17"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3"/>
            <p:cNvSpPr/>
            <p:nvPr/>
          </p:nvSpPr>
          <p:spPr>
            <a:xfrm flipH="1" rot="-970990">
              <a:off x="5306856" y="706071"/>
              <a:ext cx="33621" cy="3528"/>
            </a:xfrm>
            <a:custGeom>
              <a:rect b="b" l="l" r="r" t="t"/>
              <a:pathLst>
                <a:path extrusionOk="0" h="98" w="934">
                  <a:moveTo>
                    <a:pt x="55" y="1"/>
                  </a:moveTo>
                  <a:cubicBezTo>
                    <a:pt x="22" y="1"/>
                    <a:pt x="1" y="7"/>
                    <a:pt x="1" y="27"/>
                  </a:cubicBezTo>
                  <a:cubicBezTo>
                    <a:pt x="13" y="29"/>
                    <a:pt x="26" y="30"/>
                    <a:pt x="40" y="30"/>
                  </a:cubicBezTo>
                  <a:cubicBezTo>
                    <a:pt x="73" y="30"/>
                    <a:pt x="109" y="24"/>
                    <a:pt x="144" y="18"/>
                  </a:cubicBezTo>
                  <a:lnTo>
                    <a:pt x="144" y="18"/>
                  </a:lnTo>
                  <a:lnTo>
                    <a:pt x="136" y="69"/>
                  </a:lnTo>
                  <a:cubicBezTo>
                    <a:pt x="211" y="69"/>
                    <a:pt x="154" y="36"/>
                    <a:pt x="259" y="35"/>
                  </a:cubicBezTo>
                  <a:lnTo>
                    <a:pt x="259" y="35"/>
                  </a:lnTo>
                  <a:cubicBezTo>
                    <a:pt x="350" y="35"/>
                    <a:pt x="442" y="37"/>
                    <a:pt x="534" y="52"/>
                  </a:cubicBezTo>
                  <a:cubicBezTo>
                    <a:pt x="525" y="69"/>
                    <a:pt x="584" y="69"/>
                    <a:pt x="576" y="94"/>
                  </a:cubicBezTo>
                  <a:cubicBezTo>
                    <a:pt x="589" y="96"/>
                    <a:pt x="602" y="98"/>
                    <a:pt x="615" y="98"/>
                  </a:cubicBezTo>
                  <a:cubicBezTo>
                    <a:pt x="656" y="98"/>
                    <a:pt x="699" y="88"/>
                    <a:pt x="737" y="69"/>
                  </a:cubicBezTo>
                  <a:cubicBezTo>
                    <a:pt x="754" y="73"/>
                    <a:pt x="779" y="73"/>
                    <a:pt x="805" y="73"/>
                  </a:cubicBezTo>
                  <a:cubicBezTo>
                    <a:pt x="832" y="73"/>
                    <a:pt x="859" y="73"/>
                    <a:pt x="880" y="77"/>
                  </a:cubicBezTo>
                  <a:cubicBezTo>
                    <a:pt x="866" y="63"/>
                    <a:pt x="933" y="42"/>
                    <a:pt x="876" y="42"/>
                  </a:cubicBezTo>
                  <a:cubicBezTo>
                    <a:pt x="867" y="42"/>
                    <a:pt x="856" y="42"/>
                    <a:pt x="842" y="43"/>
                  </a:cubicBezTo>
                  <a:lnTo>
                    <a:pt x="842" y="43"/>
                  </a:lnTo>
                  <a:cubicBezTo>
                    <a:pt x="843" y="43"/>
                    <a:pt x="841" y="41"/>
                    <a:pt x="847" y="35"/>
                  </a:cubicBezTo>
                  <a:cubicBezTo>
                    <a:pt x="825" y="28"/>
                    <a:pt x="808" y="26"/>
                    <a:pt x="792" y="26"/>
                  </a:cubicBezTo>
                  <a:cubicBezTo>
                    <a:pt x="759" y="26"/>
                    <a:pt x="733" y="37"/>
                    <a:pt x="694" y="37"/>
                  </a:cubicBezTo>
                  <a:cubicBezTo>
                    <a:pt x="686" y="37"/>
                    <a:pt x="678" y="36"/>
                    <a:pt x="669" y="35"/>
                  </a:cubicBezTo>
                  <a:cubicBezTo>
                    <a:pt x="635" y="18"/>
                    <a:pt x="737" y="18"/>
                    <a:pt x="703" y="10"/>
                  </a:cubicBezTo>
                  <a:lnTo>
                    <a:pt x="703" y="10"/>
                  </a:lnTo>
                  <a:cubicBezTo>
                    <a:pt x="695" y="11"/>
                    <a:pt x="686" y="11"/>
                    <a:pt x="676" y="11"/>
                  </a:cubicBezTo>
                  <a:cubicBezTo>
                    <a:pt x="625" y="11"/>
                    <a:pt x="556" y="1"/>
                    <a:pt x="506" y="1"/>
                  </a:cubicBezTo>
                  <a:cubicBezTo>
                    <a:pt x="468" y="1"/>
                    <a:pt x="441" y="7"/>
                    <a:pt x="441" y="27"/>
                  </a:cubicBezTo>
                  <a:cubicBezTo>
                    <a:pt x="381" y="27"/>
                    <a:pt x="373" y="18"/>
                    <a:pt x="356" y="1"/>
                  </a:cubicBezTo>
                  <a:cubicBezTo>
                    <a:pt x="332" y="13"/>
                    <a:pt x="300" y="17"/>
                    <a:pt x="265" y="17"/>
                  </a:cubicBezTo>
                  <a:cubicBezTo>
                    <a:pt x="193" y="17"/>
                    <a:pt x="109" y="1"/>
                    <a:pt x="5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3"/>
            <p:cNvSpPr/>
            <p:nvPr/>
          </p:nvSpPr>
          <p:spPr>
            <a:xfrm flipH="1" rot="-970990">
              <a:off x="5292400" y="714769"/>
              <a:ext cx="36" cy="36"/>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3"/>
            <p:cNvSpPr/>
            <p:nvPr/>
          </p:nvSpPr>
          <p:spPr>
            <a:xfrm flipH="1" rot="-970990">
              <a:off x="5261290" y="724128"/>
              <a:ext cx="33837" cy="6732"/>
            </a:xfrm>
            <a:custGeom>
              <a:rect b="b" l="l" r="r" t="t"/>
              <a:pathLst>
                <a:path extrusionOk="0" h="187" w="940">
                  <a:moveTo>
                    <a:pt x="787" y="136"/>
                  </a:moveTo>
                  <a:lnTo>
                    <a:pt x="847" y="144"/>
                  </a:lnTo>
                  <a:cubicBezTo>
                    <a:pt x="821" y="144"/>
                    <a:pt x="804" y="144"/>
                    <a:pt x="787" y="136"/>
                  </a:cubicBezTo>
                  <a:close/>
                  <a:moveTo>
                    <a:pt x="644" y="0"/>
                  </a:moveTo>
                  <a:lnTo>
                    <a:pt x="644" y="0"/>
                  </a:lnTo>
                  <a:cubicBezTo>
                    <a:pt x="457" y="17"/>
                    <a:pt x="635" y="93"/>
                    <a:pt x="474" y="93"/>
                  </a:cubicBezTo>
                  <a:lnTo>
                    <a:pt x="364" y="76"/>
                  </a:lnTo>
                  <a:lnTo>
                    <a:pt x="322" y="119"/>
                  </a:lnTo>
                  <a:cubicBezTo>
                    <a:pt x="263" y="119"/>
                    <a:pt x="373" y="85"/>
                    <a:pt x="271" y="85"/>
                  </a:cubicBezTo>
                  <a:cubicBezTo>
                    <a:pt x="262" y="89"/>
                    <a:pt x="250" y="91"/>
                    <a:pt x="237" y="91"/>
                  </a:cubicBezTo>
                  <a:cubicBezTo>
                    <a:pt x="217" y="91"/>
                    <a:pt x="194" y="87"/>
                    <a:pt x="177" y="87"/>
                  </a:cubicBezTo>
                  <a:cubicBezTo>
                    <a:pt x="166" y="87"/>
                    <a:pt x="158" y="89"/>
                    <a:pt x="153" y="93"/>
                  </a:cubicBezTo>
                  <a:cubicBezTo>
                    <a:pt x="153" y="76"/>
                    <a:pt x="161" y="68"/>
                    <a:pt x="111" y="68"/>
                  </a:cubicBezTo>
                  <a:cubicBezTo>
                    <a:pt x="102" y="68"/>
                    <a:pt x="102" y="85"/>
                    <a:pt x="68" y="85"/>
                  </a:cubicBezTo>
                  <a:cubicBezTo>
                    <a:pt x="56" y="64"/>
                    <a:pt x="81" y="64"/>
                    <a:pt x="104" y="64"/>
                  </a:cubicBezTo>
                  <a:cubicBezTo>
                    <a:pt x="128" y="64"/>
                    <a:pt x="149" y="64"/>
                    <a:pt x="128" y="43"/>
                  </a:cubicBezTo>
                  <a:cubicBezTo>
                    <a:pt x="110" y="40"/>
                    <a:pt x="95" y="39"/>
                    <a:pt x="84" y="39"/>
                  </a:cubicBezTo>
                  <a:cubicBezTo>
                    <a:pt x="13" y="39"/>
                    <a:pt x="48" y="78"/>
                    <a:pt x="26" y="85"/>
                  </a:cubicBezTo>
                  <a:lnTo>
                    <a:pt x="51" y="85"/>
                  </a:lnTo>
                  <a:cubicBezTo>
                    <a:pt x="51" y="93"/>
                    <a:pt x="39" y="93"/>
                    <a:pt x="26" y="93"/>
                  </a:cubicBezTo>
                  <a:cubicBezTo>
                    <a:pt x="13" y="93"/>
                    <a:pt x="1" y="93"/>
                    <a:pt x="1" y="102"/>
                  </a:cubicBezTo>
                  <a:cubicBezTo>
                    <a:pt x="13" y="106"/>
                    <a:pt x="24" y="108"/>
                    <a:pt x="33" y="108"/>
                  </a:cubicBezTo>
                  <a:cubicBezTo>
                    <a:pt x="43" y="108"/>
                    <a:pt x="51" y="106"/>
                    <a:pt x="60" y="102"/>
                  </a:cubicBezTo>
                  <a:lnTo>
                    <a:pt x="60" y="102"/>
                  </a:lnTo>
                  <a:cubicBezTo>
                    <a:pt x="26" y="119"/>
                    <a:pt x="119" y="144"/>
                    <a:pt x="153" y="144"/>
                  </a:cubicBezTo>
                  <a:cubicBezTo>
                    <a:pt x="202" y="141"/>
                    <a:pt x="252" y="138"/>
                    <a:pt x="303" y="138"/>
                  </a:cubicBezTo>
                  <a:cubicBezTo>
                    <a:pt x="375" y="138"/>
                    <a:pt x="447" y="143"/>
                    <a:pt x="517" y="152"/>
                  </a:cubicBezTo>
                  <a:cubicBezTo>
                    <a:pt x="508" y="152"/>
                    <a:pt x="483" y="152"/>
                    <a:pt x="500" y="161"/>
                  </a:cubicBezTo>
                  <a:cubicBezTo>
                    <a:pt x="660" y="169"/>
                    <a:pt x="720" y="186"/>
                    <a:pt x="906" y="186"/>
                  </a:cubicBezTo>
                  <a:lnTo>
                    <a:pt x="940" y="144"/>
                  </a:lnTo>
                  <a:cubicBezTo>
                    <a:pt x="940" y="140"/>
                    <a:pt x="931" y="140"/>
                    <a:pt x="917" y="140"/>
                  </a:cubicBezTo>
                  <a:cubicBezTo>
                    <a:pt x="904" y="140"/>
                    <a:pt x="885" y="140"/>
                    <a:pt x="864" y="136"/>
                  </a:cubicBezTo>
                  <a:cubicBezTo>
                    <a:pt x="872" y="127"/>
                    <a:pt x="880" y="110"/>
                    <a:pt x="838" y="110"/>
                  </a:cubicBezTo>
                  <a:cubicBezTo>
                    <a:pt x="818" y="104"/>
                    <a:pt x="800" y="102"/>
                    <a:pt x="783" y="102"/>
                  </a:cubicBezTo>
                  <a:cubicBezTo>
                    <a:pt x="735" y="102"/>
                    <a:pt x="697" y="120"/>
                    <a:pt x="654" y="120"/>
                  </a:cubicBezTo>
                  <a:cubicBezTo>
                    <a:pt x="648" y="120"/>
                    <a:pt x="641" y="119"/>
                    <a:pt x="635" y="119"/>
                  </a:cubicBezTo>
                  <a:lnTo>
                    <a:pt x="660" y="119"/>
                  </a:lnTo>
                  <a:cubicBezTo>
                    <a:pt x="631" y="110"/>
                    <a:pt x="599" y="106"/>
                    <a:pt x="567" y="106"/>
                  </a:cubicBezTo>
                  <a:cubicBezTo>
                    <a:pt x="536" y="106"/>
                    <a:pt x="504" y="110"/>
                    <a:pt x="474" y="119"/>
                  </a:cubicBezTo>
                  <a:cubicBezTo>
                    <a:pt x="459" y="107"/>
                    <a:pt x="477" y="104"/>
                    <a:pt x="503" y="104"/>
                  </a:cubicBezTo>
                  <a:cubicBezTo>
                    <a:pt x="520" y="104"/>
                    <a:pt x="540" y="105"/>
                    <a:pt x="556" y="105"/>
                  </a:cubicBezTo>
                  <a:cubicBezTo>
                    <a:pt x="583" y="105"/>
                    <a:pt x="597" y="102"/>
                    <a:pt x="559" y="85"/>
                  </a:cubicBezTo>
                  <a:lnTo>
                    <a:pt x="559" y="85"/>
                  </a:lnTo>
                  <a:cubicBezTo>
                    <a:pt x="593" y="89"/>
                    <a:pt x="629" y="91"/>
                    <a:pt x="665" y="91"/>
                  </a:cubicBezTo>
                  <a:cubicBezTo>
                    <a:pt x="701" y="91"/>
                    <a:pt x="737" y="89"/>
                    <a:pt x="770" y="85"/>
                  </a:cubicBezTo>
                  <a:cubicBezTo>
                    <a:pt x="686" y="68"/>
                    <a:pt x="618" y="26"/>
                    <a:pt x="6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3"/>
            <p:cNvSpPr/>
            <p:nvPr/>
          </p:nvSpPr>
          <p:spPr>
            <a:xfrm flipH="1" rot="-970990">
              <a:off x="5183474" y="836372"/>
              <a:ext cx="648" cy="324"/>
            </a:xfrm>
            <a:custGeom>
              <a:rect b="b" l="l" r="r" t="t"/>
              <a:pathLst>
                <a:path extrusionOk="0" h="9" w="18">
                  <a:moveTo>
                    <a:pt x="17" y="0"/>
                  </a:moveTo>
                  <a:lnTo>
                    <a:pt x="0" y="9"/>
                  </a:lnTo>
                  <a:cubicBezTo>
                    <a:pt x="9" y="9"/>
                    <a:pt x="17" y="9"/>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3"/>
            <p:cNvSpPr/>
            <p:nvPr/>
          </p:nvSpPr>
          <p:spPr>
            <a:xfrm flipH="1" rot="-970990">
              <a:off x="5182788" y="742280"/>
              <a:ext cx="1260" cy="36"/>
            </a:xfrm>
            <a:custGeom>
              <a:rect b="b" l="l" r="r" t="t"/>
              <a:pathLst>
                <a:path extrusionOk="0" h="1" w="35">
                  <a:moveTo>
                    <a:pt x="1" y="1"/>
                  </a:moveTo>
                  <a:lnTo>
                    <a:pt x="3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3"/>
            <p:cNvSpPr/>
            <p:nvPr/>
          </p:nvSpPr>
          <p:spPr>
            <a:xfrm flipH="1" rot="-970990">
              <a:off x="5154596" y="746594"/>
              <a:ext cx="1872" cy="324"/>
            </a:xfrm>
            <a:custGeom>
              <a:rect b="b" l="l" r="r" t="t"/>
              <a:pathLst>
                <a:path extrusionOk="0" h="9" w="52">
                  <a:moveTo>
                    <a:pt x="51" y="0"/>
                  </a:moveTo>
                  <a:cubicBezTo>
                    <a:pt x="43" y="0"/>
                    <a:pt x="34" y="2"/>
                    <a:pt x="26" y="5"/>
                  </a:cubicBezTo>
                  <a:lnTo>
                    <a:pt x="26" y="5"/>
                  </a:lnTo>
                  <a:lnTo>
                    <a:pt x="51" y="0"/>
                  </a:lnTo>
                  <a:close/>
                  <a:moveTo>
                    <a:pt x="26" y="5"/>
                  </a:moveTo>
                  <a:lnTo>
                    <a:pt x="1" y="9"/>
                  </a:lnTo>
                  <a:cubicBezTo>
                    <a:pt x="9" y="9"/>
                    <a:pt x="18" y="7"/>
                    <a:pt x="26"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3"/>
            <p:cNvSpPr/>
            <p:nvPr/>
          </p:nvSpPr>
          <p:spPr>
            <a:xfrm flipH="1" rot="-970990">
              <a:off x="5169669" y="830268"/>
              <a:ext cx="324" cy="360"/>
            </a:xfrm>
            <a:custGeom>
              <a:rect b="b" l="l" r="r" t="t"/>
              <a:pathLst>
                <a:path extrusionOk="0" h="10" w="9">
                  <a:moveTo>
                    <a:pt x="0" y="9"/>
                  </a:moveTo>
                  <a:lnTo>
                    <a:pt x="0" y="9"/>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3"/>
            <p:cNvSpPr/>
            <p:nvPr/>
          </p:nvSpPr>
          <p:spPr>
            <a:xfrm flipH="1" rot="-970990">
              <a:off x="5092820" y="774132"/>
              <a:ext cx="1260" cy="324"/>
            </a:xfrm>
            <a:custGeom>
              <a:rect b="b" l="l" r="r" t="t"/>
              <a:pathLst>
                <a:path extrusionOk="0" h="9" w="35">
                  <a:moveTo>
                    <a:pt x="1" y="0"/>
                  </a:moveTo>
                  <a:lnTo>
                    <a:pt x="1" y="0"/>
                  </a:lnTo>
                  <a:cubicBezTo>
                    <a:pt x="9" y="9"/>
                    <a:pt x="18" y="9"/>
                    <a:pt x="26" y="9"/>
                  </a:cubicBezTo>
                  <a:cubicBezTo>
                    <a:pt x="34" y="9"/>
                    <a:pt x="18" y="9"/>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3"/>
            <p:cNvSpPr/>
            <p:nvPr/>
          </p:nvSpPr>
          <p:spPr>
            <a:xfrm flipH="1" rot="-970990">
              <a:off x="5156430" y="746580"/>
              <a:ext cx="324" cy="36"/>
            </a:xfrm>
            <a:custGeom>
              <a:rect b="b" l="l" r="r" t="t"/>
              <a:pathLst>
                <a:path extrusionOk="0" h="1" w="9">
                  <a:moveTo>
                    <a:pt x="0" y="1"/>
                  </a:moveTo>
                  <a:lnTo>
                    <a:pt x="0" y="1"/>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3"/>
            <p:cNvSpPr/>
            <p:nvPr/>
          </p:nvSpPr>
          <p:spPr>
            <a:xfrm flipH="1" rot="-970990">
              <a:off x="5193548" y="733549"/>
              <a:ext cx="648" cy="36"/>
            </a:xfrm>
            <a:custGeom>
              <a:rect b="b" l="l" r="r" t="t"/>
              <a:pathLst>
                <a:path extrusionOk="0" h="1" w="18">
                  <a:moveTo>
                    <a:pt x="17" y="1"/>
                  </a:moveTo>
                  <a:lnTo>
                    <a:pt x="0" y="1"/>
                  </a:lnTo>
                  <a:cubicBezTo>
                    <a:pt x="0" y="1"/>
                    <a:pt x="9" y="1"/>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3"/>
            <p:cNvSpPr/>
            <p:nvPr/>
          </p:nvSpPr>
          <p:spPr>
            <a:xfrm flipH="1" rot="-970990">
              <a:off x="5193445" y="738597"/>
              <a:ext cx="936" cy="36"/>
            </a:xfrm>
            <a:custGeom>
              <a:rect b="b" l="l" r="r" t="t"/>
              <a:pathLst>
                <a:path extrusionOk="0" h="1" w="26">
                  <a:moveTo>
                    <a:pt x="26" y="1"/>
                  </a:moveTo>
                  <a:cubicBezTo>
                    <a:pt x="17" y="1"/>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3"/>
            <p:cNvSpPr/>
            <p:nvPr/>
          </p:nvSpPr>
          <p:spPr>
            <a:xfrm flipH="1" rot="-970990">
              <a:off x="5231805" y="721040"/>
              <a:ext cx="1548" cy="36"/>
            </a:xfrm>
            <a:custGeom>
              <a:rect b="b" l="l" r="r" t="t"/>
              <a:pathLst>
                <a:path extrusionOk="0" h="1" w="43">
                  <a:moveTo>
                    <a:pt x="43" y="1"/>
                  </a:moveTo>
                  <a:lnTo>
                    <a:pt x="0" y="1"/>
                  </a:lnTo>
                  <a:cubicBezTo>
                    <a:pt x="9"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3"/>
            <p:cNvSpPr/>
            <p:nvPr/>
          </p:nvSpPr>
          <p:spPr>
            <a:xfrm flipH="1" rot="-970990">
              <a:off x="5197159" y="736035"/>
              <a:ext cx="360" cy="360"/>
            </a:xfrm>
            <a:custGeom>
              <a:rect b="b" l="l" r="r" t="t"/>
              <a:pathLst>
                <a:path extrusionOk="0" h="10" w="10">
                  <a:moveTo>
                    <a:pt x="9" y="1"/>
                  </a:moveTo>
                  <a:lnTo>
                    <a:pt x="1" y="9"/>
                  </a:lnTo>
                  <a:cubicBezTo>
                    <a:pt x="9" y="9"/>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3"/>
            <p:cNvSpPr/>
            <p:nvPr/>
          </p:nvSpPr>
          <p:spPr>
            <a:xfrm flipH="1" rot="-970990">
              <a:off x="5195110" y="836226"/>
              <a:ext cx="36" cy="36"/>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3"/>
            <p:cNvSpPr/>
            <p:nvPr/>
          </p:nvSpPr>
          <p:spPr>
            <a:xfrm flipH="1" rot="-970990">
              <a:off x="5197892" y="839726"/>
              <a:ext cx="1224" cy="936"/>
            </a:xfrm>
            <a:custGeom>
              <a:rect b="b" l="l" r="r" t="t"/>
              <a:pathLst>
                <a:path extrusionOk="0" h="26" w="34">
                  <a:moveTo>
                    <a:pt x="34" y="0"/>
                  </a:moveTo>
                  <a:lnTo>
                    <a:pt x="0" y="26"/>
                  </a:lnTo>
                  <a:cubicBezTo>
                    <a:pt x="17" y="17"/>
                    <a:pt x="25" y="9"/>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3"/>
            <p:cNvSpPr/>
            <p:nvPr/>
          </p:nvSpPr>
          <p:spPr>
            <a:xfrm flipH="1" rot="-970990">
              <a:off x="5107868" y="792518"/>
              <a:ext cx="1944" cy="1548"/>
            </a:xfrm>
            <a:custGeom>
              <a:rect b="b" l="l" r="r" t="t"/>
              <a:pathLst>
                <a:path extrusionOk="0" h="43" w="54">
                  <a:moveTo>
                    <a:pt x="3" y="26"/>
                  </a:moveTo>
                  <a:cubicBezTo>
                    <a:pt x="2" y="28"/>
                    <a:pt x="1" y="29"/>
                    <a:pt x="2" y="30"/>
                  </a:cubicBezTo>
                  <a:lnTo>
                    <a:pt x="2" y="30"/>
                  </a:lnTo>
                  <a:cubicBezTo>
                    <a:pt x="2" y="29"/>
                    <a:pt x="2" y="27"/>
                    <a:pt x="3" y="26"/>
                  </a:cubicBezTo>
                  <a:close/>
                  <a:moveTo>
                    <a:pt x="54" y="0"/>
                  </a:moveTo>
                  <a:lnTo>
                    <a:pt x="54" y="0"/>
                  </a:lnTo>
                  <a:cubicBezTo>
                    <a:pt x="33" y="7"/>
                    <a:pt x="7" y="30"/>
                    <a:pt x="2" y="30"/>
                  </a:cubicBezTo>
                  <a:cubicBezTo>
                    <a:pt x="2" y="30"/>
                    <a:pt x="2" y="30"/>
                    <a:pt x="2" y="30"/>
                  </a:cubicBezTo>
                  <a:lnTo>
                    <a:pt x="2" y="30"/>
                  </a:lnTo>
                  <a:cubicBezTo>
                    <a:pt x="0" y="38"/>
                    <a:pt x="3" y="42"/>
                    <a:pt x="8" y="42"/>
                  </a:cubicBezTo>
                  <a:cubicBezTo>
                    <a:pt x="17" y="42"/>
                    <a:pt x="34" y="30"/>
                    <a:pt x="5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3"/>
            <p:cNvSpPr/>
            <p:nvPr/>
          </p:nvSpPr>
          <p:spPr>
            <a:xfrm flipH="1" rot="-970990">
              <a:off x="5191480" y="823845"/>
              <a:ext cx="540" cy="1008"/>
            </a:xfrm>
            <a:custGeom>
              <a:rect b="b" l="l" r="r" t="t"/>
              <a:pathLst>
                <a:path extrusionOk="0" h="28" w="15">
                  <a:moveTo>
                    <a:pt x="12" y="0"/>
                  </a:moveTo>
                  <a:cubicBezTo>
                    <a:pt x="12" y="0"/>
                    <a:pt x="11" y="1"/>
                    <a:pt x="9" y="3"/>
                  </a:cubicBezTo>
                  <a:cubicBezTo>
                    <a:pt x="9" y="11"/>
                    <a:pt x="1" y="20"/>
                    <a:pt x="1" y="28"/>
                  </a:cubicBezTo>
                  <a:cubicBezTo>
                    <a:pt x="8" y="14"/>
                    <a:pt x="15" y="0"/>
                    <a:pt x="1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3"/>
            <p:cNvSpPr/>
            <p:nvPr/>
          </p:nvSpPr>
          <p:spPr>
            <a:xfrm flipH="1" rot="-970990">
              <a:off x="5192233" y="824659"/>
              <a:ext cx="648" cy="936"/>
            </a:xfrm>
            <a:custGeom>
              <a:rect b="b" l="l" r="r" t="t"/>
              <a:pathLst>
                <a:path extrusionOk="0" h="26" w="18">
                  <a:moveTo>
                    <a:pt x="18" y="0"/>
                  </a:moveTo>
                  <a:lnTo>
                    <a:pt x="18" y="0"/>
                  </a:lnTo>
                  <a:cubicBezTo>
                    <a:pt x="14" y="4"/>
                    <a:pt x="11" y="8"/>
                    <a:pt x="9" y="13"/>
                  </a:cubicBezTo>
                  <a:lnTo>
                    <a:pt x="9" y="13"/>
                  </a:lnTo>
                  <a:lnTo>
                    <a:pt x="18" y="0"/>
                  </a:lnTo>
                  <a:close/>
                  <a:moveTo>
                    <a:pt x="9" y="13"/>
                  </a:moveTo>
                  <a:lnTo>
                    <a:pt x="1" y="25"/>
                  </a:lnTo>
                  <a:cubicBezTo>
                    <a:pt x="5" y="21"/>
                    <a:pt x="7" y="17"/>
                    <a:pt x="9" y="1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3"/>
            <p:cNvSpPr/>
            <p:nvPr/>
          </p:nvSpPr>
          <p:spPr>
            <a:xfrm flipH="1" rot="-970990">
              <a:off x="5118862" y="784093"/>
              <a:ext cx="648" cy="324"/>
            </a:xfrm>
            <a:custGeom>
              <a:rect b="b" l="l" r="r" t="t"/>
              <a:pathLst>
                <a:path extrusionOk="0" h="9" w="18">
                  <a:moveTo>
                    <a:pt x="18" y="0"/>
                  </a:moveTo>
                  <a:cubicBezTo>
                    <a:pt x="14" y="0"/>
                    <a:pt x="12" y="3"/>
                    <a:pt x="9" y="5"/>
                  </a:cubicBezTo>
                  <a:lnTo>
                    <a:pt x="18" y="0"/>
                  </a:lnTo>
                  <a:close/>
                  <a:moveTo>
                    <a:pt x="9" y="5"/>
                  </a:moveTo>
                  <a:lnTo>
                    <a:pt x="1" y="9"/>
                  </a:lnTo>
                  <a:cubicBezTo>
                    <a:pt x="5" y="9"/>
                    <a:pt x="7" y="7"/>
                    <a:pt x="9"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3"/>
            <p:cNvSpPr/>
            <p:nvPr/>
          </p:nvSpPr>
          <p:spPr>
            <a:xfrm flipH="1" rot="-970990">
              <a:off x="5194430" y="838997"/>
              <a:ext cx="10079" cy="10080"/>
            </a:xfrm>
            <a:custGeom>
              <a:rect b="b" l="l" r="r" t="t"/>
              <a:pathLst>
                <a:path extrusionOk="0" h="280" w="280">
                  <a:moveTo>
                    <a:pt x="119" y="43"/>
                  </a:moveTo>
                  <a:cubicBezTo>
                    <a:pt x="118" y="44"/>
                    <a:pt x="117" y="45"/>
                    <a:pt x="116" y="46"/>
                  </a:cubicBezTo>
                  <a:lnTo>
                    <a:pt x="116" y="46"/>
                  </a:lnTo>
                  <a:cubicBezTo>
                    <a:pt x="117" y="45"/>
                    <a:pt x="118" y="44"/>
                    <a:pt x="119" y="43"/>
                  </a:cubicBezTo>
                  <a:close/>
                  <a:moveTo>
                    <a:pt x="96" y="118"/>
                  </a:moveTo>
                  <a:cubicBezTo>
                    <a:pt x="95" y="118"/>
                    <a:pt x="94" y="118"/>
                    <a:pt x="94" y="119"/>
                  </a:cubicBezTo>
                  <a:lnTo>
                    <a:pt x="94" y="129"/>
                  </a:lnTo>
                  <a:lnTo>
                    <a:pt x="94" y="129"/>
                  </a:lnTo>
                  <a:cubicBezTo>
                    <a:pt x="95" y="125"/>
                    <a:pt x="96" y="121"/>
                    <a:pt x="96" y="118"/>
                  </a:cubicBezTo>
                  <a:close/>
                  <a:moveTo>
                    <a:pt x="254" y="0"/>
                  </a:moveTo>
                  <a:lnTo>
                    <a:pt x="111" y="93"/>
                  </a:lnTo>
                  <a:cubicBezTo>
                    <a:pt x="92" y="100"/>
                    <a:pt x="81" y="102"/>
                    <a:pt x="75" y="102"/>
                  </a:cubicBezTo>
                  <a:cubicBezTo>
                    <a:pt x="55" y="102"/>
                    <a:pt x="85" y="77"/>
                    <a:pt x="116" y="46"/>
                  </a:cubicBezTo>
                  <a:lnTo>
                    <a:pt x="116" y="46"/>
                  </a:lnTo>
                  <a:cubicBezTo>
                    <a:pt x="109" y="53"/>
                    <a:pt x="101" y="60"/>
                    <a:pt x="94" y="60"/>
                  </a:cubicBezTo>
                  <a:cubicBezTo>
                    <a:pt x="94" y="66"/>
                    <a:pt x="22" y="139"/>
                    <a:pt x="40" y="139"/>
                  </a:cubicBezTo>
                  <a:cubicBezTo>
                    <a:pt x="46" y="139"/>
                    <a:pt x="62" y="131"/>
                    <a:pt x="94" y="110"/>
                  </a:cubicBezTo>
                  <a:lnTo>
                    <a:pt x="94" y="110"/>
                  </a:lnTo>
                  <a:cubicBezTo>
                    <a:pt x="95" y="113"/>
                    <a:pt x="96" y="115"/>
                    <a:pt x="96" y="118"/>
                  </a:cubicBezTo>
                  <a:lnTo>
                    <a:pt x="96" y="118"/>
                  </a:lnTo>
                  <a:cubicBezTo>
                    <a:pt x="154" y="84"/>
                    <a:pt x="213" y="51"/>
                    <a:pt x="254" y="0"/>
                  </a:cubicBezTo>
                  <a:close/>
                  <a:moveTo>
                    <a:pt x="280" y="9"/>
                  </a:moveTo>
                  <a:lnTo>
                    <a:pt x="280" y="9"/>
                  </a:lnTo>
                  <a:cubicBezTo>
                    <a:pt x="229" y="68"/>
                    <a:pt x="161" y="119"/>
                    <a:pt x="94" y="153"/>
                  </a:cubicBezTo>
                  <a:lnTo>
                    <a:pt x="94" y="129"/>
                  </a:lnTo>
                  <a:lnTo>
                    <a:pt x="94" y="129"/>
                  </a:lnTo>
                  <a:cubicBezTo>
                    <a:pt x="81" y="157"/>
                    <a:pt x="21" y="184"/>
                    <a:pt x="1" y="212"/>
                  </a:cubicBezTo>
                  <a:cubicBezTo>
                    <a:pt x="3" y="211"/>
                    <a:pt x="6" y="211"/>
                    <a:pt x="7" y="211"/>
                  </a:cubicBezTo>
                  <a:cubicBezTo>
                    <a:pt x="21" y="211"/>
                    <a:pt x="3" y="237"/>
                    <a:pt x="18" y="237"/>
                  </a:cubicBezTo>
                  <a:cubicBezTo>
                    <a:pt x="26" y="220"/>
                    <a:pt x="43" y="203"/>
                    <a:pt x="68" y="187"/>
                  </a:cubicBezTo>
                  <a:cubicBezTo>
                    <a:pt x="85" y="187"/>
                    <a:pt x="60" y="229"/>
                    <a:pt x="18" y="246"/>
                  </a:cubicBezTo>
                  <a:cubicBezTo>
                    <a:pt x="23" y="244"/>
                    <a:pt x="27" y="243"/>
                    <a:pt x="29" y="243"/>
                  </a:cubicBezTo>
                  <a:cubicBezTo>
                    <a:pt x="49" y="243"/>
                    <a:pt x="18" y="280"/>
                    <a:pt x="31" y="280"/>
                  </a:cubicBezTo>
                  <a:cubicBezTo>
                    <a:pt x="34" y="280"/>
                    <a:pt x="40" y="277"/>
                    <a:pt x="51" y="271"/>
                  </a:cubicBezTo>
                  <a:cubicBezTo>
                    <a:pt x="144" y="203"/>
                    <a:pt x="221" y="110"/>
                    <a:pt x="280"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3"/>
            <p:cNvSpPr/>
            <p:nvPr/>
          </p:nvSpPr>
          <p:spPr>
            <a:xfrm flipH="1" rot="-970990">
              <a:off x="5199894" y="830722"/>
              <a:ext cx="36" cy="360"/>
            </a:xfrm>
            <a:custGeom>
              <a:rect b="b" l="l" r="r" t="t"/>
              <a:pathLst>
                <a:path extrusionOk="0" h="10" w="1">
                  <a:moveTo>
                    <a:pt x="0" y="1"/>
                  </a:moveTo>
                  <a:lnTo>
                    <a:pt x="0" y="1"/>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3"/>
            <p:cNvSpPr/>
            <p:nvPr/>
          </p:nvSpPr>
          <p:spPr>
            <a:xfrm flipH="1" rot="-970990">
              <a:off x="5238817" y="740732"/>
              <a:ext cx="648" cy="324"/>
            </a:xfrm>
            <a:custGeom>
              <a:rect b="b" l="l" r="r" t="t"/>
              <a:pathLst>
                <a:path extrusionOk="0" h="9" w="18">
                  <a:moveTo>
                    <a:pt x="18" y="0"/>
                  </a:moveTo>
                  <a:lnTo>
                    <a:pt x="1" y="8"/>
                  </a:lnTo>
                  <a:cubicBezTo>
                    <a:pt x="18" y="8"/>
                    <a:pt x="18" y="8"/>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3"/>
            <p:cNvSpPr/>
            <p:nvPr/>
          </p:nvSpPr>
          <p:spPr>
            <a:xfrm flipH="1" rot="-970990">
              <a:off x="5194829" y="834096"/>
              <a:ext cx="36" cy="36"/>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3"/>
            <p:cNvSpPr/>
            <p:nvPr/>
          </p:nvSpPr>
          <p:spPr>
            <a:xfrm flipH="1" rot="-970990">
              <a:off x="5226813" y="745536"/>
              <a:ext cx="36" cy="36"/>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3"/>
            <p:cNvSpPr/>
            <p:nvPr/>
          </p:nvSpPr>
          <p:spPr>
            <a:xfrm flipH="1" rot="-970990">
              <a:off x="5215950" y="725520"/>
              <a:ext cx="324" cy="36"/>
            </a:xfrm>
            <a:custGeom>
              <a:rect b="b" l="l" r="r" t="t"/>
              <a:pathLst>
                <a:path extrusionOk="0" h="1" w="9">
                  <a:moveTo>
                    <a:pt x="9" y="0"/>
                  </a:moveTo>
                  <a:lnTo>
                    <a:pt x="9" y="0"/>
                  </a:lnTo>
                  <a:cubicBezTo>
                    <a:pt x="0" y="0"/>
                    <a:pt x="0"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3"/>
            <p:cNvSpPr/>
            <p:nvPr/>
          </p:nvSpPr>
          <p:spPr>
            <a:xfrm flipH="1" rot="-970990">
              <a:off x="5226733" y="745259"/>
              <a:ext cx="36" cy="36"/>
            </a:xfrm>
            <a:custGeom>
              <a:rect b="b" l="l" r="r" t="t"/>
              <a:pathLst>
                <a:path extrusionOk="0" h="1" w="1">
                  <a:moveTo>
                    <a:pt x="0" y="0"/>
                  </a:moveTo>
                  <a:lnTo>
                    <a:pt x="0" y="0"/>
                  </a:lnTo>
                  <a:cubicBezTo>
                    <a:pt x="0" y="0"/>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3"/>
            <p:cNvSpPr/>
            <p:nvPr/>
          </p:nvSpPr>
          <p:spPr>
            <a:xfrm flipH="1" rot="-970990">
              <a:off x="5167800" y="762586"/>
              <a:ext cx="612" cy="360"/>
            </a:xfrm>
            <a:custGeom>
              <a:rect b="b" l="l" r="r" t="t"/>
              <a:pathLst>
                <a:path extrusionOk="0" h="10" w="17">
                  <a:moveTo>
                    <a:pt x="0" y="1"/>
                  </a:moveTo>
                  <a:cubicBezTo>
                    <a:pt x="0" y="1"/>
                    <a:pt x="0" y="1"/>
                    <a:pt x="17" y="9"/>
                  </a:cubicBezTo>
                  <a:cubicBezTo>
                    <a:pt x="17" y="9"/>
                    <a:pt x="8"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3"/>
            <p:cNvSpPr/>
            <p:nvPr/>
          </p:nvSpPr>
          <p:spPr>
            <a:xfrm flipH="1" rot="-970990">
              <a:off x="5178548" y="757332"/>
              <a:ext cx="36" cy="36"/>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3"/>
            <p:cNvSpPr/>
            <p:nvPr/>
          </p:nvSpPr>
          <p:spPr>
            <a:xfrm flipH="1" rot="-970990">
              <a:off x="5096666" y="789841"/>
              <a:ext cx="1260" cy="1872"/>
            </a:xfrm>
            <a:custGeom>
              <a:rect b="b" l="l" r="r" t="t"/>
              <a:pathLst>
                <a:path extrusionOk="0" h="52" w="35">
                  <a:moveTo>
                    <a:pt x="35" y="1"/>
                  </a:moveTo>
                  <a:lnTo>
                    <a:pt x="35" y="1"/>
                  </a:lnTo>
                  <a:cubicBezTo>
                    <a:pt x="26" y="17"/>
                    <a:pt x="9" y="26"/>
                    <a:pt x="1" y="51"/>
                  </a:cubicBezTo>
                  <a:cubicBezTo>
                    <a:pt x="9" y="34"/>
                    <a:pt x="26" y="17"/>
                    <a:pt x="3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3"/>
            <p:cNvSpPr/>
            <p:nvPr/>
          </p:nvSpPr>
          <p:spPr>
            <a:xfrm flipH="1" rot="-970990">
              <a:off x="5227157" y="745354"/>
              <a:ext cx="648" cy="360"/>
            </a:xfrm>
            <a:custGeom>
              <a:rect b="b" l="l" r="r" t="t"/>
              <a:pathLst>
                <a:path extrusionOk="0" h="10" w="18">
                  <a:moveTo>
                    <a:pt x="18" y="1"/>
                  </a:moveTo>
                  <a:lnTo>
                    <a:pt x="1" y="9"/>
                  </a:lnTo>
                  <a:cubicBezTo>
                    <a:pt x="9" y="9"/>
                    <a:pt x="18" y="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3"/>
            <p:cNvSpPr/>
            <p:nvPr/>
          </p:nvSpPr>
          <p:spPr>
            <a:xfrm flipH="1" rot="-970990">
              <a:off x="5148637" y="764398"/>
              <a:ext cx="360" cy="324"/>
            </a:xfrm>
            <a:custGeom>
              <a:rect b="b" l="l" r="r" t="t"/>
              <a:pathLst>
                <a:path extrusionOk="0" h="9" w="10">
                  <a:moveTo>
                    <a:pt x="1" y="0"/>
                  </a:moveTo>
                  <a:lnTo>
                    <a:pt x="1"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3"/>
            <p:cNvSpPr/>
            <p:nvPr/>
          </p:nvSpPr>
          <p:spPr>
            <a:xfrm flipH="1" rot="-970990">
              <a:off x="5136081" y="764703"/>
              <a:ext cx="14938" cy="2808"/>
            </a:xfrm>
            <a:custGeom>
              <a:rect b="b" l="l" r="r" t="t"/>
              <a:pathLst>
                <a:path extrusionOk="0" h="78" w="415">
                  <a:moveTo>
                    <a:pt x="0" y="1"/>
                  </a:moveTo>
                  <a:lnTo>
                    <a:pt x="85" y="9"/>
                  </a:lnTo>
                  <a:lnTo>
                    <a:pt x="59" y="43"/>
                  </a:lnTo>
                  <a:lnTo>
                    <a:pt x="68" y="43"/>
                  </a:lnTo>
                  <a:cubicBezTo>
                    <a:pt x="82" y="42"/>
                    <a:pt x="93" y="42"/>
                    <a:pt x="103" y="42"/>
                  </a:cubicBezTo>
                  <a:cubicBezTo>
                    <a:pt x="188" y="42"/>
                    <a:pt x="117" y="69"/>
                    <a:pt x="202" y="69"/>
                  </a:cubicBezTo>
                  <a:cubicBezTo>
                    <a:pt x="211" y="69"/>
                    <a:pt x="222" y="69"/>
                    <a:pt x="236" y="68"/>
                  </a:cubicBezTo>
                  <a:lnTo>
                    <a:pt x="236" y="68"/>
                  </a:lnTo>
                  <a:cubicBezTo>
                    <a:pt x="228" y="69"/>
                    <a:pt x="220" y="77"/>
                    <a:pt x="220" y="77"/>
                  </a:cubicBezTo>
                  <a:cubicBezTo>
                    <a:pt x="231" y="75"/>
                    <a:pt x="243" y="75"/>
                    <a:pt x="255" y="75"/>
                  </a:cubicBezTo>
                  <a:cubicBezTo>
                    <a:pt x="287" y="75"/>
                    <a:pt x="322" y="78"/>
                    <a:pt x="351" y="78"/>
                  </a:cubicBezTo>
                  <a:cubicBezTo>
                    <a:pt x="383" y="78"/>
                    <a:pt x="407" y="74"/>
                    <a:pt x="415" y="60"/>
                  </a:cubicBezTo>
                  <a:cubicBezTo>
                    <a:pt x="389" y="60"/>
                    <a:pt x="279" y="34"/>
                    <a:pt x="305" y="17"/>
                  </a:cubicBezTo>
                  <a:cubicBezTo>
                    <a:pt x="262" y="17"/>
                    <a:pt x="203" y="1"/>
                    <a:pt x="178" y="1"/>
                  </a:cubicBezTo>
                  <a:cubicBezTo>
                    <a:pt x="246" y="17"/>
                    <a:pt x="186" y="26"/>
                    <a:pt x="136" y="34"/>
                  </a:cubicBezTo>
                  <a:cubicBezTo>
                    <a:pt x="93" y="17"/>
                    <a:pt x="144" y="9"/>
                    <a:pt x="11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3"/>
            <p:cNvSpPr/>
            <p:nvPr/>
          </p:nvSpPr>
          <p:spPr>
            <a:xfrm flipH="1" rot="-970990">
              <a:off x="5143440" y="767386"/>
              <a:ext cx="972" cy="36"/>
            </a:xfrm>
            <a:custGeom>
              <a:rect b="b" l="l" r="r" t="t"/>
              <a:pathLst>
                <a:path extrusionOk="0" h="1" w="27">
                  <a:moveTo>
                    <a:pt x="26" y="1"/>
                  </a:moveTo>
                  <a:cubicBezTo>
                    <a:pt x="18" y="1"/>
                    <a:pt x="9" y="1"/>
                    <a:pt x="1" y="1"/>
                  </a:cubicBezTo>
                  <a:cubicBezTo>
                    <a:pt x="9" y="1"/>
                    <a:pt x="18"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3"/>
            <p:cNvSpPr/>
            <p:nvPr/>
          </p:nvSpPr>
          <p:spPr>
            <a:xfrm flipH="1" rot="-970990">
              <a:off x="5124415" y="776099"/>
              <a:ext cx="936" cy="36"/>
            </a:xfrm>
            <a:custGeom>
              <a:rect b="b" l="l" r="r" t="t"/>
              <a:pathLst>
                <a:path extrusionOk="0" h="1" w="26">
                  <a:moveTo>
                    <a:pt x="0" y="0"/>
                  </a:moveTo>
                  <a:lnTo>
                    <a:pt x="2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3"/>
            <p:cNvSpPr/>
            <p:nvPr/>
          </p:nvSpPr>
          <p:spPr>
            <a:xfrm flipH="1" rot="-970990">
              <a:off x="5272140" y="719591"/>
              <a:ext cx="3060" cy="936"/>
            </a:xfrm>
            <a:custGeom>
              <a:rect b="b" l="l" r="r" t="t"/>
              <a:pathLst>
                <a:path extrusionOk="0" h="26" w="85">
                  <a:moveTo>
                    <a:pt x="9" y="1"/>
                  </a:moveTo>
                  <a:lnTo>
                    <a:pt x="0" y="9"/>
                  </a:lnTo>
                  <a:cubicBezTo>
                    <a:pt x="0" y="15"/>
                    <a:pt x="41" y="25"/>
                    <a:pt x="66" y="25"/>
                  </a:cubicBezTo>
                  <a:cubicBezTo>
                    <a:pt x="77" y="25"/>
                    <a:pt x="85" y="23"/>
                    <a:pt x="85" y="18"/>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3"/>
            <p:cNvSpPr/>
            <p:nvPr/>
          </p:nvSpPr>
          <p:spPr>
            <a:xfrm flipH="1" rot="-970990">
              <a:off x="5134406" y="803324"/>
              <a:ext cx="936" cy="1260"/>
            </a:xfrm>
            <a:custGeom>
              <a:rect b="b" l="l" r="r" t="t"/>
              <a:pathLst>
                <a:path extrusionOk="0" h="35" w="26">
                  <a:moveTo>
                    <a:pt x="26" y="1"/>
                  </a:moveTo>
                  <a:cubicBezTo>
                    <a:pt x="17" y="9"/>
                    <a:pt x="9" y="18"/>
                    <a:pt x="0" y="35"/>
                  </a:cubicBezTo>
                  <a:lnTo>
                    <a:pt x="26" y="9"/>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3"/>
            <p:cNvSpPr/>
            <p:nvPr/>
          </p:nvSpPr>
          <p:spPr>
            <a:xfrm flipH="1" rot="-970990">
              <a:off x="5139000" y="766132"/>
              <a:ext cx="972" cy="360"/>
            </a:xfrm>
            <a:custGeom>
              <a:rect b="b" l="l" r="r" t="t"/>
              <a:pathLst>
                <a:path extrusionOk="0" h="10" w="27">
                  <a:moveTo>
                    <a:pt x="26" y="1"/>
                  </a:moveTo>
                  <a:cubicBezTo>
                    <a:pt x="18" y="1"/>
                    <a:pt x="9" y="9"/>
                    <a:pt x="1" y="9"/>
                  </a:cubicBezTo>
                  <a:cubicBezTo>
                    <a:pt x="9" y="9"/>
                    <a:pt x="18" y="9"/>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3"/>
            <p:cNvSpPr/>
            <p:nvPr/>
          </p:nvSpPr>
          <p:spPr>
            <a:xfrm flipH="1" rot="-970990">
              <a:off x="5136891" y="802361"/>
              <a:ext cx="2772" cy="2484"/>
            </a:xfrm>
            <a:custGeom>
              <a:rect b="b" l="l" r="r" t="t"/>
              <a:pathLst>
                <a:path extrusionOk="0" h="69" w="77">
                  <a:moveTo>
                    <a:pt x="77" y="1"/>
                  </a:moveTo>
                  <a:cubicBezTo>
                    <a:pt x="69" y="1"/>
                    <a:pt x="43" y="9"/>
                    <a:pt x="35" y="9"/>
                  </a:cubicBezTo>
                  <a:cubicBezTo>
                    <a:pt x="26" y="26"/>
                    <a:pt x="9" y="43"/>
                    <a:pt x="1" y="69"/>
                  </a:cubicBezTo>
                  <a:cubicBezTo>
                    <a:pt x="26" y="43"/>
                    <a:pt x="52" y="18"/>
                    <a:pt x="7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3"/>
            <p:cNvSpPr/>
            <p:nvPr/>
          </p:nvSpPr>
          <p:spPr>
            <a:xfrm flipH="1" rot="-970990">
              <a:off x="5139913" y="804379"/>
              <a:ext cx="36" cy="36"/>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3"/>
            <p:cNvSpPr/>
            <p:nvPr/>
          </p:nvSpPr>
          <p:spPr>
            <a:xfrm flipH="1" rot="-970990">
              <a:off x="5081819" y="692884"/>
              <a:ext cx="433360" cy="115124"/>
            </a:xfrm>
            <a:custGeom>
              <a:rect b="b" l="l" r="r" t="t"/>
              <a:pathLst>
                <a:path extrusionOk="0" h="3198" w="12039">
                  <a:moveTo>
                    <a:pt x="3520" y="102"/>
                  </a:moveTo>
                  <a:lnTo>
                    <a:pt x="3520" y="102"/>
                  </a:lnTo>
                  <a:cubicBezTo>
                    <a:pt x="3513" y="103"/>
                    <a:pt x="3506" y="105"/>
                    <a:pt x="3500" y="107"/>
                  </a:cubicBezTo>
                  <a:lnTo>
                    <a:pt x="3500" y="107"/>
                  </a:lnTo>
                  <a:cubicBezTo>
                    <a:pt x="3507" y="105"/>
                    <a:pt x="3513" y="104"/>
                    <a:pt x="3520" y="102"/>
                  </a:cubicBezTo>
                  <a:close/>
                  <a:moveTo>
                    <a:pt x="3976" y="136"/>
                  </a:moveTo>
                  <a:lnTo>
                    <a:pt x="3951" y="148"/>
                  </a:lnTo>
                  <a:lnTo>
                    <a:pt x="3951" y="148"/>
                  </a:lnTo>
                  <a:cubicBezTo>
                    <a:pt x="3967" y="142"/>
                    <a:pt x="4007" y="136"/>
                    <a:pt x="3976" y="136"/>
                  </a:cubicBezTo>
                  <a:close/>
                  <a:moveTo>
                    <a:pt x="3951" y="148"/>
                  </a:moveTo>
                  <a:cubicBezTo>
                    <a:pt x="3949" y="149"/>
                    <a:pt x="3948" y="150"/>
                    <a:pt x="3946" y="151"/>
                  </a:cubicBezTo>
                  <a:lnTo>
                    <a:pt x="3946" y="151"/>
                  </a:lnTo>
                  <a:lnTo>
                    <a:pt x="3951" y="148"/>
                  </a:lnTo>
                  <a:close/>
                  <a:moveTo>
                    <a:pt x="3905" y="406"/>
                  </a:moveTo>
                  <a:cubicBezTo>
                    <a:pt x="3904" y="406"/>
                    <a:pt x="3902" y="406"/>
                    <a:pt x="3900" y="406"/>
                  </a:cubicBezTo>
                  <a:cubicBezTo>
                    <a:pt x="3904" y="406"/>
                    <a:pt x="3904" y="406"/>
                    <a:pt x="3905" y="406"/>
                  </a:cubicBezTo>
                  <a:close/>
                  <a:moveTo>
                    <a:pt x="9274" y="427"/>
                  </a:moveTo>
                  <a:lnTo>
                    <a:pt x="9274" y="427"/>
                  </a:lnTo>
                  <a:cubicBezTo>
                    <a:pt x="9276" y="429"/>
                    <a:pt x="9278" y="430"/>
                    <a:pt x="9280" y="432"/>
                  </a:cubicBezTo>
                  <a:cubicBezTo>
                    <a:pt x="9278" y="430"/>
                    <a:pt x="9276" y="429"/>
                    <a:pt x="9274" y="427"/>
                  </a:cubicBezTo>
                  <a:close/>
                  <a:moveTo>
                    <a:pt x="4108" y="439"/>
                  </a:moveTo>
                  <a:lnTo>
                    <a:pt x="4103" y="440"/>
                  </a:lnTo>
                  <a:cubicBezTo>
                    <a:pt x="4105" y="440"/>
                    <a:pt x="4106" y="440"/>
                    <a:pt x="4108" y="439"/>
                  </a:cubicBezTo>
                  <a:close/>
                  <a:moveTo>
                    <a:pt x="6592" y="507"/>
                  </a:moveTo>
                  <a:cubicBezTo>
                    <a:pt x="6595" y="508"/>
                    <a:pt x="6598" y="508"/>
                    <a:pt x="6599" y="508"/>
                  </a:cubicBezTo>
                  <a:cubicBezTo>
                    <a:pt x="6597" y="508"/>
                    <a:pt x="6594" y="507"/>
                    <a:pt x="6592" y="507"/>
                  </a:cubicBezTo>
                  <a:close/>
                  <a:moveTo>
                    <a:pt x="5317" y="513"/>
                  </a:moveTo>
                  <a:cubicBezTo>
                    <a:pt x="5315" y="513"/>
                    <a:pt x="5314" y="515"/>
                    <a:pt x="5313" y="516"/>
                  </a:cubicBezTo>
                  <a:lnTo>
                    <a:pt x="5317" y="513"/>
                  </a:lnTo>
                  <a:close/>
                  <a:moveTo>
                    <a:pt x="7081" y="592"/>
                  </a:moveTo>
                  <a:lnTo>
                    <a:pt x="7064" y="609"/>
                  </a:lnTo>
                  <a:cubicBezTo>
                    <a:pt x="7056" y="601"/>
                    <a:pt x="7039" y="601"/>
                    <a:pt x="7039" y="592"/>
                  </a:cubicBezTo>
                  <a:close/>
                  <a:moveTo>
                    <a:pt x="10913" y="457"/>
                  </a:moveTo>
                  <a:lnTo>
                    <a:pt x="10820" y="482"/>
                  </a:lnTo>
                  <a:lnTo>
                    <a:pt x="10812" y="482"/>
                  </a:lnTo>
                  <a:lnTo>
                    <a:pt x="10676" y="508"/>
                  </a:lnTo>
                  <a:cubicBezTo>
                    <a:pt x="10738" y="508"/>
                    <a:pt x="10748" y="497"/>
                    <a:pt x="10772" y="497"/>
                  </a:cubicBezTo>
                  <a:cubicBezTo>
                    <a:pt x="10784" y="497"/>
                    <a:pt x="10800" y="499"/>
                    <a:pt x="10829" y="508"/>
                  </a:cubicBezTo>
                  <a:cubicBezTo>
                    <a:pt x="10897" y="522"/>
                    <a:pt x="10843" y="530"/>
                    <a:pt x="10807" y="541"/>
                  </a:cubicBezTo>
                  <a:lnTo>
                    <a:pt x="10807" y="541"/>
                  </a:lnTo>
                  <a:cubicBezTo>
                    <a:pt x="10832" y="540"/>
                    <a:pt x="10860" y="541"/>
                    <a:pt x="10871" y="525"/>
                  </a:cubicBezTo>
                  <a:cubicBezTo>
                    <a:pt x="10913" y="535"/>
                    <a:pt x="10958" y="542"/>
                    <a:pt x="11004" y="542"/>
                  </a:cubicBezTo>
                  <a:cubicBezTo>
                    <a:pt x="11033" y="542"/>
                    <a:pt x="11062" y="540"/>
                    <a:pt x="11091" y="533"/>
                  </a:cubicBezTo>
                  <a:cubicBezTo>
                    <a:pt x="11137" y="525"/>
                    <a:pt x="11184" y="520"/>
                    <a:pt x="11230" y="520"/>
                  </a:cubicBezTo>
                  <a:cubicBezTo>
                    <a:pt x="11277" y="520"/>
                    <a:pt x="11323" y="525"/>
                    <a:pt x="11370" y="533"/>
                  </a:cubicBezTo>
                  <a:cubicBezTo>
                    <a:pt x="11345" y="559"/>
                    <a:pt x="11412" y="559"/>
                    <a:pt x="11488" y="559"/>
                  </a:cubicBezTo>
                  <a:cubicBezTo>
                    <a:pt x="11517" y="559"/>
                    <a:pt x="11545" y="558"/>
                    <a:pt x="11569" y="558"/>
                  </a:cubicBezTo>
                  <a:cubicBezTo>
                    <a:pt x="11618" y="558"/>
                    <a:pt x="11652" y="561"/>
                    <a:pt x="11641" y="584"/>
                  </a:cubicBezTo>
                  <a:cubicBezTo>
                    <a:pt x="11605" y="577"/>
                    <a:pt x="11570" y="575"/>
                    <a:pt x="11534" y="575"/>
                  </a:cubicBezTo>
                  <a:cubicBezTo>
                    <a:pt x="11477" y="575"/>
                    <a:pt x="11419" y="582"/>
                    <a:pt x="11362" y="592"/>
                  </a:cubicBezTo>
                  <a:cubicBezTo>
                    <a:pt x="11463" y="601"/>
                    <a:pt x="11565" y="609"/>
                    <a:pt x="11666" y="626"/>
                  </a:cubicBezTo>
                  <a:cubicBezTo>
                    <a:pt x="11632" y="601"/>
                    <a:pt x="11700" y="575"/>
                    <a:pt x="11784" y="559"/>
                  </a:cubicBezTo>
                  <a:cubicBezTo>
                    <a:pt x="11666" y="550"/>
                    <a:pt x="11556" y="542"/>
                    <a:pt x="11446" y="516"/>
                  </a:cubicBezTo>
                  <a:cubicBezTo>
                    <a:pt x="11311" y="499"/>
                    <a:pt x="11167" y="482"/>
                    <a:pt x="11032" y="466"/>
                  </a:cubicBezTo>
                  <a:lnTo>
                    <a:pt x="11032" y="466"/>
                  </a:lnTo>
                  <a:cubicBezTo>
                    <a:pt x="11040" y="482"/>
                    <a:pt x="11040" y="491"/>
                    <a:pt x="11040" y="508"/>
                  </a:cubicBezTo>
                  <a:cubicBezTo>
                    <a:pt x="11019" y="509"/>
                    <a:pt x="11002" y="509"/>
                    <a:pt x="10988" y="509"/>
                  </a:cubicBezTo>
                  <a:cubicBezTo>
                    <a:pt x="10851" y="509"/>
                    <a:pt x="11075" y="472"/>
                    <a:pt x="10913" y="457"/>
                  </a:cubicBezTo>
                  <a:close/>
                  <a:moveTo>
                    <a:pt x="7741" y="542"/>
                  </a:moveTo>
                  <a:lnTo>
                    <a:pt x="8096" y="592"/>
                  </a:lnTo>
                  <a:lnTo>
                    <a:pt x="8096" y="592"/>
                  </a:lnTo>
                  <a:lnTo>
                    <a:pt x="8079" y="567"/>
                  </a:lnTo>
                  <a:lnTo>
                    <a:pt x="8079" y="567"/>
                  </a:lnTo>
                  <a:cubicBezTo>
                    <a:pt x="8089" y="569"/>
                    <a:pt x="8098" y="570"/>
                    <a:pt x="8106" y="570"/>
                  </a:cubicBezTo>
                  <a:cubicBezTo>
                    <a:pt x="8120" y="570"/>
                    <a:pt x="8132" y="568"/>
                    <a:pt x="8143" y="568"/>
                  </a:cubicBezTo>
                  <a:cubicBezTo>
                    <a:pt x="8154" y="568"/>
                    <a:pt x="8163" y="569"/>
                    <a:pt x="8172" y="575"/>
                  </a:cubicBezTo>
                  <a:cubicBezTo>
                    <a:pt x="8088" y="618"/>
                    <a:pt x="8003" y="652"/>
                    <a:pt x="7919" y="677"/>
                  </a:cubicBezTo>
                  <a:cubicBezTo>
                    <a:pt x="7851" y="677"/>
                    <a:pt x="7783" y="669"/>
                    <a:pt x="7724" y="660"/>
                  </a:cubicBezTo>
                  <a:lnTo>
                    <a:pt x="7741" y="660"/>
                  </a:lnTo>
                  <a:cubicBezTo>
                    <a:pt x="7796" y="664"/>
                    <a:pt x="7839" y="666"/>
                    <a:pt x="7871" y="666"/>
                  </a:cubicBezTo>
                  <a:cubicBezTo>
                    <a:pt x="8041" y="666"/>
                    <a:pt x="7912" y="613"/>
                    <a:pt x="7741" y="542"/>
                  </a:cubicBezTo>
                  <a:close/>
                  <a:moveTo>
                    <a:pt x="8232" y="685"/>
                  </a:moveTo>
                  <a:cubicBezTo>
                    <a:pt x="8226" y="697"/>
                    <a:pt x="8232" y="709"/>
                    <a:pt x="8213" y="709"/>
                  </a:cubicBezTo>
                  <a:cubicBezTo>
                    <a:pt x="8205" y="709"/>
                    <a:pt x="8192" y="707"/>
                    <a:pt x="8172" y="702"/>
                  </a:cubicBezTo>
                  <a:cubicBezTo>
                    <a:pt x="8172" y="694"/>
                    <a:pt x="8172" y="694"/>
                    <a:pt x="8164" y="685"/>
                  </a:cubicBezTo>
                  <a:close/>
                  <a:moveTo>
                    <a:pt x="10040" y="718"/>
                  </a:moveTo>
                  <a:lnTo>
                    <a:pt x="10040" y="718"/>
                  </a:lnTo>
                  <a:cubicBezTo>
                    <a:pt x="10038" y="719"/>
                    <a:pt x="10035" y="719"/>
                    <a:pt x="10033" y="719"/>
                  </a:cubicBezTo>
                  <a:cubicBezTo>
                    <a:pt x="10036" y="719"/>
                    <a:pt x="10038" y="719"/>
                    <a:pt x="10040" y="718"/>
                  </a:cubicBezTo>
                  <a:close/>
                  <a:moveTo>
                    <a:pt x="7512" y="635"/>
                  </a:moveTo>
                  <a:lnTo>
                    <a:pt x="7589" y="643"/>
                  </a:lnTo>
                  <a:cubicBezTo>
                    <a:pt x="7614" y="652"/>
                    <a:pt x="7631" y="652"/>
                    <a:pt x="7622" y="660"/>
                  </a:cubicBezTo>
                  <a:cubicBezTo>
                    <a:pt x="7614" y="694"/>
                    <a:pt x="7521" y="694"/>
                    <a:pt x="7496" y="719"/>
                  </a:cubicBezTo>
                  <a:cubicBezTo>
                    <a:pt x="7489" y="721"/>
                    <a:pt x="7478" y="722"/>
                    <a:pt x="7464" y="722"/>
                  </a:cubicBezTo>
                  <a:cubicBezTo>
                    <a:pt x="7424" y="722"/>
                    <a:pt x="7367" y="713"/>
                    <a:pt x="7386" y="694"/>
                  </a:cubicBezTo>
                  <a:lnTo>
                    <a:pt x="7386" y="694"/>
                  </a:lnTo>
                  <a:cubicBezTo>
                    <a:pt x="7393" y="696"/>
                    <a:pt x="7401" y="696"/>
                    <a:pt x="7407" y="696"/>
                  </a:cubicBezTo>
                  <a:cubicBezTo>
                    <a:pt x="7447" y="696"/>
                    <a:pt x="7461" y="668"/>
                    <a:pt x="7488" y="668"/>
                  </a:cubicBezTo>
                  <a:cubicBezTo>
                    <a:pt x="7499" y="668"/>
                    <a:pt x="7512" y="672"/>
                    <a:pt x="7529" y="685"/>
                  </a:cubicBezTo>
                  <a:cubicBezTo>
                    <a:pt x="7538" y="669"/>
                    <a:pt x="7521" y="660"/>
                    <a:pt x="7496" y="652"/>
                  </a:cubicBezTo>
                  <a:cubicBezTo>
                    <a:pt x="7504" y="643"/>
                    <a:pt x="7512" y="635"/>
                    <a:pt x="7512" y="635"/>
                  </a:cubicBezTo>
                  <a:close/>
                  <a:moveTo>
                    <a:pt x="8866" y="779"/>
                  </a:moveTo>
                  <a:lnTo>
                    <a:pt x="8866" y="779"/>
                  </a:lnTo>
                  <a:cubicBezTo>
                    <a:pt x="8864" y="780"/>
                    <a:pt x="8864" y="782"/>
                    <a:pt x="8864" y="784"/>
                  </a:cubicBezTo>
                  <a:lnTo>
                    <a:pt x="8864" y="784"/>
                  </a:lnTo>
                  <a:cubicBezTo>
                    <a:pt x="8865" y="782"/>
                    <a:pt x="8866" y="780"/>
                    <a:pt x="8866" y="779"/>
                  </a:cubicBezTo>
                  <a:close/>
                  <a:moveTo>
                    <a:pt x="9069" y="677"/>
                  </a:moveTo>
                  <a:cubicBezTo>
                    <a:pt x="9076" y="705"/>
                    <a:pt x="9077" y="721"/>
                    <a:pt x="9063" y="721"/>
                  </a:cubicBezTo>
                  <a:cubicBezTo>
                    <a:pt x="9060" y="721"/>
                    <a:pt x="9056" y="721"/>
                    <a:pt x="9052" y="719"/>
                  </a:cubicBezTo>
                  <a:lnTo>
                    <a:pt x="9052" y="719"/>
                  </a:lnTo>
                  <a:lnTo>
                    <a:pt x="9103" y="745"/>
                  </a:lnTo>
                  <a:lnTo>
                    <a:pt x="9027" y="745"/>
                  </a:lnTo>
                  <a:cubicBezTo>
                    <a:pt x="9042" y="760"/>
                    <a:pt x="9069" y="763"/>
                    <a:pt x="9098" y="763"/>
                  </a:cubicBezTo>
                  <a:cubicBezTo>
                    <a:pt x="9117" y="763"/>
                    <a:pt x="9137" y="762"/>
                    <a:pt x="9154" y="762"/>
                  </a:cubicBezTo>
                  <a:cubicBezTo>
                    <a:pt x="9204" y="779"/>
                    <a:pt x="9044" y="770"/>
                    <a:pt x="8993" y="804"/>
                  </a:cubicBezTo>
                  <a:cubicBezTo>
                    <a:pt x="8981" y="808"/>
                    <a:pt x="8967" y="809"/>
                    <a:pt x="8953" y="809"/>
                  </a:cubicBezTo>
                  <a:cubicBezTo>
                    <a:pt x="8911" y="809"/>
                    <a:pt x="8866" y="796"/>
                    <a:pt x="8864" y="784"/>
                  </a:cubicBezTo>
                  <a:lnTo>
                    <a:pt x="8864" y="784"/>
                  </a:lnTo>
                  <a:cubicBezTo>
                    <a:pt x="8845" y="819"/>
                    <a:pt x="8711" y="796"/>
                    <a:pt x="8654" y="812"/>
                  </a:cubicBezTo>
                  <a:cubicBezTo>
                    <a:pt x="8519" y="804"/>
                    <a:pt x="8570" y="753"/>
                    <a:pt x="8451" y="753"/>
                  </a:cubicBezTo>
                  <a:lnTo>
                    <a:pt x="8494" y="779"/>
                  </a:lnTo>
                  <a:cubicBezTo>
                    <a:pt x="8467" y="781"/>
                    <a:pt x="8439" y="782"/>
                    <a:pt x="8412" y="782"/>
                  </a:cubicBezTo>
                  <a:cubicBezTo>
                    <a:pt x="8347" y="782"/>
                    <a:pt x="8283" y="776"/>
                    <a:pt x="8223" y="770"/>
                  </a:cubicBezTo>
                  <a:cubicBezTo>
                    <a:pt x="8221" y="760"/>
                    <a:pt x="8224" y="757"/>
                    <a:pt x="8231" y="757"/>
                  </a:cubicBezTo>
                  <a:cubicBezTo>
                    <a:pt x="8245" y="757"/>
                    <a:pt x="8274" y="771"/>
                    <a:pt x="8297" y="771"/>
                  </a:cubicBezTo>
                  <a:cubicBezTo>
                    <a:pt x="8301" y="771"/>
                    <a:pt x="8304" y="771"/>
                    <a:pt x="8308" y="770"/>
                  </a:cubicBezTo>
                  <a:lnTo>
                    <a:pt x="8248" y="736"/>
                  </a:lnTo>
                  <a:cubicBezTo>
                    <a:pt x="8264" y="736"/>
                    <a:pt x="8288" y="727"/>
                    <a:pt x="8305" y="727"/>
                  </a:cubicBezTo>
                  <a:cubicBezTo>
                    <a:pt x="8316" y="727"/>
                    <a:pt x="8325" y="731"/>
                    <a:pt x="8325" y="745"/>
                  </a:cubicBezTo>
                  <a:cubicBezTo>
                    <a:pt x="8325" y="728"/>
                    <a:pt x="8367" y="711"/>
                    <a:pt x="8291" y="711"/>
                  </a:cubicBezTo>
                  <a:lnTo>
                    <a:pt x="8350" y="694"/>
                  </a:lnTo>
                  <a:cubicBezTo>
                    <a:pt x="8350" y="694"/>
                    <a:pt x="8341" y="694"/>
                    <a:pt x="8341" y="685"/>
                  </a:cubicBezTo>
                  <a:lnTo>
                    <a:pt x="8384" y="685"/>
                  </a:lnTo>
                  <a:cubicBezTo>
                    <a:pt x="8418" y="694"/>
                    <a:pt x="8451" y="711"/>
                    <a:pt x="8477" y="728"/>
                  </a:cubicBezTo>
                  <a:cubicBezTo>
                    <a:pt x="8477" y="736"/>
                    <a:pt x="8443" y="736"/>
                    <a:pt x="8426" y="736"/>
                  </a:cubicBezTo>
                  <a:cubicBezTo>
                    <a:pt x="8450" y="742"/>
                    <a:pt x="8478" y="748"/>
                    <a:pt x="8508" y="748"/>
                  </a:cubicBezTo>
                  <a:cubicBezTo>
                    <a:pt x="8520" y="748"/>
                    <a:pt x="8532" y="747"/>
                    <a:pt x="8545" y="745"/>
                  </a:cubicBezTo>
                  <a:cubicBezTo>
                    <a:pt x="8468" y="736"/>
                    <a:pt x="8511" y="728"/>
                    <a:pt x="8494" y="702"/>
                  </a:cubicBezTo>
                  <a:cubicBezTo>
                    <a:pt x="8511" y="700"/>
                    <a:pt x="8530" y="699"/>
                    <a:pt x="8550" y="699"/>
                  </a:cubicBezTo>
                  <a:cubicBezTo>
                    <a:pt x="8591" y="699"/>
                    <a:pt x="8632" y="702"/>
                    <a:pt x="8654" y="702"/>
                  </a:cubicBezTo>
                  <a:cubicBezTo>
                    <a:pt x="8722" y="711"/>
                    <a:pt x="8773" y="745"/>
                    <a:pt x="8731" y="762"/>
                  </a:cubicBezTo>
                  <a:cubicBezTo>
                    <a:pt x="8741" y="759"/>
                    <a:pt x="8752" y="759"/>
                    <a:pt x="8762" y="759"/>
                  </a:cubicBezTo>
                  <a:cubicBezTo>
                    <a:pt x="8773" y="759"/>
                    <a:pt x="8784" y="759"/>
                    <a:pt x="8795" y="759"/>
                  </a:cubicBezTo>
                  <a:cubicBezTo>
                    <a:pt x="8817" y="759"/>
                    <a:pt x="8841" y="757"/>
                    <a:pt x="8866" y="745"/>
                  </a:cubicBezTo>
                  <a:lnTo>
                    <a:pt x="8866" y="745"/>
                  </a:lnTo>
                  <a:cubicBezTo>
                    <a:pt x="8855" y="748"/>
                    <a:pt x="8846" y="749"/>
                    <a:pt x="8840" y="749"/>
                  </a:cubicBezTo>
                  <a:cubicBezTo>
                    <a:pt x="8808" y="749"/>
                    <a:pt x="8835" y="711"/>
                    <a:pt x="8797" y="711"/>
                  </a:cubicBezTo>
                  <a:cubicBezTo>
                    <a:pt x="8788" y="711"/>
                    <a:pt x="8775" y="714"/>
                    <a:pt x="8756" y="719"/>
                  </a:cubicBezTo>
                  <a:cubicBezTo>
                    <a:pt x="8745" y="701"/>
                    <a:pt x="8762" y="694"/>
                    <a:pt x="8788" y="694"/>
                  </a:cubicBezTo>
                  <a:cubicBezTo>
                    <a:pt x="8822" y="694"/>
                    <a:pt x="8871" y="705"/>
                    <a:pt x="8900" y="719"/>
                  </a:cubicBezTo>
                  <a:cubicBezTo>
                    <a:pt x="8874" y="719"/>
                    <a:pt x="8900" y="736"/>
                    <a:pt x="8891" y="745"/>
                  </a:cubicBezTo>
                  <a:cubicBezTo>
                    <a:pt x="8976" y="736"/>
                    <a:pt x="8934" y="711"/>
                    <a:pt x="8874" y="694"/>
                  </a:cubicBezTo>
                  <a:lnTo>
                    <a:pt x="8976" y="677"/>
                  </a:lnTo>
                  <a:close/>
                  <a:moveTo>
                    <a:pt x="7667" y="836"/>
                  </a:moveTo>
                  <a:cubicBezTo>
                    <a:pt x="7654" y="836"/>
                    <a:pt x="7642" y="836"/>
                    <a:pt x="7631" y="838"/>
                  </a:cubicBezTo>
                  <a:cubicBezTo>
                    <a:pt x="7645" y="846"/>
                    <a:pt x="7661" y="849"/>
                    <a:pt x="7678" y="849"/>
                  </a:cubicBezTo>
                  <a:cubicBezTo>
                    <a:pt x="7701" y="849"/>
                    <a:pt x="7725" y="844"/>
                    <a:pt x="7749" y="841"/>
                  </a:cubicBezTo>
                  <a:lnTo>
                    <a:pt x="7749" y="841"/>
                  </a:lnTo>
                  <a:cubicBezTo>
                    <a:pt x="7757" y="841"/>
                    <a:pt x="7765" y="842"/>
                    <a:pt x="7772" y="842"/>
                  </a:cubicBezTo>
                  <a:lnTo>
                    <a:pt x="7772" y="842"/>
                  </a:lnTo>
                  <a:cubicBezTo>
                    <a:pt x="7776" y="841"/>
                    <a:pt x="7779" y="839"/>
                    <a:pt x="7783" y="838"/>
                  </a:cubicBezTo>
                  <a:cubicBezTo>
                    <a:pt x="7772" y="838"/>
                    <a:pt x="7761" y="839"/>
                    <a:pt x="7749" y="841"/>
                  </a:cubicBezTo>
                  <a:lnTo>
                    <a:pt x="7749" y="841"/>
                  </a:lnTo>
                  <a:cubicBezTo>
                    <a:pt x="7722" y="838"/>
                    <a:pt x="7694" y="836"/>
                    <a:pt x="7667" y="836"/>
                  </a:cubicBezTo>
                  <a:close/>
                  <a:moveTo>
                    <a:pt x="10862" y="888"/>
                  </a:moveTo>
                  <a:cubicBezTo>
                    <a:pt x="10855" y="891"/>
                    <a:pt x="10846" y="894"/>
                    <a:pt x="10838" y="896"/>
                  </a:cubicBezTo>
                  <a:lnTo>
                    <a:pt x="10838" y="896"/>
                  </a:lnTo>
                  <a:cubicBezTo>
                    <a:pt x="10846" y="894"/>
                    <a:pt x="10855" y="892"/>
                    <a:pt x="10862" y="888"/>
                  </a:cubicBezTo>
                  <a:close/>
                  <a:moveTo>
                    <a:pt x="10837" y="939"/>
                  </a:moveTo>
                  <a:cubicBezTo>
                    <a:pt x="10832" y="939"/>
                    <a:pt x="10826" y="939"/>
                    <a:pt x="10823" y="942"/>
                  </a:cubicBezTo>
                  <a:lnTo>
                    <a:pt x="10823" y="942"/>
                  </a:lnTo>
                  <a:cubicBezTo>
                    <a:pt x="10827" y="941"/>
                    <a:pt x="10832" y="941"/>
                    <a:pt x="10837" y="939"/>
                  </a:cubicBezTo>
                  <a:close/>
                  <a:moveTo>
                    <a:pt x="11268" y="1108"/>
                  </a:moveTo>
                  <a:lnTo>
                    <a:pt x="11268" y="1108"/>
                  </a:lnTo>
                  <a:cubicBezTo>
                    <a:pt x="11175" y="1235"/>
                    <a:pt x="11099" y="1371"/>
                    <a:pt x="11040" y="1514"/>
                  </a:cubicBezTo>
                  <a:cubicBezTo>
                    <a:pt x="11040" y="1506"/>
                    <a:pt x="11040" y="1498"/>
                    <a:pt x="11040" y="1498"/>
                  </a:cubicBezTo>
                  <a:cubicBezTo>
                    <a:pt x="10964" y="1591"/>
                    <a:pt x="10955" y="1591"/>
                    <a:pt x="10913" y="1650"/>
                  </a:cubicBezTo>
                  <a:lnTo>
                    <a:pt x="10913" y="1616"/>
                  </a:lnTo>
                  <a:cubicBezTo>
                    <a:pt x="10888" y="1616"/>
                    <a:pt x="10854" y="1684"/>
                    <a:pt x="10812" y="1734"/>
                  </a:cubicBezTo>
                  <a:cubicBezTo>
                    <a:pt x="10803" y="1768"/>
                    <a:pt x="10786" y="1802"/>
                    <a:pt x="10752" y="1811"/>
                  </a:cubicBezTo>
                  <a:lnTo>
                    <a:pt x="10752" y="1794"/>
                  </a:lnTo>
                  <a:cubicBezTo>
                    <a:pt x="10736" y="1794"/>
                    <a:pt x="10685" y="1844"/>
                    <a:pt x="10634" y="1904"/>
                  </a:cubicBezTo>
                  <a:lnTo>
                    <a:pt x="10642" y="1870"/>
                  </a:lnTo>
                  <a:cubicBezTo>
                    <a:pt x="10651" y="1844"/>
                    <a:pt x="10659" y="1819"/>
                    <a:pt x="10676" y="1794"/>
                  </a:cubicBezTo>
                  <a:lnTo>
                    <a:pt x="10676" y="1794"/>
                  </a:lnTo>
                  <a:cubicBezTo>
                    <a:pt x="10659" y="1819"/>
                    <a:pt x="10651" y="1827"/>
                    <a:pt x="10626" y="1836"/>
                  </a:cubicBezTo>
                  <a:lnTo>
                    <a:pt x="10676" y="1701"/>
                  </a:lnTo>
                  <a:lnTo>
                    <a:pt x="10676" y="1701"/>
                  </a:lnTo>
                  <a:cubicBezTo>
                    <a:pt x="10626" y="1743"/>
                    <a:pt x="10659" y="1785"/>
                    <a:pt x="10592" y="1844"/>
                  </a:cubicBezTo>
                  <a:cubicBezTo>
                    <a:pt x="10575" y="1811"/>
                    <a:pt x="10558" y="1811"/>
                    <a:pt x="10600" y="1726"/>
                  </a:cubicBezTo>
                  <a:cubicBezTo>
                    <a:pt x="10617" y="1712"/>
                    <a:pt x="10626" y="1707"/>
                    <a:pt x="10630" y="1707"/>
                  </a:cubicBezTo>
                  <a:cubicBezTo>
                    <a:pt x="10640" y="1707"/>
                    <a:pt x="10631" y="1729"/>
                    <a:pt x="10642" y="1729"/>
                  </a:cubicBezTo>
                  <a:cubicBezTo>
                    <a:pt x="10644" y="1729"/>
                    <a:pt x="10647" y="1728"/>
                    <a:pt x="10651" y="1726"/>
                  </a:cubicBezTo>
                  <a:cubicBezTo>
                    <a:pt x="10659" y="1658"/>
                    <a:pt x="10727" y="1692"/>
                    <a:pt x="10736" y="1616"/>
                  </a:cubicBezTo>
                  <a:cubicBezTo>
                    <a:pt x="10761" y="1586"/>
                    <a:pt x="10774" y="1580"/>
                    <a:pt x="10783" y="1580"/>
                  </a:cubicBezTo>
                  <a:cubicBezTo>
                    <a:pt x="10790" y="1580"/>
                    <a:pt x="10796" y="1584"/>
                    <a:pt x="10803" y="1584"/>
                  </a:cubicBezTo>
                  <a:cubicBezTo>
                    <a:pt x="10806" y="1584"/>
                    <a:pt x="10808" y="1583"/>
                    <a:pt x="10812" y="1582"/>
                  </a:cubicBezTo>
                  <a:lnTo>
                    <a:pt x="10812" y="1582"/>
                  </a:lnTo>
                  <a:cubicBezTo>
                    <a:pt x="10761" y="1641"/>
                    <a:pt x="10862" y="1582"/>
                    <a:pt x="10803" y="1658"/>
                  </a:cubicBezTo>
                  <a:cubicBezTo>
                    <a:pt x="10862" y="1608"/>
                    <a:pt x="10812" y="1591"/>
                    <a:pt x="10862" y="1548"/>
                  </a:cubicBezTo>
                  <a:lnTo>
                    <a:pt x="10896" y="1565"/>
                  </a:lnTo>
                  <a:cubicBezTo>
                    <a:pt x="10930" y="1540"/>
                    <a:pt x="10964" y="1514"/>
                    <a:pt x="10989" y="1481"/>
                  </a:cubicBezTo>
                  <a:cubicBezTo>
                    <a:pt x="11023" y="1447"/>
                    <a:pt x="11049" y="1413"/>
                    <a:pt x="11074" y="1379"/>
                  </a:cubicBezTo>
                  <a:lnTo>
                    <a:pt x="11074" y="1379"/>
                  </a:lnTo>
                  <a:cubicBezTo>
                    <a:pt x="11059" y="1388"/>
                    <a:pt x="11051" y="1392"/>
                    <a:pt x="11047" y="1392"/>
                  </a:cubicBezTo>
                  <a:cubicBezTo>
                    <a:pt x="11031" y="1392"/>
                    <a:pt x="11067" y="1345"/>
                    <a:pt x="11040" y="1345"/>
                  </a:cubicBezTo>
                  <a:cubicBezTo>
                    <a:pt x="11072" y="1361"/>
                    <a:pt x="11000" y="1414"/>
                    <a:pt x="10983" y="1414"/>
                  </a:cubicBezTo>
                  <a:cubicBezTo>
                    <a:pt x="10982" y="1414"/>
                    <a:pt x="10981" y="1414"/>
                    <a:pt x="10981" y="1413"/>
                  </a:cubicBezTo>
                  <a:cubicBezTo>
                    <a:pt x="11015" y="1362"/>
                    <a:pt x="11048" y="1311"/>
                    <a:pt x="11091" y="1269"/>
                  </a:cubicBezTo>
                  <a:lnTo>
                    <a:pt x="11091" y="1269"/>
                  </a:lnTo>
                  <a:cubicBezTo>
                    <a:pt x="11065" y="1295"/>
                    <a:pt x="11040" y="1311"/>
                    <a:pt x="11015" y="1328"/>
                  </a:cubicBezTo>
                  <a:cubicBezTo>
                    <a:pt x="11015" y="1303"/>
                    <a:pt x="11032" y="1235"/>
                    <a:pt x="11023" y="1235"/>
                  </a:cubicBezTo>
                  <a:cubicBezTo>
                    <a:pt x="11065" y="1210"/>
                    <a:pt x="11082" y="1176"/>
                    <a:pt x="11125" y="1159"/>
                  </a:cubicBezTo>
                  <a:lnTo>
                    <a:pt x="11125" y="1193"/>
                  </a:lnTo>
                  <a:lnTo>
                    <a:pt x="11074" y="1218"/>
                  </a:lnTo>
                  <a:cubicBezTo>
                    <a:pt x="11082" y="1227"/>
                    <a:pt x="11091" y="1235"/>
                    <a:pt x="11091" y="1244"/>
                  </a:cubicBezTo>
                  <a:cubicBezTo>
                    <a:pt x="11150" y="1193"/>
                    <a:pt x="11201" y="1151"/>
                    <a:pt x="11268" y="1108"/>
                  </a:cubicBezTo>
                  <a:close/>
                  <a:moveTo>
                    <a:pt x="10203" y="1916"/>
                  </a:moveTo>
                  <a:cubicBezTo>
                    <a:pt x="10200" y="1919"/>
                    <a:pt x="10197" y="1922"/>
                    <a:pt x="10194" y="1926"/>
                  </a:cubicBezTo>
                  <a:lnTo>
                    <a:pt x="10194" y="1926"/>
                  </a:lnTo>
                  <a:cubicBezTo>
                    <a:pt x="10197" y="1923"/>
                    <a:pt x="10200" y="1919"/>
                    <a:pt x="10203" y="1916"/>
                  </a:cubicBezTo>
                  <a:close/>
                  <a:moveTo>
                    <a:pt x="10194" y="1926"/>
                  </a:moveTo>
                  <a:cubicBezTo>
                    <a:pt x="10184" y="1937"/>
                    <a:pt x="10177" y="1946"/>
                    <a:pt x="10177" y="1954"/>
                  </a:cubicBezTo>
                  <a:cubicBezTo>
                    <a:pt x="10180" y="1945"/>
                    <a:pt x="10186" y="1935"/>
                    <a:pt x="10194" y="1926"/>
                  </a:cubicBezTo>
                  <a:close/>
                  <a:moveTo>
                    <a:pt x="9493" y="2996"/>
                  </a:moveTo>
                  <a:cubicBezTo>
                    <a:pt x="9492" y="2997"/>
                    <a:pt x="9491" y="2998"/>
                    <a:pt x="9489" y="3000"/>
                  </a:cubicBezTo>
                  <a:lnTo>
                    <a:pt x="9489" y="3000"/>
                  </a:lnTo>
                  <a:cubicBezTo>
                    <a:pt x="9491" y="2998"/>
                    <a:pt x="9492" y="2997"/>
                    <a:pt x="9493" y="2996"/>
                  </a:cubicBezTo>
                  <a:close/>
                  <a:moveTo>
                    <a:pt x="9711" y="3000"/>
                  </a:moveTo>
                  <a:lnTo>
                    <a:pt x="9703" y="3012"/>
                  </a:lnTo>
                  <a:cubicBezTo>
                    <a:pt x="9707" y="3008"/>
                    <a:pt x="9710" y="3004"/>
                    <a:pt x="9711" y="3000"/>
                  </a:cubicBezTo>
                  <a:close/>
                  <a:moveTo>
                    <a:pt x="9489" y="3000"/>
                  </a:moveTo>
                  <a:cubicBezTo>
                    <a:pt x="9477" y="3011"/>
                    <a:pt x="9461" y="3021"/>
                    <a:pt x="9441" y="3029"/>
                  </a:cubicBezTo>
                  <a:lnTo>
                    <a:pt x="9441" y="3012"/>
                  </a:lnTo>
                  <a:cubicBezTo>
                    <a:pt x="9441" y="3012"/>
                    <a:pt x="9407" y="3054"/>
                    <a:pt x="9424" y="3063"/>
                  </a:cubicBezTo>
                  <a:cubicBezTo>
                    <a:pt x="9445" y="3042"/>
                    <a:pt x="9466" y="3021"/>
                    <a:pt x="9489" y="3000"/>
                  </a:cubicBezTo>
                  <a:close/>
                  <a:moveTo>
                    <a:pt x="711" y="0"/>
                  </a:moveTo>
                  <a:cubicBezTo>
                    <a:pt x="677" y="0"/>
                    <a:pt x="652" y="0"/>
                    <a:pt x="652" y="17"/>
                  </a:cubicBezTo>
                  <a:cubicBezTo>
                    <a:pt x="686" y="26"/>
                    <a:pt x="753" y="26"/>
                    <a:pt x="711" y="43"/>
                  </a:cubicBezTo>
                  <a:cubicBezTo>
                    <a:pt x="669" y="43"/>
                    <a:pt x="618" y="34"/>
                    <a:pt x="567" y="26"/>
                  </a:cubicBezTo>
                  <a:cubicBezTo>
                    <a:pt x="576" y="26"/>
                    <a:pt x="610" y="9"/>
                    <a:pt x="593" y="9"/>
                  </a:cubicBezTo>
                  <a:cubicBezTo>
                    <a:pt x="466" y="17"/>
                    <a:pt x="237" y="0"/>
                    <a:pt x="111" y="43"/>
                  </a:cubicBezTo>
                  <a:cubicBezTo>
                    <a:pt x="140" y="37"/>
                    <a:pt x="153" y="31"/>
                    <a:pt x="179" y="31"/>
                  </a:cubicBezTo>
                  <a:cubicBezTo>
                    <a:pt x="190" y="31"/>
                    <a:pt x="203" y="32"/>
                    <a:pt x="220" y="34"/>
                  </a:cubicBezTo>
                  <a:cubicBezTo>
                    <a:pt x="212" y="51"/>
                    <a:pt x="187" y="43"/>
                    <a:pt x="170" y="51"/>
                  </a:cubicBezTo>
                  <a:cubicBezTo>
                    <a:pt x="172" y="58"/>
                    <a:pt x="179" y="61"/>
                    <a:pt x="189" y="61"/>
                  </a:cubicBezTo>
                  <a:cubicBezTo>
                    <a:pt x="206" y="61"/>
                    <a:pt x="231" y="54"/>
                    <a:pt x="258" y="54"/>
                  </a:cubicBezTo>
                  <a:cubicBezTo>
                    <a:pt x="271" y="54"/>
                    <a:pt x="284" y="56"/>
                    <a:pt x="297" y="59"/>
                  </a:cubicBezTo>
                  <a:lnTo>
                    <a:pt x="187" y="85"/>
                  </a:lnTo>
                  <a:lnTo>
                    <a:pt x="246" y="110"/>
                  </a:lnTo>
                  <a:lnTo>
                    <a:pt x="1" y="169"/>
                  </a:lnTo>
                  <a:cubicBezTo>
                    <a:pt x="27" y="173"/>
                    <a:pt x="51" y="174"/>
                    <a:pt x="75" y="174"/>
                  </a:cubicBezTo>
                  <a:cubicBezTo>
                    <a:pt x="188" y="174"/>
                    <a:pt x="269" y="140"/>
                    <a:pt x="360" y="140"/>
                  </a:cubicBezTo>
                  <a:cubicBezTo>
                    <a:pt x="388" y="140"/>
                    <a:pt x="417" y="144"/>
                    <a:pt x="449" y="153"/>
                  </a:cubicBezTo>
                  <a:cubicBezTo>
                    <a:pt x="424" y="161"/>
                    <a:pt x="449" y="169"/>
                    <a:pt x="449" y="178"/>
                  </a:cubicBezTo>
                  <a:cubicBezTo>
                    <a:pt x="500" y="169"/>
                    <a:pt x="550" y="169"/>
                    <a:pt x="601" y="153"/>
                  </a:cubicBezTo>
                  <a:lnTo>
                    <a:pt x="624" y="155"/>
                  </a:lnTo>
                  <a:lnTo>
                    <a:pt x="624" y="155"/>
                  </a:lnTo>
                  <a:cubicBezTo>
                    <a:pt x="616" y="161"/>
                    <a:pt x="610" y="162"/>
                    <a:pt x="610" y="169"/>
                  </a:cubicBezTo>
                  <a:cubicBezTo>
                    <a:pt x="622" y="169"/>
                    <a:pt x="625" y="160"/>
                    <a:pt x="626" y="155"/>
                  </a:cubicBezTo>
                  <a:lnTo>
                    <a:pt x="626" y="155"/>
                  </a:lnTo>
                  <a:lnTo>
                    <a:pt x="677" y="161"/>
                  </a:lnTo>
                  <a:cubicBezTo>
                    <a:pt x="677" y="178"/>
                    <a:pt x="643" y="203"/>
                    <a:pt x="559" y="203"/>
                  </a:cubicBezTo>
                  <a:cubicBezTo>
                    <a:pt x="603" y="206"/>
                    <a:pt x="645" y="207"/>
                    <a:pt x="687" y="207"/>
                  </a:cubicBezTo>
                  <a:cubicBezTo>
                    <a:pt x="833" y="207"/>
                    <a:pt x="967" y="194"/>
                    <a:pt x="1108" y="194"/>
                  </a:cubicBezTo>
                  <a:cubicBezTo>
                    <a:pt x="1190" y="194"/>
                    <a:pt x="1273" y="199"/>
                    <a:pt x="1362" y="212"/>
                  </a:cubicBezTo>
                  <a:cubicBezTo>
                    <a:pt x="1379" y="229"/>
                    <a:pt x="1320" y="220"/>
                    <a:pt x="1346" y="229"/>
                  </a:cubicBezTo>
                  <a:cubicBezTo>
                    <a:pt x="1388" y="220"/>
                    <a:pt x="1456" y="203"/>
                    <a:pt x="1456" y="203"/>
                  </a:cubicBezTo>
                  <a:lnTo>
                    <a:pt x="1456" y="203"/>
                  </a:lnTo>
                  <a:cubicBezTo>
                    <a:pt x="1447" y="212"/>
                    <a:pt x="1439" y="220"/>
                    <a:pt x="1413" y="220"/>
                  </a:cubicBezTo>
                  <a:cubicBezTo>
                    <a:pt x="1552" y="220"/>
                    <a:pt x="1627" y="255"/>
                    <a:pt x="1716" y="255"/>
                  </a:cubicBezTo>
                  <a:cubicBezTo>
                    <a:pt x="1725" y="255"/>
                    <a:pt x="1734" y="255"/>
                    <a:pt x="1743" y="254"/>
                  </a:cubicBezTo>
                  <a:lnTo>
                    <a:pt x="1743" y="254"/>
                  </a:lnTo>
                  <a:cubicBezTo>
                    <a:pt x="1743" y="258"/>
                    <a:pt x="1724" y="258"/>
                    <a:pt x="1706" y="258"/>
                  </a:cubicBezTo>
                  <a:cubicBezTo>
                    <a:pt x="1688" y="258"/>
                    <a:pt x="1671" y="258"/>
                    <a:pt x="1675" y="262"/>
                  </a:cubicBezTo>
                  <a:cubicBezTo>
                    <a:pt x="1711" y="268"/>
                    <a:pt x="1743" y="271"/>
                    <a:pt x="1773" y="271"/>
                  </a:cubicBezTo>
                  <a:cubicBezTo>
                    <a:pt x="1856" y="271"/>
                    <a:pt x="1922" y="253"/>
                    <a:pt x="2015" y="253"/>
                  </a:cubicBezTo>
                  <a:cubicBezTo>
                    <a:pt x="2028" y="253"/>
                    <a:pt x="2042" y="253"/>
                    <a:pt x="2056" y="254"/>
                  </a:cubicBezTo>
                  <a:cubicBezTo>
                    <a:pt x="2005" y="271"/>
                    <a:pt x="2090" y="279"/>
                    <a:pt x="2124" y="296"/>
                  </a:cubicBezTo>
                  <a:cubicBezTo>
                    <a:pt x="2166" y="294"/>
                    <a:pt x="2223" y="293"/>
                    <a:pt x="2288" y="293"/>
                  </a:cubicBezTo>
                  <a:cubicBezTo>
                    <a:pt x="2417" y="293"/>
                    <a:pt x="2575" y="296"/>
                    <a:pt x="2699" y="296"/>
                  </a:cubicBezTo>
                  <a:cubicBezTo>
                    <a:pt x="2648" y="356"/>
                    <a:pt x="2902" y="313"/>
                    <a:pt x="2919" y="364"/>
                  </a:cubicBezTo>
                  <a:cubicBezTo>
                    <a:pt x="2928" y="366"/>
                    <a:pt x="2940" y="367"/>
                    <a:pt x="2952" y="367"/>
                  </a:cubicBezTo>
                  <a:cubicBezTo>
                    <a:pt x="2985" y="367"/>
                    <a:pt x="3023" y="359"/>
                    <a:pt x="3029" y="347"/>
                  </a:cubicBezTo>
                  <a:lnTo>
                    <a:pt x="3029" y="347"/>
                  </a:lnTo>
                  <a:cubicBezTo>
                    <a:pt x="3025" y="348"/>
                    <a:pt x="3021" y="349"/>
                    <a:pt x="3017" y="349"/>
                  </a:cubicBezTo>
                  <a:cubicBezTo>
                    <a:pt x="2990" y="349"/>
                    <a:pt x="2953" y="329"/>
                    <a:pt x="2953" y="322"/>
                  </a:cubicBezTo>
                  <a:cubicBezTo>
                    <a:pt x="2977" y="322"/>
                    <a:pt x="3007" y="323"/>
                    <a:pt x="3036" y="323"/>
                  </a:cubicBezTo>
                  <a:cubicBezTo>
                    <a:pt x="3078" y="323"/>
                    <a:pt x="3117" y="320"/>
                    <a:pt x="3122" y="305"/>
                  </a:cubicBezTo>
                  <a:lnTo>
                    <a:pt x="3190" y="339"/>
                  </a:lnTo>
                  <a:cubicBezTo>
                    <a:pt x="3207" y="305"/>
                    <a:pt x="3232" y="296"/>
                    <a:pt x="3266" y="296"/>
                  </a:cubicBezTo>
                  <a:cubicBezTo>
                    <a:pt x="3287" y="311"/>
                    <a:pt x="3297" y="317"/>
                    <a:pt x="3302" y="317"/>
                  </a:cubicBezTo>
                  <a:cubicBezTo>
                    <a:pt x="3314" y="317"/>
                    <a:pt x="3300" y="289"/>
                    <a:pt x="3338" y="289"/>
                  </a:cubicBezTo>
                  <a:cubicBezTo>
                    <a:pt x="3349" y="289"/>
                    <a:pt x="3364" y="291"/>
                    <a:pt x="3384" y="296"/>
                  </a:cubicBezTo>
                  <a:cubicBezTo>
                    <a:pt x="3359" y="313"/>
                    <a:pt x="3334" y="322"/>
                    <a:pt x="3317" y="347"/>
                  </a:cubicBezTo>
                  <a:cubicBezTo>
                    <a:pt x="3336" y="350"/>
                    <a:pt x="3349" y="351"/>
                    <a:pt x="3358" y="351"/>
                  </a:cubicBezTo>
                  <a:cubicBezTo>
                    <a:pt x="3377" y="351"/>
                    <a:pt x="3384" y="347"/>
                    <a:pt x="3418" y="347"/>
                  </a:cubicBezTo>
                  <a:cubicBezTo>
                    <a:pt x="3427" y="364"/>
                    <a:pt x="3367" y="381"/>
                    <a:pt x="3317" y="389"/>
                  </a:cubicBezTo>
                  <a:lnTo>
                    <a:pt x="3401" y="406"/>
                  </a:lnTo>
                  <a:cubicBezTo>
                    <a:pt x="3482" y="382"/>
                    <a:pt x="3567" y="366"/>
                    <a:pt x="3653" y="366"/>
                  </a:cubicBezTo>
                  <a:cubicBezTo>
                    <a:pt x="3685" y="366"/>
                    <a:pt x="3716" y="368"/>
                    <a:pt x="3748" y="372"/>
                  </a:cubicBezTo>
                  <a:cubicBezTo>
                    <a:pt x="3723" y="389"/>
                    <a:pt x="3680" y="381"/>
                    <a:pt x="3714" y="406"/>
                  </a:cubicBezTo>
                  <a:cubicBezTo>
                    <a:pt x="3754" y="396"/>
                    <a:pt x="3793" y="392"/>
                    <a:pt x="3833" y="392"/>
                  </a:cubicBezTo>
                  <a:cubicBezTo>
                    <a:pt x="3861" y="392"/>
                    <a:pt x="3889" y="394"/>
                    <a:pt x="3917" y="398"/>
                  </a:cubicBezTo>
                  <a:cubicBezTo>
                    <a:pt x="3907" y="403"/>
                    <a:pt x="3906" y="405"/>
                    <a:pt x="3905" y="406"/>
                  </a:cubicBezTo>
                  <a:lnTo>
                    <a:pt x="3905" y="406"/>
                  </a:lnTo>
                  <a:cubicBezTo>
                    <a:pt x="3929" y="403"/>
                    <a:pt x="3948" y="402"/>
                    <a:pt x="3963" y="402"/>
                  </a:cubicBezTo>
                  <a:cubicBezTo>
                    <a:pt x="4028" y="402"/>
                    <a:pt x="4023" y="425"/>
                    <a:pt x="4112" y="432"/>
                  </a:cubicBezTo>
                  <a:cubicBezTo>
                    <a:pt x="4112" y="432"/>
                    <a:pt x="4112" y="437"/>
                    <a:pt x="4108" y="439"/>
                  </a:cubicBezTo>
                  <a:lnTo>
                    <a:pt x="4108" y="439"/>
                  </a:lnTo>
                  <a:lnTo>
                    <a:pt x="4179" y="423"/>
                  </a:lnTo>
                  <a:cubicBezTo>
                    <a:pt x="4205" y="417"/>
                    <a:pt x="4226" y="415"/>
                    <a:pt x="4245" y="415"/>
                  </a:cubicBezTo>
                  <a:cubicBezTo>
                    <a:pt x="4331" y="415"/>
                    <a:pt x="4355" y="470"/>
                    <a:pt x="4425" y="491"/>
                  </a:cubicBezTo>
                  <a:lnTo>
                    <a:pt x="4408" y="491"/>
                  </a:lnTo>
                  <a:cubicBezTo>
                    <a:pt x="4459" y="525"/>
                    <a:pt x="4636" y="508"/>
                    <a:pt x="4687" y="525"/>
                  </a:cubicBezTo>
                  <a:cubicBezTo>
                    <a:pt x="4619" y="499"/>
                    <a:pt x="4670" y="508"/>
                    <a:pt x="4619" y="474"/>
                  </a:cubicBezTo>
                  <a:cubicBezTo>
                    <a:pt x="4579" y="474"/>
                    <a:pt x="4581" y="496"/>
                    <a:pt x="4537" y="496"/>
                  </a:cubicBezTo>
                  <a:cubicBezTo>
                    <a:pt x="4525" y="496"/>
                    <a:pt x="4511" y="494"/>
                    <a:pt x="4492" y="491"/>
                  </a:cubicBezTo>
                  <a:cubicBezTo>
                    <a:pt x="4509" y="466"/>
                    <a:pt x="4619" y="457"/>
                    <a:pt x="4645" y="440"/>
                  </a:cubicBezTo>
                  <a:cubicBezTo>
                    <a:pt x="4687" y="440"/>
                    <a:pt x="4721" y="474"/>
                    <a:pt x="4729" y="508"/>
                  </a:cubicBezTo>
                  <a:cubicBezTo>
                    <a:pt x="4865" y="516"/>
                    <a:pt x="4932" y="533"/>
                    <a:pt x="5085" y="533"/>
                  </a:cubicBezTo>
                  <a:cubicBezTo>
                    <a:pt x="5127" y="521"/>
                    <a:pt x="5165" y="488"/>
                    <a:pt x="5229" y="488"/>
                  </a:cubicBezTo>
                  <a:cubicBezTo>
                    <a:pt x="5255" y="488"/>
                    <a:pt x="5285" y="493"/>
                    <a:pt x="5321" y="508"/>
                  </a:cubicBezTo>
                  <a:lnTo>
                    <a:pt x="5317" y="513"/>
                  </a:lnTo>
                  <a:lnTo>
                    <a:pt x="5317" y="513"/>
                  </a:lnTo>
                  <a:cubicBezTo>
                    <a:pt x="5318" y="512"/>
                    <a:pt x="5321" y="511"/>
                    <a:pt x="5324" y="511"/>
                  </a:cubicBezTo>
                  <a:cubicBezTo>
                    <a:pt x="5337" y="511"/>
                    <a:pt x="5361" y="521"/>
                    <a:pt x="5383" y="521"/>
                  </a:cubicBezTo>
                  <a:cubicBezTo>
                    <a:pt x="5391" y="521"/>
                    <a:pt x="5399" y="520"/>
                    <a:pt x="5406" y="516"/>
                  </a:cubicBezTo>
                  <a:cubicBezTo>
                    <a:pt x="5355" y="482"/>
                    <a:pt x="5457" y="499"/>
                    <a:pt x="5406" y="466"/>
                  </a:cubicBezTo>
                  <a:cubicBezTo>
                    <a:pt x="5448" y="466"/>
                    <a:pt x="5491" y="491"/>
                    <a:pt x="5499" y="542"/>
                  </a:cubicBezTo>
                  <a:cubicBezTo>
                    <a:pt x="5510" y="532"/>
                    <a:pt x="5524" y="529"/>
                    <a:pt x="5539" y="529"/>
                  </a:cubicBezTo>
                  <a:cubicBezTo>
                    <a:pt x="5586" y="529"/>
                    <a:pt x="5649" y="561"/>
                    <a:pt x="5726" y="561"/>
                  </a:cubicBezTo>
                  <a:cubicBezTo>
                    <a:pt x="5737" y="561"/>
                    <a:pt x="5749" y="560"/>
                    <a:pt x="5761" y="559"/>
                  </a:cubicBezTo>
                  <a:lnTo>
                    <a:pt x="5761" y="559"/>
                  </a:lnTo>
                  <a:cubicBezTo>
                    <a:pt x="5744" y="575"/>
                    <a:pt x="5609" y="567"/>
                    <a:pt x="5660" y="592"/>
                  </a:cubicBezTo>
                  <a:lnTo>
                    <a:pt x="5821" y="550"/>
                  </a:lnTo>
                  <a:lnTo>
                    <a:pt x="5753" y="550"/>
                  </a:lnTo>
                  <a:cubicBezTo>
                    <a:pt x="5769" y="548"/>
                    <a:pt x="5785" y="547"/>
                    <a:pt x="5802" y="547"/>
                  </a:cubicBezTo>
                  <a:cubicBezTo>
                    <a:pt x="5856" y="547"/>
                    <a:pt x="5913" y="558"/>
                    <a:pt x="5964" y="584"/>
                  </a:cubicBezTo>
                  <a:cubicBezTo>
                    <a:pt x="5973" y="601"/>
                    <a:pt x="5931" y="601"/>
                    <a:pt x="5897" y="601"/>
                  </a:cubicBezTo>
                  <a:lnTo>
                    <a:pt x="6032" y="601"/>
                  </a:lnTo>
                  <a:cubicBezTo>
                    <a:pt x="6074" y="592"/>
                    <a:pt x="6193" y="584"/>
                    <a:pt x="6244" y="559"/>
                  </a:cubicBezTo>
                  <a:lnTo>
                    <a:pt x="6277" y="559"/>
                  </a:lnTo>
                  <a:lnTo>
                    <a:pt x="6337" y="575"/>
                  </a:lnTo>
                  <a:lnTo>
                    <a:pt x="6354" y="575"/>
                  </a:lnTo>
                  <a:lnTo>
                    <a:pt x="6413" y="559"/>
                  </a:lnTo>
                  <a:lnTo>
                    <a:pt x="6447" y="550"/>
                  </a:lnTo>
                  <a:lnTo>
                    <a:pt x="6430" y="550"/>
                  </a:lnTo>
                  <a:cubicBezTo>
                    <a:pt x="6437" y="522"/>
                    <a:pt x="6490" y="506"/>
                    <a:pt x="6556" y="506"/>
                  </a:cubicBezTo>
                  <a:cubicBezTo>
                    <a:pt x="6568" y="506"/>
                    <a:pt x="6580" y="506"/>
                    <a:pt x="6592" y="507"/>
                  </a:cubicBezTo>
                  <a:lnTo>
                    <a:pt x="6592" y="507"/>
                  </a:lnTo>
                  <a:cubicBezTo>
                    <a:pt x="6576" y="505"/>
                    <a:pt x="6537" y="498"/>
                    <a:pt x="6480" y="491"/>
                  </a:cubicBezTo>
                  <a:lnTo>
                    <a:pt x="6506" y="482"/>
                  </a:lnTo>
                  <a:lnTo>
                    <a:pt x="6785" y="516"/>
                  </a:lnTo>
                  <a:cubicBezTo>
                    <a:pt x="6768" y="520"/>
                    <a:pt x="6751" y="523"/>
                    <a:pt x="6733" y="523"/>
                  </a:cubicBezTo>
                  <a:cubicBezTo>
                    <a:pt x="6715" y="523"/>
                    <a:pt x="6696" y="520"/>
                    <a:pt x="6675" y="516"/>
                  </a:cubicBezTo>
                  <a:lnTo>
                    <a:pt x="6675" y="516"/>
                  </a:lnTo>
                  <a:cubicBezTo>
                    <a:pt x="6722" y="542"/>
                    <a:pt x="6783" y="542"/>
                    <a:pt x="6837" y="542"/>
                  </a:cubicBezTo>
                  <a:cubicBezTo>
                    <a:pt x="6891" y="542"/>
                    <a:pt x="6937" y="542"/>
                    <a:pt x="6954" y="567"/>
                  </a:cubicBezTo>
                  <a:cubicBezTo>
                    <a:pt x="6885" y="577"/>
                    <a:pt x="6815" y="581"/>
                    <a:pt x="6744" y="581"/>
                  </a:cubicBezTo>
                  <a:cubicBezTo>
                    <a:pt x="6694" y="581"/>
                    <a:pt x="6643" y="579"/>
                    <a:pt x="6590" y="575"/>
                  </a:cubicBezTo>
                  <a:cubicBezTo>
                    <a:pt x="6523" y="533"/>
                    <a:pt x="6692" y="559"/>
                    <a:pt x="6700" y="542"/>
                  </a:cubicBezTo>
                  <a:lnTo>
                    <a:pt x="6616" y="525"/>
                  </a:lnTo>
                  <a:lnTo>
                    <a:pt x="6616" y="525"/>
                  </a:lnTo>
                  <a:cubicBezTo>
                    <a:pt x="6624" y="542"/>
                    <a:pt x="6447" y="525"/>
                    <a:pt x="6489" y="575"/>
                  </a:cubicBezTo>
                  <a:cubicBezTo>
                    <a:pt x="6667" y="601"/>
                    <a:pt x="6853" y="618"/>
                    <a:pt x="7013" y="635"/>
                  </a:cubicBezTo>
                  <a:lnTo>
                    <a:pt x="6844" y="855"/>
                  </a:lnTo>
                  <a:cubicBezTo>
                    <a:pt x="6844" y="855"/>
                    <a:pt x="6844" y="863"/>
                    <a:pt x="6836" y="872"/>
                  </a:cubicBezTo>
                  <a:cubicBezTo>
                    <a:pt x="6842" y="872"/>
                    <a:pt x="6848" y="872"/>
                    <a:pt x="6854" y="872"/>
                  </a:cubicBezTo>
                  <a:cubicBezTo>
                    <a:pt x="6991" y="872"/>
                    <a:pt x="6922" y="779"/>
                    <a:pt x="6954" y="779"/>
                  </a:cubicBezTo>
                  <a:cubicBezTo>
                    <a:pt x="6977" y="779"/>
                    <a:pt x="6999" y="771"/>
                    <a:pt x="7022" y="771"/>
                  </a:cubicBezTo>
                  <a:cubicBezTo>
                    <a:pt x="7033" y="771"/>
                    <a:pt x="7044" y="773"/>
                    <a:pt x="7056" y="779"/>
                  </a:cubicBezTo>
                  <a:lnTo>
                    <a:pt x="7039" y="787"/>
                  </a:lnTo>
                  <a:cubicBezTo>
                    <a:pt x="7119" y="787"/>
                    <a:pt x="7080" y="768"/>
                    <a:pt x="7126" y="768"/>
                  </a:cubicBezTo>
                  <a:cubicBezTo>
                    <a:pt x="7134" y="768"/>
                    <a:pt x="7144" y="769"/>
                    <a:pt x="7157" y="770"/>
                  </a:cubicBezTo>
                  <a:cubicBezTo>
                    <a:pt x="7233" y="753"/>
                    <a:pt x="7098" y="762"/>
                    <a:pt x="7140" y="745"/>
                  </a:cubicBezTo>
                  <a:lnTo>
                    <a:pt x="7140" y="745"/>
                  </a:lnTo>
                  <a:cubicBezTo>
                    <a:pt x="7151" y="746"/>
                    <a:pt x="7160" y="747"/>
                    <a:pt x="7168" y="747"/>
                  </a:cubicBezTo>
                  <a:cubicBezTo>
                    <a:pt x="7220" y="747"/>
                    <a:pt x="7225" y="715"/>
                    <a:pt x="7279" y="715"/>
                  </a:cubicBezTo>
                  <a:cubicBezTo>
                    <a:pt x="7296" y="715"/>
                    <a:pt x="7320" y="718"/>
                    <a:pt x="7352" y="728"/>
                  </a:cubicBezTo>
                  <a:cubicBezTo>
                    <a:pt x="7343" y="736"/>
                    <a:pt x="7369" y="762"/>
                    <a:pt x="7276" y="762"/>
                  </a:cubicBezTo>
                  <a:lnTo>
                    <a:pt x="7360" y="787"/>
                  </a:lnTo>
                  <a:cubicBezTo>
                    <a:pt x="7339" y="791"/>
                    <a:pt x="7316" y="793"/>
                    <a:pt x="7291" y="793"/>
                  </a:cubicBezTo>
                  <a:cubicBezTo>
                    <a:pt x="7267" y="793"/>
                    <a:pt x="7242" y="791"/>
                    <a:pt x="7216" y="787"/>
                  </a:cubicBezTo>
                  <a:cubicBezTo>
                    <a:pt x="7174" y="821"/>
                    <a:pt x="7183" y="838"/>
                    <a:pt x="7132" y="863"/>
                  </a:cubicBezTo>
                  <a:cubicBezTo>
                    <a:pt x="7169" y="863"/>
                    <a:pt x="7160" y="836"/>
                    <a:pt x="7205" y="836"/>
                  </a:cubicBezTo>
                  <a:cubicBezTo>
                    <a:pt x="7211" y="836"/>
                    <a:pt x="7217" y="837"/>
                    <a:pt x="7225" y="838"/>
                  </a:cubicBezTo>
                  <a:cubicBezTo>
                    <a:pt x="7293" y="855"/>
                    <a:pt x="7216" y="855"/>
                    <a:pt x="7208" y="863"/>
                  </a:cubicBezTo>
                  <a:cubicBezTo>
                    <a:pt x="7223" y="859"/>
                    <a:pt x="7236" y="857"/>
                    <a:pt x="7248" y="857"/>
                  </a:cubicBezTo>
                  <a:cubicBezTo>
                    <a:pt x="7291" y="857"/>
                    <a:pt x="7312" y="881"/>
                    <a:pt x="7350" y="881"/>
                  </a:cubicBezTo>
                  <a:cubicBezTo>
                    <a:pt x="7362" y="881"/>
                    <a:pt x="7376" y="879"/>
                    <a:pt x="7394" y="872"/>
                  </a:cubicBezTo>
                  <a:cubicBezTo>
                    <a:pt x="7377" y="838"/>
                    <a:pt x="7394" y="838"/>
                    <a:pt x="7335" y="812"/>
                  </a:cubicBezTo>
                  <a:cubicBezTo>
                    <a:pt x="7343" y="811"/>
                    <a:pt x="7351" y="811"/>
                    <a:pt x="7359" y="811"/>
                  </a:cubicBezTo>
                  <a:cubicBezTo>
                    <a:pt x="7413" y="811"/>
                    <a:pt x="7469" y="834"/>
                    <a:pt x="7462" y="863"/>
                  </a:cubicBezTo>
                  <a:lnTo>
                    <a:pt x="7470" y="838"/>
                  </a:lnTo>
                  <a:cubicBezTo>
                    <a:pt x="7487" y="846"/>
                    <a:pt x="7538" y="846"/>
                    <a:pt x="7538" y="855"/>
                  </a:cubicBezTo>
                  <a:lnTo>
                    <a:pt x="7555" y="846"/>
                  </a:lnTo>
                  <a:cubicBezTo>
                    <a:pt x="7522" y="820"/>
                    <a:pt x="7485" y="809"/>
                    <a:pt x="7447" y="809"/>
                  </a:cubicBezTo>
                  <a:cubicBezTo>
                    <a:pt x="7435" y="809"/>
                    <a:pt x="7423" y="810"/>
                    <a:pt x="7411" y="812"/>
                  </a:cubicBezTo>
                  <a:cubicBezTo>
                    <a:pt x="7436" y="795"/>
                    <a:pt x="7369" y="753"/>
                    <a:pt x="7470" y="753"/>
                  </a:cubicBezTo>
                  <a:cubicBezTo>
                    <a:pt x="7504" y="762"/>
                    <a:pt x="7470" y="770"/>
                    <a:pt x="7470" y="779"/>
                  </a:cubicBezTo>
                  <a:cubicBezTo>
                    <a:pt x="7677" y="779"/>
                    <a:pt x="7682" y="838"/>
                    <a:pt x="7823" y="838"/>
                  </a:cubicBezTo>
                  <a:cubicBezTo>
                    <a:pt x="7832" y="838"/>
                    <a:pt x="7841" y="838"/>
                    <a:pt x="7851" y="838"/>
                  </a:cubicBezTo>
                  <a:lnTo>
                    <a:pt x="7851" y="838"/>
                  </a:lnTo>
                  <a:cubicBezTo>
                    <a:pt x="7840" y="842"/>
                    <a:pt x="7825" y="844"/>
                    <a:pt x="7807" y="844"/>
                  </a:cubicBezTo>
                  <a:cubicBezTo>
                    <a:pt x="7796" y="844"/>
                    <a:pt x="7785" y="843"/>
                    <a:pt x="7772" y="842"/>
                  </a:cubicBezTo>
                  <a:lnTo>
                    <a:pt x="7772" y="842"/>
                  </a:lnTo>
                  <a:cubicBezTo>
                    <a:pt x="7740" y="856"/>
                    <a:pt x="7737" y="865"/>
                    <a:pt x="7783" y="880"/>
                  </a:cubicBezTo>
                  <a:lnTo>
                    <a:pt x="7800" y="863"/>
                  </a:lnTo>
                  <a:cubicBezTo>
                    <a:pt x="7827" y="863"/>
                    <a:pt x="7865" y="874"/>
                    <a:pt x="7879" y="874"/>
                  </a:cubicBezTo>
                  <a:cubicBezTo>
                    <a:pt x="7883" y="874"/>
                    <a:pt x="7885" y="873"/>
                    <a:pt x="7885" y="872"/>
                  </a:cubicBezTo>
                  <a:cubicBezTo>
                    <a:pt x="7893" y="872"/>
                    <a:pt x="7876" y="863"/>
                    <a:pt x="7851" y="855"/>
                  </a:cubicBezTo>
                  <a:cubicBezTo>
                    <a:pt x="7910" y="842"/>
                    <a:pt x="7969" y="836"/>
                    <a:pt x="8027" y="836"/>
                  </a:cubicBezTo>
                  <a:cubicBezTo>
                    <a:pt x="8086" y="836"/>
                    <a:pt x="8143" y="842"/>
                    <a:pt x="8198" y="855"/>
                  </a:cubicBezTo>
                  <a:cubicBezTo>
                    <a:pt x="8189" y="888"/>
                    <a:pt x="8012" y="863"/>
                    <a:pt x="8105" y="897"/>
                  </a:cubicBezTo>
                  <a:cubicBezTo>
                    <a:pt x="8141" y="897"/>
                    <a:pt x="8177" y="875"/>
                    <a:pt x="8229" y="875"/>
                  </a:cubicBezTo>
                  <a:cubicBezTo>
                    <a:pt x="8249" y="875"/>
                    <a:pt x="8273" y="879"/>
                    <a:pt x="8299" y="888"/>
                  </a:cubicBezTo>
                  <a:cubicBezTo>
                    <a:pt x="8257" y="905"/>
                    <a:pt x="8341" y="914"/>
                    <a:pt x="8341" y="922"/>
                  </a:cubicBezTo>
                  <a:lnTo>
                    <a:pt x="8468" y="888"/>
                  </a:lnTo>
                  <a:cubicBezTo>
                    <a:pt x="8516" y="894"/>
                    <a:pt x="8564" y="900"/>
                    <a:pt x="8609" y="900"/>
                  </a:cubicBezTo>
                  <a:cubicBezTo>
                    <a:pt x="8628" y="900"/>
                    <a:pt x="8646" y="899"/>
                    <a:pt x="8663" y="897"/>
                  </a:cubicBezTo>
                  <a:lnTo>
                    <a:pt x="8587" y="897"/>
                  </a:lnTo>
                  <a:cubicBezTo>
                    <a:pt x="8609" y="887"/>
                    <a:pt x="8631" y="883"/>
                    <a:pt x="8652" y="883"/>
                  </a:cubicBezTo>
                  <a:cubicBezTo>
                    <a:pt x="8713" y="883"/>
                    <a:pt x="8772" y="915"/>
                    <a:pt x="8847" y="915"/>
                  </a:cubicBezTo>
                  <a:cubicBezTo>
                    <a:pt x="8853" y="915"/>
                    <a:pt x="8859" y="914"/>
                    <a:pt x="8866" y="914"/>
                  </a:cubicBezTo>
                  <a:lnTo>
                    <a:pt x="8866" y="914"/>
                  </a:lnTo>
                  <a:lnTo>
                    <a:pt x="8815" y="922"/>
                  </a:lnTo>
                  <a:cubicBezTo>
                    <a:pt x="8853" y="931"/>
                    <a:pt x="8889" y="935"/>
                    <a:pt x="8925" y="935"/>
                  </a:cubicBezTo>
                  <a:cubicBezTo>
                    <a:pt x="8961" y="935"/>
                    <a:pt x="8997" y="931"/>
                    <a:pt x="9035" y="922"/>
                  </a:cubicBezTo>
                  <a:lnTo>
                    <a:pt x="9035" y="948"/>
                  </a:lnTo>
                  <a:cubicBezTo>
                    <a:pt x="9044" y="914"/>
                    <a:pt x="9196" y="914"/>
                    <a:pt x="9230" y="905"/>
                  </a:cubicBezTo>
                  <a:lnTo>
                    <a:pt x="9230" y="905"/>
                  </a:lnTo>
                  <a:cubicBezTo>
                    <a:pt x="9213" y="906"/>
                    <a:pt x="9198" y="906"/>
                    <a:pt x="9185" y="906"/>
                  </a:cubicBezTo>
                  <a:cubicBezTo>
                    <a:pt x="9048" y="906"/>
                    <a:pt x="9036" y="877"/>
                    <a:pt x="8924" y="877"/>
                  </a:cubicBezTo>
                  <a:cubicBezTo>
                    <a:pt x="8903" y="877"/>
                    <a:pt x="8878" y="878"/>
                    <a:pt x="8849" y="880"/>
                  </a:cubicBezTo>
                  <a:cubicBezTo>
                    <a:pt x="8925" y="846"/>
                    <a:pt x="8984" y="838"/>
                    <a:pt x="9069" y="812"/>
                  </a:cubicBezTo>
                  <a:cubicBezTo>
                    <a:pt x="9094" y="812"/>
                    <a:pt x="9111" y="821"/>
                    <a:pt x="9111" y="829"/>
                  </a:cubicBezTo>
                  <a:cubicBezTo>
                    <a:pt x="9137" y="821"/>
                    <a:pt x="9145" y="795"/>
                    <a:pt x="9196" y="787"/>
                  </a:cubicBezTo>
                  <a:lnTo>
                    <a:pt x="9213" y="804"/>
                  </a:lnTo>
                  <a:cubicBezTo>
                    <a:pt x="9232" y="808"/>
                    <a:pt x="9249" y="809"/>
                    <a:pt x="9264" y="809"/>
                  </a:cubicBezTo>
                  <a:cubicBezTo>
                    <a:pt x="9339" y="809"/>
                    <a:pt x="9356" y="768"/>
                    <a:pt x="9438" y="768"/>
                  </a:cubicBezTo>
                  <a:cubicBezTo>
                    <a:pt x="9449" y="768"/>
                    <a:pt x="9461" y="768"/>
                    <a:pt x="9475" y="770"/>
                  </a:cubicBezTo>
                  <a:cubicBezTo>
                    <a:pt x="9492" y="812"/>
                    <a:pt x="9357" y="812"/>
                    <a:pt x="9272" y="829"/>
                  </a:cubicBezTo>
                  <a:cubicBezTo>
                    <a:pt x="9331" y="863"/>
                    <a:pt x="9137" y="838"/>
                    <a:pt x="9213" y="888"/>
                  </a:cubicBezTo>
                  <a:lnTo>
                    <a:pt x="9247" y="863"/>
                  </a:lnTo>
                  <a:cubicBezTo>
                    <a:pt x="9289" y="872"/>
                    <a:pt x="9289" y="888"/>
                    <a:pt x="9264" y="888"/>
                  </a:cubicBezTo>
                  <a:cubicBezTo>
                    <a:pt x="9314" y="888"/>
                    <a:pt x="9297" y="888"/>
                    <a:pt x="9323" y="872"/>
                  </a:cubicBezTo>
                  <a:lnTo>
                    <a:pt x="9323" y="872"/>
                  </a:lnTo>
                  <a:cubicBezTo>
                    <a:pt x="9534" y="888"/>
                    <a:pt x="9297" y="922"/>
                    <a:pt x="9500" y="948"/>
                  </a:cubicBezTo>
                  <a:cubicBezTo>
                    <a:pt x="9475" y="956"/>
                    <a:pt x="9424" y="948"/>
                    <a:pt x="9433" y="973"/>
                  </a:cubicBezTo>
                  <a:lnTo>
                    <a:pt x="9323" y="956"/>
                  </a:lnTo>
                  <a:lnTo>
                    <a:pt x="9323" y="982"/>
                  </a:lnTo>
                  <a:cubicBezTo>
                    <a:pt x="9344" y="985"/>
                    <a:pt x="9365" y="987"/>
                    <a:pt x="9386" y="987"/>
                  </a:cubicBezTo>
                  <a:cubicBezTo>
                    <a:pt x="9466" y="987"/>
                    <a:pt x="9545" y="962"/>
                    <a:pt x="9619" y="922"/>
                  </a:cubicBezTo>
                  <a:lnTo>
                    <a:pt x="9619" y="922"/>
                  </a:lnTo>
                  <a:cubicBezTo>
                    <a:pt x="9598" y="925"/>
                    <a:pt x="9584" y="926"/>
                    <a:pt x="9574" y="926"/>
                  </a:cubicBezTo>
                  <a:cubicBezTo>
                    <a:pt x="9523" y="926"/>
                    <a:pt x="9592" y="894"/>
                    <a:pt x="9543" y="880"/>
                  </a:cubicBezTo>
                  <a:cubicBezTo>
                    <a:pt x="9551" y="876"/>
                    <a:pt x="9562" y="874"/>
                    <a:pt x="9572" y="874"/>
                  </a:cubicBezTo>
                  <a:cubicBezTo>
                    <a:pt x="9583" y="874"/>
                    <a:pt x="9593" y="876"/>
                    <a:pt x="9602" y="880"/>
                  </a:cubicBezTo>
                  <a:cubicBezTo>
                    <a:pt x="9610" y="880"/>
                    <a:pt x="9669" y="873"/>
                    <a:pt x="9670" y="865"/>
                  </a:cubicBezTo>
                  <a:lnTo>
                    <a:pt x="9670" y="865"/>
                  </a:lnTo>
                  <a:cubicBezTo>
                    <a:pt x="9700" y="931"/>
                    <a:pt x="9965" y="948"/>
                    <a:pt x="9898" y="1015"/>
                  </a:cubicBezTo>
                  <a:cubicBezTo>
                    <a:pt x="9923" y="1017"/>
                    <a:pt x="9947" y="1018"/>
                    <a:pt x="9972" y="1019"/>
                  </a:cubicBezTo>
                  <a:lnTo>
                    <a:pt x="9972" y="1019"/>
                  </a:lnTo>
                  <a:cubicBezTo>
                    <a:pt x="9913" y="990"/>
                    <a:pt x="10059" y="990"/>
                    <a:pt x="10059" y="982"/>
                  </a:cubicBezTo>
                  <a:lnTo>
                    <a:pt x="9949" y="982"/>
                  </a:lnTo>
                  <a:cubicBezTo>
                    <a:pt x="10000" y="965"/>
                    <a:pt x="9949" y="939"/>
                    <a:pt x="10016" y="931"/>
                  </a:cubicBezTo>
                  <a:cubicBezTo>
                    <a:pt x="9966" y="931"/>
                    <a:pt x="9948" y="917"/>
                    <a:pt x="9918" y="917"/>
                  </a:cubicBezTo>
                  <a:cubicBezTo>
                    <a:pt x="9908" y="917"/>
                    <a:pt x="9896" y="918"/>
                    <a:pt x="9881" y="922"/>
                  </a:cubicBezTo>
                  <a:cubicBezTo>
                    <a:pt x="9957" y="888"/>
                    <a:pt x="9797" y="880"/>
                    <a:pt x="9788" y="855"/>
                  </a:cubicBezTo>
                  <a:cubicBezTo>
                    <a:pt x="9856" y="855"/>
                    <a:pt x="9923" y="872"/>
                    <a:pt x="9983" y="905"/>
                  </a:cubicBezTo>
                  <a:cubicBezTo>
                    <a:pt x="10016" y="905"/>
                    <a:pt x="10059" y="905"/>
                    <a:pt x="10101" y="922"/>
                  </a:cubicBezTo>
                  <a:lnTo>
                    <a:pt x="10152" y="888"/>
                  </a:lnTo>
                  <a:cubicBezTo>
                    <a:pt x="10093" y="880"/>
                    <a:pt x="10016" y="897"/>
                    <a:pt x="10042" y="863"/>
                  </a:cubicBezTo>
                  <a:lnTo>
                    <a:pt x="10042" y="863"/>
                  </a:lnTo>
                  <a:lnTo>
                    <a:pt x="9957" y="872"/>
                  </a:lnTo>
                  <a:cubicBezTo>
                    <a:pt x="10008" y="846"/>
                    <a:pt x="10059" y="821"/>
                    <a:pt x="10118" y="812"/>
                  </a:cubicBezTo>
                  <a:cubicBezTo>
                    <a:pt x="10077" y="799"/>
                    <a:pt x="10038" y="794"/>
                    <a:pt x="10001" y="794"/>
                  </a:cubicBezTo>
                  <a:cubicBezTo>
                    <a:pt x="9934" y="794"/>
                    <a:pt x="9873" y="809"/>
                    <a:pt x="9813" y="809"/>
                  </a:cubicBezTo>
                  <a:cubicBezTo>
                    <a:pt x="9785" y="809"/>
                    <a:pt x="9757" y="805"/>
                    <a:pt x="9729" y="795"/>
                  </a:cubicBezTo>
                  <a:lnTo>
                    <a:pt x="9746" y="795"/>
                  </a:lnTo>
                  <a:cubicBezTo>
                    <a:pt x="9509" y="787"/>
                    <a:pt x="9450" y="728"/>
                    <a:pt x="9399" y="669"/>
                  </a:cubicBezTo>
                  <a:lnTo>
                    <a:pt x="9500" y="669"/>
                  </a:lnTo>
                  <a:lnTo>
                    <a:pt x="9500" y="694"/>
                  </a:lnTo>
                  <a:cubicBezTo>
                    <a:pt x="9532" y="699"/>
                    <a:pt x="9561" y="700"/>
                    <a:pt x="9590" y="700"/>
                  </a:cubicBezTo>
                  <a:cubicBezTo>
                    <a:pt x="9689" y="700"/>
                    <a:pt x="9777" y="679"/>
                    <a:pt x="9876" y="679"/>
                  </a:cubicBezTo>
                  <a:cubicBezTo>
                    <a:pt x="9905" y="679"/>
                    <a:pt x="9935" y="681"/>
                    <a:pt x="9966" y="685"/>
                  </a:cubicBezTo>
                  <a:cubicBezTo>
                    <a:pt x="9953" y="694"/>
                    <a:pt x="9930" y="694"/>
                    <a:pt x="9911" y="694"/>
                  </a:cubicBezTo>
                  <a:cubicBezTo>
                    <a:pt x="9892" y="694"/>
                    <a:pt x="9877" y="694"/>
                    <a:pt x="9881" y="702"/>
                  </a:cubicBezTo>
                  <a:cubicBezTo>
                    <a:pt x="9888" y="703"/>
                    <a:pt x="9894" y="703"/>
                    <a:pt x="9900" y="703"/>
                  </a:cubicBezTo>
                  <a:cubicBezTo>
                    <a:pt x="9967" y="703"/>
                    <a:pt x="9983" y="671"/>
                    <a:pt x="10023" y="671"/>
                  </a:cubicBezTo>
                  <a:cubicBezTo>
                    <a:pt x="10037" y="671"/>
                    <a:pt x="10053" y="675"/>
                    <a:pt x="10076" y="685"/>
                  </a:cubicBezTo>
                  <a:cubicBezTo>
                    <a:pt x="9934" y="685"/>
                    <a:pt x="10161" y="702"/>
                    <a:pt x="10040" y="718"/>
                  </a:cubicBezTo>
                  <a:lnTo>
                    <a:pt x="10040" y="718"/>
                  </a:lnTo>
                  <a:cubicBezTo>
                    <a:pt x="10067" y="715"/>
                    <a:pt x="10094" y="714"/>
                    <a:pt x="10122" y="714"/>
                  </a:cubicBezTo>
                  <a:cubicBezTo>
                    <a:pt x="10279" y="714"/>
                    <a:pt x="10433" y="762"/>
                    <a:pt x="10532" y="762"/>
                  </a:cubicBezTo>
                  <a:cubicBezTo>
                    <a:pt x="10507" y="745"/>
                    <a:pt x="10592" y="745"/>
                    <a:pt x="10592" y="736"/>
                  </a:cubicBezTo>
                  <a:cubicBezTo>
                    <a:pt x="10626" y="745"/>
                    <a:pt x="10617" y="753"/>
                    <a:pt x="10592" y="753"/>
                  </a:cubicBezTo>
                  <a:cubicBezTo>
                    <a:pt x="10651" y="779"/>
                    <a:pt x="10659" y="795"/>
                    <a:pt x="10651" y="821"/>
                  </a:cubicBezTo>
                  <a:lnTo>
                    <a:pt x="10524" y="812"/>
                  </a:lnTo>
                  <a:lnTo>
                    <a:pt x="10524" y="812"/>
                  </a:lnTo>
                  <a:cubicBezTo>
                    <a:pt x="10566" y="821"/>
                    <a:pt x="10583" y="838"/>
                    <a:pt x="10617" y="846"/>
                  </a:cubicBezTo>
                  <a:lnTo>
                    <a:pt x="10668" y="846"/>
                  </a:lnTo>
                  <a:cubicBezTo>
                    <a:pt x="10693" y="838"/>
                    <a:pt x="10693" y="838"/>
                    <a:pt x="10693" y="821"/>
                  </a:cubicBezTo>
                  <a:cubicBezTo>
                    <a:pt x="10736" y="812"/>
                    <a:pt x="10803" y="795"/>
                    <a:pt x="10888" y="770"/>
                  </a:cubicBezTo>
                  <a:lnTo>
                    <a:pt x="11049" y="770"/>
                  </a:lnTo>
                  <a:lnTo>
                    <a:pt x="11023" y="779"/>
                  </a:lnTo>
                  <a:lnTo>
                    <a:pt x="11133" y="770"/>
                  </a:lnTo>
                  <a:lnTo>
                    <a:pt x="11133" y="770"/>
                  </a:lnTo>
                  <a:cubicBezTo>
                    <a:pt x="11108" y="795"/>
                    <a:pt x="11150" y="779"/>
                    <a:pt x="11125" y="804"/>
                  </a:cubicBezTo>
                  <a:cubicBezTo>
                    <a:pt x="11125" y="821"/>
                    <a:pt x="11184" y="821"/>
                    <a:pt x="11252" y="821"/>
                  </a:cubicBezTo>
                  <a:cubicBezTo>
                    <a:pt x="11276" y="817"/>
                    <a:pt x="11302" y="815"/>
                    <a:pt x="11329" y="815"/>
                  </a:cubicBezTo>
                  <a:cubicBezTo>
                    <a:pt x="11367" y="815"/>
                    <a:pt x="11406" y="819"/>
                    <a:pt x="11446" y="829"/>
                  </a:cubicBezTo>
                  <a:lnTo>
                    <a:pt x="11404" y="838"/>
                  </a:lnTo>
                  <a:lnTo>
                    <a:pt x="11556" y="838"/>
                  </a:lnTo>
                  <a:cubicBezTo>
                    <a:pt x="11556" y="838"/>
                    <a:pt x="11573" y="838"/>
                    <a:pt x="11556" y="846"/>
                  </a:cubicBezTo>
                  <a:lnTo>
                    <a:pt x="11421" y="998"/>
                  </a:lnTo>
                  <a:lnTo>
                    <a:pt x="11412" y="998"/>
                  </a:lnTo>
                  <a:cubicBezTo>
                    <a:pt x="11421" y="976"/>
                    <a:pt x="11421" y="966"/>
                    <a:pt x="11412" y="966"/>
                  </a:cubicBezTo>
                  <a:cubicBezTo>
                    <a:pt x="11404" y="966"/>
                    <a:pt x="11390" y="974"/>
                    <a:pt x="11370" y="990"/>
                  </a:cubicBezTo>
                  <a:cubicBezTo>
                    <a:pt x="11370" y="973"/>
                    <a:pt x="11387" y="956"/>
                    <a:pt x="11387" y="948"/>
                  </a:cubicBezTo>
                  <a:lnTo>
                    <a:pt x="11404" y="922"/>
                  </a:lnTo>
                  <a:lnTo>
                    <a:pt x="11412" y="905"/>
                  </a:lnTo>
                  <a:lnTo>
                    <a:pt x="11395" y="905"/>
                  </a:lnTo>
                  <a:cubicBezTo>
                    <a:pt x="11378" y="905"/>
                    <a:pt x="11362" y="897"/>
                    <a:pt x="11378" y="888"/>
                  </a:cubicBezTo>
                  <a:cubicBezTo>
                    <a:pt x="11446" y="888"/>
                    <a:pt x="11446" y="888"/>
                    <a:pt x="11446" y="872"/>
                  </a:cubicBezTo>
                  <a:lnTo>
                    <a:pt x="11446" y="872"/>
                  </a:lnTo>
                  <a:cubicBezTo>
                    <a:pt x="11409" y="877"/>
                    <a:pt x="11375" y="878"/>
                    <a:pt x="11343" y="878"/>
                  </a:cubicBezTo>
                  <a:cubicBezTo>
                    <a:pt x="11327" y="878"/>
                    <a:pt x="11311" y="878"/>
                    <a:pt x="11297" y="878"/>
                  </a:cubicBezTo>
                  <a:cubicBezTo>
                    <a:pt x="11254" y="878"/>
                    <a:pt x="11218" y="880"/>
                    <a:pt x="11192" y="897"/>
                  </a:cubicBezTo>
                  <a:cubicBezTo>
                    <a:pt x="11099" y="897"/>
                    <a:pt x="11175" y="888"/>
                    <a:pt x="11133" y="872"/>
                  </a:cubicBezTo>
                  <a:cubicBezTo>
                    <a:pt x="11133" y="863"/>
                    <a:pt x="11167" y="855"/>
                    <a:pt x="11209" y="846"/>
                  </a:cubicBezTo>
                  <a:lnTo>
                    <a:pt x="10913" y="846"/>
                  </a:lnTo>
                  <a:cubicBezTo>
                    <a:pt x="10888" y="880"/>
                    <a:pt x="11057" y="888"/>
                    <a:pt x="10939" y="914"/>
                  </a:cubicBezTo>
                  <a:cubicBezTo>
                    <a:pt x="10917" y="921"/>
                    <a:pt x="10890" y="952"/>
                    <a:pt x="10847" y="952"/>
                  </a:cubicBezTo>
                  <a:cubicBezTo>
                    <a:pt x="10839" y="952"/>
                    <a:pt x="10830" y="950"/>
                    <a:pt x="10820" y="948"/>
                  </a:cubicBezTo>
                  <a:cubicBezTo>
                    <a:pt x="10820" y="945"/>
                    <a:pt x="10821" y="943"/>
                    <a:pt x="10823" y="942"/>
                  </a:cubicBezTo>
                  <a:lnTo>
                    <a:pt x="10823" y="942"/>
                  </a:lnTo>
                  <a:cubicBezTo>
                    <a:pt x="10822" y="942"/>
                    <a:pt x="10821" y="942"/>
                    <a:pt x="10820" y="942"/>
                  </a:cubicBezTo>
                  <a:cubicBezTo>
                    <a:pt x="10802" y="942"/>
                    <a:pt x="10796" y="931"/>
                    <a:pt x="10769" y="931"/>
                  </a:cubicBezTo>
                  <a:cubicBezTo>
                    <a:pt x="10769" y="910"/>
                    <a:pt x="10783" y="904"/>
                    <a:pt x="10801" y="900"/>
                  </a:cubicBezTo>
                  <a:lnTo>
                    <a:pt x="10801" y="900"/>
                  </a:lnTo>
                  <a:cubicBezTo>
                    <a:pt x="10801" y="900"/>
                    <a:pt x="10802" y="900"/>
                    <a:pt x="10802" y="900"/>
                  </a:cubicBezTo>
                  <a:cubicBezTo>
                    <a:pt x="10814" y="900"/>
                    <a:pt x="10826" y="898"/>
                    <a:pt x="10838" y="896"/>
                  </a:cubicBezTo>
                  <a:lnTo>
                    <a:pt x="10838" y="896"/>
                  </a:lnTo>
                  <a:cubicBezTo>
                    <a:pt x="10825" y="898"/>
                    <a:pt x="10812" y="898"/>
                    <a:pt x="10801" y="900"/>
                  </a:cubicBezTo>
                  <a:lnTo>
                    <a:pt x="10801" y="900"/>
                  </a:lnTo>
                  <a:cubicBezTo>
                    <a:pt x="10793" y="900"/>
                    <a:pt x="10785" y="899"/>
                    <a:pt x="10778" y="897"/>
                  </a:cubicBezTo>
                  <a:lnTo>
                    <a:pt x="10786" y="888"/>
                  </a:lnTo>
                  <a:lnTo>
                    <a:pt x="10702" y="888"/>
                  </a:lnTo>
                  <a:cubicBezTo>
                    <a:pt x="10659" y="914"/>
                    <a:pt x="10761" y="897"/>
                    <a:pt x="10761" y="914"/>
                  </a:cubicBezTo>
                  <a:lnTo>
                    <a:pt x="10702" y="931"/>
                  </a:lnTo>
                  <a:cubicBezTo>
                    <a:pt x="10685" y="932"/>
                    <a:pt x="10668" y="933"/>
                    <a:pt x="10651" y="933"/>
                  </a:cubicBezTo>
                  <a:cubicBezTo>
                    <a:pt x="10567" y="933"/>
                    <a:pt x="10483" y="915"/>
                    <a:pt x="10406" y="880"/>
                  </a:cubicBezTo>
                  <a:cubicBezTo>
                    <a:pt x="10389" y="877"/>
                    <a:pt x="10378" y="875"/>
                    <a:pt x="10369" y="875"/>
                  </a:cubicBezTo>
                  <a:cubicBezTo>
                    <a:pt x="10332" y="875"/>
                    <a:pt x="10350" y="900"/>
                    <a:pt x="10329" y="914"/>
                  </a:cubicBezTo>
                  <a:cubicBezTo>
                    <a:pt x="10319" y="917"/>
                    <a:pt x="10309" y="919"/>
                    <a:pt x="10299" y="919"/>
                  </a:cubicBezTo>
                  <a:cubicBezTo>
                    <a:pt x="10266" y="919"/>
                    <a:pt x="10236" y="904"/>
                    <a:pt x="10203" y="904"/>
                  </a:cubicBezTo>
                  <a:cubicBezTo>
                    <a:pt x="10197" y="904"/>
                    <a:pt x="10191" y="904"/>
                    <a:pt x="10186" y="905"/>
                  </a:cubicBezTo>
                  <a:cubicBezTo>
                    <a:pt x="10186" y="931"/>
                    <a:pt x="10126" y="922"/>
                    <a:pt x="10126" y="948"/>
                  </a:cubicBezTo>
                  <a:lnTo>
                    <a:pt x="10050" y="939"/>
                  </a:lnTo>
                  <a:lnTo>
                    <a:pt x="10050" y="939"/>
                  </a:lnTo>
                  <a:cubicBezTo>
                    <a:pt x="10000" y="973"/>
                    <a:pt x="10143" y="956"/>
                    <a:pt x="10160" y="973"/>
                  </a:cubicBezTo>
                  <a:cubicBezTo>
                    <a:pt x="10181" y="994"/>
                    <a:pt x="10167" y="996"/>
                    <a:pt x="10150" y="996"/>
                  </a:cubicBezTo>
                  <a:cubicBezTo>
                    <a:pt x="10145" y="996"/>
                    <a:pt x="10141" y="996"/>
                    <a:pt x="10137" y="996"/>
                  </a:cubicBezTo>
                  <a:cubicBezTo>
                    <a:pt x="10125" y="996"/>
                    <a:pt x="10117" y="997"/>
                    <a:pt x="10126" y="1007"/>
                  </a:cubicBezTo>
                  <a:cubicBezTo>
                    <a:pt x="10194" y="1007"/>
                    <a:pt x="10194" y="982"/>
                    <a:pt x="10228" y="982"/>
                  </a:cubicBezTo>
                  <a:cubicBezTo>
                    <a:pt x="10262" y="982"/>
                    <a:pt x="10279" y="990"/>
                    <a:pt x="10279" y="1007"/>
                  </a:cubicBezTo>
                  <a:cubicBezTo>
                    <a:pt x="10260" y="1002"/>
                    <a:pt x="10246" y="1000"/>
                    <a:pt x="10236" y="1000"/>
                  </a:cubicBezTo>
                  <a:cubicBezTo>
                    <a:pt x="10199" y="1000"/>
                    <a:pt x="10203" y="1025"/>
                    <a:pt x="10159" y="1025"/>
                  </a:cubicBezTo>
                  <a:cubicBezTo>
                    <a:pt x="10155" y="1025"/>
                    <a:pt x="10149" y="1024"/>
                    <a:pt x="10143" y="1024"/>
                  </a:cubicBezTo>
                  <a:lnTo>
                    <a:pt x="10143" y="1015"/>
                  </a:lnTo>
                  <a:cubicBezTo>
                    <a:pt x="10143" y="1021"/>
                    <a:pt x="10138" y="1024"/>
                    <a:pt x="10129" y="1026"/>
                  </a:cubicBezTo>
                  <a:lnTo>
                    <a:pt x="10129" y="1026"/>
                  </a:lnTo>
                  <a:cubicBezTo>
                    <a:pt x="10076" y="1024"/>
                    <a:pt x="10024" y="1022"/>
                    <a:pt x="9972" y="1019"/>
                  </a:cubicBezTo>
                  <a:lnTo>
                    <a:pt x="9972" y="1019"/>
                  </a:lnTo>
                  <a:cubicBezTo>
                    <a:pt x="9975" y="1021"/>
                    <a:pt x="9979" y="1022"/>
                    <a:pt x="9983" y="1024"/>
                  </a:cubicBezTo>
                  <a:cubicBezTo>
                    <a:pt x="9989" y="1023"/>
                    <a:pt x="9998" y="1022"/>
                    <a:pt x="10007" y="1022"/>
                  </a:cubicBezTo>
                  <a:cubicBezTo>
                    <a:pt x="10037" y="1022"/>
                    <a:pt x="10078" y="1027"/>
                    <a:pt x="10107" y="1027"/>
                  </a:cubicBezTo>
                  <a:cubicBezTo>
                    <a:pt x="10116" y="1027"/>
                    <a:pt x="10123" y="1027"/>
                    <a:pt x="10129" y="1026"/>
                  </a:cubicBezTo>
                  <a:lnTo>
                    <a:pt x="10129" y="1026"/>
                  </a:lnTo>
                  <a:cubicBezTo>
                    <a:pt x="10168" y="1027"/>
                    <a:pt x="10207" y="1027"/>
                    <a:pt x="10246" y="1027"/>
                  </a:cubicBezTo>
                  <a:cubicBezTo>
                    <a:pt x="10294" y="1027"/>
                    <a:pt x="10342" y="1026"/>
                    <a:pt x="10389" y="1024"/>
                  </a:cubicBezTo>
                  <a:lnTo>
                    <a:pt x="10389" y="1024"/>
                  </a:lnTo>
                  <a:lnTo>
                    <a:pt x="10338" y="1041"/>
                  </a:lnTo>
                  <a:cubicBezTo>
                    <a:pt x="10382" y="1057"/>
                    <a:pt x="10414" y="1064"/>
                    <a:pt x="10439" y="1064"/>
                  </a:cubicBezTo>
                  <a:cubicBezTo>
                    <a:pt x="10514" y="1064"/>
                    <a:pt x="10524" y="1005"/>
                    <a:pt x="10600" y="998"/>
                  </a:cubicBezTo>
                  <a:lnTo>
                    <a:pt x="10600" y="998"/>
                  </a:lnTo>
                  <a:cubicBezTo>
                    <a:pt x="10558" y="1007"/>
                    <a:pt x="10575" y="1015"/>
                    <a:pt x="10609" y="1024"/>
                  </a:cubicBezTo>
                  <a:lnTo>
                    <a:pt x="10642" y="1024"/>
                  </a:lnTo>
                  <a:lnTo>
                    <a:pt x="10651" y="1032"/>
                  </a:lnTo>
                  <a:cubicBezTo>
                    <a:pt x="10659" y="1032"/>
                    <a:pt x="10668" y="1041"/>
                    <a:pt x="10676" y="1049"/>
                  </a:cubicBezTo>
                  <a:cubicBezTo>
                    <a:pt x="10711" y="1021"/>
                    <a:pt x="10758" y="1005"/>
                    <a:pt x="10807" y="1005"/>
                  </a:cubicBezTo>
                  <a:cubicBezTo>
                    <a:pt x="10817" y="1005"/>
                    <a:pt x="10827" y="1005"/>
                    <a:pt x="10837" y="1007"/>
                  </a:cubicBezTo>
                  <a:cubicBezTo>
                    <a:pt x="10829" y="1032"/>
                    <a:pt x="10786" y="1075"/>
                    <a:pt x="10812" y="1075"/>
                  </a:cubicBezTo>
                  <a:lnTo>
                    <a:pt x="10862" y="1058"/>
                  </a:lnTo>
                  <a:cubicBezTo>
                    <a:pt x="10868" y="1060"/>
                    <a:pt x="10877" y="1060"/>
                    <a:pt x="10886" y="1060"/>
                  </a:cubicBezTo>
                  <a:cubicBezTo>
                    <a:pt x="10903" y="1060"/>
                    <a:pt x="10923" y="1058"/>
                    <a:pt x="10937" y="1058"/>
                  </a:cubicBezTo>
                  <a:cubicBezTo>
                    <a:pt x="10950" y="1058"/>
                    <a:pt x="10959" y="1060"/>
                    <a:pt x="10955" y="1066"/>
                  </a:cubicBezTo>
                  <a:lnTo>
                    <a:pt x="10947" y="1066"/>
                  </a:lnTo>
                  <a:cubicBezTo>
                    <a:pt x="10949" y="1067"/>
                    <a:pt x="10951" y="1067"/>
                    <a:pt x="10954" y="1067"/>
                  </a:cubicBezTo>
                  <a:cubicBezTo>
                    <a:pt x="10979" y="1067"/>
                    <a:pt x="11037" y="1040"/>
                    <a:pt x="11015" y="1032"/>
                  </a:cubicBezTo>
                  <a:lnTo>
                    <a:pt x="11091" y="1024"/>
                  </a:lnTo>
                  <a:lnTo>
                    <a:pt x="11074" y="1032"/>
                  </a:lnTo>
                  <a:cubicBezTo>
                    <a:pt x="11081" y="1030"/>
                    <a:pt x="11087" y="1029"/>
                    <a:pt x="11090" y="1029"/>
                  </a:cubicBezTo>
                  <a:cubicBezTo>
                    <a:pt x="11099" y="1029"/>
                    <a:pt x="11099" y="1035"/>
                    <a:pt x="11099" y="1041"/>
                  </a:cubicBezTo>
                  <a:cubicBezTo>
                    <a:pt x="11108" y="1049"/>
                    <a:pt x="11108" y="1058"/>
                    <a:pt x="11108" y="1066"/>
                  </a:cubicBezTo>
                  <a:cubicBezTo>
                    <a:pt x="11116" y="1100"/>
                    <a:pt x="11099" y="1134"/>
                    <a:pt x="11082" y="1159"/>
                  </a:cubicBezTo>
                  <a:cubicBezTo>
                    <a:pt x="11080" y="1158"/>
                    <a:pt x="11077" y="1157"/>
                    <a:pt x="11073" y="1157"/>
                  </a:cubicBezTo>
                  <a:cubicBezTo>
                    <a:pt x="11050" y="1157"/>
                    <a:pt x="11006" y="1186"/>
                    <a:pt x="10992" y="1186"/>
                  </a:cubicBezTo>
                  <a:cubicBezTo>
                    <a:pt x="10985" y="1186"/>
                    <a:pt x="10985" y="1179"/>
                    <a:pt x="10998" y="1159"/>
                  </a:cubicBezTo>
                  <a:cubicBezTo>
                    <a:pt x="10999" y="1162"/>
                    <a:pt x="11002" y="1164"/>
                    <a:pt x="11006" y="1164"/>
                  </a:cubicBezTo>
                  <a:cubicBezTo>
                    <a:pt x="11022" y="1164"/>
                    <a:pt x="11053" y="1141"/>
                    <a:pt x="11074" y="1134"/>
                  </a:cubicBezTo>
                  <a:cubicBezTo>
                    <a:pt x="11099" y="1100"/>
                    <a:pt x="11074" y="1092"/>
                    <a:pt x="11074" y="1083"/>
                  </a:cubicBezTo>
                  <a:cubicBezTo>
                    <a:pt x="11032" y="1100"/>
                    <a:pt x="10989" y="1108"/>
                    <a:pt x="10947" y="1117"/>
                  </a:cubicBezTo>
                  <a:cubicBezTo>
                    <a:pt x="10972" y="1117"/>
                    <a:pt x="10947" y="1159"/>
                    <a:pt x="10922" y="1193"/>
                  </a:cubicBezTo>
                  <a:cubicBezTo>
                    <a:pt x="10905" y="1227"/>
                    <a:pt x="10888" y="1261"/>
                    <a:pt x="10922" y="1269"/>
                  </a:cubicBezTo>
                  <a:cubicBezTo>
                    <a:pt x="10896" y="1303"/>
                    <a:pt x="10871" y="1337"/>
                    <a:pt x="10845" y="1371"/>
                  </a:cubicBezTo>
                  <a:lnTo>
                    <a:pt x="10820" y="1405"/>
                  </a:lnTo>
                  <a:lnTo>
                    <a:pt x="10786" y="1447"/>
                  </a:lnTo>
                  <a:cubicBezTo>
                    <a:pt x="10761" y="1472"/>
                    <a:pt x="10736" y="1498"/>
                    <a:pt x="10710" y="1523"/>
                  </a:cubicBezTo>
                  <a:cubicBezTo>
                    <a:pt x="10716" y="1523"/>
                    <a:pt x="10725" y="1519"/>
                    <a:pt x="10731" y="1519"/>
                  </a:cubicBezTo>
                  <a:cubicBezTo>
                    <a:pt x="10734" y="1519"/>
                    <a:pt x="10736" y="1520"/>
                    <a:pt x="10736" y="1523"/>
                  </a:cubicBezTo>
                  <a:lnTo>
                    <a:pt x="10626" y="1599"/>
                  </a:lnTo>
                  <a:lnTo>
                    <a:pt x="10642" y="1574"/>
                  </a:lnTo>
                  <a:lnTo>
                    <a:pt x="10566" y="1616"/>
                  </a:lnTo>
                  <a:cubicBezTo>
                    <a:pt x="10549" y="1616"/>
                    <a:pt x="10575" y="1574"/>
                    <a:pt x="10583" y="1557"/>
                  </a:cubicBezTo>
                  <a:cubicBezTo>
                    <a:pt x="10594" y="1546"/>
                    <a:pt x="10604" y="1539"/>
                    <a:pt x="10609" y="1539"/>
                  </a:cubicBezTo>
                  <a:cubicBezTo>
                    <a:pt x="10611" y="1539"/>
                    <a:pt x="10612" y="1542"/>
                    <a:pt x="10609" y="1548"/>
                  </a:cubicBezTo>
                  <a:cubicBezTo>
                    <a:pt x="10619" y="1527"/>
                    <a:pt x="10621" y="1520"/>
                    <a:pt x="10617" y="1520"/>
                  </a:cubicBezTo>
                  <a:cubicBezTo>
                    <a:pt x="10610" y="1520"/>
                    <a:pt x="10578" y="1555"/>
                    <a:pt x="10568" y="1555"/>
                  </a:cubicBezTo>
                  <a:cubicBezTo>
                    <a:pt x="10564" y="1555"/>
                    <a:pt x="10563" y="1551"/>
                    <a:pt x="10566" y="1540"/>
                  </a:cubicBezTo>
                  <a:cubicBezTo>
                    <a:pt x="10583" y="1523"/>
                    <a:pt x="10600" y="1506"/>
                    <a:pt x="10609" y="1489"/>
                  </a:cubicBezTo>
                  <a:lnTo>
                    <a:pt x="10609" y="1489"/>
                  </a:lnTo>
                  <a:cubicBezTo>
                    <a:pt x="10532" y="1548"/>
                    <a:pt x="10532" y="1616"/>
                    <a:pt x="10456" y="1633"/>
                  </a:cubicBezTo>
                  <a:cubicBezTo>
                    <a:pt x="10431" y="1709"/>
                    <a:pt x="10380" y="1777"/>
                    <a:pt x="10313" y="1827"/>
                  </a:cubicBezTo>
                  <a:cubicBezTo>
                    <a:pt x="10315" y="1823"/>
                    <a:pt x="10315" y="1821"/>
                    <a:pt x="10315" y="1821"/>
                  </a:cubicBezTo>
                  <a:lnTo>
                    <a:pt x="10315" y="1821"/>
                  </a:lnTo>
                  <a:cubicBezTo>
                    <a:pt x="10311" y="1821"/>
                    <a:pt x="10279" y="1862"/>
                    <a:pt x="10267" y="1862"/>
                  </a:cubicBezTo>
                  <a:cubicBezTo>
                    <a:pt x="10262" y="1862"/>
                    <a:pt x="10260" y="1857"/>
                    <a:pt x="10262" y="1844"/>
                  </a:cubicBezTo>
                  <a:lnTo>
                    <a:pt x="10262" y="1844"/>
                  </a:lnTo>
                  <a:cubicBezTo>
                    <a:pt x="10252" y="1869"/>
                    <a:pt x="10224" y="1894"/>
                    <a:pt x="10203" y="1916"/>
                  </a:cubicBezTo>
                  <a:lnTo>
                    <a:pt x="10203" y="1916"/>
                  </a:lnTo>
                  <a:cubicBezTo>
                    <a:pt x="10213" y="1907"/>
                    <a:pt x="10225" y="1899"/>
                    <a:pt x="10236" y="1895"/>
                  </a:cubicBezTo>
                  <a:lnTo>
                    <a:pt x="10236" y="1895"/>
                  </a:lnTo>
                  <a:cubicBezTo>
                    <a:pt x="10211" y="1929"/>
                    <a:pt x="10219" y="1946"/>
                    <a:pt x="10186" y="1971"/>
                  </a:cubicBezTo>
                  <a:lnTo>
                    <a:pt x="10177" y="1971"/>
                  </a:lnTo>
                  <a:cubicBezTo>
                    <a:pt x="10152" y="2030"/>
                    <a:pt x="10211" y="2039"/>
                    <a:pt x="10135" y="2115"/>
                  </a:cubicBezTo>
                  <a:cubicBezTo>
                    <a:pt x="10086" y="2168"/>
                    <a:pt x="10062" y="2188"/>
                    <a:pt x="10051" y="2188"/>
                  </a:cubicBezTo>
                  <a:cubicBezTo>
                    <a:pt x="10024" y="2188"/>
                    <a:pt x="10100" y="2047"/>
                    <a:pt x="10079" y="2047"/>
                  </a:cubicBezTo>
                  <a:cubicBezTo>
                    <a:pt x="10078" y="2047"/>
                    <a:pt x="10077" y="2047"/>
                    <a:pt x="10076" y="2047"/>
                  </a:cubicBezTo>
                  <a:cubicBezTo>
                    <a:pt x="10084" y="2064"/>
                    <a:pt x="10000" y="2166"/>
                    <a:pt x="9949" y="2191"/>
                  </a:cubicBezTo>
                  <a:lnTo>
                    <a:pt x="9949" y="2174"/>
                  </a:lnTo>
                  <a:cubicBezTo>
                    <a:pt x="9932" y="2200"/>
                    <a:pt x="9915" y="2234"/>
                    <a:pt x="9881" y="2242"/>
                  </a:cubicBezTo>
                  <a:cubicBezTo>
                    <a:pt x="9890" y="2276"/>
                    <a:pt x="9890" y="2310"/>
                    <a:pt x="9881" y="2343"/>
                  </a:cubicBezTo>
                  <a:lnTo>
                    <a:pt x="9788" y="2428"/>
                  </a:lnTo>
                  <a:lnTo>
                    <a:pt x="9788" y="2428"/>
                  </a:lnTo>
                  <a:lnTo>
                    <a:pt x="9797" y="2403"/>
                  </a:lnTo>
                  <a:lnTo>
                    <a:pt x="9797" y="2403"/>
                  </a:lnTo>
                  <a:cubicBezTo>
                    <a:pt x="9788" y="2428"/>
                    <a:pt x="9763" y="2445"/>
                    <a:pt x="9746" y="2462"/>
                  </a:cubicBezTo>
                  <a:cubicBezTo>
                    <a:pt x="9729" y="2453"/>
                    <a:pt x="9754" y="2437"/>
                    <a:pt x="9780" y="2403"/>
                  </a:cubicBezTo>
                  <a:cubicBezTo>
                    <a:pt x="9754" y="2403"/>
                    <a:pt x="9737" y="2420"/>
                    <a:pt x="9729" y="2453"/>
                  </a:cubicBezTo>
                  <a:lnTo>
                    <a:pt x="9737" y="2445"/>
                  </a:lnTo>
                  <a:lnTo>
                    <a:pt x="9737" y="2445"/>
                  </a:lnTo>
                  <a:cubicBezTo>
                    <a:pt x="9724" y="2465"/>
                    <a:pt x="9677" y="2535"/>
                    <a:pt x="9699" y="2535"/>
                  </a:cubicBezTo>
                  <a:cubicBezTo>
                    <a:pt x="9705" y="2535"/>
                    <a:pt x="9714" y="2531"/>
                    <a:pt x="9729" y="2521"/>
                  </a:cubicBezTo>
                  <a:lnTo>
                    <a:pt x="9729" y="2521"/>
                  </a:lnTo>
                  <a:cubicBezTo>
                    <a:pt x="9687" y="2580"/>
                    <a:pt x="9644" y="2563"/>
                    <a:pt x="9610" y="2606"/>
                  </a:cubicBezTo>
                  <a:cubicBezTo>
                    <a:pt x="9602" y="2589"/>
                    <a:pt x="9627" y="2563"/>
                    <a:pt x="9602" y="2563"/>
                  </a:cubicBezTo>
                  <a:cubicBezTo>
                    <a:pt x="9568" y="2589"/>
                    <a:pt x="9543" y="2614"/>
                    <a:pt x="9517" y="2640"/>
                  </a:cubicBezTo>
                  <a:cubicBezTo>
                    <a:pt x="9523" y="2637"/>
                    <a:pt x="9527" y="2635"/>
                    <a:pt x="9530" y="2635"/>
                  </a:cubicBezTo>
                  <a:cubicBezTo>
                    <a:pt x="9537" y="2635"/>
                    <a:pt x="9534" y="2645"/>
                    <a:pt x="9541" y="2645"/>
                  </a:cubicBezTo>
                  <a:cubicBezTo>
                    <a:pt x="9545" y="2645"/>
                    <a:pt x="9553" y="2641"/>
                    <a:pt x="9568" y="2631"/>
                  </a:cubicBezTo>
                  <a:lnTo>
                    <a:pt x="9568" y="2631"/>
                  </a:lnTo>
                  <a:cubicBezTo>
                    <a:pt x="9560" y="2656"/>
                    <a:pt x="9517" y="2690"/>
                    <a:pt x="9526" y="2699"/>
                  </a:cubicBezTo>
                  <a:cubicBezTo>
                    <a:pt x="9534" y="2682"/>
                    <a:pt x="9551" y="2665"/>
                    <a:pt x="9577" y="2656"/>
                  </a:cubicBezTo>
                  <a:lnTo>
                    <a:pt x="9577" y="2656"/>
                  </a:lnTo>
                  <a:cubicBezTo>
                    <a:pt x="9534" y="2707"/>
                    <a:pt x="9475" y="2750"/>
                    <a:pt x="9424" y="2775"/>
                  </a:cubicBezTo>
                  <a:cubicBezTo>
                    <a:pt x="9424" y="2766"/>
                    <a:pt x="9424" y="2766"/>
                    <a:pt x="9424" y="2758"/>
                  </a:cubicBezTo>
                  <a:cubicBezTo>
                    <a:pt x="9382" y="2834"/>
                    <a:pt x="9280" y="2910"/>
                    <a:pt x="9255" y="2969"/>
                  </a:cubicBezTo>
                  <a:lnTo>
                    <a:pt x="9280" y="2961"/>
                  </a:lnTo>
                  <a:cubicBezTo>
                    <a:pt x="9289" y="2936"/>
                    <a:pt x="9314" y="2919"/>
                    <a:pt x="9340" y="2910"/>
                  </a:cubicBezTo>
                  <a:lnTo>
                    <a:pt x="9340" y="2910"/>
                  </a:lnTo>
                  <a:cubicBezTo>
                    <a:pt x="9319" y="2936"/>
                    <a:pt x="9331" y="2936"/>
                    <a:pt x="9344" y="2936"/>
                  </a:cubicBezTo>
                  <a:cubicBezTo>
                    <a:pt x="9357" y="2936"/>
                    <a:pt x="9369" y="2936"/>
                    <a:pt x="9348" y="2961"/>
                  </a:cubicBezTo>
                  <a:cubicBezTo>
                    <a:pt x="9289" y="3029"/>
                    <a:pt x="9196" y="3054"/>
                    <a:pt x="9179" y="3113"/>
                  </a:cubicBezTo>
                  <a:cubicBezTo>
                    <a:pt x="9255" y="3063"/>
                    <a:pt x="9357" y="3003"/>
                    <a:pt x="9374" y="2969"/>
                  </a:cubicBezTo>
                  <a:lnTo>
                    <a:pt x="9374" y="2969"/>
                  </a:lnTo>
                  <a:lnTo>
                    <a:pt x="9331" y="3003"/>
                  </a:lnTo>
                  <a:lnTo>
                    <a:pt x="9407" y="2885"/>
                  </a:lnTo>
                  <a:cubicBezTo>
                    <a:pt x="9408" y="2885"/>
                    <a:pt x="9408" y="2885"/>
                    <a:pt x="9409" y="2885"/>
                  </a:cubicBezTo>
                  <a:cubicBezTo>
                    <a:pt x="9421" y="2885"/>
                    <a:pt x="9473" y="2823"/>
                    <a:pt x="9495" y="2823"/>
                  </a:cubicBezTo>
                  <a:cubicBezTo>
                    <a:pt x="9497" y="2823"/>
                    <a:pt x="9499" y="2824"/>
                    <a:pt x="9500" y="2826"/>
                  </a:cubicBezTo>
                  <a:cubicBezTo>
                    <a:pt x="9467" y="2860"/>
                    <a:pt x="9441" y="2885"/>
                    <a:pt x="9416" y="2910"/>
                  </a:cubicBezTo>
                  <a:cubicBezTo>
                    <a:pt x="9416" y="2911"/>
                    <a:pt x="9417" y="2911"/>
                    <a:pt x="9418" y="2911"/>
                  </a:cubicBezTo>
                  <a:cubicBezTo>
                    <a:pt x="9433" y="2911"/>
                    <a:pt x="9511" y="2841"/>
                    <a:pt x="9551" y="2809"/>
                  </a:cubicBezTo>
                  <a:lnTo>
                    <a:pt x="9551" y="2809"/>
                  </a:lnTo>
                  <a:lnTo>
                    <a:pt x="9500" y="2843"/>
                  </a:lnTo>
                  <a:cubicBezTo>
                    <a:pt x="9560" y="2758"/>
                    <a:pt x="9670" y="2673"/>
                    <a:pt x="9737" y="2597"/>
                  </a:cubicBezTo>
                  <a:lnTo>
                    <a:pt x="9737" y="2597"/>
                  </a:lnTo>
                  <a:cubicBezTo>
                    <a:pt x="9726" y="2612"/>
                    <a:pt x="9724" y="2618"/>
                    <a:pt x="9728" y="2618"/>
                  </a:cubicBezTo>
                  <a:cubicBezTo>
                    <a:pt x="9738" y="2618"/>
                    <a:pt x="9786" y="2581"/>
                    <a:pt x="9798" y="2581"/>
                  </a:cubicBezTo>
                  <a:cubicBezTo>
                    <a:pt x="9803" y="2581"/>
                    <a:pt x="9803" y="2585"/>
                    <a:pt x="9797" y="2597"/>
                  </a:cubicBezTo>
                  <a:cubicBezTo>
                    <a:pt x="9780" y="2631"/>
                    <a:pt x="9737" y="2640"/>
                    <a:pt x="9754" y="2640"/>
                  </a:cubicBezTo>
                  <a:cubicBezTo>
                    <a:pt x="9756" y="2644"/>
                    <a:pt x="9758" y="2645"/>
                    <a:pt x="9760" y="2645"/>
                  </a:cubicBezTo>
                  <a:cubicBezTo>
                    <a:pt x="9773" y="2645"/>
                    <a:pt x="9802" y="2597"/>
                    <a:pt x="9830" y="2597"/>
                  </a:cubicBezTo>
                  <a:cubicBezTo>
                    <a:pt x="9823" y="2583"/>
                    <a:pt x="9878" y="2524"/>
                    <a:pt x="9856" y="2524"/>
                  </a:cubicBezTo>
                  <a:cubicBezTo>
                    <a:pt x="9853" y="2524"/>
                    <a:pt x="9847" y="2526"/>
                    <a:pt x="9839" y="2530"/>
                  </a:cubicBezTo>
                  <a:cubicBezTo>
                    <a:pt x="9873" y="2513"/>
                    <a:pt x="9915" y="2445"/>
                    <a:pt x="9957" y="2428"/>
                  </a:cubicBezTo>
                  <a:cubicBezTo>
                    <a:pt x="9923" y="2411"/>
                    <a:pt x="10008" y="2352"/>
                    <a:pt x="10008" y="2335"/>
                  </a:cubicBezTo>
                  <a:cubicBezTo>
                    <a:pt x="10025" y="2318"/>
                    <a:pt x="10042" y="2310"/>
                    <a:pt x="10059" y="2310"/>
                  </a:cubicBezTo>
                  <a:cubicBezTo>
                    <a:pt x="10033" y="2343"/>
                    <a:pt x="10008" y="2386"/>
                    <a:pt x="9974" y="2437"/>
                  </a:cubicBezTo>
                  <a:cubicBezTo>
                    <a:pt x="9957" y="2445"/>
                    <a:pt x="9923" y="2470"/>
                    <a:pt x="9940" y="2470"/>
                  </a:cubicBezTo>
                  <a:lnTo>
                    <a:pt x="9940" y="2479"/>
                  </a:lnTo>
                  <a:cubicBezTo>
                    <a:pt x="9881" y="2572"/>
                    <a:pt x="9813" y="2665"/>
                    <a:pt x="9780" y="2707"/>
                  </a:cubicBezTo>
                  <a:lnTo>
                    <a:pt x="9788" y="2682"/>
                  </a:lnTo>
                  <a:lnTo>
                    <a:pt x="9788" y="2682"/>
                  </a:lnTo>
                  <a:cubicBezTo>
                    <a:pt x="9754" y="2758"/>
                    <a:pt x="9661" y="2792"/>
                    <a:pt x="9619" y="2868"/>
                  </a:cubicBezTo>
                  <a:cubicBezTo>
                    <a:pt x="9619" y="2868"/>
                    <a:pt x="9619" y="2860"/>
                    <a:pt x="9616" y="2860"/>
                  </a:cubicBezTo>
                  <a:cubicBezTo>
                    <a:pt x="9615" y="2860"/>
                    <a:pt x="9613" y="2862"/>
                    <a:pt x="9610" y="2868"/>
                  </a:cubicBezTo>
                  <a:cubicBezTo>
                    <a:pt x="9548" y="2912"/>
                    <a:pt x="9532" y="2960"/>
                    <a:pt x="9493" y="2996"/>
                  </a:cubicBezTo>
                  <a:lnTo>
                    <a:pt x="9493" y="2996"/>
                  </a:lnTo>
                  <a:cubicBezTo>
                    <a:pt x="9506" y="2984"/>
                    <a:pt x="9520" y="2973"/>
                    <a:pt x="9534" y="2961"/>
                  </a:cubicBezTo>
                  <a:lnTo>
                    <a:pt x="9534" y="2961"/>
                  </a:lnTo>
                  <a:cubicBezTo>
                    <a:pt x="9517" y="3003"/>
                    <a:pt x="9484" y="3037"/>
                    <a:pt x="9450" y="3063"/>
                  </a:cubicBezTo>
                  <a:lnTo>
                    <a:pt x="9467" y="3088"/>
                  </a:lnTo>
                  <a:cubicBezTo>
                    <a:pt x="9441" y="3147"/>
                    <a:pt x="9374" y="3147"/>
                    <a:pt x="9348" y="3198"/>
                  </a:cubicBezTo>
                  <a:lnTo>
                    <a:pt x="9407" y="3173"/>
                  </a:lnTo>
                  <a:lnTo>
                    <a:pt x="9407" y="3181"/>
                  </a:lnTo>
                  <a:cubicBezTo>
                    <a:pt x="9424" y="3173"/>
                    <a:pt x="9433" y="3156"/>
                    <a:pt x="9441" y="3139"/>
                  </a:cubicBezTo>
                  <a:cubicBezTo>
                    <a:pt x="9478" y="3094"/>
                    <a:pt x="9522" y="3069"/>
                    <a:pt x="9571" y="3069"/>
                  </a:cubicBezTo>
                  <a:cubicBezTo>
                    <a:pt x="9579" y="3069"/>
                    <a:pt x="9586" y="3070"/>
                    <a:pt x="9593" y="3071"/>
                  </a:cubicBezTo>
                  <a:cubicBezTo>
                    <a:pt x="9601" y="3067"/>
                    <a:pt x="9606" y="3065"/>
                    <a:pt x="9609" y="3065"/>
                  </a:cubicBezTo>
                  <a:cubicBezTo>
                    <a:pt x="9626" y="3065"/>
                    <a:pt x="9605" y="3106"/>
                    <a:pt x="9619" y="3113"/>
                  </a:cubicBezTo>
                  <a:cubicBezTo>
                    <a:pt x="9670" y="3071"/>
                    <a:pt x="9644" y="3046"/>
                    <a:pt x="9695" y="2995"/>
                  </a:cubicBezTo>
                  <a:cubicBezTo>
                    <a:pt x="9700" y="2993"/>
                    <a:pt x="9703" y="2993"/>
                    <a:pt x="9706" y="2993"/>
                  </a:cubicBezTo>
                  <a:cubicBezTo>
                    <a:pt x="9712" y="2993"/>
                    <a:pt x="9713" y="2996"/>
                    <a:pt x="9711" y="3000"/>
                  </a:cubicBezTo>
                  <a:lnTo>
                    <a:pt x="9711" y="3000"/>
                  </a:lnTo>
                  <a:lnTo>
                    <a:pt x="9737" y="2961"/>
                  </a:lnTo>
                  <a:cubicBezTo>
                    <a:pt x="9738" y="2961"/>
                    <a:pt x="9738" y="2962"/>
                    <a:pt x="9739" y="2962"/>
                  </a:cubicBezTo>
                  <a:cubicBezTo>
                    <a:pt x="9751" y="2962"/>
                    <a:pt x="9794" y="2930"/>
                    <a:pt x="9805" y="2930"/>
                  </a:cubicBezTo>
                  <a:cubicBezTo>
                    <a:pt x="9810" y="2930"/>
                    <a:pt x="9809" y="2936"/>
                    <a:pt x="9797" y="2953"/>
                  </a:cubicBezTo>
                  <a:lnTo>
                    <a:pt x="9763" y="2986"/>
                  </a:lnTo>
                  <a:cubicBezTo>
                    <a:pt x="9843" y="2943"/>
                    <a:pt x="9961" y="2861"/>
                    <a:pt x="10003" y="2861"/>
                  </a:cubicBezTo>
                  <a:cubicBezTo>
                    <a:pt x="10009" y="2861"/>
                    <a:pt x="10014" y="2863"/>
                    <a:pt x="10016" y="2868"/>
                  </a:cubicBezTo>
                  <a:cubicBezTo>
                    <a:pt x="10059" y="2834"/>
                    <a:pt x="10042" y="2834"/>
                    <a:pt x="10110" y="2783"/>
                  </a:cubicBezTo>
                  <a:cubicBezTo>
                    <a:pt x="10126" y="2741"/>
                    <a:pt x="10076" y="2750"/>
                    <a:pt x="10135" y="2673"/>
                  </a:cubicBezTo>
                  <a:lnTo>
                    <a:pt x="10135" y="2673"/>
                  </a:lnTo>
                  <a:lnTo>
                    <a:pt x="10076" y="2716"/>
                  </a:lnTo>
                  <a:cubicBezTo>
                    <a:pt x="10067" y="2733"/>
                    <a:pt x="10059" y="2741"/>
                    <a:pt x="10050" y="2758"/>
                  </a:cubicBezTo>
                  <a:lnTo>
                    <a:pt x="10110" y="2707"/>
                  </a:lnTo>
                  <a:lnTo>
                    <a:pt x="10110" y="2707"/>
                  </a:lnTo>
                  <a:cubicBezTo>
                    <a:pt x="10076" y="2741"/>
                    <a:pt x="10093" y="2750"/>
                    <a:pt x="10093" y="2775"/>
                  </a:cubicBezTo>
                  <a:cubicBezTo>
                    <a:pt x="10042" y="2817"/>
                    <a:pt x="9974" y="2851"/>
                    <a:pt x="9906" y="2876"/>
                  </a:cubicBezTo>
                  <a:cubicBezTo>
                    <a:pt x="9923" y="2843"/>
                    <a:pt x="9974" y="2800"/>
                    <a:pt x="9932" y="2800"/>
                  </a:cubicBezTo>
                  <a:cubicBezTo>
                    <a:pt x="10000" y="2775"/>
                    <a:pt x="9974" y="2733"/>
                    <a:pt x="10042" y="2707"/>
                  </a:cubicBezTo>
                  <a:lnTo>
                    <a:pt x="10042" y="2724"/>
                  </a:lnTo>
                  <a:cubicBezTo>
                    <a:pt x="10067" y="2665"/>
                    <a:pt x="10093" y="2682"/>
                    <a:pt x="10118" y="2640"/>
                  </a:cubicBezTo>
                  <a:lnTo>
                    <a:pt x="10126" y="2640"/>
                  </a:lnTo>
                  <a:cubicBezTo>
                    <a:pt x="10154" y="2605"/>
                    <a:pt x="10153" y="2600"/>
                    <a:pt x="10147" y="2600"/>
                  </a:cubicBezTo>
                  <a:cubicBezTo>
                    <a:pt x="10145" y="2600"/>
                    <a:pt x="10141" y="2601"/>
                    <a:pt x="10139" y="2601"/>
                  </a:cubicBezTo>
                  <a:cubicBezTo>
                    <a:pt x="10131" y="2601"/>
                    <a:pt x="10126" y="2595"/>
                    <a:pt x="10152" y="2555"/>
                  </a:cubicBezTo>
                  <a:cubicBezTo>
                    <a:pt x="10171" y="2538"/>
                    <a:pt x="10183" y="2532"/>
                    <a:pt x="10192" y="2532"/>
                  </a:cubicBezTo>
                  <a:cubicBezTo>
                    <a:pt x="10212" y="2532"/>
                    <a:pt x="10210" y="2564"/>
                    <a:pt x="10224" y="2564"/>
                  </a:cubicBezTo>
                  <a:cubicBezTo>
                    <a:pt x="10225" y="2564"/>
                    <a:pt x="10227" y="2564"/>
                    <a:pt x="10228" y="2563"/>
                  </a:cubicBezTo>
                  <a:lnTo>
                    <a:pt x="10228" y="2563"/>
                  </a:lnTo>
                  <a:cubicBezTo>
                    <a:pt x="10143" y="2690"/>
                    <a:pt x="10270" y="2597"/>
                    <a:pt x="10160" y="2724"/>
                  </a:cubicBezTo>
                  <a:cubicBezTo>
                    <a:pt x="10166" y="2732"/>
                    <a:pt x="10174" y="2736"/>
                    <a:pt x="10183" y="2736"/>
                  </a:cubicBezTo>
                  <a:cubicBezTo>
                    <a:pt x="10211" y="2736"/>
                    <a:pt x="10253" y="2699"/>
                    <a:pt x="10304" y="2648"/>
                  </a:cubicBezTo>
                  <a:lnTo>
                    <a:pt x="10304" y="2648"/>
                  </a:lnTo>
                  <a:cubicBezTo>
                    <a:pt x="10295" y="2653"/>
                    <a:pt x="10288" y="2656"/>
                    <a:pt x="10283" y="2656"/>
                  </a:cubicBezTo>
                  <a:cubicBezTo>
                    <a:pt x="10261" y="2656"/>
                    <a:pt x="10270" y="2615"/>
                    <a:pt x="10244" y="2615"/>
                  </a:cubicBezTo>
                  <a:cubicBezTo>
                    <a:pt x="10238" y="2615"/>
                    <a:pt x="10230" y="2617"/>
                    <a:pt x="10219" y="2623"/>
                  </a:cubicBezTo>
                  <a:cubicBezTo>
                    <a:pt x="10304" y="2521"/>
                    <a:pt x="10245" y="2470"/>
                    <a:pt x="10372" y="2394"/>
                  </a:cubicBezTo>
                  <a:lnTo>
                    <a:pt x="10372" y="2403"/>
                  </a:lnTo>
                  <a:lnTo>
                    <a:pt x="10397" y="2343"/>
                  </a:lnTo>
                  <a:lnTo>
                    <a:pt x="10465" y="2293"/>
                  </a:lnTo>
                  <a:lnTo>
                    <a:pt x="10465" y="2293"/>
                  </a:lnTo>
                  <a:cubicBezTo>
                    <a:pt x="10456" y="2360"/>
                    <a:pt x="10397" y="2386"/>
                    <a:pt x="10389" y="2428"/>
                  </a:cubicBezTo>
                  <a:lnTo>
                    <a:pt x="10389" y="2428"/>
                  </a:lnTo>
                  <a:cubicBezTo>
                    <a:pt x="10482" y="2386"/>
                    <a:pt x="10456" y="2310"/>
                    <a:pt x="10541" y="2234"/>
                  </a:cubicBezTo>
                  <a:cubicBezTo>
                    <a:pt x="10554" y="2228"/>
                    <a:pt x="10562" y="2226"/>
                    <a:pt x="10567" y="2226"/>
                  </a:cubicBezTo>
                  <a:cubicBezTo>
                    <a:pt x="10603" y="2226"/>
                    <a:pt x="10476" y="2338"/>
                    <a:pt x="10499" y="2360"/>
                  </a:cubicBezTo>
                  <a:cubicBezTo>
                    <a:pt x="10506" y="2340"/>
                    <a:pt x="10552" y="2314"/>
                    <a:pt x="10569" y="2314"/>
                  </a:cubicBezTo>
                  <a:cubicBezTo>
                    <a:pt x="10572" y="2314"/>
                    <a:pt x="10575" y="2315"/>
                    <a:pt x="10575" y="2318"/>
                  </a:cubicBezTo>
                  <a:cubicBezTo>
                    <a:pt x="10482" y="2386"/>
                    <a:pt x="10541" y="2377"/>
                    <a:pt x="10439" y="2453"/>
                  </a:cubicBezTo>
                  <a:cubicBezTo>
                    <a:pt x="10453" y="2433"/>
                    <a:pt x="10453" y="2427"/>
                    <a:pt x="10448" y="2427"/>
                  </a:cubicBezTo>
                  <a:cubicBezTo>
                    <a:pt x="10443" y="2427"/>
                    <a:pt x="10433" y="2432"/>
                    <a:pt x="10427" y="2432"/>
                  </a:cubicBezTo>
                  <a:cubicBezTo>
                    <a:pt x="10424" y="2432"/>
                    <a:pt x="10423" y="2431"/>
                    <a:pt x="10423" y="2428"/>
                  </a:cubicBezTo>
                  <a:cubicBezTo>
                    <a:pt x="10380" y="2487"/>
                    <a:pt x="10329" y="2538"/>
                    <a:pt x="10279" y="2580"/>
                  </a:cubicBezTo>
                  <a:cubicBezTo>
                    <a:pt x="10279" y="2588"/>
                    <a:pt x="10281" y="2591"/>
                    <a:pt x="10286" y="2591"/>
                  </a:cubicBezTo>
                  <a:cubicBezTo>
                    <a:pt x="10303" y="2591"/>
                    <a:pt x="10347" y="2550"/>
                    <a:pt x="10380" y="2530"/>
                  </a:cubicBezTo>
                  <a:cubicBezTo>
                    <a:pt x="10431" y="2437"/>
                    <a:pt x="10541" y="2403"/>
                    <a:pt x="10566" y="2327"/>
                  </a:cubicBezTo>
                  <a:cubicBezTo>
                    <a:pt x="10590" y="2303"/>
                    <a:pt x="10601" y="2295"/>
                    <a:pt x="10606" y="2295"/>
                  </a:cubicBezTo>
                  <a:cubicBezTo>
                    <a:pt x="10617" y="2295"/>
                    <a:pt x="10594" y="2335"/>
                    <a:pt x="10600" y="2335"/>
                  </a:cubicBezTo>
                  <a:cubicBezTo>
                    <a:pt x="10676" y="2284"/>
                    <a:pt x="10609" y="2293"/>
                    <a:pt x="10626" y="2267"/>
                  </a:cubicBezTo>
                  <a:cubicBezTo>
                    <a:pt x="10710" y="2157"/>
                    <a:pt x="10761" y="2174"/>
                    <a:pt x="10829" y="2107"/>
                  </a:cubicBezTo>
                  <a:cubicBezTo>
                    <a:pt x="10913" y="1980"/>
                    <a:pt x="11006" y="1870"/>
                    <a:pt x="11108" y="1768"/>
                  </a:cubicBezTo>
                  <a:cubicBezTo>
                    <a:pt x="11108" y="1783"/>
                    <a:pt x="11114" y="1787"/>
                    <a:pt x="11122" y="1787"/>
                  </a:cubicBezTo>
                  <a:cubicBezTo>
                    <a:pt x="11128" y="1787"/>
                    <a:pt x="11135" y="1785"/>
                    <a:pt x="11142" y="1785"/>
                  </a:cubicBezTo>
                  <a:cubicBezTo>
                    <a:pt x="11142" y="1760"/>
                    <a:pt x="11150" y="1734"/>
                    <a:pt x="11158" y="1709"/>
                  </a:cubicBezTo>
                  <a:cubicBezTo>
                    <a:pt x="11167" y="1684"/>
                    <a:pt x="11192" y="1658"/>
                    <a:pt x="11226" y="1591"/>
                  </a:cubicBezTo>
                  <a:lnTo>
                    <a:pt x="11226" y="1591"/>
                  </a:lnTo>
                  <a:lnTo>
                    <a:pt x="11125" y="1684"/>
                  </a:lnTo>
                  <a:cubicBezTo>
                    <a:pt x="11192" y="1599"/>
                    <a:pt x="11209" y="1514"/>
                    <a:pt x="11294" y="1455"/>
                  </a:cubicBezTo>
                  <a:lnTo>
                    <a:pt x="11294" y="1455"/>
                  </a:lnTo>
                  <a:cubicBezTo>
                    <a:pt x="11275" y="1466"/>
                    <a:pt x="11264" y="1471"/>
                    <a:pt x="11257" y="1471"/>
                  </a:cubicBezTo>
                  <a:cubicBezTo>
                    <a:pt x="11220" y="1471"/>
                    <a:pt x="11365" y="1304"/>
                    <a:pt x="11387" y="1261"/>
                  </a:cubicBezTo>
                  <a:cubicBezTo>
                    <a:pt x="11471" y="1176"/>
                    <a:pt x="11488" y="1108"/>
                    <a:pt x="11556" y="1058"/>
                  </a:cubicBezTo>
                  <a:lnTo>
                    <a:pt x="11556" y="1066"/>
                  </a:lnTo>
                  <a:lnTo>
                    <a:pt x="11658" y="948"/>
                  </a:lnTo>
                  <a:lnTo>
                    <a:pt x="11717" y="948"/>
                  </a:lnTo>
                  <a:cubicBezTo>
                    <a:pt x="11793" y="865"/>
                    <a:pt x="11824" y="793"/>
                    <a:pt x="11805" y="793"/>
                  </a:cubicBezTo>
                  <a:cubicBezTo>
                    <a:pt x="11800" y="793"/>
                    <a:pt x="11794" y="796"/>
                    <a:pt x="11784" y="804"/>
                  </a:cubicBezTo>
                  <a:cubicBezTo>
                    <a:pt x="11878" y="711"/>
                    <a:pt x="11844" y="753"/>
                    <a:pt x="11894" y="728"/>
                  </a:cubicBezTo>
                  <a:lnTo>
                    <a:pt x="11894" y="728"/>
                  </a:lnTo>
                  <a:cubicBezTo>
                    <a:pt x="11878" y="802"/>
                    <a:pt x="11838" y="868"/>
                    <a:pt x="11773" y="910"/>
                  </a:cubicBezTo>
                  <a:lnTo>
                    <a:pt x="11773" y="910"/>
                  </a:lnTo>
                  <a:cubicBezTo>
                    <a:pt x="11786" y="900"/>
                    <a:pt x="11793" y="880"/>
                    <a:pt x="11793" y="880"/>
                  </a:cubicBezTo>
                  <a:lnTo>
                    <a:pt x="11793" y="880"/>
                  </a:lnTo>
                  <a:cubicBezTo>
                    <a:pt x="11690" y="1003"/>
                    <a:pt x="11693" y="1021"/>
                    <a:pt x="11714" y="1021"/>
                  </a:cubicBezTo>
                  <a:cubicBezTo>
                    <a:pt x="11722" y="1021"/>
                    <a:pt x="11733" y="1018"/>
                    <a:pt x="11741" y="1018"/>
                  </a:cubicBezTo>
                  <a:cubicBezTo>
                    <a:pt x="11755" y="1018"/>
                    <a:pt x="11761" y="1026"/>
                    <a:pt x="11734" y="1066"/>
                  </a:cubicBezTo>
                  <a:cubicBezTo>
                    <a:pt x="11793" y="1007"/>
                    <a:pt x="11852" y="939"/>
                    <a:pt x="11903" y="872"/>
                  </a:cubicBezTo>
                  <a:cubicBezTo>
                    <a:pt x="11945" y="795"/>
                    <a:pt x="11987" y="728"/>
                    <a:pt x="12030" y="643"/>
                  </a:cubicBezTo>
                  <a:lnTo>
                    <a:pt x="12030" y="643"/>
                  </a:lnTo>
                  <a:cubicBezTo>
                    <a:pt x="11979" y="728"/>
                    <a:pt x="11911" y="804"/>
                    <a:pt x="11835" y="872"/>
                  </a:cubicBezTo>
                  <a:cubicBezTo>
                    <a:pt x="11894" y="804"/>
                    <a:pt x="11852" y="812"/>
                    <a:pt x="11920" y="753"/>
                  </a:cubicBezTo>
                  <a:lnTo>
                    <a:pt x="11920" y="762"/>
                  </a:lnTo>
                  <a:lnTo>
                    <a:pt x="11945" y="711"/>
                  </a:lnTo>
                  <a:cubicBezTo>
                    <a:pt x="11962" y="694"/>
                    <a:pt x="11979" y="685"/>
                    <a:pt x="11987" y="669"/>
                  </a:cubicBezTo>
                  <a:lnTo>
                    <a:pt x="12013" y="635"/>
                  </a:lnTo>
                  <a:lnTo>
                    <a:pt x="11996" y="635"/>
                  </a:lnTo>
                  <a:cubicBezTo>
                    <a:pt x="11962" y="626"/>
                    <a:pt x="11945" y="618"/>
                    <a:pt x="12038" y="618"/>
                  </a:cubicBezTo>
                  <a:cubicBezTo>
                    <a:pt x="12013" y="616"/>
                    <a:pt x="11994" y="615"/>
                    <a:pt x="11980" y="615"/>
                  </a:cubicBezTo>
                  <a:cubicBezTo>
                    <a:pt x="11922" y="615"/>
                    <a:pt x="11930" y="626"/>
                    <a:pt x="11835" y="626"/>
                  </a:cubicBezTo>
                  <a:lnTo>
                    <a:pt x="11928" y="643"/>
                  </a:lnTo>
                  <a:cubicBezTo>
                    <a:pt x="11954" y="652"/>
                    <a:pt x="12013" y="635"/>
                    <a:pt x="11962" y="677"/>
                  </a:cubicBezTo>
                  <a:lnTo>
                    <a:pt x="11920" y="694"/>
                  </a:lnTo>
                  <a:cubicBezTo>
                    <a:pt x="11920" y="694"/>
                    <a:pt x="11920" y="685"/>
                    <a:pt x="11920" y="685"/>
                  </a:cubicBezTo>
                  <a:lnTo>
                    <a:pt x="11869" y="685"/>
                  </a:lnTo>
                  <a:cubicBezTo>
                    <a:pt x="11844" y="677"/>
                    <a:pt x="11818" y="669"/>
                    <a:pt x="11793" y="669"/>
                  </a:cubicBezTo>
                  <a:lnTo>
                    <a:pt x="11751" y="694"/>
                  </a:lnTo>
                  <a:lnTo>
                    <a:pt x="11658" y="660"/>
                  </a:lnTo>
                  <a:cubicBezTo>
                    <a:pt x="11652" y="666"/>
                    <a:pt x="11639" y="668"/>
                    <a:pt x="11622" y="668"/>
                  </a:cubicBezTo>
                  <a:cubicBezTo>
                    <a:pt x="11590" y="668"/>
                    <a:pt x="11545" y="660"/>
                    <a:pt x="11522" y="660"/>
                  </a:cubicBezTo>
                  <a:cubicBezTo>
                    <a:pt x="11473" y="646"/>
                    <a:pt x="11542" y="614"/>
                    <a:pt x="11466" y="614"/>
                  </a:cubicBezTo>
                  <a:cubicBezTo>
                    <a:pt x="11451" y="614"/>
                    <a:pt x="11431" y="615"/>
                    <a:pt x="11404" y="618"/>
                  </a:cubicBezTo>
                  <a:lnTo>
                    <a:pt x="11412" y="618"/>
                  </a:lnTo>
                  <a:cubicBezTo>
                    <a:pt x="11390" y="620"/>
                    <a:pt x="11368" y="621"/>
                    <a:pt x="11345" y="621"/>
                  </a:cubicBezTo>
                  <a:cubicBezTo>
                    <a:pt x="11291" y="621"/>
                    <a:pt x="11235" y="615"/>
                    <a:pt x="11175" y="609"/>
                  </a:cubicBezTo>
                  <a:cubicBezTo>
                    <a:pt x="11201" y="601"/>
                    <a:pt x="11218" y="601"/>
                    <a:pt x="11243" y="601"/>
                  </a:cubicBezTo>
                  <a:cubicBezTo>
                    <a:pt x="11150" y="592"/>
                    <a:pt x="11065" y="584"/>
                    <a:pt x="10972" y="584"/>
                  </a:cubicBezTo>
                  <a:cubicBezTo>
                    <a:pt x="10956" y="586"/>
                    <a:pt x="10940" y="587"/>
                    <a:pt x="10924" y="587"/>
                  </a:cubicBezTo>
                  <a:cubicBezTo>
                    <a:pt x="10873" y="587"/>
                    <a:pt x="10821" y="576"/>
                    <a:pt x="10769" y="550"/>
                  </a:cubicBezTo>
                  <a:cubicBezTo>
                    <a:pt x="10770" y="549"/>
                    <a:pt x="10772" y="549"/>
                    <a:pt x="10773" y="548"/>
                  </a:cubicBezTo>
                  <a:lnTo>
                    <a:pt x="10773" y="548"/>
                  </a:lnTo>
                  <a:lnTo>
                    <a:pt x="10786" y="550"/>
                  </a:lnTo>
                  <a:cubicBezTo>
                    <a:pt x="10791" y="547"/>
                    <a:pt x="10798" y="544"/>
                    <a:pt x="10807" y="541"/>
                  </a:cubicBezTo>
                  <a:lnTo>
                    <a:pt x="10807" y="541"/>
                  </a:lnTo>
                  <a:cubicBezTo>
                    <a:pt x="10794" y="542"/>
                    <a:pt x="10782" y="544"/>
                    <a:pt x="10773" y="548"/>
                  </a:cubicBezTo>
                  <a:lnTo>
                    <a:pt x="10773" y="548"/>
                  </a:lnTo>
                  <a:lnTo>
                    <a:pt x="10727" y="542"/>
                  </a:lnTo>
                  <a:cubicBezTo>
                    <a:pt x="10702" y="542"/>
                    <a:pt x="10668" y="533"/>
                    <a:pt x="10659" y="533"/>
                  </a:cubicBezTo>
                  <a:cubicBezTo>
                    <a:pt x="10634" y="525"/>
                    <a:pt x="10626" y="525"/>
                    <a:pt x="10659" y="516"/>
                  </a:cubicBezTo>
                  <a:lnTo>
                    <a:pt x="10659" y="516"/>
                  </a:lnTo>
                  <a:lnTo>
                    <a:pt x="10524" y="542"/>
                  </a:lnTo>
                  <a:cubicBezTo>
                    <a:pt x="10524" y="525"/>
                    <a:pt x="10558" y="525"/>
                    <a:pt x="10575" y="516"/>
                  </a:cubicBezTo>
                  <a:lnTo>
                    <a:pt x="10473" y="516"/>
                  </a:lnTo>
                  <a:cubicBezTo>
                    <a:pt x="10389" y="516"/>
                    <a:pt x="10313" y="525"/>
                    <a:pt x="10228" y="542"/>
                  </a:cubicBezTo>
                  <a:cubicBezTo>
                    <a:pt x="10355" y="575"/>
                    <a:pt x="10160" y="567"/>
                    <a:pt x="10169" y="592"/>
                  </a:cubicBezTo>
                  <a:lnTo>
                    <a:pt x="10169" y="592"/>
                  </a:lnTo>
                  <a:cubicBezTo>
                    <a:pt x="10126" y="584"/>
                    <a:pt x="10110" y="516"/>
                    <a:pt x="10219" y="499"/>
                  </a:cubicBezTo>
                  <a:cubicBezTo>
                    <a:pt x="10228" y="505"/>
                    <a:pt x="10241" y="507"/>
                    <a:pt x="10257" y="507"/>
                  </a:cubicBezTo>
                  <a:cubicBezTo>
                    <a:pt x="10288" y="507"/>
                    <a:pt x="10329" y="499"/>
                    <a:pt x="10363" y="499"/>
                  </a:cubicBezTo>
                  <a:cubicBezTo>
                    <a:pt x="10342" y="495"/>
                    <a:pt x="10319" y="493"/>
                    <a:pt x="10296" y="493"/>
                  </a:cubicBezTo>
                  <a:cubicBezTo>
                    <a:pt x="10272" y="493"/>
                    <a:pt x="10249" y="495"/>
                    <a:pt x="10228" y="499"/>
                  </a:cubicBezTo>
                  <a:cubicBezTo>
                    <a:pt x="10270" y="482"/>
                    <a:pt x="10152" y="466"/>
                    <a:pt x="10160" y="457"/>
                  </a:cubicBezTo>
                  <a:cubicBezTo>
                    <a:pt x="10167" y="450"/>
                    <a:pt x="10185" y="427"/>
                    <a:pt x="10227" y="427"/>
                  </a:cubicBezTo>
                  <a:cubicBezTo>
                    <a:pt x="10237" y="427"/>
                    <a:pt x="10249" y="428"/>
                    <a:pt x="10262" y="432"/>
                  </a:cubicBezTo>
                  <a:cubicBezTo>
                    <a:pt x="10355" y="440"/>
                    <a:pt x="10270" y="466"/>
                    <a:pt x="10296" y="466"/>
                  </a:cubicBezTo>
                  <a:cubicBezTo>
                    <a:pt x="10305" y="478"/>
                    <a:pt x="10326" y="481"/>
                    <a:pt x="10352" y="481"/>
                  </a:cubicBezTo>
                  <a:cubicBezTo>
                    <a:pt x="10380" y="481"/>
                    <a:pt x="10413" y="477"/>
                    <a:pt x="10444" y="477"/>
                  </a:cubicBezTo>
                  <a:cubicBezTo>
                    <a:pt x="10461" y="477"/>
                    <a:pt x="10477" y="479"/>
                    <a:pt x="10490" y="482"/>
                  </a:cubicBezTo>
                  <a:cubicBezTo>
                    <a:pt x="10499" y="491"/>
                    <a:pt x="10482" y="491"/>
                    <a:pt x="10465" y="491"/>
                  </a:cubicBezTo>
                  <a:cubicBezTo>
                    <a:pt x="10488" y="491"/>
                    <a:pt x="10519" y="492"/>
                    <a:pt x="10548" y="492"/>
                  </a:cubicBezTo>
                  <a:cubicBezTo>
                    <a:pt x="10590" y="492"/>
                    <a:pt x="10629" y="489"/>
                    <a:pt x="10634" y="474"/>
                  </a:cubicBezTo>
                  <a:lnTo>
                    <a:pt x="10634" y="474"/>
                  </a:lnTo>
                  <a:lnTo>
                    <a:pt x="10507" y="482"/>
                  </a:lnTo>
                  <a:cubicBezTo>
                    <a:pt x="10482" y="474"/>
                    <a:pt x="10549" y="466"/>
                    <a:pt x="10507" y="449"/>
                  </a:cubicBezTo>
                  <a:lnTo>
                    <a:pt x="10507" y="449"/>
                  </a:lnTo>
                  <a:cubicBezTo>
                    <a:pt x="10490" y="453"/>
                    <a:pt x="10473" y="455"/>
                    <a:pt x="10456" y="455"/>
                  </a:cubicBezTo>
                  <a:cubicBezTo>
                    <a:pt x="10439" y="455"/>
                    <a:pt x="10423" y="453"/>
                    <a:pt x="10406" y="449"/>
                  </a:cubicBezTo>
                  <a:lnTo>
                    <a:pt x="10414" y="440"/>
                  </a:lnTo>
                  <a:cubicBezTo>
                    <a:pt x="10338" y="421"/>
                    <a:pt x="10267" y="412"/>
                    <a:pt x="10193" y="412"/>
                  </a:cubicBezTo>
                  <a:cubicBezTo>
                    <a:pt x="10168" y="412"/>
                    <a:pt x="10143" y="413"/>
                    <a:pt x="10118" y="415"/>
                  </a:cubicBezTo>
                  <a:cubicBezTo>
                    <a:pt x="10101" y="466"/>
                    <a:pt x="10050" y="499"/>
                    <a:pt x="10008" y="550"/>
                  </a:cubicBezTo>
                  <a:cubicBezTo>
                    <a:pt x="9873" y="542"/>
                    <a:pt x="9729" y="533"/>
                    <a:pt x="9593" y="516"/>
                  </a:cubicBezTo>
                  <a:cubicBezTo>
                    <a:pt x="9644" y="497"/>
                    <a:pt x="9700" y="488"/>
                    <a:pt x="9756" y="488"/>
                  </a:cubicBezTo>
                  <a:cubicBezTo>
                    <a:pt x="9775" y="488"/>
                    <a:pt x="9794" y="489"/>
                    <a:pt x="9813" y="491"/>
                  </a:cubicBezTo>
                  <a:lnTo>
                    <a:pt x="9771" y="508"/>
                  </a:lnTo>
                  <a:cubicBezTo>
                    <a:pt x="9785" y="510"/>
                    <a:pt x="9798" y="511"/>
                    <a:pt x="9812" y="511"/>
                  </a:cubicBezTo>
                  <a:cubicBezTo>
                    <a:pt x="9848" y="511"/>
                    <a:pt x="9884" y="503"/>
                    <a:pt x="9915" y="491"/>
                  </a:cubicBezTo>
                  <a:cubicBezTo>
                    <a:pt x="9915" y="491"/>
                    <a:pt x="9915" y="499"/>
                    <a:pt x="9932" y="508"/>
                  </a:cubicBezTo>
                  <a:cubicBezTo>
                    <a:pt x="10008" y="508"/>
                    <a:pt x="10042" y="474"/>
                    <a:pt x="10008" y="457"/>
                  </a:cubicBezTo>
                  <a:lnTo>
                    <a:pt x="10008" y="457"/>
                  </a:lnTo>
                  <a:lnTo>
                    <a:pt x="9983" y="466"/>
                  </a:lnTo>
                  <a:lnTo>
                    <a:pt x="9932" y="432"/>
                  </a:lnTo>
                  <a:cubicBezTo>
                    <a:pt x="9925" y="453"/>
                    <a:pt x="9897" y="458"/>
                    <a:pt x="9860" y="458"/>
                  </a:cubicBezTo>
                  <a:cubicBezTo>
                    <a:pt x="9824" y="458"/>
                    <a:pt x="9780" y="453"/>
                    <a:pt x="9739" y="453"/>
                  </a:cubicBezTo>
                  <a:cubicBezTo>
                    <a:pt x="9721" y="453"/>
                    <a:pt x="9702" y="454"/>
                    <a:pt x="9687" y="457"/>
                  </a:cubicBezTo>
                  <a:cubicBezTo>
                    <a:pt x="9730" y="445"/>
                    <a:pt x="9768" y="419"/>
                    <a:pt x="9812" y="419"/>
                  </a:cubicBezTo>
                  <a:cubicBezTo>
                    <a:pt x="9829" y="419"/>
                    <a:pt x="9846" y="422"/>
                    <a:pt x="9864" y="432"/>
                  </a:cubicBezTo>
                  <a:lnTo>
                    <a:pt x="9856" y="406"/>
                  </a:lnTo>
                  <a:cubicBezTo>
                    <a:pt x="9899" y="406"/>
                    <a:pt x="9937" y="424"/>
                    <a:pt x="9968" y="424"/>
                  </a:cubicBezTo>
                  <a:cubicBezTo>
                    <a:pt x="9980" y="424"/>
                    <a:pt x="9990" y="422"/>
                    <a:pt x="10000" y="415"/>
                  </a:cubicBezTo>
                  <a:lnTo>
                    <a:pt x="9932" y="415"/>
                  </a:lnTo>
                  <a:lnTo>
                    <a:pt x="9932" y="398"/>
                  </a:lnTo>
                  <a:cubicBezTo>
                    <a:pt x="9906" y="402"/>
                    <a:pt x="9879" y="404"/>
                    <a:pt x="9852" y="404"/>
                  </a:cubicBezTo>
                  <a:cubicBezTo>
                    <a:pt x="9824" y="404"/>
                    <a:pt x="9797" y="402"/>
                    <a:pt x="9771" y="398"/>
                  </a:cubicBezTo>
                  <a:cubicBezTo>
                    <a:pt x="9732" y="420"/>
                    <a:pt x="9688" y="432"/>
                    <a:pt x="9644" y="432"/>
                  </a:cubicBezTo>
                  <a:cubicBezTo>
                    <a:pt x="9622" y="432"/>
                    <a:pt x="9599" y="429"/>
                    <a:pt x="9577" y="423"/>
                  </a:cubicBezTo>
                  <a:cubicBezTo>
                    <a:pt x="9561" y="432"/>
                    <a:pt x="9543" y="435"/>
                    <a:pt x="9525" y="435"/>
                  </a:cubicBezTo>
                  <a:cubicBezTo>
                    <a:pt x="9460" y="435"/>
                    <a:pt x="9384" y="396"/>
                    <a:pt x="9339" y="396"/>
                  </a:cubicBezTo>
                  <a:cubicBezTo>
                    <a:pt x="9333" y="396"/>
                    <a:pt x="9328" y="396"/>
                    <a:pt x="9323" y="398"/>
                  </a:cubicBezTo>
                  <a:cubicBezTo>
                    <a:pt x="9280" y="440"/>
                    <a:pt x="9441" y="423"/>
                    <a:pt x="9475" y="449"/>
                  </a:cubicBezTo>
                  <a:cubicBezTo>
                    <a:pt x="9460" y="454"/>
                    <a:pt x="9446" y="455"/>
                    <a:pt x="9434" y="455"/>
                  </a:cubicBezTo>
                  <a:cubicBezTo>
                    <a:pt x="9421" y="455"/>
                    <a:pt x="9412" y="453"/>
                    <a:pt x="9407" y="453"/>
                  </a:cubicBezTo>
                  <a:cubicBezTo>
                    <a:pt x="9401" y="453"/>
                    <a:pt x="9403" y="456"/>
                    <a:pt x="9416" y="466"/>
                  </a:cubicBezTo>
                  <a:cubicBezTo>
                    <a:pt x="9402" y="468"/>
                    <a:pt x="9390" y="469"/>
                    <a:pt x="9381" y="469"/>
                  </a:cubicBezTo>
                  <a:cubicBezTo>
                    <a:pt x="9330" y="469"/>
                    <a:pt x="9337" y="442"/>
                    <a:pt x="9302" y="442"/>
                  </a:cubicBezTo>
                  <a:cubicBezTo>
                    <a:pt x="9293" y="442"/>
                    <a:pt x="9280" y="444"/>
                    <a:pt x="9264" y="449"/>
                  </a:cubicBezTo>
                  <a:lnTo>
                    <a:pt x="9314" y="466"/>
                  </a:lnTo>
                  <a:cubicBezTo>
                    <a:pt x="9293" y="474"/>
                    <a:pt x="9266" y="474"/>
                    <a:pt x="9239" y="474"/>
                  </a:cubicBezTo>
                  <a:cubicBezTo>
                    <a:pt x="9213" y="474"/>
                    <a:pt x="9187" y="474"/>
                    <a:pt x="9171" y="482"/>
                  </a:cubicBezTo>
                  <a:cubicBezTo>
                    <a:pt x="9166" y="499"/>
                    <a:pt x="9181" y="501"/>
                    <a:pt x="9206" y="501"/>
                  </a:cubicBezTo>
                  <a:cubicBezTo>
                    <a:pt x="9215" y="501"/>
                    <a:pt x="9225" y="501"/>
                    <a:pt x="9235" y="501"/>
                  </a:cubicBezTo>
                  <a:cubicBezTo>
                    <a:pt x="9256" y="501"/>
                    <a:pt x="9280" y="502"/>
                    <a:pt x="9306" y="508"/>
                  </a:cubicBezTo>
                  <a:lnTo>
                    <a:pt x="9272" y="525"/>
                  </a:lnTo>
                  <a:lnTo>
                    <a:pt x="9424" y="508"/>
                  </a:lnTo>
                  <a:cubicBezTo>
                    <a:pt x="9475" y="474"/>
                    <a:pt x="9433" y="466"/>
                    <a:pt x="9534" y="449"/>
                  </a:cubicBezTo>
                  <a:cubicBezTo>
                    <a:pt x="9577" y="474"/>
                    <a:pt x="9602" y="525"/>
                    <a:pt x="9577" y="550"/>
                  </a:cubicBezTo>
                  <a:cubicBezTo>
                    <a:pt x="9543" y="533"/>
                    <a:pt x="9475" y="542"/>
                    <a:pt x="9475" y="516"/>
                  </a:cubicBezTo>
                  <a:cubicBezTo>
                    <a:pt x="9433" y="542"/>
                    <a:pt x="9306" y="550"/>
                    <a:pt x="9331" y="584"/>
                  </a:cubicBezTo>
                  <a:lnTo>
                    <a:pt x="9314" y="584"/>
                  </a:lnTo>
                  <a:cubicBezTo>
                    <a:pt x="9230" y="533"/>
                    <a:pt x="9137" y="508"/>
                    <a:pt x="9044" y="499"/>
                  </a:cubicBezTo>
                  <a:cubicBezTo>
                    <a:pt x="9018" y="499"/>
                    <a:pt x="9018" y="516"/>
                    <a:pt x="9018" y="542"/>
                  </a:cubicBezTo>
                  <a:cubicBezTo>
                    <a:pt x="8993" y="533"/>
                    <a:pt x="8967" y="525"/>
                    <a:pt x="8934" y="525"/>
                  </a:cubicBezTo>
                  <a:cubicBezTo>
                    <a:pt x="8959" y="508"/>
                    <a:pt x="8984" y="499"/>
                    <a:pt x="9010" y="499"/>
                  </a:cubicBezTo>
                  <a:lnTo>
                    <a:pt x="8798" y="474"/>
                  </a:lnTo>
                  <a:lnTo>
                    <a:pt x="8815" y="457"/>
                  </a:lnTo>
                  <a:lnTo>
                    <a:pt x="8731" y="474"/>
                  </a:lnTo>
                  <a:cubicBezTo>
                    <a:pt x="8781" y="474"/>
                    <a:pt x="8858" y="482"/>
                    <a:pt x="8841" y="508"/>
                  </a:cubicBezTo>
                  <a:cubicBezTo>
                    <a:pt x="8825" y="509"/>
                    <a:pt x="8810" y="510"/>
                    <a:pt x="8797" y="510"/>
                  </a:cubicBezTo>
                  <a:cubicBezTo>
                    <a:pt x="8754" y="510"/>
                    <a:pt x="8720" y="505"/>
                    <a:pt x="8685" y="505"/>
                  </a:cubicBezTo>
                  <a:cubicBezTo>
                    <a:pt x="8660" y="505"/>
                    <a:pt x="8634" y="507"/>
                    <a:pt x="8604" y="516"/>
                  </a:cubicBezTo>
                  <a:cubicBezTo>
                    <a:pt x="8604" y="466"/>
                    <a:pt x="8570" y="457"/>
                    <a:pt x="8604" y="432"/>
                  </a:cubicBezTo>
                  <a:lnTo>
                    <a:pt x="8612" y="432"/>
                  </a:lnTo>
                  <a:cubicBezTo>
                    <a:pt x="8654" y="398"/>
                    <a:pt x="8714" y="381"/>
                    <a:pt x="8764" y="381"/>
                  </a:cubicBezTo>
                  <a:cubicBezTo>
                    <a:pt x="8587" y="347"/>
                    <a:pt x="8629" y="372"/>
                    <a:pt x="8477" y="347"/>
                  </a:cubicBezTo>
                  <a:cubicBezTo>
                    <a:pt x="8460" y="322"/>
                    <a:pt x="8621" y="330"/>
                    <a:pt x="8587" y="305"/>
                  </a:cubicBezTo>
                  <a:lnTo>
                    <a:pt x="8587" y="305"/>
                  </a:lnTo>
                  <a:lnTo>
                    <a:pt x="8731" y="330"/>
                  </a:lnTo>
                  <a:cubicBezTo>
                    <a:pt x="8722" y="330"/>
                    <a:pt x="8705" y="330"/>
                    <a:pt x="8688" y="339"/>
                  </a:cubicBezTo>
                  <a:cubicBezTo>
                    <a:pt x="8705" y="337"/>
                    <a:pt x="8721" y="337"/>
                    <a:pt x="8734" y="337"/>
                  </a:cubicBezTo>
                  <a:cubicBezTo>
                    <a:pt x="8778" y="337"/>
                    <a:pt x="8808" y="342"/>
                    <a:pt x="8838" y="342"/>
                  </a:cubicBezTo>
                  <a:cubicBezTo>
                    <a:pt x="8860" y="342"/>
                    <a:pt x="8881" y="339"/>
                    <a:pt x="8908" y="330"/>
                  </a:cubicBezTo>
                  <a:lnTo>
                    <a:pt x="8908" y="330"/>
                  </a:lnTo>
                  <a:cubicBezTo>
                    <a:pt x="8959" y="347"/>
                    <a:pt x="8832" y="347"/>
                    <a:pt x="8883" y="356"/>
                  </a:cubicBezTo>
                  <a:cubicBezTo>
                    <a:pt x="8841" y="356"/>
                    <a:pt x="8798" y="372"/>
                    <a:pt x="8773" y="406"/>
                  </a:cubicBezTo>
                  <a:cubicBezTo>
                    <a:pt x="8789" y="409"/>
                    <a:pt x="8801" y="410"/>
                    <a:pt x="8812" y="410"/>
                  </a:cubicBezTo>
                  <a:cubicBezTo>
                    <a:pt x="8874" y="410"/>
                    <a:pt x="8855" y="372"/>
                    <a:pt x="8942" y="372"/>
                  </a:cubicBezTo>
                  <a:lnTo>
                    <a:pt x="9010" y="398"/>
                  </a:lnTo>
                  <a:cubicBezTo>
                    <a:pt x="9061" y="398"/>
                    <a:pt x="8993" y="381"/>
                    <a:pt x="8993" y="372"/>
                  </a:cubicBezTo>
                  <a:cubicBezTo>
                    <a:pt x="9035" y="372"/>
                    <a:pt x="9077" y="381"/>
                    <a:pt x="9111" y="398"/>
                  </a:cubicBezTo>
                  <a:cubicBezTo>
                    <a:pt x="9103" y="389"/>
                    <a:pt x="9069" y="381"/>
                    <a:pt x="9077" y="364"/>
                  </a:cubicBezTo>
                  <a:lnTo>
                    <a:pt x="9077" y="364"/>
                  </a:lnTo>
                  <a:cubicBezTo>
                    <a:pt x="9143" y="397"/>
                    <a:pt x="9209" y="382"/>
                    <a:pt x="9274" y="427"/>
                  </a:cubicBezTo>
                  <a:lnTo>
                    <a:pt x="9274" y="427"/>
                  </a:lnTo>
                  <a:cubicBezTo>
                    <a:pt x="9248" y="403"/>
                    <a:pt x="9325" y="381"/>
                    <a:pt x="9357" y="381"/>
                  </a:cubicBezTo>
                  <a:lnTo>
                    <a:pt x="9221" y="330"/>
                  </a:lnTo>
                  <a:cubicBezTo>
                    <a:pt x="9084" y="330"/>
                    <a:pt x="8989" y="312"/>
                    <a:pt x="8848" y="312"/>
                  </a:cubicBezTo>
                  <a:cubicBezTo>
                    <a:pt x="8824" y="312"/>
                    <a:pt x="8800" y="312"/>
                    <a:pt x="8773" y="313"/>
                  </a:cubicBezTo>
                  <a:lnTo>
                    <a:pt x="8790" y="296"/>
                  </a:lnTo>
                  <a:cubicBezTo>
                    <a:pt x="8730" y="282"/>
                    <a:pt x="8685" y="276"/>
                    <a:pt x="8648" y="276"/>
                  </a:cubicBezTo>
                  <a:cubicBezTo>
                    <a:pt x="8524" y="276"/>
                    <a:pt x="8498" y="340"/>
                    <a:pt x="8350" y="340"/>
                  </a:cubicBezTo>
                  <a:cubicBezTo>
                    <a:pt x="8337" y="340"/>
                    <a:pt x="8323" y="340"/>
                    <a:pt x="8308" y="339"/>
                  </a:cubicBezTo>
                  <a:cubicBezTo>
                    <a:pt x="8303" y="317"/>
                    <a:pt x="8274" y="317"/>
                    <a:pt x="8247" y="317"/>
                  </a:cubicBezTo>
                  <a:cubicBezTo>
                    <a:pt x="8221" y="317"/>
                    <a:pt x="8198" y="317"/>
                    <a:pt x="8206" y="296"/>
                  </a:cubicBezTo>
                  <a:lnTo>
                    <a:pt x="8206" y="296"/>
                  </a:lnTo>
                  <a:cubicBezTo>
                    <a:pt x="8219" y="298"/>
                    <a:pt x="8228" y="299"/>
                    <a:pt x="8236" y="299"/>
                  </a:cubicBezTo>
                  <a:cubicBezTo>
                    <a:pt x="8270" y="299"/>
                    <a:pt x="8262" y="285"/>
                    <a:pt x="8248" y="271"/>
                  </a:cubicBezTo>
                  <a:lnTo>
                    <a:pt x="8248" y="271"/>
                  </a:lnTo>
                  <a:cubicBezTo>
                    <a:pt x="8216" y="287"/>
                    <a:pt x="8179" y="297"/>
                    <a:pt x="8144" y="297"/>
                  </a:cubicBezTo>
                  <a:cubicBezTo>
                    <a:pt x="8125" y="297"/>
                    <a:pt x="8106" y="294"/>
                    <a:pt x="8088" y="288"/>
                  </a:cubicBezTo>
                  <a:cubicBezTo>
                    <a:pt x="8113" y="271"/>
                    <a:pt x="8045" y="246"/>
                    <a:pt x="8130" y="246"/>
                  </a:cubicBezTo>
                  <a:cubicBezTo>
                    <a:pt x="8098" y="239"/>
                    <a:pt x="8065" y="234"/>
                    <a:pt x="8032" y="234"/>
                  </a:cubicBezTo>
                  <a:cubicBezTo>
                    <a:pt x="7985" y="234"/>
                    <a:pt x="7938" y="243"/>
                    <a:pt x="7893" y="262"/>
                  </a:cubicBezTo>
                  <a:cubicBezTo>
                    <a:pt x="7873" y="264"/>
                    <a:pt x="7857" y="265"/>
                    <a:pt x="7844" y="265"/>
                  </a:cubicBezTo>
                  <a:cubicBezTo>
                    <a:pt x="7747" y="265"/>
                    <a:pt x="7812" y="219"/>
                    <a:pt x="7693" y="219"/>
                  </a:cubicBezTo>
                  <a:cubicBezTo>
                    <a:pt x="7685" y="219"/>
                    <a:pt x="7675" y="220"/>
                    <a:pt x="7665" y="220"/>
                  </a:cubicBezTo>
                  <a:lnTo>
                    <a:pt x="7690" y="212"/>
                  </a:lnTo>
                  <a:lnTo>
                    <a:pt x="7580" y="212"/>
                  </a:lnTo>
                  <a:lnTo>
                    <a:pt x="7614" y="229"/>
                  </a:lnTo>
                  <a:lnTo>
                    <a:pt x="7487" y="246"/>
                  </a:lnTo>
                  <a:cubicBezTo>
                    <a:pt x="7394" y="262"/>
                    <a:pt x="7512" y="271"/>
                    <a:pt x="7504" y="288"/>
                  </a:cubicBezTo>
                  <a:lnTo>
                    <a:pt x="7529" y="262"/>
                  </a:lnTo>
                  <a:cubicBezTo>
                    <a:pt x="7541" y="264"/>
                    <a:pt x="7554" y="265"/>
                    <a:pt x="7568" y="265"/>
                  </a:cubicBezTo>
                  <a:cubicBezTo>
                    <a:pt x="7592" y="265"/>
                    <a:pt x="7618" y="263"/>
                    <a:pt x="7638" y="263"/>
                  </a:cubicBezTo>
                  <a:cubicBezTo>
                    <a:pt x="7657" y="263"/>
                    <a:pt x="7670" y="265"/>
                    <a:pt x="7673" y="271"/>
                  </a:cubicBezTo>
                  <a:cubicBezTo>
                    <a:pt x="7580" y="271"/>
                    <a:pt x="7606" y="296"/>
                    <a:pt x="7563" y="305"/>
                  </a:cubicBezTo>
                  <a:lnTo>
                    <a:pt x="7648" y="296"/>
                  </a:lnTo>
                  <a:lnTo>
                    <a:pt x="7673" y="322"/>
                  </a:lnTo>
                  <a:cubicBezTo>
                    <a:pt x="7707" y="330"/>
                    <a:pt x="7741" y="334"/>
                    <a:pt x="7774" y="334"/>
                  </a:cubicBezTo>
                  <a:cubicBezTo>
                    <a:pt x="7806" y="334"/>
                    <a:pt x="7838" y="330"/>
                    <a:pt x="7868" y="322"/>
                  </a:cubicBezTo>
                  <a:cubicBezTo>
                    <a:pt x="7864" y="320"/>
                    <a:pt x="7860" y="320"/>
                    <a:pt x="7856" y="320"/>
                  </a:cubicBezTo>
                  <a:cubicBezTo>
                    <a:pt x="7841" y="320"/>
                    <a:pt x="7826" y="328"/>
                    <a:pt x="7808" y="328"/>
                  </a:cubicBezTo>
                  <a:cubicBezTo>
                    <a:pt x="7800" y="328"/>
                    <a:pt x="7792" y="326"/>
                    <a:pt x="7783" y="322"/>
                  </a:cubicBezTo>
                  <a:cubicBezTo>
                    <a:pt x="7846" y="301"/>
                    <a:pt x="7914" y="286"/>
                    <a:pt x="7984" y="286"/>
                  </a:cubicBezTo>
                  <a:cubicBezTo>
                    <a:pt x="7999" y="286"/>
                    <a:pt x="8014" y="286"/>
                    <a:pt x="8029" y="288"/>
                  </a:cubicBezTo>
                  <a:cubicBezTo>
                    <a:pt x="8037" y="296"/>
                    <a:pt x="8054" y="305"/>
                    <a:pt x="8054" y="305"/>
                  </a:cubicBezTo>
                  <a:lnTo>
                    <a:pt x="8020" y="305"/>
                  </a:lnTo>
                  <a:cubicBezTo>
                    <a:pt x="8029" y="322"/>
                    <a:pt x="7969" y="330"/>
                    <a:pt x="8062" y="347"/>
                  </a:cubicBezTo>
                  <a:cubicBezTo>
                    <a:pt x="8029" y="372"/>
                    <a:pt x="7961" y="406"/>
                    <a:pt x="7961" y="415"/>
                  </a:cubicBezTo>
                  <a:cubicBezTo>
                    <a:pt x="7943" y="417"/>
                    <a:pt x="7926" y="418"/>
                    <a:pt x="7909" y="418"/>
                  </a:cubicBezTo>
                  <a:cubicBezTo>
                    <a:pt x="7867" y="418"/>
                    <a:pt x="7825" y="412"/>
                    <a:pt x="7783" y="406"/>
                  </a:cubicBezTo>
                  <a:lnTo>
                    <a:pt x="7783" y="398"/>
                  </a:lnTo>
                  <a:cubicBezTo>
                    <a:pt x="7770" y="396"/>
                    <a:pt x="7755" y="395"/>
                    <a:pt x="7738" y="395"/>
                  </a:cubicBezTo>
                  <a:cubicBezTo>
                    <a:pt x="7721" y="395"/>
                    <a:pt x="7704" y="396"/>
                    <a:pt x="7688" y="396"/>
                  </a:cubicBezTo>
                  <a:cubicBezTo>
                    <a:pt x="7656" y="396"/>
                    <a:pt x="7631" y="394"/>
                    <a:pt x="7631" y="381"/>
                  </a:cubicBezTo>
                  <a:cubicBezTo>
                    <a:pt x="7597" y="389"/>
                    <a:pt x="7521" y="389"/>
                    <a:pt x="7597" y="406"/>
                  </a:cubicBezTo>
                  <a:lnTo>
                    <a:pt x="7462" y="406"/>
                  </a:lnTo>
                  <a:cubicBezTo>
                    <a:pt x="7487" y="364"/>
                    <a:pt x="7360" y="347"/>
                    <a:pt x="7496" y="322"/>
                  </a:cubicBezTo>
                  <a:lnTo>
                    <a:pt x="7413" y="322"/>
                  </a:lnTo>
                  <a:cubicBezTo>
                    <a:pt x="7441" y="295"/>
                    <a:pt x="7379" y="287"/>
                    <a:pt x="7309" y="279"/>
                  </a:cubicBezTo>
                  <a:lnTo>
                    <a:pt x="7293" y="305"/>
                  </a:lnTo>
                  <a:cubicBezTo>
                    <a:pt x="7233" y="279"/>
                    <a:pt x="7174" y="262"/>
                    <a:pt x="7106" y="262"/>
                  </a:cubicBezTo>
                  <a:lnTo>
                    <a:pt x="6903" y="347"/>
                  </a:lnTo>
                  <a:lnTo>
                    <a:pt x="6844" y="347"/>
                  </a:lnTo>
                  <a:cubicBezTo>
                    <a:pt x="6827" y="330"/>
                    <a:pt x="6734" y="330"/>
                    <a:pt x="6768" y="305"/>
                  </a:cubicBezTo>
                  <a:cubicBezTo>
                    <a:pt x="6768" y="299"/>
                    <a:pt x="6781" y="293"/>
                    <a:pt x="6800" y="293"/>
                  </a:cubicBezTo>
                  <a:cubicBezTo>
                    <a:pt x="6808" y="293"/>
                    <a:pt x="6817" y="294"/>
                    <a:pt x="6827" y="296"/>
                  </a:cubicBezTo>
                  <a:cubicBezTo>
                    <a:pt x="6827" y="305"/>
                    <a:pt x="6827" y="305"/>
                    <a:pt x="6827" y="305"/>
                  </a:cubicBezTo>
                  <a:cubicBezTo>
                    <a:pt x="6844" y="288"/>
                    <a:pt x="6853" y="271"/>
                    <a:pt x="6802" y="254"/>
                  </a:cubicBezTo>
                  <a:lnTo>
                    <a:pt x="6802" y="254"/>
                  </a:lnTo>
                  <a:cubicBezTo>
                    <a:pt x="6815" y="258"/>
                    <a:pt x="6829" y="260"/>
                    <a:pt x="6844" y="260"/>
                  </a:cubicBezTo>
                  <a:cubicBezTo>
                    <a:pt x="6859" y="260"/>
                    <a:pt x="6874" y="258"/>
                    <a:pt x="6886" y="254"/>
                  </a:cubicBezTo>
                  <a:lnTo>
                    <a:pt x="6844" y="246"/>
                  </a:lnTo>
                  <a:cubicBezTo>
                    <a:pt x="6920" y="246"/>
                    <a:pt x="7022" y="212"/>
                    <a:pt x="7022" y="195"/>
                  </a:cubicBezTo>
                  <a:lnTo>
                    <a:pt x="7022" y="195"/>
                  </a:lnTo>
                  <a:cubicBezTo>
                    <a:pt x="7015" y="202"/>
                    <a:pt x="7007" y="204"/>
                    <a:pt x="6999" y="204"/>
                  </a:cubicBezTo>
                  <a:cubicBezTo>
                    <a:pt x="6975" y="204"/>
                    <a:pt x="6945" y="184"/>
                    <a:pt x="6920" y="178"/>
                  </a:cubicBezTo>
                  <a:cubicBezTo>
                    <a:pt x="6946" y="178"/>
                    <a:pt x="7013" y="161"/>
                    <a:pt x="6963" y="153"/>
                  </a:cubicBezTo>
                  <a:lnTo>
                    <a:pt x="6963" y="153"/>
                  </a:lnTo>
                  <a:cubicBezTo>
                    <a:pt x="6946" y="169"/>
                    <a:pt x="6819" y="178"/>
                    <a:pt x="6903" y="195"/>
                  </a:cubicBezTo>
                  <a:cubicBezTo>
                    <a:pt x="6882" y="199"/>
                    <a:pt x="6861" y="201"/>
                    <a:pt x="6839" y="201"/>
                  </a:cubicBezTo>
                  <a:cubicBezTo>
                    <a:pt x="6817" y="201"/>
                    <a:pt x="6793" y="199"/>
                    <a:pt x="6768" y="195"/>
                  </a:cubicBezTo>
                  <a:cubicBezTo>
                    <a:pt x="6819" y="186"/>
                    <a:pt x="6793" y="169"/>
                    <a:pt x="6802" y="153"/>
                  </a:cubicBezTo>
                  <a:cubicBezTo>
                    <a:pt x="6777" y="153"/>
                    <a:pt x="6760" y="178"/>
                    <a:pt x="6751" y="195"/>
                  </a:cubicBezTo>
                  <a:cubicBezTo>
                    <a:pt x="6633" y="163"/>
                    <a:pt x="6580" y="109"/>
                    <a:pt x="6450" y="109"/>
                  </a:cubicBezTo>
                  <a:cubicBezTo>
                    <a:pt x="6441" y="109"/>
                    <a:pt x="6431" y="110"/>
                    <a:pt x="6421" y="110"/>
                  </a:cubicBezTo>
                  <a:cubicBezTo>
                    <a:pt x="6404" y="119"/>
                    <a:pt x="6514" y="110"/>
                    <a:pt x="6497" y="127"/>
                  </a:cubicBezTo>
                  <a:cubicBezTo>
                    <a:pt x="6477" y="133"/>
                    <a:pt x="6460" y="136"/>
                    <a:pt x="6444" y="136"/>
                  </a:cubicBezTo>
                  <a:cubicBezTo>
                    <a:pt x="6380" y="136"/>
                    <a:pt x="6349" y="93"/>
                    <a:pt x="6283" y="93"/>
                  </a:cubicBezTo>
                  <a:cubicBezTo>
                    <a:pt x="6279" y="93"/>
                    <a:pt x="6274" y="93"/>
                    <a:pt x="6269" y="93"/>
                  </a:cubicBezTo>
                  <a:lnTo>
                    <a:pt x="6286" y="127"/>
                  </a:lnTo>
                  <a:lnTo>
                    <a:pt x="6151" y="127"/>
                  </a:lnTo>
                  <a:cubicBezTo>
                    <a:pt x="6142" y="119"/>
                    <a:pt x="6049" y="76"/>
                    <a:pt x="6125" y="76"/>
                  </a:cubicBezTo>
                  <a:cubicBezTo>
                    <a:pt x="6102" y="71"/>
                    <a:pt x="6082" y="69"/>
                    <a:pt x="6065" y="69"/>
                  </a:cubicBezTo>
                  <a:cubicBezTo>
                    <a:pt x="5976" y="69"/>
                    <a:pt x="5953" y="123"/>
                    <a:pt x="5849" y="123"/>
                  </a:cubicBezTo>
                  <a:cubicBezTo>
                    <a:pt x="5833" y="123"/>
                    <a:pt x="5815" y="122"/>
                    <a:pt x="5795" y="119"/>
                  </a:cubicBezTo>
                  <a:lnTo>
                    <a:pt x="5795" y="119"/>
                  </a:lnTo>
                  <a:cubicBezTo>
                    <a:pt x="5846" y="127"/>
                    <a:pt x="5897" y="136"/>
                    <a:pt x="5956" y="136"/>
                  </a:cubicBezTo>
                  <a:cubicBezTo>
                    <a:pt x="5880" y="153"/>
                    <a:pt x="5939" y="153"/>
                    <a:pt x="5931" y="178"/>
                  </a:cubicBezTo>
                  <a:cubicBezTo>
                    <a:pt x="5888" y="153"/>
                    <a:pt x="5753" y="161"/>
                    <a:pt x="5846" y="136"/>
                  </a:cubicBezTo>
                  <a:cubicBezTo>
                    <a:pt x="5812" y="131"/>
                    <a:pt x="5778" y="129"/>
                    <a:pt x="5746" y="129"/>
                  </a:cubicBezTo>
                  <a:cubicBezTo>
                    <a:pt x="5713" y="129"/>
                    <a:pt x="5681" y="131"/>
                    <a:pt x="5651" y="136"/>
                  </a:cubicBezTo>
                  <a:lnTo>
                    <a:pt x="5694" y="153"/>
                  </a:lnTo>
                  <a:cubicBezTo>
                    <a:pt x="5682" y="151"/>
                    <a:pt x="5670" y="150"/>
                    <a:pt x="5658" y="150"/>
                  </a:cubicBezTo>
                  <a:cubicBezTo>
                    <a:pt x="5602" y="150"/>
                    <a:pt x="5548" y="165"/>
                    <a:pt x="5499" y="186"/>
                  </a:cubicBezTo>
                  <a:cubicBezTo>
                    <a:pt x="5584" y="186"/>
                    <a:pt x="5598" y="157"/>
                    <a:pt x="5674" y="157"/>
                  </a:cubicBezTo>
                  <a:cubicBezTo>
                    <a:pt x="5689" y="157"/>
                    <a:pt x="5706" y="158"/>
                    <a:pt x="5728" y="161"/>
                  </a:cubicBezTo>
                  <a:cubicBezTo>
                    <a:pt x="5871" y="195"/>
                    <a:pt x="5694" y="178"/>
                    <a:pt x="5787" y="220"/>
                  </a:cubicBezTo>
                  <a:lnTo>
                    <a:pt x="5888" y="203"/>
                  </a:lnTo>
                  <a:lnTo>
                    <a:pt x="5846" y="195"/>
                  </a:lnTo>
                  <a:cubicBezTo>
                    <a:pt x="5851" y="188"/>
                    <a:pt x="5864" y="186"/>
                    <a:pt x="5880" y="186"/>
                  </a:cubicBezTo>
                  <a:cubicBezTo>
                    <a:pt x="5902" y="186"/>
                    <a:pt x="5929" y="189"/>
                    <a:pt x="5952" y="189"/>
                  </a:cubicBezTo>
                  <a:cubicBezTo>
                    <a:pt x="5975" y="189"/>
                    <a:pt x="5993" y="186"/>
                    <a:pt x="5990" y="169"/>
                  </a:cubicBezTo>
                  <a:lnTo>
                    <a:pt x="5990" y="169"/>
                  </a:lnTo>
                  <a:cubicBezTo>
                    <a:pt x="6091" y="212"/>
                    <a:pt x="6125" y="186"/>
                    <a:pt x="6227" y="229"/>
                  </a:cubicBezTo>
                  <a:cubicBezTo>
                    <a:pt x="6254" y="222"/>
                    <a:pt x="6232" y="215"/>
                    <a:pt x="6205" y="213"/>
                  </a:cubicBezTo>
                  <a:lnTo>
                    <a:pt x="6205" y="213"/>
                  </a:lnTo>
                  <a:cubicBezTo>
                    <a:pt x="6233" y="211"/>
                    <a:pt x="6248" y="198"/>
                    <a:pt x="6273" y="198"/>
                  </a:cubicBezTo>
                  <a:cubicBezTo>
                    <a:pt x="6285" y="198"/>
                    <a:pt x="6300" y="202"/>
                    <a:pt x="6320" y="212"/>
                  </a:cubicBezTo>
                  <a:cubicBezTo>
                    <a:pt x="6324" y="212"/>
                    <a:pt x="6327" y="213"/>
                    <a:pt x="6330" y="213"/>
                  </a:cubicBezTo>
                  <a:cubicBezTo>
                    <a:pt x="6352" y="213"/>
                    <a:pt x="6338" y="189"/>
                    <a:pt x="6299" y="181"/>
                  </a:cubicBezTo>
                  <a:lnTo>
                    <a:pt x="6299" y="181"/>
                  </a:lnTo>
                  <a:cubicBezTo>
                    <a:pt x="6318" y="182"/>
                    <a:pt x="6336" y="182"/>
                    <a:pt x="6354" y="182"/>
                  </a:cubicBezTo>
                  <a:cubicBezTo>
                    <a:pt x="6381" y="182"/>
                    <a:pt x="6409" y="182"/>
                    <a:pt x="6438" y="186"/>
                  </a:cubicBezTo>
                  <a:lnTo>
                    <a:pt x="6379" y="153"/>
                  </a:lnTo>
                  <a:lnTo>
                    <a:pt x="6447" y="153"/>
                  </a:lnTo>
                  <a:lnTo>
                    <a:pt x="6387" y="136"/>
                  </a:lnTo>
                  <a:cubicBezTo>
                    <a:pt x="6506" y="136"/>
                    <a:pt x="6624" y="153"/>
                    <a:pt x="6726" y="195"/>
                  </a:cubicBezTo>
                  <a:cubicBezTo>
                    <a:pt x="6616" y="220"/>
                    <a:pt x="6438" y="195"/>
                    <a:pt x="6370" y="237"/>
                  </a:cubicBezTo>
                  <a:cubicBezTo>
                    <a:pt x="6372" y="238"/>
                    <a:pt x="6374" y="238"/>
                    <a:pt x="6377" y="238"/>
                  </a:cubicBezTo>
                  <a:cubicBezTo>
                    <a:pt x="6391" y="238"/>
                    <a:pt x="6419" y="226"/>
                    <a:pt x="6445" y="226"/>
                  </a:cubicBezTo>
                  <a:cubicBezTo>
                    <a:pt x="6461" y="226"/>
                    <a:pt x="6477" y="231"/>
                    <a:pt x="6489" y="246"/>
                  </a:cubicBezTo>
                  <a:lnTo>
                    <a:pt x="6523" y="229"/>
                  </a:lnTo>
                  <a:cubicBezTo>
                    <a:pt x="6542" y="225"/>
                    <a:pt x="6569" y="221"/>
                    <a:pt x="6594" y="221"/>
                  </a:cubicBezTo>
                  <a:cubicBezTo>
                    <a:pt x="6625" y="221"/>
                    <a:pt x="6653" y="227"/>
                    <a:pt x="6658" y="246"/>
                  </a:cubicBezTo>
                  <a:cubicBezTo>
                    <a:pt x="6590" y="246"/>
                    <a:pt x="6523" y="262"/>
                    <a:pt x="6464" y="288"/>
                  </a:cubicBezTo>
                  <a:cubicBezTo>
                    <a:pt x="6464" y="296"/>
                    <a:pt x="6455" y="296"/>
                    <a:pt x="6438" y="296"/>
                  </a:cubicBezTo>
                  <a:lnTo>
                    <a:pt x="6328" y="296"/>
                  </a:lnTo>
                  <a:cubicBezTo>
                    <a:pt x="6286" y="288"/>
                    <a:pt x="6320" y="271"/>
                    <a:pt x="6320" y="271"/>
                  </a:cubicBezTo>
                  <a:cubicBezTo>
                    <a:pt x="6291" y="261"/>
                    <a:pt x="6263" y="258"/>
                    <a:pt x="6237" y="258"/>
                  </a:cubicBezTo>
                  <a:cubicBezTo>
                    <a:pt x="6170" y="258"/>
                    <a:pt x="6109" y="280"/>
                    <a:pt x="6038" y="280"/>
                  </a:cubicBezTo>
                  <a:cubicBezTo>
                    <a:pt x="6015" y="280"/>
                    <a:pt x="5990" y="277"/>
                    <a:pt x="5964" y="271"/>
                  </a:cubicBezTo>
                  <a:cubicBezTo>
                    <a:pt x="5964" y="254"/>
                    <a:pt x="5863" y="237"/>
                    <a:pt x="5897" y="229"/>
                  </a:cubicBezTo>
                  <a:cubicBezTo>
                    <a:pt x="5886" y="227"/>
                    <a:pt x="5875" y="226"/>
                    <a:pt x="5864" y="226"/>
                  </a:cubicBezTo>
                  <a:cubicBezTo>
                    <a:pt x="5816" y="226"/>
                    <a:pt x="5767" y="240"/>
                    <a:pt x="5719" y="254"/>
                  </a:cubicBezTo>
                  <a:cubicBezTo>
                    <a:pt x="5711" y="237"/>
                    <a:pt x="5601" y="237"/>
                    <a:pt x="5643" y="220"/>
                  </a:cubicBezTo>
                  <a:lnTo>
                    <a:pt x="5643" y="220"/>
                  </a:lnTo>
                  <a:lnTo>
                    <a:pt x="5567" y="246"/>
                  </a:lnTo>
                  <a:cubicBezTo>
                    <a:pt x="5516" y="237"/>
                    <a:pt x="5415" y="246"/>
                    <a:pt x="5398" y="220"/>
                  </a:cubicBezTo>
                  <a:cubicBezTo>
                    <a:pt x="5350" y="220"/>
                    <a:pt x="5368" y="242"/>
                    <a:pt x="5338" y="242"/>
                  </a:cubicBezTo>
                  <a:cubicBezTo>
                    <a:pt x="5330" y="242"/>
                    <a:pt x="5320" y="240"/>
                    <a:pt x="5305" y="237"/>
                  </a:cubicBezTo>
                  <a:cubicBezTo>
                    <a:pt x="5305" y="229"/>
                    <a:pt x="5305" y="229"/>
                    <a:pt x="5321" y="229"/>
                  </a:cubicBezTo>
                  <a:cubicBezTo>
                    <a:pt x="5292" y="219"/>
                    <a:pt x="5259" y="215"/>
                    <a:pt x="5229" y="215"/>
                  </a:cubicBezTo>
                  <a:cubicBezTo>
                    <a:pt x="5207" y="215"/>
                    <a:pt x="5187" y="217"/>
                    <a:pt x="5169" y="220"/>
                  </a:cubicBezTo>
                  <a:cubicBezTo>
                    <a:pt x="5186" y="229"/>
                    <a:pt x="5212" y="237"/>
                    <a:pt x="5237" y="237"/>
                  </a:cubicBezTo>
                  <a:cubicBezTo>
                    <a:pt x="5237" y="248"/>
                    <a:pt x="5210" y="259"/>
                    <a:pt x="5171" y="259"/>
                  </a:cubicBezTo>
                  <a:cubicBezTo>
                    <a:pt x="5148" y="259"/>
                    <a:pt x="5121" y="255"/>
                    <a:pt x="5093" y="246"/>
                  </a:cubicBezTo>
                  <a:cubicBezTo>
                    <a:pt x="5195" y="220"/>
                    <a:pt x="5017" y="212"/>
                    <a:pt x="5068" y="195"/>
                  </a:cubicBezTo>
                  <a:cubicBezTo>
                    <a:pt x="5046" y="193"/>
                    <a:pt x="5024" y="193"/>
                    <a:pt x="5002" y="193"/>
                  </a:cubicBezTo>
                  <a:cubicBezTo>
                    <a:pt x="4897" y="193"/>
                    <a:pt x="4792" y="209"/>
                    <a:pt x="4687" y="237"/>
                  </a:cubicBezTo>
                  <a:cubicBezTo>
                    <a:pt x="4579" y="231"/>
                    <a:pt x="4472" y="225"/>
                    <a:pt x="4361" y="225"/>
                  </a:cubicBezTo>
                  <a:cubicBezTo>
                    <a:pt x="4315" y="225"/>
                    <a:pt x="4269" y="226"/>
                    <a:pt x="4222" y="229"/>
                  </a:cubicBezTo>
                  <a:lnTo>
                    <a:pt x="4239" y="229"/>
                  </a:lnTo>
                  <a:lnTo>
                    <a:pt x="4171" y="246"/>
                  </a:lnTo>
                  <a:cubicBezTo>
                    <a:pt x="4129" y="246"/>
                    <a:pt x="4171" y="212"/>
                    <a:pt x="4103" y="212"/>
                  </a:cubicBezTo>
                  <a:cubicBezTo>
                    <a:pt x="4113" y="199"/>
                    <a:pt x="4130" y="196"/>
                    <a:pt x="4152" y="196"/>
                  </a:cubicBezTo>
                  <a:cubicBezTo>
                    <a:pt x="4176" y="196"/>
                    <a:pt x="4204" y="200"/>
                    <a:pt x="4233" y="200"/>
                  </a:cubicBezTo>
                  <a:cubicBezTo>
                    <a:pt x="4249" y="200"/>
                    <a:pt x="4266" y="199"/>
                    <a:pt x="4281" y="195"/>
                  </a:cubicBezTo>
                  <a:cubicBezTo>
                    <a:pt x="4171" y="161"/>
                    <a:pt x="4391" y="169"/>
                    <a:pt x="4315" y="144"/>
                  </a:cubicBezTo>
                  <a:lnTo>
                    <a:pt x="4315" y="144"/>
                  </a:lnTo>
                  <a:cubicBezTo>
                    <a:pt x="4301" y="163"/>
                    <a:pt x="4272" y="169"/>
                    <a:pt x="4236" y="169"/>
                  </a:cubicBezTo>
                  <a:cubicBezTo>
                    <a:pt x="4179" y="169"/>
                    <a:pt x="4104" y="155"/>
                    <a:pt x="4038" y="155"/>
                  </a:cubicBezTo>
                  <a:cubicBezTo>
                    <a:pt x="4016" y="155"/>
                    <a:pt x="3995" y="157"/>
                    <a:pt x="3976" y="161"/>
                  </a:cubicBezTo>
                  <a:cubicBezTo>
                    <a:pt x="3945" y="158"/>
                    <a:pt x="3941" y="154"/>
                    <a:pt x="3946" y="151"/>
                  </a:cubicBezTo>
                  <a:lnTo>
                    <a:pt x="3946" y="151"/>
                  </a:lnTo>
                  <a:lnTo>
                    <a:pt x="3943" y="153"/>
                  </a:lnTo>
                  <a:cubicBezTo>
                    <a:pt x="3909" y="144"/>
                    <a:pt x="3900" y="136"/>
                    <a:pt x="3900" y="119"/>
                  </a:cubicBezTo>
                  <a:cubicBezTo>
                    <a:pt x="3855" y="111"/>
                    <a:pt x="3809" y="107"/>
                    <a:pt x="3763" y="107"/>
                  </a:cubicBezTo>
                  <a:cubicBezTo>
                    <a:pt x="3708" y="107"/>
                    <a:pt x="3652" y="113"/>
                    <a:pt x="3596" y="127"/>
                  </a:cubicBezTo>
                  <a:cubicBezTo>
                    <a:pt x="3608" y="126"/>
                    <a:pt x="3617" y="126"/>
                    <a:pt x="3623" y="126"/>
                  </a:cubicBezTo>
                  <a:cubicBezTo>
                    <a:pt x="3677" y="126"/>
                    <a:pt x="3573" y="153"/>
                    <a:pt x="3663" y="161"/>
                  </a:cubicBezTo>
                  <a:cubicBezTo>
                    <a:pt x="3622" y="167"/>
                    <a:pt x="3584" y="173"/>
                    <a:pt x="3545" y="173"/>
                  </a:cubicBezTo>
                  <a:cubicBezTo>
                    <a:pt x="3528" y="173"/>
                    <a:pt x="3512" y="172"/>
                    <a:pt x="3494" y="169"/>
                  </a:cubicBezTo>
                  <a:cubicBezTo>
                    <a:pt x="3551" y="162"/>
                    <a:pt x="3454" y="132"/>
                    <a:pt x="3504" y="132"/>
                  </a:cubicBezTo>
                  <a:cubicBezTo>
                    <a:pt x="3514" y="132"/>
                    <a:pt x="3530" y="133"/>
                    <a:pt x="3553" y="136"/>
                  </a:cubicBezTo>
                  <a:cubicBezTo>
                    <a:pt x="3548" y="124"/>
                    <a:pt x="3537" y="120"/>
                    <a:pt x="3522" y="120"/>
                  </a:cubicBezTo>
                  <a:cubicBezTo>
                    <a:pt x="3500" y="120"/>
                    <a:pt x="3470" y="129"/>
                    <a:pt x="3439" y="129"/>
                  </a:cubicBezTo>
                  <a:cubicBezTo>
                    <a:pt x="3432" y="129"/>
                    <a:pt x="3425" y="128"/>
                    <a:pt x="3418" y="127"/>
                  </a:cubicBezTo>
                  <a:cubicBezTo>
                    <a:pt x="3445" y="120"/>
                    <a:pt x="3473" y="114"/>
                    <a:pt x="3500" y="107"/>
                  </a:cubicBezTo>
                  <a:lnTo>
                    <a:pt x="3500" y="107"/>
                  </a:lnTo>
                  <a:cubicBezTo>
                    <a:pt x="3487" y="109"/>
                    <a:pt x="3474" y="110"/>
                    <a:pt x="3459" y="110"/>
                  </a:cubicBezTo>
                  <a:cubicBezTo>
                    <a:pt x="3375" y="110"/>
                    <a:pt x="3267" y="77"/>
                    <a:pt x="3208" y="77"/>
                  </a:cubicBezTo>
                  <a:cubicBezTo>
                    <a:pt x="3192" y="77"/>
                    <a:pt x="3180" y="79"/>
                    <a:pt x="3173" y="85"/>
                  </a:cubicBezTo>
                  <a:cubicBezTo>
                    <a:pt x="3105" y="102"/>
                    <a:pt x="2995" y="119"/>
                    <a:pt x="2911" y="144"/>
                  </a:cubicBezTo>
                  <a:cubicBezTo>
                    <a:pt x="2818" y="119"/>
                    <a:pt x="2733" y="110"/>
                    <a:pt x="2640" y="110"/>
                  </a:cubicBezTo>
                  <a:lnTo>
                    <a:pt x="2657" y="93"/>
                  </a:lnTo>
                  <a:cubicBezTo>
                    <a:pt x="2631" y="89"/>
                    <a:pt x="2598" y="89"/>
                    <a:pt x="2561" y="89"/>
                  </a:cubicBezTo>
                  <a:cubicBezTo>
                    <a:pt x="2524" y="89"/>
                    <a:pt x="2483" y="89"/>
                    <a:pt x="2445" y="85"/>
                  </a:cubicBezTo>
                  <a:lnTo>
                    <a:pt x="2428" y="59"/>
                  </a:lnTo>
                  <a:cubicBezTo>
                    <a:pt x="2352" y="59"/>
                    <a:pt x="2268" y="59"/>
                    <a:pt x="2192" y="51"/>
                  </a:cubicBezTo>
                  <a:lnTo>
                    <a:pt x="2192" y="51"/>
                  </a:lnTo>
                  <a:cubicBezTo>
                    <a:pt x="2183" y="59"/>
                    <a:pt x="2268" y="68"/>
                    <a:pt x="2225" y="76"/>
                  </a:cubicBezTo>
                  <a:cubicBezTo>
                    <a:pt x="2243" y="80"/>
                    <a:pt x="2259" y="82"/>
                    <a:pt x="2271" y="82"/>
                  </a:cubicBezTo>
                  <a:cubicBezTo>
                    <a:pt x="2288" y="82"/>
                    <a:pt x="2298" y="78"/>
                    <a:pt x="2293" y="68"/>
                  </a:cubicBezTo>
                  <a:cubicBezTo>
                    <a:pt x="2327" y="68"/>
                    <a:pt x="2327" y="93"/>
                    <a:pt x="2361" y="110"/>
                  </a:cubicBezTo>
                  <a:lnTo>
                    <a:pt x="2200" y="110"/>
                  </a:lnTo>
                  <a:lnTo>
                    <a:pt x="2183" y="102"/>
                  </a:lnTo>
                  <a:lnTo>
                    <a:pt x="2175" y="127"/>
                  </a:lnTo>
                  <a:cubicBezTo>
                    <a:pt x="2124" y="119"/>
                    <a:pt x="2115" y="110"/>
                    <a:pt x="2124" y="102"/>
                  </a:cubicBezTo>
                  <a:lnTo>
                    <a:pt x="2124" y="102"/>
                  </a:lnTo>
                  <a:cubicBezTo>
                    <a:pt x="2051" y="109"/>
                    <a:pt x="2016" y="129"/>
                    <a:pt x="1943" y="129"/>
                  </a:cubicBezTo>
                  <a:cubicBezTo>
                    <a:pt x="1931" y="129"/>
                    <a:pt x="1918" y="128"/>
                    <a:pt x="1904" y="127"/>
                  </a:cubicBezTo>
                  <a:cubicBezTo>
                    <a:pt x="1946" y="102"/>
                    <a:pt x="1997" y="93"/>
                    <a:pt x="2048" y="93"/>
                  </a:cubicBezTo>
                  <a:lnTo>
                    <a:pt x="1938" y="93"/>
                  </a:lnTo>
                  <a:cubicBezTo>
                    <a:pt x="1988" y="68"/>
                    <a:pt x="2175" y="85"/>
                    <a:pt x="2149" y="51"/>
                  </a:cubicBezTo>
                  <a:cubicBezTo>
                    <a:pt x="2014" y="51"/>
                    <a:pt x="1879" y="68"/>
                    <a:pt x="1752" y="93"/>
                  </a:cubicBezTo>
                  <a:cubicBezTo>
                    <a:pt x="1722" y="76"/>
                    <a:pt x="1686" y="74"/>
                    <a:pt x="1647" y="74"/>
                  </a:cubicBezTo>
                  <a:cubicBezTo>
                    <a:pt x="1634" y="74"/>
                    <a:pt x="1621" y="74"/>
                    <a:pt x="1607" y="74"/>
                  </a:cubicBezTo>
                  <a:cubicBezTo>
                    <a:pt x="1580" y="74"/>
                    <a:pt x="1551" y="74"/>
                    <a:pt x="1523" y="68"/>
                  </a:cubicBezTo>
                  <a:cubicBezTo>
                    <a:pt x="1506" y="59"/>
                    <a:pt x="1481" y="51"/>
                    <a:pt x="1498" y="43"/>
                  </a:cubicBezTo>
                  <a:lnTo>
                    <a:pt x="1523" y="43"/>
                  </a:lnTo>
                  <a:cubicBezTo>
                    <a:pt x="1478" y="36"/>
                    <a:pt x="1432" y="33"/>
                    <a:pt x="1385" y="33"/>
                  </a:cubicBezTo>
                  <a:cubicBezTo>
                    <a:pt x="1309" y="33"/>
                    <a:pt x="1233" y="41"/>
                    <a:pt x="1159" y="51"/>
                  </a:cubicBezTo>
                  <a:lnTo>
                    <a:pt x="1100" y="17"/>
                  </a:lnTo>
                  <a:cubicBezTo>
                    <a:pt x="1075" y="14"/>
                    <a:pt x="1057" y="12"/>
                    <a:pt x="1045" y="12"/>
                  </a:cubicBezTo>
                  <a:cubicBezTo>
                    <a:pt x="980" y="12"/>
                    <a:pt x="1092" y="60"/>
                    <a:pt x="974" y="60"/>
                  </a:cubicBezTo>
                  <a:cubicBezTo>
                    <a:pt x="967" y="60"/>
                    <a:pt x="958" y="60"/>
                    <a:pt x="948" y="59"/>
                  </a:cubicBezTo>
                  <a:cubicBezTo>
                    <a:pt x="906" y="26"/>
                    <a:pt x="720" y="34"/>
                    <a:pt x="71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3"/>
            <p:cNvSpPr/>
            <p:nvPr/>
          </p:nvSpPr>
          <p:spPr>
            <a:xfrm flipH="1" rot="-970990">
              <a:off x="5195318" y="836657"/>
              <a:ext cx="3672" cy="2160"/>
            </a:xfrm>
            <a:custGeom>
              <a:rect b="b" l="l" r="r" t="t"/>
              <a:pathLst>
                <a:path extrusionOk="0" h="60" w="102">
                  <a:moveTo>
                    <a:pt x="59" y="0"/>
                  </a:moveTo>
                  <a:cubicBezTo>
                    <a:pt x="51" y="17"/>
                    <a:pt x="0" y="51"/>
                    <a:pt x="26" y="60"/>
                  </a:cubicBezTo>
                  <a:cubicBezTo>
                    <a:pt x="9" y="51"/>
                    <a:pt x="102" y="0"/>
                    <a:pt x="5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3"/>
            <p:cNvSpPr/>
            <p:nvPr/>
          </p:nvSpPr>
          <p:spPr>
            <a:xfrm flipH="1" rot="-970990">
              <a:off x="5197659" y="836191"/>
              <a:ext cx="2160" cy="1872"/>
            </a:xfrm>
            <a:custGeom>
              <a:rect b="b" l="l" r="r" t="t"/>
              <a:pathLst>
                <a:path extrusionOk="0" h="52" w="60">
                  <a:moveTo>
                    <a:pt x="60" y="0"/>
                  </a:moveTo>
                  <a:lnTo>
                    <a:pt x="18" y="26"/>
                  </a:lnTo>
                  <a:cubicBezTo>
                    <a:pt x="18" y="30"/>
                    <a:pt x="20" y="32"/>
                    <a:pt x="18" y="36"/>
                  </a:cubicBezTo>
                  <a:lnTo>
                    <a:pt x="18" y="36"/>
                  </a:lnTo>
                  <a:lnTo>
                    <a:pt x="60" y="0"/>
                  </a:lnTo>
                  <a:close/>
                  <a:moveTo>
                    <a:pt x="18" y="36"/>
                  </a:moveTo>
                  <a:lnTo>
                    <a:pt x="1" y="51"/>
                  </a:lnTo>
                  <a:cubicBezTo>
                    <a:pt x="13" y="43"/>
                    <a:pt x="17" y="39"/>
                    <a:pt x="18" y="3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3"/>
            <p:cNvSpPr/>
            <p:nvPr/>
          </p:nvSpPr>
          <p:spPr>
            <a:xfrm flipH="1" rot="-970990">
              <a:off x="5203064" y="830519"/>
              <a:ext cx="7019" cy="6120"/>
            </a:xfrm>
            <a:custGeom>
              <a:rect b="b" l="l" r="r" t="t"/>
              <a:pathLst>
                <a:path extrusionOk="0" h="170" w="195">
                  <a:moveTo>
                    <a:pt x="144" y="0"/>
                  </a:moveTo>
                  <a:lnTo>
                    <a:pt x="144" y="0"/>
                  </a:lnTo>
                  <a:cubicBezTo>
                    <a:pt x="59" y="59"/>
                    <a:pt x="68" y="119"/>
                    <a:pt x="0" y="169"/>
                  </a:cubicBezTo>
                  <a:cubicBezTo>
                    <a:pt x="43" y="169"/>
                    <a:pt x="195" y="76"/>
                    <a:pt x="169" y="43"/>
                  </a:cubicBezTo>
                  <a:lnTo>
                    <a:pt x="169" y="43"/>
                  </a:lnTo>
                  <a:cubicBezTo>
                    <a:pt x="153" y="76"/>
                    <a:pt x="127" y="110"/>
                    <a:pt x="93" y="127"/>
                  </a:cubicBezTo>
                  <a:cubicBezTo>
                    <a:pt x="43" y="93"/>
                    <a:pt x="161" y="59"/>
                    <a:pt x="1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3"/>
            <p:cNvSpPr/>
            <p:nvPr/>
          </p:nvSpPr>
          <p:spPr>
            <a:xfrm flipH="1" rot="-970990">
              <a:off x="5202973" y="829634"/>
              <a:ext cx="1548" cy="1584"/>
            </a:xfrm>
            <a:custGeom>
              <a:rect b="b" l="l" r="r" t="t"/>
              <a:pathLst>
                <a:path extrusionOk="0" h="44" w="43">
                  <a:moveTo>
                    <a:pt x="34" y="1"/>
                  </a:moveTo>
                  <a:lnTo>
                    <a:pt x="0" y="43"/>
                  </a:lnTo>
                  <a:lnTo>
                    <a:pt x="9" y="43"/>
                  </a:lnTo>
                  <a:lnTo>
                    <a:pt x="4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3"/>
            <p:cNvSpPr/>
            <p:nvPr/>
          </p:nvSpPr>
          <p:spPr>
            <a:xfrm flipH="1" rot="-970990">
              <a:off x="5152754" y="824863"/>
              <a:ext cx="1584" cy="1620"/>
            </a:xfrm>
            <a:custGeom>
              <a:rect b="b" l="l" r="r" t="t"/>
              <a:pathLst>
                <a:path extrusionOk="0" h="45" w="44">
                  <a:moveTo>
                    <a:pt x="43" y="1"/>
                  </a:moveTo>
                  <a:lnTo>
                    <a:pt x="43" y="1"/>
                  </a:lnTo>
                  <a:cubicBezTo>
                    <a:pt x="26" y="9"/>
                    <a:pt x="9" y="26"/>
                    <a:pt x="1" y="43"/>
                  </a:cubicBezTo>
                  <a:cubicBezTo>
                    <a:pt x="3" y="44"/>
                    <a:pt x="5" y="45"/>
                    <a:pt x="6" y="45"/>
                  </a:cubicBezTo>
                  <a:cubicBezTo>
                    <a:pt x="21" y="45"/>
                    <a:pt x="36" y="16"/>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3"/>
            <p:cNvSpPr/>
            <p:nvPr/>
          </p:nvSpPr>
          <p:spPr>
            <a:xfrm flipH="1" rot="-970990">
              <a:off x="5422180" y="648197"/>
              <a:ext cx="15874" cy="324"/>
            </a:xfrm>
            <a:custGeom>
              <a:rect b="b" l="l" r="r" t="t"/>
              <a:pathLst>
                <a:path extrusionOk="0" h="9" w="441">
                  <a:moveTo>
                    <a:pt x="1" y="0"/>
                  </a:moveTo>
                  <a:lnTo>
                    <a:pt x="152" y="3"/>
                  </a:lnTo>
                  <a:lnTo>
                    <a:pt x="152" y="3"/>
                  </a:lnTo>
                  <a:cubicBezTo>
                    <a:pt x="100" y="2"/>
                    <a:pt x="51" y="0"/>
                    <a:pt x="1" y="0"/>
                  </a:cubicBezTo>
                  <a:close/>
                  <a:moveTo>
                    <a:pt x="152" y="3"/>
                  </a:moveTo>
                  <a:cubicBezTo>
                    <a:pt x="233" y="6"/>
                    <a:pt x="323" y="9"/>
                    <a:pt x="441" y="9"/>
                  </a:cubicBezTo>
                  <a:lnTo>
                    <a:pt x="152" y="3"/>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3"/>
            <p:cNvSpPr/>
            <p:nvPr/>
          </p:nvSpPr>
          <p:spPr>
            <a:xfrm flipH="1" rot="-970990">
              <a:off x="5103092" y="787461"/>
              <a:ext cx="11015" cy="14651"/>
            </a:xfrm>
            <a:custGeom>
              <a:rect b="b" l="l" r="r" t="t"/>
              <a:pathLst>
                <a:path extrusionOk="0" h="407" w="306">
                  <a:moveTo>
                    <a:pt x="305" y="0"/>
                  </a:moveTo>
                  <a:lnTo>
                    <a:pt x="212" y="68"/>
                  </a:lnTo>
                  <a:cubicBezTo>
                    <a:pt x="153" y="187"/>
                    <a:pt x="77" y="297"/>
                    <a:pt x="1" y="406"/>
                  </a:cubicBezTo>
                  <a:cubicBezTo>
                    <a:pt x="69" y="347"/>
                    <a:pt x="128" y="271"/>
                    <a:pt x="170" y="187"/>
                  </a:cubicBezTo>
                  <a:cubicBezTo>
                    <a:pt x="195" y="119"/>
                    <a:pt x="246" y="51"/>
                    <a:pt x="30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3"/>
            <p:cNvSpPr/>
            <p:nvPr/>
          </p:nvSpPr>
          <p:spPr>
            <a:xfrm flipH="1" rot="-970990">
              <a:off x="5099848" y="789741"/>
              <a:ext cx="3528" cy="5076"/>
            </a:xfrm>
            <a:custGeom>
              <a:rect b="b" l="l" r="r" t="t"/>
              <a:pathLst>
                <a:path extrusionOk="0" h="141" w="98">
                  <a:moveTo>
                    <a:pt x="80" y="0"/>
                  </a:moveTo>
                  <a:cubicBezTo>
                    <a:pt x="77" y="0"/>
                    <a:pt x="74" y="2"/>
                    <a:pt x="68" y="5"/>
                  </a:cubicBezTo>
                  <a:cubicBezTo>
                    <a:pt x="9" y="98"/>
                    <a:pt x="77" y="48"/>
                    <a:pt x="1" y="141"/>
                  </a:cubicBezTo>
                  <a:lnTo>
                    <a:pt x="85" y="90"/>
                  </a:lnTo>
                  <a:lnTo>
                    <a:pt x="85" y="90"/>
                  </a:lnTo>
                  <a:cubicBezTo>
                    <a:pt x="80" y="92"/>
                    <a:pt x="75" y="93"/>
                    <a:pt x="72" y="93"/>
                  </a:cubicBezTo>
                  <a:cubicBezTo>
                    <a:pt x="38" y="93"/>
                    <a:pt x="98" y="0"/>
                    <a:pt x="8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3"/>
            <p:cNvSpPr/>
            <p:nvPr/>
          </p:nvSpPr>
          <p:spPr>
            <a:xfrm flipH="1" rot="-970990">
              <a:off x="5135189" y="793017"/>
              <a:ext cx="648" cy="1224"/>
            </a:xfrm>
            <a:custGeom>
              <a:rect b="b" l="l" r="r" t="t"/>
              <a:pathLst>
                <a:path extrusionOk="0" h="34" w="18">
                  <a:moveTo>
                    <a:pt x="17" y="0"/>
                  </a:moveTo>
                  <a:lnTo>
                    <a:pt x="0" y="26"/>
                  </a:lnTo>
                  <a:lnTo>
                    <a:pt x="9" y="34"/>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3"/>
            <p:cNvSpPr/>
            <p:nvPr/>
          </p:nvSpPr>
          <p:spPr>
            <a:xfrm flipH="1" rot="-970990">
              <a:off x="5086057" y="774561"/>
              <a:ext cx="3096" cy="648"/>
            </a:xfrm>
            <a:custGeom>
              <a:rect b="b" l="l" r="r" t="t"/>
              <a:pathLst>
                <a:path extrusionOk="0" h="18" w="86">
                  <a:moveTo>
                    <a:pt x="1" y="0"/>
                  </a:moveTo>
                  <a:lnTo>
                    <a:pt x="52" y="17"/>
                  </a:lnTo>
                  <a:lnTo>
                    <a:pt x="86" y="17"/>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3"/>
            <p:cNvSpPr/>
            <p:nvPr/>
          </p:nvSpPr>
          <p:spPr>
            <a:xfrm flipH="1" rot="-970990">
              <a:off x="5084913" y="775446"/>
              <a:ext cx="1260" cy="36"/>
            </a:xfrm>
            <a:custGeom>
              <a:rect b="b" l="l" r="r" t="t"/>
              <a:pathLst>
                <a:path extrusionOk="0" h="1" w="35">
                  <a:moveTo>
                    <a:pt x="34" y="1"/>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3"/>
            <p:cNvSpPr/>
            <p:nvPr/>
          </p:nvSpPr>
          <p:spPr>
            <a:xfrm flipH="1" rot="-970990">
              <a:off x="5136050" y="791039"/>
              <a:ext cx="1584" cy="2196"/>
            </a:xfrm>
            <a:custGeom>
              <a:rect b="b" l="l" r="r" t="t"/>
              <a:pathLst>
                <a:path extrusionOk="0" h="61" w="44">
                  <a:moveTo>
                    <a:pt x="43" y="1"/>
                  </a:moveTo>
                  <a:lnTo>
                    <a:pt x="1" y="35"/>
                  </a:lnTo>
                  <a:lnTo>
                    <a:pt x="1" y="60"/>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3"/>
            <p:cNvSpPr/>
            <p:nvPr/>
          </p:nvSpPr>
          <p:spPr>
            <a:xfrm flipH="1" rot="-970990">
              <a:off x="5120290" y="788848"/>
              <a:ext cx="1296" cy="1080"/>
            </a:xfrm>
            <a:custGeom>
              <a:rect b="b" l="l" r="r" t="t"/>
              <a:pathLst>
                <a:path extrusionOk="0" h="30" w="36">
                  <a:moveTo>
                    <a:pt x="23" y="0"/>
                  </a:moveTo>
                  <a:cubicBezTo>
                    <a:pt x="20" y="0"/>
                    <a:pt x="16" y="1"/>
                    <a:pt x="9" y="4"/>
                  </a:cubicBezTo>
                  <a:lnTo>
                    <a:pt x="0" y="30"/>
                  </a:lnTo>
                  <a:cubicBezTo>
                    <a:pt x="0" y="30"/>
                    <a:pt x="35" y="0"/>
                    <a:pt x="2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3"/>
            <p:cNvSpPr/>
            <p:nvPr/>
          </p:nvSpPr>
          <p:spPr>
            <a:xfrm flipH="1" rot="-970990">
              <a:off x="5106621" y="766839"/>
              <a:ext cx="4284" cy="324"/>
            </a:xfrm>
            <a:custGeom>
              <a:rect b="b" l="l" r="r" t="t"/>
              <a:pathLst>
                <a:path extrusionOk="0" h="9" w="119">
                  <a:moveTo>
                    <a:pt x="0" y="0"/>
                  </a:moveTo>
                  <a:lnTo>
                    <a:pt x="8" y="8"/>
                  </a:lnTo>
                  <a:lnTo>
                    <a:pt x="1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3"/>
            <p:cNvSpPr/>
            <p:nvPr/>
          </p:nvSpPr>
          <p:spPr>
            <a:xfrm flipH="1" rot="-970990">
              <a:off x="5119292" y="782958"/>
              <a:ext cx="1764" cy="1008"/>
            </a:xfrm>
            <a:custGeom>
              <a:rect b="b" l="l" r="r" t="t"/>
              <a:pathLst>
                <a:path extrusionOk="0" h="28" w="49">
                  <a:moveTo>
                    <a:pt x="30" y="1"/>
                  </a:moveTo>
                  <a:cubicBezTo>
                    <a:pt x="28" y="1"/>
                    <a:pt x="22" y="4"/>
                    <a:pt x="7" y="15"/>
                  </a:cubicBezTo>
                  <a:cubicBezTo>
                    <a:pt x="0" y="24"/>
                    <a:pt x="1" y="28"/>
                    <a:pt x="6" y="28"/>
                  </a:cubicBezTo>
                  <a:cubicBezTo>
                    <a:pt x="13" y="28"/>
                    <a:pt x="33" y="17"/>
                    <a:pt x="49" y="7"/>
                  </a:cubicBezTo>
                  <a:lnTo>
                    <a:pt x="49" y="7"/>
                  </a:lnTo>
                  <a:cubicBezTo>
                    <a:pt x="36" y="14"/>
                    <a:pt x="30" y="16"/>
                    <a:pt x="27" y="16"/>
                  </a:cubicBezTo>
                  <a:cubicBezTo>
                    <a:pt x="20" y="16"/>
                    <a:pt x="34" y="1"/>
                    <a:pt x="3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3"/>
            <p:cNvSpPr/>
            <p:nvPr/>
          </p:nvSpPr>
          <p:spPr>
            <a:xfrm flipH="1" rot="-970990">
              <a:off x="5124908" y="773407"/>
              <a:ext cx="936" cy="36"/>
            </a:xfrm>
            <a:custGeom>
              <a:rect b="b" l="l" r="r" t="t"/>
              <a:pathLst>
                <a:path extrusionOk="0" h="1" w="26">
                  <a:moveTo>
                    <a:pt x="26" y="1"/>
                  </a:moveTo>
                  <a:cubicBezTo>
                    <a:pt x="17" y="1"/>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3"/>
            <p:cNvSpPr/>
            <p:nvPr/>
          </p:nvSpPr>
          <p:spPr>
            <a:xfrm flipH="1" rot="-970990">
              <a:off x="5122875" y="773716"/>
              <a:ext cx="2160" cy="468"/>
            </a:xfrm>
            <a:custGeom>
              <a:rect b="b" l="l" r="r" t="t"/>
              <a:pathLst>
                <a:path extrusionOk="0" h="13" w="60">
                  <a:moveTo>
                    <a:pt x="17" y="0"/>
                  </a:moveTo>
                  <a:cubicBezTo>
                    <a:pt x="11" y="0"/>
                    <a:pt x="6" y="1"/>
                    <a:pt x="1" y="4"/>
                  </a:cubicBezTo>
                  <a:cubicBezTo>
                    <a:pt x="17" y="4"/>
                    <a:pt x="34" y="12"/>
                    <a:pt x="60" y="12"/>
                  </a:cubicBezTo>
                  <a:cubicBezTo>
                    <a:pt x="48" y="6"/>
                    <a:pt x="32" y="0"/>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3"/>
            <p:cNvSpPr/>
            <p:nvPr/>
          </p:nvSpPr>
          <p:spPr>
            <a:xfrm flipH="1" rot="-970990">
              <a:off x="5132605" y="770066"/>
              <a:ext cx="2196" cy="684"/>
            </a:xfrm>
            <a:custGeom>
              <a:rect b="b" l="l" r="r" t="t"/>
              <a:pathLst>
                <a:path extrusionOk="0" h="19" w="61">
                  <a:moveTo>
                    <a:pt x="60" y="0"/>
                  </a:moveTo>
                  <a:cubicBezTo>
                    <a:pt x="18" y="0"/>
                    <a:pt x="1" y="0"/>
                    <a:pt x="9" y="9"/>
                  </a:cubicBezTo>
                  <a:lnTo>
                    <a:pt x="26" y="9"/>
                  </a:lnTo>
                  <a:cubicBezTo>
                    <a:pt x="16" y="16"/>
                    <a:pt x="12" y="18"/>
                    <a:pt x="14" y="18"/>
                  </a:cubicBezTo>
                  <a:cubicBezTo>
                    <a:pt x="15" y="18"/>
                    <a:pt x="25" y="14"/>
                    <a:pt x="35" y="9"/>
                  </a:cubicBezTo>
                  <a:cubicBezTo>
                    <a:pt x="47" y="4"/>
                    <a:pt x="54" y="4"/>
                    <a:pt x="57" y="4"/>
                  </a:cubicBezTo>
                  <a:cubicBezTo>
                    <a:pt x="60" y="4"/>
                    <a:pt x="60" y="4"/>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3"/>
            <p:cNvSpPr/>
            <p:nvPr/>
          </p:nvSpPr>
          <p:spPr>
            <a:xfrm flipH="1" rot="-970990">
              <a:off x="5158191" y="743672"/>
              <a:ext cx="8279" cy="1620"/>
            </a:xfrm>
            <a:custGeom>
              <a:rect b="b" l="l" r="r" t="t"/>
              <a:pathLst>
                <a:path extrusionOk="0" h="45" w="230">
                  <a:moveTo>
                    <a:pt x="1" y="1"/>
                  </a:moveTo>
                  <a:cubicBezTo>
                    <a:pt x="86" y="18"/>
                    <a:pt x="111" y="26"/>
                    <a:pt x="111" y="43"/>
                  </a:cubicBezTo>
                  <a:cubicBezTo>
                    <a:pt x="119" y="44"/>
                    <a:pt x="127" y="45"/>
                    <a:pt x="133" y="45"/>
                  </a:cubicBezTo>
                  <a:cubicBezTo>
                    <a:pt x="186" y="45"/>
                    <a:pt x="184" y="18"/>
                    <a:pt x="229" y="18"/>
                  </a:cubicBezTo>
                  <a:cubicBezTo>
                    <a:pt x="128" y="18"/>
                    <a:pt x="11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3"/>
            <p:cNvSpPr/>
            <p:nvPr/>
          </p:nvSpPr>
          <p:spPr>
            <a:xfrm flipH="1" rot="-970990">
              <a:off x="5158616" y="745350"/>
              <a:ext cx="36" cy="36"/>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3"/>
            <p:cNvSpPr/>
            <p:nvPr/>
          </p:nvSpPr>
          <p:spPr>
            <a:xfrm flipH="1" rot="-970990">
              <a:off x="5130364" y="779700"/>
              <a:ext cx="1548" cy="936"/>
            </a:xfrm>
            <a:custGeom>
              <a:rect b="b" l="l" r="r" t="t"/>
              <a:pathLst>
                <a:path extrusionOk="0" h="26" w="43">
                  <a:moveTo>
                    <a:pt x="43" y="0"/>
                  </a:moveTo>
                  <a:cubicBezTo>
                    <a:pt x="26" y="9"/>
                    <a:pt x="17" y="17"/>
                    <a:pt x="0" y="25"/>
                  </a:cubicBezTo>
                  <a:lnTo>
                    <a:pt x="9" y="25"/>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3"/>
            <p:cNvSpPr/>
            <p:nvPr/>
          </p:nvSpPr>
          <p:spPr>
            <a:xfrm flipH="1" rot="-970990">
              <a:off x="5168183" y="740877"/>
              <a:ext cx="2484" cy="432"/>
            </a:xfrm>
            <a:custGeom>
              <a:rect b="b" l="l" r="r" t="t"/>
              <a:pathLst>
                <a:path extrusionOk="0" h="12" w="69">
                  <a:moveTo>
                    <a:pt x="32" y="1"/>
                  </a:moveTo>
                  <a:cubicBezTo>
                    <a:pt x="15" y="1"/>
                    <a:pt x="1" y="3"/>
                    <a:pt x="9" y="3"/>
                  </a:cubicBezTo>
                  <a:cubicBezTo>
                    <a:pt x="26" y="3"/>
                    <a:pt x="51" y="3"/>
                    <a:pt x="68" y="12"/>
                  </a:cubicBezTo>
                  <a:cubicBezTo>
                    <a:pt x="68" y="3"/>
                    <a:pt x="49" y="1"/>
                    <a:pt x="3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3"/>
            <p:cNvSpPr/>
            <p:nvPr/>
          </p:nvSpPr>
          <p:spPr>
            <a:xfrm flipH="1" rot="-970990">
              <a:off x="5160761" y="757609"/>
              <a:ext cx="3096" cy="972"/>
            </a:xfrm>
            <a:custGeom>
              <a:rect b="b" l="l" r="r" t="t"/>
              <a:pathLst>
                <a:path extrusionOk="0" h="27" w="86">
                  <a:moveTo>
                    <a:pt x="22" y="0"/>
                  </a:moveTo>
                  <a:cubicBezTo>
                    <a:pt x="15" y="0"/>
                    <a:pt x="7" y="3"/>
                    <a:pt x="1" y="10"/>
                  </a:cubicBezTo>
                  <a:cubicBezTo>
                    <a:pt x="9" y="18"/>
                    <a:pt x="60" y="18"/>
                    <a:pt x="85" y="27"/>
                  </a:cubicBezTo>
                  <a:cubicBezTo>
                    <a:pt x="67" y="20"/>
                    <a:pt x="43" y="0"/>
                    <a:pt x="2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3"/>
            <p:cNvSpPr/>
            <p:nvPr/>
          </p:nvSpPr>
          <p:spPr>
            <a:xfrm flipH="1" rot="-970990">
              <a:off x="5176751" y="740606"/>
              <a:ext cx="2844" cy="1332"/>
            </a:xfrm>
            <a:custGeom>
              <a:rect b="b" l="l" r="r" t="t"/>
              <a:pathLst>
                <a:path extrusionOk="0" h="37" w="79">
                  <a:moveTo>
                    <a:pt x="24" y="1"/>
                  </a:moveTo>
                  <a:cubicBezTo>
                    <a:pt x="18" y="1"/>
                    <a:pt x="10" y="1"/>
                    <a:pt x="1" y="2"/>
                  </a:cubicBezTo>
                  <a:cubicBezTo>
                    <a:pt x="18" y="2"/>
                    <a:pt x="35" y="19"/>
                    <a:pt x="26" y="36"/>
                  </a:cubicBezTo>
                  <a:cubicBezTo>
                    <a:pt x="49" y="29"/>
                    <a:pt x="78" y="1"/>
                    <a:pt x="2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3"/>
            <p:cNvSpPr/>
            <p:nvPr/>
          </p:nvSpPr>
          <p:spPr>
            <a:xfrm flipH="1" rot="-970990">
              <a:off x="5166450" y="755735"/>
              <a:ext cx="2484" cy="360"/>
            </a:xfrm>
            <a:custGeom>
              <a:rect b="b" l="l" r="r" t="t"/>
              <a:pathLst>
                <a:path extrusionOk="0" h="10" w="69">
                  <a:moveTo>
                    <a:pt x="0" y="1"/>
                  </a:moveTo>
                  <a:lnTo>
                    <a:pt x="9"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3"/>
            <p:cNvSpPr/>
            <p:nvPr/>
          </p:nvSpPr>
          <p:spPr>
            <a:xfrm flipH="1" rot="-970990">
              <a:off x="5162530" y="764605"/>
              <a:ext cx="6155" cy="3132"/>
            </a:xfrm>
            <a:custGeom>
              <a:rect b="b" l="l" r="r" t="t"/>
              <a:pathLst>
                <a:path extrusionOk="0" h="87" w="171">
                  <a:moveTo>
                    <a:pt x="64" y="1"/>
                  </a:moveTo>
                  <a:cubicBezTo>
                    <a:pt x="29" y="1"/>
                    <a:pt x="94" y="36"/>
                    <a:pt x="35" y="36"/>
                  </a:cubicBezTo>
                  <a:cubicBezTo>
                    <a:pt x="30" y="36"/>
                    <a:pt x="24" y="36"/>
                    <a:pt x="18" y="36"/>
                  </a:cubicBezTo>
                  <a:lnTo>
                    <a:pt x="18" y="36"/>
                  </a:lnTo>
                  <a:cubicBezTo>
                    <a:pt x="77" y="44"/>
                    <a:pt x="111" y="78"/>
                    <a:pt x="102" y="86"/>
                  </a:cubicBezTo>
                  <a:cubicBezTo>
                    <a:pt x="170" y="69"/>
                    <a:pt x="1" y="19"/>
                    <a:pt x="119" y="10"/>
                  </a:cubicBezTo>
                  <a:cubicBezTo>
                    <a:pt x="90" y="3"/>
                    <a:pt x="73" y="1"/>
                    <a:pt x="6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3"/>
            <p:cNvSpPr/>
            <p:nvPr/>
          </p:nvSpPr>
          <p:spPr>
            <a:xfrm flipH="1" rot="-970990">
              <a:off x="5167813" y="764857"/>
              <a:ext cx="936" cy="252"/>
            </a:xfrm>
            <a:custGeom>
              <a:rect b="b" l="l" r="r" t="t"/>
              <a:pathLst>
                <a:path extrusionOk="0" h="7" w="26">
                  <a:moveTo>
                    <a:pt x="13" y="0"/>
                  </a:moveTo>
                  <a:cubicBezTo>
                    <a:pt x="9" y="0"/>
                    <a:pt x="5" y="2"/>
                    <a:pt x="0" y="7"/>
                  </a:cubicBezTo>
                  <a:lnTo>
                    <a:pt x="26" y="7"/>
                  </a:lnTo>
                  <a:cubicBezTo>
                    <a:pt x="22" y="2"/>
                    <a:pt x="17" y="0"/>
                    <a:pt x="1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3"/>
            <p:cNvSpPr/>
            <p:nvPr/>
          </p:nvSpPr>
          <p:spPr>
            <a:xfrm flipH="1" rot="-970990">
              <a:off x="5196380" y="748547"/>
              <a:ext cx="936" cy="360"/>
            </a:xfrm>
            <a:custGeom>
              <a:rect b="b" l="l" r="r" t="t"/>
              <a:pathLst>
                <a:path extrusionOk="0" h="10" w="26">
                  <a:moveTo>
                    <a:pt x="0" y="9"/>
                  </a:move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3"/>
            <p:cNvSpPr/>
            <p:nvPr/>
          </p:nvSpPr>
          <p:spPr>
            <a:xfrm flipH="1" rot="-970990">
              <a:off x="5176058" y="760384"/>
              <a:ext cx="8243" cy="1692"/>
            </a:xfrm>
            <a:custGeom>
              <a:rect b="b" l="l" r="r" t="t"/>
              <a:pathLst>
                <a:path extrusionOk="0" h="47" w="229">
                  <a:moveTo>
                    <a:pt x="229" y="1"/>
                  </a:moveTo>
                  <a:cubicBezTo>
                    <a:pt x="161" y="18"/>
                    <a:pt x="0" y="1"/>
                    <a:pt x="9" y="43"/>
                  </a:cubicBezTo>
                  <a:cubicBezTo>
                    <a:pt x="21" y="45"/>
                    <a:pt x="34" y="46"/>
                    <a:pt x="48" y="46"/>
                  </a:cubicBezTo>
                  <a:cubicBezTo>
                    <a:pt x="81" y="46"/>
                    <a:pt x="117" y="41"/>
                    <a:pt x="152" y="35"/>
                  </a:cubicBezTo>
                  <a:lnTo>
                    <a:pt x="127" y="26"/>
                  </a:lnTo>
                  <a:lnTo>
                    <a:pt x="22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3"/>
            <p:cNvSpPr/>
            <p:nvPr/>
          </p:nvSpPr>
          <p:spPr>
            <a:xfrm flipH="1" rot="-970990">
              <a:off x="5208571" y="725845"/>
              <a:ext cx="2088" cy="720"/>
            </a:xfrm>
            <a:custGeom>
              <a:rect b="b" l="l" r="r" t="t"/>
              <a:pathLst>
                <a:path extrusionOk="0" h="20" w="58">
                  <a:moveTo>
                    <a:pt x="7" y="0"/>
                  </a:moveTo>
                  <a:lnTo>
                    <a:pt x="7" y="0"/>
                  </a:lnTo>
                  <a:cubicBezTo>
                    <a:pt x="20" y="7"/>
                    <a:pt x="1" y="19"/>
                    <a:pt x="6" y="19"/>
                  </a:cubicBezTo>
                  <a:cubicBezTo>
                    <a:pt x="8" y="19"/>
                    <a:pt x="10" y="19"/>
                    <a:pt x="15" y="17"/>
                  </a:cubicBezTo>
                  <a:lnTo>
                    <a:pt x="58" y="8"/>
                  </a:lnTo>
                  <a:lnTo>
                    <a:pt x="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3"/>
            <p:cNvSpPr/>
            <p:nvPr/>
          </p:nvSpPr>
          <p:spPr>
            <a:xfrm flipH="1" rot="-970990">
              <a:off x="5210556" y="725553"/>
              <a:ext cx="36" cy="36"/>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3"/>
            <p:cNvSpPr/>
            <p:nvPr/>
          </p:nvSpPr>
          <p:spPr>
            <a:xfrm flipH="1" rot="-970990">
              <a:off x="5187818" y="750464"/>
              <a:ext cx="3060" cy="504"/>
            </a:xfrm>
            <a:custGeom>
              <a:rect b="b" l="l" r="r" t="t"/>
              <a:pathLst>
                <a:path extrusionOk="0" h="14" w="85">
                  <a:moveTo>
                    <a:pt x="20" y="0"/>
                  </a:moveTo>
                  <a:cubicBezTo>
                    <a:pt x="9" y="0"/>
                    <a:pt x="0" y="2"/>
                    <a:pt x="0" y="8"/>
                  </a:cubicBezTo>
                  <a:cubicBezTo>
                    <a:pt x="17" y="12"/>
                    <a:pt x="32" y="14"/>
                    <a:pt x="46" y="14"/>
                  </a:cubicBezTo>
                  <a:cubicBezTo>
                    <a:pt x="60" y="14"/>
                    <a:pt x="72" y="12"/>
                    <a:pt x="85" y="8"/>
                  </a:cubicBezTo>
                  <a:cubicBezTo>
                    <a:pt x="79" y="8"/>
                    <a:pt x="44" y="0"/>
                    <a:pt x="2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3"/>
            <p:cNvSpPr/>
            <p:nvPr/>
          </p:nvSpPr>
          <p:spPr>
            <a:xfrm flipH="1" rot="-970990">
              <a:off x="5218252" y="724496"/>
              <a:ext cx="2772" cy="36"/>
            </a:xfrm>
            <a:custGeom>
              <a:rect b="b" l="l" r="r" t="t"/>
              <a:pathLst>
                <a:path extrusionOk="0" h="1" w="77">
                  <a:moveTo>
                    <a:pt x="9" y="0"/>
                  </a:moveTo>
                  <a:lnTo>
                    <a:pt x="77"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3"/>
            <p:cNvSpPr/>
            <p:nvPr/>
          </p:nvSpPr>
          <p:spPr>
            <a:xfrm flipH="1" rot="-970990">
              <a:off x="5231215" y="717602"/>
              <a:ext cx="2484" cy="648"/>
            </a:xfrm>
            <a:custGeom>
              <a:rect b="b" l="l" r="r" t="t"/>
              <a:pathLst>
                <a:path extrusionOk="0" h="18" w="69">
                  <a:moveTo>
                    <a:pt x="60" y="1"/>
                  </a:moveTo>
                  <a:lnTo>
                    <a:pt x="1" y="9"/>
                  </a:lnTo>
                  <a:lnTo>
                    <a:pt x="9" y="18"/>
                  </a:lnTo>
                  <a:lnTo>
                    <a:pt x="68" y="9"/>
                  </a:lnTo>
                  <a:lnTo>
                    <a:pt x="6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3"/>
            <p:cNvSpPr/>
            <p:nvPr/>
          </p:nvSpPr>
          <p:spPr>
            <a:xfrm flipH="1" rot="-970990">
              <a:off x="5221792" y="745519"/>
              <a:ext cx="3924" cy="1332"/>
            </a:xfrm>
            <a:custGeom>
              <a:rect b="b" l="l" r="r" t="t"/>
              <a:pathLst>
                <a:path extrusionOk="0" h="37" w="109">
                  <a:moveTo>
                    <a:pt x="1" y="0"/>
                  </a:moveTo>
                  <a:lnTo>
                    <a:pt x="1" y="0"/>
                  </a:lnTo>
                  <a:cubicBezTo>
                    <a:pt x="10" y="13"/>
                    <a:pt x="16" y="16"/>
                    <a:pt x="23" y="16"/>
                  </a:cubicBezTo>
                  <a:cubicBezTo>
                    <a:pt x="29" y="16"/>
                    <a:pt x="37" y="12"/>
                    <a:pt x="50" y="12"/>
                  </a:cubicBezTo>
                  <a:cubicBezTo>
                    <a:pt x="57" y="12"/>
                    <a:pt x="66" y="14"/>
                    <a:pt x="77" y="17"/>
                  </a:cubicBezTo>
                  <a:lnTo>
                    <a:pt x="18" y="34"/>
                  </a:lnTo>
                  <a:cubicBezTo>
                    <a:pt x="25" y="35"/>
                    <a:pt x="32" y="36"/>
                    <a:pt x="39" y="36"/>
                  </a:cubicBezTo>
                  <a:cubicBezTo>
                    <a:pt x="79" y="36"/>
                    <a:pt x="109" y="16"/>
                    <a:pt x="94" y="9"/>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3"/>
            <p:cNvSpPr/>
            <p:nvPr/>
          </p:nvSpPr>
          <p:spPr>
            <a:xfrm flipH="1" rot="-970990">
              <a:off x="5297343" y="681418"/>
              <a:ext cx="61554" cy="6804"/>
            </a:xfrm>
            <a:custGeom>
              <a:rect b="b" l="l" r="r" t="t"/>
              <a:pathLst>
                <a:path extrusionOk="0" h="189" w="1710">
                  <a:moveTo>
                    <a:pt x="0" y="0"/>
                  </a:moveTo>
                  <a:lnTo>
                    <a:pt x="29" y="2"/>
                  </a:lnTo>
                  <a:lnTo>
                    <a:pt x="29" y="2"/>
                  </a:lnTo>
                  <a:cubicBezTo>
                    <a:pt x="20" y="1"/>
                    <a:pt x="10" y="0"/>
                    <a:pt x="0" y="0"/>
                  </a:cubicBezTo>
                  <a:close/>
                  <a:moveTo>
                    <a:pt x="1312" y="60"/>
                  </a:moveTo>
                  <a:cubicBezTo>
                    <a:pt x="1310" y="60"/>
                    <a:pt x="1308" y="60"/>
                    <a:pt x="1306" y="61"/>
                  </a:cubicBezTo>
                  <a:lnTo>
                    <a:pt x="1306" y="61"/>
                  </a:lnTo>
                  <a:cubicBezTo>
                    <a:pt x="1308" y="60"/>
                    <a:pt x="1310" y="60"/>
                    <a:pt x="1312" y="60"/>
                  </a:cubicBezTo>
                  <a:close/>
                  <a:moveTo>
                    <a:pt x="384" y="119"/>
                  </a:moveTo>
                  <a:cubicBezTo>
                    <a:pt x="383" y="119"/>
                    <a:pt x="382" y="119"/>
                    <a:pt x="381" y="119"/>
                  </a:cubicBezTo>
                  <a:lnTo>
                    <a:pt x="398" y="119"/>
                  </a:lnTo>
                  <a:cubicBezTo>
                    <a:pt x="393" y="119"/>
                    <a:pt x="388" y="119"/>
                    <a:pt x="384" y="119"/>
                  </a:cubicBezTo>
                  <a:close/>
                  <a:moveTo>
                    <a:pt x="1078" y="185"/>
                  </a:moveTo>
                  <a:lnTo>
                    <a:pt x="1066" y="186"/>
                  </a:lnTo>
                  <a:cubicBezTo>
                    <a:pt x="1071" y="186"/>
                    <a:pt x="1075" y="186"/>
                    <a:pt x="1078" y="185"/>
                  </a:cubicBezTo>
                  <a:close/>
                  <a:moveTo>
                    <a:pt x="29" y="2"/>
                  </a:moveTo>
                  <a:cubicBezTo>
                    <a:pt x="65" y="7"/>
                    <a:pt x="95" y="19"/>
                    <a:pt x="136" y="26"/>
                  </a:cubicBezTo>
                  <a:cubicBezTo>
                    <a:pt x="60" y="60"/>
                    <a:pt x="212" y="43"/>
                    <a:pt x="187" y="68"/>
                  </a:cubicBezTo>
                  <a:cubicBezTo>
                    <a:pt x="173" y="72"/>
                    <a:pt x="159" y="74"/>
                    <a:pt x="145" y="74"/>
                  </a:cubicBezTo>
                  <a:cubicBezTo>
                    <a:pt x="125" y="74"/>
                    <a:pt x="105" y="69"/>
                    <a:pt x="85" y="60"/>
                  </a:cubicBezTo>
                  <a:lnTo>
                    <a:pt x="85" y="60"/>
                  </a:lnTo>
                  <a:cubicBezTo>
                    <a:pt x="77" y="76"/>
                    <a:pt x="110" y="93"/>
                    <a:pt x="110" y="110"/>
                  </a:cubicBezTo>
                  <a:cubicBezTo>
                    <a:pt x="131" y="117"/>
                    <a:pt x="148" y="119"/>
                    <a:pt x="164" y="119"/>
                  </a:cubicBezTo>
                  <a:cubicBezTo>
                    <a:pt x="224" y="119"/>
                    <a:pt x="259" y="82"/>
                    <a:pt x="331" y="82"/>
                  </a:cubicBezTo>
                  <a:cubicBezTo>
                    <a:pt x="341" y="82"/>
                    <a:pt x="352" y="83"/>
                    <a:pt x="364" y="85"/>
                  </a:cubicBezTo>
                  <a:cubicBezTo>
                    <a:pt x="356" y="101"/>
                    <a:pt x="326" y="117"/>
                    <a:pt x="384" y="119"/>
                  </a:cubicBezTo>
                  <a:lnTo>
                    <a:pt x="384" y="119"/>
                  </a:lnTo>
                  <a:cubicBezTo>
                    <a:pt x="391" y="118"/>
                    <a:pt x="398" y="118"/>
                    <a:pt x="403" y="118"/>
                  </a:cubicBezTo>
                  <a:cubicBezTo>
                    <a:pt x="465" y="118"/>
                    <a:pt x="475" y="140"/>
                    <a:pt x="498" y="140"/>
                  </a:cubicBezTo>
                  <a:cubicBezTo>
                    <a:pt x="510" y="140"/>
                    <a:pt x="524" y="134"/>
                    <a:pt x="550" y="119"/>
                  </a:cubicBezTo>
                  <a:lnTo>
                    <a:pt x="550" y="153"/>
                  </a:lnTo>
                  <a:cubicBezTo>
                    <a:pt x="626" y="136"/>
                    <a:pt x="703" y="136"/>
                    <a:pt x="779" y="136"/>
                  </a:cubicBezTo>
                  <a:cubicBezTo>
                    <a:pt x="825" y="131"/>
                    <a:pt x="874" y="129"/>
                    <a:pt x="923" y="129"/>
                  </a:cubicBezTo>
                  <a:cubicBezTo>
                    <a:pt x="971" y="129"/>
                    <a:pt x="1020" y="131"/>
                    <a:pt x="1066" y="136"/>
                  </a:cubicBezTo>
                  <a:lnTo>
                    <a:pt x="973" y="170"/>
                  </a:lnTo>
                  <a:cubicBezTo>
                    <a:pt x="987" y="173"/>
                    <a:pt x="998" y="174"/>
                    <a:pt x="1008" y="174"/>
                  </a:cubicBezTo>
                  <a:cubicBezTo>
                    <a:pt x="1049" y="174"/>
                    <a:pt x="1066" y="153"/>
                    <a:pt x="1100" y="153"/>
                  </a:cubicBezTo>
                  <a:cubicBezTo>
                    <a:pt x="1100" y="153"/>
                    <a:pt x="1100" y="178"/>
                    <a:pt x="1078" y="185"/>
                  </a:cubicBezTo>
                  <a:lnTo>
                    <a:pt x="1078" y="185"/>
                  </a:lnTo>
                  <a:lnTo>
                    <a:pt x="1303" y="153"/>
                  </a:lnTo>
                  <a:cubicBezTo>
                    <a:pt x="1346" y="136"/>
                    <a:pt x="1278" y="127"/>
                    <a:pt x="1269" y="119"/>
                  </a:cubicBezTo>
                  <a:cubicBezTo>
                    <a:pt x="1277" y="114"/>
                    <a:pt x="1291" y="112"/>
                    <a:pt x="1307" y="112"/>
                  </a:cubicBezTo>
                  <a:cubicBezTo>
                    <a:pt x="1346" y="112"/>
                    <a:pt x="1396" y="124"/>
                    <a:pt x="1396" y="136"/>
                  </a:cubicBezTo>
                  <a:cubicBezTo>
                    <a:pt x="1388" y="136"/>
                    <a:pt x="1329" y="144"/>
                    <a:pt x="1362" y="161"/>
                  </a:cubicBezTo>
                  <a:lnTo>
                    <a:pt x="1447" y="119"/>
                  </a:lnTo>
                  <a:lnTo>
                    <a:pt x="1447" y="119"/>
                  </a:lnTo>
                  <a:cubicBezTo>
                    <a:pt x="1549" y="153"/>
                    <a:pt x="1362" y="170"/>
                    <a:pt x="1312" y="186"/>
                  </a:cubicBezTo>
                  <a:cubicBezTo>
                    <a:pt x="1327" y="188"/>
                    <a:pt x="1341" y="188"/>
                    <a:pt x="1353" y="188"/>
                  </a:cubicBezTo>
                  <a:cubicBezTo>
                    <a:pt x="1403" y="188"/>
                    <a:pt x="1437" y="180"/>
                    <a:pt x="1487" y="180"/>
                  </a:cubicBezTo>
                  <a:cubicBezTo>
                    <a:pt x="1509" y="180"/>
                    <a:pt x="1534" y="182"/>
                    <a:pt x="1565" y="186"/>
                  </a:cubicBezTo>
                  <a:cubicBezTo>
                    <a:pt x="1540" y="178"/>
                    <a:pt x="1515" y="170"/>
                    <a:pt x="1489" y="153"/>
                  </a:cubicBezTo>
                  <a:cubicBezTo>
                    <a:pt x="1489" y="139"/>
                    <a:pt x="1507" y="135"/>
                    <a:pt x="1533" y="135"/>
                  </a:cubicBezTo>
                  <a:cubicBezTo>
                    <a:pt x="1572" y="135"/>
                    <a:pt x="1630" y="144"/>
                    <a:pt x="1675" y="144"/>
                  </a:cubicBezTo>
                  <a:cubicBezTo>
                    <a:pt x="1625" y="127"/>
                    <a:pt x="1659" y="119"/>
                    <a:pt x="1692" y="110"/>
                  </a:cubicBezTo>
                  <a:lnTo>
                    <a:pt x="1709" y="110"/>
                  </a:lnTo>
                  <a:cubicBezTo>
                    <a:pt x="1709" y="110"/>
                    <a:pt x="1709" y="102"/>
                    <a:pt x="1701" y="93"/>
                  </a:cubicBezTo>
                  <a:cubicBezTo>
                    <a:pt x="1650" y="93"/>
                    <a:pt x="1599" y="85"/>
                    <a:pt x="1549" y="68"/>
                  </a:cubicBezTo>
                  <a:lnTo>
                    <a:pt x="1549" y="68"/>
                  </a:lnTo>
                  <a:cubicBezTo>
                    <a:pt x="1561" y="86"/>
                    <a:pt x="1546" y="91"/>
                    <a:pt x="1520" y="91"/>
                  </a:cubicBezTo>
                  <a:cubicBezTo>
                    <a:pt x="1484" y="91"/>
                    <a:pt x="1426" y="81"/>
                    <a:pt x="1385" y="81"/>
                  </a:cubicBezTo>
                  <a:cubicBezTo>
                    <a:pt x="1373" y="81"/>
                    <a:pt x="1362" y="82"/>
                    <a:pt x="1354" y="85"/>
                  </a:cubicBezTo>
                  <a:lnTo>
                    <a:pt x="1269" y="85"/>
                  </a:lnTo>
                  <a:cubicBezTo>
                    <a:pt x="1269" y="77"/>
                    <a:pt x="1269" y="69"/>
                    <a:pt x="1306" y="61"/>
                  </a:cubicBezTo>
                  <a:lnTo>
                    <a:pt x="1306" y="61"/>
                  </a:lnTo>
                  <a:cubicBezTo>
                    <a:pt x="1269" y="67"/>
                    <a:pt x="1185" y="60"/>
                    <a:pt x="1193" y="76"/>
                  </a:cubicBezTo>
                  <a:lnTo>
                    <a:pt x="973" y="60"/>
                  </a:lnTo>
                  <a:cubicBezTo>
                    <a:pt x="965" y="60"/>
                    <a:pt x="965" y="51"/>
                    <a:pt x="956" y="51"/>
                  </a:cubicBezTo>
                  <a:cubicBezTo>
                    <a:pt x="948" y="51"/>
                    <a:pt x="948" y="51"/>
                    <a:pt x="948" y="60"/>
                  </a:cubicBezTo>
                  <a:lnTo>
                    <a:pt x="29" y="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3"/>
            <p:cNvSpPr/>
            <p:nvPr/>
          </p:nvSpPr>
          <p:spPr>
            <a:xfrm flipH="1" rot="-970990">
              <a:off x="5302980" y="695323"/>
              <a:ext cx="1548" cy="36"/>
            </a:xfrm>
            <a:custGeom>
              <a:rect b="b" l="l" r="r" t="t"/>
              <a:pathLst>
                <a:path extrusionOk="0" h="1" w="43">
                  <a:moveTo>
                    <a:pt x="0" y="0"/>
                  </a:moveTo>
                  <a:cubicBezTo>
                    <a:pt x="9" y="0"/>
                    <a:pt x="26" y="0"/>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3"/>
            <p:cNvSpPr/>
            <p:nvPr/>
          </p:nvSpPr>
          <p:spPr>
            <a:xfrm flipH="1" rot="-970990">
              <a:off x="5356396" y="671785"/>
              <a:ext cx="2160" cy="36"/>
            </a:xfrm>
            <a:custGeom>
              <a:rect b="b" l="l" r="r" t="t"/>
              <a:pathLst>
                <a:path extrusionOk="0" h="1" w="60">
                  <a:moveTo>
                    <a:pt x="0" y="1"/>
                  </a:moveTo>
                  <a:lnTo>
                    <a:pt x="59" y="1"/>
                  </a:lnTo>
                  <a:cubicBezTo>
                    <a:pt x="43" y="1"/>
                    <a:pt x="17"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3"/>
            <p:cNvSpPr/>
            <p:nvPr/>
          </p:nvSpPr>
          <p:spPr>
            <a:xfrm flipH="1" rot="-970990">
              <a:off x="5290811" y="695119"/>
              <a:ext cx="5507" cy="1260"/>
            </a:xfrm>
            <a:custGeom>
              <a:rect b="b" l="l" r="r" t="t"/>
              <a:pathLst>
                <a:path extrusionOk="0" h="35" w="153">
                  <a:moveTo>
                    <a:pt x="9" y="1"/>
                  </a:moveTo>
                  <a:cubicBezTo>
                    <a:pt x="9" y="9"/>
                    <a:pt x="0" y="26"/>
                    <a:pt x="0" y="35"/>
                  </a:cubicBezTo>
                  <a:lnTo>
                    <a:pt x="119" y="35"/>
                  </a:lnTo>
                  <a:cubicBezTo>
                    <a:pt x="77" y="18"/>
                    <a:pt x="144" y="18"/>
                    <a:pt x="153" y="9"/>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3"/>
            <p:cNvSpPr/>
            <p:nvPr/>
          </p:nvSpPr>
          <p:spPr>
            <a:xfrm flipH="1" rot="-970990">
              <a:off x="5295507" y="693204"/>
              <a:ext cx="2772" cy="648"/>
            </a:xfrm>
            <a:custGeom>
              <a:rect b="b" l="l" r="r" t="t"/>
              <a:pathLst>
                <a:path extrusionOk="0" h="18" w="77">
                  <a:moveTo>
                    <a:pt x="43" y="0"/>
                  </a:moveTo>
                  <a:cubicBezTo>
                    <a:pt x="26" y="9"/>
                    <a:pt x="18" y="17"/>
                    <a:pt x="1" y="17"/>
                  </a:cubicBezTo>
                  <a:lnTo>
                    <a:pt x="77" y="17"/>
                  </a:lnTo>
                  <a:cubicBezTo>
                    <a:pt x="77" y="17"/>
                    <a:pt x="68"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3"/>
            <p:cNvSpPr/>
            <p:nvPr/>
          </p:nvSpPr>
          <p:spPr>
            <a:xfrm flipH="1" rot="-970990">
              <a:off x="5303282" y="712536"/>
              <a:ext cx="2484" cy="360"/>
            </a:xfrm>
            <a:custGeom>
              <a:rect b="b" l="l" r="r" t="t"/>
              <a:pathLst>
                <a:path extrusionOk="0" h="10" w="69">
                  <a:moveTo>
                    <a:pt x="43" y="1"/>
                  </a:moveTo>
                  <a:lnTo>
                    <a:pt x="1" y="9"/>
                  </a:lnTo>
                  <a:lnTo>
                    <a:pt x="6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3"/>
            <p:cNvSpPr/>
            <p:nvPr/>
          </p:nvSpPr>
          <p:spPr>
            <a:xfrm flipH="1" rot="-970990">
              <a:off x="5312754" y="706770"/>
              <a:ext cx="3672" cy="540"/>
            </a:xfrm>
            <a:custGeom>
              <a:rect b="b" l="l" r="r" t="t"/>
              <a:pathLst>
                <a:path extrusionOk="0" h="15" w="102">
                  <a:moveTo>
                    <a:pt x="0" y="1"/>
                  </a:moveTo>
                  <a:cubicBezTo>
                    <a:pt x="20" y="10"/>
                    <a:pt x="40" y="15"/>
                    <a:pt x="60" y="15"/>
                  </a:cubicBezTo>
                  <a:cubicBezTo>
                    <a:pt x="74" y="15"/>
                    <a:pt x="88" y="13"/>
                    <a:pt x="102" y="9"/>
                  </a:cubicBezTo>
                  <a:cubicBezTo>
                    <a:pt x="68" y="1"/>
                    <a:pt x="34"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3"/>
            <p:cNvSpPr/>
            <p:nvPr/>
          </p:nvSpPr>
          <p:spPr>
            <a:xfrm flipH="1" rot="-970990">
              <a:off x="5315709" y="712757"/>
              <a:ext cx="2448" cy="324"/>
            </a:xfrm>
            <a:custGeom>
              <a:rect b="b" l="l" r="r" t="t"/>
              <a:pathLst>
                <a:path extrusionOk="0" h="9" w="68">
                  <a:moveTo>
                    <a:pt x="68" y="0"/>
                  </a:moveTo>
                  <a:lnTo>
                    <a:pt x="0" y="9"/>
                  </a:lnTo>
                  <a:lnTo>
                    <a:pt x="9" y="9"/>
                  </a:ln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3"/>
            <p:cNvSpPr/>
            <p:nvPr/>
          </p:nvSpPr>
          <p:spPr>
            <a:xfrm flipH="1" rot="-970990">
              <a:off x="5376813" y="669054"/>
              <a:ext cx="36" cy="36"/>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3"/>
            <p:cNvSpPr/>
            <p:nvPr/>
          </p:nvSpPr>
          <p:spPr>
            <a:xfrm flipH="1" rot="-970990">
              <a:off x="5352775" y="666506"/>
              <a:ext cx="39920" cy="4284"/>
            </a:xfrm>
            <a:custGeom>
              <a:rect b="b" l="l" r="r" t="t"/>
              <a:pathLst>
                <a:path extrusionOk="0" h="119" w="1109">
                  <a:moveTo>
                    <a:pt x="93" y="1"/>
                  </a:moveTo>
                  <a:lnTo>
                    <a:pt x="93" y="1"/>
                  </a:lnTo>
                  <a:cubicBezTo>
                    <a:pt x="0" y="9"/>
                    <a:pt x="144" y="43"/>
                    <a:pt x="76" y="68"/>
                  </a:cubicBezTo>
                  <a:cubicBezTo>
                    <a:pt x="140" y="74"/>
                    <a:pt x="226" y="85"/>
                    <a:pt x="284" y="85"/>
                  </a:cubicBezTo>
                  <a:cubicBezTo>
                    <a:pt x="316" y="85"/>
                    <a:pt x="340" y="82"/>
                    <a:pt x="346" y="71"/>
                  </a:cubicBezTo>
                  <a:lnTo>
                    <a:pt x="346" y="71"/>
                  </a:lnTo>
                  <a:cubicBezTo>
                    <a:pt x="346" y="75"/>
                    <a:pt x="348" y="80"/>
                    <a:pt x="364" y="85"/>
                  </a:cubicBezTo>
                  <a:lnTo>
                    <a:pt x="423" y="60"/>
                  </a:lnTo>
                  <a:lnTo>
                    <a:pt x="364" y="43"/>
                  </a:lnTo>
                  <a:cubicBezTo>
                    <a:pt x="406" y="36"/>
                    <a:pt x="450" y="32"/>
                    <a:pt x="493" y="32"/>
                  </a:cubicBezTo>
                  <a:cubicBezTo>
                    <a:pt x="554" y="32"/>
                    <a:pt x="614" y="40"/>
                    <a:pt x="669" y="60"/>
                  </a:cubicBezTo>
                  <a:cubicBezTo>
                    <a:pt x="578" y="60"/>
                    <a:pt x="592" y="85"/>
                    <a:pt x="530" y="85"/>
                  </a:cubicBezTo>
                  <a:cubicBezTo>
                    <a:pt x="511" y="85"/>
                    <a:pt x="486" y="83"/>
                    <a:pt x="449" y="77"/>
                  </a:cubicBezTo>
                  <a:lnTo>
                    <a:pt x="449" y="77"/>
                  </a:lnTo>
                  <a:cubicBezTo>
                    <a:pt x="457" y="85"/>
                    <a:pt x="483" y="102"/>
                    <a:pt x="449" y="111"/>
                  </a:cubicBezTo>
                  <a:cubicBezTo>
                    <a:pt x="635" y="119"/>
                    <a:pt x="821" y="119"/>
                    <a:pt x="1007" y="119"/>
                  </a:cubicBezTo>
                  <a:cubicBezTo>
                    <a:pt x="855" y="77"/>
                    <a:pt x="1109" y="94"/>
                    <a:pt x="1066" y="51"/>
                  </a:cubicBezTo>
                  <a:lnTo>
                    <a:pt x="1066" y="51"/>
                  </a:lnTo>
                  <a:lnTo>
                    <a:pt x="982" y="60"/>
                  </a:lnTo>
                  <a:lnTo>
                    <a:pt x="990" y="51"/>
                  </a:lnTo>
                  <a:lnTo>
                    <a:pt x="880" y="51"/>
                  </a:lnTo>
                  <a:cubicBezTo>
                    <a:pt x="897" y="68"/>
                    <a:pt x="914" y="77"/>
                    <a:pt x="914" y="94"/>
                  </a:cubicBezTo>
                  <a:cubicBezTo>
                    <a:pt x="779" y="77"/>
                    <a:pt x="872" y="68"/>
                    <a:pt x="770" y="34"/>
                  </a:cubicBezTo>
                  <a:lnTo>
                    <a:pt x="618" y="26"/>
                  </a:lnTo>
                  <a:lnTo>
                    <a:pt x="609" y="26"/>
                  </a:lnTo>
                  <a:lnTo>
                    <a:pt x="9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3"/>
            <p:cNvSpPr/>
            <p:nvPr/>
          </p:nvSpPr>
          <p:spPr>
            <a:xfrm flipH="1" rot="-970990">
              <a:off x="5421976" y="652123"/>
              <a:ext cx="36" cy="36"/>
            </a:xfrm>
            <a:custGeom>
              <a:rect b="b" l="l" r="r" t="t"/>
              <a:pathLst>
                <a:path extrusionOk="0" h="1" w="1">
                  <a:moveTo>
                    <a:pt x="0" y="1"/>
                  </a:moveTo>
                  <a:lnTo>
                    <a:pt x="0" y="1"/>
                  </a:lnTo>
                  <a:cubicBezTo>
                    <a:pt x="0" y="1"/>
                    <a:pt x="0"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3"/>
            <p:cNvSpPr/>
            <p:nvPr/>
          </p:nvSpPr>
          <p:spPr>
            <a:xfrm flipH="1" rot="-970990">
              <a:off x="5416256" y="652077"/>
              <a:ext cx="5507" cy="1260"/>
            </a:xfrm>
            <a:custGeom>
              <a:rect b="b" l="l" r="r" t="t"/>
              <a:pathLst>
                <a:path extrusionOk="0" h="35" w="153">
                  <a:moveTo>
                    <a:pt x="9" y="0"/>
                  </a:moveTo>
                  <a:lnTo>
                    <a:pt x="1" y="26"/>
                  </a:lnTo>
                  <a:cubicBezTo>
                    <a:pt x="13" y="21"/>
                    <a:pt x="26" y="19"/>
                    <a:pt x="39" y="19"/>
                  </a:cubicBezTo>
                  <a:cubicBezTo>
                    <a:pt x="51" y="19"/>
                    <a:pt x="64" y="21"/>
                    <a:pt x="77" y="26"/>
                  </a:cubicBezTo>
                  <a:lnTo>
                    <a:pt x="60" y="34"/>
                  </a:lnTo>
                  <a:lnTo>
                    <a:pt x="60" y="34"/>
                  </a:lnTo>
                  <a:lnTo>
                    <a:pt x="153"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3"/>
            <p:cNvSpPr/>
            <p:nvPr/>
          </p:nvSpPr>
          <p:spPr>
            <a:xfrm flipH="1" rot="-970990">
              <a:off x="5412523" y="653021"/>
              <a:ext cx="4284" cy="2232"/>
            </a:xfrm>
            <a:custGeom>
              <a:rect b="b" l="l" r="r" t="t"/>
              <a:pathLst>
                <a:path extrusionOk="0" h="62" w="119">
                  <a:moveTo>
                    <a:pt x="119" y="1"/>
                  </a:moveTo>
                  <a:lnTo>
                    <a:pt x="119" y="1"/>
                  </a:lnTo>
                  <a:cubicBezTo>
                    <a:pt x="43" y="9"/>
                    <a:pt x="43" y="35"/>
                    <a:pt x="85" y="51"/>
                  </a:cubicBezTo>
                  <a:cubicBezTo>
                    <a:pt x="79" y="52"/>
                    <a:pt x="73" y="53"/>
                    <a:pt x="68" y="53"/>
                  </a:cubicBezTo>
                  <a:cubicBezTo>
                    <a:pt x="35" y="53"/>
                    <a:pt x="39" y="35"/>
                    <a:pt x="25" y="35"/>
                  </a:cubicBezTo>
                  <a:cubicBezTo>
                    <a:pt x="20" y="35"/>
                    <a:pt x="12" y="37"/>
                    <a:pt x="0" y="43"/>
                  </a:cubicBezTo>
                  <a:cubicBezTo>
                    <a:pt x="0" y="58"/>
                    <a:pt x="31" y="61"/>
                    <a:pt x="61" y="61"/>
                  </a:cubicBezTo>
                  <a:cubicBezTo>
                    <a:pt x="81" y="61"/>
                    <a:pt x="100" y="60"/>
                    <a:pt x="110" y="60"/>
                  </a:cubicBezTo>
                  <a:lnTo>
                    <a:pt x="11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3"/>
            <p:cNvSpPr/>
            <p:nvPr/>
          </p:nvSpPr>
          <p:spPr>
            <a:xfrm flipH="1" rot="-970990">
              <a:off x="5392949" y="660931"/>
              <a:ext cx="1872" cy="648"/>
            </a:xfrm>
            <a:custGeom>
              <a:rect b="b" l="l" r="r" t="t"/>
              <a:pathLst>
                <a:path extrusionOk="0" h="18" w="52">
                  <a:moveTo>
                    <a:pt x="17" y="0"/>
                  </a:moveTo>
                  <a:lnTo>
                    <a:pt x="0" y="17"/>
                  </a:lnTo>
                  <a:lnTo>
                    <a:pt x="51" y="17"/>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3"/>
            <p:cNvSpPr/>
            <p:nvPr/>
          </p:nvSpPr>
          <p:spPr>
            <a:xfrm flipH="1" rot="-970990">
              <a:off x="5394837" y="660689"/>
              <a:ext cx="1872" cy="972"/>
            </a:xfrm>
            <a:custGeom>
              <a:rect b="b" l="l" r="r" t="t"/>
              <a:pathLst>
                <a:path extrusionOk="0" h="27" w="52">
                  <a:moveTo>
                    <a:pt x="1" y="1"/>
                  </a:moveTo>
                  <a:cubicBezTo>
                    <a:pt x="1" y="9"/>
                    <a:pt x="1" y="18"/>
                    <a:pt x="9" y="26"/>
                  </a:cubicBezTo>
                  <a:lnTo>
                    <a:pt x="51" y="9"/>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3"/>
            <p:cNvSpPr/>
            <p:nvPr/>
          </p:nvSpPr>
          <p:spPr>
            <a:xfrm flipH="1" rot="-970990">
              <a:off x="5400828" y="657570"/>
              <a:ext cx="2772" cy="324"/>
            </a:xfrm>
            <a:custGeom>
              <a:rect b="b" l="l" r="r" t="t"/>
              <a:pathLst>
                <a:path extrusionOk="0" h="9" w="77">
                  <a:moveTo>
                    <a:pt x="76" y="9"/>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3"/>
            <p:cNvSpPr/>
            <p:nvPr/>
          </p:nvSpPr>
          <p:spPr>
            <a:xfrm flipH="1" rot="-970990">
              <a:off x="5399051" y="659111"/>
              <a:ext cx="2160" cy="324"/>
            </a:xfrm>
            <a:custGeom>
              <a:rect b="b" l="l" r="r" t="t"/>
              <a:pathLst>
                <a:path extrusionOk="0" h="9" w="60">
                  <a:moveTo>
                    <a:pt x="59" y="9"/>
                  </a:moveTo>
                  <a:lnTo>
                    <a:pt x="59" y="9"/>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3"/>
            <p:cNvSpPr/>
            <p:nvPr/>
          </p:nvSpPr>
          <p:spPr>
            <a:xfrm flipH="1" rot="-970990">
              <a:off x="5396189" y="658221"/>
              <a:ext cx="3384" cy="1836"/>
            </a:xfrm>
            <a:custGeom>
              <a:rect b="b" l="l" r="r" t="t"/>
              <a:pathLst>
                <a:path extrusionOk="0" h="51" w="94">
                  <a:moveTo>
                    <a:pt x="0" y="0"/>
                  </a:moveTo>
                  <a:lnTo>
                    <a:pt x="17" y="34"/>
                  </a:lnTo>
                  <a:lnTo>
                    <a:pt x="94" y="51"/>
                  </a:lnTo>
                  <a:cubicBezTo>
                    <a:pt x="85" y="26"/>
                    <a:pt x="77"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3"/>
            <p:cNvSpPr/>
            <p:nvPr/>
          </p:nvSpPr>
          <p:spPr>
            <a:xfrm flipH="1" rot="-970990">
              <a:off x="5330911" y="706097"/>
              <a:ext cx="2448" cy="360"/>
            </a:xfrm>
            <a:custGeom>
              <a:rect b="b" l="l" r="r" t="t"/>
              <a:pathLst>
                <a:path extrusionOk="0" h="10" w="68">
                  <a:moveTo>
                    <a:pt x="59" y="1"/>
                  </a:moveTo>
                  <a:lnTo>
                    <a:pt x="0" y="9"/>
                  </a:lnTo>
                  <a:lnTo>
                    <a:pt x="9"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3"/>
            <p:cNvSpPr/>
            <p:nvPr/>
          </p:nvSpPr>
          <p:spPr>
            <a:xfrm flipH="1" rot="-970990">
              <a:off x="5342193" y="701379"/>
              <a:ext cx="1548" cy="360"/>
            </a:xfrm>
            <a:custGeom>
              <a:rect b="b" l="l" r="r" t="t"/>
              <a:pathLst>
                <a:path extrusionOk="0" h="10" w="43">
                  <a:moveTo>
                    <a:pt x="43" y="1"/>
                  </a:moveTo>
                  <a:cubicBezTo>
                    <a:pt x="34" y="1"/>
                    <a:pt x="28" y="3"/>
                    <a:pt x="21" y="5"/>
                  </a:cubicBezTo>
                  <a:lnTo>
                    <a:pt x="21" y="5"/>
                  </a:lnTo>
                  <a:lnTo>
                    <a:pt x="43" y="1"/>
                  </a:lnTo>
                  <a:close/>
                  <a:moveTo>
                    <a:pt x="21" y="5"/>
                  </a:moveTo>
                  <a:lnTo>
                    <a:pt x="0" y="9"/>
                  </a:lnTo>
                  <a:cubicBezTo>
                    <a:pt x="9" y="9"/>
                    <a:pt x="15" y="7"/>
                    <a:pt x="21"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3"/>
            <p:cNvSpPr/>
            <p:nvPr/>
          </p:nvSpPr>
          <p:spPr>
            <a:xfrm flipH="1" rot="-970990">
              <a:off x="5344066" y="698809"/>
              <a:ext cx="14974" cy="5652"/>
            </a:xfrm>
            <a:custGeom>
              <a:rect b="b" l="l" r="r" t="t"/>
              <a:pathLst>
                <a:path extrusionOk="0" h="157" w="416">
                  <a:moveTo>
                    <a:pt x="163" y="1"/>
                  </a:moveTo>
                  <a:cubicBezTo>
                    <a:pt x="126" y="1"/>
                    <a:pt x="90" y="4"/>
                    <a:pt x="60" y="14"/>
                  </a:cubicBezTo>
                  <a:cubicBezTo>
                    <a:pt x="1" y="40"/>
                    <a:pt x="35" y="90"/>
                    <a:pt x="26" y="141"/>
                  </a:cubicBezTo>
                  <a:cubicBezTo>
                    <a:pt x="36" y="146"/>
                    <a:pt x="87" y="156"/>
                    <a:pt x="131" y="156"/>
                  </a:cubicBezTo>
                  <a:cubicBezTo>
                    <a:pt x="164" y="156"/>
                    <a:pt x="192" y="151"/>
                    <a:pt x="195" y="133"/>
                  </a:cubicBezTo>
                  <a:cubicBezTo>
                    <a:pt x="128" y="107"/>
                    <a:pt x="288" y="107"/>
                    <a:pt x="161" y="90"/>
                  </a:cubicBezTo>
                  <a:cubicBezTo>
                    <a:pt x="155" y="77"/>
                    <a:pt x="188" y="59"/>
                    <a:pt x="231" y="59"/>
                  </a:cubicBezTo>
                  <a:cubicBezTo>
                    <a:pt x="244" y="59"/>
                    <a:pt x="258" y="61"/>
                    <a:pt x="271" y="65"/>
                  </a:cubicBezTo>
                  <a:cubicBezTo>
                    <a:pt x="263" y="82"/>
                    <a:pt x="212" y="73"/>
                    <a:pt x="246" y="90"/>
                  </a:cubicBezTo>
                  <a:cubicBezTo>
                    <a:pt x="288" y="73"/>
                    <a:pt x="305" y="90"/>
                    <a:pt x="288" y="56"/>
                  </a:cubicBezTo>
                  <a:cubicBezTo>
                    <a:pt x="331" y="48"/>
                    <a:pt x="373" y="31"/>
                    <a:pt x="415" y="14"/>
                  </a:cubicBezTo>
                  <a:lnTo>
                    <a:pt x="415" y="14"/>
                  </a:lnTo>
                  <a:cubicBezTo>
                    <a:pt x="407" y="15"/>
                    <a:pt x="399" y="15"/>
                    <a:pt x="389" y="15"/>
                  </a:cubicBezTo>
                  <a:cubicBezTo>
                    <a:pt x="329" y="15"/>
                    <a:pt x="242" y="1"/>
                    <a:pt x="16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3"/>
            <p:cNvSpPr/>
            <p:nvPr/>
          </p:nvSpPr>
          <p:spPr>
            <a:xfrm flipH="1" rot="-970990">
              <a:off x="5347457" y="706465"/>
              <a:ext cx="2196" cy="288"/>
            </a:xfrm>
            <a:custGeom>
              <a:rect b="b" l="l" r="r" t="t"/>
              <a:pathLst>
                <a:path extrusionOk="0" h="8" w="61">
                  <a:moveTo>
                    <a:pt x="50" y="0"/>
                  </a:moveTo>
                  <a:cubicBezTo>
                    <a:pt x="38" y="0"/>
                    <a:pt x="18" y="8"/>
                    <a:pt x="1" y="8"/>
                  </a:cubicBezTo>
                  <a:lnTo>
                    <a:pt x="60" y="8"/>
                  </a:lnTo>
                  <a:cubicBezTo>
                    <a:pt x="60" y="2"/>
                    <a:pt x="56" y="0"/>
                    <a:pt x="5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3"/>
            <p:cNvSpPr/>
            <p:nvPr/>
          </p:nvSpPr>
          <p:spPr>
            <a:xfrm flipH="1" rot="-970990">
              <a:off x="5368438" y="684324"/>
              <a:ext cx="3384" cy="936"/>
            </a:xfrm>
            <a:custGeom>
              <a:rect b="b" l="l" r="r" t="t"/>
              <a:pathLst>
                <a:path extrusionOk="0" h="26" w="94">
                  <a:moveTo>
                    <a:pt x="60" y="0"/>
                  </a:moveTo>
                  <a:cubicBezTo>
                    <a:pt x="60" y="9"/>
                    <a:pt x="0" y="9"/>
                    <a:pt x="9" y="26"/>
                  </a:cubicBezTo>
                  <a:lnTo>
                    <a:pt x="94" y="26"/>
                  </a:lnTo>
                  <a:cubicBezTo>
                    <a:pt x="85" y="26"/>
                    <a:pt x="68" y="17"/>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3"/>
            <p:cNvSpPr/>
            <p:nvPr/>
          </p:nvSpPr>
          <p:spPr>
            <a:xfrm flipH="1" rot="-970990">
              <a:off x="5367147" y="685883"/>
              <a:ext cx="1548" cy="36"/>
            </a:xfrm>
            <a:custGeom>
              <a:rect b="b" l="l" r="r" t="t"/>
              <a:pathLst>
                <a:path extrusionOk="0" h="1" w="43">
                  <a:moveTo>
                    <a:pt x="43" y="1"/>
                  </a:moveTo>
                  <a:lnTo>
                    <a:pt x="1" y="1"/>
                  </a:lnTo>
                  <a:cubicBezTo>
                    <a:pt x="17"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3"/>
            <p:cNvSpPr/>
            <p:nvPr/>
          </p:nvSpPr>
          <p:spPr>
            <a:xfrm flipH="1" rot="-970990">
              <a:off x="5369236" y="684512"/>
              <a:ext cx="360" cy="36"/>
            </a:xfrm>
            <a:custGeom>
              <a:rect b="b" l="l" r="r" t="t"/>
              <a:pathLst>
                <a:path extrusionOk="0" h="1" w="10">
                  <a:moveTo>
                    <a:pt x="1" y="0"/>
                  </a:moveTo>
                  <a:lnTo>
                    <a:pt x="1" y="0"/>
                  </a:lnTo>
                  <a:cubicBezTo>
                    <a:pt x="1" y="0"/>
                    <a:pt x="9"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3"/>
            <p:cNvSpPr/>
            <p:nvPr/>
          </p:nvSpPr>
          <p:spPr>
            <a:xfrm flipH="1" rot="-970990">
              <a:off x="5407923" y="654699"/>
              <a:ext cx="2160" cy="288"/>
            </a:xfrm>
            <a:custGeom>
              <a:rect b="b" l="l" r="r" t="t"/>
              <a:pathLst>
                <a:path extrusionOk="0" h="8" w="60">
                  <a:moveTo>
                    <a:pt x="40" y="1"/>
                  </a:moveTo>
                  <a:cubicBezTo>
                    <a:pt x="28" y="1"/>
                    <a:pt x="13" y="3"/>
                    <a:pt x="0" y="7"/>
                  </a:cubicBezTo>
                  <a:lnTo>
                    <a:pt x="60" y="7"/>
                  </a:lnTo>
                  <a:cubicBezTo>
                    <a:pt x="60" y="3"/>
                    <a:pt x="51" y="1"/>
                    <a:pt x="4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3"/>
            <p:cNvSpPr/>
            <p:nvPr/>
          </p:nvSpPr>
          <p:spPr>
            <a:xfrm flipH="1" rot="-970990">
              <a:off x="5457760" y="638386"/>
              <a:ext cx="1260" cy="648"/>
            </a:xfrm>
            <a:custGeom>
              <a:rect b="b" l="l" r="r" t="t"/>
              <a:pathLst>
                <a:path extrusionOk="0" h="18" w="35">
                  <a:moveTo>
                    <a:pt x="1" y="1"/>
                  </a:moveTo>
                  <a:lnTo>
                    <a:pt x="1" y="1"/>
                  </a:lnTo>
                  <a:cubicBezTo>
                    <a:pt x="9" y="9"/>
                    <a:pt x="18" y="18"/>
                    <a:pt x="35" y="18"/>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8" name="Shape 2928"/>
        <p:cNvGrpSpPr/>
        <p:nvPr/>
      </p:nvGrpSpPr>
      <p:grpSpPr>
        <a:xfrm>
          <a:off x="0" y="0"/>
          <a:ext cx="0" cy="0"/>
          <a:chOff x="0" y="0"/>
          <a:chExt cx="0" cy="0"/>
        </a:xfrm>
      </p:grpSpPr>
      <p:sp>
        <p:nvSpPr>
          <p:cNvPr id="2929" name="Google Shape;2929;p44"/>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REVIEW OF SYSTEMS</a:t>
            </a:r>
            <a:endParaRPr/>
          </a:p>
        </p:txBody>
      </p:sp>
      <p:sp>
        <p:nvSpPr>
          <p:cNvPr id="2930" name="Google Shape;2930;p44"/>
          <p:cNvSpPr txBox="1"/>
          <p:nvPr>
            <p:ph idx="2" type="title"/>
          </p:nvPr>
        </p:nvSpPr>
        <p:spPr>
          <a:xfrm>
            <a:off x="2482080" y="1548550"/>
            <a:ext cx="1952700" cy="26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t>SATURN</a:t>
            </a:r>
            <a:endParaRPr/>
          </a:p>
        </p:txBody>
      </p:sp>
      <p:sp>
        <p:nvSpPr>
          <p:cNvPr id="2931" name="Google Shape;2931;p44"/>
          <p:cNvSpPr txBox="1"/>
          <p:nvPr>
            <p:ph idx="3" type="title"/>
          </p:nvPr>
        </p:nvSpPr>
        <p:spPr>
          <a:xfrm>
            <a:off x="5065480" y="1548550"/>
            <a:ext cx="1952700" cy="26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t>NEPTUNE</a:t>
            </a:r>
            <a:endParaRPr/>
          </a:p>
        </p:txBody>
      </p:sp>
      <p:sp>
        <p:nvSpPr>
          <p:cNvPr id="2932" name="Google Shape;2932;p44"/>
          <p:cNvSpPr txBox="1"/>
          <p:nvPr>
            <p:ph idx="4" type="title"/>
          </p:nvPr>
        </p:nvSpPr>
        <p:spPr>
          <a:xfrm>
            <a:off x="2482080" y="3129700"/>
            <a:ext cx="1952700" cy="26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t>MARS</a:t>
            </a:r>
            <a:endParaRPr/>
          </a:p>
        </p:txBody>
      </p:sp>
      <p:sp>
        <p:nvSpPr>
          <p:cNvPr id="2933" name="Google Shape;2933;p44"/>
          <p:cNvSpPr txBox="1"/>
          <p:nvPr>
            <p:ph idx="5" type="title"/>
          </p:nvPr>
        </p:nvSpPr>
        <p:spPr>
          <a:xfrm>
            <a:off x="5065480" y="3129700"/>
            <a:ext cx="1919400" cy="26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934" name="Google Shape;2934;p44"/>
          <p:cNvSpPr txBox="1"/>
          <p:nvPr>
            <p:ph idx="1" type="subTitle"/>
          </p:nvPr>
        </p:nvSpPr>
        <p:spPr>
          <a:xfrm>
            <a:off x="2482075" y="1946175"/>
            <a:ext cx="1862700" cy="76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t>Saturn is the ringed one and a gas giant</a:t>
            </a:r>
            <a:endParaRPr/>
          </a:p>
        </p:txBody>
      </p:sp>
      <p:sp>
        <p:nvSpPr>
          <p:cNvPr id="2935" name="Google Shape;2935;p44"/>
          <p:cNvSpPr txBox="1"/>
          <p:nvPr>
            <p:ph idx="6" type="subTitle"/>
          </p:nvPr>
        </p:nvSpPr>
        <p:spPr>
          <a:xfrm>
            <a:off x="5065475" y="1946175"/>
            <a:ext cx="1862700" cy="76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t>Neptune is the farthest planet from the Sun</a:t>
            </a:r>
            <a:endParaRPr/>
          </a:p>
        </p:txBody>
      </p:sp>
      <p:sp>
        <p:nvSpPr>
          <p:cNvPr id="2936" name="Google Shape;2936;p44"/>
          <p:cNvSpPr txBox="1"/>
          <p:nvPr>
            <p:ph idx="7" type="subTitle"/>
          </p:nvPr>
        </p:nvSpPr>
        <p:spPr>
          <a:xfrm>
            <a:off x="2482075" y="3522374"/>
            <a:ext cx="1862700" cy="76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t>Despite being red, Mars is a very cold place</a:t>
            </a:r>
            <a:endParaRPr/>
          </a:p>
        </p:txBody>
      </p:sp>
      <p:sp>
        <p:nvSpPr>
          <p:cNvPr id="2937" name="Google Shape;2937;p44"/>
          <p:cNvSpPr txBox="1"/>
          <p:nvPr>
            <p:ph idx="8" type="subTitle"/>
          </p:nvPr>
        </p:nvSpPr>
        <p:spPr>
          <a:xfrm>
            <a:off x="5065475" y="3522374"/>
            <a:ext cx="1862700" cy="76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t>Venus has a beautiful name, but it’s really hot</a:t>
            </a:r>
            <a:endParaRPr/>
          </a:p>
        </p:txBody>
      </p:sp>
      <p:grpSp>
        <p:nvGrpSpPr>
          <p:cNvPr id="2938" name="Google Shape;2938;p44"/>
          <p:cNvGrpSpPr/>
          <p:nvPr/>
        </p:nvGrpSpPr>
        <p:grpSpPr>
          <a:xfrm>
            <a:off x="4734995" y="3081973"/>
            <a:ext cx="242114" cy="362163"/>
            <a:chOff x="4893282" y="3804774"/>
            <a:chExt cx="242114" cy="362163"/>
          </a:xfrm>
        </p:grpSpPr>
        <p:sp>
          <p:nvSpPr>
            <p:cNvPr id="2939" name="Google Shape;2939;p44"/>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4"/>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4"/>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4"/>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4"/>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4"/>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4"/>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4"/>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4"/>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4"/>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4"/>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4"/>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4"/>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4"/>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4"/>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4"/>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4"/>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4"/>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4"/>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4"/>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4"/>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4"/>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4"/>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4"/>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4"/>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4"/>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5" name="Google Shape;2965;p44"/>
          <p:cNvGrpSpPr/>
          <p:nvPr/>
        </p:nvGrpSpPr>
        <p:grpSpPr>
          <a:xfrm>
            <a:off x="4675206" y="1500821"/>
            <a:ext cx="361691" cy="362163"/>
            <a:chOff x="7953101" y="2436584"/>
            <a:chExt cx="361691" cy="362163"/>
          </a:xfrm>
        </p:grpSpPr>
        <p:sp>
          <p:nvSpPr>
            <p:cNvPr id="2966" name="Google Shape;2966;p44"/>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4"/>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4"/>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4"/>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4"/>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4"/>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4"/>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4"/>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4"/>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5" name="Google Shape;2975;p44"/>
          <p:cNvGrpSpPr/>
          <p:nvPr/>
        </p:nvGrpSpPr>
        <p:grpSpPr>
          <a:xfrm>
            <a:off x="2159094" y="3081598"/>
            <a:ext cx="223041" cy="362163"/>
            <a:chOff x="5827993" y="3355496"/>
            <a:chExt cx="223041" cy="362163"/>
          </a:xfrm>
        </p:grpSpPr>
        <p:sp>
          <p:nvSpPr>
            <p:cNvPr id="2976" name="Google Shape;2976;p44"/>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4"/>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4"/>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4"/>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4"/>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4"/>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4"/>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4"/>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4"/>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4"/>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4"/>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4"/>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4"/>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4"/>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4"/>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1" name="Google Shape;2991;p44"/>
          <p:cNvGrpSpPr/>
          <p:nvPr/>
        </p:nvGrpSpPr>
        <p:grpSpPr>
          <a:xfrm>
            <a:off x="2125820" y="1500826"/>
            <a:ext cx="289589" cy="361403"/>
            <a:chOff x="8028714" y="2891652"/>
            <a:chExt cx="289589" cy="361403"/>
          </a:xfrm>
        </p:grpSpPr>
        <p:sp>
          <p:nvSpPr>
            <p:cNvPr id="2992" name="Google Shape;2992;p44"/>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4"/>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4"/>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4"/>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4"/>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4"/>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4"/>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4"/>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4"/>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4"/>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4"/>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4"/>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4"/>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4"/>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4"/>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4"/>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4"/>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4"/>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4"/>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4"/>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2" name="Google Shape;3012;p44"/>
          <p:cNvSpPr/>
          <p:nvPr/>
        </p:nvSpPr>
        <p:spPr>
          <a:xfrm rot="-5400000">
            <a:off x="2530913" y="6930263"/>
            <a:ext cx="24925" cy="15800"/>
          </a:xfrm>
          <a:custGeom>
            <a:rect b="b" l="l" r="r" t="t"/>
            <a:pathLst>
              <a:path extrusionOk="0" h="632" w="997">
                <a:moveTo>
                  <a:pt x="740" y="0"/>
                </a:moveTo>
                <a:cubicBezTo>
                  <a:pt x="669" y="0"/>
                  <a:pt x="603" y="41"/>
                  <a:pt x="548" y="114"/>
                </a:cubicBezTo>
                <a:lnTo>
                  <a:pt x="517" y="175"/>
                </a:lnTo>
                <a:cubicBezTo>
                  <a:pt x="487" y="236"/>
                  <a:pt x="456" y="297"/>
                  <a:pt x="426" y="297"/>
                </a:cubicBezTo>
                <a:cubicBezTo>
                  <a:pt x="365" y="297"/>
                  <a:pt x="274" y="266"/>
                  <a:pt x="213" y="236"/>
                </a:cubicBezTo>
                <a:cubicBezTo>
                  <a:pt x="183" y="236"/>
                  <a:pt x="183" y="145"/>
                  <a:pt x="152" y="145"/>
                </a:cubicBezTo>
                <a:lnTo>
                  <a:pt x="31" y="145"/>
                </a:lnTo>
                <a:cubicBezTo>
                  <a:pt x="31" y="236"/>
                  <a:pt x="61" y="327"/>
                  <a:pt x="92" y="418"/>
                </a:cubicBezTo>
                <a:lnTo>
                  <a:pt x="0" y="540"/>
                </a:lnTo>
                <a:cubicBezTo>
                  <a:pt x="0" y="570"/>
                  <a:pt x="31" y="631"/>
                  <a:pt x="61" y="631"/>
                </a:cubicBezTo>
                <a:lnTo>
                  <a:pt x="92" y="631"/>
                </a:lnTo>
                <a:cubicBezTo>
                  <a:pt x="147" y="603"/>
                  <a:pt x="579" y="349"/>
                  <a:pt x="772" y="349"/>
                </a:cubicBezTo>
                <a:cubicBezTo>
                  <a:pt x="791" y="349"/>
                  <a:pt x="807" y="352"/>
                  <a:pt x="821" y="357"/>
                </a:cubicBezTo>
                <a:cubicBezTo>
                  <a:pt x="839" y="363"/>
                  <a:pt x="855" y="366"/>
                  <a:pt x="869" y="366"/>
                </a:cubicBezTo>
                <a:cubicBezTo>
                  <a:pt x="997" y="366"/>
                  <a:pt x="964" y="136"/>
                  <a:pt x="882" y="53"/>
                </a:cubicBezTo>
                <a:cubicBezTo>
                  <a:pt x="834" y="18"/>
                  <a:pt x="786" y="0"/>
                  <a:pt x="740" y="0"/>
                </a:cubicBezTo>
                <a:close/>
              </a:path>
            </a:pathLst>
          </a:custGeom>
          <a:solidFill>
            <a:srgbClr val="6FB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4"/>
          <p:cNvSpPr/>
          <p:nvPr/>
        </p:nvSpPr>
        <p:spPr>
          <a:xfrm rot="-5400000">
            <a:off x="2585600" y="6937975"/>
            <a:ext cx="15450" cy="11350"/>
          </a:xfrm>
          <a:custGeom>
            <a:rect b="b" l="l" r="r" t="t"/>
            <a:pathLst>
              <a:path extrusionOk="0" h="454" w="618">
                <a:moveTo>
                  <a:pt x="159" y="1"/>
                </a:moveTo>
                <a:cubicBezTo>
                  <a:pt x="156" y="1"/>
                  <a:pt x="154" y="1"/>
                  <a:pt x="152" y="3"/>
                </a:cubicBezTo>
                <a:lnTo>
                  <a:pt x="122" y="33"/>
                </a:lnTo>
                <a:lnTo>
                  <a:pt x="0" y="155"/>
                </a:lnTo>
                <a:lnTo>
                  <a:pt x="334" y="277"/>
                </a:lnTo>
                <a:lnTo>
                  <a:pt x="395" y="307"/>
                </a:lnTo>
                <a:lnTo>
                  <a:pt x="517" y="398"/>
                </a:lnTo>
                <a:cubicBezTo>
                  <a:pt x="555" y="436"/>
                  <a:pt x="582" y="453"/>
                  <a:pt x="597" y="453"/>
                </a:cubicBezTo>
                <a:cubicBezTo>
                  <a:pt x="617" y="453"/>
                  <a:pt x="613" y="421"/>
                  <a:pt x="578" y="368"/>
                </a:cubicBezTo>
                <a:cubicBezTo>
                  <a:pt x="491" y="252"/>
                  <a:pt x="213" y="1"/>
                  <a:pt x="159" y="1"/>
                </a:cubicBezTo>
                <a:close/>
              </a:path>
            </a:pathLst>
          </a:custGeom>
          <a:solidFill>
            <a:srgbClr val="6FB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4"/>
          <p:cNvSpPr/>
          <p:nvPr/>
        </p:nvSpPr>
        <p:spPr>
          <a:xfrm rot="-5400000">
            <a:off x="2587788" y="6958888"/>
            <a:ext cx="12950" cy="14625"/>
          </a:xfrm>
          <a:custGeom>
            <a:rect b="b" l="l" r="r" t="t"/>
            <a:pathLst>
              <a:path extrusionOk="0" h="585" w="518">
                <a:moveTo>
                  <a:pt x="244" y="1"/>
                </a:moveTo>
                <a:lnTo>
                  <a:pt x="244" y="213"/>
                </a:lnTo>
                <a:lnTo>
                  <a:pt x="244" y="274"/>
                </a:lnTo>
                <a:cubicBezTo>
                  <a:pt x="92" y="335"/>
                  <a:pt x="1" y="426"/>
                  <a:pt x="31" y="457"/>
                </a:cubicBezTo>
                <a:lnTo>
                  <a:pt x="62" y="487"/>
                </a:lnTo>
                <a:cubicBezTo>
                  <a:pt x="92" y="517"/>
                  <a:pt x="123" y="578"/>
                  <a:pt x="153" y="578"/>
                </a:cubicBezTo>
                <a:cubicBezTo>
                  <a:pt x="173" y="582"/>
                  <a:pt x="192" y="584"/>
                  <a:pt x="211" y="584"/>
                </a:cubicBezTo>
                <a:cubicBezTo>
                  <a:pt x="335" y="584"/>
                  <a:pt x="430" y="501"/>
                  <a:pt x="457" y="396"/>
                </a:cubicBezTo>
                <a:lnTo>
                  <a:pt x="457" y="213"/>
                </a:lnTo>
                <a:lnTo>
                  <a:pt x="457" y="183"/>
                </a:lnTo>
                <a:cubicBezTo>
                  <a:pt x="518" y="153"/>
                  <a:pt x="396" y="61"/>
                  <a:pt x="244" y="1"/>
                </a:cubicBezTo>
                <a:close/>
              </a:path>
            </a:pathLst>
          </a:custGeom>
          <a:solidFill>
            <a:srgbClr val="6FB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4"/>
          <p:cNvSpPr/>
          <p:nvPr/>
        </p:nvSpPr>
        <p:spPr>
          <a:xfrm rot="-5400000">
            <a:off x="2635738" y="6963488"/>
            <a:ext cx="8375" cy="11500"/>
          </a:xfrm>
          <a:custGeom>
            <a:rect b="b" l="l" r="r" t="t"/>
            <a:pathLst>
              <a:path extrusionOk="0" h="460" w="335">
                <a:moveTo>
                  <a:pt x="164" y="1"/>
                </a:moveTo>
                <a:cubicBezTo>
                  <a:pt x="116" y="1"/>
                  <a:pt x="52" y="36"/>
                  <a:pt x="31" y="57"/>
                </a:cubicBezTo>
                <a:cubicBezTo>
                  <a:pt x="1" y="57"/>
                  <a:pt x="31" y="118"/>
                  <a:pt x="61" y="179"/>
                </a:cubicBezTo>
                <a:lnTo>
                  <a:pt x="31" y="209"/>
                </a:lnTo>
                <a:cubicBezTo>
                  <a:pt x="31" y="239"/>
                  <a:pt x="1" y="300"/>
                  <a:pt x="1" y="300"/>
                </a:cubicBezTo>
                <a:lnTo>
                  <a:pt x="92" y="391"/>
                </a:lnTo>
                <a:cubicBezTo>
                  <a:pt x="168" y="437"/>
                  <a:pt x="229" y="460"/>
                  <a:pt x="270" y="460"/>
                </a:cubicBezTo>
                <a:cubicBezTo>
                  <a:pt x="312" y="460"/>
                  <a:pt x="335" y="437"/>
                  <a:pt x="335" y="391"/>
                </a:cubicBezTo>
                <a:cubicBezTo>
                  <a:pt x="305" y="270"/>
                  <a:pt x="274" y="148"/>
                  <a:pt x="213" y="27"/>
                </a:cubicBezTo>
                <a:cubicBezTo>
                  <a:pt x="204" y="8"/>
                  <a:pt x="186" y="1"/>
                  <a:pt x="164" y="1"/>
                </a:cubicBezTo>
                <a:close/>
              </a:path>
            </a:pathLst>
          </a:custGeom>
          <a:solidFill>
            <a:srgbClr val="6FB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4"/>
          <p:cNvSpPr/>
          <p:nvPr/>
        </p:nvSpPr>
        <p:spPr>
          <a:xfrm rot="-5400000">
            <a:off x="2640463" y="6925088"/>
            <a:ext cx="14450" cy="6225"/>
          </a:xfrm>
          <a:custGeom>
            <a:rect b="b" l="l" r="r" t="t"/>
            <a:pathLst>
              <a:path extrusionOk="0" h="249" w="578">
                <a:moveTo>
                  <a:pt x="341" y="1"/>
                </a:moveTo>
                <a:cubicBezTo>
                  <a:pt x="266" y="1"/>
                  <a:pt x="115" y="100"/>
                  <a:pt x="61" y="127"/>
                </a:cubicBezTo>
                <a:cubicBezTo>
                  <a:pt x="0" y="188"/>
                  <a:pt x="0" y="249"/>
                  <a:pt x="0" y="249"/>
                </a:cubicBezTo>
                <a:cubicBezTo>
                  <a:pt x="61" y="218"/>
                  <a:pt x="152" y="188"/>
                  <a:pt x="213" y="158"/>
                </a:cubicBezTo>
                <a:cubicBezTo>
                  <a:pt x="225" y="152"/>
                  <a:pt x="241" y="149"/>
                  <a:pt x="259" y="149"/>
                </a:cubicBezTo>
                <a:cubicBezTo>
                  <a:pt x="338" y="149"/>
                  <a:pt x="462" y="194"/>
                  <a:pt x="487" y="218"/>
                </a:cubicBezTo>
                <a:cubicBezTo>
                  <a:pt x="495" y="227"/>
                  <a:pt x="503" y="231"/>
                  <a:pt x="510" y="231"/>
                </a:cubicBezTo>
                <a:cubicBezTo>
                  <a:pt x="555" y="231"/>
                  <a:pt x="578" y="88"/>
                  <a:pt x="578" y="36"/>
                </a:cubicBezTo>
                <a:cubicBezTo>
                  <a:pt x="578" y="14"/>
                  <a:pt x="553" y="8"/>
                  <a:pt x="520" y="8"/>
                </a:cubicBezTo>
                <a:cubicBezTo>
                  <a:pt x="484" y="8"/>
                  <a:pt x="438" y="15"/>
                  <a:pt x="405" y="15"/>
                </a:cubicBezTo>
                <a:cubicBezTo>
                  <a:pt x="387" y="15"/>
                  <a:pt x="372" y="13"/>
                  <a:pt x="365" y="6"/>
                </a:cubicBezTo>
                <a:cubicBezTo>
                  <a:pt x="358" y="2"/>
                  <a:pt x="350" y="1"/>
                  <a:pt x="341" y="1"/>
                </a:cubicBezTo>
                <a:close/>
              </a:path>
            </a:pathLst>
          </a:custGeom>
          <a:solidFill>
            <a:srgbClr val="6FB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7" name="Google Shape;3017;p44"/>
          <p:cNvGrpSpPr/>
          <p:nvPr/>
        </p:nvGrpSpPr>
        <p:grpSpPr>
          <a:xfrm>
            <a:off x="6832931" y="1124649"/>
            <a:ext cx="2657531" cy="2553576"/>
            <a:chOff x="6832931" y="1124649"/>
            <a:chExt cx="2657531" cy="2553576"/>
          </a:xfrm>
        </p:grpSpPr>
        <p:sp>
          <p:nvSpPr>
            <p:cNvPr id="3018" name="Google Shape;3018;p44"/>
            <p:cNvSpPr/>
            <p:nvPr/>
          </p:nvSpPr>
          <p:spPr>
            <a:xfrm rot="-10636261">
              <a:off x="7037588" y="1201889"/>
              <a:ext cx="104743" cy="34563"/>
            </a:xfrm>
            <a:custGeom>
              <a:rect b="b" l="l" r="r" t="t"/>
              <a:pathLst>
                <a:path extrusionOk="0" h="754" w="2285">
                  <a:moveTo>
                    <a:pt x="2284" y="1"/>
                  </a:moveTo>
                  <a:lnTo>
                    <a:pt x="1506" y="255"/>
                  </a:lnTo>
                  <a:lnTo>
                    <a:pt x="1506" y="255"/>
                  </a:lnTo>
                  <a:lnTo>
                    <a:pt x="1540" y="229"/>
                  </a:lnTo>
                  <a:lnTo>
                    <a:pt x="1540" y="229"/>
                  </a:lnTo>
                  <a:cubicBezTo>
                    <a:pt x="1362" y="297"/>
                    <a:pt x="1016" y="415"/>
                    <a:pt x="889" y="441"/>
                  </a:cubicBezTo>
                  <a:cubicBezTo>
                    <a:pt x="906" y="432"/>
                    <a:pt x="889" y="432"/>
                    <a:pt x="1032" y="381"/>
                  </a:cubicBezTo>
                  <a:lnTo>
                    <a:pt x="1032" y="381"/>
                  </a:lnTo>
                  <a:cubicBezTo>
                    <a:pt x="107" y="654"/>
                    <a:pt x="763" y="523"/>
                    <a:pt x="54" y="738"/>
                  </a:cubicBezTo>
                  <a:lnTo>
                    <a:pt x="54" y="738"/>
                  </a:lnTo>
                  <a:cubicBezTo>
                    <a:pt x="97" y="726"/>
                    <a:pt x="148" y="714"/>
                    <a:pt x="212" y="703"/>
                  </a:cubicBezTo>
                  <a:cubicBezTo>
                    <a:pt x="355" y="657"/>
                    <a:pt x="494" y="627"/>
                    <a:pt x="519" y="627"/>
                  </a:cubicBezTo>
                  <a:cubicBezTo>
                    <a:pt x="526" y="627"/>
                    <a:pt x="523" y="629"/>
                    <a:pt x="508" y="635"/>
                  </a:cubicBezTo>
                  <a:cubicBezTo>
                    <a:pt x="897" y="508"/>
                    <a:pt x="914" y="525"/>
                    <a:pt x="948" y="475"/>
                  </a:cubicBezTo>
                  <a:cubicBezTo>
                    <a:pt x="1100" y="411"/>
                    <a:pt x="1266" y="365"/>
                    <a:pt x="1302" y="365"/>
                  </a:cubicBezTo>
                  <a:cubicBezTo>
                    <a:pt x="1325" y="365"/>
                    <a:pt x="1299" y="382"/>
                    <a:pt x="1193" y="424"/>
                  </a:cubicBezTo>
                  <a:lnTo>
                    <a:pt x="1904" y="162"/>
                  </a:lnTo>
                  <a:lnTo>
                    <a:pt x="1464" y="297"/>
                  </a:lnTo>
                  <a:cubicBezTo>
                    <a:pt x="1574" y="221"/>
                    <a:pt x="2158" y="85"/>
                    <a:pt x="2284" y="1"/>
                  </a:cubicBezTo>
                  <a:close/>
                  <a:moveTo>
                    <a:pt x="54" y="738"/>
                  </a:moveTo>
                  <a:cubicBezTo>
                    <a:pt x="34" y="743"/>
                    <a:pt x="17" y="748"/>
                    <a:pt x="0" y="754"/>
                  </a:cubicBezTo>
                  <a:cubicBezTo>
                    <a:pt x="19" y="748"/>
                    <a:pt x="37" y="743"/>
                    <a:pt x="54" y="73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4"/>
            <p:cNvSpPr/>
            <p:nvPr/>
          </p:nvSpPr>
          <p:spPr>
            <a:xfrm rot="-10636261">
              <a:off x="7138799" y="1182493"/>
              <a:ext cx="100068" cy="29933"/>
            </a:xfrm>
            <a:custGeom>
              <a:rect b="b" l="l" r="r" t="t"/>
              <a:pathLst>
                <a:path extrusionOk="0" h="653" w="2183">
                  <a:moveTo>
                    <a:pt x="2183" y="1"/>
                  </a:moveTo>
                  <a:lnTo>
                    <a:pt x="2183" y="1"/>
                  </a:lnTo>
                  <a:cubicBezTo>
                    <a:pt x="1997" y="35"/>
                    <a:pt x="1819" y="77"/>
                    <a:pt x="1642" y="128"/>
                  </a:cubicBezTo>
                  <a:cubicBezTo>
                    <a:pt x="1413" y="187"/>
                    <a:pt x="1193" y="238"/>
                    <a:pt x="1058" y="263"/>
                  </a:cubicBezTo>
                  <a:cubicBezTo>
                    <a:pt x="1110" y="256"/>
                    <a:pt x="1141" y="254"/>
                    <a:pt x="1157" y="254"/>
                  </a:cubicBezTo>
                  <a:cubicBezTo>
                    <a:pt x="1208" y="254"/>
                    <a:pt x="1117" y="279"/>
                    <a:pt x="1136" y="279"/>
                  </a:cubicBezTo>
                  <a:cubicBezTo>
                    <a:pt x="1150" y="279"/>
                    <a:pt x="1222" y="266"/>
                    <a:pt x="1447" y="221"/>
                  </a:cubicBezTo>
                  <a:lnTo>
                    <a:pt x="1447" y="221"/>
                  </a:lnTo>
                  <a:lnTo>
                    <a:pt x="1117" y="339"/>
                  </a:lnTo>
                  <a:lnTo>
                    <a:pt x="550" y="466"/>
                  </a:lnTo>
                  <a:cubicBezTo>
                    <a:pt x="550" y="480"/>
                    <a:pt x="275" y="555"/>
                    <a:pt x="324" y="555"/>
                  </a:cubicBezTo>
                  <a:cubicBezTo>
                    <a:pt x="335" y="555"/>
                    <a:pt x="363" y="552"/>
                    <a:pt x="415" y="542"/>
                  </a:cubicBezTo>
                  <a:cubicBezTo>
                    <a:pt x="466" y="525"/>
                    <a:pt x="576" y="491"/>
                    <a:pt x="660" y="475"/>
                  </a:cubicBezTo>
                  <a:lnTo>
                    <a:pt x="660" y="475"/>
                  </a:lnTo>
                  <a:cubicBezTo>
                    <a:pt x="542" y="525"/>
                    <a:pt x="415" y="559"/>
                    <a:pt x="288" y="584"/>
                  </a:cubicBezTo>
                  <a:cubicBezTo>
                    <a:pt x="127" y="627"/>
                    <a:pt x="0" y="652"/>
                    <a:pt x="85" y="652"/>
                  </a:cubicBezTo>
                  <a:lnTo>
                    <a:pt x="364" y="593"/>
                  </a:lnTo>
                  <a:lnTo>
                    <a:pt x="550" y="542"/>
                  </a:lnTo>
                  <a:cubicBezTo>
                    <a:pt x="652" y="517"/>
                    <a:pt x="736" y="491"/>
                    <a:pt x="872" y="441"/>
                  </a:cubicBezTo>
                  <a:cubicBezTo>
                    <a:pt x="1286" y="339"/>
                    <a:pt x="1591" y="280"/>
                    <a:pt x="1785" y="238"/>
                  </a:cubicBezTo>
                  <a:cubicBezTo>
                    <a:pt x="1904" y="204"/>
                    <a:pt x="1912" y="178"/>
                    <a:pt x="2064" y="136"/>
                  </a:cubicBezTo>
                  <a:lnTo>
                    <a:pt x="2064" y="136"/>
                  </a:lnTo>
                  <a:lnTo>
                    <a:pt x="1963" y="162"/>
                  </a:lnTo>
                  <a:lnTo>
                    <a:pt x="1929" y="128"/>
                  </a:lnTo>
                  <a:cubicBezTo>
                    <a:pt x="1802" y="170"/>
                    <a:pt x="1675" y="204"/>
                    <a:pt x="1540" y="238"/>
                  </a:cubicBezTo>
                  <a:cubicBezTo>
                    <a:pt x="1760" y="170"/>
                    <a:pt x="1971" y="85"/>
                    <a:pt x="218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4"/>
            <p:cNvSpPr/>
            <p:nvPr/>
          </p:nvSpPr>
          <p:spPr>
            <a:xfrm rot="-10636261">
              <a:off x="7142676" y="1204402"/>
              <a:ext cx="825" cy="46"/>
            </a:xfrm>
            <a:custGeom>
              <a:rect b="b" l="l" r="r" t="t"/>
              <a:pathLst>
                <a:path extrusionOk="0" h="1" w="18">
                  <a:moveTo>
                    <a:pt x="1" y="1"/>
                  </a:moveTo>
                  <a:lnTo>
                    <a:pt x="1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4"/>
            <p:cNvSpPr/>
            <p:nvPr/>
          </p:nvSpPr>
          <p:spPr>
            <a:xfrm rot="-10636261">
              <a:off x="7379924" y="1170749"/>
              <a:ext cx="4676" cy="413"/>
            </a:xfrm>
            <a:custGeom>
              <a:rect b="b" l="l" r="r" t="t"/>
              <a:pathLst>
                <a:path extrusionOk="0" h="9" w="102">
                  <a:moveTo>
                    <a:pt x="1" y="9"/>
                  </a:moveTo>
                  <a:lnTo>
                    <a:pt x="10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4"/>
            <p:cNvSpPr/>
            <p:nvPr/>
          </p:nvSpPr>
          <p:spPr>
            <a:xfrm rot="-10636261">
              <a:off x="7490434" y="1165080"/>
              <a:ext cx="2750" cy="46"/>
            </a:xfrm>
            <a:custGeom>
              <a:rect b="b" l="l" r="r" t="t"/>
              <a:pathLst>
                <a:path extrusionOk="0" h="1" w="60">
                  <a:moveTo>
                    <a:pt x="60" y="1"/>
                  </a:moveTo>
                  <a:lnTo>
                    <a:pt x="43" y="1"/>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4"/>
            <p:cNvSpPr/>
            <p:nvPr/>
          </p:nvSpPr>
          <p:spPr>
            <a:xfrm rot="-10636261">
              <a:off x="8129430" y="1262327"/>
              <a:ext cx="7013" cy="2750"/>
            </a:xfrm>
            <a:custGeom>
              <a:rect b="b" l="l" r="r" t="t"/>
              <a:pathLst>
                <a:path extrusionOk="0" h="60" w="153">
                  <a:moveTo>
                    <a:pt x="1" y="1"/>
                  </a:moveTo>
                  <a:lnTo>
                    <a:pt x="1" y="1"/>
                  </a:lnTo>
                  <a:cubicBezTo>
                    <a:pt x="43" y="18"/>
                    <a:pt x="85" y="34"/>
                    <a:pt x="153" y="60"/>
                  </a:cubicBezTo>
                  <a:cubicBezTo>
                    <a:pt x="102" y="34"/>
                    <a:pt x="51" y="18"/>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4"/>
            <p:cNvSpPr/>
            <p:nvPr/>
          </p:nvSpPr>
          <p:spPr>
            <a:xfrm rot="-10636261">
              <a:off x="7308394" y="1172306"/>
              <a:ext cx="825" cy="413"/>
            </a:xfrm>
            <a:custGeom>
              <a:rect b="b" l="l" r="r" t="t"/>
              <a:pathLst>
                <a:path extrusionOk="0" h="9" w="18">
                  <a:moveTo>
                    <a:pt x="9" y="1"/>
                  </a:moveTo>
                  <a:lnTo>
                    <a:pt x="1" y="9"/>
                  </a:lnTo>
                  <a:lnTo>
                    <a:pt x="1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4"/>
            <p:cNvSpPr/>
            <p:nvPr/>
          </p:nvSpPr>
          <p:spPr>
            <a:xfrm rot="-10636261">
              <a:off x="7269614" y="1179220"/>
              <a:ext cx="10085" cy="2338"/>
            </a:xfrm>
            <a:custGeom>
              <a:rect b="b" l="l" r="r" t="t"/>
              <a:pathLst>
                <a:path extrusionOk="0" h="51" w="220">
                  <a:moveTo>
                    <a:pt x="220" y="0"/>
                  </a:moveTo>
                  <a:lnTo>
                    <a:pt x="220" y="0"/>
                  </a:lnTo>
                  <a:cubicBezTo>
                    <a:pt x="212" y="2"/>
                    <a:pt x="203" y="4"/>
                    <a:pt x="194" y="6"/>
                  </a:cubicBezTo>
                  <a:lnTo>
                    <a:pt x="194" y="6"/>
                  </a:lnTo>
                  <a:lnTo>
                    <a:pt x="220" y="0"/>
                  </a:lnTo>
                  <a:close/>
                  <a:moveTo>
                    <a:pt x="194" y="6"/>
                  </a:moveTo>
                  <a:lnTo>
                    <a:pt x="0" y="51"/>
                  </a:lnTo>
                  <a:cubicBezTo>
                    <a:pt x="53" y="43"/>
                    <a:pt x="125" y="22"/>
                    <a:pt x="194" y="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4"/>
            <p:cNvSpPr/>
            <p:nvPr/>
          </p:nvSpPr>
          <p:spPr>
            <a:xfrm rot="-10636261">
              <a:off x="7957495" y="1211880"/>
              <a:ext cx="12468" cy="2429"/>
            </a:xfrm>
            <a:custGeom>
              <a:rect b="b" l="l" r="r" t="t"/>
              <a:pathLst>
                <a:path extrusionOk="0" h="53" w="272">
                  <a:moveTo>
                    <a:pt x="0" y="0"/>
                  </a:moveTo>
                  <a:lnTo>
                    <a:pt x="0" y="0"/>
                  </a:lnTo>
                  <a:cubicBezTo>
                    <a:pt x="68" y="17"/>
                    <a:pt x="229" y="51"/>
                    <a:pt x="153" y="51"/>
                  </a:cubicBezTo>
                  <a:cubicBezTo>
                    <a:pt x="174" y="52"/>
                    <a:pt x="191" y="53"/>
                    <a:pt x="205" y="53"/>
                  </a:cubicBezTo>
                  <a:cubicBezTo>
                    <a:pt x="272" y="53"/>
                    <a:pt x="233" y="35"/>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4"/>
            <p:cNvSpPr/>
            <p:nvPr/>
          </p:nvSpPr>
          <p:spPr>
            <a:xfrm rot="-10636261">
              <a:off x="7358616" y="1153118"/>
              <a:ext cx="8297" cy="1604"/>
            </a:xfrm>
            <a:custGeom>
              <a:rect b="b" l="l" r="r" t="t"/>
              <a:pathLst>
                <a:path extrusionOk="0" h="35" w="181">
                  <a:moveTo>
                    <a:pt x="181" y="1"/>
                  </a:moveTo>
                  <a:cubicBezTo>
                    <a:pt x="169" y="3"/>
                    <a:pt x="158" y="5"/>
                    <a:pt x="147" y="7"/>
                  </a:cubicBezTo>
                  <a:lnTo>
                    <a:pt x="147" y="7"/>
                  </a:lnTo>
                  <a:cubicBezTo>
                    <a:pt x="158" y="5"/>
                    <a:pt x="169" y="3"/>
                    <a:pt x="181" y="1"/>
                  </a:cubicBezTo>
                  <a:close/>
                  <a:moveTo>
                    <a:pt x="147" y="7"/>
                  </a:moveTo>
                  <a:cubicBezTo>
                    <a:pt x="62" y="22"/>
                    <a:pt x="0" y="35"/>
                    <a:pt x="37" y="35"/>
                  </a:cubicBezTo>
                  <a:cubicBezTo>
                    <a:pt x="70" y="22"/>
                    <a:pt x="108" y="14"/>
                    <a:pt x="147" y="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4"/>
            <p:cNvSpPr/>
            <p:nvPr/>
          </p:nvSpPr>
          <p:spPr>
            <a:xfrm rot="-10636261">
              <a:off x="7352317" y="1154331"/>
              <a:ext cx="6234" cy="1559"/>
            </a:xfrm>
            <a:custGeom>
              <a:rect b="b" l="l" r="r" t="t"/>
              <a:pathLst>
                <a:path extrusionOk="0" h="34" w="136">
                  <a:moveTo>
                    <a:pt x="0" y="34"/>
                  </a:moveTo>
                  <a:lnTo>
                    <a:pt x="13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4"/>
            <p:cNvSpPr/>
            <p:nvPr/>
          </p:nvSpPr>
          <p:spPr>
            <a:xfrm rot="-10636261">
              <a:off x="8052719" y="1218213"/>
              <a:ext cx="3575" cy="1192"/>
            </a:xfrm>
            <a:custGeom>
              <a:rect b="b" l="l" r="r" t="t"/>
              <a:pathLst>
                <a:path extrusionOk="0" h="26" w="78">
                  <a:moveTo>
                    <a:pt x="1" y="0"/>
                  </a:moveTo>
                  <a:lnTo>
                    <a:pt x="1" y="0"/>
                  </a:lnTo>
                  <a:cubicBezTo>
                    <a:pt x="26" y="17"/>
                    <a:pt x="52" y="26"/>
                    <a:pt x="77" y="26"/>
                  </a:cubicBezTo>
                  <a:cubicBezTo>
                    <a:pt x="52" y="17"/>
                    <a:pt x="26" y="9"/>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4"/>
            <p:cNvSpPr/>
            <p:nvPr/>
          </p:nvSpPr>
          <p:spPr>
            <a:xfrm rot="-10636261">
              <a:off x="7212703" y="1176546"/>
              <a:ext cx="94200" cy="21590"/>
            </a:xfrm>
            <a:custGeom>
              <a:rect b="b" l="l" r="r" t="t"/>
              <a:pathLst>
                <a:path extrusionOk="0" h="471" w="2055">
                  <a:moveTo>
                    <a:pt x="886" y="371"/>
                  </a:moveTo>
                  <a:cubicBezTo>
                    <a:pt x="865" y="375"/>
                    <a:pt x="843" y="380"/>
                    <a:pt x="821" y="386"/>
                  </a:cubicBezTo>
                  <a:cubicBezTo>
                    <a:pt x="843" y="381"/>
                    <a:pt x="865" y="376"/>
                    <a:pt x="886" y="371"/>
                  </a:cubicBezTo>
                  <a:close/>
                  <a:moveTo>
                    <a:pt x="2024" y="0"/>
                  </a:moveTo>
                  <a:cubicBezTo>
                    <a:pt x="2014" y="0"/>
                    <a:pt x="1979" y="6"/>
                    <a:pt x="1904" y="22"/>
                  </a:cubicBezTo>
                  <a:lnTo>
                    <a:pt x="863" y="259"/>
                  </a:lnTo>
                  <a:lnTo>
                    <a:pt x="423" y="369"/>
                  </a:lnTo>
                  <a:cubicBezTo>
                    <a:pt x="280" y="394"/>
                    <a:pt x="144" y="428"/>
                    <a:pt x="0" y="470"/>
                  </a:cubicBezTo>
                  <a:cubicBezTo>
                    <a:pt x="457" y="394"/>
                    <a:pt x="956" y="267"/>
                    <a:pt x="1329" y="208"/>
                  </a:cubicBezTo>
                  <a:lnTo>
                    <a:pt x="1329" y="208"/>
                  </a:lnTo>
                  <a:lnTo>
                    <a:pt x="1176" y="267"/>
                  </a:lnTo>
                  <a:cubicBezTo>
                    <a:pt x="753" y="326"/>
                    <a:pt x="500" y="411"/>
                    <a:pt x="85" y="470"/>
                  </a:cubicBezTo>
                  <a:cubicBezTo>
                    <a:pt x="398" y="428"/>
                    <a:pt x="711" y="369"/>
                    <a:pt x="1016" y="309"/>
                  </a:cubicBezTo>
                  <a:cubicBezTo>
                    <a:pt x="1143" y="290"/>
                    <a:pt x="1209" y="282"/>
                    <a:pt x="1231" y="282"/>
                  </a:cubicBezTo>
                  <a:cubicBezTo>
                    <a:pt x="1279" y="282"/>
                    <a:pt x="1104" y="323"/>
                    <a:pt x="886" y="371"/>
                  </a:cubicBezTo>
                  <a:lnTo>
                    <a:pt x="886" y="371"/>
                  </a:lnTo>
                  <a:cubicBezTo>
                    <a:pt x="929" y="363"/>
                    <a:pt x="970" y="357"/>
                    <a:pt x="1016" y="352"/>
                  </a:cubicBezTo>
                  <a:cubicBezTo>
                    <a:pt x="1040" y="339"/>
                    <a:pt x="1569" y="214"/>
                    <a:pt x="1528" y="214"/>
                  </a:cubicBezTo>
                  <a:cubicBezTo>
                    <a:pt x="1512" y="214"/>
                    <a:pt x="1421" y="230"/>
                    <a:pt x="1202" y="276"/>
                  </a:cubicBezTo>
                  <a:cubicBezTo>
                    <a:pt x="1227" y="233"/>
                    <a:pt x="1726" y="149"/>
                    <a:pt x="1938" y="90"/>
                  </a:cubicBezTo>
                  <a:lnTo>
                    <a:pt x="1938" y="90"/>
                  </a:lnTo>
                  <a:cubicBezTo>
                    <a:pt x="1908" y="96"/>
                    <a:pt x="1892" y="98"/>
                    <a:pt x="1885" y="98"/>
                  </a:cubicBezTo>
                  <a:cubicBezTo>
                    <a:pt x="1854" y="98"/>
                    <a:pt x="2005" y="47"/>
                    <a:pt x="1963" y="47"/>
                  </a:cubicBezTo>
                  <a:cubicBezTo>
                    <a:pt x="1828" y="90"/>
                    <a:pt x="1692" y="132"/>
                    <a:pt x="1549" y="157"/>
                  </a:cubicBezTo>
                  <a:cubicBezTo>
                    <a:pt x="1464" y="157"/>
                    <a:pt x="1735" y="98"/>
                    <a:pt x="1946" y="47"/>
                  </a:cubicBezTo>
                  <a:lnTo>
                    <a:pt x="1946" y="47"/>
                  </a:lnTo>
                  <a:cubicBezTo>
                    <a:pt x="1907" y="55"/>
                    <a:pt x="1887" y="58"/>
                    <a:pt x="1879" y="58"/>
                  </a:cubicBezTo>
                  <a:cubicBezTo>
                    <a:pt x="1847" y="58"/>
                    <a:pt x="2055" y="0"/>
                    <a:pt x="202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4"/>
            <p:cNvSpPr/>
            <p:nvPr/>
          </p:nvSpPr>
          <p:spPr>
            <a:xfrm rot="-10636261">
              <a:off x="7285784" y="1166221"/>
              <a:ext cx="2384" cy="413"/>
            </a:xfrm>
            <a:custGeom>
              <a:rect b="b" l="l" r="r" t="t"/>
              <a:pathLst>
                <a:path extrusionOk="0" h="9" w="52">
                  <a:moveTo>
                    <a:pt x="52" y="1"/>
                  </a:moveTo>
                  <a:lnTo>
                    <a:pt x="1" y="9"/>
                  </a:lnTo>
                  <a:lnTo>
                    <a:pt x="18" y="9"/>
                  </a:lnTo>
                  <a:lnTo>
                    <a:pt x="5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4"/>
            <p:cNvSpPr/>
            <p:nvPr/>
          </p:nvSpPr>
          <p:spPr>
            <a:xfrm rot="-10636261">
              <a:off x="7314733" y="1169468"/>
              <a:ext cx="46" cy="46"/>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4"/>
            <p:cNvSpPr/>
            <p:nvPr/>
          </p:nvSpPr>
          <p:spPr>
            <a:xfrm rot="-10636261">
              <a:off x="7989122" y="1225442"/>
              <a:ext cx="10085" cy="1971"/>
            </a:xfrm>
            <a:custGeom>
              <a:rect b="b" l="l" r="r" t="t"/>
              <a:pathLst>
                <a:path extrusionOk="0" h="43" w="220">
                  <a:moveTo>
                    <a:pt x="0" y="0"/>
                  </a:moveTo>
                  <a:lnTo>
                    <a:pt x="0" y="0"/>
                  </a:lnTo>
                  <a:cubicBezTo>
                    <a:pt x="43" y="11"/>
                    <a:pt x="89" y="18"/>
                    <a:pt x="136" y="27"/>
                  </a:cubicBezTo>
                  <a:lnTo>
                    <a:pt x="136" y="27"/>
                  </a:lnTo>
                  <a:lnTo>
                    <a:pt x="0" y="0"/>
                  </a:lnTo>
                  <a:close/>
                  <a:moveTo>
                    <a:pt x="136" y="27"/>
                  </a:moveTo>
                  <a:lnTo>
                    <a:pt x="220" y="43"/>
                  </a:lnTo>
                  <a:cubicBezTo>
                    <a:pt x="192" y="36"/>
                    <a:pt x="164" y="31"/>
                    <a:pt x="136" y="2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4"/>
            <p:cNvSpPr/>
            <p:nvPr/>
          </p:nvSpPr>
          <p:spPr>
            <a:xfrm rot="-10636261">
              <a:off x="7802425" y="1175798"/>
              <a:ext cx="9351" cy="1192"/>
            </a:xfrm>
            <a:custGeom>
              <a:rect b="b" l="l" r="r" t="t"/>
              <a:pathLst>
                <a:path extrusionOk="0" h="26" w="204">
                  <a:moveTo>
                    <a:pt x="1" y="1"/>
                  </a:moveTo>
                  <a:cubicBezTo>
                    <a:pt x="35" y="17"/>
                    <a:pt x="153" y="26"/>
                    <a:pt x="204" y="26"/>
                  </a:cubicBezTo>
                  <a:lnTo>
                    <a:pt x="3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4"/>
            <p:cNvSpPr/>
            <p:nvPr/>
          </p:nvSpPr>
          <p:spPr>
            <a:xfrm rot="-10636261">
              <a:off x="7774330" y="1169838"/>
              <a:ext cx="27183" cy="2338"/>
            </a:xfrm>
            <a:custGeom>
              <a:rect b="b" l="l" r="r" t="t"/>
              <a:pathLst>
                <a:path extrusionOk="0" h="51" w="593">
                  <a:moveTo>
                    <a:pt x="0" y="0"/>
                  </a:moveTo>
                  <a:lnTo>
                    <a:pt x="0" y="0"/>
                  </a:lnTo>
                  <a:cubicBezTo>
                    <a:pt x="10" y="2"/>
                    <a:pt x="19" y="3"/>
                    <a:pt x="29" y="4"/>
                  </a:cubicBezTo>
                  <a:lnTo>
                    <a:pt x="29" y="4"/>
                  </a:lnTo>
                  <a:cubicBezTo>
                    <a:pt x="19" y="3"/>
                    <a:pt x="10" y="1"/>
                    <a:pt x="0" y="0"/>
                  </a:cubicBezTo>
                  <a:close/>
                  <a:moveTo>
                    <a:pt x="29" y="4"/>
                  </a:moveTo>
                  <a:cubicBezTo>
                    <a:pt x="85" y="13"/>
                    <a:pt x="137" y="28"/>
                    <a:pt x="195" y="42"/>
                  </a:cubicBezTo>
                  <a:cubicBezTo>
                    <a:pt x="338" y="51"/>
                    <a:pt x="448" y="51"/>
                    <a:pt x="592" y="51"/>
                  </a:cubicBezTo>
                  <a:cubicBezTo>
                    <a:pt x="430" y="43"/>
                    <a:pt x="245" y="35"/>
                    <a:pt x="29"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4"/>
            <p:cNvSpPr/>
            <p:nvPr/>
          </p:nvSpPr>
          <p:spPr>
            <a:xfrm rot="-10636261">
              <a:off x="7773621" y="1169160"/>
              <a:ext cx="46" cy="46"/>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4"/>
            <p:cNvSpPr/>
            <p:nvPr/>
          </p:nvSpPr>
          <p:spPr>
            <a:xfrm rot="-10636261">
              <a:off x="7185826" y="1176766"/>
              <a:ext cx="2247602" cy="2449341"/>
            </a:xfrm>
            <a:custGeom>
              <a:rect b="b" l="l" r="r" t="t"/>
              <a:pathLst>
                <a:path extrusionOk="0" h="53433" w="49032">
                  <a:moveTo>
                    <a:pt x="1117" y="3334"/>
                  </a:moveTo>
                  <a:cubicBezTo>
                    <a:pt x="1114" y="3348"/>
                    <a:pt x="1112" y="3359"/>
                    <a:pt x="1110" y="3367"/>
                  </a:cubicBezTo>
                  <a:lnTo>
                    <a:pt x="1110" y="3367"/>
                  </a:lnTo>
                  <a:cubicBezTo>
                    <a:pt x="1111" y="3356"/>
                    <a:pt x="1113" y="3345"/>
                    <a:pt x="1117" y="3334"/>
                  </a:cubicBezTo>
                  <a:close/>
                  <a:moveTo>
                    <a:pt x="271" y="7978"/>
                  </a:moveTo>
                  <a:cubicBezTo>
                    <a:pt x="269" y="8000"/>
                    <a:pt x="266" y="8022"/>
                    <a:pt x="264" y="8044"/>
                  </a:cubicBezTo>
                  <a:lnTo>
                    <a:pt x="264" y="8044"/>
                  </a:lnTo>
                  <a:cubicBezTo>
                    <a:pt x="266" y="8023"/>
                    <a:pt x="269" y="8000"/>
                    <a:pt x="271" y="7978"/>
                  </a:cubicBezTo>
                  <a:close/>
                  <a:moveTo>
                    <a:pt x="110" y="9509"/>
                  </a:moveTo>
                  <a:cubicBezTo>
                    <a:pt x="103" y="9584"/>
                    <a:pt x="97" y="9657"/>
                    <a:pt x="92" y="9726"/>
                  </a:cubicBezTo>
                  <a:lnTo>
                    <a:pt x="92" y="9726"/>
                  </a:lnTo>
                  <a:cubicBezTo>
                    <a:pt x="94" y="9708"/>
                    <a:pt x="97" y="9689"/>
                    <a:pt x="102" y="9670"/>
                  </a:cubicBezTo>
                  <a:cubicBezTo>
                    <a:pt x="102" y="9619"/>
                    <a:pt x="110" y="9560"/>
                    <a:pt x="110" y="9509"/>
                  </a:cubicBezTo>
                  <a:close/>
                  <a:moveTo>
                    <a:pt x="92" y="9726"/>
                  </a:moveTo>
                  <a:lnTo>
                    <a:pt x="92" y="9726"/>
                  </a:lnTo>
                  <a:cubicBezTo>
                    <a:pt x="91" y="9736"/>
                    <a:pt x="90" y="9747"/>
                    <a:pt x="89" y="9757"/>
                  </a:cubicBezTo>
                  <a:lnTo>
                    <a:pt x="89" y="9757"/>
                  </a:lnTo>
                  <a:cubicBezTo>
                    <a:pt x="90" y="9747"/>
                    <a:pt x="91" y="9736"/>
                    <a:pt x="92" y="9726"/>
                  </a:cubicBezTo>
                  <a:close/>
                  <a:moveTo>
                    <a:pt x="1210" y="22308"/>
                  </a:moveTo>
                  <a:cubicBezTo>
                    <a:pt x="1215" y="22336"/>
                    <a:pt x="1217" y="22339"/>
                    <a:pt x="1221" y="22345"/>
                  </a:cubicBezTo>
                  <a:lnTo>
                    <a:pt x="1221" y="22345"/>
                  </a:lnTo>
                  <a:cubicBezTo>
                    <a:pt x="1217" y="22333"/>
                    <a:pt x="1214" y="22321"/>
                    <a:pt x="1210" y="22308"/>
                  </a:cubicBezTo>
                  <a:close/>
                  <a:moveTo>
                    <a:pt x="1491" y="22466"/>
                  </a:moveTo>
                  <a:cubicBezTo>
                    <a:pt x="1513" y="22531"/>
                    <a:pt x="1547" y="22644"/>
                    <a:pt x="1550" y="22644"/>
                  </a:cubicBezTo>
                  <a:cubicBezTo>
                    <a:pt x="1552" y="22644"/>
                    <a:pt x="1549" y="22628"/>
                    <a:pt x="1540" y="22587"/>
                  </a:cubicBezTo>
                  <a:lnTo>
                    <a:pt x="1491" y="22466"/>
                  </a:lnTo>
                  <a:close/>
                  <a:moveTo>
                    <a:pt x="1481" y="23459"/>
                  </a:moveTo>
                  <a:cubicBezTo>
                    <a:pt x="1481" y="23461"/>
                    <a:pt x="1482" y="23464"/>
                    <a:pt x="1483" y="23466"/>
                  </a:cubicBezTo>
                  <a:lnTo>
                    <a:pt x="1483" y="23466"/>
                  </a:lnTo>
                  <a:cubicBezTo>
                    <a:pt x="1482" y="23464"/>
                    <a:pt x="1482" y="23461"/>
                    <a:pt x="1481" y="23459"/>
                  </a:cubicBezTo>
                  <a:close/>
                  <a:moveTo>
                    <a:pt x="3858" y="30032"/>
                  </a:moveTo>
                  <a:lnTo>
                    <a:pt x="3861" y="30035"/>
                  </a:lnTo>
                  <a:lnTo>
                    <a:pt x="3861" y="30035"/>
                  </a:lnTo>
                  <a:cubicBezTo>
                    <a:pt x="3860" y="30034"/>
                    <a:pt x="3859" y="30032"/>
                    <a:pt x="3858" y="30032"/>
                  </a:cubicBezTo>
                  <a:close/>
                  <a:moveTo>
                    <a:pt x="5389" y="33094"/>
                  </a:moveTo>
                  <a:lnTo>
                    <a:pt x="5389" y="33094"/>
                  </a:lnTo>
                  <a:cubicBezTo>
                    <a:pt x="5433" y="33174"/>
                    <a:pt x="5485" y="33263"/>
                    <a:pt x="5524" y="33328"/>
                  </a:cubicBezTo>
                  <a:lnTo>
                    <a:pt x="5524" y="33328"/>
                  </a:lnTo>
                  <a:cubicBezTo>
                    <a:pt x="5473" y="33241"/>
                    <a:pt x="5427" y="33161"/>
                    <a:pt x="5389" y="33094"/>
                  </a:cubicBezTo>
                  <a:close/>
                  <a:moveTo>
                    <a:pt x="6472" y="34803"/>
                  </a:moveTo>
                  <a:cubicBezTo>
                    <a:pt x="6475" y="34808"/>
                    <a:pt x="6478" y="34813"/>
                    <a:pt x="6482" y="34817"/>
                  </a:cubicBezTo>
                  <a:lnTo>
                    <a:pt x="6482" y="34817"/>
                  </a:lnTo>
                  <a:lnTo>
                    <a:pt x="6472" y="34803"/>
                  </a:lnTo>
                  <a:close/>
                  <a:moveTo>
                    <a:pt x="4569" y="30802"/>
                  </a:moveTo>
                  <a:cubicBezTo>
                    <a:pt x="4822" y="31326"/>
                    <a:pt x="4856" y="31292"/>
                    <a:pt x="5203" y="31952"/>
                  </a:cubicBezTo>
                  <a:cubicBezTo>
                    <a:pt x="5317" y="32185"/>
                    <a:pt x="5347" y="32252"/>
                    <a:pt x="5343" y="32252"/>
                  </a:cubicBezTo>
                  <a:cubicBezTo>
                    <a:pt x="5337" y="32252"/>
                    <a:pt x="5267" y="32126"/>
                    <a:pt x="5256" y="32126"/>
                  </a:cubicBezTo>
                  <a:lnTo>
                    <a:pt x="5256" y="32126"/>
                  </a:lnTo>
                  <a:cubicBezTo>
                    <a:pt x="5250" y="32126"/>
                    <a:pt x="5262" y="32164"/>
                    <a:pt x="5313" y="32282"/>
                  </a:cubicBezTo>
                  <a:cubicBezTo>
                    <a:pt x="5398" y="32451"/>
                    <a:pt x="5508" y="32612"/>
                    <a:pt x="5609" y="32773"/>
                  </a:cubicBezTo>
                  <a:lnTo>
                    <a:pt x="5482" y="32536"/>
                  </a:lnTo>
                  <a:lnTo>
                    <a:pt x="5482" y="32536"/>
                  </a:lnTo>
                  <a:cubicBezTo>
                    <a:pt x="5554" y="32592"/>
                    <a:pt x="5883" y="33236"/>
                    <a:pt x="5919" y="33236"/>
                  </a:cubicBezTo>
                  <a:cubicBezTo>
                    <a:pt x="5921" y="33236"/>
                    <a:pt x="5922" y="33234"/>
                    <a:pt x="5922" y="33229"/>
                  </a:cubicBezTo>
                  <a:cubicBezTo>
                    <a:pt x="6184" y="33762"/>
                    <a:pt x="6294" y="33889"/>
                    <a:pt x="6607" y="34456"/>
                  </a:cubicBezTo>
                  <a:cubicBezTo>
                    <a:pt x="6628" y="34484"/>
                    <a:pt x="6638" y="34496"/>
                    <a:pt x="6639" y="34496"/>
                  </a:cubicBezTo>
                  <a:cubicBezTo>
                    <a:pt x="6646" y="34496"/>
                    <a:pt x="6553" y="34345"/>
                    <a:pt x="6480" y="34219"/>
                  </a:cubicBezTo>
                  <a:lnTo>
                    <a:pt x="6480" y="34219"/>
                  </a:lnTo>
                  <a:cubicBezTo>
                    <a:pt x="6658" y="34498"/>
                    <a:pt x="6700" y="34498"/>
                    <a:pt x="6903" y="34871"/>
                  </a:cubicBezTo>
                  <a:cubicBezTo>
                    <a:pt x="6939" y="34927"/>
                    <a:pt x="6959" y="34953"/>
                    <a:pt x="6963" y="34953"/>
                  </a:cubicBezTo>
                  <a:cubicBezTo>
                    <a:pt x="6971" y="34953"/>
                    <a:pt x="6923" y="34858"/>
                    <a:pt x="6826" y="34698"/>
                  </a:cubicBezTo>
                  <a:lnTo>
                    <a:pt x="6826" y="34698"/>
                  </a:lnTo>
                  <a:cubicBezTo>
                    <a:pt x="6977" y="34937"/>
                    <a:pt x="7140" y="35164"/>
                    <a:pt x="7309" y="35429"/>
                  </a:cubicBezTo>
                  <a:lnTo>
                    <a:pt x="7132" y="35107"/>
                  </a:lnTo>
                  <a:lnTo>
                    <a:pt x="7343" y="35420"/>
                  </a:lnTo>
                  <a:lnTo>
                    <a:pt x="7174" y="35141"/>
                  </a:lnTo>
                  <a:lnTo>
                    <a:pt x="7244" y="35246"/>
                  </a:lnTo>
                  <a:lnTo>
                    <a:pt x="7244" y="35246"/>
                  </a:lnTo>
                  <a:cubicBezTo>
                    <a:pt x="7211" y="35190"/>
                    <a:pt x="7179" y="35132"/>
                    <a:pt x="7149" y="35074"/>
                  </a:cubicBezTo>
                  <a:cubicBezTo>
                    <a:pt x="7047" y="34913"/>
                    <a:pt x="6963" y="34752"/>
                    <a:pt x="6819" y="34532"/>
                  </a:cubicBezTo>
                  <a:lnTo>
                    <a:pt x="6819" y="34532"/>
                  </a:lnTo>
                  <a:lnTo>
                    <a:pt x="6870" y="34676"/>
                  </a:lnTo>
                  <a:cubicBezTo>
                    <a:pt x="6776" y="34541"/>
                    <a:pt x="6557" y="34194"/>
                    <a:pt x="6447" y="34025"/>
                  </a:cubicBezTo>
                  <a:cubicBezTo>
                    <a:pt x="6434" y="33987"/>
                    <a:pt x="6278" y="33703"/>
                    <a:pt x="6294" y="33703"/>
                  </a:cubicBezTo>
                  <a:lnTo>
                    <a:pt x="6294" y="33703"/>
                  </a:lnTo>
                  <a:cubicBezTo>
                    <a:pt x="6299" y="33703"/>
                    <a:pt x="6326" y="33738"/>
                    <a:pt x="6387" y="33830"/>
                  </a:cubicBezTo>
                  <a:cubicBezTo>
                    <a:pt x="6269" y="33635"/>
                    <a:pt x="6184" y="33492"/>
                    <a:pt x="6108" y="33382"/>
                  </a:cubicBezTo>
                  <a:cubicBezTo>
                    <a:pt x="6041" y="33263"/>
                    <a:pt x="5981" y="33179"/>
                    <a:pt x="5914" y="33086"/>
                  </a:cubicBezTo>
                  <a:cubicBezTo>
                    <a:pt x="5854" y="32993"/>
                    <a:pt x="5787" y="32899"/>
                    <a:pt x="5702" y="32764"/>
                  </a:cubicBezTo>
                  <a:cubicBezTo>
                    <a:pt x="5592" y="32595"/>
                    <a:pt x="5491" y="32417"/>
                    <a:pt x="5398" y="32240"/>
                  </a:cubicBezTo>
                  <a:lnTo>
                    <a:pt x="5398" y="32240"/>
                  </a:lnTo>
                  <a:cubicBezTo>
                    <a:pt x="5508" y="32460"/>
                    <a:pt x="5575" y="32578"/>
                    <a:pt x="5634" y="32688"/>
                  </a:cubicBezTo>
                  <a:lnTo>
                    <a:pt x="5846" y="33052"/>
                  </a:lnTo>
                  <a:cubicBezTo>
                    <a:pt x="5764" y="32923"/>
                    <a:pt x="5738" y="32884"/>
                    <a:pt x="5734" y="32884"/>
                  </a:cubicBezTo>
                  <a:lnTo>
                    <a:pt x="5734" y="32884"/>
                  </a:lnTo>
                  <a:cubicBezTo>
                    <a:pt x="5728" y="32884"/>
                    <a:pt x="5778" y="32978"/>
                    <a:pt x="5766" y="32978"/>
                  </a:cubicBezTo>
                  <a:cubicBezTo>
                    <a:pt x="5765" y="32978"/>
                    <a:pt x="5764" y="32977"/>
                    <a:pt x="5761" y="32976"/>
                  </a:cubicBezTo>
                  <a:cubicBezTo>
                    <a:pt x="5711" y="32866"/>
                    <a:pt x="5575" y="32646"/>
                    <a:pt x="5499" y="32502"/>
                  </a:cubicBezTo>
                  <a:cubicBezTo>
                    <a:pt x="5459" y="32427"/>
                    <a:pt x="5433" y="32375"/>
                    <a:pt x="5438" y="32375"/>
                  </a:cubicBezTo>
                  <a:lnTo>
                    <a:pt x="5438" y="32375"/>
                  </a:lnTo>
                  <a:cubicBezTo>
                    <a:pt x="5443" y="32375"/>
                    <a:pt x="5473" y="32418"/>
                    <a:pt x="5541" y="32527"/>
                  </a:cubicBezTo>
                  <a:cubicBezTo>
                    <a:pt x="5381" y="32240"/>
                    <a:pt x="5085" y="31656"/>
                    <a:pt x="5000" y="31529"/>
                  </a:cubicBezTo>
                  <a:lnTo>
                    <a:pt x="5000" y="31529"/>
                  </a:lnTo>
                  <a:lnTo>
                    <a:pt x="5127" y="31791"/>
                  </a:lnTo>
                  <a:cubicBezTo>
                    <a:pt x="5008" y="31580"/>
                    <a:pt x="4898" y="31377"/>
                    <a:pt x="4797" y="31199"/>
                  </a:cubicBezTo>
                  <a:cubicBezTo>
                    <a:pt x="4704" y="31021"/>
                    <a:pt x="4619" y="30878"/>
                    <a:pt x="4569" y="30802"/>
                  </a:cubicBezTo>
                  <a:close/>
                  <a:moveTo>
                    <a:pt x="7244" y="35246"/>
                  </a:moveTo>
                  <a:cubicBezTo>
                    <a:pt x="7321" y="35377"/>
                    <a:pt x="7405" y="35501"/>
                    <a:pt x="7496" y="35622"/>
                  </a:cubicBezTo>
                  <a:lnTo>
                    <a:pt x="7496" y="35622"/>
                  </a:lnTo>
                  <a:lnTo>
                    <a:pt x="7244" y="35246"/>
                  </a:lnTo>
                  <a:close/>
                  <a:moveTo>
                    <a:pt x="7293" y="35284"/>
                  </a:moveTo>
                  <a:cubicBezTo>
                    <a:pt x="7287" y="35284"/>
                    <a:pt x="7561" y="35669"/>
                    <a:pt x="7536" y="35669"/>
                  </a:cubicBezTo>
                  <a:cubicBezTo>
                    <a:pt x="7535" y="35669"/>
                    <a:pt x="7533" y="35668"/>
                    <a:pt x="7529" y="35666"/>
                  </a:cubicBezTo>
                  <a:cubicBezTo>
                    <a:pt x="7518" y="35651"/>
                    <a:pt x="7507" y="35637"/>
                    <a:pt x="7496" y="35622"/>
                  </a:cubicBezTo>
                  <a:lnTo>
                    <a:pt x="7496" y="35622"/>
                  </a:lnTo>
                  <a:lnTo>
                    <a:pt x="7792" y="36063"/>
                  </a:lnTo>
                  <a:cubicBezTo>
                    <a:pt x="7890" y="36209"/>
                    <a:pt x="7982" y="36345"/>
                    <a:pt x="8062" y="36467"/>
                  </a:cubicBezTo>
                  <a:lnTo>
                    <a:pt x="8062" y="36467"/>
                  </a:lnTo>
                  <a:cubicBezTo>
                    <a:pt x="7826" y="36099"/>
                    <a:pt x="7659" y="35815"/>
                    <a:pt x="7301" y="35293"/>
                  </a:cubicBezTo>
                  <a:cubicBezTo>
                    <a:pt x="7296" y="35287"/>
                    <a:pt x="7293" y="35284"/>
                    <a:pt x="7293" y="35284"/>
                  </a:cubicBezTo>
                  <a:close/>
                  <a:moveTo>
                    <a:pt x="8062" y="36467"/>
                  </a:moveTo>
                  <a:lnTo>
                    <a:pt x="8062" y="36467"/>
                  </a:lnTo>
                  <a:cubicBezTo>
                    <a:pt x="8099" y="36525"/>
                    <a:pt x="8138" y="36585"/>
                    <a:pt x="8180" y="36649"/>
                  </a:cubicBezTo>
                  <a:lnTo>
                    <a:pt x="8180" y="36649"/>
                  </a:lnTo>
                  <a:cubicBezTo>
                    <a:pt x="8144" y="36593"/>
                    <a:pt x="8105" y="36532"/>
                    <a:pt x="8062" y="36467"/>
                  </a:cubicBezTo>
                  <a:close/>
                  <a:moveTo>
                    <a:pt x="8612" y="37764"/>
                  </a:moveTo>
                  <a:lnTo>
                    <a:pt x="8747" y="37939"/>
                  </a:lnTo>
                  <a:lnTo>
                    <a:pt x="8747" y="37939"/>
                  </a:lnTo>
                  <a:cubicBezTo>
                    <a:pt x="8668" y="37844"/>
                    <a:pt x="8628" y="37788"/>
                    <a:pt x="8612" y="37764"/>
                  </a:cubicBezTo>
                  <a:close/>
                  <a:moveTo>
                    <a:pt x="9137" y="38440"/>
                  </a:moveTo>
                  <a:lnTo>
                    <a:pt x="9297" y="38643"/>
                  </a:lnTo>
                  <a:lnTo>
                    <a:pt x="9297" y="38643"/>
                  </a:lnTo>
                  <a:lnTo>
                    <a:pt x="9221" y="38584"/>
                  </a:lnTo>
                  <a:lnTo>
                    <a:pt x="9213" y="38593"/>
                  </a:lnTo>
                  <a:cubicBezTo>
                    <a:pt x="9179" y="38542"/>
                    <a:pt x="9154" y="38491"/>
                    <a:pt x="9137" y="38440"/>
                  </a:cubicBezTo>
                  <a:close/>
                  <a:moveTo>
                    <a:pt x="10203" y="39286"/>
                  </a:moveTo>
                  <a:lnTo>
                    <a:pt x="10211" y="39295"/>
                  </a:lnTo>
                  <a:lnTo>
                    <a:pt x="10219" y="39295"/>
                  </a:lnTo>
                  <a:lnTo>
                    <a:pt x="10203" y="39286"/>
                  </a:lnTo>
                  <a:close/>
                  <a:moveTo>
                    <a:pt x="10397" y="40071"/>
                  </a:moveTo>
                  <a:cubicBezTo>
                    <a:pt x="10399" y="40071"/>
                    <a:pt x="10405" y="40074"/>
                    <a:pt x="10414" y="40081"/>
                  </a:cubicBezTo>
                  <a:cubicBezTo>
                    <a:pt x="10702" y="40411"/>
                    <a:pt x="10727" y="40335"/>
                    <a:pt x="10972" y="40657"/>
                  </a:cubicBezTo>
                  <a:cubicBezTo>
                    <a:pt x="10982" y="40662"/>
                    <a:pt x="10988" y="40665"/>
                    <a:pt x="10991" y="40665"/>
                  </a:cubicBezTo>
                  <a:cubicBezTo>
                    <a:pt x="11009" y="40665"/>
                    <a:pt x="10946" y="40595"/>
                    <a:pt x="10854" y="40496"/>
                  </a:cubicBezTo>
                  <a:lnTo>
                    <a:pt x="10854" y="40496"/>
                  </a:lnTo>
                  <a:cubicBezTo>
                    <a:pt x="10879" y="40513"/>
                    <a:pt x="10896" y="40538"/>
                    <a:pt x="10930" y="40547"/>
                  </a:cubicBezTo>
                  <a:lnTo>
                    <a:pt x="11243" y="40877"/>
                  </a:lnTo>
                  <a:cubicBezTo>
                    <a:pt x="11317" y="40958"/>
                    <a:pt x="11385" y="41033"/>
                    <a:pt x="11383" y="41033"/>
                  </a:cubicBezTo>
                  <a:cubicBezTo>
                    <a:pt x="11383" y="41033"/>
                    <a:pt x="11381" y="41032"/>
                    <a:pt x="11378" y="41029"/>
                  </a:cubicBezTo>
                  <a:cubicBezTo>
                    <a:pt x="11328" y="41029"/>
                    <a:pt x="10955" y="40648"/>
                    <a:pt x="10829" y="40555"/>
                  </a:cubicBezTo>
                  <a:lnTo>
                    <a:pt x="10820" y="40555"/>
                  </a:lnTo>
                  <a:cubicBezTo>
                    <a:pt x="10735" y="40470"/>
                    <a:pt x="10372" y="40071"/>
                    <a:pt x="10397" y="40071"/>
                  </a:cubicBezTo>
                  <a:close/>
                  <a:moveTo>
                    <a:pt x="12114" y="41452"/>
                  </a:moveTo>
                  <a:cubicBezTo>
                    <a:pt x="12115" y="41452"/>
                    <a:pt x="12115" y="41452"/>
                    <a:pt x="12115" y="41453"/>
                  </a:cubicBezTo>
                  <a:lnTo>
                    <a:pt x="12115" y="41453"/>
                  </a:lnTo>
                  <a:cubicBezTo>
                    <a:pt x="12121" y="41458"/>
                    <a:pt x="12126" y="41464"/>
                    <a:pt x="12131" y="41469"/>
                  </a:cubicBezTo>
                  <a:lnTo>
                    <a:pt x="12114" y="41452"/>
                  </a:lnTo>
                  <a:close/>
                  <a:moveTo>
                    <a:pt x="11911" y="41410"/>
                  </a:moveTo>
                  <a:cubicBezTo>
                    <a:pt x="12148" y="41646"/>
                    <a:pt x="12394" y="41875"/>
                    <a:pt x="12630" y="42112"/>
                  </a:cubicBezTo>
                  <a:lnTo>
                    <a:pt x="13003" y="42475"/>
                  </a:lnTo>
                  <a:lnTo>
                    <a:pt x="13383" y="42814"/>
                  </a:lnTo>
                  <a:lnTo>
                    <a:pt x="13324" y="42746"/>
                  </a:lnTo>
                  <a:lnTo>
                    <a:pt x="13324" y="42746"/>
                  </a:lnTo>
                  <a:cubicBezTo>
                    <a:pt x="13485" y="42890"/>
                    <a:pt x="13629" y="42992"/>
                    <a:pt x="13713" y="43085"/>
                  </a:cubicBezTo>
                  <a:cubicBezTo>
                    <a:pt x="13713" y="43085"/>
                    <a:pt x="13713" y="43086"/>
                    <a:pt x="13712" y="43086"/>
                  </a:cubicBezTo>
                  <a:cubicBezTo>
                    <a:pt x="13703" y="43086"/>
                    <a:pt x="13647" y="43046"/>
                    <a:pt x="13569" y="42992"/>
                  </a:cubicBezTo>
                  <a:lnTo>
                    <a:pt x="13239" y="42746"/>
                  </a:lnTo>
                  <a:cubicBezTo>
                    <a:pt x="12986" y="42552"/>
                    <a:pt x="12707" y="42323"/>
                    <a:pt x="12580" y="42213"/>
                  </a:cubicBezTo>
                  <a:lnTo>
                    <a:pt x="12123" y="41782"/>
                  </a:lnTo>
                  <a:cubicBezTo>
                    <a:pt x="11979" y="41646"/>
                    <a:pt x="11852" y="41528"/>
                    <a:pt x="11768" y="41427"/>
                  </a:cubicBezTo>
                  <a:lnTo>
                    <a:pt x="11768" y="41427"/>
                  </a:lnTo>
                  <a:lnTo>
                    <a:pt x="11861" y="41520"/>
                  </a:lnTo>
                  <a:cubicBezTo>
                    <a:pt x="12471" y="42101"/>
                    <a:pt x="12718" y="42326"/>
                    <a:pt x="12739" y="42326"/>
                  </a:cubicBezTo>
                  <a:cubicBezTo>
                    <a:pt x="12768" y="42326"/>
                    <a:pt x="12379" y="41911"/>
                    <a:pt x="11911" y="41410"/>
                  </a:cubicBezTo>
                  <a:close/>
                  <a:moveTo>
                    <a:pt x="13646" y="43178"/>
                  </a:moveTo>
                  <a:lnTo>
                    <a:pt x="13959" y="43440"/>
                  </a:lnTo>
                  <a:cubicBezTo>
                    <a:pt x="13899" y="43414"/>
                    <a:pt x="13959" y="43482"/>
                    <a:pt x="13671" y="43220"/>
                  </a:cubicBezTo>
                  <a:lnTo>
                    <a:pt x="13671" y="43220"/>
                  </a:lnTo>
                  <a:cubicBezTo>
                    <a:pt x="13675" y="43221"/>
                    <a:pt x="13678" y="43222"/>
                    <a:pt x="13680" y="43222"/>
                  </a:cubicBezTo>
                  <a:cubicBezTo>
                    <a:pt x="13690" y="43222"/>
                    <a:pt x="13674" y="43206"/>
                    <a:pt x="13646" y="43178"/>
                  </a:cubicBezTo>
                  <a:close/>
                  <a:moveTo>
                    <a:pt x="14356" y="43829"/>
                  </a:moveTo>
                  <a:cubicBezTo>
                    <a:pt x="14356" y="43829"/>
                    <a:pt x="14356" y="43829"/>
                    <a:pt x="14356" y="43829"/>
                  </a:cubicBezTo>
                  <a:cubicBezTo>
                    <a:pt x="14356" y="43829"/>
                    <a:pt x="14356" y="43829"/>
                    <a:pt x="14356" y="43829"/>
                  </a:cubicBezTo>
                  <a:close/>
                  <a:moveTo>
                    <a:pt x="15705" y="45133"/>
                  </a:moveTo>
                  <a:cubicBezTo>
                    <a:pt x="15767" y="45180"/>
                    <a:pt x="15822" y="45219"/>
                    <a:pt x="15870" y="45250"/>
                  </a:cubicBezTo>
                  <a:cubicBezTo>
                    <a:pt x="15817" y="45213"/>
                    <a:pt x="15762" y="45174"/>
                    <a:pt x="15705" y="45133"/>
                  </a:cubicBezTo>
                  <a:close/>
                  <a:moveTo>
                    <a:pt x="17588" y="45900"/>
                  </a:moveTo>
                  <a:cubicBezTo>
                    <a:pt x="17593" y="45903"/>
                    <a:pt x="17599" y="45907"/>
                    <a:pt x="17605" y="45910"/>
                  </a:cubicBezTo>
                  <a:cubicBezTo>
                    <a:pt x="17599" y="45906"/>
                    <a:pt x="17593" y="45903"/>
                    <a:pt x="17588" y="45900"/>
                  </a:cubicBezTo>
                  <a:close/>
                  <a:moveTo>
                    <a:pt x="13888" y="43480"/>
                  </a:moveTo>
                  <a:cubicBezTo>
                    <a:pt x="13908" y="43480"/>
                    <a:pt x="14142" y="43703"/>
                    <a:pt x="14255" y="43778"/>
                  </a:cubicBezTo>
                  <a:lnTo>
                    <a:pt x="14026" y="43558"/>
                  </a:lnTo>
                  <a:lnTo>
                    <a:pt x="14026" y="43558"/>
                  </a:lnTo>
                  <a:cubicBezTo>
                    <a:pt x="14144" y="43651"/>
                    <a:pt x="14380" y="43811"/>
                    <a:pt x="14356" y="43829"/>
                  </a:cubicBezTo>
                  <a:lnTo>
                    <a:pt x="14356" y="43829"/>
                  </a:lnTo>
                  <a:cubicBezTo>
                    <a:pt x="14357" y="43829"/>
                    <a:pt x="14357" y="43829"/>
                    <a:pt x="14358" y="43829"/>
                  </a:cubicBezTo>
                  <a:cubicBezTo>
                    <a:pt x="14367" y="43829"/>
                    <a:pt x="14408" y="43852"/>
                    <a:pt x="14418" y="43852"/>
                  </a:cubicBezTo>
                  <a:cubicBezTo>
                    <a:pt x="14428" y="43852"/>
                    <a:pt x="14396" y="43821"/>
                    <a:pt x="14221" y="43685"/>
                  </a:cubicBezTo>
                  <a:lnTo>
                    <a:pt x="14221" y="43685"/>
                  </a:lnTo>
                  <a:lnTo>
                    <a:pt x="14483" y="43871"/>
                  </a:lnTo>
                  <a:cubicBezTo>
                    <a:pt x="14466" y="43854"/>
                    <a:pt x="14449" y="43837"/>
                    <a:pt x="14432" y="43821"/>
                  </a:cubicBezTo>
                  <a:lnTo>
                    <a:pt x="14432" y="43821"/>
                  </a:lnTo>
                  <a:lnTo>
                    <a:pt x="14661" y="44007"/>
                  </a:lnTo>
                  <a:cubicBezTo>
                    <a:pt x="14745" y="44091"/>
                    <a:pt x="14914" y="44227"/>
                    <a:pt x="15050" y="44362"/>
                  </a:cubicBezTo>
                  <a:cubicBezTo>
                    <a:pt x="14965" y="44311"/>
                    <a:pt x="14881" y="44252"/>
                    <a:pt x="14804" y="44184"/>
                  </a:cubicBezTo>
                  <a:lnTo>
                    <a:pt x="14804" y="44184"/>
                  </a:lnTo>
                  <a:cubicBezTo>
                    <a:pt x="14982" y="44345"/>
                    <a:pt x="15168" y="44497"/>
                    <a:pt x="15371" y="44633"/>
                  </a:cubicBezTo>
                  <a:cubicBezTo>
                    <a:pt x="15007" y="44345"/>
                    <a:pt x="15211" y="44489"/>
                    <a:pt x="15143" y="44404"/>
                  </a:cubicBezTo>
                  <a:lnTo>
                    <a:pt x="15143" y="44404"/>
                  </a:lnTo>
                  <a:cubicBezTo>
                    <a:pt x="15380" y="44565"/>
                    <a:pt x="15735" y="44853"/>
                    <a:pt x="15870" y="44946"/>
                  </a:cubicBezTo>
                  <a:cubicBezTo>
                    <a:pt x="16110" y="45139"/>
                    <a:pt x="16314" y="45306"/>
                    <a:pt x="16281" y="45306"/>
                  </a:cubicBezTo>
                  <a:cubicBezTo>
                    <a:pt x="16273" y="45306"/>
                    <a:pt x="16247" y="45294"/>
                    <a:pt x="16200" y="45267"/>
                  </a:cubicBezTo>
                  <a:lnTo>
                    <a:pt x="16200" y="45267"/>
                  </a:lnTo>
                  <a:cubicBezTo>
                    <a:pt x="16403" y="45394"/>
                    <a:pt x="16615" y="45555"/>
                    <a:pt x="16843" y="45690"/>
                  </a:cubicBezTo>
                  <a:cubicBezTo>
                    <a:pt x="16429" y="45428"/>
                    <a:pt x="16869" y="45631"/>
                    <a:pt x="16336" y="45301"/>
                  </a:cubicBezTo>
                  <a:cubicBezTo>
                    <a:pt x="16319" y="45283"/>
                    <a:pt x="16314" y="45275"/>
                    <a:pt x="16320" y="45275"/>
                  </a:cubicBezTo>
                  <a:cubicBezTo>
                    <a:pt x="16357" y="45275"/>
                    <a:pt x="16818" y="45615"/>
                    <a:pt x="17038" y="45783"/>
                  </a:cubicBezTo>
                  <a:cubicBezTo>
                    <a:pt x="16989" y="45752"/>
                    <a:pt x="16969" y="45741"/>
                    <a:pt x="16963" y="45741"/>
                  </a:cubicBezTo>
                  <a:cubicBezTo>
                    <a:pt x="16952" y="45741"/>
                    <a:pt x="16985" y="45775"/>
                    <a:pt x="16966" y="45775"/>
                  </a:cubicBezTo>
                  <a:cubicBezTo>
                    <a:pt x="16965" y="45775"/>
                    <a:pt x="16963" y="45775"/>
                    <a:pt x="16962" y="45775"/>
                  </a:cubicBezTo>
                  <a:lnTo>
                    <a:pt x="16962" y="45775"/>
                  </a:lnTo>
                  <a:cubicBezTo>
                    <a:pt x="17118" y="45875"/>
                    <a:pt x="17189" y="45916"/>
                    <a:pt x="17201" y="45916"/>
                  </a:cubicBezTo>
                  <a:cubicBezTo>
                    <a:pt x="17221" y="45916"/>
                    <a:pt x="17091" y="45812"/>
                    <a:pt x="16919" y="45682"/>
                  </a:cubicBezTo>
                  <a:lnTo>
                    <a:pt x="16919" y="45682"/>
                  </a:lnTo>
                  <a:cubicBezTo>
                    <a:pt x="17072" y="45783"/>
                    <a:pt x="17232" y="45885"/>
                    <a:pt x="17393" y="45986"/>
                  </a:cubicBezTo>
                  <a:lnTo>
                    <a:pt x="17351" y="45952"/>
                  </a:lnTo>
                  <a:lnTo>
                    <a:pt x="17824" y="46257"/>
                  </a:lnTo>
                  <a:cubicBezTo>
                    <a:pt x="17847" y="46293"/>
                    <a:pt x="17858" y="46317"/>
                    <a:pt x="17844" y="46317"/>
                  </a:cubicBezTo>
                  <a:cubicBezTo>
                    <a:pt x="17832" y="46317"/>
                    <a:pt x="17803" y="46300"/>
                    <a:pt x="17748" y="46257"/>
                  </a:cubicBezTo>
                  <a:lnTo>
                    <a:pt x="17748" y="46257"/>
                  </a:lnTo>
                  <a:lnTo>
                    <a:pt x="17985" y="46443"/>
                  </a:lnTo>
                  <a:lnTo>
                    <a:pt x="17596" y="46198"/>
                  </a:lnTo>
                  <a:lnTo>
                    <a:pt x="17596" y="46198"/>
                  </a:lnTo>
                  <a:cubicBezTo>
                    <a:pt x="17740" y="46316"/>
                    <a:pt x="18027" y="46477"/>
                    <a:pt x="18222" y="46612"/>
                  </a:cubicBezTo>
                  <a:cubicBezTo>
                    <a:pt x="18253" y="46635"/>
                    <a:pt x="18265" y="46645"/>
                    <a:pt x="18262" y="46645"/>
                  </a:cubicBezTo>
                  <a:cubicBezTo>
                    <a:pt x="18242" y="46645"/>
                    <a:pt x="17660" y="46273"/>
                    <a:pt x="17427" y="46164"/>
                  </a:cubicBezTo>
                  <a:cubicBezTo>
                    <a:pt x="17221" y="46054"/>
                    <a:pt x="16856" y="45764"/>
                    <a:pt x="16819" y="45724"/>
                  </a:cubicBezTo>
                  <a:lnTo>
                    <a:pt x="16819" y="45724"/>
                  </a:lnTo>
                  <a:cubicBezTo>
                    <a:pt x="16820" y="45724"/>
                    <a:pt x="16822" y="45724"/>
                    <a:pt x="16823" y="45724"/>
                  </a:cubicBezTo>
                  <a:cubicBezTo>
                    <a:pt x="16824" y="45724"/>
                    <a:pt x="16825" y="45724"/>
                    <a:pt x="16826" y="45724"/>
                  </a:cubicBezTo>
                  <a:cubicBezTo>
                    <a:pt x="16821" y="45721"/>
                    <a:pt x="16818" y="45719"/>
                    <a:pt x="16816" y="45719"/>
                  </a:cubicBezTo>
                  <a:lnTo>
                    <a:pt x="16816" y="45719"/>
                  </a:lnTo>
                  <a:cubicBezTo>
                    <a:pt x="16815" y="45719"/>
                    <a:pt x="16816" y="45721"/>
                    <a:pt x="16819" y="45724"/>
                  </a:cubicBezTo>
                  <a:lnTo>
                    <a:pt x="16819" y="45724"/>
                  </a:lnTo>
                  <a:cubicBezTo>
                    <a:pt x="16777" y="45716"/>
                    <a:pt x="16617" y="45604"/>
                    <a:pt x="16420" y="45470"/>
                  </a:cubicBezTo>
                  <a:lnTo>
                    <a:pt x="16099" y="45250"/>
                  </a:lnTo>
                  <a:cubicBezTo>
                    <a:pt x="15997" y="45174"/>
                    <a:pt x="15913" y="45106"/>
                    <a:pt x="15845" y="45064"/>
                  </a:cubicBezTo>
                  <a:cubicBezTo>
                    <a:pt x="15227" y="44590"/>
                    <a:pt x="15464" y="44717"/>
                    <a:pt x="14914" y="44303"/>
                  </a:cubicBezTo>
                  <a:lnTo>
                    <a:pt x="14914" y="44303"/>
                  </a:lnTo>
                  <a:cubicBezTo>
                    <a:pt x="14974" y="44362"/>
                    <a:pt x="15033" y="44421"/>
                    <a:pt x="15092" y="44472"/>
                  </a:cubicBezTo>
                  <a:cubicBezTo>
                    <a:pt x="14610" y="44100"/>
                    <a:pt x="14407" y="43930"/>
                    <a:pt x="13891" y="43491"/>
                  </a:cubicBezTo>
                  <a:cubicBezTo>
                    <a:pt x="13886" y="43483"/>
                    <a:pt x="13885" y="43480"/>
                    <a:pt x="13888" y="43480"/>
                  </a:cubicBezTo>
                  <a:close/>
                  <a:moveTo>
                    <a:pt x="18721" y="47120"/>
                  </a:moveTo>
                  <a:cubicBezTo>
                    <a:pt x="18731" y="47125"/>
                    <a:pt x="18740" y="47131"/>
                    <a:pt x="18748" y="47135"/>
                  </a:cubicBezTo>
                  <a:lnTo>
                    <a:pt x="18748" y="47135"/>
                  </a:lnTo>
                  <a:cubicBezTo>
                    <a:pt x="18739" y="47130"/>
                    <a:pt x="18730" y="47125"/>
                    <a:pt x="18721" y="47120"/>
                  </a:cubicBezTo>
                  <a:close/>
                  <a:moveTo>
                    <a:pt x="18383" y="46401"/>
                  </a:moveTo>
                  <a:cubicBezTo>
                    <a:pt x="18366" y="46401"/>
                    <a:pt x="18442" y="46460"/>
                    <a:pt x="18577" y="46536"/>
                  </a:cubicBezTo>
                  <a:cubicBezTo>
                    <a:pt x="18704" y="46621"/>
                    <a:pt x="18890" y="46722"/>
                    <a:pt x="19076" y="46841"/>
                  </a:cubicBezTo>
                  <a:lnTo>
                    <a:pt x="18899" y="46764"/>
                  </a:lnTo>
                  <a:lnTo>
                    <a:pt x="19660" y="47187"/>
                  </a:lnTo>
                  <a:cubicBezTo>
                    <a:pt x="19838" y="47238"/>
                    <a:pt x="20015" y="47306"/>
                    <a:pt x="20176" y="47399"/>
                  </a:cubicBezTo>
                  <a:cubicBezTo>
                    <a:pt x="20368" y="47529"/>
                    <a:pt x="20482" y="47632"/>
                    <a:pt x="20456" y="47648"/>
                  </a:cubicBezTo>
                  <a:lnTo>
                    <a:pt x="20456" y="47648"/>
                  </a:lnTo>
                  <a:cubicBezTo>
                    <a:pt x="20453" y="47646"/>
                    <a:pt x="20450" y="47645"/>
                    <a:pt x="20447" y="47644"/>
                  </a:cubicBezTo>
                  <a:lnTo>
                    <a:pt x="20447" y="47644"/>
                  </a:lnTo>
                  <a:lnTo>
                    <a:pt x="20454" y="47648"/>
                  </a:lnTo>
                  <a:lnTo>
                    <a:pt x="20454" y="47648"/>
                  </a:lnTo>
                  <a:cubicBezTo>
                    <a:pt x="20455" y="47648"/>
                    <a:pt x="20455" y="47648"/>
                    <a:pt x="20456" y="47648"/>
                  </a:cubicBezTo>
                  <a:lnTo>
                    <a:pt x="20456" y="47648"/>
                  </a:lnTo>
                  <a:cubicBezTo>
                    <a:pt x="20542" y="47683"/>
                    <a:pt x="20699" y="47758"/>
                    <a:pt x="20895" y="47864"/>
                  </a:cubicBezTo>
                  <a:cubicBezTo>
                    <a:pt x="21090" y="47974"/>
                    <a:pt x="21335" y="48084"/>
                    <a:pt x="21580" y="48219"/>
                  </a:cubicBezTo>
                  <a:lnTo>
                    <a:pt x="21360" y="48118"/>
                  </a:lnTo>
                  <a:lnTo>
                    <a:pt x="21360" y="48118"/>
                  </a:lnTo>
                  <a:cubicBezTo>
                    <a:pt x="21606" y="48245"/>
                    <a:pt x="21851" y="48363"/>
                    <a:pt x="22105" y="48473"/>
                  </a:cubicBezTo>
                  <a:cubicBezTo>
                    <a:pt x="22101" y="48472"/>
                    <a:pt x="22098" y="48471"/>
                    <a:pt x="22097" y="48471"/>
                  </a:cubicBezTo>
                  <a:cubicBezTo>
                    <a:pt x="22092" y="48471"/>
                    <a:pt x="22123" y="48489"/>
                    <a:pt x="22173" y="48524"/>
                  </a:cubicBezTo>
                  <a:cubicBezTo>
                    <a:pt x="22415" y="48637"/>
                    <a:pt x="22590" y="48701"/>
                    <a:pt x="22624" y="48701"/>
                  </a:cubicBezTo>
                  <a:cubicBezTo>
                    <a:pt x="22642" y="48701"/>
                    <a:pt x="22624" y="48685"/>
                    <a:pt x="22562" y="48651"/>
                  </a:cubicBezTo>
                  <a:lnTo>
                    <a:pt x="22435" y="48600"/>
                  </a:lnTo>
                  <a:cubicBezTo>
                    <a:pt x="22359" y="48549"/>
                    <a:pt x="22274" y="48507"/>
                    <a:pt x="22198" y="48456"/>
                  </a:cubicBezTo>
                  <a:cubicBezTo>
                    <a:pt x="22080" y="48448"/>
                    <a:pt x="21360" y="48050"/>
                    <a:pt x="20946" y="47856"/>
                  </a:cubicBezTo>
                  <a:lnTo>
                    <a:pt x="20946" y="47856"/>
                  </a:lnTo>
                  <a:cubicBezTo>
                    <a:pt x="21234" y="47983"/>
                    <a:pt x="21496" y="48059"/>
                    <a:pt x="21834" y="48270"/>
                  </a:cubicBezTo>
                  <a:lnTo>
                    <a:pt x="21809" y="48228"/>
                  </a:lnTo>
                  <a:lnTo>
                    <a:pt x="21809" y="48228"/>
                  </a:lnTo>
                  <a:cubicBezTo>
                    <a:pt x="22122" y="48389"/>
                    <a:pt x="22359" y="48541"/>
                    <a:pt x="22545" y="48600"/>
                  </a:cubicBezTo>
                  <a:cubicBezTo>
                    <a:pt x="22426" y="48541"/>
                    <a:pt x="22299" y="48490"/>
                    <a:pt x="22181" y="48422"/>
                  </a:cubicBezTo>
                  <a:lnTo>
                    <a:pt x="22198" y="48414"/>
                  </a:lnTo>
                  <a:cubicBezTo>
                    <a:pt x="21936" y="48287"/>
                    <a:pt x="21606" y="48135"/>
                    <a:pt x="21377" y="47999"/>
                  </a:cubicBezTo>
                  <a:cubicBezTo>
                    <a:pt x="21267" y="47949"/>
                    <a:pt x="21157" y="47915"/>
                    <a:pt x="21014" y="47847"/>
                  </a:cubicBezTo>
                  <a:cubicBezTo>
                    <a:pt x="20870" y="47780"/>
                    <a:pt x="20684" y="47678"/>
                    <a:pt x="20413" y="47526"/>
                  </a:cubicBezTo>
                  <a:lnTo>
                    <a:pt x="20438" y="47526"/>
                  </a:lnTo>
                  <a:cubicBezTo>
                    <a:pt x="20202" y="47416"/>
                    <a:pt x="19965" y="47289"/>
                    <a:pt x="19753" y="47145"/>
                  </a:cubicBezTo>
                  <a:cubicBezTo>
                    <a:pt x="19516" y="46984"/>
                    <a:pt x="19288" y="46832"/>
                    <a:pt x="19153" y="46764"/>
                  </a:cubicBezTo>
                  <a:cubicBezTo>
                    <a:pt x="19141" y="46761"/>
                    <a:pt x="19133" y="46759"/>
                    <a:pt x="19128" y="46759"/>
                  </a:cubicBezTo>
                  <a:cubicBezTo>
                    <a:pt x="19061" y="46759"/>
                    <a:pt x="19739" y="47144"/>
                    <a:pt x="19897" y="47255"/>
                  </a:cubicBezTo>
                  <a:cubicBezTo>
                    <a:pt x="19723" y="47174"/>
                    <a:pt x="19554" y="47057"/>
                    <a:pt x="19546" y="47057"/>
                  </a:cubicBezTo>
                  <a:lnTo>
                    <a:pt x="19546" y="47057"/>
                  </a:lnTo>
                  <a:cubicBezTo>
                    <a:pt x="19544" y="47057"/>
                    <a:pt x="19562" y="47073"/>
                    <a:pt x="19609" y="47111"/>
                  </a:cubicBezTo>
                  <a:cubicBezTo>
                    <a:pt x="19076" y="46815"/>
                    <a:pt x="19322" y="46891"/>
                    <a:pt x="18873" y="46654"/>
                  </a:cubicBezTo>
                  <a:lnTo>
                    <a:pt x="18873" y="46654"/>
                  </a:lnTo>
                  <a:lnTo>
                    <a:pt x="19110" y="46815"/>
                  </a:lnTo>
                  <a:cubicBezTo>
                    <a:pt x="18907" y="46714"/>
                    <a:pt x="18586" y="46502"/>
                    <a:pt x="18383" y="46401"/>
                  </a:cubicBezTo>
                  <a:close/>
                  <a:moveTo>
                    <a:pt x="22748" y="49006"/>
                  </a:moveTo>
                  <a:cubicBezTo>
                    <a:pt x="22809" y="49033"/>
                    <a:pt x="22856" y="49052"/>
                    <a:pt x="22890" y="49067"/>
                  </a:cubicBezTo>
                  <a:lnTo>
                    <a:pt x="22890" y="49067"/>
                  </a:lnTo>
                  <a:cubicBezTo>
                    <a:pt x="22843" y="49046"/>
                    <a:pt x="22795" y="49026"/>
                    <a:pt x="22748" y="49006"/>
                  </a:cubicBezTo>
                  <a:close/>
                  <a:moveTo>
                    <a:pt x="23606" y="49080"/>
                  </a:moveTo>
                  <a:lnTo>
                    <a:pt x="23737" y="49134"/>
                  </a:lnTo>
                  <a:lnTo>
                    <a:pt x="23737" y="49134"/>
                  </a:lnTo>
                  <a:cubicBezTo>
                    <a:pt x="23693" y="49114"/>
                    <a:pt x="23650" y="49096"/>
                    <a:pt x="23606" y="49080"/>
                  </a:cubicBezTo>
                  <a:close/>
                  <a:moveTo>
                    <a:pt x="23737" y="49134"/>
                  </a:moveTo>
                  <a:cubicBezTo>
                    <a:pt x="23783" y="49155"/>
                    <a:pt x="23828" y="49177"/>
                    <a:pt x="23873" y="49201"/>
                  </a:cubicBezTo>
                  <a:cubicBezTo>
                    <a:pt x="24103" y="49299"/>
                    <a:pt x="24136" y="49321"/>
                    <a:pt x="24117" y="49321"/>
                  </a:cubicBezTo>
                  <a:cubicBezTo>
                    <a:pt x="24101" y="49321"/>
                    <a:pt x="24046" y="49305"/>
                    <a:pt x="24041" y="49305"/>
                  </a:cubicBezTo>
                  <a:lnTo>
                    <a:pt x="24041" y="49305"/>
                  </a:lnTo>
                  <a:cubicBezTo>
                    <a:pt x="24039" y="49305"/>
                    <a:pt x="24047" y="49309"/>
                    <a:pt x="24076" y="49319"/>
                  </a:cubicBezTo>
                  <a:cubicBezTo>
                    <a:pt x="24211" y="49395"/>
                    <a:pt x="24364" y="49471"/>
                    <a:pt x="24524" y="49531"/>
                  </a:cubicBezTo>
                  <a:lnTo>
                    <a:pt x="24837" y="49657"/>
                  </a:lnTo>
                  <a:cubicBezTo>
                    <a:pt x="24939" y="49691"/>
                    <a:pt x="25040" y="49725"/>
                    <a:pt x="25116" y="49759"/>
                  </a:cubicBezTo>
                  <a:cubicBezTo>
                    <a:pt x="25123" y="49762"/>
                    <a:pt x="25124" y="49764"/>
                    <a:pt x="25122" y="49764"/>
                  </a:cubicBezTo>
                  <a:cubicBezTo>
                    <a:pt x="25110" y="49764"/>
                    <a:pt x="25031" y="49739"/>
                    <a:pt x="24990" y="49725"/>
                  </a:cubicBezTo>
                  <a:lnTo>
                    <a:pt x="24990" y="49725"/>
                  </a:lnTo>
                  <a:cubicBezTo>
                    <a:pt x="25036" y="49742"/>
                    <a:pt x="25091" y="49763"/>
                    <a:pt x="25151" y="49785"/>
                  </a:cubicBezTo>
                  <a:lnTo>
                    <a:pt x="25151" y="49785"/>
                  </a:lnTo>
                  <a:cubicBezTo>
                    <a:pt x="25145" y="49782"/>
                    <a:pt x="25145" y="49780"/>
                    <a:pt x="25149" y="49780"/>
                  </a:cubicBezTo>
                  <a:cubicBezTo>
                    <a:pt x="25164" y="49780"/>
                    <a:pt x="25240" y="49803"/>
                    <a:pt x="25256" y="49803"/>
                  </a:cubicBezTo>
                  <a:cubicBezTo>
                    <a:pt x="25266" y="49803"/>
                    <a:pt x="25254" y="49795"/>
                    <a:pt x="25193" y="49767"/>
                  </a:cubicBezTo>
                  <a:cubicBezTo>
                    <a:pt x="25006" y="49700"/>
                    <a:pt x="24829" y="49632"/>
                    <a:pt x="24651" y="49556"/>
                  </a:cubicBezTo>
                  <a:lnTo>
                    <a:pt x="24693" y="49556"/>
                  </a:lnTo>
                  <a:cubicBezTo>
                    <a:pt x="24482" y="49463"/>
                    <a:pt x="24228" y="49344"/>
                    <a:pt x="23958" y="49226"/>
                  </a:cubicBezTo>
                  <a:lnTo>
                    <a:pt x="23737" y="49134"/>
                  </a:lnTo>
                  <a:close/>
                  <a:moveTo>
                    <a:pt x="25151" y="49785"/>
                  </a:moveTo>
                  <a:lnTo>
                    <a:pt x="25151" y="49785"/>
                  </a:lnTo>
                  <a:cubicBezTo>
                    <a:pt x="25156" y="49788"/>
                    <a:pt x="25167" y="49794"/>
                    <a:pt x="25184" y="49801"/>
                  </a:cubicBezTo>
                  <a:lnTo>
                    <a:pt x="25294" y="49839"/>
                  </a:lnTo>
                  <a:lnTo>
                    <a:pt x="25294" y="49839"/>
                  </a:lnTo>
                  <a:cubicBezTo>
                    <a:pt x="25245" y="49821"/>
                    <a:pt x="25197" y="49802"/>
                    <a:pt x="25151" y="49785"/>
                  </a:cubicBezTo>
                  <a:close/>
                  <a:moveTo>
                    <a:pt x="25448" y="49937"/>
                  </a:moveTo>
                  <a:lnTo>
                    <a:pt x="25514" y="49962"/>
                  </a:lnTo>
                  <a:cubicBezTo>
                    <a:pt x="25493" y="49953"/>
                    <a:pt x="25470" y="49944"/>
                    <a:pt x="25448" y="49937"/>
                  </a:cubicBezTo>
                  <a:close/>
                  <a:moveTo>
                    <a:pt x="25294" y="49839"/>
                  </a:moveTo>
                  <a:cubicBezTo>
                    <a:pt x="25556" y="49939"/>
                    <a:pt x="25844" y="50047"/>
                    <a:pt x="25891" y="50047"/>
                  </a:cubicBezTo>
                  <a:cubicBezTo>
                    <a:pt x="25893" y="50047"/>
                    <a:pt x="25894" y="50047"/>
                    <a:pt x="25895" y="50047"/>
                  </a:cubicBezTo>
                  <a:lnTo>
                    <a:pt x="25294" y="49839"/>
                  </a:lnTo>
                  <a:close/>
                  <a:moveTo>
                    <a:pt x="27268" y="51020"/>
                  </a:moveTo>
                  <a:cubicBezTo>
                    <a:pt x="27291" y="51028"/>
                    <a:pt x="27315" y="51036"/>
                    <a:pt x="27341" y="51045"/>
                  </a:cubicBezTo>
                  <a:cubicBezTo>
                    <a:pt x="27320" y="51030"/>
                    <a:pt x="27292" y="51022"/>
                    <a:pt x="27268" y="51020"/>
                  </a:cubicBezTo>
                  <a:close/>
                  <a:moveTo>
                    <a:pt x="30666" y="51595"/>
                  </a:moveTo>
                  <a:cubicBezTo>
                    <a:pt x="30726" y="51607"/>
                    <a:pt x="30797" y="51621"/>
                    <a:pt x="30874" y="51638"/>
                  </a:cubicBezTo>
                  <a:lnTo>
                    <a:pt x="30874" y="51638"/>
                  </a:lnTo>
                  <a:cubicBezTo>
                    <a:pt x="30811" y="51623"/>
                    <a:pt x="30742" y="51609"/>
                    <a:pt x="30666" y="51595"/>
                  </a:cubicBezTo>
                  <a:close/>
                  <a:moveTo>
                    <a:pt x="19474" y="47247"/>
                  </a:moveTo>
                  <a:lnTo>
                    <a:pt x="19736" y="47416"/>
                  </a:lnTo>
                  <a:lnTo>
                    <a:pt x="19990" y="47551"/>
                  </a:lnTo>
                  <a:lnTo>
                    <a:pt x="20015" y="47593"/>
                  </a:lnTo>
                  <a:cubicBezTo>
                    <a:pt x="20227" y="47712"/>
                    <a:pt x="20421" y="47822"/>
                    <a:pt x="20616" y="47923"/>
                  </a:cubicBezTo>
                  <a:cubicBezTo>
                    <a:pt x="20802" y="48025"/>
                    <a:pt x="20988" y="48118"/>
                    <a:pt x="21183" y="48211"/>
                  </a:cubicBezTo>
                  <a:lnTo>
                    <a:pt x="21758" y="48482"/>
                  </a:lnTo>
                  <a:cubicBezTo>
                    <a:pt x="21961" y="48583"/>
                    <a:pt x="22164" y="48693"/>
                    <a:pt x="22393" y="48803"/>
                  </a:cubicBezTo>
                  <a:cubicBezTo>
                    <a:pt x="22268" y="48772"/>
                    <a:pt x="21981" y="48613"/>
                    <a:pt x="21960" y="48613"/>
                  </a:cubicBezTo>
                  <a:cubicBezTo>
                    <a:pt x="21958" y="48613"/>
                    <a:pt x="21958" y="48614"/>
                    <a:pt x="21961" y="48617"/>
                  </a:cubicBezTo>
                  <a:cubicBezTo>
                    <a:pt x="22130" y="48702"/>
                    <a:pt x="22299" y="48778"/>
                    <a:pt x="22477" y="48837"/>
                  </a:cubicBezTo>
                  <a:cubicBezTo>
                    <a:pt x="22646" y="48905"/>
                    <a:pt x="22816" y="48981"/>
                    <a:pt x="22976" y="49074"/>
                  </a:cubicBezTo>
                  <a:cubicBezTo>
                    <a:pt x="22786" y="48986"/>
                    <a:pt x="22719" y="48956"/>
                    <a:pt x="22715" y="48956"/>
                  </a:cubicBezTo>
                  <a:lnTo>
                    <a:pt x="22715" y="48956"/>
                  </a:lnTo>
                  <a:cubicBezTo>
                    <a:pt x="22705" y="48956"/>
                    <a:pt x="22992" y="49097"/>
                    <a:pt x="22971" y="49097"/>
                  </a:cubicBezTo>
                  <a:cubicBezTo>
                    <a:pt x="22966" y="49097"/>
                    <a:pt x="22942" y="49088"/>
                    <a:pt x="22890" y="49067"/>
                  </a:cubicBezTo>
                  <a:lnTo>
                    <a:pt x="22890" y="49067"/>
                  </a:lnTo>
                  <a:cubicBezTo>
                    <a:pt x="23088" y="49153"/>
                    <a:pt x="23286" y="49247"/>
                    <a:pt x="23484" y="49336"/>
                  </a:cubicBezTo>
                  <a:cubicBezTo>
                    <a:pt x="23729" y="49438"/>
                    <a:pt x="23966" y="49548"/>
                    <a:pt x="24203" y="49649"/>
                  </a:cubicBezTo>
                  <a:cubicBezTo>
                    <a:pt x="24431" y="49751"/>
                    <a:pt x="24651" y="49861"/>
                    <a:pt x="24854" y="49945"/>
                  </a:cubicBezTo>
                  <a:cubicBezTo>
                    <a:pt x="25057" y="50030"/>
                    <a:pt x="25243" y="50106"/>
                    <a:pt x="25413" y="50165"/>
                  </a:cubicBezTo>
                  <a:cubicBezTo>
                    <a:pt x="25382" y="50150"/>
                    <a:pt x="25373" y="50145"/>
                    <a:pt x="25378" y="50145"/>
                  </a:cubicBezTo>
                  <a:cubicBezTo>
                    <a:pt x="25402" y="50145"/>
                    <a:pt x="25688" y="50250"/>
                    <a:pt x="25709" y="50250"/>
                  </a:cubicBezTo>
                  <a:cubicBezTo>
                    <a:pt x="25793" y="50283"/>
                    <a:pt x="25819" y="50298"/>
                    <a:pt x="25806" y="50298"/>
                  </a:cubicBezTo>
                  <a:cubicBezTo>
                    <a:pt x="25793" y="50298"/>
                    <a:pt x="25742" y="50283"/>
                    <a:pt x="25675" y="50258"/>
                  </a:cubicBezTo>
                  <a:lnTo>
                    <a:pt x="25675" y="50258"/>
                  </a:lnTo>
                  <a:cubicBezTo>
                    <a:pt x="26005" y="50402"/>
                    <a:pt x="26055" y="50444"/>
                    <a:pt x="25988" y="50444"/>
                  </a:cubicBezTo>
                  <a:lnTo>
                    <a:pt x="25303" y="50174"/>
                  </a:lnTo>
                  <a:lnTo>
                    <a:pt x="25303" y="50174"/>
                  </a:lnTo>
                  <a:cubicBezTo>
                    <a:pt x="25523" y="50267"/>
                    <a:pt x="25632" y="50334"/>
                    <a:pt x="25819" y="50410"/>
                  </a:cubicBezTo>
                  <a:cubicBezTo>
                    <a:pt x="25912" y="50453"/>
                    <a:pt x="26005" y="50487"/>
                    <a:pt x="26106" y="50512"/>
                  </a:cubicBezTo>
                  <a:cubicBezTo>
                    <a:pt x="26176" y="50531"/>
                    <a:pt x="26200" y="50536"/>
                    <a:pt x="26208" y="50536"/>
                  </a:cubicBezTo>
                  <a:cubicBezTo>
                    <a:pt x="26215" y="50536"/>
                    <a:pt x="26212" y="50533"/>
                    <a:pt x="26216" y="50529"/>
                  </a:cubicBezTo>
                  <a:lnTo>
                    <a:pt x="27087" y="50766"/>
                  </a:lnTo>
                  <a:lnTo>
                    <a:pt x="27071" y="50766"/>
                  </a:lnTo>
                  <a:cubicBezTo>
                    <a:pt x="27316" y="50859"/>
                    <a:pt x="27570" y="50935"/>
                    <a:pt x="27823" y="51011"/>
                  </a:cubicBezTo>
                  <a:lnTo>
                    <a:pt x="27730" y="50994"/>
                  </a:lnTo>
                  <a:lnTo>
                    <a:pt x="28179" y="51113"/>
                  </a:lnTo>
                  <a:cubicBezTo>
                    <a:pt x="28162" y="51138"/>
                    <a:pt x="28314" y="51172"/>
                    <a:pt x="28280" y="51180"/>
                  </a:cubicBezTo>
                  <a:cubicBezTo>
                    <a:pt x="28543" y="51324"/>
                    <a:pt x="29278" y="51459"/>
                    <a:pt x="29888" y="51654"/>
                  </a:cubicBezTo>
                  <a:lnTo>
                    <a:pt x="29786" y="51637"/>
                  </a:lnTo>
                  <a:lnTo>
                    <a:pt x="29786" y="51637"/>
                  </a:lnTo>
                  <a:cubicBezTo>
                    <a:pt x="29871" y="51654"/>
                    <a:pt x="29989" y="51688"/>
                    <a:pt x="30116" y="51713"/>
                  </a:cubicBezTo>
                  <a:cubicBezTo>
                    <a:pt x="30251" y="51738"/>
                    <a:pt x="30404" y="51781"/>
                    <a:pt x="30556" y="51823"/>
                  </a:cubicBezTo>
                  <a:cubicBezTo>
                    <a:pt x="30877" y="51899"/>
                    <a:pt x="31207" y="51992"/>
                    <a:pt x="31478" y="52060"/>
                  </a:cubicBezTo>
                  <a:lnTo>
                    <a:pt x="31461" y="52060"/>
                  </a:lnTo>
                  <a:cubicBezTo>
                    <a:pt x="31284" y="52024"/>
                    <a:pt x="31183" y="52007"/>
                    <a:pt x="31149" y="52007"/>
                  </a:cubicBezTo>
                  <a:cubicBezTo>
                    <a:pt x="31119" y="52007"/>
                    <a:pt x="31140" y="52019"/>
                    <a:pt x="31207" y="52043"/>
                  </a:cubicBezTo>
                  <a:lnTo>
                    <a:pt x="30810" y="51958"/>
                  </a:lnTo>
                  <a:cubicBezTo>
                    <a:pt x="30632" y="51916"/>
                    <a:pt x="30124" y="51798"/>
                    <a:pt x="30091" y="51764"/>
                  </a:cubicBezTo>
                  <a:lnTo>
                    <a:pt x="30091" y="51764"/>
                  </a:lnTo>
                  <a:cubicBezTo>
                    <a:pt x="30287" y="51813"/>
                    <a:pt x="30370" y="51834"/>
                    <a:pt x="30382" y="51834"/>
                  </a:cubicBezTo>
                  <a:cubicBezTo>
                    <a:pt x="30392" y="51834"/>
                    <a:pt x="30344" y="51817"/>
                    <a:pt x="30268" y="51789"/>
                  </a:cubicBezTo>
                  <a:cubicBezTo>
                    <a:pt x="30074" y="51755"/>
                    <a:pt x="29820" y="51688"/>
                    <a:pt x="29600" y="51629"/>
                  </a:cubicBezTo>
                  <a:cubicBezTo>
                    <a:pt x="29437" y="51583"/>
                    <a:pt x="29304" y="51552"/>
                    <a:pt x="29256" y="51552"/>
                  </a:cubicBezTo>
                  <a:cubicBezTo>
                    <a:pt x="29241" y="51552"/>
                    <a:pt x="29234" y="51555"/>
                    <a:pt x="29236" y="51561"/>
                  </a:cubicBezTo>
                  <a:cubicBezTo>
                    <a:pt x="29059" y="51510"/>
                    <a:pt x="28889" y="51459"/>
                    <a:pt x="28720" y="51392"/>
                  </a:cubicBezTo>
                  <a:cubicBezTo>
                    <a:pt x="28708" y="51384"/>
                    <a:pt x="28710" y="51381"/>
                    <a:pt x="28722" y="51381"/>
                  </a:cubicBezTo>
                  <a:cubicBezTo>
                    <a:pt x="28753" y="51381"/>
                    <a:pt x="28844" y="51399"/>
                    <a:pt x="28940" y="51417"/>
                  </a:cubicBezTo>
                  <a:cubicBezTo>
                    <a:pt x="28695" y="51358"/>
                    <a:pt x="28441" y="51273"/>
                    <a:pt x="28196" y="51197"/>
                  </a:cubicBezTo>
                  <a:lnTo>
                    <a:pt x="27460" y="50977"/>
                  </a:lnTo>
                  <a:lnTo>
                    <a:pt x="27460" y="50977"/>
                  </a:lnTo>
                  <a:cubicBezTo>
                    <a:pt x="27389" y="50984"/>
                    <a:pt x="28102" y="51207"/>
                    <a:pt x="28023" y="51207"/>
                  </a:cubicBezTo>
                  <a:cubicBezTo>
                    <a:pt x="28008" y="51207"/>
                    <a:pt x="27965" y="51199"/>
                    <a:pt x="27883" y="51180"/>
                  </a:cubicBezTo>
                  <a:cubicBezTo>
                    <a:pt x="27663" y="51155"/>
                    <a:pt x="27451" y="51104"/>
                    <a:pt x="27257" y="51019"/>
                  </a:cubicBezTo>
                  <a:cubicBezTo>
                    <a:pt x="27260" y="51019"/>
                    <a:pt x="27264" y="51020"/>
                    <a:pt x="27268" y="51020"/>
                  </a:cubicBezTo>
                  <a:lnTo>
                    <a:pt x="27268" y="51020"/>
                  </a:lnTo>
                  <a:cubicBezTo>
                    <a:pt x="27102" y="50962"/>
                    <a:pt x="27050" y="50932"/>
                    <a:pt x="26834" y="50850"/>
                  </a:cubicBezTo>
                  <a:cubicBezTo>
                    <a:pt x="26823" y="50842"/>
                    <a:pt x="26824" y="50839"/>
                    <a:pt x="26832" y="50839"/>
                  </a:cubicBezTo>
                  <a:cubicBezTo>
                    <a:pt x="26878" y="50839"/>
                    <a:pt x="27173" y="50941"/>
                    <a:pt x="27316" y="50977"/>
                  </a:cubicBezTo>
                  <a:cubicBezTo>
                    <a:pt x="27155" y="50926"/>
                    <a:pt x="26969" y="50876"/>
                    <a:pt x="26800" y="50808"/>
                  </a:cubicBezTo>
                  <a:lnTo>
                    <a:pt x="26842" y="50808"/>
                  </a:lnTo>
                  <a:lnTo>
                    <a:pt x="26309" y="50630"/>
                  </a:lnTo>
                  <a:cubicBezTo>
                    <a:pt x="26281" y="50623"/>
                    <a:pt x="26267" y="50620"/>
                    <a:pt x="26263" y="50620"/>
                  </a:cubicBezTo>
                  <a:cubicBezTo>
                    <a:pt x="26238" y="50620"/>
                    <a:pt x="26717" y="50777"/>
                    <a:pt x="26732" y="50800"/>
                  </a:cubicBezTo>
                  <a:lnTo>
                    <a:pt x="26394" y="50698"/>
                  </a:lnTo>
                  <a:lnTo>
                    <a:pt x="26005" y="50563"/>
                  </a:lnTo>
                  <a:lnTo>
                    <a:pt x="25506" y="50368"/>
                  </a:lnTo>
                  <a:cubicBezTo>
                    <a:pt x="25159" y="50233"/>
                    <a:pt x="24820" y="50089"/>
                    <a:pt x="24660" y="50004"/>
                  </a:cubicBezTo>
                  <a:cubicBezTo>
                    <a:pt x="24439" y="49900"/>
                    <a:pt x="24377" y="49878"/>
                    <a:pt x="24354" y="49878"/>
                  </a:cubicBezTo>
                  <a:cubicBezTo>
                    <a:pt x="24338" y="49878"/>
                    <a:pt x="24341" y="49890"/>
                    <a:pt x="24318" y="49890"/>
                  </a:cubicBezTo>
                  <a:cubicBezTo>
                    <a:pt x="24311" y="49890"/>
                    <a:pt x="24301" y="49889"/>
                    <a:pt x="24287" y="49886"/>
                  </a:cubicBezTo>
                  <a:cubicBezTo>
                    <a:pt x="24017" y="49793"/>
                    <a:pt x="23788" y="49657"/>
                    <a:pt x="23526" y="49556"/>
                  </a:cubicBezTo>
                  <a:cubicBezTo>
                    <a:pt x="23526" y="49557"/>
                    <a:pt x="23525" y="49558"/>
                    <a:pt x="23522" y="49558"/>
                  </a:cubicBezTo>
                  <a:cubicBezTo>
                    <a:pt x="23506" y="49558"/>
                    <a:pt x="23439" y="49536"/>
                    <a:pt x="23365" y="49514"/>
                  </a:cubicBezTo>
                  <a:cubicBezTo>
                    <a:pt x="23315" y="49488"/>
                    <a:pt x="23255" y="49471"/>
                    <a:pt x="23196" y="49463"/>
                  </a:cubicBezTo>
                  <a:lnTo>
                    <a:pt x="22782" y="49260"/>
                  </a:lnTo>
                  <a:cubicBezTo>
                    <a:pt x="22756" y="49252"/>
                    <a:pt x="22741" y="49248"/>
                    <a:pt x="22735" y="49248"/>
                  </a:cubicBezTo>
                  <a:cubicBezTo>
                    <a:pt x="22685" y="49248"/>
                    <a:pt x="23291" y="49512"/>
                    <a:pt x="23382" y="49573"/>
                  </a:cubicBezTo>
                  <a:cubicBezTo>
                    <a:pt x="23431" y="49603"/>
                    <a:pt x="23442" y="49615"/>
                    <a:pt x="23431" y="49615"/>
                  </a:cubicBezTo>
                  <a:cubicBezTo>
                    <a:pt x="23417" y="49615"/>
                    <a:pt x="23370" y="49596"/>
                    <a:pt x="23323" y="49573"/>
                  </a:cubicBezTo>
                  <a:cubicBezTo>
                    <a:pt x="23264" y="49543"/>
                    <a:pt x="23196" y="49509"/>
                    <a:pt x="23184" y="49509"/>
                  </a:cubicBezTo>
                  <a:cubicBezTo>
                    <a:pt x="23179" y="49509"/>
                    <a:pt x="23184" y="49515"/>
                    <a:pt x="23205" y="49531"/>
                  </a:cubicBezTo>
                  <a:cubicBezTo>
                    <a:pt x="23374" y="49598"/>
                    <a:pt x="23543" y="49666"/>
                    <a:pt x="23721" y="49725"/>
                  </a:cubicBezTo>
                  <a:cubicBezTo>
                    <a:pt x="23907" y="49801"/>
                    <a:pt x="24000" y="49852"/>
                    <a:pt x="23991" y="49861"/>
                  </a:cubicBezTo>
                  <a:cubicBezTo>
                    <a:pt x="23475" y="49624"/>
                    <a:pt x="23704" y="49767"/>
                    <a:pt x="23281" y="49581"/>
                  </a:cubicBezTo>
                  <a:lnTo>
                    <a:pt x="23264" y="49564"/>
                  </a:lnTo>
                  <a:cubicBezTo>
                    <a:pt x="23263" y="49565"/>
                    <a:pt x="23262" y="49565"/>
                    <a:pt x="23261" y="49565"/>
                  </a:cubicBezTo>
                  <a:cubicBezTo>
                    <a:pt x="23214" y="49565"/>
                    <a:pt x="22648" y="49283"/>
                    <a:pt x="22426" y="49192"/>
                  </a:cubicBezTo>
                  <a:cubicBezTo>
                    <a:pt x="22319" y="49132"/>
                    <a:pt x="22287" y="49110"/>
                    <a:pt x="22300" y="49110"/>
                  </a:cubicBezTo>
                  <a:cubicBezTo>
                    <a:pt x="22341" y="49110"/>
                    <a:pt x="22800" y="49319"/>
                    <a:pt x="22807" y="49319"/>
                  </a:cubicBezTo>
                  <a:cubicBezTo>
                    <a:pt x="22807" y="49319"/>
                    <a:pt x="22807" y="49319"/>
                    <a:pt x="22807" y="49319"/>
                  </a:cubicBezTo>
                  <a:lnTo>
                    <a:pt x="22240" y="49057"/>
                  </a:lnTo>
                  <a:lnTo>
                    <a:pt x="22240" y="49057"/>
                  </a:lnTo>
                  <a:cubicBezTo>
                    <a:pt x="22333" y="49094"/>
                    <a:pt x="22360" y="49101"/>
                    <a:pt x="22374" y="49101"/>
                  </a:cubicBezTo>
                  <a:cubicBezTo>
                    <a:pt x="22381" y="49101"/>
                    <a:pt x="22384" y="49099"/>
                    <a:pt x="22391" y="49099"/>
                  </a:cubicBezTo>
                  <a:cubicBezTo>
                    <a:pt x="22407" y="49099"/>
                    <a:pt x="22443" y="49108"/>
                    <a:pt x="22587" y="49167"/>
                  </a:cubicBezTo>
                  <a:cubicBezTo>
                    <a:pt x="22249" y="49015"/>
                    <a:pt x="22215" y="48981"/>
                    <a:pt x="21893" y="48828"/>
                  </a:cubicBezTo>
                  <a:lnTo>
                    <a:pt x="21893" y="48828"/>
                  </a:lnTo>
                  <a:cubicBezTo>
                    <a:pt x="21950" y="48850"/>
                    <a:pt x="21980" y="48859"/>
                    <a:pt x="21990" y="48859"/>
                  </a:cubicBezTo>
                  <a:cubicBezTo>
                    <a:pt x="22047" y="48859"/>
                    <a:pt x="21450" y="48560"/>
                    <a:pt x="21428" y="48524"/>
                  </a:cubicBezTo>
                  <a:lnTo>
                    <a:pt x="21428" y="48524"/>
                  </a:lnTo>
                  <a:cubicBezTo>
                    <a:pt x="21623" y="48617"/>
                    <a:pt x="21885" y="48769"/>
                    <a:pt x="22096" y="48888"/>
                  </a:cubicBezTo>
                  <a:cubicBezTo>
                    <a:pt x="22206" y="48938"/>
                    <a:pt x="22308" y="48989"/>
                    <a:pt x="22409" y="49057"/>
                  </a:cubicBezTo>
                  <a:cubicBezTo>
                    <a:pt x="22409" y="49056"/>
                    <a:pt x="22409" y="49056"/>
                    <a:pt x="22410" y="49056"/>
                  </a:cubicBezTo>
                  <a:cubicBezTo>
                    <a:pt x="22433" y="49056"/>
                    <a:pt x="22864" y="49272"/>
                    <a:pt x="23035" y="49361"/>
                  </a:cubicBezTo>
                  <a:lnTo>
                    <a:pt x="23315" y="49454"/>
                  </a:lnTo>
                  <a:cubicBezTo>
                    <a:pt x="23038" y="49320"/>
                    <a:pt x="22657" y="49156"/>
                    <a:pt x="22713" y="49156"/>
                  </a:cubicBezTo>
                  <a:cubicBezTo>
                    <a:pt x="22717" y="49156"/>
                    <a:pt x="22723" y="49157"/>
                    <a:pt x="22731" y="49158"/>
                  </a:cubicBezTo>
                  <a:lnTo>
                    <a:pt x="22316" y="48981"/>
                  </a:lnTo>
                  <a:lnTo>
                    <a:pt x="22316" y="48981"/>
                  </a:lnTo>
                  <a:cubicBezTo>
                    <a:pt x="22756" y="49133"/>
                    <a:pt x="22731" y="49125"/>
                    <a:pt x="23120" y="49285"/>
                  </a:cubicBezTo>
                  <a:cubicBezTo>
                    <a:pt x="22739" y="49074"/>
                    <a:pt x="22384" y="48930"/>
                    <a:pt x="22054" y="48778"/>
                  </a:cubicBezTo>
                  <a:cubicBezTo>
                    <a:pt x="21724" y="48617"/>
                    <a:pt x="21411" y="48473"/>
                    <a:pt x="21107" y="48296"/>
                  </a:cubicBezTo>
                  <a:lnTo>
                    <a:pt x="21107" y="48296"/>
                  </a:lnTo>
                  <a:lnTo>
                    <a:pt x="21208" y="48338"/>
                  </a:lnTo>
                  <a:cubicBezTo>
                    <a:pt x="20895" y="48177"/>
                    <a:pt x="20641" y="48033"/>
                    <a:pt x="20447" y="47915"/>
                  </a:cubicBezTo>
                  <a:cubicBezTo>
                    <a:pt x="20244" y="47796"/>
                    <a:pt x="20083" y="47703"/>
                    <a:pt x="19956" y="47619"/>
                  </a:cubicBezTo>
                  <a:cubicBezTo>
                    <a:pt x="19787" y="47517"/>
                    <a:pt x="19626" y="47390"/>
                    <a:pt x="19474" y="47247"/>
                  </a:cubicBezTo>
                  <a:close/>
                  <a:moveTo>
                    <a:pt x="33195" y="52491"/>
                  </a:moveTo>
                  <a:lnTo>
                    <a:pt x="33195" y="52491"/>
                  </a:lnTo>
                  <a:cubicBezTo>
                    <a:pt x="33198" y="52492"/>
                    <a:pt x="33201" y="52493"/>
                    <a:pt x="33205" y="52493"/>
                  </a:cubicBezTo>
                  <a:lnTo>
                    <a:pt x="33205" y="52493"/>
                  </a:lnTo>
                  <a:lnTo>
                    <a:pt x="33195" y="52491"/>
                  </a:lnTo>
                  <a:close/>
                  <a:moveTo>
                    <a:pt x="46273" y="52576"/>
                  </a:moveTo>
                  <a:cubicBezTo>
                    <a:pt x="46254" y="52579"/>
                    <a:pt x="46233" y="52582"/>
                    <a:pt x="46218" y="52585"/>
                  </a:cubicBezTo>
                  <a:lnTo>
                    <a:pt x="46218" y="52585"/>
                  </a:lnTo>
                  <a:lnTo>
                    <a:pt x="46273" y="52576"/>
                  </a:lnTo>
                  <a:close/>
                  <a:moveTo>
                    <a:pt x="43879" y="52796"/>
                  </a:moveTo>
                  <a:lnTo>
                    <a:pt x="43467" y="52828"/>
                  </a:lnTo>
                  <a:lnTo>
                    <a:pt x="43467" y="52828"/>
                  </a:lnTo>
                  <a:lnTo>
                    <a:pt x="43626" y="52821"/>
                  </a:lnTo>
                  <a:lnTo>
                    <a:pt x="43879" y="52796"/>
                  </a:lnTo>
                  <a:close/>
                  <a:moveTo>
                    <a:pt x="44842" y="52934"/>
                  </a:moveTo>
                  <a:lnTo>
                    <a:pt x="44842" y="52934"/>
                  </a:lnTo>
                  <a:cubicBezTo>
                    <a:pt x="44815" y="52939"/>
                    <a:pt x="44787" y="52943"/>
                    <a:pt x="44759" y="52948"/>
                  </a:cubicBezTo>
                  <a:lnTo>
                    <a:pt x="44842" y="52934"/>
                  </a:lnTo>
                  <a:close/>
                  <a:moveTo>
                    <a:pt x="41206" y="52965"/>
                  </a:moveTo>
                  <a:cubicBezTo>
                    <a:pt x="41214" y="52965"/>
                    <a:pt x="41221" y="52965"/>
                    <a:pt x="41229" y="52965"/>
                  </a:cubicBezTo>
                  <a:lnTo>
                    <a:pt x="41229" y="52965"/>
                  </a:lnTo>
                  <a:cubicBezTo>
                    <a:pt x="41230" y="52965"/>
                    <a:pt x="41231" y="52965"/>
                    <a:pt x="41232" y="52965"/>
                  </a:cubicBezTo>
                  <a:close/>
                  <a:moveTo>
                    <a:pt x="31977" y="52212"/>
                  </a:moveTo>
                  <a:lnTo>
                    <a:pt x="31977" y="52212"/>
                  </a:lnTo>
                  <a:cubicBezTo>
                    <a:pt x="32298" y="52280"/>
                    <a:pt x="32705" y="52373"/>
                    <a:pt x="33195" y="52441"/>
                  </a:cubicBezTo>
                  <a:lnTo>
                    <a:pt x="33965" y="52551"/>
                  </a:lnTo>
                  <a:cubicBezTo>
                    <a:pt x="34100" y="52576"/>
                    <a:pt x="34244" y="52584"/>
                    <a:pt x="34388" y="52601"/>
                  </a:cubicBezTo>
                  <a:lnTo>
                    <a:pt x="34836" y="52644"/>
                  </a:lnTo>
                  <a:lnTo>
                    <a:pt x="34760" y="52644"/>
                  </a:lnTo>
                  <a:lnTo>
                    <a:pt x="34760" y="52652"/>
                  </a:lnTo>
                  <a:cubicBezTo>
                    <a:pt x="35378" y="52737"/>
                    <a:pt x="35428" y="52754"/>
                    <a:pt x="35936" y="52779"/>
                  </a:cubicBezTo>
                  <a:lnTo>
                    <a:pt x="35784" y="52779"/>
                  </a:lnTo>
                  <a:cubicBezTo>
                    <a:pt x="35868" y="52813"/>
                    <a:pt x="36274" y="52830"/>
                    <a:pt x="36672" y="52872"/>
                  </a:cubicBezTo>
                  <a:cubicBezTo>
                    <a:pt x="36731" y="52872"/>
                    <a:pt x="36833" y="52881"/>
                    <a:pt x="36926" y="52889"/>
                  </a:cubicBezTo>
                  <a:cubicBezTo>
                    <a:pt x="37027" y="52889"/>
                    <a:pt x="37137" y="52897"/>
                    <a:pt x="37213" y="52914"/>
                  </a:cubicBezTo>
                  <a:lnTo>
                    <a:pt x="37154" y="52923"/>
                  </a:lnTo>
                  <a:cubicBezTo>
                    <a:pt x="37222" y="52948"/>
                    <a:pt x="37619" y="52974"/>
                    <a:pt x="38076" y="53007"/>
                  </a:cubicBezTo>
                  <a:lnTo>
                    <a:pt x="37890" y="53007"/>
                  </a:lnTo>
                  <a:cubicBezTo>
                    <a:pt x="37855" y="53010"/>
                    <a:pt x="37819" y="53011"/>
                    <a:pt x="37782" y="53011"/>
                  </a:cubicBezTo>
                  <a:cubicBezTo>
                    <a:pt x="37690" y="53011"/>
                    <a:pt x="37589" y="53005"/>
                    <a:pt x="37476" y="52999"/>
                  </a:cubicBezTo>
                  <a:lnTo>
                    <a:pt x="37476" y="52999"/>
                  </a:lnTo>
                  <a:cubicBezTo>
                    <a:pt x="37560" y="53007"/>
                    <a:pt x="37670" y="53016"/>
                    <a:pt x="37822" y="53033"/>
                  </a:cubicBezTo>
                  <a:lnTo>
                    <a:pt x="37019" y="53033"/>
                  </a:lnTo>
                  <a:cubicBezTo>
                    <a:pt x="37160" y="53045"/>
                    <a:pt x="37259" y="53047"/>
                    <a:pt x="37350" y="53047"/>
                  </a:cubicBezTo>
                  <a:cubicBezTo>
                    <a:pt x="37409" y="53047"/>
                    <a:pt x="37466" y="53046"/>
                    <a:pt x="37528" y="53046"/>
                  </a:cubicBezTo>
                  <a:cubicBezTo>
                    <a:pt x="37637" y="53046"/>
                    <a:pt x="37766" y="53049"/>
                    <a:pt x="37966" y="53067"/>
                  </a:cubicBezTo>
                  <a:cubicBezTo>
                    <a:pt x="37947" y="53099"/>
                    <a:pt x="37957" y="53112"/>
                    <a:pt x="37719" y="53112"/>
                  </a:cubicBezTo>
                  <a:cubicBezTo>
                    <a:pt x="37650" y="53112"/>
                    <a:pt x="37560" y="53111"/>
                    <a:pt x="37442" y="53109"/>
                  </a:cubicBezTo>
                  <a:cubicBezTo>
                    <a:pt x="36985" y="53067"/>
                    <a:pt x="37467" y="53092"/>
                    <a:pt x="37239" y="53058"/>
                  </a:cubicBezTo>
                  <a:lnTo>
                    <a:pt x="37239" y="53058"/>
                  </a:lnTo>
                  <a:cubicBezTo>
                    <a:pt x="37209" y="53060"/>
                    <a:pt x="37181" y="53060"/>
                    <a:pt x="37155" y="53060"/>
                  </a:cubicBezTo>
                  <a:cubicBezTo>
                    <a:pt x="36880" y="53060"/>
                    <a:pt x="36770" y="52990"/>
                    <a:pt x="36465" y="52990"/>
                  </a:cubicBezTo>
                  <a:cubicBezTo>
                    <a:pt x="36450" y="52990"/>
                    <a:pt x="36434" y="52990"/>
                    <a:pt x="36418" y="52990"/>
                  </a:cubicBezTo>
                  <a:cubicBezTo>
                    <a:pt x="35978" y="52948"/>
                    <a:pt x="36122" y="52940"/>
                    <a:pt x="35978" y="52906"/>
                  </a:cubicBezTo>
                  <a:lnTo>
                    <a:pt x="35978" y="52906"/>
                  </a:lnTo>
                  <a:cubicBezTo>
                    <a:pt x="36071" y="52917"/>
                    <a:pt x="36116" y="52921"/>
                    <a:pt x="36134" y="52921"/>
                  </a:cubicBezTo>
                  <a:cubicBezTo>
                    <a:pt x="36182" y="52921"/>
                    <a:pt x="36031" y="52891"/>
                    <a:pt x="36119" y="52891"/>
                  </a:cubicBezTo>
                  <a:cubicBezTo>
                    <a:pt x="36151" y="52891"/>
                    <a:pt x="36216" y="52895"/>
                    <a:pt x="36334" y="52906"/>
                  </a:cubicBezTo>
                  <a:cubicBezTo>
                    <a:pt x="36154" y="52879"/>
                    <a:pt x="36066" y="52873"/>
                    <a:pt x="35999" y="52873"/>
                  </a:cubicBezTo>
                  <a:cubicBezTo>
                    <a:pt x="35955" y="52873"/>
                    <a:pt x="35921" y="52876"/>
                    <a:pt x="35877" y="52876"/>
                  </a:cubicBezTo>
                  <a:cubicBezTo>
                    <a:pt x="35821" y="52876"/>
                    <a:pt x="35750" y="52872"/>
                    <a:pt x="35623" y="52855"/>
                  </a:cubicBezTo>
                  <a:lnTo>
                    <a:pt x="35572" y="52813"/>
                  </a:lnTo>
                  <a:cubicBezTo>
                    <a:pt x="35225" y="52754"/>
                    <a:pt x="34489" y="52635"/>
                    <a:pt x="34024" y="52584"/>
                  </a:cubicBezTo>
                  <a:lnTo>
                    <a:pt x="34024" y="52584"/>
                  </a:lnTo>
                  <a:cubicBezTo>
                    <a:pt x="34144" y="52613"/>
                    <a:pt x="34168" y="52623"/>
                    <a:pt x="34146" y="52623"/>
                  </a:cubicBezTo>
                  <a:cubicBezTo>
                    <a:pt x="34105" y="52623"/>
                    <a:pt x="33897" y="52589"/>
                    <a:pt x="33857" y="52589"/>
                  </a:cubicBezTo>
                  <a:cubicBezTo>
                    <a:pt x="33850" y="52589"/>
                    <a:pt x="33849" y="52590"/>
                    <a:pt x="33855" y="52593"/>
                  </a:cubicBezTo>
                  <a:cubicBezTo>
                    <a:pt x="34058" y="52618"/>
                    <a:pt x="34253" y="52652"/>
                    <a:pt x="34456" y="52703"/>
                  </a:cubicBezTo>
                  <a:lnTo>
                    <a:pt x="34143" y="52661"/>
                  </a:lnTo>
                  <a:lnTo>
                    <a:pt x="33762" y="52601"/>
                  </a:lnTo>
                  <a:cubicBezTo>
                    <a:pt x="33518" y="52553"/>
                    <a:pt x="33290" y="52512"/>
                    <a:pt x="33205" y="52493"/>
                  </a:cubicBezTo>
                  <a:lnTo>
                    <a:pt x="33205" y="52493"/>
                  </a:lnTo>
                  <a:lnTo>
                    <a:pt x="33779" y="52618"/>
                  </a:lnTo>
                  <a:cubicBezTo>
                    <a:pt x="33576" y="52601"/>
                    <a:pt x="32823" y="52500"/>
                    <a:pt x="32806" y="52500"/>
                  </a:cubicBezTo>
                  <a:cubicBezTo>
                    <a:pt x="32578" y="52441"/>
                    <a:pt x="32231" y="52373"/>
                    <a:pt x="32121" y="52331"/>
                  </a:cubicBezTo>
                  <a:lnTo>
                    <a:pt x="32121" y="52331"/>
                  </a:lnTo>
                  <a:lnTo>
                    <a:pt x="32552" y="52390"/>
                  </a:lnTo>
                  <a:lnTo>
                    <a:pt x="32696" y="52449"/>
                  </a:lnTo>
                  <a:cubicBezTo>
                    <a:pt x="32781" y="52458"/>
                    <a:pt x="32865" y="52458"/>
                    <a:pt x="32950" y="52466"/>
                  </a:cubicBezTo>
                  <a:cubicBezTo>
                    <a:pt x="32671" y="52407"/>
                    <a:pt x="32095" y="52255"/>
                    <a:pt x="31977" y="52212"/>
                  </a:cubicBezTo>
                  <a:close/>
                  <a:moveTo>
                    <a:pt x="36702" y="53200"/>
                  </a:moveTo>
                  <a:cubicBezTo>
                    <a:pt x="36711" y="53201"/>
                    <a:pt x="36721" y="53201"/>
                    <a:pt x="36731" y="53202"/>
                  </a:cubicBezTo>
                  <a:cubicBezTo>
                    <a:pt x="36719" y="53201"/>
                    <a:pt x="36709" y="53200"/>
                    <a:pt x="36702" y="53200"/>
                  </a:cubicBezTo>
                  <a:close/>
                  <a:moveTo>
                    <a:pt x="36435" y="53202"/>
                  </a:moveTo>
                  <a:cubicBezTo>
                    <a:pt x="36449" y="53205"/>
                    <a:pt x="36465" y="53207"/>
                    <a:pt x="36482" y="53209"/>
                  </a:cubicBezTo>
                  <a:lnTo>
                    <a:pt x="36482" y="53209"/>
                  </a:lnTo>
                  <a:cubicBezTo>
                    <a:pt x="36467" y="53207"/>
                    <a:pt x="36451" y="53204"/>
                    <a:pt x="36435" y="53202"/>
                  </a:cubicBezTo>
                  <a:close/>
                  <a:moveTo>
                    <a:pt x="40269" y="53405"/>
                  </a:moveTo>
                  <a:cubicBezTo>
                    <a:pt x="40268" y="53405"/>
                    <a:pt x="40268" y="53405"/>
                    <a:pt x="40267" y="53405"/>
                  </a:cubicBezTo>
                  <a:cubicBezTo>
                    <a:pt x="40267" y="53405"/>
                    <a:pt x="40268" y="53405"/>
                    <a:pt x="40269" y="53405"/>
                  </a:cubicBezTo>
                  <a:close/>
                  <a:moveTo>
                    <a:pt x="1980" y="1"/>
                  </a:moveTo>
                  <a:cubicBezTo>
                    <a:pt x="1802" y="542"/>
                    <a:pt x="1684" y="940"/>
                    <a:pt x="1591" y="1321"/>
                  </a:cubicBezTo>
                  <a:cubicBezTo>
                    <a:pt x="1506" y="1701"/>
                    <a:pt x="1430" y="2048"/>
                    <a:pt x="1286" y="2496"/>
                  </a:cubicBezTo>
                  <a:cubicBezTo>
                    <a:pt x="1298" y="2449"/>
                    <a:pt x="1300" y="2432"/>
                    <a:pt x="1299" y="2432"/>
                  </a:cubicBezTo>
                  <a:lnTo>
                    <a:pt x="1299" y="2432"/>
                  </a:lnTo>
                  <a:cubicBezTo>
                    <a:pt x="1295" y="2432"/>
                    <a:pt x="1272" y="2499"/>
                    <a:pt x="1261" y="2522"/>
                  </a:cubicBezTo>
                  <a:cubicBezTo>
                    <a:pt x="1219" y="2666"/>
                    <a:pt x="1185" y="2818"/>
                    <a:pt x="1159" y="2962"/>
                  </a:cubicBezTo>
                  <a:cubicBezTo>
                    <a:pt x="1126" y="3114"/>
                    <a:pt x="1100" y="3241"/>
                    <a:pt x="1092" y="3334"/>
                  </a:cubicBezTo>
                  <a:lnTo>
                    <a:pt x="982" y="3782"/>
                  </a:lnTo>
                  <a:cubicBezTo>
                    <a:pt x="973" y="3782"/>
                    <a:pt x="982" y="3596"/>
                    <a:pt x="1092" y="3131"/>
                  </a:cubicBezTo>
                  <a:lnTo>
                    <a:pt x="1092" y="3131"/>
                  </a:lnTo>
                  <a:cubicBezTo>
                    <a:pt x="1041" y="3334"/>
                    <a:pt x="999" y="3529"/>
                    <a:pt x="948" y="3723"/>
                  </a:cubicBezTo>
                  <a:cubicBezTo>
                    <a:pt x="906" y="3918"/>
                    <a:pt x="863" y="4112"/>
                    <a:pt x="830" y="4298"/>
                  </a:cubicBezTo>
                  <a:cubicBezTo>
                    <a:pt x="762" y="4671"/>
                    <a:pt x="703" y="5043"/>
                    <a:pt x="635" y="5406"/>
                  </a:cubicBezTo>
                  <a:cubicBezTo>
                    <a:pt x="533" y="6134"/>
                    <a:pt x="415" y="6870"/>
                    <a:pt x="314" y="7707"/>
                  </a:cubicBezTo>
                  <a:cubicBezTo>
                    <a:pt x="312" y="7715"/>
                    <a:pt x="311" y="7718"/>
                    <a:pt x="310" y="7718"/>
                  </a:cubicBezTo>
                  <a:cubicBezTo>
                    <a:pt x="304" y="7718"/>
                    <a:pt x="320" y="7574"/>
                    <a:pt x="318" y="7574"/>
                  </a:cubicBezTo>
                  <a:lnTo>
                    <a:pt x="318" y="7574"/>
                  </a:lnTo>
                  <a:cubicBezTo>
                    <a:pt x="318" y="7574"/>
                    <a:pt x="317" y="7583"/>
                    <a:pt x="314" y="7606"/>
                  </a:cubicBezTo>
                  <a:cubicBezTo>
                    <a:pt x="291" y="7805"/>
                    <a:pt x="263" y="8113"/>
                    <a:pt x="261" y="8178"/>
                  </a:cubicBezTo>
                  <a:lnTo>
                    <a:pt x="261" y="8178"/>
                  </a:lnTo>
                  <a:cubicBezTo>
                    <a:pt x="257" y="8135"/>
                    <a:pt x="259" y="8089"/>
                    <a:pt x="264" y="8044"/>
                  </a:cubicBezTo>
                  <a:lnTo>
                    <a:pt x="264" y="8044"/>
                  </a:lnTo>
                  <a:cubicBezTo>
                    <a:pt x="244" y="8230"/>
                    <a:pt x="235" y="8403"/>
                    <a:pt x="212" y="8562"/>
                  </a:cubicBezTo>
                  <a:cubicBezTo>
                    <a:pt x="195" y="8731"/>
                    <a:pt x="178" y="8892"/>
                    <a:pt x="161" y="9036"/>
                  </a:cubicBezTo>
                  <a:cubicBezTo>
                    <a:pt x="127" y="9315"/>
                    <a:pt x="102" y="9585"/>
                    <a:pt x="102" y="9865"/>
                  </a:cubicBezTo>
                  <a:cubicBezTo>
                    <a:pt x="93" y="9827"/>
                    <a:pt x="88" y="9792"/>
                    <a:pt x="89" y="9757"/>
                  </a:cubicBezTo>
                  <a:lnTo>
                    <a:pt x="89" y="9757"/>
                  </a:lnTo>
                  <a:cubicBezTo>
                    <a:pt x="68" y="10066"/>
                    <a:pt x="66" y="10329"/>
                    <a:pt x="60" y="10592"/>
                  </a:cubicBezTo>
                  <a:cubicBezTo>
                    <a:pt x="60" y="10753"/>
                    <a:pt x="51" y="10914"/>
                    <a:pt x="51" y="11091"/>
                  </a:cubicBezTo>
                  <a:lnTo>
                    <a:pt x="51" y="11675"/>
                  </a:lnTo>
                  <a:cubicBezTo>
                    <a:pt x="48" y="11612"/>
                    <a:pt x="44" y="11586"/>
                    <a:pt x="41" y="11586"/>
                  </a:cubicBezTo>
                  <a:cubicBezTo>
                    <a:pt x="30" y="11586"/>
                    <a:pt x="20" y="11919"/>
                    <a:pt x="1" y="12098"/>
                  </a:cubicBezTo>
                  <a:cubicBezTo>
                    <a:pt x="1" y="12191"/>
                    <a:pt x="1" y="12292"/>
                    <a:pt x="1" y="12402"/>
                  </a:cubicBezTo>
                  <a:cubicBezTo>
                    <a:pt x="9" y="12512"/>
                    <a:pt x="17" y="12639"/>
                    <a:pt x="17" y="12766"/>
                  </a:cubicBezTo>
                  <a:cubicBezTo>
                    <a:pt x="17" y="13020"/>
                    <a:pt x="34" y="13308"/>
                    <a:pt x="34" y="13612"/>
                  </a:cubicBezTo>
                  <a:cubicBezTo>
                    <a:pt x="43" y="13764"/>
                    <a:pt x="51" y="13917"/>
                    <a:pt x="60" y="14069"/>
                  </a:cubicBezTo>
                  <a:cubicBezTo>
                    <a:pt x="68" y="14221"/>
                    <a:pt x="77" y="14373"/>
                    <a:pt x="85" y="14526"/>
                  </a:cubicBezTo>
                  <a:cubicBezTo>
                    <a:pt x="102" y="14830"/>
                    <a:pt x="119" y="15126"/>
                    <a:pt x="144" y="15397"/>
                  </a:cubicBezTo>
                  <a:cubicBezTo>
                    <a:pt x="137" y="15373"/>
                    <a:pt x="132" y="15362"/>
                    <a:pt x="128" y="15362"/>
                  </a:cubicBezTo>
                  <a:lnTo>
                    <a:pt x="128" y="15362"/>
                  </a:lnTo>
                  <a:cubicBezTo>
                    <a:pt x="89" y="15362"/>
                    <a:pt x="234" y="16598"/>
                    <a:pt x="195" y="16683"/>
                  </a:cubicBezTo>
                  <a:cubicBezTo>
                    <a:pt x="220" y="16894"/>
                    <a:pt x="254" y="17106"/>
                    <a:pt x="305" y="17317"/>
                  </a:cubicBezTo>
                  <a:cubicBezTo>
                    <a:pt x="280" y="17182"/>
                    <a:pt x="271" y="17038"/>
                    <a:pt x="271" y="16903"/>
                  </a:cubicBezTo>
                  <a:lnTo>
                    <a:pt x="271" y="16903"/>
                  </a:lnTo>
                  <a:cubicBezTo>
                    <a:pt x="314" y="17250"/>
                    <a:pt x="381" y="17783"/>
                    <a:pt x="415" y="17825"/>
                  </a:cubicBezTo>
                  <a:cubicBezTo>
                    <a:pt x="415" y="17969"/>
                    <a:pt x="432" y="18112"/>
                    <a:pt x="440" y="18256"/>
                  </a:cubicBezTo>
                  <a:cubicBezTo>
                    <a:pt x="500" y="18383"/>
                    <a:pt x="542" y="18510"/>
                    <a:pt x="550" y="18645"/>
                  </a:cubicBezTo>
                  <a:cubicBezTo>
                    <a:pt x="584" y="19178"/>
                    <a:pt x="576" y="18586"/>
                    <a:pt x="660" y="19339"/>
                  </a:cubicBezTo>
                  <a:cubicBezTo>
                    <a:pt x="618" y="19178"/>
                    <a:pt x="584" y="19026"/>
                    <a:pt x="559" y="18967"/>
                  </a:cubicBezTo>
                  <a:lnTo>
                    <a:pt x="559" y="18967"/>
                  </a:lnTo>
                  <a:cubicBezTo>
                    <a:pt x="584" y="19153"/>
                    <a:pt x="618" y="19348"/>
                    <a:pt x="660" y="19534"/>
                  </a:cubicBezTo>
                  <a:cubicBezTo>
                    <a:pt x="660" y="19543"/>
                    <a:pt x="659" y="19547"/>
                    <a:pt x="657" y="19547"/>
                  </a:cubicBezTo>
                  <a:cubicBezTo>
                    <a:pt x="649" y="19547"/>
                    <a:pt x="629" y="19492"/>
                    <a:pt x="610" y="19407"/>
                  </a:cubicBezTo>
                  <a:cubicBezTo>
                    <a:pt x="584" y="19297"/>
                    <a:pt x="550" y="19145"/>
                    <a:pt x="525" y="19009"/>
                  </a:cubicBezTo>
                  <a:lnTo>
                    <a:pt x="525" y="19009"/>
                  </a:lnTo>
                  <a:cubicBezTo>
                    <a:pt x="550" y="19161"/>
                    <a:pt x="559" y="19322"/>
                    <a:pt x="584" y="19483"/>
                  </a:cubicBezTo>
                  <a:cubicBezTo>
                    <a:pt x="643" y="19703"/>
                    <a:pt x="720" y="20007"/>
                    <a:pt x="796" y="20346"/>
                  </a:cubicBezTo>
                  <a:lnTo>
                    <a:pt x="914" y="20870"/>
                  </a:lnTo>
                  <a:cubicBezTo>
                    <a:pt x="956" y="21048"/>
                    <a:pt x="999" y="21234"/>
                    <a:pt x="1033" y="21412"/>
                  </a:cubicBezTo>
                  <a:cubicBezTo>
                    <a:pt x="1002" y="21332"/>
                    <a:pt x="967" y="21185"/>
                    <a:pt x="956" y="21185"/>
                  </a:cubicBezTo>
                  <a:lnTo>
                    <a:pt x="956" y="21185"/>
                  </a:lnTo>
                  <a:cubicBezTo>
                    <a:pt x="952" y="21185"/>
                    <a:pt x="952" y="21206"/>
                    <a:pt x="956" y="21259"/>
                  </a:cubicBezTo>
                  <a:cubicBezTo>
                    <a:pt x="990" y="21412"/>
                    <a:pt x="1041" y="21589"/>
                    <a:pt x="1092" y="21784"/>
                  </a:cubicBezTo>
                  <a:cubicBezTo>
                    <a:pt x="1143" y="21970"/>
                    <a:pt x="1185" y="22173"/>
                    <a:pt x="1236" y="22384"/>
                  </a:cubicBezTo>
                  <a:cubicBezTo>
                    <a:pt x="1228" y="22358"/>
                    <a:pt x="1224" y="22350"/>
                    <a:pt x="1221" y="22345"/>
                  </a:cubicBezTo>
                  <a:lnTo>
                    <a:pt x="1221" y="22345"/>
                  </a:lnTo>
                  <a:cubicBezTo>
                    <a:pt x="1411" y="23005"/>
                    <a:pt x="1340" y="22853"/>
                    <a:pt x="1498" y="23484"/>
                  </a:cubicBezTo>
                  <a:cubicBezTo>
                    <a:pt x="1492" y="23478"/>
                    <a:pt x="1486" y="23472"/>
                    <a:pt x="1483" y="23466"/>
                  </a:cubicBezTo>
                  <a:lnTo>
                    <a:pt x="1483" y="23466"/>
                  </a:lnTo>
                  <a:cubicBezTo>
                    <a:pt x="1517" y="23591"/>
                    <a:pt x="1566" y="23715"/>
                    <a:pt x="1608" y="23839"/>
                  </a:cubicBezTo>
                  <a:cubicBezTo>
                    <a:pt x="1887" y="24643"/>
                    <a:pt x="1836" y="24762"/>
                    <a:pt x="1980" y="25252"/>
                  </a:cubicBezTo>
                  <a:lnTo>
                    <a:pt x="1938" y="25142"/>
                  </a:lnTo>
                  <a:lnTo>
                    <a:pt x="1938" y="25142"/>
                  </a:lnTo>
                  <a:cubicBezTo>
                    <a:pt x="2014" y="25455"/>
                    <a:pt x="2352" y="26428"/>
                    <a:pt x="2445" y="26699"/>
                  </a:cubicBezTo>
                  <a:cubicBezTo>
                    <a:pt x="2344" y="26352"/>
                    <a:pt x="2428" y="26580"/>
                    <a:pt x="2361" y="26318"/>
                  </a:cubicBezTo>
                  <a:cubicBezTo>
                    <a:pt x="2251" y="26022"/>
                    <a:pt x="2251" y="26124"/>
                    <a:pt x="2098" y="25616"/>
                  </a:cubicBezTo>
                  <a:lnTo>
                    <a:pt x="2098" y="25616"/>
                  </a:lnTo>
                  <a:cubicBezTo>
                    <a:pt x="2149" y="25675"/>
                    <a:pt x="2361" y="26310"/>
                    <a:pt x="2437" y="26428"/>
                  </a:cubicBezTo>
                  <a:cubicBezTo>
                    <a:pt x="2504" y="26589"/>
                    <a:pt x="2547" y="26766"/>
                    <a:pt x="2555" y="26944"/>
                  </a:cubicBezTo>
                  <a:cubicBezTo>
                    <a:pt x="2809" y="27638"/>
                    <a:pt x="2961" y="28027"/>
                    <a:pt x="3308" y="28864"/>
                  </a:cubicBezTo>
                  <a:cubicBezTo>
                    <a:pt x="3537" y="29245"/>
                    <a:pt x="3731" y="29651"/>
                    <a:pt x="3883" y="30066"/>
                  </a:cubicBezTo>
                  <a:lnTo>
                    <a:pt x="3861" y="30035"/>
                  </a:lnTo>
                  <a:lnTo>
                    <a:pt x="3861" y="30035"/>
                  </a:lnTo>
                  <a:cubicBezTo>
                    <a:pt x="3885" y="30074"/>
                    <a:pt x="4013" y="30375"/>
                    <a:pt x="4086" y="30497"/>
                  </a:cubicBezTo>
                  <a:cubicBezTo>
                    <a:pt x="4070" y="30448"/>
                    <a:pt x="4066" y="30430"/>
                    <a:pt x="4070" y="30430"/>
                  </a:cubicBezTo>
                  <a:lnTo>
                    <a:pt x="4070" y="30430"/>
                  </a:lnTo>
                  <a:cubicBezTo>
                    <a:pt x="4081" y="30430"/>
                    <a:pt x="4154" y="30577"/>
                    <a:pt x="4165" y="30577"/>
                  </a:cubicBezTo>
                  <a:cubicBezTo>
                    <a:pt x="4169" y="30577"/>
                    <a:pt x="4163" y="30552"/>
                    <a:pt x="4137" y="30480"/>
                  </a:cubicBezTo>
                  <a:lnTo>
                    <a:pt x="4137" y="30480"/>
                  </a:lnTo>
                  <a:cubicBezTo>
                    <a:pt x="4332" y="30878"/>
                    <a:pt x="4323" y="30962"/>
                    <a:pt x="4323" y="31013"/>
                  </a:cubicBezTo>
                  <a:cubicBezTo>
                    <a:pt x="4492" y="31275"/>
                    <a:pt x="4695" y="31800"/>
                    <a:pt x="5025" y="32392"/>
                  </a:cubicBezTo>
                  <a:cubicBezTo>
                    <a:pt x="4969" y="32308"/>
                    <a:pt x="4723" y="31849"/>
                    <a:pt x="4711" y="31849"/>
                  </a:cubicBezTo>
                  <a:lnTo>
                    <a:pt x="4711" y="31849"/>
                  </a:lnTo>
                  <a:cubicBezTo>
                    <a:pt x="4708" y="31849"/>
                    <a:pt x="4716" y="31870"/>
                    <a:pt x="4738" y="31918"/>
                  </a:cubicBezTo>
                  <a:lnTo>
                    <a:pt x="5186" y="32663"/>
                  </a:lnTo>
                  <a:lnTo>
                    <a:pt x="5000" y="32324"/>
                  </a:lnTo>
                  <a:lnTo>
                    <a:pt x="5000" y="32324"/>
                  </a:lnTo>
                  <a:cubicBezTo>
                    <a:pt x="5169" y="32612"/>
                    <a:pt x="5271" y="32789"/>
                    <a:pt x="5355" y="32950"/>
                  </a:cubicBezTo>
                  <a:cubicBezTo>
                    <a:pt x="5431" y="33102"/>
                    <a:pt x="5491" y="33238"/>
                    <a:pt x="5584" y="33407"/>
                  </a:cubicBezTo>
                  <a:cubicBezTo>
                    <a:pt x="5587" y="33416"/>
                    <a:pt x="5588" y="33420"/>
                    <a:pt x="5586" y="33420"/>
                  </a:cubicBezTo>
                  <a:cubicBezTo>
                    <a:pt x="5582" y="33420"/>
                    <a:pt x="5557" y="33383"/>
                    <a:pt x="5524" y="33328"/>
                  </a:cubicBezTo>
                  <a:lnTo>
                    <a:pt x="5524" y="33328"/>
                  </a:lnTo>
                  <a:cubicBezTo>
                    <a:pt x="5609" y="33474"/>
                    <a:pt x="5705" y="33636"/>
                    <a:pt x="5795" y="33779"/>
                  </a:cubicBezTo>
                  <a:cubicBezTo>
                    <a:pt x="5905" y="33940"/>
                    <a:pt x="6286" y="34524"/>
                    <a:pt x="6447" y="34744"/>
                  </a:cubicBezTo>
                  <a:lnTo>
                    <a:pt x="6503" y="34840"/>
                  </a:lnTo>
                  <a:lnTo>
                    <a:pt x="6503" y="34840"/>
                  </a:lnTo>
                  <a:cubicBezTo>
                    <a:pt x="6497" y="34831"/>
                    <a:pt x="6489" y="34824"/>
                    <a:pt x="6482" y="34817"/>
                  </a:cubicBezTo>
                  <a:lnTo>
                    <a:pt x="6482" y="34817"/>
                  </a:lnTo>
                  <a:lnTo>
                    <a:pt x="6557" y="34921"/>
                  </a:lnTo>
                  <a:cubicBezTo>
                    <a:pt x="6616" y="35023"/>
                    <a:pt x="6675" y="35124"/>
                    <a:pt x="6734" y="35217"/>
                  </a:cubicBezTo>
                  <a:lnTo>
                    <a:pt x="6776" y="35268"/>
                  </a:lnTo>
                  <a:lnTo>
                    <a:pt x="6988" y="35590"/>
                  </a:lnTo>
                  <a:lnTo>
                    <a:pt x="7098" y="35733"/>
                  </a:lnTo>
                  <a:lnTo>
                    <a:pt x="7047" y="35657"/>
                  </a:lnTo>
                  <a:lnTo>
                    <a:pt x="7047" y="35657"/>
                  </a:lnTo>
                  <a:cubicBezTo>
                    <a:pt x="7132" y="35725"/>
                    <a:pt x="7199" y="35801"/>
                    <a:pt x="7259" y="35894"/>
                  </a:cubicBezTo>
                  <a:cubicBezTo>
                    <a:pt x="7309" y="35962"/>
                    <a:pt x="7369" y="36046"/>
                    <a:pt x="7436" y="36139"/>
                  </a:cubicBezTo>
                  <a:cubicBezTo>
                    <a:pt x="7496" y="36232"/>
                    <a:pt x="7572" y="36334"/>
                    <a:pt x="7648" y="36435"/>
                  </a:cubicBezTo>
                  <a:cubicBezTo>
                    <a:pt x="7631" y="36410"/>
                    <a:pt x="7479" y="36190"/>
                    <a:pt x="7267" y="35860"/>
                  </a:cubicBezTo>
                  <a:lnTo>
                    <a:pt x="7267" y="35860"/>
                  </a:lnTo>
                  <a:lnTo>
                    <a:pt x="7343" y="35970"/>
                  </a:lnTo>
                  <a:cubicBezTo>
                    <a:pt x="7496" y="36216"/>
                    <a:pt x="7665" y="36435"/>
                    <a:pt x="7817" y="36655"/>
                  </a:cubicBezTo>
                  <a:lnTo>
                    <a:pt x="8265" y="37298"/>
                  </a:lnTo>
                  <a:cubicBezTo>
                    <a:pt x="8155" y="37155"/>
                    <a:pt x="8037" y="37002"/>
                    <a:pt x="7910" y="36816"/>
                  </a:cubicBezTo>
                  <a:lnTo>
                    <a:pt x="7910" y="36816"/>
                  </a:lnTo>
                  <a:cubicBezTo>
                    <a:pt x="8189" y="37281"/>
                    <a:pt x="8748" y="37899"/>
                    <a:pt x="8866" y="38127"/>
                  </a:cubicBezTo>
                  <a:cubicBezTo>
                    <a:pt x="8595" y="37814"/>
                    <a:pt x="8401" y="37586"/>
                    <a:pt x="8215" y="37332"/>
                  </a:cubicBezTo>
                  <a:cubicBezTo>
                    <a:pt x="8028" y="37078"/>
                    <a:pt x="7851" y="36825"/>
                    <a:pt x="7589" y="36469"/>
                  </a:cubicBezTo>
                  <a:cubicBezTo>
                    <a:pt x="7544" y="36398"/>
                    <a:pt x="7529" y="36369"/>
                    <a:pt x="7533" y="36369"/>
                  </a:cubicBezTo>
                  <a:lnTo>
                    <a:pt x="7533" y="36369"/>
                  </a:lnTo>
                  <a:cubicBezTo>
                    <a:pt x="7550" y="36369"/>
                    <a:pt x="7940" y="36919"/>
                    <a:pt x="7961" y="36926"/>
                  </a:cubicBezTo>
                  <a:lnTo>
                    <a:pt x="7682" y="36520"/>
                  </a:lnTo>
                  <a:cubicBezTo>
                    <a:pt x="7589" y="36410"/>
                    <a:pt x="7504" y="36300"/>
                    <a:pt x="7419" y="36182"/>
                  </a:cubicBezTo>
                  <a:cubicBezTo>
                    <a:pt x="7323" y="36053"/>
                    <a:pt x="7236" y="35929"/>
                    <a:pt x="7223" y="35929"/>
                  </a:cubicBezTo>
                  <a:cubicBezTo>
                    <a:pt x="7218" y="35929"/>
                    <a:pt x="7221" y="35942"/>
                    <a:pt x="7233" y="35970"/>
                  </a:cubicBezTo>
                  <a:cubicBezTo>
                    <a:pt x="7369" y="36207"/>
                    <a:pt x="7538" y="36427"/>
                    <a:pt x="7690" y="36647"/>
                  </a:cubicBezTo>
                  <a:lnTo>
                    <a:pt x="8147" y="37290"/>
                  </a:lnTo>
                  <a:cubicBezTo>
                    <a:pt x="8460" y="37713"/>
                    <a:pt x="8773" y="38110"/>
                    <a:pt x="9061" y="38483"/>
                  </a:cubicBezTo>
                  <a:lnTo>
                    <a:pt x="8316" y="37907"/>
                  </a:lnTo>
                  <a:cubicBezTo>
                    <a:pt x="8316" y="37907"/>
                    <a:pt x="8299" y="37899"/>
                    <a:pt x="8265" y="37865"/>
                  </a:cubicBezTo>
                  <a:lnTo>
                    <a:pt x="8265" y="37865"/>
                  </a:lnTo>
                  <a:cubicBezTo>
                    <a:pt x="8564" y="38248"/>
                    <a:pt x="8646" y="38315"/>
                    <a:pt x="8676" y="38315"/>
                  </a:cubicBezTo>
                  <a:cubicBezTo>
                    <a:pt x="8692" y="38315"/>
                    <a:pt x="8693" y="38295"/>
                    <a:pt x="8705" y="38295"/>
                  </a:cubicBezTo>
                  <a:cubicBezTo>
                    <a:pt x="8713" y="38295"/>
                    <a:pt x="8727" y="38305"/>
                    <a:pt x="8756" y="38339"/>
                  </a:cubicBezTo>
                  <a:cubicBezTo>
                    <a:pt x="8824" y="38423"/>
                    <a:pt x="8883" y="38491"/>
                    <a:pt x="8942" y="38559"/>
                  </a:cubicBezTo>
                  <a:cubicBezTo>
                    <a:pt x="9001" y="38626"/>
                    <a:pt x="9061" y="38703"/>
                    <a:pt x="9111" y="38770"/>
                  </a:cubicBezTo>
                  <a:lnTo>
                    <a:pt x="9035" y="38711"/>
                  </a:lnTo>
                  <a:lnTo>
                    <a:pt x="9035" y="38711"/>
                  </a:lnTo>
                  <a:cubicBezTo>
                    <a:pt x="9416" y="39142"/>
                    <a:pt x="9179" y="38821"/>
                    <a:pt x="9509" y="39227"/>
                  </a:cubicBezTo>
                  <a:cubicBezTo>
                    <a:pt x="9568" y="39292"/>
                    <a:pt x="9592" y="39316"/>
                    <a:pt x="9594" y="39316"/>
                  </a:cubicBezTo>
                  <a:cubicBezTo>
                    <a:pt x="9602" y="39316"/>
                    <a:pt x="9415" y="39094"/>
                    <a:pt x="9425" y="39094"/>
                  </a:cubicBezTo>
                  <a:lnTo>
                    <a:pt x="9425" y="39094"/>
                  </a:lnTo>
                  <a:cubicBezTo>
                    <a:pt x="9427" y="39094"/>
                    <a:pt x="9439" y="39105"/>
                    <a:pt x="9467" y="39134"/>
                  </a:cubicBezTo>
                  <a:cubicBezTo>
                    <a:pt x="9560" y="39261"/>
                    <a:pt x="9670" y="39379"/>
                    <a:pt x="9788" y="39489"/>
                  </a:cubicBezTo>
                  <a:cubicBezTo>
                    <a:pt x="9957" y="39650"/>
                    <a:pt x="10118" y="39828"/>
                    <a:pt x="10270" y="40014"/>
                  </a:cubicBezTo>
                  <a:cubicBezTo>
                    <a:pt x="10266" y="40011"/>
                    <a:pt x="10264" y="40010"/>
                    <a:pt x="10262" y="40010"/>
                  </a:cubicBezTo>
                  <a:cubicBezTo>
                    <a:pt x="10259" y="40010"/>
                    <a:pt x="10257" y="40013"/>
                    <a:pt x="10253" y="40013"/>
                  </a:cubicBezTo>
                  <a:cubicBezTo>
                    <a:pt x="10239" y="40013"/>
                    <a:pt x="10194" y="39983"/>
                    <a:pt x="9966" y="39743"/>
                  </a:cubicBezTo>
                  <a:lnTo>
                    <a:pt x="9966" y="39743"/>
                  </a:lnTo>
                  <a:lnTo>
                    <a:pt x="10279" y="40124"/>
                  </a:lnTo>
                  <a:lnTo>
                    <a:pt x="10000" y="39828"/>
                  </a:lnTo>
                  <a:cubicBezTo>
                    <a:pt x="9966" y="39777"/>
                    <a:pt x="9915" y="39743"/>
                    <a:pt x="9729" y="39515"/>
                  </a:cubicBezTo>
                  <a:cubicBezTo>
                    <a:pt x="9526" y="39329"/>
                    <a:pt x="9551" y="39388"/>
                    <a:pt x="9374" y="39210"/>
                  </a:cubicBezTo>
                  <a:lnTo>
                    <a:pt x="9374" y="39210"/>
                  </a:lnTo>
                  <a:cubicBezTo>
                    <a:pt x="9492" y="39329"/>
                    <a:pt x="9610" y="39456"/>
                    <a:pt x="9720" y="39591"/>
                  </a:cubicBezTo>
                  <a:cubicBezTo>
                    <a:pt x="9800" y="39686"/>
                    <a:pt x="9826" y="39719"/>
                    <a:pt x="9824" y="39719"/>
                  </a:cubicBezTo>
                  <a:cubicBezTo>
                    <a:pt x="9819" y="39719"/>
                    <a:pt x="9659" y="39541"/>
                    <a:pt x="9636" y="39523"/>
                  </a:cubicBezTo>
                  <a:lnTo>
                    <a:pt x="9636" y="39523"/>
                  </a:lnTo>
                  <a:cubicBezTo>
                    <a:pt x="9822" y="39726"/>
                    <a:pt x="9915" y="39836"/>
                    <a:pt x="10008" y="39946"/>
                  </a:cubicBezTo>
                  <a:cubicBezTo>
                    <a:pt x="10109" y="40081"/>
                    <a:pt x="10228" y="40208"/>
                    <a:pt x="10355" y="40335"/>
                  </a:cubicBezTo>
                  <a:cubicBezTo>
                    <a:pt x="10321" y="40234"/>
                    <a:pt x="10380" y="40310"/>
                    <a:pt x="10169" y="40039"/>
                  </a:cubicBezTo>
                  <a:lnTo>
                    <a:pt x="10169" y="40039"/>
                  </a:lnTo>
                  <a:cubicBezTo>
                    <a:pt x="10406" y="40276"/>
                    <a:pt x="10676" y="40614"/>
                    <a:pt x="10626" y="40614"/>
                  </a:cubicBezTo>
                  <a:lnTo>
                    <a:pt x="10693" y="40648"/>
                  </a:lnTo>
                  <a:cubicBezTo>
                    <a:pt x="10744" y="40716"/>
                    <a:pt x="10930" y="40902"/>
                    <a:pt x="10939" y="40927"/>
                  </a:cubicBezTo>
                  <a:lnTo>
                    <a:pt x="11032" y="40995"/>
                  </a:lnTo>
                  <a:cubicBezTo>
                    <a:pt x="10947" y="40902"/>
                    <a:pt x="10879" y="40817"/>
                    <a:pt x="10786" y="40716"/>
                  </a:cubicBezTo>
                  <a:cubicBezTo>
                    <a:pt x="10702" y="40606"/>
                    <a:pt x="10592" y="40496"/>
                    <a:pt x="10448" y="40335"/>
                  </a:cubicBezTo>
                  <a:lnTo>
                    <a:pt x="10448" y="40335"/>
                  </a:lnTo>
                  <a:cubicBezTo>
                    <a:pt x="10470" y="40356"/>
                    <a:pt x="10480" y="40363"/>
                    <a:pt x="10485" y="40363"/>
                  </a:cubicBezTo>
                  <a:cubicBezTo>
                    <a:pt x="10497" y="40363"/>
                    <a:pt x="10475" y="40322"/>
                    <a:pt x="10486" y="40322"/>
                  </a:cubicBezTo>
                  <a:cubicBezTo>
                    <a:pt x="10498" y="40322"/>
                    <a:pt x="10546" y="40365"/>
                    <a:pt x="10702" y="40538"/>
                  </a:cubicBezTo>
                  <a:cubicBezTo>
                    <a:pt x="10764" y="40608"/>
                    <a:pt x="10781" y="40628"/>
                    <a:pt x="10777" y="40628"/>
                  </a:cubicBezTo>
                  <a:cubicBezTo>
                    <a:pt x="10772" y="40628"/>
                    <a:pt x="10728" y="40588"/>
                    <a:pt x="10720" y="40588"/>
                  </a:cubicBezTo>
                  <a:cubicBezTo>
                    <a:pt x="10719" y="40588"/>
                    <a:pt x="10719" y="40588"/>
                    <a:pt x="10719" y="40589"/>
                  </a:cubicBezTo>
                  <a:cubicBezTo>
                    <a:pt x="11150" y="41037"/>
                    <a:pt x="11370" y="41266"/>
                    <a:pt x="11548" y="41477"/>
                  </a:cubicBezTo>
                  <a:cubicBezTo>
                    <a:pt x="11649" y="41579"/>
                    <a:pt x="11734" y="41680"/>
                    <a:pt x="11844" y="41790"/>
                  </a:cubicBezTo>
                  <a:cubicBezTo>
                    <a:pt x="11945" y="41909"/>
                    <a:pt x="12081" y="42036"/>
                    <a:pt x="12267" y="42205"/>
                  </a:cubicBezTo>
                  <a:cubicBezTo>
                    <a:pt x="12165" y="42129"/>
                    <a:pt x="12013" y="41976"/>
                    <a:pt x="11844" y="41807"/>
                  </a:cubicBezTo>
                  <a:cubicBezTo>
                    <a:pt x="11666" y="41638"/>
                    <a:pt x="11488" y="41443"/>
                    <a:pt x="11311" y="41283"/>
                  </a:cubicBezTo>
                  <a:lnTo>
                    <a:pt x="11311" y="41283"/>
                  </a:lnTo>
                  <a:cubicBezTo>
                    <a:pt x="11514" y="41503"/>
                    <a:pt x="11725" y="41714"/>
                    <a:pt x="11945" y="41917"/>
                  </a:cubicBezTo>
                  <a:cubicBezTo>
                    <a:pt x="11852" y="41837"/>
                    <a:pt x="11797" y="41790"/>
                    <a:pt x="11790" y="41790"/>
                  </a:cubicBezTo>
                  <a:lnTo>
                    <a:pt x="11790" y="41790"/>
                  </a:lnTo>
                  <a:cubicBezTo>
                    <a:pt x="11782" y="41790"/>
                    <a:pt x="11823" y="41837"/>
                    <a:pt x="11920" y="41943"/>
                  </a:cubicBezTo>
                  <a:lnTo>
                    <a:pt x="12021" y="42010"/>
                  </a:lnTo>
                  <a:cubicBezTo>
                    <a:pt x="12148" y="42129"/>
                    <a:pt x="12377" y="42349"/>
                    <a:pt x="12385" y="42366"/>
                  </a:cubicBezTo>
                  <a:cubicBezTo>
                    <a:pt x="12394" y="42366"/>
                    <a:pt x="12343" y="42315"/>
                    <a:pt x="12233" y="42196"/>
                  </a:cubicBezTo>
                  <a:lnTo>
                    <a:pt x="12233" y="42196"/>
                  </a:lnTo>
                  <a:cubicBezTo>
                    <a:pt x="12402" y="42340"/>
                    <a:pt x="12630" y="42560"/>
                    <a:pt x="12901" y="42788"/>
                  </a:cubicBezTo>
                  <a:cubicBezTo>
                    <a:pt x="13172" y="43017"/>
                    <a:pt x="13468" y="43288"/>
                    <a:pt x="13755" y="43550"/>
                  </a:cubicBezTo>
                  <a:cubicBezTo>
                    <a:pt x="13702" y="43550"/>
                    <a:pt x="13213" y="43109"/>
                    <a:pt x="13199" y="43109"/>
                  </a:cubicBezTo>
                  <a:lnTo>
                    <a:pt x="13199" y="43109"/>
                  </a:lnTo>
                  <a:cubicBezTo>
                    <a:pt x="13195" y="43109"/>
                    <a:pt x="13228" y="43142"/>
                    <a:pt x="13316" y="43228"/>
                  </a:cubicBezTo>
                  <a:cubicBezTo>
                    <a:pt x="13552" y="43431"/>
                    <a:pt x="13772" y="43584"/>
                    <a:pt x="14178" y="43939"/>
                  </a:cubicBezTo>
                  <a:cubicBezTo>
                    <a:pt x="14145" y="43915"/>
                    <a:pt x="14130" y="43905"/>
                    <a:pt x="14127" y="43905"/>
                  </a:cubicBezTo>
                  <a:lnTo>
                    <a:pt x="14127" y="43905"/>
                  </a:lnTo>
                  <a:cubicBezTo>
                    <a:pt x="14112" y="43905"/>
                    <a:pt x="14362" y="44118"/>
                    <a:pt x="14348" y="44125"/>
                  </a:cubicBezTo>
                  <a:cubicBezTo>
                    <a:pt x="14551" y="44277"/>
                    <a:pt x="14754" y="44421"/>
                    <a:pt x="14965" y="44573"/>
                  </a:cubicBezTo>
                  <a:cubicBezTo>
                    <a:pt x="15198" y="44758"/>
                    <a:pt x="15464" y="44960"/>
                    <a:pt x="15705" y="45133"/>
                  </a:cubicBezTo>
                  <a:lnTo>
                    <a:pt x="15705" y="45133"/>
                  </a:lnTo>
                  <a:cubicBezTo>
                    <a:pt x="15648" y="45090"/>
                    <a:pt x="15584" y="45041"/>
                    <a:pt x="15515" y="44988"/>
                  </a:cubicBezTo>
                  <a:lnTo>
                    <a:pt x="15515" y="44988"/>
                  </a:lnTo>
                  <a:cubicBezTo>
                    <a:pt x="15727" y="45123"/>
                    <a:pt x="15930" y="45267"/>
                    <a:pt x="16124" y="45428"/>
                  </a:cubicBezTo>
                  <a:cubicBezTo>
                    <a:pt x="16327" y="45580"/>
                    <a:pt x="16547" y="45749"/>
                    <a:pt x="16818" y="45935"/>
                  </a:cubicBezTo>
                  <a:lnTo>
                    <a:pt x="16564" y="45766"/>
                  </a:lnTo>
                  <a:lnTo>
                    <a:pt x="16564" y="45766"/>
                  </a:lnTo>
                  <a:cubicBezTo>
                    <a:pt x="16759" y="45918"/>
                    <a:pt x="16945" y="46045"/>
                    <a:pt x="17122" y="46164"/>
                  </a:cubicBezTo>
                  <a:cubicBezTo>
                    <a:pt x="17292" y="46274"/>
                    <a:pt x="17469" y="46375"/>
                    <a:pt x="17630" y="46477"/>
                  </a:cubicBezTo>
                  <a:lnTo>
                    <a:pt x="17605" y="46494"/>
                  </a:lnTo>
                  <a:cubicBezTo>
                    <a:pt x="17765" y="46561"/>
                    <a:pt x="17909" y="46637"/>
                    <a:pt x="18044" y="46739"/>
                  </a:cubicBezTo>
                  <a:cubicBezTo>
                    <a:pt x="18256" y="46866"/>
                    <a:pt x="18476" y="47001"/>
                    <a:pt x="18560" y="47044"/>
                  </a:cubicBezTo>
                  <a:cubicBezTo>
                    <a:pt x="18434" y="46967"/>
                    <a:pt x="18324" y="46891"/>
                    <a:pt x="18222" y="46832"/>
                  </a:cubicBezTo>
                  <a:lnTo>
                    <a:pt x="17977" y="46671"/>
                  </a:lnTo>
                  <a:cubicBezTo>
                    <a:pt x="17833" y="46570"/>
                    <a:pt x="17723" y="46502"/>
                    <a:pt x="17621" y="46426"/>
                  </a:cubicBezTo>
                  <a:lnTo>
                    <a:pt x="16716" y="45808"/>
                  </a:lnTo>
                  <a:lnTo>
                    <a:pt x="16716" y="45808"/>
                  </a:lnTo>
                  <a:cubicBezTo>
                    <a:pt x="16911" y="45918"/>
                    <a:pt x="17063" y="46020"/>
                    <a:pt x="17232" y="46121"/>
                  </a:cubicBezTo>
                  <a:cubicBezTo>
                    <a:pt x="17401" y="46231"/>
                    <a:pt x="17571" y="46324"/>
                    <a:pt x="17782" y="46443"/>
                  </a:cubicBezTo>
                  <a:cubicBezTo>
                    <a:pt x="17858" y="46485"/>
                    <a:pt x="17934" y="46544"/>
                    <a:pt x="17994" y="46604"/>
                  </a:cubicBezTo>
                  <a:cubicBezTo>
                    <a:pt x="18146" y="46671"/>
                    <a:pt x="18290" y="46747"/>
                    <a:pt x="18425" y="46824"/>
                  </a:cubicBezTo>
                  <a:cubicBezTo>
                    <a:pt x="18450" y="46849"/>
                    <a:pt x="18467" y="46866"/>
                    <a:pt x="18493" y="46883"/>
                  </a:cubicBezTo>
                  <a:cubicBezTo>
                    <a:pt x="19170" y="47314"/>
                    <a:pt x="19144" y="47213"/>
                    <a:pt x="19804" y="47610"/>
                  </a:cubicBezTo>
                  <a:cubicBezTo>
                    <a:pt x="19816" y="47623"/>
                    <a:pt x="19817" y="47628"/>
                    <a:pt x="19807" y="47628"/>
                  </a:cubicBezTo>
                  <a:cubicBezTo>
                    <a:pt x="19778" y="47628"/>
                    <a:pt x="19651" y="47571"/>
                    <a:pt x="19491" y="47475"/>
                  </a:cubicBezTo>
                  <a:lnTo>
                    <a:pt x="18789" y="47086"/>
                  </a:lnTo>
                  <a:lnTo>
                    <a:pt x="18789" y="47086"/>
                  </a:lnTo>
                  <a:cubicBezTo>
                    <a:pt x="18836" y="47121"/>
                    <a:pt x="18852" y="47135"/>
                    <a:pt x="18845" y="47135"/>
                  </a:cubicBezTo>
                  <a:cubicBezTo>
                    <a:pt x="18819" y="47135"/>
                    <a:pt x="18432" y="46900"/>
                    <a:pt x="18396" y="46900"/>
                  </a:cubicBezTo>
                  <a:cubicBezTo>
                    <a:pt x="18386" y="46900"/>
                    <a:pt x="18405" y="46919"/>
                    <a:pt x="18467" y="46967"/>
                  </a:cubicBezTo>
                  <a:lnTo>
                    <a:pt x="18679" y="47069"/>
                  </a:lnTo>
                  <a:cubicBezTo>
                    <a:pt x="18796" y="47137"/>
                    <a:pt x="18834" y="47169"/>
                    <a:pt x="18821" y="47169"/>
                  </a:cubicBezTo>
                  <a:cubicBezTo>
                    <a:pt x="18814" y="47169"/>
                    <a:pt x="18787" y="47157"/>
                    <a:pt x="18748" y="47135"/>
                  </a:cubicBezTo>
                  <a:lnTo>
                    <a:pt x="18748" y="47135"/>
                  </a:lnTo>
                  <a:cubicBezTo>
                    <a:pt x="18841" y="47189"/>
                    <a:pt x="18935" y="47243"/>
                    <a:pt x="19043" y="47289"/>
                  </a:cubicBezTo>
                  <a:cubicBezTo>
                    <a:pt x="19482" y="47551"/>
                    <a:pt x="19530" y="47588"/>
                    <a:pt x="19509" y="47588"/>
                  </a:cubicBezTo>
                  <a:cubicBezTo>
                    <a:pt x="19504" y="47588"/>
                    <a:pt x="19498" y="47586"/>
                    <a:pt x="19491" y="47585"/>
                  </a:cubicBezTo>
                  <a:cubicBezTo>
                    <a:pt x="19474" y="47585"/>
                    <a:pt x="19457" y="47585"/>
                    <a:pt x="19499" y="47619"/>
                  </a:cubicBezTo>
                  <a:cubicBezTo>
                    <a:pt x="19635" y="47712"/>
                    <a:pt x="19779" y="47805"/>
                    <a:pt x="19922" y="47881"/>
                  </a:cubicBezTo>
                  <a:cubicBezTo>
                    <a:pt x="19820" y="47830"/>
                    <a:pt x="19590" y="47702"/>
                    <a:pt x="19558" y="47702"/>
                  </a:cubicBezTo>
                  <a:cubicBezTo>
                    <a:pt x="19553" y="47702"/>
                    <a:pt x="19553" y="47705"/>
                    <a:pt x="19559" y="47712"/>
                  </a:cubicBezTo>
                  <a:lnTo>
                    <a:pt x="19017" y="47365"/>
                  </a:lnTo>
                  <a:lnTo>
                    <a:pt x="18992" y="47382"/>
                  </a:lnTo>
                  <a:cubicBezTo>
                    <a:pt x="19457" y="47686"/>
                    <a:pt x="19956" y="47940"/>
                    <a:pt x="20472" y="48152"/>
                  </a:cubicBezTo>
                  <a:cubicBezTo>
                    <a:pt x="20151" y="47987"/>
                    <a:pt x="20129" y="47967"/>
                    <a:pt x="20152" y="47967"/>
                  </a:cubicBezTo>
                  <a:cubicBezTo>
                    <a:pt x="20160" y="47967"/>
                    <a:pt x="20172" y="47969"/>
                    <a:pt x="20181" y="47969"/>
                  </a:cubicBezTo>
                  <a:cubicBezTo>
                    <a:pt x="20200" y="47969"/>
                    <a:pt x="20200" y="47958"/>
                    <a:pt x="20083" y="47889"/>
                  </a:cubicBezTo>
                  <a:lnTo>
                    <a:pt x="20083" y="47889"/>
                  </a:lnTo>
                  <a:cubicBezTo>
                    <a:pt x="20193" y="47932"/>
                    <a:pt x="20295" y="47991"/>
                    <a:pt x="20396" y="48059"/>
                  </a:cubicBezTo>
                  <a:cubicBezTo>
                    <a:pt x="20442" y="48082"/>
                    <a:pt x="20712" y="48224"/>
                    <a:pt x="20735" y="48224"/>
                  </a:cubicBezTo>
                  <a:cubicBezTo>
                    <a:pt x="20737" y="48224"/>
                    <a:pt x="20737" y="48223"/>
                    <a:pt x="20736" y="48222"/>
                  </a:cubicBezTo>
                  <a:lnTo>
                    <a:pt x="20736" y="48222"/>
                  </a:lnTo>
                  <a:cubicBezTo>
                    <a:pt x="20859" y="48361"/>
                    <a:pt x="22095" y="48999"/>
                    <a:pt x="21966" y="48999"/>
                  </a:cubicBezTo>
                  <a:cubicBezTo>
                    <a:pt x="21957" y="48999"/>
                    <a:pt x="21942" y="48996"/>
                    <a:pt x="21919" y="48989"/>
                  </a:cubicBezTo>
                  <a:lnTo>
                    <a:pt x="21919" y="48989"/>
                  </a:lnTo>
                  <a:cubicBezTo>
                    <a:pt x="22113" y="49108"/>
                    <a:pt x="22545" y="49294"/>
                    <a:pt x="23027" y="49514"/>
                  </a:cubicBezTo>
                  <a:cubicBezTo>
                    <a:pt x="23145" y="49573"/>
                    <a:pt x="23264" y="49632"/>
                    <a:pt x="23399" y="49683"/>
                  </a:cubicBezTo>
                  <a:lnTo>
                    <a:pt x="23780" y="49844"/>
                  </a:lnTo>
                  <a:lnTo>
                    <a:pt x="24516" y="50148"/>
                  </a:lnTo>
                  <a:lnTo>
                    <a:pt x="24516" y="50148"/>
                  </a:lnTo>
                  <a:lnTo>
                    <a:pt x="24262" y="50064"/>
                  </a:lnTo>
                  <a:lnTo>
                    <a:pt x="24262" y="50064"/>
                  </a:lnTo>
                  <a:cubicBezTo>
                    <a:pt x="24533" y="50207"/>
                    <a:pt x="24812" y="50326"/>
                    <a:pt x="25108" y="50402"/>
                  </a:cubicBezTo>
                  <a:cubicBezTo>
                    <a:pt x="25303" y="50444"/>
                    <a:pt x="25497" y="50495"/>
                    <a:pt x="25683" y="50563"/>
                  </a:cubicBezTo>
                  <a:cubicBezTo>
                    <a:pt x="25592" y="50532"/>
                    <a:pt x="25549" y="50519"/>
                    <a:pt x="25539" y="50519"/>
                  </a:cubicBezTo>
                  <a:cubicBezTo>
                    <a:pt x="25495" y="50519"/>
                    <a:pt x="26142" y="50780"/>
                    <a:pt x="26301" y="50842"/>
                  </a:cubicBezTo>
                  <a:lnTo>
                    <a:pt x="26969" y="51036"/>
                  </a:lnTo>
                  <a:lnTo>
                    <a:pt x="27333" y="51155"/>
                  </a:lnTo>
                  <a:cubicBezTo>
                    <a:pt x="27460" y="51189"/>
                    <a:pt x="27604" y="51231"/>
                    <a:pt x="27764" y="51282"/>
                  </a:cubicBezTo>
                  <a:cubicBezTo>
                    <a:pt x="27925" y="51400"/>
                    <a:pt x="28103" y="51485"/>
                    <a:pt x="28289" y="51535"/>
                  </a:cubicBezTo>
                  <a:lnTo>
                    <a:pt x="28576" y="51595"/>
                  </a:lnTo>
                  <a:cubicBezTo>
                    <a:pt x="28982" y="51713"/>
                    <a:pt x="29532" y="51848"/>
                    <a:pt x="29786" y="51933"/>
                  </a:cubicBezTo>
                  <a:lnTo>
                    <a:pt x="29727" y="51925"/>
                  </a:lnTo>
                  <a:lnTo>
                    <a:pt x="29727" y="51925"/>
                  </a:lnTo>
                  <a:cubicBezTo>
                    <a:pt x="29845" y="51967"/>
                    <a:pt x="29972" y="52001"/>
                    <a:pt x="30099" y="52018"/>
                  </a:cubicBezTo>
                  <a:cubicBezTo>
                    <a:pt x="30116" y="52009"/>
                    <a:pt x="30031" y="51984"/>
                    <a:pt x="29854" y="51925"/>
                  </a:cubicBezTo>
                  <a:lnTo>
                    <a:pt x="29854" y="51925"/>
                  </a:lnTo>
                  <a:cubicBezTo>
                    <a:pt x="30006" y="51967"/>
                    <a:pt x="30150" y="51992"/>
                    <a:pt x="30302" y="52026"/>
                  </a:cubicBezTo>
                  <a:lnTo>
                    <a:pt x="30311" y="52035"/>
                  </a:lnTo>
                  <a:cubicBezTo>
                    <a:pt x="30607" y="52094"/>
                    <a:pt x="30886" y="52153"/>
                    <a:pt x="31216" y="52212"/>
                  </a:cubicBezTo>
                  <a:cubicBezTo>
                    <a:pt x="31546" y="52280"/>
                    <a:pt x="31918" y="52339"/>
                    <a:pt x="32375" y="52432"/>
                  </a:cubicBezTo>
                  <a:cubicBezTo>
                    <a:pt x="32361" y="52431"/>
                    <a:pt x="32352" y="52430"/>
                    <a:pt x="32345" y="52430"/>
                  </a:cubicBezTo>
                  <a:cubicBezTo>
                    <a:pt x="32260" y="52430"/>
                    <a:pt x="32637" y="52529"/>
                    <a:pt x="32580" y="52529"/>
                  </a:cubicBezTo>
                  <a:cubicBezTo>
                    <a:pt x="32557" y="52529"/>
                    <a:pt x="32461" y="52512"/>
                    <a:pt x="32231" y="52466"/>
                  </a:cubicBezTo>
                  <a:lnTo>
                    <a:pt x="32231" y="52466"/>
                  </a:lnTo>
                  <a:cubicBezTo>
                    <a:pt x="32268" y="52471"/>
                    <a:pt x="32291" y="52473"/>
                    <a:pt x="32303" y="52473"/>
                  </a:cubicBezTo>
                  <a:cubicBezTo>
                    <a:pt x="32371" y="52473"/>
                    <a:pt x="32096" y="52404"/>
                    <a:pt x="32053" y="52390"/>
                  </a:cubicBezTo>
                  <a:cubicBezTo>
                    <a:pt x="31757" y="52322"/>
                    <a:pt x="31478" y="52288"/>
                    <a:pt x="31343" y="52263"/>
                  </a:cubicBezTo>
                  <a:lnTo>
                    <a:pt x="31343" y="52263"/>
                  </a:lnTo>
                  <a:cubicBezTo>
                    <a:pt x="31412" y="52294"/>
                    <a:pt x="31378" y="52312"/>
                    <a:pt x="31291" y="52312"/>
                  </a:cubicBezTo>
                  <a:cubicBezTo>
                    <a:pt x="31260" y="52312"/>
                    <a:pt x="31223" y="52310"/>
                    <a:pt x="31182" y="52305"/>
                  </a:cubicBezTo>
                  <a:lnTo>
                    <a:pt x="31182" y="52305"/>
                  </a:lnTo>
                  <a:cubicBezTo>
                    <a:pt x="31478" y="52356"/>
                    <a:pt x="32045" y="52474"/>
                    <a:pt x="32569" y="52568"/>
                  </a:cubicBezTo>
                  <a:cubicBezTo>
                    <a:pt x="33011" y="52655"/>
                    <a:pt x="33417" y="52717"/>
                    <a:pt x="33571" y="52717"/>
                  </a:cubicBezTo>
                  <a:cubicBezTo>
                    <a:pt x="33597" y="52717"/>
                    <a:pt x="33616" y="52715"/>
                    <a:pt x="33627" y="52711"/>
                  </a:cubicBezTo>
                  <a:cubicBezTo>
                    <a:pt x="33813" y="52745"/>
                    <a:pt x="34007" y="52787"/>
                    <a:pt x="34219" y="52821"/>
                  </a:cubicBezTo>
                  <a:lnTo>
                    <a:pt x="34870" y="52906"/>
                  </a:lnTo>
                  <a:lnTo>
                    <a:pt x="35547" y="52999"/>
                  </a:lnTo>
                  <a:lnTo>
                    <a:pt x="36207" y="53075"/>
                  </a:lnTo>
                  <a:cubicBezTo>
                    <a:pt x="36173" y="53067"/>
                    <a:pt x="36105" y="53050"/>
                    <a:pt x="36122" y="53050"/>
                  </a:cubicBezTo>
                  <a:lnTo>
                    <a:pt x="36867" y="53168"/>
                  </a:lnTo>
                  <a:lnTo>
                    <a:pt x="36867" y="53168"/>
                  </a:lnTo>
                  <a:lnTo>
                    <a:pt x="36689" y="53151"/>
                  </a:lnTo>
                  <a:lnTo>
                    <a:pt x="36689" y="53151"/>
                  </a:lnTo>
                  <a:lnTo>
                    <a:pt x="36934" y="53194"/>
                  </a:lnTo>
                  <a:lnTo>
                    <a:pt x="37180" y="53219"/>
                  </a:lnTo>
                  <a:cubicBezTo>
                    <a:pt x="37205" y="53227"/>
                    <a:pt x="37169" y="53232"/>
                    <a:pt x="37101" y="53232"/>
                  </a:cubicBezTo>
                  <a:cubicBezTo>
                    <a:pt x="37034" y="53232"/>
                    <a:pt x="36934" y="53227"/>
                    <a:pt x="36833" y="53219"/>
                  </a:cubicBezTo>
                  <a:cubicBezTo>
                    <a:pt x="36744" y="53212"/>
                    <a:pt x="36655" y="53200"/>
                    <a:pt x="36687" y="53200"/>
                  </a:cubicBezTo>
                  <a:cubicBezTo>
                    <a:pt x="36690" y="53200"/>
                    <a:pt x="36695" y="53200"/>
                    <a:pt x="36702" y="53200"/>
                  </a:cubicBezTo>
                  <a:lnTo>
                    <a:pt x="36702" y="53200"/>
                  </a:lnTo>
                  <a:cubicBezTo>
                    <a:pt x="36637" y="53196"/>
                    <a:pt x="36599" y="53194"/>
                    <a:pt x="36580" y="53194"/>
                  </a:cubicBezTo>
                  <a:cubicBezTo>
                    <a:pt x="36479" y="53194"/>
                    <a:pt x="36989" y="53246"/>
                    <a:pt x="36884" y="53246"/>
                  </a:cubicBezTo>
                  <a:cubicBezTo>
                    <a:pt x="36872" y="53246"/>
                    <a:pt x="36853" y="53246"/>
                    <a:pt x="36824" y="53244"/>
                  </a:cubicBezTo>
                  <a:cubicBezTo>
                    <a:pt x="36709" y="53230"/>
                    <a:pt x="36576" y="53222"/>
                    <a:pt x="36482" y="53209"/>
                  </a:cubicBezTo>
                  <a:lnTo>
                    <a:pt x="36482" y="53209"/>
                  </a:lnTo>
                  <a:cubicBezTo>
                    <a:pt x="37043" y="53293"/>
                    <a:pt x="37325" y="53263"/>
                    <a:pt x="37679" y="53329"/>
                  </a:cubicBezTo>
                  <a:cubicBezTo>
                    <a:pt x="37822" y="53329"/>
                    <a:pt x="38042" y="53337"/>
                    <a:pt x="38296" y="53346"/>
                  </a:cubicBezTo>
                  <a:cubicBezTo>
                    <a:pt x="38550" y="53346"/>
                    <a:pt x="38829" y="53354"/>
                    <a:pt x="39100" y="53380"/>
                  </a:cubicBezTo>
                  <a:cubicBezTo>
                    <a:pt x="38888" y="53388"/>
                    <a:pt x="39692" y="53397"/>
                    <a:pt x="39421" y="53422"/>
                  </a:cubicBezTo>
                  <a:cubicBezTo>
                    <a:pt x="39446" y="53421"/>
                    <a:pt x="39474" y="53421"/>
                    <a:pt x="39505" y="53421"/>
                  </a:cubicBezTo>
                  <a:cubicBezTo>
                    <a:pt x="39666" y="53421"/>
                    <a:pt x="39898" y="53432"/>
                    <a:pt x="40054" y="53432"/>
                  </a:cubicBezTo>
                  <a:cubicBezTo>
                    <a:pt x="40128" y="53432"/>
                    <a:pt x="40184" y="53429"/>
                    <a:pt x="40208" y="53422"/>
                  </a:cubicBezTo>
                  <a:lnTo>
                    <a:pt x="40208" y="53422"/>
                  </a:lnTo>
                  <a:cubicBezTo>
                    <a:pt x="40141" y="53425"/>
                    <a:pt x="40075" y="53427"/>
                    <a:pt x="40008" y="53427"/>
                  </a:cubicBezTo>
                  <a:cubicBezTo>
                    <a:pt x="39914" y="53427"/>
                    <a:pt x="39820" y="53423"/>
                    <a:pt x="39726" y="53413"/>
                  </a:cubicBezTo>
                  <a:cubicBezTo>
                    <a:pt x="39914" y="53413"/>
                    <a:pt x="39966" y="53395"/>
                    <a:pt x="40148" y="53395"/>
                  </a:cubicBezTo>
                  <a:cubicBezTo>
                    <a:pt x="40178" y="53395"/>
                    <a:pt x="40212" y="53395"/>
                    <a:pt x="40250" y="53397"/>
                  </a:cubicBezTo>
                  <a:cubicBezTo>
                    <a:pt x="40277" y="53403"/>
                    <a:pt x="40272" y="53405"/>
                    <a:pt x="40269" y="53405"/>
                  </a:cubicBezTo>
                  <a:lnTo>
                    <a:pt x="40269" y="53405"/>
                  </a:lnTo>
                  <a:cubicBezTo>
                    <a:pt x="40622" y="53388"/>
                    <a:pt x="40387" y="53346"/>
                    <a:pt x="41020" y="53346"/>
                  </a:cubicBezTo>
                  <a:cubicBezTo>
                    <a:pt x="41306" y="53337"/>
                    <a:pt x="41485" y="53333"/>
                    <a:pt x="41587" y="53333"/>
                  </a:cubicBezTo>
                  <a:cubicBezTo>
                    <a:pt x="41778" y="53333"/>
                    <a:pt x="41699" y="53346"/>
                    <a:pt x="41545" y="53363"/>
                  </a:cubicBezTo>
                  <a:lnTo>
                    <a:pt x="41147" y="53405"/>
                  </a:lnTo>
                  <a:cubicBezTo>
                    <a:pt x="41050" y="53419"/>
                    <a:pt x="40982" y="53433"/>
                    <a:pt x="40992" y="53433"/>
                  </a:cubicBezTo>
                  <a:cubicBezTo>
                    <a:pt x="40994" y="53433"/>
                    <a:pt x="41001" y="53432"/>
                    <a:pt x="41012" y="53430"/>
                  </a:cubicBezTo>
                  <a:cubicBezTo>
                    <a:pt x="41066" y="53423"/>
                    <a:pt x="41680" y="53387"/>
                    <a:pt x="42032" y="53387"/>
                  </a:cubicBezTo>
                  <a:cubicBezTo>
                    <a:pt x="42067" y="53387"/>
                    <a:pt x="42099" y="53387"/>
                    <a:pt x="42128" y="53388"/>
                  </a:cubicBezTo>
                  <a:lnTo>
                    <a:pt x="42052" y="53397"/>
                  </a:lnTo>
                  <a:cubicBezTo>
                    <a:pt x="42230" y="53388"/>
                    <a:pt x="42467" y="53380"/>
                    <a:pt x="42653" y="53380"/>
                  </a:cubicBezTo>
                  <a:cubicBezTo>
                    <a:pt x="42754" y="53346"/>
                    <a:pt x="42949" y="53303"/>
                    <a:pt x="43059" y="53278"/>
                  </a:cubicBezTo>
                  <a:lnTo>
                    <a:pt x="43803" y="53236"/>
                  </a:lnTo>
                  <a:lnTo>
                    <a:pt x="43651" y="53253"/>
                  </a:lnTo>
                  <a:cubicBezTo>
                    <a:pt x="43820" y="53236"/>
                    <a:pt x="43964" y="53227"/>
                    <a:pt x="44116" y="53210"/>
                  </a:cubicBezTo>
                  <a:lnTo>
                    <a:pt x="44116" y="53210"/>
                  </a:lnTo>
                  <a:cubicBezTo>
                    <a:pt x="44184" y="53227"/>
                    <a:pt x="43964" y="53244"/>
                    <a:pt x="43736" y="53270"/>
                  </a:cubicBezTo>
                  <a:cubicBezTo>
                    <a:pt x="43762" y="53271"/>
                    <a:pt x="43788" y="53272"/>
                    <a:pt x="43814" y="53272"/>
                  </a:cubicBezTo>
                  <a:cubicBezTo>
                    <a:pt x="43940" y="53272"/>
                    <a:pt x="44065" y="53255"/>
                    <a:pt x="44184" y="53227"/>
                  </a:cubicBezTo>
                  <a:lnTo>
                    <a:pt x="44184" y="53227"/>
                  </a:lnTo>
                  <a:lnTo>
                    <a:pt x="44091" y="53236"/>
                  </a:lnTo>
                  <a:cubicBezTo>
                    <a:pt x="44244" y="53208"/>
                    <a:pt x="44738" y="53140"/>
                    <a:pt x="44607" y="53140"/>
                  </a:cubicBezTo>
                  <a:cubicBezTo>
                    <a:pt x="44578" y="53140"/>
                    <a:pt x="44519" y="53144"/>
                    <a:pt x="44421" y="53151"/>
                  </a:cubicBezTo>
                  <a:cubicBezTo>
                    <a:pt x="44827" y="53092"/>
                    <a:pt x="44962" y="53126"/>
                    <a:pt x="45241" y="53084"/>
                  </a:cubicBezTo>
                  <a:lnTo>
                    <a:pt x="45241" y="53084"/>
                  </a:lnTo>
                  <a:cubicBezTo>
                    <a:pt x="45275" y="53100"/>
                    <a:pt x="45013" y="53126"/>
                    <a:pt x="45157" y="53126"/>
                  </a:cubicBezTo>
                  <a:cubicBezTo>
                    <a:pt x="45436" y="53109"/>
                    <a:pt x="45614" y="53084"/>
                    <a:pt x="45842" y="53041"/>
                  </a:cubicBezTo>
                  <a:lnTo>
                    <a:pt x="45842" y="53041"/>
                  </a:lnTo>
                  <a:cubicBezTo>
                    <a:pt x="45785" y="53048"/>
                    <a:pt x="45762" y="53050"/>
                    <a:pt x="45752" y="53050"/>
                  </a:cubicBezTo>
                  <a:cubicBezTo>
                    <a:pt x="45736" y="53050"/>
                    <a:pt x="45758" y="53044"/>
                    <a:pt x="45731" y="53044"/>
                  </a:cubicBezTo>
                  <a:cubicBezTo>
                    <a:pt x="45711" y="53044"/>
                    <a:pt x="45664" y="53047"/>
                    <a:pt x="45554" y="53058"/>
                  </a:cubicBezTo>
                  <a:cubicBezTo>
                    <a:pt x="45681" y="53033"/>
                    <a:pt x="46037" y="52982"/>
                    <a:pt x="46020" y="52974"/>
                  </a:cubicBezTo>
                  <a:lnTo>
                    <a:pt x="46020" y="52974"/>
                  </a:lnTo>
                  <a:cubicBezTo>
                    <a:pt x="45893" y="52999"/>
                    <a:pt x="45766" y="53016"/>
                    <a:pt x="45631" y="53024"/>
                  </a:cubicBezTo>
                  <a:cubicBezTo>
                    <a:pt x="45997" y="52966"/>
                    <a:pt x="46372" y="52916"/>
                    <a:pt x="46746" y="52882"/>
                  </a:cubicBezTo>
                  <a:lnTo>
                    <a:pt x="46746" y="52882"/>
                  </a:lnTo>
                  <a:cubicBezTo>
                    <a:pt x="46721" y="52887"/>
                    <a:pt x="46696" y="52892"/>
                    <a:pt x="46671" y="52897"/>
                  </a:cubicBezTo>
                  <a:cubicBezTo>
                    <a:pt x="46705" y="52897"/>
                    <a:pt x="46739" y="52889"/>
                    <a:pt x="46764" y="52881"/>
                  </a:cubicBezTo>
                  <a:lnTo>
                    <a:pt x="46764" y="52881"/>
                  </a:lnTo>
                  <a:cubicBezTo>
                    <a:pt x="46758" y="52881"/>
                    <a:pt x="46752" y="52882"/>
                    <a:pt x="46746" y="52882"/>
                  </a:cubicBezTo>
                  <a:lnTo>
                    <a:pt x="46746" y="52882"/>
                  </a:lnTo>
                  <a:cubicBezTo>
                    <a:pt x="47234" y="52784"/>
                    <a:pt x="47914" y="52673"/>
                    <a:pt x="48219" y="52584"/>
                  </a:cubicBezTo>
                  <a:lnTo>
                    <a:pt x="48219" y="52584"/>
                  </a:lnTo>
                  <a:cubicBezTo>
                    <a:pt x="48168" y="52593"/>
                    <a:pt x="48126" y="52601"/>
                    <a:pt x="48075" y="52601"/>
                  </a:cubicBezTo>
                  <a:cubicBezTo>
                    <a:pt x="47923" y="52644"/>
                    <a:pt x="47771" y="52669"/>
                    <a:pt x="47618" y="52686"/>
                  </a:cubicBezTo>
                  <a:cubicBezTo>
                    <a:pt x="47764" y="52659"/>
                    <a:pt x="47751" y="52655"/>
                    <a:pt x="47708" y="52655"/>
                  </a:cubicBezTo>
                  <a:cubicBezTo>
                    <a:pt x="47689" y="52655"/>
                    <a:pt x="47665" y="52656"/>
                    <a:pt x="47645" y="52656"/>
                  </a:cubicBezTo>
                  <a:cubicBezTo>
                    <a:pt x="47596" y="52656"/>
                    <a:pt x="47574" y="52651"/>
                    <a:pt x="47737" y="52618"/>
                  </a:cubicBezTo>
                  <a:cubicBezTo>
                    <a:pt x="47872" y="52593"/>
                    <a:pt x="47999" y="52568"/>
                    <a:pt x="48126" y="52551"/>
                  </a:cubicBezTo>
                  <a:lnTo>
                    <a:pt x="48481" y="52474"/>
                  </a:lnTo>
                  <a:cubicBezTo>
                    <a:pt x="48667" y="52449"/>
                    <a:pt x="48854" y="52407"/>
                    <a:pt x="49031" y="52348"/>
                  </a:cubicBezTo>
                  <a:lnTo>
                    <a:pt x="49031" y="52348"/>
                  </a:lnTo>
                  <a:lnTo>
                    <a:pt x="48219" y="52500"/>
                  </a:lnTo>
                  <a:cubicBezTo>
                    <a:pt x="47965" y="52551"/>
                    <a:pt x="47745" y="52576"/>
                    <a:pt x="47635" y="52610"/>
                  </a:cubicBezTo>
                  <a:lnTo>
                    <a:pt x="47965" y="52551"/>
                  </a:lnTo>
                  <a:lnTo>
                    <a:pt x="47965" y="52551"/>
                  </a:lnTo>
                  <a:lnTo>
                    <a:pt x="47221" y="52728"/>
                  </a:lnTo>
                  <a:cubicBezTo>
                    <a:pt x="47219" y="52727"/>
                    <a:pt x="47216" y="52727"/>
                    <a:pt x="47210" y="52727"/>
                  </a:cubicBezTo>
                  <a:cubicBezTo>
                    <a:pt x="47134" y="52727"/>
                    <a:pt x="46695" y="52818"/>
                    <a:pt x="46591" y="52818"/>
                  </a:cubicBezTo>
                  <a:cubicBezTo>
                    <a:pt x="46577" y="52818"/>
                    <a:pt x="46569" y="52817"/>
                    <a:pt x="46569" y="52813"/>
                  </a:cubicBezTo>
                  <a:cubicBezTo>
                    <a:pt x="46832" y="52779"/>
                    <a:pt x="47069" y="52728"/>
                    <a:pt x="47263" y="52694"/>
                  </a:cubicBezTo>
                  <a:cubicBezTo>
                    <a:pt x="47246" y="52694"/>
                    <a:pt x="47069" y="52720"/>
                    <a:pt x="46866" y="52754"/>
                  </a:cubicBezTo>
                  <a:cubicBezTo>
                    <a:pt x="46671" y="52787"/>
                    <a:pt x="46443" y="52813"/>
                    <a:pt x="46307" y="52830"/>
                  </a:cubicBezTo>
                  <a:lnTo>
                    <a:pt x="46646" y="52796"/>
                  </a:lnTo>
                  <a:lnTo>
                    <a:pt x="46646" y="52796"/>
                  </a:lnTo>
                  <a:cubicBezTo>
                    <a:pt x="46037" y="52897"/>
                    <a:pt x="45258" y="52999"/>
                    <a:pt x="44658" y="53067"/>
                  </a:cubicBezTo>
                  <a:cubicBezTo>
                    <a:pt x="44775" y="53050"/>
                    <a:pt x="44796" y="53044"/>
                    <a:pt x="44766" y="53044"/>
                  </a:cubicBezTo>
                  <a:cubicBezTo>
                    <a:pt x="44706" y="53044"/>
                    <a:pt x="44437" y="53068"/>
                    <a:pt x="44371" y="53068"/>
                  </a:cubicBezTo>
                  <a:cubicBezTo>
                    <a:pt x="44342" y="53068"/>
                    <a:pt x="44353" y="53063"/>
                    <a:pt x="44438" y="53050"/>
                  </a:cubicBezTo>
                  <a:cubicBezTo>
                    <a:pt x="44548" y="53033"/>
                    <a:pt x="44658" y="53016"/>
                    <a:pt x="44768" y="53016"/>
                  </a:cubicBezTo>
                  <a:cubicBezTo>
                    <a:pt x="44775" y="53011"/>
                    <a:pt x="44768" y="53009"/>
                    <a:pt x="44752" y="53009"/>
                  </a:cubicBezTo>
                  <a:cubicBezTo>
                    <a:pt x="44680" y="53009"/>
                    <a:pt x="44428" y="53042"/>
                    <a:pt x="44306" y="53042"/>
                  </a:cubicBezTo>
                  <a:cubicBezTo>
                    <a:pt x="44295" y="53042"/>
                    <a:pt x="44286" y="53042"/>
                    <a:pt x="44277" y="53041"/>
                  </a:cubicBezTo>
                  <a:cubicBezTo>
                    <a:pt x="44243" y="53050"/>
                    <a:pt x="44082" y="53075"/>
                    <a:pt x="43964" y="53092"/>
                  </a:cubicBezTo>
                  <a:cubicBezTo>
                    <a:pt x="43837" y="53109"/>
                    <a:pt x="43778" y="53117"/>
                    <a:pt x="43964" y="53117"/>
                  </a:cubicBezTo>
                  <a:cubicBezTo>
                    <a:pt x="43761" y="53117"/>
                    <a:pt x="43330" y="53168"/>
                    <a:pt x="43059" y="53168"/>
                  </a:cubicBezTo>
                  <a:cubicBezTo>
                    <a:pt x="43143" y="53185"/>
                    <a:pt x="42560" y="53219"/>
                    <a:pt x="42458" y="53236"/>
                  </a:cubicBezTo>
                  <a:cubicBezTo>
                    <a:pt x="42340" y="53236"/>
                    <a:pt x="42238" y="53227"/>
                    <a:pt x="42154" y="53227"/>
                  </a:cubicBezTo>
                  <a:lnTo>
                    <a:pt x="42568" y="53202"/>
                  </a:lnTo>
                  <a:lnTo>
                    <a:pt x="43033" y="53151"/>
                  </a:lnTo>
                  <a:cubicBezTo>
                    <a:pt x="43127" y="53151"/>
                    <a:pt x="43228" y="53143"/>
                    <a:pt x="43321" y="53134"/>
                  </a:cubicBezTo>
                  <a:lnTo>
                    <a:pt x="43321" y="53117"/>
                  </a:lnTo>
                  <a:cubicBezTo>
                    <a:pt x="43956" y="53058"/>
                    <a:pt x="44590" y="52965"/>
                    <a:pt x="44911" y="52923"/>
                  </a:cubicBezTo>
                  <a:lnTo>
                    <a:pt x="44911" y="52923"/>
                  </a:lnTo>
                  <a:lnTo>
                    <a:pt x="44842" y="52934"/>
                  </a:lnTo>
                  <a:lnTo>
                    <a:pt x="44842" y="52934"/>
                  </a:lnTo>
                  <a:cubicBezTo>
                    <a:pt x="45052" y="52902"/>
                    <a:pt x="45261" y="52886"/>
                    <a:pt x="45470" y="52864"/>
                  </a:cubicBezTo>
                  <a:cubicBezTo>
                    <a:pt x="45707" y="52830"/>
                    <a:pt x="45952" y="52804"/>
                    <a:pt x="46189" y="52754"/>
                  </a:cubicBezTo>
                  <a:lnTo>
                    <a:pt x="46189" y="52754"/>
                  </a:lnTo>
                  <a:cubicBezTo>
                    <a:pt x="46177" y="52760"/>
                    <a:pt x="46148" y="52766"/>
                    <a:pt x="46162" y="52766"/>
                  </a:cubicBezTo>
                  <a:cubicBezTo>
                    <a:pt x="46168" y="52766"/>
                    <a:pt x="46181" y="52765"/>
                    <a:pt x="46206" y="52762"/>
                  </a:cubicBezTo>
                  <a:cubicBezTo>
                    <a:pt x="46815" y="52694"/>
                    <a:pt x="47035" y="52593"/>
                    <a:pt x="47525" y="52534"/>
                  </a:cubicBezTo>
                  <a:lnTo>
                    <a:pt x="47525" y="52534"/>
                  </a:lnTo>
                  <a:lnTo>
                    <a:pt x="47466" y="52559"/>
                  </a:lnTo>
                  <a:cubicBezTo>
                    <a:pt x="47508" y="52551"/>
                    <a:pt x="47788" y="52491"/>
                    <a:pt x="47728" y="52483"/>
                  </a:cubicBezTo>
                  <a:lnTo>
                    <a:pt x="47728" y="52483"/>
                  </a:lnTo>
                  <a:cubicBezTo>
                    <a:pt x="47322" y="52559"/>
                    <a:pt x="47255" y="52576"/>
                    <a:pt x="46891" y="52635"/>
                  </a:cubicBezTo>
                  <a:cubicBezTo>
                    <a:pt x="47035" y="52593"/>
                    <a:pt x="47356" y="52525"/>
                    <a:pt x="47593" y="52491"/>
                  </a:cubicBezTo>
                  <a:lnTo>
                    <a:pt x="47610" y="52458"/>
                  </a:lnTo>
                  <a:cubicBezTo>
                    <a:pt x="47762" y="52415"/>
                    <a:pt x="47915" y="52390"/>
                    <a:pt x="48067" y="52373"/>
                  </a:cubicBezTo>
                  <a:cubicBezTo>
                    <a:pt x="48219" y="52348"/>
                    <a:pt x="48371" y="52314"/>
                    <a:pt x="48515" y="52263"/>
                  </a:cubicBezTo>
                  <a:lnTo>
                    <a:pt x="48515" y="52263"/>
                  </a:lnTo>
                  <a:lnTo>
                    <a:pt x="48160" y="52322"/>
                  </a:lnTo>
                  <a:lnTo>
                    <a:pt x="48219" y="52305"/>
                  </a:lnTo>
                  <a:lnTo>
                    <a:pt x="48219" y="52305"/>
                  </a:lnTo>
                  <a:cubicBezTo>
                    <a:pt x="48067" y="52339"/>
                    <a:pt x="47923" y="52364"/>
                    <a:pt x="47889" y="52381"/>
                  </a:cubicBezTo>
                  <a:cubicBezTo>
                    <a:pt x="47593" y="52449"/>
                    <a:pt x="47297" y="52483"/>
                    <a:pt x="46992" y="52491"/>
                  </a:cubicBezTo>
                  <a:cubicBezTo>
                    <a:pt x="46951" y="52497"/>
                    <a:pt x="46925" y="52499"/>
                    <a:pt x="46911" y="52499"/>
                  </a:cubicBezTo>
                  <a:cubicBezTo>
                    <a:pt x="46840" y="52499"/>
                    <a:pt x="47071" y="52439"/>
                    <a:pt x="47043" y="52432"/>
                  </a:cubicBezTo>
                  <a:lnTo>
                    <a:pt x="47043" y="52432"/>
                  </a:lnTo>
                  <a:cubicBezTo>
                    <a:pt x="46646" y="52500"/>
                    <a:pt x="46671" y="52525"/>
                    <a:pt x="46273" y="52584"/>
                  </a:cubicBezTo>
                  <a:cubicBezTo>
                    <a:pt x="46231" y="52590"/>
                    <a:pt x="46210" y="52592"/>
                    <a:pt x="46202" y="52592"/>
                  </a:cubicBezTo>
                  <a:cubicBezTo>
                    <a:pt x="46192" y="52592"/>
                    <a:pt x="46201" y="52589"/>
                    <a:pt x="46218" y="52585"/>
                  </a:cubicBezTo>
                  <a:lnTo>
                    <a:pt x="46218" y="52585"/>
                  </a:lnTo>
                  <a:lnTo>
                    <a:pt x="45977" y="52627"/>
                  </a:lnTo>
                  <a:cubicBezTo>
                    <a:pt x="45977" y="52626"/>
                    <a:pt x="45974" y="52626"/>
                    <a:pt x="45970" y="52626"/>
                  </a:cubicBezTo>
                  <a:cubicBezTo>
                    <a:pt x="45921" y="52626"/>
                    <a:pt x="45636" y="52659"/>
                    <a:pt x="45568" y="52659"/>
                  </a:cubicBezTo>
                  <a:cubicBezTo>
                    <a:pt x="45534" y="52659"/>
                    <a:pt x="45553" y="52651"/>
                    <a:pt x="45681" y="52627"/>
                  </a:cubicBezTo>
                  <a:lnTo>
                    <a:pt x="45935" y="52593"/>
                  </a:lnTo>
                  <a:lnTo>
                    <a:pt x="45935" y="52593"/>
                  </a:lnTo>
                  <a:cubicBezTo>
                    <a:pt x="45488" y="52647"/>
                    <a:pt x="44771" y="52696"/>
                    <a:pt x="44519" y="52696"/>
                  </a:cubicBezTo>
                  <a:cubicBezTo>
                    <a:pt x="44456" y="52696"/>
                    <a:pt x="44423" y="52693"/>
                    <a:pt x="44429" y="52686"/>
                  </a:cubicBezTo>
                  <a:lnTo>
                    <a:pt x="44429" y="52686"/>
                  </a:lnTo>
                  <a:cubicBezTo>
                    <a:pt x="44277" y="52703"/>
                    <a:pt x="44218" y="52711"/>
                    <a:pt x="44142" y="52720"/>
                  </a:cubicBezTo>
                  <a:cubicBezTo>
                    <a:pt x="44066" y="52728"/>
                    <a:pt x="43964" y="52737"/>
                    <a:pt x="43719" y="52745"/>
                  </a:cubicBezTo>
                  <a:cubicBezTo>
                    <a:pt x="43490" y="52787"/>
                    <a:pt x="43736" y="52796"/>
                    <a:pt x="43203" y="52838"/>
                  </a:cubicBezTo>
                  <a:lnTo>
                    <a:pt x="43452" y="52828"/>
                  </a:lnTo>
                  <a:lnTo>
                    <a:pt x="43452" y="52828"/>
                  </a:lnTo>
                  <a:cubicBezTo>
                    <a:pt x="43448" y="52829"/>
                    <a:pt x="43444" y="52829"/>
                    <a:pt x="43440" y="52830"/>
                  </a:cubicBezTo>
                  <a:lnTo>
                    <a:pt x="43467" y="52828"/>
                  </a:lnTo>
                  <a:lnTo>
                    <a:pt x="43467" y="52828"/>
                  </a:lnTo>
                  <a:lnTo>
                    <a:pt x="43452" y="52828"/>
                  </a:lnTo>
                  <a:lnTo>
                    <a:pt x="43452" y="52828"/>
                  </a:lnTo>
                  <a:cubicBezTo>
                    <a:pt x="43717" y="52796"/>
                    <a:pt x="43669" y="52787"/>
                    <a:pt x="43744" y="52762"/>
                  </a:cubicBezTo>
                  <a:cubicBezTo>
                    <a:pt x="44429" y="52711"/>
                    <a:pt x="44607" y="52720"/>
                    <a:pt x="44954" y="52703"/>
                  </a:cubicBezTo>
                  <a:lnTo>
                    <a:pt x="44954" y="52703"/>
                  </a:lnTo>
                  <a:cubicBezTo>
                    <a:pt x="44751" y="52737"/>
                    <a:pt x="44387" y="52771"/>
                    <a:pt x="44522" y="52779"/>
                  </a:cubicBezTo>
                  <a:cubicBezTo>
                    <a:pt x="44184" y="52787"/>
                    <a:pt x="44150" y="52855"/>
                    <a:pt x="43753" y="52855"/>
                  </a:cubicBezTo>
                  <a:lnTo>
                    <a:pt x="43829" y="52838"/>
                  </a:lnTo>
                  <a:lnTo>
                    <a:pt x="43829" y="52838"/>
                  </a:lnTo>
                  <a:cubicBezTo>
                    <a:pt x="43516" y="52881"/>
                    <a:pt x="43465" y="52855"/>
                    <a:pt x="43203" y="52889"/>
                  </a:cubicBezTo>
                  <a:cubicBezTo>
                    <a:pt x="43220" y="52881"/>
                    <a:pt x="43186" y="52881"/>
                    <a:pt x="43152" y="52881"/>
                  </a:cubicBezTo>
                  <a:cubicBezTo>
                    <a:pt x="42577" y="52931"/>
                    <a:pt x="43330" y="52889"/>
                    <a:pt x="42754" y="52948"/>
                  </a:cubicBezTo>
                  <a:cubicBezTo>
                    <a:pt x="42676" y="52953"/>
                    <a:pt x="42617" y="52955"/>
                    <a:pt x="42574" y="52955"/>
                  </a:cubicBezTo>
                  <a:cubicBezTo>
                    <a:pt x="42478" y="52955"/>
                    <a:pt x="42458" y="52946"/>
                    <a:pt x="42458" y="52940"/>
                  </a:cubicBezTo>
                  <a:cubicBezTo>
                    <a:pt x="42467" y="52931"/>
                    <a:pt x="42517" y="52906"/>
                    <a:pt x="42441" y="52906"/>
                  </a:cubicBezTo>
                  <a:cubicBezTo>
                    <a:pt x="43296" y="52830"/>
                    <a:pt x="42424" y="52864"/>
                    <a:pt x="43346" y="52779"/>
                  </a:cubicBezTo>
                  <a:cubicBezTo>
                    <a:pt x="43346" y="52766"/>
                    <a:pt x="43293" y="52761"/>
                    <a:pt x="43200" y="52761"/>
                  </a:cubicBezTo>
                  <a:cubicBezTo>
                    <a:pt x="43049" y="52761"/>
                    <a:pt x="42792" y="52775"/>
                    <a:pt x="42484" y="52796"/>
                  </a:cubicBezTo>
                  <a:cubicBezTo>
                    <a:pt x="42814" y="52796"/>
                    <a:pt x="42281" y="52864"/>
                    <a:pt x="42712" y="52864"/>
                  </a:cubicBezTo>
                  <a:cubicBezTo>
                    <a:pt x="42024" y="52911"/>
                    <a:pt x="42031" y="52966"/>
                    <a:pt x="41357" y="52966"/>
                  </a:cubicBezTo>
                  <a:cubicBezTo>
                    <a:pt x="41317" y="52966"/>
                    <a:pt x="41274" y="52966"/>
                    <a:pt x="41229" y="52965"/>
                  </a:cubicBezTo>
                  <a:lnTo>
                    <a:pt x="41229" y="52965"/>
                  </a:lnTo>
                  <a:cubicBezTo>
                    <a:pt x="41111" y="52974"/>
                    <a:pt x="41002" y="52982"/>
                    <a:pt x="40885" y="52990"/>
                  </a:cubicBezTo>
                  <a:lnTo>
                    <a:pt x="40420" y="52974"/>
                  </a:lnTo>
                  <a:cubicBezTo>
                    <a:pt x="40707" y="52931"/>
                    <a:pt x="41071" y="52965"/>
                    <a:pt x="41299" y="52931"/>
                  </a:cubicBezTo>
                  <a:cubicBezTo>
                    <a:pt x="41183" y="52924"/>
                    <a:pt x="41082" y="52922"/>
                    <a:pt x="40990" y="52922"/>
                  </a:cubicBezTo>
                  <a:cubicBezTo>
                    <a:pt x="40653" y="52922"/>
                    <a:pt x="40431" y="52957"/>
                    <a:pt x="39983" y="52957"/>
                  </a:cubicBezTo>
                  <a:cubicBezTo>
                    <a:pt x="39947" y="52957"/>
                    <a:pt x="39909" y="52957"/>
                    <a:pt x="39870" y="52957"/>
                  </a:cubicBezTo>
                  <a:cubicBezTo>
                    <a:pt x="39320" y="52914"/>
                    <a:pt x="40538" y="52940"/>
                    <a:pt x="40538" y="52906"/>
                  </a:cubicBezTo>
                  <a:lnTo>
                    <a:pt x="40538" y="52906"/>
                  </a:lnTo>
                  <a:cubicBezTo>
                    <a:pt x="40500" y="52908"/>
                    <a:pt x="40462" y="52909"/>
                    <a:pt x="40425" y="52909"/>
                  </a:cubicBezTo>
                  <a:cubicBezTo>
                    <a:pt x="40313" y="52909"/>
                    <a:pt x="40204" y="52900"/>
                    <a:pt x="40090" y="52881"/>
                  </a:cubicBezTo>
                  <a:lnTo>
                    <a:pt x="40090" y="52881"/>
                  </a:lnTo>
                  <a:cubicBezTo>
                    <a:pt x="40197" y="52883"/>
                    <a:pt x="40278" y="52885"/>
                    <a:pt x="40342" y="52885"/>
                  </a:cubicBezTo>
                  <a:cubicBezTo>
                    <a:pt x="40555" y="52885"/>
                    <a:pt x="40587" y="52872"/>
                    <a:pt x="40786" y="52872"/>
                  </a:cubicBezTo>
                  <a:cubicBezTo>
                    <a:pt x="40869" y="52872"/>
                    <a:pt x="40981" y="52874"/>
                    <a:pt x="41147" y="52881"/>
                  </a:cubicBezTo>
                  <a:cubicBezTo>
                    <a:pt x="40817" y="52889"/>
                    <a:pt x="41198" y="52889"/>
                    <a:pt x="41139" y="52906"/>
                  </a:cubicBezTo>
                  <a:cubicBezTo>
                    <a:pt x="41232" y="52889"/>
                    <a:pt x="41875" y="52872"/>
                    <a:pt x="42331" y="52864"/>
                  </a:cubicBezTo>
                  <a:cubicBezTo>
                    <a:pt x="42392" y="52848"/>
                    <a:pt x="42237" y="52845"/>
                    <a:pt x="42041" y="52845"/>
                  </a:cubicBezTo>
                  <a:cubicBezTo>
                    <a:pt x="41910" y="52845"/>
                    <a:pt x="41761" y="52847"/>
                    <a:pt x="41646" y="52847"/>
                  </a:cubicBezTo>
                  <a:cubicBezTo>
                    <a:pt x="41486" y="52862"/>
                    <a:pt x="41325" y="52866"/>
                    <a:pt x="41166" y="52866"/>
                  </a:cubicBezTo>
                  <a:cubicBezTo>
                    <a:pt x="40904" y="52866"/>
                    <a:pt x="40649" y="52854"/>
                    <a:pt x="40418" y="52854"/>
                  </a:cubicBezTo>
                  <a:cubicBezTo>
                    <a:pt x="40315" y="52854"/>
                    <a:pt x="40216" y="52856"/>
                    <a:pt x="40123" y="52864"/>
                  </a:cubicBezTo>
                  <a:cubicBezTo>
                    <a:pt x="39540" y="52864"/>
                    <a:pt x="40081" y="52838"/>
                    <a:pt x="40047" y="52838"/>
                  </a:cubicBezTo>
                  <a:cubicBezTo>
                    <a:pt x="39942" y="52835"/>
                    <a:pt x="39870" y="52833"/>
                    <a:pt x="39821" y="52833"/>
                  </a:cubicBezTo>
                  <a:cubicBezTo>
                    <a:pt x="39623" y="52833"/>
                    <a:pt x="39785" y="52855"/>
                    <a:pt x="39650" y="52855"/>
                  </a:cubicBezTo>
                  <a:cubicBezTo>
                    <a:pt x="38855" y="52847"/>
                    <a:pt x="38770" y="52796"/>
                    <a:pt x="38203" y="52762"/>
                  </a:cubicBezTo>
                  <a:cubicBezTo>
                    <a:pt x="37966" y="52762"/>
                    <a:pt x="37560" y="52745"/>
                    <a:pt x="37120" y="52703"/>
                  </a:cubicBezTo>
                  <a:cubicBezTo>
                    <a:pt x="36672" y="52669"/>
                    <a:pt x="36190" y="52601"/>
                    <a:pt x="35792" y="52568"/>
                  </a:cubicBezTo>
                  <a:cubicBezTo>
                    <a:pt x="35885" y="52559"/>
                    <a:pt x="35784" y="52542"/>
                    <a:pt x="35741" y="52525"/>
                  </a:cubicBezTo>
                  <a:cubicBezTo>
                    <a:pt x="35259" y="52517"/>
                    <a:pt x="35428" y="52508"/>
                    <a:pt x="34836" y="52458"/>
                  </a:cubicBezTo>
                  <a:lnTo>
                    <a:pt x="34836" y="52458"/>
                  </a:lnTo>
                  <a:lnTo>
                    <a:pt x="35335" y="52551"/>
                  </a:lnTo>
                  <a:cubicBezTo>
                    <a:pt x="34929" y="52500"/>
                    <a:pt x="34599" y="52491"/>
                    <a:pt x="34236" y="52407"/>
                  </a:cubicBezTo>
                  <a:lnTo>
                    <a:pt x="34236" y="52407"/>
                  </a:lnTo>
                  <a:cubicBezTo>
                    <a:pt x="34354" y="52436"/>
                    <a:pt x="34373" y="52449"/>
                    <a:pt x="34330" y="52449"/>
                  </a:cubicBezTo>
                  <a:cubicBezTo>
                    <a:pt x="34286" y="52449"/>
                    <a:pt x="34181" y="52436"/>
                    <a:pt x="34050" y="52415"/>
                  </a:cubicBezTo>
                  <a:cubicBezTo>
                    <a:pt x="33796" y="52373"/>
                    <a:pt x="33432" y="52314"/>
                    <a:pt x="33288" y="52297"/>
                  </a:cubicBezTo>
                  <a:cubicBezTo>
                    <a:pt x="33085" y="52255"/>
                    <a:pt x="32874" y="52221"/>
                    <a:pt x="32696" y="52187"/>
                  </a:cubicBezTo>
                  <a:cubicBezTo>
                    <a:pt x="32544" y="52161"/>
                    <a:pt x="32400" y="52128"/>
                    <a:pt x="32248" y="52085"/>
                  </a:cubicBezTo>
                  <a:lnTo>
                    <a:pt x="32248" y="52085"/>
                  </a:lnTo>
                  <a:lnTo>
                    <a:pt x="32307" y="52094"/>
                  </a:lnTo>
                  <a:lnTo>
                    <a:pt x="32307" y="52094"/>
                  </a:lnTo>
                  <a:lnTo>
                    <a:pt x="31715" y="51958"/>
                  </a:lnTo>
                  <a:lnTo>
                    <a:pt x="31799" y="51933"/>
                  </a:lnTo>
                  <a:cubicBezTo>
                    <a:pt x="31468" y="51857"/>
                    <a:pt x="31075" y="51776"/>
                    <a:pt x="31015" y="51776"/>
                  </a:cubicBezTo>
                  <a:cubicBezTo>
                    <a:pt x="31001" y="51776"/>
                    <a:pt x="31005" y="51780"/>
                    <a:pt x="31030" y="51789"/>
                  </a:cubicBezTo>
                  <a:cubicBezTo>
                    <a:pt x="30607" y="51671"/>
                    <a:pt x="30860" y="51730"/>
                    <a:pt x="30801" y="51696"/>
                  </a:cubicBezTo>
                  <a:lnTo>
                    <a:pt x="30801" y="51696"/>
                  </a:lnTo>
                  <a:cubicBezTo>
                    <a:pt x="31082" y="51735"/>
                    <a:pt x="31362" y="51796"/>
                    <a:pt x="31636" y="51871"/>
                  </a:cubicBezTo>
                  <a:lnTo>
                    <a:pt x="31636" y="51871"/>
                  </a:lnTo>
                  <a:cubicBezTo>
                    <a:pt x="31612" y="51866"/>
                    <a:pt x="31588" y="51861"/>
                    <a:pt x="31563" y="51857"/>
                  </a:cubicBezTo>
                  <a:lnTo>
                    <a:pt x="31563" y="51857"/>
                  </a:lnTo>
                  <a:cubicBezTo>
                    <a:pt x="31608" y="51867"/>
                    <a:pt x="31650" y="51877"/>
                    <a:pt x="31689" y="51886"/>
                  </a:cubicBezTo>
                  <a:lnTo>
                    <a:pt x="31689" y="51886"/>
                  </a:lnTo>
                  <a:cubicBezTo>
                    <a:pt x="31695" y="51887"/>
                    <a:pt x="31700" y="51889"/>
                    <a:pt x="31706" y="51891"/>
                  </a:cubicBezTo>
                  <a:cubicBezTo>
                    <a:pt x="31703" y="51890"/>
                    <a:pt x="31699" y="51888"/>
                    <a:pt x="31696" y="51887"/>
                  </a:cubicBezTo>
                  <a:lnTo>
                    <a:pt x="31696" y="51887"/>
                  </a:lnTo>
                  <a:cubicBezTo>
                    <a:pt x="32031" y="51963"/>
                    <a:pt x="32154" y="51983"/>
                    <a:pt x="32203" y="51983"/>
                  </a:cubicBezTo>
                  <a:cubicBezTo>
                    <a:pt x="32255" y="51983"/>
                    <a:pt x="32222" y="51960"/>
                    <a:pt x="32273" y="51960"/>
                  </a:cubicBezTo>
                  <a:cubicBezTo>
                    <a:pt x="32303" y="51960"/>
                    <a:pt x="32362" y="51968"/>
                    <a:pt x="32485" y="51992"/>
                  </a:cubicBezTo>
                  <a:cubicBezTo>
                    <a:pt x="32197" y="51925"/>
                    <a:pt x="31994" y="51857"/>
                    <a:pt x="31681" y="51806"/>
                  </a:cubicBezTo>
                  <a:cubicBezTo>
                    <a:pt x="31566" y="51786"/>
                    <a:pt x="31177" y="51701"/>
                    <a:pt x="30874" y="51638"/>
                  </a:cubicBezTo>
                  <a:lnTo>
                    <a:pt x="30874" y="51638"/>
                  </a:lnTo>
                  <a:cubicBezTo>
                    <a:pt x="31149" y="51700"/>
                    <a:pt x="31325" y="51763"/>
                    <a:pt x="31579" y="51832"/>
                  </a:cubicBezTo>
                  <a:cubicBezTo>
                    <a:pt x="31309" y="51772"/>
                    <a:pt x="31266" y="51781"/>
                    <a:pt x="31038" y="51713"/>
                  </a:cubicBezTo>
                  <a:lnTo>
                    <a:pt x="31038" y="51713"/>
                  </a:lnTo>
                  <a:lnTo>
                    <a:pt x="31114" y="51722"/>
                  </a:lnTo>
                  <a:lnTo>
                    <a:pt x="30818" y="51662"/>
                  </a:lnTo>
                  <a:cubicBezTo>
                    <a:pt x="30790" y="51635"/>
                    <a:pt x="30280" y="51516"/>
                    <a:pt x="30343" y="51516"/>
                  </a:cubicBezTo>
                  <a:cubicBezTo>
                    <a:pt x="30357" y="51516"/>
                    <a:pt x="30399" y="51522"/>
                    <a:pt x="30480" y="51535"/>
                  </a:cubicBezTo>
                  <a:cubicBezTo>
                    <a:pt x="30281" y="51489"/>
                    <a:pt x="30245" y="51489"/>
                    <a:pt x="30214" y="51489"/>
                  </a:cubicBezTo>
                  <a:cubicBezTo>
                    <a:pt x="30184" y="51489"/>
                    <a:pt x="30158" y="51489"/>
                    <a:pt x="29981" y="51442"/>
                  </a:cubicBezTo>
                  <a:lnTo>
                    <a:pt x="29981" y="51442"/>
                  </a:lnTo>
                  <a:cubicBezTo>
                    <a:pt x="30209" y="51510"/>
                    <a:pt x="30446" y="51569"/>
                    <a:pt x="30683" y="51629"/>
                  </a:cubicBezTo>
                  <a:lnTo>
                    <a:pt x="30666" y="51654"/>
                  </a:lnTo>
                  <a:cubicBezTo>
                    <a:pt x="30395" y="51612"/>
                    <a:pt x="30344" y="51578"/>
                    <a:pt x="30057" y="51510"/>
                  </a:cubicBezTo>
                  <a:lnTo>
                    <a:pt x="30057" y="51510"/>
                  </a:lnTo>
                  <a:lnTo>
                    <a:pt x="30074" y="51544"/>
                  </a:lnTo>
                  <a:lnTo>
                    <a:pt x="30074" y="51544"/>
                  </a:lnTo>
                  <a:lnTo>
                    <a:pt x="29575" y="51375"/>
                  </a:lnTo>
                  <a:lnTo>
                    <a:pt x="29575" y="51375"/>
                  </a:lnTo>
                  <a:cubicBezTo>
                    <a:pt x="29583" y="51381"/>
                    <a:pt x="29582" y="51384"/>
                    <a:pt x="29574" y="51384"/>
                  </a:cubicBezTo>
                  <a:cubicBezTo>
                    <a:pt x="29524" y="51384"/>
                    <a:pt x="29230" y="51295"/>
                    <a:pt x="29143" y="51273"/>
                  </a:cubicBezTo>
                  <a:cubicBezTo>
                    <a:pt x="28877" y="51182"/>
                    <a:pt x="29053" y="51188"/>
                    <a:pt x="28607" y="51084"/>
                  </a:cubicBezTo>
                  <a:lnTo>
                    <a:pt x="28607" y="51084"/>
                  </a:lnTo>
                  <a:cubicBezTo>
                    <a:pt x="28343" y="51010"/>
                    <a:pt x="28182" y="50967"/>
                    <a:pt x="27807" y="50842"/>
                  </a:cubicBezTo>
                  <a:cubicBezTo>
                    <a:pt x="27832" y="50842"/>
                    <a:pt x="27942" y="50876"/>
                    <a:pt x="27993" y="50884"/>
                  </a:cubicBezTo>
                  <a:cubicBezTo>
                    <a:pt x="27460" y="50715"/>
                    <a:pt x="26605" y="50444"/>
                    <a:pt x="26377" y="50326"/>
                  </a:cubicBezTo>
                  <a:cubicBezTo>
                    <a:pt x="26379" y="50325"/>
                    <a:pt x="26382" y="50325"/>
                    <a:pt x="26385" y="50325"/>
                  </a:cubicBezTo>
                  <a:cubicBezTo>
                    <a:pt x="26442" y="50325"/>
                    <a:pt x="26605" y="50387"/>
                    <a:pt x="26653" y="50387"/>
                  </a:cubicBezTo>
                  <a:cubicBezTo>
                    <a:pt x="26658" y="50387"/>
                    <a:pt x="26662" y="50387"/>
                    <a:pt x="26665" y="50385"/>
                  </a:cubicBezTo>
                  <a:cubicBezTo>
                    <a:pt x="27460" y="50706"/>
                    <a:pt x="27240" y="50546"/>
                    <a:pt x="28204" y="50876"/>
                  </a:cubicBezTo>
                  <a:cubicBezTo>
                    <a:pt x="28213" y="50909"/>
                    <a:pt x="28424" y="50960"/>
                    <a:pt x="28644" y="51028"/>
                  </a:cubicBezTo>
                  <a:cubicBezTo>
                    <a:pt x="28872" y="51096"/>
                    <a:pt x="29118" y="51146"/>
                    <a:pt x="29202" y="51197"/>
                  </a:cubicBezTo>
                  <a:cubicBezTo>
                    <a:pt x="28846" y="51104"/>
                    <a:pt x="28389" y="50983"/>
                    <a:pt x="28361" y="50983"/>
                  </a:cubicBezTo>
                  <a:cubicBezTo>
                    <a:pt x="28359" y="50983"/>
                    <a:pt x="28360" y="50984"/>
                    <a:pt x="28365" y="50986"/>
                  </a:cubicBezTo>
                  <a:cubicBezTo>
                    <a:pt x="28720" y="51096"/>
                    <a:pt x="29211" y="51231"/>
                    <a:pt x="29456" y="51307"/>
                  </a:cubicBezTo>
                  <a:cubicBezTo>
                    <a:pt x="29305" y="51253"/>
                    <a:pt x="29305" y="51228"/>
                    <a:pt x="29377" y="51228"/>
                  </a:cubicBezTo>
                  <a:cubicBezTo>
                    <a:pt x="29405" y="51228"/>
                    <a:pt x="29444" y="51232"/>
                    <a:pt x="29490" y="51239"/>
                  </a:cubicBezTo>
                  <a:cubicBezTo>
                    <a:pt x="29202" y="51163"/>
                    <a:pt x="28805" y="51053"/>
                    <a:pt x="28382" y="50901"/>
                  </a:cubicBezTo>
                  <a:cubicBezTo>
                    <a:pt x="27959" y="50757"/>
                    <a:pt x="27502" y="50613"/>
                    <a:pt x="27113" y="50461"/>
                  </a:cubicBezTo>
                  <a:lnTo>
                    <a:pt x="27113" y="50461"/>
                  </a:lnTo>
                  <a:lnTo>
                    <a:pt x="27189" y="50529"/>
                  </a:lnTo>
                  <a:cubicBezTo>
                    <a:pt x="26885" y="50436"/>
                    <a:pt x="26864" y="50425"/>
                    <a:pt x="26892" y="50425"/>
                  </a:cubicBezTo>
                  <a:cubicBezTo>
                    <a:pt x="26901" y="50425"/>
                    <a:pt x="26915" y="50426"/>
                    <a:pt x="26927" y="50426"/>
                  </a:cubicBezTo>
                  <a:cubicBezTo>
                    <a:pt x="26960" y="50426"/>
                    <a:pt x="26968" y="50416"/>
                    <a:pt x="26749" y="50334"/>
                  </a:cubicBezTo>
                  <a:lnTo>
                    <a:pt x="26504" y="50275"/>
                  </a:lnTo>
                  <a:lnTo>
                    <a:pt x="26470" y="50267"/>
                  </a:lnTo>
                  <a:cubicBezTo>
                    <a:pt x="26335" y="50233"/>
                    <a:pt x="26199" y="50199"/>
                    <a:pt x="26072" y="50157"/>
                  </a:cubicBezTo>
                  <a:lnTo>
                    <a:pt x="26072" y="50157"/>
                  </a:lnTo>
                  <a:cubicBezTo>
                    <a:pt x="26343" y="50258"/>
                    <a:pt x="26225" y="50182"/>
                    <a:pt x="26529" y="50309"/>
                  </a:cubicBezTo>
                  <a:cubicBezTo>
                    <a:pt x="26628" y="50347"/>
                    <a:pt x="26649" y="50359"/>
                    <a:pt x="26632" y="50359"/>
                  </a:cubicBezTo>
                  <a:cubicBezTo>
                    <a:pt x="26604" y="50359"/>
                    <a:pt x="26472" y="50326"/>
                    <a:pt x="26419" y="50326"/>
                  </a:cubicBezTo>
                  <a:cubicBezTo>
                    <a:pt x="26279" y="50266"/>
                    <a:pt x="25842" y="50100"/>
                    <a:pt x="25866" y="50100"/>
                  </a:cubicBezTo>
                  <a:cubicBezTo>
                    <a:pt x="25873" y="50100"/>
                    <a:pt x="25911" y="50111"/>
                    <a:pt x="25996" y="50140"/>
                  </a:cubicBezTo>
                  <a:lnTo>
                    <a:pt x="25269" y="49894"/>
                  </a:lnTo>
                  <a:lnTo>
                    <a:pt x="25269" y="49894"/>
                  </a:lnTo>
                  <a:cubicBezTo>
                    <a:pt x="25329" y="49907"/>
                    <a:pt x="25390" y="49919"/>
                    <a:pt x="25448" y="49937"/>
                  </a:cubicBezTo>
                  <a:lnTo>
                    <a:pt x="25448" y="49937"/>
                  </a:lnTo>
                  <a:lnTo>
                    <a:pt x="24998" y="49767"/>
                  </a:lnTo>
                  <a:lnTo>
                    <a:pt x="25015" y="49767"/>
                  </a:lnTo>
                  <a:cubicBezTo>
                    <a:pt x="24803" y="49691"/>
                    <a:pt x="24558" y="49590"/>
                    <a:pt x="24330" y="49488"/>
                  </a:cubicBezTo>
                  <a:cubicBezTo>
                    <a:pt x="24093" y="49395"/>
                    <a:pt x="23864" y="49311"/>
                    <a:pt x="23704" y="49251"/>
                  </a:cubicBezTo>
                  <a:lnTo>
                    <a:pt x="23704" y="49251"/>
                  </a:lnTo>
                  <a:cubicBezTo>
                    <a:pt x="23892" y="49340"/>
                    <a:pt x="23950" y="49371"/>
                    <a:pt x="23938" y="49371"/>
                  </a:cubicBezTo>
                  <a:cubicBezTo>
                    <a:pt x="23906" y="49371"/>
                    <a:pt x="23428" y="49173"/>
                    <a:pt x="23414" y="49173"/>
                  </a:cubicBezTo>
                  <a:lnTo>
                    <a:pt x="23414" y="49173"/>
                  </a:lnTo>
                  <a:cubicBezTo>
                    <a:pt x="23413" y="49173"/>
                    <a:pt x="23414" y="49174"/>
                    <a:pt x="23416" y="49175"/>
                  </a:cubicBezTo>
                  <a:cubicBezTo>
                    <a:pt x="23277" y="49108"/>
                    <a:pt x="23201" y="49049"/>
                    <a:pt x="23257" y="49049"/>
                  </a:cubicBezTo>
                  <a:cubicBezTo>
                    <a:pt x="23301" y="49049"/>
                    <a:pt x="23422" y="49084"/>
                    <a:pt x="23653" y="49175"/>
                  </a:cubicBezTo>
                  <a:cubicBezTo>
                    <a:pt x="23788" y="49260"/>
                    <a:pt x="24169" y="49395"/>
                    <a:pt x="24431" y="49505"/>
                  </a:cubicBezTo>
                  <a:cubicBezTo>
                    <a:pt x="24093" y="49344"/>
                    <a:pt x="23974" y="49311"/>
                    <a:pt x="23704" y="49201"/>
                  </a:cubicBezTo>
                  <a:lnTo>
                    <a:pt x="23704" y="49201"/>
                  </a:lnTo>
                  <a:cubicBezTo>
                    <a:pt x="23729" y="49209"/>
                    <a:pt x="23742" y="49213"/>
                    <a:pt x="23746" y="49213"/>
                  </a:cubicBezTo>
                  <a:cubicBezTo>
                    <a:pt x="23759" y="49213"/>
                    <a:pt x="23687" y="49178"/>
                    <a:pt x="23611" y="49133"/>
                  </a:cubicBezTo>
                  <a:cubicBezTo>
                    <a:pt x="23526" y="49099"/>
                    <a:pt x="23441" y="49057"/>
                    <a:pt x="23374" y="49006"/>
                  </a:cubicBezTo>
                  <a:lnTo>
                    <a:pt x="23374" y="49006"/>
                  </a:lnTo>
                  <a:cubicBezTo>
                    <a:pt x="23451" y="49026"/>
                    <a:pt x="23529" y="49050"/>
                    <a:pt x="23606" y="49080"/>
                  </a:cubicBezTo>
                  <a:lnTo>
                    <a:pt x="23606" y="49080"/>
                  </a:lnTo>
                  <a:lnTo>
                    <a:pt x="23551" y="49057"/>
                  </a:lnTo>
                  <a:lnTo>
                    <a:pt x="23171" y="48888"/>
                  </a:lnTo>
                  <a:cubicBezTo>
                    <a:pt x="23044" y="48888"/>
                    <a:pt x="22790" y="48803"/>
                    <a:pt x="22562" y="48761"/>
                  </a:cubicBezTo>
                  <a:cubicBezTo>
                    <a:pt x="22206" y="48600"/>
                    <a:pt x="21860" y="48414"/>
                    <a:pt x="21504" y="48228"/>
                  </a:cubicBezTo>
                  <a:cubicBezTo>
                    <a:pt x="21327" y="48135"/>
                    <a:pt x="21149" y="48042"/>
                    <a:pt x="20971" y="47949"/>
                  </a:cubicBezTo>
                  <a:lnTo>
                    <a:pt x="20454" y="47648"/>
                  </a:lnTo>
                  <a:lnTo>
                    <a:pt x="20454" y="47648"/>
                  </a:lnTo>
                  <a:cubicBezTo>
                    <a:pt x="20452" y="47649"/>
                    <a:pt x="20449" y="47650"/>
                    <a:pt x="20445" y="47650"/>
                  </a:cubicBezTo>
                  <a:cubicBezTo>
                    <a:pt x="20437" y="47650"/>
                    <a:pt x="20427" y="47648"/>
                    <a:pt x="20413" y="47644"/>
                  </a:cubicBezTo>
                  <a:cubicBezTo>
                    <a:pt x="20218" y="47517"/>
                    <a:pt x="19838" y="47323"/>
                    <a:pt x="19863" y="47306"/>
                  </a:cubicBezTo>
                  <a:cubicBezTo>
                    <a:pt x="19661" y="47216"/>
                    <a:pt x="19156" y="46935"/>
                    <a:pt x="19111" y="46935"/>
                  </a:cubicBezTo>
                  <a:cubicBezTo>
                    <a:pt x="19105" y="46935"/>
                    <a:pt x="19107" y="46940"/>
                    <a:pt x="19119" y="46950"/>
                  </a:cubicBezTo>
                  <a:lnTo>
                    <a:pt x="19043" y="46900"/>
                  </a:lnTo>
                  <a:cubicBezTo>
                    <a:pt x="18924" y="46815"/>
                    <a:pt x="18763" y="46714"/>
                    <a:pt x="18560" y="46561"/>
                  </a:cubicBezTo>
                  <a:cubicBezTo>
                    <a:pt x="18357" y="46418"/>
                    <a:pt x="18104" y="46240"/>
                    <a:pt x="17765" y="46020"/>
                  </a:cubicBezTo>
                  <a:cubicBezTo>
                    <a:pt x="17691" y="45970"/>
                    <a:pt x="17649" y="45950"/>
                    <a:pt x="17630" y="45950"/>
                  </a:cubicBezTo>
                  <a:cubicBezTo>
                    <a:pt x="17616" y="45950"/>
                    <a:pt x="17614" y="45960"/>
                    <a:pt x="17621" y="45978"/>
                  </a:cubicBezTo>
                  <a:lnTo>
                    <a:pt x="17418" y="45834"/>
                  </a:lnTo>
                  <a:cubicBezTo>
                    <a:pt x="17351" y="45783"/>
                    <a:pt x="17292" y="45732"/>
                    <a:pt x="17224" y="45690"/>
                  </a:cubicBezTo>
                  <a:lnTo>
                    <a:pt x="17224" y="45690"/>
                  </a:lnTo>
                  <a:cubicBezTo>
                    <a:pt x="17331" y="45748"/>
                    <a:pt x="17398" y="45781"/>
                    <a:pt x="17588" y="45900"/>
                  </a:cubicBezTo>
                  <a:lnTo>
                    <a:pt x="17588" y="45900"/>
                  </a:lnTo>
                  <a:cubicBezTo>
                    <a:pt x="17417" y="45792"/>
                    <a:pt x="17261" y="45669"/>
                    <a:pt x="17097" y="45555"/>
                  </a:cubicBezTo>
                  <a:lnTo>
                    <a:pt x="16589" y="45191"/>
                  </a:lnTo>
                  <a:lnTo>
                    <a:pt x="16589" y="45191"/>
                  </a:lnTo>
                  <a:lnTo>
                    <a:pt x="16674" y="45233"/>
                  </a:lnTo>
                  <a:cubicBezTo>
                    <a:pt x="16539" y="45140"/>
                    <a:pt x="16395" y="45056"/>
                    <a:pt x="16259" y="44963"/>
                  </a:cubicBezTo>
                  <a:lnTo>
                    <a:pt x="16259" y="44963"/>
                  </a:lnTo>
                  <a:cubicBezTo>
                    <a:pt x="16473" y="45113"/>
                    <a:pt x="16799" y="45338"/>
                    <a:pt x="16749" y="45338"/>
                  </a:cubicBezTo>
                  <a:cubicBezTo>
                    <a:pt x="16745" y="45338"/>
                    <a:pt x="16740" y="45337"/>
                    <a:pt x="16733" y="45335"/>
                  </a:cubicBezTo>
                  <a:cubicBezTo>
                    <a:pt x="16268" y="45030"/>
                    <a:pt x="16031" y="44810"/>
                    <a:pt x="15633" y="44556"/>
                  </a:cubicBezTo>
                  <a:cubicBezTo>
                    <a:pt x="15659" y="44525"/>
                    <a:pt x="15595" y="44461"/>
                    <a:pt x="15619" y="44461"/>
                  </a:cubicBezTo>
                  <a:cubicBezTo>
                    <a:pt x="15628" y="44461"/>
                    <a:pt x="15647" y="44469"/>
                    <a:pt x="15684" y="44489"/>
                  </a:cubicBezTo>
                  <a:lnTo>
                    <a:pt x="15727" y="44523"/>
                  </a:lnTo>
                  <a:cubicBezTo>
                    <a:pt x="15887" y="44607"/>
                    <a:pt x="16200" y="44819"/>
                    <a:pt x="16446" y="44979"/>
                  </a:cubicBezTo>
                  <a:lnTo>
                    <a:pt x="15743" y="44447"/>
                  </a:lnTo>
                  <a:lnTo>
                    <a:pt x="15515" y="44252"/>
                  </a:lnTo>
                  <a:cubicBezTo>
                    <a:pt x="15422" y="44184"/>
                    <a:pt x="15304" y="44091"/>
                    <a:pt x="15126" y="43939"/>
                  </a:cubicBezTo>
                  <a:cubicBezTo>
                    <a:pt x="15124" y="43935"/>
                    <a:pt x="15124" y="43933"/>
                    <a:pt x="15127" y="43933"/>
                  </a:cubicBezTo>
                  <a:cubicBezTo>
                    <a:pt x="15145" y="43933"/>
                    <a:pt x="15288" y="44044"/>
                    <a:pt x="15430" y="44142"/>
                  </a:cubicBezTo>
                  <a:cubicBezTo>
                    <a:pt x="15549" y="44227"/>
                    <a:pt x="15662" y="44308"/>
                    <a:pt x="15671" y="44308"/>
                  </a:cubicBezTo>
                  <a:cubicBezTo>
                    <a:pt x="15673" y="44308"/>
                    <a:pt x="15667" y="44301"/>
                    <a:pt x="15650" y="44286"/>
                  </a:cubicBezTo>
                  <a:lnTo>
                    <a:pt x="15650" y="44286"/>
                  </a:lnTo>
                  <a:lnTo>
                    <a:pt x="16270" y="44780"/>
                  </a:lnTo>
                  <a:lnTo>
                    <a:pt x="16270" y="44780"/>
                  </a:lnTo>
                  <a:cubicBezTo>
                    <a:pt x="16224" y="44745"/>
                    <a:pt x="16176" y="44714"/>
                    <a:pt x="16133" y="44683"/>
                  </a:cubicBezTo>
                  <a:lnTo>
                    <a:pt x="16133" y="44683"/>
                  </a:lnTo>
                  <a:lnTo>
                    <a:pt x="16306" y="44809"/>
                  </a:lnTo>
                  <a:lnTo>
                    <a:pt x="16306" y="44809"/>
                  </a:lnTo>
                  <a:lnTo>
                    <a:pt x="16319" y="44819"/>
                  </a:lnTo>
                  <a:cubicBezTo>
                    <a:pt x="16316" y="44817"/>
                    <a:pt x="16314" y="44814"/>
                    <a:pt x="16311" y="44812"/>
                  </a:cubicBezTo>
                  <a:lnTo>
                    <a:pt x="16311" y="44812"/>
                  </a:lnTo>
                  <a:lnTo>
                    <a:pt x="16437" y="44903"/>
                  </a:lnTo>
                  <a:lnTo>
                    <a:pt x="16674" y="45081"/>
                  </a:lnTo>
                  <a:cubicBezTo>
                    <a:pt x="16826" y="45174"/>
                    <a:pt x="16962" y="45276"/>
                    <a:pt x="17148" y="45386"/>
                  </a:cubicBezTo>
                  <a:cubicBezTo>
                    <a:pt x="17189" y="45419"/>
                    <a:pt x="17202" y="45432"/>
                    <a:pt x="17197" y="45432"/>
                  </a:cubicBezTo>
                  <a:cubicBezTo>
                    <a:pt x="17183" y="45432"/>
                    <a:pt x="16973" y="45289"/>
                    <a:pt x="16968" y="45289"/>
                  </a:cubicBezTo>
                  <a:lnTo>
                    <a:pt x="16968" y="45289"/>
                  </a:lnTo>
                  <a:cubicBezTo>
                    <a:pt x="16966" y="45289"/>
                    <a:pt x="16983" y="45301"/>
                    <a:pt x="17029" y="45335"/>
                  </a:cubicBezTo>
                  <a:cubicBezTo>
                    <a:pt x="16852" y="45216"/>
                    <a:pt x="16666" y="45115"/>
                    <a:pt x="16471" y="45022"/>
                  </a:cubicBezTo>
                  <a:lnTo>
                    <a:pt x="16471" y="45022"/>
                  </a:lnTo>
                  <a:cubicBezTo>
                    <a:pt x="17012" y="45419"/>
                    <a:pt x="16809" y="45208"/>
                    <a:pt x="17275" y="45529"/>
                  </a:cubicBezTo>
                  <a:cubicBezTo>
                    <a:pt x="17393" y="45614"/>
                    <a:pt x="17503" y="45707"/>
                    <a:pt x="17613" y="45792"/>
                  </a:cubicBezTo>
                  <a:cubicBezTo>
                    <a:pt x="17669" y="45826"/>
                    <a:pt x="17693" y="45839"/>
                    <a:pt x="17697" y="45839"/>
                  </a:cubicBezTo>
                  <a:cubicBezTo>
                    <a:pt x="17708" y="45839"/>
                    <a:pt x="17552" y="45728"/>
                    <a:pt x="17545" y="45715"/>
                  </a:cubicBezTo>
                  <a:lnTo>
                    <a:pt x="17545" y="45715"/>
                  </a:lnTo>
                  <a:cubicBezTo>
                    <a:pt x="17816" y="45885"/>
                    <a:pt x="17901" y="45961"/>
                    <a:pt x="18095" y="46096"/>
                  </a:cubicBezTo>
                  <a:cubicBezTo>
                    <a:pt x="18047" y="46056"/>
                    <a:pt x="17928" y="45969"/>
                    <a:pt x="17948" y="45969"/>
                  </a:cubicBezTo>
                  <a:cubicBezTo>
                    <a:pt x="17949" y="45969"/>
                    <a:pt x="17950" y="45969"/>
                    <a:pt x="17951" y="45969"/>
                  </a:cubicBezTo>
                  <a:cubicBezTo>
                    <a:pt x="18121" y="46088"/>
                    <a:pt x="18273" y="46198"/>
                    <a:pt x="18434" y="46308"/>
                  </a:cubicBezTo>
                  <a:cubicBezTo>
                    <a:pt x="18510" y="46367"/>
                    <a:pt x="18586" y="46409"/>
                    <a:pt x="18670" y="46468"/>
                  </a:cubicBezTo>
                  <a:cubicBezTo>
                    <a:pt x="18747" y="46528"/>
                    <a:pt x="18823" y="46578"/>
                    <a:pt x="18890" y="46629"/>
                  </a:cubicBezTo>
                  <a:cubicBezTo>
                    <a:pt x="18853" y="46601"/>
                    <a:pt x="18844" y="46589"/>
                    <a:pt x="18854" y="46589"/>
                  </a:cubicBezTo>
                  <a:cubicBezTo>
                    <a:pt x="18889" y="46589"/>
                    <a:pt x="19159" y="46731"/>
                    <a:pt x="19271" y="46790"/>
                  </a:cubicBezTo>
                  <a:cubicBezTo>
                    <a:pt x="19068" y="46654"/>
                    <a:pt x="18857" y="46519"/>
                    <a:pt x="18653" y="46367"/>
                  </a:cubicBezTo>
                  <a:cubicBezTo>
                    <a:pt x="18247" y="46113"/>
                    <a:pt x="17918" y="45910"/>
                    <a:pt x="17596" y="45682"/>
                  </a:cubicBezTo>
                  <a:cubicBezTo>
                    <a:pt x="17266" y="45462"/>
                    <a:pt x="16936" y="45225"/>
                    <a:pt x="16513" y="44937"/>
                  </a:cubicBezTo>
                  <a:lnTo>
                    <a:pt x="16513" y="44937"/>
                  </a:lnTo>
                  <a:lnTo>
                    <a:pt x="16572" y="44954"/>
                  </a:lnTo>
                  <a:cubicBezTo>
                    <a:pt x="15304" y="43947"/>
                    <a:pt x="15447" y="44218"/>
                    <a:pt x="14373" y="43338"/>
                  </a:cubicBezTo>
                  <a:cubicBezTo>
                    <a:pt x="14373" y="43304"/>
                    <a:pt x="14246" y="43211"/>
                    <a:pt x="14136" y="43110"/>
                  </a:cubicBezTo>
                  <a:cubicBezTo>
                    <a:pt x="14018" y="43017"/>
                    <a:pt x="13916" y="42924"/>
                    <a:pt x="13950" y="42924"/>
                  </a:cubicBezTo>
                  <a:cubicBezTo>
                    <a:pt x="14118" y="43073"/>
                    <a:pt x="14178" y="43123"/>
                    <a:pt x="14187" y="43123"/>
                  </a:cubicBezTo>
                  <a:cubicBezTo>
                    <a:pt x="14195" y="43123"/>
                    <a:pt x="14163" y="43086"/>
                    <a:pt x="14128" y="43042"/>
                  </a:cubicBezTo>
                  <a:cubicBezTo>
                    <a:pt x="13899" y="42873"/>
                    <a:pt x="13671" y="42687"/>
                    <a:pt x="13459" y="42492"/>
                  </a:cubicBezTo>
                  <a:lnTo>
                    <a:pt x="13459" y="42492"/>
                  </a:lnTo>
                  <a:cubicBezTo>
                    <a:pt x="13483" y="42509"/>
                    <a:pt x="13495" y="42515"/>
                    <a:pt x="13499" y="42515"/>
                  </a:cubicBezTo>
                  <a:cubicBezTo>
                    <a:pt x="13513" y="42515"/>
                    <a:pt x="13468" y="42464"/>
                    <a:pt x="13479" y="42464"/>
                  </a:cubicBezTo>
                  <a:cubicBezTo>
                    <a:pt x="13487" y="42464"/>
                    <a:pt x="13528" y="42495"/>
                    <a:pt x="13654" y="42602"/>
                  </a:cubicBezTo>
                  <a:cubicBezTo>
                    <a:pt x="13180" y="42179"/>
                    <a:pt x="12935" y="41934"/>
                    <a:pt x="12673" y="41740"/>
                  </a:cubicBezTo>
                  <a:cubicBezTo>
                    <a:pt x="11903" y="41046"/>
                    <a:pt x="12470" y="41503"/>
                    <a:pt x="11742" y="40784"/>
                  </a:cubicBezTo>
                  <a:lnTo>
                    <a:pt x="11742" y="40784"/>
                  </a:lnTo>
                  <a:lnTo>
                    <a:pt x="11861" y="40877"/>
                  </a:lnTo>
                  <a:lnTo>
                    <a:pt x="11412" y="40428"/>
                  </a:lnTo>
                  <a:lnTo>
                    <a:pt x="11505" y="40606"/>
                  </a:lnTo>
                  <a:cubicBezTo>
                    <a:pt x="11319" y="40428"/>
                    <a:pt x="11142" y="40259"/>
                    <a:pt x="10964" y="40073"/>
                  </a:cubicBezTo>
                  <a:cubicBezTo>
                    <a:pt x="10881" y="39988"/>
                    <a:pt x="10848" y="39957"/>
                    <a:pt x="10844" y="39957"/>
                  </a:cubicBezTo>
                  <a:lnTo>
                    <a:pt x="10844" y="39957"/>
                  </a:lnTo>
                  <a:cubicBezTo>
                    <a:pt x="10833" y="39957"/>
                    <a:pt x="11040" y="40193"/>
                    <a:pt x="11027" y="40193"/>
                  </a:cubicBezTo>
                  <a:cubicBezTo>
                    <a:pt x="11026" y="40193"/>
                    <a:pt x="11025" y="40193"/>
                    <a:pt x="11023" y="40191"/>
                  </a:cubicBezTo>
                  <a:lnTo>
                    <a:pt x="11023" y="40191"/>
                  </a:lnTo>
                  <a:lnTo>
                    <a:pt x="11150" y="40293"/>
                  </a:lnTo>
                  <a:cubicBezTo>
                    <a:pt x="11353" y="40513"/>
                    <a:pt x="11674" y="40809"/>
                    <a:pt x="11708" y="40868"/>
                  </a:cubicBezTo>
                  <a:cubicBezTo>
                    <a:pt x="11573" y="40724"/>
                    <a:pt x="11429" y="40597"/>
                    <a:pt x="11277" y="40479"/>
                  </a:cubicBezTo>
                  <a:lnTo>
                    <a:pt x="11277" y="40479"/>
                  </a:lnTo>
                  <a:lnTo>
                    <a:pt x="11615" y="40817"/>
                  </a:lnTo>
                  <a:lnTo>
                    <a:pt x="11708" y="40944"/>
                  </a:lnTo>
                  <a:cubicBezTo>
                    <a:pt x="11878" y="41114"/>
                    <a:pt x="12013" y="41266"/>
                    <a:pt x="12148" y="41393"/>
                  </a:cubicBezTo>
                  <a:cubicBezTo>
                    <a:pt x="12284" y="41520"/>
                    <a:pt x="12410" y="41630"/>
                    <a:pt x="12520" y="41714"/>
                  </a:cubicBezTo>
                  <a:cubicBezTo>
                    <a:pt x="12385" y="41570"/>
                    <a:pt x="12275" y="41511"/>
                    <a:pt x="12157" y="41376"/>
                  </a:cubicBezTo>
                  <a:lnTo>
                    <a:pt x="12157" y="41376"/>
                  </a:lnTo>
                  <a:cubicBezTo>
                    <a:pt x="12351" y="41511"/>
                    <a:pt x="12774" y="41917"/>
                    <a:pt x="13197" y="42298"/>
                  </a:cubicBezTo>
                  <a:cubicBezTo>
                    <a:pt x="13204" y="42312"/>
                    <a:pt x="13303" y="42400"/>
                    <a:pt x="13291" y="42400"/>
                  </a:cubicBezTo>
                  <a:cubicBezTo>
                    <a:pt x="13289" y="42400"/>
                    <a:pt x="13283" y="42397"/>
                    <a:pt x="13273" y="42391"/>
                  </a:cubicBezTo>
                  <a:cubicBezTo>
                    <a:pt x="13265" y="42391"/>
                    <a:pt x="13189" y="42323"/>
                    <a:pt x="13146" y="42289"/>
                  </a:cubicBezTo>
                  <a:lnTo>
                    <a:pt x="13146" y="42289"/>
                  </a:lnTo>
                  <a:cubicBezTo>
                    <a:pt x="13149" y="42292"/>
                    <a:pt x="13150" y="42293"/>
                    <a:pt x="13149" y="42293"/>
                  </a:cubicBezTo>
                  <a:cubicBezTo>
                    <a:pt x="13145" y="42293"/>
                    <a:pt x="13103" y="42264"/>
                    <a:pt x="13096" y="42264"/>
                  </a:cubicBezTo>
                  <a:cubicBezTo>
                    <a:pt x="13087" y="42264"/>
                    <a:pt x="13121" y="42306"/>
                    <a:pt x="13324" y="42484"/>
                  </a:cubicBezTo>
                  <a:cubicBezTo>
                    <a:pt x="13166" y="42384"/>
                    <a:pt x="12845" y="42145"/>
                    <a:pt x="12842" y="42145"/>
                  </a:cubicBezTo>
                  <a:lnTo>
                    <a:pt x="12842" y="42145"/>
                  </a:lnTo>
                  <a:cubicBezTo>
                    <a:pt x="12842" y="42145"/>
                    <a:pt x="12842" y="42145"/>
                    <a:pt x="12842" y="42146"/>
                  </a:cubicBezTo>
                  <a:cubicBezTo>
                    <a:pt x="12614" y="41934"/>
                    <a:pt x="12293" y="41639"/>
                    <a:pt x="12115" y="41453"/>
                  </a:cubicBezTo>
                  <a:lnTo>
                    <a:pt x="12115" y="41453"/>
                  </a:lnTo>
                  <a:cubicBezTo>
                    <a:pt x="11915" y="41253"/>
                    <a:pt x="11522" y="40875"/>
                    <a:pt x="11505" y="40826"/>
                  </a:cubicBezTo>
                  <a:cubicBezTo>
                    <a:pt x="11426" y="40747"/>
                    <a:pt x="11252" y="40577"/>
                    <a:pt x="11242" y="40577"/>
                  </a:cubicBezTo>
                  <a:lnTo>
                    <a:pt x="11242" y="40577"/>
                  </a:lnTo>
                  <a:cubicBezTo>
                    <a:pt x="11237" y="40577"/>
                    <a:pt x="11272" y="40618"/>
                    <a:pt x="11378" y="40733"/>
                  </a:cubicBezTo>
                  <a:lnTo>
                    <a:pt x="11099" y="40454"/>
                  </a:lnTo>
                  <a:cubicBezTo>
                    <a:pt x="11015" y="40369"/>
                    <a:pt x="10922" y="40268"/>
                    <a:pt x="10837" y="40175"/>
                  </a:cubicBezTo>
                  <a:lnTo>
                    <a:pt x="10837" y="40175"/>
                  </a:lnTo>
                  <a:cubicBezTo>
                    <a:pt x="10843" y="40178"/>
                    <a:pt x="10848" y="40179"/>
                    <a:pt x="10851" y="40179"/>
                  </a:cubicBezTo>
                  <a:cubicBezTo>
                    <a:pt x="10887" y="40179"/>
                    <a:pt x="10733" y="39991"/>
                    <a:pt x="10754" y="39991"/>
                  </a:cubicBezTo>
                  <a:cubicBezTo>
                    <a:pt x="10765" y="39991"/>
                    <a:pt x="10831" y="40050"/>
                    <a:pt x="11015" y="40234"/>
                  </a:cubicBezTo>
                  <a:lnTo>
                    <a:pt x="10499" y="39684"/>
                  </a:lnTo>
                  <a:lnTo>
                    <a:pt x="10499" y="39684"/>
                  </a:lnTo>
                  <a:lnTo>
                    <a:pt x="10516" y="39692"/>
                  </a:lnTo>
                  <a:cubicBezTo>
                    <a:pt x="10524" y="39709"/>
                    <a:pt x="10541" y="39726"/>
                    <a:pt x="10558" y="39735"/>
                  </a:cubicBezTo>
                  <a:cubicBezTo>
                    <a:pt x="10600" y="39768"/>
                    <a:pt x="10634" y="39811"/>
                    <a:pt x="10668" y="39862"/>
                  </a:cubicBezTo>
                  <a:cubicBezTo>
                    <a:pt x="10710" y="39898"/>
                    <a:pt x="10732" y="39915"/>
                    <a:pt x="10738" y="39915"/>
                  </a:cubicBezTo>
                  <a:cubicBezTo>
                    <a:pt x="10761" y="39915"/>
                    <a:pt x="10551" y="39676"/>
                    <a:pt x="10329" y="39422"/>
                  </a:cubicBezTo>
                  <a:lnTo>
                    <a:pt x="10245" y="39371"/>
                  </a:lnTo>
                  <a:cubicBezTo>
                    <a:pt x="10016" y="39083"/>
                    <a:pt x="9898" y="38897"/>
                    <a:pt x="9585" y="38533"/>
                  </a:cubicBezTo>
                  <a:cubicBezTo>
                    <a:pt x="9314" y="38271"/>
                    <a:pt x="9061" y="37992"/>
                    <a:pt x="8798" y="37713"/>
                  </a:cubicBezTo>
                  <a:lnTo>
                    <a:pt x="8587" y="37451"/>
                  </a:lnTo>
                  <a:cubicBezTo>
                    <a:pt x="8544" y="37383"/>
                    <a:pt x="8443" y="37265"/>
                    <a:pt x="8375" y="37163"/>
                  </a:cubicBezTo>
                  <a:cubicBezTo>
                    <a:pt x="8328" y="37092"/>
                    <a:pt x="8297" y="37041"/>
                    <a:pt x="8306" y="37041"/>
                  </a:cubicBezTo>
                  <a:cubicBezTo>
                    <a:pt x="8310" y="37041"/>
                    <a:pt x="8321" y="37050"/>
                    <a:pt x="8341" y="37070"/>
                  </a:cubicBezTo>
                  <a:cubicBezTo>
                    <a:pt x="8339" y="37063"/>
                    <a:pt x="8339" y="37059"/>
                    <a:pt x="8341" y="37059"/>
                  </a:cubicBezTo>
                  <a:lnTo>
                    <a:pt x="8341" y="37059"/>
                  </a:lnTo>
                  <a:cubicBezTo>
                    <a:pt x="8352" y="37059"/>
                    <a:pt x="8437" y="37180"/>
                    <a:pt x="8553" y="37332"/>
                  </a:cubicBezTo>
                  <a:cubicBezTo>
                    <a:pt x="8557" y="37339"/>
                    <a:pt x="8558" y="37341"/>
                    <a:pt x="8558" y="37341"/>
                  </a:cubicBezTo>
                  <a:cubicBezTo>
                    <a:pt x="8557" y="37341"/>
                    <a:pt x="8551" y="37335"/>
                    <a:pt x="8549" y="37335"/>
                  </a:cubicBezTo>
                  <a:lnTo>
                    <a:pt x="8549" y="37335"/>
                  </a:lnTo>
                  <a:cubicBezTo>
                    <a:pt x="8547" y="37335"/>
                    <a:pt x="8548" y="37338"/>
                    <a:pt x="8553" y="37349"/>
                  </a:cubicBezTo>
                  <a:cubicBezTo>
                    <a:pt x="8568" y="37359"/>
                    <a:pt x="8581" y="37367"/>
                    <a:pt x="8588" y="37367"/>
                  </a:cubicBezTo>
                  <a:cubicBezTo>
                    <a:pt x="8604" y="37367"/>
                    <a:pt x="8586" y="37325"/>
                    <a:pt x="8485" y="37171"/>
                  </a:cubicBezTo>
                  <a:lnTo>
                    <a:pt x="8485" y="37171"/>
                  </a:lnTo>
                  <a:cubicBezTo>
                    <a:pt x="8646" y="37391"/>
                    <a:pt x="8663" y="37417"/>
                    <a:pt x="8790" y="37561"/>
                  </a:cubicBezTo>
                  <a:lnTo>
                    <a:pt x="8629" y="37341"/>
                  </a:lnTo>
                  <a:lnTo>
                    <a:pt x="8629" y="37341"/>
                  </a:lnTo>
                  <a:cubicBezTo>
                    <a:pt x="8868" y="37654"/>
                    <a:pt x="9267" y="38103"/>
                    <a:pt x="9296" y="38103"/>
                  </a:cubicBezTo>
                  <a:cubicBezTo>
                    <a:pt x="9297" y="38103"/>
                    <a:pt x="9297" y="38103"/>
                    <a:pt x="9297" y="38102"/>
                  </a:cubicBezTo>
                  <a:cubicBezTo>
                    <a:pt x="9196" y="38026"/>
                    <a:pt x="9061" y="37806"/>
                    <a:pt x="8934" y="37628"/>
                  </a:cubicBezTo>
                  <a:lnTo>
                    <a:pt x="8934" y="37628"/>
                  </a:lnTo>
                  <a:cubicBezTo>
                    <a:pt x="9014" y="37721"/>
                    <a:pt x="9157" y="37886"/>
                    <a:pt x="9166" y="37886"/>
                  </a:cubicBezTo>
                  <a:cubicBezTo>
                    <a:pt x="9170" y="37886"/>
                    <a:pt x="9155" y="37863"/>
                    <a:pt x="9111" y="37806"/>
                  </a:cubicBezTo>
                  <a:cubicBezTo>
                    <a:pt x="9062" y="37756"/>
                    <a:pt x="8797" y="37432"/>
                    <a:pt x="8781" y="37432"/>
                  </a:cubicBezTo>
                  <a:lnTo>
                    <a:pt x="8781" y="37432"/>
                  </a:lnTo>
                  <a:cubicBezTo>
                    <a:pt x="8776" y="37432"/>
                    <a:pt x="8802" y="37474"/>
                    <a:pt x="8883" y="37586"/>
                  </a:cubicBezTo>
                  <a:cubicBezTo>
                    <a:pt x="8714" y="37400"/>
                    <a:pt x="8553" y="37197"/>
                    <a:pt x="8401" y="36985"/>
                  </a:cubicBezTo>
                  <a:lnTo>
                    <a:pt x="8401" y="36985"/>
                  </a:lnTo>
                  <a:cubicBezTo>
                    <a:pt x="8484" y="37088"/>
                    <a:pt x="8510" y="37112"/>
                    <a:pt x="8519" y="37112"/>
                  </a:cubicBezTo>
                  <a:cubicBezTo>
                    <a:pt x="8527" y="37112"/>
                    <a:pt x="8522" y="37093"/>
                    <a:pt x="8532" y="37093"/>
                  </a:cubicBezTo>
                  <a:cubicBezTo>
                    <a:pt x="8536" y="37093"/>
                    <a:pt x="8543" y="37096"/>
                    <a:pt x="8553" y="37104"/>
                  </a:cubicBezTo>
                  <a:cubicBezTo>
                    <a:pt x="8384" y="36901"/>
                    <a:pt x="8375" y="36918"/>
                    <a:pt x="8341" y="36892"/>
                  </a:cubicBezTo>
                  <a:cubicBezTo>
                    <a:pt x="8283" y="36805"/>
                    <a:pt x="8229" y="36725"/>
                    <a:pt x="8180" y="36649"/>
                  </a:cubicBezTo>
                  <a:lnTo>
                    <a:pt x="8180" y="36649"/>
                  </a:lnTo>
                  <a:cubicBezTo>
                    <a:pt x="8208" y="36694"/>
                    <a:pt x="8234" y="36736"/>
                    <a:pt x="8257" y="36774"/>
                  </a:cubicBezTo>
                  <a:cubicBezTo>
                    <a:pt x="8062" y="36520"/>
                    <a:pt x="7800" y="36190"/>
                    <a:pt x="7580" y="35869"/>
                  </a:cubicBezTo>
                  <a:cubicBezTo>
                    <a:pt x="7360" y="35547"/>
                    <a:pt x="7157" y="35260"/>
                    <a:pt x="7039" y="35116"/>
                  </a:cubicBezTo>
                  <a:lnTo>
                    <a:pt x="7039" y="35116"/>
                  </a:lnTo>
                  <a:cubicBezTo>
                    <a:pt x="7106" y="35243"/>
                    <a:pt x="7343" y="35522"/>
                    <a:pt x="7419" y="35700"/>
                  </a:cubicBezTo>
                  <a:lnTo>
                    <a:pt x="7546" y="35843"/>
                  </a:lnTo>
                  <a:lnTo>
                    <a:pt x="7665" y="36013"/>
                  </a:lnTo>
                  <a:cubicBezTo>
                    <a:pt x="7715" y="36080"/>
                    <a:pt x="7766" y="36148"/>
                    <a:pt x="7817" y="36216"/>
                  </a:cubicBezTo>
                  <a:cubicBezTo>
                    <a:pt x="7885" y="36300"/>
                    <a:pt x="7944" y="36393"/>
                    <a:pt x="7986" y="36486"/>
                  </a:cubicBezTo>
                  <a:lnTo>
                    <a:pt x="7318" y="35640"/>
                  </a:lnTo>
                  <a:cubicBezTo>
                    <a:pt x="7284" y="35606"/>
                    <a:pt x="7259" y="35564"/>
                    <a:pt x="7233" y="35522"/>
                  </a:cubicBezTo>
                  <a:lnTo>
                    <a:pt x="7225" y="35513"/>
                  </a:lnTo>
                  <a:cubicBezTo>
                    <a:pt x="7123" y="35361"/>
                    <a:pt x="6963" y="35116"/>
                    <a:pt x="6861" y="34972"/>
                  </a:cubicBezTo>
                  <a:cubicBezTo>
                    <a:pt x="6813" y="34895"/>
                    <a:pt x="6804" y="34872"/>
                    <a:pt x="6810" y="34872"/>
                  </a:cubicBezTo>
                  <a:cubicBezTo>
                    <a:pt x="6817" y="34872"/>
                    <a:pt x="6851" y="34912"/>
                    <a:pt x="6861" y="34921"/>
                  </a:cubicBezTo>
                  <a:cubicBezTo>
                    <a:pt x="6675" y="34600"/>
                    <a:pt x="6506" y="34338"/>
                    <a:pt x="6328" y="34075"/>
                  </a:cubicBezTo>
                  <a:cubicBezTo>
                    <a:pt x="6235" y="33948"/>
                    <a:pt x="6142" y="33822"/>
                    <a:pt x="6057" y="33669"/>
                  </a:cubicBezTo>
                  <a:cubicBezTo>
                    <a:pt x="5964" y="33525"/>
                    <a:pt x="5880" y="33373"/>
                    <a:pt x="5787" y="33204"/>
                  </a:cubicBezTo>
                  <a:cubicBezTo>
                    <a:pt x="5802" y="33189"/>
                    <a:pt x="5577" y="32787"/>
                    <a:pt x="5588" y="32787"/>
                  </a:cubicBezTo>
                  <a:lnTo>
                    <a:pt x="5588" y="32787"/>
                  </a:lnTo>
                  <a:cubicBezTo>
                    <a:pt x="5590" y="32787"/>
                    <a:pt x="5596" y="32796"/>
                    <a:pt x="5609" y="32815"/>
                  </a:cubicBezTo>
                  <a:cubicBezTo>
                    <a:pt x="5389" y="32417"/>
                    <a:pt x="5254" y="32206"/>
                    <a:pt x="5102" y="31952"/>
                  </a:cubicBezTo>
                  <a:cubicBezTo>
                    <a:pt x="5087" y="31894"/>
                    <a:pt x="4871" y="31488"/>
                    <a:pt x="4879" y="31488"/>
                  </a:cubicBezTo>
                  <a:lnTo>
                    <a:pt x="4879" y="31488"/>
                  </a:lnTo>
                  <a:cubicBezTo>
                    <a:pt x="4881" y="31488"/>
                    <a:pt x="4889" y="31500"/>
                    <a:pt x="4907" y="31529"/>
                  </a:cubicBezTo>
                  <a:cubicBezTo>
                    <a:pt x="4839" y="31411"/>
                    <a:pt x="4755" y="31292"/>
                    <a:pt x="4687" y="31174"/>
                  </a:cubicBezTo>
                  <a:cubicBezTo>
                    <a:pt x="4577" y="30912"/>
                    <a:pt x="4306" y="30387"/>
                    <a:pt x="4281" y="30286"/>
                  </a:cubicBezTo>
                  <a:cubicBezTo>
                    <a:pt x="4256" y="30218"/>
                    <a:pt x="4213" y="30150"/>
                    <a:pt x="4171" y="30099"/>
                  </a:cubicBezTo>
                  <a:cubicBezTo>
                    <a:pt x="4120" y="30006"/>
                    <a:pt x="4078" y="29913"/>
                    <a:pt x="4044" y="29820"/>
                  </a:cubicBezTo>
                  <a:lnTo>
                    <a:pt x="4044" y="29820"/>
                  </a:lnTo>
                  <a:cubicBezTo>
                    <a:pt x="4053" y="29837"/>
                    <a:pt x="4044" y="29803"/>
                    <a:pt x="4078" y="29888"/>
                  </a:cubicBezTo>
                  <a:cubicBezTo>
                    <a:pt x="4010" y="29702"/>
                    <a:pt x="3816" y="29262"/>
                    <a:pt x="3723" y="29084"/>
                  </a:cubicBezTo>
                  <a:lnTo>
                    <a:pt x="3723" y="29084"/>
                  </a:lnTo>
                  <a:cubicBezTo>
                    <a:pt x="3841" y="29363"/>
                    <a:pt x="3740" y="29152"/>
                    <a:pt x="3883" y="29482"/>
                  </a:cubicBezTo>
                  <a:cubicBezTo>
                    <a:pt x="3833" y="29414"/>
                    <a:pt x="3799" y="29330"/>
                    <a:pt x="3765" y="29253"/>
                  </a:cubicBezTo>
                  <a:cubicBezTo>
                    <a:pt x="3697" y="29110"/>
                    <a:pt x="3613" y="28924"/>
                    <a:pt x="3537" y="28729"/>
                  </a:cubicBezTo>
                  <a:lnTo>
                    <a:pt x="3537" y="28729"/>
                  </a:lnTo>
                  <a:cubicBezTo>
                    <a:pt x="3592" y="28840"/>
                    <a:pt x="3615" y="28882"/>
                    <a:pt x="3619" y="28882"/>
                  </a:cubicBezTo>
                  <a:cubicBezTo>
                    <a:pt x="3625" y="28882"/>
                    <a:pt x="3599" y="28814"/>
                    <a:pt x="3570" y="28737"/>
                  </a:cubicBezTo>
                  <a:cubicBezTo>
                    <a:pt x="3532" y="28628"/>
                    <a:pt x="3488" y="28503"/>
                    <a:pt x="3496" y="28503"/>
                  </a:cubicBezTo>
                  <a:lnTo>
                    <a:pt x="3496" y="28503"/>
                  </a:lnTo>
                  <a:cubicBezTo>
                    <a:pt x="3498" y="28503"/>
                    <a:pt x="3506" y="28515"/>
                    <a:pt x="3520" y="28543"/>
                  </a:cubicBezTo>
                  <a:cubicBezTo>
                    <a:pt x="3350" y="28128"/>
                    <a:pt x="3207" y="27807"/>
                    <a:pt x="3071" y="27502"/>
                  </a:cubicBezTo>
                  <a:cubicBezTo>
                    <a:pt x="2936" y="27189"/>
                    <a:pt x="2817" y="26902"/>
                    <a:pt x="2674" y="26555"/>
                  </a:cubicBezTo>
                  <a:cubicBezTo>
                    <a:pt x="2513" y="26149"/>
                    <a:pt x="2378" y="25667"/>
                    <a:pt x="2225" y="25227"/>
                  </a:cubicBezTo>
                  <a:cubicBezTo>
                    <a:pt x="2065" y="24778"/>
                    <a:pt x="1946" y="24347"/>
                    <a:pt x="1836" y="24026"/>
                  </a:cubicBezTo>
                  <a:lnTo>
                    <a:pt x="1836" y="24026"/>
                  </a:lnTo>
                  <a:lnTo>
                    <a:pt x="1862" y="24110"/>
                  </a:lnTo>
                  <a:lnTo>
                    <a:pt x="1726" y="23721"/>
                  </a:lnTo>
                  <a:cubicBezTo>
                    <a:pt x="1667" y="23493"/>
                    <a:pt x="1760" y="23704"/>
                    <a:pt x="1650" y="23349"/>
                  </a:cubicBezTo>
                  <a:lnTo>
                    <a:pt x="1650" y="23349"/>
                  </a:lnTo>
                  <a:cubicBezTo>
                    <a:pt x="1709" y="23467"/>
                    <a:pt x="1836" y="23966"/>
                    <a:pt x="1963" y="24330"/>
                  </a:cubicBezTo>
                  <a:cubicBezTo>
                    <a:pt x="1932" y="24192"/>
                    <a:pt x="1924" y="24141"/>
                    <a:pt x="1929" y="24141"/>
                  </a:cubicBezTo>
                  <a:lnTo>
                    <a:pt x="1929" y="24141"/>
                  </a:lnTo>
                  <a:cubicBezTo>
                    <a:pt x="1945" y="24141"/>
                    <a:pt x="2073" y="24566"/>
                    <a:pt x="2083" y="24566"/>
                  </a:cubicBezTo>
                  <a:cubicBezTo>
                    <a:pt x="2085" y="24566"/>
                    <a:pt x="2080" y="24540"/>
                    <a:pt x="2065" y="24474"/>
                  </a:cubicBezTo>
                  <a:cubicBezTo>
                    <a:pt x="1955" y="24212"/>
                    <a:pt x="1862" y="23941"/>
                    <a:pt x="1802" y="23662"/>
                  </a:cubicBezTo>
                  <a:cubicBezTo>
                    <a:pt x="1743" y="23484"/>
                    <a:pt x="1701" y="23281"/>
                    <a:pt x="1650" y="23104"/>
                  </a:cubicBezTo>
                  <a:cubicBezTo>
                    <a:pt x="1599" y="22917"/>
                    <a:pt x="1557" y="22748"/>
                    <a:pt x="1515" y="22613"/>
                  </a:cubicBezTo>
                  <a:cubicBezTo>
                    <a:pt x="1483" y="22480"/>
                    <a:pt x="1472" y="22428"/>
                    <a:pt x="1473" y="22421"/>
                  </a:cubicBezTo>
                  <a:lnTo>
                    <a:pt x="1473" y="22421"/>
                  </a:lnTo>
                  <a:lnTo>
                    <a:pt x="1491" y="22466"/>
                  </a:lnTo>
                  <a:lnTo>
                    <a:pt x="1491" y="22466"/>
                  </a:lnTo>
                  <a:cubicBezTo>
                    <a:pt x="1483" y="22439"/>
                    <a:pt x="1476" y="22420"/>
                    <a:pt x="1474" y="22420"/>
                  </a:cubicBezTo>
                  <a:lnTo>
                    <a:pt x="1474" y="22420"/>
                  </a:lnTo>
                  <a:cubicBezTo>
                    <a:pt x="1474" y="22420"/>
                    <a:pt x="1474" y="22420"/>
                    <a:pt x="1473" y="22421"/>
                  </a:cubicBezTo>
                  <a:lnTo>
                    <a:pt x="1473" y="22421"/>
                  </a:lnTo>
                  <a:lnTo>
                    <a:pt x="1472" y="22418"/>
                  </a:lnTo>
                  <a:cubicBezTo>
                    <a:pt x="1430" y="22207"/>
                    <a:pt x="1413" y="22139"/>
                    <a:pt x="1430" y="22139"/>
                  </a:cubicBezTo>
                  <a:cubicBezTo>
                    <a:pt x="1371" y="21852"/>
                    <a:pt x="1303" y="21547"/>
                    <a:pt x="1236" y="21259"/>
                  </a:cubicBezTo>
                  <a:cubicBezTo>
                    <a:pt x="1168" y="20972"/>
                    <a:pt x="1100" y="20684"/>
                    <a:pt x="1041" y="20447"/>
                  </a:cubicBezTo>
                  <a:lnTo>
                    <a:pt x="1041" y="20447"/>
                  </a:lnTo>
                  <a:cubicBezTo>
                    <a:pt x="1081" y="20640"/>
                    <a:pt x="1088" y="20692"/>
                    <a:pt x="1084" y="20692"/>
                  </a:cubicBezTo>
                  <a:cubicBezTo>
                    <a:pt x="1078" y="20692"/>
                    <a:pt x="1054" y="20614"/>
                    <a:pt x="1049" y="20614"/>
                  </a:cubicBezTo>
                  <a:lnTo>
                    <a:pt x="1049" y="20614"/>
                  </a:lnTo>
                  <a:cubicBezTo>
                    <a:pt x="1045" y="20614"/>
                    <a:pt x="1053" y="20665"/>
                    <a:pt x="1092" y="20853"/>
                  </a:cubicBezTo>
                  <a:cubicBezTo>
                    <a:pt x="1033" y="20676"/>
                    <a:pt x="965" y="20278"/>
                    <a:pt x="889" y="19897"/>
                  </a:cubicBezTo>
                  <a:lnTo>
                    <a:pt x="889" y="19897"/>
                  </a:lnTo>
                  <a:cubicBezTo>
                    <a:pt x="903" y="19968"/>
                    <a:pt x="911" y="19993"/>
                    <a:pt x="914" y="19993"/>
                  </a:cubicBezTo>
                  <a:cubicBezTo>
                    <a:pt x="922" y="19993"/>
                    <a:pt x="908" y="19855"/>
                    <a:pt x="914" y="19855"/>
                  </a:cubicBezTo>
                  <a:lnTo>
                    <a:pt x="914" y="19855"/>
                  </a:lnTo>
                  <a:cubicBezTo>
                    <a:pt x="918" y="19855"/>
                    <a:pt x="935" y="19935"/>
                    <a:pt x="982" y="20219"/>
                  </a:cubicBezTo>
                  <a:cubicBezTo>
                    <a:pt x="999" y="20092"/>
                    <a:pt x="906" y="19821"/>
                    <a:pt x="846" y="19458"/>
                  </a:cubicBezTo>
                  <a:lnTo>
                    <a:pt x="846" y="19458"/>
                  </a:lnTo>
                  <a:cubicBezTo>
                    <a:pt x="887" y="19636"/>
                    <a:pt x="974" y="20009"/>
                    <a:pt x="981" y="20009"/>
                  </a:cubicBezTo>
                  <a:cubicBezTo>
                    <a:pt x="982" y="20009"/>
                    <a:pt x="982" y="20009"/>
                    <a:pt x="982" y="20007"/>
                  </a:cubicBezTo>
                  <a:cubicBezTo>
                    <a:pt x="830" y="19474"/>
                    <a:pt x="728" y="18265"/>
                    <a:pt x="660" y="18053"/>
                  </a:cubicBezTo>
                  <a:cubicBezTo>
                    <a:pt x="584" y="17664"/>
                    <a:pt x="491" y="17055"/>
                    <a:pt x="407" y="16573"/>
                  </a:cubicBezTo>
                  <a:cubicBezTo>
                    <a:pt x="398" y="16336"/>
                    <a:pt x="381" y="16074"/>
                    <a:pt x="356" y="15812"/>
                  </a:cubicBezTo>
                  <a:cubicBezTo>
                    <a:pt x="339" y="15549"/>
                    <a:pt x="305" y="15279"/>
                    <a:pt x="305" y="15008"/>
                  </a:cubicBezTo>
                  <a:lnTo>
                    <a:pt x="305" y="15008"/>
                  </a:lnTo>
                  <a:lnTo>
                    <a:pt x="322" y="15101"/>
                  </a:lnTo>
                  <a:cubicBezTo>
                    <a:pt x="314" y="14796"/>
                    <a:pt x="271" y="14314"/>
                    <a:pt x="254" y="13857"/>
                  </a:cubicBezTo>
                  <a:cubicBezTo>
                    <a:pt x="263" y="13824"/>
                    <a:pt x="271" y="13790"/>
                    <a:pt x="280" y="13756"/>
                  </a:cubicBezTo>
                  <a:cubicBezTo>
                    <a:pt x="263" y="13443"/>
                    <a:pt x="246" y="12859"/>
                    <a:pt x="246" y="12377"/>
                  </a:cubicBezTo>
                  <a:cubicBezTo>
                    <a:pt x="232" y="12377"/>
                    <a:pt x="241" y="12663"/>
                    <a:pt x="231" y="12663"/>
                  </a:cubicBezTo>
                  <a:cubicBezTo>
                    <a:pt x="229" y="12663"/>
                    <a:pt x="225" y="12646"/>
                    <a:pt x="220" y="12605"/>
                  </a:cubicBezTo>
                  <a:lnTo>
                    <a:pt x="220" y="12605"/>
                  </a:lnTo>
                  <a:cubicBezTo>
                    <a:pt x="228" y="12805"/>
                    <a:pt x="229" y="12980"/>
                    <a:pt x="239" y="12980"/>
                  </a:cubicBezTo>
                  <a:cubicBezTo>
                    <a:pt x="241" y="12980"/>
                    <a:pt x="243" y="12974"/>
                    <a:pt x="246" y="12961"/>
                  </a:cubicBezTo>
                  <a:lnTo>
                    <a:pt x="246" y="12961"/>
                  </a:lnTo>
                  <a:cubicBezTo>
                    <a:pt x="246" y="13198"/>
                    <a:pt x="229" y="13206"/>
                    <a:pt x="220" y="13409"/>
                  </a:cubicBezTo>
                  <a:lnTo>
                    <a:pt x="187" y="12479"/>
                  </a:lnTo>
                  <a:cubicBezTo>
                    <a:pt x="187" y="12445"/>
                    <a:pt x="187" y="12411"/>
                    <a:pt x="187" y="12377"/>
                  </a:cubicBezTo>
                  <a:lnTo>
                    <a:pt x="161" y="12309"/>
                  </a:lnTo>
                  <a:cubicBezTo>
                    <a:pt x="168" y="12114"/>
                    <a:pt x="175" y="12028"/>
                    <a:pt x="182" y="12028"/>
                  </a:cubicBezTo>
                  <a:cubicBezTo>
                    <a:pt x="184" y="12028"/>
                    <a:pt x="185" y="12031"/>
                    <a:pt x="187" y="12039"/>
                  </a:cubicBezTo>
                  <a:cubicBezTo>
                    <a:pt x="187" y="11776"/>
                    <a:pt x="170" y="11607"/>
                    <a:pt x="170" y="11430"/>
                  </a:cubicBezTo>
                  <a:cubicBezTo>
                    <a:pt x="161" y="11218"/>
                    <a:pt x="170" y="11007"/>
                    <a:pt x="178" y="10795"/>
                  </a:cubicBezTo>
                  <a:cubicBezTo>
                    <a:pt x="187" y="11024"/>
                    <a:pt x="204" y="11176"/>
                    <a:pt x="195" y="11565"/>
                  </a:cubicBezTo>
                  <a:cubicBezTo>
                    <a:pt x="204" y="11353"/>
                    <a:pt x="204" y="11150"/>
                    <a:pt x="212" y="10939"/>
                  </a:cubicBezTo>
                  <a:lnTo>
                    <a:pt x="212" y="10939"/>
                  </a:lnTo>
                  <a:cubicBezTo>
                    <a:pt x="220" y="11204"/>
                    <a:pt x="206" y="12145"/>
                    <a:pt x="237" y="12145"/>
                  </a:cubicBezTo>
                  <a:cubicBezTo>
                    <a:pt x="240" y="12145"/>
                    <a:pt x="243" y="12138"/>
                    <a:pt x="246" y="12123"/>
                  </a:cubicBezTo>
                  <a:cubicBezTo>
                    <a:pt x="246" y="11776"/>
                    <a:pt x="229" y="11353"/>
                    <a:pt x="246" y="10947"/>
                  </a:cubicBezTo>
                  <a:cubicBezTo>
                    <a:pt x="254" y="10533"/>
                    <a:pt x="263" y="10135"/>
                    <a:pt x="263" y="9831"/>
                  </a:cubicBezTo>
                  <a:cubicBezTo>
                    <a:pt x="280" y="9678"/>
                    <a:pt x="297" y="9475"/>
                    <a:pt x="314" y="9256"/>
                  </a:cubicBezTo>
                  <a:cubicBezTo>
                    <a:pt x="330" y="9027"/>
                    <a:pt x="347" y="8782"/>
                    <a:pt x="381" y="8520"/>
                  </a:cubicBezTo>
                  <a:cubicBezTo>
                    <a:pt x="388" y="8466"/>
                    <a:pt x="405" y="8356"/>
                    <a:pt x="412" y="8356"/>
                  </a:cubicBezTo>
                  <a:cubicBezTo>
                    <a:pt x="414" y="8356"/>
                    <a:pt x="415" y="8364"/>
                    <a:pt x="415" y="8384"/>
                  </a:cubicBezTo>
                  <a:lnTo>
                    <a:pt x="407" y="8536"/>
                  </a:lnTo>
                  <a:cubicBezTo>
                    <a:pt x="415" y="8443"/>
                    <a:pt x="423" y="8359"/>
                    <a:pt x="432" y="8266"/>
                  </a:cubicBezTo>
                  <a:lnTo>
                    <a:pt x="457" y="8004"/>
                  </a:lnTo>
                  <a:cubicBezTo>
                    <a:pt x="483" y="7817"/>
                    <a:pt x="500" y="7631"/>
                    <a:pt x="517" y="7454"/>
                  </a:cubicBezTo>
                  <a:cubicBezTo>
                    <a:pt x="533" y="7276"/>
                    <a:pt x="550" y="7098"/>
                    <a:pt x="576" y="6929"/>
                  </a:cubicBezTo>
                  <a:cubicBezTo>
                    <a:pt x="593" y="6760"/>
                    <a:pt x="618" y="6591"/>
                    <a:pt x="635" y="6439"/>
                  </a:cubicBezTo>
                  <a:lnTo>
                    <a:pt x="711" y="6134"/>
                  </a:lnTo>
                  <a:cubicBezTo>
                    <a:pt x="778" y="5759"/>
                    <a:pt x="784" y="5678"/>
                    <a:pt x="775" y="5678"/>
                  </a:cubicBezTo>
                  <a:lnTo>
                    <a:pt x="775" y="5678"/>
                  </a:lnTo>
                  <a:cubicBezTo>
                    <a:pt x="772" y="5678"/>
                    <a:pt x="767" y="5691"/>
                    <a:pt x="762" y="5703"/>
                  </a:cubicBezTo>
                  <a:cubicBezTo>
                    <a:pt x="752" y="5712"/>
                    <a:pt x="746" y="5724"/>
                    <a:pt x="741" y="5724"/>
                  </a:cubicBezTo>
                  <a:cubicBezTo>
                    <a:pt x="738" y="5724"/>
                    <a:pt x="736" y="5717"/>
                    <a:pt x="736" y="5694"/>
                  </a:cubicBezTo>
                  <a:cubicBezTo>
                    <a:pt x="753" y="5542"/>
                    <a:pt x="770" y="5398"/>
                    <a:pt x="804" y="5246"/>
                  </a:cubicBezTo>
                  <a:cubicBezTo>
                    <a:pt x="889" y="5000"/>
                    <a:pt x="1075" y="3943"/>
                    <a:pt x="1126" y="3909"/>
                  </a:cubicBezTo>
                  <a:cubicBezTo>
                    <a:pt x="1168" y="3706"/>
                    <a:pt x="1185" y="3622"/>
                    <a:pt x="1176" y="3588"/>
                  </a:cubicBezTo>
                  <a:lnTo>
                    <a:pt x="1176" y="3588"/>
                  </a:lnTo>
                  <a:cubicBezTo>
                    <a:pt x="1136" y="3728"/>
                    <a:pt x="1076" y="4003"/>
                    <a:pt x="1064" y="4003"/>
                  </a:cubicBezTo>
                  <a:cubicBezTo>
                    <a:pt x="1061" y="4003"/>
                    <a:pt x="1061" y="3983"/>
                    <a:pt x="1066" y="3935"/>
                  </a:cubicBezTo>
                  <a:cubicBezTo>
                    <a:pt x="1143" y="3571"/>
                    <a:pt x="1202" y="3402"/>
                    <a:pt x="1269" y="3114"/>
                  </a:cubicBezTo>
                  <a:lnTo>
                    <a:pt x="1269" y="3114"/>
                  </a:lnTo>
                  <a:cubicBezTo>
                    <a:pt x="1269" y="3134"/>
                    <a:pt x="1248" y="3265"/>
                    <a:pt x="1252" y="3265"/>
                  </a:cubicBezTo>
                  <a:cubicBezTo>
                    <a:pt x="1253" y="3265"/>
                    <a:pt x="1256" y="3256"/>
                    <a:pt x="1261" y="3232"/>
                  </a:cubicBezTo>
                  <a:cubicBezTo>
                    <a:pt x="1295" y="3055"/>
                    <a:pt x="1346" y="2843"/>
                    <a:pt x="1405" y="2615"/>
                  </a:cubicBezTo>
                  <a:cubicBezTo>
                    <a:pt x="1464" y="2386"/>
                    <a:pt x="1523" y="2133"/>
                    <a:pt x="1591" y="1887"/>
                  </a:cubicBezTo>
                  <a:cubicBezTo>
                    <a:pt x="1709" y="1388"/>
                    <a:pt x="1862" y="906"/>
                    <a:pt x="1938" y="568"/>
                  </a:cubicBezTo>
                  <a:lnTo>
                    <a:pt x="1938" y="568"/>
                  </a:lnTo>
                  <a:cubicBezTo>
                    <a:pt x="1870" y="822"/>
                    <a:pt x="1878" y="855"/>
                    <a:pt x="1760" y="1177"/>
                  </a:cubicBezTo>
                  <a:cubicBezTo>
                    <a:pt x="1777" y="1092"/>
                    <a:pt x="1794" y="1008"/>
                    <a:pt x="1819" y="923"/>
                  </a:cubicBezTo>
                  <a:lnTo>
                    <a:pt x="1819" y="923"/>
                  </a:lnTo>
                  <a:cubicBezTo>
                    <a:pt x="1785" y="991"/>
                    <a:pt x="1760" y="1067"/>
                    <a:pt x="1752" y="1151"/>
                  </a:cubicBezTo>
                  <a:cubicBezTo>
                    <a:pt x="1709" y="1270"/>
                    <a:pt x="1667" y="1431"/>
                    <a:pt x="1616" y="1608"/>
                  </a:cubicBezTo>
                  <a:cubicBezTo>
                    <a:pt x="1650" y="1405"/>
                    <a:pt x="1709" y="1211"/>
                    <a:pt x="1760" y="1016"/>
                  </a:cubicBezTo>
                  <a:lnTo>
                    <a:pt x="1760" y="1016"/>
                  </a:lnTo>
                  <a:lnTo>
                    <a:pt x="1633" y="1338"/>
                  </a:lnTo>
                  <a:lnTo>
                    <a:pt x="198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4"/>
            <p:cNvSpPr/>
            <p:nvPr/>
          </p:nvSpPr>
          <p:spPr>
            <a:xfrm rot="-10636261">
              <a:off x="7274838" y="1173512"/>
              <a:ext cx="24020" cy="4767"/>
            </a:xfrm>
            <a:custGeom>
              <a:rect b="b" l="l" r="r" t="t"/>
              <a:pathLst>
                <a:path extrusionOk="0" h="104" w="524">
                  <a:moveTo>
                    <a:pt x="455" y="1"/>
                  </a:moveTo>
                  <a:cubicBezTo>
                    <a:pt x="371" y="26"/>
                    <a:pt x="286" y="51"/>
                    <a:pt x="193" y="60"/>
                  </a:cubicBezTo>
                  <a:cubicBezTo>
                    <a:pt x="91" y="82"/>
                    <a:pt x="1" y="104"/>
                    <a:pt x="39" y="104"/>
                  </a:cubicBezTo>
                  <a:cubicBezTo>
                    <a:pt x="45" y="104"/>
                    <a:pt x="54" y="103"/>
                    <a:pt x="66" y="102"/>
                  </a:cubicBezTo>
                  <a:cubicBezTo>
                    <a:pt x="202" y="77"/>
                    <a:pt x="523" y="9"/>
                    <a:pt x="45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4"/>
            <p:cNvSpPr/>
            <p:nvPr/>
          </p:nvSpPr>
          <p:spPr>
            <a:xfrm rot="-10636261">
              <a:off x="7270994" y="1173651"/>
              <a:ext cx="18244" cy="3896"/>
            </a:xfrm>
            <a:custGeom>
              <a:rect b="b" l="l" r="r" t="t"/>
              <a:pathLst>
                <a:path extrusionOk="0" h="85" w="398">
                  <a:moveTo>
                    <a:pt x="398" y="0"/>
                  </a:moveTo>
                  <a:cubicBezTo>
                    <a:pt x="343" y="9"/>
                    <a:pt x="311" y="16"/>
                    <a:pt x="292" y="22"/>
                  </a:cubicBezTo>
                  <a:lnTo>
                    <a:pt x="292" y="22"/>
                  </a:lnTo>
                  <a:cubicBezTo>
                    <a:pt x="327" y="14"/>
                    <a:pt x="362" y="7"/>
                    <a:pt x="398" y="0"/>
                  </a:cubicBezTo>
                  <a:close/>
                  <a:moveTo>
                    <a:pt x="292" y="22"/>
                  </a:moveTo>
                  <a:cubicBezTo>
                    <a:pt x="194" y="43"/>
                    <a:pt x="100" y="66"/>
                    <a:pt x="0" y="85"/>
                  </a:cubicBezTo>
                  <a:cubicBezTo>
                    <a:pt x="85" y="76"/>
                    <a:pt x="169" y="59"/>
                    <a:pt x="245" y="42"/>
                  </a:cubicBezTo>
                  <a:cubicBezTo>
                    <a:pt x="262" y="37"/>
                    <a:pt x="257" y="32"/>
                    <a:pt x="292" y="2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4"/>
            <p:cNvSpPr/>
            <p:nvPr/>
          </p:nvSpPr>
          <p:spPr>
            <a:xfrm rot="-10636261">
              <a:off x="7200761" y="1168127"/>
              <a:ext cx="57437" cy="14760"/>
            </a:xfrm>
            <a:custGeom>
              <a:rect b="b" l="l" r="r" t="t"/>
              <a:pathLst>
                <a:path extrusionOk="0" h="322" w="1253">
                  <a:moveTo>
                    <a:pt x="669" y="118"/>
                  </a:moveTo>
                  <a:lnTo>
                    <a:pt x="669" y="118"/>
                  </a:lnTo>
                  <a:cubicBezTo>
                    <a:pt x="614" y="129"/>
                    <a:pt x="559" y="139"/>
                    <a:pt x="505" y="151"/>
                  </a:cubicBezTo>
                  <a:lnTo>
                    <a:pt x="505" y="151"/>
                  </a:lnTo>
                  <a:cubicBezTo>
                    <a:pt x="517" y="148"/>
                    <a:pt x="530" y="146"/>
                    <a:pt x="542" y="144"/>
                  </a:cubicBezTo>
                  <a:cubicBezTo>
                    <a:pt x="585" y="136"/>
                    <a:pt x="628" y="128"/>
                    <a:pt x="671" y="119"/>
                  </a:cubicBezTo>
                  <a:lnTo>
                    <a:pt x="671" y="119"/>
                  </a:lnTo>
                  <a:cubicBezTo>
                    <a:pt x="671" y="119"/>
                    <a:pt x="670" y="119"/>
                    <a:pt x="669" y="118"/>
                  </a:cubicBezTo>
                  <a:close/>
                  <a:moveTo>
                    <a:pt x="505" y="151"/>
                  </a:moveTo>
                  <a:cubicBezTo>
                    <a:pt x="241" y="201"/>
                    <a:pt x="9" y="263"/>
                    <a:pt x="9" y="279"/>
                  </a:cubicBezTo>
                  <a:cubicBezTo>
                    <a:pt x="170" y="228"/>
                    <a:pt x="335" y="186"/>
                    <a:pt x="505" y="151"/>
                  </a:cubicBezTo>
                  <a:close/>
                  <a:moveTo>
                    <a:pt x="1253" y="0"/>
                  </a:moveTo>
                  <a:cubicBezTo>
                    <a:pt x="1145" y="14"/>
                    <a:pt x="910" y="71"/>
                    <a:pt x="671" y="119"/>
                  </a:cubicBezTo>
                  <a:lnTo>
                    <a:pt x="671" y="119"/>
                  </a:lnTo>
                  <a:cubicBezTo>
                    <a:pt x="788" y="153"/>
                    <a:pt x="135" y="246"/>
                    <a:pt x="1" y="321"/>
                  </a:cubicBezTo>
                  <a:cubicBezTo>
                    <a:pt x="593" y="203"/>
                    <a:pt x="771" y="127"/>
                    <a:pt x="12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4"/>
            <p:cNvSpPr/>
            <p:nvPr/>
          </p:nvSpPr>
          <p:spPr>
            <a:xfrm rot="-10636261">
              <a:off x="7254659" y="1165818"/>
              <a:ext cx="16731" cy="3942"/>
            </a:xfrm>
            <a:custGeom>
              <a:rect b="b" l="l" r="r" t="t"/>
              <a:pathLst>
                <a:path extrusionOk="0" h="86" w="365">
                  <a:moveTo>
                    <a:pt x="364" y="0"/>
                  </a:moveTo>
                  <a:lnTo>
                    <a:pt x="331" y="9"/>
                  </a:lnTo>
                  <a:lnTo>
                    <a:pt x="1" y="85"/>
                  </a:lnTo>
                  <a:lnTo>
                    <a:pt x="34" y="85"/>
                  </a:lnTo>
                  <a:lnTo>
                    <a:pt x="36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4"/>
            <p:cNvSpPr/>
            <p:nvPr/>
          </p:nvSpPr>
          <p:spPr>
            <a:xfrm rot="-10636261">
              <a:off x="7527343" y="1170081"/>
              <a:ext cx="15952" cy="642"/>
            </a:xfrm>
            <a:custGeom>
              <a:rect b="b" l="l" r="r" t="t"/>
              <a:pathLst>
                <a:path extrusionOk="0" h="14" w="348">
                  <a:moveTo>
                    <a:pt x="171" y="1"/>
                  </a:moveTo>
                  <a:cubicBezTo>
                    <a:pt x="113" y="1"/>
                    <a:pt x="56" y="3"/>
                    <a:pt x="1" y="7"/>
                  </a:cubicBezTo>
                  <a:cubicBezTo>
                    <a:pt x="43" y="12"/>
                    <a:pt x="96" y="14"/>
                    <a:pt x="155" y="14"/>
                  </a:cubicBezTo>
                  <a:cubicBezTo>
                    <a:pt x="214" y="14"/>
                    <a:pt x="280" y="12"/>
                    <a:pt x="347" y="7"/>
                  </a:cubicBezTo>
                  <a:cubicBezTo>
                    <a:pt x="288" y="3"/>
                    <a:pt x="229" y="1"/>
                    <a:pt x="17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4"/>
            <p:cNvSpPr/>
            <p:nvPr/>
          </p:nvSpPr>
          <p:spPr>
            <a:xfrm rot="-10636261">
              <a:off x="7911699" y="1206169"/>
              <a:ext cx="89616" cy="15585"/>
            </a:xfrm>
            <a:custGeom>
              <a:rect b="b" l="l" r="r" t="t"/>
              <a:pathLst>
                <a:path extrusionOk="0" h="340" w="1955">
                  <a:moveTo>
                    <a:pt x="0" y="1"/>
                  </a:moveTo>
                  <a:lnTo>
                    <a:pt x="279" y="102"/>
                  </a:lnTo>
                  <a:cubicBezTo>
                    <a:pt x="626" y="162"/>
                    <a:pt x="872" y="187"/>
                    <a:pt x="1117" y="221"/>
                  </a:cubicBezTo>
                  <a:lnTo>
                    <a:pt x="1498" y="272"/>
                  </a:lnTo>
                  <a:cubicBezTo>
                    <a:pt x="1633" y="297"/>
                    <a:pt x="1785" y="314"/>
                    <a:pt x="1954" y="339"/>
                  </a:cubicBezTo>
                  <a:cubicBezTo>
                    <a:pt x="1734" y="297"/>
                    <a:pt x="1540" y="263"/>
                    <a:pt x="1379" y="229"/>
                  </a:cubicBezTo>
                  <a:cubicBezTo>
                    <a:pt x="1210" y="204"/>
                    <a:pt x="1058" y="187"/>
                    <a:pt x="922" y="170"/>
                  </a:cubicBezTo>
                  <a:cubicBezTo>
                    <a:pt x="609" y="136"/>
                    <a:pt x="305" y="77"/>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4"/>
            <p:cNvSpPr/>
            <p:nvPr/>
          </p:nvSpPr>
          <p:spPr>
            <a:xfrm rot="-10636261">
              <a:off x="7966844" y="1219018"/>
              <a:ext cx="29566" cy="4584"/>
            </a:xfrm>
            <a:custGeom>
              <a:rect b="b" l="l" r="r" t="t"/>
              <a:pathLst>
                <a:path extrusionOk="0" h="100" w="645">
                  <a:moveTo>
                    <a:pt x="8" y="1"/>
                  </a:moveTo>
                  <a:cubicBezTo>
                    <a:pt x="0" y="1"/>
                    <a:pt x="0" y="2"/>
                    <a:pt x="10" y="6"/>
                  </a:cubicBezTo>
                  <a:cubicBezTo>
                    <a:pt x="467" y="100"/>
                    <a:pt x="222" y="23"/>
                    <a:pt x="645" y="100"/>
                  </a:cubicBezTo>
                  <a:lnTo>
                    <a:pt x="442" y="23"/>
                  </a:lnTo>
                  <a:lnTo>
                    <a:pt x="442" y="23"/>
                  </a:lnTo>
                  <a:cubicBezTo>
                    <a:pt x="468" y="35"/>
                    <a:pt x="455" y="39"/>
                    <a:pt x="421" y="39"/>
                  </a:cubicBezTo>
                  <a:cubicBezTo>
                    <a:pt x="379" y="39"/>
                    <a:pt x="304" y="33"/>
                    <a:pt x="230" y="23"/>
                  </a:cubicBezTo>
                  <a:cubicBezTo>
                    <a:pt x="134" y="17"/>
                    <a:pt x="33" y="1"/>
                    <a:pt x="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4"/>
            <p:cNvSpPr/>
            <p:nvPr/>
          </p:nvSpPr>
          <p:spPr>
            <a:xfrm rot="-10636261">
              <a:off x="7840340" y="1170221"/>
              <a:ext cx="9764" cy="413"/>
            </a:xfrm>
            <a:custGeom>
              <a:rect b="b" l="l" r="r" t="t"/>
              <a:pathLst>
                <a:path extrusionOk="0" h="9" w="213">
                  <a:moveTo>
                    <a:pt x="1" y="0"/>
                  </a:moveTo>
                  <a:lnTo>
                    <a:pt x="170" y="9"/>
                  </a:lnTo>
                  <a:lnTo>
                    <a:pt x="212" y="9"/>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4"/>
            <p:cNvSpPr/>
            <p:nvPr/>
          </p:nvSpPr>
          <p:spPr>
            <a:xfrm rot="-10636261">
              <a:off x="8110516" y="1258493"/>
              <a:ext cx="14806" cy="5088"/>
            </a:xfrm>
            <a:custGeom>
              <a:rect b="b" l="l" r="r" t="t"/>
              <a:pathLst>
                <a:path extrusionOk="0" h="111" w="323">
                  <a:moveTo>
                    <a:pt x="1" y="1"/>
                  </a:moveTo>
                  <a:lnTo>
                    <a:pt x="246" y="94"/>
                  </a:lnTo>
                  <a:lnTo>
                    <a:pt x="322" y="111"/>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4"/>
            <p:cNvSpPr/>
            <p:nvPr/>
          </p:nvSpPr>
          <p:spPr>
            <a:xfrm rot="-10636261">
              <a:off x="8107170" y="1257697"/>
              <a:ext cx="3530" cy="413"/>
            </a:xfrm>
            <a:custGeom>
              <a:rect b="b" l="l" r="r" t="t"/>
              <a:pathLst>
                <a:path extrusionOk="0" h="9" w="77">
                  <a:moveTo>
                    <a:pt x="77" y="9"/>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4"/>
            <p:cNvSpPr/>
            <p:nvPr/>
          </p:nvSpPr>
          <p:spPr>
            <a:xfrm rot="-10636261">
              <a:off x="7831946" y="1166610"/>
              <a:ext cx="21361" cy="1971"/>
            </a:xfrm>
            <a:custGeom>
              <a:rect b="b" l="l" r="r" t="t"/>
              <a:pathLst>
                <a:path extrusionOk="0" h="43" w="466">
                  <a:moveTo>
                    <a:pt x="0" y="0"/>
                  </a:moveTo>
                  <a:lnTo>
                    <a:pt x="313" y="43"/>
                  </a:lnTo>
                  <a:lnTo>
                    <a:pt x="465" y="43"/>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4"/>
            <p:cNvSpPr/>
            <p:nvPr/>
          </p:nvSpPr>
          <p:spPr>
            <a:xfrm rot="-10636261">
              <a:off x="7962751" y="1199840"/>
              <a:ext cx="14806" cy="2384"/>
            </a:xfrm>
            <a:custGeom>
              <a:rect b="b" l="l" r="r" t="t"/>
              <a:pathLst>
                <a:path extrusionOk="0" h="52" w="323">
                  <a:moveTo>
                    <a:pt x="15" y="0"/>
                  </a:moveTo>
                  <a:cubicBezTo>
                    <a:pt x="1" y="0"/>
                    <a:pt x="6" y="5"/>
                    <a:pt x="43" y="18"/>
                  </a:cubicBezTo>
                  <a:lnTo>
                    <a:pt x="323" y="52"/>
                  </a:lnTo>
                  <a:cubicBezTo>
                    <a:pt x="284" y="45"/>
                    <a:pt x="59" y="0"/>
                    <a:pt x="1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4"/>
            <p:cNvSpPr/>
            <p:nvPr/>
          </p:nvSpPr>
          <p:spPr>
            <a:xfrm rot="-10636261">
              <a:off x="8069699" y="1221846"/>
              <a:ext cx="16227" cy="3896"/>
            </a:xfrm>
            <a:custGeom>
              <a:rect b="b" l="l" r="r" t="t"/>
              <a:pathLst>
                <a:path extrusionOk="0" h="85" w="354">
                  <a:moveTo>
                    <a:pt x="280" y="47"/>
                  </a:moveTo>
                  <a:cubicBezTo>
                    <a:pt x="287" y="51"/>
                    <a:pt x="298" y="56"/>
                    <a:pt x="308" y="62"/>
                  </a:cubicBezTo>
                  <a:lnTo>
                    <a:pt x="308" y="62"/>
                  </a:lnTo>
                  <a:cubicBezTo>
                    <a:pt x="307" y="59"/>
                    <a:pt x="298" y="54"/>
                    <a:pt x="280" y="47"/>
                  </a:cubicBezTo>
                  <a:close/>
                  <a:moveTo>
                    <a:pt x="7" y="0"/>
                  </a:moveTo>
                  <a:cubicBezTo>
                    <a:pt x="1" y="0"/>
                    <a:pt x="29" y="10"/>
                    <a:pt x="119" y="38"/>
                  </a:cubicBezTo>
                  <a:cubicBezTo>
                    <a:pt x="259" y="73"/>
                    <a:pt x="318" y="85"/>
                    <a:pt x="336" y="85"/>
                  </a:cubicBezTo>
                  <a:cubicBezTo>
                    <a:pt x="353" y="85"/>
                    <a:pt x="332" y="74"/>
                    <a:pt x="308" y="62"/>
                  </a:cubicBezTo>
                  <a:lnTo>
                    <a:pt x="308" y="62"/>
                  </a:lnTo>
                  <a:cubicBezTo>
                    <a:pt x="309" y="63"/>
                    <a:pt x="307" y="64"/>
                    <a:pt x="303" y="64"/>
                  </a:cubicBezTo>
                  <a:cubicBezTo>
                    <a:pt x="264" y="64"/>
                    <a:pt x="24" y="0"/>
                    <a:pt x="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4"/>
            <p:cNvSpPr/>
            <p:nvPr/>
          </p:nvSpPr>
          <p:spPr>
            <a:xfrm rot="-10636261">
              <a:off x="7133336" y="1129762"/>
              <a:ext cx="14531" cy="13614"/>
            </a:xfrm>
            <a:custGeom>
              <a:rect b="b" l="l" r="r" t="t"/>
              <a:pathLst>
                <a:path extrusionOk="0" h="297" w="317">
                  <a:moveTo>
                    <a:pt x="305" y="1"/>
                  </a:moveTo>
                  <a:lnTo>
                    <a:pt x="305" y="1"/>
                  </a:lnTo>
                  <a:cubicBezTo>
                    <a:pt x="299" y="6"/>
                    <a:pt x="294" y="11"/>
                    <a:pt x="289" y="16"/>
                  </a:cubicBezTo>
                  <a:lnTo>
                    <a:pt x="289" y="16"/>
                  </a:lnTo>
                  <a:cubicBezTo>
                    <a:pt x="295" y="11"/>
                    <a:pt x="300" y="6"/>
                    <a:pt x="305" y="1"/>
                  </a:cubicBezTo>
                  <a:close/>
                  <a:moveTo>
                    <a:pt x="221" y="43"/>
                  </a:moveTo>
                  <a:cubicBezTo>
                    <a:pt x="220" y="44"/>
                    <a:pt x="220" y="44"/>
                    <a:pt x="219" y="45"/>
                  </a:cubicBezTo>
                  <a:lnTo>
                    <a:pt x="219" y="45"/>
                  </a:lnTo>
                  <a:cubicBezTo>
                    <a:pt x="220" y="44"/>
                    <a:pt x="220" y="44"/>
                    <a:pt x="221" y="43"/>
                  </a:cubicBezTo>
                  <a:close/>
                  <a:moveTo>
                    <a:pt x="197" y="170"/>
                  </a:moveTo>
                  <a:lnTo>
                    <a:pt x="197" y="170"/>
                  </a:lnTo>
                  <a:cubicBezTo>
                    <a:pt x="194" y="173"/>
                    <a:pt x="190" y="176"/>
                    <a:pt x="187" y="178"/>
                  </a:cubicBezTo>
                  <a:cubicBezTo>
                    <a:pt x="191" y="176"/>
                    <a:pt x="194" y="173"/>
                    <a:pt x="197" y="170"/>
                  </a:cubicBezTo>
                  <a:close/>
                  <a:moveTo>
                    <a:pt x="289" y="16"/>
                  </a:moveTo>
                  <a:lnTo>
                    <a:pt x="289" y="16"/>
                  </a:lnTo>
                  <a:cubicBezTo>
                    <a:pt x="284" y="19"/>
                    <a:pt x="278" y="23"/>
                    <a:pt x="271" y="26"/>
                  </a:cubicBezTo>
                  <a:cubicBezTo>
                    <a:pt x="255" y="42"/>
                    <a:pt x="236" y="48"/>
                    <a:pt x="226" y="48"/>
                  </a:cubicBezTo>
                  <a:cubicBezTo>
                    <a:pt x="221" y="48"/>
                    <a:pt x="218" y="47"/>
                    <a:pt x="219" y="45"/>
                  </a:cubicBezTo>
                  <a:lnTo>
                    <a:pt x="219" y="45"/>
                  </a:lnTo>
                  <a:cubicBezTo>
                    <a:pt x="178" y="102"/>
                    <a:pt x="161" y="86"/>
                    <a:pt x="178" y="119"/>
                  </a:cubicBezTo>
                  <a:cubicBezTo>
                    <a:pt x="164" y="142"/>
                    <a:pt x="140" y="156"/>
                    <a:pt x="127" y="156"/>
                  </a:cubicBezTo>
                  <a:cubicBezTo>
                    <a:pt x="116" y="156"/>
                    <a:pt x="112" y="147"/>
                    <a:pt x="127" y="128"/>
                  </a:cubicBezTo>
                  <a:lnTo>
                    <a:pt x="127" y="128"/>
                  </a:lnTo>
                  <a:lnTo>
                    <a:pt x="34" y="229"/>
                  </a:lnTo>
                  <a:lnTo>
                    <a:pt x="102" y="187"/>
                  </a:lnTo>
                  <a:lnTo>
                    <a:pt x="102" y="187"/>
                  </a:lnTo>
                  <a:cubicBezTo>
                    <a:pt x="102" y="221"/>
                    <a:pt x="1" y="255"/>
                    <a:pt x="1" y="297"/>
                  </a:cubicBezTo>
                  <a:lnTo>
                    <a:pt x="111" y="212"/>
                  </a:lnTo>
                  <a:lnTo>
                    <a:pt x="111" y="221"/>
                  </a:lnTo>
                  <a:cubicBezTo>
                    <a:pt x="136" y="187"/>
                    <a:pt x="170" y="162"/>
                    <a:pt x="204" y="145"/>
                  </a:cubicBezTo>
                  <a:lnTo>
                    <a:pt x="204" y="145"/>
                  </a:lnTo>
                  <a:cubicBezTo>
                    <a:pt x="204" y="152"/>
                    <a:pt x="209" y="159"/>
                    <a:pt x="197" y="170"/>
                  </a:cubicBezTo>
                  <a:lnTo>
                    <a:pt x="197" y="170"/>
                  </a:lnTo>
                  <a:cubicBezTo>
                    <a:pt x="317" y="75"/>
                    <a:pt x="203" y="97"/>
                    <a:pt x="289" y="1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4"/>
            <p:cNvSpPr/>
            <p:nvPr/>
          </p:nvSpPr>
          <p:spPr>
            <a:xfrm rot="-10636261">
              <a:off x="7119012" y="1138753"/>
              <a:ext cx="14027" cy="15173"/>
            </a:xfrm>
            <a:custGeom>
              <a:rect b="b" l="l" r="r" t="t"/>
              <a:pathLst>
                <a:path extrusionOk="0" h="331" w="306">
                  <a:moveTo>
                    <a:pt x="263" y="0"/>
                  </a:moveTo>
                  <a:lnTo>
                    <a:pt x="263" y="0"/>
                  </a:lnTo>
                  <a:cubicBezTo>
                    <a:pt x="204" y="51"/>
                    <a:pt x="187" y="60"/>
                    <a:pt x="161" y="102"/>
                  </a:cubicBezTo>
                  <a:cubicBezTo>
                    <a:pt x="119" y="136"/>
                    <a:pt x="77" y="170"/>
                    <a:pt x="26" y="187"/>
                  </a:cubicBezTo>
                  <a:cubicBezTo>
                    <a:pt x="9" y="204"/>
                    <a:pt x="17" y="220"/>
                    <a:pt x="1" y="237"/>
                  </a:cubicBezTo>
                  <a:lnTo>
                    <a:pt x="9" y="229"/>
                  </a:lnTo>
                  <a:lnTo>
                    <a:pt x="43" y="263"/>
                  </a:lnTo>
                  <a:cubicBezTo>
                    <a:pt x="51" y="246"/>
                    <a:pt x="77" y="229"/>
                    <a:pt x="94" y="212"/>
                  </a:cubicBezTo>
                  <a:lnTo>
                    <a:pt x="94" y="212"/>
                  </a:lnTo>
                  <a:lnTo>
                    <a:pt x="34" y="330"/>
                  </a:lnTo>
                  <a:cubicBezTo>
                    <a:pt x="37" y="331"/>
                    <a:pt x="39" y="331"/>
                    <a:pt x="41" y="331"/>
                  </a:cubicBezTo>
                  <a:cubicBezTo>
                    <a:pt x="92" y="331"/>
                    <a:pt x="172" y="245"/>
                    <a:pt x="212" y="229"/>
                  </a:cubicBezTo>
                  <a:lnTo>
                    <a:pt x="212" y="229"/>
                  </a:lnTo>
                  <a:cubicBezTo>
                    <a:pt x="202" y="231"/>
                    <a:pt x="195" y="232"/>
                    <a:pt x="191" y="232"/>
                  </a:cubicBezTo>
                  <a:cubicBezTo>
                    <a:pt x="176" y="232"/>
                    <a:pt x="192" y="220"/>
                    <a:pt x="182" y="220"/>
                  </a:cubicBezTo>
                  <a:cubicBezTo>
                    <a:pt x="176" y="220"/>
                    <a:pt x="162" y="224"/>
                    <a:pt x="127" y="237"/>
                  </a:cubicBezTo>
                  <a:lnTo>
                    <a:pt x="153" y="170"/>
                  </a:lnTo>
                  <a:lnTo>
                    <a:pt x="237" y="119"/>
                  </a:lnTo>
                  <a:cubicBezTo>
                    <a:pt x="231" y="105"/>
                    <a:pt x="262" y="70"/>
                    <a:pt x="253" y="70"/>
                  </a:cubicBezTo>
                  <a:cubicBezTo>
                    <a:pt x="250" y="70"/>
                    <a:pt x="246" y="72"/>
                    <a:pt x="237" y="77"/>
                  </a:cubicBezTo>
                  <a:cubicBezTo>
                    <a:pt x="229" y="85"/>
                    <a:pt x="221" y="94"/>
                    <a:pt x="204" y="102"/>
                  </a:cubicBezTo>
                  <a:cubicBezTo>
                    <a:pt x="195" y="77"/>
                    <a:pt x="305" y="9"/>
                    <a:pt x="26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4"/>
            <p:cNvSpPr/>
            <p:nvPr/>
          </p:nvSpPr>
          <p:spPr>
            <a:xfrm rot="-10636261">
              <a:off x="7133524" y="1143004"/>
              <a:ext cx="46" cy="46"/>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4"/>
            <p:cNvSpPr/>
            <p:nvPr/>
          </p:nvSpPr>
          <p:spPr>
            <a:xfrm rot="-10636261">
              <a:off x="7002180" y="1307207"/>
              <a:ext cx="17511" cy="4309"/>
            </a:xfrm>
            <a:custGeom>
              <a:rect b="b" l="l" r="r" t="t"/>
              <a:pathLst>
                <a:path extrusionOk="0" h="94" w="382">
                  <a:moveTo>
                    <a:pt x="178" y="1"/>
                  </a:moveTo>
                  <a:lnTo>
                    <a:pt x="1" y="94"/>
                  </a:lnTo>
                  <a:cubicBezTo>
                    <a:pt x="68" y="94"/>
                    <a:pt x="51" y="60"/>
                    <a:pt x="127" y="60"/>
                  </a:cubicBezTo>
                  <a:cubicBezTo>
                    <a:pt x="111" y="60"/>
                    <a:pt x="102" y="68"/>
                    <a:pt x="94" y="77"/>
                  </a:cubicBezTo>
                  <a:lnTo>
                    <a:pt x="381" y="77"/>
                  </a:lnTo>
                  <a:cubicBezTo>
                    <a:pt x="373" y="60"/>
                    <a:pt x="288" y="51"/>
                    <a:pt x="347" y="43"/>
                  </a:cubicBezTo>
                  <a:cubicBezTo>
                    <a:pt x="332" y="37"/>
                    <a:pt x="318" y="34"/>
                    <a:pt x="305" y="34"/>
                  </a:cubicBezTo>
                  <a:cubicBezTo>
                    <a:pt x="281" y="34"/>
                    <a:pt x="259" y="43"/>
                    <a:pt x="237" y="60"/>
                  </a:cubicBezTo>
                  <a:lnTo>
                    <a:pt x="254" y="34"/>
                  </a:lnTo>
                  <a:lnTo>
                    <a:pt x="254" y="34"/>
                  </a:lnTo>
                  <a:cubicBezTo>
                    <a:pt x="239" y="40"/>
                    <a:pt x="226" y="42"/>
                    <a:pt x="214" y="42"/>
                  </a:cubicBezTo>
                  <a:cubicBezTo>
                    <a:pt x="172" y="42"/>
                    <a:pt x="154" y="14"/>
                    <a:pt x="18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4"/>
            <p:cNvSpPr/>
            <p:nvPr/>
          </p:nvSpPr>
          <p:spPr>
            <a:xfrm rot="-10636261">
              <a:off x="7278003" y="1354091"/>
              <a:ext cx="2017" cy="367"/>
            </a:xfrm>
            <a:custGeom>
              <a:rect b="b" l="l" r="r" t="t"/>
              <a:pathLst>
                <a:path extrusionOk="0" h="8" w="44">
                  <a:moveTo>
                    <a:pt x="22" y="1"/>
                  </a:moveTo>
                  <a:cubicBezTo>
                    <a:pt x="16" y="1"/>
                    <a:pt x="9" y="3"/>
                    <a:pt x="1" y="7"/>
                  </a:cubicBezTo>
                  <a:lnTo>
                    <a:pt x="43" y="7"/>
                  </a:lnTo>
                  <a:cubicBezTo>
                    <a:pt x="35" y="3"/>
                    <a:pt x="28" y="1"/>
                    <a:pt x="2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4"/>
            <p:cNvSpPr/>
            <p:nvPr/>
          </p:nvSpPr>
          <p:spPr>
            <a:xfrm rot="-10636261">
              <a:off x="7021721" y="1305856"/>
              <a:ext cx="2750" cy="1192"/>
            </a:xfrm>
            <a:custGeom>
              <a:rect b="b" l="l" r="r" t="t"/>
              <a:pathLst>
                <a:path extrusionOk="0" h="26" w="60">
                  <a:moveTo>
                    <a:pt x="59" y="1"/>
                  </a:moveTo>
                  <a:cubicBezTo>
                    <a:pt x="53" y="3"/>
                    <a:pt x="47" y="5"/>
                    <a:pt x="42" y="8"/>
                  </a:cubicBezTo>
                  <a:lnTo>
                    <a:pt x="42" y="8"/>
                  </a:lnTo>
                  <a:lnTo>
                    <a:pt x="59" y="1"/>
                  </a:lnTo>
                  <a:close/>
                  <a:moveTo>
                    <a:pt x="42" y="8"/>
                  </a:moveTo>
                  <a:lnTo>
                    <a:pt x="0" y="26"/>
                  </a:lnTo>
                  <a:cubicBezTo>
                    <a:pt x="13" y="26"/>
                    <a:pt x="25" y="16"/>
                    <a:pt x="42" y="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4"/>
            <p:cNvSpPr/>
            <p:nvPr/>
          </p:nvSpPr>
          <p:spPr>
            <a:xfrm rot="-10636261">
              <a:off x="7002971" y="1325121"/>
              <a:ext cx="1238" cy="413"/>
            </a:xfrm>
            <a:custGeom>
              <a:rect b="b" l="l" r="r" t="t"/>
              <a:pathLst>
                <a:path extrusionOk="0" h="9" w="27">
                  <a:moveTo>
                    <a:pt x="26" y="1"/>
                  </a:moveTo>
                  <a:lnTo>
                    <a:pt x="1" y="9"/>
                  </a:ln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4"/>
            <p:cNvSpPr/>
            <p:nvPr/>
          </p:nvSpPr>
          <p:spPr>
            <a:xfrm rot="-10636261">
              <a:off x="7082302" y="1306331"/>
              <a:ext cx="46" cy="46"/>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4"/>
            <p:cNvSpPr/>
            <p:nvPr/>
          </p:nvSpPr>
          <p:spPr>
            <a:xfrm rot="-10636261">
              <a:off x="6967836" y="1327180"/>
              <a:ext cx="13202" cy="5501"/>
            </a:xfrm>
            <a:custGeom>
              <a:rect b="b" l="l" r="r" t="t"/>
              <a:pathLst>
                <a:path extrusionOk="0" h="120" w="288">
                  <a:moveTo>
                    <a:pt x="288" y="0"/>
                  </a:moveTo>
                  <a:lnTo>
                    <a:pt x="161" y="34"/>
                  </a:lnTo>
                  <a:cubicBezTo>
                    <a:pt x="178" y="17"/>
                    <a:pt x="119" y="26"/>
                    <a:pt x="144" y="9"/>
                  </a:cubicBezTo>
                  <a:lnTo>
                    <a:pt x="144" y="9"/>
                  </a:lnTo>
                  <a:cubicBezTo>
                    <a:pt x="135" y="9"/>
                    <a:pt x="93" y="17"/>
                    <a:pt x="102" y="26"/>
                  </a:cubicBezTo>
                  <a:lnTo>
                    <a:pt x="127" y="26"/>
                  </a:lnTo>
                  <a:cubicBezTo>
                    <a:pt x="68" y="68"/>
                    <a:pt x="102" y="77"/>
                    <a:pt x="0" y="110"/>
                  </a:cubicBezTo>
                  <a:cubicBezTo>
                    <a:pt x="15" y="116"/>
                    <a:pt x="31" y="119"/>
                    <a:pt x="47" y="119"/>
                  </a:cubicBezTo>
                  <a:cubicBezTo>
                    <a:pt x="76" y="119"/>
                    <a:pt x="105" y="110"/>
                    <a:pt x="127" y="94"/>
                  </a:cubicBezTo>
                  <a:lnTo>
                    <a:pt x="161" y="85"/>
                  </a:lnTo>
                  <a:lnTo>
                    <a:pt x="271" y="26"/>
                  </a:lnTo>
                  <a:lnTo>
                    <a:pt x="28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4"/>
            <p:cNvSpPr/>
            <p:nvPr/>
          </p:nvSpPr>
          <p:spPr>
            <a:xfrm rot="-10636261">
              <a:off x="7198908" y="1344089"/>
              <a:ext cx="46" cy="46"/>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4"/>
            <p:cNvSpPr/>
            <p:nvPr/>
          </p:nvSpPr>
          <p:spPr>
            <a:xfrm rot="-10636261">
              <a:off x="7196975" y="1344043"/>
              <a:ext cx="1971" cy="413"/>
            </a:xfrm>
            <a:custGeom>
              <a:rect b="b" l="l" r="r" t="t"/>
              <a:pathLst>
                <a:path extrusionOk="0" h="9" w="43">
                  <a:moveTo>
                    <a:pt x="9" y="0"/>
                  </a:moveTo>
                  <a:lnTo>
                    <a:pt x="0" y="9"/>
                  </a:lnTo>
                  <a:cubicBezTo>
                    <a:pt x="9" y="9"/>
                    <a:pt x="43"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4"/>
            <p:cNvSpPr/>
            <p:nvPr/>
          </p:nvSpPr>
          <p:spPr>
            <a:xfrm rot="-10636261">
              <a:off x="7019744" y="1306891"/>
              <a:ext cx="1971" cy="1192"/>
            </a:xfrm>
            <a:custGeom>
              <a:rect b="b" l="l" r="r" t="t"/>
              <a:pathLst>
                <a:path extrusionOk="0" h="26" w="43">
                  <a:moveTo>
                    <a:pt x="17" y="0"/>
                  </a:moveTo>
                  <a:cubicBezTo>
                    <a:pt x="17" y="9"/>
                    <a:pt x="9" y="17"/>
                    <a:pt x="0" y="26"/>
                  </a:cubicBezTo>
                  <a:lnTo>
                    <a:pt x="43" y="9"/>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4"/>
            <p:cNvSpPr/>
            <p:nvPr/>
          </p:nvSpPr>
          <p:spPr>
            <a:xfrm rot="-10636261">
              <a:off x="7009446" y="1311194"/>
              <a:ext cx="6647" cy="1192"/>
            </a:xfrm>
            <a:custGeom>
              <a:rect b="b" l="l" r="r" t="t"/>
              <a:pathLst>
                <a:path extrusionOk="0" h="26" w="145">
                  <a:moveTo>
                    <a:pt x="144" y="1"/>
                  </a:moveTo>
                  <a:cubicBezTo>
                    <a:pt x="102" y="1"/>
                    <a:pt x="60" y="9"/>
                    <a:pt x="1" y="26"/>
                  </a:cubicBezTo>
                  <a:lnTo>
                    <a:pt x="102" y="18"/>
                  </a:lnTo>
                  <a:lnTo>
                    <a:pt x="14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4"/>
            <p:cNvSpPr/>
            <p:nvPr/>
          </p:nvSpPr>
          <p:spPr>
            <a:xfrm rot="-10636261">
              <a:off x="7024581" y="1299022"/>
              <a:ext cx="80173" cy="12331"/>
            </a:xfrm>
            <a:custGeom>
              <a:rect b="b" l="l" r="r" t="t"/>
              <a:pathLst>
                <a:path extrusionOk="0" h="269" w="1749">
                  <a:moveTo>
                    <a:pt x="615" y="94"/>
                  </a:moveTo>
                  <a:lnTo>
                    <a:pt x="615" y="94"/>
                  </a:lnTo>
                  <a:cubicBezTo>
                    <a:pt x="573" y="102"/>
                    <a:pt x="531" y="111"/>
                    <a:pt x="489" y="119"/>
                  </a:cubicBezTo>
                  <a:cubicBezTo>
                    <a:pt x="498" y="119"/>
                    <a:pt x="507" y="119"/>
                    <a:pt x="515" y="119"/>
                  </a:cubicBezTo>
                  <a:cubicBezTo>
                    <a:pt x="563" y="119"/>
                    <a:pt x="573" y="127"/>
                    <a:pt x="572" y="138"/>
                  </a:cubicBezTo>
                  <a:lnTo>
                    <a:pt x="572" y="138"/>
                  </a:lnTo>
                  <a:cubicBezTo>
                    <a:pt x="582" y="124"/>
                    <a:pt x="683" y="105"/>
                    <a:pt x="615" y="94"/>
                  </a:cubicBezTo>
                  <a:close/>
                  <a:moveTo>
                    <a:pt x="572" y="138"/>
                  </a:moveTo>
                  <a:cubicBezTo>
                    <a:pt x="571" y="139"/>
                    <a:pt x="571" y="140"/>
                    <a:pt x="571" y="141"/>
                  </a:cubicBezTo>
                  <a:lnTo>
                    <a:pt x="571" y="141"/>
                  </a:lnTo>
                  <a:cubicBezTo>
                    <a:pt x="571" y="140"/>
                    <a:pt x="572" y="139"/>
                    <a:pt x="572" y="138"/>
                  </a:cubicBezTo>
                  <a:close/>
                  <a:moveTo>
                    <a:pt x="612" y="205"/>
                  </a:moveTo>
                  <a:lnTo>
                    <a:pt x="612" y="205"/>
                  </a:lnTo>
                  <a:cubicBezTo>
                    <a:pt x="589" y="207"/>
                    <a:pt x="567" y="211"/>
                    <a:pt x="544" y="215"/>
                  </a:cubicBezTo>
                  <a:lnTo>
                    <a:pt x="544" y="215"/>
                  </a:lnTo>
                  <a:cubicBezTo>
                    <a:pt x="569" y="215"/>
                    <a:pt x="593" y="212"/>
                    <a:pt x="612" y="205"/>
                  </a:cubicBezTo>
                  <a:close/>
                  <a:moveTo>
                    <a:pt x="145" y="238"/>
                  </a:moveTo>
                  <a:cubicBezTo>
                    <a:pt x="148" y="243"/>
                    <a:pt x="153" y="246"/>
                    <a:pt x="159" y="246"/>
                  </a:cubicBezTo>
                  <a:cubicBezTo>
                    <a:pt x="156" y="243"/>
                    <a:pt x="151" y="240"/>
                    <a:pt x="145" y="238"/>
                  </a:cubicBezTo>
                  <a:close/>
                  <a:moveTo>
                    <a:pt x="531" y="145"/>
                  </a:moveTo>
                  <a:cubicBezTo>
                    <a:pt x="463" y="145"/>
                    <a:pt x="472" y="153"/>
                    <a:pt x="438" y="178"/>
                  </a:cubicBezTo>
                  <a:cubicBezTo>
                    <a:pt x="417" y="175"/>
                    <a:pt x="396" y="174"/>
                    <a:pt x="374" y="174"/>
                  </a:cubicBezTo>
                  <a:cubicBezTo>
                    <a:pt x="329" y="174"/>
                    <a:pt x="283" y="179"/>
                    <a:pt x="241" y="179"/>
                  </a:cubicBezTo>
                  <a:cubicBezTo>
                    <a:pt x="199" y="179"/>
                    <a:pt x="161" y="174"/>
                    <a:pt x="133" y="153"/>
                  </a:cubicBezTo>
                  <a:cubicBezTo>
                    <a:pt x="57" y="153"/>
                    <a:pt x="57" y="170"/>
                    <a:pt x="15" y="187"/>
                  </a:cubicBezTo>
                  <a:cubicBezTo>
                    <a:pt x="0" y="224"/>
                    <a:pt x="102" y="222"/>
                    <a:pt x="145" y="238"/>
                  </a:cubicBezTo>
                  <a:lnTo>
                    <a:pt x="145" y="238"/>
                  </a:lnTo>
                  <a:cubicBezTo>
                    <a:pt x="143" y="235"/>
                    <a:pt x="142" y="232"/>
                    <a:pt x="142" y="229"/>
                  </a:cubicBezTo>
                  <a:lnTo>
                    <a:pt x="142" y="229"/>
                  </a:lnTo>
                  <a:lnTo>
                    <a:pt x="218" y="246"/>
                  </a:lnTo>
                  <a:cubicBezTo>
                    <a:pt x="150" y="229"/>
                    <a:pt x="226" y="204"/>
                    <a:pt x="260" y="204"/>
                  </a:cubicBezTo>
                  <a:cubicBezTo>
                    <a:pt x="302" y="204"/>
                    <a:pt x="345" y="204"/>
                    <a:pt x="336" y="221"/>
                  </a:cubicBezTo>
                  <a:lnTo>
                    <a:pt x="294" y="221"/>
                  </a:lnTo>
                  <a:cubicBezTo>
                    <a:pt x="303" y="224"/>
                    <a:pt x="312" y="225"/>
                    <a:pt x="322" y="225"/>
                  </a:cubicBezTo>
                  <a:cubicBezTo>
                    <a:pt x="355" y="225"/>
                    <a:pt x="391" y="212"/>
                    <a:pt x="424" y="212"/>
                  </a:cubicBezTo>
                  <a:cubicBezTo>
                    <a:pt x="438" y="212"/>
                    <a:pt x="451" y="215"/>
                    <a:pt x="463" y="221"/>
                  </a:cubicBezTo>
                  <a:cubicBezTo>
                    <a:pt x="463" y="229"/>
                    <a:pt x="446" y="229"/>
                    <a:pt x="438" y="238"/>
                  </a:cubicBezTo>
                  <a:cubicBezTo>
                    <a:pt x="475" y="229"/>
                    <a:pt x="510" y="221"/>
                    <a:pt x="544" y="215"/>
                  </a:cubicBezTo>
                  <a:lnTo>
                    <a:pt x="544" y="215"/>
                  </a:lnTo>
                  <a:cubicBezTo>
                    <a:pt x="543" y="215"/>
                    <a:pt x="542" y="215"/>
                    <a:pt x="542" y="215"/>
                  </a:cubicBezTo>
                  <a:cubicBezTo>
                    <a:pt x="511" y="215"/>
                    <a:pt x="479" y="211"/>
                    <a:pt x="455" y="204"/>
                  </a:cubicBezTo>
                  <a:cubicBezTo>
                    <a:pt x="387" y="161"/>
                    <a:pt x="514" y="178"/>
                    <a:pt x="531" y="145"/>
                  </a:cubicBezTo>
                  <a:close/>
                  <a:moveTo>
                    <a:pt x="1529" y="1"/>
                  </a:moveTo>
                  <a:cubicBezTo>
                    <a:pt x="1309" y="35"/>
                    <a:pt x="1157" y="119"/>
                    <a:pt x="945" y="161"/>
                  </a:cubicBezTo>
                  <a:cubicBezTo>
                    <a:pt x="937" y="136"/>
                    <a:pt x="768" y="136"/>
                    <a:pt x="692" y="128"/>
                  </a:cubicBezTo>
                  <a:cubicBezTo>
                    <a:pt x="724" y="108"/>
                    <a:pt x="762" y="93"/>
                    <a:pt x="805" y="92"/>
                  </a:cubicBezTo>
                  <a:lnTo>
                    <a:pt x="805" y="92"/>
                  </a:lnTo>
                  <a:lnTo>
                    <a:pt x="844" y="94"/>
                  </a:lnTo>
                  <a:cubicBezTo>
                    <a:pt x="833" y="92"/>
                    <a:pt x="823" y="92"/>
                    <a:pt x="813" y="92"/>
                  </a:cubicBezTo>
                  <a:cubicBezTo>
                    <a:pt x="810" y="92"/>
                    <a:pt x="808" y="92"/>
                    <a:pt x="805" y="92"/>
                  </a:cubicBezTo>
                  <a:lnTo>
                    <a:pt x="805" y="92"/>
                  </a:lnTo>
                  <a:lnTo>
                    <a:pt x="683" y="85"/>
                  </a:lnTo>
                  <a:lnTo>
                    <a:pt x="658" y="153"/>
                  </a:lnTo>
                  <a:cubicBezTo>
                    <a:pt x="596" y="151"/>
                    <a:pt x="574" y="146"/>
                    <a:pt x="571" y="141"/>
                  </a:cubicBezTo>
                  <a:lnTo>
                    <a:pt x="571" y="141"/>
                  </a:lnTo>
                  <a:cubicBezTo>
                    <a:pt x="566" y="161"/>
                    <a:pt x="537" y="187"/>
                    <a:pt x="641" y="187"/>
                  </a:cubicBezTo>
                  <a:cubicBezTo>
                    <a:pt x="635" y="195"/>
                    <a:pt x="625" y="201"/>
                    <a:pt x="612" y="205"/>
                  </a:cubicBezTo>
                  <a:lnTo>
                    <a:pt x="612" y="205"/>
                  </a:lnTo>
                  <a:cubicBezTo>
                    <a:pt x="624" y="204"/>
                    <a:pt x="637" y="204"/>
                    <a:pt x="649" y="204"/>
                  </a:cubicBezTo>
                  <a:lnTo>
                    <a:pt x="599" y="238"/>
                  </a:lnTo>
                  <a:cubicBezTo>
                    <a:pt x="654" y="221"/>
                    <a:pt x="713" y="212"/>
                    <a:pt x="772" y="212"/>
                  </a:cubicBezTo>
                  <a:cubicBezTo>
                    <a:pt x="831" y="212"/>
                    <a:pt x="890" y="221"/>
                    <a:pt x="945" y="238"/>
                  </a:cubicBezTo>
                  <a:cubicBezTo>
                    <a:pt x="937" y="229"/>
                    <a:pt x="912" y="229"/>
                    <a:pt x="920" y="221"/>
                  </a:cubicBezTo>
                  <a:cubicBezTo>
                    <a:pt x="929" y="220"/>
                    <a:pt x="938" y="219"/>
                    <a:pt x="946" y="219"/>
                  </a:cubicBezTo>
                  <a:cubicBezTo>
                    <a:pt x="1000" y="219"/>
                    <a:pt x="1035" y="241"/>
                    <a:pt x="1013" y="263"/>
                  </a:cubicBezTo>
                  <a:cubicBezTo>
                    <a:pt x="1026" y="256"/>
                    <a:pt x="1044" y="253"/>
                    <a:pt x="1066" y="253"/>
                  </a:cubicBezTo>
                  <a:cubicBezTo>
                    <a:pt x="1121" y="253"/>
                    <a:pt x="1198" y="269"/>
                    <a:pt x="1262" y="269"/>
                  </a:cubicBezTo>
                  <a:cubicBezTo>
                    <a:pt x="1293" y="269"/>
                    <a:pt x="1321" y="265"/>
                    <a:pt x="1343" y="255"/>
                  </a:cubicBezTo>
                  <a:lnTo>
                    <a:pt x="1749" y="68"/>
                  </a:lnTo>
                  <a:cubicBezTo>
                    <a:pt x="1732" y="68"/>
                    <a:pt x="1715" y="77"/>
                    <a:pt x="1698" y="77"/>
                  </a:cubicBezTo>
                  <a:cubicBezTo>
                    <a:pt x="1664" y="43"/>
                    <a:pt x="1648" y="43"/>
                    <a:pt x="1707" y="18"/>
                  </a:cubicBezTo>
                  <a:lnTo>
                    <a:pt x="1707" y="18"/>
                  </a:lnTo>
                  <a:cubicBezTo>
                    <a:pt x="1648" y="35"/>
                    <a:pt x="1673" y="60"/>
                    <a:pt x="1580" y="60"/>
                  </a:cubicBezTo>
                  <a:cubicBezTo>
                    <a:pt x="1614" y="43"/>
                    <a:pt x="1622" y="1"/>
                    <a:pt x="152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4"/>
            <p:cNvSpPr/>
            <p:nvPr/>
          </p:nvSpPr>
          <p:spPr>
            <a:xfrm rot="-10636261">
              <a:off x="7050066" y="1306744"/>
              <a:ext cx="825" cy="46"/>
            </a:xfrm>
            <a:custGeom>
              <a:rect b="b" l="l" r="r" t="t"/>
              <a:pathLst>
                <a:path extrusionOk="0" h="1" w="18">
                  <a:moveTo>
                    <a:pt x="18" y="0"/>
                  </a:moveTo>
                  <a:cubicBezTo>
                    <a:pt x="9" y="0"/>
                    <a:pt x="9" y="0"/>
                    <a:pt x="1" y="0"/>
                  </a:cubicBezTo>
                  <a:cubicBezTo>
                    <a:pt x="9" y="0"/>
                    <a:pt x="9" y="0"/>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4"/>
            <p:cNvSpPr/>
            <p:nvPr/>
          </p:nvSpPr>
          <p:spPr>
            <a:xfrm rot="-10636261">
              <a:off x="7065232" y="1306299"/>
              <a:ext cx="46" cy="46"/>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4"/>
            <p:cNvSpPr/>
            <p:nvPr/>
          </p:nvSpPr>
          <p:spPr>
            <a:xfrm rot="-10636261">
              <a:off x="7021492" y="1310876"/>
              <a:ext cx="2017" cy="779"/>
            </a:xfrm>
            <a:custGeom>
              <a:rect b="b" l="l" r="r" t="t"/>
              <a:pathLst>
                <a:path extrusionOk="0" h="17" w="44">
                  <a:moveTo>
                    <a:pt x="43" y="0"/>
                  </a:moveTo>
                  <a:lnTo>
                    <a:pt x="18" y="8"/>
                  </a:lnTo>
                  <a:cubicBezTo>
                    <a:pt x="9" y="17"/>
                    <a:pt x="1" y="17"/>
                    <a:pt x="9" y="17"/>
                  </a:cubicBezTo>
                  <a:cubicBezTo>
                    <a:pt x="26" y="8"/>
                    <a:pt x="35" y="8"/>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4"/>
            <p:cNvSpPr/>
            <p:nvPr/>
          </p:nvSpPr>
          <p:spPr>
            <a:xfrm rot="-10636261">
              <a:off x="7020853" y="1308055"/>
              <a:ext cx="458" cy="458"/>
            </a:xfrm>
            <a:custGeom>
              <a:rect b="b" l="l" r="r" t="t"/>
              <a:pathLst>
                <a:path extrusionOk="0" h="10" w="10">
                  <a:moveTo>
                    <a:pt x="1" y="1"/>
                  </a:moveTo>
                  <a:lnTo>
                    <a:pt x="1" y="9"/>
                  </a:lnTo>
                  <a:lnTo>
                    <a:pt x="9" y="9"/>
                  </a:lnTo>
                  <a:cubicBezTo>
                    <a:pt x="9" y="9"/>
                    <a:pt x="9"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4"/>
            <p:cNvSpPr/>
            <p:nvPr/>
          </p:nvSpPr>
          <p:spPr>
            <a:xfrm rot="-10636261">
              <a:off x="7112318" y="1319799"/>
              <a:ext cx="825" cy="46"/>
            </a:xfrm>
            <a:custGeom>
              <a:rect b="b" l="l" r="r" t="t"/>
              <a:pathLst>
                <a:path extrusionOk="0" h="1" w="18">
                  <a:moveTo>
                    <a:pt x="17" y="0"/>
                  </a:moveTo>
                  <a:lnTo>
                    <a:pt x="0" y="0"/>
                  </a:lnTo>
                  <a:cubicBezTo>
                    <a:pt x="9" y="0"/>
                    <a:pt x="17" y="0"/>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4"/>
            <p:cNvSpPr/>
            <p:nvPr/>
          </p:nvSpPr>
          <p:spPr>
            <a:xfrm rot="-10636261">
              <a:off x="7048706" y="1306768"/>
              <a:ext cx="43181" cy="4217"/>
            </a:xfrm>
            <a:custGeom>
              <a:rect b="b" l="l" r="r" t="t"/>
              <a:pathLst>
                <a:path extrusionOk="0" h="92" w="942">
                  <a:moveTo>
                    <a:pt x="242" y="45"/>
                  </a:moveTo>
                  <a:lnTo>
                    <a:pt x="242" y="45"/>
                  </a:lnTo>
                  <a:cubicBezTo>
                    <a:pt x="237" y="45"/>
                    <a:pt x="233" y="46"/>
                    <a:pt x="228" y="46"/>
                  </a:cubicBezTo>
                  <a:lnTo>
                    <a:pt x="262" y="46"/>
                  </a:lnTo>
                  <a:cubicBezTo>
                    <a:pt x="255" y="45"/>
                    <a:pt x="248" y="45"/>
                    <a:pt x="242" y="45"/>
                  </a:cubicBezTo>
                  <a:close/>
                  <a:moveTo>
                    <a:pt x="534" y="0"/>
                  </a:moveTo>
                  <a:cubicBezTo>
                    <a:pt x="485" y="0"/>
                    <a:pt x="448" y="6"/>
                    <a:pt x="448" y="29"/>
                  </a:cubicBezTo>
                  <a:cubicBezTo>
                    <a:pt x="389" y="29"/>
                    <a:pt x="381" y="21"/>
                    <a:pt x="364" y="4"/>
                  </a:cubicBezTo>
                  <a:cubicBezTo>
                    <a:pt x="336" y="18"/>
                    <a:pt x="300" y="23"/>
                    <a:pt x="261" y="23"/>
                  </a:cubicBezTo>
                  <a:cubicBezTo>
                    <a:pt x="190" y="23"/>
                    <a:pt x="110" y="8"/>
                    <a:pt x="58" y="8"/>
                  </a:cubicBezTo>
                  <a:cubicBezTo>
                    <a:pt x="23" y="8"/>
                    <a:pt x="0" y="15"/>
                    <a:pt x="0" y="38"/>
                  </a:cubicBezTo>
                  <a:cubicBezTo>
                    <a:pt x="42" y="38"/>
                    <a:pt x="93" y="38"/>
                    <a:pt x="144" y="29"/>
                  </a:cubicBezTo>
                  <a:lnTo>
                    <a:pt x="144" y="29"/>
                  </a:lnTo>
                  <a:lnTo>
                    <a:pt x="135" y="80"/>
                  </a:lnTo>
                  <a:cubicBezTo>
                    <a:pt x="212" y="80"/>
                    <a:pt x="163" y="45"/>
                    <a:pt x="236" y="45"/>
                  </a:cubicBezTo>
                  <a:cubicBezTo>
                    <a:pt x="238" y="45"/>
                    <a:pt x="240" y="45"/>
                    <a:pt x="242" y="45"/>
                  </a:cubicBezTo>
                  <a:lnTo>
                    <a:pt x="242" y="45"/>
                  </a:lnTo>
                  <a:cubicBezTo>
                    <a:pt x="288" y="41"/>
                    <a:pt x="337" y="40"/>
                    <a:pt x="385" y="40"/>
                  </a:cubicBezTo>
                  <a:cubicBezTo>
                    <a:pt x="438" y="40"/>
                    <a:pt x="491" y="42"/>
                    <a:pt x="541" y="46"/>
                  </a:cubicBezTo>
                  <a:cubicBezTo>
                    <a:pt x="533" y="63"/>
                    <a:pt x="601" y="71"/>
                    <a:pt x="592" y="88"/>
                  </a:cubicBezTo>
                  <a:cubicBezTo>
                    <a:pt x="605" y="90"/>
                    <a:pt x="618" y="91"/>
                    <a:pt x="632" y="91"/>
                  </a:cubicBezTo>
                  <a:cubicBezTo>
                    <a:pt x="672" y="91"/>
                    <a:pt x="715" y="82"/>
                    <a:pt x="753" y="63"/>
                  </a:cubicBezTo>
                  <a:cubicBezTo>
                    <a:pt x="760" y="65"/>
                    <a:pt x="769" y="65"/>
                    <a:pt x="778" y="65"/>
                  </a:cubicBezTo>
                  <a:cubicBezTo>
                    <a:pt x="805" y="65"/>
                    <a:pt x="839" y="60"/>
                    <a:pt x="871" y="60"/>
                  </a:cubicBezTo>
                  <a:cubicBezTo>
                    <a:pt x="883" y="60"/>
                    <a:pt x="895" y="61"/>
                    <a:pt x="905" y="63"/>
                  </a:cubicBezTo>
                  <a:cubicBezTo>
                    <a:pt x="885" y="49"/>
                    <a:pt x="942" y="24"/>
                    <a:pt x="901" y="24"/>
                  </a:cubicBezTo>
                  <a:cubicBezTo>
                    <a:pt x="893" y="24"/>
                    <a:pt x="879" y="26"/>
                    <a:pt x="859" y="28"/>
                  </a:cubicBezTo>
                  <a:lnTo>
                    <a:pt x="859" y="28"/>
                  </a:lnTo>
                  <a:cubicBezTo>
                    <a:pt x="859" y="28"/>
                    <a:pt x="858" y="26"/>
                    <a:pt x="863" y="21"/>
                  </a:cubicBezTo>
                  <a:cubicBezTo>
                    <a:pt x="842" y="14"/>
                    <a:pt x="825" y="11"/>
                    <a:pt x="809" y="11"/>
                  </a:cubicBezTo>
                  <a:cubicBezTo>
                    <a:pt x="766" y="11"/>
                    <a:pt x="735" y="29"/>
                    <a:pt x="685" y="29"/>
                  </a:cubicBezTo>
                  <a:cubicBezTo>
                    <a:pt x="643" y="12"/>
                    <a:pt x="753" y="12"/>
                    <a:pt x="711" y="4"/>
                  </a:cubicBezTo>
                  <a:lnTo>
                    <a:pt x="711" y="4"/>
                  </a:lnTo>
                  <a:cubicBezTo>
                    <a:pt x="700" y="5"/>
                    <a:pt x="689" y="5"/>
                    <a:pt x="676" y="5"/>
                  </a:cubicBezTo>
                  <a:cubicBezTo>
                    <a:pt x="632" y="5"/>
                    <a:pt x="578" y="0"/>
                    <a:pt x="5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4"/>
            <p:cNvSpPr/>
            <p:nvPr/>
          </p:nvSpPr>
          <p:spPr>
            <a:xfrm rot="-10636261">
              <a:off x="7028902" y="1310768"/>
              <a:ext cx="46" cy="46"/>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4"/>
            <p:cNvSpPr/>
            <p:nvPr/>
          </p:nvSpPr>
          <p:spPr>
            <a:xfrm rot="-10636261">
              <a:off x="6984337" y="1297678"/>
              <a:ext cx="44235" cy="8205"/>
            </a:xfrm>
            <a:custGeom>
              <a:rect b="b" l="l" r="r" t="t"/>
              <a:pathLst>
                <a:path extrusionOk="0" h="179" w="965">
                  <a:moveTo>
                    <a:pt x="652" y="1"/>
                  </a:moveTo>
                  <a:cubicBezTo>
                    <a:pt x="466" y="26"/>
                    <a:pt x="652" y="86"/>
                    <a:pt x="491" y="111"/>
                  </a:cubicBezTo>
                  <a:lnTo>
                    <a:pt x="381" y="102"/>
                  </a:lnTo>
                  <a:lnTo>
                    <a:pt x="339" y="145"/>
                  </a:lnTo>
                  <a:cubicBezTo>
                    <a:pt x="271" y="145"/>
                    <a:pt x="381" y="111"/>
                    <a:pt x="280" y="111"/>
                  </a:cubicBezTo>
                  <a:cubicBezTo>
                    <a:pt x="246" y="128"/>
                    <a:pt x="178" y="119"/>
                    <a:pt x="161" y="128"/>
                  </a:cubicBezTo>
                  <a:cubicBezTo>
                    <a:pt x="161" y="119"/>
                    <a:pt x="161" y="111"/>
                    <a:pt x="110" y="111"/>
                  </a:cubicBezTo>
                  <a:cubicBezTo>
                    <a:pt x="110" y="111"/>
                    <a:pt x="110" y="128"/>
                    <a:pt x="68" y="128"/>
                  </a:cubicBezTo>
                  <a:cubicBezTo>
                    <a:pt x="43" y="77"/>
                    <a:pt x="178" y="119"/>
                    <a:pt x="127" y="77"/>
                  </a:cubicBezTo>
                  <a:cubicBezTo>
                    <a:pt x="0" y="77"/>
                    <a:pt x="60" y="119"/>
                    <a:pt x="34" y="136"/>
                  </a:cubicBezTo>
                  <a:lnTo>
                    <a:pt x="60" y="136"/>
                  </a:lnTo>
                  <a:cubicBezTo>
                    <a:pt x="55" y="145"/>
                    <a:pt x="41" y="145"/>
                    <a:pt x="28" y="145"/>
                  </a:cubicBezTo>
                  <a:cubicBezTo>
                    <a:pt x="15" y="145"/>
                    <a:pt x="5" y="145"/>
                    <a:pt x="9" y="153"/>
                  </a:cubicBezTo>
                  <a:cubicBezTo>
                    <a:pt x="26" y="153"/>
                    <a:pt x="51" y="153"/>
                    <a:pt x="68" y="145"/>
                  </a:cubicBezTo>
                  <a:lnTo>
                    <a:pt x="68" y="145"/>
                  </a:lnTo>
                  <a:cubicBezTo>
                    <a:pt x="34" y="162"/>
                    <a:pt x="127" y="179"/>
                    <a:pt x="161" y="179"/>
                  </a:cubicBezTo>
                  <a:cubicBezTo>
                    <a:pt x="254" y="166"/>
                    <a:pt x="347" y="158"/>
                    <a:pt x="437" y="158"/>
                  </a:cubicBezTo>
                  <a:cubicBezTo>
                    <a:pt x="469" y="158"/>
                    <a:pt x="502" y="159"/>
                    <a:pt x="533" y="162"/>
                  </a:cubicBezTo>
                  <a:cubicBezTo>
                    <a:pt x="525" y="162"/>
                    <a:pt x="508" y="162"/>
                    <a:pt x="516" y="170"/>
                  </a:cubicBezTo>
                  <a:cubicBezTo>
                    <a:pt x="660" y="170"/>
                    <a:pt x="796" y="170"/>
                    <a:pt x="931" y="162"/>
                  </a:cubicBezTo>
                  <a:lnTo>
                    <a:pt x="965" y="111"/>
                  </a:lnTo>
                  <a:cubicBezTo>
                    <a:pt x="965" y="108"/>
                    <a:pt x="961" y="107"/>
                    <a:pt x="955" y="107"/>
                  </a:cubicBezTo>
                  <a:cubicBezTo>
                    <a:pt x="942" y="107"/>
                    <a:pt x="920" y="111"/>
                    <a:pt x="897" y="111"/>
                  </a:cubicBezTo>
                  <a:cubicBezTo>
                    <a:pt x="906" y="102"/>
                    <a:pt x="914" y="94"/>
                    <a:pt x="872" y="94"/>
                  </a:cubicBezTo>
                  <a:cubicBezTo>
                    <a:pt x="856" y="91"/>
                    <a:pt x="842" y="90"/>
                    <a:pt x="829" y="90"/>
                  </a:cubicBezTo>
                  <a:cubicBezTo>
                    <a:pt x="767" y="90"/>
                    <a:pt x="726" y="115"/>
                    <a:pt x="681" y="119"/>
                  </a:cubicBezTo>
                  <a:lnTo>
                    <a:pt x="681" y="119"/>
                  </a:lnTo>
                  <a:cubicBezTo>
                    <a:pt x="667" y="117"/>
                    <a:pt x="652" y="116"/>
                    <a:pt x="637" y="116"/>
                  </a:cubicBezTo>
                  <a:cubicBezTo>
                    <a:pt x="591" y="116"/>
                    <a:pt x="543" y="124"/>
                    <a:pt x="500" y="136"/>
                  </a:cubicBezTo>
                  <a:cubicBezTo>
                    <a:pt x="449" y="94"/>
                    <a:pt x="677" y="128"/>
                    <a:pt x="584" y="94"/>
                  </a:cubicBezTo>
                  <a:cubicBezTo>
                    <a:pt x="652" y="94"/>
                    <a:pt x="719" y="86"/>
                    <a:pt x="796" y="69"/>
                  </a:cubicBezTo>
                  <a:cubicBezTo>
                    <a:pt x="703" y="60"/>
                    <a:pt x="626" y="26"/>
                    <a:pt x="65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4"/>
            <p:cNvSpPr/>
            <p:nvPr/>
          </p:nvSpPr>
          <p:spPr>
            <a:xfrm rot="-10636261">
              <a:off x="7096421" y="1164526"/>
              <a:ext cx="825" cy="458"/>
            </a:xfrm>
            <a:custGeom>
              <a:rect b="b" l="l" r="r" t="t"/>
              <a:pathLst>
                <a:path extrusionOk="0" h="10" w="18">
                  <a:moveTo>
                    <a:pt x="18" y="1"/>
                  </a:moveTo>
                  <a:lnTo>
                    <a:pt x="1" y="9"/>
                  </a:lnTo>
                  <a:cubicBezTo>
                    <a:pt x="1" y="9"/>
                    <a:pt x="9" y="9"/>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4"/>
            <p:cNvSpPr/>
            <p:nvPr/>
          </p:nvSpPr>
          <p:spPr>
            <a:xfrm rot="-10636261">
              <a:off x="6876806" y="1316023"/>
              <a:ext cx="2017" cy="1604"/>
            </a:xfrm>
            <a:custGeom>
              <a:rect b="b" l="l" r="r" t="t"/>
              <a:pathLst>
                <a:path extrusionOk="0" h="35" w="44">
                  <a:moveTo>
                    <a:pt x="43" y="1"/>
                  </a:moveTo>
                  <a:lnTo>
                    <a:pt x="32" y="10"/>
                  </a:lnTo>
                  <a:lnTo>
                    <a:pt x="32" y="10"/>
                  </a:lnTo>
                  <a:cubicBezTo>
                    <a:pt x="37" y="6"/>
                    <a:pt x="40" y="4"/>
                    <a:pt x="43" y="1"/>
                  </a:cubicBezTo>
                  <a:close/>
                  <a:moveTo>
                    <a:pt x="32" y="10"/>
                  </a:moveTo>
                  <a:cubicBezTo>
                    <a:pt x="23" y="16"/>
                    <a:pt x="12" y="23"/>
                    <a:pt x="1" y="35"/>
                  </a:cubicBezTo>
                  <a:lnTo>
                    <a:pt x="32" y="1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4"/>
            <p:cNvSpPr/>
            <p:nvPr/>
          </p:nvSpPr>
          <p:spPr>
            <a:xfrm rot="-10636261">
              <a:off x="6910607" y="1283091"/>
              <a:ext cx="2750" cy="2750"/>
            </a:xfrm>
            <a:custGeom>
              <a:rect b="b" l="l" r="r" t="t"/>
              <a:pathLst>
                <a:path extrusionOk="0" h="60" w="60">
                  <a:moveTo>
                    <a:pt x="60" y="0"/>
                  </a:moveTo>
                  <a:lnTo>
                    <a:pt x="1" y="60"/>
                  </a:lnTo>
                  <a:cubicBezTo>
                    <a:pt x="18" y="43"/>
                    <a:pt x="43" y="26"/>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4"/>
            <p:cNvSpPr/>
            <p:nvPr/>
          </p:nvSpPr>
          <p:spPr>
            <a:xfrm rot="-10636261">
              <a:off x="7081126" y="1175437"/>
              <a:ext cx="46" cy="413"/>
            </a:xfrm>
            <a:custGeom>
              <a:rect b="b" l="l" r="r" t="t"/>
              <a:pathLst>
                <a:path extrusionOk="0" h="9" w="1">
                  <a:moveTo>
                    <a:pt x="0" y="8"/>
                  </a:moveTo>
                  <a:lnTo>
                    <a:pt x="0" y="8"/>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4"/>
            <p:cNvSpPr/>
            <p:nvPr/>
          </p:nvSpPr>
          <p:spPr>
            <a:xfrm rot="-10636261">
              <a:off x="6985319" y="1238832"/>
              <a:ext cx="1238" cy="458"/>
            </a:xfrm>
            <a:custGeom>
              <a:rect b="b" l="l" r="r" t="t"/>
              <a:pathLst>
                <a:path extrusionOk="0" h="10" w="27">
                  <a:moveTo>
                    <a:pt x="26" y="1"/>
                  </a:moveTo>
                  <a:cubicBezTo>
                    <a:pt x="19" y="1"/>
                    <a:pt x="11" y="7"/>
                    <a:pt x="4" y="9"/>
                  </a:cubicBezTo>
                  <a:lnTo>
                    <a:pt x="4" y="9"/>
                  </a:lnTo>
                  <a:cubicBezTo>
                    <a:pt x="8" y="8"/>
                    <a:pt x="15" y="6"/>
                    <a:pt x="26" y="1"/>
                  </a:cubicBezTo>
                  <a:close/>
                  <a:moveTo>
                    <a:pt x="4" y="9"/>
                  </a:moveTo>
                  <a:cubicBezTo>
                    <a:pt x="2" y="9"/>
                    <a:pt x="1" y="9"/>
                    <a:pt x="1" y="9"/>
                  </a:cubicBezTo>
                  <a:cubicBezTo>
                    <a:pt x="2" y="9"/>
                    <a:pt x="3" y="9"/>
                    <a:pt x="4"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4"/>
            <p:cNvSpPr/>
            <p:nvPr/>
          </p:nvSpPr>
          <p:spPr>
            <a:xfrm rot="-10636261">
              <a:off x="6910122" y="1285720"/>
              <a:ext cx="458" cy="458"/>
            </a:xfrm>
            <a:custGeom>
              <a:rect b="b" l="l" r="r" t="t"/>
              <a:pathLst>
                <a:path extrusionOk="0" h="10" w="10">
                  <a:moveTo>
                    <a:pt x="9" y="1"/>
                  </a:moveTo>
                  <a:lnTo>
                    <a:pt x="9" y="1"/>
                  </a:ln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4"/>
            <p:cNvSpPr/>
            <p:nvPr/>
          </p:nvSpPr>
          <p:spPr>
            <a:xfrm rot="-10636261">
              <a:off x="6847231" y="1334415"/>
              <a:ext cx="2796" cy="458"/>
            </a:xfrm>
            <a:custGeom>
              <a:rect b="b" l="l" r="r" t="t"/>
              <a:pathLst>
                <a:path extrusionOk="0" h="10" w="61">
                  <a:moveTo>
                    <a:pt x="60" y="1"/>
                  </a:move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4"/>
            <p:cNvSpPr/>
            <p:nvPr/>
          </p:nvSpPr>
          <p:spPr>
            <a:xfrm rot="-10636261">
              <a:off x="6863103" y="1327817"/>
              <a:ext cx="2384" cy="413"/>
            </a:xfrm>
            <a:custGeom>
              <a:rect b="b" l="l" r="r" t="t"/>
              <a:pathLst>
                <a:path extrusionOk="0" h="9" w="52">
                  <a:moveTo>
                    <a:pt x="52" y="1"/>
                  </a:move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4"/>
            <p:cNvSpPr/>
            <p:nvPr/>
          </p:nvSpPr>
          <p:spPr>
            <a:xfrm rot="-10636261">
              <a:off x="6945376" y="1327864"/>
              <a:ext cx="3942" cy="825"/>
            </a:xfrm>
            <a:custGeom>
              <a:rect b="b" l="l" r="r" t="t"/>
              <a:pathLst>
                <a:path extrusionOk="0" h="18" w="86">
                  <a:moveTo>
                    <a:pt x="85" y="1"/>
                  </a:moveTo>
                  <a:lnTo>
                    <a:pt x="1" y="18"/>
                  </a:lnTo>
                  <a:cubicBezTo>
                    <a:pt x="26" y="18"/>
                    <a:pt x="60" y="9"/>
                    <a:pt x="8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4"/>
            <p:cNvSpPr/>
            <p:nvPr/>
          </p:nvSpPr>
          <p:spPr>
            <a:xfrm rot="-10636261">
              <a:off x="6867692" y="1328742"/>
              <a:ext cx="1238" cy="458"/>
            </a:xfrm>
            <a:custGeom>
              <a:rect b="b" l="l" r="r" t="t"/>
              <a:pathLst>
                <a:path extrusionOk="0" h="10" w="27">
                  <a:moveTo>
                    <a:pt x="26" y="1"/>
                  </a:moveTo>
                  <a:cubicBezTo>
                    <a:pt x="22" y="1"/>
                    <a:pt x="18" y="3"/>
                    <a:pt x="14" y="5"/>
                  </a:cubicBezTo>
                  <a:lnTo>
                    <a:pt x="14" y="5"/>
                  </a:lnTo>
                  <a:lnTo>
                    <a:pt x="26" y="1"/>
                  </a:lnTo>
                  <a:close/>
                  <a:moveTo>
                    <a:pt x="14" y="5"/>
                  </a:moveTo>
                  <a:lnTo>
                    <a:pt x="1" y="9"/>
                  </a:lnTo>
                  <a:cubicBezTo>
                    <a:pt x="5" y="9"/>
                    <a:pt x="9" y="7"/>
                    <a:pt x="14"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4"/>
            <p:cNvSpPr/>
            <p:nvPr/>
          </p:nvSpPr>
          <p:spPr>
            <a:xfrm rot="-10636261">
              <a:off x="7111275" y="1162139"/>
              <a:ext cx="46" cy="46"/>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4"/>
            <p:cNvSpPr/>
            <p:nvPr/>
          </p:nvSpPr>
          <p:spPr>
            <a:xfrm rot="-10636261">
              <a:off x="7113484" y="1155673"/>
              <a:ext cx="1604" cy="1192"/>
            </a:xfrm>
            <a:custGeom>
              <a:rect b="b" l="l" r="r" t="t"/>
              <a:pathLst>
                <a:path extrusionOk="0" h="26" w="35">
                  <a:moveTo>
                    <a:pt x="34" y="0"/>
                  </a:moveTo>
                  <a:lnTo>
                    <a:pt x="0" y="26"/>
                  </a:lnTo>
                  <a:cubicBezTo>
                    <a:pt x="17" y="17"/>
                    <a:pt x="26" y="9"/>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4"/>
            <p:cNvSpPr/>
            <p:nvPr/>
          </p:nvSpPr>
          <p:spPr>
            <a:xfrm rot="-10636261">
              <a:off x="7012054" y="1223421"/>
              <a:ext cx="2200" cy="1238"/>
            </a:xfrm>
            <a:custGeom>
              <a:rect b="b" l="l" r="r" t="t"/>
              <a:pathLst>
                <a:path extrusionOk="0" h="27" w="48">
                  <a:moveTo>
                    <a:pt x="47" y="0"/>
                  </a:moveTo>
                  <a:cubicBezTo>
                    <a:pt x="36" y="0"/>
                    <a:pt x="21" y="8"/>
                    <a:pt x="12" y="8"/>
                  </a:cubicBezTo>
                  <a:cubicBezTo>
                    <a:pt x="8" y="8"/>
                    <a:pt x="5" y="6"/>
                    <a:pt x="5" y="0"/>
                  </a:cubicBezTo>
                  <a:lnTo>
                    <a:pt x="5" y="0"/>
                  </a:lnTo>
                  <a:cubicBezTo>
                    <a:pt x="0" y="15"/>
                    <a:pt x="3" y="26"/>
                    <a:pt x="13" y="26"/>
                  </a:cubicBezTo>
                  <a:cubicBezTo>
                    <a:pt x="21" y="26"/>
                    <a:pt x="32" y="19"/>
                    <a:pt x="4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4"/>
            <p:cNvSpPr/>
            <p:nvPr/>
          </p:nvSpPr>
          <p:spPr>
            <a:xfrm rot="-10636261">
              <a:off x="7109886" y="1177233"/>
              <a:ext cx="688" cy="1284"/>
            </a:xfrm>
            <a:custGeom>
              <a:rect b="b" l="l" r="r" t="t"/>
              <a:pathLst>
                <a:path extrusionOk="0" h="28" w="15">
                  <a:moveTo>
                    <a:pt x="12" y="0"/>
                  </a:moveTo>
                  <a:cubicBezTo>
                    <a:pt x="11" y="0"/>
                    <a:pt x="10" y="1"/>
                    <a:pt x="9" y="3"/>
                  </a:cubicBezTo>
                  <a:cubicBezTo>
                    <a:pt x="9" y="11"/>
                    <a:pt x="0" y="20"/>
                    <a:pt x="0" y="28"/>
                  </a:cubicBezTo>
                  <a:cubicBezTo>
                    <a:pt x="7" y="14"/>
                    <a:pt x="14" y="0"/>
                    <a:pt x="1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4"/>
            <p:cNvSpPr/>
            <p:nvPr/>
          </p:nvSpPr>
          <p:spPr>
            <a:xfrm rot="-10636261">
              <a:off x="7110586" y="1176076"/>
              <a:ext cx="825" cy="1192"/>
            </a:xfrm>
            <a:custGeom>
              <a:rect b="b" l="l" r="r" t="t"/>
              <a:pathLst>
                <a:path extrusionOk="0" h="26" w="18">
                  <a:moveTo>
                    <a:pt x="17" y="0"/>
                  </a:moveTo>
                  <a:lnTo>
                    <a:pt x="0" y="25"/>
                  </a:lnTo>
                  <a:cubicBezTo>
                    <a:pt x="9" y="17"/>
                    <a:pt x="17" y="8"/>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4"/>
            <p:cNvSpPr/>
            <p:nvPr/>
          </p:nvSpPr>
          <p:spPr>
            <a:xfrm rot="-10636261">
              <a:off x="7009416" y="1246576"/>
              <a:ext cx="825" cy="229"/>
            </a:xfrm>
            <a:custGeom>
              <a:rect b="b" l="l" r="r" t="t"/>
              <a:pathLst>
                <a:path extrusionOk="0" h="5" w="18">
                  <a:moveTo>
                    <a:pt x="9" y="1"/>
                  </a:moveTo>
                  <a:cubicBezTo>
                    <a:pt x="4" y="1"/>
                    <a:pt x="0" y="4"/>
                    <a:pt x="0" y="4"/>
                  </a:cubicBezTo>
                  <a:lnTo>
                    <a:pt x="17" y="4"/>
                  </a:lnTo>
                  <a:cubicBezTo>
                    <a:pt x="14" y="1"/>
                    <a:pt x="12"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4"/>
            <p:cNvSpPr/>
            <p:nvPr/>
          </p:nvSpPr>
          <p:spPr>
            <a:xfrm rot="-10636261">
              <a:off x="7107967" y="1144394"/>
              <a:ext cx="12835" cy="12881"/>
            </a:xfrm>
            <a:custGeom>
              <a:rect b="b" l="l" r="r" t="t"/>
              <a:pathLst>
                <a:path extrusionOk="0" h="281" w="280">
                  <a:moveTo>
                    <a:pt x="255" y="1"/>
                  </a:moveTo>
                  <a:lnTo>
                    <a:pt x="111" y="94"/>
                  </a:lnTo>
                  <a:cubicBezTo>
                    <a:pt x="93" y="100"/>
                    <a:pt x="81" y="103"/>
                    <a:pt x="75" y="103"/>
                  </a:cubicBezTo>
                  <a:cubicBezTo>
                    <a:pt x="55" y="103"/>
                    <a:pt x="87" y="75"/>
                    <a:pt x="119" y="43"/>
                  </a:cubicBezTo>
                  <a:cubicBezTo>
                    <a:pt x="111" y="43"/>
                    <a:pt x="102" y="52"/>
                    <a:pt x="94" y="52"/>
                  </a:cubicBezTo>
                  <a:cubicBezTo>
                    <a:pt x="94" y="58"/>
                    <a:pt x="22" y="131"/>
                    <a:pt x="40" y="131"/>
                  </a:cubicBezTo>
                  <a:cubicBezTo>
                    <a:pt x="47" y="131"/>
                    <a:pt x="62" y="123"/>
                    <a:pt x="94" y="102"/>
                  </a:cubicBezTo>
                  <a:lnTo>
                    <a:pt x="94" y="102"/>
                  </a:lnTo>
                  <a:cubicBezTo>
                    <a:pt x="102" y="136"/>
                    <a:pt x="26" y="179"/>
                    <a:pt x="1" y="212"/>
                  </a:cubicBezTo>
                  <a:cubicBezTo>
                    <a:pt x="5" y="210"/>
                    <a:pt x="8" y="208"/>
                    <a:pt x="10" y="208"/>
                  </a:cubicBezTo>
                  <a:cubicBezTo>
                    <a:pt x="19" y="208"/>
                    <a:pt x="4" y="238"/>
                    <a:pt x="18" y="238"/>
                  </a:cubicBezTo>
                  <a:cubicBezTo>
                    <a:pt x="26" y="221"/>
                    <a:pt x="43" y="204"/>
                    <a:pt x="68" y="187"/>
                  </a:cubicBezTo>
                  <a:lnTo>
                    <a:pt x="68" y="187"/>
                  </a:lnTo>
                  <a:cubicBezTo>
                    <a:pt x="85" y="187"/>
                    <a:pt x="52" y="229"/>
                    <a:pt x="18" y="246"/>
                  </a:cubicBezTo>
                  <a:cubicBezTo>
                    <a:pt x="23" y="244"/>
                    <a:pt x="27" y="244"/>
                    <a:pt x="30" y="244"/>
                  </a:cubicBezTo>
                  <a:cubicBezTo>
                    <a:pt x="49" y="244"/>
                    <a:pt x="18" y="280"/>
                    <a:pt x="31" y="280"/>
                  </a:cubicBezTo>
                  <a:cubicBezTo>
                    <a:pt x="34" y="280"/>
                    <a:pt x="41" y="278"/>
                    <a:pt x="52" y="272"/>
                  </a:cubicBezTo>
                  <a:cubicBezTo>
                    <a:pt x="145" y="195"/>
                    <a:pt x="221" y="111"/>
                    <a:pt x="280" y="9"/>
                  </a:cubicBezTo>
                  <a:lnTo>
                    <a:pt x="280" y="9"/>
                  </a:lnTo>
                  <a:cubicBezTo>
                    <a:pt x="221" y="60"/>
                    <a:pt x="162" y="111"/>
                    <a:pt x="94" y="153"/>
                  </a:cubicBezTo>
                  <a:lnTo>
                    <a:pt x="94" y="119"/>
                  </a:lnTo>
                  <a:cubicBezTo>
                    <a:pt x="153" y="85"/>
                    <a:pt x="204" y="52"/>
                    <a:pt x="25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4"/>
            <p:cNvSpPr/>
            <p:nvPr/>
          </p:nvSpPr>
          <p:spPr>
            <a:xfrm rot="-10636261">
              <a:off x="7118784" y="1167131"/>
              <a:ext cx="46" cy="458"/>
            </a:xfrm>
            <a:custGeom>
              <a:rect b="b" l="l" r="r" t="t"/>
              <a:pathLst>
                <a:path extrusionOk="0" h="10" w="1">
                  <a:moveTo>
                    <a:pt x="0" y="1"/>
                  </a:moveTo>
                  <a:lnTo>
                    <a:pt x="0" y="1"/>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4"/>
            <p:cNvSpPr/>
            <p:nvPr/>
          </p:nvSpPr>
          <p:spPr>
            <a:xfrm rot="-10636261">
              <a:off x="6959085" y="1301263"/>
              <a:ext cx="413" cy="413"/>
            </a:xfrm>
            <a:custGeom>
              <a:rect b="b" l="l" r="r" t="t"/>
              <a:pathLst>
                <a:path extrusionOk="0" h="9" w="9">
                  <a:moveTo>
                    <a:pt x="9" y="0"/>
                  </a:moveTo>
                  <a:lnTo>
                    <a:pt x="0" y="9"/>
                  </a:lnTo>
                  <a:cubicBezTo>
                    <a:pt x="9" y="9"/>
                    <a:pt x="9"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4"/>
            <p:cNvSpPr/>
            <p:nvPr/>
          </p:nvSpPr>
          <p:spPr>
            <a:xfrm rot="-10636261">
              <a:off x="7111559" y="1164860"/>
              <a:ext cx="46" cy="46"/>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4"/>
            <p:cNvSpPr/>
            <p:nvPr/>
          </p:nvSpPr>
          <p:spPr>
            <a:xfrm>
              <a:off x="6952875" y="1301738"/>
              <a:ext cx="0" cy="46"/>
            </a:xfrm>
            <a:custGeom>
              <a:rect b="b" l="l" r="r" t="t"/>
              <a:pathLst>
                <a:path extrusionOk="0" h="1" w="0">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4"/>
            <p:cNvSpPr/>
            <p:nvPr/>
          </p:nvSpPr>
          <p:spPr>
            <a:xfrm rot="-10636261">
              <a:off x="6905238" y="1331710"/>
              <a:ext cx="825" cy="46"/>
            </a:xfrm>
            <a:custGeom>
              <a:rect b="b" l="l" r="r" t="t"/>
              <a:pathLst>
                <a:path extrusionOk="0" h="1" w="18">
                  <a:moveTo>
                    <a:pt x="18" y="1"/>
                  </a:moveTo>
                  <a:lnTo>
                    <a:pt x="18" y="1"/>
                  </a:lnTo>
                  <a:cubicBezTo>
                    <a:pt x="1" y="1"/>
                    <a:pt x="1" y="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4"/>
            <p:cNvSpPr/>
            <p:nvPr/>
          </p:nvSpPr>
          <p:spPr>
            <a:xfrm>
              <a:off x="6952875" y="1301738"/>
              <a:ext cx="0" cy="46"/>
            </a:xfrm>
            <a:custGeom>
              <a:rect b="b" l="l" r="r" t="t"/>
              <a:pathLst>
                <a:path extrusionOk="0" h="1" w="0">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4"/>
            <p:cNvSpPr/>
            <p:nvPr/>
          </p:nvSpPr>
          <p:spPr>
            <a:xfrm rot="-10636261">
              <a:off x="6940831" y="1293438"/>
              <a:ext cx="1192" cy="183"/>
            </a:xfrm>
            <a:custGeom>
              <a:rect b="b" l="l" r="r" t="t"/>
              <a:pathLst>
                <a:path extrusionOk="0" h="4" w="26">
                  <a:moveTo>
                    <a:pt x="14" y="0"/>
                  </a:moveTo>
                  <a:cubicBezTo>
                    <a:pt x="11" y="0"/>
                    <a:pt x="6" y="1"/>
                    <a:pt x="0" y="4"/>
                  </a:cubicBezTo>
                  <a:lnTo>
                    <a:pt x="26" y="4"/>
                  </a:lnTo>
                  <a:cubicBezTo>
                    <a:pt x="26" y="4"/>
                    <a:pt x="22" y="0"/>
                    <a:pt x="1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4"/>
            <p:cNvSpPr/>
            <p:nvPr/>
          </p:nvSpPr>
          <p:spPr>
            <a:xfrm rot="-10636261">
              <a:off x="6928873" y="1299827"/>
              <a:ext cx="413" cy="46"/>
            </a:xfrm>
            <a:custGeom>
              <a:rect b="b" l="l" r="r" t="t"/>
              <a:pathLst>
                <a:path extrusionOk="0" h="1" w="9">
                  <a:moveTo>
                    <a:pt x="0" y="1"/>
                  </a:moveTo>
                  <a:lnTo>
                    <a:pt x="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4"/>
            <p:cNvSpPr/>
            <p:nvPr/>
          </p:nvSpPr>
          <p:spPr>
            <a:xfrm rot="-10636261">
              <a:off x="7004389" y="1221518"/>
              <a:ext cx="1192" cy="1192"/>
            </a:xfrm>
            <a:custGeom>
              <a:rect b="b" l="l" r="r" t="t"/>
              <a:pathLst>
                <a:path extrusionOk="0" h="26" w="26">
                  <a:moveTo>
                    <a:pt x="25" y="0"/>
                  </a:moveTo>
                  <a:cubicBezTo>
                    <a:pt x="17" y="0"/>
                    <a:pt x="9" y="9"/>
                    <a:pt x="0" y="26"/>
                  </a:cubicBezTo>
                  <a:lnTo>
                    <a:pt x="2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4"/>
            <p:cNvSpPr/>
            <p:nvPr/>
          </p:nvSpPr>
          <p:spPr>
            <a:xfrm rot="-10636261">
              <a:off x="6953270" y="1300997"/>
              <a:ext cx="825" cy="413"/>
            </a:xfrm>
            <a:custGeom>
              <a:rect b="b" l="l" r="r" t="t"/>
              <a:pathLst>
                <a:path extrusionOk="0" h="9" w="18">
                  <a:moveTo>
                    <a:pt x="18" y="0"/>
                  </a:move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4"/>
            <p:cNvSpPr/>
            <p:nvPr/>
          </p:nvSpPr>
          <p:spPr>
            <a:xfrm rot="-10636261">
              <a:off x="6949209" y="1280188"/>
              <a:ext cx="413" cy="458"/>
            </a:xfrm>
            <a:custGeom>
              <a:rect b="b" l="l" r="r" t="t"/>
              <a:pathLst>
                <a:path extrusionOk="0" h="10" w="9">
                  <a:moveTo>
                    <a:pt x="0" y="9"/>
                  </a:moveTo>
                  <a:lnTo>
                    <a:pt x="9" y="1"/>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4"/>
            <p:cNvSpPr/>
            <p:nvPr/>
          </p:nvSpPr>
          <p:spPr>
            <a:xfrm rot="-10636261">
              <a:off x="6946730" y="1270357"/>
              <a:ext cx="16319" cy="10910"/>
            </a:xfrm>
            <a:custGeom>
              <a:rect b="b" l="l" r="r" t="t"/>
              <a:pathLst>
                <a:path extrusionOk="0" h="238" w="356">
                  <a:moveTo>
                    <a:pt x="356" y="0"/>
                  </a:moveTo>
                  <a:lnTo>
                    <a:pt x="280" y="51"/>
                  </a:lnTo>
                  <a:lnTo>
                    <a:pt x="280" y="26"/>
                  </a:lnTo>
                  <a:cubicBezTo>
                    <a:pt x="245" y="60"/>
                    <a:pt x="231" y="68"/>
                    <a:pt x="223" y="68"/>
                  </a:cubicBezTo>
                  <a:cubicBezTo>
                    <a:pt x="216" y="68"/>
                    <a:pt x="215" y="62"/>
                    <a:pt x="207" y="62"/>
                  </a:cubicBezTo>
                  <a:cubicBezTo>
                    <a:pt x="199" y="62"/>
                    <a:pt x="184" y="71"/>
                    <a:pt x="144" y="110"/>
                  </a:cubicBezTo>
                  <a:cubicBezTo>
                    <a:pt x="144" y="102"/>
                    <a:pt x="144" y="102"/>
                    <a:pt x="144" y="93"/>
                  </a:cubicBezTo>
                  <a:cubicBezTo>
                    <a:pt x="93" y="144"/>
                    <a:pt x="0" y="203"/>
                    <a:pt x="9" y="237"/>
                  </a:cubicBezTo>
                  <a:cubicBezTo>
                    <a:pt x="23" y="223"/>
                    <a:pt x="86" y="188"/>
                    <a:pt x="110" y="188"/>
                  </a:cubicBezTo>
                  <a:cubicBezTo>
                    <a:pt x="115" y="188"/>
                    <a:pt x="119" y="190"/>
                    <a:pt x="119" y="195"/>
                  </a:cubicBezTo>
                  <a:cubicBezTo>
                    <a:pt x="144" y="161"/>
                    <a:pt x="212" y="136"/>
                    <a:pt x="220" y="119"/>
                  </a:cubicBezTo>
                  <a:lnTo>
                    <a:pt x="220" y="119"/>
                  </a:lnTo>
                  <a:cubicBezTo>
                    <a:pt x="205" y="126"/>
                    <a:pt x="195" y="130"/>
                    <a:pt x="191" y="130"/>
                  </a:cubicBezTo>
                  <a:cubicBezTo>
                    <a:pt x="175" y="130"/>
                    <a:pt x="211" y="94"/>
                    <a:pt x="237" y="68"/>
                  </a:cubicBezTo>
                  <a:cubicBezTo>
                    <a:pt x="244" y="62"/>
                    <a:pt x="249" y="61"/>
                    <a:pt x="251" y="61"/>
                  </a:cubicBezTo>
                  <a:cubicBezTo>
                    <a:pt x="258" y="61"/>
                    <a:pt x="252" y="75"/>
                    <a:pt x="262" y="75"/>
                  </a:cubicBezTo>
                  <a:cubicBezTo>
                    <a:pt x="265" y="75"/>
                    <a:pt x="271" y="73"/>
                    <a:pt x="280" y="68"/>
                  </a:cubicBezTo>
                  <a:lnTo>
                    <a:pt x="35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4"/>
            <p:cNvSpPr/>
            <p:nvPr/>
          </p:nvSpPr>
          <p:spPr>
            <a:xfrm rot="-10636261">
              <a:off x="6955547" y="1277012"/>
              <a:ext cx="825" cy="825"/>
            </a:xfrm>
            <a:custGeom>
              <a:rect b="b" l="l" r="r" t="t"/>
              <a:pathLst>
                <a:path extrusionOk="0" h="18" w="18">
                  <a:moveTo>
                    <a:pt x="17" y="0"/>
                  </a:moveTo>
                  <a:lnTo>
                    <a:pt x="17" y="0"/>
                  </a:lnTo>
                  <a:cubicBezTo>
                    <a:pt x="9" y="0"/>
                    <a:pt x="0" y="9"/>
                    <a:pt x="0" y="17"/>
                  </a:cubicBezTo>
                  <a:cubicBezTo>
                    <a:pt x="9" y="9"/>
                    <a:pt x="9" y="0"/>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4"/>
            <p:cNvSpPr/>
            <p:nvPr/>
          </p:nvSpPr>
          <p:spPr>
            <a:xfrm rot="-10636261">
              <a:off x="6981146" y="1261570"/>
              <a:ext cx="825" cy="1192"/>
            </a:xfrm>
            <a:custGeom>
              <a:rect b="b" l="l" r="r" t="t"/>
              <a:pathLst>
                <a:path extrusionOk="0" h="26" w="18">
                  <a:moveTo>
                    <a:pt x="18" y="1"/>
                  </a:moveTo>
                  <a:lnTo>
                    <a:pt x="1" y="26"/>
                  </a:lnTo>
                  <a:cubicBezTo>
                    <a:pt x="9" y="18"/>
                    <a:pt x="18" y="9"/>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4"/>
            <p:cNvSpPr/>
            <p:nvPr/>
          </p:nvSpPr>
          <p:spPr>
            <a:xfrm rot="-10636261">
              <a:off x="7001689" y="1311274"/>
              <a:ext cx="4309" cy="1054"/>
            </a:xfrm>
            <a:custGeom>
              <a:rect b="b" l="l" r="r" t="t"/>
              <a:pathLst>
                <a:path extrusionOk="0" h="23" w="94">
                  <a:moveTo>
                    <a:pt x="9" y="0"/>
                  </a:moveTo>
                  <a:lnTo>
                    <a:pt x="1" y="9"/>
                  </a:lnTo>
                  <a:cubicBezTo>
                    <a:pt x="1" y="14"/>
                    <a:pt x="35" y="22"/>
                    <a:pt x="62" y="22"/>
                  </a:cubicBezTo>
                  <a:cubicBezTo>
                    <a:pt x="79" y="22"/>
                    <a:pt x="94" y="19"/>
                    <a:pt x="94" y="9"/>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4"/>
            <p:cNvSpPr/>
            <p:nvPr/>
          </p:nvSpPr>
          <p:spPr>
            <a:xfrm rot="-10636261">
              <a:off x="7039713" y="1213102"/>
              <a:ext cx="1238" cy="1192"/>
            </a:xfrm>
            <a:custGeom>
              <a:rect b="b" l="l" r="r" t="t"/>
              <a:pathLst>
                <a:path extrusionOk="0" h="26" w="27">
                  <a:moveTo>
                    <a:pt x="26" y="0"/>
                  </a:moveTo>
                  <a:cubicBezTo>
                    <a:pt x="18" y="0"/>
                    <a:pt x="1" y="17"/>
                    <a:pt x="1" y="26"/>
                  </a:cubicBezTo>
                  <a:lnTo>
                    <a:pt x="26" y="9"/>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4"/>
            <p:cNvSpPr/>
            <p:nvPr/>
          </p:nvSpPr>
          <p:spPr>
            <a:xfrm rot="-10636261">
              <a:off x="6957783" y="1271290"/>
              <a:ext cx="825" cy="1238"/>
            </a:xfrm>
            <a:custGeom>
              <a:rect b="b" l="l" r="r" t="t"/>
              <a:pathLst>
                <a:path extrusionOk="0" h="27" w="18">
                  <a:moveTo>
                    <a:pt x="18" y="1"/>
                  </a:moveTo>
                  <a:cubicBezTo>
                    <a:pt x="9" y="1"/>
                    <a:pt x="9" y="9"/>
                    <a:pt x="1" y="26"/>
                  </a:cubicBezTo>
                  <a:cubicBezTo>
                    <a:pt x="9" y="18"/>
                    <a:pt x="18" y="9"/>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4"/>
            <p:cNvSpPr/>
            <p:nvPr/>
          </p:nvSpPr>
          <p:spPr>
            <a:xfrm rot="-10636261">
              <a:off x="7042825" y="1212535"/>
              <a:ext cx="3942" cy="2750"/>
            </a:xfrm>
            <a:custGeom>
              <a:rect b="b" l="l" r="r" t="t"/>
              <a:pathLst>
                <a:path extrusionOk="0" h="60" w="86">
                  <a:moveTo>
                    <a:pt x="43" y="0"/>
                  </a:moveTo>
                  <a:cubicBezTo>
                    <a:pt x="26" y="17"/>
                    <a:pt x="9" y="34"/>
                    <a:pt x="1" y="60"/>
                  </a:cubicBezTo>
                  <a:cubicBezTo>
                    <a:pt x="26" y="34"/>
                    <a:pt x="52" y="17"/>
                    <a:pt x="85" y="0"/>
                  </a:cubicBezTo>
                  <a:lnTo>
                    <a:pt x="85" y="0"/>
                  </a:lnTo>
                  <a:cubicBezTo>
                    <a:pt x="80" y="0"/>
                    <a:pt x="67" y="4"/>
                    <a:pt x="56" y="4"/>
                  </a:cubicBezTo>
                  <a:cubicBezTo>
                    <a:pt x="51" y="4"/>
                    <a:pt x="46" y="3"/>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4"/>
            <p:cNvSpPr/>
            <p:nvPr/>
          </p:nvSpPr>
          <p:spPr>
            <a:xfrm rot="-10636261">
              <a:off x="7046784" y="1212629"/>
              <a:ext cx="46" cy="46"/>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4"/>
            <p:cNvSpPr/>
            <p:nvPr/>
          </p:nvSpPr>
          <p:spPr>
            <a:xfrm rot="-10636261">
              <a:off x="6837438" y="1152887"/>
              <a:ext cx="465775" cy="200410"/>
            </a:xfrm>
            <a:custGeom>
              <a:rect b="b" l="l" r="r" t="t"/>
              <a:pathLst>
                <a:path extrusionOk="0" h="4372" w="10161">
                  <a:moveTo>
                    <a:pt x="610" y="184"/>
                  </a:moveTo>
                  <a:cubicBezTo>
                    <a:pt x="610" y="185"/>
                    <a:pt x="610" y="185"/>
                    <a:pt x="610" y="186"/>
                  </a:cubicBezTo>
                  <a:lnTo>
                    <a:pt x="610" y="186"/>
                  </a:lnTo>
                  <a:cubicBezTo>
                    <a:pt x="610" y="185"/>
                    <a:pt x="610" y="184"/>
                    <a:pt x="610" y="184"/>
                  </a:cubicBezTo>
                  <a:close/>
                  <a:moveTo>
                    <a:pt x="2037" y="326"/>
                  </a:moveTo>
                  <a:lnTo>
                    <a:pt x="2048" y="328"/>
                  </a:lnTo>
                  <a:cubicBezTo>
                    <a:pt x="2044" y="327"/>
                    <a:pt x="2040" y="327"/>
                    <a:pt x="2037" y="326"/>
                  </a:cubicBezTo>
                  <a:close/>
                  <a:moveTo>
                    <a:pt x="1405" y="370"/>
                  </a:moveTo>
                  <a:lnTo>
                    <a:pt x="1405" y="370"/>
                  </a:lnTo>
                  <a:cubicBezTo>
                    <a:pt x="1408" y="373"/>
                    <a:pt x="1411" y="374"/>
                    <a:pt x="1414" y="374"/>
                  </a:cubicBezTo>
                  <a:cubicBezTo>
                    <a:pt x="1417" y="374"/>
                    <a:pt x="1420" y="373"/>
                    <a:pt x="1422" y="372"/>
                  </a:cubicBezTo>
                  <a:lnTo>
                    <a:pt x="1422" y="372"/>
                  </a:lnTo>
                  <a:cubicBezTo>
                    <a:pt x="1417" y="372"/>
                    <a:pt x="1411" y="371"/>
                    <a:pt x="1405" y="370"/>
                  </a:cubicBezTo>
                  <a:close/>
                  <a:moveTo>
                    <a:pt x="4315" y="480"/>
                  </a:moveTo>
                  <a:lnTo>
                    <a:pt x="4315" y="480"/>
                  </a:lnTo>
                  <a:cubicBezTo>
                    <a:pt x="4308" y="489"/>
                    <a:pt x="4297" y="495"/>
                    <a:pt x="4283" y="499"/>
                  </a:cubicBezTo>
                  <a:lnTo>
                    <a:pt x="4283" y="499"/>
                  </a:lnTo>
                  <a:cubicBezTo>
                    <a:pt x="4314" y="495"/>
                    <a:pt x="4349" y="493"/>
                    <a:pt x="4315" y="480"/>
                  </a:cubicBezTo>
                  <a:close/>
                  <a:moveTo>
                    <a:pt x="4283" y="499"/>
                  </a:moveTo>
                  <a:lnTo>
                    <a:pt x="4283" y="499"/>
                  </a:lnTo>
                  <a:cubicBezTo>
                    <a:pt x="4274" y="501"/>
                    <a:pt x="4265" y="502"/>
                    <a:pt x="4259" y="504"/>
                  </a:cubicBezTo>
                  <a:lnTo>
                    <a:pt x="4259" y="504"/>
                  </a:lnTo>
                  <a:cubicBezTo>
                    <a:pt x="4268" y="503"/>
                    <a:pt x="4276" y="501"/>
                    <a:pt x="4283" y="499"/>
                  </a:cubicBezTo>
                  <a:close/>
                  <a:moveTo>
                    <a:pt x="9225" y="582"/>
                  </a:moveTo>
                  <a:lnTo>
                    <a:pt x="9213" y="590"/>
                  </a:lnTo>
                  <a:cubicBezTo>
                    <a:pt x="9218" y="587"/>
                    <a:pt x="9222" y="584"/>
                    <a:pt x="9225" y="582"/>
                  </a:cubicBezTo>
                  <a:close/>
                  <a:moveTo>
                    <a:pt x="3906" y="725"/>
                  </a:moveTo>
                  <a:lnTo>
                    <a:pt x="3906" y="725"/>
                  </a:lnTo>
                  <a:cubicBezTo>
                    <a:pt x="3904" y="725"/>
                    <a:pt x="3903" y="725"/>
                    <a:pt x="3901" y="726"/>
                  </a:cubicBezTo>
                  <a:lnTo>
                    <a:pt x="3909" y="726"/>
                  </a:lnTo>
                  <a:cubicBezTo>
                    <a:pt x="3908" y="725"/>
                    <a:pt x="3907" y="725"/>
                    <a:pt x="3906" y="725"/>
                  </a:cubicBezTo>
                  <a:close/>
                  <a:moveTo>
                    <a:pt x="8223" y="709"/>
                  </a:moveTo>
                  <a:cubicBezTo>
                    <a:pt x="8190" y="734"/>
                    <a:pt x="8156" y="743"/>
                    <a:pt x="8122" y="743"/>
                  </a:cubicBezTo>
                  <a:cubicBezTo>
                    <a:pt x="8139" y="734"/>
                    <a:pt x="8147" y="726"/>
                    <a:pt x="8147" y="726"/>
                  </a:cubicBezTo>
                  <a:lnTo>
                    <a:pt x="8223" y="709"/>
                  </a:lnTo>
                  <a:close/>
                  <a:moveTo>
                    <a:pt x="8226" y="741"/>
                  </a:moveTo>
                  <a:cubicBezTo>
                    <a:pt x="8218" y="745"/>
                    <a:pt x="8211" y="748"/>
                    <a:pt x="8207" y="751"/>
                  </a:cubicBezTo>
                  <a:cubicBezTo>
                    <a:pt x="8218" y="746"/>
                    <a:pt x="8224" y="743"/>
                    <a:pt x="8226" y="741"/>
                  </a:cubicBezTo>
                  <a:close/>
                  <a:moveTo>
                    <a:pt x="8347" y="593"/>
                  </a:moveTo>
                  <a:cubicBezTo>
                    <a:pt x="8353" y="593"/>
                    <a:pt x="8355" y="594"/>
                    <a:pt x="8350" y="599"/>
                  </a:cubicBezTo>
                  <a:lnTo>
                    <a:pt x="7894" y="751"/>
                  </a:lnTo>
                  <a:cubicBezTo>
                    <a:pt x="7858" y="757"/>
                    <a:pt x="7818" y="763"/>
                    <a:pt x="7776" y="763"/>
                  </a:cubicBezTo>
                  <a:cubicBezTo>
                    <a:pt x="7759" y="763"/>
                    <a:pt x="7742" y="762"/>
                    <a:pt x="7724" y="759"/>
                  </a:cubicBezTo>
                  <a:lnTo>
                    <a:pt x="7750" y="751"/>
                  </a:lnTo>
                  <a:cubicBezTo>
                    <a:pt x="7902" y="743"/>
                    <a:pt x="7970" y="726"/>
                    <a:pt x="7978" y="709"/>
                  </a:cubicBezTo>
                  <a:cubicBezTo>
                    <a:pt x="7995" y="683"/>
                    <a:pt x="7944" y="658"/>
                    <a:pt x="7843" y="633"/>
                  </a:cubicBezTo>
                  <a:lnTo>
                    <a:pt x="8240" y="616"/>
                  </a:lnTo>
                  <a:lnTo>
                    <a:pt x="8249" y="599"/>
                  </a:lnTo>
                  <a:cubicBezTo>
                    <a:pt x="8255" y="600"/>
                    <a:pt x="8262" y="601"/>
                    <a:pt x="8270" y="601"/>
                  </a:cubicBezTo>
                  <a:cubicBezTo>
                    <a:pt x="8299" y="601"/>
                    <a:pt x="8333" y="593"/>
                    <a:pt x="8347" y="593"/>
                  </a:cubicBezTo>
                  <a:close/>
                  <a:moveTo>
                    <a:pt x="9146" y="762"/>
                  </a:moveTo>
                  <a:cubicBezTo>
                    <a:pt x="9139" y="765"/>
                    <a:pt x="9130" y="770"/>
                    <a:pt x="9120" y="776"/>
                  </a:cubicBezTo>
                  <a:cubicBezTo>
                    <a:pt x="9129" y="772"/>
                    <a:pt x="9138" y="767"/>
                    <a:pt x="9146" y="762"/>
                  </a:cubicBezTo>
                  <a:close/>
                  <a:moveTo>
                    <a:pt x="8486" y="776"/>
                  </a:moveTo>
                  <a:cubicBezTo>
                    <a:pt x="8483" y="777"/>
                    <a:pt x="8479" y="778"/>
                    <a:pt x="8475" y="780"/>
                  </a:cubicBezTo>
                  <a:lnTo>
                    <a:pt x="8475" y="780"/>
                  </a:lnTo>
                  <a:cubicBezTo>
                    <a:pt x="8478" y="779"/>
                    <a:pt x="8482" y="778"/>
                    <a:pt x="8486" y="776"/>
                  </a:cubicBezTo>
                  <a:close/>
                  <a:moveTo>
                    <a:pt x="7107" y="759"/>
                  </a:moveTo>
                  <a:lnTo>
                    <a:pt x="7090" y="785"/>
                  </a:lnTo>
                  <a:lnTo>
                    <a:pt x="7090" y="793"/>
                  </a:lnTo>
                  <a:cubicBezTo>
                    <a:pt x="7073" y="785"/>
                    <a:pt x="7065" y="776"/>
                    <a:pt x="7056" y="759"/>
                  </a:cubicBezTo>
                  <a:close/>
                  <a:moveTo>
                    <a:pt x="5326" y="823"/>
                  </a:moveTo>
                  <a:cubicBezTo>
                    <a:pt x="5324" y="824"/>
                    <a:pt x="5323" y="826"/>
                    <a:pt x="5322" y="827"/>
                  </a:cubicBezTo>
                  <a:lnTo>
                    <a:pt x="5326" y="823"/>
                  </a:lnTo>
                  <a:close/>
                  <a:moveTo>
                    <a:pt x="7606" y="759"/>
                  </a:moveTo>
                  <a:cubicBezTo>
                    <a:pt x="7631" y="759"/>
                    <a:pt x="7640" y="768"/>
                    <a:pt x="7631" y="776"/>
                  </a:cubicBezTo>
                  <a:cubicBezTo>
                    <a:pt x="7597" y="810"/>
                    <a:pt x="7521" y="810"/>
                    <a:pt x="7496" y="844"/>
                  </a:cubicBezTo>
                  <a:lnTo>
                    <a:pt x="7496" y="853"/>
                  </a:lnTo>
                  <a:cubicBezTo>
                    <a:pt x="7487" y="856"/>
                    <a:pt x="7471" y="858"/>
                    <a:pt x="7455" y="858"/>
                  </a:cubicBezTo>
                  <a:cubicBezTo>
                    <a:pt x="7427" y="858"/>
                    <a:pt x="7401" y="852"/>
                    <a:pt x="7411" y="836"/>
                  </a:cubicBezTo>
                  <a:lnTo>
                    <a:pt x="7411" y="836"/>
                  </a:lnTo>
                  <a:cubicBezTo>
                    <a:pt x="7415" y="836"/>
                    <a:pt x="7418" y="836"/>
                    <a:pt x="7420" y="836"/>
                  </a:cubicBezTo>
                  <a:cubicBezTo>
                    <a:pt x="7460" y="836"/>
                    <a:pt x="7480" y="797"/>
                    <a:pt x="7505" y="797"/>
                  </a:cubicBezTo>
                  <a:cubicBezTo>
                    <a:pt x="7512" y="797"/>
                    <a:pt x="7520" y="801"/>
                    <a:pt x="7530" y="810"/>
                  </a:cubicBezTo>
                  <a:cubicBezTo>
                    <a:pt x="7547" y="785"/>
                    <a:pt x="7538" y="776"/>
                    <a:pt x="7513" y="776"/>
                  </a:cubicBezTo>
                  <a:cubicBezTo>
                    <a:pt x="7521" y="768"/>
                    <a:pt x="7530" y="768"/>
                    <a:pt x="7530" y="759"/>
                  </a:cubicBezTo>
                  <a:close/>
                  <a:moveTo>
                    <a:pt x="8806" y="631"/>
                  </a:moveTo>
                  <a:cubicBezTo>
                    <a:pt x="8823" y="631"/>
                    <a:pt x="8718" y="696"/>
                    <a:pt x="8655" y="734"/>
                  </a:cubicBezTo>
                  <a:cubicBezTo>
                    <a:pt x="8655" y="733"/>
                    <a:pt x="8654" y="732"/>
                    <a:pt x="8652" y="732"/>
                  </a:cubicBezTo>
                  <a:cubicBezTo>
                    <a:pt x="8639" y="732"/>
                    <a:pt x="8592" y="752"/>
                    <a:pt x="8570" y="759"/>
                  </a:cubicBezTo>
                  <a:cubicBezTo>
                    <a:pt x="8566" y="767"/>
                    <a:pt x="8569" y="770"/>
                    <a:pt x="8576" y="770"/>
                  </a:cubicBezTo>
                  <a:cubicBezTo>
                    <a:pt x="8601" y="770"/>
                    <a:pt x="8681" y="731"/>
                    <a:pt x="8739" y="692"/>
                  </a:cubicBezTo>
                  <a:lnTo>
                    <a:pt x="8739" y="692"/>
                  </a:lnTo>
                  <a:cubicBezTo>
                    <a:pt x="8731" y="709"/>
                    <a:pt x="8731" y="726"/>
                    <a:pt x="8723" y="734"/>
                  </a:cubicBezTo>
                  <a:lnTo>
                    <a:pt x="8672" y="785"/>
                  </a:lnTo>
                  <a:lnTo>
                    <a:pt x="8672" y="793"/>
                  </a:lnTo>
                  <a:cubicBezTo>
                    <a:pt x="8614" y="814"/>
                    <a:pt x="8570" y="829"/>
                    <a:pt x="8556" y="829"/>
                  </a:cubicBezTo>
                  <a:cubicBezTo>
                    <a:pt x="8548" y="829"/>
                    <a:pt x="8551" y="823"/>
                    <a:pt x="8570" y="810"/>
                  </a:cubicBezTo>
                  <a:lnTo>
                    <a:pt x="8570" y="810"/>
                  </a:lnTo>
                  <a:lnTo>
                    <a:pt x="8469" y="861"/>
                  </a:lnTo>
                  <a:lnTo>
                    <a:pt x="8511" y="819"/>
                  </a:lnTo>
                  <a:lnTo>
                    <a:pt x="8511" y="819"/>
                  </a:lnTo>
                  <a:cubicBezTo>
                    <a:pt x="8418" y="861"/>
                    <a:pt x="8435" y="869"/>
                    <a:pt x="8401" y="895"/>
                  </a:cubicBezTo>
                  <a:cubicBezTo>
                    <a:pt x="8386" y="903"/>
                    <a:pt x="8378" y="907"/>
                    <a:pt x="8374" y="907"/>
                  </a:cubicBezTo>
                  <a:cubicBezTo>
                    <a:pt x="8360" y="907"/>
                    <a:pt x="8405" y="860"/>
                    <a:pt x="8360" y="860"/>
                  </a:cubicBezTo>
                  <a:cubicBezTo>
                    <a:pt x="8357" y="860"/>
                    <a:pt x="8354" y="861"/>
                    <a:pt x="8350" y="861"/>
                  </a:cubicBezTo>
                  <a:cubicBezTo>
                    <a:pt x="8319" y="861"/>
                    <a:pt x="8430" y="798"/>
                    <a:pt x="8475" y="780"/>
                  </a:cubicBezTo>
                  <a:lnTo>
                    <a:pt x="8475" y="780"/>
                  </a:lnTo>
                  <a:cubicBezTo>
                    <a:pt x="8453" y="787"/>
                    <a:pt x="8443" y="790"/>
                    <a:pt x="8439" y="790"/>
                  </a:cubicBezTo>
                  <a:cubicBezTo>
                    <a:pt x="8435" y="790"/>
                    <a:pt x="8435" y="788"/>
                    <a:pt x="8435" y="785"/>
                  </a:cubicBezTo>
                  <a:cubicBezTo>
                    <a:pt x="8435" y="785"/>
                    <a:pt x="8443" y="776"/>
                    <a:pt x="8443" y="768"/>
                  </a:cubicBezTo>
                  <a:lnTo>
                    <a:pt x="8426" y="768"/>
                  </a:lnTo>
                  <a:cubicBezTo>
                    <a:pt x="8393" y="768"/>
                    <a:pt x="8367" y="776"/>
                    <a:pt x="8342" y="785"/>
                  </a:cubicBezTo>
                  <a:cubicBezTo>
                    <a:pt x="8336" y="785"/>
                    <a:pt x="8331" y="786"/>
                    <a:pt x="8327" y="786"/>
                  </a:cubicBezTo>
                  <a:cubicBezTo>
                    <a:pt x="8272" y="786"/>
                    <a:pt x="8372" y="745"/>
                    <a:pt x="8334" y="745"/>
                  </a:cubicBezTo>
                  <a:cubicBezTo>
                    <a:pt x="8326" y="745"/>
                    <a:pt x="8313" y="747"/>
                    <a:pt x="8291" y="751"/>
                  </a:cubicBezTo>
                  <a:cubicBezTo>
                    <a:pt x="8283" y="759"/>
                    <a:pt x="8274" y="768"/>
                    <a:pt x="8266" y="776"/>
                  </a:cubicBezTo>
                  <a:cubicBezTo>
                    <a:pt x="8190" y="793"/>
                    <a:pt x="8122" y="802"/>
                    <a:pt x="8054" y="802"/>
                  </a:cubicBezTo>
                  <a:cubicBezTo>
                    <a:pt x="8070" y="789"/>
                    <a:pt x="8077" y="786"/>
                    <a:pt x="8083" y="786"/>
                  </a:cubicBezTo>
                  <a:cubicBezTo>
                    <a:pt x="8090" y="786"/>
                    <a:pt x="8094" y="790"/>
                    <a:pt x="8105" y="790"/>
                  </a:cubicBezTo>
                  <a:cubicBezTo>
                    <a:pt x="8111" y="790"/>
                    <a:pt x="8119" y="789"/>
                    <a:pt x="8130" y="785"/>
                  </a:cubicBezTo>
                  <a:cubicBezTo>
                    <a:pt x="8139" y="776"/>
                    <a:pt x="8147" y="768"/>
                    <a:pt x="8147" y="751"/>
                  </a:cubicBezTo>
                  <a:cubicBezTo>
                    <a:pt x="8164" y="751"/>
                    <a:pt x="8211" y="740"/>
                    <a:pt x="8223" y="740"/>
                  </a:cubicBezTo>
                  <a:cubicBezTo>
                    <a:pt x="8226" y="740"/>
                    <a:pt x="8226" y="740"/>
                    <a:pt x="8226" y="741"/>
                  </a:cubicBezTo>
                  <a:lnTo>
                    <a:pt x="8226" y="741"/>
                  </a:lnTo>
                  <a:cubicBezTo>
                    <a:pt x="8250" y="731"/>
                    <a:pt x="8282" y="720"/>
                    <a:pt x="8270" y="720"/>
                  </a:cubicBezTo>
                  <a:cubicBezTo>
                    <a:pt x="8265" y="720"/>
                    <a:pt x="8254" y="722"/>
                    <a:pt x="8232" y="726"/>
                  </a:cubicBezTo>
                  <a:lnTo>
                    <a:pt x="8333" y="700"/>
                  </a:lnTo>
                  <a:lnTo>
                    <a:pt x="8333" y="692"/>
                  </a:lnTo>
                  <a:lnTo>
                    <a:pt x="8393" y="683"/>
                  </a:lnTo>
                  <a:cubicBezTo>
                    <a:pt x="8393" y="692"/>
                    <a:pt x="8435" y="683"/>
                    <a:pt x="8401" y="709"/>
                  </a:cubicBezTo>
                  <a:cubicBezTo>
                    <a:pt x="8376" y="717"/>
                    <a:pt x="8350" y="726"/>
                    <a:pt x="8317" y="734"/>
                  </a:cubicBezTo>
                  <a:cubicBezTo>
                    <a:pt x="8321" y="737"/>
                    <a:pt x="8329" y="738"/>
                    <a:pt x="8339" y="738"/>
                  </a:cubicBezTo>
                  <a:cubicBezTo>
                    <a:pt x="8362" y="738"/>
                    <a:pt x="8397" y="732"/>
                    <a:pt x="8426" y="726"/>
                  </a:cubicBezTo>
                  <a:cubicBezTo>
                    <a:pt x="8367" y="726"/>
                    <a:pt x="8443" y="700"/>
                    <a:pt x="8494" y="675"/>
                  </a:cubicBezTo>
                  <a:cubicBezTo>
                    <a:pt x="8570" y="658"/>
                    <a:pt x="8630" y="658"/>
                    <a:pt x="8680" y="650"/>
                  </a:cubicBezTo>
                  <a:cubicBezTo>
                    <a:pt x="8689" y="650"/>
                    <a:pt x="8689" y="658"/>
                    <a:pt x="8680" y="666"/>
                  </a:cubicBezTo>
                  <a:cubicBezTo>
                    <a:pt x="8638" y="692"/>
                    <a:pt x="8604" y="700"/>
                    <a:pt x="8562" y="709"/>
                  </a:cubicBezTo>
                  <a:lnTo>
                    <a:pt x="8596" y="709"/>
                  </a:lnTo>
                  <a:lnTo>
                    <a:pt x="8579" y="726"/>
                  </a:lnTo>
                  <a:cubicBezTo>
                    <a:pt x="8570" y="734"/>
                    <a:pt x="8570" y="743"/>
                    <a:pt x="8587" y="743"/>
                  </a:cubicBezTo>
                  <a:cubicBezTo>
                    <a:pt x="8562" y="726"/>
                    <a:pt x="8773" y="675"/>
                    <a:pt x="8739" y="658"/>
                  </a:cubicBezTo>
                  <a:cubicBezTo>
                    <a:pt x="8781" y="638"/>
                    <a:pt x="8801" y="631"/>
                    <a:pt x="8806" y="631"/>
                  </a:cubicBezTo>
                  <a:close/>
                  <a:moveTo>
                    <a:pt x="7715" y="1050"/>
                  </a:moveTo>
                  <a:lnTo>
                    <a:pt x="7699" y="1056"/>
                  </a:lnTo>
                  <a:cubicBezTo>
                    <a:pt x="7708" y="1053"/>
                    <a:pt x="7712" y="1052"/>
                    <a:pt x="7715" y="1050"/>
                  </a:cubicBezTo>
                  <a:close/>
                  <a:moveTo>
                    <a:pt x="7953" y="1072"/>
                  </a:moveTo>
                  <a:lnTo>
                    <a:pt x="7953" y="1072"/>
                  </a:lnTo>
                  <a:cubicBezTo>
                    <a:pt x="7952" y="1073"/>
                    <a:pt x="7952" y="1074"/>
                    <a:pt x="7952" y="1075"/>
                  </a:cubicBezTo>
                  <a:lnTo>
                    <a:pt x="7952" y="1075"/>
                  </a:lnTo>
                  <a:cubicBezTo>
                    <a:pt x="7952" y="1074"/>
                    <a:pt x="7952" y="1073"/>
                    <a:pt x="7953" y="1072"/>
                  </a:cubicBezTo>
                  <a:close/>
                  <a:moveTo>
                    <a:pt x="7407" y="1064"/>
                  </a:moveTo>
                  <a:lnTo>
                    <a:pt x="7403" y="1081"/>
                  </a:lnTo>
                  <a:cubicBezTo>
                    <a:pt x="7407" y="1075"/>
                    <a:pt x="7408" y="1069"/>
                    <a:pt x="7407" y="1064"/>
                  </a:cubicBezTo>
                  <a:close/>
                  <a:moveTo>
                    <a:pt x="7987" y="1352"/>
                  </a:moveTo>
                  <a:lnTo>
                    <a:pt x="7987" y="1352"/>
                  </a:lnTo>
                  <a:cubicBezTo>
                    <a:pt x="7961" y="1371"/>
                    <a:pt x="7946" y="1387"/>
                    <a:pt x="7937" y="1400"/>
                  </a:cubicBezTo>
                  <a:lnTo>
                    <a:pt x="7937" y="1400"/>
                  </a:lnTo>
                  <a:cubicBezTo>
                    <a:pt x="7957" y="1377"/>
                    <a:pt x="8000" y="1352"/>
                    <a:pt x="7987" y="1352"/>
                  </a:cubicBezTo>
                  <a:close/>
                  <a:moveTo>
                    <a:pt x="7937" y="1400"/>
                  </a:moveTo>
                  <a:cubicBezTo>
                    <a:pt x="7932" y="1406"/>
                    <a:pt x="7929" y="1411"/>
                    <a:pt x="7928" y="1416"/>
                  </a:cubicBezTo>
                  <a:lnTo>
                    <a:pt x="7928" y="1416"/>
                  </a:lnTo>
                  <a:cubicBezTo>
                    <a:pt x="7930" y="1411"/>
                    <a:pt x="7933" y="1406"/>
                    <a:pt x="7937" y="1400"/>
                  </a:cubicBezTo>
                  <a:close/>
                  <a:moveTo>
                    <a:pt x="8385" y="1419"/>
                  </a:moveTo>
                  <a:cubicBezTo>
                    <a:pt x="8373" y="1429"/>
                    <a:pt x="8361" y="1439"/>
                    <a:pt x="8350" y="1449"/>
                  </a:cubicBezTo>
                  <a:lnTo>
                    <a:pt x="8350" y="1449"/>
                  </a:lnTo>
                  <a:cubicBezTo>
                    <a:pt x="8364" y="1440"/>
                    <a:pt x="8378" y="1430"/>
                    <a:pt x="8393" y="1419"/>
                  </a:cubicBezTo>
                  <a:close/>
                  <a:moveTo>
                    <a:pt x="8350" y="1449"/>
                  </a:moveTo>
                  <a:cubicBezTo>
                    <a:pt x="8324" y="1466"/>
                    <a:pt x="8299" y="1482"/>
                    <a:pt x="8276" y="1496"/>
                  </a:cubicBezTo>
                  <a:lnTo>
                    <a:pt x="8276" y="1496"/>
                  </a:lnTo>
                  <a:lnTo>
                    <a:pt x="8274" y="1495"/>
                  </a:lnTo>
                  <a:lnTo>
                    <a:pt x="8265" y="1503"/>
                  </a:lnTo>
                  <a:lnTo>
                    <a:pt x="8265" y="1503"/>
                  </a:lnTo>
                  <a:cubicBezTo>
                    <a:pt x="8269" y="1501"/>
                    <a:pt x="8273" y="1499"/>
                    <a:pt x="8276" y="1496"/>
                  </a:cubicBezTo>
                  <a:lnTo>
                    <a:pt x="8276" y="1496"/>
                  </a:lnTo>
                  <a:lnTo>
                    <a:pt x="8291" y="1504"/>
                  </a:lnTo>
                  <a:cubicBezTo>
                    <a:pt x="8310" y="1485"/>
                    <a:pt x="8330" y="1467"/>
                    <a:pt x="8350" y="1449"/>
                  </a:cubicBezTo>
                  <a:close/>
                  <a:moveTo>
                    <a:pt x="8265" y="1503"/>
                  </a:moveTo>
                  <a:lnTo>
                    <a:pt x="8265" y="1503"/>
                  </a:lnTo>
                  <a:cubicBezTo>
                    <a:pt x="8225" y="1530"/>
                    <a:pt x="8194" y="1554"/>
                    <a:pt x="8181" y="1580"/>
                  </a:cubicBezTo>
                  <a:lnTo>
                    <a:pt x="8265" y="1503"/>
                  </a:lnTo>
                  <a:close/>
                  <a:moveTo>
                    <a:pt x="6312" y="2394"/>
                  </a:moveTo>
                  <a:cubicBezTo>
                    <a:pt x="6292" y="2400"/>
                    <a:pt x="6270" y="2413"/>
                    <a:pt x="6247" y="2425"/>
                  </a:cubicBezTo>
                  <a:lnTo>
                    <a:pt x="6247" y="2425"/>
                  </a:lnTo>
                  <a:cubicBezTo>
                    <a:pt x="6247" y="2425"/>
                    <a:pt x="6247" y="2425"/>
                    <a:pt x="6247" y="2425"/>
                  </a:cubicBezTo>
                  <a:cubicBezTo>
                    <a:pt x="6258" y="2425"/>
                    <a:pt x="6266" y="2429"/>
                    <a:pt x="6261" y="2443"/>
                  </a:cubicBezTo>
                  <a:cubicBezTo>
                    <a:pt x="6278" y="2427"/>
                    <a:pt x="6296" y="2411"/>
                    <a:pt x="6312" y="2394"/>
                  </a:cubicBezTo>
                  <a:close/>
                  <a:moveTo>
                    <a:pt x="6117" y="2621"/>
                  </a:moveTo>
                  <a:lnTo>
                    <a:pt x="6117" y="2621"/>
                  </a:lnTo>
                  <a:cubicBezTo>
                    <a:pt x="6118" y="2625"/>
                    <a:pt x="6118" y="2630"/>
                    <a:pt x="6116" y="2634"/>
                  </a:cubicBezTo>
                  <a:lnTo>
                    <a:pt x="6116" y="2634"/>
                  </a:lnTo>
                  <a:cubicBezTo>
                    <a:pt x="6119" y="2628"/>
                    <a:pt x="6121" y="2623"/>
                    <a:pt x="6117" y="2621"/>
                  </a:cubicBezTo>
                  <a:close/>
                  <a:moveTo>
                    <a:pt x="6116" y="2634"/>
                  </a:moveTo>
                  <a:cubicBezTo>
                    <a:pt x="6113" y="2638"/>
                    <a:pt x="6110" y="2643"/>
                    <a:pt x="6106" y="2648"/>
                  </a:cubicBezTo>
                  <a:lnTo>
                    <a:pt x="6106" y="2648"/>
                  </a:lnTo>
                  <a:cubicBezTo>
                    <a:pt x="6110" y="2643"/>
                    <a:pt x="6114" y="2639"/>
                    <a:pt x="6116" y="2634"/>
                  </a:cubicBezTo>
                  <a:close/>
                  <a:moveTo>
                    <a:pt x="4895" y="3946"/>
                  </a:moveTo>
                  <a:lnTo>
                    <a:pt x="4882" y="3957"/>
                  </a:lnTo>
                  <a:cubicBezTo>
                    <a:pt x="4888" y="3954"/>
                    <a:pt x="4892" y="3950"/>
                    <a:pt x="4895" y="3946"/>
                  </a:cubicBezTo>
                  <a:close/>
                  <a:moveTo>
                    <a:pt x="4536" y="4180"/>
                  </a:moveTo>
                  <a:lnTo>
                    <a:pt x="4527" y="4194"/>
                  </a:lnTo>
                  <a:cubicBezTo>
                    <a:pt x="4531" y="4190"/>
                    <a:pt x="4535" y="4184"/>
                    <a:pt x="4536" y="4180"/>
                  </a:cubicBezTo>
                  <a:close/>
                  <a:moveTo>
                    <a:pt x="197" y="0"/>
                  </a:moveTo>
                  <a:cubicBezTo>
                    <a:pt x="169" y="0"/>
                    <a:pt x="143" y="2"/>
                    <a:pt x="119" y="7"/>
                  </a:cubicBezTo>
                  <a:cubicBezTo>
                    <a:pt x="148" y="7"/>
                    <a:pt x="164" y="1"/>
                    <a:pt x="181" y="1"/>
                  </a:cubicBezTo>
                  <a:cubicBezTo>
                    <a:pt x="194" y="1"/>
                    <a:pt x="208" y="4"/>
                    <a:pt x="229" y="15"/>
                  </a:cubicBezTo>
                  <a:cubicBezTo>
                    <a:pt x="229" y="24"/>
                    <a:pt x="221" y="26"/>
                    <a:pt x="211" y="26"/>
                  </a:cubicBezTo>
                  <a:cubicBezTo>
                    <a:pt x="202" y="26"/>
                    <a:pt x="191" y="24"/>
                    <a:pt x="187" y="24"/>
                  </a:cubicBezTo>
                  <a:cubicBezTo>
                    <a:pt x="187" y="40"/>
                    <a:pt x="202" y="40"/>
                    <a:pt x="224" y="40"/>
                  </a:cubicBezTo>
                  <a:cubicBezTo>
                    <a:pt x="246" y="40"/>
                    <a:pt x="276" y="40"/>
                    <a:pt x="305" y="57"/>
                  </a:cubicBezTo>
                  <a:lnTo>
                    <a:pt x="195" y="57"/>
                  </a:lnTo>
                  <a:lnTo>
                    <a:pt x="255" y="91"/>
                  </a:lnTo>
                  <a:lnTo>
                    <a:pt x="1" y="100"/>
                  </a:lnTo>
                  <a:cubicBezTo>
                    <a:pt x="75" y="127"/>
                    <a:pt x="138" y="131"/>
                    <a:pt x="195" y="131"/>
                  </a:cubicBezTo>
                  <a:cubicBezTo>
                    <a:pt x="220" y="131"/>
                    <a:pt x="244" y="130"/>
                    <a:pt x="267" y="130"/>
                  </a:cubicBezTo>
                  <a:cubicBezTo>
                    <a:pt x="327" y="130"/>
                    <a:pt x="384" y="135"/>
                    <a:pt x="449" y="167"/>
                  </a:cubicBezTo>
                  <a:cubicBezTo>
                    <a:pt x="424" y="167"/>
                    <a:pt x="449" y="176"/>
                    <a:pt x="449" y="184"/>
                  </a:cubicBezTo>
                  <a:cubicBezTo>
                    <a:pt x="475" y="188"/>
                    <a:pt x="500" y="191"/>
                    <a:pt x="524" y="191"/>
                  </a:cubicBezTo>
                  <a:cubicBezTo>
                    <a:pt x="549" y="191"/>
                    <a:pt x="572" y="188"/>
                    <a:pt x="593" y="184"/>
                  </a:cubicBezTo>
                  <a:lnTo>
                    <a:pt x="609" y="188"/>
                  </a:lnTo>
                  <a:lnTo>
                    <a:pt x="609" y="188"/>
                  </a:lnTo>
                  <a:cubicBezTo>
                    <a:pt x="607" y="193"/>
                    <a:pt x="600" y="193"/>
                    <a:pt x="593" y="193"/>
                  </a:cubicBezTo>
                  <a:lnTo>
                    <a:pt x="593" y="201"/>
                  </a:lnTo>
                  <a:cubicBezTo>
                    <a:pt x="605" y="201"/>
                    <a:pt x="609" y="192"/>
                    <a:pt x="610" y="188"/>
                  </a:cubicBezTo>
                  <a:lnTo>
                    <a:pt x="610" y="188"/>
                  </a:lnTo>
                  <a:lnTo>
                    <a:pt x="678" y="201"/>
                  </a:lnTo>
                  <a:cubicBezTo>
                    <a:pt x="671" y="214"/>
                    <a:pt x="650" y="232"/>
                    <a:pt x="602" y="232"/>
                  </a:cubicBezTo>
                  <a:cubicBezTo>
                    <a:pt x="587" y="232"/>
                    <a:pt x="570" y="230"/>
                    <a:pt x="551" y="227"/>
                  </a:cubicBezTo>
                  <a:lnTo>
                    <a:pt x="551" y="227"/>
                  </a:lnTo>
                  <a:cubicBezTo>
                    <a:pt x="838" y="294"/>
                    <a:pt x="1075" y="277"/>
                    <a:pt x="1354" y="353"/>
                  </a:cubicBezTo>
                  <a:cubicBezTo>
                    <a:pt x="1363" y="358"/>
                    <a:pt x="1354" y="358"/>
                    <a:pt x="1346" y="358"/>
                  </a:cubicBezTo>
                  <a:cubicBezTo>
                    <a:pt x="1338" y="358"/>
                    <a:pt x="1329" y="358"/>
                    <a:pt x="1338" y="362"/>
                  </a:cubicBezTo>
                  <a:cubicBezTo>
                    <a:pt x="1366" y="362"/>
                    <a:pt x="1401" y="366"/>
                    <a:pt x="1422" y="366"/>
                  </a:cubicBezTo>
                  <a:cubicBezTo>
                    <a:pt x="1429" y="366"/>
                    <a:pt x="1433" y="365"/>
                    <a:pt x="1436" y="364"/>
                  </a:cubicBezTo>
                  <a:lnTo>
                    <a:pt x="1436" y="364"/>
                  </a:lnTo>
                  <a:cubicBezTo>
                    <a:pt x="1432" y="368"/>
                    <a:pt x="1427" y="371"/>
                    <a:pt x="1422" y="372"/>
                  </a:cubicBezTo>
                  <a:lnTo>
                    <a:pt x="1422" y="372"/>
                  </a:lnTo>
                  <a:cubicBezTo>
                    <a:pt x="1563" y="391"/>
                    <a:pt x="1629" y="438"/>
                    <a:pt x="1727" y="438"/>
                  </a:cubicBezTo>
                  <a:cubicBezTo>
                    <a:pt x="1727" y="444"/>
                    <a:pt x="1716" y="446"/>
                    <a:pt x="1704" y="446"/>
                  </a:cubicBezTo>
                  <a:cubicBezTo>
                    <a:pt x="1690" y="446"/>
                    <a:pt x="1673" y="444"/>
                    <a:pt x="1664" y="444"/>
                  </a:cubicBezTo>
                  <a:cubicBezTo>
                    <a:pt x="1659" y="444"/>
                    <a:pt x="1657" y="445"/>
                    <a:pt x="1659" y="447"/>
                  </a:cubicBezTo>
                  <a:cubicBezTo>
                    <a:pt x="1717" y="463"/>
                    <a:pt x="1765" y="466"/>
                    <a:pt x="1811" y="466"/>
                  </a:cubicBezTo>
                  <a:cubicBezTo>
                    <a:pt x="1853" y="466"/>
                    <a:pt x="1893" y="463"/>
                    <a:pt x="1937" y="463"/>
                  </a:cubicBezTo>
                  <a:cubicBezTo>
                    <a:pt x="1971" y="463"/>
                    <a:pt x="2007" y="465"/>
                    <a:pt x="2048" y="472"/>
                  </a:cubicBezTo>
                  <a:cubicBezTo>
                    <a:pt x="1989" y="489"/>
                    <a:pt x="2073" y="506"/>
                    <a:pt x="2107" y="523"/>
                  </a:cubicBezTo>
                  <a:cubicBezTo>
                    <a:pt x="2234" y="523"/>
                    <a:pt x="2496" y="556"/>
                    <a:pt x="2691" y="565"/>
                  </a:cubicBezTo>
                  <a:cubicBezTo>
                    <a:pt x="2623" y="624"/>
                    <a:pt x="2894" y="599"/>
                    <a:pt x="2902" y="650"/>
                  </a:cubicBezTo>
                  <a:cubicBezTo>
                    <a:pt x="2918" y="653"/>
                    <a:pt x="2936" y="655"/>
                    <a:pt x="2952" y="655"/>
                  </a:cubicBezTo>
                  <a:cubicBezTo>
                    <a:pt x="2981" y="655"/>
                    <a:pt x="3007" y="649"/>
                    <a:pt x="3012" y="633"/>
                  </a:cubicBezTo>
                  <a:lnTo>
                    <a:pt x="3012" y="633"/>
                  </a:lnTo>
                  <a:cubicBezTo>
                    <a:pt x="3008" y="634"/>
                    <a:pt x="3002" y="635"/>
                    <a:pt x="2996" y="635"/>
                  </a:cubicBezTo>
                  <a:cubicBezTo>
                    <a:pt x="2970" y="635"/>
                    <a:pt x="2938" y="621"/>
                    <a:pt x="2945" y="607"/>
                  </a:cubicBezTo>
                  <a:lnTo>
                    <a:pt x="2945" y="607"/>
                  </a:lnTo>
                  <a:cubicBezTo>
                    <a:pt x="2974" y="611"/>
                    <a:pt x="3012" y="616"/>
                    <a:pt x="3044" y="616"/>
                  </a:cubicBezTo>
                  <a:cubicBezTo>
                    <a:pt x="3076" y="616"/>
                    <a:pt x="3101" y="611"/>
                    <a:pt x="3106" y="599"/>
                  </a:cubicBezTo>
                  <a:lnTo>
                    <a:pt x="3182" y="633"/>
                  </a:lnTo>
                  <a:cubicBezTo>
                    <a:pt x="3188" y="614"/>
                    <a:pt x="3209" y="604"/>
                    <a:pt x="3233" y="604"/>
                  </a:cubicBezTo>
                  <a:cubicBezTo>
                    <a:pt x="3241" y="604"/>
                    <a:pt x="3249" y="605"/>
                    <a:pt x="3258" y="607"/>
                  </a:cubicBezTo>
                  <a:cubicBezTo>
                    <a:pt x="3277" y="619"/>
                    <a:pt x="3287" y="623"/>
                    <a:pt x="3293" y="623"/>
                  </a:cubicBezTo>
                  <a:cubicBezTo>
                    <a:pt x="3307" y="623"/>
                    <a:pt x="3292" y="596"/>
                    <a:pt x="3324" y="596"/>
                  </a:cubicBezTo>
                  <a:cubicBezTo>
                    <a:pt x="3335" y="596"/>
                    <a:pt x="3351" y="599"/>
                    <a:pt x="3376" y="607"/>
                  </a:cubicBezTo>
                  <a:cubicBezTo>
                    <a:pt x="3351" y="616"/>
                    <a:pt x="3325" y="633"/>
                    <a:pt x="3309" y="650"/>
                  </a:cubicBezTo>
                  <a:cubicBezTo>
                    <a:pt x="3331" y="652"/>
                    <a:pt x="3345" y="653"/>
                    <a:pt x="3356" y="653"/>
                  </a:cubicBezTo>
                  <a:cubicBezTo>
                    <a:pt x="3376" y="653"/>
                    <a:pt x="3382" y="650"/>
                    <a:pt x="3410" y="650"/>
                  </a:cubicBezTo>
                  <a:cubicBezTo>
                    <a:pt x="3427" y="666"/>
                    <a:pt x="3359" y="692"/>
                    <a:pt x="3309" y="692"/>
                  </a:cubicBezTo>
                  <a:lnTo>
                    <a:pt x="3393" y="709"/>
                  </a:lnTo>
                  <a:cubicBezTo>
                    <a:pt x="3466" y="686"/>
                    <a:pt x="3544" y="675"/>
                    <a:pt x="3622" y="675"/>
                  </a:cubicBezTo>
                  <a:cubicBezTo>
                    <a:pt x="3661" y="675"/>
                    <a:pt x="3701" y="678"/>
                    <a:pt x="3740" y="683"/>
                  </a:cubicBezTo>
                  <a:cubicBezTo>
                    <a:pt x="3723" y="700"/>
                    <a:pt x="3681" y="692"/>
                    <a:pt x="3706" y="726"/>
                  </a:cubicBezTo>
                  <a:cubicBezTo>
                    <a:pt x="3740" y="717"/>
                    <a:pt x="3774" y="713"/>
                    <a:pt x="3808" y="713"/>
                  </a:cubicBezTo>
                  <a:cubicBezTo>
                    <a:pt x="3841" y="713"/>
                    <a:pt x="3873" y="717"/>
                    <a:pt x="3906" y="725"/>
                  </a:cubicBezTo>
                  <a:lnTo>
                    <a:pt x="3906" y="725"/>
                  </a:lnTo>
                  <a:cubicBezTo>
                    <a:pt x="3928" y="722"/>
                    <a:pt x="3944" y="721"/>
                    <a:pt x="3958" y="721"/>
                  </a:cubicBezTo>
                  <a:cubicBezTo>
                    <a:pt x="4020" y="721"/>
                    <a:pt x="4016" y="746"/>
                    <a:pt x="4112" y="759"/>
                  </a:cubicBezTo>
                  <a:cubicBezTo>
                    <a:pt x="4104" y="759"/>
                    <a:pt x="4104" y="768"/>
                    <a:pt x="4104" y="768"/>
                  </a:cubicBezTo>
                  <a:lnTo>
                    <a:pt x="4180" y="751"/>
                  </a:lnTo>
                  <a:cubicBezTo>
                    <a:pt x="4205" y="745"/>
                    <a:pt x="4227" y="743"/>
                    <a:pt x="4245" y="743"/>
                  </a:cubicBezTo>
                  <a:cubicBezTo>
                    <a:pt x="4332" y="743"/>
                    <a:pt x="4356" y="798"/>
                    <a:pt x="4425" y="819"/>
                  </a:cubicBezTo>
                  <a:lnTo>
                    <a:pt x="4408" y="819"/>
                  </a:lnTo>
                  <a:cubicBezTo>
                    <a:pt x="4459" y="853"/>
                    <a:pt x="4645" y="836"/>
                    <a:pt x="4687" y="853"/>
                  </a:cubicBezTo>
                  <a:cubicBezTo>
                    <a:pt x="4628" y="827"/>
                    <a:pt x="4671" y="827"/>
                    <a:pt x="4628" y="793"/>
                  </a:cubicBezTo>
                  <a:cubicBezTo>
                    <a:pt x="4581" y="800"/>
                    <a:pt x="4582" y="823"/>
                    <a:pt x="4536" y="823"/>
                  </a:cubicBezTo>
                  <a:cubicBezTo>
                    <a:pt x="4525" y="823"/>
                    <a:pt x="4511" y="822"/>
                    <a:pt x="4493" y="819"/>
                  </a:cubicBezTo>
                  <a:cubicBezTo>
                    <a:pt x="4510" y="793"/>
                    <a:pt x="4628" y="785"/>
                    <a:pt x="4654" y="768"/>
                  </a:cubicBezTo>
                  <a:cubicBezTo>
                    <a:pt x="4687" y="768"/>
                    <a:pt x="4721" y="793"/>
                    <a:pt x="4738" y="836"/>
                  </a:cubicBezTo>
                  <a:cubicBezTo>
                    <a:pt x="4847" y="836"/>
                    <a:pt x="4918" y="854"/>
                    <a:pt x="5038" y="854"/>
                  </a:cubicBezTo>
                  <a:cubicBezTo>
                    <a:pt x="5058" y="854"/>
                    <a:pt x="5079" y="854"/>
                    <a:pt x="5102" y="853"/>
                  </a:cubicBezTo>
                  <a:cubicBezTo>
                    <a:pt x="5146" y="840"/>
                    <a:pt x="5180" y="800"/>
                    <a:pt x="5246" y="800"/>
                  </a:cubicBezTo>
                  <a:cubicBezTo>
                    <a:pt x="5269" y="800"/>
                    <a:pt x="5297" y="805"/>
                    <a:pt x="5330" y="819"/>
                  </a:cubicBezTo>
                  <a:lnTo>
                    <a:pt x="5326" y="823"/>
                  </a:lnTo>
                  <a:lnTo>
                    <a:pt x="5326" y="823"/>
                  </a:lnTo>
                  <a:cubicBezTo>
                    <a:pt x="5329" y="822"/>
                    <a:pt x="5333" y="821"/>
                    <a:pt x="5339" y="821"/>
                  </a:cubicBezTo>
                  <a:cubicBezTo>
                    <a:pt x="5352" y="821"/>
                    <a:pt x="5371" y="825"/>
                    <a:pt x="5388" y="825"/>
                  </a:cubicBezTo>
                  <a:cubicBezTo>
                    <a:pt x="5398" y="825"/>
                    <a:pt x="5408" y="823"/>
                    <a:pt x="5415" y="819"/>
                  </a:cubicBezTo>
                  <a:cubicBezTo>
                    <a:pt x="5373" y="785"/>
                    <a:pt x="5474" y="802"/>
                    <a:pt x="5415" y="768"/>
                  </a:cubicBezTo>
                  <a:cubicBezTo>
                    <a:pt x="5491" y="768"/>
                    <a:pt x="5508" y="810"/>
                    <a:pt x="5516" y="844"/>
                  </a:cubicBezTo>
                  <a:cubicBezTo>
                    <a:pt x="5533" y="830"/>
                    <a:pt x="5553" y="825"/>
                    <a:pt x="5575" y="825"/>
                  </a:cubicBezTo>
                  <a:cubicBezTo>
                    <a:pt x="5621" y="825"/>
                    <a:pt x="5679" y="847"/>
                    <a:pt x="5747" y="847"/>
                  </a:cubicBezTo>
                  <a:cubicBezTo>
                    <a:pt x="5760" y="847"/>
                    <a:pt x="5773" y="846"/>
                    <a:pt x="5787" y="844"/>
                  </a:cubicBezTo>
                  <a:lnTo>
                    <a:pt x="5787" y="844"/>
                  </a:lnTo>
                  <a:cubicBezTo>
                    <a:pt x="5762" y="861"/>
                    <a:pt x="5635" y="861"/>
                    <a:pt x="5686" y="878"/>
                  </a:cubicBezTo>
                  <a:lnTo>
                    <a:pt x="5838" y="836"/>
                  </a:lnTo>
                  <a:lnTo>
                    <a:pt x="5770" y="836"/>
                  </a:lnTo>
                  <a:cubicBezTo>
                    <a:pt x="5797" y="830"/>
                    <a:pt x="5823" y="827"/>
                    <a:pt x="5848" y="827"/>
                  </a:cubicBezTo>
                  <a:cubicBezTo>
                    <a:pt x="5894" y="827"/>
                    <a:pt x="5938" y="836"/>
                    <a:pt x="5982" y="853"/>
                  </a:cubicBezTo>
                  <a:cubicBezTo>
                    <a:pt x="5999" y="869"/>
                    <a:pt x="5956" y="869"/>
                    <a:pt x="5923" y="869"/>
                  </a:cubicBezTo>
                  <a:cubicBezTo>
                    <a:pt x="5965" y="869"/>
                    <a:pt x="6016" y="869"/>
                    <a:pt x="6058" y="861"/>
                  </a:cubicBezTo>
                  <a:cubicBezTo>
                    <a:pt x="6092" y="844"/>
                    <a:pt x="6210" y="827"/>
                    <a:pt x="6261" y="802"/>
                  </a:cubicBezTo>
                  <a:lnTo>
                    <a:pt x="6278" y="802"/>
                  </a:lnTo>
                  <a:cubicBezTo>
                    <a:pt x="6278" y="810"/>
                    <a:pt x="6278" y="810"/>
                    <a:pt x="6269" y="810"/>
                  </a:cubicBezTo>
                  <a:lnTo>
                    <a:pt x="6295" y="810"/>
                  </a:lnTo>
                  <a:lnTo>
                    <a:pt x="6362" y="819"/>
                  </a:lnTo>
                  <a:lnTo>
                    <a:pt x="6345" y="827"/>
                  </a:lnTo>
                  <a:lnTo>
                    <a:pt x="6371" y="827"/>
                  </a:lnTo>
                  <a:lnTo>
                    <a:pt x="6405" y="886"/>
                  </a:lnTo>
                  <a:lnTo>
                    <a:pt x="6439" y="878"/>
                  </a:lnTo>
                  <a:lnTo>
                    <a:pt x="6422" y="878"/>
                  </a:lnTo>
                  <a:cubicBezTo>
                    <a:pt x="6422" y="844"/>
                    <a:pt x="6498" y="819"/>
                    <a:pt x="6591" y="819"/>
                  </a:cubicBezTo>
                  <a:lnTo>
                    <a:pt x="6472" y="810"/>
                  </a:lnTo>
                  <a:lnTo>
                    <a:pt x="6489" y="802"/>
                  </a:lnTo>
                  <a:cubicBezTo>
                    <a:pt x="6591" y="810"/>
                    <a:pt x="6684" y="810"/>
                    <a:pt x="6777" y="810"/>
                  </a:cubicBezTo>
                  <a:cubicBezTo>
                    <a:pt x="6743" y="827"/>
                    <a:pt x="6701" y="827"/>
                    <a:pt x="6667" y="827"/>
                  </a:cubicBezTo>
                  <a:cubicBezTo>
                    <a:pt x="6690" y="835"/>
                    <a:pt x="6715" y="838"/>
                    <a:pt x="6742" y="838"/>
                  </a:cubicBezTo>
                  <a:cubicBezTo>
                    <a:pt x="6793" y="838"/>
                    <a:pt x="6848" y="828"/>
                    <a:pt x="6891" y="828"/>
                  </a:cubicBezTo>
                  <a:cubicBezTo>
                    <a:pt x="6918" y="828"/>
                    <a:pt x="6940" y="832"/>
                    <a:pt x="6955" y="844"/>
                  </a:cubicBezTo>
                  <a:cubicBezTo>
                    <a:pt x="6836" y="869"/>
                    <a:pt x="6709" y="886"/>
                    <a:pt x="6591" y="886"/>
                  </a:cubicBezTo>
                  <a:cubicBezTo>
                    <a:pt x="6515" y="853"/>
                    <a:pt x="6692" y="861"/>
                    <a:pt x="6692" y="844"/>
                  </a:cubicBezTo>
                  <a:lnTo>
                    <a:pt x="6608" y="836"/>
                  </a:lnTo>
                  <a:lnTo>
                    <a:pt x="6608" y="836"/>
                  </a:lnTo>
                  <a:cubicBezTo>
                    <a:pt x="6616" y="861"/>
                    <a:pt x="6439" y="853"/>
                    <a:pt x="6481" y="895"/>
                  </a:cubicBezTo>
                  <a:cubicBezTo>
                    <a:pt x="6578" y="903"/>
                    <a:pt x="6673" y="905"/>
                    <a:pt x="6764" y="905"/>
                  </a:cubicBezTo>
                  <a:cubicBezTo>
                    <a:pt x="6855" y="905"/>
                    <a:pt x="6942" y="903"/>
                    <a:pt x="7022" y="903"/>
                  </a:cubicBezTo>
                  <a:lnTo>
                    <a:pt x="6878" y="1140"/>
                  </a:lnTo>
                  <a:cubicBezTo>
                    <a:pt x="6878" y="1140"/>
                    <a:pt x="6870" y="1149"/>
                    <a:pt x="6861" y="1157"/>
                  </a:cubicBezTo>
                  <a:cubicBezTo>
                    <a:pt x="7031" y="1149"/>
                    <a:pt x="6946" y="1056"/>
                    <a:pt x="6980" y="1047"/>
                  </a:cubicBezTo>
                  <a:cubicBezTo>
                    <a:pt x="7005" y="1047"/>
                    <a:pt x="7031" y="1033"/>
                    <a:pt x="7056" y="1033"/>
                  </a:cubicBezTo>
                  <a:cubicBezTo>
                    <a:pt x="7065" y="1033"/>
                    <a:pt x="7073" y="1034"/>
                    <a:pt x="7081" y="1039"/>
                  </a:cubicBezTo>
                  <a:lnTo>
                    <a:pt x="7065" y="1056"/>
                  </a:lnTo>
                  <a:cubicBezTo>
                    <a:pt x="7166" y="1039"/>
                    <a:pt x="7090" y="1022"/>
                    <a:pt x="7183" y="1022"/>
                  </a:cubicBezTo>
                  <a:cubicBezTo>
                    <a:pt x="7217" y="1009"/>
                    <a:pt x="7200" y="1009"/>
                    <a:pt x="7181" y="1009"/>
                  </a:cubicBezTo>
                  <a:cubicBezTo>
                    <a:pt x="7162" y="1009"/>
                    <a:pt x="7141" y="1009"/>
                    <a:pt x="7166" y="996"/>
                  </a:cubicBezTo>
                  <a:cubicBezTo>
                    <a:pt x="7191" y="996"/>
                    <a:pt x="7225" y="988"/>
                    <a:pt x="7251" y="971"/>
                  </a:cubicBezTo>
                  <a:cubicBezTo>
                    <a:pt x="7259" y="954"/>
                    <a:pt x="7276" y="954"/>
                    <a:pt x="7284" y="954"/>
                  </a:cubicBezTo>
                  <a:cubicBezTo>
                    <a:pt x="7297" y="950"/>
                    <a:pt x="7310" y="948"/>
                    <a:pt x="7323" y="948"/>
                  </a:cubicBezTo>
                  <a:cubicBezTo>
                    <a:pt x="7335" y="948"/>
                    <a:pt x="7348" y="950"/>
                    <a:pt x="7361" y="954"/>
                  </a:cubicBezTo>
                  <a:cubicBezTo>
                    <a:pt x="7361" y="954"/>
                    <a:pt x="7361" y="963"/>
                    <a:pt x="7361" y="971"/>
                  </a:cubicBezTo>
                  <a:cubicBezTo>
                    <a:pt x="7352" y="979"/>
                    <a:pt x="7352" y="996"/>
                    <a:pt x="7310" y="996"/>
                  </a:cubicBezTo>
                  <a:cubicBezTo>
                    <a:pt x="7318" y="996"/>
                    <a:pt x="7335" y="1005"/>
                    <a:pt x="7344" y="1005"/>
                  </a:cubicBezTo>
                  <a:lnTo>
                    <a:pt x="7369" y="1013"/>
                  </a:lnTo>
                  <a:lnTo>
                    <a:pt x="7344" y="1022"/>
                  </a:lnTo>
                  <a:lnTo>
                    <a:pt x="7327" y="1022"/>
                  </a:lnTo>
                  <a:lnTo>
                    <a:pt x="7251" y="1030"/>
                  </a:lnTo>
                  <a:cubicBezTo>
                    <a:pt x="7200" y="1064"/>
                    <a:pt x="7217" y="1081"/>
                    <a:pt x="7174" y="1115"/>
                  </a:cubicBezTo>
                  <a:cubicBezTo>
                    <a:pt x="7205" y="1107"/>
                    <a:pt x="7195" y="1080"/>
                    <a:pt x="7240" y="1080"/>
                  </a:cubicBezTo>
                  <a:cubicBezTo>
                    <a:pt x="7245" y="1080"/>
                    <a:pt x="7252" y="1080"/>
                    <a:pt x="7259" y="1081"/>
                  </a:cubicBezTo>
                  <a:cubicBezTo>
                    <a:pt x="7335" y="1081"/>
                    <a:pt x="7251" y="1098"/>
                    <a:pt x="7242" y="1106"/>
                  </a:cubicBezTo>
                  <a:cubicBezTo>
                    <a:pt x="7262" y="1096"/>
                    <a:pt x="7282" y="1092"/>
                    <a:pt x="7302" y="1092"/>
                  </a:cubicBezTo>
                  <a:cubicBezTo>
                    <a:pt x="7316" y="1092"/>
                    <a:pt x="7330" y="1094"/>
                    <a:pt x="7344" y="1098"/>
                  </a:cubicBezTo>
                  <a:cubicBezTo>
                    <a:pt x="7349" y="1103"/>
                    <a:pt x="7353" y="1108"/>
                    <a:pt x="7358" y="1108"/>
                  </a:cubicBezTo>
                  <a:cubicBezTo>
                    <a:pt x="7362" y="1108"/>
                    <a:pt x="7365" y="1105"/>
                    <a:pt x="7369" y="1098"/>
                  </a:cubicBezTo>
                  <a:cubicBezTo>
                    <a:pt x="7369" y="1064"/>
                    <a:pt x="7378" y="1064"/>
                    <a:pt x="7352" y="1039"/>
                  </a:cubicBezTo>
                  <a:cubicBezTo>
                    <a:pt x="7358" y="1035"/>
                    <a:pt x="7365" y="1034"/>
                    <a:pt x="7371" y="1034"/>
                  </a:cubicBezTo>
                  <a:cubicBezTo>
                    <a:pt x="7390" y="1034"/>
                    <a:pt x="7405" y="1048"/>
                    <a:pt x="7407" y="1064"/>
                  </a:cubicBezTo>
                  <a:lnTo>
                    <a:pt x="7407" y="1064"/>
                  </a:lnTo>
                  <a:lnTo>
                    <a:pt x="7411" y="1047"/>
                  </a:lnTo>
                  <a:cubicBezTo>
                    <a:pt x="7420" y="1056"/>
                    <a:pt x="7428" y="1056"/>
                    <a:pt x="7428" y="1064"/>
                  </a:cubicBezTo>
                  <a:lnTo>
                    <a:pt x="7445" y="1047"/>
                  </a:lnTo>
                  <a:cubicBezTo>
                    <a:pt x="7445" y="1035"/>
                    <a:pt x="7437" y="1023"/>
                    <a:pt x="7417" y="1023"/>
                  </a:cubicBezTo>
                  <a:cubicBezTo>
                    <a:pt x="7409" y="1023"/>
                    <a:pt x="7398" y="1025"/>
                    <a:pt x="7386" y="1030"/>
                  </a:cubicBezTo>
                  <a:cubicBezTo>
                    <a:pt x="7411" y="1013"/>
                    <a:pt x="7369" y="979"/>
                    <a:pt x="7428" y="971"/>
                  </a:cubicBezTo>
                  <a:cubicBezTo>
                    <a:pt x="7462" y="971"/>
                    <a:pt x="7428" y="988"/>
                    <a:pt x="7428" y="996"/>
                  </a:cubicBezTo>
                  <a:cubicBezTo>
                    <a:pt x="7449" y="991"/>
                    <a:pt x="7466" y="989"/>
                    <a:pt x="7480" y="989"/>
                  </a:cubicBezTo>
                  <a:cubicBezTo>
                    <a:pt x="7511" y="989"/>
                    <a:pt x="7527" y="999"/>
                    <a:pt x="7538" y="1005"/>
                  </a:cubicBezTo>
                  <a:cubicBezTo>
                    <a:pt x="7548" y="1015"/>
                    <a:pt x="7552" y="1022"/>
                    <a:pt x="7564" y="1024"/>
                  </a:cubicBezTo>
                  <a:lnTo>
                    <a:pt x="7564" y="1024"/>
                  </a:lnTo>
                  <a:cubicBezTo>
                    <a:pt x="7560" y="1024"/>
                    <a:pt x="7557" y="1024"/>
                    <a:pt x="7553" y="1024"/>
                  </a:cubicBezTo>
                  <a:cubicBezTo>
                    <a:pt x="7534" y="1024"/>
                    <a:pt x="7513" y="1026"/>
                    <a:pt x="7487" y="1039"/>
                  </a:cubicBezTo>
                  <a:cubicBezTo>
                    <a:pt x="7487" y="1048"/>
                    <a:pt x="7492" y="1052"/>
                    <a:pt x="7498" y="1052"/>
                  </a:cubicBezTo>
                  <a:cubicBezTo>
                    <a:pt x="7514" y="1052"/>
                    <a:pt x="7545" y="1030"/>
                    <a:pt x="7564" y="1030"/>
                  </a:cubicBezTo>
                  <a:cubicBezTo>
                    <a:pt x="7521" y="1047"/>
                    <a:pt x="7521" y="1056"/>
                    <a:pt x="7521" y="1072"/>
                  </a:cubicBezTo>
                  <a:lnTo>
                    <a:pt x="7547" y="1047"/>
                  </a:lnTo>
                  <a:cubicBezTo>
                    <a:pt x="7558" y="1047"/>
                    <a:pt x="7569" y="1043"/>
                    <a:pt x="7573" y="1043"/>
                  </a:cubicBezTo>
                  <a:cubicBezTo>
                    <a:pt x="7575" y="1043"/>
                    <a:pt x="7575" y="1044"/>
                    <a:pt x="7572" y="1047"/>
                  </a:cubicBezTo>
                  <a:lnTo>
                    <a:pt x="7572" y="1047"/>
                  </a:lnTo>
                  <a:cubicBezTo>
                    <a:pt x="7581" y="1039"/>
                    <a:pt x="7581" y="1030"/>
                    <a:pt x="7581" y="1030"/>
                  </a:cubicBezTo>
                  <a:cubicBezTo>
                    <a:pt x="7586" y="1028"/>
                    <a:pt x="7592" y="1026"/>
                    <a:pt x="7597" y="1023"/>
                  </a:cubicBezTo>
                  <a:lnTo>
                    <a:pt x="7597" y="1023"/>
                  </a:lnTo>
                  <a:cubicBezTo>
                    <a:pt x="7594" y="1024"/>
                    <a:pt x="7592" y="1024"/>
                    <a:pt x="7589" y="1024"/>
                  </a:cubicBezTo>
                  <a:lnTo>
                    <a:pt x="7589" y="1024"/>
                  </a:lnTo>
                  <a:cubicBezTo>
                    <a:pt x="7592" y="1024"/>
                    <a:pt x="7595" y="1023"/>
                    <a:pt x="7598" y="1023"/>
                  </a:cubicBezTo>
                  <a:lnTo>
                    <a:pt x="7598" y="1023"/>
                  </a:lnTo>
                  <a:cubicBezTo>
                    <a:pt x="7598" y="1023"/>
                    <a:pt x="7598" y="1023"/>
                    <a:pt x="7597" y="1023"/>
                  </a:cubicBezTo>
                  <a:lnTo>
                    <a:pt x="7597" y="1023"/>
                  </a:lnTo>
                  <a:cubicBezTo>
                    <a:pt x="7600" y="1023"/>
                    <a:pt x="7603" y="1022"/>
                    <a:pt x="7606" y="1022"/>
                  </a:cubicBezTo>
                  <a:lnTo>
                    <a:pt x="7606" y="1022"/>
                  </a:lnTo>
                  <a:cubicBezTo>
                    <a:pt x="7603" y="1022"/>
                    <a:pt x="7601" y="1023"/>
                    <a:pt x="7598" y="1023"/>
                  </a:cubicBezTo>
                  <a:lnTo>
                    <a:pt x="7598" y="1023"/>
                  </a:lnTo>
                  <a:cubicBezTo>
                    <a:pt x="7642" y="1006"/>
                    <a:pt x="7690" y="994"/>
                    <a:pt x="7739" y="994"/>
                  </a:cubicBezTo>
                  <a:cubicBezTo>
                    <a:pt x="7751" y="994"/>
                    <a:pt x="7763" y="995"/>
                    <a:pt x="7775" y="996"/>
                  </a:cubicBezTo>
                  <a:cubicBezTo>
                    <a:pt x="7691" y="1039"/>
                    <a:pt x="7657" y="1022"/>
                    <a:pt x="7640" y="1056"/>
                  </a:cubicBezTo>
                  <a:cubicBezTo>
                    <a:pt x="7660" y="1049"/>
                    <a:pt x="7730" y="1015"/>
                    <a:pt x="7756" y="1015"/>
                  </a:cubicBezTo>
                  <a:cubicBezTo>
                    <a:pt x="7763" y="1015"/>
                    <a:pt x="7767" y="1017"/>
                    <a:pt x="7767" y="1022"/>
                  </a:cubicBezTo>
                  <a:cubicBezTo>
                    <a:pt x="7717" y="1041"/>
                    <a:pt x="7722" y="1045"/>
                    <a:pt x="7715" y="1050"/>
                  </a:cubicBezTo>
                  <a:lnTo>
                    <a:pt x="7715" y="1050"/>
                  </a:lnTo>
                  <a:lnTo>
                    <a:pt x="7868" y="996"/>
                  </a:lnTo>
                  <a:cubicBezTo>
                    <a:pt x="7878" y="999"/>
                    <a:pt x="7888" y="1000"/>
                    <a:pt x="7898" y="1000"/>
                  </a:cubicBezTo>
                  <a:cubicBezTo>
                    <a:pt x="7922" y="1000"/>
                    <a:pt x="7946" y="994"/>
                    <a:pt x="7970" y="988"/>
                  </a:cubicBezTo>
                  <a:lnTo>
                    <a:pt x="7970" y="988"/>
                  </a:lnTo>
                  <a:cubicBezTo>
                    <a:pt x="7964" y="988"/>
                    <a:pt x="7955" y="992"/>
                    <a:pt x="7944" y="992"/>
                  </a:cubicBezTo>
                  <a:cubicBezTo>
                    <a:pt x="7939" y="992"/>
                    <a:pt x="7933" y="991"/>
                    <a:pt x="7927" y="988"/>
                  </a:cubicBezTo>
                  <a:cubicBezTo>
                    <a:pt x="7981" y="972"/>
                    <a:pt x="8007" y="966"/>
                    <a:pt x="8020" y="966"/>
                  </a:cubicBezTo>
                  <a:cubicBezTo>
                    <a:pt x="8027" y="966"/>
                    <a:pt x="8029" y="968"/>
                    <a:pt x="8029" y="971"/>
                  </a:cubicBezTo>
                  <a:cubicBezTo>
                    <a:pt x="8029" y="979"/>
                    <a:pt x="8029" y="979"/>
                    <a:pt x="8020" y="979"/>
                  </a:cubicBezTo>
                  <a:lnTo>
                    <a:pt x="7987" y="996"/>
                  </a:lnTo>
                  <a:cubicBezTo>
                    <a:pt x="7970" y="1005"/>
                    <a:pt x="7961" y="1013"/>
                    <a:pt x="7961" y="1013"/>
                  </a:cubicBezTo>
                  <a:lnTo>
                    <a:pt x="7936" y="1013"/>
                  </a:lnTo>
                  <a:cubicBezTo>
                    <a:pt x="7877" y="1047"/>
                    <a:pt x="7902" y="1047"/>
                    <a:pt x="7910" y="1056"/>
                  </a:cubicBezTo>
                  <a:lnTo>
                    <a:pt x="7834" y="1081"/>
                  </a:lnTo>
                  <a:cubicBezTo>
                    <a:pt x="7866" y="1071"/>
                    <a:pt x="7885" y="1068"/>
                    <a:pt x="7896" y="1068"/>
                  </a:cubicBezTo>
                  <a:cubicBezTo>
                    <a:pt x="7925" y="1068"/>
                    <a:pt x="7907" y="1089"/>
                    <a:pt x="7919" y="1089"/>
                  </a:cubicBezTo>
                  <a:cubicBezTo>
                    <a:pt x="7944" y="1064"/>
                    <a:pt x="7970" y="1039"/>
                    <a:pt x="8004" y="1022"/>
                  </a:cubicBezTo>
                  <a:cubicBezTo>
                    <a:pt x="8046" y="1005"/>
                    <a:pt x="8080" y="979"/>
                    <a:pt x="8080" y="963"/>
                  </a:cubicBezTo>
                  <a:cubicBezTo>
                    <a:pt x="8101" y="958"/>
                    <a:pt x="8124" y="956"/>
                    <a:pt x="8147" y="956"/>
                  </a:cubicBezTo>
                  <a:cubicBezTo>
                    <a:pt x="8171" y="956"/>
                    <a:pt x="8194" y="958"/>
                    <a:pt x="8215" y="963"/>
                  </a:cubicBezTo>
                  <a:cubicBezTo>
                    <a:pt x="8190" y="979"/>
                    <a:pt x="8164" y="988"/>
                    <a:pt x="8139" y="996"/>
                  </a:cubicBezTo>
                  <a:cubicBezTo>
                    <a:pt x="8156" y="996"/>
                    <a:pt x="8188" y="989"/>
                    <a:pt x="8205" y="989"/>
                  </a:cubicBezTo>
                  <a:cubicBezTo>
                    <a:pt x="8213" y="989"/>
                    <a:pt x="8218" y="991"/>
                    <a:pt x="8215" y="996"/>
                  </a:cubicBezTo>
                  <a:lnTo>
                    <a:pt x="8173" y="1013"/>
                  </a:lnTo>
                  <a:cubicBezTo>
                    <a:pt x="8054" y="1081"/>
                    <a:pt x="8232" y="1039"/>
                    <a:pt x="8113" y="1123"/>
                  </a:cubicBezTo>
                  <a:cubicBezTo>
                    <a:pt x="8104" y="1125"/>
                    <a:pt x="8097" y="1126"/>
                    <a:pt x="8091" y="1126"/>
                  </a:cubicBezTo>
                  <a:cubicBezTo>
                    <a:pt x="8043" y="1126"/>
                    <a:pt x="8096" y="1070"/>
                    <a:pt x="8088" y="1047"/>
                  </a:cubicBezTo>
                  <a:lnTo>
                    <a:pt x="8088" y="1047"/>
                  </a:lnTo>
                  <a:cubicBezTo>
                    <a:pt x="8064" y="1056"/>
                    <a:pt x="8052" y="1059"/>
                    <a:pt x="8047" y="1059"/>
                  </a:cubicBezTo>
                  <a:cubicBezTo>
                    <a:pt x="8034" y="1059"/>
                    <a:pt x="8055" y="1042"/>
                    <a:pt x="8040" y="1042"/>
                  </a:cubicBezTo>
                  <a:cubicBezTo>
                    <a:pt x="8032" y="1042"/>
                    <a:pt x="8012" y="1047"/>
                    <a:pt x="7970" y="1064"/>
                  </a:cubicBezTo>
                  <a:lnTo>
                    <a:pt x="8004" y="1064"/>
                  </a:lnTo>
                  <a:cubicBezTo>
                    <a:pt x="7992" y="1070"/>
                    <a:pt x="7967" y="1076"/>
                    <a:pt x="7956" y="1076"/>
                  </a:cubicBezTo>
                  <a:cubicBezTo>
                    <a:pt x="7954" y="1076"/>
                    <a:pt x="7952" y="1076"/>
                    <a:pt x="7952" y="1075"/>
                  </a:cubicBezTo>
                  <a:lnTo>
                    <a:pt x="7952" y="1075"/>
                  </a:lnTo>
                  <a:cubicBezTo>
                    <a:pt x="7943" y="1089"/>
                    <a:pt x="7929" y="1089"/>
                    <a:pt x="7961" y="1089"/>
                  </a:cubicBezTo>
                  <a:cubicBezTo>
                    <a:pt x="7936" y="1115"/>
                    <a:pt x="7902" y="1132"/>
                    <a:pt x="7868" y="1132"/>
                  </a:cubicBezTo>
                  <a:cubicBezTo>
                    <a:pt x="7826" y="1140"/>
                    <a:pt x="7792" y="1149"/>
                    <a:pt x="7758" y="1174"/>
                  </a:cubicBezTo>
                  <a:cubicBezTo>
                    <a:pt x="7751" y="1167"/>
                    <a:pt x="7761" y="1155"/>
                    <a:pt x="7743" y="1155"/>
                  </a:cubicBezTo>
                  <a:cubicBezTo>
                    <a:pt x="7738" y="1155"/>
                    <a:pt x="7732" y="1155"/>
                    <a:pt x="7724" y="1157"/>
                  </a:cubicBezTo>
                  <a:lnTo>
                    <a:pt x="7784" y="1132"/>
                  </a:lnTo>
                  <a:lnTo>
                    <a:pt x="7784" y="1132"/>
                  </a:lnTo>
                  <a:lnTo>
                    <a:pt x="7716" y="1140"/>
                  </a:lnTo>
                  <a:cubicBezTo>
                    <a:pt x="7674" y="1174"/>
                    <a:pt x="7724" y="1182"/>
                    <a:pt x="7767" y="1199"/>
                  </a:cubicBezTo>
                  <a:cubicBezTo>
                    <a:pt x="7771" y="1182"/>
                    <a:pt x="7786" y="1182"/>
                    <a:pt x="7806" y="1182"/>
                  </a:cubicBezTo>
                  <a:cubicBezTo>
                    <a:pt x="7826" y="1182"/>
                    <a:pt x="7851" y="1182"/>
                    <a:pt x="7877" y="1166"/>
                  </a:cubicBezTo>
                  <a:lnTo>
                    <a:pt x="7877" y="1166"/>
                  </a:lnTo>
                  <a:cubicBezTo>
                    <a:pt x="7894" y="1174"/>
                    <a:pt x="7868" y="1191"/>
                    <a:pt x="7843" y="1191"/>
                  </a:cubicBezTo>
                  <a:cubicBezTo>
                    <a:pt x="7860" y="1199"/>
                    <a:pt x="7826" y="1216"/>
                    <a:pt x="7860" y="1216"/>
                  </a:cubicBezTo>
                  <a:cubicBezTo>
                    <a:pt x="7800" y="1233"/>
                    <a:pt x="7741" y="1250"/>
                    <a:pt x="7682" y="1267"/>
                  </a:cubicBezTo>
                  <a:cubicBezTo>
                    <a:pt x="7654" y="1276"/>
                    <a:pt x="7629" y="1283"/>
                    <a:pt x="7608" y="1283"/>
                  </a:cubicBezTo>
                  <a:cubicBezTo>
                    <a:pt x="7603" y="1283"/>
                    <a:pt x="7599" y="1283"/>
                    <a:pt x="7595" y="1282"/>
                  </a:cubicBezTo>
                  <a:lnTo>
                    <a:pt x="7595" y="1282"/>
                  </a:lnTo>
                  <a:cubicBezTo>
                    <a:pt x="7603" y="1297"/>
                    <a:pt x="7575" y="1326"/>
                    <a:pt x="7581" y="1326"/>
                  </a:cubicBezTo>
                  <a:lnTo>
                    <a:pt x="7623" y="1284"/>
                  </a:lnTo>
                  <a:cubicBezTo>
                    <a:pt x="7623" y="1309"/>
                    <a:pt x="7657" y="1301"/>
                    <a:pt x="7648" y="1335"/>
                  </a:cubicBezTo>
                  <a:cubicBezTo>
                    <a:pt x="7665" y="1301"/>
                    <a:pt x="7699" y="1309"/>
                    <a:pt x="7716" y="1276"/>
                  </a:cubicBezTo>
                  <a:cubicBezTo>
                    <a:pt x="7718" y="1288"/>
                    <a:pt x="7724" y="1293"/>
                    <a:pt x="7733" y="1293"/>
                  </a:cubicBezTo>
                  <a:cubicBezTo>
                    <a:pt x="7760" y="1293"/>
                    <a:pt x="7811" y="1250"/>
                    <a:pt x="7843" y="1250"/>
                  </a:cubicBezTo>
                  <a:cubicBezTo>
                    <a:pt x="7817" y="1276"/>
                    <a:pt x="7784" y="1301"/>
                    <a:pt x="7741" y="1309"/>
                  </a:cubicBezTo>
                  <a:cubicBezTo>
                    <a:pt x="7707" y="1326"/>
                    <a:pt x="7674" y="1326"/>
                    <a:pt x="7682" y="1326"/>
                  </a:cubicBezTo>
                  <a:cubicBezTo>
                    <a:pt x="7691" y="1335"/>
                    <a:pt x="7640" y="1369"/>
                    <a:pt x="7606" y="1377"/>
                  </a:cubicBezTo>
                  <a:cubicBezTo>
                    <a:pt x="7614" y="1394"/>
                    <a:pt x="7614" y="1411"/>
                    <a:pt x="7606" y="1428"/>
                  </a:cubicBezTo>
                  <a:cubicBezTo>
                    <a:pt x="7638" y="1408"/>
                    <a:pt x="7666" y="1374"/>
                    <a:pt x="7684" y="1374"/>
                  </a:cubicBezTo>
                  <a:cubicBezTo>
                    <a:pt x="7690" y="1374"/>
                    <a:pt x="7695" y="1377"/>
                    <a:pt x="7699" y="1385"/>
                  </a:cubicBezTo>
                  <a:lnTo>
                    <a:pt x="7733" y="1335"/>
                  </a:lnTo>
                  <a:lnTo>
                    <a:pt x="7733" y="1335"/>
                  </a:lnTo>
                  <a:cubicBezTo>
                    <a:pt x="7733" y="1377"/>
                    <a:pt x="7724" y="1419"/>
                    <a:pt x="7691" y="1453"/>
                  </a:cubicBezTo>
                  <a:cubicBezTo>
                    <a:pt x="7750" y="1428"/>
                    <a:pt x="7800" y="1385"/>
                    <a:pt x="7843" y="1335"/>
                  </a:cubicBezTo>
                  <a:cubicBezTo>
                    <a:pt x="7877" y="1284"/>
                    <a:pt x="7919" y="1250"/>
                    <a:pt x="7978" y="1225"/>
                  </a:cubicBezTo>
                  <a:lnTo>
                    <a:pt x="7978" y="1225"/>
                  </a:lnTo>
                  <a:lnTo>
                    <a:pt x="7970" y="1242"/>
                  </a:lnTo>
                  <a:cubicBezTo>
                    <a:pt x="8105" y="1123"/>
                    <a:pt x="8266" y="1047"/>
                    <a:pt x="8443" y="996"/>
                  </a:cubicBezTo>
                  <a:lnTo>
                    <a:pt x="8443" y="1005"/>
                  </a:lnTo>
                  <a:cubicBezTo>
                    <a:pt x="8418" y="1039"/>
                    <a:pt x="8393" y="1056"/>
                    <a:pt x="8359" y="1064"/>
                  </a:cubicBezTo>
                  <a:lnTo>
                    <a:pt x="8308" y="1072"/>
                  </a:lnTo>
                  <a:cubicBezTo>
                    <a:pt x="8240" y="1123"/>
                    <a:pt x="8181" y="1174"/>
                    <a:pt x="8130" y="1242"/>
                  </a:cubicBezTo>
                  <a:cubicBezTo>
                    <a:pt x="8071" y="1309"/>
                    <a:pt x="8004" y="1369"/>
                    <a:pt x="7927" y="1419"/>
                  </a:cubicBezTo>
                  <a:cubicBezTo>
                    <a:pt x="7927" y="1418"/>
                    <a:pt x="7927" y="1417"/>
                    <a:pt x="7928" y="1416"/>
                  </a:cubicBezTo>
                  <a:lnTo>
                    <a:pt x="7928" y="1416"/>
                  </a:lnTo>
                  <a:cubicBezTo>
                    <a:pt x="7912" y="1447"/>
                    <a:pt x="7912" y="1469"/>
                    <a:pt x="7826" y="1512"/>
                  </a:cubicBezTo>
                  <a:cubicBezTo>
                    <a:pt x="7863" y="1480"/>
                    <a:pt x="7872" y="1470"/>
                    <a:pt x="7868" y="1470"/>
                  </a:cubicBezTo>
                  <a:lnTo>
                    <a:pt x="7868" y="1470"/>
                  </a:lnTo>
                  <a:cubicBezTo>
                    <a:pt x="7861" y="1470"/>
                    <a:pt x="7816" y="1499"/>
                    <a:pt x="7806" y="1499"/>
                  </a:cubicBezTo>
                  <a:cubicBezTo>
                    <a:pt x="7801" y="1499"/>
                    <a:pt x="7806" y="1490"/>
                    <a:pt x="7834" y="1462"/>
                  </a:cubicBezTo>
                  <a:lnTo>
                    <a:pt x="7834" y="1462"/>
                  </a:lnTo>
                  <a:cubicBezTo>
                    <a:pt x="7792" y="1495"/>
                    <a:pt x="7758" y="1538"/>
                    <a:pt x="7707" y="1572"/>
                  </a:cubicBezTo>
                  <a:cubicBezTo>
                    <a:pt x="7674" y="1597"/>
                    <a:pt x="7640" y="1622"/>
                    <a:pt x="7597" y="1648"/>
                  </a:cubicBezTo>
                  <a:cubicBezTo>
                    <a:pt x="7530" y="1690"/>
                    <a:pt x="7462" y="1732"/>
                    <a:pt x="7403" y="1775"/>
                  </a:cubicBezTo>
                  <a:cubicBezTo>
                    <a:pt x="7437" y="1775"/>
                    <a:pt x="7378" y="1825"/>
                    <a:pt x="7378" y="1834"/>
                  </a:cubicBezTo>
                  <a:cubicBezTo>
                    <a:pt x="7370" y="1839"/>
                    <a:pt x="7365" y="1841"/>
                    <a:pt x="7362" y="1841"/>
                  </a:cubicBezTo>
                  <a:cubicBezTo>
                    <a:pt x="7354" y="1841"/>
                    <a:pt x="7357" y="1829"/>
                    <a:pt x="7369" y="1817"/>
                  </a:cubicBezTo>
                  <a:lnTo>
                    <a:pt x="7369" y="1817"/>
                  </a:lnTo>
                  <a:cubicBezTo>
                    <a:pt x="7342" y="1833"/>
                    <a:pt x="7321" y="1839"/>
                    <a:pt x="7308" y="1839"/>
                  </a:cubicBezTo>
                  <a:cubicBezTo>
                    <a:pt x="7292" y="1839"/>
                    <a:pt x="7284" y="1831"/>
                    <a:pt x="7284" y="1817"/>
                  </a:cubicBezTo>
                  <a:lnTo>
                    <a:pt x="7394" y="1732"/>
                  </a:lnTo>
                  <a:lnTo>
                    <a:pt x="7394" y="1732"/>
                  </a:lnTo>
                  <a:cubicBezTo>
                    <a:pt x="7352" y="1758"/>
                    <a:pt x="7327" y="1758"/>
                    <a:pt x="7301" y="1775"/>
                  </a:cubicBezTo>
                  <a:cubicBezTo>
                    <a:pt x="7284" y="1783"/>
                    <a:pt x="7268" y="1800"/>
                    <a:pt x="7259" y="1808"/>
                  </a:cubicBezTo>
                  <a:cubicBezTo>
                    <a:pt x="7242" y="1834"/>
                    <a:pt x="7251" y="1834"/>
                    <a:pt x="7259" y="1842"/>
                  </a:cubicBezTo>
                  <a:lnTo>
                    <a:pt x="7174" y="1986"/>
                  </a:lnTo>
                  <a:lnTo>
                    <a:pt x="7174" y="1978"/>
                  </a:lnTo>
                  <a:lnTo>
                    <a:pt x="7065" y="2071"/>
                  </a:lnTo>
                  <a:lnTo>
                    <a:pt x="7073" y="2054"/>
                  </a:lnTo>
                  <a:lnTo>
                    <a:pt x="7022" y="2121"/>
                  </a:lnTo>
                  <a:cubicBezTo>
                    <a:pt x="7016" y="2112"/>
                    <a:pt x="7009" y="2109"/>
                    <a:pt x="7003" y="2109"/>
                  </a:cubicBezTo>
                  <a:cubicBezTo>
                    <a:pt x="6998" y="2109"/>
                    <a:pt x="6993" y="2111"/>
                    <a:pt x="6989" y="2111"/>
                  </a:cubicBezTo>
                  <a:cubicBezTo>
                    <a:pt x="6986" y="2111"/>
                    <a:pt x="6982" y="2110"/>
                    <a:pt x="6980" y="2105"/>
                  </a:cubicBezTo>
                  <a:cubicBezTo>
                    <a:pt x="6978" y="2104"/>
                    <a:pt x="6976" y="2104"/>
                    <a:pt x="6974" y="2104"/>
                  </a:cubicBezTo>
                  <a:cubicBezTo>
                    <a:pt x="6909" y="2104"/>
                    <a:pt x="6850" y="2233"/>
                    <a:pt x="6752" y="2282"/>
                  </a:cubicBezTo>
                  <a:lnTo>
                    <a:pt x="6760" y="2265"/>
                  </a:lnTo>
                  <a:lnTo>
                    <a:pt x="6760" y="2265"/>
                  </a:lnTo>
                  <a:cubicBezTo>
                    <a:pt x="6684" y="2333"/>
                    <a:pt x="6599" y="2392"/>
                    <a:pt x="6506" y="2443"/>
                  </a:cubicBezTo>
                  <a:lnTo>
                    <a:pt x="6506" y="2434"/>
                  </a:lnTo>
                  <a:cubicBezTo>
                    <a:pt x="6543" y="2398"/>
                    <a:pt x="6548" y="2374"/>
                    <a:pt x="6532" y="2374"/>
                  </a:cubicBezTo>
                  <a:cubicBezTo>
                    <a:pt x="6529" y="2374"/>
                    <a:pt x="6526" y="2374"/>
                    <a:pt x="6523" y="2375"/>
                  </a:cubicBezTo>
                  <a:cubicBezTo>
                    <a:pt x="6532" y="2358"/>
                    <a:pt x="6557" y="2341"/>
                    <a:pt x="6565" y="2324"/>
                  </a:cubicBezTo>
                  <a:cubicBezTo>
                    <a:pt x="6588" y="2309"/>
                    <a:pt x="6644" y="2254"/>
                    <a:pt x="6674" y="2254"/>
                  </a:cubicBezTo>
                  <a:cubicBezTo>
                    <a:pt x="6678" y="2254"/>
                    <a:pt x="6681" y="2255"/>
                    <a:pt x="6684" y="2257"/>
                  </a:cubicBezTo>
                  <a:cubicBezTo>
                    <a:pt x="6643" y="2286"/>
                    <a:pt x="6634" y="2295"/>
                    <a:pt x="6644" y="2295"/>
                  </a:cubicBezTo>
                  <a:cubicBezTo>
                    <a:pt x="6648" y="2295"/>
                    <a:pt x="6656" y="2293"/>
                    <a:pt x="6667" y="2291"/>
                  </a:cubicBezTo>
                  <a:cubicBezTo>
                    <a:pt x="6709" y="2231"/>
                    <a:pt x="6811" y="2164"/>
                    <a:pt x="6785" y="2138"/>
                  </a:cubicBezTo>
                  <a:cubicBezTo>
                    <a:pt x="6815" y="2112"/>
                    <a:pt x="6824" y="2108"/>
                    <a:pt x="6829" y="2108"/>
                  </a:cubicBezTo>
                  <a:cubicBezTo>
                    <a:pt x="6832" y="2108"/>
                    <a:pt x="6834" y="2109"/>
                    <a:pt x="6838" y="2109"/>
                  </a:cubicBezTo>
                  <a:cubicBezTo>
                    <a:pt x="6843" y="2109"/>
                    <a:pt x="6851" y="2107"/>
                    <a:pt x="6870" y="2096"/>
                  </a:cubicBezTo>
                  <a:lnTo>
                    <a:pt x="6870" y="2096"/>
                  </a:lnTo>
                  <a:cubicBezTo>
                    <a:pt x="6887" y="2105"/>
                    <a:pt x="6870" y="2121"/>
                    <a:pt x="6861" y="2147"/>
                  </a:cubicBezTo>
                  <a:lnTo>
                    <a:pt x="7065" y="1969"/>
                  </a:lnTo>
                  <a:cubicBezTo>
                    <a:pt x="7063" y="1965"/>
                    <a:pt x="7060" y="1963"/>
                    <a:pt x="7055" y="1963"/>
                  </a:cubicBezTo>
                  <a:cubicBezTo>
                    <a:pt x="7032" y="1963"/>
                    <a:pt x="6977" y="2000"/>
                    <a:pt x="6958" y="2000"/>
                  </a:cubicBezTo>
                  <a:cubicBezTo>
                    <a:pt x="6950" y="2000"/>
                    <a:pt x="6949" y="1992"/>
                    <a:pt x="6963" y="1969"/>
                  </a:cubicBezTo>
                  <a:cubicBezTo>
                    <a:pt x="6971" y="1944"/>
                    <a:pt x="6946" y="1910"/>
                    <a:pt x="7022" y="1859"/>
                  </a:cubicBezTo>
                  <a:lnTo>
                    <a:pt x="7022" y="1859"/>
                  </a:lnTo>
                  <a:cubicBezTo>
                    <a:pt x="7031" y="1868"/>
                    <a:pt x="7022" y="1868"/>
                    <a:pt x="7014" y="1876"/>
                  </a:cubicBezTo>
                  <a:cubicBezTo>
                    <a:pt x="7048" y="1851"/>
                    <a:pt x="7056" y="1851"/>
                    <a:pt x="7098" y="1825"/>
                  </a:cubicBezTo>
                  <a:lnTo>
                    <a:pt x="7098" y="1825"/>
                  </a:lnTo>
                  <a:cubicBezTo>
                    <a:pt x="7124" y="1842"/>
                    <a:pt x="7065" y="1876"/>
                    <a:pt x="7056" y="1918"/>
                  </a:cubicBezTo>
                  <a:cubicBezTo>
                    <a:pt x="7073" y="1893"/>
                    <a:pt x="7098" y="1868"/>
                    <a:pt x="7124" y="1842"/>
                  </a:cubicBezTo>
                  <a:lnTo>
                    <a:pt x="7124" y="1859"/>
                  </a:lnTo>
                  <a:lnTo>
                    <a:pt x="7191" y="1792"/>
                  </a:lnTo>
                  <a:cubicBezTo>
                    <a:pt x="7195" y="1783"/>
                    <a:pt x="7194" y="1780"/>
                    <a:pt x="7192" y="1780"/>
                  </a:cubicBezTo>
                  <a:cubicBezTo>
                    <a:pt x="7181" y="1780"/>
                    <a:pt x="7135" y="1826"/>
                    <a:pt x="7118" y="1826"/>
                  </a:cubicBezTo>
                  <a:cubicBezTo>
                    <a:pt x="7117" y="1826"/>
                    <a:pt x="7116" y="1826"/>
                    <a:pt x="7115" y="1825"/>
                  </a:cubicBezTo>
                  <a:lnTo>
                    <a:pt x="7158" y="1775"/>
                  </a:lnTo>
                  <a:cubicBezTo>
                    <a:pt x="7234" y="1698"/>
                    <a:pt x="7327" y="1631"/>
                    <a:pt x="7428" y="1597"/>
                  </a:cubicBezTo>
                  <a:cubicBezTo>
                    <a:pt x="7504" y="1555"/>
                    <a:pt x="7454" y="1555"/>
                    <a:pt x="7462" y="1529"/>
                  </a:cubicBezTo>
                  <a:cubicBezTo>
                    <a:pt x="7487" y="1479"/>
                    <a:pt x="7538" y="1470"/>
                    <a:pt x="7572" y="1436"/>
                  </a:cubicBezTo>
                  <a:cubicBezTo>
                    <a:pt x="7564" y="1419"/>
                    <a:pt x="7589" y="1394"/>
                    <a:pt x="7572" y="1369"/>
                  </a:cubicBezTo>
                  <a:lnTo>
                    <a:pt x="7623" y="1343"/>
                  </a:lnTo>
                  <a:cubicBezTo>
                    <a:pt x="7619" y="1333"/>
                    <a:pt x="7613" y="1329"/>
                    <a:pt x="7607" y="1329"/>
                  </a:cubicBezTo>
                  <a:cubicBezTo>
                    <a:pt x="7587" y="1329"/>
                    <a:pt x="7558" y="1369"/>
                    <a:pt x="7538" y="1369"/>
                  </a:cubicBezTo>
                  <a:cubicBezTo>
                    <a:pt x="7496" y="1360"/>
                    <a:pt x="7564" y="1343"/>
                    <a:pt x="7530" y="1335"/>
                  </a:cubicBezTo>
                  <a:lnTo>
                    <a:pt x="7530" y="1335"/>
                  </a:lnTo>
                  <a:cubicBezTo>
                    <a:pt x="7513" y="1352"/>
                    <a:pt x="7521" y="1377"/>
                    <a:pt x="7496" y="1402"/>
                  </a:cubicBezTo>
                  <a:cubicBezTo>
                    <a:pt x="7480" y="1418"/>
                    <a:pt x="7464" y="1424"/>
                    <a:pt x="7452" y="1424"/>
                  </a:cubicBezTo>
                  <a:cubicBezTo>
                    <a:pt x="7445" y="1424"/>
                    <a:pt x="7440" y="1422"/>
                    <a:pt x="7437" y="1419"/>
                  </a:cubicBezTo>
                  <a:cubicBezTo>
                    <a:pt x="7487" y="1394"/>
                    <a:pt x="7496" y="1385"/>
                    <a:pt x="7496" y="1369"/>
                  </a:cubicBezTo>
                  <a:cubicBezTo>
                    <a:pt x="7496" y="1352"/>
                    <a:pt x="7504" y="1335"/>
                    <a:pt x="7513" y="1326"/>
                  </a:cubicBezTo>
                  <a:lnTo>
                    <a:pt x="7521" y="1335"/>
                  </a:lnTo>
                  <a:cubicBezTo>
                    <a:pt x="7504" y="1318"/>
                    <a:pt x="7564" y="1292"/>
                    <a:pt x="7564" y="1276"/>
                  </a:cubicBezTo>
                  <a:cubicBezTo>
                    <a:pt x="7567" y="1275"/>
                    <a:pt x="7570" y="1275"/>
                    <a:pt x="7573" y="1275"/>
                  </a:cubicBezTo>
                  <a:lnTo>
                    <a:pt x="7573" y="1275"/>
                  </a:lnTo>
                  <a:cubicBezTo>
                    <a:pt x="7580" y="1279"/>
                    <a:pt x="7587" y="1281"/>
                    <a:pt x="7595" y="1282"/>
                  </a:cubicBezTo>
                  <a:lnTo>
                    <a:pt x="7595" y="1282"/>
                  </a:lnTo>
                  <a:cubicBezTo>
                    <a:pt x="7593" y="1278"/>
                    <a:pt x="7587" y="1275"/>
                    <a:pt x="7576" y="1275"/>
                  </a:cubicBezTo>
                  <a:cubicBezTo>
                    <a:pt x="7575" y="1275"/>
                    <a:pt x="7574" y="1275"/>
                    <a:pt x="7573" y="1275"/>
                  </a:cubicBezTo>
                  <a:lnTo>
                    <a:pt x="7573" y="1275"/>
                  </a:lnTo>
                  <a:cubicBezTo>
                    <a:pt x="7570" y="1273"/>
                    <a:pt x="7567" y="1270"/>
                    <a:pt x="7564" y="1267"/>
                  </a:cubicBezTo>
                  <a:cubicBezTo>
                    <a:pt x="7538" y="1276"/>
                    <a:pt x="7521" y="1292"/>
                    <a:pt x="7496" y="1326"/>
                  </a:cubicBezTo>
                  <a:lnTo>
                    <a:pt x="7479" y="1343"/>
                  </a:lnTo>
                  <a:cubicBezTo>
                    <a:pt x="7471" y="1352"/>
                    <a:pt x="7445" y="1377"/>
                    <a:pt x="7428" y="1394"/>
                  </a:cubicBezTo>
                  <a:cubicBezTo>
                    <a:pt x="7394" y="1419"/>
                    <a:pt x="7361" y="1453"/>
                    <a:pt x="7327" y="1479"/>
                  </a:cubicBezTo>
                  <a:lnTo>
                    <a:pt x="7352" y="1436"/>
                  </a:lnTo>
                  <a:lnTo>
                    <a:pt x="7352" y="1436"/>
                  </a:lnTo>
                  <a:cubicBezTo>
                    <a:pt x="7174" y="1504"/>
                    <a:pt x="7259" y="1572"/>
                    <a:pt x="7183" y="1648"/>
                  </a:cubicBezTo>
                  <a:cubicBezTo>
                    <a:pt x="7199" y="1630"/>
                    <a:pt x="7200" y="1623"/>
                    <a:pt x="7193" y="1623"/>
                  </a:cubicBezTo>
                  <a:cubicBezTo>
                    <a:pt x="7173" y="1623"/>
                    <a:pt x="7087" y="1675"/>
                    <a:pt x="7056" y="1682"/>
                  </a:cubicBezTo>
                  <a:cubicBezTo>
                    <a:pt x="7014" y="1758"/>
                    <a:pt x="6955" y="1834"/>
                    <a:pt x="6887" y="1893"/>
                  </a:cubicBezTo>
                  <a:cubicBezTo>
                    <a:pt x="6866" y="1883"/>
                    <a:pt x="6846" y="1866"/>
                    <a:pt x="6819" y="1866"/>
                  </a:cubicBezTo>
                  <a:cubicBezTo>
                    <a:pt x="6803" y="1866"/>
                    <a:pt x="6783" y="1873"/>
                    <a:pt x="6760" y="1893"/>
                  </a:cubicBezTo>
                  <a:lnTo>
                    <a:pt x="6735" y="1935"/>
                  </a:lnTo>
                  <a:cubicBezTo>
                    <a:pt x="6675" y="1978"/>
                    <a:pt x="6608" y="2062"/>
                    <a:pt x="6565" y="2071"/>
                  </a:cubicBezTo>
                  <a:lnTo>
                    <a:pt x="6565" y="2062"/>
                  </a:lnTo>
                  <a:cubicBezTo>
                    <a:pt x="6511" y="2092"/>
                    <a:pt x="6508" y="2118"/>
                    <a:pt x="6530" y="2118"/>
                  </a:cubicBezTo>
                  <a:cubicBezTo>
                    <a:pt x="6538" y="2118"/>
                    <a:pt x="6551" y="2114"/>
                    <a:pt x="6565" y="2105"/>
                  </a:cubicBezTo>
                  <a:lnTo>
                    <a:pt x="6565" y="2105"/>
                  </a:lnTo>
                  <a:lnTo>
                    <a:pt x="6515" y="2164"/>
                  </a:lnTo>
                  <a:lnTo>
                    <a:pt x="6506" y="2164"/>
                  </a:lnTo>
                  <a:cubicBezTo>
                    <a:pt x="6451" y="2246"/>
                    <a:pt x="6385" y="2323"/>
                    <a:pt x="6312" y="2394"/>
                  </a:cubicBezTo>
                  <a:lnTo>
                    <a:pt x="6312" y="2394"/>
                  </a:lnTo>
                  <a:cubicBezTo>
                    <a:pt x="6318" y="2393"/>
                    <a:pt x="6323" y="2392"/>
                    <a:pt x="6329" y="2392"/>
                  </a:cubicBezTo>
                  <a:lnTo>
                    <a:pt x="6278" y="2460"/>
                  </a:lnTo>
                  <a:lnTo>
                    <a:pt x="6244" y="2460"/>
                  </a:lnTo>
                  <a:lnTo>
                    <a:pt x="6227" y="2502"/>
                  </a:lnTo>
                  <a:cubicBezTo>
                    <a:pt x="6278" y="2477"/>
                    <a:pt x="6337" y="2451"/>
                    <a:pt x="6396" y="2443"/>
                  </a:cubicBezTo>
                  <a:lnTo>
                    <a:pt x="6396" y="2443"/>
                  </a:lnTo>
                  <a:cubicBezTo>
                    <a:pt x="6261" y="2544"/>
                    <a:pt x="6142" y="2671"/>
                    <a:pt x="6049" y="2815"/>
                  </a:cubicBezTo>
                  <a:cubicBezTo>
                    <a:pt x="6049" y="2812"/>
                    <a:pt x="6049" y="2809"/>
                    <a:pt x="6049" y="2807"/>
                  </a:cubicBezTo>
                  <a:cubicBezTo>
                    <a:pt x="5965" y="2874"/>
                    <a:pt x="5956" y="2883"/>
                    <a:pt x="5880" y="2934"/>
                  </a:cubicBezTo>
                  <a:lnTo>
                    <a:pt x="5889" y="2908"/>
                  </a:lnTo>
                  <a:cubicBezTo>
                    <a:pt x="5887" y="2908"/>
                    <a:pt x="5885" y="2907"/>
                    <a:pt x="5884" y="2907"/>
                  </a:cubicBezTo>
                  <a:cubicBezTo>
                    <a:pt x="5859" y="2907"/>
                    <a:pt x="5826" y="2962"/>
                    <a:pt x="5770" y="3001"/>
                  </a:cubicBezTo>
                  <a:cubicBezTo>
                    <a:pt x="5753" y="3035"/>
                    <a:pt x="5728" y="3060"/>
                    <a:pt x="5703" y="3069"/>
                  </a:cubicBezTo>
                  <a:lnTo>
                    <a:pt x="5703" y="3052"/>
                  </a:lnTo>
                  <a:cubicBezTo>
                    <a:pt x="5701" y="3051"/>
                    <a:pt x="5699" y="3051"/>
                    <a:pt x="5697" y="3051"/>
                  </a:cubicBezTo>
                  <a:cubicBezTo>
                    <a:pt x="5675" y="3051"/>
                    <a:pt x="5621" y="3090"/>
                    <a:pt x="5567" y="3137"/>
                  </a:cubicBezTo>
                  <a:lnTo>
                    <a:pt x="5576" y="3103"/>
                  </a:lnTo>
                  <a:cubicBezTo>
                    <a:pt x="5584" y="3077"/>
                    <a:pt x="5601" y="3060"/>
                    <a:pt x="5618" y="3044"/>
                  </a:cubicBezTo>
                  <a:lnTo>
                    <a:pt x="5618" y="3044"/>
                  </a:lnTo>
                  <a:cubicBezTo>
                    <a:pt x="5609" y="3052"/>
                    <a:pt x="5584" y="3069"/>
                    <a:pt x="5567" y="3069"/>
                  </a:cubicBezTo>
                  <a:lnTo>
                    <a:pt x="5643" y="2942"/>
                  </a:lnTo>
                  <a:lnTo>
                    <a:pt x="5643" y="2942"/>
                  </a:lnTo>
                  <a:cubicBezTo>
                    <a:pt x="5584" y="2976"/>
                    <a:pt x="5610" y="3027"/>
                    <a:pt x="5542" y="3069"/>
                  </a:cubicBezTo>
                  <a:cubicBezTo>
                    <a:pt x="5525" y="3044"/>
                    <a:pt x="5508" y="3027"/>
                    <a:pt x="5567" y="2959"/>
                  </a:cubicBezTo>
                  <a:cubicBezTo>
                    <a:pt x="5588" y="2943"/>
                    <a:pt x="5597" y="2938"/>
                    <a:pt x="5600" y="2938"/>
                  </a:cubicBezTo>
                  <a:cubicBezTo>
                    <a:pt x="5607" y="2938"/>
                    <a:pt x="5592" y="2960"/>
                    <a:pt x="5611" y="2960"/>
                  </a:cubicBezTo>
                  <a:cubicBezTo>
                    <a:pt x="5613" y="2960"/>
                    <a:pt x="5615" y="2960"/>
                    <a:pt x="5618" y="2959"/>
                  </a:cubicBezTo>
                  <a:cubicBezTo>
                    <a:pt x="5635" y="2883"/>
                    <a:pt x="5694" y="2934"/>
                    <a:pt x="5719" y="2857"/>
                  </a:cubicBezTo>
                  <a:cubicBezTo>
                    <a:pt x="5745" y="2836"/>
                    <a:pt x="5759" y="2829"/>
                    <a:pt x="5770" y="2829"/>
                  </a:cubicBezTo>
                  <a:cubicBezTo>
                    <a:pt x="5783" y="2829"/>
                    <a:pt x="5790" y="2841"/>
                    <a:pt x="5804" y="2841"/>
                  </a:cubicBezTo>
                  <a:cubicBezTo>
                    <a:pt x="5745" y="2883"/>
                    <a:pt x="5855" y="2841"/>
                    <a:pt x="5779" y="2908"/>
                  </a:cubicBezTo>
                  <a:cubicBezTo>
                    <a:pt x="5855" y="2874"/>
                    <a:pt x="5804" y="2841"/>
                    <a:pt x="5863" y="2815"/>
                  </a:cubicBezTo>
                  <a:lnTo>
                    <a:pt x="5897" y="2832"/>
                  </a:lnTo>
                  <a:cubicBezTo>
                    <a:pt x="5973" y="2798"/>
                    <a:pt x="6049" y="2739"/>
                    <a:pt x="6117" y="2671"/>
                  </a:cubicBezTo>
                  <a:lnTo>
                    <a:pt x="6117" y="2671"/>
                  </a:lnTo>
                  <a:cubicBezTo>
                    <a:pt x="6106" y="2675"/>
                    <a:pt x="6100" y="2677"/>
                    <a:pt x="6096" y="2677"/>
                  </a:cubicBezTo>
                  <a:cubicBezTo>
                    <a:pt x="6083" y="2677"/>
                    <a:pt x="6095" y="2662"/>
                    <a:pt x="6106" y="2648"/>
                  </a:cubicBezTo>
                  <a:lnTo>
                    <a:pt x="6106" y="2648"/>
                  </a:lnTo>
                  <a:cubicBezTo>
                    <a:pt x="6088" y="2667"/>
                    <a:pt x="6051" y="2684"/>
                    <a:pt x="6034" y="2684"/>
                  </a:cubicBezTo>
                  <a:cubicBezTo>
                    <a:pt x="6029" y="2684"/>
                    <a:pt x="6025" y="2682"/>
                    <a:pt x="6024" y="2680"/>
                  </a:cubicBezTo>
                  <a:cubicBezTo>
                    <a:pt x="6083" y="2629"/>
                    <a:pt x="6134" y="2587"/>
                    <a:pt x="6202" y="2544"/>
                  </a:cubicBezTo>
                  <a:lnTo>
                    <a:pt x="6202" y="2544"/>
                  </a:lnTo>
                  <a:lnTo>
                    <a:pt x="6109" y="2595"/>
                  </a:lnTo>
                  <a:cubicBezTo>
                    <a:pt x="6126" y="2553"/>
                    <a:pt x="6210" y="2451"/>
                    <a:pt x="6210" y="2443"/>
                  </a:cubicBezTo>
                  <a:cubicBezTo>
                    <a:pt x="6222" y="2438"/>
                    <a:pt x="6235" y="2432"/>
                    <a:pt x="6247" y="2425"/>
                  </a:cubicBezTo>
                  <a:lnTo>
                    <a:pt x="6247" y="2425"/>
                  </a:lnTo>
                  <a:cubicBezTo>
                    <a:pt x="6234" y="2425"/>
                    <a:pt x="6217" y="2430"/>
                    <a:pt x="6208" y="2430"/>
                  </a:cubicBezTo>
                  <a:cubicBezTo>
                    <a:pt x="6196" y="2430"/>
                    <a:pt x="6199" y="2422"/>
                    <a:pt x="6244" y="2384"/>
                  </a:cubicBezTo>
                  <a:lnTo>
                    <a:pt x="6244" y="2384"/>
                  </a:lnTo>
                  <a:cubicBezTo>
                    <a:pt x="6234" y="2397"/>
                    <a:pt x="6237" y="2401"/>
                    <a:pt x="6246" y="2401"/>
                  </a:cubicBezTo>
                  <a:cubicBezTo>
                    <a:pt x="6259" y="2401"/>
                    <a:pt x="6285" y="2392"/>
                    <a:pt x="6295" y="2392"/>
                  </a:cubicBezTo>
                  <a:cubicBezTo>
                    <a:pt x="6337" y="2367"/>
                    <a:pt x="6362" y="2308"/>
                    <a:pt x="6379" y="2291"/>
                  </a:cubicBezTo>
                  <a:cubicBezTo>
                    <a:pt x="6354" y="2291"/>
                    <a:pt x="6345" y="2248"/>
                    <a:pt x="6354" y="2215"/>
                  </a:cubicBezTo>
                  <a:lnTo>
                    <a:pt x="6354" y="2215"/>
                  </a:lnTo>
                  <a:cubicBezTo>
                    <a:pt x="6295" y="2316"/>
                    <a:pt x="6032" y="2468"/>
                    <a:pt x="6058" y="2544"/>
                  </a:cubicBezTo>
                  <a:cubicBezTo>
                    <a:pt x="5956" y="2621"/>
                    <a:pt x="5829" y="2739"/>
                    <a:pt x="5703" y="2815"/>
                  </a:cubicBezTo>
                  <a:lnTo>
                    <a:pt x="5719" y="2815"/>
                  </a:lnTo>
                  <a:lnTo>
                    <a:pt x="5601" y="2874"/>
                  </a:lnTo>
                  <a:lnTo>
                    <a:pt x="5618" y="2849"/>
                  </a:lnTo>
                  <a:lnTo>
                    <a:pt x="5533" y="2883"/>
                  </a:lnTo>
                  <a:cubicBezTo>
                    <a:pt x="5525" y="2874"/>
                    <a:pt x="5559" y="2841"/>
                    <a:pt x="5567" y="2824"/>
                  </a:cubicBezTo>
                  <a:cubicBezTo>
                    <a:pt x="5577" y="2819"/>
                    <a:pt x="5587" y="2814"/>
                    <a:pt x="5592" y="2814"/>
                  </a:cubicBezTo>
                  <a:cubicBezTo>
                    <a:pt x="5595" y="2814"/>
                    <a:pt x="5596" y="2816"/>
                    <a:pt x="5593" y="2824"/>
                  </a:cubicBezTo>
                  <a:cubicBezTo>
                    <a:pt x="5606" y="2804"/>
                    <a:pt x="5608" y="2797"/>
                    <a:pt x="5603" y="2797"/>
                  </a:cubicBezTo>
                  <a:cubicBezTo>
                    <a:pt x="5595" y="2797"/>
                    <a:pt x="5562" y="2824"/>
                    <a:pt x="5551" y="2824"/>
                  </a:cubicBezTo>
                  <a:cubicBezTo>
                    <a:pt x="5546" y="2824"/>
                    <a:pt x="5545" y="2819"/>
                    <a:pt x="5550" y="2807"/>
                  </a:cubicBezTo>
                  <a:cubicBezTo>
                    <a:pt x="5576" y="2790"/>
                    <a:pt x="5593" y="2781"/>
                    <a:pt x="5610" y="2764"/>
                  </a:cubicBezTo>
                  <a:lnTo>
                    <a:pt x="5610" y="2764"/>
                  </a:lnTo>
                  <a:cubicBezTo>
                    <a:pt x="5508" y="2815"/>
                    <a:pt x="5500" y="2883"/>
                    <a:pt x="5423" y="2883"/>
                  </a:cubicBezTo>
                  <a:cubicBezTo>
                    <a:pt x="5390" y="2959"/>
                    <a:pt x="5322" y="3018"/>
                    <a:pt x="5246" y="3060"/>
                  </a:cubicBezTo>
                  <a:cubicBezTo>
                    <a:pt x="5250" y="3055"/>
                    <a:pt x="5251" y="3053"/>
                    <a:pt x="5249" y="3053"/>
                  </a:cubicBezTo>
                  <a:lnTo>
                    <a:pt x="5249" y="3053"/>
                  </a:lnTo>
                  <a:cubicBezTo>
                    <a:pt x="5245" y="3053"/>
                    <a:pt x="5207" y="3088"/>
                    <a:pt x="5191" y="3088"/>
                  </a:cubicBezTo>
                  <a:cubicBezTo>
                    <a:pt x="5185" y="3088"/>
                    <a:pt x="5183" y="3083"/>
                    <a:pt x="5187" y="3069"/>
                  </a:cubicBezTo>
                  <a:lnTo>
                    <a:pt x="5187" y="3069"/>
                  </a:lnTo>
                  <a:cubicBezTo>
                    <a:pt x="5170" y="3103"/>
                    <a:pt x="5085" y="3137"/>
                    <a:pt x="5085" y="3162"/>
                  </a:cubicBezTo>
                  <a:cubicBezTo>
                    <a:pt x="5102" y="3145"/>
                    <a:pt x="5127" y="3128"/>
                    <a:pt x="5153" y="3111"/>
                  </a:cubicBezTo>
                  <a:lnTo>
                    <a:pt x="5153" y="3111"/>
                  </a:lnTo>
                  <a:cubicBezTo>
                    <a:pt x="5127" y="3145"/>
                    <a:pt x="5136" y="3162"/>
                    <a:pt x="5093" y="3187"/>
                  </a:cubicBezTo>
                  <a:cubicBezTo>
                    <a:pt x="5051" y="3238"/>
                    <a:pt x="5110" y="3255"/>
                    <a:pt x="5026" y="3314"/>
                  </a:cubicBezTo>
                  <a:cubicBezTo>
                    <a:pt x="4967" y="3366"/>
                    <a:pt x="4939" y="3385"/>
                    <a:pt x="4929" y="3385"/>
                  </a:cubicBezTo>
                  <a:cubicBezTo>
                    <a:pt x="4901" y="3385"/>
                    <a:pt x="5002" y="3246"/>
                    <a:pt x="4977" y="3246"/>
                  </a:cubicBezTo>
                  <a:cubicBezTo>
                    <a:pt x="4976" y="3246"/>
                    <a:pt x="4976" y="3246"/>
                    <a:pt x="4975" y="3247"/>
                  </a:cubicBezTo>
                  <a:cubicBezTo>
                    <a:pt x="4975" y="3272"/>
                    <a:pt x="4882" y="3357"/>
                    <a:pt x="4831" y="3382"/>
                  </a:cubicBezTo>
                  <a:lnTo>
                    <a:pt x="4840" y="3365"/>
                  </a:lnTo>
                  <a:lnTo>
                    <a:pt x="4840" y="3365"/>
                  </a:lnTo>
                  <a:cubicBezTo>
                    <a:pt x="4814" y="3390"/>
                    <a:pt x="4789" y="3424"/>
                    <a:pt x="4755" y="3433"/>
                  </a:cubicBezTo>
                  <a:cubicBezTo>
                    <a:pt x="4755" y="3466"/>
                    <a:pt x="4755" y="3500"/>
                    <a:pt x="4738" y="3534"/>
                  </a:cubicBezTo>
                  <a:lnTo>
                    <a:pt x="4645" y="3610"/>
                  </a:lnTo>
                  <a:lnTo>
                    <a:pt x="4654" y="3585"/>
                  </a:lnTo>
                  <a:lnTo>
                    <a:pt x="4654" y="3585"/>
                  </a:lnTo>
                  <a:cubicBezTo>
                    <a:pt x="4637" y="3602"/>
                    <a:pt x="4620" y="3627"/>
                    <a:pt x="4594" y="3644"/>
                  </a:cubicBezTo>
                  <a:cubicBezTo>
                    <a:pt x="4577" y="3627"/>
                    <a:pt x="4611" y="3610"/>
                    <a:pt x="4637" y="3585"/>
                  </a:cubicBezTo>
                  <a:cubicBezTo>
                    <a:pt x="4631" y="3583"/>
                    <a:pt x="4626" y="3583"/>
                    <a:pt x="4621" y="3583"/>
                  </a:cubicBezTo>
                  <a:cubicBezTo>
                    <a:pt x="4597" y="3583"/>
                    <a:pt x="4584" y="3599"/>
                    <a:pt x="4577" y="3627"/>
                  </a:cubicBezTo>
                  <a:lnTo>
                    <a:pt x="4586" y="3619"/>
                  </a:lnTo>
                  <a:lnTo>
                    <a:pt x="4586" y="3619"/>
                  </a:lnTo>
                  <a:cubicBezTo>
                    <a:pt x="4572" y="3646"/>
                    <a:pt x="4522" y="3710"/>
                    <a:pt x="4539" y="3710"/>
                  </a:cubicBezTo>
                  <a:cubicBezTo>
                    <a:pt x="4544" y="3710"/>
                    <a:pt x="4553" y="3705"/>
                    <a:pt x="4569" y="3695"/>
                  </a:cubicBezTo>
                  <a:lnTo>
                    <a:pt x="4569" y="3695"/>
                  </a:lnTo>
                  <a:cubicBezTo>
                    <a:pt x="4527" y="3754"/>
                    <a:pt x="4484" y="3737"/>
                    <a:pt x="4451" y="3779"/>
                  </a:cubicBezTo>
                  <a:cubicBezTo>
                    <a:pt x="4442" y="3763"/>
                    <a:pt x="4467" y="3737"/>
                    <a:pt x="4442" y="3737"/>
                  </a:cubicBezTo>
                  <a:cubicBezTo>
                    <a:pt x="4408" y="3763"/>
                    <a:pt x="4374" y="3788"/>
                    <a:pt x="4349" y="3813"/>
                  </a:cubicBezTo>
                  <a:cubicBezTo>
                    <a:pt x="4356" y="3810"/>
                    <a:pt x="4361" y="3808"/>
                    <a:pt x="4363" y="3808"/>
                  </a:cubicBezTo>
                  <a:cubicBezTo>
                    <a:pt x="4369" y="3808"/>
                    <a:pt x="4366" y="3815"/>
                    <a:pt x="4373" y="3815"/>
                  </a:cubicBezTo>
                  <a:cubicBezTo>
                    <a:pt x="4377" y="3815"/>
                    <a:pt x="4385" y="3812"/>
                    <a:pt x="4400" y="3805"/>
                  </a:cubicBezTo>
                  <a:lnTo>
                    <a:pt x="4400" y="3805"/>
                  </a:lnTo>
                  <a:cubicBezTo>
                    <a:pt x="4391" y="3830"/>
                    <a:pt x="4341" y="3873"/>
                    <a:pt x="4349" y="3873"/>
                  </a:cubicBezTo>
                  <a:cubicBezTo>
                    <a:pt x="4366" y="3856"/>
                    <a:pt x="4383" y="3839"/>
                    <a:pt x="4408" y="3830"/>
                  </a:cubicBezTo>
                  <a:lnTo>
                    <a:pt x="4408" y="3830"/>
                  </a:lnTo>
                  <a:cubicBezTo>
                    <a:pt x="4358" y="3881"/>
                    <a:pt x="4307" y="3915"/>
                    <a:pt x="4248" y="3949"/>
                  </a:cubicBezTo>
                  <a:cubicBezTo>
                    <a:pt x="4248" y="3940"/>
                    <a:pt x="4248" y="3932"/>
                    <a:pt x="4248" y="3932"/>
                  </a:cubicBezTo>
                  <a:cubicBezTo>
                    <a:pt x="4205" y="4008"/>
                    <a:pt x="4095" y="4076"/>
                    <a:pt x="4070" y="4143"/>
                  </a:cubicBezTo>
                  <a:lnTo>
                    <a:pt x="4095" y="4135"/>
                  </a:lnTo>
                  <a:cubicBezTo>
                    <a:pt x="4112" y="4109"/>
                    <a:pt x="4129" y="4092"/>
                    <a:pt x="4154" y="4084"/>
                  </a:cubicBezTo>
                  <a:lnTo>
                    <a:pt x="4154" y="4084"/>
                  </a:lnTo>
                  <a:cubicBezTo>
                    <a:pt x="4138" y="4103"/>
                    <a:pt x="4143" y="4107"/>
                    <a:pt x="4153" y="4107"/>
                  </a:cubicBezTo>
                  <a:cubicBezTo>
                    <a:pt x="4157" y="4107"/>
                    <a:pt x="4163" y="4106"/>
                    <a:pt x="4168" y="4106"/>
                  </a:cubicBezTo>
                  <a:cubicBezTo>
                    <a:pt x="4179" y="4106"/>
                    <a:pt x="4184" y="4110"/>
                    <a:pt x="4163" y="4135"/>
                  </a:cubicBezTo>
                  <a:cubicBezTo>
                    <a:pt x="4104" y="4202"/>
                    <a:pt x="4011" y="4219"/>
                    <a:pt x="3994" y="4287"/>
                  </a:cubicBezTo>
                  <a:cubicBezTo>
                    <a:pt x="4070" y="4245"/>
                    <a:pt x="4138" y="4194"/>
                    <a:pt x="4197" y="4135"/>
                  </a:cubicBezTo>
                  <a:lnTo>
                    <a:pt x="4197" y="4135"/>
                  </a:lnTo>
                  <a:lnTo>
                    <a:pt x="4146" y="4169"/>
                  </a:lnTo>
                  <a:lnTo>
                    <a:pt x="4146" y="4169"/>
                  </a:lnTo>
                  <a:lnTo>
                    <a:pt x="4222" y="4059"/>
                  </a:lnTo>
                  <a:cubicBezTo>
                    <a:pt x="4223" y="4059"/>
                    <a:pt x="4224" y="4059"/>
                    <a:pt x="4225" y="4059"/>
                  </a:cubicBezTo>
                  <a:cubicBezTo>
                    <a:pt x="4243" y="4059"/>
                    <a:pt x="4299" y="3995"/>
                    <a:pt x="4324" y="3995"/>
                  </a:cubicBezTo>
                  <a:cubicBezTo>
                    <a:pt x="4327" y="3995"/>
                    <a:pt x="4330" y="3996"/>
                    <a:pt x="4332" y="3999"/>
                  </a:cubicBezTo>
                  <a:cubicBezTo>
                    <a:pt x="4298" y="4033"/>
                    <a:pt x="4264" y="4059"/>
                    <a:pt x="4239" y="4084"/>
                  </a:cubicBezTo>
                  <a:cubicBezTo>
                    <a:pt x="4248" y="4084"/>
                    <a:pt x="4341" y="4008"/>
                    <a:pt x="4374" y="3983"/>
                  </a:cubicBezTo>
                  <a:lnTo>
                    <a:pt x="4374" y="3983"/>
                  </a:lnTo>
                  <a:lnTo>
                    <a:pt x="4324" y="4016"/>
                  </a:lnTo>
                  <a:cubicBezTo>
                    <a:pt x="4391" y="3932"/>
                    <a:pt x="4510" y="3847"/>
                    <a:pt x="4577" y="3771"/>
                  </a:cubicBezTo>
                  <a:lnTo>
                    <a:pt x="4577" y="3771"/>
                  </a:lnTo>
                  <a:cubicBezTo>
                    <a:pt x="4565" y="3787"/>
                    <a:pt x="4564" y="3793"/>
                    <a:pt x="4569" y="3793"/>
                  </a:cubicBezTo>
                  <a:cubicBezTo>
                    <a:pt x="4580" y="3793"/>
                    <a:pt x="4624" y="3762"/>
                    <a:pt x="4638" y="3762"/>
                  </a:cubicBezTo>
                  <a:cubicBezTo>
                    <a:pt x="4643" y="3762"/>
                    <a:pt x="4644" y="3767"/>
                    <a:pt x="4637" y="3779"/>
                  </a:cubicBezTo>
                  <a:cubicBezTo>
                    <a:pt x="4628" y="3813"/>
                    <a:pt x="4577" y="3813"/>
                    <a:pt x="4586" y="3813"/>
                  </a:cubicBezTo>
                  <a:cubicBezTo>
                    <a:pt x="4587" y="3818"/>
                    <a:pt x="4590" y="3820"/>
                    <a:pt x="4594" y="3820"/>
                  </a:cubicBezTo>
                  <a:cubicBezTo>
                    <a:pt x="4612" y="3820"/>
                    <a:pt x="4650" y="3779"/>
                    <a:pt x="4671" y="3779"/>
                  </a:cubicBezTo>
                  <a:cubicBezTo>
                    <a:pt x="4671" y="3764"/>
                    <a:pt x="4731" y="3709"/>
                    <a:pt x="4702" y="3709"/>
                  </a:cubicBezTo>
                  <a:cubicBezTo>
                    <a:pt x="4699" y="3709"/>
                    <a:pt x="4695" y="3710"/>
                    <a:pt x="4689" y="3711"/>
                  </a:cubicBezTo>
                  <a:lnTo>
                    <a:pt x="4689" y="3711"/>
                  </a:lnTo>
                  <a:cubicBezTo>
                    <a:pt x="4723" y="3701"/>
                    <a:pt x="4764" y="3635"/>
                    <a:pt x="4814" y="3619"/>
                  </a:cubicBezTo>
                  <a:cubicBezTo>
                    <a:pt x="4789" y="3610"/>
                    <a:pt x="4874" y="3551"/>
                    <a:pt x="4882" y="3534"/>
                  </a:cubicBezTo>
                  <a:cubicBezTo>
                    <a:pt x="4890" y="3526"/>
                    <a:pt x="4907" y="3517"/>
                    <a:pt x="4933" y="3509"/>
                  </a:cubicBezTo>
                  <a:lnTo>
                    <a:pt x="4933" y="3509"/>
                  </a:lnTo>
                  <a:lnTo>
                    <a:pt x="4831" y="3636"/>
                  </a:lnTo>
                  <a:cubicBezTo>
                    <a:pt x="4806" y="3644"/>
                    <a:pt x="4772" y="3661"/>
                    <a:pt x="4789" y="3661"/>
                  </a:cubicBezTo>
                  <a:lnTo>
                    <a:pt x="4797" y="3678"/>
                  </a:lnTo>
                  <a:cubicBezTo>
                    <a:pt x="4721" y="3763"/>
                    <a:pt x="4654" y="3856"/>
                    <a:pt x="4620" y="3898"/>
                  </a:cubicBezTo>
                  <a:lnTo>
                    <a:pt x="4628" y="3864"/>
                  </a:lnTo>
                  <a:lnTo>
                    <a:pt x="4628" y="3864"/>
                  </a:lnTo>
                  <a:cubicBezTo>
                    <a:pt x="4586" y="3948"/>
                    <a:pt x="4495" y="3965"/>
                    <a:pt x="4444" y="4039"/>
                  </a:cubicBezTo>
                  <a:lnTo>
                    <a:pt x="4444" y="4039"/>
                  </a:lnTo>
                  <a:cubicBezTo>
                    <a:pt x="4444" y="4038"/>
                    <a:pt x="4444" y="4038"/>
                    <a:pt x="4443" y="4038"/>
                  </a:cubicBezTo>
                  <a:lnTo>
                    <a:pt x="4443" y="4038"/>
                  </a:lnTo>
                  <a:cubicBezTo>
                    <a:pt x="4442" y="4038"/>
                    <a:pt x="4439" y="4039"/>
                    <a:pt x="4434" y="4042"/>
                  </a:cubicBezTo>
                  <a:cubicBezTo>
                    <a:pt x="4349" y="4101"/>
                    <a:pt x="4349" y="4169"/>
                    <a:pt x="4264" y="4202"/>
                  </a:cubicBezTo>
                  <a:lnTo>
                    <a:pt x="4264" y="4186"/>
                  </a:lnTo>
                  <a:cubicBezTo>
                    <a:pt x="4264" y="4186"/>
                    <a:pt x="4231" y="4228"/>
                    <a:pt x="4248" y="4236"/>
                  </a:cubicBezTo>
                  <a:cubicBezTo>
                    <a:pt x="4281" y="4202"/>
                    <a:pt x="4324" y="4169"/>
                    <a:pt x="4358" y="4143"/>
                  </a:cubicBezTo>
                  <a:lnTo>
                    <a:pt x="4358" y="4143"/>
                  </a:lnTo>
                  <a:cubicBezTo>
                    <a:pt x="4341" y="4177"/>
                    <a:pt x="4315" y="4211"/>
                    <a:pt x="4281" y="4236"/>
                  </a:cubicBezTo>
                  <a:lnTo>
                    <a:pt x="4290" y="4262"/>
                  </a:lnTo>
                  <a:cubicBezTo>
                    <a:pt x="4264" y="4321"/>
                    <a:pt x="4197" y="4321"/>
                    <a:pt x="4171" y="4372"/>
                  </a:cubicBezTo>
                  <a:lnTo>
                    <a:pt x="4231" y="4355"/>
                  </a:lnTo>
                  <a:lnTo>
                    <a:pt x="4231" y="4363"/>
                  </a:lnTo>
                  <a:cubicBezTo>
                    <a:pt x="4248" y="4346"/>
                    <a:pt x="4256" y="4329"/>
                    <a:pt x="4264" y="4312"/>
                  </a:cubicBezTo>
                  <a:cubicBezTo>
                    <a:pt x="4307" y="4270"/>
                    <a:pt x="4358" y="4245"/>
                    <a:pt x="4417" y="4245"/>
                  </a:cubicBezTo>
                  <a:cubicBezTo>
                    <a:pt x="4422" y="4243"/>
                    <a:pt x="4426" y="4242"/>
                    <a:pt x="4429" y="4242"/>
                  </a:cubicBezTo>
                  <a:cubicBezTo>
                    <a:pt x="4451" y="4242"/>
                    <a:pt x="4427" y="4288"/>
                    <a:pt x="4442" y="4296"/>
                  </a:cubicBezTo>
                  <a:cubicBezTo>
                    <a:pt x="4493" y="4245"/>
                    <a:pt x="4467" y="4228"/>
                    <a:pt x="4527" y="4177"/>
                  </a:cubicBezTo>
                  <a:cubicBezTo>
                    <a:pt x="4530" y="4175"/>
                    <a:pt x="4532" y="4175"/>
                    <a:pt x="4534" y="4175"/>
                  </a:cubicBezTo>
                  <a:cubicBezTo>
                    <a:pt x="4537" y="4175"/>
                    <a:pt x="4537" y="4177"/>
                    <a:pt x="4536" y="4180"/>
                  </a:cubicBezTo>
                  <a:lnTo>
                    <a:pt x="4536" y="4180"/>
                  </a:lnTo>
                  <a:lnTo>
                    <a:pt x="4561" y="4143"/>
                  </a:lnTo>
                  <a:cubicBezTo>
                    <a:pt x="4561" y="4144"/>
                    <a:pt x="4562" y="4144"/>
                    <a:pt x="4563" y="4144"/>
                  </a:cubicBezTo>
                  <a:cubicBezTo>
                    <a:pt x="4575" y="4144"/>
                    <a:pt x="4618" y="4119"/>
                    <a:pt x="4633" y="4119"/>
                  </a:cubicBezTo>
                  <a:cubicBezTo>
                    <a:pt x="4641" y="4119"/>
                    <a:pt x="4641" y="4125"/>
                    <a:pt x="4628" y="4143"/>
                  </a:cubicBezTo>
                  <a:lnTo>
                    <a:pt x="4586" y="4169"/>
                  </a:lnTo>
                  <a:lnTo>
                    <a:pt x="4586" y="4169"/>
                  </a:lnTo>
                  <a:cubicBezTo>
                    <a:pt x="4667" y="4132"/>
                    <a:pt x="4794" y="4062"/>
                    <a:pt x="4830" y="4062"/>
                  </a:cubicBezTo>
                  <a:cubicBezTo>
                    <a:pt x="4835" y="4062"/>
                    <a:pt x="4839" y="4064"/>
                    <a:pt x="4840" y="4067"/>
                  </a:cubicBezTo>
                  <a:cubicBezTo>
                    <a:pt x="4890" y="4042"/>
                    <a:pt x="4865" y="4033"/>
                    <a:pt x="4941" y="3991"/>
                  </a:cubicBezTo>
                  <a:cubicBezTo>
                    <a:pt x="4958" y="3949"/>
                    <a:pt x="4916" y="3957"/>
                    <a:pt x="4975" y="3881"/>
                  </a:cubicBezTo>
                  <a:lnTo>
                    <a:pt x="4975" y="3881"/>
                  </a:lnTo>
                  <a:lnTo>
                    <a:pt x="4916" y="3923"/>
                  </a:lnTo>
                  <a:cubicBezTo>
                    <a:pt x="4905" y="3929"/>
                    <a:pt x="4901" y="3938"/>
                    <a:pt x="4895" y="3946"/>
                  </a:cubicBezTo>
                  <a:lnTo>
                    <a:pt x="4895" y="3946"/>
                  </a:lnTo>
                  <a:lnTo>
                    <a:pt x="4941" y="3906"/>
                  </a:lnTo>
                  <a:lnTo>
                    <a:pt x="4941" y="3906"/>
                  </a:lnTo>
                  <a:cubicBezTo>
                    <a:pt x="4916" y="3949"/>
                    <a:pt x="4924" y="3949"/>
                    <a:pt x="4924" y="3974"/>
                  </a:cubicBezTo>
                  <a:cubicBezTo>
                    <a:pt x="4874" y="4025"/>
                    <a:pt x="4806" y="4050"/>
                    <a:pt x="4730" y="4067"/>
                  </a:cubicBezTo>
                  <a:cubicBezTo>
                    <a:pt x="4747" y="4033"/>
                    <a:pt x="4806" y="3999"/>
                    <a:pt x="4772" y="3991"/>
                  </a:cubicBezTo>
                  <a:cubicBezTo>
                    <a:pt x="4831" y="3974"/>
                    <a:pt x="4806" y="3932"/>
                    <a:pt x="4874" y="3906"/>
                  </a:cubicBezTo>
                  <a:lnTo>
                    <a:pt x="4874" y="3906"/>
                  </a:lnTo>
                  <a:lnTo>
                    <a:pt x="4865" y="3923"/>
                  </a:lnTo>
                  <a:cubicBezTo>
                    <a:pt x="4899" y="3873"/>
                    <a:pt x="4924" y="3889"/>
                    <a:pt x="4950" y="3847"/>
                  </a:cubicBezTo>
                  <a:lnTo>
                    <a:pt x="4958" y="3847"/>
                  </a:lnTo>
                  <a:cubicBezTo>
                    <a:pt x="4996" y="3809"/>
                    <a:pt x="4988" y="3809"/>
                    <a:pt x="4978" y="3809"/>
                  </a:cubicBezTo>
                  <a:cubicBezTo>
                    <a:pt x="4969" y="3809"/>
                    <a:pt x="4958" y="3809"/>
                    <a:pt x="4992" y="3771"/>
                  </a:cubicBezTo>
                  <a:cubicBezTo>
                    <a:pt x="5015" y="3756"/>
                    <a:pt x="5029" y="3750"/>
                    <a:pt x="5037" y="3750"/>
                  </a:cubicBezTo>
                  <a:cubicBezTo>
                    <a:pt x="5057" y="3750"/>
                    <a:pt x="5050" y="3779"/>
                    <a:pt x="5068" y="3779"/>
                  </a:cubicBezTo>
                  <a:cubicBezTo>
                    <a:pt x="4975" y="3898"/>
                    <a:pt x="5093" y="3813"/>
                    <a:pt x="4992" y="3940"/>
                  </a:cubicBezTo>
                  <a:cubicBezTo>
                    <a:pt x="4996" y="3946"/>
                    <a:pt x="5002" y="3949"/>
                    <a:pt x="5010" y="3949"/>
                  </a:cubicBezTo>
                  <a:cubicBezTo>
                    <a:pt x="5036" y="3949"/>
                    <a:pt x="5082" y="3918"/>
                    <a:pt x="5127" y="3873"/>
                  </a:cubicBezTo>
                  <a:lnTo>
                    <a:pt x="5127" y="3873"/>
                  </a:lnTo>
                  <a:cubicBezTo>
                    <a:pt x="5121" y="3876"/>
                    <a:pt x="5116" y="3877"/>
                    <a:pt x="5112" y="3877"/>
                  </a:cubicBezTo>
                  <a:cubicBezTo>
                    <a:pt x="5092" y="3877"/>
                    <a:pt x="5109" y="3834"/>
                    <a:pt x="5075" y="3834"/>
                  </a:cubicBezTo>
                  <a:cubicBezTo>
                    <a:pt x="5069" y="3834"/>
                    <a:pt x="5061" y="3835"/>
                    <a:pt x="5051" y="3839"/>
                  </a:cubicBezTo>
                  <a:cubicBezTo>
                    <a:pt x="5144" y="3737"/>
                    <a:pt x="5093" y="3686"/>
                    <a:pt x="5229" y="3627"/>
                  </a:cubicBezTo>
                  <a:lnTo>
                    <a:pt x="5254" y="3576"/>
                  </a:lnTo>
                  <a:lnTo>
                    <a:pt x="5330" y="3534"/>
                  </a:lnTo>
                  <a:lnTo>
                    <a:pt x="5330" y="3534"/>
                  </a:lnTo>
                  <a:cubicBezTo>
                    <a:pt x="5313" y="3593"/>
                    <a:pt x="5254" y="3619"/>
                    <a:pt x="5237" y="3661"/>
                  </a:cubicBezTo>
                  <a:cubicBezTo>
                    <a:pt x="5339" y="3627"/>
                    <a:pt x="5322" y="3551"/>
                    <a:pt x="5415" y="3483"/>
                  </a:cubicBezTo>
                  <a:cubicBezTo>
                    <a:pt x="5425" y="3481"/>
                    <a:pt x="5432" y="3480"/>
                    <a:pt x="5437" y="3480"/>
                  </a:cubicBezTo>
                  <a:cubicBezTo>
                    <a:pt x="5484" y="3480"/>
                    <a:pt x="5340" y="3579"/>
                    <a:pt x="5356" y="3602"/>
                  </a:cubicBezTo>
                  <a:cubicBezTo>
                    <a:pt x="5370" y="3581"/>
                    <a:pt x="5412" y="3566"/>
                    <a:pt x="5427" y="3566"/>
                  </a:cubicBezTo>
                  <a:cubicBezTo>
                    <a:pt x="5430" y="3566"/>
                    <a:pt x="5432" y="3567"/>
                    <a:pt x="5432" y="3568"/>
                  </a:cubicBezTo>
                  <a:cubicBezTo>
                    <a:pt x="5339" y="3627"/>
                    <a:pt x="5390" y="3627"/>
                    <a:pt x="5288" y="3686"/>
                  </a:cubicBezTo>
                  <a:cubicBezTo>
                    <a:pt x="5302" y="3666"/>
                    <a:pt x="5302" y="3660"/>
                    <a:pt x="5296" y="3660"/>
                  </a:cubicBezTo>
                  <a:cubicBezTo>
                    <a:pt x="5291" y="3660"/>
                    <a:pt x="5281" y="3665"/>
                    <a:pt x="5276" y="3665"/>
                  </a:cubicBezTo>
                  <a:cubicBezTo>
                    <a:pt x="5273" y="3665"/>
                    <a:pt x="5271" y="3664"/>
                    <a:pt x="5271" y="3661"/>
                  </a:cubicBezTo>
                  <a:cubicBezTo>
                    <a:pt x="5229" y="3720"/>
                    <a:pt x="5170" y="3763"/>
                    <a:pt x="5110" y="3796"/>
                  </a:cubicBezTo>
                  <a:cubicBezTo>
                    <a:pt x="5110" y="3804"/>
                    <a:pt x="5114" y="3807"/>
                    <a:pt x="5119" y="3807"/>
                  </a:cubicBezTo>
                  <a:cubicBezTo>
                    <a:pt x="5139" y="3807"/>
                    <a:pt x="5189" y="3767"/>
                    <a:pt x="5229" y="3754"/>
                  </a:cubicBezTo>
                  <a:cubicBezTo>
                    <a:pt x="5288" y="3670"/>
                    <a:pt x="5398" y="3653"/>
                    <a:pt x="5432" y="3585"/>
                  </a:cubicBezTo>
                  <a:cubicBezTo>
                    <a:pt x="5455" y="3564"/>
                    <a:pt x="5467" y="3557"/>
                    <a:pt x="5472" y="3557"/>
                  </a:cubicBezTo>
                  <a:cubicBezTo>
                    <a:pt x="5482" y="3557"/>
                    <a:pt x="5460" y="3593"/>
                    <a:pt x="5466" y="3593"/>
                  </a:cubicBezTo>
                  <a:cubicBezTo>
                    <a:pt x="5542" y="3551"/>
                    <a:pt x="5483" y="3551"/>
                    <a:pt x="5500" y="3534"/>
                  </a:cubicBezTo>
                  <a:cubicBezTo>
                    <a:pt x="5601" y="3433"/>
                    <a:pt x="5643" y="3458"/>
                    <a:pt x="5719" y="3399"/>
                  </a:cubicBezTo>
                  <a:cubicBezTo>
                    <a:pt x="5813" y="3297"/>
                    <a:pt x="5923" y="3204"/>
                    <a:pt x="6049" y="3128"/>
                  </a:cubicBezTo>
                  <a:lnTo>
                    <a:pt x="6049" y="3128"/>
                  </a:lnTo>
                  <a:cubicBezTo>
                    <a:pt x="6041" y="3145"/>
                    <a:pt x="6058" y="3145"/>
                    <a:pt x="6075" y="3145"/>
                  </a:cubicBezTo>
                  <a:cubicBezTo>
                    <a:pt x="6109" y="3052"/>
                    <a:pt x="6100" y="3094"/>
                    <a:pt x="6159" y="3001"/>
                  </a:cubicBezTo>
                  <a:lnTo>
                    <a:pt x="6159" y="3001"/>
                  </a:lnTo>
                  <a:lnTo>
                    <a:pt x="6083" y="3044"/>
                  </a:lnTo>
                  <a:cubicBezTo>
                    <a:pt x="6134" y="2993"/>
                    <a:pt x="6159" y="2934"/>
                    <a:pt x="6227" y="2908"/>
                  </a:cubicBezTo>
                  <a:lnTo>
                    <a:pt x="6227" y="2908"/>
                  </a:lnTo>
                  <a:cubicBezTo>
                    <a:pt x="6220" y="2909"/>
                    <a:pt x="6215" y="2910"/>
                    <a:pt x="6211" y="2910"/>
                  </a:cubicBezTo>
                  <a:cubicBezTo>
                    <a:pt x="6157" y="2910"/>
                    <a:pt x="6305" y="2812"/>
                    <a:pt x="6329" y="2773"/>
                  </a:cubicBezTo>
                  <a:cubicBezTo>
                    <a:pt x="6396" y="2739"/>
                    <a:pt x="6439" y="2663"/>
                    <a:pt x="6489" y="2663"/>
                  </a:cubicBezTo>
                  <a:lnTo>
                    <a:pt x="6481" y="2671"/>
                  </a:lnTo>
                  <a:lnTo>
                    <a:pt x="6565" y="2612"/>
                  </a:lnTo>
                  <a:lnTo>
                    <a:pt x="6582" y="2654"/>
                  </a:lnTo>
                  <a:cubicBezTo>
                    <a:pt x="6650" y="2629"/>
                    <a:pt x="6701" y="2553"/>
                    <a:pt x="6675" y="2553"/>
                  </a:cubicBezTo>
                  <a:cubicBezTo>
                    <a:pt x="6703" y="2536"/>
                    <a:pt x="6714" y="2530"/>
                    <a:pt x="6718" y="2530"/>
                  </a:cubicBezTo>
                  <a:cubicBezTo>
                    <a:pt x="6724" y="2530"/>
                    <a:pt x="6716" y="2543"/>
                    <a:pt x="6726" y="2553"/>
                  </a:cubicBezTo>
                  <a:cubicBezTo>
                    <a:pt x="6702" y="2585"/>
                    <a:pt x="6662" y="2663"/>
                    <a:pt x="6615" y="2663"/>
                  </a:cubicBezTo>
                  <a:cubicBezTo>
                    <a:pt x="6612" y="2663"/>
                    <a:pt x="6610" y="2663"/>
                    <a:pt x="6608" y="2663"/>
                  </a:cubicBezTo>
                  <a:cubicBezTo>
                    <a:pt x="6616" y="2663"/>
                    <a:pt x="6633" y="2654"/>
                    <a:pt x="6633" y="2646"/>
                  </a:cubicBezTo>
                  <a:lnTo>
                    <a:pt x="6633" y="2646"/>
                  </a:lnTo>
                  <a:cubicBezTo>
                    <a:pt x="6464" y="2747"/>
                    <a:pt x="6616" y="2731"/>
                    <a:pt x="6540" y="2798"/>
                  </a:cubicBezTo>
                  <a:cubicBezTo>
                    <a:pt x="6582" y="2764"/>
                    <a:pt x="6625" y="2756"/>
                    <a:pt x="6667" y="2714"/>
                  </a:cubicBezTo>
                  <a:cubicBezTo>
                    <a:pt x="6709" y="2671"/>
                    <a:pt x="6752" y="2629"/>
                    <a:pt x="6785" y="2578"/>
                  </a:cubicBezTo>
                  <a:lnTo>
                    <a:pt x="6785" y="2578"/>
                  </a:lnTo>
                  <a:cubicBezTo>
                    <a:pt x="6752" y="2621"/>
                    <a:pt x="6701" y="2654"/>
                    <a:pt x="6650" y="2671"/>
                  </a:cubicBezTo>
                  <a:lnTo>
                    <a:pt x="6650" y="2671"/>
                  </a:lnTo>
                  <a:cubicBezTo>
                    <a:pt x="6684" y="2637"/>
                    <a:pt x="6675" y="2621"/>
                    <a:pt x="6718" y="2604"/>
                  </a:cubicBezTo>
                  <a:lnTo>
                    <a:pt x="6718" y="2621"/>
                  </a:lnTo>
                  <a:lnTo>
                    <a:pt x="6743" y="2570"/>
                  </a:lnTo>
                  <a:cubicBezTo>
                    <a:pt x="6745" y="2571"/>
                    <a:pt x="6748" y="2572"/>
                    <a:pt x="6751" y="2572"/>
                  </a:cubicBezTo>
                  <a:cubicBezTo>
                    <a:pt x="6774" y="2572"/>
                    <a:pt x="6818" y="2539"/>
                    <a:pt x="6830" y="2539"/>
                  </a:cubicBezTo>
                  <a:cubicBezTo>
                    <a:pt x="6836" y="2539"/>
                    <a:pt x="6834" y="2547"/>
                    <a:pt x="6819" y="2570"/>
                  </a:cubicBezTo>
                  <a:cubicBezTo>
                    <a:pt x="6870" y="2519"/>
                    <a:pt x="6828" y="2536"/>
                    <a:pt x="6870" y="2485"/>
                  </a:cubicBezTo>
                  <a:lnTo>
                    <a:pt x="6870" y="2485"/>
                  </a:lnTo>
                  <a:lnTo>
                    <a:pt x="6768" y="2553"/>
                  </a:lnTo>
                  <a:lnTo>
                    <a:pt x="6752" y="2536"/>
                  </a:lnTo>
                  <a:cubicBezTo>
                    <a:pt x="6777" y="2494"/>
                    <a:pt x="6802" y="2502"/>
                    <a:pt x="6836" y="2468"/>
                  </a:cubicBezTo>
                  <a:lnTo>
                    <a:pt x="6819" y="2443"/>
                  </a:lnTo>
                  <a:lnTo>
                    <a:pt x="6904" y="2409"/>
                  </a:lnTo>
                  <a:cubicBezTo>
                    <a:pt x="6887" y="2401"/>
                    <a:pt x="6946" y="2367"/>
                    <a:pt x="6955" y="2350"/>
                  </a:cubicBezTo>
                  <a:cubicBezTo>
                    <a:pt x="6965" y="2345"/>
                    <a:pt x="6974" y="2343"/>
                    <a:pt x="6981" y="2343"/>
                  </a:cubicBezTo>
                  <a:cubicBezTo>
                    <a:pt x="6994" y="2343"/>
                    <a:pt x="7005" y="2348"/>
                    <a:pt x="7015" y="2348"/>
                  </a:cubicBezTo>
                  <a:cubicBezTo>
                    <a:pt x="7028" y="2348"/>
                    <a:pt x="7042" y="2341"/>
                    <a:pt x="7065" y="2308"/>
                  </a:cubicBezTo>
                  <a:lnTo>
                    <a:pt x="7056" y="2308"/>
                  </a:lnTo>
                  <a:cubicBezTo>
                    <a:pt x="7090" y="2274"/>
                    <a:pt x="7124" y="2240"/>
                    <a:pt x="7166" y="2215"/>
                  </a:cubicBezTo>
                  <a:lnTo>
                    <a:pt x="7166" y="2215"/>
                  </a:lnTo>
                  <a:cubicBezTo>
                    <a:pt x="7166" y="2223"/>
                    <a:pt x="7158" y="2231"/>
                    <a:pt x="7149" y="2240"/>
                  </a:cubicBezTo>
                  <a:cubicBezTo>
                    <a:pt x="7231" y="2199"/>
                    <a:pt x="7329" y="2070"/>
                    <a:pt x="7389" y="2070"/>
                  </a:cubicBezTo>
                  <a:cubicBezTo>
                    <a:pt x="7391" y="2070"/>
                    <a:pt x="7393" y="2070"/>
                    <a:pt x="7394" y="2071"/>
                  </a:cubicBezTo>
                  <a:cubicBezTo>
                    <a:pt x="7403" y="2096"/>
                    <a:pt x="7361" y="2105"/>
                    <a:pt x="7378" y="2130"/>
                  </a:cubicBezTo>
                  <a:cubicBezTo>
                    <a:pt x="7234" y="2198"/>
                    <a:pt x="7318" y="2231"/>
                    <a:pt x="7166" y="2324"/>
                  </a:cubicBezTo>
                  <a:cubicBezTo>
                    <a:pt x="7161" y="2320"/>
                    <a:pt x="7156" y="2317"/>
                    <a:pt x="7151" y="2317"/>
                  </a:cubicBezTo>
                  <a:cubicBezTo>
                    <a:pt x="7115" y="2317"/>
                    <a:pt x="7073" y="2420"/>
                    <a:pt x="7020" y="2420"/>
                  </a:cubicBezTo>
                  <a:cubicBezTo>
                    <a:pt x="7015" y="2420"/>
                    <a:pt x="7010" y="2419"/>
                    <a:pt x="7005" y="2418"/>
                  </a:cubicBezTo>
                  <a:cubicBezTo>
                    <a:pt x="7065" y="2384"/>
                    <a:pt x="7115" y="2299"/>
                    <a:pt x="7098" y="2299"/>
                  </a:cubicBezTo>
                  <a:lnTo>
                    <a:pt x="7098" y="2299"/>
                  </a:lnTo>
                  <a:cubicBezTo>
                    <a:pt x="7056" y="2341"/>
                    <a:pt x="6997" y="2384"/>
                    <a:pt x="6946" y="2418"/>
                  </a:cubicBezTo>
                  <a:cubicBezTo>
                    <a:pt x="6951" y="2417"/>
                    <a:pt x="6955" y="2416"/>
                    <a:pt x="6958" y="2416"/>
                  </a:cubicBezTo>
                  <a:cubicBezTo>
                    <a:pt x="6990" y="2416"/>
                    <a:pt x="6996" y="2446"/>
                    <a:pt x="6988" y="2477"/>
                  </a:cubicBezTo>
                  <a:cubicBezTo>
                    <a:pt x="7107" y="2384"/>
                    <a:pt x="7225" y="2308"/>
                    <a:pt x="7352" y="2231"/>
                  </a:cubicBezTo>
                  <a:lnTo>
                    <a:pt x="7318" y="2215"/>
                  </a:lnTo>
                  <a:cubicBezTo>
                    <a:pt x="7345" y="2185"/>
                    <a:pt x="7357" y="2175"/>
                    <a:pt x="7363" y="2175"/>
                  </a:cubicBezTo>
                  <a:cubicBezTo>
                    <a:pt x="7373" y="2175"/>
                    <a:pt x="7362" y="2205"/>
                    <a:pt x="7379" y="2205"/>
                  </a:cubicBezTo>
                  <a:cubicBezTo>
                    <a:pt x="7385" y="2205"/>
                    <a:pt x="7395" y="2201"/>
                    <a:pt x="7411" y="2189"/>
                  </a:cubicBezTo>
                  <a:lnTo>
                    <a:pt x="7428" y="2147"/>
                  </a:lnTo>
                  <a:lnTo>
                    <a:pt x="7437" y="2147"/>
                  </a:lnTo>
                  <a:lnTo>
                    <a:pt x="7471" y="2071"/>
                  </a:lnTo>
                  <a:lnTo>
                    <a:pt x="7471" y="2071"/>
                  </a:lnTo>
                  <a:cubicBezTo>
                    <a:pt x="7428" y="2105"/>
                    <a:pt x="7462" y="2113"/>
                    <a:pt x="7411" y="2138"/>
                  </a:cubicBezTo>
                  <a:cubicBezTo>
                    <a:pt x="7403" y="2141"/>
                    <a:pt x="7397" y="2142"/>
                    <a:pt x="7393" y="2142"/>
                  </a:cubicBezTo>
                  <a:cubicBezTo>
                    <a:pt x="7371" y="2142"/>
                    <a:pt x="7394" y="2109"/>
                    <a:pt x="7394" y="2088"/>
                  </a:cubicBezTo>
                  <a:cubicBezTo>
                    <a:pt x="7418" y="2076"/>
                    <a:pt x="7471" y="2035"/>
                    <a:pt x="7486" y="2035"/>
                  </a:cubicBezTo>
                  <a:cubicBezTo>
                    <a:pt x="7492" y="2035"/>
                    <a:pt x="7492" y="2042"/>
                    <a:pt x="7479" y="2062"/>
                  </a:cubicBezTo>
                  <a:lnTo>
                    <a:pt x="7564" y="1944"/>
                  </a:lnTo>
                  <a:lnTo>
                    <a:pt x="7564" y="1944"/>
                  </a:lnTo>
                  <a:cubicBezTo>
                    <a:pt x="7572" y="1961"/>
                    <a:pt x="7547" y="1978"/>
                    <a:pt x="7547" y="1995"/>
                  </a:cubicBezTo>
                  <a:lnTo>
                    <a:pt x="7614" y="1927"/>
                  </a:lnTo>
                  <a:lnTo>
                    <a:pt x="7614" y="1935"/>
                  </a:lnTo>
                  <a:cubicBezTo>
                    <a:pt x="7674" y="1876"/>
                    <a:pt x="7733" y="1817"/>
                    <a:pt x="7784" y="1749"/>
                  </a:cubicBezTo>
                  <a:lnTo>
                    <a:pt x="7784" y="1749"/>
                  </a:lnTo>
                  <a:cubicBezTo>
                    <a:pt x="7762" y="1761"/>
                    <a:pt x="7751" y="1766"/>
                    <a:pt x="7745" y="1766"/>
                  </a:cubicBezTo>
                  <a:cubicBezTo>
                    <a:pt x="7735" y="1766"/>
                    <a:pt x="7744" y="1752"/>
                    <a:pt x="7750" y="1741"/>
                  </a:cubicBezTo>
                  <a:cubicBezTo>
                    <a:pt x="7767" y="1724"/>
                    <a:pt x="7826" y="1665"/>
                    <a:pt x="7809" y="1665"/>
                  </a:cubicBezTo>
                  <a:cubicBezTo>
                    <a:pt x="7824" y="1652"/>
                    <a:pt x="7841" y="1646"/>
                    <a:pt x="7856" y="1646"/>
                  </a:cubicBezTo>
                  <a:cubicBezTo>
                    <a:pt x="7892" y="1646"/>
                    <a:pt x="7910" y="1685"/>
                    <a:pt x="7826" y="1775"/>
                  </a:cubicBezTo>
                  <a:cubicBezTo>
                    <a:pt x="7784" y="1775"/>
                    <a:pt x="7750" y="1834"/>
                    <a:pt x="7707" y="1868"/>
                  </a:cubicBezTo>
                  <a:cubicBezTo>
                    <a:pt x="7767" y="1842"/>
                    <a:pt x="7775" y="1817"/>
                    <a:pt x="7817" y="1783"/>
                  </a:cubicBezTo>
                  <a:lnTo>
                    <a:pt x="7817" y="1783"/>
                  </a:lnTo>
                  <a:cubicBezTo>
                    <a:pt x="7809" y="1792"/>
                    <a:pt x="7809" y="1792"/>
                    <a:pt x="7817" y="1792"/>
                  </a:cubicBezTo>
                  <a:cubicBezTo>
                    <a:pt x="7826" y="1792"/>
                    <a:pt x="7834" y="1783"/>
                    <a:pt x="7843" y="1775"/>
                  </a:cubicBezTo>
                  <a:cubicBezTo>
                    <a:pt x="7877" y="1758"/>
                    <a:pt x="7927" y="1741"/>
                    <a:pt x="7927" y="1741"/>
                  </a:cubicBezTo>
                  <a:lnTo>
                    <a:pt x="7927" y="1741"/>
                  </a:lnTo>
                  <a:cubicBezTo>
                    <a:pt x="7919" y="1758"/>
                    <a:pt x="7919" y="1775"/>
                    <a:pt x="7902" y="1783"/>
                  </a:cubicBezTo>
                  <a:cubicBezTo>
                    <a:pt x="7894" y="1800"/>
                    <a:pt x="7885" y="1808"/>
                    <a:pt x="7868" y="1825"/>
                  </a:cubicBezTo>
                  <a:cubicBezTo>
                    <a:pt x="7860" y="1834"/>
                    <a:pt x="7843" y="1842"/>
                    <a:pt x="7826" y="1851"/>
                  </a:cubicBezTo>
                  <a:cubicBezTo>
                    <a:pt x="7805" y="1867"/>
                    <a:pt x="7794" y="1872"/>
                    <a:pt x="7788" y="1872"/>
                  </a:cubicBezTo>
                  <a:cubicBezTo>
                    <a:pt x="7775" y="1872"/>
                    <a:pt x="7788" y="1846"/>
                    <a:pt x="7787" y="1846"/>
                  </a:cubicBezTo>
                  <a:lnTo>
                    <a:pt x="7787" y="1846"/>
                  </a:lnTo>
                  <a:cubicBezTo>
                    <a:pt x="7787" y="1846"/>
                    <a:pt x="7786" y="1847"/>
                    <a:pt x="7784" y="1851"/>
                  </a:cubicBezTo>
                  <a:cubicBezTo>
                    <a:pt x="7780" y="1849"/>
                    <a:pt x="7777" y="1849"/>
                    <a:pt x="7774" y="1849"/>
                  </a:cubicBezTo>
                  <a:cubicBezTo>
                    <a:pt x="7731" y="1849"/>
                    <a:pt x="7670" y="1938"/>
                    <a:pt x="7623" y="1969"/>
                  </a:cubicBezTo>
                  <a:cubicBezTo>
                    <a:pt x="7614" y="1969"/>
                    <a:pt x="7623" y="1952"/>
                    <a:pt x="7631" y="1944"/>
                  </a:cubicBezTo>
                  <a:lnTo>
                    <a:pt x="7631" y="1944"/>
                  </a:lnTo>
                  <a:cubicBezTo>
                    <a:pt x="7597" y="1978"/>
                    <a:pt x="7504" y="2045"/>
                    <a:pt x="7513" y="2071"/>
                  </a:cubicBezTo>
                  <a:lnTo>
                    <a:pt x="7606" y="1978"/>
                  </a:lnTo>
                  <a:cubicBezTo>
                    <a:pt x="7608" y="1977"/>
                    <a:pt x="7609" y="1977"/>
                    <a:pt x="7611" y="1977"/>
                  </a:cubicBezTo>
                  <a:cubicBezTo>
                    <a:pt x="7623" y="1977"/>
                    <a:pt x="7601" y="2007"/>
                    <a:pt x="7618" y="2007"/>
                  </a:cubicBezTo>
                  <a:cubicBezTo>
                    <a:pt x="7621" y="2007"/>
                    <a:pt x="7625" y="2005"/>
                    <a:pt x="7631" y="2003"/>
                  </a:cubicBezTo>
                  <a:cubicBezTo>
                    <a:pt x="7657" y="1978"/>
                    <a:pt x="7682" y="1952"/>
                    <a:pt x="7707" y="1935"/>
                  </a:cubicBezTo>
                  <a:lnTo>
                    <a:pt x="7707" y="1952"/>
                  </a:lnTo>
                  <a:cubicBezTo>
                    <a:pt x="7750" y="1927"/>
                    <a:pt x="7792" y="1902"/>
                    <a:pt x="7834" y="1876"/>
                  </a:cubicBezTo>
                  <a:lnTo>
                    <a:pt x="8012" y="1724"/>
                  </a:lnTo>
                  <a:cubicBezTo>
                    <a:pt x="7995" y="1665"/>
                    <a:pt x="8037" y="1597"/>
                    <a:pt x="8029" y="1529"/>
                  </a:cubicBezTo>
                  <a:cubicBezTo>
                    <a:pt x="8190" y="1402"/>
                    <a:pt x="8359" y="1276"/>
                    <a:pt x="8553" y="1132"/>
                  </a:cubicBezTo>
                  <a:lnTo>
                    <a:pt x="8553" y="1132"/>
                  </a:lnTo>
                  <a:cubicBezTo>
                    <a:pt x="8553" y="1166"/>
                    <a:pt x="8452" y="1259"/>
                    <a:pt x="8325" y="1352"/>
                  </a:cubicBezTo>
                  <a:lnTo>
                    <a:pt x="8359" y="1309"/>
                  </a:lnTo>
                  <a:lnTo>
                    <a:pt x="8359" y="1309"/>
                  </a:lnTo>
                  <a:cubicBezTo>
                    <a:pt x="8300" y="1352"/>
                    <a:pt x="8249" y="1402"/>
                    <a:pt x="8207" y="1462"/>
                  </a:cubicBezTo>
                  <a:cubicBezTo>
                    <a:pt x="8207" y="1459"/>
                    <a:pt x="8205" y="1458"/>
                    <a:pt x="8203" y="1458"/>
                  </a:cubicBezTo>
                  <a:cubicBezTo>
                    <a:pt x="8197" y="1458"/>
                    <a:pt x="8185" y="1464"/>
                    <a:pt x="8173" y="1470"/>
                  </a:cubicBezTo>
                  <a:cubicBezTo>
                    <a:pt x="8102" y="1527"/>
                    <a:pt x="8072" y="1578"/>
                    <a:pt x="8105" y="1578"/>
                  </a:cubicBezTo>
                  <a:cubicBezTo>
                    <a:pt x="8111" y="1578"/>
                    <a:pt x="8119" y="1576"/>
                    <a:pt x="8130" y="1572"/>
                  </a:cubicBezTo>
                  <a:lnTo>
                    <a:pt x="8156" y="1538"/>
                  </a:lnTo>
                  <a:lnTo>
                    <a:pt x="8257" y="1495"/>
                  </a:lnTo>
                  <a:cubicBezTo>
                    <a:pt x="8223" y="1453"/>
                    <a:pt x="8452" y="1309"/>
                    <a:pt x="8528" y="1225"/>
                  </a:cubicBezTo>
                  <a:lnTo>
                    <a:pt x="8528" y="1225"/>
                  </a:lnTo>
                  <a:cubicBezTo>
                    <a:pt x="8494" y="1309"/>
                    <a:pt x="8435" y="1377"/>
                    <a:pt x="8350" y="1419"/>
                  </a:cubicBezTo>
                  <a:lnTo>
                    <a:pt x="8385" y="1419"/>
                  </a:lnTo>
                  <a:cubicBezTo>
                    <a:pt x="8427" y="1384"/>
                    <a:pt x="8472" y="1351"/>
                    <a:pt x="8520" y="1318"/>
                  </a:cubicBezTo>
                  <a:cubicBezTo>
                    <a:pt x="8570" y="1233"/>
                    <a:pt x="8646" y="1157"/>
                    <a:pt x="8731" y="1106"/>
                  </a:cubicBezTo>
                  <a:cubicBezTo>
                    <a:pt x="8739" y="1064"/>
                    <a:pt x="8824" y="1013"/>
                    <a:pt x="8909" y="963"/>
                  </a:cubicBezTo>
                  <a:cubicBezTo>
                    <a:pt x="8985" y="920"/>
                    <a:pt x="9052" y="869"/>
                    <a:pt x="9120" y="819"/>
                  </a:cubicBezTo>
                  <a:cubicBezTo>
                    <a:pt x="9118" y="818"/>
                    <a:pt x="9116" y="818"/>
                    <a:pt x="9114" y="818"/>
                  </a:cubicBezTo>
                  <a:cubicBezTo>
                    <a:pt x="9044" y="818"/>
                    <a:pt x="8906" y="956"/>
                    <a:pt x="8816" y="1005"/>
                  </a:cubicBezTo>
                  <a:cubicBezTo>
                    <a:pt x="8835" y="973"/>
                    <a:pt x="8907" y="931"/>
                    <a:pt x="8894" y="931"/>
                  </a:cubicBezTo>
                  <a:cubicBezTo>
                    <a:pt x="8889" y="931"/>
                    <a:pt x="8876" y="935"/>
                    <a:pt x="8849" y="946"/>
                  </a:cubicBezTo>
                  <a:cubicBezTo>
                    <a:pt x="8943" y="853"/>
                    <a:pt x="9027" y="869"/>
                    <a:pt x="9069" y="793"/>
                  </a:cubicBezTo>
                  <a:lnTo>
                    <a:pt x="9069" y="793"/>
                  </a:lnTo>
                  <a:lnTo>
                    <a:pt x="8976" y="844"/>
                  </a:lnTo>
                  <a:cubicBezTo>
                    <a:pt x="8976" y="819"/>
                    <a:pt x="9086" y="743"/>
                    <a:pt x="9086" y="717"/>
                  </a:cubicBezTo>
                  <a:lnTo>
                    <a:pt x="9086" y="717"/>
                  </a:lnTo>
                  <a:cubicBezTo>
                    <a:pt x="9010" y="734"/>
                    <a:pt x="9010" y="785"/>
                    <a:pt x="8883" y="861"/>
                  </a:cubicBezTo>
                  <a:lnTo>
                    <a:pt x="8866" y="844"/>
                  </a:lnTo>
                  <a:lnTo>
                    <a:pt x="8748" y="979"/>
                  </a:lnTo>
                  <a:cubicBezTo>
                    <a:pt x="8773" y="1005"/>
                    <a:pt x="8824" y="963"/>
                    <a:pt x="8756" y="1056"/>
                  </a:cubicBezTo>
                  <a:cubicBezTo>
                    <a:pt x="8690" y="1100"/>
                    <a:pt x="8611" y="1125"/>
                    <a:pt x="8530" y="1125"/>
                  </a:cubicBezTo>
                  <a:cubicBezTo>
                    <a:pt x="8518" y="1125"/>
                    <a:pt x="8506" y="1124"/>
                    <a:pt x="8494" y="1123"/>
                  </a:cubicBezTo>
                  <a:cubicBezTo>
                    <a:pt x="8570" y="1089"/>
                    <a:pt x="8638" y="1022"/>
                    <a:pt x="8689" y="1022"/>
                  </a:cubicBezTo>
                  <a:cubicBezTo>
                    <a:pt x="8696" y="985"/>
                    <a:pt x="8766" y="905"/>
                    <a:pt x="8726" y="905"/>
                  </a:cubicBezTo>
                  <a:cubicBezTo>
                    <a:pt x="8721" y="905"/>
                    <a:pt x="8713" y="906"/>
                    <a:pt x="8703" y="910"/>
                  </a:cubicBezTo>
                  <a:lnTo>
                    <a:pt x="8703" y="910"/>
                  </a:lnTo>
                  <a:cubicBezTo>
                    <a:pt x="8707" y="907"/>
                    <a:pt x="8708" y="903"/>
                    <a:pt x="8714" y="903"/>
                  </a:cubicBezTo>
                  <a:cubicBezTo>
                    <a:pt x="8875" y="827"/>
                    <a:pt x="9027" y="734"/>
                    <a:pt x="9171" y="624"/>
                  </a:cubicBezTo>
                  <a:cubicBezTo>
                    <a:pt x="9184" y="614"/>
                    <a:pt x="9186" y="609"/>
                    <a:pt x="9177" y="609"/>
                  </a:cubicBezTo>
                  <a:cubicBezTo>
                    <a:pt x="9165" y="609"/>
                    <a:pt x="9129" y="621"/>
                    <a:pt x="9078" y="641"/>
                  </a:cubicBezTo>
                  <a:cubicBezTo>
                    <a:pt x="9137" y="607"/>
                    <a:pt x="9188" y="573"/>
                    <a:pt x="9222" y="548"/>
                  </a:cubicBezTo>
                  <a:lnTo>
                    <a:pt x="9222" y="548"/>
                  </a:lnTo>
                  <a:cubicBezTo>
                    <a:pt x="9229" y="556"/>
                    <a:pt x="9258" y="556"/>
                    <a:pt x="9225" y="582"/>
                  </a:cubicBezTo>
                  <a:lnTo>
                    <a:pt x="9225" y="582"/>
                  </a:lnTo>
                  <a:lnTo>
                    <a:pt x="9509" y="379"/>
                  </a:lnTo>
                  <a:lnTo>
                    <a:pt x="9526" y="379"/>
                  </a:lnTo>
                  <a:lnTo>
                    <a:pt x="9552" y="353"/>
                  </a:lnTo>
                  <a:cubicBezTo>
                    <a:pt x="9560" y="345"/>
                    <a:pt x="9543" y="345"/>
                    <a:pt x="9543" y="345"/>
                  </a:cubicBezTo>
                  <a:lnTo>
                    <a:pt x="9535" y="345"/>
                  </a:lnTo>
                  <a:cubicBezTo>
                    <a:pt x="9535" y="345"/>
                    <a:pt x="9535" y="353"/>
                    <a:pt x="9535" y="353"/>
                  </a:cubicBezTo>
                  <a:lnTo>
                    <a:pt x="9526" y="362"/>
                  </a:lnTo>
                  <a:cubicBezTo>
                    <a:pt x="9509" y="370"/>
                    <a:pt x="9492" y="387"/>
                    <a:pt x="9467" y="396"/>
                  </a:cubicBezTo>
                  <a:cubicBezTo>
                    <a:pt x="9433" y="421"/>
                    <a:pt x="9399" y="438"/>
                    <a:pt x="9365" y="447"/>
                  </a:cubicBezTo>
                  <a:cubicBezTo>
                    <a:pt x="9374" y="430"/>
                    <a:pt x="9425" y="396"/>
                    <a:pt x="9408" y="387"/>
                  </a:cubicBezTo>
                  <a:lnTo>
                    <a:pt x="9408" y="387"/>
                  </a:lnTo>
                  <a:cubicBezTo>
                    <a:pt x="9315" y="396"/>
                    <a:pt x="9230" y="413"/>
                    <a:pt x="9137" y="438"/>
                  </a:cubicBezTo>
                  <a:cubicBezTo>
                    <a:pt x="9222" y="396"/>
                    <a:pt x="9315" y="353"/>
                    <a:pt x="9399" y="320"/>
                  </a:cubicBezTo>
                  <a:lnTo>
                    <a:pt x="9408" y="320"/>
                  </a:lnTo>
                  <a:cubicBezTo>
                    <a:pt x="9552" y="277"/>
                    <a:pt x="9704" y="243"/>
                    <a:pt x="9848" y="218"/>
                  </a:cubicBezTo>
                  <a:lnTo>
                    <a:pt x="9865" y="210"/>
                  </a:lnTo>
                  <a:lnTo>
                    <a:pt x="9865" y="210"/>
                  </a:lnTo>
                  <a:cubicBezTo>
                    <a:pt x="9602" y="218"/>
                    <a:pt x="9628" y="235"/>
                    <a:pt x="9382" y="252"/>
                  </a:cubicBezTo>
                  <a:cubicBezTo>
                    <a:pt x="9433" y="218"/>
                    <a:pt x="9746" y="184"/>
                    <a:pt x="9729" y="167"/>
                  </a:cubicBezTo>
                  <a:lnTo>
                    <a:pt x="9975" y="150"/>
                  </a:lnTo>
                  <a:lnTo>
                    <a:pt x="9975" y="150"/>
                  </a:lnTo>
                  <a:cubicBezTo>
                    <a:pt x="9932" y="159"/>
                    <a:pt x="9890" y="167"/>
                    <a:pt x="9856" y="176"/>
                  </a:cubicBezTo>
                  <a:cubicBezTo>
                    <a:pt x="9915" y="167"/>
                    <a:pt x="9966" y="159"/>
                    <a:pt x="10008" y="159"/>
                  </a:cubicBezTo>
                  <a:cubicBezTo>
                    <a:pt x="9983" y="184"/>
                    <a:pt x="9932" y="210"/>
                    <a:pt x="9907" y="235"/>
                  </a:cubicBezTo>
                  <a:cubicBezTo>
                    <a:pt x="9882" y="252"/>
                    <a:pt x="9865" y="277"/>
                    <a:pt x="9848" y="303"/>
                  </a:cubicBezTo>
                  <a:cubicBezTo>
                    <a:pt x="9824" y="317"/>
                    <a:pt x="9813" y="322"/>
                    <a:pt x="9808" y="322"/>
                  </a:cubicBezTo>
                  <a:cubicBezTo>
                    <a:pt x="9796" y="322"/>
                    <a:pt x="9835" y="283"/>
                    <a:pt x="9828" y="283"/>
                  </a:cubicBezTo>
                  <a:lnTo>
                    <a:pt x="9828" y="283"/>
                  </a:lnTo>
                  <a:cubicBezTo>
                    <a:pt x="9825" y="283"/>
                    <a:pt x="9817" y="288"/>
                    <a:pt x="9797" y="303"/>
                  </a:cubicBezTo>
                  <a:cubicBezTo>
                    <a:pt x="9835" y="271"/>
                    <a:pt x="9826" y="254"/>
                    <a:pt x="9794" y="254"/>
                  </a:cubicBezTo>
                  <a:cubicBezTo>
                    <a:pt x="9784" y="254"/>
                    <a:pt x="9770" y="256"/>
                    <a:pt x="9755" y="260"/>
                  </a:cubicBezTo>
                  <a:cubicBezTo>
                    <a:pt x="9670" y="320"/>
                    <a:pt x="9670" y="328"/>
                    <a:pt x="9695" y="328"/>
                  </a:cubicBezTo>
                  <a:cubicBezTo>
                    <a:pt x="9712" y="328"/>
                    <a:pt x="9746" y="328"/>
                    <a:pt x="9695" y="379"/>
                  </a:cubicBezTo>
                  <a:lnTo>
                    <a:pt x="9518" y="480"/>
                  </a:lnTo>
                  <a:cubicBezTo>
                    <a:pt x="9506" y="490"/>
                    <a:pt x="9503" y="494"/>
                    <a:pt x="9505" y="494"/>
                  </a:cubicBezTo>
                  <a:cubicBezTo>
                    <a:pt x="9513" y="494"/>
                    <a:pt x="9583" y="451"/>
                    <a:pt x="9602" y="438"/>
                  </a:cubicBezTo>
                  <a:lnTo>
                    <a:pt x="9602" y="438"/>
                  </a:lnTo>
                  <a:cubicBezTo>
                    <a:pt x="9552" y="497"/>
                    <a:pt x="9467" y="531"/>
                    <a:pt x="9408" y="582"/>
                  </a:cubicBezTo>
                  <a:cubicBezTo>
                    <a:pt x="9442" y="556"/>
                    <a:pt x="9484" y="540"/>
                    <a:pt x="9526" y="523"/>
                  </a:cubicBezTo>
                  <a:lnTo>
                    <a:pt x="9526" y="523"/>
                  </a:lnTo>
                  <a:cubicBezTo>
                    <a:pt x="9400" y="610"/>
                    <a:pt x="9273" y="689"/>
                    <a:pt x="9146" y="762"/>
                  </a:cubicBezTo>
                  <a:lnTo>
                    <a:pt x="9146" y="762"/>
                  </a:lnTo>
                  <a:cubicBezTo>
                    <a:pt x="9157" y="757"/>
                    <a:pt x="9164" y="755"/>
                    <a:pt x="9170" y="755"/>
                  </a:cubicBezTo>
                  <a:cubicBezTo>
                    <a:pt x="9195" y="755"/>
                    <a:pt x="9170" y="802"/>
                    <a:pt x="9146" y="827"/>
                  </a:cubicBezTo>
                  <a:lnTo>
                    <a:pt x="9425" y="650"/>
                  </a:lnTo>
                  <a:cubicBezTo>
                    <a:pt x="9543" y="556"/>
                    <a:pt x="9645" y="472"/>
                    <a:pt x="9755" y="396"/>
                  </a:cubicBezTo>
                  <a:cubicBezTo>
                    <a:pt x="9856" y="311"/>
                    <a:pt x="9966" y="227"/>
                    <a:pt x="10068" y="134"/>
                  </a:cubicBezTo>
                  <a:lnTo>
                    <a:pt x="10110" y="125"/>
                  </a:lnTo>
                  <a:lnTo>
                    <a:pt x="10161" y="91"/>
                  </a:lnTo>
                  <a:lnTo>
                    <a:pt x="10161" y="91"/>
                  </a:lnTo>
                  <a:cubicBezTo>
                    <a:pt x="9975" y="100"/>
                    <a:pt x="9788" y="125"/>
                    <a:pt x="9611" y="176"/>
                  </a:cubicBezTo>
                  <a:cubicBezTo>
                    <a:pt x="9425" y="227"/>
                    <a:pt x="9239" y="260"/>
                    <a:pt x="9052" y="286"/>
                  </a:cubicBezTo>
                  <a:cubicBezTo>
                    <a:pt x="9076" y="272"/>
                    <a:pt x="9070" y="267"/>
                    <a:pt x="9052" y="267"/>
                  </a:cubicBezTo>
                  <a:cubicBezTo>
                    <a:pt x="9022" y="267"/>
                    <a:pt x="8958" y="279"/>
                    <a:pt x="8930" y="279"/>
                  </a:cubicBezTo>
                  <a:cubicBezTo>
                    <a:pt x="8912" y="279"/>
                    <a:pt x="8908" y="274"/>
                    <a:pt x="8934" y="260"/>
                  </a:cubicBezTo>
                  <a:cubicBezTo>
                    <a:pt x="9078" y="252"/>
                    <a:pt x="9078" y="235"/>
                    <a:pt x="9078" y="218"/>
                  </a:cubicBezTo>
                  <a:lnTo>
                    <a:pt x="9078" y="218"/>
                  </a:lnTo>
                  <a:cubicBezTo>
                    <a:pt x="8959" y="252"/>
                    <a:pt x="8841" y="269"/>
                    <a:pt x="8723" y="277"/>
                  </a:cubicBezTo>
                  <a:cubicBezTo>
                    <a:pt x="8816" y="252"/>
                    <a:pt x="8706" y="243"/>
                    <a:pt x="8883" y="218"/>
                  </a:cubicBezTo>
                  <a:cubicBezTo>
                    <a:pt x="8706" y="218"/>
                    <a:pt x="8536" y="243"/>
                    <a:pt x="8376" y="294"/>
                  </a:cubicBezTo>
                  <a:cubicBezTo>
                    <a:pt x="8271" y="312"/>
                    <a:pt x="8219" y="318"/>
                    <a:pt x="8190" y="318"/>
                  </a:cubicBezTo>
                  <a:cubicBezTo>
                    <a:pt x="8135" y="318"/>
                    <a:pt x="8170" y="296"/>
                    <a:pt x="8097" y="296"/>
                  </a:cubicBezTo>
                  <a:cubicBezTo>
                    <a:pt x="8067" y="296"/>
                    <a:pt x="8018" y="300"/>
                    <a:pt x="7936" y="311"/>
                  </a:cubicBezTo>
                  <a:lnTo>
                    <a:pt x="7995" y="294"/>
                  </a:lnTo>
                  <a:lnTo>
                    <a:pt x="7767" y="320"/>
                  </a:lnTo>
                  <a:lnTo>
                    <a:pt x="7834" y="328"/>
                  </a:lnTo>
                  <a:cubicBezTo>
                    <a:pt x="7741" y="345"/>
                    <a:pt x="7648" y="362"/>
                    <a:pt x="7572" y="370"/>
                  </a:cubicBezTo>
                  <a:cubicBezTo>
                    <a:pt x="7420" y="404"/>
                    <a:pt x="7623" y="396"/>
                    <a:pt x="7597" y="413"/>
                  </a:cubicBezTo>
                  <a:lnTo>
                    <a:pt x="7657" y="379"/>
                  </a:lnTo>
                  <a:cubicBezTo>
                    <a:pt x="7731" y="379"/>
                    <a:pt x="7849" y="357"/>
                    <a:pt x="7897" y="357"/>
                  </a:cubicBezTo>
                  <a:cubicBezTo>
                    <a:pt x="7909" y="357"/>
                    <a:pt x="7917" y="359"/>
                    <a:pt x="7919" y="362"/>
                  </a:cubicBezTo>
                  <a:cubicBezTo>
                    <a:pt x="7843" y="370"/>
                    <a:pt x="7775" y="387"/>
                    <a:pt x="7707" y="413"/>
                  </a:cubicBezTo>
                  <a:lnTo>
                    <a:pt x="7868" y="396"/>
                  </a:lnTo>
                  <a:lnTo>
                    <a:pt x="7902" y="413"/>
                  </a:lnTo>
                  <a:cubicBezTo>
                    <a:pt x="8020" y="413"/>
                    <a:pt x="8147" y="387"/>
                    <a:pt x="8266" y="362"/>
                  </a:cubicBezTo>
                  <a:cubicBezTo>
                    <a:pt x="8261" y="361"/>
                    <a:pt x="8256" y="361"/>
                    <a:pt x="8251" y="361"/>
                  </a:cubicBezTo>
                  <a:cubicBezTo>
                    <a:pt x="8212" y="361"/>
                    <a:pt x="8165" y="383"/>
                    <a:pt x="8129" y="383"/>
                  </a:cubicBezTo>
                  <a:cubicBezTo>
                    <a:pt x="8120" y="383"/>
                    <a:pt x="8112" y="382"/>
                    <a:pt x="8105" y="379"/>
                  </a:cubicBezTo>
                  <a:cubicBezTo>
                    <a:pt x="8283" y="328"/>
                    <a:pt x="8452" y="294"/>
                    <a:pt x="8638" y="277"/>
                  </a:cubicBezTo>
                  <a:lnTo>
                    <a:pt x="8638" y="277"/>
                  </a:lnTo>
                  <a:cubicBezTo>
                    <a:pt x="8630" y="286"/>
                    <a:pt x="8680" y="286"/>
                    <a:pt x="8646" y="294"/>
                  </a:cubicBezTo>
                  <a:cubicBezTo>
                    <a:pt x="8630" y="294"/>
                    <a:pt x="8604" y="303"/>
                    <a:pt x="8587" y="303"/>
                  </a:cubicBezTo>
                  <a:cubicBezTo>
                    <a:pt x="8570" y="320"/>
                    <a:pt x="8460" y="337"/>
                    <a:pt x="8613" y="337"/>
                  </a:cubicBezTo>
                  <a:cubicBezTo>
                    <a:pt x="8503" y="370"/>
                    <a:pt x="8325" y="430"/>
                    <a:pt x="8317" y="438"/>
                  </a:cubicBezTo>
                  <a:cubicBezTo>
                    <a:pt x="8223" y="455"/>
                    <a:pt x="8130" y="463"/>
                    <a:pt x="8037" y="463"/>
                  </a:cubicBezTo>
                  <a:lnTo>
                    <a:pt x="8046" y="455"/>
                  </a:lnTo>
                  <a:lnTo>
                    <a:pt x="8046" y="455"/>
                  </a:lnTo>
                  <a:cubicBezTo>
                    <a:pt x="7991" y="461"/>
                    <a:pt x="7887" y="485"/>
                    <a:pt x="7834" y="485"/>
                  </a:cubicBezTo>
                  <a:cubicBezTo>
                    <a:pt x="7814" y="485"/>
                    <a:pt x="7800" y="481"/>
                    <a:pt x="7800" y="472"/>
                  </a:cubicBezTo>
                  <a:cubicBezTo>
                    <a:pt x="7741" y="489"/>
                    <a:pt x="7614" y="506"/>
                    <a:pt x="7733" y="506"/>
                  </a:cubicBezTo>
                  <a:lnTo>
                    <a:pt x="7521" y="540"/>
                  </a:lnTo>
                  <a:cubicBezTo>
                    <a:pt x="7547" y="514"/>
                    <a:pt x="7504" y="506"/>
                    <a:pt x="7496" y="489"/>
                  </a:cubicBezTo>
                  <a:cubicBezTo>
                    <a:pt x="7479" y="480"/>
                    <a:pt x="7479" y="463"/>
                    <a:pt x="7597" y="438"/>
                  </a:cubicBezTo>
                  <a:lnTo>
                    <a:pt x="7597" y="438"/>
                  </a:lnTo>
                  <a:lnTo>
                    <a:pt x="7387" y="462"/>
                  </a:lnTo>
                  <a:lnTo>
                    <a:pt x="7387" y="462"/>
                  </a:lnTo>
                  <a:cubicBezTo>
                    <a:pt x="7390" y="460"/>
                    <a:pt x="7396" y="455"/>
                    <a:pt x="7403" y="455"/>
                  </a:cubicBezTo>
                  <a:cubicBezTo>
                    <a:pt x="7420" y="455"/>
                    <a:pt x="7433" y="451"/>
                    <a:pt x="7440" y="451"/>
                  </a:cubicBezTo>
                  <a:cubicBezTo>
                    <a:pt x="7443" y="451"/>
                    <a:pt x="7445" y="452"/>
                    <a:pt x="7445" y="455"/>
                  </a:cubicBezTo>
                  <a:cubicBezTo>
                    <a:pt x="7487" y="438"/>
                    <a:pt x="7479" y="421"/>
                    <a:pt x="7445" y="421"/>
                  </a:cubicBezTo>
                  <a:lnTo>
                    <a:pt x="7310" y="421"/>
                  </a:lnTo>
                  <a:lnTo>
                    <a:pt x="7293" y="455"/>
                  </a:lnTo>
                  <a:cubicBezTo>
                    <a:pt x="7250" y="439"/>
                    <a:pt x="7211" y="433"/>
                    <a:pt x="7172" y="433"/>
                  </a:cubicBezTo>
                  <a:cubicBezTo>
                    <a:pt x="7150" y="433"/>
                    <a:pt x="7128" y="435"/>
                    <a:pt x="7107" y="438"/>
                  </a:cubicBezTo>
                  <a:lnTo>
                    <a:pt x="6912" y="540"/>
                  </a:lnTo>
                  <a:lnTo>
                    <a:pt x="6853" y="548"/>
                  </a:lnTo>
                  <a:cubicBezTo>
                    <a:pt x="6828" y="531"/>
                    <a:pt x="6743" y="548"/>
                    <a:pt x="6777" y="514"/>
                  </a:cubicBezTo>
                  <a:cubicBezTo>
                    <a:pt x="6768" y="506"/>
                    <a:pt x="6794" y="506"/>
                    <a:pt x="6828" y="506"/>
                  </a:cubicBezTo>
                  <a:cubicBezTo>
                    <a:pt x="6828" y="514"/>
                    <a:pt x="6828" y="514"/>
                    <a:pt x="6828" y="514"/>
                  </a:cubicBezTo>
                  <a:cubicBezTo>
                    <a:pt x="6845" y="497"/>
                    <a:pt x="6845" y="472"/>
                    <a:pt x="6802" y="455"/>
                  </a:cubicBezTo>
                  <a:lnTo>
                    <a:pt x="6802" y="455"/>
                  </a:lnTo>
                  <a:cubicBezTo>
                    <a:pt x="6815" y="459"/>
                    <a:pt x="6830" y="461"/>
                    <a:pt x="6845" y="461"/>
                  </a:cubicBezTo>
                  <a:cubicBezTo>
                    <a:pt x="6859" y="461"/>
                    <a:pt x="6874" y="459"/>
                    <a:pt x="6887" y="455"/>
                  </a:cubicBezTo>
                  <a:lnTo>
                    <a:pt x="6836" y="455"/>
                  </a:lnTo>
                  <a:cubicBezTo>
                    <a:pt x="6904" y="447"/>
                    <a:pt x="7014" y="404"/>
                    <a:pt x="7014" y="379"/>
                  </a:cubicBezTo>
                  <a:lnTo>
                    <a:pt x="7014" y="379"/>
                  </a:lnTo>
                  <a:cubicBezTo>
                    <a:pt x="7005" y="390"/>
                    <a:pt x="6995" y="394"/>
                    <a:pt x="6983" y="394"/>
                  </a:cubicBezTo>
                  <a:cubicBezTo>
                    <a:pt x="6960" y="394"/>
                    <a:pt x="6932" y="379"/>
                    <a:pt x="6904" y="379"/>
                  </a:cubicBezTo>
                  <a:cubicBezTo>
                    <a:pt x="6938" y="370"/>
                    <a:pt x="6997" y="353"/>
                    <a:pt x="6946" y="353"/>
                  </a:cubicBezTo>
                  <a:cubicBezTo>
                    <a:pt x="6929" y="362"/>
                    <a:pt x="6802" y="387"/>
                    <a:pt x="6895" y="396"/>
                  </a:cubicBezTo>
                  <a:cubicBezTo>
                    <a:pt x="6864" y="408"/>
                    <a:pt x="6829" y="416"/>
                    <a:pt x="6795" y="416"/>
                  </a:cubicBezTo>
                  <a:cubicBezTo>
                    <a:pt x="6783" y="416"/>
                    <a:pt x="6771" y="415"/>
                    <a:pt x="6760" y="413"/>
                  </a:cubicBezTo>
                  <a:cubicBezTo>
                    <a:pt x="6811" y="396"/>
                    <a:pt x="6777" y="387"/>
                    <a:pt x="6794" y="370"/>
                  </a:cubicBezTo>
                  <a:lnTo>
                    <a:pt x="6794" y="370"/>
                  </a:lnTo>
                  <a:cubicBezTo>
                    <a:pt x="6768" y="379"/>
                    <a:pt x="6752" y="396"/>
                    <a:pt x="6743" y="421"/>
                  </a:cubicBezTo>
                  <a:cubicBezTo>
                    <a:pt x="6626" y="399"/>
                    <a:pt x="6573" y="359"/>
                    <a:pt x="6468" y="359"/>
                  </a:cubicBezTo>
                  <a:cubicBezTo>
                    <a:pt x="6451" y="359"/>
                    <a:pt x="6433" y="360"/>
                    <a:pt x="6413" y="362"/>
                  </a:cubicBezTo>
                  <a:cubicBezTo>
                    <a:pt x="6407" y="364"/>
                    <a:pt x="6409" y="365"/>
                    <a:pt x="6416" y="365"/>
                  </a:cubicBezTo>
                  <a:cubicBezTo>
                    <a:pt x="6422" y="365"/>
                    <a:pt x="6433" y="364"/>
                    <a:pt x="6445" y="364"/>
                  </a:cubicBezTo>
                  <a:cubicBezTo>
                    <a:pt x="6468" y="364"/>
                    <a:pt x="6494" y="366"/>
                    <a:pt x="6489" y="379"/>
                  </a:cubicBezTo>
                  <a:cubicBezTo>
                    <a:pt x="6469" y="385"/>
                    <a:pt x="6451" y="388"/>
                    <a:pt x="6435" y="388"/>
                  </a:cubicBezTo>
                  <a:cubicBezTo>
                    <a:pt x="6374" y="388"/>
                    <a:pt x="6338" y="351"/>
                    <a:pt x="6279" y="351"/>
                  </a:cubicBezTo>
                  <a:cubicBezTo>
                    <a:pt x="6271" y="351"/>
                    <a:pt x="6262" y="352"/>
                    <a:pt x="6252" y="353"/>
                  </a:cubicBezTo>
                  <a:lnTo>
                    <a:pt x="6278" y="387"/>
                  </a:lnTo>
                  <a:cubicBezTo>
                    <a:pt x="6236" y="396"/>
                    <a:pt x="6193" y="404"/>
                    <a:pt x="6142" y="404"/>
                  </a:cubicBezTo>
                  <a:cubicBezTo>
                    <a:pt x="6134" y="396"/>
                    <a:pt x="6041" y="370"/>
                    <a:pt x="6109" y="362"/>
                  </a:cubicBezTo>
                  <a:cubicBezTo>
                    <a:pt x="6089" y="359"/>
                    <a:pt x="6073" y="358"/>
                    <a:pt x="6058" y="358"/>
                  </a:cubicBezTo>
                  <a:cubicBezTo>
                    <a:pt x="5956" y="358"/>
                    <a:pt x="5951" y="422"/>
                    <a:pt x="5810" y="422"/>
                  </a:cubicBezTo>
                  <a:cubicBezTo>
                    <a:pt x="5803" y="422"/>
                    <a:pt x="5795" y="421"/>
                    <a:pt x="5787" y="421"/>
                  </a:cubicBezTo>
                  <a:lnTo>
                    <a:pt x="5787" y="421"/>
                  </a:lnTo>
                  <a:cubicBezTo>
                    <a:pt x="5838" y="430"/>
                    <a:pt x="5889" y="430"/>
                    <a:pt x="5948" y="430"/>
                  </a:cubicBezTo>
                  <a:cubicBezTo>
                    <a:pt x="5872" y="447"/>
                    <a:pt x="5939" y="447"/>
                    <a:pt x="5931" y="472"/>
                  </a:cubicBezTo>
                  <a:cubicBezTo>
                    <a:pt x="5889" y="447"/>
                    <a:pt x="5745" y="463"/>
                    <a:pt x="5838" y="438"/>
                  </a:cubicBezTo>
                  <a:cubicBezTo>
                    <a:pt x="5813" y="435"/>
                    <a:pt x="5787" y="432"/>
                    <a:pt x="5761" y="432"/>
                  </a:cubicBezTo>
                  <a:cubicBezTo>
                    <a:pt x="5723" y="432"/>
                    <a:pt x="5683" y="437"/>
                    <a:pt x="5643" y="447"/>
                  </a:cubicBezTo>
                  <a:lnTo>
                    <a:pt x="5694" y="455"/>
                  </a:lnTo>
                  <a:cubicBezTo>
                    <a:pt x="5626" y="455"/>
                    <a:pt x="5559" y="472"/>
                    <a:pt x="5500" y="497"/>
                  </a:cubicBezTo>
                  <a:cubicBezTo>
                    <a:pt x="5592" y="497"/>
                    <a:pt x="5593" y="462"/>
                    <a:pt x="5694" y="462"/>
                  </a:cubicBezTo>
                  <a:cubicBezTo>
                    <a:pt x="5705" y="462"/>
                    <a:pt x="5716" y="463"/>
                    <a:pt x="5728" y="463"/>
                  </a:cubicBezTo>
                  <a:cubicBezTo>
                    <a:pt x="5863" y="489"/>
                    <a:pt x="5694" y="489"/>
                    <a:pt x="5787" y="523"/>
                  </a:cubicBezTo>
                  <a:lnTo>
                    <a:pt x="5880" y="497"/>
                  </a:lnTo>
                  <a:lnTo>
                    <a:pt x="5838" y="497"/>
                  </a:lnTo>
                  <a:cubicBezTo>
                    <a:pt x="5844" y="482"/>
                    <a:pt x="5867" y="479"/>
                    <a:pt x="5892" y="479"/>
                  </a:cubicBezTo>
                  <a:cubicBezTo>
                    <a:pt x="5907" y="479"/>
                    <a:pt x="5923" y="480"/>
                    <a:pt x="5937" y="480"/>
                  </a:cubicBezTo>
                  <a:cubicBezTo>
                    <a:pt x="5964" y="480"/>
                    <a:pt x="5985" y="476"/>
                    <a:pt x="5982" y="455"/>
                  </a:cubicBezTo>
                  <a:lnTo>
                    <a:pt x="5982" y="455"/>
                  </a:lnTo>
                  <a:cubicBezTo>
                    <a:pt x="6083" y="497"/>
                    <a:pt x="6109" y="472"/>
                    <a:pt x="6227" y="506"/>
                  </a:cubicBezTo>
                  <a:cubicBezTo>
                    <a:pt x="6252" y="489"/>
                    <a:pt x="6210" y="489"/>
                    <a:pt x="6176" y="489"/>
                  </a:cubicBezTo>
                  <a:cubicBezTo>
                    <a:pt x="6222" y="489"/>
                    <a:pt x="6232" y="464"/>
                    <a:pt x="6269" y="464"/>
                  </a:cubicBezTo>
                  <a:cubicBezTo>
                    <a:pt x="6281" y="464"/>
                    <a:pt x="6294" y="466"/>
                    <a:pt x="6312" y="472"/>
                  </a:cubicBezTo>
                  <a:cubicBezTo>
                    <a:pt x="6354" y="472"/>
                    <a:pt x="6320" y="438"/>
                    <a:pt x="6261" y="438"/>
                  </a:cubicBezTo>
                  <a:lnTo>
                    <a:pt x="6430" y="438"/>
                  </a:lnTo>
                  <a:lnTo>
                    <a:pt x="6362" y="413"/>
                  </a:lnTo>
                  <a:lnTo>
                    <a:pt x="6430" y="413"/>
                  </a:lnTo>
                  <a:lnTo>
                    <a:pt x="6379" y="396"/>
                  </a:lnTo>
                  <a:cubicBezTo>
                    <a:pt x="6405" y="394"/>
                    <a:pt x="6432" y="393"/>
                    <a:pt x="6458" y="393"/>
                  </a:cubicBezTo>
                  <a:cubicBezTo>
                    <a:pt x="6545" y="393"/>
                    <a:pt x="6634" y="404"/>
                    <a:pt x="6718" y="430"/>
                  </a:cubicBezTo>
                  <a:cubicBezTo>
                    <a:pt x="6608" y="463"/>
                    <a:pt x="6422" y="455"/>
                    <a:pt x="6362" y="497"/>
                  </a:cubicBezTo>
                  <a:cubicBezTo>
                    <a:pt x="6364" y="498"/>
                    <a:pt x="6367" y="498"/>
                    <a:pt x="6369" y="498"/>
                  </a:cubicBezTo>
                  <a:cubicBezTo>
                    <a:pt x="6388" y="498"/>
                    <a:pt x="6418" y="480"/>
                    <a:pt x="6445" y="480"/>
                  </a:cubicBezTo>
                  <a:cubicBezTo>
                    <a:pt x="6458" y="480"/>
                    <a:pt x="6471" y="484"/>
                    <a:pt x="6481" y="497"/>
                  </a:cubicBezTo>
                  <a:lnTo>
                    <a:pt x="6515" y="472"/>
                  </a:lnTo>
                  <a:cubicBezTo>
                    <a:pt x="6540" y="467"/>
                    <a:pt x="6582" y="458"/>
                    <a:pt x="6612" y="458"/>
                  </a:cubicBezTo>
                  <a:cubicBezTo>
                    <a:pt x="6632" y="458"/>
                    <a:pt x="6647" y="462"/>
                    <a:pt x="6650" y="472"/>
                  </a:cubicBezTo>
                  <a:cubicBezTo>
                    <a:pt x="6582" y="489"/>
                    <a:pt x="6523" y="506"/>
                    <a:pt x="6464" y="540"/>
                  </a:cubicBezTo>
                  <a:cubicBezTo>
                    <a:pt x="6464" y="548"/>
                    <a:pt x="6455" y="548"/>
                    <a:pt x="6439" y="548"/>
                  </a:cubicBezTo>
                  <a:cubicBezTo>
                    <a:pt x="6415" y="554"/>
                    <a:pt x="6386" y="560"/>
                    <a:pt x="6360" y="560"/>
                  </a:cubicBezTo>
                  <a:cubicBezTo>
                    <a:pt x="6349" y="560"/>
                    <a:pt x="6338" y="559"/>
                    <a:pt x="6329" y="556"/>
                  </a:cubicBezTo>
                  <a:cubicBezTo>
                    <a:pt x="6286" y="548"/>
                    <a:pt x="6320" y="540"/>
                    <a:pt x="6320" y="531"/>
                  </a:cubicBezTo>
                  <a:cubicBezTo>
                    <a:pt x="6298" y="525"/>
                    <a:pt x="6278" y="523"/>
                    <a:pt x="6258" y="523"/>
                  </a:cubicBezTo>
                  <a:cubicBezTo>
                    <a:pt x="6176" y="523"/>
                    <a:pt x="6104" y="561"/>
                    <a:pt x="6017" y="561"/>
                  </a:cubicBezTo>
                  <a:cubicBezTo>
                    <a:pt x="6000" y="561"/>
                    <a:pt x="5983" y="560"/>
                    <a:pt x="5965" y="556"/>
                  </a:cubicBezTo>
                  <a:cubicBezTo>
                    <a:pt x="5965" y="540"/>
                    <a:pt x="5863" y="531"/>
                    <a:pt x="5889" y="523"/>
                  </a:cubicBezTo>
                  <a:cubicBezTo>
                    <a:pt x="5829" y="523"/>
                    <a:pt x="5770" y="531"/>
                    <a:pt x="5719" y="556"/>
                  </a:cubicBezTo>
                  <a:cubicBezTo>
                    <a:pt x="5711" y="531"/>
                    <a:pt x="5601" y="548"/>
                    <a:pt x="5635" y="523"/>
                  </a:cubicBezTo>
                  <a:lnTo>
                    <a:pt x="5635" y="523"/>
                  </a:lnTo>
                  <a:lnTo>
                    <a:pt x="5567" y="556"/>
                  </a:lnTo>
                  <a:cubicBezTo>
                    <a:pt x="5516" y="548"/>
                    <a:pt x="5415" y="556"/>
                    <a:pt x="5398" y="531"/>
                  </a:cubicBezTo>
                  <a:cubicBezTo>
                    <a:pt x="5350" y="538"/>
                    <a:pt x="5368" y="561"/>
                    <a:pt x="5338" y="561"/>
                  </a:cubicBezTo>
                  <a:cubicBezTo>
                    <a:pt x="5330" y="561"/>
                    <a:pt x="5320" y="560"/>
                    <a:pt x="5305" y="556"/>
                  </a:cubicBezTo>
                  <a:cubicBezTo>
                    <a:pt x="5305" y="548"/>
                    <a:pt x="5297" y="548"/>
                    <a:pt x="5313" y="548"/>
                  </a:cubicBezTo>
                  <a:cubicBezTo>
                    <a:pt x="5288" y="540"/>
                    <a:pt x="5263" y="535"/>
                    <a:pt x="5237" y="535"/>
                  </a:cubicBezTo>
                  <a:cubicBezTo>
                    <a:pt x="5212" y="535"/>
                    <a:pt x="5187" y="540"/>
                    <a:pt x="5161" y="548"/>
                  </a:cubicBezTo>
                  <a:cubicBezTo>
                    <a:pt x="5187" y="556"/>
                    <a:pt x="5212" y="556"/>
                    <a:pt x="5237" y="565"/>
                  </a:cubicBezTo>
                  <a:cubicBezTo>
                    <a:pt x="5237" y="571"/>
                    <a:pt x="5201" y="581"/>
                    <a:pt x="5156" y="581"/>
                  </a:cubicBezTo>
                  <a:cubicBezTo>
                    <a:pt x="5136" y="581"/>
                    <a:pt x="5114" y="579"/>
                    <a:pt x="5093" y="573"/>
                  </a:cubicBezTo>
                  <a:cubicBezTo>
                    <a:pt x="5195" y="540"/>
                    <a:pt x="5017" y="540"/>
                    <a:pt x="5068" y="523"/>
                  </a:cubicBezTo>
                  <a:cubicBezTo>
                    <a:pt x="4933" y="523"/>
                    <a:pt x="4806" y="540"/>
                    <a:pt x="4687" y="573"/>
                  </a:cubicBezTo>
                  <a:cubicBezTo>
                    <a:pt x="4574" y="567"/>
                    <a:pt x="4464" y="561"/>
                    <a:pt x="4356" y="561"/>
                  </a:cubicBezTo>
                  <a:cubicBezTo>
                    <a:pt x="4311" y="561"/>
                    <a:pt x="4267" y="562"/>
                    <a:pt x="4222" y="565"/>
                  </a:cubicBezTo>
                  <a:lnTo>
                    <a:pt x="4239" y="565"/>
                  </a:lnTo>
                  <a:lnTo>
                    <a:pt x="4163" y="582"/>
                  </a:lnTo>
                  <a:cubicBezTo>
                    <a:pt x="4121" y="573"/>
                    <a:pt x="4163" y="548"/>
                    <a:pt x="4104" y="548"/>
                  </a:cubicBezTo>
                  <a:cubicBezTo>
                    <a:pt x="4110" y="536"/>
                    <a:pt x="4127" y="532"/>
                    <a:pt x="4149" y="532"/>
                  </a:cubicBezTo>
                  <a:cubicBezTo>
                    <a:pt x="4172" y="532"/>
                    <a:pt x="4203" y="536"/>
                    <a:pt x="4233" y="536"/>
                  </a:cubicBezTo>
                  <a:cubicBezTo>
                    <a:pt x="4249" y="536"/>
                    <a:pt x="4266" y="535"/>
                    <a:pt x="4281" y="531"/>
                  </a:cubicBezTo>
                  <a:cubicBezTo>
                    <a:pt x="4242" y="516"/>
                    <a:pt x="4244" y="509"/>
                    <a:pt x="4259" y="504"/>
                  </a:cubicBezTo>
                  <a:lnTo>
                    <a:pt x="4259" y="504"/>
                  </a:lnTo>
                  <a:cubicBezTo>
                    <a:pt x="4249" y="505"/>
                    <a:pt x="4239" y="505"/>
                    <a:pt x="4229" y="505"/>
                  </a:cubicBezTo>
                  <a:cubicBezTo>
                    <a:pt x="4169" y="505"/>
                    <a:pt x="4093" y="491"/>
                    <a:pt x="4032" y="491"/>
                  </a:cubicBezTo>
                  <a:cubicBezTo>
                    <a:pt x="4012" y="491"/>
                    <a:pt x="3993" y="493"/>
                    <a:pt x="3977" y="497"/>
                  </a:cubicBezTo>
                  <a:cubicBezTo>
                    <a:pt x="3884" y="480"/>
                    <a:pt x="4019" y="472"/>
                    <a:pt x="3977" y="463"/>
                  </a:cubicBezTo>
                  <a:lnTo>
                    <a:pt x="3977" y="463"/>
                  </a:lnTo>
                  <a:lnTo>
                    <a:pt x="3943" y="480"/>
                  </a:lnTo>
                  <a:cubicBezTo>
                    <a:pt x="3901" y="472"/>
                    <a:pt x="3892" y="463"/>
                    <a:pt x="3892" y="455"/>
                  </a:cubicBezTo>
                  <a:cubicBezTo>
                    <a:pt x="3841" y="442"/>
                    <a:pt x="3791" y="436"/>
                    <a:pt x="3740" y="436"/>
                  </a:cubicBezTo>
                  <a:cubicBezTo>
                    <a:pt x="3689" y="436"/>
                    <a:pt x="3638" y="442"/>
                    <a:pt x="3588" y="455"/>
                  </a:cubicBezTo>
                  <a:cubicBezTo>
                    <a:pt x="3601" y="454"/>
                    <a:pt x="3610" y="454"/>
                    <a:pt x="3618" y="454"/>
                  </a:cubicBezTo>
                  <a:cubicBezTo>
                    <a:pt x="3676" y="454"/>
                    <a:pt x="3565" y="481"/>
                    <a:pt x="3655" y="489"/>
                  </a:cubicBezTo>
                  <a:cubicBezTo>
                    <a:pt x="3630" y="493"/>
                    <a:pt x="3603" y="495"/>
                    <a:pt x="3574" y="495"/>
                  </a:cubicBezTo>
                  <a:cubicBezTo>
                    <a:pt x="3545" y="495"/>
                    <a:pt x="3516" y="493"/>
                    <a:pt x="3486" y="489"/>
                  </a:cubicBezTo>
                  <a:cubicBezTo>
                    <a:pt x="3540" y="489"/>
                    <a:pt x="3459" y="456"/>
                    <a:pt x="3494" y="456"/>
                  </a:cubicBezTo>
                  <a:cubicBezTo>
                    <a:pt x="3502" y="456"/>
                    <a:pt x="3518" y="458"/>
                    <a:pt x="3545" y="463"/>
                  </a:cubicBezTo>
                  <a:cubicBezTo>
                    <a:pt x="3538" y="449"/>
                    <a:pt x="3524" y="445"/>
                    <a:pt x="3506" y="445"/>
                  </a:cubicBezTo>
                  <a:cubicBezTo>
                    <a:pt x="3490" y="445"/>
                    <a:pt x="3469" y="448"/>
                    <a:pt x="3446" y="448"/>
                  </a:cubicBezTo>
                  <a:cubicBezTo>
                    <a:pt x="3437" y="448"/>
                    <a:pt x="3428" y="448"/>
                    <a:pt x="3419" y="447"/>
                  </a:cubicBezTo>
                  <a:cubicBezTo>
                    <a:pt x="3452" y="447"/>
                    <a:pt x="3486" y="438"/>
                    <a:pt x="3520" y="421"/>
                  </a:cubicBezTo>
                  <a:lnTo>
                    <a:pt x="3520" y="421"/>
                  </a:lnTo>
                  <a:cubicBezTo>
                    <a:pt x="3504" y="426"/>
                    <a:pt x="3486" y="429"/>
                    <a:pt x="3466" y="429"/>
                  </a:cubicBezTo>
                  <a:cubicBezTo>
                    <a:pt x="3374" y="429"/>
                    <a:pt x="3253" y="383"/>
                    <a:pt x="3201" y="383"/>
                  </a:cubicBezTo>
                  <a:cubicBezTo>
                    <a:pt x="3193" y="383"/>
                    <a:pt x="3186" y="384"/>
                    <a:pt x="3182" y="387"/>
                  </a:cubicBezTo>
                  <a:cubicBezTo>
                    <a:pt x="3106" y="413"/>
                    <a:pt x="2996" y="421"/>
                    <a:pt x="2911" y="438"/>
                  </a:cubicBezTo>
                  <a:cubicBezTo>
                    <a:pt x="2818" y="413"/>
                    <a:pt x="2733" y="396"/>
                    <a:pt x="2640" y="379"/>
                  </a:cubicBezTo>
                  <a:lnTo>
                    <a:pt x="2657" y="370"/>
                  </a:lnTo>
                  <a:cubicBezTo>
                    <a:pt x="2606" y="353"/>
                    <a:pt x="2522" y="362"/>
                    <a:pt x="2446" y="337"/>
                  </a:cubicBezTo>
                  <a:lnTo>
                    <a:pt x="2429" y="311"/>
                  </a:lnTo>
                  <a:cubicBezTo>
                    <a:pt x="2353" y="311"/>
                    <a:pt x="2268" y="303"/>
                    <a:pt x="2192" y="286"/>
                  </a:cubicBezTo>
                  <a:lnTo>
                    <a:pt x="2192" y="286"/>
                  </a:lnTo>
                  <a:cubicBezTo>
                    <a:pt x="2192" y="303"/>
                    <a:pt x="2268" y="311"/>
                    <a:pt x="2226" y="320"/>
                  </a:cubicBezTo>
                  <a:cubicBezTo>
                    <a:pt x="2243" y="323"/>
                    <a:pt x="2259" y="325"/>
                    <a:pt x="2272" y="325"/>
                  </a:cubicBezTo>
                  <a:cubicBezTo>
                    <a:pt x="2289" y="325"/>
                    <a:pt x="2298" y="321"/>
                    <a:pt x="2293" y="311"/>
                  </a:cubicBezTo>
                  <a:lnTo>
                    <a:pt x="2293" y="311"/>
                  </a:lnTo>
                  <a:cubicBezTo>
                    <a:pt x="2336" y="320"/>
                    <a:pt x="2336" y="345"/>
                    <a:pt x="2361" y="362"/>
                  </a:cubicBezTo>
                  <a:lnTo>
                    <a:pt x="2200" y="353"/>
                  </a:lnTo>
                  <a:cubicBezTo>
                    <a:pt x="2192" y="345"/>
                    <a:pt x="2183" y="345"/>
                    <a:pt x="2183" y="345"/>
                  </a:cubicBezTo>
                  <a:lnTo>
                    <a:pt x="2167" y="362"/>
                  </a:lnTo>
                  <a:cubicBezTo>
                    <a:pt x="2124" y="362"/>
                    <a:pt x="2116" y="353"/>
                    <a:pt x="2124" y="337"/>
                  </a:cubicBezTo>
                  <a:cubicBezTo>
                    <a:pt x="2062" y="337"/>
                    <a:pt x="2026" y="348"/>
                    <a:pt x="1982" y="348"/>
                  </a:cubicBezTo>
                  <a:cubicBezTo>
                    <a:pt x="1960" y="348"/>
                    <a:pt x="1935" y="345"/>
                    <a:pt x="1904" y="337"/>
                  </a:cubicBezTo>
                  <a:cubicBezTo>
                    <a:pt x="1929" y="327"/>
                    <a:pt x="1957" y="323"/>
                    <a:pt x="1986" y="323"/>
                  </a:cubicBezTo>
                  <a:cubicBezTo>
                    <a:pt x="2002" y="323"/>
                    <a:pt x="2019" y="324"/>
                    <a:pt x="2037" y="326"/>
                  </a:cubicBezTo>
                  <a:lnTo>
                    <a:pt x="2037" y="326"/>
                  </a:lnTo>
                  <a:lnTo>
                    <a:pt x="1938" y="311"/>
                  </a:lnTo>
                  <a:cubicBezTo>
                    <a:pt x="1950" y="307"/>
                    <a:pt x="1970" y="306"/>
                    <a:pt x="1992" y="306"/>
                  </a:cubicBezTo>
                  <a:cubicBezTo>
                    <a:pt x="2023" y="306"/>
                    <a:pt x="2060" y="308"/>
                    <a:pt x="2091" y="308"/>
                  </a:cubicBezTo>
                  <a:cubicBezTo>
                    <a:pt x="2131" y="308"/>
                    <a:pt x="2161" y="304"/>
                    <a:pt x="2150" y="286"/>
                  </a:cubicBezTo>
                  <a:cubicBezTo>
                    <a:pt x="2082" y="282"/>
                    <a:pt x="2014" y="279"/>
                    <a:pt x="1947" y="279"/>
                  </a:cubicBezTo>
                  <a:cubicBezTo>
                    <a:pt x="1879" y="279"/>
                    <a:pt x="1811" y="282"/>
                    <a:pt x="1744" y="286"/>
                  </a:cubicBezTo>
                  <a:cubicBezTo>
                    <a:pt x="1693" y="252"/>
                    <a:pt x="1608" y="269"/>
                    <a:pt x="1524" y="235"/>
                  </a:cubicBezTo>
                  <a:cubicBezTo>
                    <a:pt x="1507" y="227"/>
                    <a:pt x="1481" y="218"/>
                    <a:pt x="1507" y="210"/>
                  </a:cubicBezTo>
                  <a:lnTo>
                    <a:pt x="1532" y="210"/>
                  </a:lnTo>
                  <a:cubicBezTo>
                    <a:pt x="1428" y="189"/>
                    <a:pt x="1329" y="174"/>
                    <a:pt x="1227" y="174"/>
                  </a:cubicBezTo>
                  <a:cubicBezTo>
                    <a:pt x="1205" y="174"/>
                    <a:pt x="1182" y="174"/>
                    <a:pt x="1160" y="176"/>
                  </a:cubicBezTo>
                  <a:lnTo>
                    <a:pt x="1109" y="134"/>
                  </a:lnTo>
                  <a:cubicBezTo>
                    <a:pt x="1072" y="123"/>
                    <a:pt x="1052" y="119"/>
                    <a:pt x="1041" y="119"/>
                  </a:cubicBezTo>
                  <a:cubicBezTo>
                    <a:pt x="1007" y="119"/>
                    <a:pt x="1064" y="157"/>
                    <a:pt x="1008" y="157"/>
                  </a:cubicBezTo>
                  <a:cubicBezTo>
                    <a:pt x="995" y="157"/>
                    <a:pt x="976" y="155"/>
                    <a:pt x="948" y="150"/>
                  </a:cubicBezTo>
                  <a:cubicBezTo>
                    <a:pt x="915" y="117"/>
                    <a:pt x="720" y="91"/>
                    <a:pt x="720" y="66"/>
                  </a:cubicBezTo>
                  <a:cubicBezTo>
                    <a:pt x="706" y="62"/>
                    <a:pt x="695" y="60"/>
                    <a:pt x="686" y="60"/>
                  </a:cubicBezTo>
                  <a:cubicBezTo>
                    <a:pt x="674" y="60"/>
                    <a:pt x="666" y="64"/>
                    <a:pt x="661" y="74"/>
                  </a:cubicBezTo>
                  <a:cubicBezTo>
                    <a:pt x="695" y="83"/>
                    <a:pt x="762" y="91"/>
                    <a:pt x="720" y="100"/>
                  </a:cubicBezTo>
                  <a:cubicBezTo>
                    <a:pt x="669" y="91"/>
                    <a:pt x="627" y="83"/>
                    <a:pt x="576" y="66"/>
                  </a:cubicBezTo>
                  <a:cubicBezTo>
                    <a:pt x="585" y="66"/>
                    <a:pt x="627" y="49"/>
                    <a:pt x="602" y="49"/>
                  </a:cubicBezTo>
                  <a:cubicBezTo>
                    <a:pt x="497" y="42"/>
                    <a:pt x="329" y="0"/>
                    <a:pt x="19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4"/>
            <p:cNvSpPr/>
            <p:nvPr/>
          </p:nvSpPr>
          <p:spPr>
            <a:xfrm rot="-10636261">
              <a:off x="7111036" y="1157971"/>
              <a:ext cx="4676" cy="3117"/>
            </a:xfrm>
            <a:custGeom>
              <a:rect b="b" l="l" r="r" t="t"/>
              <a:pathLst>
                <a:path extrusionOk="0" h="68" w="102">
                  <a:moveTo>
                    <a:pt x="60" y="0"/>
                  </a:moveTo>
                  <a:cubicBezTo>
                    <a:pt x="43" y="26"/>
                    <a:pt x="0" y="60"/>
                    <a:pt x="17" y="68"/>
                  </a:cubicBezTo>
                  <a:cubicBezTo>
                    <a:pt x="9" y="51"/>
                    <a:pt x="102" y="0"/>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4"/>
            <p:cNvSpPr/>
            <p:nvPr/>
          </p:nvSpPr>
          <p:spPr>
            <a:xfrm rot="-10636261">
              <a:off x="7114508" y="1158815"/>
              <a:ext cx="2384" cy="2017"/>
            </a:xfrm>
            <a:custGeom>
              <a:rect b="b" l="l" r="r" t="t"/>
              <a:pathLst>
                <a:path extrusionOk="0" h="44" w="52">
                  <a:moveTo>
                    <a:pt x="52" y="1"/>
                  </a:moveTo>
                  <a:lnTo>
                    <a:pt x="18" y="18"/>
                  </a:lnTo>
                  <a:cubicBezTo>
                    <a:pt x="18" y="26"/>
                    <a:pt x="18" y="26"/>
                    <a:pt x="1" y="43"/>
                  </a:cubicBezTo>
                  <a:lnTo>
                    <a:pt x="5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4"/>
            <p:cNvSpPr/>
            <p:nvPr/>
          </p:nvSpPr>
          <p:spPr>
            <a:xfrm rot="-10636261">
              <a:off x="7122407" y="1157821"/>
              <a:ext cx="8343" cy="7793"/>
            </a:xfrm>
            <a:custGeom>
              <a:rect b="b" l="l" r="r" t="t"/>
              <a:pathLst>
                <a:path extrusionOk="0" h="170" w="182">
                  <a:moveTo>
                    <a:pt x="170" y="35"/>
                  </a:moveTo>
                  <a:cubicBezTo>
                    <a:pt x="157" y="59"/>
                    <a:pt x="140" y="84"/>
                    <a:pt x="119" y="106"/>
                  </a:cubicBezTo>
                  <a:lnTo>
                    <a:pt x="119" y="106"/>
                  </a:lnTo>
                  <a:cubicBezTo>
                    <a:pt x="155" y="79"/>
                    <a:pt x="181" y="50"/>
                    <a:pt x="170" y="35"/>
                  </a:cubicBezTo>
                  <a:close/>
                  <a:moveTo>
                    <a:pt x="144" y="1"/>
                  </a:moveTo>
                  <a:cubicBezTo>
                    <a:pt x="60" y="60"/>
                    <a:pt x="60" y="119"/>
                    <a:pt x="0" y="170"/>
                  </a:cubicBezTo>
                  <a:cubicBezTo>
                    <a:pt x="18" y="166"/>
                    <a:pt x="55" y="148"/>
                    <a:pt x="90" y="125"/>
                  </a:cubicBezTo>
                  <a:lnTo>
                    <a:pt x="90" y="125"/>
                  </a:lnTo>
                  <a:cubicBezTo>
                    <a:pt x="91" y="126"/>
                    <a:pt x="92" y="127"/>
                    <a:pt x="93" y="128"/>
                  </a:cubicBezTo>
                  <a:cubicBezTo>
                    <a:pt x="102" y="121"/>
                    <a:pt x="111" y="114"/>
                    <a:pt x="119" y="106"/>
                  </a:cubicBezTo>
                  <a:lnTo>
                    <a:pt x="119" y="106"/>
                  </a:lnTo>
                  <a:cubicBezTo>
                    <a:pt x="110" y="112"/>
                    <a:pt x="100" y="119"/>
                    <a:pt x="90" y="125"/>
                  </a:cubicBezTo>
                  <a:lnTo>
                    <a:pt x="90" y="125"/>
                  </a:lnTo>
                  <a:cubicBezTo>
                    <a:pt x="48" y="92"/>
                    <a:pt x="152" y="50"/>
                    <a:pt x="14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4"/>
            <p:cNvSpPr/>
            <p:nvPr/>
          </p:nvSpPr>
          <p:spPr>
            <a:xfrm rot="-10636261">
              <a:off x="7122712" y="1165804"/>
              <a:ext cx="1971" cy="2017"/>
            </a:xfrm>
            <a:custGeom>
              <a:rect b="b" l="l" r="r" t="t"/>
              <a:pathLst>
                <a:path extrusionOk="0" h="44" w="43">
                  <a:moveTo>
                    <a:pt x="34" y="1"/>
                  </a:moveTo>
                  <a:lnTo>
                    <a:pt x="0" y="43"/>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4"/>
            <p:cNvSpPr/>
            <p:nvPr/>
          </p:nvSpPr>
          <p:spPr>
            <a:xfrm rot="-10636261">
              <a:off x="7060537" y="1182996"/>
              <a:ext cx="2017" cy="2017"/>
            </a:xfrm>
            <a:custGeom>
              <a:rect b="b" l="l" r="r" t="t"/>
              <a:pathLst>
                <a:path extrusionOk="0" h="44" w="44">
                  <a:moveTo>
                    <a:pt x="43" y="0"/>
                  </a:moveTo>
                  <a:lnTo>
                    <a:pt x="43" y="0"/>
                  </a:lnTo>
                  <a:cubicBezTo>
                    <a:pt x="26" y="9"/>
                    <a:pt x="9" y="25"/>
                    <a:pt x="1" y="42"/>
                  </a:cubicBezTo>
                  <a:cubicBezTo>
                    <a:pt x="3" y="43"/>
                    <a:pt x="5" y="44"/>
                    <a:pt x="6" y="44"/>
                  </a:cubicBezTo>
                  <a:cubicBezTo>
                    <a:pt x="21" y="44"/>
                    <a:pt x="36" y="15"/>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4"/>
            <p:cNvSpPr/>
            <p:nvPr/>
          </p:nvSpPr>
          <p:spPr>
            <a:xfrm rot="-10636261">
              <a:off x="7208767" y="1355501"/>
              <a:ext cx="20215" cy="3163"/>
            </a:xfrm>
            <a:custGeom>
              <a:rect b="b" l="l" r="r" t="t"/>
              <a:pathLst>
                <a:path extrusionOk="0" h="69" w="441">
                  <a:moveTo>
                    <a:pt x="0" y="0"/>
                  </a:moveTo>
                  <a:lnTo>
                    <a:pt x="0" y="0"/>
                  </a:lnTo>
                  <a:cubicBezTo>
                    <a:pt x="89" y="18"/>
                    <a:pt x="174" y="32"/>
                    <a:pt x="284" y="47"/>
                  </a:cubicBezTo>
                  <a:lnTo>
                    <a:pt x="284" y="47"/>
                  </a:lnTo>
                  <a:cubicBezTo>
                    <a:pt x="189" y="33"/>
                    <a:pt x="93" y="17"/>
                    <a:pt x="0" y="0"/>
                  </a:cubicBezTo>
                  <a:close/>
                  <a:moveTo>
                    <a:pt x="284" y="47"/>
                  </a:moveTo>
                  <a:cubicBezTo>
                    <a:pt x="337" y="55"/>
                    <a:pt x="389" y="62"/>
                    <a:pt x="440" y="68"/>
                  </a:cubicBezTo>
                  <a:cubicBezTo>
                    <a:pt x="382" y="61"/>
                    <a:pt x="331" y="54"/>
                    <a:pt x="284" y="4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4"/>
            <p:cNvSpPr/>
            <p:nvPr/>
          </p:nvSpPr>
          <p:spPr>
            <a:xfrm rot="-10636261">
              <a:off x="7007123" y="1216450"/>
              <a:ext cx="12056" cy="10543"/>
            </a:xfrm>
            <a:custGeom>
              <a:rect b="b" l="l" r="r" t="t"/>
              <a:pathLst>
                <a:path extrusionOk="0" h="230" w="263">
                  <a:moveTo>
                    <a:pt x="262" y="1"/>
                  </a:moveTo>
                  <a:lnTo>
                    <a:pt x="203" y="9"/>
                  </a:lnTo>
                  <a:cubicBezTo>
                    <a:pt x="118" y="94"/>
                    <a:pt x="93" y="153"/>
                    <a:pt x="0" y="229"/>
                  </a:cubicBezTo>
                  <a:cubicBezTo>
                    <a:pt x="152" y="161"/>
                    <a:pt x="135" y="51"/>
                    <a:pt x="26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4"/>
            <p:cNvSpPr/>
            <p:nvPr/>
          </p:nvSpPr>
          <p:spPr>
            <a:xfrm rot="-10636261">
              <a:off x="7005148" y="1220446"/>
              <a:ext cx="4676" cy="4355"/>
            </a:xfrm>
            <a:custGeom>
              <a:rect b="b" l="l" r="r" t="t"/>
              <a:pathLst>
                <a:path extrusionOk="0" h="95" w="102">
                  <a:moveTo>
                    <a:pt x="68" y="1"/>
                  </a:moveTo>
                  <a:lnTo>
                    <a:pt x="68" y="1"/>
                  </a:lnTo>
                  <a:cubicBezTo>
                    <a:pt x="9" y="52"/>
                    <a:pt x="59" y="43"/>
                    <a:pt x="0" y="86"/>
                  </a:cubicBezTo>
                  <a:lnTo>
                    <a:pt x="51" y="94"/>
                  </a:lnTo>
                  <a:cubicBezTo>
                    <a:pt x="17" y="77"/>
                    <a:pt x="102" y="9"/>
                    <a:pt x="6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4"/>
            <p:cNvSpPr/>
            <p:nvPr/>
          </p:nvSpPr>
          <p:spPr>
            <a:xfrm rot="-10636261">
              <a:off x="7041432" y="1225978"/>
              <a:ext cx="825" cy="1604"/>
            </a:xfrm>
            <a:custGeom>
              <a:rect b="b" l="l" r="r" t="t"/>
              <a:pathLst>
                <a:path extrusionOk="0" h="35" w="18">
                  <a:moveTo>
                    <a:pt x="17" y="1"/>
                  </a:moveTo>
                  <a:lnTo>
                    <a:pt x="0" y="18"/>
                  </a:lnTo>
                  <a:lnTo>
                    <a:pt x="0" y="34"/>
                  </a:ln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4"/>
            <p:cNvSpPr/>
            <p:nvPr/>
          </p:nvSpPr>
          <p:spPr>
            <a:xfrm rot="-10636261">
              <a:off x="6985474" y="1235022"/>
              <a:ext cx="2796" cy="1604"/>
            </a:xfrm>
            <a:custGeom>
              <a:rect b="b" l="l" r="r" t="t"/>
              <a:pathLst>
                <a:path extrusionOk="0" h="35" w="61">
                  <a:moveTo>
                    <a:pt x="60" y="1"/>
                  </a:moveTo>
                  <a:lnTo>
                    <a:pt x="9" y="18"/>
                  </a:lnTo>
                  <a:lnTo>
                    <a:pt x="1" y="35"/>
                  </a:lnTo>
                  <a:lnTo>
                    <a:pt x="1" y="35"/>
                  </a:lnTo>
                  <a:lnTo>
                    <a:pt x="6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4"/>
            <p:cNvSpPr/>
            <p:nvPr/>
          </p:nvSpPr>
          <p:spPr>
            <a:xfrm rot="-10636261">
              <a:off x="6988278" y="1234309"/>
              <a:ext cx="46" cy="825"/>
            </a:xfrm>
            <a:custGeom>
              <a:rect b="b" l="l" r="r" t="t"/>
              <a:pathLst>
                <a:path extrusionOk="0" h="18" w="1">
                  <a:moveTo>
                    <a:pt x="1" y="18"/>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4"/>
            <p:cNvSpPr/>
            <p:nvPr/>
          </p:nvSpPr>
          <p:spPr>
            <a:xfrm rot="-10636261">
              <a:off x="7042538" y="1227224"/>
              <a:ext cx="2750" cy="2796"/>
            </a:xfrm>
            <a:custGeom>
              <a:rect b="b" l="l" r="r" t="t"/>
              <a:pathLst>
                <a:path extrusionOk="0" h="61" w="60">
                  <a:moveTo>
                    <a:pt x="60" y="1"/>
                  </a:moveTo>
                  <a:lnTo>
                    <a:pt x="18" y="26"/>
                  </a:lnTo>
                  <a:lnTo>
                    <a:pt x="1" y="60"/>
                  </a:lnTo>
                  <a:lnTo>
                    <a:pt x="6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4"/>
            <p:cNvSpPr/>
            <p:nvPr/>
          </p:nvSpPr>
          <p:spPr>
            <a:xfrm rot="-10636261">
              <a:off x="7018140" y="1234243"/>
              <a:ext cx="3163" cy="1604"/>
            </a:xfrm>
            <a:custGeom>
              <a:rect b="b" l="l" r="r" t="t"/>
              <a:pathLst>
                <a:path extrusionOk="0" h="35" w="69">
                  <a:moveTo>
                    <a:pt x="35" y="1"/>
                  </a:moveTo>
                  <a:lnTo>
                    <a:pt x="1" y="34"/>
                  </a:lnTo>
                  <a:cubicBezTo>
                    <a:pt x="9" y="26"/>
                    <a:pt x="69" y="1"/>
                    <a:pt x="3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4"/>
            <p:cNvSpPr/>
            <p:nvPr/>
          </p:nvSpPr>
          <p:spPr>
            <a:xfrm rot="-10636261">
              <a:off x="6971818" y="1244817"/>
              <a:ext cx="1971" cy="2384"/>
            </a:xfrm>
            <a:custGeom>
              <a:rect b="b" l="l" r="r" t="t"/>
              <a:pathLst>
                <a:path extrusionOk="0" h="52" w="43">
                  <a:moveTo>
                    <a:pt x="43" y="1"/>
                  </a:moveTo>
                  <a:lnTo>
                    <a:pt x="34" y="9"/>
                  </a:lnTo>
                  <a:lnTo>
                    <a:pt x="0" y="51"/>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4"/>
            <p:cNvSpPr/>
            <p:nvPr/>
          </p:nvSpPr>
          <p:spPr>
            <a:xfrm rot="-10636261">
              <a:off x="7006125" y="1249184"/>
              <a:ext cx="3209" cy="2246"/>
            </a:xfrm>
            <a:custGeom>
              <a:rect b="b" l="l" r="r" t="t"/>
              <a:pathLst>
                <a:path extrusionOk="0" h="49" w="70">
                  <a:moveTo>
                    <a:pt x="55" y="0"/>
                  </a:moveTo>
                  <a:cubicBezTo>
                    <a:pt x="52" y="0"/>
                    <a:pt x="46" y="2"/>
                    <a:pt x="35" y="6"/>
                  </a:cubicBezTo>
                  <a:cubicBezTo>
                    <a:pt x="0" y="40"/>
                    <a:pt x="11" y="41"/>
                    <a:pt x="25" y="45"/>
                  </a:cubicBezTo>
                  <a:lnTo>
                    <a:pt x="25" y="45"/>
                  </a:lnTo>
                  <a:cubicBezTo>
                    <a:pt x="20" y="34"/>
                    <a:pt x="69" y="0"/>
                    <a:pt x="55" y="0"/>
                  </a:cubicBezTo>
                  <a:close/>
                  <a:moveTo>
                    <a:pt x="25" y="45"/>
                  </a:moveTo>
                  <a:cubicBezTo>
                    <a:pt x="26" y="47"/>
                    <a:pt x="29" y="48"/>
                    <a:pt x="35" y="48"/>
                  </a:cubicBezTo>
                  <a:cubicBezTo>
                    <a:pt x="32" y="47"/>
                    <a:pt x="29" y="46"/>
                    <a:pt x="25" y="4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4"/>
            <p:cNvSpPr/>
            <p:nvPr/>
          </p:nvSpPr>
          <p:spPr>
            <a:xfrm rot="-10636261">
              <a:off x="6975688" y="1261677"/>
              <a:ext cx="825" cy="825"/>
            </a:xfrm>
            <a:custGeom>
              <a:rect b="b" l="l" r="r" t="t"/>
              <a:pathLst>
                <a:path extrusionOk="0" h="18" w="18">
                  <a:moveTo>
                    <a:pt x="0" y="18"/>
                  </a:moveTo>
                  <a:cubicBezTo>
                    <a:pt x="0" y="18"/>
                    <a:pt x="9" y="9"/>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4"/>
            <p:cNvSpPr/>
            <p:nvPr/>
          </p:nvSpPr>
          <p:spPr>
            <a:xfrm rot="-10636261">
              <a:off x="6976530" y="1259836"/>
              <a:ext cx="2750" cy="1971"/>
            </a:xfrm>
            <a:custGeom>
              <a:rect b="b" l="l" r="r" t="t"/>
              <a:pathLst>
                <a:path extrusionOk="0" h="43" w="60">
                  <a:moveTo>
                    <a:pt x="59" y="1"/>
                  </a:moveTo>
                  <a:lnTo>
                    <a:pt x="59" y="1"/>
                  </a:lnTo>
                  <a:cubicBezTo>
                    <a:pt x="34" y="17"/>
                    <a:pt x="9" y="26"/>
                    <a:pt x="0" y="43"/>
                  </a:cubicBezTo>
                  <a:cubicBezTo>
                    <a:pt x="25" y="34"/>
                    <a:pt x="42" y="17"/>
                    <a:pt x="5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4"/>
            <p:cNvSpPr/>
            <p:nvPr/>
          </p:nvSpPr>
          <p:spPr>
            <a:xfrm rot="-10636261">
              <a:off x="6965292" y="1267050"/>
              <a:ext cx="2384" cy="2750"/>
            </a:xfrm>
            <a:custGeom>
              <a:rect b="b" l="l" r="r" t="t"/>
              <a:pathLst>
                <a:path extrusionOk="0" h="60" w="52">
                  <a:moveTo>
                    <a:pt x="43" y="0"/>
                  </a:moveTo>
                  <a:lnTo>
                    <a:pt x="26" y="17"/>
                  </a:lnTo>
                  <a:cubicBezTo>
                    <a:pt x="30" y="6"/>
                    <a:pt x="30" y="1"/>
                    <a:pt x="28" y="1"/>
                  </a:cubicBezTo>
                  <a:lnTo>
                    <a:pt x="28" y="1"/>
                  </a:lnTo>
                  <a:cubicBezTo>
                    <a:pt x="27" y="1"/>
                    <a:pt x="22" y="8"/>
                    <a:pt x="17" y="17"/>
                  </a:cubicBezTo>
                  <a:cubicBezTo>
                    <a:pt x="9" y="34"/>
                    <a:pt x="0" y="34"/>
                    <a:pt x="0" y="43"/>
                  </a:cubicBezTo>
                  <a:cubicBezTo>
                    <a:pt x="0" y="51"/>
                    <a:pt x="0" y="51"/>
                    <a:pt x="0" y="60"/>
                  </a:cubicBezTo>
                  <a:cubicBezTo>
                    <a:pt x="0" y="51"/>
                    <a:pt x="0" y="51"/>
                    <a:pt x="9" y="43"/>
                  </a:cubicBezTo>
                  <a:cubicBezTo>
                    <a:pt x="34" y="26"/>
                    <a:pt x="51"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4"/>
            <p:cNvSpPr/>
            <p:nvPr/>
          </p:nvSpPr>
          <p:spPr>
            <a:xfrm rot="-10636261">
              <a:off x="6889169" y="1288576"/>
              <a:ext cx="15540" cy="11689"/>
            </a:xfrm>
            <a:custGeom>
              <a:rect b="b" l="l" r="r" t="t"/>
              <a:pathLst>
                <a:path extrusionOk="0" h="255" w="339">
                  <a:moveTo>
                    <a:pt x="339" y="0"/>
                  </a:moveTo>
                  <a:cubicBezTo>
                    <a:pt x="195" y="102"/>
                    <a:pt x="153" y="127"/>
                    <a:pt x="127" y="127"/>
                  </a:cubicBezTo>
                  <a:cubicBezTo>
                    <a:pt x="0" y="212"/>
                    <a:pt x="77" y="203"/>
                    <a:pt x="9" y="254"/>
                  </a:cubicBezTo>
                  <a:cubicBezTo>
                    <a:pt x="144" y="153"/>
                    <a:pt x="187" y="127"/>
                    <a:pt x="33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4"/>
            <p:cNvSpPr/>
            <p:nvPr/>
          </p:nvSpPr>
          <p:spPr>
            <a:xfrm rot="-10636261">
              <a:off x="6904608" y="1287055"/>
              <a:ext cx="1971" cy="1971"/>
            </a:xfrm>
            <a:custGeom>
              <a:rect b="b" l="l" r="r" t="t"/>
              <a:pathLst>
                <a:path extrusionOk="0" h="43" w="43">
                  <a:moveTo>
                    <a:pt x="43" y="0"/>
                  </a:moveTo>
                  <a:lnTo>
                    <a:pt x="1" y="43"/>
                  </a:lnTo>
                  <a:cubicBezTo>
                    <a:pt x="18" y="26"/>
                    <a:pt x="34" y="17"/>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4"/>
            <p:cNvSpPr/>
            <p:nvPr/>
          </p:nvSpPr>
          <p:spPr>
            <a:xfrm rot="-10636261">
              <a:off x="6983132" y="1268236"/>
              <a:ext cx="1192" cy="2796"/>
            </a:xfrm>
            <a:custGeom>
              <a:rect b="b" l="l" r="r" t="t"/>
              <a:pathLst>
                <a:path extrusionOk="0" h="61" w="26">
                  <a:moveTo>
                    <a:pt x="26" y="1"/>
                  </a:moveTo>
                  <a:lnTo>
                    <a:pt x="18" y="18"/>
                  </a:lnTo>
                  <a:lnTo>
                    <a:pt x="1" y="60"/>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4"/>
            <p:cNvSpPr/>
            <p:nvPr/>
          </p:nvSpPr>
          <p:spPr>
            <a:xfrm rot="-10636261">
              <a:off x="6878924" y="1303742"/>
              <a:ext cx="4309" cy="2750"/>
            </a:xfrm>
            <a:custGeom>
              <a:rect b="b" l="l" r="r" t="t"/>
              <a:pathLst>
                <a:path extrusionOk="0" h="60" w="94">
                  <a:moveTo>
                    <a:pt x="93" y="0"/>
                  </a:moveTo>
                  <a:lnTo>
                    <a:pt x="93" y="0"/>
                  </a:lnTo>
                  <a:cubicBezTo>
                    <a:pt x="59" y="17"/>
                    <a:pt x="34" y="42"/>
                    <a:pt x="0" y="59"/>
                  </a:cubicBezTo>
                  <a:cubicBezTo>
                    <a:pt x="34" y="51"/>
                    <a:pt x="68" y="26"/>
                    <a:pt x="9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4"/>
            <p:cNvSpPr/>
            <p:nvPr/>
          </p:nvSpPr>
          <p:spPr>
            <a:xfrm rot="-10636261">
              <a:off x="6929414" y="1289078"/>
              <a:ext cx="4630" cy="2750"/>
            </a:xfrm>
            <a:custGeom>
              <a:rect b="b" l="l" r="r" t="t"/>
              <a:pathLst>
                <a:path extrusionOk="0" h="60" w="101">
                  <a:moveTo>
                    <a:pt x="86" y="0"/>
                  </a:moveTo>
                  <a:cubicBezTo>
                    <a:pt x="64" y="0"/>
                    <a:pt x="36" y="31"/>
                    <a:pt x="12" y="51"/>
                  </a:cubicBezTo>
                  <a:lnTo>
                    <a:pt x="12" y="51"/>
                  </a:lnTo>
                  <a:cubicBezTo>
                    <a:pt x="44" y="32"/>
                    <a:pt x="100" y="23"/>
                    <a:pt x="86" y="0"/>
                  </a:cubicBezTo>
                  <a:close/>
                  <a:moveTo>
                    <a:pt x="12" y="51"/>
                  </a:moveTo>
                  <a:cubicBezTo>
                    <a:pt x="8" y="54"/>
                    <a:pt x="4" y="56"/>
                    <a:pt x="1" y="60"/>
                  </a:cubicBezTo>
                  <a:cubicBezTo>
                    <a:pt x="5" y="57"/>
                    <a:pt x="8" y="54"/>
                    <a:pt x="12" y="5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4"/>
            <p:cNvSpPr/>
            <p:nvPr/>
          </p:nvSpPr>
          <p:spPr>
            <a:xfrm rot="-10636261">
              <a:off x="6871108" y="1313540"/>
              <a:ext cx="5455" cy="3117"/>
            </a:xfrm>
            <a:custGeom>
              <a:rect b="b" l="l" r="r" t="t"/>
              <a:pathLst>
                <a:path extrusionOk="0" h="68" w="119">
                  <a:moveTo>
                    <a:pt x="119" y="1"/>
                  </a:moveTo>
                  <a:lnTo>
                    <a:pt x="119" y="1"/>
                  </a:lnTo>
                  <a:cubicBezTo>
                    <a:pt x="85" y="26"/>
                    <a:pt x="43" y="43"/>
                    <a:pt x="1" y="60"/>
                  </a:cubicBezTo>
                  <a:cubicBezTo>
                    <a:pt x="1" y="63"/>
                    <a:pt x="6" y="67"/>
                    <a:pt x="17" y="67"/>
                  </a:cubicBezTo>
                  <a:cubicBezTo>
                    <a:pt x="36" y="67"/>
                    <a:pt x="71" y="55"/>
                    <a:pt x="11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4"/>
            <p:cNvSpPr/>
            <p:nvPr/>
          </p:nvSpPr>
          <p:spPr>
            <a:xfrm rot="-10636261">
              <a:off x="6923690" y="1293799"/>
              <a:ext cx="2338" cy="2384"/>
            </a:xfrm>
            <a:custGeom>
              <a:rect b="b" l="l" r="r" t="t"/>
              <a:pathLst>
                <a:path extrusionOk="0" h="52" w="51">
                  <a:moveTo>
                    <a:pt x="51" y="1"/>
                  </a:moveTo>
                  <a:lnTo>
                    <a:pt x="26" y="9"/>
                  </a:lnTo>
                  <a:lnTo>
                    <a:pt x="0" y="52"/>
                  </a:lnTo>
                  <a:lnTo>
                    <a:pt x="51" y="1"/>
                  </a:lnTo>
                  <a:close/>
                  <a:moveTo>
                    <a:pt x="0" y="52"/>
                  </a:moveTo>
                  <a:lnTo>
                    <a:pt x="0" y="52"/>
                  </a:lnTo>
                  <a:lnTo>
                    <a:pt x="0" y="5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4"/>
            <p:cNvSpPr/>
            <p:nvPr/>
          </p:nvSpPr>
          <p:spPr>
            <a:xfrm rot="-10636261">
              <a:off x="6944505" y="1291775"/>
              <a:ext cx="6876" cy="1604"/>
            </a:xfrm>
            <a:custGeom>
              <a:rect b="b" l="l" r="r" t="t"/>
              <a:pathLst>
                <a:path extrusionOk="0" h="35" w="150">
                  <a:moveTo>
                    <a:pt x="61" y="17"/>
                  </a:moveTo>
                  <a:lnTo>
                    <a:pt x="61" y="17"/>
                  </a:lnTo>
                  <a:cubicBezTo>
                    <a:pt x="61" y="17"/>
                    <a:pt x="60" y="17"/>
                    <a:pt x="60" y="17"/>
                  </a:cubicBezTo>
                  <a:cubicBezTo>
                    <a:pt x="59" y="18"/>
                    <a:pt x="58" y="18"/>
                    <a:pt x="57" y="18"/>
                  </a:cubicBezTo>
                  <a:lnTo>
                    <a:pt x="57" y="18"/>
                  </a:lnTo>
                  <a:cubicBezTo>
                    <a:pt x="59" y="18"/>
                    <a:pt x="60" y="18"/>
                    <a:pt x="61" y="17"/>
                  </a:cubicBezTo>
                  <a:close/>
                  <a:moveTo>
                    <a:pt x="0" y="17"/>
                  </a:moveTo>
                  <a:lnTo>
                    <a:pt x="0" y="17"/>
                  </a:lnTo>
                  <a:cubicBezTo>
                    <a:pt x="5" y="22"/>
                    <a:pt x="13" y="24"/>
                    <a:pt x="24" y="24"/>
                  </a:cubicBezTo>
                  <a:cubicBezTo>
                    <a:pt x="34" y="24"/>
                    <a:pt x="45" y="22"/>
                    <a:pt x="57" y="18"/>
                  </a:cubicBezTo>
                  <a:lnTo>
                    <a:pt x="57" y="18"/>
                  </a:lnTo>
                  <a:cubicBezTo>
                    <a:pt x="48" y="20"/>
                    <a:pt x="38" y="21"/>
                    <a:pt x="29" y="21"/>
                  </a:cubicBezTo>
                  <a:cubicBezTo>
                    <a:pt x="19" y="21"/>
                    <a:pt x="9" y="20"/>
                    <a:pt x="0" y="17"/>
                  </a:cubicBezTo>
                  <a:close/>
                  <a:moveTo>
                    <a:pt x="110" y="0"/>
                  </a:moveTo>
                  <a:cubicBezTo>
                    <a:pt x="95" y="8"/>
                    <a:pt x="78" y="14"/>
                    <a:pt x="61" y="17"/>
                  </a:cubicBezTo>
                  <a:lnTo>
                    <a:pt x="61" y="17"/>
                  </a:lnTo>
                  <a:cubicBezTo>
                    <a:pt x="74" y="17"/>
                    <a:pt x="86" y="16"/>
                    <a:pt x="94" y="16"/>
                  </a:cubicBezTo>
                  <a:cubicBezTo>
                    <a:pt x="108" y="16"/>
                    <a:pt x="115" y="19"/>
                    <a:pt x="110" y="34"/>
                  </a:cubicBezTo>
                  <a:cubicBezTo>
                    <a:pt x="150" y="15"/>
                    <a:pt x="150" y="10"/>
                    <a:pt x="138" y="10"/>
                  </a:cubicBezTo>
                  <a:cubicBezTo>
                    <a:pt x="129" y="10"/>
                    <a:pt x="112" y="13"/>
                    <a:pt x="103" y="13"/>
                  </a:cubicBezTo>
                  <a:cubicBezTo>
                    <a:pt x="95" y="13"/>
                    <a:pt x="93" y="11"/>
                    <a:pt x="11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4"/>
            <p:cNvSpPr/>
            <p:nvPr/>
          </p:nvSpPr>
          <p:spPr>
            <a:xfrm rot="-10636261">
              <a:off x="6945882" y="1293257"/>
              <a:ext cx="825" cy="413"/>
            </a:xfrm>
            <a:custGeom>
              <a:rect b="b" l="l" r="r" t="t"/>
              <a:pathLst>
                <a:path extrusionOk="0" h="9" w="18">
                  <a:moveTo>
                    <a:pt x="18" y="0"/>
                  </a:moveTo>
                  <a:cubicBezTo>
                    <a:pt x="9" y="0"/>
                    <a:pt x="9" y="0"/>
                    <a:pt x="1" y="8"/>
                  </a:cubicBez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4"/>
            <p:cNvSpPr/>
            <p:nvPr/>
          </p:nvSpPr>
          <p:spPr>
            <a:xfrm rot="-10636261">
              <a:off x="6907312" y="1312020"/>
              <a:ext cx="2384" cy="458"/>
            </a:xfrm>
            <a:custGeom>
              <a:rect b="b" l="l" r="r" t="t"/>
              <a:pathLst>
                <a:path extrusionOk="0" h="10" w="52">
                  <a:moveTo>
                    <a:pt x="1" y="9"/>
                  </a:moveTo>
                  <a:lnTo>
                    <a:pt x="43" y="1"/>
                  </a:lnTo>
                  <a:lnTo>
                    <a:pt x="51" y="1"/>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4"/>
            <p:cNvSpPr/>
            <p:nvPr/>
          </p:nvSpPr>
          <p:spPr>
            <a:xfrm rot="-10636261">
              <a:off x="6939432" y="1296944"/>
              <a:ext cx="4721" cy="1925"/>
            </a:xfrm>
            <a:custGeom>
              <a:rect b="b" l="l" r="r" t="t"/>
              <a:pathLst>
                <a:path extrusionOk="0" h="42" w="103">
                  <a:moveTo>
                    <a:pt x="73" y="1"/>
                  </a:moveTo>
                  <a:cubicBezTo>
                    <a:pt x="65" y="1"/>
                    <a:pt x="53" y="3"/>
                    <a:pt x="34" y="8"/>
                  </a:cubicBezTo>
                  <a:cubicBezTo>
                    <a:pt x="1" y="25"/>
                    <a:pt x="1" y="33"/>
                    <a:pt x="26" y="33"/>
                  </a:cubicBezTo>
                  <a:lnTo>
                    <a:pt x="43" y="25"/>
                  </a:lnTo>
                  <a:cubicBezTo>
                    <a:pt x="59" y="33"/>
                    <a:pt x="67" y="33"/>
                    <a:pt x="82" y="40"/>
                  </a:cubicBezTo>
                  <a:lnTo>
                    <a:pt x="82" y="40"/>
                  </a:lnTo>
                  <a:cubicBezTo>
                    <a:pt x="69" y="31"/>
                    <a:pt x="103" y="1"/>
                    <a:pt x="73" y="1"/>
                  </a:cubicBezTo>
                  <a:close/>
                  <a:moveTo>
                    <a:pt x="82" y="40"/>
                  </a:moveTo>
                  <a:cubicBezTo>
                    <a:pt x="83" y="41"/>
                    <a:pt x="84" y="41"/>
                    <a:pt x="85" y="42"/>
                  </a:cubicBezTo>
                  <a:cubicBezTo>
                    <a:pt x="84" y="41"/>
                    <a:pt x="83" y="41"/>
                    <a:pt x="82" y="4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4"/>
            <p:cNvSpPr/>
            <p:nvPr/>
          </p:nvSpPr>
          <p:spPr>
            <a:xfrm rot="-10636261">
              <a:off x="6882203" y="1333873"/>
              <a:ext cx="6601" cy="1559"/>
            </a:xfrm>
            <a:custGeom>
              <a:rect b="b" l="l" r="r" t="t"/>
              <a:pathLst>
                <a:path extrusionOk="0" h="34" w="144">
                  <a:moveTo>
                    <a:pt x="42" y="0"/>
                  </a:moveTo>
                  <a:cubicBezTo>
                    <a:pt x="62" y="7"/>
                    <a:pt x="0" y="34"/>
                    <a:pt x="7" y="34"/>
                  </a:cubicBezTo>
                  <a:cubicBezTo>
                    <a:pt x="9" y="34"/>
                    <a:pt x="17" y="31"/>
                    <a:pt x="34" y="26"/>
                  </a:cubicBezTo>
                  <a:lnTo>
                    <a:pt x="14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4"/>
            <p:cNvSpPr/>
            <p:nvPr/>
          </p:nvSpPr>
          <p:spPr>
            <a:xfrm rot="-10636261">
              <a:off x="6887591" y="1335120"/>
              <a:ext cx="46" cy="46"/>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4"/>
            <p:cNvSpPr/>
            <p:nvPr/>
          </p:nvSpPr>
          <p:spPr>
            <a:xfrm rot="-10636261">
              <a:off x="6908752" y="1307847"/>
              <a:ext cx="3438" cy="2338"/>
            </a:xfrm>
            <a:custGeom>
              <a:rect b="b" l="l" r="r" t="t"/>
              <a:pathLst>
                <a:path extrusionOk="0" h="51" w="75">
                  <a:moveTo>
                    <a:pt x="68" y="1"/>
                  </a:moveTo>
                  <a:cubicBezTo>
                    <a:pt x="66" y="1"/>
                    <a:pt x="61" y="3"/>
                    <a:pt x="52" y="8"/>
                  </a:cubicBezTo>
                  <a:cubicBezTo>
                    <a:pt x="18" y="25"/>
                    <a:pt x="9" y="33"/>
                    <a:pt x="1" y="50"/>
                  </a:cubicBezTo>
                  <a:cubicBezTo>
                    <a:pt x="21" y="37"/>
                    <a:pt x="75" y="1"/>
                    <a:pt x="6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4"/>
            <p:cNvSpPr/>
            <p:nvPr/>
          </p:nvSpPr>
          <p:spPr>
            <a:xfrm rot="-10636261">
              <a:off x="6911472" y="1330584"/>
              <a:ext cx="6647" cy="825"/>
            </a:xfrm>
            <a:custGeom>
              <a:rect b="b" l="l" r="r" t="t"/>
              <a:pathLst>
                <a:path extrusionOk="0" h="18" w="145">
                  <a:moveTo>
                    <a:pt x="1" y="18"/>
                  </a:moveTo>
                  <a:lnTo>
                    <a:pt x="144" y="1"/>
                  </a:lnTo>
                  <a:lnTo>
                    <a:pt x="1" y="18"/>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4"/>
            <p:cNvSpPr/>
            <p:nvPr/>
          </p:nvSpPr>
          <p:spPr>
            <a:xfrm rot="-10636261">
              <a:off x="6944422" y="1331362"/>
              <a:ext cx="6280" cy="1192"/>
            </a:xfrm>
            <a:custGeom>
              <a:rect b="b" l="l" r="r" t="t"/>
              <a:pathLst>
                <a:path extrusionOk="0" h="26" w="137">
                  <a:moveTo>
                    <a:pt x="111" y="0"/>
                  </a:moveTo>
                  <a:lnTo>
                    <a:pt x="1" y="17"/>
                  </a:lnTo>
                  <a:lnTo>
                    <a:pt x="18" y="25"/>
                  </a:lnTo>
                  <a:lnTo>
                    <a:pt x="13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4"/>
            <p:cNvSpPr/>
            <p:nvPr/>
          </p:nvSpPr>
          <p:spPr>
            <a:xfrm rot="-10636261">
              <a:off x="6948964" y="1301224"/>
              <a:ext cx="3530" cy="1604"/>
            </a:xfrm>
            <a:custGeom>
              <a:rect b="b" l="l" r="r" t="t"/>
              <a:pathLst>
                <a:path extrusionOk="0" h="35" w="77">
                  <a:moveTo>
                    <a:pt x="34" y="0"/>
                  </a:moveTo>
                  <a:cubicBezTo>
                    <a:pt x="26" y="9"/>
                    <a:pt x="25" y="12"/>
                    <a:pt x="28" y="12"/>
                  </a:cubicBezTo>
                  <a:cubicBezTo>
                    <a:pt x="33" y="12"/>
                    <a:pt x="54" y="0"/>
                    <a:pt x="60" y="0"/>
                  </a:cubicBezTo>
                  <a:lnTo>
                    <a:pt x="60" y="0"/>
                  </a:lnTo>
                  <a:lnTo>
                    <a:pt x="0" y="34"/>
                  </a:lnTo>
                  <a:cubicBezTo>
                    <a:pt x="26" y="26"/>
                    <a:pt x="51" y="17"/>
                    <a:pt x="7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4"/>
            <p:cNvSpPr/>
            <p:nvPr/>
          </p:nvSpPr>
          <p:spPr>
            <a:xfrm rot="-10636261">
              <a:off x="7044450" y="1331605"/>
              <a:ext cx="77194" cy="8939"/>
            </a:xfrm>
            <a:custGeom>
              <a:rect b="b" l="l" r="r" t="t"/>
              <a:pathLst>
                <a:path extrusionOk="0" h="195" w="1684">
                  <a:moveTo>
                    <a:pt x="1286" y="59"/>
                  </a:moveTo>
                  <a:cubicBezTo>
                    <a:pt x="1285" y="60"/>
                    <a:pt x="1283" y="60"/>
                    <a:pt x="1281" y="61"/>
                  </a:cubicBezTo>
                  <a:lnTo>
                    <a:pt x="1281" y="61"/>
                  </a:lnTo>
                  <a:cubicBezTo>
                    <a:pt x="1283" y="60"/>
                    <a:pt x="1285" y="60"/>
                    <a:pt x="1286" y="59"/>
                  </a:cubicBezTo>
                  <a:close/>
                  <a:moveTo>
                    <a:pt x="377" y="134"/>
                  </a:moveTo>
                  <a:lnTo>
                    <a:pt x="377" y="134"/>
                  </a:lnTo>
                  <a:cubicBezTo>
                    <a:pt x="373" y="134"/>
                    <a:pt x="369" y="135"/>
                    <a:pt x="364" y="136"/>
                  </a:cubicBezTo>
                  <a:lnTo>
                    <a:pt x="389" y="136"/>
                  </a:lnTo>
                  <a:cubicBezTo>
                    <a:pt x="385" y="135"/>
                    <a:pt x="381" y="135"/>
                    <a:pt x="377" y="134"/>
                  </a:cubicBezTo>
                  <a:close/>
                  <a:moveTo>
                    <a:pt x="0" y="0"/>
                  </a:moveTo>
                  <a:lnTo>
                    <a:pt x="0" y="0"/>
                  </a:lnTo>
                  <a:cubicBezTo>
                    <a:pt x="43" y="9"/>
                    <a:pt x="85" y="26"/>
                    <a:pt x="127" y="34"/>
                  </a:cubicBezTo>
                  <a:cubicBezTo>
                    <a:pt x="51" y="59"/>
                    <a:pt x="203" y="51"/>
                    <a:pt x="186" y="76"/>
                  </a:cubicBezTo>
                  <a:cubicBezTo>
                    <a:pt x="174" y="79"/>
                    <a:pt x="162" y="80"/>
                    <a:pt x="151" y="80"/>
                  </a:cubicBezTo>
                  <a:cubicBezTo>
                    <a:pt x="124" y="80"/>
                    <a:pt x="100" y="74"/>
                    <a:pt x="76" y="68"/>
                  </a:cubicBezTo>
                  <a:lnTo>
                    <a:pt x="76" y="68"/>
                  </a:lnTo>
                  <a:cubicBezTo>
                    <a:pt x="68" y="85"/>
                    <a:pt x="102" y="102"/>
                    <a:pt x="93" y="119"/>
                  </a:cubicBezTo>
                  <a:cubicBezTo>
                    <a:pt x="115" y="125"/>
                    <a:pt x="134" y="127"/>
                    <a:pt x="151" y="127"/>
                  </a:cubicBezTo>
                  <a:cubicBezTo>
                    <a:pt x="215" y="127"/>
                    <a:pt x="250" y="91"/>
                    <a:pt x="322" y="91"/>
                  </a:cubicBezTo>
                  <a:cubicBezTo>
                    <a:pt x="332" y="91"/>
                    <a:pt x="344" y="92"/>
                    <a:pt x="356" y="93"/>
                  </a:cubicBezTo>
                  <a:cubicBezTo>
                    <a:pt x="348" y="109"/>
                    <a:pt x="317" y="125"/>
                    <a:pt x="377" y="134"/>
                  </a:cubicBezTo>
                  <a:lnTo>
                    <a:pt x="377" y="134"/>
                  </a:lnTo>
                  <a:cubicBezTo>
                    <a:pt x="387" y="133"/>
                    <a:pt x="395" y="133"/>
                    <a:pt x="402" y="133"/>
                  </a:cubicBezTo>
                  <a:cubicBezTo>
                    <a:pt x="458" y="133"/>
                    <a:pt x="468" y="155"/>
                    <a:pt x="492" y="155"/>
                  </a:cubicBezTo>
                  <a:cubicBezTo>
                    <a:pt x="503" y="155"/>
                    <a:pt x="518" y="150"/>
                    <a:pt x="542" y="136"/>
                  </a:cubicBezTo>
                  <a:lnTo>
                    <a:pt x="542" y="161"/>
                  </a:lnTo>
                  <a:cubicBezTo>
                    <a:pt x="618" y="144"/>
                    <a:pt x="686" y="144"/>
                    <a:pt x="762" y="144"/>
                  </a:cubicBezTo>
                  <a:cubicBezTo>
                    <a:pt x="812" y="140"/>
                    <a:pt x="861" y="138"/>
                    <a:pt x="909" y="138"/>
                  </a:cubicBezTo>
                  <a:cubicBezTo>
                    <a:pt x="956" y="138"/>
                    <a:pt x="1003" y="140"/>
                    <a:pt x="1049" y="144"/>
                  </a:cubicBezTo>
                  <a:lnTo>
                    <a:pt x="965" y="178"/>
                  </a:lnTo>
                  <a:cubicBezTo>
                    <a:pt x="978" y="181"/>
                    <a:pt x="990" y="183"/>
                    <a:pt x="1000" y="183"/>
                  </a:cubicBezTo>
                  <a:cubicBezTo>
                    <a:pt x="1040" y="183"/>
                    <a:pt x="1058" y="161"/>
                    <a:pt x="1092" y="161"/>
                  </a:cubicBezTo>
                  <a:cubicBezTo>
                    <a:pt x="1092" y="161"/>
                    <a:pt x="1100" y="186"/>
                    <a:pt x="1058" y="195"/>
                  </a:cubicBezTo>
                  <a:lnTo>
                    <a:pt x="1286" y="153"/>
                  </a:lnTo>
                  <a:cubicBezTo>
                    <a:pt x="1328" y="136"/>
                    <a:pt x="1261" y="136"/>
                    <a:pt x="1252" y="119"/>
                  </a:cubicBezTo>
                  <a:cubicBezTo>
                    <a:pt x="1257" y="114"/>
                    <a:pt x="1269" y="112"/>
                    <a:pt x="1284" y="112"/>
                  </a:cubicBezTo>
                  <a:cubicBezTo>
                    <a:pt x="1321" y="112"/>
                    <a:pt x="1373" y="124"/>
                    <a:pt x="1379" y="136"/>
                  </a:cubicBezTo>
                  <a:cubicBezTo>
                    <a:pt x="1362" y="144"/>
                    <a:pt x="1312" y="153"/>
                    <a:pt x="1345" y="161"/>
                  </a:cubicBezTo>
                  <a:lnTo>
                    <a:pt x="1422" y="119"/>
                  </a:lnTo>
                  <a:lnTo>
                    <a:pt x="1422" y="119"/>
                  </a:lnTo>
                  <a:cubicBezTo>
                    <a:pt x="1531" y="153"/>
                    <a:pt x="1345" y="178"/>
                    <a:pt x="1286" y="186"/>
                  </a:cubicBezTo>
                  <a:cubicBezTo>
                    <a:pt x="1302" y="188"/>
                    <a:pt x="1317" y="188"/>
                    <a:pt x="1330" y="188"/>
                  </a:cubicBezTo>
                  <a:cubicBezTo>
                    <a:pt x="1394" y="188"/>
                    <a:pt x="1432" y="176"/>
                    <a:pt x="1496" y="176"/>
                  </a:cubicBezTo>
                  <a:cubicBezTo>
                    <a:pt x="1509" y="176"/>
                    <a:pt x="1524" y="177"/>
                    <a:pt x="1540" y="178"/>
                  </a:cubicBezTo>
                  <a:cubicBezTo>
                    <a:pt x="1515" y="169"/>
                    <a:pt x="1498" y="161"/>
                    <a:pt x="1472" y="144"/>
                  </a:cubicBezTo>
                  <a:cubicBezTo>
                    <a:pt x="1472" y="133"/>
                    <a:pt x="1492" y="130"/>
                    <a:pt x="1521" y="130"/>
                  </a:cubicBezTo>
                  <a:cubicBezTo>
                    <a:pt x="1559" y="130"/>
                    <a:pt x="1611" y="136"/>
                    <a:pt x="1650" y="136"/>
                  </a:cubicBezTo>
                  <a:cubicBezTo>
                    <a:pt x="1608" y="119"/>
                    <a:pt x="1633" y="110"/>
                    <a:pt x="1667" y="93"/>
                  </a:cubicBezTo>
                  <a:lnTo>
                    <a:pt x="1684" y="93"/>
                  </a:lnTo>
                  <a:cubicBezTo>
                    <a:pt x="1684" y="93"/>
                    <a:pt x="1684" y="85"/>
                    <a:pt x="1675" y="85"/>
                  </a:cubicBezTo>
                  <a:cubicBezTo>
                    <a:pt x="1625" y="85"/>
                    <a:pt x="1574" y="76"/>
                    <a:pt x="1523" y="59"/>
                  </a:cubicBezTo>
                  <a:lnTo>
                    <a:pt x="1523" y="59"/>
                  </a:lnTo>
                  <a:cubicBezTo>
                    <a:pt x="1540" y="80"/>
                    <a:pt x="1519" y="85"/>
                    <a:pt x="1485" y="85"/>
                  </a:cubicBezTo>
                  <a:cubicBezTo>
                    <a:pt x="1451" y="85"/>
                    <a:pt x="1405" y="81"/>
                    <a:pt x="1369" y="81"/>
                  </a:cubicBezTo>
                  <a:cubicBezTo>
                    <a:pt x="1352" y="81"/>
                    <a:pt x="1338" y="82"/>
                    <a:pt x="1328" y="85"/>
                  </a:cubicBezTo>
                  <a:lnTo>
                    <a:pt x="1252" y="85"/>
                  </a:lnTo>
                  <a:cubicBezTo>
                    <a:pt x="1252" y="77"/>
                    <a:pt x="1252" y="69"/>
                    <a:pt x="1281" y="61"/>
                  </a:cubicBezTo>
                  <a:lnTo>
                    <a:pt x="1281" y="61"/>
                  </a:lnTo>
                  <a:cubicBezTo>
                    <a:pt x="1251" y="67"/>
                    <a:pt x="1168" y="60"/>
                    <a:pt x="1176" y="76"/>
                  </a:cubicBezTo>
                  <a:lnTo>
                    <a:pt x="965" y="68"/>
                  </a:lnTo>
                  <a:cubicBezTo>
                    <a:pt x="956" y="68"/>
                    <a:pt x="948" y="59"/>
                    <a:pt x="948" y="59"/>
                  </a:cubicBezTo>
                  <a:cubicBezTo>
                    <a:pt x="939" y="59"/>
                    <a:pt x="931" y="59"/>
                    <a:pt x="939" y="68"/>
                  </a:cubicBezTo>
                  <a:cubicBezTo>
                    <a:pt x="618" y="51"/>
                    <a:pt x="313" y="26"/>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4"/>
            <p:cNvSpPr/>
            <p:nvPr/>
          </p:nvSpPr>
          <p:spPr>
            <a:xfrm rot="-10636261">
              <a:off x="7048923" y="1330810"/>
              <a:ext cx="1971" cy="46"/>
            </a:xfrm>
            <a:custGeom>
              <a:rect b="b" l="l" r="r" t="t"/>
              <a:pathLst>
                <a:path extrusionOk="0" h="1" w="43">
                  <a:moveTo>
                    <a:pt x="0" y="1"/>
                  </a:moveTo>
                  <a:cubicBezTo>
                    <a:pt x="9"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4"/>
            <p:cNvSpPr/>
            <p:nvPr/>
          </p:nvSpPr>
          <p:spPr>
            <a:xfrm rot="-10636261">
              <a:off x="7121743" y="1342422"/>
              <a:ext cx="3117" cy="458"/>
            </a:xfrm>
            <a:custGeom>
              <a:rect b="b" l="l" r="r" t="t"/>
              <a:pathLst>
                <a:path extrusionOk="0" h="10" w="68">
                  <a:moveTo>
                    <a:pt x="0" y="1"/>
                  </a:moveTo>
                  <a:lnTo>
                    <a:pt x="68" y="9"/>
                  </a:lnTo>
                  <a:cubicBezTo>
                    <a:pt x="42" y="1"/>
                    <a:pt x="26"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4"/>
            <p:cNvSpPr/>
            <p:nvPr/>
          </p:nvSpPr>
          <p:spPr>
            <a:xfrm rot="-10636261">
              <a:off x="7033655" y="1332922"/>
              <a:ext cx="7426" cy="1192"/>
            </a:xfrm>
            <a:custGeom>
              <a:rect b="b" l="l" r="r" t="t"/>
              <a:pathLst>
                <a:path extrusionOk="0" h="26" w="162">
                  <a:moveTo>
                    <a:pt x="18" y="0"/>
                  </a:moveTo>
                  <a:cubicBezTo>
                    <a:pt x="18" y="9"/>
                    <a:pt x="1" y="17"/>
                    <a:pt x="1" y="26"/>
                  </a:cubicBezTo>
                  <a:lnTo>
                    <a:pt x="119" y="26"/>
                  </a:lnTo>
                  <a:cubicBezTo>
                    <a:pt x="85" y="9"/>
                    <a:pt x="153" y="9"/>
                    <a:pt x="16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4"/>
            <p:cNvSpPr/>
            <p:nvPr/>
          </p:nvSpPr>
          <p:spPr>
            <a:xfrm rot="-10636261">
              <a:off x="7040185" y="1334709"/>
              <a:ext cx="3896" cy="825"/>
            </a:xfrm>
            <a:custGeom>
              <a:rect b="b" l="l" r="r" t="t"/>
              <a:pathLst>
                <a:path extrusionOk="0" h="18" w="85">
                  <a:moveTo>
                    <a:pt x="43" y="1"/>
                  </a:moveTo>
                  <a:cubicBezTo>
                    <a:pt x="34" y="9"/>
                    <a:pt x="17" y="18"/>
                    <a:pt x="0" y="18"/>
                  </a:cubicBezTo>
                  <a:lnTo>
                    <a:pt x="85" y="18"/>
                  </a:lnTo>
                  <a:cubicBezTo>
                    <a:pt x="85" y="9"/>
                    <a:pt x="76" y="9"/>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4"/>
            <p:cNvSpPr/>
            <p:nvPr/>
          </p:nvSpPr>
          <p:spPr>
            <a:xfrm rot="-10636261">
              <a:off x="7043352" y="1308812"/>
              <a:ext cx="2750" cy="413"/>
            </a:xfrm>
            <a:custGeom>
              <a:rect b="b" l="l" r="r" t="t"/>
              <a:pathLst>
                <a:path extrusionOk="0" h="9" w="60">
                  <a:moveTo>
                    <a:pt x="34" y="0"/>
                  </a:moveTo>
                  <a:lnTo>
                    <a:pt x="0" y="9"/>
                  </a:lnTo>
                  <a:lnTo>
                    <a:pt x="0" y="9"/>
                  </a:lnTo>
                  <a:lnTo>
                    <a:pt x="6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4"/>
            <p:cNvSpPr/>
            <p:nvPr/>
          </p:nvSpPr>
          <p:spPr>
            <a:xfrm rot="-10636261">
              <a:off x="7056766" y="1312304"/>
              <a:ext cx="5088" cy="642"/>
            </a:xfrm>
            <a:custGeom>
              <a:rect b="b" l="l" r="r" t="t"/>
              <a:pathLst>
                <a:path extrusionOk="0" h="14" w="111">
                  <a:moveTo>
                    <a:pt x="59" y="1"/>
                  </a:moveTo>
                  <a:cubicBezTo>
                    <a:pt x="41" y="1"/>
                    <a:pt x="22" y="3"/>
                    <a:pt x="0" y="7"/>
                  </a:cubicBezTo>
                  <a:cubicBezTo>
                    <a:pt x="17" y="11"/>
                    <a:pt x="36" y="13"/>
                    <a:pt x="55" y="13"/>
                  </a:cubicBezTo>
                  <a:cubicBezTo>
                    <a:pt x="74" y="13"/>
                    <a:pt x="94" y="11"/>
                    <a:pt x="110" y="7"/>
                  </a:cubicBezTo>
                  <a:cubicBezTo>
                    <a:pt x="94" y="3"/>
                    <a:pt x="77" y="1"/>
                    <a:pt x="5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4"/>
            <p:cNvSpPr/>
            <p:nvPr/>
          </p:nvSpPr>
          <p:spPr>
            <a:xfrm rot="-10636261">
              <a:off x="7058308" y="1304071"/>
              <a:ext cx="3163" cy="458"/>
            </a:xfrm>
            <a:custGeom>
              <a:rect b="b" l="l" r="r" t="t"/>
              <a:pathLst>
                <a:path extrusionOk="0" h="10" w="69">
                  <a:moveTo>
                    <a:pt x="0" y="1"/>
                  </a:moveTo>
                  <a:lnTo>
                    <a:pt x="0"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4"/>
            <p:cNvSpPr/>
            <p:nvPr/>
          </p:nvSpPr>
          <p:spPr>
            <a:xfrm rot="-10636261">
              <a:off x="7147779" y="1341329"/>
              <a:ext cx="1604" cy="46"/>
            </a:xfrm>
            <a:custGeom>
              <a:rect b="b" l="l" r="r" t="t"/>
              <a:pathLst>
                <a:path extrusionOk="0" h="1" w="35">
                  <a:moveTo>
                    <a:pt x="34" y="1"/>
                  </a:moveTo>
                  <a:lnTo>
                    <a:pt x="0" y="1"/>
                  </a:lnTo>
                  <a:cubicBezTo>
                    <a:pt x="9" y="1"/>
                    <a:pt x="26" y="1"/>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4"/>
            <p:cNvSpPr/>
            <p:nvPr/>
          </p:nvSpPr>
          <p:spPr>
            <a:xfrm rot="-10636261">
              <a:off x="7117469" y="1339866"/>
              <a:ext cx="50836" cy="7013"/>
            </a:xfrm>
            <a:custGeom>
              <a:rect b="b" l="l" r="r" t="t"/>
              <a:pathLst>
                <a:path extrusionOk="0" h="153" w="1109">
                  <a:moveTo>
                    <a:pt x="94" y="0"/>
                  </a:moveTo>
                  <a:cubicBezTo>
                    <a:pt x="1" y="0"/>
                    <a:pt x="145" y="42"/>
                    <a:pt x="68" y="59"/>
                  </a:cubicBezTo>
                  <a:cubicBezTo>
                    <a:pt x="144" y="71"/>
                    <a:pt x="244" y="91"/>
                    <a:pt x="302" y="91"/>
                  </a:cubicBezTo>
                  <a:cubicBezTo>
                    <a:pt x="325" y="91"/>
                    <a:pt x="342" y="87"/>
                    <a:pt x="347" y="79"/>
                  </a:cubicBezTo>
                  <a:lnTo>
                    <a:pt x="347" y="79"/>
                  </a:lnTo>
                  <a:cubicBezTo>
                    <a:pt x="345" y="84"/>
                    <a:pt x="343" y="95"/>
                    <a:pt x="356" y="102"/>
                  </a:cubicBezTo>
                  <a:lnTo>
                    <a:pt x="424" y="76"/>
                  </a:lnTo>
                  <a:lnTo>
                    <a:pt x="364" y="59"/>
                  </a:lnTo>
                  <a:cubicBezTo>
                    <a:pt x="398" y="54"/>
                    <a:pt x="432" y="51"/>
                    <a:pt x="466" y="51"/>
                  </a:cubicBezTo>
                  <a:cubicBezTo>
                    <a:pt x="534" y="51"/>
                    <a:pt x="601" y="62"/>
                    <a:pt x="669" y="85"/>
                  </a:cubicBezTo>
                  <a:cubicBezTo>
                    <a:pt x="584" y="85"/>
                    <a:pt x="586" y="106"/>
                    <a:pt x="539" y="106"/>
                  </a:cubicBezTo>
                  <a:cubicBezTo>
                    <a:pt x="520" y="106"/>
                    <a:pt x="493" y="103"/>
                    <a:pt x="449" y="93"/>
                  </a:cubicBezTo>
                  <a:lnTo>
                    <a:pt x="449" y="93"/>
                  </a:lnTo>
                  <a:cubicBezTo>
                    <a:pt x="449" y="102"/>
                    <a:pt x="483" y="119"/>
                    <a:pt x="449" y="127"/>
                  </a:cubicBezTo>
                  <a:cubicBezTo>
                    <a:pt x="627" y="144"/>
                    <a:pt x="813" y="152"/>
                    <a:pt x="999" y="152"/>
                  </a:cubicBezTo>
                  <a:cubicBezTo>
                    <a:pt x="855" y="110"/>
                    <a:pt x="1109" y="135"/>
                    <a:pt x="1058" y="93"/>
                  </a:cubicBezTo>
                  <a:lnTo>
                    <a:pt x="1058" y="93"/>
                  </a:lnTo>
                  <a:lnTo>
                    <a:pt x="974" y="102"/>
                  </a:lnTo>
                  <a:lnTo>
                    <a:pt x="982" y="85"/>
                  </a:lnTo>
                  <a:lnTo>
                    <a:pt x="881" y="85"/>
                  </a:lnTo>
                  <a:cubicBezTo>
                    <a:pt x="897" y="102"/>
                    <a:pt x="914" y="102"/>
                    <a:pt x="906" y="127"/>
                  </a:cubicBezTo>
                  <a:cubicBezTo>
                    <a:pt x="771" y="102"/>
                    <a:pt x="864" y="93"/>
                    <a:pt x="771" y="59"/>
                  </a:cubicBezTo>
                  <a:lnTo>
                    <a:pt x="618" y="51"/>
                  </a:lnTo>
                  <a:lnTo>
                    <a:pt x="627" y="51"/>
                  </a:lnTo>
                  <a:cubicBezTo>
                    <a:pt x="623" y="47"/>
                    <a:pt x="618" y="45"/>
                    <a:pt x="615" y="45"/>
                  </a:cubicBezTo>
                  <a:cubicBezTo>
                    <a:pt x="612" y="45"/>
                    <a:pt x="610" y="47"/>
                    <a:pt x="610" y="51"/>
                  </a:cubicBezTo>
                  <a:cubicBezTo>
                    <a:pt x="432" y="34"/>
                    <a:pt x="271" y="17"/>
                    <a:pt x="9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4"/>
            <p:cNvSpPr/>
            <p:nvPr/>
          </p:nvSpPr>
          <p:spPr>
            <a:xfrm rot="-10636261">
              <a:off x="7207779" y="1353469"/>
              <a:ext cx="458" cy="46"/>
            </a:xfrm>
            <a:custGeom>
              <a:rect b="b" l="l" r="r" t="t"/>
              <a:pathLst>
                <a:path extrusionOk="0" h="1" w="10">
                  <a:moveTo>
                    <a:pt x="9" y="1"/>
                  </a:moveTo>
                  <a:lnTo>
                    <a:pt x="9" y="1"/>
                  </a:lnTo>
                  <a:cubicBezTo>
                    <a:pt x="9" y="1"/>
                    <a:pt x="1"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4"/>
            <p:cNvSpPr/>
            <p:nvPr/>
          </p:nvSpPr>
          <p:spPr>
            <a:xfrm rot="-10636261">
              <a:off x="7200807" y="1352514"/>
              <a:ext cx="7013" cy="1971"/>
            </a:xfrm>
            <a:custGeom>
              <a:rect b="b" l="l" r="r" t="t"/>
              <a:pathLst>
                <a:path extrusionOk="0" h="43" w="153">
                  <a:moveTo>
                    <a:pt x="17" y="1"/>
                  </a:moveTo>
                  <a:lnTo>
                    <a:pt x="0" y="26"/>
                  </a:lnTo>
                  <a:cubicBezTo>
                    <a:pt x="13" y="22"/>
                    <a:pt x="28" y="20"/>
                    <a:pt x="43" y="20"/>
                  </a:cubicBezTo>
                  <a:cubicBezTo>
                    <a:pt x="58" y="20"/>
                    <a:pt x="72" y="22"/>
                    <a:pt x="85" y="26"/>
                  </a:cubicBezTo>
                  <a:lnTo>
                    <a:pt x="60" y="43"/>
                  </a:lnTo>
                  <a:lnTo>
                    <a:pt x="60" y="43"/>
                  </a:lnTo>
                  <a:lnTo>
                    <a:pt x="153" y="18"/>
                  </a:ln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4"/>
            <p:cNvSpPr/>
            <p:nvPr/>
          </p:nvSpPr>
          <p:spPr>
            <a:xfrm rot="-10636261">
              <a:off x="7195826" y="1350681"/>
              <a:ext cx="5455" cy="2750"/>
            </a:xfrm>
            <a:custGeom>
              <a:rect b="b" l="l" r="r" t="t"/>
              <a:pathLst>
                <a:path extrusionOk="0" h="60" w="119">
                  <a:moveTo>
                    <a:pt x="119" y="1"/>
                  </a:moveTo>
                  <a:cubicBezTo>
                    <a:pt x="43" y="1"/>
                    <a:pt x="43" y="26"/>
                    <a:pt x="85" y="51"/>
                  </a:cubicBezTo>
                  <a:cubicBezTo>
                    <a:pt x="26" y="51"/>
                    <a:pt x="38" y="26"/>
                    <a:pt x="23" y="26"/>
                  </a:cubicBezTo>
                  <a:cubicBezTo>
                    <a:pt x="19" y="26"/>
                    <a:pt x="12" y="28"/>
                    <a:pt x="0" y="34"/>
                  </a:cubicBezTo>
                  <a:cubicBezTo>
                    <a:pt x="0" y="60"/>
                    <a:pt x="85" y="60"/>
                    <a:pt x="110" y="60"/>
                  </a:cubicBezTo>
                  <a:lnTo>
                    <a:pt x="11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4"/>
            <p:cNvSpPr/>
            <p:nvPr/>
          </p:nvSpPr>
          <p:spPr>
            <a:xfrm rot="-10636261">
              <a:off x="7170031" y="1346673"/>
              <a:ext cx="2384" cy="1192"/>
            </a:xfrm>
            <a:custGeom>
              <a:rect b="b" l="l" r="r" t="t"/>
              <a:pathLst>
                <a:path extrusionOk="0" h="26" w="52">
                  <a:moveTo>
                    <a:pt x="26" y="1"/>
                  </a:moveTo>
                  <a:lnTo>
                    <a:pt x="1" y="9"/>
                  </a:lnTo>
                  <a:lnTo>
                    <a:pt x="51" y="26"/>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4"/>
            <p:cNvSpPr/>
            <p:nvPr/>
          </p:nvSpPr>
          <p:spPr>
            <a:xfrm rot="-10636261">
              <a:off x="7172367" y="1346784"/>
              <a:ext cx="2384" cy="1192"/>
            </a:xfrm>
            <a:custGeom>
              <a:rect b="b" l="l" r="r" t="t"/>
              <a:pathLst>
                <a:path extrusionOk="0" h="26" w="52">
                  <a:moveTo>
                    <a:pt x="1" y="1"/>
                  </a:moveTo>
                  <a:cubicBezTo>
                    <a:pt x="1" y="9"/>
                    <a:pt x="9" y="17"/>
                    <a:pt x="9" y="26"/>
                  </a:cubicBezTo>
                  <a:lnTo>
                    <a:pt x="52" y="9"/>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4"/>
            <p:cNvSpPr/>
            <p:nvPr/>
          </p:nvSpPr>
          <p:spPr>
            <a:xfrm rot="-10636261">
              <a:off x="7180370" y="1349487"/>
              <a:ext cx="3575" cy="825"/>
            </a:xfrm>
            <a:custGeom>
              <a:rect b="b" l="l" r="r" t="t"/>
              <a:pathLst>
                <a:path extrusionOk="0" h="18" w="78">
                  <a:moveTo>
                    <a:pt x="77" y="17"/>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4"/>
            <p:cNvSpPr/>
            <p:nvPr/>
          </p:nvSpPr>
          <p:spPr>
            <a:xfrm rot="-10636261">
              <a:off x="7178119" y="1348571"/>
              <a:ext cx="2338" cy="825"/>
            </a:xfrm>
            <a:custGeom>
              <a:rect b="b" l="l" r="r" t="t"/>
              <a:pathLst>
                <a:path extrusionOk="0" h="18" w="51">
                  <a:moveTo>
                    <a:pt x="51" y="17"/>
                  </a:moveTo>
                  <a:lnTo>
                    <a:pt x="51" y="17"/>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4"/>
            <p:cNvSpPr/>
            <p:nvPr/>
          </p:nvSpPr>
          <p:spPr>
            <a:xfrm rot="-10636261">
              <a:off x="7174618" y="1348075"/>
              <a:ext cx="3896" cy="2384"/>
            </a:xfrm>
            <a:custGeom>
              <a:rect b="b" l="l" r="r" t="t"/>
              <a:pathLst>
                <a:path extrusionOk="0" h="52" w="85">
                  <a:moveTo>
                    <a:pt x="0" y="1"/>
                  </a:moveTo>
                  <a:lnTo>
                    <a:pt x="9" y="35"/>
                  </a:lnTo>
                  <a:lnTo>
                    <a:pt x="85" y="52"/>
                  </a:lnTo>
                  <a:cubicBezTo>
                    <a:pt x="85" y="26"/>
                    <a:pt x="76"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4"/>
            <p:cNvSpPr/>
            <p:nvPr/>
          </p:nvSpPr>
          <p:spPr>
            <a:xfrm rot="-10636261">
              <a:off x="7079892" y="1307438"/>
              <a:ext cx="3163" cy="825"/>
            </a:xfrm>
            <a:custGeom>
              <a:rect b="b" l="l" r="r" t="t"/>
              <a:pathLst>
                <a:path extrusionOk="0" h="18" w="69">
                  <a:moveTo>
                    <a:pt x="60" y="0"/>
                  </a:moveTo>
                  <a:lnTo>
                    <a:pt x="1" y="9"/>
                  </a:lnTo>
                  <a:lnTo>
                    <a:pt x="9" y="17"/>
                  </a:lnTo>
                  <a:lnTo>
                    <a:pt x="68" y="9"/>
                  </a:lnTo>
                  <a:lnTo>
                    <a:pt x="6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4"/>
            <p:cNvSpPr/>
            <p:nvPr/>
          </p:nvSpPr>
          <p:spPr>
            <a:xfrm rot="-10636261">
              <a:off x="7095698" y="1310125"/>
              <a:ext cx="1604" cy="413"/>
            </a:xfrm>
            <a:custGeom>
              <a:rect b="b" l="l" r="r" t="t"/>
              <a:pathLst>
                <a:path extrusionOk="0" h="9" w="35">
                  <a:moveTo>
                    <a:pt x="34" y="1"/>
                  </a:moveTo>
                  <a:cubicBezTo>
                    <a:pt x="30" y="1"/>
                    <a:pt x="24" y="3"/>
                    <a:pt x="18" y="5"/>
                  </a:cubicBezTo>
                  <a:lnTo>
                    <a:pt x="34" y="1"/>
                  </a:lnTo>
                  <a:close/>
                  <a:moveTo>
                    <a:pt x="18" y="5"/>
                  </a:moveTo>
                  <a:lnTo>
                    <a:pt x="1" y="9"/>
                  </a:lnTo>
                  <a:cubicBezTo>
                    <a:pt x="5" y="9"/>
                    <a:pt x="11" y="7"/>
                    <a:pt x="18"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4"/>
            <p:cNvSpPr/>
            <p:nvPr/>
          </p:nvSpPr>
          <p:spPr>
            <a:xfrm rot="-10636261">
              <a:off x="7097387" y="1304299"/>
              <a:ext cx="19436" cy="7105"/>
            </a:xfrm>
            <a:custGeom>
              <a:rect b="b" l="l" r="r" t="t"/>
              <a:pathLst>
                <a:path extrusionOk="0" h="155" w="424">
                  <a:moveTo>
                    <a:pt x="146" y="0"/>
                  </a:moveTo>
                  <a:cubicBezTo>
                    <a:pt x="115" y="0"/>
                    <a:pt x="86" y="3"/>
                    <a:pt x="60" y="9"/>
                  </a:cubicBezTo>
                  <a:cubicBezTo>
                    <a:pt x="1" y="42"/>
                    <a:pt x="26" y="85"/>
                    <a:pt x="26" y="135"/>
                  </a:cubicBezTo>
                  <a:cubicBezTo>
                    <a:pt x="31" y="145"/>
                    <a:pt x="84" y="155"/>
                    <a:pt x="128" y="155"/>
                  </a:cubicBezTo>
                  <a:cubicBezTo>
                    <a:pt x="160" y="155"/>
                    <a:pt x="187" y="150"/>
                    <a:pt x="187" y="135"/>
                  </a:cubicBezTo>
                  <a:cubicBezTo>
                    <a:pt x="128" y="110"/>
                    <a:pt x="288" y="118"/>
                    <a:pt x="161" y="93"/>
                  </a:cubicBezTo>
                  <a:cubicBezTo>
                    <a:pt x="155" y="80"/>
                    <a:pt x="188" y="62"/>
                    <a:pt x="231" y="62"/>
                  </a:cubicBezTo>
                  <a:cubicBezTo>
                    <a:pt x="244" y="62"/>
                    <a:pt x="258" y="64"/>
                    <a:pt x="271" y="68"/>
                  </a:cubicBezTo>
                  <a:cubicBezTo>
                    <a:pt x="271" y="85"/>
                    <a:pt x="212" y="76"/>
                    <a:pt x="246" y="102"/>
                  </a:cubicBezTo>
                  <a:cubicBezTo>
                    <a:pt x="288" y="76"/>
                    <a:pt x="305" y="102"/>
                    <a:pt x="297" y="68"/>
                  </a:cubicBezTo>
                  <a:cubicBezTo>
                    <a:pt x="339" y="51"/>
                    <a:pt x="381" y="34"/>
                    <a:pt x="424" y="17"/>
                  </a:cubicBezTo>
                  <a:lnTo>
                    <a:pt x="424" y="17"/>
                  </a:lnTo>
                  <a:cubicBezTo>
                    <a:pt x="416" y="18"/>
                    <a:pt x="407" y="18"/>
                    <a:pt x="398" y="18"/>
                  </a:cubicBezTo>
                  <a:cubicBezTo>
                    <a:pt x="331" y="18"/>
                    <a:pt x="233" y="0"/>
                    <a:pt x="14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4"/>
            <p:cNvSpPr/>
            <p:nvPr/>
          </p:nvSpPr>
          <p:spPr>
            <a:xfrm rot="-10636261">
              <a:off x="7100344" y="1302214"/>
              <a:ext cx="3163" cy="367"/>
            </a:xfrm>
            <a:custGeom>
              <a:rect b="b" l="l" r="r" t="t"/>
              <a:pathLst>
                <a:path extrusionOk="0" h="8" w="69">
                  <a:moveTo>
                    <a:pt x="53" y="0"/>
                  </a:moveTo>
                  <a:cubicBezTo>
                    <a:pt x="38" y="0"/>
                    <a:pt x="18" y="8"/>
                    <a:pt x="1" y="8"/>
                  </a:cubicBezTo>
                  <a:lnTo>
                    <a:pt x="68" y="8"/>
                  </a:lnTo>
                  <a:cubicBezTo>
                    <a:pt x="66" y="2"/>
                    <a:pt x="60" y="0"/>
                    <a:pt x="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4"/>
            <p:cNvSpPr/>
            <p:nvPr/>
          </p:nvSpPr>
          <p:spPr>
            <a:xfrm rot="-10636261">
              <a:off x="7133112" y="1323221"/>
              <a:ext cx="4721" cy="825"/>
            </a:xfrm>
            <a:custGeom>
              <a:rect b="b" l="l" r="r" t="t"/>
              <a:pathLst>
                <a:path extrusionOk="0" h="18" w="103">
                  <a:moveTo>
                    <a:pt x="69" y="1"/>
                  </a:moveTo>
                  <a:cubicBezTo>
                    <a:pt x="60" y="1"/>
                    <a:pt x="1" y="9"/>
                    <a:pt x="9" y="18"/>
                  </a:cubicBezTo>
                  <a:lnTo>
                    <a:pt x="102" y="18"/>
                  </a:lnTo>
                  <a:cubicBezTo>
                    <a:pt x="86" y="18"/>
                    <a:pt x="69" y="9"/>
                    <a:pt x="6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4"/>
            <p:cNvSpPr/>
            <p:nvPr/>
          </p:nvSpPr>
          <p:spPr>
            <a:xfrm rot="-10636261">
              <a:off x="7131582" y="1322799"/>
              <a:ext cx="1604" cy="321"/>
            </a:xfrm>
            <a:custGeom>
              <a:rect b="b" l="l" r="r" t="t"/>
              <a:pathLst>
                <a:path extrusionOk="0" h="7" w="35">
                  <a:moveTo>
                    <a:pt x="0" y="1"/>
                  </a:moveTo>
                  <a:cubicBezTo>
                    <a:pt x="5" y="5"/>
                    <a:pt x="11" y="7"/>
                    <a:pt x="17" y="7"/>
                  </a:cubicBezTo>
                  <a:cubicBezTo>
                    <a:pt x="24" y="7"/>
                    <a:pt x="30" y="5"/>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4"/>
            <p:cNvSpPr/>
            <p:nvPr/>
          </p:nvSpPr>
          <p:spPr>
            <a:xfrm rot="-10636261">
              <a:off x="7134644" y="1323972"/>
              <a:ext cx="413" cy="413"/>
            </a:xfrm>
            <a:custGeom>
              <a:rect b="b" l="l" r="r" t="t"/>
              <a:pathLst>
                <a:path extrusionOk="0" h="9" w="9">
                  <a:moveTo>
                    <a:pt x="0" y="0"/>
                  </a:moveTo>
                  <a:lnTo>
                    <a:pt x="0" y="9"/>
                  </a:lnTo>
                  <a:cubicBezTo>
                    <a:pt x="0" y="9"/>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4"/>
            <p:cNvSpPr/>
            <p:nvPr/>
          </p:nvSpPr>
          <p:spPr>
            <a:xfrm rot="-10636261">
              <a:off x="7189985" y="1351890"/>
              <a:ext cx="2384" cy="825"/>
            </a:xfrm>
            <a:custGeom>
              <a:rect b="b" l="l" r="r" t="t"/>
              <a:pathLst>
                <a:path extrusionOk="0" h="18" w="52">
                  <a:moveTo>
                    <a:pt x="1" y="1"/>
                  </a:moveTo>
                  <a:cubicBezTo>
                    <a:pt x="18" y="9"/>
                    <a:pt x="35" y="9"/>
                    <a:pt x="52" y="18"/>
                  </a:cubicBezTo>
                  <a:cubicBezTo>
                    <a:pt x="52" y="1"/>
                    <a:pt x="18"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4"/>
            <p:cNvSpPr/>
            <p:nvPr/>
          </p:nvSpPr>
          <p:spPr>
            <a:xfrm rot="-10636261">
              <a:off x="7255351" y="1365064"/>
              <a:ext cx="1192" cy="779"/>
            </a:xfrm>
            <a:custGeom>
              <a:rect b="b" l="l" r="r" t="t"/>
              <a:pathLst>
                <a:path extrusionOk="0" h="17" w="26">
                  <a:moveTo>
                    <a:pt x="0" y="0"/>
                  </a:moveTo>
                  <a:cubicBezTo>
                    <a:pt x="0" y="8"/>
                    <a:pt x="17" y="17"/>
                    <a:pt x="25" y="17"/>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4"/>
            <p:cNvSpPr/>
            <p:nvPr/>
          </p:nvSpPr>
          <p:spPr>
            <a:xfrm rot="-10636261">
              <a:off x="7283441" y="1354724"/>
              <a:ext cx="413" cy="46"/>
            </a:xfrm>
            <a:custGeom>
              <a:rect b="b" l="l" r="r" t="t"/>
              <a:pathLst>
                <a:path extrusionOk="0" h="1" w="9">
                  <a:moveTo>
                    <a:pt x="9" y="1"/>
                  </a:moveTo>
                  <a:cubicBezTo>
                    <a:pt x="9" y="1"/>
                    <a:pt x="0" y="1"/>
                    <a:pt x="0" y="1"/>
                  </a:cubicBezTo>
                  <a:cubicBezTo>
                    <a:pt x="0" y="1"/>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4"/>
            <p:cNvSpPr/>
            <p:nvPr/>
          </p:nvSpPr>
          <p:spPr>
            <a:xfrm rot="-10636261">
              <a:off x="7283794" y="1354495"/>
              <a:ext cx="7426" cy="1284"/>
            </a:xfrm>
            <a:custGeom>
              <a:rect b="b" l="l" r="r" t="t"/>
              <a:pathLst>
                <a:path extrusionOk="0" h="28" w="162">
                  <a:moveTo>
                    <a:pt x="53" y="0"/>
                  </a:moveTo>
                  <a:cubicBezTo>
                    <a:pt x="49" y="0"/>
                    <a:pt x="46" y="1"/>
                    <a:pt x="43" y="2"/>
                  </a:cubicBezTo>
                  <a:lnTo>
                    <a:pt x="1" y="2"/>
                  </a:lnTo>
                  <a:cubicBezTo>
                    <a:pt x="51" y="19"/>
                    <a:pt x="102" y="27"/>
                    <a:pt x="161" y="27"/>
                  </a:cubicBezTo>
                  <a:cubicBezTo>
                    <a:pt x="139" y="27"/>
                    <a:pt x="83" y="0"/>
                    <a:pt x="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77" name="Shape 3177"/>
        <p:cNvGrpSpPr/>
        <p:nvPr/>
      </p:nvGrpSpPr>
      <p:grpSpPr>
        <a:xfrm>
          <a:off x="0" y="0"/>
          <a:ext cx="0" cy="0"/>
          <a:chOff x="0" y="0"/>
          <a:chExt cx="0" cy="0"/>
        </a:xfrm>
      </p:grpSpPr>
      <p:sp>
        <p:nvSpPr>
          <p:cNvPr id="3178" name="Google Shape;3178;p45"/>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PHYSICAL EXAMINATION</a:t>
            </a:r>
            <a:endParaRPr/>
          </a:p>
        </p:txBody>
      </p:sp>
      <p:grpSp>
        <p:nvGrpSpPr>
          <p:cNvPr id="3179" name="Google Shape;3179;p45"/>
          <p:cNvGrpSpPr/>
          <p:nvPr/>
        </p:nvGrpSpPr>
        <p:grpSpPr>
          <a:xfrm>
            <a:off x="1466932" y="1280049"/>
            <a:ext cx="2442327" cy="3863444"/>
            <a:chOff x="1002229" y="1542724"/>
            <a:chExt cx="1801525" cy="2849778"/>
          </a:xfrm>
        </p:grpSpPr>
        <p:sp>
          <p:nvSpPr>
            <p:cNvPr id="3180" name="Google Shape;3180;p45"/>
            <p:cNvSpPr/>
            <p:nvPr/>
          </p:nvSpPr>
          <p:spPr>
            <a:xfrm>
              <a:off x="1002229" y="1542724"/>
              <a:ext cx="1801525" cy="2849778"/>
            </a:xfrm>
            <a:custGeom>
              <a:rect b="b" l="l" r="r" t="t"/>
              <a:pathLst>
                <a:path extrusionOk="0" h="112762" w="71284">
                  <a:moveTo>
                    <a:pt x="33233" y="0"/>
                  </a:moveTo>
                  <a:cubicBezTo>
                    <a:pt x="24128" y="0"/>
                    <a:pt x="22128" y="6626"/>
                    <a:pt x="21469" y="8958"/>
                  </a:cubicBezTo>
                  <a:cubicBezTo>
                    <a:pt x="20788" y="11339"/>
                    <a:pt x="22134" y="12004"/>
                    <a:pt x="22096" y="14347"/>
                  </a:cubicBezTo>
                  <a:cubicBezTo>
                    <a:pt x="22057" y="16668"/>
                    <a:pt x="19404" y="18238"/>
                    <a:pt x="19567" y="19104"/>
                  </a:cubicBezTo>
                  <a:cubicBezTo>
                    <a:pt x="19709" y="19791"/>
                    <a:pt x="21158" y="19867"/>
                    <a:pt x="21807" y="19867"/>
                  </a:cubicBezTo>
                  <a:cubicBezTo>
                    <a:pt x="21992" y="19867"/>
                    <a:pt x="22112" y="19862"/>
                    <a:pt x="22112" y="19862"/>
                  </a:cubicBezTo>
                  <a:lnTo>
                    <a:pt x="22112" y="19862"/>
                  </a:lnTo>
                  <a:cubicBezTo>
                    <a:pt x="22499" y="20706"/>
                    <a:pt x="21447" y="21333"/>
                    <a:pt x="21431" y="21850"/>
                  </a:cubicBezTo>
                  <a:cubicBezTo>
                    <a:pt x="21414" y="22368"/>
                    <a:pt x="22079" y="22717"/>
                    <a:pt x="22079" y="22717"/>
                  </a:cubicBezTo>
                  <a:cubicBezTo>
                    <a:pt x="22079" y="22717"/>
                    <a:pt x="21431" y="23011"/>
                    <a:pt x="22079" y="23768"/>
                  </a:cubicBezTo>
                  <a:cubicBezTo>
                    <a:pt x="22722" y="24542"/>
                    <a:pt x="22112" y="24711"/>
                    <a:pt x="22079" y="26073"/>
                  </a:cubicBezTo>
                  <a:cubicBezTo>
                    <a:pt x="22047" y="27196"/>
                    <a:pt x="23447" y="27430"/>
                    <a:pt x="24973" y="27430"/>
                  </a:cubicBezTo>
                  <a:cubicBezTo>
                    <a:pt x="25327" y="27430"/>
                    <a:pt x="25692" y="27419"/>
                    <a:pt x="26041" y="27403"/>
                  </a:cubicBezTo>
                  <a:cubicBezTo>
                    <a:pt x="26144" y="27397"/>
                    <a:pt x="26242" y="27397"/>
                    <a:pt x="26340" y="27397"/>
                  </a:cubicBezTo>
                  <a:cubicBezTo>
                    <a:pt x="28030" y="27397"/>
                    <a:pt x="28929" y="28171"/>
                    <a:pt x="29343" y="30024"/>
                  </a:cubicBezTo>
                  <a:cubicBezTo>
                    <a:pt x="29806" y="31975"/>
                    <a:pt x="28329" y="32787"/>
                    <a:pt x="28329" y="32787"/>
                  </a:cubicBezTo>
                  <a:cubicBezTo>
                    <a:pt x="28329" y="32787"/>
                    <a:pt x="24809" y="33620"/>
                    <a:pt x="22243" y="34890"/>
                  </a:cubicBezTo>
                  <a:cubicBezTo>
                    <a:pt x="19682" y="36187"/>
                    <a:pt x="18646" y="36824"/>
                    <a:pt x="13813" y="37789"/>
                  </a:cubicBezTo>
                  <a:cubicBezTo>
                    <a:pt x="8964" y="38742"/>
                    <a:pt x="5994" y="46049"/>
                    <a:pt x="5923" y="53612"/>
                  </a:cubicBezTo>
                  <a:cubicBezTo>
                    <a:pt x="5863" y="61170"/>
                    <a:pt x="5351" y="63034"/>
                    <a:pt x="5182" y="67295"/>
                  </a:cubicBezTo>
                  <a:cubicBezTo>
                    <a:pt x="5019" y="71572"/>
                    <a:pt x="6179" y="74357"/>
                    <a:pt x="4277" y="79027"/>
                  </a:cubicBezTo>
                  <a:cubicBezTo>
                    <a:pt x="2398" y="83707"/>
                    <a:pt x="1014" y="95183"/>
                    <a:pt x="1351" y="100179"/>
                  </a:cubicBezTo>
                  <a:cubicBezTo>
                    <a:pt x="1662" y="105198"/>
                    <a:pt x="185" y="112298"/>
                    <a:pt x="0" y="112756"/>
                  </a:cubicBezTo>
                  <a:lnTo>
                    <a:pt x="6729" y="112756"/>
                  </a:lnTo>
                  <a:cubicBezTo>
                    <a:pt x="6729" y="112756"/>
                    <a:pt x="9923" y="103460"/>
                    <a:pt x="11138" y="101155"/>
                  </a:cubicBezTo>
                  <a:cubicBezTo>
                    <a:pt x="12358" y="98834"/>
                    <a:pt x="14091" y="88045"/>
                    <a:pt x="14037" y="86018"/>
                  </a:cubicBezTo>
                  <a:cubicBezTo>
                    <a:pt x="13960" y="84007"/>
                    <a:pt x="14587" y="75207"/>
                    <a:pt x="14941" y="74264"/>
                  </a:cubicBezTo>
                  <a:cubicBezTo>
                    <a:pt x="15181" y="73637"/>
                    <a:pt x="15955" y="59476"/>
                    <a:pt x="15955" y="59476"/>
                  </a:cubicBezTo>
                  <a:cubicBezTo>
                    <a:pt x="15955" y="59476"/>
                    <a:pt x="18554" y="72112"/>
                    <a:pt x="18592" y="77239"/>
                  </a:cubicBezTo>
                  <a:cubicBezTo>
                    <a:pt x="18608" y="82367"/>
                    <a:pt x="18298" y="86628"/>
                    <a:pt x="18074" y="89434"/>
                  </a:cubicBezTo>
                  <a:cubicBezTo>
                    <a:pt x="17851" y="92219"/>
                    <a:pt x="17006" y="96698"/>
                    <a:pt x="16914" y="98970"/>
                  </a:cubicBezTo>
                  <a:cubicBezTo>
                    <a:pt x="16821" y="101253"/>
                    <a:pt x="14609" y="105198"/>
                    <a:pt x="15693" y="112761"/>
                  </a:cubicBezTo>
                  <a:lnTo>
                    <a:pt x="55569" y="112761"/>
                  </a:lnTo>
                  <a:cubicBezTo>
                    <a:pt x="56659" y="105203"/>
                    <a:pt x="54446" y="101253"/>
                    <a:pt x="54354" y="98970"/>
                  </a:cubicBezTo>
                  <a:cubicBezTo>
                    <a:pt x="54261" y="96698"/>
                    <a:pt x="53433" y="92219"/>
                    <a:pt x="53193" y="89434"/>
                  </a:cubicBezTo>
                  <a:cubicBezTo>
                    <a:pt x="52970" y="86628"/>
                    <a:pt x="52654" y="82367"/>
                    <a:pt x="52692" y="77239"/>
                  </a:cubicBezTo>
                  <a:cubicBezTo>
                    <a:pt x="52713" y="72112"/>
                    <a:pt x="55313" y="59481"/>
                    <a:pt x="55313" y="59481"/>
                  </a:cubicBezTo>
                  <a:cubicBezTo>
                    <a:pt x="55313" y="59481"/>
                    <a:pt x="56086" y="73648"/>
                    <a:pt x="56326" y="74270"/>
                  </a:cubicBezTo>
                  <a:cubicBezTo>
                    <a:pt x="56675" y="75212"/>
                    <a:pt x="57301" y="84012"/>
                    <a:pt x="57231" y="86018"/>
                  </a:cubicBezTo>
                  <a:cubicBezTo>
                    <a:pt x="57176" y="88045"/>
                    <a:pt x="58909" y="98839"/>
                    <a:pt x="60124" y="101160"/>
                  </a:cubicBezTo>
                  <a:cubicBezTo>
                    <a:pt x="61345" y="103465"/>
                    <a:pt x="64554" y="112761"/>
                    <a:pt x="64554" y="112761"/>
                  </a:cubicBezTo>
                  <a:lnTo>
                    <a:pt x="71284" y="112761"/>
                  </a:lnTo>
                  <a:cubicBezTo>
                    <a:pt x="71082" y="112298"/>
                    <a:pt x="69605" y="105203"/>
                    <a:pt x="69938" y="100185"/>
                  </a:cubicBezTo>
                  <a:cubicBezTo>
                    <a:pt x="70248" y="95183"/>
                    <a:pt x="68870" y="83713"/>
                    <a:pt x="66984" y="79027"/>
                  </a:cubicBezTo>
                  <a:cubicBezTo>
                    <a:pt x="65088" y="74362"/>
                    <a:pt x="66249" y="71578"/>
                    <a:pt x="66085" y="67300"/>
                  </a:cubicBezTo>
                  <a:cubicBezTo>
                    <a:pt x="65916" y="63039"/>
                    <a:pt x="65638" y="59683"/>
                    <a:pt x="65568" y="52119"/>
                  </a:cubicBezTo>
                  <a:cubicBezTo>
                    <a:pt x="65513" y="44534"/>
                    <a:pt x="62336" y="37696"/>
                    <a:pt x="57487" y="36715"/>
                  </a:cubicBezTo>
                  <a:cubicBezTo>
                    <a:pt x="52654" y="35762"/>
                    <a:pt x="52049" y="34541"/>
                    <a:pt x="49482" y="33266"/>
                  </a:cubicBezTo>
                  <a:cubicBezTo>
                    <a:pt x="47842" y="32432"/>
                    <a:pt x="46262" y="31490"/>
                    <a:pt x="44742" y="30449"/>
                  </a:cubicBezTo>
                  <a:cubicBezTo>
                    <a:pt x="42251" y="29670"/>
                    <a:pt x="43156" y="27032"/>
                    <a:pt x="43156" y="24139"/>
                  </a:cubicBezTo>
                  <a:cubicBezTo>
                    <a:pt x="43156" y="21262"/>
                    <a:pt x="47363" y="19622"/>
                    <a:pt x="47858" y="12762"/>
                  </a:cubicBezTo>
                  <a:cubicBezTo>
                    <a:pt x="48360" y="5879"/>
                    <a:pt x="43712" y="365"/>
                    <a:pt x="33974" y="16"/>
                  </a:cubicBezTo>
                  <a:cubicBezTo>
                    <a:pt x="33718" y="5"/>
                    <a:pt x="33473" y="0"/>
                    <a:pt x="332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5"/>
            <p:cNvSpPr/>
            <p:nvPr/>
          </p:nvSpPr>
          <p:spPr>
            <a:xfrm>
              <a:off x="1586934" y="1597666"/>
              <a:ext cx="592312" cy="519173"/>
            </a:xfrm>
            <a:custGeom>
              <a:rect b="b" l="l" r="r" t="t"/>
              <a:pathLst>
                <a:path extrusionOk="0" h="20543" w="23437">
                  <a:moveTo>
                    <a:pt x="11144" y="0"/>
                  </a:moveTo>
                  <a:cubicBezTo>
                    <a:pt x="4392" y="0"/>
                    <a:pt x="605" y="2681"/>
                    <a:pt x="306" y="6621"/>
                  </a:cubicBezTo>
                  <a:cubicBezTo>
                    <a:pt x="0" y="10620"/>
                    <a:pt x="1815" y="11912"/>
                    <a:pt x="4376" y="11912"/>
                  </a:cubicBezTo>
                  <a:cubicBezTo>
                    <a:pt x="4621" y="11912"/>
                    <a:pt x="4877" y="11901"/>
                    <a:pt x="5139" y="11873"/>
                  </a:cubicBezTo>
                  <a:cubicBezTo>
                    <a:pt x="5139" y="11873"/>
                    <a:pt x="5362" y="11857"/>
                    <a:pt x="5656" y="11857"/>
                  </a:cubicBezTo>
                  <a:cubicBezTo>
                    <a:pt x="6234" y="11857"/>
                    <a:pt x="7073" y="11928"/>
                    <a:pt x="7073" y="12298"/>
                  </a:cubicBezTo>
                  <a:cubicBezTo>
                    <a:pt x="7073" y="12854"/>
                    <a:pt x="6888" y="14364"/>
                    <a:pt x="8125" y="14402"/>
                  </a:cubicBezTo>
                  <a:cubicBezTo>
                    <a:pt x="8539" y="14418"/>
                    <a:pt x="8926" y="14429"/>
                    <a:pt x="9258" y="14429"/>
                  </a:cubicBezTo>
                  <a:cubicBezTo>
                    <a:pt x="9923" y="14429"/>
                    <a:pt x="10375" y="14402"/>
                    <a:pt x="10375" y="14402"/>
                  </a:cubicBezTo>
                  <a:cubicBezTo>
                    <a:pt x="10375" y="14402"/>
                    <a:pt x="10724" y="16096"/>
                    <a:pt x="11465" y="16451"/>
                  </a:cubicBezTo>
                  <a:cubicBezTo>
                    <a:pt x="12201" y="16821"/>
                    <a:pt x="11906" y="17480"/>
                    <a:pt x="12130" y="17867"/>
                  </a:cubicBezTo>
                  <a:cubicBezTo>
                    <a:pt x="12348" y="18238"/>
                    <a:pt x="13236" y="18663"/>
                    <a:pt x="13585" y="19230"/>
                  </a:cubicBezTo>
                  <a:cubicBezTo>
                    <a:pt x="13939" y="19785"/>
                    <a:pt x="14086" y="20521"/>
                    <a:pt x="14674" y="20543"/>
                  </a:cubicBezTo>
                  <a:lnTo>
                    <a:pt x="14707" y="20543"/>
                  </a:lnTo>
                  <a:cubicBezTo>
                    <a:pt x="15301" y="20543"/>
                    <a:pt x="15759" y="20047"/>
                    <a:pt x="15377" y="19268"/>
                  </a:cubicBezTo>
                  <a:cubicBezTo>
                    <a:pt x="14969" y="18456"/>
                    <a:pt x="14582" y="17737"/>
                    <a:pt x="14843" y="17666"/>
                  </a:cubicBezTo>
                  <a:cubicBezTo>
                    <a:pt x="14854" y="17660"/>
                    <a:pt x="14860" y="17660"/>
                    <a:pt x="14871" y="17666"/>
                  </a:cubicBezTo>
                  <a:cubicBezTo>
                    <a:pt x="15099" y="17666"/>
                    <a:pt x="16009" y="17971"/>
                    <a:pt x="16985" y="17971"/>
                  </a:cubicBezTo>
                  <a:cubicBezTo>
                    <a:pt x="17562" y="17971"/>
                    <a:pt x="18162" y="17862"/>
                    <a:pt x="18663" y="17519"/>
                  </a:cubicBezTo>
                  <a:cubicBezTo>
                    <a:pt x="20064" y="16560"/>
                    <a:pt x="21998" y="15361"/>
                    <a:pt x="21077" y="12576"/>
                  </a:cubicBezTo>
                  <a:lnTo>
                    <a:pt x="21132" y="12576"/>
                  </a:lnTo>
                  <a:cubicBezTo>
                    <a:pt x="21437" y="12576"/>
                    <a:pt x="22984" y="12457"/>
                    <a:pt x="23197" y="10048"/>
                  </a:cubicBezTo>
                  <a:cubicBezTo>
                    <a:pt x="23436" y="7373"/>
                    <a:pt x="21851" y="807"/>
                    <a:pt x="13568" y="104"/>
                  </a:cubicBezTo>
                  <a:cubicBezTo>
                    <a:pt x="12724" y="33"/>
                    <a:pt x="11912" y="0"/>
                    <a:pt x="111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5"/>
            <p:cNvSpPr/>
            <p:nvPr/>
          </p:nvSpPr>
          <p:spPr>
            <a:xfrm>
              <a:off x="1915375" y="2556935"/>
              <a:ext cx="398547" cy="598251"/>
            </a:xfrm>
            <a:custGeom>
              <a:rect b="b" l="l" r="r" t="t"/>
              <a:pathLst>
                <a:path extrusionOk="0" h="23672" w="15770">
                  <a:moveTo>
                    <a:pt x="4833" y="6"/>
                  </a:moveTo>
                  <a:cubicBezTo>
                    <a:pt x="4131" y="6"/>
                    <a:pt x="2730" y="235"/>
                    <a:pt x="2267" y="1968"/>
                  </a:cubicBezTo>
                  <a:cubicBezTo>
                    <a:pt x="1657" y="4311"/>
                    <a:pt x="126" y="7226"/>
                    <a:pt x="905" y="10583"/>
                  </a:cubicBezTo>
                  <a:cubicBezTo>
                    <a:pt x="1662" y="13939"/>
                    <a:pt x="0" y="16871"/>
                    <a:pt x="1733" y="18718"/>
                  </a:cubicBezTo>
                  <a:cubicBezTo>
                    <a:pt x="3411" y="20516"/>
                    <a:pt x="7405" y="23671"/>
                    <a:pt x="11312" y="23671"/>
                  </a:cubicBezTo>
                  <a:cubicBezTo>
                    <a:pt x="11454" y="23671"/>
                    <a:pt x="11590" y="23666"/>
                    <a:pt x="11732" y="23660"/>
                  </a:cubicBezTo>
                  <a:cubicBezTo>
                    <a:pt x="15770" y="23420"/>
                    <a:pt x="15677" y="19879"/>
                    <a:pt x="14990" y="18533"/>
                  </a:cubicBezTo>
                  <a:cubicBezTo>
                    <a:pt x="14331" y="17187"/>
                    <a:pt x="12800" y="14310"/>
                    <a:pt x="12669" y="12631"/>
                  </a:cubicBezTo>
                  <a:cubicBezTo>
                    <a:pt x="12538" y="10970"/>
                    <a:pt x="10588" y="1733"/>
                    <a:pt x="5253" y="33"/>
                  </a:cubicBezTo>
                  <a:cubicBezTo>
                    <a:pt x="5117" y="12"/>
                    <a:pt x="4975" y="1"/>
                    <a:pt x="4833" y="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5"/>
            <p:cNvSpPr/>
            <p:nvPr/>
          </p:nvSpPr>
          <p:spPr>
            <a:xfrm>
              <a:off x="1457614" y="2541114"/>
              <a:ext cx="398977" cy="598225"/>
            </a:xfrm>
            <a:custGeom>
              <a:rect b="b" l="l" r="r" t="t"/>
              <a:pathLst>
                <a:path extrusionOk="0" h="23671" w="15787">
                  <a:moveTo>
                    <a:pt x="10970" y="0"/>
                  </a:moveTo>
                  <a:cubicBezTo>
                    <a:pt x="10822" y="0"/>
                    <a:pt x="10675" y="11"/>
                    <a:pt x="10534" y="33"/>
                  </a:cubicBezTo>
                  <a:cubicBezTo>
                    <a:pt x="5183" y="1733"/>
                    <a:pt x="3243" y="10953"/>
                    <a:pt x="3118" y="12631"/>
                  </a:cubicBezTo>
                  <a:cubicBezTo>
                    <a:pt x="2987" y="14293"/>
                    <a:pt x="1456" y="17186"/>
                    <a:pt x="775" y="18532"/>
                  </a:cubicBezTo>
                  <a:cubicBezTo>
                    <a:pt x="110" y="19862"/>
                    <a:pt x="1" y="23420"/>
                    <a:pt x="4038" y="23660"/>
                  </a:cubicBezTo>
                  <a:cubicBezTo>
                    <a:pt x="4175" y="23665"/>
                    <a:pt x="4316" y="23670"/>
                    <a:pt x="4458" y="23670"/>
                  </a:cubicBezTo>
                  <a:cubicBezTo>
                    <a:pt x="8370" y="23670"/>
                    <a:pt x="12381" y="20515"/>
                    <a:pt x="14054" y="18717"/>
                  </a:cubicBezTo>
                  <a:cubicBezTo>
                    <a:pt x="15786" y="16854"/>
                    <a:pt x="14108" y="13922"/>
                    <a:pt x="14882" y="10582"/>
                  </a:cubicBezTo>
                  <a:cubicBezTo>
                    <a:pt x="15661" y="7225"/>
                    <a:pt x="14130" y="4310"/>
                    <a:pt x="13498" y="1951"/>
                  </a:cubicBezTo>
                  <a:cubicBezTo>
                    <a:pt x="13046" y="234"/>
                    <a:pt x="11683" y="0"/>
                    <a:pt x="109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5"/>
            <p:cNvSpPr/>
            <p:nvPr/>
          </p:nvSpPr>
          <p:spPr>
            <a:xfrm>
              <a:off x="1836045" y="2217070"/>
              <a:ext cx="115698" cy="519198"/>
            </a:xfrm>
            <a:custGeom>
              <a:rect b="b" l="l" r="r" t="t"/>
              <a:pathLst>
                <a:path extrusionOk="0" h="20544" w="4578">
                  <a:moveTo>
                    <a:pt x="3210" y="1"/>
                  </a:moveTo>
                  <a:cubicBezTo>
                    <a:pt x="3210" y="1"/>
                    <a:pt x="2104" y="611"/>
                    <a:pt x="774" y="682"/>
                  </a:cubicBezTo>
                  <a:cubicBezTo>
                    <a:pt x="774" y="682"/>
                    <a:pt x="1663" y="9700"/>
                    <a:pt x="1237" y="13225"/>
                  </a:cubicBezTo>
                  <a:cubicBezTo>
                    <a:pt x="796" y="16767"/>
                    <a:pt x="1" y="18053"/>
                    <a:pt x="1" y="18053"/>
                  </a:cubicBezTo>
                  <a:cubicBezTo>
                    <a:pt x="17" y="18385"/>
                    <a:pt x="142" y="18484"/>
                    <a:pt x="289" y="18484"/>
                  </a:cubicBezTo>
                  <a:cubicBezTo>
                    <a:pt x="507" y="18484"/>
                    <a:pt x="774" y="18255"/>
                    <a:pt x="774" y="18255"/>
                  </a:cubicBezTo>
                  <a:lnTo>
                    <a:pt x="1368" y="17132"/>
                  </a:lnTo>
                  <a:cubicBezTo>
                    <a:pt x="1417" y="17132"/>
                    <a:pt x="1461" y="17127"/>
                    <a:pt x="1504" y="17127"/>
                  </a:cubicBezTo>
                  <a:cubicBezTo>
                    <a:pt x="2349" y="17127"/>
                    <a:pt x="2382" y="17612"/>
                    <a:pt x="2382" y="17612"/>
                  </a:cubicBezTo>
                  <a:lnTo>
                    <a:pt x="2197" y="18091"/>
                  </a:lnTo>
                  <a:lnTo>
                    <a:pt x="3946" y="20543"/>
                  </a:lnTo>
                  <a:lnTo>
                    <a:pt x="4578" y="18048"/>
                  </a:lnTo>
                  <a:cubicBezTo>
                    <a:pt x="4578" y="18048"/>
                    <a:pt x="2970" y="16375"/>
                    <a:pt x="3248" y="11874"/>
                  </a:cubicBezTo>
                  <a:cubicBezTo>
                    <a:pt x="3542" y="7395"/>
                    <a:pt x="3210" y="1"/>
                    <a:pt x="32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5"/>
            <p:cNvSpPr/>
            <p:nvPr/>
          </p:nvSpPr>
          <p:spPr>
            <a:xfrm>
              <a:off x="1625348" y="3061652"/>
              <a:ext cx="645055" cy="415076"/>
            </a:xfrm>
            <a:custGeom>
              <a:rect b="b" l="l" r="r" t="t"/>
              <a:pathLst>
                <a:path extrusionOk="0" h="16424" w="25524">
                  <a:moveTo>
                    <a:pt x="18331" y="0"/>
                  </a:moveTo>
                  <a:cubicBezTo>
                    <a:pt x="15552" y="0"/>
                    <a:pt x="12511" y="1003"/>
                    <a:pt x="10975" y="1493"/>
                  </a:cubicBezTo>
                  <a:cubicBezTo>
                    <a:pt x="9411" y="1989"/>
                    <a:pt x="6736" y="1826"/>
                    <a:pt x="3989" y="2065"/>
                  </a:cubicBezTo>
                  <a:cubicBezTo>
                    <a:pt x="1238" y="2305"/>
                    <a:pt x="1" y="4060"/>
                    <a:pt x="633" y="4812"/>
                  </a:cubicBezTo>
                  <a:cubicBezTo>
                    <a:pt x="1259" y="5553"/>
                    <a:pt x="4098" y="4648"/>
                    <a:pt x="5482" y="6310"/>
                  </a:cubicBezTo>
                  <a:cubicBezTo>
                    <a:pt x="6883" y="7967"/>
                    <a:pt x="8746" y="8871"/>
                    <a:pt x="9814" y="9389"/>
                  </a:cubicBezTo>
                  <a:cubicBezTo>
                    <a:pt x="10147" y="9536"/>
                    <a:pt x="10702" y="9776"/>
                    <a:pt x="11329" y="10086"/>
                  </a:cubicBezTo>
                  <a:cubicBezTo>
                    <a:pt x="11694" y="10255"/>
                    <a:pt x="12081" y="10440"/>
                    <a:pt x="12490" y="10642"/>
                  </a:cubicBezTo>
                  <a:cubicBezTo>
                    <a:pt x="13579" y="11231"/>
                    <a:pt x="14702" y="11917"/>
                    <a:pt x="15290" y="12598"/>
                  </a:cubicBezTo>
                  <a:cubicBezTo>
                    <a:pt x="16435" y="13982"/>
                    <a:pt x="20402" y="15677"/>
                    <a:pt x="21933" y="16249"/>
                  </a:cubicBezTo>
                  <a:cubicBezTo>
                    <a:pt x="22200" y="16358"/>
                    <a:pt x="22489" y="16418"/>
                    <a:pt x="22783" y="16423"/>
                  </a:cubicBezTo>
                  <a:cubicBezTo>
                    <a:pt x="23824" y="16423"/>
                    <a:pt x="24527" y="15519"/>
                    <a:pt x="24810" y="13944"/>
                  </a:cubicBezTo>
                  <a:cubicBezTo>
                    <a:pt x="25175" y="11966"/>
                    <a:pt x="25050" y="8392"/>
                    <a:pt x="25284" y="5106"/>
                  </a:cubicBezTo>
                  <a:cubicBezTo>
                    <a:pt x="25524" y="1809"/>
                    <a:pt x="22739" y="387"/>
                    <a:pt x="22739" y="387"/>
                  </a:cubicBezTo>
                  <a:cubicBezTo>
                    <a:pt x="22739" y="387"/>
                    <a:pt x="21230" y="38"/>
                    <a:pt x="184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5"/>
            <p:cNvSpPr/>
            <p:nvPr/>
          </p:nvSpPr>
          <p:spPr>
            <a:xfrm>
              <a:off x="1523727" y="3044441"/>
              <a:ext cx="358465" cy="579776"/>
            </a:xfrm>
            <a:custGeom>
              <a:rect b="b" l="l" r="r" t="t"/>
              <a:pathLst>
                <a:path extrusionOk="0" h="22941" w="14184">
                  <a:moveTo>
                    <a:pt x="10163" y="0"/>
                  </a:moveTo>
                  <a:lnTo>
                    <a:pt x="8190" y="1493"/>
                  </a:lnTo>
                  <a:cubicBezTo>
                    <a:pt x="7302" y="1199"/>
                    <a:pt x="6528" y="1074"/>
                    <a:pt x="5842" y="1074"/>
                  </a:cubicBezTo>
                  <a:cubicBezTo>
                    <a:pt x="4016" y="1074"/>
                    <a:pt x="2790" y="1984"/>
                    <a:pt x="1624" y="3133"/>
                  </a:cubicBezTo>
                  <a:cubicBezTo>
                    <a:pt x="0" y="4719"/>
                    <a:pt x="60" y="9569"/>
                    <a:pt x="2049" y="12260"/>
                  </a:cubicBezTo>
                  <a:cubicBezTo>
                    <a:pt x="4038" y="14952"/>
                    <a:pt x="8354" y="15748"/>
                    <a:pt x="10310" y="16118"/>
                  </a:cubicBezTo>
                  <a:cubicBezTo>
                    <a:pt x="12288" y="16483"/>
                    <a:pt x="11803" y="17442"/>
                    <a:pt x="11770" y="18238"/>
                  </a:cubicBezTo>
                  <a:cubicBezTo>
                    <a:pt x="11710" y="19028"/>
                    <a:pt x="8724" y="21131"/>
                    <a:pt x="8833" y="22074"/>
                  </a:cubicBezTo>
                  <a:cubicBezTo>
                    <a:pt x="8915" y="22886"/>
                    <a:pt x="9999" y="22940"/>
                    <a:pt x="10293" y="22940"/>
                  </a:cubicBezTo>
                  <a:lnTo>
                    <a:pt x="10364" y="22940"/>
                  </a:lnTo>
                  <a:cubicBezTo>
                    <a:pt x="10364" y="22940"/>
                    <a:pt x="10773" y="21889"/>
                    <a:pt x="11863" y="20695"/>
                  </a:cubicBezTo>
                  <a:cubicBezTo>
                    <a:pt x="12953" y="19475"/>
                    <a:pt x="14108" y="18630"/>
                    <a:pt x="14021" y="16837"/>
                  </a:cubicBezTo>
                  <a:cubicBezTo>
                    <a:pt x="13928" y="15067"/>
                    <a:pt x="12468" y="14533"/>
                    <a:pt x="12468" y="14533"/>
                  </a:cubicBezTo>
                  <a:cubicBezTo>
                    <a:pt x="12468" y="14533"/>
                    <a:pt x="14184" y="13922"/>
                    <a:pt x="13388" y="11786"/>
                  </a:cubicBezTo>
                  <a:cubicBezTo>
                    <a:pt x="12598" y="9645"/>
                    <a:pt x="8691" y="10958"/>
                    <a:pt x="8724" y="8893"/>
                  </a:cubicBezTo>
                  <a:cubicBezTo>
                    <a:pt x="8779" y="6844"/>
                    <a:pt x="7934" y="5329"/>
                    <a:pt x="9165" y="3744"/>
                  </a:cubicBezTo>
                  <a:cubicBezTo>
                    <a:pt x="10386" y="2180"/>
                    <a:pt x="11291" y="202"/>
                    <a:pt x="11291" y="20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87" name="Google Shape;3187;p45"/>
            <p:cNvGrpSpPr/>
            <p:nvPr/>
          </p:nvGrpSpPr>
          <p:grpSpPr>
            <a:xfrm>
              <a:off x="1675337" y="3316550"/>
              <a:ext cx="437113" cy="383257"/>
              <a:chOff x="1675337" y="3316550"/>
              <a:chExt cx="437113" cy="383257"/>
            </a:xfrm>
          </p:grpSpPr>
          <p:sp>
            <p:nvSpPr>
              <p:cNvPr id="3188" name="Google Shape;3188;p45"/>
              <p:cNvSpPr/>
              <p:nvPr/>
            </p:nvSpPr>
            <p:spPr>
              <a:xfrm>
                <a:off x="1948836" y="3389941"/>
                <a:ext cx="163614" cy="233998"/>
              </a:xfrm>
              <a:custGeom>
                <a:rect b="b" l="l" r="r" t="t"/>
                <a:pathLst>
                  <a:path extrusionOk="0" h="9259" w="6474">
                    <a:moveTo>
                      <a:pt x="3286" y="1"/>
                    </a:moveTo>
                    <a:cubicBezTo>
                      <a:pt x="2316" y="1"/>
                      <a:pt x="1052" y="273"/>
                      <a:pt x="594" y="1505"/>
                    </a:cubicBezTo>
                    <a:cubicBezTo>
                      <a:pt x="0" y="3096"/>
                      <a:pt x="1717" y="3940"/>
                      <a:pt x="1717" y="3940"/>
                    </a:cubicBezTo>
                    <a:cubicBezTo>
                      <a:pt x="1493" y="4496"/>
                      <a:pt x="1771" y="4845"/>
                      <a:pt x="1771" y="4845"/>
                    </a:cubicBezTo>
                    <a:cubicBezTo>
                      <a:pt x="1477" y="5401"/>
                      <a:pt x="1717" y="5673"/>
                      <a:pt x="1717" y="5673"/>
                    </a:cubicBezTo>
                    <a:cubicBezTo>
                      <a:pt x="1205" y="6109"/>
                      <a:pt x="916" y="6752"/>
                      <a:pt x="921" y="7428"/>
                    </a:cubicBezTo>
                    <a:cubicBezTo>
                      <a:pt x="921" y="8338"/>
                      <a:pt x="2049" y="9258"/>
                      <a:pt x="3428" y="9258"/>
                    </a:cubicBezTo>
                    <a:cubicBezTo>
                      <a:pt x="3836" y="9258"/>
                      <a:pt x="4234" y="9182"/>
                      <a:pt x="4610" y="9030"/>
                    </a:cubicBezTo>
                    <a:cubicBezTo>
                      <a:pt x="6474" y="8294"/>
                      <a:pt x="6179" y="6360"/>
                      <a:pt x="6141" y="3444"/>
                    </a:cubicBezTo>
                    <a:cubicBezTo>
                      <a:pt x="6109" y="513"/>
                      <a:pt x="4022" y="55"/>
                      <a:pt x="4022" y="55"/>
                    </a:cubicBezTo>
                    <a:cubicBezTo>
                      <a:pt x="3776" y="17"/>
                      <a:pt x="3531" y="1"/>
                      <a:pt x="32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5"/>
              <p:cNvSpPr/>
              <p:nvPr/>
            </p:nvSpPr>
            <p:spPr>
              <a:xfrm>
                <a:off x="1675337" y="3384988"/>
                <a:ext cx="163639" cy="234124"/>
              </a:xfrm>
              <a:custGeom>
                <a:rect b="b" l="l" r="r" t="t"/>
                <a:pathLst>
                  <a:path extrusionOk="0" h="9264" w="6475">
                    <a:moveTo>
                      <a:pt x="3139" y="0"/>
                    </a:moveTo>
                    <a:cubicBezTo>
                      <a:pt x="2910" y="0"/>
                      <a:pt x="2676" y="17"/>
                      <a:pt x="2453" y="44"/>
                    </a:cubicBezTo>
                    <a:cubicBezTo>
                      <a:pt x="2453" y="44"/>
                      <a:pt x="366" y="502"/>
                      <a:pt x="328" y="3433"/>
                    </a:cubicBezTo>
                    <a:cubicBezTo>
                      <a:pt x="295" y="6370"/>
                      <a:pt x="1" y="8305"/>
                      <a:pt x="1859" y="9046"/>
                    </a:cubicBezTo>
                    <a:cubicBezTo>
                      <a:pt x="2229" y="9187"/>
                      <a:pt x="2627" y="9264"/>
                      <a:pt x="3025" y="9264"/>
                    </a:cubicBezTo>
                    <a:cubicBezTo>
                      <a:pt x="4414" y="9264"/>
                      <a:pt x="5548" y="8337"/>
                      <a:pt x="5548" y="7422"/>
                    </a:cubicBezTo>
                    <a:cubicBezTo>
                      <a:pt x="5559" y="6752"/>
                      <a:pt x="5270" y="6109"/>
                      <a:pt x="4758" y="5673"/>
                    </a:cubicBezTo>
                    <a:cubicBezTo>
                      <a:pt x="4758" y="5673"/>
                      <a:pt x="4997" y="5411"/>
                      <a:pt x="4703" y="4861"/>
                    </a:cubicBezTo>
                    <a:cubicBezTo>
                      <a:pt x="4703" y="4861"/>
                      <a:pt x="4976" y="4507"/>
                      <a:pt x="4758" y="3940"/>
                    </a:cubicBezTo>
                    <a:cubicBezTo>
                      <a:pt x="4758" y="3940"/>
                      <a:pt x="6474" y="3106"/>
                      <a:pt x="5880" y="1521"/>
                    </a:cubicBezTo>
                    <a:cubicBezTo>
                      <a:pt x="5417" y="262"/>
                      <a:pt x="4115" y="0"/>
                      <a:pt x="31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5"/>
              <p:cNvSpPr/>
              <p:nvPr/>
            </p:nvSpPr>
            <p:spPr>
              <a:xfrm>
                <a:off x="1794193" y="3316550"/>
                <a:ext cx="199552" cy="383257"/>
              </a:xfrm>
              <a:custGeom>
                <a:rect b="b" l="l" r="r" t="t"/>
                <a:pathLst>
                  <a:path extrusionOk="0" h="15165" w="7896">
                    <a:moveTo>
                      <a:pt x="4648" y="0"/>
                    </a:moveTo>
                    <a:lnTo>
                      <a:pt x="4648" y="4191"/>
                    </a:lnTo>
                    <a:cubicBezTo>
                      <a:pt x="4648" y="4191"/>
                      <a:pt x="1733" y="6812"/>
                      <a:pt x="125" y="6959"/>
                    </a:cubicBezTo>
                    <a:lnTo>
                      <a:pt x="0" y="7563"/>
                    </a:lnTo>
                    <a:cubicBezTo>
                      <a:pt x="0" y="7563"/>
                      <a:pt x="2839" y="6719"/>
                      <a:pt x="4239" y="5558"/>
                    </a:cubicBezTo>
                    <a:lnTo>
                      <a:pt x="4239" y="5558"/>
                    </a:lnTo>
                    <a:cubicBezTo>
                      <a:pt x="4054" y="5722"/>
                      <a:pt x="1139" y="8283"/>
                      <a:pt x="55" y="8375"/>
                    </a:cubicBezTo>
                    <a:lnTo>
                      <a:pt x="550" y="8969"/>
                    </a:lnTo>
                    <a:cubicBezTo>
                      <a:pt x="550" y="8969"/>
                      <a:pt x="4169" y="7068"/>
                      <a:pt x="4299" y="6294"/>
                    </a:cubicBezTo>
                    <a:lnTo>
                      <a:pt x="4299" y="15165"/>
                    </a:lnTo>
                    <a:lnTo>
                      <a:pt x="5754" y="15165"/>
                    </a:lnTo>
                    <a:lnTo>
                      <a:pt x="5754" y="8081"/>
                    </a:lnTo>
                    <a:cubicBezTo>
                      <a:pt x="6283" y="8931"/>
                      <a:pt x="7187" y="8986"/>
                      <a:pt x="7416" y="8986"/>
                    </a:cubicBezTo>
                    <a:lnTo>
                      <a:pt x="7471" y="8986"/>
                    </a:lnTo>
                    <a:lnTo>
                      <a:pt x="7841" y="8577"/>
                    </a:lnTo>
                    <a:cubicBezTo>
                      <a:pt x="6713" y="8468"/>
                      <a:pt x="6217" y="7340"/>
                      <a:pt x="6217" y="7340"/>
                    </a:cubicBezTo>
                    <a:lnTo>
                      <a:pt x="6217" y="7340"/>
                    </a:lnTo>
                    <a:cubicBezTo>
                      <a:pt x="6768" y="7705"/>
                      <a:pt x="7405" y="7754"/>
                      <a:pt x="7716" y="7754"/>
                    </a:cubicBezTo>
                    <a:cubicBezTo>
                      <a:pt x="7825" y="7754"/>
                      <a:pt x="7896" y="7749"/>
                      <a:pt x="7896" y="7749"/>
                    </a:cubicBezTo>
                    <a:lnTo>
                      <a:pt x="7765" y="7155"/>
                    </a:lnTo>
                    <a:cubicBezTo>
                      <a:pt x="7667" y="7166"/>
                      <a:pt x="7569" y="7171"/>
                      <a:pt x="7471" y="7171"/>
                    </a:cubicBezTo>
                    <a:cubicBezTo>
                      <a:pt x="6081" y="7171"/>
                      <a:pt x="5792" y="5978"/>
                      <a:pt x="5792" y="5978"/>
                    </a:cubicBezTo>
                    <a:lnTo>
                      <a:pt x="5792" y="556"/>
                    </a:lnTo>
                    <a:cubicBezTo>
                      <a:pt x="5400" y="354"/>
                      <a:pt x="5013" y="175"/>
                      <a:pt x="46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1" name="Google Shape;3191;p45"/>
            <p:cNvSpPr/>
            <p:nvPr/>
          </p:nvSpPr>
          <p:spPr>
            <a:xfrm>
              <a:off x="1512152" y="3450115"/>
              <a:ext cx="732650" cy="863056"/>
            </a:xfrm>
            <a:custGeom>
              <a:rect b="b" l="l" r="r" t="t"/>
              <a:pathLst>
                <a:path extrusionOk="0" h="34150" w="28990">
                  <a:moveTo>
                    <a:pt x="2235" y="1"/>
                  </a:moveTo>
                  <a:cubicBezTo>
                    <a:pt x="1968" y="6"/>
                    <a:pt x="1695" y="44"/>
                    <a:pt x="1439" y="121"/>
                  </a:cubicBezTo>
                  <a:cubicBezTo>
                    <a:pt x="1" y="508"/>
                    <a:pt x="1014" y="2061"/>
                    <a:pt x="1090" y="2796"/>
                  </a:cubicBezTo>
                  <a:cubicBezTo>
                    <a:pt x="1145" y="3515"/>
                    <a:pt x="1586" y="4698"/>
                    <a:pt x="1586" y="4698"/>
                  </a:cubicBezTo>
                  <a:cubicBezTo>
                    <a:pt x="1363" y="5657"/>
                    <a:pt x="2305" y="6981"/>
                    <a:pt x="2305" y="6981"/>
                  </a:cubicBezTo>
                  <a:cubicBezTo>
                    <a:pt x="1842" y="8180"/>
                    <a:pt x="2398" y="8736"/>
                    <a:pt x="2398" y="8736"/>
                  </a:cubicBezTo>
                  <a:cubicBezTo>
                    <a:pt x="1919" y="9509"/>
                    <a:pt x="2414" y="10915"/>
                    <a:pt x="2414" y="10915"/>
                  </a:cubicBezTo>
                  <a:cubicBezTo>
                    <a:pt x="1510" y="12686"/>
                    <a:pt x="2289" y="13830"/>
                    <a:pt x="2289" y="13830"/>
                  </a:cubicBezTo>
                  <a:cubicBezTo>
                    <a:pt x="1641" y="14713"/>
                    <a:pt x="1973" y="16282"/>
                    <a:pt x="1973" y="16282"/>
                  </a:cubicBezTo>
                  <a:cubicBezTo>
                    <a:pt x="938" y="17917"/>
                    <a:pt x="1826" y="19781"/>
                    <a:pt x="1826" y="19781"/>
                  </a:cubicBezTo>
                  <a:cubicBezTo>
                    <a:pt x="1494" y="21077"/>
                    <a:pt x="1733" y="22380"/>
                    <a:pt x="1733" y="22380"/>
                  </a:cubicBezTo>
                  <a:cubicBezTo>
                    <a:pt x="1401" y="24298"/>
                    <a:pt x="2213" y="24963"/>
                    <a:pt x="2213" y="24963"/>
                  </a:cubicBezTo>
                  <a:cubicBezTo>
                    <a:pt x="2360" y="27584"/>
                    <a:pt x="4937" y="27954"/>
                    <a:pt x="4937" y="27954"/>
                  </a:cubicBezTo>
                  <a:cubicBezTo>
                    <a:pt x="5395" y="28880"/>
                    <a:pt x="6125" y="29158"/>
                    <a:pt x="6839" y="29158"/>
                  </a:cubicBezTo>
                  <a:cubicBezTo>
                    <a:pt x="7907" y="29158"/>
                    <a:pt x="8942" y="28526"/>
                    <a:pt x="8942" y="28526"/>
                  </a:cubicBezTo>
                  <a:cubicBezTo>
                    <a:pt x="9286" y="28641"/>
                    <a:pt x="9645" y="28706"/>
                    <a:pt x="10010" y="28717"/>
                  </a:cubicBezTo>
                  <a:cubicBezTo>
                    <a:pt x="10893" y="28717"/>
                    <a:pt x="11138" y="28177"/>
                    <a:pt x="11710" y="27954"/>
                  </a:cubicBezTo>
                  <a:cubicBezTo>
                    <a:pt x="11923" y="27861"/>
                    <a:pt x="12152" y="27812"/>
                    <a:pt x="12386" y="27801"/>
                  </a:cubicBezTo>
                  <a:cubicBezTo>
                    <a:pt x="12811" y="27801"/>
                    <a:pt x="13127" y="28030"/>
                    <a:pt x="13274" y="28581"/>
                  </a:cubicBezTo>
                  <a:cubicBezTo>
                    <a:pt x="13498" y="29393"/>
                    <a:pt x="13111" y="30646"/>
                    <a:pt x="12942" y="31899"/>
                  </a:cubicBezTo>
                  <a:cubicBezTo>
                    <a:pt x="12778" y="33136"/>
                    <a:pt x="13574" y="34150"/>
                    <a:pt x="13574" y="34150"/>
                  </a:cubicBezTo>
                  <a:lnTo>
                    <a:pt x="15454" y="34150"/>
                  </a:lnTo>
                  <a:cubicBezTo>
                    <a:pt x="15416" y="34150"/>
                    <a:pt x="15269" y="34111"/>
                    <a:pt x="15912" y="33005"/>
                  </a:cubicBezTo>
                  <a:cubicBezTo>
                    <a:pt x="16615" y="31823"/>
                    <a:pt x="15655" y="30679"/>
                    <a:pt x="16560" y="29240"/>
                  </a:cubicBezTo>
                  <a:cubicBezTo>
                    <a:pt x="17465" y="27801"/>
                    <a:pt x="17410" y="25976"/>
                    <a:pt x="17410" y="25976"/>
                  </a:cubicBezTo>
                  <a:cubicBezTo>
                    <a:pt x="17851" y="23540"/>
                    <a:pt x="16707" y="23470"/>
                    <a:pt x="15786" y="22434"/>
                  </a:cubicBezTo>
                  <a:cubicBezTo>
                    <a:pt x="15388" y="22009"/>
                    <a:pt x="14773" y="21884"/>
                    <a:pt x="14184" y="21884"/>
                  </a:cubicBezTo>
                  <a:cubicBezTo>
                    <a:pt x="13661" y="21895"/>
                    <a:pt x="13138" y="21971"/>
                    <a:pt x="12631" y="22124"/>
                  </a:cubicBezTo>
                  <a:cubicBezTo>
                    <a:pt x="12419" y="22042"/>
                    <a:pt x="12201" y="21998"/>
                    <a:pt x="11977" y="21993"/>
                  </a:cubicBezTo>
                  <a:cubicBezTo>
                    <a:pt x="11525" y="21977"/>
                    <a:pt x="11122" y="22254"/>
                    <a:pt x="10969" y="22674"/>
                  </a:cubicBezTo>
                  <a:cubicBezTo>
                    <a:pt x="10828" y="22625"/>
                    <a:pt x="10681" y="22598"/>
                    <a:pt x="10533" y="22598"/>
                  </a:cubicBezTo>
                  <a:cubicBezTo>
                    <a:pt x="9781" y="22598"/>
                    <a:pt x="9144" y="23213"/>
                    <a:pt x="9144" y="23213"/>
                  </a:cubicBezTo>
                  <a:cubicBezTo>
                    <a:pt x="9089" y="22837"/>
                    <a:pt x="8779" y="22734"/>
                    <a:pt x="8452" y="22734"/>
                  </a:cubicBezTo>
                  <a:cubicBezTo>
                    <a:pt x="8158" y="22745"/>
                    <a:pt x="7869" y="22805"/>
                    <a:pt x="7596" y="22903"/>
                  </a:cubicBezTo>
                  <a:cubicBezTo>
                    <a:pt x="7667" y="22036"/>
                    <a:pt x="6877" y="21720"/>
                    <a:pt x="6877" y="21720"/>
                  </a:cubicBezTo>
                  <a:cubicBezTo>
                    <a:pt x="7542" y="20467"/>
                    <a:pt x="6599" y="19639"/>
                    <a:pt x="6599" y="19639"/>
                  </a:cubicBezTo>
                  <a:cubicBezTo>
                    <a:pt x="7689" y="18070"/>
                    <a:pt x="7024" y="16266"/>
                    <a:pt x="7024" y="16266"/>
                  </a:cubicBezTo>
                  <a:cubicBezTo>
                    <a:pt x="7487" y="14402"/>
                    <a:pt x="6452" y="13367"/>
                    <a:pt x="6452" y="13367"/>
                  </a:cubicBezTo>
                  <a:cubicBezTo>
                    <a:pt x="7558" y="11890"/>
                    <a:pt x="6251" y="10528"/>
                    <a:pt x="6251" y="10528"/>
                  </a:cubicBezTo>
                  <a:cubicBezTo>
                    <a:pt x="6670" y="10120"/>
                    <a:pt x="6523" y="9231"/>
                    <a:pt x="6490" y="9013"/>
                  </a:cubicBezTo>
                  <a:lnTo>
                    <a:pt x="6490" y="9013"/>
                  </a:lnTo>
                  <a:cubicBezTo>
                    <a:pt x="6665" y="9983"/>
                    <a:pt x="7733" y="10049"/>
                    <a:pt x="8032" y="10049"/>
                  </a:cubicBezTo>
                  <a:lnTo>
                    <a:pt x="8109" y="10049"/>
                  </a:lnTo>
                  <a:cubicBezTo>
                    <a:pt x="8196" y="10899"/>
                    <a:pt x="9280" y="11002"/>
                    <a:pt x="9814" y="11002"/>
                  </a:cubicBezTo>
                  <a:cubicBezTo>
                    <a:pt x="9989" y="11002"/>
                    <a:pt x="10103" y="10991"/>
                    <a:pt x="10103" y="10991"/>
                  </a:cubicBezTo>
                  <a:cubicBezTo>
                    <a:pt x="10272" y="11743"/>
                    <a:pt x="10735" y="11934"/>
                    <a:pt x="11166" y="11934"/>
                  </a:cubicBezTo>
                  <a:cubicBezTo>
                    <a:pt x="11476" y="11923"/>
                    <a:pt x="11781" y="11847"/>
                    <a:pt x="12059" y="11711"/>
                  </a:cubicBezTo>
                  <a:cubicBezTo>
                    <a:pt x="12479" y="12119"/>
                    <a:pt x="13013" y="12245"/>
                    <a:pt x="13525" y="12245"/>
                  </a:cubicBezTo>
                  <a:cubicBezTo>
                    <a:pt x="14413" y="12245"/>
                    <a:pt x="15230" y="11858"/>
                    <a:pt x="15230" y="11858"/>
                  </a:cubicBezTo>
                  <a:cubicBezTo>
                    <a:pt x="15454" y="12076"/>
                    <a:pt x="15759" y="12196"/>
                    <a:pt x="16070" y="12179"/>
                  </a:cubicBezTo>
                  <a:cubicBezTo>
                    <a:pt x="16963" y="12179"/>
                    <a:pt x="17977" y="11471"/>
                    <a:pt x="17977" y="11471"/>
                  </a:cubicBezTo>
                  <a:cubicBezTo>
                    <a:pt x="18173" y="11536"/>
                    <a:pt x="18369" y="11569"/>
                    <a:pt x="18571" y="11569"/>
                  </a:cubicBezTo>
                  <a:cubicBezTo>
                    <a:pt x="19699" y="11569"/>
                    <a:pt x="19987" y="10387"/>
                    <a:pt x="19987" y="10387"/>
                  </a:cubicBezTo>
                  <a:lnTo>
                    <a:pt x="20031" y="10387"/>
                  </a:lnTo>
                  <a:cubicBezTo>
                    <a:pt x="21617" y="10387"/>
                    <a:pt x="21927" y="9297"/>
                    <a:pt x="21927" y="9297"/>
                  </a:cubicBezTo>
                  <a:cubicBezTo>
                    <a:pt x="22123" y="9362"/>
                    <a:pt x="22331" y="9400"/>
                    <a:pt x="22538" y="9406"/>
                  </a:cubicBezTo>
                  <a:cubicBezTo>
                    <a:pt x="22946" y="9406"/>
                    <a:pt x="23066" y="9188"/>
                    <a:pt x="23110" y="9052"/>
                  </a:cubicBezTo>
                  <a:lnTo>
                    <a:pt x="23110" y="9052"/>
                  </a:lnTo>
                  <a:cubicBezTo>
                    <a:pt x="22924" y="10365"/>
                    <a:pt x="23753" y="10583"/>
                    <a:pt x="23753" y="10583"/>
                  </a:cubicBezTo>
                  <a:cubicBezTo>
                    <a:pt x="23382" y="11945"/>
                    <a:pt x="23458" y="13018"/>
                    <a:pt x="23458" y="13018"/>
                  </a:cubicBezTo>
                  <a:cubicBezTo>
                    <a:pt x="22554" y="15307"/>
                    <a:pt x="24031" y="16212"/>
                    <a:pt x="24031" y="16212"/>
                  </a:cubicBezTo>
                  <a:cubicBezTo>
                    <a:pt x="22941" y="17574"/>
                    <a:pt x="23753" y="18903"/>
                    <a:pt x="23753" y="18903"/>
                  </a:cubicBezTo>
                  <a:cubicBezTo>
                    <a:pt x="23344" y="19514"/>
                    <a:pt x="23529" y="21377"/>
                    <a:pt x="23529" y="21377"/>
                  </a:cubicBezTo>
                  <a:cubicBezTo>
                    <a:pt x="22995" y="21982"/>
                    <a:pt x="22723" y="23257"/>
                    <a:pt x="22723" y="23257"/>
                  </a:cubicBezTo>
                  <a:cubicBezTo>
                    <a:pt x="20892" y="24031"/>
                    <a:pt x="20985" y="25655"/>
                    <a:pt x="20985" y="25655"/>
                  </a:cubicBezTo>
                  <a:cubicBezTo>
                    <a:pt x="21099" y="25704"/>
                    <a:pt x="21197" y="25785"/>
                    <a:pt x="21263" y="25894"/>
                  </a:cubicBezTo>
                  <a:cubicBezTo>
                    <a:pt x="21524" y="26281"/>
                    <a:pt x="22167" y="26706"/>
                    <a:pt x="22167" y="26706"/>
                  </a:cubicBezTo>
                  <a:cubicBezTo>
                    <a:pt x="21448" y="27039"/>
                    <a:pt x="20805" y="29398"/>
                    <a:pt x="20598" y="29970"/>
                  </a:cubicBezTo>
                  <a:cubicBezTo>
                    <a:pt x="20543" y="30134"/>
                    <a:pt x="20609" y="30210"/>
                    <a:pt x="20734" y="30210"/>
                  </a:cubicBezTo>
                  <a:cubicBezTo>
                    <a:pt x="21061" y="30210"/>
                    <a:pt x="21824" y="29692"/>
                    <a:pt x="22020" y="28864"/>
                  </a:cubicBezTo>
                  <a:cubicBezTo>
                    <a:pt x="22314" y="27736"/>
                    <a:pt x="23126" y="27333"/>
                    <a:pt x="23126" y="27333"/>
                  </a:cubicBezTo>
                  <a:cubicBezTo>
                    <a:pt x="23513" y="28194"/>
                    <a:pt x="24140" y="28466"/>
                    <a:pt x="24793" y="28466"/>
                  </a:cubicBezTo>
                  <a:cubicBezTo>
                    <a:pt x="25507" y="28466"/>
                    <a:pt x="26248" y="28145"/>
                    <a:pt x="26744" y="27921"/>
                  </a:cubicBezTo>
                  <a:cubicBezTo>
                    <a:pt x="27681" y="27496"/>
                    <a:pt x="27589" y="25355"/>
                    <a:pt x="27589" y="25355"/>
                  </a:cubicBezTo>
                  <a:cubicBezTo>
                    <a:pt x="27589" y="25355"/>
                    <a:pt x="27905" y="25230"/>
                    <a:pt x="28439" y="23731"/>
                  </a:cubicBezTo>
                  <a:cubicBezTo>
                    <a:pt x="28989" y="22260"/>
                    <a:pt x="28215" y="21154"/>
                    <a:pt x="28215" y="21154"/>
                  </a:cubicBezTo>
                  <a:cubicBezTo>
                    <a:pt x="28864" y="19159"/>
                    <a:pt x="27790" y="17999"/>
                    <a:pt x="27790" y="17999"/>
                  </a:cubicBezTo>
                  <a:cubicBezTo>
                    <a:pt x="28733" y="16429"/>
                    <a:pt x="27774" y="15045"/>
                    <a:pt x="27774" y="15045"/>
                  </a:cubicBezTo>
                  <a:cubicBezTo>
                    <a:pt x="28570" y="13700"/>
                    <a:pt x="27698" y="12408"/>
                    <a:pt x="27698" y="12408"/>
                  </a:cubicBezTo>
                  <a:cubicBezTo>
                    <a:pt x="28493" y="11264"/>
                    <a:pt x="27921" y="9771"/>
                    <a:pt x="27921" y="9771"/>
                  </a:cubicBezTo>
                  <a:cubicBezTo>
                    <a:pt x="28935" y="8294"/>
                    <a:pt x="27976" y="7335"/>
                    <a:pt x="27976" y="7335"/>
                  </a:cubicBezTo>
                  <a:cubicBezTo>
                    <a:pt x="27976" y="7335"/>
                    <a:pt x="28602" y="7155"/>
                    <a:pt x="28531" y="5145"/>
                  </a:cubicBezTo>
                  <a:cubicBezTo>
                    <a:pt x="28482" y="3417"/>
                    <a:pt x="26913" y="3297"/>
                    <a:pt x="26472" y="3297"/>
                  </a:cubicBezTo>
                  <a:cubicBezTo>
                    <a:pt x="26395" y="3297"/>
                    <a:pt x="26352" y="3297"/>
                    <a:pt x="26352" y="3297"/>
                  </a:cubicBezTo>
                  <a:cubicBezTo>
                    <a:pt x="25976" y="2894"/>
                    <a:pt x="25611" y="2753"/>
                    <a:pt x="25289" y="2753"/>
                  </a:cubicBezTo>
                  <a:cubicBezTo>
                    <a:pt x="24532" y="2753"/>
                    <a:pt x="23998" y="3537"/>
                    <a:pt x="23998" y="3537"/>
                  </a:cubicBezTo>
                  <a:cubicBezTo>
                    <a:pt x="23894" y="3510"/>
                    <a:pt x="23796" y="3494"/>
                    <a:pt x="23693" y="3494"/>
                  </a:cubicBezTo>
                  <a:cubicBezTo>
                    <a:pt x="22614" y="3494"/>
                    <a:pt x="21764" y="5014"/>
                    <a:pt x="21764" y="5014"/>
                  </a:cubicBezTo>
                  <a:lnTo>
                    <a:pt x="21688" y="5014"/>
                  </a:lnTo>
                  <a:cubicBezTo>
                    <a:pt x="20527" y="5014"/>
                    <a:pt x="20603" y="5826"/>
                    <a:pt x="20603" y="5826"/>
                  </a:cubicBezTo>
                  <a:cubicBezTo>
                    <a:pt x="20402" y="5771"/>
                    <a:pt x="20189" y="5744"/>
                    <a:pt x="19982" y="5744"/>
                  </a:cubicBezTo>
                  <a:cubicBezTo>
                    <a:pt x="19306" y="5733"/>
                    <a:pt x="18680" y="6098"/>
                    <a:pt x="18353" y="6692"/>
                  </a:cubicBezTo>
                  <a:cubicBezTo>
                    <a:pt x="18113" y="6567"/>
                    <a:pt x="17846" y="6501"/>
                    <a:pt x="17579" y="6501"/>
                  </a:cubicBezTo>
                  <a:cubicBezTo>
                    <a:pt x="16669" y="6501"/>
                    <a:pt x="16102" y="7302"/>
                    <a:pt x="16102" y="7302"/>
                  </a:cubicBezTo>
                  <a:cubicBezTo>
                    <a:pt x="15868" y="7237"/>
                    <a:pt x="15628" y="7204"/>
                    <a:pt x="15383" y="7204"/>
                  </a:cubicBezTo>
                  <a:cubicBezTo>
                    <a:pt x="14364" y="7204"/>
                    <a:pt x="13819" y="7815"/>
                    <a:pt x="13819" y="7815"/>
                  </a:cubicBezTo>
                  <a:cubicBezTo>
                    <a:pt x="13312" y="7155"/>
                    <a:pt x="12718" y="6965"/>
                    <a:pt x="12206" y="6965"/>
                  </a:cubicBezTo>
                  <a:cubicBezTo>
                    <a:pt x="11770" y="6970"/>
                    <a:pt x="11334" y="7095"/>
                    <a:pt x="10958" y="7319"/>
                  </a:cubicBezTo>
                  <a:cubicBezTo>
                    <a:pt x="10920" y="6382"/>
                    <a:pt x="10179" y="6234"/>
                    <a:pt x="9722" y="6234"/>
                  </a:cubicBezTo>
                  <a:cubicBezTo>
                    <a:pt x="9596" y="6234"/>
                    <a:pt x="9476" y="6245"/>
                    <a:pt x="9351" y="6267"/>
                  </a:cubicBezTo>
                  <a:cubicBezTo>
                    <a:pt x="9188" y="5215"/>
                    <a:pt x="7580" y="5030"/>
                    <a:pt x="7580" y="5030"/>
                  </a:cubicBezTo>
                  <a:cubicBezTo>
                    <a:pt x="8098" y="3761"/>
                    <a:pt x="6681" y="3319"/>
                    <a:pt x="6681" y="3319"/>
                  </a:cubicBezTo>
                  <a:cubicBezTo>
                    <a:pt x="6736" y="2175"/>
                    <a:pt x="5591" y="1804"/>
                    <a:pt x="5591" y="1804"/>
                  </a:cubicBezTo>
                  <a:cubicBezTo>
                    <a:pt x="5417" y="578"/>
                    <a:pt x="4768" y="300"/>
                    <a:pt x="4229" y="300"/>
                  </a:cubicBezTo>
                  <a:cubicBezTo>
                    <a:pt x="3951" y="306"/>
                    <a:pt x="3679" y="366"/>
                    <a:pt x="3428" y="475"/>
                  </a:cubicBezTo>
                  <a:cubicBezTo>
                    <a:pt x="3428" y="475"/>
                    <a:pt x="3085" y="1"/>
                    <a:pt x="2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5"/>
            <p:cNvSpPr/>
            <p:nvPr/>
          </p:nvSpPr>
          <p:spPr>
            <a:xfrm>
              <a:off x="1727524" y="2620015"/>
              <a:ext cx="283861" cy="436153"/>
            </a:xfrm>
            <a:custGeom>
              <a:rect b="b" l="l" r="r" t="t"/>
              <a:pathLst>
                <a:path extrusionOk="0" h="17258" w="11232">
                  <a:moveTo>
                    <a:pt x="6136" y="0"/>
                  </a:moveTo>
                  <a:cubicBezTo>
                    <a:pt x="6125" y="0"/>
                    <a:pt x="6115" y="0"/>
                    <a:pt x="6109" y="6"/>
                  </a:cubicBezTo>
                  <a:cubicBezTo>
                    <a:pt x="6033" y="60"/>
                    <a:pt x="5564" y="872"/>
                    <a:pt x="5504" y="1172"/>
                  </a:cubicBezTo>
                  <a:cubicBezTo>
                    <a:pt x="5472" y="1357"/>
                    <a:pt x="5292" y="1412"/>
                    <a:pt x="5117" y="1412"/>
                  </a:cubicBezTo>
                  <a:cubicBezTo>
                    <a:pt x="5008" y="1412"/>
                    <a:pt x="4905" y="1395"/>
                    <a:pt x="4807" y="1363"/>
                  </a:cubicBezTo>
                  <a:cubicBezTo>
                    <a:pt x="4676" y="1324"/>
                    <a:pt x="4676" y="98"/>
                    <a:pt x="4676" y="98"/>
                  </a:cubicBezTo>
                  <a:cubicBezTo>
                    <a:pt x="4109" y="98"/>
                    <a:pt x="3543" y="551"/>
                    <a:pt x="3543" y="551"/>
                  </a:cubicBezTo>
                  <a:lnTo>
                    <a:pt x="3733" y="1608"/>
                  </a:lnTo>
                  <a:cubicBezTo>
                    <a:pt x="3205" y="2060"/>
                    <a:pt x="3412" y="2491"/>
                    <a:pt x="3412" y="2491"/>
                  </a:cubicBezTo>
                  <a:cubicBezTo>
                    <a:pt x="2676" y="3035"/>
                    <a:pt x="2791" y="4223"/>
                    <a:pt x="2355" y="4223"/>
                  </a:cubicBezTo>
                  <a:cubicBezTo>
                    <a:pt x="1968" y="4207"/>
                    <a:pt x="1973" y="4027"/>
                    <a:pt x="1843" y="4027"/>
                  </a:cubicBezTo>
                  <a:cubicBezTo>
                    <a:pt x="1826" y="4027"/>
                    <a:pt x="1810" y="4033"/>
                    <a:pt x="1788" y="4038"/>
                  </a:cubicBezTo>
                  <a:cubicBezTo>
                    <a:pt x="1619" y="4114"/>
                    <a:pt x="1374" y="4360"/>
                    <a:pt x="1586" y="4507"/>
                  </a:cubicBezTo>
                  <a:cubicBezTo>
                    <a:pt x="1772" y="4676"/>
                    <a:pt x="1603" y="4676"/>
                    <a:pt x="1379" y="4959"/>
                  </a:cubicBezTo>
                  <a:cubicBezTo>
                    <a:pt x="1134" y="5242"/>
                    <a:pt x="1646" y="5809"/>
                    <a:pt x="1832" y="5885"/>
                  </a:cubicBezTo>
                  <a:cubicBezTo>
                    <a:pt x="1848" y="5885"/>
                    <a:pt x="1859" y="5891"/>
                    <a:pt x="1870" y="5885"/>
                  </a:cubicBezTo>
                  <a:cubicBezTo>
                    <a:pt x="2120" y="5885"/>
                    <a:pt x="2965" y="5449"/>
                    <a:pt x="2965" y="5449"/>
                  </a:cubicBezTo>
                  <a:lnTo>
                    <a:pt x="2965" y="5449"/>
                  </a:lnTo>
                  <a:cubicBezTo>
                    <a:pt x="2731" y="5940"/>
                    <a:pt x="2769" y="6621"/>
                    <a:pt x="2769" y="6621"/>
                  </a:cubicBezTo>
                  <a:cubicBezTo>
                    <a:pt x="2769" y="6621"/>
                    <a:pt x="2622" y="6212"/>
                    <a:pt x="2268" y="6212"/>
                  </a:cubicBezTo>
                  <a:cubicBezTo>
                    <a:pt x="2186" y="6212"/>
                    <a:pt x="2104" y="6229"/>
                    <a:pt x="2033" y="6261"/>
                  </a:cubicBezTo>
                  <a:cubicBezTo>
                    <a:pt x="1505" y="6468"/>
                    <a:pt x="1488" y="6866"/>
                    <a:pt x="1488" y="6866"/>
                  </a:cubicBezTo>
                  <a:cubicBezTo>
                    <a:pt x="1864" y="6882"/>
                    <a:pt x="2017" y="7258"/>
                    <a:pt x="2017" y="7258"/>
                  </a:cubicBezTo>
                  <a:cubicBezTo>
                    <a:pt x="1" y="10631"/>
                    <a:pt x="1" y="15890"/>
                    <a:pt x="682" y="16647"/>
                  </a:cubicBezTo>
                  <a:cubicBezTo>
                    <a:pt x="1069" y="17056"/>
                    <a:pt x="1565" y="17257"/>
                    <a:pt x="2295" y="17257"/>
                  </a:cubicBezTo>
                  <a:cubicBezTo>
                    <a:pt x="2867" y="17257"/>
                    <a:pt x="3586" y="17126"/>
                    <a:pt x="4507" y="16870"/>
                  </a:cubicBezTo>
                  <a:cubicBezTo>
                    <a:pt x="6599" y="16266"/>
                    <a:pt x="10043" y="13835"/>
                    <a:pt x="10632" y="11329"/>
                  </a:cubicBezTo>
                  <a:cubicBezTo>
                    <a:pt x="11231" y="8822"/>
                    <a:pt x="9161" y="7389"/>
                    <a:pt x="9161" y="7389"/>
                  </a:cubicBezTo>
                  <a:cubicBezTo>
                    <a:pt x="9161" y="7389"/>
                    <a:pt x="9237" y="6654"/>
                    <a:pt x="9161" y="5166"/>
                  </a:cubicBezTo>
                  <a:cubicBezTo>
                    <a:pt x="9111" y="3847"/>
                    <a:pt x="8169" y="3771"/>
                    <a:pt x="7956" y="3771"/>
                  </a:cubicBezTo>
                  <a:lnTo>
                    <a:pt x="7918" y="3771"/>
                  </a:lnTo>
                  <a:cubicBezTo>
                    <a:pt x="8027" y="2338"/>
                    <a:pt x="6654" y="1924"/>
                    <a:pt x="6654" y="1733"/>
                  </a:cubicBezTo>
                  <a:cubicBezTo>
                    <a:pt x="6670" y="1532"/>
                    <a:pt x="7068" y="829"/>
                    <a:pt x="7144" y="507"/>
                  </a:cubicBezTo>
                  <a:cubicBezTo>
                    <a:pt x="7232" y="218"/>
                    <a:pt x="6332" y="0"/>
                    <a:pt x="61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3" name="Google Shape;3193;p45"/>
          <p:cNvSpPr txBox="1"/>
          <p:nvPr/>
        </p:nvSpPr>
        <p:spPr>
          <a:xfrm>
            <a:off x="5234768" y="3060256"/>
            <a:ext cx="2442300" cy="35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lt1"/>
                </a:solidFill>
                <a:latin typeface="Be Vietnam"/>
                <a:ea typeface="Be Vietnam"/>
                <a:cs typeface="Be Vietnam"/>
                <a:sym typeface="Be Vietnam"/>
              </a:rPr>
              <a:t>Jupiter is the biggest</a:t>
            </a:r>
            <a:endParaRPr sz="1600">
              <a:solidFill>
                <a:srgbClr val="4F2138"/>
              </a:solidFill>
              <a:latin typeface="Be Vietnam"/>
              <a:ea typeface="Be Vietnam"/>
              <a:cs typeface="Be Vietnam"/>
              <a:sym typeface="Be Vietnam"/>
            </a:endParaRPr>
          </a:p>
        </p:txBody>
      </p:sp>
      <p:sp>
        <p:nvSpPr>
          <p:cNvPr id="3194" name="Google Shape;3194;p45"/>
          <p:cNvSpPr txBox="1"/>
          <p:nvPr/>
        </p:nvSpPr>
        <p:spPr>
          <a:xfrm>
            <a:off x="5234775" y="2621563"/>
            <a:ext cx="2267700" cy="447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2200">
                <a:solidFill>
                  <a:schemeClr val="accent3"/>
                </a:solidFill>
                <a:latin typeface="Poiret One"/>
                <a:ea typeface="Poiret One"/>
                <a:cs typeface="Poiret One"/>
                <a:sym typeface="Poiret One"/>
              </a:rPr>
              <a:t>JUPITER</a:t>
            </a:r>
            <a:endParaRPr b="1" sz="2200">
              <a:solidFill>
                <a:schemeClr val="accent3"/>
              </a:solidFill>
              <a:latin typeface="Poiret One"/>
              <a:ea typeface="Poiret One"/>
              <a:cs typeface="Poiret One"/>
              <a:sym typeface="Poiret One"/>
            </a:endParaRPr>
          </a:p>
        </p:txBody>
      </p:sp>
      <p:sp>
        <p:nvSpPr>
          <p:cNvPr id="3195" name="Google Shape;3195;p45"/>
          <p:cNvSpPr txBox="1"/>
          <p:nvPr/>
        </p:nvSpPr>
        <p:spPr>
          <a:xfrm>
            <a:off x="5234768" y="4261150"/>
            <a:ext cx="2442300" cy="35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lt1"/>
                </a:solidFill>
                <a:latin typeface="Be Vietnam"/>
                <a:ea typeface="Be Vietnam"/>
                <a:cs typeface="Be Vietnam"/>
                <a:sym typeface="Be Vietnam"/>
              </a:rPr>
              <a:t>Mercury is the smallest</a:t>
            </a:r>
            <a:r>
              <a:rPr lang="en" sz="1600">
                <a:solidFill>
                  <a:srgbClr val="4F2138"/>
                </a:solidFill>
                <a:latin typeface="Be Vietnam"/>
                <a:ea typeface="Be Vietnam"/>
                <a:cs typeface="Be Vietnam"/>
                <a:sym typeface="Be Vietnam"/>
              </a:rPr>
              <a:t> </a:t>
            </a:r>
            <a:endParaRPr sz="1600">
              <a:solidFill>
                <a:srgbClr val="4F2138"/>
              </a:solidFill>
              <a:latin typeface="Be Vietnam"/>
              <a:ea typeface="Be Vietnam"/>
              <a:cs typeface="Be Vietnam"/>
              <a:sym typeface="Be Vietnam"/>
            </a:endParaRPr>
          </a:p>
        </p:txBody>
      </p:sp>
      <p:sp>
        <p:nvSpPr>
          <p:cNvPr id="3196" name="Google Shape;3196;p45"/>
          <p:cNvSpPr txBox="1"/>
          <p:nvPr/>
        </p:nvSpPr>
        <p:spPr>
          <a:xfrm>
            <a:off x="5234775" y="3814200"/>
            <a:ext cx="2267700" cy="447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2200">
                <a:solidFill>
                  <a:schemeClr val="accent3"/>
                </a:solidFill>
                <a:latin typeface="Poiret One"/>
                <a:ea typeface="Poiret One"/>
                <a:cs typeface="Poiret One"/>
                <a:sym typeface="Poiret One"/>
              </a:rPr>
              <a:t>MERCURY</a:t>
            </a:r>
            <a:endParaRPr b="1" sz="2200">
              <a:solidFill>
                <a:schemeClr val="accent3"/>
              </a:solidFill>
              <a:latin typeface="Poiret One"/>
              <a:ea typeface="Poiret One"/>
              <a:cs typeface="Poiret One"/>
              <a:sym typeface="Poiret One"/>
            </a:endParaRPr>
          </a:p>
        </p:txBody>
      </p:sp>
      <p:sp>
        <p:nvSpPr>
          <p:cNvPr id="3197" name="Google Shape;3197;p45"/>
          <p:cNvSpPr txBox="1"/>
          <p:nvPr/>
        </p:nvSpPr>
        <p:spPr>
          <a:xfrm>
            <a:off x="5234768" y="1859363"/>
            <a:ext cx="2442300" cy="35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lt1"/>
                </a:solidFill>
                <a:latin typeface="Be Vietnam"/>
                <a:ea typeface="Be Vietnam"/>
                <a:cs typeface="Be Vietnam"/>
                <a:sym typeface="Be Vietnam"/>
              </a:rPr>
              <a:t>Neptune is the farthest</a:t>
            </a:r>
            <a:endParaRPr sz="1600">
              <a:solidFill>
                <a:srgbClr val="4F2138"/>
              </a:solidFill>
              <a:latin typeface="Be Vietnam"/>
              <a:ea typeface="Be Vietnam"/>
              <a:cs typeface="Be Vietnam"/>
              <a:sym typeface="Be Vietnam"/>
            </a:endParaRPr>
          </a:p>
        </p:txBody>
      </p:sp>
      <p:sp>
        <p:nvSpPr>
          <p:cNvPr id="3198" name="Google Shape;3198;p45"/>
          <p:cNvSpPr txBox="1"/>
          <p:nvPr/>
        </p:nvSpPr>
        <p:spPr>
          <a:xfrm>
            <a:off x="5234775" y="1415727"/>
            <a:ext cx="2267700" cy="460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2200">
                <a:solidFill>
                  <a:schemeClr val="accent3"/>
                </a:solidFill>
                <a:latin typeface="Poiret One"/>
                <a:ea typeface="Poiret One"/>
                <a:cs typeface="Poiret One"/>
                <a:sym typeface="Poiret One"/>
              </a:rPr>
              <a:t>NEPTUNE</a:t>
            </a:r>
            <a:endParaRPr b="1" sz="2200">
              <a:solidFill>
                <a:schemeClr val="accent3"/>
              </a:solidFill>
              <a:latin typeface="Poiret One"/>
              <a:ea typeface="Poiret One"/>
              <a:cs typeface="Poiret One"/>
              <a:sym typeface="Poiret One"/>
            </a:endParaRPr>
          </a:p>
        </p:txBody>
      </p:sp>
      <p:cxnSp>
        <p:nvCxnSpPr>
          <p:cNvPr id="3199" name="Google Shape;3199;p45"/>
          <p:cNvCxnSpPr/>
          <p:nvPr/>
        </p:nvCxnSpPr>
        <p:spPr>
          <a:xfrm>
            <a:off x="2868125" y="1875975"/>
            <a:ext cx="2225700" cy="1026000"/>
          </a:xfrm>
          <a:prstGeom prst="bentConnector3">
            <a:avLst>
              <a:gd fmla="val 50000" name="adj1"/>
            </a:avLst>
          </a:prstGeom>
          <a:noFill/>
          <a:ln cap="flat" cmpd="sng" w="28575">
            <a:solidFill>
              <a:schemeClr val="lt1"/>
            </a:solidFill>
            <a:prstDash val="solid"/>
            <a:round/>
            <a:headEnd len="med" w="med" type="none"/>
            <a:tailEnd len="med" w="med" type="oval"/>
          </a:ln>
        </p:spPr>
      </p:cxnSp>
      <p:cxnSp>
        <p:nvCxnSpPr>
          <p:cNvPr id="3200" name="Google Shape;3200;p45"/>
          <p:cNvCxnSpPr/>
          <p:nvPr/>
        </p:nvCxnSpPr>
        <p:spPr>
          <a:xfrm>
            <a:off x="2576000" y="1762300"/>
            <a:ext cx="2517900" cy="2319300"/>
          </a:xfrm>
          <a:prstGeom prst="bentConnector3">
            <a:avLst>
              <a:gd fmla="val 50000" name="adj1"/>
            </a:avLst>
          </a:prstGeom>
          <a:noFill/>
          <a:ln cap="flat" cmpd="sng" w="28575">
            <a:solidFill>
              <a:schemeClr val="lt1"/>
            </a:solidFill>
            <a:prstDash val="solid"/>
            <a:round/>
            <a:headEnd len="med" w="med" type="none"/>
            <a:tailEnd len="med" w="med" type="oval"/>
          </a:ln>
        </p:spPr>
      </p:cxnSp>
      <p:cxnSp>
        <p:nvCxnSpPr>
          <p:cNvPr id="3201" name="Google Shape;3201;p45"/>
          <p:cNvCxnSpPr/>
          <p:nvPr/>
        </p:nvCxnSpPr>
        <p:spPr>
          <a:xfrm>
            <a:off x="2573700" y="1505075"/>
            <a:ext cx="2518800" cy="164400"/>
          </a:xfrm>
          <a:prstGeom prst="bentConnector3">
            <a:avLst>
              <a:gd fmla="val 50000" name="adj1"/>
            </a:avLst>
          </a:prstGeom>
          <a:noFill/>
          <a:ln cap="flat" cmpd="sng" w="28575">
            <a:solidFill>
              <a:schemeClr val="lt1"/>
            </a:solidFill>
            <a:prstDash val="solid"/>
            <a:round/>
            <a:headEnd len="med" w="med" type="none"/>
            <a:tailEnd len="med" w="med" type="oval"/>
          </a:ln>
        </p:spPr>
      </p:cxnSp>
      <p:grpSp>
        <p:nvGrpSpPr>
          <p:cNvPr id="3202" name="Google Shape;3202;p45"/>
          <p:cNvGrpSpPr/>
          <p:nvPr/>
        </p:nvGrpSpPr>
        <p:grpSpPr>
          <a:xfrm rot="10272328">
            <a:off x="-393562" y="-403118"/>
            <a:ext cx="2512965" cy="2705190"/>
            <a:chOff x="10097344" y="634777"/>
            <a:chExt cx="1701555" cy="1831713"/>
          </a:xfrm>
        </p:grpSpPr>
        <p:sp>
          <p:nvSpPr>
            <p:cNvPr id="3203" name="Google Shape;3203;p45"/>
            <p:cNvSpPr/>
            <p:nvPr/>
          </p:nvSpPr>
          <p:spPr>
            <a:xfrm rot="-9164125">
              <a:off x="10582516" y="719724"/>
              <a:ext cx="57125" cy="18850"/>
            </a:xfrm>
            <a:custGeom>
              <a:rect b="b" l="l" r="r" t="t"/>
              <a:pathLst>
                <a:path extrusionOk="0" h="754" w="2285">
                  <a:moveTo>
                    <a:pt x="2284" y="1"/>
                  </a:moveTo>
                  <a:lnTo>
                    <a:pt x="1506" y="255"/>
                  </a:lnTo>
                  <a:lnTo>
                    <a:pt x="1506" y="255"/>
                  </a:lnTo>
                  <a:lnTo>
                    <a:pt x="1540" y="229"/>
                  </a:lnTo>
                  <a:lnTo>
                    <a:pt x="1540" y="229"/>
                  </a:lnTo>
                  <a:cubicBezTo>
                    <a:pt x="1362" y="297"/>
                    <a:pt x="1016" y="415"/>
                    <a:pt x="889" y="441"/>
                  </a:cubicBezTo>
                  <a:cubicBezTo>
                    <a:pt x="906" y="432"/>
                    <a:pt x="889" y="432"/>
                    <a:pt x="1032" y="381"/>
                  </a:cubicBezTo>
                  <a:lnTo>
                    <a:pt x="1032" y="381"/>
                  </a:lnTo>
                  <a:cubicBezTo>
                    <a:pt x="107" y="654"/>
                    <a:pt x="763" y="523"/>
                    <a:pt x="54" y="738"/>
                  </a:cubicBezTo>
                  <a:lnTo>
                    <a:pt x="54" y="738"/>
                  </a:lnTo>
                  <a:cubicBezTo>
                    <a:pt x="97" y="726"/>
                    <a:pt x="148" y="714"/>
                    <a:pt x="212" y="703"/>
                  </a:cubicBezTo>
                  <a:cubicBezTo>
                    <a:pt x="355" y="657"/>
                    <a:pt x="494" y="627"/>
                    <a:pt x="519" y="627"/>
                  </a:cubicBezTo>
                  <a:cubicBezTo>
                    <a:pt x="526" y="627"/>
                    <a:pt x="523" y="629"/>
                    <a:pt x="508" y="635"/>
                  </a:cubicBezTo>
                  <a:cubicBezTo>
                    <a:pt x="897" y="508"/>
                    <a:pt x="914" y="525"/>
                    <a:pt x="948" y="475"/>
                  </a:cubicBezTo>
                  <a:cubicBezTo>
                    <a:pt x="1100" y="411"/>
                    <a:pt x="1266" y="365"/>
                    <a:pt x="1302" y="365"/>
                  </a:cubicBezTo>
                  <a:cubicBezTo>
                    <a:pt x="1325" y="365"/>
                    <a:pt x="1299" y="382"/>
                    <a:pt x="1193" y="424"/>
                  </a:cubicBezTo>
                  <a:lnTo>
                    <a:pt x="1904" y="162"/>
                  </a:lnTo>
                  <a:lnTo>
                    <a:pt x="1464" y="297"/>
                  </a:lnTo>
                  <a:cubicBezTo>
                    <a:pt x="1574" y="221"/>
                    <a:pt x="2158" y="85"/>
                    <a:pt x="2284" y="1"/>
                  </a:cubicBezTo>
                  <a:close/>
                  <a:moveTo>
                    <a:pt x="54" y="738"/>
                  </a:moveTo>
                  <a:cubicBezTo>
                    <a:pt x="34" y="743"/>
                    <a:pt x="17" y="748"/>
                    <a:pt x="0" y="754"/>
                  </a:cubicBezTo>
                  <a:cubicBezTo>
                    <a:pt x="19" y="748"/>
                    <a:pt x="37" y="743"/>
                    <a:pt x="54" y="73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5"/>
            <p:cNvSpPr/>
            <p:nvPr/>
          </p:nvSpPr>
          <p:spPr>
            <a:xfrm rot="-9164125">
              <a:off x="10637760" y="732617"/>
              <a:ext cx="54575" cy="16325"/>
            </a:xfrm>
            <a:custGeom>
              <a:rect b="b" l="l" r="r" t="t"/>
              <a:pathLst>
                <a:path extrusionOk="0" h="653" w="2183">
                  <a:moveTo>
                    <a:pt x="2183" y="1"/>
                  </a:moveTo>
                  <a:lnTo>
                    <a:pt x="2183" y="1"/>
                  </a:lnTo>
                  <a:cubicBezTo>
                    <a:pt x="1997" y="35"/>
                    <a:pt x="1819" y="77"/>
                    <a:pt x="1642" y="128"/>
                  </a:cubicBezTo>
                  <a:cubicBezTo>
                    <a:pt x="1413" y="187"/>
                    <a:pt x="1193" y="238"/>
                    <a:pt x="1058" y="263"/>
                  </a:cubicBezTo>
                  <a:cubicBezTo>
                    <a:pt x="1110" y="256"/>
                    <a:pt x="1141" y="254"/>
                    <a:pt x="1157" y="254"/>
                  </a:cubicBezTo>
                  <a:cubicBezTo>
                    <a:pt x="1208" y="254"/>
                    <a:pt x="1117" y="279"/>
                    <a:pt x="1136" y="279"/>
                  </a:cubicBezTo>
                  <a:cubicBezTo>
                    <a:pt x="1150" y="279"/>
                    <a:pt x="1222" y="266"/>
                    <a:pt x="1447" y="221"/>
                  </a:cubicBezTo>
                  <a:lnTo>
                    <a:pt x="1447" y="221"/>
                  </a:lnTo>
                  <a:lnTo>
                    <a:pt x="1117" y="339"/>
                  </a:lnTo>
                  <a:lnTo>
                    <a:pt x="550" y="466"/>
                  </a:lnTo>
                  <a:cubicBezTo>
                    <a:pt x="550" y="480"/>
                    <a:pt x="275" y="555"/>
                    <a:pt x="324" y="555"/>
                  </a:cubicBezTo>
                  <a:cubicBezTo>
                    <a:pt x="335" y="555"/>
                    <a:pt x="363" y="552"/>
                    <a:pt x="415" y="542"/>
                  </a:cubicBezTo>
                  <a:cubicBezTo>
                    <a:pt x="466" y="525"/>
                    <a:pt x="576" y="491"/>
                    <a:pt x="660" y="475"/>
                  </a:cubicBezTo>
                  <a:lnTo>
                    <a:pt x="660" y="475"/>
                  </a:lnTo>
                  <a:cubicBezTo>
                    <a:pt x="542" y="525"/>
                    <a:pt x="415" y="559"/>
                    <a:pt x="288" y="584"/>
                  </a:cubicBezTo>
                  <a:cubicBezTo>
                    <a:pt x="127" y="627"/>
                    <a:pt x="0" y="652"/>
                    <a:pt x="85" y="652"/>
                  </a:cubicBezTo>
                  <a:lnTo>
                    <a:pt x="364" y="593"/>
                  </a:lnTo>
                  <a:lnTo>
                    <a:pt x="550" y="542"/>
                  </a:lnTo>
                  <a:cubicBezTo>
                    <a:pt x="652" y="517"/>
                    <a:pt x="736" y="491"/>
                    <a:pt x="872" y="441"/>
                  </a:cubicBezTo>
                  <a:cubicBezTo>
                    <a:pt x="1286" y="339"/>
                    <a:pt x="1591" y="280"/>
                    <a:pt x="1785" y="238"/>
                  </a:cubicBezTo>
                  <a:cubicBezTo>
                    <a:pt x="1904" y="204"/>
                    <a:pt x="1912" y="178"/>
                    <a:pt x="2064" y="136"/>
                  </a:cubicBezTo>
                  <a:lnTo>
                    <a:pt x="2064" y="136"/>
                  </a:lnTo>
                  <a:lnTo>
                    <a:pt x="1963" y="162"/>
                  </a:lnTo>
                  <a:lnTo>
                    <a:pt x="1929" y="128"/>
                  </a:lnTo>
                  <a:cubicBezTo>
                    <a:pt x="1802" y="170"/>
                    <a:pt x="1675" y="204"/>
                    <a:pt x="1540" y="238"/>
                  </a:cubicBezTo>
                  <a:cubicBezTo>
                    <a:pt x="1760" y="170"/>
                    <a:pt x="1971" y="85"/>
                    <a:pt x="218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5"/>
            <p:cNvSpPr/>
            <p:nvPr/>
          </p:nvSpPr>
          <p:spPr>
            <a:xfrm rot="-9164125">
              <a:off x="10640556" y="733855"/>
              <a:ext cx="450" cy="25"/>
            </a:xfrm>
            <a:custGeom>
              <a:rect b="b" l="l" r="r" t="t"/>
              <a:pathLst>
                <a:path extrusionOk="0" h="1" w="18">
                  <a:moveTo>
                    <a:pt x="1" y="1"/>
                  </a:moveTo>
                  <a:lnTo>
                    <a:pt x="1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5"/>
            <p:cNvSpPr/>
            <p:nvPr/>
          </p:nvSpPr>
          <p:spPr>
            <a:xfrm rot="-9164125">
              <a:off x="10765739" y="771339"/>
              <a:ext cx="2550" cy="225"/>
            </a:xfrm>
            <a:custGeom>
              <a:rect b="b" l="l" r="r" t="t"/>
              <a:pathLst>
                <a:path extrusionOk="0" h="9" w="102">
                  <a:moveTo>
                    <a:pt x="1" y="9"/>
                  </a:moveTo>
                  <a:lnTo>
                    <a:pt x="10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5"/>
            <p:cNvSpPr/>
            <p:nvPr/>
          </p:nvSpPr>
          <p:spPr>
            <a:xfrm rot="-9164125">
              <a:off x="10821935" y="793355"/>
              <a:ext cx="1500" cy="25"/>
            </a:xfrm>
            <a:custGeom>
              <a:rect b="b" l="l" r="r" t="t"/>
              <a:pathLst>
                <a:path extrusionOk="0" h="1" w="60">
                  <a:moveTo>
                    <a:pt x="60" y="1"/>
                  </a:moveTo>
                  <a:lnTo>
                    <a:pt x="43" y="1"/>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5"/>
            <p:cNvSpPr/>
            <p:nvPr/>
          </p:nvSpPr>
          <p:spPr>
            <a:xfrm rot="-9164125">
              <a:off x="10729996" y="755469"/>
              <a:ext cx="450" cy="225"/>
            </a:xfrm>
            <a:custGeom>
              <a:rect b="b" l="l" r="r" t="t"/>
              <a:pathLst>
                <a:path extrusionOk="0" h="9" w="18">
                  <a:moveTo>
                    <a:pt x="9" y="1"/>
                  </a:moveTo>
                  <a:lnTo>
                    <a:pt x="1" y="9"/>
                  </a:lnTo>
                  <a:lnTo>
                    <a:pt x="1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5"/>
            <p:cNvSpPr/>
            <p:nvPr/>
          </p:nvSpPr>
          <p:spPr>
            <a:xfrm rot="-9164125">
              <a:off x="10708745" y="751115"/>
              <a:ext cx="5500" cy="1275"/>
            </a:xfrm>
            <a:custGeom>
              <a:rect b="b" l="l" r="r" t="t"/>
              <a:pathLst>
                <a:path extrusionOk="0" h="51" w="220">
                  <a:moveTo>
                    <a:pt x="220" y="0"/>
                  </a:moveTo>
                  <a:lnTo>
                    <a:pt x="220" y="0"/>
                  </a:lnTo>
                  <a:cubicBezTo>
                    <a:pt x="212" y="2"/>
                    <a:pt x="203" y="4"/>
                    <a:pt x="194" y="6"/>
                  </a:cubicBezTo>
                  <a:lnTo>
                    <a:pt x="194" y="6"/>
                  </a:lnTo>
                  <a:lnTo>
                    <a:pt x="220" y="0"/>
                  </a:lnTo>
                  <a:close/>
                  <a:moveTo>
                    <a:pt x="194" y="6"/>
                  </a:moveTo>
                  <a:lnTo>
                    <a:pt x="0" y="51"/>
                  </a:lnTo>
                  <a:cubicBezTo>
                    <a:pt x="53" y="43"/>
                    <a:pt x="125" y="22"/>
                    <a:pt x="194" y="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5"/>
            <p:cNvSpPr/>
            <p:nvPr/>
          </p:nvSpPr>
          <p:spPr>
            <a:xfrm rot="-9164125">
              <a:off x="10758938" y="758146"/>
              <a:ext cx="4525" cy="875"/>
            </a:xfrm>
            <a:custGeom>
              <a:rect b="b" l="l" r="r" t="t"/>
              <a:pathLst>
                <a:path extrusionOk="0" h="35" w="181">
                  <a:moveTo>
                    <a:pt x="181" y="1"/>
                  </a:moveTo>
                  <a:cubicBezTo>
                    <a:pt x="169" y="3"/>
                    <a:pt x="158" y="5"/>
                    <a:pt x="147" y="7"/>
                  </a:cubicBezTo>
                  <a:lnTo>
                    <a:pt x="147" y="7"/>
                  </a:lnTo>
                  <a:cubicBezTo>
                    <a:pt x="158" y="5"/>
                    <a:pt x="169" y="3"/>
                    <a:pt x="181" y="1"/>
                  </a:cubicBezTo>
                  <a:close/>
                  <a:moveTo>
                    <a:pt x="147" y="7"/>
                  </a:moveTo>
                  <a:cubicBezTo>
                    <a:pt x="62" y="22"/>
                    <a:pt x="0" y="35"/>
                    <a:pt x="37" y="35"/>
                  </a:cubicBezTo>
                  <a:cubicBezTo>
                    <a:pt x="70" y="22"/>
                    <a:pt x="108" y="14"/>
                    <a:pt x="147" y="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5"/>
            <p:cNvSpPr/>
            <p:nvPr/>
          </p:nvSpPr>
          <p:spPr>
            <a:xfrm rot="-9164125">
              <a:off x="10755595" y="757088"/>
              <a:ext cx="3400" cy="850"/>
            </a:xfrm>
            <a:custGeom>
              <a:rect b="b" l="l" r="r" t="t"/>
              <a:pathLst>
                <a:path extrusionOk="0" h="34" w="136">
                  <a:moveTo>
                    <a:pt x="0" y="34"/>
                  </a:moveTo>
                  <a:lnTo>
                    <a:pt x="13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5"/>
            <p:cNvSpPr/>
            <p:nvPr/>
          </p:nvSpPr>
          <p:spPr>
            <a:xfrm rot="-9164125">
              <a:off x="10676860" y="745951"/>
              <a:ext cx="51375" cy="11775"/>
            </a:xfrm>
            <a:custGeom>
              <a:rect b="b" l="l" r="r" t="t"/>
              <a:pathLst>
                <a:path extrusionOk="0" h="471" w="2055">
                  <a:moveTo>
                    <a:pt x="886" y="371"/>
                  </a:moveTo>
                  <a:cubicBezTo>
                    <a:pt x="865" y="375"/>
                    <a:pt x="843" y="380"/>
                    <a:pt x="821" y="386"/>
                  </a:cubicBezTo>
                  <a:cubicBezTo>
                    <a:pt x="843" y="381"/>
                    <a:pt x="865" y="376"/>
                    <a:pt x="886" y="371"/>
                  </a:cubicBezTo>
                  <a:close/>
                  <a:moveTo>
                    <a:pt x="2024" y="0"/>
                  </a:moveTo>
                  <a:cubicBezTo>
                    <a:pt x="2014" y="0"/>
                    <a:pt x="1979" y="6"/>
                    <a:pt x="1904" y="22"/>
                  </a:cubicBezTo>
                  <a:lnTo>
                    <a:pt x="863" y="259"/>
                  </a:lnTo>
                  <a:lnTo>
                    <a:pt x="423" y="369"/>
                  </a:lnTo>
                  <a:cubicBezTo>
                    <a:pt x="280" y="394"/>
                    <a:pt x="144" y="428"/>
                    <a:pt x="0" y="470"/>
                  </a:cubicBezTo>
                  <a:cubicBezTo>
                    <a:pt x="457" y="394"/>
                    <a:pt x="956" y="267"/>
                    <a:pt x="1329" y="208"/>
                  </a:cubicBezTo>
                  <a:lnTo>
                    <a:pt x="1329" y="208"/>
                  </a:lnTo>
                  <a:lnTo>
                    <a:pt x="1176" y="267"/>
                  </a:lnTo>
                  <a:cubicBezTo>
                    <a:pt x="753" y="326"/>
                    <a:pt x="500" y="411"/>
                    <a:pt x="85" y="470"/>
                  </a:cubicBezTo>
                  <a:cubicBezTo>
                    <a:pt x="398" y="428"/>
                    <a:pt x="711" y="369"/>
                    <a:pt x="1016" y="309"/>
                  </a:cubicBezTo>
                  <a:cubicBezTo>
                    <a:pt x="1143" y="290"/>
                    <a:pt x="1209" y="282"/>
                    <a:pt x="1231" y="282"/>
                  </a:cubicBezTo>
                  <a:cubicBezTo>
                    <a:pt x="1279" y="282"/>
                    <a:pt x="1104" y="323"/>
                    <a:pt x="886" y="371"/>
                  </a:cubicBezTo>
                  <a:lnTo>
                    <a:pt x="886" y="371"/>
                  </a:lnTo>
                  <a:cubicBezTo>
                    <a:pt x="929" y="363"/>
                    <a:pt x="970" y="357"/>
                    <a:pt x="1016" y="352"/>
                  </a:cubicBezTo>
                  <a:cubicBezTo>
                    <a:pt x="1040" y="339"/>
                    <a:pt x="1569" y="214"/>
                    <a:pt x="1528" y="214"/>
                  </a:cubicBezTo>
                  <a:cubicBezTo>
                    <a:pt x="1512" y="214"/>
                    <a:pt x="1421" y="230"/>
                    <a:pt x="1202" y="276"/>
                  </a:cubicBezTo>
                  <a:cubicBezTo>
                    <a:pt x="1227" y="233"/>
                    <a:pt x="1726" y="149"/>
                    <a:pt x="1938" y="90"/>
                  </a:cubicBezTo>
                  <a:lnTo>
                    <a:pt x="1938" y="90"/>
                  </a:lnTo>
                  <a:cubicBezTo>
                    <a:pt x="1908" y="96"/>
                    <a:pt x="1892" y="98"/>
                    <a:pt x="1885" y="98"/>
                  </a:cubicBezTo>
                  <a:cubicBezTo>
                    <a:pt x="1854" y="98"/>
                    <a:pt x="2005" y="47"/>
                    <a:pt x="1963" y="47"/>
                  </a:cubicBezTo>
                  <a:cubicBezTo>
                    <a:pt x="1828" y="90"/>
                    <a:pt x="1692" y="132"/>
                    <a:pt x="1549" y="157"/>
                  </a:cubicBezTo>
                  <a:cubicBezTo>
                    <a:pt x="1464" y="157"/>
                    <a:pt x="1735" y="98"/>
                    <a:pt x="1946" y="47"/>
                  </a:cubicBezTo>
                  <a:lnTo>
                    <a:pt x="1946" y="47"/>
                  </a:lnTo>
                  <a:cubicBezTo>
                    <a:pt x="1907" y="55"/>
                    <a:pt x="1887" y="58"/>
                    <a:pt x="1879" y="58"/>
                  </a:cubicBezTo>
                  <a:cubicBezTo>
                    <a:pt x="1847" y="58"/>
                    <a:pt x="2055" y="0"/>
                    <a:pt x="202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5"/>
            <p:cNvSpPr/>
            <p:nvPr/>
          </p:nvSpPr>
          <p:spPr>
            <a:xfrm rot="-9164125">
              <a:off x="10720120" y="747504"/>
              <a:ext cx="1300" cy="225"/>
            </a:xfrm>
            <a:custGeom>
              <a:rect b="b" l="l" r="r" t="t"/>
              <a:pathLst>
                <a:path extrusionOk="0" h="9" w="52">
                  <a:moveTo>
                    <a:pt x="52" y="1"/>
                  </a:moveTo>
                  <a:lnTo>
                    <a:pt x="1" y="9"/>
                  </a:lnTo>
                  <a:lnTo>
                    <a:pt x="18" y="9"/>
                  </a:lnTo>
                  <a:lnTo>
                    <a:pt x="5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5"/>
            <p:cNvSpPr/>
            <p:nvPr/>
          </p:nvSpPr>
          <p:spPr>
            <a:xfrm rot="-9164125">
              <a:off x="10733844" y="755418"/>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5"/>
            <p:cNvSpPr/>
            <p:nvPr/>
          </p:nvSpPr>
          <p:spPr>
            <a:xfrm rot="-9164125">
              <a:off x="10335222" y="924101"/>
              <a:ext cx="1225799" cy="1335824"/>
            </a:xfrm>
            <a:custGeom>
              <a:rect b="b" l="l" r="r" t="t"/>
              <a:pathLst>
                <a:path extrusionOk="0" h="53433" w="49032">
                  <a:moveTo>
                    <a:pt x="1117" y="3334"/>
                  </a:moveTo>
                  <a:cubicBezTo>
                    <a:pt x="1114" y="3348"/>
                    <a:pt x="1112" y="3359"/>
                    <a:pt x="1110" y="3367"/>
                  </a:cubicBezTo>
                  <a:lnTo>
                    <a:pt x="1110" y="3367"/>
                  </a:lnTo>
                  <a:cubicBezTo>
                    <a:pt x="1111" y="3356"/>
                    <a:pt x="1113" y="3345"/>
                    <a:pt x="1117" y="3334"/>
                  </a:cubicBezTo>
                  <a:close/>
                  <a:moveTo>
                    <a:pt x="271" y="7978"/>
                  </a:moveTo>
                  <a:cubicBezTo>
                    <a:pt x="269" y="8000"/>
                    <a:pt x="266" y="8022"/>
                    <a:pt x="264" y="8044"/>
                  </a:cubicBezTo>
                  <a:lnTo>
                    <a:pt x="264" y="8044"/>
                  </a:lnTo>
                  <a:cubicBezTo>
                    <a:pt x="266" y="8023"/>
                    <a:pt x="269" y="8000"/>
                    <a:pt x="271" y="7978"/>
                  </a:cubicBezTo>
                  <a:close/>
                  <a:moveTo>
                    <a:pt x="110" y="9509"/>
                  </a:moveTo>
                  <a:cubicBezTo>
                    <a:pt x="103" y="9584"/>
                    <a:pt x="97" y="9657"/>
                    <a:pt x="92" y="9726"/>
                  </a:cubicBezTo>
                  <a:lnTo>
                    <a:pt x="92" y="9726"/>
                  </a:lnTo>
                  <a:cubicBezTo>
                    <a:pt x="94" y="9708"/>
                    <a:pt x="97" y="9689"/>
                    <a:pt x="102" y="9670"/>
                  </a:cubicBezTo>
                  <a:cubicBezTo>
                    <a:pt x="102" y="9619"/>
                    <a:pt x="110" y="9560"/>
                    <a:pt x="110" y="9509"/>
                  </a:cubicBezTo>
                  <a:close/>
                  <a:moveTo>
                    <a:pt x="92" y="9726"/>
                  </a:moveTo>
                  <a:lnTo>
                    <a:pt x="92" y="9726"/>
                  </a:lnTo>
                  <a:cubicBezTo>
                    <a:pt x="91" y="9736"/>
                    <a:pt x="90" y="9747"/>
                    <a:pt x="89" y="9757"/>
                  </a:cubicBezTo>
                  <a:lnTo>
                    <a:pt x="89" y="9757"/>
                  </a:lnTo>
                  <a:cubicBezTo>
                    <a:pt x="90" y="9747"/>
                    <a:pt x="91" y="9736"/>
                    <a:pt x="92" y="9726"/>
                  </a:cubicBezTo>
                  <a:close/>
                  <a:moveTo>
                    <a:pt x="1210" y="22308"/>
                  </a:moveTo>
                  <a:cubicBezTo>
                    <a:pt x="1215" y="22336"/>
                    <a:pt x="1217" y="22339"/>
                    <a:pt x="1221" y="22345"/>
                  </a:cubicBezTo>
                  <a:lnTo>
                    <a:pt x="1221" y="22345"/>
                  </a:lnTo>
                  <a:cubicBezTo>
                    <a:pt x="1217" y="22333"/>
                    <a:pt x="1214" y="22321"/>
                    <a:pt x="1210" y="22308"/>
                  </a:cubicBezTo>
                  <a:close/>
                  <a:moveTo>
                    <a:pt x="1491" y="22466"/>
                  </a:moveTo>
                  <a:cubicBezTo>
                    <a:pt x="1513" y="22531"/>
                    <a:pt x="1547" y="22644"/>
                    <a:pt x="1550" y="22644"/>
                  </a:cubicBezTo>
                  <a:cubicBezTo>
                    <a:pt x="1552" y="22644"/>
                    <a:pt x="1549" y="22628"/>
                    <a:pt x="1540" y="22587"/>
                  </a:cubicBezTo>
                  <a:lnTo>
                    <a:pt x="1491" y="22466"/>
                  </a:lnTo>
                  <a:close/>
                  <a:moveTo>
                    <a:pt x="1481" y="23459"/>
                  </a:moveTo>
                  <a:cubicBezTo>
                    <a:pt x="1481" y="23461"/>
                    <a:pt x="1482" y="23464"/>
                    <a:pt x="1483" y="23466"/>
                  </a:cubicBezTo>
                  <a:lnTo>
                    <a:pt x="1483" y="23466"/>
                  </a:lnTo>
                  <a:cubicBezTo>
                    <a:pt x="1482" y="23464"/>
                    <a:pt x="1482" y="23461"/>
                    <a:pt x="1481" y="23459"/>
                  </a:cubicBezTo>
                  <a:close/>
                  <a:moveTo>
                    <a:pt x="3858" y="30032"/>
                  </a:moveTo>
                  <a:lnTo>
                    <a:pt x="3861" y="30035"/>
                  </a:lnTo>
                  <a:lnTo>
                    <a:pt x="3861" y="30035"/>
                  </a:lnTo>
                  <a:cubicBezTo>
                    <a:pt x="3860" y="30034"/>
                    <a:pt x="3859" y="30032"/>
                    <a:pt x="3858" y="30032"/>
                  </a:cubicBezTo>
                  <a:close/>
                  <a:moveTo>
                    <a:pt x="5389" y="33094"/>
                  </a:moveTo>
                  <a:lnTo>
                    <a:pt x="5389" y="33094"/>
                  </a:lnTo>
                  <a:cubicBezTo>
                    <a:pt x="5433" y="33174"/>
                    <a:pt x="5485" y="33263"/>
                    <a:pt x="5524" y="33328"/>
                  </a:cubicBezTo>
                  <a:lnTo>
                    <a:pt x="5524" y="33328"/>
                  </a:lnTo>
                  <a:cubicBezTo>
                    <a:pt x="5473" y="33241"/>
                    <a:pt x="5427" y="33161"/>
                    <a:pt x="5389" y="33094"/>
                  </a:cubicBezTo>
                  <a:close/>
                  <a:moveTo>
                    <a:pt x="6472" y="34803"/>
                  </a:moveTo>
                  <a:cubicBezTo>
                    <a:pt x="6475" y="34808"/>
                    <a:pt x="6478" y="34813"/>
                    <a:pt x="6482" y="34817"/>
                  </a:cubicBezTo>
                  <a:lnTo>
                    <a:pt x="6482" y="34817"/>
                  </a:lnTo>
                  <a:lnTo>
                    <a:pt x="6472" y="34803"/>
                  </a:lnTo>
                  <a:close/>
                  <a:moveTo>
                    <a:pt x="4569" y="30802"/>
                  </a:moveTo>
                  <a:cubicBezTo>
                    <a:pt x="4822" y="31326"/>
                    <a:pt x="4856" y="31292"/>
                    <a:pt x="5203" y="31952"/>
                  </a:cubicBezTo>
                  <a:cubicBezTo>
                    <a:pt x="5317" y="32185"/>
                    <a:pt x="5347" y="32252"/>
                    <a:pt x="5343" y="32252"/>
                  </a:cubicBezTo>
                  <a:cubicBezTo>
                    <a:pt x="5337" y="32252"/>
                    <a:pt x="5267" y="32126"/>
                    <a:pt x="5256" y="32126"/>
                  </a:cubicBezTo>
                  <a:lnTo>
                    <a:pt x="5256" y="32126"/>
                  </a:lnTo>
                  <a:cubicBezTo>
                    <a:pt x="5250" y="32126"/>
                    <a:pt x="5262" y="32164"/>
                    <a:pt x="5313" y="32282"/>
                  </a:cubicBezTo>
                  <a:cubicBezTo>
                    <a:pt x="5398" y="32451"/>
                    <a:pt x="5508" y="32612"/>
                    <a:pt x="5609" y="32773"/>
                  </a:cubicBezTo>
                  <a:lnTo>
                    <a:pt x="5482" y="32536"/>
                  </a:lnTo>
                  <a:lnTo>
                    <a:pt x="5482" y="32536"/>
                  </a:lnTo>
                  <a:cubicBezTo>
                    <a:pt x="5554" y="32592"/>
                    <a:pt x="5883" y="33236"/>
                    <a:pt x="5919" y="33236"/>
                  </a:cubicBezTo>
                  <a:cubicBezTo>
                    <a:pt x="5921" y="33236"/>
                    <a:pt x="5922" y="33234"/>
                    <a:pt x="5922" y="33229"/>
                  </a:cubicBezTo>
                  <a:cubicBezTo>
                    <a:pt x="6184" y="33762"/>
                    <a:pt x="6294" y="33889"/>
                    <a:pt x="6607" y="34456"/>
                  </a:cubicBezTo>
                  <a:cubicBezTo>
                    <a:pt x="6628" y="34484"/>
                    <a:pt x="6638" y="34496"/>
                    <a:pt x="6639" y="34496"/>
                  </a:cubicBezTo>
                  <a:cubicBezTo>
                    <a:pt x="6646" y="34496"/>
                    <a:pt x="6553" y="34345"/>
                    <a:pt x="6480" y="34219"/>
                  </a:cubicBezTo>
                  <a:lnTo>
                    <a:pt x="6480" y="34219"/>
                  </a:lnTo>
                  <a:cubicBezTo>
                    <a:pt x="6658" y="34498"/>
                    <a:pt x="6700" y="34498"/>
                    <a:pt x="6903" y="34871"/>
                  </a:cubicBezTo>
                  <a:cubicBezTo>
                    <a:pt x="6939" y="34927"/>
                    <a:pt x="6959" y="34953"/>
                    <a:pt x="6963" y="34953"/>
                  </a:cubicBezTo>
                  <a:cubicBezTo>
                    <a:pt x="6971" y="34953"/>
                    <a:pt x="6923" y="34858"/>
                    <a:pt x="6826" y="34698"/>
                  </a:cubicBezTo>
                  <a:lnTo>
                    <a:pt x="6826" y="34698"/>
                  </a:lnTo>
                  <a:cubicBezTo>
                    <a:pt x="6977" y="34937"/>
                    <a:pt x="7140" y="35164"/>
                    <a:pt x="7309" y="35429"/>
                  </a:cubicBezTo>
                  <a:lnTo>
                    <a:pt x="7132" y="35107"/>
                  </a:lnTo>
                  <a:lnTo>
                    <a:pt x="7343" y="35420"/>
                  </a:lnTo>
                  <a:lnTo>
                    <a:pt x="7174" y="35141"/>
                  </a:lnTo>
                  <a:lnTo>
                    <a:pt x="7244" y="35246"/>
                  </a:lnTo>
                  <a:lnTo>
                    <a:pt x="7244" y="35246"/>
                  </a:lnTo>
                  <a:cubicBezTo>
                    <a:pt x="7211" y="35190"/>
                    <a:pt x="7179" y="35132"/>
                    <a:pt x="7149" y="35074"/>
                  </a:cubicBezTo>
                  <a:cubicBezTo>
                    <a:pt x="7047" y="34913"/>
                    <a:pt x="6963" y="34752"/>
                    <a:pt x="6819" y="34532"/>
                  </a:cubicBezTo>
                  <a:lnTo>
                    <a:pt x="6819" y="34532"/>
                  </a:lnTo>
                  <a:lnTo>
                    <a:pt x="6870" y="34676"/>
                  </a:lnTo>
                  <a:cubicBezTo>
                    <a:pt x="6776" y="34541"/>
                    <a:pt x="6557" y="34194"/>
                    <a:pt x="6447" y="34025"/>
                  </a:cubicBezTo>
                  <a:cubicBezTo>
                    <a:pt x="6434" y="33987"/>
                    <a:pt x="6278" y="33703"/>
                    <a:pt x="6294" y="33703"/>
                  </a:cubicBezTo>
                  <a:lnTo>
                    <a:pt x="6294" y="33703"/>
                  </a:lnTo>
                  <a:cubicBezTo>
                    <a:pt x="6299" y="33703"/>
                    <a:pt x="6326" y="33738"/>
                    <a:pt x="6387" y="33830"/>
                  </a:cubicBezTo>
                  <a:cubicBezTo>
                    <a:pt x="6269" y="33635"/>
                    <a:pt x="6184" y="33492"/>
                    <a:pt x="6108" y="33382"/>
                  </a:cubicBezTo>
                  <a:cubicBezTo>
                    <a:pt x="6041" y="33263"/>
                    <a:pt x="5981" y="33179"/>
                    <a:pt x="5914" y="33086"/>
                  </a:cubicBezTo>
                  <a:cubicBezTo>
                    <a:pt x="5854" y="32993"/>
                    <a:pt x="5787" y="32899"/>
                    <a:pt x="5702" y="32764"/>
                  </a:cubicBezTo>
                  <a:cubicBezTo>
                    <a:pt x="5592" y="32595"/>
                    <a:pt x="5491" y="32417"/>
                    <a:pt x="5398" y="32240"/>
                  </a:cubicBezTo>
                  <a:lnTo>
                    <a:pt x="5398" y="32240"/>
                  </a:lnTo>
                  <a:cubicBezTo>
                    <a:pt x="5508" y="32460"/>
                    <a:pt x="5575" y="32578"/>
                    <a:pt x="5634" y="32688"/>
                  </a:cubicBezTo>
                  <a:lnTo>
                    <a:pt x="5846" y="33052"/>
                  </a:lnTo>
                  <a:cubicBezTo>
                    <a:pt x="5764" y="32923"/>
                    <a:pt x="5738" y="32884"/>
                    <a:pt x="5734" y="32884"/>
                  </a:cubicBezTo>
                  <a:lnTo>
                    <a:pt x="5734" y="32884"/>
                  </a:lnTo>
                  <a:cubicBezTo>
                    <a:pt x="5728" y="32884"/>
                    <a:pt x="5778" y="32978"/>
                    <a:pt x="5766" y="32978"/>
                  </a:cubicBezTo>
                  <a:cubicBezTo>
                    <a:pt x="5765" y="32978"/>
                    <a:pt x="5764" y="32977"/>
                    <a:pt x="5761" y="32976"/>
                  </a:cubicBezTo>
                  <a:cubicBezTo>
                    <a:pt x="5711" y="32866"/>
                    <a:pt x="5575" y="32646"/>
                    <a:pt x="5499" y="32502"/>
                  </a:cubicBezTo>
                  <a:cubicBezTo>
                    <a:pt x="5459" y="32427"/>
                    <a:pt x="5433" y="32375"/>
                    <a:pt x="5438" y="32375"/>
                  </a:cubicBezTo>
                  <a:lnTo>
                    <a:pt x="5438" y="32375"/>
                  </a:lnTo>
                  <a:cubicBezTo>
                    <a:pt x="5443" y="32375"/>
                    <a:pt x="5473" y="32418"/>
                    <a:pt x="5541" y="32527"/>
                  </a:cubicBezTo>
                  <a:cubicBezTo>
                    <a:pt x="5381" y="32240"/>
                    <a:pt x="5085" y="31656"/>
                    <a:pt x="5000" y="31529"/>
                  </a:cubicBezTo>
                  <a:lnTo>
                    <a:pt x="5000" y="31529"/>
                  </a:lnTo>
                  <a:lnTo>
                    <a:pt x="5127" y="31791"/>
                  </a:lnTo>
                  <a:cubicBezTo>
                    <a:pt x="5008" y="31580"/>
                    <a:pt x="4898" y="31377"/>
                    <a:pt x="4797" y="31199"/>
                  </a:cubicBezTo>
                  <a:cubicBezTo>
                    <a:pt x="4704" y="31021"/>
                    <a:pt x="4619" y="30878"/>
                    <a:pt x="4569" y="30802"/>
                  </a:cubicBezTo>
                  <a:close/>
                  <a:moveTo>
                    <a:pt x="7244" y="35246"/>
                  </a:moveTo>
                  <a:cubicBezTo>
                    <a:pt x="7321" y="35377"/>
                    <a:pt x="7405" y="35501"/>
                    <a:pt x="7496" y="35622"/>
                  </a:cubicBezTo>
                  <a:lnTo>
                    <a:pt x="7496" y="35622"/>
                  </a:lnTo>
                  <a:lnTo>
                    <a:pt x="7244" y="35246"/>
                  </a:lnTo>
                  <a:close/>
                  <a:moveTo>
                    <a:pt x="7293" y="35284"/>
                  </a:moveTo>
                  <a:cubicBezTo>
                    <a:pt x="7287" y="35284"/>
                    <a:pt x="7561" y="35669"/>
                    <a:pt x="7536" y="35669"/>
                  </a:cubicBezTo>
                  <a:cubicBezTo>
                    <a:pt x="7535" y="35669"/>
                    <a:pt x="7533" y="35668"/>
                    <a:pt x="7529" y="35666"/>
                  </a:cubicBezTo>
                  <a:cubicBezTo>
                    <a:pt x="7518" y="35651"/>
                    <a:pt x="7507" y="35637"/>
                    <a:pt x="7496" y="35622"/>
                  </a:cubicBezTo>
                  <a:lnTo>
                    <a:pt x="7496" y="35622"/>
                  </a:lnTo>
                  <a:lnTo>
                    <a:pt x="7792" y="36063"/>
                  </a:lnTo>
                  <a:cubicBezTo>
                    <a:pt x="7890" y="36209"/>
                    <a:pt x="7982" y="36345"/>
                    <a:pt x="8062" y="36467"/>
                  </a:cubicBezTo>
                  <a:lnTo>
                    <a:pt x="8062" y="36467"/>
                  </a:lnTo>
                  <a:cubicBezTo>
                    <a:pt x="7826" y="36099"/>
                    <a:pt x="7659" y="35815"/>
                    <a:pt x="7301" y="35293"/>
                  </a:cubicBezTo>
                  <a:cubicBezTo>
                    <a:pt x="7296" y="35287"/>
                    <a:pt x="7293" y="35284"/>
                    <a:pt x="7293" y="35284"/>
                  </a:cubicBezTo>
                  <a:close/>
                  <a:moveTo>
                    <a:pt x="8062" y="36467"/>
                  </a:moveTo>
                  <a:lnTo>
                    <a:pt x="8062" y="36467"/>
                  </a:lnTo>
                  <a:cubicBezTo>
                    <a:pt x="8099" y="36525"/>
                    <a:pt x="8138" y="36585"/>
                    <a:pt x="8180" y="36649"/>
                  </a:cubicBezTo>
                  <a:lnTo>
                    <a:pt x="8180" y="36649"/>
                  </a:lnTo>
                  <a:cubicBezTo>
                    <a:pt x="8144" y="36593"/>
                    <a:pt x="8105" y="36532"/>
                    <a:pt x="8062" y="36467"/>
                  </a:cubicBezTo>
                  <a:close/>
                  <a:moveTo>
                    <a:pt x="8612" y="37764"/>
                  </a:moveTo>
                  <a:lnTo>
                    <a:pt x="8747" y="37939"/>
                  </a:lnTo>
                  <a:lnTo>
                    <a:pt x="8747" y="37939"/>
                  </a:lnTo>
                  <a:cubicBezTo>
                    <a:pt x="8668" y="37844"/>
                    <a:pt x="8628" y="37788"/>
                    <a:pt x="8612" y="37764"/>
                  </a:cubicBezTo>
                  <a:close/>
                  <a:moveTo>
                    <a:pt x="9137" y="38440"/>
                  </a:moveTo>
                  <a:lnTo>
                    <a:pt x="9297" y="38643"/>
                  </a:lnTo>
                  <a:lnTo>
                    <a:pt x="9297" y="38643"/>
                  </a:lnTo>
                  <a:lnTo>
                    <a:pt x="9221" y="38584"/>
                  </a:lnTo>
                  <a:lnTo>
                    <a:pt x="9213" y="38593"/>
                  </a:lnTo>
                  <a:cubicBezTo>
                    <a:pt x="9179" y="38542"/>
                    <a:pt x="9154" y="38491"/>
                    <a:pt x="9137" y="38440"/>
                  </a:cubicBezTo>
                  <a:close/>
                  <a:moveTo>
                    <a:pt x="10203" y="39286"/>
                  </a:moveTo>
                  <a:lnTo>
                    <a:pt x="10211" y="39295"/>
                  </a:lnTo>
                  <a:lnTo>
                    <a:pt x="10219" y="39295"/>
                  </a:lnTo>
                  <a:lnTo>
                    <a:pt x="10203" y="39286"/>
                  </a:lnTo>
                  <a:close/>
                  <a:moveTo>
                    <a:pt x="10397" y="40071"/>
                  </a:moveTo>
                  <a:cubicBezTo>
                    <a:pt x="10399" y="40071"/>
                    <a:pt x="10405" y="40074"/>
                    <a:pt x="10414" y="40081"/>
                  </a:cubicBezTo>
                  <a:cubicBezTo>
                    <a:pt x="10702" y="40411"/>
                    <a:pt x="10727" y="40335"/>
                    <a:pt x="10972" y="40657"/>
                  </a:cubicBezTo>
                  <a:cubicBezTo>
                    <a:pt x="10982" y="40662"/>
                    <a:pt x="10988" y="40665"/>
                    <a:pt x="10991" y="40665"/>
                  </a:cubicBezTo>
                  <a:cubicBezTo>
                    <a:pt x="11009" y="40665"/>
                    <a:pt x="10946" y="40595"/>
                    <a:pt x="10854" y="40496"/>
                  </a:cubicBezTo>
                  <a:lnTo>
                    <a:pt x="10854" y="40496"/>
                  </a:lnTo>
                  <a:cubicBezTo>
                    <a:pt x="10879" y="40513"/>
                    <a:pt x="10896" y="40538"/>
                    <a:pt x="10930" y="40547"/>
                  </a:cubicBezTo>
                  <a:lnTo>
                    <a:pt x="11243" y="40877"/>
                  </a:lnTo>
                  <a:cubicBezTo>
                    <a:pt x="11317" y="40958"/>
                    <a:pt x="11385" y="41033"/>
                    <a:pt x="11383" y="41033"/>
                  </a:cubicBezTo>
                  <a:cubicBezTo>
                    <a:pt x="11383" y="41033"/>
                    <a:pt x="11381" y="41032"/>
                    <a:pt x="11378" y="41029"/>
                  </a:cubicBezTo>
                  <a:cubicBezTo>
                    <a:pt x="11328" y="41029"/>
                    <a:pt x="10955" y="40648"/>
                    <a:pt x="10829" y="40555"/>
                  </a:cubicBezTo>
                  <a:lnTo>
                    <a:pt x="10820" y="40555"/>
                  </a:lnTo>
                  <a:cubicBezTo>
                    <a:pt x="10735" y="40470"/>
                    <a:pt x="10372" y="40071"/>
                    <a:pt x="10397" y="40071"/>
                  </a:cubicBezTo>
                  <a:close/>
                  <a:moveTo>
                    <a:pt x="12114" y="41452"/>
                  </a:moveTo>
                  <a:cubicBezTo>
                    <a:pt x="12115" y="41452"/>
                    <a:pt x="12115" y="41452"/>
                    <a:pt x="12115" y="41453"/>
                  </a:cubicBezTo>
                  <a:lnTo>
                    <a:pt x="12115" y="41453"/>
                  </a:lnTo>
                  <a:cubicBezTo>
                    <a:pt x="12121" y="41458"/>
                    <a:pt x="12126" y="41464"/>
                    <a:pt x="12131" y="41469"/>
                  </a:cubicBezTo>
                  <a:lnTo>
                    <a:pt x="12114" y="41452"/>
                  </a:lnTo>
                  <a:close/>
                  <a:moveTo>
                    <a:pt x="11911" y="41410"/>
                  </a:moveTo>
                  <a:cubicBezTo>
                    <a:pt x="12148" y="41646"/>
                    <a:pt x="12394" y="41875"/>
                    <a:pt x="12630" y="42112"/>
                  </a:cubicBezTo>
                  <a:lnTo>
                    <a:pt x="13003" y="42475"/>
                  </a:lnTo>
                  <a:lnTo>
                    <a:pt x="13383" y="42814"/>
                  </a:lnTo>
                  <a:lnTo>
                    <a:pt x="13324" y="42746"/>
                  </a:lnTo>
                  <a:lnTo>
                    <a:pt x="13324" y="42746"/>
                  </a:lnTo>
                  <a:cubicBezTo>
                    <a:pt x="13485" y="42890"/>
                    <a:pt x="13629" y="42992"/>
                    <a:pt x="13713" y="43085"/>
                  </a:cubicBezTo>
                  <a:cubicBezTo>
                    <a:pt x="13713" y="43085"/>
                    <a:pt x="13713" y="43086"/>
                    <a:pt x="13712" y="43086"/>
                  </a:cubicBezTo>
                  <a:cubicBezTo>
                    <a:pt x="13703" y="43086"/>
                    <a:pt x="13647" y="43046"/>
                    <a:pt x="13569" y="42992"/>
                  </a:cubicBezTo>
                  <a:lnTo>
                    <a:pt x="13239" y="42746"/>
                  </a:lnTo>
                  <a:cubicBezTo>
                    <a:pt x="12986" y="42552"/>
                    <a:pt x="12707" y="42323"/>
                    <a:pt x="12580" y="42213"/>
                  </a:cubicBezTo>
                  <a:lnTo>
                    <a:pt x="12123" y="41782"/>
                  </a:lnTo>
                  <a:cubicBezTo>
                    <a:pt x="11979" y="41646"/>
                    <a:pt x="11852" y="41528"/>
                    <a:pt x="11768" y="41427"/>
                  </a:cubicBezTo>
                  <a:lnTo>
                    <a:pt x="11768" y="41427"/>
                  </a:lnTo>
                  <a:lnTo>
                    <a:pt x="11861" y="41520"/>
                  </a:lnTo>
                  <a:cubicBezTo>
                    <a:pt x="12471" y="42101"/>
                    <a:pt x="12718" y="42326"/>
                    <a:pt x="12739" y="42326"/>
                  </a:cubicBezTo>
                  <a:cubicBezTo>
                    <a:pt x="12768" y="42326"/>
                    <a:pt x="12379" y="41911"/>
                    <a:pt x="11911" y="41410"/>
                  </a:cubicBezTo>
                  <a:close/>
                  <a:moveTo>
                    <a:pt x="13646" y="43178"/>
                  </a:moveTo>
                  <a:lnTo>
                    <a:pt x="13959" y="43440"/>
                  </a:lnTo>
                  <a:cubicBezTo>
                    <a:pt x="13899" y="43414"/>
                    <a:pt x="13959" y="43482"/>
                    <a:pt x="13671" y="43220"/>
                  </a:cubicBezTo>
                  <a:lnTo>
                    <a:pt x="13671" y="43220"/>
                  </a:lnTo>
                  <a:cubicBezTo>
                    <a:pt x="13675" y="43221"/>
                    <a:pt x="13678" y="43222"/>
                    <a:pt x="13680" y="43222"/>
                  </a:cubicBezTo>
                  <a:cubicBezTo>
                    <a:pt x="13690" y="43222"/>
                    <a:pt x="13674" y="43206"/>
                    <a:pt x="13646" y="43178"/>
                  </a:cubicBezTo>
                  <a:close/>
                  <a:moveTo>
                    <a:pt x="14356" y="43829"/>
                  </a:moveTo>
                  <a:cubicBezTo>
                    <a:pt x="14356" y="43829"/>
                    <a:pt x="14356" y="43829"/>
                    <a:pt x="14356" y="43829"/>
                  </a:cubicBezTo>
                  <a:cubicBezTo>
                    <a:pt x="14356" y="43829"/>
                    <a:pt x="14356" y="43829"/>
                    <a:pt x="14356" y="43829"/>
                  </a:cubicBezTo>
                  <a:close/>
                  <a:moveTo>
                    <a:pt x="15705" y="45133"/>
                  </a:moveTo>
                  <a:cubicBezTo>
                    <a:pt x="15767" y="45180"/>
                    <a:pt x="15822" y="45219"/>
                    <a:pt x="15870" y="45250"/>
                  </a:cubicBezTo>
                  <a:cubicBezTo>
                    <a:pt x="15817" y="45213"/>
                    <a:pt x="15762" y="45174"/>
                    <a:pt x="15705" y="45133"/>
                  </a:cubicBezTo>
                  <a:close/>
                  <a:moveTo>
                    <a:pt x="17588" y="45900"/>
                  </a:moveTo>
                  <a:cubicBezTo>
                    <a:pt x="17593" y="45903"/>
                    <a:pt x="17599" y="45907"/>
                    <a:pt x="17605" y="45910"/>
                  </a:cubicBezTo>
                  <a:cubicBezTo>
                    <a:pt x="17599" y="45906"/>
                    <a:pt x="17593" y="45903"/>
                    <a:pt x="17588" y="45900"/>
                  </a:cubicBezTo>
                  <a:close/>
                  <a:moveTo>
                    <a:pt x="13888" y="43480"/>
                  </a:moveTo>
                  <a:cubicBezTo>
                    <a:pt x="13908" y="43480"/>
                    <a:pt x="14142" y="43703"/>
                    <a:pt x="14255" y="43778"/>
                  </a:cubicBezTo>
                  <a:lnTo>
                    <a:pt x="14026" y="43558"/>
                  </a:lnTo>
                  <a:lnTo>
                    <a:pt x="14026" y="43558"/>
                  </a:lnTo>
                  <a:cubicBezTo>
                    <a:pt x="14144" y="43651"/>
                    <a:pt x="14380" y="43811"/>
                    <a:pt x="14356" y="43829"/>
                  </a:cubicBezTo>
                  <a:lnTo>
                    <a:pt x="14356" y="43829"/>
                  </a:lnTo>
                  <a:cubicBezTo>
                    <a:pt x="14357" y="43829"/>
                    <a:pt x="14357" y="43829"/>
                    <a:pt x="14358" y="43829"/>
                  </a:cubicBezTo>
                  <a:cubicBezTo>
                    <a:pt x="14367" y="43829"/>
                    <a:pt x="14408" y="43852"/>
                    <a:pt x="14418" y="43852"/>
                  </a:cubicBezTo>
                  <a:cubicBezTo>
                    <a:pt x="14428" y="43852"/>
                    <a:pt x="14396" y="43821"/>
                    <a:pt x="14221" y="43685"/>
                  </a:cubicBezTo>
                  <a:lnTo>
                    <a:pt x="14221" y="43685"/>
                  </a:lnTo>
                  <a:lnTo>
                    <a:pt x="14483" y="43871"/>
                  </a:lnTo>
                  <a:cubicBezTo>
                    <a:pt x="14466" y="43854"/>
                    <a:pt x="14449" y="43837"/>
                    <a:pt x="14432" y="43821"/>
                  </a:cubicBezTo>
                  <a:lnTo>
                    <a:pt x="14432" y="43821"/>
                  </a:lnTo>
                  <a:lnTo>
                    <a:pt x="14661" y="44007"/>
                  </a:lnTo>
                  <a:cubicBezTo>
                    <a:pt x="14745" y="44091"/>
                    <a:pt x="14914" y="44227"/>
                    <a:pt x="15050" y="44362"/>
                  </a:cubicBezTo>
                  <a:cubicBezTo>
                    <a:pt x="14965" y="44311"/>
                    <a:pt x="14881" y="44252"/>
                    <a:pt x="14804" y="44184"/>
                  </a:cubicBezTo>
                  <a:lnTo>
                    <a:pt x="14804" y="44184"/>
                  </a:lnTo>
                  <a:cubicBezTo>
                    <a:pt x="14982" y="44345"/>
                    <a:pt x="15168" y="44497"/>
                    <a:pt x="15371" y="44633"/>
                  </a:cubicBezTo>
                  <a:cubicBezTo>
                    <a:pt x="15007" y="44345"/>
                    <a:pt x="15211" y="44489"/>
                    <a:pt x="15143" y="44404"/>
                  </a:cubicBezTo>
                  <a:lnTo>
                    <a:pt x="15143" y="44404"/>
                  </a:lnTo>
                  <a:cubicBezTo>
                    <a:pt x="15380" y="44565"/>
                    <a:pt x="15735" y="44853"/>
                    <a:pt x="15870" y="44946"/>
                  </a:cubicBezTo>
                  <a:cubicBezTo>
                    <a:pt x="16110" y="45139"/>
                    <a:pt x="16314" y="45306"/>
                    <a:pt x="16281" y="45306"/>
                  </a:cubicBezTo>
                  <a:cubicBezTo>
                    <a:pt x="16273" y="45306"/>
                    <a:pt x="16247" y="45294"/>
                    <a:pt x="16200" y="45267"/>
                  </a:cubicBezTo>
                  <a:lnTo>
                    <a:pt x="16200" y="45267"/>
                  </a:lnTo>
                  <a:cubicBezTo>
                    <a:pt x="16403" y="45394"/>
                    <a:pt x="16615" y="45555"/>
                    <a:pt x="16843" y="45690"/>
                  </a:cubicBezTo>
                  <a:cubicBezTo>
                    <a:pt x="16429" y="45428"/>
                    <a:pt x="16869" y="45631"/>
                    <a:pt x="16336" y="45301"/>
                  </a:cubicBezTo>
                  <a:cubicBezTo>
                    <a:pt x="16319" y="45283"/>
                    <a:pt x="16314" y="45275"/>
                    <a:pt x="16320" y="45275"/>
                  </a:cubicBezTo>
                  <a:cubicBezTo>
                    <a:pt x="16357" y="45275"/>
                    <a:pt x="16818" y="45615"/>
                    <a:pt x="17038" y="45783"/>
                  </a:cubicBezTo>
                  <a:cubicBezTo>
                    <a:pt x="16989" y="45752"/>
                    <a:pt x="16969" y="45741"/>
                    <a:pt x="16963" y="45741"/>
                  </a:cubicBezTo>
                  <a:cubicBezTo>
                    <a:pt x="16952" y="45741"/>
                    <a:pt x="16985" y="45775"/>
                    <a:pt x="16966" y="45775"/>
                  </a:cubicBezTo>
                  <a:cubicBezTo>
                    <a:pt x="16965" y="45775"/>
                    <a:pt x="16963" y="45775"/>
                    <a:pt x="16962" y="45775"/>
                  </a:cubicBezTo>
                  <a:lnTo>
                    <a:pt x="16962" y="45775"/>
                  </a:lnTo>
                  <a:cubicBezTo>
                    <a:pt x="17118" y="45875"/>
                    <a:pt x="17189" y="45916"/>
                    <a:pt x="17201" y="45916"/>
                  </a:cubicBezTo>
                  <a:cubicBezTo>
                    <a:pt x="17221" y="45916"/>
                    <a:pt x="17091" y="45812"/>
                    <a:pt x="16919" y="45682"/>
                  </a:cubicBezTo>
                  <a:lnTo>
                    <a:pt x="16919" y="45682"/>
                  </a:lnTo>
                  <a:cubicBezTo>
                    <a:pt x="17072" y="45783"/>
                    <a:pt x="17232" y="45885"/>
                    <a:pt x="17393" y="45986"/>
                  </a:cubicBezTo>
                  <a:lnTo>
                    <a:pt x="17351" y="45952"/>
                  </a:lnTo>
                  <a:lnTo>
                    <a:pt x="17824" y="46257"/>
                  </a:lnTo>
                  <a:cubicBezTo>
                    <a:pt x="17847" y="46293"/>
                    <a:pt x="17858" y="46317"/>
                    <a:pt x="17844" y="46317"/>
                  </a:cubicBezTo>
                  <a:cubicBezTo>
                    <a:pt x="17832" y="46317"/>
                    <a:pt x="17803" y="46300"/>
                    <a:pt x="17748" y="46257"/>
                  </a:cubicBezTo>
                  <a:lnTo>
                    <a:pt x="17748" y="46257"/>
                  </a:lnTo>
                  <a:lnTo>
                    <a:pt x="17985" y="46443"/>
                  </a:lnTo>
                  <a:lnTo>
                    <a:pt x="17596" y="46198"/>
                  </a:lnTo>
                  <a:lnTo>
                    <a:pt x="17596" y="46198"/>
                  </a:lnTo>
                  <a:cubicBezTo>
                    <a:pt x="17740" y="46316"/>
                    <a:pt x="18027" y="46477"/>
                    <a:pt x="18222" y="46612"/>
                  </a:cubicBezTo>
                  <a:cubicBezTo>
                    <a:pt x="18253" y="46635"/>
                    <a:pt x="18265" y="46645"/>
                    <a:pt x="18262" y="46645"/>
                  </a:cubicBezTo>
                  <a:cubicBezTo>
                    <a:pt x="18242" y="46645"/>
                    <a:pt x="17660" y="46273"/>
                    <a:pt x="17427" y="46164"/>
                  </a:cubicBezTo>
                  <a:cubicBezTo>
                    <a:pt x="17221" y="46054"/>
                    <a:pt x="16856" y="45764"/>
                    <a:pt x="16819" y="45724"/>
                  </a:cubicBezTo>
                  <a:lnTo>
                    <a:pt x="16819" y="45724"/>
                  </a:lnTo>
                  <a:cubicBezTo>
                    <a:pt x="16820" y="45724"/>
                    <a:pt x="16822" y="45724"/>
                    <a:pt x="16823" y="45724"/>
                  </a:cubicBezTo>
                  <a:cubicBezTo>
                    <a:pt x="16824" y="45724"/>
                    <a:pt x="16825" y="45724"/>
                    <a:pt x="16826" y="45724"/>
                  </a:cubicBezTo>
                  <a:cubicBezTo>
                    <a:pt x="16821" y="45721"/>
                    <a:pt x="16818" y="45719"/>
                    <a:pt x="16816" y="45719"/>
                  </a:cubicBezTo>
                  <a:lnTo>
                    <a:pt x="16816" y="45719"/>
                  </a:lnTo>
                  <a:cubicBezTo>
                    <a:pt x="16815" y="45719"/>
                    <a:pt x="16816" y="45721"/>
                    <a:pt x="16819" y="45724"/>
                  </a:cubicBezTo>
                  <a:lnTo>
                    <a:pt x="16819" y="45724"/>
                  </a:lnTo>
                  <a:cubicBezTo>
                    <a:pt x="16777" y="45716"/>
                    <a:pt x="16617" y="45604"/>
                    <a:pt x="16420" y="45470"/>
                  </a:cubicBezTo>
                  <a:lnTo>
                    <a:pt x="16099" y="45250"/>
                  </a:lnTo>
                  <a:cubicBezTo>
                    <a:pt x="15997" y="45174"/>
                    <a:pt x="15913" y="45106"/>
                    <a:pt x="15845" y="45064"/>
                  </a:cubicBezTo>
                  <a:cubicBezTo>
                    <a:pt x="15227" y="44590"/>
                    <a:pt x="15464" y="44717"/>
                    <a:pt x="14914" y="44303"/>
                  </a:cubicBezTo>
                  <a:lnTo>
                    <a:pt x="14914" y="44303"/>
                  </a:lnTo>
                  <a:cubicBezTo>
                    <a:pt x="14974" y="44362"/>
                    <a:pt x="15033" y="44421"/>
                    <a:pt x="15092" y="44472"/>
                  </a:cubicBezTo>
                  <a:cubicBezTo>
                    <a:pt x="14610" y="44100"/>
                    <a:pt x="14407" y="43930"/>
                    <a:pt x="13891" y="43491"/>
                  </a:cubicBezTo>
                  <a:cubicBezTo>
                    <a:pt x="13886" y="43483"/>
                    <a:pt x="13885" y="43480"/>
                    <a:pt x="13888" y="43480"/>
                  </a:cubicBezTo>
                  <a:close/>
                  <a:moveTo>
                    <a:pt x="18721" y="47120"/>
                  </a:moveTo>
                  <a:cubicBezTo>
                    <a:pt x="18731" y="47125"/>
                    <a:pt x="18740" y="47131"/>
                    <a:pt x="18748" y="47135"/>
                  </a:cubicBezTo>
                  <a:lnTo>
                    <a:pt x="18748" y="47135"/>
                  </a:lnTo>
                  <a:cubicBezTo>
                    <a:pt x="18739" y="47130"/>
                    <a:pt x="18730" y="47125"/>
                    <a:pt x="18721" y="47120"/>
                  </a:cubicBezTo>
                  <a:close/>
                  <a:moveTo>
                    <a:pt x="18383" y="46401"/>
                  </a:moveTo>
                  <a:cubicBezTo>
                    <a:pt x="18366" y="46401"/>
                    <a:pt x="18442" y="46460"/>
                    <a:pt x="18577" y="46536"/>
                  </a:cubicBezTo>
                  <a:cubicBezTo>
                    <a:pt x="18704" y="46621"/>
                    <a:pt x="18890" y="46722"/>
                    <a:pt x="19076" y="46841"/>
                  </a:cubicBezTo>
                  <a:lnTo>
                    <a:pt x="18899" y="46764"/>
                  </a:lnTo>
                  <a:lnTo>
                    <a:pt x="19660" y="47187"/>
                  </a:lnTo>
                  <a:cubicBezTo>
                    <a:pt x="19838" y="47238"/>
                    <a:pt x="20015" y="47306"/>
                    <a:pt x="20176" y="47399"/>
                  </a:cubicBezTo>
                  <a:cubicBezTo>
                    <a:pt x="20368" y="47529"/>
                    <a:pt x="20482" y="47632"/>
                    <a:pt x="20456" y="47648"/>
                  </a:cubicBezTo>
                  <a:lnTo>
                    <a:pt x="20456" y="47648"/>
                  </a:lnTo>
                  <a:cubicBezTo>
                    <a:pt x="20453" y="47646"/>
                    <a:pt x="20450" y="47645"/>
                    <a:pt x="20447" y="47644"/>
                  </a:cubicBezTo>
                  <a:lnTo>
                    <a:pt x="20447" y="47644"/>
                  </a:lnTo>
                  <a:lnTo>
                    <a:pt x="20454" y="47648"/>
                  </a:lnTo>
                  <a:lnTo>
                    <a:pt x="20454" y="47648"/>
                  </a:lnTo>
                  <a:cubicBezTo>
                    <a:pt x="20455" y="47648"/>
                    <a:pt x="20455" y="47648"/>
                    <a:pt x="20456" y="47648"/>
                  </a:cubicBezTo>
                  <a:lnTo>
                    <a:pt x="20456" y="47648"/>
                  </a:lnTo>
                  <a:cubicBezTo>
                    <a:pt x="20542" y="47683"/>
                    <a:pt x="20699" y="47758"/>
                    <a:pt x="20895" y="47864"/>
                  </a:cubicBezTo>
                  <a:cubicBezTo>
                    <a:pt x="21090" y="47974"/>
                    <a:pt x="21335" y="48084"/>
                    <a:pt x="21580" y="48219"/>
                  </a:cubicBezTo>
                  <a:lnTo>
                    <a:pt x="21360" y="48118"/>
                  </a:lnTo>
                  <a:lnTo>
                    <a:pt x="21360" y="48118"/>
                  </a:lnTo>
                  <a:cubicBezTo>
                    <a:pt x="21606" y="48245"/>
                    <a:pt x="21851" y="48363"/>
                    <a:pt x="22105" y="48473"/>
                  </a:cubicBezTo>
                  <a:cubicBezTo>
                    <a:pt x="22101" y="48472"/>
                    <a:pt x="22098" y="48471"/>
                    <a:pt x="22097" y="48471"/>
                  </a:cubicBezTo>
                  <a:cubicBezTo>
                    <a:pt x="22092" y="48471"/>
                    <a:pt x="22123" y="48489"/>
                    <a:pt x="22173" y="48524"/>
                  </a:cubicBezTo>
                  <a:cubicBezTo>
                    <a:pt x="22415" y="48637"/>
                    <a:pt x="22590" y="48701"/>
                    <a:pt x="22624" y="48701"/>
                  </a:cubicBezTo>
                  <a:cubicBezTo>
                    <a:pt x="22642" y="48701"/>
                    <a:pt x="22624" y="48685"/>
                    <a:pt x="22562" y="48651"/>
                  </a:cubicBezTo>
                  <a:lnTo>
                    <a:pt x="22435" y="48600"/>
                  </a:lnTo>
                  <a:cubicBezTo>
                    <a:pt x="22359" y="48549"/>
                    <a:pt x="22274" y="48507"/>
                    <a:pt x="22198" y="48456"/>
                  </a:cubicBezTo>
                  <a:cubicBezTo>
                    <a:pt x="22080" y="48448"/>
                    <a:pt x="21360" y="48050"/>
                    <a:pt x="20946" y="47856"/>
                  </a:cubicBezTo>
                  <a:lnTo>
                    <a:pt x="20946" y="47856"/>
                  </a:lnTo>
                  <a:cubicBezTo>
                    <a:pt x="21234" y="47983"/>
                    <a:pt x="21496" y="48059"/>
                    <a:pt x="21834" y="48270"/>
                  </a:cubicBezTo>
                  <a:lnTo>
                    <a:pt x="21809" y="48228"/>
                  </a:lnTo>
                  <a:lnTo>
                    <a:pt x="21809" y="48228"/>
                  </a:lnTo>
                  <a:cubicBezTo>
                    <a:pt x="22122" y="48389"/>
                    <a:pt x="22359" y="48541"/>
                    <a:pt x="22545" y="48600"/>
                  </a:cubicBezTo>
                  <a:cubicBezTo>
                    <a:pt x="22426" y="48541"/>
                    <a:pt x="22299" y="48490"/>
                    <a:pt x="22181" y="48422"/>
                  </a:cubicBezTo>
                  <a:lnTo>
                    <a:pt x="22198" y="48414"/>
                  </a:lnTo>
                  <a:cubicBezTo>
                    <a:pt x="21936" y="48287"/>
                    <a:pt x="21606" y="48135"/>
                    <a:pt x="21377" y="47999"/>
                  </a:cubicBezTo>
                  <a:cubicBezTo>
                    <a:pt x="21267" y="47949"/>
                    <a:pt x="21157" y="47915"/>
                    <a:pt x="21014" y="47847"/>
                  </a:cubicBezTo>
                  <a:cubicBezTo>
                    <a:pt x="20870" y="47780"/>
                    <a:pt x="20684" y="47678"/>
                    <a:pt x="20413" y="47526"/>
                  </a:cubicBezTo>
                  <a:lnTo>
                    <a:pt x="20438" y="47526"/>
                  </a:lnTo>
                  <a:cubicBezTo>
                    <a:pt x="20202" y="47416"/>
                    <a:pt x="19965" y="47289"/>
                    <a:pt x="19753" y="47145"/>
                  </a:cubicBezTo>
                  <a:cubicBezTo>
                    <a:pt x="19516" y="46984"/>
                    <a:pt x="19288" y="46832"/>
                    <a:pt x="19153" y="46764"/>
                  </a:cubicBezTo>
                  <a:cubicBezTo>
                    <a:pt x="19141" y="46761"/>
                    <a:pt x="19133" y="46759"/>
                    <a:pt x="19128" y="46759"/>
                  </a:cubicBezTo>
                  <a:cubicBezTo>
                    <a:pt x="19061" y="46759"/>
                    <a:pt x="19739" y="47144"/>
                    <a:pt x="19897" y="47255"/>
                  </a:cubicBezTo>
                  <a:cubicBezTo>
                    <a:pt x="19723" y="47174"/>
                    <a:pt x="19554" y="47057"/>
                    <a:pt x="19546" y="47057"/>
                  </a:cubicBezTo>
                  <a:lnTo>
                    <a:pt x="19546" y="47057"/>
                  </a:lnTo>
                  <a:cubicBezTo>
                    <a:pt x="19544" y="47057"/>
                    <a:pt x="19562" y="47073"/>
                    <a:pt x="19609" y="47111"/>
                  </a:cubicBezTo>
                  <a:cubicBezTo>
                    <a:pt x="19076" y="46815"/>
                    <a:pt x="19322" y="46891"/>
                    <a:pt x="18873" y="46654"/>
                  </a:cubicBezTo>
                  <a:lnTo>
                    <a:pt x="18873" y="46654"/>
                  </a:lnTo>
                  <a:lnTo>
                    <a:pt x="19110" y="46815"/>
                  </a:lnTo>
                  <a:cubicBezTo>
                    <a:pt x="18907" y="46714"/>
                    <a:pt x="18586" y="46502"/>
                    <a:pt x="18383" y="46401"/>
                  </a:cubicBezTo>
                  <a:close/>
                  <a:moveTo>
                    <a:pt x="22748" y="49006"/>
                  </a:moveTo>
                  <a:cubicBezTo>
                    <a:pt x="22809" y="49033"/>
                    <a:pt x="22856" y="49052"/>
                    <a:pt x="22890" y="49067"/>
                  </a:cubicBezTo>
                  <a:lnTo>
                    <a:pt x="22890" y="49067"/>
                  </a:lnTo>
                  <a:cubicBezTo>
                    <a:pt x="22843" y="49046"/>
                    <a:pt x="22795" y="49026"/>
                    <a:pt x="22748" y="49006"/>
                  </a:cubicBezTo>
                  <a:close/>
                  <a:moveTo>
                    <a:pt x="23606" y="49080"/>
                  </a:moveTo>
                  <a:lnTo>
                    <a:pt x="23737" y="49134"/>
                  </a:lnTo>
                  <a:lnTo>
                    <a:pt x="23737" y="49134"/>
                  </a:lnTo>
                  <a:cubicBezTo>
                    <a:pt x="23693" y="49114"/>
                    <a:pt x="23650" y="49096"/>
                    <a:pt x="23606" y="49080"/>
                  </a:cubicBezTo>
                  <a:close/>
                  <a:moveTo>
                    <a:pt x="23737" y="49134"/>
                  </a:moveTo>
                  <a:cubicBezTo>
                    <a:pt x="23783" y="49155"/>
                    <a:pt x="23828" y="49177"/>
                    <a:pt x="23873" y="49201"/>
                  </a:cubicBezTo>
                  <a:cubicBezTo>
                    <a:pt x="24103" y="49299"/>
                    <a:pt x="24136" y="49321"/>
                    <a:pt x="24117" y="49321"/>
                  </a:cubicBezTo>
                  <a:cubicBezTo>
                    <a:pt x="24101" y="49321"/>
                    <a:pt x="24046" y="49305"/>
                    <a:pt x="24041" y="49305"/>
                  </a:cubicBezTo>
                  <a:lnTo>
                    <a:pt x="24041" y="49305"/>
                  </a:lnTo>
                  <a:cubicBezTo>
                    <a:pt x="24039" y="49305"/>
                    <a:pt x="24047" y="49309"/>
                    <a:pt x="24076" y="49319"/>
                  </a:cubicBezTo>
                  <a:cubicBezTo>
                    <a:pt x="24211" y="49395"/>
                    <a:pt x="24364" y="49471"/>
                    <a:pt x="24524" y="49531"/>
                  </a:cubicBezTo>
                  <a:lnTo>
                    <a:pt x="24837" y="49657"/>
                  </a:lnTo>
                  <a:cubicBezTo>
                    <a:pt x="24939" y="49691"/>
                    <a:pt x="25040" y="49725"/>
                    <a:pt x="25116" y="49759"/>
                  </a:cubicBezTo>
                  <a:cubicBezTo>
                    <a:pt x="25123" y="49762"/>
                    <a:pt x="25124" y="49764"/>
                    <a:pt x="25122" y="49764"/>
                  </a:cubicBezTo>
                  <a:cubicBezTo>
                    <a:pt x="25110" y="49764"/>
                    <a:pt x="25031" y="49739"/>
                    <a:pt x="24990" y="49725"/>
                  </a:cubicBezTo>
                  <a:lnTo>
                    <a:pt x="24990" y="49725"/>
                  </a:lnTo>
                  <a:cubicBezTo>
                    <a:pt x="25036" y="49742"/>
                    <a:pt x="25091" y="49763"/>
                    <a:pt x="25151" y="49785"/>
                  </a:cubicBezTo>
                  <a:lnTo>
                    <a:pt x="25151" y="49785"/>
                  </a:lnTo>
                  <a:cubicBezTo>
                    <a:pt x="25145" y="49782"/>
                    <a:pt x="25145" y="49780"/>
                    <a:pt x="25149" y="49780"/>
                  </a:cubicBezTo>
                  <a:cubicBezTo>
                    <a:pt x="25164" y="49780"/>
                    <a:pt x="25240" y="49803"/>
                    <a:pt x="25256" y="49803"/>
                  </a:cubicBezTo>
                  <a:cubicBezTo>
                    <a:pt x="25266" y="49803"/>
                    <a:pt x="25254" y="49795"/>
                    <a:pt x="25193" y="49767"/>
                  </a:cubicBezTo>
                  <a:cubicBezTo>
                    <a:pt x="25006" y="49700"/>
                    <a:pt x="24829" y="49632"/>
                    <a:pt x="24651" y="49556"/>
                  </a:cubicBezTo>
                  <a:lnTo>
                    <a:pt x="24693" y="49556"/>
                  </a:lnTo>
                  <a:cubicBezTo>
                    <a:pt x="24482" y="49463"/>
                    <a:pt x="24228" y="49344"/>
                    <a:pt x="23958" y="49226"/>
                  </a:cubicBezTo>
                  <a:lnTo>
                    <a:pt x="23737" y="49134"/>
                  </a:lnTo>
                  <a:close/>
                  <a:moveTo>
                    <a:pt x="25151" y="49785"/>
                  </a:moveTo>
                  <a:lnTo>
                    <a:pt x="25151" y="49785"/>
                  </a:lnTo>
                  <a:cubicBezTo>
                    <a:pt x="25156" y="49788"/>
                    <a:pt x="25167" y="49794"/>
                    <a:pt x="25184" y="49801"/>
                  </a:cubicBezTo>
                  <a:lnTo>
                    <a:pt x="25294" y="49839"/>
                  </a:lnTo>
                  <a:lnTo>
                    <a:pt x="25294" y="49839"/>
                  </a:lnTo>
                  <a:cubicBezTo>
                    <a:pt x="25245" y="49821"/>
                    <a:pt x="25197" y="49802"/>
                    <a:pt x="25151" y="49785"/>
                  </a:cubicBezTo>
                  <a:close/>
                  <a:moveTo>
                    <a:pt x="25448" y="49937"/>
                  </a:moveTo>
                  <a:lnTo>
                    <a:pt x="25514" y="49962"/>
                  </a:lnTo>
                  <a:cubicBezTo>
                    <a:pt x="25493" y="49953"/>
                    <a:pt x="25470" y="49944"/>
                    <a:pt x="25448" y="49937"/>
                  </a:cubicBezTo>
                  <a:close/>
                  <a:moveTo>
                    <a:pt x="25294" y="49839"/>
                  </a:moveTo>
                  <a:cubicBezTo>
                    <a:pt x="25556" y="49939"/>
                    <a:pt x="25844" y="50047"/>
                    <a:pt x="25891" y="50047"/>
                  </a:cubicBezTo>
                  <a:cubicBezTo>
                    <a:pt x="25893" y="50047"/>
                    <a:pt x="25894" y="50047"/>
                    <a:pt x="25895" y="50047"/>
                  </a:cubicBezTo>
                  <a:lnTo>
                    <a:pt x="25294" y="49839"/>
                  </a:lnTo>
                  <a:close/>
                  <a:moveTo>
                    <a:pt x="27268" y="51020"/>
                  </a:moveTo>
                  <a:cubicBezTo>
                    <a:pt x="27291" y="51028"/>
                    <a:pt x="27315" y="51036"/>
                    <a:pt x="27341" y="51045"/>
                  </a:cubicBezTo>
                  <a:cubicBezTo>
                    <a:pt x="27320" y="51030"/>
                    <a:pt x="27292" y="51022"/>
                    <a:pt x="27268" y="51020"/>
                  </a:cubicBezTo>
                  <a:close/>
                  <a:moveTo>
                    <a:pt x="30666" y="51595"/>
                  </a:moveTo>
                  <a:cubicBezTo>
                    <a:pt x="30726" y="51607"/>
                    <a:pt x="30797" y="51621"/>
                    <a:pt x="30874" y="51638"/>
                  </a:cubicBezTo>
                  <a:lnTo>
                    <a:pt x="30874" y="51638"/>
                  </a:lnTo>
                  <a:cubicBezTo>
                    <a:pt x="30811" y="51623"/>
                    <a:pt x="30742" y="51609"/>
                    <a:pt x="30666" y="51595"/>
                  </a:cubicBezTo>
                  <a:close/>
                  <a:moveTo>
                    <a:pt x="19474" y="47247"/>
                  </a:moveTo>
                  <a:lnTo>
                    <a:pt x="19736" y="47416"/>
                  </a:lnTo>
                  <a:lnTo>
                    <a:pt x="19990" y="47551"/>
                  </a:lnTo>
                  <a:lnTo>
                    <a:pt x="20015" y="47593"/>
                  </a:lnTo>
                  <a:cubicBezTo>
                    <a:pt x="20227" y="47712"/>
                    <a:pt x="20421" y="47822"/>
                    <a:pt x="20616" y="47923"/>
                  </a:cubicBezTo>
                  <a:cubicBezTo>
                    <a:pt x="20802" y="48025"/>
                    <a:pt x="20988" y="48118"/>
                    <a:pt x="21183" y="48211"/>
                  </a:cubicBezTo>
                  <a:lnTo>
                    <a:pt x="21758" y="48482"/>
                  </a:lnTo>
                  <a:cubicBezTo>
                    <a:pt x="21961" y="48583"/>
                    <a:pt x="22164" y="48693"/>
                    <a:pt x="22393" y="48803"/>
                  </a:cubicBezTo>
                  <a:cubicBezTo>
                    <a:pt x="22268" y="48772"/>
                    <a:pt x="21981" y="48613"/>
                    <a:pt x="21960" y="48613"/>
                  </a:cubicBezTo>
                  <a:cubicBezTo>
                    <a:pt x="21958" y="48613"/>
                    <a:pt x="21958" y="48614"/>
                    <a:pt x="21961" y="48617"/>
                  </a:cubicBezTo>
                  <a:cubicBezTo>
                    <a:pt x="22130" y="48702"/>
                    <a:pt x="22299" y="48778"/>
                    <a:pt x="22477" y="48837"/>
                  </a:cubicBezTo>
                  <a:cubicBezTo>
                    <a:pt x="22646" y="48905"/>
                    <a:pt x="22816" y="48981"/>
                    <a:pt x="22976" y="49074"/>
                  </a:cubicBezTo>
                  <a:cubicBezTo>
                    <a:pt x="22786" y="48986"/>
                    <a:pt x="22719" y="48956"/>
                    <a:pt x="22715" y="48956"/>
                  </a:cubicBezTo>
                  <a:lnTo>
                    <a:pt x="22715" y="48956"/>
                  </a:lnTo>
                  <a:cubicBezTo>
                    <a:pt x="22705" y="48956"/>
                    <a:pt x="22992" y="49097"/>
                    <a:pt x="22971" y="49097"/>
                  </a:cubicBezTo>
                  <a:cubicBezTo>
                    <a:pt x="22966" y="49097"/>
                    <a:pt x="22942" y="49088"/>
                    <a:pt x="22890" y="49067"/>
                  </a:cubicBezTo>
                  <a:lnTo>
                    <a:pt x="22890" y="49067"/>
                  </a:lnTo>
                  <a:cubicBezTo>
                    <a:pt x="23088" y="49153"/>
                    <a:pt x="23286" y="49247"/>
                    <a:pt x="23484" y="49336"/>
                  </a:cubicBezTo>
                  <a:cubicBezTo>
                    <a:pt x="23729" y="49438"/>
                    <a:pt x="23966" y="49548"/>
                    <a:pt x="24203" y="49649"/>
                  </a:cubicBezTo>
                  <a:cubicBezTo>
                    <a:pt x="24431" y="49751"/>
                    <a:pt x="24651" y="49861"/>
                    <a:pt x="24854" y="49945"/>
                  </a:cubicBezTo>
                  <a:cubicBezTo>
                    <a:pt x="25057" y="50030"/>
                    <a:pt x="25243" y="50106"/>
                    <a:pt x="25413" y="50165"/>
                  </a:cubicBezTo>
                  <a:cubicBezTo>
                    <a:pt x="25382" y="50150"/>
                    <a:pt x="25373" y="50145"/>
                    <a:pt x="25378" y="50145"/>
                  </a:cubicBezTo>
                  <a:cubicBezTo>
                    <a:pt x="25402" y="50145"/>
                    <a:pt x="25688" y="50250"/>
                    <a:pt x="25709" y="50250"/>
                  </a:cubicBezTo>
                  <a:cubicBezTo>
                    <a:pt x="25793" y="50283"/>
                    <a:pt x="25819" y="50298"/>
                    <a:pt x="25806" y="50298"/>
                  </a:cubicBezTo>
                  <a:cubicBezTo>
                    <a:pt x="25793" y="50298"/>
                    <a:pt x="25742" y="50283"/>
                    <a:pt x="25675" y="50258"/>
                  </a:cubicBezTo>
                  <a:lnTo>
                    <a:pt x="25675" y="50258"/>
                  </a:lnTo>
                  <a:cubicBezTo>
                    <a:pt x="26005" y="50402"/>
                    <a:pt x="26055" y="50444"/>
                    <a:pt x="25988" y="50444"/>
                  </a:cubicBezTo>
                  <a:lnTo>
                    <a:pt x="25303" y="50174"/>
                  </a:lnTo>
                  <a:lnTo>
                    <a:pt x="25303" y="50174"/>
                  </a:lnTo>
                  <a:cubicBezTo>
                    <a:pt x="25523" y="50267"/>
                    <a:pt x="25632" y="50334"/>
                    <a:pt x="25819" y="50410"/>
                  </a:cubicBezTo>
                  <a:cubicBezTo>
                    <a:pt x="25912" y="50453"/>
                    <a:pt x="26005" y="50487"/>
                    <a:pt x="26106" y="50512"/>
                  </a:cubicBezTo>
                  <a:cubicBezTo>
                    <a:pt x="26176" y="50531"/>
                    <a:pt x="26200" y="50536"/>
                    <a:pt x="26208" y="50536"/>
                  </a:cubicBezTo>
                  <a:cubicBezTo>
                    <a:pt x="26215" y="50536"/>
                    <a:pt x="26212" y="50533"/>
                    <a:pt x="26216" y="50529"/>
                  </a:cubicBezTo>
                  <a:lnTo>
                    <a:pt x="27087" y="50766"/>
                  </a:lnTo>
                  <a:lnTo>
                    <a:pt x="27071" y="50766"/>
                  </a:lnTo>
                  <a:cubicBezTo>
                    <a:pt x="27316" y="50859"/>
                    <a:pt x="27570" y="50935"/>
                    <a:pt x="27823" y="51011"/>
                  </a:cubicBezTo>
                  <a:lnTo>
                    <a:pt x="27730" y="50994"/>
                  </a:lnTo>
                  <a:lnTo>
                    <a:pt x="28179" y="51113"/>
                  </a:lnTo>
                  <a:cubicBezTo>
                    <a:pt x="28162" y="51138"/>
                    <a:pt x="28314" y="51172"/>
                    <a:pt x="28280" y="51180"/>
                  </a:cubicBezTo>
                  <a:cubicBezTo>
                    <a:pt x="28543" y="51324"/>
                    <a:pt x="29278" y="51459"/>
                    <a:pt x="29888" y="51654"/>
                  </a:cubicBezTo>
                  <a:lnTo>
                    <a:pt x="29786" y="51637"/>
                  </a:lnTo>
                  <a:lnTo>
                    <a:pt x="29786" y="51637"/>
                  </a:lnTo>
                  <a:cubicBezTo>
                    <a:pt x="29871" y="51654"/>
                    <a:pt x="29989" y="51688"/>
                    <a:pt x="30116" y="51713"/>
                  </a:cubicBezTo>
                  <a:cubicBezTo>
                    <a:pt x="30251" y="51738"/>
                    <a:pt x="30404" y="51781"/>
                    <a:pt x="30556" y="51823"/>
                  </a:cubicBezTo>
                  <a:cubicBezTo>
                    <a:pt x="30877" y="51899"/>
                    <a:pt x="31207" y="51992"/>
                    <a:pt x="31478" y="52060"/>
                  </a:cubicBezTo>
                  <a:lnTo>
                    <a:pt x="31461" y="52060"/>
                  </a:lnTo>
                  <a:cubicBezTo>
                    <a:pt x="31284" y="52024"/>
                    <a:pt x="31183" y="52007"/>
                    <a:pt x="31149" y="52007"/>
                  </a:cubicBezTo>
                  <a:cubicBezTo>
                    <a:pt x="31119" y="52007"/>
                    <a:pt x="31140" y="52019"/>
                    <a:pt x="31207" y="52043"/>
                  </a:cubicBezTo>
                  <a:lnTo>
                    <a:pt x="30810" y="51958"/>
                  </a:lnTo>
                  <a:cubicBezTo>
                    <a:pt x="30632" y="51916"/>
                    <a:pt x="30124" y="51798"/>
                    <a:pt x="30091" y="51764"/>
                  </a:cubicBezTo>
                  <a:lnTo>
                    <a:pt x="30091" y="51764"/>
                  </a:lnTo>
                  <a:cubicBezTo>
                    <a:pt x="30287" y="51813"/>
                    <a:pt x="30370" y="51834"/>
                    <a:pt x="30382" y="51834"/>
                  </a:cubicBezTo>
                  <a:cubicBezTo>
                    <a:pt x="30392" y="51834"/>
                    <a:pt x="30344" y="51817"/>
                    <a:pt x="30268" y="51789"/>
                  </a:cubicBezTo>
                  <a:cubicBezTo>
                    <a:pt x="30074" y="51755"/>
                    <a:pt x="29820" y="51688"/>
                    <a:pt x="29600" y="51629"/>
                  </a:cubicBezTo>
                  <a:cubicBezTo>
                    <a:pt x="29437" y="51583"/>
                    <a:pt x="29304" y="51552"/>
                    <a:pt x="29256" y="51552"/>
                  </a:cubicBezTo>
                  <a:cubicBezTo>
                    <a:pt x="29241" y="51552"/>
                    <a:pt x="29234" y="51555"/>
                    <a:pt x="29236" y="51561"/>
                  </a:cubicBezTo>
                  <a:cubicBezTo>
                    <a:pt x="29059" y="51510"/>
                    <a:pt x="28889" y="51459"/>
                    <a:pt x="28720" y="51392"/>
                  </a:cubicBezTo>
                  <a:cubicBezTo>
                    <a:pt x="28708" y="51384"/>
                    <a:pt x="28710" y="51381"/>
                    <a:pt x="28722" y="51381"/>
                  </a:cubicBezTo>
                  <a:cubicBezTo>
                    <a:pt x="28753" y="51381"/>
                    <a:pt x="28844" y="51399"/>
                    <a:pt x="28940" y="51417"/>
                  </a:cubicBezTo>
                  <a:cubicBezTo>
                    <a:pt x="28695" y="51358"/>
                    <a:pt x="28441" y="51273"/>
                    <a:pt x="28196" y="51197"/>
                  </a:cubicBezTo>
                  <a:lnTo>
                    <a:pt x="27460" y="50977"/>
                  </a:lnTo>
                  <a:lnTo>
                    <a:pt x="27460" y="50977"/>
                  </a:lnTo>
                  <a:cubicBezTo>
                    <a:pt x="27389" y="50984"/>
                    <a:pt x="28102" y="51207"/>
                    <a:pt x="28023" y="51207"/>
                  </a:cubicBezTo>
                  <a:cubicBezTo>
                    <a:pt x="28008" y="51207"/>
                    <a:pt x="27965" y="51199"/>
                    <a:pt x="27883" y="51180"/>
                  </a:cubicBezTo>
                  <a:cubicBezTo>
                    <a:pt x="27663" y="51155"/>
                    <a:pt x="27451" y="51104"/>
                    <a:pt x="27257" y="51019"/>
                  </a:cubicBezTo>
                  <a:cubicBezTo>
                    <a:pt x="27260" y="51019"/>
                    <a:pt x="27264" y="51020"/>
                    <a:pt x="27268" y="51020"/>
                  </a:cubicBezTo>
                  <a:lnTo>
                    <a:pt x="27268" y="51020"/>
                  </a:lnTo>
                  <a:cubicBezTo>
                    <a:pt x="27102" y="50962"/>
                    <a:pt x="27050" y="50932"/>
                    <a:pt x="26834" y="50850"/>
                  </a:cubicBezTo>
                  <a:cubicBezTo>
                    <a:pt x="26823" y="50842"/>
                    <a:pt x="26824" y="50839"/>
                    <a:pt x="26832" y="50839"/>
                  </a:cubicBezTo>
                  <a:cubicBezTo>
                    <a:pt x="26878" y="50839"/>
                    <a:pt x="27173" y="50941"/>
                    <a:pt x="27316" y="50977"/>
                  </a:cubicBezTo>
                  <a:cubicBezTo>
                    <a:pt x="27155" y="50926"/>
                    <a:pt x="26969" y="50876"/>
                    <a:pt x="26800" y="50808"/>
                  </a:cubicBezTo>
                  <a:lnTo>
                    <a:pt x="26842" y="50808"/>
                  </a:lnTo>
                  <a:lnTo>
                    <a:pt x="26309" y="50630"/>
                  </a:lnTo>
                  <a:cubicBezTo>
                    <a:pt x="26281" y="50623"/>
                    <a:pt x="26267" y="50620"/>
                    <a:pt x="26263" y="50620"/>
                  </a:cubicBezTo>
                  <a:cubicBezTo>
                    <a:pt x="26238" y="50620"/>
                    <a:pt x="26717" y="50777"/>
                    <a:pt x="26732" y="50800"/>
                  </a:cubicBezTo>
                  <a:lnTo>
                    <a:pt x="26394" y="50698"/>
                  </a:lnTo>
                  <a:lnTo>
                    <a:pt x="26005" y="50563"/>
                  </a:lnTo>
                  <a:lnTo>
                    <a:pt x="25506" y="50368"/>
                  </a:lnTo>
                  <a:cubicBezTo>
                    <a:pt x="25159" y="50233"/>
                    <a:pt x="24820" y="50089"/>
                    <a:pt x="24660" y="50004"/>
                  </a:cubicBezTo>
                  <a:cubicBezTo>
                    <a:pt x="24439" y="49900"/>
                    <a:pt x="24377" y="49878"/>
                    <a:pt x="24354" y="49878"/>
                  </a:cubicBezTo>
                  <a:cubicBezTo>
                    <a:pt x="24338" y="49878"/>
                    <a:pt x="24341" y="49890"/>
                    <a:pt x="24318" y="49890"/>
                  </a:cubicBezTo>
                  <a:cubicBezTo>
                    <a:pt x="24311" y="49890"/>
                    <a:pt x="24301" y="49889"/>
                    <a:pt x="24287" y="49886"/>
                  </a:cubicBezTo>
                  <a:cubicBezTo>
                    <a:pt x="24017" y="49793"/>
                    <a:pt x="23788" y="49657"/>
                    <a:pt x="23526" y="49556"/>
                  </a:cubicBezTo>
                  <a:cubicBezTo>
                    <a:pt x="23526" y="49557"/>
                    <a:pt x="23525" y="49558"/>
                    <a:pt x="23522" y="49558"/>
                  </a:cubicBezTo>
                  <a:cubicBezTo>
                    <a:pt x="23506" y="49558"/>
                    <a:pt x="23439" y="49536"/>
                    <a:pt x="23365" y="49514"/>
                  </a:cubicBezTo>
                  <a:cubicBezTo>
                    <a:pt x="23315" y="49488"/>
                    <a:pt x="23255" y="49471"/>
                    <a:pt x="23196" y="49463"/>
                  </a:cubicBezTo>
                  <a:lnTo>
                    <a:pt x="22782" y="49260"/>
                  </a:lnTo>
                  <a:cubicBezTo>
                    <a:pt x="22756" y="49252"/>
                    <a:pt x="22741" y="49248"/>
                    <a:pt x="22735" y="49248"/>
                  </a:cubicBezTo>
                  <a:cubicBezTo>
                    <a:pt x="22685" y="49248"/>
                    <a:pt x="23291" y="49512"/>
                    <a:pt x="23382" y="49573"/>
                  </a:cubicBezTo>
                  <a:cubicBezTo>
                    <a:pt x="23431" y="49603"/>
                    <a:pt x="23442" y="49615"/>
                    <a:pt x="23431" y="49615"/>
                  </a:cubicBezTo>
                  <a:cubicBezTo>
                    <a:pt x="23417" y="49615"/>
                    <a:pt x="23370" y="49596"/>
                    <a:pt x="23323" y="49573"/>
                  </a:cubicBezTo>
                  <a:cubicBezTo>
                    <a:pt x="23264" y="49543"/>
                    <a:pt x="23196" y="49509"/>
                    <a:pt x="23184" y="49509"/>
                  </a:cubicBezTo>
                  <a:cubicBezTo>
                    <a:pt x="23179" y="49509"/>
                    <a:pt x="23184" y="49515"/>
                    <a:pt x="23205" y="49531"/>
                  </a:cubicBezTo>
                  <a:cubicBezTo>
                    <a:pt x="23374" y="49598"/>
                    <a:pt x="23543" y="49666"/>
                    <a:pt x="23721" y="49725"/>
                  </a:cubicBezTo>
                  <a:cubicBezTo>
                    <a:pt x="23907" y="49801"/>
                    <a:pt x="24000" y="49852"/>
                    <a:pt x="23991" y="49861"/>
                  </a:cubicBezTo>
                  <a:cubicBezTo>
                    <a:pt x="23475" y="49624"/>
                    <a:pt x="23704" y="49767"/>
                    <a:pt x="23281" y="49581"/>
                  </a:cubicBezTo>
                  <a:lnTo>
                    <a:pt x="23264" y="49564"/>
                  </a:lnTo>
                  <a:cubicBezTo>
                    <a:pt x="23263" y="49565"/>
                    <a:pt x="23262" y="49565"/>
                    <a:pt x="23261" y="49565"/>
                  </a:cubicBezTo>
                  <a:cubicBezTo>
                    <a:pt x="23214" y="49565"/>
                    <a:pt x="22648" y="49283"/>
                    <a:pt x="22426" y="49192"/>
                  </a:cubicBezTo>
                  <a:cubicBezTo>
                    <a:pt x="22319" y="49132"/>
                    <a:pt x="22287" y="49110"/>
                    <a:pt x="22300" y="49110"/>
                  </a:cubicBezTo>
                  <a:cubicBezTo>
                    <a:pt x="22341" y="49110"/>
                    <a:pt x="22800" y="49319"/>
                    <a:pt x="22807" y="49319"/>
                  </a:cubicBezTo>
                  <a:cubicBezTo>
                    <a:pt x="22807" y="49319"/>
                    <a:pt x="22807" y="49319"/>
                    <a:pt x="22807" y="49319"/>
                  </a:cubicBezTo>
                  <a:lnTo>
                    <a:pt x="22240" y="49057"/>
                  </a:lnTo>
                  <a:lnTo>
                    <a:pt x="22240" y="49057"/>
                  </a:lnTo>
                  <a:cubicBezTo>
                    <a:pt x="22333" y="49094"/>
                    <a:pt x="22360" y="49101"/>
                    <a:pt x="22374" y="49101"/>
                  </a:cubicBezTo>
                  <a:cubicBezTo>
                    <a:pt x="22381" y="49101"/>
                    <a:pt x="22384" y="49099"/>
                    <a:pt x="22391" y="49099"/>
                  </a:cubicBezTo>
                  <a:cubicBezTo>
                    <a:pt x="22407" y="49099"/>
                    <a:pt x="22443" y="49108"/>
                    <a:pt x="22587" y="49167"/>
                  </a:cubicBezTo>
                  <a:cubicBezTo>
                    <a:pt x="22249" y="49015"/>
                    <a:pt x="22215" y="48981"/>
                    <a:pt x="21893" y="48828"/>
                  </a:cubicBezTo>
                  <a:lnTo>
                    <a:pt x="21893" y="48828"/>
                  </a:lnTo>
                  <a:cubicBezTo>
                    <a:pt x="21950" y="48850"/>
                    <a:pt x="21980" y="48859"/>
                    <a:pt x="21990" y="48859"/>
                  </a:cubicBezTo>
                  <a:cubicBezTo>
                    <a:pt x="22047" y="48859"/>
                    <a:pt x="21450" y="48560"/>
                    <a:pt x="21428" y="48524"/>
                  </a:cubicBezTo>
                  <a:lnTo>
                    <a:pt x="21428" y="48524"/>
                  </a:lnTo>
                  <a:cubicBezTo>
                    <a:pt x="21623" y="48617"/>
                    <a:pt x="21885" y="48769"/>
                    <a:pt x="22096" y="48888"/>
                  </a:cubicBezTo>
                  <a:cubicBezTo>
                    <a:pt x="22206" y="48938"/>
                    <a:pt x="22308" y="48989"/>
                    <a:pt x="22409" y="49057"/>
                  </a:cubicBezTo>
                  <a:cubicBezTo>
                    <a:pt x="22409" y="49056"/>
                    <a:pt x="22409" y="49056"/>
                    <a:pt x="22410" y="49056"/>
                  </a:cubicBezTo>
                  <a:cubicBezTo>
                    <a:pt x="22433" y="49056"/>
                    <a:pt x="22864" y="49272"/>
                    <a:pt x="23035" y="49361"/>
                  </a:cubicBezTo>
                  <a:lnTo>
                    <a:pt x="23315" y="49454"/>
                  </a:lnTo>
                  <a:cubicBezTo>
                    <a:pt x="23038" y="49320"/>
                    <a:pt x="22657" y="49156"/>
                    <a:pt x="22713" y="49156"/>
                  </a:cubicBezTo>
                  <a:cubicBezTo>
                    <a:pt x="22717" y="49156"/>
                    <a:pt x="22723" y="49157"/>
                    <a:pt x="22731" y="49158"/>
                  </a:cubicBezTo>
                  <a:lnTo>
                    <a:pt x="22316" y="48981"/>
                  </a:lnTo>
                  <a:lnTo>
                    <a:pt x="22316" y="48981"/>
                  </a:lnTo>
                  <a:cubicBezTo>
                    <a:pt x="22756" y="49133"/>
                    <a:pt x="22731" y="49125"/>
                    <a:pt x="23120" y="49285"/>
                  </a:cubicBezTo>
                  <a:cubicBezTo>
                    <a:pt x="22739" y="49074"/>
                    <a:pt x="22384" y="48930"/>
                    <a:pt x="22054" y="48778"/>
                  </a:cubicBezTo>
                  <a:cubicBezTo>
                    <a:pt x="21724" y="48617"/>
                    <a:pt x="21411" y="48473"/>
                    <a:pt x="21107" y="48296"/>
                  </a:cubicBezTo>
                  <a:lnTo>
                    <a:pt x="21107" y="48296"/>
                  </a:lnTo>
                  <a:lnTo>
                    <a:pt x="21208" y="48338"/>
                  </a:lnTo>
                  <a:cubicBezTo>
                    <a:pt x="20895" y="48177"/>
                    <a:pt x="20641" y="48033"/>
                    <a:pt x="20447" y="47915"/>
                  </a:cubicBezTo>
                  <a:cubicBezTo>
                    <a:pt x="20244" y="47796"/>
                    <a:pt x="20083" y="47703"/>
                    <a:pt x="19956" y="47619"/>
                  </a:cubicBezTo>
                  <a:cubicBezTo>
                    <a:pt x="19787" y="47517"/>
                    <a:pt x="19626" y="47390"/>
                    <a:pt x="19474" y="47247"/>
                  </a:cubicBezTo>
                  <a:close/>
                  <a:moveTo>
                    <a:pt x="33195" y="52491"/>
                  </a:moveTo>
                  <a:lnTo>
                    <a:pt x="33195" y="52491"/>
                  </a:lnTo>
                  <a:cubicBezTo>
                    <a:pt x="33198" y="52492"/>
                    <a:pt x="33201" y="52493"/>
                    <a:pt x="33205" y="52493"/>
                  </a:cubicBezTo>
                  <a:lnTo>
                    <a:pt x="33205" y="52493"/>
                  </a:lnTo>
                  <a:lnTo>
                    <a:pt x="33195" y="52491"/>
                  </a:lnTo>
                  <a:close/>
                  <a:moveTo>
                    <a:pt x="46273" y="52576"/>
                  </a:moveTo>
                  <a:cubicBezTo>
                    <a:pt x="46254" y="52579"/>
                    <a:pt x="46233" y="52582"/>
                    <a:pt x="46218" y="52585"/>
                  </a:cubicBezTo>
                  <a:lnTo>
                    <a:pt x="46218" y="52585"/>
                  </a:lnTo>
                  <a:lnTo>
                    <a:pt x="46273" y="52576"/>
                  </a:lnTo>
                  <a:close/>
                  <a:moveTo>
                    <a:pt x="43879" y="52796"/>
                  </a:moveTo>
                  <a:lnTo>
                    <a:pt x="43467" y="52828"/>
                  </a:lnTo>
                  <a:lnTo>
                    <a:pt x="43467" y="52828"/>
                  </a:lnTo>
                  <a:lnTo>
                    <a:pt x="43626" y="52821"/>
                  </a:lnTo>
                  <a:lnTo>
                    <a:pt x="43879" y="52796"/>
                  </a:lnTo>
                  <a:close/>
                  <a:moveTo>
                    <a:pt x="44842" y="52934"/>
                  </a:moveTo>
                  <a:lnTo>
                    <a:pt x="44842" y="52934"/>
                  </a:lnTo>
                  <a:cubicBezTo>
                    <a:pt x="44815" y="52939"/>
                    <a:pt x="44787" y="52943"/>
                    <a:pt x="44759" y="52948"/>
                  </a:cubicBezTo>
                  <a:lnTo>
                    <a:pt x="44842" y="52934"/>
                  </a:lnTo>
                  <a:close/>
                  <a:moveTo>
                    <a:pt x="41206" y="52965"/>
                  </a:moveTo>
                  <a:cubicBezTo>
                    <a:pt x="41214" y="52965"/>
                    <a:pt x="41221" y="52965"/>
                    <a:pt x="41229" y="52965"/>
                  </a:cubicBezTo>
                  <a:lnTo>
                    <a:pt x="41229" y="52965"/>
                  </a:lnTo>
                  <a:cubicBezTo>
                    <a:pt x="41230" y="52965"/>
                    <a:pt x="41231" y="52965"/>
                    <a:pt x="41232" y="52965"/>
                  </a:cubicBezTo>
                  <a:close/>
                  <a:moveTo>
                    <a:pt x="31977" y="52212"/>
                  </a:moveTo>
                  <a:lnTo>
                    <a:pt x="31977" y="52212"/>
                  </a:lnTo>
                  <a:cubicBezTo>
                    <a:pt x="32298" y="52280"/>
                    <a:pt x="32705" y="52373"/>
                    <a:pt x="33195" y="52441"/>
                  </a:cubicBezTo>
                  <a:lnTo>
                    <a:pt x="33965" y="52551"/>
                  </a:lnTo>
                  <a:cubicBezTo>
                    <a:pt x="34100" y="52576"/>
                    <a:pt x="34244" y="52584"/>
                    <a:pt x="34388" y="52601"/>
                  </a:cubicBezTo>
                  <a:lnTo>
                    <a:pt x="34836" y="52644"/>
                  </a:lnTo>
                  <a:lnTo>
                    <a:pt x="34760" y="52644"/>
                  </a:lnTo>
                  <a:lnTo>
                    <a:pt x="34760" y="52652"/>
                  </a:lnTo>
                  <a:cubicBezTo>
                    <a:pt x="35378" y="52737"/>
                    <a:pt x="35428" y="52754"/>
                    <a:pt x="35936" y="52779"/>
                  </a:cubicBezTo>
                  <a:lnTo>
                    <a:pt x="35784" y="52779"/>
                  </a:lnTo>
                  <a:cubicBezTo>
                    <a:pt x="35868" y="52813"/>
                    <a:pt x="36274" y="52830"/>
                    <a:pt x="36672" y="52872"/>
                  </a:cubicBezTo>
                  <a:cubicBezTo>
                    <a:pt x="36731" y="52872"/>
                    <a:pt x="36833" y="52881"/>
                    <a:pt x="36926" y="52889"/>
                  </a:cubicBezTo>
                  <a:cubicBezTo>
                    <a:pt x="37027" y="52889"/>
                    <a:pt x="37137" y="52897"/>
                    <a:pt x="37213" y="52914"/>
                  </a:cubicBezTo>
                  <a:lnTo>
                    <a:pt x="37154" y="52923"/>
                  </a:lnTo>
                  <a:cubicBezTo>
                    <a:pt x="37222" y="52948"/>
                    <a:pt x="37619" y="52974"/>
                    <a:pt x="38076" y="53007"/>
                  </a:cubicBezTo>
                  <a:lnTo>
                    <a:pt x="37890" y="53007"/>
                  </a:lnTo>
                  <a:cubicBezTo>
                    <a:pt x="37855" y="53010"/>
                    <a:pt x="37819" y="53011"/>
                    <a:pt x="37782" y="53011"/>
                  </a:cubicBezTo>
                  <a:cubicBezTo>
                    <a:pt x="37690" y="53011"/>
                    <a:pt x="37589" y="53005"/>
                    <a:pt x="37476" y="52999"/>
                  </a:cubicBezTo>
                  <a:lnTo>
                    <a:pt x="37476" y="52999"/>
                  </a:lnTo>
                  <a:cubicBezTo>
                    <a:pt x="37560" y="53007"/>
                    <a:pt x="37670" y="53016"/>
                    <a:pt x="37822" y="53033"/>
                  </a:cubicBezTo>
                  <a:lnTo>
                    <a:pt x="37019" y="53033"/>
                  </a:lnTo>
                  <a:cubicBezTo>
                    <a:pt x="37160" y="53045"/>
                    <a:pt x="37259" y="53047"/>
                    <a:pt x="37350" y="53047"/>
                  </a:cubicBezTo>
                  <a:cubicBezTo>
                    <a:pt x="37409" y="53047"/>
                    <a:pt x="37466" y="53046"/>
                    <a:pt x="37528" y="53046"/>
                  </a:cubicBezTo>
                  <a:cubicBezTo>
                    <a:pt x="37637" y="53046"/>
                    <a:pt x="37766" y="53049"/>
                    <a:pt x="37966" y="53067"/>
                  </a:cubicBezTo>
                  <a:cubicBezTo>
                    <a:pt x="37947" y="53099"/>
                    <a:pt x="37957" y="53112"/>
                    <a:pt x="37719" y="53112"/>
                  </a:cubicBezTo>
                  <a:cubicBezTo>
                    <a:pt x="37650" y="53112"/>
                    <a:pt x="37560" y="53111"/>
                    <a:pt x="37442" y="53109"/>
                  </a:cubicBezTo>
                  <a:cubicBezTo>
                    <a:pt x="36985" y="53067"/>
                    <a:pt x="37467" y="53092"/>
                    <a:pt x="37239" y="53058"/>
                  </a:cubicBezTo>
                  <a:lnTo>
                    <a:pt x="37239" y="53058"/>
                  </a:lnTo>
                  <a:cubicBezTo>
                    <a:pt x="37209" y="53060"/>
                    <a:pt x="37181" y="53060"/>
                    <a:pt x="37155" y="53060"/>
                  </a:cubicBezTo>
                  <a:cubicBezTo>
                    <a:pt x="36880" y="53060"/>
                    <a:pt x="36770" y="52990"/>
                    <a:pt x="36465" y="52990"/>
                  </a:cubicBezTo>
                  <a:cubicBezTo>
                    <a:pt x="36450" y="52990"/>
                    <a:pt x="36434" y="52990"/>
                    <a:pt x="36418" y="52990"/>
                  </a:cubicBezTo>
                  <a:cubicBezTo>
                    <a:pt x="35978" y="52948"/>
                    <a:pt x="36122" y="52940"/>
                    <a:pt x="35978" y="52906"/>
                  </a:cubicBezTo>
                  <a:lnTo>
                    <a:pt x="35978" y="52906"/>
                  </a:lnTo>
                  <a:cubicBezTo>
                    <a:pt x="36071" y="52917"/>
                    <a:pt x="36116" y="52921"/>
                    <a:pt x="36134" y="52921"/>
                  </a:cubicBezTo>
                  <a:cubicBezTo>
                    <a:pt x="36182" y="52921"/>
                    <a:pt x="36031" y="52891"/>
                    <a:pt x="36119" y="52891"/>
                  </a:cubicBezTo>
                  <a:cubicBezTo>
                    <a:pt x="36151" y="52891"/>
                    <a:pt x="36216" y="52895"/>
                    <a:pt x="36334" y="52906"/>
                  </a:cubicBezTo>
                  <a:cubicBezTo>
                    <a:pt x="36154" y="52879"/>
                    <a:pt x="36066" y="52873"/>
                    <a:pt x="35999" y="52873"/>
                  </a:cubicBezTo>
                  <a:cubicBezTo>
                    <a:pt x="35955" y="52873"/>
                    <a:pt x="35921" y="52876"/>
                    <a:pt x="35877" y="52876"/>
                  </a:cubicBezTo>
                  <a:cubicBezTo>
                    <a:pt x="35821" y="52876"/>
                    <a:pt x="35750" y="52872"/>
                    <a:pt x="35623" y="52855"/>
                  </a:cubicBezTo>
                  <a:lnTo>
                    <a:pt x="35572" y="52813"/>
                  </a:lnTo>
                  <a:cubicBezTo>
                    <a:pt x="35225" y="52754"/>
                    <a:pt x="34489" y="52635"/>
                    <a:pt x="34024" y="52584"/>
                  </a:cubicBezTo>
                  <a:lnTo>
                    <a:pt x="34024" y="52584"/>
                  </a:lnTo>
                  <a:cubicBezTo>
                    <a:pt x="34144" y="52613"/>
                    <a:pt x="34168" y="52623"/>
                    <a:pt x="34146" y="52623"/>
                  </a:cubicBezTo>
                  <a:cubicBezTo>
                    <a:pt x="34105" y="52623"/>
                    <a:pt x="33897" y="52589"/>
                    <a:pt x="33857" y="52589"/>
                  </a:cubicBezTo>
                  <a:cubicBezTo>
                    <a:pt x="33850" y="52589"/>
                    <a:pt x="33849" y="52590"/>
                    <a:pt x="33855" y="52593"/>
                  </a:cubicBezTo>
                  <a:cubicBezTo>
                    <a:pt x="34058" y="52618"/>
                    <a:pt x="34253" y="52652"/>
                    <a:pt x="34456" y="52703"/>
                  </a:cubicBezTo>
                  <a:lnTo>
                    <a:pt x="34143" y="52661"/>
                  </a:lnTo>
                  <a:lnTo>
                    <a:pt x="33762" y="52601"/>
                  </a:lnTo>
                  <a:cubicBezTo>
                    <a:pt x="33518" y="52553"/>
                    <a:pt x="33290" y="52512"/>
                    <a:pt x="33205" y="52493"/>
                  </a:cubicBezTo>
                  <a:lnTo>
                    <a:pt x="33205" y="52493"/>
                  </a:lnTo>
                  <a:lnTo>
                    <a:pt x="33779" y="52618"/>
                  </a:lnTo>
                  <a:cubicBezTo>
                    <a:pt x="33576" y="52601"/>
                    <a:pt x="32823" y="52500"/>
                    <a:pt x="32806" y="52500"/>
                  </a:cubicBezTo>
                  <a:cubicBezTo>
                    <a:pt x="32578" y="52441"/>
                    <a:pt x="32231" y="52373"/>
                    <a:pt x="32121" y="52331"/>
                  </a:cubicBezTo>
                  <a:lnTo>
                    <a:pt x="32121" y="52331"/>
                  </a:lnTo>
                  <a:lnTo>
                    <a:pt x="32552" y="52390"/>
                  </a:lnTo>
                  <a:lnTo>
                    <a:pt x="32696" y="52449"/>
                  </a:lnTo>
                  <a:cubicBezTo>
                    <a:pt x="32781" y="52458"/>
                    <a:pt x="32865" y="52458"/>
                    <a:pt x="32950" y="52466"/>
                  </a:cubicBezTo>
                  <a:cubicBezTo>
                    <a:pt x="32671" y="52407"/>
                    <a:pt x="32095" y="52255"/>
                    <a:pt x="31977" y="52212"/>
                  </a:cubicBezTo>
                  <a:close/>
                  <a:moveTo>
                    <a:pt x="36702" y="53200"/>
                  </a:moveTo>
                  <a:cubicBezTo>
                    <a:pt x="36711" y="53201"/>
                    <a:pt x="36721" y="53201"/>
                    <a:pt x="36731" y="53202"/>
                  </a:cubicBezTo>
                  <a:cubicBezTo>
                    <a:pt x="36719" y="53201"/>
                    <a:pt x="36709" y="53200"/>
                    <a:pt x="36702" y="53200"/>
                  </a:cubicBezTo>
                  <a:close/>
                  <a:moveTo>
                    <a:pt x="36435" y="53202"/>
                  </a:moveTo>
                  <a:cubicBezTo>
                    <a:pt x="36449" y="53205"/>
                    <a:pt x="36465" y="53207"/>
                    <a:pt x="36482" y="53209"/>
                  </a:cubicBezTo>
                  <a:lnTo>
                    <a:pt x="36482" y="53209"/>
                  </a:lnTo>
                  <a:cubicBezTo>
                    <a:pt x="36467" y="53207"/>
                    <a:pt x="36451" y="53204"/>
                    <a:pt x="36435" y="53202"/>
                  </a:cubicBezTo>
                  <a:close/>
                  <a:moveTo>
                    <a:pt x="40269" y="53405"/>
                  </a:moveTo>
                  <a:cubicBezTo>
                    <a:pt x="40268" y="53405"/>
                    <a:pt x="40268" y="53405"/>
                    <a:pt x="40267" y="53405"/>
                  </a:cubicBezTo>
                  <a:cubicBezTo>
                    <a:pt x="40267" y="53405"/>
                    <a:pt x="40268" y="53405"/>
                    <a:pt x="40269" y="53405"/>
                  </a:cubicBezTo>
                  <a:close/>
                  <a:moveTo>
                    <a:pt x="1980" y="1"/>
                  </a:moveTo>
                  <a:cubicBezTo>
                    <a:pt x="1802" y="542"/>
                    <a:pt x="1684" y="940"/>
                    <a:pt x="1591" y="1321"/>
                  </a:cubicBezTo>
                  <a:cubicBezTo>
                    <a:pt x="1506" y="1701"/>
                    <a:pt x="1430" y="2048"/>
                    <a:pt x="1286" y="2496"/>
                  </a:cubicBezTo>
                  <a:cubicBezTo>
                    <a:pt x="1298" y="2449"/>
                    <a:pt x="1300" y="2432"/>
                    <a:pt x="1299" y="2432"/>
                  </a:cubicBezTo>
                  <a:lnTo>
                    <a:pt x="1299" y="2432"/>
                  </a:lnTo>
                  <a:cubicBezTo>
                    <a:pt x="1295" y="2432"/>
                    <a:pt x="1272" y="2499"/>
                    <a:pt x="1261" y="2522"/>
                  </a:cubicBezTo>
                  <a:cubicBezTo>
                    <a:pt x="1219" y="2666"/>
                    <a:pt x="1185" y="2818"/>
                    <a:pt x="1159" y="2962"/>
                  </a:cubicBezTo>
                  <a:cubicBezTo>
                    <a:pt x="1126" y="3114"/>
                    <a:pt x="1100" y="3241"/>
                    <a:pt x="1092" y="3334"/>
                  </a:cubicBezTo>
                  <a:lnTo>
                    <a:pt x="982" y="3782"/>
                  </a:lnTo>
                  <a:cubicBezTo>
                    <a:pt x="973" y="3782"/>
                    <a:pt x="982" y="3596"/>
                    <a:pt x="1092" y="3131"/>
                  </a:cubicBezTo>
                  <a:lnTo>
                    <a:pt x="1092" y="3131"/>
                  </a:lnTo>
                  <a:cubicBezTo>
                    <a:pt x="1041" y="3334"/>
                    <a:pt x="999" y="3529"/>
                    <a:pt x="948" y="3723"/>
                  </a:cubicBezTo>
                  <a:cubicBezTo>
                    <a:pt x="906" y="3918"/>
                    <a:pt x="863" y="4112"/>
                    <a:pt x="830" y="4298"/>
                  </a:cubicBezTo>
                  <a:cubicBezTo>
                    <a:pt x="762" y="4671"/>
                    <a:pt x="703" y="5043"/>
                    <a:pt x="635" y="5406"/>
                  </a:cubicBezTo>
                  <a:cubicBezTo>
                    <a:pt x="533" y="6134"/>
                    <a:pt x="415" y="6870"/>
                    <a:pt x="314" y="7707"/>
                  </a:cubicBezTo>
                  <a:cubicBezTo>
                    <a:pt x="312" y="7715"/>
                    <a:pt x="311" y="7718"/>
                    <a:pt x="310" y="7718"/>
                  </a:cubicBezTo>
                  <a:cubicBezTo>
                    <a:pt x="304" y="7718"/>
                    <a:pt x="320" y="7574"/>
                    <a:pt x="318" y="7574"/>
                  </a:cubicBezTo>
                  <a:lnTo>
                    <a:pt x="318" y="7574"/>
                  </a:lnTo>
                  <a:cubicBezTo>
                    <a:pt x="318" y="7574"/>
                    <a:pt x="317" y="7583"/>
                    <a:pt x="314" y="7606"/>
                  </a:cubicBezTo>
                  <a:cubicBezTo>
                    <a:pt x="291" y="7805"/>
                    <a:pt x="263" y="8113"/>
                    <a:pt x="261" y="8178"/>
                  </a:cubicBezTo>
                  <a:lnTo>
                    <a:pt x="261" y="8178"/>
                  </a:lnTo>
                  <a:cubicBezTo>
                    <a:pt x="257" y="8135"/>
                    <a:pt x="259" y="8089"/>
                    <a:pt x="264" y="8044"/>
                  </a:cubicBezTo>
                  <a:lnTo>
                    <a:pt x="264" y="8044"/>
                  </a:lnTo>
                  <a:cubicBezTo>
                    <a:pt x="244" y="8230"/>
                    <a:pt x="235" y="8403"/>
                    <a:pt x="212" y="8562"/>
                  </a:cubicBezTo>
                  <a:cubicBezTo>
                    <a:pt x="195" y="8731"/>
                    <a:pt x="178" y="8892"/>
                    <a:pt x="161" y="9036"/>
                  </a:cubicBezTo>
                  <a:cubicBezTo>
                    <a:pt x="127" y="9315"/>
                    <a:pt x="102" y="9585"/>
                    <a:pt x="102" y="9865"/>
                  </a:cubicBezTo>
                  <a:cubicBezTo>
                    <a:pt x="93" y="9827"/>
                    <a:pt x="88" y="9792"/>
                    <a:pt x="89" y="9757"/>
                  </a:cubicBezTo>
                  <a:lnTo>
                    <a:pt x="89" y="9757"/>
                  </a:lnTo>
                  <a:cubicBezTo>
                    <a:pt x="68" y="10066"/>
                    <a:pt x="66" y="10329"/>
                    <a:pt x="60" y="10592"/>
                  </a:cubicBezTo>
                  <a:cubicBezTo>
                    <a:pt x="60" y="10753"/>
                    <a:pt x="51" y="10914"/>
                    <a:pt x="51" y="11091"/>
                  </a:cubicBezTo>
                  <a:lnTo>
                    <a:pt x="51" y="11675"/>
                  </a:lnTo>
                  <a:cubicBezTo>
                    <a:pt x="48" y="11612"/>
                    <a:pt x="44" y="11586"/>
                    <a:pt x="41" y="11586"/>
                  </a:cubicBezTo>
                  <a:cubicBezTo>
                    <a:pt x="30" y="11586"/>
                    <a:pt x="20" y="11919"/>
                    <a:pt x="1" y="12098"/>
                  </a:cubicBezTo>
                  <a:cubicBezTo>
                    <a:pt x="1" y="12191"/>
                    <a:pt x="1" y="12292"/>
                    <a:pt x="1" y="12402"/>
                  </a:cubicBezTo>
                  <a:cubicBezTo>
                    <a:pt x="9" y="12512"/>
                    <a:pt x="17" y="12639"/>
                    <a:pt x="17" y="12766"/>
                  </a:cubicBezTo>
                  <a:cubicBezTo>
                    <a:pt x="17" y="13020"/>
                    <a:pt x="34" y="13308"/>
                    <a:pt x="34" y="13612"/>
                  </a:cubicBezTo>
                  <a:cubicBezTo>
                    <a:pt x="43" y="13764"/>
                    <a:pt x="51" y="13917"/>
                    <a:pt x="60" y="14069"/>
                  </a:cubicBezTo>
                  <a:cubicBezTo>
                    <a:pt x="68" y="14221"/>
                    <a:pt x="77" y="14373"/>
                    <a:pt x="85" y="14526"/>
                  </a:cubicBezTo>
                  <a:cubicBezTo>
                    <a:pt x="102" y="14830"/>
                    <a:pt x="119" y="15126"/>
                    <a:pt x="144" y="15397"/>
                  </a:cubicBezTo>
                  <a:cubicBezTo>
                    <a:pt x="137" y="15373"/>
                    <a:pt x="132" y="15362"/>
                    <a:pt x="128" y="15362"/>
                  </a:cubicBezTo>
                  <a:lnTo>
                    <a:pt x="128" y="15362"/>
                  </a:lnTo>
                  <a:cubicBezTo>
                    <a:pt x="89" y="15362"/>
                    <a:pt x="234" y="16598"/>
                    <a:pt x="195" y="16683"/>
                  </a:cubicBezTo>
                  <a:cubicBezTo>
                    <a:pt x="220" y="16894"/>
                    <a:pt x="254" y="17106"/>
                    <a:pt x="305" y="17317"/>
                  </a:cubicBezTo>
                  <a:cubicBezTo>
                    <a:pt x="280" y="17182"/>
                    <a:pt x="271" y="17038"/>
                    <a:pt x="271" y="16903"/>
                  </a:cubicBezTo>
                  <a:lnTo>
                    <a:pt x="271" y="16903"/>
                  </a:lnTo>
                  <a:cubicBezTo>
                    <a:pt x="314" y="17250"/>
                    <a:pt x="381" y="17783"/>
                    <a:pt x="415" y="17825"/>
                  </a:cubicBezTo>
                  <a:cubicBezTo>
                    <a:pt x="415" y="17969"/>
                    <a:pt x="432" y="18112"/>
                    <a:pt x="440" y="18256"/>
                  </a:cubicBezTo>
                  <a:cubicBezTo>
                    <a:pt x="500" y="18383"/>
                    <a:pt x="542" y="18510"/>
                    <a:pt x="550" y="18645"/>
                  </a:cubicBezTo>
                  <a:cubicBezTo>
                    <a:pt x="584" y="19178"/>
                    <a:pt x="576" y="18586"/>
                    <a:pt x="660" y="19339"/>
                  </a:cubicBezTo>
                  <a:cubicBezTo>
                    <a:pt x="618" y="19178"/>
                    <a:pt x="584" y="19026"/>
                    <a:pt x="559" y="18967"/>
                  </a:cubicBezTo>
                  <a:lnTo>
                    <a:pt x="559" y="18967"/>
                  </a:lnTo>
                  <a:cubicBezTo>
                    <a:pt x="584" y="19153"/>
                    <a:pt x="618" y="19348"/>
                    <a:pt x="660" y="19534"/>
                  </a:cubicBezTo>
                  <a:cubicBezTo>
                    <a:pt x="660" y="19543"/>
                    <a:pt x="659" y="19547"/>
                    <a:pt x="657" y="19547"/>
                  </a:cubicBezTo>
                  <a:cubicBezTo>
                    <a:pt x="649" y="19547"/>
                    <a:pt x="629" y="19492"/>
                    <a:pt x="610" y="19407"/>
                  </a:cubicBezTo>
                  <a:cubicBezTo>
                    <a:pt x="584" y="19297"/>
                    <a:pt x="550" y="19145"/>
                    <a:pt x="525" y="19009"/>
                  </a:cubicBezTo>
                  <a:lnTo>
                    <a:pt x="525" y="19009"/>
                  </a:lnTo>
                  <a:cubicBezTo>
                    <a:pt x="550" y="19161"/>
                    <a:pt x="559" y="19322"/>
                    <a:pt x="584" y="19483"/>
                  </a:cubicBezTo>
                  <a:cubicBezTo>
                    <a:pt x="643" y="19703"/>
                    <a:pt x="720" y="20007"/>
                    <a:pt x="796" y="20346"/>
                  </a:cubicBezTo>
                  <a:lnTo>
                    <a:pt x="914" y="20870"/>
                  </a:lnTo>
                  <a:cubicBezTo>
                    <a:pt x="956" y="21048"/>
                    <a:pt x="999" y="21234"/>
                    <a:pt x="1033" y="21412"/>
                  </a:cubicBezTo>
                  <a:cubicBezTo>
                    <a:pt x="1002" y="21332"/>
                    <a:pt x="967" y="21185"/>
                    <a:pt x="956" y="21185"/>
                  </a:cubicBezTo>
                  <a:lnTo>
                    <a:pt x="956" y="21185"/>
                  </a:lnTo>
                  <a:cubicBezTo>
                    <a:pt x="952" y="21185"/>
                    <a:pt x="952" y="21206"/>
                    <a:pt x="956" y="21259"/>
                  </a:cubicBezTo>
                  <a:cubicBezTo>
                    <a:pt x="990" y="21412"/>
                    <a:pt x="1041" y="21589"/>
                    <a:pt x="1092" y="21784"/>
                  </a:cubicBezTo>
                  <a:cubicBezTo>
                    <a:pt x="1143" y="21970"/>
                    <a:pt x="1185" y="22173"/>
                    <a:pt x="1236" y="22384"/>
                  </a:cubicBezTo>
                  <a:cubicBezTo>
                    <a:pt x="1228" y="22358"/>
                    <a:pt x="1224" y="22350"/>
                    <a:pt x="1221" y="22345"/>
                  </a:cubicBezTo>
                  <a:lnTo>
                    <a:pt x="1221" y="22345"/>
                  </a:lnTo>
                  <a:cubicBezTo>
                    <a:pt x="1411" y="23005"/>
                    <a:pt x="1340" y="22853"/>
                    <a:pt x="1498" y="23484"/>
                  </a:cubicBezTo>
                  <a:cubicBezTo>
                    <a:pt x="1492" y="23478"/>
                    <a:pt x="1486" y="23472"/>
                    <a:pt x="1483" y="23466"/>
                  </a:cubicBezTo>
                  <a:lnTo>
                    <a:pt x="1483" y="23466"/>
                  </a:lnTo>
                  <a:cubicBezTo>
                    <a:pt x="1517" y="23591"/>
                    <a:pt x="1566" y="23715"/>
                    <a:pt x="1608" y="23839"/>
                  </a:cubicBezTo>
                  <a:cubicBezTo>
                    <a:pt x="1887" y="24643"/>
                    <a:pt x="1836" y="24762"/>
                    <a:pt x="1980" y="25252"/>
                  </a:cubicBezTo>
                  <a:lnTo>
                    <a:pt x="1938" y="25142"/>
                  </a:lnTo>
                  <a:lnTo>
                    <a:pt x="1938" y="25142"/>
                  </a:lnTo>
                  <a:cubicBezTo>
                    <a:pt x="2014" y="25455"/>
                    <a:pt x="2352" y="26428"/>
                    <a:pt x="2445" y="26699"/>
                  </a:cubicBezTo>
                  <a:cubicBezTo>
                    <a:pt x="2344" y="26352"/>
                    <a:pt x="2428" y="26580"/>
                    <a:pt x="2361" y="26318"/>
                  </a:cubicBezTo>
                  <a:cubicBezTo>
                    <a:pt x="2251" y="26022"/>
                    <a:pt x="2251" y="26124"/>
                    <a:pt x="2098" y="25616"/>
                  </a:cubicBezTo>
                  <a:lnTo>
                    <a:pt x="2098" y="25616"/>
                  </a:lnTo>
                  <a:cubicBezTo>
                    <a:pt x="2149" y="25675"/>
                    <a:pt x="2361" y="26310"/>
                    <a:pt x="2437" y="26428"/>
                  </a:cubicBezTo>
                  <a:cubicBezTo>
                    <a:pt x="2504" y="26589"/>
                    <a:pt x="2547" y="26766"/>
                    <a:pt x="2555" y="26944"/>
                  </a:cubicBezTo>
                  <a:cubicBezTo>
                    <a:pt x="2809" y="27638"/>
                    <a:pt x="2961" y="28027"/>
                    <a:pt x="3308" y="28864"/>
                  </a:cubicBezTo>
                  <a:cubicBezTo>
                    <a:pt x="3537" y="29245"/>
                    <a:pt x="3731" y="29651"/>
                    <a:pt x="3883" y="30066"/>
                  </a:cubicBezTo>
                  <a:lnTo>
                    <a:pt x="3861" y="30035"/>
                  </a:lnTo>
                  <a:lnTo>
                    <a:pt x="3861" y="30035"/>
                  </a:lnTo>
                  <a:cubicBezTo>
                    <a:pt x="3885" y="30074"/>
                    <a:pt x="4013" y="30375"/>
                    <a:pt x="4086" y="30497"/>
                  </a:cubicBezTo>
                  <a:cubicBezTo>
                    <a:pt x="4070" y="30448"/>
                    <a:pt x="4066" y="30430"/>
                    <a:pt x="4070" y="30430"/>
                  </a:cubicBezTo>
                  <a:lnTo>
                    <a:pt x="4070" y="30430"/>
                  </a:lnTo>
                  <a:cubicBezTo>
                    <a:pt x="4081" y="30430"/>
                    <a:pt x="4154" y="30577"/>
                    <a:pt x="4165" y="30577"/>
                  </a:cubicBezTo>
                  <a:cubicBezTo>
                    <a:pt x="4169" y="30577"/>
                    <a:pt x="4163" y="30552"/>
                    <a:pt x="4137" y="30480"/>
                  </a:cubicBezTo>
                  <a:lnTo>
                    <a:pt x="4137" y="30480"/>
                  </a:lnTo>
                  <a:cubicBezTo>
                    <a:pt x="4332" y="30878"/>
                    <a:pt x="4323" y="30962"/>
                    <a:pt x="4323" y="31013"/>
                  </a:cubicBezTo>
                  <a:cubicBezTo>
                    <a:pt x="4492" y="31275"/>
                    <a:pt x="4695" y="31800"/>
                    <a:pt x="5025" y="32392"/>
                  </a:cubicBezTo>
                  <a:cubicBezTo>
                    <a:pt x="4969" y="32308"/>
                    <a:pt x="4723" y="31849"/>
                    <a:pt x="4711" y="31849"/>
                  </a:cubicBezTo>
                  <a:lnTo>
                    <a:pt x="4711" y="31849"/>
                  </a:lnTo>
                  <a:cubicBezTo>
                    <a:pt x="4708" y="31849"/>
                    <a:pt x="4716" y="31870"/>
                    <a:pt x="4738" y="31918"/>
                  </a:cubicBezTo>
                  <a:lnTo>
                    <a:pt x="5186" y="32663"/>
                  </a:lnTo>
                  <a:lnTo>
                    <a:pt x="5000" y="32324"/>
                  </a:lnTo>
                  <a:lnTo>
                    <a:pt x="5000" y="32324"/>
                  </a:lnTo>
                  <a:cubicBezTo>
                    <a:pt x="5169" y="32612"/>
                    <a:pt x="5271" y="32789"/>
                    <a:pt x="5355" y="32950"/>
                  </a:cubicBezTo>
                  <a:cubicBezTo>
                    <a:pt x="5431" y="33102"/>
                    <a:pt x="5491" y="33238"/>
                    <a:pt x="5584" y="33407"/>
                  </a:cubicBezTo>
                  <a:cubicBezTo>
                    <a:pt x="5587" y="33416"/>
                    <a:pt x="5588" y="33420"/>
                    <a:pt x="5586" y="33420"/>
                  </a:cubicBezTo>
                  <a:cubicBezTo>
                    <a:pt x="5582" y="33420"/>
                    <a:pt x="5557" y="33383"/>
                    <a:pt x="5524" y="33328"/>
                  </a:cubicBezTo>
                  <a:lnTo>
                    <a:pt x="5524" y="33328"/>
                  </a:lnTo>
                  <a:cubicBezTo>
                    <a:pt x="5609" y="33474"/>
                    <a:pt x="5705" y="33636"/>
                    <a:pt x="5795" y="33779"/>
                  </a:cubicBezTo>
                  <a:cubicBezTo>
                    <a:pt x="5905" y="33940"/>
                    <a:pt x="6286" y="34524"/>
                    <a:pt x="6447" y="34744"/>
                  </a:cubicBezTo>
                  <a:lnTo>
                    <a:pt x="6503" y="34840"/>
                  </a:lnTo>
                  <a:lnTo>
                    <a:pt x="6503" y="34840"/>
                  </a:lnTo>
                  <a:cubicBezTo>
                    <a:pt x="6497" y="34831"/>
                    <a:pt x="6489" y="34824"/>
                    <a:pt x="6482" y="34817"/>
                  </a:cubicBezTo>
                  <a:lnTo>
                    <a:pt x="6482" y="34817"/>
                  </a:lnTo>
                  <a:lnTo>
                    <a:pt x="6557" y="34921"/>
                  </a:lnTo>
                  <a:cubicBezTo>
                    <a:pt x="6616" y="35023"/>
                    <a:pt x="6675" y="35124"/>
                    <a:pt x="6734" y="35217"/>
                  </a:cubicBezTo>
                  <a:lnTo>
                    <a:pt x="6776" y="35268"/>
                  </a:lnTo>
                  <a:lnTo>
                    <a:pt x="6988" y="35590"/>
                  </a:lnTo>
                  <a:lnTo>
                    <a:pt x="7098" y="35733"/>
                  </a:lnTo>
                  <a:lnTo>
                    <a:pt x="7047" y="35657"/>
                  </a:lnTo>
                  <a:lnTo>
                    <a:pt x="7047" y="35657"/>
                  </a:lnTo>
                  <a:cubicBezTo>
                    <a:pt x="7132" y="35725"/>
                    <a:pt x="7199" y="35801"/>
                    <a:pt x="7259" y="35894"/>
                  </a:cubicBezTo>
                  <a:cubicBezTo>
                    <a:pt x="7309" y="35962"/>
                    <a:pt x="7369" y="36046"/>
                    <a:pt x="7436" y="36139"/>
                  </a:cubicBezTo>
                  <a:cubicBezTo>
                    <a:pt x="7496" y="36232"/>
                    <a:pt x="7572" y="36334"/>
                    <a:pt x="7648" y="36435"/>
                  </a:cubicBezTo>
                  <a:cubicBezTo>
                    <a:pt x="7631" y="36410"/>
                    <a:pt x="7479" y="36190"/>
                    <a:pt x="7267" y="35860"/>
                  </a:cubicBezTo>
                  <a:lnTo>
                    <a:pt x="7267" y="35860"/>
                  </a:lnTo>
                  <a:lnTo>
                    <a:pt x="7343" y="35970"/>
                  </a:lnTo>
                  <a:cubicBezTo>
                    <a:pt x="7496" y="36216"/>
                    <a:pt x="7665" y="36435"/>
                    <a:pt x="7817" y="36655"/>
                  </a:cubicBezTo>
                  <a:lnTo>
                    <a:pt x="8265" y="37298"/>
                  </a:lnTo>
                  <a:cubicBezTo>
                    <a:pt x="8155" y="37155"/>
                    <a:pt x="8037" y="37002"/>
                    <a:pt x="7910" y="36816"/>
                  </a:cubicBezTo>
                  <a:lnTo>
                    <a:pt x="7910" y="36816"/>
                  </a:lnTo>
                  <a:cubicBezTo>
                    <a:pt x="8189" y="37281"/>
                    <a:pt x="8748" y="37899"/>
                    <a:pt x="8866" y="38127"/>
                  </a:cubicBezTo>
                  <a:cubicBezTo>
                    <a:pt x="8595" y="37814"/>
                    <a:pt x="8401" y="37586"/>
                    <a:pt x="8215" y="37332"/>
                  </a:cubicBezTo>
                  <a:cubicBezTo>
                    <a:pt x="8028" y="37078"/>
                    <a:pt x="7851" y="36825"/>
                    <a:pt x="7589" y="36469"/>
                  </a:cubicBezTo>
                  <a:cubicBezTo>
                    <a:pt x="7544" y="36398"/>
                    <a:pt x="7529" y="36369"/>
                    <a:pt x="7533" y="36369"/>
                  </a:cubicBezTo>
                  <a:lnTo>
                    <a:pt x="7533" y="36369"/>
                  </a:lnTo>
                  <a:cubicBezTo>
                    <a:pt x="7550" y="36369"/>
                    <a:pt x="7940" y="36919"/>
                    <a:pt x="7961" y="36926"/>
                  </a:cubicBezTo>
                  <a:lnTo>
                    <a:pt x="7682" y="36520"/>
                  </a:lnTo>
                  <a:cubicBezTo>
                    <a:pt x="7589" y="36410"/>
                    <a:pt x="7504" y="36300"/>
                    <a:pt x="7419" y="36182"/>
                  </a:cubicBezTo>
                  <a:cubicBezTo>
                    <a:pt x="7323" y="36053"/>
                    <a:pt x="7236" y="35929"/>
                    <a:pt x="7223" y="35929"/>
                  </a:cubicBezTo>
                  <a:cubicBezTo>
                    <a:pt x="7218" y="35929"/>
                    <a:pt x="7221" y="35942"/>
                    <a:pt x="7233" y="35970"/>
                  </a:cubicBezTo>
                  <a:cubicBezTo>
                    <a:pt x="7369" y="36207"/>
                    <a:pt x="7538" y="36427"/>
                    <a:pt x="7690" y="36647"/>
                  </a:cubicBezTo>
                  <a:lnTo>
                    <a:pt x="8147" y="37290"/>
                  </a:lnTo>
                  <a:cubicBezTo>
                    <a:pt x="8460" y="37713"/>
                    <a:pt x="8773" y="38110"/>
                    <a:pt x="9061" y="38483"/>
                  </a:cubicBezTo>
                  <a:lnTo>
                    <a:pt x="8316" y="37907"/>
                  </a:lnTo>
                  <a:cubicBezTo>
                    <a:pt x="8316" y="37907"/>
                    <a:pt x="8299" y="37899"/>
                    <a:pt x="8265" y="37865"/>
                  </a:cubicBezTo>
                  <a:lnTo>
                    <a:pt x="8265" y="37865"/>
                  </a:lnTo>
                  <a:cubicBezTo>
                    <a:pt x="8564" y="38248"/>
                    <a:pt x="8646" y="38315"/>
                    <a:pt x="8676" y="38315"/>
                  </a:cubicBezTo>
                  <a:cubicBezTo>
                    <a:pt x="8692" y="38315"/>
                    <a:pt x="8693" y="38295"/>
                    <a:pt x="8705" y="38295"/>
                  </a:cubicBezTo>
                  <a:cubicBezTo>
                    <a:pt x="8713" y="38295"/>
                    <a:pt x="8727" y="38305"/>
                    <a:pt x="8756" y="38339"/>
                  </a:cubicBezTo>
                  <a:cubicBezTo>
                    <a:pt x="8824" y="38423"/>
                    <a:pt x="8883" y="38491"/>
                    <a:pt x="8942" y="38559"/>
                  </a:cubicBezTo>
                  <a:cubicBezTo>
                    <a:pt x="9001" y="38626"/>
                    <a:pt x="9061" y="38703"/>
                    <a:pt x="9111" y="38770"/>
                  </a:cubicBezTo>
                  <a:lnTo>
                    <a:pt x="9035" y="38711"/>
                  </a:lnTo>
                  <a:lnTo>
                    <a:pt x="9035" y="38711"/>
                  </a:lnTo>
                  <a:cubicBezTo>
                    <a:pt x="9416" y="39142"/>
                    <a:pt x="9179" y="38821"/>
                    <a:pt x="9509" y="39227"/>
                  </a:cubicBezTo>
                  <a:cubicBezTo>
                    <a:pt x="9568" y="39292"/>
                    <a:pt x="9592" y="39316"/>
                    <a:pt x="9594" y="39316"/>
                  </a:cubicBezTo>
                  <a:cubicBezTo>
                    <a:pt x="9602" y="39316"/>
                    <a:pt x="9415" y="39094"/>
                    <a:pt x="9425" y="39094"/>
                  </a:cubicBezTo>
                  <a:lnTo>
                    <a:pt x="9425" y="39094"/>
                  </a:lnTo>
                  <a:cubicBezTo>
                    <a:pt x="9427" y="39094"/>
                    <a:pt x="9439" y="39105"/>
                    <a:pt x="9467" y="39134"/>
                  </a:cubicBezTo>
                  <a:cubicBezTo>
                    <a:pt x="9560" y="39261"/>
                    <a:pt x="9670" y="39379"/>
                    <a:pt x="9788" y="39489"/>
                  </a:cubicBezTo>
                  <a:cubicBezTo>
                    <a:pt x="9957" y="39650"/>
                    <a:pt x="10118" y="39828"/>
                    <a:pt x="10270" y="40014"/>
                  </a:cubicBezTo>
                  <a:cubicBezTo>
                    <a:pt x="10266" y="40011"/>
                    <a:pt x="10264" y="40010"/>
                    <a:pt x="10262" y="40010"/>
                  </a:cubicBezTo>
                  <a:cubicBezTo>
                    <a:pt x="10259" y="40010"/>
                    <a:pt x="10257" y="40013"/>
                    <a:pt x="10253" y="40013"/>
                  </a:cubicBezTo>
                  <a:cubicBezTo>
                    <a:pt x="10239" y="40013"/>
                    <a:pt x="10194" y="39983"/>
                    <a:pt x="9966" y="39743"/>
                  </a:cubicBezTo>
                  <a:lnTo>
                    <a:pt x="9966" y="39743"/>
                  </a:lnTo>
                  <a:lnTo>
                    <a:pt x="10279" y="40124"/>
                  </a:lnTo>
                  <a:lnTo>
                    <a:pt x="10000" y="39828"/>
                  </a:lnTo>
                  <a:cubicBezTo>
                    <a:pt x="9966" y="39777"/>
                    <a:pt x="9915" y="39743"/>
                    <a:pt x="9729" y="39515"/>
                  </a:cubicBezTo>
                  <a:cubicBezTo>
                    <a:pt x="9526" y="39329"/>
                    <a:pt x="9551" y="39388"/>
                    <a:pt x="9374" y="39210"/>
                  </a:cubicBezTo>
                  <a:lnTo>
                    <a:pt x="9374" y="39210"/>
                  </a:lnTo>
                  <a:cubicBezTo>
                    <a:pt x="9492" y="39329"/>
                    <a:pt x="9610" y="39456"/>
                    <a:pt x="9720" y="39591"/>
                  </a:cubicBezTo>
                  <a:cubicBezTo>
                    <a:pt x="9800" y="39686"/>
                    <a:pt x="9826" y="39719"/>
                    <a:pt x="9824" y="39719"/>
                  </a:cubicBezTo>
                  <a:cubicBezTo>
                    <a:pt x="9819" y="39719"/>
                    <a:pt x="9659" y="39541"/>
                    <a:pt x="9636" y="39523"/>
                  </a:cubicBezTo>
                  <a:lnTo>
                    <a:pt x="9636" y="39523"/>
                  </a:lnTo>
                  <a:cubicBezTo>
                    <a:pt x="9822" y="39726"/>
                    <a:pt x="9915" y="39836"/>
                    <a:pt x="10008" y="39946"/>
                  </a:cubicBezTo>
                  <a:cubicBezTo>
                    <a:pt x="10109" y="40081"/>
                    <a:pt x="10228" y="40208"/>
                    <a:pt x="10355" y="40335"/>
                  </a:cubicBezTo>
                  <a:cubicBezTo>
                    <a:pt x="10321" y="40234"/>
                    <a:pt x="10380" y="40310"/>
                    <a:pt x="10169" y="40039"/>
                  </a:cubicBezTo>
                  <a:lnTo>
                    <a:pt x="10169" y="40039"/>
                  </a:lnTo>
                  <a:cubicBezTo>
                    <a:pt x="10406" y="40276"/>
                    <a:pt x="10676" y="40614"/>
                    <a:pt x="10626" y="40614"/>
                  </a:cubicBezTo>
                  <a:lnTo>
                    <a:pt x="10693" y="40648"/>
                  </a:lnTo>
                  <a:cubicBezTo>
                    <a:pt x="10744" y="40716"/>
                    <a:pt x="10930" y="40902"/>
                    <a:pt x="10939" y="40927"/>
                  </a:cubicBezTo>
                  <a:lnTo>
                    <a:pt x="11032" y="40995"/>
                  </a:lnTo>
                  <a:cubicBezTo>
                    <a:pt x="10947" y="40902"/>
                    <a:pt x="10879" y="40817"/>
                    <a:pt x="10786" y="40716"/>
                  </a:cubicBezTo>
                  <a:cubicBezTo>
                    <a:pt x="10702" y="40606"/>
                    <a:pt x="10592" y="40496"/>
                    <a:pt x="10448" y="40335"/>
                  </a:cubicBezTo>
                  <a:lnTo>
                    <a:pt x="10448" y="40335"/>
                  </a:lnTo>
                  <a:cubicBezTo>
                    <a:pt x="10470" y="40356"/>
                    <a:pt x="10480" y="40363"/>
                    <a:pt x="10485" y="40363"/>
                  </a:cubicBezTo>
                  <a:cubicBezTo>
                    <a:pt x="10497" y="40363"/>
                    <a:pt x="10475" y="40322"/>
                    <a:pt x="10486" y="40322"/>
                  </a:cubicBezTo>
                  <a:cubicBezTo>
                    <a:pt x="10498" y="40322"/>
                    <a:pt x="10546" y="40365"/>
                    <a:pt x="10702" y="40538"/>
                  </a:cubicBezTo>
                  <a:cubicBezTo>
                    <a:pt x="10764" y="40608"/>
                    <a:pt x="10781" y="40628"/>
                    <a:pt x="10777" y="40628"/>
                  </a:cubicBezTo>
                  <a:cubicBezTo>
                    <a:pt x="10772" y="40628"/>
                    <a:pt x="10728" y="40588"/>
                    <a:pt x="10720" y="40588"/>
                  </a:cubicBezTo>
                  <a:cubicBezTo>
                    <a:pt x="10719" y="40588"/>
                    <a:pt x="10719" y="40588"/>
                    <a:pt x="10719" y="40589"/>
                  </a:cubicBezTo>
                  <a:cubicBezTo>
                    <a:pt x="11150" y="41037"/>
                    <a:pt x="11370" y="41266"/>
                    <a:pt x="11548" y="41477"/>
                  </a:cubicBezTo>
                  <a:cubicBezTo>
                    <a:pt x="11649" y="41579"/>
                    <a:pt x="11734" y="41680"/>
                    <a:pt x="11844" y="41790"/>
                  </a:cubicBezTo>
                  <a:cubicBezTo>
                    <a:pt x="11945" y="41909"/>
                    <a:pt x="12081" y="42036"/>
                    <a:pt x="12267" y="42205"/>
                  </a:cubicBezTo>
                  <a:cubicBezTo>
                    <a:pt x="12165" y="42129"/>
                    <a:pt x="12013" y="41976"/>
                    <a:pt x="11844" y="41807"/>
                  </a:cubicBezTo>
                  <a:cubicBezTo>
                    <a:pt x="11666" y="41638"/>
                    <a:pt x="11488" y="41443"/>
                    <a:pt x="11311" y="41283"/>
                  </a:cubicBezTo>
                  <a:lnTo>
                    <a:pt x="11311" y="41283"/>
                  </a:lnTo>
                  <a:cubicBezTo>
                    <a:pt x="11514" y="41503"/>
                    <a:pt x="11725" y="41714"/>
                    <a:pt x="11945" y="41917"/>
                  </a:cubicBezTo>
                  <a:cubicBezTo>
                    <a:pt x="11852" y="41837"/>
                    <a:pt x="11797" y="41790"/>
                    <a:pt x="11790" y="41790"/>
                  </a:cubicBezTo>
                  <a:lnTo>
                    <a:pt x="11790" y="41790"/>
                  </a:lnTo>
                  <a:cubicBezTo>
                    <a:pt x="11782" y="41790"/>
                    <a:pt x="11823" y="41837"/>
                    <a:pt x="11920" y="41943"/>
                  </a:cubicBezTo>
                  <a:lnTo>
                    <a:pt x="12021" y="42010"/>
                  </a:lnTo>
                  <a:cubicBezTo>
                    <a:pt x="12148" y="42129"/>
                    <a:pt x="12377" y="42349"/>
                    <a:pt x="12385" y="42366"/>
                  </a:cubicBezTo>
                  <a:cubicBezTo>
                    <a:pt x="12394" y="42366"/>
                    <a:pt x="12343" y="42315"/>
                    <a:pt x="12233" y="42196"/>
                  </a:cubicBezTo>
                  <a:lnTo>
                    <a:pt x="12233" y="42196"/>
                  </a:lnTo>
                  <a:cubicBezTo>
                    <a:pt x="12402" y="42340"/>
                    <a:pt x="12630" y="42560"/>
                    <a:pt x="12901" y="42788"/>
                  </a:cubicBezTo>
                  <a:cubicBezTo>
                    <a:pt x="13172" y="43017"/>
                    <a:pt x="13468" y="43288"/>
                    <a:pt x="13755" y="43550"/>
                  </a:cubicBezTo>
                  <a:cubicBezTo>
                    <a:pt x="13702" y="43550"/>
                    <a:pt x="13213" y="43109"/>
                    <a:pt x="13199" y="43109"/>
                  </a:cubicBezTo>
                  <a:lnTo>
                    <a:pt x="13199" y="43109"/>
                  </a:lnTo>
                  <a:cubicBezTo>
                    <a:pt x="13195" y="43109"/>
                    <a:pt x="13228" y="43142"/>
                    <a:pt x="13316" y="43228"/>
                  </a:cubicBezTo>
                  <a:cubicBezTo>
                    <a:pt x="13552" y="43431"/>
                    <a:pt x="13772" y="43584"/>
                    <a:pt x="14178" y="43939"/>
                  </a:cubicBezTo>
                  <a:cubicBezTo>
                    <a:pt x="14145" y="43915"/>
                    <a:pt x="14130" y="43905"/>
                    <a:pt x="14127" y="43905"/>
                  </a:cubicBezTo>
                  <a:lnTo>
                    <a:pt x="14127" y="43905"/>
                  </a:lnTo>
                  <a:cubicBezTo>
                    <a:pt x="14112" y="43905"/>
                    <a:pt x="14362" y="44118"/>
                    <a:pt x="14348" y="44125"/>
                  </a:cubicBezTo>
                  <a:cubicBezTo>
                    <a:pt x="14551" y="44277"/>
                    <a:pt x="14754" y="44421"/>
                    <a:pt x="14965" y="44573"/>
                  </a:cubicBezTo>
                  <a:cubicBezTo>
                    <a:pt x="15198" y="44758"/>
                    <a:pt x="15464" y="44960"/>
                    <a:pt x="15705" y="45133"/>
                  </a:cubicBezTo>
                  <a:lnTo>
                    <a:pt x="15705" y="45133"/>
                  </a:lnTo>
                  <a:cubicBezTo>
                    <a:pt x="15648" y="45090"/>
                    <a:pt x="15584" y="45041"/>
                    <a:pt x="15515" y="44988"/>
                  </a:cubicBezTo>
                  <a:lnTo>
                    <a:pt x="15515" y="44988"/>
                  </a:lnTo>
                  <a:cubicBezTo>
                    <a:pt x="15727" y="45123"/>
                    <a:pt x="15930" y="45267"/>
                    <a:pt x="16124" y="45428"/>
                  </a:cubicBezTo>
                  <a:cubicBezTo>
                    <a:pt x="16327" y="45580"/>
                    <a:pt x="16547" y="45749"/>
                    <a:pt x="16818" y="45935"/>
                  </a:cubicBezTo>
                  <a:lnTo>
                    <a:pt x="16564" y="45766"/>
                  </a:lnTo>
                  <a:lnTo>
                    <a:pt x="16564" y="45766"/>
                  </a:lnTo>
                  <a:cubicBezTo>
                    <a:pt x="16759" y="45918"/>
                    <a:pt x="16945" y="46045"/>
                    <a:pt x="17122" y="46164"/>
                  </a:cubicBezTo>
                  <a:cubicBezTo>
                    <a:pt x="17292" y="46274"/>
                    <a:pt x="17469" y="46375"/>
                    <a:pt x="17630" y="46477"/>
                  </a:cubicBezTo>
                  <a:lnTo>
                    <a:pt x="17605" y="46494"/>
                  </a:lnTo>
                  <a:cubicBezTo>
                    <a:pt x="17765" y="46561"/>
                    <a:pt x="17909" y="46637"/>
                    <a:pt x="18044" y="46739"/>
                  </a:cubicBezTo>
                  <a:cubicBezTo>
                    <a:pt x="18256" y="46866"/>
                    <a:pt x="18476" y="47001"/>
                    <a:pt x="18560" y="47044"/>
                  </a:cubicBezTo>
                  <a:cubicBezTo>
                    <a:pt x="18434" y="46967"/>
                    <a:pt x="18324" y="46891"/>
                    <a:pt x="18222" y="46832"/>
                  </a:cubicBezTo>
                  <a:lnTo>
                    <a:pt x="17977" y="46671"/>
                  </a:lnTo>
                  <a:cubicBezTo>
                    <a:pt x="17833" y="46570"/>
                    <a:pt x="17723" y="46502"/>
                    <a:pt x="17621" y="46426"/>
                  </a:cubicBezTo>
                  <a:lnTo>
                    <a:pt x="16716" y="45808"/>
                  </a:lnTo>
                  <a:lnTo>
                    <a:pt x="16716" y="45808"/>
                  </a:lnTo>
                  <a:cubicBezTo>
                    <a:pt x="16911" y="45918"/>
                    <a:pt x="17063" y="46020"/>
                    <a:pt x="17232" y="46121"/>
                  </a:cubicBezTo>
                  <a:cubicBezTo>
                    <a:pt x="17401" y="46231"/>
                    <a:pt x="17571" y="46324"/>
                    <a:pt x="17782" y="46443"/>
                  </a:cubicBezTo>
                  <a:cubicBezTo>
                    <a:pt x="17858" y="46485"/>
                    <a:pt x="17934" y="46544"/>
                    <a:pt x="17994" y="46604"/>
                  </a:cubicBezTo>
                  <a:cubicBezTo>
                    <a:pt x="18146" y="46671"/>
                    <a:pt x="18290" y="46747"/>
                    <a:pt x="18425" y="46824"/>
                  </a:cubicBezTo>
                  <a:cubicBezTo>
                    <a:pt x="18450" y="46849"/>
                    <a:pt x="18467" y="46866"/>
                    <a:pt x="18493" y="46883"/>
                  </a:cubicBezTo>
                  <a:cubicBezTo>
                    <a:pt x="19170" y="47314"/>
                    <a:pt x="19144" y="47213"/>
                    <a:pt x="19804" y="47610"/>
                  </a:cubicBezTo>
                  <a:cubicBezTo>
                    <a:pt x="19816" y="47623"/>
                    <a:pt x="19817" y="47628"/>
                    <a:pt x="19807" y="47628"/>
                  </a:cubicBezTo>
                  <a:cubicBezTo>
                    <a:pt x="19778" y="47628"/>
                    <a:pt x="19651" y="47571"/>
                    <a:pt x="19491" y="47475"/>
                  </a:cubicBezTo>
                  <a:lnTo>
                    <a:pt x="18789" y="47086"/>
                  </a:lnTo>
                  <a:lnTo>
                    <a:pt x="18789" y="47086"/>
                  </a:lnTo>
                  <a:cubicBezTo>
                    <a:pt x="18836" y="47121"/>
                    <a:pt x="18852" y="47135"/>
                    <a:pt x="18845" y="47135"/>
                  </a:cubicBezTo>
                  <a:cubicBezTo>
                    <a:pt x="18819" y="47135"/>
                    <a:pt x="18432" y="46900"/>
                    <a:pt x="18396" y="46900"/>
                  </a:cubicBezTo>
                  <a:cubicBezTo>
                    <a:pt x="18386" y="46900"/>
                    <a:pt x="18405" y="46919"/>
                    <a:pt x="18467" y="46967"/>
                  </a:cubicBezTo>
                  <a:lnTo>
                    <a:pt x="18679" y="47069"/>
                  </a:lnTo>
                  <a:cubicBezTo>
                    <a:pt x="18796" y="47137"/>
                    <a:pt x="18834" y="47169"/>
                    <a:pt x="18821" y="47169"/>
                  </a:cubicBezTo>
                  <a:cubicBezTo>
                    <a:pt x="18814" y="47169"/>
                    <a:pt x="18787" y="47157"/>
                    <a:pt x="18748" y="47135"/>
                  </a:cubicBezTo>
                  <a:lnTo>
                    <a:pt x="18748" y="47135"/>
                  </a:lnTo>
                  <a:cubicBezTo>
                    <a:pt x="18841" y="47189"/>
                    <a:pt x="18935" y="47243"/>
                    <a:pt x="19043" y="47289"/>
                  </a:cubicBezTo>
                  <a:cubicBezTo>
                    <a:pt x="19482" y="47551"/>
                    <a:pt x="19530" y="47588"/>
                    <a:pt x="19509" y="47588"/>
                  </a:cubicBezTo>
                  <a:cubicBezTo>
                    <a:pt x="19504" y="47588"/>
                    <a:pt x="19498" y="47586"/>
                    <a:pt x="19491" y="47585"/>
                  </a:cubicBezTo>
                  <a:cubicBezTo>
                    <a:pt x="19474" y="47585"/>
                    <a:pt x="19457" y="47585"/>
                    <a:pt x="19499" y="47619"/>
                  </a:cubicBezTo>
                  <a:cubicBezTo>
                    <a:pt x="19635" y="47712"/>
                    <a:pt x="19779" y="47805"/>
                    <a:pt x="19922" y="47881"/>
                  </a:cubicBezTo>
                  <a:cubicBezTo>
                    <a:pt x="19820" y="47830"/>
                    <a:pt x="19590" y="47702"/>
                    <a:pt x="19558" y="47702"/>
                  </a:cubicBezTo>
                  <a:cubicBezTo>
                    <a:pt x="19553" y="47702"/>
                    <a:pt x="19553" y="47705"/>
                    <a:pt x="19559" y="47712"/>
                  </a:cubicBezTo>
                  <a:lnTo>
                    <a:pt x="19017" y="47365"/>
                  </a:lnTo>
                  <a:lnTo>
                    <a:pt x="18992" y="47382"/>
                  </a:lnTo>
                  <a:cubicBezTo>
                    <a:pt x="19457" y="47686"/>
                    <a:pt x="19956" y="47940"/>
                    <a:pt x="20472" y="48152"/>
                  </a:cubicBezTo>
                  <a:cubicBezTo>
                    <a:pt x="20151" y="47987"/>
                    <a:pt x="20129" y="47967"/>
                    <a:pt x="20152" y="47967"/>
                  </a:cubicBezTo>
                  <a:cubicBezTo>
                    <a:pt x="20160" y="47967"/>
                    <a:pt x="20172" y="47969"/>
                    <a:pt x="20181" y="47969"/>
                  </a:cubicBezTo>
                  <a:cubicBezTo>
                    <a:pt x="20200" y="47969"/>
                    <a:pt x="20200" y="47958"/>
                    <a:pt x="20083" y="47889"/>
                  </a:cubicBezTo>
                  <a:lnTo>
                    <a:pt x="20083" y="47889"/>
                  </a:lnTo>
                  <a:cubicBezTo>
                    <a:pt x="20193" y="47932"/>
                    <a:pt x="20295" y="47991"/>
                    <a:pt x="20396" y="48059"/>
                  </a:cubicBezTo>
                  <a:cubicBezTo>
                    <a:pt x="20442" y="48082"/>
                    <a:pt x="20712" y="48224"/>
                    <a:pt x="20735" y="48224"/>
                  </a:cubicBezTo>
                  <a:cubicBezTo>
                    <a:pt x="20737" y="48224"/>
                    <a:pt x="20737" y="48223"/>
                    <a:pt x="20736" y="48222"/>
                  </a:cubicBezTo>
                  <a:lnTo>
                    <a:pt x="20736" y="48222"/>
                  </a:lnTo>
                  <a:cubicBezTo>
                    <a:pt x="20859" y="48361"/>
                    <a:pt x="22095" y="48999"/>
                    <a:pt x="21966" y="48999"/>
                  </a:cubicBezTo>
                  <a:cubicBezTo>
                    <a:pt x="21957" y="48999"/>
                    <a:pt x="21942" y="48996"/>
                    <a:pt x="21919" y="48989"/>
                  </a:cubicBezTo>
                  <a:lnTo>
                    <a:pt x="21919" y="48989"/>
                  </a:lnTo>
                  <a:cubicBezTo>
                    <a:pt x="22113" y="49108"/>
                    <a:pt x="22545" y="49294"/>
                    <a:pt x="23027" y="49514"/>
                  </a:cubicBezTo>
                  <a:cubicBezTo>
                    <a:pt x="23145" y="49573"/>
                    <a:pt x="23264" y="49632"/>
                    <a:pt x="23399" y="49683"/>
                  </a:cubicBezTo>
                  <a:lnTo>
                    <a:pt x="23780" y="49844"/>
                  </a:lnTo>
                  <a:lnTo>
                    <a:pt x="24516" y="50148"/>
                  </a:lnTo>
                  <a:lnTo>
                    <a:pt x="24516" y="50148"/>
                  </a:lnTo>
                  <a:lnTo>
                    <a:pt x="24262" y="50064"/>
                  </a:lnTo>
                  <a:lnTo>
                    <a:pt x="24262" y="50064"/>
                  </a:lnTo>
                  <a:cubicBezTo>
                    <a:pt x="24533" y="50207"/>
                    <a:pt x="24812" y="50326"/>
                    <a:pt x="25108" y="50402"/>
                  </a:cubicBezTo>
                  <a:cubicBezTo>
                    <a:pt x="25303" y="50444"/>
                    <a:pt x="25497" y="50495"/>
                    <a:pt x="25683" y="50563"/>
                  </a:cubicBezTo>
                  <a:cubicBezTo>
                    <a:pt x="25592" y="50532"/>
                    <a:pt x="25549" y="50519"/>
                    <a:pt x="25539" y="50519"/>
                  </a:cubicBezTo>
                  <a:cubicBezTo>
                    <a:pt x="25495" y="50519"/>
                    <a:pt x="26142" y="50780"/>
                    <a:pt x="26301" y="50842"/>
                  </a:cubicBezTo>
                  <a:lnTo>
                    <a:pt x="26969" y="51036"/>
                  </a:lnTo>
                  <a:lnTo>
                    <a:pt x="27333" y="51155"/>
                  </a:lnTo>
                  <a:cubicBezTo>
                    <a:pt x="27460" y="51189"/>
                    <a:pt x="27604" y="51231"/>
                    <a:pt x="27764" y="51282"/>
                  </a:cubicBezTo>
                  <a:cubicBezTo>
                    <a:pt x="27925" y="51400"/>
                    <a:pt x="28103" y="51485"/>
                    <a:pt x="28289" y="51535"/>
                  </a:cubicBezTo>
                  <a:lnTo>
                    <a:pt x="28576" y="51595"/>
                  </a:lnTo>
                  <a:cubicBezTo>
                    <a:pt x="28982" y="51713"/>
                    <a:pt x="29532" y="51848"/>
                    <a:pt x="29786" y="51933"/>
                  </a:cubicBezTo>
                  <a:lnTo>
                    <a:pt x="29727" y="51925"/>
                  </a:lnTo>
                  <a:lnTo>
                    <a:pt x="29727" y="51925"/>
                  </a:lnTo>
                  <a:cubicBezTo>
                    <a:pt x="29845" y="51967"/>
                    <a:pt x="29972" y="52001"/>
                    <a:pt x="30099" y="52018"/>
                  </a:cubicBezTo>
                  <a:cubicBezTo>
                    <a:pt x="30116" y="52009"/>
                    <a:pt x="30031" y="51984"/>
                    <a:pt x="29854" y="51925"/>
                  </a:cubicBezTo>
                  <a:lnTo>
                    <a:pt x="29854" y="51925"/>
                  </a:lnTo>
                  <a:cubicBezTo>
                    <a:pt x="30006" y="51967"/>
                    <a:pt x="30150" y="51992"/>
                    <a:pt x="30302" y="52026"/>
                  </a:cubicBezTo>
                  <a:lnTo>
                    <a:pt x="30311" y="52035"/>
                  </a:lnTo>
                  <a:cubicBezTo>
                    <a:pt x="30607" y="52094"/>
                    <a:pt x="30886" y="52153"/>
                    <a:pt x="31216" y="52212"/>
                  </a:cubicBezTo>
                  <a:cubicBezTo>
                    <a:pt x="31546" y="52280"/>
                    <a:pt x="31918" y="52339"/>
                    <a:pt x="32375" y="52432"/>
                  </a:cubicBezTo>
                  <a:cubicBezTo>
                    <a:pt x="32361" y="52431"/>
                    <a:pt x="32352" y="52430"/>
                    <a:pt x="32345" y="52430"/>
                  </a:cubicBezTo>
                  <a:cubicBezTo>
                    <a:pt x="32260" y="52430"/>
                    <a:pt x="32637" y="52529"/>
                    <a:pt x="32580" y="52529"/>
                  </a:cubicBezTo>
                  <a:cubicBezTo>
                    <a:pt x="32557" y="52529"/>
                    <a:pt x="32461" y="52512"/>
                    <a:pt x="32231" y="52466"/>
                  </a:cubicBezTo>
                  <a:lnTo>
                    <a:pt x="32231" y="52466"/>
                  </a:lnTo>
                  <a:cubicBezTo>
                    <a:pt x="32268" y="52471"/>
                    <a:pt x="32291" y="52473"/>
                    <a:pt x="32303" y="52473"/>
                  </a:cubicBezTo>
                  <a:cubicBezTo>
                    <a:pt x="32371" y="52473"/>
                    <a:pt x="32096" y="52404"/>
                    <a:pt x="32053" y="52390"/>
                  </a:cubicBezTo>
                  <a:cubicBezTo>
                    <a:pt x="31757" y="52322"/>
                    <a:pt x="31478" y="52288"/>
                    <a:pt x="31343" y="52263"/>
                  </a:cubicBezTo>
                  <a:lnTo>
                    <a:pt x="31343" y="52263"/>
                  </a:lnTo>
                  <a:cubicBezTo>
                    <a:pt x="31412" y="52294"/>
                    <a:pt x="31378" y="52312"/>
                    <a:pt x="31291" y="52312"/>
                  </a:cubicBezTo>
                  <a:cubicBezTo>
                    <a:pt x="31260" y="52312"/>
                    <a:pt x="31223" y="52310"/>
                    <a:pt x="31182" y="52305"/>
                  </a:cubicBezTo>
                  <a:lnTo>
                    <a:pt x="31182" y="52305"/>
                  </a:lnTo>
                  <a:cubicBezTo>
                    <a:pt x="31478" y="52356"/>
                    <a:pt x="32045" y="52474"/>
                    <a:pt x="32569" y="52568"/>
                  </a:cubicBezTo>
                  <a:cubicBezTo>
                    <a:pt x="33011" y="52655"/>
                    <a:pt x="33417" y="52717"/>
                    <a:pt x="33571" y="52717"/>
                  </a:cubicBezTo>
                  <a:cubicBezTo>
                    <a:pt x="33597" y="52717"/>
                    <a:pt x="33616" y="52715"/>
                    <a:pt x="33627" y="52711"/>
                  </a:cubicBezTo>
                  <a:cubicBezTo>
                    <a:pt x="33813" y="52745"/>
                    <a:pt x="34007" y="52787"/>
                    <a:pt x="34219" y="52821"/>
                  </a:cubicBezTo>
                  <a:lnTo>
                    <a:pt x="34870" y="52906"/>
                  </a:lnTo>
                  <a:lnTo>
                    <a:pt x="35547" y="52999"/>
                  </a:lnTo>
                  <a:lnTo>
                    <a:pt x="36207" y="53075"/>
                  </a:lnTo>
                  <a:cubicBezTo>
                    <a:pt x="36173" y="53067"/>
                    <a:pt x="36105" y="53050"/>
                    <a:pt x="36122" y="53050"/>
                  </a:cubicBezTo>
                  <a:lnTo>
                    <a:pt x="36867" y="53168"/>
                  </a:lnTo>
                  <a:lnTo>
                    <a:pt x="36867" y="53168"/>
                  </a:lnTo>
                  <a:lnTo>
                    <a:pt x="36689" y="53151"/>
                  </a:lnTo>
                  <a:lnTo>
                    <a:pt x="36689" y="53151"/>
                  </a:lnTo>
                  <a:lnTo>
                    <a:pt x="36934" y="53194"/>
                  </a:lnTo>
                  <a:lnTo>
                    <a:pt x="37180" y="53219"/>
                  </a:lnTo>
                  <a:cubicBezTo>
                    <a:pt x="37205" y="53227"/>
                    <a:pt x="37169" y="53232"/>
                    <a:pt x="37101" y="53232"/>
                  </a:cubicBezTo>
                  <a:cubicBezTo>
                    <a:pt x="37034" y="53232"/>
                    <a:pt x="36934" y="53227"/>
                    <a:pt x="36833" y="53219"/>
                  </a:cubicBezTo>
                  <a:cubicBezTo>
                    <a:pt x="36744" y="53212"/>
                    <a:pt x="36655" y="53200"/>
                    <a:pt x="36687" y="53200"/>
                  </a:cubicBezTo>
                  <a:cubicBezTo>
                    <a:pt x="36690" y="53200"/>
                    <a:pt x="36695" y="53200"/>
                    <a:pt x="36702" y="53200"/>
                  </a:cubicBezTo>
                  <a:lnTo>
                    <a:pt x="36702" y="53200"/>
                  </a:lnTo>
                  <a:cubicBezTo>
                    <a:pt x="36637" y="53196"/>
                    <a:pt x="36599" y="53194"/>
                    <a:pt x="36580" y="53194"/>
                  </a:cubicBezTo>
                  <a:cubicBezTo>
                    <a:pt x="36479" y="53194"/>
                    <a:pt x="36989" y="53246"/>
                    <a:pt x="36884" y="53246"/>
                  </a:cubicBezTo>
                  <a:cubicBezTo>
                    <a:pt x="36872" y="53246"/>
                    <a:pt x="36853" y="53246"/>
                    <a:pt x="36824" y="53244"/>
                  </a:cubicBezTo>
                  <a:cubicBezTo>
                    <a:pt x="36709" y="53230"/>
                    <a:pt x="36576" y="53222"/>
                    <a:pt x="36482" y="53209"/>
                  </a:cubicBezTo>
                  <a:lnTo>
                    <a:pt x="36482" y="53209"/>
                  </a:lnTo>
                  <a:cubicBezTo>
                    <a:pt x="37043" y="53293"/>
                    <a:pt x="37325" y="53263"/>
                    <a:pt x="37679" y="53329"/>
                  </a:cubicBezTo>
                  <a:cubicBezTo>
                    <a:pt x="37822" y="53329"/>
                    <a:pt x="38042" y="53337"/>
                    <a:pt x="38296" y="53346"/>
                  </a:cubicBezTo>
                  <a:cubicBezTo>
                    <a:pt x="38550" y="53346"/>
                    <a:pt x="38829" y="53354"/>
                    <a:pt x="39100" y="53380"/>
                  </a:cubicBezTo>
                  <a:cubicBezTo>
                    <a:pt x="38888" y="53388"/>
                    <a:pt x="39692" y="53397"/>
                    <a:pt x="39421" y="53422"/>
                  </a:cubicBezTo>
                  <a:cubicBezTo>
                    <a:pt x="39446" y="53421"/>
                    <a:pt x="39474" y="53421"/>
                    <a:pt x="39505" y="53421"/>
                  </a:cubicBezTo>
                  <a:cubicBezTo>
                    <a:pt x="39666" y="53421"/>
                    <a:pt x="39898" y="53432"/>
                    <a:pt x="40054" y="53432"/>
                  </a:cubicBezTo>
                  <a:cubicBezTo>
                    <a:pt x="40128" y="53432"/>
                    <a:pt x="40184" y="53429"/>
                    <a:pt x="40208" y="53422"/>
                  </a:cubicBezTo>
                  <a:lnTo>
                    <a:pt x="40208" y="53422"/>
                  </a:lnTo>
                  <a:cubicBezTo>
                    <a:pt x="40141" y="53425"/>
                    <a:pt x="40075" y="53427"/>
                    <a:pt x="40008" y="53427"/>
                  </a:cubicBezTo>
                  <a:cubicBezTo>
                    <a:pt x="39914" y="53427"/>
                    <a:pt x="39820" y="53423"/>
                    <a:pt x="39726" y="53413"/>
                  </a:cubicBezTo>
                  <a:cubicBezTo>
                    <a:pt x="39914" y="53413"/>
                    <a:pt x="39966" y="53395"/>
                    <a:pt x="40148" y="53395"/>
                  </a:cubicBezTo>
                  <a:cubicBezTo>
                    <a:pt x="40178" y="53395"/>
                    <a:pt x="40212" y="53395"/>
                    <a:pt x="40250" y="53397"/>
                  </a:cubicBezTo>
                  <a:cubicBezTo>
                    <a:pt x="40277" y="53403"/>
                    <a:pt x="40272" y="53405"/>
                    <a:pt x="40269" y="53405"/>
                  </a:cubicBezTo>
                  <a:lnTo>
                    <a:pt x="40269" y="53405"/>
                  </a:lnTo>
                  <a:cubicBezTo>
                    <a:pt x="40622" y="53388"/>
                    <a:pt x="40387" y="53346"/>
                    <a:pt x="41020" y="53346"/>
                  </a:cubicBezTo>
                  <a:cubicBezTo>
                    <a:pt x="41306" y="53337"/>
                    <a:pt x="41485" y="53333"/>
                    <a:pt x="41587" y="53333"/>
                  </a:cubicBezTo>
                  <a:cubicBezTo>
                    <a:pt x="41778" y="53333"/>
                    <a:pt x="41699" y="53346"/>
                    <a:pt x="41545" y="53363"/>
                  </a:cubicBezTo>
                  <a:lnTo>
                    <a:pt x="41147" y="53405"/>
                  </a:lnTo>
                  <a:cubicBezTo>
                    <a:pt x="41050" y="53419"/>
                    <a:pt x="40982" y="53433"/>
                    <a:pt x="40992" y="53433"/>
                  </a:cubicBezTo>
                  <a:cubicBezTo>
                    <a:pt x="40994" y="53433"/>
                    <a:pt x="41001" y="53432"/>
                    <a:pt x="41012" y="53430"/>
                  </a:cubicBezTo>
                  <a:cubicBezTo>
                    <a:pt x="41066" y="53423"/>
                    <a:pt x="41680" y="53387"/>
                    <a:pt x="42032" y="53387"/>
                  </a:cubicBezTo>
                  <a:cubicBezTo>
                    <a:pt x="42067" y="53387"/>
                    <a:pt x="42099" y="53387"/>
                    <a:pt x="42128" y="53388"/>
                  </a:cubicBezTo>
                  <a:lnTo>
                    <a:pt x="42052" y="53397"/>
                  </a:lnTo>
                  <a:cubicBezTo>
                    <a:pt x="42230" y="53388"/>
                    <a:pt x="42467" y="53380"/>
                    <a:pt x="42653" y="53380"/>
                  </a:cubicBezTo>
                  <a:cubicBezTo>
                    <a:pt x="42754" y="53346"/>
                    <a:pt x="42949" y="53303"/>
                    <a:pt x="43059" y="53278"/>
                  </a:cubicBezTo>
                  <a:lnTo>
                    <a:pt x="43803" y="53236"/>
                  </a:lnTo>
                  <a:lnTo>
                    <a:pt x="43651" y="53253"/>
                  </a:lnTo>
                  <a:cubicBezTo>
                    <a:pt x="43820" y="53236"/>
                    <a:pt x="43964" y="53227"/>
                    <a:pt x="44116" y="53210"/>
                  </a:cubicBezTo>
                  <a:lnTo>
                    <a:pt x="44116" y="53210"/>
                  </a:lnTo>
                  <a:cubicBezTo>
                    <a:pt x="44184" y="53227"/>
                    <a:pt x="43964" y="53244"/>
                    <a:pt x="43736" y="53270"/>
                  </a:cubicBezTo>
                  <a:cubicBezTo>
                    <a:pt x="43762" y="53271"/>
                    <a:pt x="43788" y="53272"/>
                    <a:pt x="43814" y="53272"/>
                  </a:cubicBezTo>
                  <a:cubicBezTo>
                    <a:pt x="43940" y="53272"/>
                    <a:pt x="44065" y="53255"/>
                    <a:pt x="44184" y="53227"/>
                  </a:cubicBezTo>
                  <a:lnTo>
                    <a:pt x="44184" y="53227"/>
                  </a:lnTo>
                  <a:lnTo>
                    <a:pt x="44091" y="53236"/>
                  </a:lnTo>
                  <a:cubicBezTo>
                    <a:pt x="44244" y="53208"/>
                    <a:pt x="44738" y="53140"/>
                    <a:pt x="44607" y="53140"/>
                  </a:cubicBezTo>
                  <a:cubicBezTo>
                    <a:pt x="44578" y="53140"/>
                    <a:pt x="44519" y="53144"/>
                    <a:pt x="44421" y="53151"/>
                  </a:cubicBezTo>
                  <a:cubicBezTo>
                    <a:pt x="44827" y="53092"/>
                    <a:pt x="44962" y="53126"/>
                    <a:pt x="45241" y="53084"/>
                  </a:cubicBezTo>
                  <a:lnTo>
                    <a:pt x="45241" y="53084"/>
                  </a:lnTo>
                  <a:cubicBezTo>
                    <a:pt x="45275" y="53100"/>
                    <a:pt x="45013" y="53126"/>
                    <a:pt x="45157" y="53126"/>
                  </a:cubicBezTo>
                  <a:cubicBezTo>
                    <a:pt x="45436" y="53109"/>
                    <a:pt x="45614" y="53084"/>
                    <a:pt x="45842" y="53041"/>
                  </a:cubicBezTo>
                  <a:lnTo>
                    <a:pt x="45842" y="53041"/>
                  </a:lnTo>
                  <a:cubicBezTo>
                    <a:pt x="45785" y="53048"/>
                    <a:pt x="45762" y="53050"/>
                    <a:pt x="45752" y="53050"/>
                  </a:cubicBezTo>
                  <a:cubicBezTo>
                    <a:pt x="45736" y="53050"/>
                    <a:pt x="45758" y="53044"/>
                    <a:pt x="45731" y="53044"/>
                  </a:cubicBezTo>
                  <a:cubicBezTo>
                    <a:pt x="45711" y="53044"/>
                    <a:pt x="45664" y="53047"/>
                    <a:pt x="45554" y="53058"/>
                  </a:cubicBezTo>
                  <a:cubicBezTo>
                    <a:pt x="45681" y="53033"/>
                    <a:pt x="46037" y="52982"/>
                    <a:pt x="46020" y="52974"/>
                  </a:cubicBezTo>
                  <a:lnTo>
                    <a:pt x="46020" y="52974"/>
                  </a:lnTo>
                  <a:cubicBezTo>
                    <a:pt x="45893" y="52999"/>
                    <a:pt x="45766" y="53016"/>
                    <a:pt x="45631" y="53024"/>
                  </a:cubicBezTo>
                  <a:cubicBezTo>
                    <a:pt x="45997" y="52966"/>
                    <a:pt x="46372" y="52916"/>
                    <a:pt x="46746" y="52882"/>
                  </a:cubicBezTo>
                  <a:lnTo>
                    <a:pt x="46746" y="52882"/>
                  </a:lnTo>
                  <a:cubicBezTo>
                    <a:pt x="46721" y="52887"/>
                    <a:pt x="46696" y="52892"/>
                    <a:pt x="46671" y="52897"/>
                  </a:cubicBezTo>
                  <a:cubicBezTo>
                    <a:pt x="46705" y="52897"/>
                    <a:pt x="46739" y="52889"/>
                    <a:pt x="46764" y="52881"/>
                  </a:cubicBezTo>
                  <a:lnTo>
                    <a:pt x="46764" y="52881"/>
                  </a:lnTo>
                  <a:cubicBezTo>
                    <a:pt x="46758" y="52881"/>
                    <a:pt x="46752" y="52882"/>
                    <a:pt x="46746" y="52882"/>
                  </a:cubicBezTo>
                  <a:lnTo>
                    <a:pt x="46746" y="52882"/>
                  </a:lnTo>
                  <a:cubicBezTo>
                    <a:pt x="47234" y="52784"/>
                    <a:pt x="47914" y="52673"/>
                    <a:pt x="48219" y="52584"/>
                  </a:cubicBezTo>
                  <a:lnTo>
                    <a:pt x="48219" y="52584"/>
                  </a:lnTo>
                  <a:cubicBezTo>
                    <a:pt x="48168" y="52593"/>
                    <a:pt x="48126" y="52601"/>
                    <a:pt x="48075" y="52601"/>
                  </a:cubicBezTo>
                  <a:cubicBezTo>
                    <a:pt x="47923" y="52644"/>
                    <a:pt x="47771" y="52669"/>
                    <a:pt x="47618" y="52686"/>
                  </a:cubicBezTo>
                  <a:cubicBezTo>
                    <a:pt x="47764" y="52659"/>
                    <a:pt x="47751" y="52655"/>
                    <a:pt x="47708" y="52655"/>
                  </a:cubicBezTo>
                  <a:cubicBezTo>
                    <a:pt x="47689" y="52655"/>
                    <a:pt x="47665" y="52656"/>
                    <a:pt x="47645" y="52656"/>
                  </a:cubicBezTo>
                  <a:cubicBezTo>
                    <a:pt x="47596" y="52656"/>
                    <a:pt x="47574" y="52651"/>
                    <a:pt x="47737" y="52618"/>
                  </a:cubicBezTo>
                  <a:cubicBezTo>
                    <a:pt x="47872" y="52593"/>
                    <a:pt x="47999" y="52568"/>
                    <a:pt x="48126" y="52551"/>
                  </a:cubicBezTo>
                  <a:lnTo>
                    <a:pt x="48481" y="52474"/>
                  </a:lnTo>
                  <a:cubicBezTo>
                    <a:pt x="48667" y="52449"/>
                    <a:pt x="48854" y="52407"/>
                    <a:pt x="49031" y="52348"/>
                  </a:cubicBezTo>
                  <a:lnTo>
                    <a:pt x="49031" y="52348"/>
                  </a:lnTo>
                  <a:lnTo>
                    <a:pt x="48219" y="52500"/>
                  </a:lnTo>
                  <a:cubicBezTo>
                    <a:pt x="47965" y="52551"/>
                    <a:pt x="47745" y="52576"/>
                    <a:pt x="47635" y="52610"/>
                  </a:cubicBezTo>
                  <a:lnTo>
                    <a:pt x="47965" y="52551"/>
                  </a:lnTo>
                  <a:lnTo>
                    <a:pt x="47965" y="52551"/>
                  </a:lnTo>
                  <a:lnTo>
                    <a:pt x="47221" y="52728"/>
                  </a:lnTo>
                  <a:cubicBezTo>
                    <a:pt x="47219" y="52727"/>
                    <a:pt x="47216" y="52727"/>
                    <a:pt x="47210" y="52727"/>
                  </a:cubicBezTo>
                  <a:cubicBezTo>
                    <a:pt x="47134" y="52727"/>
                    <a:pt x="46695" y="52818"/>
                    <a:pt x="46591" y="52818"/>
                  </a:cubicBezTo>
                  <a:cubicBezTo>
                    <a:pt x="46577" y="52818"/>
                    <a:pt x="46569" y="52817"/>
                    <a:pt x="46569" y="52813"/>
                  </a:cubicBezTo>
                  <a:cubicBezTo>
                    <a:pt x="46832" y="52779"/>
                    <a:pt x="47069" y="52728"/>
                    <a:pt x="47263" y="52694"/>
                  </a:cubicBezTo>
                  <a:cubicBezTo>
                    <a:pt x="47246" y="52694"/>
                    <a:pt x="47069" y="52720"/>
                    <a:pt x="46866" y="52754"/>
                  </a:cubicBezTo>
                  <a:cubicBezTo>
                    <a:pt x="46671" y="52787"/>
                    <a:pt x="46443" y="52813"/>
                    <a:pt x="46307" y="52830"/>
                  </a:cubicBezTo>
                  <a:lnTo>
                    <a:pt x="46646" y="52796"/>
                  </a:lnTo>
                  <a:lnTo>
                    <a:pt x="46646" y="52796"/>
                  </a:lnTo>
                  <a:cubicBezTo>
                    <a:pt x="46037" y="52897"/>
                    <a:pt x="45258" y="52999"/>
                    <a:pt x="44658" y="53067"/>
                  </a:cubicBezTo>
                  <a:cubicBezTo>
                    <a:pt x="44775" y="53050"/>
                    <a:pt x="44796" y="53044"/>
                    <a:pt x="44766" y="53044"/>
                  </a:cubicBezTo>
                  <a:cubicBezTo>
                    <a:pt x="44706" y="53044"/>
                    <a:pt x="44437" y="53068"/>
                    <a:pt x="44371" y="53068"/>
                  </a:cubicBezTo>
                  <a:cubicBezTo>
                    <a:pt x="44342" y="53068"/>
                    <a:pt x="44353" y="53063"/>
                    <a:pt x="44438" y="53050"/>
                  </a:cubicBezTo>
                  <a:cubicBezTo>
                    <a:pt x="44548" y="53033"/>
                    <a:pt x="44658" y="53016"/>
                    <a:pt x="44768" y="53016"/>
                  </a:cubicBezTo>
                  <a:cubicBezTo>
                    <a:pt x="44775" y="53011"/>
                    <a:pt x="44768" y="53009"/>
                    <a:pt x="44752" y="53009"/>
                  </a:cubicBezTo>
                  <a:cubicBezTo>
                    <a:pt x="44680" y="53009"/>
                    <a:pt x="44428" y="53042"/>
                    <a:pt x="44306" y="53042"/>
                  </a:cubicBezTo>
                  <a:cubicBezTo>
                    <a:pt x="44295" y="53042"/>
                    <a:pt x="44286" y="53042"/>
                    <a:pt x="44277" y="53041"/>
                  </a:cubicBezTo>
                  <a:cubicBezTo>
                    <a:pt x="44243" y="53050"/>
                    <a:pt x="44082" y="53075"/>
                    <a:pt x="43964" y="53092"/>
                  </a:cubicBezTo>
                  <a:cubicBezTo>
                    <a:pt x="43837" y="53109"/>
                    <a:pt x="43778" y="53117"/>
                    <a:pt x="43964" y="53117"/>
                  </a:cubicBezTo>
                  <a:cubicBezTo>
                    <a:pt x="43761" y="53117"/>
                    <a:pt x="43330" y="53168"/>
                    <a:pt x="43059" y="53168"/>
                  </a:cubicBezTo>
                  <a:cubicBezTo>
                    <a:pt x="43143" y="53185"/>
                    <a:pt x="42560" y="53219"/>
                    <a:pt x="42458" y="53236"/>
                  </a:cubicBezTo>
                  <a:cubicBezTo>
                    <a:pt x="42340" y="53236"/>
                    <a:pt x="42238" y="53227"/>
                    <a:pt x="42154" y="53227"/>
                  </a:cubicBezTo>
                  <a:lnTo>
                    <a:pt x="42568" y="53202"/>
                  </a:lnTo>
                  <a:lnTo>
                    <a:pt x="43033" y="53151"/>
                  </a:lnTo>
                  <a:cubicBezTo>
                    <a:pt x="43127" y="53151"/>
                    <a:pt x="43228" y="53143"/>
                    <a:pt x="43321" y="53134"/>
                  </a:cubicBezTo>
                  <a:lnTo>
                    <a:pt x="43321" y="53117"/>
                  </a:lnTo>
                  <a:cubicBezTo>
                    <a:pt x="43956" y="53058"/>
                    <a:pt x="44590" y="52965"/>
                    <a:pt x="44911" y="52923"/>
                  </a:cubicBezTo>
                  <a:lnTo>
                    <a:pt x="44911" y="52923"/>
                  </a:lnTo>
                  <a:lnTo>
                    <a:pt x="44842" y="52934"/>
                  </a:lnTo>
                  <a:lnTo>
                    <a:pt x="44842" y="52934"/>
                  </a:lnTo>
                  <a:cubicBezTo>
                    <a:pt x="45052" y="52902"/>
                    <a:pt x="45261" y="52886"/>
                    <a:pt x="45470" y="52864"/>
                  </a:cubicBezTo>
                  <a:cubicBezTo>
                    <a:pt x="45707" y="52830"/>
                    <a:pt x="45952" y="52804"/>
                    <a:pt x="46189" y="52754"/>
                  </a:cubicBezTo>
                  <a:lnTo>
                    <a:pt x="46189" y="52754"/>
                  </a:lnTo>
                  <a:cubicBezTo>
                    <a:pt x="46177" y="52760"/>
                    <a:pt x="46148" y="52766"/>
                    <a:pt x="46162" y="52766"/>
                  </a:cubicBezTo>
                  <a:cubicBezTo>
                    <a:pt x="46168" y="52766"/>
                    <a:pt x="46181" y="52765"/>
                    <a:pt x="46206" y="52762"/>
                  </a:cubicBezTo>
                  <a:cubicBezTo>
                    <a:pt x="46815" y="52694"/>
                    <a:pt x="47035" y="52593"/>
                    <a:pt x="47525" y="52534"/>
                  </a:cubicBezTo>
                  <a:lnTo>
                    <a:pt x="47525" y="52534"/>
                  </a:lnTo>
                  <a:lnTo>
                    <a:pt x="47466" y="52559"/>
                  </a:lnTo>
                  <a:cubicBezTo>
                    <a:pt x="47508" y="52551"/>
                    <a:pt x="47788" y="52491"/>
                    <a:pt x="47728" y="52483"/>
                  </a:cubicBezTo>
                  <a:lnTo>
                    <a:pt x="47728" y="52483"/>
                  </a:lnTo>
                  <a:cubicBezTo>
                    <a:pt x="47322" y="52559"/>
                    <a:pt x="47255" y="52576"/>
                    <a:pt x="46891" y="52635"/>
                  </a:cubicBezTo>
                  <a:cubicBezTo>
                    <a:pt x="47035" y="52593"/>
                    <a:pt x="47356" y="52525"/>
                    <a:pt x="47593" y="52491"/>
                  </a:cubicBezTo>
                  <a:lnTo>
                    <a:pt x="47610" y="52458"/>
                  </a:lnTo>
                  <a:cubicBezTo>
                    <a:pt x="47762" y="52415"/>
                    <a:pt x="47915" y="52390"/>
                    <a:pt x="48067" y="52373"/>
                  </a:cubicBezTo>
                  <a:cubicBezTo>
                    <a:pt x="48219" y="52348"/>
                    <a:pt x="48371" y="52314"/>
                    <a:pt x="48515" y="52263"/>
                  </a:cubicBezTo>
                  <a:lnTo>
                    <a:pt x="48515" y="52263"/>
                  </a:lnTo>
                  <a:lnTo>
                    <a:pt x="48160" y="52322"/>
                  </a:lnTo>
                  <a:lnTo>
                    <a:pt x="48219" y="52305"/>
                  </a:lnTo>
                  <a:lnTo>
                    <a:pt x="48219" y="52305"/>
                  </a:lnTo>
                  <a:cubicBezTo>
                    <a:pt x="48067" y="52339"/>
                    <a:pt x="47923" y="52364"/>
                    <a:pt x="47889" y="52381"/>
                  </a:cubicBezTo>
                  <a:cubicBezTo>
                    <a:pt x="47593" y="52449"/>
                    <a:pt x="47297" y="52483"/>
                    <a:pt x="46992" y="52491"/>
                  </a:cubicBezTo>
                  <a:cubicBezTo>
                    <a:pt x="46951" y="52497"/>
                    <a:pt x="46925" y="52499"/>
                    <a:pt x="46911" y="52499"/>
                  </a:cubicBezTo>
                  <a:cubicBezTo>
                    <a:pt x="46840" y="52499"/>
                    <a:pt x="47071" y="52439"/>
                    <a:pt x="47043" y="52432"/>
                  </a:cubicBezTo>
                  <a:lnTo>
                    <a:pt x="47043" y="52432"/>
                  </a:lnTo>
                  <a:cubicBezTo>
                    <a:pt x="46646" y="52500"/>
                    <a:pt x="46671" y="52525"/>
                    <a:pt x="46273" y="52584"/>
                  </a:cubicBezTo>
                  <a:cubicBezTo>
                    <a:pt x="46231" y="52590"/>
                    <a:pt x="46210" y="52592"/>
                    <a:pt x="46202" y="52592"/>
                  </a:cubicBezTo>
                  <a:cubicBezTo>
                    <a:pt x="46192" y="52592"/>
                    <a:pt x="46201" y="52589"/>
                    <a:pt x="46218" y="52585"/>
                  </a:cubicBezTo>
                  <a:lnTo>
                    <a:pt x="46218" y="52585"/>
                  </a:lnTo>
                  <a:lnTo>
                    <a:pt x="45977" y="52627"/>
                  </a:lnTo>
                  <a:cubicBezTo>
                    <a:pt x="45977" y="52626"/>
                    <a:pt x="45974" y="52626"/>
                    <a:pt x="45970" y="52626"/>
                  </a:cubicBezTo>
                  <a:cubicBezTo>
                    <a:pt x="45921" y="52626"/>
                    <a:pt x="45636" y="52659"/>
                    <a:pt x="45568" y="52659"/>
                  </a:cubicBezTo>
                  <a:cubicBezTo>
                    <a:pt x="45534" y="52659"/>
                    <a:pt x="45553" y="52651"/>
                    <a:pt x="45681" y="52627"/>
                  </a:cubicBezTo>
                  <a:lnTo>
                    <a:pt x="45935" y="52593"/>
                  </a:lnTo>
                  <a:lnTo>
                    <a:pt x="45935" y="52593"/>
                  </a:lnTo>
                  <a:cubicBezTo>
                    <a:pt x="45488" y="52647"/>
                    <a:pt x="44771" y="52696"/>
                    <a:pt x="44519" y="52696"/>
                  </a:cubicBezTo>
                  <a:cubicBezTo>
                    <a:pt x="44456" y="52696"/>
                    <a:pt x="44423" y="52693"/>
                    <a:pt x="44429" y="52686"/>
                  </a:cubicBezTo>
                  <a:lnTo>
                    <a:pt x="44429" y="52686"/>
                  </a:lnTo>
                  <a:cubicBezTo>
                    <a:pt x="44277" y="52703"/>
                    <a:pt x="44218" y="52711"/>
                    <a:pt x="44142" y="52720"/>
                  </a:cubicBezTo>
                  <a:cubicBezTo>
                    <a:pt x="44066" y="52728"/>
                    <a:pt x="43964" y="52737"/>
                    <a:pt x="43719" y="52745"/>
                  </a:cubicBezTo>
                  <a:cubicBezTo>
                    <a:pt x="43490" y="52787"/>
                    <a:pt x="43736" y="52796"/>
                    <a:pt x="43203" y="52838"/>
                  </a:cubicBezTo>
                  <a:lnTo>
                    <a:pt x="43452" y="52828"/>
                  </a:lnTo>
                  <a:lnTo>
                    <a:pt x="43452" y="52828"/>
                  </a:lnTo>
                  <a:cubicBezTo>
                    <a:pt x="43448" y="52829"/>
                    <a:pt x="43444" y="52829"/>
                    <a:pt x="43440" y="52830"/>
                  </a:cubicBezTo>
                  <a:lnTo>
                    <a:pt x="43467" y="52828"/>
                  </a:lnTo>
                  <a:lnTo>
                    <a:pt x="43467" y="52828"/>
                  </a:lnTo>
                  <a:lnTo>
                    <a:pt x="43452" y="52828"/>
                  </a:lnTo>
                  <a:lnTo>
                    <a:pt x="43452" y="52828"/>
                  </a:lnTo>
                  <a:cubicBezTo>
                    <a:pt x="43717" y="52796"/>
                    <a:pt x="43669" y="52787"/>
                    <a:pt x="43744" y="52762"/>
                  </a:cubicBezTo>
                  <a:cubicBezTo>
                    <a:pt x="44429" y="52711"/>
                    <a:pt x="44607" y="52720"/>
                    <a:pt x="44954" y="52703"/>
                  </a:cubicBezTo>
                  <a:lnTo>
                    <a:pt x="44954" y="52703"/>
                  </a:lnTo>
                  <a:cubicBezTo>
                    <a:pt x="44751" y="52737"/>
                    <a:pt x="44387" y="52771"/>
                    <a:pt x="44522" y="52779"/>
                  </a:cubicBezTo>
                  <a:cubicBezTo>
                    <a:pt x="44184" y="52787"/>
                    <a:pt x="44150" y="52855"/>
                    <a:pt x="43753" y="52855"/>
                  </a:cubicBezTo>
                  <a:lnTo>
                    <a:pt x="43829" y="52838"/>
                  </a:lnTo>
                  <a:lnTo>
                    <a:pt x="43829" y="52838"/>
                  </a:lnTo>
                  <a:cubicBezTo>
                    <a:pt x="43516" y="52881"/>
                    <a:pt x="43465" y="52855"/>
                    <a:pt x="43203" y="52889"/>
                  </a:cubicBezTo>
                  <a:cubicBezTo>
                    <a:pt x="43220" y="52881"/>
                    <a:pt x="43186" y="52881"/>
                    <a:pt x="43152" y="52881"/>
                  </a:cubicBezTo>
                  <a:cubicBezTo>
                    <a:pt x="42577" y="52931"/>
                    <a:pt x="43330" y="52889"/>
                    <a:pt x="42754" y="52948"/>
                  </a:cubicBezTo>
                  <a:cubicBezTo>
                    <a:pt x="42676" y="52953"/>
                    <a:pt x="42617" y="52955"/>
                    <a:pt x="42574" y="52955"/>
                  </a:cubicBezTo>
                  <a:cubicBezTo>
                    <a:pt x="42478" y="52955"/>
                    <a:pt x="42458" y="52946"/>
                    <a:pt x="42458" y="52940"/>
                  </a:cubicBezTo>
                  <a:cubicBezTo>
                    <a:pt x="42467" y="52931"/>
                    <a:pt x="42517" y="52906"/>
                    <a:pt x="42441" y="52906"/>
                  </a:cubicBezTo>
                  <a:cubicBezTo>
                    <a:pt x="43296" y="52830"/>
                    <a:pt x="42424" y="52864"/>
                    <a:pt x="43346" y="52779"/>
                  </a:cubicBezTo>
                  <a:cubicBezTo>
                    <a:pt x="43346" y="52766"/>
                    <a:pt x="43293" y="52761"/>
                    <a:pt x="43200" y="52761"/>
                  </a:cubicBezTo>
                  <a:cubicBezTo>
                    <a:pt x="43049" y="52761"/>
                    <a:pt x="42792" y="52775"/>
                    <a:pt x="42484" y="52796"/>
                  </a:cubicBezTo>
                  <a:cubicBezTo>
                    <a:pt x="42814" y="52796"/>
                    <a:pt x="42281" y="52864"/>
                    <a:pt x="42712" y="52864"/>
                  </a:cubicBezTo>
                  <a:cubicBezTo>
                    <a:pt x="42024" y="52911"/>
                    <a:pt x="42031" y="52966"/>
                    <a:pt x="41357" y="52966"/>
                  </a:cubicBezTo>
                  <a:cubicBezTo>
                    <a:pt x="41317" y="52966"/>
                    <a:pt x="41274" y="52966"/>
                    <a:pt x="41229" y="52965"/>
                  </a:cubicBezTo>
                  <a:lnTo>
                    <a:pt x="41229" y="52965"/>
                  </a:lnTo>
                  <a:cubicBezTo>
                    <a:pt x="41111" y="52974"/>
                    <a:pt x="41002" y="52982"/>
                    <a:pt x="40885" y="52990"/>
                  </a:cubicBezTo>
                  <a:lnTo>
                    <a:pt x="40420" y="52974"/>
                  </a:lnTo>
                  <a:cubicBezTo>
                    <a:pt x="40707" y="52931"/>
                    <a:pt x="41071" y="52965"/>
                    <a:pt x="41299" y="52931"/>
                  </a:cubicBezTo>
                  <a:cubicBezTo>
                    <a:pt x="41183" y="52924"/>
                    <a:pt x="41082" y="52922"/>
                    <a:pt x="40990" y="52922"/>
                  </a:cubicBezTo>
                  <a:cubicBezTo>
                    <a:pt x="40653" y="52922"/>
                    <a:pt x="40431" y="52957"/>
                    <a:pt x="39983" y="52957"/>
                  </a:cubicBezTo>
                  <a:cubicBezTo>
                    <a:pt x="39947" y="52957"/>
                    <a:pt x="39909" y="52957"/>
                    <a:pt x="39870" y="52957"/>
                  </a:cubicBezTo>
                  <a:cubicBezTo>
                    <a:pt x="39320" y="52914"/>
                    <a:pt x="40538" y="52940"/>
                    <a:pt x="40538" y="52906"/>
                  </a:cubicBezTo>
                  <a:lnTo>
                    <a:pt x="40538" y="52906"/>
                  </a:lnTo>
                  <a:cubicBezTo>
                    <a:pt x="40500" y="52908"/>
                    <a:pt x="40462" y="52909"/>
                    <a:pt x="40425" y="52909"/>
                  </a:cubicBezTo>
                  <a:cubicBezTo>
                    <a:pt x="40313" y="52909"/>
                    <a:pt x="40204" y="52900"/>
                    <a:pt x="40090" y="52881"/>
                  </a:cubicBezTo>
                  <a:lnTo>
                    <a:pt x="40090" y="52881"/>
                  </a:lnTo>
                  <a:cubicBezTo>
                    <a:pt x="40197" y="52883"/>
                    <a:pt x="40278" y="52885"/>
                    <a:pt x="40342" y="52885"/>
                  </a:cubicBezTo>
                  <a:cubicBezTo>
                    <a:pt x="40555" y="52885"/>
                    <a:pt x="40587" y="52872"/>
                    <a:pt x="40786" y="52872"/>
                  </a:cubicBezTo>
                  <a:cubicBezTo>
                    <a:pt x="40869" y="52872"/>
                    <a:pt x="40981" y="52874"/>
                    <a:pt x="41147" y="52881"/>
                  </a:cubicBezTo>
                  <a:cubicBezTo>
                    <a:pt x="40817" y="52889"/>
                    <a:pt x="41198" y="52889"/>
                    <a:pt x="41139" y="52906"/>
                  </a:cubicBezTo>
                  <a:cubicBezTo>
                    <a:pt x="41232" y="52889"/>
                    <a:pt x="41875" y="52872"/>
                    <a:pt x="42331" y="52864"/>
                  </a:cubicBezTo>
                  <a:cubicBezTo>
                    <a:pt x="42392" y="52848"/>
                    <a:pt x="42237" y="52845"/>
                    <a:pt x="42041" y="52845"/>
                  </a:cubicBezTo>
                  <a:cubicBezTo>
                    <a:pt x="41910" y="52845"/>
                    <a:pt x="41761" y="52847"/>
                    <a:pt x="41646" y="52847"/>
                  </a:cubicBezTo>
                  <a:cubicBezTo>
                    <a:pt x="41486" y="52862"/>
                    <a:pt x="41325" y="52866"/>
                    <a:pt x="41166" y="52866"/>
                  </a:cubicBezTo>
                  <a:cubicBezTo>
                    <a:pt x="40904" y="52866"/>
                    <a:pt x="40649" y="52854"/>
                    <a:pt x="40418" y="52854"/>
                  </a:cubicBezTo>
                  <a:cubicBezTo>
                    <a:pt x="40315" y="52854"/>
                    <a:pt x="40216" y="52856"/>
                    <a:pt x="40123" y="52864"/>
                  </a:cubicBezTo>
                  <a:cubicBezTo>
                    <a:pt x="39540" y="52864"/>
                    <a:pt x="40081" y="52838"/>
                    <a:pt x="40047" y="52838"/>
                  </a:cubicBezTo>
                  <a:cubicBezTo>
                    <a:pt x="39942" y="52835"/>
                    <a:pt x="39870" y="52833"/>
                    <a:pt x="39821" y="52833"/>
                  </a:cubicBezTo>
                  <a:cubicBezTo>
                    <a:pt x="39623" y="52833"/>
                    <a:pt x="39785" y="52855"/>
                    <a:pt x="39650" y="52855"/>
                  </a:cubicBezTo>
                  <a:cubicBezTo>
                    <a:pt x="38855" y="52847"/>
                    <a:pt x="38770" y="52796"/>
                    <a:pt x="38203" y="52762"/>
                  </a:cubicBezTo>
                  <a:cubicBezTo>
                    <a:pt x="37966" y="52762"/>
                    <a:pt x="37560" y="52745"/>
                    <a:pt x="37120" y="52703"/>
                  </a:cubicBezTo>
                  <a:cubicBezTo>
                    <a:pt x="36672" y="52669"/>
                    <a:pt x="36190" y="52601"/>
                    <a:pt x="35792" y="52568"/>
                  </a:cubicBezTo>
                  <a:cubicBezTo>
                    <a:pt x="35885" y="52559"/>
                    <a:pt x="35784" y="52542"/>
                    <a:pt x="35741" y="52525"/>
                  </a:cubicBezTo>
                  <a:cubicBezTo>
                    <a:pt x="35259" y="52517"/>
                    <a:pt x="35428" y="52508"/>
                    <a:pt x="34836" y="52458"/>
                  </a:cubicBezTo>
                  <a:lnTo>
                    <a:pt x="34836" y="52458"/>
                  </a:lnTo>
                  <a:lnTo>
                    <a:pt x="35335" y="52551"/>
                  </a:lnTo>
                  <a:cubicBezTo>
                    <a:pt x="34929" y="52500"/>
                    <a:pt x="34599" y="52491"/>
                    <a:pt x="34236" y="52407"/>
                  </a:cubicBezTo>
                  <a:lnTo>
                    <a:pt x="34236" y="52407"/>
                  </a:lnTo>
                  <a:cubicBezTo>
                    <a:pt x="34354" y="52436"/>
                    <a:pt x="34373" y="52449"/>
                    <a:pt x="34330" y="52449"/>
                  </a:cubicBezTo>
                  <a:cubicBezTo>
                    <a:pt x="34286" y="52449"/>
                    <a:pt x="34181" y="52436"/>
                    <a:pt x="34050" y="52415"/>
                  </a:cubicBezTo>
                  <a:cubicBezTo>
                    <a:pt x="33796" y="52373"/>
                    <a:pt x="33432" y="52314"/>
                    <a:pt x="33288" y="52297"/>
                  </a:cubicBezTo>
                  <a:cubicBezTo>
                    <a:pt x="33085" y="52255"/>
                    <a:pt x="32874" y="52221"/>
                    <a:pt x="32696" y="52187"/>
                  </a:cubicBezTo>
                  <a:cubicBezTo>
                    <a:pt x="32544" y="52161"/>
                    <a:pt x="32400" y="52128"/>
                    <a:pt x="32248" y="52085"/>
                  </a:cubicBezTo>
                  <a:lnTo>
                    <a:pt x="32248" y="52085"/>
                  </a:lnTo>
                  <a:lnTo>
                    <a:pt x="32307" y="52094"/>
                  </a:lnTo>
                  <a:lnTo>
                    <a:pt x="32307" y="52094"/>
                  </a:lnTo>
                  <a:lnTo>
                    <a:pt x="31715" y="51958"/>
                  </a:lnTo>
                  <a:lnTo>
                    <a:pt x="31799" y="51933"/>
                  </a:lnTo>
                  <a:cubicBezTo>
                    <a:pt x="31468" y="51857"/>
                    <a:pt x="31075" y="51776"/>
                    <a:pt x="31015" y="51776"/>
                  </a:cubicBezTo>
                  <a:cubicBezTo>
                    <a:pt x="31001" y="51776"/>
                    <a:pt x="31005" y="51780"/>
                    <a:pt x="31030" y="51789"/>
                  </a:cubicBezTo>
                  <a:cubicBezTo>
                    <a:pt x="30607" y="51671"/>
                    <a:pt x="30860" y="51730"/>
                    <a:pt x="30801" y="51696"/>
                  </a:cubicBezTo>
                  <a:lnTo>
                    <a:pt x="30801" y="51696"/>
                  </a:lnTo>
                  <a:cubicBezTo>
                    <a:pt x="31082" y="51735"/>
                    <a:pt x="31362" y="51796"/>
                    <a:pt x="31636" y="51871"/>
                  </a:cubicBezTo>
                  <a:lnTo>
                    <a:pt x="31636" y="51871"/>
                  </a:lnTo>
                  <a:cubicBezTo>
                    <a:pt x="31612" y="51866"/>
                    <a:pt x="31588" y="51861"/>
                    <a:pt x="31563" y="51857"/>
                  </a:cubicBezTo>
                  <a:lnTo>
                    <a:pt x="31563" y="51857"/>
                  </a:lnTo>
                  <a:cubicBezTo>
                    <a:pt x="31608" y="51867"/>
                    <a:pt x="31650" y="51877"/>
                    <a:pt x="31689" y="51886"/>
                  </a:cubicBezTo>
                  <a:lnTo>
                    <a:pt x="31689" y="51886"/>
                  </a:lnTo>
                  <a:cubicBezTo>
                    <a:pt x="31695" y="51887"/>
                    <a:pt x="31700" y="51889"/>
                    <a:pt x="31706" y="51891"/>
                  </a:cubicBezTo>
                  <a:cubicBezTo>
                    <a:pt x="31703" y="51890"/>
                    <a:pt x="31699" y="51888"/>
                    <a:pt x="31696" y="51887"/>
                  </a:cubicBezTo>
                  <a:lnTo>
                    <a:pt x="31696" y="51887"/>
                  </a:lnTo>
                  <a:cubicBezTo>
                    <a:pt x="32031" y="51963"/>
                    <a:pt x="32154" y="51983"/>
                    <a:pt x="32203" y="51983"/>
                  </a:cubicBezTo>
                  <a:cubicBezTo>
                    <a:pt x="32255" y="51983"/>
                    <a:pt x="32222" y="51960"/>
                    <a:pt x="32273" y="51960"/>
                  </a:cubicBezTo>
                  <a:cubicBezTo>
                    <a:pt x="32303" y="51960"/>
                    <a:pt x="32362" y="51968"/>
                    <a:pt x="32485" y="51992"/>
                  </a:cubicBezTo>
                  <a:cubicBezTo>
                    <a:pt x="32197" y="51925"/>
                    <a:pt x="31994" y="51857"/>
                    <a:pt x="31681" y="51806"/>
                  </a:cubicBezTo>
                  <a:cubicBezTo>
                    <a:pt x="31566" y="51786"/>
                    <a:pt x="31177" y="51701"/>
                    <a:pt x="30874" y="51638"/>
                  </a:cubicBezTo>
                  <a:lnTo>
                    <a:pt x="30874" y="51638"/>
                  </a:lnTo>
                  <a:cubicBezTo>
                    <a:pt x="31149" y="51700"/>
                    <a:pt x="31325" y="51763"/>
                    <a:pt x="31579" y="51832"/>
                  </a:cubicBezTo>
                  <a:cubicBezTo>
                    <a:pt x="31309" y="51772"/>
                    <a:pt x="31266" y="51781"/>
                    <a:pt x="31038" y="51713"/>
                  </a:cubicBezTo>
                  <a:lnTo>
                    <a:pt x="31038" y="51713"/>
                  </a:lnTo>
                  <a:lnTo>
                    <a:pt x="31114" y="51722"/>
                  </a:lnTo>
                  <a:lnTo>
                    <a:pt x="30818" y="51662"/>
                  </a:lnTo>
                  <a:cubicBezTo>
                    <a:pt x="30790" y="51635"/>
                    <a:pt x="30280" y="51516"/>
                    <a:pt x="30343" y="51516"/>
                  </a:cubicBezTo>
                  <a:cubicBezTo>
                    <a:pt x="30357" y="51516"/>
                    <a:pt x="30399" y="51522"/>
                    <a:pt x="30480" y="51535"/>
                  </a:cubicBezTo>
                  <a:cubicBezTo>
                    <a:pt x="30281" y="51489"/>
                    <a:pt x="30245" y="51489"/>
                    <a:pt x="30214" y="51489"/>
                  </a:cubicBezTo>
                  <a:cubicBezTo>
                    <a:pt x="30184" y="51489"/>
                    <a:pt x="30158" y="51489"/>
                    <a:pt x="29981" y="51442"/>
                  </a:cubicBezTo>
                  <a:lnTo>
                    <a:pt x="29981" y="51442"/>
                  </a:lnTo>
                  <a:cubicBezTo>
                    <a:pt x="30209" y="51510"/>
                    <a:pt x="30446" y="51569"/>
                    <a:pt x="30683" y="51629"/>
                  </a:cubicBezTo>
                  <a:lnTo>
                    <a:pt x="30666" y="51654"/>
                  </a:lnTo>
                  <a:cubicBezTo>
                    <a:pt x="30395" y="51612"/>
                    <a:pt x="30344" y="51578"/>
                    <a:pt x="30057" y="51510"/>
                  </a:cubicBezTo>
                  <a:lnTo>
                    <a:pt x="30057" y="51510"/>
                  </a:lnTo>
                  <a:lnTo>
                    <a:pt x="30074" y="51544"/>
                  </a:lnTo>
                  <a:lnTo>
                    <a:pt x="30074" y="51544"/>
                  </a:lnTo>
                  <a:lnTo>
                    <a:pt x="29575" y="51375"/>
                  </a:lnTo>
                  <a:lnTo>
                    <a:pt x="29575" y="51375"/>
                  </a:lnTo>
                  <a:cubicBezTo>
                    <a:pt x="29583" y="51381"/>
                    <a:pt x="29582" y="51384"/>
                    <a:pt x="29574" y="51384"/>
                  </a:cubicBezTo>
                  <a:cubicBezTo>
                    <a:pt x="29524" y="51384"/>
                    <a:pt x="29230" y="51295"/>
                    <a:pt x="29143" y="51273"/>
                  </a:cubicBezTo>
                  <a:cubicBezTo>
                    <a:pt x="28877" y="51182"/>
                    <a:pt x="29053" y="51188"/>
                    <a:pt x="28607" y="51084"/>
                  </a:cubicBezTo>
                  <a:lnTo>
                    <a:pt x="28607" y="51084"/>
                  </a:lnTo>
                  <a:cubicBezTo>
                    <a:pt x="28343" y="51010"/>
                    <a:pt x="28182" y="50967"/>
                    <a:pt x="27807" y="50842"/>
                  </a:cubicBezTo>
                  <a:cubicBezTo>
                    <a:pt x="27832" y="50842"/>
                    <a:pt x="27942" y="50876"/>
                    <a:pt x="27993" y="50884"/>
                  </a:cubicBezTo>
                  <a:cubicBezTo>
                    <a:pt x="27460" y="50715"/>
                    <a:pt x="26605" y="50444"/>
                    <a:pt x="26377" y="50326"/>
                  </a:cubicBezTo>
                  <a:cubicBezTo>
                    <a:pt x="26379" y="50325"/>
                    <a:pt x="26382" y="50325"/>
                    <a:pt x="26385" y="50325"/>
                  </a:cubicBezTo>
                  <a:cubicBezTo>
                    <a:pt x="26442" y="50325"/>
                    <a:pt x="26605" y="50387"/>
                    <a:pt x="26653" y="50387"/>
                  </a:cubicBezTo>
                  <a:cubicBezTo>
                    <a:pt x="26658" y="50387"/>
                    <a:pt x="26662" y="50387"/>
                    <a:pt x="26665" y="50385"/>
                  </a:cubicBezTo>
                  <a:cubicBezTo>
                    <a:pt x="27460" y="50706"/>
                    <a:pt x="27240" y="50546"/>
                    <a:pt x="28204" y="50876"/>
                  </a:cubicBezTo>
                  <a:cubicBezTo>
                    <a:pt x="28213" y="50909"/>
                    <a:pt x="28424" y="50960"/>
                    <a:pt x="28644" y="51028"/>
                  </a:cubicBezTo>
                  <a:cubicBezTo>
                    <a:pt x="28872" y="51096"/>
                    <a:pt x="29118" y="51146"/>
                    <a:pt x="29202" y="51197"/>
                  </a:cubicBezTo>
                  <a:cubicBezTo>
                    <a:pt x="28846" y="51104"/>
                    <a:pt x="28389" y="50983"/>
                    <a:pt x="28361" y="50983"/>
                  </a:cubicBezTo>
                  <a:cubicBezTo>
                    <a:pt x="28359" y="50983"/>
                    <a:pt x="28360" y="50984"/>
                    <a:pt x="28365" y="50986"/>
                  </a:cubicBezTo>
                  <a:cubicBezTo>
                    <a:pt x="28720" y="51096"/>
                    <a:pt x="29211" y="51231"/>
                    <a:pt x="29456" y="51307"/>
                  </a:cubicBezTo>
                  <a:cubicBezTo>
                    <a:pt x="29305" y="51253"/>
                    <a:pt x="29305" y="51228"/>
                    <a:pt x="29377" y="51228"/>
                  </a:cubicBezTo>
                  <a:cubicBezTo>
                    <a:pt x="29405" y="51228"/>
                    <a:pt x="29444" y="51232"/>
                    <a:pt x="29490" y="51239"/>
                  </a:cubicBezTo>
                  <a:cubicBezTo>
                    <a:pt x="29202" y="51163"/>
                    <a:pt x="28805" y="51053"/>
                    <a:pt x="28382" y="50901"/>
                  </a:cubicBezTo>
                  <a:cubicBezTo>
                    <a:pt x="27959" y="50757"/>
                    <a:pt x="27502" y="50613"/>
                    <a:pt x="27113" y="50461"/>
                  </a:cubicBezTo>
                  <a:lnTo>
                    <a:pt x="27113" y="50461"/>
                  </a:lnTo>
                  <a:lnTo>
                    <a:pt x="27189" y="50529"/>
                  </a:lnTo>
                  <a:cubicBezTo>
                    <a:pt x="26885" y="50436"/>
                    <a:pt x="26864" y="50425"/>
                    <a:pt x="26892" y="50425"/>
                  </a:cubicBezTo>
                  <a:cubicBezTo>
                    <a:pt x="26901" y="50425"/>
                    <a:pt x="26915" y="50426"/>
                    <a:pt x="26927" y="50426"/>
                  </a:cubicBezTo>
                  <a:cubicBezTo>
                    <a:pt x="26960" y="50426"/>
                    <a:pt x="26968" y="50416"/>
                    <a:pt x="26749" y="50334"/>
                  </a:cubicBezTo>
                  <a:lnTo>
                    <a:pt x="26504" y="50275"/>
                  </a:lnTo>
                  <a:lnTo>
                    <a:pt x="26470" y="50267"/>
                  </a:lnTo>
                  <a:cubicBezTo>
                    <a:pt x="26335" y="50233"/>
                    <a:pt x="26199" y="50199"/>
                    <a:pt x="26072" y="50157"/>
                  </a:cubicBezTo>
                  <a:lnTo>
                    <a:pt x="26072" y="50157"/>
                  </a:lnTo>
                  <a:cubicBezTo>
                    <a:pt x="26343" y="50258"/>
                    <a:pt x="26225" y="50182"/>
                    <a:pt x="26529" y="50309"/>
                  </a:cubicBezTo>
                  <a:cubicBezTo>
                    <a:pt x="26628" y="50347"/>
                    <a:pt x="26649" y="50359"/>
                    <a:pt x="26632" y="50359"/>
                  </a:cubicBezTo>
                  <a:cubicBezTo>
                    <a:pt x="26604" y="50359"/>
                    <a:pt x="26472" y="50326"/>
                    <a:pt x="26419" y="50326"/>
                  </a:cubicBezTo>
                  <a:cubicBezTo>
                    <a:pt x="26279" y="50266"/>
                    <a:pt x="25842" y="50100"/>
                    <a:pt x="25866" y="50100"/>
                  </a:cubicBezTo>
                  <a:cubicBezTo>
                    <a:pt x="25873" y="50100"/>
                    <a:pt x="25911" y="50111"/>
                    <a:pt x="25996" y="50140"/>
                  </a:cubicBezTo>
                  <a:lnTo>
                    <a:pt x="25269" y="49894"/>
                  </a:lnTo>
                  <a:lnTo>
                    <a:pt x="25269" y="49894"/>
                  </a:lnTo>
                  <a:cubicBezTo>
                    <a:pt x="25329" y="49907"/>
                    <a:pt x="25390" y="49919"/>
                    <a:pt x="25448" y="49937"/>
                  </a:cubicBezTo>
                  <a:lnTo>
                    <a:pt x="25448" y="49937"/>
                  </a:lnTo>
                  <a:lnTo>
                    <a:pt x="24998" y="49767"/>
                  </a:lnTo>
                  <a:lnTo>
                    <a:pt x="25015" y="49767"/>
                  </a:lnTo>
                  <a:cubicBezTo>
                    <a:pt x="24803" y="49691"/>
                    <a:pt x="24558" y="49590"/>
                    <a:pt x="24330" y="49488"/>
                  </a:cubicBezTo>
                  <a:cubicBezTo>
                    <a:pt x="24093" y="49395"/>
                    <a:pt x="23864" y="49311"/>
                    <a:pt x="23704" y="49251"/>
                  </a:cubicBezTo>
                  <a:lnTo>
                    <a:pt x="23704" y="49251"/>
                  </a:lnTo>
                  <a:cubicBezTo>
                    <a:pt x="23892" y="49340"/>
                    <a:pt x="23950" y="49371"/>
                    <a:pt x="23938" y="49371"/>
                  </a:cubicBezTo>
                  <a:cubicBezTo>
                    <a:pt x="23906" y="49371"/>
                    <a:pt x="23428" y="49173"/>
                    <a:pt x="23414" y="49173"/>
                  </a:cubicBezTo>
                  <a:lnTo>
                    <a:pt x="23414" y="49173"/>
                  </a:lnTo>
                  <a:cubicBezTo>
                    <a:pt x="23413" y="49173"/>
                    <a:pt x="23414" y="49174"/>
                    <a:pt x="23416" y="49175"/>
                  </a:cubicBezTo>
                  <a:cubicBezTo>
                    <a:pt x="23277" y="49108"/>
                    <a:pt x="23201" y="49049"/>
                    <a:pt x="23257" y="49049"/>
                  </a:cubicBezTo>
                  <a:cubicBezTo>
                    <a:pt x="23301" y="49049"/>
                    <a:pt x="23422" y="49084"/>
                    <a:pt x="23653" y="49175"/>
                  </a:cubicBezTo>
                  <a:cubicBezTo>
                    <a:pt x="23788" y="49260"/>
                    <a:pt x="24169" y="49395"/>
                    <a:pt x="24431" y="49505"/>
                  </a:cubicBezTo>
                  <a:cubicBezTo>
                    <a:pt x="24093" y="49344"/>
                    <a:pt x="23974" y="49311"/>
                    <a:pt x="23704" y="49201"/>
                  </a:cubicBezTo>
                  <a:lnTo>
                    <a:pt x="23704" y="49201"/>
                  </a:lnTo>
                  <a:cubicBezTo>
                    <a:pt x="23729" y="49209"/>
                    <a:pt x="23742" y="49213"/>
                    <a:pt x="23746" y="49213"/>
                  </a:cubicBezTo>
                  <a:cubicBezTo>
                    <a:pt x="23759" y="49213"/>
                    <a:pt x="23687" y="49178"/>
                    <a:pt x="23611" y="49133"/>
                  </a:cubicBezTo>
                  <a:cubicBezTo>
                    <a:pt x="23526" y="49099"/>
                    <a:pt x="23441" y="49057"/>
                    <a:pt x="23374" y="49006"/>
                  </a:cubicBezTo>
                  <a:lnTo>
                    <a:pt x="23374" y="49006"/>
                  </a:lnTo>
                  <a:cubicBezTo>
                    <a:pt x="23451" y="49026"/>
                    <a:pt x="23529" y="49050"/>
                    <a:pt x="23606" y="49080"/>
                  </a:cubicBezTo>
                  <a:lnTo>
                    <a:pt x="23606" y="49080"/>
                  </a:lnTo>
                  <a:lnTo>
                    <a:pt x="23551" y="49057"/>
                  </a:lnTo>
                  <a:lnTo>
                    <a:pt x="23171" y="48888"/>
                  </a:lnTo>
                  <a:cubicBezTo>
                    <a:pt x="23044" y="48888"/>
                    <a:pt x="22790" y="48803"/>
                    <a:pt x="22562" y="48761"/>
                  </a:cubicBezTo>
                  <a:cubicBezTo>
                    <a:pt x="22206" y="48600"/>
                    <a:pt x="21860" y="48414"/>
                    <a:pt x="21504" y="48228"/>
                  </a:cubicBezTo>
                  <a:cubicBezTo>
                    <a:pt x="21327" y="48135"/>
                    <a:pt x="21149" y="48042"/>
                    <a:pt x="20971" y="47949"/>
                  </a:cubicBezTo>
                  <a:lnTo>
                    <a:pt x="20454" y="47648"/>
                  </a:lnTo>
                  <a:lnTo>
                    <a:pt x="20454" y="47648"/>
                  </a:lnTo>
                  <a:cubicBezTo>
                    <a:pt x="20452" y="47649"/>
                    <a:pt x="20449" y="47650"/>
                    <a:pt x="20445" y="47650"/>
                  </a:cubicBezTo>
                  <a:cubicBezTo>
                    <a:pt x="20437" y="47650"/>
                    <a:pt x="20427" y="47648"/>
                    <a:pt x="20413" y="47644"/>
                  </a:cubicBezTo>
                  <a:cubicBezTo>
                    <a:pt x="20218" y="47517"/>
                    <a:pt x="19838" y="47323"/>
                    <a:pt x="19863" y="47306"/>
                  </a:cubicBezTo>
                  <a:cubicBezTo>
                    <a:pt x="19661" y="47216"/>
                    <a:pt x="19156" y="46935"/>
                    <a:pt x="19111" y="46935"/>
                  </a:cubicBezTo>
                  <a:cubicBezTo>
                    <a:pt x="19105" y="46935"/>
                    <a:pt x="19107" y="46940"/>
                    <a:pt x="19119" y="46950"/>
                  </a:cubicBezTo>
                  <a:lnTo>
                    <a:pt x="19043" y="46900"/>
                  </a:lnTo>
                  <a:cubicBezTo>
                    <a:pt x="18924" y="46815"/>
                    <a:pt x="18763" y="46714"/>
                    <a:pt x="18560" y="46561"/>
                  </a:cubicBezTo>
                  <a:cubicBezTo>
                    <a:pt x="18357" y="46418"/>
                    <a:pt x="18104" y="46240"/>
                    <a:pt x="17765" y="46020"/>
                  </a:cubicBezTo>
                  <a:cubicBezTo>
                    <a:pt x="17691" y="45970"/>
                    <a:pt x="17649" y="45950"/>
                    <a:pt x="17630" y="45950"/>
                  </a:cubicBezTo>
                  <a:cubicBezTo>
                    <a:pt x="17616" y="45950"/>
                    <a:pt x="17614" y="45960"/>
                    <a:pt x="17621" y="45978"/>
                  </a:cubicBezTo>
                  <a:lnTo>
                    <a:pt x="17418" y="45834"/>
                  </a:lnTo>
                  <a:cubicBezTo>
                    <a:pt x="17351" y="45783"/>
                    <a:pt x="17292" y="45732"/>
                    <a:pt x="17224" y="45690"/>
                  </a:cubicBezTo>
                  <a:lnTo>
                    <a:pt x="17224" y="45690"/>
                  </a:lnTo>
                  <a:cubicBezTo>
                    <a:pt x="17331" y="45748"/>
                    <a:pt x="17398" y="45781"/>
                    <a:pt x="17588" y="45900"/>
                  </a:cubicBezTo>
                  <a:lnTo>
                    <a:pt x="17588" y="45900"/>
                  </a:lnTo>
                  <a:cubicBezTo>
                    <a:pt x="17417" y="45792"/>
                    <a:pt x="17261" y="45669"/>
                    <a:pt x="17097" y="45555"/>
                  </a:cubicBezTo>
                  <a:lnTo>
                    <a:pt x="16589" y="45191"/>
                  </a:lnTo>
                  <a:lnTo>
                    <a:pt x="16589" y="45191"/>
                  </a:lnTo>
                  <a:lnTo>
                    <a:pt x="16674" y="45233"/>
                  </a:lnTo>
                  <a:cubicBezTo>
                    <a:pt x="16539" y="45140"/>
                    <a:pt x="16395" y="45056"/>
                    <a:pt x="16259" y="44963"/>
                  </a:cubicBezTo>
                  <a:lnTo>
                    <a:pt x="16259" y="44963"/>
                  </a:lnTo>
                  <a:cubicBezTo>
                    <a:pt x="16473" y="45113"/>
                    <a:pt x="16799" y="45338"/>
                    <a:pt x="16749" y="45338"/>
                  </a:cubicBezTo>
                  <a:cubicBezTo>
                    <a:pt x="16745" y="45338"/>
                    <a:pt x="16740" y="45337"/>
                    <a:pt x="16733" y="45335"/>
                  </a:cubicBezTo>
                  <a:cubicBezTo>
                    <a:pt x="16268" y="45030"/>
                    <a:pt x="16031" y="44810"/>
                    <a:pt x="15633" y="44556"/>
                  </a:cubicBezTo>
                  <a:cubicBezTo>
                    <a:pt x="15659" y="44525"/>
                    <a:pt x="15595" y="44461"/>
                    <a:pt x="15619" y="44461"/>
                  </a:cubicBezTo>
                  <a:cubicBezTo>
                    <a:pt x="15628" y="44461"/>
                    <a:pt x="15647" y="44469"/>
                    <a:pt x="15684" y="44489"/>
                  </a:cubicBezTo>
                  <a:lnTo>
                    <a:pt x="15727" y="44523"/>
                  </a:lnTo>
                  <a:cubicBezTo>
                    <a:pt x="15887" y="44607"/>
                    <a:pt x="16200" y="44819"/>
                    <a:pt x="16446" y="44979"/>
                  </a:cubicBezTo>
                  <a:lnTo>
                    <a:pt x="15743" y="44447"/>
                  </a:lnTo>
                  <a:lnTo>
                    <a:pt x="15515" y="44252"/>
                  </a:lnTo>
                  <a:cubicBezTo>
                    <a:pt x="15422" y="44184"/>
                    <a:pt x="15304" y="44091"/>
                    <a:pt x="15126" y="43939"/>
                  </a:cubicBezTo>
                  <a:cubicBezTo>
                    <a:pt x="15124" y="43935"/>
                    <a:pt x="15124" y="43933"/>
                    <a:pt x="15127" y="43933"/>
                  </a:cubicBezTo>
                  <a:cubicBezTo>
                    <a:pt x="15145" y="43933"/>
                    <a:pt x="15288" y="44044"/>
                    <a:pt x="15430" y="44142"/>
                  </a:cubicBezTo>
                  <a:cubicBezTo>
                    <a:pt x="15549" y="44227"/>
                    <a:pt x="15662" y="44308"/>
                    <a:pt x="15671" y="44308"/>
                  </a:cubicBezTo>
                  <a:cubicBezTo>
                    <a:pt x="15673" y="44308"/>
                    <a:pt x="15667" y="44301"/>
                    <a:pt x="15650" y="44286"/>
                  </a:cubicBezTo>
                  <a:lnTo>
                    <a:pt x="15650" y="44286"/>
                  </a:lnTo>
                  <a:lnTo>
                    <a:pt x="16270" y="44780"/>
                  </a:lnTo>
                  <a:lnTo>
                    <a:pt x="16270" y="44780"/>
                  </a:lnTo>
                  <a:cubicBezTo>
                    <a:pt x="16224" y="44745"/>
                    <a:pt x="16176" y="44714"/>
                    <a:pt x="16133" y="44683"/>
                  </a:cubicBezTo>
                  <a:lnTo>
                    <a:pt x="16133" y="44683"/>
                  </a:lnTo>
                  <a:lnTo>
                    <a:pt x="16306" y="44809"/>
                  </a:lnTo>
                  <a:lnTo>
                    <a:pt x="16306" y="44809"/>
                  </a:lnTo>
                  <a:lnTo>
                    <a:pt x="16319" y="44819"/>
                  </a:lnTo>
                  <a:cubicBezTo>
                    <a:pt x="16316" y="44817"/>
                    <a:pt x="16314" y="44814"/>
                    <a:pt x="16311" y="44812"/>
                  </a:cubicBezTo>
                  <a:lnTo>
                    <a:pt x="16311" y="44812"/>
                  </a:lnTo>
                  <a:lnTo>
                    <a:pt x="16437" y="44903"/>
                  </a:lnTo>
                  <a:lnTo>
                    <a:pt x="16674" y="45081"/>
                  </a:lnTo>
                  <a:cubicBezTo>
                    <a:pt x="16826" y="45174"/>
                    <a:pt x="16962" y="45276"/>
                    <a:pt x="17148" y="45386"/>
                  </a:cubicBezTo>
                  <a:cubicBezTo>
                    <a:pt x="17189" y="45419"/>
                    <a:pt x="17202" y="45432"/>
                    <a:pt x="17197" y="45432"/>
                  </a:cubicBezTo>
                  <a:cubicBezTo>
                    <a:pt x="17183" y="45432"/>
                    <a:pt x="16973" y="45289"/>
                    <a:pt x="16968" y="45289"/>
                  </a:cubicBezTo>
                  <a:lnTo>
                    <a:pt x="16968" y="45289"/>
                  </a:lnTo>
                  <a:cubicBezTo>
                    <a:pt x="16966" y="45289"/>
                    <a:pt x="16983" y="45301"/>
                    <a:pt x="17029" y="45335"/>
                  </a:cubicBezTo>
                  <a:cubicBezTo>
                    <a:pt x="16852" y="45216"/>
                    <a:pt x="16666" y="45115"/>
                    <a:pt x="16471" y="45022"/>
                  </a:cubicBezTo>
                  <a:lnTo>
                    <a:pt x="16471" y="45022"/>
                  </a:lnTo>
                  <a:cubicBezTo>
                    <a:pt x="17012" y="45419"/>
                    <a:pt x="16809" y="45208"/>
                    <a:pt x="17275" y="45529"/>
                  </a:cubicBezTo>
                  <a:cubicBezTo>
                    <a:pt x="17393" y="45614"/>
                    <a:pt x="17503" y="45707"/>
                    <a:pt x="17613" y="45792"/>
                  </a:cubicBezTo>
                  <a:cubicBezTo>
                    <a:pt x="17669" y="45826"/>
                    <a:pt x="17693" y="45839"/>
                    <a:pt x="17697" y="45839"/>
                  </a:cubicBezTo>
                  <a:cubicBezTo>
                    <a:pt x="17708" y="45839"/>
                    <a:pt x="17552" y="45728"/>
                    <a:pt x="17545" y="45715"/>
                  </a:cubicBezTo>
                  <a:lnTo>
                    <a:pt x="17545" y="45715"/>
                  </a:lnTo>
                  <a:cubicBezTo>
                    <a:pt x="17816" y="45885"/>
                    <a:pt x="17901" y="45961"/>
                    <a:pt x="18095" y="46096"/>
                  </a:cubicBezTo>
                  <a:cubicBezTo>
                    <a:pt x="18047" y="46056"/>
                    <a:pt x="17928" y="45969"/>
                    <a:pt x="17948" y="45969"/>
                  </a:cubicBezTo>
                  <a:cubicBezTo>
                    <a:pt x="17949" y="45969"/>
                    <a:pt x="17950" y="45969"/>
                    <a:pt x="17951" y="45969"/>
                  </a:cubicBezTo>
                  <a:cubicBezTo>
                    <a:pt x="18121" y="46088"/>
                    <a:pt x="18273" y="46198"/>
                    <a:pt x="18434" y="46308"/>
                  </a:cubicBezTo>
                  <a:cubicBezTo>
                    <a:pt x="18510" y="46367"/>
                    <a:pt x="18586" y="46409"/>
                    <a:pt x="18670" y="46468"/>
                  </a:cubicBezTo>
                  <a:cubicBezTo>
                    <a:pt x="18747" y="46528"/>
                    <a:pt x="18823" y="46578"/>
                    <a:pt x="18890" y="46629"/>
                  </a:cubicBezTo>
                  <a:cubicBezTo>
                    <a:pt x="18853" y="46601"/>
                    <a:pt x="18844" y="46589"/>
                    <a:pt x="18854" y="46589"/>
                  </a:cubicBezTo>
                  <a:cubicBezTo>
                    <a:pt x="18889" y="46589"/>
                    <a:pt x="19159" y="46731"/>
                    <a:pt x="19271" y="46790"/>
                  </a:cubicBezTo>
                  <a:cubicBezTo>
                    <a:pt x="19068" y="46654"/>
                    <a:pt x="18857" y="46519"/>
                    <a:pt x="18653" y="46367"/>
                  </a:cubicBezTo>
                  <a:cubicBezTo>
                    <a:pt x="18247" y="46113"/>
                    <a:pt x="17918" y="45910"/>
                    <a:pt x="17596" y="45682"/>
                  </a:cubicBezTo>
                  <a:cubicBezTo>
                    <a:pt x="17266" y="45462"/>
                    <a:pt x="16936" y="45225"/>
                    <a:pt x="16513" y="44937"/>
                  </a:cubicBezTo>
                  <a:lnTo>
                    <a:pt x="16513" y="44937"/>
                  </a:lnTo>
                  <a:lnTo>
                    <a:pt x="16572" y="44954"/>
                  </a:lnTo>
                  <a:cubicBezTo>
                    <a:pt x="15304" y="43947"/>
                    <a:pt x="15447" y="44218"/>
                    <a:pt x="14373" y="43338"/>
                  </a:cubicBezTo>
                  <a:cubicBezTo>
                    <a:pt x="14373" y="43304"/>
                    <a:pt x="14246" y="43211"/>
                    <a:pt x="14136" y="43110"/>
                  </a:cubicBezTo>
                  <a:cubicBezTo>
                    <a:pt x="14018" y="43017"/>
                    <a:pt x="13916" y="42924"/>
                    <a:pt x="13950" y="42924"/>
                  </a:cubicBezTo>
                  <a:cubicBezTo>
                    <a:pt x="14118" y="43073"/>
                    <a:pt x="14178" y="43123"/>
                    <a:pt x="14187" y="43123"/>
                  </a:cubicBezTo>
                  <a:cubicBezTo>
                    <a:pt x="14195" y="43123"/>
                    <a:pt x="14163" y="43086"/>
                    <a:pt x="14128" y="43042"/>
                  </a:cubicBezTo>
                  <a:cubicBezTo>
                    <a:pt x="13899" y="42873"/>
                    <a:pt x="13671" y="42687"/>
                    <a:pt x="13459" y="42492"/>
                  </a:cubicBezTo>
                  <a:lnTo>
                    <a:pt x="13459" y="42492"/>
                  </a:lnTo>
                  <a:cubicBezTo>
                    <a:pt x="13483" y="42509"/>
                    <a:pt x="13495" y="42515"/>
                    <a:pt x="13499" y="42515"/>
                  </a:cubicBezTo>
                  <a:cubicBezTo>
                    <a:pt x="13513" y="42515"/>
                    <a:pt x="13468" y="42464"/>
                    <a:pt x="13479" y="42464"/>
                  </a:cubicBezTo>
                  <a:cubicBezTo>
                    <a:pt x="13487" y="42464"/>
                    <a:pt x="13528" y="42495"/>
                    <a:pt x="13654" y="42602"/>
                  </a:cubicBezTo>
                  <a:cubicBezTo>
                    <a:pt x="13180" y="42179"/>
                    <a:pt x="12935" y="41934"/>
                    <a:pt x="12673" y="41740"/>
                  </a:cubicBezTo>
                  <a:cubicBezTo>
                    <a:pt x="11903" y="41046"/>
                    <a:pt x="12470" y="41503"/>
                    <a:pt x="11742" y="40784"/>
                  </a:cubicBezTo>
                  <a:lnTo>
                    <a:pt x="11742" y="40784"/>
                  </a:lnTo>
                  <a:lnTo>
                    <a:pt x="11861" y="40877"/>
                  </a:lnTo>
                  <a:lnTo>
                    <a:pt x="11412" y="40428"/>
                  </a:lnTo>
                  <a:lnTo>
                    <a:pt x="11505" y="40606"/>
                  </a:lnTo>
                  <a:cubicBezTo>
                    <a:pt x="11319" y="40428"/>
                    <a:pt x="11142" y="40259"/>
                    <a:pt x="10964" y="40073"/>
                  </a:cubicBezTo>
                  <a:cubicBezTo>
                    <a:pt x="10881" y="39988"/>
                    <a:pt x="10848" y="39957"/>
                    <a:pt x="10844" y="39957"/>
                  </a:cubicBezTo>
                  <a:lnTo>
                    <a:pt x="10844" y="39957"/>
                  </a:lnTo>
                  <a:cubicBezTo>
                    <a:pt x="10833" y="39957"/>
                    <a:pt x="11040" y="40193"/>
                    <a:pt x="11027" y="40193"/>
                  </a:cubicBezTo>
                  <a:cubicBezTo>
                    <a:pt x="11026" y="40193"/>
                    <a:pt x="11025" y="40193"/>
                    <a:pt x="11023" y="40191"/>
                  </a:cubicBezTo>
                  <a:lnTo>
                    <a:pt x="11023" y="40191"/>
                  </a:lnTo>
                  <a:lnTo>
                    <a:pt x="11150" y="40293"/>
                  </a:lnTo>
                  <a:cubicBezTo>
                    <a:pt x="11353" y="40513"/>
                    <a:pt x="11674" y="40809"/>
                    <a:pt x="11708" y="40868"/>
                  </a:cubicBezTo>
                  <a:cubicBezTo>
                    <a:pt x="11573" y="40724"/>
                    <a:pt x="11429" y="40597"/>
                    <a:pt x="11277" y="40479"/>
                  </a:cubicBezTo>
                  <a:lnTo>
                    <a:pt x="11277" y="40479"/>
                  </a:lnTo>
                  <a:lnTo>
                    <a:pt x="11615" y="40817"/>
                  </a:lnTo>
                  <a:lnTo>
                    <a:pt x="11708" y="40944"/>
                  </a:lnTo>
                  <a:cubicBezTo>
                    <a:pt x="11878" y="41114"/>
                    <a:pt x="12013" y="41266"/>
                    <a:pt x="12148" y="41393"/>
                  </a:cubicBezTo>
                  <a:cubicBezTo>
                    <a:pt x="12284" y="41520"/>
                    <a:pt x="12410" y="41630"/>
                    <a:pt x="12520" y="41714"/>
                  </a:cubicBezTo>
                  <a:cubicBezTo>
                    <a:pt x="12385" y="41570"/>
                    <a:pt x="12275" y="41511"/>
                    <a:pt x="12157" y="41376"/>
                  </a:cubicBezTo>
                  <a:lnTo>
                    <a:pt x="12157" y="41376"/>
                  </a:lnTo>
                  <a:cubicBezTo>
                    <a:pt x="12351" y="41511"/>
                    <a:pt x="12774" y="41917"/>
                    <a:pt x="13197" y="42298"/>
                  </a:cubicBezTo>
                  <a:cubicBezTo>
                    <a:pt x="13204" y="42312"/>
                    <a:pt x="13303" y="42400"/>
                    <a:pt x="13291" y="42400"/>
                  </a:cubicBezTo>
                  <a:cubicBezTo>
                    <a:pt x="13289" y="42400"/>
                    <a:pt x="13283" y="42397"/>
                    <a:pt x="13273" y="42391"/>
                  </a:cubicBezTo>
                  <a:cubicBezTo>
                    <a:pt x="13265" y="42391"/>
                    <a:pt x="13189" y="42323"/>
                    <a:pt x="13146" y="42289"/>
                  </a:cubicBezTo>
                  <a:lnTo>
                    <a:pt x="13146" y="42289"/>
                  </a:lnTo>
                  <a:cubicBezTo>
                    <a:pt x="13149" y="42292"/>
                    <a:pt x="13150" y="42293"/>
                    <a:pt x="13149" y="42293"/>
                  </a:cubicBezTo>
                  <a:cubicBezTo>
                    <a:pt x="13145" y="42293"/>
                    <a:pt x="13103" y="42264"/>
                    <a:pt x="13096" y="42264"/>
                  </a:cubicBezTo>
                  <a:cubicBezTo>
                    <a:pt x="13087" y="42264"/>
                    <a:pt x="13121" y="42306"/>
                    <a:pt x="13324" y="42484"/>
                  </a:cubicBezTo>
                  <a:cubicBezTo>
                    <a:pt x="13166" y="42384"/>
                    <a:pt x="12845" y="42145"/>
                    <a:pt x="12842" y="42145"/>
                  </a:cubicBezTo>
                  <a:lnTo>
                    <a:pt x="12842" y="42145"/>
                  </a:lnTo>
                  <a:cubicBezTo>
                    <a:pt x="12842" y="42145"/>
                    <a:pt x="12842" y="42145"/>
                    <a:pt x="12842" y="42146"/>
                  </a:cubicBezTo>
                  <a:cubicBezTo>
                    <a:pt x="12614" y="41934"/>
                    <a:pt x="12293" y="41639"/>
                    <a:pt x="12115" y="41453"/>
                  </a:cubicBezTo>
                  <a:lnTo>
                    <a:pt x="12115" y="41453"/>
                  </a:lnTo>
                  <a:cubicBezTo>
                    <a:pt x="11915" y="41253"/>
                    <a:pt x="11522" y="40875"/>
                    <a:pt x="11505" y="40826"/>
                  </a:cubicBezTo>
                  <a:cubicBezTo>
                    <a:pt x="11426" y="40747"/>
                    <a:pt x="11252" y="40577"/>
                    <a:pt x="11242" y="40577"/>
                  </a:cubicBezTo>
                  <a:lnTo>
                    <a:pt x="11242" y="40577"/>
                  </a:lnTo>
                  <a:cubicBezTo>
                    <a:pt x="11237" y="40577"/>
                    <a:pt x="11272" y="40618"/>
                    <a:pt x="11378" y="40733"/>
                  </a:cubicBezTo>
                  <a:lnTo>
                    <a:pt x="11099" y="40454"/>
                  </a:lnTo>
                  <a:cubicBezTo>
                    <a:pt x="11015" y="40369"/>
                    <a:pt x="10922" y="40268"/>
                    <a:pt x="10837" y="40175"/>
                  </a:cubicBezTo>
                  <a:lnTo>
                    <a:pt x="10837" y="40175"/>
                  </a:lnTo>
                  <a:cubicBezTo>
                    <a:pt x="10843" y="40178"/>
                    <a:pt x="10848" y="40179"/>
                    <a:pt x="10851" y="40179"/>
                  </a:cubicBezTo>
                  <a:cubicBezTo>
                    <a:pt x="10887" y="40179"/>
                    <a:pt x="10733" y="39991"/>
                    <a:pt x="10754" y="39991"/>
                  </a:cubicBezTo>
                  <a:cubicBezTo>
                    <a:pt x="10765" y="39991"/>
                    <a:pt x="10831" y="40050"/>
                    <a:pt x="11015" y="40234"/>
                  </a:cubicBezTo>
                  <a:lnTo>
                    <a:pt x="10499" y="39684"/>
                  </a:lnTo>
                  <a:lnTo>
                    <a:pt x="10499" y="39684"/>
                  </a:lnTo>
                  <a:lnTo>
                    <a:pt x="10516" y="39692"/>
                  </a:lnTo>
                  <a:cubicBezTo>
                    <a:pt x="10524" y="39709"/>
                    <a:pt x="10541" y="39726"/>
                    <a:pt x="10558" y="39735"/>
                  </a:cubicBezTo>
                  <a:cubicBezTo>
                    <a:pt x="10600" y="39768"/>
                    <a:pt x="10634" y="39811"/>
                    <a:pt x="10668" y="39862"/>
                  </a:cubicBezTo>
                  <a:cubicBezTo>
                    <a:pt x="10710" y="39898"/>
                    <a:pt x="10732" y="39915"/>
                    <a:pt x="10738" y="39915"/>
                  </a:cubicBezTo>
                  <a:cubicBezTo>
                    <a:pt x="10761" y="39915"/>
                    <a:pt x="10551" y="39676"/>
                    <a:pt x="10329" y="39422"/>
                  </a:cubicBezTo>
                  <a:lnTo>
                    <a:pt x="10245" y="39371"/>
                  </a:lnTo>
                  <a:cubicBezTo>
                    <a:pt x="10016" y="39083"/>
                    <a:pt x="9898" y="38897"/>
                    <a:pt x="9585" y="38533"/>
                  </a:cubicBezTo>
                  <a:cubicBezTo>
                    <a:pt x="9314" y="38271"/>
                    <a:pt x="9061" y="37992"/>
                    <a:pt x="8798" y="37713"/>
                  </a:cubicBezTo>
                  <a:lnTo>
                    <a:pt x="8587" y="37451"/>
                  </a:lnTo>
                  <a:cubicBezTo>
                    <a:pt x="8544" y="37383"/>
                    <a:pt x="8443" y="37265"/>
                    <a:pt x="8375" y="37163"/>
                  </a:cubicBezTo>
                  <a:cubicBezTo>
                    <a:pt x="8328" y="37092"/>
                    <a:pt x="8297" y="37041"/>
                    <a:pt x="8306" y="37041"/>
                  </a:cubicBezTo>
                  <a:cubicBezTo>
                    <a:pt x="8310" y="37041"/>
                    <a:pt x="8321" y="37050"/>
                    <a:pt x="8341" y="37070"/>
                  </a:cubicBezTo>
                  <a:cubicBezTo>
                    <a:pt x="8339" y="37063"/>
                    <a:pt x="8339" y="37059"/>
                    <a:pt x="8341" y="37059"/>
                  </a:cubicBezTo>
                  <a:lnTo>
                    <a:pt x="8341" y="37059"/>
                  </a:lnTo>
                  <a:cubicBezTo>
                    <a:pt x="8352" y="37059"/>
                    <a:pt x="8437" y="37180"/>
                    <a:pt x="8553" y="37332"/>
                  </a:cubicBezTo>
                  <a:cubicBezTo>
                    <a:pt x="8557" y="37339"/>
                    <a:pt x="8558" y="37341"/>
                    <a:pt x="8558" y="37341"/>
                  </a:cubicBezTo>
                  <a:cubicBezTo>
                    <a:pt x="8557" y="37341"/>
                    <a:pt x="8551" y="37335"/>
                    <a:pt x="8549" y="37335"/>
                  </a:cubicBezTo>
                  <a:lnTo>
                    <a:pt x="8549" y="37335"/>
                  </a:lnTo>
                  <a:cubicBezTo>
                    <a:pt x="8547" y="37335"/>
                    <a:pt x="8548" y="37338"/>
                    <a:pt x="8553" y="37349"/>
                  </a:cubicBezTo>
                  <a:cubicBezTo>
                    <a:pt x="8568" y="37359"/>
                    <a:pt x="8581" y="37367"/>
                    <a:pt x="8588" y="37367"/>
                  </a:cubicBezTo>
                  <a:cubicBezTo>
                    <a:pt x="8604" y="37367"/>
                    <a:pt x="8586" y="37325"/>
                    <a:pt x="8485" y="37171"/>
                  </a:cubicBezTo>
                  <a:lnTo>
                    <a:pt x="8485" y="37171"/>
                  </a:lnTo>
                  <a:cubicBezTo>
                    <a:pt x="8646" y="37391"/>
                    <a:pt x="8663" y="37417"/>
                    <a:pt x="8790" y="37561"/>
                  </a:cubicBezTo>
                  <a:lnTo>
                    <a:pt x="8629" y="37341"/>
                  </a:lnTo>
                  <a:lnTo>
                    <a:pt x="8629" y="37341"/>
                  </a:lnTo>
                  <a:cubicBezTo>
                    <a:pt x="8868" y="37654"/>
                    <a:pt x="9267" y="38103"/>
                    <a:pt x="9296" y="38103"/>
                  </a:cubicBezTo>
                  <a:cubicBezTo>
                    <a:pt x="9297" y="38103"/>
                    <a:pt x="9297" y="38103"/>
                    <a:pt x="9297" y="38102"/>
                  </a:cubicBezTo>
                  <a:cubicBezTo>
                    <a:pt x="9196" y="38026"/>
                    <a:pt x="9061" y="37806"/>
                    <a:pt x="8934" y="37628"/>
                  </a:cubicBezTo>
                  <a:lnTo>
                    <a:pt x="8934" y="37628"/>
                  </a:lnTo>
                  <a:cubicBezTo>
                    <a:pt x="9014" y="37721"/>
                    <a:pt x="9157" y="37886"/>
                    <a:pt x="9166" y="37886"/>
                  </a:cubicBezTo>
                  <a:cubicBezTo>
                    <a:pt x="9170" y="37886"/>
                    <a:pt x="9155" y="37863"/>
                    <a:pt x="9111" y="37806"/>
                  </a:cubicBezTo>
                  <a:cubicBezTo>
                    <a:pt x="9062" y="37756"/>
                    <a:pt x="8797" y="37432"/>
                    <a:pt x="8781" y="37432"/>
                  </a:cubicBezTo>
                  <a:lnTo>
                    <a:pt x="8781" y="37432"/>
                  </a:lnTo>
                  <a:cubicBezTo>
                    <a:pt x="8776" y="37432"/>
                    <a:pt x="8802" y="37474"/>
                    <a:pt x="8883" y="37586"/>
                  </a:cubicBezTo>
                  <a:cubicBezTo>
                    <a:pt x="8714" y="37400"/>
                    <a:pt x="8553" y="37197"/>
                    <a:pt x="8401" y="36985"/>
                  </a:cubicBezTo>
                  <a:lnTo>
                    <a:pt x="8401" y="36985"/>
                  </a:lnTo>
                  <a:cubicBezTo>
                    <a:pt x="8484" y="37088"/>
                    <a:pt x="8510" y="37112"/>
                    <a:pt x="8519" y="37112"/>
                  </a:cubicBezTo>
                  <a:cubicBezTo>
                    <a:pt x="8527" y="37112"/>
                    <a:pt x="8522" y="37093"/>
                    <a:pt x="8532" y="37093"/>
                  </a:cubicBezTo>
                  <a:cubicBezTo>
                    <a:pt x="8536" y="37093"/>
                    <a:pt x="8543" y="37096"/>
                    <a:pt x="8553" y="37104"/>
                  </a:cubicBezTo>
                  <a:cubicBezTo>
                    <a:pt x="8384" y="36901"/>
                    <a:pt x="8375" y="36918"/>
                    <a:pt x="8341" y="36892"/>
                  </a:cubicBezTo>
                  <a:cubicBezTo>
                    <a:pt x="8283" y="36805"/>
                    <a:pt x="8229" y="36725"/>
                    <a:pt x="8180" y="36649"/>
                  </a:cubicBezTo>
                  <a:lnTo>
                    <a:pt x="8180" y="36649"/>
                  </a:lnTo>
                  <a:cubicBezTo>
                    <a:pt x="8208" y="36694"/>
                    <a:pt x="8234" y="36736"/>
                    <a:pt x="8257" y="36774"/>
                  </a:cubicBezTo>
                  <a:cubicBezTo>
                    <a:pt x="8062" y="36520"/>
                    <a:pt x="7800" y="36190"/>
                    <a:pt x="7580" y="35869"/>
                  </a:cubicBezTo>
                  <a:cubicBezTo>
                    <a:pt x="7360" y="35547"/>
                    <a:pt x="7157" y="35260"/>
                    <a:pt x="7039" y="35116"/>
                  </a:cubicBezTo>
                  <a:lnTo>
                    <a:pt x="7039" y="35116"/>
                  </a:lnTo>
                  <a:cubicBezTo>
                    <a:pt x="7106" y="35243"/>
                    <a:pt x="7343" y="35522"/>
                    <a:pt x="7419" y="35700"/>
                  </a:cubicBezTo>
                  <a:lnTo>
                    <a:pt x="7546" y="35843"/>
                  </a:lnTo>
                  <a:lnTo>
                    <a:pt x="7665" y="36013"/>
                  </a:lnTo>
                  <a:cubicBezTo>
                    <a:pt x="7715" y="36080"/>
                    <a:pt x="7766" y="36148"/>
                    <a:pt x="7817" y="36216"/>
                  </a:cubicBezTo>
                  <a:cubicBezTo>
                    <a:pt x="7885" y="36300"/>
                    <a:pt x="7944" y="36393"/>
                    <a:pt x="7986" y="36486"/>
                  </a:cubicBezTo>
                  <a:lnTo>
                    <a:pt x="7318" y="35640"/>
                  </a:lnTo>
                  <a:cubicBezTo>
                    <a:pt x="7284" y="35606"/>
                    <a:pt x="7259" y="35564"/>
                    <a:pt x="7233" y="35522"/>
                  </a:cubicBezTo>
                  <a:lnTo>
                    <a:pt x="7225" y="35513"/>
                  </a:lnTo>
                  <a:cubicBezTo>
                    <a:pt x="7123" y="35361"/>
                    <a:pt x="6963" y="35116"/>
                    <a:pt x="6861" y="34972"/>
                  </a:cubicBezTo>
                  <a:cubicBezTo>
                    <a:pt x="6813" y="34895"/>
                    <a:pt x="6804" y="34872"/>
                    <a:pt x="6810" y="34872"/>
                  </a:cubicBezTo>
                  <a:cubicBezTo>
                    <a:pt x="6817" y="34872"/>
                    <a:pt x="6851" y="34912"/>
                    <a:pt x="6861" y="34921"/>
                  </a:cubicBezTo>
                  <a:cubicBezTo>
                    <a:pt x="6675" y="34600"/>
                    <a:pt x="6506" y="34338"/>
                    <a:pt x="6328" y="34075"/>
                  </a:cubicBezTo>
                  <a:cubicBezTo>
                    <a:pt x="6235" y="33948"/>
                    <a:pt x="6142" y="33822"/>
                    <a:pt x="6057" y="33669"/>
                  </a:cubicBezTo>
                  <a:cubicBezTo>
                    <a:pt x="5964" y="33525"/>
                    <a:pt x="5880" y="33373"/>
                    <a:pt x="5787" y="33204"/>
                  </a:cubicBezTo>
                  <a:cubicBezTo>
                    <a:pt x="5802" y="33189"/>
                    <a:pt x="5577" y="32787"/>
                    <a:pt x="5588" y="32787"/>
                  </a:cubicBezTo>
                  <a:lnTo>
                    <a:pt x="5588" y="32787"/>
                  </a:lnTo>
                  <a:cubicBezTo>
                    <a:pt x="5590" y="32787"/>
                    <a:pt x="5596" y="32796"/>
                    <a:pt x="5609" y="32815"/>
                  </a:cubicBezTo>
                  <a:cubicBezTo>
                    <a:pt x="5389" y="32417"/>
                    <a:pt x="5254" y="32206"/>
                    <a:pt x="5102" y="31952"/>
                  </a:cubicBezTo>
                  <a:cubicBezTo>
                    <a:pt x="5087" y="31894"/>
                    <a:pt x="4871" y="31488"/>
                    <a:pt x="4879" y="31488"/>
                  </a:cubicBezTo>
                  <a:lnTo>
                    <a:pt x="4879" y="31488"/>
                  </a:lnTo>
                  <a:cubicBezTo>
                    <a:pt x="4881" y="31488"/>
                    <a:pt x="4889" y="31500"/>
                    <a:pt x="4907" y="31529"/>
                  </a:cubicBezTo>
                  <a:cubicBezTo>
                    <a:pt x="4839" y="31411"/>
                    <a:pt x="4755" y="31292"/>
                    <a:pt x="4687" y="31174"/>
                  </a:cubicBezTo>
                  <a:cubicBezTo>
                    <a:pt x="4577" y="30912"/>
                    <a:pt x="4306" y="30387"/>
                    <a:pt x="4281" y="30286"/>
                  </a:cubicBezTo>
                  <a:cubicBezTo>
                    <a:pt x="4256" y="30218"/>
                    <a:pt x="4213" y="30150"/>
                    <a:pt x="4171" y="30099"/>
                  </a:cubicBezTo>
                  <a:cubicBezTo>
                    <a:pt x="4120" y="30006"/>
                    <a:pt x="4078" y="29913"/>
                    <a:pt x="4044" y="29820"/>
                  </a:cubicBezTo>
                  <a:lnTo>
                    <a:pt x="4044" y="29820"/>
                  </a:lnTo>
                  <a:cubicBezTo>
                    <a:pt x="4053" y="29837"/>
                    <a:pt x="4044" y="29803"/>
                    <a:pt x="4078" y="29888"/>
                  </a:cubicBezTo>
                  <a:cubicBezTo>
                    <a:pt x="4010" y="29702"/>
                    <a:pt x="3816" y="29262"/>
                    <a:pt x="3723" y="29084"/>
                  </a:cubicBezTo>
                  <a:lnTo>
                    <a:pt x="3723" y="29084"/>
                  </a:lnTo>
                  <a:cubicBezTo>
                    <a:pt x="3841" y="29363"/>
                    <a:pt x="3740" y="29152"/>
                    <a:pt x="3883" y="29482"/>
                  </a:cubicBezTo>
                  <a:cubicBezTo>
                    <a:pt x="3833" y="29414"/>
                    <a:pt x="3799" y="29330"/>
                    <a:pt x="3765" y="29253"/>
                  </a:cubicBezTo>
                  <a:cubicBezTo>
                    <a:pt x="3697" y="29110"/>
                    <a:pt x="3613" y="28924"/>
                    <a:pt x="3537" y="28729"/>
                  </a:cubicBezTo>
                  <a:lnTo>
                    <a:pt x="3537" y="28729"/>
                  </a:lnTo>
                  <a:cubicBezTo>
                    <a:pt x="3592" y="28840"/>
                    <a:pt x="3615" y="28882"/>
                    <a:pt x="3619" y="28882"/>
                  </a:cubicBezTo>
                  <a:cubicBezTo>
                    <a:pt x="3625" y="28882"/>
                    <a:pt x="3599" y="28814"/>
                    <a:pt x="3570" y="28737"/>
                  </a:cubicBezTo>
                  <a:cubicBezTo>
                    <a:pt x="3532" y="28628"/>
                    <a:pt x="3488" y="28503"/>
                    <a:pt x="3496" y="28503"/>
                  </a:cubicBezTo>
                  <a:lnTo>
                    <a:pt x="3496" y="28503"/>
                  </a:lnTo>
                  <a:cubicBezTo>
                    <a:pt x="3498" y="28503"/>
                    <a:pt x="3506" y="28515"/>
                    <a:pt x="3520" y="28543"/>
                  </a:cubicBezTo>
                  <a:cubicBezTo>
                    <a:pt x="3350" y="28128"/>
                    <a:pt x="3207" y="27807"/>
                    <a:pt x="3071" y="27502"/>
                  </a:cubicBezTo>
                  <a:cubicBezTo>
                    <a:pt x="2936" y="27189"/>
                    <a:pt x="2817" y="26902"/>
                    <a:pt x="2674" y="26555"/>
                  </a:cubicBezTo>
                  <a:cubicBezTo>
                    <a:pt x="2513" y="26149"/>
                    <a:pt x="2378" y="25667"/>
                    <a:pt x="2225" y="25227"/>
                  </a:cubicBezTo>
                  <a:cubicBezTo>
                    <a:pt x="2065" y="24778"/>
                    <a:pt x="1946" y="24347"/>
                    <a:pt x="1836" y="24026"/>
                  </a:cubicBezTo>
                  <a:lnTo>
                    <a:pt x="1836" y="24026"/>
                  </a:lnTo>
                  <a:lnTo>
                    <a:pt x="1862" y="24110"/>
                  </a:lnTo>
                  <a:lnTo>
                    <a:pt x="1726" y="23721"/>
                  </a:lnTo>
                  <a:cubicBezTo>
                    <a:pt x="1667" y="23493"/>
                    <a:pt x="1760" y="23704"/>
                    <a:pt x="1650" y="23349"/>
                  </a:cubicBezTo>
                  <a:lnTo>
                    <a:pt x="1650" y="23349"/>
                  </a:lnTo>
                  <a:cubicBezTo>
                    <a:pt x="1709" y="23467"/>
                    <a:pt x="1836" y="23966"/>
                    <a:pt x="1963" y="24330"/>
                  </a:cubicBezTo>
                  <a:cubicBezTo>
                    <a:pt x="1932" y="24192"/>
                    <a:pt x="1924" y="24141"/>
                    <a:pt x="1929" y="24141"/>
                  </a:cubicBezTo>
                  <a:lnTo>
                    <a:pt x="1929" y="24141"/>
                  </a:lnTo>
                  <a:cubicBezTo>
                    <a:pt x="1945" y="24141"/>
                    <a:pt x="2073" y="24566"/>
                    <a:pt x="2083" y="24566"/>
                  </a:cubicBezTo>
                  <a:cubicBezTo>
                    <a:pt x="2085" y="24566"/>
                    <a:pt x="2080" y="24540"/>
                    <a:pt x="2065" y="24474"/>
                  </a:cubicBezTo>
                  <a:cubicBezTo>
                    <a:pt x="1955" y="24212"/>
                    <a:pt x="1862" y="23941"/>
                    <a:pt x="1802" y="23662"/>
                  </a:cubicBezTo>
                  <a:cubicBezTo>
                    <a:pt x="1743" y="23484"/>
                    <a:pt x="1701" y="23281"/>
                    <a:pt x="1650" y="23104"/>
                  </a:cubicBezTo>
                  <a:cubicBezTo>
                    <a:pt x="1599" y="22917"/>
                    <a:pt x="1557" y="22748"/>
                    <a:pt x="1515" y="22613"/>
                  </a:cubicBezTo>
                  <a:cubicBezTo>
                    <a:pt x="1483" y="22480"/>
                    <a:pt x="1472" y="22428"/>
                    <a:pt x="1473" y="22421"/>
                  </a:cubicBezTo>
                  <a:lnTo>
                    <a:pt x="1473" y="22421"/>
                  </a:lnTo>
                  <a:lnTo>
                    <a:pt x="1491" y="22466"/>
                  </a:lnTo>
                  <a:lnTo>
                    <a:pt x="1491" y="22466"/>
                  </a:lnTo>
                  <a:cubicBezTo>
                    <a:pt x="1483" y="22439"/>
                    <a:pt x="1476" y="22420"/>
                    <a:pt x="1474" y="22420"/>
                  </a:cubicBezTo>
                  <a:lnTo>
                    <a:pt x="1474" y="22420"/>
                  </a:lnTo>
                  <a:cubicBezTo>
                    <a:pt x="1474" y="22420"/>
                    <a:pt x="1474" y="22420"/>
                    <a:pt x="1473" y="22421"/>
                  </a:cubicBezTo>
                  <a:lnTo>
                    <a:pt x="1473" y="22421"/>
                  </a:lnTo>
                  <a:lnTo>
                    <a:pt x="1472" y="22418"/>
                  </a:lnTo>
                  <a:cubicBezTo>
                    <a:pt x="1430" y="22207"/>
                    <a:pt x="1413" y="22139"/>
                    <a:pt x="1430" y="22139"/>
                  </a:cubicBezTo>
                  <a:cubicBezTo>
                    <a:pt x="1371" y="21852"/>
                    <a:pt x="1303" y="21547"/>
                    <a:pt x="1236" y="21259"/>
                  </a:cubicBezTo>
                  <a:cubicBezTo>
                    <a:pt x="1168" y="20972"/>
                    <a:pt x="1100" y="20684"/>
                    <a:pt x="1041" y="20447"/>
                  </a:cubicBezTo>
                  <a:lnTo>
                    <a:pt x="1041" y="20447"/>
                  </a:lnTo>
                  <a:cubicBezTo>
                    <a:pt x="1081" y="20640"/>
                    <a:pt x="1088" y="20692"/>
                    <a:pt x="1084" y="20692"/>
                  </a:cubicBezTo>
                  <a:cubicBezTo>
                    <a:pt x="1078" y="20692"/>
                    <a:pt x="1054" y="20614"/>
                    <a:pt x="1049" y="20614"/>
                  </a:cubicBezTo>
                  <a:lnTo>
                    <a:pt x="1049" y="20614"/>
                  </a:lnTo>
                  <a:cubicBezTo>
                    <a:pt x="1045" y="20614"/>
                    <a:pt x="1053" y="20665"/>
                    <a:pt x="1092" y="20853"/>
                  </a:cubicBezTo>
                  <a:cubicBezTo>
                    <a:pt x="1033" y="20676"/>
                    <a:pt x="965" y="20278"/>
                    <a:pt x="889" y="19897"/>
                  </a:cubicBezTo>
                  <a:lnTo>
                    <a:pt x="889" y="19897"/>
                  </a:lnTo>
                  <a:cubicBezTo>
                    <a:pt x="903" y="19968"/>
                    <a:pt x="911" y="19993"/>
                    <a:pt x="914" y="19993"/>
                  </a:cubicBezTo>
                  <a:cubicBezTo>
                    <a:pt x="922" y="19993"/>
                    <a:pt x="908" y="19855"/>
                    <a:pt x="914" y="19855"/>
                  </a:cubicBezTo>
                  <a:lnTo>
                    <a:pt x="914" y="19855"/>
                  </a:lnTo>
                  <a:cubicBezTo>
                    <a:pt x="918" y="19855"/>
                    <a:pt x="935" y="19935"/>
                    <a:pt x="982" y="20219"/>
                  </a:cubicBezTo>
                  <a:cubicBezTo>
                    <a:pt x="999" y="20092"/>
                    <a:pt x="906" y="19821"/>
                    <a:pt x="846" y="19458"/>
                  </a:cubicBezTo>
                  <a:lnTo>
                    <a:pt x="846" y="19458"/>
                  </a:lnTo>
                  <a:cubicBezTo>
                    <a:pt x="887" y="19636"/>
                    <a:pt x="974" y="20009"/>
                    <a:pt x="981" y="20009"/>
                  </a:cubicBezTo>
                  <a:cubicBezTo>
                    <a:pt x="982" y="20009"/>
                    <a:pt x="982" y="20009"/>
                    <a:pt x="982" y="20007"/>
                  </a:cubicBezTo>
                  <a:cubicBezTo>
                    <a:pt x="830" y="19474"/>
                    <a:pt x="728" y="18265"/>
                    <a:pt x="660" y="18053"/>
                  </a:cubicBezTo>
                  <a:cubicBezTo>
                    <a:pt x="584" y="17664"/>
                    <a:pt x="491" y="17055"/>
                    <a:pt x="407" y="16573"/>
                  </a:cubicBezTo>
                  <a:cubicBezTo>
                    <a:pt x="398" y="16336"/>
                    <a:pt x="381" y="16074"/>
                    <a:pt x="356" y="15812"/>
                  </a:cubicBezTo>
                  <a:cubicBezTo>
                    <a:pt x="339" y="15549"/>
                    <a:pt x="305" y="15279"/>
                    <a:pt x="305" y="15008"/>
                  </a:cubicBezTo>
                  <a:lnTo>
                    <a:pt x="305" y="15008"/>
                  </a:lnTo>
                  <a:lnTo>
                    <a:pt x="322" y="15101"/>
                  </a:lnTo>
                  <a:cubicBezTo>
                    <a:pt x="314" y="14796"/>
                    <a:pt x="271" y="14314"/>
                    <a:pt x="254" y="13857"/>
                  </a:cubicBezTo>
                  <a:cubicBezTo>
                    <a:pt x="263" y="13824"/>
                    <a:pt x="271" y="13790"/>
                    <a:pt x="280" y="13756"/>
                  </a:cubicBezTo>
                  <a:cubicBezTo>
                    <a:pt x="263" y="13443"/>
                    <a:pt x="246" y="12859"/>
                    <a:pt x="246" y="12377"/>
                  </a:cubicBezTo>
                  <a:cubicBezTo>
                    <a:pt x="232" y="12377"/>
                    <a:pt x="241" y="12663"/>
                    <a:pt x="231" y="12663"/>
                  </a:cubicBezTo>
                  <a:cubicBezTo>
                    <a:pt x="229" y="12663"/>
                    <a:pt x="225" y="12646"/>
                    <a:pt x="220" y="12605"/>
                  </a:cubicBezTo>
                  <a:lnTo>
                    <a:pt x="220" y="12605"/>
                  </a:lnTo>
                  <a:cubicBezTo>
                    <a:pt x="228" y="12805"/>
                    <a:pt x="229" y="12980"/>
                    <a:pt x="239" y="12980"/>
                  </a:cubicBezTo>
                  <a:cubicBezTo>
                    <a:pt x="241" y="12980"/>
                    <a:pt x="243" y="12974"/>
                    <a:pt x="246" y="12961"/>
                  </a:cubicBezTo>
                  <a:lnTo>
                    <a:pt x="246" y="12961"/>
                  </a:lnTo>
                  <a:cubicBezTo>
                    <a:pt x="246" y="13198"/>
                    <a:pt x="229" y="13206"/>
                    <a:pt x="220" y="13409"/>
                  </a:cubicBezTo>
                  <a:lnTo>
                    <a:pt x="187" y="12479"/>
                  </a:lnTo>
                  <a:cubicBezTo>
                    <a:pt x="187" y="12445"/>
                    <a:pt x="187" y="12411"/>
                    <a:pt x="187" y="12377"/>
                  </a:cubicBezTo>
                  <a:lnTo>
                    <a:pt x="161" y="12309"/>
                  </a:lnTo>
                  <a:cubicBezTo>
                    <a:pt x="168" y="12114"/>
                    <a:pt x="175" y="12028"/>
                    <a:pt x="182" y="12028"/>
                  </a:cubicBezTo>
                  <a:cubicBezTo>
                    <a:pt x="184" y="12028"/>
                    <a:pt x="185" y="12031"/>
                    <a:pt x="187" y="12039"/>
                  </a:cubicBezTo>
                  <a:cubicBezTo>
                    <a:pt x="187" y="11776"/>
                    <a:pt x="170" y="11607"/>
                    <a:pt x="170" y="11430"/>
                  </a:cubicBezTo>
                  <a:cubicBezTo>
                    <a:pt x="161" y="11218"/>
                    <a:pt x="170" y="11007"/>
                    <a:pt x="178" y="10795"/>
                  </a:cubicBezTo>
                  <a:cubicBezTo>
                    <a:pt x="187" y="11024"/>
                    <a:pt x="204" y="11176"/>
                    <a:pt x="195" y="11565"/>
                  </a:cubicBezTo>
                  <a:cubicBezTo>
                    <a:pt x="204" y="11353"/>
                    <a:pt x="204" y="11150"/>
                    <a:pt x="212" y="10939"/>
                  </a:cubicBezTo>
                  <a:lnTo>
                    <a:pt x="212" y="10939"/>
                  </a:lnTo>
                  <a:cubicBezTo>
                    <a:pt x="220" y="11204"/>
                    <a:pt x="206" y="12145"/>
                    <a:pt x="237" y="12145"/>
                  </a:cubicBezTo>
                  <a:cubicBezTo>
                    <a:pt x="240" y="12145"/>
                    <a:pt x="243" y="12138"/>
                    <a:pt x="246" y="12123"/>
                  </a:cubicBezTo>
                  <a:cubicBezTo>
                    <a:pt x="246" y="11776"/>
                    <a:pt x="229" y="11353"/>
                    <a:pt x="246" y="10947"/>
                  </a:cubicBezTo>
                  <a:cubicBezTo>
                    <a:pt x="254" y="10533"/>
                    <a:pt x="263" y="10135"/>
                    <a:pt x="263" y="9831"/>
                  </a:cubicBezTo>
                  <a:cubicBezTo>
                    <a:pt x="280" y="9678"/>
                    <a:pt x="297" y="9475"/>
                    <a:pt x="314" y="9256"/>
                  </a:cubicBezTo>
                  <a:cubicBezTo>
                    <a:pt x="330" y="9027"/>
                    <a:pt x="347" y="8782"/>
                    <a:pt x="381" y="8520"/>
                  </a:cubicBezTo>
                  <a:cubicBezTo>
                    <a:pt x="388" y="8466"/>
                    <a:pt x="405" y="8356"/>
                    <a:pt x="412" y="8356"/>
                  </a:cubicBezTo>
                  <a:cubicBezTo>
                    <a:pt x="414" y="8356"/>
                    <a:pt x="415" y="8364"/>
                    <a:pt x="415" y="8384"/>
                  </a:cubicBezTo>
                  <a:lnTo>
                    <a:pt x="407" y="8536"/>
                  </a:lnTo>
                  <a:cubicBezTo>
                    <a:pt x="415" y="8443"/>
                    <a:pt x="423" y="8359"/>
                    <a:pt x="432" y="8266"/>
                  </a:cubicBezTo>
                  <a:lnTo>
                    <a:pt x="457" y="8004"/>
                  </a:lnTo>
                  <a:cubicBezTo>
                    <a:pt x="483" y="7817"/>
                    <a:pt x="500" y="7631"/>
                    <a:pt x="517" y="7454"/>
                  </a:cubicBezTo>
                  <a:cubicBezTo>
                    <a:pt x="533" y="7276"/>
                    <a:pt x="550" y="7098"/>
                    <a:pt x="576" y="6929"/>
                  </a:cubicBezTo>
                  <a:cubicBezTo>
                    <a:pt x="593" y="6760"/>
                    <a:pt x="618" y="6591"/>
                    <a:pt x="635" y="6439"/>
                  </a:cubicBezTo>
                  <a:lnTo>
                    <a:pt x="711" y="6134"/>
                  </a:lnTo>
                  <a:cubicBezTo>
                    <a:pt x="778" y="5759"/>
                    <a:pt x="784" y="5678"/>
                    <a:pt x="775" y="5678"/>
                  </a:cubicBezTo>
                  <a:lnTo>
                    <a:pt x="775" y="5678"/>
                  </a:lnTo>
                  <a:cubicBezTo>
                    <a:pt x="772" y="5678"/>
                    <a:pt x="767" y="5691"/>
                    <a:pt x="762" y="5703"/>
                  </a:cubicBezTo>
                  <a:cubicBezTo>
                    <a:pt x="752" y="5712"/>
                    <a:pt x="746" y="5724"/>
                    <a:pt x="741" y="5724"/>
                  </a:cubicBezTo>
                  <a:cubicBezTo>
                    <a:pt x="738" y="5724"/>
                    <a:pt x="736" y="5717"/>
                    <a:pt x="736" y="5694"/>
                  </a:cubicBezTo>
                  <a:cubicBezTo>
                    <a:pt x="753" y="5542"/>
                    <a:pt x="770" y="5398"/>
                    <a:pt x="804" y="5246"/>
                  </a:cubicBezTo>
                  <a:cubicBezTo>
                    <a:pt x="889" y="5000"/>
                    <a:pt x="1075" y="3943"/>
                    <a:pt x="1126" y="3909"/>
                  </a:cubicBezTo>
                  <a:cubicBezTo>
                    <a:pt x="1168" y="3706"/>
                    <a:pt x="1185" y="3622"/>
                    <a:pt x="1176" y="3588"/>
                  </a:cubicBezTo>
                  <a:lnTo>
                    <a:pt x="1176" y="3588"/>
                  </a:lnTo>
                  <a:cubicBezTo>
                    <a:pt x="1136" y="3728"/>
                    <a:pt x="1076" y="4003"/>
                    <a:pt x="1064" y="4003"/>
                  </a:cubicBezTo>
                  <a:cubicBezTo>
                    <a:pt x="1061" y="4003"/>
                    <a:pt x="1061" y="3983"/>
                    <a:pt x="1066" y="3935"/>
                  </a:cubicBezTo>
                  <a:cubicBezTo>
                    <a:pt x="1143" y="3571"/>
                    <a:pt x="1202" y="3402"/>
                    <a:pt x="1269" y="3114"/>
                  </a:cubicBezTo>
                  <a:lnTo>
                    <a:pt x="1269" y="3114"/>
                  </a:lnTo>
                  <a:cubicBezTo>
                    <a:pt x="1269" y="3134"/>
                    <a:pt x="1248" y="3265"/>
                    <a:pt x="1252" y="3265"/>
                  </a:cubicBezTo>
                  <a:cubicBezTo>
                    <a:pt x="1253" y="3265"/>
                    <a:pt x="1256" y="3256"/>
                    <a:pt x="1261" y="3232"/>
                  </a:cubicBezTo>
                  <a:cubicBezTo>
                    <a:pt x="1295" y="3055"/>
                    <a:pt x="1346" y="2843"/>
                    <a:pt x="1405" y="2615"/>
                  </a:cubicBezTo>
                  <a:cubicBezTo>
                    <a:pt x="1464" y="2386"/>
                    <a:pt x="1523" y="2133"/>
                    <a:pt x="1591" y="1887"/>
                  </a:cubicBezTo>
                  <a:cubicBezTo>
                    <a:pt x="1709" y="1388"/>
                    <a:pt x="1862" y="906"/>
                    <a:pt x="1938" y="568"/>
                  </a:cubicBezTo>
                  <a:lnTo>
                    <a:pt x="1938" y="568"/>
                  </a:lnTo>
                  <a:cubicBezTo>
                    <a:pt x="1870" y="822"/>
                    <a:pt x="1878" y="855"/>
                    <a:pt x="1760" y="1177"/>
                  </a:cubicBezTo>
                  <a:cubicBezTo>
                    <a:pt x="1777" y="1092"/>
                    <a:pt x="1794" y="1008"/>
                    <a:pt x="1819" y="923"/>
                  </a:cubicBezTo>
                  <a:lnTo>
                    <a:pt x="1819" y="923"/>
                  </a:lnTo>
                  <a:cubicBezTo>
                    <a:pt x="1785" y="991"/>
                    <a:pt x="1760" y="1067"/>
                    <a:pt x="1752" y="1151"/>
                  </a:cubicBezTo>
                  <a:cubicBezTo>
                    <a:pt x="1709" y="1270"/>
                    <a:pt x="1667" y="1431"/>
                    <a:pt x="1616" y="1608"/>
                  </a:cubicBezTo>
                  <a:cubicBezTo>
                    <a:pt x="1650" y="1405"/>
                    <a:pt x="1709" y="1211"/>
                    <a:pt x="1760" y="1016"/>
                  </a:cubicBezTo>
                  <a:lnTo>
                    <a:pt x="1760" y="1016"/>
                  </a:lnTo>
                  <a:lnTo>
                    <a:pt x="1633" y="1338"/>
                  </a:lnTo>
                  <a:lnTo>
                    <a:pt x="198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5"/>
            <p:cNvSpPr/>
            <p:nvPr/>
          </p:nvSpPr>
          <p:spPr>
            <a:xfrm rot="-9164125">
              <a:off x="10712010" y="750986"/>
              <a:ext cx="13100" cy="2600"/>
            </a:xfrm>
            <a:custGeom>
              <a:rect b="b" l="l" r="r" t="t"/>
              <a:pathLst>
                <a:path extrusionOk="0" h="104" w="524">
                  <a:moveTo>
                    <a:pt x="455" y="1"/>
                  </a:moveTo>
                  <a:cubicBezTo>
                    <a:pt x="371" y="26"/>
                    <a:pt x="286" y="51"/>
                    <a:pt x="193" y="60"/>
                  </a:cubicBezTo>
                  <a:cubicBezTo>
                    <a:pt x="91" y="82"/>
                    <a:pt x="1" y="104"/>
                    <a:pt x="39" y="104"/>
                  </a:cubicBezTo>
                  <a:cubicBezTo>
                    <a:pt x="45" y="104"/>
                    <a:pt x="54" y="103"/>
                    <a:pt x="66" y="102"/>
                  </a:cubicBezTo>
                  <a:cubicBezTo>
                    <a:pt x="202" y="77"/>
                    <a:pt x="523" y="9"/>
                    <a:pt x="45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5"/>
            <p:cNvSpPr/>
            <p:nvPr/>
          </p:nvSpPr>
          <p:spPr>
            <a:xfrm rot="-9164125">
              <a:off x="10710313" y="749551"/>
              <a:ext cx="9950" cy="2125"/>
            </a:xfrm>
            <a:custGeom>
              <a:rect b="b" l="l" r="r" t="t"/>
              <a:pathLst>
                <a:path extrusionOk="0" h="85" w="398">
                  <a:moveTo>
                    <a:pt x="398" y="0"/>
                  </a:moveTo>
                  <a:cubicBezTo>
                    <a:pt x="343" y="9"/>
                    <a:pt x="311" y="16"/>
                    <a:pt x="292" y="22"/>
                  </a:cubicBezTo>
                  <a:lnTo>
                    <a:pt x="292" y="22"/>
                  </a:lnTo>
                  <a:cubicBezTo>
                    <a:pt x="327" y="14"/>
                    <a:pt x="362" y="7"/>
                    <a:pt x="398" y="0"/>
                  </a:cubicBezTo>
                  <a:close/>
                  <a:moveTo>
                    <a:pt x="292" y="22"/>
                  </a:moveTo>
                  <a:cubicBezTo>
                    <a:pt x="194" y="43"/>
                    <a:pt x="100" y="66"/>
                    <a:pt x="0" y="85"/>
                  </a:cubicBezTo>
                  <a:cubicBezTo>
                    <a:pt x="85" y="76"/>
                    <a:pt x="169" y="59"/>
                    <a:pt x="245" y="42"/>
                  </a:cubicBezTo>
                  <a:cubicBezTo>
                    <a:pt x="262" y="37"/>
                    <a:pt x="257" y="32"/>
                    <a:pt x="292" y="2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5"/>
            <p:cNvSpPr/>
            <p:nvPr/>
          </p:nvSpPr>
          <p:spPr>
            <a:xfrm rot="-9164125">
              <a:off x="10674525" y="735072"/>
              <a:ext cx="31325" cy="8050"/>
            </a:xfrm>
            <a:custGeom>
              <a:rect b="b" l="l" r="r" t="t"/>
              <a:pathLst>
                <a:path extrusionOk="0" h="322" w="1253">
                  <a:moveTo>
                    <a:pt x="669" y="118"/>
                  </a:moveTo>
                  <a:lnTo>
                    <a:pt x="669" y="118"/>
                  </a:lnTo>
                  <a:cubicBezTo>
                    <a:pt x="614" y="129"/>
                    <a:pt x="559" y="139"/>
                    <a:pt x="505" y="151"/>
                  </a:cubicBezTo>
                  <a:lnTo>
                    <a:pt x="505" y="151"/>
                  </a:lnTo>
                  <a:cubicBezTo>
                    <a:pt x="517" y="148"/>
                    <a:pt x="530" y="146"/>
                    <a:pt x="542" y="144"/>
                  </a:cubicBezTo>
                  <a:cubicBezTo>
                    <a:pt x="585" y="136"/>
                    <a:pt x="628" y="128"/>
                    <a:pt x="671" y="119"/>
                  </a:cubicBezTo>
                  <a:lnTo>
                    <a:pt x="671" y="119"/>
                  </a:lnTo>
                  <a:cubicBezTo>
                    <a:pt x="671" y="119"/>
                    <a:pt x="670" y="119"/>
                    <a:pt x="669" y="118"/>
                  </a:cubicBezTo>
                  <a:close/>
                  <a:moveTo>
                    <a:pt x="505" y="151"/>
                  </a:moveTo>
                  <a:cubicBezTo>
                    <a:pt x="241" y="201"/>
                    <a:pt x="9" y="263"/>
                    <a:pt x="9" y="279"/>
                  </a:cubicBezTo>
                  <a:cubicBezTo>
                    <a:pt x="170" y="228"/>
                    <a:pt x="335" y="186"/>
                    <a:pt x="505" y="151"/>
                  </a:cubicBezTo>
                  <a:close/>
                  <a:moveTo>
                    <a:pt x="1253" y="0"/>
                  </a:moveTo>
                  <a:cubicBezTo>
                    <a:pt x="1145" y="14"/>
                    <a:pt x="910" y="71"/>
                    <a:pt x="671" y="119"/>
                  </a:cubicBezTo>
                  <a:lnTo>
                    <a:pt x="671" y="119"/>
                  </a:lnTo>
                  <a:cubicBezTo>
                    <a:pt x="788" y="153"/>
                    <a:pt x="135" y="246"/>
                    <a:pt x="1" y="321"/>
                  </a:cubicBezTo>
                  <a:cubicBezTo>
                    <a:pt x="593" y="203"/>
                    <a:pt x="771" y="127"/>
                    <a:pt x="12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5"/>
            <p:cNvSpPr/>
            <p:nvPr/>
          </p:nvSpPr>
          <p:spPr>
            <a:xfrm rot="-9164125">
              <a:off x="10704016" y="741791"/>
              <a:ext cx="9125" cy="2150"/>
            </a:xfrm>
            <a:custGeom>
              <a:rect b="b" l="l" r="r" t="t"/>
              <a:pathLst>
                <a:path extrusionOk="0" h="86" w="365">
                  <a:moveTo>
                    <a:pt x="364" y="0"/>
                  </a:moveTo>
                  <a:lnTo>
                    <a:pt x="331" y="9"/>
                  </a:lnTo>
                  <a:lnTo>
                    <a:pt x="1" y="85"/>
                  </a:lnTo>
                  <a:lnTo>
                    <a:pt x="34" y="85"/>
                  </a:lnTo>
                  <a:lnTo>
                    <a:pt x="36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5"/>
            <p:cNvSpPr/>
            <p:nvPr/>
          </p:nvSpPr>
          <p:spPr>
            <a:xfrm rot="-9164125">
              <a:off x="10876520" y="822943"/>
              <a:ext cx="8700" cy="350"/>
            </a:xfrm>
            <a:custGeom>
              <a:rect b="b" l="l" r="r" t="t"/>
              <a:pathLst>
                <a:path extrusionOk="0" h="14" w="348">
                  <a:moveTo>
                    <a:pt x="171" y="1"/>
                  </a:moveTo>
                  <a:cubicBezTo>
                    <a:pt x="113" y="1"/>
                    <a:pt x="56" y="3"/>
                    <a:pt x="1" y="7"/>
                  </a:cubicBezTo>
                  <a:cubicBezTo>
                    <a:pt x="43" y="12"/>
                    <a:pt x="96" y="14"/>
                    <a:pt x="155" y="14"/>
                  </a:cubicBezTo>
                  <a:cubicBezTo>
                    <a:pt x="214" y="14"/>
                    <a:pt x="280" y="12"/>
                    <a:pt x="347" y="7"/>
                  </a:cubicBezTo>
                  <a:cubicBezTo>
                    <a:pt x="288" y="3"/>
                    <a:pt x="229" y="1"/>
                    <a:pt x="17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5"/>
            <p:cNvSpPr/>
            <p:nvPr/>
          </p:nvSpPr>
          <p:spPr>
            <a:xfrm rot="-9164125">
              <a:off x="10650957" y="695929"/>
              <a:ext cx="7925" cy="7425"/>
            </a:xfrm>
            <a:custGeom>
              <a:rect b="b" l="l" r="r" t="t"/>
              <a:pathLst>
                <a:path extrusionOk="0" h="297" w="317">
                  <a:moveTo>
                    <a:pt x="305" y="1"/>
                  </a:moveTo>
                  <a:lnTo>
                    <a:pt x="305" y="1"/>
                  </a:lnTo>
                  <a:cubicBezTo>
                    <a:pt x="299" y="6"/>
                    <a:pt x="294" y="11"/>
                    <a:pt x="289" y="16"/>
                  </a:cubicBezTo>
                  <a:lnTo>
                    <a:pt x="289" y="16"/>
                  </a:lnTo>
                  <a:cubicBezTo>
                    <a:pt x="295" y="11"/>
                    <a:pt x="300" y="6"/>
                    <a:pt x="305" y="1"/>
                  </a:cubicBezTo>
                  <a:close/>
                  <a:moveTo>
                    <a:pt x="221" y="43"/>
                  </a:moveTo>
                  <a:cubicBezTo>
                    <a:pt x="220" y="44"/>
                    <a:pt x="220" y="44"/>
                    <a:pt x="219" y="45"/>
                  </a:cubicBezTo>
                  <a:lnTo>
                    <a:pt x="219" y="45"/>
                  </a:lnTo>
                  <a:cubicBezTo>
                    <a:pt x="220" y="44"/>
                    <a:pt x="220" y="44"/>
                    <a:pt x="221" y="43"/>
                  </a:cubicBezTo>
                  <a:close/>
                  <a:moveTo>
                    <a:pt x="197" y="170"/>
                  </a:moveTo>
                  <a:lnTo>
                    <a:pt x="197" y="170"/>
                  </a:lnTo>
                  <a:cubicBezTo>
                    <a:pt x="194" y="173"/>
                    <a:pt x="190" y="176"/>
                    <a:pt x="187" y="178"/>
                  </a:cubicBezTo>
                  <a:cubicBezTo>
                    <a:pt x="191" y="176"/>
                    <a:pt x="194" y="173"/>
                    <a:pt x="197" y="170"/>
                  </a:cubicBezTo>
                  <a:close/>
                  <a:moveTo>
                    <a:pt x="289" y="16"/>
                  </a:moveTo>
                  <a:lnTo>
                    <a:pt x="289" y="16"/>
                  </a:lnTo>
                  <a:cubicBezTo>
                    <a:pt x="284" y="19"/>
                    <a:pt x="278" y="23"/>
                    <a:pt x="271" y="26"/>
                  </a:cubicBezTo>
                  <a:cubicBezTo>
                    <a:pt x="255" y="42"/>
                    <a:pt x="236" y="48"/>
                    <a:pt x="226" y="48"/>
                  </a:cubicBezTo>
                  <a:cubicBezTo>
                    <a:pt x="221" y="48"/>
                    <a:pt x="218" y="47"/>
                    <a:pt x="219" y="45"/>
                  </a:cubicBezTo>
                  <a:lnTo>
                    <a:pt x="219" y="45"/>
                  </a:lnTo>
                  <a:cubicBezTo>
                    <a:pt x="178" y="102"/>
                    <a:pt x="161" y="86"/>
                    <a:pt x="178" y="119"/>
                  </a:cubicBezTo>
                  <a:cubicBezTo>
                    <a:pt x="164" y="142"/>
                    <a:pt x="140" y="156"/>
                    <a:pt x="127" y="156"/>
                  </a:cubicBezTo>
                  <a:cubicBezTo>
                    <a:pt x="116" y="156"/>
                    <a:pt x="112" y="147"/>
                    <a:pt x="127" y="128"/>
                  </a:cubicBezTo>
                  <a:lnTo>
                    <a:pt x="127" y="128"/>
                  </a:lnTo>
                  <a:lnTo>
                    <a:pt x="34" y="229"/>
                  </a:lnTo>
                  <a:lnTo>
                    <a:pt x="102" y="187"/>
                  </a:lnTo>
                  <a:lnTo>
                    <a:pt x="102" y="187"/>
                  </a:lnTo>
                  <a:cubicBezTo>
                    <a:pt x="102" y="221"/>
                    <a:pt x="1" y="255"/>
                    <a:pt x="1" y="297"/>
                  </a:cubicBezTo>
                  <a:lnTo>
                    <a:pt x="111" y="212"/>
                  </a:lnTo>
                  <a:lnTo>
                    <a:pt x="111" y="221"/>
                  </a:lnTo>
                  <a:cubicBezTo>
                    <a:pt x="136" y="187"/>
                    <a:pt x="170" y="162"/>
                    <a:pt x="204" y="145"/>
                  </a:cubicBezTo>
                  <a:lnTo>
                    <a:pt x="204" y="145"/>
                  </a:lnTo>
                  <a:cubicBezTo>
                    <a:pt x="204" y="152"/>
                    <a:pt x="209" y="159"/>
                    <a:pt x="197" y="170"/>
                  </a:cubicBezTo>
                  <a:lnTo>
                    <a:pt x="197" y="170"/>
                  </a:lnTo>
                  <a:cubicBezTo>
                    <a:pt x="317" y="75"/>
                    <a:pt x="203" y="97"/>
                    <a:pt x="289" y="1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5"/>
            <p:cNvSpPr/>
            <p:nvPr/>
          </p:nvSpPr>
          <p:spPr>
            <a:xfrm rot="-9164125">
              <a:off x="10641649" y="697049"/>
              <a:ext cx="7650" cy="8275"/>
            </a:xfrm>
            <a:custGeom>
              <a:rect b="b" l="l" r="r" t="t"/>
              <a:pathLst>
                <a:path extrusionOk="0" h="331" w="306">
                  <a:moveTo>
                    <a:pt x="263" y="0"/>
                  </a:moveTo>
                  <a:lnTo>
                    <a:pt x="263" y="0"/>
                  </a:lnTo>
                  <a:cubicBezTo>
                    <a:pt x="204" y="51"/>
                    <a:pt x="187" y="60"/>
                    <a:pt x="161" y="102"/>
                  </a:cubicBezTo>
                  <a:cubicBezTo>
                    <a:pt x="119" y="136"/>
                    <a:pt x="77" y="170"/>
                    <a:pt x="26" y="187"/>
                  </a:cubicBezTo>
                  <a:cubicBezTo>
                    <a:pt x="9" y="204"/>
                    <a:pt x="17" y="220"/>
                    <a:pt x="1" y="237"/>
                  </a:cubicBezTo>
                  <a:lnTo>
                    <a:pt x="9" y="229"/>
                  </a:lnTo>
                  <a:lnTo>
                    <a:pt x="43" y="263"/>
                  </a:lnTo>
                  <a:cubicBezTo>
                    <a:pt x="51" y="246"/>
                    <a:pt x="77" y="229"/>
                    <a:pt x="94" y="212"/>
                  </a:cubicBezTo>
                  <a:lnTo>
                    <a:pt x="94" y="212"/>
                  </a:lnTo>
                  <a:lnTo>
                    <a:pt x="34" y="330"/>
                  </a:lnTo>
                  <a:cubicBezTo>
                    <a:pt x="37" y="331"/>
                    <a:pt x="39" y="331"/>
                    <a:pt x="41" y="331"/>
                  </a:cubicBezTo>
                  <a:cubicBezTo>
                    <a:pt x="92" y="331"/>
                    <a:pt x="172" y="245"/>
                    <a:pt x="212" y="229"/>
                  </a:cubicBezTo>
                  <a:lnTo>
                    <a:pt x="212" y="229"/>
                  </a:lnTo>
                  <a:cubicBezTo>
                    <a:pt x="202" y="231"/>
                    <a:pt x="195" y="232"/>
                    <a:pt x="191" y="232"/>
                  </a:cubicBezTo>
                  <a:cubicBezTo>
                    <a:pt x="176" y="232"/>
                    <a:pt x="192" y="220"/>
                    <a:pt x="182" y="220"/>
                  </a:cubicBezTo>
                  <a:cubicBezTo>
                    <a:pt x="176" y="220"/>
                    <a:pt x="162" y="224"/>
                    <a:pt x="127" y="237"/>
                  </a:cubicBezTo>
                  <a:lnTo>
                    <a:pt x="153" y="170"/>
                  </a:lnTo>
                  <a:lnTo>
                    <a:pt x="237" y="119"/>
                  </a:lnTo>
                  <a:cubicBezTo>
                    <a:pt x="231" y="105"/>
                    <a:pt x="262" y="70"/>
                    <a:pt x="253" y="70"/>
                  </a:cubicBezTo>
                  <a:cubicBezTo>
                    <a:pt x="250" y="70"/>
                    <a:pt x="246" y="72"/>
                    <a:pt x="237" y="77"/>
                  </a:cubicBezTo>
                  <a:cubicBezTo>
                    <a:pt x="229" y="85"/>
                    <a:pt x="221" y="94"/>
                    <a:pt x="204" y="102"/>
                  </a:cubicBezTo>
                  <a:cubicBezTo>
                    <a:pt x="195" y="77"/>
                    <a:pt x="305" y="9"/>
                    <a:pt x="26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5"/>
            <p:cNvSpPr/>
            <p:nvPr/>
          </p:nvSpPr>
          <p:spPr>
            <a:xfrm rot="-9164125">
              <a:off x="10649945" y="701234"/>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5"/>
            <p:cNvSpPr/>
            <p:nvPr/>
          </p:nvSpPr>
          <p:spPr>
            <a:xfrm rot="-9164125">
              <a:off x="10546671" y="754809"/>
              <a:ext cx="9550" cy="2350"/>
            </a:xfrm>
            <a:custGeom>
              <a:rect b="b" l="l" r="r" t="t"/>
              <a:pathLst>
                <a:path extrusionOk="0" h="94" w="382">
                  <a:moveTo>
                    <a:pt x="178" y="1"/>
                  </a:moveTo>
                  <a:lnTo>
                    <a:pt x="1" y="94"/>
                  </a:lnTo>
                  <a:cubicBezTo>
                    <a:pt x="68" y="94"/>
                    <a:pt x="51" y="60"/>
                    <a:pt x="127" y="60"/>
                  </a:cubicBezTo>
                  <a:cubicBezTo>
                    <a:pt x="111" y="60"/>
                    <a:pt x="102" y="68"/>
                    <a:pt x="94" y="77"/>
                  </a:cubicBezTo>
                  <a:lnTo>
                    <a:pt x="381" y="77"/>
                  </a:lnTo>
                  <a:cubicBezTo>
                    <a:pt x="373" y="60"/>
                    <a:pt x="288" y="51"/>
                    <a:pt x="347" y="43"/>
                  </a:cubicBezTo>
                  <a:cubicBezTo>
                    <a:pt x="332" y="37"/>
                    <a:pt x="318" y="34"/>
                    <a:pt x="305" y="34"/>
                  </a:cubicBezTo>
                  <a:cubicBezTo>
                    <a:pt x="281" y="34"/>
                    <a:pt x="259" y="43"/>
                    <a:pt x="237" y="60"/>
                  </a:cubicBezTo>
                  <a:lnTo>
                    <a:pt x="254" y="34"/>
                  </a:lnTo>
                  <a:lnTo>
                    <a:pt x="254" y="34"/>
                  </a:lnTo>
                  <a:cubicBezTo>
                    <a:pt x="239" y="40"/>
                    <a:pt x="226" y="42"/>
                    <a:pt x="214" y="42"/>
                  </a:cubicBezTo>
                  <a:cubicBezTo>
                    <a:pt x="172" y="42"/>
                    <a:pt x="154" y="14"/>
                    <a:pt x="18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5"/>
            <p:cNvSpPr/>
            <p:nvPr/>
          </p:nvSpPr>
          <p:spPr>
            <a:xfrm rot="-9164125">
              <a:off x="10673710" y="838901"/>
              <a:ext cx="1100" cy="200"/>
            </a:xfrm>
            <a:custGeom>
              <a:rect b="b" l="l" r="r" t="t"/>
              <a:pathLst>
                <a:path extrusionOk="0" h="8" w="44">
                  <a:moveTo>
                    <a:pt x="22" y="1"/>
                  </a:moveTo>
                  <a:cubicBezTo>
                    <a:pt x="16" y="1"/>
                    <a:pt x="9" y="3"/>
                    <a:pt x="1" y="7"/>
                  </a:cubicBezTo>
                  <a:lnTo>
                    <a:pt x="43" y="7"/>
                  </a:lnTo>
                  <a:cubicBezTo>
                    <a:pt x="35" y="3"/>
                    <a:pt x="28" y="1"/>
                    <a:pt x="2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5"/>
            <p:cNvSpPr/>
            <p:nvPr/>
          </p:nvSpPr>
          <p:spPr>
            <a:xfrm rot="-9164125">
              <a:off x="10557388" y="756971"/>
              <a:ext cx="1500" cy="650"/>
            </a:xfrm>
            <a:custGeom>
              <a:rect b="b" l="l" r="r" t="t"/>
              <a:pathLst>
                <a:path extrusionOk="0" h="26" w="60">
                  <a:moveTo>
                    <a:pt x="59" y="1"/>
                  </a:moveTo>
                  <a:cubicBezTo>
                    <a:pt x="53" y="3"/>
                    <a:pt x="47" y="5"/>
                    <a:pt x="42" y="8"/>
                  </a:cubicBezTo>
                  <a:lnTo>
                    <a:pt x="42" y="8"/>
                  </a:lnTo>
                  <a:lnTo>
                    <a:pt x="59" y="1"/>
                  </a:lnTo>
                  <a:close/>
                  <a:moveTo>
                    <a:pt x="42" y="8"/>
                  </a:moveTo>
                  <a:lnTo>
                    <a:pt x="0" y="26"/>
                  </a:lnTo>
                  <a:cubicBezTo>
                    <a:pt x="13" y="26"/>
                    <a:pt x="25" y="16"/>
                    <a:pt x="42" y="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5"/>
            <p:cNvSpPr/>
            <p:nvPr/>
          </p:nvSpPr>
          <p:spPr>
            <a:xfrm rot="-9164125">
              <a:off x="10543848" y="762128"/>
              <a:ext cx="675" cy="225"/>
            </a:xfrm>
            <a:custGeom>
              <a:rect b="b" l="l" r="r" t="t"/>
              <a:pathLst>
                <a:path extrusionOk="0" h="9" w="27">
                  <a:moveTo>
                    <a:pt x="26" y="1"/>
                  </a:moveTo>
                  <a:lnTo>
                    <a:pt x="1" y="9"/>
                  </a:ln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5"/>
            <p:cNvSpPr/>
            <p:nvPr/>
          </p:nvSpPr>
          <p:spPr>
            <a:xfrm rot="-9164125">
              <a:off x="10587531" y="770654"/>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5"/>
            <p:cNvSpPr/>
            <p:nvPr/>
          </p:nvSpPr>
          <p:spPr>
            <a:xfrm rot="-9164125">
              <a:off x="10525079" y="756419"/>
              <a:ext cx="7200" cy="3000"/>
            </a:xfrm>
            <a:custGeom>
              <a:rect b="b" l="l" r="r" t="t"/>
              <a:pathLst>
                <a:path extrusionOk="0" h="120" w="288">
                  <a:moveTo>
                    <a:pt x="288" y="0"/>
                  </a:moveTo>
                  <a:lnTo>
                    <a:pt x="161" y="34"/>
                  </a:lnTo>
                  <a:cubicBezTo>
                    <a:pt x="178" y="17"/>
                    <a:pt x="119" y="26"/>
                    <a:pt x="144" y="9"/>
                  </a:cubicBezTo>
                  <a:lnTo>
                    <a:pt x="144" y="9"/>
                  </a:lnTo>
                  <a:cubicBezTo>
                    <a:pt x="135" y="9"/>
                    <a:pt x="93" y="17"/>
                    <a:pt x="102" y="26"/>
                  </a:cubicBezTo>
                  <a:lnTo>
                    <a:pt x="127" y="26"/>
                  </a:lnTo>
                  <a:cubicBezTo>
                    <a:pt x="68" y="68"/>
                    <a:pt x="102" y="77"/>
                    <a:pt x="0" y="110"/>
                  </a:cubicBezTo>
                  <a:cubicBezTo>
                    <a:pt x="15" y="116"/>
                    <a:pt x="31" y="119"/>
                    <a:pt x="47" y="119"/>
                  </a:cubicBezTo>
                  <a:cubicBezTo>
                    <a:pt x="76" y="119"/>
                    <a:pt x="105" y="110"/>
                    <a:pt x="127" y="94"/>
                  </a:cubicBezTo>
                  <a:lnTo>
                    <a:pt x="161" y="85"/>
                  </a:lnTo>
                  <a:lnTo>
                    <a:pt x="271" y="26"/>
                  </a:lnTo>
                  <a:lnTo>
                    <a:pt x="28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5"/>
            <p:cNvSpPr/>
            <p:nvPr/>
          </p:nvSpPr>
          <p:spPr>
            <a:xfrm rot="-9164125">
              <a:off x="10636823" y="815804"/>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5"/>
            <p:cNvSpPr/>
            <p:nvPr/>
          </p:nvSpPr>
          <p:spPr>
            <a:xfrm rot="-9164125">
              <a:off x="10635785" y="815552"/>
              <a:ext cx="1075" cy="225"/>
            </a:xfrm>
            <a:custGeom>
              <a:rect b="b" l="l" r="r" t="t"/>
              <a:pathLst>
                <a:path extrusionOk="0" h="9" w="43">
                  <a:moveTo>
                    <a:pt x="9" y="0"/>
                  </a:moveTo>
                  <a:lnTo>
                    <a:pt x="0" y="9"/>
                  </a:lnTo>
                  <a:cubicBezTo>
                    <a:pt x="9" y="9"/>
                    <a:pt x="43"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5"/>
            <p:cNvSpPr/>
            <p:nvPr/>
          </p:nvSpPr>
          <p:spPr>
            <a:xfrm rot="-9164125">
              <a:off x="10556192" y="756948"/>
              <a:ext cx="1075" cy="650"/>
            </a:xfrm>
            <a:custGeom>
              <a:rect b="b" l="l" r="r" t="t"/>
              <a:pathLst>
                <a:path extrusionOk="0" h="26" w="43">
                  <a:moveTo>
                    <a:pt x="17" y="0"/>
                  </a:moveTo>
                  <a:cubicBezTo>
                    <a:pt x="17" y="9"/>
                    <a:pt x="9" y="17"/>
                    <a:pt x="0" y="26"/>
                  </a:cubicBezTo>
                  <a:lnTo>
                    <a:pt x="43" y="9"/>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5"/>
            <p:cNvSpPr/>
            <p:nvPr/>
          </p:nvSpPr>
          <p:spPr>
            <a:xfrm rot="-9164125">
              <a:off x="10549993" y="757279"/>
              <a:ext cx="3625" cy="650"/>
            </a:xfrm>
            <a:custGeom>
              <a:rect b="b" l="l" r="r" t="t"/>
              <a:pathLst>
                <a:path extrusionOk="0" h="26" w="145">
                  <a:moveTo>
                    <a:pt x="144" y="1"/>
                  </a:moveTo>
                  <a:cubicBezTo>
                    <a:pt x="102" y="1"/>
                    <a:pt x="60" y="9"/>
                    <a:pt x="1" y="26"/>
                  </a:cubicBezTo>
                  <a:lnTo>
                    <a:pt x="102" y="18"/>
                  </a:lnTo>
                  <a:lnTo>
                    <a:pt x="14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5"/>
            <p:cNvSpPr/>
            <p:nvPr/>
          </p:nvSpPr>
          <p:spPr>
            <a:xfrm rot="-9164125">
              <a:off x="10557182" y="762728"/>
              <a:ext cx="43725" cy="6725"/>
            </a:xfrm>
            <a:custGeom>
              <a:rect b="b" l="l" r="r" t="t"/>
              <a:pathLst>
                <a:path extrusionOk="0" h="269" w="1749">
                  <a:moveTo>
                    <a:pt x="615" y="94"/>
                  </a:moveTo>
                  <a:lnTo>
                    <a:pt x="615" y="94"/>
                  </a:lnTo>
                  <a:cubicBezTo>
                    <a:pt x="573" y="102"/>
                    <a:pt x="531" y="111"/>
                    <a:pt x="489" y="119"/>
                  </a:cubicBezTo>
                  <a:cubicBezTo>
                    <a:pt x="498" y="119"/>
                    <a:pt x="507" y="119"/>
                    <a:pt x="515" y="119"/>
                  </a:cubicBezTo>
                  <a:cubicBezTo>
                    <a:pt x="563" y="119"/>
                    <a:pt x="573" y="127"/>
                    <a:pt x="572" y="138"/>
                  </a:cubicBezTo>
                  <a:lnTo>
                    <a:pt x="572" y="138"/>
                  </a:lnTo>
                  <a:cubicBezTo>
                    <a:pt x="582" y="124"/>
                    <a:pt x="683" y="105"/>
                    <a:pt x="615" y="94"/>
                  </a:cubicBezTo>
                  <a:close/>
                  <a:moveTo>
                    <a:pt x="572" y="138"/>
                  </a:moveTo>
                  <a:cubicBezTo>
                    <a:pt x="571" y="139"/>
                    <a:pt x="571" y="140"/>
                    <a:pt x="571" y="141"/>
                  </a:cubicBezTo>
                  <a:lnTo>
                    <a:pt x="571" y="141"/>
                  </a:lnTo>
                  <a:cubicBezTo>
                    <a:pt x="571" y="140"/>
                    <a:pt x="572" y="139"/>
                    <a:pt x="572" y="138"/>
                  </a:cubicBezTo>
                  <a:close/>
                  <a:moveTo>
                    <a:pt x="612" y="205"/>
                  </a:moveTo>
                  <a:lnTo>
                    <a:pt x="612" y="205"/>
                  </a:lnTo>
                  <a:cubicBezTo>
                    <a:pt x="589" y="207"/>
                    <a:pt x="567" y="211"/>
                    <a:pt x="544" y="215"/>
                  </a:cubicBezTo>
                  <a:lnTo>
                    <a:pt x="544" y="215"/>
                  </a:lnTo>
                  <a:cubicBezTo>
                    <a:pt x="569" y="215"/>
                    <a:pt x="593" y="212"/>
                    <a:pt x="612" y="205"/>
                  </a:cubicBezTo>
                  <a:close/>
                  <a:moveTo>
                    <a:pt x="145" y="238"/>
                  </a:moveTo>
                  <a:cubicBezTo>
                    <a:pt x="148" y="243"/>
                    <a:pt x="153" y="246"/>
                    <a:pt x="159" y="246"/>
                  </a:cubicBezTo>
                  <a:cubicBezTo>
                    <a:pt x="156" y="243"/>
                    <a:pt x="151" y="240"/>
                    <a:pt x="145" y="238"/>
                  </a:cubicBezTo>
                  <a:close/>
                  <a:moveTo>
                    <a:pt x="531" y="145"/>
                  </a:moveTo>
                  <a:cubicBezTo>
                    <a:pt x="463" y="145"/>
                    <a:pt x="472" y="153"/>
                    <a:pt x="438" y="178"/>
                  </a:cubicBezTo>
                  <a:cubicBezTo>
                    <a:pt x="417" y="175"/>
                    <a:pt x="396" y="174"/>
                    <a:pt x="374" y="174"/>
                  </a:cubicBezTo>
                  <a:cubicBezTo>
                    <a:pt x="329" y="174"/>
                    <a:pt x="283" y="179"/>
                    <a:pt x="241" y="179"/>
                  </a:cubicBezTo>
                  <a:cubicBezTo>
                    <a:pt x="199" y="179"/>
                    <a:pt x="161" y="174"/>
                    <a:pt x="133" y="153"/>
                  </a:cubicBezTo>
                  <a:cubicBezTo>
                    <a:pt x="57" y="153"/>
                    <a:pt x="57" y="170"/>
                    <a:pt x="15" y="187"/>
                  </a:cubicBezTo>
                  <a:cubicBezTo>
                    <a:pt x="0" y="224"/>
                    <a:pt x="102" y="222"/>
                    <a:pt x="145" y="238"/>
                  </a:cubicBezTo>
                  <a:lnTo>
                    <a:pt x="145" y="238"/>
                  </a:lnTo>
                  <a:cubicBezTo>
                    <a:pt x="143" y="235"/>
                    <a:pt x="142" y="232"/>
                    <a:pt x="142" y="229"/>
                  </a:cubicBezTo>
                  <a:lnTo>
                    <a:pt x="142" y="229"/>
                  </a:lnTo>
                  <a:lnTo>
                    <a:pt x="218" y="246"/>
                  </a:lnTo>
                  <a:cubicBezTo>
                    <a:pt x="150" y="229"/>
                    <a:pt x="226" y="204"/>
                    <a:pt x="260" y="204"/>
                  </a:cubicBezTo>
                  <a:cubicBezTo>
                    <a:pt x="302" y="204"/>
                    <a:pt x="345" y="204"/>
                    <a:pt x="336" y="221"/>
                  </a:cubicBezTo>
                  <a:lnTo>
                    <a:pt x="294" y="221"/>
                  </a:lnTo>
                  <a:cubicBezTo>
                    <a:pt x="303" y="224"/>
                    <a:pt x="312" y="225"/>
                    <a:pt x="322" y="225"/>
                  </a:cubicBezTo>
                  <a:cubicBezTo>
                    <a:pt x="355" y="225"/>
                    <a:pt x="391" y="212"/>
                    <a:pt x="424" y="212"/>
                  </a:cubicBezTo>
                  <a:cubicBezTo>
                    <a:pt x="438" y="212"/>
                    <a:pt x="451" y="215"/>
                    <a:pt x="463" y="221"/>
                  </a:cubicBezTo>
                  <a:cubicBezTo>
                    <a:pt x="463" y="229"/>
                    <a:pt x="446" y="229"/>
                    <a:pt x="438" y="238"/>
                  </a:cubicBezTo>
                  <a:cubicBezTo>
                    <a:pt x="475" y="229"/>
                    <a:pt x="510" y="221"/>
                    <a:pt x="544" y="215"/>
                  </a:cubicBezTo>
                  <a:lnTo>
                    <a:pt x="544" y="215"/>
                  </a:lnTo>
                  <a:cubicBezTo>
                    <a:pt x="543" y="215"/>
                    <a:pt x="542" y="215"/>
                    <a:pt x="542" y="215"/>
                  </a:cubicBezTo>
                  <a:cubicBezTo>
                    <a:pt x="511" y="215"/>
                    <a:pt x="479" y="211"/>
                    <a:pt x="455" y="204"/>
                  </a:cubicBezTo>
                  <a:cubicBezTo>
                    <a:pt x="387" y="161"/>
                    <a:pt x="514" y="178"/>
                    <a:pt x="531" y="145"/>
                  </a:cubicBezTo>
                  <a:close/>
                  <a:moveTo>
                    <a:pt x="1529" y="1"/>
                  </a:moveTo>
                  <a:cubicBezTo>
                    <a:pt x="1309" y="35"/>
                    <a:pt x="1157" y="119"/>
                    <a:pt x="945" y="161"/>
                  </a:cubicBezTo>
                  <a:cubicBezTo>
                    <a:pt x="937" y="136"/>
                    <a:pt x="768" y="136"/>
                    <a:pt x="692" y="128"/>
                  </a:cubicBezTo>
                  <a:cubicBezTo>
                    <a:pt x="724" y="108"/>
                    <a:pt x="762" y="93"/>
                    <a:pt x="805" y="92"/>
                  </a:cubicBezTo>
                  <a:lnTo>
                    <a:pt x="805" y="92"/>
                  </a:lnTo>
                  <a:lnTo>
                    <a:pt x="844" y="94"/>
                  </a:lnTo>
                  <a:cubicBezTo>
                    <a:pt x="833" y="92"/>
                    <a:pt x="823" y="92"/>
                    <a:pt x="813" y="92"/>
                  </a:cubicBezTo>
                  <a:cubicBezTo>
                    <a:pt x="810" y="92"/>
                    <a:pt x="808" y="92"/>
                    <a:pt x="805" y="92"/>
                  </a:cubicBezTo>
                  <a:lnTo>
                    <a:pt x="805" y="92"/>
                  </a:lnTo>
                  <a:lnTo>
                    <a:pt x="683" y="85"/>
                  </a:lnTo>
                  <a:lnTo>
                    <a:pt x="658" y="153"/>
                  </a:lnTo>
                  <a:cubicBezTo>
                    <a:pt x="596" y="151"/>
                    <a:pt x="574" y="146"/>
                    <a:pt x="571" y="141"/>
                  </a:cubicBezTo>
                  <a:lnTo>
                    <a:pt x="571" y="141"/>
                  </a:lnTo>
                  <a:cubicBezTo>
                    <a:pt x="566" y="161"/>
                    <a:pt x="537" y="187"/>
                    <a:pt x="641" y="187"/>
                  </a:cubicBezTo>
                  <a:cubicBezTo>
                    <a:pt x="635" y="195"/>
                    <a:pt x="625" y="201"/>
                    <a:pt x="612" y="205"/>
                  </a:cubicBezTo>
                  <a:lnTo>
                    <a:pt x="612" y="205"/>
                  </a:lnTo>
                  <a:cubicBezTo>
                    <a:pt x="624" y="204"/>
                    <a:pt x="637" y="204"/>
                    <a:pt x="649" y="204"/>
                  </a:cubicBezTo>
                  <a:lnTo>
                    <a:pt x="599" y="238"/>
                  </a:lnTo>
                  <a:cubicBezTo>
                    <a:pt x="654" y="221"/>
                    <a:pt x="713" y="212"/>
                    <a:pt x="772" y="212"/>
                  </a:cubicBezTo>
                  <a:cubicBezTo>
                    <a:pt x="831" y="212"/>
                    <a:pt x="890" y="221"/>
                    <a:pt x="945" y="238"/>
                  </a:cubicBezTo>
                  <a:cubicBezTo>
                    <a:pt x="937" y="229"/>
                    <a:pt x="912" y="229"/>
                    <a:pt x="920" y="221"/>
                  </a:cubicBezTo>
                  <a:cubicBezTo>
                    <a:pt x="929" y="220"/>
                    <a:pt x="938" y="219"/>
                    <a:pt x="946" y="219"/>
                  </a:cubicBezTo>
                  <a:cubicBezTo>
                    <a:pt x="1000" y="219"/>
                    <a:pt x="1035" y="241"/>
                    <a:pt x="1013" y="263"/>
                  </a:cubicBezTo>
                  <a:cubicBezTo>
                    <a:pt x="1026" y="256"/>
                    <a:pt x="1044" y="253"/>
                    <a:pt x="1066" y="253"/>
                  </a:cubicBezTo>
                  <a:cubicBezTo>
                    <a:pt x="1121" y="253"/>
                    <a:pt x="1198" y="269"/>
                    <a:pt x="1262" y="269"/>
                  </a:cubicBezTo>
                  <a:cubicBezTo>
                    <a:pt x="1293" y="269"/>
                    <a:pt x="1321" y="265"/>
                    <a:pt x="1343" y="255"/>
                  </a:cubicBezTo>
                  <a:lnTo>
                    <a:pt x="1749" y="68"/>
                  </a:lnTo>
                  <a:cubicBezTo>
                    <a:pt x="1732" y="68"/>
                    <a:pt x="1715" y="77"/>
                    <a:pt x="1698" y="77"/>
                  </a:cubicBezTo>
                  <a:cubicBezTo>
                    <a:pt x="1664" y="43"/>
                    <a:pt x="1648" y="43"/>
                    <a:pt x="1707" y="18"/>
                  </a:cubicBezTo>
                  <a:lnTo>
                    <a:pt x="1707" y="18"/>
                  </a:lnTo>
                  <a:cubicBezTo>
                    <a:pt x="1648" y="35"/>
                    <a:pt x="1673" y="60"/>
                    <a:pt x="1580" y="60"/>
                  </a:cubicBezTo>
                  <a:cubicBezTo>
                    <a:pt x="1614" y="43"/>
                    <a:pt x="1622" y="1"/>
                    <a:pt x="152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5"/>
            <p:cNvSpPr/>
            <p:nvPr/>
          </p:nvSpPr>
          <p:spPr>
            <a:xfrm rot="-9164125">
              <a:off x="10571426" y="763644"/>
              <a:ext cx="450" cy="25"/>
            </a:xfrm>
            <a:custGeom>
              <a:rect b="b" l="l" r="r" t="t"/>
              <a:pathLst>
                <a:path extrusionOk="0" h="1" w="18">
                  <a:moveTo>
                    <a:pt x="18" y="0"/>
                  </a:moveTo>
                  <a:cubicBezTo>
                    <a:pt x="9" y="0"/>
                    <a:pt x="9" y="0"/>
                    <a:pt x="1" y="0"/>
                  </a:cubicBezTo>
                  <a:cubicBezTo>
                    <a:pt x="9" y="0"/>
                    <a:pt x="9" y="0"/>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5"/>
            <p:cNvSpPr/>
            <p:nvPr/>
          </p:nvSpPr>
          <p:spPr>
            <a:xfrm rot="-9164125">
              <a:off x="10579069" y="766771"/>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5"/>
            <p:cNvSpPr/>
            <p:nvPr/>
          </p:nvSpPr>
          <p:spPr>
            <a:xfrm rot="-9164125">
              <a:off x="10556202" y="759337"/>
              <a:ext cx="1100" cy="425"/>
            </a:xfrm>
            <a:custGeom>
              <a:rect b="b" l="l" r="r" t="t"/>
              <a:pathLst>
                <a:path extrusionOk="0" h="17" w="44">
                  <a:moveTo>
                    <a:pt x="43" y="0"/>
                  </a:moveTo>
                  <a:lnTo>
                    <a:pt x="18" y="8"/>
                  </a:lnTo>
                  <a:cubicBezTo>
                    <a:pt x="9" y="17"/>
                    <a:pt x="1" y="17"/>
                    <a:pt x="9" y="17"/>
                  </a:cubicBezTo>
                  <a:cubicBezTo>
                    <a:pt x="26" y="8"/>
                    <a:pt x="35" y="8"/>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5"/>
            <p:cNvSpPr/>
            <p:nvPr/>
          </p:nvSpPr>
          <p:spPr>
            <a:xfrm rot="-9164125">
              <a:off x="10556599" y="757624"/>
              <a:ext cx="250" cy="250"/>
            </a:xfrm>
            <a:custGeom>
              <a:rect b="b" l="l" r="r" t="t"/>
              <a:pathLst>
                <a:path extrusionOk="0" h="10" w="10">
                  <a:moveTo>
                    <a:pt x="1" y="1"/>
                  </a:moveTo>
                  <a:lnTo>
                    <a:pt x="1" y="9"/>
                  </a:lnTo>
                  <a:lnTo>
                    <a:pt x="9" y="9"/>
                  </a:lnTo>
                  <a:cubicBezTo>
                    <a:pt x="9" y="9"/>
                    <a:pt x="9"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5"/>
            <p:cNvSpPr/>
            <p:nvPr/>
          </p:nvSpPr>
          <p:spPr>
            <a:xfrm rot="-9164125">
              <a:off x="10599350" y="784224"/>
              <a:ext cx="450" cy="25"/>
            </a:xfrm>
            <a:custGeom>
              <a:rect b="b" l="l" r="r" t="t"/>
              <a:pathLst>
                <a:path extrusionOk="0" h="1" w="18">
                  <a:moveTo>
                    <a:pt x="17" y="0"/>
                  </a:moveTo>
                  <a:lnTo>
                    <a:pt x="0" y="0"/>
                  </a:lnTo>
                  <a:cubicBezTo>
                    <a:pt x="9" y="0"/>
                    <a:pt x="17" y="0"/>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5"/>
            <p:cNvSpPr/>
            <p:nvPr/>
          </p:nvSpPr>
          <p:spPr>
            <a:xfrm rot="-9164125">
              <a:off x="10569228" y="768044"/>
              <a:ext cx="23550" cy="2300"/>
            </a:xfrm>
            <a:custGeom>
              <a:rect b="b" l="l" r="r" t="t"/>
              <a:pathLst>
                <a:path extrusionOk="0" h="92" w="942">
                  <a:moveTo>
                    <a:pt x="242" y="45"/>
                  </a:moveTo>
                  <a:lnTo>
                    <a:pt x="242" y="45"/>
                  </a:lnTo>
                  <a:cubicBezTo>
                    <a:pt x="237" y="45"/>
                    <a:pt x="233" y="46"/>
                    <a:pt x="228" y="46"/>
                  </a:cubicBezTo>
                  <a:lnTo>
                    <a:pt x="262" y="46"/>
                  </a:lnTo>
                  <a:cubicBezTo>
                    <a:pt x="255" y="45"/>
                    <a:pt x="248" y="45"/>
                    <a:pt x="242" y="45"/>
                  </a:cubicBezTo>
                  <a:close/>
                  <a:moveTo>
                    <a:pt x="534" y="0"/>
                  </a:moveTo>
                  <a:cubicBezTo>
                    <a:pt x="485" y="0"/>
                    <a:pt x="448" y="6"/>
                    <a:pt x="448" y="29"/>
                  </a:cubicBezTo>
                  <a:cubicBezTo>
                    <a:pt x="389" y="29"/>
                    <a:pt x="381" y="21"/>
                    <a:pt x="364" y="4"/>
                  </a:cubicBezTo>
                  <a:cubicBezTo>
                    <a:pt x="336" y="18"/>
                    <a:pt x="300" y="23"/>
                    <a:pt x="261" y="23"/>
                  </a:cubicBezTo>
                  <a:cubicBezTo>
                    <a:pt x="190" y="23"/>
                    <a:pt x="110" y="8"/>
                    <a:pt x="58" y="8"/>
                  </a:cubicBezTo>
                  <a:cubicBezTo>
                    <a:pt x="23" y="8"/>
                    <a:pt x="0" y="15"/>
                    <a:pt x="0" y="38"/>
                  </a:cubicBezTo>
                  <a:cubicBezTo>
                    <a:pt x="42" y="38"/>
                    <a:pt x="93" y="38"/>
                    <a:pt x="144" y="29"/>
                  </a:cubicBezTo>
                  <a:lnTo>
                    <a:pt x="144" y="29"/>
                  </a:lnTo>
                  <a:lnTo>
                    <a:pt x="135" y="80"/>
                  </a:lnTo>
                  <a:cubicBezTo>
                    <a:pt x="212" y="80"/>
                    <a:pt x="163" y="45"/>
                    <a:pt x="236" y="45"/>
                  </a:cubicBezTo>
                  <a:cubicBezTo>
                    <a:pt x="238" y="45"/>
                    <a:pt x="240" y="45"/>
                    <a:pt x="242" y="45"/>
                  </a:cubicBezTo>
                  <a:lnTo>
                    <a:pt x="242" y="45"/>
                  </a:lnTo>
                  <a:cubicBezTo>
                    <a:pt x="288" y="41"/>
                    <a:pt x="337" y="40"/>
                    <a:pt x="385" y="40"/>
                  </a:cubicBezTo>
                  <a:cubicBezTo>
                    <a:pt x="438" y="40"/>
                    <a:pt x="491" y="42"/>
                    <a:pt x="541" y="46"/>
                  </a:cubicBezTo>
                  <a:cubicBezTo>
                    <a:pt x="533" y="63"/>
                    <a:pt x="601" y="71"/>
                    <a:pt x="592" y="88"/>
                  </a:cubicBezTo>
                  <a:cubicBezTo>
                    <a:pt x="605" y="90"/>
                    <a:pt x="618" y="91"/>
                    <a:pt x="632" y="91"/>
                  </a:cubicBezTo>
                  <a:cubicBezTo>
                    <a:pt x="672" y="91"/>
                    <a:pt x="715" y="82"/>
                    <a:pt x="753" y="63"/>
                  </a:cubicBezTo>
                  <a:cubicBezTo>
                    <a:pt x="760" y="65"/>
                    <a:pt x="769" y="65"/>
                    <a:pt x="778" y="65"/>
                  </a:cubicBezTo>
                  <a:cubicBezTo>
                    <a:pt x="805" y="65"/>
                    <a:pt x="839" y="60"/>
                    <a:pt x="871" y="60"/>
                  </a:cubicBezTo>
                  <a:cubicBezTo>
                    <a:pt x="883" y="60"/>
                    <a:pt x="895" y="61"/>
                    <a:pt x="905" y="63"/>
                  </a:cubicBezTo>
                  <a:cubicBezTo>
                    <a:pt x="885" y="49"/>
                    <a:pt x="942" y="24"/>
                    <a:pt x="901" y="24"/>
                  </a:cubicBezTo>
                  <a:cubicBezTo>
                    <a:pt x="893" y="24"/>
                    <a:pt x="879" y="26"/>
                    <a:pt x="859" y="28"/>
                  </a:cubicBezTo>
                  <a:lnTo>
                    <a:pt x="859" y="28"/>
                  </a:lnTo>
                  <a:cubicBezTo>
                    <a:pt x="859" y="28"/>
                    <a:pt x="858" y="26"/>
                    <a:pt x="863" y="21"/>
                  </a:cubicBezTo>
                  <a:cubicBezTo>
                    <a:pt x="842" y="14"/>
                    <a:pt x="825" y="11"/>
                    <a:pt x="809" y="11"/>
                  </a:cubicBezTo>
                  <a:cubicBezTo>
                    <a:pt x="766" y="11"/>
                    <a:pt x="735" y="29"/>
                    <a:pt x="685" y="29"/>
                  </a:cubicBezTo>
                  <a:cubicBezTo>
                    <a:pt x="643" y="12"/>
                    <a:pt x="753" y="12"/>
                    <a:pt x="711" y="4"/>
                  </a:cubicBezTo>
                  <a:lnTo>
                    <a:pt x="711" y="4"/>
                  </a:lnTo>
                  <a:cubicBezTo>
                    <a:pt x="700" y="5"/>
                    <a:pt x="689" y="5"/>
                    <a:pt x="676" y="5"/>
                  </a:cubicBezTo>
                  <a:cubicBezTo>
                    <a:pt x="632" y="5"/>
                    <a:pt x="578" y="0"/>
                    <a:pt x="5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5"/>
            <p:cNvSpPr/>
            <p:nvPr/>
          </p:nvSpPr>
          <p:spPr>
            <a:xfrm rot="-9164125">
              <a:off x="10560034" y="760757"/>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5"/>
            <p:cNvSpPr/>
            <p:nvPr/>
          </p:nvSpPr>
          <p:spPr>
            <a:xfrm rot="-9164125">
              <a:off x="10538877" y="748972"/>
              <a:ext cx="24125" cy="4475"/>
            </a:xfrm>
            <a:custGeom>
              <a:rect b="b" l="l" r="r" t="t"/>
              <a:pathLst>
                <a:path extrusionOk="0" h="179" w="965">
                  <a:moveTo>
                    <a:pt x="652" y="1"/>
                  </a:moveTo>
                  <a:cubicBezTo>
                    <a:pt x="466" y="26"/>
                    <a:pt x="652" y="86"/>
                    <a:pt x="491" y="111"/>
                  </a:cubicBezTo>
                  <a:lnTo>
                    <a:pt x="381" y="102"/>
                  </a:lnTo>
                  <a:lnTo>
                    <a:pt x="339" y="145"/>
                  </a:lnTo>
                  <a:cubicBezTo>
                    <a:pt x="271" y="145"/>
                    <a:pt x="381" y="111"/>
                    <a:pt x="280" y="111"/>
                  </a:cubicBezTo>
                  <a:cubicBezTo>
                    <a:pt x="246" y="128"/>
                    <a:pt x="178" y="119"/>
                    <a:pt x="161" y="128"/>
                  </a:cubicBezTo>
                  <a:cubicBezTo>
                    <a:pt x="161" y="119"/>
                    <a:pt x="161" y="111"/>
                    <a:pt x="110" y="111"/>
                  </a:cubicBezTo>
                  <a:cubicBezTo>
                    <a:pt x="110" y="111"/>
                    <a:pt x="110" y="128"/>
                    <a:pt x="68" y="128"/>
                  </a:cubicBezTo>
                  <a:cubicBezTo>
                    <a:pt x="43" y="77"/>
                    <a:pt x="178" y="119"/>
                    <a:pt x="127" y="77"/>
                  </a:cubicBezTo>
                  <a:cubicBezTo>
                    <a:pt x="0" y="77"/>
                    <a:pt x="60" y="119"/>
                    <a:pt x="34" y="136"/>
                  </a:cubicBezTo>
                  <a:lnTo>
                    <a:pt x="60" y="136"/>
                  </a:lnTo>
                  <a:cubicBezTo>
                    <a:pt x="55" y="145"/>
                    <a:pt x="41" y="145"/>
                    <a:pt x="28" y="145"/>
                  </a:cubicBezTo>
                  <a:cubicBezTo>
                    <a:pt x="15" y="145"/>
                    <a:pt x="5" y="145"/>
                    <a:pt x="9" y="153"/>
                  </a:cubicBezTo>
                  <a:cubicBezTo>
                    <a:pt x="26" y="153"/>
                    <a:pt x="51" y="153"/>
                    <a:pt x="68" y="145"/>
                  </a:cubicBezTo>
                  <a:lnTo>
                    <a:pt x="68" y="145"/>
                  </a:lnTo>
                  <a:cubicBezTo>
                    <a:pt x="34" y="162"/>
                    <a:pt x="127" y="179"/>
                    <a:pt x="161" y="179"/>
                  </a:cubicBezTo>
                  <a:cubicBezTo>
                    <a:pt x="254" y="166"/>
                    <a:pt x="347" y="158"/>
                    <a:pt x="437" y="158"/>
                  </a:cubicBezTo>
                  <a:cubicBezTo>
                    <a:pt x="469" y="158"/>
                    <a:pt x="502" y="159"/>
                    <a:pt x="533" y="162"/>
                  </a:cubicBezTo>
                  <a:cubicBezTo>
                    <a:pt x="525" y="162"/>
                    <a:pt x="508" y="162"/>
                    <a:pt x="516" y="170"/>
                  </a:cubicBezTo>
                  <a:cubicBezTo>
                    <a:pt x="660" y="170"/>
                    <a:pt x="796" y="170"/>
                    <a:pt x="931" y="162"/>
                  </a:cubicBezTo>
                  <a:lnTo>
                    <a:pt x="965" y="111"/>
                  </a:lnTo>
                  <a:cubicBezTo>
                    <a:pt x="965" y="108"/>
                    <a:pt x="961" y="107"/>
                    <a:pt x="955" y="107"/>
                  </a:cubicBezTo>
                  <a:cubicBezTo>
                    <a:pt x="942" y="107"/>
                    <a:pt x="920" y="111"/>
                    <a:pt x="897" y="111"/>
                  </a:cubicBezTo>
                  <a:cubicBezTo>
                    <a:pt x="906" y="102"/>
                    <a:pt x="914" y="94"/>
                    <a:pt x="872" y="94"/>
                  </a:cubicBezTo>
                  <a:cubicBezTo>
                    <a:pt x="856" y="91"/>
                    <a:pt x="842" y="90"/>
                    <a:pt x="829" y="90"/>
                  </a:cubicBezTo>
                  <a:cubicBezTo>
                    <a:pt x="767" y="90"/>
                    <a:pt x="726" y="115"/>
                    <a:pt x="681" y="119"/>
                  </a:cubicBezTo>
                  <a:lnTo>
                    <a:pt x="681" y="119"/>
                  </a:lnTo>
                  <a:cubicBezTo>
                    <a:pt x="667" y="117"/>
                    <a:pt x="652" y="116"/>
                    <a:pt x="637" y="116"/>
                  </a:cubicBezTo>
                  <a:cubicBezTo>
                    <a:pt x="591" y="116"/>
                    <a:pt x="543" y="124"/>
                    <a:pt x="500" y="136"/>
                  </a:cubicBezTo>
                  <a:cubicBezTo>
                    <a:pt x="449" y="94"/>
                    <a:pt x="677" y="128"/>
                    <a:pt x="584" y="94"/>
                  </a:cubicBezTo>
                  <a:cubicBezTo>
                    <a:pt x="652" y="94"/>
                    <a:pt x="719" y="86"/>
                    <a:pt x="796" y="69"/>
                  </a:cubicBezTo>
                  <a:cubicBezTo>
                    <a:pt x="703" y="60"/>
                    <a:pt x="626" y="26"/>
                    <a:pt x="65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5"/>
            <p:cNvSpPr/>
            <p:nvPr/>
          </p:nvSpPr>
          <p:spPr>
            <a:xfrm rot="-9164125">
              <a:off x="10626597" y="703583"/>
              <a:ext cx="450" cy="250"/>
            </a:xfrm>
            <a:custGeom>
              <a:rect b="b" l="l" r="r" t="t"/>
              <a:pathLst>
                <a:path extrusionOk="0" h="10" w="18">
                  <a:moveTo>
                    <a:pt x="18" y="1"/>
                  </a:moveTo>
                  <a:lnTo>
                    <a:pt x="1" y="9"/>
                  </a:lnTo>
                  <a:cubicBezTo>
                    <a:pt x="1" y="9"/>
                    <a:pt x="9" y="9"/>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5"/>
            <p:cNvSpPr/>
            <p:nvPr/>
          </p:nvSpPr>
          <p:spPr>
            <a:xfrm rot="-9164125">
              <a:off x="10483166" y="729089"/>
              <a:ext cx="1100" cy="875"/>
            </a:xfrm>
            <a:custGeom>
              <a:rect b="b" l="l" r="r" t="t"/>
              <a:pathLst>
                <a:path extrusionOk="0" h="35" w="44">
                  <a:moveTo>
                    <a:pt x="43" y="1"/>
                  </a:moveTo>
                  <a:lnTo>
                    <a:pt x="32" y="10"/>
                  </a:lnTo>
                  <a:lnTo>
                    <a:pt x="32" y="10"/>
                  </a:lnTo>
                  <a:cubicBezTo>
                    <a:pt x="37" y="6"/>
                    <a:pt x="40" y="4"/>
                    <a:pt x="43" y="1"/>
                  </a:cubicBezTo>
                  <a:close/>
                  <a:moveTo>
                    <a:pt x="32" y="10"/>
                  </a:moveTo>
                  <a:cubicBezTo>
                    <a:pt x="23" y="16"/>
                    <a:pt x="12" y="23"/>
                    <a:pt x="1" y="35"/>
                  </a:cubicBezTo>
                  <a:lnTo>
                    <a:pt x="32" y="1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5"/>
            <p:cNvSpPr/>
            <p:nvPr/>
          </p:nvSpPr>
          <p:spPr>
            <a:xfrm rot="-9164125">
              <a:off x="10507247" y="720465"/>
              <a:ext cx="1500" cy="1500"/>
            </a:xfrm>
            <a:custGeom>
              <a:rect b="b" l="l" r="r" t="t"/>
              <a:pathLst>
                <a:path extrusionOk="0" h="60" w="60">
                  <a:moveTo>
                    <a:pt x="60" y="0"/>
                  </a:moveTo>
                  <a:lnTo>
                    <a:pt x="1" y="60"/>
                  </a:lnTo>
                  <a:cubicBezTo>
                    <a:pt x="18" y="43"/>
                    <a:pt x="43" y="26"/>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5"/>
            <p:cNvSpPr/>
            <p:nvPr/>
          </p:nvSpPr>
          <p:spPr>
            <a:xfrm rot="-9164125">
              <a:off x="10616561" y="705444"/>
              <a:ext cx="25" cy="225"/>
            </a:xfrm>
            <a:custGeom>
              <a:rect b="b" l="l" r="r" t="t"/>
              <a:pathLst>
                <a:path extrusionOk="0" h="9" w="1">
                  <a:moveTo>
                    <a:pt x="0" y="8"/>
                  </a:moveTo>
                  <a:lnTo>
                    <a:pt x="0" y="8"/>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5"/>
            <p:cNvSpPr/>
            <p:nvPr/>
          </p:nvSpPr>
          <p:spPr>
            <a:xfrm rot="-9164125">
              <a:off x="10554635" y="715320"/>
              <a:ext cx="675" cy="250"/>
            </a:xfrm>
            <a:custGeom>
              <a:rect b="b" l="l" r="r" t="t"/>
              <a:pathLst>
                <a:path extrusionOk="0" h="10" w="27">
                  <a:moveTo>
                    <a:pt x="26" y="1"/>
                  </a:moveTo>
                  <a:cubicBezTo>
                    <a:pt x="19" y="1"/>
                    <a:pt x="11" y="7"/>
                    <a:pt x="4" y="9"/>
                  </a:cubicBezTo>
                  <a:lnTo>
                    <a:pt x="4" y="9"/>
                  </a:lnTo>
                  <a:cubicBezTo>
                    <a:pt x="8" y="8"/>
                    <a:pt x="15" y="6"/>
                    <a:pt x="26" y="1"/>
                  </a:cubicBezTo>
                  <a:close/>
                  <a:moveTo>
                    <a:pt x="4" y="9"/>
                  </a:moveTo>
                  <a:cubicBezTo>
                    <a:pt x="2" y="9"/>
                    <a:pt x="1" y="9"/>
                    <a:pt x="1" y="9"/>
                  </a:cubicBezTo>
                  <a:cubicBezTo>
                    <a:pt x="2" y="9"/>
                    <a:pt x="3" y="9"/>
                    <a:pt x="4"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5"/>
            <p:cNvSpPr/>
            <p:nvPr/>
          </p:nvSpPr>
          <p:spPr>
            <a:xfrm rot="-9164125">
              <a:off x="10506727" y="721456"/>
              <a:ext cx="250" cy="250"/>
            </a:xfrm>
            <a:custGeom>
              <a:rect b="b" l="l" r="r" t="t"/>
              <a:pathLst>
                <a:path extrusionOk="0" h="10" w="10">
                  <a:moveTo>
                    <a:pt x="9" y="1"/>
                  </a:moveTo>
                  <a:lnTo>
                    <a:pt x="9" y="1"/>
                  </a:ln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5"/>
            <p:cNvSpPr/>
            <p:nvPr/>
          </p:nvSpPr>
          <p:spPr>
            <a:xfrm rot="-9164125">
              <a:off x="10464438" y="731629"/>
              <a:ext cx="1525" cy="250"/>
            </a:xfrm>
            <a:custGeom>
              <a:rect b="b" l="l" r="r" t="t"/>
              <a:pathLst>
                <a:path extrusionOk="0" h="10" w="61">
                  <a:moveTo>
                    <a:pt x="60" y="1"/>
                  </a:move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5"/>
            <p:cNvSpPr/>
            <p:nvPr/>
          </p:nvSpPr>
          <p:spPr>
            <a:xfrm rot="-9164125">
              <a:off x="10473822" y="731906"/>
              <a:ext cx="1300" cy="225"/>
            </a:xfrm>
            <a:custGeom>
              <a:rect b="b" l="l" r="r" t="t"/>
              <a:pathLst>
                <a:path extrusionOk="0" h="9" w="52">
                  <a:moveTo>
                    <a:pt x="52" y="1"/>
                  </a:move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5"/>
            <p:cNvSpPr/>
            <p:nvPr/>
          </p:nvSpPr>
          <p:spPr>
            <a:xfrm rot="-9164125">
              <a:off x="10514541" y="750736"/>
              <a:ext cx="2150" cy="450"/>
            </a:xfrm>
            <a:custGeom>
              <a:rect b="b" l="l" r="r" t="t"/>
              <a:pathLst>
                <a:path extrusionOk="0" h="18" w="86">
                  <a:moveTo>
                    <a:pt x="85" y="1"/>
                  </a:moveTo>
                  <a:lnTo>
                    <a:pt x="1" y="18"/>
                  </a:lnTo>
                  <a:cubicBezTo>
                    <a:pt x="26" y="18"/>
                    <a:pt x="60" y="9"/>
                    <a:pt x="8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5"/>
            <p:cNvSpPr/>
            <p:nvPr/>
          </p:nvSpPr>
          <p:spPr>
            <a:xfrm rot="-9164125">
              <a:off x="10475912" y="733274"/>
              <a:ext cx="675" cy="250"/>
            </a:xfrm>
            <a:custGeom>
              <a:rect b="b" l="l" r="r" t="t"/>
              <a:pathLst>
                <a:path extrusionOk="0" h="10" w="27">
                  <a:moveTo>
                    <a:pt x="26" y="1"/>
                  </a:moveTo>
                  <a:cubicBezTo>
                    <a:pt x="22" y="1"/>
                    <a:pt x="18" y="3"/>
                    <a:pt x="14" y="5"/>
                  </a:cubicBezTo>
                  <a:lnTo>
                    <a:pt x="14" y="5"/>
                  </a:lnTo>
                  <a:lnTo>
                    <a:pt x="26" y="1"/>
                  </a:lnTo>
                  <a:close/>
                  <a:moveTo>
                    <a:pt x="14" y="5"/>
                  </a:moveTo>
                  <a:lnTo>
                    <a:pt x="1" y="9"/>
                  </a:lnTo>
                  <a:cubicBezTo>
                    <a:pt x="5" y="9"/>
                    <a:pt x="9" y="7"/>
                    <a:pt x="14"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5"/>
            <p:cNvSpPr/>
            <p:nvPr/>
          </p:nvSpPr>
          <p:spPr>
            <a:xfrm rot="-9164125">
              <a:off x="10634572" y="705686"/>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5"/>
            <p:cNvSpPr/>
            <p:nvPr/>
          </p:nvSpPr>
          <p:spPr>
            <a:xfrm rot="-9164125">
              <a:off x="10636965" y="703127"/>
              <a:ext cx="875" cy="650"/>
            </a:xfrm>
            <a:custGeom>
              <a:rect b="b" l="l" r="r" t="t"/>
              <a:pathLst>
                <a:path extrusionOk="0" h="26" w="35">
                  <a:moveTo>
                    <a:pt x="34" y="0"/>
                  </a:moveTo>
                  <a:lnTo>
                    <a:pt x="0" y="26"/>
                  </a:lnTo>
                  <a:cubicBezTo>
                    <a:pt x="17" y="17"/>
                    <a:pt x="26" y="9"/>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5"/>
            <p:cNvSpPr/>
            <p:nvPr/>
          </p:nvSpPr>
          <p:spPr>
            <a:xfrm rot="-9164125">
              <a:off x="10571278" y="713822"/>
              <a:ext cx="1200" cy="675"/>
            </a:xfrm>
            <a:custGeom>
              <a:rect b="b" l="l" r="r" t="t"/>
              <a:pathLst>
                <a:path extrusionOk="0" h="27" w="48">
                  <a:moveTo>
                    <a:pt x="47" y="0"/>
                  </a:moveTo>
                  <a:cubicBezTo>
                    <a:pt x="36" y="0"/>
                    <a:pt x="21" y="8"/>
                    <a:pt x="12" y="8"/>
                  </a:cubicBezTo>
                  <a:cubicBezTo>
                    <a:pt x="8" y="8"/>
                    <a:pt x="5" y="6"/>
                    <a:pt x="5" y="0"/>
                  </a:cubicBezTo>
                  <a:lnTo>
                    <a:pt x="5" y="0"/>
                  </a:lnTo>
                  <a:cubicBezTo>
                    <a:pt x="0" y="15"/>
                    <a:pt x="3" y="26"/>
                    <a:pt x="13" y="26"/>
                  </a:cubicBezTo>
                  <a:cubicBezTo>
                    <a:pt x="21" y="26"/>
                    <a:pt x="32" y="19"/>
                    <a:pt x="4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5"/>
            <p:cNvSpPr/>
            <p:nvPr/>
          </p:nvSpPr>
          <p:spPr>
            <a:xfrm rot="-9164125">
              <a:off x="10630307" y="712902"/>
              <a:ext cx="375" cy="700"/>
            </a:xfrm>
            <a:custGeom>
              <a:rect b="b" l="l" r="r" t="t"/>
              <a:pathLst>
                <a:path extrusionOk="0" h="28" w="15">
                  <a:moveTo>
                    <a:pt x="12" y="0"/>
                  </a:moveTo>
                  <a:cubicBezTo>
                    <a:pt x="11" y="0"/>
                    <a:pt x="10" y="1"/>
                    <a:pt x="9" y="3"/>
                  </a:cubicBezTo>
                  <a:cubicBezTo>
                    <a:pt x="9" y="11"/>
                    <a:pt x="0" y="20"/>
                    <a:pt x="0" y="28"/>
                  </a:cubicBezTo>
                  <a:cubicBezTo>
                    <a:pt x="7" y="14"/>
                    <a:pt x="14" y="0"/>
                    <a:pt x="1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5"/>
            <p:cNvSpPr/>
            <p:nvPr/>
          </p:nvSpPr>
          <p:spPr>
            <a:xfrm rot="-9164125">
              <a:off x="10630924" y="712504"/>
              <a:ext cx="450" cy="650"/>
            </a:xfrm>
            <a:custGeom>
              <a:rect b="b" l="l" r="r" t="t"/>
              <a:pathLst>
                <a:path extrusionOk="0" h="26" w="18">
                  <a:moveTo>
                    <a:pt x="17" y="0"/>
                  </a:moveTo>
                  <a:lnTo>
                    <a:pt x="0" y="25"/>
                  </a:lnTo>
                  <a:cubicBezTo>
                    <a:pt x="9" y="17"/>
                    <a:pt x="17" y="8"/>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5"/>
            <p:cNvSpPr/>
            <p:nvPr/>
          </p:nvSpPr>
          <p:spPr>
            <a:xfrm rot="-9164125">
              <a:off x="10564871" y="724581"/>
              <a:ext cx="450" cy="125"/>
            </a:xfrm>
            <a:custGeom>
              <a:rect b="b" l="l" r="r" t="t"/>
              <a:pathLst>
                <a:path extrusionOk="0" h="5" w="18">
                  <a:moveTo>
                    <a:pt x="9" y="1"/>
                  </a:moveTo>
                  <a:cubicBezTo>
                    <a:pt x="4" y="1"/>
                    <a:pt x="0" y="4"/>
                    <a:pt x="0" y="4"/>
                  </a:cubicBezTo>
                  <a:lnTo>
                    <a:pt x="17" y="4"/>
                  </a:lnTo>
                  <a:cubicBezTo>
                    <a:pt x="14" y="1"/>
                    <a:pt x="12"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5"/>
            <p:cNvSpPr/>
            <p:nvPr/>
          </p:nvSpPr>
          <p:spPr>
            <a:xfrm rot="-9164125">
              <a:off x="10635181" y="697266"/>
              <a:ext cx="7000" cy="7025"/>
            </a:xfrm>
            <a:custGeom>
              <a:rect b="b" l="l" r="r" t="t"/>
              <a:pathLst>
                <a:path extrusionOk="0" h="281" w="280">
                  <a:moveTo>
                    <a:pt x="255" y="1"/>
                  </a:moveTo>
                  <a:lnTo>
                    <a:pt x="111" y="94"/>
                  </a:lnTo>
                  <a:cubicBezTo>
                    <a:pt x="93" y="100"/>
                    <a:pt x="81" y="103"/>
                    <a:pt x="75" y="103"/>
                  </a:cubicBezTo>
                  <a:cubicBezTo>
                    <a:pt x="55" y="103"/>
                    <a:pt x="87" y="75"/>
                    <a:pt x="119" y="43"/>
                  </a:cubicBezTo>
                  <a:cubicBezTo>
                    <a:pt x="111" y="43"/>
                    <a:pt x="102" y="52"/>
                    <a:pt x="94" y="52"/>
                  </a:cubicBezTo>
                  <a:cubicBezTo>
                    <a:pt x="94" y="58"/>
                    <a:pt x="22" y="131"/>
                    <a:pt x="40" y="131"/>
                  </a:cubicBezTo>
                  <a:cubicBezTo>
                    <a:pt x="47" y="131"/>
                    <a:pt x="62" y="123"/>
                    <a:pt x="94" y="102"/>
                  </a:cubicBezTo>
                  <a:lnTo>
                    <a:pt x="94" y="102"/>
                  </a:lnTo>
                  <a:cubicBezTo>
                    <a:pt x="102" y="136"/>
                    <a:pt x="26" y="179"/>
                    <a:pt x="1" y="212"/>
                  </a:cubicBezTo>
                  <a:cubicBezTo>
                    <a:pt x="5" y="210"/>
                    <a:pt x="8" y="208"/>
                    <a:pt x="10" y="208"/>
                  </a:cubicBezTo>
                  <a:cubicBezTo>
                    <a:pt x="19" y="208"/>
                    <a:pt x="4" y="238"/>
                    <a:pt x="18" y="238"/>
                  </a:cubicBezTo>
                  <a:cubicBezTo>
                    <a:pt x="26" y="221"/>
                    <a:pt x="43" y="204"/>
                    <a:pt x="68" y="187"/>
                  </a:cubicBezTo>
                  <a:lnTo>
                    <a:pt x="68" y="187"/>
                  </a:lnTo>
                  <a:cubicBezTo>
                    <a:pt x="85" y="187"/>
                    <a:pt x="52" y="229"/>
                    <a:pt x="18" y="246"/>
                  </a:cubicBezTo>
                  <a:cubicBezTo>
                    <a:pt x="23" y="244"/>
                    <a:pt x="27" y="244"/>
                    <a:pt x="30" y="244"/>
                  </a:cubicBezTo>
                  <a:cubicBezTo>
                    <a:pt x="49" y="244"/>
                    <a:pt x="18" y="280"/>
                    <a:pt x="31" y="280"/>
                  </a:cubicBezTo>
                  <a:cubicBezTo>
                    <a:pt x="34" y="280"/>
                    <a:pt x="41" y="278"/>
                    <a:pt x="52" y="272"/>
                  </a:cubicBezTo>
                  <a:cubicBezTo>
                    <a:pt x="145" y="195"/>
                    <a:pt x="221" y="111"/>
                    <a:pt x="280" y="9"/>
                  </a:cubicBezTo>
                  <a:lnTo>
                    <a:pt x="280" y="9"/>
                  </a:lnTo>
                  <a:cubicBezTo>
                    <a:pt x="221" y="60"/>
                    <a:pt x="162" y="111"/>
                    <a:pt x="94" y="153"/>
                  </a:cubicBezTo>
                  <a:lnTo>
                    <a:pt x="94" y="119"/>
                  </a:lnTo>
                  <a:cubicBezTo>
                    <a:pt x="153" y="85"/>
                    <a:pt x="204" y="52"/>
                    <a:pt x="25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5"/>
            <p:cNvSpPr/>
            <p:nvPr/>
          </p:nvSpPr>
          <p:spPr>
            <a:xfrm rot="-9164125">
              <a:off x="10637120" y="709854"/>
              <a:ext cx="25" cy="250"/>
            </a:xfrm>
            <a:custGeom>
              <a:rect b="b" l="l" r="r" t="t"/>
              <a:pathLst>
                <a:path extrusionOk="0" h="10" w="1">
                  <a:moveTo>
                    <a:pt x="0" y="1"/>
                  </a:moveTo>
                  <a:lnTo>
                    <a:pt x="0" y="1"/>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5"/>
            <p:cNvSpPr/>
            <p:nvPr/>
          </p:nvSpPr>
          <p:spPr>
            <a:xfrm rot="-9164125">
              <a:off x="10527502" y="740256"/>
              <a:ext cx="225" cy="225"/>
            </a:xfrm>
            <a:custGeom>
              <a:rect b="b" l="l" r="r" t="t"/>
              <a:pathLst>
                <a:path extrusionOk="0" h="9" w="9">
                  <a:moveTo>
                    <a:pt x="9" y="0"/>
                  </a:moveTo>
                  <a:lnTo>
                    <a:pt x="0" y="9"/>
                  </a:lnTo>
                  <a:cubicBezTo>
                    <a:pt x="9" y="9"/>
                    <a:pt x="9"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5"/>
            <p:cNvSpPr/>
            <p:nvPr/>
          </p:nvSpPr>
          <p:spPr>
            <a:xfrm rot="-9164125">
              <a:off x="10634097" y="707100"/>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5"/>
            <p:cNvSpPr/>
            <p:nvPr/>
          </p:nvSpPr>
          <p:spPr>
            <a:xfrm>
              <a:off x="10524366" y="739047"/>
              <a:ext cx="0" cy="25"/>
            </a:xfrm>
            <a:custGeom>
              <a:rect b="b" l="l" r="r" t="t"/>
              <a:pathLst>
                <a:path extrusionOk="0" h="1" w="0">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5"/>
            <p:cNvSpPr/>
            <p:nvPr/>
          </p:nvSpPr>
          <p:spPr>
            <a:xfrm rot="-9164125">
              <a:off x="10493923" y="743216"/>
              <a:ext cx="450" cy="25"/>
            </a:xfrm>
            <a:custGeom>
              <a:rect b="b" l="l" r="r" t="t"/>
              <a:pathLst>
                <a:path extrusionOk="0" h="1" w="18">
                  <a:moveTo>
                    <a:pt x="18" y="1"/>
                  </a:moveTo>
                  <a:lnTo>
                    <a:pt x="18" y="1"/>
                  </a:lnTo>
                  <a:cubicBezTo>
                    <a:pt x="1" y="1"/>
                    <a:pt x="1" y="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5"/>
            <p:cNvSpPr/>
            <p:nvPr/>
          </p:nvSpPr>
          <p:spPr>
            <a:xfrm>
              <a:off x="10524366" y="739047"/>
              <a:ext cx="0" cy="25"/>
            </a:xfrm>
            <a:custGeom>
              <a:rect b="b" l="l" r="r" t="t"/>
              <a:pathLst>
                <a:path extrusionOk="0" h="1" w="0">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5"/>
            <p:cNvSpPr/>
            <p:nvPr/>
          </p:nvSpPr>
          <p:spPr>
            <a:xfrm rot="-9164125">
              <a:off x="10520226" y="732332"/>
              <a:ext cx="650" cy="100"/>
            </a:xfrm>
            <a:custGeom>
              <a:rect b="b" l="l" r="r" t="t"/>
              <a:pathLst>
                <a:path extrusionOk="0" h="4" w="26">
                  <a:moveTo>
                    <a:pt x="14" y="0"/>
                  </a:moveTo>
                  <a:cubicBezTo>
                    <a:pt x="11" y="0"/>
                    <a:pt x="6" y="1"/>
                    <a:pt x="0" y="4"/>
                  </a:cubicBezTo>
                  <a:lnTo>
                    <a:pt x="26" y="4"/>
                  </a:lnTo>
                  <a:cubicBezTo>
                    <a:pt x="26" y="4"/>
                    <a:pt x="22" y="0"/>
                    <a:pt x="1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5"/>
            <p:cNvSpPr/>
            <p:nvPr/>
          </p:nvSpPr>
          <p:spPr>
            <a:xfrm rot="-9164125">
              <a:off x="10512881" y="732708"/>
              <a:ext cx="225" cy="25"/>
            </a:xfrm>
            <a:custGeom>
              <a:rect b="b" l="l" r="r" t="t"/>
              <a:pathLst>
                <a:path extrusionOk="0" h="1" w="9">
                  <a:moveTo>
                    <a:pt x="0" y="1"/>
                  </a:moveTo>
                  <a:lnTo>
                    <a:pt x="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5"/>
            <p:cNvSpPr/>
            <p:nvPr/>
          </p:nvSpPr>
          <p:spPr>
            <a:xfrm rot="-9164125">
              <a:off x="10567936" y="711029"/>
              <a:ext cx="650" cy="650"/>
            </a:xfrm>
            <a:custGeom>
              <a:rect b="b" l="l" r="r" t="t"/>
              <a:pathLst>
                <a:path extrusionOk="0" h="26" w="26">
                  <a:moveTo>
                    <a:pt x="25" y="0"/>
                  </a:moveTo>
                  <a:cubicBezTo>
                    <a:pt x="17" y="0"/>
                    <a:pt x="9" y="9"/>
                    <a:pt x="0" y="26"/>
                  </a:cubicBezTo>
                  <a:lnTo>
                    <a:pt x="2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5"/>
            <p:cNvSpPr/>
            <p:nvPr/>
          </p:nvSpPr>
          <p:spPr>
            <a:xfrm rot="-9164125">
              <a:off x="10524667" y="738853"/>
              <a:ext cx="450" cy="225"/>
            </a:xfrm>
            <a:custGeom>
              <a:rect b="b" l="l" r="r" t="t"/>
              <a:pathLst>
                <a:path extrusionOk="0" h="9" w="18">
                  <a:moveTo>
                    <a:pt x="18" y="0"/>
                  </a:move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5"/>
            <p:cNvSpPr/>
            <p:nvPr/>
          </p:nvSpPr>
          <p:spPr>
            <a:xfrm rot="-9164125">
              <a:off x="10527372" y="727562"/>
              <a:ext cx="225" cy="250"/>
            </a:xfrm>
            <a:custGeom>
              <a:rect b="b" l="l" r="r" t="t"/>
              <a:pathLst>
                <a:path extrusionOk="0" h="10" w="9">
                  <a:moveTo>
                    <a:pt x="0" y="9"/>
                  </a:moveTo>
                  <a:lnTo>
                    <a:pt x="9" y="1"/>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5"/>
            <p:cNvSpPr/>
            <p:nvPr/>
          </p:nvSpPr>
          <p:spPr>
            <a:xfrm rot="-9164125">
              <a:off x="10526793" y="723668"/>
              <a:ext cx="8900" cy="5950"/>
            </a:xfrm>
            <a:custGeom>
              <a:rect b="b" l="l" r="r" t="t"/>
              <a:pathLst>
                <a:path extrusionOk="0" h="238" w="356">
                  <a:moveTo>
                    <a:pt x="356" y="0"/>
                  </a:moveTo>
                  <a:lnTo>
                    <a:pt x="280" y="51"/>
                  </a:lnTo>
                  <a:lnTo>
                    <a:pt x="280" y="26"/>
                  </a:lnTo>
                  <a:cubicBezTo>
                    <a:pt x="245" y="60"/>
                    <a:pt x="231" y="68"/>
                    <a:pt x="223" y="68"/>
                  </a:cubicBezTo>
                  <a:cubicBezTo>
                    <a:pt x="216" y="68"/>
                    <a:pt x="215" y="62"/>
                    <a:pt x="207" y="62"/>
                  </a:cubicBezTo>
                  <a:cubicBezTo>
                    <a:pt x="199" y="62"/>
                    <a:pt x="184" y="71"/>
                    <a:pt x="144" y="110"/>
                  </a:cubicBezTo>
                  <a:cubicBezTo>
                    <a:pt x="144" y="102"/>
                    <a:pt x="144" y="102"/>
                    <a:pt x="144" y="93"/>
                  </a:cubicBezTo>
                  <a:cubicBezTo>
                    <a:pt x="93" y="144"/>
                    <a:pt x="0" y="203"/>
                    <a:pt x="9" y="237"/>
                  </a:cubicBezTo>
                  <a:cubicBezTo>
                    <a:pt x="23" y="223"/>
                    <a:pt x="86" y="188"/>
                    <a:pt x="110" y="188"/>
                  </a:cubicBezTo>
                  <a:cubicBezTo>
                    <a:pt x="115" y="188"/>
                    <a:pt x="119" y="190"/>
                    <a:pt x="119" y="195"/>
                  </a:cubicBezTo>
                  <a:cubicBezTo>
                    <a:pt x="144" y="161"/>
                    <a:pt x="212" y="136"/>
                    <a:pt x="220" y="119"/>
                  </a:cubicBezTo>
                  <a:lnTo>
                    <a:pt x="220" y="119"/>
                  </a:lnTo>
                  <a:cubicBezTo>
                    <a:pt x="205" y="126"/>
                    <a:pt x="195" y="130"/>
                    <a:pt x="191" y="130"/>
                  </a:cubicBezTo>
                  <a:cubicBezTo>
                    <a:pt x="175" y="130"/>
                    <a:pt x="211" y="94"/>
                    <a:pt x="237" y="68"/>
                  </a:cubicBezTo>
                  <a:cubicBezTo>
                    <a:pt x="244" y="62"/>
                    <a:pt x="249" y="61"/>
                    <a:pt x="251" y="61"/>
                  </a:cubicBezTo>
                  <a:cubicBezTo>
                    <a:pt x="258" y="61"/>
                    <a:pt x="252" y="75"/>
                    <a:pt x="262" y="75"/>
                  </a:cubicBezTo>
                  <a:cubicBezTo>
                    <a:pt x="265" y="75"/>
                    <a:pt x="271" y="73"/>
                    <a:pt x="280" y="68"/>
                  </a:cubicBezTo>
                  <a:lnTo>
                    <a:pt x="35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5"/>
            <p:cNvSpPr/>
            <p:nvPr/>
          </p:nvSpPr>
          <p:spPr>
            <a:xfrm rot="-9164125">
              <a:off x="10531184" y="727460"/>
              <a:ext cx="450" cy="450"/>
            </a:xfrm>
            <a:custGeom>
              <a:rect b="b" l="l" r="r" t="t"/>
              <a:pathLst>
                <a:path extrusionOk="0" h="18" w="18">
                  <a:moveTo>
                    <a:pt x="17" y="0"/>
                  </a:moveTo>
                  <a:lnTo>
                    <a:pt x="17" y="0"/>
                  </a:lnTo>
                  <a:cubicBezTo>
                    <a:pt x="9" y="0"/>
                    <a:pt x="0" y="9"/>
                    <a:pt x="0" y="17"/>
                  </a:cubicBezTo>
                  <a:cubicBezTo>
                    <a:pt x="9" y="9"/>
                    <a:pt x="9" y="0"/>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5"/>
            <p:cNvSpPr/>
            <p:nvPr/>
          </p:nvSpPr>
          <p:spPr>
            <a:xfrm rot="-9164125">
              <a:off x="10547340" y="725590"/>
              <a:ext cx="450" cy="650"/>
            </a:xfrm>
            <a:custGeom>
              <a:rect b="b" l="l" r="r" t="t"/>
              <a:pathLst>
                <a:path extrusionOk="0" h="26" w="18">
                  <a:moveTo>
                    <a:pt x="18" y="1"/>
                  </a:moveTo>
                  <a:lnTo>
                    <a:pt x="1" y="26"/>
                  </a:lnTo>
                  <a:cubicBezTo>
                    <a:pt x="9" y="18"/>
                    <a:pt x="18" y="9"/>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5"/>
            <p:cNvSpPr/>
            <p:nvPr/>
          </p:nvSpPr>
          <p:spPr>
            <a:xfrm rot="-9164125">
              <a:off x="10546200" y="755300"/>
              <a:ext cx="2350" cy="575"/>
            </a:xfrm>
            <a:custGeom>
              <a:rect b="b" l="l" r="r" t="t"/>
              <a:pathLst>
                <a:path extrusionOk="0" h="23" w="94">
                  <a:moveTo>
                    <a:pt x="9" y="0"/>
                  </a:moveTo>
                  <a:lnTo>
                    <a:pt x="1" y="9"/>
                  </a:lnTo>
                  <a:cubicBezTo>
                    <a:pt x="1" y="14"/>
                    <a:pt x="35" y="22"/>
                    <a:pt x="62" y="22"/>
                  </a:cubicBezTo>
                  <a:cubicBezTo>
                    <a:pt x="79" y="22"/>
                    <a:pt x="94" y="19"/>
                    <a:pt x="94" y="9"/>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5"/>
            <p:cNvSpPr/>
            <p:nvPr/>
          </p:nvSpPr>
          <p:spPr>
            <a:xfrm rot="-9164125">
              <a:off x="10587366" y="714862"/>
              <a:ext cx="675" cy="650"/>
            </a:xfrm>
            <a:custGeom>
              <a:rect b="b" l="l" r="r" t="t"/>
              <a:pathLst>
                <a:path extrusionOk="0" h="26" w="27">
                  <a:moveTo>
                    <a:pt x="26" y="0"/>
                  </a:moveTo>
                  <a:cubicBezTo>
                    <a:pt x="18" y="0"/>
                    <a:pt x="1" y="17"/>
                    <a:pt x="1" y="26"/>
                  </a:cubicBezTo>
                  <a:lnTo>
                    <a:pt x="26" y="9"/>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5"/>
            <p:cNvSpPr/>
            <p:nvPr/>
          </p:nvSpPr>
          <p:spPr>
            <a:xfrm rot="-9164125">
              <a:off x="10533543" y="725118"/>
              <a:ext cx="450" cy="675"/>
            </a:xfrm>
            <a:custGeom>
              <a:rect b="b" l="l" r="r" t="t"/>
              <a:pathLst>
                <a:path extrusionOk="0" h="27" w="18">
                  <a:moveTo>
                    <a:pt x="18" y="1"/>
                  </a:moveTo>
                  <a:cubicBezTo>
                    <a:pt x="9" y="1"/>
                    <a:pt x="9" y="9"/>
                    <a:pt x="1" y="26"/>
                  </a:cubicBezTo>
                  <a:cubicBezTo>
                    <a:pt x="9" y="18"/>
                    <a:pt x="18" y="9"/>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5"/>
            <p:cNvSpPr/>
            <p:nvPr/>
          </p:nvSpPr>
          <p:spPr>
            <a:xfrm rot="-9164125">
              <a:off x="10588795" y="715554"/>
              <a:ext cx="2150" cy="1500"/>
            </a:xfrm>
            <a:custGeom>
              <a:rect b="b" l="l" r="r" t="t"/>
              <a:pathLst>
                <a:path extrusionOk="0" h="60" w="86">
                  <a:moveTo>
                    <a:pt x="43" y="0"/>
                  </a:moveTo>
                  <a:cubicBezTo>
                    <a:pt x="26" y="17"/>
                    <a:pt x="9" y="34"/>
                    <a:pt x="1" y="60"/>
                  </a:cubicBezTo>
                  <a:cubicBezTo>
                    <a:pt x="26" y="34"/>
                    <a:pt x="52" y="17"/>
                    <a:pt x="85" y="0"/>
                  </a:cubicBezTo>
                  <a:lnTo>
                    <a:pt x="85" y="0"/>
                  </a:lnTo>
                  <a:cubicBezTo>
                    <a:pt x="80" y="0"/>
                    <a:pt x="67" y="4"/>
                    <a:pt x="56" y="4"/>
                  </a:cubicBezTo>
                  <a:cubicBezTo>
                    <a:pt x="51" y="4"/>
                    <a:pt x="46" y="3"/>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5"/>
            <p:cNvSpPr/>
            <p:nvPr/>
          </p:nvSpPr>
          <p:spPr>
            <a:xfrm rot="-9164125">
              <a:off x="10591140" y="716122"/>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5"/>
            <p:cNvSpPr/>
            <p:nvPr/>
          </p:nvSpPr>
          <p:spPr>
            <a:xfrm rot="-9164125">
              <a:off x="10466624" y="686890"/>
              <a:ext cx="254025" cy="109300"/>
            </a:xfrm>
            <a:custGeom>
              <a:rect b="b" l="l" r="r" t="t"/>
              <a:pathLst>
                <a:path extrusionOk="0" h="4372" w="10161">
                  <a:moveTo>
                    <a:pt x="610" y="184"/>
                  </a:moveTo>
                  <a:cubicBezTo>
                    <a:pt x="610" y="185"/>
                    <a:pt x="610" y="185"/>
                    <a:pt x="610" y="186"/>
                  </a:cubicBezTo>
                  <a:lnTo>
                    <a:pt x="610" y="186"/>
                  </a:lnTo>
                  <a:cubicBezTo>
                    <a:pt x="610" y="185"/>
                    <a:pt x="610" y="184"/>
                    <a:pt x="610" y="184"/>
                  </a:cubicBezTo>
                  <a:close/>
                  <a:moveTo>
                    <a:pt x="2037" y="326"/>
                  </a:moveTo>
                  <a:lnTo>
                    <a:pt x="2048" y="328"/>
                  </a:lnTo>
                  <a:cubicBezTo>
                    <a:pt x="2044" y="327"/>
                    <a:pt x="2040" y="327"/>
                    <a:pt x="2037" y="326"/>
                  </a:cubicBezTo>
                  <a:close/>
                  <a:moveTo>
                    <a:pt x="1405" y="370"/>
                  </a:moveTo>
                  <a:lnTo>
                    <a:pt x="1405" y="370"/>
                  </a:lnTo>
                  <a:cubicBezTo>
                    <a:pt x="1408" y="373"/>
                    <a:pt x="1411" y="374"/>
                    <a:pt x="1414" y="374"/>
                  </a:cubicBezTo>
                  <a:cubicBezTo>
                    <a:pt x="1417" y="374"/>
                    <a:pt x="1420" y="373"/>
                    <a:pt x="1422" y="372"/>
                  </a:cubicBezTo>
                  <a:lnTo>
                    <a:pt x="1422" y="372"/>
                  </a:lnTo>
                  <a:cubicBezTo>
                    <a:pt x="1417" y="372"/>
                    <a:pt x="1411" y="371"/>
                    <a:pt x="1405" y="370"/>
                  </a:cubicBezTo>
                  <a:close/>
                  <a:moveTo>
                    <a:pt x="4315" y="480"/>
                  </a:moveTo>
                  <a:lnTo>
                    <a:pt x="4315" y="480"/>
                  </a:lnTo>
                  <a:cubicBezTo>
                    <a:pt x="4308" y="489"/>
                    <a:pt x="4297" y="495"/>
                    <a:pt x="4283" y="499"/>
                  </a:cubicBezTo>
                  <a:lnTo>
                    <a:pt x="4283" y="499"/>
                  </a:lnTo>
                  <a:cubicBezTo>
                    <a:pt x="4314" y="495"/>
                    <a:pt x="4349" y="493"/>
                    <a:pt x="4315" y="480"/>
                  </a:cubicBezTo>
                  <a:close/>
                  <a:moveTo>
                    <a:pt x="4283" y="499"/>
                  </a:moveTo>
                  <a:lnTo>
                    <a:pt x="4283" y="499"/>
                  </a:lnTo>
                  <a:cubicBezTo>
                    <a:pt x="4274" y="501"/>
                    <a:pt x="4265" y="502"/>
                    <a:pt x="4259" y="504"/>
                  </a:cubicBezTo>
                  <a:lnTo>
                    <a:pt x="4259" y="504"/>
                  </a:lnTo>
                  <a:cubicBezTo>
                    <a:pt x="4268" y="503"/>
                    <a:pt x="4276" y="501"/>
                    <a:pt x="4283" y="499"/>
                  </a:cubicBezTo>
                  <a:close/>
                  <a:moveTo>
                    <a:pt x="9225" y="582"/>
                  </a:moveTo>
                  <a:lnTo>
                    <a:pt x="9213" y="590"/>
                  </a:lnTo>
                  <a:cubicBezTo>
                    <a:pt x="9218" y="587"/>
                    <a:pt x="9222" y="584"/>
                    <a:pt x="9225" y="582"/>
                  </a:cubicBezTo>
                  <a:close/>
                  <a:moveTo>
                    <a:pt x="3906" y="725"/>
                  </a:moveTo>
                  <a:lnTo>
                    <a:pt x="3906" y="725"/>
                  </a:lnTo>
                  <a:cubicBezTo>
                    <a:pt x="3904" y="725"/>
                    <a:pt x="3903" y="725"/>
                    <a:pt x="3901" y="726"/>
                  </a:cubicBezTo>
                  <a:lnTo>
                    <a:pt x="3909" y="726"/>
                  </a:lnTo>
                  <a:cubicBezTo>
                    <a:pt x="3908" y="725"/>
                    <a:pt x="3907" y="725"/>
                    <a:pt x="3906" y="725"/>
                  </a:cubicBezTo>
                  <a:close/>
                  <a:moveTo>
                    <a:pt x="8223" y="709"/>
                  </a:moveTo>
                  <a:cubicBezTo>
                    <a:pt x="8190" y="734"/>
                    <a:pt x="8156" y="743"/>
                    <a:pt x="8122" y="743"/>
                  </a:cubicBezTo>
                  <a:cubicBezTo>
                    <a:pt x="8139" y="734"/>
                    <a:pt x="8147" y="726"/>
                    <a:pt x="8147" y="726"/>
                  </a:cubicBezTo>
                  <a:lnTo>
                    <a:pt x="8223" y="709"/>
                  </a:lnTo>
                  <a:close/>
                  <a:moveTo>
                    <a:pt x="8226" y="741"/>
                  </a:moveTo>
                  <a:cubicBezTo>
                    <a:pt x="8218" y="745"/>
                    <a:pt x="8211" y="748"/>
                    <a:pt x="8207" y="751"/>
                  </a:cubicBezTo>
                  <a:cubicBezTo>
                    <a:pt x="8218" y="746"/>
                    <a:pt x="8224" y="743"/>
                    <a:pt x="8226" y="741"/>
                  </a:cubicBezTo>
                  <a:close/>
                  <a:moveTo>
                    <a:pt x="8347" y="593"/>
                  </a:moveTo>
                  <a:cubicBezTo>
                    <a:pt x="8353" y="593"/>
                    <a:pt x="8355" y="594"/>
                    <a:pt x="8350" y="599"/>
                  </a:cubicBezTo>
                  <a:lnTo>
                    <a:pt x="7894" y="751"/>
                  </a:lnTo>
                  <a:cubicBezTo>
                    <a:pt x="7858" y="757"/>
                    <a:pt x="7818" y="763"/>
                    <a:pt x="7776" y="763"/>
                  </a:cubicBezTo>
                  <a:cubicBezTo>
                    <a:pt x="7759" y="763"/>
                    <a:pt x="7742" y="762"/>
                    <a:pt x="7724" y="759"/>
                  </a:cubicBezTo>
                  <a:lnTo>
                    <a:pt x="7750" y="751"/>
                  </a:lnTo>
                  <a:cubicBezTo>
                    <a:pt x="7902" y="743"/>
                    <a:pt x="7970" y="726"/>
                    <a:pt x="7978" y="709"/>
                  </a:cubicBezTo>
                  <a:cubicBezTo>
                    <a:pt x="7995" y="683"/>
                    <a:pt x="7944" y="658"/>
                    <a:pt x="7843" y="633"/>
                  </a:cubicBezTo>
                  <a:lnTo>
                    <a:pt x="8240" y="616"/>
                  </a:lnTo>
                  <a:lnTo>
                    <a:pt x="8249" y="599"/>
                  </a:lnTo>
                  <a:cubicBezTo>
                    <a:pt x="8255" y="600"/>
                    <a:pt x="8262" y="601"/>
                    <a:pt x="8270" y="601"/>
                  </a:cubicBezTo>
                  <a:cubicBezTo>
                    <a:pt x="8299" y="601"/>
                    <a:pt x="8333" y="593"/>
                    <a:pt x="8347" y="593"/>
                  </a:cubicBezTo>
                  <a:close/>
                  <a:moveTo>
                    <a:pt x="9146" y="762"/>
                  </a:moveTo>
                  <a:cubicBezTo>
                    <a:pt x="9139" y="765"/>
                    <a:pt x="9130" y="770"/>
                    <a:pt x="9120" y="776"/>
                  </a:cubicBezTo>
                  <a:cubicBezTo>
                    <a:pt x="9129" y="772"/>
                    <a:pt x="9138" y="767"/>
                    <a:pt x="9146" y="762"/>
                  </a:cubicBezTo>
                  <a:close/>
                  <a:moveTo>
                    <a:pt x="8486" y="776"/>
                  </a:moveTo>
                  <a:cubicBezTo>
                    <a:pt x="8483" y="777"/>
                    <a:pt x="8479" y="778"/>
                    <a:pt x="8475" y="780"/>
                  </a:cubicBezTo>
                  <a:lnTo>
                    <a:pt x="8475" y="780"/>
                  </a:lnTo>
                  <a:cubicBezTo>
                    <a:pt x="8478" y="779"/>
                    <a:pt x="8482" y="778"/>
                    <a:pt x="8486" y="776"/>
                  </a:cubicBezTo>
                  <a:close/>
                  <a:moveTo>
                    <a:pt x="7107" y="759"/>
                  </a:moveTo>
                  <a:lnTo>
                    <a:pt x="7090" y="785"/>
                  </a:lnTo>
                  <a:lnTo>
                    <a:pt x="7090" y="793"/>
                  </a:lnTo>
                  <a:cubicBezTo>
                    <a:pt x="7073" y="785"/>
                    <a:pt x="7065" y="776"/>
                    <a:pt x="7056" y="759"/>
                  </a:cubicBezTo>
                  <a:close/>
                  <a:moveTo>
                    <a:pt x="5326" y="823"/>
                  </a:moveTo>
                  <a:cubicBezTo>
                    <a:pt x="5324" y="824"/>
                    <a:pt x="5323" y="826"/>
                    <a:pt x="5322" y="827"/>
                  </a:cubicBezTo>
                  <a:lnTo>
                    <a:pt x="5326" y="823"/>
                  </a:lnTo>
                  <a:close/>
                  <a:moveTo>
                    <a:pt x="7606" y="759"/>
                  </a:moveTo>
                  <a:cubicBezTo>
                    <a:pt x="7631" y="759"/>
                    <a:pt x="7640" y="768"/>
                    <a:pt x="7631" y="776"/>
                  </a:cubicBezTo>
                  <a:cubicBezTo>
                    <a:pt x="7597" y="810"/>
                    <a:pt x="7521" y="810"/>
                    <a:pt x="7496" y="844"/>
                  </a:cubicBezTo>
                  <a:lnTo>
                    <a:pt x="7496" y="853"/>
                  </a:lnTo>
                  <a:cubicBezTo>
                    <a:pt x="7487" y="856"/>
                    <a:pt x="7471" y="858"/>
                    <a:pt x="7455" y="858"/>
                  </a:cubicBezTo>
                  <a:cubicBezTo>
                    <a:pt x="7427" y="858"/>
                    <a:pt x="7401" y="852"/>
                    <a:pt x="7411" y="836"/>
                  </a:cubicBezTo>
                  <a:lnTo>
                    <a:pt x="7411" y="836"/>
                  </a:lnTo>
                  <a:cubicBezTo>
                    <a:pt x="7415" y="836"/>
                    <a:pt x="7418" y="836"/>
                    <a:pt x="7420" y="836"/>
                  </a:cubicBezTo>
                  <a:cubicBezTo>
                    <a:pt x="7460" y="836"/>
                    <a:pt x="7480" y="797"/>
                    <a:pt x="7505" y="797"/>
                  </a:cubicBezTo>
                  <a:cubicBezTo>
                    <a:pt x="7512" y="797"/>
                    <a:pt x="7520" y="801"/>
                    <a:pt x="7530" y="810"/>
                  </a:cubicBezTo>
                  <a:cubicBezTo>
                    <a:pt x="7547" y="785"/>
                    <a:pt x="7538" y="776"/>
                    <a:pt x="7513" y="776"/>
                  </a:cubicBezTo>
                  <a:cubicBezTo>
                    <a:pt x="7521" y="768"/>
                    <a:pt x="7530" y="768"/>
                    <a:pt x="7530" y="759"/>
                  </a:cubicBezTo>
                  <a:close/>
                  <a:moveTo>
                    <a:pt x="8806" y="631"/>
                  </a:moveTo>
                  <a:cubicBezTo>
                    <a:pt x="8823" y="631"/>
                    <a:pt x="8718" y="696"/>
                    <a:pt x="8655" y="734"/>
                  </a:cubicBezTo>
                  <a:cubicBezTo>
                    <a:pt x="8655" y="733"/>
                    <a:pt x="8654" y="732"/>
                    <a:pt x="8652" y="732"/>
                  </a:cubicBezTo>
                  <a:cubicBezTo>
                    <a:pt x="8639" y="732"/>
                    <a:pt x="8592" y="752"/>
                    <a:pt x="8570" y="759"/>
                  </a:cubicBezTo>
                  <a:cubicBezTo>
                    <a:pt x="8566" y="767"/>
                    <a:pt x="8569" y="770"/>
                    <a:pt x="8576" y="770"/>
                  </a:cubicBezTo>
                  <a:cubicBezTo>
                    <a:pt x="8601" y="770"/>
                    <a:pt x="8681" y="731"/>
                    <a:pt x="8739" y="692"/>
                  </a:cubicBezTo>
                  <a:lnTo>
                    <a:pt x="8739" y="692"/>
                  </a:lnTo>
                  <a:cubicBezTo>
                    <a:pt x="8731" y="709"/>
                    <a:pt x="8731" y="726"/>
                    <a:pt x="8723" y="734"/>
                  </a:cubicBezTo>
                  <a:lnTo>
                    <a:pt x="8672" y="785"/>
                  </a:lnTo>
                  <a:lnTo>
                    <a:pt x="8672" y="793"/>
                  </a:lnTo>
                  <a:cubicBezTo>
                    <a:pt x="8614" y="814"/>
                    <a:pt x="8570" y="829"/>
                    <a:pt x="8556" y="829"/>
                  </a:cubicBezTo>
                  <a:cubicBezTo>
                    <a:pt x="8548" y="829"/>
                    <a:pt x="8551" y="823"/>
                    <a:pt x="8570" y="810"/>
                  </a:cubicBezTo>
                  <a:lnTo>
                    <a:pt x="8570" y="810"/>
                  </a:lnTo>
                  <a:lnTo>
                    <a:pt x="8469" y="861"/>
                  </a:lnTo>
                  <a:lnTo>
                    <a:pt x="8511" y="819"/>
                  </a:lnTo>
                  <a:lnTo>
                    <a:pt x="8511" y="819"/>
                  </a:lnTo>
                  <a:cubicBezTo>
                    <a:pt x="8418" y="861"/>
                    <a:pt x="8435" y="869"/>
                    <a:pt x="8401" y="895"/>
                  </a:cubicBezTo>
                  <a:cubicBezTo>
                    <a:pt x="8386" y="903"/>
                    <a:pt x="8378" y="907"/>
                    <a:pt x="8374" y="907"/>
                  </a:cubicBezTo>
                  <a:cubicBezTo>
                    <a:pt x="8360" y="907"/>
                    <a:pt x="8405" y="860"/>
                    <a:pt x="8360" y="860"/>
                  </a:cubicBezTo>
                  <a:cubicBezTo>
                    <a:pt x="8357" y="860"/>
                    <a:pt x="8354" y="861"/>
                    <a:pt x="8350" y="861"/>
                  </a:cubicBezTo>
                  <a:cubicBezTo>
                    <a:pt x="8319" y="861"/>
                    <a:pt x="8430" y="798"/>
                    <a:pt x="8475" y="780"/>
                  </a:cubicBezTo>
                  <a:lnTo>
                    <a:pt x="8475" y="780"/>
                  </a:lnTo>
                  <a:cubicBezTo>
                    <a:pt x="8453" y="787"/>
                    <a:pt x="8443" y="790"/>
                    <a:pt x="8439" y="790"/>
                  </a:cubicBezTo>
                  <a:cubicBezTo>
                    <a:pt x="8435" y="790"/>
                    <a:pt x="8435" y="788"/>
                    <a:pt x="8435" y="785"/>
                  </a:cubicBezTo>
                  <a:cubicBezTo>
                    <a:pt x="8435" y="785"/>
                    <a:pt x="8443" y="776"/>
                    <a:pt x="8443" y="768"/>
                  </a:cubicBezTo>
                  <a:lnTo>
                    <a:pt x="8426" y="768"/>
                  </a:lnTo>
                  <a:cubicBezTo>
                    <a:pt x="8393" y="768"/>
                    <a:pt x="8367" y="776"/>
                    <a:pt x="8342" y="785"/>
                  </a:cubicBezTo>
                  <a:cubicBezTo>
                    <a:pt x="8336" y="785"/>
                    <a:pt x="8331" y="786"/>
                    <a:pt x="8327" y="786"/>
                  </a:cubicBezTo>
                  <a:cubicBezTo>
                    <a:pt x="8272" y="786"/>
                    <a:pt x="8372" y="745"/>
                    <a:pt x="8334" y="745"/>
                  </a:cubicBezTo>
                  <a:cubicBezTo>
                    <a:pt x="8326" y="745"/>
                    <a:pt x="8313" y="747"/>
                    <a:pt x="8291" y="751"/>
                  </a:cubicBezTo>
                  <a:cubicBezTo>
                    <a:pt x="8283" y="759"/>
                    <a:pt x="8274" y="768"/>
                    <a:pt x="8266" y="776"/>
                  </a:cubicBezTo>
                  <a:cubicBezTo>
                    <a:pt x="8190" y="793"/>
                    <a:pt x="8122" y="802"/>
                    <a:pt x="8054" y="802"/>
                  </a:cubicBezTo>
                  <a:cubicBezTo>
                    <a:pt x="8070" y="789"/>
                    <a:pt x="8077" y="786"/>
                    <a:pt x="8083" y="786"/>
                  </a:cubicBezTo>
                  <a:cubicBezTo>
                    <a:pt x="8090" y="786"/>
                    <a:pt x="8094" y="790"/>
                    <a:pt x="8105" y="790"/>
                  </a:cubicBezTo>
                  <a:cubicBezTo>
                    <a:pt x="8111" y="790"/>
                    <a:pt x="8119" y="789"/>
                    <a:pt x="8130" y="785"/>
                  </a:cubicBezTo>
                  <a:cubicBezTo>
                    <a:pt x="8139" y="776"/>
                    <a:pt x="8147" y="768"/>
                    <a:pt x="8147" y="751"/>
                  </a:cubicBezTo>
                  <a:cubicBezTo>
                    <a:pt x="8164" y="751"/>
                    <a:pt x="8211" y="740"/>
                    <a:pt x="8223" y="740"/>
                  </a:cubicBezTo>
                  <a:cubicBezTo>
                    <a:pt x="8226" y="740"/>
                    <a:pt x="8226" y="740"/>
                    <a:pt x="8226" y="741"/>
                  </a:cubicBezTo>
                  <a:lnTo>
                    <a:pt x="8226" y="741"/>
                  </a:lnTo>
                  <a:cubicBezTo>
                    <a:pt x="8250" y="731"/>
                    <a:pt x="8282" y="720"/>
                    <a:pt x="8270" y="720"/>
                  </a:cubicBezTo>
                  <a:cubicBezTo>
                    <a:pt x="8265" y="720"/>
                    <a:pt x="8254" y="722"/>
                    <a:pt x="8232" y="726"/>
                  </a:cubicBezTo>
                  <a:lnTo>
                    <a:pt x="8333" y="700"/>
                  </a:lnTo>
                  <a:lnTo>
                    <a:pt x="8333" y="692"/>
                  </a:lnTo>
                  <a:lnTo>
                    <a:pt x="8393" y="683"/>
                  </a:lnTo>
                  <a:cubicBezTo>
                    <a:pt x="8393" y="692"/>
                    <a:pt x="8435" y="683"/>
                    <a:pt x="8401" y="709"/>
                  </a:cubicBezTo>
                  <a:cubicBezTo>
                    <a:pt x="8376" y="717"/>
                    <a:pt x="8350" y="726"/>
                    <a:pt x="8317" y="734"/>
                  </a:cubicBezTo>
                  <a:cubicBezTo>
                    <a:pt x="8321" y="737"/>
                    <a:pt x="8329" y="738"/>
                    <a:pt x="8339" y="738"/>
                  </a:cubicBezTo>
                  <a:cubicBezTo>
                    <a:pt x="8362" y="738"/>
                    <a:pt x="8397" y="732"/>
                    <a:pt x="8426" y="726"/>
                  </a:cubicBezTo>
                  <a:cubicBezTo>
                    <a:pt x="8367" y="726"/>
                    <a:pt x="8443" y="700"/>
                    <a:pt x="8494" y="675"/>
                  </a:cubicBezTo>
                  <a:cubicBezTo>
                    <a:pt x="8570" y="658"/>
                    <a:pt x="8630" y="658"/>
                    <a:pt x="8680" y="650"/>
                  </a:cubicBezTo>
                  <a:cubicBezTo>
                    <a:pt x="8689" y="650"/>
                    <a:pt x="8689" y="658"/>
                    <a:pt x="8680" y="666"/>
                  </a:cubicBezTo>
                  <a:cubicBezTo>
                    <a:pt x="8638" y="692"/>
                    <a:pt x="8604" y="700"/>
                    <a:pt x="8562" y="709"/>
                  </a:cubicBezTo>
                  <a:lnTo>
                    <a:pt x="8596" y="709"/>
                  </a:lnTo>
                  <a:lnTo>
                    <a:pt x="8579" y="726"/>
                  </a:lnTo>
                  <a:cubicBezTo>
                    <a:pt x="8570" y="734"/>
                    <a:pt x="8570" y="743"/>
                    <a:pt x="8587" y="743"/>
                  </a:cubicBezTo>
                  <a:cubicBezTo>
                    <a:pt x="8562" y="726"/>
                    <a:pt x="8773" y="675"/>
                    <a:pt x="8739" y="658"/>
                  </a:cubicBezTo>
                  <a:cubicBezTo>
                    <a:pt x="8781" y="638"/>
                    <a:pt x="8801" y="631"/>
                    <a:pt x="8806" y="631"/>
                  </a:cubicBezTo>
                  <a:close/>
                  <a:moveTo>
                    <a:pt x="7715" y="1050"/>
                  </a:moveTo>
                  <a:lnTo>
                    <a:pt x="7699" y="1056"/>
                  </a:lnTo>
                  <a:cubicBezTo>
                    <a:pt x="7708" y="1053"/>
                    <a:pt x="7712" y="1052"/>
                    <a:pt x="7715" y="1050"/>
                  </a:cubicBezTo>
                  <a:close/>
                  <a:moveTo>
                    <a:pt x="7953" y="1072"/>
                  </a:moveTo>
                  <a:lnTo>
                    <a:pt x="7953" y="1072"/>
                  </a:lnTo>
                  <a:cubicBezTo>
                    <a:pt x="7952" y="1073"/>
                    <a:pt x="7952" y="1074"/>
                    <a:pt x="7952" y="1075"/>
                  </a:cubicBezTo>
                  <a:lnTo>
                    <a:pt x="7952" y="1075"/>
                  </a:lnTo>
                  <a:cubicBezTo>
                    <a:pt x="7952" y="1074"/>
                    <a:pt x="7952" y="1073"/>
                    <a:pt x="7953" y="1072"/>
                  </a:cubicBezTo>
                  <a:close/>
                  <a:moveTo>
                    <a:pt x="7407" y="1064"/>
                  </a:moveTo>
                  <a:lnTo>
                    <a:pt x="7403" y="1081"/>
                  </a:lnTo>
                  <a:cubicBezTo>
                    <a:pt x="7407" y="1075"/>
                    <a:pt x="7408" y="1069"/>
                    <a:pt x="7407" y="1064"/>
                  </a:cubicBezTo>
                  <a:close/>
                  <a:moveTo>
                    <a:pt x="7987" y="1352"/>
                  </a:moveTo>
                  <a:lnTo>
                    <a:pt x="7987" y="1352"/>
                  </a:lnTo>
                  <a:cubicBezTo>
                    <a:pt x="7961" y="1371"/>
                    <a:pt x="7946" y="1387"/>
                    <a:pt x="7937" y="1400"/>
                  </a:cubicBezTo>
                  <a:lnTo>
                    <a:pt x="7937" y="1400"/>
                  </a:lnTo>
                  <a:cubicBezTo>
                    <a:pt x="7957" y="1377"/>
                    <a:pt x="8000" y="1352"/>
                    <a:pt x="7987" y="1352"/>
                  </a:cubicBezTo>
                  <a:close/>
                  <a:moveTo>
                    <a:pt x="7937" y="1400"/>
                  </a:moveTo>
                  <a:cubicBezTo>
                    <a:pt x="7932" y="1406"/>
                    <a:pt x="7929" y="1411"/>
                    <a:pt x="7928" y="1416"/>
                  </a:cubicBezTo>
                  <a:lnTo>
                    <a:pt x="7928" y="1416"/>
                  </a:lnTo>
                  <a:cubicBezTo>
                    <a:pt x="7930" y="1411"/>
                    <a:pt x="7933" y="1406"/>
                    <a:pt x="7937" y="1400"/>
                  </a:cubicBezTo>
                  <a:close/>
                  <a:moveTo>
                    <a:pt x="8385" y="1419"/>
                  </a:moveTo>
                  <a:cubicBezTo>
                    <a:pt x="8373" y="1429"/>
                    <a:pt x="8361" y="1439"/>
                    <a:pt x="8350" y="1449"/>
                  </a:cubicBezTo>
                  <a:lnTo>
                    <a:pt x="8350" y="1449"/>
                  </a:lnTo>
                  <a:cubicBezTo>
                    <a:pt x="8364" y="1440"/>
                    <a:pt x="8378" y="1430"/>
                    <a:pt x="8393" y="1419"/>
                  </a:cubicBezTo>
                  <a:close/>
                  <a:moveTo>
                    <a:pt x="8350" y="1449"/>
                  </a:moveTo>
                  <a:cubicBezTo>
                    <a:pt x="8324" y="1466"/>
                    <a:pt x="8299" y="1482"/>
                    <a:pt x="8276" y="1496"/>
                  </a:cubicBezTo>
                  <a:lnTo>
                    <a:pt x="8276" y="1496"/>
                  </a:lnTo>
                  <a:lnTo>
                    <a:pt x="8274" y="1495"/>
                  </a:lnTo>
                  <a:lnTo>
                    <a:pt x="8265" y="1503"/>
                  </a:lnTo>
                  <a:lnTo>
                    <a:pt x="8265" y="1503"/>
                  </a:lnTo>
                  <a:cubicBezTo>
                    <a:pt x="8269" y="1501"/>
                    <a:pt x="8273" y="1499"/>
                    <a:pt x="8276" y="1496"/>
                  </a:cubicBezTo>
                  <a:lnTo>
                    <a:pt x="8276" y="1496"/>
                  </a:lnTo>
                  <a:lnTo>
                    <a:pt x="8291" y="1504"/>
                  </a:lnTo>
                  <a:cubicBezTo>
                    <a:pt x="8310" y="1485"/>
                    <a:pt x="8330" y="1467"/>
                    <a:pt x="8350" y="1449"/>
                  </a:cubicBezTo>
                  <a:close/>
                  <a:moveTo>
                    <a:pt x="8265" y="1503"/>
                  </a:moveTo>
                  <a:lnTo>
                    <a:pt x="8265" y="1503"/>
                  </a:lnTo>
                  <a:cubicBezTo>
                    <a:pt x="8225" y="1530"/>
                    <a:pt x="8194" y="1554"/>
                    <a:pt x="8181" y="1580"/>
                  </a:cubicBezTo>
                  <a:lnTo>
                    <a:pt x="8265" y="1503"/>
                  </a:lnTo>
                  <a:close/>
                  <a:moveTo>
                    <a:pt x="6312" y="2394"/>
                  </a:moveTo>
                  <a:cubicBezTo>
                    <a:pt x="6292" y="2400"/>
                    <a:pt x="6270" y="2413"/>
                    <a:pt x="6247" y="2425"/>
                  </a:cubicBezTo>
                  <a:lnTo>
                    <a:pt x="6247" y="2425"/>
                  </a:lnTo>
                  <a:cubicBezTo>
                    <a:pt x="6247" y="2425"/>
                    <a:pt x="6247" y="2425"/>
                    <a:pt x="6247" y="2425"/>
                  </a:cubicBezTo>
                  <a:cubicBezTo>
                    <a:pt x="6258" y="2425"/>
                    <a:pt x="6266" y="2429"/>
                    <a:pt x="6261" y="2443"/>
                  </a:cubicBezTo>
                  <a:cubicBezTo>
                    <a:pt x="6278" y="2427"/>
                    <a:pt x="6296" y="2411"/>
                    <a:pt x="6312" y="2394"/>
                  </a:cubicBezTo>
                  <a:close/>
                  <a:moveTo>
                    <a:pt x="6117" y="2621"/>
                  </a:moveTo>
                  <a:lnTo>
                    <a:pt x="6117" y="2621"/>
                  </a:lnTo>
                  <a:cubicBezTo>
                    <a:pt x="6118" y="2625"/>
                    <a:pt x="6118" y="2630"/>
                    <a:pt x="6116" y="2634"/>
                  </a:cubicBezTo>
                  <a:lnTo>
                    <a:pt x="6116" y="2634"/>
                  </a:lnTo>
                  <a:cubicBezTo>
                    <a:pt x="6119" y="2628"/>
                    <a:pt x="6121" y="2623"/>
                    <a:pt x="6117" y="2621"/>
                  </a:cubicBezTo>
                  <a:close/>
                  <a:moveTo>
                    <a:pt x="6116" y="2634"/>
                  </a:moveTo>
                  <a:cubicBezTo>
                    <a:pt x="6113" y="2638"/>
                    <a:pt x="6110" y="2643"/>
                    <a:pt x="6106" y="2648"/>
                  </a:cubicBezTo>
                  <a:lnTo>
                    <a:pt x="6106" y="2648"/>
                  </a:lnTo>
                  <a:cubicBezTo>
                    <a:pt x="6110" y="2643"/>
                    <a:pt x="6114" y="2639"/>
                    <a:pt x="6116" y="2634"/>
                  </a:cubicBezTo>
                  <a:close/>
                  <a:moveTo>
                    <a:pt x="4895" y="3946"/>
                  </a:moveTo>
                  <a:lnTo>
                    <a:pt x="4882" y="3957"/>
                  </a:lnTo>
                  <a:cubicBezTo>
                    <a:pt x="4888" y="3954"/>
                    <a:pt x="4892" y="3950"/>
                    <a:pt x="4895" y="3946"/>
                  </a:cubicBezTo>
                  <a:close/>
                  <a:moveTo>
                    <a:pt x="4536" y="4180"/>
                  </a:moveTo>
                  <a:lnTo>
                    <a:pt x="4527" y="4194"/>
                  </a:lnTo>
                  <a:cubicBezTo>
                    <a:pt x="4531" y="4190"/>
                    <a:pt x="4535" y="4184"/>
                    <a:pt x="4536" y="4180"/>
                  </a:cubicBezTo>
                  <a:close/>
                  <a:moveTo>
                    <a:pt x="197" y="0"/>
                  </a:moveTo>
                  <a:cubicBezTo>
                    <a:pt x="169" y="0"/>
                    <a:pt x="143" y="2"/>
                    <a:pt x="119" y="7"/>
                  </a:cubicBezTo>
                  <a:cubicBezTo>
                    <a:pt x="148" y="7"/>
                    <a:pt x="164" y="1"/>
                    <a:pt x="181" y="1"/>
                  </a:cubicBezTo>
                  <a:cubicBezTo>
                    <a:pt x="194" y="1"/>
                    <a:pt x="208" y="4"/>
                    <a:pt x="229" y="15"/>
                  </a:cubicBezTo>
                  <a:cubicBezTo>
                    <a:pt x="229" y="24"/>
                    <a:pt x="221" y="26"/>
                    <a:pt x="211" y="26"/>
                  </a:cubicBezTo>
                  <a:cubicBezTo>
                    <a:pt x="202" y="26"/>
                    <a:pt x="191" y="24"/>
                    <a:pt x="187" y="24"/>
                  </a:cubicBezTo>
                  <a:cubicBezTo>
                    <a:pt x="187" y="40"/>
                    <a:pt x="202" y="40"/>
                    <a:pt x="224" y="40"/>
                  </a:cubicBezTo>
                  <a:cubicBezTo>
                    <a:pt x="246" y="40"/>
                    <a:pt x="276" y="40"/>
                    <a:pt x="305" y="57"/>
                  </a:cubicBezTo>
                  <a:lnTo>
                    <a:pt x="195" y="57"/>
                  </a:lnTo>
                  <a:lnTo>
                    <a:pt x="255" y="91"/>
                  </a:lnTo>
                  <a:lnTo>
                    <a:pt x="1" y="100"/>
                  </a:lnTo>
                  <a:cubicBezTo>
                    <a:pt x="75" y="127"/>
                    <a:pt x="138" y="131"/>
                    <a:pt x="195" y="131"/>
                  </a:cubicBezTo>
                  <a:cubicBezTo>
                    <a:pt x="220" y="131"/>
                    <a:pt x="244" y="130"/>
                    <a:pt x="267" y="130"/>
                  </a:cubicBezTo>
                  <a:cubicBezTo>
                    <a:pt x="327" y="130"/>
                    <a:pt x="384" y="135"/>
                    <a:pt x="449" y="167"/>
                  </a:cubicBezTo>
                  <a:cubicBezTo>
                    <a:pt x="424" y="167"/>
                    <a:pt x="449" y="176"/>
                    <a:pt x="449" y="184"/>
                  </a:cubicBezTo>
                  <a:cubicBezTo>
                    <a:pt x="475" y="188"/>
                    <a:pt x="500" y="191"/>
                    <a:pt x="524" y="191"/>
                  </a:cubicBezTo>
                  <a:cubicBezTo>
                    <a:pt x="549" y="191"/>
                    <a:pt x="572" y="188"/>
                    <a:pt x="593" y="184"/>
                  </a:cubicBezTo>
                  <a:lnTo>
                    <a:pt x="609" y="188"/>
                  </a:lnTo>
                  <a:lnTo>
                    <a:pt x="609" y="188"/>
                  </a:lnTo>
                  <a:cubicBezTo>
                    <a:pt x="607" y="193"/>
                    <a:pt x="600" y="193"/>
                    <a:pt x="593" y="193"/>
                  </a:cubicBezTo>
                  <a:lnTo>
                    <a:pt x="593" y="201"/>
                  </a:lnTo>
                  <a:cubicBezTo>
                    <a:pt x="605" y="201"/>
                    <a:pt x="609" y="192"/>
                    <a:pt x="610" y="188"/>
                  </a:cubicBezTo>
                  <a:lnTo>
                    <a:pt x="610" y="188"/>
                  </a:lnTo>
                  <a:lnTo>
                    <a:pt x="678" y="201"/>
                  </a:lnTo>
                  <a:cubicBezTo>
                    <a:pt x="671" y="214"/>
                    <a:pt x="650" y="232"/>
                    <a:pt x="602" y="232"/>
                  </a:cubicBezTo>
                  <a:cubicBezTo>
                    <a:pt x="587" y="232"/>
                    <a:pt x="570" y="230"/>
                    <a:pt x="551" y="227"/>
                  </a:cubicBezTo>
                  <a:lnTo>
                    <a:pt x="551" y="227"/>
                  </a:lnTo>
                  <a:cubicBezTo>
                    <a:pt x="838" y="294"/>
                    <a:pt x="1075" y="277"/>
                    <a:pt x="1354" y="353"/>
                  </a:cubicBezTo>
                  <a:cubicBezTo>
                    <a:pt x="1363" y="358"/>
                    <a:pt x="1354" y="358"/>
                    <a:pt x="1346" y="358"/>
                  </a:cubicBezTo>
                  <a:cubicBezTo>
                    <a:pt x="1338" y="358"/>
                    <a:pt x="1329" y="358"/>
                    <a:pt x="1338" y="362"/>
                  </a:cubicBezTo>
                  <a:cubicBezTo>
                    <a:pt x="1366" y="362"/>
                    <a:pt x="1401" y="366"/>
                    <a:pt x="1422" y="366"/>
                  </a:cubicBezTo>
                  <a:cubicBezTo>
                    <a:pt x="1429" y="366"/>
                    <a:pt x="1433" y="365"/>
                    <a:pt x="1436" y="364"/>
                  </a:cubicBezTo>
                  <a:lnTo>
                    <a:pt x="1436" y="364"/>
                  </a:lnTo>
                  <a:cubicBezTo>
                    <a:pt x="1432" y="368"/>
                    <a:pt x="1427" y="371"/>
                    <a:pt x="1422" y="372"/>
                  </a:cubicBezTo>
                  <a:lnTo>
                    <a:pt x="1422" y="372"/>
                  </a:lnTo>
                  <a:cubicBezTo>
                    <a:pt x="1563" y="391"/>
                    <a:pt x="1629" y="438"/>
                    <a:pt x="1727" y="438"/>
                  </a:cubicBezTo>
                  <a:cubicBezTo>
                    <a:pt x="1727" y="444"/>
                    <a:pt x="1716" y="446"/>
                    <a:pt x="1704" y="446"/>
                  </a:cubicBezTo>
                  <a:cubicBezTo>
                    <a:pt x="1690" y="446"/>
                    <a:pt x="1673" y="444"/>
                    <a:pt x="1664" y="444"/>
                  </a:cubicBezTo>
                  <a:cubicBezTo>
                    <a:pt x="1659" y="444"/>
                    <a:pt x="1657" y="445"/>
                    <a:pt x="1659" y="447"/>
                  </a:cubicBezTo>
                  <a:cubicBezTo>
                    <a:pt x="1717" y="463"/>
                    <a:pt x="1765" y="466"/>
                    <a:pt x="1811" y="466"/>
                  </a:cubicBezTo>
                  <a:cubicBezTo>
                    <a:pt x="1853" y="466"/>
                    <a:pt x="1893" y="463"/>
                    <a:pt x="1937" y="463"/>
                  </a:cubicBezTo>
                  <a:cubicBezTo>
                    <a:pt x="1971" y="463"/>
                    <a:pt x="2007" y="465"/>
                    <a:pt x="2048" y="472"/>
                  </a:cubicBezTo>
                  <a:cubicBezTo>
                    <a:pt x="1989" y="489"/>
                    <a:pt x="2073" y="506"/>
                    <a:pt x="2107" y="523"/>
                  </a:cubicBezTo>
                  <a:cubicBezTo>
                    <a:pt x="2234" y="523"/>
                    <a:pt x="2496" y="556"/>
                    <a:pt x="2691" y="565"/>
                  </a:cubicBezTo>
                  <a:cubicBezTo>
                    <a:pt x="2623" y="624"/>
                    <a:pt x="2894" y="599"/>
                    <a:pt x="2902" y="650"/>
                  </a:cubicBezTo>
                  <a:cubicBezTo>
                    <a:pt x="2918" y="653"/>
                    <a:pt x="2936" y="655"/>
                    <a:pt x="2952" y="655"/>
                  </a:cubicBezTo>
                  <a:cubicBezTo>
                    <a:pt x="2981" y="655"/>
                    <a:pt x="3007" y="649"/>
                    <a:pt x="3012" y="633"/>
                  </a:cubicBezTo>
                  <a:lnTo>
                    <a:pt x="3012" y="633"/>
                  </a:lnTo>
                  <a:cubicBezTo>
                    <a:pt x="3008" y="634"/>
                    <a:pt x="3002" y="635"/>
                    <a:pt x="2996" y="635"/>
                  </a:cubicBezTo>
                  <a:cubicBezTo>
                    <a:pt x="2970" y="635"/>
                    <a:pt x="2938" y="621"/>
                    <a:pt x="2945" y="607"/>
                  </a:cubicBezTo>
                  <a:lnTo>
                    <a:pt x="2945" y="607"/>
                  </a:lnTo>
                  <a:cubicBezTo>
                    <a:pt x="2974" y="611"/>
                    <a:pt x="3012" y="616"/>
                    <a:pt x="3044" y="616"/>
                  </a:cubicBezTo>
                  <a:cubicBezTo>
                    <a:pt x="3076" y="616"/>
                    <a:pt x="3101" y="611"/>
                    <a:pt x="3106" y="599"/>
                  </a:cubicBezTo>
                  <a:lnTo>
                    <a:pt x="3182" y="633"/>
                  </a:lnTo>
                  <a:cubicBezTo>
                    <a:pt x="3188" y="614"/>
                    <a:pt x="3209" y="604"/>
                    <a:pt x="3233" y="604"/>
                  </a:cubicBezTo>
                  <a:cubicBezTo>
                    <a:pt x="3241" y="604"/>
                    <a:pt x="3249" y="605"/>
                    <a:pt x="3258" y="607"/>
                  </a:cubicBezTo>
                  <a:cubicBezTo>
                    <a:pt x="3277" y="619"/>
                    <a:pt x="3287" y="623"/>
                    <a:pt x="3293" y="623"/>
                  </a:cubicBezTo>
                  <a:cubicBezTo>
                    <a:pt x="3307" y="623"/>
                    <a:pt x="3292" y="596"/>
                    <a:pt x="3324" y="596"/>
                  </a:cubicBezTo>
                  <a:cubicBezTo>
                    <a:pt x="3335" y="596"/>
                    <a:pt x="3351" y="599"/>
                    <a:pt x="3376" y="607"/>
                  </a:cubicBezTo>
                  <a:cubicBezTo>
                    <a:pt x="3351" y="616"/>
                    <a:pt x="3325" y="633"/>
                    <a:pt x="3309" y="650"/>
                  </a:cubicBezTo>
                  <a:cubicBezTo>
                    <a:pt x="3331" y="652"/>
                    <a:pt x="3345" y="653"/>
                    <a:pt x="3356" y="653"/>
                  </a:cubicBezTo>
                  <a:cubicBezTo>
                    <a:pt x="3376" y="653"/>
                    <a:pt x="3382" y="650"/>
                    <a:pt x="3410" y="650"/>
                  </a:cubicBezTo>
                  <a:cubicBezTo>
                    <a:pt x="3427" y="666"/>
                    <a:pt x="3359" y="692"/>
                    <a:pt x="3309" y="692"/>
                  </a:cubicBezTo>
                  <a:lnTo>
                    <a:pt x="3393" y="709"/>
                  </a:lnTo>
                  <a:cubicBezTo>
                    <a:pt x="3466" y="686"/>
                    <a:pt x="3544" y="675"/>
                    <a:pt x="3622" y="675"/>
                  </a:cubicBezTo>
                  <a:cubicBezTo>
                    <a:pt x="3661" y="675"/>
                    <a:pt x="3701" y="678"/>
                    <a:pt x="3740" y="683"/>
                  </a:cubicBezTo>
                  <a:cubicBezTo>
                    <a:pt x="3723" y="700"/>
                    <a:pt x="3681" y="692"/>
                    <a:pt x="3706" y="726"/>
                  </a:cubicBezTo>
                  <a:cubicBezTo>
                    <a:pt x="3740" y="717"/>
                    <a:pt x="3774" y="713"/>
                    <a:pt x="3808" y="713"/>
                  </a:cubicBezTo>
                  <a:cubicBezTo>
                    <a:pt x="3841" y="713"/>
                    <a:pt x="3873" y="717"/>
                    <a:pt x="3906" y="725"/>
                  </a:cubicBezTo>
                  <a:lnTo>
                    <a:pt x="3906" y="725"/>
                  </a:lnTo>
                  <a:cubicBezTo>
                    <a:pt x="3928" y="722"/>
                    <a:pt x="3944" y="721"/>
                    <a:pt x="3958" y="721"/>
                  </a:cubicBezTo>
                  <a:cubicBezTo>
                    <a:pt x="4020" y="721"/>
                    <a:pt x="4016" y="746"/>
                    <a:pt x="4112" y="759"/>
                  </a:cubicBezTo>
                  <a:cubicBezTo>
                    <a:pt x="4104" y="759"/>
                    <a:pt x="4104" y="768"/>
                    <a:pt x="4104" y="768"/>
                  </a:cubicBezTo>
                  <a:lnTo>
                    <a:pt x="4180" y="751"/>
                  </a:lnTo>
                  <a:cubicBezTo>
                    <a:pt x="4205" y="745"/>
                    <a:pt x="4227" y="743"/>
                    <a:pt x="4245" y="743"/>
                  </a:cubicBezTo>
                  <a:cubicBezTo>
                    <a:pt x="4332" y="743"/>
                    <a:pt x="4356" y="798"/>
                    <a:pt x="4425" y="819"/>
                  </a:cubicBezTo>
                  <a:lnTo>
                    <a:pt x="4408" y="819"/>
                  </a:lnTo>
                  <a:cubicBezTo>
                    <a:pt x="4459" y="853"/>
                    <a:pt x="4645" y="836"/>
                    <a:pt x="4687" y="853"/>
                  </a:cubicBezTo>
                  <a:cubicBezTo>
                    <a:pt x="4628" y="827"/>
                    <a:pt x="4671" y="827"/>
                    <a:pt x="4628" y="793"/>
                  </a:cubicBezTo>
                  <a:cubicBezTo>
                    <a:pt x="4581" y="800"/>
                    <a:pt x="4582" y="823"/>
                    <a:pt x="4536" y="823"/>
                  </a:cubicBezTo>
                  <a:cubicBezTo>
                    <a:pt x="4525" y="823"/>
                    <a:pt x="4511" y="822"/>
                    <a:pt x="4493" y="819"/>
                  </a:cubicBezTo>
                  <a:cubicBezTo>
                    <a:pt x="4510" y="793"/>
                    <a:pt x="4628" y="785"/>
                    <a:pt x="4654" y="768"/>
                  </a:cubicBezTo>
                  <a:cubicBezTo>
                    <a:pt x="4687" y="768"/>
                    <a:pt x="4721" y="793"/>
                    <a:pt x="4738" y="836"/>
                  </a:cubicBezTo>
                  <a:cubicBezTo>
                    <a:pt x="4847" y="836"/>
                    <a:pt x="4918" y="854"/>
                    <a:pt x="5038" y="854"/>
                  </a:cubicBezTo>
                  <a:cubicBezTo>
                    <a:pt x="5058" y="854"/>
                    <a:pt x="5079" y="854"/>
                    <a:pt x="5102" y="853"/>
                  </a:cubicBezTo>
                  <a:cubicBezTo>
                    <a:pt x="5146" y="840"/>
                    <a:pt x="5180" y="800"/>
                    <a:pt x="5246" y="800"/>
                  </a:cubicBezTo>
                  <a:cubicBezTo>
                    <a:pt x="5269" y="800"/>
                    <a:pt x="5297" y="805"/>
                    <a:pt x="5330" y="819"/>
                  </a:cubicBezTo>
                  <a:lnTo>
                    <a:pt x="5326" y="823"/>
                  </a:lnTo>
                  <a:lnTo>
                    <a:pt x="5326" y="823"/>
                  </a:lnTo>
                  <a:cubicBezTo>
                    <a:pt x="5329" y="822"/>
                    <a:pt x="5333" y="821"/>
                    <a:pt x="5339" y="821"/>
                  </a:cubicBezTo>
                  <a:cubicBezTo>
                    <a:pt x="5352" y="821"/>
                    <a:pt x="5371" y="825"/>
                    <a:pt x="5388" y="825"/>
                  </a:cubicBezTo>
                  <a:cubicBezTo>
                    <a:pt x="5398" y="825"/>
                    <a:pt x="5408" y="823"/>
                    <a:pt x="5415" y="819"/>
                  </a:cubicBezTo>
                  <a:cubicBezTo>
                    <a:pt x="5373" y="785"/>
                    <a:pt x="5474" y="802"/>
                    <a:pt x="5415" y="768"/>
                  </a:cubicBezTo>
                  <a:cubicBezTo>
                    <a:pt x="5491" y="768"/>
                    <a:pt x="5508" y="810"/>
                    <a:pt x="5516" y="844"/>
                  </a:cubicBezTo>
                  <a:cubicBezTo>
                    <a:pt x="5533" y="830"/>
                    <a:pt x="5553" y="825"/>
                    <a:pt x="5575" y="825"/>
                  </a:cubicBezTo>
                  <a:cubicBezTo>
                    <a:pt x="5621" y="825"/>
                    <a:pt x="5679" y="847"/>
                    <a:pt x="5747" y="847"/>
                  </a:cubicBezTo>
                  <a:cubicBezTo>
                    <a:pt x="5760" y="847"/>
                    <a:pt x="5773" y="846"/>
                    <a:pt x="5787" y="844"/>
                  </a:cubicBezTo>
                  <a:lnTo>
                    <a:pt x="5787" y="844"/>
                  </a:lnTo>
                  <a:cubicBezTo>
                    <a:pt x="5762" y="861"/>
                    <a:pt x="5635" y="861"/>
                    <a:pt x="5686" y="878"/>
                  </a:cubicBezTo>
                  <a:lnTo>
                    <a:pt x="5838" y="836"/>
                  </a:lnTo>
                  <a:lnTo>
                    <a:pt x="5770" y="836"/>
                  </a:lnTo>
                  <a:cubicBezTo>
                    <a:pt x="5797" y="830"/>
                    <a:pt x="5823" y="827"/>
                    <a:pt x="5848" y="827"/>
                  </a:cubicBezTo>
                  <a:cubicBezTo>
                    <a:pt x="5894" y="827"/>
                    <a:pt x="5938" y="836"/>
                    <a:pt x="5982" y="853"/>
                  </a:cubicBezTo>
                  <a:cubicBezTo>
                    <a:pt x="5999" y="869"/>
                    <a:pt x="5956" y="869"/>
                    <a:pt x="5923" y="869"/>
                  </a:cubicBezTo>
                  <a:cubicBezTo>
                    <a:pt x="5965" y="869"/>
                    <a:pt x="6016" y="869"/>
                    <a:pt x="6058" y="861"/>
                  </a:cubicBezTo>
                  <a:cubicBezTo>
                    <a:pt x="6092" y="844"/>
                    <a:pt x="6210" y="827"/>
                    <a:pt x="6261" y="802"/>
                  </a:cubicBezTo>
                  <a:lnTo>
                    <a:pt x="6278" y="802"/>
                  </a:lnTo>
                  <a:cubicBezTo>
                    <a:pt x="6278" y="810"/>
                    <a:pt x="6278" y="810"/>
                    <a:pt x="6269" y="810"/>
                  </a:cubicBezTo>
                  <a:lnTo>
                    <a:pt x="6295" y="810"/>
                  </a:lnTo>
                  <a:lnTo>
                    <a:pt x="6362" y="819"/>
                  </a:lnTo>
                  <a:lnTo>
                    <a:pt x="6345" y="827"/>
                  </a:lnTo>
                  <a:lnTo>
                    <a:pt x="6371" y="827"/>
                  </a:lnTo>
                  <a:lnTo>
                    <a:pt x="6405" y="886"/>
                  </a:lnTo>
                  <a:lnTo>
                    <a:pt x="6439" y="878"/>
                  </a:lnTo>
                  <a:lnTo>
                    <a:pt x="6422" y="878"/>
                  </a:lnTo>
                  <a:cubicBezTo>
                    <a:pt x="6422" y="844"/>
                    <a:pt x="6498" y="819"/>
                    <a:pt x="6591" y="819"/>
                  </a:cubicBezTo>
                  <a:lnTo>
                    <a:pt x="6472" y="810"/>
                  </a:lnTo>
                  <a:lnTo>
                    <a:pt x="6489" y="802"/>
                  </a:lnTo>
                  <a:cubicBezTo>
                    <a:pt x="6591" y="810"/>
                    <a:pt x="6684" y="810"/>
                    <a:pt x="6777" y="810"/>
                  </a:cubicBezTo>
                  <a:cubicBezTo>
                    <a:pt x="6743" y="827"/>
                    <a:pt x="6701" y="827"/>
                    <a:pt x="6667" y="827"/>
                  </a:cubicBezTo>
                  <a:cubicBezTo>
                    <a:pt x="6690" y="835"/>
                    <a:pt x="6715" y="838"/>
                    <a:pt x="6742" y="838"/>
                  </a:cubicBezTo>
                  <a:cubicBezTo>
                    <a:pt x="6793" y="838"/>
                    <a:pt x="6848" y="828"/>
                    <a:pt x="6891" y="828"/>
                  </a:cubicBezTo>
                  <a:cubicBezTo>
                    <a:pt x="6918" y="828"/>
                    <a:pt x="6940" y="832"/>
                    <a:pt x="6955" y="844"/>
                  </a:cubicBezTo>
                  <a:cubicBezTo>
                    <a:pt x="6836" y="869"/>
                    <a:pt x="6709" y="886"/>
                    <a:pt x="6591" y="886"/>
                  </a:cubicBezTo>
                  <a:cubicBezTo>
                    <a:pt x="6515" y="853"/>
                    <a:pt x="6692" y="861"/>
                    <a:pt x="6692" y="844"/>
                  </a:cubicBezTo>
                  <a:lnTo>
                    <a:pt x="6608" y="836"/>
                  </a:lnTo>
                  <a:lnTo>
                    <a:pt x="6608" y="836"/>
                  </a:lnTo>
                  <a:cubicBezTo>
                    <a:pt x="6616" y="861"/>
                    <a:pt x="6439" y="853"/>
                    <a:pt x="6481" y="895"/>
                  </a:cubicBezTo>
                  <a:cubicBezTo>
                    <a:pt x="6578" y="903"/>
                    <a:pt x="6673" y="905"/>
                    <a:pt x="6764" y="905"/>
                  </a:cubicBezTo>
                  <a:cubicBezTo>
                    <a:pt x="6855" y="905"/>
                    <a:pt x="6942" y="903"/>
                    <a:pt x="7022" y="903"/>
                  </a:cubicBezTo>
                  <a:lnTo>
                    <a:pt x="6878" y="1140"/>
                  </a:lnTo>
                  <a:cubicBezTo>
                    <a:pt x="6878" y="1140"/>
                    <a:pt x="6870" y="1149"/>
                    <a:pt x="6861" y="1157"/>
                  </a:cubicBezTo>
                  <a:cubicBezTo>
                    <a:pt x="7031" y="1149"/>
                    <a:pt x="6946" y="1056"/>
                    <a:pt x="6980" y="1047"/>
                  </a:cubicBezTo>
                  <a:cubicBezTo>
                    <a:pt x="7005" y="1047"/>
                    <a:pt x="7031" y="1033"/>
                    <a:pt x="7056" y="1033"/>
                  </a:cubicBezTo>
                  <a:cubicBezTo>
                    <a:pt x="7065" y="1033"/>
                    <a:pt x="7073" y="1034"/>
                    <a:pt x="7081" y="1039"/>
                  </a:cubicBezTo>
                  <a:lnTo>
                    <a:pt x="7065" y="1056"/>
                  </a:lnTo>
                  <a:cubicBezTo>
                    <a:pt x="7166" y="1039"/>
                    <a:pt x="7090" y="1022"/>
                    <a:pt x="7183" y="1022"/>
                  </a:cubicBezTo>
                  <a:cubicBezTo>
                    <a:pt x="7217" y="1009"/>
                    <a:pt x="7200" y="1009"/>
                    <a:pt x="7181" y="1009"/>
                  </a:cubicBezTo>
                  <a:cubicBezTo>
                    <a:pt x="7162" y="1009"/>
                    <a:pt x="7141" y="1009"/>
                    <a:pt x="7166" y="996"/>
                  </a:cubicBezTo>
                  <a:cubicBezTo>
                    <a:pt x="7191" y="996"/>
                    <a:pt x="7225" y="988"/>
                    <a:pt x="7251" y="971"/>
                  </a:cubicBezTo>
                  <a:cubicBezTo>
                    <a:pt x="7259" y="954"/>
                    <a:pt x="7276" y="954"/>
                    <a:pt x="7284" y="954"/>
                  </a:cubicBezTo>
                  <a:cubicBezTo>
                    <a:pt x="7297" y="950"/>
                    <a:pt x="7310" y="948"/>
                    <a:pt x="7323" y="948"/>
                  </a:cubicBezTo>
                  <a:cubicBezTo>
                    <a:pt x="7335" y="948"/>
                    <a:pt x="7348" y="950"/>
                    <a:pt x="7361" y="954"/>
                  </a:cubicBezTo>
                  <a:cubicBezTo>
                    <a:pt x="7361" y="954"/>
                    <a:pt x="7361" y="963"/>
                    <a:pt x="7361" y="971"/>
                  </a:cubicBezTo>
                  <a:cubicBezTo>
                    <a:pt x="7352" y="979"/>
                    <a:pt x="7352" y="996"/>
                    <a:pt x="7310" y="996"/>
                  </a:cubicBezTo>
                  <a:cubicBezTo>
                    <a:pt x="7318" y="996"/>
                    <a:pt x="7335" y="1005"/>
                    <a:pt x="7344" y="1005"/>
                  </a:cubicBezTo>
                  <a:lnTo>
                    <a:pt x="7369" y="1013"/>
                  </a:lnTo>
                  <a:lnTo>
                    <a:pt x="7344" y="1022"/>
                  </a:lnTo>
                  <a:lnTo>
                    <a:pt x="7327" y="1022"/>
                  </a:lnTo>
                  <a:lnTo>
                    <a:pt x="7251" y="1030"/>
                  </a:lnTo>
                  <a:cubicBezTo>
                    <a:pt x="7200" y="1064"/>
                    <a:pt x="7217" y="1081"/>
                    <a:pt x="7174" y="1115"/>
                  </a:cubicBezTo>
                  <a:cubicBezTo>
                    <a:pt x="7205" y="1107"/>
                    <a:pt x="7195" y="1080"/>
                    <a:pt x="7240" y="1080"/>
                  </a:cubicBezTo>
                  <a:cubicBezTo>
                    <a:pt x="7245" y="1080"/>
                    <a:pt x="7252" y="1080"/>
                    <a:pt x="7259" y="1081"/>
                  </a:cubicBezTo>
                  <a:cubicBezTo>
                    <a:pt x="7335" y="1081"/>
                    <a:pt x="7251" y="1098"/>
                    <a:pt x="7242" y="1106"/>
                  </a:cubicBezTo>
                  <a:cubicBezTo>
                    <a:pt x="7262" y="1096"/>
                    <a:pt x="7282" y="1092"/>
                    <a:pt x="7302" y="1092"/>
                  </a:cubicBezTo>
                  <a:cubicBezTo>
                    <a:pt x="7316" y="1092"/>
                    <a:pt x="7330" y="1094"/>
                    <a:pt x="7344" y="1098"/>
                  </a:cubicBezTo>
                  <a:cubicBezTo>
                    <a:pt x="7349" y="1103"/>
                    <a:pt x="7353" y="1108"/>
                    <a:pt x="7358" y="1108"/>
                  </a:cubicBezTo>
                  <a:cubicBezTo>
                    <a:pt x="7362" y="1108"/>
                    <a:pt x="7365" y="1105"/>
                    <a:pt x="7369" y="1098"/>
                  </a:cubicBezTo>
                  <a:cubicBezTo>
                    <a:pt x="7369" y="1064"/>
                    <a:pt x="7378" y="1064"/>
                    <a:pt x="7352" y="1039"/>
                  </a:cubicBezTo>
                  <a:cubicBezTo>
                    <a:pt x="7358" y="1035"/>
                    <a:pt x="7365" y="1034"/>
                    <a:pt x="7371" y="1034"/>
                  </a:cubicBezTo>
                  <a:cubicBezTo>
                    <a:pt x="7390" y="1034"/>
                    <a:pt x="7405" y="1048"/>
                    <a:pt x="7407" y="1064"/>
                  </a:cubicBezTo>
                  <a:lnTo>
                    <a:pt x="7407" y="1064"/>
                  </a:lnTo>
                  <a:lnTo>
                    <a:pt x="7411" y="1047"/>
                  </a:lnTo>
                  <a:cubicBezTo>
                    <a:pt x="7420" y="1056"/>
                    <a:pt x="7428" y="1056"/>
                    <a:pt x="7428" y="1064"/>
                  </a:cubicBezTo>
                  <a:lnTo>
                    <a:pt x="7445" y="1047"/>
                  </a:lnTo>
                  <a:cubicBezTo>
                    <a:pt x="7445" y="1035"/>
                    <a:pt x="7437" y="1023"/>
                    <a:pt x="7417" y="1023"/>
                  </a:cubicBezTo>
                  <a:cubicBezTo>
                    <a:pt x="7409" y="1023"/>
                    <a:pt x="7398" y="1025"/>
                    <a:pt x="7386" y="1030"/>
                  </a:cubicBezTo>
                  <a:cubicBezTo>
                    <a:pt x="7411" y="1013"/>
                    <a:pt x="7369" y="979"/>
                    <a:pt x="7428" y="971"/>
                  </a:cubicBezTo>
                  <a:cubicBezTo>
                    <a:pt x="7462" y="971"/>
                    <a:pt x="7428" y="988"/>
                    <a:pt x="7428" y="996"/>
                  </a:cubicBezTo>
                  <a:cubicBezTo>
                    <a:pt x="7449" y="991"/>
                    <a:pt x="7466" y="989"/>
                    <a:pt x="7480" y="989"/>
                  </a:cubicBezTo>
                  <a:cubicBezTo>
                    <a:pt x="7511" y="989"/>
                    <a:pt x="7527" y="999"/>
                    <a:pt x="7538" y="1005"/>
                  </a:cubicBezTo>
                  <a:cubicBezTo>
                    <a:pt x="7548" y="1015"/>
                    <a:pt x="7552" y="1022"/>
                    <a:pt x="7564" y="1024"/>
                  </a:cubicBezTo>
                  <a:lnTo>
                    <a:pt x="7564" y="1024"/>
                  </a:lnTo>
                  <a:cubicBezTo>
                    <a:pt x="7560" y="1024"/>
                    <a:pt x="7557" y="1024"/>
                    <a:pt x="7553" y="1024"/>
                  </a:cubicBezTo>
                  <a:cubicBezTo>
                    <a:pt x="7534" y="1024"/>
                    <a:pt x="7513" y="1026"/>
                    <a:pt x="7487" y="1039"/>
                  </a:cubicBezTo>
                  <a:cubicBezTo>
                    <a:pt x="7487" y="1048"/>
                    <a:pt x="7492" y="1052"/>
                    <a:pt x="7498" y="1052"/>
                  </a:cubicBezTo>
                  <a:cubicBezTo>
                    <a:pt x="7514" y="1052"/>
                    <a:pt x="7545" y="1030"/>
                    <a:pt x="7564" y="1030"/>
                  </a:cubicBezTo>
                  <a:cubicBezTo>
                    <a:pt x="7521" y="1047"/>
                    <a:pt x="7521" y="1056"/>
                    <a:pt x="7521" y="1072"/>
                  </a:cubicBezTo>
                  <a:lnTo>
                    <a:pt x="7547" y="1047"/>
                  </a:lnTo>
                  <a:cubicBezTo>
                    <a:pt x="7558" y="1047"/>
                    <a:pt x="7569" y="1043"/>
                    <a:pt x="7573" y="1043"/>
                  </a:cubicBezTo>
                  <a:cubicBezTo>
                    <a:pt x="7575" y="1043"/>
                    <a:pt x="7575" y="1044"/>
                    <a:pt x="7572" y="1047"/>
                  </a:cubicBezTo>
                  <a:lnTo>
                    <a:pt x="7572" y="1047"/>
                  </a:lnTo>
                  <a:cubicBezTo>
                    <a:pt x="7581" y="1039"/>
                    <a:pt x="7581" y="1030"/>
                    <a:pt x="7581" y="1030"/>
                  </a:cubicBezTo>
                  <a:cubicBezTo>
                    <a:pt x="7586" y="1028"/>
                    <a:pt x="7592" y="1026"/>
                    <a:pt x="7597" y="1023"/>
                  </a:cubicBezTo>
                  <a:lnTo>
                    <a:pt x="7597" y="1023"/>
                  </a:lnTo>
                  <a:cubicBezTo>
                    <a:pt x="7594" y="1024"/>
                    <a:pt x="7592" y="1024"/>
                    <a:pt x="7589" y="1024"/>
                  </a:cubicBezTo>
                  <a:lnTo>
                    <a:pt x="7589" y="1024"/>
                  </a:lnTo>
                  <a:cubicBezTo>
                    <a:pt x="7592" y="1024"/>
                    <a:pt x="7595" y="1023"/>
                    <a:pt x="7598" y="1023"/>
                  </a:cubicBezTo>
                  <a:lnTo>
                    <a:pt x="7598" y="1023"/>
                  </a:lnTo>
                  <a:cubicBezTo>
                    <a:pt x="7598" y="1023"/>
                    <a:pt x="7598" y="1023"/>
                    <a:pt x="7597" y="1023"/>
                  </a:cubicBezTo>
                  <a:lnTo>
                    <a:pt x="7597" y="1023"/>
                  </a:lnTo>
                  <a:cubicBezTo>
                    <a:pt x="7600" y="1023"/>
                    <a:pt x="7603" y="1022"/>
                    <a:pt x="7606" y="1022"/>
                  </a:cubicBezTo>
                  <a:lnTo>
                    <a:pt x="7606" y="1022"/>
                  </a:lnTo>
                  <a:cubicBezTo>
                    <a:pt x="7603" y="1022"/>
                    <a:pt x="7601" y="1023"/>
                    <a:pt x="7598" y="1023"/>
                  </a:cubicBezTo>
                  <a:lnTo>
                    <a:pt x="7598" y="1023"/>
                  </a:lnTo>
                  <a:cubicBezTo>
                    <a:pt x="7642" y="1006"/>
                    <a:pt x="7690" y="994"/>
                    <a:pt x="7739" y="994"/>
                  </a:cubicBezTo>
                  <a:cubicBezTo>
                    <a:pt x="7751" y="994"/>
                    <a:pt x="7763" y="995"/>
                    <a:pt x="7775" y="996"/>
                  </a:cubicBezTo>
                  <a:cubicBezTo>
                    <a:pt x="7691" y="1039"/>
                    <a:pt x="7657" y="1022"/>
                    <a:pt x="7640" y="1056"/>
                  </a:cubicBezTo>
                  <a:cubicBezTo>
                    <a:pt x="7660" y="1049"/>
                    <a:pt x="7730" y="1015"/>
                    <a:pt x="7756" y="1015"/>
                  </a:cubicBezTo>
                  <a:cubicBezTo>
                    <a:pt x="7763" y="1015"/>
                    <a:pt x="7767" y="1017"/>
                    <a:pt x="7767" y="1022"/>
                  </a:cubicBezTo>
                  <a:cubicBezTo>
                    <a:pt x="7717" y="1041"/>
                    <a:pt x="7722" y="1045"/>
                    <a:pt x="7715" y="1050"/>
                  </a:cubicBezTo>
                  <a:lnTo>
                    <a:pt x="7715" y="1050"/>
                  </a:lnTo>
                  <a:lnTo>
                    <a:pt x="7868" y="996"/>
                  </a:lnTo>
                  <a:cubicBezTo>
                    <a:pt x="7878" y="999"/>
                    <a:pt x="7888" y="1000"/>
                    <a:pt x="7898" y="1000"/>
                  </a:cubicBezTo>
                  <a:cubicBezTo>
                    <a:pt x="7922" y="1000"/>
                    <a:pt x="7946" y="994"/>
                    <a:pt x="7970" y="988"/>
                  </a:cubicBezTo>
                  <a:lnTo>
                    <a:pt x="7970" y="988"/>
                  </a:lnTo>
                  <a:cubicBezTo>
                    <a:pt x="7964" y="988"/>
                    <a:pt x="7955" y="992"/>
                    <a:pt x="7944" y="992"/>
                  </a:cubicBezTo>
                  <a:cubicBezTo>
                    <a:pt x="7939" y="992"/>
                    <a:pt x="7933" y="991"/>
                    <a:pt x="7927" y="988"/>
                  </a:cubicBezTo>
                  <a:cubicBezTo>
                    <a:pt x="7981" y="972"/>
                    <a:pt x="8007" y="966"/>
                    <a:pt x="8020" y="966"/>
                  </a:cubicBezTo>
                  <a:cubicBezTo>
                    <a:pt x="8027" y="966"/>
                    <a:pt x="8029" y="968"/>
                    <a:pt x="8029" y="971"/>
                  </a:cubicBezTo>
                  <a:cubicBezTo>
                    <a:pt x="8029" y="979"/>
                    <a:pt x="8029" y="979"/>
                    <a:pt x="8020" y="979"/>
                  </a:cubicBezTo>
                  <a:lnTo>
                    <a:pt x="7987" y="996"/>
                  </a:lnTo>
                  <a:cubicBezTo>
                    <a:pt x="7970" y="1005"/>
                    <a:pt x="7961" y="1013"/>
                    <a:pt x="7961" y="1013"/>
                  </a:cubicBezTo>
                  <a:lnTo>
                    <a:pt x="7936" y="1013"/>
                  </a:lnTo>
                  <a:cubicBezTo>
                    <a:pt x="7877" y="1047"/>
                    <a:pt x="7902" y="1047"/>
                    <a:pt x="7910" y="1056"/>
                  </a:cubicBezTo>
                  <a:lnTo>
                    <a:pt x="7834" y="1081"/>
                  </a:lnTo>
                  <a:cubicBezTo>
                    <a:pt x="7866" y="1071"/>
                    <a:pt x="7885" y="1068"/>
                    <a:pt x="7896" y="1068"/>
                  </a:cubicBezTo>
                  <a:cubicBezTo>
                    <a:pt x="7925" y="1068"/>
                    <a:pt x="7907" y="1089"/>
                    <a:pt x="7919" y="1089"/>
                  </a:cubicBezTo>
                  <a:cubicBezTo>
                    <a:pt x="7944" y="1064"/>
                    <a:pt x="7970" y="1039"/>
                    <a:pt x="8004" y="1022"/>
                  </a:cubicBezTo>
                  <a:cubicBezTo>
                    <a:pt x="8046" y="1005"/>
                    <a:pt x="8080" y="979"/>
                    <a:pt x="8080" y="963"/>
                  </a:cubicBezTo>
                  <a:cubicBezTo>
                    <a:pt x="8101" y="958"/>
                    <a:pt x="8124" y="956"/>
                    <a:pt x="8147" y="956"/>
                  </a:cubicBezTo>
                  <a:cubicBezTo>
                    <a:pt x="8171" y="956"/>
                    <a:pt x="8194" y="958"/>
                    <a:pt x="8215" y="963"/>
                  </a:cubicBezTo>
                  <a:cubicBezTo>
                    <a:pt x="8190" y="979"/>
                    <a:pt x="8164" y="988"/>
                    <a:pt x="8139" y="996"/>
                  </a:cubicBezTo>
                  <a:cubicBezTo>
                    <a:pt x="8156" y="996"/>
                    <a:pt x="8188" y="989"/>
                    <a:pt x="8205" y="989"/>
                  </a:cubicBezTo>
                  <a:cubicBezTo>
                    <a:pt x="8213" y="989"/>
                    <a:pt x="8218" y="991"/>
                    <a:pt x="8215" y="996"/>
                  </a:cubicBezTo>
                  <a:lnTo>
                    <a:pt x="8173" y="1013"/>
                  </a:lnTo>
                  <a:cubicBezTo>
                    <a:pt x="8054" y="1081"/>
                    <a:pt x="8232" y="1039"/>
                    <a:pt x="8113" y="1123"/>
                  </a:cubicBezTo>
                  <a:cubicBezTo>
                    <a:pt x="8104" y="1125"/>
                    <a:pt x="8097" y="1126"/>
                    <a:pt x="8091" y="1126"/>
                  </a:cubicBezTo>
                  <a:cubicBezTo>
                    <a:pt x="8043" y="1126"/>
                    <a:pt x="8096" y="1070"/>
                    <a:pt x="8088" y="1047"/>
                  </a:cubicBezTo>
                  <a:lnTo>
                    <a:pt x="8088" y="1047"/>
                  </a:lnTo>
                  <a:cubicBezTo>
                    <a:pt x="8064" y="1056"/>
                    <a:pt x="8052" y="1059"/>
                    <a:pt x="8047" y="1059"/>
                  </a:cubicBezTo>
                  <a:cubicBezTo>
                    <a:pt x="8034" y="1059"/>
                    <a:pt x="8055" y="1042"/>
                    <a:pt x="8040" y="1042"/>
                  </a:cubicBezTo>
                  <a:cubicBezTo>
                    <a:pt x="8032" y="1042"/>
                    <a:pt x="8012" y="1047"/>
                    <a:pt x="7970" y="1064"/>
                  </a:cubicBezTo>
                  <a:lnTo>
                    <a:pt x="8004" y="1064"/>
                  </a:lnTo>
                  <a:cubicBezTo>
                    <a:pt x="7992" y="1070"/>
                    <a:pt x="7967" y="1076"/>
                    <a:pt x="7956" y="1076"/>
                  </a:cubicBezTo>
                  <a:cubicBezTo>
                    <a:pt x="7954" y="1076"/>
                    <a:pt x="7952" y="1076"/>
                    <a:pt x="7952" y="1075"/>
                  </a:cubicBezTo>
                  <a:lnTo>
                    <a:pt x="7952" y="1075"/>
                  </a:lnTo>
                  <a:cubicBezTo>
                    <a:pt x="7943" y="1089"/>
                    <a:pt x="7929" y="1089"/>
                    <a:pt x="7961" y="1089"/>
                  </a:cubicBezTo>
                  <a:cubicBezTo>
                    <a:pt x="7936" y="1115"/>
                    <a:pt x="7902" y="1132"/>
                    <a:pt x="7868" y="1132"/>
                  </a:cubicBezTo>
                  <a:cubicBezTo>
                    <a:pt x="7826" y="1140"/>
                    <a:pt x="7792" y="1149"/>
                    <a:pt x="7758" y="1174"/>
                  </a:cubicBezTo>
                  <a:cubicBezTo>
                    <a:pt x="7751" y="1167"/>
                    <a:pt x="7761" y="1155"/>
                    <a:pt x="7743" y="1155"/>
                  </a:cubicBezTo>
                  <a:cubicBezTo>
                    <a:pt x="7738" y="1155"/>
                    <a:pt x="7732" y="1155"/>
                    <a:pt x="7724" y="1157"/>
                  </a:cubicBezTo>
                  <a:lnTo>
                    <a:pt x="7784" y="1132"/>
                  </a:lnTo>
                  <a:lnTo>
                    <a:pt x="7784" y="1132"/>
                  </a:lnTo>
                  <a:lnTo>
                    <a:pt x="7716" y="1140"/>
                  </a:lnTo>
                  <a:cubicBezTo>
                    <a:pt x="7674" y="1174"/>
                    <a:pt x="7724" y="1182"/>
                    <a:pt x="7767" y="1199"/>
                  </a:cubicBezTo>
                  <a:cubicBezTo>
                    <a:pt x="7771" y="1182"/>
                    <a:pt x="7786" y="1182"/>
                    <a:pt x="7806" y="1182"/>
                  </a:cubicBezTo>
                  <a:cubicBezTo>
                    <a:pt x="7826" y="1182"/>
                    <a:pt x="7851" y="1182"/>
                    <a:pt x="7877" y="1166"/>
                  </a:cubicBezTo>
                  <a:lnTo>
                    <a:pt x="7877" y="1166"/>
                  </a:lnTo>
                  <a:cubicBezTo>
                    <a:pt x="7894" y="1174"/>
                    <a:pt x="7868" y="1191"/>
                    <a:pt x="7843" y="1191"/>
                  </a:cubicBezTo>
                  <a:cubicBezTo>
                    <a:pt x="7860" y="1199"/>
                    <a:pt x="7826" y="1216"/>
                    <a:pt x="7860" y="1216"/>
                  </a:cubicBezTo>
                  <a:cubicBezTo>
                    <a:pt x="7800" y="1233"/>
                    <a:pt x="7741" y="1250"/>
                    <a:pt x="7682" y="1267"/>
                  </a:cubicBezTo>
                  <a:cubicBezTo>
                    <a:pt x="7654" y="1276"/>
                    <a:pt x="7629" y="1283"/>
                    <a:pt x="7608" y="1283"/>
                  </a:cubicBezTo>
                  <a:cubicBezTo>
                    <a:pt x="7603" y="1283"/>
                    <a:pt x="7599" y="1283"/>
                    <a:pt x="7595" y="1282"/>
                  </a:cubicBezTo>
                  <a:lnTo>
                    <a:pt x="7595" y="1282"/>
                  </a:lnTo>
                  <a:cubicBezTo>
                    <a:pt x="7603" y="1297"/>
                    <a:pt x="7575" y="1326"/>
                    <a:pt x="7581" y="1326"/>
                  </a:cubicBezTo>
                  <a:lnTo>
                    <a:pt x="7623" y="1284"/>
                  </a:lnTo>
                  <a:cubicBezTo>
                    <a:pt x="7623" y="1309"/>
                    <a:pt x="7657" y="1301"/>
                    <a:pt x="7648" y="1335"/>
                  </a:cubicBezTo>
                  <a:cubicBezTo>
                    <a:pt x="7665" y="1301"/>
                    <a:pt x="7699" y="1309"/>
                    <a:pt x="7716" y="1276"/>
                  </a:cubicBezTo>
                  <a:cubicBezTo>
                    <a:pt x="7718" y="1288"/>
                    <a:pt x="7724" y="1293"/>
                    <a:pt x="7733" y="1293"/>
                  </a:cubicBezTo>
                  <a:cubicBezTo>
                    <a:pt x="7760" y="1293"/>
                    <a:pt x="7811" y="1250"/>
                    <a:pt x="7843" y="1250"/>
                  </a:cubicBezTo>
                  <a:cubicBezTo>
                    <a:pt x="7817" y="1276"/>
                    <a:pt x="7784" y="1301"/>
                    <a:pt x="7741" y="1309"/>
                  </a:cubicBezTo>
                  <a:cubicBezTo>
                    <a:pt x="7707" y="1326"/>
                    <a:pt x="7674" y="1326"/>
                    <a:pt x="7682" y="1326"/>
                  </a:cubicBezTo>
                  <a:cubicBezTo>
                    <a:pt x="7691" y="1335"/>
                    <a:pt x="7640" y="1369"/>
                    <a:pt x="7606" y="1377"/>
                  </a:cubicBezTo>
                  <a:cubicBezTo>
                    <a:pt x="7614" y="1394"/>
                    <a:pt x="7614" y="1411"/>
                    <a:pt x="7606" y="1428"/>
                  </a:cubicBezTo>
                  <a:cubicBezTo>
                    <a:pt x="7638" y="1408"/>
                    <a:pt x="7666" y="1374"/>
                    <a:pt x="7684" y="1374"/>
                  </a:cubicBezTo>
                  <a:cubicBezTo>
                    <a:pt x="7690" y="1374"/>
                    <a:pt x="7695" y="1377"/>
                    <a:pt x="7699" y="1385"/>
                  </a:cubicBezTo>
                  <a:lnTo>
                    <a:pt x="7733" y="1335"/>
                  </a:lnTo>
                  <a:lnTo>
                    <a:pt x="7733" y="1335"/>
                  </a:lnTo>
                  <a:cubicBezTo>
                    <a:pt x="7733" y="1377"/>
                    <a:pt x="7724" y="1419"/>
                    <a:pt x="7691" y="1453"/>
                  </a:cubicBezTo>
                  <a:cubicBezTo>
                    <a:pt x="7750" y="1428"/>
                    <a:pt x="7800" y="1385"/>
                    <a:pt x="7843" y="1335"/>
                  </a:cubicBezTo>
                  <a:cubicBezTo>
                    <a:pt x="7877" y="1284"/>
                    <a:pt x="7919" y="1250"/>
                    <a:pt x="7978" y="1225"/>
                  </a:cubicBezTo>
                  <a:lnTo>
                    <a:pt x="7978" y="1225"/>
                  </a:lnTo>
                  <a:lnTo>
                    <a:pt x="7970" y="1242"/>
                  </a:lnTo>
                  <a:cubicBezTo>
                    <a:pt x="8105" y="1123"/>
                    <a:pt x="8266" y="1047"/>
                    <a:pt x="8443" y="996"/>
                  </a:cubicBezTo>
                  <a:lnTo>
                    <a:pt x="8443" y="1005"/>
                  </a:lnTo>
                  <a:cubicBezTo>
                    <a:pt x="8418" y="1039"/>
                    <a:pt x="8393" y="1056"/>
                    <a:pt x="8359" y="1064"/>
                  </a:cubicBezTo>
                  <a:lnTo>
                    <a:pt x="8308" y="1072"/>
                  </a:lnTo>
                  <a:cubicBezTo>
                    <a:pt x="8240" y="1123"/>
                    <a:pt x="8181" y="1174"/>
                    <a:pt x="8130" y="1242"/>
                  </a:cubicBezTo>
                  <a:cubicBezTo>
                    <a:pt x="8071" y="1309"/>
                    <a:pt x="8004" y="1369"/>
                    <a:pt x="7927" y="1419"/>
                  </a:cubicBezTo>
                  <a:cubicBezTo>
                    <a:pt x="7927" y="1418"/>
                    <a:pt x="7927" y="1417"/>
                    <a:pt x="7928" y="1416"/>
                  </a:cubicBezTo>
                  <a:lnTo>
                    <a:pt x="7928" y="1416"/>
                  </a:lnTo>
                  <a:cubicBezTo>
                    <a:pt x="7912" y="1447"/>
                    <a:pt x="7912" y="1469"/>
                    <a:pt x="7826" y="1512"/>
                  </a:cubicBezTo>
                  <a:cubicBezTo>
                    <a:pt x="7863" y="1480"/>
                    <a:pt x="7872" y="1470"/>
                    <a:pt x="7868" y="1470"/>
                  </a:cubicBezTo>
                  <a:lnTo>
                    <a:pt x="7868" y="1470"/>
                  </a:lnTo>
                  <a:cubicBezTo>
                    <a:pt x="7861" y="1470"/>
                    <a:pt x="7816" y="1499"/>
                    <a:pt x="7806" y="1499"/>
                  </a:cubicBezTo>
                  <a:cubicBezTo>
                    <a:pt x="7801" y="1499"/>
                    <a:pt x="7806" y="1490"/>
                    <a:pt x="7834" y="1462"/>
                  </a:cubicBezTo>
                  <a:lnTo>
                    <a:pt x="7834" y="1462"/>
                  </a:lnTo>
                  <a:cubicBezTo>
                    <a:pt x="7792" y="1495"/>
                    <a:pt x="7758" y="1538"/>
                    <a:pt x="7707" y="1572"/>
                  </a:cubicBezTo>
                  <a:cubicBezTo>
                    <a:pt x="7674" y="1597"/>
                    <a:pt x="7640" y="1622"/>
                    <a:pt x="7597" y="1648"/>
                  </a:cubicBezTo>
                  <a:cubicBezTo>
                    <a:pt x="7530" y="1690"/>
                    <a:pt x="7462" y="1732"/>
                    <a:pt x="7403" y="1775"/>
                  </a:cubicBezTo>
                  <a:cubicBezTo>
                    <a:pt x="7437" y="1775"/>
                    <a:pt x="7378" y="1825"/>
                    <a:pt x="7378" y="1834"/>
                  </a:cubicBezTo>
                  <a:cubicBezTo>
                    <a:pt x="7370" y="1839"/>
                    <a:pt x="7365" y="1841"/>
                    <a:pt x="7362" y="1841"/>
                  </a:cubicBezTo>
                  <a:cubicBezTo>
                    <a:pt x="7354" y="1841"/>
                    <a:pt x="7357" y="1829"/>
                    <a:pt x="7369" y="1817"/>
                  </a:cubicBezTo>
                  <a:lnTo>
                    <a:pt x="7369" y="1817"/>
                  </a:lnTo>
                  <a:cubicBezTo>
                    <a:pt x="7342" y="1833"/>
                    <a:pt x="7321" y="1839"/>
                    <a:pt x="7308" y="1839"/>
                  </a:cubicBezTo>
                  <a:cubicBezTo>
                    <a:pt x="7292" y="1839"/>
                    <a:pt x="7284" y="1831"/>
                    <a:pt x="7284" y="1817"/>
                  </a:cubicBezTo>
                  <a:lnTo>
                    <a:pt x="7394" y="1732"/>
                  </a:lnTo>
                  <a:lnTo>
                    <a:pt x="7394" y="1732"/>
                  </a:lnTo>
                  <a:cubicBezTo>
                    <a:pt x="7352" y="1758"/>
                    <a:pt x="7327" y="1758"/>
                    <a:pt x="7301" y="1775"/>
                  </a:cubicBezTo>
                  <a:cubicBezTo>
                    <a:pt x="7284" y="1783"/>
                    <a:pt x="7268" y="1800"/>
                    <a:pt x="7259" y="1808"/>
                  </a:cubicBezTo>
                  <a:cubicBezTo>
                    <a:pt x="7242" y="1834"/>
                    <a:pt x="7251" y="1834"/>
                    <a:pt x="7259" y="1842"/>
                  </a:cubicBezTo>
                  <a:lnTo>
                    <a:pt x="7174" y="1986"/>
                  </a:lnTo>
                  <a:lnTo>
                    <a:pt x="7174" y="1978"/>
                  </a:lnTo>
                  <a:lnTo>
                    <a:pt x="7065" y="2071"/>
                  </a:lnTo>
                  <a:lnTo>
                    <a:pt x="7073" y="2054"/>
                  </a:lnTo>
                  <a:lnTo>
                    <a:pt x="7022" y="2121"/>
                  </a:lnTo>
                  <a:cubicBezTo>
                    <a:pt x="7016" y="2112"/>
                    <a:pt x="7009" y="2109"/>
                    <a:pt x="7003" y="2109"/>
                  </a:cubicBezTo>
                  <a:cubicBezTo>
                    <a:pt x="6998" y="2109"/>
                    <a:pt x="6993" y="2111"/>
                    <a:pt x="6989" y="2111"/>
                  </a:cubicBezTo>
                  <a:cubicBezTo>
                    <a:pt x="6986" y="2111"/>
                    <a:pt x="6982" y="2110"/>
                    <a:pt x="6980" y="2105"/>
                  </a:cubicBezTo>
                  <a:cubicBezTo>
                    <a:pt x="6978" y="2104"/>
                    <a:pt x="6976" y="2104"/>
                    <a:pt x="6974" y="2104"/>
                  </a:cubicBezTo>
                  <a:cubicBezTo>
                    <a:pt x="6909" y="2104"/>
                    <a:pt x="6850" y="2233"/>
                    <a:pt x="6752" y="2282"/>
                  </a:cubicBezTo>
                  <a:lnTo>
                    <a:pt x="6760" y="2265"/>
                  </a:lnTo>
                  <a:lnTo>
                    <a:pt x="6760" y="2265"/>
                  </a:lnTo>
                  <a:cubicBezTo>
                    <a:pt x="6684" y="2333"/>
                    <a:pt x="6599" y="2392"/>
                    <a:pt x="6506" y="2443"/>
                  </a:cubicBezTo>
                  <a:lnTo>
                    <a:pt x="6506" y="2434"/>
                  </a:lnTo>
                  <a:cubicBezTo>
                    <a:pt x="6543" y="2398"/>
                    <a:pt x="6548" y="2374"/>
                    <a:pt x="6532" y="2374"/>
                  </a:cubicBezTo>
                  <a:cubicBezTo>
                    <a:pt x="6529" y="2374"/>
                    <a:pt x="6526" y="2374"/>
                    <a:pt x="6523" y="2375"/>
                  </a:cubicBezTo>
                  <a:cubicBezTo>
                    <a:pt x="6532" y="2358"/>
                    <a:pt x="6557" y="2341"/>
                    <a:pt x="6565" y="2324"/>
                  </a:cubicBezTo>
                  <a:cubicBezTo>
                    <a:pt x="6588" y="2309"/>
                    <a:pt x="6644" y="2254"/>
                    <a:pt x="6674" y="2254"/>
                  </a:cubicBezTo>
                  <a:cubicBezTo>
                    <a:pt x="6678" y="2254"/>
                    <a:pt x="6681" y="2255"/>
                    <a:pt x="6684" y="2257"/>
                  </a:cubicBezTo>
                  <a:cubicBezTo>
                    <a:pt x="6643" y="2286"/>
                    <a:pt x="6634" y="2295"/>
                    <a:pt x="6644" y="2295"/>
                  </a:cubicBezTo>
                  <a:cubicBezTo>
                    <a:pt x="6648" y="2295"/>
                    <a:pt x="6656" y="2293"/>
                    <a:pt x="6667" y="2291"/>
                  </a:cubicBezTo>
                  <a:cubicBezTo>
                    <a:pt x="6709" y="2231"/>
                    <a:pt x="6811" y="2164"/>
                    <a:pt x="6785" y="2138"/>
                  </a:cubicBezTo>
                  <a:cubicBezTo>
                    <a:pt x="6815" y="2112"/>
                    <a:pt x="6824" y="2108"/>
                    <a:pt x="6829" y="2108"/>
                  </a:cubicBezTo>
                  <a:cubicBezTo>
                    <a:pt x="6832" y="2108"/>
                    <a:pt x="6834" y="2109"/>
                    <a:pt x="6838" y="2109"/>
                  </a:cubicBezTo>
                  <a:cubicBezTo>
                    <a:pt x="6843" y="2109"/>
                    <a:pt x="6851" y="2107"/>
                    <a:pt x="6870" y="2096"/>
                  </a:cubicBezTo>
                  <a:lnTo>
                    <a:pt x="6870" y="2096"/>
                  </a:lnTo>
                  <a:cubicBezTo>
                    <a:pt x="6887" y="2105"/>
                    <a:pt x="6870" y="2121"/>
                    <a:pt x="6861" y="2147"/>
                  </a:cubicBezTo>
                  <a:lnTo>
                    <a:pt x="7065" y="1969"/>
                  </a:lnTo>
                  <a:cubicBezTo>
                    <a:pt x="7063" y="1965"/>
                    <a:pt x="7060" y="1963"/>
                    <a:pt x="7055" y="1963"/>
                  </a:cubicBezTo>
                  <a:cubicBezTo>
                    <a:pt x="7032" y="1963"/>
                    <a:pt x="6977" y="2000"/>
                    <a:pt x="6958" y="2000"/>
                  </a:cubicBezTo>
                  <a:cubicBezTo>
                    <a:pt x="6950" y="2000"/>
                    <a:pt x="6949" y="1992"/>
                    <a:pt x="6963" y="1969"/>
                  </a:cubicBezTo>
                  <a:cubicBezTo>
                    <a:pt x="6971" y="1944"/>
                    <a:pt x="6946" y="1910"/>
                    <a:pt x="7022" y="1859"/>
                  </a:cubicBezTo>
                  <a:lnTo>
                    <a:pt x="7022" y="1859"/>
                  </a:lnTo>
                  <a:cubicBezTo>
                    <a:pt x="7031" y="1868"/>
                    <a:pt x="7022" y="1868"/>
                    <a:pt x="7014" y="1876"/>
                  </a:cubicBezTo>
                  <a:cubicBezTo>
                    <a:pt x="7048" y="1851"/>
                    <a:pt x="7056" y="1851"/>
                    <a:pt x="7098" y="1825"/>
                  </a:cubicBezTo>
                  <a:lnTo>
                    <a:pt x="7098" y="1825"/>
                  </a:lnTo>
                  <a:cubicBezTo>
                    <a:pt x="7124" y="1842"/>
                    <a:pt x="7065" y="1876"/>
                    <a:pt x="7056" y="1918"/>
                  </a:cubicBezTo>
                  <a:cubicBezTo>
                    <a:pt x="7073" y="1893"/>
                    <a:pt x="7098" y="1868"/>
                    <a:pt x="7124" y="1842"/>
                  </a:cubicBezTo>
                  <a:lnTo>
                    <a:pt x="7124" y="1859"/>
                  </a:lnTo>
                  <a:lnTo>
                    <a:pt x="7191" y="1792"/>
                  </a:lnTo>
                  <a:cubicBezTo>
                    <a:pt x="7195" y="1783"/>
                    <a:pt x="7194" y="1780"/>
                    <a:pt x="7192" y="1780"/>
                  </a:cubicBezTo>
                  <a:cubicBezTo>
                    <a:pt x="7181" y="1780"/>
                    <a:pt x="7135" y="1826"/>
                    <a:pt x="7118" y="1826"/>
                  </a:cubicBezTo>
                  <a:cubicBezTo>
                    <a:pt x="7117" y="1826"/>
                    <a:pt x="7116" y="1826"/>
                    <a:pt x="7115" y="1825"/>
                  </a:cubicBezTo>
                  <a:lnTo>
                    <a:pt x="7158" y="1775"/>
                  </a:lnTo>
                  <a:cubicBezTo>
                    <a:pt x="7234" y="1698"/>
                    <a:pt x="7327" y="1631"/>
                    <a:pt x="7428" y="1597"/>
                  </a:cubicBezTo>
                  <a:cubicBezTo>
                    <a:pt x="7504" y="1555"/>
                    <a:pt x="7454" y="1555"/>
                    <a:pt x="7462" y="1529"/>
                  </a:cubicBezTo>
                  <a:cubicBezTo>
                    <a:pt x="7487" y="1479"/>
                    <a:pt x="7538" y="1470"/>
                    <a:pt x="7572" y="1436"/>
                  </a:cubicBezTo>
                  <a:cubicBezTo>
                    <a:pt x="7564" y="1419"/>
                    <a:pt x="7589" y="1394"/>
                    <a:pt x="7572" y="1369"/>
                  </a:cubicBezTo>
                  <a:lnTo>
                    <a:pt x="7623" y="1343"/>
                  </a:lnTo>
                  <a:cubicBezTo>
                    <a:pt x="7619" y="1333"/>
                    <a:pt x="7613" y="1329"/>
                    <a:pt x="7607" y="1329"/>
                  </a:cubicBezTo>
                  <a:cubicBezTo>
                    <a:pt x="7587" y="1329"/>
                    <a:pt x="7558" y="1369"/>
                    <a:pt x="7538" y="1369"/>
                  </a:cubicBezTo>
                  <a:cubicBezTo>
                    <a:pt x="7496" y="1360"/>
                    <a:pt x="7564" y="1343"/>
                    <a:pt x="7530" y="1335"/>
                  </a:cubicBezTo>
                  <a:lnTo>
                    <a:pt x="7530" y="1335"/>
                  </a:lnTo>
                  <a:cubicBezTo>
                    <a:pt x="7513" y="1352"/>
                    <a:pt x="7521" y="1377"/>
                    <a:pt x="7496" y="1402"/>
                  </a:cubicBezTo>
                  <a:cubicBezTo>
                    <a:pt x="7480" y="1418"/>
                    <a:pt x="7464" y="1424"/>
                    <a:pt x="7452" y="1424"/>
                  </a:cubicBezTo>
                  <a:cubicBezTo>
                    <a:pt x="7445" y="1424"/>
                    <a:pt x="7440" y="1422"/>
                    <a:pt x="7437" y="1419"/>
                  </a:cubicBezTo>
                  <a:cubicBezTo>
                    <a:pt x="7487" y="1394"/>
                    <a:pt x="7496" y="1385"/>
                    <a:pt x="7496" y="1369"/>
                  </a:cubicBezTo>
                  <a:cubicBezTo>
                    <a:pt x="7496" y="1352"/>
                    <a:pt x="7504" y="1335"/>
                    <a:pt x="7513" y="1326"/>
                  </a:cubicBezTo>
                  <a:lnTo>
                    <a:pt x="7521" y="1335"/>
                  </a:lnTo>
                  <a:cubicBezTo>
                    <a:pt x="7504" y="1318"/>
                    <a:pt x="7564" y="1292"/>
                    <a:pt x="7564" y="1276"/>
                  </a:cubicBezTo>
                  <a:cubicBezTo>
                    <a:pt x="7567" y="1275"/>
                    <a:pt x="7570" y="1275"/>
                    <a:pt x="7573" y="1275"/>
                  </a:cubicBezTo>
                  <a:lnTo>
                    <a:pt x="7573" y="1275"/>
                  </a:lnTo>
                  <a:cubicBezTo>
                    <a:pt x="7580" y="1279"/>
                    <a:pt x="7587" y="1281"/>
                    <a:pt x="7595" y="1282"/>
                  </a:cubicBezTo>
                  <a:lnTo>
                    <a:pt x="7595" y="1282"/>
                  </a:lnTo>
                  <a:cubicBezTo>
                    <a:pt x="7593" y="1278"/>
                    <a:pt x="7587" y="1275"/>
                    <a:pt x="7576" y="1275"/>
                  </a:cubicBezTo>
                  <a:cubicBezTo>
                    <a:pt x="7575" y="1275"/>
                    <a:pt x="7574" y="1275"/>
                    <a:pt x="7573" y="1275"/>
                  </a:cubicBezTo>
                  <a:lnTo>
                    <a:pt x="7573" y="1275"/>
                  </a:lnTo>
                  <a:cubicBezTo>
                    <a:pt x="7570" y="1273"/>
                    <a:pt x="7567" y="1270"/>
                    <a:pt x="7564" y="1267"/>
                  </a:cubicBezTo>
                  <a:cubicBezTo>
                    <a:pt x="7538" y="1276"/>
                    <a:pt x="7521" y="1292"/>
                    <a:pt x="7496" y="1326"/>
                  </a:cubicBezTo>
                  <a:lnTo>
                    <a:pt x="7479" y="1343"/>
                  </a:lnTo>
                  <a:cubicBezTo>
                    <a:pt x="7471" y="1352"/>
                    <a:pt x="7445" y="1377"/>
                    <a:pt x="7428" y="1394"/>
                  </a:cubicBezTo>
                  <a:cubicBezTo>
                    <a:pt x="7394" y="1419"/>
                    <a:pt x="7361" y="1453"/>
                    <a:pt x="7327" y="1479"/>
                  </a:cubicBezTo>
                  <a:lnTo>
                    <a:pt x="7352" y="1436"/>
                  </a:lnTo>
                  <a:lnTo>
                    <a:pt x="7352" y="1436"/>
                  </a:lnTo>
                  <a:cubicBezTo>
                    <a:pt x="7174" y="1504"/>
                    <a:pt x="7259" y="1572"/>
                    <a:pt x="7183" y="1648"/>
                  </a:cubicBezTo>
                  <a:cubicBezTo>
                    <a:pt x="7199" y="1630"/>
                    <a:pt x="7200" y="1623"/>
                    <a:pt x="7193" y="1623"/>
                  </a:cubicBezTo>
                  <a:cubicBezTo>
                    <a:pt x="7173" y="1623"/>
                    <a:pt x="7087" y="1675"/>
                    <a:pt x="7056" y="1682"/>
                  </a:cubicBezTo>
                  <a:cubicBezTo>
                    <a:pt x="7014" y="1758"/>
                    <a:pt x="6955" y="1834"/>
                    <a:pt x="6887" y="1893"/>
                  </a:cubicBezTo>
                  <a:cubicBezTo>
                    <a:pt x="6866" y="1883"/>
                    <a:pt x="6846" y="1866"/>
                    <a:pt x="6819" y="1866"/>
                  </a:cubicBezTo>
                  <a:cubicBezTo>
                    <a:pt x="6803" y="1866"/>
                    <a:pt x="6783" y="1873"/>
                    <a:pt x="6760" y="1893"/>
                  </a:cubicBezTo>
                  <a:lnTo>
                    <a:pt x="6735" y="1935"/>
                  </a:lnTo>
                  <a:cubicBezTo>
                    <a:pt x="6675" y="1978"/>
                    <a:pt x="6608" y="2062"/>
                    <a:pt x="6565" y="2071"/>
                  </a:cubicBezTo>
                  <a:lnTo>
                    <a:pt x="6565" y="2062"/>
                  </a:lnTo>
                  <a:cubicBezTo>
                    <a:pt x="6511" y="2092"/>
                    <a:pt x="6508" y="2118"/>
                    <a:pt x="6530" y="2118"/>
                  </a:cubicBezTo>
                  <a:cubicBezTo>
                    <a:pt x="6538" y="2118"/>
                    <a:pt x="6551" y="2114"/>
                    <a:pt x="6565" y="2105"/>
                  </a:cubicBezTo>
                  <a:lnTo>
                    <a:pt x="6565" y="2105"/>
                  </a:lnTo>
                  <a:lnTo>
                    <a:pt x="6515" y="2164"/>
                  </a:lnTo>
                  <a:lnTo>
                    <a:pt x="6506" y="2164"/>
                  </a:lnTo>
                  <a:cubicBezTo>
                    <a:pt x="6451" y="2246"/>
                    <a:pt x="6385" y="2323"/>
                    <a:pt x="6312" y="2394"/>
                  </a:cubicBezTo>
                  <a:lnTo>
                    <a:pt x="6312" y="2394"/>
                  </a:lnTo>
                  <a:cubicBezTo>
                    <a:pt x="6318" y="2393"/>
                    <a:pt x="6323" y="2392"/>
                    <a:pt x="6329" y="2392"/>
                  </a:cubicBezTo>
                  <a:lnTo>
                    <a:pt x="6278" y="2460"/>
                  </a:lnTo>
                  <a:lnTo>
                    <a:pt x="6244" y="2460"/>
                  </a:lnTo>
                  <a:lnTo>
                    <a:pt x="6227" y="2502"/>
                  </a:lnTo>
                  <a:cubicBezTo>
                    <a:pt x="6278" y="2477"/>
                    <a:pt x="6337" y="2451"/>
                    <a:pt x="6396" y="2443"/>
                  </a:cubicBezTo>
                  <a:lnTo>
                    <a:pt x="6396" y="2443"/>
                  </a:lnTo>
                  <a:cubicBezTo>
                    <a:pt x="6261" y="2544"/>
                    <a:pt x="6142" y="2671"/>
                    <a:pt x="6049" y="2815"/>
                  </a:cubicBezTo>
                  <a:cubicBezTo>
                    <a:pt x="6049" y="2812"/>
                    <a:pt x="6049" y="2809"/>
                    <a:pt x="6049" y="2807"/>
                  </a:cubicBezTo>
                  <a:cubicBezTo>
                    <a:pt x="5965" y="2874"/>
                    <a:pt x="5956" y="2883"/>
                    <a:pt x="5880" y="2934"/>
                  </a:cubicBezTo>
                  <a:lnTo>
                    <a:pt x="5889" y="2908"/>
                  </a:lnTo>
                  <a:cubicBezTo>
                    <a:pt x="5887" y="2908"/>
                    <a:pt x="5885" y="2907"/>
                    <a:pt x="5884" y="2907"/>
                  </a:cubicBezTo>
                  <a:cubicBezTo>
                    <a:pt x="5859" y="2907"/>
                    <a:pt x="5826" y="2962"/>
                    <a:pt x="5770" y="3001"/>
                  </a:cubicBezTo>
                  <a:cubicBezTo>
                    <a:pt x="5753" y="3035"/>
                    <a:pt x="5728" y="3060"/>
                    <a:pt x="5703" y="3069"/>
                  </a:cubicBezTo>
                  <a:lnTo>
                    <a:pt x="5703" y="3052"/>
                  </a:lnTo>
                  <a:cubicBezTo>
                    <a:pt x="5701" y="3051"/>
                    <a:pt x="5699" y="3051"/>
                    <a:pt x="5697" y="3051"/>
                  </a:cubicBezTo>
                  <a:cubicBezTo>
                    <a:pt x="5675" y="3051"/>
                    <a:pt x="5621" y="3090"/>
                    <a:pt x="5567" y="3137"/>
                  </a:cubicBezTo>
                  <a:lnTo>
                    <a:pt x="5576" y="3103"/>
                  </a:lnTo>
                  <a:cubicBezTo>
                    <a:pt x="5584" y="3077"/>
                    <a:pt x="5601" y="3060"/>
                    <a:pt x="5618" y="3044"/>
                  </a:cubicBezTo>
                  <a:lnTo>
                    <a:pt x="5618" y="3044"/>
                  </a:lnTo>
                  <a:cubicBezTo>
                    <a:pt x="5609" y="3052"/>
                    <a:pt x="5584" y="3069"/>
                    <a:pt x="5567" y="3069"/>
                  </a:cubicBezTo>
                  <a:lnTo>
                    <a:pt x="5643" y="2942"/>
                  </a:lnTo>
                  <a:lnTo>
                    <a:pt x="5643" y="2942"/>
                  </a:lnTo>
                  <a:cubicBezTo>
                    <a:pt x="5584" y="2976"/>
                    <a:pt x="5610" y="3027"/>
                    <a:pt x="5542" y="3069"/>
                  </a:cubicBezTo>
                  <a:cubicBezTo>
                    <a:pt x="5525" y="3044"/>
                    <a:pt x="5508" y="3027"/>
                    <a:pt x="5567" y="2959"/>
                  </a:cubicBezTo>
                  <a:cubicBezTo>
                    <a:pt x="5588" y="2943"/>
                    <a:pt x="5597" y="2938"/>
                    <a:pt x="5600" y="2938"/>
                  </a:cubicBezTo>
                  <a:cubicBezTo>
                    <a:pt x="5607" y="2938"/>
                    <a:pt x="5592" y="2960"/>
                    <a:pt x="5611" y="2960"/>
                  </a:cubicBezTo>
                  <a:cubicBezTo>
                    <a:pt x="5613" y="2960"/>
                    <a:pt x="5615" y="2960"/>
                    <a:pt x="5618" y="2959"/>
                  </a:cubicBezTo>
                  <a:cubicBezTo>
                    <a:pt x="5635" y="2883"/>
                    <a:pt x="5694" y="2934"/>
                    <a:pt x="5719" y="2857"/>
                  </a:cubicBezTo>
                  <a:cubicBezTo>
                    <a:pt x="5745" y="2836"/>
                    <a:pt x="5759" y="2829"/>
                    <a:pt x="5770" y="2829"/>
                  </a:cubicBezTo>
                  <a:cubicBezTo>
                    <a:pt x="5783" y="2829"/>
                    <a:pt x="5790" y="2841"/>
                    <a:pt x="5804" y="2841"/>
                  </a:cubicBezTo>
                  <a:cubicBezTo>
                    <a:pt x="5745" y="2883"/>
                    <a:pt x="5855" y="2841"/>
                    <a:pt x="5779" y="2908"/>
                  </a:cubicBezTo>
                  <a:cubicBezTo>
                    <a:pt x="5855" y="2874"/>
                    <a:pt x="5804" y="2841"/>
                    <a:pt x="5863" y="2815"/>
                  </a:cubicBezTo>
                  <a:lnTo>
                    <a:pt x="5897" y="2832"/>
                  </a:lnTo>
                  <a:cubicBezTo>
                    <a:pt x="5973" y="2798"/>
                    <a:pt x="6049" y="2739"/>
                    <a:pt x="6117" y="2671"/>
                  </a:cubicBezTo>
                  <a:lnTo>
                    <a:pt x="6117" y="2671"/>
                  </a:lnTo>
                  <a:cubicBezTo>
                    <a:pt x="6106" y="2675"/>
                    <a:pt x="6100" y="2677"/>
                    <a:pt x="6096" y="2677"/>
                  </a:cubicBezTo>
                  <a:cubicBezTo>
                    <a:pt x="6083" y="2677"/>
                    <a:pt x="6095" y="2662"/>
                    <a:pt x="6106" y="2648"/>
                  </a:cubicBezTo>
                  <a:lnTo>
                    <a:pt x="6106" y="2648"/>
                  </a:lnTo>
                  <a:cubicBezTo>
                    <a:pt x="6088" y="2667"/>
                    <a:pt x="6051" y="2684"/>
                    <a:pt x="6034" y="2684"/>
                  </a:cubicBezTo>
                  <a:cubicBezTo>
                    <a:pt x="6029" y="2684"/>
                    <a:pt x="6025" y="2682"/>
                    <a:pt x="6024" y="2680"/>
                  </a:cubicBezTo>
                  <a:cubicBezTo>
                    <a:pt x="6083" y="2629"/>
                    <a:pt x="6134" y="2587"/>
                    <a:pt x="6202" y="2544"/>
                  </a:cubicBezTo>
                  <a:lnTo>
                    <a:pt x="6202" y="2544"/>
                  </a:lnTo>
                  <a:lnTo>
                    <a:pt x="6109" y="2595"/>
                  </a:lnTo>
                  <a:cubicBezTo>
                    <a:pt x="6126" y="2553"/>
                    <a:pt x="6210" y="2451"/>
                    <a:pt x="6210" y="2443"/>
                  </a:cubicBezTo>
                  <a:cubicBezTo>
                    <a:pt x="6222" y="2438"/>
                    <a:pt x="6235" y="2432"/>
                    <a:pt x="6247" y="2425"/>
                  </a:cubicBezTo>
                  <a:lnTo>
                    <a:pt x="6247" y="2425"/>
                  </a:lnTo>
                  <a:cubicBezTo>
                    <a:pt x="6234" y="2425"/>
                    <a:pt x="6217" y="2430"/>
                    <a:pt x="6208" y="2430"/>
                  </a:cubicBezTo>
                  <a:cubicBezTo>
                    <a:pt x="6196" y="2430"/>
                    <a:pt x="6199" y="2422"/>
                    <a:pt x="6244" y="2384"/>
                  </a:cubicBezTo>
                  <a:lnTo>
                    <a:pt x="6244" y="2384"/>
                  </a:lnTo>
                  <a:cubicBezTo>
                    <a:pt x="6234" y="2397"/>
                    <a:pt x="6237" y="2401"/>
                    <a:pt x="6246" y="2401"/>
                  </a:cubicBezTo>
                  <a:cubicBezTo>
                    <a:pt x="6259" y="2401"/>
                    <a:pt x="6285" y="2392"/>
                    <a:pt x="6295" y="2392"/>
                  </a:cubicBezTo>
                  <a:cubicBezTo>
                    <a:pt x="6337" y="2367"/>
                    <a:pt x="6362" y="2308"/>
                    <a:pt x="6379" y="2291"/>
                  </a:cubicBezTo>
                  <a:cubicBezTo>
                    <a:pt x="6354" y="2291"/>
                    <a:pt x="6345" y="2248"/>
                    <a:pt x="6354" y="2215"/>
                  </a:cubicBezTo>
                  <a:lnTo>
                    <a:pt x="6354" y="2215"/>
                  </a:lnTo>
                  <a:cubicBezTo>
                    <a:pt x="6295" y="2316"/>
                    <a:pt x="6032" y="2468"/>
                    <a:pt x="6058" y="2544"/>
                  </a:cubicBezTo>
                  <a:cubicBezTo>
                    <a:pt x="5956" y="2621"/>
                    <a:pt x="5829" y="2739"/>
                    <a:pt x="5703" y="2815"/>
                  </a:cubicBezTo>
                  <a:lnTo>
                    <a:pt x="5719" y="2815"/>
                  </a:lnTo>
                  <a:lnTo>
                    <a:pt x="5601" y="2874"/>
                  </a:lnTo>
                  <a:lnTo>
                    <a:pt x="5618" y="2849"/>
                  </a:lnTo>
                  <a:lnTo>
                    <a:pt x="5533" y="2883"/>
                  </a:lnTo>
                  <a:cubicBezTo>
                    <a:pt x="5525" y="2874"/>
                    <a:pt x="5559" y="2841"/>
                    <a:pt x="5567" y="2824"/>
                  </a:cubicBezTo>
                  <a:cubicBezTo>
                    <a:pt x="5577" y="2819"/>
                    <a:pt x="5587" y="2814"/>
                    <a:pt x="5592" y="2814"/>
                  </a:cubicBezTo>
                  <a:cubicBezTo>
                    <a:pt x="5595" y="2814"/>
                    <a:pt x="5596" y="2816"/>
                    <a:pt x="5593" y="2824"/>
                  </a:cubicBezTo>
                  <a:cubicBezTo>
                    <a:pt x="5606" y="2804"/>
                    <a:pt x="5608" y="2797"/>
                    <a:pt x="5603" y="2797"/>
                  </a:cubicBezTo>
                  <a:cubicBezTo>
                    <a:pt x="5595" y="2797"/>
                    <a:pt x="5562" y="2824"/>
                    <a:pt x="5551" y="2824"/>
                  </a:cubicBezTo>
                  <a:cubicBezTo>
                    <a:pt x="5546" y="2824"/>
                    <a:pt x="5545" y="2819"/>
                    <a:pt x="5550" y="2807"/>
                  </a:cubicBezTo>
                  <a:cubicBezTo>
                    <a:pt x="5576" y="2790"/>
                    <a:pt x="5593" y="2781"/>
                    <a:pt x="5610" y="2764"/>
                  </a:cubicBezTo>
                  <a:lnTo>
                    <a:pt x="5610" y="2764"/>
                  </a:lnTo>
                  <a:cubicBezTo>
                    <a:pt x="5508" y="2815"/>
                    <a:pt x="5500" y="2883"/>
                    <a:pt x="5423" y="2883"/>
                  </a:cubicBezTo>
                  <a:cubicBezTo>
                    <a:pt x="5390" y="2959"/>
                    <a:pt x="5322" y="3018"/>
                    <a:pt x="5246" y="3060"/>
                  </a:cubicBezTo>
                  <a:cubicBezTo>
                    <a:pt x="5250" y="3055"/>
                    <a:pt x="5251" y="3053"/>
                    <a:pt x="5249" y="3053"/>
                  </a:cubicBezTo>
                  <a:lnTo>
                    <a:pt x="5249" y="3053"/>
                  </a:lnTo>
                  <a:cubicBezTo>
                    <a:pt x="5245" y="3053"/>
                    <a:pt x="5207" y="3088"/>
                    <a:pt x="5191" y="3088"/>
                  </a:cubicBezTo>
                  <a:cubicBezTo>
                    <a:pt x="5185" y="3088"/>
                    <a:pt x="5183" y="3083"/>
                    <a:pt x="5187" y="3069"/>
                  </a:cubicBezTo>
                  <a:lnTo>
                    <a:pt x="5187" y="3069"/>
                  </a:lnTo>
                  <a:cubicBezTo>
                    <a:pt x="5170" y="3103"/>
                    <a:pt x="5085" y="3137"/>
                    <a:pt x="5085" y="3162"/>
                  </a:cubicBezTo>
                  <a:cubicBezTo>
                    <a:pt x="5102" y="3145"/>
                    <a:pt x="5127" y="3128"/>
                    <a:pt x="5153" y="3111"/>
                  </a:cubicBezTo>
                  <a:lnTo>
                    <a:pt x="5153" y="3111"/>
                  </a:lnTo>
                  <a:cubicBezTo>
                    <a:pt x="5127" y="3145"/>
                    <a:pt x="5136" y="3162"/>
                    <a:pt x="5093" y="3187"/>
                  </a:cubicBezTo>
                  <a:cubicBezTo>
                    <a:pt x="5051" y="3238"/>
                    <a:pt x="5110" y="3255"/>
                    <a:pt x="5026" y="3314"/>
                  </a:cubicBezTo>
                  <a:cubicBezTo>
                    <a:pt x="4967" y="3366"/>
                    <a:pt x="4939" y="3385"/>
                    <a:pt x="4929" y="3385"/>
                  </a:cubicBezTo>
                  <a:cubicBezTo>
                    <a:pt x="4901" y="3385"/>
                    <a:pt x="5002" y="3246"/>
                    <a:pt x="4977" y="3246"/>
                  </a:cubicBezTo>
                  <a:cubicBezTo>
                    <a:pt x="4976" y="3246"/>
                    <a:pt x="4976" y="3246"/>
                    <a:pt x="4975" y="3247"/>
                  </a:cubicBezTo>
                  <a:cubicBezTo>
                    <a:pt x="4975" y="3272"/>
                    <a:pt x="4882" y="3357"/>
                    <a:pt x="4831" y="3382"/>
                  </a:cubicBezTo>
                  <a:lnTo>
                    <a:pt x="4840" y="3365"/>
                  </a:lnTo>
                  <a:lnTo>
                    <a:pt x="4840" y="3365"/>
                  </a:lnTo>
                  <a:cubicBezTo>
                    <a:pt x="4814" y="3390"/>
                    <a:pt x="4789" y="3424"/>
                    <a:pt x="4755" y="3433"/>
                  </a:cubicBezTo>
                  <a:cubicBezTo>
                    <a:pt x="4755" y="3466"/>
                    <a:pt x="4755" y="3500"/>
                    <a:pt x="4738" y="3534"/>
                  </a:cubicBezTo>
                  <a:lnTo>
                    <a:pt x="4645" y="3610"/>
                  </a:lnTo>
                  <a:lnTo>
                    <a:pt x="4654" y="3585"/>
                  </a:lnTo>
                  <a:lnTo>
                    <a:pt x="4654" y="3585"/>
                  </a:lnTo>
                  <a:cubicBezTo>
                    <a:pt x="4637" y="3602"/>
                    <a:pt x="4620" y="3627"/>
                    <a:pt x="4594" y="3644"/>
                  </a:cubicBezTo>
                  <a:cubicBezTo>
                    <a:pt x="4577" y="3627"/>
                    <a:pt x="4611" y="3610"/>
                    <a:pt x="4637" y="3585"/>
                  </a:cubicBezTo>
                  <a:cubicBezTo>
                    <a:pt x="4631" y="3583"/>
                    <a:pt x="4626" y="3583"/>
                    <a:pt x="4621" y="3583"/>
                  </a:cubicBezTo>
                  <a:cubicBezTo>
                    <a:pt x="4597" y="3583"/>
                    <a:pt x="4584" y="3599"/>
                    <a:pt x="4577" y="3627"/>
                  </a:cubicBezTo>
                  <a:lnTo>
                    <a:pt x="4586" y="3619"/>
                  </a:lnTo>
                  <a:lnTo>
                    <a:pt x="4586" y="3619"/>
                  </a:lnTo>
                  <a:cubicBezTo>
                    <a:pt x="4572" y="3646"/>
                    <a:pt x="4522" y="3710"/>
                    <a:pt x="4539" y="3710"/>
                  </a:cubicBezTo>
                  <a:cubicBezTo>
                    <a:pt x="4544" y="3710"/>
                    <a:pt x="4553" y="3705"/>
                    <a:pt x="4569" y="3695"/>
                  </a:cubicBezTo>
                  <a:lnTo>
                    <a:pt x="4569" y="3695"/>
                  </a:lnTo>
                  <a:cubicBezTo>
                    <a:pt x="4527" y="3754"/>
                    <a:pt x="4484" y="3737"/>
                    <a:pt x="4451" y="3779"/>
                  </a:cubicBezTo>
                  <a:cubicBezTo>
                    <a:pt x="4442" y="3763"/>
                    <a:pt x="4467" y="3737"/>
                    <a:pt x="4442" y="3737"/>
                  </a:cubicBezTo>
                  <a:cubicBezTo>
                    <a:pt x="4408" y="3763"/>
                    <a:pt x="4374" y="3788"/>
                    <a:pt x="4349" y="3813"/>
                  </a:cubicBezTo>
                  <a:cubicBezTo>
                    <a:pt x="4356" y="3810"/>
                    <a:pt x="4361" y="3808"/>
                    <a:pt x="4363" y="3808"/>
                  </a:cubicBezTo>
                  <a:cubicBezTo>
                    <a:pt x="4369" y="3808"/>
                    <a:pt x="4366" y="3815"/>
                    <a:pt x="4373" y="3815"/>
                  </a:cubicBezTo>
                  <a:cubicBezTo>
                    <a:pt x="4377" y="3815"/>
                    <a:pt x="4385" y="3812"/>
                    <a:pt x="4400" y="3805"/>
                  </a:cubicBezTo>
                  <a:lnTo>
                    <a:pt x="4400" y="3805"/>
                  </a:lnTo>
                  <a:cubicBezTo>
                    <a:pt x="4391" y="3830"/>
                    <a:pt x="4341" y="3873"/>
                    <a:pt x="4349" y="3873"/>
                  </a:cubicBezTo>
                  <a:cubicBezTo>
                    <a:pt x="4366" y="3856"/>
                    <a:pt x="4383" y="3839"/>
                    <a:pt x="4408" y="3830"/>
                  </a:cubicBezTo>
                  <a:lnTo>
                    <a:pt x="4408" y="3830"/>
                  </a:lnTo>
                  <a:cubicBezTo>
                    <a:pt x="4358" y="3881"/>
                    <a:pt x="4307" y="3915"/>
                    <a:pt x="4248" y="3949"/>
                  </a:cubicBezTo>
                  <a:cubicBezTo>
                    <a:pt x="4248" y="3940"/>
                    <a:pt x="4248" y="3932"/>
                    <a:pt x="4248" y="3932"/>
                  </a:cubicBezTo>
                  <a:cubicBezTo>
                    <a:pt x="4205" y="4008"/>
                    <a:pt x="4095" y="4076"/>
                    <a:pt x="4070" y="4143"/>
                  </a:cubicBezTo>
                  <a:lnTo>
                    <a:pt x="4095" y="4135"/>
                  </a:lnTo>
                  <a:cubicBezTo>
                    <a:pt x="4112" y="4109"/>
                    <a:pt x="4129" y="4092"/>
                    <a:pt x="4154" y="4084"/>
                  </a:cubicBezTo>
                  <a:lnTo>
                    <a:pt x="4154" y="4084"/>
                  </a:lnTo>
                  <a:cubicBezTo>
                    <a:pt x="4138" y="4103"/>
                    <a:pt x="4143" y="4107"/>
                    <a:pt x="4153" y="4107"/>
                  </a:cubicBezTo>
                  <a:cubicBezTo>
                    <a:pt x="4157" y="4107"/>
                    <a:pt x="4163" y="4106"/>
                    <a:pt x="4168" y="4106"/>
                  </a:cubicBezTo>
                  <a:cubicBezTo>
                    <a:pt x="4179" y="4106"/>
                    <a:pt x="4184" y="4110"/>
                    <a:pt x="4163" y="4135"/>
                  </a:cubicBezTo>
                  <a:cubicBezTo>
                    <a:pt x="4104" y="4202"/>
                    <a:pt x="4011" y="4219"/>
                    <a:pt x="3994" y="4287"/>
                  </a:cubicBezTo>
                  <a:cubicBezTo>
                    <a:pt x="4070" y="4245"/>
                    <a:pt x="4138" y="4194"/>
                    <a:pt x="4197" y="4135"/>
                  </a:cubicBezTo>
                  <a:lnTo>
                    <a:pt x="4197" y="4135"/>
                  </a:lnTo>
                  <a:lnTo>
                    <a:pt x="4146" y="4169"/>
                  </a:lnTo>
                  <a:lnTo>
                    <a:pt x="4146" y="4169"/>
                  </a:lnTo>
                  <a:lnTo>
                    <a:pt x="4222" y="4059"/>
                  </a:lnTo>
                  <a:cubicBezTo>
                    <a:pt x="4223" y="4059"/>
                    <a:pt x="4224" y="4059"/>
                    <a:pt x="4225" y="4059"/>
                  </a:cubicBezTo>
                  <a:cubicBezTo>
                    <a:pt x="4243" y="4059"/>
                    <a:pt x="4299" y="3995"/>
                    <a:pt x="4324" y="3995"/>
                  </a:cubicBezTo>
                  <a:cubicBezTo>
                    <a:pt x="4327" y="3995"/>
                    <a:pt x="4330" y="3996"/>
                    <a:pt x="4332" y="3999"/>
                  </a:cubicBezTo>
                  <a:cubicBezTo>
                    <a:pt x="4298" y="4033"/>
                    <a:pt x="4264" y="4059"/>
                    <a:pt x="4239" y="4084"/>
                  </a:cubicBezTo>
                  <a:cubicBezTo>
                    <a:pt x="4248" y="4084"/>
                    <a:pt x="4341" y="4008"/>
                    <a:pt x="4374" y="3983"/>
                  </a:cubicBezTo>
                  <a:lnTo>
                    <a:pt x="4374" y="3983"/>
                  </a:lnTo>
                  <a:lnTo>
                    <a:pt x="4324" y="4016"/>
                  </a:lnTo>
                  <a:cubicBezTo>
                    <a:pt x="4391" y="3932"/>
                    <a:pt x="4510" y="3847"/>
                    <a:pt x="4577" y="3771"/>
                  </a:cubicBezTo>
                  <a:lnTo>
                    <a:pt x="4577" y="3771"/>
                  </a:lnTo>
                  <a:cubicBezTo>
                    <a:pt x="4565" y="3787"/>
                    <a:pt x="4564" y="3793"/>
                    <a:pt x="4569" y="3793"/>
                  </a:cubicBezTo>
                  <a:cubicBezTo>
                    <a:pt x="4580" y="3793"/>
                    <a:pt x="4624" y="3762"/>
                    <a:pt x="4638" y="3762"/>
                  </a:cubicBezTo>
                  <a:cubicBezTo>
                    <a:pt x="4643" y="3762"/>
                    <a:pt x="4644" y="3767"/>
                    <a:pt x="4637" y="3779"/>
                  </a:cubicBezTo>
                  <a:cubicBezTo>
                    <a:pt x="4628" y="3813"/>
                    <a:pt x="4577" y="3813"/>
                    <a:pt x="4586" y="3813"/>
                  </a:cubicBezTo>
                  <a:cubicBezTo>
                    <a:pt x="4587" y="3818"/>
                    <a:pt x="4590" y="3820"/>
                    <a:pt x="4594" y="3820"/>
                  </a:cubicBezTo>
                  <a:cubicBezTo>
                    <a:pt x="4612" y="3820"/>
                    <a:pt x="4650" y="3779"/>
                    <a:pt x="4671" y="3779"/>
                  </a:cubicBezTo>
                  <a:cubicBezTo>
                    <a:pt x="4671" y="3764"/>
                    <a:pt x="4731" y="3709"/>
                    <a:pt x="4702" y="3709"/>
                  </a:cubicBezTo>
                  <a:cubicBezTo>
                    <a:pt x="4699" y="3709"/>
                    <a:pt x="4695" y="3710"/>
                    <a:pt x="4689" y="3711"/>
                  </a:cubicBezTo>
                  <a:lnTo>
                    <a:pt x="4689" y="3711"/>
                  </a:lnTo>
                  <a:cubicBezTo>
                    <a:pt x="4723" y="3701"/>
                    <a:pt x="4764" y="3635"/>
                    <a:pt x="4814" y="3619"/>
                  </a:cubicBezTo>
                  <a:cubicBezTo>
                    <a:pt x="4789" y="3610"/>
                    <a:pt x="4874" y="3551"/>
                    <a:pt x="4882" y="3534"/>
                  </a:cubicBezTo>
                  <a:cubicBezTo>
                    <a:pt x="4890" y="3526"/>
                    <a:pt x="4907" y="3517"/>
                    <a:pt x="4933" y="3509"/>
                  </a:cubicBezTo>
                  <a:lnTo>
                    <a:pt x="4933" y="3509"/>
                  </a:lnTo>
                  <a:lnTo>
                    <a:pt x="4831" y="3636"/>
                  </a:lnTo>
                  <a:cubicBezTo>
                    <a:pt x="4806" y="3644"/>
                    <a:pt x="4772" y="3661"/>
                    <a:pt x="4789" y="3661"/>
                  </a:cubicBezTo>
                  <a:lnTo>
                    <a:pt x="4797" y="3678"/>
                  </a:lnTo>
                  <a:cubicBezTo>
                    <a:pt x="4721" y="3763"/>
                    <a:pt x="4654" y="3856"/>
                    <a:pt x="4620" y="3898"/>
                  </a:cubicBezTo>
                  <a:lnTo>
                    <a:pt x="4628" y="3864"/>
                  </a:lnTo>
                  <a:lnTo>
                    <a:pt x="4628" y="3864"/>
                  </a:lnTo>
                  <a:cubicBezTo>
                    <a:pt x="4586" y="3948"/>
                    <a:pt x="4495" y="3965"/>
                    <a:pt x="4444" y="4039"/>
                  </a:cubicBezTo>
                  <a:lnTo>
                    <a:pt x="4444" y="4039"/>
                  </a:lnTo>
                  <a:cubicBezTo>
                    <a:pt x="4444" y="4038"/>
                    <a:pt x="4444" y="4038"/>
                    <a:pt x="4443" y="4038"/>
                  </a:cubicBezTo>
                  <a:lnTo>
                    <a:pt x="4443" y="4038"/>
                  </a:lnTo>
                  <a:cubicBezTo>
                    <a:pt x="4442" y="4038"/>
                    <a:pt x="4439" y="4039"/>
                    <a:pt x="4434" y="4042"/>
                  </a:cubicBezTo>
                  <a:cubicBezTo>
                    <a:pt x="4349" y="4101"/>
                    <a:pt x="4349" y="4169"/>
                    <a:pt x="4264" y="4202"/>
                  </a:cubicBezTo>
                  <a:lnTo>
                    <a:pt x="4264" y="4186"/>
                  </a:lnTo>
                  <a:cubicBezTo>
                    <a:pt x="4264" y="4186"/>
                    <a:pt x="4231" y="4228"/>
                    <a:pt x="4248" y="4236"/>
                  </a:cubicBezTo>
                  <a:cubicBezTo>
                    <a:pt x="4281" y="4202"/>
                    <a:pt x="4324" y="4169"/>
                    <a:pt x="4358" y="4143"/>
                  </a:cubicBezTo>
                  <a:lnTo>
                    <a:pt x="4358" y="4143"/>
                  </a:lnTo>
                  <a:cubicBezTo>
                    <a:pt x="4341" y="4177"/>
                    <a:pt x="4315" y="4211"/>
                    <a:pt x="4281" y="4236"/>
                  </a:cubicBezTo>
                  <a:lnTo>
                    <a:pt x="4290" y="4262"/>
                  </a:lnTo>
                  <a:cubicBezTo>
                    <a:pt x="4264" y="4321"/>
                    <a:pt x="4197" y="4321"/>
                    <a:pt x="4171" y="4372"/>
                  </a:cubicBezTo>
                  <a:lnTo>
                    <a:pt x="4231" y="4355"/>
                  </a:lnTo>
                  <a:lnTo>
                    <a:pt x="4231" y="4363"/>
                  </a:lnTo>
                  <a:cubicBezTo>
                    <a:pt x="4248" y="4346"/>
                    <a:pt x="4256" y="4329"/>
                    <a:pt x="4264" y="4312"/>
                  </a:cubicBezTo>
                  <a:cubicBezTo>
                    <a:pt x="4307" y="4270"/>
                    <a:pt x="4358" y="4245"/>
                    <a:pt x="4417" y="4245"/>
                  </a:cubicBezTo>
                  <a:cubicBezTo>
                    <a:pt x="4422" y="4243"/>
                    <a:pt x="4426" y="4242"/>
                    <a:pt x="4429" y="4242"/>
                  </a:cubicBezTo>
                  <a:cubicBezTo>
                    <a:pt x="4451" y="4242"/>
                    <a:pt x="4427" y="4288"/>
                    <a:pt x="4442" y="4296"/>
                  </a:cubicBezTo>
                  <a:cubicBezTo>
                    <a:pt x="4493" y="4245"/>
                    <a:pt x="4467" y="4228"/>
                    <a:pt x="4527" y="4177"/>
                  </a:cubicBezTo>
                  <a:cubicBezTo>
                    <a:pt x="4530" y="4175"/>
                    <a:pt x="4532" y="4175"/>
                    <a:pt x="4534" y="4175"/>
                  </a:cubicBezTo>
                  <a:cubicBezTo>
                    <a:pt x="4537" y="4175"/>
                    <a:pt x="4537" y="4177"/>
                    <a:pt x="4536" y="4180"/>
                  </a:cubicBezTo>
                  <a:lnTo>
                    <a:pt x="4536" y="4180"/>
                  </a:lnTo>
                  <a:lnTo>
                    <a:pt x="4561" y="4143"/>
                  </a:lnTo>
                  <a:cubicBezTo>
                    <a:pt x="4561" y="4144"/>
                    <a:pt x="4562" y="4144"/>
                    <a:pt x="4563" y="4144"/>
                  </a:cubicBezTo>
                  <a:cubicBezTo>
                    <a:pt x="4575" y="4144"/>
                    <a:pt x="4618" y="4119"/>
                    <a:pt x="4633" y="4119"/>
                  </a:cubicBezTo>
                  <a:cubicBezTo>
                    <a:pt x="4641" y="4119"/>
                    <a:pt x="4641" y="4125"/>
                    <a:pt x="4628" y="4143"/>
                  </a:cubicBezTo>
                  <a:lnTo>
                    <a:pt x="4586" y="4169"/>
                  </a:lnTo>
                  <a:lnTo>
                    <a:pt x="4586" y="4169"/>
                  </a:lnTo>
                  <a:cubicBezTo>
                    <a:pt x="4667" y="4132"/>
                    <a:pt x="4794" y="4062"/>
                    <a:pt x="4830" y="4062"/>
                  </a:cubicBezTo>
                  <a:cubicBezTo>
                    <a:pt x="4835" y="4062"/>
                    <a:pt x="4839" y="4064"/>
                    <a:pt x="4840" y="4067"/>
                  </a:cubicBezTo>
                  <a:cubicBezTo>
                    <a:pt x="4890" y="4042"/>
                    <a:pt x="4865" y="4033"/>
                    <a:pt x="4941" y="3991"/>
                  </a:cubicBezTo>
                  <a:cubicBezTo>
                    <a:pt x="4958" y="3949"/>
                    <a:pt x="4916" y="3957"/>
                    <a:pt x="4975" y="3881"/>
                  </a:cubicBezTo>
                  <a:lnTo>
                    <a:pt x="4975" y="3881"/>
                  </a:lnTo>
                  <a:lnTo>
                    <a:pt x="4916" y="3923"/>
                  </a:lnTo>
                  <a:cubicBezTo>
                    <a:pt x="4905" y="3929"/>
                    <a:pt x="4901" y="3938"/>
                    <a:pt x="4895" y="3946"/>
                  </a:cubicBezTo>
                  <a:lnTo>
                    <a:pt x="4895" y="3946"/>
                  </a:lnTo>
                  <a:lnTo>
                    <a:pt x="4941" y="3906"/>
                  </a:lnTo>
                  <a:lnTo>
                    <a:pt x="4941" y="3906"/>
                  </a:lnTo>
                  <a:cubicBezTo>
                    <a:pt x="4916" y="3949"/>
                    <a:pt x="4924" y="3949"/>
                    <a:pt x="4924" y="3974"/>
                  </a:cubicBezTo>
                  <a:cubicBezTo>
                    <a:pt x="4874" y="4025"/>
                    <a:pt x="4806" y="4050"/>
                    <a:pt x="4730" y="4067"/>
                  </a:cubicBezTo>
                  <a:cubicBezTo>
                    <a:pt x="4747" y="4033"/>
                    <a:pt x="4806" y="3999"/>
                    <a:pt x="4772" y="3991"/>
                  </a:cubicBezTo>
                  <a:cubicBezTo>
                    <a:pt x="4831" y="3974"/>
                    <a:pt x="4806" y="3932"/>
                    <a:pt x="4874" y="3906"/>
                  </a:cubicBezTo>
                  <a:lnTo>
                    <a:pt x="4874" y="3906"/>
                  </a:lnTo>
                  <a:lnTo>
                    <a:pt x="4865" y="3923"/>
                  </a:lnTo>
                  <a:cubicBezTo>
                    <a:pt x="4899" y="3873"/>
                    <a:pt x="4924" y="3889"/>
                    <a:pt x="4950" y="3847"/>
                  </a:cubicBezTo>
                  <a:lnTo>
                    <a:pt x="4958" y="3847"/>
                  </a:lnTo>
                  <a:cubicBezTo>
                    <a:pt x="4996" y="3809"/>
                    <a:pt x="4988" y="3809"/>
                    <a:pt x="4978" y="3809"/>
                  </a:cubicBezTo>
                  <a:cubicBezTo>
                    <a:pt x="4969" y="3809"/>
                    <a:pt x="4958" y="3809"/>
                    <a:pt x="4992" y="3771"/>
                  </a:cubicBezTo>
                  <a:cubicBezTo>
                    <a:pt x="5015" y="3756"/>
                    <a:pt x="5029" y="3750"/>
                    <a:pt x="5037" y="3750"/>
                  </a:cubicBezTo>
                  <a:cubicBezTo>
                    <a:pt x="5057" y="3750"/>
                    <a:pt x="5050" y="3779"/>
                    <a:pt x="5068" y="3779"/>
                  </a:cubicBezTo>
                  <a:cubicBezTo>
                    <a:pt x="4975" y="3898"/>
                    <a:pt x="5093" y="3813"/>
                    <a:pt x="4992" y="3940"/>
                  </a:cubicBezTo>
                  <a:cubicBezTo>
                    <a:pt x="4996" y="3946"/>
                    <a:pt x="5002" y="3949"/>
                    <a:pt x="5010" y="3949"/>
                  </a:cubicBezTo>
                  <a:cubicBezTo>
                    <a:pt x="5036" y="3949"/>
                    <a:pt x="5082" y="3918"/>
                    <a:pt x="5127" y="3873"/>
                  </a:cubicBezTo>
                  <a:lnTo>
                    <a:pt x="5127" y="3873"/>
                  </a:lnTo>
                  <a:cubicBezTo>
                    <a:pt x="5121" y="3876"/>
                    <a:pt x="5116" y="3877"/>
                    <a:pt x="5112" y="3877"/>
                  </a:cubicBezTo>
                  <a:cubicBezTo>
                    <a:pt x="5092" y="3877"/>
                    <a:pt x="5109" y="3834"/>
                    <a:pt x="5075" y="3834"/>
                  </a:cubicBezTo>
                  <a:cubicBezTo>
                    <a:pt x="5069" y="3834"/>
                    <a:pt x="5061" y="3835"/>
                    <a:pt x="5051" y="3839"/>
                  </a:cubicBezTo>
                  <a:cubicBezTo>
                    <a:pt x="5144" y="3737"/>
                    <a:pt x="5093" y="3686"/>
                    <a:pt x="5229" y="3627"/>
                  </a:cubicBezTo>
                  <a:lnTo>
                    <a:pt x="5254" y="3576"/>
                  </a:lnTo>
                  <a:lnTo>
                    <a:pt x="5330" y="3534"/>
                  </a:lnTo>
                  <a:lnTo>
                    <a:pt x="5330" y="3534"/>
                  </a:lnTo>
                  <a:cubicBezTo>
                    <a:pt x="5313" y="3593"/>
                    <a:pt x="5254" y="3619"/>
                    <a:pt x="5237" y="3661"/>
                  </a:cubicBezTo>
                  <a:cubicBezTo>
                    <a:pt x="5339" y="3627"/>
                    <a:pt x="5322" y="3551"/>
                    <a:pt x="5415" y="3483"/>
                  </a:cubicBezTo>
                  <a:cubicBezTo>
                    <a:pt x="5425" y="3481"/>
                    <a:pt x="5432" y="3480"/>
                    <a:pt x="5437" y="3480"/>
                  </a:cubicBezTo>
                  <a:cubicBezTo>
                    <a:pt x="5484" y="3480"/>
                    <a:pt x="5340" y="3579"/>
                    <a:pt x="5356" y="3602"/>
                  </a:cubicBezTo>
                  <a:cubicBezTo>
                    <a:pt x="5370" y="3581"/>
                    <a:pt x="5412" y="3566"/>
                    <a:pt x="5427" y="3566"/>
                  </a:cubicBezTo>
                  <a:cubicBezTo>
                    <a:pt x="5430" y="3566"/>
                    <a:pt x="5432" y="3567"/>
                    <a:pt x="5432" y="3568"/>
                  </a:cubicBezTo>
                  <a:cubicBezTo>
                    <a:pt x="5339" y="3627"/>
                    <a:pt x="5390" y="3627"/>
                    <a:pt x="5288" y="3686"/>
                  </a:cubicBezTo>
                  <a:cubicBezTo>
                    <a:pt x="5302" y="3666"/>
                    <a:pt x="5302" y="3660"/>
                    <a:pt x="5296" y="3660"/>
                  </a:cubicBezTo>
                  <a:cubicBezTo>
                    <a:pt x="5291" y="3660"/>
                    <a:pt x="5281" y="3665"/>
                    <a:pt x="5276" y="3665"/>
                  </a:cubicBezTo>
                  <a:cubicBezTo>
                    <a:pt x="5273" y="3665"/>
                    <a:pt x="5271" y="3664"/>
                    <a:pt x="5271" y="3661"/>
                  </a:cubicBezTo>
                  <a:cubicBezTo>
                    <a:pt x="5229" y="3720"/>
                    <a:pt x="5170" y="3763"/>
                    <a:pt x="5110" y="3796"/>
                  </a:cubicBezTo>
                  <a:cubicBezTo>
                    <a:pt x="5110" y="3804"/>
                    <a:pt x="5114" y="3807"/>
                    <a:pt x="5119" y="3807"/>
                  </a:cubicBezTo>
                  <a:cubicBezTo>
                    <a:pt x="5139" y="3807"/>
                    <a:pt x="5189" y="3767"/>
                    <a:pt x="5229" y="3754"/>
                  </a:cubicBezTo>
                  <a:cubicBezTo>
                    <a:pt x="5288" y="3670"/>
                    <a:pt x="5398" y="3653"/>
                    <a:pt x="5432" y="3585"/>
                  </a:cubicBezTo>
                  <a:cubicBezTo>
                    <a:pt x="5455" y="3564"/>
                    <a:pt x="5467" y="3557"/>
                    <a:pt x="5472" y="3557"/>
                  </a:cubicBezTo>
                  <a:cubicBezTo>
                    <a:pt x="5482" y="3557"/>
                    <a:pt x="5460" y="3593"/>
                    <a:pt x="5466" y="3593"/>
                  </a:cubicBezTo>
                  <a:cubicBezTo>
                    <a:pt x="5542" y="3551"/>
                    <a:pt x="5483" y="3551"/>
                    <a:pt x="5500" y="3534"/>
                  </a:cubicBezTo>
                  <a:cubicBezTo>
                    <a:pt x="5601" y="3433"/>
                    <a:pt x="5643" y="3458"/>
                    <a:pt x="5719" y="3399"/>
                  </a:cubicBezTo>
                  <a:cubicBezTo>
                    <a:pt x="5813" y="3297"/>
                    <a:pt x="5923" y="3204"/>
                    <a:pt x="6049" y="3128"/>
                  </a:cubicBezTo>
                  <a:lnTo>
                    <a:pt x="6049" y="3128"/>
                  </a:lnTo>
                  <a:cubicBezTo>
                    <a:pt x="6041" y="3145"/>
                    <a:pt x="6058" y="3145"/>
                    <a:pt x="6075" y="3145"/>
                  </a:cubicBezTo>
                  <a:cubicBezTo>
                    <a:pt x="6109" y="3052"/>
                    <a:pt x="6100" y="3094"/>
                    <a:pt x="6159" y="3001"/>
                  </a:cubicBezTo>
                  <a:lnTo>
                    <a:pt x="6159" y="3001"/>
                  </a:lnTo>
                  <a:lnTo>
                    <a:pt x="6083" y="3044"/>
                  </a:lnTo>
                  <a:cubicBezTo>
                    <a:pt x="6134" y="2993"/>
                    <a:pt x="6159" y="2934"/>
                    <a:pt x="6227" y="2908"/>
                  </a:cubicBezTo>
                  <a:lnTo>
                    <a:pt x="6227" y="2908"/>
                  </a:lnTo>
                  <a:cubicBezTo>
                    <a:pt x="6220" y="2909"/>
                    <a:pt x="6215" y="2910"/>
                    <a:pt x="6211" y="2910"/>
                  </a:cubicBezTo>
                  <a:cubicBezTo>
                    <a:pt x="6157" y="2910"/>
                    <a:pt x="6305" y="2812"/>
                    <a:pt x="6329" y="2773"/>
                  </a:cubicBezTo>
                  <a:cubicBezTo>
                    <a:pt x="6396" y="2739"/>
                    <a:pt x="6439" y="2663"/>
                    <a:pt x="6489" y="2663"/>
                  </a:cubicBezTo>
                  <a:lnTo>
                    <a:pt x="6481" y="2671"/>
                  </a:lnTo>
                  <a:lnTo>
                    <a:pt x="6565" y="2612"/>
                  </a:lnTo>
                  <a:lnTo>
                    <a:pt x="6582" y="2654"/>
                  </a:lnTo>
                  <a:cubicBezTo>
                    <a:pt x="6650" y="2629"/>
                    <a:pt x="6701" y="2553"/>
                    <a:pt x="6675" y="2553"/>
                  </a:cubicBezTo>
                  <a:cubicBezTo>
                    <a:pt x="6703" y="2536"/>
                    <a:pt x="6714" y="2530"/>
                    <a:pt x="6718" y="2530"/>
                  </a:cubicBezTo>
                  <a:cubicBezTo>
                    <a:pt x="6724" y="2530"/>
                    <a:pt x="6716" y="2543"/>
                    <a:pt x="6726" y="2553"/>
                  </a:cubicBezTo>
                  <a:cubicBezTo>
                    <a:pt x="6702" y="2585"/>
                    <a:pt x="6662" y="2663"/>
                    <a:pt x="6615" y="2663"/>
                  </a:cubicBezTo>
                  <a:cubicBezTo>
                    <a:pt x="6612" y="2663"/>
                    <a:pt x="6610" y="2663"/>
                    <a:pt x="6608" y="2663"/>
                  </a:cubicBezTo>
                  <a:cubicBezTo>
                    <a:pt x="6616" y="2663"/>
                    <a:pt x="6633" y="2654"/>
                    <a:pt x="6633" y="2646"/>
                  </a:cubicBezTo>
                  <a:lnTo>
                    <a:pt x="6633" y="2646"/>
                  </a:lnTo>
                  <a:cubicBezTo>
                    <a:pt x="6464" y="2747"/>
                    <a:pt x="6616" y="2731"/>
                    <a:pt x="6540" y="2798"/>
                  </a:cubicBezTo>
                  <a:cubicBezTo>
                    <a:pt x="6582" y="2764"/>
                    <a:pt x="6625" y="2756"/>
                    <a:pt x="6667" y="2714"/>
                  </a:cubicBezTo>
                  <a:cubicBezTo>
                    <a:pt x="6709" y="2671"/>
                    <a:pt x="6752" y="2629"/>
                    <a:pt x="6785" y="2578"/>
                  </a:cubicBezTo>
                  <a:lnTo>
                    <a:pt x="6785" y="2578"/>
                  </a:lnTo>
                  <a:cubicBezTo>
                    <a:pt x="6752" y="2621"/>
                    <a:pt x="6701" y="2654"/>
                    <a:pt x="6650" y="2671"/>
                  </a:cubicBezTo>
                  <a:lnTo>
                    <a:pt x="6650" y="2671"/>
                  </a:lnTo>
                  <a:cubicBezTo>
                    <a:pt x="6684" y="2637"/>
                    <a:pt x="6675" y="2621"/>
                    <a:pt x="6718" y="2604"/>
                  </a:cubicBezTo>
                  <a:lnTo>
                    <a:pt x="6718" y="2621"/>
                  </a:lnTo>
                  <a:lnTo>
                    <a:pt x="6743" y="2570"/>
                  </a:lnTo>
                  <a:cubicBezTo>
                    <a:pt x="6745" y="2571"/>
                    <a:pt x="6748" y="2572"/>
                    <a:pt x="6751" y="2572"/>
                  </a:cubicBezTo>
                  <a:cubicBezTo>
                    <a:pt x="6774" y="2572"/>
                    <a:pt x="6818" y="2539"/>
                    <a:pt x="6830" y="2539"/>
                  </a:cubicBezTo>
                  <a:cubicBezTo>
                    <a:pt x="6836" y="2539"/>
                    <a:pt x="6834" y="2547"/>
                    <a:pt x="6819" y="2570"/>
                  </a:cubicBezTo>
                  <a:cubicBezTo>
                    <a:pt x="6870" y="2519"/>
                    <a:pt x="6828" y="2536"/>
                    <a:pt x="6870" y="2485"/>
                  </a:cubicBezTo>
                  <a:lnTo>
                    <a:pt x="6870" y="2485"/>
                  </a:lnTo>
                  <a:lnTo>
                    <a:pt x="6768" y="2553"/>
                  </a:lnTo>
                  <a:lnTo>
                    <a:pt x="6752" y="2536"/>
                  </a:lnTo>
                  <a:cubicBezTo>
                    <a:pt x="6777" y="2494"/>
                    <a:pt x="6802" y="2502"/>
                    <a:pt x="6836" y="2468"/>
                  </a:cubicBezTo>
                  <a:lnTo>
                    <a:pt x="6819" y="2443"/>
                  </a:lnTo>
                  <a:lnTo>
                    <a:pt x="6904" y="2409"/>
                  </a:lnTo>
                  <a:cubicBezTo>
                    <a:pt x="6887" y="2401"/>
                    <a:pt x="6946" y="2367"/>
                    <a:pt x="6955" y="2350"/>
                  </a:cubicBezTo>
                  <a:cubicBezTo>
                    <a:pt x="6965" y="2345"/>
                    <a:pt x="6974" y="2343"/>
                    <a:pt x="6981" y="2343"/>
                  </a:cubicBezTo>
                  <a:cubicBezTo>
                    <a:pt x="6994" y="2343"/>
                    <a:pt x="7005" y="2348"/>
                    <a:pt x="7015" y="2348"/>
                  </a:cubicBezTo>
                  <a:cubicBezTo>
                    <a:pt x="7028" y="2348"/>
                    <a:pt x="7042" y="2341"/>
                    <a:pt x="7065" y="2308"/>
                  </a:cubicBezTo>
                  <a:lnTo>
                    <a:pt x="7056" y="2308"/>
                  </a:lnTo>
                  <a:cubicBezTo>
                    <a:pt x="7090" y="2274"/>
                    <a:pt x="7124" y="2240"/>
                    <a:pt x="7166" y="2215"/>
                  </a:cubicBezTo>
                  <a:lnTo>
                    <a:pt x="7166" y="2215"/>
                  </a:lnTo>
                  <a:cubicBezTo>
                    <a:pt x="7166" y="2223"/>
                    <a:pt x="7158" y="2231"/>
                    <a:pt x="7149" y="2240"/>
                  </a:cubicBezTo>
                  <a:cubicBezTo>
                    <a:pt x="7231" y="2199"/>
                    <a:pt x="7329" y="2070"/>
                    <a:pt x="7389" y="2070"/>
                  </a:cubicBezTo>
                  <a:cubicBezTo>
                    <a:pt x="7391" y="2070"/>
                    <a:pt x="7393" y="2070"/>
                    <a:pt x="7394" y="2071"/>
                  </a:cubicBezTo>
                  <a:cubicBezTo>
                    <a:pt x="7403" y="2096"/>
                    <a:pt x="7361" y="2105"/>
                    <a:pt x="7378" y="2130"/>
                  </a:cubicBezTo>
                  <a:cubicBezTo>
                    <a:pt x="7234" y="2198"/>
                    <a:pt x="7318" y="2231"/>
                    <a:pt x="7166" y="2324"/>
                  </a:cubicBezTo>
                  <a:cubicBezTo>
                    <a:pt x="7161" y="2320"/>
                    <a:pt x="7156" y="2317"/>
                    <a:pt x="7151" y="2317"/>
                  </a:cubicBezTo>
                  <a:cubicBezTo>
                    <a:pt x="7115" y="2317"/>
                    <a:pt x="7073" y="2420"/>
                    <a:pt x="7020" y="2420"/>
                  </a:cubicBezTo>
                  <a:cubicBezTo>
                    <a:pt x="7015" y="2420"/>
                    <a:pt x="7010" y="2419"/>
                    <a:pt x="7005" y="2418"/>
                  </a:cubicBezTo>
                  <a:cubicBezTo>
                    <a:pt x="7065" y="2384"/>
                    <a:pt x="7115" y="2299"/>
                    <a:pt x="7098" y="2299"/>
                  </a:cubicBezTo>
                  <a:lnTo>
                    <a:pt x="7098" y="2299"/>
                  </a:lnTo>
                  <a:cubicBezTo>
                    <a:pt x="7056" y="2341"/>
                    <a:pt x="6997" y="2384"/>
                    <a:pt x="6946" y="2418"/>
                  </a:cubicBezTo>
                  <a:cubicBezTo>
                    <a:pt x="6951" y="2417"/>
                    <a:pt x="6955" y="2416"/>
                    <a:pt x="6958" y="2416"/>
                  </a:cubicBezTo>
                  <a:cubicBezTo>
                    <a:pt x="6990" y="2416"/>
                    <a:pt x="6996" y="2446"/>
                    <a:pt x="6988" y="2477"/>
                  </a:cubicBezTo>
                  <a:cubicBezTo>
                    <a:pt x="7107" y="2384"/>
                    <a:pt x="7225" y="2308"/>
                    <a:pt x="7352" y="2231"/>
                  </a:cubicBezTo>
                  <a:lnTo>
                    <a:pt x="7318" y="2215"/>
                  </a:lnTo>
                  <a:cubicBezTo>
                    <a:pt x="7345" y="2185"/>
                    <a:pt x="7357" y="2175"/>
                    <a:pt x="7363" y="2175"/>
                  </a:cubicBezTo>
                  <a:cubicBezTo>
                    <a:pt x="7373" y="2175"/>
                    <a:pt x="7362" y="2205"/>
                    <a:pt x="7379" y="2205"/>
                  </a:cubicBezTo>
                  <a:cubicBezTo>
                    <a:pt x="7385" y="2205"/>
                    <a:pt x="7395" y="2201"/>
                    <a:pt x="7411" y="2189"/>
                  </a:cubicBezTo>
                  <a:lnTo>
                    <a:pt x="7428" y="2147"/>
                  </a:lnTo>
                  <a:lnTo>
                    <a:pt x="7437" y="2147"/>
                  </a:lnTo>
                  <a:lnTo>
                    <a:pt x="7471" y="2071"/>
                  </a:lnTo>
                  <a:lnTo>
                    <a:pt x="7471" y="2071"/>
                  </a:lnTo>
                  <a:cubicBezTo>
                    <a:pt x="7428" y="2105"/>
                    <a:pt x="7462" y="2113"/>
                    <a:pt x="7411" y="2138"/>
                  </a:cubicBezTo>
                  <a:cubicBezTo>
                    <a:pt x="7403" y="2141"/>
                    <a:pt x="7397" y="2142"/>
                    <a:pt x="7393" y="2142"/>
                  </a:cubicBezTo>
                  <a:cubicBezTo>
                    <a:pt x="7371" y="2142"/>
                    <a:pt x="7394" y="2109"/>
                    <a:pt x="7394" y="2088"/>
                  </a:cubicBezTo>
                  <a:cubicBezTo>
                    <a:pt x="7418" y="2076"/>
                    <a:pt x="7471" y="2035"/>
                    <a:pt x="7486" y="2035"/>
                  </a:cubicBezTo>
                  <a:cubicBezTo>
                    <a:pt x="7492" y="2035"/>
                    <a:pt x="7492" y="2042"/>
                    <a:pt x="7479" y="2062"/>
                  </a:cubicBezTo>
                  <a:lnTo>
                    <a:pt x="7564" y="1944"/>
                  </a:lnTo>
                  <a:lnTo>
                    <a:pt x="7564" y="1944"/>
                  </a:lnTo>
                  <a:cubicBezTo>
                    <a:pt x="7572" y="1961"/>
                    <a:pt x="7547" y="1978"/>
                    <a:pt x="7547" y="1995"/>
                  </a:cubicBezTo>
                  <a:lnTo>
                    <a:pt x="7614" y="1927"/>
                  </a:lnTo>
                  <a:lnTo>
                    <a:pt x="7614" y="1935"/>
                  </a:lnTo>
                  <a:cubicBezTo>
                    <a:pt x="7674" y="1876"/>
                    <a:pt x="7733" y="1817"/>
                    <a:pt x="7784" y="1749"/>
                  </a:cubicBezTo>
                  <a:lnTo>
                    <a:pt x="7784" y="1749"/>
                  </a:lnTo>
                  <a:cubicBezTo>
                    <a:pt x="7762" y="1761"/>
                    <a:pt x="7751" y="1766"/>
                    <a:pt x="7745" y="1766"/>
                  </a:cubicBezTo>
                  <a:cubicBezTo>
                    <a:pt x="7735" y="1766"/>
                    <a:pt x="7744" y="1752"/>
                    <a:pt x="7750" y="1741"/>
                  </a:cubicBezTo>
                  <a:cubicBezTo>
                    <a:pt x="7767" y="1724"/>
                    <a:pt x="7826" y="1665"/>
                    <a:pt x="7809" y="1665"/>
                  </a:cubicBezTo>
                  <a:cubicBezTo>
                    <a:pt x="7824" y="1652"/>
                    <a:pt x="7841" y="1646"/>
                    <a:pt x="7856" y="1646"/>
                  </a:cubicBezTo>
                  <a:cubicBezTo>
                    <a:pt x="7892" y="1646"/>
                    <a:pt x="7910" y="1685"/>
                    <a:pt x="7826" y="1775"/>
                  </a:cubicBezTo>
                  <a:cubicBezTo>
                    <a:pt x="7784" y="1775"/>
                    <a:pt x="7750" y="1834"/>
                    <a:pt x="7707" y="1868"/>
                  </a:cubicBezTo>
                  <a:cubicBezTo>
                    <a:pt x="7767" y="1842"/>
                    <a:pt x="7775" y="1817"/>
                    <a:pt x="7817" y="1783"/>
                  </a:cubicBezTo>
                  <a:lnTo>
                    <a:pt x="7817" y="1783"/>
                  </a:lnTo>
                  <a:cubicBezTo>
                    <a:pt x="7809" y="1792"/>
                    <a:pt x="7809" y="1792"/>
                    <a:pt x="7817" y="1792"/>
                  </a:cubicBezTo>
                  <a:cubicBezTo>
                    <a:pt x="7826" y="1792"/>
                    <a:pt x="7834" y="1783"/>
                    <a:pt x="7843" y="1775"/>
                  </a:cubicBezTo>
                  <a:cubicBezTo>
                    <a:pt x="7877" y="1758"/>
                    <a:pt x="7927" y="1741"/>
                    <a:pt x="7927" y="1741"/>
                  </a:cubicBezTo>
                  <a:lnTo>
                    <a:pt x="7927" y="1741"/>
                  </a:lnTo>
                  <a:cubicBezTo>
                    <a:pt x="7919" y="1758"/>
                    <a:pt x="7919" y="1775"/>
                    <a:pt x="7902" y="1783"/>
                  </a:cubicBezTo>
                  <a:cubicBezTo>
                    <a:pt x="7894" y="1800"/>
                    <a:pt x="7885" y="1808"/>
                    <a:pt x="7868" y="1825"/>
                  </a:cubicBezTo>
                  <a:cubicBezTo>
                    <a:pt x="7860" y="1834"/>
                    <a:pt x="7843" y="1842"/>
                    <a:pt x="7826" y="1851"/>
                  </a:cubicBezTo>
                  <a:cubicBezTo>
                    <a:pt x="7805" y="1867"/>
                    <a:pt x="7794" y="1872"/>
                    <a:pt x="7788" y="1872"/>
                  </a:cubicBezTo>
                  <a:cubicBezTo>
                    <a:pt x="7775" y="1872"/>
                    <a:pt x="7788" y="1846"/>
                    <a:pt x="7787" y="1846"/>
                  </a:cubicBezTo>
                  <a:lnTo>
                    <a:pt x="7787" y="1846"/>
                  </a:lnTo>
                  <a:cubicBezTo>
                    <a:pt x="7787" y="1846"/>
                    <a:pt x="7786" y="1847"/>
                    <a:pt x="7784" y="1851"/>
                  </a:cubicBezTo>
                  <a:cubicBezTo>
                    <a:pt x="7780" y="1849"/>
                    <a:pt x="7777" y="1849"/>
                    <a:pt x="7774" y="1849"/>
                  </a:cubicBezTo>
                  <a:cubicBezTo>
                    <a:pt x="7731" y="1849"/>
                    <a:pt x="7670" y="1938"/>
                    <a:pt x="7623" y="1969"/>
                  </a:cubicBezTo>
                  <a:cubicBezTo>
                    <a:pt x="7614" y="1969"/>
                    <a:pt x="7623" y="1952"/>
                    <a:pt x="7631" y="1944"/>
                  </a:cubicBezTo>
                  <a:lnTo>
                    <a:pt x="7631" y="1944"/>
                  </a:lnTo>
                  <a:cubicBezTo>
                    <a:pt x="7597" y="1978"/>
                    <a:pt x="7504" y="2045"/>
                    <a:pt x="7513" y="2071"/>
                  </a:cubicBezTo>
                  <a:lnTo>
                    <a:pt x="7606" y="1978"/>
                  </a:lnTo>
                  <a:cubicBezTo>
                    <a:pt x="7608" y="1977"/>
                    <a:pt x="7609" y="1977"/>
                    <a:pt x="7611" y="1977"/>
                  </a:cubicBezTo>
                  <a:cubicBezTo>
                    <a:pt x="7623" y="1977"/>
                    <a:pt x="7601" y="2007"/>
                    <a:pt x="7618" y="2007"/>
                  </a:cubicBezTo>
                  <a:cubicBezTo>
                    <a:pt x="7621" y="2007"/>
                    <a:pt x="7625" y="2005"/>
                    <a:pt x="7631" y="2003"/>
                  </a:cubicBezTo>
                  <a:cubicBezTo>
                    <a:pt x="7657" y="1978"/>
                    <a:pt x="7682" y="1952"/>
                    <a:pt x="7707" y="1935"/>
                  </a:cubicBezTo>
                  <a:lnTo>
                    <a:pt x="7707" y="1952"/>
                  </a:lnTo>
                  <a:cubicBezTo>
                    <a:pt x="7750" y="1927"/>
                    <a:pt x="7792" y="1902"/>
                    <a:pt x="7834" y="1876"/>
                  </a:cubicBezTo>
                  <a:lnTo>
                    <a:pt x="8012" y="1724"/>
                  </a:lnTo>
                  <a:cubicBezTo>
                    <a:pt x="7995" y="1665"/>
                    <a:pt x="8037" y="1597"/>
                    <a:pt x="8029" y="1529"/>
                  </a:cubicBezTo>
                  <a:cubicBezTo>
                    <a:pt x="8190" y="1402"/>
                    <a:pt x="8359" y="1276"/>
                    <a:pt x="8553" y="1132"/>
                  </a:cubicBezTo>
                  <a:lnTo>
                    <a:pt x="8553" y="1132"/>
                  </a:lnTo>
                  <a:cubicBezTo>
                    <a:pt x="8553" y="1166"/>
                    <a:pt x="8452" y="1259"/>
                    <a:pt x="8325" y="1352"/>
                  </a:cubicBezTo>
                  <a:lnTo>
                    <a:pt x="8359" y="1309"/>
                  </a:lnTo>
                  <a:lnTo>
                    <a:pt x="8359" y="1309"/>
                  </a:lnTo>
                  <a:cubicBezTo>
                    <a:pt x="8300" y="1352"/>
                    <a:pt x="8249" y="1402"/>
                    <a:pt x="8207" y="1462"/>
                  </a:cubicBezTo>
                  <a:cubicBezTo>
                    <a:pt x="8207" y="1459"/>
                    <a:pt x="8205" y="1458"/>
                    <a:pt x="8203" y="1458"/>
                  </a:cubicBezTo>
                  <a:cubicBezTo>
                    <a:pt x="8197" y="1458"/>
                    <a:pt x="8185" y="1464"/>
                    <a:pt x="8173" y="1470"/>
                  </a:cubicBezTo>
                  <a:cubicBezTo>
                    <a:pt x="8102" y="1527"/>
                    <a:pt x="8072" y="1578"/>
                    <a:pt x="8105" y="1578"/>
                  </a:cubicBezTo>
                  <a:cubicBezTo>
                    <a:pt x="8111" y="1578"/>
                    <a:pt x="8119" y="1576"/>
                    <a:pt x="8130" y="1572"/>
                  </a:cubicBezTo>
                  <a:lnTo>
                    <a:pt x="8156" y="1538"/>
                  </a:lnTo>
                  <a:lnTo>
                    <a:pt x="8257" y="1495"/>
                  </a:lnTo>
                  <a:cubicBezTo>
                    <a:pt x="8223" y="1453"/>
                    <a:pt x="8452" y="1309"/>
                    <a:pt x="8528" y="1225"/>
                  </a:cubicBezTo>
                  <a:lnTo>
                    <a:pt x="8528" y="1225"/>
                  </a:lnTo>
                  <a:cubicBezTo>
                    <a:pt x="8494" y="1309"/>
                    <a:pt x="8435" y="1377"/>
                    <a:pt x="8350" y="1419"/>
                  </a:cubicBezTo>
                  <a:lnTo>
                    <a:pt x="8385" y="1419"/>
                  </a:lnTo>
                  <a:cubicBezTo>
                    <a:pt x="8427" y="1384"/>
                    <a:pt x="8472" y="1351"/>
                    <a:pt x="8520" y="1318"/>
                  </a:cubicBezTo>
                  <a:cubicBezTo>
                    <a:pt x="8570" y="1233"/>
                    <a:pt x="8646" y="1157"/>
                    <a:pt x="8731" y="1106"/>
                  </a:cubicBezTo>
                  <a:cubicBezTo>
                    <a:pt x="8739" y="1064"/>
                    <a:pt x="8824" y="1013"/>
                    <a:pt x="8909" y="963"/>
                  </a:cubicBezTo>
                  <a:cubicBezTo>
                    <a:pt x="8985" y="920"/>
                    <a:pt x="9052" y="869"/>
                    <a:pt x="9120" y="819"/>
                  </a:cubicBezTo>
                  <a:cubicBezTo>
                    <a:pt x="9118" y="818"/>
                    <a:pt x="9116" y="818"/>
                    <a:pt x="9114" y="818"/>
                  </a:cubicBezTo>
                  <a:cubicBezTo>
                    <a:pt x="9044" y="818"/>
                    <a:pt x="8906" y="956"/>
                    <a:pt x="8816" y="1005"/>
                  </a:cubicBezTo>
                  <a:cubicBezTo>
                    <a:pt x="8835" y="973"/>
                    <a:pt x="8907" y="931"/>
                    <a:pt x="8894" y="931"/>
                  </a:cubicBezTo>
                  <a:cubicBezTo>
                    <a:pt x="8889" y="931"/>
                    <a:pt x="8876" y="935"/>
                    <a:pt x="8849" y="946"/>
                  </a:cubicBezTo>
                  <a:cubicBezTo>
                    <a:pt x="8943" y="853"/>
                    <a:pt x="9027" y="869"/>
                    <a:pt x="9069" y="793"/>
                  </a:cubicBezTo>
                  <a:lnTo>
                    <a:pt x="9069" y="793"/>
                  </a:lnTo>
                  <a:lnTo>
                    <a:pt x="8976" y="844"/>
                  </a:lnTo>
                  <a:cubicBezTo>
                    <a:pt x="8976" y="819"/>
                    <a:pt x="9086" y="743"/>
                    <a:pt x="9086" y="717"/>
                  </a:cubicBezTo>
                  <a:lnTo>
                    <a:pt x="9086" y="717"/>
                  </a:lnTo>
                  <a:cubicBezTo>
                    <a:pt x="9010" y="734"/>
                    <a:pt x="9010" y="785"/>
                    <a:pt x="8883" y="861"/>
                  </a:cubicBezTo>
                  <a:lnTo>
                    <a:pt x="8866" y="844"/>
                  </a:lnTo>
                  <a:lnTo>
                    <a:pt x="8748" y="979"/>
                  </a:lnTo>
                  <a:cubicBezTo>
                    <a:pt x="8773" y="1005"/>
                    <a:pt x="8824" y="963"/>
                    <a:pt x="8756" y="1056"/>
                  </a:cubicBezTo>
                  <a:cubicBezTo>
                    <a:pt x="8690" y="1100"/>
                    <a:pt x="8611" y="1125"/>
                    <a:pt x="8530" y="1125"/>
                  </a:cubicBezTo>
                  <a:cubicBezTo>
                    <a:pt x="8518" y="1125"/>
                    <a:pt x="8506" y="1124"/>
                    <a:pt x="8494" y="1123"/>
                  </a:cubicBezTo>
                  <a:cubicBezTo>
                    <a:pt x="8570" y="1089"/>
                    <a:pt x="8638" y="1022"/>
                    <a:pt x="8689" y="1022"/>
                  </a:cubicBezTo>
                  <a:cubicBezTo>
                    <a:pt x="8696" y="985"/>
                    <a:pt x="8766" y="905"/>
                    <a:pt x="8726" y="905"/>
                  </a:cubicBezTo>
                  <a:cubicBezTo>
                    <a:pt x="8721" y="905"/>
                    <a:pt x="8713" y="906"/>
                    <a:pt x="8703" y="910"/>
                  </a:cubicBezTo>
                  <a:lnTo>
                    <a:pt x="8703" y="910"/>
                  </a:lnTo>
                  <a:cubicBezTo>
                    <a:pt x="8707" y="907"/>
                    <a:pt x="8708" y="903"/>
                    <a:pt x="8714" y="903"/>
                  </a:cubicBezTo>
                  <a:cubicBezTo>
                    <a:pt x="8875" y="827"/>
                    <a:pt x="9027" y="734"/>
                    <a:pt x="9171" y="624"/>
                  </a:cubicBezTo>
                  <a:cubicBezTo>
                    <a:pt x="9184" y="614"/>
                    <a:pt x="9186" y="609"/>
                    <a:pt x="9177" y="609"/>
                  </a:cubicBezTo>
                  <a:cubicBezTo>
                    <a:pt x="9165" y="609"/>
                    <a:pt x="9129" y="621"/>
                    <a:pt x="9078" y="641"/>
                  </a:cubicBezTo>
                  <a:cubicBezTo>
                    <a:pt x="9137" y="607"/>
                    <a:pt x="9188" y="573"/>
                    <a:pt x="9222" y="548"/>
                  </a:cubicBezTo>
                  <a:lnTo>
                    <a:pt x="9222" y="548"/>
                  </a:lnTo>
                  <a:cubicBezTo>
                    <a:pt x="9229" y="556"/>
                    <a:pt x="9258" y="556"/>
                    <a:pt x="9225" y="582"/>
                  </a:cubicBezTo>
                  <a:lnTo>
                    <a:pt x="9225" y="582"/>
                  </a:lnTo>
                  <a:lnTo>
                    <a:pt x="9509" y="379"/>
                  </a:lnTo>
                  <a:lnTo>
                    <a:pt x="9526" y="379"/>
                  </a:lnTo>
                  <a:lnTo>
                    <a:pt x="9552" y="353"/>
                  </a:lnTo>
                  <a:cubicBezTo>
                    <a:pt x="9560" y="345"/>
                    <a:pt x="9543" y="345"/>
                    <a:pt x="9543" y="345"/>
                  </a:cubicBezTo>
                  <a:lnTo>
                    <a:pt x="9535" y="345"/>
                  </a:lnTo>
                  <a:cubicBezTo>
                    <a:pt x="9535" y="345"/>
                    <a:pt x="9535" y="353"/>
                    <a:pt x="9535" y="353"/>
                  </a:cubicBezTo>
                  <a:lnTo>
                    <a:pt x="9526" y="362"/>
                  </a:lnTo>
                  <a:cubicBezTo>
                    <a:pt x="9509" y="370"/>
                    <a:pt x="9492" y="387"/>
                    <a:pt x="9467" y="396"/>
                  </a:cubicBezTo>
                  <a:cubicBezTo>
                    <a:pt x="9433" y="421"/>
                    <a:pt x="9399" y="438"/>
                    <a:pt x="9365" y="447"/>
                  </a:cubicBezTo>
                  <a:cubicBezTo>
                    <a:pt x="9374" y="430"/>
                    <a:pt x="9425" y="396"/>
                    <a:pt x="9408" y="387"/>
                  </a:cubicBezTo>
                  <a:lnTo>
                    <a:pt x="9408" y="387"/>
                  </a:lnTo>
                  <a:cubicBezTo>
                    <a:pt x="9315" y="396"/>
                    <a:pt x="9230" y="413"/>
                    <a:pt x="9137" y="438"/>
                  </a:cubicBezTo>
                  <a:cubicBezTo>
                    <a:pt x="9222" y="396"/>
                    <a:pt x="9315" y="353"/>
                    <a:pt x="9399" y="320"/>
                  </a:cubicBezTo>
                  <a:lnTo>
                    <a:pt x="9408" y="320"/>
                  </a:lnTo>
                  <a:cubicBezTo>
                    <a:pt x="9552" y="277"/>
                    <a:pt x="9704" y="243"/>
                    <a:pt x="9848" y="218"/>
                  </a:cubicBezTo>
                  <a:lnTo>
                    <a:pt x="9865" y="210"/>
                  </a:lnTo>
                  <a:lnTo>
                    <a:pt x="9865" y="210"/>
                  </a:lnTo>
                  <a:cubicBezTo>
                    <a:pt x="9602" y="218"/>
                    <a:pt x="9628" y="235"/>
                    <a:pt x="9382" y="252"/>
                  </a:cubicBezTo>
                  <a:cubicBezTo>
                    <a:pt x="9433" y="218"/>
                    <a:pt x="9746" y="184"/>
                    <a:pt x="9729" y="167"/>
                  </a:cubicBezTo>
                  <a:lnTo>
                    <a:pt x="9975" y="150"/>
                  </a:lnTo>
                  <a:lnTo>
                    <a:pt x="9975" y="150"/>
                  </a:lnTo>
                  <a:cubicBezTo>
                    <a:pt x="9932" y="159"/>
                    <a:pt x="9890" y="167"/>
                    <a:pt x="9856" y="176"/>
                  </a:cubicBezTo>
                  <a:cubicBezTo>
                    <a:pt x="9915" y="167"/>
                    <a:pt x="9966" y="159"/>
                    <a:pt x="10008" y="159"/>
                  </a:cubicBezTo>
                  <a:cubicBezTo>
                    <a:pt x="9983" y="184"/>
                    <a:pt x="9932" y="210"/>
                    <a:pt x="9907" y="235"/>
                  </a:cubicBezTo>
                  <a:cubicBezTo>
                    <a:pt x="9882" y="252"/>
                    <a:pt x="9865" y="277"/>
                    <a:pt x="9848" y="303"/>
                  </a:cubicBezTo>
                  <a:cubicBezTo>
                    <a:pt x="9824" y="317"/>
                    <a:pt x="9813" y="322"/>
                    <a:pt x="9808" y="322"/>
                  </a:cubicBezTo>
                  <a:cubicBezTo>
                    <a:pt x="9796" y="322"/>
                    <a:pt x="9835" y="283"/>
                    <a:pt x="9828" y="283"/>
                  </a:cubicBezTo>
                  <a:lnTo>
                    <a:pt x="9828" y="283"/>
                  </a:lnTo>
                  <a:cubicBezTo>
                    <a:pt x="9825" y="283"/>
                    <a:pt x="9817" y="288"/>
                    <a:pt x="9797" y="303"/>
                  </a:cubicBezTo>
                  <a:cubicBezTo>
                    <a:pt x="9835" y="271"/>
                    <a:pt x="9826" y="254"/>
                    <a:pt x="9794" y="254"/>
                  </a:cubicBezTo>
                  <a:cubicBezTo>
                    <a:pt x="9784" y="254"/>
                    <a:pt x="9770" y="256"/>
                    <a:pt x="9755" y="260"/>
                  </a:cubicBezTo>
                  <a:cubicBezTo>
                    <a:pt x="9670" y="320"/>
                    <a:pt x="9670" y="328"/>
                    <a:pt x="9695" y="328"/>
                  </a:cubicBezTo>
                  <a:cubicBezTo>
                    <a:pt x="9712" y="328"/>
                    <a:pt x="9746" y="328"/>
                    <a:pt x="9695" y="379"/>
                  </a:cubicBezTo>
                  <a:lnTo>
                    <a:pt x="9518" y="480"/>
                  </a:lnTo>
                  <a:cubicBezTo>
                    <a:pt x="9506" y="490"/>
                    <a:pt x="9503" y="494"/>
                    <a:pt x="9505" y="494"/>
                  </a:cubicBezTo>
                  <a:cubicBezTo>
                    <a:pt x="9513" y="494"/>
                    <a:pt x="9583" y="451"/>
                    <a:pt x="9602" y="438"/>
                  </a:cubicBezTo>
                  <a:lnTo>
                    <a:pt x="9602" y="438"/>
                  </a:lnTo>
                  <a:cubicBezTo>
                    <a:pt x="9552" y="497"/>
                    <a:pt x="9467" y="531"/>
                    <a:pt x="9408" y="582"/>
                  </a:cubicBezTo>
                  <a:cubicBezTo>
                    <a:pt x="9442" y="556"/>
                    <a:pt x="9484" y="540"/>
                    <a:pt x="9526" y="523"/>
                  </a:cubicBezTo>
                  <a:lnTo>
                    <a:pt x="9526" y="523"/>
                  </a:lnTo>
                  <a:cubicBezTo>
                    <a:pt x="9400" y="610"/>
                    <a:pt x="9273" y="689"/>
                    <a:pt x="9146" y="762"/>
                  </a:cubicBezTo>
                  <a:lnTo>
                    <a:pt x="9146" y="762"/>
                  </a:lnTo>
                  <a:cubicBezTo>
                    <a:pt x="9157" y="757"/>
                    <a:pt x="9164" y="755"/>
                    <a:pt x="9170" y="755"/>
                  </a:cubicBezTo>
                  <a:cubicBezTo>
                    <a:pt x="9195" y="755"/>
                    <a:pt x="9170" y="802"/>
                    <a:pt x="9146" y="827"/>
                  </a:cubicBezTo>
                  <a:lnTo>
                    <a:pt x="9425" y="650"/>
                  </a:lnTo>
                  <a:cubicBezTo>
                    <a:pt x="9543" y="556"/>
                    <a:pt x="9645" y="472"/>
                    <a:pt x="9755" y="396"/>
                  </a:cubicBezTo>
                  <a:cubicBezTo>
                    <a:pt x="9856" y="311"/>
                    <a:pt x="9966" y="227"/>
                    <a:pt x="10068" y="134"/>
                  </a:cubicBezTo>
                  <a:lnTo>
                    <a:pt x="10110" y="125"/>
                  </a:lnTo>
                  <a:lnTo>
                    <a:pt x="10161" y="91"/>
                  </a:lnTo>
                  <a:lnTo>
                    <a:pt x="10161" y="91"/>
                  </a:lnTo>
                  <a:cubicBezTo>
                    <a:pt x="9975" y="100"/>
                    <a:pt x="9788" y="125"/>
                    <a:pt x="9611" y="176"/>
                  </a:cubicBezTo>
                  <a:cubicBezTo>
                    <a:pt x="9425" y="227"/>
                    <a:pt x="9239" y="260"/>
                    <a:pt x="9052" y="286"/>
                  </a:cubicBezTo>
                  <a:cubicBezTo>
                    <a:pt x="9076" y="272"/>
                    <a:pt x="9070" y="267"/>
                    <a:pt x="9052" y="267"/>
                  </a:cubicBezTo>
                  <a:cubicBezTo>
                    <a:pt x="9022" y="267"/>
                    <a:pt x="8958" y="279"/>
                    <a:pt x="8930" y="279"/>
                  </a:cubicBezTo>
                  <a:cubicBezTo>
                    <a:pt x="8912" y="279"/>
                    <a:pt x="8908" y="274"/>
                    <a:pt x="8934" y="260"/>
                  </a:cubicBezTo>
                  <a:cubicBezTo>
                    <a:pt x="9078" y="252"/>
                    <a:pt x="9078" y="235"/>
                    <a:pt x="9078" y="218"/>
                  </a:cubicBezTo>
                  <a:lnTo>
                    <a:pt x="9078" y="218"/>
                  </a:lnTo>
                  <a:cubicBezTo>
                    <a:pt x="8959" y="252"/>
                    <a:pt x="8841" y="269"/>
                    <a:pt x="8723" y="277"/>
                  </a:cubicBezTo>
                  <a:cubicBezTo>
                    <a:pt x="8816" y="252"/>
                    <a:pt x="8706" y="243"/>
                    <a:pt x="8883" y="218"/>
                  </a:cubicBezTo>
                  <a:cubicBezTo>
                    <a:pt x="8706" y="218"/>
                    <a:pt x="8536" y="243"/>
                    <a:pt x="8376" y="294"/>
                  </a:cubicBezTo>
                  <a:cubicBezTo>
                    <a:pt x="8271" y="312"/>
                    <a:pt x="8219" y="318"/>
                    <a:pt x="8190" y="318"/>
                  </a:cubicBezTo>
                  <a:cubicBezTo>
                    <a:pt x="8135" y="318"/>
                    <a:pt x="8170" y="296"/>
                    <a:pt x="8097" y="296"/>
                  </a:cubicBezTo>
                  <a:cubicBezTo>
                    <a:pt x="8067" y="296"/>
                    <a:pt x="8018" y="300"/>
                    <a:pt x="7936" y="311"/>
                  </a:cubicBezTo>
                  <a:lnTo>
                    <a:pt x="7995" y="294"/>
                  </a:lnTo>
                  <a:lnTo>
                    <a:pt x="7767" y="320"/>
                  </a:lnTo>
                  <a:lnTo>
                    <a:pt x="7834" y="328"/>
                  </a:lnTo>
                  <a:cubicBezTo>
                    <a:pt x="7741" y="345"/>
                    <a:pt x="7648" y="362"/>
                    <a:pt x="7572" y="370"/>
                  </a:cubicBezTo>
                  <a:cubicBezTo>
                    <a:pt x="7420" y="404"/>
                    <a:pt x="7623" y="396"/>
                    <a:pt x="7597" y="413"/>
                  </a:cubicBezTo>
                  <a:lnTo>
                    <a:pt x="7657" y="379"/>
                  </a:lnTo>
                  <a:cubicBezTo>
                    <a:pt x="7731" y="379"/>
                    <a:pt x="7849" y="357"/>
                    <a:pt x="7897" y="357"/>
                  </a:cubicBezTo>
                  <a:cubicBezTo>
                    <a:pt x="7909" y="357"/>
                    <a:pt x="7917" y="359"/>
                    <a:pt x="7919" y="362"/>
                  </a:cubicBezTo>
                  <a:cubicBezTo>
                    <a:pt x="7843" y="370"/>
                    <a:pt x="7775" y="387"/>
                    <a:pt x="7707" y="413"/>
                  </a:cubicBezTo>
                  <a:lnTo>
                    <a:pt x="7868" y="396"/>
                  </a:lnTo>
                  <a:lnTo>
                    <a:pt x="7902" y="413"/>
                  </a:lnTo>
                  <a:cubicBezTo>
                    <a:pt x="8020" y="413"/>
                    <a:pt x="8147" y="387"/>
                    <a:pt x="8266" y="362"/>
                  </a:cubicBezTo>
                  <a:cubicBezTo>
                    <a:pt x="8261" y="361"/>
                    <a:pt x="8256" y="361"/>
                    <a:pt x="8251" y="361"/>
                  </a:cubicBezTo>
                  <a:cubicBezTo>
                    <a:pt x="8212" y="361"/>
                    <a:pt x="8165" y="383"/>
                    <a:pt x="8129" y="383"/>
                  </a:cubicBezTo>
                  <a:cubicBezTo>
                    <a:pt x="8120" y="383"/>
                    <a:pt x="8112" y="382"/>
                    <a:pt x="8105" y="379"/>
                  </a:cubicBezTo>
                  <a:cubicBezTo>
                    <a:pt x="8283" y="328"/>
                    <a:pt x="8452" y="294"/>
                    <a:pt x="8638" y="277"/>
                  </a:cubicBezTo>
                  <a:lnTo>
                    <a:pt x="8638" y="277"/>
                  </a:lnTo>
                  <a:cubicBezTo>
                    <a:pt x="8630" y="286"/>
                    <a:pt x="8680" y="286"/>
                    <a:pt x="8646" y="294"/>
                  </a:cubicBezTo>
                  <a:cubicBezTo>
                    <a:pt x="8630" y="294"/>
                    <a:pt x="8604" y="303"/>
                    <a:pt x="8587" y="303"/>
                  </a:cubicBezTo>
                  <a:cubicBezTo>
                    <a:pt x="8570" y="320"/>
                    <a:pt x="8460" y="337"/>
                    <a:pt x="8613" y="337"/>
                  </a:cubicBezTo>
                  <a:cubicBezTo>
                    <a:pt x="8503" y="370"/>
                    <a:pt x="8325" y="430"/>
                    <a:pt x="8317" y="438"/>
                  </a:cubicBezTo>
                  <a:cubicBezTo>
                    <a:pt x="8223" y="455"/>
                    <a:pt x="8130" y="463"/>
                    <a:pt x="8037" y="463"/>
                  </a:cubicBezTo>
                  <a:lnTo>
                    <a:pt x="8046" y="455"/>
                  </a:lnTo>
                  <a:lnTo>
                    <a:pt x="8046" y="455"/>
                  </a:lnTo>
                  <a:cubicBezTo>
                    <a:pt x="7991" y="461"/>
                    <a:pt x="7887" y="485"/>
                    <a:pt x="7834" y="485"/>
                  </a:cubicBezTo>
                  <a:cubicBezTo>
                    <a:pt x="7814" y="485"/>
                    <a:pt x="7800" y="481"/>
                    <a:pt x="7800" y="472"/>
                  </a:cubicBezTo>
                  <a:cubicBezTo>
                    <a:pt x="7741" y="489"/>
                    <a:pt x="7614" y="506"/>
                    <a:pt x="7733" y="506"/>
                  </a:cubicBezTo>
                  <a:lnTo>
                    <a:pt x="7521" y="540"/>
                  </a:lnTo>
                  <a:cubicBezTo>
                    <a:pt x="7547" y="514"/>
                    <a:pt x="7504" y="506"/>
                    <a:pt x="7496" y="489"/>
                  </a:cubicBezTo>
                  <a:cubicBezTo>
                    <a:pt x="7479" y="480"/>
                    <a:pt x="7479" y="463"/>
                    <a:pt x="7597" y="438"/>
                  </a:cubicBezTo>
                  <a:lnTo>
                    <a:pt x="7597" y="438"/>
                  </a:lnTo>
                  <a:lnTo>
                    <a:pt x="7387" y="462"/>
                  </a:lnTo>
                  <a:lnTo>
                    <a:pt x="7387" y="462"/>
                  </a:lnTo>
                  <a:cubicBezTo>
                    <a:pt x="7390" y="460"/>
                    <a:pt x="7396" y="455"/>
                    <a:pt x="7403" y="455"/>
                  </a:cubicBezTo>
                  <a:cubicBezTo>
                    <a:pt x="7420" y="455"/>
                    <a:pt x="7433" y="451"/>
                    <a:pt x="7440" y="451"/>
                  </a:cubicBezTo>
                  <a:cubicBezTo>
                    <a:pt x="7443" y="451"/>
                    <a:pt x="7445" y="452"/>
                    <a:pt x="7445" y="455"/>
                  </a:cubicBezTo>
                  <a:cubicBezTo>
                    <a:pt x="7487" y="438"/>
                    <a:pt x="7479" y="421"/>
                    <a:pt x="7445" y="421"/>
                  </a:cubicBezTo>
                  <a:lnTo>
                    <a:pt x="7310" y="421"/>
                  </a:lnTo>
                  <a:lnTo>
                    <a:pt x="7293" y="455"/>
                  </a:lnTo>
                  <a:cubicBezTo>
                    <a:pt x="7250" y="439"/>
                    <a:pt x="7211" y="433"/>
                    <a:pt x="7172" y="433"/>
                  </a:cubicBezTo>
                  <a:cubicBezTo>
                    <a:pt x="7150" y="433"/>
                    <a:pt x="7128" y="435"/>
                    <a:pt x="7107" y="438"/>
                  </a:cubicBezTo>
                  <a:lnTo>
                    <a:pt x="6912" y="540"/>
                  </a:lnTo>
                  <a:lnTo>
                    <a:pt x="6853" y="548"/>
                  </a:lnTo>
                  <a:cubicBezTo>
                    <a:pt x="6828" y="531"/>
                    <a:pt x="6743" y="548"/>
                    <a:pt x="6777" y="514"/>
                  </a:cubicBezTo>
                  <a:cubicBezTo>
                    <a:pt x="6768" y="506"/>
                    <a:pt x="6794" y="506"/>
                    <a:pt x="6828" y="506"/>
                  </a:cubicBezTo>
                  <a:cubicBezTo>
                    <a:pt x="6828" y="514"/>
                    <a:pt x="6828" y="514"/>
                    <a:pt x="6828" y="514"/>
                  </a:cubicBezTo>
                  <a:cubicBezTo>
                    <a:pt x="6845" y="497"/>
                    <a:pt x="6845" y="472"/>
                    <a:pt x="6802" y="455"/>
                  </a:cubicBezTo>
                  <a:lnTo>
                    <a:pt x="6802" y="455"/>
                  </a:lnTo>
                  <a:cubicBezTo>
                    <a:pt x="6815" y="459"/>
                    <a:pt x="6830" y="461"/>
                    <a:pt x="6845" y="461"/>
                  </a:cubicBezTo>
                  <a:cubicBezTo>
                    <a:pt x="6859" y="461"/>
                    <a:pt x="6874" y="459"/>
                    <a:pt x="6887" y="455"/>
                  </a:cubicBezTo>
                  <a:lnTo>
                    <a:pt x="6836" y="455"/>
                  </a:lnTo>
                  <a:cubicBezTo>
                    <a:pt x="6904" y="447"/>
                    <a:pt x="7014" y="404"/>
                    <a:pt x="7014" y="379"/>
                  </a:cubicBezTo>
                  <a:lnTo>
                    <a:pt x="7014" y="379"/>
                  </a:lnTo>
                  <a:cubicBezTo>
                    <a:pt x="7005" y="390"/>
                    <a:pt x="6995" y="394"/>
                    <a:pt x="6983" y="394"/>
                  </a:cubicBezTo>
                  <a:cubicBezTo>
                    <a:pt x="6960" y="394"/>
                    <a:pt x="6932" y="379"/>
                    <a:pt x="6904" y="379"/>
                  </a:cubicBezTo>
                  <a:cubicBezTo>
                    <a:pt x="6938" y="370"/>
                    <a:pt x="6997" y="353"/>
                    <a:pt x="6946" y="353"/>
                  </a:cubicBezTo>
                  <a:cubicBezTo>
                    <a:pt x="6929" y="362"/>
                    <a:pt x="6802" y="387"/>
                    <a:pt x="6895" y="396"/>
                  </a:cubicBezTo>
                  <a:cubicBezTo>
                    <a:pt x="6864" y="408"/>
                    <a:pt x="6829" y="416"/>
                    <a:pt x="6795" y="416"/>
                  </a:cubicBezTo>
                  <a:cubicBezTo>
                    <a:pt x="6783" y="416"/>
                    <a:pt x="6771" y="415"/>
                    <a:pt x="6760" y="413"/>
                  </a:cubicBezTo>
                  <a:cubicBezTo>
                    <a:pt x="6811" y="396"/>
                    <a:pt x="6777" y="387"/>
                    <a:pt x="6794" y="370"/>
                  </a:cubicBezTo>
                  <a:lnTo>
                    <a:pt x="6794" y="370"/>
                  </a:lnTo>
                  <a:cubicBezTo>
                    <a:pt x="6768" y="379"/>
                    <a:pt x="6752" y="396"/>
                    <a:pt x="6743" y="421"/>
                  </a:cubicBezTo>
                  <a:cubicBezTo>
                    <a:pt x="6626" y="399"/>
                    <a:pt x="6573" y="359"/>
                    <a:pt x="6468" y="359"/>
                  </a:cubicBezTo>
                  <a:cubicBezTo>
                    <a:pt x="6451" y="359"/>
                    <a:pt x="6433" y="360"/>
                    <a:pt x="6413" y="362"/>
                  </a:cubicBezTo>
                  <a:cubicBezTo>
                    <a:pt x="6407" y="364"/>
                    <a:pt x="6409" y="365"/>
                    <a:pt x="6416" y="365"/>
                  </a:cubicBezTo>
                  <a:cubicBezTo>
                    <a:pt x="6422" y="365"/>
                    <a:pt x="6433" y="364"/>
                    <a:pt x="6445" y="364"/>
                  </a:cubicBezTo>
                  <a:cubicBezTo>
                    <a:pt x="6468" y="364"/>
                    <a:pt x="6494" y="366"/>
                    <a:pt x="6489" y="379"/>
                  </a:cubicBezTo>
                  <a:cubicBezTo>
                    <a:pt x="6469" y="385"/>
                    <a:pt x="6451" y="388"/>
                    <a:pt x="6435" y="388"/>
                  </a:cubicBezTo>
                  <a:cubicBezTo>
                    <a:pt x="6374" y="388"/>
                    <a:pt x="6338" y="351"/>
                    <a:pt x="6279" y="351"/>
                  </a:cubicBezTo>
                  <a:cubicBezTo>
                    <a:pt x="6271" y="351"/>
                    <a:pt x="6262" y="352"/>
                    <a:pt x="6252" y="353"/>
                  </a:cubicBezTo>
                  <a:lnTo>
                    <a:pt x="6278" y="387"/>
                  </a:lnTo>
                  <a:cubicBezTo>
                    <a:pt x="6236" y="396"/>
                    <a:pt x="6193" y="404"/>
                    <a:pt x="6142" y="404"/>
                  </a:cubicBezTo>
                  <a:cubicBezTo>
                    <a:pt x="6134" y="396"/>
                    <a:pt x="6041" y="370"/>
                    <a:pt x="6109" y="362"/>
                  </a:cubicBezTo>
                  <a:cubicBezTo>
                    <a:pt x="6089" y="359"/>
                    <a:pt x="6073" y="358"/>
                    <a:pt x="6058" y="358"/>
                  </a:cubicBezTo>
                  <a:cubicBezTo>
                    <a:pt x="5956" y="358"/>
                    <a:pt x="5951" y="422"/>
                    <a:pt x="5810" y="422"/>
                  </a:cubicBezTo>
                  <a:cubicBezTo>
                    <a:pt x="5803" y="422"/>
                    <a:pt x="5795" y="421"/>
                    <a:pt x="5787" y="421"/>
                  </a:cubicBezTo>
                  <a:lnTo>
                    <a:pt x="5787" y="421"/>
                  </a:lnTo>
                  <a:cubicBezTo>
                    <a:pt x="5838" y="430"/>
                    <a:pt x="5889" y="430"/>
                    <a:pt x="5948" y="430"/>
                  </a:cubicBezTo>
                  <a:cubicBezTo>
                    <a:pt x="5872" y="447"/>
                    <a:pt x="5939" y="447"/>
                    <a:pt x="5931" y="472"/>
                  </a:cubicBezTo>
                  <a:cubicBezTo>
                    <a:pt x="5889" y="447"/>
                    <a:pt x="5745" y="463"/>
                    <a:pt x="5838" y="438"/>
                  </a:cubicBezTo>
                  <a:cubicBezTo>
                    <a:pt x="5813" y="435"/>
                    <a:pt x="5787" y="432"/>
                    <a:pt x="5761" y="432"/>
                  </a:cubicBezTo>
                  <a:cubicBezTo>
                    <a:pt x="5723" y="432"/>
                    <a:pt x="5683" y="437"/>
                    <a:pt x="5643" y="447"/>
                  </a:cubicBezTo>
                  <a:lnTo>
                    <a:pt x="5694" y="455"/>
                  </a:lnTo>
                  <a:cubicBezTo>
                    <a:pt x="5626" y="455"/>
                    <a:pt x="5559" y="472"/>
                    <a:pt x="5500" y="497"/>
                  </a:cubicBezTo>
                  <a:cubicBezTo>
                    <a:pt x="5592" y="497"/>
                    <a:pt x="5593" y="462"/>
                    <a:pt x="5694" y="462"/>
                  </a:cubicBezTo>
                  <a:cubicBezTo>
                    <a:pt x="5705" y="462"/>
                    <a:pt x="5716" y="463"/>
                    <a:pt x="5728" y="463"/>
                  </a:cubicBezTo>
                  <a:cubicBezTo>
                    <a:pt x="5863" y="489"/>
                    <a:pt x="5694" y="489"/>
                    <a:pt x="5787" y="523"/>
                  </a:cubicBezTo>
                  <a:lnTo>
                    <a:pt x="5880" y="497"/>
                  </a:lnTo>
                  <a:lnTo>
                    <a:pt x="5838" y="497"/>
                  </a:lnTo>
                  <a:cubicBezTo>
                    <a:pt x="5844" y="482"/>
                    <a:pt x="5867" y="479"/>
                    <a:pt x="5892" y="479"/>
                  </a:cubicBezTo>
                  <a:cubicBezTo>
                    <a:pt x="5907" y="479"/>
                    <a:pt x="5923" y="480"/>
                    <a:pt x="5937" y="480"/>
                  </a:cubicBezTo>
                  <a:cubicBezTo>
                    <a:pt x="5964" y="480"/>
                    <a:pt x="5985" y="476"/>
                    <a:pt x="5982" y="455"/>
                  </a:cubicBezTo>
                  <a:lnTo>
                    <a:pt x="5982" y="455"/>
                  </a:lnTo>
                  <a:cubicBezTo>
                    <a:pt x="6083" y="497"/>
                    <a:pt x="6109" y="472"/>
                    <a:pt x="6227" y="506"/>
                  </a:cubicBezTo>
                  <a:cubicBezTo>
                    <a:pt x="6252" y="489"/>
                    <a:pt x="6210" y="489"/>
                    <a:pt x="6176" y="489"/>
                  </a:cubicBezTo>
                  <a:cubicBezTo>
                    <a:pt x="6222" y="489"/>
                    <a:pt x="6232" y="464"/>
                    <a:pt x="6269" y="464"/>
                  </a:cubicBezTo>
                  <a:cubicBezTo>
                    <a:pt x="6281" y="464"/>
                    <a:pt x="6294" y="466"/>
                    <a:pt x="6312" y="472"/>
                  </a:cubicBezTo>
                  <a:cubicBezTo>
                    <a:pt x="6354" y="472"/>
                    <a:pt x="6320" y="438"/>
                    <a:pt x="6261" y="438"/>
                  </a:cubicBezTo>
                  <a:lnTo>
                    <a:pt x="6430" y="438"/>
                  </a:lnTo>
                  <a:lnTo>
                    <a:pt x="6362" y="413"/>
                  </a:lnTo>
                  <a:lnTo>
                    <a:pt x="6430" y="413"/>
                  </a:lnTo>
                  <a:lnTo>
                    <a:pt x="6379" y="396"/>
                  </a:lnTo>
                  <a:cubicBezTo>
                    <a:pt x="6405" y="394"/>
                    <a:pt x="6432" y="393"/>
                    <a:pt x="6458" y="393"/>
                  </a:cubicBezTo>
                  <a:cubicBezTo>
                    <a:pt x="6545" y="393"/>
                    <a:pt x="6634" y="404"/>
                    <a:pt x="6718" y="430"/>
                  </a:cubicBezTo>
                  <a:cubicBezTo>
                    <a:pt x="6608" y="463"/>
                    <a:pt x="6422" y="455"/>
                    <a:pt x="6362" y="497"/>
                  </a:cubicBezTo>
                  <a:cubicBezTo>
                    <a:pt x="6364" y="498"/>
                    <a:pt x="6367" y="498"/>
                    <a:pt x="6369" y="498"/>
                  </a:cubicBezTo>
                  <a:cubicBezTo>
                    <a:pt x="6388" y="498"/>
                    <a:pt x="6418" y="480"/>
                    <a:pt x="6445" y="480"/>
                  </a:cubicBezTo>
                  <a:cubicBezTo>
                    <a:pt x="6458" y="480"/>
                    <a:pt x="6471" y="484"/>
                    <a:pt x="6481" y="497"/>
                  </a:cubicBezTo>
                  <a:lnTo>
                    <a:pt x="6515" y="472"/>
                  </a:lnTo>
                  <a:cubicBezTo>
                    <a:pt x="6540" y="467"/>
                    <a:pt x="6582" y="458"/>
                    <a:pt x="6612" y="458"/>
                  </a:cubicBezTo>
                  <a:cubicBezTo>
                    <a:pt x="6632" y="458"/>
                    <a:pt x="6647" y="462"/>
                    <a:pt x="6650" y="472"/>
                  </a:cubicBezTo>
                  <a:cubicBezTo>
                    <a:pt x="6582" y="489"/>
                    <a:pt x="6523" y="506"/>
                    <a:pt x="6464" y="540"/>
                  </a:cubicBezTo>
                  <a:cubicBezTo>
                    <a:pt x="6464" y="548"/>
                    <a:pt x="6455" y="548"/>
                    <a:pt x="6439" y="548"/>
                  </a:cubicBezTo>
                  <a:cubicBezTo>
                    <a:pt x="6415" y="554"/>
                    <a:pt x="6386" y="560"/>
                    <a:pt x="6360" y="560"/>
                  </a:cubicBezTo>
                  <a:cubicBezTo>
                    <a:pt x="6349" y="560"/>
                    <a:pt x="6338" y="559"/>
                    <a:pt x="6329" y="556"/>
                  </a:cubicBezTo>
                  <a:cubicBezTo>
                    <a:pt x="6286" y="548"/>
                    <a:pt x="6320" y="540"/>
                    <a:pt x="6320" y="531"/>
                  </a:cubicBezTo>
                  <a:cubicBezTo>
                    <a:pt x="6298" y="525"/>
                    <a:pt x="6278" y="523"/>
                    <a:pt x="6258" y="523"/>
                  </a:cubicBezTo>
                  <a:cubicBezTo>
                    <a:pt x="6176" y="523"/>
                    <a:pt x="6104" y="561"/>
                    <a:pt x="6017" y="561"/>
                  </a:cubicBezTo>
                  <a:cubicBezTo>
                    <a:pt x="6000" y="561"/>
                    <a:pt x="5983" y="560"/>
                    <a:pt x="5965" y="556"/>
                  </a:cubicBezTo>
                  <a:cubicBezTo>
                    <a:pt x="5965" y="540"/>
                    <a:pt x="5863" y="531"/>
                    <a:pt x="5889" y="523"/>
                  </a:cubicBezTo>
                  <a:cubicBezTo>
                    <a:pt x="5829" y="523"/>
                    <a:pt x="5770" y="531"/>
                    <a:pt x="5719" y="556"/>
                  </a:cubicBezTo>
                  <a:cubicBezTo>
                    <a:pt x="5711" y="531"/>
                    <a:pt x="5601" y="548"/>
                    <a:pt x="5635" y="523"/>
                  </a:cubicBezTo>
                  <a:lnTo>
                    <a:pt x="5635" y="523"/>
                  </a:lnTo>
                  <a:lnTo>
                    <a:pt x="5567" y="556"/>
                  </a:lnTo>
                  <a:cubicBezTo>
                    <a:pt x="5516" y="548"/>
                    <a:pt x="5415" y="556"/>
                    <a:pt x="5398" y="531"/>
                  </a:cubicBezTo>
                  <a:cubicBezTo>
                    <a:pt x="5350" y="538"/>
                    <a:pt x="5368" y="561"/>
                    <a:pt x="5338" y="561"/>
                  </a:cubicBezTo>
                  <a:cubicBezTo>
                    <a:pt x="5330" y="561"/>
                    <a:pt x="5320" y="560"/>
                    <a:pt x="5305" y="556"/>
                  </a:cubicBezTo>
                  <a:cubicBezTo>
                    <a:pt x="5305" y="548"/>
                    <a:pt x="5297" y="548"/>
                    <a:pt x="5313" y="548"/>
                  </a:cubicBezTo>
                  <a:cubicBezTo>
                    <a:pt x="5288" y="540"/>
                    <a:pt x="5263" y="535"/>
                    <a:pt x="5237" y="535"/>
                  </a:cubicBezTo>
                  <a:cubicBezTo>
                    <a:pt x="5212" y="535"/>
                    <a:pt x="5187" y="540"/>
                    <a:pt x="5161" y="548"/>
                  </a:cubicBezTo>
                  <a:cubicBezTo>
                    <a:pt x="5187" y="556"/>
                    <a:pt x="5212" y="556"/>
                    <a:pt x="5237" y="565"/>
                  </a:cubicBezTo>
                  <a:cubicBezTo>
                    <a:pt x="5237" y="571"/>
                    <a:pt x="5201" y="581"/>
                    <a:pt x="5156" y="581"/>
                  </a:cubicBezTo>
                  <a:cubicBezTo>
                    <a:pt x="5136" y="581"/>
                    <a:pt x="5114" y="579"/>
                    <a:pt x="5093" y="573"/>
                  </a:cubicBezTo>
                  <a:cubicBezTo>
                    <a:pt x="5195" y="540"/>
                    <a:pt x="5017" y="540"/>
                    <a:pt x="5068" y="523"/>
                  </a:cubicBezTo>
                  <a:cubicBezTo>
                    <a:pt x="4933" y="523"/>
                    <a:pt x="4806" y="540"/>
                    <a:pt x="4687" y="573"/>
                  </a:cubicBezTo>
                  <a:cubicBezTo>
                    <a:pt x="4574" y="567"/>
                    <a:pt x="4464" y="561"/>
                    <a:pt x="4356" y="561"/>
                  </a:cubicBezTo>
                  <a:cubicBezTo>
                    <a:pt x="4311" y="561"/>
                    <a:pt x="4267" y="562"/>
                    <a:pt x="4222" y="565"/>
                  </a:cubicBezTo>
                  <a:lnTo>
                    <a:pt x="4239" y="565"/>
                  </a:lnTo>
                  <a:lnTo>
                    <a:pt x="4163" y="582"/>
                  </a:lnTo>
                  <a:cubicBezTo>
                    <a:pt x="4121" y="573"/>
                    <a:pt x="4163" y="548"/>
                    <a:pt x="4104" y="548"/>
                  </a:cubicBezTo>
                  <a:cubicBezTo>
                    <a:pt x="4110" y="536"/>
                    <a:pt x="4127" y="532"/>
                    <a:pt x="4149" y="532"/>
                  </a:cubicBezTo>
                  <a:cubicBezTo>
                    <a:pt x="4172" y="532"/>
                    <a:pt x="4203" y="536"/>
                    <a:pt x="4233" y="536"/>
                  </a:cubicBezTo>
                  <a:cubicBezTo>
                    <a:pt x="4249" y="536"/>
                    <a:pt x="4266" y="535"/>
                    <a:pt x="4281" y="531"/>
                  </a:cubicBezTo>
                  <a:cubicBezTo>
                    <a:pt x="4242" y="516"/>
                    <a:pt x="4244" y="509"/>
                    <a:pt x="4259" y="504"/>
                  </a:cubicBezTo>
                  <a:lnTo>
                    <a:pt x="4259" y="504"/>
                  </a:lnTo>
                  <a:cubicBezTo>
                    <a:pt x="4249" y="505"/>
                    <a:pt x="4239" y="505"/>
                    <a:pt x="4229" y="505"/>
                  </a:cubicBezTo>
                  <a:cubicBezTo>
                    <a:pt x="4169" y="505"/>
                    <a:pt x="4093" y="491"/>
                    <a:pt x="4032" y="491"/>
                  </a:cubicBezTo>
                  <a:cubicBezTo>
                    <a:pt x="4012" y="491"/>
                    <a:pt x="3993" y="493"/>
                    <a:pt x="3977" y="497"/>
                  </a:cubicBezTo>
                  <a:cubicBezTo>
                    <a:pt x="3884" y="480"/>
                    <a:pt x="4019" y="472"/>
                    <a:pt x="3977" y="463"/>
                  </a:cubicBezTo>
                  <a:lnTo>
                    <a:pt x="3977" y="463"/>
                  </a:lnTo>
                  <a:lnTo>
                    <a:pt x="3943" y="480"/>
                  </a:lnTo>
                  <a:cubicBezTo>
                    <a:pt x="3901" y="472"/>
                    <a:pt x="3892" y="463"/>
                    <a:pt x="3892" y="455"/>
                  </a:cubicBezTo>
                  <a:cubicBezTo>
                    <a:pt x="3841" y="442"/>
                    <a:pt x="3791" y="436"/>
                    <a:pt x="3740" y="436"/>
                  </a:cubicBezTo>
                  <a:cubicBezTo>
                    <a:pt x="3689" y="436"/>
                    <a:pt x="3638" y="442"/>
                    <a:pt x="3588" y="455"/>
                  </a:cubicBezTo>
                  <a:cubicBezTo>
                    <a:pt x="3601" y="454"/>
                    <a:pt x="3610" y="454"/>
                    <a:pt x="3618" y="454"/>
                  </a:cubicBezTo>
                  <a:cubicBezTo>
                    <a:pt x="3676" y="454"/>
                    <a:pt x="3565" y="481"/>
                    <a:pt x="3655" y="489"/>
                  </a:cubicBezTo>
                  <a:cubicBezTo>
                    <a:pt x="3630" y="493"/>
                    <a:pt x="3603" y="495"/>
                    <a:pt x="3574" y="495"/>
                  </a:cubicBezTo>
                  <a:cubicBezTo>
                    <a:pt x="3545" y="495"/>
                    <a:pt x="3516" y="493"/>
                    <a:pt x="3486" y="489"/>
                  </a:cubicBezTo>
                  <a:cubicBezTo>
                    <a:pt x="3540" y="489"/>
                    <a:pt x="3459" y="456"/>
                    <a:pt x="3494" y="456"/>
                  </a:cubicBezTo>
                  <a:cubicBezTo>
                    <a:pt x="3502" y="456"/>
                    <a:pt x="3518" y="458"/>
                    <a:pt x="3545" y="463"/>
                  </a:cubicBezTo>
                  <a:cubicBezTo>
                    <a:pt x="3538" y="449"/>
                    <a:pt x="3524" y="445"/>
                    <a:pt x="3506" y="445"/>
                  </a:cubicBezTo>
                  <a:cubicBezTo>
                    <a:pt x="3490" y="445"/>
                    <a:pt x="3469" y="448"/>
                    <a:pt x="3446" y="448"/>
                  </a:cubicBezTo>
                  <a:cubicBezTo>
                    <a:pt x="3437" y="448"/>
                    <a:pt x="3428" y="448"/>
                    <a:pt x="3419" y="447"/>
                  </a:cubicBezTo>
                  <a:cubicBezTo>
                    <a:pt x="3452" y="447"/>
                    <a:pt x="3486" y="438"/>
                    <a:pt x="3520" y="421"/>
                  </a:cubicBezTo>
                  <a:lnTo>
                    <a:pt x="3520" y="421"/>
                  </a:lnTo>
                  <a:cubicBezTo>
                    <a:pt x="3504" y="426"/>
                    <a:pt x="3486" y="429"/>
                    <a:pt x="3466" y="429"/>
                  </a:cubicBezTo>
                  <a:cubicBezTo>
                    <a:pt x="3374" y="429"/>
                    <a:pt x="3253" y="383"/>
                    <a:pt x="3201" y="383"/>
                  </a:cubicBezTo>
                  <a:cubicBezTo>
                    <a:pt x="3193" y="383"/>
                    <a:pt x="3186" y="384"/>
                    <a:pt x="3182" y="387"/>
                  </a:cubicBezTo>
                  <a:cubicBezTo>
                    <a:pt x="3106" y="413"/>
                    <a:pt x="2996" y="421"/>
                    <a:pt x="2911" y="438"/>
                  </a:cubicBezTo>
                  <a:cubicBezTo>
                    <a:pt x="2818" y="413"/>
                    <a:pt x="2733" y="396"/>
                    <a:pt x="2640" y="379"/>
                  </a:cubicBezTo>
                  <a:lnTo>
                    <a:pt x="2657" y="370"/>
                  </a:lnTo>
                  <a:cubicBezTo>
                    <a:pt x="2606" y="353"/>
                    <a:pt x="2522" y="362"/>
                    <a:pt x="2446" y="337"/>
                  </a:cubicBezTo>
                  <a:lnTo>
                    <a:pt x="2429" y="311"/>
                  </a:lnTo>
                  <a:cubicBezTo>
                    <a:pt x="2353" y="311"/>
                    <a:pt x="2268" y="303"/>
                    <a:pt x="2192" y="286"/>
                  </a:cubicBezTo>
                  <a:lnTo>
                    <a:pt x="2192" y="286"/>
                  </a:lnTo>
                  <a:cubicBezTo>
                    <a:pt x="2192" y="303"/>
                    <a:pt x="2268" y="311"/>
                    <a:pt x="2226" y="320"/>
                  </a:cubicBezTo>
                  <a:cubicBezTo>
                    <a:pt x="2243" y="323"/>
                    <a:pt x="2259" y="325"/>
                    <a:pt x="2272" y="325"/>
                  </a:cubicBezTo>
                  <a:cubicBezTo>
                    <a:pt x="2289" y="325"/>
                    <a:pt x="2298" y="321"/>
                    <a:pt x="2293" y="311"/>
                  </a:cubicBezTo>
                  <a:lnTo>
                    <a:pt x="2293" y="311"/>
                  </a:lnTo>
                  <a:cubicBezTo>
                    <a:pt x="2336" y="320"/>
                    <a:pt x="2336" y="345"/>
                    <a:pt x="2361" y="362"/>
                  </a:cubicBezTo>
                  <a:lnTo>
                    <a:pt x="2200" y="353"/>
                  </a:lnTo>
                  <a:cubicBezTo>
                    <a:pt x="2192" y="345"/>
                    <a:pt x="2183" y="345"/>
                    <a:pt x="2183" y="345"/>
                  </a:cubicBezTo>
                  <a:lnTo>
                    <a:pt x="2167" y="362"/>
                  </a:lnTo>
                  <a:cubicBezTo>
                    <a:pt x="2124" y="362"/>
                    <a:pt x="2116" y="353"/>
                    <a:pt x="2124" y="337"/>
                  </a:cubicBezTo>
                  <a:cubicBezTo>
                    <a:pt x="2062" y="337"/>
                    <a:pt x="2026" y="348"/>
                    <a:pt x="1982" y="348"/>
                  </a:cubicBezTo>
                  <a:cubicBezTo>
                    <a:pt x="1960" y="348"/>
                    <a:pt x="1935" y="345"/>
                    <a:pt x="1904" y="337"/>
                  </a:cubicBezTo>
                  <a:cubicBezTo>
                    <a:pt x="1929" y="327"/>
                    <a:pt x="1957" y="323"/>
                    <a:pt x="1986" y="323"/>
                  </a:cubicBezTo>
                  <a:cubicBezTo>
                    <a:pt x="2002" y="323"/>
                    <a:pt x="2019" y="324"/>
                    <a:pt x="2037" y="326"/>
                  </a:cubicBezTo>
                  <a:lnTo>
                    <a:pt x="2037" y="326"/>
                  </a:lnTo>
                  <a:lnTo>
                    <a:pt x="1938" y="311"/>
                  </a:lnTo>
                  <a:cubicBezTo>
                    <a:pt x="1950" y="307"/>
                    <a:pt x="1970" y="306"/>
                    <a:pt x="1992" y="306"/>
                  </a:cubicBezTo>
                  <a:cubicBezTo>
                    <a:pt x="2023" y="306"/>
                    <a:pt x="2060" y="308"/>
                    <a:pt x="2091" y="308"/>
                  </a:cubicBezTo>
                  <a:cubicBezTo>
                    <a:pt x="2131" y="308"/>
                    <a:pt x="2161" y="304"/>
                    <a:pt x="2150" y="286"/>
                  </a:cubicBezTo>
                  <a:cubicBezTo>
                    <a:pt x="2082" y="282"/>
                    <a:pt x="2014" y="279"/>
                    <a:pt x="1947" y="279"/>
                  </a:cubicBezTo>
                  <a:cubicBezTo>
                    <a:pt x="1879" y="279"/>
                    <a:pt x="1811" y="282"/>
                    <a:pt x="1744" y="286"/>
                  </a:cubicBezTo>
                  <a:cubicBezTo>
                    <a:pt x="1693" y="252"/>
                    <a:pt x="1608" y="269"/>
                    <a:pt x="1524" y="235"/>
                  </a:cubicBezTo>
                  <a:cubicBezTo>
                    <a:pt x="1507" y="227"/>
                    <a:pt x="1481" y="218"/>
                    <a:pt x="1507" y="210"/>
                  </a:cubicBezTo>
                  <a:lnTo>
                    <a:pt x="1532" y="210"/>
                  </a:lnTo>
                  <a:cubicBezTo>
                    <a:pt x="1428" y="189"/>
                    <a:pt x="1329" y="174"/>
                    <a:pt x="1227" y="174"/>
                  </a:cubicBezTo>
                  <a:cubicBezTo>
                    <a:pt x="1205" y="174"/>
                    <a:pt x="1182" y="174"/>
                    <a:pt x="1160" y="176"/>
                  </a:cubicBezTo>
                  <a:lnTo>
                    <a:pt x="1109" y="134"/>
                  </a:lnTo>
                  <a:cubicBezTo>
                    <a:pt x="1072" y="123"/>
                    <a:pt x="1052" y="119"/>
                    <a:pt x="1041" y="119"/>
                  </a:cubicBezTo>
                  <a:cubicBezTo>
                    <a:pt x="1007" y="119"/>
                    <a:pt x="1064" y="157"/>
                    <a:pt x="1008" y="157"/>
                  </a:cubicBezTo>
                  <a:cubicBezTo>
                    <a:pt x="995" y="157"/>
                    <a:pt x="976" y="155"/>
                    <a:pt x="948" y="150"/>
                  </a:cubicBezTo>
                  <a:cubicBezTo>
                    <a:pt x="915" y="117"/>
                    <a:pt x="720" y="91"/>
                    <a:pt x="720" y="66"/>
                  </a:cubicBezTo>
                  <a:cubicBezTo>
                    <a:pt x="706" y="62"/>
                    <a:pt x="695" y="60"/>
                    <a:pt x="686" y="60"/>
                  </a:cubicBezTo>
                  <a:cubicBezTo>
                    <a:pt x="674" y="60"/>
                    <a:pt x="666" y="64"/>
                    <a:pt x="661" y="74"/>
                  </a:cubicBezTo>
                  <a:cubicBezTo>
                    <a:pt x="695" y="83"/>
                    <a:pt x="762" y="91"/>
                    <a:pt x="720" y="100"/>
                  </a:cubicBezTo>
                  <a:cubicBezTo>
                    <a:pt x="669" y="91"/>
                    <a:pt x="627" y="83"/>
                    <a:pt x="576" y="66"/>
                  </a:cubicBezTo>
                  <a:cubicBezTo>
                    <a:pt x="585" y="66"/>
                    <a:pt x="627" y="49"/>
                    <a:pt x="602" y="49"/>
                  </a:cubicBezTo>
                  <a:cubicBezTo>
                    <a:pt x="497" y="42"/>
                    <a:pt x="329" y="0"/>
                    <a:pt x="19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5"/>
            <p:cNvSpPr/>
            <p:nvPr/>
          </p:nvSpPr>
          <p:spPr>
            <a:xfrm rot="-9164125">
              <a:off x="10634936" y="704013"/>
              <a:ext cx="2550" cy="1700"/>
            </a:xfrm>
            <a:custGeom>
              <a:rect b="b" l="l" r="r" t="t"/>
              <a:pathLst>
                <a:path extrusionOk="0" h="68" w="102">
                  <a:moveTo>
                    <a:pt x="60" y="0"/>
                  </a:moveTo>
                  <a:cubicBezTo>
                    <a:pt x="43" y="26"/>
                    <a:pt x="0" y="60"/>
                    <a:pt x="17" y="68"/>
                  </a:cubicBezTo>
                  <a:cubicBezTo>
                    <a:pt x="9" y="51"/>
                    <a:pt x="102" y="0"/>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5"/>
            <p:cNvSpPr/>
            <p:nvPr/>
          </p:nvSpPr>
          <p:spPr>
            <a:xfrm rot="-9164125">
              <a:off x="10636648" y="704986"/>
              <a:ext cx="1300" cy="1100"/>
            </a:xfrm>
            <a:custGeom>
              <a:rect b="b" l="l" r="r" t="t"/>
              <a:pathLst>
                <a:path extrusionOk="0" h="44" w="52">
                  <a:moveTo>
                    <a:pt x="52" y="1"/>
                  </a:moveTo>
                  <a:lnTo>
                    <a:pt x="18" y="18"/>
                  </a:lnTo>
                  <a:cubicBezTo>
                    <a:pt x="18" y="26"/>
                    <a:pt x="18" y="26"/>
                    <a:pt x="1" y="43"/>
                  </a:cubicBezTo>
                  <a:lnTo>
                    <a:pt x="5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5"/>
            <p:cNvSpPr/>
            <p:nvPr/>
          </p:nvSpPr>
          <p:spPr>
            <a:xfrm rot="-9164125">
              <a:off x="10639991" y="706815"/>
              <a:ext cx="4550" cy="4250"/>
            </a:xfrm>
            <a:custGeom>
              <a:rect b="b" l="l" r="r" t="t"/>
              <a:pathLst>
                <a:path extrusionOk="0" h="170" w="182">
                  <a:moveTo>
                    <a:pt x="170" y="35"/>
                  </a:moveTo>
                  <a:cubicBezTo>
                    <a:pt x="157" y="59"/>
                    <a:pt x="140" y="84"/>
                    <a:pt x="119" y="106"/>
                  </a:cubicBezTo>
                  <a:lnTo>
                    <a:pt x="119" y="106"/>
                  </a:lnTo>
                  <a:cubicBezTo>
                    <a:pt x="155" y="79"/>
                    <a:pt x="181" y="50"/>
                    <a:pt x="170" y="35"/>
                  </a:cubicBezTo>
                  <a:close/>
                  <a:moveTo>
                    <a:pt x="144" y="1"/>
                  </a:moveTo>
                  <a:cubicBezTo>
                    <a:pt x="60" y="60"/>
                    <a:pt x="60" y="119"/>
                    <a:pt x="0" y="170"/>
                  </a:cubicBezTo>
                  <a:cubicBezTo>
                    <a:pt x="18" y="166"/>
                    <a:pt x="55" y="148"/>
                    <a:pt x="90" y="125"/>
                  </a:cubicBezTo>
                  <a:lnTo>
                    <a:pt x="90" y="125"/>
                  </a:lnTo>
                  <a:cubicBezTo>
                    <a:pt x="91" y="126"/>
                    <a:pt x="92" y="127"/>
                    <a:pt x="93" y="128"/>
                  </a:cubicBezTo>
                  <a:cubicBezTo>
                    <a:pt x="102" y="121"/>
                    <a:pt x="111" y="114"/>
                    <a:pt x="119" y="106"/>
                  </a:cubicBezTo>
                  <a:lnTo>
                    <a:pt x="119" y="106"/>
                  </a:lnTo>
                  <a:cubicBezTo>
                    <a:pt x="110" y="112"/>
                    <a:pt x="100" y="119"/>
                    <a:pt x="90" y="125"/>
                  </a:cubicBezTo>
                  <a:lnTo>
                    <a:pt x="90" y="125"/>
                  </a:lnTo>
                  <a:cubicBezTo>
                    <a:pt x="48" y="92"/>
                    <a:pt x="152" y="50"/>
                    <a:pt x="14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5"/>
            <p:cNvSpPr/>
            <p:nvPr/>
          </p:nvSpPr>
          <p:spPr>
            <a:xfrm rot="-9164125">
              <a:off x="10639145" y="710265"/>
              <a:ext cx="1075" cy="1100"/>
            </a:xfrm>
            <a:custGeom>
              <a:rect b="b" l="l" r="r" t="t"/>
              <a:pathLst>
                <a:path extrusionOk="0" h="44" w="43">
                  <a:moveTo>
                    <a:pt x="34" y="1"/>
                  </a:moveTo>
                  <a:lnTo>
                    <a:pt x="0" y="43"/>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5"/>
            <p:cNvSpPr/>
            <p:nvPr/>
          </p:nvSpPr>
          <p:spPr>
            <a:xfrm rot="-9164125">
              <a:off x="10604404" y="704713"/>
              <a:ext cx="1100" cy="1100"/>
            </a:xfrm>
            <a:custGeom>
              <a:rect b="b" l="l" r="r" t="t"/>
              <a:pathLst>
                <a:path extrusionOk="0" h="44" w="44">
                  <a:moveTo>
                    <a:pt x="43" y="0"/>
                  </a:moveTo>
                  <a:lnTo>
                    <a:pt x="43" y="0"/>
                  </a:lnTo>
                  <a:cubicBezTo>
                    <a:pt x="26" y="9"/>
                    <a:pt x="9" y="25"/>
                    <a:pt x="1" y="42"/>
                  </a:cubicBezTo>
                  <a:cubicBezTo>
                    <a:pt x="3" y="43"/>
                    <a:pt x="5" y="44"/>
                    <a:pt x="6" y="44"/>
                  </a:cubicBezTo>
                  <a:cubicBezTo>
                    <a:pt x="21" y="44"/>
                    <a:pt x="36" y="15"/>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5"/>
            <p:cNvSpPr/>
            <p:nvPr/>
          </p:nvSpPr>
          <p:spPr>
            <a:xfrm rot="-9164125">
              <a:off x="10638277" y="825907"/>
              <a:ext cx="11025" cy="1725"/>
            </a:xfrm>
            <a:custGeom>
              <a:rect b="b" l="l" r="r" t="t"/>
              <a:pathLst>
                <a:path extrusionOk="0" h="69" w="441">
                  <a:moveTo>
                    <a:pt x="0" y="0"/>
                  </a:moveTo>
                  <a:lnTo>
                    <a:pt x="0" y="0"/>
                  </a:lnTo>
                  <a:cubicBezTo>
                    <a:pt x="89" y="18"/>
                    <a:pt x="174" y="32"/>
                    <a:pt x="284" y="47"/>
                  </a:cubicBezTo>
                  <a:lnTo>
                    <a:pt x="284" y="47"/>
                  </a:lnTo>
                  <a:cubicBezTo>
                    <a:pt x="189" y="33"/>
                    <a:pt x="93" y="17"/>
                    <a:pt x="0" y="0"/>
                  </a:cubicBezTo>
                  <a:close/>
                  <a:moveTo>
                    <a:pt x="284" y="47"/>
                  </a:moveTo>
                  <a:cubicBezTo>
                    <a:pt x="337" y="55"/>
                    <a:pt x="389" y="62"/>
                    <a:pt x="440" y="68"/>
                  </a:cubicBezTo>
                  <a:cubicBezTo>
                    <a:pt x="382" y="61"/>
                    <a:pt x="331" y="54"/>
                    <a:pt x="284" y="4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5"/>
            <p:cNvSpPr/>
            <p:nvPr/>
          </p:nvSpPr>
          <p:spPr>
            <a:xfrm rot="-9164125">
              <a:off x="10569113" y="710134"/>
              <a:ext cx="6575" cy="5750"/>
            </a:xfrm>
            <a:custGeom>
              <a:rect b="b" l="l" r="r" t="t"/>
              <a:pathLst>
                <a:path extrusionOk="0" h="230" w="263">
                  <a:moveTo>
                    <a:pt x="262" y="1"/>
                  </a:moveTo>
                  <a:lnTo>
                    <a:pt x="203" y="9"/>
                  </a:lnTo>
                  <a:cubicBezTo>
                    <a:pt x="118" y="94"/>
                    <a:pt x="93" y="153"/>
                    <a:pt x="0" y="229"/>
                  </a:cubicBezTo>
                  <a:cubicBezTo>
                    <a:pt x="152" y="161"/>
                    <a:pt x="135" y="51"/>
                    <a:pt x="26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5"/>
            <p:cNvSpPr/>
            <p:nvPr/>
          </p:nvSpPr>
          <p:spPr>
            <a:xfrm rot="-9164125">
              <a:off x="10568111" y="710985"/>
              <a:ext cx="2550" cy="2375"/>
            </a:xfrm>
            <a:custGeom>
              <a:rect b="b" l="l" r="r" t="t"/>
              <a:pathLst>
                <a:path extrusionOk="0" h="95" w="102">
                  <a:moveTo>
                    <a:pt x="68" y="1"/>
                  </a:moveTo>
                  <a:lnTo>
                    <a:pt x="68" y="1"/>
                  </a:lnTo>
                  <a:cubicBezTo>
                    <a:pt x="9" y="52"/>
                    <a:pt x="59" y="43"/>
                    <a:pt x="0" y="86"/>
                  </a:cubicBezTo>
                  <a:lnTo>
                    <a:pt x="51" y="94"/>
                  </a:lnTo>
                  <a:cubicBezTo>
                    <a:pt x="17" y="77"/>
                    <a:pt x="102" y="9"/>
                    <a:pt x="6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5"/>
            <p:cNvSpPr/>
            <p:nvPr/>
          </p:nvSpPr>
          <p:spPr>
            <a:xfrm rot="-9164125">
              <a:off x="10585264" y="721582"/>
              <a:ext cx="450" cy="875"/>
            </a:xfrm>
            <a:custGeom>
              <a:rect b="b" l="l" r="r" t="t"/>
              <a:pathLst>
                <a:path extrusionOk="0" h="35" w="18">
                  <a:moveTo>
                    <a:pt x="17" y="1"/>
                  </a:moveTo>
                  <a:lnTo>
                    <a:pt x="0" y="18"/>
                  </a:lnTo>
                  <a:lnTo>
                    <a:pt x="0" y="34"/>
                  </a:ln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5"/>
            <p:cNvSpPr/>
            <p:nvPr/>
          </p:nvSpPr>
          <p:spPr>
            <a:xfrm rot="-9164125">
              <a:off x="10555407" y="713614"/>
              <a:ext cx="1525" cy="875"/>
            </a:xfrm>
            <a:custGeom>
              <a:rect b="b" l="l" r="r" t="t"/>
              <a:pathLst>
                <a:path extrusionOk="0" h="35" w="61">
                  <a:moveTo>
                    <a:pt x="60" y="1"/>
                  </a:moveTo>
                  <a:lnTo>
                    <a:pt x="9" y="18"/>
                  </a:lnTo>
                  <a:lnTo>
                    <a:pt x="1" y="35"/>
                  </a:lnTo>
                  <a:lnTo>
                    <a:pt x="1" y="35"/>
                  </a:lnTo>
                  <a:lnTo>
                    <a:pt x="6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5"/>
            <p:cNvSpPr/>
            <p:nvPr/>
          </p:nvSpPr>
          <p:spPr>
            <a:xfrm rot="-9164125">
              <a:off x="10557116" y="713603"/>
              <a:ext cx="25" cy="450"/>
            </a:xfrm>
            <a:custGeom>
              <a:rect b="b" l="l" r="r" t="t"/>
              <a:pathLst>
                <a:path extrusionOk="0" h="18" w="1">
                  <a:moveTo>
                    <a:pt x="1" y="18"/>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5"/>
            <p:cNvSpPr/>
            <p:nvPr/>
          </p:nvSpPr>
          <p:spPr>
            <a:xfrm rot="-9164125">
              <a:off x="10585349" y="722640"/>
              <a:ext cx="1500" cy="1525"/>
            </a:xfrm>
            <a:custGeom>
              <a:rect b="b" l="l" r="r" t="t"/>
              <a:pathLst>
                <a:path extrusionOk="0" h="61" w="60">
                  <a:moveTo>
                    <a:pt x="60" y="1"/>
                  </a:moveTo>
                  <a:lnTo>
                    <a:pt x="18" y="26"/>
                  </a:lnTo>
                  <a:lnTo>
                    <a:pt x="1" y="60"/>
                  </a:lnTo>
                  <a:lnTo>
                    <a:pt x="6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5"/>
            <p:cNvSpPr/>
            <p:nvPr/>
          </p:nvSpPr>
          <p:spPr>
            <a:xfrm rot="-9164125">
              <a:off x="10571780" y="720670"/>
              <a:ext cx="1725" cy="875"/>
            </a:xfrm>
            <a:custGeom>
              <a:rect b="b" l="l" r="r" t="t"/>
              <a:pathLst>
                <a:path extrusionOk="0" h="35" w="69">
                  <a:moveTo>
                    <a:pt x="35" y="1"/>
                  </a:moveTo>
                  <a:lnTo>
                    <a:pt x="1" y="34"/>
                  </a:lnTo>
                  <a:cubicBezTo>
                    <a:pt x="9" y="26"/>
                    <a:pt x="69" y="1"/>
                    <a:pt x="3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5"/>
            <p:cNvSpPr/>
            <p:nvPr/>
          </p:nvSpPr>
          <p:spPr>
            <a:xfrm rot="-9164125">
              <a:off x="10546345" y="715267"/>
              <a:ext cx="1075" cy="1300"/>
            </a:xfrm>
            <a:custGeom>
              <a:rect b="b" l="l" r="r" t="t"/>
              <a:pathLst>
                <a:path extrusionOk="0" h="52" w="43">
                  <a:moveTo>
                    <a:pt x="43" y="1"/>
                  </a:moveTo>
                  <a:lnTo>
                    <a:pt x="34" y="9"/>
                  </a:lnTo>
                  <a:lnTo>
                    <a:pt x="0" y="51"/>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5"/>
            <p:cNvSpPr/>
            <p:nvPr/>
          </p:nvSpPr>
          <p:spPr>
            <a:xfrm rot="-9164125">
              <a:off x="10562360" y="725350"/>
              <a:ext cx="1750" cy="1225"/>
            </a:xfrm>
            <a:custGeom>
              <a:rect b="b" l="l" r="r" t="t"/>
              <a:pathLst>
                <a:path extrusionOk="0" h="49" w="70">
                  <a:moveTo>
                    <a:pt x="55" y="0"/>
                  </a:moveTo>
                  <a:cubicBezTo>
                    <a:pt x="52" y="0"/>
                    <a:pt x="46" y="2"/>
                    <a:pt x="35" y="6"/>
                  </a:cubicBezTo>
                  <a:cubicBezTo>
                    <a:pt x="0" y="40"/>
                    <a:pt x="11" y="41"/>
                    <a:pt x="25" y="45"/>
                  </a:cubicBezTo>
                  <a:lnTo>
                    <a:pt x="25" y="45"/>
                  </a:lnTo>
                  <a:cubicBezTo>
                    <a:pt x="20" y="34"/>
                    <a:pt x="69" y="0"/>
                    <a:pt x="55" y="0"/>
                  </a:cubicBezTo>
                  <a:close/>
                  <a:moveTo>
                    <a:pt x="25" y="45"/>
                  </a:moveTo>
                  <a:cubicBezTo>
                    <a:pt x="26" y="47"/>
                    <a:pt x="29" y="48"/>
                    <a:pt x="35" y="48"/>
                  </a:cubicBezTo>
                  <a:cubicBezTo>
                    <a:pt x="32" y="47"/>
                    <a:pt x="29" y="46"/>
                    <a:pt x="25" y="4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5"/>
            <p:cNvSpPr/>
            <p:nvPr/>
          </p:nvSpPr>
          <p:spPr>
            <a:xfrm rot="-9164125">
              <a:off x="10544650" y="724416"/>
              <a:ext cx="450" cy="450"/>
            </a:xfrm>
            <a:custGeom>
              <a:rect b="b" l="l" r="r" t="t"/>
              <a:pathLst>
                <a:path extrusionOk="0" h="18" w="18">
                  <a:moveTo>
                    <a:pt x="0" y="18"/>
                  </a:moveTo>
                  <a:cubicBezTo>
                    <a:pt x="0" y="18"/>
                    <a:pt x="9" y="9"/>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5"/>
            <p:cNvSpPr/>
            <p:nvPr/>
          </p:nvSpPr>
          <p:spPr>
            <a:xfrm rot="-9164125">
              <a:off x="10545308" y="723883"/>
              <a:ext cx="1500" cy="1075"/>
            </a:xfrm>
            <a:custGeom>
              <a:rect b="b" l="l" r="r" t="t"/>
              <a:pathLst>
                <a:path extrusionOk="0" h="43" w="60">
                  <a:moveTo>
                    <a:pt x="59" y="1"/>
                  </a:moveTo>
                  <a:lnTo>
                    <a:pt x="59" y="1"/>
                  </a:lnTo>
                  <a:cubicBezTo>
                    <a:pt x="34" y="17"/>
                    <a:pt x="9" y="26"/>
                    <a:pt x="0" y="43"/>
                  </a:cubicBezTo>
                  <a:cubicBezTo>
                    <a:pt x="25" y="34"/>
                    <a:pt x="42" y="17"/>
                    <a:pt x="5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5"/>
            <p:cNvSpPr/>
            <p:nvPr/>
          </p:nvSpPr>
          <p:spPr>
            <a:xfrm rot="-9164125">
              <a:off x="10538019" y="724855"/>
              <a:ext cx="1300" cy="1500"/>
            </a:xfrm>
            <a:custGeom>
              <a:rect b="b" l="l" r="r" t="t"/>
              <a:pathLst>
                <a:path extrusionOk="0" h="60" w="52">
                  <a:moveTo>
                    <a:pt x="43" y="0"/>
                  </a:moveTo>
                  <a:lnTo>
                    <a:pt x="26" y="17"/>
                  </a:lnTo>
                  <a:cubicBezTo>
                    <a:pt x="30" y="6"/>
                    <a:pt x="30" y="1"/>
                    <a:pt x="28" y="1"/>
                  </a:cubicBezTo>
                  <a:lnTo>
                    <a:pt x="28" y="1"/>
                  </a:lnTo>
                  <a:cubicBezTo>
                    <a:pt x="27" y="1"/>
                    <a:pt x="22" y="8"/>
                    <a:pt x="17" y="17"/>
                  </a:cubicBezTo>
                  <a:cubicBezTo>
                    <a:pt x="9" y="34"/>
                    <a:pt x="0" y="34"/>
                    <a:pt x="0" y="43"/>
                  </a:cubicBezTo>
                  <a:cubicBezTo>
                    <a:pt x="0" y="51"/>
                    <a:pt x="0" y="51"/>
                    <a:pt x="0" y="60"/>
                  </a:cubicBezTo>
                  <a:cubicBezTo>
                    <a:pt x="0" y="51"/>
                    <a:pt x="0" y="51"/>
                    <a:pt x="9" y="43"/>
                  </a:cubicBezTo>
                  <a:cubicBezTo>
                    <a:pt x="34" y="26"/>
                    <a:pt x="51"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5"/>
            <p:cNvSpPr/>
            <p:nvPr/>
          </p:nvSpPr>
          <p:spPr>
            <a:xfrm rot="-9164125">
              <a:off x="10494041" y="719558"/>
              <a:ext cx="8475" cy="6375"/>
            </a:xfrm>
            <a:custGeom>
              <a:rect b="b" l="l" r="r" t="t"/>
              <a:pathLst>
                <a:path extrusionOk="0" h="255" w="339">
                  <a:moveTo>
                    <a:pt x="339" y="0"/>
                  </a:moveTo>
                  <a:cubicBezTo>
                    <a:pt x="195" y="102"/>
                    <a:pt x="153" y="127"/>
                    <a:pt x="127" y="127"/>
                  </a:cubicBezTo>
                  <a:cubicBezTo>
                    <a:pt x="0" y="212"/>
                    <a:pt x="77" y="203"/>
                    <a:pt x="9" y="254"/>
                  </a:cubicBezTo>
                  <a:cubicBezTo>
                    <a:pt x="144" y="153"/>
                    <a:pt x="187" y="127"/>
                    <a:pt x="33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5"/>
            <p:cNvSpPr/>
            <p:nvPr/>
          </p:nvSpPr>
          <p:spPr>
            <a:xfrm rot="-9164125">
              <a:off x="10503481" y="721003"/>
              <a:ext cx="1075" cy="1075"/>
            </a:xfrm>
            <a:custGeom>
              <a:rect b="b" l="l" r="r" t="t"/>
              <a:pathLst>
                <a:path extrusionOk="0" h="43" w="43">
                  <a:moveTo>
                    <a:pt x="43" y="0"/>
                  </a:moveTo>
                  <a:lnTo>
                    <a:pt x="1" y="43"/>
                  </a:lnTo>
                  <a:cubicBezTo>
                    <a:pt x="18" y="26"/>
                    <a:pt x="34" y="17"/>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5"/>
            <p:cNvSpPr/>
            <p:nvPr/>
          </p:nvSpPr>
          <p:spPr>
            <a:xfrm rot="-9164125">
              <a:off x="10546624" y="729349"/>
              <a:ext cx="650" cy="1525"/>
            </a:xfrm>
            <a:custGeom>
              <a:rect b="b" l="l" r="r" t="t"/>
              <a:pathLst>
                <a:path extrusionOk="0" h="61" w="26">
                  <a:moveTo>
                    <a:pt x="26" y="1"/>
                  </a:moveTo>
                  <a:lnTo>
                    <a:pt x="18" y="18"/>
                  </a:lnTo>
                  <a:lnTo>
                    <a:pt x="1" y="60"/>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5"/>
            <p:cNvSpPr/>
            <p:nvPr/>
          </p:nvSpPr>
          <p:spPr>
            <a:xfrm rot="-9164125">
              <a:off x="10486813" y="723708"/>
              <a:ext cx="2350" cy="1500"/>
            </a:xfrm>
            <a:custGeom>
              <a:rect b="b" l="l" r="r" t="t"/>
              <a:pathLst>
                <a:path extrusionOk="0" h="60" w="94">
                  <a:moveTo>
                    <a:pt x="93" y="0"/>
                  </a:moveTo>
                  <a:lnTo>
                    <a:pt x="93" y="0"/>
                  </a:lnTo>
                  <a:cubicBezTo>
                    <a:pt x="59" y="17"/>
                    <a:pt x="34" y="42"/>
                    <a:pt x="0" y="59"/>
                  </a:cubicBezTo>
                  <a:cubicBezTo>
                    <a:pt x="34" y="51"/>
                    <a:pt x="68" y="26"/>
                    <a:pt x="9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5"/>
            <p:cNvSpPr/>
            <p:nvPr/>
          </p:nvSpPr>
          <p:spPr>
            <a:xfrm rot="-9164125">
              <a:off x="10515174" y="727909"/>
              <a:ext cx="2525" cy="1500"/>
            </a:xfrm>
            <a:custGeom>
              <a:rect b="b" l="l" r="r" t="t"/>
              <a:pathLst>
                <a:path extrusionOk="0" h="60" w="101">
                  <a:moveTo>
                    <a:pt x="86" y="0"/>
                  </a:moveTo>
                  <a:cubicBezTo>
                    <a:pt x="64" y="0"/>
                    <a:pt x="36" y="31"/>
                    <a:pt x="12" y="51"/>
                  </a:cubicBezTo>
                  <a:lnTo>
                    <a:pt x="12" y="51"/>
                  </a:lnTo>
                  <a:cubicBezTo>
                    <a:pt x="44" y="32"/>
                    <a:pt x="100" y="23"/>
                    <a:pt x="86" y="0"/>
                  </a:cubicBezTo>
                  <a:close/>
                  <a:moveTo>
                    <a:pt x="12" y="51"/>
                  </a:moveTo>
                  <a:cubicBezTo>
                    <a:pt x="8" y="54"/>
                    <a:pt x="4" y="56"/>
                    <a:pt x="1" y="60"/>
                  </a:cubicBezTo>
                  <a:cubicBezTo>
                    <a:pt x="5" y="57"/>
                    <a:pt x="8" y="54"/>
                    <a:pt x="12" y="5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5"/>
            <p:cNvSpPr/>
            <p:nvPr/>
          </p:nvSpPr>
          <p:spPr>
            <a:xfrm rot="-9164125">
              <a:off x="10480645" y="726919"/>
              <a:ext cx="2975" cy="1700"/>
            </a:xfrm>
            <a:custGeom>
              <a:rect b="b" l="l" r="r" t="t"/>
              <a:pathLst>
                <a:path extrusionOk="0" h="68" w="119">
                  <a:moveTo>
                    <a:pt x="119" y="1"/>
                  </a:moveTo>
                  <a:lnTo>
                    <a:pt x="119" y="1"/>
                  </a:lnTo>
                  <a:cubicBezTo>
                    <a:pt x="85" y="26"/>
                    <a:pt x="43" y="43"/>
                    <a:pt x="1" y="60"/>
                  </a:cubicBezTo>
                  <a:cubicBezTo>
                    <a:pt x="1" y="63"/>
                    <a:pt x="6" y="67"/>
                    <a:pt x="17" y="67"/>
                  </a:cubicBezTo>
                  <a:cubicBezTo>
                    <a:pt x="36" y="67"/>
                    <a:pt x="71" y="55"/>
                    <a:pt x="11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5"/>
            <p:cNvSpPr/>
            <p:nvPr/>
          </p:nvSpPr>
          <p:spPr>
            <a:xfrm rot="-9164125">
              <a:off x="10511363" y="728704"/>
              <a:ext cx="1275" cy="1300"/>
            </a:xfrm>
            <a:custGeom>
              <a:rect b="b" l="l" r="r" t="t"/>
              <a:pathLst>
                <a:path extrusionOk="0" h="52" w="51">
                  <a:moveTo>
                    <a:pt x="51" y="1"/>
                  </a:moveTo>
                  <a:lnTo>
                    <a:pt x="26" y="9"/>
                  </a:lnTo>
                  <a:lnTo>
                    <a:pt x="0" y="52"/>
                  </a:lnTo>
                  <a:lnTo>
                    <a:pt x="51" y="1"/>
                  </a:lnTo>
                  <a:close/>
                  <a:moveTo>
                    <a:pt x="0" y="52"/>
                  </a:moveTo>
                  <a:lnTo>
                    <a:pt x="0" y="52"/>
                  </a:lnTo>
                  <a:lnTo>
                    <a:pt x="0" y="5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5"/>
            <p:cNvSpPr/>
            <p:nvPr/>
          </p:nvSpPr>
          <p:spPr>
            <a:xfrm rot="-9164125">
              <a:off x="10522124" y="732949"/>
              <a:ext cx="3750" cy="875"/>
            </a:xfrm>
            <a:custGeom>
              <a:rect b="b" l="l" r="r" t="t"/>
              <a:pathLst>
                <a:path extrusionOk="0" h="35" w="150">
                  <a:moveTo>
                    <a:pt x="61" y="17"/>
                  </a:moveTo>
                  <a:lnTo>
                    <a:pt x="61" y="17"/>
                  </a:lnTo>
                  <a:cubicBezTo>
                    <a:pt x="61" y="17"/>
                    <a:pt x="60" y="17"/>
                    <a:pt x="60" y="17"/>
                  </a:cubicBezTo>
                  <a:cubicBezTo>
                    <a:pt x="59" y="18"/>
                    <a:pt x="58" y="18"/>
                    <a:pt x="57" y="18"/>
                  </a:cubicBezTo>
                  <a:lnTo>
                    <a:pt x="57" y="18"/>
                  </a:lnTo>
                  <a:cubicBezTo>
                    <a:pt x="59" y="18"/>
                    <a:pt x="60" y="18"/>
                    <a:pt x="61" y="17"/>
                  </a:cubicBezTo>
                  <a:close/>
                  <a:moveTo>
                    <a:pt x="0" y="17"/>
                  </a:moveTo>
                  <a:lnTo>
                    <a:pt x="0" y="17"/>
                  </a:lnTo>
                  <a:cubicBezTo>
                    <a:pt x="5" y="22"/>
                    <a:pt x="13" y="24"/>
                    <a:pt x="24" y="24"/>
                  </a:cubicBezTo>
                  <a:cubicBezTo>
                    <a:pt x="34" y="24"/>
                    <a:pt x="45" y="22"/>
                    <a:pt x="57" y="18"/>
                  </a:cubicBezTo>
                  <a:lnTo>
                    <a:pt x="57" y="18"/>
                  </a:lnTo>
                  <a:cubicBezTo>
                    <a:pt x="48" y="20"/>
                    <a:pt x="38" y="21"/>
                    <a:pt x="29" y="21"/>
                  </a:cubicBezTo>
                  <a:cubicBezTo>
                    <a:pt x="19" y="21"/>
                    <a:pt x="9" y="20"/>
                    <a:pt x="0" y="17"/>
                  </a:cubicBezTo>
                  <a:close/>
                  <a:moveTo>
                    <a:pt x="110" y="0"/>
                  </a:moveTo>
                  <a:cubicBezTo>
                    <a:pt x="95" y="8"/>
                    <a:pt x="78" y="14"/>
                    <a:pt x="61" y="17"/>
                  </a:cubicBezTo>
                  <a:lnTo>
                    <a:pt x="61" y="17"/>
                  </a:lnTo>
                  <a:cubicBezTo>
                    <a:pt x="74" y="17"/>
                    <a:pt x="86" y="16"/>
                    <a:pt x="94" y="16"/>
                  </a:cubicBezTo>
                  <a:cubicBezTo>
                    <a:pt x="108" y="16"/>
                    <a:pt x="115" y="19"/>
                    <a:pt x="110" y="34"/>
                  </a:cubicBezTo>
                  <a:cubicBezTo>
                    <a:pt x="150" y="15"/>
                    <a:pt x="150" y="10"/>
                    <a:pt x="138" y="10"/>
                  </a:cubicBezTo>
                  <a:cubicBezTo>
                    <a:pt x="129" y="10"/>
                    <a:pt x="112" y="13"/>
                    <a:pt x="103" y="13"/>
                  </a:cubicBezTo>
                  <a:cubicBezTo>
                    <a:pt x="95" y="13"/>
                    <a:pt x="93" y="11"/>
                    <a:pt x="11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5"/>
            <p:cNvSpPr/>
            <p:nvPr/>
          </p:nvSpPr>
          <p:spPr>
            <a:xfrm rot="-9164125">
              <a:off x="10522756" y="733339"/>
              <a:ext cx="450" cy="225"/>
            </a:xfrm>
            <a:custGeom>
              <a:rect b="b" l="l" r="r" t="t"/>
              <a:pathLst>
                <a:path extrusionOk="0" h="9" w="18">
                  <a:moveTo>
                    <a:pt x="18" y="0"/>
                  </a:moveTo>
                  <a:cubicBezTo>
                    <a:pt x="9" y="0"/>
                    <a:pt x="9" y="0"/>
                    <a:pt x="1" y="8"/>
                  </a:cubicBez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5"/>
            <p:cNvSpPr/>
            <p:nvPr/>
          </p:nvSpPr>
          <p:spPr>
            <a:xfrm rot="-9164125">
              <a:off x="10499327" y="734085"/>
              <a:ext cx="1300" cy="250"/>
            </a:xfrm>
            <a:custGeom>
              <a:rect b="b" l="l" r="r" t="t"/>
              <a:pathLst>
                <a:path extrusionOk="0" h="10" w="52">
                  <a:moveTo>
                    <a:pt x="1" y="9"/>
                  </a:moveTo>
                  <a:lnTo>
                    <a:pt x="43" y="1"/>
                  </a:lnTo>
                  <a:lnTo>
                    <a:pt x="51" y="1"/>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5"/>
            <p:cNvSpPr/>
            <p:nvPr/>
          </p:nvSpPr>
          <p:spPr>
            <a:xfrm rot="-9164125">
              <a:off x="10518453" y="734112"/>
              <a:ext cx="2575" cy="1050"/>
            </a:xfrm>
            <a:custGeom>
              <a:rect b="b" l="l" r="r" t="t"/>
              <a:pathLst>
                <a:path extrusionOk="0" h="42" w="103">
                  <a:moveTo>
                    <a:pt x="73" y="1"/>
                  </a:moveTo>
                  <a:cubicBezTo>
                    <a:pt x="65" y="1"/>
                    <a:pt x="53" y="3"/>
                    <a:pt x="34" y="8"/>
                  </a:cubicBezTo>
                  <a:cubicBezTo>
                    <a:pt x="1" y="25"/>
                    <a:pt x="1" y="33"/>
                    <a:pt x="26" y="33"/>
                  </a:cubicBezTo>
                  <a:lnTo>
                    <a:pt x="43" y="25"/>
                  </a:lnTo>
                  <a:cubicBezTo>
                    <a:pt x="59" y="33"/>
                    <a:pt x="67" y="33"/>
                    <a:pt x="82" y="40"/>
                  </a:cubicBezTo>
                  <a:lnTo>
                    <a:pt x="82" y="40"/>
                  </a:lnTo>
                  <a:cubicBezTo>
                    <a:pt x="69" y="31"/>
                    <a:pt x="103" y="1"/>
                    <a:pt x="73" y="1"/>
                  </a:cubicBezTo>
                  <a:close/>
                  <a:moveTo>
                    <a:pt x="82" y="40"/>
                  </a:moveTo>
                  <a:cubicBezTo>
                    <a:pt x="83" y="41"/>
                    <a:pt x="84" y="41"/>
                    <a:pt x="85" y="42"/>
                  </a:cubicBezTo>
                  <a:cubicBezTo>
                    <a:pt x="84" y="41"/>
                    <a:pt x="83" y="41"/>
                    <a:pt x="82" y="4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5"/>
            <p:cNvSpPr/>
            <p:nvPr/>
          </p:nvSpPr>
          <p:spPr>
            <a:xfrm rot="-9164125">
              <a:off x="10481691" y="739688"/>
              <a:ext cx="3600" cy="850"/>
            </a:xfrm>
            <a:custGeom>
              <a:rect b="b" l="l" r="r" t="t"/>
              <a:pathLst>
                <a:path extrusionOk="0" h="34" w="144">
                  <a:moveTo>
                    <a:pt x="42" y="0"/>
                  </a:moveTo>
                  <a:cubicBezTo>
                    <a:pt x="62" y="7"/>
                    <a:pt x="0" y="34"/>
                    <a:pt x="7" y="34"/>
                  </a:cubicBezTo>
                  <a:cubicBezTo>
                    <a:pt x="9" y="34"/>
                    <a:pt x="17" y="31"/>
                    <a:pt x="34" y="26"/>
                  </a:cubicBezTo>
                  <a:lnTo>
                    <a:pt x="14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5"/>
            <p:cNvSpPr/>
            <p:nvPr/>
          </p:nvSpPr>
          <p:spPr>
            <a:xfrm rot="-9164125">
              <a:off x="10484414" y="740822"/>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5"/>
            <p:cNvSpPr/>
            <p:nvPr/>
          </p:nvSpPr>
          <p:spPr>
            <a:xfrm rot="-9164125">
              <a:off x="10500748" y="732414"/>
              <a:ext cx="1875" cy="1275"/>
            </a:xfrm>
            <a:custGeom>
              <a:rect b="b" l="l" r="r" t="t"/>
              <a:pathLst>
                <a:path extrusionOk="0" h="51" w="75">
                  <a:moveTo>
                    <a:pt x="68" y="1"/>
                  </a:moveTo>
                  <a:cubicBezTo>
                    <a:pt x="66" y="1"/>
                    <a:pt x="61" y="3"/>
                    <a:pt x="52" y="8"/>
                  </a:cubicBezTo>
                  <a:cubicBezTo>
                    <a:pt x="18" y="25"/>
                    <a:pt x="9" y="33"/>
                    <a:pt x="1" y="50"/>
                  </a:cubicBezTo>
                  <a:cubicBezTo>
                    <a:pt x="21" y="37"/>
                    <a:pt x="75" y="1"/>
                    <a:pt x="6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5"/>
            <p:cNvSpPr/>
            <p:nvPr/>
          </p:nvSpPr>
          <p:spPr>
            <a:xfrm rot="-9164125">
              <a:off x="10497038" y="744711"/>
              <a:ext cx="3625" cy="450"/>
            </a:xfrm>
            <a:custGeom>
              <a:rect b="b" l="l" r="r" t="t"/>
              <a:pathLst>
                <a:path extrusionOk="0" h="18" w="145">
                  <a:moveTo>
                    <a:pt x="1" y="18"/>
                  </a:moveTo>
                  <a:lnTo>
                    <a:pt x="144" y="1"/>
                  </a:lnTo>
                  <a:lnTo>
                    <a:pt x="1" y="18"/>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5"/>
            <p:cNvSpPr/>
            <p:nvPr/>
          </p:nvSpPr>
          <p:spPr>
            <a:xfrm rot="-9164125">
              <a:off x="10513176" y="752511"/>
              <a:ext cx="3425" cy="650"/>
            </a:xfrm>
            <a:custGeom>
              <a:rect b="b" l="l" r="r" t="t"/>
              <a:pathLst>
                <a:path extrusionOk="0" h="26" w="137">
                  <a:moveTo>
                    <a:pt x="111" y="0"/>
                  </a:moveTo>
                  <a:lnTo>
                    <a:pt x="1" y="17"/>
                  </a:lnTo>
                  <a:lnTo>
                    <a:pt x="18" y="25"/>
                  </a:lnTo>
                  <a:lnTo>
                    <a:pt x="13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5"/>
            <p:cNvSpPr/>
            <p:nvPr/>
          </p:nvSpPr>
          <p:spPr>
            <a:xfrm rot="-9164125">
              <a:off x="10522278" y="738267"/>
              <a:ext cx="1925" cy="875"/>
            </a:xfrm>
            <a:custGeom>
              <a:rect b="b" l="l" r="r" t="t"/>
              <a:pathLst>
                <a:path extrusionOk="0" h="35" w="77">
                  <a:moveTo>
                    <a:pt x="34" y="0"/>
                  </a:moveTo>
                  <a:cubicBezTo>
                    <a:pt x="26" y="9"/>
                    <a:pt x="25" y="12"/>
                    <a:pt x="28" y="12"/>
                  </a:cubicBezTo>
                  <a:cubicBezTo>
                    <a:pt x="33" y="12"/>
                    <a:pt x="54" y="0"/>
                    <a:pt x="60" y="0"/>
                  </a:cubicBezTo>
                  <a:lnTo>
                    <a:pt x="60" y="0"/>
                  </a:lnTo>
                  <a:lnTo>
                    <a:pt x="0" y="34"/>
                  </a:lnTo>
                  <a:cubicBezTo>
                    <a:pt x="26" y="26"/>
                    <a:pt x="51" y="17"/>
                    <a:pt x="7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5"/>
            <p:cNvSpPr/>
            <p:nvPr/>
          </p:nvSpPr>
          <p:spPr>
            <a:xfrm rot="-9164125">
              <a:off x="10560115" y="783140"/>
              <a:ext cx="42100" cy="4875"/>
            </a:xfrm>
            <a:custGeom>
              <a:rect b="b" l="l" r="r" t="t"/>
              <a:pathLst>
                <a:path extrusionOk="0" h="195" w="1684">
                  <a:moveTo>
                    <a:pt x="1286" y="59"/>
                  </a:moveTo>
                  <a:cubicBezTo>
                    <a:pt x="1285" y="60"/>
                    <a:pt x="1283" y="60"/>
                    <a:pt x="1281" y="61"/>
                  </a:cubicBezTo>
                  <a:lnTo>
                    <a:pt x="1281" y="61"/>
                  </a:lnTo>
                  <a:cubicBezTo>
                    <a:pt x="1283" y="60"/>
                    <a:pt x="1285" y="60"/>
                    <a:pt x="1286" y="59"/>
                  </a:cubicBezTo>
                  <a:close/>
                  <a:moveTo>
                    <a:pt x="377" y="134"/>
                  </a:moveTo>
                  <a:lnTo>
                    <a:pt x="377" y="134"/>
                  </a:lnTo>
                  <a:cubicBezTo>
                    <a:pt x="373" y="134"/>
                    <a:pt x="369" y="135"/>
                    <a:pt x="364" y="136"/>
                  </a:cubicBezTo>
                  <a:lnTo>
                    <a:pt x="389" y="136"/>
                  </a:lnTo>
                  <a:cubicBezTo>
                    <a:pt x="385" y="135"/>
                    <a:pt x="381" y="135"/>
                    <a:pt x="377" y="134"/>
                  </a:cubicBezTo>
                  <a:close/>
                  <a:moveTo>
                    <a:pt x="0" y="0"/>
                  </a:moveTo>
                  <a:lnTo>
                    <a:pt x="0" y="0"/>
                  </a:lnTo>
                  <a:cubicBezTo>
                    <a:pt x="43" y="9"/>
                    <a:pt x="85" y="26"/>
                    <a:pt x="127" y="34"/>
                  </a:cubicBezTo>
                  <a:cubicBezTo>
                    <a:pt x="51" y="59"/>
                    <a:pt x="203" y="51"/>
                    <a:pt x="186" y="76"/>
                  </a:cubicBezTo>
                  <a:cubicBezTo>
                    <a:pt x="174" y="79"/>
                    <a:pt x="162" y="80"/>
                    <a:pt x="151" y="80"/>
                  </a:cubicBezTo>
                  <a:cubicBezTo>
                    <a:pt x="124" y="80"/>
                    <a:pt x="100" y="74"/>
                    <a:pt x="76" y="68"/>
                  </a:cubicBezTo>
                  <a:lnTo>
                    <a:pt x="76" y="68"/>
                  </a:lnTo>
                  <a:cubicBezTo>
                    <a:pt x="68" y="85"/>
                    <a:pt x="102" y="102"/>
                    <a:pt x="93" y="119"/>
                  </a:cubicBezTo>
                  <a:cubicBezTo>
                    <a:pt x="115" y="125"/>
                    <a:pt x="134" y="127"/>
                    <a:pt x="151" y="127"/>
                  </a:cubicBezTo>
                  <a:cubicBezTo>
                    <a:pt x="215" y="127"/>
                    <a:pt x="250" y="91"/>
                    <a:pt x="322" y="91"/>
                  </a:cubicBezTo>
                  <a:cubicBezTo>
                    <a:pt x="332" y="91"/>
                    <a:pt x="344" y="92"/>
                    <a:pt x="356" y="93"/>
                  </a:cubicBezTo>
                  <a:cubicBezTo>
                    <a:pt x="348" y="109"/>
                    <a:pt x="317" y="125"/>
                    <a:pt x="377" y="134"/>
                  </a:cubicBezTo>
                  <a:lnTo>
                    <a:pt x="377" y="134"/>
                  </a:lnTo>
                  <a:cubicBezTo>
                    <a:pt x="387" y="133"/>
                    <a:pt x="395" y="133"/>
                    <a:pt x="402" y="133"/>
                  </a:cubicBezTo>
                  <a:cubicBezTo>
                    <a:pt x="458" y="133"/>
                    <a:pt x="468" y="155"/>
                    <a:pt x="492" y="155"/>
                  </a:cubicBezTo>
                  <a:cubicBezTo>
                    <a:pt x="503" y="155"/>
                    <a:pt x="518" y="150"/>
                    <a:pt x="542" y="136"/>
                  </a:cubicBezTo>
                  <a:lnTo>
                    <a:pt x="542" y="161"/>
                  </a:lnTo>
                  <a:cubicBezTo>
                    <a:pt x="618" y="144"/>
                    <a:pt x="686" y="144"/>
                    <a:pt x="762" y="144"/>
                  </a:cubicBezTo>
                  <a:cubicBezTo>
                    <a:pt x="812" y="140"/>
                    <a:pt x="861" y="138"/>
                    <a:pt x="909" y="138"/>
                  </a:cubicBezTo>
                  <a:cubicBezTo>
                    <a:pt x="956" y="138"/>
                    <a:pt x="1003" y="140"/>
                    <a:pt x="1049" y="144"/>
                  </a:cubicBezTo>
                  <a:lnTo>
                    <a:pt x="965" y="178"/>
                  </a:lnTo>
                  <a:cubicBezTo>
                    <a:pt x="978" y="181"/>
                    <a:pt x="990" y="183"/>
                    <a:pt x="1000" y="183"/>
                  </a:cubicBezTo>
                  <a:cubicBezTo>
                    <a:pt x="1040" y="183"/>
                    <a:pt x="1058" y="161"/>
                    <a:pt x="1092" y="161"/>
                  </a:cubicBezTo>
                  <a:cubicBezTo>
                    <a:pt x="1092" y="161"/>
                    <a:pt x="1100" y="186"/>
                    <a:pt x="1058" y="195"/>
                  </a:cubicBezTo>
                  <a:lnTo>
                    <a:pt x="1286" y="153"/>
                  </a:lnTo>
                  <a:cubicBezTo>
                    <a:pt x="1328" y="136"/>
                    <a:pt x="1261" y="136"/>
                    <a:pt x="1252" y="119"/>
                  </a:cubicBezTo>
                  <a:cubicBezTo>
                    <a:pt x="1257" y="114"/>
                    <a:pt x="1269" y="112"/>
                    <a:pt x="1284" y="112"/>
                  </a:cubicBezTo>
                  <a:cubicBezTo>
                    <a:pt x="1321" y="112"/>
                    <a:pt x="1373" y="124"/>
                    <a:pt x="1379" y="136"/>
                  </a:cubicBezTo>
                  <a:cubicBezTo>
                    <a:pt x="1362" y="144"/>
                    <a:pt x="1312" y="153"/>
                    <a:pt x="1345" y="161"/>
                  </a:cubicBezTo>
                  <a:lnTo>
                    <a:pt x="1422" y="119"/>
                  </a:lnTo>
                  <a:lnTo>
                    <a:pt x="1422" y="119"/>
                  </a:lnTo>
                  <a:cubicBezTo>
                    <a:pt x="1531" y="153"/>
                    <a:pt x="1345" y="178"/>
                    <a:pt x="1286" y="186"/>
                  </a:cubicBezTo>
                  <a:cubicBezTo>
                    <a:pt x="1302" y="188"/>
                    <a:pt x="1317" y="188"/>
                    <a:pt x="1330" y="188"/>
                  </a:cubicBezTo>
                  <a:cubicBezTo>
                    <a:pt x="1394" y="188"/>
                    <a:pt x="1432" y="176"/>
                    <a:pt x="1496" y="176"/>
                  </a:cubicBezTo>
                  <a:cubicBezTo>
                    <a:pt x="1509" y="176"/>
                    <a:pt x="1524" y="177"/>
                    <a:pt x="1540" y="178"/>
                  </a:cubicBezTo>
                  <a:cubicBezTo>
                    <a:pt x="1515" y="169"/>
                    <a:pt x="1498" y="161"/>
                    <a:pt x="1472" y="144"/>
                  </a:cubicBezTo>
                  <a:cubicBezTo>
                    <a:pt x="1472" y="133"/>
                    <a:pt x="1492" y="130"/>
                    <a:pt x="1521" y="130"/>
                  </a:cubicBezTo>
                  <a:cubicBezTo>
                    <a:pt x="1559" y="130"/>
                    <a:pt x="1611" y="136"/>
                    <a:pt x="1650" y="136"/>
                  </a:cubicBezTo>
                  <a:cubicBezTo>
                    <a:pt x="1608" y="119"/>
                    <a:pt x="1633" y="110"/>
                    <a:pt x="1667" y="93"/>
                  </a:cubicBezTo>
                  <a:lnTo>
                    <a:pt x="1684" y="93"/>
                  </a:lnTo>
                  <a:cubicBezTo>
                    <a:pt x="1684" y="93"/>
                    <a:pt x="1684" y="85"/>
                    <a:pt x="1675" y="85"/>
                  </a:cubicBezTo>
                  <a:cubicBezTo>
                    <a:pt x="1625" y="85"/>
                    <a:pt x="1574" y="76"/>
                    <a:pt x="1523" y="59"/>
                  </a:cubicBezTo>
                  <a:lnTo>
                    <a:pt x="1523" y="59"/>
                  </a:lnTo>
                  <a:cubicBezTo>
                    <a:pt x="1540" y="80"/>
                    <a:pt x="1519" y="85"/>
                    <a:pt x="1485" y="85"/>
                  </a:cubicBezTo>
                  <a:cubicBezTo>
                    <a:pt x="1451" y="85"/>
                    <a:pt x="1405" y="81"/>
                    <a:pt x="1369" y="81"/>
                  </a:cubicBezTo>
                  <a:cubicBezTo>
                    <a:pt x="1352" y="81"/>
                    <a:pt x="1338" y="82"/>
                    <a:pt x="1328" y="85"/>
                  </a:cubicBezTo>
                  <a:lnTo>
                    <a:pt x="1252" y="85"/>
                  </a:lnTo>
                  <a:cubicBezTo>
                    <a:pt x="1252" y="77"/>
                    <a:pt x="1252" y="69"/>
                    <a:pt x="1281" y="61"/>
                  </a:cubicBezTo>
                  <a:lnTo>
                    <a:pt x="1281" y="61"/>
                  </a:lnTo>
                  <a:cubicBezTo>
                    <a:pt x="1251" y="67"/>
                    <a:pt x="1168" y="60"/>
                    <a:pt x="1176" y="76"/>
                  </a:cubicBezTo>
                  <a:lnTo>
                    <a:pt x="965" y="68"/>
                  </a:lnTo>
                  <a:cubicBezTo>
                    <a:pt x="956" y="68"/>
                    <a:pt x="948" y="59"/>
                    <a:pt x="948" y="59"/>
                  </a:cubicBezTo>
                  <a:cubicBezTo>
                    <a:pt x="939" y="59"/>
                    <a:pt x="931" y="59"/>
                    <a:pt x="939" y="68"/>
                  </a:cubicBezTo>
                  <a:cubicBezTo>
                    <a:pt x="618" y="51"/>
                    <a:pt x="313" y="26"/>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5"/>
            <p:cNvSpPr/>
            <p:nvPr/>
          </p:nvSpPr>
          <p:spPr>
            <a:xfrm rot="-9164125">
              <a:off x="10565378" y="775454"/>
              <a:ext cx="1075" cy="25"/>
            </a:xfrm>
            <a:custGeom>
              <a:rect b="b" l="l" r="r" t="t"/>
              <a:pathLst>
                <a:path extrusionOk="0" h="1" w="43">
                  <a:moveTo>
                    <a:pt x="0" y="1"/>
                  </a:moveTo>
                  <a:cubicBezTo>
                    <a:pt x="9"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5"/>
            <p:cNvSpPr/>
            <p:nvPr/>
          </p:nvSpPr>
          <p:spPr>
            <a:xfrm rot="-9164125">
              <a:off x="10598798" y="797832"/>
              <a:ext cx="1700" cy="250"/>
            </a:xfrm>
            <a:custGeom>
              <a:rect b="b" l="l" r="r" t="t"/>
              <a:pathLst>
                <a:path extrusionOk="0" h="10" w="68">
                  <a:moveTo>
                    <a:pt x="0" y="1"/>
                  </a:moveTo>
                  <a:lnTo>
                    <a:pt x="68" y="9"/>
                  </a:lnTo>
                  <a:cubicBezTo>
                    <a:pt x="42" y="1"/>
                    <a:pt x="26"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5"/>
            <p:cNvSpPr/>
            <p:nvPr/>
          </p:nvSpPr>
          <p:spPr>
            <a:xfrm rot="-9164125">
              <a:off x="10557061" y="773632"/>
              <a:ext cx="4050" cy="650"/>
            </a:xfrm>
            <a:custGeom>
              <a:rect b="b" l="l" r="r" t="t"/>
              <a:pathLst>
                <a:path extrusionOk="0" h="26" w="162">
                  <a:moveTo>
                    <a:pt x="18" y="0"/>
                  </a:moveTo>
                  <a:cubicBezTo>
                    <a:pt x="18" y="9"/>
                    <a:pt x="1" y="17"/>
                    <a:pt x="1" y="26"/>
                  </a:cubicBezTo>
                  <a:lnTo>
                    <a:pt x="119" y="26"/>
                  </a:lnTo>
                  <a:cubicBezTo>
                    <a:pt x="85" y="9"/>
                    <a:pt x="153" y="9"/>
                    <a:pt x="16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5"/>
            <p:cNvSpPr/>
            <p:nvPr/>
          </p:nvSpPr>
          <p:spPr>
            <a:xfrm rot="-9164125">
              <a:off x="10560024" y="775607"/>
              <a:ext cx="2125" cy="450"/>
            </a:xfrm>
            <a:custGeom>
              <a:rect b="b" l="l" r="r" t="t"/>
              <a:pathLst>
                <a:path extrusionOk="0" h="18" w="85">
                  <a:moveTo>
                    <a:pt x="43" y="1"/>
                  </a:moveTo>
                  <a:cubicBezTo>
                    <a:pt x="34" y="9"/>
                    <a:pt x="17" y="18"/>
                    <a:pt x="0" y="18"/>
                  </a:cubicBezTo>
                  <a:lnTo>
                    <a:pt x="85" y="18"/>
                  </a:lnTo>
                  <a:cubicBezTo>
                    <a:pt x="85" y="9"/>
                    <a:pt x="76" y="9"/>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5"/>
            <p:cNvSpPr/>
            <p:nvPr/>
          </p:nvSpPr>
          <p:spPr>
            <a:xfrm rot="-9164125">
              <a:off x="10567538" y="763357"/>
              <a:ext cx="1500" cy="225"/>
            </a:xfrm>
            <a:custGeom>
              <a:rect b="b" l="l" r="r" t="t"/>
              <a:pathLst>
                <a:path extrusionOk="0" h="9" w="60">
                  <a:moveTo>
                    <a:pt x="34" y="0"/>
                  </a:moveTo>
                  <a:lnTo>
                    <a:pt x="0" y="9"/>
                  </a:lnTo>
                  <a:lnTo>
                    <a:pt x="0" y="9"/>
                  </a:lnTo>
                  <a:lnTo>
                    <a:pt x="6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5"/>
            <p:cNvSpPr/>
            <p:nvPr/>
          </p:nvSpPr>
          <p:spPr>
            <a:xfrm rot="-9164125">
              <a:off x="10573317" y="768388"/>
              <a:ext cx="2775" cy="350"/>
            </a:xfrm>
            <a:custGeom>
              <a:rect b="b" l="l" r="r" t="t"/>
              <a:pathLst>
                <a:path extrusionOk="0" h="14" w="111">
                  <a:moveTo>
                    <a:pt x="59" y="1"/>
                  </a:moveTo>
                  <a:cubicBezTo>
                    <a:pt x="41" y="1"/>
                    <a:pt x="22" y="3"/>
                    <a:pt x="0" y="7"/>
                  </a:cubicBezTo>
                  <a:cubicBezTo>
                    <a:pt x="17" y="11"/>
                    <a:pt x="36" y="13"/>
                    <a:pt x="55" y="13"/>
                  </a:cubicBezTo>
                  <a:cubicBezTo>
                    <a:pt x="74" y="13"/>
                    <a:pt x="94" y="11"/>
                    <a:pt x="110" y="7"/>
                  </a:cubicBezTo>
                  <a:cubicBezTo>
                    <a:pt x="94" y="3"/>
                    <a:pt x="77" y="1"/>
                    <a:pt x="5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5"/>
            <p:cNvSpPr/>
            <p:nvPr/>
          </p:nvSpPr>
          <p:spPr>
            <a:xfrm rot="-9164125">
              <a:off x="10576016" y="764440"/>
              <a:ext cx="1725" cy="250"/>
            </a:xfrm>
            <a:custGeom>
              <a:rect b="b" l="l" r="r" t="t"/>
              <a:pathLst>
                <a:path extrusionOk="0" h="10" w="69">
                  <a:moveTo>
                    <a:pt x="0" y="1"/>
                  </a:moveTo>
                  <a:lnTo>
                    <a:pt x="0"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5"/>
            <p:cNvSpPr/>
            <p:nvPr/>
          </p:nvSpPr>
          <p:spPr>
            <a:xfrm rot="-9164125">
              <a:off x="10612045" y="803027"/>
              <a:ext cx="875" cy="25"/>
            </a:xfrm>
            <a:custGeom>
              <a:rect b="b" l="l" r="r" t="t"/>
              <a:pathLst>
                <a:path extrusionOk="0" h="1" w="35">
                  <a:moveTo>
                    <a:pt x="34" y="1"/>
                  </a:moveTo>
                  <a:lnTo>
                    <a:pt x="0" y="1"/>
                  </a:lnTo>
                  <a:cubicBezTo>
                    <a:pt x="9" y="1"/>
                    <a:pt x="26" y="1"/>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5"/>
            <p:cNvSpPr/>
            <p:nvPr/>
          </p:nvSpPr>
          <p:spPr>
            <a:xfrm rot="-9164125">
              <a:off x="10595336" y="800841"/>
              <a:ext cx="27725" cy="3825"/>
            </a:xfrm>
            <a:custGeom>
              <a:rect b="b" l="l" r="r" t="t"/>
              <a:pathLst>
                <a:path extrusionOk="0" h="153" w="1109">
                  <a:moveTo>
                    <a:pt x="94" y="0"/>
                  </a:moveTo>
                  <a:cubicBezTo>
                    <a:pt x="1" y="0"/>
                    <a:pt x="145" y="42"/>
                    <a:pt x="68" y="59"/>
                  </a:cubicBezTo>
                  <a:cubicBezTo>
                    <a:pt x="144" y="71"/>
                    <a:pt x="244" y="91"/>
                    <a:pt x="302" y="91"/>
                  </a:cubicBezTo>
                  <a:cubicBezTo>
                    <a:pt x="325" y="91"/>
                    <a:pt x="342" y="87"/>
                    <a:pt x="347" y="79"/>
                  </a:cubicBezTo>
                  <a:lnTo>
                    <a:pt x="347" y="79"/>
                  </a:lnTo>
                  <a:cubicBezTo>
                    <a:pt x="345" y="84"/>
                    <a:pt x="343" y="95"/>
                    <a:pt x="356" y="102"/>
                  </a:cubicBezTo>
                  <a:lnTo>
                    <a:pt x="424" y="76"/>
                  </a:lnTo>
                  <a:lnTo>
                    <a:pt x="364" y="59"/>
                  </a:lnTo>
                  <a:cubicBezTo>
                    <a:pt x="398" y="54"/>
                    <a:pt x="432" y="51"/>
                    <a:pt x="466" y="51"/>
                  </a:cubicBezTo>
                  <a:cubicBezTo>
                    <a:pt x="534" y="51"/>
                    <a:pt x="601" y="62"/>
                    <a:pt x="669" y="85"/>
                  </a:cubicBezTo>
                  <a:cubicBezTo>
                    <a:pt x="584" y="85"/>
                    <a:pt x="586" y="106"/>
                    <a:pt x="539" y="106"/>
                  </a:cubicBezTo>
                  <a:cubicBezTo>
                    <a:pt x="520" y="106"/>
                    <a:pt x="493" y="103"/>
                    <a:pt x="449" y="93"/>
                  </a:cubicBezTo>
                  <a:lnTo>
                    <a:pt x="449" y="93"/>
                  </a:lnTo>
                  <a:cubicBezTo>
                    <a:pt x="449" y="102"/>
                    <a:pt x="483" y="119"/>
                    <a:pt x="449" y="127"/>
                  </a:cubicBezTo>
                  <a:cubicBezTo>
                    <a:pt x="627" y="144"/>
                    <a:pt x="813" y="152"/>
                    <a:pt x="999" y="152"/>
                  </a:cubicBezTo>
                  <a:cubicBezTo>
                    <a:pt x="855" y="110"/>
                    <a:pt x="1109" y="135"/>
                    <a:pt x="1058" y="93"/>
                  </a:cubicBezTo>
                  <a:lnTo>
                    <a:pt x="1058" y="93"/>
                  </a:lnTo>
                  <a:lnTo>
                    <a:pt x="974" y="102"/>
                  </a:lnTo>
                  <a:lnTo>
                    <a:pt x="982" y="85"/>
                  </a:lnTo>
                  <a:lnTo>
                    <a:pt x="881" y="85"/>
                  </a:lnTo>
                  <a:cubicBezTo>
                    <a:pt x="897" y="102"/>
                    <a:pt x="914" y="102"/>
                    <a:pt x="906" y="127"/>
                  </a:cubicBezTo>
                  <a:cubicBezTo>
                    <a:pt x="771" y="102"/>
                    <a:pt x="864" y="93"/>
                    <a:pt x="771" y="59"/>
                  </a:cubicBezTo>
                  <a:lnTo>
                    <a:pt x="618" y="51"/>
                  </a:lnTo>
                  <a:lnTo>
                    <a:pt x="627" y="51"/>
                  </a:lnTo>
                  <a:cubicBezTo>
                    <a:pt x="623" y="47"/>
                    <a:pt x="618" y="45"/>
                    <a:pt x="615" y="45"/>
                  </a:cubicBezTo>
                  <a:cubicBezTo>
                    <a:pt x="612" y="45"/>
                    <a:pt x="610" y="47"/>
                    <a:pt x="610" y="51"/>
                  </a:cubicBezTo>
                  <a:cubicBezTo>
                    <a:pt x="432" y="34"/>
                    <a:pt x="271" y="17"/>
                    <a:pt x="9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5"/>
            <p:cNvSpPr/>
            <p:nvPr/>
          </p:nvSpPr>
          <p:spPr>
            <a:xfrm rot="-9164125">
              <a:off x="10639088" y="822514"/>
              <a:ext cx="250" cy="25"/>
            </a:xfrm>
            <a:custGeom>
              <a:rect b="b" l="l" r="r" t="t"/>
              <a:pathLst>
                <a:path extrusionOk="0" h="1" w="10">
                  <a:moveTo>
                    <a:pt x="9" y="1"/>
                  </a:moveTo>
                  <a:lnTo>
                    <a:pt x="9" y="1"/>
                  </a:lnTo>
                  <a:cubicBezTo>
                    <a:pt x="9" y="1"/>
                    <a:pt x="1"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5"/>
            <p:cNvSpPr/>
            <p:nvPr/>
          </p:nvSpPr>
          <p:spPr>
            <a:xfrm rot="-9164125">
              <a:off x="10635466" y="821155"/>
              <a:ext cx="3825" cy="1075"/>
            </a:xfrm>
            <a:custGeom>
              <a:rect b="b" l="l" r="r" t="t"/>
              <a:pathLst>
                <a:path extrusionOk="0" h="43" w="153">
                  <a:moveTo>
                    <a:pt x="17" y="1"/>
                  </a:moveTo>
                  <a:lnTo>
                    <a:pt x="0" y="26"/>
                  </a:lnTo>
                  <a:cubicBezTo>
                    <a:pt x="13" y="22"/>
                    <a:pt x="28" y="20"/>
                    <a:pt x="43" y="20"/>
                  </a:cubicBezTo>
                  <a:cubicBezTo>
                    <a:pt x="58" y="20"/>
                    <a:pt x="72" y="22"/>
                    <a:pt x="85" y="26"/>
                  </a:cubicBezTo>
                  <a:lnTo>
                    <a:pt x="60" y="43"/>
                  </a:lnTo>
                  <a:lnTo>
                    <a:pt x="60" y="43"/>
                  </a:lnTo>
                  <a:lnTo>
                    <a:pt x="153" y="18"/>
                  </a:ln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5"/>
            <p:cNvSpPr/>
            <p:nvPr/>
          </p:nvSpPr>
          <p:spPr>
            <a:xfrm rot="-9164125">
              <a:off x="10633361" y="818922"/>
              <a:ext cx="2975" cy="1500"/>
            </a:xfrm>
            <a:custGeom>
              <a:rect b="b" l="l" r="r" t="t"/>
              <a:pathLst>
                <a:path extrusionOk="0" h="60" w="119">
                  <a:moveTo>
                    <a:pt x="119" y="1"/>
                  </a:moveTo>
                  <a:cubicBezTo>
                    <a:pt x="43" y="1"/>
                    <a:pt x="43" y="26"/>
                    <a:pt x="85" y="51"/>
                  </a:cubicBezTo>
                  <a:cubicBezTo>
                    <a:pt x="26" y="51"/>
                    <a:pt x="38" y="26"/>
                    <a:pt x="23" y="26"/>
                  </a:cubicBezTo>
                  <a:cubicBezTo>
                    <a:pt x="19" y="26"/>
                    <a:pt x="12" y="28"/>
                    <a:pt x="0" y="34"/>
                  </a:cubicBezTo>
                  <a:cubicBezTo>
                    <a:pt x="0" y="60"/>
                    <a:pt x="85" y="60"/>
                    <a:pt x="110" y="60"/>
                  </a:cubicBezTo>
                  <a:lnTo>
                    <a:pt x="11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5"/>
            <p:cNvSpPr/>
            <p:nvPr/>
          </p:nvSpPr>
          <p:spPr>
            <a:xfrm rot="-9164125">
              <a:off x="10621724" y="810780"/>
              <a:ext cx="1300" cy="650"/>
            </a:xfrm>
            <a:custGeom>
              <a:rect b="b" l="l" r="r" t="t"/>
              <a:pathLst>
                <a:path extrusionOk="0" h="26" w="52">
                  <a:moveTo>
                    <a:pt x="26" y="1"/>
                  </a:moveTo>
                  <a:lnTo>
                    <a:pt x="1" y="9"/>
                  </a:lnTo>
                  <a:lnTo>
                    <a:pt x="51" y="26"/>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5"/>
            <p:cNvSpPr/>
            <p:nvPr/>
          </p:nvSpPr>
          <p:spPr>
            <a:xfrm rot="-9164125">
              <a:off x="10622858" y="811364"/>
              <a:ext cx="1300" cy="650"/>
            </a:xfrm>
            <a:custGeom>
              <a:rect b="b" l="l" r="r" t="t"/>
              <a:pathLst>
                <a:path extrusionOk="0" h="26" w="52">
                  <a:moveTo>
                    <a:pt x="1" y="1"/>
                  </a:moveTo>
                  <a:cubicBezTo>
                    <a:pt x="1" y="9"/>
                    <a:pt x="9" y="17"/>
                    <a:pt x="9" y="26"/>
                  </a:cubicBezTo>
                  <a:lnTo>
                    <a:pt x="52" y="9"/>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5"/>
            <p:cNvSpPr/>
            <p:nvPr/>
          </p:nvSpPr>
          <p:spPr>
            <a:xfrm rot="-9164125">
              <a:off x="10626228" y="814662"/>
              <a:ext cx="1950" cy="450"/>
            </a:xfrm>
            <a:custGeom>
              <a:rect b="b" l="l" r="r" t="t"/>
              <a:pathLst>
                <a:path extrusionOk="0" h="18" w="78">
                  <a:moveTo>
                    <a:pt x="77" y="17"/>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5"/>
            <p:cNvSpPr/>
            <p:nvPr/>
          </p:nvSpPr>
          <p:spPr>
            <a:xfrm rot="-9164125">
              <a:off x="10625349" y="813557"/>
              <a:ext cx="1275" cy="450"/>
            </a:xfrm>
            <a:custGeom>
              <a:rect b="b" l="l" r="r" t="t"/>
              <a:pathLst>
                <a:path extrusionOk="0" h="18" w="51">
                  <a:moveTo>
                    <a:pt x="51" y="17"/>
                  </a:moveTo>
                  <a:lnTo>
                    <a:pt x="51" y="17"/>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5"/>
            <p:cNvSpPr/>
            <p:nvPr/>
          </p:nvSpPr>
          <p:spPr>
            <a:xfrm rot="-9164125">
              <a:off x="10623510" y="812657"/>
              <a:ext cx="2125" cy="1300"/>
            </a:xfrm>
            <a:custGeom>
              <a:rect b="b" l="l" r="r" t="t"/>
              <a:pathLst>
                <a:path extrusionOk="0" h="52" w="85">
                  <a:moveTo>
                    <a:pt x="0" y="1"/>
                  </a:moveTo>
                  <a:lnTo>
                    <a:pt x="9" y="35"/>
                  </a:lnTo>
                  <a:lnTo>
                    <a:pt x="85" y="52"/>
                  </a:lnTo>
                  <a:cubicBezTo>
                    <a:pt x="85" y="26"/>
                    <a:pt x="76"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5"/>
            <p:cNvSpPr/>
            <p:nvPr/>
          </p:nvSpPr>
          <p:spPr>
            <a:xfrm rot="-9164125">
              <a:off x="10585919" y="770991"/>
              <a:ext cx="1725" cy="450"/>
            </a:xfrm>
            <a:custGeom>
              <a:rect b="b" l="l" r="r" t="t"/>
              <a:pathLst>
                <a:path extrusionOk="0" h="18" w="69">
                  <a:moveTo>
                    <a:pt x="60" y="0"/>
                  </a:moveTo>
                  <a:lnTo>
                    <a:pt x="1" y="9"/>
                  </a:lnTo>
                  <a:lnTo>
                    <a:pt x="9" y="17"/>
                  </a:lnTo>
                  <a:lnTo>
                    <a:pt x="68" y="9"/>
                  </a:lnTo>
                  <a:lnTo>
                    <a:pt x="6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5"/>
            <p:cNvSpPr/>
            <p:nvPr/>
          </p:nvSpPr>
          <p:spPr>
            <a:xfrm rot="-9164125">
              <a:off x="10593236" y="775739"/>
              <a:ext cx="875" cy="225"/>
            </a:xfrm>
            <a:custGeom>
              <a:rect b="b" l="l" r="r" t="t"/>
              <a:pathLst>
                <a:path extrusionOk="0" h="9" w="35">
                  <a:moveTo>
                    <a:pt x="34" y="1"/>
                  </a:moveTo>
                  <a:cubicBezTo>
                    <a:pt x="30" y="1"/>
                    <a:pt x="24" y="3"/>
                    <a:pt x="18" y="5"/>
                  </a:cubicBezTo>
                  <a:lnTo>
                    <a:pt x="34" y="1"/>
                  </a:lnTo>
                  <a:close/>
                  <a:moveTo>
                    <a:pt x="18" y="5"/>
                  </a:moveTo>
                  <a:lnTo>
                    <a:pt x="1" y="9"/>
                  </a:lnTo>
                  <a:cubicBezTo>
                    <a:pt x="5" y="9"/>
                    <a:pt x="11" y="7"/>
                    <a:pt x="18"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5"/>
            <p:cNvSpPr/>
            <p:nvPr/>
          </p:nvSpPr>
          <p:spPr>
            <a:xfrm rot="-9164125">
              <a:off x="10594196" y="775086"/>
              <a:ext cx="10600" cy="3875"/>
            </a:xfrm>
            <a:custGeom>
              <a:rect b="b" l="l" r="r" t="t"/>
              <a:pathLst>
                <a:path extrusionOk="0" h="155" w="424">
                  <a:moveTo>
                    <a:pt x="146" y="0"/>
                  </a:moveTo>
                  <a:cubicBezTo>
                    <a:pt x="115" y="0"/>
                    <a:pt x="86" y="3"/>
                    <a:pt x="60" y="9"/>
                  </a:cubicBezTo>
                  <a:cubicBezTo>
                    <a:pt x="1" y="42"/>
                    <a:pt x="26" y="85"/>
                    <a:pt x="26" y="135"/>
                  </a:cubicBezTo>
                  <a:cubicBezTo>
                    <a:pt x="31" y="145"/>
                    <a:pt x="84" y="155"/>
                    <a:pt x="128" y="155"/>
                  </a:cubicBezTo>
                  <a:cubicBezTo>
                    <a:pt x="160" y="155"/>
                    <a:pt x="187" y="150"/>
                    <a:pt x="187" y="135"/>
                  </a:cubicBezTo>
                  <a:cubicBezTo>
                    <a:pt x="128" y="110"/>
                    <a:pt x="288" y="118"/>
                    <a:pt x="161" y="93"/>
                  </a:cubicBezTo>
                  <a:cubicBezTo>
                    <a:pt x="155" y="80"/>
                    <a:pt x="188" y="62"/>
                    <a:pt x="231" y="62"/>
                  </a:cubicBezTo>
                  <a:cubicBezTo>
                    <a:pt x="244" y="62"/>
                    <a:pt x="258" y="64"/>
                    <a:pt x="271" y="68"/>
                  </a:cubicBezTo>
                  <a:cubicBezTo>
                    <a:pt x="271" y="85"/>
                    <a:pt x="212" y="76"/>
                    <a:pt x="246" y="102"/>
                  </a:cubicBezTo>
                  <a:cubicBezTo>
                    <a:pt x="288" y="76"/>
                    <a:pt x="305" y="102"/>
                    <a:pt x="297" y="68"/>
                  </a:cubicBezTo>
                  <a:cubicBezTo>
                    <a:pt x="339" y="51"/>
                    <a:pt x="381" y="34"/>
                    <a:pt x="424" y="17"/>
                  </a:cubicBezTo>
                  <a:lnTo>
                    <a:pt x="424" y="17"/>
                  </a:lnTo>
                  <a:cubicBezTo>
                    <a:pt x="416" y="18"/>
                    <a:pt x="407" y="18"/>
                    <a:pt x="398" y="18"/>
                  </a:cubicBezTo>
                  <a:cubicBezTo>
                    <a:pt x="331" y="18"/>
                    <a:pt x="233" y="0"/>
                    <a:pt x="14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5"/>
            <p:cNvSpPr/>
            <p:nvPr/>
          </p:nvSpPr>
          <p:spPr>
            <a:xfrm rot="-9164125">
              <a:off x="10597300" y="773044"/>
              <a:ext cx="1725" cy="200"/>
            </a:xfrm>
            <a:custGeom>
              <a:rect b="b" l="l" r="r" t="t"/>
              <a:pathLst>
                <a:path extrusionOk="0" h="8" w="69">
                  <a:moveTo>
                    <a:pt x="53" y="0"/>
                  </a:moveTo>
                  <a:cubicBezTo>
                    <a:pt x="38" y="0"/>
                    <a:pt x="18" y="8"/>
                    <a:pt x="1" y="8"/>
                  </a:cubicBezTo>
                  <a:lnTo>
                    <a:pt x="68" y="8"/>
                  </a:lnTo>
                  <a:cubicBezTo>
                    <a:pt x="66" y="2"/>
                    <a:pt x="60" y="0"/>
                    <a:pt x="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5"/>
            <p:cNvSpPr/>
            <p:nvPr/>
          </p:nvSpPr>
          <p:spPr>
            <a:xfrm rot="-9164125">
              <a:off x="10608706" y="791055"/>
              <a:ext cx="2575" cy="450"/>
            </a:xfrm>
            <a:custGeom>
              <a:rect b="b" l="l" r="r" t="t"/>
              <a:pathLst>
                <a:path extrusionOk="0" h="18" w="103">
                  <a:moveTo>
                    <a:pt x="69" y="1"/>
                  </a:moveTo>
                  <a:cubicBezTo>
                    <a:pt x="60" y="1"/>
                    <a:pt x="1" y="9"/>
                    <a:pt x="9" y="18"/>
                  </a:cubicBezTo>
                  <a:lnTo>
                    <a:pt x="102" y="18"/>
                  </a:lnTo>
                  <a:cubicBezTo>
                    <a:pt x="86" y="18"/>
                    <a:pt x="69" y="9"/>
                    <a:pt x="6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5"/>
            <p:cNvSpPr/>
            <p:nvPr/>
          </p:nvSpPr>
          <p:spPr>
            <a:xfrm rot="-9164125">
              <a:off x="10608177" y="790158"/>
              <a:ext cx="875" cy="175"/>
            </a:xfrm>
            <a:custGeom>
              <a:rect b="b" l="l" r="r" t="t"/>
              <a:pathLst>
                <a:path extrusionOk="0" h="7" w="35">
                  <a:moveTo>
                    <a:pt x="0" y="1"/>
                  </a:moveTo>
                  <a:cubicBezTo>
                    <a:pt x="5" y="5"/>
                    <a:pt x="11" y="7"/>
                    <a:pt x="17" y="7"/>
                  </a:cubicBezTo>
                  <a:cubicBezTo>
                    <a:pt x="24" y="7"/>
                    <a:pt x="30" y="5"/>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5"/>
            <p:cNvSpPr/>
            <p:nvPr/>
          </p:nvSpPr>
          <p:spPr>
            <a:xfrm rot="-9164125">
              <a:off x="10609449" y="791296"/>
              <a:ext cx="225" cy="225"/>
            </a:xfrm>
            <a:custGeom>
              <a:rect b="b" l="l" r="r" t="t"/>
              <a:pathLst>
                <a:path extrusionOk="0" h="9" w="9">
                  <a:moveTo>
                    <a:pt x="0" y="0"/>
                  </a:moveTo>
                  <a:lnTo>
                    <a:pt x="0" y="9"/>
                  </a:lnTo>
                  <a:cubicBezTo>
                    <a:pt x="0" y="9"/>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5"/>
            <p:cNvSpPr/>
            <p:nvPr/>
          </p:nvSpPr>
          <p:spPr>
            <a:xfrm rot="-9164125">
              <a:off x="10630483" y="817897"/>
              <a:ext cx="1300" cy="450"/>
            </a:xfrm>
            <a:custGeom>
              <a:rect b="b" l="l" r="r" t="t"/>
              <a:pathLst>
                <a:path extrusionOk="0" h="18" w="52">
                  <a:moveTo>
                    <a:pt x="1" y="1"/>
                  </a:moveTo>
                  <a:cubicBezTo>
                    <a:pt x="18" y="9"/>
                    <a:pt x="35" y="9"/>
                    <a:pt x="52" y="18"/>
                  </a:cubicBezTo>
                  <a:cubicBezTo>
                    <a:pt x="52" y="1"/>
                    <a:pt x="18"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5"/>
            <p:cNvSpPr/>
            <p:nvPr/>
          </p:nvSpPr>
          <p:spPr>
            <a:xfrm rot="-9164125">
              <a:off x="10659960" y="839109"/>
              <a:ext cx="650" cy="425"/>
            </a:xfrm>
            <a:custGeom>
              <a:rect b="b" l="l" r="r" t="t"/>
              <a:pathLst>
                <a:path extrusionOk="0" h="17" w="26">
                  <a:moveTo>
                    <a:pt x="0" y="0"/>
                  </a:moveTo>
                  <a:cubicBezTo>
                    <a:pt x="0" y="8"/>
                    <a:pt x="17" y="17"/>
                    <a:pt x="25" y="17"/>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5"/>
            <p:cNvSpPr/>
            <p:nvPr/>
          </p:nvSpPr>
          <p:spPr>
            <a:xfrm rot="-9164125">
              <a:off x="10676340" y="840273"/>
              <a:ext cx="225" cy="25"/>
            </a:xfrm>
            <a:custGeom>
              <a:rect b="b" l="l" r="r" t="t"/>
              <a:pathLst>
                <a:path extrusionOk="0" h="1" w="9">
                  <a:moveTo>
                    <a:pt x="9" y="1"/>
                  </a:moveTo>
                  <a:cubicBezTo>
                    <a:pt x="9" y="1"/>
                    <a:pt x="0" y="1"/>
                    <a:pt x="0" y="1"/>
                  </a:cubicBezTo>
                  <a:cubicBezTo>
                    <a:pt x="0" y="1"/>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5"/>
            <p:cNvSpPr/>
            <p:nvPr/>
          </p:nvSpPr>
          <p:spPr>
            <a:xfrm rot="-9164125">
              <a:off x="10676253" y="841003"/>
              <a:ext cx="4050" cy="700"/>
            </a:xfrm>
            <a:custGeom>
              <a:rect b="b" l="l" r="r" t="t"/>
              <a:pathLst>
                <a:path extrusionOk="0" h="28" w="162">
                  <a:moveTo>
                    <a:pt x="53" y="0"/>
                  </a:moveTo>
                  <a:cubicBezTo>
                    <a:pt x="49" y="0"/>
                    <a:pt x="46" y="1"/>
                    <a:pt x="43" y="2"/>
                  </a:cubicBezTo>
                  <a:lnTo>
                    <a:pt x="1" y="2"/>
                  </a:lnTo>
                  <a:cubicBezTo>
                    <a:pt x="51" y="19"/>
                    <a:pt x="102" y="27"/>
                    <a:pt x="161" y="27"/>
                  </a:cubicBezTo>
                  <a:cubicBezTo>
                    <a:pt x="139" y="27"/>
                    <a:pt x="83" y="0"/>
                    <a:pt x="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44" name="Google Shape;3344;p45"/>
          <p:cNvSpPr/>
          <p:nvPr/>
        </p:nvSpPr>
        <p:spPr>
          <a:xfrm flipH="1" rot="-9609319">
            <a:off x="5103356" y="2515190"/>
            <a:ext cx="2457334" cy="1448039"/>
          </a:xfrm>
          <a:custGeom>
            <a:rect b="b" l="l" r="r" t="t"/>
            <a:pathLst>
              <a:path extrusionOk="0" h="36357" w="46714">
                <a:moveTo>
                  <a:pt x="5609" y="1623"/>
                </a:moveTo>
                <a:cubicBezTo>
                  <a:pt x="5604" y="1627"/>
                  <a:pt x="5598" y="1631"/>
                  <a:pt x="5593" y="1635"/>
                </a:cubicBezTo>
                <a:cubicBezTo>
                  <a:pt x="5567" y="1656"/>
                  <a:pt x="5558" y="1665"/>
                  <a:pt x="5558" y="1665"/>
                </a:cubicBezTo>
                <a:cubicBezTo>
                  <a:pt x="5558" y="1665"/>
                  <a:pt x="5581" y="1646"/>
                  <a:pt x="5609" y="1623"/>
                </a:cubicBezTo>
                <a:close/>
                <a:moveTo>
                  <a:pt x="24760" y="6864"/>
                </a:moveTo>
                <a:lnTo>
                  <a:pt x="24760" y="6864"/>
                </a:lnTo>
                <a:cubicBezTo>
                  <a:pt x="24836" y="6870"/>
                  <a:pt x="24913" y="6876"/>
                  <a:pt x="24990" y="6880"/>
                </a:cubicBezTo>
                <a:lnTo>
                  <a:pt x="24760" y="6864"/>
                </a:lnTo>
                <a:close/>
                <a:moveTo>
                  <a:pt x="22299" y="6998"/>
                </a:moveTo>
                <a:cubicBezTo>
                  <a:pt x="22274" y="6998"/>
                  <a:pt x="22249" y="6998"/>
                  <a:pt x="22224" y="6998"/>
                </a:cubicBezTo>
                <a:lnTo>
                  <a:pt x="22308" y="6998"/>
                </a:lnTo>
                <a:lnTo>
                  <a:pt x="22299" y="6998"/>
                </a:lnTo>
                <a:close/>
                <a:moveTo>
                  <a:pt x="1667" y="6981"/>
                </a:moveTo>
                <a:lnTo>
                  <a:pt x="1667" y="6981"/>
                </a:lnTo>
                <a:cubicBezTo>
                  <a:pt x="1645" y="7043"/>
                  <a:pt x="1623" y="7104"/>
                  <a:pt x="1605" y="7166"/>
                </a:cubicBezTo>
                <a:lnTo>
                  <a:pt x="1605" y="7166"/>
                </a:lnTo>
                <a:cubicBezTo>
                  <a:pt x="1625" y="7106"/>
                  <a:pt x="1646" y="7044"/>
                  <a:pt x="1667" y="6981"/>
                </a:cubicBezTo>
                <a:close/>
                <a:moveTo>
                  <a:pt x="28365" y="7438"/>
                </a:moveTo>
                <a:lnTo>
                  <a:pt x="28388" y="7440"/>
                </a:lnTo>
                <a:lnTo>
                  <a:pt x="28388" y="7440"/>
                </a:lnTo>
                <a:cubicBezTo>
                  <a:pt x="28380" y="7439"/>
                  <a:pt x="28373" y="7439"/>
                  <a:pt x="28365" y="7438"/>
                </a:cubicBezTo>
                <a:close/>
                <a:moveTo>
                  <a:pt x="33458" y="7920"/>
                </a:moveTo>
                <a:cubicBezTo>
                  <a:pt x="33460" y="7921"/>
                  <a:pt x="33463" y="7921"/>
                  <a:pt x="33465" y="7921"/>
                </a:cubicBezTo>
                <a:lnTo>
                  <a:pt x="33465" y="7921"/>
                </a:lnTo>
                <a:cubicBezTo>
                  <a:pt x="33463" y="7921"/>
                  <a:pt x="33460" y="7921"/>
                  <a:pt x="33458" y="7920"/>
                </a:cubicBezTo>
                <a:close/>
                <a:moveTo>
                  <a:pt x="38043" y="9536"/>
                </a:moveTo>
                <a:lnTo>
                  <a:pt x="38043" y="9536"/>
                </a:lnTo>
                <a:cubicBezTo>
                  <a:pt x="38075" y="9551"/>
                  <a:pt x="38094" y="9559"/>
                  <a:pt x="38102" y="9562"/>
                </a:cubicBezTo>
                <a:lnTo>
                  <a:pt x="38102" y="9562"/>
                </a:lnTo>
                <a:cubicBezTo>
                  <a:pt x="38084" y="9554"/>
                  <a:pt x="38064" y="9545"/>
                  <a:pt x="38043" y="9536"/>
                </a:cubicBezTo>
                <a:close/>
                <a:moveTo>
                  <a:pt x="684" y="11834"/>
                </a:moveTo>
                <a:cubicBezTo>
                  <a:pt x="682" y="11846"/>
                  <a:pt x="680" y="11858"/>
                  <a:pt x="678" y="11871"/>
                </a:cubicBezTo>
                <a:cubicBezTo>
                  <a:pt x="680" y="11858"/>
                  <a:pt x="682" y="11846"/>
                  <a:pt x="684" y="11834"/>
                </a:cubicBezTo>
                <a:close/>
                <a:moveTo>
                  <a:pt x="41921" y="12171"/>
                </a:moveTo>
                <a:lnTo>
                  <a:pt x="41921" y="12171"/>
                </a:lnTo>
                <a:cubicBezTo>
                  <a:pt x="42001" y="12241"/>
                  <a:pt x="42084" y="12309"/>
                  <a:pt x="42163" y="12387"/>
                </a:cubicBezTo>
                <a:cubicBezTo>
                  <a:pt x="42123" y="12343"/>
                  <a:pt x="42035" y="12266"/>
                  <a:pt x="41921" y="12171"/>
                </a:cubicBezTo>
                <a:close/>
                <a:moveTo>
                  <a:pt x="36420" y="9039"/>
                </a:moveTo>
                <a:cubicBezTo>
                  <a:pt x="36470" y="9039"/>
                  <a:pt x="36589" y="9069"/>
                  <a:pt x="37095" y="9248"/>
                </a:cubicBezTo>
                <a:cubicBezTo>
                  <a:pt x="37315" y="9344"/>
                  <a:pt x="37363" y="9367"/>
                  <a:pt x="37354" y="9367"/>
                </a:cubicBezTo>
                <a:cubicBezTo>
                  <a:pt x="37345" y="9367"/>
                  <a:pt x="37280" y="9345"/>
                  <a:pt x="37267" y="9345"/>
                </a:cubicBezTo>
                <a:cubicBezTo>
                  <a:pt x="37258" y="9345"/>
                  <a:pt x="37274" y="9356"/>
                  <a:pt x="37349" y="9392"/>
                </a:cubicBezTo>
                <a:cubicBezTo>
                  <a:pt x="37442" y="9426"/>
                  <a:pt x="37544" y="9460"/>
                  <a:pt x="37637" y="9502"/>
                </a:cubicBezTo>
                <a:cubicBezTo>
                  <a:pt x="37721" y="9528"/>
                  <a:pt x="37789" y="9570"/>
                  <a:pt x="37857" y="9604"/>
                </a:cubicBezTo>
                <a:cubicBezTo>
                  <a:pt x="38026" y="9697"/>
                  <a:pt x="38204" y="9773"/>
                  <a:pt x="38390" y="9841"/>
                </a:cubicBezTo>
                <a:cubicBezTo>
                  <a:pt x="38940" y="10128"/>
                  <a:pt x="38762" y="10052"/>
                  <a:pt x="38931" y="10162"/>
                </a:cubicBezTo>
                <a:cubicBezTo>
                  <a:pt x="38782" y="10086"/>
                  <a:pt x="38731" y="10063"/>
                  <a:pt x="38722" y="10063"/>
                </a:cubicBezTo>
                <a:cubicBezTo>
                  <a:pt x="38709" y="10063"/>
                  <a:pt x="38794" y="10117"/>
                  <a:pt x="38777" y="10117"/>
                </a:cubicBezTo>
                <a:cubicBezTo>
                  <a:pt x="38765" y="10117"/>
                  <a:pt x="38693" y="10085"/>
                  <a:pt x="38474" y="9976"/>
                </a:cubicBezTo>
                <a:lnTo>
                  <a:pt x="38474" y="9976"/>
                </a:lnTo>
                <a:cubicBezTo>
                  <a:pt x="38753" y="10128"/>
                  <a:pt x="38863" y="10170"/>
                  <a:pt x="38956" y="10213"/>
                </a:cubicBezTo>
                <a:cubicBezTo>
                  <a:pt x="39092" y="10272"/>
                  <a:pt x="39227" y="10340"/>
                  <a:pt x="39363" y="10424"/>
                </a:cubicBezTo>
                <a:lnTo>
                  <a:pt x="39413" y="10492"/>
                </a:lnTo>
                <a:cubicBezTo>
                  <a:pt x="39616" y="10619"/>
                  <a:pt x="39946" y="10813"/>
                  <a:pt x="40285" y="11042"/>
                </a:cubicBezTo>
                <a:cubicBezTo>
                  <a:pt x="40454" y="11152"/>
                  <a:pt x="40623" y="11270"/>
                  <a:pt x="40784" y="11380"/>
                </a:cubicBezTo>
                <a:lnTo>
                  <a:pt x="41021" y="11541"/>
                </a:lnTo>
                <a:lnTo>
                  <a:pt x="41232" y="11693"/>
                </a:lnTo>
                <a:cubicBezTo>
                  <a:pt x="41125" y="11603"/>
                  <a:pt x="41089" y="11570"/>
                  <a:pt x="41094" y="11570"/>
                </a:cubicBezTo>
                <a:cubicBezTo>
                  <a:pt x="41109" y="11570"/>
                  <a:pt x="41423" y="11809"/>
                  <a:pt x="41445" y="11809"/>
                </a:cubicBezTo>
                <a:cubicBezTo>
                  <a:pt x="41447" y="11809"/>
                  <a:pt x="41447" y="11807"/>
                  <a:pt x="41444" y="11803"/>
                </a:cubicBezTo>
                <a:cubicBezTo>
                  <a:pt x="41308" y="11719"/>
                  <a:pt x="41181" y="11625"/>
                  <a:pt x="41063" y="11532"/>
                </a:cubicBezTo>
                <a:cubicBezTo>
                  <a:pt x="40961" y="11456"/>
                  <a:pt x="40860" y="11380"/>
                  <a:pt x="40758" y="11296"/>
                </a:cubicBezTo>
                <a:lnTo>
                  <a:pt x="40758" y="11296"/>
                </a:lnTo>
                <a:cubicBezTo>
                  <a:pt x="40851" y="11355"/>
                  <a:pt x="40978" y="11431"/>
                  <a:pt x="41114" y="11541"/>
                </a:cubicBezTo>
                <a:lnTo>
                  <a:pt x="41545" y="11862"/>
                </a:lnTo>
                <a:cubicBezTo>
                  <a:pt x="41681" y="11973"/>
                  <a:pt x="41812" y="12080"/>
                  <a:pt x="41921" y="12171"/>
                </a:cubicBezTo>
                <a:lnTo>
                  <a:pt x="41921" y="12171"/>
                </a:lnTo>
                <a:cubicBezTo>
                  <a:pt x="41897" y="12150"/>
                  <a:pt x="41873" y="12129"/>
                  <a:pt x="41850" y="12108"/>
                </a:cubicBezTo>
                <a:cubicBezTo>
                  <a:pt x="41740" y="12015"/>
                  <a:pt x="41638" y="11922"/>
                  <a:pt x="41528" y="11837"/>
                </a:cubicBezTo>
                <a:lnTo>
                  <a:pt x="41528" y="11837"/>
                </a:lnTo>
                <a:cubicBezTo>
                  <a:pt x="41655" y="11913"/>
                  <a:pt x="41926" y="12116"/>
                  <a:pt x="42154" y="12311"/>
                </a:cubicBezTo>
                <a:cubicBezTo>
                  <a:pt x="42383" y="12505"/>
                  <a:pt x="42594" y="12683"/>
                  <a:pt x="42602" y="12691"/>
                </a:cubicBezTo>
                <a:cubicBezTo>
                  <a:pt x="42831" y="12928"/>
                  <a:pt x="43186" y="13275"/>
                  <a:pt x="43279" y="13419"/>
                </a:cubicBezTo>
                <a:cubicBezTo>
                  <a:pt x="43212" y="13343"/>
                  <a:pt x="43144" y="13275"/>
                  <a:pt x="43068" y="13207"/>
                </a:cubicBezTo>
                <a:lnTo>
                  <a:pt x="42848" y="12996"/>
                </a:lnTo>
                <a:lnTo>
                  <a:pt x="42704" y="12827"/>
                </a:lnTo>
                <a:cubicBezTo>
                  <a:pt x="42619" y="12751"/>
                  <a:pt x="42518" y="12683"/>
                  <a:pt x="42433" y="12607"/>
                </a:cubicBezTo>
                <a:lnTo>
                  <a:pt x="42433" y="12607"/>
                </a:lnTo>
                <a:cubicBezTo>
                  <a:pt x="42577" y="12742"/>
                  <a:pt x="42789" y="12962"/>
                  <a:pt x="42975" y="13165"/>
                </a:cubicBezTo>
                <a:cubicBezTo>
                  <a:pt x="43118" y="13317"/>
                  <a:pt x="43254" y="13478"/>
                  <a:pt x="43381" y="13647"/>
                </a:cubicBezTo>
                <a:cubicBezTo>
                  <a:pt x="43220" y="13478"/>
                  <a:pt x="43051" y="13275"/>
                  <a:pt x="42839" y="13080"/>
                </a:cubicBezTo>
                <a:cubicBezTo>
                  <a:pt x="42738" y="12971"/>
                  <a:pt x="42628" y="12869"/>
                  <a:pt x="42509" y="12759"/>
                </a:cubicBezTo>
                <a:lnTo>
                  <a:pt x="42146" y="12438"/>
                </a:lnTo>
                <a:cubicBezTo>
                  <a:pt x="41562" y="11946"/>
                  <a:pt x="40946" y="11504"/>
                  <a:pt x="40297" y="11110"/>
                </a:cubicBezTo>
                <a:lnTo>
                  <a:pt x="40297" y="11110"/>
                </a:lnTo>
                <a:cubicBezTo>
                  <a:pt x="40317" y="11121"/>
                  <a:pt x="40339" y="11132"/>
                  <a:pt x="40361" y="11143"/>
                </a:cubicBezTo>
                <a:lnTo>
                  <a:pt x="39912" y="10864"/>
                </a:lnTo>
                <a:lnTo>
                  <a:pt x="39599" y="10678"/>
                </a:lnTo>
                <a:cubicBezTo>
                  <a:pt x="39506" y="10619"/>
                  <a:pt x="39422" y="10568"/>
                  <a:pt x="39312" y="10517"/>
                </a:cubicBezTo>
                <a:lnTo>
                  <a:pt x="38940" y="10314"/>
                </a:lnTo>
                <a:lnTo>
                  <a:pt x="38940" y="10314"/>
                </a:lnTo>
                <a:lnTo>
                  <a:pt x="39134" y="10399"/>
                </a:lnTo>
                <a:cubicBezTo>
                  <a:pt x="39007" y="10323"/>
                  <a:pt x="38872" y="10247"/>
                  <a:pt x="38737" y="10179"/>
                </a:cubicBezTo>
                <a:cubicBezTo>
                  <a:pt x="38525" y="10086"/>
                  <a:pt x="38280" y="9951"/>
                  <a:pt x="38017" y="9841"/>
                </a:cubicBezTo>
                <a:cubicBezTo>
                  <a:pt x="37865" y="9781"/>
                  <a:pt x="37527" y="9638"/>
                  <a:pt x="37332" y="9536"/>
                </a:cubicBezTo>
                <a:lnTo>
                  <a:pt x="37332" y="9536"/>
                </a:lnTo>
                <a:lnTo>
                  <a:pt x="37417" y="9561"/>
                </a:lnTo>
                <a:cubicBezTo>
                  <a:pt x="37375" y="9536"/>
                  <a:pt x="37222" y="9460"/>
                  <a:pt x="37011" y="9375"/>
                </a:cubicBezTo>
                <a:cubicBezTo>
                  <a:pt x="36799" y="9291"/>
                  <a:pt x="36520" y="9172"/>
                  <a:pt x="36224" y="9071"/>
                </a:cubicBezTo>
                <a:lnTo>
                  <a:pt x="36224" y="9071"/>
                </a:lnTo>
                <a:cubicBezTo>
                  <a:pt x="36300" y="9088"/>
                  <a:pt x="36385" y="9113"/>
                  <a:pt x="36469" y="9138"/>
                </a:cubicBezTo>
                <a:cubicBezTo>
                  <a:pt x="36630" y="9189"/>
                  <a:pt x="36808" y="9248"/>
                  <a:pt x="37019" y="9333"/>
                </a:cubicBezTo>
                <a:cubicBezTo>
                  <a:pt x="36901" y="9282"/>
                  <a:pt x="36757" y="9231"/>
                  <a:pt x="36571" y="9147"/>
                </a:cubicBezTo>
                <a:lnTo>
                  <a:pt x="36571" y="9147"/>
                </a:lnTo>
                <a:cubicBezTo>
                  <a:pt x="36740" y="9206"/>
                  <a:pt x="36918" y="9265"/>
                  <a:pt x="37095" y="9325"/>
                </a:cubicBezTo>
                <a:lnTo>
                  <a:pt x="37628" y="9519"/>
                </a:lnTo>
                <a:cubicBezTo>
                  <a:pt x="37366" y="9401"/>
                  <a:pt x="37214" y="9350"/>
                  <a:pt x="37045" y="9291"/>
                </a:cubicBezTo>
                <a:cubicBezTo>
                  <a:pt x="36884" y="9240"/>
                  <a:pt x="36698" y="9172"/>
                  <a:pt x="36376" y="9045"/>
                </a:cubicBezTo>
                <a:cubicBezTo>
                  <a:pt x="36392" y="9043"/>
                  <a:pt x="36402" y="9039"/>
                  <a:pt x="36420" y="9039"/>
                </a:cubicBezTo>
                <a:close/>
                <a:moveTo>
                  <a:pt x="46145" y="19005"/>
                </a:moveTo>
                <a:cubicBezTo>
                  <a:pt x="46149" y="19018"/>
                  <a:pt x="46152" y="19031"/>
                  <a:pt x="46155" y="19044"/>
                </a:cubicBezTo>
                <a:cubicBezTo>
                  <a:pt x="46153" y="19031"/>
                  <a:pt x="46149" y="19018"/>
                  <a:pt x="46145" y="19005"/>
                </a:cubicBezTo>
                <a:close/>
                <a:moveTo>
                  <a:pt x="46418" y="19493"/>
                </a:moveTo>
                <a:cubicBezTo>
                  <a:pt x="46420" y="19505"/>
                  <a:pt x="46423" y="19518"/>
                  <a:pt x="46425" y="19530"/>
                </a:cubicBezTo>
                <a:lnTo>
                  <a:pt x="46425" y="19530"/>
                </a:lnTo>
                <a:cubicBezTo>
                  <a:pt x="46423" y="19518"/>
                  <a:pt x="46420" y="19505"/>
                  <a:pt x="46418" y="19493"/>
                </a:cubicBezTo>
                <a:close/>
                <a:moveTo>
                  <a:pt x="46196" y="20922"/>
                </a:moveTo>
                <a:cubicBezTo>
                  <a:pt x="46202" y="20984"/>
                  <a:pt x="46206" y="21043"/>
                  <a:pt x="46212" y="21073"/>
                </a:cubicBezTo>
                <a:lnTo>
                  <a:pt x="46212" y="21073"/>
                </a:lnTo>
                <a:cubicBezTo>
                  <a:pt x="46213" y="21055"/>
                  <a:pt x="46214" y="21038"/>
                  <a:pt x="46215" y="21024"/>
                </a:cubicBezTo>
                <a:cubicBezTo>
                  <a:pt x="46209" y="21000"/>
                  <a:pt x="46203" y="20963"/>
                  <a:pt x="46196" y="20922"/>
                </a:cubicBezTo>
                <a:close/>
                <a:moveTo>
                  <a:pt x="45174" y="16828"/>
                </a:moveTo>
                <a:cubicBezTo>
                  <a:pt x="45230" y="16963"/>
                  <a:pt x="45242" y="17018"/>
                  <a:pt x="45228" y="17018"/>
                </a:cubicBezTo>
                <a:cubicBezTo>
                  <a:pt x="45212" y="17018"/>
                  <a:pt x="45161" y="16948"/>
                  <a:pt x="45098" y="16845"/>
                </a:cubicBezTo>
                <a:lnTo>
                  <a:pt x="45098" y="16845"/>
                </a:lnTo>
                <a:cubicBezTo>
                  <a:pt x="45208" y="17056"/>
                  <a:pt x="45309" y="17276"/>
                  <a:pt x="45394" y="17496"/>
                </a:cubicBezTo>
                <a:cubicBezTo>
                  <a:pt x="45436" y="17623"/>
                  <a:pt x="45496" y="17750"/>
                  <a:pt x="45546" y="17894"/>
                </a:cubicBezTo>
                <a:cubicBezTo>
                  <a:pt x="45589" y="18029"/>
                  <a:pt x="45631" y="18165"/>
                  <a:pt x="45682" y="18317"/>
                </a:cubicBezTo>
                <a:lnTo>
                  <a:pt x="45716" y="18418"/>
                </a:lnTo>
                <a:lnTo>
                  <a:pt x="45741" y="18528"/>
                </a:lnTo>
                <a:cubicBezTo>
                  <a:pt x="45758" y="18604"/>
                  <a:pt x="45775" y="18681"/>
                  <a:pt x="45800" y="18757"/>
                </a:cubicBezTo>
                <a:cubicBezTo>
                  <a:pt x="45834" y="18909"/>
                  <a:pt x="45876" y="19053"/>
                  <a:pt x="45902" y="19205"/>
                </a:cubicBezTo>
                <a:lnTo>
                  <a:pt x="45986" y="19662"/>
                </a:lnTo>
                <a:lnTo>
                  <a:pt x="46045" y="20093"/>
                </a:lnTo>
                <a:lnTo>
                  <a:pt x="46062" y="19958"/>
                </a:lnTo>
                <a:cubicBezTo>
                  <a:pt x="46088" y="20085"/>
                  <a:pt x="46096" y="20169"/>
                  <a:pt x="46105" y="20237"/>
                </a:cubicBezTo>
                <a:cubicBezTo>
                  <a:pt x="46122" y="20305"/>
                  <a:pt x="46122" y="20339"/>
                  <a:pt x="46122" y="20364"/>
                </a:cubicBezTo>
                <a:cubicBezTo>
                  <a:pt x="46122" y="20385"/>
                  <a:pt x="46120" y="20393"/>
                  <a:pt x="46118" y="20393"/>
                </a:cubicBezTo>
                <a:cubicBezTo>
                  <a:pt x="46114" y="20393"/>
                  <a:pt x="46110" y="20379"/>
                  <a:pt x="46105" y="20364"/>
                </a:cubicBezTo>
                <a:cubicBezTo>
                  <a:pt x="46098" y="20344"/>
                  <a:pt x="46090" y="20319"/>
                  <a:pt x="46085" y="20319"/>
                </a:cubicBezTo>
                <a:cubicBezTo>
                  <a:pt x="46077" y="20319"/>
                  <a:pt x="46076" y="20379"/>
                  <a:pt x="46096" y="20609"/>
                </a:cubicBezTo>
                <a:lnTo>
                  <a:pt x="46138" y="20948"/>
                </a:lnTo>
                <a:lnTo>
                  <a:pt x="46138" y="20990"/>
                </a:lnTo>
                <a:cubicBezTo>
                  <a:pt x="46155" y="21185"/>
                  <a:pt x="46172" y="21371"/>
                  <a:pt x="46172" y="21557"/>
                </a:cubicBezTo>
                <a:cubicBezTo>
                  <a:pt x="46181" y="21447"/>
                  <a:pt x="46172" y="21345"/>
                  <a:pt x="46164" y="21244"/>
                </a:cubicBezTo>
                <a:cubicBezTo>
                  <a:pt x="46155" y="21185"/>
                  <a:pt x="46164" y="21117"/>
                  <a:pt x="46155" y="20897"/>
                </a:cubicBezTo>
                <a:cubicBezTo>
                  <a:pt x="46153" y="20776"/>
                  <a:pt x="46155" y="20732"/>
                  <a:pt x="46160" y="20732"/>
                </a:cubicBezTo>
                <a:cubicBezTo>
                  <a:pt x="46168" y="20732"/>
                  <a:pt x="46183" y="20834"/>
                  <a:pt x="46196" y="20922"/>
                </a:cubicBezTo>
                <a:lnTo>
                  <a:pt x="46196" y="20922"/>
                </a:lnTo>
                <a:cubicBezTo>
                  <a:pt x="46188" y="20818"/>
                  <a:pt x="46179" y="20704"/>
                  <a:pt x="46164" y="20694"/>
                </a:cubicBezTo>
                <a:cubicBezTo>
                  <a:pt x="46164" y="20550"/>
                  <a:pt x="46147" y="20423"/>
                  <a:pt x="46138" y="20322"/>
                </a:cubicBezTo>
                <a:cubicBezTo>
                  <a:pt x="46130" y="20212"/>
                  <a:pt x="46122" y="20127"/>
                  <a:pt x="46113" y="20051"/>
                </a:cubicBezTo>
                <a:cubicBezTo>
                  <a:pt x="46088" y="19899"/>
                  <a:pt x="46071" y="19789"/>
                  <a:pt x="46045" y="19679"/>
                </a:cubicBezTo>
                <a:cubicBezTo>
                  <a:pt x="46020" y="19569"/>
                  <a:pt x="45986" y="19450"/>
                  <a:pt x="45944" y="19273"/>
                </a:cubicBezTo>
                <a:cubicBezTo>
                  <a:pt x="45919" y="19188"/>
                  <a:pt x="45902" y="19078"/>
                  <a:pt x="45876" y="18960"/>
                </a:cubicBezTo>
                <a:cubicBezTo>
                  <a:pt x="45851" y="18850"/>
                  <a:pt x="45809" y="18706"/>
                  <a:pt x="45766" y="18537"/>
                </a:cubicBezTo>
                <a:cubicBezTo>
                  <a:pt x="45800" y="18503"/>
                  <a:pt x="45690" y="18224"/>
                  <a:pt x="45589" y="17928"/>
                </a:cubicBezTo>
                <a:lnTo>
                  <a:pt x="45546" y="17818"/>
                </a:lnTo>
                <a:cubicBezTo>
                  <a:pt x="45529" y="17784"/>
                  <a:pt x="45512" y="17750"/>
                  <a:pt x="45496" y="17716"/>
                </a:cubicBezTo>
                <a:cubicBezTo>
                  <a:pt x="45470" y="17632"/>
                  <a:pt x="45436" y="17564"/>
                  <a:pt x="45411" y="17505"/>
                </a:cubicBezTo>
                <a:cubicBezTo>
                  <a:pt x="45369" y="17403"/>
                  <a:pt x="45335" y="17293"/>
                  <a:pt x="45301" y="17192"/>
                </a:cubicBezTo>
                <a:lnTo>
                  <a:pt x="45301" y="17192"/>
                </a:lnTo>
                <a:cubicBezTo>
                  <a:pt x="45360" y="17319"/>
                  <a:pt x="45411" y="17454"/>
                  <a:pt x="45470" y="17581"/>
                </a:cubicBezTo>
                <a:cubicBezTo>
                  <a:pt x="45521" y="17716"/>
                  <a:pt x="45580" y="17843"/>
                  <a:pt x="45614" y="17953"/>
                </a:cubicBezTo>
                <a:cubicBezTo>
                  <a:pt x="45648" y="18063"/>
                  <a:pt x="45690" y="18173"/>
                  <a:pt x="45749" y="18266"/>
                </a:cubicBezTo>
                <a:lnTo>
                  <a:pt x="45622" y="17885"/>
                </a:lnTo>
                <a:cubicBezTo>
                  <a:pt x="45572" y="17750"/>
                  <a:pt x="45512" y="17623"/>
                  <a:pt x="45462" y="17488"/>
                </a:cubicBezTo>
                <a:cubicBezTo>
                  <a:pt x="45360" y="17226"/>
                  <a:pt x="45250" y="16989"/>
                  <a:pt x="45174" y="16828"/>
                </a:cubicBezTo>
                <a:close/>
                <a:moveTo>
                  <a:pt x="46147" y="22360"/>
                </a:moveTo>
                <a:lnTo>
                  <a:pt x="46147" y="22360"/>
                </a:lnTo>
                <a:cubicBezTo>
                  <a:pt x="46145" y="22373"/>
                  <a:pt x="46143" y="22385"/>
                  <a:pt x="46142" y="22398"/>
                </a:cubicBezTo>
                <a:lnTo>
                  <a:pt x="46142" y="22398"/>
                </a:lnTo>
                <a:cubicBezTo>
                  <a:pt x="46144" y="22385"/>
                  <a:pt x="46145" y="22373"/>
                  <a:pt x="46147" y="22360"/>
                </a:cubicBezTo>
                <a:close/>
                <a:moveTo>
                  <a:pt x="46025" y="23022"/>
                </a:moveTo>
                <a:lnTo>
                  <a:pt x="46025" y="23022"/>
                </a:lnTo>
                <a:cubicBezTo>
                  <a:pt x="46018" y="23061"/>
                  <a:pt x="46010" y="23097"/>
                  <a:pt x="46003" y="23130"/>
                </a:cubicBezTo>
                <a:cubicBezTo>
                  <a:pt x="46013" y="23094"/>
                  <a:pt x="46021" y="23058"/>
                  <a:pt x="46025" y="23022"/>
                </a:cubicBezTo>
                <a:close/>
                <a:moveTo>
                  <a:pt x="45346" y="26055"/>
                </a:moveTo>
                <a:lnTo>
                  <a:pt x="45346" y="26055"/>
                </a:lnTo>
                <a:cubicBezTo>
                  <a:pt x="45315" y="26127"/>
                  <a:pt x="45283" y="26198"/>
                  <a:pt x="45250" y="26269"/>
                </a:cubicBezTo>
                <a:cubicBezTo>
                  <a:pt x="45287" y="26202"/>
                  <a:pt x="45319" y="26131"/>
                  <a:pt x="45346" y="26055"/>
                </a:cubicBezTo>
                <a:close/>
                <a:moveTo>
                  <a:pt x="45262" y="26707"/>
                </a:moveTo>
                <a:cubicBezTo>
                  <a:pt x="45259" y="26714"/>
                  <a:pt x="45258" y="26717"/>
                  <a:pt x="45258" y="26717"/>
                </a:cubicBezTo>
                <a:cubicBezTo>
                  <a:pt x="45258" y="26717"/>
                  <a:pt x="45258" y="26717"/>
                  <a:pt x="45259" y="26717"/>
                </a:cubicBezTo>
                <a:cubicBezTo>
                  <a:pt x="45260" y="26713"/>
                  <a:pt x="45261" y="26709"/>
                  <a:pt x="45262" y="26707"/>
                </a:cubicBezTo>
                <a:close/>
                <a:moveTo>
                  <a:pt x="4171" y="28367"/>
                </a:moveTo>
                <a:cubicBezTo>
                  <a:pt x="4178" y="28375"/>
                  <a:pt x="4185" y="28383"/>
                  <a:pt x="4191" y="28391"/>
                </a:cubicBezTo>
                <a:lnTo>
                  <a:pt x="4191" y="28391"/>
                </a:lnTo>
                <a:lnTo>
                  <a:pt x="4171" y="28367"/>
                </a:lnTo>
                <a:close/>
                <a:moveTo>
                  <a:pt x="43787" y="14239"/>
                </a:moveTo>
                <a:lnTo>
                  <a:pt x="43804" y="14256"/>
                </a:lnTo>
                <a:cubicBezTo>
                  <a:pt x="43996" y="14487"/>
                  <a:pt x="44092" y="14596"/>
                  <a:pt x="44103" y="14596"/>
                </a:cubicBezTo>
                <a:cubicBezTo>
                  <a:pt x="44109" y="14596"/>
                  <a:pt x="44091" y="14564"/>
                  <a:pt x="44049" y="14502"/>
                </a:cubicBezTo>
                <a:lnTo>
                  <a:pt x="44049" y="14502"/>
                </a:lnTo>
                <a:cubicBezTo>
                  <a:pt x="44151" y="14629"/>
                  <a:pt x="44328" y="14840"/>
                  <a:pt x="44396" y="14942"/>
                </a:cubicBezTo>
                <a:cubicBezTo>
                  <a:pt x="44464" y="15052"/>
                  <a:pt x="44607" y="15255"/>
                  <a:pt x="44726" y="15441"/>
                </a:cubicBezTo>
                <a:cubicBezTo>
                  <a:pt x="44802" y="15568"/>
                  <a:pt x="44878" y="15694"/>
                  <a:pt x="44937" y="15830"/>
                </a:cubicBezTo>
                <a:cubicBezTo>
                  <a:pt x="44782" y="15575"/>
                  <a:pt x="44721" y="15475"/>
                  <a:pt x="44716" y="15475"/>
                </a:cubicBezTo>
                <a:lnTo>
                  <a:pt x="44716" y="15475"/>
                </a:lnTo>
                <a:cubicBezTo>
                  <a:pt x="44713" y="15475"/>
                  <a:pt x="44745" y="15538"/>
                  <a:pt x="44793" y="15635"/>
                </a:cubicBezTo>
                <a:cubicBezTo>
                  <a:pt x="44861" y="15745"/>
                  <a:pt x="44954" y="15872"/>
                  <a:pt x="45039" y="16024"/>
                </a:cubicBezTo>
                <a:lnTo>
                  <a:pt x="45276" y="16447"/>
                </a:lnTo>
                <a:cubicBezTo>
                  <a:pt x="45409" y="16699"/>
                  <a:pt x="45506" y="16899"/>
                  <a:pt x="45526" y="16899"/>
                </a:cubicBezTo>
                <a:cubicBezTo>
                  <a:pt x="45528" y="16899"/>
                  <a:pt x="45529" y="16898"/>
                  <a:pt x="45529" y="16896"/>
                </a:cubicBezTo>
                <a:lnTo>
                  <a:pt x="45622" y="17099"/>
                </a:lnTo>
                <a:lnTo>
                  <a:pt x="45673" y="17226"/>
                </a:lnTo>
                <a:cubicBezTo>
                  <a:pt x="45699" y="17285"/>
                  <a:pt x="45707" y="17302"/>
                  <a:pt x="45707" y="17319"/>
                </a:cubicBezTo>
                <a:cubicBezTo>
                  <a:pt x="45732" y="17412"/>
                  <a:pt x="45758" y="17513"/>
                  <a:pt x="45800" y="17598"/>
                </a:cubicBezTo>
                <a:cubicBezTo>
                  <a:pt x="45803" y="17611"/>
                  <a:pt x="45803" y="17617"/>
                  <a:pt x="45801" y="17617"/>
                </a:cubicBezTo>
                <a:cubicBezTo>
                  <a:pt x="45791" y="17617"/>
                  <a:pt x="45727" y="17476"/>
                  <a:pt x="45656" y="17336"/>
                </a:cubicBezTo>
                <a:lnTo>
                  <a:pt x="45656" y="17336"/>
                </a:lnTo>
                <a:lnTo>
                  <a:pt x="45766" y="17581"/>
                </a:lnTo>
                <a:cubicBezTo>
                  <a:pt x="45800" y="17665"/>
                  <a:pt x="45834" y="17750"/>
                  <a:pt x="45859" y="17835"/>
                </a:cubicBezTo>
                <a:lnTo>
                  <a:pt x="46037" y="18342"/>
                </a:lnTo>
                <a:lnTo>
                  <a:pt x="46181" y="18867"/>
                </a:lnTo>
                <a:cubicBezTo>
                  <a:pt x="46206" y="18951"/>
                  <a:pt x="46223" y="19044"/>
                  <a:pt x="46240" y="19129"/>
                </a:cubicBezTo>
                <a:lnTo>
                  <a:pt x="46299" y="19391"/>
                </a:lnTo>
                <a:cubicBezTo>
                  <a:pt x="46300" y="19394"/>
                  <a:pt x="46301" y="19396"/>
                  <a:pt x="46302" y="19396"/>
                </a:cubicBezTo>
                <a:cubicBezTo>
                  <a:pt x="46305" y="19396"/>
                  <a:pt x="46297" y="19326"/>
                  <a:pt x="46282" y="19230"/>
                </a:cubicBezTo>
                <a:cubicBezTo>
                  <a:pt x="46265" y="19112"/>
                  <a:pt x="46240" y="18960"/>
                  <a:pt x="46206" y="18833"/>
                </a:cubicBezTo>
                <a:cubicBezTo>
                  <a:pt x="46170" y="18674"/>
                  <a:pt x="46141" y="18544"/>
                  <a:pt x="46147" y="18544"/>
                </a:cubicBezTo>
                <a:cubicBezTo>
                  <a:pt x="46151" y="18544"/>
                  <a:pt x="46171" y="18599"/>
                  <a:pt x="46215" y="18740"/>
                </a:cubicBezTo>
                <a:cubicBezTo>
                  <a:pt x="46248" y="18833"/>
                  <a:pt x="46274" y="18867"/>
                  <a:pt x="46308" y="18968"/>
                </a:cubicBezTo>
                <a:cubicBezTo>
                  <a:pt x="46367" y="19180"/>
                  <a:pt x="46418" y="19400"/>
                  <a:pt x="46451" y="19611"/>
                </a:cubicBezTo>
                <a:cubicBezTo>
                  <a:pt x="46440" y="19587"/>
                  <a:pt x="46432" y="19559"/>
                  <a:pt x="46425" y="19530"/>
                </a:cubicBezTo>
                <a:lnTo>
                  <a:pt x="46425" y="19530"/>
                </a:lnTo>
                <a:cubicBezTo>
                  <a:pt x="46447" y="19636"/>
                  <a:pt x="46462" y="19743"/>
                  <a:pt x="46477" y="19856"/>
                </a:cubicBezTo>
                <a:cubicBezTo>
                  <a:pt x="46485" y="19958"/>
                  <a:pt x="46502" y="20059"/>
                  <a:pt x="46511" y="20246"/>
                </a:cubicBezTo>
                <a:cubicBezTo>
                  <a:pt x="46509" y="20254"/>
                  <a:pt x="46508" y="20258"/>
                  <a:pt x="46506" y="20258"/>
                </a:cubicBezTo>
                <a:cubicBezTo>
                  <a:pt x="46499" y="20258"/>
                  <a:pt x="46490" y="20161"/>
                  <a:pt x="46468" y="20034"/>
                </a:cubicBezTo>
                <a:cubicBezTo>
                  <a:pt x="46443" y="19882"/>
                  <a:pt x="46409" y="19679"/>
                  <a:pt x="46375" y="19560"/>
                </a:cubicBezTo>
                <a:lnTo>
                  <a:pt x="46375" y="19560"/>
                </a:lnTo>
                <a:cubicBezTo>
                  <a:pt x="46435" y="19806"/>
                  <a:pt x="46468" y="20059"/>
                  <a:pt x="46494" y="20313"/>
                </a:cubicBezTo>
                <a:lnTo>
                  <a:pt x="46477" y="20254"/>
                </a:lnTo>
                <a:lnTo>
                  <a:pt x="46477" y="20254"/>
                </a:lnTo>
                <a:cubicBezTo>
                  <a:pt x="46511" y="20508"/>
                  <a:pt x="46519" y="20770"/>
                  <a:pt x="46536" y="21024"/>
                </a:cubicBezTo>
                <a:cubicBezTo>
                  <a:pt x="46541" y="21072"/>
                  <a:pt x="46544" y="21093"/>
                  <a:pt x="46546" y="21093"/>
                </a:cubicBezTo>
                <a:cubicBezTo>
                  <a:pt x="46556" y="21093"/>
                  <a:pt x="46519" y="20433"/>
                  <a:pt x="46519" y="20389"/>
                </a:cubicBezTo>
                <a:lnTo>
                  <a:pt x="46519" y="20389"/>
                </a:lnTo>
                <a:cubicBezTo>
                  <a:pt x="46545" y="20559"/>
                  <a:pt x="46553" y="20728"/>
                  <a:pt x="46570" y="20888"/>
                </a:cubicBezTo>
                <a:cubicBezTo>
                  <a:pt x="46578" y="21032"/>
                  <a:pt x="46587" y="21235"/>
                  <a:pt x="46578" y="21472"/>
                </a:cubicBezTo>
                <a:cubicBezTo>
                  <a:pt x="46570" y="21701"/>
                  <a:pt x="46561" y="21954"/>
                  <a:pt x="46545" y="22217"/>
                </a:cubicBezTo>
                <a:cubicBezTo>
                  <a:pt x="46519" y="22487"/>
                  <a:pt x="46494" y="22750"/>
                  <a:pt x="46443" y="22961"/>
                </a:cubicBezTo>
                <a:cubicBezTo>
                  <a:pt x="46401" y="23173"/>
                  <a:pt x="46367" y="23367"/>
                  <a:pt x="46325" y="23486"/>
                </a:cubicBezTo>
                <a:cubicBezTo>
                  <a:pt x="46291" y="23638"/>
                  <a:pt x="46257" y="23782"/>
                  <a:pt x="46232" y="23934"/>
                </a:cubicBezTo>
                <a:cubicBezTo>
                  <a:pt x="46240" y="23968"/>
                  <a:pt x="46257" y="23942"/>
                  <a:pt x="46248" y="24018"/>
                </a:cubicBezTo>
                <a:cubicBezTo>
                  <a:pt x="46223" y="24120"/>
                  <a:pt x="46206" y="24221"/>
                  <a:pt x="46181" y="24315"/>
                </a:cubicBezTo>
                <a:cubicBezTo>
                  <a:pt x="46155" y="24408"/>
                  <a:pt x="46122" y="24501"/>
                  <a:pt x="46096" y="24585"/>
                </a:cubicBezTo>
                <a:cubicBezTo>
                  <a:pt x="46037" y="24771"/>
                  <a:pt x="45969" y="24949"/>
                  <a:pt x="45910" y="25135"/>
                </a:cubicBezTo>
                <a:cubicBezTo>
                  <a:pt x="45944" y="25135"/>
                  <a:pt x="45775" y="25567"/>
                  <a:pt x="45792" y="25592"/>
                </a:cubicBezTo>
                <a:cubicBezTo>
                  <a:pt x="45716" y="25795"/>
                  <a:pt x="45622" y="25989"/>
                  <a:pt x="45538" y="26184"/>
                </a:cubicBezTo>
                <a:cubicBezTo>
                  <a:pt x="45521" y="26232"/>
                  <a:pt x="45515" y="26253"/>
                  <a:pt x="45518" y="26253"/>
                </a:cubicBezTo>
                <a:cubicBezTo>
                  <a:pt x="45524" y="26253"/>
                  <a:pt x="45586" y="26117"/>
                  <a:pt x="45665" y="25947"/>
                </a:cubicBezTo>
                <a:cubicBezTo>
                  <a:pt x="45766" y="25710"/>
                  <a:pt x="45876" y="25397"/>
                  <a:pt x="45919" y="25321"/>
                </a:cubicBezTo>
                <a:cubicBezTo>
                  <a:pt x="45946" y="25269"/>
                  <a:pt x="45960" y="25248"/>
                  <a:pt x="45963" y="25248"/>
                </a:cubicBezTo>
                <a:cubicBezTo>
                  <a:pt x="45979" y="25248"/>
                  <a:pt x="45829" y="25608"/>
                  <a:pt x="45840" y="25608"/>
                </a:cubicBezTo>
                <a:cubicBezTo>
                  <a:pt x="45841" y="25608"/>
                  <a:pt x="45847" y="25598"/>
                  <a:pt x="45859" y="25575"/>
                </a:cubicBezTo>
                <a:cubicBezTo>
                  <a:pt x="45919" y="25423"/>
                  <a:pt x="45969" y="25270"/>
                  <a:pt x="46012" y="25110"/>
                </a:cubicBezTo>
                <a:cubicBezTo>
                  <a:pt x="46037" y="25017"/>
                  <a:pt x="46054" y="24949"/>
                  <a:pt x="46096" y="24831"/>
                </a:cubicBezTo>
                <a:cubicBezTo>
                  <a:pt x="46168" y="24574"/>
                  <a:pt x="46218" y="24432"/>
                  <a:pt x="46237" y="24432"/>
                </a:cubicBezTo>
                <a:cubicBezTo>
                  <a:pt x="46238" y="24432"/>
                  <a:pt x="46239" y="24432"/>
                  <a:pt x="46240" y="24433"/>
                </a:cubicBezTo>
                <a:cubicBezTo>
                  <a:pt x="46172" y="24619"/>
                  <a:pt x="46138" y="24746"/>
                  <a:pt x="46113" y="24822"/>
                </a:cubicBezTo>
                <a:cubicBezTo>
                  <a:pt x="46088" y="24907"/>
                  <a:pt x="46079" y="24957"/>
                  <a:pt x="46062" y="25000"/>
                </a:cubicBezTo>
                <a:cubicBezTo>
                  <a:pt x="46054" y="25042"/>
                  <a:pt x="46045" y="25084"/>
                  <a:pt x="46029" y="25152"/>
                </a:cubicBezTo>
                <a:cubicBezTo>
                  <a:pt x="45995" y="25262"/>
                  <a:pt x="45961" y="25364"/>
                  <a:pt x="45919" y="25465"/>
                </a:cubicBezTo>
                <a:lnTo>
                  <a:pt x="45902" y="25482"/>
                </a:lnTo>
                <a:cubicBezTo>
                  <a:pt x="45859" y="25651"/>
                  <a:pt x="45800" y="25812"/>
                  <a:pt x="45724" y="25973"/>
                </a:cubicBezTo>
                <a:cubicBezTo>
                  <a:pt x="45673" y="26099"/>
                  <a:pt x="45614" y="26235"/>
                  <a:pt x="45555" y="26353"/>
                </a:cubicBezTo>
                <a:cubicBezTo>
                  <a:pt x="45496" y="26480"/>
                  <a:pt x="45445" y="26599"/>
                  <a:pt x="45411" y="26675"/>
                </a:cubicBezTo>
                <a:cubicBezTo>
                  <a:pt x="45335" y="26804"/>
                  <a:pt x="45303" y="26856"/>
                  <a:pt x="45297" y="26856"/>
                </a:cubicBezTo>
                <a:cubicBezTo>
                  <a:pt x="45290" y="26856"/>
                  <a:pt x="45332" y="26762"/>
                  <a:pt x="45386" y="26641"/>
                </a:cubicBezTo>
                <a:cubicBezTo>
                  <a:pt x="45477" y="26441"/>
                  <a:pt x="45602" y="26159"/>
                  <a:pt x="45597" y="26159"/>
                </a:cubicBezTo>
                <a:lnTo>
                  <a:pt x="45597" y="26159"/>
                </a:lnTo>
                <a:cubicBezTo>
                  <a:pt x="45597" y="26159"/>
                  <a:pt x="45597" y="26159"/>
                  <a:pt x="45597" y="26159"/>
                </a:cubicBezTo>
                <a:lnTo>
                  <a:pt x="45419" y="26548"/>
                </a:lnTo>
                <a:cubicBezTo>
                  <a:pt x="45360" y="26675"/>
                  <a:pt x="45293" y="26810"/>
                  <a:pt x="45225" y="26937"/>
                </a:cubicBezTo>
                <a:cubicBezTo>
                  <a:pt x="45377" y="26590"/>
                  <a:pt x="45191" y="26920"/>
                  <a:pt x="45403" y="26463"/>
                </a:cubicBezTo>
                <a:lnTo>
                  <a:pt x="45403" y="26463"/>
                </a:lnTo>
                <a:cubicBezTo>
                  <a:pt x="45183" y="26937"/>
                  <a:pt x="45123" y="26979"/>
                  <a:pt x="44895" y="27428"/>
                </a:cubicBezTo>
                <a:cubicBezTo>
                  <a:pt x="44940" y="27329"/>
                  <a:pt x="44955" y="27289"/>
                  <a:pt x="44950" y="27289"/>
                </a:cubicBezTo>
                <a:cubicBezTo>
                  <a:pt x="44942" y="27289"/>
                  <a:pt x="44878" y="27397"/>
                  <a:pt x="44793" y="27529"/>
                </a:cubicBezTo>
                <a:cubicBezTo>
                  <a:pt x="44726" y="27639"/>
                  <a:pt x="44650" y="27766"/>
                  <a:pt x="44582" y="27867"/>
                </a:cubicBezTo>
                <a:cubicBezTo>
                  <a:pt x="44540" y="27927"/>
                  <a:pt x="44497" y="27986"/>
                  <a:pt x="44447" y="28045"/>
                </a:cubicBezTo>
                <a:lnTo>
                  <a:pt x="44582" y="27834"/>
                </a:lnTo>
                <a:lnTo>
                  <a:pt x="44717" y="27605"/>
                </a:lnTo>
                <a:cubicBezTo>
                  <a:pt x="44819" y="27445"/>
                  <a:pt x="44920" y="27284"/>
                  <a:pt x="45005" y="27140"/>
                </a:cubicBezTo>
                <a:cubicBezTo>
                  <a:pt x="45151" y="26892"/>
                  <a:pt x="45252" y="26701"/>
                  <a:pt x="45262" y="26701"/>
                </a:cubicBezTo>
                <a:cubicBezTo>
                  <a:pt x="45263" y="26701"/>
                  <a:pt x="45263" y="26703"/>
                  <a:pt x="45262" y="26707"/>
                </a:cubicBezTo>
                <a:lnTo>
                  <a:pt x="45262" y="26707"/>
                </a:lnTo>
                <a:cubicBezTo>
                  <a:pt x="45297" y="26624"/>
                  <a:pt x="45573" y="26068"/>
                  <a:pt x="45673" y="25829"/>
                </a:cubicBezTo>
                <a:cubicBezTo>
                  <a:pt x="45716" y="25702"/>
                  <a:pt x="45749" y="25567"/>
                  <a:pt x="45792" y="25440"/>
                </a:cubicBezTo>
                <a:lnTo>
                  <a:pt x="45792" y="25440"/>
                </a:lnTo>
                <a:cubicBezTo>
                  <a:pt x="45707" y="25651"/>
                  <a:pt x="45597" y="25905"/>
                  <a:pt x="45529" y="26083"/>
                </a:cubicBezTo>
                <a:cubicBezTo>
                  <a:pt x="45472" y="26217"/>
                  <a:pt x="45424" y="26307"/>
                  <a:pt x="45415" y="26307"/>
                </a:cubicBezTo>
                <a:cubicBezTo>
                  <a:pt x="45412" y="26307"/>
                  <a:pt x="45413" y="26298"/>
                  <a:pt x="45419" y="26277"/>
                </a:cubicBezTo>
                <a:lnTo>
                  <a:pt x="45419" y="26277"/>
                </a:lnTo>
                <a:lnTo>
                  <a:pt x="45293" y="26565"/>
                </a:lnTo>
                <a:lnTo>
                  <a:pt x="45157" y="26844"/>
                </a:lnTo>
                <a:cubicBezTo>
                  <a:pt x="45284" y="26548"/>
                  <a:pt x="45335" y="26404"/>
                  <a:pt x="45394" y="26269"/>
                </a:cubicBezTo>
                <a:cubicBezTo>
                  <a:pt x="45445" y="26133"/>
                  <a:pt x="45496" y="25998"/>
                  <a:pt x="45606" y="25727"/>
                </a:cubicBezTo>
                <a:lnTo>
                  <a:pt x="45606" y="25727"/>
                </a:lnTo>
                <a:cubicBezTo>
                  <a:pt x="45352" y="26277"/>
                  <a:pt x="45123" y="26759"/>
                  <a:pt x="44878" y="27208"/>
                </a:cubicBezTo>
                <a:cubicBezTo>
                  <a:pt x="44650" y="27648"/>
                  <a:pt x="44387" y="28071"/>
                  <a:pt x="44091" y="28468"/>
                </a:cubicBezTo>
                <a:lnTo>
                  <a:pt x="44176" y="28341"/>
                </a:lnTo>
                <a:lnTo>
                  <a:pt x="44176" y="28341"/>
                </a:lnTo>
                <a:cubicBezTo>
                  <a:pt x="43804" y="28891"/>
                  <a:pt x="43372" y="29407"/>
                  <a:pt x="42907" y="29889"/>
                </a:cubicBezTo>
                <a:cubicBezTo>
                  <a:pt x="42789" y="30008"/>
                  <a:pt x="42670" y="30118"/>
                  <a:pt x="42543" y="30228"/>
                </a:cubicBezTo>
                <a:cubicBezTo>
                  <a:pt x="42442" y="30312"/>
                  <a:pt x="42357" y="30380"/>
                  <a:pt x="42273" y="30439"/>
                </a:cubicBezTo>
                <a:cubicBezTo>
                  <a:pt x="42476" y="30228"/>
                  <a:pt x="42670" y="30025"/>
                  <a:pt x="42839" y="29830"/>
                </a:cubicBezTo>
                <a:lnTo>
                  <a:pt x="42899" y="29805"/>
                </a:lnTo>
                <a:cubicBezTo>
                  <a:pt x="43305" y="29356"/>
                  <a:pt x="43685" y="28874"/>
                  <a:pt x="44024" y="28367"/>
                </a:cubicBezTo>
                <a:cubicBezTo>
                  <a:pt x="44337" y="27884"/>
                  <a:pt x="44641" y="27385"/>
                  <a:pt x="44971" y="26768"/>
                </a:cubicBezTo>
                <a:lnTo>
                  <a:pt x="44971" y="26768"/>
                </a:lnTo>
                <a:cubicBezTo>
                  <a:pt x="44907" y="26944"/>
                  <a:pt x="44661" y="27355"/>
                  <a:pt x="44671" y="27355"/>
                </a:cubicBezTo>
                <a:cubicBezTo>
                  <a:pt x="44671" y="27355"/>
                  <a:pt x="44673" y="27354"/>
                  <a:pt x="44675" y="27351"/>
                </a:cubicBezTo>
                <a:cubicBezTo>
                  <a:pt x="44785" y="27165"/>
                  <a:pt x="44853" y="27030"/>
                  <a:pt x="44903" y="26928"/>
                </a:cubicBezTo>
                <a:cubicBezTo>
                  <a:pt x="44963" y="26819"/>
                  <a:pt x="44996" y="26734"/>
                  <a:pt x="45030" y="26649"/>
                </a:cubicBezTo>
                <a:cubicBezTo>
                  <a:pt x="45098" y="26489"/>
                  <a:pt x="45174" y="26328"/>
                  <a:pt x="45352" y="25964"/>
                </a:cubicBezTo>
                <a:lnTo>
                  <a:pt x="45352" y="25964"/>
                </a:lnTo>
                <a:cubicBezTo>
                  <a:pt x="45232" y="26234"/>
                  <a:pt x="45192" y="26324"/>
                  <a:pt x="45194" y="26324"/>
                </a:cubicBezTo>
                <a:cubicBezTo>
                  <a:pt x="45196" y="26324"/>
                  <a:pt x="45238" y="26238"/>
                  <a:pt x="45284" y="26150"/>
                </a:cubicBezTo>
                <a:cubicBezTo>
                  <a:pt x="45326" y="26074"/>
                  <a:pt x="45369" y="25973"/>
                  <a:pt x="45377" y="25964"/>
                </a:cubicBezTo>
                <a:lnTo>
                  <a:pt x="45377" y="25964"/>
                </a:lnTo>
                <a:cubicBezTo>
                  <a:pt x="45368" y="25995"/>
                  <a:pt x="45357" y="26026"/>
                  <a:pt x="45346" y="26055"/>
                </a:cubicBezTo>
                <a:lnTo>
                  <a:pt x="45346" y="26055"/>
                </a:lnTo>
                <a:cubicBezTo>
                  <a:pt x="45609" y="25460"/>
                  <a:pt x="45830" y="24840"/>
                  <a:pt x="46012" y="24213"/>
                </a:cubicBezTo>
                <a:cubicBezTo>
                  <a:pt x="46181" y="23629"/>
                  <a:pt x="46299" y="23037"/>
                  <a:pt x="46367" y="22428"/>
                </a:cubicBezTo>
                <a:lnTo>
                  <a:pt x="46367" y="22428"/>
                </a:lnTo>
                <a:cubicBezTo>
                  <a:pt x="46360" y="22468"/>
                  <a:pt x="46355" y="22484"/>
                  <a:pt x="46352" y="22484"/>
                </a:cubicBezTo>
                <a:cubicBezTo>
                  <a:pt x="46337" y="22484"/>
                  <a:pt x="46367" y="22034"/>
                  <a:pt x="46367" y="22005"/>
                </a:cubicBezTo>
                <a:cubicBezTo>
                  <a:pt x="46374" y="21896"/>
                  <a:pt x="46381" y="21851"/>
                  <a:pt x="46386" y="21851"/>
                </a:cubicBezTo>
                <a:cubicBezTo>
                  <a:pt x="46392" y="21851"/>
                  <a:pt x="46393" y="21931"/>
                  <a:pt x="46384" y="22047"/>
                </a:cubicBezTo>
                <a:cubicBezTo>
                  <a:pt x="46417" y="21649"/>
                  <a:pt x="46440" y="21511"/>
                  <a:pt x="46456" y="21511"/>
                </a:cubicBezTo>
                <a:cubicBezTo>
                  <a:pt x="46461" y="21511"/>
                  <a:pt x="46465" y="21522"/>
                  <a:pt x="46468" y="21540"/>
                </a:cubicBezTo>
                <a:cubicBezTo>
                  <a:pt x="46460" y="21718"/>
                  <a:pt x="46460" y="21887"/>
                  <a:pt x="46443" y="22056"/>
                </a:cubicBezTo>
                <a:cubicBezTo>
                  <a:pt x="46426" y="22225"/>
                  <a:pt x="46418" y="22394"/>
                  <a:pt x="46401" y="22563"/>
                </a:cubicBezTo>
                <a:cubicBezTo>
                  <a:pt x="46426" y="22403"/>
                  <a:pt x="46435" y="22276"/>
                  <a:pt x="46451" y="22157"/>
                </a:cubicBezTo>
                <a:lnTo>
                  <a:pt x="46477" y="21980"/>
                </a:lnTo>
                <a:cubicBezTo>
                  <a:pt x="46477" y="21912"/>
                  <a:pt x="46485" y="21853"/>
                  <a:pt x="46485" y="21785"/>
                </a:cubicBezTo>
                <a:cubicBezTo>
                  <a:pt x="46494" y="21641"/>
                  <a:pt x="46502" y="21506"/>
                  <a:pt x="46494" y="21362"/>
                </a:cubicBezTo>
                <a:cubicBezTo>
                  <a:pt x="46488" y="21234"/>
                  <a:pt x="46482" y="21216"/>
                  <a:pt x="46475" y="21216"/>
                </a:cubicBezTo>
                <a:cubicBezTo>
                  <a:pt x="46473" y="21216"/>
                  <a:pt x="46471" y="21218"/>
                  <a:pt x="46468" y="21218"/>
                </a:cubicBezTo>
                <a:cubicBezTo>
                  <a:pt x="46443" y="20804"/>
                  <a:pt x="46392" y="20381"/>
                  <a:pt x="46316" y="19966"/>
                </a:cubicBezTo>
                <a:lnTo>
                  <a:pt x="46316" y="19966"/>
                </a:lnTo>
                <a:lnTo>
                  <a:pt x="46325" y="20000"/>
                </a:lnTo>
                <a:cubicBezTo>
                  <a:pt x="46274" y="19637"/>
                  <a:pt x="46198" y="19273"/>
                  <a:pt x="46113" y="18917"/>
                </a:cubicBezTo>
                <a:lnTo>
                  <a:pt x="46113" y="18917"/>
                </a:lnTo>
                <a:cubicBezTo>
                  <a:pt x="46125" y="18947"/>
                  <a:pt x="46137" y="18976"/>
                  <a:pt x="46145" y="19005"/>
                </a:cubicBezTo>
                <a:lnTo>
                  <a:pt x="46145" y="19005"/>
                </a:lnTo>
                <a:cubicBezTo>
                  <a:pt x="46096" y="18815"/>
                  <a:pt x="46033" y="18625"/>
                  <a:pt x="45969" y="18427"/>
                </a:cubicBezTo>
                <a:lnTo>
                  <a:pt x="45969" y="18427"/>
                </a:lnTo>
                <a:cubicBezTo>
                  <a:pt x="45970" y="18427"/>
                  <a:pt x="45971" y="18427"/>
                  <a:pt x="45972" y="18427"/>
                </a:cubicBezTo>
                <a:cubicBezTo>
                  <a:pt x="46005" y="18427"/>
                  <a:pt x="45940" y="18262"/>
                  <a:pt x="45955" y="18262"/>
                </a:cubicBezTo>
                <a:cubicBezTo>
                  <a:pt x="45956" y="18262"/>
                  <a:pt x="45958" y="18263"/>
                  <a:pt x="45961" y="18266"/>
                </a:cubicBezTo>
                <a:cubicBezTo>
                  <a:pt x="45876" y="17945"/>
                  <a:pt x="45766" y="17640"/>
                  <a:pt x="45631" y="17344"/>
                </a:cubicBezTo>
                <a:cubicBezTo>
                  <a:pt x="45555" y="17141"/>
                  <a:pt x="45445" y="16946"/>
                  <a:pt x="45352" y="16743"/>
                </a:cubicBezTo>
                <a:cubicBezTo>
                  <a:pt x="45259" y="16532"/>
                  <a:pt x="45140" y="16337"/>
                  <a:pt x="45047" y="16143"/>
                </a:cubicBezTo>
                <a:lnTo>
                  <a:pt x="45047" y="16143"/>
                </a:lnTo>
                <a:lnTo>
                  <a:pt x="45123" y="16253"/>
                </a:lnTo>
                <a:cubicBezTo>
                  <a:pt x="44996" y="16050"/>
                  <a:pt x="44793" y="15686"/>
                  <a:pt x="44548" y="15314"/>
                </a:cubicBezTo>
                <a:cubicBezTo>
                  <a:pt x="44303" y="14933"/>
                  <a:pt x="44024" y="14535"/>
                  <a:pt x="43787" y="14239"/>
                </a:cubicBezTo>
                <a:close/>
                <a:moveTo>
                  <a:pt x="6622" y="31054"/>
                </a:moveTo>
                <a:cubicBezTo>
                  <a:pt x="6649" y="31076"/>
                  <a:pt x="6680" y="31102"/>
                  <a:pt x="6718" y="31133"/>
                </a:cubicBezTo>
                <a:cubicBezTo>
                  <a:pt x="6692" y="31110"/>
                  <a:pt x="6660" y="31083"/>
                  <a:pt x="6622" y="31054"/>
                </a:cubicBezTo>
                <a:close/>
                <a:moveTo>
                  <a:pt x="11085" y="33645"/>
                </a:moveTo>
                <a:cubicBezTo>
                  <a:pt x="11084" y="33645"/>
                  <a:pt x="11083" y="33645"/>
                  <a:pt x="11083" y="33645"/>
                </a:cubicBezTo>
                <a:lnTo>
                  <a:pt x="11100" y="33648"/>
                </a:lnTo>
                <a:lnTo>
                  <a:pt x="11100" y="33648"/>
                </a:lnTo>
                <a:cubicBezTo>
                  <a:pt x="11093" y="33646"/>
                  <a:pt x="11088" y="33645"/>
                  <a:pt x="11085" y="33645"/>
                </a:cubicBezTo>
                <a:close/>
                <a:moveTo>
                  <a:pt x="36672" y="34178"/>
                </a:moveTo>
                <a:cubicBezTo>
                  <a:pt x="36669" y="34180"/>
                  <a:pt x="36665" y="34181"/>
                  <a:pt x="36662" y="34182"/>
                </a:cubicBezTo>
                <a:lnTo>
                  <a:pt x="36662" y="34182"/>
                </a:lnTo>
                <a:cubicBezTo>
                  <a:pt x="36665" y="34181"/>
                  <a:pt x="36669" y="34180"/>
                  <a:pt x="36672" y="34178"/>
                </a:cubicBezTo>
                <a:close/>
                <a:moveTo>
                  <a:pt x="13584" y="34249"/>
                </a:moveTo>
                <a:lnTo>
                  <a:pt x="13604" y="34254"/>
                </a:lnTo>
                <a:cubicBezTo>
                  <a:pt x="13597" y="34252"/>
                  <a:pt x="13590" y="34251"/>
                  <a:pt x="13584" y="34249"/>
                </a:cubicBezTo>
                <a:close/>
                <a:moveTo>
                  <a:pt x="12555" y="33865"/>
                </a:moveTo>
                <a:lnTo>
                  <a:pt x="12808" y="33958"/>
                </a:lnTo>
                <a:lnTo>
                  <a:pt x="13011" y="34026"/>
                </a:lnTo>
                <a:lnTo>
                  <a:pt x="13341" y="34119"/>
                </a:lnTo>
                <a:lnTo>
                  <a:pt x="13714" y="34229"/>
                </a:lnTo>
                <a:cubicBezTo>
                  <a:pt x="13743" y="34237"/>
                  <a:pt x="13774" y="34246"/>
                  <a:pt x="13806" y="34254"/>
                </a:cubicBezTo>
                <a:lnTo>
                  <a:pt x="13806" y="34254"/>
                </a:lnTo>
                <a:cubicBezTo>
                  <a:pt x="13732" y="34233"/>
                  <a:pt x="13658" y="34211"/>
                  <a:pt x="13587" y="34187"/>
                </a:cubicBezTo>
                <a:lnTo>
                  <a:pt x="13164" y="34051"/>
                </a:lnTo>
                <a:lnTo>
                  <a:pt x="12555" y="33865"/>
                </a:lnTo>
                <a:close/>
                <a:moveTo>
                  <a:pt x="13680" y="34195"/>
                </a:moveTo>
                <a:lnTo>
                  <a:pt x="13971" y="34301"/>
                </a:lnTo>
                <a:lnTo>
                  <a:pt x="13971" y="34301"/>
                </a:lnTo>
                <a:cubicBezTo>
                  <a:pt x="13911" y="34284"/>
                  <a:pt x="13857" y="34269"/>
                  <a:pt x="13806" y="34254"/>
                </a:cubicBezTo>
                <a:lnTo>
                  <a:pt x="13806" y="34254"/>
                </a:lnTo>
                <a:cubicBezTo>
                  <a:pt x="13888" y="34279"/>
                  <a:pt x="13971" y="34304"/>
                  <a:pt x="14052" y="34330"/>
                </a:cubicBezTo>
                <a:lnTo>
                  <a:pt x="13971" y="34301"/>
                </a:lnTo>
                <a:lnTo>
                  <a:pt x="13971" y="34301"/>
                </a:lnTo>
                <a:cubicBezTo>
                  <a:pt x="14067" y="34328"/>
                  <a:pt x="14175" y="34360"/>
                  <a:pt x="14297" y="34398"/>
                </a:cubicBezTo>
                <a:cubicBezTo>
                  <a:pt x="14568" y="34491"/>
                  <a:pt x="14678" y="34525"/>
                  <a:pt x="14720" y="34533"/>
                </a:cubicBezTo>
                <a:cubicBezTo>
                  <a:pt x="14736" y="34540"/>
                  <a:pt x="14739" y="34543"/>
                  <a:pt x="14733" y="34543"/>
                </a:cubicBezTo>
                <a:cubicBezTo>
                  <a:pt x="14723" y="34543"/>
                  <a:pt x="14689" y="34535"/>
                  <a:pt x="14653" y="34525"/>
                </a:cubicBezTo>
                <a:cubicBezTo>
                  <a:pt x="14604" y="34517"/>
                  <a:pt x="14544" y="34507"/>
                  <a:pt x="14525" y="34507"/>
                </a:cubicBezTo>
                <a:cubicBezTo>
                  <a:pt x="14502" y="34507"/>
                  <a:pt x="14540" y="34523"/>
                  <a:pt x="14737" y="34584"/>
                </a:cubicBezTo>
                <a:cubicBezTo>
                  <a:pt x="14999" y="34643"/>
                  <a:pt x="15253" y="34711"/>
                  <a:pt x="15515" y="34762"/>
                </a:cubicBezTo>
                <a:cubicBezTo>
                  <a:pt x="15397" y="34736"/>
                  <a:pt x="15270" y="34703"/>
                  <a:pt x="15152" y="34669"/>
                </a:cubicBezTo>
                <a:lnTo>
                  <a:pt x="15152" y="34669"/>
                </a:lnTo>
                <a:cubicBezTo>
                  <a:pt x="15228" y="34677"/>
                  <a:pt x="15312" y="34694"/>
                  <a:pt x="15389" y="34711"/>
                </a:cubicBezTo>
                <a:lnTo>
                  <a:pt x="15786" y="34804"/>
                </a:lnTo>
                <a:cubicBezTo>
                  <a:pt x="15804" y="34809"/>
                  <a:pt x="15822" y="34813"/>
                  <a:pt x="15840" y="34817"/>
                </a:cubicBezTo>
                <a:lnTo>
                  <a:pt x="15840" y="34817"/>
                </a:lnTo>
                <a:cubicBezTo>
                  <a:pt x="15576" y="34743"/>
                  <a:pt x="14909" y="34572"/>
                  <a:pt x="14941" y="34572"/>
                </a:cubicBezTo>
                <a:cubicBezTo>
                  <a:pt x="14951" y="34572"/>
                  <a:pt x="15025" y="34588"/>
                  <a:pt x="15194" y="34627"/>
                </a:cubicBezTo>
                <a:cubicBezTo>
                  <a:pt x="14974" y="34559"/>
                  <a:pt x="14644" y="34474"/>
                  <a:pt x="14348" y="34390"/>
                </a:cubicBezTo>
                <a:cubicBezTo>
                  <a:pt x="14052" y="34305"/>
                  <a:pt x="13781" y="34220"/>
                  <a:pt x="13680" y="34195"/>
                </a:cubicBezTo>
                <a:close/>
                <a:moveTo>
                  <a:pt x="34113" y="34985"/>
                </a:moveTo>
                <a:lnTo>
                  <a:pt x="34058" y="34999"/>
                </a:lnTo>
                <a:cubicBezTo>
                  <a:pt x="34071" y="34995"/>
                  <a:pt x="34090" y="34990"/>
                  <a:pt x="34113" y="34985"/>
                </a:cubicBezTo>
                <a:close/>
                <a:moveTo>
                  <a:pt x="40934" y="31762"/>
                </a:moveTo>
                <a:cubicBezTo>
                  <a:pt x="40941" y="31762"/>
                  <a:pt x="40799" y="31875"/>
                  <a:pt x="40615" y="32021"/>
                </a:cubicBezTo>
                <a:cubicBezTo>
                  <a:pt x="40488" y="32114"/>
                  <a:pt x="40352" y="32233"/>
                  <a:pt x="40208" y="32326"/>
                </a:cubicBezTo>
                <a:cubicBezTo>
                  <a:pt x="40073" y="32427"/>
                  <a:pt x="39946" y="32520"/>
                  <a:pt x="39870" y="32579"/>
                </a:cubicBezTo>
                <a:cubicBezTo>
                  <a:pt x="39600" y="32767"/>
                  <a:pt x="39011" y="33094"/>
                  <a:pt x="38957" y="33113"/>
                </a:cubicBezTo>
                <a:lnTo>
                  <a:pt x="38957" y="33113"/>
                </a:lnTo>
                <a:cubicBezTo>
                  <a:pt x="38962" y="33108"/>
                  <a:pt x="38965" y="33106"/>
                  <a:pt x="38965" y="33104"/>
                </a:cubicBezTo>
                <a:lnTo>
                  <a:pt x="38965" y="33104"/>
                </a:lnTo>
                <a:cubicBezTo>
                  <a:pt x="38955" y="33110"/>
                  <a:pt x="38952" y="33114"/>
                  <a:pt x="38954" y="33114"/>
                </a:cubicBezTo>
                <a:cubicBezTo>
                  <a:pt x="38955" y="33114"/>
                  <a:pt x="38956" y="33113"/>
                  <a:pt x="38957" y="33113"/>
                </a:cubicBezTo>
                <a:lnTo>
                  <a:pt x="38957" y="33113"/>
                </a:lnTo>
                <a:cubicBezTo>
                  <a:pt x="38913" y="33151"/>
                  <a:pt x="38672" y="33290"/>
                  <a:pt x="38390" y="33442"/>
                </a:cubicBezTo>
                <a:lnTo>
                  <a:pt x="38153" y="33569"/>
                </a:lnTo>
                <a:lnTo>
                  <a:pt x="37907" y="33688"/>
                </a:lnTo>
                <a:cubicBezTo>
                  <a:pt x="37755" y="33755"/>
                  <a:pt x="37620" y="33831"/>
                  <a:pt x="37510" y="33882"/>
                </a:cubicBezTo>
                <a:cubicBezTo>
                  <a:pt x="37341" y="33967"/>
                  <a:pt x="37155" y="34043"/>
                  <a:pt x="36977" y="34110"/>
                </a:cubicBezTo>
                <a:cubicBezTo>
                  <a:pt x="36850" y="34153"/>
                  <a:pt x="36765" y="34178"/>
                  <a:pt x="36689" y="34204"/>
                </a:cubicBezTo>
                <a:cubicBezTo>
                  <a:pt x="36613" y="34229"/>
                  <a:pt x="36546" y="34254"/>
                  <a:pt x="36427" y="34297"/>
                </a:cubicBezTo>
                <a:cubicBezTo>
                  <a:pt x="36317" y="34339"/>
                  <a:pt x="36173" y="34390"/>
                  <a:pt x="35945" y="34474"/>
                </a:cubicBezTo>
                <a:lnTo>
                  <a:pt x="36275" y="34381"/>
                </a:lnTo>
                <a:lnTo>
                  <a:pt x="36275" y="34381"/>
                </a:lnTo>
                <a:cubicBezTo>
                  <a:pt x="35607" y="34643"/>
                  <a:pt x="34921" y="34863"/>
                  <a:pt x="34228" y="35049"/>
                </a:cubicBezTo>
                <a:cubicBezTo>
                  <a:pt x="34101" y="35049"/>
                  <a:pt x="34642" y="34948"/>
                  <a:pt x="34845" y="34863"/>
                </a:cubicBezTo>
                <a:lnTo>
                  <a:pt x="34845" y="34863"/>
                </a:lnTo>
                <a:cubicBezTo>
                  <a:pt x="34701" y="34897"/>
                  <a:pt x="34558" y="34931"/>
                  <a:pt x="34405" y="34956"/>
                </a:cubicBezTo>
                <a:cubicBezTo>
                  <a:pt x="34588" y="34911"/>
                  <a:pt x="34909" y="34782"/>
                  <a:pt x="34964" y="34782"/>
                </a:cubicBezTo>
                <a:cubicBezTo>
                  <a:pt x="34970" y="34782"/>
                  <a:pt x="34973" y="34784"/>
                  <a:pt x="34972" y="34787"/>
                </a:cubicBezTo>
                <a:cubicBezTo>
                  <a:pt x="34977" y="34782"/>
                  <a:pt x="35074" y="34742"/>
                  <a:pt x="35054" y="34742"/>
                </a:cubicBezTo>
                <a:cubicBezTo>
                  <a:pt x="35039" y="34742"/>
                  <a:pt x="34955" y="34766"/>
                  <a:pt x="34710" y="34846"/>
                </a:cubicBezTo>
                <a:lnTo>
                  <a:pt x="35133" y="34694"/>
                </a:lnTo>
                <a:cubicBezTo>
                  <a:pt x="35107" y="34694"/>
                  <a:pt x="35074" y="34703"/>
                  <a:pt x="35040" y="34711"/>
                </a:cubicBezTo>
                <a:lnTo>
                  <a:pt x="35420" y="34593"/>
                </a:lnTo>
                <a:cubicBezTo>
                  <a:pt x="35581" y="34550"/>
                  <a:pt x="35869" y="34440"/>
                  <a:pt x="36123" y="34373"/>
                </a:cubicBezTo>
                <a:cubicBezTo>
                  <a:pt x="36148" y="34373"/>
                  <a:pt x="35886" y="34474"/>
                  <a:pt x="35733" y="34525"/>
                </a:cubicBezTo>
                <a:cubicBezTo>
                  <a:pt x="35928" y="34466"/>
                  <a:pt x="36106" y="34398"/>
                  <a:pt x="36266" y="34347"/>
                </a:cubicBezTo>
                <a:cubicBezTo>
                  <a:pt x="36422" y="34290"/>
                  <a:pt x="36554" y="34225"/>
                  <a:pt x="36662" y="34182"/>
                </a:cubicBezTo>
                <a:lnTo>
                  <a:pt x="36662" y="34182"/>
                </a:lnTo>
                <a:cubicBezTo>
                  <a:pt x="36516" y="34239"/>
                  <a:pt x="36434" y="34272"/>
                  <a:pt x="36376" y="34288"/>
                </a:cubicBezTo>
                <a:cubicBezTo>
                  <a:pt x="36351" y="34305"/>
                  <a:pt x="36317" y="34314"/>
                  <a:pt x="36292" y="34314"/>
                </a:cubicBezTo>
                <a:cubicBezTo>
                  <a:pt x="36277" y="34314"/>
                  <a:pt x="36306" y="34295"/>
                  <a:pt x="36272" y="34295"/>
                </a:cubicBezTo>
                <a:cubicBezTo>
                  <a:pt x="36267" y="34295"/>
                  <a:pt x="36259" y="34295"/>
                  <a:pt x="36249" y="34297"/>
                </a:cubicBezTo>
                <a:cubicBezTo>
                  <a:pt x="36427" y="34229"/>
                  <a:pt x="36664" y="34119"/>
                  <a:pt x="36884" y="34034"/>
                </a:cubicBezTo>
                <a:lnTo>
                  <a:pt x="37188" y="33907"/>
                </a:lnTo>
                <a:cubicBezTo>
                  <a:pt x="37281" y="33865"/>
                  <a:pt x="37358" y="33823"/>
                  <a:pt x="37408" y="33798"/>
                </a:cubicBezTo>
                <a:cubicBezTo>
                  <a:pt x="37765" y="33646"/>
                  <a:pt x="38078" y="33517"/>
                  <a:pt x="38111" y="33517"/>
                </a:cubicBezTo>
                <a:cubicBezTo>
                  <a:pt x="38124" y="33517"/>
                  <a:pt x="38092" y="33538"/>
                  <a:pt x="38001" y="33586"/>
                </a:cubicBezTo>
                <a:cubicBezTo>
                  <a:pt x="38153" y="33518"/>
                  <a:pt x="38314" y="33425"/>
                  <a:pt x="38466" y="33341"/>
                </a:cubicBezTo>
                <a:cubicBezTo>
                  <a:pt x="38627" y="33256"/>
                  <a:pt x="38787" y="33172"/>
                  <a:pt x="38940" y="33070"/>
                </a:cubicBezTo>
                <a:lnTo>
                  <a:pt x="38940" y="33070"/>
                </a:lnTo>
                <a:cubicBezTo>
                  <a:pt x="38356" y="33417"/>
                  <a:pt x="38897" y="33028"/>
                  <a:pt x="38153" y="33468"/>
                </a:cubicBezTo>
                <a:cubicBezTo>
                  <a:pt x="38134" y="33473"/>
                  <a:pt x="38121" y="33475"/>
                  <a:pt x="38114" y="33475"/>
                </a:cubicBezTo>
                <a:cubicBezTo>
                  <a:pt x="38076" y="33475"/>
                  <a:pt x="38222" y="33398"/>
                  <a:pt x="38424" y="33290"/>
                </a:cubicBezTo>
                <a:cubicBezTo>
                  <a:pt x="38669" y="33163"/>
                  <a:pt x="38990" y="33002"/>
                  <a:pt x="39185" y="32892"/>
                </a:cubicBezTo>
                <a:lnTo>
                  <a:pt x="39185" y="32892"/>
                </a:lnTo>
                <a:cubicBezTo>
                  <a:pt x="39096" y="32950"/>
                  <a:pt x="39083" y="32962"/>
                  <a:pt x="39091" y="32962"/>
                </a:cubicBezTo>
                <a:cubicBezTo>
                  <a:pt x="39097" y="32962"/>
                  <a:pt x="39113" y="32956"/>
                  <a:pt x="39121" y="32956"/>
                </a:cubicBezTo>
                <a:cubicBezTo>
                  <a:pt x="39126" y="32956"/>
                  <a:pt x="39126" y="32959"/>
                  <a:pt x="39117" y="32968"/>
                </a:cubicBezTo>
                <a:cubicBezTo>
                  <a:pt x="39368" y="32810"/>
                  <a:pt x="39456" y="32748"/>
                  <a:pt x="39441" y="32748"/>
                </a:cubicBezTo>
                <a:cubicBezTo>
                  <a:pt x="39422" y="32748"/>
                  <a:pt x="39229" y="32852"/>
                  <a:pt x="38990" y="32985"/>
                </a:cubicBezTo>
                <a:lnTo>
                  <a:pt x="39650" y="32562"/>
                </a:lnTo>
                <a:lnTo>
                  <a:pt x="39650" y="32562"/>
                </a:lnTo>
                <a:lnTo>
                  <a:pt x="39582" y="32596"/>
                </a:lnTo>
                <a:lnTo>
                  <a:pt x="39582" y="32596"/>
                </a:lnTo>
                <a:lnTo>
                  <a:pt x="39752" y="32495"/>
                </a:lnTo>
                <a:lnTo>
                  <a:pt x="39912" y="32385"/>
                </a:lnTo>
                <a:cubicBezTo>
                  <a:pt x="40031" y="32317"/>
                  <a:pt x="40132" y="32241"/>
                  <a:pt x="40242" y="32165"/>
                </a:cubicBezTo>
                <a:cubicBezTo>
                  <a:pt x="40272" y="32154"/>
                  <a:pt x="40296" y="32148"/>
                  <a:pt x="40308" y="32148"/>
                </a:cubicBezTo>
                <a:cubicBezTo>
                  <a:pt x="40335" y="32148"/>
                  <a:pt x="40310" y="32177"/>
                  <a:pt x="40183" y="32258"/>
                </a:cubicBezTo>
                <a:lnTo>
                  <a:pt x="40547" y="32029"/>
                </a:lnTo>
                <a:lnTo>
                  <a:pt x="40547" y="32029"/>
                </a:lnTo>
                <a:cubicBezTo>
                  <a:pt x="40369" y="32156"/>
                  <a:pt x="40200" y="32283"/>
                  <a:pt x="40014" y="32402"/>
                </a:cubicBezTo>
                <a:cubicBezTo>
                  <a:pt x="40318" y="32224"/>
                  <a:pt x="40606" y="32021"/>
                  <a:pt x="40877" y="31801"/>
                </a:cubicBezTo>
                <a:cubicBezTo>
                  <a:pt x="40914" y="31774"/>
                  <a:pt x="40932" y="31762"/>
                  <a:pt x="40934" y="31762"/>
                </a:cubicBezTo>
                <a:close/>
                <a:moveTo>
                  <a:pt x="34228" y="34965"/>
                </a:moveTo>
                <a:cubicBezTo>
                  <a:pt x="34152" y="34999"/>
                  <a:pt x="34278" y="34982"/>
                  <a:pt x="33745" y="35117"/>
                </a:cubicBezTo>
                <a:lnTo>
                  <a:pt x="33745" y="35109"/>
                </a:lnTo>
                <a:cubicBezTo>
                  <a:pt x="33758" y="35102"/>
                  <a:pt x="33761" y="35099"/>
                  <a:pt x="33757" y="35099"/>
                </a:cubicBezTo>
                <a:cubicBezTo>
                  <a:pt x="33749" y="35099"/>
                  <a:pt x="33720" y="35107"/>
                  <a:pt x="33678" y="35117"/>
                </a:cubicBezTo>
                <a:lnTo>
                  <a:pt x="34228" y="34965"/>
                </a:lnTo>
                <a:close/>
                <a:moveTo>
                  <a:pt x="24432" y="35650"/>
                </a:moveTo>
                <a:lnTo>
                  <a:pt x="24432" y="35650"/>
                </a:lnTo>
                <a:cubicBezTo>
                  <a:pt x="24416" y="35653"/>
                  <a:pt x="24400" y="35655"/>
                  <a:pt x="24384" y="35657"/>
                </a:cubicBezTo>
                <a:lnTo>
                  <a:pt x="24384" y="35657"/>
                </a:lnTo>
                <a:cubicBezTo>
                  <a:pt x="24401" y="35655"/>
                  <a:pt x="24417" y="35653"/>
                  <a:pt x="24432" y="35650"/>
                </a:cubicBezTo>
                <a:close/>
                <a:moveTo>
                  <a:pt x="27414" y="35669"/>
                </a:moveTo>
                <a:cubicBezTo>
                  <a:pt x="27438" y="35669"/>
                  <a:pt x="27462" y="35670"/>
                  <a:pt x="27486" y="35672"/>
                </a:cubicBezTo>
                <a:lnTo>
                  <a:pt x="27486" y="35672"/>
                </a:lnTo>
                <a:cubicBezTo>
                  <a:pt x="27395" y="35677"/>
                  <a:pt x="27297" y="35684"/>
                  <a:pt x="27189" y="35692"/>
                </a:cubicBezTo>
                <a:lnTo>
                  <a:pt x="27215" y="35684"/>
                </a:lnTo>
                <a:cubicBezTo>
                  <a:pt x="27249" y="35684"/>
                  <a:pt x="27274" y="35675"/>
                  <a:pt x="27299" y="35675"/>
                </a:cubicBezTo>
                <a:cubicBezTo>
                  <a:pt x="27337" y="35671"/>
                  <a:pt x="27376" y="35669"/>
                  <a:pt x="27414" y="35669"/>
                </a:cubicBezTo>
                <a:close/>
                <a:moveTo>
                  <a:pt x="33635" y="35024"/>
                </a:moveTo>
                <a:lnTo>
                  <a:pt x="33635" y="35024"/>
                </a:lnTo>
                <a:cubicBezTo>
                  <a:pt x="33568" y="35049"/>
                  <a:pt x="33492" y="35075"/>
                  <a:pt x="33416" y="35092"/>
                </a:cubicBezTo>
                <a:lnTo>
                  <a:pt x="32866" y="35253"/>
                </a:lnTo>
                <a:cubicBezTo>
                  <a:pt x="32654" y="35320"/>
                  <a:pt x="32426" y="35371"/>
                  <a:pt x="32223" y="35422"/>
                </a:cubicBezTo>
                <a:lnTo>
                  <a:pt x="31724" y="35549"/>
                </a:lnTo>
                <a:lnTo>
                  <a:pt x="30869" y="35692"/>
                </a:lnTo>
                <a:cubicBezTo>
                  <a:pt x="30599" y="35726"/>
                  <a:pt x="30353" y="35752"/>
                  <a:pt x="30176" y="35777"/>
                </a:cubicBezTo>
                <a:lnTo>
                  <a:pt x="30353" y="35743"/>
                </a:lnTo>
                <a:lnTo>
                  <a:pt x="30819" y="35684"/>
                </a:lnTo>
                <a:lnTo>
                  <a:pt x="31199" y="35625"/>
                </a:lnTo>
                <a:lnTo>
                  <a:pt x="31724" y="35532"/>
                </a:lnTo>
                <a:cubicBezTo>
                  <a:pt x="31969" y="35481"/>
                  <a:pt x="32028" y="35464"/>
                  <a:pt x="31952" y="35464"/>
                </a:cubicBezTo>
                <a:cubicBezTo>
                  <a:pt x="31918" y="35464"/>
                  <a:pt x="31842" y="35472"/>
                  <a:pt x="31741" y="35489"/>
                </a:cubicBezTo>
                <a:lnTo>
                  <a:pt x="31368" y="35523"/>
                </a:lnTo>
                <a:lnTo>
                  <a:pt x="30869" y="35582"/>
                </a:lnTo>
                <a:cubicBezTo>
                  <a:pt x="30683" y="35608"/>
                  <a:pt x="30489" y="35625"/>
                  <a:pt x="30277" y="35642"/>
                </a:cubicBezTo>
                <a:cubicBezTo>
                  <a:pt x="30734" y="35591"/>
                  <a:pt x="31199" y="35515"/>
                  <a:pt x="31664" y="35439"/>
                </a:cubicBezTo>
                <a:cubicBezTo>
                  <a:pt x="31893" y="35405"/>
                  <a:pt x="32130" y="35354"/>
                  <a:pt x="32367" y="35312"/>
                </a:cubicBezTo>
                <a:cubicBezTo>
                  <a:pt x="32477" y="35286"/>
                  <a:pt x="32595" y="35269"/>
                  <a:pt x="32713" y="35244"/>
                </a:cubicBezTo>
                <a:lnTo>
                  <a:pt x="33060" y="35168"/>
                </a:lnTo>
                <a:lnTo>
                  <a:pt x="32942" y="35176"/>
                </a:lnTo>
                <a:cubicBezTo>
                  <a:pt x="33238" y="35117"/>
                  <a:pt x="33475" y="35041"/>
                  <a:pt x="33635" y="35024"/>
                </a:cubicBezTo>
                <a:close/>
                <a:moveTo>
                  <a:pt x="31385" y="35760"/>
                </a:moveTo>
                <a:lnTo>
                  <a:pt x="31385" y="35760"/>
                </a:lnTo>
                <a:cubicBezTo>
                  <a:pt x="31296" y="35778"/>
                  <a:pt x="31172" y="35798"/>
                  <a:pt x="31026" y="35820"/>
                </a:cubicBezTo>
                <a:lnTo>
                  <a:pt x="31026" y="35820"/>
                </a:lnTo>
                <a:cubicBezTo>
                  <a:pt x="31146" y="35802"/>
                  <a:pt x="31266" y="35782"/>
                  <a:pt x="31385" y="35760"/>
                </a:cubicBezTo>
                <a:close/>
                <a:moveTo>
                  <a:pt x="23780" y="36038"/>
                </a:moveTo>
                <a:lnTo>
                  <a:pt x="23831" y="36039"/>
                </a:lnTo>
                <a:lnTo>
                  <a:pt x="23780" y="36039"/>
                </a:lnTo>
                <a:lnTo>
                  <a:pt x="23780" y="36038"/>
                </a:lnTo>
                <a:close/>
                <a:moveTo>
                  <a:pt x="24998" y="36056"/>
                </a:moveTo>
                <a:lnTo>
                  <a:pt x="24872" y="36082"/>
                </a:lnTo>
                <a:lnTo>
                  <a:pt x="24872" y="36073"/>
                </a:lnTo>
                <a:cubicBezTo>
                  <a:pt x="24851" y="36075"/>
                  <a:pt x="24830" y="36076"/>
                  <a:pt x="24809" y="36076"/>
                </a:cubicBezTo>
                <a:cubicBezTo>
                  <a:pt x="24751" y="36076"/>
                  <a:pt x="24690" y="36069"/>
                  <a:pt x="24635" y="36056"/>
                </a:cubicBezTo>
                <a:close/>
                <a:moveTo>
                  <a:pt x="29397" y="35863"/>
                </a:moveTo>
                <a:cubicBezTo>
                  <a:pt x="29414" y="35863"/>
                  <a:pt x="29418" y="35865"/>
                  <a:pt x="29406" y="35870"/>
                </a:cubicBezTo>
                <a:cubicBezTo>
                  <a:pt x="29262" y="35912"/>
                  <a:pt x="29118" y="35938"/>
                  <a:pt x="28966" y="35946"/>
                </a:cubicBezTo>
                <a:cubicBezTo>
                  <a:pt x="28754" y="35980"/>
                  <a:pt x="28509" y="36005"/>
                  <a:pt x="28399" y="36022"/>
                </a:cubicBezTo>
                <a:cubicBezTo>
                  <a:pt x="28306" y="36031"/>
                  <a:pt x="28044" y="36056"/>
                  <a:pt x="27832" y="36073"/>
                </a:cubicBezTo>
                <a:cubicBezTo>
                  <a:pt x="27705" y="36078"/>
                  <a:pt x="27595" y="36083"/>
                  <a:pt x="27543" y="36083"/>
                </a:cubicBezTo>
                <a:cubicBezTo>
                  <a:pt x="27504" y="36083"/>
                  <a:pt x="27497" y="36080"/>
                  <a:pt x="27536" y="36073"/>
                </a:cubicBezTo>
                <a:cubicBezTo>
                  <a:pt x="27731" y="36065"/>
                  <a:pt x="27917" y="36048"/>
                  <a:pt x="28112" y="36014"/>
                </a:cubicBezTo>
                <a:cubicBezTo>
                  <a:pt x="28259" y="35986"/>
                  <a:pt x="28406" y="35969"/>
                  <a:pt x="28558" y="35969"/>
                </a:cubicBezTo>
                <a:cubicBezTo>
                  <a:pt x="28589" y="35969"/>
                  <a:pt x="28621" y="35970"/>
                  <a:pt x="28653" y="35972"/>
                </a:cubicBezTo>
                <a:cubicBezTo>
                  <a:pt x="28699" y="35958"/>
                  <a:pt x="28674" y="35951"/>
                  <a:pt x="28607" y="35951"/>
                </a:cubicBezTo>
                <a:cubicBezTo>
                  <a:pt x="28552" y="35951"/>
                  <a:pt x="28469" y="35955"/>
                  <a:pt x="28374" y="35963"/>
                </a:cubicBezTo>
                <a:cubicBezTo>
                  <a:pt x="28416" y="35955"/>
                  <a:pt x="28450" y="35946"/>
                  <a:pt x="28492" y="35938"/>
                </a:cubicBezTo>
                <a:cubicBezTo>
                  <a:pt x="28712" y="35921"/>
                  <a:pt x="28924" y="35904"/>
                  <a:pt x="29118" y="35887"/>
                </a:cubicBezTo>
                <a:cubicBezTo>
                  <a:pt x="29244" y="35875"/>
                  <a:pt x="29357" y="35863"/>
                  <a:pt x="29397" y="35863"/>
                </a:cubicBezTo>
                <a:close/>
                <a:moveTo>
                  <a:pt x="9578" y="1"/>
                </a:moveTo>
                <a:cubicBezTo>
                  <a:pt x="9463" y="1"/>
                  <a:pt x="9354" y="4"/>
                  <a:pt x="9247" y="19"/>
                </a:cubicBezTo>
                <a:cubicBezTo>
                  <a:pt x="9069" y="36"/>
                  <a:pt x="8909" y="45"/>
                  <a:pt x="8756" y="78"/>
                </a:cubicBezTo>
                <a:cubicBezTo>
                  <a:pt x="8604" y="112"/>
                  <a:pt x="8452" y="138"/>
                  <a:pt x="8317" y="171"/>
                </a:cubicBezTo>
                <a:lnTo>
                  <a:pt x="7910" y="290"/>
                </a:lnTo>
                <a:cubicBezTo>
                  <a:pt x="7378" y="476"/>
                  <a:pt x="6862" y="704"/>
                  <a:pt x="6362" y="967"/>
                </a:cubicBezTo>
                <a:cubicBezTo>
                  <a:pt x="6425" y="923"/>
                  <a:pt x="6440" y="908"/>
                  <a:pt x="6432" y="908"/>
                </a:cubicBezTo>
                <a:cubicBezTo>
                  <a:pt x="6418" y="908"/>
                  <a:pt x="6338" y="951"/>
                  <a:pt x="6312" y="967"/>
                </a:cubicBezTo>
                <a:lnTo>
                  <a:pt x="6032" y="1127"/>
                </a:lnTo>
                <a:lnTo>
                  <a:pt x="5770" y="1313"/>
                </a:lnTo>
                <a:cubicBezTo>
                  <a:pt x="5626" y="1407"/>
                  <a:pt x="5491" y="1517"/>
                  <a:pt x="5356" y="1626"/>
                </a:cubicBezTo>
                <a:lnTo>
                  <a:pt x="5308" y="1665"/>
                </a:lnTo>
                <a:lnTo>
                  <a:pt x="5308" y="1665"/>
                </a:lnTo>
                <a:cubicBezTo>
                  <a:pt x="5315" y="1658"/>
                  <a:pt x="5323" y="1651"/>
                  <a:pt x="5330" y="1643"/>
                </a:cubicBezTo>
                <a:lnTo>
                  <a:pt x="5330" y="1643"/>
                </a:lnTo>
                <a:cubicBezTo>
                  <a:pt x="5287" y="1678"/>
                  <a:pt x="5272" y="1691"/>
                  <a:pt x="5266" y="1698"/>
                </a:cubicBezTo>
                <a:lnTo>
                  <a:pt x="5266" y="1698"/>
                </a:lnTo>
                <a:lnTo>
                  <a:pt x="5229" y="1728"/>
                </a:lnTo>
                <a:lnTo>
                  <a:pt x="5102" y="1830"/>
                </a:lnTo>
                <a:lnTo>
                  <a:pt x="4848" y="2041"/>
                </a:lnTo>
                <a:cubicBezTo>
                  <a:pt x="4890" y="1982"/>
                  <a:pt x="4941" y="1931"/>
                  <a:pt x="5000" y="1880"/>
                </a:cubicBezTo>
                <a:cubicBezTo>
                  <a:pt x="5051" y="1830"/>
                  <a:pt x="5119" y="1762"/>
                  <a:pt x="5212" y="1686"/>
                </a:cubicBezTo>
                <a:cubicBezTo>
                  <a:pt x="5305" y="1618"/>
                  <a:pt x="5415" y="1533"/>
                  <a:pt x="5550" y="1432"/>
                </a:cubicBezTo>
                <a:lnTo>
                  <a:pt x="5550" y="1432"/>
                </a:lnTo>
                <a:cubicBezTo>
                  <a:pt x="5093" y="1753"/>
                  <a:pt x="4671" y="2126"/>
                  <a:pt x="4281" y="2532"/>
                </a:cubicBezTo>
                <a:cubicBezTo>
                  <a:pt x="4087" y="2718"/>
                  <a:pt x="3909" y="2921"/>
                  <a:pt x="3748" y="3124"/>
                </a:cubicBezTo>
                <a:cubicBezTo>
                  <a:pt x="3596" y="3327"/>
                  <a:pt x="3435" y="3538"/>
                  <a:pt x="3292" y="3750"/>
                </a:cubicBezTo>
                <a:cubicBezTo>
                  <a:pt x="2691" y="4646"/>
                  <a:pt x="2192" y="5611"/>
                  <a:pt x="1803" y="6618"/>
                </a:cubicBezTo>
                <a:cubicBezTo>
                  <a:pt x="1798" y="6628"/>
                  <a:pt x="1795" y="6633"/>
                  <a:pt x="1795" y="6633"/>
                </a:cubicBezTo>
                <a:cubicBezTo>
                  <a:pt x="1790" y="6633"/>
                  <a:pt x="1855" y="6457"/>
                  <a:pt x="1852" y="6457"/>
                </a:cubicBezTo>
                <a:cubicBezTo>
                  <a:pt x="1851" y="6457"/>
                  <a:pt x="1847" y="6466"/>
                  <a:pt x="1837" y="6491"/>
                </a:cubicBezTo>
                <a:cubicBezTo>
                  <a:pt x="1786" y="6634"/>
                  <a:pt x="1718" y="6837"/>
                  <a:pt x="1667" y="6990"/>
                </a:cubicBezTo>
                <a:cubicBezTo>
                  <a:pt x="1634" y="7083"/>
                  <a:pt x="1608" y="7167"/>
                  <a:pt x="1583" y="7260"/>
                </a:cubicBezTo>
                <a:cubicBezTo>
                  <a:pt x="1589" y="7229"/>
                  <a:pt x="1596" y="7197"/>
                  <a:pt x="1605" y="7166"/>
                </a:cubicBezTo>
                <a:lnTo>
                  <a:pt x="1605" y="7166"/>
                </a:lnTo>
                <a:cubicBezTo>
                  <a:pt x="1442" y="7653"/>
                  <a:pt x="1317" y="8040"/>
                  <a:pt x="1219" y="8394"/>
                </a:cubicBezTo>
                <a:cubicBezTo>
                  <a:pt x="1160" y="8589"/>
                  <a:pt x="1109" y="8775"/>
                  <a:pt x="1058" y="8961"/>
                </a:cubicBezTo>
                <a:cubicBezTo>
                  <a:pt x="1016" y="9138"/>
                  <a:pt x="974" y="9325"/>
                  <a:pt x="940" y="9519"/>
                </a:cubicBezTo>
                <a:cubicBezTo>
                  <a:pt x="939" y="9520"/>
                  <a:pt x="938" y="9520"/>
                  <a:pt x="938" y="9520"/>
                </a:cubicBezTo>
                <a:cubicBezTo>
                  <a:pt x="916" y="9520"/>
                  <a:pt x="1044" y="9017"/>
                  <a:pt x="1037" y="9017"/>
                </a:cubicBezTo>
                <a:cubicBezTo>
                  <a:pt x="1037" y="9017"/>
                  <a:pt x="1036" y="9021"/>
                  <a:pt x="1033" y="9028"/>
                </a:cubicBezTo>
                <a:cubicBezTo>
                  <a:pt x="881" y="9612"/>
                  <a:pt x="796" y="10052"/>
                  <a:pt x="728" y="10509"/>
                </a:cubicBezTo>
                <a:cubicBezTo>
                  <a:pt x="652" y="10957"/>
                  <a:pt x="585" y="11406"/>
                  <a:pt x="492" y="12006"/>
                </a:cubicBezTo>
                <a:cubicBezTo>
                  <a:pt x="499" y="11919"/>
                  <a:pt x="500" y="11882"/>
                  <a:pt x="495" y="11882"/>
                </a:cubicBezTo>
                <a:cubicBezTo>
                  <a:pt x="480" y="11882"/>
                  <a:pt x="404" y="12337"/>
                  <a:pt x="365" y="12581"/>
                </a:cubicBezTo>
                <a:cubicBezTo>
                  <a:pt x="297" y="13072"/>
                  <a:pt x="212" y="13842"/>
                  <a:pt x="136" y="14679"/>
                </a:cubicBezTo>
                <a:cubicBezTo>
                  <a:pt x="60" y="15508"/>
                  <a:pt x="26" y="16413"/>
                  <a:pt x="35" y="17158"/>
                </a:cubicBezTo>
                <a:cubicBezTo>
                  <a:pt x="29" y="17126"/>
                  <a:pt x="25" y="17111"/>
                  <a:pt x="22" y="17111"/>
                </a:cubicBezTo>
                <a:cubicBezTo>
                  <a:pt x="17" y="17111"/>
                  <a:pt x="15" y="17165"/>
                  <a:pt x="9" y="17259"/>
                </a:cubicBezTo>
                <a:cubicBezTo>
                  <a:pt x="1" y="17395"/>
                  <a:pt x="1" y="17623"/>
                  <a:pt x="9" y="17860"/>
                </a:cubicBezTo>
                <a:cubicBezTo>
                  <a:pt x="18" y="18105"/>
                  <a:pt x="26" y="18359"/>
                  <a:pt x="35" y="18562"/>
                </a:cubicBezTo>
                <a:cubicBezTo>
                  <a:pt x="52" y="18698"/>
                  <a:pt x="52" y="18824"/>
                  <a:pt x="35" y="18951"/>
                </a:cubicBezTo>
                <a:cubicBezTo>
                  <a:pt x="43" y="19036"/>
                  <a:pt x="52" y="19129"/>
                  <a:pt x="60" y="19222"/>
                </a:cubicBezTo>
                <a:cubicBezTo>
                  <a:pt x="69" y="19324"/>
                  <a:pt x="86" y="19417"/>
                  <a:pt x="94" y="19510"/>
                </a:cubicBezTo>
                <a:cubicBezTo>
                  <a:pt x="102" y="19620"/>
                  <a:pt x="128" y="19730"/>
                  <a:pt x="153" y="19831"/>
                </a:cubicBezTo>
                <a:cubicBezTo>
                  <a:pt x="119" y="19645"/>
                  <a:pt x="102" y="19450"/>
                  <a:pt x="102" y="19256"/>
                </a:cubicBezTo>
                <a:lnTo>
                  <a:pt x="102" y="19256"/>
                </a:lnTo>
                <a:cubicBezTo>
                  <a:pt x="136" y="19501"/>
                  <a:pt x="162" y="19806"/>
                  <a:pt x="204" y="20059"/>
                </a:cubicBezTo>
                <a:cubicBezTo>
                  <a:pt x="221" y="20220"/>
                  <a:pt x="255" y="20381"/>
                  <a:pt x="297" y="20542"/>
                </a:cubicBezTo>
                <a:cubicBezTo>
                  <a:pt x="314" y="20745"/>
                  <a:pt x="348" y="20939"/>
                  <a:pt x="382" y="21142"/>
                </a:cubicBezTo>
                <a:cubicBezTo>
                  <a:pt x="407" y="21193"/>
                  <a:pt x="424" y="21244"/>
                  <a:pt x="441" y="21303"/>
                </a:cubicBezTo>
                <a:cubicBezTo>
                  <a:pt x="466" y="21396"/>
                  <a:pt x="492" y="21523"/>
                  <a:pt x="534" y="21684"/>
                </a:cubicBezTo>
                <a:cubicBezTo>
                  <a:pt x="602" y="22039"/>
                  <a:pt x="602" y="22022"/>
                  <a:pt x="618" y="22039"/>
                </a:cubicBezTo>
                <a:cubicBezTo>
                  <a:pt x="635" y="22056"/>
                  <a:pt x="652" y="22115"/>
                  <a:pt x="788" y="22623"/>
                </a:cubicBezTo>
                <a:cubicBezTo>
                  <a:pt x="703" y="22394"/>
                  <a:pt x="627" y="22200"/>
                  <a:pt x="593" y="22115"/>
                </a:cubicBezTo>
                <a:lnTo>
                  <a:pt x="593" y="22115"/>
                </a:lnTo>
                <a:cubicBezTo>
                  <a:pt x="618" y="22208"/>
                  <a:pt x="644" y="22301"/>
                  <a:pt x="669" y="22394"/>
                </a:cubicBezTo>
                <a:lnTo>
                  <a:pt x="720" y="22555"/>
                </a:lnTo>
                <a:cubicBezTo>
                  <a:pt x="745" y="22640"/>
                  <a:pt x="771" y="22707"/>
                  <a:pt x="821" y="22885"/>
                </a:cubicBezTo>
                <a:cubicBezTo>
                  <a:pt x="824" y="22898"/>
                  <a:pt x="825" y="22904"/>
                  <a:pt x="823" y="22904"/>
                </a:cubicBezTo>
                <a:cubicBezTo>
                  <a:pt x="810" y="22904"/>
                  <a:pt x="665" y="22513"/>
                  <a:pt x="568" y="22174"/>
                </a:cubicBezTo>
                <a:lnTo>
                  <a:pt x="568" y="22174"/>
                </a:lnTo>
                <a:cubicBezTo>
                  <a:pt x="618" y="22386"/>
                  <a:pt x="678" y="22597"/>
                  <a:pt x="737" y="22809"/>
                </a:cubicBezTo>
                <a:cubicBezTo>
                  <a:pt x="1050" y="23680"/>
                  <a:pt x="1422" y="24526"/>
                  <a:pt x="1837" y="25338"/>
                </a:cubicBezTo>
                <a:cubicBezTo>
                  <a:pt x="1775" y="25240"/>
                  <a:pt x="1683" y="25058"/>
                  <a:pt x="1672" y="25058"/>
                </a:cubicBezTo>
                <a:cubicBezTo>
                  <a:pt x="1668" y="25058"/>
                  <a:pt x="1676" y="25084"/>
                  <a:pt x="1701" y="25152"/>
                </a:cubicBezTo>
                <a:cubicBezTo>
                  <a:pt x="1794" y="25355"/>
                  <a:pt x="1930" y="25575"/>
                  <a:pt x="2073" y="25803"/>
                </a:cubicBezTo>
                <a:lnTo>
                  <a:pt x="2285" y="26167"/>
                </a:lnTo>
                <a:cubicBezTo>
                  <a:pt x="2351" y="26276"/>
                  <a:pt x="2416" y="26379"/>
                  <a:pt x="2482" y="26487"/>
                </a:cubicBezTo>
                <a:lnTo>
                  <a:pt x="2482" y="26487"/>
                </a:lnTo>
                <a:cubicBezTo>
                  <a:pt x="2473" y="26474"/>
                  <a:pt x="2464" y="26460"/>
                  <a:pt x="2454" y="26446"/>
                </a:cubicBezTo>
                <a:lnTo>
                  <a:pt x="2454" y="26446"/>
                </a:lnTo>
                <a:cubicBezTo>
                  <a:pt x="2496" y="26514"/>
                  <a:pt x="2471" y="26472"/>
                  <a:pt x="2513" y="26539"/>
                </a:cubicBezTo>
                <a:cubicBezTo>
                  <a:pt x="2503" y="26522"/>
                  <a:pt x="2492" y="26504"/>
                  <a:pt x="2482" y="26487"/>
                </a:cubicBezTo>
                <a:lnTo>
                  <a:pt x="2482" y="26487"/>
                </a:lnTo>
                <a:cubicBezTo>
                  <a:pt x="2610" y="26677"/>
                  <a:pt x="2696" y="26817"/>
                  <a:pt x="2767" y="26920"/>
                </a:cubicBezTo>
                <a:cubicBezTo>
                  <a:pt x="2843" y="27030"/>
                  <a:pt x="2903" y="27106"/>
                  <a:pt x="2953" y="27182"/>
                </a:cubicBezTo>
                <a:lnTo>
                  <a:pt x="3114" y="27428"/>
                </a:lnTo>
                <a:lnTo>
                  <a:pt x="3241" y="27605"/>
                </a:lnTo>
                <a:cubicBezTo>
                  <a:pt x="3292" y="27673"/>
                  <a:pt x="3351" y="27749"/>
                  <a:pt x="3419" y="27834"/>
                </a:cubicBezTo>
                <a:cubicBezTo>
                  <a:pt x="3410" y="27825"/>
                  <a:pt x="3402" y="27825"/>
                  <a:pt x="3385" y="27808"/>
                </a:cubicBezTo>
                <a:lnTo>
                  <a:pt x="3385" y="27808"/>
                </a:lnTo>
                <a:lnTo>
                  <a:pt x="3757" y="28231"/>
                </a:lnTo>
                <a:cubicBezTo>
                  <a:pt x="4561" y="29094"/>
                  <a:pt x="4620" y="29229"/>
                  <a:pt x="5110" y="29745"/>
                </a:cubicBezTo>
                <a:cubicBezTo>
                  <a:pt x="5068" y="29703"/>
                  <a:pt x="5034" y="29669"/>
                  <a:pt x="4992" y="29635"/>
                </a:cubicBezTo>
                <a:lnTo>
                  <a:pt x="4992" y="29635"/>
                </a:lnTo>
                <a:cubicBezTo>
                  <a:pt x="5068" y="29720"/>
                  <a:pt x="5195" y="29839"/>
                  <a:pt x="5339" y="29974"/>
                </a:cubicBezTo>
                <a:cubicBezTo>
                  <a:pt x="5491" y="30118"/>
                  <a:pt x="5660" y="30278"/>
                  <a:pt x="5838" y="30422"/>
                </a:cubicBezTo>
                <a:lnTo>
                  <a:pt x="6354" y="30845"/>
                </a:lnTo>
                <a:cubicBezTo>
                  <a:pt x="6455" y="30924"/>
                  <a:pt x="6548" y="30995"/>
                  <a:pt x="6622" y="31054"/>
                </a:cubicBezTo>
                <a:lnTo>
                  <a:pt x="6622" y="31054"/>
                </a:lnTo>
                <a:cubicBezTo>
                  <a:pt x="6374" y="30846"/>
                  <a:pt x="6566" y="30990"/>
                  <a:pt x="6329" y="30761"/>
                </a:cubicBezTo>
                <a:cubicBezTo>
                  <a:pt x="6151" y="30625"/>
                  <a:pt x="6092" y="30583"/>
                  <a:pt x="5999" y="30515"/>
                </a:cubicBezTo>
                <a:cubicBezTo>
                  <a:pt x="5948" y="30490"/>
                  <a:pt x="5897" y="30439"/>
                  <a:pt x="5821" y="30380"/>
                </a:cubicBezTo>
                <a:lnTo>
                  <a:pt x="5686" y="30270"/>
                </a:lnTo>
                <a:cubicBezTo>
                  <a:pt x="5635" y="30228"/>
                  <a:pt x="5576" y="30168"/>
                  <a:pt x="5508" y="30109"/>
                </a:cubicBezTo>
                <a:lnTo>
                  <a:pt x="5508" y="30109"/>
                </a:lnTo>
                <a:cubicBezTo>
                  <a:pt x="5567" y="30143"/>
                  <a:pt x="5618" y="30185"/>
                  <a:pt x="5669" y="30228"/>
                </a:cubicBezTo>
                <a:lnTo>
                  <a:pt x="5965" y="30456"/>
                </a:lnTo>
                <a:cubicBezTo>
                  <a:pt x="6176" y="30625"/>
                  <a:pt x="6396" y="30803"/>
                  <a:pt x="6481" y="30845"/>
                </a:cubicBezTo>
                <a:cubicBezTo>
                  <a:pt x="6684" y="30989"/>
                  <a:pt x="6862" y="31158"/>
                  <a:pt x="7022" y="31344"/>
                </a:cubicBezTo>
                <a:cubicBezTo>
                  <a:pt x="7234" y="31497"/>
                  <a:pt x="7428" y="31623"/>
                  <a:pt x="7606" y="31750"/>
                </a:cubicBezTo>
                <a:cubicBezTo>
                  <a:pt x="7699" y="31810"/>
                  <a:pt x="7784" y="31877"/>
                  <a:pt x="7868" y="31936"/>
                </a:cubicBezTo>
                <a:lnTo>
                  <a:pt x="8139" y="32106"/>
                </a:lnTo>
                <a:lnTo>
                  <a:pt x="8418" y="32283"/>
                </a:lnTo>
                <a:cubicBezTo>
                  <a:pt x="8511" y="32351"/>
                  <a:pt x="8621" y="32410"/>
                  <a:pt x="8723" y="32469"/>
                </a:cubicBezTo>
                <a:cubicBezTo>
                  <a:pt x="8943" y="32596"/>
                  <a:pt x="9179" y="32732"/>
                  <a:pt x="9459" y="32884"/>
                </a:cubicBezTo>
                <a:lnTo>
                  <a:pt x="10101" y="33163"/>
                </a:lnTo>
                <a:cubicBezTo>
                  <a:pt x="10220" y="33231"/>
                  <a:pt x="10364" y="33281"/>
                  <a:pt x="10533" y="33366"/>
                </a:cubicBezTo>
                <a:cubicBezTo>
                  <a:pt x="10711" y="33442"/>
                  <a:pt x="10905" y="33552"/>
                  <a:pt x="11142" y="33654"/>
                </a:cubicBezTo>
                <a:lnTo>
                  <a:pt x="11100" y="33648"/>
                </a:lnTo>
                <a:lnTo>
                  <a:pt x="11100" y="33648"/>
                </a:lnTo>
                <a:cubicBezTo>
                  <a:pt x="11189" y="33672"/>
                  <a:pt x="11565" y="33854"/>
                  <a:pt x="11751" y="33916"/>
                </a:cubicBezTo>
                <a:cubicBezTo>
                  <a:pt x="11681" y="33879"/>
                  <a:pt x="11663" y="33866"/>
                  <a:pt x="11671" y="33866"/>
                </a:cubicBezTo>
                <a:cubicBezTo>
                  <a:pt x="11682" y="33866"/>
                  <a:pt x="11741" y="33888"/>
                  <a:pt x="11793" y="33907"/>
                </a:cubicBezTo>
                <a:cubicBezTo>
                  <a:pt x="11842" y="33924"/>
                  <a:pt x="11887" y="33938"/>
                  <a:pt x="11898" y="33938"/>
                </a:cubicBezTo>
                <a:cubicBezTo>
                  <a:pt x="11909" y="33938"/>
                  <a:pt x="11881" y="33922"/>
                  <a:pt x="11776" y="33874"/>
                </a:cubicBezTo>
                <a:lnTo>
                  <a:pt x="11776" y="33874"/>
                </a:lnTo>
                <a:cubicBezTo>
                  <a:pt x="12352" y="34094"/>
                  <a:pt x="12436" y="34170"/>
                  <a:pt x="12487" y="34212"/>
                </a:cubicBezTo>
                <a:cubicBezTo>
                  <a:pt x="12910" y="34322"/>
                  <a:pt x="13629" y="34643"/>
                  <a:pt x="14543" y="34872"/>
                </a:cubicBezTo>
                <a:cubicBezTo>
                  <a:pt x="14406" y="34858"/>
                  <a:pt x="13730" y="34656"/>
                  <a:pt x="13694" y="34656"/>
                </a:cubicBezTo>
                <a:cubicBezTo>
                  <a:pt x="13686" y="34656"/>
                  <a:pt x="13713" y="34667"/>
                  <a:pt x="13790" y="34694"/>
                </a:cubicBezTo>
                <a:lnTo>
                  <a:pt x="14373" y="34846"/>
                </a:lnTo>
                <a:lnTo>
                  <a:pt x="14966" y="34982"/>
                </a:lnTo>
                <a:lnTo>
                  <a:pt x="14450" y="34838"/>
                </a:lnTo>
                <a:lnTo>
                  <a:pt x="14450" y="34838"/>
                </a:lnTo>
                <a:cubicBezTo>
                  <a:pt x="15338" y="35049"/>
                  <a:pt x="15583" y="35143"/>
                  <a:pt x="16099" y="35278"/>
                </a:cubicBezTo>
                <a:cubicBezTo>
                  <a:pt x="16116" y="35284"/>
                  <a:pt x="16121" y="35286"/>
                  <a:pt x="16115" y="35286"/>
                </a:cubicBezTo>
                <a:cubicBezTo>
                  <a:pt x="16085" y="35286"/>
                  <a:pt x="15811" y="35225"/>
                  <a:pt x="15600" y="35176"/>
                </a:cubicBezTo>
                <a:lnTo>
                  <a:pt x="15600" y="35176"/>
                </a:lnTo>
                <a:cubicBezTo>
                  <a:pt x="15735" y="35210"/>
                  <a:pt x="15922" y="35253"/>
                  <a:pt x="16108" y="35295"/>
                </a:cubicBezTo>
                <a:lnTo>
                  <a:pt x="16683" y="35396"/>
                </a:lnTo>
                <a:lnTo>
                  <a:pt x="16996" y="35447"/>
                </a:lnTo>
                <a:lnTo>
                  <a:pt x="17453" y="35515"/>
                </a:lnTo>
                <a:cubicBezTo>
                  <a:pt x="17613" y="35540"/>
                  <a:pt x="17774" y="35566"/>
                  <a:pt x="17926" y="35582"/>
                </a:cubicBezTo>
                <a:cubicBezTo>
                  <a:pt x="18070" y="35599"/>
                  <a:pt x="18206" y="35616"/>
                  <a:pt x="18299" y="35625"/>
                </a:cubicBezTo>
                <a:lnTo>
                  <a:pt x="18451" y="35650"/>
                </a:lnTo>
                <a:lnTo>
                  <a:pt x="18383" y="35650"/>
                </a:lnTo>
                <a:lnTo>
                  <a:pt x="18578" y="35675"/>
                </a:lnTo>
                <a:cubicBezTo>
                  <a:pt x="18747" y="35701"/>
                  <a:pt x="18899" y="35726"/>
                  <a:pt x="19060" y="35743"/>
                </a:cubicBezTo>
                <a:lnTo>
                  <a:pt x="18967" y="35743"/>
                </a:lnTo>
                <a:lnTo>
                  <a:pt x="19153" y="35769"/>
                </a:lnTo>
                <a:lnTo>
                  <a:pt x="19644" y="35836"/>
                </a:lnTo>
                <a:lnTo>
                  <a:pt x="19906" y="35853"/>
                </a:lnTo>
                <a:lnTo>
                  <a:pt x="19906" y="35853"/>
                </a:lnTo>
                <a:lnTo>
                  <a:pt x="19779" y="35836"/>
                </a:lnTo>
                <a:cubicBezTo>
                  <a:pt x="19790" y="35829"/>
                  <a:pt x="19829" y="35825"/>
                  <a:pt x="19889" y="35825"/>
                </a:cubicBezTo>
                <a:cubicBezTo>
                  <a:pt x="20102" y="35825"/>
                  <a:pt x="20588" y="35866"/>
                  <a:pt x="21141" y="35912"/>
                </a:cubicBezTo>
                <a:lnTo>
                  <a:pt x="20853" y="35879"/>
                </a:lnTo>
                <a:cubicBezTo>
                  <a:pt x="20684" y="35870"/>
                  <a:pt x="20456" y="35845"/>
                  <a:pt x="20185" y="35819"/>
                </a:cubicBezTo>
                <a:lnTo>
                  <a:pt x="20371" y="35819"/>
                </a:lnTo>
                <a:cubicBezTo>
                  <a:pt x="20769" y="35870"/>
                  <a:pt x="21149" y="35904"/>
                  <a:pt x="21530" y="35929"/>
                </a:cubicBezTo>
                <a:cubicBezTo>
                  <a:pt x="21902" y="35955"/>
                  <a:pt x="22266" y="35980"/>
                  <a:pt x="22613" y="35997"/>
                </a:cubicBezTo>
                <a:cubicBezTo>
                  <a:pt x="22359" y="35997"/>
                  <a:pt x="22097" y="35980"/>
                  <a:pt x="21775" y="35963"/>
                </a:cubicBezTo>
                <a:lnTo>
                  <a:pt x="21775" y="35963"/>
                </a:lnTo>
                <a:cubicBezTo>
                  <a:pt x="22520" y="36048"/>
                  <a:pt x="23687" y="36014"/>
                  <a:pt x="24043" y="36065"/>
                </a:cubicBezTo>
                <a:cubicBezTo>
                  <a:pt x="23851" y="36065"/>
                  <a:pt x="23674" y="36068"/>
                  <a:pt x="23510" y="36068"/>
                </a:cubicBezTo>
                <a:cubicBezTo>
                  <a:pt x="23428" y="36068"/>
                  <a:pt x="23349" y="36067"/>
                  <a:pt x="23273" y="36065"/>
                </a:cubicBezTo>
                <a:cubicBezTo>
                  <a:pt x="23036" y="36065"/>
                  <a:pt x="22824" y="36056"/>
                  <a:pt x="22604" y="36048"/>
                </a:cubicBezTo>
                <a:cubicBezTo>
                  <a:pt x="22393" y="36039"/>
                  <a:pt x="22173" y="36031"/>
                  <a:pt x="21928" y="36014"/>
                </a:cubicBezTo>
                <a:cubicBezTo>
                  <a:pt x="21691" y="35997"/>
                  <a:pt x="21429" y="35988"/>
                  <a:pt x="21124" y="35972"/>
                </a:cubicBezTo>
                <a:cubicBezTo>
                  <a:pt x="20961" y="35949"/>
                  <a:pt x="20941" y="35941"/>
                  <a:pt x="21001" y="35941"/>
                </a:cubicBezTo>
                <a:cubicBezTo>
                  <a:pt x="21053" y="35941"/>
                  <a:pt x="21164" y="35947"/>
                  <a:pt x="21293" y="35955"/>
                </a:cubicBezTo>
                <a:cubicBezTo>
                  <a:pt x="21514" y="35968"/>
                  <a:pt x="21797" y="35982"/>
                  <a:pt x="21903" y="35982"/>
                </a:cubicBezTo>
                <a:cubicBezTo>
                  <a:pt x="21927" y="35982"/>
                  <a:pt x="21942" y="35982"/>
                  <a:pt x="21945" y="35980"/>
                </a:cubicBezTo>
                <a:cubicBezTo>
                  <a:pt x="21716" y="35963"/>
                  <a:pt x="21488" y="35955"/>
                  <a:pt x="21259" y="35929"/>
                </a:cubicBezTo>
                <a:lnTo>
                  <a:pt x="21259" y="35929"/>
                </a:lnTo>
                <a:cubicBezTo>
                  <a:pt x="21271" y="35933"/>
                  <a:pt x="21262" y="35935"/>
                  <a:pt x="21237" y="35935"/>
                </a:cubicBezTo>
                <a:cubicBezTo>
                  <a:pt x="21155" y="35935"/>
                  <a:pt x="20903" y="35917"/>
                  <a:pt x="20676" y="35904"/>
                </a:cubicBezTo>
                <a:cubicBezTo>
                  <a:pt x="20494" y="35894"/>
                  <a:pt x="20325" y="35881"/>
                  <a:pt x="20255" y="35881"/>
                </a:cubicBezTo>
                <a:cubicBezTo>
                  <a:pt x="20208" y="35881"/>
                  <a:pt x="20206" y="35887"/>
                  <a:pt x="20278" y="35904"/>
                </a:cubicBezTo>
                <a:cubicBezTo>
                  <a:pt x="21708" y="36056"/>
                  <a:pt x="23146" y="36124"/>
                  <a:pt x="24584" y="36124"/>
                </a:cubicBezTo>
                <a:cubicBezTo>
                  <a:pt x="24169" y="36200"/>
                  <a:pt x="23746" y="36268"/>
                  <a:pt x="23323" y="36335"/>
                </a:cubicBezTo>
                <a:cubicBezTo>
                  <a:pt x="23290" y="36352"/>
                  <a:pt x="23264" y="36352"/>
                  <a:pt x="23230" y="36352"/>
                </a:cubicBezTo>
                <a:cubicBezTo>
                  <a:pt x="23374" y="36355"/>
                  <a:pt x="23494" y="36356"/>
                  <a:pt x="23593" y="36356"/>
                </a:cubicBezTo>
                <a:cubicBezTo>
                  <a:pt x="24388" y="36356"/>
                  <a:pt x="23891" y="36276"/>
                  <a:pt x="24169" y="36276"/>
                </a:cubicBezTo>
                <a:cubicBezTo>
                  <a:pt x="24361" y="36276"/>
                  <a:pt x="24530" y="36269"/>
                  <a:pt x="24697" y="36269"/>
                </a:cubicBezTo>
                <a:cubicBezTo>
                  <a:pt x="24780" y="36269"/>
                  <a:pt x="24863" y="36270"/>
                  <a:pt x="24948" y="36276"/>
                </a:cubicBezTo>
                <a:lnTo>
                  <a:pt x="24812" y="36285"/>
                </a:lnTo>
                <a:cubicBezTo>
                  <a:pt x="25616" y="36268"/>
                  <a:pt x="25058" y="36242"/>
                  <a:pt x="25777" y="36242"/>
                </a:cubicBezTo>
                <a:cubicBezTo>
                  <a:pt x="25948" y="36237"/>
                  <a:pt x="25972" y="36236"/>
                  <a:pt x="25932" y="36236"/>
                </a:cubicBezTo>
                <a:cubicBezTo>
                  <a:pt x="25889" y="36236"/>
                  <a:pt x="25774" y="36237"/>
                  <a:pt x="25683" y="36237"/>
                </a:cubicBezTo>
                <a:cubicBezTo>
                  <a:pt x="25572" y="36237"/>
                  <a:pt x="25497" y="36235"/>
                  <a:pt x="25641" y="36225"/>
                </a:cubicBezTo>
                <a:cubicBezTo>
                  <a:pt x="25861" y="36225"/>
                  <a:pt x="26090" y="36217"/>
                  <a:pt x="26310" y="36183"/>
                </a:cubicBezTo>
                <a:cubicBezTo>
                  <a:pt x="26394" y="36175"/>
                  <a:pt x="26496" y="36166"/>
                  <a:pt x="26648" y="36158"/>
                </a:cubicBezTo>
                <a:lnTo>
                  <a:pt x="27299" y="36132"/>
                </a:lnTo>
                <a:lnTo>
                  <a:pt x="27299" y="36132"/>
                </a:lnTo>
                <a:cubicBezTo>
                  <a:pt x="27240" y="36149"/>
                  <a:pt x="27435" y="36166"/>
                  <a:pt x="26741" y="36200"/>
                </a:cubicBezTo>
                <a:cubicBezTo>
                  <a:pt x="26787" y="36202"/>
                  <a:pt x="26832" y="36202"/>
                  <a:pt x="26877" y="36202"/>
                </a:cubicBezTo>
                <a:cubicBezTo>
                  <a:pt x="27058" y="36202"/>
                  <a:pt x="27235" y="36192"/>
                  <a:pt x="27418" y="36192"/>
                </a:cubicBezTo>
                <a:cubicBezTo>
                  <a:pt x="26614" y="36251"/>
                  <a:pt x="27105" y="36217"/>
                  <a:pt x="26284" y="36251"/>
                </a:cubicBezTo>
                <a:cubicBezTo>
                  <a:pt x="25912" y="36301"/>
                  <a:pt x="25997" y="36318"/>
                  <a:pt x="25650" y="36344"/>
                </a:cubicBezTo>
                <a:cubicBezTo>
                  <a:pt x="25963" y="36335"/>
                  <a:pt x="25895" y="36310"/>
                  <a:pt x="26360" y="36301"/>
                </a:cubicBezTo>
                <a:cubicBezTo>
                  <a:pt x="26471" y="36298"/>
                  <a:pt x="26535" y="36297"/>
                  <a:pt x="26567" y="36297"/>
                </a:cubicBezTo>
                <a:cubicBezTo>
                  <a:pt x="26695" y="36297"/>
                  <a:pt x="26264" y="36320"/>
                  <a:pt x="26217" y="36327"/>
                </a:cubicBezTo>
                <a:cubicBezTo>
                  <a:pt x="26479" y="36310"/>
                  <a:pt x="26733" y="36301"/>
                  <a:pt x="26995" y="36301"/>
                </a:cubicBezTo>
                <a:cubicBezTo>
                  <a:pt x="27232" y="36301"/>
                  <a:pt x="27477" y="36293"/>
                  <a:pt x="27714" y="36259"/>
                </a:cubicBezTo>
                <a:cubicBezTo>
                  <a:pt x="27579" y="36225"/>
                  <a:pt x="27705" y="36225"/>
                  <a:pt x="27232" y="36225"/>
                </a:cubicBezTo>
                <a:cubicBezTo>
                  <a:pt x="27469" y="36208"/>
                  <a:pt x="27739" y="36200"/>
                  <a:pt x="27942" y="36192"/>
                </a:cubicBezTo>
                <a:cubicBezTo>
                  <a:pt x="28137" y="36192"/>
                  <a:pt x="28281" y="36192"/>
                  <a:pt x="28255" y="36208"/>
                </a:cubicBezTo>
                <a:lnTo>
                  <a:pt x="28348" y="36175"/>
                </a:lnTo>
                <a:cubicBezTo>
                  <a:pt x="28446" y="36175"/>
                  <a:pt x="28758" y="36148"/>
                  <a:pt x="28844" y="36148"/>
                </a:cubicBezTo>
                <a:cubicBezTo>
                  <a:pt x="28854" y="36148"/>
                  <a:pt x="28862" y="36148"/>
                  <a:pt x="28864" y="36149"/>
                </a:cubicBezTo>
                <a:lnTo>
                  <a:pt x="28991" y="36090"/>
                </a:lnTo>
                <a:lnTo>
                  <a:pt x="28991" y="36090"/>
                </a:lnTo>
                <a:cubicBezTo>
                  <a:pt x="28644" y="36098"/>
                  <a:pt x="28365" y="36107"/>
                  <a:pt x="27773" y="36158"/>
                </a:cubicBezTo>
                <a:cubicBezTo>
                  <a:pt x="27900" y="36141"/>
                  <a:pt x="27807" y="36132"/>
                  <a:pt x="27790" y="36124"/>
                </a:cubicBezTo>
                <a:cubicBezTo>
                  <a:pt x="27782" y="36115"/>
                  <a:pt x="27832" y="36107"/>
                  <a:pt x="28213" y="36073"/>
                </a:cubicBezTo>
                <a:cubicBezTo>
                  <a:pt x="28302" y="36066"/>
                  <a:pt x="28348" y="36064"/>
                  <a:pt x="28366" y="36064"/>
                </a:cubicBezTo>
                <a:cubicBezTo>
                  <a:pt x="28417" y="36064"/>
                  <a:pt x="28262" y="36084"/>
                  <a:pt x="28281" y="36090"/>
                </a:cubicBezTo>
                <a:lnTo>
                  <a:pt x="28856" y="36039"/>
                </a:lnTo>
                <a:lnTo>
                  <a:pt x="29304" y="35997"/>
                </a:lnTo>
                <a:cubicBezTo>
                  <a:pt x="29567" y="35972"/>
                  <a:pt x="29778" y="35963"/>
                  <a:pt x="29973" y="35938"/>
                </a:cubicBezTo>
                <a:cubicBezTo>
                  <a:pt x="30271" y="35916"/>
                  <a:pt x="30570" y="35885"/>
                  <a:pt x="30867" y="35843"/>
                </a:cubicBezTo>
                <a:lnTo>
                  <a:pt x="30867" y="35843"/>
                </a:lnTo>
                <a:cubicBezTo>
                  <a:pt x="30478" y="35899"/>
                  <a:pt x="29986" y="35962"/>
                  <a:pt x="29567" y="36022"/>
                </a:cubicBezTo>
                <a:cubicBezTo>
                  <a:pt x="29770" y="36014"/>
                  <a:pt x="29981" y="35988"/>
                  <a:pt x="30184" y="35955"/>
                </a:cubicBezTo>
                <a:cubicBezTo>
                  <a:pt x="30396" y="35921"/>
                  <a:pt x="30607" y="35887"/>
                  <a:pt x="30793" y="35862"/>
                </a:cubicBezTo>
                <a:lnTo>
                  <a:pt x="30793" y="35862"/>
                </a:lnTo>
                <a:cubicBezTo>
                  <a:pt x="30583" y="35898"/>
                  <a:pt x="30483" y="35919"/>
                  <a:pt x="30534" y="35919"/>
                </a:cubicBezTo>
                <a:cubicBezTo>
                  <a:pt x="30565" y="35919"/>
                  <a:pt x="30652" y="35911"/>
                  <a:pt x="30802" y="35895"/>
                </a:cubicBezTo>
                <a:lnTo>
                  <a:pt x="30971" y="35853"/>
                </a:lnTo>
                <a:cubicBezTo>
                  <a:pt x="31208" y="35819"/>
                  <a:pt x="31631" y="35752"/>
                  <a:pt x="31664" y="35752"/>
                </a:cubicBezTo>
                <a:cubicBezTo>
                  <a:pt x="31586" y="35752"/>
                  <a:pt x="31502" y="35757"/>
                  <a:pt x="31422" y="35771"/>
                </a:cubicBezTo>
                <a:lnTo>
                  <a:pt x="31422" y="35771"/>
                </a:lnTo>
                <a:cubicBezTo>
                  <a:pt x="31557" y="35743"/>
                  <a:pt x="31712" y="35719"/>
                  <a:pt x="31884" y="35675"/>
                </a:cubicBezTo>
                <a:lnTo>
                  <a:pt x="32561" y="35532"/>
                </a:lnTo>
                <a:cubicBezTo>
                  <a:pt x="32806" y="35489"/>
                  <a:pt x="33060" y="35422"/>
                  <a:pt x="33322" y="35362"/>
                </a:cubicBezTo>
                <a:cubicBezTo>
                  <a:pt x="33458" y="35329"/>
                  <a:pt x="33585" y="35303"/>
                  <a:pt x="33720" y="35269"/>
                </a:cubicBezTo>
                <a:lnTo>
                  <a:pt x="34109" y="35159"/>
                </a:lnTo>
                <a:lnTo>
                  <a:pt x="34109" y="35159"/>
                </a:lnTo>
                <a:cubicBezTo>
                  <a:pt x="34033" y="35202"/>
                  <a:pt x="33948" y="35227"/>
                  <a:pt x="33864" y="35253"/>
                </a:cubicBezTo>
                <a:lnTo>
                  <a:pt x="33652" y="35312"/>
                </a:lnTo>
                <a:lnTo>
                  <a:pt x="33441" y="35362"/>
                </a:lnTo>
                <a:cubicBezTo>
                  <a:pt x="33272" y="35405"/>
                  <a:pt x="33146" y="35437"/>
                  <a:pt x="33167" y="35437"/>
                </a:cubicBezTo>
                <a:cubicBezTo>
                  <a:pt x="33180" y="35437"/>
                  <a:pt x="33247" y="35425"/>
                  <a:pt x="33390" y="35396"/>
                </a:cubicBezTo>
                <a:cubicBezTo>
                  <a:pt x="33509" y="35371"/>
                  <a:pt x="33602" y="35346"/>
                  <a:pt x="33712" y="35312"/>
                </a:cubicBezTo>
                <a:lnTo>
                  <a:pt x="34033" y="35210"/>
                </a:lnTo>
                <a:cubicBezTo>
                  <a:pt x="34261" y="35134"/>
                  <a:pt x="34541" y="35066"/>
                  <a:pt x="34904" y="34956"/>
                </a:cubicBezTo>
                <a:lnTo>
                  <a:pt x="34904" y="34956"/>
                </a:lnTo>
                <a:cubicBezTo>
                  <a:pt x="34837" y="34983"/>
                  <a:pt x="34818" y="34994"/>
                  <a:pt x="34828" y="34994"/>
                </a:cubicBezTo>
                <a:cubicBezTo>
                  <a:pt x="34863" y="34994"/>
                  <a:pt x="35204" y="34888"/>
                  <a:pt x="35240" y="34888"/>
                </a:cubicBezTo>
                <a:cubicBezTo>
                  <a:pt x="35242" y="34888"/>
                  <a:pt x="35243" y="34888"/>
                  <a:pt x="35243" y="34889"/>
                </a:cubicBezTo>
                <a:lnTo>
                  <a:pt x="35488" y="34804"/>
                </a:lnTo>
                <a:cubicBezTo>
                  <a:pt x="35573" y="34770"/>
                  <a:pt x="35657" y="34736"/>
                  <a:pt x="35742" y="34703"/>
                </a:cubicBezTo>
                <a:lnTo>
                  <a:pt x="36233" y="34500"/>
                </a:lnTo>
                <a:lnTo>
                  <a:pt x="36419" y="34432"/>
                </a:lnTo>
                <a:lnTo>
                  <a:pt x="36605" y="34356"/>
                </a:lnTo>
                <a:lnTo>
                  <a:pt x="36985" y="34204"/>
                </a:lnTo>
                <a:cubicBezTo>
                  <a:pt x="37112" y="34153"/>
                  <a:pt x="37231" y="34102"/>
                  <a:pt x="37349" y="34051"/>
                </a:cubicBezTo>
                <a:lnTo>
                  <a:pt x="37688" y="33882"/>
                </a:lnTo>
                <a:lnTo>
                  <a:pt x="37688" y="33882"/>
                </a:lnTo>
                <a:cubicBezTo>
                  <a:pt x="37544" y="33950"/>
                  <a:pt x="37366" y="34051"/>
                  <a:pt x="37121" y="34136"/>
                </a:cubicBezTo>
                <a:lnTo>
                  <a:pt x="37603" y="33907"/>
                </a:lnTo>
                <a:cubicBezTo>
                  <a:pt x="37764" y="33831"/>
                  <a:pt x="37916" y="33764"/>
                  <a:pt x="38077" y="33688"/>
                </a:cubicBezTo>
                <a:cubicBezTo>
                  <a:pt x="38246" y="33620"/>
                  <a:pt x="38407" y="33535"/>
                  <a:pt x="38584" y="33442"/>
                </a:cubicBezTo>
                <a:cubicBezTo>
                  <a:pt x="38753" y="33349"/>
                  <a:pt x="38948" y="33256"/>
                  <a:pt x="39143" y="33138"/>
                </a:cubicBezTo>
                <a:lnTo>
                  <a:pt x="39143" y="33138"/>
                </a:lnTo>
                <a:cubicBezTo>
                  <a:pt x="39024" y="33214"/>
                  <a:pt x="38897" y="33281"/>
                  <a:pt x="38779" y="33349"/>
                </a:cubicBezTo>
                <a:cubicBezTo>
                  <a:pt x="39092" y="33197"/>
                  <a:pt x="39354" y="33028"/>
                  <a:pt x="39608" y="32875"/>
                </a:cubicBezTo>
                <a:cubicBezTo>
                  <a:pt x="39862" y="32723"/>
                  <a:pt x="40082" y="32562"/>
                  <a:pt x="40310" y="32402"/>
                </a:cubicBezTo>
                <a:lnTo>
                  <a:pt x="40310" y="32436"/>
                </a:lnTo>
                <a:cubicBezTo>
                  <a:pt x="40369" y="32376"/>
                  <a:pt x="40428" y="32326"/>
                  <a:pt x="40488" y="32283"/>
                </a:cubicBezTo>
                <a:cubicBezTo>
                  <a:pt x="40589" y="32207"/>
                  <a:pt x="40724" y="32097"/>
                  <a:pt x="40860" y="31996"/>
                </a:cubicBezTo>
                <a:lnTo>
                  <a:pt x="41054" y="31835"/>
                </a:lnTo>
                <a:lnTo>
                  <a:pt x="41240" y="31683"/>
                </a:lnTo>
                <a:cubicBezTo>
                  <a:pt x="41359" y="31581"/>
                  <a:pt x="41452" y="31505"/>
                  <a:pt x="41503" y="31454"/>
                </a:cubicBezTo>
                <a:lnTo>
                  <a:pt x="41503" y="31454"/>
                </a:lnTo>
                <a:cubicBezTo>
                  <a:pt x="41105" y="31801"/>
                  <a:pt x="40691" y="32123"/>
                  <a:pt x="40251" y="32410"/>
                </a:cubicBezTo>
                <a:cubicBezTo>
                  <a:pt x="40090" y="32503"/>
                  <a:pt x="39946" y="32605"/>
                  <a:pt x="39743" y="32723"/>
                </a:cubicBezTo>
                <a:cubicBezTo>
                  <a:pt x="39540" y="32842"/>
                  <a:pt x="39295" y="33002"/>
                  <a:pt x="38940" y="33214"/>
                </a:cubicBezTo>
                <a:cubicBezTo>
                  <a:pt x="39456" y="32859"/>
                  <a:pt x="39836" y="32639"/>
                  <a:pt x="40369" y="32224"/>
                </a:cubicBezTo>
                <a:cubicBezTo>
                  <a:pt x="40462" y="32156"/>
                  <a:pt x="40572" y="32089"/>
                  <a:pt x="40682" y="32021"/>
                </a:cubicBezTo>
                <a:cubicBezTo>
                  <a:pt x="40843" y="31877"/>
                  <a:pt x="40885" y="31826"/>
                  <a:pt x="41190" y="31573"/>
                </a:cubicBezTo>
                <a:lnTo>
                  <a:pt x="41291" y="31505"/>
                </a:lnTo>
                <a:cubicBezTo>
                  <a:pt x="41570" y="31294"/>
                  <a:pt x="41833" y="31048"/>
                  <a:pt x="42078" y="30786"/>
                </a:cubicBezTo>
                <a:cubicBezTo>
                  <a:pt x="42247" y="30608"/>
                  <a:pt x="42408" y="30431"/>
                  <a:pt x="42780" y="30050"/>
                </a:cubicBezTo>
                <a:cubicBezTo>
                  <a:pt x="42792" y="30042"/>
                  <a:pt x="42799" y="30038"/>
                  <a:pt x="42802" y="30038"/>
                </a:cubicBezTo>
                <a:cubicBezTo>
                  <a:pt x="42824" y="30038"/>
                  <a:pt x="42689" y="30194"/>
                  <a:pt x="42484" y="30414"/>
                </a:cubicBezTo>
                <a:cubicBezTo>
                  <a:pt x="42374" y="30541"/>
                  <a:pt x="42239" y="30684"/>
                  <a:pt x="42095" y="30820"/>
                </a:cubicBezTo>
                <a:cubicBezTo>
                  <a:pt x="41951" y="30955"/>
                  <a:pt x="41816" y="31099"/>
                  <a:pt x="41689" y="31200"/>
                </a:cubicBezTo>
                <a:cubicBezTo>
                  <a:pt x="41743" y="31160"/>
                  <a:pt x="41768" y="31143"/>
                  <a:pt x="41773" y="31143"/>
                </a:cubicBezTo>
                <a:cubicBezTo>
                  <a:pt x="41784" y="31143"/>
                  <a:pt x="41639" y="31271"/>
                  <a:pt x="41503" y="31395"/>
                </a:cubicBezTo>
                <a:cubicBezTo>
                  <a:pt x="41368" y="31518"/>
                  <a:pt x="41233" y="31629"/>
                  <a:pt x="41247" y="31629"/>
                </a:cubicBezTo>
                <a:cubicBezTo>
                  <a:pt x="41254" y="31629"/>
                  <a:pt x="41290" y="31608"/>
                  <a:pt x="41367" y="31556"/>
                </a:cubicBezTo>
                <a:cubicBezTo>
                  <a:pt x="41444" y="31488"/>
                  <a:pt x="41520" y="31403"/>
                  <a:pt x="41596" y="31336"/>
                </a:cubicBezTo>
                <a:cubicBezTo>
                  <a:pt x="41730" y="31223"/>
                  <a:pt x="41791" y="31177"/>
                  <a:pt x="41797" y="31177"/>
                </a:cubicBezTo>
                <a:cubicBezTo>
                  <a:pt x="41803" y="31177"/>
                  <a:pt x="41759" y="31219"/>
                  <a:pt x="41680" y="31285"/>
                </a:cubicBezTo>
                <a:cubicBezTo>
                  <a:pt x="41816" y="31184"/>
                  <a:pt x="41934" y="31065"/>
                  <a:pt x="42044" y="30938"/>
                </a:cubicBezTo>
                <a:cubicBezTo>
                  <a:pt x="42504" y="30503"/>
                  <a:pt x="42603" y="30406"/>
                  <a:pt x="42616" y="30406"/>
                </a:cubicBezTo>
                <a:cubicBezTo>
                  <a:pt x="42621" y="30406"/>
                  <a:pt x="42615" y="30418"/>
                  <a:pt x="42611" y="30431"/>
                </a:cubicBezTo>
                <a:cubicBezTo>
                  <a:pt x="42601" y="30440"/>
                  <a:pt x="42595" y="30452"/>
                  <a:pt x="42601" y="30452"/>
                </a:cubicBezTo>
                <a:cubicBezTo>
                  <a:pt x="42606" y="30452"/>
                  <a:pt x="42619" y="30445"/>
                  <a:pt x="42645" y="30422"/>
                </a:cubicBezTo>
                <a:cubicBezTo>
                  <a:pt x="42814" y="30261"/>
                  <a:pt x="42983" y="30092"/>
                  <a:pt x="43135" y="29915"/>
                </a:cubicBezTo>
                <a:lnTo>
                  <a:pt x="43135" y="29915"/>
                </a:lnTo>
                <a:cubicBezTo>
                  <a:pt x="43076" y="29991"/>
                  <a:pt x="42966" y="30118"/>
                  <a:pt x="42882" y="30211"/>
                </a:cubicBezTo>
                <a:cubicBezTo>
                  <a:pt x="42808" y="30291"/>
                  <a:pt x="42754" y="30359"/>
                  <a:pt x="42768" y="30359"/>
                </a:cubicBezTo>
                <a:cubicBezTo>
                  <a:pt x="42771" y="30359"/>
                  <a:pt x="42775" y="30358"/>
                  <a:pt x="42780" y="30355"/>
                </a:cubicBezTo>
                <a:lnTo>
                  <a:pt x="42780" y="30355"/>
                </a:lnTo>
                <a:cubicBezTo>
                  <a:pt x="42569" y="30574"/>
                  <a:pt x="42349" y="30778"/>
                  <a:pt x="42129" y="30989"/>
                </a:cubicBezTo>
                <a:lnTo>
                  <a:pt x="42137" y="31014"/>
                </a:lnTo>
                <a:cubicBezTo>
                  <a:pt x="42476" y="30701"/>
                  <a:pt x="42805" y="30363"/>
                  <a:pt x="43102" y="30008"/>
                </a:cubicBezTo>
                <a:cubicBezTo>
                  <a:pt x="43228" y="29864"/>
                  <a:pt x="43330" y="29729"/>
                  <a:pt x="43423" y="29602"/>
                </a:cubicBezTo>
                <a:cubicBezTo>
                  <a:pt x="43516" y="29483"/>
                  <a:pt x="43592" y="29356"/>
                  <a:pt x="43668" y="29255"/>
                </a:cubicBezTo>
                <a:lnTo>
                  <a:pt x="43668" y="29255"/>
                </a:lnTo>
                <a:cubicBezTo>
                  <a:pt x="43508" y="29458"/>
                  <a:pt x="43423" y="29568"/>
                  <a:pt x="43381" y="29610"/>
                </a:cubicBezTo>
                <a:cubicBezTo>
                  <a:pt x="43354" y="29642"/>
                  <a:pt x="43344" y="29654"/>
                  <a:pt x="43341" y="29654"/>
                </a:cubicBezTo>
                <a:cubicBezTo>
                  <a:pt x="43338" y="29654"/>
                  <a:pt x="43338" y="29650"/>
                  <a:pt x="43338" y="29644"/>
                </a:cubicBezTo>
                <a:cubicBezTo>
                  <a:pt x="43343" y="29627"/>
                  <a:pt x="43357" y="29597"/>
                  <a:pt x="43349" y="29597"/>
                </a:cubicBezTo>
                <a:cubicBezTo>
                  <a:pt x="43341" y="29597"/>
                  <a:pt x="43309" y="29627"/>
                  <a:pt x="43220" y="29729"/>
                </a:cubicBezTo>
                <a:cubicBezTo>
                  <a:pt x="43322" y="29593"/>
                  <a:pt x="43423" y="29466"/>
                  <a:pt x="43541" y="29339"/>
                </a:cubicBezTo>
                <a:cubicBezTo>
                  <a:pt x="43582" y="29291"/>
                  <a:pt x="43867" y="28913"/>
                  <a:pt x="43851" y="28913"/>
                </a:cubicBezTo>
                <a:cubicBezTo>
                  <a:pt x="43850" y="28913"/>
                  <a:pt x="43849" y="28914"/>
                  <a:pt x="43847" y="28916"/>
                </a:cubicBezTo>
                <a:lnTo>
                  <a:pt x="43847" y="28916"/>
                </a:lnTo>
                <a:cubicBezTo>
                  <a:pt x="43941" y="28838"/>
                  <a:pt x="44320" y="28357"/>
                  <a:pt x="44624" y="27918"/>
                </a:cubicBezTo>
                <a:cubicBezTo>
                  <a:pt x="44857" y="27580"/>
                  <a:pt x="45042" y="27278"/>
                  <a:pt x="45066" y="27278"/>
                </a:cubicBezTo>
                <a:cubicBezTo>
                  <a:pt x="45073" y="27278"/>
                  <a:pt x="45067" y="27300"/>
                  <a:pt x="45047" y="27351"/>
                </a:cubicBezTo>
                <a:cubicBezTo>
                  <a:pt x="45335" y="26861"/>
                  <a:pt x="45589" y="26345"/>
                  <a:pt x="45800" y="25812"/>
                </a:cubicBezTo>
                <a:cubicBezTo>
                  <a:pt x="46088" y="25101"/>
                  <a:pt x="46308" y="24374"/>
                  <a:pt x="46468" y="23621"/>
                </a:cubicBezTo>
                <a:lnTo>
                  <a:pt x="46468" y="23621"/>
                </a:lnTo>
                <a:cubicBezTo>
                  <a:pt x="46443" y="23748"/>
                  <a:pt x="46426" y="23875"/>
                  <a:pt x="46401" y="23993"/>
                </a:cubicBezTo>
                <a:cubicBezTo>
                  <a:pt x="46477" y="23731"/>
                  <a:pt x="46545" y="23460"/>
                  <a:pt x="46587" y="23189"/>
                </a:cubicBezTo>
                <a:cubicBezTo>
                  <a:pt x="46604" y="23088"/>
                  <a:pt x="46621" y="23003"/>
                  <a:pt x="46629" y="22927"/>
                </a:cubicBezTo>
                <a:cubicBezTo>
                  <a:pt x="46629" y="22851"/>
                  <a:pt x="46638" y="22783"/>
                  <a:pt x="46638" y="22724"/>
                </a:cubicBezTo>
                <a:cubicBezTo>
                  <a:pt x="46655" y="22479"/>
                  <a:pt x="46638" y="22310"/>
                  <a:pt x="46655" y="21887"/>
                </a:cubicBezTo>
                <a:lnTo>
                  <a:pt x="46655" y="21887"/>
                </a:lnTo>
                <a:cubicBezTo>
                  <a:pt x="46655" y="22044"/>
                  <a:pt x="46648" y="22104"/>
                  <a:pt x="46652" y="22104"/>
                </a:cubicBezTo>
                <a:cubicBezTo>
                  <a:pt x="46652" y="22104"/>
                  <a:pt x="46653" y="22102"/>
                  <a:pt x="46655" y="22098"/>
                </a:cubicBezTo>
                <a:cubicBezTo>
                  <a:pt x="46671" y="21997"/>
                  <a:pt x="46680" y="21904"/>
                  <a:pt x="46688" y="21802"/>
                </a:cubicBezTo>
                <a:cubicBezTo>
                  <a:pt x="46714" y="21506"/>
                  <a:pt x="46714" y="21075"/>
                  <a:pt x="46714" y="20922"/>
                </a:cubicBezTo>
                <a:cubicBezTo>
                  <a:pt x="46655" y="20212"/>
                  <a:pt x="46545" y="19510"/>
                  <a:pt x="46367" y="18807"/>
                </a:cubicBezTo>
                <a:cubicBezTo>
                  <a:pt x="46358" y="18714"/>
                  <a:pt x="46358" y="18655"/>
                  <a:pt x="46342" y="18554"/>
                </a:cubicBezTo>
                <a:cubicBezTo>
                  <a:pt x="46316" y="18368"/>
                  <a:pt x="46274" y="18181"/>
                  <a:pt x="46215" y="18004"/>
                </a:cubicBezTo>
                <a:lnTo>
                  <a:pt x="46062" y="17623"/>
                </a:lnTo>
                <a:cubicBezTo>
                  <a:pt x="45842" y="17073"/>
                  <a:pt x="45597" y="16532"/>
                  <a:pt x="45318" y="16007"/>
                </a:cubicBezTo>
                <a:lnTo>
                  <a:pt x="45318" y="16007"/>
                </a:lnTo>
                <a:lnTo>
                  <a:pt x="45360" y="16084"/>
                </a:lnTo>
                <a:cubicBezTo>
                  <a:pt x="45284" y="15914"/>
                  <a:pt x="45199" y="15762"/>
                  <a:pt x="45090" y="15618"/>
                </a:cubicBezTo>
                <a:cubicBezTo>
                  <a:pt x="45088" y="15617"/>
                  <a:pt x="45088" y="15617"/>
                  <a:pt x="45087" y="15617"/>
                </a:cubicBezTo>
                <a:cubicBezTo>
                  <a:pt x="45083" y="15617"/>
                  <a:pt x="45093" y="15642"/>
                  <a:pt x="45115" y="15686"/>
                </a:cubicBezTo>
                <a:cubicBezTo>
                  <a:pt x="45140" y="15745"/>
                  <a:pt x="45191" y="15821"/>
                  <a:pt x="45250" y="15940"/>
                </a:cubicBezTo>
                <a:cubicBezTo>
                  <a:pt x="45199" y="15847"/>
                  <a:pt x="45140" y="15762"/>
                  <a:pt x="45081" y="15669"/>
                </a:cubicBezTo>
                <a:lnTo>
                  <a:pt x="44912" y="15407"/>
                </a:lnTo>
                <a:lnTo>
                  <a:pt x="44912" y="15381"/>
                </a:lnTo>
                <a:cubicBezTo>
                  <a:pt x="44675" y="15026"/>
                  <a:pt x="44413" y="14679"/>
                  <a:pt x="44142" y="14349"/>
                </a:cubicBezTo>
                <a:cubicBezTo>
                  <a:pt x="43998" y="14163"/>
                  <a:pt x="43829" y="13986"/>
                  <a:pt x="43651" y="13774"/>
                </a:cubicBezTo>
                <a:cubicBezTo>
                  <a:pt x="43567" y="13664"/>
                  <a:pt x="43465" y="13563"/>
                  <a:pt x="43364" y="13453"/>
                </a:cubicBezTo>
                <a:cubicBezTo>
                  <a:pt x="43254" y="13351"/>
                  <a:pt x="43152" y="13233"/>
                  <a:pt x="43034" y="13114"/>
                </a:cubicBezTo>
                <a:lnTo>
                  <a:pt x="43034" y="13114"/>
                </a:lnTo>
                <a:cubicBezTo>
                  <a:pt x="43064" y="13139"/>
                  <a:pt x="43079" y="13150"/>
                  <a:pt x="43083" y="13150"/>
                </a:cubicBezTo>
                <a:cubicBezTo>
                  <a:pt x="43107" y="13150"/>
                  <a:pt x="42837" y="12857"/>
                  <a:pt x="42850" y="12857"/>
                </a:cubicBezTo>
                <a:cubicBezTo>
                  <a:pt x="42857" y="12857"/>
                  <a:pt x="42947" y="12943"/>
                  <a:pt x="43212" y="13207"/>
                </a:cubicBezTo>
                <a:cubicBezTo>
                  <a:pt x="43154" y="13157"/>
                  <a:pt x="43129" y="13137"/>
                  <a:pt x="43125" y="13137"/>
                </a:cubicBezTo>
                <a:cubicBezTo>
                  <a:pt x="43121" y="13137"/>
                  <a:pt x="43145" y="13166"/>
                  <a:pt x="43178" y="13207"/>
                </a:cubicBezTo>
                <a:cubicBezTo>
                  <a:pt x="43245" y="13292"/>
                  <a:pt x="43338" y="13402"/>
                  <a:pt x="43355" y="13436"/>
                </a:cubicBezTo>
                <a:cubicBezTo>
                  <a:pt x="43431" y="13512"/>
                  <a:pt x="43499" y="13597"/>
                  <a:pt x="43567" y="13664"/>
                </a:cubicBezTo>
                <a:lnTo>
                  <a:pt x="43761" y="13876"/>
                </a:lnTo>
                <a:cubicBezTo>
                  <a:pt x="43880" y="14011"/>
                  <a:pt x="43973" y="14113"/>
                  <a:pt x="44041" y="14189"/>
                </a:cubicBezTo>
                <a:cubicBezTo>
                  <a:pt x="44012" y="14148"/>
                  <a:pt x="44006" y="14129"/>
                  <a:pt x="44018" y="14129"/>
                </a:cubicBezTo>
                <a:cubicBezTo>
                  <a:pt x="44041" y="14129"/>
                  <a:pt x="44126" y="14199"/>
                  <a:pt x="44227" y="14316"/>
                </a:cubicBezTo>
                <a:cubicBezTo>
                  <a:pt x="44091" y="14146"/>
                  <a:pt x="43897" y="13901"/>
                  <a:pt x="43651" y="13639"/>
                </a:cubicBezTo>
                <a:cubicBezTo>
                  <a:pt x="43415" y="13385"/>
                  <a:pt x="43152" y="13097"/>
                  <a:pt x="42890" y="12844"/>
                </a:cubicBezTo>
                <a:lnTo>
                  <a:pt x="42696" y="12649"/>
                </a:lnTo>
                <a:lnTo>
                  <a:pt x="42501" y="12480"/>
                </a:lnTo>
                <a:cubicBezTo>
                  <a:pt x="42374" y="12370"/>
                  <a:pt x="42264" y="12268"/>
                  <a:pt x="42154" y="12184"/>
                </a:cubicBezTo>
                <a:cubicBezTo>
                  <a:pt x="42027" y="12074"/>
                  <a:pt x="41892" y="11972"/>
                  <a:pt x="41748" y="11888"/>
                </a:cubicBezTo>
                <a:cubicBezTo>
                  <a:pt x="40927" y="11211"/>
                  <a:pt x="39752" y="10467"/>
                  <a:pt x="38677" y="9917"/>
                </a:cubicBezTo>
                <a:lnTo>
                  <a:pt x="38677" y="9917"/>
                </a:lnTo>
                <a:cubicBezTo>
                  <a:pt x="38716" y="9940"/>
                  <a:pt x="38792" y="9985"/>
                  <a:pt x="38783" y="9985"/>
                </a:cubicBezTo>
                <a:cubicBezTo>
                  <a:pt x="38782" y="9985"/>
                  <a:pt x="38781" y="9985"/>
                  <a:pt x="38779" y="9984"/>
                </a:cubicBezTo>
                <a:lnTo>
                  <a:pt x="38322" y="9739"/>
                </a:lnTo>
                <a:cubicBezTo>
                  <a:pt x="38170" y="9654"/>
                  <a:pt x="38009" y="9587"/>
                  <a:pt x="37857" y="9502"/>
                </a:cubicBezTo>
                <a:lnTo>
                  <a:pt x="37857" y="9502"/>
                </a:lnTo>
                <a:lnTo>
                  <a:pt x="38077" y="9595"/>
                </a:lnTo>
                <a:cubicBezTo>
                  <a:pt x="37874" y="9494"/>
                  <a:pt x="37671" y="9392"/>
                  <a:pt x="37459" y="9299"/>
                </a:cubicBezTo>
                <a:cubicBezTo>
                  <a:pt x="37449" y="9292"/>
                  <a:pt x="37448" y="9289"/>
                  <a:pt x="37454" y="9289"/>
                </a:cubicBezTo>
                <a:cubicBezTo>
                  <a:pt x="37485" y="9289"/>
                  <a:pt x="37696" y="9370"/>
                  <a:pt x="37907" y="9468"/>
                </a:cubicBezTo>
                <a:cubicBezTo>
                  <a:pt x="38017" y="9511"/>
                  <a:pt x="38114" y="9563"/>
                  <a:pt x="38105" y="9563"/>
                </a:cubicBezTo>
                <a:cubicBezTo>
                  <a:pt x="38105" y="9563"/>
                  <a:pt x="38104" y="9562"/>
                  <a:pt x="38102" y="9562"/>
                </a:cubicBezTo>
                <a:lnTo>
                  <a:pt x="38102" y="9562"/>
                </a:lnTo>
                <a:cubicBezTo>
                  <a:pt x="38205" y="9607"/>
                  <a:pt x="38247" y="9624"/>
                  <a:pt x="38250" y="9624"/>
                </a:cubicBezTo>
                <a:cubicBezTo>
                  <a:pt x="38260" y="9624"/>
                  <a:pt x="37807" y="9416"/>
                  <a:pt x="37833" y="9416"/>
                </a:cubicBezTo>
                <a:cubicBezTo>
                  <a:pt x="37839" y="9416"/>
                  <a:pt x="37869" y="9426"/>
                  <a:pt x="37933" y="9451"/>
                </a:cubicBezTo>
                <a:cubicBezTo>
                  <a:pt x="38094" y="9528"/>
                  <a:pt x="38314" y="9621"/>
                  <a:pt x="38432" y="9680"/>
                </a:cubicBezTo>
                <a:cubicBezTo>
                  <a:pt x="38246" y="9578"/>
                  <a:pt x="38077" y="9511"/>
                  <a:pt x="37924" y="9443"/>
                </a:cubicBezTo>
                <a:cubicBezTo>
                  <a:pt x="37781" y="9375"/>
                  <a:pt x="37645" y="9316"/>
                  <a:pt x="37518" y="9265"/>
                </a:cubicBezTo>
                <a:cubicBezTo>
                  <a:pt x="37273" y="9164"/>
                  <a:pt x="37062" y="9071"/>
                  <a:pt x="36825" y="8961"/>
                </a:cubicBezTo>
                <a:lnTo>
                  <a:pt x="34938" y="8343"/>
                </a:lnTo>
                <a:lnTo>
                  <a:pt x="34938" y="8343"/>
                </a:lnTo>
                <a:cubicBezTo>
                  <a:pt x="34967" y="8350"/>
                  <a:pt x="34983" y="8353"/>
                  <a:pt x="34987" y="8353"/>
                </a:cubicBezTo>
                <a:cubicBezTo>
                  <a:pt x="35004" y="8353"/>
                  <a:pt x="34850" y="8306"/>
                  <a:pt x="34701" y="8259"/>
                </a:cubicBezTo>
                <a:cubicBezTo>
                  <a:pt x="34557" y="8213"/>
                  <a:pt x="34412" y="8172"/>
                  <a:pt x="34446" y="8172"/>
                </a:cubicBezTo>
                <a:cubicBezTo>
                  <a:pt x="34456" y="8172"/>
                  <a:pt x="34480" y="8175"/>
                  <a:pt x="34524" y="8183"/>
                </a:cubicBezTo>
                <a:cubicBezTo>
                  <a:pt x="34380" y="8149"/>
                  <a:pt x="34143" y="8081"/>
                  <a:pt x="33932" y="8022"/>
                </a:cubicBezTo>
                <a:cubicBezTo>
                  <a:pt x="33773" y="7980"/>
                  <a:pt x="33623" y="7947"/>
                  <a:pt x="33465" y="7921"/>
                </a:cubicBezTo>
                <a:lnTo>
                  <a:pt x="33465" y="7921"/>
                </a:lnTo>
                <a:cubicBezTo>
                  <a:pt x="33582" y="7940"/>
                  <a:pt x="33894" y="8015"/>
                  <a:pt x="34109" y="8089"/>
                </a:cubicBezTo>
                <a:cubicBezTo>
                  <a:pt x="33805" y="8013"/>
                  <a:pt x="33762" y="8030"/>
                  <a:pt x="33390" y="7929"/>
                </a:cubicBezTo>
                <a:cubicBezTo>
                  <a:pt x="33339" y="7912"/>
                  <a:pt x="33373" y="7912"/>
                  <a:pt x="33373" y="7912"/>
                </a:cubicBezTo>
                <a:cubicBezTo>
                  <a:pt x="33246" y="7878"/>
                  <a:pt x="33119" y="7861"/>
                  <a:pt x="32993" y="7861"/>
                </a:cubicBezTo>
                <a:cubicBezTo>
                  <a:pt x="32773" y="7836"/>
                  <a:pt x="32553" y="7793"/>
                  <a:pt x="32341" y="7743"/>
                </a:cubicBezTo>
                <a:cubicBezTo>
                  <a:pt x="31555" y="7586"/>
                  <a:pt x="31356" y="7538"/>
                  <a:pt x="31418" y="7538"/>
                </a:cubicBezTo>
                <a:cubicBezTo>
                  <a:pt x="31519" y="7538"/>
                  <a:pt x="32314" y="7667"/>
                  <a:pt x="32380" y="7667"/>
                </a:cubicBezTo>
                <a:cubicBezTo>
                  <a:pt x="32390" y="7667"/>
                  <a:pt x="32384" y="7664"/>
                  <a:pt x="32358" y="7658"/>
                </a:cubicBezTo>
                <a:cubicBezTo>
                  <a:pt x="32274" y="7650"/>
                  <a:pt x="31275" y="7455"/>
                  <a:pt x="30827" y="7370"/>
                </a:cubicBezTo>
                <a:lnTo>
                  <a:pt x="30827" y="7370"/>
                </a:lnTo>
                <a:lnTo>
                  <a:pt x="30937" y="7379"/>
                </a:lnTo>
                <a:cubicBezTo>
                  <a:pt x="30700" y="7337"/>
                  <a:pt x="30362" y="7303"/>
                  <a:pt x="30116" y="7244"/>
                </a:cubicBezTo>
                <a:cubicBezTo>
                  <a:pt x="29973" y="7244"/>
                  <a:pt x="29693" y="7218"/>
                  <a:pt x="29533" y="7218"/>
                </a:cubicBezTo>
                <a:cubicBezTo>
                  <a:pt x="29194" y="7176"/>
                  <a:pt x="28856" y="7125"/>
                  <a:pt x="28509" y="7083"/>
                </a:cubicBezTo>
                <a:cubicBezTo>
                  <a:pt x="28577" y="7083"/>
                  <a:pt x="28653" y="7091"/>
                  <a:pt x="28721" y="7091"/>
                </a:cubicBezTo>
                <a:cubicBezTo>
                  <a:pt x="28492" y="7066"/>
                  <a:pt x="28281" y="7049"/>
                  <a:pt x="28078" y="7024"/>
                </a:cubicBezTo>
                <a:cubicBezTo>
                  <a:pt x="28056" y="7015"/>
                  <a:pt x="28059" y="7011"/>
                  <a:pt x="28082" y="7011"/>
                </a:cubicBezTo>
                <a:cubicBezTo>
                  <a:pt x="28148" y="7011"/>
                  <a:pt x="28370" y="7041"/>
                  <a:pt x="28602" y="7066"/>
                </a:cubicBezTo>
                <a:cubicBezTo>
                  <a:pt x="28399" y="7015"/>
                  <a:pt x="28196" y="6998"/>
                  <a:pt x="27993" y="6990"/>
                </a:cubicBezTo>
                <a:lnTo>
                  <a:pt x="27993" y="6990"/>
                </a:lnTo>
                <a:lnTo>
                  <a:pt x="28120" y="7007"/>
                </a:lnTo>
                <a:cubicBezTo>
                  <a:pt x="27952" y="6990"/>
                  <a:pt x="27495" y="6957"/>
                  <a:pt x="27385" y="6957"/>
                </a:cubicBezTo>
                <a:cubicBezTo>
                  <a:pt x="27323" y="6957"/>
                  <a:pt x="27371" y="6968"/>
                  <a:pt x="27646" y="6998"/>
                </a:cubicBezTo>
                <a:cubicBezTo>
                  <a:pt x="27071" y="6964"/>
                  <a:pt x="26902" y="6897"/>
                  <a:pt x="26504" y="6871"/>
                </a:cubicBezTo>
                <a:cubicBezTo>
                  <a:pt x="26493" y="6863"/>
                  <a:pt x="26525" y="6861"/>
                  <a:pt x="26565" y="6861"/>
                </a:cubicBezTo>
                <a:cubicBezTo>
                  <a:pt x="26598" y="6861"/>
                  <a:pt x="26635" y="6862"/>
                  <a:pt x="26661" y="6862"/>
                </a:cubicBezTo>
                <a:cubicBezTo>
                  <a:pt x="26699" y="6862"/>
                  <a:pt x="26709" y="6859"/>
                  <a:pt x="26631" y="6846"/>
                </a:cubicBezTo>
                <a:cubicBezTo>
                  <a:pt x="26250" y="6812"/>
                  <a:pt x="25997" y="6795"/>
                  <a:pt x="25684" y="6770"/>
                </a:cubicBezTo>
                <a:lnTo>
                  <a:pt x="25684" y="6770"/>
                </a:lnTo>
                <a:cubicBezTo>
                  <a:pt x="25980" y="6804"/>
                  <a:pt x="25591" y="6778"/>
                  <a:pt x="26073" y="6829"/>
                </a:cubicBezTo>
                <a:cubicBezTo>
                  <a:pt x="25980" y="6829"/>
                  <a:pt x="25811" y="6821"/>
                  <a:pt x="25667" y="6812"/>
                </a:cubicBezTo>
                <a:cubicBezTo>
                  <a:pt x="25624" y="6808"/>
                  <a:pt x="25582" y="6806"/>
                  <a:pt x="25540" y="6806"/>
                </a:cubicBezTo>
                <a:cubicBezTo>
                  <a:pt x="25498" y="6806"/>
                  <a:pt x="25455" y="6808"/>
                  <a:pt x="25413" y="6812"/>
                </a:cubicBezTo>
                <a:cubicBezTo>
                  <a:pt x="25599" y="6812"/>
                  <a:pt x="25777" y="6821"/>
                  <a:pt x="25954" y="6846"/>
                </a:cubicBezTo>
                <a:lnTo>
                  <a:pt x="25168" y="6804"/>
                </a:lnTo>
                <a:lnTo>
                  <a:pt x="24364" y="6744"/>
                </a:lnTo>
                <a:lnTo>
                  <a:pt x="24499" y="6744"/>
                </a:lnTo>
                <a:cubicBezTo>
                  <a:pt x="24061" y="6739"/>
                  <a:pt x="23488" y="6724"/>
                  <a:pt x="23007" y="6724"/>
                </a:cubicBezTo>
                <a:cubicBezTo>
                  <a:pt x="22728" y="6724"/>
                  <a:pt x="22480" y="6729"/>
                  <a:pt x="22308" y="6744"/>
                </a:cubicBezTo>
                <a:lnTo>
                  <a:pt x="22511" y="6744"/>
                </a:lnTo>
                <a:cubicBezTo>
                  <a:pt x="22723" y="6744"/>
                  <a:pt x="22934" y="6744"/>
                  <a:pt x="23146" y="6753"/>
                </a:cubicBezTo>
                <a:cubicBezTo>
                  <a:pt x="22630" y="6753"/>
                  <a:pt x="23518" y="6795"/>
                  <a:pt x="22968" y="6795"/>
                </a:cubicBezTo>
                <a:cubicBezTo>
                  <a:pt x="22876" y="6796"/>
                  <a:pt x="22785" y="6797"/>
                  <a:pt x="22696" y="6797"/>
                </a:cubicBezTo>
                <a:cubicBezTo>
                  <a:pt x="22388" y="6797"/>
                  <a:pt x="22099" y="6792"/>
                  <a:pt x="21842" y="6792"/>
                </a:cubicBezTo>
                <a:cubicBezTo>
                  <a:pt x="21563" y="6792"/>
                  <a:pt x="21321" y="6797"/>
                  <a:pt x="21133" y="6821"/>
                </a:cubicBezTo>
                <a:cubicBezTo>
                  <a:pt x="21319" y="6812"/>
                  <a:pt x="21513" y="6812"/>
                  <a:pt x="21708" y="6812"/>
                </a:cubicBezTo>
                <a:lnTo>
                  <a:pt x="22283" y="6821"/>
                </a:lnTo>
                <a:lnTo>
                  <a:pt x="23112" y="6821"/>
                </a:lnTo>
                <a:lnTo>
                  <a:pt x="22647" y="6812"/>
                </a:lnTo>
                <a:lnTo>
                  <a:pt x="23704" y="6787"/>
                </a:lnTo>
                <a:cubicBezTo>
                  <a:pt x="23746" y="6804"/>
                  <a:pt x="24635" y="6812"/>
                  <a:pt x="24618" y="6837"/>
                </a:cubicBezTo>
                <a:lnTo>
                  <a:pt x="23636" y="6804"/>
                </a:lnTo>
                <a:lnTo>
                  <a:pt x="23636" y="6804"/>
                </a:lnTo>
                <a:cubicBezTo>
                  <a:pt x="23670" y="6812"/>
                  <a:pt x="23916" y="6829"/>
                  <a:pt x="24195" y="6837"/>
                </a:cubicBezTo>
                <a:lnTo>
                  <a:pt x="24626" y="6854"/>
                </a:lnTo>
                <a:lnTo>
                  <a:pt x="24760" y="6864"/>
                </a:lnTo>
                <a:lnTo>
                  <a:pt x="24760" y="6864"/>
                </a:lnTo>
                <a:cubicBezTo>
                  <a:pt x="24676" y="6857"/>
                  <a:pt x="24592" y="6850"/>
                  <a:pt x="24508" y="6846"/>
                </a:cubicBezTo>
                <a:lnTo>
                  <a:pt x="24508" y="6846"/>
                </a:lnTo>
                <a:cubicBezTo>
                  <a:pt x="25371" y="6863"/>
                  <a:pt x="26462" y="6947"/>
                  <a:pt x="27291" y="7024"/>
                </a:cubicBezTo>
                <a:cubicBezTo>
                  <a:pt x="27208" y="7018"/>
                  <a:pt x="27160" y="7016"/>
                  <a:pt x="27139" y="7016"/>
                </a:cubicBezTo>
                <a:cubicBezTo>
                  <a:pt x="27011" y="7016"/>
                  <a:pt x="27870" y="7103"/>
                  <a:pt x="27688" y="7103"/>
                </a:cubicBezTo>
                <a:cubicBezTo>
                  <a:pt x="27669" y="7103"/>
                  <a:pt x="27639" y="7102"/>
                  <a:pt x="27595" y="7100"/>
                </a:cubicBezTo>
                <a:cubicBezTo>
                  <a:pt x="27410" y="7092"/>
                  <a:pt x="27121" y="7046"/>
                  <a:pt x="27120" y="7046"/>
                </a:cubicBezTo>
                <a:lnTo>
                  <a:pt x="27120" y="7046"/>
                </a:lnTo>
                <a:cubicBezTo>
                  <a:pt x="27120" y="7046"/>
                  <a:pt x="27126" y="7047"/>
                  <a:pt x="27139" y="7049"/>
                </a:cubicBezTo>
                <a:cubicBezTo>
                  <a:pt x="27071" y="7066"/>
                  <a:pt x="27646" y="7100"/>
                  <a:pt x="27807" y="7142"/>
                </a:cubicBezTo>
                <a:cubicBezTo>
                  <a:pt x="27873" y="7142"/>
                  <a:pt x="28318" y="7189"/>
                  <a:pt x="28393" y="7189"/>
                </a:cubicBezTo>
                <a:cubicBezTo>
                  <a:pt x="28423" y="7189"/>
                  <a:pt x="28392" y="7181"/>
                  <a:pt x="28247" y="7159"/>
                </a:cubicBezTo>
                <a:lnTo>
                  <a:pt x="28247" y="7159"/>
                </a:lnTo>
                <a:cubicBezTo>
                  <a:pt x="28518" y="7193"/>
                  <a:pt x="29127" y="7260"/>
                  <a:pt x="29490" y="7328"/>
                </a:cubicBezTo>
                <a:cubicBezTo>
                  <a:pt x="29477" y="7322"/>
                  <a:pt x="29479" y="7320"/>
                  <a:pt x="29494" y="7320"/>
                </a:cubicBezTo>
                <a:cubicBezTo>
                  <a:pt x="29590" y="7320"/>
                  <a:pt x="30203" y="7423"/>
                  <a:pt x="30328" y="7438"/>
                </a:cubicBezTo>
                <a:cubicBezTo>
                  <a:pt x="30489" y="7463"/>
                  <a:pt x="30632" y="7489"/>
                  <a:pt x="30734" y="7514"/>
                </a:cubicBezTo>
                <a:cubicBezTo>
                  <a:pt x="30387" y="7472"/>
                  <a:pt x="29973" y="7413"/>
                  <a:pt x="29533" y="7353"/>
                </a:cubicBezTo>
                <a:cubicBezTo>
                  <a:pt x="29397" y="7328"/>
                  <a:pt x="29254" y="7311"/>
                  <a:pt x="29118" y="7294"/>
                </a:cubicBezTo>
                <a:lnTo>
                  <a:pt x="29110" y="7311"/>
                </a:lnTo>
                <a:cubicBezTo>
                  <a:pt x="28238" y="7201"/>
                  <a:pt x="27350" y="7142"/>
                  <a:pt x="26902" y="7108"/>
                </a:cubicBezTo>
                <a:lnTo>
                  <a:pt x="26902" y="7108"/>
                </a:lnTo>
                <a:lnTo>
                  <a:pt x="27122" y="7117"/>
                </a:lnTo>
                <a:cubicBezTo>
                  <a:pt x="26953" y="7108"/>
                  <a:pt x="26792" y="7091"/>
                  <a:pt x="26623" y="7083"/>
                </a:cubicBezTo>
                <a:lnTo>
                  <a:pt x="26124" y="7040"/>
                </a:lnTo>
                <a:cubicBezTo>
                  <a:pt x="25954" y="7024"/>
                  <a:pt x="25785" y="7007"/>
                  <a:pt x="25616" y="6998"/>
                </a:cubicBezTo>
                <a:cubicBezTo>
                  <a:pt x="25447" y="6990"/>
                  <a:pt x="25278" y="6981"/>
                  <a:pt x="25108" y="6981"/>
                </a:cubicBezTo>
                <a:cubicBezTo>
                  <a:pt x="25142" y="6964"/>
                  <a:pt x="25218" y="6973"/>
                  <a:pt x="25092" y="6964"/>
                </a:cubicBezTo>
                <a:cubicBezTo>
                  <a:pt x="24669" y="6939"/>
                  <a:pt x="24372" y="6939"/>
                  <a:pt x="24102" y="6939"/>
                </a:cubicBezTo>
                <a:cubicBezTo>
                  <a:pt x="23823" y="6931"/>
                  <a:pt x="23577" y="6931"/>
                  <a:pt x="23239" y="6914"/>
                </a:cubicBezTo>
                <a:lnTo>
                  <a:pt x="23323" y="6897"/>
                </a:lnTo>
                <a:cubicBezTo>
                  <a:pt x="23256" y="6897"/>
                  <a:pt x="22867" y="6905"/>
                  <a:pt x="22943" y="6922"/>
                </a:cubicBezTo>
                <a:cubicBezTo>
                  <a:pt x="23510" y="6931"/>
                  <a:pt x="23620" y="6922"/>
                  <a:pt x="24127" y="6947"/>
                </a:cubicBezTo>
                <a:lnTo>
                  <a:pt x="23129" y="6947"/>
                </a:lnTo>
                <a:lnTo>
                  <a:pt x="23095" y="6973"/>
                </a:lnTo>
                <a:cubicBezTo>
                  <a:pt x="23001" y="6977"/>
                  <a:pt x="22907" y="6978"/>
                  <a:pt x="22813" y="6978"/>
                </a:cubicBezTo>
                <a:cubicBezTo>
                  <a:pt x="22603" y="6978"/>
                  <a:pt x="22394" y="6971"/>
                  <a:pt x="22186" y="6971"/>
                </a:cubicBezTo>
                <a:cubicBezTo>
                  <a:pt x="22060" y="6971"/>
                  <a:pt x="21934" y="6974"/>
                  <a:pt x="21809" y="6981"/>
                </a:cubicBezTo>
                <a:lnTo>
                  <a:pt x="22299" y="6998"/>
                </a:lnTo>
                <a:lnTo>
                  <a:pt x="22299" y="6998"/>
                </a:lnTo>
                <a:cubicBezTo>
                  <a:pt x="22487" y="6996"/>
                  <a:pt x="22645" y="6990"/>
                  <a:pt x="22697" y="6990"/>
                </a:cubicBezTo>
                <a:cubicBezTo>
                  <a:pt x="23070" y="6990"/>
                  <a:pt x="23357" y="6998"/>
                  <a:pt x="23560" y="7015"/>
                </a:cubicBezTo>
                <a:cubicBezTo>
                  <a:pt x="23763" y="7032"/>
                  <a:pt x="23890" y="7057"/>
                  <a:pt x="23949" y="7057"/>
                </a:cubicBezTo>
                <a:cubicBezTo>
                  <a:pt x="24296" y="7083"/>
                  <a:pt x="23823" y="7091"/>
                  <a:pt x="23865" y="7108"/>
                </a:cubicBezTo>
                <a:cubicBezTo>
                  <a:pt x="23958" y="7111"/>
                  <a:pt x="24035" y="7112"/>
                  <a:pt x="24101" y="7112"/>
                </a:cubicBezTo>
                <a:cubicBezTo>
                  <a:pt x="24234" y="7112"/>
                  <a:pt x="24325" y="7108"/>
                  <a:pt x="24415" y="7108"/>
                </a:cubicBezTo>
                <a:cubicBezTo>
                  <a:pt x="24467" y="7106"/>
                  <a:pt x="24520" y="7105"/>
                  <a:pt x="24573" y="7105"/>
                </a:cubicBezTo>
                <a:cubicBezTo>
                  <a:pt x="24701" y="7105"/>
                  <a:pt x="24833" y="7111"/>
                  <a:pt x="24965" y="7117"/>
                </a:cubicBezTo>
                <a:cubicBezTo>
                  <a:pt x="25142" y="7134"/>
                  <a:pt x="25032" y="7134"/>
                  <a:pt x="24948" y="7134"/>
                </a:cubicBezTo>
                <a:lnTo>
                  <a:pt x="25371" y="7142"/>
                </a:lnTo>
                <a:cubicBezTo>
                  <a:pt x="25393" y="7142"/>
                  <a:pt x="26125" y="7206"/>
                  <a:pt x="25937" y="7206"/>
                </a:cubicBezTo>
                <a:cubicBezTo>
                  <a:pt x="25909" y="7206"/>
                  <a:pt x="25860" y="7205"/>
                  <a:pt x="25785" y="7201"/>
                </a:cubicBezTo>
                <a:cubicBezTo>
                  <a:pt x="25701" y="7193"/>
                  <a:pt x="25540" y="7184"/>
                  <a:pt x="25421" y="7176"/>
                </a:cubicBezTo>
                <a:lnTo>
                  <a:pt x="25421" y="7176"/>
                </a:lnTo>
                <a:cubicBezTo>
                  <a:pt x="25616" y="7193"/>
                  <a:pt x="25853" y="7218"/>
                  <a:pt x="26090" y="7244"/>
                </a:cubicBezTo>
                <a:cubicBezTo>
                  <a:pt x="26327" y="7269"/>
                  <a:pt x="26572" y="7286"/>
                  <a:pt x="26783" y="7320"/>
                </a:cubicBezTo>
                <a:cubicBezTo>
                  <a:pt x="27206" y="7379"/>
                  <a:pt x="27536" y="7421"/>
                  <a:pt x="27511" y="7438"/>
                </a:cubicBezTo>
                <a:cubicBezTo>
                  <a:pt x="27942" y="7489"/>
                  <a:pt x="27824" y="7463"/>
                  <a:pt x="28501" y="7557"/>
                </a:cubicBezTo>
                <a:cubicBezTo>
                  <a:pt x="28539" y="7559"/>
                  <a:pt x="28567" y="7559"/>
                  <a:pt x="28589" y="7559"/>
                </a:cubicBezTo>
                <a:cubicBezTo>
                  <a:pt x="28671" y="7559"/>
                  <a:pt x="28665" y="7548"/>
                  <a:pt x="28725" y="7548"/>
                </a:cubicBezTo>
                <a:cubicBezTo>
                  <a:pt x="28783" y="7548"/>
                  <a:pt x="28902" y="7559"/>
                  <a:pt x="29220" y="7599"/>
                </a:cubicBezTo>
                <a:lnTo>
                  <a:pt x="28636" y="7506"/>
                </a:lnTo>
                <a:lnTo>
                  <a:pt x="28289" y="7472"/>
                </a:lnTo>
                <a:lnTo>
                  <a:pt x="28289" y="7472"/>
                </a:lnTo>
                <a:cubicBezTo>
                  <a:pt x="28492" y="7497"/>
                  <a:pt x="28695" y="7523"/>
                  <a:pt x="28898" y="7548"/>
                </a:cubicBezTo>
                <a:cubicBezTo>
                  <a:pt x="28721" y="7529"/>
                  <a:pt x="28639" y="7524"/>
                  <a:pt x="28590" y="7524"/>
                </a:cubicBezTo>
                <a:cubicBezTo>
                  <a:pt x="28532" y="7524"/>
                  <a:pt x="28523" y="7531"/>
                  <a:pt x="28458" y="7531"/>
                </a:cubicBezTo>
                <a:cubicBezTo>
                  <a:pt x="27528" y="7421"/>
                  <a:pt x="27274" y="7362"/>
                  <a:pt x="26792" y="7303"/>
                </a:cubicBezTo>
                <a:lnTo>
                  <a:pt x="26792" y="7303"/>
                </a:lnTo>
                <a:cubicBezTo>
                  <a:pt x="27001" y="7309"/>
                  <a:pt x="27311" y="7340"/>
                  <a:pt x="27413" y="7340"/>
                </a:cubicBezTo>
                <a:cubicBezTo>
                  <a:pt x="27455" y="7340"/>
                  <a:pt x="27462" y="7335"/>
                  <a:pt x="27409" y="7320"/>
                </a:cubicBezTo>
                <a:lnTo>
                  <a:pt x="27409" y="7320"/>
                </a:lnTo>
                <a:cubicBezTo>
                  <a:pt x="27875" y="7396"/>
                  <a:pt x="27925" y="7362"/>
                  <a:pt x="28475" y="7447"/>
                </a:cubicBezTo>
                <a:lnTo>
                  <a:pt x="28388" y="7440"/>
                </a:lnTo>
                <a:lnTo>
                  <a:pt x="28388" y="7440"/>
                </a:lnTo>
                <a:cubicBezTo>
                  <a:pt x="28815" y="7473"/>
                  <a:pt x="28871" y="7515"/>
                  <a:pt x="29237" y="7548"/>
                </a:cubicBezTo>
                <a:cubicBezTo>
                  <a:pt x="29203" y="7548"/>
                  <a:pt x="29254" y="7557"/>
                  <a:pt x="29304" y="7573"/>
                </a:cubicBezTo>
                <a:cubicBezTo>
                  <a:pt x="29511" y="7600"/>
                  <a:pt x="29593" y="7609"/>
                  <a:pt x="29615" y="7609"/>
                </a:cubicBezTo>
                <a:cubicBezTo>
                  <a:pt x="29656" y="7609"/>
                  <a:pt x="29504" y="7581"/>
                  <a:pt x="29547" y="7581"/>
                </a:cubicBezTo>
                <a:cubicBezTo>
                  <a:pt x="29571" y="7581"/>
                  <a:pt x="29654" y="7589"/>
                  <a:pt x="29863" y="7616"/>
                </a:cubicBezTo>
                <a:cubicBezTo>
                  <a:pt x="30565" y="7734"/>
                  <a:pt x="30083" y="7692"/>
                  <a:pt x="30277" y="7743"/>
                </a:cubicBezTo>
                <a:cubicBezTo>
                  <a:pt x="29902" y="7690"/>
                  <a:pt x="29764" y="7680"/>
                  <a:pt x="29712" y="7680"/>
                </a:cubicBezTo>
                <a:cubicBezTo>
                  <a:pt x="29680" y="7680"/>
                  <a:pt x="29680" y="7683"/>
                  <a:pt x="29676" y="7683"/>
                </a:cubicBezTo>
                <a:lnTo>
                  <a:pt x="29583" y="7683"/>
                </a:lnTo>
                <a:cubicBezTo>
                  <a:pt x="29499" y="7675"/>
                  <a:pt x="29330" y="7658"/>
                  <a:pt x="29008" y="7616"/>
                </a:cubicBezTo>
                <a:lnTo>
                  <a:pt x="29008" y="7616"/>
                </a:lnTo>
                <a:cubicBezTo>
                  <a:pt x="29008" y="7658"/>
                  <a:pt x="29507" y="7726"/>
                  <a:pt x="30193" y="7836"/>
                </a:cubicBezTo>
                <a:cubicBezTo>
                  <a:pt x="29753" y="7751"/>
                  <a:pt x="30480" y="7836"/>
                  <a:pt x="29896" y="7709"/>
                </a:cubicBezTo>
                <a:lnTo>
                  <a:pt x="29896" y="7709"/>
                </a:lnTo>
                <a:cubicBezTo>
                  <a:pt x="30404" y="7785"/>
                  <a:pt x="30641" y="7802"/>
                  <a:pt x="30895" y="7836"/>
                </a:cubicBezTo>
                <a:cubicBezTo>
                  <a:pt x="31258" y="7878"/>
                  <a:pt x="31614" y="7946"/>
                  <a:pt x="31969" y="8039"/>
                </a:cubicBezTo>
                <a:lnTo>
                  <a:pt x="31944" y="8039"/>
                </a:lnTo>
                <a:lnTo>
                  <a:pt x="32409" y="8106"/>
                </a:lnTo>
                <a:cubicBezTo>
                  <a:pt x="32620" y="8157"/>
                  <a:pt x="32832" y="8216"/>
                  <a:pt x="33043" y="8276"/>
                </a:cubicBezTo>
                <a:cubicBezTo>
                  <a:pt x="32646" y="8208"/>
                  <a:pt x="32164" y="8089"/>
                  <a:pt x="31842" y="8047"/>
                </a:cubicBezTo>
                <a:lnTo>
                  <a:pt x="31842" y="8047"/>
                </a:lnTo>
                <a:cubicBezTo>
                  <a:pt x="32231" y="8149"/>
                  <a:pt x="32493" y="8191"/>
                  <a:pt x="32773" y="8242"/>
                </a:cubicBezTo>
                <a:cubicBezTo>
                  <a:pt x="32908" y="8267"/>
                  <a:pt x="33052" y="8301"/>
                  <a:pt x="33213" y="8326"/>
                </a:cubicBezTo>
                <a:cubicBezTo>
                  <a:pt x="33373" y="8360"/>
                  <a:pt x="33559" y="8411"/>
                  <a:pt x="33779" y="8462"/>
                </a:cubicBezTo>
                <a:cubicBezTo>
                  <a:pt x="33933" y="8515"/>
                  <a:pt x="33981" y="8536"/>
                  <a:pt x="33962" y="8536"/>
                </a:cubicBezTo>
                <a:cubicBezTo>
                  <a:pt x="33935" y="8536"/>
                  <a:pt x="33783" y="8497"/>
                  <a:pt x="33602" y="8453"/>
                </a:cubicBezTo>
                <a:cubicBezTo>
                  <a:pt x="33306" y="8383"/>
                  <a:pt x="32932" y="8299"/>
                  <a:pt x="32874" y="8299"/>
                </a:cubicBezTo>
                <a:cubicBezTo>
                  <a:pt x="32868" y="8299"/>
                  <a:pt x="32866" y="8300"/>
                  <a:pt x="32866" y="8301"/>
                </a:cubicBezTo>
                <a:cubicBezTo>
                  <a:pt x="33069" y="8335"/>
                  <a:pt x="33272" y="8394"/>
                  <a:pt x="33466" y="8470"/>
                </a:cubicBezTo>
                <a:cubicBezTo>
                  <a:pt x="33052" y="8352"/>
                  <a:pt x="32925" y="8335"/>
                  <a:pt x="32790" y="8301"/>
                </a:cubicBezTo>
                <a:cubicBezTo>
                  <a:pt x="32646" y="8276"/>
                  <a:pt x="32493" y="8242"/>
                  <a:pt x="32028" y="8132"/>
                </a:cubicBezTo>
                <a:lnTo>
                  <a:pt x="32028" y="8132"/>
                </a:lnTo>
                <a:cubicBezTo>
                  <a:pt x="32164" y="8159"/>
                  <a:pt x="32213" y="8169"/>
                  <a:pt x="32217" y="8169"/>
                </a:cubicBezTo>
                <a:cubicBezTo>
                  <a:pt x="32228" y="8169"/>
                  <a:pt x="31988" y="8115"/>
                  <a:pt x="32054" y="8115"/>
                </a:cubicBezTo>
                <a:cubicBezTo>
                  <a:pt x="31918" y="8089"/>
                  <a:pt x="31038" y="7920"/>
                  <a:pt x="30412" y="7810"/>
                </a:cubicBezTo>
                <a:cubicBezTo>
                  <a:pt x="30269" y="7810"/>
                  <a:pt x="30954" y="7929"/>
                  <a:pt x="31343" y="8013"/>
                </a:cubicBezTo>
                <a:cubicBezTo>
                  <a:pt x="32087" y="8123"/>
                  <a:pt x="32840" y="8360"/>
                  <a:pt x="33407" y="8462"/>
                </a:cubicBezTo>
                <a:cubicBezTo>
                  <a:pt x="33722" y="8542"/>
                  <a:pt x="33797" y="8565"/>
                  <a:pt x="33775" y="8565"/>
                </a:cubicBezTo>
                <a:cubicBezTo>
                  <a:pt x="33745" y="8565"/>
                  <a:pt x="33526" y="8520"/>
                  <a:pt x="33508" y="8520"/>
                </a:cubicBezTo>
                <a:cubicBezTo>
                  <a:pt x="33506" y="8520"/>
                  <a:pt x="33506" y="8520"/>
                  <a:pt x="33509" y="8521"/>
                </a:cubicBezTo>
                <a:cubicBezTo>
                  <a:pt x="33840" y="8613"/>
                  <a:pt x="33928" y="8631"/>
                  <a:pt x="33953" y="8631"/>
                </a:cubicBezTo>
                <a:cubicBezTo>
                  <a:pt x="33970" y="8631"/>
                  <a:pt x="33958" y="8623"/>
                  <a:pt x="33971" y="8623"/>
                </a:cubicBezTo>
                <a:cubicBezTo>
                  <a:pt x="33981" y="8623"/>
                  <a:pt x="34001" y="8627"/>
                  <a:pt x="34050" y="8639"/>
                </a:cubicBezTo>
                <a:cubicBezTo>
                  <a:pt x="35116" y="8918"/>
                  <a:pt x="35209" y="9012"/>
                  <a:pt x="35953" y="9274"/>
                </a:cubicBezTo>
                <a:cubicBezTo>
                  <a:pt x="36106" y="9316"/>
                  <a:pt x="36317" y="9384"/>
                  <a:pt x="36562" y="9485"/>
                </a:cubicBezTo>
                <a:cubicBezTo>
                  <a:pt x="36681" y="9519"/>
                  <a:pt x="36808" y="9570"/>
                  <a:pt x="36943" y="9629"/>
                </a:cubicBezTo>
                <a:lnTo>
                  <a:pt x="37358" y="9807"/>
                </a:lnTo>
                <a:cubicBezTo>
                  <a:pt x="37924" y="10052"/>
                  <a:pt x="38533" y="10348"/>
                  <a:pt x="39016" y="10619"/>
                </a:cubicBezTo>
                <a:cubicBezTo>
                  <a:pt x="38986" y="10607"/>
                  <a:pt x="38970" y="10602"/>
                  <a:pt x="38964" y="10602"/>
                </a:cubicBezTo>
                <a:cubicBezTo>
                  <a:pt x="38944" y="10602"/>
                  <a:pt x="39028" y="10654"/>
                  <a:pt x="39066" y="10686"/>
                </a:cubicBezTo>
                <a:cubicBezTo>
                  <a:pt x="39371" y="10822"/>
                  <a:pt x="39456" y="10881"/>
                  <a:pt x="39574" y="10932"/>
                </a:cubicBezTo>
                <a:lnTo>
                  <a:pt x="39785" y="11050"/>
                </a:lnTo>
                <a:lnTo>
                  <a:pt x="40175" y="11279"/>
                </a:lnTo>
                <a:cubicBezTo>
                  <a:pt x="39980" y="11152"/>
                  <a:pt x="39785" y="11016"/>
                  <a:pt x="39591" y="10890"/>
                </a:cubicBezTo>
                <a:lnTo>
                  <a:pt x="39591" y="10890"/>
                </a:lnTo>
                <a:cubicBezTo>
                  <a:pt x="40031" y="11135"/>
                  <a:pt x="40462" y="11414"/>
                  <a:pt x="40868" y="11719"/>
                </a:cubicBezTo>
                <a:cubicBezTo>
                  <a:pt x="40769" y="11638"/>
                  <a:pt x="40734" y="11603"/>
                  <a:pt x="40741" y="11603"/>
                </a:cubicBezTo>
                <a:cubicBezTo>
                  <a:pt x="40744" y="11603"/>
                  <a:pt x="40753" y="11608"/>
                  <a:pt x="40767" y="11617"/>
                </a:cubicBezTo>
                <a:cubicBezTo>
                  <a:pt x="40792" y="11625"/>
                  <a:pt x="40843" y="11659"/>
                  <a:pt x="40894" y="11693"/>
                </a:cubicBezTo>
                <a:cubicBezTo>
                  <a:pt x="40953" y="11727"/>
                  <a:pt x="41012" y="11778"/>
                  <a:pt x="41088" y="11837"/>
                </a:cubicBezTo>
                <a:cubicBezTo>
                  <a:pt x="41384" y="12048"/>
                  <a:pt x="41773" y="12370"/>
                  <a:pt x="41934" y="12497"/>
                </a:cubicBezTo>
                <a:cubicBezTo>
                  <a:pt x="42036" y="12598"/>
                  <a:pt x="42146" y="12691"/>
                  <a:pt x="42247" y="12784"/>
                </a:cubicBezTo>
                <a:cubicBezTo>
                  <a:pt x="42357" y="12877"/>
                  <a:pt x="42459" y="12971"/>
                  <a:pt x="42543" y="13064"/>
                </a:cubicBezTo>
                <a:cubicBezTo>
                  <a:pt x="42704" y="13199"/>
                  <a:pt x="42848" y="13351"/>
                  <a:pt x="42983" y="13520"/>
                </a:cubicBezTo>
                <a:lnTo>
                  <a:pt x="42932" y="13461"/>
                </a:lnTo>
                <a:lnTo>
                  <a:pt x="42932" y="13461"/>
                </a:lnTo>
                <a:cubicBezTo>
                  <a:pt x="43110" y="13673"/>
                  <a:pt x="43305" y="13867"/>
                  <a:pt x="43482" y="14087"/>
                </a:cubicBezTo>
                <a:lnTo>
                  <a:pt x="43381" y="14036"/>
                </a:lnTo>
                <a:lnTo>
                  <a:pt x="43381" y="14036"/>
                </a:lnTo>
                <a:cubicBezTo>
                  <a:pt x="43465" y="14146"/>
                  <a:pt x="43567" y="14265"/>
                  <a:pt x="43660" y="14375"/>
                </a:cubicBezTo>
                <a:cubicBezTo>
                  <a:pt x="43753" y="14485"/>
                  <a:pt x="43829" y="14595"/>
                  <a:pt x="43897" y="14679"/>
                </a:cubicBezTo>
                <a:cubicBezTo>
                  <a:pt x="44004" y="14805"/>
                  <a:pt x="44078" y="14889"/>
                  <a:pt x="44088" y="14889"/>
                </a:cubicBezTo>
                <a:cubicBezTo>
                  <a:pt x="44092" y="14889"/>
                  <a:pt x="44087" y="14879"/>
                  <a:pt x="44074" y="14857"/>
                </a:cubicBezTo>
                <a:lnTo>
                  <a:pt x="44074" y="14857"/>
                </a:lnTo>
                <a:cubicBezTo>
                  <a:pt x="44241" y="15109"/>
                  <a:pt x="44272" y="15160"/>
                  <a:pt x="44266" y="15160"/>
                </a:cubicBezTo>
                <a:cubicBezTo>
                  <a:pt x="44261" y="15160"/>
                  <a:pt x="44240" y="15136"/>
                  <a:pt x="44233" y="15136"/>
                </a:cubicBezTo>
                <a:cubicBezTo>
                  <a:pt x="44230" y="15136"/>
                  <a:pt x="44230" y="15141"/>
                  <a:pt x="44235" y="15153"/>
                </a:cubicBezTo>
                <a:cubicBezTo>
                  <a:pt x="44041" y="14874"/>
                  <a:pt x="43558" y="14332"/>
                  <a:pt x="43448" y="14155"/>
                </a:cubicBezTo>
                <a:lnTo>
                  <a:pt x="43448" y="14155"/>
                </a:lnTo>
                <a:cubicBezTo>
                  <a:pt x="43491" y="14214"/>
                  <a:pt x="43533" y="14265"/>
                  <a:pt x="43584" y="14307"/>
                </a:cubicBezTo>
                <a:lnTo>
                  <a:pt x="43279" y="13952"/>
                </a:lnTo>
                <a:cubicBezTo>
                  <a:pt x="43195" y="13859"/>
                  <a:pt x="43135" y="13791"/>
                  <a:pt x="43093" y="13749"/>
                </a:cubicBezTo>
                <a:cubicBezTo>
                  <a:pt x="43000" y="13647"/>
                  <a:pt x="42966" y="13630"/>
                  <a:pt x="42949" y="13622"/>
                </a:cubicBezTo>
                <a:cubicBezTo>
                  <a:pt x="42945" y="13620"/>
                  <a:pt x="42942" y="13619"/>
                  <a:pt x="42940" y="13619"/>
                </a:cubicBezTo>
                <a:cubicBezTo>
                  <a:pt x="42935" y="13619"/>
                  <a:pt x="42932" y="13621"/>
                  <a:pt x="42927" y="13621"/>
                </a:cubicBezTo>
                <a:cubicBezTo>
                  <a:pt x="42922" y="13621"/>
                  <a:pt x="42916" y="13620"/>
                  <a:pt x="42907" y="13613"/>
                </a:cubicBezTo>
                <a:cubicBezTo>
                  <a:pt x="42873" y="13588"/>
                  <a:pt x="42822" y="13529"/>
                  <a:pt x="42679" y="13402"/>
                </a:cubicBezTo>
                <a:lnTo>
                  <a:pt x="42679" y="13402"/>
                </a:lnTo>
                <a:cubicBezTo>
                  <a:pt x="42822" y="13537"/>
                  <a:pt x="42932" y="13681"/>
                  <a:pt x="43051" y="13808"/>
                </a:cubicBezTo>
                <a:cubicBezTo>
                  <a:pt x="43110" y="13884"/>
                  <a:pt x="43169" y="13952"/>
                  <a:pt x="43237" y="14019"/>
                </a:cubicBezTo>
                <a:cubicBezTo>
                  <a:pt x="43296" y="14096"/>
                  <a:pt x="43364" y="14180"/>
                  <a:pt x="43431" y="14248"/>
                </a:cubicBezTo>
                <a:cubicBezTo>
                  <a:pt x="43491" y="14324"/>
                  <a:pt x="43660" y="14519"/>
                  <a:pt x="43829" y="14739"/>
                </a:cubicBezTo>
                <a:cubicBezTo>
                  <a:pt x="43914" y="14848"/>
                  <a:pt x="44007" y="14958"/>
                  <a:pt x="44091" y="15068"/>
                </a:cubicBezTo>
                <a:cubicBezTo>
                  <a:pt x="44167" y="15178"/>
                  <a:pt x="44244" y="15288"/>
                  <a:pt x="44303" y="15365"/>
                </a:cubicBezTo>
                <a:cubicBezTo>
                  <a:pt x="44142" y="15145"/>
                  <a:pt x="44024" y="14967"/>
                  <a:pt x="43905" y="14806"/>
                </a:cubicBezTo>
                <a:cubicBezTo>
                  <a:pt x="43787" y="14645"/>
                  <a:pt x="43685" y="14493"/>
                  <a:pt x="43550" y="14324"/>
                </a:cubicBezTo>
                <a:lnTo>
                  <a:pt x="43550" y="14324"/>
                </a:lnTo>
                <a:cubicBezTo>
                  <a:pt x="43668" y="14459"/>
                  <a:pt x="43736" y="14552"/>
                  <a:pt x="43804" y="14629"/>
                </a:cubicBezTo>
                <a:cubicBezTo>
                  <a:pt x="43880" y="14722"/>
                  <a:pt x="43948" y="14815"/>
                  <a:pt x="44015" y="14916"/>
                </a:cubicBezTo>
                <a:lnTo>
                  <a:pt x="43948" y="14832"/>
                </a:lnTo>
                <a:lnTo>
                  <a:pt x="43948" y="14832"/>
                </a:lnTo>
                <a:cubicBezTo>
                  <a:pt x="43990" y="14891"/>
                  <a:pt x="44032" y="14942"/>
                  <a:pt x="44074" y="14992"/>
                </a:cubicBezTo>
                <a:lnTo>
                  <a:pt x="44193" y="15161"/>
                </a:lnTo>
                <a:cubicBezTo>
                  <a:pt x="44201" y="15195"/>
                  <a:pt x="44362" y="15424"/>
                  <a:pt x="44464" y="15593"/>
                </a:cubicBezTo>
                <a:cubicBezTo>
                  <a:pt x="44515" y="15686"/>
                  <a:pt x="44556" y="15757"/>
                  <a:pt x="44553" y="15757"/>
                </a:cubicBezTo>
                <a:cubicBezTo>
                  <a:pt x="44550" y="15757"/>
                  <a:pt x="44518" y="15710"/>
                  <a:pt x="44438" y="15593"/>
                </a:cubicBezTo>
                <a:lnTo>
                  <a:pt x="44438" y="15593"/>
                </a:lnTo>
                <a:cubicBezTo>
                  <a:pt x="44497" y="15703"/>
                  <a:pt x="44565" y="15804"/>
                  <a:pt x="44641" y="15906"/>
                </a:cubicBezTo>
                <a:cubicBezTo>
                  <a:pt x="44658" y="15914"/>
                  <a:pt x="44667" y="15931"/>
                  <a:pt x="44692" y="15974"/>
                </a:cubicBezTo>
                <a:cubicBezTo>
                  <a:pt x="44743" y="16041"/>
                  <a:pt x="44785" y="16109"/>
                  <a:pt x="44827" y="16185"/>
                </a:cubicBezTo>
                <a:cubicBezTo>
                  <a:pt x="44751" y="16033"/>
                  <a:pt x="44658" y="15897"/>
                  <a:pt x="44573" y="15745"/>
                </a:cubicBezTo>
                <a:lnTo>
                  <a:pt x="44447" y="15534"/>
                </a:lnTo>
                <a:cubicBezTo>
                  <a:pt x="44404" y="15466"/>
                  <a:pt x="44354" y="15398"/>
                  <a:pt x="44311" y="15322"/>
                </a:cubicBezTo>
                <a:lnTo>
                  <a:pt x="44345" y="15322"/>
                </a:lnTo>
                <a:cubicBezTo>
                  <a:pt x="44430" y="15432"/>
                  <a:pt x="44506" y="15551"/>
                  <a:pt x="44573" y="15669"/>
                </a:cubicBezTo>
                <a:cubicBezTo>
                  <a:pt x="44633" y="15771"/>
                  <a:pt x="44692" y="15881"/>
                  <a:pt x="44793" y="16050"/>
                </a:cubicBezTo>
                <a:lnTo>
                  <a:pt x="44802" y="16007"/>
                </a:lnTo>
                <a:cubicBezTo>
                  <a:pt x="44912" y="16227"/>
                  <a:pt x="45013" y="16439"/>
                  <a:pt x="45123" y="16650"/>
                </a:cubicBezTo>
                <a:cubicBezTo>
                  <a:pt x="45122" y="16644"/>
                  <a:pt x="45122" y="16641"/>
                  <a:pt x="45124" y="16641"/>
                </a:cubicBezTo>
                <a:cubicBezTo>
                  <a:pt x="45140" y="16641"/>
                  <a:pt x="45332" y="17068"/>
                  <a:pt x="45394" y="17200"/>
                </a:cubicBezTo>
                <a:cubicBezTo>
                  <a:pt x="45436" y="17293"/>
                  <a:pt x="45462" y="17386"/>
                  <a:pt x="45479" y="17488"/>
                </a:cubicBezTo>
                <a:cubicBezTo>
                  <a:pt x="45496" y="17539"/>
                  <a:pt x="45512" y="17589"/>
                  <a:pt x="45529" y="17632"/>
                </a:cubicBezTo>
                <a:cubicBezTo>
                  <a:pt x="45555" y="17708"/>
                  <a:pt x="45606" y="17809"/>
                  <a:pt x="45656" y="17962"/>
                </a:cubicBezTo>
                <a:lnTo>
                  <a:pt x="45648" y="17919"/>
                </a:lnTo>
                <a:lnTo>
                  <a:pt x="45648" y="17919"/>
                </a:lnTo>
                <a:cubicBezTo>
                  <a:pt x="45716" y="18097"/>
                  <a:pt x="45775" y="18232"/>
                  <a:pt x="45817" y="18401"/>
                </a:cubicBezTo>
                <a:cubicBezTo>
                  <a:pt x="45868" y="18571"/>
                  <a:pt x="45919" y="18757"/>
                  <a:pt x="45986" y="19019"/>
                </a:cubicBezTo>
                <a:cubicBezTo>
                  <a:pt x="45969" y="18985"/>
                  <a:pt x="45927" y="18850"/>
                  <a:pt x="45910" y="18774"/>
                </a:cubicBezTo>
                <a:lnTo>
                  <a:pt x="45910" y="18774"/>
                </a:lnTo>
                <a:cubicBezTo>
                  <a:pt x="45927" y="18867"/>
                  <a:pt x="45952" y="18968"/>
                  <a:pt x="45978" y="19070"/>
                </a:cubicBezTo>
                <a:cubicBezTo>
                  <a:pt x="46003" y="19180"/>
                  <a:pt x="46020" y="19290"/>
                  <a:pt x="46045" y="19400"/>
                </a:cubicBezTo>
                <a:cubicBezTo>
                  <a:pt x="46096" y="19620"/>
                  <a:pt x="46130" y="19856"/>
                  <a:pt x="46164" y="20076"/>
                </a:cubicBezTo>
                <a:cubicBezTo>
                  <a:pt x="46215" y="20406"/>
                  <a:pt x="46232" y="20745"/>
                  <a:pt x="46215" y="21083"/>
                </a:cubicBezTo>
                <a:cubicBezTo>
                  <a:pt x="46214" y="21080"/>
                  <a:pt x="46213" y="21077"/>
                  <a:pt x="46212" y="21073"/>
                </a:cubicBezTo>
                <a:lnTo>
                  <a:pt x="46212" y="21073"/>
                </a:lnTo>
                <a:cubicBezTo>
                  <a:pt x="46206" y="21221"/>
                  <a:pt x="46205" y="21477"/>
                  <a:pt x="46198" y="21658"/>
                </a:cubicBezTo>
                <a:cubicBezTo>
                  <a:pt x="46193" y="21769"/>
                  <a:pt x="46188" y="21847"/>
                  <a:pt x="46185" y="21847"/>
                </a:cubicBezTo>
                <a:cubicBezTo>
                  <a:pt x="46183" y="21847"/>
                  <a:pt x="46181" y="21793"/>
                  <a:pt x="46181" y="21658"/>
                </a:cubicBezTo>
                <a:lnTo>
                  <a:pt x="46181" y="21921"/>
                </a:lnTo>
                <a:cubicBezTo>
                  <a:pt x="46181" y="22005"/>
                  <a:pt x="46164" y="22098"/>
                  <a:pt x="46164" y="22183"/>
                </a:cubicBezTo>
                <a:cubicBezTo>
                  <a:pt x="46164" y="22352"/>
                  <a:pt x="46147" y="22530"/>
                  <a:pt x="46130" y="22699"/>
                </a:cubicBezTo>
                <a:cubicBezTo>
                  <a:pt x="46130" y="22601"/>
                  <a:pt x="46130" y="22497"/>
                  <a:pt x="46142" y="22398"/>
                </a:cubicBezTo>
                <a:lnTo>
                  <a:pt x="46142" y="22398"/>
                </a:lnTo>
                <a:cubicBezTo>
                  <a:pt x="46110" y="22632"/>
                  <a:pt x="46086" y="22872"/>
                  <a:pt x="46045" y="23105"/>
                </a:cubicBezTo>
                <a:lnTo>
                  <a:pt x="46045" y="23079"/>
                </a:lnTo>
                <a:cubicBezTo>
                  <a:pt x="46037" y="23156"/>
                  <a:pt x="46029" y="23232"/>
                  <a:pt x="46012" y="23316"/>
                </a:cubicBezTo>
                <a:cubicBezTo>
                  <a:pt x="45995" y="23392"/>
                  <a:pt x="45978" y="23477"/>
                  <a:pt x="45961" y="23562"/>
                </a:cubicBezTo>
                <a:cubicBezTo>
                  <a:pt x="45927" y="23731"/>
                  <a:pt x="45885" y="23908"/>
                  <a:pt x="45842" y="24078"/>
                </a:cubicBezTo>
                <a:cubicBezTo>
                  <a:pt x="45766" y="24416"/>
                  <a:pt x="45665" y="24729"/>
                  <a:pt x="45606" y="24949"/>
                </a:cubicBezTo>
                <a:cubicBezTo>
                  <a:pt x="45648" y="24831"/>
                  <a:pt x="45682" y="24746"/>
                  <a:pt x="45699" y="24695"/>
                </a:cubicBezTo>
                <a:cubicBezTo>
                  <a:pt x="45707" y="24661"/>
                  <a:pt x="45724" y="24636"/>
                  <a:pt x="45732" y="24611"/>
                </a:cubicBezTo>
                <a:lnTo>
                  <a:pt x="45732" y="24611"/>
                </a:lnTo>
                <a:cubicBezTo>
                  <a:pt x="45724" y="24687"/>
                  <a:pt x="45707" y="24754"/>
                  <a:pt x="45682" y="24814"/>
                </a:cubicBezTo>
                <a:cubicBezTo>
                  <a:pt x="45617" y="25039"/>
                  <a:pt x="45499" y="25357"/>
                  <a:pt x="45510" y="25357"/>
                </a:cubicBezTo>
                <a:cubicBezTo>
                  <a:pt x="45510" y="25357"/>
                  <a:pt x="45511" y="25357"/>
                  <a:pt x="45512" y="25355"/>
                </a:cubicBezTo>
                <a:lnTo>
                  <a:pt x="45512" y="25355"/>
                </a:lnTo>
                <a:cubicBezTo>
                  <a:pt x="45452" y="25515"/>
                  <a:pt x="45391" y="25613"/>
                  <a:pt x="45373" y="25613"/>
                </a:cubicBezTo>
                <a:cubicBezTo>
                  <a:pt x="45371" y="25613"/>
                  <a:pt x="45370" y="25611"/>
                  <a:pt x="45369" y="25609"/>
                </a:cubicBezTo>
                <a:cubicBezTo>
                  <a:pt x="45360" y="25575"/>
                  <a:pt x="45403" y="25406"/>
                  <a:pt x="45529" y="25034"/>
                </a:cubicBezTo>
                <a:cubicBezTo>
                  <a:pt x="45665" y="24670"/>
                  <a:pt x="45775" y="24306"/>
                  <a:pt x="45859" y="23925"/>
                </a:cubicBezTo>
                <a:lnTo>
                  <a:pt x="45859" y="23925"/>
                </a:lnTo>
                <a:cubicBezTo>
                  <a:pt x="45792" y="24171"/>
                  <a:pt x="45741" y="24331"/>
                  <a:pt x="45699" y="24484"/>
                </a:cubicBezTo>
                <a:cubicBezTo>
                  <a:pt x="45656" y="24636"/>
                  <a:pt x="45614" y="24771"/>
                  <a:pt x="45555" y="24957"/>
                </a:cubicBezTo>
                <a:cubicBezTo>
                  <a:pt x="45565" y="24917"/>
                  <a:pt x="45568" y="24900"/>
                  <a:pt x="45566" y="24900"/>
                </a:cubicBezTo>
                <a:cubicBezTo>
                  <a:pt x="45561" y="24900"/>
                  <a:pt x="45526" y="24997"/>
                  <a:pt x="45479" y="25110"/>
                </a:cubicBezTo>
                <a:cubicBezTo>
                  <a:pt x="45412" y="25259"/>
                  <a:pt x="45338" y="25440"/>
                  <a:pt x="45335" y="25440"/>
                </a:cubicBezTo>
                <a:cubicBezTo>
                  <a:pt x="45335" y="25440"/>
                  <a:pt x="45335" y="25440"/>
                  <a:pt x="45335" y="25440"/>
                </a:cubicBezTo>
                <a:cubicBezTo>
                  <a:pt x="45343" y="25380"/>
                  <a:pt x="45360" y="25313"/>
                  <a:pt x="45377" y="25254"/>
                </a:cubicBezTo>
                <a:cubicBezTo>
                  <a:pt x="45394" y="25194"/>
                  <a:pt x="45428" y="25135"/>
                  <a:pt x="45453" y="25042"/>
                </a:cubicBezTo>
                <a:cubicBezTo>
                  <a:pt x="45479" y="24957"/>
                  <a:pt x="45512" y="24856"/>
                  <a:pt x="45555" y="24738"/>
                </a:cubicBezTo>
                <a:cubicBezTo>
                  <a:pt x="45645" y="24458"/>
                  <a:pt x="45675" y="24381"/>
                  <a:pt x="45681" y="24381"/>
                </a:cubicBezTo>
                <a:cubicBezTo>
                  <a:pt x="45688" y="24381"/>
                  <a:pt x="45660" y="24497"/>
                  <a:pt x="45660" y="24497"/>
                </a:cubicBezTo>
                <a:cubicBezTo>
                  <a:pt x="45661" y="24497"/>
                  <a:pt x="45664" y="24484"/>
                  <a:pt x="45673" y="24450"/>
                </a:cubicBezTo>
                <a:cubicBezTo>
                  <a:pt x="45707" y="24374"/>
                  <a:pt x="45741" y="24289"/>
                  <a:pt x="45766" y="24205"/>
                </a:cubicBezTo>
                <a:cubicBezTo>
                  <a:pt x="45800" y="24095"/>
                  <a:pt x="45834" y="23959"/>
                  <a:pt x="45868" y="23807"/>
                </a:cubicBezTo>
                <a:cubicBezTo>
                  <a:pt x="45902" y="23663"/>
                  <a:pt x="45935" y="23502"/>
                  <a:pt x="45961" y="23359"/>
                </a:cubicBezTo>
                <a:cubicBezTo>
                  <a:pt x="45986" y="23206"/>
                  <a:pt x="46012" y="23071"/>
                  <a:pt x="46029" y="22953"/>
                </a:cubicBezTo>
                <a:lnTo>
                  <a:pt x="46029" y="22953"/>
                </a:lnTo>
                <a:cubicBezTo>
                  <a:pt x="46029" y="22976"/>
                  <a:pt x="46027" y="22999"/>
                  <a:pt x="46025" y="23022"/>
                </a:cubicBezTo>
                <a:lnTo>
                  <a:pt x="46025" y="23022"/>
                </a:lnTo>
                <a:cubicBezTo>
                  <a:pt x="46059" y="22833"/>
                  <a:pt x="46092" y="22585"/>
                  <a:pt x="46113" y="22360"/>
                </a:cubicBezTo>
                <a:cubicBezTo>
                  <a:pt x="46130" y="22183"/>
                  <a:pt x="46138" y="22005"/>
                  <a:pt x="46130" y="21836"/>
                </a:cubicBezTo>
                <a:lnTo>
                  <a:pt x="46130" y="21836"/>
                </a:lnTo>
                <a:cubicBezTo>
                  <a:pt x="46130" y="21997"/>
                  <a:pt x="46113" y="22166"/>
                  <a:pt x="46105" y="22335"/>
                </a:cubicBezTo>
                <a:cubicBezTo>
                  <a:pt x="46088" y="22496"/>
                  <a:pt x="46071" y="22665"/>
                  <a:pt x="46054" y="22834"/>
                </a:cubicBezTo>
                <a:cubicBezTo>
                  <a:pt x="46046" y="22872"/>
                  <a:pt x="46042" y="22886"/>
                  <a:pt x="46040" y="22886"/>
                </a:cubicBezTo>
                <a:cubicBezTo>
                  <a:pt x="46032" y="22886"/>
                  <a:pt x="46045" y="22732"/>
                  <a:pt x="46037" y="22732"/>
                </a:cubicBezTo>
                <a:cubicBezTo>
                  <a:pt x="46033" y="22732"/>
                  <a:pt x="46026" y="22758"/>
                  <a:pt x="46012" y="22834"/>
                </a:cubicBezTo>
                <a:cubicBezTo>
                  <a:pt x="45978" y="23096"/>
                  <a:pt x="45927" y="23359"/>
                  <a:pt x="45868" y="23612"/>
                </a:cubicBezTo>
                <a:lnTo>
                  <a:pt x="45868" y="23553"/>
                </a:lnTo>
                <a:cubicBezTo>
                  <a:pt x="45800" y="23858"/>
                  <a:pt x="45699" y="24230"/>
                  <a:pt x="45572" y="24611"/>
                </a:cubicBezTo>
                <a:cubicBezTo>
                  <a:pt x="45445" y="24991"/>
                  <a:pt x="45309" y="25389"/>
                  <a:pt x="45174" y="25710"/>
                </a:cubicBezTo>
                <a:cubicBezTo>
                  <a:pt x="45166" y="25871"/>
                  <a:pt x="45039" y="26226"/>
                  <a:pt x="44954" y="26531"/>
                </a:cubicBezTo>
                <a:cubicBezTo>
                  <a:pt x="44464" y="27495"/>
                  <a:pt x="43854" y="28409"/>
                  <a:pt x="43144" y="29238"/>
                </a:cubicBezTo>
                <a:cubicBezTo>
                  <a:pt x="43296" y="29018"/>
                  <a:pt x="43736" y="28460"/>
                  <a:pt x="44159" y="27808"/>
                </a:cubicBezTo>
                <a:lnTo>
                  <a:pt x="44159" y="27808"/>
                </a:lnTo>
                <a:cubicBezTo>
                  <a:pt x="44108" y="27901"/>
                  <a:pt x="44049" y="28003"/>
                  <a:pt x="43990" y="28096"/>
                </a:cubicBezTo>
                <a:cubicBezTo>
                  <a:pt x="44201" y="27791"/>
                  <a:pt x="44396" y="27470"/>
                  <a:pt x="44565" y="27132"/>
                </a:cubicBezTo>
                <a:lnTo>
                  <a:pt x="44565" y="27132"/>
                </a:lnTo>
                <a:cubicBezTo>
                  <a:pt x="44563" y="27137"/>
                  <a:pt x="44563" y="27140"/>
                  <a:pt x="44564" y="27140"/>
                </a:cubicBezTo>
                <a:cubicBezTo>
                  <a:pt x="44569" y="27140"/>
                  <a:pt x="44593" y="27105"/>
                  <a:pt x="44633" y="27038"/>
                </a:cubicBezTo>
                <a:cubicBezTo>
                  <a:pt x="44734" y="26869"/>
                  <a:pt x="44819" y="26683"/>
                  <a:pt x="44895" y="26506"/>
                </a:cubicBezTo>
                <a:cubicBezTo>
                  <a:pt x="44916" y="26455"/>
                  <a:pt x="44925" y="26427"/>
                  <a:pt x="44918" y="26427"/>
                </a:cubicBezTo>
                <a:cubicBezTo>
                  <a:pt x="44912" y="26427"/>
                  <a:pt x="44891" y="26455"/>
                  <a:pt x="44853" y="26514"/>
                </a:cubicBezTo>
                <a:lnTo>
                  <a:pt x="44777" y="26683"/>
                </a:lnTo>
                <a:cubicBezTo>
                  <a:pt x="44709" y="26793"/>
                  <a:pt x="44633" y="26903"/>
                  <a:pt x="44565" y="27005"/>
                </a:cubicBezTo>
                <a:cubicBezTo>
                  <a:pt x="44557" y="27089"/>
                  <a:pt x="44396" y="27368"/>
                  <a:pt x="44193" y="27690"/>
                </a:cubicBezTo>
                <a:cubicBezTo>
                  <a:pt x="44091" y="27842"/>
                  <a:pt x="43973" y="28011"/>
                  <a:pt x="43871" y="28180"/>
                </a:cubicBezTo>
                <a:cubicBezTo>
                  <a:pt x="43761" y="28341"/>
                  <a:pt x="43651" y="28493"/>
                  <a:pt x="43558" y="28620"/>
                </a:cubicBezTo>
                <a:lnTo>
                  <a:pt x="43728" y="28358"/>
                </a:lnTo>
                <a:lnTo>
                  <a:pt x="43897" y="28087"/>
                </a:lnTo>
                <a:lnTo>
                  <a:pt x="44074" y="27808"/>
                </a:lnTo>
                <a:cubicBezTo>
                  <a:pt x="44134" y="27698"/>
                  <a:pt x="44210" y="27605"/>
                  <a:pt x="44286" y="27487"/>
                </a:cubicBezTo>
                <a:lnTo>
                  <a:pt x="44286" y="27487"/>
                </a:lnTo>
                <a:lnTo>
                  <a:pt x="44235" y="27529"/>
                </a:lnTo>
                <a:cubicBezTo>
                  <a:pt x="44354" y="27318"/>
                  <a:pt x="44472" y="27140"/>
                  <a:pt x="44565" y="26979"/>
                </a:cubicBezTo>
                <a:cubicBezTo>
                  <a:pt x="44616" y="26895"/>
                  <a:pt x="44658" y="26819"/>
                  <a:pt x="44692" y="26751"/>
                </a:cubicBezTo>
                <a:cubicBezTo>
                  <a:pt x="44726" y="26675"/>
                  <a:pt x="44760" y="26607"/>
                  <a:pt x="44785" y="26548"/>
                </a:cubicBezTo>
                <a:lnTo>
                  <a:pt x="44785" y="26548"/>
                </a:lnTo>
                <a:cubicBezTo>
                  <a:pt x="44700" y="26717"/>
                  <a:pt x="44616" y="26878"/>
                  <a:pt x="44523" y="27038"/>
                </a:cubicBezTo>
                <a:lnTo>
                  <a:pt x="44523" y="27022"/>
                </a:lnTo>
                <a:cubicBezTo>
                  <a:pt x="44430" y="27191"/>
                  <a:pt x="44311" y="27385"/>
                  <a:pt x="44201" y="27571"/>
                </a:cubicBezTo>
                <a:cubicBezTo>
                  <a:pt x="44100" y="27749"/>
                  <a:pt x="43981" y="27918"/>
                  <a:pt x="43854" y="28087"/>
                </a:cubicBezTo>
                <a:cubicBezTo>
                  <a:pt x="43778" y="28223"/>
                  <a:pt x="43694" y="28358"/>
                  <a:pt x="43567" y="28536"/>
                </a:cubicBezTo>
                <a:cubicBezTo>
                  <a:pt x="43508" y="28629"/>
                  <a:pt x="43431" y="28730"/>
                  <a:pt x="43338" y="28857"/>
                </a:cubicBezTo>
                <a:cubicBezTo>
                  <a:pt x="43245" y="28976"/>
                  <a:pt x="43135" y="29119"/>
                  <a:pt x="42992" y="29280"/>
                </a:cubicBezTo>
                <a:lnTo>
                  <a:pt x="43009" y="29255"/>
                </a:lnTo>
                <a:lnTo>
                  <a:pt x="43009" y="29255"/>
                </a:lnTo>
                <a:cubicBezTo>
                  <a:pt x="42907" y="29390"/>
                  <a:pt x="42805" y="29517"/>
                  <a:pt x="42687" y="29644"/>
                </a:cubicBezTo>
                <a:cubicBezTo>
                  <a:pt x="42569" y="29779"/>
                  <a:pt x="42425" y="29923"/>
                  <a:pt x="42289" y="30050"/>
                </a:cubicBezTo>
                <a:cubicBezTo>
                  <a:pt x="42010" y="30321"/>
                  <a:pt x="41731" y="30566"/>
                  <a:pt x="41579" y="30718"/>
                </a:cubicBezTo>
                <a:cubicBezTo>
                  <a:pt x="41560" y="30741"/>
                  <a:pt x="41554" y="30751"/>
                  <a:pt x="41559" y="30751"/>
                </a:cubicBezTo>
                <a:cubicBezTo>
                  <a:pt x="41575" y="30751"/>
                  <a:pt x="41722" y="30623"/>
                  <a:pt x="41900" y="30465"/>
                </a:cubicBezTo>
                <a:cubicBezTo>
                  <a:pt x="42010" y="30355"/>
                  <a:pt x="42129" y="30245"/>
                  <a:pt x="42239" y="30135"/>
                </a:cubicBezTo>
                <a:cubicBezTo>
                  <a:pt x="42340" y="30025"/>
                  <a:pt x="42433" y="29940"/>
                  <a:pt x="42484" y="29889"/>
                </a:cubicBezTo>
                <a:lnTo>
                  <a:pt x="42484" y="29889"/>
                </a:lnTo>
                <a:cubicBezTo>
                  <a:pt x="42305" y="30093"/>
                  <a:pt x="42093" y="30288"/>
                  <a:pt x="42105" y="30288"/>
                </a:cubicBezTo>
                <a:cubicBezTo>
                  <a:pt x="42108" y="30288"/>
                  <a:pt x="42136" y="30267"/>
                  <a:pt x="42196" y="30219"/>
                </a:cubicBezTo>
                <a:lnTo>
                  <a:pt x="42196" y="30219"/>
                </a:lnTo>
                <a:cubicBezTo>
                  <a:pt x="42044" y="30371"/>
                  <a:pt x="41951" y="30473"/>
                  <a:pt x="41875" y="30532"/>
                </a:cubicBezTo>
                <a:cubicBezTo>
                  <a:pt x="41799" y="30600"/>
                  <a:pt x="41757" y="30634"/>
                  <a:pt x="41714" y="30668"/>
                </a:cubicBezTo>
                <a:cubicBezTo>
                  <a:pt x="41570" y="30778"/>
                  <a:pt x="41435" y="30904"/>
                  <a:pt x="41300" y="31031"/>
                </a:cubicBezTo>
                <a:cubicBezTo>
                  <a:pt x="41410" y="30947"/>
                  <a:pt x="41511" y="30862"/>
                  <a:pt x="41613" y="30778"/>
                </a:cubicBezTo>
                <a:lnTo>
                  <a:pt x="41613" y="30778"/>
                </a:lnTo>
                <a:cubicBezTo>
                  <a:pt x="41503" y="30896"/>
                  <a:pt x="41350" y="31031"/>
                  <a:pt x="41190" y="31167"/>
                </a:cubicBezTo>
                <a:cubicBezTo>
                  <a:pt x="41029" y="31302"/>
                  <a:pt x="40868" y="31429"/>
                  <a:pt x="40741" y="31539"/>
                </a:cubicBezTo>
                <a:cubicBezTo>
                  <a:pt x="40741" y="31542"/>
                  <a:pt x="40742" y="31544"/>
                  <a:pt x="40745" y="31544"/>
                </a:cubicBezTo>
                <a:cubicBezTo>
                  <a:pt x="40786" y="31544"/>
                  <a:pt x="41193" y="31193"/>
                  <a:pt x="41621" y="30820"/>
                </a:cubicBezTo>
                <a:lnTo>
                  <a:pt x="41621" y="30820"/>
                </a:lnTo>
                <a:cubicBezTo>
                  <a:pt x="41562" y="30887"/>
                  <a:pt x="41503" y="30955"/>
                  <a:pt x="41435" y="31023"/>
                </a:cubicBezTo>
                <a:cubicBezTo>
                  <a:pt x="41731" y="30744"/>
                  <a:pt x="42019" y="30465"/>
                  <a:pt x="42298" y="30177"/>
                </a:cubicBezTo>
                <a:cubicBezTo>
                  <a:pt x="42349" y="30109"/>
                  <a:pt x="42391" y="30042"/>
                  <a:pt x="42433" y="29974"/>
                </a:cubicBezTo>
                <a:cubicBezTo>
                  <a:pt x="42467" y="29932"/>
                  <a:pt x="42535" y="29847"/>
                  <a:pt x="42772" y="29559"/>
                </a:cubicBezTo>
                <a:cubicBezTo>
                  <a:pt x="42974" y="29369"/>
                  <a:pt x="43123" y="29237"/>
                  <a:pt x="43158" y="29237"/>
                </a:cubicBezTo>
                <a:cubicBezTo>
                  <a:pt x="43171" y="29237"/>
                  <a:pt x="43167" y="29255"/>
                  <a:pt x="43144" y="29297"/>
                </a:cubicBezTo>
                <a:cubicBezTo>
                  <a:pt x="42932" y="29525"/>
                  <a:pt x="42563" y="29942"/>
                  <a:pt x="42529" y="29942"/>
                </a:cubicBezTo>
                <a:cubicBezTo>
                  <a:pt x="42527" y="29942"/>
                  <a:pt x="42527" y="29941"/>
                  <a:pt x="42526" y="29940"/>
                </a:cubicBezTo>
                <a:cubicBezTo>
                  <a:pt x="42467" y="30008"/>
                  <a:pt x="42391" y="30101"/>
                  <a:pt x="42298" y="30202"/>
                </a:cubicBezTo>
                <a:cubicBezTo>
                  <a:pt x="42205" y="30304"/>
                  <a:pt x="42103" y="30405"/>
                  <a:pt x="42010" y="30507"/>
                </a:cubicBezTo>
                <a:cubicBezTo>
                  <a:pt x="41858" y="30673"/>
                  <a:pt x="41731" y="30797"/>
                  <a:pt x="41751" y="30797"/>
                </a:cubicBezTo>
                <a:cubicBezTo>
                  <a:pt x="41754" y="30797"/>
                  <a:pt x="41761" y="30793"/>
                  <a:pt x="41773" y="30786"/>
                </a:cubicBezTo>
                <a:lnTo>
                  <a:pt x="41773" y="30786"/>
                </a:lnTo>
                <a:lnTo>
                  <a:pt x="41672" y="30871"/>
                </a:lnTo>
                <a:cubicBezTo>
                  <a:pt x="41596" y="30938"/>
                  <a:pt x="41503" y="31006"/>
                  <a:pt x="41393" y="31082"/>
                </a:cubicBezTo>
                <a:cubicBezTo>
                  <a:pt x="41291" y="31167"/>
                  <a:pt x="41173" y="31260"/>
                  <a:pt x="41037" y="31361"/>
                </a:cubicBezTo>
                <a:cubicBezTo>
                  <a:pt x="40758" y="31573"/>
                  <a:pt x="40411" y="31826"/>
                  <a:pt x="39955" y="32131"/>
                </a:cubicBezTo>
                <a:cubicBezTo>
                  <a:pt x="39769" y="32249"/>
                  <a:pt x="39752" y="32275"/>
                  <a:pt x="39811" y="32275"/>
                </a:cubicBezTo>
                <a:cubicBezTo>
                  <a:pt x="39608" y="32410"/>
                  <a:pt x="39413" y="32503"/>
                  <a:pt x="39219" y="32622"/>
                </a:cubicBezTo>
                <a:cubicBezTo>
                  <a:pt x="39363" y="32520"/>
                  <a:pt x="39447" y="32452"/>
                  <a:pt x="39726" y="32275"/>
                </a:cubicBezTo>
                <a:lnTo>
                  <a:pt x="39726" y="32275"/>
                </a:lnTo>
                <a:cubicBezTo>
                  <a:pt x="39481" y="32427"/>
                  <a:pt x="39236" y="32571"/>
                  <a:pt x="38990" y="32723"/>
                </a:cubicBezTo>
                <a:cubicBezTo>
                  <a:pt x="38863" y="32799"/>
                  <a:pt x="38737" y="32867"/>
                  <a:pt x="38610" y="32935"/>
                </a:cubicBezTo>
                <a:lnTo>
                  <a:pt x="38229" y="33129"/>
                </a:lnTo>
                <a:lnTo>
                  <a:pt x="38339" y="33062"/>
                </a:lnTo>
                <a:lnTo>
                  <a:pt x="38043" y="33222"/>
                </a:lnTo>
                <a:cubicBezTo>
                  <a:pt x="37941" y="33273"/>
                  <a:pt x="37840" y="33324"/>
                  <a:pt x="37738" y="33383"/>
                </a:cubicBezTo>
                <a:lnTo>
                  <a:pt x="38017" y="33248"/>
                </a:lnTo>
                <a:lnTo>
                  <a:pt x="38288" y="33104"/>
                </a:lnTo>
                <a:cubicBezTo>
                  <a:pt x="38405" y="33048"/>
                  <a:pt x="38491" y="33011"/>
                  <a:pt x="38506" y="33011"/>
                </a:cubicBezTo>
                <a:cubicBezTo>
                  <a:pt x="38512" y="33011"/>
                  <a:pt x="38507" y="33016"/>
                  <a:pt x="38491" y="33028"/>
                </a:cubicBezTo>
                <a:cubicBezTo>
                  <a:pt x="38322" y="33121"/>
                  <a:pt x="38170" y="33205"/>
                  <a:pt x="38034" y="33281"/>
                </a:cubicBezTo>
                <a:lnTo>
                  <a:pt x="37620" y="33476"/>
                </a:lnTo>
                <a:lnTo>
                  <a:pt x="37231" y="33654"/>
                </a:lnTo>
                <a:lnTo>
                  <a:pt x="36808" y="33848"/>
                </a:lnTo>
                <a:cubicBezTo>
                  <a:pt x="36805" y="33834"/>
                  <a:pt x="36780" y="33832"/>
                  <a:pt x="36754" y="33832"/>
                </a:cubicBezTo>
                <a:cubicBezTo>
                  <a:pt x="36745" y="33832"/>
                  <a:pt x="36736" y="33833"/>
                  <a:pt x="36728" y="33833"/>
                </a:cubicBezTo>
                <a:cubicBezTo>
                  <a:pt x="36691" y="33833"/>
                  <a:pt x="36676" y="33827"/>
                  <a:pt x="36782" y="33772"/>
                </a:cubicBezTo>
                <a:lnTo>
                  <a:pt x="36850" y="33747"/>
                </a:lnTo>
                <a:cubicBezTo>
                  <a:pt x="37070" y="33637"/>
                  <a:pt x="37527" y="33375"/>
                  <a:pt x="37891" y="33205"/>
                </a:cubicBezTo>
                <a:lnTo>
                  <a:pt x="37891" y="33205"/>
                </a:lnTo>
                <a:lnTo>
                  <a:pt x="37172" y="33527"/>
                </a:lnTo>
                <a:cubicBezTo>
                  <a:pt x="37011" y="33603"/>
                  <a:pt x="36884" y="33654"/>
                  <a:pt x="36774" y="33696"/>
                </a:cubicBezTo>
                <a:cubicBezTo>
                  <a:pt x="36546" y="33789"/>
                  <a:pt x="36351" y="33891"/>
                  <a:pt x="35759" y="34085"/>
                </a:cubicBezTo>
                <a:cubicBezTo>
                  <a:pt x="35756" y="34085"/>
                  <a:pt x="35754" y="34086"/>
                  <a:pt x="35753" y="34086"/>
                </a:cubicBezTo>
                <a:cubicBezTo>
                  <a:pt x="35723" y="34086"/>
                  <a:pt x="35981" y="33996"/>
                  <a:pt x="36216" y="33891"/>
                </a:cubicBezTo>
                <a:cubicBezTo>
                  <a:pt x="36416" y="33808"/>
                  <a:pt x="36599" y="33725"/>
                  <a:pt x="36586" y="33725"/>
                </a:cubicBezTo>
                <a:cubicBezTo>
                  <a:pt x="36583" y="33725"/>
                  <a:pt x="36570" y="33729"/>
                  <a:pt x="36546" y="33738"/>
                </a:cubicBezTo>
                <a:lnTo>
                  <a:pt x="37087" y="33527"/>
                </a:lnTo>
                <a:lnTo>
                  <a:pt x="37620" y="33281"/>
                </a:lnTo>
                <a:lnTo>
                  <a:pt x="37620" y="33281"/>
                </a:lnTo>
                <a:cubicBezTo>
                  <a:pt x="37442" y="33366"/>
                  <a:pt x="37417" y="33383"/>
                  <a:pt x="37332" y="33425"/>
                </a:cubicBezTo>
                <a:cubicBezTo>
                  <a:pt x="37696" y="33248"/>
                  <a:pt x="37950" y="33138"/>
                  <a:pt x="38170" y="33019"/>
                </a:cubicBezTo>
                <a:cubicBezTo>
                  <a:pt x="38390" y="32892"/>
                  <a:pt x="38593" y="32799"/>
                  <a:pt x="38846" y="32630"/>
                </a:cubicBezTo>
                <a:cubicBezTo>
                  <a:pt x="38898" y="32602"/>
                  <a:pt x="38922" y="32591"/>
                  <a:pt x="38927" y="32591"/>
                </a:cubicBezTo>
                <a:cubicBezTo>
                  <a:pt x="38939" y="32591"/>
                  <a:pt x="38850" y="32651"/>
                  <a:pt x="38762" y="32698"/>
                </a:cubicBezTo>
                <a:cubicBezTo>
                  <a:pt x="38679" y="32742"/>
                  <a:pt x="38600" y="32789"/>
                  <a:pt x="38606" y="32789"/>
                </a:cubicBezTo>
                <a:cubicBezTo>
                  <a:pt x="38609" y="32789"/>
                  <a:pt x="38632" y="32779"/>
                  <a:pt x="38682" y="32751"/>
                </a:cubicBezTo>
                <a:lnTo>
                  <a:pt x="38682" y="32751"/>
                </a:lnTo>
                <a:cubicBezTo>
                  <a:pt x="38377" y="32918"/>
                  <a:pt x="38090" y="33106"/>
                  <a:pt x="37950" y="33205"/>
                </a:cubicBezTo>
                <a:cubicBezTo>
                  <a:pt x="38170" y="33104"/>
                  <a:pt x="38373" y="32994"/>
                  <a:pt x="38567" y="32859"/>
                </a:cubicBezTo>
                <a:cubicBezTo>
                  <a:pt x="38669" y="32799"/>
                  <a:pt x="38745" y="32749"/>
                  <a:pt x="39083" y="32537"/>
                </a:cubicBezTo>
                <a:lnTo>
                  <a:pt x="39599" y="32249"/>
                </a:lnTo>
                <a:cubicBezTo>
                  <a:pt x="39681" y="32194"/>
                  <a:pt x="39707" y="32174"/>
                  <a:pt x="39703" y="32174"/>
                </a:cubicBezTo>
                <a:cubicBezTo>
                  <a:pt x="39691" y="32174"/>
                  <a:pt x="39482" y="32300"/>
                  <a:pt x="39464" y="32300"/>
                </a:cubicBezTo>
                <a:cubicBezTo>
                  <a:pt x="39828" y="32072"/>
                  <a:pt x="39972" y="31996"/>
                  <a:pt x="40242" y="31801"/>
                </a:cubicBezTo>
                <a:lnTo>
                  <a:pt x="40242" y="31801"/>
                </a:lnTo>
                <a:cubicBezTo>
                  <a:pt x="40168" y="31846"/>
                  <a:pt x="40015" y="31942"/>
                  <a:pt x="40008" y="31942"/>
                </a:cubicBezTo>
                <a:cubicBezTo>
                  <a:pt x="40007" y="31942"/>
                  <a:pt x="40009" y="31941"/>
                  <a:pt x="40014" y="31936"/>
                </a:cubicBezTo>
                <a:cubicBezTo>
                  <a:pt x="40471" y="31649"/>
                  <a:pt x="40885" y="31310"/>
                  <a:pt x="41291" y="31014"/>
                </a:cubicBezTo>
                <a:lnTo>
                  <a:pt x="41291" y="31014"/>
                </a:lnTo>
                <a:cubicBezTo>
                  <a:pt x="41253" y="31042"/>
                  <a:pt x="41233" y="31054"/>
                  <a:pt x="41227" y="31054"/>
                </a:cubicBezTo>
                <a:cubicBezTo>
                  <a:pt x="41194" y="31054"/>
                  <a:pt x="41537" y="30735"/>
                  <a:pt x="41672" y="30600"/>
                </a:cubicBezTo>
                <a:lnTo>
                  <a:pt x="41672" y="30600"/>
                </a:lnTo>
                <a:cubicBezTo>
                  <a:pt x="41545" y="30718"/>
                  <a:pt x="41410" y="30820"/>
                  <a:pt x="41274" y="30930"/>
                </a:cubicBezTo>
                <a:lnTo>
                  <a:pt x="41071" y="31082"/>
                </a:lnTo>
                <a:lnTo>
                  <a:pt x="40860" y="31234"/>
                </a:lnTo>
                <a:cubicBezTo>
                  <a:pt x="40420" y="31598"/>
                  <a:pt x="39946" y="31936"/>
                  <a:pt x="39464" y="32241"/>
                </a:cubicBezTo>
                <a:lnTo>
                  <a:pt x="38737" y="32672"/>
                </a:lnTo>
                <a:lnTo>
                  <a:pt x="37891" y="33129"/>
                </a:lnTo>
                <a:cubicBezTo>
                  <a:pt x="37916" y="33112"/>
                  <a:pt x="37933" y="33095"/>
                  <a:pt x="37958" y="33078"/>
                </a:cubicBezTo>
                <a:lnTo>
                  <a:pt x="37958" y="33078"/>
                </a:lnTo>
                <a:cubicBezTo>
                  <a:pt x="36943" y="33544"/>
                  <a:pt x="36520" y="33713"/>
                  <a:pt x="36131" y="33899"/>
                </a:cubicBezTo>
                <a:cubicBezTo>
                  <a:pt x="35936" y="33984"/>
                  <a:pt x="35750" y="34060"/>
                  <a:pt x="35505" y="34161"/>
                </a:cubicBezTo>
                <a:cubicBezTo>
                  <a:pt x="35387" y="34220"/>
                  <a:pt x="35234" y="34271"/>
                  <a:pt x="35065" y="34322"/>
                </a:cubicBezTo>
                <a:cubicBezTo>
                  <a:pt x="34896" y="34381"/>
                  <a:pt x="34710" y="34440"/>
                  <a:pt x="34473" y="34517"/>
                </a:cubicBezTo>
                <a:cubicBezTo>
                  <a:pt x="34470" y="34515"/>
                  <a:pt x="34466" y="34515"/>
                  <a:pt x="34460" y="34515"/>
                </a:cubicBezTo>
                <a:cubicBezTo>
                  <a:pt x="34354" y="34515"/>
                  <a:pt x="33769" y="34703"/>
                  <a:pt x="33685" y="34703"/>
                </a:cubicBezTo>
                <a:cubicBezTo>
                  <a:pt x="33675" y="34703"/>
                  <a:pt x="33672" y="34700"/>
                  <a:pt x="33678" y="34694"/>
                </a:cubicBezTo>
                <a:cubicBezTo>
                  <a:pt x="34043" y="34602"/>
                  <a:pt x="34124" y="34576"/>
                  <a:pt x="34090" y="34576"/>
                </a:cubicBezTo>
                <a:cubicBezTo>
                  <a:pt x="34071" y="34576"/>
                  <a:pt x="34017" y="34584"/>
                  <a:pt x="33957" y="34593"/>
                </a:cubicBezTo>
                <a:cubicBezTo>
                  <a:pt x="33796" y="34643"/>
                  <a:pt x="33669" y="34694"/>
                  <a:pt x="33500" y="34736"/>
                </a:cubicBezTo>
                <a:cubicBezTo>
                  <a:pt x="33322" y="34787"/>
                  <a:pt x="33111" y="34838"/>
                  <a:pt x="32798" y="34906"/>
                </a:cubicBezTo>
                <a:cubicBezTo>
                  <a:pt x="32877" y="34879"/>
                  <a:pt x="32862" y="34875"/>
                  <a:pt x="32834" y="34875"/>
                </a:cubicBezTo>
                <a:cubicBezTo>
                  <a:pt x="32821" y="34875"/>
                  <a:pt x="32806" y="34876"/>
                  <a:pt x="32796" y="34876"/>
                </a:cubicBezTo>
                <a:cubicBezTo>
                  <a:pt x="32762" y="34876"/>
                  <a:pt x="32777" y="34868"/>
                  <a:pt x="33086" y="34796"/>
                </a:cubicBezTo>
                <a:lnTo>
                  <a:pt x="33086" y="34796"/>
                </a:lnTo>
                <a:cubicBezTo>
                  <a:pt x="32866" y="34838"/>
                  <a:pt x="32680" y="34889"/>
                  <a:pt x="32510" y="34923"/>
                </a:cubicBezTo>
                <a:lnTo>
                  <a:pt x="32037" y="35016"/>
                </a:lnTo>
                <a:cubicBezTo>
                  <a:pt x="31901" y="35041"/>
                  <a:pt x="31774" y="35075"/>
                  <a:pt x="31656" y="35100"/>
                </a:cubicBezTo>
                <a:cubicBezTo>
                  <a:pt x="31538" y="35126"/>
                  <a:pt x="31419" y="35151"/>
                  <a:pt x="31309" y="35176"/>
                </a:cubicBezTo>
                <a:cubicBezTo>
                  <a:pt x="30607" y="35303"/>
                  <a:pt x="30497" y="35303"/>
                  <a:pt x="30387" y="35303"/>
                </a:cubicBezTo>
                <a:cubicBezTo>
                  <a:pt x="30336" y="35303"/>
                  <a:pt x="30286" y="35303"/>
                  <a:pt x="30159" y="35320"/>
                </a:cubicBezTo>
                <a:lnTo>
                  <a:pt x="29465" y="35405"/>
                </a:lnTo>
                <a:lnTo>
                  <a:pt x="29676" y="35362"/>
                </a:lnTo>
                <a:lnTo>
                  <a:pt x="28797" y="35464"/>
                </a:lnTo>
                <a:lnTo>
                  <a:pt x="29084" y="35447"/>
                </a:lnTo>
                <a:lnTo>
                  <a:pt x="29084" y="35447"/>
                </a:lnTo>
                <a:cubicBezTo>
                  <a:pt x="28907" y="35472"/>
                  <a:pt x="28738" y="35489"/>
                  <a:pt x="28560" y="35506"/>
                </a:cubicBezTo>
                <a:lnTo>
                  <a:pt x="28027" y="35566"/>
                </a:lnTo>
                <a:cubicBezTo>
                  <a:pt x="27705" y="35591"/>
                  <a:pt x="27773" y="35591"/>
                  <a:pt x="27908" y="35591"/>
                </a:cubicBezTo>
                <a:cubicBezTo>
                  <a:pt x="27959" y="35587"/>
                  <a:pt x="28010" y="35585"/>
                  <a:pt x="28061" y="35585"/>
                </a:cubicBezTo>
                <a:cubicBezTo>
                  <a:pt x="28112" y="35585"/>
                  <a:pt x="28162" y="35587"/>
                  <a:pt x="28213" y="35591"/>
                </a:cubicBezTo>
                <a:lnTo>
                  <a:pt x="28425" y="35540"/>
                </a:lnTo>
                <a:cubicBezTo>
                  <a:pt x="28823" y="35525"/>
                  <a:pt x="29359" y="35437"/>
                  <a:pt x="29505" y="35437"/>
                </a:cubicBezTo>
                <a:cubicBezTo>
                  <a:pt x="29517" y="35437"/>
                  <a:pt x="29526" y="35437"/>
                  <a:pt x="29533" y="35439"/>
                </a:cubicBezTo>
                <a:cubicBezTo>
                  <a:pt x="28847" y="35515"/>
                  <a:pt x="29017" y="35523"/>
                  <a:pt x="28738" y="35557"/>
                </a:cubicBezTo>
                <a:cubicBezTo>
                  <a:pt x="28957" y="35532"/>
                  <a:pt x="29177" y="35506"/>
                  <a:pt x="29397" y="35481"/>
                </a:cubicBezTo>
                <a:lnTo>
                  <a:pt x="29609" y="35481"/>
                </a:lnTo>
                <a:cubicBezTo>
                  <a:pt x="30125" y="35430"/>
                  <a:pt x="30641" y="35354"/>
                  <a:pt x="31148" y="35253"/>
                </a:cubicBezTo>
                <a:lnTo>
                  <a:pt x="31148" y="35253"/>
                </a:lnTo>
                <a:cubicBezTo>
                  <a:pt x="30878" y="35278"/>
                  <a:pt x="30717" y="35346"/>
                  <a:pt x="30472" y="35354"/>
                </a:cubicBezTo>
                <a:cubicBezTo>
                  <a:pt x="30632" y="35320"/>
                  <a:pt x="30912" y="35269"/>
                  <a:pt x="31250" y="35202"/>
                </a:cubicBezTo>
                <a:cubicBezTo>
                  <a:pt x="31419" y="35168"/>
                  <a:pt x="31597" y="35134"/>
                  <a:pt x="31791" y="35100"/>
                </a:cubicBezTo>
                <a:lnTo>
                  <a:pt x="32367" y="34973"/>
                </a:lnTo>
                <a:cubicBezTo>
                  <a:pt x="32369" y="34974"/>
                  <a:pt x="32373" y="34974"/>
                  <a:pt x="32379" y="34974"/>
                </a:cubicBezTo>
                <a:cubicBezTo>
                  <a:pt x="32420" y="34974"/>
                  <a:pt x="32536" y="34957"/>
                  <a:pt x="32557" y="34957"/>
                </a:cubicBezTo>
                <a:cubicBezTo>
                  <a:pt x="32564" y="34957"/>
                  <a:pt x="32560" y="34959"/>
                  <a:pt x="32536" y="34965"/>
                </a:cubicBezTo>
                <a:cubicBezTo>
                  <a:pt x="32519" y="34973"/>
                  <a:pt x="32384" y="34999"/>
                  <a:pt x="32307" y="35007"/>
                </a:cubicBezTo>
                <a:cubicBezTo>
                  <a:pt x="32342" y="35012"/>
                  <a:pt x="32208" y="35046"/>
                  <a:pt x="32240" y="35046"/>
                </a:cubicBezTo>
                <a:cubicBezTo>
                  <a:pt x="32262" y="35046"/>
                  <a:pt x="32367" y="35029"/>
                  <a:pt x="32671" y="34973"/>
                </a:cubicBezTo>
                <a:lnTo>
                  <a:pt x="32671" y="34973"/>
                </a:lnTo>
                <a:cubicBezTo>
                  <a:pt x="32409" y="35049"/>
                  <a:pt x="31867" y="35202"/>
                  <a:pt x="31893" y="35202"/>
                </a:cubicBezTo>
                <a:cubicBezTo>
                  <a:pt x="31681" y="35253"/>
                  <a:pt x="31419" y="35295"/>
                  <a:pt x="31174" y="35337"/>
                </a:cubicBezTo>
                <a:cubicBezTo>
                  <a:pt x="30928" y="35371"/>
                  <a:pt x="30692" y="35413"/>
                  <a:pt x="30514" y="35430"/>
                </a:cubicBezTo>
                <a:lnTo>
                  <a:pt x="30539" y="35422"/>
                </a:lnTo>
                <a:lnTo>
                  <a:pt x="30539" y="35422"/>
                </a:lnTo>
                <a:cubicBezTo>
                  <a:pt x="30353" y="35447"/>
                  <a:pt x="30057" y="35489"/>
                  <a:pt x="29803" y="35523"/>
                </a:cubicBezTo>
                <a:cubicBezTo>
                  <a:pt x="29643" y="35549"/>
                  <a:pt x="29473" y="35566"/>
                  <a:pt x="29304" y="35566"/>
                </a:cubicBezTo>
                <a:cubicBezTo>
                  <a:pt x="29134" y="35591"/>
                  <a:pt x="28740" y="35635"/>
                  <a:pt x="28817" y="35635"/>
                </a:cubicBezTo>
                <a:cubicBezTo>
                  <a:pt x="28843" y="35635"/>
                  <a:pt x="28926" y="35629"/>
                  <a:pt x="29093" y="35616"/>
                </a:cubicBezTo>
                <a:lnTo>
                  <a:pt x="29093" y="35616"/>
                </a:lnTo>
                <a:cubicBezTo>
                  <a:pt x="28915" y="35642"/>
                  <a:pt x="28738" y="35659"/>
                  <a:pt x="28560" y="35675"/>
                </a:cubicBezTo>
                <a:lnTo>
                  <a:pt x="28018" y="35726"/>
                </a:lnTo>
                <a:cubicBezTo>
                  <a:pt x="28196" y="35667"/>
                  <a:pt x="27189" y="35726"/>
                  <a:pt x="28247" y="35608"/>
                </a:cubicBezTo>
                <a:lnTo>
                  <a:pt x="28247" y="35608"/>
                </a:lnTo>
                <a:lnTo>
                  <a:pt x="27942" y="35642"/>
                </a:lnTo>
                <a:cubicBezTo>
                  <a:pt x="27841" y="35651"/>
                  <a:pt x="27723" y="35657"/>
                  <a:pt x="27585" y="35666"/>
                </a:cubicBezTo>
                <a:lnTo>
                  <a:pt x="27585" y="35666"/>
                </a:lnTo>
                <a:cubicBezTo>
                  <a:pt x="27689" y="35646"/>
                  <a:pt x="27659" y="35639"/>
                  <a:pt x="27549" y="35639"/>
                </a:cubicBezTo>
                <a:cubicBezTo>
                  <a:pt x="27396" y="35639"/>
                  <a:pt x="27086" y="35653"/>
                  <a:pt x="26766" y="35667"/>
                </a:cubicBezTo>
                <a:lnTo>
                  <a:pt x="26623" y="35701"/>
                </a:lnTo>
                <a:lnTo>
                  <a:pt x="25946" y="35701"/>
                </a:lnTo>
                <a:cubicBezTo>
                  <a:pt x="25855" y="35697"/>
                  <a:pt x="25759" y="35695"/>
                  <a:pt x="25655" y="35695"/>
                </a:cubicBezTo>
                <a:cubicBezTo>
                  <a:pt x="25507" y="35695"/>
                  <a:pt x="25340" y="35699"/>
                  <a:pt x="25142" y="35709"/>
                </a:cubicBezTo>
                <a:cubicBezTo>
                  <a:pt x="24618" y="35743"/>
                  <a:pt x="24093" y="35769"/>
                  <a:pt x="23560" y="35794"/>
                </a:cubicBezTo>
                <a:lnTo>
                  <a:pt x="23095" y="35794"/>
                </a:lnTo>
                <a:cubicBezTo>
                  <a:pt x="22892" y="35769"/>
                  <a:pt x="22198" y="35752"/>
                  <a:pt x="22469" y="35735"/>
                </a:cubicBezTo>
                <a:cubicBezTo>
                  <a:pt x="22435" y="35726"/>
                  <a:pt x="22478" y="35722"/>
                  <a:pt x="22565" y="35722"/>
                </a:cubicBezTo>
                <a:cubicBezTo>
                  <a:pt x="22653" y="35722"/>
                  <a:pt x="22786" y="35726"/>
                  <a:pt x="22934" y="35735"/>
                </a:cubicBezTo>
                <a:cubicBezTo>
                  <a:pt x="22985" y="35743"/>
                  <a:pt x="22909" y="35743"/>
                  <a:pt x="22960" y="35743"/>
                </a:cubicBezTo>
                <a:cubicBezTo>
                  <a:pt x="23044" y="35735"/>
                  <a:pt x="23078" y="35718"/>
                  <a:pt x="22714" y="35684"/>
                </a:cubicBezTo>
                <a:lnTo>
                  <a:pt x="22714" y="35684"/>
                </a:lnTo>
                <a:cubicBezTo>
                  <a:pt x="22987" y="35696"/>
                  <a:pt x="23087" y="35704"/>
                  <a:pt x="23224" y="35704"/>
                </a:cubicBezTo>
                <a:cubicBezTo>
                  <a:pt x="23274" y="35704"/>
                  <a:pt x="23329" y="35703"/>
                  <a:pt x="23400" y="35701"/>
                </a:cubicBezTo>
                <a:cubicBezTo>
                  <a:pt x="23273" y="35701"/>
                  <a:pt x="23146" y="35692"/>
                  <a:pt x="23019" y="35684"/>
                </a:cubicBezTo>
                <a:lnTo>
                  <a:pt x="23019" y="35684"/>
                </a:lnTo>
                <a:cubicBezTo>
                  <a:pt x="23112" y="35690"/>
                  <a:pt x="23214" y="35691"/>
                  <a:pt x="23320" y="35691"/>
                </a:cubicBezTo>
                <a:cubicBezTo>
                  <a:pt x="23531" y="35691"/>
                  <a:pt x="23755" y="35684"/>
                  <a:pt x="23941" y="35684"/>
                </a:cubicBezTo>
                <a:cubicBezTo>
                  <a:pt x="23971" y="35685"/>
                  <a:pt x="24001" y="35686"/>
                  <a:pt x="24030" y="35686"/>
                </a:cubicBezTo>
                <a:cubicBezTo>
                  <a:pt x="24151" y="35686"/>
                  <a:pt x="24267" y="35674"/>
                  <a:pt x="24384" y="35657"/>
                </a:cubicBezTo>
                <a:lnTo>
                  <a:pt x="24384" y="35657"/>
                </a:lnTo>
                <a:cubicBezTo>
                  <a:pt x="24339" y="35663"/>
                  <a:pt x="24285" y="35665"/>
                  <a:pt x="24226" y="35665"/>
                </a:cubicBezTo>
                <a:cubicBezTo>
                  <a:pt x="24043" y="35665"/>
                  <a:pt x="23804" y="35645"/>
                  <a:pt x="23594" y="35633"/>
                </a:cubicBezTo>
                <a:cubicBezTo>
                  <a:pt x="23831" y="35633"/>
                  <a:pt x="24322" y="35625"/>
                  <a:pt x="23949" y="35616"/>
                </a:cubicBezTo>
                <a:lnTo>
                  <a:pt x="23949" y="35616"/>
                </a:lnTo>
                <a:cubicBezTo>
                  <a:pt x="23814" y="35625"/>
                  <a:pt x="22782" y="35625"/>
                  <a:pt x="23510" y="35650"/>
                </a:cubicBezTo>
                <a:cubicBezTo>
                  <a:pt x="23433" y="35652"/>
                  <a:pt x="23350" y="35653"/>
                  <a:pt x="23263" y="35653"/>
                </a:cubicBezTo>
                <a:cubicBezTo>
                  <a:pt x="23002" y="35653"/>
                  <a:pt x="22702" y="35644"/>
                  <a:pt x="22435" y="35625"/>
                </a:cubicBezTo>
                <a:cubicBezTo>
                  <a:pt x="22850" y="35625"/>
                  <a:pt x="22579" y="35608"/>
                  <a:pt x="22697" y="35591"/>
                </a:cubicBezTo>
                <a:cubicBezTo>
                  <a:pt x="22664" y="35589"/>
                  <a:pt x="22630" y="35588"/>
                  <a:pt x="22597" y="35588"/>
                </a:cubicBezTo>
                <a:cubicBezTo>
                  <a:pt x="22490" y="35588"/>
                  <a:pt x="22386" y="35599"/>
                  <a:pt x="22283" y="35625"/>
                </a:cubicBezTo>
                <a:cubicBezTo>
                  <a:pt x="21759" y="35582"/>
                  <a:pt x="21395" y="35532"/>
                  <a:pt x="21014" y="35489"/>
                </a:cubicBezTo>
                <a:cubicBezTo>
                  <a:pt x="20625" y="35456"/>
                  <a:pt x="20227" y="35405"/>
                  <a:pt x="19644" y="35354"/>
                </a:cubicBezTo>
                <a:cubicBezTo>
                  <a:pt x="19635" y="35354"/>
                  <a:pt x="19629" y="35353"/>
                  <a:pt x="19627" y="35353"/>
                </a:cubicBezTo>
                <a:cubicBezTo>
                  <a:pt x="19589" y="35353"/>
                  <a:pt x="20348" y="35414"/>
                  <a:pt x="20244" y="35422"/>
                </a:cubicBezTo>
                <a:cubicBezTo>
                  <a:pt x="20024" y="35413"/>
                  <a:pt x="19847" y="35396"/>
                  <a:pt x="19694" y="35379"/>
                </a:cubicBezTo>
                <a:cubicBezTo>
                  <a:pt x="19534" y="35362"/>
                  <a:pt x="19398" y="35337"/>
                  <a:pt x="19271" y="35312"/>
                </a:cubicBezTo>
                <a:cubicBezTo>
                  <a:pt x="19009" y="35269"/>
                  <a:pt x="18764" y="35227"/>
                  <a:pt x="18392" y="35176"/>
                </a:cubicBezTo>
                <a:lnTo>
                  <a:pt x="18392" y="35176"/>
                </a:lnTo>
                <a:lnTo>
                  <a:pt x="18595" y="35244"/>
                </a:lnTo>
                <a:cubicBezTo>
                  <a:pt x="18366" y="35210"/>
                  <a:pt x="17808" y="35134"/>
                  <a:pt x="17537" y="35083"/>
                </a:cubicBezTo>
                <a:cubicBezTo>
                  <a:pt x="17485" y="35064"/>
                  <a:pt x="17000" y="34962"/>
                  <a:pt x="17065" y="34962"/>
                </a:cubicBezTo>
                <a:cubicBezTo>
                  <a:pt x="17084" y="34962"/>
                  <a:pt x="17146" y="34970"/>
                  <a:pt x="17275" y="34990"/>
                </a:cubicBezTo>
                <a:cubicBezTo>
                  <a:pt x="16962" y="34931"/>
                  <a:pt x="16734" y="34880"/>
                  <a:pt x="16548" y="34855"/>
                </a:cubicBezTo>
                <a:cubicBezTo>
                  <a:pt x="16361" y="34821"/>
                  <a:pt x="16218" y="34804"/>
                  <a:pt x="16065" y="34779"/>
                </a:cubicBezTo>
                <a:cubicBezTo>
                  <a:pt x="15625" y="34711"/>
                  <a:pt x="15194" y="34618"/>
                  <a:pt x="14763" y="34500"/>
                </a:cubicBezTo>
                <a:lnTo>
                  <a:pt x="14763" y="34500"/>
                </a:lnTo>
                <a:cubicBezTo>
                  <a:pt x="15414" y="34686"/>
                  <a:pt x="15490" y="34694"/>
                  <a:pt x="16015" y="34821"/>
                </a:cubicBezTo>
                <a:cubicBezTo>
                  <a:pt x="15822" y="34780"/>
                  <a:pt x="15751" y="34767"/>
                  <a:pt x="15738" y="34767"/>
                </a:cubicBezTo>
                <a:cubicBezTo>
                  <a:pt x="15714" y="34767"/>
                  <a:pt x="15894" y="34814"/>
                  <a:pt x="15855" y="34821"/>
                </a:cubicBezTo>
                <a:lnTo>
                  <a:pt x="15855" y="34821"/>
                </a:lnTo>
                <a:cubicBezTo>
                  <a:pt x="15850" y="34820"/>
                  <a:pt x="15845" y="34818"/>
                  <a:pt x="15840" y="34817"/>
                </a:cubicBezTo>
                <a:lnTo>
                  <a:pt x="15840" y="34817"/>
                </a:lnTo>
                <a:cubicBezTo>
                  <a:pt x="15845" y="34819"/>
                  <a:pt x="15849" y="34820"/>
                  <a:pt x="15854" y="34821"/>
                </a:cubicBezTo>
                <a:cubicBezTo>
                  <a:pt x="15854" y="34821"/>
                  <a:pt x="15855" y="34821"/>
                  <a:pt x="15855" y="34821"/>
                </a:cubicBezTo>
                <a:lnTo>
                  <a:pt x="15855" y="34821"/>
                </a:lnTo>
                <a:cubicBezTo>
                  <a:pt x="16050" y="34868"/>
                  <a:pt x="16216" y="34907"/>
                  <a:pt x="16261" y="34907"/>
                </a:cubicBezTo>
                <a:cubicBezTo>
                  <a:pt x="16274" y="34907"/>
                  <a:pt x="16277" y="34904"/>
                  <a:pt x="16268" y="34897"/>
                </a:cubicBezTo>
                <a:lnTo>
                  <a:pt x="16268" y="34897"/>
                </a:lnTo>
                <a:cubicBezTo>
                  <a:pt x="17055" y="35092"/>
                  <a:pt x="17300" y="35117"/>
                  <a:pt x="18180" y="35295"/>
                </a:cubicBezTo>
                <a:cubicBezTo>
                  <a:pt x="18209" y="35297"/>
                  <a:pt x="18227" y="35298"/>
                  <a:pt x="18238" y="35298"/>
                </a:cubicBezTo>
                <a:cubicBezTo>
                  <a:pt x="18304" y="35298"/>
                  <a:pt x="18029" y="35255"/>
                  <a:pt x="17816" y="35219"/>
                </a:cubicBezTo>
                <a:lnTo>
                  <a:pt x="17816" y="35219"/>
                </a:lnTo>
                <a:cubicBezTo>
                  <a:pt x="18265" y="35295"/>
                  <a:pt x="18299" y="35253"/>
                  <a:pt x="18882" y="35362"/>
                </a:cubicBezTo>
                <a:cubicBezTo>
                  <a:pt x="18955" y="35373"/>
                  <a:pt x="18998" y="35378"/>
                  <a:pt x="19013" y="35378"/>
                </a:cubicBezTo>
                <a:cubicBezTo>
                  <a:pt x="19059" y="35378"/>
                  <a:pt x="18846" y="35333"/>
                  <a:pt x="18451" y="35269"/>
                </a:cubicBezTo>
                <a:lnTo>
                  <a:pt x="18451" y="35269"/>
                </a:lnTo>
                <a:cubicBezTo>
                  <a:pt x="18671" y="35303"/>
                  <a:pt x="18899" y="35337"/>
                  <a:pt x="19119" y="35362"/>
                </a:cubicBezTo>
                <a:lnTo>
                  <a:pt x="19838" y="35447"/>
                </a:lnTo>
                <a:cubicBezTo>
                  <a:pt x="19661" y="35422"/>
                  <a:pt x="19491" y="35388"/>
                  <a:pt x="19322" y="35362"/>
                </a:cubicBezTo>
                <a:lnTo>
                  <a:pt x="19322" y="35362"/>
                </a:lnTo>
                <a:cubicBezTo>
                  <a:pt x="19500" y="35379"/>
                  <a:pt x="19677" y="35405"/>
                  <a:pt x="19855" y="35422"/>
                </a:cubicBezTo>
                <a:cubicBezTo>
                  <a:pt x="19703" y="35405"/>
                  <a:pt x="19559" y="35379"/>
                  <a:pt x="19415" y="35354"/>
                </a:cubicBezTo>
                <a:lnTo>
                  <a:pt x="19415" y="35354"/>
                </a:lnTo>
                <a:cubicBezTo>
                  <a:pt x="20422" y="35472"/>
                  <a:pt x="21581" y="35566"/>
                  <a:pt x="22114" y="35625"/>
                </a:cubicBezTo>
                <a:cubicBezTo>
                  <a:pt x="21902" y="35625"/>
                  <a:pt x="21640" y="35616"/>
                  <a:pt x="21369" y="35599"/>
                </a:cubicBezTo>
                <a:lnTo>
                  <a:pt x="20549" y="35540"/>
                </a:lnTo>
                <a:lnTo>
                  <a:pt x="19804" y="35481"/>
                </a:lnTo>
                <a:cubicBezTo>
                  <a:pt x="19584" y="35464"/>
                  <a:pt x="19390" y="35439"/>
                  <a:pt x="19263" y="35439"/>
                </a:cubicBezTo>
                <a:cubicBezTo>
                  <a:pt x="19364" y="35456"/>
                  <a:pt x="19542" y="35472"/>
                  <a:pt x="19720" y="35489"/>
                </a:cubicBezTo>
                <a:cubicBezTo>
                  <a:pt x="19889" y="35498"/>
                  <a:pt x="20058" y="35523"/>
                  <a:pt x="20219" y="35549"/>
                </a:cubicBezTo>
                <a:lnTo>
                  <a:pt x="20490" y="35549"/>
                </a:lnTo>
                <a:cubicBezTo>
                  <a:pt x="20803" y="35574"/>
                  <a:pt x="21513" y="35616"/>
                  <a:pt x="21581" y="35642"/>
                </a:cubicBezTo>
                <a:cubicBezTo>
                  <a:pt x="20726" y="35599"/>
                  <a:pt x="20507" y="35608"/>
                  <a:pt x="20075" y="35582"/>
                </a:cubicBezTo>
                <a:cubicBezTo>
                  <a:pt x="19999" y="35582"/>
                  <a:pt x="19931" y="35582"/>
                  <a:pt x="19864" y="35566"/>
                </a:cubicBezTo>
                <a:cubicBezTo>
                  <a:pt x="19610" y="35540"/>
                  <a:pt x="19204" y="35481"/>
                  <a:pt x="18967" y="35464"/>
                </a:cubicBezTo>
                <a:cubicBezTo>
                  <a:pt x="18755" y="35434"/>
                  <a:pt x="18799" y="35429"/>
                  <a:pt x="18853" y="35429"/>
                </a:cubicBezTo>
                <a:cubicBezTo>
                  <a:pt x="18875" y="35429"/>
                  <a:pt x="18898" y="35430"/>
                  <a:pt x="18908" y="35430"/>
                </a:cubicBezTo>
                <a:cubicBezTo>
                  <a:pt x="18400" y="35337"/>
                  <a:pt x="17969" y="35286"/>
                  <a:pt x="17537" y="35227"/>
                </a:cubicBezTo>
                <a:cubicBezTo>
                  <a:pt x="17097" y="35168"/>
                  <a:pt x="16657" y="35092"/>
                  <a:pt x="16125" y="34965"/>
                </a:cubicBezTo>
                <a:cubicBezTo>
                  <a:pt x="16125" y="34950"/>
                  <a:pt x="15482" y="34788"/>
                  <a:pt x="15519" y="34788"/>
                </a:cubicBezTo>
                <a:cubicBezTo>
                  <a:pt x="15523" y="34788"/>
                  <a:pt x="15538" y="34790"/>
                  <a:pt x="15566" y="34796"/>
                </a:cubicBezTo>
                <a:cubicBezTo>
                  <a:pt x="15262" y="34728"/>
                  <a:pt x="15025" y="34660"/>
                  <a:pt x="14813" y="34610"/>
                </a:cubicBezTo>
                <a:lnTo>
                  <a:pt x="14509" y="34542"/>
                </a:lnTo>
                <a:cubicBezTo>
                  <a:pt x="14407" y="34525"/>
                  <a:pt x="14314" y="34491"/>
                  <a:pt x="14213" y="34466"/>
                </a:cubicBezTo>
                <a:cubicBezTo>
                  <a:pt x="14170" y="34449"/>
                  <a:pt x="13942" y="34373"/>
                  <a:pt x="13764" y="34322"/>
                </a:cubicBezTo>
                <a:cubicBezTo>
                  <a:pt x="13626" y="34278"/>
                  <a:pt x="13521" y="34239"/>
                  <a:pt x="13538" y="34239"/>
                </a:cubicBezTo>
                <a:cubicBezTo>
                  <a:pt x="13543" y="34239"/>
                  <a:pt x="13557" y="34242"/>
                  <a:pt x="13584" y="34249"/>
                </a:cubicBezTo>
                <a:lnTo>
                  <a:pt x="13584" y="34249"/>
                </a:lnTo>
                <a:lnTo>
                  <a:pt x="13045" y="34102"/>
                </a:lnTo>
                <a:cubicBezTo>
                  <a:pt x="12859" y="34043"/>
                  <a:pt x="12572" y="33924"/>
                  <a:pt x="12318" y="33831"/>
                </a:cubicBezTo>
                <a:lnTo>
                  <a:pt x="11979" y="33696"/>
                </a:lnTo>
                <a:cubicBezTo>
                  <a:pt x="11912" y="33671"/>
                  <a:pt x="11844" y="33637"/>
                  <a:pt x="11785" y="33603"/>
                </a:cubicBezTo>
                <a:cubicBezTo>
                  <a:pt x="11379" y="33434"/>
                  <a:pt x="11658" y="33586"/>
                  <a:pt x="11108" y="33341"/>
                </a:cubicBezTo>
                <a:lnTo>
                  <a:pt x="11108" y="33341"/>
                </a:lnTo>
                <a:cubicBezTo>
                  <a:pt x="11113" y="33342"/>
                  <a:pt x="11115" y="33343"/>
                  <a:pt x="11116" y="33343"/>
                </a:cubicBezTo>
                <a:cubicBezTo>
                  <a:pt x="11119" y="33343"/>
                  <a:pt x="11119" y="33342"/>
                  <a:pt x="11122" y="33342"/>
                </a:cubicBezTo>
                <a:cubicBezTo>
                  <a:pt x="11127" y="33342"/>
                  <a:pt x="11143" y="33346"/>
                  <a:pt x="11210" y="33375"/>
                </a:cubicBezTo>
                <a:cubicBezTo>
                  <a:pt x="11083" y="33315"/>
                  <a:pt x="10871" y="33214"/>
                  <a:pt x="10660" y="33112"/>
                </a:cubicBezTo>
                <a:lnTo>
                  <a:pt x="10355" y="32968"/>
                </a:lnTo>
                <a:cubicBezTo>
                  <a:pt x="10254" y="32926"/>
                  <a:pt x="10169" y="32884"/>
                  <a:pt x="10101" y="32850"/>
                </a:cubicBezTo>
                <a:lnTo>
                  <a:pt x="10101" y="32850"/>
                </a:lnTo>
                <a:cubicBezTo>
                  <a:pt x="10482" y="33053"/>
                  <a:pt x="10186" y="32909"/>
                  <a:pt x="10643" y="33129"/>
                </a:cubicBezTo>
                <a:cubicBezTo>
                  <a:pt x="10524" y="33095"/>
                  <a:pt x="10414" y="33045"/>
                  <a:pt x="10304" y="32994"/>
                </a:cubicBezTo>
                <a:cubicBezTo>
                  <a:pt x="10110" y="32892"/>
                  <a:pt x="9856" y="32765"/>
                  <a:pt x="9602" y="32622"/>
                </a:cubicBezTo>
                <a:lnTo>
                  <a:pt x="9602" y="32622"/>
                </a:lnTo>
                <a:cubicBezTo>
                  <a:pt x="9754" y="32694"/>
                  <a:pt x="9816" y="32721"/>
                  <a:pt x="9824" y="32721"/>
                </a:cubicBezTo>
                <a:cubicBezTo>
                  <a:pt x="9835" y="32721"/>
                  <a:pt x="9747" y="32671"/>
                  <a:pt x="9645" y="32613"/>
                </a:cubicBezTo>
                <a:cubicBezTo>
                  <a:pt x="9505" y="32533"/>
                  <a:pt x="9338" y="32427"/>
                  <a:pt x="9357" y="32427"/>
                </a:cubicBezTo>
                <a:cubicBezTo>
                  <a:pt x="9362" y="32427"/>
                  <a:pt x="9380" y="32435"/>
                  <a:pt x="9416" y="32452"/>
                </a:cubicBezTo>
                <a:cubicBezTo>
                  <a:pt x="8536" y="31979"/>
                  <a:pt x="7691" y="31454"/>
                  <a:pt x="6878" y="30879"/>
                </a:cubicBezTo>
                <a:cubicBezTo>
                  <a:pt x="6760" y="30786"/>
                  <a:pt x="6633" y="30693"/>
                  <a:pt x="6506" y="30591"/>
                </a:cubicBezTo>
                <a:lnTo>
                  <a:pt x="6134" y="30270"/>
                </a:lnTo>
                <a:cubicBezTo>
                  <a:pt x="5872" y="30067"/>
                  <a:pt x="5635" y="29830"/>
                  <a:pt x="5398" y="29619"/>
                </a:cubicBezTo>
                <a:cubicBezTo>
                  <a:pt x="5339" y="29559"/>
                  <a:pt x="5271" y="29509"/>
                  <a:pt x="5212" y="29449"/>
                </a:cubicBezTo>
                <a:lnTo>
                  <a:pt x="5051" y="29280"/>
                </a:lnTo>
                <a:lnTo>
                  <a:pt x="4721" y="28959"/>
                </a:lnTo>
                <a:cubicBezTo>
                  <a:pt x="4620" y="28857"/>
                  <a:pt x="4527" y="28747"/>
                  <a:pt x="4434" y="28646"/>
                </a:cubicBezTo>
                <a:cubicBezTo>
                  <a:pt x="4349" y="28561"/>
                  <a:pt x="4264" y="28476"/>
                  <a:pt x="4191" y="28391"/>
                </a:cubicBezTo>
                <a:lnTo>
                  <a:pt x="4191" y="28391"/>
                </a:lnTo>
                <a:lnTo>
                  <a:pt x="4256" y="28468"/>
                </a:lnTo>
                <a:cubicBezTo>
                  <a:pt x="4121" y="28324"/>
                  <a:pt x="3985" y="28189"/>
                  <a:pt x="3867" y="28045"/>
                </a:cubicBezTo>
                <a:cubicBezTo>
                  <a:pt x="3655" y="27783"/>
                  <a:pt x="3892" y="28011"/>
                  <a:pt x="3562" y="27622"/>
                </a:cubicBezTo>
                <a:lnTo>
                  <a:pt x="3562" y="27622"/>
                </a:lnTo>
                <a:cubicBezTo>
                  <a:pt x="3698" y="27758"/>
                  <a:pt x="3816" y="27901"/>
                  <a:pt x="3935" y="28054"/>
                </a:cubicBezTo>
                <a:cubicBezTo>
                  <a:pt x="4019" y="28164"/>
                  <a:pt x="4112" y="28265"/>
                  <a:pt x="4214" y="28375"/>
                </a:cubicBezTo>
                <a:cubicBezTo>
                  <a:pt x="4307" y="28477"/>
                  <a:pt x="4408" y="28587"/>
                  <a:pt x="4493" y="28680"/>
                </a:cubicBezTo>
                <a:cubicBezTo>
                  <a:pt x="4370" y="28527"/>
                  <a:pt x="4329" y="28471"/>
                  <a:pt x="4335" y="28471"/>
                </a:cubicBezTo>
                <a:cubicBezTo>
                  <a:pt x="4343" y="28471"/>
                  <a:pt x="4428" y="28563"/>
                  <a:pt x="4518" y="28663"/>
                </a:cubicBezTo>
                <a:lnTo>
                  <a:pt x="4645" y="28790"/>
                </a:lnTo>
                <a:lnTo>
                  <a:pt x="4747" y="28883"/>
                </a:lnTo>
                <a:cubicBezTo>
                  <a:pt x="4762" y="28898"/>
                  <a:pt x="4773" y="28907"/>
                  <a:pt x="4776" y="28907"/>
                </a:cubicBezTo>
                <a:cubicBezTo>
                  <a:pt x="4781" y="28907"/>
                  <a:pt x="4761" y="28880"/>
                  <a:pt x="4696" y="28815"/>
                </a:cubicBezTo>
                <a:cubicBezTo>
                  <a:pt x="4577" y="28713"/>
                  <a:pt x="4467" y="28612"/>
                  <a:pt x="4366" y="28493"/>
                </a:cubicBezTo>
                <a:cubicBezTo>
                  <a:pt x="4231" y="28341"/>
                  <a:pt x="4053" y="28164"/>
                  <a:pt x="3892" y="27952"/>
                </a:cubicBezTo>
                <a:cubicBezTo>
                  <a:pt x="3816" y="27842"/>
                  <a:pt x="3732" y="27741"/>
                  <a:pt x="3638" y="27631"/>
                </a:cubicBezTo>
                <a:lnTo>
                  <a:pt x="3520" y="27470"/>
                </a:lnTo>
                <a:cubicBezTo>
                  <a:pt x="3478" y="27419"/>
                  <a:pt x="3435" y="27368"/>
                  <a:pt x="3402" y="27309"/>
                </a:cubicBezTo>
                <a:cubicBezTo>
                  <a:pt x="3241" y="27098"/>
                  <a:pt x="3097" y="26903"/>
                  <a:pt x="2979" y="26751"/>
                </a:cubicBezTo>
                <a:cubicBezTo>
                  <a:pt x="2869" y="26579"/>
                  <a:pt x="2833" y="26521"/>
                  <a:pt x="2836" y="26521"/>
                </a:cubicBezTo>
                <a:cubicBezTo>
                  <a:pt x="2842" y="26521"/>
                  <a:pt x="3018" y="26779"/>
                  <a:pt x="3026" y="26779"/>
                </a:cubicBezTo>
                <a:cubicBezTo>
                  <a:pt x="3029" y="26779"/>
                  <a:pt x="3018" y="26759"/>
                  <a:pt x="2987" y="26709"/>
                </a:cubicBezTo>
                <a:lnTo>
                  <a:pt x="2835" y="26514"/>
                </a:lnTo>
                <a:cubicBezTo>
                  <a:pt x="2683" y="26260"/>
                  <a:pt x="2632" y="26176"/>
                  <a:pt x="2649" y="26176"/>
                </a:cubicBezTo>
                <a:cubicBezTo>
                  <a:pt x="2539" y="26015"/>
                  <a:pt x="2446" y="25829"/>
                  <a:pt x="2344" y="25651"/>
                </a:cubicBezTo>
                <a:lnTo>
                  <a:pt x="2183" y="25372"/>
                </a:lnTo>
                <a:lnTo>
                  <a:pt x="2107" y="25237"/>
                </a:lnTo>
                <a:lnTo>
                  <a:pt x="2040" y="25101"/>
                </a:lnTo>
                <a:lnTo>
                  <a:pt x="1769" y="24560"/>
                </a:lnTo>
                <a:cubicBezTo>
                  <a:pt x="1718" y="24475"/>
                  <a:pt x="1684" y="24391"/>
                  <a:pt x="1642" y="24306"/>
                </a:cubicBezTo>
                <a:lnTo>
                  <a:pt x="1541" y="24069"/>
                </a:lnTo>
                <a:lnTo>
                  <a:pt x="1541" y="24069"/>
                </a:lnTo>
                <a:cubicBezTo>
                  <a:pt x="1647" y="24319"/>
                  <a:pt x="1673" y="24385"/>
                  <a:pt x="1669" y="24385"/>
                </a:cubicBezTo>
                <a:cubicBezTo>
                  <a:pt x="1667" y="24385"/>
                  <a:pt x="1655" y="24362"/>
                  <a:pt x="1642" y="24340"/>
                </a:cubicBezTo>
                <a:cubicBezTo>
                  <a:pt x="1622" y="24313"/>
                  <a:pt x="1608" y="24292"/>
                  <a:pt x="1606" y="24292"/>
                </a:cubicBezTo>
                <a:cubicBezTo>
                  <a:pt x="1606" y="24292"/>
                  <a:pt x="1606" y="24294"/>
                  <a:pt x="1608" y="24298"/>
                </a:cubicBezTo>
                <a:cubicBezTo>
                  <a:pt x="1608" y="24306"/>
                  <a:pt x="1617" y="24340"/>
                  <a:pt x="1642" y="24382"/>
                </a:cubicBezTo>
                <a:lnTo>
                  <a:pt x="1676" y="24475"/>
                </a:lnTo>
                <a:cubicBezTo>
                  <a:pt x="1693" y="24509"/>
                  <a:pt x="1710" y="24551"/>
                  <a:pt x="1735" y="24602"/>
                </a:cubicBezTo>
                <a:cubicBezTo>
                  <a:pt x="1667" y="24484"/>
                  <a:pt x="1591" y="24298"/>
                  <a:pt x="1498" y="24078"/>
                </a:cubicBezTo>
                <a:cubicBezTo>
                  <a:pt x="1456" y="23968"/>
                  <a:pt x="1397" y="23849"/>
                  <a:pt x="1346" y="23731"/>
                </a:cubicBezTo>
                <a:cubicBezTo>
                  <a:pt x="1295" y="23612"/>
                  <a:pt x="1253" y="23477"/>
                  <a:pt x="1211" y="23359"/>
                </a:cubicBezTo>
                <a:lnTo>
                  <a:pt x="1211" y="23359"/>
                </a:lnTo>
                <a:cubicBezTo>
                  <a:pt x="1243" y="23448"/>
                  <a:pt x="1256" y="23480"/>
                  <a:pt x="1260" y="23480"/>
                </a:cubicBezTo>
                <a:cubicBezTo>
                  <a:pt x="1266" y="23480"/>
                  <a:pt x="1243" y="23394"/>
                  <a:pt x="1228" y="23342"/>
                </a:cubicBezTo>
                <a:cubicBezTo>
                  <a:pt x="1222" y="23310"/>
                  <a:pt x="1217" y="23289"/>
                  <a:pt x="1218" y="23289"/>
                </a:cubicBezTo>
                <a:lnTo>
                  <a:pt x="1218" y="23289"/>
                </a:lnTo>
                <a:cubicBezTo>
                  <a:pt x="1218" y="23289"/>
                  <a:pt x="1221" y="23297"/>
                  <a:pt x="1228" y="23316"/>
                </a:cubicBezTo>
                <a:lnTo>
                  <a:pt x="1278" y="23460"/>
                </a:lnTo>
                <a:cubicBezTo>
                  <a:pt x="1304" y="23536"/>
                  <a:pt x="1329" y="23638"/>
                  <a:pt x="1388" y="23765"/>
                </a:cubicBezTo>
                <a:cubicBezTo>
                  <a:pt x="1354" y="23638"/>
                  <a:pt x="1304" y="23511"/>
                  <a:pt x="1253" y="23384"/>
                </a:cubicBezTo>
                <a:cubicBezTo>
                  <a:pt x="1228" y="23299"/>
                  <a:pt x="1194" y="23206"/>
                  <a:pt x="1151" y="23096"/>
                </a:cubicBezTo>
                <a:cubicBezTo>
                  <a:pt x="1134" y="23046"/>
                  <a:pt x="1109" y="22995"/>
                  <a:pt x="1092" y="22936"/>
                </a:cubicBezTo>
                <a:lnTo>
                  <a:pt x="1054" y="22802"/>
                </a:lnTo>
                <a:lnTo>
                  <a:pt x="1054" y="22802"/>
                </a:lnTo>
                <a:cubicBezTo>
                  <a:pt x="1092" y="22927"/>
                  <a:pt x="1159" y="23096"/>
                  <a:pt x="1219" y="23232"/>
                </a:cubicBezTo>
                <a:cubicBezTo>
                  <a:pt x="1273" y="23378"/>
                  <a:pt x="1320" y="23489"/>
                  <a:pt x="1321" y="23489"/>
                </a:cubicBezTo>
                <a:cubicBezTo>
                  <a:pt x="1322" y="23489"/>
                  <a:pt x="1321" y="23488"/>
                  <a:pt x="1321" y="23486"/>
                </a:cubicBezTo>
                <a:cubicBezTo>
                  <a:pt x="1253" y="23316"/>
                  <a:pt x="1160" y="23079"/>
                  <a:pt x="1084" y="22826"/>
                </a:cubicBezTo>
                <a:lnTo>
                  <a:pt x="965" y="22428"/>
                </a:lnTo>
                <a:cubicBezTo>
                  <a:pt x="923" y="22293"/>
                  <a:pt x="889" y="22157"/>
                  <a:pt x="864" y="22022"/>
                </a:cubicBezTo>
                <a:cubicBezTo>
                  <a:pt x="830" y="21887"/>
                  <a:pt x="805" y="21760"/>
                  <a:pt x="771" y="21633"/>
                </a:cubicBezTo>
                <a:cubicBezTo>
                  <a:pt x="762" y="21574"/>
                  <a:pt x="745" y="21514"/>
                  <a:pt x="728" y="21455"/>
                </a:cubicBezTo>
                <a:cubicBezTo>
                  <a:pt x="720" y="21396"/>
                  <a:pt x="712" y="21345"/>
                  <a:pt x="703" y="21295"/>
                </a:cubicBezTo>
                <a:cubicBezTo>
                  <a:pt x="661" y="21083"/>
                  <a:pt x="635" y="20931"/>
                  <a:pt x="610" y="20855"/>
                </a:cubicBezTo>
                <a:cubicBezTo>
                  <a:pt x="576" y="20719"/>
                  <a:pt x="542" y="20567"/>
                  <a:pt x="517" y="20406"/>
                </a:cubicBezTo>
                <a:cubicBezTo>
                  <a:pt x="483" y="20237"/>
                  <a:pt x="449" y="20068"/>
                  <a:pt x="424" y="19882"/>
                </a:cubicBezTo>
                <a:cubicBezTo>
                  <a:pt x="365" y="19518"/>
                  <a:pt x="314" y="19146"/>
                  <a:pt x="280" y="18807"/>
                </a:cubicBezTo>
                <a:cubicBezTo>
                  <a:pt x="246" y="18131"/>
                  <a:pt x="221" y="17386"/>
                  <a:pt x="246" y="16625"/>
                </a:cubicBezTo>
                <a:lnTo>
                  <a:pt x="246" y="16625"/>
                </a:lnTo>
                <a:lnTo>
                  <a:pt x="255" y="16760"/>
                </a:lnTo>
                <a:cubicBezTo>
                  <a:pt x="263" y="16549"/>
                  <a:pt x="263" y="16270"/>
                  <a:pt x="280" y="15974"/>
                </a:cubicBezTo>
                <a:cubicBezTo>
                  <a:pt x="297" y="15678"/>
                  <a:pt x="305" y="15348"/>
                  <a:pt x="339" y="15035"/>
                </a:cubicBezTo>
                <a:lnTo>
                  <a:pt x="373" y="14891"/>
                </a:lnTo>
                <a:cubicBezTo>
                  <a:pt x="399" y="14459"/>
                  <a:pt x="492" y="13647"/>
                  <a:pt x="576" y="12987"/>
                </a:cubicBezTo>
                <a:cubicBezTo>
                  <a:pt x="563" y="12987"/>
                  <a:pt x="516" y="13378"/>
                  <a:pt x="507" y="13378"/>
                </a:cubicBezTo>
                <a:cubicBezTo>
                  <a:pt x="505" y="13378"/>
                  <a:pt x="505" y="13356"/>
                  <a:pt x="508" y="13300"/>
                </a:cubicBezTo>
                <a:lnTo>
                  <a:pt x="508" y="13300"/>
                </a:lnTo>
                <a:cubicBezTo>
                  <a:pt x="473" y="13578"/>
                  <a:pt x="443" y="13819"/>
                  <a:pt x="455" y="13819"/>
                </a:cubicBezTo>
                <a:cubicBezTo>
                  <a:pt x="457" y="13819"/>
                  <a:pt x="461" y="13810"/>
                  <a:pt x="466" y="13791"/>
                </a:cubicBezTo>
                <a:lnTo>
                  <a:pt x="466" y="13791"/>
                </a:lnTo>
                <a:cubicBezTo>
                  <a:pt x="432" y="14121"/>
                  <a:pt x="407" y="14138"/>
                  <a:pt x="365" y="14400"/>
                </a:cubicBezTo>
                <a:lnTo>
                  <a:pt x="424" y="13766"/>
                </a:lnTo>
                <a:lnTo>
                  <a:pt x="500" y="13131"/>
                </a:lnTo>
                <a:cubicBezTo>
                  <a:pt x="500" y="13089"/>
                  <a:pt x="508" y="13038"/>
                  <a:pt x="525" y="12987"/>
                </a:cubicBezTo>
                <a:lnTo>
                  <a:pt x="508" y="12894"/>
                </a:lnTo>
                <a:cubicBezTo>
                  <a:pt x="550" y="12625"/>
                  <a:pt x="574" y="12514"/>
                  <a:pt x="582" y="12514"/>
                </a:cubicBezTo>
                <a:cubicBezTo>
                  <a:pt x="584" y="12514"/>
                  <a:pt x="585" y="12520"/>
                  <a:pt x="585" y="12531"/>
                </a:cubicBezTo>
                <a:cubicBezTo>
                  <a:pt x="627" y="12167"/>
                  <a:pt x="652" y="11930"/>
                  <a:pt x="686" y="11685"/>
                </a:cubicBezTo>
                <a:cubicBezTo>
                  <a:pt x="720" y="11431"/>
                  <a:pt x="754" y="11186"/>
                  <a:pt x="830" y="10805"/>
                </a:cubicBezTo>
                <a:lnTo>
                  <a:pt x="830" y="10805"/>
                </a:lnTo>
                <a:cubicBezTo>
                  <a:pt x="789" y="11127"/>
                  <a:pt x="772" y="11336"/>
                  <a:pt x="684" y="11834"/>
                </a:cubicBezTo>
                <a:lnTo>
                  <a:pt x="684" y="11834"/>
                </a:lnTo>
                <a:cubicBezTo>
                  <a:pt x="733" y="11558"/>
                  <a:pt x="781" y="11284"/>
                  <a:pt x="830" y="11016"/>
                </a:cubicBezTo>
                <a:lnTo>
                  <a:pt x="830" y="11016"/>
                </a:lnTo>
                <a:cubicBezTo>
                  <a:pt x="805" y="11211"/>
                  <a:pt x="720" y="11685"/>
                  <a:pt x="669" y="12074"/>
                </a:cubicBezTo>
                <a:cubicBezTo>
                  <a:pt x="626" y="12405"/>
                  <a:pt x="595" y="12675"/>
                  <a:pt x="608" y="12675"/>
                </a:cubicBezTo>
                <a:cubicBezTo>
                  <a:pt x="610" y="12675"/>
                  <a:pt x="613" y="12667"/>
                  <a:pt x="618" y="12649"/>
                </a:cubicBezTo>
                <a:cubicBezTo>
                  <a:pt x="652" y="12412"/>
                  <a:pt x="686" y="12150"/>
                  <a:pt x="728" y="11871"/>
                </a:cubicBezTo>
                <a:cubicBezTo>
                  <a:pt x="762" y="11592"/>
                  <a:pt x="805" y="11304"/>
                  <a:pt x="855" y="11025"/>
                </a:cubicBezTo>
                <a:cubicBezTo>
                  <a:pt x="940" y="10458"/>
                  <a:pt x="1041" y="9917"/>
                  <a:pt x="1118" y="9502"/>
                </a:cubicBezTo>
                <a:cubicBezTo>
                  <a:pt x="1244" y="9079"/>
                  <a:pt x="1371" y="8428"/>
                  <a:pt x="1600" y="7734"/>
                </a:cubicBezTo>
                <a:cubicBezTo>
                  <a:pt x="1626" y="7663"/>
                  <a:pt x="1677" y="7521"/>
                  <a:pt x="1684" y="7521"/>
                </a:cubicBezTo>
                <a:cubicBezTo>
                  <a:pt x="1686" y="7521"/>
                  <a:pt x="1684" y="7534"/>
                  <a:pt x="1676" y="7565"/>
                </a:cubicBezTo>
                <a:lnTo>
                  <a:pt x="1617" y="7760"/>
                </a:lnTo>
                <a:cubicBezTo>
                  <a:pt x="1904" y="6829"/>
                  <a:pt x="2268" y="5924"/>
                  <a:pt x="2691" y="5044"/>
                </a:cubicBezTo>
                <a:lnTo>
                  <a:pt x="2809" y="4858"/>
                </a:lnTo>
                <a:lnTo>
                  <a:pt x="2936" y="4680"/>
                </a:lnTo>
                <a:cubicBezTo>
                  <a:pt x="3114" y="4367"/>
                  <a:pt x="3216" y="4232"/>
                  <a:pt x="3241" y="4173"/>
                </a:cubicBezTo>
                <a:cubicBezTo>
                  <a:pt x="3257" y="4145"/>
                  <a:pt x="3262" y="4136"/>
                  <a:pt x="3259" y="4136"/>
                </a:cubicBezTo>
                <a:cubicBezTo>
                  <a:pt x="3257" y="4136"/>
                  <a:pt x="3246" y="4147"/>
                  <a:pt x="3232" y="4156"/>
                </a:cubicBezTo>
                <a:cubicBezTo>
                  <a:pt x="3219" y="4169"/>
                  <a:pt x="3206" y="4182"/>
                  <a:pt x="3201" y="4182"/>
                </a:cubicBezTo>
                <a:cubicBezTo>
                  <a:pt x="3197" y="4182"/>
                  <a:pt x="3199" y="4171"/>
                  <a:pt x="3216" y="4139"/>
                </a:cubicBezTo>
                <a:cubicBezTo>
                  <a:pt x="3232" y="4114"/>
                  <a:pt x="3266" y="4054"/>
                  <a:pt x="3317" y="3970"/>
                </a:cubicBezTo>
                <a:lnTo>
                  <a:pt x="3562" y="3623"/>
                </a:lnTo>
                <a:cubicBezTo>
                  <a:pt x="3622" y="3555"/>
                  <a:pt x="3723" y="3437"/>
                  <a:pt x="3841" y="3285"/>
                </a:cubicBezTo>
                <a:cubicBezTo>
                  <a:pt x="3901" y="3208"/>
                  <a:pt x="3977" y="3141"/>
                  <a:pt x="4045" y="3056"/>
                </a:cubicBezTo>
                <a:cubicBezTo>
                  <a:pt x="4112" y="2980"/>
                  <a:pt x="4180" y="2895"/>
                  <a:pt x="4256" y="2819"/>
                </a:cubicBezTo>
                <a:cubicBezTo>
                  <a:pt x="4408" y="2675"/>
                  <a:pt x="4544" y="2523"/>
                  <a:pt x="4662" y="2422"/>
                </a:cubicBezTo>
                <a:cubicBezTo>
                  <a:pt x="4730" y="2362"/>
                  <a:pt x="4797" y="2303"/>
                  <a:pt x="4874" y="2252"/>
                </a:cubicBezTo>
                <a:cubicBezTo>
                  <a:pt x="5077" y="2058"/>
                  <a:pt x="5178" y="1982"/>
                  <a:pt x="5195" y="1948"/>
                </a:cubicBezTo>
                <a:lnTo>
                  <a:pt x="5195" y="1948"/>
                </a:lnTo>
                <a:cubicBezTo>
                  <a:pt x="5037" y="2066"/>
                  <a:pt x="4757" y="2327"/>
                  <a:pt x="4743" y="2327"/>
                </a:cubicBezTo>
                <a:cubicBezTo>
                  <a:pt x="4739" y="2327"/>
                  <a:pt x="4757" y="2305"/>
                  <a:pt x="4806" y="2252"/>
                </a:cubicBezTo>
                <a:lnTo>
                  <a:pt x="4941" y="2134"/>
                </a:lnTo>
                <a:lnTo>
                  <a:pt x="5060" y="2024"/>
                </a:lnTo>
                <a:lnTo>
                  <a:pt x="5280" y="1846"/>
                </a:lnTo>
                <a:cubicBezTo>
                  <a:pt x="5414" y="1745"/>
                  <a:pt x="5549" y="1653"/>
                  <a:pt x="5717" y="1535"/>
                </a:cubicBezTo>
                <a:lnTo>
                  <a:pt x="5717" y="1535"/>
                </a:lnTo>
                <a:cubicBezTo>
                  <a:pt x="5701" y="1546"/>
                  <a:pt x="5649" y="1589"/>
                  <a:pt x="5609" y="1623"/>
                </a:cubicBezTo>
                <a:lnTo>
                  <a:pt x="5609" y="1623"/>
                </a:lnTo>
                <a:cubicBezTo>
                  <a:pt x="6121" y="1247"/>
                  <a:pt x="6673" y="930"/>
                  <a:pt x="7251" y="687"/>
                </a:cubicBezTo>
                <a:cubicBezTo>
                  <a:pt x="7411" y="611"/>
                  <a:pt x="7581" y="561"/>
                  <a:pt x="7741" y="501"/>
                </a:cubicBezTo>
                <a:cubicBezTo>
                  <a:pt x="7902" y="434"/>
                  <a:pt x="8063" y="400"/>
                  <a:pt x="8215" y="349"/>
                </a:cubicBezTo>
                <a:cubicBezTo>
                  <a:pt x="8376" y="298"/>
                  <a:pt x="8528" y="273"/>
                  <a:pt x="8663" y="248"/>
                </a:cubicBezTo>
                <a:cubicBezTo>
                  <a:pt x="8731" y="231"/>
                  <a:pt x="8799" y="214"/>
                  <a:pt x="8866" y="197"/>
                </a:cubicBezTo>
                <a:lnTo>
                  <a:pt x="9052" y="171"/>
                </a:lnTo>
                <a:lnTo>
                  <a:pt x="9052" y="171"/>
                </a:lnTo>
                <a:cubicBezTo>
                  <a:pt x="8968" y="180"/>
                  <a:pt x="8892" y="188"/>
                  <a:pt x="8833" y="197"/>
                </a:cubicBezTo>
                <a:lnTo>
                  <a:pt x="8663" y="239"/>
                </a:lnTo>
                <a:cubicBezTo>
                  <a:pt x="8613" y="248"/>
                  <a:pt x="8553" y="265"/>
                  <a:pt x="8477" y="281"/>
                </a:cubicBezTo>
                <a:lnTo>
                  <a:pt x="8350" y="298"/>
                </a:lnTo>
                <a:lnTo>
                  <a:pt x="8198" y="341"/>
                </a:lnTo>
                <a:cubicBezTo>
                  <a:pt x="8240" y="315"/>
                  <a:pt x="8283" y="298"/>
                  <a:pt x="8333" y="290"/>
                </a:cubicBezTo>
                <a:cubicBezTo>
                  <a:pt x="8410" y="273"/>
                  <a:pt x="8494" y="256"/>
                  <a:pt x="8545" y="239"/>
                </a:cubicBezTo>
                <a:lnTo>
                  <a:pt x="8545" y="239"/>
                </a:lnTo>
                <a:cubicBezTo>
                  <a:pt x="8435" y="248"/>
                  <a:pt x="8325" y="273"/>
                  <a:pt x="8223" y="307"/>
                </a:cubicBezTo>
                <a:lnTo>
                  <a:pt x="7927" y="391"/>
                </a:lnTo>
                <a:cubicBezTo>
                  <a:pt x="7817" y="425"/>
                  <a:pt x="7707" y="468"/>
                  <a:pt x="7589" y="501"/>
                </a:cubicBezTo>
                <a:cubicBezTo>
                  <a:pt x="7851" y="400"/>
                  <a:pt x="8113" y="307"/>
                  <a:pt x="8384" y="239"/>
                </a:cubicBezTo>
                <a:lnTo>
                  <a:pt x="8384" y="239"/>
                </a:lnTo>
                <a:cubicBezTo>
                  <a:pt x="8232" y="265"/>
                  <a:pt x="8071" y="298"/>
                  <a:pt x="7919" y="332"/>
                </a:cubicBezTo>
                <a:cubicBezTo>
                  <a:pt x="8528" y="129"/>
                  <a:pt x="9171" y="19"/>
                  <a:pt x="9814" y="2"/>
                </a:cubicBezTo>
                <a:cubicBezTo>
                  <a:pt x="9733" y="2"/>
                  <a:pt x="9654" y="1"/>
                  <a:pt x="957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348" name="Shape 3348"/>
        <p:cNvGrpSpPr/>
        <p:nvPr/>
      </p:nvGrpSpPr>
      <p:grpSpPr>
        <a:xfrm>
          <a:off x="0" y="0"/>
          <a:ext cx="0" cy="0"/>
          <a:chOff x="0" y="0"/>
          <a:chExt cx="0" cy="0"/>
        </a:xfrm>
      </p:grpSpPr>
      <p:sp>
        <p:nvSpPr>
          <p:cNvPr id="3349" name="Google Shape;3349;p46"/>
          <p:cNvSpPr txBox="1"/>
          <p:nvPr>
            <p:ph idx="1" type="body"/>
          </p:nvPr>
        </p:nvSpPr>
        <p:spPr>
          <a:xfrm>
            <a:off x="845575" y="539625"/>
            <a:ext cx="4410000" cy="106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 PICTURE IS WORTH A THOUSAND WORDS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53" name="Shape 3353"/>
        <p:cNvGrpSpPr/>
        <p:nvPr/>
      </p:nvGrpSpPr>
      <p:grpSpPr>
        <a:xfrm>
          <a:off x="0" y="0"/>
          <a:ext cx="0" cy="0"/>
          <a:chOff x="0" y="0"/>
          <a:chExt cx="0" cy="0"/>
        </a:xfrm>
      </p:grpSpPr>
      <p:sp>
        <p:nvSpPr>
          <p:cNvPr id="3354" name="Google Shape;3354;p47"/>
          <p:cNvSpPr txBox="1"/>
          <p:nvPr>
            <p:ph idx="1" type="body"/>
          </p:nvPr>
        </p:nvSpPr>
        <p:spPr>
          <a:xfrm>
            <a:off x="717050" y="2704800"/>
            <a:ext cx="3594000" cy="100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Images reveal large amounts of data, so remember: use an image instead of a long text</a:t>
            </a:r>
            <a:endParaRPr/>
          </a:p>
        </p:txBody>
      </p:sp>
      <p:pic>
        <p:nvPicPr>
          <p:cNvPr id="3355" name="Google Shape;3355;p47"/>
          <p:cNvPicPr preferRelativeResize="0"/>
          <p:nvPr/>
        </p:nvPicPr>
        <p:blipFill rotWithShape="1">
          <a:blip r:embed="rId3">
            <a:alphaModFix/>
          </a:blip>
          <a:srcRect b="0" l="15016" r="16131" t="0"/>
          <a:stretch/>
        </p:blipFill>
        <p:spPr>
          <a:xfrm>
            <a:off x="5379725" y="0"/>
            <a:ext cx="3764278" cy="5143503"/>
          </a:xfrm>
          <a:prstGeom prst="rect">
            <a:avLst/>
          </a:prstGeom>
          <a:noFill/>
          <a:ln>
            <a:noFill/>
          </a:ln>
        </p:spPr>
      </p:pic>
      <p:sp>
        <p:nvSpPr>
          <p:cNvPr id="3356" name="Google Shape;3356;p47"/>
          <p:cNvSpPr/>
          <p:nvPr/>
        </p:nvSpPr>
        <p:spPr>
          <a:xfrm rot="5400000">
            <a:off x="2388338" y="2120662"/>
            <a:ext cx="5697284" cy="1108959"/>
          </a:xfrm>
          <a:custGeom>
            <a:rect b="b" l="l" r="r" t="t"/>
            <a:pathLst>
              <a:path extrusionOk="0" h="18265" w="94714">
                <a:moveTo>
                  <a:pt x="17417" y="2310"/>
                </a:moveTo>
                <a:cubicBezTo>
                  <a:pt x="17448" y="2310"/>
                  <a:pt x="17509" y="2341"/>
                  <a:pt x="17539" y="2371"/>
                </a:cubicBezTo>
                <a:cubicBezTo>
                  <a:pt x="17539" y="2401"/>
                  <a:pt x="17509" y="2432"/>
                  <a:pt x="17478" y="2462"/>
                </a:cubicBezTo>
                <a:cubicBezTo>
                  <a:pt x="17448" y="2493"/>
                  <a:pt x="17387" y="2493"/>
                  <a:pt x="17357" y="2493"/>
                </a:cubicBezTo>
                <a:lnTo>
                  <a:pt x="17144" y="2614"/>
                </a:lnTo>
                <a:cubicBezTo>
                  <a:pt x="16992" y="2553"/>
                  <a:pt x="17022" y="2432"/>
                  <a:pt x="17235" y="2371"/>
                </a:cubicBezTo>
                <a:lnTo>
                  <a:pt x="17417" y="2310"/>
                </a:lnTo>
                <a:close/>
                <a:moveTo>
                  <a:pt x="12341" y="2736"/>
                </a:moveTo>
                <a:cubicBezTo>
                  <a:pt x="12433" y="2736"/>
                  <a:pt x="12402" y="2979"/>
                  <a:pt x="12281" y="3040"/>
                </a:cubicBezTo>
                <a:cubicBezTo>
                  <a:pt x="12247" y="3051"/>
                  <a:pt x="12214" y="3058"/>
                  <a:pt x="12185" y="3058"/>
                </a:cubicBezTo>
                <a:cubicBezTo>
                  <a:pt x="12135" y="3058"/>
                  <a:pt x="12098" y="3037"/>
                  <a:pt x="12098" y="2979"/>
                </a:cubicBezTo>
                <a:cubicBezTo>
                  <a:pt x="12129" y="2888"/>
                  <a:pt x="12220" y="2797"/>
                  <a:pt x="12341" y="2736"/>
                </a:cubicBezTo>
                <a:close/>
                <a:moveTo>
                  <a:pt x="82756" y="2780"/>
                </a:moveTo>
                <a:cubicBezTo>
                  <a:pt x="82765" y="2780"/>
                  <a:pt x="82768" y="2786"/>
                  <a:pt x="82768" y="2797"/>
                </a:cubicBezTo>
                <a:cubicBezTo>
                  <a:pt x="82738" y="2857"/>
                  <a:pt x="82768" y="2888"/>
                  <a:pt x="82799" y="2888"/>
                </a:cubicBezTo>
                <a:cubicBezTo>
                  <a:pt x="82829" y="2888"/>
                  <a:pt x="82890" y="2949"/>
                  <a:pt x="82920" y="2979"/>
                </a:cubicBezTo>
                <a:cubicBezTo>
                  <a:pt x="82768" y="3009"/>
                  <a:pt x="82647" y="3040"/>
                  <a:pt x="82525" y="3070"/>
                </a:cubicBezTo>
                <a:cubicBezTo>
                  <a:pt x="82495" y="3070"/>
                  <a:pt x="82464" y="3040"/>
                  <a:pt x="82434" y="3009"/>
                </a:cubicBezTo>
                <a:cubicBezTo>
                  <a:pt x="82403" y="2979"/>
                  <a:pt x="82434" y="2918"/>
                  <a:pt x="82434" y="2918"/>
                </a:cubicBezTo>
                <a:lnTo>
                  <a:pt x="82616" y="2888"/>
                </a:lnTo>
                <a:cubicBezTo>
                  <a:pt x="82697" y="2807"/>
                  <a:pt x="82738" y="2780"/>
                  <a:pt x="82756" y="2780"/>
                </a:cubicBezTo>
                <a:close/>
                <a:moveTo>
                  <a:pt x="81639" y="3136"/>
                </a:moveTo>
                <a:cubicBezTo>
                  <a:pt x="81674" y="3136"/>
                  <a:pt x="81708" y="3144"/>
                  <a:pt x="81735" y="3161"/>
                </a:cubicBezTo>
                <a:cubicBezTo>
                  <a:pt x="81856" y="3192"/>
                  <a:pt x="81886" y="3282"/>
                  <a:pt x="81797" y="3313"/>
                </a:cubicBezTo>
                <a:lnTo>
                  <a:pt x="81797" y="3313"/>
                </a:lnTo>
                <a:cubicBezTo>
                  <a:pt x="81685" y="3308"/>
                  <a:pt x="81576" y="3278"/>
                  <a:pt x="81492" y="3222"/>
                </a:cubicBezTo>
                <a:cubicBezTo>
                  <a:pt x="81470" y="3179"/>
                  <a:pt x="81555" y="3136"/>
                  <a:pt x="81639" y="3136"/>
                </a:cubicBezTo>
                <a:close/>
                <a:moveTo>
                  <a:pt x="8542" y="3526"/>
                </a:moveTo>
                <a:lnTo>
                  <a:pt x="8724" y="3617"/>
                </a:lnTo>
                <a:cubicBezTo>
                  <a:pt x="8697" y="3671"/>
                  <a:pt x="8653" y="3713"/>
                  <a:pt x="8598" y="3743"/>
                </a:cubicBezTo>
                <a:lnTo>
                  <a:pt x="8598" y="3743"/>
                </a:lnTo>
                <a:cubicBezTo>
                  <a:pt x="8581" y="3721"/>
                  <a:pt x="8564" y="3700"/>
                  <a:pt x="8542" y="3678"/>
                </a:cubicBezTo>
                <a:lnTo>
                  <a:pt x="8451" y="3678"/>
                </a:lnTo>
                <a:cubicBezTo>
                  <a:pt x="8420" y="3678"/>
                  <a:pt x="8420" y="3617"/>
                  <a:pt x="8420" y="3556"/>
                </a:cubicBezTo>
                <a:cubicBezTo>
                  <a:pt x="8420" y="3526"/>
                  <a:pt x="8512" y="3526"/>
                  <a:pt x="8542" y="3526"/>
                </a:cubicBezTo>
                <a:close/>
                <a:moveTo>
                  <a:pt x="10244" y="3496"/>
                </a:moveTo>
                <a:cubicBezTo>
                  <a:pt x="10305" y="3496"/>
                  <a:pt x="10366" y="3526"/>
                  <a:pt x="10335" y="3556"/>
                </a:cubicBezTo>
                <a:lnTo>
                  <a:pt x="10335" y="3587"/>
                </a:lnTo>
                <a:lnTo>
                  <a:pt x="10335" y="3617"/>
                </a:lnTo>
                <a:cubicBezTo>
                  <a:pt x="10314" y="3660"/>
                  <a:pt x="10338" y="3703"/>
                  <a:pt x="10375" y="3703"/>
                </a:cubicBezTo>
                <a:cubicBezTo>
                  <a:pt x="10391" y="3703"/>
                  <a:pt x="10409" y="3696"/>
                  <a:pt x="10426" y="3678"/>
                </a:cubicBezTo>
                <a:lnTo>
                  <a:pt x="10457" y="3678"/>
                </a:lnTo>
                <a:cubicBezTo>
                  <a:pt x="10461" y="3676"/>
                  <a:pt x="10465" y="3675"/>
                  <a:pt x="10470" y="3675"/>
                </a:cubicBezTo>
                <a:cubicBezTo>
                  <a:pt x="10537" y="3675"/>
                  <a:pt x="10664" y="3860"/>
                  <a:pt x="10578" y="3860"/>
                </a:cubicBezTo>
                <a:lnTo>
                  <a:pt x="10001" y="3860"/>
                </a:lnTo>
                <a:cubicBezTo>
                  <a:pt x="10001" y="3769"/>
                  <a:pt x="10031" y="3648"/>
                  <a:pt x="10031" y="3648"/>
                </a:cubicBezTo>
                <a:cubicBezTo>
                  <a:pt x="10183" y="3648"/>
                  <a:pt x="10183" y="3556"/>
                  <a:pt x="10244" y="3496"/>
                </a:cubicBezTo>
                <a:close/>
                <a:moveTo>
                  <a:pt x="9506" y="3483"/>
                </a:moveTo>
                <a:cubicBezTo>
                  <a:pt x="9527" y="3483"/>
                  <a:pt x="9550" y="3487"/>
                  <a:pt x="9575" y="3496"/>
                </a:cubicBezTo>
                <a:cubicBezTo>
                  <a:pt x="9667" y="3526"/>
                  <a:pt x="9758" y="3587"/>
                  <a:pt x="9819" y="3678"/>
                </a:cubicBezTo>
                <a:lnTo>
                  <a:pt x="9849" y="3739"/>
                </a:lnTo>
                <a:cubicBezTo>
                  <a:pt x="9827" y="3805"/>
                  <a:pt x="9758" y="3855"/>
                  <a:pt x="9675" y="3855"/>
                </a:cubicBezTo>
                <a:cubicBezTo>
                  <a:pt x="9643" y="3855"/>
                  <a:pt x="9609" y="3847"/>
                  <a:pt x="9575" y="3830"/>
                </a:cubicBezTo>
                <a:lnTo>
                  <a:pt x="9484" y="3830"/>
                </a:lnTo>
                <a:cubicBezTo>
                  <a:pt x="9423" y="3830"/>
                  <a:pt x="9363" y="3830"/>
                  <a:pt x="9332" y="3860"/>
                </a:cubicBezTo>
                <a:lnTo>
                  <a:pt x="9332" y="3982"/>
                </a:lnTo>
                <a:cubicBezTo>
                  <a:pt x="9241" y="3982"/>
                  <a:pt x="9180" y="3891"/>
                  <a:pt x="9180" y="3830"/>
                </a:cubicBezTo>
                <a:lnTo>
                  <a:pt x="9211" y="3769"/>
                </a:lnTo>
                <a:cubicBezTo>
                  <a:pt x="9211" y="3739"/>
                  <a:pt x="9211" y="3678"/>
                  <a:pt x="9211" y="3678"/>
                </a:cubicBezTo>
                <a:cubicBezTo>
                  <a:pt x="9315" y="3626"/>
                  <a:pt x="9375" y="3483"/>
                  <a:pt x="9506" y="3483"/>
                </a:cubicBezTo>
                <a:close/>
                <a:moveTo>
                  <a:pt x="9940" y="4316"/>
                </a:moveTo>
                <a:lnTo>
                  <a:pt x="10153" y="4347"/>
                </a:lnTo>
                <a:cubicBezTo>
                  <a:pt x="10426" y="4408"/>
                  <a:pt x="10639" y="4468"/>
                  <a:pt x="10639" y="4499"/>
                </a:cubicBezTo>
                <a:cubicBezTo>
                  <a:pt x="10639" y="4542"/>
                  <a:pt x="10578" y="4585"/>
                  <a:pt x="10500" y="4585"/>
                </a:cubicBezTo>
                <a:cubicBezTo>
                  <a:pt x="10467" y="4585"/>
                  <a:pt x="10432" y="4577"/>
                  <a:pt x="10396" y="4560"/>
                </a:cubicBezTo>
                <a:lnTo>
                  <a:pt x="10244" y="4560"/>
                </a:lnTo>
                <a:cubicBezTo>
                  <a:pt x="10122" y="4560"/>
                  <a:pt x="10001" y="4529"/>
                  <a:pt x="9879" y="4468"/>
                </a:cubicBezTo>
                <a:cubicBezTo>
                  <a:pt x="9849" y="4438"/>
                  <a:pt x="9819" y="4408"/>
                  <a:pt x="9819" y="4377"/>
                </a:cubicBezTo>
                <a:cubicBezTo>
                  <a:pt x="9849" y="4347"/>
                  <a:pt x="9879" y="4316"/>
                  <a:pt x="9940" y="4316"/>
                </a:cubicBezTo>
                <a:close/>
                <a:moveTo>
                  <a:pt x="8811" y="4402"/>
                </a:moveTo>
                <a:cubicBezTo>
                  <a:pt x="8877" y="4402"/>
                  <a:pt x="8979" y="4488"/>
                  <a:pt x="9059" y="4620"/>
                </a:cubicBezTo>
                <a:lnTo>
                  <a:pt x="8755" y="4681"/>
                </a:lnTo>
                <a:lnTo>
                  <a:pt x="8663" y="4681"/>
                </a:lnTo>
                <a:cubicBezTo>
                  <a:pt x="8649" y="4696"/>
                  <a:pt x="8627" y="4702"/>
                  <a:pt x="8604" y="4702"/>
                </a:cubicBezTo>
                <a:cubicBezTo>
                  <a:pt x="8529" y="4702"/>
                  <a:pt x="8435" y="4643"/>
                  <a:pt x="8481" y="4620"/>
                </a:cubicBezTo>
                <a:lnTo>
                  <a:pt x="8785" y="4408"/>
                </a:lnTo>
                <a:cubicBezTo>
                  <a:pt x="8793" y="4404"/>
                  <a:pt x="8802" y="4402"/>
                  <a:pt x="8811" y="4402"/>
                </a:cubicBezTo>
                <a:close/>
                <a:moveTo>
                  <a:pt x="11133" y="4107"/>
                </a:moveTo>
                <a:cubicBezTo>
                  <a:pt x="11149" y="4107"/>
                  <a:pt x="11166" y="4114"/>
                  <a:pt x="11186" y="4134"/>
                </a:cubicBezTo>
                <a:cubicBezTo>
                  <a:pt x="11217" y="4164"/>
                  <a:pt x="11247" y="4225"/>
                  <a:pt x="11247" y="4256"/>
                </a:cubicBezTo>
                <a:lnTo>
                  <a:pt x="11217" y="4347"/>
                </a:lnTo>
                <a:cubicBezTo>
                  <a:pt x="11126" y="4468"/>
                  <a:pt x="11156" y="4560"/>
                  <a:pt x="11247" y="4590"/>
                </a:cubicBezTo>
                <a:lnTo>
                  <a:pt x="11278" y="4620"/>
                </a:lnTo>
                <a:cubicBezTo>
                  <a:pt x="11338" y="4712"/>
                  <a:pt x="11217" y="4772"/>
                  <a:pt x="11126" y="4803"/>
                </a:cubicBezTo>
                <a:cubicBezTo>
                  <a:pt x="11065" y="4803"/>
                  <a:pt x="11004" y="4803"/>
                  <a:pt x="10974" y="4772"/>
                </a:cubicBezTo>
                <a:lnTo>
                  <a:pt x="10882" y="4681"/>
                </a:lnTo>
                <a:cubicBezTo>
                  <a:pt x="10822" y="4590"/>
                  <a:pt x="10943" y="4438"/>
                  <a:pt x="10882" y="4377"/>
                </a:cubicBezTo>
                <a:cubicBezTo>
                  <a:pt x="10852" y="4316"/>
                  <a:pt x="10852" y="4225"/>
                  <a:pt x="10882" y="4134"/>
                </a:cubicBezTo>
                <a:lnTo>
                  <a:pt x="11034" y="4134"/>
                </a:lnTo>
                <a:cubicBezTo>
                  <a:pt x="11075" y="4134"/>
                  <a:pt x="11102" y="4107"/>
                  <a:pt x="11133" y="4107"/>
                </a:cubicBezTo>
                <a:close/>
                <a:moveTo>
                  <a:pt x="10457" y="4742"/>
                </a:moveTo>
                <a:cubicBezTo>
                  <a:pt x="10791" y="4863"/>
                  <a:pt x="10882" y="4985"/>
                  <a:pt x="10639" y="4985"/>
                </a:cubicBezTo>
                <a:lnTo>
                  <a:pt x="10396" y="4985"/>
                </a:lnTo>
                <a:cubicBezTo>
                  <a:pt x="10366" y="4924"/>
                  <a:pt x="10305" y="4863"/>
                  <a:pt x="10274" y="4863"/>
                </a:cubicBezTo>
                <a:lnTo>
                  <a:pt x="10183" y="4863"/>
                </a:lnTo>
                <a:cubicBezTo>
                  <a:pt x="10153" y="4863"/>
                  <a:pt x="10153" y="4803"/>
                  <a:pt x="10153" y="4742"/>
                </a:cubicBezTo>
                <a:close/>
                <a:moveTo>
                  <a:pt x="87566" y="6443"/>
                </a:moveTo>
                <a:cubicBezTo>
                  <a:pt x="87624" y="6443"/>
                  <a:pt x="87667" y="6472"/>
                  <a:pt x="87688" y="6525"/>
                </a:cubicBezTo>
                <a:lnTo>
                  <a:pt x="87688" y="6525"/>
                </a:lnTo>
                <a:cubicBezTo>
                  <a:pt x="87653" y="6627"/>
                  <a:pt x="87382" y="6839"/>
                  <a:pt x="87297" y="6839"/>
                </a:cubicBezTo>
                <a:cubicBezTo>
                  <a:pt x="87206" y="6809"/>
                  <a:pt x="87176" y="6778"/>
                  <a:pt x="87176" y="6748"/>
                </a:cubicBezTo>
                <a:lnTo>
                  <a:pt x="87206" y="6748"/>
                </a:lnTo>
                <a:cubicBezTo>
                  <a:pt x="87267" y="6718"/>
                  <a:pt x="87358" y="6687"/>
                  <a:pt x="87419" y="6657"/>
                </a:cubicBezTo>
                <a:cubicBezTo>
                  <a:pt x="87449" y="6626"/>
                  <a:pt x="87388" y="6535"/>
                  <a:pt x="87419" y="6505"/>
                </a:cubicBezTo>
                <a:lnTo>
                  <a:pt x="87449" y="6474"/>
                </a:lnTo>
                <a:cubicBezTo>
                  <a:pt x="87492" y="6453"/>
                  <a:pt x="87531" y="6443"/>
                  <a:pt x="87566" y="6443"/>
                </a:cubicBezTo>
                <a:close/>
                <a:moveTo>
                  <a:pt x="88923" y="7361"/>
                </a:moveTo>
                <a:cubicBezTo>
                  <a:pt x="88961" y="7361"/>
                  <a:pt x="88990" y="7369"/>
                  <a:pt x="88999" y="7386"/>
                </a:cubicBezTo>
                <a:cubicBezTo>
                  <a:pt x="89060" y="7508"/>
                  <a:pt x="89091" y="7629"/>
                  <a:pt x="89091" y="7721"/>
                </a:cubicBezTo>
                <a:cubicBezTo>
                  <a:pt x="89091" y="7758"/>
                  <a:pt x="89067" y="7784"/>
                  <a:pt x="89021" y="7784"/>
                </a:cubicBezTo>
                <a:cubicBezTo>
                  <a:pt x="88992" y="7784"/>
                  <a:pt x="88955" y="7774"/>
                  <a:pt x="88908" y="7751"/>
                </a:cubicBezTo>
                <a:lnTo>
                  <a:pt x="88847" y="7751"/>
                </a:lnTo>
                <a:cubicBezTo>
                  <a:pt x="88787" y="7751"/>
                  <a:pt x="88695" y="7812"/>
                  <a:pt x="88635" y="7812"/>
                </a:cubicBezTo>
                <a:lnTo>
                  <a:pt x="88331" y="7842"/>
                </a:lnTo>
                <a:cubicBezTo>
                  <a:pt x="88386" y="7676"/>
                  <a:pt x="88442" y="7534"/>
                  <a:pt x="88474" y="7534"/>
                </a:cubicBezTo>
                <a:cubicBezTo>
                  <a:pt x="88477" y="7534"/>
                  <a:pt x="88480" y="7536"/>
                  <a:pt x="88483" y="7538"/>
                </a:cubicBezTo>
                <a:cubicBezTo>
                  <a:pt x="88488" y="7544"/>
                  <a:pt x="88498" y="7546"/>
                  <a:pt x="88510" y="7546"/>
                </a:cubicBezTo>
                <a:cubicBezTo>
                  <a:pt x="88565" y="7546"/>
                  <a:pt x="88671" y="7497"/>
                  <a:pt x="88695" y="7447"/>
                </a:cubicBezTo>
                <a:cubicBezTo>
                  <a:pt x="88695" y="7404"/>
                  <a:pt x="88832" y="7361"/>
                  <a:pt x="88923" y="7361"/>
                </a:cubicBezTo>
                <a:close/>
                <a:moveTo>
                  <a:pt x="7782" y="7082"/>
                </a:moveTo>
                <a:cubicBezTo>
                  <a:pt x="7904" y="7082"/>
                  <a:pt x="8025" y="7113"/>
                  <a:pt x="8147" y="7143"/>
                </a:cubicBezTo>
                <a:lnTo>
                  <a:pt x="7995" y="7143"/>
                </a:lnTo>
                <a:lnTo>
                  <a:pt x="7934" y="7174"/>
                </a:lnTo>
                <a:lnTo>
                  <a:pt x="7600" y="7295"/>
                </a:lnTo>
                <a:cubicBezTo>
                  <a:pt x="7569" y="7569"/>
                  <a:pt x="7752" y="7721"/>
                  <a:pt x="7812" y="7721"/>
                </a:cubicBezTo>
                <a:cubicBezTo>
                  <a:pt x="7838" y="7708"/>
                  <a:pt x="7863" y="7701"/>
                  <a:pt x="7886" y="7701"/>
                </a:cubicBezTo>
                <a:cubicBezTo>
                  <a:pt x="7918" y="7701"/>
                  <a:pt x="7947" y="7715"/>
                  <a:pt x="7964" y="7751"/>
                </a:cubicBezTo>
                <a:lnTo>
                  <a:pt x="7904" y="7873"/>
                </a:lnTo>
                <a:cubicBezTo>
                  <a:pt x="7851" y="7926"/>
                  <a:pt x="7777" y="7958"/>
                  <a:pt x="7701" y="7958"/>
                </a:cubicBezTo>
                <a:cubicBezTo>
                  <a:pt x="7646" y="7958"/>
                  <a:pt x="7590" y="7941"/>
                  <a:pt x="7539" y="7903"/>
                </a:cubicBezTo>
                <a:lnTo>
                  <a:pt x="7448" y="7842"/>
                </a:lnTo>
                <a:cubicBezTo>
                  <a:pt x="7387" y="7781"/>
                  <a:pt x="7326" y="7721"/>
                  <a:pt x="7265" y="7690"/>
                </a:cubicBezTo>
                <a:cubicBezTo>
                  <a:pt x="7174" y="7599"/>
                  <a:pt x="7448" y="7569"/>
                  <a:pt x="7296" y="7478"/>
                </a:cubicBezTo>
                <a:cubicBezTo>
                  <a:pt x="7296" y="7447"/>
                  <a:pt x="7326" y="7417"/>
                  <a:pt x="7326" y="7417"/>
                </a:cubicBezTo>
                <a:lnTo>
                  <a:pt x="7539" y="7295"/>
                </a:lnTo>
                <a:cubicBezTo>
                  <a:pt x="7539" y="7174"/>
                  <a:pt x="7660" y="7113"/>
                  <a:pt x="7782" y="7082"/>
                </a:cubicBezTo>
                <a:close/>
                <a:moveTo>
                  <a:pt x="2645" y="9058"/>
                </a:moveTo>
                <a:lnTo>
                  <a:pt x="2645" y="9058"/>
                </a:lnTo>
                <a:cubicBezTo>
                  <a:pt x="2676" y="9088"/>
                  <a:pt x="2676" y="9119"/>
                  <a:pt x="2615" y="9149"/>
                </a:cubicBezTo>
                <a:lnTo>
                  <a:pt x="2645" y="9210"/>
                </a:lnTo>
                <a:lnTo>
                  <a:pt x="2676" y="9332"/>
                </a:lnTo>
                <a:cubicBezTo>
                  <a:pt x="2635" y="9352"/>
                  <a:pt x="2578" y="9359"/>
                  <a:pt x="2516" y="9359"/>
                </a:cubicBezTo>
                <a:cubicBezTo>
                  <a:pt x="2392" y="9359"/>
                  <a:pt x="2250" y="9332"/>
                  <a:pt x="2189" y="9332"/>
                </a:cubicBezTo>
                <a:cubicBezTo>
                  <a:pt x="2098" y="9332"/>
                  <a:pt x="2007" y="9301"/>
                  <a:pt x="1946" y="9240"/>
                </a:cubicBezTo>
                <a:lnTo>
                  <a:pt x="1946" y="9180"/>
                </a:lnTo>
                <a:cubicBezTo>
                  <a:pt x="1976" y="9149"/>
                  <a:pt x="2037" y="9149"/>
                  <a:pt x="2068" y="9149"/>
                </a:cubicBezTo>
                <a:cubicBezTo>
                  <a:pt x="2159" y="9180"/>
                  <a:pt x="2280" y="9210"/>
                  <a:pt x="2372" y="9210"/>
                </a:cubicBezTo>
                <a:cubicBezTo>
                  <a:pt x="2493" y="9180"/>
                  <a:pt x="2584" y="9149"/>
                  <a:pt x="2645" y="9058"/>
                </a:cubicBezTo>
                <a:close/>
                <a:moveTo>
                  <a:pt x="1500" y="8832"/>
                </a:moveTo>
                <a:cubicBezTo>
                  <a:pt x="1536" y="8832"/>
                  <a:pt x="1669" y="8973"/>
                  <a:pt x="1824" y="9180"/>
                </a:cubicBezTo>
                <a:lnTo>
                  <a:pt x="1794" y="9332"/>
                </a:lnTo>
                <a:cubicBezTo>
                  <a:pt x="1794" y="9362"/>
                  <a:pt x="1764" y="9392"/>
                  <a:pt x="1703" y="9423"/>
                </a:cubicBezTo>
                <a:cubicBezTo>
                  <a:pt x="1672" y="9423"/>
                  <a:pt x="1612" y="9392"/>
                  <a:pt x="1612" y="9362"/>
                </a:cubicBezTo>
                <a:lnTo>
                  <a:pt x="1581" y="9240"/>
                </a:lnTo>
                <a:cubicBezTo>
                  <a:pt x="1520" y="9119"/>
                  <a:pt x="1520" y="8967"/>
                  <a:pt x="1490" y="8845"/>
                </a:cubicBezTo>
                <a:cubicBezTo>
                  <a:pt x="1490" y="8836"/>
                  <a:pt x="1493" y="8832"/>
                  <a:pt x="1500" y="8832"/>
                </a:cubicBezTo>
                <a:close/>
                <a:moveTo>
                  <a:pt x="91188" y="10000"/>
                </a:moveTo>
                <a:cubicBezTo>
                  <a:pt x="91300" y="10000"/>
                  <a:pt x="91542" y="10156"/>
                  <a:pt x="91578" y="10156"/>
                </a:cubicBezTo>
                <a:cubicBezTo>
                  <a:pt x="91581" y="10156"/>
                  <a:pt x="91583" y="10155"/>
                  <a:pt x="91583" y="10152"/>
                </a:cubicBezTo>
                <a:cubicBezTo>
                  <a:pt x="91583" y="10150"/>
                  <a:pt x="91583" y="10149"/>
                  <a:pt x="91583" y="10149"/>
                </a:cubicBezTo>
                <a:lnTo>
                  <a:pt x="91583" y="10149"/>
                </a:lnTo>
                <a:cubicBezTo>
                  <a:pt x="91587" y="10149"/>
                  <a:pt x="91611" y="10307"/>
                  <a:pt x="91583" y="10335"/>
                </a:cubicBezTo>
                <a:cubicBezTo>
                  <a:pt x="91575" y="10343"/>
                  <a:pt x="91562" y="10347"/>
                  <a:pt x="91547" y="10347"/>
                </a:cubicBezTo>
                <a:cubicBezTo>
                  <a:pt x="91450" y="10347"/>
                  <a:pt x="91236" y="10201"/>
                  <a:pt x="91157" y="10122"/>
                </a:cubicBezTo>
                <a:cubicBezTo>
                  <a:pt x="91036" y="10031"/>
                  <a:pt x="91066" y="10000"/>
                  <a:pt x="91188" y="10000"/>
                </a:cubicBezTo>
                <a:close/>
                <a:moveTo>
                  <a:pt x="943" y="10152"/>
                </a:moveTo>
                <a:lnTo>
                  <a:pt x="1004" y="10183"/>
                </a:lnTo>
                <a:lnTo>
                  <a:pt x="1095" y="10213"/>
                </a:lnTo>
                <a:cubicBezTo>
                  <a:pt x="1217" y="10213"/>
                  <a:pt x="1156" y="10395"/>
                  <a:pt x="1095" y="10456"/>
                </a:cubicBezTo>
                <a:cubicBezTo>
                  <a:pt x="1073" y="10478"/>
                  <a:pt x="1044" y="10488"/>
                  <a:pt x="1013" y="10488"/>
                </a:cubicBezTo>
                <a:cubicBezTo>
                  <a:pt x="956" y="10488"/>
                  <a:pt x="891" y="10454"/>
                  <a:pt x="852" y="10395"/>
                </a:cubicBezTo>
                <a:lnTo>
                  <a:pt x="791" y="10335"/>
                </a:lnTo>
                <a:lnTo>
                  <a:pt x="730" y="10274"/>
                </a:lnTo>
                <a:cubicBezTo>
                  <a:pt x="791" y="10213"/>
                  <a:pt x="852" y="10152"/>
                  <a:pt x="943" y="10152"/>
                </a:cubicBezTo>
                <a:close/>
                <a:moveTo>
                  <a:pt x="92675" y="10283"/>
                </a:moveTo>
                <a:cubicBezTo>
                  <a:pt x="92754" y="10283"/>
                  <a:pt x="92897" y="10311"/>
                  <a:pt x="92986" y="10311"/>
                </a:cubicBezTo>
                <a:cubicBezTo>
                  <a:pt x="93009" y="10311"/>
                  <a:pt x="93028" y="10309"/>
                  <a:pt x="93042" y="10304"/>
                </a:cubicBezTo>
                <a:cubicBezTo>
                  <a:pt x="93164" y="10304"/>
                  <a:pt x="93224" y="10365"/>
                  <a:pt x="93164" y="10487"/>
                </a:cubicBezTo>
                <a:lnTo>
                  <a:pt x="93072" y="10578"/>
                </a:lnTo>
                <a:lnTo>
                  <a:pt x="93042" y="10608"/>
                </a:lnTo>
                <a:cubicBezTo>
                  <a:pt x="92951" y="10608"/>
                  <a:pt x="92799" y="10578"/>
                  <a:pt x="92768" y="10578"/>
                </a:cubicBezTo>
                <a:cubicBezTo>
                  <a:pt x="92708" y="10578"/>
                  <a:pt x="92616" y="10395"/>
                  <a:pt x="92616" y="10304"/>
                </a:cubicBezTo>
                <a:cubicBezTo>
                  <a:pt x="92616" y="10288"/>
                  <a:pt x="92639" y="10283"/>
                  <a:pt x="92675" y="10283"/>
                </a:cubicBezTo>
                <a:close/>
                <a:moveTo>
                  <a:pt x="90922" y="10292"/>
                </a:moveTo>
                <a:cubicBezTo>
                  <a:pt x="90939" y="10292"/>
                  <a:pt x="90957" y="10295"/>
                  <a:pt x="90975" y="10304"/>
                </a:cubicBezTo>
                <a:lnTo>
                  <a:pt x="91036" y="10304"/>
                </a:lnTo>
                <a:cubicBezTo>
                  <a:pt x="91157" y="10365"/>
                  <a:pt x="91188" y="10517"/>
                  <a:pt x="91370" y="10517"/>
                </a:cubicBezTo>
                <a:lnTo>
                  <a:pt x="91522" y="10517"/>
                </a:lnTo>
                <a:cubicBezTo>
                  <a:pt x="91522" y="10639"/>
                  <a:pt x="91340" y="10791"/>
                  <a:pt x="91127" y="10882"/>
                </a:cubicBezTo>
                <a:lnTo>
                  <a:pt x="91005" y="10699"/>
                </a:lnTo>
                <a:cubicBezTo>
                  <a:pt x="91066" y="10669"/>
                  <a:pt x="91005" y="10578"/>
                  <a:pt x="90884" y="10517"/>
                </a:cubicBezTo>
                <a:lnTo>
                  <a:pt x="90853" y="10547"/>
                </a:lnTo>
                <a:lnTo>
                  <a:pt x="90701" y="10669"/>
                </a:lnTo>
                <a:cubicBezTo>
                  <a:pt x="90671" y="10547"/>
                  <a:pt x="90762" y="10365"/>
                  <a:pt x="90793" y="10335"/>
                </a:cubicBezTo>
                <a:cubicBezTo>
                  <a:pt x="90836" y="10313"/>
                  <a:pt x="90879" y="10292"/>
                  <a:pt x="90922" y="10292"/>
                </a:cubicBezTo>
                <a:close/>
                <a:moveTo>
                  <a:pt x="92738" y="10760"/>
                </a:moveTo>
                <a:cubicBezTo>
                  <a:pt x="92799" y="10821"/>
                  <a:pt x="92829" y="10882"/>
                  <a:pt x="92860" y="10943"/>
                </a:cubicBezTo>
                <a:lnTo>
                  <a:pt x="92951" y="11003"/>
                </a:lnTo>
                <a:lnTo>
                  <a:pt x="93042" y="11095"/>
                </a:lnTo>
                <a:cubicBezTo>
                  <a:pt x="92996" y="11125"/>
                  <a:pt x="92943" y="11140"/>
                  <a:pt x="92890" y="11140"/>
                </a:cubicBezTo>
                <a:cubicBezTo>
                  <a:pt x="92837" y="11140"/>
                  <a:pt x="92784" y="11125"/>
                  <a:pt x="92738" y="11095"/>
                </a:cubicBezTo>
                <a:cubicBezTo>
                  <a:pt x="92677" y="11064"/>
                  <a:pt x="92556" y="10851"/>
                  <a:pt x="92586" y="10821"/>
                </a:cubicBezTo>
                <a:cubicBezTo>
                  <a:pt x="92616" y="10791"/>
                  <a:pt x="92677" y="10760"/>
                  <a:pt x="92738" y="10760"/>
                </a:cubicBezTo>
                <a:close/>
                <a:moveTo>
                  <a:pt x="15941" y="11394"/>
                </a:moveTo>
                <a:cubicBezTo>
                  <a:pt x="15949" y="11394"/>
                  <a:pt x="15955" y="11395"/>
                  <a:pt x="15958" y="11399"/>
                </a:cubicBezTo>
                <a:cubicBezTo>
                  <a:pt x="15989" y="11459"/>
                  <a:pt x="15989" y="11520"/>
                  <a:pt x="16019" y="11611"/>
                </a:cubicBezTo>
                <a:lnTo>
                  <a:pt x="15898" y="11581"/>
                </a:lnTo>
                <a:lnTo>
                  <a:pt x="15685" y="11551"/>
                </a:lnTo>
                <a:cubicBezTo>
                  <a:pt x="15667" y="11639"/>
                  <a:pt x="15649" y="11686"/>
                  <a:pt x="15644" y="11686"/>
                </a:cubicBezTo>
                <a:cubicBezTo>
                  <a:pt x="15640" y="11686"/>
                  <a:pt x="15642" y="11662"/>
                  <a:pt x="15654" y="11611"/>
                </a:cubicBezTo>
                <a:cubicBezTo>
                  <a:pt x="15654" y="11503"/>
                  <a:pt x="15873" y="11394"/>
                  <a:pt x="15941" y="11394"/>
                </a:cubicBezTo>
                <a:close/>
                <a:moveTo>
                  <a:pt x="14560" y="11338"/>
                </a:moveTo>
                <a:cubicBezTo>
                  <a:pt x="14712" y="11399"/>
                  <a:pt x="14834" y="11490"/>
                  <a:pt x="14955" y="11611"/>
                </a:cubicBezTo>
                <a:cubicBezTo>
                  <a:pt x="15001" y="11656"/>
                  <a:pt x="14861" y="11735"/>
                  <a:pt x="14761" y="11735"/>
                </a:cubicBezTo>
                <a:cubicBezTo>
                  <a:pt x="14727" y="11735"/>
                  <a:pt x="14697" y="11726"/>
                  <a:pt x="14682" y="11702"/>
                </a:cubicBezTo>
                <a:cubicBezTo>
                  <a:pt x="14627" y="11675"/>
                  <a:pt x="14573" y="11660"/>
                  <a:pt x="14521" y="11660"/>
                </a:cubicBezTo>
                <a:cubicBezTo>
                  <a:pt x="14457" y="11660"/>
                  <a:pt x="14398" y="11683"/>
                  <a:pt x="14347" y="11733"/>
                </a:cubicBezTo>
                <a:lnTo>
                  <a:pt x="14287" y="11733"/>
                </a:lnTo>
                <a:lnTo>
                  <a:pt x="14135" y="11702"/>
                </a:lnTo>
                <a:cubicBezTo>
                  <a:pt x="14152" y="11614"/>
                  <a:pt x="14211" y="11567"/>
                  <a:pt x="14294" y="11567"/>
                </a:cubicBezTo>
                <a:cubicBezTo>
                  <a:pt x="14352" y="11567"/>
                  <a:pt x="14423" y="11591"/>
                  <a:pt x="14499" y="11642"/>
                </a:cubicBezTo>
                <a:lnTo>
                  <a:pt x="14560" y="11338"/>
                </a:lnTo>
                <a:close/>
                <a:moveTo>
                  <a:pt x="12620" y="11409"/>
                </a:moveTo>
                <a:cubicBezTo>
                  <a:pt x="12634" y="11409"/>
                  <a:pt x="12652" y="11415"/>
                  <a:pt x="12676" y="11429"/>
                </a:cubicBezTo>
                <a:lnTo>
                  <a:pt x="12828" y="11429"/>
                </a:lnTo>
                <a:cubicBezTo>
                  <a:pt x="12949" y="11429"/>
                  <a:pt x="12888" y="11611"/>
                  <a:pt x="12828" y="11702"/>
                </a:cubicBezTo>
                <a:cubicBezTo>
                  <a:pt x="12814" y="11730"/>
                  <a:pt x="12788" y="11745"/>
                  <a:pt x="12758" y="11745"/>
                </a:cubicBezTo>
                <a:cubicBezTo>
                  <a:pt x="12721" y="11745"/>
                  <a:pt x="12679" y="11722"/>
                  <a:pt x="12645" y="11672"/>
                </a:cubicBezTo>
                <a:cubicBezTo>
                  <a:pt x="12594" y="11595"/>
                  <a:pt x="12542" y="11409"/>
                  <a:pt x="12620" y="11409"/>
                </a:cubicBezTo>
                <a:close/>
                <a:moveTo>
                  <a:pt x="16718" y="11429"/>
                </a:moveTo>
                <a:cubicBezTo>
                  <a:pt x="16779" y="11429"/>
                  <a:pt x="16840" y="11429"/>
                  <a:pt x="16901" y="11459"/>
                </a:cubicBezTo>
                <a:lnTo>
                  <a:pt x="16931" y="11490"/>
                </a:lnTo>
                <a:cubicBezTo>
                  <a:pt x="16901" y="11611"/>
                  <a:pt x="16810" y="11702"/>
                  <a:pt x="16749" y="11763"/>
                </a:cubicBezTo>
                <a:lnTo>
                  <a:pt x="16627" y="11854"/>
                </a:lnTo>
                <a:cubicBezTo>
                  <a:pt x="16597" y="11854"/>
                  <a:pt x="16536" y="11824"/>
                  <a:pt x="16506" y="11794"/>
                </a:cubicBezTo>
                <a:cubicBezTo>
                  <a:pt x="16506" y="11763"/>
                  <a:pt x="16506" y="11733"/>
                  <a:pt x="16536" y="11702"/>
                </a:cubicBezTo>
                <a:lnTo>
                  <a:pt x="16597" y="11672"/>
                </a:lnTo>
                <a:cubicBezTo>
                  <a:pt x="16658" y="11642"/>
                  <a:pt x="16627" y="11551"/>
                  <a:pt x="16536" y="11459"/>
                </a:cubicBezTo>
                <a:lnTo>
                  <a:pt x="16718" y="11429"/>
                </a:lnTo>
                <a:close/>
                <a:moveTo>
                  <a:pt x="17368" y="11579"/>
                </a:moveTo>
                <a:cubicBezTo>
                  <a:pt x="17374" y="11579"/>
                  <a:pt x="17381" y="11579"/>
                  <a:pt x="17387" y="11581"/>
                </a:cubicBezTo>
                <a:lnTo>
                  <a:pt x="17387" y="11611"/>
                </a:lnTo>
                <a:lnTo>
                  <a:pt x="17387" y="11733"/>
                </a:lnTo>
                <a:cubicBezTo>
                  <a:pt x="17342" y="11846"/>
                  <a:pt x="17263" y="11908"/>
                  <a:pt x="17201" y="11908"/>
                </a:cubicBezTo>
                <a:cubicBezTo>
                  <a:pt x="17179" y="11908"/>
                  <a:pt x="17160" y="11901"/>
                  <a:pt x="17144" y="11885"/>
                </a:cubicBezTo>
                <a:cubicBezTo>
                  <a:pt x="17086" y="11827"/>
                  <a:pt x="17247" y="11579"/>
                  <a:pt x="17368" y="11579"/>
                </a:cubicBezTo>
                <a:close/>
                <a:moveTo>
                  <a:pt x="7404" y="11705"/>
                </a:moveTo>
                <a:cubicBezTo>
                  <a:pt x="7427" y="11705"/>
                  <a:pt x="7452" y="11713"/>
                  <a:pt x="7478" y="11733"/>
                </a:cubicBezTo>
                <a:lnTo>
                  <a:pt x="7569" y="11794"/>
                </a:lnTo>
                <a:lnTo>
                  <a:pt x="7600" y="11824"/>
                </a:lnTo>
                <a:cubicBezTo>
                  <a:pt x="7630" y="11854"/>
                  <a:pt x="7630" y="11915"/>
                  <a:pt x="7569" y="11946"/>
                </a:cubicBezTo>
                <a:lnTo>
                  <a:pt x="7448" y="11946"/>
                </a:lnTo>
                <a:cubicBezTo>
                  <a:pt x="7415" y="11954"/>
                  <a:pt x="7387" y="11958"/>
                  <a:pt x="7363" y="11958"/>
                </a:cubicBezTo>
                <a:cubicBezTo>
                  <a:pt x="7298" y="11958"/>
                  <a:pt x="7265" y="11929"/>
                  <a:pt x="7265" y="11885"/>
                </a:cubicBezTo>
                <a:cubicBezTo>
                  <a:pt x="7265" y="11813"/>
                  <a:pt x="7321" y="11705"/>
                  <a:pt x="7404" y="11705"/>
                </a:cubicBezTo>
                <a:close/>
                <a:moveTo>
                  <a:pt x="6931" y="11247"/>
                </a:moveTo>
                <a:lnTo>
                  <a:pt x="7022" y="11277"/>
                </a:lnTo>
                <a:lnTo>
                  <a:pt x="7053" y="11307"/>
                </a:lnTo>
                <a:cubicBezTo>
                  <a:pt x="7083" y="11459"/>
                  <a:pt x="7113" y="11581"/>
                  <a:pt x="7083" y="11733"/>
                </a:cubicBezTo>
                <a:cubicBezTo>
                  <a:pt x="7022" y="11854"/>
                  <a:pt x="6961" y="11946"/>
                  <a:pt x="6870" y="12037"/>
                </a:cubicBezTo>
                <a:cubicBezTo>
                  <a:pt x="6840" y="12067"/>
                  <a:pt x="6809" y="12067"/>
                  <a:pt x="6749" y="12098"/>
                </a:cubicBezTo>
                <a:cubicBezTo>
                  <a:pt x="6749" y="12067"/>
                  <a:pt x="6779" y="12037"/>
                  <a:pt x="6809" y="11976"/>
                </a:cubicBezTo>
                <a:cubicBezTo>
                  <a:pt x="6809" y="11824"/>
                  <a:pt x="6809" y="11702"/>
                  <a:pt x="6809" y="11581"/>
                </a:cubicBezTo>
                <a:lnTo>
                  <a:pt x="6779" y="11520"/>
                </a:lnTo>
                <a:lnTo>
                  <a:pt x="6779" y="11459"/>
                </a:lnTo>
                <a:cubicBezTo>
                  <a:pt x="6809" y="11368"/>
                  <a:pt x="6870" y="11307"/>
                  <a:pt x="6931" y="11247"/>
                </a:cubicBezTo>
                <a:close/>
                <a:moveTo>
                  <a:pt x="75134" y="11942"/>
                </a:moveTo>
                <a:cubicBezTo>
                  <a:pt x="75225" y="11942"/>
                  <a:pt x="75349" y="12073"/>
                  <a:pt x="75321" y="12128"/>
                </a:cubicBezTo>
                <a:cubicBezTo>
                  <a:pt x="75312" y="12156"/>
                  <a:pt x="75289" y="12167"/>
                  <a:pt x="75259" y="12167"/>
                </a:cubicBezTo>
                <a:cubicBezTo>
                  <a:pt x="75191" y="12167"/>
                  <a:pt x="75090" y="12110"/>
                  <a:pt x="75048" y="12067"/>
                </a:cubicBezTo>
                <a:cubicBezTo>
                  <a:pt x="74987" y="12037"/>
                  <a:pt x="75017" y="11946"/>
                  <a:pt x="75078" y="11946"/>
                </a:cubicBezTo>
                <a:lnTo>
                  <a:pt x="75108" y="11946"/>
                </a:lnTo>
                <a:cubicBezTo>
                  <a:pt x="75117" y="11943"/>
                  <a:pt x="75125" y="11942"/>
                  <a:pt x="75134" y="11942"/>
                </a:cubicBezTo>
                <a:close/>
                <a:moveTo>
                  <a:pt x="68938" y="12006"/>
                </a:moveTo>
                <a:cubicBezTo>
                  <a:pt x="69029" y="12006"/>
                  <a:pt x="69121" y="12067"/>
                  <a:pt x="69181" y="12128"/>
                </a:cubicBezTo>
                <a:lnTo>
                  <a:pt x="69090" y="12189"/>
                </a:lnTo>
                <a:lnTo>
                  <a:pt x="68938" y="12280"/>
                </a:lnTo>
                <a:cubicBezTo>
                  <a:pt x="68999" y="12310"/>
                  <a:pt x="68969" y="12432"/>
                  <a:pt x="68908" y="12462"/>
                </a:cubicBezTo>
                <a:lnTo>
                  <a:pt x="68847" y="12493"/>
                </a:lnTo>
                <a:lnTo>
                  <a:pt x="68786" y="12493"/>
                </a:lnTo>
                <a:cubicBezTo>
                  <a:pt x="68725" y="12493"/>
                  <a:pt x="68695" y="12462"/>
                  <a:pt x="68665" y="12402"/>
                </a:cubicBezTo>
                <a:lnTo>
                  <a:pt x="68665" y="12280"/>
                </a:lnTo>
                <a:lnTo>
                  <a:pt x="68665" y="12250"/>
                </a:lnTo>
                <a:cubicBezTo>
                  <a:pt x="68634" y="12128"/>
                  <a:pt x="68725" y="12006"/>
                  <a:pt x="68847" y="12006"/>
                </a:cubicBezTo>
                <a:close/>
                <a:moveTo>
                  <a:pt x="69637" y="12189"/>
                </a:moveTo>
                <a:lnTo>
                  <a:pt x="69820" y="12280"/>
                </a:lnTo>
                <a:cubicBezTo>
                  <a:pt x="69880" y="12310"/>
                  <a:pt x="69880" y="12402"/>
                  <a:pt x="69820" y="12432"/>
                </a:cubicBezTo>
                <a:cubicBezTo>
                  <a:pt x="69728" y="12462"/>
                  <a:pt x="69637" y="12493"/>
                  <a:pt x="69546" y="12523"/>
                </a:cubicBezTo>
                <a:lnTo>
                  <a:pt x="69485" y="12523"/>
                </a:lnTo>
                <a:cubicBezTo>
                  <a:pt x="69394" y="12523"/>
                  <a:pt x="69364" y="12493"/>
                  <a:pt x="69364" y="12462"/>
                </a:cubicBezTo>
                <a:cubicBezTo>
                  <a:pt x="69394" y="12432"/>
                  <a:pt x="69546" y="12280"/>
                  <a:pt x="69637" y="12189"/>
                </a:cubicBezTo>
                <a:close/>
                <a:moveTo>
                  <a:pt x="87328" y="12037"/>
                </a:moveTo>
                <a:lnTo>
                  <a:pt x="87480" y="12158"/>
                </a:lnTo>
                <a:lnTo>
                  <a:pt x="87510" y="12189"/>
                </a:lnTo>
                <a:cubicBezTo>
                  <a:pt x="87540" y="12181"/>
                  <a:pt x="87571" y="12177"/>
                  <a:pt x="87600" y="12177"/>
                </a:cubicBezTo>
                <a:cubicBezTo>
                  <a:pt x="87689" y="12177"/>
                  <a:pt x="87768" y="12212"/>
                  <a:pt x="87814" y="12280"/>
                </a:cubicBezTo>
                <a:lnTo>
                  <a:pt x="87814" y="12371"/>
                </a:lnTo>
                <a:cubicBezTo>
                  <a:pt x="87844" y="12371"/>
                  <a:pt x="87844" y="12432"/>
                  <a:pt x="87875" y="12432"/>
                </a:cubicBezTo>
                <a:lnTo>
                  <a:pt x="87966" y="12462"/>
                </a:lnTo>
                <a:cubicBezTo>
                  <a:pt x="88027" y="12493"/>
                  <a:pt x="88087" y="12554"/>
                  <a:pt x="88027" y="12584"/>
                </a:cubicBezTo>
                <a:lnTo>
                  <a:pt x="87905" y="12554"/>
                </a:lnTo>
                <a:cubicBezTo>
                  <a:pt x="87783" y="12554"/>
                  <a:pt x="87662" y="12554"/>
                  <a:pt x="87540" y="12523"/>
                </a:cubicBezTo>
                <a:cubicBezTo>
                  <a:pt x="87480" y="12493"/>
                  <a:pt x="87540" y="12402"/>
                  <a:pt x="87601" y="12341"/>
                </a:cubicBezTo>
                <a:cubicBezTo>
                  <a:pt x="87632" y="12310"/>
                  <a:pt x="87449" y="12250"/>
                  <a:pt x="87388" y="12250"/>
                </a:cubicBezTo>
                <a:cubicBezTo>
                  <a:pt x="87297" y="12250"/>
                  <a:pt x="87267" y="12158"/>
                  <a:pt x="87328" y="12037"/>
                </a:cubicBezTo>
                <a:close/>
                <a:moveTo>
                  <a:pt x="79941" y="12265"/>
                </a:moveTo>
                <a:cubicBezTo>
                  <a:pt x="79987" y="12265"/>
                  <a:pt x="80033" y="12280"/>
                  <a:pt x="80063" y="12341"/>
                </a:cubicBezTo>
                <a:cubicBezTo>
                  <a:pt x="80124" y="12432"/>
                  <a:pt x="80185" y="12462"/>
                  <a:pt x="80276" y="12493"/>
                </a:cubicBezTo>
                <a:lnTo>
                  <a:pt x="80428" y="12554"/>
                </a:lnTo>
                <a:cubicBezTo>
                  <a:pt x="80428" y="12590"/>
                  <a:pt x="80395" y="12607"/>
                  <a:pt x="80340" y="12607"/>
                </a:cubicBezTo>
                <a:cubicBezTo>
                  <a:pt x="80255" y="12607"/>
                  <a:pt x="80119" y="12566"/>
                  <a:pt x="79972" y="12493"/>
                </a:cubicBezTo>
                <a:lnTo>
                  <a:pt x="79759" y="12402"/>
                </a:lnTo>
                <a:cubicBezTo>
                  <a:pt x="79729" y="12371"/>
                  <a:pt x="79820" y="12280"/>
                  <a:pt x="79820" y="12280"/>
                </a:cubicBezTo>
                <a:cubicBezTo>
                  <a:pt x="79850" y="12280"/>
                  <a:pt x="79896" y="12265"/>
                  <a:pt x="79941" y="12265"/>
                </a:cubicBezTo>
                <a:close/>
                <a:moveTo>
                  <a:pt x="88387" y="12028"/>
                </a:moveTo>
                <a:cubicBezTo>
                  <a:pt x="88484" y="12028"/>
                  <a:pt x="88659" y="12067"/>
                  <a:pt x="88756" y="12067"/>
                </a:cubicBezTo>
                <a:cubicBezTo>
                  <a:pt x="88847" y="12067"/>
                  <a:pt x="89030" y="12432"/>
                  <a:pt x="88939" y="12523"/>
                </a:cubicBezTo>
                <a:cubicBezTo>
                  <a:pt x="88817" y="12614"/>
                  <a:pt x="88574" y="12584"/>
                  <a:pt x="88513" y="12645"/>
                </a:cubicBezTo>
                <a:cubicBezTo>
                  <a:pt x="88508" y="12647"/>
                  <a:pt x="88503" y="12647"/>
                  <a:pt x="88498" y="12647"/>
                </a:cubicBezTo>
                <a:cubicBezTo>
                  <a:pt x="88422" y="12647"/>
                  <a:pt x="88424" y="12427"/>
                  <a:pt x="88452" y="12341"/>
                </a:cubicBezTo>
                <a:cubicBezTo>
                  <a:pt x="88483" y="12250"/>
                  <a:pt x="88422" y="12189"/>
                  <a:pt x="88361" y="12189"/>
                </a:cubicBezTo>
                <a:cubicBezTo>
                  <a:pt x="88270" y="12219"/>
                  <a:pt x="88179" y="12250"/>
                  <a:pt x="88087" y="12250"/>
                </a:cubicBezTo>
                <a:cubicBezTo>
                  <a:pt x="88148" y="12158"/>
                  <a:pt x="88239" y="12098"/>
                  <a:pt x="88331" y="12037"/>
                </a:cubicBezTo>
                <a:cubicBezTo>
                  <a:pt x="88343" y="12031"/>
                  <a:pt x="88362" y="12028"/>
                  <a:pt x="88387" y="12028"/>
                </a:cubicBezTo>
                <a:close/>
                <a:moveTo>
                  <a:pt x="67759" y="12525"/>
                </a:moveTo>
                <a:cubicBezTo>
                  <a:pt x="67795" y="12525"/>
                  <a:pt x="67833" y="12533"/>
                  <a:pt x="67874" y="12554"/>
                </a:cubicBezTo>
                <a:lnTo>
                  <a:pt x="67935" y="12554"/>
                </a:lnTo>
                <a:cubicBezTo>
                  <a:pt x="67996" y="12614"/>
                  <a:pt x="67965" y="12706"/>
                  <a:pt x="67844" y="12766"/>
                </a:cubicBezTo>
                <a:lnTo>
                  <a:pt x="67783" y="12797"/>
                </a:lnTo>
                <a:cubicBezTo>
                  <a:pt x="67734" y="12797"/>
                  <a:pt x="67681" y="12802"/>
                  <a:pt x="67628" y="12802"/>
                </a:cubicBezTo>
                <a:cubicBezTo>
                  <a:pt x="67550" y="12802"/>
                  <a:pt x="67473" y="12791"/>
                  <a:pt x="67418" y="12736"/>
                </a:cubicBezTo>
                <a:cubicBezTo>
                  <a:pt x="67388" y="12706"/>
                  <a:pt x="67388" y="12675"/>
                  <a:pt x="67418" y="12645"/>
                </a:cubicBezTo>
                <a:cubicBezTo>
                  <a:pt x="67536" y="12621"/>
                  <a:pt x="67636" y="12525"/>
                  <a:pt x="67759" y="12525"/>
                </a:cubicBezTo>
                <a:close/>
                <a:moveTo>
                  <a:pt x="75777" y="12736"/>
                </a:moveTo>
                <a:cubicBezTo>
                  <a:pt x="75807" y="12765"/>
                  <a:pt x="75779" y="12824"/>
                  <a:pt x="75721" y="12883"/>
                </a:cubicBezTo>
                <a:lnTo>
                  <a:pt x="75721" y="12883"/>
                </a:lnTo>
                <a:cubicBezTo>
                  <a:pt x="75721" y="12873"/>
                  <a:pt x="75719" y="12865"/>
                  <a:pt x="75716" y="12858"/>
                </a:cubicBezTo>
                <a:cubicBezTo>
                  <a:pt x="75686" y="12736"/>
                  <a:pt x="75747" y="12736"/>
                  <a:pt x="75777" y="12736"/>
                </a:cubicBezTo>
                <a:close/>
                <a:moveTo>
                  <a:pt x="22567" y="12887"/>
                </a:moveTo>
                <a:cubicBezTo>
                  <a:pt x="22633" y="12887"/>
                  <a:pt x="22697" y="12920"/>
                  <a:pt x="22737" y="12979"/>
                </a:cubicBezTo>
                <a:lnTo>
                  <a:pt x="22767" y="13040"/>
                </a:lnTo>
                <a:lnTo>
                  <a:pt x="22828" y="13070"/>
                </a:lnTo>
                <a:cubicBezTo>
                  <a:pt x="22828" y="13123"/>
                  <a:pt x="22818" y="13156"/>
                  <a:pt x="22791" y="13156"/>
                </a:cubicBezTo>
                <a:cubicBezTo>
                  <a:pt x="22772" y="13156"/>
                  <a:pt x="22744" y="13139"/>
                  <a:pt x="22706" y="13101"/>
                </a:cubicBezTo>
                <a:lnTo>
                  <a:pt x="22585" y="13101"/>
                </a:lnTo>
                <a:lnTo>
                  <a:pt x="22463" y="13070"/>
                </a:lnTo>
                <a:cubicBezTo>
                  <a:pt x="22447" y="13073"/>
                  <a:pt x="22433" y="13074"/>
                  <a:pt x="22421" y="13074"/>
                </a:cubicBezTo>
                <a:cubicBezTo>
                  <a:pt x="22302" y="13074"/>
                  <a:pt x="22408" y="12946"/>
                  <a:pt x="22463" y="12918"/>
                </a:cubicBezTo>
                <a:cubicBezTo>
                  <a:pt x="22495" y="12897"/>
                  <a:pt x="22532" y="12887"/>
                  <a:pt x="22567" y="12887"/>
                </a:cubicBezTo>
                <a:close/>
                <a:moveTo>
                  <a:pt x="42524" y="12797"/>
                </a:moveTo>
                <a:cubicBezTo>
                  <a:pt x="42615" y="12827"/>
                  <a:pt x="42798" y="13010"/>
                  <a:pt x="42737" y="13101"/>
                </a:cubicBezTo>
                <a:cubicBezTo>
                  <a:pt x="42701" y="13172"/>
                  <a:pt x="42666" y="13201"/>
                  <a:pt x="42636" y="13201"/>
                </a:cubicBezTo>
                <a:cubicBezTo>
                  <a:pt x="42615" y="13201"/>
                  <a:pt x="42598" y="13187"/>
                  <a:pt x="42585" y="13161"/>
                </a:cubicBezTo>
                <a:lnTo>
                  <a:pt x="42585" y="13101"/>
                </a:lnTo>
                <a:cubicBezTo>
                  <a:pt x="42615" y="12979"/>
                  <a:pt x="42585" y="12918"/>
                  <a:pt x="42433" y="12918"/>
                </a:cubicBezTo>
                <a:cubicBezTo>
                  <a:pt x="42403" y="12858"/>
                  <a:pt x="42433" y="12827"/>
                  <a:pt x="42524" y="12827"/>
                </a:cubicBezTo>
                <a:lnTo>
                  <a:pt x="42524" y="12797"/>
                </a:lnTo>
                <a:close/>
                <a:moveTo>
                  <a:pt x="16293" y="12584"/>
                </a:moveTo>
                <a:cubicBezTo>
                  <a:pt x="16384" y="12614"/>
                  <a:pt x="16445" y="12675"/>
                  <a:pt x="16506" y="12736"/>
                </a:cubicBezTo>
                <a:cubicBezTo>
                  <a:pt x="16506" y="12780"/>
                  <a:pt x="16522" y="12809"/>
                  <a:pt x="16543" y="12809"/>
                </a:cubicBezTo>
                <a:cubicBezTo>
                  <a:pt x="16550" y="12809"/>
                  <a:pt x="16558" y="12805"/>
                  <a:pt x="16566" y="12797"/>
                </a:cubicBezTo>
                <a:lnTo>
                  <a:pt x="16566" y="12675"/>
                </a:lnTo>
                <a:cubicBezTo>
                  <a:pt x="16597" y="12645"/>
                  <a:pt x="16627" y="12614"/>
                  <a:pt x="16658" y="12614"/>
                </a:cubicBezTo>
                <a:cubicBezTo>
                  <a:pt x="16688" y="12614"/>
                  <a:pt x="16779" y="12645"/>
                  <a:pt x="16779" y="12645"/>
                </a:cubicBezTo>
                <a:lnTo>
                  <a:pt x="16779" y="12797"/>
                </a:lnTo>
                <a:cubicBezTo>
                  <a:pt x="16870" y="12918"/>
                  <a:pt x="17022" y="13192"/>
                  <a:pt x="16962" y="13222"/>
                </a:cubicBezTo>
                <a:cubicBezTo>
                  <a:pt x="16951" y="13233"/>
                  <a:pt x="16938" y="13238"/>
                  <a:pt x="16924" y="13238"/>
                </a:cubicBezTo>
                <a:cubicBezTo>
                  <a:pt x="16860" y="13238"/>
                  <a:pt x="16768" y="13129"/>
                  <a:pt x="16718" y="12979"/>
                </a:cubicBezTo>
                <a:lnTo>
                  <a:pt x="16232" y="12979"/>
                </a:lnTo>
                <a:cubicBezTo>
                  <a:pt x="16232" y="12949"/>
                  <a:pt x="16354" y="12766"/>
                  <a:pt x="16293" y="12706"/>
                </a:cubicBezTo>
                <a:cubicBezTo>
                  <a:pt x="16232" y="12675"/>
                  <a:pt x="16202" y="12584"/>
                  <a:pt x="16202" y="12584"/>
                </a:cubicBezTo>
                <a:close/>
                <a:moveTo>
                  <a:pt x="43892" y="13010"/>
                </a:moveTo>
                <a:cubicBezTo>
                  <a:pt x="43983" y="13101"/>
                  <a:pt x="44074" y="13161"/>
                  <a:pt x="44135" y="13253"/>
                </a:cubicBezTo>
                <a:cubicBezTo>
                  <a:pt x="44156" y="13253"/>
                  <a:pt x="44135" y="13266"/>
                  <a:pt x="44092" y="13266"/>
                </a:cubicBezTo>
                <a:cubicBezTo>
                  <a:pt x="44071" y="13266"/>
                  <a:pt x="44044" y="13263"/>
                  <a:pt x="44014" y="13253"/>
                </a:cubicBezTo>
                <a:lnTo>
                  <a:pt x="43467" y="13253"/>
                </a:lnTo>
                <a:cubicBezTo>
                  <a:pt x="43406" y="13222"/>
                  <a:pt x="43467" y="13131"/>
                  <a:pt x="43588" y="13040"/>
                </a:cubicBezTo>
                <a:cubicBezTo>
                  <a:pt x="43624" y="13076"/>
                  <a:pt x="43655" y="13088"/>
                  <a:pt x="43685" y="13088"/>
                </a:cubicBezTo>
                <a:cubicBezTo>
                  <a:pt x="43732" y="13088"/>
                  <a:pt x="43776" y="13058"/>
                  <a:pt x="43831" y="13040"/>
                </a:cubicBezTo>
                <a:lnTo>
                  <a:pt x="43892" y="13010"/>
                </a:lnTo>
                <a:close/>
                <a:moveTo>
                  <a:pt x="14834" y="12918"/>
                </a:moveTo>
                <a:lnTo>
                  <a:pt x="14803" y="12949"/>
                </a:lnTo>
                <a:cubicBezTo>
                  <a:pt x="14895" y="12949"/>
                  <a:pt x="15138" y="13010"/>
                  <a:pt x="15107" y="13040"/>
                </a:cubicBezTo>
                <a:lnTo>
                  <a:pt x="15107" y="13131"/>
                </a:lnTo>
                <a:cubicBezTo>
                  <a:pt x="15138" y="13222"/>
                  <a:pt x="15138" y="13283"/>
                  <a:pt x="15077" y="13344"/>
                </a:cubicBezTo>
                <a:lnTo>
                  <a:pt x="14986" y="13344"/>
                </a:lnTo>
                <a:cubicBezTo>
                  <a:pt x="14955" y="13313"/>
                  <a:pt x="14895" y="13283"/>
                  <a:pt x="14864" y="13253"/>
                </a:cubicBezTo>
                <a:lnTo>
                  <a:pt x="14712" y="13101"/>
                </a:lnTo>
                <a:cubicBezTo>
                  <a:pt x="14682" y="13010"/>
                  <a:pt x="14743" y="12918"/>
                  <a:pt x="14834" y="12918"/>
                </a:cubicBezTo>
                <a:close/>
                <a:moveTo>
                  <a:pt x="76025" y="12647"/>
                </a:moveTo>
                <a:cubicBezTo>
                  <a:pt x="76174" y="12647"/>
                  <a:pt x="76311" y="12749"/>
                  <a:pt x="76264" y="12797"/>
                </a:cubicBezTo>
                <a:cubicBezTo>
                  <a:pt x="76203" y="12827"/>
                  <a:pt x="76416" y="13161"/>
                  <a:pt x="76507" y="13283"/>
                </a:cubicBezTo>
                <a:cubicBezTo>
                  <a:pt x="76553" y="13376"/>
                  <a:pt x="76511" y="13416"/>
                  <a:pt x="76461" y="13416"/>
                </a:cubicBezTo>
                <a:cubicBezTo>
                  <a:pt x="76446" y="13416"/>
                  <a:pt x="76430" y="13412"/>
                  <a:pt x="76416" y="13405"/>
                </a:cubicBezTo>
                <a:cubicBezTo>
                  <a:pt x="76294" y="13344"/>
                  <a:pt x="76203" y="13313"/>
                  <a:pt x="76081" y="13313"/>
                </a:cubicBezTo>
                <a:lnTo>
                  <a:pt x="76020" y="13344"/>
                </a:lnTo>
                <a:cubicBezTo>
                  <a:pt x="75965" y="13390"/>
                  <a:pt x="75916" y="13405"/>
                  <a:pt x="75869" y="13405"/>
                </a:cubicBezTo>
                <a:cubicBezTo>
                  <a:pt x="75774" y="13405"/>
                  <a:pt x="75692" y="13340"/>
                  <a:pt x="75600" y="13340"/>
                </a:cubicBezTo>
                <a:cubicBezTo>
                  <a:pt x="75588" y="13340"/>
                  <a:pt x="75577" y="13341"/>
                  <a:pt x="75564" y="13344"/>
                </a:cubicBezTo>
                <a:lnTo>
                  <a:pt x="75443" y="13405"/>
                </a:lnTo>
                <a:cubicBezTo>
                  <a:pt x="75260" y="13374"/>
                  <a:pt x="75108" y="13313"/>
                  <a:pt x="75108" y="13283"/>
                </a:cubicBezTo>
                <a:cubicBezTo>
                  <a:pt x="75108" y="13253"/>
                  <a:pt x="75352" y="13101"/>
                  <a:pt x="75291" y="13040"/>
                </a:cubicBezTo>
                <a:cubicBezTo>
                  <a:pt x="75230" y="12979"/>
                  <a:pt x="75139" y="12888"/>
                  <a:pt x="75108" y="12888"/>
                </a:cubicBezTo>
                <a:cubicBezTo>
                  <a:pt x="75108" y="12858"/>
                  <a:pt x="75230" y="12827"/>
                  <a:pt x="75291" y="12827"/>
                </a:cubicBezTo>
                <a:cubicBezTo>
                  <a:pt x="75352" y="12827"/>
                  <a:pt x="75504" y="13131"/>
                  <a:pt x="75564" y="13161"/>
                </a:cubicBezTo>
                <a:cubicBezTo>
                  <a:pt x="75570" y="13163"/>
                  <a:pt x="75575" y="13164"/>
                  <a:pt x="75580" y="13164"/>
                </a:cubicBezTo>
                <a:cubicBezTo>
                  <a:pt x="75652" y="13164"/>
                  <a:pt x="75719" y="13008"/>
                  <a:pt x="75722" y="12908"/>
                </a:cubicBezTo>
                <a:lnTo>
                  <a:pt x="75722" y="12908"/>
                </a:lnTo>
                <a:cubicBezTo>
                  <a:pt x="75730" y="12910"/>
                  <a:pt x="75741" y="12911"/>
                  <a:pt x="75754" y="12911"/>
                </a:cubicBezTo>
                <a:cubicBezTo>
                  <a:pt x="75792" y="12911"/>
                  <a:pt x="75853" y="12903"/>
                  <a:pt x="75929" y="12888"/>
                </a:cubicBezTo>
                <a:lnTo>
                  <a:pt x="75899" y="12675"/>
                </a:lnTo>
                <a:cubicBezTo>
                  <a:pt x="75939" y="12655"/>
                  <a:pt x="75982" y="12647"/>
                  <a:pt x="76025" y="12647"/>
                </a:cubicBezTo>
                <a:close/>
                <a:moveTo>
                  <a:pt x="66347" y="13262"/>
                </a:moveTo>
                <a:cubicBezTo>
                  <a:pt x="66389" y="13262"/>
                  <a:pt x="66442" y="13277"/>
                  <a:pt x="66507" y="13313"/>
                </a:cubicBezTo>
                <a:lnTo>
                  <a:pt x="66658" y="13405"/>
                </a:lnTo>
                <a:cubicBezTo>
                  <a:pt x="66658" y="13405"/>
                  <a:pt x="66689" y="13465"/>
                  <a:pt x="66658" y="13496"/>
                </a:cubicBezTo>
                <a:lnTo>
                  <a:pt x="66598" y="13496"/>
                </a:lnTo>
                <a:lnTo>
                  <a:pt x="66507" y="13405"/>
                </a:lnTo>
                <a:cubicBezTo>
                  <a:pt x="66440" y="13438"/>
                  <a:pt x="66373" y="13462"/>
                  <a:pt x="66321" y="13462"/>
                </a:cubicBezTo>
                <a:cubicBezTo>
                  <a:pt x="66279" y="13462"/>
                  <a:pt x="66247" y="13446"/>
                  <a:pt x="66233" y="13405"/>
                </a:cubicBezTo>
                <a:cubicBezTo>
                  <a:pt x="66212" y="13341"/>
                  <a:pt x="66250" y="13262"/>
                  <a:pt x="66347" y="13262"/>
                </a:cubicBezTo>
                <a:close/>
                <a:moveTo>
                  <a:pt x="72720" y="12795"/>
                </a:moveTo>
                <a:cubicBezTo>
                  <a:pt x="72786" y="12795"/>
                  <a:pt x="72850" y="12829"/>
                  <a:pt x="72890" y="12888"/>
                </a:cubicBezTo>
                <a:lnTo>
                  <a:pt x="72829" y="12979"/>
                </a:lnTo>
                <a:lnTo>
                  <a:pt x="72738" y="13070"/>
                </a:lnTo>
                <a:cubicBezTo>
                  <a:pt x="72757" y="13129"/>
                  <a:pt x="72878" y="13163"/>
                  <a:pt x="72986" y="13163"/>
                </a:cubicBezTo>
                <a:cubicBezTo>
                  <a:pt x="73045" y="13163"/>
                  <a:pt x="73100" y="13153"/>
                  <a:pt x="73133" y="13131"/>
                </a:cubicBezTo>
                <a:cubicBezTo>
                  <a:pt x="73224" y="13070"/>
                  <a:pt x="73315" y="13040"/>
                  <a:pt x="73437" y="13010"/>
                </a:cubicBezTo>
                <a:lnTo>
                  <a:pt x="73528" y="13010"/>
                </a:lnTo>
                <a:cubicBezTo>
                  <a:pt x="73538" y="13006"/>
                  <a:pt x="73547" y="13005"/>
                  <a:pt x="73556" y="13005"/>
                </a:cubicBezTo>
                <a:cubicBezTo>
                  <a:pt x="73632" y="13005"/>
                  <a:pt x="73680" y="13107"/>
                  <a:pt x="73680" y="13161"/>
                </a:cubicBezTo>
                <a:cubicBezTo>
                  <a:pt x="73680" y="13197"/>
                  <a:pt x="73774" y="13212"/>
                  <a:pt x="73852" y="13212"/>
                </a:cubicBezTo>
                <a:cubicBezTo>
                  <a:pt x="73907" y="13212"/>
                  <a:pt x="73953" y="13204"/>
                  <a:pt x="73953" y="13192"/>
                </a:cubicBezTo>
                <a:cubicBezTo>
                  <a:pt x="73923" y="13131"/>
                  <a:pt x="73923" y="13070"/>
                  <a:pt x="73953" y="13040"/>
                </a:cubicBezTo>
                <a:cubicBezTo>
                  <a:pt x="73965" y="13042"/>
                  <a:pt x="73976" y="13043"/>
                  <a:pt x="73985" y="13043"/>
                </a:cubicBezTo>
                <a:cubicBezTo>
                  <a:pt x="74097" y="13043"/>
                  <a:pt x="74049" y="12888"/>
                  <a:pt x="74105" y="12888"/>
                </a:cubicBezTo>
                <a:cubicBezTo>
                  <a:pt x="74197" y="12888"/>
                  <a:pt x="74288" y="12918"/>
                  <a:pt x="74379" y="12949"/>
                </a:cubicBezTo>
                <a:lnTo>
                  <a:pt x="74470" y="12979"/>
                </a:lnTo>
                <a:cubicBezTo>
                  <a:pt x="74531" y="12994"/>
                  <a:pt x="74584" y="13002"/>
                  <a:pt x="74637" y="13002"/>
                </a:cubicBezTo>
                <a:cubicBezTo>
                  <a:pt x="74691" y="13002"/>
                  <a:pt x="74744" y="12994"/>
                  <a:pt x="74805" y="12979"/>
                </a:cubicBezTo>
                <a:lnTo>
                  <a:pt x="74805" y="12918"/>
                </a:lnTo>
                <a:cubicBezTo>
                  <a:pt x="74805" y="12850"/>
                  <a:pt x="74839" y="12816"/>
                  <a:pt x="74894" y="12816"/>
                </a:cubicBezTo>
                <a:cubicBezTo>
                  <a:pt x="74913" y="12816"/>
                  <a:pt x="74934" y="12820"/>
                  <a:pt x="74957" y="12827"/>
                </a:cubicBezTo>
                <a:lnTo>
                  <a:pt x="74987" y="12827"/>
                </a:lnTo>
                <a:cubicBezTo>
                  <a:pt x="74957" y="12979"/>
                  <a:pt x="74865" y="13101"/>
                  <a:pt x="74744" y="13192"/>
                </a:cubicBezTo>
                <a:cubicBezTo>
                  <a:pt x="74683" y="13253"/>
                  <a:pt x="74653" y="13283"/>
                  <a:pt x="74592" y="13344"/>
                </a:cubicBezTo>
                <a:lnTo>
                  <a:pt x="74409" y="13344"/>
                </a:lnTo>
                <a:cubicBezTo>
                  <a:pt x="74399" y="13354"/>
                  <a:pt x="74389" y="13357"/>
                  <a:pt x="74379" y="13357"/>
                </a:cubicBezTo>
                <a:cubicBezTo>
                  <a:pt x="74359" y="13357"/>
                  <a:pt x="74338" y="13344"/>
                  <a:pt x="74318" y="13344"/>
                </a:cubicBezTo>
                <a:cubicBezTo>
                  <a:pt x="74300" y="13335"/>
                  <a:pt x="74283" y="13331"/>
                  <a:pt x="74265" y="13331"/>
                </a:cubicBezTo>
                <a:cubicBezTo>
                  <a:pt x="74222" y="13331"/>
                  <a:pt x="74179" y="13353"/>
                  <a:pt x="74136" y="13374"/>
                </a:cubicBezTo>
                <a:cubicBezTo>
                  <a:pt x="74130" y="13380"/>
                  <a:pt x="74123" y="13382"/>
                  <a:pt x="74114" y="13382"/>
                </a:cubicBezTo>
                <a:cubicBezTo>
                  <a:pt x="74073" y="13382"/>
                  <a:pt x="73998" y="13328"/>
                  <a:pt x="73923" y="13253"/>
                </a:cubicBezTo>
                <a:lnTo>
                  <a:pt x="73771" y="13344"/>
                </a:lnTo>
                <a:lnTo>
                  <a:pt x="73649" y="13465"/>
                </a:lnTo>
                <a:cubicBezTo>
                  <a:pt x="73528" y="13374"/>
                  <a:pt x="73376" y="13374"/>
                  <a:pt x="73254" y="13374"/>
                </a:cubicBezTo>
                <a:lnTo>
                  <a:pt x="73102" y="13374"/>
                </a:lnTo>
                <a:cubicBezTo>
                  <a:pt x="73042" y="13374"/>
                  <a:pt x="72950" y="13313"/>
                  <a:pt x="72920" y="13313"/>
                </a:cubicBezTo>
                <a:cubicBezTo>
                  <a:pt x="72859" y="13344"/>
                  <a:pt x="72829" y="13435"/>
                  <a:pt x="72798" y="13465"/>
                </a:cubicBezTo>
                <a:lnTo>
                  <a:pt x="72768" y="13496"/>
                </a:lnTo>
                <a:cubicBezTo>
                  <a:pt x="72707" y="13511"/>
                  <a:pt x="72654" y="13519"/>
                  <a:pt x="72601" y="13519"/>
                </a:cubicBezTo>
                <a:cubicBezTo>
                  <a:pt x="72548" y="13519"/>
                  <a:pt x="72494" y="13511"/>
                  <a:pt x="72434" y="13496"/>
                </a:cubicBezTo>
                <a:lnTo>
                  <a:pt x="72312" y="13496"/>
                </a:lnTo>
                <a:cubicBezTo>
                  <a:pt x="72282" y="13496"/>
                  <a:pt x="72251" y="13465"/>
                  <a:pt x="72251" y="13435"/>
                </a:cubicBezTo>
                <a:cubicBezTo>
                  <a:pt x="72251" y="13405"/>
                  <a:pt x="72251" y="13344"/>
                  <a:pt x="72282" y="13344"/>
                </a:cubicBezTo>
                <a:lnTo>
                  <a:pt x="72373" y="13283"/>
                </a:lnTo>
                <a:cubicBezTo>
                  <a:pt x="72464" y="13253"/>
                  <a:pt x="72525" y="13101"/>
                  <a:pt x="72434" y="13101"/>
                </a:cubicBezTo>
                <a:cubicBezTo>
                  <a:pt x="72373" y="13070"/>
                  <a:pt x="72555" y="12888"/>
                  <a:pt x="72616" y="12827"/>
                </a:cubicBezTo>
                <a:cubicBezTo>
                  <a:pt x="72648" y="12806"/>
                  <a:pt x="72684" y="12795"/>
                  <a:pt x="72720" y="12795"/>
                </a:cubicBezTo>
                <a:close/>
                <a:moveTo>
                  <a:pt x="13702" y="13179"/>
                </a:moveTo>
                <a:cubicBezTo>
                  <a:pt x="13745" y="13179"/>
                  <a:pt x="13788" y="13201"/>
                  <a:pt x="13831" y="13222"/>
                </a:cubicBezTo>
                <a:cubicBezTo>
                  <a:pt x="13861" y="13283"/>
                  <a:pt x="13861" y="13344"/>
                  <a:pt x="13709" y="13344"/>
                </a:cubicBezTo>
                <a:cubicBezTo>
                  <a:pt x="13588" y="13374"/>
                  <a:pt x="13648" y="13465"/>
                  <a:pt x="13618" y="13526"/>
                </a:cubicBezTo>
                <a:lnTo>
                  <a:pt x="13588" y="13557"/>
                </a:lnTo>
                <a:cubicBezTo>
                  <a:pt x="13557" y="13557"/>
                  <a:pt x="13496" y="13557"/>
                  <a:pt x="13466" y="13526"/>
                </a:cubicBezTo>
                <a:cubicBezTo>
                  <a:pt x="13436" y="13496"/>
                  <a:pt x="13588" y="13313"/>
                  <a:pt x="13496" y="13313"/>
                </a:cubicBezTo>
                <a:cubicBezTo>
                  <a:pt x="13405" y="13313"/>
                  <a:pt x="13405" y="13283"/>
                  <a:pt x="13527" y="13222"/>
                </a:cubicBezTo>
                <a:lnTo>
                  <a:pt x="13648" y="13192"/>
                </a:lnTo>
                <a:cubicBezTo>
                  <a:pt x="13666" y="13183"/>
                  <a:pt x="13684" y="13179"/>
                  <a:pt x="13702" y="13179"/>
                </a:cubicBezTo>
                <a:close/>
                <a:moveTo>
                  <a:pt x="17782" y="13040"/>
                </a:moveTo>
                <a:lnTo>
                  <a:pt x="17934" y="13101"/>
                </a:lnTo>
                <a:lnTo>
                  <a:pt x="18025" y="13101"/>
                </a:lnTo>
                <a:cubicBezTo>
                  <a:pt x="18117" y="13131"/>
                  <a:pt x="18086" y="13192"/>
                  <a:pt x="17995" y="13192"/>
                </a:cubicBezTo>
                <a:cubicBezTo>
                  <a:pt x="17873" y="13192"/>
                  <a:pt x="17721" y="13587"/>
                  <a:pt x="17691" y="13587"/>
                </a:cubicBezTo>
                <a:cubicBezTo>
                  <a:pt x="17682" y="13596"/>
                  <a:pt x="17668" y="13600"/>
                  <a:pt x="17652" y="13600"/>
                </a:cubicBezTo>
                <a:cubicBezTo>
                  <a:pt x="17612" y="13600"/>
                  <a:pt x="17561" y="13578"/>
                  <a:pt x="17539" y="13557"/>
                </a:cubicBezTo>
                <a:lnTo>
                  <a:pt x="17539" y="13526"/>
                </a:lnTo>
                <a:lnTo>
                  <a:pt x="17569" y="13405"/>
                </a:lnTo>
                <a:cubicBezTo>
                  <a:pt x="17630" y="13313"/>
                  <a:pt x="17721" y="13131"/>
                  <a:pt x="17782" y="13040"/>
                </a:cubicBezTo>
                <a:close/>
                <a:moveTo>
                  <a:pt x="65534" y="13070"/>
                </a:moveTo>
                <a:cubicBezTo>
                  <a:pt x="65625" y="13101"/>
                  <a:pt x="65686" y="13131"/>
                  <a:pt x="65747" y="13161"/>
                </a:cubicBezTo>
                <a:cubicBezTo>
                  <a:pt x="65807" y="13192"/>
                  <a:pt x="65899" y="13313"/>
                  <a:pt x="65899" y="13344"/>
                </a:cubicBezTo>
                <a:cubicBezTo>
                  <a:pt x="65868" y="13374"/>
                  <a:pt x="65899" y="13435"/>
                  <a:pt x="65990" y="13435"/>
                </a:cubicBezTo>
                <a:lnTo>
                  <a:pt x="66020" y="13465"/>
                </a:lnTo>
                <a:cubicBezTo>
                  <a:pt x="66051" y="13465"/>
                  <a:pt x="66051" y="13557"/>
                  <a:pt x="66051" y="13557"/>
                </a:cubicBezTo>
                <a:cubicBezTo>
                  <a:pt x="66051" y="13587"/>
                  <a:pt x="65990" y="13587"/>
                  <a:pt x="65959" y="13587"/>
                </a:cubicBezTo>
                <a:lnTo>
                  <a:pt x="65868" y="13617"/>
                </a:lnTo>
                <a:cubicBezTo>
                  <a:pt x="65777" y="13617"/>
                  <a:pt x="65625" y="13587"/>
                  <a:pt x="65564" y="13557"/>
                </a:cubicBezTo>
                <a:lnTo>
                  <a:pt x="65503" y="13526"/>
                </a:lnTo>
                <a:cubicBezTo>
                  <a:pt x="65473" y="13496"/>
                  <a:pt x="65443" y="13435"/>
                  <a:pt x="65473" y="13374"/>
                </a:cubicBezTo>
                <a:lnTo>
                  <a:pt x="65503" y="13344"/>
                </a:lnTo>
                <a:cubicBezTo>
                  <a:pt x="65564" y="13313"/>
                  <a:pt x="65564" y="13253"/>
                  <a:pt x="65503" y="13253"/>
                </a:cubicBezTo>
                <a:lnTo>
                  <a:pt x="65473" y="13222"/>
                </a:lnTo>
                <a:cubicBezTo>
                  <a:pt x="65443" y="13192"/>
                  <a:pt x="65473" y="13131"/>
                  <a:pt x="65503" y="13101"/>
                </a:cubicBezTo>
                <a:lnTo>
                  <a:pt x="65534" y="13070"/>
                </a:lnTo>
                <a:close/>
                <a:moveTo>
                  <a:pt x="37783" y="13313"/>
                </a:moveTo>
                <a:lnTo>
                  <a:pt x="37904" y="13374"/>
                </a:lnTo>
                <a:lnTo>
                  <a:pt x="38056" y="13496"/>
                </a:lnTo>
                <a:cubicBezTo>
                  <a:pt x="38080" y="13591"/>
                  <a:pt x="38011" y="13667"/>
                  <a:pt x="37936" y="13667"/>
                </a:cubicBezTo>
                <a:cubicBezTo>
                  <a:pt x="37915" y="13667"/>
                  <a:pt x="37894" y="13661"/>
                  <a:pt x="37874" y="13648"/>
                </a:cubicBezTo>
                <a:cubicBezTo>
                  <a:pt x="37847" y="13630"/>
                  <a:pt x="37820" y="13610"/>
                  <a:pt x="37794" y="13588"/>
                </a:cubicBezTo>
                <a:lnTo>
                  <a:pt x="37794" y="13588"/>
                </a:lnTo>
                <a:cubicBezTo>
                  <a:pt x="37813" y="13520"/>
                  <a:pt x="37810" y="13423"/>
                  <a:pt x="37783" y="13313"/>
                </a:cubicBezTo>
                <a:close/>
                <a:moveTo>
                  <a:pt x="44253" y="13412"/>
                </a:moveTo>
                <a:cubicBezTo>
                  <a:pt x="44318" y="13412"/>
                  <a:pt x="44378" y="13420"/>
                  <a:pt x="44439" y="13435"/>
                </a:cubicBezTo>
                <a:lnTo>
                  <a:pt x="44652" y="13526"/>
                </a:lnTo>
                <a:cubicBezTo>
                  <a:pt x="44726" y="13477"/>
                  <a:pt x="44821" y="13427"/>
                  <a:pt x="44920" y="13427"/>
                </a:cubicBezTo>
                <a:cubicBezTo>
                  <a:pt x="44942" y="13427"/>
                  <a:pt x="44964" y="13429"/>
                  <a:pt x="44986" y="13435"/>
                </a:cubicBezTo>
                <a:cubicBezTo>
                  <a:pt x="45047" y="13465"/>
                  <a:pt x="44956" y="13587"/>
                  <a:pt x="44926" y="13617"/>
                </a:cubicBezTo>
                <a:cubicBezTo>
                  <a:pt x="44872" y="13653"/>
                  <a:pt x="44819" y="13668"/>
                  <a:pt x="44771" y="13668"/>
                </a:cubicBezTo>
                <a:cubicBezTo>
                  <a:pt x="44738" y="13668"/>
                  <a:pt x="44708" y="13660"/>
                  <a:pt x="44682" y="13648"/>
                </a:cubicBezTo>
                <a:cubicBezTo>
                  <a:pt x="44439" y="13648"/>
                  <a:pt x="44196" y="13617"/>
                  <a:pt x="43953" y="13587"/>
                </a:cubicBezTo>
                <a:cubicBezTo>
                  <a:pt x="43953" y="13526"/>
                  <a:pt x="43983" y="13465"/>
                  <a:pt x="44014" y="13435"/>
                </a:cubicBezTo>
                <a:lnTo>
                  <a:pt x="44044" y="13435"/>
                </a:lnTo>
                <a:cubicBezTo>
                  <a:pt x="44120" y="13420"/>
                  <a:pt x="44188" y="13412"/>
                  <a:pt x="44253" y="13412"/>
                </a:cubicBezTo>
                <a:close/>
                <a:moveTo>
                  <a:pt x="63285" y="13344"/>
                </a:moveTo>
                <a:cubicBezTo>
                  <a:pt x="63437" y="13374"/>
                  <a:pt x="63528" y="13435"/>
                  <a:pt x="63528" y="13496"/>
                </a:cubicBezTo>
                <a:cubicBezTo>
                  <a:pt x="63505" y="13540"/>
                  <a:pt x="63418" y="13569"/>
                  <a:pt x="63361" y="13569"/>
                </a:cubicBezTo>
                <a:cubicBezTo>
                  <a:pt x="63340" y="13569"/>
                  <a:pt x="63323" y="13565"/>
                  <a:pt x="63315" y="13557"/>
                </a:cubicBezTo>
                <a:cubicBezTo>
                  <a:pt x="63293" y="13535"/>
                  <a:pt x="63226" y="13514"/>
                  <a:pt x="63157" y="13514"/>
                </a:cubicBezTo>
                <a:cubicBezTo>
                  <a:pt x="63128" y="13514"/>
                  <a:pt x="63098" y="13517"/>
                  <a:pt x="63072" y="13526"/>
                </a:cubicBezTo>
                <a:lnTo>
                  <a:pt x="62981" y="13557"/>
                </a:lnTo>
                <a:lnTo>
                  <a:pt x="62889" y="13617"/>
                </a:lnTo>
                <a:cubicBezTo>
                  <a:pt x="62851" y="13656"/>
                  <a:pt x="62813" y="13672"/>
                  <a:pt x="62777" y="13672"/>
                </a:cubicBezTo>
                <a:cubicBezTo>
                  <a:pt x="62727" y="13672"/>
                  <a:pt x="62682" y="13640"/>
                  <a:pt x="62646" y="13587"/>
                </a:cubicBezTo>
                <a:cubicBezTo>
                  <a:pt x="62616" y="13557"/>
                  <a:pt x="62555" y="13374"/>
                  <a:pt x="62616" y="13374"/>
                </a:cubicBezTo>
                <a:lnTo>
                  <a:pt x="62616" y="13374"/>
                </a:lnTo>
                <a:cubicBezTo>
                  <a:pt x="62628" y="13380"/>
                  <a:pt x="62656" y="13383"/>
                  <a:pt x="62694" y="13383"/>
                </a:cubicBezTo>
                <a:cubicBezTo>
                  <a:pt x="62847" y="13383"/>
                  <a:pt x="63163" y="13344"/>
                  <a:pt x="63285" y="13344"/>
                </a:cubicBezTo>
                <a:close/>
                <a:moveTo>
                  <a:pt x="71431" y="12888"/>
                </a:moveTo>
                <a:cubicBezTo>
                  <a:pt x="71583" y="13070"/>
                  <a:pt x="71643" y="13222"/>
                  <a:pt x="71552" y="13222"/>
                </a:cubicBezTo>
                <a:cubicBezTo>
                  <a:pt x="71339" y="13283"/>
                  <a:pt x="71157" y="13344"/>
                  <a:pt x="70975" y="13435"/>
                </a:cubicBezTo>
                <a:cubicBezTo>
                  <a:pt x="70914" y="13496"/>
                  <a:pt x="70975" y="13526"/>
                  <a:pt x="71127" y="13526"/>
                </a:cubicBezTo>
                <a:lnTo>
                  <a:pt x="71218" y="13526"/>
                </a:lnTo>
                <a:cubicBezTo>
                  <a:pt x="71248" y="13557"/>
                  <a:pt x="71279" y="13587"/>
                  <a:pt x="71309" y="13617"/>
                </a:cubicBezTo>
                <a:cubicBezTo>
                  <a:pt x="71309" y="13648"/>
                  <a:pt x="71248" y="13678"/>
                  <a:pt x="71248" y="13678"/>
                </a:cubicBezTo>
                <a:lnTo>
                  <a:pt x="71066" y="13678"/>
                </a:lnTo>
                <a:cubicBezTo>
                  <a:pt x="70823" y="13648"/>
                  <a:pt x="70610" y="13526"/>
                  <a:pt x="70428" y="13374"/>
                </a:cubicBezTo>
                <a:cubicBezTo>
                  <a:pt x="70306" y="13283"/>
                  <a:pt x="70184" y="13192"/>
                  <a:pt x="70063" y="13161"/>
                </a:cubicBezTo>
                <a:cubicBezTo>
                  <a:pt x="69972" y="13161"/>
                  <a:pt x="69972" y="13101"/>
                  <a:pt x="70093" y="13070"/>
                </a:cubicBezTo>
                <a:lnTo>
                  <a:pt x="70124" y="13010"/>
                </a:lnTo>
                <a:cubicBezTo>
                  <a:pt x="70169" y="12979"/>
                  <a:pt x="70200" y="12964"/>
                  <a:pt x="70230" y="12964"/>
                </a:cubicBezTo>
                <a:cubicBezTo>
                  <a:pt x="70260" y="12964"/>
                  <a:pt x="70291" y="12979"/>
                  <a:pt x="70336" y="13010"/>
                </a:cubicBezTo>
                <a:lnTo>
                  <a:pt x="70367" y="13040"/>
                </a:lnTo>
                <a:lnTo>
                  <a:pt x="70853" y="12949"/>
                </a:lnTo>
                <a:lnTo>
                  <a:pt x="70975" y="13040"/>
                </a:lnTo>
                <a:cubicBezTo>
                  <a:pt x="71035" y="13070"/>
                  <a:pt x="71127" y="13101"/>
                  <a:pt x="71157" y="13101"/>
                </a:cubicBezTo>
                <a:lnTo>
                  <a:pt x="71431" y="12888"/>
                </a:lnTo>
                <a:close/>
                <a:moveTo>
                  <a:pt x="17296" y="13010"/>
                </a:moveTo>
                <a:cubicBezTo>
                  <a:pt x="17296" y="13010"/>
                  <a:pt x="17326" y="13070"/>
                  <a:pt x="17326" y="13101"/>
                </a:cubicBezTo>
                <a:lnTo>
                  <a:pt x="17326" y="13131"/>
                </a:lnTo>
                <a:cubicBezTo>
                  <a:pt x="17296" y="13313"/>
                  <a:pt x="17448" y="13526"/>
                  <a:pt x="17113" y="13648"/>
                </a:cubicBezTo>
                <a:lnTo>
                  <a:pt x="17083" y="13678"/>
                </a:lnTo>
                <a:cubicBezTo>
                  <a:pt x="17047" y="13714"/>
                  <a:pt x="17026" y="13726"/>
                  <a:pt x="17012" y="13726"/>
                </a:cubicBezTo>
                <a:cubicBezTo>
                  <a:pt x="16992" y="13726"/>
                  <a:pt x="16992" y="13697"/>
                  <a:pt x="16992" y="13678"/>
                </a:cubicBezTo>
                <a:cubicBezTo>
                  <a:pt x="17022" y="13648"/>
                  <a:pt x="17113" y="13405"/>
                  <a:pt x="17113" y="13344"/>
                </a:cubicBezTo>
                <a:cubicBezTo>
                  <a:pt x="17113" y="13253"/>
                  <a:pt x="17144" y="13161"/>
                  <a:pt x="17174" y="13070"/>
                </a:cubicBezTo>
                <a:cubicBezTo>
                  <a:pt x="17205" y="13040"/>
                  <a:pt x="17235" y="13010"/>
                  <a:pt x="17296" y="13010"/>
                </a:cubicBezTo>
                <a:close/>
                <a:moveTo>
                  <a:pt x="64288" y="13131"/>
                </a:moveTo>
                <a:cubicBezTo>
                  <a:pt x="64318" y="13161"/>
                  <a:pt x="64348" y="13222"/>
                  <a:pt x="64379" y="13283"/>
                </a:cubicBezTo>
                <a:lnTo>
                  <a:pt x="64652" y="13283"/>
                </a:lnTo>
                <a:lnTo>
                  <a:pt x="64713" y="13253"/>
                </a:lnTo>
                <a:cubicBezTo>
                  <a:pt x="64763" y="13202"/>
                  <a:pt x="64823" y="13180"/>
                  <a:pt x="64881" y="13180"/>
                </a:cubicBezTo>
                <a:cubicBezTo>
                  <a:pt x="64929" y="13180"/>
                  <a:pt x="64976" y="13195"/>
                  <a:pt x="65017" y="13222"/>
                </a:cubicBezTo>
                <a:lnTo>
                  <a:pt x="65139" y="13283"/>
                </a:lnTo>
                <a:cubicBezTo>
                  <a:pt x="65017" y="13435"/>
                  <a:pt x="64865" y="13587"/>
                  <a:pt x="64713" y="13709"/>
                </a:cubicBezTo>
                <a:cubicBezTo>
                  <a:pt x="64662" y="13747"/>
                  <a:pt x="64622" y="13764"/>
                  <a:pt x="64592" y="13764"/>
                </a:cubicBezTo>
                <a:cubicBezTo>
                  <a:pt x="64551" y="13764"/>
                  <a:pt x="64531" y="13731"/>
                  <a:pt x="64531" y="13678"/>
                </a:cubicBezTo>
                <a:cubicBezTo>
                  <a:pt x="64531" y="13577"/>
                  <a:pt x="64300" y="13413"/>
                  <a:pt x="64187" y="13413"/>
                </a:cubicBezTo>
                <a:cubicBezTo>
                  <a:pt x="64164" y="13413"/>
                  <a:pt x="64146" y="13420"/>
                  <a:pt x="64136" y="13435"/>
                </a:cubicBezTo>
                <a:cubicBezTo>
                  <a:pt x="64117" y="13464"/>
                  <a:pt x="64100" y="13486"/>
                  <a:pt x="64088" y="13503"/>
                </a:cubicBezTo>
                <a:lnTo>
                  <a:pt x="64088" y="13503"/>
                </a:lnTo>
                <a:cubicBezTo>
                  <a:pt x="64114" y="13458"/>
                  <a:pt x="64166" y="13360"/>
                  <a:pt x="64166" y="13313"/>
                </a:cubicBezTo>
                <a:cubicBezTo>
                  <a:pt x="64136" y="13253"/>
                  <a:pt x="64136" y="13192"/>
                  <a:pt x="64136" y="13131"/>
                </a:cubicBezTo>
                <a:close/>
                <a:moveTo>
                  <a:pt x="37313" y="13518"/>
                </a:moveTo>
                <a:cubicBezTo>
                  <a:pt x="37337" y="13518"/>
                  <a:pt x="37357" y="13562"/>
                  <a:pt x="37357" y="13587"/>
                </a:cubicBezTo>
                <a:cubicBezTo>
                  <a:pt x="37357" y="13617"/>
                  <a:pt x="37205" y="13678"/>
                  <a:pt x="37023" y="13709"/>
                </a:cubicBezTo>
                <a:lnTo>
                  <a:pt x="36871" y="13739"/>
                </a:lnTo>
                <a:lnTo>
                  <a:pt x="36719" y="13739"/>
                </a:lnTo>
                <a:cubicBezTo>
                  <a:pt x="36567" y="13739"/>
                  <a:pt x="36384" y="13769"/>
                  <a:pt x="36324" y="13769"/>
                </a:cubicBezTo>
                <a:lnTo>
                  <a:pt x="36202" y="13769"/>
                </a:lnTo>
                <a:cubicBezTo>
                  <a:pt x="36172" y="13739"/>
                  <a:pt x="36202" y="13678"/>
                  <a:pt x="36232" y="13648"/>
                </a:cubicBezTo>
                <a:cubicBezTo>
                  <a:pt x="36253" y="13648"/>
                  <a:pt x="36340" y="13675"/>
                  <a:pt x="36406" y="13675"/>
                </a:cubicBezTo>
                <a:cubicBezTo>
                  <a:pt x="36438" y="13675"/>
                  <a:pt x="36465" y="13668"/>
                  <a:pt x="36476" y="13648"/>
                </a:cubicBezTo>
                <a:cubicBezTo>
                  <a:pt x="36476" y="13587"/>
                  <a:pt x="36810" y="13587"/>
                  <a:pt x="36901" y="13587"/>
                </a:cubicBezTo>
                <a:lnTo>
                  <a:pt x="37235" y="13587"/>
                </a:lnTo>
                <a:lnTo>
                  <a:pt x="37266" y="13557"/>
                </a:lnTo>
                <a:lnTo>
                  <a:pt x="37296" y="13526"/>
                </a:lnTo>
                <a:cubicBezTo>
                  <a:pt x="37302" y="13520"/>
                  <a:pt x="37308" y="13518"/>
                  <a:pt x="37313" y="13518"/>
                </a:cubicBezTo>
                <a:close/>
                <a:moveTo>
                  <a:pt x="45716" y="13405"/>
                </a:moveTo>
                <a:cubicBezTo>
                  <a:pt x="45868" y="13435"/>
                  <a:pt x="45929" y="13709"/>
                  <a:pt x="45807" y="13739"/>
                </a:cubicBezTo>
                <a:cubicBezTo>
                  <a:pt x="45761" y="13769"/>
                  <a:pt x="45708" y="13785"/>
                  <a:pt x="45655" y="13785"/>
                </a:cubicBezTo>
                <a:cubicBezTo>
                  <a:pt x="45602" y="13785"/>
                  <a:pt x="45549" y="13769"/>
                  <a:pt x="45503" y="13739"/>
                </a:cubicBezTo>
                <a:cubicBezTo>
                  <a:pt x="45412" y="13709"/>
                  <a:pt x="45290" y="13526"/>
                  <a:pt x="45442" y="13405"/>
                </a:cubicBezTo>
                <a:close/>
                <a:moveTo>
                  <a:pt x="54895" y="13283"/>
                </a:moveTo>
                <a:cubicBezTo>
                  <a:pt x="54926" y="13313"/>
                  <a:pt x="54895" y="13374"/>
                  <a:pt x="54895" y="13405"/>
                </a:cubicBezTo>
                <a:cubicBezTo>
                  <a:pt x="54865" y="13435"/>
                  <a:pt x="54895" y="13496"/>
                  <a:pt x="54987" y="13526"/>
                </a:cubicBezTo>
                <a:lnTo>
                  <a:pt x="55078" y="13587"/>
                </a:lnTo>
                <a:cubicBezTo>
                  <a:pt x="55108" y="13617"/>
                  <a:pt x="55230" y="13709"/>
                  <a:pt x="55108" y="13769"/>
                </a:cubicBezTo>
                <a:lnTo>
                  <a:pt x="55017" y="13830"/>
                </a:lnTo>
                <a:cubicBezTo>
                  <a:pt x="54956" y="13769"/>
                  <a:pt x="54895" y="13678"/>
                  <a:pt x="54835" y="13587"/>
                </a:cubicBezTo>
                <a:lnTo>
                  <a:pt x="54804" y="13526"/>
                </a:lnTo>
                <a:cubicBezTo>
                  <a:pt x="54652" y="13405"/>
                  <a:pt x="54652" y="13344"/>
                  <a:pt x="54865" y="13283"/>
                </a:cubicBezTo>
                <a:close/>
                <a:moveTo>
                  <a:pt x="68634" y="12979"/>
                </a:moveTo>
                <a:cubicBezTo>
                  <a:pt x="69090" y="13040"/>
                  <a:pt x="69516" y="13070"/>
                  <a:pt x="69546" y="13070"/>
                </a:cubicBezTo>
                <a:lnTo>
                  <a:pt x="69576" y="13070"/>
                </a:lnTo>
                <a:cubicBezTo>
                  <a:pt x="69615" y="13045"/>
                  <a:pt x="69648" y="13035"/>
                  <a:pt x="69678" y="13035"/>
                </a:cubicBezTo>
                <a:cubicBezTo>
                  <a:pt x="69719" y="13035"/>
                  <a:pt x="69754" y="13053"/>
                  <a:pt x="69789" y="13070"/>
                </a:cubicBezTo>
                <a:cubicBezTo>
                  <a:pt x="69941" y="13131"/>
                  <a:pt x="69728" y="13222"/>
                  <a:pt x="69789" y="13253"/>
                </a:cubicBezTo>
                <a:lnTo>
                  <a:pt x="69850" y="13313"/>
                </a:lnTo>
                <a:cubicBezTo>
                  <a:pt x="69911" y="13374"/>
                  <a:pt x="69880" y="13435"/>
                  <a:pt x="69820" y="13435"/>
                </a:cubicBezTo>
                <a:lnTo>
                  <a:pt x="69850" y="13435"/>
                </a:lnTo>
                <a:cubicBezTo>
                  <a:pt x="69759" y="13435"/>
                  <a:pt x="69759" y="13769"/>
                  <a:pt x="69728" y="13830"/>
                </a:cubicBezTo>
                <a:cubicBezTo>
                  <a:pt x="69724" y="13834"/>
                  <a:pt x="69717" y="13836"/>
                  <a:pt x="69707" y="13836"/>
                </a:cubicBezTo>
                <a:cubicBezTo>
                  <a:pt x="69643" y="13836"/>
                  <a:pt x="69461" y="13753"/>
                  <a:pt x="69303" y="13648"/>
                </a:cubicBezTo>
                <a:lnTo>
                  <a:pt x="69121" y="13496"/>
                </a:lnTo>
                <a:lnTo>
                  <a:pt x="68969" y="13374"/>
                </a:lnTo>
                <a:cubicBezTo>
                  <a:pt x="68896" y="13287"/>
                  <a:pt x="68830" y="13249"/>
                  <a:pt x="68782" y="13249"/>
                </a:cubicBezTo>
                <a:cubicBezTo>
                  <a:pt x="68728" y="13249"/>
                  <a:pt x="68695" y="13295"/>
                  <a:pt x="68695" y="13374"/>
                </a:cubicBezTo>
                <a:lnTo>
                  <a:pt x="68421" y="13344"/>
                </a:lnTo>
                <a:lnTo>
                  <a:pt x="68391" y="13344"/>
                </a:lnTo>
                <a:cubicBezTo>
                  <a:pt x="68269" y="13405"/>
                  <a:pt x="68117" y="13465"/>
                  <a:pt x="67965" y="13526"/>
                </a:cubicBezTo>
                <a:lnTo>
                  <a:pt x="67874" y="13496"/>
                </a:lnTo>
                <a:lnTo>
                  <a:pt x="67783" y="13465"/>
                </a:lnTo>
                <a:cubicBezTo>
                  <a:pt x="67662" y="13435"/>
                  <a:pt x="67540" y="13435"/>
                  <a:pt x="67418" y="13405"/>
                </a:cubicBezTo>
                <a:lnTo>
                  <a:pt x="67236" y="13405"/>
                </a:lnTo>
                <a:cubicBezTo>
                  <a:pt x="67212" y="13419"/>
                  <a:pt x="67193" y="13425"/>
                  <a:pt x="67178" y="13425"/>
                </a:cubicBezTo>
                <a:cubicBezTo>
                  <a:pt x="67094" y="13425"/>
                  <a:pt x="67124" y="13243"/>
                  <a:pt x="67175" y="13192"/>
                </a:cubicBezTo>
                <a:cubicBezTo>
                  <a:pt x="67188" y="13166"/>
                  <a:pt x="67223" y="13157"/>
                  <a:pt x="67261" y="13157"/>
                </a:cubicBezTo>
                <a:cubicBezTo>
                  <a:pt x="67312" y="13157"/>
                  <a:pt x="67370" y="13174"/>
                  <a:pt x="67388" y="13192"/>
                </a:cubicBezTo>
                <a:cubicBezTo>
                  <a:pt x="67391" y="13195"/>
                  <a:pt x="67396" y="13197"/>
                  <a:pt x="67403" y="13197"/>
                </a:cubicBezTo>
                <a:cubicBezTo>
                  <a:pt x="67456" y="13197"/>
                  <a:pt x="67607" y="13094"/>
                  <a:pt x="67662" y="13040"/>
                </a:cubicBezTo>
                <a:cubicBezTo>
                  <a:pt x="67677" y="13032"/>
                  <a:pt x="67698" y="13028"/>
                  <a:pt x="67723" y="13028"/>
                </a:cubicBezTo>
                <a:cubicBezTo>
                  <a:pt x="67798" y="13028"/>
                  <a:pt x="67912" y="13063"/>
                  <a:pt x="68026" y="13131"/>
                </a:cubicBezTo>
                <a:lnTo>
                  <a:pt x="68209" y="13101"/>
                </a:lnTo>
                <a:lnTo>
                  <a:pt x="68634" y="12979"/>
                </a:lnTo>
                <a:close/>
                <a:moveTo>
                  <a:pt x="42737" y="13526"/>
                </a:moveTo>
                <a:cubicBezTo>
                  <a:pt x="42798" y="13526"/>
                  <a:pt x="43011" y="13709"/>
                  <a:pt x="43011" y="13769"/>
                </a:cubicBezTo>
                <a:cubicBezTo>
                  <a:pt x="43011" y="13830"/>
                  <a:pt x="42919" y="13861"/>
                  <a:pt x="42798" y="13861"/>
                </a:cubicBezTo>
                <a:lnTo>
                  <a:pt x="42737" y="13830"/>
                </a:lnTo>
                <a:lnTo>
                  <a:pt x="42646" y="13769"/>
                </a:lnTo>
                <a:cubicBezTo>
                  <a:pt x="42615" y="13648"/>
                  <a:pt x="42646" y="13557"/>
                  <a:pt x="42737" y="13557"/>
                </a:cubicBezTo>
                <a:lnTo>
                  <a:pt x="42737" y="13526"/>
                </a:lnTo>
                <a:close/>
                <a:moveTo>
                  <a:pt x="43658" y="13514"/>
                </a:moveTo>
                <a:cubicBezTo>
                  <a:pt x="43728" y="13514"/>
                  <a:pt x="43771" y="13529"/>
                  <a:pt x="43771" y="13557"/>
                </a:cubicBezTo>
                <a:lnTo>
                  <a:pt x="43771" y="13678"/>
                </a:lnTo>
                <a:cubicBezTo>
                  <a:pt x="43771" y="13769"/>
                  <a:pt x="43710" y="13830"/>
                  <a:pt x="43649" y="13861"/>
                </a:cubicBezTo>
                <a:lnTo>
                  <a:pt x="43619" y="13861"/>
                </a:lnTo>
                <a:cubicBezTo>
                  <a:pt x="43193" y="13769"/>
                  <a:pt x="43102" y="13709"/>
                  <a:pt x="43163" y="13678"/>
                </a:cubicBezTo>
                <a:lnTo>
                  <a:pt x="43315" y="13587"/>
                </a:lnTo>
                <a:cubicBezTo>
                  <a:pt x="43448" y="13537"/>
                  <a:pt x="43573" y="13514"/>
                  <a:pt x="43658" y="13514"/>
                </a:cubicBezTo>
                <a:close/>
                <a:moveTo>
                  <a:pt x="23894" y="13214"/>
                </a:moveTo>
                <a:cubicBezTo>
                  <a:pt x="23911" y="13214"/>
                  <a:pt x="23930" y="13217"/>
                  <a:pt x="23953" y="13222"/>
                </a:cubicBezTo>
                <a:cubicBezTo>
                  <a:pt x="23983" y="13222"/>
                  <a:pt x="24013" y="13313"/>
                  <a:pt x="24013" y="13344"/>
                </a:cubicBezTo>
                <a:cubicBezTo>
                  <a:pt x="24013" y="13344"/>
                  <a:pt x="23922" y="13374"/>
                  <a:pt x="23922" y="13405"/>
                </a:cubicBezTo>
                <a:lnTo>
                  <a:pt x="23892" y="13496"/>
                </a:lnTo>
                <a:cubicBezTo>
                  <a:pt x="24044" y="13557"/>
                  <a:pt x="24135" y="13648"/>
                  <a:pt x="24044" y="13678"/>
                </a:cubicBezTo>
                <a:lnTo>
                  <a:pt x="23953" y="13678"/>
                </a:lnTo>
                <a:cubicBezTo>
                  <a:pt x="23892" y="13678"/>
                  <a:pt x="23801" y="13557"/>
                  <a:pt x="23801" y="13526"/>
                </a:cubicBezTo>
                <a:cubicBezTo>
                  <a:pt x="23770" y="13465"/>
                  <a:pt x="23770" y="13435"/>
                  <a:pt x="23740" y="13435"/>
                </a:cubicBezTo>
                <a:cubicBezTo>
                  <a:pt x="23709" y="13557"/>
                  <a:pt x="23709" y="13678"/>
                  <a:pt x="23709" y="13800"/>
                </a:cubicBezTo>
                <a:cubicBezTo>
                  <a:pt x="23709" y="13861"/>
                  <a:pt x="23664" y="13876"/>
                  <a:pt x="23607" y="13876"/>
                </a:cubicBezTo>
                <a:cubicBezTo>
                  <a:pt x="23550" y="13876"/>
                  <a:pt x="23481" y="13861"/>
                  <a:pt x="23436" y="13861"/>
                </a:cubicBezTo>
                <a:cubicBezTo>
                  <a:pt x="23345" y="13861"/>
                  <a:pt x="23405" y="13800"/>
                  <a:pt x="23618" y="13769"/>
                </a:cubicBezTo>
                <a:lnTo>
                  <a:pt x="23466" y="13648"/>
                </a:lnTo>
                <a:cubicBezTo>
                  <a:pt x="23375" y="13557"/>
                  <a:pt x="23497" y="13496"/>
                  <a:pt x="23466" y="13435"/>
                </a:cubicBezTo>
                <a:lnTo>
                  <a:pt x="23375" y="13283"/>
                </a:lnTo>
                <a:cubicBezTo>
                  <a:pt x="23421" y="13237"/>
                  <a:pt x="23474" y="13215"/>
                  <a:pt x="23527" y="13215"/>
                </a:cubicBezTo>
                <a:cubicBezTo>
                  <a:pt x="23580" y="13215"/>
                  <a:pt x="23633" y="13237"/>
                  <a:pt x="23679" y="13283"/>
                </a:cubicBezTo>
                <a:cubicBezTo>
                  <a:pt x="23700" y="13305"/>
                  <a:pt x="23737" y="13326"/>
                  <a:pt x="23768" y="13326"/>
                </a:cubicBezTo>
                <a:cubicBezTo>
                  <a:pt x="23780" y="13326"/>
                  <a:pt x="23792" y="13322"/>
                  <a:pt x="23801" y="13313"/>
                </a:cubicBezTo>
                <a:cubicBezTo>
                  <a:pt x="23801" y="13264"/>
                  <a:pt x="23821" y="13214"/>
                  <a:pt x="23894" y="13214"/>
                </a:cubicBezTo>
                <a:close/>
                <a:moveTo>
                  <a:pt x="11458" y="13515"/>
                </a:moveTo>
                <a:cubicBezTo>
                  <a:pt x="11477" y="13515"/>
                  <a:pt x="11498" y="13519"/>
                  <a:pt x="11521" y="13526"/>
                </a:cubicBezTo>
                <a:cubicBezTo>
                  <a:pt x="11551" y="13526"/>
                  <a:pt x="11551" y="13557"/>
                  <a:pt x="11551" y="13617"/>
                </a:cubicBezTo>
                <a:cubicBezTo>
                  <a:pt x="11581" y="13709"/>
                  <a:pt x="11581" y="13769"/>
                  <a:pt x="11460" y="13769"/>
                </a:cubicBezTo>
                <a:cubicBezTo>
                  <a:pt x="11369" y="13800"/>
                  <a:pt x="11308" y="13830"/>
                  <a:pt x="11247" y="13861"/>
                </a:cubicBezTo>
                <a:lnTo>
                  <a:pt x="11126" y="13891"/>
                </a:lnTo>
                <a:cubicBezTo>
                  <a:pt x="11106" y="13894"/>
                  <a:pt x="11089" y="13896"/>
                  <a:pt x="11072" y="13896"/>
                </a:cubicBezTo>
                <a:cubicBezTo>
                  <a:pt x="10932" y="13896"/>
                  <a:pt x="10889" y="13784"/>
                  <a:pt x="10943" y="13648"/>
                </a:cubicBezTo>
                <a:lnTo>
                  <a:pt x="10943" y="13648"/>
                </a:lnTo>
                <a:lnTo>
                  <a:pt x="11186" y="13678"/>
                </a:lnTo>
                <a:cubicBezTo>
                  <a:pt x="11247" y="13678"/>
                  <a:pt x="11308" y="13678"/>
                  <a:pt x="11369" y="13617"/>
                </a:cubicBezTo>
                <a:cubicBezTo>
                  <a:pt x="11369" y="13549"/>
                  <a:pt x="11403" y="13515"/>
                  <a:pt x="11458" y="13515"/>
                </a:cubicBezTo>
                <a:close/>
                <a:moveTo>
                  <a:pt x="55716" y="13587"/>
                </a:moveTo>
                <a:lnTo>
                  <a:pt x="55959" y="13648"/>
                </a:lnTo>
                <a:cubicBezTo>
                  <a:pt x="55971" y="13654"/>
                  <a:pt x="55985" y="13656"/>
                  <a:pt x="55999" y="13656"/>
                </a:cubicBezTo>
                <a:cubicBezTo>
                  <a:pt x="56056" y="13656"/>
                  <a:pt x="56129" y="13617"/>
                  <a:pt x="56202" y="13617"/>
                </a:cubicBezTo>
                <a:lnTo>
                  <a:pt x="56294" y="13617"/>
                </a:lnTo>
                <a:cubicBezTo>
                  <a:pt x="56334" y="13617"/>
                  <a:pt x="56442" y="13604"/>
                  <a:pt x="56528" y="13604"/>
                </a:cubicBezTo>
                <a:cubicBezTo>
                  <a:pt x="56570" y="13604"/>
                  <a:pt x="56608" y="13607"/>
                  <a:pt x="56628" y="13617"/>
                </a:cubicBezTo>
                <a:cubicBezTo>
                  <a:pt x="56658" y="13648"/>
                  <a:pt x="56871" y="13800"/>
                  <a:pt x="56810" y="13830"/>
                </a:cubicBezTo>
                <a:cubicBezTo>
                  <a:pt x="56802" y="13847"/>
                  <a:pt x="56789" y="13855"/>
                  <a:pt x="56772" y="13855"/>
                </a:cubicBezTo>
                <a:cubicBezTo>
                  <a:pt x="56729" y="13855"/>
                  <a:pt x="56663" y="13805"/>
                  <a:pt x="56598" y="13739"/>
                </a:cubicBezTo>
                <a:lnTo>
                  <a:pt x="56385" y="13861"/>
                </a:lnTo>
                <a:lnTo>
                  <a:pt x="56202" y="13921"/>
                </a:lnTo>
                <a:cubicBezTo>
                  <a:pt x="55868" y="13891"/>
                  <a:pt x="55655" y="13739"/>
                  <a:pt x="55716" y="13587"/>
                </a:cubicBezTo>
                <a:close/>
                <a:moveTo>
                  <a:pt x="57848" y="13412"/>
                </a:moveTo>
                <a:cubicBezTo>
                  <a:pt x="57905" y="13412"/>
                  <a:pt x="57965" y="13420"/>
                  <a:pt x="57996" y="13435"/>
                </a:cubicBezTo>
                <a:cubicBezTo>
                  <a:pt x="58087" y="13465"/>
                  <a:pt x="58208" y="13496"/>
                  <a:pt x="58300" y="13496"/>
                </a:cubicBezTo>
                <a:cubicBezTo>
                  <a:pt x="58349" y="13471"/>
                  <a:pt x="58537" y="13427"/>
                  <a:pt x="58640" y="13427"/>
                </a:cubicBezTo>
                <a:cubicBezTo>
                  <a:pt x="58664" y="13427"/>
                  <a:pt x="58683" y="13429"/>
                  <a:pt x="58695" y="13435"/>
                </a:cubicBezTo>
                <a:cubicBezTo>
                  <a:pt x="58725" y="13496"/>
                  <a:pt x="58512" y="13617"/>
                  <a:pt x="58208" y="13739"/>
                </a:cubicBezTo>
                <a:lnTo>
                  <a:pt x="58056" y="13617"/>
                </a:lnTo>
                <a:lnTo>
                  <a:pt x="58026" y="13617"/>
                </a:lnTo>
                <a:cubicBezTo>
                  <a:pt x="58026" y="13596"/>
                  <a:pt x="57996" y="13574"/>
                  <a:pt x="57946" y="13574"/>
                </a:cubicBezTo>
                <a:cubicBezTo>
                  <a:pt x="57925" y="13574"/>
                  <a:pt x="57901" y="13578"/>
                  <a:pt x="57874" y="13587"/>
                </a:cubicBezTo>
                <a:cubicBezTo>
                  <a:pt x="57753" y="13678"/>
                  <a:pt x="57661" y="13800"/>
                  <a:pt x="57601" y="13921"/>
                </a:cubicBezTo>
                <a:lnTo>
                  <a:pt x="57479" y="13921"/>
                </a:lnTo>
                <a:cubicBezTo>
                  <a:pt x="57418" y="13921"/>
                  <a:pt x="57388" y="13830"/>
                  <a:pt x="57388" y="13769"/>
                </a:cubicBezTo>
                <a:cubicBezTo>
                  <a:pt x="57418" y="13739"/>
                  <a:pt x="57236" y="13739"/>
                  <a:pt x="57175" y="13739"/>
                </a:cubicBezTo>
                <a:cubicBezTo>
                  <a:pt x="57114" y="13739"/>
                  <a:pt x="57053" y="13709"/>
                  <a:pt x="57053" y="13709"/>
                </a:cubicBezTo>
                <a:cubicBezTo>
                  <a:pt x="57114" y="13648"/>
                  <a:pt x="57175" y="13557"/>
                  <a:pt x="57266" y="13496"/>
                </a:cubicBezTo>
                <a:cubicBezTo>
                  <a:pt x="57278" y="13490"/>
                  <a:pt x="57293" y="13488"/>
                  <a:pt x="57310" y="13488"/>
                </a:cubicBezTo>
                <a:cubicBezTo>
                  <a:pt x="57382" y="13488"/>
                  <a:pt x="57491" y="13532"/>
                  <a:pt x="57540" y="13557"/>
                </a:cubicBezTo>
                <a:cubicBezTo>
                  <a:pt x="57544" y="13561"/>
                  <a:pt x="57550" y="13563"/>
                  <a:pt x="57557" y="13563"/>
                </a:cubicBezTo>
                <a:cubicBezTo>
                  <a:pt x="57602" y="13563"/>
                  <a:pt x="57696" y="13488"/>
                  <a:pt x="57722" y="13435"/>
                </a:cubicBezTo>
                <a:cubicBezTo>
                  <a:pt x="57737" y="13420"/>
                  <a:pt x="57791" y="13412"/>
                  <a:pt x="57848" y="13412"/>
                </a:cubicBezTo>
                <a:close/>
                <a:moveTo>
                  <a:pt x="59819" y="13526"/>
                </a:moveTo>
                <a:cubicBezTo>
                  <a:pt x="59880" y="13526"/>
                  <a:pt x="60063" y="13617"/>
                  <a:pt x="60032" y="13617"/>
                </a:cubicBezTo>
                <a:cubicBezTo>
                  <a:pt x="60032" y="13648"/>
                  <a:pt x="60063" y="13678"/>
                  <a:pt x="60154" y="13678"/>
                </a:cubicBezTo>
                <a:lnTo>
                  <a:pt x="60215" y="13739"/>
                </a:lnTo>
                <a:cubicBezTo>
                  <a:pt x="60275" y="13800"/>
                  <a:pt x="60519" y="13769"/>
                  <a:pt x="60397" y="13891"/>
                </a:cubicBezTo>
                <a:cubicBezTo>
                  <a:pt x="60336" y="13921"/>
                  <a:pt x="60275" y="13937"/>
                  <a:pt x="60215" y="13937"/>
                </a:cubicBezTo>
                <a:cubicBezTo>
                  <a:pt x="60154" y="13937"/>
                  <a:pt x="60093" y="13921"/>
                  <a:pt x="60032" y="13891"/>
                </a:cubicBezTo>
                <a:lnTo>
                  <a:pt x="59911" y="13800"/>
                </a:lnTo>
                <a:cubicBezTo>
                  <a:pt x="59759" y="13648"/>
                  <a:pt x="59728" y="13526"/>
                  <a:pt x="59819" y="13526"/>
                </a:cubicBezTo>
                <a:close/>
                <a:moveTo>
                  <a:pt x="41743" y="13044"/>
                </a:moveTo>
                <a:cubicBezTo>
                  <a:pt x="41801" y="13044"/>
                  <a:pt x="41865" y="13080"/>
                  <a:pt x="41886" y="13101"/>
                </a:cubicBezTo>
                <a:cubicBezTo>
                  <a:pt x="41916" y="13131"/>
                  <a:pt x="41856" y="13253"/>
                  <a:pt x="41795" y="13313"/>
                </a:cubicBezTo>
                <a:cubicBezTo>
                  <a:pt x="41734" y="13344"/>
                  <a:pt x="41795" y="13435"/>
                  <a:pt x="41886" y="13496"/>
                </a:cubicBezTo>
                <a:lnTo>
                  <a:pt x="42068" y="13496"/>
                </a:lnTo>
                <a:cubicBezTo>
                  <a:pt x="42099" y="13481"/>
                  <a:pt x="42152" y="13473"/>
                  <a:pt x="42198" y="13473"/>
                </a:cubicBezTo>
                <a:cubicBezTo>
                  <a:pt x="42243" y="13473"/>
                  <a:pt x="42281" y="13481"/>
                  <a:pt x="42281" y="13496"/>
                </a:cubicBezTo>
                <a:lnTo>
                  <a:pt x="42342" y="13587"/>
                </a:lnTo>
                <a:cubicBezTo>
                  <a:pt x="42433" y="13617"/>
                  <a:pt x="42433" y="13678"/>
                  <a:pt x="42342" y="13678"/>
                </a:cubicBezTo>
                <a:lnTo>
                  <a:pt x="42160" y="13678"/>
                </a:lnTo>
                <a:cubicBezTo>
                  <a:pt x="42068" y="13709"/>
                  <a:pt x="42008" y="13830"/>
                  <a:pt x="42038" y="13921"/>
                </a:cubicBezTo>
                <a:lnTo>
                  <a:pt x="41886" y="13921"/>
                </a:lnTo>
                <a:cubicBezTo>
                  <a:pt x="41734" y="13921"/>
                  <a:pt x="41825" y="13800"/>
                  <a:pt x="41795" y="13739"/>
                </a:cubicBezTo>
                <a:cubicBezTo>
                  <a:pt x="41704" y="13709"/>
                  <a:pt x="41612" y="13678"/>
                  <a:pt x="41521" y="13678"/>
                </a:cubicBezTo>
                <a:cubicBezTo>
                  <a:pt x="41460" y="13678"/>
                  <a:pt x="41400" y="13709"/>
                  <a:pt x="41400" y="13739"/>
                </a:cubicBezTo>
                <a:lnTo>
                  <a:pt x="41460" y="13739"/>
                </a:lnTo>
                <a:lnTo>
                  <a:pt x="41460" y="13769"/>
                </a:lnTo>
                <a:cubicBezTo>
                  <a:pt x="41491" y="13830"/>
                  <a:pt x="41460" y="13891"/>
                  <a:pt x="41400" y="13891"/>
                </a:cubicBezTo>
                <a:lnTo>
                  <a:pt x="41339" y="13891"/>
                </a:lnTo>
                <a:cubicBezTo>
                  <a:pt x="41217" y="13891"/>
                  <a:pt x="41126" y="13830"/>
                  <a:pt x="41035" y="13830"/>
                </a:cubicBezTo>
                <a:cubicBezTo>
                  <a:pt x="40974" y="13830"/>
                  <a:pt x="40913" y="13861"/>
                  <a:pt x="40913" y="13921"/>
                </a:cubicBezTo>
                <a:cubicBezTo>
                  <a:pt x="40894" y="13979"/>
                  <a:pt x="40850" y="14000"/>
                  <a:pt x="40805" y="14000"/>
                </a:cubicBezTo>
                <a:cubicBezTo>
                  <a:pt x="40780" y="14000"/>
                  <a:pt x="40753" y="13993"/>
                  <a:pt x="40731" y="13982"/>
                </a:cubicBezTo>
                <a:lnTo>
                  <a:pt x="40701" y="13952"/>
                </a:lnTo>
                <a:cubicBezTo>
                  <a:pt x="40701" y="13921"/>
                  <a:pt x="40594" y="13906"/>
                  <a:pt x="40427" y="13906"/>
                </a:cubicBezTo>
                <a:cubicBezTo>
                  <a:pt x="40424" y="13906"/>
                  <a:pt x="40420" y="13906"/>
                  <a:pt x="40417" y="13906"/>
                </a:cubicBezTo>
                <a:lnTo>
                  <a:pt x="40417" y="13906"/>
                </a:lnTo>
                <a:lnTo>
                  <a:pt x="40397" y="13921"/>
                </a:lnTo>
                <a:cubicBezTo>
                  <a:pt x="40376" y="13917"/>
                  <a:pt x="40356" y="13913"/>
                  <a:pt x="40335" y="13908"/>
                </a:cubicBezTo>
                <a:lnTo>
                  <a:pt x="40335" y="13908"/>
                </a:lnTo>
                <a:cubicBezTo>
                  <a:pt x="40181" y="13912"/>
                  <a:pt x="39990" y="13927"/>
                  <a:pt x="39789" y="13952"/>
                </a:cubicBezTo>
                <a:lnTo>
                  <a:pt x="39667" y="13921"/>
                </a:lnTo>
                <a:lnTo>
                  <a:pt x="39454" y="13861"/>
                </a:lnTo>
                <a:cubicBezTo>
                  <a:pt x="39439" y="13921"/>
                  <a:pt x="39409" y="13952"/>
                  <a:pt x="39371" y="13952"/>
                </a:cubicBezTo>
                <a:cubicBezTo>
                  <a:pt x="39333" y="13952"/>
                  <a:pt x="39287" y="13921"/>
                  <a:pt x="39242" y="13861"/>
                </a:cubicBezTo>
                <a:lnTo>
                  <a:pt x="39150" y="13800"/>
                </a:lnTo>
                <a:lnTo>
                  <a:pt x="38998" y="13709"/>
                </a:lnTo>
                <a:cubicBezTo>
                  <a:pt x="39029" y="13617"/>
                  <a:pt x="39059" y="13526"/>
                  <a:pt x="39090" y="13435"/>
                </a:cubicBezTo>
                <a:lnTo>
                  <a:pt x="39181" y="13435"/>
                </a:lnTo>
                <a:cubicBezTo>
                  <a:pt x="39242" y="13496"/>
                  <a:pt x="39333" y="13587"/>
                  <a:pt x="39394" y="13678"/>
                </a:cubicBezTo>
                <a:lnTo>
                  <a:pt x="39576" y="13587"/>
                </a:lnTo>
                <a:lnTo>
                  <a:pt x="39637" y="13587"/>
                </a:lnTo>
                <a:cubicBezTo>
                  <a:pt x="39653" y="13590"/>
                  <a:pt x="39668" y="13592"/>
                  <a:pt x="39682" y="13592"/>
                </a:cubicBezTo>
                <a:cubicBezTo>
                  <a:pt x="39795" y="13592"/>
                  <a:pt x="39816" y="13489"/>
                  <a:pt x="39789" y="13435"/>
                </a:cubicBezTo>
                <a:cubicBezTo>
                  <a:pt x="39746" y="13414"/>
                  <a:pt x="39703" y="13392"/>
                  <a:pt x="39670" y="13392"/>
                </a:cubicBezTo>
                <a:cubicBezTo>
                  <a:pt x="39657" y="13392"/>
                  <a:pt x="39646" y="13396"/>
                  <a:pt x="39637" y="13405"/>
                </a:cubicBezTo>
                <a:lnTo>
                  <a:pt x="39576" y="13405"/>
                </a:lnTo>
                <a:cubicBezTo>
                  <a:pt x="39515" y="13405"/>
                  <a:pt x="39485" y="13405"/>
                  <a:pt x="39454" y="13344"/>
                </a:cubicBezTo>
                <a:cubicBezTo>
                  <a:pt x="39454" y="13313"/>
                  <a:pt x="39485" y="13253"/>
                  <a:pt x="39515" y="13253"/>
                </a:cubicBezTo>
                <a:lnTo>
                  <a:pt x="39637" y="13253"/>
                </a:lnTo>
                <a:cubicBezTo>
                  <a:pt x="39700" y="13240"/>
                  <a:pt x="39757" y="13233"/>
                  <a:pt x="39812" y="13233"/>
                </a:cubicBezTo>
                <a:cubicBezTo>
                  <a:pt x="39889" y="13233"/>
                  <a:pt x="39961" y="13247"/>
                  <a:pt x="40032" y="13283"/>
                </a:cubicBezTo>
                <a:lnTo>
                  <a:pt x="40032" y="13374"/>
                </a:lnTo>
                <a:cubicBezTo>
                  <a:pt x="40001" y="13496"/>
                  <a:pt x="40123" y="13648"/>
                  <a:pt x="40184" y="13678"/>
                </a:cubicBezTo>
                <a:cubicBezTo>
                  <a:pt x="40336" y="13678"/>
                  <a:pt x="40488" y="13648"/>
                  <a:pt x="40640" y="13587"/>
                </a:cubicBezTo>
                <a:cubicBezTo>
                  <a:pt x="40668" y="13568"/>
                  <a:pt x="40688" y="13561"/>
                  <a:pt x="40701" y="13561"/>
                </a:cubicBezTo>
                <a:cubicBezTo>
                  <a:pt x="40731" y="13561"/>
                  <a:pt x="40731" y="13596"/>
                  <a:pt x="40731" y="13617"/>
                </a:cubicBezTo>
                <a:cubicBezTo>
                  <a:pt x="40688" y="13661"/>
                  <a:pt x="40660" y="13704"/>
                  <a:pt x="40625" y="13737"/>
                </a:cubicBezTo>
                <a:lnTo>
                  <a:pt x="40625" y="13737"/>
                </a:lnTo>
                <a:cubicBezTo>
                  <a:pt x="40550" y="13728"/>
                  <a:pt x="40473" y="13724"/>
                  <a:pt x="40397" y="13724"/>
                </a:cubicBezTo>
                <a:cubicBezTo>
                  <a:pt x="40252" y="13724"/>
                  <a:pt x="40108" y="13739"/>
                  <a:pt x="39971" y="13769"/>
                </a:cubicBezTo>
                <a:cubicBezTo>
                  <a:pt x="40076" y="13822"/>
                  <a:pt x="40204" y="13875"/>
                  <a:pt x="40335" y="13908"/>
                </a:cubicBezTo>
                <a:lnTo>
                  <a:pt x="40335" y="13908"/>
                </a:lnTo>
                <a:cubicBezTo>
                  <a:pt x="40364" y="13907"/>
                  <a:pt x="40391" y="13906"/>
                  <a:pt x="40417" y="13906"/>
                </a:cubicBezTo>
                <a:lnTo>
                  <a:pt x="40417" y="13906"/>
                </a:lnTo>
                <a:lnTo>
                  <a:pt x="40518" y="13830"/>
                </a:lnTo>
                <a:lnTo>
                  <a:pt x="40579" y="13769"/>
                </a:lnTo>
                <a:cubicBezTo>
                  <a:pt x="40596" y="13761"/>
                  <a:pt x="40611" y="13750"/>
                  <a:pt x="40625" y="13737"/>
                </a:cubicBezTo>
                <a:lnTo>
                  <a:pt x="40625" y="13737"/>
                </a:lnTo>
                <a:cubicBezTo>
                  <a:pt x="40692" y="13744"/>
                  <a:pt x="40758" y="13755"/>
                  <a:pt x="40822" y="13769"/>
                </a:cubicBezTo>
                <a:lnTo>
                  <a:pt x="40822" y="13739"/>
                </a:lnTo>
                <a:cubicBezTo>
                  <a:pt x="40883" y="13587"/>
                  <a:pt x="40974" y="13557"/>
                  <a:pt x="41126" y="13557"/>
                </a:cubicBezTo>
                <a:lnTo>
                  <a:pt x="41156" y="13557"/>
                </a:lnTo>
                <a:cubicBezTo>
                  <a:pt x="41174" y="13548"/>
                  <a:pt x="41195" y="13544"/>
                  <a:pt x="41215" y="13544"/>
                </a:cubicBezTo>
                <a:cubicBezTo>
                  <a:pt x="41265" y="13544"/>
                  <a:pt x="41317" y="13566"/>
                  <a:pt x="41339" y="13587"/>
                </a:cubicBezTo>
                <a:cubicBezTo>
                  <a:pt x="41342" y="13590"/>
                  <a:pt x="41347" y="13592"/>
                  <a:pt x="41354" y="13592"/>
                </a:cubicBezTo>
                <a:cubicBezTo>
                  <a:pt x="41408" y="13592"/>
                  <a:pt x="41558" y="13492"/>
                  <a:pt x="41612" y="13465"/>
                </a:cubicBezTo>
                <a:cubicBezTo>
                  <a:pt x="41673" y="13435"/>
                  <a:pt x="41612" y="13131"/>
                  <a:pt x="41673" y="13070"/>
                </a:cubicBezTo>
                <a:cubicBezTo>
                  <a:pt x="41692" y="13051"/>
                  <a:pt x="41717" y="13044"/>
                  <a:pt x="41743" y="13044"/>
                </a:cubicBezTo>
                <a:close/>
                <a:moveTo>
                  <a:pt x="65716" y="13830"/>
                </a:moveTo>
                <a:cubicBezTo>
                  <a:pt x="65777" y="13830"/>
                  <a:pt x="65868" y="13830"/>
                  <a:pt x="65899" y="13891"/>
                </a:cubicBezTo>
                <a:cubicBezTo>
                  <a:pt x="65929" y="13921"/>
                  <a:pt x="65868" y="14013"/>
                  <a:pt x="65868" y="14043"/>
                </a:cubicBezTo>
                <a:lnTo>
                  <a:pt x="65260" y="14043"/>
                </a:lnTo>
                <a:cubicBezTo>
                  <a:pt x="65108" y="14013"/>
                  <a:pt x="65048" y="13982"/>
                  <a:pt x="65169" y="13982"/>
                </a:cubicBezTo>
                <a:lnTo>
                  <a:pt x="65139" y="13982"/>
                </a:lnTo>
                <a:cubicBezTo>
                  <a:pt x="65351" y="13952"/>
                  <a:pt x="65534" y="13891"/>
                  <a:pt x="65716" y="13830"/>
                </a:cubicBezTo>
                <a:close/>
                <a:moveTo>
                  <a:pt x="14375" y="13605"/>
                </a:moveTo>
                <a:cubicBezTo>
                  <a:pt x="14388" y="13605"/>
                  <a:pt x="14399" y="13609"/>
                  <a:pt x="14408" y="13617"/>
                </a:cubicBezTo>
                <a:lnTo>
                  <a:pt x="14439" y="13617"/>
                </a:lnTo>
                <a:cubicBezTo>
                  <a:pt x="14439" y="13709"/>
                  <a:pt x="14408" y="13800"/>
                  <a:pt x="14378" y="13891"/>
                </a:cubicBezTo>
                <a:cubicBezTo>
                  <a:pt x="14347" y="13952"/>
                  <a:pt x="14256" y="14073"/>
                  <a:pt x="14195" y="14073"/>
                </a:cubicBezTo>
                <a:cubicBezTo>
                  <a:pt x="14191" y="14076"/>
                  <a:pt x="14185" y="14077"/>
                  <a:pt x="14179" y="14077"/>
                </a:cubicBezTo>
                <a:cubicBezTo>
                  <a:pt x="14103" y="14077"/>
                  <a:pt x="13915" y="13921"/>
                  <a:pt x="13831" y="13921"/>
                </a:cubicBezTo>
                <a:cubicBezTo>
                  <a:pt x="13709" y="13921"/>
                  <a:pt x="13709" y="13891"/>
                  <a:pt x="13831" y="13861"/>
                </a:cubicBezTo>
                <a:lnTo>
                  <a:pt x="13922" y="13891"/>
                </a:lnTo>
                <a:lnTo>
                  <a:pt x="14165" y="13921"/>
                </a:lnTo>
                <a:cubicBezTo>
                  <a:pt x="14226" y="13830"/>
                  <a:pt x="14256" y="13739"/>
                  <a:pt x="14256" y="13648"/>
                </a:cubicBezTo>
                <a:lnTo>
                  <a:pt x="14287" y="13648"/>
                </a:lnTo>
                <a:cubicBezTo>
                  <a:pt x="14308" y="13626"/>
                  <a:pt x="14345" y="13605"/>
                  <a:pt x="14375" y="13605"/>
                </a:cubicBezTo>
                <a:close/>
                <a:moveTo>
                  <a:pt x="38512" y="13344"/>
                </a:moveTo>
                <a:cubicBezTo>
                  <a:pt x="38573" y="13405"/>
                  <a:pt x="38664" y="13496"/>
                  <a:pt x="38694" y="13526"/>
                </a:cubicBezTo>
                <a:lnTo>
                  <a:pt x="38725" y="13557"/>
                </a:lnTo>
                <a:lnTo>
                  <a:pt x="38968" y="13739"/>
                </a:lnTo>
                <a:cubicBezTo>
                  <a:pt x="38846" y="13830"/>
                  <a:pt x="38755" y="13982"/>
                  <a:pt x="38786" y="14013"/>
                </a:cubicBezTo>
                <a:cubicBezTo>
                  <a:pt x="38786" y="14043"/>
                  <a:pt x="38755" y="14073"/>
                  <a:pt x="38694" y="14073"/>
                </a:cubicBezTo>
                <a:lnTo>
                  <a:pt x="38573" y="14073"/>
                </a:lnTo>
                <a:cubicBezTo>
                  <a:pt x="38500" y="14090"/>
                  <a:pt x="38433" y="14097"/>
                  <a:pt x="38375" y="14097"/>
                </a:cubicBezTo>
                <a:cubicBezTo>
                  <a:pt x="38217" y="14097"/>
                  <a:pt x="38125" y="14041"/>
                  <a:pt x="38147" y="13952"/>
                </a:cubicBezTo>
                <a:lnTo>
                  <a:pt x="38208" y="13891"/>
                </a:lnTo>
                <a:lnTo>
                  <a:pt x="38299" y="13769"/>
                </a:lnTo>
                <a:cubicBezTo>
                  <a:pt x="38376" y="13795"/>
                  <a:pt x="38443" y="13804"/>
                  <a:pt x="38491" y="13804"/>
                </a:cubicBezTo>
                <a:cubicBezTo>
                  <a:pt x="38557" y="13804"/>
                  <a:pt x="38590" y="13787"/>
                  <a:pt x="38573" y="13769"/>
                </a:cubicBezTo>
                <a:cubicBezTo>
                  <a:pt x="38451" y="13648"/>
                  <a:pt x="38330" y="13526"/>
                  <a:pt x="38208" y="13435"/>
                </a:cubicBezTo>
                <a:cubicBezTo>
                  <a:pt x="38147" y="13374"/>
                  <a:pt x="38208" y="13344"/>
                  <a:pt x="38299" y="13344"/>
                </a:cubicBezTo>
                <a:close/>
                <a:moveTo>
                  <a:pt x="35928" y="13557"/>
                </a:moveTo>
                <a:cubicBezTo>
                  <a:pt x="35959" y="13557"/>
                  <a:pt x="36020" y="13617"/>
                  <a:pt x="36050" y="13617"/>
                </a:cubicBezTo>
                <a:lnTo>
                  <a:pt x="35898" y="14013"/>
                </a:lnTo>
                <a:lnTo>
                  <a:pt x="35868" y="14104"/>
                </a:lnTo>
                <a:cubicBezTo>
                  <a:pt x="35861" y="14130"/>
                  <a:pt x="35836" y="14141"/>
                  <a:pt x="35800" y="14141"/>
                </a:cubicBezTo>
                <a:cubicBezTo>
                  <a:pt x="35762" y="14141"/>
                  <a:pt x="35712" y="14129"/>
                  <a:pt x="35657" y="14111"/>
                </a:cubicBezTo>
                <a:lnTo>
                  <a:pt x="35657" y="14111"/>
                </a:lnTo>
                <a:cubicBezTo>
                  <a:pt x="35695" y="14081"/>
                  <a:pt x="35730" y="14032"/>
                  <a:pt x="35746" y="13982"/>
                </a:cubicBezTo>
                <a:lnTo>
                  <a:pt x="35776" y="13891"/>
                </a:lnTo>
                <a:lnTo>
                  <a:pt x="35837" y="13830"/>
                </a:lnTo>
                <a:cubicBezTo>
                  <a:pt x="35776" y="13769"/>
                  <a:pt x="35807" y="13678"/>
                  <a:pt x="35868" y="13617"/>
                </a:cubicBezTo>
                <a:lnTo>
                  <a:pt x="35928" y="13557"/>
                </a:lnTo>
                <a:close/>
                <a:moveTo>
                  <a:pt x="53498" y="13885"/>
                </a:moveTo>
                <a:cubicBezTo>
                  <a:pt x="53509" y="13885"/>
                  <a:pt x="53519" y="13887"/>
                  <a:pt x="53528" y="13891"/>
                </a:cubicBezTo>
                <a:lnTo>
                  <a:pt x="53680" y="13952"/>
                </a:lnTo>
                <a:cubicBezTo>
                  <a:pt x="53831" y="14073"/>
                  <a:pt x="53892" y="14195"/>
                  <a:pt x="53831" y="14195"/>
                </a:cubicBezTo>
                <a:lnTo>
                  <a:pt x="53831" y="14165"/>
                </a:lnTo>
                <a:cubicBezTo>
                  <a:pt x="53771" y="14165"/>
                  <a:pt x="53680" y="14134"/>
                  <a:pt x="53710" y="14104"/>
                </a:cubicBezTo>
                <a:cubicBezTo>
                  <a:pt x="53710" y="14073"/>
                  <a:pt x="53649" y="14043"/>
                  <a:pt x="53558" y="14043"/>
                </a:cubicBezTo>
                <a:lnTo>
                  <a:pt x="53406" y="14043"/>
                </a:lnTo>
                <a:cubicBezTo>
                  <a:pt x="53379" y="14052"/>
                  <a:pt x="53353" y="14056"/>
                  <a:pt x="53328" y="14056"/>
                </a:cubicBezTo>
                <a:cubicBezTo>
                  <a:pt x="53269" y="14056"/>
                  <a:pt x="53224" y="14034"/>
                  <a:pt x="53224" y="14013"/>
                </a:cubicBezTo>
                <a:cubicBezTo>
                  <a:pt x="53302" y="13960"/>
                  <a:pt x="53426" y="13885"/>
                  <a:pt x="53498" y="13885"/>
                </a:cubicBezTo>
                <a:close/>
                <a:moveTo>
                  <a:pt x="35427" y="14058"/>
                </a:moveTo>
                <a:cubicBezTo>
                  <a:pt x="35465" y="14058"/>
                  <a:pt x="35503" y="14073"/>
                  <a:pt x="35533" y="14104"/>
                </a:cubicBezTo>
                <a:lnTo>
                  <a:pt x="35564" y="14134"/>
                </a:lnTo>
                <a:cubicBezTo>
                  <a:pt x="35569" y="14137"/>
                  <a:pt x="35575" y="14139"/>
                  <a:pt x="35580" y="14139"/>
                </a:cubicBezTo>
                <a:lnTo>
                  <a:pt x="35580" y="14139"/>
                </a:lnTo>
                <a:cubicBezTo>
                  <a:pt x="35575" y="14158"/>
                  <a:pt x="35570" y="14176"/>
                  <a:pt x="35564" y="14195"/>
                </a:cubicBezTo>
                <a:lnTo>
                  <a:pt x="35472" y="14225"/>
                </a:lnTo>
                <a:cubicBezTo>
                  <a:pt x="35321" y="14225"/>
                  <a:pt x="35290" y="14195"/>
                  <a:pt x="35321" y="14104"/>
                </a:cubicBezTo>
                <a:cubicBezTo>
                  <a:pt x="35351" y="14073"/>
                  <a:pt x="35389" y="14058"/>
                  <a:pt x="35427" y="14058"/>
                </a:cubicBezTo>
                <a:close/>
                <a:moveTo>
                  <a:pt x="35442" y="13617"/>
                </a:moveTo>
                <a:cubicBezTo>
                  <a:pt x="35574" y="13670"/>
                  <a:pt x="35637" y="13860"/>
                  <a:pt x="35592" y="14088"/>
                </a:cubicBezTo>
                <a:lnTo>
                  <a:pt x="35592" y="14088"/>
                </a:lnTo>
                <a:cubicBezTo>
                  <a:pt x="35473" y="14043"/>
                  <a:pt x="35348" y="13980"/>
                  <a:pt x="35290" y="13952"/>
                </a:cubicBezTo>
                <a:cubicBezTo>
                  <a:pt x="35194" y="13894"/>
                  <a:pt x="35122" y="13873"/>
                  <a:pt x="35082" y="13873"/>
                </a:cubicBezTo>
                <a:cubicBezTo>
                  <a:pt x="35059" y="13873"/>
                  <a:pt x="35047" y="13880"/>
                  <a:pt x="35047" y="13891"/>
                </a:cubicBezTo>
                <a:cubicBezTo>
                  <a:pt x="35108" y="13952"/>
                  <a:pt x="35290" y="14043"/>
                  <a:pt x="35169" y="14104"/>
                </a:cubicBezTo>
                <a:cubicBezTo>
                  <a:pt x="35144" y="14129"/>
                  <a:pt x="35121" y="14138"/>
                  <a:pt x="35099" y="14138"/>
                </a:cubicBezTo>
                <a:cubicBezTo>
                  <a:pt x="35042" y="14138"/>
                  <a:pt x="34992" y="14073"/>
                  <a:pt x="34925" y="14073"/>
                </a:cubicBezTo>
                <a:lnTo>
                  <a:pt x="34865" y="14073"/>
                </a:lnTo>
                <a:cubicBezTo>
                  <a:pt x="34847" y="14091"/>
                  <a:pt x="34813" y="14099"/>
                  <a:pt x="34773" y="14099"/>
                </a:cubicBezTo>
                <a:cubicBezTo>
                  <a:pt x="34674" y="14099"/>
                  <a:pt x="34534" y="14056"/>
                  <a:pt x="34469" y="14013"/>
                </a:cubicBezTo>
                <a:cubicBezTo>
                  <a:pt x="34455" y="14003"/>
                  <a:pt x="34440" y="13998"/>
                  <a:pt x="34426" y="13998"/>
                </a:cubicBezTo>
                <a:cubicBezTo>
                  <a:pt x="34351" y="13998"/>
                  <a:pt x="34287" y="14114"/>
                  <a:pt x="34287" y="14165"/>
                </a:cubicBezTo>
                <a:cubicBezTo>
                  <a:pt x="34287" y="14192"/>
                  <a:pt x="34212" y="14321"/>
                  <a:pt x="34129" y="14321"/>
                </a:cubicBezTo>
                <a:cubicBezTo>
                  <a:pt x="34121" y="14321"/>
                  <a:pt x="34113" y="14319"/>
                  <a:pt x="34105" y="14317"/>
                </a:cubicBezTo>
                <a:cubicBezTo>
                  <a:pt x="34044" y="14286"/>
                  <a:pt x="33983" y="14256"/>
                  <a:pt x="33922" y="14225"/>
                </a:cubicBezTo>
                <a:cubicBezTo>
                  <a:pt x="33869" y="14279"/>
                  <a:pt x="33820" y="14298"/>
                  <a:pt x="33777" y="14298"/>
                </a:cubicBezTo>
                <a:cubicBezTo>
                  <a:pt x="33674" y="14298"/>
                  <a:pt x="33600" y="14186"/>
                  <a:pt x="33558" y="14165"/>
                </a:cubicBezTo>
                <a:cubicBezTo>
                  <a:pt x="33497" y="14134"/>
                  <a:pt x="33345" y="14134"/>
                  <a:pt x="33375" y="14043"/>
                </a:cubicBezTo>
                <a:cubicBezTo>
                  <a:pt x="33406" y="13921"/>
                  <a:pt x="33406" y="13800"/>
                  <a:pt x="33497" y="13739"/>
                </a:cubicBezTo>
                <a:lnTo>
                  <a:pt x="33649" y="13648"/>
                </a:lnTo>
                <a:cubicBezTo>
                  <a:pt x="33770" y="13769"/>
                  <a:pt x="33831" y="13861"/>
                  <a:pt x="33740" y="13861"/>
                </a:cubicBezTo>
                <a:lnTo>
                  <a:pt x="33649" y="13861"/>
                </a:lnTo>
                <a:cubicBezTo>
                  <a:pt x="33618" y="13891"/>
                  <a:pt x="33588" y="13921"/>
                  <a:pt x="33588" y="13952"/>
                </a:cubicBezTo>
                <a:cubicBezTo>
                  <a:pt x="33588" y="13982"/>
                  <a:pt x="33618" y="14013"/>
                  <a:pt x="33649" y="14043"/>
                </a:cubicBezTo>
                <a:lnTo>
                  <a:pt x="33801" y="14073"/>
                </a:lnTo>
                <a:lnTo>
                  <a:pt x="34074" y="14073"/>
                </a:lnTo>
                <a:cubicBezTo>
                  <a:pt x="34074" y="14043"/>
                  <a:pt x="34165" y="13891"/>
                  <a:pt x="34135" y="13830"/>
                </a:cubicBezTo>
                <a:cubicBezTo>
                  <a:pt x="34105" y="13769"/>
                  <a:pt x="34226" y="13648"/>
                  <a:pt x="34287" y="13648"/>
                </a:cubicBezTo>
                <a:lnTo>
                  <a:pt x="34500" y="13648"/>
                </a:lnTo>
                <a:cubicBezTo>
                  <a:pt x="34621" y="13678"/>
                  <a:pt x="34743" y="13678"/>
                  <a:pt x="34834" y="13678"/>
                </a:cubicBezTo>
                <a:cubicBezTo>
                  <a:pt x="35017" y="13678"/>
                  <a:pt x="35169" y="13617"/>
                  <a:pt x="35321" y="13617"/>
                </a:cubicBezTo>
                <a:close/>
                <a:moveTo>
                  <a:pt x="58847" y="14073"/>
                </a:moveTo>
                <a:cubicBezTo>
                  <a:pt x="58877" y="14073"/>
                  <a:pt x="58847" y="14256"/>
                  <a:pt x="58695" y="14317"/>
                </a:cubicBezTo>
                <a:lnTo>
                  <a:pt x="58573" y="14377"/>
                </a:lnTo>
                <a:cubicBezTo>
                  <a:pt x="58391" y="14377"/>
                  <a:pt x="58208" y="14347"/>
                  <a:pt x="58056" y="14317"/>
                </a:cubicBezTo>
                <a:cubicBezTo>
                  <a:pt x="58026" y="14286"/>
                  <a:pt x="58026" y="14256"/>
                  <a:pt x="58056" y="14225"/>
                </a:cubicBezTo>
                <a:cubicBezTo>
                  <a:pt x="58056" y="14225"/>
                  <a:pt x="58087" y="14195"/>
                  <a:pt x="58117" y="14195"/>
                </a:cubicBezTo>
                <a:lnTo>
                  <a:pt x="58269" y="14317"/>
                </a:lnTo>
                <a:cubicBezTo>
                  <a:pt x="58452" y="14256"/>
                  <a:pt x="58786" y="14195"/>
                  <a:pt x="58786" y="14134"/>
                </a:cubicBezTo>
                <a:cubicBezTo>
                  <a:pt x="58816" y="14073"/>
                  <a:pt x="58816" y="14073"/>
                  <a:pt x="58847" y="14073"/>
                </a:cubicBezTo>
                <a:close/>
                <a:moveTo>
                  <a:pt x="49272" y="13769"/>
                </a:moveTo>
                <a:lnTo>
                  <a:pt x="49303" y="13800"/>
                </a:lnTo>
                <a:lnTo>
                  <a:pt x="49394" y="13830"/>
                </a:lnTo>
                <a:cubicBezTo>
                  <a:pt x="49394" y="13921"/>
                  <a:pt x="49363" y="14043"/>
                  <a:pt x="49333" y="14165"/>
                </a:cubicBezTo>
                <a:cubicBezTo>
                  <a:pt x="49303" y="14195"/>
                  <a:pt x="49181" y="14195"/>
                  <a:pt x="49151" y="14195"/>
                </a:cubicBezTo>
                <a:cubicBezTo>
                  <a:pt x="49142" y="14186"/>
                  <a:pt x="49130" y="14182"/>
                  <a:pt x="49118" y="14182"/>
                </a:cubicBezTo>
                <a:cubicBezTo>
                  <a:pt x="49090" y="14182"/>
                  <a:pt x="49059" y="14204"/>
                  <a:pt x="49059" y="14225"/>
                </a:cubicBezTo>
                <a:lnTo>
                  <a:pt x="49151" y="14317"/>
                </a:lnTo>
                <a:cubicBezTo>
                  <a:pt x="49242" y="14438"/>
                  <a:pt x="49272" y="14499"/>
                  <a:pt x="49211" y="14499"/>
                </a:cubicBezTo>
                <a:lnTo>
                  <a:pt x="49090" y="14499"/>
                </a:lnTo>
                <a:cubicBezTo>
                  <a:pt x="48999" y="14499"/>
                  <a:pt x="48907" y="14438"/>
                  <a:pt x="48907" y="14377"/>
                </a:cubicBezTo>
                <a:cubicBezTo>
                  <a:pt x="48907" y="14335"/>
                  <a:pt x="48790" y="14278"/>
                  <a:pt x="48718" y="14278"/>
                </a:cubicBezTo>
                <a:cubicBezTo>
                  <a:pt x="48687" y="14278"/>
                  <a:pt x="48664" y="14289"/>
                  <a:pt x="48664" y="14317"/>
                </a:cubicBezTo>
                <a:cubicBezTo>
                  <a:pt x="48664" y="14333"/>
                  <a:pt x="48648" y="14341"/>
                  <a:pt x="48624" y="14341"/>
                </a:cubicBezTo>
                <a:cubicBezTo>
                  <a:pt x="48564" y="14341"/>
                  <a:pt x="48460" y="14291"/>
                  <a:pt x="48482" y="14225"/>
                </a:cubicBezTo>
                <a:cubicBezTo>
                  <a:pt x="48543" y="14104"/>
                  <a:pt x="48603" y="14013"/>
                  <a:pt x="48695" y="13921"/>
                </a:cubicBezTo>
                <a:lnTo>
                  <a:pt x="48968" y="13921"/>
                </a:lnTo>
                <a:cubicBezTo>
                  <a:pt x="49059" y="13861"/>
                  <a:pt x="49151" y="13800"/>
                  <a:pt x="49272" y="13769"/>
                </a:cubicBezTo>
                <a:close/>
                <a:moveTo>
                  <a:pt x="43375" y="14013"/>
                </a:moveTo>
                <a:lnTo>
                  <a:pt x="43527" y="14134"/>
                </a:lnTo>
                <a:cubicBezTo>
                  <a:pt x="43558" y="14154"/>
                  <a:pt x="43578" y="14161"/>
                  <a:pt x="43594" y="14161"/>
                </a:cubicBezTo>
                <a:cubicBezTo>
                  <a:pt x="43625" y="14161"/>
                  <a:pt x="43639" y="14134"/>
                  <a:pt x="43679" y="14134"/>
                </a:cubicBezTo>
                <a:cubicBezTo>
                  <a:pt x="43720" y="14114"/>
                  <a:pt x="43759" y="14105"/>
                  <a:pt x="43795" y="14105"/>
                </a:cubicBezTo>
                <a:cubicBezTo>
                  <a:pt x="43918" y="14105"/>
                  <a:pt x="44018" y="14202"/>
                  <a:pt x="44135" y="14225"/>
                </a:cubicBezTo>
                <a:cubicBezTo>
                  <a:pt x="44196" y="14225"/>
                  <a:pt x="44166" y="14377"/>
                  <a:pt x="44074" y="14438"/>
                </a:cubicBezTo>
                <a:lnTo>
                  <a:pt x="43983" y="14499"/>
                </a:lnTo>
                <a:cubicBezTo>
                  <a:pt x="43953" y="14519"/>
                  <a:pt x="43916" y="14529"/>
                  <a:pt x="43877" y="14529"/>
                </a:cubicBezTo>
                <a:cubicBezTo>
                  <a:pt x="43801" y="14529"/>
                  <a:pt x="43720" y="14489"/>
                  <a:pt x="43679" y="14408"/>
                </a:cubicBezTo>
                <a:lnTo>
                  <a:pt x="43558" y="14347"/>
                </a:lnTo>
                <a:lnTo>
                  <a:pt x="43436" y="14347"/>
                </a:lnTo>
                <a:cubicBezTo>
                  <a:pt x="43345" y="14256"/>
                  <a:pt x="43315" y="14104"/>
                  <a:pt x="43375" y="14013"/>
                </a:cubicBezTo>
                <a:close/>
                <a:moveTo>
                  <a:pt x="45229" y="14189"/>
                </a:moveTo>
                <a:cubicBezTo>
                  <a:pt x="45238" y="14189"/>
                  <a:pt x="45248" y="14191"/>
                  <a:pt x="45260" y="14195"/>
                </a:cubicBezTo>
                <a:cubicBezTo>
                  <a:pt x="45412" y="14256"/>
                  <a:pt x="45381" y="14499"/>
                  <a:pt x="45199" y="14499"/>
                </a:cubicBezTo>
                <a:lnTo>
                  <a:pt x="45047" y="14560"/>
                </a:lnTo>
                <a:lnTo>
                  <a:pt x="45017" y="14560"/>
                </a:lnTo>
                <a:cubicBezTo>
                  <a:pt x="44956" y="14499"/>
                  <a:pt x="44926" y="14438"/>
                  <a:pt x="44956" y="14377"/>
                </a:cubicBezTo>
                <a:lnTo>
                  <a:pt x="45199" y="14377"/>
                </a:lnTo>
                <a:cubicBezTo>
                  <a:pt x="45173" y="14272"/>
                  <a:pt x="45169" y="14189"/>
                  <a:pt x="45229" y="14189"/>
                </a:cubicBezTo>
                <a:close/>
                <a:moveTo>
                  <a:pt x="56719" y="14225"/>
                </a:moveTo>
                <a:cubicBezTo>
                  <a:pt x="56780" y="14225"/>
                  <a:pt x="56810" y="14317"/>
                  <a:pt x="56780" y="14377"/>
                </a:cubicBezTo>
                <a:lnTo>
                  <a:pt x="56719" y="14377"/>
                </a:lnTo>
                <a:cubicBezTo>
                  <a:pt x="56598" y="14408"/>
                  <a:pt x="56476" y="14438"/>
                  <a:pt x="56354" y="14468"/>
                </a:cubicBezTo>
                <a:lnTo>
                  <a:pt x="56354" y="14529"/>
                </a:lnTo>
                <a:lnTo>
                  <a:pt x="56354" y="14560"/>
                </a:lnTo>
                <a:cubicBezTo>
                  <a:pt x="56324" y="14590"/>
                  <a:pt x="56263" y="14590"/>
                  <a:pt x="56233" y="14590"/>
                </a:cubicBezTo>
                <a:cubicBezTo>
                  <a:pt x="56202" y="14529"/>
                  <a:pt x="56202" y="14468"/>
                  <a:pt x="56202" y="14408"/>
                </a:cubicBezTo>
                <a:cubicBezTo>
                  <a:pt x="56202" y="14377"/>
                  <a:pt x="56324" y="14286"/>
                  <a:pt x="56506" y="14256"/>
                </a:cubicBezTo>
                <a:lnTo>
                  <a:pt x="56658" y="14225"/>
                </a:lnTo>
                <a:close/>
                <a:moveTo>
                  <a:pt x="69794" y="14091"/>
                </a:moveTo>
                <a:cubicBezTo>
                  <a:pt x="69855" y="14091"/>
                  <a:pt x="69929" y="14113"/>
                  <a:pt x="69972" y="14134"/>
                </a:cubicBezTo>
                <a:cubicBezTo>
                  <a:pt x="70032" y="14165"/>
                  <a:pt x="70093" y="14225"/>
                  <a:pt x="70063" y="14317"/>
                </a:cubicBezTo>
                <a:cubicBezTo>
                  <a:pt x="70039" y="14352"/>
                  <a:pt x="70010" y="14365"/>
                  <a:pt x="69981" y="14365"/>
                </a:cubicBezTo>
                <a:cubicBezTo>
                  <a:pt x="69935" y="14365"/>
                  <a:pt x="69887" y="14335"/>
                  <a:pt x="69850" y="14317"/>
                </a:cubicBezTo>
                <a:lnTo>
                  <a:pt x="69820" y="14286"/>
                </a:lnTo>
                <a:cubicBezTo>
                  <a:pt x="69759" y="14286"/>
                  <a:pt x="69607" y="14499"/>
                  <a:pt x="69546" y="14590"/>
                </a:cubicBezTo>
                <a:cubicBezTo>
                  <a:pt x="69536" y="14600"/>
                  <a:pt x="69522" y="14604"/>
                  <a:pt x="69506" y="14604"/>
                </a:cubicBezTo>
                <a:cubicBezTo>
                  <a:pt x="69421" y="14604"/>
                  <a:pt x="69268" y="14489"/>
                  <a:pt x="69242" y="14438"/>
                </a:cubicBezTo>
                <a:cubicBezTo>
                  <a:pt x="69181" y="14347"/>
                  <a:pt x="69242" y="14225"/>
                  <a:pt x="69364" y="14165"/>
                </a:cubicBezTo>
                <a:lnTo>
                  <a:pt x="69485" y="14134"/>
                </a:lnTo>
                <a:cubicBezTo>
                  <a:pt x="69516" y="14119"/>
                  <a:pt x="69569" y="14119"/>
                  <a:pt x="69618" y="14119"/>
                </a:cubicBezTo>
                <a:cubicBezTo>
                  <a:pt x="69668" y="14119"/>
                  <a:pt x="69713" y="14119"/>
                  <a:pt x="69728" y="14104"/>
                </a:cubicBezTo>
                <a:cubicBezTo>
                  <a:pt x="69746" y="14095"/>
                  <a:pt x="69769" y="14091"/>
                  <a:pt x="69794" y="14091"/>
                </a:cubicBezTo>
                <a:close/>
                <a:moveTo>
                  <a:pt x="37631" y="13678"/>
                </a:moveTo>
                <a:cubicBezTo>
                  <a:pt x="37651" y="13686"/>
                  <a:pt x="37669" y="13690"/>
                  <a:pt x="37686" y="13690"/>
                </a:cubicBezTo>
                <a:cubicBezTo>
                  <a:pt x="37687" y="13690"/>
                  <a:pt x="37687" y="13690"/>
                  <a:pt x="37688" y="13690"/>
                </a:cubicBezTo>
                <a:lnTo>
                  <a:pt x="37688" y="13690"/>
                </a:lnTo>
                <a:cubicBezTo>
                  <a:pt x="37731" y="13758"/>
                  <a:pt x="37784" y="13836"/>
                  <a:pt x="37843" y="13921"/>
                </a:cubicBezTo>
                <a:lnTo>
                  <a:pt x="37783" y="13982"/>
                </a:lnTo>
                <a:cubicBezTo>
                  <a:pt x="37741" y="14003"/>
                  <a:pt x="37714" y="14052"/>
                  <a:pt x="37652" y="14052"/>
                </a:cubicBezTo>
                <a:cubicBezTo>
                  <a:pt x="37624" y="14052"/>
                  <a:pt x="37588" y="14041"/>
                  <a:pt x="37539" y="14013"/>
                </a:cubicBezTo>
                <a:lnTo>
                  <a:pt x="37418" y="13952"/>
                </a:lnTo>
                <a:cubicBezTo>
                  <a:pt x="37357" y="14104"/>
                  <a:pt x="37296" y="14620"/>
                  <a:pt x="37175" y="14712"/>
                </a:cubicBezTo>
                <a:cubicBezTo>
                  <a:pt x="37142" y="14728"/>
                  <a:pt x="37107" y="14736"/>
                  <a:pt x="37073" y="14736"/>
                </a:cubicBezTo>
                <a:cubicBezTo>
                  <a:pt x="36980" y="14736"/>
                  <a:pt x="36893" y="14679"/>
                  <a:pt x="36871" y="14590"/>
                </a:cubicBezTo>
                <a:cubicBezTo>
                  <a:pt x="36871" y="14499"/>
                  <a:pt x="36992" y="14438"/>
                  <a:pt x="37053" y="14438"/>
                </a:cubicBezTo>
                <a:cubicBezTo>
                  <a:pt x="37083" y="14438"/>
                  <a:pt x="37205" y="14286"/>
                  <a:pt x="37175" y="14256"/>
                </a:cubicBezTo>
                <a:cubicBezTo>
                  <a:pt x="37083" y="14165"/>
                  <a:pt x="36962" y="14134"/>
                  <a:pt x="36871" y="14134"/>
                </a:cubicBezTo>
                <a:cubicBezTo>
                  <a:pt x="36780" y="14165"/>
                  <a:pt x="36628" y="14225"/>
                  <a:pt x="36476" y="14317"/>
                </a:cubicBezTo>
                <a:lnTo>
                  <a:pt x="36384" y="14377"/>
                </a:lnTo>
                <a:cubicBezTo>
                  <a:pt x="36324" y="14438"/>
                  <a:pt x="36324" y="14529"/>
                  <a:pt x="36445" y="14529"/>
                </a:cubicBezTo>
                <a:lnTo>
                  <a:pt x="36567" y="14529"/>
                </a:lnTo>
                <a:cubicBezTo>
                  <a:pt x="36536" y="14620"/>
                  <a:pt x="36445" y="14681"/>
                  <a:pt x="36354" y="14712"/>
                </a:cubicBezTo>
                <a:lnTo>
                  <a:pt x="36293" y="14681"/>
                </a:lnTo>
                <a:lnTo>
                  <a:pt x="36202" y="14651"/>
                </a:lnTo>
                <a:cubicBezTo>
                  <a:pt x="36202" y="14499"/>
                  <a:pt x="36232" y="14347"/>
                  <a:pt x="36293" y="14195"/>
                </a:cubicBezTo>
                <a:lnTo>
                  <a:pt x="36354" y="14134"/>
                </a:lnTo>
                <a:cubicBezTo>
                  <a:pt x="36384" y="14104"/>
                  <a:pt x="36445" y="14073"/>
                  <a:pt x="36445" y="14043"/>
                </a:cubicBezTo>
                <a:cubicBezTo>
                  <a:pt x="36476" y="13952"/>
                  <a:pt x="36567" y="13921"/>
                  <a:pt x="36658" y="13921"/>
                </a:cubicBezTo>
                <a:cubicBezTo>
                  <a:pt x="36696" y="13929"/>
                  <a:pt x="36734" y="13933"/>
                  <a:pt x="36771" y="13933"/>
                </a:cubicBezTo>
                <a:cubicBezTo>
                  <a:pt x="36884" y="13933"/>
                  <a:pt x="36992" y="13899"/>
                  <a:pt x="37083" y="13830"/>
                </a:cubicBezTo>
                <a:lnTo>
                  <a:pt x="37175" y="13709"/>
                </a:lnTo>
                <a:cubicBezTo>
                  <a:pt x="37205" y="13769"/>
                  <a:pt x="37258" y="13800"/>
                  <a:pt x="37311" y="13800"/>
                </a:cubicBezTo>
                <a:cubicBezTo>
                  <a:pt x="37365" y="13800"/>
                  <a:pt x="37418" y="13769"/>
                  <a:pt x="37448" y="13709"/>
                </a:cubicBezTo>
                <a:lnTo>
                  <a:pt x="37539" y="13678"/>
                </a:lnTo>
                <a:close/>
                <a:moveTo>
                  <a:pt x="47874" y="13222"/>
                </a:moveTo>
                <a:lnTo>
                  <a:pt x="47965" y="13344"/>
                </a:lnTo>
                <a:cubicBezTo>
                  <a:pt x="48041" y="13445"/>
                  <a:pt x="48179" y="13504"/>
                  <a:pt x="48310" y="13504"/>
                </a:cubicBezTo>
                <a:cubicBezTo>
                  <a:pt x="48338" y="13504"/>
                  <a:pt x="48365" y="13501"/>
                  <a:pt x="48391" y="13496"/>
                </a:cubicBezTo>
                <a:lnTo>
                  <a:pt x="48664" y="13496"/>
                </a:lnTo>
                <a:cubicBezTo>
                  <a:pt x="48968" y="13496"/>
                  <a:pt x="49181" y="13405"/>
                  <a:pt x="49151" y="13405"/>
                </a:cubicBezTo>
                <a:cubicBezTo>
                  <a:pt x="49120" y="13374"/>
                  <a:pt x="49394" y="13283"/>
                  <a:pt x="49515" y="13283"/>
                </a:cubicBezTo>
                <a:cubicBezTo>
                  <a:pt x="49606" y="13313"/>
                  <a:pt x="49728" y="13496"/>
                  <a:pt x="49728" y="13557"/>
                </a:cubicBezTo>
                <a:cubicBezTo>
                  <a:pt x="49728" y="13617"/>
                  <a:pt x="49637" y="13678"/>
                  <a:pt x="49515" y="13678"/>
                </a:cubicBezTo>
                <a:lnTo>
                  <a:pt x="49485" y="13648"/>
                </a:lnTo>
                <a:lnTo>
                  <a:pt x="49394" y="13587"/>
                </a:lnTo>
                <a:cubicBezTo>
                  <a:pt x="49303" y="13648"/>
                  <a:pt x="49211" y="13678"/>
                  <a:pt x="49090" y="13709"/>
                </a:cubicBezTo>
                <a:lnTo>
                  <a:pt x="48786" y="13648"/>
                </a:lnTo>
                <a:lnTo>
                  <a:pt x="48725" y="13709"/>
                </a:lnTo>
                <a:lnTo>
                  <a:pt x="48603" y="13769"/>
                </a:lnTo>
                <a:cubicBezTo>
                  <a:pt x="48543" y="13709"/>
                  <a:pt x="48512" y="13648"/>
                  <a:pt x="48421" y="13617"/>
                </a:cubicBezTo>
                <a:lnTo>
                  <a:pt x="48391" y="13617"/>
                </a:lnTo>
                <a:cubicBezTo>
                  <a:pt x="48330" y="13617"/>
                  <a:pt x="48239" y="13648"/>
                  <a:pt x="48178" y="13648"/>
                </a:cubicBezTo>
                <a:lnTo>
                  <a:pt x="48117" y="13648"/>
                </a:lnTo>
                <a:cubicBezTo>
                  <a:pt x="48105" y="13659"/>
                  <a:pt x="48094" y="13664"/>
                  <a:pt x="48082" y="13664"/>
                </a:cubicBezTo>
                <a:cubicBezTo>
                  <a:pt x="48034" y="13664"/>
                  <a:pt x="47990" y="13575"/>
                  <a:pt x="47965" y="13526"/>
                </a:cubicBezTo>
                <a:cubicBezTo>
                  <a:pt x="47965" y="13521"/>
                  <a:pt x="47961" y="13519"/>
                  <a:pt x="47954" y="13519"/>
                </a:cubicBezTo>
                <a:cubicBezTo>
                  <a:pt x="47916" y="13519"/>
                  <a:pt x="47788" y="13586"/>
                  <a:pt x="47661" y="13739"/>
                </a:cubicBezTo>
                <a:lnTo>
                  <a:pt x="47509" y="13800"/>
                </a:lnTo>
                <a:cubicBezTo>
                  <a:pt x="47357" y="13861"/>
                  <a:pt x="47388" y="13861"/>
                  <a:pt x="47357" y="13982"/>
                </a:cubicBezTo>
                <a:cubicBezTo>
                  <a:pt x="47357" y="14073"/>
                  <a:pt x="47509" y="14073"/>
                  <a:pt x="47540" y="14073"/>
                </a:cubicBezTo>
                <a:lnTo>
                  <a:pt x="47631" y="14073"/>
                </a:lnTo>
                <a:lnTo>
                  <a:pt x="47661" y="14104"/>
                </a:lnTo>
                <a:cubicBezTo>
                  <a:pt x="47661" y="14134"/>
                  <a:pt x="47631" y="14165"/>
                  <a:pt x="47600" y="14165"/>
                </a:cubicBezTo>
                <a:lnTo>
                  <a:pt x="47509" y="14165"/>
                </a:lnTo>
                <a:cubicBezTo>
                  <a:pt x="47448" y="14165"/>
                  <a:pt x="47357" y="14408"/>
                  <a:pt x="47266" y="14438"/>
                </a:cubicBezTo>
                <a:cubicBezTo>
                  <a:pt x="47175" y="14468"/>
                  <a:pt x="47114" y="14499"/>
                  <a:pt x="47053" y="14560"/>
                </a:cubicBezTo>
                <a:lnTo>
                  <a:pt x="47053" y="14590"/>
                </a:lnTo>
                <a:cubicBezTo>
                  <a:pt x="47175" y="14620"/>
                  <a:pt x="47296" y="14651"/>
                  <a:pt x="47418" y="14681"/>
                </a:cubicBezTo>
                <a:lnTo>
                  <a:pt x="47540" y="14742"/>
                </a:lnTo>
                <a:lnTo>
                  <a:pt x="47327" y="14742"/>
                </a:lnTo>
                <a:cubicBezTo>
                  <a:pt x="47175" y="14712"/>
                  <a:pt x="46992" y="14681"/>
                  <a:pt x="46840" y="14651"/>
                </a:cubicBezTo>
                <a:lnTo>
                  <a:pt x="46901" y="14590"/>
                </a:lnTo>
                <a:cubicBezTo>
                  <a:pt x="46981" y="14510"/>
                  <a:pt x="46921" y="14336"/>
                  <a:pt x="47090" y="14336"/>
                </a:cubicBezTo>
                <a:cubicBezTo>
                  <a:pt x="47114" y="14336"/>
                  <a:pt x="47142" y="14339"/>
                  <a:pt x="47175" y="14347"/>
                </a:cubicBezTo>
                <a:cubicBezTo>
                  <a:pt x="47175" y="14347"/>
                  <a:pt x="47266" y="14225"/>
                  <a:pt x="47236" y="14165"/>
                </a:cubicBezTo>
                <a:lnTo>
                  <a:pt x="47205" y="14043"/>
                </a:lnTo>
                <a:cubicBezTo>
                  <a:pt x="47205" y="13921"/>
                  <a:pt x="47175" y="13800"/>
                  <a:pt x="47114" y="13678"/>
                </a:cubicBezTo>
                <a:lnTo>
                  <a:pt x="47053" y="13709"/>
                </a:lnTo>
                <a:cubicBezTo>
                  <a:pt x="46992" y="13709"/>
                  <a:pt x="46901" y="13739"/>
                  <a:pt x="46840" y="13800"/>
                </a:cubicBezTo>
                <a:lnTo>
                  <a:pt x="46719" y="13861"/>
                </a:lnTo>
                <a:cubicBezTo>
                  <a:pt x="46689" y="13800"/>
                  <a:pt x="46840" y="13617"/>
                  <a:pt x="47053" y="13435"/>
                </a:cubicBezTo>
                <a:lnTo>
                  <a:pt x="47357" y="13496"/>
                </a:lnTo>
                <a:lnTo>
                  <a:pt x="47479" y="13496"/>
                </a:lnTo>
                <a:cubicBezTo>
                  <a:pt x="47600" y="13374"/>
                  <a:pt x="47722" y="13283"/>
                  <a:pt x="47874" y="13222"/>
                </a:cubicBezTo>
                <a:close/>
                <a:moveTo>
                  <a:pt x="40539" y="14324"/>
                </a:moveTo>
                <a:cubicBezTo>
                  <a:pt x="40557" y="14324"/>
                  <a:pt x="40571" y="14331"/>
                  <a:pt x="40579" y="14347"/>
                </a:cubicBezTo>
                <a:cubicBezTo>
                  <a:pt x="40609" y="14377"/>
                  <a:pt x="40518" y="14499"/>
                  <a:pt x="40457" y="14499"/>
                </a:cubicBezTo>
                <a:cubicBezTo>
                  <a:pt x="40397" y="14499"/>
                  <a:pt x="40366" y="14529"/>
                  <a:pt x="40366" y="14590"/>
                </a:cubicBezTo>
                <a:lnTo>
                  <a:pt x="40488" y="14590"/>
                </a:lnTo>
                <a:cubicBezTo>
                  <a:pt x="40518" y="14651"/>
                  <a:pt x="40457" y="14772"/>
                  <a:pt x="40397" y="14772"/>
                </a:cubicBezTo>
                <a:cubicBezTo>
                  <a:pt x="40275" y="14712"/>
                  <a:pt x="40153" y="14651"/>
                  <a:pt x="40032" y="14590"/>
                </a:cubicBezTo>
                <a:lnTo>
                  <a:pt x="39880" y="14590"/>
                </a:lnTo>
                <a:cubicBezTo>
                  <a:pt x="39819" y="14590"/>
                  <a:pt x="39789" y="14560"/>
                  <a:pt x="39758" y="14499"/>
                </a:cubicBezTo>
                <a:cubicBezTo>
                  <a:pt x="39758" y="14468"/>
                  <a:pt x="39758" y="14408"/>
                  <a:pt x="39758" y="14377"/>
                </a:cubicBezTo>
                <a:cubicBezTo>
                  <a:pt x="39789" y="14362"/>
                  <a:pt x="39811" y="14355"/>
                  <a:pt x="39834" y="14355"/>
                </a:cubicBezTo>
                <a:cubicBezTo>
                  <a:pt x="39857" y="14355"/>
                  <a:pt x="39880" y="14362"/>
                  <a:pt x="39910" y="14377"/>
                </a:cubicBezTo>
                <a:cubicBezTo>
                  <a:pt x="39971" y="14377"/>
                  <a:pt x="40032" y="14438"/>
                  <a:pt x="40123" y="14438"/>
                </a:cubicBezTo>
                <a:lnTo>
                  <a:pt x="40305" y="14499"/>
                </a:lnTo>
                <a:cubicBezTo>
                  <a:pt x="40396" y="14386"/>
                  <a:pt x="40486" y="14324"/>
                  <a:pt x="40539" y="14324"/>
                </a:cubicBezTo>
                <a:close/>
                <a:moveTo>
                  <a:pt x="8945" y="14256"/>
                </a:moveTo>
                <a:cubicBezTo>
                  <a:pt x="8975" y="14256"/>
                  <a:pt x="9013" y="14286"/>
                  <a:pt x="9059" y="14347"/>
                </a:cubicBezTo>
                <a:lnTo>
                  <a:pt x="8937" y="14468"/>
                </a:lnTo>
                <a:cubicBezTo>
                  <a:pt x="8907" y="14499"/>
                  <a:pt x="8846" y="14529"/>
                  <a:pt x="8815" y="14620"/>
                </a:cubicBezTo>
                <a:cubicBezTo>
                  <a:pt x="8789" y="14699"/>
                  <a:pt x="8808" y="14778"/>
                  <a:pt x="8715" y="14778"/>
                </a:cubicBezTo>
                <a:cubicBezTo>
                  <a:pt x="8701" y="14778"/>
                  <a:pt x="8684" y="14777"/>
                  <a:pt x="8663" y="14772"/>
                </a:cubicBezTo>
                <a:cubicBezTo>
                  <a:pt x="8633" y="14772"/>
                  <a:pt x="8542" y="14620"/>
                  <a:pt x="8633" y="14560"/>
                </a:cubicBezTo>
                <a:cubicBezTo>
                  <a:pt x="8717" y="14504"/>
                  <a:pt x="8672" y="14344"/>
                  <a:pt x="8832" y="14344"/>
                </a:cubicBezTo>
                <a:cubicBezTo>
                  <a:pt x="8846" y="14344"/>
                  <a:pt x="8860" y="14345"/>
                  <a:pt x="8876" y="14347"/>
                </a:cubicBezTo>
                <a:cubicBezTo>
                  <a:pt x="8891" y="14286"/>
                  <a:pt x="8914" y="14256"/>
                  <a:pt x="8945" y="14256"/>
                </a:cubicBezTo>
                <a:close/>
                <a:moveTo>
                  <a:pt x="45224" y="14738"/>
                </a:moveTo>
                <a:cubicBezTo>
                  <a:pt x="45311" y="14738"/>
                  <a:pt x="45406" y="14866"/>
                  <a:pt x="45351" y="14894"/>
                </a:cubicBezTo>
                <a:cubicBezTo>
                  <a:pt x="45290" y="14924"/>
                  <a:pt x="45290" y="14985"/>
                  <a:pt x="45290" y="14985"/>
                </a:cubicBezTo>
                <a:cubicBezTo>
                  <a:pt x="45230" y="14955"/>
                  <a:pt x="45169" y="14924"/>
                  <a:pt x="45108" y="14894"/>
                </a:cubicBezTo>
                <a:cubicBezTo>
                  <a:pt x="45047" y="14864"/>
                  <a:pt x="45078" y="14803"/>
                  <a:pt x="45169" y="14742"/>
                </a:cubicBezTo>
                <a:lnTo>
                  <a:pt x="45199" y="14742"/>
                </a:lnTo>
                <a:cubicBezTo>
                  <a:pt x="45207" y="14739"/>
                  <a:pt x="45216" y="14738"/>
                  <a:pt x="45224" y="14738"/>
                </a:cubicBezTo>
                <a:close/>
                <a:moveTo>
                  <a:pt x="14038" y="14671"/>
                </a:moveTo>
                <a:cubicBezTo>
                  <a:pt x="14169" y="14671"/>
                  <a:pt x="14287" y="14844"/>
                  <a:pt x="14287" y="14924"/>
                </a:cubicBezTo>
                <a:cubicBezTo>
                  <a:pt x="14287" y="14963"/>
                  <a:pt x="14305" y="14977"/>
                  <a:pt x="14333" y="14977"/>
                </a:cubicBezTo>
                <a:cubicBezTo>
                  <a:pt x="14391" y="14977"/>
                  <a:pt x="14489" y="14915"/>
                  <a:pt x="14530" y="14894"/>
                </a:cubicBezTo>
                <a:cubicBezTo>
                  <a:pt x="14545" y="14864"/>
                  <a:pt x="14575" y="14848"/>
                  <a:pt x="14606" y="14848"/>
                </a:cubicBezTo>
                <a:cubicBezTo>
                  <a:pt x="14636" y="14848"/>
                  <a:pt x="14667" y="14864"/>
                  <a:pt x="14682" y="14894"/>
                </a:cubicBezTo>
                <a:lnTo>
                  <a:pt x="14712" y="14894"/>
                </a:lnTo>
                <a:cubicBezTo>
                  <a:pt x="14742" y="14894"/>
                  <a:pt x="14771" y="14893"/>
                  <a:pt x="14800" y="14892"/>
                </a:cubicBezTo>
                <a:lnTo>
                  <a:pt x="14800" y="14892"/>
                </a:lnTo>
                <a:cubicBezTo>
                  <a:pt x="14743" y="14935"/>
                  <a:pt x="14671" y="14960"/>
                  <a:pt x="14621" y="14985"/>
                </a:cubicBezTo>
                <a:lnTo>
                  <a:pt x="14591" y="15016"/>
                </a:lnTo>
                <a:cubicBezTo>
                  <a:pt x="14491" y="15091"/>
                  <a:pt x="14370" y="15145"/>
                  <a:pt x="14246" y="15145"/>
                </a:cubicBezTo>
                <a:cubicBezTo>
                  <a:pt x="14219" y="15145"/>
                  <a:pt x="14192" y="15143"/>
                  <a:pt x="14165" y="15137"/>
                </a:cubicBezTo>
                <a:lnTo>
                  <a:pt x="14013" y="15137"/>
                </a:lnTo>
                <a:cubicBezTo>
                  <a:pt x="13892" y="15076"/>
                  <a:pt x="13770" y="14985"/>
                  <a:pt x="13709" y="14894"/>
                </a:cubicBezTo>
                <a:cubicBezTo>
                  <a:pt x="13704" y="14884"/>
                  <a:pt x="13696" y="14880"/>
                  <a:pt x="13685" y="14880"/>
                </a:cubicBezTo>
                <a:cubicBezTo>
                  <a:pt x="13651" y="14880"/>
                  <a:pt x="13591" y="14927"/>
                  <a:pt x="13547" y="14967"/>
                </a:cubicBezTo>
                <a:lnTo>
                  <a:pt x="13547" y="14967"/>
                </a:lnTo>
                <a:lnTo>
                  <a:pt x="13527" y="14803"/>
                </a:lnTo>
                <a:cubicBezTo>
                  <a:pt x="13527" y="14779"/>
                  <a:pt x="13564" y="14755"/>
                  <a:pt x="13595" y="14746"/>
                </a:cubicBezTo>
                <a:lnTo>
                  <a:pt x="13595" y="14746"/>
                </a:lnTo>
                <a:cubicBezTo>
                  <a:pt x="13653" y="14777"/>
                  <a:pt x="13712" y="14836"/>
                  <a:pt x="13770" y="14894"/>
                </a:cubicBezTo>
                <a:lnTo>
                  <a:pt x="13861" y="14803"/>
                </a:lnTo>
                <a:lnTo>
                  <a:pt x="13983" y="14681"/>
                </a:lnTo>
                <a:cubicBezTo>
                  <a:pt x="14001" y="14674"/>
                  <a:pt x="14020" y="14671"/>
                  <a:pt x="14038" y="14671"/>
                </a:cubicBezTo>
                <a:close/>
                <a:moveTo>
                  <a:pt x="31973" y="13481"/>
                </a:moveTo>
                <a:cubicBezTo>
                  <a:pt x="32015" y="13481"/>
                  <a:pt x="32083" y="13496"/>
                  <a:pt x="32159" y="13526"/>
                </a:cubicBezTo>
                <a:lnTo>
                  <a:pt x="32220" y="13709"/>
                </a:lnTo>
                <a:lnTo>
                  <a:pt x="32220" y="13739"/>
                </a:lnTo>
                <a:cubicBezTo>
                  <a:pt x="32220" y="13761"/>
                  <a:pt x="32228" y="13771"/>
                  <a:pt x="32242" y="13771"/>
                </a:cubicBezTo>
                <a:cubicBezTo>
                  <a:pt x="32267" y="13771"/>
                  <a:pt x="32313" y="13737"/>
                  <a:pt x="32372" y="13678"/>
                </a:cubicBezTo>
                <a:lnTo>
                  <a:pt x="32433" y="13617"/>
                </a:lnTo>
                <a:cubicBezTo>
                  <a:pt x="32463" y="13587"/>
                  <a:pt x="32524" y="13587"/>
                  <a:pt x="32555" y="13587"/>
                </a:cubicBezTo>
                <a:lnTo>
                  <a:pt x="32737" y="13921"/>
                </a:lnTo>
                <a:cubicBezTo>
                  <a:pt x="32982" y="13832"/>
                  <a:pt x="33194" y="13776"/>
                  <a:pt x="33266" y="13776"/>
                </a:cubicBezTo>
                <a:cubicBezTo>
                  <a:pt x="33293" y="13776"/>
                  <a:pt x="33300" y="13783"/>
                  <a:pt x="33284" y="13800"/>
                </a:cubicBezTo>
                <a:lnTo>
                  <a:pt x="33254" y="13830"/>
                </a:lnTo>
                <a:lnTo>
                  <a:pt x="33162" y="13982"/>
                </a:lnTo>
                <a:cubicBezTo>
                  <a:pt x="33151" y="13980"/>
                  <a:pt x="33140" y="13979"/>
                  <a:pt x="33131" y="13979"/>
                </a:cubicBezTo>
                <a:cubicBezTo>
                  <a:pt x="33011" y="13979"/>
                  <a:pt x="33015" y="14141"/>
                  <a:pt x="33071" y="14225"/>
                </a:cubicBezTo>
                <a:cubicBezTo>
                  <a:pt x="33102" y="14286"/>
                  <a:pt x="32950" y="14408"/>
                  <a:pt x="32737" y="14468"/>
                </a:cubicBezTo>
                <a:lnTo>
                  <a:pt x="32463" y="14408"/>
                </a:lnTo>
                <a:lnTo>
                  <a:pt x="32372" y="14408"/>
                </a:lnTo>
                <a:cubicBezTo>
                  <a:pt x="32281" y="14499"/>
                  <a:pt x="32129" y="14620"/>
                  <a:pt x="32068" y="14620"/>
                </a:cubicBezTo>
                <a:cubicBezTo>
                  <a:pt x="32012" y="14592"/>
                  <a:pt x="31748" y="14435"/>
                  <a:pt x="31613" y="14435"/>
                </a:cubicBezTo>
                <a:cubicBezTo>
                  <a:pt x="31601" y="14435"/>
                  <a:pt x="31591" y="14436"/>
                  <a:pt x="31582" y="14438"/>
                </a:cubicBezTo>
                <a:cubicBezTo>
                  <a:pt x="31460" y="14499"/>
                  <a:pt x="31491" y="14620"/>
                  <a:pt x="31521" y="14620"/>
                </a:cubicBezTo>
                <a:cubicBezTo>
                  <a:pt x="31612" y="14712"/>
                  <a:pt x="31734" y="14803"/>
                  <a:pt x="31795" y="14894"/>
                </a:cubicBezTo>
                <a:lnTo>
                  <a:pt x="32190" y="14864"/>
                </a:lnTo>
                <a:cubicBezTo>
                  <a:pt x="32205" y="14848"/>
                  <a:pt x="32220" y="14841"/>
                  <a:pt x="32235" y="14841"/>
                </a:cubicBezTo>
                <a:cubicBezTo>
                  <a:pt x="32251" y="14841"/>
                  <a:pt x="32266" y="14848"/>
                  <a:pt x="32281" y="14864"/>
                </a:cubicBezTo>
                <a:lnTo>
                  <a:pt x="32311" y="14864"/>
                </a:lnTo>
                <a:cubicBezTo>
                  <a:pt x="32372" y="14924"/>
                  <a:pt x="32311" y="14985"/>
                  <a:pt x="32220" y="15016"/>
                </a:cubicBezTo>
                <a:lnTo>
                  <a:pt x="31764" y="15016"/>
                </a:lnTo>
                <a:cubicBezTo>
                  <a:pt x="31612" y="15107"/>
                  <a:pt x="31430" y="15168"/>
                  <a:pt x="31278" y="15228"/>
                </a:cubicBezTo>
                <a:lnTo>
                  <a:pt x="31217" y="15228"/>
                </a:lnTo>
                <a:lnTo>
                  <a:pt x="30761" y="15076"/>
                </a:lnTo>
                <a:lnTo>
                  <a:pt x="30609" y="15137"/>
                </a:lnTo>
                <a:cubicBezTo>
                  <a:pt x="30560" y="15153"/>
                  <a:pt x="30514" y="15161"/>
                  <a:pt x="30471" y="15161"/>
                </a:cubicBezTo>
                <a:cubicBezTo>
                  <a:pt x="30354" y="15161"/>
                  <a:pt x="30267" y="15105"/>
                  <a:pt x="30244" y="15016"/>
                </a:cubicBezTo>
                <a:lnTo>
                  <a:pt x="30366" y="14955"/>
                </a:lnTo>
                <a:cubicBezTo>
                  <a:pt x="30427" y="14924"/>
                  <a:pt x="30488" y="14924"/>
                  <a:pt x="30548" y="14894"/>
                </a:cubicBezTo>
                <a:cubicBezTo>
                  <a:pt x="30670" y="14803"/>
                  <a:pt x="30738" y="14757"/>
                  <a:pt x="30795" y="14757"/>
                </a:cubicBezTo>
                <a:cubicBezTo>
                  <a:pt x="30852" y="14757"/>
                  <a:pt x="30898" y="14803"/>
                  <a:pt x="30974" y="14894"/>
                </a:cubicBezTo>
                <a:lnTo>
                  <a:pt x="31096" y="15016"/>
                </a:lnTo>
                <a:cubicBezTo>
                  <a:pt x="31187" y="14985"/>
                  <a:pt x="31247" y="14742"/>
                  <a:pt x="31187" y="14681"/>
                </a:cubicBezTo>
                <a:cubicBezTo>
                  <a:pt x="31096" y="14590"/>
                  <a:pt x="30974" y="14529"/>
                  <a:pt x="30852" y="14529"/>
                </a:cubicBezTo>
                <a:lnTo>
                  <a:pt x="30792" y="14560"/>
                </a:lnTo>
                <a:cubicBezTo>
                  <a:pt x="30731" y="14560"/>
                  <a:pt x="30697" y="14587"/>
                  <a:pt x="30654" y="14587"/>
                </a:cubicBezTo>
                <a:cubicBezTo>
                  <a:pt x="30633" y="14587"/>
                  <a:pt x="30609" y="14580"/>
                  <a:pt x="30579" y="14560"/>
                </a:cubicBezTo>
                <a:lnTo>
                  <a:pt x="30518" y="14499"/>
                </a:lnTo>
                <a:cubicBezTo>
                  <a:pt x="30427" y="14499"/>
                  <a:pt x="30396" y="14408"/>
                  <a:pt x="30427" y="14347"/>
                </a:cubicBezTo>
                <a:lnTo>
                  <a:pt x="30457" y="14286"/>
                </a:lnTo>
                <a:cubicBezTo>
                  <a:pt x="30457" y="14256"/>
                  <a:pt x="30457" y="14195"/>
                  <a:pt x="30427" y="14165"/>
                </a:cubicBezTo>
                <a:lnTo>
                  <a:pt x="30275" y="14165"/>
                </a:lnTo>
                <a:lnTo>
                  <a:pt x="30214" y="14225"/>
                </a:lnTo>
                <a:cubicBezTo>
                  <a:pt x="30214" y="14347"/>
                  <a:pt x="30214" y="14468"/>
                  <a:pt x="30214" y="14560"/>
                </a:cubicBezTo>
                <a:lnTo>
                  <a:pt x="30275" y="14620"/>
                </a:lnTo>
                <a:cubicBezTo>
                  <a:pt x="30336" y="14681"/>
                  <a:pt x="30548" y="14651"/>
                  <a:pt x="30427" y="14803"/>
                </a:cubicBezTo>
                <a:cubicBezTo>
                  <a:pt x="30413" y="14816"/>
                  <a:pt x="30393" y="14822"/>
                  <a:pt x="30367" y="14822"/>
                </a:cubicBezTo>
                <a:cubicBezTo>
                  <a:pt x="30277" y="14822"/>
                  <a:pt x="30127" y="14746"/>
                  <a:pt x="30032" y="14651"/>
                </a:cubicBezTo>
                <a:cubicBezTo>
                  <a:pt x="30026" y="14645"/>
                  <a:pt x="30016" y="14643"/>
                  <a:pt x="30004" y="14643"/>
                </a:cubicBezTo>
                <a:cubicBezTo>
                  <a:pt x="29949" y="14643"/>
                  <a:pt x="29838" y="14692"/>
                  <a:pt x="29788" y="14742"/>
                </a:cubicBezTo>
                <a:cubicBezTo>
                  <a:pt x="29783" y="14745"/>
                  <a:pt x="29778" y="14746"/>
                  <a:pt x="29773" y="14746"/>
                </a:cubicBezTo>
                <a:cubicBezTo>
                  <a:pt x="29723" y="14746"/>
                  <a:pt x="29700" y="14615"/>
                  <a:pt x="29728" y="14560"/>
                </a:cubicBezTo>
                <a:cubicBezTo>
                  <a:pt x="29728" y="14538"/>
                  <a:pt x="29720" y="14528"/>
                  <a:pt x="29706" y="14528"/>
                </a:cubicBezTo>
                <a:cubicBezTo>
                  <a:pt x="29681" y="14528"/>
                  <a:pt x="29635" y="14562"/>
                  <a:pt x="29576" y="14620"/>
                </a:cubicBezTo>
                <a:lnTo>
                  <a:pt x="29333" y="14620"/>
                </a:lnTo>
                <a:cubicBezTo>
                  <a:pt x="29315" y="14535"/>
                  <a:pt x="29279" y="14497"/>
                  <a:pt x="29229" y="14497"/>
                </a:cubicBezTo>
                <a:cubicBezTo>
                  <a:pt x="29190" y="14497"/>
                  <a:pt x="29142" y="14520"/>
                  <a:pt x="29089" y="14560"/>
                </a:cubicBezTo>
                <a:cubicBezTo>
                  <a:pt x="29059" y="14590"/>
                  <a:pt x="29029" y="14620"/>
                  <a:pt x="28998" y="14651"/>
                </a:cubicBezTo>
                <a:lnTo>
                  <a:pt x="28968" y="14651"/>
                </a:lnTo>
                <a:cubicBezTo>
                  <a:pt x="28907" y="14651"/>
                  <a:pt x="28846" y="14590"/>
                  <a:pt x="28846" y="14560"/>
                </a:cubicBezTo>
                <a:cubicBezTo>
                  <a:pt x="28846" y="14529"/>
                  <a:pt x="28846" y="14377"/>
                  <a:pt x="28846" y="14347"/>
                </a:cubicBezTo>
                <a:cubicBezTo>
                  <a:pt x="28846" y="14325"/>
                  <a:pt x="28831" y="14304"/>
                  <a:pt x="28822" y="14304"/>
                </a:cubicBezTo>
                <a:cubicBezTo>
                  <a:pt x="28818" y="14304"/>
                  <a:pt x="28816" y="14308"/>
                  <a:pt x="28816" y="14317"/>
                </a:cubicBezTo>
                <a:lnTo>
                  <a:pt x="28816" y="14347"/>
                </a:lnTo>
                <a:cubicBezTo>
                  <a:pt x="28812" y="14351"/>
                  <a:pt x="28805" y="14353"/>
                  <a:pt x="28797" y="14353"/>
                </a:cubicBezTo>
                <a:cubicBezTo>
                  <a:pt x="28745" y="14353"/>
                  <a:pt x="28625" y="14282"/>
                  <a:pt x="28573" y="14256"/>
                </a:cubicBezTo>
                <a:cubicBezTo>
                  <a:pt x="28567" y="14250"/>
                  <a:pt x="28560" y="14247"/>
                  <a:pt x="28553" y="14247"/>
                </a:cubicBezTo>
                <a:cubicBezTo>
                  <a:pt x="28490" y="14247"/>
                  <a:pt x="28402" y="14475"/>
                  <a:pt x="28512" y="14529"/>
                </a:cubicBezTo>
                <a:cubicBezTo>
                  <a:pt x="28603" y="14560"/>
                  <a:pt x="28664" y="14681"/>
                  <a:pt x="28664" y="14803"/>
                </a:cubicBezTo>
                <a:cubicBezTo>
                  <a:pt x="28603" y="14833"/>
                  <a:pt x="28512" y="14894"/>
                  <a:pt x="28451" y="14924"/>
                </a:cubicBezTo>
                <a:cubicBezTo>
                  <a:pt x="28390" y="14924"/>
                  <a:pt x="28238" y="14742"/>
                  <a:pt x="28208" y="14651"/>
                </a:cubicBezTo>
                <a:cubicBezTo>
                  <a:pt x="28178" y="14560"/>
                  <a:pt x="27965" y="14560"/>
                  <a:pt x="27874" y="14560"/>
                </a:cubicBezTo>
                <a:lnTo>
                  <a:pt x="27570" y="14590"/>
                </a:lnTo>
                <a:lnTo>
                  <a:pt x="27387" y="14590"/>
                </a:lnTo>
                <a:cubicBezTo>
                  <a:pt x="27366" y="14595"/>
                  <a:pt x="27344" y="14598"/>
                  <a:pt x="27323" y="14598"/>
                </a:cubicBezTo>
                <a:cubicBezTo>
                  <a:pt x="27224" y="14598"/>
                  <a:pt x="27133" y="14544"/>
                  <a:pt x="27083" y="14468"/>
                </a:cubicBezTo>
                <a:cubicBezTo>
                  <a:pt x="27062" y="14447"/>
                  <a:pt x="27040" y="14426"/>
                  <a:pt x="27008" y="14426"/>
                </a:cubicBezTo>
                <a:cubicBezTo>
                  <a:pt x="26995" y="14426"/>
                  <a:pt x="26979" y="14429"/>
                  <a:pt x="26962" y="14438"/>
                </a:cubicBezTo>
                <a:lnTo>
                  <a:pt x="26931" y="14438"/>
                </a:lnTo>
                <a:cubicBezTo>
                  <a:pt x="26840" y="14468"/>
                  <a:pt x="26931" y="14499"/>
                  <a:pt x="26931" y="14560"/>
                </a:cubicBezTo>
                <a:lnTo>
                  <a:pt x="26962" y="14620"/>
                </a:lnTo>
                <a:cubicBezTo>
                  <a:pt x="26939" y="14689"/>
                  <a:pt x="26882" y="14723"/>
                  <a:pt x="26829" y="14723"/>
                </a:cubicBezTo>
                <a:cubicBezTo>
                  <a:pt x="26812" y="14723"/>
                  <a:pt x="26795" y="14719"/>
                  <a:pt x="26779" y="14712"/>
                </a:cubicBezTo>
                <a:lnTo>
                  <a:pt x="26688" y="14681"/>
                </a:lnTo>
                <a:lnTo>
                  <a:pt x="26658" y="14651"/>
                </a:lnTo>
                <a:cubicBezTo>
                  <a:pt x="26567" y="14590"/>
                  <a:pt x="26658" y="14408"/>
                  <a:pt x="26688" y="14377"/>
                </a:cubicBezTo>
                <a:cubicBezTo>
                  <a:pt x="26724" y="14342"/>
                  <a:pt x="26686" y="14327"/>
                  <a:pt x="26637" y="14327"/>
                </a:cubicBezTo>
                <a:cubicBezTo>
                  <a:pt x="26602" y="14327"/>
                  <a:pt x="26561" y="14334"/>
                  <a:pt x="26536" y="14347"/>
                </a:cubicBezTo>
                <a:cubicBezTo>
                  <a:pt x="26475" y="14377"/>
                  <a:pt x="26415" y="14377"/>
                  <a:pt x="26354" y="14377"/>
                </a:cubicBezTo>
                <a:lnTo>
                  <a:pt x="26263" y="14377"/>
                </a:lnTo>
                <a:cubicBezTo>
                  <a:pt x="26202" y="14408"/>
                  <a:pt x="26171" y="14438"/>
                  <a:pt x="26171" y="14499"/>
                </a:cubicBezTo>
                <a:lnTo>
                  <a:pt x="26202" y="14529"/>
                </a:lnTo>
                <a:cubicBezTo>
                  <a:pt x="26232" y="14560"/>
                  <a:pt x="26293" y="14590"/>
                  <a:pt x="26354" y="14620"/>
                </a:cubicBezTo>
                <a:cubicBezTo>
                  <a:pt x="26475" y="14651"/>
                  <a:pt x="26597" y="14712"/>
                  <a:pt x="26536" y="14803"/>
                </a:cubicBezTo>
                <a:lnTo>
                  <a:pt x="26475" y="14985"/>
                </a:lnTo>
                <a:cubicBezTo>
                  <a:pt x="26384" y="14864"/>
                  <a:pt x="25776" y="14894"/>
                  <a:pt x="25594" y="14864"/>
                </a:cubicBezTo>
                <a:cubicBezTo>
                  <a:pt x="25442" y="14833"/>
                  <a:pt x="25320" y="14742"/>
                  <a:pt x="25229" y="14620"/>
                </a:cubicBezTo>
                <a:cubicBezTo>
                  <a:pt x="25229" y="14590"/>
                  <a:pt x="25412" y="14529"/>
                  <a:pt x="25503" y="14529"/>
                </a:cubicBezTo>
                <a:cubicBezTo>
                  <a:pt x="25563" y="14529"/>
                  <a:pt x="25624" y="14499"/>
                  <a:pt x="25594" y="14468"/>
                </a:cubicBezTo>
                <a:lnTo>
                  <a:pt x="25442" y="14468"/>
                </a:lnTo>
                <a:cubicBezTo>
                  <a:pt x="25290" y="14468"/>
                  <a:pt x="25168" y="14529"/>
                  <a:pt x="25168" y="14651"/>
                </a:cubicBezTo>
                <a:lnTo>
                  <a:pt x="25108" y="14742"/>
                </a:lnTo>
                <a:cubicBezTo>
                  <a:pt x="25077" y="14772"/>
                  <a:pt x="24956" y="14833"/>
                  <a:pt x="24925" y="14864"/>
                </a:cubicBezTo>
                <a:cubicBezTo>
                  <a:pt x="24864" y="14894"/>
                  <a:pt x="24834" y="14955"/>
                  <a:pt x="24804" y="14955"/>
                </a:cubicBezTo>
                <a:cubicBezTo>
                  <a:pt x="24779" y="14960"/>
                  <a:pt x="24753" y="14961"/>
                  <a:pt x="24726" y="14961"/>
                </a:cubicBezTo>
                <a:cubicBezTo>
                  <a:pt x="24657" y="14961"/>
                  <a:pt x="24581" y="14950"/>
                  <a:pt x="24503" y="14950"/>
                </a:cubicBezTo>
                <a:cubicBezTo>
                  <a:pt x="24420" y="14950"/>
                  <a:pt x="24335" y="14963"/>
                  <a:pt x="24256" y="15016"/>
                </a:cubicBezTo>
                <a:cubicBezTo>
                  <a:pt x="24252" y="15020"/>
                  <a:pt x="24245" y="15022"/>
                  <a:pt x="24236" y="15022"/>
                </a:cubicBezTo>
                <a:cubicBezTo>
                  <a:pt x="24178" y="15022"/>
                  <a:pt x="24035" y="14947"/>
                  <a:pt x="23983" y="14894"/>
                </a:cubicBezTo>
                <a:lnTo>
                  <a:pt x="23922" y="14833"/>
                </a:lnTo>
                <a:cubicBezTo>
                  <a:pt x="23902" y="14774"/>
                  <a:pt x="23921" y="14741"/>
                  <a:pt x="23969" y="14741"/>
                </a:cubicBezTo>
                <a:cubicBezTo>
                  <a:pt x="23996" y="14741"/>
                  <a:pt x="24031" y="14751"/>
                  <a:pt x="24074" y="14772"/>
                </a:cubicBezTo>
                <a:lnTo>
                  <a:pt x="24196" y="14681"/>
                </a:lnTo>
                <a:lnTo>
                  <a:pt x="24256" y="14651"/>
                </a:lnTo>
                <a:cubicBezTo>
                  <a:pt x="24378" y="14651"/>
                  <a:pt x="24530" y="14620"/>
                  <a:pt x="24652" y="14529"/>
                </a:cubicBezTo>
                <a:cubicBezTo>
                  <a:pt x="24682" y="14499"/>
                  <a:pt x="24256" y="14499"/>
                  <a:pt x="24074" y="14499"/>
                </a:cubicBezTo>
                <a:cubicBezTo>
                  <a:pt x="23927" y="14523"/>
                  <a:pt x="23640" y="14568"/>
                  <a:pt x="23487" y="14568"/>
                </a:cubicBezTo>
                <a:cubicBezTo>
                  <a:pt x="23451" y="14568"/>
                  <a:pt x="23423" y="14565"/>
                  <a:pt x="23405" y="14560"/>
                </a:cubicBezTo>
                <a:cubicBezTo>
                  <a:pt x="23284" y="14560"/>
                  <a:pt x="23253" y="14408"/>
                  <a:pt x="23284" y="14347"/>
                </a:cubicBezTo>
                <a:cubicBezTo>
                  <a:pt x="23299" y="14317"/>
                  <a:pt x="23299" y="14301"/>
                  <a:pt x="23284" y="14301"/>
                </a:cubicBezTo>
                <a:cubicBezTo>
                  <a:pt x="23269" y="14301"/>
                  <a:pt x="23238" y="14317"/>
                  <a:pt x="23193" y="14347"/>
                </a:cubicBezTo>
                <a:lnTo>
                  <a:pt x="23101" y="14347"/>
                </a:lnTo>
                <a:cubicBezTo>
                  <a:pt x="23041" y="14347"/>
                  <a:pt x="23010" y="14377"/>
                  <a:pt x="23010" y="14408"/>
                </a:cubicBezTo>
                <a:cubicBezTo>
                  <a:pt x="23010" y="14408"/>
                  <a:pt x="23101" y="14560"/>
                  <a:pt x="23162" y="14742"/>
                </a:cubicBezTo>
                <a:lnTo>
                  <a:pt x="23436" y="14681"/>
                </a:lnTo>
                <a:cubicBezTo>
                  <a:pt x="23466" y="14681"/>
                  <a:pt x="23497" y="14742"/>
                  <a:pt x="23497" y="14742"/>
                </a:cubicBezTo>
                <a:cubicBezTo>
                  <a:pt x="23466" y="14772"/>
                  <a:pt x="23466" y="14803"/>
                  <a:pt x="23436" y="14833"/>
                </a:cubicBezTo>
                <a:cubicBezTo>
                  <a:pt x="23418" y="14828"/>
                  <a:pt x="23402" y="14826"/>
                  <a:pt x="23388" y="14826"/>
                </a:cubicBezTo>
                <a:cubicBezTo>
                  <a:pt x="23257" y="14826"/>
                  <a:pt x="23286" y="15031"/>
                  <a:pt x="23187" y="15031"/>
                </a:cubicBezTo>
                <a:cubicBezTo>
                  <a:pt x="23172" y="15031"/>
                  <a:pt x="23154" y="15027"/>
                  <a:pt x="23132" y="15016"/>
                </a:cubicBezTo>
                <a:lnTo>
                  <a:pt x="22858" y="14864"/>
                </a:lnTo>
                <a:cubicBezTo>
                  <a:pt x="22767" y="14932"/>
                  <a:pt x="22659" y="14966"/>
                  <a:pt x="22546" y="14966"/>
                </a:cubicBezTo>
                <a:cubicBezTo>
                  <a:pt x="22509" y="14966"/>
                  <a:pt x="22471" y="14962"/>
                  <a:pt x="22433" y="14955"/>
                </a:cubicBezTo>
                <a:cubicBezTo>
                  <a:pt x="22402" y="14924"/>
                  <a:pt x="22220" y="14803"/>
                  <a:pt x="22159" y="14772"/>
                </a:cubicBezTo>
                <a:cubicBezTo>
                  <a:pt x="22098" y="14712"/>
                  <a:pt x="22038" y="14651"/>
                  <a:pt x="21977" y="14590"/>
                </a:cubicBezTo>
                <a:lnTo>
                  <a:pt x="21916" y="14590"/>
                </a:lnTo>
                <a:lnTo>
                  <a:pt x="21855" y="14620"/>
                </a:lnTo>
                <a:cubicBezTo>
                  <a:pt x="21794" y="14712"/>
                  <a:pt x="21734" y="14803"/>
                  <a:pt x="21703" y="14894"/>
                </a:cubicBezTo>
                <a:lnTo>
                  <a:pt x="21642" y="14955"/>
                </a:lnTo>
                <a:cubicBezTo>
                  <a:pt x="21624" y="14973"/>
                  <a:pt x="21598" y="14978"/>
                  <a:pt x="21568" y="14978"/>
                </a:cubicBezTo>
                <a:cubicBezTo>
                  <a:pt x="21536" y="14978"/>
                  <a:pt x="21500" y="14972"/>
                  <a:pt x="21463" y="14972"/>
                </a:cubicBezTo>
                <a:cubicBezTo>
                  <a:pt x="21418" y="14972"/>
                  <a:pt x="21374" y="14980"/>
                  <a:pt x="21338" y="15016"/>
                </a:cubicBezTo>
                <a:cubicBezTo>
                  <a:pt x="21278" y="14985"/>
                  <a:pt x="21187" y="14955"/>
                  <a:pt x="21095" y="14955"/>
                </a:cubicBezTo>
                <a:lnTo>
                  <a:pt x="21035" y="14894"/>
                </a:lnTo>
                <a:lnTo>
                  <a:pt x="21004" y="14864"/>
                </a:lnTo>
                <a:cubicBezTo>
                  <a:pt x="20700" y="14924"/>
                  <a:pt x="20214" y="15016"/>
                  <a:pt x="19971" y="15076"/>
                </a:cubicBezTo>
                <a:lnTo>
                  <a:pt x="19758" y="15016"/>
                </a:lnTo>
                <a:lnTo>
                  <a:pt x="19697" y="15016"/>
                </a:lnTo>
                <a:cubicBezTo>
                  <a:pt x="19662" y="14992"/>
                  <a:pt x="19627" y="14982"/>
                  <a:pt x="19596" y="14982"/>
                </a:cubicBezTo>
                <a:cubicBezTo>
                  <a:pt x="19545" y="14982"/>
                  <a:pt x="19503" y="15008"/>
                  <a:pt x="19484" y="15046"/>
                </a:cubicBezTo>
                <a:lnTo>
                  <a:pt x="19424" y="15107"/>
                </a:lnTo>
                <a:cubicBezTo>
                  <a:pt x="19393" y="15107"/>
                  <a:pt x="19332" y="15107"/>
                  <a:pt x="19302" y="15076"/>
                </a:cubicBezTo>
                <a:cubicBezTo>
                  <a:pt x="19241" y="15046"/>
                  <a:pt x="19484" y="14985"/>
                  <a:pt x="19302" y="14955"/>
                </a:cubicBezTo>
                <a:lnTo>
                  <a:pt x="19184" y="14938"/>
                </a:lnTo>
                <a:lnTo>
                  <a:pt x="19184" y="14938"/>
                </a:lnTo>
                <a:lnTo>
                  <a:pt x="19211" y="14924"/>
                </a:lnTo>
                <a:cubicBezTo>
                  <a:pt x="19272" y="14894"/>
                  <a:pt x="19089" y="14712"/>
                  <a:pt x="19028" y="14620"/>
                </a:cubicBezTo>
                <a:cubicBezTo>
                  <a:pt x="18979" y="14571"/>
                  <a:pt x="19169" y="14482"/>
                  <a:pt x="19323" y="14482"/>
                </a:cubicBezTo>
                <a:cubicBezTo>
                  <a:pt x="19360" y="14482"/>
                  <a:pt x="19395" y="14487"/>
                  <a:pt x="19424" y="14499"/>
                </a:cubicBezTo>
                <a:cubicBezTo>
                  <a:pt x="19545" y="14560"/>
                  <a:pt x="19515" y="14620"/>
                  <a:pt x="19454" y="14620"/>
                </a:cubicBezTo>
                <a:cubicBezTo>
                  <a:pt x="19393" y="14620"/>
                  <a:pt x="19393" y="14681"/>
                  <a:pt x="19424" y="14712"/>
                </a:cubicBezTo>
                <a:cubicBezTo>
                  <a:pt x="19484" y="14772"/>
                  <a:pt x="19545" y="14803"/>
                  <a:pt x="19636" y="14833"/>
                </a:cubicBezTo>
                <a:cubicBezTo>
                  <a:pt x="19641" y="14837"/>
                  <a:pt x="19645" y="14839"/>
                  <a:pt x="19651" y="14839"/>
                </a:cubicBezTo>
                <a:cubicBezTo>
                  <a:pt x="19683" y="14839"/>
                  <a:pt x="19732" y="14768"/>
                  <a:pt x="19758" y="14742"/>
                </a:cubicBezTo>
                <a:cubicBezTo>
                  <a:pt x="19758" y="14681"/>
                  <a:pt x="19849" y="14651"/>
                  <a:pt x="19971" y="14651"/>
                </a:cubicBezTo>
                <a:lnTo>
                  <a:pt x="19971" y="14499"/>
                </a:lnTo>
                <a:lnTo>
                  <a:pt x="19971" y="14317"/>
                </a:lnTo>
                <a:cubicBezTo>
                  <a:pt x="20092" y="14347"/>
                  <a:pt x="20214" y="14377"/>
                  <a:pt x="20335" y="14377"/>
                </a:cubicBezTo>
                <a:cubicBezTo>
                  <a:pt x="20359" y="14354"/>
                  <a:pt x="20504" y="14296"/>
                  <a:pt x="20560" y="14296"/>
                </a:cubicBezTo>
                <a:cubicBezTo>
                  <a:pt x="20577" y="14296"/>
                  <a:pt x="20586" y="14302"/>
                  <a:pt x="20579" y="14317"/>
                </a:cubicBezTo>
                <a:cubicBezTo>
                  <a:pt x="20579" y="14342"/>
                  <a:pt x="20611" y="14352"/>
                  <a:pt x="20653" y="14352"/>
                </a:cubicBezTo>
                <a:cubicBezTo>
                  <a:pt x="20711" y="14352"/>
                  <a:pt x="20787" y="14334"/>
                  <a:pt x="20822" y="14317"/>
                </a:cubicBezTo>
                <a:cubicBezTo>
                  <a:pt x="20842" y="14303"/>
                  <a:pt x="20863" y="14297"/>
                  <a:pt x="20885" y="14297"/>
                </a:cubicBezTo>
                <a:cubicBezTo>
                  <a:pt x="20963" y="14297"/>
                  <a:pt x="21048" y="14374"/>
                  <a:pt x="21095" y="14468"/>
                </a:cubicBezTo>
                <a:lnTo>
                  <a:pt x="21278" y="14317"/>
                </a:lnTo>
                <a:cubicBezTo>
                  <a:pt x="21323" y="14301"/>
                  <a:pt x="21361" y="14294"/>
                  <a:pt x="21395" y="14294"/>
                </a:cubicBezTo>
                <a:cubicBezTo>
                  <a:pt x="21430" y="14294"/>
                  <a:pt x="21460" y="14301"/>
                  <a:pt x="21490" y="14317"/>
                </a:cubicBezTo>
                <a:cubicBezTo>
                  <a:pt x="21543" y="14369"/>
                  <a:pt x="21588" y="14389"/>
                  <a:pt x="21628" y="14389"/>
                </a:cubicBezTo>
                <a:cubicBezTo>
                  <a:pt x="21705" y="14389"/>
                  <a:pt x="21765" y="14316"/>
                  <a:pt x="21825" y="14256"/>
                </a:cubicBezTo>
                <a:lnTo>
                  <a:pt x="22220" y="13952"/>
                </a:lnTo>
                <a:cubicBezTo>
                  <a:pt x="22281" y="13952"/>
                  <a:pt x="22311" y="13982"/>
                  <a:pt x="22342" y="13982"/>
                </a:cubicBezTo>
                <a:cubicBezTo>
                  <a:pt x="22454" y="14095"/>
                  <a:pt x="22584" y="14157"/>
                  <a:pt x="22717" y="14157"/>
                </a:cubicBezTo>
                <a:cubicBezTo>
                  <a:pt x="22764" y="14157"/>
                  <a:pt x="22811" y="14150"/>
                  <a:pt x="22858" y="14134"/>
                </a:cubicBezTo>
                <a:lnTo>
                  <a:pt x="23193" y="14104"/>
                </a:lnTo>
                <a:cubicBezTo>
                  <a:pt x="23284" y="14138"/>
                  <a:pt x="23379" y="14155"/>
                  <a:pt x="23473" y="14155"/>
                </a:cubicBezTo>
                <a:cubicBezTo>
                  <a:pt x="23628" y="14155"/>
                  <a:pt x="23778" y="14108"/>
                  <a:pt x="23892" y="14013"/>
                </a:cubicBezTo>
                <a:lnTo>
                  <a:pt x="24196" y="14013"/>
                </a:lnTo>
                <a:cubicBezTo>
                  <a:pt x="24198" y="14015"/>
                  <a:pt x="24201" y="14017"/>
                  <a:pt x="24203" y="14017"/>
                </a:cubicBezTo>
                <a:cubicBezTo>
                  <a:pt x="24227" y="14017"/>
                  <a:pt x="24234" y="13891"/>
                  <a:pt x="24317" y="13891"/>
                </a:cubicBezTo>
                <a:cubicBezTo>
                  <a:pt x="24378" y="13891"/>
                  <a:pt x="24439" y="13952"/>
                  <a:pt x="24530" y="13952"/>
                </a:cubicBezTo>
                <a:cubicBezTo>
                  <a:pt x="24568" y="13964"/>
                  <a:pt x="24606" y="13972"/>
                  <a:pt x="24643" y="13972"/>
                </a:cubicBezTo>
                <a:cubicBezTo>
                  <a:pt x="24697" y="13972"/>
                  <a:pt x="24750" y="13957"/>
                  <a:pt x="24804" y="13921"/>
                </a:cubicBezTo>
                <a:cubicBezTo>
                  <a:pt x="24840" y="13907"/>
                  <a:pt x="24866" y="13901"/>
                  <a:pt x="24885" y="13901"/>
                </a:cubicBezTo>
                <a:cubicBezTo>
                  <a:pt x="24944" y="13901"/>
                  <a:pt x="24932" y="13959"/>
                  <a:pt x="24956" y="13982"/>
                </a:cubicBezTo>
                <a:cubicBezTo>
                  <a:pt x="24956" y="14013"/>
                  <a:pt x="24986" y="14043"/>
                  <a:pt x="25047" y="14043"/>
                </a:cubicBezTo>
                <a:lnTo>
                  <a:pt x="25260" y="14043"/>
                </a:lnTo>
                <a:lnTo>
                  <a:pt x="25563" y="14104"/>
                </a:lnTo>
                <a:cubicBezTo>
                  <a:pt x="25632" y="14035"/>
                  <a:pt x="25717" y="14001"/>
                  <a:pt x="25807" y="14001"/>
                </a:cubicBezTo>
                <a:cubicBezTo>
                  <a:pt x="25837" y="14001"/>
                  <a:pt x="25867" y="14005"/>
                  <a:pt x="25898" y="14013"/>
                </a:cubicBezTo>
                <a:cubicBezTo>
                  <a:pt x="25926" y="14069"/>
                  <a:pt x="26110" y="14229"/>
                  <a:pt x="26233" y="14229"/>
                </a:cubicBezTo>
                <a:cubicBezTo>
                  <a:pt x="26244" y="14229"/>
                  <a:pt x="26253" y="14228"/>
                  <a:pt x="26263" y="14225"/>
                </a:cubicBezTo>
                <a:cubicBezTo>
                  <a:pt x="26384" y="14195"/>
                  <a:pt x="26445" y="14134"/>
                  <a:pt x="26415" y="14073"/>
                </a:cubicBezTo>
                <a:lnTo>
                  <a:pt x="26415" y="14043"/>
                </a:lnTo>
                <a:cubicBezTo>
                  <a:pt x="26415" y="13982"/>
                  <a:pt x="26445" y="13952"/>
                  <a:pt x="26475" y="13921"/>
                </a:cubicBezTo>
                <a:cubicBezTo>
                  <a:pt x="26504" y="13892"/>
                  <a:pt x="26521" y="13882"/>
                  <a:pt x="26531" y="13882"/>
                </a:cubicBezTo>
                <a:cubicBezTo>
                  <a:pt x="26553" y="13882"/>
                  <a:pt x="26546" y="13931"/>
                  <a:pt x="26567" y="13952"/>
                </a:cubicBezTo>
                <a:lnTo>
                  <a:pt x="26658" y="14073"/>
                </a:lnTo>
                <a:cubicBezTo>
                  <a:pt x="26719" y="14013"/>
                  <a:pt x="26779" y="13921"/>
                  <a:pt x="26749" y="13861"/>
                </a:cubicBezTo>
                <a:lnTo>
                  <a:pt x="26749" y="13861"/>
                </a:lnTo>
                <a:lnTo>
                  <a:pt x="26901" y="13921"/>
                </a:lnTo>
                <a:cubicBezTo>
                  <a:pt x="26966" y="13965"/>
                  <a:pt x="27038" y="13973"/>
                  <a:pt x="27113" y="13973"/>
                </a:cubicBezTo>
                <a:cubicBezTo>
                  <a:pt x="27163" y="13973"/>
                  <a:pt x="27213" y="13969"/>
                  <a:pt x="27263" y="13969"/>
                </a:cubicBezTo>
                <a:cubicBezTo>
                  <a:pt x="27350" y="13969"/>
                  <a:pt x="27434" y="13981"/>
                  <a:pt x="27509" y="14043"/>
                </a:cubicBezTo>
                <a:lnTo>
                  <a:pt x="27539" y="14043"/>
                </a:lnTo>
                <a:cubicBezTo>
                  <a:pt x="27569" y="14025"/>
                  <a:pt x="27597" y="14018"/>
                  <a:pt x="27623" y="14018"/>
                </a:cubicBezTo>
                <a:cubicBezTo>
                  <a:pt x="27734" y="14018"/>
                  <a:pt x="27813" y="14146"/>
                  <a:pt x="27813" y="14195"/>
                </a:cubicBezTo>
                <a:cubicBezTo>
                  <a:pt x="27813" y="14256"/>
                  <a:pt x="27722" y="14347"/>
                  <a:pt x="27600" y="14408"/>
                </a:cubicBezTo>
                <a:lnTo>
                  <a:pt x="27813" y="14438"/>
                </a:lnTo>
                <a:cubicBezTo>
                  <a:pt x="27829" y="14442"/>
                  <a:pt x="27843" y="14444"/>
                  <a:pt x="27854" y="14444"/>
                </a:cubicBezTo>
                <a:cubicBezTo>
                  <a:pt x="27927" y="14444"/>
                  <a:pt x="27904" y="14365"/>
                  <a:pt x="27904" y="14286"/>
                </a:cubicBezTo>
                <a:lnTo>
                  <a:pt x="27904" y="14225"/>
                </a:lnTo>
                <a:cubicBezTo>
                  <a:pt x="27904" y="14139"/>
                  <a:pt x="28068" y="13889"/>
                  <a:pt x="28188" y="13889"/>
                </a:cubicBezTo>
                <a:cubicBezTo>
                  <a:pt x="28195" y="13889"/>
                  <a:pt x="28202" y="13889"/>
                  <a:pt x="28208" y="13891"/>
                </a:cubicBezTo>
                <a:cubicBezTo>
                  <a:pt x="28240" y="13899"/>
                  <a:pt x="28271" y="13903"/>
                  <a:pt x="28298" y="13903"/>
                </a:cubicBezTo>
                <a:cubicBezTo>
                  <a:pt x="28372" y="13903"/>
                  <a:pt x="28421" y="13875"/>
                  <a:pt x="28421" y="13830"/>
                </a:cubicBezTo>
                <a:lnTo>
                  <a:pt x="28421" y="13678"/>
                </a:lnTo>
                <a:cubicBezTo>
                  <a:pt x="28633" y="13739"/>
                  <a:pt x="28846" y="13800"/>
                  <a:pt x="29059" y="13830"/>
                </a:cubicBezTo>
                <a:cubicBezTo>
                  <a:pt x="29241" y="13800"/>
                  <a:pt x="29424" y="13739"/>
                  <a:pt x="29606" y="13678"/>
                </a:cubicBezTo>
                <a:lnTo>
                  <a:pt x="29819" y="13617"/>
                </a:lnTo>
                <a:lnTo>
                  <a:pt x="29880" y="13617"/>
                </a:lnTo>
                <a:cubicBezTo>
                  <a:pt x="30001" y="13617"/>
                  <a:pt x="29971" y="13709"/>
                  <a:pt x="29849" y="13830"/>
                </a:cubicBezTo>
                <a:lnTo>
                  <a:pt x="29728" y="13861"/>
                </a:lnTo>
                <a:lnTo>
                  <a:pt x="29576" y="13921"/>
                </a:lnTo>
                <a:cubicBezTo>
                  <a:pt x="29393" y="13952"/>
                  <a:pt x="29302" y="14043"/>
                  <a:pt x="29333" y="14134"/>
                </a:cubicBezTo>
                <a:lnTo>
                  <a:pt x="29515" y="14043"/>
                </a:lnTo>
                <a:cubicBezTo>
                  <a:pt x="29667" y="13982"/>
                  <a:pt x="29849" y="14013"/>
                  <a:pt x="29971" y="13830"/>
                </a:cubicBezTo>
                <a:lnTo>
                  <a:pt x="30032" y="13769"/>
                </a:lnTo>
                <a:cubicBezTo>
                  <a:pt x="30168" y="13754"/>
                  <a:pt x="30313" y="13747"/>
                  <a:pt x="30457" y="13747"/>
                </a:cubicBezTo>
                <a:cubicBezTo>
                  <a:pt x="30602" y="13747"/>
                  <a:pt x="30746" y="13754"/>
                  <a:pt x="30883" y="13769"/>
                </a:cubicBezTo>
                <a:lnTo>
                  <a:pt x="31369" y="13769"/>
                </a:lnTo>
                <a:cubicBezTo>
                  <a:pt x="31643" y="13739"/>
                  <a:pt x="31977" y="13557"/>
                  <a:pt x="31947" y="13526"/>
                </a:cubicBezTo>
                <a:cubicBezTo>
                  <a:pt x="31916" y="13496"/>
                  <a:pt x="31931" y="13481"/>
                  <a:pt x="31973" y="13481"/>
                </a:cubicBezTo>
                <a:close/>
                <a:moveTo>
                  <a:pt x="29978" y="14822"/>
                </a:moveTo>
                <a:cubicBezTo>
                  <a:pt x="30098" y="14822"/>
                  <a:pt x="30184" y="14856"/>
                  <a:pt x="30184" y="14924"/>
                </a:cubicBezTo>
                <a:lnTo>
                  <a:pt x="30153" y="14955"/>
                </a:lnTo>
                <a:cubicBezTo>
                  <a:pt x="30153" y="15016"/>
                  <a:pt x="30123" y="15046"/>
                  <a:pt x="30032" y="15076"/>
                </a:cubicBezTo>
                <a:cubicBezTo>
                  <a:pt x="29971" y="15137"/>
                  <a:pt x="29971" y="15168"/>
                  <a:pt x="30032" y="15198"/>
                </a:cubicBezTo>
                <a:lnTo>
                  <a:pt x="30062" y="15228"/>
                </a:lnTo>
                <a:cubicBezTo>
                  <a:pt x="30047" y="15274"/>
                  <a:pt x="30016" y="15297"/>
                  <a:pt x="29982" y="15297"/>
                </a:cubicBezTo>
                <a:cubicBezTo>
                  <a:pt x="29948" y="15297"/>
                  <a:pt x="29910" y="15274"/>
                  <a:pt x="29880" y="15228"/>
                </a:cubicBezTo>
                <a:lnTo>
                  <a:pt x="29880" y="15168"/>
                </a:lnTo>
                <a:cubicBezTo>
                  <a:pt x="29880" y="15076"/>
                  <a:pt x="29880" y="15016"/>
                  <a:pt x="29728" y="15016"/>
                </a:cubicBezTo>
                <a:cubicBezTo>
                  <a:pt x="29637" y="15016"/>
                  <a:pt x="29637" y="14864"/>
                  <a:pt x="29728" y="14864"/>
                </a:cubicBezTo>
                <a:lnTo>
                  <a:pt x="29849" y="14833"/>
                </a:lnTo>
                <a:cubicBezTo>
                  <a:pt x="29895" y="14826"/>
                  <a:pt x="29939" y="14822"/>
                  <a:pt x="29978" y="14822"/>
                </a:cubicBezTo>
                <a:close/>
                <a:moveTo>
                  <a:pt x="18269" y="14225"/>
                </a:moveTo>
                <a:cubicBezTo>
                  <a:pt x="18329" y="14225"/>
                  <a:pt x="18329" y="14256"/>
                  <a:pt x="18329" y="14286"/>
                </a:cubicBezTo>
                <a:lnTo>
                  <a:pt x="18329" y="14317"/>
                </a:lnTo>
                <a:lnTo>
                  <a:pt x="18329" y="14499"/>
                </a:lnTo>
                <a:cubicBezTo>
                  <a:pt x="18390" y="14620"/>
                  <a:pt x="18816" y="14712"/>
                  <a:pt x="18876" y="14772"/>
                </a:cubicBezTo>
                <a:cubicBezTo>
                  <a:pt x="18937" y="14803"/>
                  <a:pt x="18937" y="14955"/>
                  <a:pt x="18846" y="15046"/>
                </a:cubicBezTo>
                <a:lnTo>
                  <a:pt x="18694" y="14894"/>
                </a:lnTo>
                <a:lnTo>
                  <a:pt x="18603" y="14894"/>
                </a:lnTo>
                <a:cubicBezTo>
                  <a:pt x="18572" y="14894"/>
                  <a:pt x="18512" y="14924"/>
                  <a:pt x="18512" y="14955"/>
                </a:cubicBezTo>
                <a:cubicBezTo>
                  <a:pt x="18512" y="14985"/>
                  <a:pt x="18572" y="15046"/>
                  <a:pt x="18572" y="15046"/>
                </a:cubicBezTo>
                <a:cubicBezTo>
                  <a:pt x="18626" y="15054"/>
                  <a:pt x="18677" y="15057"/>
                  <a:pt x="18727" y="15057"/>
                </a:cubicBezTo>
                <a:cubicBezTo>
                  <a:pt x="18854" y="15057"/>
                  <a:pt x="18972" y="15033"/>
                  <a:pt x="19089" y="14983"/>
                </a:cubicBezTo>
                <a:lnTo>
                  <a:pt x="19089" y="14983"/>
                </a:lnTo>
                <a:cubicBezTo>
                  <a:pt x="19089" y="15092"/>
                  <a:pt x="19089" y="15217"/>
                  <a:pt x="19089" y="15320"/>
                </a:cubicBezTo>
                <a:lnTo>
                  <a:pt x="19028" y="15259"/>
                </a:lnTo>
                <a:lnTo>
                  <a:pt x="18846" y="15137"/>
                </a:lnTo>
                <a:cubicBezTo>
                  <a:pt x="18664" y="15137"/>
                  <a:pt x="18481" y="15076"/>
                  <a:pt x="18390" y="14924"/>
                </a:cubicBezTo>
                <a:cubicBezTo>
                  <a:pt x="18360" y="14833"/>
                  <a:pt x="18481" y="14651"/>
                  <a:pt x="18481" y="14651"/>
                </a:cubicBezTo>
                <a:lnTo>
                  <a:pt x="18481" y="14651"/>
                </a:lnTo>
                <a:cubicBezTo>
                  <a:pt x="18360" y="14712"/>
                  <a:pt x="18238" y="14803"/>
                  <a:pt x="18147" y="14924"/>
                </a:cubicBezTo>
                <a:cubicBezTo>
                  <a:pt x="18147" y="14985"/>
                  <a:pt x="18117" y="15076"/>
                  <a:pt x="18117" y="15168"/>
                </a:cubicBezTo>
                <a:lnTo>
                  <a:pt x="18056" y="15198"/>
                </a:lnTo>
                <a:cubicBezTo>
                  <a:pt x="17995" y="15228"/>
                  <a:pt x="17904" y="15259"/>
                  <a:pt x="17813" y="15259"/>
                </a:cubicBezTo>
                <a:lnTo>
                  <a:pt x="17752" y="15259"/>
                </a:lnTo>
                <a:cubicBezTo>
                  <a:pt x="17727" y="15209"/>
                  <a:pt x="17662" y="15160"/>
                  <a:pt x="17622" y="15160"/>
                </a:cubicBezTo>
                <a:cubicBezTo>
                  <a:pt x="17613" y="15160"/>
                  <a:pt x="17605" y="15162"/>
                  <a:pt x="17600" y="15168"/>
                </a:cubicBezTo>
                <a:lnTo>
                  <a:pt x="17569" y="15198"/>
                </a:lnTo>
                <a:lnTo>
                  <a:pt x="17539" y="15228"/>
                </a:lnTo>
                <a:lnTo>
                  <a:pt x="17387" y="15228"/>
                </a:lnTo>
                <a:lnTo>
                  <a:pt x="17357" y="15168"/>
                </a:lnTo>
                <a:lnTo>
                  <a:pt x="17296" y="15107"/>
                </a:lnTo>
                <a:cubicBezTo>
                  <a:pt x="17265" y="14985"/>
                  <a:pt x="17296" y="14864"/>
                  <a:pt x="17417" y="14833"/>
                </a:cubicBezTo>
                <a:cubicBezTo>
                  <a:pt x="17448" y="14833"/>
                  <a:pt x="17478" y="14833"/>
                  <a:pt x="17509" y="14803"/>
                </a:cubicBezTo>
                <a:cubicBezTo>
                  <a:pt x="17417" y="14772"/>
                  <a:pt x="17357" y="14772"/>
                  <a:pt x="17265" y="14772"/>
                </a:cubicBezTo>
                <a:cubicBezTo>
                  <a:pt x="17205" y="14772"/>
                  <a:pt x="17113" y="14864"/>
                  <a:pt x="17053" y="14955"/>
                </a:cubicBezTo>
                <a:lnTo>
                  <a:pt x="16992" y="15046"/>
                </a:lnTo>
                <a:cubicBezTo>
                  <a:pt x="16992" y="15107"/>
                  <a:pt x="16962" y="15168"/>
                  <a:pt x="16901" y="15168"/>
                </a:cubicBezTo>
                <a:cubicBezTo>
                  <a:pt x="16840" y="15228"/>
                  <a:pt x="16749" y="15259"/>
                  <a:pt x="16658" y="15259"/>
                </a:cubicBezTo>
                <a:cubicBezTo>
                  <a:pt x="16627" y="15259"/>
                  <a:pt x="16597" y="15228"/>
                  <a:pt x="16597" y="15198"/>
                </a:cubicBezTo>
                <a:cubicBezTo>
                  <a:pt x="16566" y="15198"/>
                  <a:pt x="16597" y="15137"/>
                  <a:pt x="16597" y="15137"/>
                </a:cubicBezTo>
                <a:lnTo>
                  <a:pt x="16688" y="15076"/>
                </a:lnTo>
                <a:cubicBezTo>
                  <a:pt x="16840" y="15016"/>
                  <a:pt x="16779" y="14894"/>
                  <a:pt x="16566" y="14833"/>
                </a:cubicBezTo>
                <a:lnTo>
                  <a:pt x="16384" y="14772"/>
                </a:lnTo>
                <a:cubicBezTo>
                  <a:pt x="16372" y="14772"/>
                  <a:pt x="16350" y="14768"/>
                  <a:pt x="16332" y="14768"/>
                </a:cubicBezTo>
                <a:cubicBezTo>
                  <a:pt x="16305" y="14768"/>
                  <a:pt x="16287" y="14779"/>
                  <a:pt x="16323" y="14833"/>
                </a:cubicBezTo>
                <a:lnTo>
                  <a:pt x="16323" y="14864"/>
                </a:lnTo>
                <a:cubicBezTo>
                  <a:pt x="16354" y="14894"/>
                  <a:pt x="16171" y="14924"/>
                  <a:pt x="15958" y="14924"/>
                </a:cubicBezTo>
                <a:lnTo>
                  <a:pt x="15867" y="14742"/>
                </a:lnTo>
                <a:lnTo>
                  <a:pt x="15867" y="14738"/>
                </a:lnTo>
                <a:lnTo>
                  <a:pt x="15867" y="14738"/>
                </a:lnTo>
                <a:cubicBezTo>
                  <a:pt x="15938" y="14724"/>
                  <a:pt x="16009" y="14705"/>
                  <a:pt x="16080" y="14681"/>
                </a:cubicBezTo>
                <a:lnTo>
                  <a:pt x="16262" y="14590"/>
                </a:lnTo>
                <a:cubicBezTo>
                  <a:pt x="16278" y="14575"/>
                  <a:pt x="16293" y="14567"/>
                  <a:pt x="16308" y="14567"/>
                </a:cubicBezTo>
                <a:cubicBezTo>
                  <a:pt x="16323" y="14567"/>
                  <a:pt x="16338" y="14575"/>
                  <a:pt x="16354" y="14590"/>
                </a:cubicBezTo>
                <a:lnTo>
                  <a:pt x="16475" y="14681"/>
                </a:lnTo>
                <a:lnTo>
                  <a:pt x="16962" y="14529"/>
                </a:lnTo>
                <a:lnTo>
                  <a:pt x="17083" y="14620"/>
                </a:lnTo>
                <a:cubicBezTo>
                  <a:pt x="17154" y="14651"/>
                  <a:pt x="17222" y="14661"/>
                  <a:pt x="17287" y="14661"/>
                </a:cubicBezTo>
                <a:cubicBezTo>
                  <a:pt x="17417" y="14661"/>
                  <a:pt x="17539" y="14620"/>
                  <a:pt x="17661" y="14620"/>
                </a:cubicBezTo>
                <a:lnTo>
                  <a:pt x="17873" y="14620"/>
                </a:lnTo>
                <a:cubicBezTo>
                  <a:pt x="17879" y="14638"/>
                  <a:pt x="17889" y="14645"/>
                  <a:pt x="17903" y="14645"/>
                </a:cubicBezTo>
                <a:cubicBezTo>
                  <a:pt x="17958" y="14645"/>
                  <a:pt x="18067" y="14512"/>
                  <a:pt x="18117" y="14438"/>
                </a:cubicBezTo>
                <a:cubicBezTo>
                  <a:pt x="18147" y="14347"/>
                  <a:pt x="18238" y="14225"/>
                  <a:pt x="18269" y="14225"/>
                </a:cubicBezTo>
                <a:close/>
                <a:moveTo>
                  <a:pt x="15803" y="14750"/>
                </a:moveTo>
                <a:cubicBezTo>
                  <a:pt x="15770" y="14804"/>
                  <a:pt x="15746" y="14898"/>
                  <a:pt x="15746" y="14955"/>
                </a:cubicBezTo>
                <a:cubicBezTo>
                  <a:pt x="15746" y="15016"/>
                  <a:pt x="15928" y="15046"/>
                  <a:pt x="15958" y="15046"/>
                </a:cubicBezTo>
                <a:cubicBezTo>
                  <a:pt x="16019" y="15046"/>
                  <a:pt x="16050" y="15107"/>
                  <a:pt x="16080" y="15198"/>
                </a:cubicBezTo>
                <a:lnTo>
                  <a:pt x="16050" y="15228"/>
                </a:lnTo>
                <a:lnTo>
                  <a:pt x="15958" y="15320"/>
                </a:lnTo>
                <a:cubicBezTo>
                  <a:pt x="15853" y="15337"/>
                  <a:pt x="15778" y="15355"/>
                  <a:pt x="15734" y="15355"/>
                </a:cubicBezTo>
                <a:cubicBezTo>
                  <a:pt x="15701" y="15355"/>
                  <a:pt x="15685" y="15345"/>
                  <a:pt x="15685" y="15320"/>
                </a:cubicBezTo>
                <a:lnTo>
                  <a:pt x="15654" y="15259"/>
                </a:lnTo>
                <a:cubicBezTo>
                  <a:pt x="15624" y="15228"/>
                  <a:pt x="15563" y="15168"/>
                  <a:pt x="15533" y="15168"/>
                </a:cubicBezTo>
                <a:cubicBezTo>
                  <a:pt x="15411" y="15198"/>
                  <a:pt x="15442" y="15259"/>
                  <a:pt x="15503" y="15320"/>
                </a:cubicBezTo>
                <a:lnTo>
                  <a:pt x="15503" y="15350"/>
                </a:lnTo>
                <a:cubicBezTo>
                  <a:pt x="15520" y="15368"/>
                  <a:pt x="15497" y="15385"/>
                  <a:pt x="15445" y="15385"/>
                </a:cubicBezTo>
                <a:cubicBezTo>
                  <a:pt x="15407" y="15385"/>
                  <a:pt x="15354" y="15376"/>
                  <a:pt x="15290" y="15350"/>
                </a:cubicBezTo>
                <a:lnTo>
                  <a:pt x="15199" y="15320"/>
                </a:lnTo>
                <a:cubicBezTo>
                  <a:pt x="15168" y="15320"/>
                  <a:pt x="15138" y="15259"/>
                  <a:pt x="15138" y="15259"/>
                </a:cubicBezTo>
                <a:cubicBezTo>
                  <a:pt x="15168" y="15168"/>
                  <a:pt x="15229" y="15046"/>
                  <a:pt x="15229" y="15046"/>
                </a:cubicBezTo>
                <a:cubicBezTo>
                  <a:pt x="15229" y="15016"/>
                  <a:pt x="15199" y="14985"/>
                  <a:pt x="15168" y="14985"/>
                </a:cubicBezTo>
                <a:lnTo>
                  <a:pt x="15077" y="14985"/>
                </a:lnTo>
                <a:lnTo>
                  <a:pt x="15047" y="15016"/>
                </a:lnTo>
                <a:cubicBezTo>
                  <a:pt x="15047" y="15046"/>
                  <a:pt x="15077" y="15289"/>
                  <a:pt x="15016" y="15350"/>
                </a:cubicBezTo>
                <a:cubicBezTo>
                  <a:pt x="14925" y="15411"/>
                  <a:pt x="14834" y="15441"/>
                  <a:pt x="14743" y="15472"/>
                </a:cubicBezTo>
                <a:cubicBezTo>
                  <a:pt x="14682" y="15472"/>
                  <a:pt x="14621" y="15289"/>
                  <a:pt x="14621" y="15228"/>
                </a:cubicBezTo>
                <a:cubicBezTo>
                  <a:pt x="14621" y="15168"/>
                  <a:pt x="14651" y="15107"/>
                  <a:pt x="14712" y="15076"/>
                </a:cubicBezTo>
                <a:lnTo>
                  <a:pt x="14834" y="15076"/>
                </a:lnTo>
                <a:cubicBezTo>
                  <a:pt x="14875" y="15035"/>
                  <a:pt x="14889" y="14936"/>
                  <a:pt x="14873" y="14888"/>
                </a:cubicBezTo>
                <a:lnTo>
                  <a:pt x="14873" y="14888"/>
                </a:lnTo>
                <a:cubicBezTo>
                  <a:pt x="15031" y="14875"/>
                  <a:pt x="15184" y="14841"/>
                  <a:pt x="15320" y="14772"/>
                </a:cubicBezTo>
                <a:cubicBezTo>
                  <a:pt x="15330" y="14762"/>
                  <a:pt x="15340" y="14759"/>
                  <a:pt x="15352" y="14759"/>
                </a:cubicBezTo>
                <a:cubicBezTo>
                  <a:pt x="15374" y="14759"/>
                  <a:pt x="15401" y="14772"/>
                  <a:pt x="15442" y="14772"/>
                </a:cubicBezTo>
                <a:lnTo>
                  <a:pt x="15533" y="14772"/>
                </a:lnTo>
                <a:cubicBezTo>
                  <a:pt x="15623" y="14772"/>
                  <a:pt x="15713" y="14765"/>
                  <a:pt x="15803" y="14750"/>
                </a:cubicBezTo>
                <a:close/>
                <a:moveTo>
                  <a:pt x="11521" y="15380"/>
                </a:moveTo>
                <a:cubicBezTo>
                  <a:pt x="11612" y="15441"/>
                  <a:pt x="11551" y="15502"/>
                  <a:pt x="11521" y="15532"/>
                </a:cubicBezTo>
                <a:cubicBezTo>
                  <a:pt x="11457" y="15532"/>
                  <a:pt x="11394" y="15538"/>
                  <a:pt x="11330" y="15544"/>
                </a:cubicBezTo>
                <a:lnTo>
                  <a:pt x="11330" y="15544"/>
                </a:lnTo>
                <a:lnTo>
                  <a:pt x="11521" y="15380"/>
                </a:lnTo>
                <a:close/>
                <a:moveTo>
                  <a:pt x="26840" y="15137"/>
                </a:moveTo>
                <a:cubicBezTo>
                  <a:pt x="26901" y="15137"/>
                  <a:pt x="26992" y="15198"/>
                  <a:pt x="27083" y="15198"/>
                </a:cubicBezTo>
                <a:cubicBezTo>
                  <a:pt x="27326" y="15228"/>
                  <a:pt x="27114" y="15320"/>
                  <a:pt x="27144" y="15350"/>
                </a:cubicBezTo>
                <a:lnTo>
                  <a:pt x="27174" y="15411"/>
                </a:lnTo>
                <a:cubicBezTo>
                  <a:pt x="27209" y="15434"/>
                  <a:pt x="27200" y="15444"/>
                  <a:pt x="27173" y="15444"/>
                </a:cubicBezTo>
                <a:cubicBezTo>
                  <a:pt x="27130" y="15444"/>
                  <a:pt x="27041" y="15418"/>
                  <a:pt x="27022" y="15380"/>
                </a:cubicBezTo>
                <a:cubicBezTo>
                  <a:pt x="27007" y="15350"/>
                  <a:pt x="26984" y="15335"/>
                  <a:pt x="26962" y="15335"/>
                </a:cubicBezTo>
                <a:cubicBezTo>
                  <a:pt x="26939" y="15335"/>
                  <a:pt x="26916" y="15350"/>
                  <a:pt x="26901" y="15380"/>
                </a:cubicBezTo>
                <a:cubicBezTo>
                  <a:pt x="26840" y="15472"/>
                  <a:pt x="26779" y="15563"/>
                  <a:pt x="26719" y="15624"/>
                </a:cubicBezTo>
                <a:lnTo>
                  <a:pt x="26688" y="15624"/>
                </a:lnTo>
                <a:cubicBezTo>
                  <a:pt x="26627" y="15593"/>
                  <a:pt x="26627" y="15563"/>
                  <a:pt x="26627" y="15532"/>
                </a:cubicBezTo>
                <a:lnTo>
                  <a:pt x="26627" y="15472"/>
                </a:lnTo>
                <a:cubicBezTo>
                  <a:pt x="26688" y="15380"/>
                  <a:pt x="26719" y="15289"/>
                  <a:pt x="26719" y="15198"/>
                </a:cubicBezTo>
                <a:lnTo>
                  <a:pt x="26840" y="15137"/>
                </a:lnTo>
                <a:close/>
                <a:moveTo>
                  <a:pt x="28907" y="14955"/>
                </a:moveTo>
                <a:cubicBezTo>
                  <a:pt x="28968" y="14955"/>
                  <a:pt x="29059" y="14985"/>
                  <a:pt x="29059" y="14985"/>
                </a:cubicBezTo>
                <a:cubicBezTo>
                  <a:pt x="29076" y="15088"/>
                  <a:pt x="29103" y="15123"/>
                  <a:pt x="29151" y="15123"/>
                </a:cubicBezTo>
                <a:cubicBezTo>
                  <a:pt x="29187" y="15123"/>
                  <a:pt x="29236" y="15103"/>
                  <a:pt x="29302" y="15076"/>
                </a:cubicBezTo>
                <a:lnTo>
                  <a:pt x="29333" y="15046"/>
                </a:lnTo>
                <a:cubicBezTo>
                  <a:pt x="29393" y="15046"/>
                  <a:pt x="29454" y="15107"/>
                  <a:pt x="29454" y="15137"/>
                </a:cubicBezTo>
                <a:cubicBezTo>
                  <a:pt x="29454" y="15198"/>
                  <a:pt x="29424" y="15259"/>
                  <a:pt x="29424" y="15320"/>
                </a:cubicBezTo>
                <a:lnTo>
                  <a:pt x="29606" y="15289"/>
                </a:lnTo>
                <a:cubicBezTo>
                  <a:pt x="29667" y="15289"/>
                  <a:pt x="29728" y="15289"/>
                  <a:pt x="29788" y="15320"/>
                </a:cubicBezTo>
                <a:lnTo>
                  <a:pt x="29849" y="15380"/>
                </a:lnTo>
                <a:cubicBezTo>
                  <a:pt x="29849" y="15441"/>
                  <a:pt x="29880" y="15532"/>
                  <a:pt x="29880" y="15624"/>
                </a:cubicBezTo>
                <a:cubicBezTo>
                  <a:pt x="29849" y="15654"/>
                  <a:pt x="29788" y="15654"/>
                  <a:pt x="29697" y="15654"/>
                </a:cubicBezTo>
                <a:lnTo>
                  <a:pt x="29667" y="15563"/>
                </a:lnTo>
                <a:cubicBezTo>
                  <a:pt x="29637" y="15532"/>
                  <a:pt x="29606" y="15502"/>
                  <a:pt x="29576" y="15472"/>
                </a:cubicBezTo>
                <a:lnTo>
                  <a:pt x="29515" y="15472"/>
                </a:lnTo>
                <a:cubicBezTo>
                  <a:pt x="29454" y="15472"/>
                  <a:pt x="29393" y="15532"/>
                  <a:pt x="29393" y="15593"/>
                </a:cubicBezTo>
                <a:lnTo>
                  <a:pt x="29454" y="15624"/>
                </a:lnTo>
                <a:lnTo>
                  <a:pt x="29454" y="15654"/>
                </a:lnTo>
                <a:cubicBezTo>
                  <a:pt x="29515" y="15654"/>
                  <a:pt x="29576" y="15715"/>
                  <a:pt x="29545" y="15775"/>
                </a:cubicBezTo>
                <a:lnTo>
                  <a:pt x="29393" y="15775"/>
                </a:lnTo>
                <a:cubicBezTo>
                  <a:pt x="29378" y="15779"/>
                  <a:pt x="29362" y="15780"/>
                  <a:pt x="29346" y="15780"/>
                </a:cubicBezTo>
                <a:cubicBezTo>
                  <a:pt x="29212" y="15780"/>
                  <a:pt x="29089" y="15665"/>
                  <a:pt x="29089" y="15502"/>
                </a:cubicBezTo>
                <a:cubicBezTo>
                  <a:pt x="29089" y="15380"/>
                  <a:pt x="28846" y="15016"/>
                  <a:pt x="28907" y="14955"/>
                </a:cubicBezTo>
                <a:close/>
                <a:moveTo>
                  <a:pt x="19399" y="15615"/>
                </a:moveTo>
                <a:cubicBezTo>
                  <a:pt x="19415" y="15615"/>
                  <a:pt x="19460" y="15660"/>
                  <a:pt x="19484" y="15684"/>
                </a:cubicBezTo>
                <a:lnTo>
                  <a:pt x="19545" y="15745"/>
                </a:lnTo>
                <a:cubicBezTo>
                  <a:pt x="19636" y="15867"/>
                  <a:pt x="19667" y="15958"/>
                  <a:pt x="19667" y="15988"/>
                </a:cubicBezTo>
                <a:cubicBezTo>
                  <a:pt x="19636" y="15988"/>
                  <a:pt x="19393" y="15867"/>
                  <a:pt x="19272" y="15867"/>
                </a:cubicBezTo>
                <a:lnTo>
                  <a:pt x="19332" y="15867"/>
                </a:lnTo>
                <a:lnTo>
                  <a:pt x="19302" y="15715"/>
                </a:lnTo>
                <a:cubicBezTo>
                  <a:pt x="19272" y="15684"/>
                  <a:pt x="19363" y="15624"/>
                  <a:pt x="19393" y="15624"/>
                </a:cubicBezTo>
                <a:cubicBezTo>
                  <a:pt x="19393" y="15618"/>
                  <a:pt x="19395" y="15615"/>
                  <a:pt x="19399" y="15615"/>
                </a:cubicBezTo>
                <a:close/>
                <a:moveTo>
                  <a:pt x="18329" y="15563"/>
                </a:moveTo>
                <a:lnTo>
                  <a:pt x="18360" y="15593"/>
                </a:lnTo>
                <a:lnTo>
                  <a:pt x="18512" y="15684"/>
                </a:lnTo>
                <a:cubicBezTo>
                  <a:pt x="18420" y="15745"/>
                  <a:pt x="18481" y="15897"/>
                  <a:pt x="18633" y="15958"/>
                </a:cubicBezTo>
                <a:lnTo>
                  <a:pt x="18755" y="15988"/>
                </a:lnTo>
                <a:lnTo>
                  <a:pt x="18755" y="16079"/>
                </a:lnTo>
                <a:cubicBezTo>
                  <a:pt x="18755" y="16110"/>
                  <a:pt x="18724" y="16110"/>
                  <a:pt x="18694" y="16110"/>
                </a:cubicBezTo>
                <a:lnTo>
                  <a:pt x="18512" y="16140"/>
                </a:lnTo>
                <a:cubicBezTo>
                  <a:pt x="18481" y="16155"/>
                  <a:pt x="18451" y="16163"/>
                  <a:pt x="18420" y="16163"/>
                </a:cubicBezTo>
                <a:cubicBezTo>
                  <a:pt x="18390" y="16163"/>
                  <a:pt x="18360" y="16155"/>
                  <a:pt x="18329" y="16140"/>
                </a:cubicBezTo>
                <a:cubicBezTo>
                  <a:pt x="18284" y="16125"/>
                  <a:pt x="18231" y="16117"/>
                  <a:pt x="18174" y="16117"/>
                </a:cubicBezTo>
                <a:cubicBezTo>
                  <a:pt x="18117" y="16117"/>
                  <a:pt x="18056" y="16125"/>
                  <a:pt x="17995" y="16140"/>
                </a:cubicBezTo>
                <a:cubicBezTo>
                  <a:pt x="17987" y="16157"/>
                  <a:pt x="17979" y="16164"/>
                  <a:pt x="17972" y="16164"/>
                </a:cubicBezTo>
                <a:cubicBezTo>
                  <a:pt x="17955" y="16164"/>
                  <a:pt x="17950" y="16108"/>
                  <a:pt x="17995" y="16019"/>
                </a:cubicBezTo>
                <a:lnTo>
                  <a:pt x="18056" y="16019"/>
                </a:lnTo>
                <a:lnTo>
                  <a:pt x="18269" y="15927"/>
                </a:lnTo>
                <a:cubicBezTo>
                  <a:pt x="18208" y="15836"/>
                  <a:pt x="18177" y="15715"/>
                  <a:pt x="18177" y="15593"/>
                </a:cubicBezTo>
                <a:cubicBezTo>
                  <a:pt x="18177" y="15563"/>
                  <a:pt x="18269" y="15563"/>
                  <a:pt x="18329" y="15563"/>
                </a:cubicBezTo>
                <a:close/>
                <a:moveTo>
                  <a:pt x="12574" y="16093"/>
                </a:moveTo>
                <a:cubicBezTo>
                  <a:pt x="12616" y="16093"/>
                  <a:pt x="12651" y="16098"/>
                  <a:pt x="12676" y="16110"/>
                </a:cubicBezTo>
                <a:cubicBezTo>
                  <a:pt x="12767" y="16140"/>
                  <a:pt x="12615" y="16231"/>
                  <a:pt x="12372" y="16262"/>
                </a:cubicBezTo>
                <a:lnTo>
                  <a:pt x="12159" y="16292"/>
                </a:lnTo>
                <a:lnTo>
                  <a:pt x="12129" y="16292"/>
                </a:lnTo>
                <a:cubicBezTo>
                  <a:pt x="12095" y="16342"/>
                  <a:pt x="12052" y="16365"/>
                  <a:pt x="12016" y="16365"/>
                </a:cubicBezTo>
                <a:cubicBezTo>
                  <a:pt x="11986" y="16365"/>
                  <a:pt x="11960" y="16350"/>
                  <a:pt x="11946" y="16323"/>
                </a:cubicBezTo>
                <a:lnTo>
                  <a:pt x="11885" y="16262"/>
                </a:lnTo>
                <a:lnTo>
                  <a:pt x="11855" y="16231"/>
                </a:lnTo>
                <a:cubicBezTo>
                  <a:pt x="11825" y="16171"/>
                  <a:pt x="11916" y="16171"/>
                  <a:pt x="12037" y="16171"/>
                </a:cubicBezTo>
                <a:cubicBezTo>
                  <a:pt x="12135" y="16171"/>
                  <a:pt x="12407" y="16093"/>
                  <a:pt x="12574" y="16093"/>
                </a:cubicBezTo>
                <a:close/>
                <a:moveTo>
                  <a:pt x="11429" y="16019"/>
                </a:moveTo>
                <a:lnTo>
                  <a:pt x="11278" y="16171"/>
                </a:lnTo>
                <a:cubicBezTo>
                  <a:pt x="11247" y="16201"/>
                  <a:pt x="11247" y="16292"/>
                  <a:pt x="11247" y="16353"/>
                </a:cubicBezTo>
                <a:lnTo>
                  <a:pt x="11247" y="16414"/>
                </a:lnTo>
                <a:cubicBezTo>
                  <a:pt x="11247" y="16449"/>
                  <a:pt x="11122" y="16464"/>
                  <a:pt x="10994" y="16464"/>
                </a:cubicBezTo>
                <a:cubicBezTo>
                  <a:pt x="10903" y="16464"/>
                  <a:pt x="10811" y="16457"/>
                  <a:pt x="10761" y="16444"/>
                </a:cubicBezTo>
                <a:cubicBezTo>
                  <a:pt x="10686" y="16407"/>
                  <a:pt x="10634" y="16381"/>
                  <a:pt x="10619" y="16381"/>
                </a:cubicBezTo>
                <a:cubicBezTo>
                  <a:pt x="10610" y="16381"/>
                  <a:pt x="10616" y="16391"/>
                  <a:pt x="10639" y="16414"/>
                </a:cubicBezTo>
                <a:lnTo>
                  <a:pt x="10700" y="16444"/>
                </a:lnTo>
                <a:lnTo>
                  <a:pt x="10730" y="16475"/>
                </a:lnTo>
                <a:cubicBezTo>
                  <a:pt x="10822" y="16475"/>
                  <a:pt x="10730" y="16566"/>
                  <a:pt x="10487" y="16627"/>
                </a:cubicBezTo>
                <a:lnTo>
                  <a:pt x="10305" y="16687"/>
                </a:lnTo>
                <a:lnTo>
                  <a:pt x="10244" y="16687"/>
                </a:lnTo>
                <a:cubicBezTo>
                  <a:pt x="10183" y="16687"/>
                  <a:pt x="9910" y="16657"/>
                  <a:pt x="9636" y="16657"/>
                </a:cubicBezTo>
                <a:lnTo>
                  <a:pt x="9423" y="16657"/>
                </a:lnTo>
                <a:cubicBezTo>
                  <a:pt x="9302" y="16657"/>
                  <a:pt x="9332" y="16657"/>
                  <a:pt x="9302" y="16718"/>
                </a:cubicBezTo>
                <a:cubicBezTo>
                  <a:pt x="9271" y="16748"/>
                  <a:pt x="9211" y="16779"/>
                  <a:pt x="9180" y="16779"/>
                </a:cubicBezTo>
                <a:lnTo>
                  <a:pt x="8998" y="16748"/>
                </a:lnTo>
                <a:cubicBezTo>
                  <a:pt x="8901" y="16690"/>
                  <a:pt x="8793" y="16669"/>
                  <a:pt x="8711" y="16669"/>
                </a:cubicBezTo>
                <a:cubicBezTo>
                  <a:pt x="8663" y="16669"/>
                  <a:pt x="8625" y="16676"/>
                  <a:pt x="8603" y="16687"/>
                </a:cubicBezTo>
                <a:cubicBezTo>
                  <a:pt x="8572" y="16718"/>
                  <a:pt x="8519" y="16733"/>
                  <a:pt x="8470" y="16733"/>
                </a:cubicBezTo>
                <a:cubicBezTo>
                  <a:pt x="8420" y="16733"/>
                  <a:pt x="8375" y="16718"/>
                  <a:pt x="8360" y="16687"/>
                </a:cubicBezTo>
                <a:cubicBezTo>
                  <a:pt x="8329" y="16627"/>
                  <a:pt x="8268" y="16444"/>
                  <a:pt x="8360" y="16444"/>
                </a:cubicBezTo>
                <a:cubicBezTo>
                  <a:pt x="8420" y="16444"/>
                  <a:pt x="8481" y="16414"/>
                  <a:pt x="8512" y="16353"/>
                </a:cubicBezTo>
                <a:cubicBezTo>
                  <a:pt x="8512" y="16323"/>
                  <a:pt x="8572" y="16323"/>
                  <a:pt x="8663" y="16323"/>
                </a:cubicBezTo>
                <a:lnTo>
                  <a:pt x="8694" y="16353"/>
                </a:lnTo>
                <a:cubicBezTo>
                  <a:pt x="8755" y="16383"/>
                  <a:pt x="8846" y="16444"/>
                  <a:pt x="8907" y="16505"/>
                </a:cubicBezTo>
                <a:cubicBezTo>
                  <a:pt x="8952" y="16566"/>
                  <a:pt x="8967" y="16596"/>
                  <a:pt x="8986" y="16596"/>
                </a:cubicBezTo>
                <a:cubicBezTo>
                  <a:pt x="9005" y="16596"/>
                  <a:pt x="9028" y="16566"/>
                  <a:pt x="9089" y="16505"/>
                </a:cubicBezTo>
                <a:lnTo>
                  <a:pt x="9180" y="16444"/>
                </a:lnTo>
                <a:cubicBezTo>
                  <a:pt x="9264" y="16388"/>
                  <a:pt x="9530" y="16228"/>
                  <a:pt x="9666" y="16228"/>
                </a:cubicBezTo>
                <a:cubicBezTo>
                  <a:pt x="9677" y="16228"/>
                  <a:pt x="9688" y="16229"/>
                  <a:pt x="9697" y="16231"/>
                </a:cubicBezTo>
                <a:cubicBezTo>
                  <a:pt x="9819" y="16292"/>
                  <a:pt x="9970" y="16353"/>
                  <a:pt x="10092" y="16353"/>
                </a:cubicBezTo>
                <a:cubicBezTo>
                  <a:pt x="10214" y="16323"/>
                  <a:pt x="10305" y="16292"/>
                  <a:pt x="10426" y="16292"/>
                </a:cubicBezTo>
                <a:cubicBezTo>
                  <a:pt x="10487" y="16292"/>
                  <a:pt x="10548" y="16201"/>
                  <a:pt x="10578" y="16110"/>
                </a:cubicBezTo>
                <a:lnTo>
                  <a:pt x="10700" y="16140"/>
                </a:lnTo>
                <a:lnTo>
                  <a:pt x="11034" y="16231"/>
                </a:lnTo>
                <a:cubicBezTo>
                  <a:pt x="11095" y="16079"/>
                  <a:pt x="11278" y="16019"/>
                  <a:pt x="11429" y="16019"/>
                </a:cubicBezTo>
                <a:close/>
                <a:moveTo>
                  <a:pt x="16566" y="16505"/>
                </a:moveTo>
                <a:cubicBezTo>
                  <a:pt x="16658" y="16535"/>
                  <a:pt x="16658" y="16596"/>
                  <a:pt x="16536" y="16657"/>
                </a:cubicBezTo>
                <a:lnTo>
                  <a:pt x="16506" y="16657"/>
                </a:lnTo>
                <a:cubicBezTo>
                  <a:pt x="16481" y="16649"/>
                  <a:pt x="16457" y="16645"/>
                  <a:pt x="16432" y="16645"/>
                </a:cubicBezTo>
                <a:cubicBezTo>
                  <a:pt x="16366" y="16645"/>
                  <a:pt x="16299" y="16673"/>
                  <a:pt x="16232" y="16718"/>
                </a:cubicBezTo>
                <a:lnTo>
                  <a:pt x="16110" y="16839"/>
                </a:lnTo>
                <a:cubicBezTo>
                  <a:pt x="16050" y="16718"/>
                  <a:pt x="16019" y="16627"/>
                  <a:pt x="16050" y="16627"/>
                </a:cubicBezTo>
                <a:cubicBezTo>
                  <a:pt x="16202" y="16566"/>
                  <a:pt x="16384" y="16535"/>
                  <a:pt x="16566" y="16505"/>
                </a:cubicBezTo>
                <a:close/>
                <a:moveTo>
                  <a:pt x="13284" y="16475"/>
                </a:moveTo>
                <a:lnTo>
                  <a:pt x="13344" y="16566"/>
                </a:lnTo>
                <a:cubicBezTo>
                  <a:pt x="13375" y="16687"/>
                  <a:pt x="13253" y="16809"/>
                  <a:pt x="13071" y="16839"/>
                </a:cubicBezTo>
                <a:lnTo>
                  <a:pt x="12919" y="16870"/>
                </a:lnTo>
                <a:cubicBezTo>
                  <a:pt x="12888" y="16870"/>
                  <a:pt x="12858" y="16839"/>
                  <a:pt x="12828" y="16809"/>
                </a:cubicBezTo>
                <a:cubicBezTo>
                  <a:pt x="12828" y="16779"/>
                  <a:pt x="12858" y="16718"/>
                  <a:pt x="12888" y="16718"/>
                </a:cubicBezTo>
                <a:cubicBezTo>
                  <a:pt x="12980" y="16687"/>
                  <a:pt x="13101" y="16657"/>
                  <a:pt x="13162" y="16657"/>
                </a:cubicBezTo>
                <a:cubicBezTo>
                  <a:pt x="13192" y="16627"/>
                  <a:pt x="13223" y="16566"/>
                  <a:pt x="13162" y="16535"/>
                </a:cubicBezTo>
                <a:cubicBezTo>
                  <a:pt x="13162" y="16505"/>
                  <a:pt x="13223" y="16475"/>
                  <a:pt x="13284" y="16475"/>
                </a:cubicBezTo>
                <a:close/>
                <a:moveTo>
                  <a:pt x="13832" y="16480"/>
                </a:moveTo>
                <a:cubicBezTo>
                  <a:pt x="13881" y="16480"/>
                  <a:pt x="13932" y="16497"/>
                  <a:pt x="13983" y="16535"/>
                </a:cubicBezTo>
                <a:cubicBezTo>
                  <a:pt x="14044" y="16596"/>
                  <a:pt x="14104" y="16657"/>
                  <a:pt x="14135" y="16748"/>
                </a:cubicBezTo>
                <a:lnTo>
                  <a:pt x="14135" y="16809"/>
                </a:lnTo>
                <a:cubicBezTo>
                  <a:pt x="14135" y="16839"/>
                  <a:pt x="14044" y="16870"/>
                  <a:pt x="14013" y="16870"/>
                </a:cubicBezTo>
                <a:cubicBezTo>
                  <a:pt x="13861" y="16870"/>
                  <a:pt x="13831" y="16809"/>
                  <a:pt x="13831" y="16718"/>
                </a:cubicBezTo>
                <a:cubicBezTo>
                  <a:pt x="13800" y="16718"/>
                  <a:pt x="13740" y="16718"/>
                  <a:pt x="13709" y="16748"/>
                </a:cubicBezTo>
                <a:cubicBezTo>
                  <a:pt x="13705" y="16752"/>
                  <a:pt x="13700" y="16754"/>
                  <a:pt x="13693" y="16754"/>
                </a:cubicBezTo>
                <a:cubicBezTo>
                  <a:pt x="13650" y="16754"/>
                  <a:pt x="13569" y="16671"/>
                  <a:pt x="13648" y="16566"/>
                </a:cubicBezTo>
                <a:cubicBezTo>
                  <a:pt x="13701" y="16513"/>
                  <a:pt x="13765" y="16480"/>
                  <a:pt x="13832" y="16480"/>
                </a:cubicBezTo>
                <a:close/>
                <a:moveTo>
                  <a:pt x="8025" y="16475"/>
                </a:moveTo>
                <a:cubicBezTo>
                  <a:pt x="8086" y="16475"/>
                  <a:pt x="8147" y="16535"/>
                  <a:pt x="8177" y="16596"/>
                </a:cubicBezTo>
                <a:lnTo>
                  <a:pt x="8147" y="16596"/>
                </a:lnTo>
                <a:cubicBezTo>
                  <a:pt x="7995" y="16657"/>
                  <a:pt x="8025" y="16900"/>
                  <a:pt x="7782" y="16900"/>
                </a:cubicBezTo>
                <a:cubicBezTo>
                  <a:pt x="7773" y="16909"/>
                  <a:pt x="7759" y="16913"/>
                  <a:pt x="7742" y="16913"/>
                </a:cubicBezTo>
                <a:cubicBezTo>
                  <a:pt x="7701" y="16913"/>
                  <a:pt x="7643" y="16891"/>
                  <a:pt x="7600" y="16870"/>
                </a:cubicBezTo>
                <a:lnTo>
                  <a:pt x="7569" y="16809"/>
                </a:lnTo>
                <a:cubicBezTo>
                  <a:pt x="7539" y="16779"/>
                  <a:pt x="7630" y="16718"/>
                  <a:pt x="7630" y="16718"/>
                </a:cubicBezTo>
                <a:cubicBezTo>
                  <a:pt x="7656" y="16725"/>
                  <a:pt x="7679" y="16729"/>
                  <a:pt x="7699" y="16729"/>
                </a:cubicBezTo>
                <a:cubicBezTo>
                  <a:pt x="7845" y="16729"/>
                  <a:pt x="7858" y="16558"/>
                  <a:pt x="7964" y="16505"/>
                </a:cubicBezTo>
                <a:lnTo>
                  <a:pt x="8025" y="16475"/>
                </a:lnTo>
                <a:close/>
                <a:moveTo>
                  <a:pt x="15872" y="16515"/>
                </a:moveTo>
                <a:cubicBezTo>
                  <a:pt x="15907" y="16515"/>
                  <a:pt x="15928" y="16530"/>
                  <a:pt x="15928" y="16566"/>
                </a:cubicBezTo>
                <a:lnTo>
                  <a:pt x="15898" y="16566"/>
                </a:lnTo>
                <a:cubicBezTo>
                  <a:pt x="15746" y="16627"/>
                  <a:pt x="15654" y="16748"/>
                  <a:pt x="15563" y="16870"/>
                </a:cubicBezTo>
                <a:lnTo>
                  <a:pt x="15563" y="16931"/>
                </a:lnTo>
                <a:cubicBezTo>
                  <a:pt x="15542" y="16938"/>
                  <a:pt x="15520" y="16941"/>
                  <a:pt x="15500" y="16941"/>
                </a:cubicBezTo>
                <a:cubicBezTo>
                  <a:pt x="15434" y="16941"/>
                  <a:pt x="15381" y="16902"/>
                  <a:pt x="15381" y="16809"/>
                </a:cubicBezTo>
                <a:cubicBezTo>
                  <a:pt x="15381" y="16724"/>
                  <a:pt x="15461" y="16532"/>
                  <a:pt x="15570" y="16532"/>
                </a:cubicBezTo>
                <a:cubicBezTo>
                  <a:pt x="15578" y="16532"/>
                  <a:pt x="15586" y="16533"/>
                  <a:pt x="15594" y="16535"/>
                </a:cubicBezTo>
                <a:lnTo>
                  <a:pt x="15776" y="16535"/>
                </a:lnTo>
                <a:cubicBezTo>
                  <a:pt x="15814" y="16523"/>
                  <a:pt x="15846" y="16515"/>
                  <a:pt x="15872" y="16515"/>
                </a:cubicBezTo>
                <a:close/>
                <a:moveTo>
                  <a:pt x="12300" y="16615"/>
                </a:moveTo>
                <a:cubicBezTo>
                  <a:pt x="12353" y="16615"/>
                  <a:pt x="12410" y="16649"/>
                  <a:pt x="12433" y="16718"/>
                </a:cubicBezTo>
                <a:cubicBezTo>
                  <a:pt x="12460" y="16772"/>
                  <a:pt x="12246" y="17067"/>
                  <a:pt x="12177" y="17067"/>
                </a:cubicBezTo>
                <a:cubicBezTo>
                  <a:pt x="12169" y="17067"/>
                  <a:pt x="12162" y="17062"/>
                  <a:pt x="12159" y="17052"/>
                </a:cubicBezTo>
                <a:cubicBezTo>
                  <a:pt x="12129" y="16900"/>
                  <a:pt x="12159" y="16748"/>
                  <a:pt x="12250" y="16627"/>
                </a:cubicBezTo>
                <a:cubicBezTo>
                  <a:pt x="12265" y="16619"/>
                  <a:pt x="12282" y="16615"/>
                  <a:pt x="12300" y="16615"/>
                </a:cubicBezTo>
                <a:close/>
                <a:moveTo>
                  <a:pt x="3901" y="16918"/>
                </a:moveTo>
                <a:cubicBezTo>
                  <a:pt x="3922" y="16918"/>
                  <a:pt x="3939" y="16922"/>
                  <a:pt x="3952" y="16931"/>
                </a:cubicBezTo>
                <a:cubicBezTo>
                  <a:pt x="4043" y="16961"/>
                  <a:pt x="4043" y="17022"/>
                  <a:pt x="3952" y="17022"/>
                </a:cubicBezTo>
                <a:lnTo>
                  <a:pt x="3891" y="17052"/>
                </a:lnTo>
                <a:cubicBezTo>
                  <a:pt x="3739" y="17052"/>
                  <a:pt x="3770" y="17083"/>
                  <a:pt x="3831" y="17174"/>
                </a:cubicBezTo>
                <a:cubicBezTo>
                  <a:pt x="3861" y="17174"/>
                  <a:pt x="3739" y="17295"/>
                  <a:pt x="3709" y="17295"/>
                </a:cubicBezTo>
                <a:cubicBezTo>
                  <a:pt x="3557" y="17265"/>
                  <a:pt x="3405" y="17234"/>
                  <a:pt x="3253" y="17174"/>
                </a:cubicBezTo>
                <a:cubicBezTo>
                  <a:pt x="3253" y="17174"/>
                  <a:pt x="3253" y="17143"/>
                  <a:pt x="3253" y="17113"/>
                </a:cubicBezTo>
                <a:cubicBezTo>
                  <a:pt x="3283" y="17083"/>
                  <a:pt x="3344" y="17052"/>
                  <a:pt x="3375" y="17052"/>
                </a:cubicBezTo>
                <a:lnTo>
                  <a:pt x="3466" y="17052"/>
                </a:lnTo>
                <a:cubicBezTo>
                  <a:pt x="3544" y="17052"/>
                  <a:pt x="3778" y="16918"/>
                  <a:pt x="3901" y="16918"/>
                </a:cubicBezTo>
                <a:close/>
                <a:moveTo>
                  <a:pt x="6203" y="16584"/>
                </a:moveTo>
                <a:cubicBezTo>
                  <a:pt x="6213" y="16584"/>
                  <a:pt x="6224" y="16588"/>
                  <a:pt x="6232" y="16596"/>
                </a:cubicBezTo>
                <a:lnTo>
                  <a:pt x="6293" y="16627"/>
                </a:lnTo>
                <a:lnTo>
                  <a:pt x="6323" y="16657"/>
                </a:lnTo>
                <a:cubicBezTo>
                  <a:pt x="6384" y="16718"/>
                  <a:pt x="6262" y="16809"/>
                  <a:pt x="6201" y="16809"/>
                </a:cubicBezTo>
                <a:cubicBezTo>
                  <a:pt x="6141" y="16809"/>
                  <a:pt x="5867" y="16961"/>
                  <a:pt x="5897" y="17052"/>
                </a:cubicBezTo>
                <a:cubicBezTo>
                  <a:pt x="5906" y="17069"/>
                  <a:pt x="5912" y="17086"/>
                  <a:pt x="5916" y="17100"/>
                </a:cubicBezTo>
                <a:lnTo>
                  <a:pt x="5916" y="17100"/>
                </a:lnTo>
                <a:cubicBezTo>
                  <a:pt x="5881" y="17077"/>
                  <a:pt x="5768" y="17043"/>
                  <a:pt x="5677" y="17043"/>
                </a:cubicBezTo>
                <a:cubicBezTo>
                  <a:pt x="5626" y="17043"/>
                  <a:pt x="5582" y="17054"/>
                  <a:pt x="5563" y="17083"/>
                </a:cubicBezTo>
                <a:cubicBezTo>
                  <a:pt x="5442" y="17174"/>
                  <a:pt x="5320" y="17234"/>
                  <a:pt x="5168" y="17295"/>
                </a:cubicBezTo>
                <a:cubicBezTo>
                  <a:pt x="5077" y="17295"/>
                  <a:pt x="4986" y="17022"/>
                  <a:pt x="4986" y="16900"/>
                </a:cubicBezTo>
                <a:cubicBezTo>
                  <a:pt x="4986" y="16832"/>
                  <a:pt x="5174" y="16746"/>
                  <a:pt x="5293" y="16746"/>
                </a:cubicBezTo>
                <a:cubicBezTo>
                  <a:pt x="5333" y="16746"/>
                  <a:pt x="5366" y="16756"/>
                  <a:pt x="5381" y="16779"/>
                </a:cubicBezTo>
                <a:cubicBezTo>
                  <a:pt x="5390" y="16806"/>
                  <a:pt x="5422" y="16817"/>
                  <a:pt x="5460" y="16817"/>
                </a:cubicBezTo>
                <a:cubicBezTo>
                  <a:pt x="5549" y="16817"/>
                  <a:pt x="5675" y="16760"/>
                  <a:pt x="5654" y="16718"/>
                </a:cubicBezTo>
                <a:cubicBezTo>
                  <a:pt x="5636" y="16680"/>
                  <a:pt x="5652" y="16654"/>
                  <a:pt x="5695" y="16654"/>
                </a:cubicBezTo>
                <a:cubicBezTo>
                  <a:pt x="5722" y="16654"/>
                  <a:pt x="5760" y="16664"/>
                  <a:pt x="5806" y="16687"/>
                </a:cubicBezTo>
                <a:lnTo>
                  <a:pt x="5928" y="16687"/>
                </a:lnTo>
                <a:cubicBezTo>
                  <a:pt x="5989" y="16687"/>
                  <a:pt x="6049" y="16687"/>
                  <a:pt x="6110" y="16657"/>
                </a:cubicBezTo>
                <a:lnTo>
                  <a:pt x="6141" y="16657"/>
                </a:lnTo>
                <a:cubicBezTo>
                  <a:pt x="6141" y="16612"/>
                  <a:pt x="6173" y="16584"/>
                  <a:pt x="6203" y="16584"/>
                </a:cubicBezTo>
                <a:close/>
                <a:moveTo>
                  <a:pt x="86081" y="0"/>
                </a:moveTo>
                <a:lnTo>
                  <a:pt x="85473" y="122"/>
                </a:lnTo>
                <a:lnTo>
                  <a:pt x="85261" y="152"/>
                </a:lnTo>
                <a:lnTo>
                  <a:pt x="85078" y="183"/>
                </a:lnTo>
                <a:cubicBezTo>
                  <a:pt x="84957" y="183"/>
                  <a:pt x="84805" y="213"/>
                  <a:pt x="84683" y="274"/>
                </a:cubicBezTo>
                <a:cubicBezTo>
                  <a:pt x="84683" y="335"/>
                  <a:pt x="84683" y="426"/>
                  <a:pt x="84622" y="456"/>
                </a:cubicBezTo>
                <a:lnTo>
                  <a:pt x="84531" y="487"/>
                </a:lnTo>
                <a:cubicBezTo>
                  <a:pt x="84503" y="403"/>
                  <a:pt x="84400" y="270"/>
                  <a:pt x="84336" y="270"/>
                </a:cubicBezTo>
                <a:cubicBezTo>
                  <a:pt x="84330" y="270"/>
                  <a:pt x="84324" y="271"/>
                  <a:pt x="84318" y="274"/>
                </a:cubicBezTo>
                <a:cubicBezTo>
                  <a:pt x="84304" y="283"/>
                  <a:pt x="84286" y="288"/>
                  <a:pt x="84267" y="288"/>
                </a:cubicBezTo>
                <a:cubicBezTo>
                  <a:pt x="84163" y="288"/>
                  <a:pt x="84000" y="168"/>
                  <a:pt x="83923" y="91"/>
                </a:cubicBezTo>
                <a:cubicBezTo>
                  <a:pt x="83904" y="73"/>
                  <a:pt x="83883" y="65"/>
                  <a:pt x="83862" y="65"/>
                </a:cubicBezTo>
                <a:cubicBezTo>
                  <a:pt x="83815" y="65"/>
                  <a:pt x="83771" y="101"/>
                  <a:pt x="83771" y="122"/>
                </a:cubicBezTo>
                <a:cubicBezTo>
                  <a:pt x="83741" y="183"/>
                  <a:pt x="83650" y="213"/>
                  <a:pt x="83528" y="213"/>
                </a:cubicBezTo>
                <a:lnTo>
                  <a:pt x="83498" y="183"/>
                </a:lnTo>
                <a:cubicBezTo>
                  <a:pt x="83467" y="142"/>
                  <a:pt x="83440" y="129"/>
                  <a:pt x="83414" y="129"/>
                </a:cubicBezTo>
                <a:cubicBezTo>
                  <a:pt x="83363" y="129"/>
                  <a:pt x="83315" y="183"/>
                  <a:pt x="83255" y="183"/>
                </a:cubicBezTo>
                <a:cubicBezTo>
                  <a:pt x="83224" y="183"/>
                  <a:pt x="83163" y="152"/>
                  <a:pt x="83163" y="91"/>
                </a:cubicBezTo>
                <a:lnTo>
                  <a:pt x="83133" y="61"/>
                </a:lnTo>
                <a:cubicBezTo>
                  <a:pt x="83133" y="39"/>
                  <a:pt x="83129" y="29"/>
                  <a:pt x="83123" y="29"/>
                </a:cubicBezTo>
                <a:cubicBezTo>
                  <a:pt x="83111" y="29"/>
                  <a:pt x="83092" y="63"/>
                  <a:pt x="83072" y="122"/>
                </a:cubicBezTo>
                <a:lnTo>
                  <a:pt x="83011" y="152"/>
                </a:lnTo>
                <a:cubicBezTo>
                  <a:pt x="82951" y="243"/>
                  <a:pt x="82829" y="183"/>
                  <a:pt x="82768" y="243"/>
                </a:cubicBezTo>
                <a:lnTo>
                  <a:pt x="82647" y="304"/>
                </a:lnTo>
                <a:cubicBezTo>
                  <a:pt x="82495" y="243"/>
                  <a:pt x="82343" y="213"/>
                  <a:pt x="82191" y="213"/>
                </a:cubicBezTo>
                <a:cubicBezTo>
                  <a:pt x="82069" y="274"/>
                  <a:pt x="81948" y="304"/>
                  <a:pt x="81826" y="304"/>
                </a:cubicBezTo>
                <a:lnTo>
                  <a:pt x="81400" y="304"/>
                </a:lnTo>
                <a:lnTo>
                  <a:pt x="81096" y="335"/>
                </a:lnTo>
                <a:lnTo>
                  <a:pt x="81036" y="335"/>
                </a:lnTo>
                <a:lnTo>
                  <a:pt x="80489" y="456"/>
                </a:lnTo>
                <a:cubicBezTo>
                  <a:pt x="80468" y="466"/>
                  <a:pt x="80445" y="470"/>
                  <a:pt x="80420" y="470"/>
                </a:cubicBezTo>
                <a:cubicBezTo>
                  <a:pt x="80370" y="470"/>
                  <a:pt x="80316" y="456"/>
                  <a:pt x="80276" y="456"/>
                </a:cubicBezTo>
                <a:lnTo>
                  <a:pt x="80124" y="456"/>
                </a:lnTo>
                <a:cubicBezTo>
                  <a:pt x="80017" y="426"/>
                  <a:pt x="79911" y="411"/>
                  <a:pt x="79808" y="411"/>
                </a:cubicBezTo>
                <a:cubicBezTo>
                  <a:pt x="79706" y="411"/>
                  <a:pt x="79607" y="426"/>
                  <a:pt x="79516" y="456"/>
                </a:cubicBezTo>
                <a:lnTo>
                  <a:pt x="79333" y="395"/>
                </a:lnTo>
                <a:cubicBezTo>
                  <a:pt x="79303" y="390"/>
                  <a:pt x="79272" y="389"/>
                  <a:pt x="79240" y="389"/>
                </a:cubicBezTo>
                <a:cubicBezTo>
                  <a:pt x="79176" y="389"/>
                  <a:pt x="79111" y="395"/>
                  <a:pt x="79045" y="395"/>
                </a:cubicBezTo>
                <a:cubicBezTo>
                  <a:pt x="78946" y="395"/>
                  <a:pt x="78847" y="380"/>
                  <a:pt x="78756" y="304"/>
                </a:cubicBezTo>
                <a:lnTo>
                  <a:pt x="78726" y="304"/>
                </a:lnTo>
                <a:cubicBezTo>
                  <a:pt x="78634" y="304"/>
                  <a:pt x="78482" y="365"/>
                  <a:pt x="78361" y="395"/>
                </a:cubicBezTo>
                <a:lnTo>
                  <a:pt x="78239" y="395"/>
                </a:lnTo>
                <a:lnTo>
                  <a:pt x="78057" y="365"/>
                </a:lnTo>
                <a:cubicBezTo>
                  <a:pt x="78016" y="405"/>
                  <a:pt x="77952" y="419"/>
                  <a:pt x="77880" y="419"/>
                </a:cubicBezTo>
                <a:cubicBezTo>
                  <a:pt x="77736" y="419"/>
                  <a:pt x="77560" y="365"/>
                  <a:pt x="77479" y="365"/>
                </a:cubicBezTo>
                <a:cubicBezTo>
                  <a:pt x="77327" y="395"/>
                  <a:pt x="77175" y="426"/>
                  <a:pt x="77023" y="487"/>
                </a:cubicBezTo>
                <a:lnTo>
                  <a:pt x="76932" y="487"/>
                </a:lnTo>
                <a:cubicBezTo>
                  <a:pt x="76841" y="487"/>
                  <a:pt x="76750" y="426"/>
                  <a:pt x="76659" y="426"/>
                </a:cubicBezTo>
                <a:cubicBezTo>
                  <a:pt x="76537" y="426"/>
                  <a:pt x="76446" y="456"/>
                  <a:pt x="76355" y="487"/>
                </a:cubicBezTo>
                <a:lnTo>
                  <a:pt x="76112" y="547"/>
                </a:lnTo>
                <a:lnTo>
                  <a:pt x="75504" y="578"/>
                </a:lnTo>
                <a:cubicBezTo>
                  <a:pt x="75443" y="529"/>
                  <a:pt x="75377" y="514"/>
                  <a:pt x="75309" y="514"/>
                </a:cubicBezTo>
                <a:cubicBezTo>
                  <a:pt x="75206" y="514"/>
                  <a:pt x="75096" y="547"/>
                  <a:pt x="74987" y="547"/>
                </a:cubicBezTo>
                <a:lnTo>
                  <a:pt x="74805" y="547"/>
                </a:lnTo>
                <a:cubicBezTo>
                  <a:pt x="74778" y="553"/>
                  <a:pt x="74753" y="555"/>
                  <a:pt x="74729" y="555"/>
                </a:cubicBezTo>
                <a:cubicBezTo>
                  <a:pt x="74612" y="555"/>
                  <a:pt x="74515" y="496"/>
                  <a:pt x="74440" y="395"/>
                </a:cubicBezTo>
                <a:cubicBezTo>
                  <a:pt x="74438" y="391"/>
                  <a:pt x="74434" y="389"/>
                  <a:pt x="74428" y="389"/>
                </a:cubicBezTo>
                <a:cubicBezTo>
                  <a:pt x="74355" y="389"/>
                  <a:pt x="74001" y="738"/>
                  <a:pt x="73832" y="851"/>
                </a:cubicBezTo>
                <a:cubicBezTo>
                  <a:pt x="73753" y="910"/>
                  <a:pt x="73649" y="944"/>
                  <a:pt x="73545" y="944"/>
                </a:cubicBezTo>
                <a:cubicBezTo>
                  <a:pt x="73487" y="944"/>
                  <a:pt x="73430" y="934"/>
                  <a:pt x="73376" y="912"/>
                </a:cubicBezTo>
                <a:cubicBezTo>
                  <a:pt x="73346" y="882"/>
                  <a:pt x="73376" y="851"/>
                  <a:pt x="73467" y="851"/>
                </a:cubicBezTo>
                <a:lnTo>
                  <a:pt x="73498" y="821"/>
                </a:lnTo>
                <a:cubicBezTo>
                  <a:pt x="73498" y="790"/>
                  <a:pt x="73528" y="760"/>
                  <a:pt x="73528" y="730"/>
                </a:cubicBezTo>
                <a:cubicBezTo>
                  <a:pt x="73528" y="699"/>
                  <a:pt x="73437" y="669"/>
                  <a:pt x="73437" y="669"/>
                </a:cubicBezTo>
                <a:lnTo>
                  <a:pt x="73315" y="760"/>
                </a:lnTo>
                <a:cubicBezTo>
                  <a:pt x="73102" y="730"/>
                  <a:pt x="72890" y="699"/>
                  <a:pt x="72707" y="699"/>
                </a:cubicBezTo>
                <a:lnTo>
                  <a:pt x="72555" y="669"/>
                </a:lnTo>
                <a:cubicBezTo>
                  <a:pt x="72475" y="637"/>
                  <a:pt x="72412" y="596"/>
                  <a:pt x="72366" y="596"/>
                </a:cubicBezTo>
                <a:cubicBezTo>
                  <a:pt x="72324" y="596"/>
                  <a:pt x="72296" y="629"/>
                  <a:pt x="72282" y="730"/>
                </a:cubicBezTo>
                <a:lnTo>
                  <a:pt x="72130" y="730"/>
                </a:lnTo>
                <a:cubicBezTo>
                  <a:pt x="72106" y="698"/>
                  <a:pt x="72082" y="687"/>
                  <a:pt x="72059" y="687"/>
                </a:cubicBezTo>
                <a:cubicBezTo>
                  <a:pt x="72006" y="687"/>
                  <a:pt x="71957" y="742"/>
                  <a:pt x="71916" y="742"/>
                </a:cubicBezTo>
                <a:cubicBezTo>
                  <a:pt x="71906" y="742"/>
                  <a:pt x="71896" y="739"/>
                  <a:pt x="71887" y="730"/>
                </a:cubicBezTo>
                <a:cubicBezTo>
                  <a:pt x="71852" y="695"/>
                  <a:pt x="71820" y="683"/>
                  <a:pt x="71790" y="683"/>
                </a:cubicBezTo>
                <a:cubicBezTo>
                  <a:pt x="71715" y="683"/>
                  <a:pt x="71656" y="760"/>
                  <a:pt x="71613" y="760"/>
                </a:cubicBezTo>
                <a:cubicBezTo>
                  <a:pt x="71595" y="766"/>
                  <a:pt x="71577" y="769"/>
                  <a:pt x="71559" y="769"/>
                </a:cubicBezTo>
                <a:cubicBezTo>
                  <a:pt x="71487" y="769"/>
                  <a:pt x="71418" y="730"/>
                  <a:pt x="71370" y="730"/>
                </a:cubicBezTo>
                <a:lnTo>
                  <a:pt x="71279" y="730"/>
                </a:lnTo>
                <a:cubicBezTo>
                  <a:pt x="71232" y="753"/>
                  <a:pt x="71190" y="763"/>
                  <a:pt x="71154" y="763"/>
                </a:cubicBezTo>
                <a:cubicBezTo>
                  <a:pt x="71096" y="763"/>
                  <a:pt x="71054" y="737"/>
                  <a:pt x="71035" y="699"/>
                </a:cubicBezTo>
                <a:lnTo>
                  <a:pt x="71005" y="669"/>
                </a:lnTo>
                <a:cubicBezTo>
                  <a:pt x="70950" y="669"/>
                  <a:pt x="70844" y="794"/>
                  <a:pt x="70780" y="794"/>
                </a:cubicBezTo>
                <a:cubicBezTo>
                  <a:pt x="70773" y="794"/>
                  <a:pt x="70767" y="793"/>
                  <a:pt x="70762" y="790"/>
                </a:cubicBezTo>
                <a:cubicBezTo>
                  <a:pt x="70610" y="760"/>
                  <a:pt x="70488" y="730"/>
                  <a:pt x="70336" y="730"/>
                </a:cubicBezTo>
                <a:lnTo>
                  <a:pt x="70245" y="821"/>
                </a:lnTo>
                <a:cubicBezTo>
                  <a:pt x="70180" y="886"/>
                  <a:pt x="70097" y="916"/>
                  <a:pt x="70016" y="916"/>
                </a:cubicBezTo>
                <a:cubicBezTo>
                  <a:pt x="69946" y="916"/>
                  <a:pt x="69876" y="894"/>
                  <a:pt x="69820" y="851"/>
                </a:cubicBezTo>
                <a:lnTo>
                  <a:pt x="69485" y="699"/>
                </a:lnTo>
                <a:lnTo>
                  <a:pt x="69212" y="790"/>
                </a:lnTo>
                <a:lnTo>
                  <a:pt x="69151" y="882"/>
                </a:lnTo>
                <a:cubicBezTo>
                  <a:pt x="69060" y="790"/>
                  <a:pt x="68969" y="730"/>
                  <a:pt x="68908" y="639"/>
                </a:cubicBezTo>
                <a:cubicBezTo>
                  <a:pt x="68904" y="635"/>
                  <a:pt x="68899" y="633"/>
                  <a:pt x="68894" y="633"/>
                </a:cubicBezTo>
                <a:cubicBezTo>
                  <a:pt x="68861" y="633"/>
                  <a:pt x="68809" y="715"/>
                  <a:pt x="68756" y="821"/>
                </a:cubicBezTo>
                <a:lnTo>
                  <a:pt x="68634" y="760"/>
                </a:lnTo>
                <a:lnTo>
                  <a:pt x="68452" y="669"/>
                </a:lnTo>
                <a:cubicBezTo>
                  <a:pt x="68269" y="699"/>
                  <a:pt x="68087" y="699"/>
                  <a:pt x="68026" y="699"/>
                </a:cubicBezTo>
                <a:lnTo>
                  <a:pt x="67996" y="699"/>
                </a:lnTo>
                <a:cubicBezTo>
                  <a:pt x="67892" y="820"/>
                  <a:pt x="67779" y="853"/>
                  <a:pt x="67655" y="853"/>
                </a:cubicBezTo>
                <a:cubicBezTo>
                  <a:pt x="67562" y="853"/>
                  <a:pt x="67463" y="834"/>
                  <a:pt x="67358" y="821"/>
                </a:cubicBezTo>
                <a:cubicBezTo>
                  <a:pt x="67266" y="790"/>
                  <a:pt x="67114" y="790"/>
                  <a:pt x="67023" y="760"/>
                </a:cubicBezTo>
                <a:lnTo>
                  <a:pt x="66810" y="699"/>
                </a:lnTo>
                <a:cubicBezTo>
                  <a:pt x="66810" y="780"/>
                  <a:pt x="66770" y="821"/>
                  <a:pt x="66707" y="821"/>
                </a:cubicBezTo>
                <a:cubicBezTo>
                  <a:pt x="66675" y="821"/>
                  <a:pt x="66638" y="811"/>
                  <a:pt x="66598" y="790"/>
                </a:cubicBezTo>
                <a:lnTo>
                  <a:pt x="66476" y="760"/>
                </a:lnTo>
                <a:cubicBezTo>
                  <a:pt x="66415" y="760"/>
                  <a:pt x="66341" y="814"/>
                  <a:pt x="66262" y="814"/>
                </a:cubicBezTo>
                <a:cubicBezTo>
                  <a:pt x="66223" y="814"/>
                  <a:pt x="66182" y="801"/>
                  <a:pt x="66142" y="760"/>
                </a:cubicBezTo>
                <a:cubicBezTo>
                  <a:pt x="66020" y="821"/>
                  <a:pt x="65868" y="882"/>
                  <a:pt x="65747" y="912"/>
                </a:cubicBezTo>
                <a:cubicBezTo>
                  <a:pt x="65534" y="851"/>
                  <a:pt x="65351" y="821"/>
                  <a:pt x="65139" y="790"/>
                </a:cubicBezTo>
                <a:cubicBezTo>
                  <a:pt x="65086" y="808"/>
                  <a:pt x="64973" y="826"/>
                  <a:pt x="64880" y="826"/>
                </a:cubicBezTo>
                <a:cubicBezTo>
                  <a:pt x="64813" y="826"/>
                  <a:pt x="64756" y="816"/>
                  <a:pt x="64744" y="790"/>
                </a:cubicBezTo>
                <a:cubicBezTo>
                  <a:pt x="64728" y="775"/>
                  <a:pt x="64709" y="770"/>
                  <a:pt x="64688" y="770"/>
                </a:cubicBezTo>
                <a:cubicBezTo>
                  <a:pt x="64624" y="770"/>
                  <a:pt x="64538" y="821"/>
                  <a:pt x="64470" y="821"/>
                </a:cubicBezTo>
                <a:cubicBezTo>
                  <a:pt x="64348" y="821"/>
                  <a:pt x="64227" y="790"/>
                  <a:pt x="64105" y="730"/>
                </a:cubicBezTo>
                <a:lnTo>
                  <a:pt x="64014" y="790"/>
                </a:lnTo>
                <a:lnTo>
                  <a:pt x="63923" y="882"/>
                </a:lnTo>
                <a:cubicBezTo>
                  <a:pt x="63910" y="875"/>
                  <a:pt x="63890" y="873"/>
                  <a:pt x="63867" y="873"/>
                </a:cubicBezTo>
                <a:cubicBezTo>
                  <a:pt x="63802" y="873"/>
                  <a:pt x="63709" y="890"/>
                  <a:pt x="63645" y="890"/>
                </a:cubicBezTo>
                <a:cubicBezTo>
                  <a:pt x="63621" y="890"/>
                  <a:pt x="63601" y="888"/>
                  <a:pt x="63589" y="882"/>
                </a:cubicBezTo>
                <a:cubicBezTo>
                  <a:pt x="63561" y="826"/>
                  <a:pt x="63331" y="695"/>
                  <a:pt x="63222" y="695"/>
                </a:cubicBezTo>
                <a:cubicBezTo>
                  <a:pt x="63211" y="695"/>
                  <a:pt x="63202" y="697"/>
                  <a:pt x="63193" y="699"/>
                </a:cubicBezTo>
                <a:cubicBezTo>
                  <a:pt x="63011" y="760"/>
                  <a:pt x="62859" y="790"/>
                  <a:pt x="62677" y="821"/>
                </a:cubicBezTo>
                <a:cubicBezTo>
                  <a:pt x="62555" y="790"/>
                  <a:pt x="62464" y="730"/>
                  <a:pt x="62403" y="639"/>
                </a:cubicBezTo>
                <a:lnTo>
                  <a:pt x="62312" y="578"/>
                </a:lnTo>
                <a:lnTo>
                  <a:pt x="62281" y="547"/>
                </a:lnTo>
                <a:cubicBezTo>
                  <a:pt x="62190" y="547"/>
                  <a:pt x="62160" y="639"/>
                  <a:pt x="62160" y="699"/>
                </a:cubicBezTo>
                <a:cubicBezTo>
                  <a:pt x="62190" y="730"/>
                  <a:pt x="62130" y="790"/>
                  <a:pt x="62038" y="851"/>
                </a:cubicBezTo>
                <a:lnTo>
                  <a:pt x="61917" y="882"/>
                </a:lnTo>
                <a:cubicBezTo>
                  <a:pt x="61826" y="882"/>
                  <a:pt x="61734" y="821"/>
                  <a:pt x="61643" y="790"/>
                </a:cubicBezTo>
                <a:cubicBezTo>
                  <a:pt x="61598" y="775"/>
                  <a:pt x="61544" y="768"/>
                  <a:pt x="61487" y="768"/>
                </a:cubicBezTo>
                <a:cubicBezTo>
                  <a:pt x="61430" y="768"/>
                  <a:pt x="61370" y="775"/>
                  <a:pt x="61309" y="790"/>
                </a:cubicBezTo>
                <a:cubicBezTo>
                  <a:pt x="61235" y="852"/>
                  <a:pt x="61166" y="874"/>
                  <a:pt x="61100" y="874"/>
                </a:cubicBezTo>
                <a:cubicBezTo>
                  <a:pt x="61003" y="874"/>
                  <a:pt x="60913" y="827"/>
                  <a:pt x="60823" y="790"/>
                </a:cubicBezTo>
                <a:cubicBezTo>
                  <a:pt x="60755" y="771"/>
                  <a:pt x="60685" y="761"/>
                  <a:pt x="60614" y="761"/>
                </a:cubicBezTo>
                <a:cubicBezTo>
                  <a:pt x="60462" y="761"/>
                  <a:pt x="60309" y="808"/>
                  <a:pt x="60184" y="912"/>
                </a:cubicBezTo>
                <a:lnTo>
                  <a:pt x="60154" y="942"/>
                </a:lnTo>
                <a:cubicBezTo>
                  <a:pt x="60129" y="951"/>
                  <a:pt x="60105" y="954"/>
                  <a:pt x="60080" y="954"/>
                </a:cubicBezTo>
                <a:cubicBezTo>
                  <a:pt x="60014" y="954"/>
                  <a:pt x="59947" y="926"/>
                  <a:pt x="59880" y="882"/>
                </a:cubicBezTo>
                <a:lnTo>
                  <a:pt x="59850" y="821"/>
                </a:lnTo>
                <a:cubicBezTo>
                  <a:pt x="59814" y="785"/>
                  <a:pt x="59774" y="773"/>
                  <a:pt x="59734" y="773"/>
                </a:cubicBezTo>
                <a:cubicBezTo>
                  <a:pt x="59673" y="773"/>
                  <a:pt x="59613" y="802"/>
                  <a:pt x="59576" y="821"/>
                </a:cubicBezTo>
                <a:cubicBezTo>
                  <a:pt x="59546" y="836"/>
                  <a:pt x="59508" y="836"/>
                  <a:pt x="59474" y="836"/>
                </a:cubicBezTo>
                <a:cubicBezTo>
                  <a:pt x="59440" y="836"/>
                  <a:pt x="59409" y="836"/>
                  <a:pt x="59394" y="851"/>
                </a:cubicBezTo>
                <a:cubicBezTo>
                  <a:pt x="59339" y="895"/>
                  <a:pt x="59296" y="911"/>
                  <a:pt x="59260" y="911"/>
                </a:cubicBezTo>
                <a:cubicBezTo>
                  <a:pt x="59194" y="911"/>
                  <a:pt x="59148" y="860"/>
                  <a:pt x="59090" y="821"/>
                </a:cubicBezTo>
                <a:cubicBezTo>
                  <a:pt x="59029" y="790"/>
                  <a:pt x="58968" y="760"/>
                  <a:pt x="58938" y="730"/>
                </a:cubicBezTo>
                <a:cubicBezTo>
                  <a:pt x="58908" y="730"/>
                  <a:pt x="58847" y="760"/>
                  <a:pt x="58847" y="760"/>
                </a:cubicBezTo>
                <a:lnTo>
                  <a:pt x="58847" y="821"/>
                </a:lnTo>
                <a:cubicBezTo>
                  <a:pt x="58877" y="882"/>
                  <a:pt x="58847" y="882"/>
                  <a:pt x="58786" y="882"/>
                </a:cubicBezTo>
                <a:lnTo>
                  <a:pt x="58725" y="851"/>
                </a:lnTo>
                <a:cubicBezTo>
                  <a:pt x="58543" y="821"/>
                  <a:pt x="58360" y="821"/>
                  <a:pt x="58208" y="821"/>
                </a:cubicBezTo>
                <a:lnTo>
                  <a:pt x="58056" y="821"/>
                </a:lnTo>
                <a:cubicBezTo>
                  <a:pt x="57905" y="790"/>
                  <a:pt x="57753" y="760"/>
                  <a:pt x="57601" y="760"/>
                </a:cubicBezTo>
                <a:cubicBezTo>
                  <a:pt x="57601" y="841"/>
                  <a:pt x="57574" y="895"/>
                  <a:pt x="57510" y="895"/>
                </a:cubicBezTo>
                <a:cubicBezTo>
                  <a:pt x="57479" y="895"/>
                  <a:pt x="57438" y="882"/>
                  <a:pt x="57388" y="851"/>
                </a:cubicBezTo>
                <a:lnTo>
                  <a:pt x="57297" y="821"/>
                </a:lnTo>
                <a:cubicBezTo>
                  <a:pt x="57175" y="821"/>
                  <a:pt x="56780" y="851"/>
                  <a:pt x="56446" y="882"/>
                </a:cubicBezTo>
                <a:lnTo>
                  <a:pt x="56172" y="882"/>
                </a:lnTo>
                <a:cubicBezTo>
                  <a:pt x="56081" y="882"/>
                  <a:pt x="55898" y="821"/>
                  <a:pt x="55898" y="821"/>
                </a:cubicBezTo>
                <a:cubicBezTo>
                  <a:pt x="55845" y="874"/>
                  <a:pt x="55796" y="894"/>
                  <a:pt x="55751" y="894"/>
                </a:cubicBezTo>
                <a:cubicBezTo>
                  <a:pt x="55642" y="894"/>
                  <a:pt x="55550" y="782"/>
                  <a:pt x="55442" y="760"/>
                </a:cubicBezTo>
                <a:cubicBezTo>
                  <a:pt x="55415" y="760"/>
                  <a:pt x="55412" y="634"/>
                  <a:pt x="55344" y="634"/>
                </a:cubicBezTo>
                <a:cubicBezTo>
                  <a:pt x="55337" y="634"/>
                  <a:pt x="55329" y="636"/>
                  <a:pt x="55321" y="639"/>
                </a:cubicBezTo>
                <a:cubicBezTo>
                  <a:pt x="55108" y="699"/>
                  <a:pt x="55351" y="760"/>
                  <a:pt x="55321" y="760"/>
                </a:cubicBezTo>
                <a:lnTo>
                  <a:pt x="55169" y="851"/>
                </a:lnTo>
                <a:cubicBezTo>
                  <a:pt x="55053" y="909"/>
                  <a:pt x="54938" y="930"/>
                  <a:pt x="54869" y="930"/>
                </a:cubicBezTo>
                <a:cubicBezTo>
                  <a:pt x="54829" y="930"/>
                  <a:pt x="54804" y="923"/>
                  <a:pt x="54804" y="912"/>
                </a:cubicBezTo>
                <a:lnTo>
                  <a:pt x="54804" y="851"/>
                </a:lnTo>
                <a:lnTo>
                  <a:pt x="54804" y="821"/>
                </a:lnTo>
                <a:cubicBezTo>
                  <a:pt x="54804" y="798"/>
                  <a:pt x="54791" y="788"/>
                  <a:pt x="54768" y="788"/>
                </a:cubicBezTo>
                <a:cubicBezTo>
                  <a:pt x="54730" y="788"/>
                  <a:pt x="54667" y="814"/>
                  <a:pt x="54591" y="851"/>
                </a:cubicBezTo>
                <a:lnTo>
                  <a:pt x="54379" y="821"/>
                </a:lnTo>
                <a:cubicBezTo>
                  <a:pt x="54333" y="806"/>
                  <a:pt x="54295" y="798"/>
                  <a:pt x="54261" y="798"/>
                </a:cubicBezTo>
                <a:cubicBezTo>
                  <a:pt x="54227" y="798"/>
                  <a:pt x="54196" y="806"/>
                  <a:pt x="54166" y="821"/>
                </a:cubicBezTo>
                <a:lnTo>
                  <a:pt x="54044" y="821"/>
                </a:lnTo>
                <a:cubicBezTo>
                  <a:pt x="53862" y="821"/>
                  <a:pt x="53710" y="790"/>
                  <a:pt x="53558" y="730"/>
                </a:cubicBezTo>
                <a:lnTo>
                  <a:pt x="53436" y="790"/>
                </a:lnTo>
                <a:lnTo>
                  <a:pt x="53406" y="790"/>
                </a:lnTo>
                <a:cubicBezTo>
                  <a:pt x="53376" y="790"/>
                  <a:pt x="53132" y="973"/>
                  <a:pt x="53011" y="973"/>
                </a:cubicBezTo>
                <a:cubicBezTo>
                  <a:pt x="53004" y="975"/>
                  <a:pt x="52997" y="976"/>
                  <a:pt x="52989" y="976"/>
                </a:cubicBezTo>
                <a:cubicBezTo>
                  <a:pt x="52893" y="976"/>
                  <a:pt x="52735" y="814"/>
                  <a:pt x="52707" y="730"/>
                </a:cubicBezTo>
                <a:cubicBezTo>
                  <a:pt x="52697" y="709"/>
                  <a:pt x="52666" y="699"/>
                  <a:pt x="52621" y="699"/>
                </a:cubicBezTo>
                <a:cubicBezTo>
                  <a:pt x="52531" y="699"/>
                  <a:pt x="52383" y="740"/>
                  <a:pt x="52221" y="821"/>
                </a:cubicBezTo>
                <a:lnTo>
                  <a:pt x="52008" y="790"/>
                </a:lnTo>
                <a:cubicBezTo>
                  <a:pt x="51917" y="760"/>
                  <a:pt x="51825" y="730"/>
                  <a:pt x="51734" y="730"/>
                </a:cubicBezTo>
                <a:cubicBezTo>
                  <a:pt x="51673" y="730"/>
                  <a:pt x="51613" y="851"/>
                  <a:pt x="51552" y="851"/>
                </a:cubicBezTo>
                <a:lnTo>
                  <a:pt x="51369" y="851"/>
                </a:lnTo>
                <a:cubicBezTo>
                  <a:pt x="51319" y="901"/>
                  <a:pt x="51260" y="924"/>
                  <a:pt x="51196" y="924"/>
                </a:cubicBezTo>
                <a:cubicBezTo>
                  <a:pt x="51144" y="924"/>
                  <a:pt x="51090" y="909"/>
                  <a:pt x="51035" y="882"/>
                </a:cubicBezTo>
                <a:cubicBezTo>
                  <a:pt x="50944" y="821"/>
                  <a:pt x="50853" y="760"/>
                  <a:pt x="50731" y="760"/>
                </a:cubicBezTo>
                <a:lnTo>
                  <a:pt x="50458" y="760"/>
                </a:lnTo>
                <a:cubicBezTo>
                  <a:pt x="50366" y="760"/>
                  <a:pt x="50275" y="821"/>
                  <a:pt x="50184" y="851"/>
                </a:cubicBezTo>
                <a:lnTo>
                  <a:pt x="50032" y="942"/>
                </a:lnTo>
                <a:cubicBezTo>
                  <a:pt x="49951" y="861"/>
                  <a:pt x="49870" y="821"/>
                  <a:pt x="49825" y="821"/>
                </a:cubicBezTo>
                <a:cubicBezTo>
                  <a:pt x="49802" y="821"/>
                  <a:pt x="49789" y="831"/>
                  <a:pt x="49789" y="851"/>
                </a:cubicBezTo>
                <a:cubicBezTo>
                  <a:pt x="49785" y="856"/>
                  <a:pt x="49776" y="857"/>
                  <a:pt x="49766" y="857"/>
                </a:cubicBezTo>
                <a:cubicBezTo>
                  <a:pt x="49700" y="857"/>
                  <a:pt x="49533" y="790"/>
                  <a:pt x="49455" y="790"/>
                </a:cubicBezTo>
                <a:lnTo>
                  <a:pt x="49151" y="760"/>
                </a:lnTo>
                <a:lnTo>
                  <a:pt x="49151" y="730"/>
                </a:lnTo>
                <a:lnTo>
                  <a:pt x="49090" y="578"/>
                </a:lnTo>
                <a:cubicBezTo>
                  <a:pt x="48968" y="608"/>
                  <a:pt x="48877" y="669"/>
                  <a:pt x="48816" y="730"/>
                </a:cubicBezTo>
                <a:lnTo>
                  <a:pt x="48786" y="760"/>
                </a:lnTo>
                <a:cubicBezTo>
                  <a:pt x="48695" y="790"/>
                  <a:pt x="48603" y="821"/>
                  <a:pt x="48512" y="851"/>
                </a:cubicBezTo>
                <a:lnTo>
                  <a:pt x="48391" y="790"/>
                </a:lnTo>
                <a:lnTo>
                  <a:pt x="48269" y="760"/>
                </a:lnTo>
                <a:cubicBezTo>
                  <a:pt x="48247" y="766"/>
                  <a:pt x="48225" y="768"/>
                  <a:pt x="48205" y="768"/>
                </a:cubicBezTo>
                <a:cubicBezTo>
                  <a:pt x="48114" y="768"/>
                  <a:pt x="48040" y="719"/>
                  <a:pt x="47965" y="669"/>
                </a:cubicBezTo>
                <a:lnTo>
                  <a:pt x="47965" y="669"/>
                </a:lnTo>
                <a:cubicBezTo>
                  <a:pt x="47965" y="760"/>
                  <a:pt x="47965" y="821"/>
                  <a:pt x="47996" y="882"/>
                </a:cubicBezTo>
                <a:lnTo>
                  <a:pt x="47692" y="882"/>
                </a:lnTo>
                <a:cubicBezTo>
                  <a:pt x="47681" y="851"/>
                  <a:pt x="47661" y="838"/>
                  <a:pt x="47635" y="838"/>
                </a:cubicBezTo>
                <a:cubicBezTo>
                  <a:pt x="47583" y="838"/>
                  <a:pt x="47509" y="892"/>
                  <a:pt x="47448" y="973"/>
                </a:cubicBezTo>
                <a:lnTo>
                  <a:pt x="47266" y="882"/>
                </a:lnTo>
                <a:lnTo>
                  <a:pt x="47114" y="790"/>
                </a:lnTo>
                <a:cubicBezTo>
                  <a:pt x="46962" y="821"/>
                  <a:pt x="46810" y="821"/>
                  <a:pt x="46658" y="821"/>
                </a:cubicBezTo>
                <a:lnTo>
                  <a:pt x="46202" y="821"/>
                </a:lnTo>
                <a:cubicBezTo>
                  <a:pt x="46104" y="845"/>
                  <a:pt x="45966" y="890"/>
                  <a:pt x="45884" y="890"/>
                </a:cubicBezTo>
                <a:cubicBezTo>
                  <a:pt x="45865" y="890"/>
                  <a:pt x="45849" y="887"/>
                  <a:pt x="45837" y="882"/>
                </a:cubicBezTo>
                <a:cubicBezTo>
                  <a:pt x="45781" y="844"/>
                  <a:pt x="45736" y="830"/>
                  <a:pt x="45699" y="830"/>
                </a:cubicBezTo>
                <a:cubicBezTo>
                  <a:pt x="45617" y="830"/>
                  <a:pt x="45575" y="901"/>
                  <a:pt x="45533" y="942"/>
                </a:cubicBezTo>
                <a:lnTo>
                  <a:pt x="45412" y="1034"/>
                </a:lnTo>
                <a:cubicBezTo>
                  <a:pt x="45381" y="1125"/>
                  <a:pt x="45351" y="1216"/>
                  <a:pt x="45290" y="1307"/>
                </a:cubicBezTo>
                <a:cubicBezTo>
                  <a:pt x="45260" y="1307"/>
                  <a:pt x="45199" y="1277"/>
                  <a:pt x="45169" y="1246"/>
                </a:cubicBezTo>
                <a:lnTo>
                  <a:pt x="45169" y="1186"/>
                </a:lnTo>
                <a:lnTo>
                  <a:pt x="45169" y="1155"/>
                </a:lnTo>
                <a:cubicBezTo>
                  <a:pt x="45199" y="1125"/>
                  <a:pt x="44956" y="1003"/>
                  <a:pt x="45017" y="942"/>
                </a:cubicBezTo>
                <a:cubicBezTo>
                  <a:pt x="45038" y="921"/>
                  <a:pt x="45037" y="911"/>
                  <a:pt x="45015" y="911"/>
                </a:cubicBezTo>
                <a:cubicBezTo>
                  <a:pt x="44976" y="911"/>
                  <a:pt x="44870" y="944"/>
                  <a:pt x="44713" y="1003"/>
                </a:cubicBezTo>
                <a:lnTo>
                  <a:pt x="44591" y="973"/>
                </a:lnTo>
                <a:cubicBezTo>
                  <a:pt x="44435" y="928"/>
                  <a:pt x="44280" y="900"/>
                  <a:pt x="44124" y="900"/>
                </a:cubicBezTo>
                <a:cubicBezTo>
                  <a:pt x="44067" y="900"/>
                  <a:pt x="44010" y="904"/>
                  <a:pt x="43953" y="912"/>
                </a:cubicBezTo>
                <a:lnTo>
                  <a:pt x="43679" y="912"/>
                </a:lnTo>
                <a:cubicBezTo>
                  <a:pt x="43406" y="942"/>
                  <a:pt x="43041" y="1003"/>
                  <a:pt x="42889" y="1003"/>
                </a:cubicBezTo>
                <a:lnTo>
                  <a:pt x="42798" y="942"/>
                </a:lnTo>
                <a:cubicBezTo>
                  <a:pt x="42751" y="916"/>
                  <a:pt x="42713" y="905"/>
                  <a:pt x="42682" y="905"/>
                </a:cubicBezTo>
                <a:cubicBezTo>
                  <a:pt x="42567" y="905"/>
                  <a:pt x="42528" y="1040"/>
                  <a:pt x="42433" y="1064"/>
                </a:cubicBezTo>
                <a:cubicBezTo>
                  <a:pt x="42403" y="1064"/>
                  <a:pt x="42372" y="1003"/>
                  <a:pt x="42312" y="1003"/>
                </a:cubicBezTo>
                <a:cubicBezTo>
                  <a:pt x="42181" y="977"/>
                  <a:pt x="41983" y="906"/>
                  <a:pt x="41872" y="906"/>
                </a:cubicBezTo>
                <a:cubicBezTo>
                  <a:pt x="41854" y="906"/>
                  <a:pt x="41838" y="908"/>
                  <a:pt x="41825" y="912"/>
                </a:cubicBezTo>
                <a:cubicBezTo>
                  <a:pt x="41769" y="950"/>
                  <a:pt x="41730" y="964"/>
                  <a:pt x="41700" y="964"/>
                </a:cubicBezTo>
                <a:cubicBezTo>
                  <a:pt x="41634" y="964"/>
                  <a:pt x="41615" y="893"/>
                  <a:pt x="41552" y="851"/>
                </a:cubicBezTo>
                <a:lnTo>
                  <a:pt x="41521" y="851"/>
                </a:lnTo>
                <a:cubicBezTo>
                  <a:pt x="41491" y="851"/>
                  <a:pt x="41400" y="912"/>
                  <a:pt x="41369" y="942"/>
                </a:cubicBezTo>
                <a:cubicBezTo>
                  <a:pt x="41231" y="930"/>
                  <a:pt x="41092" y="922"/>
                  <a:pt x="40956" y="922"/>
                </a:cubicBezTo>
                <a:cubicBezTo>
                  <a:pt x="40763" y="922"/>
                  <a:pt x="40575" y="937"/>
                  <a:pt x="40397" y="973"/>
                </a:cubicBezTo>
                <a:cubicBezTo>
                  <a:pt x="40305" y="1003"/>
                  <a:pt x="40207" y="1018"/>
                  <a:pt x="40108" y="1018"/>
                </a:cubicBezTo>
                <a:cubicBezTo>
                  <a:pt x="40009" y="1018"/>
                  <a:pt x="39910" y="1003"/>
                  <a:pt x="39819" y="973"/>
                </a:cubicBezTo>
                <a:cubicBezTo>
                  <a:pt x="39810" y="964"/>
                  <a:pt x="39791" y="960"/>
                  <a:pt x="39767" y="960"/>
                </a:cubicBezTo>
                <a:cubicBezTo>
                  <a:pt x="39710" y="960"/>
                  <a:pt x="39628" y="982"/>
                  <a:pt x="39606" y="1003"/>
                </a:cubicBezTo>
                <a:cubicBezTo>
                  <a:pt x="39602" y="1007"/>
                  <a:pt x="39594" y="1009"/>
                  <a:pt x="39584" y="1009"/>
                </a:cubicBezTo>
                <a:cubicBezTo>
                  <a:pt x="39519" y="1009"/>
                  <a:pt x="39350" y="938"/>
                  <a:pt x="39272" y="912"/>
                </a:cubicBezTo>
                <a:cubicBezTo>
                  <a:pt x="39257" y="897"/>
                  <a:pt x="39217" y="891"/>
                  <a:pt x="39163" y="891"/>
                </a:cubicBezTo>
                <a:cubicBezTo>
                  <a:pt x="39002" y="891"/>
                  <a:pt x="38717" y="942"/>
                  <a:pt x="38603" y="942"/>
                </a:cubicBezTo>
                <a:lnTo>
                  <a:pt x="38269" y="942"/>
                </a:lnTo>
                <a:cubicBezTo>
                  <a:pt x="38212" y="977"/>
                  <a:pt x="38168" y="994"/>
                  <a:pt x="38135" y="994"/>
                </a:cubicBezTo>
                <a:cubicBezTo>
                  <a:pt x="38080" y="994"/>
                  <a:pt x="38056" y="946"/>
                  <a:pt x="38056" y="851"/>
                </a:cubicBezTo>
                <a:cubicBezTo>
                  <a:pt x="37904" y="882"/>
                  <a:pt x="37783" y="912"/>
                  <a:pt x="37661" y="973"/>
                </a:cubicBezTo>
                <a:lnTo>
                  <a:pt x="37509" y="973"/>
                </a:lnTo>
                <a:cubicBezTo>
                  <a:pt x="37357" y="973"/>
                  <a:pt x="37235" y="1034"/>
                  <a:pt x="37114" y="1125"/>
                </a:cubicBezTo>
                <a:cubicBezTo>
                  <a:pt x="37083" y="1094"/>
                  <a:pt x="37053" y="1064"/>
                  <a:pt x="37053" y="1034"/>
                </a:cubicBezTo>
                <a:cubicBezTo>
                  <a:pt x="37047" y="1028"/>
                  <a:pt x="37038" y="1025"/>
                  <a:pt x="37027" y="1025"/>
                </a:cubicBezTo>
                <a:cubicBezTo>
                  <a:pt x="36980" y="1025"/>
                  <a:pt x="36895" y="1070"/>
                  <a:pt x="36871" y="1094"/>
                </a:cubicBezTo>
                <a:cubicBezTo>
                  <a:pt x="36795" y="1110"/>
                  <a:pt x="36719" y="1117"/>
                  <a:pt x="36647" y="1117"/>
                </a:cubicBezTo>
                <a:cubicBezTo>
                  <a:pt x="36574" y="1117"/>
                  <a:pt x="36506" y="1110"/>
                  <a:pt x="36445" y="1094"/>
                </a:cubicBezTo>
                <a:cubicBezTo>
                  <a:pt x="36263" y="1003"/>
                  <a:pt x="36080" y="912"/>
                  <a:pt x="35898" y="882"/>
                </a:cubicBezTo>
                <a:cubicBezTo>
                  <a:pt x="35807" y="882"/>
                  <a:pt x="35716" y="912"/>
                  <a:pt x="35655" y="942"/>
                </a:cubicBezTo>
                <a:lnTo>
                  <a:pt x="35472" y="1094"/>
                </a:lnTo>
                <a:cubicBezTo>
                  <a:pt x="35442" y="1125"/>
                  <a:pt x="35412" y="1155"/>
                  <a:pt x="35381" y="1155"/>
                </a:cubicBezTo>
                <a:cubicBezTo>
                  <a:pt x="35303" y="1155"/>
                  <a:pt x="35225" y="1088"/>
                  <a:pt x="35147" y="1088"/>
                </a:cubicBezTo>
                <a:cubicBezTo>
                  <a:pt x="35134" y="1088"/>
                  <a:pt x="35121" y="1090"/>
                  <a:pt x="35108" y="1094"/>
                </a:cubicBezTo>
                <a:lnTo>
                  <a:pt x="35017" y="1125"/>
                </a:lnTo>
                <a:lnTo>
                  <a:pt x="34530" y="1125"/>
                </a:lnTo>
                <a:cubicBezTo>
                  <a:pt x="34469" y="1110"/>
                  <a:pt x="34409" y="1102"/>
                  <a:pt x="34348" y="1102"/>
                </a:cubicBezTo>
                <a:cubicBezTo>
                  <a:pt x="34287" y="1102"/>
                  <a:pt x="34226" y="1110"/>
                  <a:pt x="34165" y="1125"/>
                </a:cubicBezTo>
                <a:lnTo>
                  <a:pt x="34044" y="1094"/>
                </a:lnTo>
                <a:lnTo>
                  <a:pt x="33953" y="1064"/>
                </a:lnTo>
                <a:cubicBezTo>
                  <a:pt x="33770" y="1064"/>
                  <a:pt x="33588" y="1094"/>
                  <a:pt x="33406" y="1125"/>
                </a:cubicBezTo>
                <a:lnTo>
                  <a:pt x="33284" y="1125"/>
                </a:lnTo>
                <a:cubicBezTo>
                  <a:pt x="33260" y="1131"/>
                  <a:pt x="33235" y="1133"/>
                  <a:pt x="33211" y="1133"/>
                </a:cubicBezTo>
                <a:cubicBezTo>
                  <a:pt x="33114" y="1133"/>
                  <a:pt x="33017" y="1094"/>
                  <a:pt x="32919" y="1094"/>
                </a:cubicBezTo>
                <a:cubicBezTo>
                  <a:pt x="32798" y="1094"/>
                  <a:pt x="32676" y="1125"/>
                  <a:pt x="32524" y="1125"/>
                </a:cubicBezTo>
                <a:lnTo>
                  <a:pt x="32311" y="1125"/>
                </a:lnTo>
                <a:cubicBezTo>
                  <a:pt x="32197" y="1163"/>
                  <a:pt x="32088" y="1180"/>
                  <a:pt x="31979" y="1180"/>
                </a:cubicBezTo>
                <a:cubicBezTo>
                  <a:pt x="31829" y="1180"/>
                  <a:pt x="31680" y="1147"/>
                  <a:pt x="31521" y="1094"/>
                </a:cubicBezTo>
                <a:cubicBezTo>
                  <a:pt x="31488" y="1078"/>
                  <a:pt x="31458" y="1071"/>
                  <a:pt x="31430" y="1071"/>
                </a:cubicBezTo>
                <a:cubicBezTo>
                  <a:pt x="31355" y="1071"/>
                  <a:pt x="31300" y="1127"/>
                  <a:pt x="31278" y="1216"/>
                </a:cubicBezTo>
                <a:lnTo>
                  <a:pt x="31156" y="1125"/>
                </a:lnTo>
                <a:cubicBezTo>
                  <a:pt x="31105" y="1099"/>
                  <a:pt x="31064" y="1090"/>
                  <a:pt x="31030" y="1090"/>
                </a:cubicBezTo>
                <a:cubicBezTo>
                  <a:pt x="30983" y="1090"/>
                  <a:pt x="30948" y="1107"/>
                  <a:pt x="30913" y="1125"/>
                </a:cubicBezTo>
                <a:cubicBezTo>
                  <a:pt x="30883" y="1155"/>
                  <a:pt x="30860" y="1170"/>
                  <a:pt x="30833" y="1170"/>
                </a:cubicBezTo>
                <a:cubicBezTo>
                  <a:pt x="30807" y="1170"/>
                  <a:pt x="30776" y="1155"/>
                  <a:pt x="30731" y="1125"/>
                </a:cubicBezTo>
                <a:cubicBezTo>
                  <a:pt x="30704" y="1116"/>
                  <a:pt x="30677" y="1112"/>
                  <a:pt x="30651" y="1112"/>
                </a:cubicBezTo>
                <a:cubicBezTo>
                  <a:pt x="30586" y="1112"/>
                  <a:pt x="30522" y="1134"/>
                  <a:pt x="30457" y="1155"/>
                </a:cubicBezTo>
                <a:lnTo>
                  <a:pt x="30214" y="1307"/>
                </a:lnTo>
                <a:cubicBezTo>
                  <a:pt x="30214" y="1189"/>
                  <a:pt x="30141" y="1145"/>
                  <a:pt x="30080" y="1145"/>
                </a:cubicBezTo>
                <a:cubicBezTo>
                  <a:pt x="30062" y="1145"/>
                  <a:pt x="30045" y="1148"/>
                  <a:pt x="30032" y="1155"/>
                </a:cubicBezTo>
                <a:cubicBezTo>
                  <a:pt x="29971" y="1216"/>
                  <a:pt x="29849" y="1216"/>
                  <a:pt x="29758" y="1216"/>
                </a:cubicBezTo>
                <a:lnTo>
                  <a:pt x="29667" y="1216"/>
                </a:lnTo>
                <a:cubicBezTo>
                  <a:pt x="29637" y="1277"/>
                  <a:pt x="29606" y="1338"/>
                  <a:pt x="29606" y="1398"/>
                </a:cubicBezTo>
                <a:lnTo>
                  <a:pt x="29515" y="1368"/>
                </a:lnTo>
                <a:cubicBezTo>
                  <a:pt x="29363" y="1307"/>
                  <a:pt x="29606" y="1246"/>
                  <a:pt x="29545" y="1186"/>
                </a:cubicBezTo>
                <a:lnTo>
                  <a:pt x="29545" y="1155"/>
                </a:lnTo>
                <a:cubicBezTo>
                  <a:pt x="29515" y="1155"/>
                  <a:pt x="29424" y="1186"/>
                  <a:pt x="29363" y="1246"/>
                </a:cubicBezTo>
                <a:lnTo>
                  <a:pt x="29272" y="1277"/>
                </a:lnTo>
                <a:lnTo>
                  <a:pt x="29241" y="1277"/>
                </a:lnTo>
                <a:cubicBezTo>
                  <a:pt x="29211" y="1246"/>
                  <a:pt x="29181" y="1186"/>
                  <a:pt x="29241" y="1155"/>
                </a:cubicBezTo>
                <a:cubicBezTo>
                  <a:pt x="29272" y="1125"/>
                  <a:pt x="29120" y="1125"/>
                  <a:pt x="29059" y="1125"/>
                </a:cubicBezTo>
                <a:cubicBezTo>
                  <a:pt x="28998" y="1125"/>
                  <a:pt x="28816" y="1155"/>
                  <a:pt x="28603" y="1216"/>
                </a:cubicBezTo>
                <a:lnTo>
                  <a:pt x="28299" y="1216"/>
                </a:lnTo>
                <a:cubicBezTo>
                  <a:pt x="28169" y="1216"/>
                  <a:pt x="28016" y="1283"/>
                  <a:pt x="27899" y="1283"/>
                </a:cubicBezTo>
                <a:cubicBezTo>
                  <a:pt x="27879" y="1283"/>
                  <a:pt x="27861" y="1281"/>
                  <a:pt x="27843" y="1277"/>
                </a:cubicBezTo>
                <a:cubicBezTo>
                  <a:pt x="27767" y="1231"/>
                  <a:pt x="27684" y="1208"/>
                  <a:pt x="27600" y="1208"/>
                </a:cubicBezTo>
                <a:cubicBezTo>
                  <a:pt x="27516" y="1208"/>
                  <a:pt x="27433" y="1231"/>
                  <a:pt x="27357" y="1277"/>
                </a:cubicBezTo>
                <a:cubicBezTo>
                  <a:pt x="27281" y="1292"/>
                  <a:pt x="27205" y="1300"/>
                  <a:pt x="27129" y="1300"/>
                </a:cubicBezTo>
                <a:cubicBezTo>
                  <a:pt x="27053" y="1300"/>
                  <a:pt x="26977" y="1292"/>
                  <a:pt x="26901" y="1277"/>
                </a:cubicBezTo>
                <a:lnTo>
                  <a:pt x="26779" y="1186"/>
                </a:lnTo>
                <a:cubicBezTo>
                  <a:pt x="26597" y="1216"/>
                  <a:pt x="26475" y="1246"/>
                  <a:pt x="26323" y="1338"/>
                </a:cubicBezTo>
                <a:lnTo>
                  <a:pt x="26232" y="1338"/>
                </a:lnTo>
                <a:lnTo>
                  <a:pt x="26111" y="1368"/>
                </a:lnTo>
                <a:cubicBezTo>
                  <a:pt x="26070" y="1360"/>
                  <a:pt x="26027" y="1356"/>
                  <a:pt x="25983" y="1356"/>
                </a:cubicBezTo>
                <a:cubicBezTo>
                  <a:pt x="25863" y="1356"/>
                  <a:pt x="25736" y="1384"/>
                  <a:pt x="25624" y="1429"/>
                </a:cubicBezTo>
                <a:lnTo>
                  <a:pt x="25412" y="1368"/>
                </a:lnTo>
                <a:cubicBezTo>
                  <a:pt x="25323" y="1361"/>
                  <a:pt x="25234" y="1357"/>
                  <a:pt x="25145" y="1357"/>
                </a:cubicBezTo>
                <a:cubicBezTo>
                  <a:pt x="24840" y="1357"/>
                  <a:pt x="24539" y="1402"/>
                  <a:pt x="24256" y="1520"/>
                </a:cubicBezTo>
                <a:lnTo>
                  <a:pt x="23649" y="1520"/>
                </a:lnTo>
                <a:lnTo>
                  <a:pt x="23527" y="1368"/>
                </a:lnTo>
                <a:cubicBezTo>
                  <a:pt x="23466" y="1368"/>
                  <a:pt x="23436" y="1368"/>
                  <a:pt x="23375" y="1398"/>
                </a:cubicBezTo>
                <a:lnTo>
                  <a:pt x="23284" y="1459"/>
                </a:lnTo>
                <a:cubicBezTo>
                  <a:pt x="23257" y="1464"/>
                  <a:pt x="23226" y="1465"/>
                  <a:pt x="23193" y="1465"/>
                </a:cubicBezTo>
                <a:cubicBezTo>
                  <a:pt x="23034" y="1465"/>
                  <a:pt x="22819" y="1422"/>
                  <a:pt x="22721" y="1422"/>
                </a:cubicBezTo>
                <a:cubicBezTo>
                  <a:pt x="22700" y="1422"/>
                  <a:pt x="22685" y="1424"/>
                  <a:pt x="22676" y="1429"/>
                </a:cubicBezTo>
                <a:cubicBezTo>
                  <a:pt x="22554" y="1520"/>
                  <a:pt x="22433" y="1550"/>
                  <a:pt x="22281" y="1550"/>
                </a:cubicBezTo>
                <a:cubicBezTo>
                  <a:pt x="22220" y="1550"/>
                  <a:pt x="22159" y="1550"/>
                  <a:pt x="22098" y="1581"/>
                </a:cubicBezTo>
                <a:cubicBezTo>
                  <a:pt x="22038" y="1611"/>
                  <a:pt x="22007" y="1672"/>
                  <a:pt x="21946" y="1702"/>
                </a:cubicBezTo>
                <a:lnTo>
                  <a:pt x="21855" y="1672"/>
                </a:lnTo>
                <a:cubicBezTo>
                  <a:pt x="21794" y="1642"/>
                  <a:pt x="21673" y="1611"/>
                  <a:pt x="21642" y="1611"/>
                </a:cubicBezTo>
                <a:lnTo>
                  <a:pt x="21490" y="1763"/>
                </a:lnTo>
                <a:cubicBezTo>
                  <a:pt x="21444" y="1740"/>
                  <a:pt x="21401" y="1730"/>
                  <a:pt x="21364" y="1730"/>
                </a:cubicBezTo>
                <a:cubicBezTo>
                  <a:pt x="21256" y="1730"/>
                  <a:pt x="21194" y="1809"/>
                  <a:pt x="21217" y="1854"/>
                </a:cubicBezTo>
                <a:cubicBezTo>
                  <a:pt x="21217" y="1915"/>
                  <a:pt x="21338" y="2037"/>
                  <a:pt x="21490" y="2128"/>
                </a:cubicBezTo>
                <a:lnTo>
                  <a:pt x="21399" y="2249"/>
                </a:lnTo>
                <a:lnTo>
                  <a:pt x="21278" y="2371"/>
                </a:lnTo>
                <a:cubicBezTo>
                  <a:pt x="21187" y="2310"/>
                  <a:pt x="21065" y="2249"/>
                  <a:pt x="20943" y="2189"/>
                </a:cubicBezTo>
                <a:lnTo>
                  <a:pt x="20883" y="2189"/>
                </a:lnTo>
                <a:cubicBezTo>
                  <a:pt x="20700" y="2219"/>
                  <a:pt x="20518" y="2249"/>
                  <a:pt x="20335" y="2249"/>
                </a:cubicBezTo>
                <a:cubicBezTo>
                  <a:pt x="20183" y="2249"/>
                  <a:pt x="20183" y="2037"/>
                  <a:pt x="20214" y="1976"/>
                </a:cubicBezTo>
                <a:cubicBezTo>
                  <a:pt x="20275" y="1915"/>
                  <a:pt x="20275" y="1854"/>
                  <a:pt x="20275" y="1854"/>
                </a:cubicBezTo>
                <a:lnTo>
                  <a:pt x="20275" y="1854"/>
                </a:lnTo>
                <a:cubicBezTo>
                  <a:pt x="20163" y="1877"/>
                  <a:pt x="20067" y="1948"/>
                  <a:pt x="19989" y="1948"/>
                </a:cubicBezTo>
                <a:cubicBezTo>
                  <a:pt x="19960" y="1948"/>
                  <a:pt x="19934" y="1939"/>
                  <a:pt x="19910" y="1915"/>
                </a:cubicBezTo>
                <a:cubicBezTo>
                  <a:pt x="19819" y="1854"/>
                  <a:pt x="19576" y="1915"/>
                  <a:pt x="19576" y="1733"/>
                </a:cubicBezTo>
                <a:cubicBezTo>
                  <a:pt x="19576" y="1702"/>
                  <a:pt x="19515" y="1702"/>
                  <a:pt x="19515" y="1702"/>
                </a:cubicBezTo>
                <a:cubicBezTo>
                  <a:pt x="19416" y="1764"/>
                  <a:pt x="19307" y="1781"/>
                  <a:pt x="19195" y="1781"/>
                </a:cubicBezTo>
                <a:cubicBezTo>
                  <a:pt x="19063" y="1781"/>
                  <a:pt x="18926" y="1758"/>
                  <a:pt x="18794" y="1758"/>
                </a:cubicBezTo>
                <a:cubicBezTo>
                  <a:pt x="18760" y="1758"/>
                  <a:pt x="18727" y="1759"/>
                  <a:pt x="18694" y="1763"/>
                </a:cubicBezTo>
                <a:cubicBezTo>
                  <a:pt x="18481" y="1794"/>
                  <a:pt x="18299" y="1824"/>
                  <a:pt x="18117" y="1854"/>
                </a:cubicBezTo>
                <a:lnTo>
                  <a:pt x="18025" y="1885"/>
                </a:lnTo>
                <a:cubicBezTo>
                  <a:pt x="17965" y="1930"/>
                  <a:pt x="17896" y="1953"/>
                  <a:pt x="17828" y="1953"/>
                </a:cubicBezTo>
                <a:cubicBezTo>
                  <a:pt x="17759" y="1953"/>
                  <a:pt x="17691" y="1930"/>
                  <a:pt x="17630" y="1885"/>
                </a:cubicBezTo>
                <a:cubicBezTo>
                  <a:pt x="17628" y="1882"/>
                  <a:pt x="17625" y="1881"/>
                  <a:pt x="17621" y="1881"/>
                </a:cubicBezTo>
                <a:cubicBezTo>
                  <a:pt x="17573" y="1881"/>
                  <a:pt x="17415" y="2044"/>
                  <a:pt x="17387" y="2128"/>
                </a:cubicBezTo>
                <a:cubicBezTo>
                  <a:pt x="17378" y="2156"/>
                  <a:pt x="17369" y="2166"/>
                  <a:pt x="17359" y="2166"/>
                </a:cubicBezTo>
                <a:cubicBezTo>
                  <a:pt x="17338" y="2166"/>
                  <a:pt x="17317" y="2109"/>
                  <a:pt x="17296" y="2067"/>
                </a:cubicBezTo>
                <a:cubicBezTo>
                  <a:pt x="17296" y="2031"/>
                  <a:pt x="17277" y="2019"/>
                  <a:pt x="17251" y="2019"/>
                </a:cubicBezTo>
                <a:cubicBezTo>
                  <a:pt x="17210" y="2019"/>
                  <a:pt x="17150" y="2049"/>
                  <a:pt x="17113" y="2067"/>
                </a:cubicBezTo>
                <a:cubicBezTo>
                  <a:pt x="17109" y="2071"/>
                  <a:pt x="17105" y="2073"/>
                  <a:pt x="17100" y="2073"/>
                </a:cubicBezTo>
                <a:cubicBezTo>
                  <a:pt x="17067" y="2073"/>
                  <a:pt x="17014" y="1994"/>
                  <a:pt x="16962" y="1915"/>
                </a:cubicBezTo>
                <a:lnTo>
                  <a:pt x="16779" y="1946"/>
                </a:lnTo>
                <a:cubicBezTo>
                  <a:pt x="16675" y="1972"/>
                  <a:pt x="16570" y="2043"/>
                  <a:pt x="16504" y="2043"/>
                </a:cubicBezTo>
                <a:cubicBezTo>
                  <a:pt x="16493" y="2043"/>
                  <a:pt x="16484" y="2041"/>
                  <a:pt x="16475" y="2037"/>
                </a:cubicBezTo>
                <a:cubicBezTo>
                  <a:pt x="16427" y="2001"/>
                  <a:pt x="16384" y="1989"/>
                  <a:pt x="16346" y="1989"/>
                </a:cubicBezTo>
                <a:cubicBezTo>
                  <a:pt x="16287" y="1989"/>
                  <a:pt x="16239" y="2018"/>
                  <a:pt x="16202" y="2037"/>
                </a:cubicBezTo>
                <a:cubicBezTo>
                  <a:pt x="16126" y="2052"/>
                  <a:pt x="16050" y="2059"/>
                  <a:pt x="15974" y="2059"/>
                </a:cubicBezTo>
                <a:cubicBezTo>
                  <a:pt x="15898" y="2059"/>
                  <a:pt x="15822" y="2052"/>
                  <a:pt x="15746" y="2037"/>
                </a:cubicBezTo>
                <a:cubicBezTo>
                  <a:pt x="15719" y="2028"/>
                  <a:pt x="15684" y="2024"/>
                  <a:pt x="15649" y="2024"/>
                </a:cubicBezTo>
                <a:cubicBezTo>
                  <a:pt x="15563" y="2024"/>
                  <a:pt x="15472" y="2046"/>
                  <a:pt x="15472" y="2067"/>
                </a:cubicBezTo>
                <a:cubicBezTo>
                  <a:pt x="15445" y="2161"/>
                  <a:pt x="15394" y="2190"/>
                  <a:pt x="15338" y="2190"/>
                </a:cubicBezTo>
                <a:cubicBezTo>
                  <a:pt x="15268" y="2190"/>
                  <a:pt x="15189" y="2145"/>
                  <a:pt x="15138" y="2128"/>
                </a:cubicBezTo>
                <a:cubicBezTo>
                  <a:pt x="15097" y="2101"/>
                  <a:pt x="15062" y="2086"/>
                  <a:pt x="15033" y="2086"/>
                </a:cubicBezTo>
                <a:cubicBezTo>
                  <a:pt x="14998" y="2086"/>
                  <a:pt x="14972" y="2108"/>
                  <a:pt x="14955" y="2158"/>
                </a:cubicBezTo>
                <a:cubicBezTo>
                  <a:pt x="14925" y="2234"/>
                  <a:pt x="14895" y="2265"/>
                  <a:pt x="14857" y="2265"/>
                </a:cubicBezTo>
                <a:cubicBezTo>
                  <a:pt x="14819" y="2265"/>
                  <a:pt x="14773" y="2234"/>
                  <a:pt x="14712" y="2189"/>
                </a:cubicBezTo>
                <a:cubicBezTo>
                  <a:pt x="14690" y="2166"/>
                  <a:pt x="14667" y="2095"/>
                  <a:pt x="14609" y="2095"/>
                </a:cubicBezTo>
                <a:cubicBezTo>
                  <a:pt x="14588" y="2095"/>
                  <a:pt x="14562" y="2104"/>
                  <a:pt x="14530" y="2128"/>
                </a:cubicBezTo>
                <a:lnTo>
                  <a:pt x="14469" y="2189"/>
                </a:lnTo>
                <a:cubicBezTo>
                  <a:pt x="14378" y="2249"/>
                  <a:pt x="14226" y="2493"/>
                  <a:pt x="14135" y="2493"/>
                </a:cubicBezTo>
                <a:cubicBezTo>
                  <a:pt x="14013" y="2462"/>
                  <a:pt x="13952" y="2401"/>
                  <a:pt x="13892" y="2310"/>
                </a:cubicBezTo>
                <a:cubicBezTo>
                  <a:pt x="13892" y="2295"/>
                  <a:pt x="13831" y="2287"/>
                  <a:pt x="13732" y="2287"/>
                </a:cubicBezTo>
                <a:cubicBezTo>
                  <a:pt x="13633" y="2287"/>
                  <a:pt x="13496" y="2295"/>
                  <a:pt x="13344" y="2310"/>
                </a:cubicBezTo>
                <a:lnTo>
                  <a:pt x="13101" y="2371"/>
                </a:lnTo>
                <a:lnTo>
                  <a:pt x="13040" y="2371"/>
                </a:lnTo>
                <a:cubicBezTo>
                  <a:pt x="13010" y="2401"/>
                  <a:pt x="12949" y="2493"/>
                  <a:pt x="12888" y="2553"/>
                </a:cubicBezTo>
                <a:lnTo>
                  <a:pt x="12797" y="2462"/>
                </a:lnTo>
                <a:cubicBezTo>
                  <a:pt x="12737" y="2401"/>
                  <a:pt x="12676" y="2379"/>
                  <a:pt x="12607" y="2379"/>
                </a:cubicBezTo>
                <a:cubicBezTo>
                  <a:pt x="12539" y="2379"/>
                  <a:pt x="12463" y="2401"/>
                  <a:pt x="12372" y="2432"/>
                </a:cubicBezTo>
                <a:cubicBezTo>
                  <a:pt x="12159" y="2462"/>
                  <a:pt x="11916" y="2493"/>
                  <a:pt x="11673" y="2523"/>
                </a:cubicBezTo>
                <a:lnTo>
                  <a:pt x="11581" y="2523"/>
                </a:lnTo>
                <a:cubicBezTo>
                  <a:pt x="11551" y="2569"/>
                  <a:pt x="11483" y="2584"/>
                  <a:pt x="11414" y="2584"/>
                </a:cubicBezTo>
                <a:cubicBezTo>
                  <a:pt x="11346" y="2584"/>
                  <a:pt x="11278" y="2569"/>
                  <a:pt x="11247" y="2553"/>
                </a:cubicBezTo>
                <a:cubicBezTo>
                  <a:pt x="11243" y="2545"/>
                  <a:pt x="11238" y="2541"/>
                  <a:pt x="11231" y="2541"/>
                </a:cubicBezTo>
                <a:cubicBezTo>
                  <a:pt x="11193" y="2541"/>
                  <a:pt x="11126" y="2688"/>
                  <a:pt x="11126" y="2766"/>
                </a:cubicBezTo>
                <a:cubicBezTo>
                  <a:pt x="11156" y="2857"/>
                  <a:pt x="11156" y="2979"/>
                  <a:pt x="11156" y="3101"/>
                </a:cubicBezTo>
                <a:cubicBezTo>
                  <a:pt x="11147" y="3119"/>
                  <a:pt x="11131" y="3127"/>
                  <a:pt x="11115" y="3127"/>
                </a:cubicBezTo>
                <a:cubicBezTo>
                  <a:pt x="11078" y="3127"/>
                  <a:pt x="11034" y="3091"/>
                  <a:pt x="11034" y="3070"/>
                </a:cubicBezTo>
                <a:cubicBezTo>
                  <a:pt x="11029" y="3065"/>
                  <a:pt x="11018" y="3062"/>
                  <a:pt x="11004" y="3062"/>
                </a:cubicBezTo>
                <a:cubicBezTo>
                  <a:pt x="10941" y="3062"/>
                  <a:pt x="10810" y="3112"/>
                  <a:pt x="10761" y="3161"/>
                </a:cubicBezTo>
                <a:cubicBezTo>
                  <a:pt x="10754" y="3164"/>
                  <a:pt x="10747" y="3165"/>
                  <a:pt x="10741" y="3165"/>
                </a:cubicBezTo>
                <a:cubicBezTo>
                  <a:pt x="10661" y="3165"/>
                  <a:pt x="10609" y="3005"/>
                  <a:pt x="10609" y="2949"/>
                </a:cubicBezTo>
                <a:cubicBezTo>
                  <a:pt x="10609" y="2888"/>
                  <a:pt x="10578" y="2827"/>
                  <a:pt x="10548" y="2827"/>
                </a:cubicBezTo>
                <a:cubicBezTo>
                  <a:pt x="10457" y="2797"/>
                  <a:pt x="10335" y="2766"/>
                  <a:pt x="10244" y="2766"/>
                </a:cubicBezTo>
                <a:lnTo>
                  <a:pt x="10122" y="2766"/>
                </a:lnTo>
                <a:cubicBezTo>
                  <a:pt x="10031" y="2766"/>
                  <a:pt x="9940" y="2797"/>
                  <a:pt x="9849" y="2827"/>
                </a:cubicBezTo>
                <a:cubicBezTo>
                  <a:pt x="9849" y="2857"/>
                  <a:pt x="9697" y="3131"/>
                  <a:pt x="9545" y="3131"/>
                </a:cubicBezTo>
                <a:cubicBezTo>
                  <a:pt x="9423" y="3131"/>
                  <a:pt x="9454" y="3009"/>
                  <a:pt x="9515" y="2979"/>
                </a:cubicBezTo>
                <a:cubicBezTo>
                  <a:pt x="9558" y="2957"/>
                  <a:pt x="9509" y="2936"/>
                  <a:pt x="9413" y="2936"/>
                </a:cubicBezTo>
                <a:cubicBezTo>
                  <a:pt x="9373" y="2936"/>
                  <a:pt x="9325" y="2940"/>
                  <a:pt x="9271" y="2949"/>
                </a:cubicBezTo>
                <a:lnTo>
                  <a:pt x="9089" y="2888"/>
                </a:lnTo>
                <a:lnTo>
                  <a:pt x="8907" y="2827"/>
                </a:lnTo>
                <a:cubicBezTo>
                  <a:pt x="8755" y="2949"/>
                  <a:pt x="8572" y="3009"/>
                  <a:pt x="8390" y="3009"/>
                </a:cubicBezTo>
                <a:lnTo>
                  <a:pt x="8299" y="2979"/>
                </a:lnTo>
                <a:lnTo>
                  <a:pt x="8238" y="2979"/>
                </a:lnTo>
                <a:cubicBezTo>
                  <a:pt x="8208" y="2979"/>
                  <a:pt x="8177" y="3009"/>
                  <a:pt x="8177" y="3070"/>
                </a:cubicBezTo>
                <a:cubicBezTo>
                  <a:pt x="8268" y="3101"/>
                  <a:pt x="8329" y="3161"/>
                  <a:pt x="8420" y="3192"/>
                </a:cubicBezTo>
                <a:lnTo>
                  <a:pt x="8512" y="3222"/>
                </a:lnTo>
                <a:cubicBezTo>
                  <a:pt x="8529" y="3213"/>
                  <a:pt x="8547" y="3210"/>
                  <a:pt x="8565" y="3210"/>
                </a:cubicBezTo>
                <a:cubicBezTo>
                  <a:pt x="8608" y="3210"/>
                  <a:pt x="8651" y="3231"/>
                  <a:pt x="8694" y="3253"/>
                </a:cubicBezTo>
                <a:cubicBezTo>
                  <a:pt x="8572" y="3313"/>
                  <a:pt x="8451" y="3374"/>
                  <a:pt x="8299" y="3404"/>
                </a:cubicBezTo>
                <a:cubicBezTo>
                  <a:pt x="8208" y="3465"/>
                  <a:pt x="8177" y="3526"/>
                  <a:pt x="8177" y="3556"/>
                </a:cubicBezTo>
                <a:cubicBezTo>
                  <a:pt x="8268" y="3617"/>
                  <a:pt x="8360" y="3678"/>
                  <a:pt x="8451" y="3708"/>
                </a:cubicBezTo>
                <a:cubicBezTo>
                  <a:pt x="8484" y="3731"/>
                  <a:pt x="8517" y="3749"/>
                  <a:pt x="8549" y="3766"/>
                </a:cubicBezTo>
                <a:lnTo>
                  <a:pt x="8549" y="3766"/>
                </a:lnTo>
                <a:cubicBezTo>
                  <a:pt x="8491" y="3788"/>
                  <a:pt x="8425" y="3800"/>
                  <a:pt x="8360" y="3800"/>
                </a:cubicBezTo>
                <a:lnTo>
                  <a:pt x="8360" y="3860"/>
                </a:lnTo>
                <a:lnTo>
                  <a:pt x="8360" y="3921"/>
                </a:lnTo>
                <a:cubicBezTo>
                  <a:pt x="8390" y="3952"/>
                  <a:pt x="8238" y="4012"/>
                  <a:pt x="8177" y="4012"/>
                </a:cubicBezTo>
                <a:cubicBezTo>
                  <a:pt x="8116" y="4012"/>
                  <a:pt x="8056" y="3982"/>
                  <a:pt x="8056" y="3982"/>
                </a:cubicBezTo>
                <a:lnTo>
                  <a:pt x="8177" y="3708"/>
                </a:lnTo>
                <a:cubicBezTo>
                  <a:pt x="8208" y="3648"/>
                  <a:pt x="8147" y="3587"/>
                  <a:pt x="8025" y="3556"/>
                </a:cubicBezTo>
                <a:lnTo>
                  <a:pt x="8025" y="3678"/>
                </a:lnTo>
                <a:cubicBezTo>
                  <a:pt x="8025" y="3708"/>
                  <a:pt x="8056" y="3769"/>
                  <a:pt x="8025" y="3800"/>
                </a:cubicBezTo>
                <a:lnTo>
                  <a:pt x="7995" y="3830"/>
                </a:lnTo>
                <a:cubicBezTo>
                  <a:pt x="7904" y="3830"/>
                  <a:pt x="7873" y="3830"/>
                  <a:pt x="7873" y="3800"/>
                </a:cubicBezTo>
                <a:lnTo>
                  <a:pt x="7873" y="3739"/>
                </a:lnTo>
                <a:cubicBezTo>
                  <a:pt x="7843" y="3678"/>
                  <a:pt x="7782" y="3617"/>
                  <a:pt x="7721" y="3556"/>
                </a:cubicBezTo>
                <a:lnTo>
                  <a:pt x="7630" y="3496"/>
                </a:lnTo>
                <a:lnTo>
                  <a:pt x="7569" y="3465"/>
                </a:lnTo>
                <a:cubicBezTo>
                  <a:pt x="7563" y="3463"/>
                  <a:pt x="7558" y="3462"/>
                  <a:pt x="7553" y="3462"/>
                </a:cubicBezTo>
                <a:cubicBezTo>
                  <a:pt x="7482" y="3462"/>
                  <a:pt x="7510" y="3652"/>
                  <a:pt x="7539" y="3708"/>
                </a:cubicBezTo>
                <a:cubicBezTo>
                  <a:pt x="7600" y="3769"/>
                  <a:pt x="7478" y="3860"/>
                  <a:pt x="7417" y="3891"/>
                </a:cubicBezTo>
                <a:cubicBezTo>
                  <a:pt x="7356" y="3921"/>
                  <a:pt x="7630" y="3952"/>
                  <a:pt x="7691" y="3952"/>
                </a:cubicBezTo>
                <a:cubicBezTo>
                  <a:pt x="7782" y="3952"/>
                  <a:pt x="7782" y="4012"/>
                  <a:pt x="7752" y="4043"/>
                </a:cubicBezTo>
                <a:lnTo>
                  <a:pt x="7691" y="4073"/>
                </a:lnTo>
                <a:lnTo>
                  <a:pt x="7478" y="4225"/>
                </a:lnTo>
                <a:cubicBezTo>
                  <a:pt x="7355" y="4151"/>
                  <a:pt x="7151" y="4057"/>
                  <a:pt x="7062" y="4057"/>
                </a:cubicBezTo>
                <a:cubicBezTo>
                  <a:pt x="7042" y="4057"/>
                  <a:pt x="7028" y="4062"/>
                  <a:pt x="7022" y="4073"/>
                </a:cubicBezTo>
                <a:cubicBezTo>
                  <a:pt x="6931" y="4164"/>
                  <a:pt x="6840" y="4225"/>
                  <a:pt x="6718" y="4286"/>
                </a:cubicBezTo>
                <a:lnTo>
                  <a:pt x="6657" y="4256"/>
                </a:lnTo>
                <a:lnTo>
                  <a:pt x="6414" y="4164"/>
                </a:lnTo>
                <a:lnTo>
                  <a:pt x="6414" y="4164"/>
                </a:lnTo>
                <a:cubicBezTo>
                  <a:pt x="6262" y="4316"/>
                  <a:pt x="6293" y="4438"/>
                  <a:pt x="6445" y="4438"/>
                </a:cubicBezTo>
                <a:lnTo>
                  <a:pt x="6566" y="4468"/>
                </a:lnTo>
                <a:lnTo>
                  <a:pt x="6657" y="4529"/>
                </a:lnTo>
                <a:cubicBezTo>
                  <a:pt x="6742" y="4571"/>
                  <a:pt x="6833" y="4594"/>
                  <a:pt x="6925" y="4594"/>
                </a:cubicBezTo>
                <a:cubicBezTo>
                  <a:pt x="7031" y="4594"/>
                  <a:pt x="7137" y="4564"/>
                  <a:pt x="7235" y="4499"/>
                </a:cubicBezTo>
                <a:lnTo>
                  <a:pt x="7417" y="4468"/>
                </a:lnTo>
                <a:lnTo>
                  <a:pt x="7630" y="4408"/>
                </a:lnTo>
                <a:cubicBezTo>
                  <a:pt x="7727" y="4577"/>
                  <a:pt x="7862" y="4669"/>
                  <a:pt x="7944" y="4669"/>
                </a:cubicBezTo>
                <a:cubicBezTo>
                  <a:pt x="7965" y="4669"/>
                  <a:pt x="7982" y="4663"/>
                  <a:pt x="7995" y="4651"/>
                </a:cubicBezTo>
                <a:lnTo>
                  <a:pt x="8056" y="4620"/>
                </a:lnTo>
                <a:cubicBezTo>
                  <a:pt x="8071" y="4605"/>
                  <a:pt x="8094" y="4598"/>
                  <a:pt x="8113" y="4598"/>
                </a:cubicBezTo>
                <a:cubicBezTo>
                  <a:pt x="8132" y="4598"/>
                  <a:pt x="8147" y="4605"/>
                  <a:pt x="8147" y="4620"/>
                </a:cubicBezTo>
                <a:cubicBezTo>
                  <a:pt x="8177" y="4651"/>
                  <a:pt x="8208" y="4681"/>
                  <a:pt x="8208" y="4712"/>
                </a:cubicBezTo>
                <a:cubicBezTo>
                  <a:pt x="8177" y="4803"/>
                  <a:pt x="8147" y="4863"/>
                  <a:pt x="8116" y="4955"/>
                </a:cubicBezTo>
                <a:lnTo>
                  <a:pt x="8360" y="4955"/>
                </a:lnTo>
                <a:cubicBezTo>
                  <a:pt x="8420" y="4955"/>
                  <a:pt x="8481" y="4955"/>
                  <a:pt x="8542" y="4985"/>
                </a:cubicBezTo>
                <a:lnTo>
                  <a:pt x="8633" y="5046"/>
                </a:lnTo>
                <a:cubicBezTo>
                  <a:pt x="8755" y="4955"/>
                  <a:pt x="8876" y="4894"/>
                  <a:pt x="9028" y="4863"/>
                </a:cubicBezTo>
                <a:lnTo>
                  <a:pt x="9150" y="4833"/>
                </a:lnTo>
                <a:lnTo>
                  <a:pt x="9180" y="4833"/>
                </a:lnTo>
                <a:cubicBezTo>
                  <a:pt x="9241" y="4833"/>
                  <a:pt x="9241" y="4772"/>
                  <a:pt x="9241" y="4742"/>
                </a:cubicBezTo>
                <a:lnTo>
                  <a:pt x="9211" y="4712"/>
                </a:lnTo>
                <a:lnTo>
                  <a:pt x="9180" y="4681"/>
                </a:lnTo>
                <a:cubicBezTo>
                  <a:pt x="9089" y="4681"/>
                  <a:pt x="9150" y="4620"/>
                  <a:pt x="9211" y="4590"/>
                </a:cubicBezTo>
                <a:cubicBezTo>
                  <a:pt x="9241" y="4590"/>
                  <a:pt x="9150" y="4529"/>
                  <a:pt x="9119" y="4529"/>
                </a:cubicBezTo>
                <a:cubicBezTo>
                  <a:pt x="9059" y="4499"/>
                  <a:pt x="9119" y="4438"/>
                  <a:pt x="9211" y="4377"/>
                </a:cubicBezTo>
                <a:lnTo>
                  <a:pt x="9271" y="4377"/>
                </a:lnTo>
                <a:cubicBezTo>
                  <a:pt x="9363" y="4408"/>
                  <a:pt x="9423" y="4468"/>
                  <a:pt x="9454" y="4529"/>
                </a:cubicBezTo>
                <a:lnTo>
                  <a:pt x="9515" y="4651"/>
                </a:lnTo>
                <a:cubicBezTo>
                  <a:pt x="9553" y="4766"/>
                  <a:pt x="9616" y="4809"/>
                  <a:pt x="9672" y="4809"/>
                </a:cubicBezTo>
                <a:cubicBezTo>
                  <a:pt x="9705" y="4809"/>
                  <a:pt x="9735" y="4795"/>
                  <a:pt x="9758" y="4772"/>
                </a:cubicBezTo>
                <a:cubicBezTo>
                  <a:pt x="9764" y="4759"/>
                  <a:pt x="9772" y="4753"/>
                  <a:pt x="9780" y="4753"/>
                </a:cubicBezTo>
                <a:cubicBezTo>
                  <a:pt x="9811" y="4753"/>
                  <a:pt x="9849" y="4835"/>
                  <a:pt x="9849" y="4955"/>
                </a:cubicBezTo>
                <a:lnTo>
                  <a:pt x="9697" y="5046"/>
                </a:lnTo>
                <a:cubicBezTo>
                  <a:pt x="9545" y="5107"/>
                  <a:pt x="9332" y="5137"/>
                  <a:pt x="9241" y="5319"/>
                </a:cubicBezTo>
                <a:cubicBezTo>
                  <a:pt x="9220" y="5341"/>
                  <a:pt x="9183" y="5362"/>
                  <a:pt x="9152" y="5362"/>
                </a:cubicBezTo>
                <a:cubicBezTo>
                  <a:pt x="9140" y="5362"/>
                  <a:pt x="9128" y="5359"/>
                  <a:pt x="9119" y="5350"/>
                </a:cubicBezTo>
                <a:cubicBezTo>
                  <a:pt x="9028" y="5319"/>
                  <a:pt x="8876" y="5259"/>
                  <a:pt x="8846" y="5198"/>
                </a:cubicBezTo>
                <a:cubicBezTo>
                  <a:pt x="8826" y="5117"/>
                  <a:pt x="8778" y="5103"/>
                  <a:pt x="8722" y="5103"/>
                </a:cubicBezTo>
                <a:cubicBezTo>
                  <a:pt x="8694" y="5103"/>
                  <a:pt x="8663" y="5107"/>
                  <a:pt x="8633" y="5107"/>
                </a:cubicBezTo>
                <a:cubicBezTo>
                  <a:pt x="8512" y="5137"/>
                  <a:pt x="8360" y="5198"/>
                  <a:pt x="8238" y="5228"/>
                </a:cubicBezTo>
                <a:cubicBezTo>
                  <a:pt x="8178" y="5264"/>
                  <a:pt x="8137" y="5281"/>
                  <a:pt x="8107" y="5281"/>
                </a:cubicBezTo>
                <a:cubicBezTo>
                  <a:pt x="8062" y="5281"/>
                  <a:pt x="8044" y="5241"/>
                  <a:pt x="8025" y="5167"/>
                </a:cubicBezTo>
                <a:lnTo>
                  <a:pt x="8025" y="5076"/>
                </a:lnTo>
                <a:cubicBezTo>
                  <a:pt x="7904" y="5137"/>
                  <a:pt x="7660" y="5441"/>
                  <a:pt x="7569" y="5502"/>
                </a:cubicBezTo>
                <a:cubicBezTo>
                  <a:pt x="7537" y="5523"/>
                  <a:pt x="7501" y="5533"/>
                  <a:pt x="7466" y="5533"/>
                </a:cubicBezTo>
                <a:cubicBezTo>
                  <a:pt x="7403" y="5533"/>
                  <a:pt x="7346" y="5500"/>
                  <a:pt x="7326" y="5441"/>
                </a:cubicBezTo>
                <a:cubicBezTo>
                  <a:pt x="7311" y="5411"/>
                  <a:pt x="7288" y="5395"/>
                  <a:pt x="7261" y="5395"/>
                </a:cubicBezTo>
                <a:cubicBezTo>
                  <a:pt x="7235" y="5395"/>
                  <a:pt x="7204" y="5411"/>
                  <a:pt x="7174" y="5441"/>
                </a:cubicBezTo>
                <a:lnTo>
                  <a:pt x="7113" y="5502"/>
                </a:lnTo>
                <a:cubicBezTo>
                  <a:pt x="7053" y="5532"/>
                  <a:pt x="6992" y="5623"/>
                  <a:pt x="6992" y="5654"/>
                </a:cubicBezTo>
                <a:lnTo>
                  <a:pt x="7053" y="5715"/>
                </a:lnTo>
                <a:cubicBezTo>
                  <a:pt x="7083" y="5806"/>
                  <a:pt x="7144" y="5867"/>
                  <a:pt x="7174" y="5867"/>
                </a:cubicBezTo>
                <a:lnTo>
                  <a:pt x="7174" y="5927"/>
                </a:lnTo>
                <a:cubicBezTo>
                  <a:pt x="7193" y="5965"/>
                  <a:pt x="7235" y="5991"/>
                  <a:pt x="7286" y="5991"/>
                </a:cubicBezTo>
                <a:cubicBezTo>
                  <a:pt x="7317" y="5991"/>
                  <a:pt x="7352" y="5981"/>
                  <a:pt x="7387" y="5958"/>
                </a:cubicBezTo>
                <a:lnTo>
                  <a:pt x="7387" y="6079"/>
                </a:lnTo>
                <a:lnTo>
                  <a:pt x="7387" y="6231"/>
                </a:lnTo>
                <a:cubicBezTo>
                  <a:pt x="7539" y="6353"/>
                  <a:pt x="7569" y="6474"/>
                  <a:pt x="7448" y="6474"/>
                </a:cubicBezTo>
                <a:lnTo>
                  <a:pt x="7356" y="6444"/>
                </a:lnTo>
                <a:cubicBezTo>
                  <a:pt x="7306" y="6411"/>
                  <a:pt x="7266" y="6387"/>
                  <a:pt x="7229" y="6387"/>
                </a:cubicBezTo>
                <a:cubicBezTo>
                  <a:pt x="7199" y="6387"/>
                  <a:pt x="7171" y="6403"/>
                  <a:pt x="7144" y="6444"/>
                </a:cubicBezTo>
                <a:cubicBezTo>
                  <a:pt x="7083" y="6535"/>
                  <a:pt x="6961" y="6505"/>
                  <a:pt x="6870" y="6535"/>
                </a:cubicBezTo>
                <a:cubicBezTo>
                  <a:pt x="6809" y="6566"/>
                  <a:pt x="6718" y="6596"/>
                  <a:pt x="6688" y="6657"/>
                </a:cubicBezTo>
                <a:lnTo>
                  <a:pt x="6688" y="6687"/>
                </a:lnTo>
                <a:lnTo>
                  <a:pt x="6688" y="6718"/>
                </a:lnTo>
                <a:cubicBezTo>
                  <a:pt x="6597" y="6809"/>
                  <a:pt x="6505" y="6900"/>
                  <a:pt x="6414" y="6991"/>
                </a:cubicBezTo>
                <a:cubicBezTo>
                  <a:pt x="6323" y="7052"/>
                  <a:pt x="6445" y="7113"/>
                  <a:pt x="6475" y="7113"/>
                </a:cubicBezTo>
                <a:cubicBezTo>
                  <a:pt x="6505" y="7113"/>
                  <a:pt x="6779" y="7265"/>
                  <a:pt x="6749" y="7295"/>
                </a:cubicBezTo>
                <a:cubicBezTo>
                  <a:pt x="6657" y="7356"/>
                  <a:pt x="6597" y="7447"/>
                  <a:pt x="6566" y="7508"/>
                </a:cubicBezTo>
                <a:lnTo>
                  <a:pt x="6566" y="7599"/>
                </a:lnTo>
                <a:lnTo>
                  <a:pt x="6566" y="7690"/>
                </a:lnTo>
                <a:cubicBezTo>
                  <a:pt x="6505" y="7781"/>
                  <a:pt x="6384" y="7842"/>
                  <a:pt x="6262" y="7842"/>
                </a:cubicBezTo>
                <a:lnTo>
                  <a:pt x="6201" y="7842"/>
                </a:lnTo>
                <a:cubicBezTo>
                  <a:pt x="6171" y="7812"/>
                  <a:pt x="6384" y="7417"/>
                  <a:pt x="6293" y="7356"/>
                </a:cubicBezTo>
                <a:cubicBezTo>
                  <a:pt x="6171" y="7265"/>
                  <a:pt x="6080" y="7234"/>
                  <a:pt x="6080" y="7234"/>
                </a:cubicBezTo>
                <a:lnTo>
                  <a:pt x="5989" y="7265"/>
                </a:lnTo>
                <a:lnTo>
                  <a:pt x="5958" y="7265"/>
                </a:lnTo>
                <a:cubicBezTo>
                  <a:pt x="5837" y="7234"/>
                  <a:pt x="5533" y="7113"/>
                  <a:pt x="5472" y="7052"/>
                </a:cubicBezTo>
                <a:cubicBezTo>
                  <a:pt x="5466" y="7049"/>
                  <a:pt x="5459" y="7047"/>
                  <a:pt x="5453" y="7047"/>
                </a:cubicBezTo>
                <a:cubicBezTo>
                  <a:pt x="5400" y="7047"/>
                  <a:pt x="5357" y="7159"/>
                  <a:pt x="5411" y="7295"/>
                </a:cubicBezTo>
                <a:lnTo>
                  <a:pt x="5350" y="7386"/>
                </a:lnTo>
                <a:lnTo>
                  <a:pt x="5290" y="7478"/>
                </a:lnTo>
                <a:cubicBezTo>
                  <a:pt x="5264" y="7486"/>
                  <a:pt x="5239" y="7490"/>
                  <a:pt x="5216" y="7490"/>
                </a:cubicBezTo>
                <a:cubicBezTo>
                  <a:pt x="5078" y="7490"/>
                  <a:pt x="5003" y="7352"/>
                  <a:pt x="5107" y="7326"/>
                </a:cubicBezTo>
                <a:cubicBezTo>
                  <a:pt x="5198" y="7326"/>
                  <a:pt x="5229" y="7265"/>
                  <a:pt x="5138" y="7204"/>
                </a:cubicBezTo>
                <a:lnTo>
                  <a:pt x="5138" y="7204"/>
                </a:lnTo>
                <a:lnTo>
                  <a:pt x="5046" y="7234"/>
                </a:lnTo>
                <a:lnTo>
                  <a:pt x="4864" y="7265"/>
                </a:lnTo>
                <a:lnTo>
                  <a:pt x="4378" y="7022"/>
                </a:lnTo>
                <a:lnTo>
                  <a:pt x="4317" y="7022"/>
                </a:lnTo>
                <a:cubicBezTo>
                  <a:pt x="4286" y="7022"/>
                  <a:pt x="4256" y="7052"/>
                  <a:pt x="4256" y="7082"/>
                </a:cubicBezTo>
                <a:lnTo>
                  <a:pt x="4256" y="7174"/>
                </a:lnTo>
                <a:cubicBezTo>
                  <a:pt x="4256" y="7234"/>
                  <a:pt x="3983" y="7386"/>
                  <a:pt x="3922" y="7386"/>
                </a:cubicBezTo>
                <a:cubicBezTo>
                  <a:pt x="3912" y="7390"/>
                  <a:pt x="3903" y="7391"/>
                  <a:pt x="3894" y="7391"/>
                </a:cubicBezTo>
                <a:cubicBezTo>
                  <a:pt x="3825" y="7391"/>
                  <a:pt x="3803" y="7289"/>
                  <a:pt x="3831" y="7234"/>
                </a:cubicBezTo>
                <a:cubicBezTo>
                  <a:pt x="3831" y="7220"/>
                  <a:pt x="3822" y="7214"/>
                  <a:pt x="3809" y="7214"/>
                </a:cubicBezTo>
                <a:cubicBezTo>
                  <a:pt x="3765" y="7214"/>
                  <a:pt x="3664" y="7279"/>
                  <a:pt x="3618" y="7326"/>
                </a:cubicBezTo>
                <a:cubicBezTo>
                  <a:pt x="3587" y="7356"/>
                  <a:pt x="3648" y="7538"/>
                  <a:pt x="3679" y="7599"/>
                </a:cubicBezTo>
                <a:cubicBezTo>
                  <a:pt x="3709" y="7660"/>
                  <a:pt x="3739" y="7721"/>
                  <a:pt x="3739" y="7781"/>
                </a:cubicBezTo>
                <a:lnTo>
                  <a:pt x="3739" y="7812"/>
                </a:lnTo>
                <a:cubicBezTo>
                  <a:pt x="3674" y="7877"/>
                  <a:pt x="3592" y="7907"/>
                  <a:pt x="3506" y="7907"/>
                </a:cubicBezTo>
                <a:cubicBezTo>
                  <a:pt x="3431" y="7907"/>
                  <a:pt x="3354" y="7885"/>
                  <a:pt x="3283" y="7842"/>
                </a:cubicBezTo>
                <a:lnTo>
                  <a:pt x="3253" y="7781"/>
                </a:lnTo>
                <a:cubicBezTo>
                  <a:pt x="3247" y="7770"/>
                  <a:pt x="3237" y="7765"/>
                  <a:pt x="3225" y="7765"/>
                </a:cubicBezTo>
                <a:cubicBezTo>
                  <a:pt x="3170" y="7765"/>
                  <a:pt x="3065" y="7859"/>
                  <a:pt x="3040" y="7933"/>
                </a:cubicBezTo>
                <a:cubicBezTo>
                  <a:pt x="3034" y="7940"/>
                  <a:pt x="3027" y="7943"/>
                  <a:pt x="3021" y="7943"/>
                </a:cubicBezTo>
                <a:cubicBezTo>
                  <a:pt x="2973" y="7943"/>
                  <a:pt x="2949" y="7741"/>
                  <a:pt x="2949" y="7660"/>
                </a:cubicBezTo>
                <a:cubicBezTo>
                  <a:pt x="2949" y="7599"/>
                  <a:pt x="3101" y="7508"/>
                  <a:pt x="3162" y="7478"/>
                </a:cubicBezTo>
                <a:cubicBezTo>
                  <a:pt x="3192" y="7478"/>
                  <a:pt x="3101" y="7447"/>
                  <a:pt x="2949" y="7417"/>
                </a:cubicBezTo>
                <a:lnTo>
                  <a:pt x="2797" y="7417"/>
                </a:lnTo>
                <a:lnTo>
                  <a:pt x="2645" y="7599"/>
                </a:lnTo>
                <a:lnTo>
                  <a:pt x="2584" y="7569"/>
                </a:lnTo>
                <a:lnTo>
                  <a:pt x="2493" y="7508"/>
                </a:lnTo>
                <a:cubicBezTo>
                  <a:pt x="2402" y="7417"/>
                  <a:pt x="2280" y="7356"/>
                  <a:pt x="2280" y="7356"/>
                </a:cubicBezTo>
                <a:cubicBezTo>
                  <a:pt x="2189" y="7447"/>
                  <a:pt x="2128" y="7569"/>
                  <a:pt x="2068" y="7660"/>
                </a:cubicBezTo>
                <a:lnTo>
                  <a:pt x="1976" y="7599"/>
                </a:lnTo>
                <a:lnTo>
                  <a:pt x="1764" y="7478"/>
                </a:lnTo>
                <a:cubicBezTo>
                  <a:pt x="1612" y="7569"/>
                  <a:pt x="1520" y="7721"/>
                  <a:pt x="1551" y="7903"/>
                </a:cubicBezTo>
                <a:cubicBezTo>
                  <a:pt x="1581" y="7964"/>
                  <a:pt x="1581" y="8055"/>
                  <a:pt x="1612" y="8146"/>
                </a:cubicBezTo>
                <a:cubicBezTo>
                  <a:pt x="1642" y="8177"/>
                  <a:pt x="1642" y="8207"/>
                  <a:pt x="1612" y="8207"/>
                </a:cubicBezTo>
                <a:cubicBezTo>
                  <a:pt x="1551" y="8177"/>
                  <a:pt x="1460" y="8146"/>
                  <a:pt x="1399" y="8085"/>
                </a:cubicBezTo>
                <a:cubicBezTo>
                  <a:pt x="1369" y="8025"/>
                  <a:pt x="1429" y="7842"/>
                  <a:pt x="1369" y="7781"/>
                </a:cubicBezTo>
                <a:lnTo>
                  <a:pt x="1095" y="7781"/>
                </a:lnTo>
                <a:cubicBezTo>
                  <a:pt x="1095" y="7812"/>
                  <a:pt x="1065" y="7903"/>
                  <a:pt x="1095" y="7994"/>
                </a:cubicBezTo>
                <a:lnTo>
                  <a:pt x="1034" y="8025"/>
                </a:lnTo>
                <a:cubicBezTo>
                  <a:pt x="973" y="8116"/>
                  <a:pt x="913" y="8207"/>
                  <a:pt x="730" y="8207"/>
                </a:cubicBezTo>
                <a:cubicBezTo>
                  <a:pt x="730" y="8237"/>
                  <a:pt x="791" y="8298"/>
                  <a:pt x="821" y="8298"/>
                </a:cubicBezTo>
                <a:cubicBezTo>
                  <a:pt x="848" y="8325"/>
                  <a:pt x="735" y="8491"/>
                  <a:pt x="645" y="8491"/>
                </a:cubicBezTo>
                <a:cubicBezTo>
                  <a:pt x="632" y="8491"/>
                  <a:pt x="620" y="8488"/>
                  <a:pt x="609" y="8481"/>
                </a:cubicBezTo>
                <a:cubicBezTo>
                  <a:pt x="600" y="8475"/>
                  <a:pt x="590" y="8472"/>
                  <a:pt x="580" y="8472"/>
                </a:cubicBezTo>
                <a:cubicBezTo>
                  <a:pt x="489" y="8472"/>
                  <a:pt x="365" y="8702"/>
                  <a:pt x="365" y="8785"/>
                </a:cubicBezTo>
                <a:cubicBezTo>
                  <a:pt x="388" y="8874"/>
                  <a:pt x="361" y="8930"/>
                  <a:pt x="321" y="8930"/>
                </a:cubicBezTo>
                <a:cubicBezTo>
                  <a:pt x="307" y="8930"/>
                  <a:pt x="291" y="8922"/>
                  <a:pt x="274" y="8906"/>
                </a:cubicBezTo>
                <a:lnTo>
                  <a:pt x="122" y="8906"/>
                </a:lnTo>
                <a:lnTo>
                  <a:pt x="92" y="8936"/>
                </a:lnTo>
                <a:cubicBezTo>
                  <a:pt x="92" y="8967"/>
                  <a:pt x="213" y="9088"/>
                  <a:pt x="244" y="9088"/>
                </a:cubicBezTo>
                <a:cubicBezTo>
                  <a:pt x="335" y="9088"/>
                  <a:pt x="426" y="9088"/>
                  <a:pt x="517" y="9058"/>
                </a:cubicBezTo>
                <a:cubicBezTo>
                  <a:pt x="546" y="9029"/>
                  <a:pt x="520" y="8752"/>
                  <a:pt x="596" y="8752"/>
                </a:cubicBezTo>
                <a:cubicBezTo>
                  <a:pt x="600" y="8752"/>
                  <a:pt x="604" y="8753"/>
                  <a:pt x="609" y="8754"/>
                </a:cubicBezTo>
                <a:cubicBezTo>
                  <a:pt x="730" y="8754"/>
                  <a:pt x="730" y="8845"/>
                  <a:pt x="730" y="8876"/>
                </a:cubicBezTo>
                <a:cubicBezTo>
                  <a:pt x="700" y="8906"/>
                  <a:pt x="852" y="8967"/>
                  <a:pt x="882" y="8997"/>
                </a:cubicBezTo>
                <a:cubicBezTo>
                  <a:pt x="943" y="8997"/>
                  <a:pt x="943" y="9119"/>
                  <a:pt x="943" y="9119"/>
                </a:cubicBezTo>
                <a:cubicBezTo>
                  <a:pt x="928" y="9134"/>
                  <a:pt x="928" y="9142"/>
                  <a:pt x="939" y="9142"/>
                </a:cubicBezTo>
                <a:cubicBezTo>
                  <a:pt x="951" y="9142"/>
                  <a:pt x="973" y="9134"/>
                  <a:pt x="1004" y="9119"/>
                </a:cubicBezTo>
                <a:lnTo>
                  <a:pt x="1065" y="9119"/>
                </a:lnTo>
                <a:lnTo>
                  <a:pt x="1186" y="9149"/>
                </a:lnTo>
                <a:cubicBezTo>
                  <a:pt x="1338" y="9210"/>
                  <a:pt x="1369" y="9301"/>
                  <a:pt x="1247" y="9362"/>
                </a:cubicBezTo>
                <a:lnTo>
                  <a:pt x="1217" y="9362"/>
                </a:lnTo>
                <a:cubicBezTo>
                  <a:pt x="1188" y="9343"/>
                  <a:pt x="1166" y="9336"/>
                  <a:pt x="1149" y="9336"/>
                </a:cubicBezTo>
                <a:cubicBezTo>
                  <a:pt x="1112" y="9336"/>
                  <a:pt x="1104" y="9371"/>
                  <a:pt x="1125" y="9392"/>
                </a:cubicBezTo>
                <a:cubicBezTo>
                  <a:pt x="1125" y="9453"/>
                  <a:pt x="1186" y="9514"/>
                  <a:pt x="1186" y="9514"/>
                </a:cubicBezTo>
                <a:lnTo>
                  <a:pt x="1125" y="9605"/>
                </a:lnTo>
                <a:cubicBezTo>
                  <a:pt x="1034" y="9544"/>
                  <a:pt x="943" y="9514"/>
                  <a:pt x="852" y="9484"/>
                </a:cubicBezTo>
                <a:lnTo>
                  <a:pt x="761" y="9544"/>
                </a:lnTo>
                <a:lnTo>
                  <a:pt x="669" y="9605"/>
                </a:lnTo>
                <a:cubicBezTo>
                  <a:pt x="548" y="9666"/>
                  <a:pt x="700" y="9727"/>
                  <a:pt x="761" y="9727"/>
                </a:cubicBezTo>
                <a:cubicBezTo>
                  <a:pt x="852" y="9757"/>
                  <a:pt x="791" y="9818"/>
                  <a:pt x="639" y="9879"/>
                </a:cubicBezTo>
                <a:lnTo>
                  <a:pt x="487" y="9879"/>
                </a:lnTo>
                <a:lnTo>
                  <a:pt x="122" y="9909"/>
                </a:lnTo>
                <a:cubicBezTo>
                  <a:pt x="61" y="10092"/>
                  <a:pt x="31" y="10244"/>
                  <a:pt x="1" y="10426"/>
                </a:cubicBezTo>
                <a:cubicBezTo>
                  <a:pt x="61" y="10456"/>
                  <a:pt x="153" y="10487"/>
                  <a:pt x="213" y="10487"/>
                </a:cubicBezTo>
                <a:lnTo>
                  <a:pt x="274" y="10517"/>
                </a:lnTo>
                <a:cubicBezTo>
                  <a:pt x="335" y="10578"/>
                  <a:pt x="396" y="10669"/>
                  <a:pt x="396" y="10730"/>
                </a:cubicBezTo>
                <a:cubicBezTo>
                  <a:pt x="396" y="10791"/>
                  <a:pt x="396" y="10851"/>
                  <a:pt x="396" y="10912"/>
                </a:cubicBezTo>
                <a:lnTo>
                  <a:pt x="396" y="10973"/>
                </a:lnTo>
                <a:cubicBezTo>
                  <a:pt x="373" y="11041"/>
                  <a:pt x="453" y="11076"/>
                  <a:pt x="520" y="11076"/>
                </a:cubicBezTo>
                <a:cubicBezTo>
                  <a:pt x="542" y="11076"/>
                  <a:pt x="563" y="11072"/>
                  <a:pt x="578" y="11064"/>
                </a:cubicBezTo>
                <a:cubicBezTo>
                  <a:pt x="609" y="11064"/>
                  <a:pt x="639" y="10973"/>
                  <a:pt x="609" y="10851"/>
                </a:cubicBezTo>
                <a:lnTo>
                  <a:pt x="639" y="10821"/>
                </a:lnTo>
                <a:lnTo>
                  <a:pt x="700" y="10791"/>
                </a:lnTo>
                <a:cubicBezTo>
                  <a:pt x="821" y="10882"/>
                  <a:pt x="913" y="10943"/>
                  <a:pt x="1034" y="11003"/>
                </a:cubicBezTo>
                <a:lnTo>
                  <a:pt x="1186" y="11003"/>
                </a:lnTo>
                <a:cubicBezTo>
                  <a:pt x="1186" y="11003"/>
                  <a:pt x="1125" y="11155"/>
                  <a:pt x="1095" y="11155"/>
                </a:cubicBezTo>
                <a:cubicBezTo>
                  <a:pt x="1065" y="11155"/>
                  <a:pt x="1186" y="11490"/>
                  <a:pt x="1065" y="11520"/>
                </a:cubicBezTo>
                <a:cubicBezTo>
                  <a:pt x="943" y="11581"/>
                  <a:pt x="913" y="11763"/>
                  <a:pt x="913" y="11824"/>
                </a:cubicBezTo>
                <a:cubicBezTo>
                  <a:pt x="913" y="11885"/>
                  <a:pt x="943" y="11915"/>
                  <a:pt x="973" y="11976"/>
                </a:cubicBezTo>
                <a:lnTo>
                  <a:pt x="1095" y="11976"/>
                </a:lnTo>
                <a:lnTo>
                  <a:pt x="1156" y="11854"/>
                </a:lnTo>
                <a:cubicBezTo>
                  <a:pt x="1176" y="11773"/>
                  <a:pt x="1250" y="11719"/>
                  <a:pt x="1325" y="11719"/>
                </a:cubicBezTo>
                <a:cubicBezTo>
                  <a:pt x="1362" y="11719"/>
                  <a:pt x="1399" y="11733"/>
                  <a:pt x="1429" y="11763"/>
                </a:cubicBezTo>
                <a:cubicBezTo>
                  <a:pt x="1452" y="11808"/>
                  <a:pt x="1490" y="11836"/>
                  <a:pt x="1533" y="11836"/>
                </a:cubicBezTo>
                <a:cubicBezTo>
                  <a:pt x="1549" y="11836"/>
                  <a:pt x="1565" y="11832"/>
                  <a:pt x="1581" y="11824"/>
                </a:cubicBezTo>
                <a:lnTo>
                  <a:pt x="1855" y="11824"/>
                </a:lnTo>
                <a:cubicBezTo>
                  <a:pt x="1855" y="11861"/>
                  <a:pt x="1866" y="11875"/>
                  <a:pt x="1882" y="11875"/>
                </a:cubicBezTo>
                <a:cubicBezTo>
                  <a:pt x="1920" y="11875"/>
                  <a:pt x="1986" y="11797"/>
                  <a:pt x="2007" y="11733"/>
                </a:cubicBezTo>
                <a:cubicBezTo>
                  <a:pt x="2037" y="11642"/>
                  <a:pt x="2098" y="11611"/>
                  <a:pt x="2189" y="11551"/>
                </a:cubicBezTo>
                <a:cubicBezTo>
                  <a:pt x="2280" y="11702"/>
                  <a:pt x="2372" y="11854"/>
                  <a:pt x="2463" y="12006"/>
                </a:cubicBezTo>
                <a:lnTo>
                  <a:pt x="2828" y="11824"/>
                </a:lnTo>
                <a:cubicBezTo>
                  <a:pt x="2888" y="11885"/>
                  <a:pt x="2888" y="11976"/>
                  <a:pt x="2888" y="12067"/>
                </a:cubicBezTo>
                <a:lnTo>
                  <a:pt x="2828" y="12128"/>
                </a:lnTo>
                <a:lnTo>
                  <a:pt x="2797" y="12158"/>
                </a:lnTo>
                <a:cubicBezTo>
                  <a:pt x="2706" y="12158"/>
                  <a:pt x="2615" y="12219"/>
                  <a:pt x="2584" y="12310"/>
                </a:cubicBezTo>
                <a:lnTo>
                  <a:pt x="2706" y="12280"/>
                </a:lnTo>
                <a:cubicBezTo>
                  <a:pt x="2761" y="12280"/>
                  <a:pt x="2826" y="12247"/>
                  <a:pt x="2850" y="12247"/>
                </a:cubicBezTo>
                <a:cubicBezTo>
                  <a:pt x="2866" y="12247"/>
                  <a:pt x="2864" y="12262"/>
                  <a:pt x="2828" y="12310"/>
                </a:cubicBezTo>
                <a:cubicBezTo>
                  <a:pt x="2767" y="12462"/>
                  <a:pt x="2797" y="12523"/>
                  <a:pt x="2919" y="12554"/>
                </a:cubicBezTo>
                <a:lnTo>
                  <a:pt x="3101" y="12614"/>
                </a:lnTo>
                <a:cubicBezTo>
                  <a:pt x="3101" y="12569"/>
                  <a:pt x="3131" y="12554"/>
                  <a:pt x="3169" y="12554"/>
                </a:cubicBezTo>
                <a:cubicBezTo>
                  <a:pt x="3207" y="12554"/>
                  <a:pt x="3253" y="12569"/>
                  <a:pt x="3283" y="12584"/>
                </a:cubicBezTo>
                <a:cubicBezTo>
                  <a:pt x="3314" y="12599"/>
                  <a:pt x="3435" y="12614"/>
                  <a:pt x="3557" y="12614"/>
                </a:cubicBezTo>
                <a:cubicBezTo>
                  <a:pt x="3679" y="12614"/>
                  <a:pt x="3800" y="12599"/>
                  <a:pt x="3831" y="12554"/>
                </a:cubicBezTo>
                <a:cubicBezTo>
                  <a:pt x="3867" y="12499"/>
                  <a:pt x="3914" y="12488"/>
                  <a:pt x="3947" y="12488"/>
                </a:cubicBezTo>
                <a:cubicBezTo>
                  <a:pt x="3968" y="12488"/>
                  <a:pt x="3983" y="12493"/>
                  <a:pt x="3983" y="12493"/>
                </a:cubicBezTo>
                <a:cubicBezTo>
                  <a:pt x="3987" y="12497"/>
                  <a:pt x="3993" y="12499"/>
                  <a:pt x="4000" y="12499"/>
                </a:cubicBezTo>
                <a:cubicBezTo>
                  <a:pt x="4046" y="12499"/>
                  <a:pt x="4143" y="12428"/>
                  <a:pt x="4195" y="12402"/>
                </a:cubicBezTo>
                <a:cubicBezTo>
                  <a:pt x="4226" y="12341"/>
                  <a:pt x="4438" y="12158"/>
                  <a:pt x="4408" y="12098"/>
                </a:cubicBezTo>
                <a:cubicBezTo>
                  <a:pt x="4408" y="12037"/>
                  <a:pt x="4682" y="12006"/>
                  <a:pt x="4803" y="12006"/>
                </a:cubicBezTo>
                <a:cubicBezTo>
                  <a:pt x="4925" y="12006"/>
                  <a:pt x="4955" y="12158"/>
                  <a:pt x="4925" y="12189"/>
                </a:cubicBezTo>
                <a:cubicBezTo>
                  <a:pt x="4894" y="12250"/>
                  <a:pt x="4925" y="12310"/>
                  <a:pt x="4925" y="12310"/>
                </a:cubicBezTo>
                <a:cubicBezTo>
                  <a:pt x="4986" y="12250"/>
                  <a:pt x="5046" y="12219"/>
                  <a:pt x="5077" y="12158"/>
                </a:cubicBezTo>
                <a:cubicBezTo>
                  <a:pt x="5090" y="12145"/>
                  <a:pt x="5103" y="12139"/>
                  <a:pt x="5115" y="12139"/>
                </a:cubicBezTo>
                <a:cubicBezTo>
                  <a:pt x="5161" y="12139"/>
                  <a:pt x="5198" y="12221"/>
                  <a:pt x="5198" y="12341"/>
                </a:cubicBezTo>
                <a:lnTo>
                  <a:pt x="5107" y="12462"/>
                </a:lnTo>
                <a:cubicBezTo>
                  <a:pt x="5077" y="12493"/>
                  <a:pt x="5107" y="12554"/>
                  <a:pt x="5138" y="12554"/>
                </a:cubicBezTo>
                <a:cubicBezTo>
                  <a:pt x="5158" y="12564"/>
                  <a:pt x="5175" y="12567"/>
                  <a:pt x="5189" y="12567"/>
                </a:cubicBezTo>
                <a:cubicBezTo>
                  <a:pt x="5219" y="12567"/>
                  <a:pt x="5239" y="12554"/>
                  <a:pt x="5259" y="12554"/>
                </a:cubicBezTo>
                <a:lnTo>
                  <a:pt x="5320" y="12462"/>
                </a:lnTo>
                <a:cubicBezTo>
                  <a:pt x="5369" y="12397"/>
                  <a:pt x="5409" y="12367"/>
                  <a:pt x="5436" y="12367"/>
                </a:cubicBezTo>
                <a:cubicBezTo>
                  <a:pt x="5459" y="12367"/>
                  <a:pt x="5472" y="12390"/>
                  <a:pt x="5472" y="12432"/>
                </a:cubicBezTo>
                <a:lnTo>
                  <a:pt x="5502" y="12432"/>
                </a:lnTo>
                <a:cubicBezTo>
                  <a:pt x="5624" y="12462"/>
                  <a:pt x="5715" y="12462"/>
                  <a:pt x="5837" y="12493"/>
                </a:cubicBezTo>
                <a:cubicBezTo>
                  <a:pt x="5949" y="12493"/>
                  <a:pt x="5880" y="12648"/>
                  <a:pt x="6012" y="12648"/>
                </a:cubicBezTo>
                <a:cubicBezTo>
                  <a:pt x="6023" y="12648"/>
                  <a:pt x="6035" y="12647"/>
                  <a:pt x="6049" y="12645"/>
                </a:cubicBezTo>
                <a:lnTo>
                  <a:pt x="6262" y="12614"/>
                </a:lnTo>
                <a:cubicBezTo>
                  <a:pt x="6536" y="12614"/>
                  <a:pt x="6718" y="12432"/>
                  <a:pt x="6718" y="12341"/>
                </a:cubicBezTo>
                <a:cubicBezTo>
                  <a:pt x="6688" y="12280"/>
                  <a:pt x="6840" y="12189"/>
                  <a:pt x="7022" y="12189"/>
                </a:cubicBezTo>
                <a:lnTo>
                  <a:pt x="7113" y="12280"/>
                </a:lnTo>
                <a:lnTo>
                  <a:pt x="7296" y="12402"/>
                </a:lnTo>
                <a:cubicBezTo>
                  <a:pt x="7539" y="12462"/>
                  <a:pt x="7843" y="12493"/>
                  <a:pt x="7964" y="12523"/>
                </a:cubicBezTo>
                <a:lnTo>
                  <a:pt x="8025" y="12584"/>
                </a:lnTo>
                <a:cubicBezTo>
                  <a:pt x="8051" y="12610"/>
                  <a:pt x="8074" y="12619"/>
                  <a:pt x="8097" y="12619"/>
                </a:cubicBezTo>
                <a:cubicBezTo>
                  <a:pt x="8144" y="12619"/>
                  <a:pt x="8187" y="12579"/>
                  <a:pt x="8238" y="12579"/>
                </a:cubicBezTo>
                <a:cubicBezTo>
                  <a:pt x="8248" y="12579"/>
                  <a:pt x="8258" y="12580"/>
                  <a:pt x="8268" y="12584"/>
                </a:cubicBezTo>
                <a:lnTo>
                  <a:pt x="8542" y="12736"/>
                </a:lnTo>
                <a:lnTo>
                  <a:pt x="8633" y="12736"/>
                </a:lnTo>
                <a:cubicBezTo>
                  <a:pt x="8724" y="12645"/>
                  <a:pt x="8876" y="12675"/>
                  <a:pt x="8937" y="12645"/>
                </a:cubicBezTo>
                <a:lnTo>
                  <a:pt x="9028" y="12584"/>
                </a:lnTo>
                <a:cubicBezTo>
                  <a:pt x="9103" y="12509"/>
                  <a:pt x="9178" y="12454"/>
                  <a:pt x="9203" y="12454"/>
                </a:cubicBezTo>
                <a:cubicBezTo>
                  <a:pt x="9208" y="12454"/>
                  <a:pt x="9211" y="12457"/>
                  <a:pt x="9211" y="12462"/>
                </a:cubicBezTo>
                <a:cubicBezTo>
                  <a:pt x="9241" y="12462"/>
                  <a:pt x="9302" y="12554"/>
                  <a:pt x="9393" y="12645"/>
                </a:cubicBezTo>
                <a:lnTo>
                  <a:pt x="9636" y="12584"/>
                </a:lnTo>
                <a:lnTo>
                  <a:pt x="9697" y="12584"/>
                </a:lnTo>
                <a:cubicBezTo>
                  <a:pt x="9788" y="12614"/>
                  <a:pt x="9879" y="12675"/>
                  <a:pt x="9940" y="12736"/>
                </a:cubicBezTo>
                <a:lnTo>
                  <a:pt x="10031" y="12797"/>
                </a:lnTo>
                <a:lnTo>
                  <a:pt x="10214" y="12949"/>
                </a:lnTo>
                <a:cubicBezTo>
                  <a:pt x="10335" y="12858"/>
                  <a:pt x="10457" y="12766"/>
                  <a:pt x="10548" y="12675"/>
                </a:cubicBezTo>
                <a:lnTo>
                  <a:pt x="10730" y="12675"/>
                </a:lnTo>
                <a:cubicBezTo>
                  <a:pt x="10852" y="12645"/>
                  <a:pt x="10913" y="12523"/>
                  <a:pt x="11004" y="12432"/>
                </a:cubicBezTo>
                <a:cubicBezTo>
                  <a:pt x="11065" y="12432"/>
                  <a:pt x="11065" y="12706"/>
                  <a:pt x="11034" y="12797"/>
                </a:cubicBezTo>
                <a:cubicBezTo>
                  <a:pt x="11009" y="12872"/>
                  <a:pt x="11108" y="12926"/>
                  <a:pt x="11177" y="12926"/>
                </a:cubicBezTo>
                <a:cubicBezTo>
                  <a:pt x="11192" y="12926"/>
                  <a:pt x="11206" y="12924"/>
                  <a:pt x="11217" y="12918"/>
                </a:cubicBezTo>
                <a:cubicBezTo>
                  <a:pt x="11265" y="12918"/>
                  <a:pt x="11450" y="12841"/>
                  <a:pt x="11553" y="12841"/>
                </a:cubicBezTo>
                <a:cubicBezTo>
                  <a:pt x="11579" y="12841"/>
                  <a:pt x="11600" y="12845"/>
                  <a:pt x="11612" y="12858"/>
                </a:cubicBezTo>
                <a:cubicBezTo>
                  <a:pt x="11703" y="12949"/>
                  <a:pt x="11764" y="13010"/>
                  <a:pt x="11855" y="13101"/>
                </a:cubicBezTo>
                <a:lnTo>
                  <a:pt x="11977" y="13101"/>
                </a:lnTo>
                <a:cubicBezTo>
                  <a:pt x="12068" y="13101"/>
                  <a:pt x="12159" y="13192"/>
                  <a:pt x="12250" y="13192"/>
                </a:cubicBezTo>
                <a:lnTo>
                  <a:pt x="12372" y="13192"/>
                </a:lnTo>
                <a:cubicBezTo>
                  <a:pt x="12463" y="13192"/>
                  <a:pt x="12585" y="13192"/>
                  <a:pt x="12676" y="13222"/>
                </a:cubicBezTo>
                <a:cubicBezTo>
                  <a:pt x="12706" y="13253"/>
                  <a:pt x="12706" y="13283"/>
                  <a:pt x="12676" y="13283"/>
                </a:cubicBezTo>
                <a:cubicBezTo>
                  <a:pt x="12645" y="13313"/>
                  <a:pt x="12585" y="13344"/>
                  <a:pt x="12554" y="13344"/>
                </a:cubicBezTo>
                <a:cubicBezTo>
                  <a:pt x="12519" y="13334"/>
                  <a:pt x="12481" y="13330"/>
                  <a:pt x="12441" y="13330"/>
                </a:cubicBezTo>
                <a:cubicBezTo>
                  <a:pt x="12363" y="13330"/>
                  <a:pt x="12279" y="13344"/>
                  <a:pt x="12201" y="13344"/>
                </a:cubicBezTo>
                <a:cubicBezTo>
                  <a:pt x="12083" y="13344"/>
                  <a:pt x="11977" y="13313"/>
                  <a:pt x="11916" y="13161"/>
                </a:cubicBezTo>
                <a:cubicBezTo>
                  <a:pt x="11855" y="13161"/>
                  <a:pt x="11825" y="13161"/>
                  <a:pt x="11794" y="13192"/>
                </a:cubicBezTo>
                <a:lnTo>
                  <a:pt x="11703" y="13253"/>
                </a:lnTo>
                <a:cubicBezTo>
                  <a:pt x="11664" y="13312"/>
                  <a:pt x="11612" y="13345"/>
                  <a:pt x="11555" y="13345"/>
                </a:cubicBezTo>
                <a:cubicBezTo>
                  <a:pt x="11524" y="13345"/>
                  <a:pt x="11492" y="13335"/>
                  <a:pt x="11460" y="13313"/>
                </a:cubicBezTo>
                <a:cubicBezTo>
                  <a:pt x="11456" y="13306"/>
                  <a:pt x="11451" y="13303"/>
                  <a:pt x="11445" y="13303"/>
                </a:cubicBezTo>
                <a:cubicBezTo>
                  <a:pt x="11401" y="13303"/>
                  <a:pt x="11304" y="13477"/>
                  <a:pt x="11278" y="13557"/>
                </a:cubicBezTo>
                <a:cubicBezTo>
                  <a:pt x="11256" y="13589"/>
                  <a:pt x="11188" y="13598"/>
                  <a:pt x="11103" y="13598"/>
                </a:cubicBezTo>
                <a:cubicBezTo>
                  <a:pt x="10986" y="13598"/>
                  <a:pt x="10836" y="13581"/>
                  <a:pt x="10727" y="13581"/>
                </a:cubicBezTo>
                <a:cubicBezTo>
                  <a:pt x="10693" y="13581"/>
                  <a:pt x="10663" y="13582"/>
                  <a:pt x="10639" y="13587"/>
                </a:cubicBezTo>
                <a:cubicBezTo>
                  <a:pt x="10487" y="13648"/>
                  <a:pt x="10335" y="13739"/>
                  <a:pt x="10214" y="13830"/>
                </a:cubicBezTo>
                <a:lnTo>
                  <a:pt x="10244" y="13921"/>
                </a:lnTo>
                <a:lnTo>
                  <a:pt x="10274" y="13952"/>
                </a:lnTo>
                <a:cubicBezTo>
                  <a:pt x="10139" y="14064"/>
                  <a:pt x="9970" y="14127"/>
                  <a:pt x="9806" y="14127"/>
                </a:cubicBezTo>
                <a:cubicBezTo>
                  <a:pt x="9748" y="14127"/>
                  <a:pt x="9691" y="14119"/>
                  <a:pt x="9636" y="14104"/>
                </a:cubicBezTo>
                <a:cubicBezTo>
                  <a:pt x="9454" y="14013"/>
                  <a:pt x="9393" y="13891"/>
                  <a:pt x="9423" y="13861"/>
                </a:cubicBezTo>
                <a:cubicBezTo>
                  <a:pt x="9484" y="13800"/>
                  <a:pt x="9211" y="13648"/>
                  <a:pt x="9089" y="13617"/>
                </a:cubicBezTo>
                <a:cubicBezTo>
                  <a:pt x="8967" y="13617"/>
                  <a:pt x="8876" y="13678"/>
                  <a:pt x="8876" y="13769"/>
                </a:cubicBezTo>
                <a:lnTo>
                  <a:pt x="9119" y="13769"/>
                </a:lnTo>
                <a:cubicBezTo>
                  <a:pt x="9150" y="13769"/>
                  <a:pt x="9180" y="13769"/>
                  <a:pt x="9180" y="13800"/>
                </a:cubicBezTo>
                <a:lnTo>
                  <a:pt x="9180" y="13891"/>
                </a:lnTo>
                <a:lnTo>
                  <a:pt x="9028" y="13982"/>
                </a:lnTo>
                <a:cubicBezTo>
                  <a:pt x="8904" y="14032"/>
                  <a:pt x="8760" y="14081"/>
                  <a:pt x="8595" y="14081"/>
                </a:cubicBezTo>
                <a:cubicBezTo>
                  <a:pt x="8558" y="14081"/>
                  <a:pt x="8520" y="14079"/>
                  <a:pt x="8481" y="14073"/>
                </a:cubicBezTo>
                <a:cubicBezTo>
                  <a:pt x="8420" y="14043"/>
                  <a:pt x="8512" y="13739"/>
                  <a:pt x="8451" y="13709"/>
                </a:cubicBezTo>
                <a:cubicBezTo>
                  <a:pt x="8420" y="13693"/>
                  <a:pt x="8390" y="13686"/>
                  <a:pt x="8363" y="13686"/>
                </a:cubicBezTo>
                <a:cubicBezTo>
                  <a:pt x="8337" y="13686"/>
                  <a:pt x="8314" y="13693"/>
                  <a:pt x="8299" y="13709"/>
                </a:cubicBezTo>
                <a:cubicBezTo>
                  <a:pt x="8268" y="13709"/>
                  <a:pt x="8238" y="13921"/>
                  <a:pt x="8177" y="14165"/>
                </a:cubicBezTo>
                <a:lnTo>
                  <a:pt x="7843" y="14256"/>
                </a:lnTo>
                <a:lnTo>
                  <a:pt x="7752" y="14286"/>
                </a:lnTo>
                <a:cubicBezTo>
                  <a:pt x="7721" y="14301"/>
                  <a:pt x="7676" y="14309"/>
                  <a:pt x="7630" y="14309"/>
                </a:cubicBezTo>
                <a:cubicBezTo>
                  <a:pt x="7584" y="14309"/>
                  <a:pt x="7539" y="14301"/>
                  <a:pt x="7508" y="14286"/>
                </a:cubicBezTo>
                <a:cubicBezTo>
                  <a:pt x="7502" y="14280"/>
                  <a:pt x="7494" y="14278"/>
                  <a:pt x="7484" y="14278"/>
                </a:cubicBezTo>
                <a:cubicBezTo>
                  <a:pt x="7443" y="14278"/>
                  <a:pt x="7375" y="14317"/>
                  <a:pt x="7326" y="14317"/>
                </a:cubicBezTo>
                <a:cubicBezTo>
                  <a:pt x="7311" y="14332"/>
                  <a:pt x="7296" y="14339"/>
                  <a:pt x="7280" y="14339"/>
                </a:cubicBezTo>
                <a:cubicBezTo>
                  <a:pt x="7265" y="14339"/>
                  <a:pt x="7250" y="14332"/>
                  <a:pt x="7235" y="14317"/>
                </a:cubicBezTo>
                <a:cubicBezTo>
                  <a:pt x="7174" y="14225"/>
                  <a:pt x="7144" y="14104"/>
                  <a:pt x="7083" y="14013"/>
                </a:cubicBezTo>
                <a:lnTo>
                  <a:pt x="6870" y="13952"/>
                </a:lnTo>
                <a:lnTo>
                  <a:pt x="6840" y="13952"/>
                </a:lnTo>
                <a:cubicBezTo>
                  <a:pt x="6840" y="13861"/>
                  <a:pt x="6779" y="13861"/>
                  <a:pt x="6749" y="13861"/>
                </a:cubicBezTo>
                <a:cubicBezTo>
                  <a:pt x="6718" y="13952"/>
                  <a:pt x="6688" y="14043"/>
                  <a:pt x="6657" y="14134"/>
                </a:cubicBezTo>
                <a:lnTo>
                  <a:pt x="6353" y="13982"/>
                </a:lnTo>
                <a:cubicBezTo>
                  <a:pt x="6338" y="13967"/>
                  <a:pt x="6323" y="13959"/>
                  <a:pt x="6308" y="13959"/>
                </a:cubicBezTo>
                <a:cubicBezTo>
                  <a:pt x="6293" y="13959"/>
                  <a:pt x="6277" y="13967"/>
                  <a:pt x="6262" y="13982"/>
                </a:cubicBezTo>
                <a:cubicBezTo>
                  <a:pt x="6262" y="13982"/>
                  <a:pt x="6232" y="14043"/>
                  <a:pt x="6232" y="14043"/>
                </a:cubicBezTo>
                <a:lnTo>
                  <a:pt x="6445" y="14256"/>
                </a:lnTo>
                <a:cubicBezTo>
                  <a:pt x="6232" y="14286"/>
                  <a:pt x="6019" y="14347"/>
                  <a:pt x="5837" y="14408"/>
                </a:cubicBezTo>
                <a:lnTo>
                  <a:pt x="5745" y="14377"/>
                </a:lnTo>
                <a:lnTo>
                  <a:pt x="5685" y="14317"/>
                </a:lnTo>
                <a:cubicBezTo>
                  <a:pt x="5660" y="14216"/>
                  <a:pt x="5572" y="14157"/>
                  <a:pt x="5473" y="14157"/>
                </a:cubicBezTo>
                <a:cubicBezTo>
                  <a:pt x="5453" y="14157"/>
                  <a:pt x="5432" y="14159"/>
                  <a:pt x="5411" y="14165"/>
                </a:cubicBezTo>
                <a:lnTo>
                  <a:pt x="5320" y="14165"/>
                </a:lnTo>
                <a:cubicBezTo>
                  <a:pt x="5320" y="14195"/>
                  <a:pt x="5350" y="14225"/>
                  <a:pt x="5442" y="14225"/>
                </a:cubicBezTo>
                <a:lnTo>
                  <a:pt x="5594" y="14225"/>
                </a:lnTo>
                <a:cubicBezTo>
                  <a:pt x="5594" y="14286"/>
                  <a:pt x="5594" y="14317"/>
                  <a:pt x="5594" y="14347"/>
                </a:cubicBezTo>
                <a:lnTo>
                  <a:pt x="5381" y="14347"/>
                </a:lnTo>
                <a:cubicBezTo>
                  <a:pt x="5350" y="14357"/>
                  <a:pt x="5318" y="14361"/>
                  <a:pt x="5285" y="14361"/>
                </a:cubicBezTo>
                <a:cubicBezTo>
                  <a:pt x="5122" y="14361"/>
                  <a:pt x="4940" y="14256"/>
                  <a:pt x="4864" y="14256"/>
                </a:cubicBezTo>
                <a:cubicBezTo>
                  <a:pt x="4773" y="14256"/>
                  <a:pt x="4651" y="14225"/>
                  <a:pt x="4560" y="14225"/>
                </a:cubicBezTo>
                <a:cubicBezTo>
                  <a:pt x="4549" y="14220"/>
                  <a:pt x="4539" y="14217"/>
                  <a:pt x="4530" y="14217"/>
                </a:cubicBezTo>
                <a:cubicBezTo>
                  <a:pt x="4492" y="14217"/>
                  <a:pt x="4486" y="14267"/>
                  <a:pt x="4560" y="14317"/>
                </a:cubicBezTo>
                <a:lnTo>
                  <a:pt x="4590" y="14317"/>
                </a:lnTo>
                <a:cubicBezTo>
                  <a:pt x="4773" y="14408"/>
                  <a:pt x="4590" y="14438"/>
                  <a:pt x="4590" y="14529"/>
                </a:cubicBezTo>
                <a:cubicBezTo>
                  <a:pt x="4590" y="14610"/>
                  <a:pt x="4536" y="14637"/>
                  <a:pt x="4482" y="14637"/>
                </a:cubicBezTo>
                <a:cubicBezTo>
                  <a:pt x="4455" y="14637"/>
                  <a:pt x="4428" y="14631"/>
                  <a:pt x="4408" y="14620"/>
                </a:cubicBezTo>
                <a:lnTo>
                  <a:pt x="4195" y="14529"/>
                </a:lnTo>
                <a:cubicBezTo>
                  <a:pt x="3952" y="14620"/>
                  <a:pt x="3557" y="14560"/>
                  <a:pt x="3496" y="14620"/>
                </a:cubicBezTo>
                <a:cubicBezTo>
                  <a:pt x="3405" y="14681"/>
                  <a:pt x="3283" y="14742"/>
                  <a:pt x="3192" y="14772"/>
                </a:cubicBezTo>
                <a:lnTo>
                  <a:pt x="3162" y="14620"/>
                </a:lnTo>
                <a:cubicBezTo>
                  <a:pt x="3143" y="14582"/>
                  <a:pt x="3111" y="14544"/>
                  <a:pt x="3091" y="14544"/>
                </a:cubicBezTo>
                <a:cubicBezTo>
                  <a:pt x="3079" y="14544"/>
                  <a:pt x="3071" y="14557"/>
                  <a:pt x="3071" y="14590"/>
                </a:cubicBezTo>
                <a:lnTo>
                  <a:pt x="3040" y="14742"/>
                </a:lnTo>
                <a:cubicBezTo>
                  <a:pt x="2888" y="14894"/>
                  <a:pt x="2797" y="15076"/>
                  <a:pt x="2706" y="15289"/>
                </a:cubicBezTo>
                <a:cubicBezTo>
                  <a:pt x="2686" y="15318"/>
                  <a:pt x="2664" y="15332"/>
                  <a:pt x="2640" y="15332"/>
                </a:cubicBezTo>
                <a:cubicBezTo>
                  <a:pt x="2590" y="15332"/>
                  <a:pt x="2534" y="15271"/>
                  <a:pt x="2493" y="15168"/>
                </a:cubicBezTo>
                <a:lnTo>
                  <a:pt x="2645" y="14894"/>
                </a:lnTo>
                <a:lnTo>
                  <a:pt x="2706" y="14803"/>
                </a:lnTo>
                <a:cubicBezTo>
                  <a:pt x="2767" y="14681"/>
                  <a:pt x="2797" y="14560"/>
                  <a:pt x="2797" y="14438"/>
                </a:cubicBezTo>
                <a:lnTo>
                  <a:pt x="2797" y="14438"/>
                </a:lnTo>
                <a:lnTo>
                  <a:pt x="2706" y="14529"/>
                </a:lnTo>
                <a:cubicBezTo>
                  <a:pt x="2693" y="14521"/>
                  <a:pt x="2681" y="14517"/>
                  <a:pt x="2670" y="14517"/>
                </a:cubicBezTo>
                <a:cubicBezTo>
                  <a:pt x="2599" y="14517"/>
                  <a:pt x="2554" y="14659"/>
                  <a:pt x="2554" y="14712"/>
                </a:cubicBezTo>
                <a:cubicBezTo>
                  <a:pt x="2554" y="14745"/>
                  <a:pt x="2517" y="14769"/>
                  <a:pt x="2464" y="14769"/>
                </a:cubicBezTo>
                <a:cubicBezTo>
                  <a:pt x="2421" y="14769"/>
                  <a:pt x="2366" y="14753"/>
                  <a:pt x="2311" y="14712"/>
                </a:cubicBezTo>
                <a:lnTo>
                  <a:pt x="2220" y="14651"/>
                </a:lnTo>
                <a:lnTo>
                  <a:pt x="2128" y="14560"/>
                </a:lnTo>
                <a:cubicBezTo>
                  <a:pt x="1946" y="14499"/>
                  <a:pt x="1885" y="14377"/>
                  <a:pt x="2007" y="14286"/>
                </a:cubicBezTo>
                <a:lnTo>
                  <a:pt x="2007" y="14225"/>
                </a:lnTo>
                <a:lnTo>
                  <a:pt x="2007" y="14134"/>
                </a:lnTo>
                <a:cubicBezTo>
                  <a:pt x="1978" y="14086"/>
                  <a:pt x="1941" y="14069"/>
                  <a:pt x="1902" y="14069"/>
                </a:cubicBezTo>
                <a:cubicBezTo>
                  <a:pt x="1819" y="14069"/>
                  <a:pt x="1733" y="14153"/>
                  <a:pt x="1733" y="14195"/>
                </a:cubicBezTo>
                <a:cubicBezTo>
                  <a:pt x="1710" y="14263"/>
                  <a:pt x="1585" y="14298"/>
                  <a:pt x="1498" y="14298"/>
                </a:cubicBezTo>
                <a:cubicBezTo>
                  <a:pt x="1469" y="14298"/>
                  <a:pt x="1445" y="14294"/>
                  <a:pt x="1429" y="14286"/>
                </a:cubicBezTo>
                <a:lnTo>
                  <a:pt x="1429" y="14286"/>
                </a:lnTo>
                <a:cubicBezTo>
                  <a:pt x="1369" y="14286"/>
                  <a:pt x="1794" y="14651"/>
                  <a:pt x="1794" y="14742"/>
                </a:cubicBezTo>
                <a:cubicBezTo>
                  <a:pt x="1764" y="14803"/>
                  <a:pt x="1642" y="14803"/>
                  <a:pt x="1612" y="14803"/>
                </a:cubicBezTo>
                <a:cubicBezTo>
                  <a:pt x="1520" y="14894"/>
                  <a:pt x="1460" y="14985"/>
                  <a:pt x="1399" y="15076"/>
                </a:cubicBezTo>
                <a:lnTo>
                  <a:pt x="1247" y="15137"/>
                </a:lnTo>
                <a:cubicBezTo>
                  <a:pt x="1156" y="15168"/>
                  <a:pt x="1065" y="15198"/>
                  <a:pt x="973" y="15228"/>
                </a:cubicBezTo>
                <a:cubicBezTo>
                  <a:pt x="852" y="15289"/>
                  <a:pt x="1004" y="15380"/>
                  <a:pt x="973" y="15411"/>
                </a:cubicBezTo>
                <a:lnTo>
                  <a:pt x="882" y="15502"/>
                </a:lnTo>
                <a:lnTo>
                  <a:pt x="548" y="15654"/>
                </a:lnTo>
                <a:cubicBezTo>
                  <a:pt x="517" y="15684"/>
                  <a:pt x="578" y="15745"/>
                  <a:pt x="700" y="15775"/>
                </a:cubicBezTo>
                <a:lnTo>
                  <a:pt x="730" y="15775"/>
                </a:lnTo>
                <a:cubicBezTo>
                  <a:pt x="771" y="15735"/>
                  <a:pt x="808" y="15721"/>
                  <a:pt x="844" y="15721"/>
                </a:cubicBezTo>
                <a:cubicBezTo>
                  <a:pt x="916" y="15721"/>
                  <a:pt x="983" y="15775"/>
                  <a:pt x="1065" y="15775"/>
                </a:cubicBezTo>
                <a:lnTo>
                  <a:pt x="1186" y="15775"/>
                </a:lnTo>
                <a:cubicBezTo>
                  <a:pt x="1308" y="15775"/>
                  <a:pt x="1460" y="15775"/>
                  <a:pt x="1581" y="15745"/>
                </a:cubicBezTo>
                <a:lnTo>
                  <a:pt x="1612" y="15867"/>
                </a:lnTo>
                <a:lnTo>
                  <a:pt x="1672" y="16019"/>
                </a:lnTo>
                <a:cubicBezTo>
                  <a:pt x="1764" y="15988"/>
                  <a:pt x="1824" y="15897"/>
                  <a:pt x="1855" y="15775"/>
                </a:cubicBezTo>
                <a:cubicBezTo>
                  <a:pt x="1855" y="15745"/>
                  <a:pt x="1885" y="15715"/>
                  <a:pt x="1976" y="15715"/>
                </a:cubicBezTo>
                <a:lnTo>
                  <a:pt x="2007" y="15715"/>
                </a:lnTo>
                <a:cubicBezTo>
                  <a:pt x="2037" y="15760"/>
                  <a:pt x="2083" y="15783"/>
                  <a:pt x="2128" y="15783"/>
                </a:cubicBezTo>
                <a:cubicBezTo>
                  <a:pt x="2174" y="15783"/>
                  <a:pt x="2220" y="15760"/>
                  <a:pt x="2250" y="15715"/>
                </a:cubicBezTo>
                <a:cubicBezTo>
                  <a:pt x="2291" y="15694"/>
                  <a:pt x="2333" y="15631"/>
                  <a:pt x="2393" y="15631"/>
                </a:cubicBezTo>
                <a:cubicBezTo>
                  <a:pt x="2421" y="15631"/>
                  <a:pt x="2454" y="15645"/>
                  <a:pt x="2493" y="15684"/>
                </a:cubicBezTo>
                <a:cubicBezTo>
                  <a:pt x="2584" y="15654"/>
                  <a:pt x="2706" y="15624"/>
                  <a:pt x="2828" y="15593"/>
                </a:cubicBezTo>
                <a:lnTo>
                  <a:pt x="3131" y="15593"/>
                </a:lnTo>
                <a:cubicBezTo>
                  <a:pt x="3189" y="15651"/>
                  <a:pt x="3259" y="15672"/>
                  <a:pt x="3311" y="15672"/>
                </a:cubicBezTo>
                <a:cubicBezTo>
                  <a:pt x="3340" y="15672"/>
                  <a:pt x="3364" y="15665"/>
                  <a:pt x="3375" y="15654"/>
                </a:cubicBezTo>
                <a:cubicBezTo>
                  <a:pt x="3375" y="15650"/>
                  <a:pt x="3377" y="15648"/>
                  <a:pt x="3381" y="15648"/>
                </a:cubicBezTo>
                <a:cubicBezTo>
                  <a:pt x="3407" y="15648"/>
                  <a:pt x="3500" y="15719"/>
                  <a:pt x="3527" y="15745"/>
                </a:cubicBezTo>
                <a:cubicBezTo>
                  <a:pt x="3533" y="15751"/>
                  <a:pt x="3542" y="15754"/>
                  <a:pt x="3554" y="15754"/>
                </a:cubicBezTo>
                <a:cubicBezTo>
                  <a:pt x="3602" y="15754"/>
                  <a:pt x="3685" y="15715"/>
                  <a:pt x="3709" y="15715"/>
                </a:cubicBezTo>
                <a:cubicBezTo>
                  <a:pt x="3739" y="15684"/>
                  <a:pt x="3648" y="15532"/>
                  <a:pt x="3587" y="15472"/>
                </a:cubicBezTo>
                <a:cubicBezTo>
                  <a:pt x="3527" y="15411"/>
                  <a:pt x="3587" y="15350"/>
                  <a:pt x="3739" y="15350"/>
                </a:cubicBezTo>
                <a:lnTo>
                  <a:pt x="3800" y="15472"/>
                </a:lnTo>
                <a:cubicBezTo>
                  <a:pt x="3922" y="15502"/>
                  <a:pt x="4013" y="15593"/>
                  <a:pt x="4104" y="15624"/>
                </a:cubicBezTo>
                <a:cubicBezTo>
                  <a:pt x="4195" y="15654"/>
                  <a:pt x="4317" y="15624"/>
                  <a:pt x="4378" y="15684"/>
                </a:cubicBezTo>
                <a:cubicBezTo>
                  <a:pt x="4403" y="15703"/>
                  <a:pt x="4424" y="15710"/>
                  <a:pt x="4443" y="15710"/>
                </a:cubicBezTo>
                <a:cubicBezTo>
                  <a:pt x="4503" y="15710"/>
                  <a:pt x="4544" y="15641"/>
                  <a:pt x="4621" y="15641"/>
                </a:cubicBezTo>
                <a:cubicBezTo>
                  <a:pt x="4639" y="15641"/>
                  <a:pt x="4659" y="15645"/>
                  <a:pt x="4682" y="15654"/>
                </a:cubicBezTo>
                <a:lnTo>
                  <a:pt x="4803" y="15715"/>
                </a:lnTo>
                <a:cubicBezTo>
                  <a:pt x="4834" y="15593"/>
                  <a:pt x="4803" y="15502"/>
                  <a:pt x="4712" y="15472"/>
                </a:cubicBezTo>
                <a:cubicBezTo>
                  <a:pt x="4651" y="15441"/>
                  <a:pt x="4742" y="15411"/>
                  <a:pt x="4925" y="15380"/>
                </a:cubicBezTo>
                <a:lnTo>
                  <a:pt x="5077" y="15380"/>
                </a:lnTo>
                <a:cubicBezTo>
                  <a:pt x="5161" y="15380"/>
                  <a:pt x="5116" y="15536"/>
                  <a:pt x="5204" y="15536"/>
                </a:cubicBezTo>
                <a:cubicBezTo>
                  <a:pt x="5211" y="15536"/>
                  <a:pt x="5219" y="15535"/>
                  <a:pt x="5229" y="15532"/>
                </a:cubicBezTo>
                <a:cubicBezTo>
                  <a:pt x="5350" y="15532"/>
                  <a:pt x="5442" y="15472"/>
                  <a:pt x="5563" y="15472"/>
                </a:cubicBezTo>
                <a:lnTo>
                  <a:pt x="5715" y="15472"/>
                </a:lnTo>
                <a:cubicBezTo>
                  <a:pt x="5867" y="15441"/>
                  <a:pt x="6019" y="15350"/>
                  <a:pt x="6049" y="15198"/>
                </a:cubicBezTo>
                <a:cubicBezTo>
                  <a:pt x="6049" y="15139"/>
                  <a:pt x="6176" y="15106"/>
                  <a:pt x="6258" y="15106"/>
                </a:cubicBezTo>
                <a:cubicBezTo>
                  <a:pt x="6303" y="15106"/>
                  <a:pt x="6334" y="15116"/>
                  <a:pt x="6323" y="15137"/>
                </a:cubicBezTo>
                <a:cubicBezTo>
                  <a:pt x="6314" y="15165"/>
                  <a:pt x="6321" y="15176"/>
                  <a:pt x="6337" y="15176"/>
                </a:cubicBezTo>
                <a:cubicBezTo>
                  <a:pt x="6374" y="15176"/>
                  <a:pt x="6454" y="15119"/>
                  <a:pt x="6475" y="15076"/>
                </a:cubicBezTo>
                <a:cubicBezTo>
                  <a:pt x="6487" y="15065"/>
                  <a:pt x="6504" y="15060"/>
                  <a:pt x="6524" y="15060"/>
                </a:cubicBezTo>
                <a:cubicBezTo>
                  <a:pt x="6612" y="15060"/>
                  <a:pt x="6760" y="15149"/>
                  <a:pt x="6809" y="15198"/>
                </a:cubicBezTo>
                <a:cubicBezTo>
                  <a:pt x="6823" y="15205"/>
                  <a:pt x="6846" y="15207"/>
                  <a:pt x="6874" y="15207"/>
                </a:cubicBezTo>
                <a:cubicBezTo>
                  <a:pt x="6924" y="15207"/>
                  <a:pt x="6989" y="15200"/>
                  <a:pt x="7043" y="15200"/>
                </a:cubicBezTo>
                <a:cubicBezTo>
                  <a:pt x="7092" y="15200"/>
                  <a:pt x="7132" y="15206"/>
                  <a:pt x="7144" y="15228"/>
                </a:cubicBezTo>
                <a:cubicBezTo>
                  <a:pt x="7144" y="15251"/>
                  <a:pt x="7146" y="15261"/>
                  <a:pt x="7148" y="15261"/>
                </a:cubicBezTo>
                <a:cubicBezTo>
                  <a:pt x="7157" y="15261"/>
                  <a:pt x="7174" y="15175"/>
                  <a:pt x="7174" y="15107"/>
                </a:cubicBezTo>
                <a:cubicBezTo>
                  <a:pt x="7193" y="15069"/>
                  <a:pt x="7246" y="15043"/>
                  <a:pt x="7321" y="15043"/>
                </a:cubicBezTo>
                <a:cubicBezTo>
                  <a:pt x="7366" y="15043"/>
                  <a:pt x="7420" y="15053"/>
                  <a:pt x="7478" y="15076"/>
                </a:cubicBezTo>
                <a:lnTo>
                  <a:pt x="7326" y="15198"/>
                </a:lnTo>
                <a:lnTo>
                  <a:pt x="7204" y="15320"/>
                </a:lnTo>
                <a:cubicBezTo>
                  <a:pt x="7326" y="15320"/>
                  <a:pt x="7478" y="15289"/>
                  <a:pt x="7600" y="15168"/>
                </a:cubicBezTo>
                <a:cubicBezTo>
                  <a:pt x="7630" y="15107"/>
                  <a:pt x="7630" y="15016"/>
                  <a:pt x="7539" y="15016"/>
                </a:cubicBezTo>
                <a:lnTo>
                  <a:pt x="7508" y="14955"/>
                </a:lnTo>
                <a:cubicBezTo>
                  <a:pt x="7508" y="14894"/>
                  <a:pt x="7478" y="14803"/>
                  <a:pt x="7508" y="14742"/>
                </a:cubicBezTo>
                <a:cubicBezTo>
                  <a:pt x="7569" y="14712"/>
                  <a:pt x="7660" y="14712"/>
                  <a:pt x="7752" y="14712"/>
                </a:cubicBezTo>
                <a:cubicBezTo>
                  <a:pt x="7797" y="14757"/>
                  <a:pt x="7858" y="14780"/>
                  <a:pt x="7919" y="14780"/>
                </a:cubicBezTo>
                <a:cubicBezTo>
                  <a:pt x="7980" y="14780"/>
                  <a:pt x="8040" y="14757"/>
                  <a:pt x="8086" y="14712"/>
                </a:cubicBezTo>
                <a:lnTo>
                  <a:pt x="8147" y="14681"/>
                </a:lnTo>
                <a:cubicBezTo>
                  <a:pt x="8180" y="14676"/>
                  <a:pt x="8211" y="14673"/>
                  <a:pt x="8238" y="14673"/>
                </a:cubicBezTo>
                <a:cubicBezTo>
                  <a:pt x="8358" y="14673"/>
                  <a:pt x="8415" y="14723"/>
                  <a:pt x="8390" y="14772"/>
                </a:cubicBezTo>
                <a:lnTo>
                  <a:pt x="8329" y="14803"/>
                </a:lnTo>
                <a:lnTo>
                  <a:pt x="8238" y="14864"/>
                </a:lnTo>
                <a:cubicBezTo>
                  <a:pt x="8116" y="14955"/>
                  <a:pt x="8208" y="15228"/>
                  <a:pt x="8208" y="15289"/>
                </a:cubicBezTo>
                <a:cubicBezTo>
                  <a:pt x="8183" y="15364"/>
                  <a:pt x="8178" y="15419"/>
                  <a:pt x="8194" y="15419"/>
                </a:cubicBezTo>
                <a:cubicBezTo>
                  <a:pt x="8198" y="15419"/>
                  <a:pt x="8202" y="15416"/>
                  <a:pt x="8208" y="15411"/>
                </a:cubicBezTo>
                <a:lnTo>
                  <a:pt x="8208" y="15380"/>
                </a:lnTo>
                <a:cubicBezTo>
                  <a:pt x="8238" y="15350"/>
                  <a:pt x="8177" y="15259"/>
                  <a:pt x="8268" y="15228"/>
                </a:cubicBezTo>
                <a:cubicBezTo>
                  <a:pt x="8290" y="15223"/>
                  <a:pt x="8309" y="15220"/>
                  <a:pt x="8325" y="15220"/>
                </a:cubicBezTo>
                <a:cubicBezTo>
                  <a:pt x="8400" y="15220"/>
                  <a:pt x="8420" y="15275"/>
                  <a:pt x="8420" y="15350"/>
                </a:cubicBezTo>
                <a:cubicBezTo>
                  <a:pt x="8451" y="15350"/>
                  <a:pt x="8542" y="15137"/>
                  <a:pt x="8663" y="15107"/>
                </a:cubicBezTo>
                <a:cubicBezTo>
                  <a:pt x="8755" y="15046"/>
                  <a:pt x="8846" y="14985"/>
                  <a:pt x="8907" y="14924"/>
                </a:cubicBezTo>
                <a:cubicBezTo>
                  <a:pt x="9089" y="14924"/>
                  <a:pt x="9211" y="14985"/>
                  <a:pt x="9332" y="15107"/>
                </a:cubicBezTo>
                <a:cubicBezTo>
                  <a:pt x="9393" y="15168"/>
                  <a:pt x="9454" y="15228"/>
                  <a:pt x="9515" y="15289"/>
                </a:cubicBezTo>
                <a:cubicBezTo>
                  <a:pt x="9575" y="15289"/>
                  <a:pt x="9606" y="15259"/>
                  <a:pt x="9636" y="15228"/>
                </a:cubicBezTo>
                <a:lnTo>
                  <a:pt x="9636" y="15168"/>
                </a:lnTo>
                <a:cubicBezTo>
                  <a:pt x="9636" y="15087"/>
                  <a:pt x="9663" y="15046"/>
                  <a:pt x="9717" y="15046"/>
                </a:cubicBezTo>
                <a:cubicBezTo>
                  <a:pt x="9744" y="15046"/>
                  <a:pt x="9778" y="15056"/>
                  <a:pt x="9819" y="15076"/>
                </a:cubicBezTo>
                <a:lnTo>
                  <a:pt x="9879" y="15107"/>
                </a:lnTo>
                <a:cubicBezTo>
                  <a:pt x="10092" y="15046"/>
                  <a:pt x="10305" y="14985"/>
                  <a:pt x="10518" y="14955"/>
                </a:cubicBezTo>
                <a:lnTo>
                  <a:pt x="10761" y="15137"/>
                </a:lnTo>
                <a:cubicBezTo>
                  <a:pt x="10791" y="15107"/>
                  <a:pt x="10852" y="14985"/>
                  <a:pt x="10882" y="14955"/>
                </a:cubicBezTo>
                <a:cubicBezTo>
                  <a:pt x="10882" y="14940"/>
                  <a:pt x="10951" y="14924"/>
                  <a:pt x="11023" y="14924"/>
                </a:cubicBezTo>
                <a:cubicBezTo>
                  <a:pt x="11095" y="14924"/>
                  <a:pt x="11171" y="14940"/>
                  <a:pt x="11186" y="14985"/>
                </a:cubicBezTo>
                <a:cubicBezTo>
                  <a:pt x="11198" y="15021"/>
                  <a:pt x="11215" y="15033"/>
                  <a:pt x="11231" y="15033"/>
                </a:cubicBezTo>
                <a:cubicBezTo>
                  <a:pt x="11255" y="15033"/>
                  <a:pt x="11278" y="15004"/>
                  <a:pt x="11278" y="14985"/>
                </a:cubicBezTo>
                <a:cubicBezTo>
                  <a:pt x="11278" y="14964"/>
                  <a:pt x="11384" y="14942"/>
                  <a:pt x="11521" y="14942"/>
                </a:cubicBezTo>
                <a:cubicBezTo>
                  <a:pt x="11578" y="14942"/>
                  <a:pt x="11641" y="14946"/>
                  <a:pt x="11703" y="14955"/>
                </a:cubicBezTo>
                <a:lnTo>
                  <a:pt x="12098" y="14955"/>
                </a:lnTo>
                <a:cubicBezTo>
                  <a:pt x="12106" y="14947"/>
                  <a:pt x="12117" y="14943"/>
                  <a:pt x="12128" y="14943"/>
                </a:cubicBezTo>
                <a:cubicBezTo>
                  <a:pt x="12159" y="14943"/>
                  <a:pt x="12198" y="14971"/>
                  <a:pt x="12220" y="15016"/>
                </a:cubicBezTo>
                <a:lnTo>
                  <a:pt x="12250" y="15046"/>
                </a:lnTo>
                <a:cubicBezTo>
                  <a:pt x="12311" y="15046"/>
                  <a:pt x="12433" y="14833"/>
                  <a:pt x="12493" y="14833"/>
                </a:cubicBezTo>
                <a:cubicBezTo>
                  <a:pt x="12615" y="14864"/>
                  <a:pt x="12706" y="14894"/>
                  <a:pt x="12797" y="14985"/>
                </a:cubicBezTo>
                <a:cubicBezTo>
                  <a:pt x="12801" y="14989"/>
                  <a:pt x="12806" y="14991"/>
                  <a:pt x="12812" y="14991"/>
                </a:cubicBezTo>
                <a:cubicBezTo>
                  <a:pt x="12850" y="14991"/>
                  <a:pt x="12923" y="14901"/>
                  <a:pt x="12949" y="14742"/>
                </a:cubicBezTo>
                <a:lnTo>
                  <a:pt x="13253" y="14742"/>
                </a:lnTo>
                <a:cubicBezTo>
                  <a:pt x="13284" y="14772"/>
                  <a:pt x="13192" y="14924"/>
                  <a:pt x="13162" y="14955"/>
                </a:cubicBezTo>
                <a:cubicBezTo>
                  <a:pt x="13134" y="14982"/>
                  <a:pt x="13282" y="15035"/>
                  <a:pt x="13491" y="15044"/>
                </a:cubicBezTo>
                <a:lnTo>
                  <a:pt x="13491" y="15044"/>
                </a:lnTo>
                <a:cubicBezTo>
                  <a:pt x="13491" y="15116"/>
                  <a:pt x="13573" y="15245"/>
                  <a:pt x="13679" y="15350"/>
                </a:cubicBezTo>
                <a:lnTo>
                  <a:pt x="13922" y="15350"/>
                </a:lnTo>
                <a:cubicBezTo>
                  <a:pt x="13983" y="15380"/>
                  <a:pt x="13983" y="15441"/>
                  <a:pt x="13922" y="15502"/>
                </a:cubicBezTo>
                <a:lnTo>
                  <a:pt x="13892" y="15502"/>
                </a:lnTo>
                <a:cubicBezTo>
                  <a:pt x="13865" y="15507"/>
                  <a:pt x="13839" y="15510"/>
                  <a:pt x="13814" y="15510"/>
                </a:cubicBezTo>
                <a:cubicBezTo>
                  <a:pt x="13697" y="15510"/>
                  <a:pt x="13602" y="15455"/>
                  <a:pt x="13527" y="15380"/>
                </a:cubicBezTo>
                <a:cubicBezTo>
                  <a:pt x="13405" y="15259"/>
                  <a:pt x="13253" y="15137"/>
                  <a:pt x="13101" y="15016"/>
                </a:cubicBezTo>
                <a:cubicBezTo>
                  <a:pt x="13071" y="15016"/>
                  <a:pt x="13010" y="15168"/>
                  <a:pt x="13010" y="15228"/>
                </a:cubicBezTo>
                <a:cubicBezTo>
                  <a:pt x="13010" y="15244"/>
                  <a:pt x="12987" y="15251"/>
                  <a:pt x="12957" y="15251"/>
                </a:cubicBezTo>
                <a:cubicBezTo>
                  <a:pt x="12926" y="15251"/>
                  <a:pt x="12888" y="15244"/>
                  <a:pt x="12858" y="15228"/>
                </a:cubicBezTo>
                <a:lnTo>
                  <a:pt x="12797" y="15228"/>
                </a:lnTo>
                <a:cubicBezTo>
                  <a:pt x="12752" y="15213"/>
                  <a:pt x="12699" y="15206"/>
                  <a:pt x="12645" y="15206"/>
                </a:cubicBezTo>
                <a:cubicBezTo>
                  <a:pt x="12592" y="15206"/>
                  <a:pt x="12539" y="15213"/>
                  <a:pt x="12493" y="15228"/>
                </a:cubicBezTo>
                <a:cubicBezTo>
                  <a:pt x="12493" y="15214"/>
                  <a:pt x="12479" y="15208"/>
                  <a:pt x="12455" y="15208"/>
                </a:cubicBezTo>
                <a:cubicBezTo>
                  <a:pt x="12376" y="15208"/>
                  <a:pt x="12199" y="15273"/>
                  <a:pt x="12129" y="15320"/>
                </a:cubicBezTo>
                <a:cubicBezTo>
                  <a:pt x="12068" y="15350"/>
                  <a:pt x="11999" y="15365"/>
                  <a:pt x="11931" y="15365"/>
                </a:cubicBezTo>
                <a:cubicBezTo>
                  <a:pt x="11863" y="15365"/>
                  <a:pt x="11794" y="15350"/>
                  <a:pt x="11733" y="15320"/>
                </a:cubicBezTo>
                <a:lnTo>
                  <a:pt x="11612" y="15289"/>
                </a:lnTo>
                <a:cubicBezTo>
                  <a:pt x="11490" y="15259"/>
                  <a:pt x="11369" y="15228"/>
                  <a:pt x="11278" y="15228"/>
                </a:cubicBezTo>
                <a:lnTo>
                  <a:pt x="11156" y="15228"/>
                </a:lnTo>
                <a:cubicBezTo>
                  <a:pt x="11068" y="15258"/>
                  <a:pt x="11122" y="15401"/>
                  <a:pt x="11290" y="15548"/>
                </a:cubicBezTo>
                <a:lnTo>
                  <a:pt x="11290" y="15548"/>
                </a:lnTo>
                <a:cubicBezTo>
                  <a:pt x="11215" y="15555"/>
                  <a:pt x="11140" y="15563"/>
                  <a:pt x="11065" y="15563"/>
                </a:cubicBezTo>
                <a:cubicBezTo>
                  <a:pt x="10943" y="15624"/>
                  <a:pt x="10761" y="15684"/>
                  <a:pt x="10639" y="15745"/>
                </a:cubicBezTo>
                <a:lnTo>
                  <a:pt x="10518" y="15775"/>
                </a:lnTo>
                <a:cubicBezTo>
                  <a:pt x="10518" y="15775"/>
                  <a:pt x="10457" y="15715"/>
                  <a:pt x="10457" y="15684"/>
                </a:cubicBezTo>
                <a:cubicBezTo>
                  <a:pt x="10457" y="15684"/>
                  <a:pt x="10487" y="15624"/>
                  <a:pt x="10518" y="15624"/>
                </a:cubicBezTo>
                <a:lnTo>
                  <a:pt x="10609" y="15624"/>
                </a:lnTo>
                <a:cubicBezTo>
                  <a:pt x="10670" y="15624"/>
                  <a:pt x="10366" y="15563"/>
                  <a:pt x="10274" y="15472"/>
                </a:cubicBezTo>
                <a:cubicBezTo>
                  <a:pt x="10248" y="15454"/>
                  <a:pt x="10234" y="15446"/>
                  <a:pt x="10229" y="15446"/>
                </a:cubicBezTo>
                <a:cubicBezTo>
                  <a:pt x="10216" y="15446"/>
                  <a:pt x="10253" y="15489"/>
                  <a:pt x="10274" y="15532"/>
                </a:cubicBezTo>
                <a:cubicBezTo>
                  <a:pt x="10286" y="15556"/>
                  <a:pt x="10258" y="15565"/>
                  <a:pt x="10213" y="15565"/>
                </a:cubicBezTo>
                <a:cubicBezTo>
                  <a:pt x="10141" y="15565"/>
                  <a:pt x="10027" y="15540"/>
                  <a:pt x="9970" y="15502"/>
                </a:cubicBezTo>
                <a:cubicBezTo>
                  <a:pt x="9940" y="15472"/>
                  <a:pt x="9902" y="15456"/>
                  <a:pt x="9868" y="15456"/>
                </a:cubicBezTo>
                <a:cubicBezTo>
                  <a:pt x="9834" y="15456"/>
                  <a:pt x="9803" y="15472"/>
                  <a:pt x="9788" y="15502"/>
                </a:cubicBezTo>
                <a:cubicBezTo>
                  <a:pt x="9758" y="15532"/>
                  <a:pt x="9819" y="15593"/>
                  <a:pt x="9879" y="15593"/>
                </a:cubicBezTo>
                <a:lnTo>
                  <a:pt x="10001" y="15593"/>
                </a:lnTo>
                <a:cubicBezTo>
                  <a:pt x="10001" y="15624"/>
                  <a:pt x="9940" y="15745"/>
                  <a:pt x="9910" y="15806"/>
                </a:cubicBezTo>
                <a:cubicBezTo>
                  <a:pt x="9904" y="15811"/>
                  <a:pt x="9893" y="15814"/>
                  <a:pt x="9876" y="15814"/>
                </a:cubicBezTo>
                <a:cubicBezTo>
                  <a:pt x="9795" y="15814"/>
                  <a:pt x="9589" y="15755"/>
                  <a:pt x="9363" y="15654"/>
                </a:cubicBezTo>
                <a:lnTo>
                  <a:pt x="9636" y="15380"/>
                </a:lnTo>
                <a:cubicBezTo>
                  <a:pt x="9601" y="15357"/>
                  <a:pt x="9566" y="15347"/>
                  <a:pt x="9535" y="15347"/>
                </a:cubicBezTo>
                <a:cubicBezTo>
                  <a:pt x="9484" y="15347"/>
                  <a:pt x="9442" y="15373"/>
                  <a:pt x="9423" y="15411"/>
                </a:cubicBezTo>
                <a:cubicBezTo>
                  <a:pt x="9393" y="15472"/>
                  <a:pt x="9180" y="15532"/>
                  <a:pt x="9089" y="15532"/>
                </a:cubicBezTo>
                <a:cubicBezTo>
                  <a:pt x="9028" y="15532"/>
                  <a:pt x="9119" y="15593"/>
                  <a:pt x="9180" y="15593"/>
                </a:cubicBezTo>
                <a:cubicBezTo>
                  <a:pt x="9241" y="15624"/>
                  <a:pt x="9332" y="15684"/>
                  <a:pt x="9393" y="15715"/>
                </a:cubicBezTo>
                <a:cubicBezTo>
                  <a:pt x="9420" y="15742"/>
                  <a:pt x="9331" y="15757"/>
                  <a:pt x="9219" y="15757"/>
                </a:cubicBezTo>
                <a:cubicBezTo>
                  <a:pt x="9081" y="15757"/>
                  <a:pt x="8910" y="15735"/>
                  <a:pt x="8876" y="15684"/>
                </a:cubicBezTo>
                <a:cubicBezTo>
                  <a:pt x="8846" y="15563"/>
                  <a:pt x="8755" y="15441"/>
                  <a:pt x="8724" y="15441"/>
                </a:cubicBezTo>
                <a:cubicBezTo>
                  <a:pt x="8663" y="15441"/>
                  <a:pt x="8603" y="15654"/>
                  <a:pt x="8542" y="15715"/>
                </a:cubicBezTo>
                <a:cubicBezTo>
                  <a:pt x="8497" y="15759"/>
                  <a:pt x="8534" y="15787"/>
                  <a:pt x="8569" y="15787"/>
                </a:cubicBezTo>
                <a:cubicBezTo>
                  <a:pt x="8582" y="15787"/>
                  <a:pt x="8595" y="15784"/>
                  <a:pt x="8603" y="15775"/>
                </a:cubicBezTo>
                <a:cubicBezTo>
                  <a:pt x="8608" y="15770"/>
                  <a:pt x="8613" y="15767"/>
                  <a:pt x="8617" y="15767"/>
                </a:cubicBezTo>
                <a:cubicBezTo>
                  <a:pt x="8633" y="15767"/>
                  <a:pt x="8633" y="15817"/>
                  <a:pt x="8633" y="15867"/>
                </a:cubicBezTo>
                <a:lnTo>
                  <a:pt x="8572" y="15897"/>
                </a:lnTo>
                <a:lnTo>
                  <a:pt x="8512" y="15958"/>
                </a:lnTo>
                <a:cubicBezTo>
                  <a:pt x="8489" y="15965"/>
                  <a:pt x="8464" y="15969"/>
                  <a:pt x="8438" y="15969"/>
                </a:cubicBezTo>
                <a:cubicBezTo>
                  <a:pt x="8361" y="15969"/>
                  <a:pt x="8276" y="15935"/>
                  <a:pt x="8208" y="15867"/>
                </a:cubicBezTo>
                <a:lnTo>
                  <a:pt x="8086" y="15867"/>
                </a:lnTo>
                <a:cubicBezTo>
                  <a:pt x="7995" y="15836"/>
                  <a:pt x="7995" y="15806"/>
                  <a:pt x="7995" y="15715"/>
                </a:cubicBezTo>
                <a:lnTo>
                  <a:pt x="7934" y="15593"/>
                </a:lnTo>
                <a:cubicBezTo>
                  <a:pt x="7873" y="15624"/>
                  <a:pt x="7812" y="15639"/>
                  <a:pt x="7752" y="15639"/>
                </a:cubicBezTo>
                <a:cubicBezTo>
                  <a:pt x="7691" y="15639"/>
                  <a:pt x="7630" y="15624"/>
                  <a:pt x="7569" y="15593"/>
                </a:cubicBezTo>
                <a:lnTo>
                  <a:pt x="7478" y="15563"/>
                </a:lnTo>
                <a:lnTo>
                  <a:pt x="7326" y="15502"/>
                </a:lnTo>
                <a:cubicBezTo>
                  <a:pt x="7204" y="15532"/>
                  <a:pt x="7113" y="15593"/>
                  <a:pt x="7083" y="15715"/>
                </a:cubicBezTo>
                <a:cubicBezTo>
                  <a:pt x="7083" y="15745"/>
                  <a:pt x="7174" y="15775"/>
                  <a:pt x="7204" y="15775"/>
                </a:cubicBezTo>
                <a:cubicBezTo>
                  <a:pt x="7235" y="15775"/>
                  <a:pt x="7326" y="15927"/>
                  <a:pt x="7387" y="15927"/>
                </a:cubicBezTo>
                <a:cubicBezTo>
                  <a:pt x="7400" y="15923"/>
                  <a:pt x="7415" y="15921"/>
                  <a:pt x="7431" y="15921"/>
                </a:cubicBezTo>
                <a:cubicBezTo>
                  <a:pt x="7528" y="15921"/>
                  <a:pt x="7669" y="15988"/>
                  <a:pt x="7721" y="15988"/>
                </a:cubicBezTo>
                <a:cubicBezTo>
                  <a:pt x="7812" y="15988"/>
                  <a:pt x="7782" y="16049"/>
                  <a:pt x="7691" y="16140"/>
                </a:cubicBezTo>
                <a:lnTo>
                  <a:pt x="7326" y="16171"/>
                </a:lnTo>
                <a:lnTo>
                  <a:pt x="7174" y="16171"/>
                </a:lnTo>
                <a:lnTo>
                  <a:pt x="7144" y="16140"/>
                </a:lnTo>
                <a:cubicBezTo>
                  <a:pt x="7133" y="16119"/>
                  <a:pt x="7122" y="16109"/>
                  <a:pt x="7110" y="16109"/>
                </a:cubicBezTo>
                <a:cubicBezTo>
                  <a:pt x="7088" y="16109"/>
                  <a:pt x="7061" y="16142"/>
                  <a:pt x="7022" y="16201"/>
                </a:cubicBezTo>
                <a:lnTo>
                  <a:pt x="6992" y="16201"/>
                </a:lnTo>
                <a:cubicBezTo>
                  <a:pt x="6954" y="16193"/>
                  <a:pt x="6914" y="16190"/>
                  <a:pt x="6873" y="16190"/>
                </a:cubicBezTo>
                <a:cubicBezTo>
                  <a:pt x="6752" y="16190"/>
                  <a:pt x="6627" y="16224"/>
                  <a:pt x="6536" y="16292"/>
                </a:cubicBezTo>
                <a:cubicBezTo>
                  <a:pt x="6475" y="16231"/>
                  <a:pt x="6414" y="16201"/>
                  <a:pt x="6384" y="16140"/>
                </a:cubicBezTo>
                <a:lnTo>
                  <a:pt x="6323" y="16231"/>
                </a:lnTo>
                <a:lnTo>
                  <a:pt x="6262" y="16201"/>
                </a:lnTo>
                <a:cubicBezTo>
                  <a:pt x="6253" y="16182"/>
                  <a:pt x="6217" y="16175"/>
                  <a:pt x="6169" y="16175"/>
                </a:cubicBezTo>
                <a:cubicBezTo>
                  <a:pt x="6061" y="16175"/>
                  <a:pt x="5890" y="16210"/>
                  <a:pt x="5806" y="16231"/>
                </a:cubicBezTo>
                <a:cubicBezTo>
                  <a:pt x="5794" y="16240"/>
                  <a:pt x="5778" y="16244"/>
                  <a:pt x="5761" y="16244"/>
                </a:cubicBezTo>
                <a:cubicBezTo>
                  <a:pt x="5652" y="16244"/>
                  <a:pt x="5468" y="16097"/>
                  <a:pt x="5442" y="16019"/>
                </a:cubicBezTo>
                <a:cubicBezTo>
                  <a:pt x="5424" y="15983"/>
                  <a:pt x="5322" y="15968"/>
                  <a:pt x="5223" y="15968"/>
                </a:cubicBezTo>
                <a:cubicBezTo>
                  <a:pt x="5153" y="15968"/>
                  <a:pt x="5084" y="15976"/>
                  <a:pt x="5046" y="15988"/>
                </a:cubicBezTo>
                <a:cubicBezTo>
                  <a:pt x="4955" y="15988"/>
                  <a:pt x="4925" y="16079"/>
                  <a:pt x="4925" y="16171"/>
                </a:cubicBezTo>
                <a:lnTo>
                  <a:pt x="4925" y="16262"/>
                </a:lnTo>
                <a:cubicBezTo>
                  <a:pt x="4894" y="16292"/>
                  <a:pt x="4864" y="16292"/>
                  <a:pt x="4803" y="16323"/>
                </a:cubicBezTo>
                <a:cubicBezTo>
                  <a:pt x="4773" y="16323"/>
                  <a:pt x="4712" y="16292"/>
                  <a:pt x="4712" y="16262"/>
                </a:cubicBezTo>
                <a:lnTo>
                  <a:pt x="4712" y="16110"/>
                </a:lnTo>
                <a:cubicBezTo>
                  <a:pt x="4712" y="15988"/>
                  <a:pt x="4621" y="15867"/>
                  <a:pt x="4499" y="15836"/>
                </a:cubicBezTo>
                <a:cubicBezTo>
                  <a:pt x="4438" y="15836"/>
                  <a:pt x="4499" y="15897"/>
                  <a:pt x="4499" y="15958"/>
                </a:cubicBezTo>
                <a:cubicBezTo>
                  <a:pt x="4499" y="16019"/>
                  <a:pt x="4530" y="16079"/>
                  <a:pt x="4560" y="16110"/>
                </a:cubicBezTo>
                <a:cubicBezTo>
                  <a:pt x="4590" y="16201"/>
                  <a:pt x="4590" y="16262"/>
                  <a:pt x="4621" y="16323"/>
                </a:cubicBezTo>
                <a:lnTo>
                  <a:pt x="4469" y="16323"/>
                </a:lnTo>
                <a:cubicBezTo>
                  <a:pt x="4378" y="16323"/>
                  <a:pt x="4286" y="16323"/>
                  <a:pt x="4317" y="16414"/>
                </a:cubicBezTo>
                <a:cubicBezTo>
                  <a:pt x="4337" y="16551"/>
                  <a:pt x="4267" y="16587"/>
                  <a:pt x="4191" y="16587"/>
                </a:cubicBezTo>
                <a:cubicBezTo>
                  <a:pt x="4150" y="16587"/>
                  <a:pt x="4106" y="16577"/>
                  <a:pt x="4074" y="16566"/>
                </a:cubicBezTo>
                <a:cubicBezTo>
                  <a:pt x="3891" y="16475"/>
                  <a:pt x="3587" y="16475"/>
                  <a:pt x="3587" y="16231"/>
                </a:cubicBezTo>
                <a:lnTo>
                  <a:pt x="3587" y="16171"/>
                </a:lnTo>
                <a:cubicBezTo>
                  <a:pt x="3587" y="16126"/>
                  <a:pt x="3539" y="16098"/>
                  <a:pt x="3488" y="16098"/>
                </a:cubicBezTo>
                <a:cubicBezTo>
                  <a:pt x="3470" y="16098"/>
                  <a:pt x="3452" y="16102"/>
                  <a:pt x="3435" y="16110"/>
                </a:cubicBezTo>
                <a:lnTo>
                  <a:pt x="3344" y="16110"/>
                </a:lnTo>
                <a:cubicBezTo>
                  <a:pt x="3283" y="16110"/>
                  <a:pt x="3223" y="16079"/>
                  <a:pt x="3253" y="16019"/>
                </a:cubicBezTo>
                <a:cubicBezTo>
                  <a:pt x="3253" y="15988"/>
                  <a:pt x="3101" y="15988"/>
                  <a:pt x="3040" y="15988"/>
                </a:cubicBezTo>
                <a:cubicBezTo>
                  <a:pt x="2949" y="15988"/>
                  <a:pt x="3223" y="16231"/>
                  <a:pt x="3314" y="16292"/>
                </a:cubicBezTo>
                <a:cubicBezTo>
                  <a:pt x="3375" y="16353"/>
                  <a:pt x="3405" y="16414"/>
                  <a:pt x="3466" y="16475"/>
                </a:cubicBezTo>
                <a:cubicBezTo>
                  <a:pt x="3405" y="16475"/>
                  <a:pt x="3344" y="16444"/>
                  <a:pt x="3314" y="16414"/>
                </a:cubicBezTo>
                <a:cubicBezTo>
                  <a:pt x="3253" y="16414"/>
                  <a:pt x="3071" y="16535"/>
                  <a:pt x="3010" y="16566"/>
                </a:cubicBezTo>
                <a:cubicBezTo>
                  <a:pt x="2949" y="16627"/>
                  <a:pt x="2919" y="16718"/>
                  <a:pt x="2949" y="16779"/>
                </a:cubicBezTo>
                <a:cubicBezTo>
                  <a:pt x="2949" y="16839"/>
                  <a:pt x="2888" y="16900"/>
                  <a:pt x="2797" y="16900"/>
                </a:cubicBezTo>
                <a:lnTo>
                  <a:pt x="2736" y="16900"/>
                </a:lnTo>
                <a:cubicBezTo>
                  <a:pt x="2706" y="16870"/>
                  <a:pt x="2676" y="16809"/>
                  <a:pt x="2615" y="16809"/>
                </a:cubicBezTo>
                <a:cubicBezTo>
                  <a:pt x="2460" y="16751"/>
                  <a:pt x="2305" y="16644"/>
                  <a:pt x="2143" y="16644"/>
                </a:cubicBezTo>
                <a:cubicBezTo>
                  <a:pt x="2050" y="16644"/>
                  <a:pt x="1954" y="16679"/>
                  <a:pt x="1855" y="16779"/>
                </a:cubicBezTo>
                <a:lnTo>
                  <a:pt x="1733" y="16779"/>
                </a:lnTo>
                <a:cubicBezTo>
                  <a:pt x="1688" y="16763"/>
                  <a:pt x="1642" y="16756"/>
                  <a:pt x="1596" y="16756"/>
                </a:cubicBezTo>
                <a:cubicBezTo>
                  <a:pt x="1551" y="16756"/>
                  <a:pt x="1505" y="16763"/>
                  <a:pt x="1460" y="16779"/>
                </a:cubicBezTo>
                <a:cubicBezTo>
                  <a:pt x="1429" y="16794"/>
                  <a:pt x="1407" y="16801"/>
                  <a:pt x="1384" y="16801"/>
                </a:cubicBezTo>
                <a:cubicBezTo>
                  <a:pt x="1361" y="16801"/>
                  <a:pt x="1338" y="16794"/>
                  <a:pt x="1308" y="16779"/>
                </a:cubicBezTo>
                <a:lnTo>
                  <a:pt x="1247" y="16718"/>
                </a:lnTo>
                <a:cubicBezTo>
                  <a:pt x="1234" y="16705"/>
                  <a:pt x="1211" y="16699"/>
                  <a:pt x="1181" y="16699"/>
                </a:cubicBezTo>
                <a:cubicBezTo>
                  <a:pt x="1071" y="16699"/>
                  <a:pt x="861" y="16781"/>
                  <a:pt x="669" y="16900"/>
                </a:cubicBezTo>
                <a:lnTo>
                  <a:pt x="457" y="16779"/>
                </a:lnTo>
                <a:lnTo>
                  <a:pt x="213" y="16687"/>
                </a:lnTo>
                <a:lnTo>
                  <a:pt x="213" y="16687"/>
                </a:lnTo>
                <a:cubicBezTo>
                  <a:pt x="153" y="16779"/>
                  <a:pt x="244" y="16870"/>
                  <a:pt x="396" y="16870"/>
                </a:cubicBezTo>
                <a:lnTo>
                  <a:pt x="487" y="16991"/>
                </a:lnTo>
                <a:cubicBezTo>
                  <a:pt x="525" y="17057"/>
                  <a:pt x="563" y="17079"/>
                  <a:pt x="600" y="17079"/>
                </a:cubicBezTo>
                <a:cubicBezTo>
                  <a:pt x="677" y="17079"/>
                  <a:pt x="753" y="16989"/>
                  <a:pt x="830" y="16989"/>
                </a:cubicBezTo>
                <a:cubicBezTo>
                  <a:pt x="837" y="16989"/>
                  <a:pt x="844" y="16989"/>
                  <a:pt x="852" y="16991"/>
                </a:cubicBezTo>
                <a:cubicBezTo>
                  <a:pt x="913" y="17022"/>
                  <a:pt x="943" y="17052"/>
                  <a:pt x="973" y="17083"/>
                </a:cubicBezTo>
                <a:lnTo>
                  <a:pt x="1065" y="17113"/>
                </a:lnTo>
                <a:cubicBezTo>
                  <a:pt x="1156" y="17174"/>
                  <a:pt x="1186" y="17295"/>
                  <a:pt x="1065" y="17356"/>
                </a:cubicBezTo>
                <a:lnTo>
                  <a:pt x="1004" y="17417"/>
                </a:lnTo>
                <a:cubicBezTo>
                  <a:pt x="882" y="17478"/>
                  <a:pt x="1034" y="17569"/>
                  <a:pt x="943" y="17660"/>
                </a:cubicBezTo>
                <a:cubicBezTo>
                  <a:pt x="882" y="17690"/>
                  <a:pt x="882" y="17842"/>
                  <a:pt x="1095" y="17842"/>
                </a:cubicBezTo>
                <a:cubicBezTo>
                  <a:pt x="1125" y="17842"/>
                  <a:pt x="1186" y="17903"/>
                  <a:pt x="1247" y="17903"/>
                </a:cubicBezTo>
                <a:lnTo>
                  <a:pt x="1308" y="17903"/>
                </a:lnTo>
                <a:cubicBezTo>
                  <a:pt x="1369" y="17873"/>
                  <a:pt x="1429" y="17690"/>
                  <a:pt x="1490" y="17690"/>
                </a:cubicBezTo>
                <a:cubicBezTo>
                  <a:pt x="1581" y="17660"/>
                  <a:pt x="1520" y="17599"/>
                  <a:pt x="1399" y="17538"/>
                </a:cubicBezTo>
                <a:lnTo>
                  <a:pt x="1277" y="17478"/>
                </a:lnTo>
                <a:cubicBezTo>
                  <a:pt x="1247" y="17447"/>
                  <a:pt x="1247" y="17386"/>
                  <a:pt x="1277" y="17356"/>
                </a:cubicBezTo>
                <a:cubicBezTo>
                  <a:pt x="1300" y="17334"/>
                  <a:pt x="1322" y="17262"/>
                  <a:pt x="1381" y="17262"/>
                </a:cubicBezTo>
                <a:cubicBezTo>
                  <a:pt x="1402" y="17262"/>
                  <a:pt x="1428" y="17271"/>
                  <a:pt x="1460" y="17295"/>
                </a:cubicBezTo>
                <a:lnTo>
                  <a:pt x="1490" y="17326"/>
                </a:lnTo>
                <a:cubicBezTo>
                  <a:pt x="1612" y="17295"/>
                  <a:pt x="1733" y="17234"/>
                  <a:pt x="1855" y="17174"/>
                </a:cubicBezTo>
                <a:lnTo>
                  <a:pt x="2098" y="17174"/>
                </a:lnTo>
                <a:cubicBezTo>
                  <a:pt x="2159" y="17174"/>
                  <a:pt x="2220" y="17143"/>
                  <a:pt x="2280" y="17113"/>
                </a:cubicBezTo>
                <a:lnTo>
                  <a:pt x="2402" y="17052"/>
                </a:lnTo>
                <a:cubicBezTo>
                  <a:pt x="2584" y="17113"/>
                  <a:pt x="2706" y="17234"/>
                  <a:pt x="2736" y="17417"/>
                </a:cubicBezTo>
                <a:lnTo>
                  <a:pt x="2797" y="17538"/>
                </a:lnTo>
                <a:cubicBezTo>
                  <a:pt x="2828" y="17599"/>
                  <a:pt x="2888" y="17630"/>
                  <a:pt x="2949" y="17660"/>
                </a:cubicBezTo>
                <a:lnTo>
                  <a:pt x="2979" y="17660"/>
                </a:lnTo>
                <a:cubicBezTo>
                  <a:pt x="3010" y="17660"/>
                  <a:pt x="3040" y="17630"/>
                  <a:pt x="3071" y="17599"/>
                </a:cubicBezTo>
                <a:lnTo>
                  <a:pt x="3040" y="17599"/>
                </a:lnTo>
                <a:cubicBezTo>
                  <a:pt x="2979" y="17538"/>
                  <a:pt x="2979" y="17478"/>
                  <a:pt x="3071" y="17417"/>
                </a:cubicBezTo>
                <a:cubicBezTo>
                  <a:pt x="3101" y="17417"/>
                  <a:pt x="3162" y="17478"/>
                  <a:pt x="3192" y="17508"/>
                </a:cubicBezTo>
                <a:cubicBezTo>
                  <a:pt x="3253" y="17538"/>
                  <a:pt x="3253" y="17599"/>
                  <a:pt x="3314" y="17630"/>
                </a:cubicBezTo>
                <a:cubicBezTo>
                  <a:pt x="3527" y="17782"/>
                  <a:pt x="3587" y="17934"/>
                  <a:pt x="3405" y="18116"/>
                </a:cubicBezTo>
                <a:cubicBezTo>
                  <a:pt x="3413" y="18124"/>
                  <a:pt x="3426" y="18128"/>
                  <a:pt x="3440" y="18128"/>
                </a:cubicBezTo>
                <a:cubicBezTo>
                  <a:pt x="3480" y="18128"/>
                  <a:pt x="3535" y="18100"/>
                  <a:pt x="3557" y="18055"/>
                </a:cubicBezTo>
                <a:lnTo>
                  <a:pt x="3618" y="18025"/>
                </a:lnTo>
                <a:cubicBezTo>
                  <a:pt x="3648" y="17964"/>
                  <a:pt x="3709" y="17934"/>
                  <a:pt x="3739" y="17934"/>
                </a:cubicBezTo>
                <a:lnTo>
                  <a:pt x="3922" y="17964"/>
                </a:lnTo>
                <a:cubicBezTo>
                  <a:pt x="4074" y="17994"/>
                  <a:pt x="4195" y="18086"/>
                  <a:pt x="4286" y="18207"/>
                </a:cubicBezTo>
                <a:lnTo>
                  <a:pt x="4408" y="18146"/>
                </a:lnTo>
                <a:cubicBezTo>
                  <a:pt x="4438" y="18146"/>
                  <a:pt x="4408" y="18025"/>
                  <a:pt x="4347" y="17994"/>
                </a:cubicBezTo>
                <a:cubicBezTo>
                  <a:pt x="4256" y="17903"/>
                  <a:pt x="4165" y="17812"/>
                  <a:pt x="4074" y="17782"/>
                </a:cubicBezTo>
                <a:cubicBezTo>
                  <a:pt x="3952" y="17690"/>
                  <a:pt x="3922" y="17690"/>
                  <a:pt x="4013" y="17660"/>
                </a:cubicBezTo>
                <a:cubicBezTo>
                  <a:pt x="4165" y="17538"/>
                  <a:pt x="4317" y="17478"/>
                  <a:pt x="4499" y="17447"/>
                </a:cubicBezTo>
                <a:cubicBezTo>
                  <a:pt x="4712" y="17478"/>
                  <a:pt x="4590" y="17721"/>
                  <a:pt x="4742" y="17812"/>
                </a:cubicBezTo>
                <a:lnTo>
                  <a:pt x="4742" y="17873"/>
                </a:lnTo>
                <a:cubicBezTo>
                  <a:pt x="4784" y="17977"/>
                  <a:pt x="4811" y="18024"/>
                  <a:pt x="4883" y="18024"/>
                </a:cubicBezTo>
                <a:cubicBezTo>
                  <a:pt x="4916" y="18024"/>
                  <a:pt x="4958" y="18014"/>
                  <a:pt x="5016" y="17994"/>
                </a:cubicBezTo>
                <a:cubicBezTo>
                  <a:pt x="5107" y="17994"/>
                  <a:pt x="5198" y="17934"/>
                  <a:pt x="5259" y="17934"/>
                </a:cubicBezTo>
                <a:lnTo>
                  <a:pt x="5502" y="17994"/>
                </a:lnTo>
                <a:cubicBezTo>
                  <a:pt x="5624" y="17873"/>
                  <a:pt x="5654" y="17721"/>
                  <a:pt x="5533" y="17599"/>
                </a:cubicBezTo>
                <a:cubicBezTo>
                  <a:pt x="5502" y="17569"/>
                  <a:pt x="5715" y="17478"/>
                  <a:pt x="5806" y="17478"/>
                </a:cubicBezTo>
                <a:cubicBezTo>
                  <a:pt x="5897" y="17478"/>
                  <a:pt x="5989" y="17478"/>
                  <a:pt x="6080" y="17447"/>
                </a:cubicBezTo>
                <a:cubicBezTo>
                  <a:pt x="6080" y="17441"/>
                  <a:pt x="6082" y="17439"/>
                  <a:pt x="6086" y="17439"/>
                </a:cubicBezTo>
                <a:cubicBezTo>
                  <a:pt x="6103" y="17439"/>
                  <a:pt x="6147" y="17478"/>
                  <a:pt x="6171" y="17478"/>
                </a:cubicBezTo>
                <a:lnTo>
                  <a:pt x="6323" y="17478"/>
                </a:lnTo>
                <a:cubicBezTo>
                  <a:pt x="6353" y="17478"/>
                  <a:pt x="6262" y="17265"/>
                  <a:pt x="6323" y="17204"/>
                </a:cubicBezTo>
                <a:cubicBezTo>
                  <a:pt x="6347" y="17168"/>
                  <a:pt x="6408" y="17156"/>
                  <a:pt x="6478" y="17156"/>
                </a:cubicBezTo>
                <a:cubicBezTo>
                  <a:pt x="6585" y="17156"/>
                  <a:pt x="6712" y="17186"/>
                  <a:pt x="6749" y="17204"/>
                </a:cubicBezTo>
                <a:cubicBezTo>
                  <a:pt x="6766" y="17216"/>
                  <a:pt x="6782" y="17221"/>
                  <a:pt x="6797" y="17221"/>
                </a:cubicBezTo>
                <a:cubicBezTo>
                  <a:pt x="6861" y="17221"/>
                  <a:pt x="6901" y="17132"/>
                  <a:pt x="6901" y="17083"/>
                </a:cubicBezTo>
                <a:cubicBezTo>
                  <a:pt x="6901" y="17047"/>
                  <a:pt x="6880" y="17032"/>
                  <a:pt x="6856" y="17032"/>
                </a:cubicBezTo>
                <a:cubicBezTo>
                  <a:pt x="6840" y="17032"/>
                  <a:pt x="6822" y="17040"/>
                  <a:pt x="6809" y="17052"/>
                </a:cubicBezTo>
                <a:lnTo>
                  <a:pt x="6779" y="17052"/>
                </a:lnTo>
                <a:lnTo>
                  <a:pt x="6688" y="17083"/>
                </a:lnTo>
                <a:cubicBezTo>
                  <a:pt x="6627" y="16991"/>
                  <a:pt x="6627" y="16900"/>
                  <a:pt x="6657" y="16809"/>
                </a:cubicBezTo>
                <a:lnTo>
                  <a:pt x="6597" y="16718"/>
                </a:lnTo>
                <a:cubicBezTo>
                  <a:pt x="6657" y="16687"/>
                  <a:pt x="6688" y="16657"/>
                  <a:pt x="6749" y="16657"/>
                </a:cubicBezTo>
                <a:lnTo>
                  <a:pt x="6809" y="16657"/>
                </a:lnTo>
                <a:cubicBezTo>
                  <a:pt x="6813" y="16660"/>
                  <a:pt x="6817" y="16662"/>
                  <a:pt x="6822" y="16662"/>
                </a:cubicBezTo>
                <a:cubicBezTo>
                  <a:pt x="6865" y="16662"/>
                  <a:pt x="6965" y="16562"/>
                  <a:pt x="6992" y="16535"/>
                </a:cubicBezTo>
                <a:cubicBezTo>
                  <a:pt x="6996" y="16527"/>
                  <a:pt x="7005" y="16523"/>
                  <a:pt x="7017" y="16523"/>
                </a:cubicBezTo>
                <a:cubicBezTo>
                  <a:pt x="7089" y="16523"/>
                  <a:pt x="7283" y="16657"/>
                  <a:pt x="7387" y="16657"/>
                </a:cubicBezTo>
                <a:cubicBezTo>
                  <a:pt x="7478" y="16657"/>
                  <a:pt x="7569" y="16748"/>
                  <a:pt x="7539" y="16870"/>
                </a:cubicBezTo>
                <a:lnTo>
                  <a:pt x="7508" y="16991"/>
                </a:lnTo>
                <a:cubicBezTo>
                  <a:pt x="7478" y="17022"/>
                  <a:pt x="7448" y="17052"/>
                  <a:pt x="7417" y="17052"/>
                </a:cubicBezTo>
                <a:lnTo>
                  <a:pt x="7387" y="17052"/>
                </a:lnTo>
                <a:cubicBezTo>
                  <a:pt x="7356" y="17022"/>
                  <a:pt x="7235" y="16748"/>
                  <a:pt x="7083" y="16748"/>
                </a:cubicBezTo>
                <a:cubicBezTo>
                  <a:pt x="7072" y="16745"/>
                  <a:pt x="7062" y="16744"/>
                  <a:pt x="7054" y="16744"/>
                </a:cubicBezTo>
                <a:cubicBezTo>
                  <a:pt x="6972" y="16744"/>
                  <a:pt x="7028" y="16872"/>
                  <a:pt x="7083" y="16900"/>
                </a:cubicBezTo>
                <a:cubicBezTo>
                  <a:pt x="7174" y="16991"/>
                  <a:pt x="7265" y="17113"/>
                  <a:pt x="7326" y="17204"/>
                </a:cubicBezTo>
                <a:lnTo>
                  <a:pt x="7539" y="17204"/>
                </a:lnTo>
                <a:cubicBezTo>
                  <a:pt x="7645" y="17189"/>
                  <a:pt x="7744" y="17181"/>
                  <a:pt x="7843" y="17181"/>
                </a:cubicBezTo>
                <a:cubicBezTo>
                  <a:pt x="7942" y="17181"/>
                  <a:pt x="8040" y="17189"/>
                  <a:pt x="8147" y="17204"/>
                </a:cubicBezTo>
                <a:cubicBezTo>
                  <a:pt x="8208" y="17234"/>
                  <a:pt x="8177" y="17295"/>
                  <a:pt x="8056" y="17356"/>
                </a:cubicBezTo>
                <a:lnTo>
                  <a:pt x="7964" y="17386"/>
                </a:lnTo>
                <a:lnTo>
                  <a:pt x="7904" y="17386"/>
                </a:lnTo>
                <a:cubicBezTo>
                  <a:pt x="7873" y="17417"/>
                  <a:pt x="7904" y="17447"/>
                  <a:pt x="7964" y="17447"/>
                </a:cubicBezTo>
                <a:lnTo>
                  <a:pt x="8056" y="17690"/>
                </a:lnTo>
                <a:cubicBezTo>
                  <a:pt x="8299" y="17660"/>
                  <a:pt x="8633" y="17569"/>
                  <a:pt x="8815" y="17538"/>
                </a:cubicBezTo>
                <a:lnTo>
                  <a:pt x="8998" y="17508"/>
                </a:lnTo>
                <a:cubicBezTo>
                  <a:pt x="9028" y="17478"/>
                  <a:pt x="8937" y="17417"/>
                  <a:pt x="8876" y="17386"/>
                </a:cubicBezTo>
                <a:cubicBezTo>
                  <a:pt x="8785" y="17386"/>
                  <a:pt x="8907" y="17326"/>
                  <a:pt x="9089" y="17326"/>
                </a:cubicBezTo>
                <a:lnTo>
                  <a:pt x="9089" y="17356"/>
                </a:lnTo>
                <a:cubicBezTo>
                  <a:pt x="9211" y="17599"/>
                  <a:pt x="9515" y="17478"/>
                  <a:pt x="9697" y="17599"/>
                </a:cubicBezTo>
                <a:cubicBezTo>
                  <a:pt x="9725" y="17613"/>
                  <a:pt x="9749" y="17619"/>
                  <a:pt x="9769" y="17619"/>
                </a:cubicBezTo>
                <a:cubicBezTo>
                  <a:pt x="9836" y="17619"/>
                  <a:pt x="9870" y="17555"/>
                  <a:pt x="9940" y="17508"/>
                </a:cubicBezTo>
                <a:cubicBezTo>
                  <a:pt x="10001" y="17417"/>
                  <a:pt x="9970" y="17356"/>
                  <a:pt x="9879" y="17326"/>
                </a:cubicBezTo>
                <a:lnTo>
                  <a:pt x="9697" y="17265"/>
                </a:lnTo>
                <a:cubicBezTo>
                  <a:pt x="9575" y="17143"/>
                  <a:pt x="9606" y="17022"/>
                  <a:pt x="9788" y="17022"/>
                </a:cubicBezTo>
                <a:lnTo>
                  <a:pt x="9940" y="17022"/>
                </a:lnTo>
                <a:cubicBezTo>
                  <a:pt x="10034" y="17022"/>
                  <a:pt x="10127" y="16932"/>
                  <a:pt x="10235" y="16932"/>
                </a:cubicBezTo>
                <a:cubicBezTo>
                  <a:pt x="10267" y="16932"/>
                  <a:pt x="10300" y="16940"/>
                  <a:pt x="10335" y="16961"/>
                </a:cubicBezTo>
                <a:cubicBezTo>
                  <a:pt x="10364" y="16978"/>
                  <a:pt x="10392" y="16985"/>
                  <a:pt x="10418" y="16985"/>
                </a:cubicBezTo>
                <a:cubicBezTo>
                  <a:pt x="10493" y="16985"/>
                  <a:pt x="10559" y="16935"/>
                  <a:pt x="10616" y="16935"/>
                </a:cubicBezTo>
                <a:cubicBezTo>
                  <a:pt x="10646" y="16935"/>
                  <a:pt x="10674" y="16949"/>
                  <a:pt x="10700" y="16991"/>
                </a:cubicBezTo>
                <a:cubicBezTo>
                  <a:pt x="10761" y="16991"/>
                  <a:pt x="10791" y="16991"/>
                  <a:pt x="10822" y="16961"/>
                </a:cubicBezTo>
                <a:lnTo>
                  <a:pt x="10882" y="16900"/>
                </a:lnTo>
                <a:cubicBezTo>
                  <a:pt x="10898" y="16877"/>
                  <a:pt x="10914" y="16867"/>
                  <a:pt x="10928" y="16867"/>
                </a:cubicBezTo>
                <a:cubicBezTo>
                  <a:pt x="10970" y="16867"/>
                  <a:pt x="11004" y="16946"/>
                  <a:pt x="11004" y="16991"/>
                </a:cubicBezTo>
                <a:cubicBezTo>
                  <a:pt x="10974" y="17083"/>
                  <a:pt x="10943" y="17174"/>
                  <a:pt x="10882" y="17234"/>
                </a:cubicBezTo>
                <a:lnTo>
                  <a:pt x="10822" y="17265"/>
                </a:lnTo>
                <a:cubicBezTo>
                  <a:pt x="10809" y="17271"/>
                  <a:pt x="10796" y="17273"/>
                  <a:pt x="10782" y="17273"/>
                </a:cubicBezTo>
                <a:cubicBezTo>
                  <a:pt x="10724" y="17273"/>
                  <a:pt x="10651" y="17234"/>
                  <a:pt x="10578" y="17234"/>
                </a:cubicBezTo>
                <a:lnTo>
                  <a:pt x="10335" y="17113"/>
                </a:lnTo>
                <a:cubicBezTo>
                  <a:pt x="10244" y="17143"/>
                  <a:pt x="10153" y="17174"/>
                  <a:pt x="10122" y="17204"/>
                </a:cubicBezTo>
                <a:cubicBezTo>
                  <a:pt x="10092" y="17234"/>
                  <a:pt x="10153" y="17326"/>
                  <a:pt x="10183" y="17356"/>
                </a:cubicBezTo>
                <a:cubicBezTo>
                  <a:pt x="10204" y="17417"/>
                  <a:pt x="10220" y="17437"/>
                  <a:pt x="10236" y="17437"/>
                </a:cubicBezTo>
                <a:cubicBezTo>
                  <a:pt x="10268" y="17437"/>
                  <a:pt x="10295" y="17356"/>
                  <a:pt x="10335" y="17356"/>
                </a:cubicBezTo>
                <a:cubicBezTo>
                  <a:pt x="10361" y="17346"/>
                  <a:pt x="10385" y="17342"/>
                  <a:pt x="10409" y="17342"/>
                </a:cubicBezTo>
                <a:cubicBezTo>
                  <a:pt x="10529" y="17342"/>
                  <a:pt x="10634" y="17447"/>
                  <a:pt x="10761" y="17447"/>
                </a:cubicBezTo>
                <a:lnTo>
                  <a:pt x="10791" y="17447"/>
                </a:lnTo>
                <a:cubicBezTo>
                  <a:pt x="10806" y="17493"/>
                  <a:pt x="10829" y="17516"/>
                  <a:pt x="10852" y="17516"/>
                </a:cubicBezTo>
                <a:cubicBezTo>
                  <a:pt x="10875" y="17516"/>
                  <a:pt x="10898" y="17493"/>
                  <a:pt x="10913" y="17447"/>
                </a:cubicBezTo>
                <a:lnTo>
                  <a:pt x="10974" y="17447"/>
                </a:lnTo>
                <a:lnTo>
                  <a:pt x="11217" y="17356"/>
                </a:lnTo>
                <a:cubicBezTo>
                  <a:pt x="11242" y="17206"/>
                  <a:pt x="11308" y="17097"/>
                  <a:pt x="11381" y="17097"/>
                </a:cubicBezTo>
                <a:cubicBezTo>
                  <a:pt x="11397" y="17097"/>
                  <a:pt x="11413" y="17102"/>
                  <a:pt x="11429" y="17113"/>
                </a:cubicBezTo>
                <a:lnTo>
                  <a:pt x="11429" y="17143"/>
                </a:lnTo>
                <a:lnTo>
                  <a:pt x="11369" y="17234"/>
                </a:lnTo>
                <a:cubicBezTo>
                  <a:pt x="11308" y="17326"/>
                  <a:pt x="11369" y="17386"/>
                  <a:pt x="11521" y="17386"/>
                </a:cubicBezTo>
                <a:lnTo>
                  <a:pt x="11642" y="17295"/>
                </a:lnTo>
                <a:cubicBezTo>
                  <a:pt x="11688" y="17280"/>
                  <a:pt x="11733" y="17272"/>
                  <a:pt x="11779" y="17272"/>
                </a:cubicBezTo>
                <a:cubicBezTo>
                  <a:pt x="11825" y="17272"/>
                  <a:pt x="11870" y="17280"/>
                  <a:pt x="11916" y="17295"/>
                </a:cubicBezTo>
                <a:cubicBezTo>
                  <a:pt x="12007" y="17386"/>
                  <a:pt x="11946" y="17447"/>
                  <a:pt x="11794" y="17447"/>
                </a:cubicBezTo>
                <a:lnTo>
                  <a:pt x="11764" y="17447"/>
                </a:lnTo>
                <a:cubicBezTo>
                  <a:pt x="11764" y="17538"/>
                  <a:pt x="11703" y="17599"/>
                  <a:pt x="11673" y="17690"/>
                </a:cubicBezTo>
                <a:lnTo>
                  <a:pt x="11642" y="17690"/>
                </a:lnTo>
                <a:cubicBezTo>
                  <a:pt x="11490" y="17721"/>
                  <a:pt x="11490" y="17782"/>
                  <a:pt x="11551" y="17842"/>
                </a:cubicBezTo>
                <a:lnTo>
                  <a:pt x="11612" y="17873"/>
                </a:lnTo>
                <a:cubicBezTo>
                  <a:pt x="11733" y="17873"/>
                  <a:pt x="11825" y="17690"/>
                  <a:pt x="11855" y="17630"/>
                </a:cubicBezTo>
                <a:cubicBezTo>
                  <a:pt x="11855" y="17569"/>
                  <a:pt x="12037" y="17447"/>
                  <a:pt x="12250" y="17356"/>
                </a:cubicBezTo>
                <a:lnTo>
                  <a:pt x="12433" y="17234"/>
                </a:lnTo>
                <a:cubicBezTo>
                  <a:pt x="12493" y="17204"/>
                  <a:pt x="12585" y="17204"/>
                  <a:pt x="12615" y="17204"/>
                </a:cubicBezTo>
                <a:lnTo>
                  <a:pt x="12645" y="17234"/>
                </a:lnTo>
                <a:cubicBezTo>
                  <a:pt x="12656" y="17245"/>
                  <a:pt x="12673" y="17249"/>
                  <a:pt x="12695" y="17249"/>
                </a:cubicBezTo>
                <a:cubicBezTo>
                  <a:pt x="12792" y="17249"/>
                  <a:pt x="12982" y="17170"/>
                  <a:pt x="13094" y="17170"/>
                </a:cubicBezTo>
                <a:cubicBezTo>
                  <a:pt x="13108" y="17170"/>
                  <a:pt x="13120" y="17171"/>
                  <a:pt x="13132" y="17174"/>
                </a:cubicBezTo>
                <a:cubicBezTo>
                  <a:pt x="13253" y="17204"/>
                  <a:pt x="13344" y="17265"/>
                  <a:pt x="13405" y="17356"/>
                </a:cubicBezTo>
                <a:cubicBezTo>
                  <a:pt x="13405" y="17417"/>
                  <a:pt x="13466" y="17417"/>
                  <a:pt x="13466" y="17417"/>
                </a:cubicBezTo>
                <a:cubicBezTo>
                  <a:pt x="13466" y="17356"/>
                  <a:pt x="13496" y="17326"/>
                  <a:pt x="13496" y="17265"/>
                </a:cubicBezTo>
                <a:cubicBezTo>
                  <a:pt x="13496" y="17257"/>
                  <a:pt x="13503" y="17253"/>
                  <a:pt x="13515" y="17253"/>
                </a:cubicBezTo>
                <a:cubicBezTo>
                  <a:pt x="13547" y="17253"/>
                  <a:pt x="13620" y="17281"/>
                  <a:pt x="13709" y="17326"/>
                </a:cubicBezTo>
                <a:lnTo>
                  <a:pt x="13892" y="17326"/>
                </a:lnTo>
                <a:cubicBezTo>
                  <a:pt x="13945" y="17304"/>
                  <a:pt x="13984" y="17294"/>
                  <a:pt x="14005" y="17294"/>
                </a:cubicBezTo>
                <a:cubicBezTo>
                  <a:pt x="14042" y="17294"/>
                  <a:pt x="14020" y="17328"/>
                  <a:pt x="13922" y="17386"/>
                </a:cubicBezTo>
                <a:lnTo>
                  <a:pt x="13892" y="17478"/>
                </a:lnTo>
                <a:lnTo>
                  <a:pt x="13861" y="17538"/>
                </a:lnTo>
                <a:cubicBezTo>
                  <a:pt x="13892" y="17660"/>
                  <a:pt x="13770" y="17721"/>
                  <a:pt x="13588" y="17721"/>
                </a:cubicBezTo>
                <a:lnTo>
                  <a:pt x="13648" y="17569"/>
                </a:lnTo>
                <a:cubicBezTo>
                  <a:pt x="13648" y="17538"/>
                  <a:pt x="13618" y="17508"/>
                  <a:pt x="13588" y="17508"/>
                </a:cubicBezTo>
                <a:cubicBezTo>
                  <a:pt x="13496" y="17569"/>
                  <a:pt x="13436" y="17599"/>
                  <a:pt x="13344" y="17660"/>
                </a:cubicBezTo>
                <a:lnTo>
                  <a:pt x="13314" y="17690"/>
                </a:lnTo>
                <a:cubicBezTo>
                  <a:pt x="13253" y="17660"/>
                  <a:pt x="13192" y="17508"/>
                  <a:pt x="13192" y="17447"/>
                </a:cubicBezTo>
                <a:cubicBezTo>
                  <a:pt x="13192" y="17386"/>
                  <a:pt x="13040" y="17356"/>
                  <a:pt x="12980" y="17356"/>
                </a:cubicBezTo>
                <a:cubicBezTo>
                  <a:pt x="12919" y="17356"/>
                  <a:pt x="12949" y="17417"/>
                  <a:pt x="12980" y="17417"/>
                </a:cubicBezTo>
                <a:cubicBezTo>
                  <a:pt x="13040" y="17478"/>
                  <a:pt x="13071" y="17569"/>
                  <a:pt x="13132" y="17690"/>
                </a:cubicBezTo>
                <a:lnTo>
                  <a:pt x="13132" y="17812"/>
                </a:lnTo>
                <a:lnTo>
                  <a:pt x="13132" y="17842"/>
                </a:lnTo>
                <a:cubicBezTo>
                  <a:pt x="13056" y="17855"/>
                  <a:pt x="12981" y="17862"/>
                  <a:pt x="12905" y="17862"/>
                </a:cubicBezTo>
                <a:cubicBezTo>
                  <a:pt x="12798" y="17862"/>
                  <a:pt x="12691" y="17848"/>
                  <a:pt x="12585" y="17812"/>
                </a:cubicBezTo>
                <a:lnTo>
                  <a:pt x="12463" y="17630"/>
                </a:lnTo>
                <a:cubicBezTo>
                  <a:pt x="12437" y="17604"/>
                  <a:pt x="12401" y="17595"/>
                  <a:pt x="12365" y="17595"/>
                </a:cubicBezTo>
                <a:cubicBezTo>
                  <a:pt x="12316" y="17595"/>
                  <a:pt x="12268" y="17612"/>
                  <a:pt x="12250" y="17630"/>
                </a:cubicBezTo>
                <a:cubicBezTo>
                  <a:pt x="12250" y="17660"/>
                  <a:pt x="12281" y="17721"/>
                  <a:pt x="12311" y="17751"/>
                </a:cubicBezTo>
                <a:lnTo>
                  <a:pt x="12341" y="17812"/>
                </a:lnTo>
                <a:cubicBezTo>
                  <a:pt x="12433" y="17873"/>
                  <a:pt x="12372" y="17964"/>
                  <a:pt x="12311" y="17994"/>
                </a:cubicBezTo>
                <a:cubicBezTo>
                  <a:pt x="12250" y="18025"/>
                  <a:pt x="12554" y="18116"/>
                  <a:pt x="12676" y="18146"/>
                </a:cubicBezTo>
                <a:cubicBezTo>
                  <a:pt x="12708" y="18154"/>
                  <a:pt x="12737" y="18158"/>
                  <a:pt x="12759" y="18158"/>
                </a:cubicBezTo>
                <a:cubicBezTo>
                  <a:pt x="12821" y="18158"/>
                  <a:pt x="12842" y="18130"/>
                  <a:pt x="12797" y="18086"/>
                </a:cubicBezTo>
                <a:lnTo>
                  <a:pt x="12676" y="18086"/>
                </a:lnTo>
                <a:cubicBezTo>
                  <a:pt x="12676" y="18025"/>
                  <a:pt x="12706" y="17934"/>
                  <a:pt x="12767" y="17903"/>
                </a:cubicBezTo>
                <a:lnTo>
                  <a:pt x="12858" y="17964"/>
                </a:lnTo>
                <a:cubicBezTo>
                  <a:pt x="12980" y="18055"/>
                  <a:pt x="13132" y="18146"/>
                  <a:pt x="13284" y="18238"/>
                </a:cubicBezTo>
                <a:cubicBezTo>
                  <a:pt x="13324" y="18251"/>
                  <a:pt x="13365" y="18265"/>
                  <a:pt x="13398" y="18265"/>
                </a:cubicBezTo>
                <a:cubicBezTo>
                  <a:pt x="13438" y="18265"/>
                  <a:pt x="13466" y="18244"/>
                  <a:pt x="13466" y="18177"/>
                </a:cubicBezTo>
                <a:cubicBezTo>
                  <a:pt x="13466" y="18055"/>
                  <a:pt x="13618" y="18086"/>
                  <a:pt x="13618" y="18055"/>
                </a:cubicBezTo>
                <a:lnTo>
                  <a:pt x="13618" y="17934"/>
                </a:lnTo>
                <a:lnTo>
                  <a:pt x="13618" y="17903"/>
                </a:lnTo>
                <a:cubicBezTo>
                  <a:pt x="13588" y="17873"/>
                  <a:pt x="13770" y="17842"/>
                  <a:pt x="13831" y="17842"/>
                </a:cubicBezTo>
                <a:cubicBezTo>
                  <a:pt x="13892" y="17842"/>
                  <a:pt x="13983" y="18025"/>
                  <a:pt x="13922" y="18086"/>
                </a:cubicBezTo>
                <a:cubicBezTo>
                  <a:pt x="13831" y="18116"/>
                  <a:pt x="14013" y="18177"/>
                  <a:pt x="14104" y="18207"/>
                </a:cubicBezTo>
                <a:cubicBezTo>
                  <a:pt x="14111" y="18210"/>
                  <a:pt x="14117" y="18212"/>
                  <a:pt x="14123" y="18212"/>
                </a:cubicBezTo>
                <a:cubicBezTo>
                  <a:pt x="14171" y="18212"/>
                  <a:pt x="14195" y="18113"/>
                  <a:pt x="14195" y="18086"/>
                </a:cubicBezTo>
                <a:cubicBezTo>
                  <a:pt x="14195" y="17994"/>
                  <a:pt x="14195" y="17873"/>
                  <a:pt x="14195" y="17782"/>
                </a:cubicBezTo>
                <a:lnTo>
                  <a:pt x="14074" y="17690"/>
                </a:lnTo>
                <a:cubicBezTo>
                  <a:pt x="14044" y="17690"/>
                  <a:pt x="14104" y="17599"/>
                  <a:pt x="14135" y="17569"/>
                </a:cubicBezTo>
                <a:lnTo>
                  <a:pt x="14195" y="17508"/>
                </a:lnTo>
                <a:cubicBezTo>
                  <a:pt x="14287" y="17478"/>
                  <a:pt x="14347" y="17417"/>
                  <a:pt x="14287" y="17417"/>
                </a:cubicBezTo>
                <a:lnTo>
                  <a:pt x="14226" y="17417"/>
                </a:lnTo>
                <a:cubicBezTo>
                  <a:pt x="14195" y="17417"/>
                  <a:pt x="14408" y="17295"/>
                  <a:pt x="14439" y="17234"/>
                </a:cubicBezTo>
                <a:cubicBezTo>
                  <a:pt x="14469" y="17143"/>
                  <a:pt x="14530" y="17083"/>
                  <a:pt x="14591" y="17052"/>
                </a:cubicBezTo>
                <a:cubicBezTo>
                  <a:pt x="14594" y="17049"/>
                  <a:pt x="14598" y="17047"/>
                  <a:pt x="14602" y="17047"/>
                </a:cubicBezTo>
                <a:cubicBezTo>
                  <a:pt x="14634" y="17047"/>
                  <a:pt x="14682" y="17147"/>
                  <a:pt x="14682" y="17174"/>
                </a:cubicBezTo>
                <a:cubicBezTo>
                  <a:pt x="14773" y="17265"/>
                  <a:pt x="14864" y="17295"/>
                  <a:pt x="14986" y="17295"/>
                </a:cubicBezTo>
                <a:cubicBezTo>
                  <a:pt x="15138" y="17265"/>
                  <a:pt x="15290" y="17234"/>
                  <a:pt x="15472" y="17204"/>
                </a:cubicBezTo>
                <a:lnTo>
                  <a:pt x="15624" y="17174"/>
                </a:lnTo>
                <a:cubicBezTo>
                  <a:pt x="15654" y="17174"/>
                  <a:pt x="15654" y="17083"/>
                  <a:pt x="15715" y="17052"/>
                </a:cubicBezTo>
                <a:lnTo>
                  <a:pt x="15867" y="17052"/>
                </a:lnTo>
                <a:cubicBezTo>
                  <a:pt x="15958" y="17083"/>
                  <a:pt x="16019" y="17174"/>
                  <a:pt x="16110" y="17204"/>
                </a:cubicBezTo>
                <a:lnTo>
                  <a:pt x="16262" y="17234"/>
                </a:lnTo>
                <a:cubicBezTo>
                  <a:pt x="16293" y="17143"/>
                  <a:pt x="16354" y="17052"/>
                  <a:pt x="16384" y="17052"/>
                </a:cubicBezTo>
                <a:cubicBezTo>
                  <a:pt x="16475" y="17098"/>
                  <a:pt x="16566" y="17121"/>
                  <a:pt x="16654" y="17121"/>
                </a:cubicBezTo>
                <a:cubicBezTo>
                  <a:pt x="16741" y="17121"/>
                  <a:pt x="16825" y="17098"/>
                  <a:pt x="16901" y="17052"/>
                </a:cubicBezTo>
                <a:lnTo>
                  <a:pt x="17022" y="17022"/>
                </a:lnTo>
                <a:cubicBezTo>
                  <a:pt x="17053" y="17083"/>
                  <a:pt x="17113" y="17174"/>
                  <a:pt x="17174" y="17204"/>
                </a:cubicBezTo>
                <a:cubicBezTo>
                  <a:pt x="17180" y="17207"/>
                  <a:pt x="17188" y="17208"/>
                  <a:pt x="17197" y="17208"/>
                </a:cubicBezTo>
                <a:cubicBezTo>
                  <a:pt x="17272" y="17208"/>
                  <a:pt x="17459" y="17129"/>
                  <a:pt x="17585" y="17129"/>
                </a:cubicBezTo>
                <a:cubicBezTo>
                  <a:pt x="17614" y="17129"/>
                  <a:pt x="17640" y="17133"/>
                  <a:pt x="17661" y="17143"/>
                </a:cubicBezTo>
                <a:cubicBezTo>
                  <a:pt x="17696" y="17161"/>
                  <a:pt x="17714" y="17168"/>
                  <a:pt x="17719" y="17168"/>
                </a:cubicBezTo>
                <a:cubicBezTo>
                  <a:pt x="17731" y="17168"/>
                  <a:pt x="17673" y="17125"/>
                  <a:pt x="17630" y="17083"/>
                </a:cubicBezTo>
                <a:cubicBezTo>
                  <a:pt x="17569" y="17052"/>
                  <a:pt x="17630" y="17022"/>
                  <a:pt x="17782" y="17022"/>
                </a:cubicBezTo>
                <a:lnTo>
                  <a:pt x="17873" y="17022"/>
                </a:lnTo>
                <a:cubicBezTo>
                  <a:pt x="17965" y="17022"/>
                  <a:pt x="18086" y="17083"/>
                  <a:pt x="18147" y="17083"/>
                </a:cubicBezTo>
                <a:cubicBezTo>
                  <a:pt x="18208" y="17083"/>
                  <a:pt x="18360" y="17052"/>
                  <a:pt x="18360" y="17022"/>
                </a:cubicBezTo>
                <a:cubicBezTo>
                  <a:pt x="18360" y="16931"/>
                  <a:pt x="18398" y="16908"/>
                  <a:pt x="18447" y="16908"/>
                </a:cubicBezTo>
                <a:cubicBezTo>
                  <a:pt x="18496" y="16908"/>
                  <a:pt x="18557" y="16931"/>
                  <a:pt x="18603" y="16931"/>
                </a:cubicBezTo>
                <a:lnTo>
                  <a:pt x="18816" y="16870"/>
                </a:lnTo>
                <a:cubicBezTo>
                  <a:pt x="18816" y="16921"/>
                  <a:pt x="18843" y="16940"/>
                  <a:pt x="18879" y="16940"/>
                </a:cubicBezTo>
                <a:cubicBezTo>
                  <a:pt x="18928" y="16940"/>
                  <a:pt x="18993" y="16905"/>
                  <a:pt x="19028" y="16870"/>
                </a:cubicBezTo>
                <a:cubicBezTo>
                  <a:pt x="19050" y="16848"/>
                  <a:pt x="19083" y="16838"/>
                  <a:pt x="19122" y="16838"/>
                </a:cubicBezTo>
                <a:cubicBezTo>
                  <a:pt x="19193" y="16838"/>
                  <a:pt x="19284" y="16872"/>
                  <a:pt x="19363" y="16931"/>
                </a:cubicBezTo>
                <a:lnTo>
                  <a:pt x="19758" y="16931"/>
                </a:lnTo>
                <a:cubicBezTo>
                  <a:pt x="19804" y="16938"/>
                  <a:pt x="19847" y="16942"/>
                  <a:pt x="19887" y="16942"/>
                </a:cubicBezTo>
                <a:cubicBezTo>
                  <a:pt x="20005" y="16942"/>
                  <a:pt x="20085" y="16908"/>
                  <a:pt x="20062" y="16839"/>
                </a:cubicBezTo>
                <a:lnTo>
                  <a:pt x="20183" y="16809"/>
                </a:lnTo>
                <a:cubicBezTo>
                  <a:pt x="20244" y="16809"/>
                  <a:pt x="20305" y="16748"/>
                  <a:pt x="20366" y="16748"/>
                </a:cubicBezTo>
                <a:lnTo>
                  <a:pt x="20396" y="16748"/>
                </a:lnTo>
                <a:cubicBezTo>
                  <a:pt x="20400" y="16750"/>
                  <a:pt x="20404" y="16751"/>
                  <a:pt x="20408" y="16751"/>
                </a:cubicBezTo>
                <a:cubicBezTo>
                  <a:pt x="20478" y="16751"/>
                  <a:pt x="20647" y="16535"/>
                  <a:pt x="20761" y="16535"/>
                </a:cubicBezTo>
                <a:cubicBezTo>
                  <a:pt x="20883" y="16566"/>
                  <a:pt x="21004" y="16596"/>
                  <a:pt x="21095" y="16687"/>
                </a:cubicBezTo>
                <a:lnTo>
                  <a:pt x="21095" y="16809"/>
                </a:lnTo>
                <a:cubicBezTo>
                  <a:pt x="21072" y="16855"/>
                  <a:pt x="21080" y="16870"/>
                  <a:pt x="21101" y="16870"/>
                </a:cubicBezTo>
                <a:cubicBezTo>
                  <a:pt x="21136" y="16870"/>
                  <a:pt x="21209" y="16828"/>
                  <a:pt x="21247" y="16809"/>
                </a:cubicBezTo>
                <a:cubicBezTo>
                  <a:pt x="21278" y="16748"/>
                  <a:pt x="21521" y="16596"/>
                  <a:pt x="21551" y="16535"/>
                </a:cubicBezTo>
                <a:cubicBezTo>
                  <a:pt x="21561" y="16515"/>
                  <a:pt x="21568" y="16505"/>
                  <a:pt x="21572" y="16505"/>
                </a:cubicBezTo>
                <a:lnTo>
                  <a:pt x="21572" y="16505"/>
                </a:lnTo>
                <a:cubicBezTo>
                  <a:pt x="21578" y="16505"/>
                  <a:pt x="21572" y="16546"/>
                  <a:pt x="21551" y="16627"/>
                </a:cubicBezTo>
                <a:lnTo>
                  <a:pt x="21734" y="16657"/>
                </a:lnTo>
                <a:lnTo>
                  <a:pt x="21916" y="16687"/>
                </a:lnTo>
                <a:cubicBezTo>
                  <a:pt x="21984" y="16619"/>
                  <a:pt x="22087" y="16585"/>
                  <a:pt x="22198" y="16585"/>
                </a:cubicBezTo>
                <a:cubicBezTo>
                  <a:pt x="22235" y="16585"/>
                  <a:pt x="22273" y="16589"/>
                  <a:pt x="22311" y="16596"/>
                </a:cubicBezTo>
                <a:lnTo>
                  <a:pt x="22372" y="16657"/>
                </a:lnTo>
                <a:cubicBezTo>
                  <a:pt x="22463" y="16718"/>
                  <a:pt x="22524" y="16839"/>
                  <a:pt x="22615" y="16900"/>
                </a:cubicBezTo>
                <a:cubicBezTo>
                  <a:pt x="22676" y="16870"/>
                  <a:pt x="22706" y="16839"/>
                  <a:pt x="22676" y="16779"/>
                </a:cubicBezTo>
                <a:cubicBezTo>
                  <a:pt x="22676" y="16748"/>
                  <a:pt x="22949" y="16657"/>
                  <a:pt x="23041" y="16627"/>
                </a:cubicBezTo>
                <a:cubicBezTo>
                  <a:pt x="23078" y="16614"/>
                  <a:pt x="23121" y="16607"/>
                  <a:pt x="23165" y="16607"/>
                </a:cubicBezTo>
                <a:cubicBezTo>
                  <a:pt x="23227" y="16607"/>
                  <a:pt x="23291" y="16621"/>
                  <a:pt x="23345" y="16657"/>
                </a:cubicBezTo>
                <a:cubicBezTo>
                  <a:pt x="23390" y="16672"/>
                  <a:pt x="23428" y="16680"/>
                  <a:pt x="23466" y="16680"/>
                </a:cubicBezTo>
                <a:cubicBezTo>
                  <a:pt x="23504" y="16680"/>
                  <a:pt x="23542" y="16672"/>
                  <a:pt x="23588" y="16657"/>
                </a:cubicBezTo>
                <a:lnTo>
                  <a:pt x="23679" y="16627"/>
                </a:lnTo>
                <a:cubicBezTo>
                  <a:pt x="23740" y="16596"/>
                  <a:pt x="23861" y="16566"/>
                  <a:pt x="23861" y="16535"/>
                </a:cubicBezTo>
                <a:lnTo>
                  <a:pt x="23831" y="16323"/>
                </a:lnTo>
                <a:cubicBezTo>
                  <a:pt x="23953" y="16262"/>
                  <a:pt x="24044" y="16171"/>
                  <a:pt x="24135" y="16049"/>
                </a:cubicBezTo>
                <a:lnTo>
                  <a:pt x="24135" y="16049"/>
                </a:lnTo>
                <a:cubicBezTo>
                  <a:pt x="24135" y="16049"/>
                  <a:pt x="23861" y="16201"/>
                  <a:pt x="23770" y="16262"/>
                </a:cubicBezTo>
                <a:cubicBezTo>
                  <a:pt x="23738" y="16283"/>
                  <a:pt x="23706" y="16293"/>
                  <a:pt x="23677" y="16293"/>
                </a:cubicBezTo>
                <a:cubicBezTo>
                  <a:pt x="23626" y="16293"/>
                  <a:pt x="23588" y="16260"/>
                  <a:pt x="23588" y="16201"/>
                </a:cubicBezTo>
                <a:lnTo>
                  <a:pt x="23405" y="16231"/>
                </a:lnTo>
                <a:lnTo>
                  <a:pt x="23223" y="16231"/>
                </a:lnTo>
                <a:cubicBezTo>
                  <a:pt x="23253" y="16140"/>
                  <a:pt x="23314" y="16019"/>
                  <a:pt x="23375" y="15927"/>
                </a:cubicBezTo>
                <a:cubicBezTo>
                  <a:pt x="23378" y="15924"/>
                  <a:pt x="23383" y="15923"/>
                  <a:pt x="23388" y="15923"/>
                </a:cubicBezTo>
                <a:cubicBezTo>
                  <a:pt x="23431" y="15923"/>
                  <a:pt x="23530" y="16022"/>
                  <a:pt x="23557" y="16049"/>
                </a:cubicBezTo>
                <a:cubicBezTo>
                  <a:pt x="23561" y="16052"/>
                  <a:pt x="23568" y="16054"/>
                  <a:pt x="23578" y="16054"/>
                </a:cubicBezTo>
                <a:cubicBezTo>
                  <a:pt x="23659" y="16054"/>
                  <a:pt x="23935" y="15955"/>
                  <a:pt x="24044" y="15927"/>
                </a:cubicBezTo>
                <a:cubicBezTo>
                  <a:pt x="24076" y="15906"/>
                  <a:pt x="24112" y="15896"/>
                  <a:pt x="24148" y="15896"/>
                </a:cubicBezTo>
                <a:cubicBezTo>
                  <a:pt x="24213" y="15896"/>
                  <a:pt x="24278" y="15929"/>
                  <a:pt x="24317" y="15988"/>
                </a:cubicBezTo>
                <a:cubicBezTo>
                  <a:pt x="24317" y="16019"/>
                  <a:pt x="24591" y="16019"/>
                  <a:pt x="24652" y="16079"/>
                </a:cubicBezTo>
                <a:cubicBezTo>
                  <a:pt x="24682" y="16140"/>
                  <a:pt x="24652" y="16201"/>
                  <a:pt x="24560" y="16201"/>
                </a:cubicBezTo>
                <a:lnTo>
                  <a:pt x="24469" y="16201"/>
                </a:lnTo>
                <a:lnTo>
                  <a:pt x="24044" y="16292"/>
                </a:lnTo>
                <a:cubicBezTo>
                  <a:pt x="24155" y="16381"/>
                  <a:pt x="24283" y="16438"/>
                  <a:pt x="24414" y="16438"/>
                </a:cubicBezTo>
                <a:cubicBezTo>
                  <a:pt x="24463" y="16438"/>
                  <a:pt x="24512" y="16430"/>
                  <a:pt x="24560" y="16414"/>
                </a:cubicBezTo>
                <a:cubicBezTo>
                  <a:pt x="24593" y="16406"/>
                  <a:pt x="24626" y="16402"/>
                  <a:pt x="24658" y="16402"/>
                </a:cubicBezTo>
                <a:cubicBezTo>
                  <a:pt x="24745" y="16402"/>
                  <a:pt x="24828" y="16430"/>
                  <a:pt x="24895" y="16475"/>
                </a:cubicBezTo>
                <a:cubicBezTo>
                  <a:pt x="24906" y="16486"/>
                  <a:pt x="24918" y="16491"/>
                  <a:pt x="24929" y="16491"/>
                </a:cubicBezTo>
                <a:cubicBezTo>
                  <a:pt x="24978" y="16491"/>
                  <a:pt x="25022" y="16402"/>
                  <a:pt x="25047" y="16353"/>
                </a:cubicBezTo>
                <a:cubicBezTo>
                  <a:pt x="25047" y="16328"/>
                  <a:pt x="25051" y="16317"/>
                  <a:pt x="25059" y="16317"/>
                </a:cubicBezTo>
                <a:cubicBezTo>
                  <a:pt x="25080" y="16317"/>
                  <a:pt x="25124" y="16395"/>
                  <a:pt x="25168" y="16505"/>
                </a:cubicBezTo>
                <a:lnTo>
                  <a:pt x="25229" y="16627"/>
                </a:lnTo>
                <a:cubicBezTo>
                  <a:pt x="25260" y="16657"/>
                  <a:pt x="25290" y="16687"/>
                  <a:pt x="25351" y="16687"/>
                </a:cubicBezTo>
                <a:cubicBezTo>
                  <a:pt x="25472" y="16657"/>
                  <a:pt x="25381" y="16657"/>
                  <a:pt x="25351" y="16596"/>
                </a:cubicBezTo>
                <a:cubicBezTo>
                  <a:pt x="25320" y="16535"/>
                  <a:pt x="25351" y="16475"/>
                  <a:pt x="25442" y="16444"/>
                </a:cubicBezTo>
                <a:cubicBezTo>
                  <a:pt x="25507" y="16444"/>
                  <a:pt x="25526" y="16522"/>
                  <a:pt x="25586" y="16522"/>
                </a:cubicBezTo>
                <a:cubicBezTo>
                  <a:pt x="25611" y="16522"/>
                  <a:pt x="25642" y="16509"/>
                  <a:pt x="25685" y="16475"/>
                </a:cubicBezTo>
                <a:cubicBezTo>
                  <a:pt x="25731" y="16459"/>
                  <a:pt x="25784" y="16452"/>
                  <a:pt x="25841" y="16452"/>
                </a:cubicBezTo>
                <a:cubicBezTo>
                  <a:pt x="25898" y="16452"/>
                  <a:pt x="25959" y="16459"/>
                  <a:pt x="26019" y="16475"/>
                </a:cubicBezTo>
                <a:cubicBezTo>
                  <a:pt x="26050" y="16490"/>
                  <a:pt x="26080" y="16497"/>
                  <a:pt x="26111" y="16497"/>
                </a:cubicBezTo>
                <a:cubicBezTo>
                  <a:pt x="26141" y="16497"/>
                  <a:pt x="26171" y="16490"/>
                  <a:pt x="26202" y="16475"/>
                </a:cubicBezTo>
                <a:cubicBezTo>
                  <a:pt x="26263" y="16459"/>
                  <a:pt x="26331" y="16452"/>
                  <a:pt x="26399" y="16452"/>
                </a:cubicBezTo>
                <a:cubicBezTo>
                  <a:pt x="26468" y="16452"/>
                  <a:pt x="26536" y="16459"/>
                  <a:pt x="26597" y="16475"/>
                </a:cubicBezTo>
                <a:cubicBezTo>
                  <a:pt x="26623" y="16485"/>
                  <a:pt x="26648" y="16489"/>
                  <a:pt x="26671" y="16489"/>
                </a:cubicBezTo>
                <a:cubicBezTo>
                  <a:pt x="26759" y="16489"/>
                  <a:pt x="26830" y="16430"/>
                  <a:pt x="26918" y="16430"/>
                </a:cubicBezTo>
                <a:cubicBezTo>
                  <a:pt x="26941" y="16430"/>
                  <a:pt x="26966" y="16434"/>
                  <a:pt x="26992" y="16444"/>
                </a:cubicBezTo>
                <a:lnTo>
                  <a:pt x="27083" y="16475"/>
                </a:lnTo>
                <a:cubicBezTo>
                  <a:pt x="27174" y="16475"/>
                  <a:pt x="27266" y="16444"/>
                  <a:pt x="27357" y="16414"/>
                </a:cubicBezTo>
                <a:lnTo>
                  <a:pt x="27387" y="16383"/>
                </a:lnTo>
                <a:cubicBezTo>
                  <a:pt x="27418" y="16353"/>
                  <a:pt x="27478" y="16323"/>
                  <a:pt x="27509" y="16323"/>
                </a:cubicBezTo>
                <a:lnTo>
                  <a:pt x="27661" y="16353"/>
                </a:lnTo>
                <a:cubicBezTo>
                  <a:pt x="27722" y="16383"/>
                  <a:pt x="27790" y="16399"/>
                  <a:pt x="27855" y="16399"/>
                </a:cubicBezTo>
                <a:cubicBezTo>
                  <a:pt x="27919" y="16399"/>
                  <a:pt x="27980" y="16383"/>
                  <a:pt x="28026" y="16353"/>
                </a:cubicBezTo>
                <a:cubicBezTo>
                  <a:pt x="28034" y="16345"/>
                  <a:pt x="28046" y="16341"/>
                  <a:pt x="28062" y="16341"/>
                </a:cubicBezTo>
                <a:cubicBezTo>
                  <a:pt x="28105" y="16341"/>
                  <a:pt x="28172" y="16369"/>
                  <a:pt x="28238" y="16414"/>
                </a:cubicBezTo>
                <a:lnTo>
                  <a:pt x="28329" y="16475"/>
                </a:lnTo>
                <a:lnTo>
                  <a:pt x="28360" y="16475"/>
                </a:lnTo>
                <a:cubicBezTo>
                  <a:pt x="28421" y="16475"/>
                  <a:pt x="28481" y="16414"/>
                  <a:pt x="28481" y="16383"/>
                </a:cubicBezTo>
                <a:lnTo>
                  <a:pt x="28481" y="16323"/>
                </a:lnTo>
                <a:cubicBezTo>
                  <a:pt x="28481" y="16307"/>
                  <a:pt x="28474" y="16307"/>
                  <a:pt x="28466" y="16307"/>
                </a:cubicBezTo>
                <a:cubicBezTo>
                  <a:pt x="28459" y="16307"/>
                  <a:pt x="28451" y="16307"/>
                  <a:pt x="28451" y="16292"/>
                </a:cubicBezTo>
                <a:cubicBezTo>
                  <a:pt x="28451" y="16262"/>
                  <a:pt x="28421" y="16231"/>
                  <a:pt x="28451" y="16231"/>
                </a:cubicBezTo>
                <a:lnTo>
                  <a:pt x="28542" y="16231"/>
                </a:lnTo>
                <a:lnTo>
                  <a:pt x="28633" y="16353"/>
                </a:lnTo>
                <a:cubicBezTo>
                  <a:pt x="28785" y="16535"/>
                  <a:pt x="28785" y="16657"/>
                  <a:pt x="28664" y="16657"/>
                </a:cubicBezTo>
                <a:lnTo>
                  <a:pt x="28603" y="16657"/>
                </a:lnTo>
                <a:cubicBezTo>
                  <a:pt x="28573" y="16657"/>
                  <a:pt x="28542" y="16687"/>
                  <a:pt x="28512" y="16718"/>
                </a:cubicBezTo>
                <a:cubicBezTo>
                  <a:pt x="28481" y="16809"/>
                  <a:pt x="28603" y="16809"/>
                  <a:pt x="28694" y="16809"/>
                </a:cubicBezTo>
                <a:lnTo>
                  <a:pt x="28725" y="16809"/>
                </a:lnTo>
                <a:cubicBezTo>
                  <a:pt x="28816" y="16809"/>
                  <a:pt x="28907" y="16779"/>
                  <a:pt x="28968" y="16718"/>
                </a:cubicBezTo>
                <a:lnTo>
                  <a:pt x="29089" y="16779"/>
                </a:lnTo>
                <a:cubicBezTo>
                  <a:pt x="29120" y="16779"/>
                  <a:pt x="29181" y="16779"/>
                  <a:pt x="29211" y="16748"/>
                </a:cubicBezTo>
                <a:cubicBezTo>
                  <a:pt x="29241" y="16718"/>
                  <a:pt x="29241" y="16687"/>
                  <a:pt x="29211" y="16657"/>
                </a:cubicBezTo>
                <a:cubicBezTo>
                  <a:pt x="29181" y="16627"/>
                  <a:pt x="29150" y="16596"/>
                  <a:pt x="29089" y="16566"/>
                </a:cubicBezTo>
                <a:cubicBezTo>
                  <a:pt x="29029" y="16505"/>
                  <a:pt x="28877" y="16566"/>
                  <a:pt x="28937" y="16414"/>
                </a:cubicBezTo>
                <a:lnTo>
                  <a:pt x="28968" y="16353"/>
                </a:lnTo>
                <a:cubicBezTo>
                  <a:pt x="28983" y="16330"/>
                  <a:pt x="29005" y="16320"/>
                  <a:pt x="29030" y="16320"/>
                </a:cubicBezTo>
                <a:cubicBezTo>
                  <a:pt x="29101" y="16320"/>
                  <a:pt x="29196" y="16399"/>
                  <a:pt x="29241" y="16444"/>
                </a:cubicBezTo>
                <a:cubicBezTo>
                  <a:pt x="29250" y="16470"/>
                  <a:pt x="29276" y="16481"/>
                  <a:pt x="29314" y="16481"/>
                </a:cubicBezTo>
                <a:cubicBezTo>
                  <a:pt x="29412" y="16481"/>
                  <a:pt x="29592" y="16410"/>
                  <a:pt x="29788" y="16323"/>
                </a:cubicBezTo>
                <a:lnTo>
                  <a:pt x="30062" y="16292"/>
                </a:lnTo>
                <a:lnTo>
                  <a:pt x="30366" y="16262"/>
                </a:lnTo>
                <a:cubicBezTo>
                  <a:pt x="30396" y="16079"/>
                  <a:pt x="30396" y="15897"/>
                  <a:pt x="30366" y="15715"/>
                </a:cubicBezTo>
                <a:cubicBezTo>
                  <a:pt x="30366" y="15684"/>
                  <a:pt x="30457" y="15624"/>
                  <a:pt x="30640" y="15593"/>
                </a:cubicBezTo>
                <a:lnTo>
                  <a:pt x="30700" y="15715"/>
                </a:lnTo>
                <a:cubicBezTo>
                  <a:pt x="30731" y="15745"/>
                  <a:pt x="30670" y="15775"/>
                  <a:pt x="30670" y="15836"/>
                </a:cubicBezTo>
                <a:cubicBezTo>
                  <a:pt x="30670" y="15897"/>
                  <a:pt x="30670" y="15958"/>
                  <a:pt x="30700" y="16019"/>
                </a:cubicBezTo>
                <a:cubicBezTo>
                  <a:pt x="30700" y="16079"/>
                  <a:pt x="30731" y="16171"/>
                  <a:pt x="30761" y="16171"/>
                </a:cubicBezTo>
                <a:cubicBezTo>
                  <a:pt x="30761" y="16171"/>
                  <a:pt x="30700" y="16201"/>
                  <a:pt x="30670" y="16201"/>
                </a:cubicBezTo>
                <a:lnTo>
                  <a:pt x="30579" y="16231"/>
                </a:lnTo>
                <a:cubicBezTo>
                  <a:pt x="30488" y="16292"/>
                  <a:pt x="30518" y="16475"/>
                  <a:pt x="30548" y="16535"/>
                </a:cubicBezTo>
                <a:cubicBezTo>
                  <a:pt x="30553" y="16540"/>
                  <a:pt x="30560" y="16543"/>
                  <a:pt x="30568" y="16543"/>
                </a:cubicBezTo>
                <a:cubicBezTo>
                  <a:pt x="30608" y="16543"/>
                  <a:pt x="30680" y="16480"/>
                  <a:pt x="30731" y="16353"/>
                </a:cubicBezTo>
                <a:lnTo>
                  <a:pt x="30913" y="16292"/>
                </a:lnTo>
                <a:cubicBezTo>
                  <a:pt x="30916" y="16290"/>
                  <a:pt x="30918" y="16289"/>
                  <a:pt x="30922" y="16289"/>
                </a:cubicBezTo>
                <a:cubicBezTo>
                  <a:pt x="30944" y="16289"/>
                  <a:pt x="30984" y="16344"/>
                  <a:pt x="31017" y="16344"/>
                </a:cubicBezTo>
                <a:cubicBezTo>
                  <a:pt x="31037" y="16344"/>
                  <a:pt x="31055" y="16324"/>
                  <a:pt x="31065" y="16262"/>
                </a:cubicBezTo>
                <a:cubicBezTo>
                  <a:pt x="31096" y="16201"/>
                  <a:pt x="31187" y="16140"/>
                  <a:pt x="31278" y="16079"/>
                </a:cubicBezTo>
                <a:cubicBezTo>
                  <a:pt x="31308" y="16064"/>
                  <a:pt x="31354" y="16057"/>
                  <a:pt x="31392" y="16057"/>
                </a:cubicBezTo>
                <a:cubicBezTo>
                  <a:pt x="31430" y="16057"/>
                  <a:pt x="31460" y="16064"/>
                  <a:pt x="31460" y="16079"/>
                </a:cubicBezTo>
                <a:cubicBezTo>
                  <a:pt x="31491" y="16110"/>
                  <a:pt x="31399" y="16171"/>
                  <a:pt x="31399" y="16231"/>
                </a:cubicBezTo>
                <a:cubicBezTo>
                  <a:pt x="31430" y="16262"/>
                  <a:pt x="31582" y="16262"/>
                  <a:pt x="31612" y="16262"/>
                </a:cubicBezTo>
                <a:cubicBezTo>
                  <a:pt x="31643" y="16262"/>
                  <a:pt x="31825" y="16049"/>
                  <a:pt x="31886" y="15988"/>
                </a:cubicBezTo>
                <a:cubicBezTo>
                  <a:pt x="31910" y="15980"/>
                  <a:pt x="31937" y="15976"/>
                  <a:pt x="31964" y="15976"/>
                </a:cubicBezTo>
                <a:cubicBezTo>
                  <a:pt x="32038" y="15976"/>
                  <a:pt x="32115" y="16005"/>
                  <a:pt x="32159" y="16049"/>
                </a:cubicBezTo>
                <a:lnTo>
                  <a:pt x="32220" y="16110"/>
                </a:lnTo>
                <a:cubicBezTo>
                  <a:pt x="32251" y="16140"/>
                  <a:pt x="32311" y="16201"/>
                  <a:pt x="32342" y="16201"/>
                </a:cubicBezTo>
                <a:cubicBezTo>
                  <a:pt x="32433" y="16171"/>
                  <a:pt x="32433" y="16079"/>
                  <a:pt x="32372" y="16019"/>
                </a:cubicBezTo>
                <a:cubicBezTo>
                  <a:pt x="32281" y="15988"/>
                  <a:pt x="32311" y="15897"/>
                  <a:pt x="32372" y="15867"/>
                </a:cubicBezTo>
                <a:cubicBezTo>
                  <a:pt x="32378" y="15861"/>
                  <a:pt x="32386" y="15859"/>
                  <a:pt x="32397" y="15859"/>
                </a:cubicBezTo>
                <a:cubicBezTo>
                  <a:pt x="32444" y="15859"/>
                  <a:pt x="32530" y="15908"/>
                  <a:pt x="32555" y="15958"/>
                </a:cubicBezTo>
                <a:lnTo>
                  <a:pt x="32615" y="15988"/>
                </a:lnTo>
                <a:cubicBezTo>
                  <a:pt x="32615" y="16049"/>
                  <a:pt x="32646" y="16110"/>
                  <a:pt x="32646" y="16140"/>
                </a:cubicBezTo>
                <a:cubicBezTo>
                  <a:pt x="32767" y="16201"/>
                  <a:pt x="32858" y="16262"/>
                  <a:pt x="32980" y="16323"/>
                </a:cubicBezTo>
                <a:lnTo>
                  <a:pt x="33132" y="16353"/>
                </a:lnTo>
                <a:lnTo>
                  <a:pt x="33345" y="16383"/>
                </a:lnTo>
                <a:cubicBezTo>
                  <a:pt x="33436" y="16292"/>
                  <a:pt x="33436" y="16171"/>
                  <a:pt x="33406" y="16140"/>
                </a:cubicBezTo>
                <a:cubicBezTo>
                  <a:pt x="33375" y="16140"/>
                  <a:pt x="33345" y="15958"/>
                  <a:pt x="33406" y="15927"/>
                </a:cubicBezTo>
                <a:cubicBezTo>
                  <a:pt x="33410" y="15923"/>
                  <a:pt x="33416" y="15921"/>
                  <a:pt x="33424" y="15921"/>
                </a:cubicBezTo>
                <a:cubicBezTo>
                  <a:pt x="33475" y="15921"/>
                  <a:pt x="33592" y="15997"/>
                  <a:pt x="33618" y="16049"/>
                </a:cubicBezTo>
                <a:cubicBezTo>
                  <a:pt x="33626" y="16057"/>
                  <a:pt x="33635" y="16060"/>
                  <a:pt x="33646" y="16060"/>
                </a:cubicBezTo>
                <a:cubicBezTo>
                  <a:pt x="33679" y="16060"/>
                  <a:pt x="33725" y="16026"/>
                  <a:pt x="33770" y="15958"/>
                </a:cubicBezTo>
                <a:lnTo>
                  <a:pt x="33801" y="15958"/>
                </a:lnTo>
                <a:lnTo>
                  <a:pt x="33983" y="15927"/>
                </a:lnTo>
                <a:cubicBezTo>
                  <a:pt x="33983" y="16019"/>
                  <a:pt x="34196" y="16323"/>
                  <a:pt x="34317" y="16353"/>
                </a:cubicBezTo>
                <a:cubicBezTo>
                  <a:pt x="34469" y="16353"/>
                  <a:pt x="34591" y="16049"/>
                  <a:pt x="34561" y="15927"/>
                </a:cubicBezTo>
                <a:cubicBezTo>
                  <a:pt x="34547" y="15874"/>
                  <a:pt x="34557" y="15850"/>
                  <a:pt x="34581" y="15850"/>
                </a:cubicBezTo>
                <a:cubicBezTo>
                  <a:pt x="34610" y="15850"/>
                  <a:pt x="34661" y="15890"/>
                  <a:pt x="34713" y="15958"/>
                </a:cubicBezTo>
                <a:lnTo>
                  <a:pt x="35077" y="15958"/>
                </a:lnTo>
                <a:cubicBezTo>
                  <a:pt x="35260" y="15927"/>
                  <a:pt x="35442" y="15897"/>
                  <a:pt x="35624" y="15836"/>
                </a:cubicBezTo>
                <a:lnTo>
                  <a:pt x="35685" y="15867"/>
                </a:lnTo>
                <a:cubicBezTo>
                  <a:pt x="35741" y="15894"/>
                  <a:pt x="35785" y="15905"/>
                  <a:pt x="35823" y="15905"/>
                </a:cubicBezTo>
                <a:cubicBezTo>
                  <a:pt x="35910" y="15905"/>
                  <a:pt x="35965" y="15848"/>
                  <a:pt x="36050" y="15806"/>
                </a:cubicBezTo>
                <a:cubicBezTo>
                  <a:pt x="36050" y="15800"/>
                  <a:pt x="36052" y="15797"/>
                  <a:pt x="36057" y="15797"/>
                </a:cubicBezTo>
                <a:cubicBezTo>
                  <a:pt x="36073" y="15797"/>
                  <a:pt x="36117" y="15836"/>
                  <a:pt x="36141" y="15836"/>
                </a:cubicBezTo>
                <a:lnTo>
                  <a:pt x="36232" y="15867"/>
                </a:lnTo>
                <a:cubicBezTo>
                  <a:pt x="36293" y="15806"/>
                  <a:pt x="36354" y="15715"/>
                  <a:pt x="36384" y="15715"/>
                </a:cubicBezTo>
                <a:cubicBezTo>
                  <a:pt x="36445" y="15715"/>
                  <a:pt x="36476" y="15745"/>
                  <a:pt x="36506" y="15775"/>
                </a:cubicBezTo>
                <a:cubicBezTo>
                  <a:pt x="36506" y="15806"/>
                  <a:pt x="36415" y="15988"/>
                  <a:pt x="36506" y="16049"/>
                </a:cubicBezTo>
                <a:cubicBezTo>
                  <a:pt x="36521" y="16064"/>
                  <a:pt x="36533" y="16070"/>
                  <a:pt x="36545" y="16070"/>
                </a:cubicBezTo>
                <a:cubicBezTo>
                  <a:pt x="36581" y="16070"/>
                  <a:pt x="36604" y="16011"/>
                  <a:pt x="36628" y="15988"/>
                </a:cubicBezTo>
                <a:cubicBezTo>
                  <a:pt x="36658" y="15927"/>
                  <a:pt x="36688" y="15867"/>
                  <a:pt x="36719" y="15806"/>
                </a:cubicBezTo>
                <a:cubicBezTo>
                  <a:pt x="36749" y="15745"/>
                  <a:pt x="36810" y="15654"/>
                  <a:pt x="36840" y="15593"/>
                </a:cubicBezTo>
                <a:cubicBezTo>
                  <a:pt x="36848" y="15585"/>
                  <a:pt x="36865" y="15581"/>
                  <a:pt x="36888" y="15581"/>
                </a:cubicBezTo>
                <a:cubicBezTo>
                  <a:pt x="36950" y="15581"/>
                  <a:pt x="37055" y="15609"/>
                  <a:pt x="37144" y="15654"/>
                </a:cubicBezTo>
                <a:lnTo>
                  <a:pt x="37266" y="15745"/>
                </a:lnTo>
                <a:cubicBezTo>
                  <a:pt x="37254" y="15781"/>
                  <a:pt x="37228" y="15793"/>
                  <a:pt x="37199" y="15793"/>
                </a:cubicBezTo>
                <a:cubicBezTo>
                  <a:pt x="37154" y="15793"/>
                  <a:pt x="37102" y="15764"/>
                  <a:pt x="37083" y="15745"/>
                </a:cubicBezTo>
                <a:cubicBezTo>
                  <a:pt x="37075" y="15736"/>
                  <a:pt x="37058" y="15733"/>
                  <a:pt x="37038" y="15733"/>
                </a:cubicBezTo>
                <a:cubicBezTo>
                  <a:pt x="36990" y="15733"/>
                  <a:pt x="36923" y="15754"/>
                  <a:pt x="36901" y="15775"/>
                </a:cubicBezTo>
                <a:cubicBezTo>
                  <a:pt x="36871" y="15806"/>
                  <a:pt x="37023" y="15927"/>
                  <a:pt x="37114" y="15958"/>
                </a:cubicBezTo>
                <a:cubicBezTo>
                  <a:pt x="37138" y="15966"/>
                  <a:pt x="37163" y="15970"/>
                  <a:pt x="37187" y="15970"/>
                </a:cubicBezTo>
                <a:cubicBezTo>
                  <a:pt x="37254" y="15970"/>
                  <a:pt x="37321" y="15942"/>
                  <a:pt x="37387" y="15897"/>
                </a:cubicBezTo>
                <a:lnTo>
                  <a:pt x="37448" y="15836"/>
                </a:lnTo>
                <a:cubicBezTo>
                  <a:pt x="37509" y="15806"/>
                  <a:pt x="37600" y="15775"/>
                  <a:pt x="37631" y="15775"/>
                </a:cubicBezTo>
                <a:lnTo>
                  <a:pt x="37661" y="15836"/>
                </a:lnTo>
                <a:cubicBezTo>
                  <a:pt x="37665" y="15845"/>
                  <a:pt x="37671" y="15848"/>
                  <a:pt x="37678" y="15848"/>
                </a:cubicBezTo>
                <a:cubicBezTo>
                  <a:pt x="37723" y="15848"/>
                  <a:pt x="37821" y="15698"/>
                  <a:pt x="37874" y="15593"/>
                </a:cubicBezTo>
                <a:cubicBezTo>
                  <a:pt x="37881" y="15573"/>
                  <a:pt x="37892" y="15563"/>
                  <a:pt x="37907" y="15563"/>
                </a:cubicBezTo>
                <a:cubicBezTo>
                  <a:pt x="37960" y="15563"/>
                  <a:pt x="38060" y="15678"/>
                  <a:pt x="38178" y="15867"/>
                </a:cubicBezTo>
                <a:lnTo>
                  <a:pt x="38573" y="15867"/>
                </a:lnTo>
                <a:cubicBezTo>
                  <a:pt x="38786" y="15775"/>
                  <a:pt x="39029" y="15745"/>
                  <a:pt x="39242" y="15745"/>
                </a:cubicBezTo>
                <a:cubicBezTo>
                  <a:pt x="39258" y="15751"/>
                  <a:pt x="39275" y="15753"/>
                  <a:pt x="39291" y="15753"/>
                </a:cubicBezTo>
                <a:cubicBezTo>
                  <a:pt x="39363" y="15753"/>
                  <a:pt x="39424" y="15704"/>
                  <a:pt x="39424" y="15654"/>
                </a:cubicBezTo>
                <a:lnTo>
                  <a:pt x="39394" y="15593"/>
                </a:lnTo>
                <a:lnTo>
                  <a:pt x="39363" y="15563"/>
                </a:lnTo>
                <a:cubicBezTo>
                  <a:pt x="39287" y="15537"/>
                  <a:pt x="39508" y="15427"/>
                  <a:pt x="39671" y="15427"/>
                </a:cubicBezTo>
                <a:cubicBezTo>
                  <a:pt x="39704" y="15427"/>
                  <a:pt x="39733" y="15431"/>
                  <a:pt x="39758" y="15441"/>
                </a:cubicBezTo>
                <a:cubicBezTo>
                  <a:pt x="39880" y="15472"/>
                  <a:pt x="39971" y="15532"/>
                  <a:pt x="39941" y="15563"/>
                </a:cubicBezTo>
                <a:cubicBezTo>
                  <a:pt x="40009" y="15631"/>
                  <a:pt x="40077" y="15665"/>
                  <a:pt x="40159" y="15665"/>
                </a:cubicBezTo>
                <a:cubicBezTo>
                  <a:pt x="40186" y="15665"/>
                  <a:pt x="40214" y="15662"/>
                  <a:pt x="40245" y="15654"/>
                </a:cubicBezTo>
                <a:cubicBezTo>
                  <a:pt x="40300" y="15598"/>
                  <a:pt x="40356" y="15542"/>
                  <a:pt x="40426" y="15542"/>
                </a:cubicBezTo>
                <a:cubicBezTo>
                  <a:pt x="40470" y="15542"/>
                  <a:pt x="40520" y="15565"/>
                  <a:pt x="40579" y="15624"/>
                </a:cubicBezTo>
                <a:cubicBezTo>
                  <a:pt x="40585" y="15630"/>
                  <a:pt x="40596" y="15632"/>
                  <a:pt x="40610" y="15632"/>
                </a:cubicBezTo>
                <a:cubicBezTo>
                  <a:pt x="40668" y="15632"/>
                  <a:pt x="40780" y="15593"/>
                  <a:pt x="40853" y="15593"/>
                </a:cubicBezTo>
                <a:cubicBezTo>
                  <a:pt x="40913" y="15563"/>
                  <a:pt x="40974" y="15563"/>
                  <a:pt x="41035" y="15563"/>
                </a:cubicBezTo>
                <a:cubicBezTo>
                  <a:pt x="41065" y="15563"/>
                  <a:pt x="41126" y="15563"/>
                  <a:pt x="41126" y="15593"/>
                </a:cubicBezTo>
                <a:cubicBezTo>
                  <a:pt x="41156" y="15654"/>
                  <a:pt x="41126" y="15684"/>
                  <a:pt x="41096" y="15715"/>
                </a:cubicBezTo>
                <a:lnTo>
                  <a:pt x="41005" y="15745"/>
                </a:lnTo>
                <a:cubicBezTo>
                  <a:pt x="40913" y="15806"/>
                  <a:pt x="40944" y="15867"/>
                  <a:pt x="41126" y="15897"/>
                </a:cubicBezTo>
                <a:lnTo>
                  <a:pt x="41217" y="15775"/>
                </a:lnTo>
                <a:cubicBezTo>
                  <a:pt x="41238" y="15775"/>
                  <a:pt x="41258" y="15735"/>
                  <a:pt x="41296" y="15735"/>
                </a:cubicBezTo>
                <a:cubicBezTo>
                  <a:pt x="41315" y="15735"/>
                  <a:pt x="41339" y="15745"/>
                  <a:pt x="41369" y="15775"/>
                </a:cubicBezTo>
                <a:lnTo>
                  <a:pt x="41369" y="15806"/>
                </a:lnTo>
                <a:cubicBezTo>
                  <a:pt x="41400" y="15867"/>
                  <a:pt x="41400" y="15897"/>
                  <a:pt x="41369" y="15958"/>
                </a:cubicBezTo>
                <a:lnTo>
                  <a:pt x="41491" y="15958"/>
                </a:lnTo>
                <a:cubicBezTo>
                  <a:pt x="41552" y="15897"/>
                  <a:pt x="41582" y="15806"/>
                  <a:pt x="41582" y="15715"/>
                </a:cubicBezTo>
                <a:cubicBezTo>
                  <a:pt x="41582" y="15654"/>
                  <a:pt x="41704" y="15654"/>
                  <a:pt x="41825" y="15654"/>
                </a:cubicBezTo>
                <a:lnTo>
                  <a:pt x="41856" y="15684"/>
                </a:lnTo>
                <a:cubicBezTo>
                  <a:pt x="41916" y="15745"/>
                  <a:pt x="41856" y="15806"/>
                  <a:pt x="41734" y="15806"/>
                </a:cubicBezTo>
                <a:lnTo>
                  <a:pt x="41704" y="15806"/>
                </a:lnTo>
                <a:cubicBezTo>
                  <a:pt x="41673" y="15867"/>
                  <a:pt x="41734" y="15958"/>
                  <a:pt x="41825" y="15958"/>
                </a:cubicBezTo>
                <a:cubicBezTo>
                  <a:pt x="41845" y="15927"/>
                  <a:pt x="41866" y="15917"/>
                  <a:pt x="41886" y="15917"/>
                </a:cubicBezTo>
                <a:cubicBezTo>
                  <a:pt x="41927" y="15917"/>
                  <a:pt x="41967" y="15958"/>
                  <a:pt x="42008" y="15958"/>
                </a:cubicBezTo>
                <a:lnTo>
                  <a:pt x="42068" y="15958"/>
                </a:lnTo>
                <a:cubicBezTo>
                  <a:pt x="42190" y="15927"/>
                  <a:pt x="42281" y="15867"/>
                  <a:pt x="42342" y="15806"/>
                </a:cubicBezTo>
                <a:lnTo>
                  <a:pt x="42464" y="15836"/>
                </a:lnTo>
                <a:lnTo>
                  <a:pt x="42676" y="15897"/>
                </a:lnTo>
                <a:cubicBezTo>
                  <a:pt x="42980" y="15897"/>
                  <a:pt x="42980" y="15684"/>
                  <a:pt x="42980" y="15593"/>
                </a:cubicBezTo>
                <a:cubicBezTo>
                  <a:pt x="42980" y="15441"/>
                  <a:pt x="42980" y="15289"/>
                  <a:pt x="42950" y="15137"/>
                </a:cubicBezTo>
                <a:cubicBezTo>
                  <a:pt x="42919" y="15076"/>
                  <a:pt x="42980" y="14955"/>
                  <a:pt x="43071" y="14924"/>
                </a:cubicBezTo>
                <a:lnTo>
                  <a:pt x="43163" y="14894"/>
                </a:lnTo>
                <a:cubicBezTo>
                  <a:pt x="43178" y="14879"/>
                  <a:pt x="43185" y="14871"/>
                  <a:pt x="43193" y="14871"/>
                </a:cubicBezTo>
                <a:cubicBezTo>
                  <a:pt x="43201" y="14871"/>
                  <a:pt x="43208" y="14879"/>
                  <a:pt x="43223" y="14894"/>
                </a:cubicBezTo>
                <a:cubicBezTo>
                  <a:pt x="43254" y="14894"/>
                  <a:pt x="43284" y="14894"/>
                  <a:pt x="43284" y="14924"/>
                </a:cubicBezTo>
                <a:cubicBezTo>
                  <a:pt x="43315" y="14985"/>
                  <a:pt x="43345" y="15076"/>
                  <a:pt x="43406" y="15137"/>
                </a:cubicBezTo>
                <a:cubicBezTo>
                  <a:pt x="43436" y="15168"/>
                  <a:pt x="43497" y="15198"/>
                  <a:pt x="43558" y="15198"/>
                </a:cubicBezTo>
                <a:lnTo>
                  <a:pt x="43649" y="15228"/>
                </a:lnTo>
                <a:cubicBezTo>
                  <a:pt x="43675" y="15234"/>
                  <a:pt x="43698" y="15236"/>
                  <a:pt x="43717" y="15236"/>
                </a:cubicBezTo>
                <a:cubicBezTo>
                  <a:pt x="43809" y="15236"/>
                  <a:pt x="43821" y="15177"/>
                  <a:pt x="43771" y="15076"/>
                </a:cubicBezTo>
                <a:lnTo>
                  <a:pt x="43710" y="14985"/>
                </a:lnTo>
                <a:cubicBezTo>
                  <a:pt x="43801" y="14894"/>
                  <a:pt x="43892" y="14864"/>
                  <a:pt x="43983" y="14833"/>
                </a:cubicBezTo>
                <a:lnTo>
                  <a:pt x="44135" y="14864"/>
                </a:lnTo>
                <a:lnTo>
                  <a:pt x="44287" y="14924"/>
                </a:lnTo>
                <a:cubicBezTo>
                  <a:pt x="44287" y="14985"/>
                  <a:pt x="44257" y="15076"/>
                  <a:pt x="44196" y="15137"/>
                </a:cubicBezTo>
                <a:cubicBezTo>
                  <a:pt x="44166" y="15137"/>
                  <a:pt x="44257" y="15289"/>
                  <a:pt x="44318" y="15350"/>
                </a:cubicBezTo>
                <a:cubicBezTo>
                  <a:pt x="44332" y="15364"/>
                  <a:pt x="44346" y="15370"/>
                  <a:pt x="44360" y="15370"/>
                </a:cubicBezTo>
                <a:cubicBezTo>
                  <a:pt x="44405" y="15370"/>
                  <a:pt x="44446" y="15305"/>
                  <a:pt x="44470" y="15259"/>
                </a:cubicBezTo>
                <a:cubicBezTo>
                  <a:pt x="44470" y="15255"/>
                  <a:pt x="44475" y="15253"/>
                  <a:pt x="44484" y="15253"/>
                </a:cubicBezTo>
                <a:cubicBezTo>
                  <a:pt x="44541" y="15253"/>
                  <a:pt x="44756" y="15328"/>
                  <a:pt x="44834" y="15380"/>
                </a:cubicBezTo>
                <a:cubicBezTo>
                  <a:pt x="44926" y="15441"/>
                  <a:pt x="44956" y="15502"/>
                  <a:pt x="44926" y="15532"/>
                </a:cubicBezTo>
                <a:cubicBezTo>
                  <a:pt x="44682" y="15563"/>
                  <a:pt x="44470" y="15593"/>
                  <a:pt x="44226" y="15624"/>
                </a:cubicBezTo>
                <a:cubicBezTo>
                  <a:pt x="44196" y="15624"/>
                  <a:pt x="44166" y="15684"/>
                  <a:pt x="44166" y="15715"/>
                </a:cubicBezTo>
                <a:cubicBezTo>
                  <a:pt x="44226" y="15745"/>
                  <a:pt x="44287" y="15775"/>
                  <a:pt x="44378" y="15775"/>
                </a:cubicBezTo>
                <a:lnTo>
                  <a:pt x="44409" y="15927"/>
                </a:lnTo>
                <a:lnTo>
                  <a:pt x="44439" y="15958"/>
                </a:lnTo>
                <a:cubicBezTo>
                  <a:pt x="44561" y="15836"/>
                  <a:pt x="44652" y="15745"/>
                  <a:pt x="44804" y="15684"/>
                </a:cubicBezTo>
                <a:lnTo>
                  <a:pt x="44956" y="15775"/>
                </a:lnTo>
                <a:cubicBezTo>
                  <a:pt x="45108" y="15897"/>
                  <a:pt x="45321" y="15958"/>
                  <a:pt x="45503" y="15958"/>
                </a:cubicBezTo>
                <a:lnTo>
                  <a:pt x="45716" y="15927"/>
                </a:lnTo>
                <a:cubicBezTo>
                  <a:pt x="45929" y="15806"/>
                  <a:pt x="46172" y="15654"/>
                  <a:pt x="46141" y="15624"/>
                </a:cubicBezTo>
                <a:cubicBezTo>
                  <a:pt x="46081" y="15593"/>
                  <a:pt x="45959" y="15502"/>
                  <a:pt x="45837" y="15411"/>
                </a:cubicBezTo>
                <a:lnTo>
                  <a:pt x="45746" y="15320"/>
                </a:lnTo>
                <a:cubicBezTo>
                  <a:pt x="45746" y="15289"/>
                  <a:pt x="45746" y="15228"/>
                  <a:pt x="45777" y="15228"/>
                </a:cubicBezTo>
                <a:lnTo>
                  <a:pt x="45929" y="15228"/>
                </a:lnTo>
                <a:lnTo>
                  <a:pt x="45959" y="15289"/>
                </a:lnTo>
                <a:cubicBezTo>
                  <a:pt x="45965" y="15295"/>
                  <a:pt x="45976" y="15297"/>
                  <a:pt x="45992" y="15297"/>
                </a:cubicBezTo>
                <a:cubicBezTo>
                  <a:pt x="46063" y="15297"/>
                  <a:pt x="46219" y="15248"/>
                  <a:pt x="46293" y="15198"/>
                </a:cubicBezTo>
                <a:cubicBezTo>
                  <a:pt x="46303" y="15191"/>
                  <a:pt x="46313" y="15188"/>
                  <a:pt x="46323" y="15188"/>
                </a:cubicBezTo>
                <a:cubicBezTo>
                  <a:pt x="46403" y="15188"/>
                  <a:pt x="46472" y="15390"/>
                  <a:pt x="46445" y="15472"/>
                </a:cubicBezTo>
                <a:cubicBezTo>
                  <a:pt x="46415" y="15563"/>
                  <a:pt x="46597" y="15624"/>
                  <a:pt x="46658" y="15624"/>
                </a:cubicBezTo>
                <a:cubicBezTo>
                  <a:pt x="46719" y="15624"/>
                  <a:pt x="46506" y="15472"/>
                  <a:pt x="46537" y="15380"/>
                </a:cubicBezTo>
                <a:cubicBezTo>
                  <a:pt x="46537" y="15305"/>
                  <a:pt x="46681" y="15251"/>
                  <a:pt x="46833" y="15251"/>
                </a:cubicBezTo>
                <a:cubicBezTo>
                  <a:pt x="46866" y="15251"/>
                  <a:pt x="46899" y="15253"/>
                  <a:pt x="46932" y="15259"/>
                </a:cubicBezTo>
                <a:lnTo>
                  <a:pt x="47023" y="15320"/>
                </a:lnTo>
                <a:cubicBezTo>
                  <a:pt x="47101" y="15378"/>
                  <a:pt x="47180" y="15412"/>
                  <a:pt x="47267" y="15412"/>
                </a:cubicBezTo>
                <a:cubicBezTo>
                  <a:pt x="47314" y="15412"/>
                  <a:pt x="47364" y="15402"/>
                  <a:pt x="47418" y="15380"/>
                </a:cubicBezTo>
                <a:cubicBezTo>
                  <a:pt x="47466" y="15344"/>
                  <a:pt x="47523" y="15327"/>
                  <a:pt x="47581" y="15327"/>
                </a:cubicBezTo>
                <a:cubicBezTo>
                  <a:pt x="47669" y="15327"/>
                  <a:pt x="47758" y="15368"/>
                  <a:pt x="47813" y="15441"/>
                </a:cubicBezTo>
                <a:lnTo>
                  <a:pt x="47904" y="15532"/>
                </a:lnTo>
                <a:cubicBezTo>
                  <a:pt x="48026" y="15472"/>
                  <a:pt x="48147" y="15380"/>
                  <a:pt x="48239" y="15289"/>
                </a:cubicBezTo>
                <a:lnTo>
                  <a:pt x="48208" y="15259"/>
                </a:lnTo>
                <a:lnTo>
                  <a:pt x="48056" y="15137"/>
                </a:lnTo>
                <a:cubicBezTo>
                  <a:pt x="48085" y="15130"/>
                  <a:pt x="48115" y="15126"/>
                  <a:pt x="48146" y="15126"/>
                </a:cubicBezTo>
                <a:cubicBezTo>
                  <a:pt x="48245" y="15126"/>
                  <a:pt x="48344" y="15166"/>
                  <a:pt x="48391" y="15259"/>
                </a:cubicBezTo>
                <a:lnTo>
                  <a:pt x="48482" y="15289"/>
                </a:lnTo>
                <a:cubicBezTo>
                  <a:pt x="48526" y="15300"/>
                  <a:pt x="48567" y="15307"/>
                  <a:pt x="48606" y="15307"/>
                </a:cubicBezTo>
                <a:cubicBezTo>
                  <a:pt x="48674" y="15307"/>
                  <a:pt x="48739" y="15286"/>
                  <a:pt x="48816" y="15228"/>
                </a:cubicBezTo>
                <a:lnTo>
                  <a:pt x="48877" y="15198"/>
                </a:lnTo>
                <a:cubicBezTo>
                  <a:pt x="49059" y="15228"/>
                  <a:pt x="49120" y="15320"/>
                  <a:pt x="49059" y="15441"/>
                </a:cubicBezTo>
                <a:lnTo>
                  <a:pt x="49059" y="15532"/>
                </a:lnTo>
                <a:cubicBezTo>
                  <a:pt x="49181" y="15593"/>
                  <a:pt x="49211" y="15654"/>
                  <a:pt x="49181" y="15654"/>
                </a:cubicBezTo>
                <a:lnTo>
                  <a:pt x="49090" y="15654"/>
                </a:lnTo>
                <a:cubicBezTo>
                  <a:pt x="48999" y="15654"/>
                  <a:pt x="48968" y="15715"/>
                  <a:pt x="48968" y="15775"/>
                </a:cubicBezTo>
                <a:lnTo>
                  <a:pt x="49090" y="15806"/>
                </a:lnTo>
                <a:lnTo>
                  <a:pt x="49211" y="15836"/>
                </a:lnTo>
                <a:cubicBezTo>
                  <a:pt x="49181" y="15927"/>
                  <a:pt x="49181" y="16019"/>
                  <a:pt x="49181" y="16110"/>
                </a:cubicBezTo>
                <a:lnTo>
                  <a:pt x="49242" y="16110"/>
                </a:lnTo>
                <a:cubicBezTo>
                  <a:pt x="49333" y="16049"/>
                  <a:pt x="49424" y="15988"/>
                  <a:pt x="49485" y="15897"/>
                </a:cubicBezTo>
                <a:cubicBezTo>
                  <a:pt x="49546" y="15867"/>
                  <a:pt x="49363" y="15654"/>
                  <a:pt x="49424" y="15593"/>
                </a:cubicBezTo>
                <a:cubicBezTo>
                  <a:pt x="49515" y="15502"/>
                  <a:pt x="49394" y="15441"/>
                  <a:pt x="49333" y="15411"/>
                </a:cubicBezTo>
                <a:cubicBezTo>
                  <a:pt x="49303" y="15411"/>
                  <a:pt x="49333" y="15259"/>
                  <a:pt x="49485" y="15107"/>
                </a:cubicBezTo>
                <a:lnTo>
                  <a:pt x="49698" y="15107"/>
                </a:lnTo>
                <a:cubicBezTo>
                  <a:pt x="49728" y="15137"/>
                  <a:pt x="49758" y="15198"/>
                  <a:pt x="49728" y="15259"/>
                </a:cubicBezTo>
                <a:lnTo>
                  <a:pt x="49667" y="15259"/>
                </a:lnTo>
                <a:cubicBezTo>
                  <a:pt x="49606" y="15259"/>
                  <a:pt x="49667" y="15350"/>
                  <a:pt x="49698" y="15380"/>
                </a:cubicBezTo>
                <a:cubicBezTo>
                  <a:pt x="49700" y="15383"/>
                  <a:pt x="49705" y="15384"/>
                  <a:pt x="49710" y="15384"/>
                </a:cubicBezTo>
                <a:cubicBezTo>
                  <a:pt x="49765" y="15384"/>
                  <a:pt x="49946" y="15253"/>
                  <a:pt x="50002" y="15198"/>
                </a:cubicBezTo>
                <a:cubicBezTo>
                  <a:pt x="50032" y="15168"/>
                  <a:pt x="50070" y="15152"/>
                  <a:pt x="50108" y="15152"/>
                </a:cubicBezTo>
                <a:cubicBezTo>
                  <a:pt x="50146" y="15152"/>
                  <a:pt x="50184" y="15168"/>
                  <a:pt x="50214" y="15198"/>
                </a:cubicBezTo>
                <a:lnTo>
                  <a:pt x="50275" y="15228"/>
                </a:lnTo>
                <a:lnTo>
                  <a:pt x="50336" y="15289"/>
                </a:lnTo>
                <a:cubicBezTo>
                  <a:pt x="50427" y="15350"/>
                  <a:pt x="50488" y="15380"/>
                  <a:pt x="50579" y="15441"/>
                </a:cubicBezTo>
                <a:cubicBezTo>
                  <a:pt x="50579" y="15450"/>
                  <a:pt x="50584" y="15454"/>
                  <a:pt x="50593" y="15454"/>
                </a:cubicBezTo>
                <a:cubicBezTo>
                  <a:pt x="50612" y="15454"/>
                  <a:pt x="50649" y="15432"/>
                  <a:pt x="50670" y="15411"/>
                </a:cubicBezTo>
                <a:lnTo>
                  <a:pt x="50701" y="15380"/>
                </a:lnTo>
                <a:lnTo>
                  <a:pt x="50731" y="15350"/>
                </a:lnTo>
                <a:cubicBezTo>
                  <a:pt x="50731" y="15289"/>
                  <a:pt x="51035" y="15016"/>
                  <a:pt x="51065" y="14894"/>
                </a:cubicBezTo>
                <a:cubicBezTo>
                  <a:pt x="51084" y="14857"/>
                  <a:pt x="51131" y="14845"/>
                  <a:pt x="51191" y="14845"/>
                </a:cubicBezTo>
                <a:cubicBezTo>
                  <a:pt x="51293" y="14845"/>
                  <a:pt x="51434" y="14879"/>
                  <a:pt x="51543" y="14879"/>
                </a:cubicBezTo>
                <a:cubicBezTo>
                  <a:pt x="51581" y="14879"/>
                  <a:pt x="51616" y="14875"/>
                  <a:pt x="51643" y="14864"/>
                </a:cubicBezTo>
                <a:cubicBezTo>
                  <a:pt x="51662" y="14856"/>
                  <a:pt x="51680" y="14853"/>
                  <a:pt x="51696" y="14853"/>
                </a:cubicBezTo>
                <a:cubicBezTo>
                  <a:pt x="51807" y="14853"/>
                  <a:pt x="51841" y="15016"/>
                  <a:pt x="51734" y="15016"/>
                </a:cubicBezTo>
                <a:cubicBezTo>
                  <a:pt x="51643" y="15046"/>
                  <a:pt x="51582" y="15107"/>
                  <a:pt x="51582" y="15228"/>
                </a:cubicBezTo>
                <a:cubicBezTo>
                  <a:pt x="51613" y="15259"/>
                  <a:pt x="51521" y="15472"/>
                  <a:pt x="51582" y="15502"/>
                </a:cubicBezTo>
                <a:cubicBezTo>
                  <a:pt x="51643" y="15502"/>
                  <a:pt x="51856" y="15320"/>
                  <a:pt x="52099" y="15076"/>
                </a:cubicBezTo>
                <a:lnTo>
                  <a:pt x="52464" y="15289"/>
                </a:lnTo>
                <a:lnTo>
                  <a:pt x="52524" y="15289"/>
                </a:lnTo>
                <a:cubicBezTo>
                  <a:pt x="52585" y="15289"/>
                  <a:pt x="52707" y="15228"/>
                  <a:pt x="52676" y="15198"/>
                </a:cubicBezTo>
                <a:cubicBezTo>
                  <a:pt x="52646" y="15168"/>
                  <a:pt x="52494" y="14985"/>
                  <a:pt x="52524" y="14924"/>
                </a:cubicBezTo>
                <a:cubicBezTo>
                  <a:pt x="52524" y="14899"/>
                  <a:pt x="52557" y="14889"/>
                  <a:pt x="52599" y="14889"/>
                </a:cubicBezTo>
                <a:cubicBezTo>
                  <a:pt x="52657" y="14889"/>
                  <a:pt x="52733" y="14907"/>
                  <a:pt x="52768" y="14924"/>
                </a:cubicBezTo>
                <a:cubicBezTo>
                  <a:pt x="52776" y="14929"/>
                  <a:pt x="52784" y="14930"/>
                  <a:pt x="52792" y="14930"/>
                </a:cubicBezTo>
                <a:cubicBezTo>
                  <a:pt x="52844" y="14930"/>
                  <a:pt x="52889" y="14855"/>
                  <a:pt x="52889" y="14803"/>
                </a:cubicBezTo>
                <a:cubicBezTo>
                  <a:pt x="52902" y="14777"/>
                  <a:pt x="52926" y="14768"/>
                  <a:pt x="52951" y="14768"/>
                </a:cubicBezTo>
                <a:cubicBezTo>
                  <a:pt x="52986" y="14768"/>
                  <a:pt x="53024" y="14785"/>
                  <a:pt x="53041" y="14803"/>
                </a:cubicBezTo>
                <a:cubicBezTo>
                  <a:pt x="53072" y="14833"/>
                  <a:pt x="53041" y="14924"/>
                  <a:pt x="52980" y="14985"/>
                </a:cubicBezTo>
                <a:lnTo>
                  <a:pt x="53193" y="14985"/>
                </a:lnTo>
                <a:cubicBezTo>
                  <a:pt x="53254" y="14985"/>
                  <a:pt x="53284" y="14955"/>
                  <a:pt x="53345" y="14924"/>
                </a:cubicBezTo>
                <a:cubicBezTo>
                  <a:pt x="53467" y="15016"/>
                  <a:pt x="53558" y="15137"/>
                  <a:pt x="53649" y="15289"/>
                </a:cubicBezTo>
                <a:cubicBezTo>
                  <a:pt x="53680" y="15380"/>
                  <a:pt x="53983" y="15502"/>
                  <a:pt x="54105" y="15532"/>
                </a:cubicBezTo>
                <a:cubicBezTo>
                  <a:pt x="54227" y="15532"/>
                  <a:pt x="54196" y="15320"/>
                  <a:pt x="54135" y="15259"/>
                </a:cubicBezTo>
                <a:cubicBezTo>
                  <a:pt x="54105" y="15137"/>
                  <a:pt x="54135" y="15046"/>
                  <a:pt x="54196" y="14955"/>
                </a:cubicBezTo>
                <a:cubicBezTo>
                  <a:pt x="54211" y="14940"/>
                  <a:pt x="54234" y="14932"/>
                  <a:pt x="54257" y="14932"/>
                </a:cubicBezTo>
                <a:cubicBezTo>
                  <a:pt x="54280" y="14932"/>
                  <a:pt x="54303" y="14940"/>
                  <a:pt x="54318" y="14955"/>
                </a:cubicBezTo>
                <a:cubicBezTo>
                  <a:pt x="54379" y="15076"/>
                  <a:pt x="54439" y="15168"/>
                  <a:pt x="54531" y="15289"/>
                </a:cubicBezTo>
                <a:lnTo>
                  <a:pt x="54743" y="15289"/>
                </a:lnTo>
                <a:cubicBezTo>
                  <a:pt x="54804" y="15259"/>
                  <a:pt x="54774" y="15168"/>
                  <a:pt x="54743" y="15168"/>
                </a:cubicBezTo>
                <a:lnTo>
                  <a:pt x="55017" y="15168"/>
                </a:lnTo>
                <a:cubicBezTo>
                  <a:pt x="55078" y="15168"/>
                  <a:pt x="55139" y="15107"/>
                  <a:pt x="55169" y="15046"/>
                </a:cubicBezTo>
                <a:cubicBezTo>
                  <a:pt x="55169" y="15016"/>
                  <a:pt x="55290" y="14894"/>
                  <a:pt x="55351" y="14894"/>
                </a:cubicBezTo>
                <a:cubicBezTo>
                  <a:pt x="55360" y="14898"/>
                  <a:pt x="55367" y="14900"/>
                  <a:pt x="55375" y="14900"/>
                </a:cubicBezTo>
                <a:cubicBezTo>
                  <a:pt x="55420" y="14900"/>
                  <a:pt x="55447" y="14825"/>
                  <a:pt x="55473" y="14772"/>
                </a:cubicBezTo>
                <a:cubicBezTo>
                  <a:pt x="55479" y="14760"/>
                  <a:pt x="55497" y="14755"/>
                  <a:pt x="55521" y="14755"/>
                </a:cubicBezTo>
                <a:cubicBezTo>
                  <a:pt x="55588" y="14755"/>
                  <a:pt x="55708" y="14790"/>
                  <a:pt x="55805" y="14790"/>
                </a:cubicBezTo>
                <a:cubicBezTo>
                  <a:pt x="55840" y="14790"/>
                  <a:pt x="55873" y="14785"/>
                  <a:pt x="55898" y="14772"/>
                </a:cubicBezTo>
                <a:cubicBezTo>
                  <a:pt x="55925" y="14764"/>
                  <a:pt x="55952" y="14760"/>
                  <a:pt x="55976" y="14760"/>
                </a:cubicBezTo>
                <a:cubicBezTo>
                  <a:pt x="56035" y="14760"/>
                  <a:pt x="56081" y="14781"/>
                  <a:pt x="56081" y="14803"/>
                </a:cubicBezTo>
                <a:lnTo>
                  <a:pt x="56081" y="14864"/>
                </a:lnTo>
                <a:cubicBezTo>
                  <a:pt x="56081" y="14921"/>
                  <a:pt x="56130" y="14943"/>
                  <a:pt x="56181" y="14943"/>
                </a:cubicBezTo>
                <a:cubicBezTo>
                  <a:pt x="56211" y="14943"/>
                  <a:pt x="56241" y="14936"/>
                  <a:pt x="56263" y="14924"/>
                </a:cubicBezTo>
                <a:cubicBezTo>
                  <a:pt x="56294" y="14894"/>
                  <a:pt x="56324" y="14803"/>
                  <a:pt x="56385" y="14803"/>
                </a:cubicBezTo>
                <a:lnTo>
                  <a:pt x="56446" y="14772"/>
                </a:lnTo>
                <a:cubicBezTo>
                  <a:pt x="56537" y="14772"/>
                  <a:pt x="56537" y="14651"/>
                  <a:pt x="56537" y="14620"/>
                </a:cubicBezTo>
                <a:cubicBezTo>
                  <a:pt x="56530" y="14606"/>
                  <a:pt x="56542" y="14600"/>
                  <a:pt x="56567" y="14600"/>
                </a:cubicBezTo>
                <a:cubicBezTo>
                  <a:pt x="56650" y="14600"/>
                  <a:pt x="56869" y="14665"/>
                  <a:pt x="56962" y="14712"/>
                </a:cubicBezTo>
                <a:cubicBezTo>
                  <a:pt x="57103" y="14740"/>
                  <a:pt x="57269" y="14897"/>
                  <a:pt x="57341" y="14897"/>
                </a:cubicBezTo>
                <a:cubicBezTo>
                  <a:pt x="57347" y="14897"/>
                  <a:pt x="57353" y="14896"/>
                  <a:pt x="57357" y="14894"/>
                </a:cubicBezTo>
                <a:cubicBezTo>
                  <a:pt x="57368" y="14889"/>
                  <a:pt x="57377" y="14886"/>
                  <a:pt x="57384" y="14886"/>
                </a:cubicBezTo>
                <a:cubicBezTo>
                  <a:pt x="57416" y="14886"/>
                  <a:pt x="57407" y="14941"/>
                  <a:pt x="57357" y="15016"/>
                </a:cubicBezTo>
                <a:lnTo>
                  <a:pt x="57449" y="15107"/>
                </a:lnTo>
                <a:lnTo>
                  <a:pt x="57449" y="15137"/>
                </a:lnTo>
                <a:cubicBezTo>
                  <a:pt x="57570" y="15107"/>
                  <a:pt x="57661" y="15046"/>
                  <a:pt x="57753" y="14955"/>
                </a:cubicBezTo>
                <a:cubicBezTo>
                  <a:pt x="57783" y="14940"/>
                  <a:pt x="57821" y="14932"/>
                  <a:pt x="57859" y="14932"/>
                </a:cubicBezTo>
                <a:cubicBezTo>
                  <a:pt x="57897" y="14932"/>
                  <a:pt x="57935" y="14940"/>
                  <a:pt x="57965" y="14955"/>
                </a:cubicBezTo>
                <a:cubicBezTo>
                  <a:pt x="57965" y="14957"/>
                  <a:pt x="57966" y="14957"/>
                  <a:pt x="57966" y="14957"/>
                </a:cubicBezTo>
                <a:cubicBezTo>
                  <a:pt x="57976" y="14957"/>
                  <a:pt x="58060" y="14737"/>
                  <a:pt x="58117" y="14651"/>
                </a:cubicBezTo>
                <a:cubicBezTo>
                  <a:pt x="58174" y="14613"/>
                  <a:pt x="58253" y="14587"/>
                  <a:pt x="58327" y="14587"/>
                </a:cubicBezTo>
                <a:cubicBezTo>
                  <a:pt x="58373" y="14587"/>
                  <a:pt x="58417" y="14597"/>
                  <a:pt x="58452" y="14620"/>
                </a:cubicBezTo>
                <a:lnTo>
                  <a:pt x="58482" y="14620"/>
                </a:lnTo>
                <a:lnTo>
                  <a:pt x="58634" y="14499"/>
                </a:lnTo>
                <a:cubicBezTo>
                  <a:pt x="58756" y="14560"/>
                  <a:pt x="58999" y="14712"/>
                  <a:pt x="59060" y="14712"/>
                </a:cubicBezTo>
                <a:cubicBezTo>
                  <a:pt x="59120" y="14681"/>
                  <a:pt x="59364" y="14590"/>
                  <a:pt x="59424" y="14560"/>
                </a:cubicBezTo>
                <a:cubicBezTo>
                  <a:pt x="59462" y="14547"/>
                  <a:pt x="59500" y="14540"/>
                  <a:pt x="59535" y="14540"/>
                </a:cubicBezTo>
                <a:cubicBezTo>
                  <a:pt x="59586" y="14540"/>
                  <a:pt x="59632" y="14554"/>
                  <a:pt x="59667" y="14590"/>
                </a:cubicBezTo>
                <a:cubicBezTo>
                  <a:pt x="59728" y="14651"/>
                  <a:pt x="59789" y="14651"/>
                  <a:pt x="59880" y="14681"/>
                </a:cubicBezTo>
                <a:lnTo>
                  <a:pt x="59971" y="14620"/>
                </a:lnTo>
                <a:cubicBezTo>
                  <a:pt x="60032" y="14590"/>
                  <a:pt x="60063" y="14529"/>
                  <a:pt x="60093" y="14438"/>
                </a:cubicBezTo>
                <a:cubicBezTo>
                  <a:pt x="60096" y="14435"/>
                  <a:pt x="60103" y="14433"/>
                  <a:pt x="60111" y="14433"/>
                </a:cubicBezTo>
                <a:cubicBezTo>
                  <a:pt x="60181" y="14433"/>
                  <a:pt x="60407" y="14533"/>
                  <a:pt x="60488" y="14560"/>
                </a:cubicBezTo>
                <a:cubicBezTo>
                  <a:pt x="60498" y="14563"/>
                  <a:pt x="60509" y="14564"/>
                  <a:pt x="60522" y="14564"/>
                </a:cubicBezTo>
                <a:cubicBezTo>
                  <a:pt x="60623" y="14564"/>
                  <a:pt x="60789" y="14462"/>
                  <a:pt x="60762" y="14408"/>
                </a:cubicBezTo>
                <a:cubicBezTo>
                  <a:pt x="60762" y="14398"/>
                  <a:pt x="60766" y="14394"/>
                  <a:pt x="60774" y="14394"/>
                </a:cubicBezTo>
                <a:cubicBezTo>
                  <a:pt x="60817" y="14394"/>
                  <a:pt x="60959" y="14513"/>
                  <a:pt x="61035" y="14590"/>
                </a:cubicBezTo>
                <a:cubicBezTo>
                  <a:pt x="61073" y="14603"/>
                  <a:pt x="61116" y="14610"/>
                  <a:pt x="61160" y="14610"/>
                </a:cubicBezTo>
                <a:cubicBezTo>
                  <a:pt x="61222" y="14610"/>
                  <a:pt x="61286" y="14595"/>
                  <a:pt x="61339" y="14560"/>
                </a:cubicBezTo>
                <a:cubicBezTo>
                  <a:pt x="61370" y="14468"/>
                  <a:pt x="61400" y="14408"/>
                  <a:pt x="61400" y="14347"/>
                </a:cubicBezTo>
                <a:lnTo>
                  <a:pt x="61400" y="14317"/>
                </a:lnTo>
                <a:lnTo>
                  <a:pt x="61400" y="14256"/>
                </a:lnTo>
                <a:cubicBezTo>
                  <a:pt x="61339" y="14134"/>
                  <a:pt x="61218" y="14073"/>
                  <a:pt x="61126" y="14073"/>
                </a:cubicBezTo>
                <a:lnTo>
                  <a:pt x="61005" y="14043"/>
                </a:lnTo>
                <a:cubicBezTo>
                  <a:pt x="60974" y="14013"/>
                  <a:pt x="60944" y="13982"/>
                  <a:pt x="60944" y="13921"/>
                </a:cubicBezTo>
                <a:lnTo>
                  <a:pt x="60944" y="13830"/>
                </a:lnTo>
                <a:cubicBezTo>
                  <a:pt x="61035" y="13709"/>
                  <a:pt x="61096" y="13557"/>
                  <a:pt x="61096" y="13374"/>
                </a:cubicBezTo>
                <a:lnTo>
                  <a:pt x="61430" y="13374"/>
                </a:lnTo>
                <a:cubicBezTo>
                  <a:pt x="61522" y="13359"/>
                  <a:pt x="61613" y="13351"/>
                  <a:pt x="61704" y="13351"/>
                </a:cubicBezTo>
                <a:cubicBezTo>
                  <a:pt x="61795" y="13351"/>
                  <a:pt x="61886" y="13359"/>
                  <a:pt x="61978" y="13374"/>
                </a:cubicBezTo>
                <a:lnTo>
                  <a:pt x="62008" y="13374"/>
                </a:lnTo>
                <a:cubicBezTo>
                  <a:pt x="62160" y="13465"/>
                  <a:pt x="61978" y="13435"/>
                  <a:pt x="61978" y="13526"/>
                </a:cubicBezTo>
                <a:cubicBezTo>
                  <a:pt x="61978" y="13617"/>
                  <a:pt x="61947" y="13648"/>
                  <a:pt x="61826" y="13648"/>
                </a:cubicBezTo>
                <a:lnTo>
                  <a:pt x="61795" y="13648"/>
                </a:lnTo>
                <a:cubicBezTo>
                  <a:pt x="61741" y="13648"/>
                  <a:pt x="61519" y="13552"/>
                  <a:pt x="61428" y="13552"/>
                </a:cubicBezTo>
                <a:cubicBezTo>
                  <a:pt x="61416" y="13552"/>
                  <a:pt x="61407" y="13553"/>
                  <a:pt x="61400" y="13557"/>
                </a:cubicBezTo>
                <a:cubicBezTo>
                  <a:pt x="61339" y="13587"/>
                  <a:pt x="61400" y="13891"/>
                  <a:pt x="61400" y="13982"/>
                </a:cubicBezTo>
                <a:cubicBezTo>
                  <a:pt x="61400" y="14073"/>
                  <a:pt x="61461" y="14165"/>
                  <a:pt x="61552" y="14195"/>
                </a:cubicBezTo>
                <a:lnTo>
                  <a:pt x="61582" y="14104"/>
                </a:lnTo>
                <a:cubicBezTo>
                  <a:pt x="61613" y="14043"/>
                  <a:pt x="61613" y="13952"/>
                  <a:pt x="61643" y="13921"/>
                </a:cubicBezTo>
                <a:cubicBezTo>
                  <a:pt x="61655" y="13915"/>
                  <a:pt x="61669" y="13913"/>
                  <a:pt x="61683" y="13913"/>
                </a:cubicBezTo>
                <a:cubicBezTo>
                  <a:pt x="61740" y="13913"/>
                  <a:pt x="61813" y="13952"/>
                  <a:pt x="61886" y="13952"/>
                </a:cubicBezTo>
                <a:lnTo>
                  <a:pt x="62038" y="13952"/>
                </a:lnTo>
                <a:cubicBezTo>
                  <a:pt x="62190" y="14013"/>
                  <a:pt x="62221" y="14104"/>
                  <a:pt x="62190" y="14104"/>
                </a:cubicBezTo>
                <a:cubicBezTo>
                  <a:pt x="62145" y="14119"/>
                  <a:pt x="62107" y="14127"/>
                  <a:pt x="62069" y="14127"/>
                </a:cubicBezTo>
                <a:cubicBezTo>
                  <a:pt x="62031" y="14127"/>
                  <a:pt x="61993" y="14119"/>
                  <a:pt x="61947" y="14104"/>
                </a:cubicBezTo>
                <a:lnTo>
                  <a:pt x="61856" y="14165"/>
                </a:lnTo>
                <a:lnTo>
                  <a:pt x="61613" y="14317"/>
                </a:lnTo>
                <a:cubicBezTo>
                  <a:pt x="61613" y="14523"/>
                  <a:pt x="61701" y="14664"/>
                  <a:pt x="61821" y="14664"/>
                </a:cubicBezTo>
                <a:cubicBezTo>
                  <a:pt x="61842" y="14664"/>
                  <a:pt x="61864" y="14660"/>
                  <a:pt x="61886" y="14651"/>
                </a:cubicBezTo>
                <a:lnTo>
                  <a:pt x="61856" y="14499"/>
                </a:lnTo>
                <a:cubicBezTo>
                  <a:pt x="61856" y="14438"/>
                  <a:pt x="61886" y="14438"/>
                  <a:pt x="61947" y="14438"/>
                </a:cubicBezTo>
                <a:lnTo>
                  <a:pt x="61978" y="14468"/>
                </a:lnTo>
                <a:cubicBezTo>
                  <a:pt x="62038" y="14499"/>
                  <a:pt x="62069" y="14560"/>
                  <a:pt x="62099" y="14620"/>
                </a:cubicBezTo>
                <a:lnTo>
                  <a:pt x="62130" y="14833"/>
                </a:lnTo>
                <a:cubicBezTo>
                  <a:pt x="62281" y="14772"/>
                  <a:pt x="62373" y="14681"/>
                  <a:pt x="62342" y="14651"/>
                </a:cubicBezTo>
                <a:cubicBezTo>
                  <a:pt x="62585" y="14560"/>
                  <a:pt x="62829" y="14499"/>
                  <a:pt x="63072" y="14468"/>
                </a:cubicBezTo>
                <a:cubicBezTo>
                  <a:pt x="63160" y="14446"/>
                  <a:pt x="63237" y="14432"/>
                  <a:pt x="63298" y="14426"/>
                </a:cubicBezTo>
                <a:lnTo>
                  <a:pt x="63298" y="14426"/>
                </a:lnTo>
                <a:lnTo>
                  <a:pt x="63383" y="14448"/>
                </a:lnTo>
                <a:lnTo>
                  <a:pt x="63383" y="14448"/>
                </a:lnTo>
                <a:cubicBezTo>
                  <a:pt x="63388" y="14440"/>
                  <a:pt x="63392" y="14432"/>
                  <a:pt x="63396" y="14424"/>
                </a:cubicBezTo>
                <a:lnTo>
                  <a:pt x="63396" y="14424"/>
                </a:lnTo>
                <a:cubicBezTo>
                  <a:pt x="63385" y="14423"/>
                  <a:pt x="63373" y="14423"/>
                  <a:pt x="63361" y="14423"/>
                </a:cubicBezTo>
                <a:cubicBezTo>
                  <a:pt x="63342" y="14423"/>
                  <a:pt x="63321" y="14424"/>
                  <a:pt x="63298" y="14426"/>
                </a:cubicBezTo>
                <a:lnTo>
                  <a:pt x="63298" y="14426"/>
                </a:lnTo>
                <a:lnTo>
                  <a:pt x="63224" y="14408"/>
                </a:lnTo>
                <a:lnTo>
                  <a:pt x="63041" y="14377"/>
                </a:lnTo>
                <a:cubicBezTo>
                  <a:pt x="62950" y="14286"/>
                  <a:pt x="62859" y="14165"/>
                  <a:pt x="62829" y="14043"/>
                </a:cubicBezTo>
                <a:lnTo>
                  <a:pt x="62889" y="14043"/>
                </a:lnTo>
                <a:cubicBezTo>
                  <a:pt x="62950" y="14073"/>
                  <a:pt x="63315" y="14286"/>
                  <a:pt x="63376" y="14317"/>
                </a:cubicBezTo>
                <a:cubicBezTo>
                  <a:pt x="63406" y="14346"/>
                  <a:pt x="63413" y="14384"/>
                  <a:pt x="63396" y="14424"/>
                </a:cubicBezTo>
                <a:lnTo>
                  <a:pt x="63396" y="14424"/>
                </a:lnTo>
                <a:cubicBezTo>
                  <a:pt x="63442" y="14429"/>
                  <a:pt x="63467" y="14444"/>
                  <a:pt x="63467" y="14468"/>
                </a:cubicBezTo>
                <a:lnTo>
                  <a:pt x="63383" y="14448"/>
                </a:lnTo>
                <a:lnTo>
                  <a:pt x="63383" y="14448"/>
                </a:lnTo>
                <a:cubicBezTo>
                  <a:pt x="63360" y="14483"/>
                  <a:pt x="63318" y="14522"/>
                  <a:pt x="63254" y="14560"/>
                </a:cubicBezTo>
                <a:lnTo>
                  <a:pt x="63497" y="14590"/>
                </a:lnTo>
                <a:cubicBezTo>
                  <a:pt x="63691" y="14526"/>
                  <a:pt x="64006" y="14461"/>
                  <a:pt x="64206" y="14461"/>
                </a:cubicBezTo>
                <a:cubicBezTo>
                  <a:pt x="64289" y="14461"/>
                  <a:pt x="64352" y="14472"/>
                  <a:pt x="64379" y="14499"/>
                </a:cubicBezTo>
                <a:cubicBezTo>
                  <a:pt x="64470" y="14620"/>
                  <a:pt x="64531" y="14742"/>
                  <a:pt x="64500" y="14803"/>
                </a:cubicBezTo>
                <a:lnTo>
                  <a:pt x="64318" y="14803"/>
                </a:lnTo>
                <a:cubicBezTo>
                  <a:pt x="64288" y="14803"/>
                  <a:pt x="64257" y="14833"/>
                  <a:pt x="64257" y="14894"/>
                </a:cubicBezTo>
                <a:cubicBezTo>
                  <a:pt x="64257" y="14924"/>
                  <a:pt x="64318" y="14955"/>
                  <a:pt x="64348" y="14955"/>
                </a:cubicBezTo>
                <a:lnTo>
                  <a:pt x="64440" y="14955"/>
                </a:lnTo>
                <a:cubicBezTo>
                  <a:pt x="64561" y="14894"/>
                  <a:pt x="64652" y="14803"/>
                  <a:pt x="64652" y="14651"/>
                </a:cubicBezTo>
                <a:lnTo>
                  <a:pt x="64652" y="14560"/>
                </a:lnTo>
                <a:cubicBezTo>
                  <a:pt x="64652" y="14529"/>
                  <a:pt x="64744" y="14499"/>
                  <a:pt x="64774" y="14468"/>
                </a:cubicBezTo>
                <a:cubicBezTo>
                  <a:pt x="64804" y="14438"/>
                  <a:pt x="64865" y="14438"/>
                  <a:pt x="64804" y="14408"/>
                </a:cubicBezTo>
                <a:cubicBezTo>
                  <a:pt x="64744" y="14347"/>
                  <a:pt x="64744" y="14317"/>
                  <a:pt x="64835" y="14317"/>
                </a:cubicBezTo>
                <a:lnTo>
                  <a:pt x="64865" y="14317"/>
                </a:lnTo>
                <a:cubicBezTo>
                  <a:pt x="64926" y="14317"/>
                  <a:pt x="64865" y="14620"/>
                  <a:pt x="64835" y="14712"/>
                </a:cubicBezTo>
                <a:cubicBezTo>
                  <a:pt x="64804" y="14803"/>
                  <a:pt x="64744" y="14894"/>
                  <a:pt x="64713" y="14894"/>
                </a:cubicBezTo>
                <a:cubicBezTo>
                  <a:pt x="64683" y="14894"/>
                  <a:pt x="64713" y="15016"/>
                  <a:pt x="64744" y="15046"/>
                </a:cubicBezTo>
                <a:cubicBezTo>
                  <a:pt x="64751" y="15061"/>
                  <a:pt x="64765" y="15066"/>
                  <a:pt x="64783" y="15066"/>
                </a:cubicBezTo>
                <a:cubicBezTo>
                  <a:pt x="64838" y="15066"/>
                  <a:pt x="64926" y="15008"/>
                  <a:pt x="64926" y="14985"/>
                </a:cubicBezTo>
                <a:cubicBezTo>
                  <a:pt x="64956" y="14894"/>
                  <a:pt x="64987" y="14864"/>
                  <a:pt x="65017" y="14803"/>
                </a:cubicBezTo>
                <a:lnTo>
                  <a:pt x="65048" y="14803"/>
                </a:lnTo>
                <a:cubicBezTo>
                  <a:pt x="65108" y="14803"/>
                  <a:pt x="65139" y="14833"/>
                  <a:pt x="65169" y="14864"/>
                </a:cubicBezTo>
                <a:lnTo>
                  <a:pt x="65169" y="14924"/>
                </a:lnTo>
                <a:cubicBezTo>
                  <a:pt x="65169" y="14985"/>
                  <a:pt x="65230" y="15046"/>
                  <a:pt x="65230" y="15046"/>
                </a:cubicBezTo>
                <a:cubicBezTo>
                  <a:pt x="65260" y="15046"/>
                  <a:pt x="65321" y="14924"/>
                  <a:pt x="65321" y="14864"/>
                </a:cubicBezTo>
                <a:cubicBezTo>
                  <a:pt x="65351" y="14803"/>
                  <a:pt x="65078" y="14651"/>
                  <a:pt x="65078" y="14560"/>
                </a:cubicBezTo>
                <a:cubicBezTo>
                  <a:pt x="65078" y="14468"/>
                  <a:pt x="65230" y="14408"/>
                  <a:pt x="65291" y="14408"/>
                </a:cubicBezTo>
                <a:cubicBezTo>
                  <a:pt x="65296" y="14413"/>
                  <a:pt x="65303" y="14416"/>
                  <a:pt x="65310" y="14416"/>
                </a:cubicBezTo>
                <a:cubicBezTo>
                  <a:pt x="65342" y="14416"/>
                  <a:pt x="65387" y="14366"/>
                  <a:pt x="65412" y="14317"/>
                </a:cubicBezTo>
                <a:lnTo>
                  <a:pt x="65625" y="14317"/>
                </a:lnTo>
                <a:cubicBezTo>
                  <a:pt x="65706" y="14317"/>
                  <a:pt x="65787" y="14344"/>
                  <a:pt x="65868" y="14344"/>
                </a:cubicBezTo>
                <a:cubicBezTo>
                  <a:pt x="65909" y="14344"/>
                  <a:pt x="65949" y="14337"/>
                  <a:pt x="65990" y="14317"/>
                </a:cubicBezTo>
                <a:cubicBezTo>
                  <a:pt x="65999" y="14308"/>
                  <a:pt x="66013" y="14304"/>
                  <a:pt x="66030" y="14304"/>
                </a:cubicBezTo>
                <a:cubicBezTo>
                  <a:pt x="66071" y="14304"/>
                  <a:pt x="66129" y="14325"/>
                  <a:pt x="66172" y="14347"/>
                </a:cubicBezTo>
                <a:cubicBezTo>
                  <a:pt x="66242" y="14347"/>
                  <a:pt x="66258" y="14437"/>
                  <a:pt x="66331" y="14437"/>
                </a:cubicBezTo>
                <a:cubicBezTo>
                  <a:pt x="66353" y="14437"/>
                  <a:pt x="66380" y="14429"/>
                  <a:pt x="66415" y="14408"/>
                </a:cubicBezTo>
                <a:lnTo>
                  <a:pt x="66476" y="14377"/>
                </a:lnTo>
                <a:cubicBezTo>
                  <a:pt x="66503" y="14391"/>
                  <a:pt x="66526" y="14397"/>
                  <a:pt x="66547" y="14397"/>
                </a:cubicBezTo>
                <a:cubicBezTo>
                  <a:pt x="66621" y="14397"/>
                  <a:pt x="66658" y="14320"/>
                  <a:pt x="66658" y="14225"/>
                </a:cubicBezTo>
                <a:lnTo>
                  <a:pt x="66993" y="14225"/>
                </a:lnTo>
                <a:cubicBezTo>
                  <a:pt x="67266" y="14225"/>
                  <a:pt x="67388" y="14499"/>
                  <a:pt x="67266" y="14499"/>
                </a:cubicBezTo>
                <a:lnTo>
                  <a:pt x="67418" y="14499"/>
                </a:lnTo>
                <a:lnTo>
                  <a:pt x="67601" y="14438"/>
                </a:lnTo>
                <a:lnTo>
                  <a:pt x="67844" y="14377"/>
                </a:lnTo>
                <a:cubicBezTo>
                  <a:pt x="68044" y="14288"/>
                  <a:pt x="68212" y="14232"/>
                  <a:pt x="68287" y="14232"/>
                </a:cubicBezTo>
                <a:cubicBezTo>
                  <a:pt x="68315" y="14232"/>
                  <a:pt x="68330" y="14239"/>
                  <a:pt x="68330" y="14256"/>
                </a:cubicBezTo>
                <a:lnTo>
                  <a:pt x="68330" y="14408"/>
                </a:lnTo>
                <a:cubicBezTo>
                  <a:pt x="68330" y="14466"/>
                  <a:pt x="68367" y="14487"/>
                  <a:pt x="68417" y="14487"/>
                </a:cubicBezTo>
                <a:cubicBezTo>
                  <a:pt x="68446" y="14487"/>
                  <a:pt x="68479" y="14480"/>
                  <a:pt x="68513" y="14468"/>
                </a:cubicBezTo>
                <a:cubicBezTo>
                  <a:pt x="68573" y="14438"/>
                  <a:pt x="68513" y="14317"/>
                  <a:pt x="68665" y="14317"/>
                </a:cubicBezTo>
                <a:lnTo>
                  <a:pt x="68756" y="14317"/>
                </a:lnTo>
                <a:cubicBezTo>
                  <a:pt x="68763" y="14314"/>
                  <a:pt x="68770" y="14313"/>
                  <a:pt x="68777" y="14313"/>
                </a:cubicBezTo>
                <a:cubicBezTo>
                  <a:pt x="68864" y="14313"/>
                  <a:pt x="68964" y="14473"/>
                  <a:pt x="68908" y="14529"/>
                </a:cubicBezTo>
                <a:cubicBezTo>
                  <a:pt x="68863" y="14574"/>
                  <a:pt x="68802" y="14602"/>
                  <a:pt x="68761" y="14602"/>
                </a:cubicBezTo>
                <a:cubicBezTo>
                  <a:pt x="68746" y="14602"/>
                  <a:pt x="68734" y="14598"/>
                  <a:pt x="68725" y="14590"/>
                </a:cubicBezTo>
                <a:lnTo>
                  <a:pt x="68634" y="14590"/>
                </a:lnTo>
                <a:cubicBezTo>
                  <a:pt x="68634" y="14590"/>
                  <a:pt x="68634" y="14772"/>
                  <a:pt x="68634" y="14803"/>
                </a:cubicBezTo>
                <a:cubicBezTo>
                  <a:pt x="68646" y="14826"/>
                  <a:pt x="68680" y="14836"/>
                  <a:pt x="68722" y="14836"/>
                </a:cubicBezTo>
                <a:cubicBezTo>
                  <a:pt x="68791" y="14836"/>
                  <a:pt x="68882" y="14810"/>
                  <a:pt x="68938" y="14772"/>
                </a:cubicBezTo>
                <a:cubicBezTo>
                  <a:pt x="68945" y="14766"/>
                  <a:pt x="68952" y="14763"/>
                  <a:pt x="68960" y="14763"/>
                </a:cubicBezTo>
                <a:cubicBezTo>
                  <a:pt x="69020" y="14763"/>
                  <a:pt x="69104" y="14955"/>
                  <a:pt x="69212" y="14955"/>
                </a:cubicBezTo>
                <a:cubicBezTo>
                  <a:pt x="69424" y="14924"/>
                  <a:pt x="69576" y="14833"/>
                  <a:pt x="69728" y="14712"/>
                </a:cubicBezTo>
                <a:cubicBezTo>
                  <a:pt x="69748" y="14682"/>
                  <a:pt x="69771" y="14669"/>
                  <a:pt x="69792" y="14669"/>
                </a:cubicBezTo>
                <a:cubicBezTo>
                  <a:pt x="69838" y="14669"/>
                  <a:pt x="69880" y="14730"/>
                  <a:pt x="69880" y="14833"/>
                </a:cubicBezTo>
                <a:lnTo>
                  <a:pt x="70093" y="14894"/>
                </a:lnTo>
                <a:lnTo>
                  <a:pt x="70184" y="14894"/>
                </a:lnTo>
                <a:cubicBezTo>
                  <a:pt x="70276" y="14894"/>
                  <a:pt x="70367" y="14833"/>
                  <a:pt x="70397" y="14772"/>
                </a:cubicBezTo>
                <a:cubicBezTo>
                  <a:pt x="70397" y="14712"/>
                  <a:pt x="70245" y="14651"/>
                  <a:pt x="70184" y="14651"/>
                </a:cubicBezTo>
                <a:cubicBezTo>
                  <a:pt x="70124" y="14651"/>
                  <a:pt x="70154" y="14438"/>
                  <a:pt x="70184" y="14377"/>
                </a:cubicBezTo>
                <a:cubicBezTo>
                  <a:pt x="70215" y="14317"/>
                  <a:pt x="70458" y="14225"/>
                  <a:pt x="70549" y="14225"/>
                </a:cubicBezTo>
                <a:cubicBezTo>
                  <a:pt x="70671" y="14256"/>
                  <a:pt x="70792" y="14286"/>
                  <a:pt x="70883" y="14377"/>
                </a:cubicBezTo>
                <a:lnTo>
                  <a:pt x="71035" y="14347"/>
                </a:lnTo>
                <a:lnTo>
                  <a:pt x="71096" y="14317"/>
                </a:lnTo>
                <a:cubicBezTo>
                  <a:pt x="71218" y="14317"/>
                  <a:pt x="71218" y="14256"/>
                  <a:pt x="71096" y="14195"/>
                </a:cubicBezTo>
                <a:lnTo>
                  <a:pt x="71096" y="14165"/>
                </a:lnTo>
                <a:lnTo>
                  <a:pt x="71157" y="14013"/>
                </a:lnTo>
                <a:cubicBezTo>
                  <a:pt x="71279" y="14013"/>
                  <a:pt x="71400" y="14104"/>
                  <a:pt x="71461" y="14225"/>
                </a:cubicBezTo>
                <a:cubicBezTo>
                  <a:pt x="71461" y="14236"/>
                  <a:pt x="71485" y="14244"/>
                  <a:pt x="71525" y="14244"/>
                </a:cubicBezTo>
                <a:cubicBezTo>
                  <a:pt x="71595" y="14244"/>
                  <a:pt x="71710" y="14222"/>
                  <a:pt x="71826" y="14165"/>
                </a:cubicBezTo>
                <a:lnTo>
                  <a:pt x="72282" y="14165"/>
                </a:lnTo>
                <a:cubicBezTo>
                  <a:pt x="72336" y="14075"/>
                  <a:pt x="72496" y="14049"/>
                  <a:pt x="72637" y="14049"/>
                </a:cubicBezTo>
                <a:cubicBezTo>
                  <a:pt x="72734" y="14049"/>
                  <a:pt x="72822" y="14061"/>
                  <a:pt x="72859" y="14073"/>
                </a:cubicBezTo>
                <a:cubicBezTo>
                  <a:pt x="72981" y="14134"/>
                  <a:pt x="73163" y="14225"/>
                  <a:pt x="73194" y="14225"/>
                </a:cubicBezTo>
                <a:cubicBezTo>
                  <a:pt x="73285" y="14195"/>
                  <a:pt x="73376" y="14165"/>
                  <a:pt x="73467" y="14104"/>
                </a:cubicBezTo>
                <a:lnTo>
                  <a:pt x="73619" y="14104"/>
                </a:lnTo>
                <a:cubicBezTo>
                  <a:pt x="73619" y="14104"/>
                  <a:pt x="73680" y="14013"/>
                  <a:pt x="73680" y="13982"/>
                </a:cubicBezTo>
                <a:cubicBezTo>
                  <a:pt x="73680" y="13877"/>
                  <a:pt x="73680" y="13845"/>
                  <a:pt x="73730" y="13845"/>
                </a:cubicBezTo>
                <a:cubicBezTo>
                  <a:pt x="73752" y="13845"/>
                  <a:pt x="73785" y="13851"/>
                  <a:pt x="73832" y="13861"/>
                </a:cubicBezTo>
                <a:cubicBezTo>
                  <a:pt x="73872" y="13861"/>
                  <a:pt x="73940" y="13874"/>
                  <a:pt x="73989" y="13874"/>
                </a:cubicBezTo>
                <a:cubicBezTo>
                  <a:pt x="74014" y="13874"/>
                  <a:pt x="74035" y="13871"/>
                  <a:pt x="74045" y="13861"/>
                </a:cubicBezTo>
                <a:lnTo>
                  <a:pt x="74227" y="13739"/>
                </a:lnTo>
                <a:cubicBezTo>
                  <a:pt x="74302" y="13814"/>
                  <a:pt x="74418" y="13868"/>
                  <a:pt x="74542" y="13868"/>
                </a:cubicBezTo>
                <a:cubicBezTo>
                  <a:pt x="74568" y="13868"/>
                  <a:pt x="74595" y="13866"/>
                  <a:pt x="74622" y="13861"/>
                </a:cubicBezTo>
                <a:cubicBezTo>
                  <a:pt x="74630" y="13856"/>
                  <a:pt x="74637" y="13855"/>
                  <a:pt x="74641" y="13855"/>
                </a:cubicBezTo>
                <a:cubicBezTo>
                  <a:pt x="74667" y="13855"/>
                  <a:pt x="74618" y="13930"/>
                  <a:pt x="74592" y="13982"/>
                </a:cubicBezTo>
                <a:cubicBezTo>
                  <a:pt x="74586" y="13988"/>
                  <a:pt x="74591" y="13990"/>
                  <a:pt x="74604" y="13990"/>
                </a:cubicBezTo>
                <a:cubicBezTo>
                  <a:pt x="74657" y="13990"/>
                  <a:pt x="74841" y="13946"/>
                  <a:pt x="74865" y="13921"/>
                </a:cubicBezTo>
                <a:cubicBezTo>
                  <a:pt x="74926" y="13861"/>
                  <a:pt x="74987" y="13830"/>
                  <a:pt x="75048" y="13800"/>
                </a:cubicBezTo>
                <a:cubicBezTo>
                  <a:pt x="75078" y="13800"/>
                  <a:pt x="75169" y="13891"/>
                  <a:pt x="75169" y="13921"/>
                </a:cubicBezTo>
                <a:cubicBezTo>
                  <a:pt x="75175" y="13927"/>
                  <a:pt x="75183" y="13930"/>
                  <a:pt x="75192" y="13930"/>
                </a:cubicBezTo>
                <a:cubicBezTo>
                  <a:pt x="75232" y="13930"/>
                  <a:pt x="75297" y="13885"/>
                  <a:pt x="75321" y="13861"/>
                </a:cubicBezTo>
                <a:lnTo>
                  <a:pt x="75473" y="13678"/>
                </a:lnTo>
                <a:lnTo>
                  <a:pt x="75564" y="13800"/>
                </a:lnTo>
                <a:cubicBezTo>
                  <a:pt x="75625" y="13861"/>
                  <a:pt x="75716" y="13952"/>
                  <a:pt x="75747" y="13952"/>
                </a:cubicBezTo>
                <a:cubicBezTo>
                  <a:pt x="75899" y="13891"/>
                  <a:pt x="76020" y="13861"/>
                  <a:pt x="76172" y="13861"/>
                </a:cubicBezTo>
                <a:lnTo>
                  <a:pt x="76324" y="13861"/>
                </a:lnTo>
                <a:cubicBezTo>
                  <a:pt x="76294" y="13800"/>
                  <a:pt x="76355" y="13739"/>
                  <a:pt x="76416" y="13709"/>
                </a:cubicBezTo>
                <a:lnTo>
                  <a:pt x="76476" y="13739"/>
                </a:lnTo>
                <a:cubicBezTo>
                  <a:pt x="76598" y="13769"/>
                  <a:pt x="76598" y="13891"/>
                  <a:pt x="76598" y="13982"/>
                </a:cubicBezTo>
                <a:cubicBezTo>
                  <a:pt x="76602" y="13984"/>
                  <a:pt x="76607" y="13986"/>
                  <a:pt x="76611" y="13986"/>
                </a:cubicBezTo>
                <a:cubicBezTo>
                  <a:pt x="76663" y="13986"/>
                  <a:pt x="76689" y="13826"/>
                  <a:pt x="76689" y="13769"/>
                </a:cubicBezTo>
                <a:cubicBezTo>
                  <a:pt x="76689" y="13734"/>
                  <a:pt x="76773" y="13719"/>
                  <a:pt x="76860" y="13719"/>
                </a:cubicBezTo>
                <a:cubicBezTo>
                  <a:pt x="76922" y="13719"/>
                  <a:pt x="76986" y="13726"/>
                  <a:pt x="77023" y="13739"/>
                </a:cubicBezTo>
                <a:cubicBezTo>
                  <a:pt x="77068" y="13739"/>
                  <a:pt x="77257" y="13675"/>
                  <a:pt x="77380" y="13675"/>
                </a:cubicBezTo>
                <a:cubicBezTo>
                  <a:pt x="77426" y="13675"/>
                  <a:pt x="77463" y="13684"/>
                  <a:pt x="77479" y="13709"/>
                </a:cubicBezTo>
                <a:cubicBezTo>
                  <a:pt x="77497" y="13744"/>
                  <a:pt x="77536" y="13759"/>
                  <a:pt x="77583" y="13759"/>
                </a:cubicBezTo>
                <a:cubicBezTo>
                  <a:pt x="77617" y="13759"/>
                  <a:pt x="77654" y="13752"/>
                  <a:pt x="77692" y="13739"/>
                </a:cubicBezTo>
                <a:cubicBezTo>
                  <a:pt x="77692" y="13709"/>
                  <a:pt x="77631" y="13709"/>
                  <a:pt x="77510" y="13709"/>
                </a:cubicBezTo>
                <a:lnTo>
                  <a:pt x="77510" y="13587"/>
                </a:lnTo>
                <a:lnTo>
                  <a:pt x="77510" y="13526"/>
                </a:lnTo>
                <a:cubicBezTo>
                  <a:pt x="77540" y="13465"/>
                  <a:pt x="77571" y="13405"/>
                  <a:pt x="77571" y="13344"/>
                </a:cubicBezTo>
                <a:cubicBezTo>
                  <a:pt x="77601" y="13313"/>
                  <a:pt x="77540" y="13313"/>
                  <a:pt x="77479" y="13313"/>
                </a:cubicBezTo>
                <a:lnTo>
                  <a:pt x="77267" y="13313"/>
                </a:lnTo>
                <a:cubicBezTo>
                  <a:pt x="77191" y="13344"/>
                  <a:pt x="77115" y="13359"/>
                  <a:pt x="77039" y="13359"/>
                </a:cubicBezTo>
                <a:cubicBezTo>
                  <a:pt x="76963" y="13359"/>
                  <a:pt x="76887" y="13344"/>
                  <a:pt x="76811" y="13313"/>
                </a:cubicBezTo>
                <a:lnTo>
                  <a:pt x="76689" y="13222"/>
                </a:lnTo>
                <a:lnTo>
                  <a:pt x="76689" y="13161"/>
                </a:lnTo>
                <a:cubicBezTo>
                  <a:pt x="76719" y="13131"/>
                  <a:pt x="76719" y="13131"/>
                  <a:pt x="76750" y="13131"/>
                </a:cubicBezTo>
                <a:cubicBezTo>
                  <a:pt x="76841" y="13161"/>
                  <a:pt x="76932" y="13161"/>
                  <a:pt x="77023" y="13192"/>
                </a:cubicBezTo>
                <a:lnTo>
                  <a:pt x="77115" y="13192"/>
                </a:lnTo>
                <a:cubicBezTo>
                  <a:pt x="77236" y="13192"/>
                  <a:pt x="77358" y="13161"/>
                  <a:pt x="77479" y="13101"/>
                </a:cubicBezTo>
                <a:lnTo>
                  <a:pt x="77571" y="13101"/>
                </a:lnTo>
                <a:lnTo>
                  <a:pt x="78026" y="13161"/>
                </a:lnTo>
                <a:cubicBezTo>
                  <a:pt x="78543" y="13131"/>
                  <a:pt x="78999" y="13070"/>
                  <a:pt x="79090" y="13070"/>
                </a:cubicBezTo>
                <a:lnTo>
                  <a:pt x="79333" y="13070"/>
                </a:lnTo>
                <a:cubicBezTo>
                  <a:pt x="79485" y="13070"/>
                  <a:pt x="79637" y="12979"/>
                  <a:pt x="79729" y="12827"/>
                </a:cubicBezTo>
                <a:cubicBezTo>
                  <a:pt x="79729" y="12807"/>
                  <a:pt x="79742" y="12797"/>
                  <a:pt x="79765" y="12797"/>
                </a:cubicBezTo>
                <a:cubicBezTo>
                  <a:pt x="79810" y="12797"/>
                  <a:pt x="79891" y="12837"/>
                  <a:pt x="79972" y="12918"/>
                </a:cubicBezTo>
                <a:cubicBezTo>
                  <a:pt x="80005" y="12969"/>
                  <a:pt x="80057" y="12991"/>
                  <a:pt x="80107" y="12991"/>
                </a:cubicBezTo>
                <a:cubicBezTo>
                  <a:pt x="80148" y="12991"/>
                  <a:pt x="80188" y="12976"/>
                  <a:pt x="80215" y="12949"/>
                </a:cubicBezTo>
                <a:lnTo>
                  <a:pt x="80337" y="12918"/>
                </a:lnTo>
                <a:cubicBezTo>
                  <a:pt x="80489" y="13010"/>
                  <a:pt x="80580" y="13161"/>
                  <a:pt x="80489" y="13253"/>
                </a:cubicBezTo>
                <a:lnTo>
                  <a:pt x="80367" y="13253"/>
                </a:lnTo>
                <a:cubicBezTo>
                  <a:pt x="80337" y="13283"/>
                  <a:pt x="80337" y="13344"/>
                  <a:pt x="80367" y="13374"/>
                </a:cubicBezTo>
                <a:lnTo>
                  <a:pt x="80397" y="13405"/>
                </a:lnTo>
                <a:lnTo>
                  <a:pt x="80489" y="13405"/>
                </a:lnTo>
                <a:cubicBezTo>
                  <a:pt x="80580" y="13405"/>
                  <a:pt x="80671" y="13374"/>
                  <a:pt x="80762" y="13344"/>
                </a:cubicBezTo>
                <a:lnTo>
                  <a:pt x="80823" y="13344"/>
                </a:lnTo>
                <a:cubicBezTo>
                  <a:pt x="80884" y="13374"/>
                  <a:pt x="80975" y="13435"/>
                  <a:pt x="81005" y="13496"/>
                </a:cubicBezTo>
                <a:lnTo>
                  <a:pt x="81248" y="13496"/>
                </a:lnTo>
                <a:cubicBezTo>
                  <a:pt x="81400" y="13465"/>
                  <a:pt x="81552" y="13405"/>
                  <a:pt x="81674" y="13283"/>
                </a:cubicBezTo>
                <a:cubicBezTo>
                  <a:pt x="81704" y="13253"/>
                  <a:pt x="81613" y="13131"/>
                  <a:pt x="81583" y="13131"/>
                </a:cubicBezTo>
                <a:cubicBezTo>
                  <a:pt x="81492" y="13131"/>
                  <a:pt x="81431" y="13161"/>
                  <a:pt x="81370" y="13192"/>
                </a:cubicBezTo>
                <a:cubicBezTo>
                  <a:pt x="81340" y="13192"/>
                  <a:pt x="81218" y="13222"/>
                  <a:pt x="81066" y="13222"/>
                </a:cubicBezTo>
                <a:lnTo>
                  <a:pt x="80975" y="13253"/>
                </a:lnTo>
                <a:lnTo>
                  <a:pt x="80944" y="13253"/>
                </a:lnTo>
                <a:cubicBezTo>
                  <a:pt x="80884" y="13253"/>
                  <a:pt x="80853" y="13131"/>
                  <a:pt x="80853" y="13101"/>
                </a:cubicBezTo>
                <a:cubicBezTo>
                  <a:pt x="81036" y="13040"/>
                  <a:pt x="81248" y="13010"/>
                  <a:pt x="81431" y="13010"/>
                </a:cubicBezTo>
                <a:lnTo>
                  <a:pt x="81826" y="13010"/>
                </a:lnTo>
                <a:cubicBezTo>
                  <a:pt x="81917" y="12949"/>
                  <a:pt x="82039" y="12949"/>
                  <a:pt x="82130" y="12918"/>
                </a:cubicBezTo>
                <a:cubicBezTo>
                  <a:pt x="82217" y="12947"/>
                  <a:pt x="82331" y="13224"/>
                  <a:pt x="82237" y="13224"/>
                </a:cubicBezTo>
                <a:cubicBezTo>
                  <a:pt x="82232" y="13224"/>
                  <a:pt x="82227" y="13224"/>
                  <a:pt x="82221" y="13222"/>
                </a:cubicBezTo>
                <a:cubicBezTo>
                  <a:pt x="82069" y="13222"/>
                  <a:pt x="82069" y="13313"/>
                  <a:pt x="82160" y="13465"/>
                </a:cubicBezTo>
                <a:lnTo>
                  <a:pt x="82282" y="13496"/>
                </a:lnTo>
                <a:lnTo>
                  <a:pt x="82403" y="13526"/>
                </a:lnTo>
                <a:cubicBezTo>
                  <a:pt x="82586" y="13465"/>
                  <a:pt x="82555" y="13313"/>
                  <a:pt x="82525" y="13313"/>
                </a:cubicBezTo>
                <a:cubicBezTo>
                  <a:pt x="82464" y="13222"/>
                  <a:pt x="82464" y="13131"/>
                  <a:pt x="82495" y="13040"/>
                </a:cubicBezTo>
                <a:cubicBezTo>
                  <a:pt x="82647" y="12949"/>
                  <a:pt x="82799" y="12888"/>
                  <a:pt x="83011" y="12858"/>
                </a:cubicBezTo>
                <a:lnTo>
                  <a:pt x="83133" y="12949"/>
                </a:lnTo>
                <a:lnTo>
                  <a:pt x="83437" y="13101"/>
                </a:lnTo>
                <a:cubicBezTo>
                  <a:pt x="83529" y="13027"/>
                  <a:pt x="83643" y="12987"/>
                  <a:pt x="83760" y="12987"/>
                </a:cubicBezTo>
                <a:cubicBezTo>
                  <a:pt x="83835" y="12987"/>
                  <a:pt x="83912" y="13004"/>
                  <a:pt x="83984" y="13040"/>
                </a:cubicBezTo>
                <a:lnTo>
                  <a:pt x="84075" y="13040"/>
                </a:lnTo>
                <a:lnTo>
                  <a:pt x="84166" y="13010"/>
                </a:lnTo>
                <a:cubicBezTo>
                  <a:pt x="84212" y="12964"/>
                  <a:pt x="84265" y="12941"/>
                  <a:pt x="84318" y="12941"/>
                </a:cubicBezTo>
                <a:cubicBezTo>
                  <a:pt x="84372" y="12941"/>
                  <a:pt x="84425" y="12964"/>
                  <a:pt x="84470" y="13010"/>
                </a:cubicBezTo>
                <a:cubicBezTo>
                  <a:pt x="84501" y="13040"/>
                  <a:pt x="84501" y="13101"/>
                  <a:pt x="84440" y="13101"/>
                </a:cubicBezTo>
                <a:cubicBezTo>
                  <a:pt x="84418" y="13101"/>
                  <a:pt x="84283" y="13036"/>
                  <a:pt x="84223" y="13036"/>
                </a:cubicBezTo>
                <a:cubicBezTo>
                  <a:pt x="84201" y="13036"/>
                  <a:pt x="84189" y="13045"/>
                  <a:pt x="84197" y="13070"/>
                </a:cubicBezTo>
                <a:cubicBezTo>
                  <a:pt x="84227" y="13131"/>
                  <a:pt x="84440" y="13253"/>
                  <a:pt x="84501" y="13253"/>
                </a:cubicBezTo>
                <a:cubicBezTo>
                  <a:pt x="84592" y="13253"/>
                  <a:pt x="84683" y="12979"/>
                  <a:pt x="84622" y="12858"/>
                </a:cubicBezTo>
                <a:cubicBezTo>
                  <a:pt x="84579" y="12792"/>
                  <a:pt x="84708" y="12742"/>
                  <a:pt x="84818" y="12742"/>
                </a:cubicBezTo>
                <a:cubicBezTo>
                  <a:pt x="84861" y="12742"/>
                  <a:pt x="84901" y="12749"/>
                  <a:pt x="84926" y="12766"/>
                </a:cubicBezTo>
                <a:lnTo>
                  <a:pt x="85169" y="12918"/>
                </a:lnTo>
                <a:lnTo>
                  <a:pt x="85291" y="12918"/>
                </a:lnTo>
                <a:cubicBezTo>
                  <a:pt x="85443" y="12918"/>
                  <a:pt x="85352" y="12979"/>
                  <a:pt x="85291" y="13010"/>
                </a:cubicBezTo>
                <a:cubicBezTo>
                  <a:pt x="85230" y="13040"/>
                  <a:pt x="85504" y="13040"/>
                  <a:pt x="85565" y="13040"/>
                </a:cubicBezTo>
                <a:cubicBezTo>
                  <a:pt x="85625" y="13040"/>
                  <a:pt x="85656" y="13010"/>
                  <a:pt x="85625" y="12949"/>
                </a:cubicBezTo>
                <a:lnTo>
                  <a:pt x="85625" y="12918"/>
                </a:lnTo>
                <a:cubicBezTo>
                  <a:pt x="85625" y="12888"/>
                  <a:pt x="85747" y="12827"/>
                  <a:pt x="85747" y="12827"/>
                </a:cubicBezTo>
                <a:lnTo>
                  <a:pt x="85838" y="12918"/>
                </a:lnTo>
                <a:cubicBezTo>
                  <a:pt x="85909" y="12954"/>
                  <a:pt x="85981" y="12969"/>
                  <a:pt x="86052" y="12969"/>
                </a:cubicBezTo>
                <a:cubicBezTo>
                  <a:pt x="86102" y="12969"/>
                  <a:pt x="86153" y="12961"/>
                  <a:pt x="86203" y="12949"/>
                </a:cubicBezTo>
                <a:cubicBezTo>
                  <a:pt x="86216" y="12942"/>
                  <a:pt x="86241" y="12940"/>
                  <a:pt x="86273" y="12940"/>
                </a:cubicBezTo>
                <a:cubicBezTo>
                  <a:pt x="86362" y="12940"/>
                  <a:pt x="86505" y="12957"/>
                  <a:pt x="86604" y="12957"/>
                </a:cubicBezTo>
                <a:cubicBezTo>
                  <a:pt x="86640" y="12957"/>
                  <a:pt x="86670" y="12955"/>
                  <a:pt x="86689" y="12949"/>
                </a:cubicBezTo>
                <a:cubicBezTo>
                  <a:pt x="86811" y="12888"/>
                  <a:pt x="86902" y="12797"/>
                  <a:pt x="86963" y="12675"/>
                </a:cubicBezTo>
                <a:cubicBezTo>
                  <a:pt x="86971" y="12667"/>
                  <a:pt x="86983" y="12663"/>
                  <a:pt x="86998" y="12663"/>
                </a:cubicBezTo>
                <a:cubicBezTo>
                  <a:pt x="87089" y="12663"/>
                  <a:pt x="87279" y="12805"/>
                  <a:pt x="87358" y="12858"/>
                </a:cubicBezTo>
                <a:cubicBezTo>
                  <a:pt x="87449" y="12888"/>
                  <a:pt x="87548" y="12903"/>
                  <a:pt x="87651" y="12903"/>
                </a:cubicBezTo>
                <a:cubicBezTo>
                  <a:pt x="87753" y="12903"/>
                  <a:pt x="87859" y="12888"/>
                  <a:pt x="87966" y="12858"/>
                </a:cubicBezTo>
                <a:cubicBezTo>
                  <a:pt x="88095" y="12836"/>
                  <a:pt x="88239" y="12815"/>
                  <a:pt x="88377" y="12815"/>
                </a:cubicBezTo>
                <a:cubicBezTo>
                  <a:pt x="88434" y="12815"/>
                  <a:pt x="88490" y="12818"/>
                  <a:pt x="88543" y="12827"/>
                </a:cubicBezTo>
                <a:lnTo>
                  <a:pt x="88756" y="12797"/>
                </a:lnTo>
                <a:lnTo>
                  <a:pt x="88817" y="12797"/>
                </a:lnTo>
                <a:cubicBezTo>
                  <a:pt x="88828" y="12802"/>
                  <a:pt x="88840" y="12805"/>
                  <a:pt x="88853" y="12805"/>
                </a:cubicBezTo>
                <a:cubicBezTo>
                  <a:pt x="88909" y="12805"/>
                  <a:pt x="88975" y="12755"/>
                  <a:pt x="88999" y="12706"/>
                </a:cubicBezTo>
                <a:cubicBezTo>
                  <a:pt x="88999" y="12675"/>
                  <a:pt x="89030" y="12660"/>
                  <a:pt x="89079" y="12660"/>
                </a:cubicBezTo>
                <a:cubicBezTo>
                  <a:pt x="89129" y="12660"/>
                  <a:pt x="89197" y="12675"/>
                  <a:pt x="89273" y="12706"/>
                </a:cubicBezTo>
                <a:lnTo>
                  <a:pt x="89364" y="12736"/>
                </a:lnTo>
                <a:cubicBezTo>
                  <a:pt x="89433" y="12759"/>
                  <a:pt x="89450" y="12868"/>
                  <a:pt x="89532" y="12868"/>
                </a:cubicBezTo>
                <a:cubicBezTo>
                  <a:pt x="89559" y="12868"/>
                  <a:pt x="89593" y="12857"/>
                  <a:pt x="89638" y="12827"/>
                </a:cubicBezTo>
                <a:cubicBezTo>
                  <a:pt x="89729" y="12766"/>
                  <a:pt x="89850" y="12736"/>
                  <a:pt x="89972" y="12736"/>
                </a:cubicBezTo>
                <a:cubicBezTo>
                  <a:pt x="90002" y="12736"/>
                  <a:pt x="90033" y="12766"/>
                  <a:pt x="90033" y="12766"/>
                </a:cubicBezTo>
                <a:cubicBezTo>
                  <a:pt x="90101" y="12801"/>
                  <a:pt x="90178" y="12805"/>
                  <a:pt x="90257" y="12805"/>
                </a:cubicBezTo>
                <a:cubicBezTo>
                  <a:pt x="90284" y="12805"/>
                  <a:pt x="90310" y="12804"/>
                  <a:pt x="90337" y="12804"/>
                </a:cubicBezTo>
                <a:cubicBezTo>
                  <a:pt x="90443" y="12804"/>
                  <a:pt x="90550" y="12812"/>
                  <a:pt x="90641" y="12888"/>
                </a:cubicBezTo>
                <a:cubicBezTo>
                  <a:pt x="90641" y="12888"/>
                  <a:pt x="90762" y="12797"/>
                  <a:pt x="90853" y="12797"/>
                </a:cubicBezTo>
                <a:lnTo>
                  <a:pt x="90884" y="12797"/>
                </a:lnTo>
                <a:cubicBezTo>
                  <a:pt x="90908" y="12809"/>
                  <a:pt x="90926" y="12814"/>
                  <a:pt x="90939" y="12814"/>
                </a:cubicBezTo>
                <a:cubicBezTo>
                  <a:pt x="90994" y="12814"/>
                  <a:pt x="90969" y="12730"/>
                  <a:pt x="90945" y="12706"/>
                </a:cubicBezTo>
                <a:cubicBezTo>
                  <a:pt x="90914" y="12645"/>
                  <a:pt x="90853" y="12554"/>
                  <a:pt x="90823" y="12493"/>
                </a:cubicBezTo>
                <a:cubicBezTo>
                  <a:pt x="90817" y="12481"/>
                  <a:pt x="90804" y="12476"/>
                  <a:pt x="90787" y="12476"/>
                </a:cubicBezTo>
                <a:cubicBezTo>
                  <a:pt x="90714" y="12476"/>
                  <a:pt x="90562" y="12560"/>
                  <a:pt x="90489" y="12584"/>
                </a:cubicBezTo>
                <a:cubicBezTo>
                  <a:pt x="90468" y="12598"/>
                  <a:pt x="90453" y="12604"/>
                  <a:pt x="90443" y="12604"/>
                </a:cubicBezTo>
                <a:cubicBezTo>
                  <a:pt x="90412" y="12604"/>
                  <a:pt x="90435" y="12539"/>
                  <a:pt x="90458" y="12493"/>
                </a:cubicBezTo>
                <a:cubicBezTo>
                  <a:pt x="90483" y="12443"/>
                  <a:pt x="90285" y="12394"/>
                  <a:pt x="90162" y="12394"/>
                </a:cubicBezTo>
                <a:cubicBezTo>
                  <a:pt x="90134" y="12394"/>
                  <a:pt x="90110" y="12396"/>
                  <a:pt x="90094" y="12402"/>
                </a:cubicBezTo>
                <a:cubicBezTo>
                  <a:pt x="90029" y="12423"/>
                  <a:pt x="89949" y="12445"/>
                  <a:pt x="89865" y="12445"/>
                </a:cubicBezTo>
                <a:cubicBezTo>
                  <a:pt x="89830" y="12445"/>
                  <a:pt x="89795" y="12441"/>
                  <a:pt x="89759" y="12432"/>
                </a:cubicBezTo>
                <a:cubicBezTo>
                  <a:pt x="89698" y="12402"/>
                  <a:pt x="89516" y="12280"/>
                  <a:pt x="89334" y="12158"/>
                </a:cubicBezTo>
                <a:lnTo>
                  <a:pt x="89394" y="12037"/>
                </a:lnTo>
                <a:lnTo>
                  <a:pt x="89425" y="11976"/>
                </a:lnTo>
                <a:cubicBezTo>
                  <a:pt x="89470" y="11946"/>
                  <a:pt x="89516" y="11930"/>
                  <a:pt x="89550" y="11930"/>
                </a:cubicBezTo>
                <a:cubicBezTo>
                  <a:pt x="89584" y="11930"/>
                  <a:pt x="89607" y="11946"/>
                  <a:pt x="89607" y="11976"/>
                </a:cubicBezTo>
                <a:lnTo>
                  <a:pt x="89607" y="12006"/>
                </a:lnTo>
                <a:cubicBezTo>
                  <a:pt x="89546" y="12128"/>
                  <a:pt x="89607" y="12219"/>
                  <a:pt x="89698" y="12219"/>
                </a:cubicBezTo>
                <a:lnTo>
                  <a:pt x="89850" y="12189"/>
                </a:lnTo>
                <a:cubicBezTo>
                  <a:pt x="89972" y="12189"/>
                  <a:pt x="90094" y="12098"/>
                  <a:pt x="90063" y="12067"/>
                </a:cubicBezTo>
                <a:cubicBezTo>
                  <a:pt x="90033" y="12006"/>
                  <a:pt x="90033" y="11976"/>
                  <a:pt x="90033" y="11976"/>
                </a:cubicBezTo>
                <a:lnTo>
                  <a:pt x="90124" y="11976"/>
                </a:lnTo>
                <a:cubicBezTo>
                  <a:pt x="90215" y="11976"/>
                  <a:pt x="90276" y="12006"/>
                  <a:pt x="90276" y="12037"/>
                </a:cubicBezTo>
                <a:lnTo>
                  <a:pt x="90276" y="12098"/>
                </a:lnTo>
                <a:cubicBezTo>
                  <a:pt x="90276" y="12158"/>
                  <a:pt x="90306" y="12219"/>
                  <a:pt x="90398" y="12219"/>
                </a:cubicBezTo>
                <a:lnTo>
                  <a:pt x="90428" y="12189"/>
                </a:lnTo>
                <a:lnTo>
                  <a:pt x="90489" y="12158"/>
                </a:lnTo>
                <a:cubicBezTo>
                  <a:pt x="90513" y="12123"/>
                  <a:pt x="90546" y="12110"/>
                  <a:pt x="90579" y="12110"/>
                </a:cubicBezTo>
                <a:cubicBezTo>
                  <a:pt x="90631" y="12110"/>
                  <a:pt x="90683" y="12140"/>
                  <a:pt x="90701" y="12158"/>
                </a:cubicBezTo>
                <a:cubicBezTo>
                  <a:pt x="90777" y="12174"/>
                  <a:pt x="90861" y="12181"/>
                  <a:pt x="90945" y="12181"/>
                </a:cubicBezTo>
                <a:cubicBezTo>
                  <a:pt x="91028" y="12181"/>
                  <a:pt x="91112" y="12174"/>
                  <a:pt x="91188" y="12158"/>
                </a:cubicBezTo>
                <a:cubicBezTo>
                  <a:pt x="91233" y="12128"/>
                  <a:pt x="91287" y="12113"/>
                  <a:pt x="91340" y="12113"/>
                </a:cubicBezTo>
                <a:cubicBezTo>
                  <a:pt x="91393" y="12113"/>
                  <a:pt x="91446" y="12128"/>
                  <a:pt x="91492" y="12158"/>
                </a:cubicBezTo>
                <a:cubicBezTo>
                  <a:pt x="91492" y="12162"/>
                  <a:pt x="91494" y="12163"/>
                  <a:pt x="91497" y="12163"/>
                </a:cubicBezTo>
                <a:cubicBezTo>
                  <a:pt x="91524" y="12163"/>
                  <a:pt x="91647" y="12064"/>
                  <a:pt x="91674" y="12037"/>
                </a:cubicBezTo>
                <a:cubicBezTo>
                  <a:pt x="91763" y="11992"/>
                  <a:pt x="91852" y="11964"/>
                  <a:pt x="91953" y="11964"/>
                </a:cubicBezTo>
                <a:cubicBezTo>
                  <a:pt x="91990" y="11964"/>
                  <a:pt x="92029" y="11968"/>
                  <a:pt x="92069" y="11976"/>
                </a:cubicBezTo>
                <a:lnTo>
                  <a:pt x="92282" y="11976"/>
                </a:lnTo>
                <a:lnTo>
                  <a:pt x="92252" y="12219"/>
                </a:lnTo>
                <a:cubicBezTo>
                  <a:pt x="92464" y="12189"/>
                  <a:pt x="92677" y="12158"/>
                  <a:pt x="92708" y="12128"/>
                </a:cubicBezTo>
                <a:cubicBezTo>
                  <a:pt x="92738" y="12067"/>
                  <a:pt x="92799" y="11915"/>
                  <a:pt x="92829" y="11794"/>
                </a:cubicBezTo>
                <a:lnTo>
                  <a:pt x="92920" y="11763"/>
                </a:lnTo>
                <a:cubicBezTo>
                  <a:pt x="92987" y="11719"/>
                  <a:pt x="93053" y="11626"/>
                  <a:pt x="93155" y="11626"/>
                </a:cubicBezTo>
                <a:cubicBezTo>
                  <a:pt x="93193" y="11626"/>
                  <a:pt x="93236" y="11639"/>
                  <a:pt x="93285" y="11672"/>
                </a:cubicBezTo>
                <a:lnTo>
                  <a:pt x="93346" y="11733"/>
                </a:lnTo>
                <a:cubicBezTo>
                  <a:pt x="93346" y="11824"/>
                  <a:pt x="93346" y="11885"/>
                  <a:pt x="93407" y="11976"/>
                </a:cubicBezTo>
                <a:lnTo>
                  <a:pt x="93559" y="11854"/>
                </a:lnTo>
                <a:lnTo>
                  <a:pt x="93680" y="11824"/>
                </a:lnTo>
                <a:cubicBezTo>
                  <a:pt x="93802" y="11794"/>
                  <a:pt x="93923" y="11733"/>
                  <a:pt x="94015" y="11672"/>
                </a:cubicBezTo>
                <a:cubicBezTo>
                  <a:pt x="94045" y="11672"/>
                  <a:pt x="94015" y="11611"/>
                  <a:pt x="93954" y="11581"/>
                </a:cubicBezTo>
                <a:lnTo>
                  <a:pt x="93893" y="11581"/>
                </a:lnTo>
                <a:cubicBezTo>
                  <a:pt x="93741" y="11581"/>
                  <a:pt x="93741" y="11520"/>
                  <a:pt x="93741" y="11429"/>
                </a:cubicBezTo>
                <a:lnTo>
                  <a:pt x="93802" y="11277"/>
                </a:lnTo>
                <a:cubicBezTo>
                  <a:pt x="93832" y="11095"/>
                  <a:pt x="93893" y="10639"/>
                  <a:pt x="93802" y="10547"/>
                </a:cubicBezTo>
                <a:cubicBezTo>
                  <a:pt x="93650" y="10456"/>
                  <a:pt x="93528" y="10304"/>
                  <a:pt x="93437" y="10183"/>
                </a:cubicBezTo>
                <a:lnTo>
                  <a:pt x="93559" y="10092"/>
                </a:lnTo>
                <a:cubicBezTo>
                  <a:pt x="93619" y="10061"/>
                  <a:pt x="93711" y="10031"/>
                  <a:pt x="93741" y="10000"/>
                </a:cubicBezTo>
                <a:cubicBezTo>
                  <a:pt x="93802" y="9970"/>
                  <a:pt x="93832" y="9879"/>
                  <a:pt x="93832" y="9879"/>
                </a:cubicBezTo>
                <a:cubicBezTo>
                  <a:pt x="93650" y="9727"/>
                  <a:pt x="93832" y="9696"/>
                  <a:pt x="93923" y="9666"/>
                </a:cubicBezTo>
                <a:lnTo>
                  <a:pt x="94015" y="9666"/>
                </a:lnTo>
                <a:cubicBezTo>
                  <a:pt x="94052" y="9653"/>
                  <a:pt x="94090" y="9646"/>
                  <a:pt x="94126" y="9646"/>
                </a:cubicBezTo>
                <a:cubicBezTo>
                  <a:pt x="94176" y="9646"/>
                  <a:pt x="94222" y="9661"/>
                  <a:pt x="94258" y="9696"/>
                </a:cubicBezTo>
                <a:cubicBezTo>
                  <a:pt x="94279" y="9739"/>
                  <a:pt x="94407" y="9782"/>
                  <a:pt x="94491" y="9782"/>
                </a:cubicBezTo>
                <a:cubicBezTo>
                  <a:pt x="94526" y="9782"/>
                  <a:pt x="94553" y="9775"/>
                  <a:pt x="94562" y="9757"/>
                </a:cubicBezTo>
                <a:cubicBezTo>
                  <a:pt x="94623" y="9636"/>
                  <a:pt x="94683" y="9544"/>
                  <a:pt x="94714" y="9423"/>
                </a:cubicBezTo>
                <a:cubicBezTo>
                  <a:pt x="94714" y="9392"/>
                  <a:pt x="94699" y="9377"/>
                  <a:pt x="94672" y="9377"/>
                </a:cubicBezTo>
                <a:cubicBezTo>
                  <a:pt x="94645" y="9377"/>
                  <a:pt x="94607" y="9392"/>
                  <a:pt x="94562" y="9423"/>
                </a:cubicBezTo>
                <a:lnTo>
                  <a:pt x="94501" y="9423"/>
                </a:lnTo>
                <a:cubicBezTo>
                  <a:pt x="94440" y="9423"/>
                  <a:pt x="94349" y="9392"/>
                  <a:pt x="94288" y="9332"/>
                </a:cubicBezTo>
                <a:lnTo>
                  <a:pt x="94197" y="9240"/>
                </a:lnTo>
                <a:cubicBezTo>
                  <a:pt x="94167" y="9332"/>
                  <a:pt x="93954" y="9423"/>
                  <a:pt x="93741" y="9453"/>
                </a:cubicBezTo>
                <a:lnTo>
                  <a:pt x="93619" y="9392"/>
                </a:lnTo>
                <a:lnTo>
                  <a:pt x="93559" y="9332"/>
                </a:lnTo>
                <a:cubicBezTo>
                  <a:pt x="93467" y="9301"/>
                  <a:pt x="93407" y="9301"/>
                  <a:pt x="93316" y="9271"/>
                </a:cubicBezTo>
                <a:cubicBezTo>
                  <a:pt x="93255" y="9240"/>
                  <a:pt x="93316" y="9149"/>
                  <a:pt x="93316" y="9149"/>
                </a:cubicBezTo>
                <a:cubicBezTo>
                  <a:pt x="93320" y="9145"/>
                  <a:pt x="93329" y="9143"/>
                  <a:pt x="93342" y="9143"/>
                </a:cubicBezTo>
                <a:cubicBezTo>
                  <a:pt x="93392" y="9143"/>
                  <a:pt x="93493" y="9171"/>
                  <a:pt x="93560" y="9171"/>
                </a:cubicBezTo>
                <a:cubicBezTo>
                  <a:pt x="93589" y="9171"/>
                  <a:pt x="93612" y="9165"/>
                  <a:pt x="93619" y="9149"/>
                </a:cubicBezTo>
                <a:cubicBezTo>
                  <a:pt x="93680" y="9088"/>
                  <a:pt x="93619" y="8936"/>
                  <a:pt x="93559" y="8906"/>
                </a:cubicBezTo>
                <a:cubicBezTo>
                  <a:pt x="93528" y="8876"/>
                  <a:pt x="93650" y="8785"/>
                  <a:pt x="93711" y="8754"/>
                </a:cubicBezTo>
                <a:cubicBezTo>
                  <a:pt x="93771" y="8724"/>
                  <a:pt x="93771" y="8693"/>
                  <a:pt x="93741" y="8633"/>
                </a:cubicBezTo>
                <a:cubicBezTo>
                  <a:pt x="93741" y="8633"/>
                  <a:pt x="93863" y="8541"/>
                  <a:pt x="93923" y="8541"/>
                </a:cubicBezTo>
                <a:cubicBezTo>
                  <a:pt x="93984" y="8420"/>
                  <a:pt x="94045" y="8268"/>
                  <a:pt x="94075" y="8146"/>
                </a:cubicBezTo>
                <a:cubicBezTo>
                  <a:pt x="94106" y="8025"/>
                  <a:pt x="93893" y="7964"/>
                  <a:pt x="93832" y="7964"/>
                </a:cubicBezTo>
                <a:cubicBezTo>
                  <a:pt x="93680" y="7964"/>
                  <a:pt x="93528" y="7994"/>
                  <a:pt x="93407" y="8055"/>
                </a:cubicBezTo>
                <a:cubicBezTo>
                  <a:pt x="93398" y="8058"/>
                  <a:pt x="93390" y="8059"/>
                  <a:pt x="93381" y="8059"/>
                </a:cubicBezTo>
                <a:cubicBezTo>
                  <a:pt x="93295" y="8059"/>
                  <a:pt x="93194" y="7931"/>
                  <a:pt x="93194" y="7903"/>
                </a:cubicBezTo>
                <a:cubicBezTo>
                  <a:pt x="93194" y="7903"/>
                  <a:pt x="93140" y="7876"/>
                  <a:pt x="93059" y="7876"/>
                </a:cubicBezTo>
                <a:cubicBezTo>
                  <a:pt x="93018" y="7876"/>
                  <a:pt x="92971" y="7883"/>
                  <a:pt x="92920" y="7903"/>
                </a:cubicBezTo>
                <a:lnTo>
                  <a:pt x="92829" y="7933"/>
                </a:lnTo>
                <a:cubicBezTo>
                  <a:pt x="92768" y="7933"/>
                  <a:pt x="92738" y="7964"/>
                  <a:pt x="92708" y="7994"/>
                </a:cubicBezTo>
                <a:lnTo>
                  <a:pt x="92647" y="8116"/>
                </a:lnTo>
                <a:cubicBezTo>
                  <a:pt x="92677" y="8207"/>
                  <a:pt x="92768" y="8298"/>
                  <a:pt x="92860" y="8329"/>
                </a:cubicBezTo>
                <a:lnTo>
                  <a:pt x="93042" y="8329"/>
                </a:lnTo>
                <a:cubicBezTo>
                  <a:pt x="93096" y="8274"/>
                  <a:pt x="93175" y="8172"/>
                  <a:pt x="93212" y="8172"/>
                </a:cubicBezTo>
                <a:cubicBezTo>
                  <a:pt x="93217" y="8172"/>
                  <a:pt x="93221" y="8173"/>
                  <a:pt x="93224" y="8177"/>
                </a:cubicBezTo>
                <a:cubicBezTo>
                  <a:pt x="93285" y="8207"/>
                  <a:pt x="93346" y="8268"/>
                  <a:pt x="93376" y="8329"/>
                </a:cubicBezTo>
                <a:cubicBezTo>
                  <a:pt x="93194" y="8420"/>
                  <a:pt x="92981" y="8450"/>
                  <a:pt x="92799" y="8481"/>
                </a:cubicBezTo>
                <a:cubicBezTo>
                  <a:pt x="92770" y="8486"/>
                  <a:pt x="92743" y="8489"/>
                  <a:pt x="92719" y="8489"/>
                </a:cubicBezTo>
                <a:cubicBezTo>
                  <a:pt x="92615" y="8489"/>
                  <a:pt x="92556" y="8444"/>
                  <a:pt x="92556" y="8420"/>
                </a:cubicBezTo>
                <a:cubicBezTo>
                  <a:pt x="92556" y="8359"/>
                  <a:pt x="92586" y="8298"/>
                  <a:pt x="92586" y="8237"/>
                </a:cubicBezTo>
                <a:cubicBezTo>
                  <a:pt x="92556" y="8146"/>
                  <a:pt x="92495" y="8085"/>
                  <a:pt x="92434" y="7994"/>
                </a:cubicBezTo>
                <a:lnTo>
                  <a:pt x="92373" y="7933"/>
                </a:lnTo>
                <a:lnTo>
                  <a:pt x="92282" y="7842"/>
                </a:lnTo>
                <a:cubicBezTo>
                  <a:pt x="92191" y="7842"/>
                  <a:pt x="92100" y="7873"/>
                  <a:pt x="92008" y="7903"/>
                </a:cubicBezTo>
                <a:lnTo>
                  <a:pt x="91857" y="7873"/>
                </a:lnTo>
                <a:cubicBezTo>
                  <a:pt x="91674" y="7873"/>
                  <a:pt x="91401" y="7842"/>
                  <a:pt x="91218" y="7812"/>
                </a:cubicBezTo>
                <a:lnTo>
                  <a:pt x="91066" y="7781"/>
                </a:lnTo>
                <a:lnTo>
                  <a:pt x="90945" y="7781"/>
                </a:lnTo>
                <a:lnTo>
                  <a:pt x="90671" y="7903"/>
                </a:lnTo>
                <a:cubicBezTo>
                  <a:pt x="90489" y="7812"/>
                  <a:pt x="90337" y="7599"/>
                  <a:pt x="90306" y="7386"/>
                </a:cubicBezTo>
                <a:cubicBezTo>
                  <a:pt x="90306" y="7326"/>
                  <a:pt x="90124" y="7204"/>
                  <a:pt x="89911" y="7143"/>
                </a:cubicBezTo>
                <a:lnTo>
                  <a:pt x="89729" y="7174"/>
                </a:lnTo>
                <a:lnTo>
                  <a:pt x="89577" y="7204"/>
                </a:lnTo>
                <a:cubicBezTo>
                  <a:pt x="89508" y="7238"/>
                  <a:pt x="89449" y="7255"/>
                  <a:pt x="89402" y="7255"/>
                </a:cubicBezTo>
                <a:cubicBezTo>
                  <a:pt x="89325" y="7255"/>
                  <a:pt x="89284" y="7208"/>
                  <a:pt x="89303" y="7113"/>
                </a:cubicBezTo>
                <a:lnTo>
                  <a:pt x="89303" y="7113"/>
                </a:lnTo>
                <a:lnTo>
                  <a:pt x="89030" y="7143"/>
                </a:lnTo>
                <a:cubicBezTo>
                  <a:pt x="89013" y="7147"/>
                  <a:pt x="88998" y="7149"/>
                  <a:pt x="88985" y="7149"/>
                </a:cubicBezTo>
                <a:cubicBezTo>
                  <a:pt x="88902" y="7149"/>
                  <a:pt x="88886" y="7074"/>
                  <a:pt x="88939" y="7022"/>
                </a:cubicBezTo>
                <a:cubicBezTo>
                  <a:pt x="88984" y="6976"/>
                  <a:pt x="89029" y="6898"/>
                  <a:pt x="89124" y="6898"/>
                </a:cubicBezTo>
                <a:cubicBezTo>
                  <a:pt x="89157" y="6898"/>
                  <a:pt x="89196" y="6907"/>
                  <a:pt x="89242" y="6930"/>
                </a:cubicBezTo>
                <a:cubicBezTo>
                  <a:pt x="89273" y="6961"/>
                  <a:pt x="89334" y="6991"/>
                  <a:pt x="89394" y="6991"/>
                </a:cubicBezTo>
                <a:lnTo>
                  <a:pt x="89546" y="6991"/>
                </a:lnTo>
                <a:cubicBezTo>
                  <a:pt x="89594" y="6995"/>
                  <a:pt x="89638" y="6997"/>
                  <a:pt x="89680" y="6997"/>
                </a:cubicBezTo>
                <a:cubicBezTo>
                  <a:pt x="89962" y="6997"/>
                  <a:pt x="90116" y="6911"/>
                  <a:pt x="90063" y="6778"/>
                </a:cubicBezTo>
                <a:lnTo>
                  <a:pt x="90063" y="6778"/>
                </a:lnTo>
                <a:lnTo>
                  <a:pt x="89850" y="6870"/>
                </a:lnTo>
                <a:cubicBezTo>
                  <a:pt x="89820" y="6885"/>
                  <a:pt x="89797" y="6890"/>
                  <a:pt x="89779" y="6890"/>
                </a:cubicBezTo>
                <a:cubicBezTo>
                  <a:pt x="89725" y="6890"/>
                  <a:pt x="89714" y="6839"/>
                  <a:pt x="89668" y="6839"/>
                </a:cubicBezTo>
                <a:cubicBezTo>
                  <a:pt x="89486" y="6771"/>
                  <a:pt x="89286" y="6737"/>
                  <a:pt x="89095" y="6737"/>
                </a:cubicBezTo>
                <a:cubicBezTo>
                  <a:pt x="89032" y="6737"/>
                  <a:pt x="88969" y="6740"/>
                  <a:pt x="88908" y="6748"/>
                </a:cubicBezTo>
                <a:cubicBezTo>
                  <a:pt x="88878" y="6748"/>
                  <a:pt x="88847" y="6718"/>
                  <a:pt x="88817" y="6718"/>
                </a:cubicBezTo>
                <a:lnTo>
                  <a:pt x="88665" y="6687"/>
                </a:lnTo>
                <a:cubicBezTo>
                  <a:pt x="88574" y="6870"/>
                  <a:pt x="88483" y="7052"/>
                  <a:pt x="88422" y="7234"/>
                </a:cubicBezTo>
                <a:cubicBezTo>
                  <a:pt x="88445" y="7303"/>
                  <a:pt x="88416" y="7337"/>
                  <a:pt x="88400" y="7337"/>
                </a:cubicBezTo>
                <a:cubicBezTo>
                  <a:pt x="88395" y="7337"/>
                  <a:pt x="88391" y="7333"/>
                  <a:pt x="88391" y="7326"/>
                </a:cubicBezTo>
                <a:cubicBezTo>
                  <a:pt x="88331" y="7234"/>
                  <a:pt x="88270" y="7143"/>
                  <a:pt x="88179" y="7082"/>
                </a:cubicBezTo>
                <a:lnTo>
                  <a:pt x="88300" y="6900"/>
                </a:lnTo>
                <a:lnTo>
                  <a:pt x="88361" y="6809"/>
                </a:lnTo>
                <a:cubicBezTo>
                  <a:pt x="88209" y="6778"/>
                  <a:pt x="87966" y="6748"/>
                  <a:pt x="87814" y="6748"/>
                </a:cubicBezTo>
                <a:lnTo>
                  <a:pt x="87783" y="6657"/>
                </a:lnTo>
                <a:cubicBezTo>
                  <a:pt x="87753" y="6566"/>
                  <a:pt x="87753" y="6505"/>
                  <a:pt x="87814" y="6444"/>
                </a:cubicBezTo>
                <a:lnTo>
                  <a:pt x="87875" y="6383"/>
                </a:lnTo>
                <a:cubicBezTo>
                  <a:pt x="87891" y="6380"/>
                  <a:pt x="87907" y="6378"/>
                  <a:pt x="87920" y="6378"/>
                </a:cubicBezTo>
                <a:cubicBezTo>
                  <a:pt x="88033" y="6378"/>
                  <a:pt x="88054" y="6478"/>
                  <a:pt x="88027" y="6505"/>
                </a:cubicBezTo>
                <a:cubicBezTo>
                  <a:pt x="88027" y="6535"/>
                  <a:pt x="88148" y="6596"/>
                  <a:pt x="88300" y="6657"/>
                </a:cubicBezTo>
                <a:lnTo>
                  <a:pt x="88300" y="6322"/>
                </a:lnTo>
                <a:cubicBezTo>
                  <a:pt x="88422" y="6322"/>
                  <a:pt x="88513" y="6292"/>
                  <a:pt x="88635" y="6262"/>
                </a:cubicBezTo>
                <a:cubicBezTo>
                  <a:pt x="88695" y="6262"/>
                  <a:pt x="88665" y="6201"/>
                  <a:pt x="88635" y="6140"/>
                </a:cubicBezTo>
                <a:lnTo>
                  <a:pt x="88391" y="6140"/>
                </a:lnTo>
                <a:cubicBezTo>
                  <a:pt x="88179" y="6140"/>
                  <a:pt x="87996" y="6019"/>
                  <a:pt x="88027" y="5988"/>
                </a:cubicBezTo>
                <a:cubicBezTo>
                  <a:pt x="88027" y="5958"/>
                  <a:pt x="88087" y="5958"/>
                  <a:pt x="88179" y="5958"/>
                </a:cubicBezTo>
                <a:lnTo>
                  <a:pt x="88239" y="5988"/>
                </a:lnTo>
                <a:cubicBezTo>
                  <a:pt x="88301" y="6009"/>
                  <a:pt x="88349" y="6071"/>
                  <a:pt x="88421" y="6071"/>
                </a:cubicBezTo>
                <a:cubicBezTo>
                  <a:pt x="88455" y="6071"/>
                  <a:pt x="88495" y="6058"/>
                  <a:pt x="88543" y="6019"/>
                </a:cubicBezTo>
                <a:cubicBezTo>
                  <a:pt x="88589" y="6003"/>
                  <a:pt x="88635" y="5996"/>
                  <a:pt x="88680" y="5996"/>
                </a:cubicBezTo>
                <a:cubicBezTo>
                  <a:pt x="88726" y="5996"/>
                  <a:pt x="88771" y="6003"/>
                  <a:pt x="88817" y="6019"/>
                </a:cubicBezTo>
                <a:cubicBezTo>
                  <a:pt x="88857" y="6043"/>
                  <a:pt x="88885" y="6052"/>
                  <a:pt x="88903" y="6052"/>
                </a:cubicBezTo>
                <a:cubicBezTo>
                  <a:pt x="88953" y="6052"/>
                  <a:pt x="88931" y="5980"/>
                  <a:pt x="88908" y="5958"/>
                </a:cubicBezTo>
                <a:lnTo>
                  <a:pt x="88847" y="5867"/>
                </a:lnTo>
                <a:cubicBezTo>
                  <a:pt x="88878" y="5806"/>
                  <a:pt x="88969" y="5684"/>
                  <a:pt x="89060" y="5563"/>
                </a:cubicBezTo>
                <a:lnTo>
                  <a:pt x="89212" y="5563"/>
                </a:lnTo>
                <a:cubicBezTo>
                  <a:pt x="89364" y="5563"/>
                  <a:pt x="89334" y="5441"/>
                  <a:pt x="89303" y="5411"/>
                </a:cubicBezTo>
                <a:cubicBezTo>
                  <a:pt x="89303" y="5380"/>
                  <a:pt x="89273" y="5350"/>
                  <a:pt x="89273" y="5350"/>
                </a:cubicBezTo>
                <a:lnTo>
                  <a:pt x="89425" y="5167"/>
                </a:lnTo>
                <a:cubicBezTo>
                  <a:pt x="89394" y="5015"/>
                  <a:pt x="89303" y="4863"/>
                  <a:pt x="89182" y="4803"/>
                </a:cubicBezTo>
                <a:cubicBezTo>
                  <a:pt x="89030" y="4833"/>
                  <a:pt x="88908" y="4863"/>
                  <a:pt x="88756" y="4924"/>
                </a:cubicBezTo>
                <a:lnTo>
                  <a:pt x="88574" y="4803"/>
                </a:lnTo>
                <a:cubicBezTo>
                  <a:pt x="88483" y="4803"/>
                  <a:pt x="88422" y="4833"/>
                  <a:pt x="88361" y="4863"/>
                </a:cubicBezTo>
                <a:lnTo>
                  <a:pt x="88300" y="4955"/>
                </a:lnTo>
                <a:cubicBezTo>
                  <a:pt x="88300" y="5046"/>
                  <a:pt x="88087" y="5046"/>
                  <a:pt x="88027" y="5046"/>
                </a:cubicBezTo>
                <a:cubicBezTo>
                  <a:pt x="87935" y="5015"/>
                  <a:pt x="87875" y="4833"/>
                  <a:pt x="87875" y="4772"/>
                </a:cubicBezTo>
                <a:cubicBezTo>
                  <a:pt x="87875" y="4712"/>
                  <a:pt x="87783" y="4651"/>
                  <a:pt x="87753" y="4651"/>
                </a:cubicBezTo>
                <a:cubicBezTo>
                  <a:pt x="87723" y="4651"/>
                  <a:pt x="87692" y="4499"/>
                  <a:pt x="87632" y="4499"/>
                </a:cubicBezTo>
                <a:cubicBezTo>
                  <a:pt x="87540" y="4499"/>
                  <a:pt x="87540" y="4468"/>
                  <a:pt x="87601" y="4468"/>
                </a:cubicBezTo>
                <a:lnTo>
                  <a:pt x="87632" y="4468"/>
                </a:lnTo>
                <a:lnTo>
                  <a:pt x="88027" y="4499"/>
                </a:lnTo>
                <a:cubicBezTo>
                  <a:pt x="88118" y="4377"/>
                  <a:pt x="88239" y="4256"/>
                  <a:pt x="88361" y="4134"/>
                </a:cubicBezTo>
                <a:cubicBezTo>
                  <a:pt x="88422" y="4134"/>
                  <a:pt x="88361" y="4073"/>
                  <a:pt x="88209" y="4073"/>
                </a:cubicBezTo>
                <a:lnTo>
                  <a:pt x="88209" y="4043"/>
                </a:lnTo>
                <a:cubicBezTo>
                  <a:pt x="88148" y="3936"/>
                  <a:pt x="88057" y="3906"/>
                  <a:pt x="87966" y="3906"/>
                </a:cubicBezTo>
                <a:cubicBezTo>
                  <a:pt x="87875" y="3906"/>
                  <a:pt x="87783" y="3936"/>
                  <a:pt x="87723" y="3952"/>
                </a:cubicBezTo>
                <a:lnTo>
                  <a:pt x="87510" y="4043"/>
                </a:lnTo>
                <a:cubicBezTo>
                  <a:pt x="87419" y="3952"/>
                  <a:pt x="87388" y="3830"/>
                  <a:pt x="87419" y="3708"/>
                </a:cubicBezTo>
                <a:cubicBezTo>
                  <a:pt x="87449" y="3648"/>
                  <a:pt x="87480" y="3648"/>
                  <a:pt x="87510" y="3648"/>
                </a:cubicBezTo>
                <a:cubicBezTo>
                  <a:pt x="87488" y="3756"/>
                  <a:pt x="87560" y="3772"/>
                  <a:pt x="87646" y="3772"/>
                </a:cubicBezTo>
                <a:cubicBezTo>
                  <a:pt x="87681" y="3772"/>
                  <a:pt x="87718" y="3769"/>
                  <a:pt x="87753" y="3769"/>
                </a:cubicBezTo>
                <a:lnTo>
                  <a:pt x="87966" y="3739"/>
                </a:lnTo>
                <a:cubicBezTo>
                  <a:pt x="87844" y="3678"/>
                  <a:pt x="87753" y="3587"/>
                  <a:pt x="87662" y="3496"/>
                </a:cubicBezTo>
                <a:lnTo>
                  <a:pt x="87723" y="3435"/>
                </a:lnTo>
                <a:cubicBezTo>
                  <a:pt x="87753" y="3344"/>
                  <a:pt x="87783" y="3283"/>
                  <a:pt x="87814" y="3192"/>
                </a:cubicBezTo>
                <a:lnTo>
                  <a:pt x="87814" y="3161"/>
                </a:lnTo>
                <a:cubicBezTo>
                  <a:pt x="87814" y="3161"/>
                  <a:pt x="87723" y="3192"/>
                  <a:pt x="87632" y="3283"/>
                </a:cubicBezTo>
                <a:lnTo>
                  <a:pt x="87601" y="3283"/>
                </a:lnTo>
                <a:cubicBezTo>
                  <a:pt x="87419" y="3253"/>
                  <a:pt x="87510" y="3161"/>
                  <a:pt x="87571" y="3101"/>
                </a:cubicBezTo>
                <a:cubicBezTo>
                  <a:pt x="87540" y="3009"/>
                  <a:pt x="87480" y="2918"/>
                  <a:pt x="87419" y="2857"/>
                </a:cubicBezTo>
                <a:lnTo>
                  <a:pt x="87236" y="2857"/>
                </a:lnTo>
                <a:cubicBezTo>
                  <a:pt x="87084" y="2857"/>
                  <a:pt x="86963" y="2857"/>
                  <a:pt x="86963" y="2705"/>
                </a:cubicBezTo>
                <a:lnTo>
                  <a:pt x="86841" y="2705"/>
                </a:lnTo>
                <a:lnTo>
                  <a:pt x="86750" y="2918"/>
                </a:lnTo>
                <a:cubicBezTo>
                  <a:pt x="86537" y="2888"/>
                  <a:pt x="86446" y="2705"/>
                  <a:pt x="86446" y="2645"/>
                </a:cubicBezTo>
                <a:cubicBezTo>
                  <a:pt x="86507" y="2553"/>
                  <a:pt x="86568" y="2493"/>
                  <a:pt x="86628" y="2462"/>
                </a:cubicBezTo>
                <a:lnTo>
                  <a:pt x="86659" y="2462"/>
                </a:lnTo>
                <a:lnTo>
                  <a:pt x="86811" y="2523"/>
                </a:lnTo>
                <a:cubicBezTo>
                  <a:pt x="86963" y="2493"/>
                  <a:pt x="87054" y="2341"/>
                  <a:pt x="87054" y="2280"/>
                </a:cubicBezTo>
                <a:cubicBezTo>
                  <a:pt x="87024" y="2249"/>
                  <a:pt x="87054" y="2189"/>
                  <a:pt x="87115" y="2158"/>
                </a:cubicBezTo>
                <a:cubicBezTo>
                  <a:pt x="87267" y="2097"/>
                  <a:pt x="87388" y="1976"/>
                  <a:pt x="87510" y="1854"/>
                </a:cubicBezTo>
                <a:cubicBezTo>
                  <a:pt x="87540" y="1733"/>
                  <a:pt x="87571" y="1611"/>
                  <a:pt x="87540" y="1520"/>
                </a:cubicBezTo>
                <a:lnTo>
                  <a:pt x="87115" y="1520"/>
                </a:lnTo>
                <a:cubicBezTo>
                  <a:pt x="87024" y="1277"/>
                  <a:pt x="87358" y="942"/>
                  <a:pt x="87480" y="882"/>
                </a:cubicBezTo>
                <a:cubicBezTo>
                  <a:pt x="87601" y="851"/>
                  <a:pt x="87601" y="730"/>
                  <a:pt x="87480" y="669"/>
                </a:cubicBezTo>
                <a:lnTo>
                  <a:pt x="87358" y="608"/>
                </a:lnTo>
                <a:cubicBezTo>
                  <a:pt x="87267" y="547"/>
                  <a:pt x="87358" y="487"/>
                  <a:pt x="87358" y="456"/>
                </a:cubicBezTo>
                <a:cubicBezTo>
                  <a:pt x="87388" y="426"/>
                  <a:pt x="87328" y="335"/>
                  <a:pt x="87297" y="304"/>
                </a:cubicBezTo>
                <a:cubicBezTo>
                  <a:pt x="87252" y="243"/>
                  <a:pt x="87229" y="213"/>
                  <a:pt x="87202" y="213"/>
                </a:cubicBezTo>
                <a:cubicBezTo>
                  <a:pt x="87176" y="213"/>
                  <a:pt x="87145" y="243"/>
                  <a:pt x="87084" y="304"/>
                </a:cubicBezTo>
                <a:lnTo>
                  <a:pt x="87024" y="304"/>
                </a:lnTo>
                <a:cubicBezTo>
                  <a:pt x="87007" y="312"/>
                  <a:pt x="86991" y="316"/>
                  <a:pt x="86975" y="316"/>
                </a:cubicBezTo>
                <a:cubicBezTo>
                  <a:pt x="86932" y="316"/>
                  <a:pt x="86894" y="288"/>
                  <a:pt x="86872" y="243"/>
                </a:cubicBezTo>
                <a:lnTo>
                  <a:pt x="86872" y="213"/>
                </a:lnTo>
                <a:lnTo>
                  <a:pt x="86872" y="183"/>
                </a:lnTo>
                <a:cubicBezTo>
                  <a:pt x="86932" y="91"/>
                  <a:pt x="86872" y="91"/>
                  <a:pt x="86750" y="91"/>
                </a:cubicBezTo>
                <a:lnTo>
                  <a:pt x="86598" y="91"/>
                </a:lnTo>
                <a:cubicBezTo>
                  <a:pt x="86591" y="95"/>
                  <a:pt x="86581" y="96"/>
                  <a:pt x="86568" y="96"/>
                </a:cubicBezTo>
                <a:cubicBezTo>
                  <a:pt x="86466" y="96"/>
                  <a:pt x="86189" y="0"/>
                  <a:pt x="8608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7"/>
          <p:cNvSpPr txBox="1"/>
          <p:nvPr>
            <p:ph type="title"/>
          </p:nvPr>
        </p:nvSpPr>
        <p:spPr>
          <a:xfrm>
            <a:off x="717050" y="1486500"/>
            <a:ext cx="4208100" cy="121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A PICTURE ALWAYS REINFORCES THE CONCEPT</a:t>
            </a:r>
            <a:endParaRPr/>
          </a:p>
        </p:txBody>
      </p:sp>
      <p:grpSp>
        <p:nvGrpSpPr>
          <p:cNvPr id="3358" name="Google Shape;3358;p47"/>
          <p:cNvGrpSpPr/>
          <p:nvPr/>
        </p:nvGrpSpPr>
        <p:grpSpPr>
          <a:xfrm>
            <a:off x="2626350" y="2897195"/>
            <a:ext cx="3545850" cy="2158821"/>
            <a:chOff x="3431200" y="2984669"/>
            <a:chExt cx="2390998" cy="2158821"/>
          </a:xfrm>
        </p:grpSpPr>
        <p:sp>
          <p:nvSpPr>
            <p:cNvPr id="3359" name="Google Shape;3359;p47"/>
            <p:cNvSpPr/>
            <p:nvPr/>
          </p:nvSpPr>
          <p:spPr>
            <a:xfrm rot="-2700000">
              <a:off x="5590651" y="3913525"/>
              <a:ext cx="82532" cy="15135"/>
            </a:xfrm>
            <a:custGeom>
              <a:rect b="b" l="l" r="r" t="t"/>
              <a:pathLst>
                <a:path extrusionOk="0" h="340" w="1854">
                  <a:moveTo>
                    <a:pt x="838" y="145"/>
                  </a:moveTo>
                  <a:lnTo>
                    <a:pt x="838" y="145"/>
                  </a:lnTo>
                  <a:cubicBezTo>
                    <a:pt x="824" y="147"/>
                    <a:pt x="811" y="149"/>
                    <a:pt x="800" y="151"/>
                  </a:cubicBezTo>
                  <a:lnTo>
                    <a:pt x="800" y="151"/>
                  </a:lnTo>
                  <a:cubicBezTo>
                    <a:pt x="812" y="149"/>
                    <a:pt x="825" y="147"/>
                    <a:pt x="838" y="145"/>
                  </a:cubicBezTo>
                  <a:close/>
                  <a:moveTo>
                    <a:pt x="1853" y="1"/>
                  </a:moveTo>
                  <a:lnTo>
                    <a:pt x="1219" y="111"/>
                  </a:lnTo>
                  <a:lnTo>
                    <a:pt x="1253" y="94"/>
                  </a:lnTo>
                  <a:lnTo>
                    <a:pt x="1253" y="94"/>
                  </a:lnTo>
                  <a:cubicBezTo>
                    <a:pt x="1109" y="128"/>
                    <a:pt x="830" y="170"/>
                    <a:pt x="720" y="179"/>
                  </a:cubicBezTo>
                  <a:cubicBezTo>
                    <a:pt x="735" y="171"/>
                    <a:pt x="724" y="164"/>
                    <a:pt x="800" y="151"/>
                  </a:cubicBezTo>
                  <a:lnTo>
                    <a:pt x="800" y="151"/>
                  </a:lnTo>
                  <a:cubicBezTo>
                    <a:pt x="98" y="261"/>
                    <a:pt x="618" y="240"/>
                    <a:pt x="27" y="335"/>
                  </a:cubicBezTo>
                  <a:lnTo>
                    <a:pt x="27" y="335"/>
                  </a:lnTo>
                  <a:cubicBezTo>
                    <a:pt x="64" y="331"/>
                    <a:pt x="107" y="329"/>
                    <a:pt x="162" y="322"/>
                  </a:cubicBezTo>
                  <a:cubicBezTo>
                    <a:pt x="265" y="306"/>
                    <a:pt x="359" y="297"/>
                    <a:pt x="396" y="297"/>
                  </a:cubicBezTo>
                  <a:cubicBezTo>
                    <a:pt x="416" y="297"/>
                    <a:pt x="419" y="299"/>
                    <a:pt x="398" y="305"/>
                  </a:cubicBezTo>
                  <a:cubicBezTo>
                    <a:pt x="720" y="238"/>
                    <a:pt x="728" y="255"/>
                    <a:pt x="762" y="212"/>
                  </a:cubicBezTo>
                  <a:cubicBezTo>
                    <a:pt x="872" y="185"/>
                    <a:pt x="987" y="170"/>
                    <a:pt x="1033" y="170"/>
                  </a:cubicBezTo>
                  <a:cubicBezTo>
                    <a:pt x="1072" y="170"/>
                    <a:pt x="1062" y="181"/>
                    <a:pt x="957" y="204"/>
                  </a:cubicBezTo>
                  <a:lnTo>
                    <a:pt x="1540" y="86"/>
                  </a:lnTo>
                  <a:lnTo>
                    <a:pt x="1185" y="136"/>
                  </a:lnTo>
                  <a:cubicBezTo>
                    <a:pt x="1278" y="94"/>
                    <a:pt x="1752" y="60"/>
                    <a:pt x="1853" y="1"/>
                  </a:cubicBezTo>
                  <a:close/>
                  <a:moveTo>
                    <a:pt x="27" y="335"/>
                  </a:moveTo>
                  <a:cubicBezTo>
                    <a:pt x="18" y="336"/>
                    <a:pt x="9" y="338"/>
                    <a:pt x="1" y="339"/>
                  </a:cubicBezTo>
                  <a:cubicBezTo>
                    <a:pt x="10" y="338"/>
                    <a:pt x="18" y="337"/>
                    <a:pt x="27" y="33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7"/>
            <p:cNvSpPr/>
            <p:nvPr/>
          </p:nvSpPr>
          <p:spPr>
            <a:xfrm rot="-2700000">
              <a:off x="5543977" y="3975683"/>
              <a:ext cx="80974" cy="15313"/>
            </a:xfrm>
            <a:custGeom>
              <a:rect b="b" l="l" r="r" t="t"/>
              <a:pathLst>
                <a:path extrusionOk="0" h="344" w="1819">
                  <a:moveTo>
                    <a:pt x="1751" y="1"/>
                  </a:moveTo>
                  <a:cubicBezTo>
                    <a:pt x="1539" y="1"/>
                    <a:pt x="1110" y="82"/>
                    <a:pt x="922" y="89"/>
                  </a:cubicBezTo>
                  <a:cubicBezTo>
                    <a:pt x="1100" y="95"/>
                    <a:pt x="944" y="116"/>
                    <a:pt x="982" y="116"/>
                  </a:cubicBezTo>
                  <a:cubicBezTo>
                    <a:pt x="1000" y="116"/>
                    <a:pt x="1063" y="112"/>
                    <a:pt x="1227" y="98"/>
                  </a:cubicBezTo>
                  <a:lnTo>
                    <a:pt x="1227" y="98"/>
                  </a:lnTo>
                  <a:lnTo>
                    <a:pt x="956" y="174"/>
                  </a:lnTo>
                  <a:cubicBezTo>
                    <a:pt x="812" y="191"/>
                    <a:pt x="660" y="208"/>
                    <a:pt x="508" y="225"/>
                  </a:cubicBezTo>
                  <a:cubicBezTo>
                    <a:pt x="508" y="239"/>
                    <a:pt x="263" y="279"/>
                    <a:pt x="335" y="279"/>
                  </a:cubicBezTo>
                  <a:cubicBezTo>
                    <a:pt x="347" y="279"/>
                    <a:pt x="367" y="278"/>
                    <a:pt x="398" y="275"/>
                  </a:cubicBezTo>
                  <a:cubicBezTo>
                    <a:pt x="440" y="267"/>
                    <a:pt x="533" y="250"/>
                    <a:pt x="601" y="242"/>
                  </a:cubicBezTo>
                  <a:lnTo>
                    <a:pt x="601" y="242"/>
                  </a:lnTo>
                  <a:cubicBezTo>
                    <a:pt x="550" y="284"/>
                    <a:pt x="0" y="335"/>
                    <a:pt x="135" y="343"/>
                  </a:cubicBezTo>
                  <a:cubicBezTo>
                    <a:pt x="347" y="326"/>
                    <a:pt x="558" y="292"/>
                    <a:pt x="770" y="242"/>
                  </a:cubicBezTo>
                  <a:cubicBezTo>
                    <a:pt x="1100" y="199"/>
                    <a:pt x="1337" y="174"/>
                    <a:pt x="1489" y="166"/>
                  </a:cubicBezTo>
                  <a:cubicBezTo>
                    <a:pt x="1590" y="149"/>
                    <a:pt x="1599" y="132"/>
                    <a:pt x="1726" y="106"/>
                  </a:cubicBezTo>
                  <a:lnTo>
                    <a:pt x="1726" y="106"/>
                  </a:lnTo>
                  <a:lnTo>
                    <a:pt x="1641" y="123"/>
                  </a:lnTo>
                  <a:lnTo>
                    <a:pt x="1616" y="72"/>
                  </a:lnTo>
                  <a:cubicBezTo>
                    <a:pt x="1514" y="98"/>
                    <a:pt x="1421" y="106"/>
                    <a:pt x="1303" y="123"/>
                  </a:cubicBezTo>
                  <a:lnTo>
                    <a:pt x="1819" y="5"/>
                  </a:lnTo>
                  <a:cubicBezTo>
                    <a:pt x="1800" y="2"/>
                    <a:pt x="1777" y="1"/>
                    <a:pt x="175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7"/>
            <p:cNvSpPr/>
            <p:nvPr/>
          </p:nvSpPr>
          <p:spPr>
            <a:xfrm rot="-2700000">
              <a:off x="5607762" y="3955696"/>
              <a:ext cx="401" cy="45"/>
            </a:xfrm>
            <a:custGeom>
              <a:rect b="b" l="l" r="r" t="t"/>
              <a:pathLst>
                <a:path extrusionOk="0" h="1" w="9">
                  <a:moveTo>
                    <a:pt x="0" y="0"/>
                  </a:move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7"/>
            <p:cNvSpPr/>
            <p:nvPr/>
          </p:nvSpPr>
          <p:spPr>
            <a:xfrm rot="-2700000">
              <a:off x="5489534" y="4097203"/>
              <a:ext cx="3828" cy="45"/>
            </a:xfrm>
            <a:custGeom>
              <a:rect b="b" l="l" r="r" t="t"/>
              <a:pathLst>
                <a:path extrusionOk="0" h="1" w="86">
                  <a:moveTo>
                    <a:pt x="1" y="1"/>
                  </a:moveTo>
                  <a:lnTo>
                    <a:pt x="85" y="1"/>
                  </a:lnTo>
                  <a:cubicBezTo>
                    <a:pt x="68" y="1"/>
                    <a:pt x="35"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7"/>
            <p:cNvSpPr/>
            <p:nvPr/>
          </p:nvSpPr>
          <p:spPr>
            <a:xfrm rot="-2700000">
              <a:off x="4830487" y="4676010"/>
              <a:ext cx="9437" cy="1558"/>
            </a:xfrm>
            <a:custGeom>
              <a:rect b="b" l="l" r="r" t="t"/>
              <a:pathLst>
                <a:path extrusionOk="0" h="35" w="212">
                  <a:moveTo>
                    <a:pt x="0" y="1"/>
                  </a:moveTo>
                  <a:lnTo>
                    <a:pt x="212" y="35"/>
                  </a:lnTo>
                  <a:cubicBezTo>
                    <a:pt x="127" y="18"/>
                    <a:pt x="59"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7"/>
            <p:cNvSpPr/>
            <p:nvPr/>
          </p:nvSpPr>
          <p:spPr>
            <a:xfrm rot="-2700000">
              <a:off x="5435768" y="4159922"/>
              <a:ext cx="1914" cy="45"/>
            </a:xfrm>
            <a:custGeom>
              <a:rect b="b" l="l" r="r" t="t"/>
              <a:pathLst>
                <a:path extrusionOk="0" h="1" w="43">
                  <a:moveTo>
                    <a:pt x="43" y="1"/>
                  </a:moveTo>
                  <a:lnTo>
                    <a:pt x="34" y="1"/>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7"/>
            <p:cNvSpPr/>
            <p:nvPr/>
          </p:nvSpPr>
          <p:spPr>
            <a:xfrm rot="-2700000">
              <a:off x="5076728" y="4501006"/>
              <a:ext cx="5297" cy="1157"/>
            </a:xfrm>
            <a:custGeom>
              <a:rect b="b" l="l" r="r" t="t"/>
              <a:pathLst>
                <a:path extrusionOk="0" h="26" w="119">
                  <a:moveTo>
                    <a:pt x="1" y="1"/>
                  </a:moveTo>
                  <a:lnTo>
                    <a:pt x="1" y="1"/>
                  </a:lnTo>
                  <a:cubicBezTo>
                    <a:pt x="34" y="9"/>
                    <a:pt x="68" y="17"/>
                    <a:pt x="119" y="26"/>
                  </a:cubicBezTo>
                  <a:cubicBezTo>
                    <a:pt x="85" y="17"/>
                    <a:pt x="43" y="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7"/>
            <p:cNvSpPr/>
            <p:nvPr/>
          </p:nvSpPr>
          <p:spPr>
            <a:xfrm rot="-2700000">
              <a:off x="4829442" y="4679977"/>
              <a:ext cx="1959" cy="45"/>
            </a:xfrm>
            <a:custGeom>
              <a:rect b="b" l="l" r="r" t="t"/>
              <a:pathLst>
                <a:path extrusionOk="0" h="1" w="44">
                  <a:moveTo>
                    <a:pt x="1" y="0"/>
                  </a:moveTo>
                  <a:lnTo>
                    <a:pt x="9" y="0"/>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7"/>
            <p:cNvSpPr/>
            <p:nvPr/>
          </p:nvSpPr>
          <p:spPr>
            <a:xfrm rot="-2700000">
              <a:off x="5531283" y="4058061"/>
              <a:ext cx="757" cy="45"/>
            </a:xfrm>
            <a:custGeom>
              <a:rect b="b" l="l" r="r" t="t"/>
              <a:pathLst>
                <a:path extrusionOk="0" h="1" w="17">
                  <a:moveTo>
                    <a:pt x="17" y="1"/>
                  </a:moveTo>
                  <a:lnTo>
                    <a:pt x="0" y="1"/>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7"/>
            <p:cNvSpPr/>
            <p:nvPr/>
          </p:nvSpPr>
          <p:spPr>
            <a:xfrm rot="-2700000">
              <a:off x="5541833" y="4035155"/>
              <a:ext cx="7924" cy="1157"/>
            </a:xfrm>
            <a:custGeom>
              <a:rect b="b" l="l" r="r" t="t"/>
              <a:pathLst>
                <a:path extrusionOk="0" h="26" w="178">
                  <a:moveTo>
                    <a:pt x="178" y="0"/>
                  </a:moveTo>
                  <a:cubicBezTo>
                    <a:pt x="118" y="8"/>
                    <a:pt x="51" y="17"/>
                    <a:pt x="0" y="25"/>
                  </a:cubicBezTo>
                  <a:lnTo>
                    <a:pt x="17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7"/>
            <p:cNvSpPr/>
            <p:nvPr/>
          </p:nvSpPr>
          <p:spPr>
            <a:xfrm rot="-2700000">
              <a:off x="5178444" y="4415738"/>
              <a:ext cx="9838" cy="1558"/>
            </a:xfrm>
            <a:custGeom>
              <a:rect b="b" l="l" r="r" t="t"/>
              <a:pathLst>
                <a:path extrusionOk="0" h="35" w="221">
                  <a:moveTo>
                    <a:pt x="1" y="1"/>
                  </a:moveTo>
                  <a:cubicBezTo>
                    <a:pt x="52" y="9"/>
                    <a:pt x="179" y="26"/>
                    <a:pt x="119" y="34"/>
                  </a:cubicBezTo>
                  <a:cubicBezTo>
                    <a:pt x="221" y="26"/>
                    <a:pt x="22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7"/>
            <p:cNvSpPr/>
            <p:nvPr/>
          </p:nvSpPr>
          <p:spPr>
            <a:xfrm rot="-2700000">
              <a:off x="5510934" y="4097867"/>
              <a:ext cx="6010" cy="1202"/>
            </a:xfrm>
            <a:custGeom>
              <a:rect b="b" l="l" r="r" t="t"/>
              <a:pathLst>
                <a:path extrusionOk="0" h="27" w="135">
                  <a:moveTo>
                    <a:pt x="135" y="1"/>
                  </a:moveTo>
                  <a:lnTo>
                    <a:pt x="135" y="1"/>
                  </a:lnTo>
                  <a:cubicBezTo>
                    <a:pt x="68" y="18"/>
                    <a:pt x="1" y="26"/>
                    <a:pt x="26" y="26"/>
                  </a:cubicBezTo>
                  <a:cubicBezTo>
                    <a:pt x="60" y="18"/>
                    <a:pt x="101" y="9"/>
                    <a:pt x="13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7"/>
            <p:cNvSpPr/>
            <p:nvPr/>
          </p:nvSpPr>
          <p:spPr>
            <a:xfrm rot="-2700000">
              <a:off x="5514695" y="4093488"/>
              <a:ext cx="4941" cy="801"/>
            </a:xfrm>
            <a:custGeom>
              <a:rect b="b" l="l" r="r" t="t"/>
              <a:pathLst>
                <a:path extrusionOk="0" h="18" w="111">
                  <a:moveTo>
                    <a:pt x="0" y="18"/>
                  </a:moveTo>
                  <a:lnTo>
                    <a:pt x="11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7"/>
            <p:cNvSpPr/>
            <p:nvPr/>
          </p:nvSpPr>
          <p:spPr>
            <a:xfrm rot="-2700000">
              <a:off x="5141705" y="4472965"/>
              <a:ext cx="2671" cy="801"/>
            </a:xfrm>
            <a:custGeom>
              <a:rect b="b" l="l" r="r" t="t"/>
              <a:pathLst>
                <a:path extrusionOk="0" h="18" w="60">
                  <a:moveTo>
                    <a:pt x="0" y="0"/>
                  </a:moveTo>
                  <a:cubicBezTo>
                    <a:pt x="17" y="9"/>
                    <a:pt x="43" y="17"/>
                    <a:pt x="60" y="17"/>
                  </a:cubicBezTo>
                  <a:cubicBezTo>
                    <a:pt x="43" y="9"/>
                    <a:pt x="17"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7"/>
            <p:cNvSpPr/>
            <p:nvPr/>
          </p:nvSpPr>
          <p:spPr>
            <a:xfrm rot="-2700000">
              <a:off x="5513491" y="4017214"/>
              <a:ext cx="74208" cy="11574"/>
            </a:xfrm>
            <a:custGeom>
              <a:rect b="b" l="l" r="r" t="t"/>
              <a:pathLst>
                <a:path extrusionOk="0" h="260" w="1667">
                  <a:moveTo>
                    <a:pt x="712" y="237"/>
                  </a:moveTo>
                  <a:cubicBezTo>
                    <a:pt x="694" y="238"/>
                    <a:pt x="677" y="240"/>
                    <a:pt x="661" y="243"/>
                  </a:cubicBezTo>
                  <a:cubicBezTo>
                    <a:pt x="678" y="241"/>
                    <a:pt x="695" y="239"/>
                    <a:pt x="712" y="237"/>
                  </a:cubicBezTo>
                  <a:close/>
                  <a:moveTo>
                    <a:pt x="1596" y="0"/>
                  </a:moveTo>
                  <a:cubicBezTo>
                    <a:pt x="1582" y="0"/>
                    <a:pt x="1554" y="2"/>
                    <a:pt x="1507" y="6"/>
                  </a:cubicBezTo>
                  <a:cubicBezTo>
                    <a:pt x="881" y="91"/>
                    <a:pt x="441" y="158"/>
                    <a:pt x="1" y="251"/>
                  </a:cubicBezTo>
                  <a:cubicBezTo>
                    <a:pt x="356" y="209"/>
                    <a:pt x="762" y="150"/>
                    <a:pt x="1058" y="125"/>
                  </a:cubicBezTo>
                  <a:lnTo>
                    <a:pt x="1058" y="125"/>
                  </a:lnTo>
                  <a:lnTo>
                    <a:pt x="940" y="167"/>
                  </a:lnTo>
                  <a:cubicBezTo>
                    <a:pt x="601" y="184"/>
                    <a:pt x="398" y="226"/>
                    <a:pt x="77" y="260"/>
                  </a:cubicBezTo>
                  <a:cubicBezTo>
                    <a:pt x="322" y="235"/>
                    <a:pt x="568" y="218"/>
                    <a:pt x="813" y="192"/>
                  </a:cubicBezTo>
                  <a:cubicBezTo>
                    <a:pt x="877" y="189"/>
                    <a:pt x="921" y="188"/>
                    <a:pt x="949" y="188"/>
                  </a:cubicBezTo>
                  <a:cubicBezTo>
                    <a:pt x="1065" y="188"/>
                    <a:pt x="910" y="211"/>
                    <a:pt x="712" y="237"/>
                  </a:cubicBezTo>
                  <a:lnTo>
                    <a:pt x="712" y="237"/>
                  </a:lnTo>
                  <a:cubicBezTo>
                    <a:pt x="740" y="235"/>
                    <a:pt x="770" y="235"/>
                    <a:pt x="796" y="235"/>
                  </a:cubicBezTo>
                  <a:cubicBezTo>
                    <a:pt x="822" y="222"/>
                    <a:pt x="1274" y="150"/>
                    <a:pt x="1201" y="150"/>
                  </a:cubicBezTo>
                  <a:cubicBezTo>
                    <a:pt x="1179" y="150"/>
                    <a:pt x="1104" y="157"/>
                    <a:pt x="948" y="175"/>
                  </a:cubicBezTo>
                  <a:cubicBezTo>
                    <a:pt x="965" y="141"/>
                    <a:pt x="1363" y="108"/>
                    <a:pt x="1540" y="82"/>
                  </a:cubicBezTo>
                  <a:lnTo>
                    <a:pt x="1540" y="82"/>
                  </a:lnTo>
                  <a:cubicBezTo>
                    <a:pt x="1527" y="83"/>
                    <a:pt x="1516" y="84"/>
                    <a:pt x="1509" y="84"/>
                  </a:cubicBezTo>
                  <a:cubicBezTo>
                    <a:pt x="1452" y="84"/>
                    <a:pt x="1595" y="56"/>
                    <a:pt x="1557" y="48"/>
                  </a:cubicBezTo>
                  <a:lnTo>
                    <a:pt x="1557" y="48"/>
                  </a:lnTo>
                  <a:cubicBezTo>
                    <a:pt x="1473" y="57"/>
                    <a:pt x="1371" y="82"/>
                    <a:pt x="1227" y="99"/>
                  </a:cubicBezTo>
                  <a:cubicBezTo>
                    <a:pt x="1160" y="91"/>
                    <a:pt x="1371" y="57"/>
                    <a:pt x="1549" y="40"/>
                  </a:cubicBezTo>
                  <a:lnTo>
                    <a:pt x="1549" y="40"/>
                  </a:lnTo>
                  <a:cubicBezTo>
                    <a:pt x="1536" y="40"/>
                    <a:pt x="1526" y="41"/>
                    <a:pt x="1518" y="41"/>
                  </a:cubicBezTo>
                  <a:cubicBezTo>
                    <a:pt x="1412" y="41"/>
                    <a:pt x="1666" y="0"/>
                    <a:pt x="159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7"/>
            <p:cNvSpPr/>
            <p:nvPr/>
          </p:nvSpPr>
          <p:spPr>
            <a:xfrm rot="-2700000">
              <a:off x="5546962" y="4050951"/>
              <a:ext cx="1914" cy="445"/>
            </a:xfrm>
            <a:custGeom>
              <a:rect b="b" l="l" r="r" t="t"/>
              <a:pathLst>
                <a:path extrusionOk="0" h="10" w="43">
                  <a:moveTo>
                    <a:pt x="43" y="1"/>
                  </a:moveTo>
                  <a:lnTo>
                    <a:pt x="0" y="9"/>
                  </a:lnTo>
                  <a:lnTo>
                    <a:pt x="17" y="9"/>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7"/>
            <p:cNvSpPr/>
            <p:nvPr/>
          </p:nvSpPr>
          <p:spPr>
            <a:xfrm rot="-2700000">
              <a:off x="5530065" y="4063412"/>
              <a:ext cx="45" cy="4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7"/>
            <p:cNvSpPr/>
            <p:nvPr/>
          </p:nvSpPr>
          <p:spPr>
            <a:xfrm rot="-2700000">
              <a:off x="4816396" y="4714565"/>
              <a:ext cx="3027" cy="1157"/>
            </a:xfrm>
            <a:custGeom>
              <a:rect b="b" l="l" r="r" t="t"/>
              <a:pathLst>
                <a:path extrusionOk="0" h="26" w="68">
                  <a:moveTo>
                    <a:pt x="9" y="0"/>
                  </a:moveTo>
                  <a:cubicBezTo>
                    <a:pt x="0" y="0"/>
                    <a:pt x="9" y="9"/>
                    <a:pt x="68" y="26"/>
                  </a:cubicBezTo>
                  <a:cubicBezTo>
                    <a:pt x="68" y="26"/>
                    <a:pt x="51" y="17"/>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7"/>
            <p:cNvSpPr/>
            <p:nvPr/>
          </p:nvSpPr>
          <p:spPr>
            <a:xfrm rot="-2700000">
              <a:off x="5156746" y="4428561"/>
              <a:ext cx="7968" cy="401"/>
            </a:xfrm>
            <a:custGeom>
              <a:rect b="b" l="l" r="r" t="t"/>
              <a:pathLst>
                <a:path extrusionOk="0" h="9" w="179">
                  <a:moveTo>
                    <a:pt x="179" y="9"/>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7"/>
            <p:cNvSpPr/>
            <p:nvPr/>
          </p:nvSpPr>
          <p:spPr>
            <a:xfrm rot="-2700000">
              <a:off x="4900891" y="4653131"/>
              <a:ext cx="2315" cy="445"/>
            </a:xfrm>
            <a:custGeom>
              <a:rect b="b" l="l" r="r" t="t"/>
              <a:pathLst>
                <a:path extrusionOk="0" h="10" w="52">
                  <a:moveTo>
                    <a:pt x="0" y="1"/>
                  </a:moveTo>
                  <a:lnTo>
                    <a:pt x="34" y="9"/>
                  </a:lnTo>
                  <a:lnTo>
                    <a:pt x="5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7"/>
            <p:cNvSpPr/>
            <p:nvPr/>
          </p:nvSpPr>
          <p:spPr>
            <a:xfrm rot="-2700000">
              <a:off x="4885051" y="4627138"/>
              <a:ext cx="82532" cy="15224"/>
            </a:xfrm>
            <a:custGeom>
              <a:rect b="b" l="l" r="r" t="t"/>
              <a:pathLst>
                <a:path extrusionOk="0" h="342" w="1854">
                  <a:moveTo>
                    <a:pt x="1" y="1"/>
                  </a:moveTo>
                  <a:cubicBezTo>
                    <a:pt x="136" y="26"/>
                    <a:pt x="263" y="52"/>
                    <a:pt x="398" y="77"/>
                  </a:cubicBezTo>
                  <a:lnTo>
                    <a:pt x="271" y="85"/>
                  </a:lnTo>
                  <a:lnTo>
                    <a:pt x="314" y="85"/>
                  </a:lnTo>
                  <a:cubicBezTo>
                    <a:pt x="401" y="99"/>
                    <a:pt x="466" y="109"/>
                    <a:pt x="515" y="118"/>
                  </a:cubicBezTo>
                  <a:lnTo>
                    <a:pt x="515" y="118"/>
                  </a:lnTo>
                  <a:cubicBezTo>
                    <a:pt x="464" y="98"/>
                    <a:pt x="595" y="104"/>
                    <a:pt x="457" y="77"/>
                  </a:cubicBezTo>
                  <a:cubicBezTo>
                    <a:pt x="305" y="52"/>
                    <a:pt x="153" y="26"/>
                    <a:pt x="1" y="1"/>
                  </a:cubicBezTo>
                  <a:close/>
                  <a:moveTo>
                    <a:pt x="515" y="118"/>
                  </a:moveTo>
                  <a:cubicBezTo>
                    <a:pt x="527" y="122"/>
                    <a:pt x="548" y="128"/>
                    <a:pt x="584" y="136"/>
                  </a:cubicBezTo>
                  <a:cubicBezTo>
                    <a:pt x="599" y="138"/>
                    <a:pt x="615" y="140"/>
                    <a:pt x="631" y="142"/>
                  </a:cubicBezTo>
                  <a:lnTo>
                    <a:pt x="631" y="142"/>
                  </a:lnTo>
                  <a:cubicBezTo>
                    <a:pt x="608" y="136"/>
                    <a:pt x="573" y="128"/>
                    <a:pt x="515" y="118"/>
                  </a:cubicBezTo>
                  <a:close/>
                  <a:moveTo>
                    <a:pt x="770" y="128"/>
                  </a:moveTo>
                  <a:cubicBezTo>
                    <a:pt x="907" y="157"/>
                    <a:pt x="929" y="167"/>
                    <a:pt x="893" y="167"/>
                  </a:cubicBezTo>
                  <a:cubicBezTo>
                    <a:pt x="853" y="167"/>
                    <a:pt x="738" y="155"/>
                    <a:pt x="631" y="142"/>
                  </a:cubicBezTo>
                  <a:lnTo>
                    <a:pt x="631" y="142"/>
                  </a:lnTo>
                  <a:cubicBezTo>
                    <a:pt x="737" y="170"/>
                    <a:pt x="558" y="162"/>
                    <a:pt x="1050" y="229"/>
                  </a:cubicBezTo>
                  <a:lnTo>
                    <a:pt x="990" y="229"/>
                  </a:lnTo>
                  <a:cubicBezTo>
                    <a:pt x="1254" y="260"/>
                    <a:pt x="1704" y="341"/>
                    <a:pt x="1828" y="341"/>
                  </a:cubicBezTo>
                  <a:cubicBezTo>
                    <a:pt x="1839" y="341"/>
                    <a:pt x="1848" y="341"/>
                    <a:pt x="1853" y="339"/>
                  </a:cubicBezTo>
                  <a:cubicBezTo>
                    <a:pt x="1760" y="331"/>
                    <a:pt x="1269" y="229"/>
                    <a:pt x="1354" y="229"/>
                  </a:cubicBezTo>
                  <a:cubicBezTo>
                    <a:pt x="1159" y="212"/>
                    <a:pt x="872" y="145"/>
                    <a:pt x="770" y="12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7"/>
            <p:cNvSpPr/>
            <p:nvPr/>
          </p:nvSpPr>
          <p:spPr>
            <a:xfrm rot="-2700000">
              <a:off x="4926192" y="4635656"/>
              <a:ext cx="4941" cy="801"/>
            </a:xfrm>
            <a:custGeom>
              <a:rect b="b" l="l" r="r" t="t"/>
              <a:pathLst>
                <a:path extrusionOk="0" h="18" w="111">
                  <a:moveTo>
                    <a:pt x="1" y="1"/>
                  </a:moveTo>
                  <a:cubicBezTo>
                    <a:pt x="6" y="2"/>
                    <a:pt x="11" y="4"/>
                    <a:pt x="17" y="5"/>
                  </a:cubicBezTo>
                  <a:lnTo>
                    <a:pt x="17" y="5"/>
                  </a:lnTo>
                  <a:cubicBezTo>
                    <a:pt x="12" y="4"/>
                    <a:pt x="6" y="2"/>
                    <a:pt x="1" y="1"/>
                  </a:cubicBezTo>
                  <a:close/>
                  <a:moveTo>
                    <a:pt x="17" y="5"/>
                  </a:moveTo>
                  <a:lnTo>
                    <a:pt x="17" y="5"/>
                  </a:lnTo>
                  <a:cubicBezTo>
                    <a:pt x="46" y="12"/>
                    <a:pt x="75" y="18"/>
                    <a:pt x="111" y="18"/>
                  </a:cubicBezTo>
                  <a:cubicBezTo>
                    <a:pt x="77" y="11"/>
                    <a:pt x="43" y="10"/>
                    <a:pt x="17"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7"/>
            <p:cNvSpPr/>
            <p:nvPr/>
          </p:nvSpPr>
          <p:spPr>
            <a:xfrm rot="-2700000">
              <a:off x="5029600" y="4559674"/>
              <a:ext cx="5342" cy="445"/>
            </a:xfrm>
            <a:custGeom>
              <a:rect b="b" l="l" r="r" t="t"/>
              <a:pathLst>
                <a:path extrusionOk="0" h="10" w="120">
                  <a:moveTo>
                    <a:pt x="1" y="1"/>
                  </a:moveTo>
                  <a:lnTo>
                    <a:pt x="119"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7"/>
            <p:cNvSpPr/>
            <p:nvPr/>
          </p:nvSpPr>
          <p:spPr>
            <a:xfrm rot="-2700000">
              <a:off x="5273355" y="4338320"/>
              <a:ext cx="7212" cy="45"/>
            </a:xfrm>
            <a:custGeom>
              <a:rect b="b" l="l" r="r" t="t"/>
              <a:pathLst>
                <a:path extrusionOk="0" h="1" w="162">
                  <a:moveTo>
                    <a:pt x="161" y="1"/>
                  </a:moveTo>
                  <a:lnTo>
                    <a:pt x="34" y="1"/>
                  </a:lnTo>
                  <a:lnTo>
                    <a:pt x="1" y="1"/>
                  </a:lnTo>
                  <a:cubicBezTo>
                    <a:pt x="34" y="1"/>
                    <a:pt x="119" y="1"/>
                    <a:pt x="16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7"/>
            <p:cNvSpPr/>
            <p:nvPr/>
          </p:nvSpPr>
          <p:spPr>
            <a:xfrm rot="-2700000">
              <a:off x="4940835" y="4620926"/>
              <a:ext cx="5654" cy="579"/>
            </a:xfrm>
            <a:custGeom>
              <a:rect b="b" l="l" r="r" t="t"/>
              <a:pathLst>
                <a:path extrusionOk="0" h="13" w="127">
                  <a:moveTo>
                    <a:pt x="37" y="1"/>
                  </a:moveTo>
                  <a:cubicBezTo>
                    <a:pt x="25" y="1"/>
                    <a:pt x="12" y="2"/>
                    <a:pt x="0" y="4"/>
                  </a:cubicBezTo>
                  <a:cubicBezTo>
                    <a:pt x="42" y="4"/>
                    <a:pt x="85" y="4"/>
                    <a:pt x="127" y="13"/>
                  </a:cubicBezTo>
                  <a:cubicBezTo>
                    <a:pt x="97" y="7"/>
                    <a:pt x="67" y="1"/>
                    <a:pt x="3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7"/>
            <p:cNvSpPr/>
            <p:nvPr/>
          </p:nvSpPr>
          <p:spPr>
            <a:xfrm rot="-2700000">
              <a:off x="5279362" y="4329049"/>
              <a:ext cx="20789" cy="1558"/>
            </a:xfrm>
            <a:custGeom>
              <a:rect b="b" l="l" r="r" t="t"/>
              <a:pathLst>
                <a:path extrusionOk="0" h="35" w="467">
                  <a:moveTo>
                    <a:pt x="1" y="1"/>
                  </a:moveTo>
                  <a:lnTo>
                    <a:pt x="1" y="1"/>
                  </a:lnTo>
                  <a:cubicBezTo>
                    <a:pt x="52" y="9"/>
                    <a:pt x="102" y="18"/>
                    <a:pt x="153" y="34"/>
                  </a:cubicBezTo>
                  <a:cubicBezTo>
                    <a:pt x="263" y="34"/>
                    <a:pt x="348" y="26"/>
                    <a:pt x="466" y="18"/>
                  </a:cubicBezTo>
                  <a:lnTo>
                    <a:pt x="466" y="18"/>
                  </a:lnTo>
                  <a:cubicBezTo>
                    <a:pt x="430" y="20"/>
                    <a:pt x="392" y="21"/>
                    <a:pt x="353" y="21"/>
                  </a:cubicBezTo>
                  <a:cubicBezTo>
                    <a:pt x="247" y="21"/>
                    <a:pt x="131" y="13"/>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7"/>
            <p:cNvSpPr/>
            <p:nvPr/>
          </p:nvSpPr>
          <p:spPr>
            <a:xfrm rot="-2700000">
              <a:off x="5297320" y="4322220"/>
              <a:ext cx="45" cy="4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7"/>
            <p:cNvSpPr/>
            <p:nvPr/>
          </p:nvSpPr>
          <p:spPr>
            <a:xfrm rot="-2700000">
              <a:off x="3734632" y="3313541"/>
              <a:ext cx="1551958" cy="1501076"/>
            </a:xfrm>
            <a:custGeom>
              <a:rect b="b" l="l" r="r" t="t"/>
              <a:pathLst>
                <a:path extrusionOk="0" h="33720" w="34863">
                  <a:moveTo>
                    <a:pt x="5458" y="4857"/>
                  </a:moveTo>
                  <a:lnTo>
                    <a:pt x="5373" y="4941"/>
                  </a:lnTo>
                  <a:cubicBezTo>
                    <a:pt x="5402" y="4914"/>
                    <a:pt x="5430" y="4886"/>
                    <a:pt x="5458" y="4857"/>
                  </a:cubicBezTo>
                  <a:close/>
                  <a:moveTo>
                    <a:pt x="1016" y="12176"/>
                  </a:moveTo>
                  <a:lnTo>
                    <a:pt x="1014" y="12188"/>
                  </a:lnTo>
                  <a:lnTo>
                    <a:pt x="1014" y="12188"/>
                  </a:lnTo>
                  <a:cubicBezTo>
                    <a:pt x="1015" y="12183"/>
                    <a:pt x="1016" y="12179"/>
                    <a:pt x="1016" y="12176"/>
                  </a:cubicBezTo>
                  <a:close/>
                  <a:moveTo>
                    <a:pt x="1014" y="12188"/>
                  </a:moveTo>
                  <a:lnTo>
                    <a:pt x="1014" y="12188"/>
                  </a:lnTo>
                  <a:cubicBezTo>
                    <a:pt x="1007" y="12230"/>
                    <a:pt x="977" y="12352"/>
                    <a:pt x="982" y="12352"/>
                  </a:cubicBezTo>
                  <a:cubicBezTo>
                    <a:pt x="984" y="12352"/>
                    <a:pt x="989" y="12340"/>
                    <a:pt x="999" y="12309"/>
                  </a:cubicBezTo>
                  <a:lnTo>
                    <a:pt x="1014" y="12188"/>
                  </a:lnTo>
                  <a:close/>
                  <a:moveTo>
                    <a:pt x="119" y="18256"/>
                  </a:moveTo>
                  <a:lnTo>
                    <a:pt x="127" y="18287"/>
                  </a:lnTo>
                  <a:lnTo>
                    <a:pt x="127" y="18287"/>
                  </a:lnTo>
                  <a:cubicBezTo>
                    <a:pt x="125" y="18270"/>
                    <a:pt x="122" y="18259"/>
                    <a:pt x="119" y="18256"/>
                  </a:cubicBezTo>
                  <a:close/>
                  <a:moveTo>
                    <a:pt x="855" y="20252"/>
                  </a:moveTo>
                  <a:cubicBezTo>
                    <a:pt x="867" y="20313"/>
                    <a:pt x="881" y="20372"/>
                    <a:pt x="896" y="20431"/>
                  </a:cubicBezTo>
                  <a:lnTo>
                    <a:pt x="896" y="20431"/>
                  </a:lnTo>
                  <a:cubicBezTo>
                    <a:pt x="884" y="20381"/>
                    <a:pt x="871" y="20322"/>
                    <a:pt x="855" y="20252"/>
                  </a:cubicBezTo>
                  <a:close/>
                  <a:moveTo>
                    <a:pt x="1092" y="22393"/>
                  </a:moveTo>
                  <a:cubicBezTo>
                    <a:pt x="1092" y="22398"/>
                    <a:pt x="1096" y="22404"/>
                    <a:pt x="1101" y="22413"/>
                  </a:cubicBezTo>
                  <a:lnTo>
                    <a:pt x="1101" y="22413"/>
                  </a:lnTo>
                  <a:cubicBezTo>
                    <a:pt x="1099" y="22406"/>
                    <a:pt x="1096" y="22399"/>
                    <a:pt x="1092" y="22393"/>
                  </a:cubicBezTo>
                  <a:close/>
                  <a:moveTo>
                    <a:pt x="542" y="19009"/>
                  </a:moveTo>
                  <a:lnTo>
                    <a:pt x="542" y="19009"/>
                  </a:lnTo>
                  <a:cubicBezTo>
                    <a:pt x="568" y="19161"/>
                    <a:pt x="602" y="19313"/>
                    <a:pt x="644" y="19466"/>
                  </a:cubicBezTo>
                  <a:cubicBezTo>
                    <a:pt x="661" y="19525"/>
                    <a:pt x="669" y="19593"/>
                    <a:pt x="695" y="19677"/>
                  </a:cubicBezTo>
                  <a:cubicBezTo>
                    <a:pt x="712" y="19762"/>
                    <a:pt x="737" y="19863"/>
                    <a:pt x="762" y="20007"/>
                  </a:cubicBezTo>
                  <a:cubicBezTo>
                    <a:pt x="794" y="20202"/>
                    <a:pt x="801" y="20260"/>
                    <a:pt x="797" y="20260"/>
                  </a:cubicBezTo>
                  <a:cubicBezTo>
                    <a:pt x="791" y="20260"/>
                    <a:pt x="763" y="20143"/>
                    <a:pt x="754" y="20143"/>
                  </a:cubicBezTo>
                  <a:lnTo>
                    <a:pt x="754" y="20143"/>
                  </a:lnTo>
                  <a:cubicBezTo>
                    <a:pt x="750" y="20143"/>
                    <a:pt x="750" y="20175"/>
                    <a:pt x="762" y="20269"/>
                  </a:cubicBezTo>
                  <a:lnTo>
                    <a:pt x="889" y="20692"/>
                  </a:lnTo>
                  <a:lnTo>
                    <a:pt x="847" y="20489"/>
                  </a:lnTo>
                  <a:lnTo>
                    <a:pt x="847" y="20489"/>
                  </a:lnTo>
                  <a:cubicBezTo>
                    <a:pt x="889" y="20608"/>
                    <a:pt x="931" y="20718"/>
                    <a:pt x="948" y="20836"/>
                  </a:cubicBezTo>
                  <a:cubicBezTo>
                    <a:pt x="986" y="20972"/>
                    <a:pt x="1024" y="21095"/>
                    <a:pt x="1044" y="21095"/>
                  </a:cubicBezTo>
                  <a:cubicBezTo>
                    <a:pt x="1046" y="21095"/>
                    <a:pt x="1048" y="21093"/>
                    <a:pt x="1050" y="21090"/>
                  </a:cubicBezTo>
                  <a:cubicBezTo>
                    <a:pt x="1084" y="21268"/>
                    <a:pt x="1126" y="21437"/>
                    <a:pt x="1177" y="21606"/>
                  </a:cubicBezTo>
                  <a:cubicBezTo>
                    <a:pt x="1219" y="21750"/>
                    <a:pt x="1261" y="21902"/>
                    <a:pt x="1338" y="22139"/>
                  </a:cubicBezTo>
                  <a:cubicBezTo>
                    <a:pt x="1348" y="22161"/>
                    <a:pt x="1354" y="22170"/>
                    <a:pt x="1356" y="22170"/>
                  </a:cubicBezTo>
                  <a:cubicBezTo>
                    <a:pt x="1364" y="22170"/>
                    <a:pt x="1323" y="22052"/>
                    <a:pt x="1291" y="21948"/>
                  </a:cubicBezTo>
                  <a:lnTo>
                    <a:pt x="1291" y="21948"/>
                  </a:lnTo>
                  <a:cubicBezTo>
                    <a:pt x="1365" y="22181"/>
                    <a:pt x="1415" y="22186"/>
                    <a:pt x="1498" y="22494"/>
                  </a:cubicBezTo>
                  <a:cubicBezTo>
                    <a:pt x="1514" y="22544"/>
                    <a:pt x="1525" y="22567"/>
                    <a:pt x="1529" y="22567"/>
                  </a:cubicBezTo>
                  <a:cubicBezTo>
                    <a:pt x="1539" y="22567"/>
                    <a:pt x="1520" y="22460"/>
                    <a:pt x="1456" y="22282"/>
                  </a:cubicBezTo>
                  <a:lnTo>
                    <a:pt x="1456" y="22282"/>
                  </a:lnTo>
                  <a:cubicBezTo>
                    <a:pt x="1496" y="22391"/>
                    <a:pt x="1536" y="22494"/>
                    <a:pt x="1583" y="22604"/>
                  </a:cubicBezTo>
                  <a:cubicBezTo>
                    <a:pt x="1625" y="22723"/>
                    <a:pt x="1676" y="22841"/>
                    <a:pt x="1727" y="22976"/>
                  </a:cubicBezTo>
                  <a:lnTo>
                    <a:pt x="1642" y="22697"/>
                  </a:lnTo>
                  <a:lnTo>
                    <a:pt x="1760" y="22968"/>
                  </a:lnTo>
                  <a:lnTo>
                    <a:pt x="1676" y="22740"/>
                  </a:lnTo>
                  <a:lnTo>
                    <a:pt x="1676" y="22740"/>
                  </a:lnTo>
                  <a:cubicBezTo>
                    <a:pt x="1694" y="22783"/>
                    <a:pt x="1712" y="22827"/>
                    <a:pt x="1731" y="22871"/>
                  </a:cubicBezTo>
                  <a:lnTo>
                    <a:pt x="1731" y="22871"/>
                  </a:lnTo>
                  <a:cubicBezTo>
                    <a:pt x="1707" y="22809"/>
                    <a:pt x="1686" y="22746"/>
                    <a:pt x="1667" y="22680"/>
                  </a:cubicBezTo>
                  <a:cubicBezTo>
                    <a:pt x="1617" y="22545"/>
                    <a:pt x="1591" y="22410"/>
                    <a:pt x="1507" y="22215"/>
                  </a:cubicBezTo>
                  <a:lnTo>
                    <a:pt x="1507" y="22215"/>
                  </a:lnTo>
                  <a:lnTo>
                    <a:pt x="1515" y="22333"/>
                  </a:lnTo>
                  <a:cubicBezTo>
                    <a:pt x="1464" y="22215"/>
                    <a:pt x="1354" y="21927"/>
                    <a:pt x="1304" y="21784"/>
                  </a:cubicBezTo>
                  <a:cubicBezTo>
                    <a:pt x="1304" y="21752"/>
                    <a:pt x="1244" y="21513"/>
                    <a:pt x="1257" y="21513"/>
                  </a:cubicBezTo>
                  <a:lnTo>
                    <a:pt x="1257" y="21513"/>
                  </a:lnTo>
                  <a:cubicBezTo>
                    <a:pt x="1261" y="21513"/>
                    <a:pt x="1275" y="21543"/>
                    <a:pt x="1304" y="21623"/>
                  </a:cubicBezTo>
                  <a:cubicBezTo>
                    <a:pt x="1278" y="21538"/>
                    <a:pt x="1253" y="21462"/>
                    <a:pt x="1236" y="21403"/>
                  </a:cubicBezTo>
                  <a:cubicBezTo>
                    <a:pt x="1219" y="21335"/>
                    <a:pt x="1194" y="21284"/>
                    <a:pt x="1177" y="21234"/>
                  </a:cubicBezTo>
                  <a:cubicBezTo>
                    <a:pt x="1143" y="21132"/>
                    <a:pt x="1118" y="21056"/>
                    <a:pt x="1084" y="20980"/>
                  </a:cubicBezTo>
                  <a:cubicBezTo>
                    <a:pt x="1006" y="20800"/>
                    <a:pt x="944" y="20619"/>
                    <a:pt x="896" y="20431"/>
                  </a:cubicBezTo>
                  <a:lnTo>
                    <a:pt x="896" y="20431"/>
                  </a:lnTo>
                  <a:cubicBezTo>
                    <a:pt x="946" y="20649"/>
                    <a:pt x="963" y="20719"/>
                    <a:pt x="1025" y="20946"/>
                  </a:cubicBezTo>
                  <a:cubicBezTo>
                    <a:pt x="986" y="20835"/>
                    <a:pt x="973" y="20801"/>
                    <a:pt x="970" y="20801"/>
                  </a:cubicBezTo>
                  <a:lnTo>
                    <a:pt x="970" y="20801"/>
                  </a:lnTo>
                  <a:cubicBezTo>
                    <a:pt x="965" y="20801"/>
                    <a:pt x="983" y="20880"/>
                    <a:pt x="970" y="20880"/>
                  </a:cubicBezTo>
                  <a:cubicBezTo>
                    <a:pt x="968" y="20880"/>
                    <a:pt x="967" y="20880"/>
                    <a:pt x="965" y="20878"/>
                  </a:cubicBezTo>
                  <a:cubicBezTo>
                    <a:pt x="946" y="20737"/>
                    <a:pt x="849" y="20363"/>
                    <a:pt x="859" y="20363"/>
                  </a:cubicBezTo>
                  <a:lnTo>
                    <a:pt x="859" y="20363"/>
                  </a:lnTo>
                  <a:cubicBezTo>
                    <a:pt x="862" y="20363"/>
                    <a:pt x="875" y="20401"/>
                    <a:pt x="906" y="20498"/>
                  </a:cubicBezTo>
                  <a:cubicBezTo>
                    <a:pt x="889" y="20439"/>
                    <a:pt x="872" y="20362"/>
                    <a:pt x="847" y="20278"/>
                  </a:cubicBezTo>
                  <a:cubicBezTo>
                    <a:pt x="830" y="20193"/>
                    <a:pt x="813" y="20109"/>
                    <a:pt x="796" y="20024"/>
                  </a:cubicBezTo>
                  <a:cubicBezTo>
                    <a:pt x="762" y="19855"/>
                    <a:pt x="720" y="19703"/>
                    <a:pt x="703" y="19643"/>
                  </a:cubicBezTo>
                  <a:lnTo>
                    <a:pt x="703" y="19643"/>
                  </a:lnTo>
                  <a:cubicBezTo>
                    <a:pt x="712" y="19720"/>
                    <a:pt x="728" y="19796"/>
                    <a:pt x="737" y="19863"/>
                  </a:cubicBezTo>
                  <a:cubicBezTo>
                    <a:pt x="703" y="19686"/>
                    <a:pt x="669" y="19508"/>
                    <a:pt x="635" y="19356"/>
                  </a:cubicBezTo>
                  <a:cubicBezTo>
                    <a:pt x="602" y="19203"/>
                    <a:pt x="568" y="19085"/>
                    <a:pt x="542" y="19009"/>
                  </a:cubicBezTo>
                  <a:close/>
                  <a:moveTo>
                    <a:pt x="1731" y="22871"/>
                  </a:moveTo>
                  <a:lnTo>
                    <a:pt x="1731" y="22871"/>
                  </a:lnTo>
                  <a:cubicBezTo>
                    <a:pt x="1757" y="22941"/>
                    <a:pt x="1786" y="23009"/>
                    <a:pt x="1818" y="23076"/>
                  </a:cubicBezTo>
                  <a:lnTo>
                    <a:pt x="1818" y="23076"/>
                  </a:lnTo>
                  <a:cubicBezTo>
                    <a:pt x="1789" y="23007"/>
                    <a:pt x="1759" y="22939"/>
                    <a:pt x="1731" y="22871"/>
                  </a:cubicBezTo>
                  <a:close/>
                  <a:moveTo>
                    <a:pt x="1748" y="22859"/>
                  </a:moveTo>
                  <a:cubicBezTo>
                    <a:pt x="1748" y="22859"/>
                    <a:pt x="1783" y="22931"/>
                    <a:pt x="1811" y="23010"/>
                  </a:cubicBezTo>
                  <a:cubicBezTo>
                    <a:pt x="1849" y="23100"/>
                    <a:pt x="1886" y="23184"/>
                    <a:pt x="1877" y="23184"/>
                  </a:cubicBezTo>
                  <a:cubicBezTo>
                    <a:pt x="1875" y="23184"/>
                    <a:pt x="1873" y="23182"/>
                    <a:pt x="1870" y="23179"/>
                  </a:cubicBezTo>
                  <a:cubicBezTo>
                    <a:pt x="1852" y="23145"/>
                    <a:pt x="1835" y="23111"/>
                    <a:pt x="1818" y="23076"/>
                  </a:cubicBezTo>
                  <a:lnTo>
                    <a:pt x="1818" y="23076"/>
                  </a:lnTo>
                  <a:cubicBezTo>
                    <a:pt x="1928" y="23328"/>
                    <a:pt x="2042" y="23578"/>
                    <a:pt x="2133" y="23784"/>
                  </a:cubicBezTo>
                  <a:lnTo>
                    <a:pt x="2133" y="23784"/>
                  </a:lnTo>
                  <a:cubicBezTo>
                    <a:pt x="2022" y="23507"/>
                    <a:pt x="1936" y="23269"/>
                    <a:pt x="1752" y="22866"/>
                  </a:cubicBezTo>
                  <a:cubicBezTo>
                    <a:pt x="1749" y="22861"/>
                    <a:pt x="1748" y="22859"/>
                    <a:pt x="1748" y="22859"/>
                  </a:cubicBezTo>
                  <a:close/>
                  <a:moveTo>
                    <a:pt x="1723" y="23753"/>
                  </a:moveTo>
                  <a:cubicBezTo>
                    <a:pt x="1737" y="23785"/>
                    <a:pt x="1747" y="23807"/>
                    <a:pt x="1752" y="23814"/>
                  </a:cubicBezTo>
                  <a:cubicBezTo>
                    <a:pt x="1742" y="23793"/>
                    <a:pt x="1733" y="23773"/>
                    <a:pt x="1723" y="23753"/>
                  </a:cubicBezTo>
                  <a:close/>
                  <a:moveTo>
                    <a:pt x="2539" y="24682"/>
                  </a:moveTo>
                  <a:cubicBezTo>
                    <a:pt x="2557" y="24715"/>
                    <a:pt x="2576" y="24748"/>
                    <a:pt x="2598" y="24778"/>
                  </a:cubicBezTo>
                  <a:cubicBezTo>
                    <a:pt x="2578" y="24746"/>
                    <a:pt x="2559" y="24714"/>
                    <a:pt x="2539" y="24682"/>
                  </a:cubicBezTo>
                  <a:close/>
                  <a:moveTo>
                    <a:pt x="2353" y="24939"/>
                  </a:moveTo>
                  <a:lnTo>
                    <a:pt x="2454" y="25125"/>
                  </a:lnTo>
                  <a:lnTo>
                    <a:pt x="2437" y="25100"/>
                  </a:lnTo>
                  <a:cubicBezTo>
                    <a:pt x="2386" y="25015"/>
                    <a:pt x="2361" y="24964"/>
                    <a:pt x="2353" y="24939"/>
                  </a:cubicBezTo>
                  <a:close/>
                  <a:moveTo>
                    <a:pt x="2691" y="25514"/>
                  </a:moveTo>
                  <a:lnTo>
                    <a:pt x="2801" y="25683"/>
                  </a:lnTo>
                  <a:lnTo>
                    <a:pt x="2742" y="25641"/>
                  </a:lnTo>
                  <a:cubicBezTo>
                    <a:pt x="2716" y="25599"/>
                    <a:pt x="2699" y="25556"/>
                    <a:pt x="2691" y="25514"/>
                  </a:cubicBezTo>
                  <a:close/>
                  <a:moveTo>
                    <a:pt x="2759" y="26166"/>
                  </a:moveTo>
                  <a:lnTo>
                    <a:pt x="2759" y="26166"/>
                  </a:lnTo>
                  <a:cubicBezTo>
                    <a:pt x="2771" y="26179"/>
                    <a:pt x="2783" y="26191"/>
                    <a:pt x="2793" y="26201"/>
                  </a:cubicBezTo>
                  <a:lnTo>
                    <a:pt x="2793" y="26201"/>
                  </a:lnTo>
                  <a:cubicBezTo>
                    <a:pt x="2782" y="26189"/>
                    <a:pt x="2770" y="26177"/>
                    <a:pt x="2759" y="26166"/>
                  </a:cubicBezTo>
                  <a:close/>
                  <a:moveTo>
                    <a:pt x="2953" y="26428"/>
                  </a:moveTo>
                  <a:lnTo>
                    <a:pt x="2953" y="26428"/>
                  </a:lnTo>
                  <a:cubicBezTo>
                    <a:pt x="2954" y="26429"/>
                    <a:pt x="2955" y="26430"/>
                    <a:pt x="2957" y="26431"/>
                  </a:cubicBezTo>
                  <a:lnTo>
                    <a:pt x="2957" y="26431"/>
                  </a:lnTo>
                  <a:cubicBezTo>
                    <a:pt x="2955" y="26430"/>
                    <a:pt x="2954" y="26429"/>
                    <a:pt x="2953" y="26428"/>
                  </a:cubicBezTo>
                  <a:close/>
                  <a:moveTo>
                    <a:pt x="2957" y="26431"/>
                  </a:moveTo>
                  <a:cubicBezTo>
                    <a:pt x="2972" y="26449"/>
                    <a:pt x="3024" y="26514"/>
                    <a:pt x="3058" y="26553"/>
                  </a:cubicBezTo>
                  <a:lnTo>
                    <a:pt x="3058" y="26553"/>
                  </a:lnTo>
                  <a:cubicBezTo>
                    <a:pt x="3025" y="26510"/>
                    <a:pt x="2991" y="26470"/>
                    <a:pt x="2957" y="26431"/>
                  </a:cubicBezTo>
                  <a:close/>
                  <a:moveTo>
                    <a:pt x="3740" y="26529"/>
                  </a:moveTo>
                  <a:lnTo>
                    <a:pt x="3748" y="26538"/>
                  </a:lnTo>
                  <a:cubicBezTo>
                    <a:pt x="3765" y="26555"/>
                    <a:pt x="3774" y="26563"/>
                    <a:pt x="3782" y="26572"/>
                  </a:cubicBezTo>
                  <a:cubicBezTo>
                    <a:pt x="3814" y="26603"/>
                    <a:pt x="3838" y="26635"/>
                    <a:pt x="3855" y="26674"/>
                  </a:cubicBezTo>
                  <a:lnTo>
                    <a:pt x="3855" y="26674"/>
                  </a:lnTo>
                  <a:cubicBezTo>
                    <a:pt x="3818" y="26630"/>
                    <a:pt x="3779" y="26581"/>
                    <a:pt x="3740" y="26529"/>
                  </a:cubicBezTo>
                  <a:close/>
                  <a:moveTo>
                    <a:pt x="3550" y="26878"/>
                  </a:moveTo>
                  <a:cubicBezTo>
                    <a:pt x="3552" y="26878"/>
                    <a:pt x="3556" y="26880"/>
                    <a:pt x="3562" y="26885"/>
                  </a:cubicBezTo>
                  <a:cubicBezTo>
                    <a:pt x="3774" y="27155"/>
                    <a:pt x="3808" y="27088"/>
                    <a:pt x="3985" y="27358"/>
                  </a:cubicBezTo>
                  <a:cubicBezTo>
                    <a:pt x="3990" y="27360"/>
                    <a:pt x="3994" y="27361"/>
                    <a:pt x="3996" y="27361"/>
                  </a:cubicBezTo>
                  <a:cubicBezTo>
                    <a:pt x="4015" y="27361"/>
                    <a:pt x="3972" y="27308"/>
                    <a:pt x="3915" y="27224"/>
                  </a:cubicBezTo>
                  <a:lnTo>
                    <a:pt x="3915" y="27224"/>
                  </a:lnTo>
                  <a:cubicBezTo>
                    <a:pt x="3927" y="27237"/>
                    <a:pt x="3946" y="27250"/>
                    <a:pt x="3960" y="27257"/>
                  </a:cubicBezTo>
                  <a:cubicBezTo>
                    <a:pt x="4045" y="27358"/>
                    <a:pt x="4129" y="27451"/>
                    <a:pt x="4197" y="27528"/>
                  </a:cubicBezTo>
                  <a:cubicBezTo>
                    <a:pt x="4253" y="27591"/>
                    <a:pt x="4308" y="27655"/>
                    <a:pt x="4293" y="27655"/>
                  </a:cubicBezTo>
                  <a:cubicBezTo>
                    <a:pt x="4292" y="27655"/>
                    <a:pt x="4291" y="27655"/>
                    <a:pt x="4290" y="27654"/>
                  </a:cubicBezTo>
                  <a:cubicBezTo>
                    <a:pt x="4256" y="27654"/>
                    <a:pt x="3968" y="27350"/>
                    <a:pt x="3867" y="27274"/>
                  </a:cubicBezTo>
                  <a:cubicBezTo>
                    <a:pt x="3804" y="27203"/>
                    <a:pt x="3523" y="26878"/>
                    <a:pt x="3550" y="26878"/>
                  </a:cubicBezTo>
                  <a:close/>
                  <a:moveTo>
                    <a:pt x="6105" y="28728"/>
                  </a:moveTo>
                  <a:lnTo>
                    <a:pt x="6105" y="28728"/>
                  </a:lnTo>
                  <a:cubicBezTo>
                    <a:pt x="6120" y="28740"/>
                    <a:pt x="6135" y="28751"/>
                    <a:pt x="6151" y="28763"/>
                  </a:cubicBezTo>
                  <a:cubicBezTo>
                    <a:pt x="6134" y="28750"/>
                    <a:pt x="6119" y="28738"/>
                    <a:pt x="6105" y="28728"/>
                  </a:cubicBezTo>
                  <a:close/>
                  <a:moveTo>
                    <a:pt x="4738" y="27925"/>
                  </a:moveTo>
                  <a:cubicBezTo>
                    <a:pt x="4907" y="28111"/>
                    <a:pt x="5102" y="28289"/>
                    <a:pt x="5297" y="28467"/>
                  </a:cubicBezTo>
                  <a:cubicBezTo>
                    <a:pt x="5390" y="28560"/>
                    <a:pt x="5491" y="28644"/>
                    <a:pt x="5593" y="28737"/>
                  </a:cubicBezTo>
                  <a:cubicBezTo>
                    <a:pt x="5694" y="28822"/>
                    <a:pt x="5787" y="28915"/>
                    <a:pt x="5897" y="28991"/>
                  </a:cubicBezTo>
                  <a:lnTo>
                    <a:pt x="5846" y="28940"/>
                  </a:lnTo>
                  <a:lnTo>
                    <a:pt x="5846" y="28940"/>
                  </a:lnTo>
                  <a:cubicBezTo>
                    <a:pt x="5956" y="29016"/>
                    <a:pt x="6066" y="29101"/>
                    <a:pt x="6168" y="29186"/>
                  </a:cubicBezTo>
                  <a:cubicBezTo>
                    <a:pt x="6168" y="29186"/>
                    <a:pt x="6126" y="29160"/>
                    <a:pt x="6049" y="29118"/>
                  </a:cubicBezTo>
                  <a:lnTo>
                    <a:pt x="5779" y="28949"/>
                  </a:lnTo>
                  <a:cubicBezTo>
                    <a:pt x="5576" y="28813"/>
                    <a:pt x="5339" y="28653"/>
                    <a:pt x="5237" y="28568"/>
                  </a:cubicBezTo>
                  <a:lnTo>
                    <a:pt x="4874" y="28238"/>
                  </a:lnTo>
                  <a:cubicBezTo>
                    <a:pt x="4764" y="28137"/>
                    <a:pt x="4671" y="28035"/>
                    <a:pt x="4603" y="27959"/>
                  </a:cubicBezTo>
                  <a:lnTo>
                    <a:pt x="4603" y="27959"/>
                  </a:lnTo>
                  <a:lnTo>
                    <a:pt x="4679" y="28027"/>
                  </a:lnTo>
                  <a:cubicBezTo>
                    <a:pt x="5135" y="28482"/>
                    <a:pt x="5340" y="28647"/>
                    <a:pt x="5369" y="28647"/>
                  </a:cubicBezTo>
                  <a:cubicBezTo>
                    <a:pt x="5375" y="28647"/>
                    <a:pt x="5373" y="28640"/>
                    <a:pt x="5364" y="28627"/>
                  </a:cubicBezTo>
                  <a:cubicBezTo>
                    <a:pt x="5339" y="28593"/>
                    <a:pt x="5254" y="28509"/>
                    <a:pt x="5144" y="28382"/>
                  </a:cubicBezTo>
                  <a:cubicBezTo>
                    <a:pt x="5034" y="28255"/>
                    <a:pt x="4882" y="28103"/>
                    <a:pt x="4738" y="27925"/>
                  </a:cubicBezTo>
                  <a:close/>
                  <a:moveTo>
                    <a:pt x="6109" y="29270"/>
                  </a:moveTo>
                  <a:cubicBezTo>
                    <a:pt x="6193" y="29338"/>
                    <a:pt x="6278" y="29397"/>
                    <a:pt x="6371" y="29456"/>
                  </a:cubicBezTo>
                  <a:cubicBezTo>
                    <a:pt x="6362" y="29453"/>
                    <a:pt x="6356" y="29453"/>
                    <a:pt x="6351" y="29453"/>
                  </a:cubicBezTo>
                  <a:cubicBezTo>
                    <a:pt x="6348" y="29453"/>
                    <a:pt x="6345" y="29453"/>
                    <a:pt x="6342" y="29453"/>
                  </a:cubicBezTo>
                  <a:cubicBezTo>
                    <a:pt x="6324" y="29453"/>
                    <a:pt x="6298" y="29444"/>
                    <a:pt x="6126" y="29312"/>
                  </a:cubicBezTo>
                  <a:lnTo>
                    <a:pt x="6134" y="29312"/>
                  </a:lnTo>
                  <a:cubicBezTo>
                    <a:pt x="6137" y="29314"/>
                    <a:pt x="6139" y="29315"/>
                    <a:pt x="6140" y="29315"/>
                  </a:cubicBezTo>
                  <a:cubicBezTo>
                    <a:pt x="6147" y="29315"/>
                    <a:pt x="6137" y="29298"/>
                    <a:pt x="6109" y="29270"/>
                  </a:cubicBezTo>
                  <a:close/>
                  <a:moveTo>
                    <a:pt x="9473" y="30881"/>
                  </a:moveTo>
                  <a:lnTo>
                    <a:pt x="9473" y="30881"/>
                  </a:lnTo>
                  <a:cubicBezTo>
                    <a:pt x="9477" y="30883"/>
                    <a:pt x="9480" y="30884"/>
                    <a:pt x="9484" y="30886"/>
                  </a:cubicBezTo>
                  <a:cubicBezTo>
                    <a:pt x="9480" y="30884"/>
                    <a:pt x="9477" y="30883"/>
                    <a:pt x="9473" y="30881"/>
                  </a:cubicBezTo>
                  <a:close/>
                  <a:moveTo>
                    <a:pt x="8816" y="30918"/>
                  </a:moveTo>
                  <a:cubicBezTo>
                    <a:pt x="8814" y="30918"/>
                    <a:pt x="8815" y="30919"/>
                    <a:pt x="8819" y="30922"/>
                  </a:cubicBezTo>
                  <a:lnTo>
                    <a:pt x="8819" y="30922"/>
                  </a:lnTo>
                  <a:cubicBezTo>
                    <a:pt x="8821" y="30922"/>
                    <a:pt x="8823" y="30921"/>
                    <a:pt x="8824" y="30920"/>
                  </a:cubicBezTo>
                  <a:cubicBezTo>
                    <a:pt x="8820" y="30918"/>
                    <a:pt x="8817" y="30918"/>
                    <a:pt x="8816" y="30918"/>
                  </a:cubicBezTo>
                  <a:close/>
                  <a:moveTo>
                    <a:pt x="9619" y="31165"/>
                  </a:moveTo>
                  <a:cubicBezTo>
                    <a:pt x="9632" y="31171"/>
                    <a:pt x="9642" y="31176"/>
                    <a:pt x="9652" y="31181"/>
                  </a:cubicBezTo>
                  <a:lnTo>
                    <a:pt x="9652" y="31181"/>
                  </a:lnTo>
                  <a:lnTo>
                    <a:pt x="9619" y="31165"/>
                  </a:lnTo>
                  <a:close/>
                  <a:moveTo>
                    <a:pt x="10578" y="31196"/>
                  </a:moveTo>
                  <a:cubicBezTo>
                    <a:pt x="10580" y="31197"/>
                    <a:pt x="10582" y="31198"/>
                    <a:pt x="10584" y="31199"/>
                  </a:cubicBezTo>
                  <a:cubicBezTo>
                    <a:pt x="10582" y="31198"/>
                    <a:pt x="10580" y="31197"/>
                    <a:pt x="10578" y="31196"/>
                  </a:cubicBezTo>
                  <a:close/>
                  <a:moveTo>
                    <a:pt x="6308" y="29505"/>
                  </a:moveTo>
                  <a:cubicBezTo>
                    <a:pt x="6326" y="29505"/>
                    <a:pt x="6519" y="29667"/>
                    <a:pt x="6608" y="29718"/>
                  </a:cubicBezTo>
                  <a:lnTo>
                    <a:pt x="6422" y="29549"/>
                  </a:lnTo>
                  <a:lnTo>
                    <a:pt x="6422" y="29549"/>
                  </a:lnTo>
                  <a:cubicBezTo>
                    <a:pt x="6515" y="29617"/>
                    <a:pt x="6709" y="29727"/>
                    <a:pt x="6692" y="29744"/>
                  </a:cubicBezTo>
                  <a:cubicBezTo>
                    <a:pt x="6694" y="29742"/>
                    <a:pt x="6697" y="29742"/>
                    <a:pt x="6700" y="29742"/>
                  </a:cubicBezTo>
                  <a:cubicBezTo>
                    <a:pt x="6715" y="29742"/>
                    <a:pt x="6742" y="29752"/>
                    <a:pt x="6750" y="29752"/>
                  </a:cubicBezTo>
                  <a:cubicBezTo>
                    <a:pt x="6761" y="29752"/>
                    <a:pt x="6734" y="29732"/>
                    <a:pt x="6582" y="29634"/>
                  </a:cubicBezTo>
                  <a:lnTo>
                    <a:pt x="6582" y="29634"/>
                  </a:lnTo>
                  <a:cubicBezTo>
                    <a:pt x="6658" y="29676"/>
                    <a:pt x="6726" y="29718"/>
                    <a:pt x="6802" y="29761"/>
                  </a:cubicBezTo>
                  <a:cubicBezTo>
                    <a:pt x="6794" y="29744"/>
                    <a:pt x="6777" y="29735"/>
                    <a:pt x="6760" y="29718"/>
                  </a:cubicBezTo>
                  <a:lnTo>
                    <a:pt x="6760" y="29718"/>
                  </a:lnTo>
                  <a:lnTo>
                    <a:pt x="6955" y="29837"/>
                  </a:lnTo>
                  <a:cubicBezTo>
                    <a:pt x="7031" y="29896"/>
                    <a:pt x="7175" y="29998"/>
                    <a:pt x="7293" y="30082"/>
                  </a:cubicBezTo>
                  <a:cubicBezTo>
                    <a:pt x="7217" y="30057"/>
                    <a:pt x="7141" y="30023"/>
                    <a:pt x="7081" y="29981"/>
                  </a:cubicBezTo>
                  <a:lnTo>
                    <a:pt x="7081" y="29981"/>
                  </a:lnTo>
                  <a:cubicBezTo>
                    <a:pt x="7234" y="30091"/>
                    <a:pt x="7394" y="30184"/>
                    <a:pt x="7564" y="30268"/>
                  </a:cubicBezTo>
                  <a:cubicBezTo>
                    <a:pt x="7251" y="30082"/>
                    <a:pt x="7428" y="30167"/>
                    <a:pt x="7369" y="30108"/>
                  </a:cubicBezTo>
                  <a:lnTo>
                    <a:pt x="7369" y="30108"/>
                  </a:lnTo>
                  <a:cubicBezTo>
                    <a:pt x="7471" y="30158"/>
                    <a:pt x="7589" y="30235"/>
                    <a:pt x="7707" y="30294"/>
                  </a:cubicBezTo>
                  <a:cubicBezTo>
                    <a:pt x="7826" y="30361"/>
                    <a:pt x="7936" y="30412"/>
                    <a:pt x="7995" y="30446"/>
                  </a:cubicBezTo>
                  <a:cubicBezTo>
                    <a:pt x="8208" y="30569"/>
                    <a:pt x="8387" y="30676"/>
                    <a:pt x="8348" y="30676"/>
                  </a:cubicBezTo>
                  <a:cubicBezTo>
                    <a:pt x="8339" y="30676"/>
                    <a:pt x="8318" y="30670"/>
                    <a:pt x="8283" y="30657"/>
                  </a:cubicBezTo>
                  <a:lnTo>
                    <a:pt x="8283" y="30657"/>
                  </a:lnTo>
                  <a:cubicBezTo>
                    <a:pt x="8460" y="30742"/>
                    <a:pt x="8646" y="30818"/>
                    <a:pt x="8841" y="30886"/>
                  </a:cubicBezTo>
                  <a:cubicBezTo>
                    <a:pt x="8477" y="30759"/>
                    <a:pt x="8849" y="30835"/>
                    <a:pt x="8401" y="30657"/>
                  </a:cubicBezTo>
                  <a:cubicBezTo>
                    <a:pt x="8383" y="30644"/>
                    <a:pt x="8379" y="30637"/>
                    <a:pt x="8386" y="30637"/>
                  </a:cubicBezTo>
                  <a:lnTo>
                    <a:pt x="8386" y="30637"/>
                  </a:lnTo>
                  <a:cubicBezTo>
                    <a:pt x="8424" y="30637"/>
                    <a:pt x="8808" y="30835"/>
                    <a:pt x="9002" y="30928"/>
                  </a:cubicBezTo>
                  <a:cubicBezTo>
                    <a:pt x="8966" y="30913"/>
                    <a:pt x="8950" y="30908"/>
                    <a:pt x="8943" y="30908"/>
                  </a:cubicBezTo>
                  <a:cubicBezTo>
                    <a:pt x="8928" y="30908"/>
                    <a:pt x="8966" y="30937"/>
                    <a:pt x="8943" y="30937"/>
                  </a:cubicBezTo>
                  <a:cubicBezTo>
                    <a:pt x="9067" y="30984"/>
                    <a:pt x="9129" y="31004"/>
                    <a:pt x="9147" y="31004"/>
                  </a:cubicBezTo>
                  <a:cubicBezTo>
                    <a:pt x="9179" y="31004"/>
                    <a:pt x="9059" y="30937"/>
                    <a:pt x="8900" y="30861"/>
                  </a:cubicBezTo>
                  <a:lnTo>
                    <a:pt x="8900" y="30861"/>
                  </a:lnTo>
                  <a:cubicBezTo>
                    <a:pt x="9036" y="30903"/>
                    <a:pt x="9171" y="30962"/>
                    <a:pt x="9315" y="31013"/>
                  </a:cubicBezTo>
                  <a:lnTo>
                    <a:pt x="9272" y="30996"/>
                  </a:lnTo>
                  <a:lnTo>
                    <a:pt x="9687" y="31148"/>
                  </a:lnTo>
                  <a:lnTo>
                    <a:pt x="9687" y="31157"/>
                  </a:lnTo>
                  <a:cubicBezTo>
                    <a:pt x="9711" y="31181"/>
                    <a:pt x="9725" y="31200"/>
                    <a:pt x="9708" y="31200"/>
                  </a:cubicBezTo>
                  <a:cubicBezTo>
                    <a:pt x="9699" y="31200"/>
                    <a:pt x="9682" y="31194"/>
                    <a:pt x="9652" y="31181"/>
                  </a:cubicBezTo>
                  <a:lnTo>
                    <a:pt x="9652" y="31181"/>
                  </a:lnTo>
                  <a:lnTo>
                    <a:pt x="9831" y="31267"/>
                  </a:lnTo>
                  <a:cubicBezTo>
                    <a:pt x="9712" y="31233"/>
                    <a:pt x="9602" y="31190"/>
                    <a:pt x="9492" y="31148"/>
                  </a:cubicBezTo>
                  <a:lnTo>
                    <a:pt x="9492" y="31148"/>
                  </a:lnTo>
                  <a:cubicBezTo>
                    <a:pt x="9662" y="31233"/>
                    <a:pt x="9848" y="31300"/>
                    <a:pt x="10034" y="31360"/>
                  </a:cubicBezTo>
                  <a:cubicBezTo>
                    <a:pt x="10064" y="31373"/>
                    <a:pt x="10074" y="31378"/>
                    <a:pt x="10068" y="31378"/>
                  </a:cubicBezTo>
                  <a:cubicBezTo>
                    <a:pt x="10038" y="31378"/>
                    <a:pt x="9542" y="31208"/>
                    <a:pt x="9349" y="31165"/>
                  </a:cubicBezTo>
                  <a:cubicBezTo>
                    <a:pt x="9181" y="31114"/>
                    <a:pt x="8858" y="30951"/>
                    <a:pt x="8819" y="30922"/>
                  </a:cubicBezTo>
                  <a:lnTo>
                    <a:pt x="8819" y="30922"/>
                  </a:lnTo>
                  <a:cubicBezTo>
                    <a:pt x="8817" y="30922"/>
                    <a:pt x="8816" y="30922"/>
                    <a:pt x="8814" y="30922"/>
                  </a:cubicBezTo>
                  <a:cubicBezTo>
                    <a:pt x="8728" y="30922"/>
                    <a:pt x="8186" y="30652"/>
                    <a:pt x="7970" y="30556"/>
                  </a:cubicBezTo>
                  <a:cubicBezTo>
                    <a:pt x="7834" y="30480"/>
                    <a:pt x="7750" y="30438"/>
                    <a:pt x="7682" y="30395"/>
                  </a:cubicBezTo>
                  <a:cubicBezTo>
                    <a:pt x="7623" y="30353"/>
                    <a:pt x="7581" y="30319"/>
                    <a:pt x="7547" y="30294"/>
                  </a:cubicBezTo>
                  <a:cubicBezTo>
                    <a:pt x="7428" y="30201"/>
                    <a:pt x="7301" y="30125"/>
                    <a:pt x="7166" y="30057"/>
                  </a:cubicBezTo>
                  <a:lnTo>
                    <a:pt x="7166" y="30057"/>
                  </a:lnTo>
                  <a:lnTo>
                    <a:pt x="7327" y="30175"/>
                  </a:lnTo>
                  <a:cubicBezTo>
                    <a:pt x="7115" y="30065"/>
                    <a:pt x="6971" y="29964"/>
                    <a:pt x="6819" y="29871"/>
                  </a:cubicBezTo>
                  <a:cubicBezTo>
                    <a:pt x="6667" y="29778"/>
                    <a:pt x="6523" y="29668"/>
                    <a:pt x="6312" y="29515"/>
                  </a:cubicBezTo>
                  <a:cubicBezTo>
                    <a:pt x="6306" y="29508"/>
                    <a:pt x="6305" y="29505"/>
                    <a:pt x="6308" y="29505"/>
                  </a:cubicBezTo>
                  <a:close/>
                  <a:moveTo>
                    <a:pt x="14722" y="32190"/>
                  </a:moveTo>
                  <a:lnTo>
                    <a:pt x="14722" y="32190"/>
                  </a:lnTo>
                  <a:cubicBezTo>
                    <a:pt x="14923" y="32228"/>
                    <a:pt x="15119" y="32258"/>
                    <a:pt x="15321" y="32282"/>
                  </a:cubicBezTo>
                  <a:cubicBezTo>
                    <a:pt x="15038" y="32223"/>
                    <a:pt x="14943" y="32222"/>
                    <a:pt x="14722" y="32190"/>
                  </a:cubicBezTo>
                  <a:close/>
                  <a:moveTo>
                    <a:pt x="13950" y="32299"/>
                  </a:moveTo>
                  <a:cubicBezTo>
                    <a:pt x="14015" y="32309"/>
                    <a:pt x="14061" y="32315"/>
                    <a:pt x="14090" y="32319"/>
                  </a:cubicBezTo>
                  <a:lnTo>
                    <a:pt x="14090" y="32319"/>
                  </a:lnTo>
                  <a:cubicBezTo>
                    <a:pt x="14044" y="32312"/>
                    <a:pt x="13997" y="32305"/>
                    <a:pt x="13950" y="32299"/>
                  </a:cubicBezTo>
                  <a:close/>
                  <a:moveTo>
                    <a:pt x="16214" y="32416"/>
                  </a:moveTo>
                  <a:lnTo>
                    <a:pt x="16226" y="32417"/>
                  </a:lnTo>
                  <a:cubicBezTo>
                    <a:pt x="16222" y="32417"/>
                    <a:pt x="16218" y="32416"/>
                    <a:pt x="16214" y="32416"/>
                  </a:cubicBezTo>
                  <a:close/>
                  <a:moveTo>
                    <a:pt x="28738" y="33212"/>
                  </a:moveTo>
                  <a:cubicBezTo>
                    <a:pt x="28740" y="33212"/>
                    <a:pt x="28743" y="33212"/>
                    <a:pt x="28745" y="33212"/>
                  </a:cubicBezTo>
                  <a:lnTo>
                    <a:pt x="28745" y="33212"/>
                  </a:lnTo>
                  <a:cubicBezTo>
                    <a:pt x="28745" y="33212"/>
                    <a:pt x="28746" y="33212"/>
                    <a:pt x="28746" y="33212"/>
                  </a:cubicBezTo>
                  <a:close/>
                  <a:moveTo>
                    <a:pt x="11117" y="31605"/>
                  </a:moveTo>
                  <a:lnTo>
                    <a:pt x="11582" y="31749"/>
                  </a:lnTo>
                  <a:lnTo>
                    <a:pt x="11607" y="31783"/>
                  </a:lnTo>
                  <a:cubicBezTo>
                    <a:pt x="12335" y="31994"/>
                    <a:pt x="12876" y="32045"/>
                    <a:pt x="13637" y="32214"/>
                  </a:cubicBezTo>
                  <a:cubicBezTo>
                    <a:pt x="13540" y="32214"/>
                    <a:pt x="13302" y="32161"/>
                    <a:pt x="13280" y="32161"/>
                  </a:cubicBezTo>
                  <a:cubicBezTo>
                    <a:pt x="13277" y="32161"/>
                    <a:pt x="13277" y="32161"/>
                    <a:pt x="13282" y="32163"/>
                  </a:cubicBezTo>
                  <a:cubicBezTo>
                    <a:pt x="13739" y="32265"/>
                    <a:pt x="13688" y="32180"/>
                    <a:pt x="14137" y="32299"/>
                  </a:cubicBezTo>
                  <a:cubicBezTo>
                    <a:pt x="13990" y="32274"/>
                    <a:pt x="13930" y="32265"/>
                    <a:pt x="13918" y="32265"/>
                  </a:cubicBezTo>
                  <a:cubicBezTo>
                    <a:pt x="13888" y="32265"/>
                    <a:pt x="14176" y="32324"/>
                    <a:pt x="14134" y="32324"/>
                  </a:cubicBezTo>
                  <a:cubicBezTo>
                    <a:pt x="14128" y="32324"/>
                    <a:pt x="14114" y="32322"/>
                    <a:pt x="14090" y="32319"/>
                  </a:cubicBezTo>
                  <a:lnTo>
                    <a:pt x="14090" y="32319"/>
                  </a:lnTo>
                  <a:cubicBezTo>
                    <a:pt x="14868" y="32438"/>
                    <a:pt x="15665" y="32607"/>
                    <a:pt x="16184" y="32671"/>
                  </a:cubicBezTo>
                  <a:cubicBezTo>
                    <a:pt x="16139" y="32657"/>
                    <a:pt x="16148" y="32652"/>
                    <a:pt x="16181" y="32652"/>
                  </a:cubicBezTo>
                  <a:cubicBezTo>
                    <a:pt x="16248" y="32652"/>
                    <a:pt x="16409" y="32671"/>
                    <a:pt x="16421" y="32671"/>
                  </a:cubicBezTo>
                  <a:cubicBezTo>
                    <a:pt x="16522" y="32683"/>
                    <a:pt x="16527" y="32695"/>
                    <a:pt x="16479" y="32695"/>
                  </a:cubicBezTo>
                  <a:cubicBezTo>
                    <a:pt x="16459" y="32695"/>
                    <a:pt x="16430" y="32693"/>
                    <a:pt x="16395" y="32688"/>
                  </a:cubicBezTo>
                  <a:lnTo>
                    <a:pt x="16395" y="32688"/>
                  </a:lnTo>
                  <a:cubicBezTo>
                    <a:pt x="16674" y="32738"/>
                    <a:pt x="16725" y="32764"/>
                    <a:pt x="16674" y="32781"/>
                  </a:cubicBezTo>
                  <a:lnTo>
                    <a:pt x="16099" y="32705"/>
                  </a:lnTo>
                  <a:lnTo>
                    <a:pt x="16099" y="32705"/>
                  </a:lnTo>
                  <a:cubicBezTo>
                    <a:pt x="16285" y="32738"/>
                    <a:pt x="16387" y="32772"/>
                    <a:pt x="16531" y="32789"/>
                  </a:cubicBezTo>
                  <a:cubicBezTo>
                    <a:pt x="16598" y="32806"/>
                    <a:pt x="16674" y="32815"/>
                    <a:pt x="16776" y="32823"/>
                  </a:cubicBezTo>
                  <a:cubicBezTo>
                    <a:pt x="16869" y="32823"/>
                    <a:pt x="16852" y="32823"/>
                    <a:pt x="16852" y="32806"/>
                  </a:cubicBezTo>
                  <a:lnTo>
                    <a:pt x="16852" y="32806"/>
                  </a:lnTo>
                  <a:cubicBezTo>
                    <a:pt x="17038" y="32815"/>
                    <a:pt x="17267" y="32823"/>
                    <a:pt x="17563" y="32832"/>
                  </a:cubicBezTo>
                  <a:lnTo>
                    <a:pt x="17546" y="32832"/>
                  </a:lnTo>
                  <a:lnTo>
                    <a:pt x="18163" y="32899"/>
                  </a:lnTo>
                  <a:lnTo>
                    <a:pt x="18087" y="32899"/>
                  </a:lnTo>
                  <a:lnTo>
                    <a:pt x="18451" y="32925"/>
                  </a:lnTo>
                  <a:cubicBezTo>
                    <a:pt x="18442" y="32950"/>
                    <a:pt x="18561" y="32950"/>
                    <a:pt x="18535" y="32967"/>
                  </a:cubicBezTo>
                  <a:cubicBezTo>
                    <a:pt x="18764" y="33035"/>
                    <a:pt x="19348" y="33026"/>
                    <a:pt x="19838" y="33094"/>
                  </a:cubicBezTo>
                  <a:lnTo>
                    <a:pt x="19762" y="33102"/>
                  </a:lnTo>
                  <a:cubicBezTo>
                    <a:pt x="20033" y="33102"/>
                    <a:pt x="20693" y="33178"/>
                    <a:pt x="21116" y="33221"/>
                  </a:cubicBezTo>
                  <a:lnTo>
                    <a:pt x="21099" y="33221"/>
                  </a:lnTo>
                  <a:cubicBezTo>
                    <a:pt x="21033" y="33219"/>
                    <a:pt x="20981" y="33218"/>
                    <a:pt x="20941" y="33218"/>
                  </a:cubicBezTo>
                  <a:cubicBezTo>
                    <a:pt x="20822" y="33218"/>
                    <a:pt x="20815" y="33227"/>
                    <a:pt x="20904" y="33246"/>
                  </a:cubicBezTo>
                  <a:cubicBezTo>
                    <a:pt x="20811" y="33246"/>
                    <a:pt x="20676" y="33238"/>
                    <a:pt x="20591" y="33238"/>
                  </a:cubicBezTo>
                  <a:cubicBezTo>
                    <a:pt x="20447" y="33221"/>
                    <a:pt x="20041" y="33204"/>
                    <a:pt x="20007" y="33170"/>
                  </a:cubicBezTo>
                  <a:lnTo>
                    <a:pt x="20007" y="33170"/>
                  </a:lnTo>
                  <a:cubicBezTo>
                    <a:pt x="20135" y="33181"/>
                    <a:pt x="20203" y="33185"/>
                    <a:pt x="20229" y="33185"/>
                  </a:cubicBezTo>
                  <a:cubicBezTo>
                    <a:pt x="20266" y="33185"/>
                    <a:pt x="20221" y="33176"/>
                    <a:pt x="20143" y="33161"/>
                  </a:cubicBezTo>
                  <a:cubicBezTo>
                    <a:pt x="19924" y="33161"/>
                    <a:pt x="19547" y="33122"/>
                    <a:pt x="19392" y="33122"/>
                  </a:cubicBezTo>
                  <a:cubicBezTo>
                    <a:pt x="19343" y="33122"/>
                    <a:pt x="19316" y="33126"/>
                    <a:pt x="19322" y="33136"/>
                  </a:cubicBezTo>
                  <a:cubicBezTo>
                    <a:pt x="19178" y="33119"/>
                    <a:pt x="19043" y="33102"/>
                    <a:pt x="18899" y="33068"/>
                  </a:cubicBezTo>
                  <a:cubicBezTo>
                    <a:pt x="18865" y="33060"/>
                    <a:pt x="18967" y="33060"/>
                    <a:pt x="19077" y="33060"/>
                  </a:cubicBezTo>
                  <a:cubicBezTo>
                    <a:pt x="18671" y="33026"/>
                    <a:pt x="18265" y="32984"/>
                    <a:pt x="17867" y="32942"/>
                  </a:cubicBezTo>
                  <a:lnTo>
                    <a:pt x="17867" y="32942"/>
                  </a:lnTo>
                  <a:cubicBezTo>
                    <a:pt x="17813" y="32965"/>
                    <a:pt x="18506" y="33045"/>
                    <a:pt x="18301" y="33045"/>
                  </a:cubicBezTo>
                  <a:cubicBezTo>
                    <a:pt x="18282" y="33045"/>
                    <a:pt x="18257" y="33044"/>
                    <a:pt x="18222" y="33043"/>
                  </a:cubicBezTo>
                  <a:cubicBezTo>
                    <a:pt x="18149" y="33054"/>
                    <a:pt x="18075" y="33060"/>
                    <a:pt x="18001" y="33060"/>
                  </a:cubicBezTo>
                  <a:cubicBezTo>
                    <a:pt x="17906" y="33060"/>
                    <a:pt x="17810" y="33050"/>
                    <a:pt x="17715" y="33026"/>
                  </a:cubicBezTo>
                  <a:lnTo>
                    <a:pt x="17791" y="33026"/>
                  </a:lnTo>
                  <a:cubicBezTo>
                    <a:pt x="17596" y="33018"/>
                    <a:pt x="17571" y="33001"/>
                    <a:pt x="17368" y="32967"/>
                  </a:cubicBezTo>
                  <a:cubicBezTo>
                    <a:pt x="17348" y="32956"/>
                    <a:pt x="17370" y="32952"/>
                    <a:pt x="17413" y="32952"/>
                  </a:cubicBezTo>
                  <a:cubicBezTo>
                    <a:pt x="17498" y="32952"/>
                    <a:pt x="17667" y="32967"/>
                    <a:pt x="17757" y="32967"/>
                  </a:cubicBezTo>
                  <a:cubicBezTo>
                    <a:pt x="17622" y="32958"/>
                    <a:pt x="17478" y="32958"/>
                    <a:pt x="17334" y="32933"/>
                  </a:cubicBezTo>
                  <a:lnTo>
                    <a:pt x="17368" y="32933"/>
                  </a:lnTo>
                  <a:cubicBezTo>
                    <a:pt x="17224" y="32916"/>
                    <a:pt x="17080" y="32899"/>
                    <a:pt x="16937" y="32882"/>
                  </a:cubicBezTo>
                  <a:cubicBezTo>
                    <a:pt x="16925" y="32882"/>
                    <a:pt x="16916" y="32881"/>
                    <a:pt x="16910" y="32881"/>
                  </a:cubicBezTo>
                  <a:cubicBezTo>
                    <a:pt x="16824" y="32881"/>
                    <a:pt x="17268" y="32934"/>
                    <a:pt x="17284" y="32950"/>
                  </a:cubicBezTo>
                  <a:cubicBezTo>
                    <a:pt x="17190" y="32942"/>
                    <a:pt x="17097" y="32933"/>
                    <a:pt x="17004" y="32925"/>
                  </a:cubicBezTo>
                  <a:cubicBezTo>
                    <a:pt x="16691" y="32891"/>
                    <a:pt x="15845" y="32781"/>
                    <a:pt x="15566" y="32696"/>
                  </a:cubicBezTo>
                  <a:cubicBezTo>
                    <a:pt x="15434" y="32672"/>
                    <a:pt x="15370" y="32664"/>
                    <a:pt x="15338" y="32664"/>
                  </a:cubicBezTo>
                  <a:cubicBezTo>
                    <a:pt x="15281" y="32664"/>
                    <a:pt x="15321" y="32688"/>
                    <a:pt x="15262" y="32688"/>
                  </a:cubicBezTo>
                  <a:cubicBezTo>
                    <a:pt x="15042" y="32671"/>
                    <a:pt x="14839" y="32612"/>
                    <a:pt x="14627" y="32586"/>
                  </a:cubicBezTo>
                  <a:cubicBezTo>
                    <a:pt x="14627" y="32589"/>
                    <a:pt x="14619" y="32590"/>
                    <a:pt x="14606" y="32590"/>
                  </a:cubicBezTo>
                  <a:cubicBezTo>
                    <a:pt x="14563" y="32590"/>
                    <a:pt x="14464" y="32578"/>
                    <a:pt x="14404" y="32578"/>
                  </a:cubicBezTo>
                  <a:cubicBezTo>
                    <a:pt x="14379" y="32578"/>
                    <a:pt x="14361" y="32580"/>
                    <a:pt x="14357" y="32586"/>
                  </a:cubicBezTo>
                  <a:cubicBezTo>
                    <a:pt x="14238" y="32561"/>
                    <a:pt x="14120" y="32544"/>
                    <a:pt x="14010" y="32519"/>
                  </a:cubicBezTo>
                  <a:lnTo>
                    <a:pt x="14010" y="32519"/>
                  </a:lnTo>
                  <a:cubicBezTo>
                    <a:pt x="13798" y="32527"/>
                    <a:pt x="14424" y="32603"/>
                    <a:pt x="14517" y="32629"/>
                  </a:cubicBezTo>
                  <a:cubicBezTo>
                    <a:pt x="14571" y="32651"/>
                    <a:pt x="14572" y="32658"/>
                    <a:pt x="14548" y="32658"/>
                  </a:cubicBezTo>
                  <a:cubicBezTo>
                    <a:pt x="14506" y="32658"/>
                    <a:pt x="14385" y="32635"/>
                    <a:pt x="14358" y="32635"/>
                  </a:cubicBezTo>
                  <a:cubicBezTo>
                    <a:pt x="14349" y="32635"/>
                    <a:pt x="14351" y="32638"/>
                    <a:pt x="14373" y="32645"/>
                  </a:cubicBezTo>
                  <a:cubicBezTo>
                    <a:pt x="14517" y="32662"/>
                    <a:pt x="14653" y="32679"/>
                    <a:pt x="14796" y="32688"/>
                  </a:cubicBezTo>
                  <a:cubicBezTo>
                    <a:pt x="14949" y="32705"/>
                    <a:pt x="15033" y="32730"/>
                    <a:pt x="15025" y="32747"/>
                  </a:cubicBezTo>
                  <a:cubicBezTo>
                    <a:pt x="14831" y="32705"/>
                    <a:pt x="14763" y="32699"/>
                    <a:pt x="14716" y="32699"/>
                  </a:cubicBezTo>
                  <a:cubicBezTo>
                    <a:pt x="14697" y="32699"/>
                    <a:pt x="14681" y="32700"/>
                    <a:pt x="14662" y="32700"/>
                  </a:cubicBezTo>
                  <a:cubicBezTo>
                    <a:pt x="14621" y="32700"/>
                    <a:pt x="14565" y="32696"/>
                    <a:pt x="14433" y="32671"/>
                  </a:cubicBezTo>
                  <a:lnTo>
                    <a:pt x="14424" y="32654"/>
                  </a:lnTo>
                  <a:cubicBezTo>
                    <a:pt x="14422" y="32658"/>
                    <a:pt x="14411" y="32660"/>
                    <a:pt x="14394" y="32660"/>
                  </a:cubicBezTo>
                  <a:cubicBezTo>
                    <a:pt x="14281" y="32660"/>
                    <a:pt x="13883" y="32574"/>
                    <a:pt x="13714" y="32552"/>
                  </a:cubicBezTo>
                  <a:cubicBezTo>
                    <a:pt x="13598" y="32522"/>
                    <a:pt x="13582" y="32511"/>
                    <a:pt x="13616" y="32511"/>
                  </a:cubicBezTo>
                  <a:cubicBezTo>
                    <a:pt x="13690" y="32511"/>
                    <a:pt x="13999" y="32561"/>
                    <a:pt x="14025" y="32561"/>
                  </a:cubicBezTo>
                  <a:cubicBezTo>
                    <a:pt x="14026" y="32561"/>
                    <a:pt x="14027" y="32561"/>
                    <a:pt x="14027" y="32561"/>
                  </a:cubicBezTo>
                  <a:cubicBezTo>
                    <a:pt x="13866" y="32527"/>
                    <a:pt x="13705" y="32510"/>
                    <a:pt x="13553" y="32476"/>
                  </a:cubicBezTo>
                  <a:lnTo>
                    <a:pt x="13553" y="32476"/>
                  </a:lnTo>
                  <a:cubicBezTo>
                    <a:pt x="13591" y="32481"/>
                    <a:pt x="13615" y="32483"/>
                    <a:pt x="13630" y="32483"/>
                  </a:cubicBezTo>
                  <a:cubicBezTo>
                    <a:pt x="13678" y="32483"/>
                    <a:pt x="13645" y="32466"/>
                    <a:pt x="13704" y="32466"/>
                  </a:cubicBezTo>
                  <a:cubicBezTo>
                    <a:pt x="13728" y="32466"/>
                    <a:pt x="13767" y="32468"/>
                    <a:pt x="13832" y="32476"/>
                  </a:cubicBezTo>
                  <a:cubicBezTo>
                    <a:pt x="13544" y="32434"/>
                    <a:pt x="13519" y="32400"/>
                    <a:pt x="13240" y="32358"/>
                  </a:cubicBezTo>
                  <a:lnTo>
                    <a:pt x="13240" y="32358"/>
                  </a:lnTo>
                  <a:cubicBezTo>
                    <a:pt x="13269" y="32361"/>
                    <a:pt x="13290" y="32362"/>
                    <a:pt x="13304" y="32362"/>
                  </a:cubicBezTo>
                  <a:cubicBezTo>
                    <a:pt x="13365" y="32362"/>
                    <a:pt x="13281" y="32335"/>
                    <a:pt x="13164" y="32307"/>
                  </a:cubicBezTo>
                  <a:cubicBezTo>
                    <a:pt x="13054" y="32282"/>
                    <a:pt x="12944" y="32256"/>
                    <a:pt x="12834" y="32214"/>
                  </a:cubicBezTo>
                  <a:lnTo>
                    <a:pt x="12834" y="32214"/>
                  </a:lnTo>
                  <a:cubicBezTo>
                    <a:pt x="13121" y="32265"/>
                    <a:pt x="13401" y="32341"/>
                    <a:pt x="13671" y="32425"/>
                  </a:cubicBezTo>
                  <a:cubicBezTo>
                    <a:pt x="13857" y="32451"/>
                    <a:pt x="14035" y="32485"/>
                    <a:pt x="14213" y="32527"/>
                  </a:cubicBezTo>
                  <a:lnTo>
                    <a:pt x="14441" y="32527"/>
                  </a:lnTo>
                  <a:cubicBezTo>
                    <a:pt x="14187" y="32485"/>
                    <a:pt x="13832" y="32442"/>
                    <a:pt x="13942" y="32425"/>
                  </a:cubicBezTo>
                  <a:lnTo>
                    <a:pt x="13595" y="32375"/>
                  </a:lnTo>
                  <a:lnTo>
                    <a:pt x="13595" y="32375"/>
                  </a:lnTo>
                  <a:cubicBezTo>
                    <a:pt x="13959" y="32392"/>
                    <a:pt x="13942" y="32392"/>
                    <a:pt x="14263" y="32434"/>
                  </a:cubicBezTo>
                  <a:cubicBezTo>
                    <a:pt x="13612" y="32273"/>
                    <a:pt x="13071" y="32248"/>
                    <a:pt x="12546" y="32087"/>
                  </a:cubicBezTo>
                  <a:lnTo>
                    <a:pt x="12546" y="32087"/>
                  </a:lnTo>
                  <a:lnTo>
                    <a:pt x="12631" y="32104"/>
                  </a:lnTo>
                  <a:cubicBezTo>
                    <a:pt x="11556" y="31859"/>
                    <a:pt x="11328" y="31723"/>
                    <a:pt x="11117" y="31605"/>
                  </a:cubicBezTo>
                  <a:close/>
                  <a:moveTo>
                    <a:pt x="33050" y="33289"/>
                  </a:moveTo>
                  <a:cubicBezTo>
                    <a:pt x="33033" y="33291"/>
                    <a:pt x="33017" y="33294"/>
                    <a:pt x="33001" y="33297"/>
                  </a:cubicBezTo>
                  <a:cubicBezTo>
                    <a:pt x="33017" y="33297"/>
                    <a:pt x="33034" y="33293"/>
                    <a:pt x="33050" y="33289"/>
                  </a:cubicBezTo>
                  <a:close/>
                  <a:moveTo>
                    <a:pt x="22469" y="33390"/>
                  </a:moveTo>
                  <a:cubicBezTo>
                    <a:pt x="22486" y="33392"/>
                    <a:pt x="22512" y="33395"/>
                    <a:pt x="22547" y="33398"/>
                  </a:cubicBezTo>
                  <a:lnTo>
                    <a:pt x="22547" y="33398"/>
                  </a:lnTo>
                  <a:cubicBezTo>
                    <a:pt x="22521" y="33396"/>
                    <a:pt x="22495" y="33393"/>
                    <a:pt x="22469" y="33390"/>
                  </a:cubicBezTo>
                  <a:close/>
                  <a:moveTo>
                    <a:pt x="21496" y="33297"/>
                  </a:moveTo>
                  <a:lnTo>
                    <a:pt x="21496" y="33297"/>
                  </a:lnTo>
                  <a:cubicBezTo>
                    <a:pt x="21875" y="33315"/>
                    <a:pt x="22401" y="33343"/>
                    <a:pt x="23032" y="33343"/>
                  </a:cubicBezTo>
                  <a:cubicBezTo>
                    <a:pt x="23260" y="33343"/>
                    <a:pt x="23501" y="33340"/>
                    <a:pt x="23755" y="33331"/>
                  </a:cubicBezTo>
                  <a:lnTo>
                    <a:pt x="23755" y="33331"/>
                  </a:lnTo>
                  <a:cubicBezTo>
                    <a:pt x="23738" y="33339"/>
                    <a:pt x="23721" y="33339"/>
                    <a:pt x="23696" y="33339"/>
                  </a:cubicBezTo>
                  <a:cubicBezTo>
                    <a:pt x="24055" y="33351"/>
                    <a:pt x="24174" y="33359"/>
                    <a:pt x="24364" y="33359"/>
                  </a:cubicBezTo>
                  <a:cubicBezTo>
                    <a:pt x="24434" y="33359"/>
                    <a:pt x="24514" y="33358"/>
                    <a:pt x="24618" y="33356"/>
                  </a:cubicBezTo>
                  <a:lnTo>
                    <a:pt x="24618" y="33356"/>
                  </a:lnTo>
                  <a:lnTo>
                    <a:pt x="24499" y="33373"/>
                  </a:lnTo>
                  <a:cubicBezTo>
                    <a:pt x="24533" y="33381"/>
                    <a:pt x="24628" y="33384"/>
                    <a:pt x="24755" y="33384"/>
                  </a:cubicBezTo>
                  <a:cubicBezTo>
                    <a:pt x="24882" y="33384"/>
                    <a:pt x="25041" y="33381"/>
                    <a:pt x="25201" y="33381"/>
                  </a:cubicBezTo>
                  <a:cubicBezTo>
                    <a:pt x="25269" y="33373"/>
                    <a:pt x="25339" y="33369"/>
                    <a:pt x="25410" y="33369"/>
                  </a:cubicBezTo>
                  <a:cubicBezTo>
                    <a:pt x="25481" y="33369"/>
                    <a:pt x="25553" y="33373"/>
                    <a:pt x="25624" y="33381"/>
                  </a:cubicBezTo>
                  <a:lnTo>
                    <a:pt x="25574" y="33398"/>
                  </a:lnTo>
                  <a:cubicBezTo>
                    <a:pt x="25747" y="33411"/>
                    <a:pt x="25925" y="33419"/>
                    <a:pt x="26101" y="33419"/>
                  </a:cubicBezTo>
                  <a:cubicBezTo>
                    <a:pt x="26165" y="33419"/>
                    <a:pt x="26229" y="33418"/>
                    <a:pt x="26293" y="33415"/>
                  </a:cubicBezTo>
                  <a:lnTo>
                    <a:pt x="26293" y="33415"/>
                  </a:lnTo>
                  <a:lnTo>
                    <a:pt x="26149" y="33432"/>
                  </a:lnTo>
                  <a:cubicBezTo>
                    <a:pt x="26047" y="33441"/>
                    <a:pt x="25937" y="33449"/>
                    <a:pt x="25827" y="33449"/>
                  </a:cubicBezTo>
                  <a:cubicBezTo>
                    <a:pt x="25904" y="33449"/>
                    <a:pt x="25988" y="33449"/>
                    <a:pt x="26098" y="33458"/>
                  </a:cubicBezTo>
                  <a:cubicBezTo>
                    <a:pt x="25895" y="33474"/>
                    <a:pt x="25684" y="33500"/>
                    <a:pt x="25472" y="33508"/>
                  </a:cubicBezTo>
                  <a:cubicBezTo>
                    <a:pt x="25517" y="33511"/>
                    <a:pt x="25557" y="33512"/>
                    <a:pt x="25593" y="33512"/>
                  </a:cubicBezTo>
                  <a:cubicBezTo>
                    <a:pt x="25787" y="33512"/>
                    <a:pt x="25875" y="33482"/>
                    <a:pt x="26133" y="33482"/>
                  </a:cubicBezTo>
                  <a:cubicBezTo>
                    <a:pt x="26159" y="33482"/>
                    <a:pt x="26187" y="33482"/>
                    <a:pt x="26217" y="33483"/>
                  </a:cubicBezTo>
                  <a:cubicBezTo>
                    <a:pt x="26191" y="33517"/>
                    <a:pt x="26217" y="33534"/>
                    <a:pt x="25802" y="33559"/>
                  </a:cubicBezTo>
                  <a:cubicBezTo>
                    <a:pt x="25447" y="33551"/>
                    <a:pt x="25827" y="33534"/>
                    <a:pt x="25641" y="33525"/>
                  </a:cubicBezTo>
                  <a:lnTo>
                    <a:pt x="25641" y="33525"/>
                  </a:lnTo>
                  <a:cubicBezTo>
                    <a:pt x="25589" y="33532"/>
                    <a:pt x="25545" y="33534"/>
                    <a:pt x="25504" y="33534"/>
                  </a:cubicBezTo>
                  <a:cubicBezTo>
                    <a:pt x="25382" y="33534"/>
                    <a:pt x="25299" y="33512"/>
                    <a:pt x="25176" y="33512"/>
                  </a:cubicBezTo>
                  <a:cubicBezTo>
                    <a:pt x="25128" y="33512"/>
                    <a:pt x="25073" y="33516"/>
                    <a:pt x="25007" y="33525"/>
                  </a:cubicBezTo>
                  <a:cubicBezTo>
                    <a:pt x="24660" y="33517"/>
                    <a:pt x="24770" y="33500"/>
                    <a:pt x="24660" y="33483"/>
                  </a:cubicBezTo>
                  <a:cubicBezTo>
                    <a:pt x="25007" y="33483"/>
                    <a:pt x="24499" y="33449"/>
                    <a:pt x="24931" y="33449"/>
                  </a:cubicBezTo>
                  <a:cubicBezTo>
                    <a:pt x="24859" y="33444"/>
                    <a:pt x="24806" y="33442"/>
                    <a:pt x="24764" y="33442"/>
                  </a:cubicBezTo>
                  <a:cubicBezTo>
                    <a:pt x="24636" y="33442"/>
                    <a:pt x="24618" y="33461"/>
                    <a:pt x="24490" y="33461"/>
                  </a:cubicBezTo>
                  <a:cubicBezTo>
                    <a:pt x="24460" y="33461"/>
                    <a:pt x="24425" y="33460"/>
                    <a:pt x="24381" y="33458"/>
                  </a:cubicBezTo>
                  <a:lnTo>
                    <a:pt x="24339" y="33424"/>
                  </a:lnTo>
                  <a:cubicBezTo>
                    <a:pt x="24092" y="33408"/>
                    <a:pt x="23586" y="33372"/>
                    <a:pt x="23223" y="33372"/>
                  </a:cubicBezTo>
                  <a:cubicBezTo>
                    <a:pt x="23187" y="33372"/>
                    <a:pt x="23153" y="33372"/>
                    <a:pt x="23120" y="33373"/>
                  </a:cubicBezTo>
                  <a:cubicBezTo>
                    <a:pt x="23425" y="33407"/>
                    <a:pt x="22934" y="33390"/>
                    <a:pt x="22985" y="33407"/>
                  </a:cubicBezTo>
                  <a:cubicBezTo>
                    <a:pt x="23039" y="33401"/>
                    <a:pt x="23091" y="33398"/>
                    <a:pt x="23144" y="33398"/>
                  </a:cubicBezTo>
                  <a:cubicBezTo>
                    <a:pt x="23248" y="33398"/>
                    <a:pt x="23352" y="33410"/>
                    <a:pt x="23459" y="33432"/>
                  </a:cubicBezTo>
                  <a:cubicBezTo>
                    <a:pt x="23340" y="33432"/>
                    <a:pt x="23120" y="33424"/>
                    <a:pt x="22917" y="33415"/>
                  </a:cubicBezTo>
                  <a:cubicBezTo>
                    <a:pt x="22772" y="33415"/>
                    <a:pt x="22634" y="33407"/>
                    <a:pt x="22547" y="33398"/>
                  </a:cubicBezTo>
                  <a:lnTo>
                    <a:pt x="22547" y="33398"/>
                  </a:lnTo>
                  <a:cubicBezTo>
                    <a:pt x="22673" y="33412"/>
                    <a:pt x="22801" y="33425"/>
                    <a:pt x="22934" y="33432"/>
                  </a:cubicBezTo>
                  <a:cubicBezTo>
                    <a:pt x="22765" y="33449"/>
                    <a:pt x="22181" y="33441"/>
                    <a:pt x="22165" y="33449"/>
                  </a:cubicBezTo>
                  <a:cubicBezTo>
                    <a:pt x="21987" y="33424"/>
                    <a:pt x="21708" y="33407"/>
                    <a:pt x="21615" y="33390"/>
                  </a:cubicBezTo>
                  <a:lnTo>
                    <a:pt x="21953" y="33381"/>
                  </a:lnTo>
                  <a:lnTo>
                    <a:pt x="22080" y="33407"/>
                  </a:lnTo>
                  <a:lnTo>
                    <a:pt x="22275" y="33398"/>
                  </a:lnTo>
                  <a:cubicBezTo>
                    <a:pt x="22055" y="33373"/>
                    <a:pt x="21589" y="33322"/>
                    <a:pt x="21496" y="33297"/>
                  </a:cubicBezTo>
                  <a:close/>
                  <a:moveTo>
                    <a:pt x="24842" y="33593"/>
                  </a:moveTo>
                  <a:cubicBezTo>
                    <a:pt x="24843" y="33593"/>
                    <a:pt x="24845" y="33593"/>
                    <a:pt x="24846" y="33593"/>
                  </a:cubicBezTo>
                  <a:lnTo>
                    <a:pt x="24842" y="33593"/>
                  </a:lnTo>
                  <a:close/>
                  <a:moveTo>
                    <a:pt x="29464" y="33627"/>
                  </a:moveTo>
                  <a:cubicBezTo>
                    <a:pt x="29445" y="33629"/>
                    <a:pt x="29425" y="33632"/>
                    <a:pt x="29406" y="33635"/>
                  </a:cubicBezTo>
                  <a:lnTo>
                    <a:pt x="29465" y="33627"/>
                  </a:lnTo>
                  <a:cubicBezTo>
                    <a:pt x="29465" y="33627"/>
                    <a:pt x="29464" y="33627"/>
                    <a:pt x="29464" y="33627"/>
                  </a:cubicBezTo>
                  <a:close/>
                  <a:moveTo>
                    <a:pt x="25252" y="33661"/>
                  </a:moveTo>
                  <a:cubicBezTo>
                    <a:pt x="25238" y="33661"/>
                    <a:pt x="25228" y="33661"/>
                    <a:pt x="25223" y="33662"/>
                  </a:cubicBezTo>
                  <a:lnTo>
                    <a:pt x="25223" y="33662"/>
                  </a:lnTo>
                  <a:cubicBezTo>
                    <a:pt x="25232" y="33661"/>
                    <a:pt x="25242" y="33661"/>
                    <a:pt x="25252" y="33661"/>
                  </a:cubicBezTo>
                  <a:close/>
                  <a:moveTo>
                    <a:pt x="12969" y="1"/>
                  </a:moveTo>
                  <a:lnTo>
                    <a:pt x="12969" y="1"/>
                  </a:lnTo>
                  <a:cubicBezTo>
                    <a:pt x="12758" y="68"/>
                    <a:pt x="12572" y="128"/>
                    <a:pt x="12411" y="195"/>
                  </a:cubicBezTo>
                  <a:cubicBezTo>
                    <a:pt x="12250" y="263"/>
                    <a:pt x="12106" y="331"/>
                    <a:pt x="11971" y="390"/>
                  </a:cubicBezTo>
                  <a:cubicBezTo>
                    <a:pt x="11827" y="449"/>
                    <a:pt x="11700" y="517"/>
                    <a:pt x="11556" y="576"/>
                  </a:cubicBezTo>
                  <a:cubicBezTo>
                    <a:pt x="11421" y="644"/>
                    <a:pt x="11269" y="703"/>
                    <a:pt x="11100" y="771"/>
                  </a:cubicBezTo>
                  <a:cubicBezTo>
                    <a:pt x="11140" y="747"/>
                    <a:pt x="11148" y="740"/>
                    <a:pt x="11142" y="740"/>
                  </a:cubicBezTo>
                  <a:lnTo>
                    <a:pt x="11142" y="740"/>
                  </a:lnTo>
                  <a:cubicBezTo>
                    <a:pt x="11131" y="740"/>
                    <a:pt x="11086" y="757"/>
                    <a:pt x="11066" y="762"/>
                  </a:cubicBezTo>
                  <a:cubicBezTo>
                    <a:pt x="10964" y="813"/>
                    <a:pt x="10854" y="864"/>
                    <a:pt x="10753" y="923"/>
                  </a:cubicBezTo>
                  <a:cubicBezTo>
                    <a:pt x="10651" y="974"/>
                    <a:pt x="10558" y="1024"/>
                    <a:pt x="10499" y="1058"/>
                  </a:cubicBezTo>
                  <a:lnTo>
                    <a:pt x="10169" y="1219"/>
                  </a:lnTo>
                  <a:cubicBezTo>
                    <a:pt x="10169" y="1210"/>
                    <a:pt x="10279" y="1117"/>
                    <a:pt x="10617" y="948"/>
                  </a:cubicBezTo>
                  <a:lnTo>
                    <a:pt x="10617" y="948"/>
                  </a:lnTo>
                  <a:cubicBezTo>
                    <a:pt x="9433" y="1523"/>
                    <a:pt x="8604" y="2107"/>
                    <a:pt x="7530" y="2852"/>
                  </a:cubicBezTo>
                  <a:cubicBezTo>
                    <a:pt x="7525" y="2854"/>
                    <a:pt x="7523" y="2855"/>
                    <a:pt x="7522" y="2855"/>
                  </a:cubicBezTo>
                  <a:cubicBezTo>
                    <a:pt x="7512" y="2855"/>
                    <a:pt x="7605" y="2786"/>
                    <a:pt x="7603" y="2786"/>
                  </a:cubicBezTo>
                  <a:lnTo>
                    <a:pt x="7603" y="2786"/>
                  </a:lnTo>
                  <a:cubicBezTo>
                    <a:pt x="7602" y="2786"/>
                    <a:pt x="7596" y="2790"/>
                    <a:pt x="7581" y="2801"/>
                  </a:cubicBezTo>
                  <a:cubicBezTo>
                    <a:pt x="7472" y="2889"/>
                    <a:pt x="7304" y="3020"/>
                    <a:pt x="7250" y="3069"/>
                  </a:cubicBezTo>
                  <a:lnTo>
                    <a:pt x="7250" y="3069"/>
                  </a:lnTo>
                  <a:cubicBezTo>
                    <a:pt x="7281" y="3036"/>
                    <a:pt x="7316" y="3007"/>
                    <a:pt x="7352" y="2978"/>
                  </a:cubicBezTo>
                  <a:lnTo>
                    <a:pt x="7352" y="2978"/>
                  </a:lnTo>
                  <a:cubicBezTo>
                    <a:pt x="6819" y="3401"/>
                    <a:pt x="6515" y="3604"/>
                    <a:pt x="6202" y="3900"/>
                  </a:cubicBezTo>
                  <a:cubicBezTo>
                    <a:pt x="6201" y="3901"/>
                    <a:pt x="6201" y="3901"/>
                    <a:pt x="6200" y="3901"/>
                  </a:cubicBezTo>
                  <a:cubicBezTo>
                    <a:pt x="6179" y="3901"/>
                    <a:pt x="6418" y="3704"/>
                    <a:pt x="6402" y="3704"/>
                  </a:cubicBezTo>
                  <a:lnTo>
                    <a:pt x="6402" y="3704"/>
                  </a:lnTo>
                  <a:cubicBezTo>
                    <a:pt x="6401" y="3704"/>
                    <a:pt x="6399" y="3705"/>
                    <a:pt x="6396" y="3706"/>
                  </a:cubicBezTo>
                  <a:cubicBezTo>
                    <a:pt x="5880" y="4137"/>
                    <a:pt x="5660" y="4416"/>
                    <a:pt x="5178" y="4890"/>
                  </a:cubicBezTo>
                  <a:cubicBezTo>
                    <a:pt x="5212" y="4848"/>
                    <a:pt x="5223" y="4831"/>
                    <a:pt x="5219" y="4831"/>
                  </a:cubicBezTo>
                  <a:lnTo>
                    <a:pt x="5219" y="4831"/>
                  </a:lnTo>
                  <a:cubicBezTo>
                    <a:pt x="5206" y="4831"/>
                    <a:pt x="5028" y="5011"/>
                    <a:pt x="4924" y="5102"/>
                  </a:cubicBezTo>
                  <a:cubicBezTo>
                    <a:pt x="4831" y="5203"/>
                    <a:pt x="4713" y="5339"/>
                    <a:pt x="4577" y="5491"/>
                  </a:cubicBezTo>
                  <a:cubicBezTo>
                    <a:pt x="4442" y="5643"/>
                    <a:pt x="4298" y="5821"/>
                    <a:pt x="4146" y="5998"/>
                  </a:cubicBezTo>
                  <a:cubicBezTo>
                    <a:pt x="3994" y="6176"/>
                    <a:pt x="3850" y="6371"/>
                    <a:pt x="3706" y="6557"/>
                  </a:cubicBezTo>
                  <a:cubicBezTo>
                    <a:pt x="3562" y="6751"/>
                    <a:pt x="3427" y="6937"/>
                    <a:pt x="3309" y="7107"/>
                  </a:cubicBezTo>
                  <a:cubicBezTo>
                    <a:pt x="3315" y="7085"/>
                    <a:pt x="3316" y="7075"/>
                    <a:pt x="3311" y="7075"/>
                  </a:cubicBezTo>
                  <a:lnTo>
                    <a:pt x="3311" y="7075"/>
                  </a:lnTo>
                  <a:cubicBezTo>
                    <a:pt x="3291" y="7075"/>
                    <a:pt x="3184" y="7235"/>
                    <a:pt x="3055" y="7411"/>
                  </a:cubicBezTo>
                  <a:cubicBezTo>
                    <a:pt x="2894" y="7631"/>
                    <a:pt x="2742" y="7893"/>
                    <a:pt x="2699" y="7910"/>
                  </a:cubicBezTo>
                  <a:cubicBezTo>
                    <a:pt x="2598" y="8046"/>
                    <a:pt x="2522" y="8189"/>
                    <a:pt x="2454" y="8350"/>
                  </a:cubicBezTo>
                  <a:cubicBezTo>
                    <a:pt x="2505" y="8249"/>
                    <a:pt x="2564" y="8156"/>
                    <a:pt x="2640" y="8079"/>
                  </a:cubicBezTo>
                  <a:lnTo>
                    <a:pt x="2640" y="8079"/>
                  </a:lnTo>
                  <a:cubicBezTo>
                    <a:pt x="2505" y="8316"/>
                    <a:pt x="2285" y="8672"/>
                    <a:pt x="2293" y="8714"/>
                  </a:cubicBezTo>
                  <a:lnTo>
                    <a:pt x="2107" y="9001"/>
                  </a:lnTo>
                  <a:cubicBezTo>
                    <a:pt x="2082" y="9103"/>
                    <a:pt x="2048" y="9205"/>
                    <a:pt x="1989" y="9298"/>
                  </a:cubicBezTo>
                  <a:cubicBezTo>
                    <a:pt x="1760" y="9644"/>
                    <a:pt x="2040" y="9272"/>
                    <a:pt x="1752" y="9788"/>
                  </a:cubicBezTo>
                  <a:cubicBezTo>
                    <a:pt x="1786" y="9653"/>
                    <a:pt x="1837" y="9543"/>
                    <a:pt x="1845" y="9492"/>
                  </a:cubicBezTo>
                  <a:lnTo>
                    <a:pt x="1845" y="9492"/>
                  </a:lnTo>
                  <a:cubicBezTo>
                    <a:pt x="1769" y="9627"/>
                    <a:pt x="1710" y="9763"/>
                    <a:pt x="1651" y="9907"/>
                  </a:cubicBezTo>
                  <a:cubicBezTo>
                    <a:pt x="1647" y="9911"/>
                    <a:pt x="1644" y="9913"/>
                    <a:pt x="1642" y="9913"/>
                  </a:cubicBezTo>
                  <a:cubicBezTo>
                    <a:pt x="1623" y="9913"/>
                    <a:pt x="1702" y="9686"/>
                    <a:pt x="1794" y="9501"/>
                  </a:cubicBezTo>
                  <a:lnTo>
                    <a:pt x="1794" y="9501"/>
                  </a:lnTo>
                  <a:cubicBezTo>
                    <a:pt x="1727" y="9611"/>
                    <a:pt x="1667" y="9721"/>
                    <a:pt x="1617" y="9830"/>
                  </a:cubicBezTo>
                  <a:cubicBezTo>
                    <a:pt x="1490" y="10169"/>
                    <a:pt x="1270" y="10744"/>
                    <a:pt x="1067" y="11277"/>
                  </a:cubicBezTo>
                  <a:cubicBezTo>
                    <a:pt x="1079" y="11208"/>
                    <a:pt x="1120" y="11096"/>
                    <a:pt x="1109" y="11096"/>
                  </a:cubicBezTo>
                  <a:lnTo>
                    <a:pt x="1109" y="11096"/>
                  </a:lnTo>
                  <a:cubicBezTo>
                    <a:pt x="1105" y="11096"/>
                    <a:pt x="1095" y="11109"/>
                    <a:pt x="1075" y="11142"/>
                  </a:cubicBezTo>
                  <a:cubicBezTo>
                    <a:pt x="1033" y="11260"/>
                    <a:pt x="991" y="11395"/>
                    <a:pt x="948" y="11548"/>
                  </a:cubicBezTo>
                  <a:cubicBezTo>
                    <a:pt x="906" y="11692"/>
                    <a:pt x="855" y="11844"/>
                    <a:pt x="796" y="11996"/>
                  </a:cubicBezTo>
                  <a:cubicBezTo>
                    <a:pt x="805" y="11954"/>
                    <a:pt x="796" y="11979"/>
                    <a:pt x="805" y="11937"/>
                  </a:cubicBezTo>
                  <a:lnTo>
                    <a:pt x="805" y="11937"/>
                  </a:lnTo>
                  <a:cubicBezTo>
                    <a:pt x="669" y="12495"/>
                    <a:pt x="669" y="12343"/>
                    <a:pt x="534" y="12850"/>
                  </a:cubicBezTo>
                  <a:cubicBezTo>
                    <a:pt x="534" y="12842"/>
                    <a:pt x="534" y="12834"/>
                    <a:pt x="534" y="12825"/>
                  </a:cubicBezTo>
                  <a:cubicBezTo>
                    <a:pt x="517" y="12918"/>
                    <a:pt x="492" y="13028"/>
                    <a:pt x="475" y="13130"/>
                  </a:cubicBezTo>
                  <a:cubicBezTo>
                    <a:pt x="373" y="13789"/>
                    <a:pt x="297" y="13849"/>
                    <a:pt x="204" y="14238"/>
                  </a:cubicBezTo>
                  <a:lnTo>
                    <a:pt x="212" y="14153"/>
                  </a:lnTo>
                  <a:lnTo>
                    <a:pt x="212" y="14153"/>
                  </a:lnTo>
                  <a:cubicBezTo>
                    <a:pt x="162" y="14365"/>
                    <a:pt x="128" y="14576"/>
                    <a:pt x="111" y="14796"/>
                  </a:cubicBezTo>
                  <a:cubicBezTo>
                    <a:pt x="77" y="15058"/>
                    <a:pt x="60" y="15312"/>
                    <a:pt x="43" y="15431"/>
                  </a:cubicBezTo>
                  <a:cubicBezTo>
                    <a:pt x="86" y="15143"/>
                    <a:pt x="69" y="15338"/>
                    <a:pt x="119" y="15135"/>
                  </a:cubicBezTo>
                  <a:cubicBezTo>
                    <a:pt x="136" y="14881"/>
                    <a:pt x="94" y="14957"/>
                    <a:pt x="162" y="14542"/>
                  </a:cubicBezTo>
                  <a:lnTo>
                    <a:pt x="162" y="14542"/>
                  </a:lnTo>
                  <a:cubicBezTo>
                    <a:pt x="170" y="14652"/>
                    <a:pt x="162" y="14762"/>
                    <a:pt x="153" y="14864"/>
                  </a:cubicBezTo>
                  <a:cubicBezTo>
                    <a:pt x="145" y="15016"/>
                    <a:pt x="145" y="15177"/>
                    <a:pt x="145" y="15228"/>
                  </a:cubicBezTo>
                  <a:cubicBezTo>
                    <a:pt x="136" y="15329"/>
                    <a:pt x="119" y="15422"/>
                    <a:pt x="94" y="15515"/>
                  </a:cubicBezTo>
                  <a:cubicBezTo>
                    <a:pt x="86" y="15557"/>
                    <a:pt x="69" y="15600"/>
                    <a:pt x="43" y="15634"/>
                  </a:cubicBezTo>
                  <a:cubicBezTo>
                    <a:pt x="26" y="15930"/>
                    <a:pt x="9" y="16150"/>
                    <a:pt x="9" y="16395"/>
                  </a:cubicBezTo>
                  <a:cubicBezTo>
                    <a:pt x="1" y="16513"/>
                    <a:pt x="1" y="16640"/>
                    <a:pt x="1" y="16784"/>
                  </a:cubicBezTo>
                  <a:cubicBezTo>
                    <a:pt x="9" y="16919"/>
                    <a:pt x="9" y="17072"/>
                    <a:pt x="18" y="17249"/>
                  </a:cubicBezTo>
                  <a:cubicBezTo>
                    <a:pt x="26" y="17376"/>
                    <a:pt x="60" y="17486"/>
                    <a:pt x="77" y="17647"/>
                  </a:cubicBezTo>
                  <a:cubicBezTo>
                    <a:pt x="94" y="17723"/>
                    <a:pt x="102" y="17808"/>
                    <a:pt x="111" y="17909"/>
                  </a:cubicBezTo>
                  <a:cubicBezTo>
                    <a:pt x="119" y="18019"/>
                    <a:pt x="128" y="18138"/>
                    <a:pt x="128" y="18290"/>
                  </a:cubicBezTo>
                  <a:lnTo>
                    <a:pt x="127" y="18287"/>
                  </a:lnTo>
                  <a:lnTo>
                    <a:pt x="127" y="18287"/>
                  </a:lnTo>
                  <a:cubicBezTo>
                    <a:pt x="137" y="18364"/>
                    <a:pt x="142" y="18565"/>
                    <a:pt x="170" y="18662"/>
                  </a:cubicBezTo>
                  <a:cubicBezTo>
                    <a:pt x="170" y="18622"/>
                    <a:pt x="172" y="18608"/>
                    <a:pt x="175" y="18608"/>
                  </a:cubicBezTo>
                  <a:cubicBezTo>
                    <a:pt x="184" y="18608"/>
                    <a:pt x="204" y="18738"/>
                    <a:pt x="214" y="18738"/>
                  </a:cubicBezTo>
                  <a:cubicBezTo>
                    <a:pt x="218" y="18738"/>
                    <a:pt x="221" y="18718"/>
                    <a:pt x="221" y="18662"/>
                  </a:cubicBezTo>
                  <a:lnTo>
                    <a:pt x="221" y="18662"/>
                  </a:lnTo>
                  <a:cubicBezTo>
                    <a:pt x="263" y="19000"/>
                    <a:pt x="229" y="19068"/>
                    <a:pt x="212" y="19102"/>
                  </a:cubicBezTo>
                  <a:cubicBezTo>
                    <a:pt x="289" y="19339"/>
                    <a:pt x="297" y="19787"/>
                    <a:pt x="432" y="20295"/>
                  </a:cubicBezTo>
                  <a:cubicBezTo>
                    <a:pt x="404" y="20225"/>
                    <a:pt x="318" y="19823"/>
                    <a:pt x="304" y="19823"/>
                  </a:cubicBezTo>
                  <a:lnTo>
                    <a:pt x="304" y="19823"/>
                  </a:lnTo>
                  <a:cubicBezTo>
                    <a:pt x="301" y="19823"/>
                    <a:pt x="301" y="19840"/>
                    <a:pt x="305" y="19880"/>
                  </a:cubicBezTo>
                  <a:cubicBezTo>
                    <a:pt x="373" y="20100"/>
                    <a:pt x="424" y="20320"/>
                    <a:pt x="500" y="20532"/>
                  </a:cubicBezTo>
                  <a:cubicBezTo>
                    <a:pt x="475" y="20439"/>
                    <a:pt x="449" y="20337"/>
                    <a:pt x="432" y="20236"/>
                  </a:cubicBezTo>
                  <a:lnTo>
                    <a:pt x="432" y="20236"/>
                  </a:lnTo>
                  <a:cubicBezTo>
                    <a:pt x="500" y="20489"/>
                    <a:pt x="542" y="20642"/>
                    <a:pt x="568" y="20785"/>
                  </a:cubicBezTo>
                  <a:cubicBezTo>
                    <a:pt x="593" y="20921"/>
                    <a:pt x="610" y="21031"/>
                    <a:pt x="644" y="21175"/>
                  </a:cubicBezTo>
                  <a:cubicBezTo>
                    <a:pt x="645" y="21182"/>
                    <a:pt x="645" y="21186"/>
                    <a:pt x="644" y="21186"/>
                  </a:cubicBezTo>
                  <a:cubicBezTo>
                    <a:pt x="637" y="21186"/>
                    <a:pt x="588" y="21029"/>
                    <a:pt x="551" y="20904"/>
                  </a:cubicBezTo>
                  <a:lnTo>
                    <a:pt x="551" y="20904"/>
                  </a:lnTo>
                  <a:cubicBezTo>
                    <a:pt x="593" y="21056"/>
                    <a:pt x="669" y="21301"/>
                    <a:pt x="737" y="21496"/>
                  </a:cubicBezTo>
                  <a:cubicBezTo>
                    <a:pt x="796" y="21640"/>
                    <a:pt x="974" y="22147"/>
                    <a:pt x="1084" y="22342"/>
                  </a:cubicBezTo>
                  <a:lnTo>
                    <a:pt x="1109" y="22427"/>
                  </a:lnTo>
                  <a:cubicBezTo>
                    <a:pt x="1106" y="22421"/>
                    <a:pt x="1104" y="22417"/>
                    <a:pt x="1101" y="22413"/>
                  </a:cubicBezTo>
                  <a:lnTo>
                    <a:pt x="1101" y="22413"/>
                  </a:lnTo>
                  <a:cubicBezTo>
                    <a:pt x="1113" y="22440"/>
                    <a:pt x="1121" y="22467"/>
                    <a:pt x="1135" y="22494"/>
                  </a:cubicBezTo>
                  <a:cubicBezTo>
                    <a:pt x="1160" y="22579"/>
                    <a:pt x="1185" y="22663"/>
                    <a:pt x="1219" y="22748"/>
                  </a:cubicBezTo>
                  <a:lnTo>
                    <a:pt x="1194" y="22706"/>
                  </a:lnTo>
                  <a:lnTo>
                    <a:pt x="1244" y="22799"/>
                  </a:lnTo>
                  <a:lnTo>
                    <a:pt x="1346" y="23078"/>
                  </a:lnTo>
                  <a:lnTo>
                    <a:pt x="1405" y="23205"/>
                  </a:lnTo>
                  <a:lnTo>
                    <a:pt x="1380" y="23137"/>
                  </a:lnTo>
                  <a:lnTo>
                    <a:pt x="1380" y="23137"/>
                  </a:lnTo>
                  <a:cubicBezTo>
                    <a:pt x="1420" y="23153"/>
                    <a:pt x="1565" y="23417"/>
                    <a:pt x="1723" y="23753"/>
                  </a:cubicBezTo>
                  <a:lnTo>
                    <a:pt x="1723" y="23753"/>
                  </a:lnTo>
                  <a:cubicBezTo>
                    <a:pt x="1688" y="23671"/>
                    <a:pt x="1625" y="23516"/>
                    <a:pt x="1541" y="23323"/>
                  </a:cubicBezTo>
                  <a:lnTo>
                    <a:pt x="1541" y="23323"/>
                  </a:lnTo>
                  <a:lnTo>
                    <a:pt x="1591" y="23408"/>
                  </a:lnTo>
                  <a:cubicBezTo>
                    <a:pt x="1676" y="23611"/>
                    <a:pt x="1760" y="23814"/>
                    <a:pt x="1854" y="24000"/>
                  </a:cubicBezTo>
                  <a:cubicBezTo>
                    <a:pt x="1904" y="24093"/>
                    <a:pt x="1947" y="24186"/>
                    <a:pt x="1989" y="24279"/>
                  </a:cubicBezTo>
                  <a:cubicBezTo>
                    <a:pt x="2040" y="24372"/>
                    <a:pt x="2090" y="24457"/>
                    <a:pt x="2133" y="24550"/>
                  </a:cubicBezTo>
                  <a:cubicBezTo>
                    <a:pt x="2048" y="24414"/>
                    <a:pt x="1972" y="24279"/>
                    <a:pt x="1904" y="24135"/>
                  </a:cubicBezTo>
                  <a:lnTo>
                    <a:pt x="1904" y="24135"/>
                  </a:lnTo>
                  <a:cubicBezTo>
                    <a:pt x="1997" y="24355"/>
                    <a:pt x="2107" y="24567"/>
                    <a:pt x="2234" y="24770"/>
                  </a:cubicBezTo>
                  <a:cubicBezTo>
                    <a:pt x="2336" y="24922"/>
                    <a:pt x="2420" y="25083"/>
                    <a:pt x="2505" y="25252"/>
                  </a:cubicBezTo>
                  <a:cubicBezTo>
                    <a:pt x="2412" y="25125"/>
                    <a:pt x="2327" y="25007"/>
                    <a:pt x="2260" y="24897"/>
                  </a:cubicBezTo>
                  <a:cubicBezTo>
                    <a:pt x="2192" y="24787"/>
                    <a:pt x="2133" y="24677"/>
                    <a:pt x="2073" y="24575"/>
                  </a:cubicBezTo>
                  <a:cubicBezTo>
                    <a:pt x="1955" y="24364"/>
                    <a:pt x="1845" y="24135"/>
                    <a:pt x="1693" y="23831"/>
                  </a:cubicBezTo>
                  <a:cubicBezTo>
                    <a:pt x="1671" y="23770"/>
                    <a:pt x="1664" y="23746"/>
                    <a:pt x="1668" y="23746"/>
                  </a:cubicBezTo>
                  <a:lnTo>
                    <a:pt x="1668" y="23746"/>
                  </a:lnTo>
                  <a:cubicBezTo>
                    <a:pt x="1674" y="23746"/>
                    <a:pt x="1710" y="23814"/>
                    <a:pt x="1752" y="23898"/>
                  </a:cubicBezTo>
                  <a:cubicBezTo>
                    <a:pt x="1828" y="24042"/>
                    <a:pt x="1921" y="24220"/>
                    <a:pt x="1930" y="24228"/>
                  </a:cubicBezTo>
                  <a:lnTo>
                    <a:pt x="1769" y="23873"/>
                  </a:lnTo>
                  <a:cubicBezTo>
                    <a:pt x="1769" y="23875"/>
                    <a:pt x="1768" y="23876"/>
                    <a:pt x="1767" y="23876"/>
                  </a:cubicBezTo>
                  <a:cubicBezTo>
                    <a:pt x="1740" y="23876"/>
                    <a:pt x="1511" y="23364"/>
                    <a:pt x="1481" y="23364"/>
                  </a:cubicBezTo>
                  <a:lnTo>
                    <a:pt x="1481" y="23364"/>
                  </a:lnTo>
                  <a:cubicBezTo>
                    <a:pt x="1476" y="23364"/>
                    <a:pt x="1476" y="23375"/>
                    <a:pt x="1481" y="23399"/>
                  </a:cubicBezTo>
                  <a:cubicBezTo>
                    <a:pt x="1794" y="24144"/>
                    <a:pt x="2175" y="24863"/>
                    <a:pt x="2615" y="25540"/>
                  </a:cubicBezTo>
                  <a:cubicBezTo>
                    <a:pt x="2412" y="25387"/>
                    <a:pt x="2234" y="25218"/>
                    <a:pt x="2040" y="25057"/>
                  </a:cubicBezTo>
                  <a:cubicBezTo>
                    <a:pt x="2040" y="25057"/>
                    <a:pt x="2031" y="25049"/>
                    <a:pt x="2006" y="25024"/>
                  </a:cubicBezTo>
                  <a:lnTo>
                    <a:pt x="2006" y="25024"/>
                  </a:lnTo>
                  <a:cubicBezTo>
                    <a:pt x="2202" y="25354"/>
                    <a:pt x="2267" y="25411"/>
                    <a:pt x="2296" y="25411"/>
                  </a:cubicBezTo>
                  <a:cubicBezTo>
                    <a:pt x="2312" y="25411"/>
                    <a:pt x="2318" y="25395"/>
                    <a:pt x="2328" y="25395"/>
                  </a:cubicBezTo>
                  <a:cubicBezTo>
                    <a:pt x="2335" y="25395"/>
                    <a:pt x="2345" y="25403"/>
                    <a:pt x="2361" y="25430"/>
                  </a:cubicBezTo>
                  <a:cubicBezTo>
                    <a:pt x="2446" y="25565"/>
                    <a:pt x="2539" y="25666"/>
                    <a:pt x="2606" y="25793"/>
                  </a:cubicBezTo>
                  <a:lnTo>
                    <a:pt x="2547" y="25734"/>
                  </a:lnTo>
                  <a:lnTo>
                    <a:pt x="2547" y="25734"/>
                  </a:lnTo>
                  <a:cubicBezTo>
                    <a:pt x="2809" y="26106"/>
                    <a:pt x="2649" y="25836"/>
                    <a:pt x="2886" y="26174"/>
                  </a:cubicBezTo>
                  <a:cubicBezTo>
                    <a:pt x="2929" y="26228"/>
                    <a:pt x="2946" y="26248"/>
                    <a:pt x="2948" y="26248"/>
                  </a:cubicBezTo>
                  <a:cubicBezTo>
                    <a:pt x="2952" y="26248"/>
                    <a:pt x="2816" y="26065"/>
                    <a:pt x="2827" y="26065"/>
                  </a:cubicBezTo>
                  <a:lnTo>
                    <a:pt x="2827" y="26065"/>
                  </a:lnTo>
                  <a:cubicBezTo>
                    <a:pt x="2829" y="26065"/>
                    <a:pt x="2839" y="26074"/>
                    <a:pt x="2860" y="26098"/>
                  </a:cubicBezTo>
                  <a:cubicBezTo>
                    <a:pt x="3106" y="26453"/>
                    <a:pt x="3055" y="26284"/>
                    <a:pt x="3444" y="26825"/>
                  </a:cubicBezTo>
                  <a:cubicBezTo>
                    <a:pt x="3443" y="26825"/>
                    <a:pt x="3442" y="26825"/>
                    <a:pt x="3441" y="26825"/>
                  </a:cubicBezTo>
                  <a:cubicBezTo>
                    <a:pt x="3435" y="26825"/>
                    <a:pt x="3433" y="26832"/>
                    <a:pt x="3426" y="26832"/>
                  </a:cubicBezTo>
                  <a:cubicBezTo>
                    <a:pt x="3412" y="26832"/>
                    <a:pt x="3373" y="26800"/>
                    <a:pt x="3216" y="26605"/>
                  </a:cubicBezTo>
                  <a:lnTo>
                    <a:pt x="3216" y="26605"/>
                  </a:lnTo>
                  <a:lnTo>
                    <a:pt x="3435" y="26918"/>
                  </a:lnTo>
                  <a:cubicBezTo>
                    <a:pt x="3148" y="26563"/>
                    <a:pt x="3317" y="26783"/>
                    <a:pt x="3029" y="26411"/>
                  </a:cubicBezTo>
                  <a:cubicBezTo>
                    <a:pt x="2899" y="26273"/>
                    <a:pt x="2894" y="26302"/>
                    <a:pt x="2793" y="26201"/>
                  </a:cubicBezTo>
                  <a:lnTo>
                    <a:pt x="2793" y="26201"/>
                  </a:lnTo>
                  <a:cubicBezTo>
                    <a:pt x="2873" y="26286"/>
                    <a:pt x="2947" y="26382"/>
                    <a:pt x="3021" y="26479"/>
                  </a:cubicBezTo>
                  <a:cubicBezTo>
                    <a:pt x="3075" y="26556"/>
                    <a:pt x="3091" y="26583"/>
                    <a:pt x="3088" y="26583"/>
                  </a:cubicBezTo>
                  <a:cubicBezTo>
                    <a:pt x="3085" y="26583"/>
                    <a:pt x="3074" y="26570"/>
                    <a:pt x="3058" y="26553"/>
                  </a:cubicBezTo>
                  <a:lnTo>
                    <a:pt x="3058" y="26553"/>
                  </a:lnTo>
                  <a:cubicBezTo>
                    <a:pt x="3112" y="26621"/>
                    <a:pt x="3164" y="26694"/>
                    <a:pt x="3216" y="26766"/>
                  </a:cubicBezTo>
                  <a:cubicBezTo>
                    <a:pt x="3283" y="26876"/>
                    <a:pt x="3368" y="26986"/>
                    <a:pt x="3461" y="27079"/>
                  </a:cubicBezTo>
                  <a:cubicBezTo>
                    <a:pt x="3452" y="27003"/>
                    <a:pt x="3486" y="27062"/>
                    <a:pt x="3342" y="26834"/>
                  </a:cubicBezTo>
                  <a:lnTo>
                    <a:pt x="3342" y="26834"/>
                  </a:lnTo>
                  <a:cubicBezTo>
                    <a:pt x="3427" y="26935"/>
                    <a:pt x="3520" y="27054"/>
                    <a:pt x="3588" y="27147"/>
                  </a:cubicBezTo>
                  <a:cubicBezTo>
                    <a:pt x="3655" y="27240"/>
                    <a:pt x="3698" y="27316"/>
                    <a:pt x="3681" y="27316"/>
                  </a:cubicBezTo>
                  <a:lnTo>
                    <a:pt x="3732" y="27333"/>
                  </a:lnTo>
                  <a:cubicBezTo>
                    <a:pt x="3748" y="27358"/>
                    <a:pt x="3791" y="27418"/>
                    <a:pt x="3833" y="27468"/>
                  </a:cubicBezTo>
                  <a:cubicBezTo>
                    <a:pt x="3867" y="27494"/>
                    <a:pt x="3892" y="27528"/>
                    <a:pt x="3918" y="27561"/>
                  </a:cubicBezTo>
                  <a:lnTo>
                    <a:pt x="3985" y="27621"/>
                  </a:lnTo>
                  <a:cubicBezTo>
                    <a:pt x="3850" y="27434"/>
                    <a:pt x="3706" y="27257"/>
                    <a:pt x="3554" y="27079"/>
                  </a:cubicBezTo>
                  <a:lnTo>
                    <a:pt x="3554" y="27079"/>
                  </a:lnTo>
                  <a:cubicBezTo>
                    <a:pt x="3571" y="27094"/>
                    <a:pt x="3580" y="27100"/>
                    <a:pt x="3585" y="27100"/>
                  </a:cubicBezTo>
                  <a:cubicBezTo>
                    <a:pt x="3597" y="27100"/>
                    <a:pt x="3582" y="27064"/>
                    <a:pt x="3594" y="27064"/>
                  </a:cubicBezTo>
                  <a:lnTo>
                    <a:pt x="3594" y="27064"/>
                  </a:lnTo>
                  <a:cubicBezTo>
                    <a:pt x="3607" y="27064"/>
                    <a:pt x="3646" y="27099"/>
                    <a:pt x="3765" y="27240"/>
                  </a:cubicBezTo>
                  <a:cubicBezTo>
                    <a:pt x="3811" y="27296"/>
                    <a:pt x="3822" y="27312"/>
                    <a:pt x="3817" y="27312"/>
                  </a:cubicBezTo>
                  <a:cubicBezTo>
                    <a:pt x="3810" y="27312"/>
                    <a:pt x="3775" y="27280"/>
                    <a:pt x="3767" y="27280"/>
                  </a:cubicBezTo>
                  <a:cubicBezTo>
                    <a:pt x="3766" y="27280"/>
                    <a:pt x="3765" y="27281"/>
                    <a:pt x="3765" y="27282"/>
                  </a:cubicBezTo>
                  <a:cubicBezTo>
                    <a:pt x="3918" y="27468"/>
                    <a:pt x="4053" y="27595"/>
                    <a:pt x="4146" y="27714"/>
                  </a:cubicBezTo>
                  <a:lnTo>
                    <a:pt x="4281" y="27866"/>
                  </a:lnTo>
                  <a:lnTo>
                    <a:pt x="4400" y="28001"/>
                  </a:lnTo>
                  <a:cubicBezTo>
                    <a:pt x="4500" y="28121"/>
                    <a:pt x="4606" y="28238"/>
                    <a:pt x="4718" y="28351"/>
                  </a:cubicBezTo>
                  <a:lnTo>
                    <a:pt x="4718" y="28351"/>
                  </a:lnTo>
                  <a:cubicBezTo>
                    <a:pt x="4689" y="28323"/>
                    <a:pt x="4659" y="28294"/>
                    <a:pt x="4628" y="28263"/>
                  </a:cubicBezTo>
                  <a:cubicBezTo>
                    <a:pt x="4493" y="28128"/>
                    <a:pt x="4341" y="27984"/>
                    <a:pt x="4205" y="27857"/>
                  </a:cubicBezTo>
                  <a:lnTo>
                    <a:pt x="4205" y="27857"/>
                  </a:lnTo>
                  <a:cubicBezTo>
                    <a:pt x="4366" y="28027"/>
                    <a:pt x="4527" y="28196"/>
                    <a:pt x="4704" y="28348"/>
                  </a:cubicBezTo>
                  <a:cubicBezTo>
                    <a:pt x="4630" y="28291"/>
                    <a:pt x="4586" y="28257"/>
                    <a:pt x="4578" y="28257"/>
                  </a:cubicBezTo>
                  <a:lnTo>
                    <a:pt x="4578" y="28257"/>
                  </a:lnTo>
                  <a:cubicBezTo>
                    <a:pt x="4569" y="28257"/>
                    <a:pt x="4601" y="28295"/>
                    <a:pt x="4679" y="28382"/>
                  </a:cubicBezTo>
                  <a:lnTo>
                    <a:pt x="4764" y="28433"/>
                  </a:lnTo>
                  <a:cubicBezTo>
                    <a:pt x="4865" y="28526"/>
                    <a:pt x="5043" y="28686"/>
                    <a:pt x="5051" y="28712"/>
                  </a:cubicBezTo>
                  <a:cubicBezTo>
                    <a:pt x="5060" y="28712"/>
                    <a:pt x="5017" y="28661"/>
                    <a:pt x="4933" y="28576"/>
                  </a:cubicBezTo>
                  <a:lnTo>
                    <a:pt x="4933" y="28576"/>
                  </a:lnTo>
                  <a:cubicBezTo>
                    <a:pt x="5195" y="28796"/>
                    <a:pt x="5703" y="29202"/>
                    <a:pt x="6185" y="29575"/>
                  </a:cubicBezTo>
                  <a:cubicBezTo>
                    <a:pt x="6184" y="29575"/>
                    <a:pt x="6184" y="29575"/>
                    <a:pt x="6183" y="29575"/>
                  </a:cubicBezTo>
                  <a:cubicBezTo>
                    <a:pt x="6124" y="29575"/>
                    <a:pt x="5735" y="29264"/>
                    <a:pt x="5719" y="29264"/>
                  </a:cubicBezTo>
                  <a:lnTo>
                    <a:pt x="5719" y="29264"/>
                  </a:lnTo>
                  <a:cubicBezTo>
                    <a:pt x="5714" y="29264"/>
                    <a:pt x="5740" y="29289"/>
                    <a:pt x="5813" y="29355"/>
                  </a:cubicBezTo>
                  <a:cubicBezTo>
                    <a:pt x="5914" y="29431"/>
                    <a:pt x="6007" y="29499"/>
                    <a:pt x="6126" y="29566"/>
                  </a:cubicBezTo>
                  <a:cubicBezTo>
                    <a:pt x="6278" y="29659"/>
                    <a:pt x="6413" y="29752"/>
                    <a:pt x="6549" y="29862"/>
                  </a:cubicBezTo>
                  <a:cubicBezTo>
                    <a:pt x="6524" y="29849"/>
                    <a:pt x="6511" y="29843"/>
                    <a:pt x="6506" y="29843"/>
                  </a:cubicBezTo>
                  <a:lnTo>
                    <a:pt x="6506" y="29843"/>
                  </a:lnTo>
                  <a:cubicBezTo>
                    <a:pt x="6497" y="29843"/>
                    <a:pt x="6525" y="29868"/>
                    <a:pt x="6565" y="29896"/>
                  </a:cubicBezTo>
                  <a:cubicBezTo>
                    <a:pt x="6608" y="29930"/>
                    <a:pt x="6650" y="29964"/>
                    <a:pt x="6692" y="29998"/>
                  </a:cubicBezTo>
                  <a:cubicBezTo>
                    <a:pt x="6870" y="30091"/>
                    <a:pt x="7039" y="30201"/>
                    <a:pt x="7225" y="30285"/>
                  </a:cubicBezTo>
                  <a:lnTo>
                    <a:pt x="7614" y="30514"/>
                  </a:lnTo>
                  <a:cubicBezTo>
                    <a:pt x="7750" y="30590"/>
                    <a:pt x="7885" y="30657"/>
                    <a:pt x="8004" y="30708"/>
                  </a:cubicBezTo>
                  <a:cubicBezTo>
                    <a:pt x="7927" y="30674"/>
                    <a:pt x="7826" y="30615"/>
                    <a:pt x="7699" y="30548"/>
                  </a:cubicBezTo>
                  <a:lnTo>
                    <a:pt x="7699" y="30548"/>
                  </a:lnTo>
                  <a:cubicBezTo>
                    <a:pt x="8080" y="30700"/>
                    <a:pt x="8359" y="30911"/>
                    <a:pt x="8841" y="31106"/>
                  </a:cubicBezTo>
                  <a:lnTo>
                    <a:pt x="8613" y="31021"/>
                  </a:lnTo>
                  <a:lnTo>
                    <a:pt x="8613" y="31021"/>
                  </a:lnTo>
                  <a:cubicBezTo>
                    <a:pt x="8790" y="31097"/>
                    <a:pt x="8951" y="31174"/>
                    <a:pt x="9103" y="31233"/>
                  </a:cubicBezTo>
                  <a:cubicBezTo>
                    <a:pt x="9256" y="31283"/>
                    <a:pt x="9408" y="31343"/>
                    <a:pt x="9552" y="31393"/>
                  </a:cubicBezTo>
                  <a:lnTo>
                    <a:pt x="9535" y="31419"/>
                  </a:lnTo>
                  <a:cubicBezTo>
                    <a:pt x="9537" y="31417"/>
                    <a:pt x="9542" y="31417"/>
                    <a:pt x="9547" y="31417"/>
                  </a:cubicBezTo>
                  <a:cubicBezTo>
                    <a:pt x="9651" y="31417"/>
                    <a:pt x="10227" y="31624"/>
                    <a:pt x="10364" y="31656"/>
                  </a:cubicBezTo>
                  <a:lnTo>
                    <a:pt x="10068" y="31554"/>
                  </a:lnTo>
                  <a:lnTo>
                    <a:pt x="9848" y="31478"/>
                  </a:lnTo>
                  <a:cubicBezTo>
                    <a:pt x="9721" y="31427"/>
                    <a:pt x="9628" y="31393"/>
                    <a:pt x="9535" y="31351"/>
                  </a:cubicBezTo>
                  <a:cubicBezTo>
                    <a:pt x="9349" y="31267"/>
                    <a:pt x="9162" y="31199"/>
                    <a:pt x="8740" y="31021"/>
                  </a:cubicBezTo>
                  <a:lnTo>
                    <a:pt x="8740" y="31021"/>
                  </a:lnTo>
                  <a:cubicBezTo>
                    <a:pt x="9069" y="31123"/>
                    <a:pt x="9306" y="31207"/>
                    <a:pt x="9670" y="31317"/>
                  </a:cubicBezTo>
                  <a:cubicBezTo>
                    <a:pt x="9738" y="31334"/>
                    <a:pt x="9797" y="31368"/>
                    <a:pt x="9856" y="31402"/>
                  </a:cubicBezTo>
                  <a:cubicBezTo>
                    <a:pt x="9983" y="31427"/>
                    <a:pt x="10110" y="31453"/>
                    <a:pt x="10228" y="31487"/>
                  </a:cubicBezTo>
                  <a:lnTo>
                    <a:pt x="10288" y="31520"/>
                  </a:lnTo>
                  <a:cubicBezTo>
                    <a:pt x="10474" y="31596"/>
                    <a:pt x="10668" y="31647"/>
                    <a:pt x="10863" y="31681"/>
                  </a:cubicBezTo>
                  <a:cubicBezTo>
                    <a:pt x="11049" y="31715"/>
                    <a:pt x="11235" y="31766"/>
                    <a:pt x="11421" y="31816"/>
                  </a:cubicBezTo>
                  <a:cubicBezTo>
                    <a:pt x="11443" y="31829"/>
                    <a:pt x="11438" y="31834"/>
                    <a:pt x="11415" y="31834"/>
                  </a:cubicBezTo>
                  <a:cubicBezTo>
                    <a:pt x="11374" y="31834"/>
                    <a:pt x="11277" y="31818"/>
                    <a:pt x="11159" y="31791"/>
                  </a:cubicBezTo>
                  <a:cubicBezTo>
                    <a:pt x="10973" y="31740"/>
                    <a:pt x="10727" y="31673"/>
                    <a:pt x="10550" y="31630"/>
                  </a:cubicBezTo>
                  <a:lnTo>
                    <a:pt x="10550" y="31630"/>
                  </a:lnTo>
                  <a:cubicBezTo>
                    <a:pt x="10594" y="31651"/>
                    <a:pt x="10605" y="31659"/>
                    <a:pt x="10596" y="31659"/>
                  </a:cubicBezTo>
                  <a:cubicBezTo>
                    <a:pt x="10561" y="31659"/>
                    <a:pt x="10266" y="31560"/>
                    <a:pt x="10218" y="31560"/>
                  </a:cubicBezTo>
                  <a:cubicBezTo>
                    <a:pt x="10201" y="31560"/>
                    <a:pt x="10214" y="31572"/>
                    <a:pt x="10279" y="31605"/>
                  </a:cubicBezTo>
                  <a:lnTo>
                    <a:pt x="10457" y="31639"/>
                  </a:lnTo>
                  <a:cubicBezTo>
                    <a:pt x="10567" y="31676"/>
                    <a:pt x="10596" y="31696"/>
                    <a:pt x="10577" y="31696"/>
                  </a:cubicBezTo>
                  <a:cubicBezTo>
                    <a:pt x="10566" y="31696"/>
                    <a:pt x="10537" y="31689"/>
                    <a:pt x="10499" y="31673"/>
                  </a:cubicBezTo>
                  <a:lnTo>
                    <a:pt x="10499" y="31673"/>
                  </a:lnTo>
                  <a:cubicBezTo>
                    <a:pt x="10584" y="31715"/>
                    <a:pt x="10677" y="31732"/>
                    <a:pt x="10770" y="31749"/>
                  </a:cubicBezTo>
                  <a:cubicBezTo>
                    <a:pt x="11227" y="31884"/>
                    <a:pt x="11201" y="31884"/>
                    <a:pt x="11176" y="31893"/>
                  </a:cubicBezTo>
                  <a:cubicBezTo>
                    <a:pt x="11142" y="31893"/>
                    <a:pt x="11108" y="31901"/>
                    <a:pt x="11556" y="32036"/>
                  </a:cubicBezTo>
                  <a:cubicBezTo>
                    <a:pt x="11473" y="32022"/>
                    <a:pt x="11287" y="31969"/>
                    <a:pt x="11247" y="31969"/>
                  </a:cubicBezTo>
                  <a:cubicBezTo>
                    <a:pt x="11238" y="31969"/>
                    <a:pt x="11236" y="31971"/>
                    <a:pt x="11243" y="31977"/>
                  </a:cubicBezTo>
                  <a:cubicBezTo>
                    <a:pt x="11083" y="31935"/>
                    <a:pt x="10922" y="31884"/>
                    <a:pt x="10761" y="31825"/>
                  </a:cubicBezTo>
                  <a:lnTo>
                    <a:pt x="10744" y="31850"/>
                  </a:lnTo>
                  <a:cubicBezTo>
                    <a:pt x="11159" y="31994"/>
                    <a:pt x="11590" y="32079"/>
                    <a:pt x="12022" y="32129"/>
                  </a:cubicBezTo>
                  <a:cubicBezTo>
                    <a:pt x="11463" y="32011"/>
                    <a:pt x="11971" y="32087"/>
                    <a:pt x="11683" y="31994"/>
                  </a:cubicBezTo>
                  <a:lnTo>
                    <a:pt x="11683" y="31994"/>
                  </a:lnTo>
                  <a:cubicBezTo>
                    <a:pt x="11776" y="32011"/>
                    <a:pt x="11861" y="32036"/>
                    <a:pt x="11954" y="32070"/>
                  </a:cubicBezTo>
                  <a:cubicBezTo>
                    <a:pt x="11990" y="32070"/>
                    <a:pt x="12193" y="32118"/>
                    <a:pt x="12236" y="32118"/>
                  </a:cubicBezTo>
                  <a:cubicBezTo>
                    <a:pt x="12244" y="32118"/>
                    <a:pt x="12246" y="32117"/>
                    <a:pt x="12243" y="32114"/>
                  </a:cubicBezTo>
                  <a:lnTo>
                    <a:pt x="12243" y="32114"/>
                  </a:lnTo>
                  <a:cubicBezTo>
                    <a:pt x="12306" y="32165"/>
                    <a:pt x="12633" y="32257"/>
                    <a:pt x="12918" y="32332"/>
                  </a:cubicBezTo>
                  <a:cubicBezTo>
                    <a:pt x="13198" y="32417"/>
                    <a:pt x="13426" y="32476"/>
                    <a:pt x="13282" y="32485"/>
                  </a:cubicBezTo>
                  <a:cubicBezTo>
                    <a:pt x="13629" y="32578"/>
                    <a:pt x="14712" y="32738"/>
                    <a:pt x="15473" y="32848"/>
                  </a:cubicBezTo>
                  <a:lnTo>
                    <a:pt x="15262" y="32832"/>
                  </a:lnTo>
                  <a:lnTo>
                    <a:pt x="15262" y="32832"/>
                  </a:lnTo>
                  <a:cubicBezTo>
                    <a:pt x="15629" y="32919"/>
                    <a:pt x="15806" y="32937"/>
                    <a:pt x="15939" y="32937"/>
                  </a:cubicBezTo>
                  <a:cubicBezTo>
                    <a:pt x="16033" y="32937"/>
                    <a:pt x="16106" y="32928"/>
                    <a:pt x="16208" y="32928"/>
                  </a:cubicBezTo>
                  <a:cubicBezTo>
                    <a:pt x="16268" y="32928"/>
                    <a:pt x="16338" y="32932"/>
                    <a:pt x="16429" y="32942"/>
                  </a:cubicBezTo>
                  <a:cubicBezTo>
                    <a:pt x="16376" y="32937"/>
                    <a:pt x="16343" y="32935"/>
                    <a:pt x="16326" y="32935"/>
                  </a:cubicBezTo>
                  <a:cubicBezTo>
                    <a:pt x="16211" y="32935"/>
                    <a:pt x="16805" y="33023"/>
                    <a:pt x="16945" y="33060"/>
                  </a:cubicBezTo>
                  <a:cubicBezTo>
                    <a:pt x="17317" y="33085"/>
                    <a:pt x="17622" y="33085"/>
                    <a:pt x="18129" y="33145"/>
                  </a:cubicBezTo>
                  <a:cubicBezTo>
                    <a:pt x="18265" y="33221"/>
                    <a:pt x="18417" y="33263"/>
                    <a:pt x="18569" y="33271"/>
                  </a:cubicBezTo>
                  <a:lnTo>
                    <a:pt x="18798" y="33271"/>
                  </a:lnTo>
                  <a:cubicBezTo>
                    <a:pt x="19128" y="33305"/>
                    <a:pt x="19559" y="33331"/>
                    <a:pt x="19771" y="33373"/>
                  </a:cubicBezTo>
                  <a:lnTo>
                    <a:pt x="19728" y="33373"/>
                  </a:lnTo>
                  <a:cubicBezTo>
                    <a:pt x="19850" y="33390"/>
                    <a:pt x="19932" y="33396"/>
                    <a:pt x="19978" y="33396"/>
                  </a:cubicBezTo>
                  <a:cubicBezTo>
                    <a:pt x="20070" y="33396"/>
                    <a:pt x="20016" y="33370"/>
                    <a:pt x="19830" y="33348"/>
                  </a:cubicBezTo>
                  <a:lnTo>
                    <a:pt x="19830" y="33348"/>
                  </a:lnTo>
                  <a:cubicBezTo>
                    <a:pt x="19948" y="33356"/>
                    <a:pt x="20058" y="33364"/>
                    <a:pt x="20177" y="33364"/>
                  </a:cubicBezTo>
                  <a:lnTo>
                    <a:pt x="20194" y="33373"/>
                  </a:lnTo>
                  <a:cubicBezTo>
                    <a:pt x="20422" y="33381"/>
                    <a:pt x="20650" y="33381"/>
                    <a:pt x="20904" y="33390"/>
                  </a:cubicBezTo>
                  <a:cubicBezTo>
                    <a:pt x="21166" y="33398"/>
                    <a:pt x="21454" y="33407"/>
                    <a:pt x="21826" y="33424"/>
                  </a:cubicBezTo>
                  <a:cubicBezTo>
                    <a:pt x="21670" y="33437"/>
                    <a:pt x="22127" y="33484"/>
                    <a:pt x="21963" y="33484"/>
                  </a:cubicBezTo>
                  <a:cubicBezTo>
                    <a:pt x="21923" y="33484"/>
                    <a:pt x="21847" y="33481"/>
                    <a:pt x="21716" y="33474"/>
                  </a:cubicBezTo>
                  <a:cubicBezTo>
                    <a:pt x="21911" y="33474"/>
                    <a:pt x="21615" y="33441"/>
                    <a:pt x="21581" y="33432"/>
                  </a:cubicBezTo>
                  <a:cubicBezTo>
                    <a:pt x="21336" y="33415"/>
                    <a:pt x="21116" y="33415"/>
                    <a:pt x="21014" y="33415"/>
                  </a:cubicBezTo>
                  <a:cubicBezTo>
                    <a:pt x="21090" y="33432"/>
                    <a:pt x="21014" y="33466"/>
                    <a:pt x="20887" y="33483"/>
                  </a:cubicBezTo>
                  <a:cubicBezTo>
                    <a:pt x="20919" y="33481"/>
                    <a:pt x="20955" y="33480"/>
                    <a:pt x="20994" y="33480"/>
                  </a:cubicBezTo>
                  <a:cubicBezTo>
                    <a:pt x="21102" y="33480"/>
                    <a:pt x="21235" y="33487"/>
                    <a:pt x="21378" y="33500"/>
                  </a:cubicBezTo>
                  <a:lnTo>
                    <a:pt x="21987" y="33525"/>
                  </a:lnTo>
                  <a:cubicBezTo>
                    <a:pt x="22221" y="33535"/>
                    <a:pt x="22442" y="33545"/>
                    <a:pt x="22597" y="33545"/>
                  </a:cubicBezTo>
                  <a:cubicBezTo>
                    <a:pt x="22711" y="33545"/>
                    <a:pt x="22791" y="33540"/>
                    <a:pt x="22816" y="33525"/>
                  </a:cubicBezTo>
                  <a:cubicBezTo>
                    <a:pt x="23112" y="33542"/>
                    <a:pt x="23450" y="33551"/>
                    <a:pt x="23797" y="33559"/>
                  </a:cubicBezTo>
                  <a:lnTo>
                    <a:pt x="24842" y="33593"/>
                  </a:lnTo>
                  <a:lnTo>
                    <a:pt x="24842" y="33593"/>
                  </a:lnTo>
                  <a:cubicBezTo>
                    <a:pt x="24815" y="33591"/>
                    <a:pt x="24763" y="33576"/>
                    <a:pt x="24779" y="33576"/>
                  </a:cubicBezTo>
                  <a:lnTo>
                    <a:pt x="24779" y="33576"/>
                  </a:lnTo>
                  <a:lnTo>
                    <a:pt x="25354" y="33618"/>
                  </a:lnTo>
                  <a:lnTo>
                    <a:pt x="25227" y="33618"/>
                  </a:lnTo>
                  <a:lnTo>
                    <a:pt x="25608" y="33652"/>
                  </a:lnTo>
                  <a:cubicBezTo>
                    <a:pt x="25641" y="33661"/>
                    <a:pt x="25498" y="33669"/>
                    <a:pt x="25337" y="33669"/>
                  </a:cubicBezTo>
                  <a:cubicBezTo>
                    <a:pt x="25320" y="33671"/>
                    <a:pt x="25303" y="33671"/>
                    <a:pt x="25287" y="33671"/>
                  </a:cubicBezTo>
                  <a:cubicBezTo>
                    <a:pt x="25239" y="33671"/>
                    <a:pt x="25203" y="33665"/>
                    <a:pt x="25223" y="33662"/>
                  </a:cubicBezTo>
                  <a:lnTo>
                    <a:pt x="25223" y="33662"/>
                  </a:lnTo>
                  <a:cubicBezTo>
                    <a:pt x="24885" y="33677"/>
                    <a:pt x="25592" y="33678"/>
                    <a:pt x="25328" y="33703"/>
                  </a:cubicBezTo>
                  <a:cubicBezTo>
                    <a:pt x="25227" y="33694"/>
                    <a:pt x="25100" y="33694"/>
                    <a:pt x="25024" y="33694"/>
                  </a:cubicBezTo>
                  <a:cubicBezTo>
                    <a:pt x="25149" y="33701"/>
                    <a:pt x="25256" y="33703"/>
                    <a:pt x="25352" y="33703"/>
                  </a:cubicBezTo>
                  <a:cubicBezTo>
                    <a:pt x="25477" y="33703"/>
                    <a:pt x="25583" y="33700"/>
                    <a:pt x="25683" y="33700"/>
                  </a:cubicBezTo>
                  <a:cubicBezTo>
                    <a:pt x="25791" y="33700"/>
                    <a:pt x="25893" y="33704"/>
                    <a:pt x="26005" y="33720"/>
                  </a:cubicBezTo>
                  <a:cubicBezTo>
                    <a:pt x="26271" y="33695"/>
                    <a:pt x="26542" y="33679"/>
                    <a:pt x="26814" y="33679"/>
                  </a:cubicBezTo>
                  <a:cubicBezTo>
                    <a:pt x="26914" y="33679"/>
                    <a:pt x="27014" y="33681"/>
                    <a:pt x="27113" y="33686"/>
                  </a:cubicBezTo>
                  <a:cubicBezTo>
                    <a:pt x="27068" y="33693"/>
                    <a:pt x="27080" y="33695"/>
                    <a:pt x="27118" y="33695"/>
                  </a:cubicBezTo>
                  <a:cubicBezTo>
                    <a:pt x="27167" y="33695"/>
                    <a:pt x="27260" y="33691"/>
                    <a:pt x="27327" y="33691"/>
                  </a:cubicBezTo>
                  <a:cubicBezTo>
                    <a:pt x="27398" y="33691"/>
                    <a:pt x="27439" y="33695"/>
                    <a:pt x="27359" y="33711"/>
                  </a:cubicBezTo>
                  <a:cubicBezTo>
                    <a:pt x="27519" y="33686"/>
                    <a:pt x="27909" y="33703"/>
                    <a:pt x="27968" y="33686"/>
                  </a:cubicBezTo>
                  <a:lnTo>
                    <a:pt x="27968" y="33686"/>
                  </a:lnTo>
                  <a:cubicBezTo>
                    <a:pt x="27904" y="33690"/>
                    <a:pt x="27843" y="33692"/>
                    <a:pt x="27782" y="33692"/>
                  </a:cubicBezTo>
                  <a:cubicBezTo>
                    <a:pt x="27720" y="33692"/>
                    <a:pt x="27659" y="33690"/>
                    <a:pt x="27596" y="33686"/>
                  </a:cubicBezTo>
                  <a:cubicBezTo>
                    <a:pt x="27731" y="33669"/>
                    <a:pt x="27866" y="33661"/>
                    <a:pt x="28002" y="33661"/>
                  </a:cubicBezTo>
                  <a:lnTo>
                    <a:pt x="28018" y="33661"/>
                  </a:lnTo>
                  <a:cubicBezTo>
                    <a:pt x="28298" y="33644"/>
                    <a:pt x="28112" y="33593"/>
                    <a:pt x="28602" y="33584"/>
                  </a:cubicBezTo>
                  <a:cubicBezTo>
                    <a:pt x="28844" y="33572"/>
                    <a:pt x="28988" y="33566"/>
                    <a:pt x="29063" y="33566"/>
                  </a:cubicBezTo>
                  <a:cubicBezTo>
                    <a:pt x="29384" y="33566"/>
                    <a:pt x="28451" y="33662"/>
                    <a:pt x="28602" y="33669"/>
                  </a:cubicBezTo>
                  <a:cubicBezTo>
                    <a:pt x="28840" y="33641"/>
                    <a:pt x="29079" y="33625"/>
                    <a:pt x="29317" y="33625"/>
                  </a:cubicBezTo>
                  <a:cubicBezTo>
                    <a:pt x="29366" y="33625"/>
                    <a:pt x="29415" y="33625"/>
                    <a:pt x="29464" y="33627"/>
                  </a:cubicBezTo>
                  <a:lnTo>
                    <a:pt x="29464" y="33627"/>
                  </a:lnTo>
                  <a:cubicBezTo>
                    <a:pt x="29599" y="33610"/>
                    <a:pt x="29738" y="33610"/>
                    <a:pt x="29871" y="33610"/>
                  </a:cubicBezTo>
                  <a:cubicBezTo>
                    <a:pt x="29947" y="33584"/>
                    <a:pt x="30099" y="33551"/>
                    <a:pt x="30184" y="33525"/>
                  </a:cubicBezTo>
                  <a:lnTo>
                    <a:pt x="30768" y="33483"/>
                  </a:lnTo>
                  <a:lnTo>
                    <a:pt x="30649" y="33508"/>
                  </a:lnTo>
                  <a:cubicBezTo>
                    <a:pt x="30776" y="33491"/>
                    <a:pt x="30895" y="33483"/>
                    <a:pt x="31005" y="33474"/>
                  </a:cubicBezTo>
                  <a:lnTo>
                    <a:pt x="31005" y="33474"/>
                  </a:lnTo>
                  <a:cubicBezTo>
                    <a:pt x="31055" y="33491"/>
                    <a:pt x="30886" y="33500"/>
                    <a:pt x="30717" y="33517"/>
                  </a:cubicBezTo>
                  <a:cubicBezTo>
                    <a:pt x="30745" y="33519"/>
                    <a:pt x="30773" y="33520"/>
                    <a:pt x="30801" y="33520"/>
                  </a:cubicBezTo>
                  <a:cubicBezTo>
                    <a:pt x="30886" y="33520"/>
                    <a:pt x="30973" y="33510"/>
                    <a:pt x="31055" y="33491"/>
                  </a:cubicBezTo>
                  <a:lnTo>
                    <a:pt x="30988" y="33491"/>
                  </a:lnTo>
                  <a:cubicBezTo>
                    <a:pt x="31116" y="33477"/>
                    <a:pt x="31517" y="33427"/>
                    <a:pt x="31378" y="33427"/>
                  </a:cubicBezTo>
                  <a:cubicBezTo>
                    <a:pt x="31352" y="33427"/>
                    <a:pt x="31308" y="33428"/>
                    <a:pt x="31242" y="33432"/>
                  </a:cubicBezTo>
                  <a:cubicBezTo>
                    <a:pt x="31563" y="33390"/>
                    <a:pt x="31673" y="33415"/>
                    <a:pt x="31884" y="33390"/>
                  </a:cubicBezTo>
                  <a:lnTo>
                    <a:pt x="31884" y="33390"/>
                  </a:lnTo>
                  <a:cubicBezTo>
                    <a:pt x="31910" y="33407"/>
                    <a:pt x="31707" y="33432"/>
                    <a:pt x="31825" y="33432"/>
                  </a:cubicBezTo>
                  <a:cubicBezTo>
                    <a:pt x="32037" y="33415"/>
                    <a:pt x="32172" y="33407"/>
                    <a:pt x="32350" y="33390"/>
                  </a:cubicBezTo>
                  <a:lnTo>
                    <a:pt x="32350" y="33390"/>
                  </a:lnTo>
                  <a:cubicBezTo>
                    <a:pt x="32330" y="33391"/>
                    <a:pt x="32316" y="33391"/>
                    <a:pt x="32306" y="33391"/>
                  </a:cubicBezTo>
                  <a:cubicBezTo>
                    <a:pt x="32243" y="33391"/>
                    <a:pt x="32314" y="33377"/>
                    <a:pt x="32242" y="33377"/>
                  </a:cubicBezTo>
                  <a:cubicBezTo>
                    <a:pt x="32220" y="33377"/>
                    <a:pt x="32185" y="33378"/>
                    <a:pt x="32130" y="33381"/>
                  </a:cubicBezTo>
                  <a:cubicBezTo>
                    <a:pt x="32231" y="33364"/>
                    <a:pt x="32502" y="33339"/>
                    <a:pt x="32493" y="33331"/>
                  </a:cubicBezTo>
                  <a:lnTo>
                    <a:pt x="32493" y="33331"/>
                  </a:lnTo>
                  <a:cubicBezTo>
                    <a:pt x="32392" y="33348"/>
                    <a:pt x="32290" y="33356"/>
                    <a:pt x="32189" y="33356"/>
                  </a:cubicBezTo>
                  <a:cubicBezTo>
                    <a:pt x="32477" y="33322"/>
                    <a:pt x="32781" y="33297"/>
                    <a:pt x="33077" y="33280"/>
                  </a:cubicBezTo>
                  <a:lnTo>
                    <a:pt x="33077" y="33280"/>
                  </a:lnTo>
                  <a:cubicBezTo>
                    <a:pt x="33068" y="33283"/>
                    <a:pt x="33059" y="33286"/>
                    <a:pt x="33050" y="33289"/>
                  </a:cubicBezTo>
                  <a:lnTo>
                    <a:pt x="33050" y="33289"/>
                  </a:lnTo>
                  <a:cubicBezTo>
                    <a:pt x="33437" y="33226"/>
                    <a:pt x="33976" y="33184"/>
                    <a:pt x="34219" y="33119"/>
                  </a:cubicBezTo>
                  <a:lnTo>
                    <a:pt x="34101" y="33119"/>
                  </a:lnTo>
                  <a:cubicBezTo>
                    <a:pt x="33991" y="33145"/>
                    <a:pt x="33872" y="33161"/>
                    <a:pt x="33745" y="33161"/>
                  </a:cubicBezTo>
                  <a:cubicBezTo>
                    <a:pt x="34033" y="33119"/>
                    <a:pt x="33542" y="33153"/>
                    <a:pt x="33847" y="33102"/>
                  </a:cubicBezTo>
                  <a:cubicBezTo>
                    <a:pt x="34262" y="33051"/>
                    <a:pt x="34642" y="33035"/>
                    <a:pt x="34862" y="32975"/>
                  </a:cubicBezTo>
                  <a:lnTo>
                    <a:pt x="34862" y="32975"/>
                  </a:lnTo>
                  <a:lnTo>
                    <a:pt x="34228" y="33035"/>
                  </a:lnTo>
                  <a:cubicBezTo>
                    <a:pt x="34025" y="33060"/>
                    <a:pt x="33847" y="33068"/>
                    <a:pt x="33771" y="33094"/>
                  </a:cubicBezTo>
                  <a:lnTo>
                    <a:pt x="34025" y="33068"/>
                  </a:lnTo>
                  <a:lnTo>
                    <a:pt x="33441" y="33170"/>
                  </a:lnTo>
                  <a:cubicBezTo>
                    <a:pt x="33438" y="33168"/>
                    <a:pt x="33431" y="33167"/>
                    <a:pt x="33420" y="33167"/>
                  </a:cubicBezTo>
                  <a:cubicBezTo>
                    <a:pt x="33337" y="33167"/>
                    <a:pt x="33046" y="33209"/>
                    <a:pt x="32958" y="33209"/>
                  </a:cubicBezTo>
                  <a:cubicBezTo>
                    <a:pt x="32941" y="33209"/>
                    <a:pt x="32932" y="33207"/>
                    <a:pt x="32933" y="33204"/>
                  </a:cubicBezTo>
                  <a:lnTo>
                    <a:pt x="33475" y="33145"/>
                  </a:lnTo>
                  <a:cubicBezTo>
                    <a:pt x="33473" y="33144"/>
                    <a:pt x="33468" y="33144"/>
                    <a:pt x="33462" y="33144"/>
                  </a:cubicBezTo>
                  <a:cubicBezTo>
                    <a:pt x="33375" y="33144"/>
                    <a:pt x="32919" y="33196"/>
                    <a:pt x="32722" y="33204"/>
                  </a:cubicBezTo>
                  <a:cubicBezTo>
                    <a:pt x="32815" y="33204"/>
                    <a:pt x="32900" y="33195"/>
                    <a:pt x="32993" y="33195"/>
                  </a:cubicBezTo>
                  <a:cubicBezTo>
                    <a:pt x="32510" y="33255"/>
                    <a:pt x="31901" y="33297"/>
                    <a:pt x="31436" y="33348"/>
                  </a:cubicBezTo>
                  <a:cubicBezTo>
                    <a:pt x="31543" y="33332"/>
                    <a:pt x="31546" y="33329"/>
                    <a:pt x="31504" y="33329"/>
                  </a:cubicBezTo>
                  <a:cubicBezTo>
                    <a:pt x="31476" y="33329"/>
                    <a:pt x="31428" y="33331"/>
                    <a:pt x="31377" y="33331"/>
                  </a:cubicBezTo>
                  <a:cubicBezTo>
                    <a:pt x="31324" y="33334"/>
                    <a:pt x="31270" y="33336"/>
                    <a:pt x="31235" y="33336"/>
                  </a:cubicBezTo>
                  <a:cubicBezTo>
                    <a:pt x="31186" y="33336"/>
                    <a:pt x="31174" y="33332"/>
                    <a:pt x="31258" y="33322"/>
                  </a:cubicBezTo>
                  <a:cubicBezTo>
                    <a:pt x="31343" y="33314"/>
                    <a:pt x="31428" y="33305"/>
                    <a:pt x="31521" y="33305"/>
                  </a:cubicBezTo>
                  <a:cubicBezTo>
                    <a:pt x="31529" y="33299"/>
                    <a:pt x="31516" y="33297"/>
                    <a:pt x="31491" y="33297"/>
                  </a:cubicBezTo>
                  <a:cubicBezTo>
                    <a:pt x="31430" y="33297"/>
                    <a:pt x="31298" y="33309"/>
                    <a:pt x="31207" y="33309"/>
                  </a:cubicBezTo>
                  <a:cubicBezTo>
                    <a:pt x="31180" y="33309"/>
                    <a:pt x="31156" y="33308"/>
                    <a:pt x="31140" y="33305"/>
                  </a:cubicBezTo>
                  <a:cubicBezTo>
                    <a:pt x="31089" y="33322"/>
                    <a:pt x="30616" y="33364"/>
                    <a:pt x="30895" y="33364"/>
                  </a:cubicBezTo>
                  <a:cubicBezTo>
                    <a:pt x="30756" y="33364"/>
                    <a:pt x="30464" y="33399"/>
                    <a:pt x="30253" y="33399"/>
                  </a:cubicBezTo>
                  <a:cubicBezTo>
                    <a:pt x="30232" y="33399"/>
                    <a:pt x="30212" y="33399"/>
                    <a:pt x="30193" y="33398"/>
                  </a:cubicBezTo>
                  <a:lnTo>
                    <a:pt x="30193" y="33398"/>
                  </a:lnTo>
                  <a:cubicBezTo>
                    <a:pt x="30252" y="33424"/>
                    <a:pt x="29812" y="33449"/>
                    <a:pt x="29727" y="33458"/>
                  </a:cubicBezTo>
                  <a:lnTo>
                    <a:pt x="29490" y="33458"/>
                  </a:lnTo>
                  <a:cubicBezTo>
                    <a:pt x="29685" y="33432"/>
                    <a:pt x="29922" y="33415"/>
                    <a:pt x="30167" y="33390"/>
                  </a:cubicBezTo>
                  <a:cubicBezTo>
                    <a:pt x="30243" y="33390"/>
                    <a:pt x="30319" y="33390"/>
                    <a:pt x="30396" y="33373"/>
                  </a:cubicBezTo>
                  <a:lnTo>
                    <a:pt x="30396" y="33364"/>
                  </a:lnTo>
                  <a:cubicBezTo>
                    <a:pt x="30895" y="33305"/>
                    <a:pt x="31385" y="33255"/>
                    <a:pt x="31631" y="33221"/>
                  </a:cubicBezTo>
                  <a:lnTo>
                    <a:pt x="31631" y="33221"/>
                  </a:lnTo>
                  <a:lnTo>
                    <a:pt x="31512" y="33246"/>
                  </a:lnTo>
                  <a:cubicBezTo>
                    <a:pt x="31884" y="33178"/>
                    <a:pt x="32257" y="33187"/>
                    <a:pt x="32637" y="33128"/>
                  </a:cubicBezTo>
                  <a:lnTo>
                    <a:pt x="32637" y="33128"/>
                  </a:lnTo>
                  <a:cubicBezTo>
                    <a:pt x="32620" y="33136"/>
                    <a:pt x="32578" y="33136"/>
                    <a:pt x="32654" y="33136"/>
                  </a:cubicBezTo>
                  <a:cubicBezTo>
                    <a:pt x="33119" y="33102"/>
                    <a:pt x="33306" y="33026"/>
                    <a:pt x="33686" y="33018"/>
                  </a:cubicBezTo>
                  <a:lnTo>
                    <a:pt x="33686" y="33018"/>
                  </a:lnTo>
                  <a:lnTo>
                    <a:pt x="33636" y="33035"/>
                  </a:lnTo>
                  <a:cubicBezTo>
                    <a:pt x="33669" y="33026"/>
                    <a:pt x="33898" y="32992"/>
                    <a:pt x="33847" y="32984"/>
                  </a:cubicBezTo>
                  <a:lnTo>
                    <a:pt x="33847" y="32984"/>
                  </a:lnTo>
                  <a:cubicBezTo>
                    <a:pt x="33534" y="33018"/>
                    <a:pt x="33475" y="33035"/>
                    <a:pt x="33187" y="33051"/>
                  </a:cubicBezTo>
                  <a:cubicBezTo>
                    <a:pt x="33373" y="33018"/>
                    <a:pt x="33559" y="32992"/>
                    <a:pt x="33737" y="32975"/>
                  </a:cubicBezTo>
                  <a:lnTo>
                    <a:pt x="33762" y="32942"/>
                  </a:lnTo>
                  <a:cubicBezTo>
                    <a:pt x="33991" y="32891"/>
                    <a:pt x="34245" y="32908"/>
                    <a:pt x="34473" y="32848"/>
                  </a:cubicBezTo>
                  <a:lnTo>
                    <a:pt x="34473" y="32848"/>
                  </a:lnTo>
                  <a:lnTo>
                    <a:pt x="34194" y="32865"/>
                  </a:lnTo>
                  <a:lnTo>
                    <a:pt x="34194" y="32865"/>
                  </a:lnTo>
                  <a:lnTo>
                    <a:pt x="34245" y="32857"/>
                  </a:lnTo>
                  <a:lnTo>
                    <a:pt x="34245" y="32857"/>
                  </a:lnTo>
                  <a:cubicBezTo>
                    <a:pt x="34152" y="32865"/>
                    <a:pt x="34067" y="32882"/>
                    <a:pt x="33982" y="32899"/>
                  </a:cubicBezTo>
                  <a:cubicBezTo>
                    <a:pt x="33824" y="32922"/>
                    <a:pt x="33667" y="32937"/>
                    <a:pt x="33509" y="32937"/>
                  </a:cubicBezTo>
                  <a:cubicBezTo>
                    <a:pt x="33430" y="32937"/>
                    <a:pt x="33351" y="32933"/>
                    <a:pt x="33272" y="32925"/>
                  </a:cubicBezTo>
                  <a:cubicBezTo>
                    <a:pt x="33248" y="32927"/>
                    <a:pt x="33231" y="32928"/>
                    <a:pt x="33219" y="32928"/>
                  </a:cubicBezTo>
                  <a:cubicBezTo>
                    <a:pt x="33138" y="32928"/>
                    <a:pt x="33336" y="32881"/>
                    <a:pt x="33314" y="32874"/>
                  </a:cubicBezTo>
                  <a:lnTo>
                    <a:pt x="33314" y="32874"/>
                  </a:lnTo>
                  <a:cubicBezTo>
                    <a:pt x="33001" y="32908"/>
                    <a:pt x="33026" y="32942"/>
                    <a:pt x="32705" y="32975"/>
                  </a:cubicBezTo>
                  <a:cubicBezTo>
                    <a:pt x="32686" y="32977"/>
                    <a:pt x="32672" y="32978"/>
                    <a:pt x="32663" y="32978"/>
                  </a:cubicBezTo>
                  <a:cubicBezTo>
                    <a:pt x="32625" y="32978"/>
                    <a:pt x="32671" y="32965"/>
                    <a:pt x="32705" y="32958"/>
                  </a:cubicBezTo>
                  <a:lnTo>
                    <a:pt x="32705" y="32958"/>
                  </a:lnTo>
                  <a:lnTo>
                    <a:pt x="32477" y="32992"/>
                  </a:lnTo>
                  <a:cubicBezTo>
                    <a:pt x="32466" y="32992"/>
                    <a:pt x="32260" y="33005"/>
                    <a:pt x="32176" y="33005"/>
                  </a:cubicBezTo>
                  <a:cubicBezTo>
                    <a:pt x="32124" y="33005"/>
                    <a:pt x="32119" y="33000"/>
                    <a:pt x="32240" y="32984"/>
                  </a:cubicBezTo>
                  <a:lnTo>
                    <a:pt x="32434" y="32958"/>
                  </a:lnTo>
                  <a:lnTo>
                    <a:pt x="32434" y="32958"/>
                  </a:lnTo>
                  <a:cubicBezTo>
                    <a:pt x="32133" y="32970"/>
                    <a:pt x="31676" y="32994"/>
                    <a:pt x="31427" y="32994"/>
                  </a:cubicBezTo>
                  <a:cubicBezTo>
                    <a:pt x="31312" y="32994"/>
                    <a:pt x="31242" y="32989"/>
                    <a:pt x="31250" y="32975"/>
                  </a:cubicBezTo>
                  <a:lnTo>
                    <a:pt x="31250" y="32975"/>
                  </a:lnTo>
                  <a:cubicBezTo>
                    <a:pt x="31013" y="32984"/>
                    <a:pt x="31081" y="32992"/>
                    <a:pt x="30692" y="33009"/>
                  </a:cubicBezTo>
                  <a:cubicBezTo>
                    <a:pt x="30514" y="33043"/>
                    <a:pt x="30717" y="33051"/>
                    <a:pt x="30294" y="33094"/>
                  </a:cubicBezTo>
                  <a:lnTo>
                    <a:pt x="30624" y="33085"/>
                  </a:lnTo>
                  <a:lnTo>
                    <a:pt x="30819" y="33060"/>
                  </a:lnTo>
                  <a:lnTo>
                    <a:pt x="30819" y="33060"/>
                  </a:lnTo>
                  <a:lnTo>
                    <a:pt x="30480" y="33085"/>
                  </a:lnTo>
                  <a:cubicBezTo>
                    <a:pt x="30692" y="33060"/>
                    <a:pt x="30658" y="33051"/>
                    <a:pt x="30717" y="33026"/>
                  </a:cubicBezTo>
                  <a:cubicBezTo>
                    <a:pt x="30914" y="33014"/>
                    <a:pt x="31058" y="33010"/>
                    <a:pt x="31174" y="33010"/>
                  </a:cubicBezTo>
                  <a:cubicBezTo>
                    <a:pt x="31302" y="33010"/>
                    <a:pt x="31397" y="33014"/>
                    <a:pt x="31494" y="33014"/>
                  </a:cubicBezTo>
                  <a:cubicBezTo>
                    <a:pt x="31548" y="33014"/>
                    <a:pt x="31603" y="33013"/>
                    <a:pt x="31664" y="33009"/>
                  </a:cubicBezTo>
                  <a:lnTo>
                    <a:pt x="31664" y="33009"/>
                  </a:lnTo>
                  <a:cubicBezTo>
                    <a:pt x="31504" y="33043"/>
                    <a:pt x="31216" y="33060"/>
                    <a:pt x="31326" y="33077"/>
                  </a:cubicBezTo>
                  <a:cubicBezTo>
                    <a:pt x="31301" y="33076"/>
                    <a:pt x="31279" y="33076"/>
                    <a:pt x="31258" y="33076"/>
                  </a:cubicBezTo>
                  <a:cubicBezTo>
                    <a:pt x="31048" y="33076"/>
                    <a:pt x="31002" y="33111"/>
                    <a:pt x="30725" y="33111"/>
                  </a:cubicBezTo>
                  <a:lnTo>
                    <a:pt x="30785" y="33102"/>
                  </a:lnTo>
                  <a:lnTo>
                    <a:pt x="30785" y="33102"/>
                  </a:lnTo>
                  <a:cubicBezTo>
                    <a:pt x="30531" y="33136"/>
                    <a:pt x="30497" y="33111"/>
                    <a:pt x="30294" y="33145"/>
                  </a:cubicBezTo>
                  <a:cubicBezTo>
                    <a:pt x="30311" y="33136"/>
                    <a:pt x="30277" y="33136"/>
                    <a:pt x="30252" y="33136"/>
                  </a:cubicBezTo>
                  <a:cubicBezTo>
                    <a:pt x="29803" y="33170"/>
                    <a:pt x="30387" y="33145"/>
                    <a:pt x="29939" y="33195"/>
                  </a:cubicBezTo>
                  <a:cubicBezTo>
                    <a:pt x="29908" y="33196"/>
                    <a:pt x="29882" y="33196"/>
                    <a:pt x="29859" y="33196"/>
                  </a:cubicBezTo>
                  <a:cubicBezTo>
                    <a:pt x="29579" y="33196"/>
                    <a:pt x="29796" y="33152"/>
                    <a:pt x="29702" y="33145"/>
                  </a:cubicBezTo>
                  <a:cubicBezTo>
                    <a:pt x="30370" y="33085"/>
                    <a:pt x="29685" y="33111"/>
                    <a:pt x="30404" y="33035"/>
                  </a:cubicBezTo>
                  <a:cubicBezTo>
                    <a:pt x="30404" y="33020"/>
                    <a:pt x="30353" y="33015"/>
                    <a:pt x="30264" y="33015"/>
                  </a:cubicBezTo>
                  <a:cubicBezTo>
                    <a:pt x="30143" y="33015"/>
                    <a:pt x="29952" y="33025"/>
                    <a:pt x="29727" y="33035"/>
                  </a:cubicBezTo>
                  <a:cubicBezTo>
                    <a:pt x="29981" y="33043"/>
                    <a:pt x="29575" y="33094"/>
                    <a:pt x="29913" y="33111"/>
                  </a:cubicBezTo>
                  <a:cubicBezTo>
                    <a:pt x="29363" y="33151"/>
                    <a:pt x="29377" y="33213"/>
                    <a:pt x="28842" y="33213"/>
                  </a:cubicBezTo>
                  <a:cubicBezTo>
                    <a:pt x="28812" y="33213"/>
                    <a:pt x="28779" y="33213"/>
                    <a:pt x="28745" y="33212"/>
                  </a:cubicBezTo>
                  <a:lnTo>
                    <a:pt x="28745" y="33212"/>
                  </a:lnTo>
                  <a:cubicBezTo>
                    <a:pt x="28661" y="33221"/>
                    <a:pt x="28576" y="33238"/>
                    <a:pt x="28484" y="33246"/>
                  </a:cubicBezTo>
                  <a:lnTo>
                    <a:pt x="28120" y="33238"/>
                  </a:lnTo>
                  <a:cubicBezTo>
                    <a:pt x="28340" y="33195"/>
                    <a:pt x="28628" y="33204"/>
                    <a:pt x="28805" y="33178"/>
                  </a:cubicBezTo>
                  <a:cubicBezTo>
                    <a:pt x="28756" y="33177"/>
                    <a:pt x="28710" y="33176"/>
                    <a:pt x="28667" y="33176"/>
                  </a:cubicBezTo>
                  <a:cubicBezTo>
                    <a:pt x="28319" y="33176"/>
                    <a:pt x="28148" y="33230"/>
                    <a:pt x="27689" y="33238"/>
                  </a:cubicBezTo>
                  <a:cubicBezTo>
                    <a:pt x="27257" y="33204"/>
                    <a:pt x="28213" y="33204"/>
                    <a:pt x="28213" y="33170"/>
                  </a:cubicBezTo>
                  <a:lnTo>
                    <a:pt x="28213" y="33170"/>
                  </a:lnTo>
                  <a:cubicBezTo>
                    <a:pt x="28181" y="33172"/>
                    <a:pt x="28150" y="33173"/>
                    <a:pt x="28118" y="33173"/>
                  </a:cubicBezTo>
                  <a:cubicBezTo>
                    <a:pt x="28031" y="33173"/>
                    <a:pt x="27944" y="33165"/>
                    <a:pt x="27858" y="33153"/>
                  </a:cubicBezTo>
                  <a:cubicBezTo>
                    <a:pt x="28340" y="33153"/>
                    <a:pt x="28154" y="33128"/>
                    <a:pt x="28687" y="33128"/>
                  </a:cubicBezTo>
                  <a:cubicBezTo>
                    <a:pt x="28425" y="33153"/>
                    <a:pt x="28729" y="33145"/>
                    <a:pt x="28678" y="33161"/>
                  </a:cubicBezTo>
                  <a:cubicBezTo>
                    <a:pt x="28754" y="33145"/>
                    <a:pt x="29254" y="33119"/>
                    <a:pt x="29609" y="33111"/>
                  </a:cubicBezTo>
                  <a:cubicBezTo>
                    <a:pt x="29651" y="33094"/>
                    <a:pt x="29575" y="33090"/>
                    <a:pt x="29461" y="33090"/>
                  </a:cubicBezTo>
                  <a:cubicBezTo>
                    <a:pt x="29347" y="33090"/>
                    <a:pt x="29194" y="33094"/>
                    <a:pt x="29084" y="33094"/>
                  </a:cubicBezTo>
                  <a:cubicBezTo>
                    <a:pt x="28873" y="33119"/>
                    <a:pt x="28661" y="33128"/>
                    <a:pt x="28450" y="33128"/>
                  </a:cubicBezTo>
                  <a:cubicBezTo>
                    <a:pt x="28400" y="33125"/>
                    <a:pt x="28350" y="33124"/>
                    <a:pt x="28300" y="33124"/>
                  </a:cubicBezTo>
                  <a:cubicBezTo>
                    <a:pt x="28164" y="33124"/>
                    <a:pt x="28028" y="33132"/>
                    <a:pt x="27892" y="33145"/>
                  </a:cubicBezTo>
                  <a:cubicBezTo>
                    <a:pt x="27850" y="33145"/>
                    <a:pt x="27816" y="33146"/>
                    <a:pt x="27788" y="33146"/>
                  </a:cubicBezTo>
                  <a:cubicBezTo>
                    <a:pt x="27508" y="33146"/>
                    <a:pt x="27855" y="33111"/>
                    <a:pt x="27824" y="33111"/>
                  </a:cubicBezTo>
                  <a:cubicBezTo>
                    <a:pt x="27409" y="33111"/>
                    <a:pt x="27646" y="33145"/>
                    <a:pt x="27519" y="33153"/>
                  </a:cubicBezTo>
                  <a:cubicBezTo>
                    <a:pt x="27380" y="33161"/>
                    <a:pt x="27269" y="33163"/>
                    <a:pt x="27175" y="33163"/>
                  </a:cubicBezTo>
                  <a:cubicBezTo>
                    <a:pt x="26845" y="33163"/>
                    <a:pt x="26728" y="33128"/>
                    <a:pt x="26386" y="33128"/>
                  </a:cubicBezTo>
                  <a:cubicBezTo>
                    <a:pt x="26250" y="33140"/>
                    <a:pt x="26045" y="33148"/>
                    <a:pt x="25810" y="33148"/>
                  </a:cubicBezTo>
                  <a:cubicBezTo>
                    <a:pt x="25723" y="33148"/>
                    <a:pt x="25633" y="33147"/>
                    <a:pt x="25540" y="33145"/>
                  </a:cubicBezTo>
                  <a:lnTo>
                    <a:pt x="24491" y="33119"/>
                  </a:lnTo>
                  <a:cubicBezTo>
                    <a:pt x="24567" y="33111"/>
                    <a:pt x="24491" y="33102"/>
                    <a:pt x="24449" y="33085"/>
                  </a:cubicBezTo>
                  <a:cubicBezTo>
                    <a:pt x="24212" y="33119"/>
                    <a:pt x="23975" y="33128"/>
                    <a:pt x="23738" y="33128"/>
                  </a:cubicBezTo>
                  <a:lnTo>
                    <a:pt x="24136" y="33161"/>
                  </a:lnTo>
                  <a:cubicBezTo>
                    <a:pt x="24064" y="33164"/>
                    <a:pt x="23992" y="33165"/>
                    <a:pt x="23920" y="33165"/>
                  </a:cubicBezTo>
                  <a:cubicBezTo>
                    <a:pt x="23704" y="33165"/>
                    <a:pt x="23488" y="33155"/>
                    <a:pt x="23273" y="33136"/>
                  </a:cubicBezTo>
                  <a:lnTo>
                    <a:pt x="23273" y="33136"/>
                  </a:lnTo>
                  <a:cubicBezTo>
                    <a:pt x="23430" y="33160"/>
                    <a:pt x="23370" y="33168"/>
                    <a:pt x="23229" y="33168"/>
                  </a:cubicBezTo>
                  <a:cubicBezTo>
                    <a:pt x="23027" y="33168"/>
                    <a:pt x="22659" y="33153"/>
                    <a:pt x="22520" y="33153"/>
                  </a:cubicBezTo>
                  <a:cubicBezTo>
                    <a:pt x="22198" y="33119"/>
                    <a:pt x="21877" y="33128"/>
                    <a:pt x="21699" y="33094"/>
                  </a:cubicBezTo>
                  <a:lnTo>
                    <a:pt x="21742" y="33094"/>
                  </a:lnTo>
                  <a:cubicBezTo>
                    <a:pt x="21589" y="33085"/>
                    <a:pt x="21429" y="33068"/>
                    <a:pt x="21276" y="33060"/>
                  </a:cubicBezTo>
                  <a:lnTo>
                    <a:pt x="21336" y="33018"/>
                  </a:lnTo>
                  <a:cubicBezTo>
                    <a:pt x="21154" y="32994"/>
                    <a:pt x="20949" y="32983"/>
                    <a:pt x="20824" y="32983"/>
                  </a:cubicBezTo>
                  <a:cubicBezTo>
                    <a:pt x="20727" y="32983"/>
                    <a:pt x="20678" y="32990"/>
                    <a:pt x="20726" y="33001"/>
                  </a:cubicBezTo>
                  <a:cubicBezTo>
                    <a:pt x="20388" y="32958"/>
                    <a:pt x="20583" y="32975"/>
                    <a:pt x="20540" y="32950"/>
                  </a:cubicBezTo>
                  <a:cubicBezTo>
                    <a:pt x="20594" y="32950"/>
                    <a:pt x="20665" y="32949"/>
                    <a:pt x="20744" y="32949"/>
                  </a:cubicBezTo>
                  <a:cubicBezTo>
                    <a:pt x="20939" y="32949"/>
                    <a:pt x="21175" y="32954"/>
                    <a:pt x="21259" y="32984"/>
                  </a:cubicBezTo>
                  <a:cubicBezTo>
                    <a:pt x="21231" y="32984"/>
                    <a:pt x="21207" y="32980"/>
                    <a:pt x="21181" y="32980"/>
                  </a:cubicBezTo>
                  <a:cubicBezTo>
                    <a:pt x="21168" y="32980"/>
                    <a:pt x="21155" y="32981"/>
                    <a:pt x="21141" y="32984"/>
                  </a:cubicBezTo>
                  <a:cubicBezTo>
                    <a:pt x="21372" y="33004"/>
                    <a:pt x="21502" y="33011"/>
                    <a:pt x="21576" y="33011"/>
                  </a:cubicBezTo>
                  <a:cubicBezTo>
                    <a:pt x="21764" y="33011"/>
                    <a:pt x="21594" y="32965"/>
                    <a:pt x="21796" y="32965"/>
                  </a:cubicBezTo>
                  <a:cubicBezTo>
                    <a:pt x="21818" y="32965"/>
                    <a:pt x="21845" y="32966"/>
                    <a:pt x="21877" y="32967"/>
                  </a:cubicBezTo>
                  <a:cubicBezTo>
                    <a:pt x="21649" y="32950"/>
                    <a:pt x="21479" y="32916"/>
                    <a:pt x="21234" y="32908"/>
                  </a:cubicBezTo>
                  <a:cubicBezTo>
                    <a:pt x="21116" y="32899"/>
                    <a:pt x="20650" y="32882"/>
                    <a:pt x="20422" y="32882"/>
                  </a:cubicBezTo>
                  <a:cubicBezTo>
                    <a:pt x="20667" y="32882"/>
                    <a:pt x="20913" y="32908"/>
                    <a:pt x="21158" y="32950"/>
                  </a:cubicBezTo>
                  <a:cubicBezTo>
                    <a:pt x="21085" y="32944"/>
                    <a:pt x="21032" y="32943"/>
                    <a:pt x="20988" y="32943"/>
                  </a:cubicBezTo>
                  <a:cubicBezTo>
                    <a:pt x="20966" y="32943"/>
                    <a:pt x="20946" y="32944"/>
                    <a:pt x="20926" y="32944"/>
                  </a:cubicBezTo>
                  <a:cubicBezTo>
                    <a:pt x="20868" y="32944"/>
                    <a:pt x="20815" y="32942"/>
                    <a:pt x="20726" y="32925"/>
                  </a:cubicBezTo>
                  <a:lnTo>
                    <a:pt x="20549" y="32925"/>
                  </a:lnTo>
                  <a:cubicBezTo>
                    <a:pt x="20515" y="32899"/>
                    <a:pt x="19914" y="32865"/>
                    <a:pt x="20270" y="32865"/>
                  </a:cubicBezTo>
                  <a:cubicBezTo>
                    <a:pt x="20202" y="32862"/>
                    <a:pt x="20158" y="32860"/>
                    <a:pt x="20128" y="32860"/>
                  </a:cubicBezTo>
                  <a:cubicBezTo>
                    <a:pt x="20045" y="32860"/>
                    <a:pt x="20068" y="32870"/>
                    <a:pt x="19997" y="32870"/>
                  </a:cubicBezTo>
                  <a:cubicBezTo>
                    <a:pt x="19971" y="32870"/>
                    <a:pt x="19933" y="32869"/>
                    <a:pt x="19872" y="32865"/>
                  </a:cubicBezTo>
                  <a:lnTo>
                    <a:pt x="19872" y="32865"/>
                  </a:lnTo>
                  <a:cubicBezTo>
                    <a:pt x="20058" y="32882"/>
                    <a:pt x="20244" y="32899"/>
                    <a:pt x="20439" y="32916"/>
                  </a:cubicBezTo>
                  <a:lnTo>
                    <a:pt x="20422" y="32950"/>
                  </a:lnTo>
                  <a:cubicBezTo>
                    <a:pt x="20261" y="32942"/>
                    <a:pt x="20100" y="32933"/>
                    <a:pt x="19940" y="32908"/>
                  </a:cubicBezTo>
                  <a:lnTo>
                    <a:pt x="19940" y="32908"/>
                  </a:lnTo>
                  <a:lnTo>
                    <a:pt x="19957" y="32942"/>
                  </a:lnTo>
                  <a:lnTo>
                    <a:pt x="19551" y="32874"/>
                  </a:lnTo>
                  <a:lnTo>
                    <a:pt x="19551" y="32874"/>
                  </a:lnTo>
                  <a:cubicBezTo>
                    <a:pt x="19564" y="32881"/>
                    <a:pt x="19552" y="32883"/>
                    <a:pt x="19526" y="32883"/>
                  </a:cubicBezTo>
                  <a:cubicBezTo>
                    <a:pt x="19452" y="32883"/>
                    <a:pt x="19266" y="32863"/>
                    <a:pt x="19204" y="32857"/>
                  </a:cubicBezTo>
                  <a:cubicBezTo>
                    <a:pt x="18975" y="32823"/>
                    <a:pt x="19128" y="32789"/>
                    <a:pt x="18747" y="32781"/>
                  </a:cubicBezTo>
                  <a:lnTo>
                    <a:pt x="18772" y="32781"/>
                  </a:lnTo>
                  <a:cubicBezTo>
                    <a:pt x="18552" y="32772"/>
                    <a:pt x="18332" y="32755"/>
                    <a:pt x="18113" y="32722"/>
                  </a:cubicBezTo>
                  <a:lnTo>
                    <a:pt x="18265" y="32722"/>
                  </a:lnTo>
                  <a:cubicBezTo>
                    <a:pt x="17833" y="32654"/>
                    <a:pt x="17123" y="32629"/>
                    <a:pt x="16937" y="32552"/>
                  </a:cubicBezTo>
                  <a:cubicBezTo>
                    <a:pt x="16945" y="32546"/>
                    <a:pt x="16963" y="32544"/>
                    <a:pt x="16984" y="32544"/>
                  </a:cubicBezTo>
                  <a:cubicBezTo>
                    <a:pt x="17028" y="32544"/>
                    <a:pt x="17088" y="32552"/>
                    <a:pt x="17127" y="32552"/>
                  </a:cubicBezTo>
                  <a:cubicBezTo>
                    <a:pt x="17147" y="32552"/>
                    <a:pt x="17161" y="32550"/>
                    <a:pt x="17165" y="32544"/>
                  </a:cubicBezTo>
                  <a:cubicBezTo>
                    <a:pt x="17833" y="32662"/>
                    <a:pt x="17639" y="32552"/>
                    <a:pt x="18426" y="32671"/>
                  </a:cubicBezTo>
                  <a:cubicBezTo>
                    <a:pt x="18451" y="32738"/>
                    <a:pt x="19094" y="32696"/>
                    <a:pt x="19238" y="32772"/>
                  </a:cubicBezTo>
                  <a:cubicBezTo>
                    <a:pt x="19079" y="32754"/>
                    <a:pt x="18916" y="32740"/>
                    <a:pt x="18755" y="32740"/>
                  </a:cubicBezTo>
                  <a:cubicBezTo>
                    <a:pt x="18693" y="32740"/>
                    <a:pt x="18631" y="32742"/>
                    <a:pt x="18569" y="32747"/>
                  </a:cubicBezTo>
                  <a:cubicBezTo>
                    <a:pt x="18857" y="32772"/>
                    <a:pt x="19255" y="32806"/>
                    <a:pt x="19449" y="32832"/>
                  </a:cubicBezTo>
                  <a:cubicBezTo>
                    <a:pt x="19280" y="32798"/>
                    <a:pt x="19339" y="32764"/>
                    <a:pt x="19466" y="32755"/>
                  </a:cubicBezTo>
                  <a:cubicBezTo>
                    <a:pt x="19238" y="32747"/>
                    <a:pt x="18916" y="32713"/>
                    <a:pt x="18561" y="32662"/>
                  </a:cubicBezTo>
                  <a:cubicBezTo>
                    <a:pt x="18214" y="32612"/>
                    <a:pt x="17850" y="32552"/>
                    <a:pt x="17520" y="32510"/>
                  </a:cubicBezTo>
                  <a:lnTo>
                    <a:pt x="17520" y="32510"/>
                  </a:lnTo>
                  <a:lnTo>
                    <a:pt x="17588" y="32561"/>
                  </a:lnTo>
                  <a:cubicBezTo>
                    <a:pt x="17021" y="32519"/>
                    <a:pt x="17664" y="32535"/>
                    <a:pt x="17224" y="32476"/>
                  </a:cubicBezTo>
                  <a:lnTo>
                    <a:pt x="17013" y="32476"/>
                  </a:lnTo>
                  <a:lnTo>
                    <a:pt x="16683" y="32459"/>
                  </a:lnTo>
                  <a:lnTo>
                    <a:pt x="16683" y="32459"/>
                  </a:lnTo>
                  <a:cubicBezTo>
                    <a:pt x="16774" y="32473"/>
                    <a:pt x="16813" y="32474"/>
                    <a:pt x="16842" y="32474"/>
                  </a:cubicBezTo>
                  <a:cubicBezTo>
                    <a:pt x="16850" y="32474"/>
                    <a:pt x="16857" y="32474"/>
                    <a:pt x="16864" y="32474"/>
                  </a:cubicBezTo>
                  <a:cubicBezTo>
                    <a:pt x="16899" y="32474"/>
                    <a:pt x="16937" y="32476"/>
                    <a:pt x="17064" y="32502"/>
                  </a:cubicBezTo>
                  <a:cubicBezTo>
                    <a:pt x="17284" y="32535"/>
                    <a:pt x="17047" y="32527"/>
                    <a:pt x="16979" y="32535"/>
                  </a:cubicBezTo>
                  <a:cubicBezTo>
                    <a:pt x="16843" y="32513"/>
                    <a:pt x="16399" y="32457"/>
                    <a:pt x="16543" y="32457"/>
                  </a:cubicBezTo>
                  <a:cubicBezTo>
                    <a:pt x="16560" y="32457"/>
                    <a:pt x="16587" y="32457"/>
                    <a:pt x="16624" y="32459"/>
                  </a:cubicBezTo>
                  <a:lnTo>
                    <a:pt x="16032" y="32417"/>
                  </a:lnTo>
                  <a:cubicBezTo>
                    <a:pt x="16061" y="32413"/>
                    <a:pt x="16093" y="32411"/>
                    <a:pt x="16126" y="32411"/>
                  </a:cubicBezTo>
                  <a:cubicBezTo>
                    <a:pt x="16155" y="32411"/>
                    <a:pt x="16184" y="32412"/>
                    <a:pt x="16214" y="32416"/>
                  </a:cubicBezTo>
                  <a:lnTo>
                    <a:pt x="16214" y="32416"/>
                  </a:lnTo>
                  <a:lnTo>
                    <a:pt x="15795" y="32366"/>
                  </a:lnTo>
                  <a:lnTo>
                    <a:pt x="15812" y="32366"/>
                  </a:lnTo>
                  <a:cubicBezTo>
                    <a:pt x="15465" y="32324"/>
                    <a:pt x="14983" y="32248"/>
                    <a:pt x="14720" y="32231"/>
                  </a:cubicBezTo>
                  <a:lnTo>
                    <a:pt x="14720" y="32231"/>
                  </a:lnTo>
                  <a:cubicBezTo>
                    <a:pt x="14910" y="32273"/>
                    <a:pt x="14943" y="32286"/>
                    <a:pt x="14905" y="32286"/>
                  </a:cubicBezTo>
                  <a:cubicBezTo>
                    <a:pt x="14837" y="32286"/>
                    <a:pt x="14545" y="32245"/>
                    <a:pt x="14490" y="32245"/>
                  </a:cubicBezTo>
                  <a:cubicBezTo>
                    <a:pt x="14482" y="32245"/>
                    <a:pt x="14479" y="32246"/>
                    <a:pt x="14483" y="32248"/>
                  </a:cubicBezTo>
                  <a:cubicBezTo>
                    <a:pt x="14322" y="32215"/>
                    <a:pt x="14254" y="32163"/>
                    <a:pt x="14432" y="32163"/>
                  </a:cubicBezTo>
                  <a:cubicBezTo>
                    <a:pt x="14486" y="32163"/>
                    <a:pt x="14564" y="32168"/>
                    <a:pt x="14670" y="32180"/>
                  </a:cubicBezTo>
                  <a:cubicBezTo>
                    <a:pt x="14685" y="32183"/>
                    <a:pt x="14700" y="32186"/>
                    <a:pt x="14715" y="32189"/>
                  </a:cubicBezTo>
                  <a:cubicBezTo>
                    <a:pt x="14714" y="32189"/>
                    <a:pt x="14713" y="32189"/>
                    <a:pt x="14712" y="32189"/>
                  </a:cubicBezTo>
                  <a:lnTo>
                    <a:pt x="14712" y="32189"/>
                  </a:lnTo>
                  <a:cubicBezTo>
                    <a:pt x="14715" y="32189"/>
                    <a:pt x="14719" y="32190"/>
                    <a:pt x="14722" y="32190"/>
                  </a:cubicBezTo>
                  <a:lnTo>
                    <a:pt x="14722" y="32190"/>
                  </a:lnTo>
                  <a:cubicBezTo>
                    <a:pt x="14720" y="32190"/>
                    <a:pt x="14717" y="32189"/>
                    <a:pt x="14715" y="32189"/>
                  </a:cubicBezTo>
                  <a:lnTo>
                    <a:pt x="14715" y="32189"/>
                  </a:lnTo>
                  <a:cubicBezTo>
                    <a:pt x="14721" y="32189"/>
                    <a:pt x="14726" y="32189"/>
                    <a:pt x="14731" y="32189"/>
                  </a:cubicBezTo>
                  <a:cubicBezTo>
                    <a:pt x="14830" y="32189"/>
                    <a:pt x="14416" y="32112"/>
                    <a:pt x="14424" y="32096"/>
                  </a:cubicBezTo>
                  <a:cubicBezTo>
                    <a:pt x="14448" y="32094"/>
                    <a:pt x="14472" y="32093"/>
                    <a:pt x="14496" y="32093"/>
                  </a:cubicBezTo>
                  <a:cubicBezTo>
                    <a:pt x="14616" y="32093"/>
                    <a:pt x="14734" y="32111"/>
                    <a:pt x="14847" y="32146"/>
                  </a:cubicBezTo>
                  <a:cubicBezTo>
                    <a:pt x="15279" y="32214"/>
                    <a:pt x="14889" y="32180"/>
                    <a:pt x="15016" y="32197"/>
                  </a:cubicBezTo>
                  <a:cubicBezTo>
                    <a:pt x="15124" y="32255"/>
                    <a:pt x="15601" y="32288"/>
                    <a:pt x="15868" y="32337"/>
                  </a:cubicBezTo>
                  <a:lnTo>
                    <a:pt x="15868" y="32337"/>
                  </a:lnTo>
                  <a:cubicBezTo>
                    <a:pt x="15845" y="32335"/>
                    <a:pt x="15809" y="32332"/>
                    <a:pt x="15786" y="32332"/>
                  </a:cubicBezTo>
                  <a:cubicBezTo>
                    <a:pt x="15987" y="32362"/>
                    <a:pt x="16377" y="32412"/>
                    <a:pt x="16498" y="32412"/>
                  </a:cubicBezTo>
                  <a:cubicBezTo>
                    <a:pt x="16514" y="32412"/>
                    <a:pt x="16526" y="32411"/>
                    <a:pt x="16531" y="32409"/>
                  </a:cubicBezTo>
                  <a:lnTo>
                    <a:pt x="15955" y="32349"/>
                  </a:lnTo>
                  <a:cubicBezTo>
                    <a:pt x="15828" y="32324"/>
                    <a:pt x="16133" y="32349"/>
                    <a:pt x="15955" y="32316"/>
                  </a:cubicBezTo>
                  <a:cubicBezTo>
                    <a:pt x="15828" y="32299"/>
                    <a:pt x="15668" y="32282"/>
                    <a:pt x="15499" y="32248"/>
                  </a:cubicBezTo>
                  <a:lnTo>
                    <a:pt x="15532" y="32239"/>
                  </a:lnTo>
                  <a:cubicBezTo>
                    <a:pt x="15194" y="32172"/>
                    <a:pt x="14653" y="32087"/>
                    <a:pt x="14255" y="32028"/>
                  </a:cubicBezTo>
                  <a:cubicBezTo>
                    <a:pt x="14162" y="32070"/>
                    <a:pt x="13950" y="32062"/>
                    <a:pt x="13764" y="32087"/>
                  </a:cubicBezTo>
                  <a:cubicBezTo>
                    <a:pt x="13173" y="31969"/>
                    <a:pt x="12565" y="31834"/>
                    <a:pt x="11957" y="31665"/>
                  </a:cubicBezTo>
                  <a:lnTo>
                    <a:pt x="11957" y="31665"/>
                  </a:lnTo>
                  <a:cubicBezTo>
                    <a:pt x="11960" y="31675"/>
                    <a:pt x="11948" y="31681"/>
                    <a:pt x="11920" y="31681"/>
                  </a:cubicBezTo>
                  <a:cubicBezTo>
                    <a:pt x="11743" y="31630"/>
                    <a:pt x="11421" y="31546"/>
                    <a:pt x="11438" y="31520"/>
                  </a:cubicBezTo>
                  <a:cubicBezTo>
                    <a:pt x="11276" y="31506"/>
                    <a:pt x="10887" y="31405"/>
                    <a:pt x="10808" y="31405"/>
                  </a:cubicBezTo>
                  <a:cubicBezTo>
                    <a:pt x="10792" y="31405"/>
                    <a:pt x="10789" y="31409"/>
                    <a:pt x="10804" y="31419"/>
                  </a:cubicBezTo>
                  <a:lnTo>
                    <a:pt x="10736" y="31402"/>
                  </a:lnTo>
                  <a:cubicBezTo>
                    <a:pt x="10524" y="31292"/>
                    <a:pt x="10203" y="31165"/>
                    <a:pt x="9628" y="30937"/>
                  </a:cubicBezTo>
                  <a:cubicBezTo>
                    <a:pt x="9572" y="30917"/>
                    <a:pt x="9538" y="30908"/>
                    <a:pt x="9521" y="30908"/>
                  </a:cubicBezTo>
                  <a:cubicBezTo>
                    <a:pt x="9501" y="30908"/>
                    <a:pt x="9500" y="30919"/>
                    <a:pt x="9509" y="30937"/>
                  </a:cubicBezTo>
                  <a:cubicBezTo>
                    <a:pt x="9391" y="30886"/>
                    <a:pt x="9272" y="30827"/>
                    <a:pt x="9162" y="30776"/>
                  </a:cubicBezTo>
                  <a:lnTo>
                    <a:pt x="9162" y="30776"/>
                  </a:lnTo>
                  <a:cubicBezTo>
                    <a:pt x="9269" y="30809"/>
                    <a:pt x="9375" y="30841"/>
                    <a:pt x="9473" y="30881"/>
                  </a:cubicBezTo>
                  <a:lnTo>
                    <a:pt x="9473" y="30881"/>
                  </a:lnTo>
                  <a:cubicBezTo>
                    <a:pt x="9333" y="30823"/>
                    <a:pt x="9184" y="30757"/>
                    <a:pt x="9044" y="30691"/>
                  </a:cubicBezTo>
                  <a:cubicBezTo>
                    <a:pt x="8900" y="30624"/>
                    <a:pt x="8748" y="30556"/>
                    <a:pt x="8604" y="30488"/>
                  </a:cubicBezTo>
                  <a:lnTo>
                    <a:pt x="8604" y="30488"/>
                  </a:lnTo>
                  <a:lnTo>
                    <a:pt x="8680" y="30505"/>
                  </a:lnTo>
                  <a:lnTo>
                    <a:pt x="8325" y="30361"/>
                  </a:lnTo>
                  <a:lnTo>
                    <a:pt x="8325" y="30361"/>
                  </a:lnTo>
                  <a:cubicBezTo>
                    <a:pt x="8523" y="30444"/>
                    <a:pt x="8808" y="30590"/>
                    <a:pt x="8745" y="30590"/>
                  </a:cubicBezTo>
                  <a:cubicBezTo>
                    <a:pt x="8744" y="30590"/>
                    <a:pt x="8742" y="30590"/>
                    <a:pt x="8740" y="30590"/>
                  </a:cubicBezTo>
                  <a:cubicBezTo>
                    <a:pt x="8536" y="30505"/>
                    <a:pt x="8384" y="30429"/>
                    <a:pt x="8240" y="30353"/>
                  </a:cubicBezTo>
                  <a:cubicBezTo>
                    <a:pt x="8097" y="30285"/>
                    <a:pt x="7961" y="30218"/>
                    <a:pt x="7792" y="30141"/>
                  </a:cubicBezTo>
                  <a:cubicBezTo>
                    <a:pt x="7813" y="30107"/>
                    <a:pt x="7750" y="30056"/>
                    <a:pt x="7788" y="30056"/>
                  </a:cubicBezTo>
                  <a:cubicBezTo>
                    <a:pt x="7797" y="30056"/>
                    <a:pt x="7812" y="30059"/>
                    <a:pt x="7834" y="30065"/>
                  </a:cubicBezTo>
                  <a:lnTo>
                    <a:pt x="7868" y="30091"/>
                  </a:lnTo>
                  <a:cubicBezTo>
                    <a:pt x="8004" y="30133"/>
                    <a:pt x="8274" y="30243"/>
                    <a:pt x="8477" y="30336"/>
                  </a:cubicBezTo>
                  <a:cubicBezTo>
                    <a:pt x="7784" y="29955"/>
                    <a:pt x="7953" y="30065"/>
                    <a:pt x="7361" y="29710"/>
                  </a:cubicBezTo>
                  <a:cubicBezTo>
                    <a:pt x="7357" y="29705"/>
                    <a:pt x="7358" y="29703"/>
                    <a:pt x="7362" y="29703"/>
                  </a:cubicBezTo>
                  <a:cubicBezTo>
                    <a:pt x="7404" y="29703"/>
                    <a:pt x="7793" y="29921"/>
                    <a:pt x="7811" y="29921"/>
                  </a:cubicBezTo>
                  <a:cubicBezTo>
                    <a:pt x="7814" y="29921"/>
                    <a:pt x="7808" y="29916"/>
                    <a:pt x="7792" y="29905"/>
                  </a:cubicBezTo>
                  <a:lnTo>
                    <a:pt x="7792" y="29905"/>
                  </a:lnTo>
                  <a:lnTo>
                    <a:pt x="7936" y="29989"/>
                  </a:lnTo>
                  <a:lnTo>
                    <a:pt x="8080" y="30065"/>
                  </a:lnTo>
                  <a:lnTo>
                    <a:pt x="8367" y="30226"/>
                  </a:lnTo>
                  <a:cubicBezTo>
                    <a:pt x="8308" y="30201"/>
                    <a:pt x="8257" y="30175"/>
                    <a:pt x="8198" y="30158"/>
                  </a:cubicBezTo>
                  <a:lnTo>
                    <a:pt x="8198" y="30158"/>
                  </a:lnTo>
                  <a:lnTo>
                    <a:pt x="8672" y="30378"/>
                  </a:lnTo>
                  <a:cubicBezTo>
                    <a:pt x="8799" y="30446"/>
                    <a:pt x="8934" y="30497"/>
                    <a:pt x="9069" y="30539"/>
                  </a:cubicBezTo>
                  <a:cubicBezTo>
                    <a:pt x="9109" y="30560"/>
                    <a:pt x="9119" y="30567"/>
                    <a:pt x="9113" y="30567"/>
                  </a:cubicBezTo>
                  <a:cubicBezTo>
                    <a:pt x="9094" y="30567"/>
                    <a:pt x="8921" y="30498"/>
                    <a:pt x="8915" y="30498"/>
                  </a:cubicBezTo>
                  <a:lnTo>
                    <a:pt x="8915" y="30498"/>
                  </a:lnTo>
                  <a:cubicBezTo>
                    <a:pt x="8914" y="30498"/>
                    <a:pt x="8928" y="30505"/>
                    <a:pt x="8968" y="30522"/>
                  </a:cubicBezTo>
                  <a:cubicBezTo>
                    <a:pt x="8816" y="30463"/>
                    <a:pt x="8655" y="30412"/>
                    <a:pt x="8494" y="30370"/>
                  </a:cubicBezTo>
                  <a:lnTo>
                    <a:pt x="8494" y="30370"/>
                  </a:lnTo>
                  <a:cubicBezTo>
                    <a:pt x="8959" y="30607"/>
                    <a:pt x="8773" y="30463"/>
                    <a:pt x="9179" y="30632"/>
                  </a:cubicBezTo>
                  <a:cubicBezTo>
                    <a:pt x="9281" y="30691"/>
                    <a:pt x="9374" y="30734"/>
                    <a:pt x="9475" y="30784"/>
                  </a:cubicBezTo>
                  <a:cubicBezTo>
                    <a:pt x="9519" y="30800"/>
                    <a:pt x="9539" y="30806"/>
                    <a:pt x="9545" y="30806"/>
                  </a:cubicBezTo>
                  <a:cubicBezTo>
                    <a:pt x="9564" y="30806"/>
                    <a:pt x="9423" y="30740"/>
                    <a:pt x="9416" y="30734"/>
                  </a:cubicBezTo>
                  <a:lnTo>
                    <a:pt x="9416" y="30734"/>
                  </a:lnTo>
                  <a:cubicBezTo>
                    <a:pt x="9645" y="30818"/>
                    <a:pt x="9721" y="30869"/>
                    <a:pt x="9890" y="30937"/>
                  </a:cubicBezTo>
                  <a:cubicBezTo>
                    <a:pt x="9839" y="30911"/>
                    <a:pt x="9729" y="30861"/>
                    <a:pt x="9763" y="30861"/>
                  </a:cubicBezTo>
                  <a:lnTo>
                    <a:pt x="9763" y="30861"/>
                  </a:lnTo>
                  <a:cubicBezTo>
                    <a:pt x="10040" y="30986"/>
                    <a:pt x="10317" y="31079"/>
                    <a:pt x="10578" y="31196"/>
                  </a:cubicBezTo>
                  <a:lnTo>
                    <a:pt x="10578" y="31196"/>
                  </a:lnTo>
                  <a:cubicBezTo>
                    <a:pt x="10542" y="31180"/>
                    <a:pt x="10538" y="31173"/>
                    <a:pt x="10554" y="31173"/>
                  </a:cubicBezTo>
                  <a:cubicBezTo>
                    <a:pt x="10587" y="31173"/>
                    <a:pt x="10705" y="31201"/>
                    <a:pt x="10802" y="31225"/>
                  </a:cubicBezTo>
                  <a:lnTo>
                    <a:pt x="10802" y="31225"/>
                  </a:lnTo>
                  <a:cubicBezTo>
                    <a:pt x="10692" y="31242"/>
                    <a:pt x="11315" y="31412"/>
                    <a:pt x="11463" y="31470"/>
                  </a:cubicBezTo>
                  <a:cubicBezTo>
                    <a:pt x="11319" y="31440"/>
                    <a:pt x="11175" y="31388"/>
                    <a:pt x="11161" y="31388"/>
                  </a:cubicBezTo>
                  <a:lnTo>
                    <a:pt x="11161" y="31388"/>
                  </a:lnTo>
                  <a:cubicBezTo>
                    <a:pt x="11155" y="31388"/>
                    <a:pt x="11172" y="31397"/>
                    <a:pt x="11218" y="31419"/>
                  </a:cubicBezTo>
                  <a:cubicBezTo>
                    <a:pt x="10761" y="31300"/>
                    <a:pt x="10956" y="31300"/>
                    <a:pt x="10575" y="31207"/>
                  </a:cubicBezTo>
                  <a:lnTo>
                    <a:pt x="10575" y="31207"/>
                  </a:lnTo>
                  <a:cubicBezTo>
                    <a:pt x="10651" y="31233"/>
                    <a:pt x="10719" y="31267"/>
                    <a:pt x="10787" y="31292"/>
                  </a:cubicBezTo>
                  <a:cubicBezTo>
                    <a:pt x="10617" y="31258"/>
                    <a:pt x="10338" y="31148"/>
                    <a:pt x="10169" y="31106"/>
                  </a:cubicBezTo>
                  <a:lnTo>
                    <a:pt x="10169" y="31106"/>
                  </a:lnTo>
                  <a:cubicBezTo>
                    <a:pt x="10127" y="31131"/>
                    <a:pt x="10448" y="31207"/>
                    <a:pt x="10761" y="31317"/>
                  </a:cubicBezTo>
                  <a:cubicBezTo>
                    <a:pt x="10711" y="31317"/>
                    <a:pt x="10660" y="31309"/>
                    <a:pt x="10609" y="31300"/>
                  </a:cubicBezTo>
                  <a:lnTo>
                    <a:pt x="10609" y="31300"/>
                  </a:lnTo>
                  <a:cubicBezTo>
                    <a:pt x="10829" y="31360"/>
                    <a:pt x="11049" y="31419"/>
                    <a:pt x="11269" y="31470"/>
                  </a:cubicBezTo>
                  <a:cubicBezTo>
                    <a:pt x="11303" y="31472"/>
                    <a:pt x="11326" y="31473"/>
                    <a:pt x="11343" y="31473"/>
                  </a:cubicBezTo>
                  <a:cubicBezTo>
                    <a:pt x="11378" y="31473"/>
                    <a:pt x="11388" y="31470"/>
                    <a:pt x="11409" y="31470"/>
                  </a:cubicBezTo>
                  <a:cubicBezTo>
                    <a:pt x="11442" y="31470"/>
                    <a:pt x="11501" y="31478"/>
                    <a:pt x="11709" y="31520"/>
                  </a:cubicBezTo>
                  <a:cubicBezTo>
                    <a:pt x="11849" y="31581"/>
                    <a:pt x="11949" y="31638"/>
                    <a:pt x="11957" y="31664"/>
                  </a:cubicBezTo>
                  <a:lnTo>
                    <a:pt x="11957" y="31664"/>
                  </a:lnTo>
                  <a:cubicBezTo>
                    <a:pt x="11956" y="31664"/>
                    <a:pt x="11955" y="31664"/>
                    <a:pt x="11954" y="31664"/>
                  </a:cubicBezTo>
                  <a:lnTo>
                    <a:pt x="11954" y="31664"/>
                  </a:lnTo>
                  <a:cubicBezTo>
                    <a:pt x="11955" y="31664"/>
                    <a:pt x="11956" y="31665"/>
                    <a:pt x="11957" y="31665"/>
                  </a:cubicBezTo>
                  <a:lnTo>
                    <a:pt x="11957" y="31665"/>
                  </a:lnTo>
                  <a:cubicBezTo>
                    <a:pt x="11957" y="31665"/>
                    <a:pt x="11957" y="31665"/>
                    <a:pt x="11957" y="31664"/>
                  </a:cubicBezTo>
                  <a:lnTo>
                    <a:pt x="11957" y="31664"/>
                  </a:lnTo>
                  <a:cubicBezTo>
                    <a:pt x="12111" y="31682"/>
                    <a:pt x="12498" y="31766"/>
                    <a:pt x="12927" y="31859"/>
                  </a:cubicBezTo>
                  <a:lnTo>
                    <a:pt x="12732" y="31833"/>
                  </a:lnTo>
                  <a:lnTo>
                    <a:pt x="12732" y="31833"/>
                  </a:lnTo>
                  <a:cubicBezTo>
                    <a:pt x="12944" y="31884"/>
                    <a:pt x="13147" y="31918"/>
                    <a:pt x="13358" y="31943"/>
                  </a:cubicBezTo>
                  <a:cubicBezTo>
                    <a:pt x="13341" y="31943"/>
                    <a:pt x="13367" y="31952"/>
                    <a:pt x="13426" y="31969"/>
                  </a:cubicBezTo>
                  <a:cubicBezTo>
                    <a:pt x="13584" y="31999"/>
                    <a:pt x="13706" y="32014"/>
                    <a:pt x="13765" y="32014"/>
                  </a:cubicBezTo>
                  <a:cubicBezTo>
                    <a:pt x="13820" y="32014"/>
                    <a:pt x="13821" y="32002"/>
                    <a:pt x="13747" y="31977"/>
                  </a:cubicBezTo>
                  <a:lnTo>
                    <a:pt x="13637" y="31969"/>
                  </a:lnTo>
                  <a:lnTo>
                    <a:pt x="13426" y="31893"/>
                  </a:lnTo>
                  <a:cubicBezTo>
                    <a:pt x="13417" y="31897"/>
                    <a:pt x="13401" y="31899"/>
                    <a:pt x="13380" y="31899"/>
                  </a:cubicBezTo>
                  <a:cubicBezTo>
                    <a:pt x="13208" y="31899"/>
                    <a:pt x="12678" y="31759"/>
                    <a:pt x="12369" y="31706"/>
                  </a:cubicBezTo>
                  <a:lnTo>
                    <a:pt x="12369" y="31706"/>
                  </a:lnTo>
                  <a:cubicBezTo>
                    <a:pt x="12622" y="31723"/>
                    <a:pt x="12876" y="31766"/>
                    <a:pt x="13121" y="31842"/>
                  </a:cubicBezTo>
                  <a:lnTo>
                    <a:pt x="13096" y="31808"/>
                  </a:lnTo>
                  <a:lnTo>
                    <a:pt x="13096" y="31808"/>
                  </a:lnTo>
                  <a:cubicBezTo>
                    <a:pt x="13299" y="31859"/>
                    <a:pt x="13511" y="31901"/>
                    <a:pt x="13722" y="31935"/>
                  </a:cubicBezTo>
                  <a:lnTo>
                    <a:pt x="13409" y="31876"/>
                  </a:lnTo>
                  <a:lnTo>
                    <a:pt x="13418" y="31859"/>
                  </a:lnTo>
                  <a:cubicBezTo>
                    <a:pt x="13198" y="31825"/>
                    <a:pt x="12918" y="31783"/>
                    <a:pt x="12724" y="31723"/>
                  </a:cubicBezTo>
                  <a:cubicBezTo>
                    <a:pt x="12445" y="31690"/>
                    <a:pt x="12174" y="31639"/>
                    <a:pt x="11903" y="31554"/>
                  </a:cubicBezTo>
                  <a:lnTo>
                    <a:pt x="11920" y="31554"/>
                  </a:lnTo>
                  <a:cubicBezTo>
                    <a:pt x="11620" y="31531"/>
                    <a:pt x="11146" y="31326"/>
                    <a:pt x="10884" y="31245"/>
                  </a:cubicBezTo>
                  <a:lnTo>
                    <a:pt x="10884" y="31245"/>
                  </a:lnTo>
                  <a:cubicBezTo>
                    <a:pt x="10710" y="31178"/>
                    <a:pt x="10537" y="31096"/>
                    <a:pt x="10364" y="31030"/>
                  </a:cubicBezTo>
                  <a:cubicBezTo>
                    <a:pt x="10008" y="30911"/>
                    <a:pt x="9738" y="30801"/>
                    <a:pt x="9450" y="30683"/>
                  </a:cubicBezTo>
                  <a:cubicBezTo>
                    <a:pt x="9315" y="30632"/>
                    <a:pt x="9171" y="30564"/>
                    <a:pt x="9019" y="30505"/>
                  </a:cubicBezTo>
                  <a:cubicBezTo>
                    <a:pt x="8866" y="30438"/>
                    <a:pt x="8706" y="30361"/>
                    <a:pt x="8528" y="30285"/>
                  </a:cubicBezTo>
                  <a:lnTo>
                    <a:pt x="8579" y="30285"/>
                  </a:lnTo>
                  <a:cubicBezTo>
                    <a:pt x="8435" y="30218"/>
                    <a:pt x="8325" y="30150"/>
                    <a:pt x="8223" y="30099"/>
                  </a:cubicBezTo>
                  <a:cubicBezTo>
                    <a:pt x="8122" y="30040"/>
                    <a:pt x="8037" y="29998"/>
                    <a:pt x="7961" y="29964"/>
                  </a:cubicBezTo>
                  <a:cubicBezTo>
                    <a:pt x="7809" y="29879"/>
                    <a:pt x="7691" y="29828"/>
                    <a:pt x="7589" y="29778"/>
                  </a:cubicBezTo>
                  <a:lnTo>
                    <a:pt x="7420" y="29710"/>
                  </a:lnTo>
                  <a:cubicBezTo>
                    <a:pt x="7369" y="29685"/>
                    <a:pt x="7310" y="29651"/>
                    <a:pt x="7242" y="29617"/>
                  </a:cubicBezTo>
                  <a:cubicBezTo>
                    <a:pt x="7065" y="29524"/>
                    <a:pt x="6895" y="29414"/>
                    <a:pt x="6735" y="29296"/>
                  </a:cubicBezTo>
                  <a:cubicBezTo>
                    <a:pt x="6735" y="29253"/>
                    <a:pt x="6329" y="29016"/>
                    <a:pt x="6388" y="29008"/>
                  </a:cubicBezTo>
                  <a:lnTo>
                    <a:pt x="6388" y="29008"/>
                  </a:lnTo>
                  <a:cubicBezTo>
                    <a:pt x="6521" y="29110"/>
                    <a:pt x="6573" y="29145"/>
                    <a:pt x="6582" y="29145"/>
                  </a:cubicBezTo>
                  <a:cubicBezTo>
                    <a:pt x="6590" y="29145"/>
                    <a:pt x="6564" y="29116"/>
                    <a:pt x="6532" y="29084"/>
                  </a:cubicBezTo>
                  <a:cubicBezTo>
                    <a:pt x="6337" y="28974"/>
                    <a:pt x="6159" y="28847"/>
                    <a:pt x="5990" y="28695"/>
                  </a:cubicBezTo>
                  <a:lnTo>
                    <a:pt x="5990" y="28695"/>
                  </a:lnTo>
                  <a:cubicBezTo>
                    <a:pt x="6008" y="28705"/>
                    <a:pt x="6018" y="28709"/>
                    <a:pt x="6022" y="28709"/>
                  </a:cubicBezTo>
                  <a:cubicBezTo>
                    <a:pt x="6038" y="28709"/>
                    <a:pt x="5998" y="28666"/>
                    <a:pt x="6010" y="28666"/>
                  </a:cubicBezTo>
                  <a:lnTo>
                    <a:pt x="6010" y="28666"/>
                  </a:lnTo>
                  <a:cubicBezTo>
                    <a:pt x="6017" y="28666"/>
                    <a:pt x="6041" y="28681"/>
                    <a:pt x="6105" y="28728"/>
                  </a:cubicBezTo>
                  <a:lnTo>
                    <a:pt x="6105" y="28728"/>
                  </a:lnTo>
                  <a:cubicBezTo>
                    <a:pt x="5935" y="28599"/>
                    <a:pt x="5811" y="28484"/>
                    <a:pt x="5694" y="28390"/>
                  </a:cubicBezTo>
                  <a:cubicBezTo>
                    <a:pt x="5576" y="28289"/>
                    <a:pt x="5474" y="28213"/>
                    <a:pt x="5373" y="28137"/>
                  </a:cubicBezTo>
                  <a:cubicBezTo>
                    <a:pt x="5068" y="27883"/>
                    <a:pt x="5026" y="27832"/>
                    <a:pt x="5000" y="27781"/>
                  </a:cubicBezTo>
                  <a:cubicBezTo>
                    <a:pt x="4975" y="27731"/>
                    <a:pt x="4933" y="27680"/>
                    <a:pt x="4654" y="27401"/>
                  </a:cubicBezTo>
                  <a:lnTo>
                    <a:pt x="4654" y="27401"/>
                  </a:lnTo>
                  <a:cubicBezTo>
                    <a:pt x="4687" y="27426"/>
                    <a:pt x="4713" y="27451"/>
                    <a:pt x="4747" y="27477"/>
                  </a:cubicBezTo>
                  <a:lnTo>
                    <a:pt x="4408" y="27121"/>
                  </a:lnTo>
                  <a:lnTo>
                    <a:pt x="4510" y="27248"/>
                  </a:lnTo>
                  <a:lnTo>
                    <a:pt x="4510" y="27248"/>
                  </a:lnTo>
                  <a:lnTo>
                    <a:pt x="4298" y="27045"/>
                  </a:lnTo>
                  <a:lnTo>
                    <a:pt x="4104" y="26834"/>
                  </a:lnTo>
                  <a:cubicBezTo>
                    <a:pt x="4043" y="26771"/>
                    <a:pt x="4017" y="26748"/>
                    <a:pt x="4012" y="26748"/>
                  </a:cubicBezTo>
                  <a:lnTo>
                    <a:pt x="4012" y="26748"/>
                  </a:lnTo>
                  <a:cubicBezTo>
                    <a:pt x="3996" y="26748"/>
                    <a:pt x="4155" y="26945"/>
                    <a:pt x="4141" y="26945"/>
                  </a:cubicBezTo>
                  <a:cubicBezTo>
                    <a:pt x="4140" y="26945"/>
                    <a:pt x="4139" y="26945"/>
                    <a:pt x="4138" y="26944"/>
                  </a:cubicBezTo>
                  <a:lnTo>
                    <a:pt x="4138" y="26944"/>
                  </a:lnTo>
                  <a:lnTo>
                    <a:pt x="4239" y="27011"/>
                  </a:lnTo>
                  <a:cubicBezTo>
                    <a:pt x="4383" y="27198"/>
                    <a:pt x="4628" y="27426"/>
                    <a:pt x="4645" y="27477"/>
                  </a:cubicBezTo>
                  <a:cubicBezTo>
                    <a:pt x="4552" y="27358"/>
                    <a:pt x="4442" y="27257"/>
                    <a:pt x="4324" y="27172"/>
                  </a:cubicBezTo>
                  <a:lnTo>
                    <a:pt x="4324" y="27172"/>
                  </a:lnTo>
                  <a:lnTo>
                    <a:pt x="4577" y="27434"/>
                  </a:lnTo>
                  <a:lnTo>
                    <a:pt x="4637" y="27536"/>
                  </a:lnTo>
                  <a:cubicBezTo>
                    <a:pt x="4831" y="27747"/>
                    <a:pt x="5043" y="27950"/>
                    <a:pt x="5271" y="28128"/>
                  </a:cubicBezTo>
                  <a:cubicBezTo>
                    <a:pt x="5170" y="28018"/>
                    <a:pt x="5068" y="27976"/>
                    <a:pt x="4992" y="27874"/>
                  </a:cubicBezTo>
                  <a:lnTo>
                    <a:pt x="4992" y="27874"/>
                  </a:lnTo>
                  <a:cubicBezTo>
                    <a:pt x="5060" y="27925"/>
                    <a:pt x="5187" y="28018"/>
                    <a:pt x="5330" y="28145"/>
                  </a:cubicBezTo>
                  <a:cubicBezTo>
                    <a:pt x="5406" y="28204"/>
                    <a:pt x="5483" y="28280"/>
                    <a:pt x="5559" y="28348"/>
                  </a:cubicBezTo>
                  <a:lnTo>
                    <a:pt x="5813" y="28551"/>
                  </a:lnTo>
                  <a:cubicBezTo>
                    <a:pt x="5820" y="28566"/>
                    <a:pt x="5898" y="28632"/>
                    <a:pt x="5884" y="28632"/>
                  </a:cubicBezTo>
                  <a:cubicBezTo>
                    <a:pt x="5882" y="28632"/>
                    <a:pt x="5878" y="28631"/>
                    <a:pt x="5872" y="28627"/>
                  </a:cubicBezTo>
                  <a:cubicBezTo>
                    <a:pt x="5838" y="28602"/>
                    <a:pt x="5804" y="28568"/>
                    <a:pt x="5770" y="28543"/>
                  </a:cubicBezTo>
                  <a:lnTo>
                    <a:pt x="5770" y="28543"/>
                  </a:lnTo>
                  <a:cubicBezTo>
                    <a:pt x="5772" y="28546"/>
                    <a:pt x="5771" y="28548"/>
                    <a:pt x="5769" y="28548"/>
                  </a:cubicBezTo>
                  <a:cubicBezTo>
                    <a:pt x="5761" y="28548"/>
                    <a:pt x="5734" y="28531"/>
                    <a:pt x="5727" y="28531"/>
                  </a:cubicBezTo>
                  <a:lnTo>
                    <a:pt x="5727" y="28531"/>
                  </a:lnTo>
                  <a:cubicBezTo>
                    <a:pt x="5718" y="28531"/>
                    <a:pt x="5746" y="28561"/>
                    <a:pt x="5906" y="28703"/>
                  </a:cubicBezTo>
                  <a:cubicBezTo>
                    <a:pt x="5774" y="28629"/>
                    <a:pt x="5529" y="28466"/>
                    <a:pt x="5517" y="28466"/>
                  </a:cubicBezTo>
                  <a:cubicBezTo>
                    <a:pt x="5517" y="28466"/>
                    <a:pt x="5516" y="28466"/>
                    <a:pt x="5516" y="28467"/>
                  </a:cubicBezTo>
                  <a:cubicBezTo>
                    <a:pt x="5423" y="28390"/>
                    <a:pt x="5313" y="28297"/>
                    <a:pt x="5212" y="28196"/>
                  </a:cubicBezTo>
                  <a:cubicBezTo>
                    <a:pt x="5110" y="28103"/>
                    <a:pt x="5009" y="28018"/>
                    <a:pt x="4941" y="27942"/>
                  </a:cubicBezTo>
                  <a:lnTo>
                    <a:pt x="4941" y="27942"/>
                  </a:lnTo>
                  <a:lnTo>
                    <a:pt x="4958" y="27950"/>
                  </a:lnTo>
                  <a:cubicBezTo>
                    <a:pt x="4882" y="27874"/>
                    <a:pt x="4772" y="27756"/>
                    <a:pt x="4662" y="27663"/>
                  </a:cubicBezTo>
                  <a:cubicBezTo>
                    <a:pt x="4594" y="27595"/>
                    <a:pt x="4535" y="27528"/>
                    <a:pt x="4484" y="27451"/>
                  </a:cubicBezTo>
                  <a:cubicBezTo>
                    <a:pt x="4422" y="27389"/>
                    <a:pt x="4287" y="27250"/>
                    <a:pt x="4277" y="27250"/>
                  </a:cubicBezTo>
                  <a:lnTo>
                    <a:pt x="4277" y="27250"/>
                  </a:lnTo>
                  <a:cubicBezTo>
                    <a:pt x="4272" y="27250"/>
                    <a:pt x="4297" y="27283"/>
                    <a:pt x="4374" y="27375"/>
                  </a:cubicBezTo>
                  <a:lnTo>
                    <a:pt x="4163" y="27164"/>
                  </a:lnTo>
                  <a:lnTo>
                    <a:pt x="3968" y="26935"/>
                  </a:lnTo>
                  <a:lnTo>
                    <a:pt x="3968" y="26935"/>
                  </a:lnTo>
                  <a:cubicBezTo>
                    <a:pt x="3974" y="26938"/>
                    <a:pt x="3977" y="26940"/>
                    <a:pt x="3980" y="26940"/>
                  </a:cubicBezTo>
                  <a:cubicBezTo>
                    <a:pt x="4009" y="26940"/>
                    <a:pt x="3900" y="26786"/>
                    <a:pt x="3921" y="26786"/>
                  </a:cubicBezTo>
                  <a:lnTo>
                    <a:pt x="3921" y="26786"/>
                  </a:lnTo>
                  <a:cubicBezTo>
                    <a:pt x="3933" y="26786"/>
                    <a:pt x="3984" y="26833"/>
                    <a:pt x="4121" y="26978"/>
                  </a:cubicBezTo>
                  <a:lnTo>
                    <a:pt x="4011" y="26851"/>
                  </a:lnTo>
                  <a:cubicBezTo>
                    <a:pt x="3973" y="26808"/>
                    <a:pt x="3925" y="26755"/>
                    <a:pt x="3872" y="26693"/>
                  </a:cubicBezTo>
                  <a:lnTo>
                    <a:pt x="3872" y="26693"/>
                  </a:lnTo>
                  <a:cubicBezTo>
                    <a:pt x="3894" y="26712"/>
                    <a:pt x="3907" y="26721"/>
                    <a:pt x="3912" y="26721"/>
                  </a:cubicBezTo>
                  <a:cubicBezTo>
                    <a:pt x="3921" y="26721"/>
                    <a:pt x="3906" y="26693"/>
                    <a:pt x="3875" y="26648"/>
                  </a:cubicBezTo>
                  <a:cubicBezTo>
                    <a:pt x="3825" y="26572"/>
                    <a:pt x="3732" y="26445"/>
                    <a:pt x="3630" y="26318"/>
                  </a:cubicBezTo>
                  <a:lnTo>
                    <a:pt x="3562" y="26276"/>
                  </a:lnTo>
                  <a:cubicBezTo>
                    <a:pt x="3486" y="26157"/>
                    <a:pt x="3427" y="26064"/>
                    <a:pt x="3359" y="25954"/>
                  </a:cubicBezTo>
                  <a:cubicBezTo>
                    <a:pt x="3300" y="25853"/>
                    <a:pt x="3216" y="25743"/>
                    <a:pt x="3114" y="25590"/>
                  </a:cubicBezTo>
                  <a:lnTo>
                    <a:pt x="2835" y="25252"/>
                  </a:lnTo>
                  <a:lnTo>
                    <a:pt x="2564" y="24897"/>
                  </a:lnTo>
                  <a:cubicBezTo>
                    <a:pt x="2522" y="24829"/>
                    <a:pt x="2471" y="24753"/>
                    <a:pt x="2429" y="24677"/>
                  </a:cubicBezTo>
                  <a:cubicBezTo>
                    <a:pt x="2393" y="24583"/>
                    <a:pt x="2246" y="24330"/>
                    <a:pt x="2266" y="24330"/>
                  </a:cubicBezTo>
                  <a:lnTo>
                    <a:pt x="2266" y="24330"/>
                  </a:lnTo>
                  <a:cubicBezTo>
                    <a:pt x="2270" y="24330"/>
                    <a:pt x="2278" y="24338"/>
                    <a:pt x="2293" y="24355"/>
                  </a:cubicBezTo>
                  <a:cubicBezTo>
                    <a:pt x="2292" y="24351"/>
                    <a:pt x="2293" y="24349"/>
                    <a:pt x="2294" y="24349"/>
                  </a:cubicBezTo>
                  <a:cubicBezTo>
                    <a:pt x="2302" y="24349"/>
                    <a:pt x="2362" y="24449"/>
                    <a:pt x="2429" y="24575"/>
                  </a:cubicBezTo>
                  <a:cubicBezTo>
                    <a:pt x="2431" y="24583"/>
                    <a:pt x="2432" y="24585"/>
                    <a:pt x="2431" y="24585"/>
                  </a:cubicBezTo>
                  <a:cubicBezTo>
                    <a:pt x="2430" y="24585"/>
                    <a:pt x="2428" y="24582"/>
                    <a:pt x="2427" y="24582"/>
                  </a:cubicBezTo>
                  <a:lnTo>
                    <a:pt x="2427" y="24582"/>
                  </a:lnTo>
                  <a:cubicBezTo>
                    <a:pt x="2426" y="24582"/>
                    <a:pt x="2426" y="24584"/>
                    <a:pt x="2429" y="24592"/>
                  </a:cubicBezTo>
                  <a:cubicBezTo>
                    <a:pt x="2440" y="24603"/>
                    <a:pt x="2450" y="24611"/>
                    <a:pt x="2456" y="24611"/>
                  </a:cubicBezTo>
                  <a:cubicBezTo>
                    <a:pt x="2468" y="24611"/>
                    <a:pt x="2464" y="24575"/>
                    <a:pt x="2412" y="24448"/>
                  </a:cubicBezTo>
                  <a:lnTo>
                    <a:pt x="2412" y="24448"/>
                  </a:lnTo>
                  <a:cubicBezTo>
                    <a:pt x="2448" y="24526"/>
                    <a:pt x="2492" y="24604"/>
                    <a:pt x="2539" y="24682"/>
                  </a:cubicBezTo>
                  <a:lnTo>
                    <a:pt x="2539" y="24682"/>
                  </a:lnTo>
                  <a:cubicBezTo>
                    <a:pt x="2523" y="24651"/>
                    <a:pt x="2509" y="24621"/>
                    <a:pt x="2496" y="24592"/>
                  </a:cubicBezTo>
                  <a:lnTo>
                    <a:pt x="2496" y="24592"/>
                  </a:lnTo>
                  <a:cubicBezTo>
                    <a:pt x="2564" y="24727"/>
                    <a:pt x="2683" y="24888"/>
                    <a:pt x="2776" y="25015"/>
                  </a:cubicBezTo>
                  <a:cubicBezTo>
                    <a:pt x="2856" y="25144"/>
                    <a:pt x="2929" y="25227"/>
                    <a:pt x="2943" y="25227"/>
                  </a:cubicBezTo>
                  <a:cubicBezTo>
                    <a:pt x="2944" y="25227"/>
                    <a:pt x="2944" y="25227"/>
                    <a:pt x="2945" y="25227"/>
                  </a:cubicBezTo>
                  <a:cubicBezTo>
                    <a:pt x="2869" y="25167"/>
                    <a:pt x="2793" y="24973"/>
                    <a:pt x="2716" y="24829"/>
                  </a:cubicBezTo>
                  <a:lnTo>
                    <a:pt x="2716" y="24829"/>
                  </a:lnTo>
                  <a:cubicBezTo>
                    <a:pt x="2766" y="24909"/>
                    <a:pt x="2865" y="25048"/>
                    <a:pt x="2872" y="25048"/>
                  </a:cubicBezTo>
                  <a:cubicBezTo>
                    <a:pt x="2874" y="25048"/>
                    <a:pt x="2865" y="25029"/>
                    <a:pt x="2835" y="24981"/>
                  </a:cubicBezTo>
                  <a:cubicBezTo>
                    <a:pt x="2797" y="24938"/>
                    <a:pt x="2622" y="24669"/>
                    <a:pt x="2611" y="24669"/>
                  </a:cubicBezTo>
                  <a:lnTo>
                    <a:pt x="2611" y="24669"/>
                  </a:lnTo>
                  <a:cubicBezTo>
                    <a:pt x="2606" y="24669"/>
                    <a:pt x="2623" y="24704"/>
                    <a:pt x="2674" y="24795"/>
                  </a:cubicBezTo>
                  <a:cubicBezTo>
                    <a:pt x="2564" y="24634"/>
                    <a:pt x="2463" y="24465"/>
                    <a:pt x="2370" y="24288"/>
                  </a:cubicBezTo>
                  <a:lnTo>
                    <a:pt x="2370" y="24288"/>
                  </a:lnTo>
                  <a:cubicBezTo>
                    <a:pt x="2424" y="24377"/>
                    <a:pt x="2441" y="24397"/>
                    <a:pt x="2448" y="24397"/>
                  </a:cubicBezTo>
                  <a:cubicBezTo>
                    <a:pt x="2454" y="24397"/>
                    <a:pt x="2454" y="24385"/>
                    <a:pt x="2461" y="24385"/>
                  </a:cubicBezTo>
                  <a:cubicBezTo>
                    <a:pt x="2465" y="24385"/>
                    <a:pt x="2470" y="24388"/>
                    <a:pt x="2480" y="24398"/>
                  </a:cubicBezTo>
                  <a:cubicBezTo>
                    <a:pt x="2361" y="24228"/>
                    <a:pt x="2344" y="24245"/>
                    <a:pt x="2319" y="24220"/>
                  </a:cubicBezTo>
                  <a:cubicBezTo>
                    <a:pt x="2300" y="24178"/>
                    <a:pt x="2282" y="24138"/>
                    <a:pt x="2265" y="24100"/>
                  </a:cubicBezTo>
                  <a:lnTo>
                    <a:pt x="2265" y="24100"/>
                  </a:lnTo>
                  <a:cubicBezTo>
                    <a:pt x="2269" y="24106"/>
                    <a:pt x="2273" y="24112"/>
                    <a:pt x="2277" y="24118"/>
                  </a:cubicBezTo>
                  <a:cubicBezTo>
                    <a:pt x="2243" y="24032"/>
                    <a:pt x="2192" y="23917"/>
                    <a:pt x="2133" y="23784"/>
                  </a:cubicBezTo>
                  <a:lnTo>
                    <a:pt x="2133" y="23784"/>
                  </a:lnTo>
                  <a:cubicBezTo>
                    <a:pt x="2172" y="23881"/>
                    <a:pt x="2215" y="23984"/>
                    <a:pt x="2265" y="24100"/>
                  </a:cubicBezTo>
                  <a:lnTo>
                    <a:pt x="2265" y="24100"/>
                  </a:lnTo>
                  <a:cubicBezTo>
                    <a:pt x="2013" y="23674"/>
                    <a:pt x="1699" y="22947"/>
                    <a:pt x="1557" y="22706"/>
                  </a:cubicBezTo>
                  <a:lnTo>
                    <a:pt x="1557" y="22706"/>
                  </a:lnTo>
                  <a:cubicBezTo>
                    <a:pt x="1591" y="22816"/>
                    <a:pt x="1735" y="23061"/>
                    <a:pt x="1760" y="23205"/>
                  </a:cubicBezTo>
                  <a:lnTo>
                    <a:pt x="1845" y="23323"/>
                  </a:lnTo>
                  <a:cubicBezTo>
                    <a:pt x="1879" y="23399"/>
                    <a:pt x="1947" y="23526"/>
                    <a:pt x="1997" y="23645"/>
                  </a:cubicBezTo>
                  <a:cubicBezTo>
                    <a:pt x="2040" y="23712"/>
                    <a:pt x="2073" y="23788"/>
                    <a:pt x="2099" y="23873"/>
                  </a:cubicBezTo>
                  <a:lnTo>
                    <a:pt x="1854" y="23433"/>
                  </a:lnTo>
                  <a:cubicBezTo>
                    <a:pt x="1786" y="23332"/>
                    <a:pt x="1744" y="23247"/>
                    <a:pt x="1684" y="23146"/>
                  </a:cubicBezTo>
                  <a:cubicBezTo>
                    <a:pt x="1676" y="23146"/>
                    <a:pt x="1659" y="23103"/>
                    <a:pt x="1634" y="23036"/>
                  </a:cubicBezTo>
                  <a:cubicBezTo>
                    <a:pt x="1574" y="22900"/>
                    <a:pt x="1490" y="22689"/>
                    <a:pt x="1431" y="22570"/>
                  </a:cubicBezTo>
                  <a:cubicBezTo>
                    <a:pt x="1409" y="22502"/>
                    <a:pt x="1407" y="22481"/>
                    <a:pt x="1413" y="22481"/>
                  </a:cubicBezTo>
                  <a:lnTo>
                    <a:pt x="1413" y="22481"/>
                  </a:lnTo>
                  <a:cubicBezTo>
                    <a:pt x="1421" y="22481"/>
                    <a:pt x="1443" y="22518"/>
                    <a:pt x="1448" y="22528"/>
                  </a:cubicBezTo>
                  <a:cubicBezTo>
                    <a:pt x="1363" y="22257"/>
                    <a:pt x="1261" y="22037"/>
                    <a:pt x="1177" y="21809"/>
                  </a:cubicBezTo>
                  <a:cubicBezTo>
                    <a:pt x="1135" y="21691"/>
                    <a:pt x="1084" y="21581"/>
                    <a:pt x="1041" y="21454"/>
                  </a:cubicBezTo>
                  <a:cubicBezTo>
                    <a:pt x="999" y="21335"/>
                    <a:pt x="965" y="21200"/>
                    <a:pt x="923" y="21056"/>
                  </a:cubicBezTo>
                  <a:cubicBezTo>
                    <a:pt x="923" y="20980"/>
                    <a:pt x="906" y="20904"/>
                    <a:pt x="889" y="20836"/>
                  </a:cubicBezTo>
                  <a:cubicBezTo>
                    <a:pt x="877" y="20761"/>
                    <a:pt x="864" y="20700"/>
                    <a:pt x="869" y="20700"/>
                  </a:cubicBezTo>
                  <a:lnTo>
                    <a:pt x="869" y="20700"/>
                  </a:lnTo>
                  <a:cubicBezTo>
                    <a:pt x="870" y="20700"/>
                    <a:pt x="874" y="20708"/>
                    <a:pt x="881" y="20726"/>
                  </a:cubicBezTo>
                  <a:cubicBezTo>
                    <a:pt x="838" y="20557"/>
                    <a:pt x="796" y="20430"/>
                    <a:pt x="762" y="20312"/>
                  </a:cubicBezTo>
                  <a:cubicBezTo>
                    <a:pt x="728" y="20193"/>
                    <a:pt x="703" y="20092"/>
                    <a:pt x="669" y="19982"/>
                  </a:cubicBezTo>
                  <a:cubicBezTo>
                    <a:pt x="661" y="19889"/>
                    <a:pt x="644" y="19804"/>
                    <a:pt x="627" y="19720"/>
                  </a:cubicBezTo>
                  <a:cubicBezTo>
                    <a:pt x="615" y="19649"/>
                    <a:pt x="607" y="19590"/>
                    <a:pt x="613" y="19590"/>
                  </a:cubicBezTo>
                  <a:lnTo>
                    <a:pt x="613" y="19590"/>
                  </a:lnTo>
                  <a:cubicBezTo>
                    <a:pt x="615" y="19590"/>
                    <a:pt x="619" y="19601"/>
                    <a:pt x="627" y="19626"/>
                  </a:cubicBezTo>
                  <a:lnTo>
                    <a:pt x="542" y="19313"/>
                  </a:lnTo>
                  <a:cubicBezTo>
                    <a:pt x="534" y="19254"/>
                    <a:pt x="525" y="19187"/>
                    <a:pt x="509" y="19110"/>
                  </a:cubicBezTo>
                  <a:lnTo>
                    <a:pt x="483" y="18882"/>
                  </a:lnTo>
                  <a:cubicBezTo>
                    <a:pt x="458" y="18772"/>
                    <a:pt x="449" y="18671"/>
                    <a:pt x="449" y="18561"/>
                  </a:cubicBezTo>
                  <a:cubicBezTo>
                    <a:pt x="416" y="18316"/>
                    <a:pt x="407" y="18492"/>
                    <a:pt x="390" y="18165"/>
                  </a:cubicBezTo>
                  <a:lnTo>
                    <a:pt x="390" y="18165"/>
                  </a:lnTo>
                  <a:cubicBezTo>
                    <a:pt x="390" y="18165"/>
                    <a:pt x="390" y="18165"/>
                    <a:pt x="390" y="18165"/>
                  </a:cubicBezTo>
                  <a:cubicBezTo>
                    <a:pt x="391" y="18165"/>
                    <a:pt x="393" y="18169"/>
                    <a:pt x="399" y="18214"/>
                  </a:cubicBezTo>
                  <a:cubicBezTo>
                    <a:pt x="399" y="18138"/>
                    <a:pt x="382" y="18011"/>
                    <a:pt x="373" y="17884"/>
                  </a:cubicBezTo>
                  <a:cubicBezTo>
                    <a:pt x="365" y="17748"/>
                    <a:pt x="356" y="17613"/>
                    <a:pt x="339" y="17537"/>
                  </a:cubicBezTo>
                  <a:lnTo>
                    <a:pt x="339" y="17537"/>
                  </a:lnTo>
                  <a:cubicBezTo>
                    <a:pt x="348" y="17774"/>
                    <a:pt x="339" y="17596"/>
                    <a:pt x="348" y="17875"/>
                  </a:cubicBezTo>
                  <a:cubicBezTo>
                    <a:pt x="314" y="17664"/>
                    <a:pt x="297" y="17452"/>
                    <a:pt x="297" y="17232"/>
                  </a:cubicBezTo>
                  <a:lnTo>
                    <a:pt x="297" y="17232"/>
                  </a:lnTo>
                  <a:cubicBezTo>
                    <a:pt x="308" y="17332"/>
                    <a:pt x="316" y="17368"/>
                    <a:pt x="321" y="17368"/>
                  </a:cubicBezTo>
                  <a:cubicBezTo>
                    <a:pt x="336" y="17368"/>
                    <a:pt x="331" y="17060"/>
                    <a:pt x="340" y="17060"/>
                  </a:cubicBezTo>
                  <a:cubicBezTo>
                    <a:pt x="342" y="17060"/>
                    <a:pt x="345" y="17071"/>
                    <a:pt x="348" y="17097"/>
                  </a:cubicBezTo>
                  <a:cubicBezTo>
                    <a:pt x="339" y="16403"/>
                    <a:pt x="314" y="16006"/>
                    <a:pt x="322" y="15422"/>
                  </a:cubicBezTo>
                  <a:cubicBezTo>
                    <a:pt x="339" y="15261"/>
                    <a:pt x="356" y="15075"/>
                    <a:pt x="382" y="14898"/>
                  </a:cubicBezTo>
                  <a:cubicBezTo>
                    <a:pt x="407" y="14712"/>
                    <a:pt x="424" y="14525"/>
                    <a:pt x="458" y="14348"/>
                  </a:cubicBezTo>
                  <a:cubicBezTo>
                    <a:pt x="483" y="14170"/>
                    <a:pt x="517" y="13993"/>
                    <a:pt x="542" y="13832"/>
                  </a:cubicBezTo>
                  <a:cubicBezTo>
                    <a:pt x="568" y="13671"/>
                    <a:pt x="602" y="13519"/>
                    <a:pt x="627" y="13383"/>
                  </a:cubicBezTo>
                  <a:lnTo>
                    <a:pt x="627" y="13383"/>
                  </a:lnTo>
                  <a:lnTo>
                    <a:pt x="610" y="13451"/>
                  </a:lnTo>
                  <a:lnTo>
                    <a:pt x="661" y="13138"/>
                  </a:lnTo>
                  <a:cubicBezTo>
                    <a:pt x="712" y="12960"/>
                    <a:pt x="703" y="13138"/>
                    <a:pt x="762" y="12867"/>
                  </a:cubicBezTo>
                  <a:lnTo>
                    <a:pt x="762" y="12867"/>
                  </a:lnTo>
                  <a:cubicBezTo>
                    <a:pt x="754" y="12969"/>
                    <a:pt x="728" y="13079"/>
                    <a:pt x="703" y="13180"/>
                  </a:cubicBezTo>
                  <a:cubicBezTo>
                    <a:pt x="669" y="13324"/>
                    <a:pt x="627" y="13493"/>
                    <a:pt x="610" y="13637"/>
                  </a:cubicBezTo>
                  <a:cubicBezTo>
                    <a:pt x="638" y="13538"/>
                    <a:pt x="652" y="13501"/>
                    <a:pt x="656" y="13501"/>
                  </a:cubicBezTo>
                  <a:lnTo>
                    <a:pt x="656" y="13501"/>
                  </a:lnTo>
                  <a:cubicBezTo>
                    <a:pt x="662" y="13501"/>
                    <a:pt x="650" y="13572"/>
                    <a:pt x="635" y="13646"/>
                  </a:cubicBezTo>
                  <a:cubicBezTo>
                    <a:pt x="624" y="13741"/>
                    <a:pt x="612" y="13848"/>
                    <a:pt x="617" y="13848"/>
                  </a:cubicBezTo>
                  <a:cubicBezTo>
                    <a:pt x="620" y="13848"/>
                    <a:pt x="625" y="13829"/>
                    <a:pt x="635" y="13781"/>
                  </a:cubicBezTo>
                  <a:cubicBezTo>
                    <a:pt x="652" y="13561"/>
                    <a:pt x="686" y="13341"/>
                    <a:pt x="754" y="13130"/>
                  </a:cubicBezTo>
                  <a:cubicBezTo>
                    <a:pt x="822" y="12842"/>
                    <a:pt x="915" y="12529"/>
                    <a:pt x="965" y="12318"/>
                  </a:cubicBezTo>
                  <a:cubicBezTo>
                    <a:pt x="999" y="12210"/>
                    <a:pt x="1012" y="12173"/>
                    <a:pt x="1015" y="12173"/>
                  </a:cubicBezTo>
                  <a:lnTo>
                    <a:pt x="1015" y="12173"/>
                  </a:lnTo>
                  <a:cubicBezTo>
                    <a:pt x="1016" y="12173"/>
                    <a:pt x="1016" y="12174"/>
                    <a:pt x="1016" y="12176"/>
                  </a:cubicBezTo>
                  <a:lnTo>
                    <a:pt x="1016" y="12176"/>
                  </a:lnTo>
                  <a:lnTo>
                    <a:pt x="1016" y="12174"/>
                  </a:lnTo>
                  <a:cubicBezTo>
                    <a:pt x="1063" y="12024"/>
                    <a:pt x="1089" y="11970"/>
                    <a:pt x="1105" y="11970"/>
                  </a:cubicBezTo>
                  <a:cubicBezTo>
                    <a:pt x="1107" y="11970"/>
                    <a:pt x="1108" y="11970"/>
                    <a:pt x="1109" y="11971"/>
                  </a:cubicBezTo>
                  <a:cubicBezTo>
                    <a:pt x="1253" y="11548"/>
                    <a:pt x="1431" y="11066"/>
                    <a:pt x="1557" y="10702"/>
                  </a:cubicBezTo>
                  <a:lnTo>
                    <a:pt x="1557" y="10702"/>
                  </a:lnTo>
                  <a:cubicBezTo>
                    <a:pt x="1503" y="10841"/>
                    <a:pt x="1485" y="10880"/>
                    <a:pt x="1480" y="10880"/>
                  </a:cubicBezTo>
                  <a:cubicBezTo>
                    <a:pt x="1473" y="10880"/>
                    <a:pt x="1490" y="10813"/>
                    <a:pt x="1483" y="10813"/>
                  </a:cubicBezTo>
                  <a:lnTo>
                    <a:pt x="1483" y="10813"/>
                  </a:lnTo>
                  <a:cubicBezTo>
                    <a:pt x="1477" y="10813"/>
                    <a:pt x="1458" y="10850"/>
                    <a:pt x="1405" y="10981"/>
                  </a:cubicBezTo>
                  <a:cubicBezTo>
                    <a:pt x="1448" y="10846"/>
                    <a:pt x="1566" y="10550"/>
                    <a:pt x="1684" y="10279"/>
                  </a:cubicBezTo>
                  <a:lnTo>
                    <a:pt x="1684" y="10279"/>
                  </a:lnTo>
                  <a:cubicBezTo>
                    <a:pt x="1662" y="10332"/>
                    <a:pt x="1657" y="10350"/>
                    <a:pt x="1660" y="10350"/>
                  </a:cubicBezTo>
                  <a:cubicBezTo>
                    <a:pt x="1668" y="10350"/>
                    <a:pt x="1718" y="10262"/>
                    <a:pt x="1726" y="10262"/>
                  </a:cubicBezTo>
                  <a:lnTo>
                    <a:pt x="1726" y="10262"/>
                  </a:lnTo>
                  <a:cubicBezTo>
                    <a:pt x="1732" y="10262"/>
                    <a:pt x="1710" y="10319"/>
                    <a:pt x="1617" y="10524"/>
                  </a:cubicBezTo>
                  <a:cubicBezTo>
                    <a:pt x="1659" y="10465"/>
                    <a:pt x="1693" y="10397"/>
                    <a:pt x="1710" y="10321"/>
                  </a:cubicBezTo>
                  <a:cubicBezTo>
                    <a:pt x="1752" y="10228"/>
                    <a:pt x="1803" y="10110"/>
                    <a:pt x="1862" y="9983"/>
                  </a:cubicBezTo>
                  <a:lnTo>
                    <a:pt x="1862" y="9983"/>
                  </a:lnTo>
                  <a:cubicBezTo>
                    <a:pt x="1813" y="10113"/>
                    <a:pt x="1702" y="10390"/>
                    <a:pt x="1708" y="10390"/>
                  </a:cubicBezTo>
                  <a:cubicBezTo>
                    <a:pt x="1709" y="10390"/>
                    <a:pt x="1709" y="10390"/>
                    <a:pt x="1710" y="10389"/>
                  </a:cubicBezTo>
                  <a:cubicBezTo>
                    <a:pt x="1752" y="10270"/>
                    <a:pt x="1803" y="10143"/>
                    <a:pt x="1862" y="10025"/>
                  </a:cubicBezTo>
                  <a:lnTo>
                    <a:pt x="1964" y="9814"/>
                  </a:lnTo>
                  <a:lnTo>
                    <a:pt x="2073" y="9602"/>
                  </a:lnTo>
                  <a:cubicBezTo>
                    <a:pt x="2150" y="9467"/>
                    <a:pt x="2217" y="9340"/>
                    <a:pt x="2277" y="9238"/>
                  </a:cubicBezTo>
                  <a:cubicBezTo>
                    <a:pt x="2319" y="9162"/>
                    <a:pt x="2361" y="9095"/>
                    <a:pt x="2395" y="9018"/>
                  </a:cubicBezTo>
                  <a:lnTo>
                    <a:pt x="2496" y="8782"/>
                  </a:lnTo>
                  <a:cubicBezTo>
                    <a:pt x="2539" y="8697"/>
                    <a:pt x="2590" y="8604"/>
                    <a:pt x="2632" y="8519"/>
                  </a:cubicBezTo>
                  <a:lnTo>
                    <a:pt x="2776" y="8240"/>
                  </a:lnTo>
                  <a:lnTo>
                    <a:pt x="2928" y="7978"/>
                  </a:lnTo>
                  <a:cubicBezTo>
                    <a:pt x="2987" y="7902"/>
                    <a:pt x="3038" y="7826"/>
                    <a:pt x="3089" y="7741"/>
                  </a:cubicBezTo>
                  <a:lnTo>
                    <a:pt x="3266" y="7496"/>
                  </a:lnTo>
                  <a:lnTo>
                    <a:pt x="3452" y="7250"/>
                  </a:lnTo>
                  <a:cubicBezTo>
                    <a:pt x="3520" y="7166"/>
                    <a:pt x="3579" y="7081"/>
                    <a:pt x="3647" y="6997"/>
                  </a:cubicBezTo>
                  <a:lnTo>
                    <a:pt x="3647" y="6997"/>
                  </a:lnTo>
                  <a:lnTo>
                    <a:pt x="3613" y="7064"/>
                  </a:lnTo>
                  <a:cubicBezTo>
                    <a:pt x="3689" y="6971"/>
                    <a:pt x="3774" y="6844"/>
                    <a:pt x="3875" y="6709"/>
                  </a:cubicBezTo>
                  <a:cubicBezTo>
                    <a:pt x="3977" y="6582"/>
                    <a:pt x="4095" y="6438"/>
                    <a:pt x="4205" y="6303"/>
                  </a:cubicBezTo>
                  <a:lnTo>
                    <a:pt x="4273" y="6252"/>
                  </a:lnTo>
                  <a:lnTo>
                    <a:pt x="4586" y="5880"/>
                  </a:lnTo>
                  <a:cubicBezTo>
                    <a:pt x="4713" y="5736"/>
                    <a:pt x="4848" y="5584"/>
                    <a:pt x="4975" y="5449"/>
                  </a:cubicBezTo>
                  <a:cubicBezTo>
                    <a:pt x="4975" y="5448"/>
                    <a:pt x="4974" y="5448"/>
                    <a:pt x="4974" y="5448"/>
                  </a:cubicBezTo>
                  <a:cubicBezTo>
                    <a:pt x="4957" y="5448"/>
                    <a:pt x="4821" y="5594"/>
                    <a:pt x="4810" y="5594"/>
                  </a:cubicBezTo>
                  <a:cubicBezTo>
                    <a:pt x="4807" y="5594"/>
                    <a:pt x="4813" y="5584"/>
                    <a:pt x="4831" y="5559"/>
                  </a:cubicBezTo>
                  <a:lnTo>
                    <a:pt x="4831" y="5559"/>
                  </a:lnTo>
                  <a:cubicBezTo>
                    <a:pt x="4727" y="5670"/>
                    <a:pt x="4629" y="5776"/>
                    <a:pt x="4648" y="5776"/>
                  </a:cubicBezTo>
                  <a:cubicBezTo>
                    <a:pt x="4650" y="5776"/>
                    <a:pt x="4655" y="5774"/>
                    <a:pt x="4662" y="5770"/>
                  </a:cubicBezTo>
                  <a:lnTo>
                    <a:pt x="4662" y="5770"/>
                  </a:lnTo>
                  <a:cubicBezTo>
                    <a:pt x="4535" y="5897"/>
                    <a:pt x="4518" y="5897"/>
                    <a:pt x="4408" y="6007"/>
                  </a:cubicBezTo>
                  <a:cubicBezTo>
                    <a:pt x="4561" y="5821"/>
                    <a:pt x="4721" y="5643"/>
                    <a:pt x="4874" y="5457"/>
                  </a:cubicBezTo>
                  <a:cubicBezTo>
                    <a:pt x="4890" y="5440"/>
                    <a:pt x="4916" y="5423"/>
                    <a:pt x="4933" y="5406"/>
                  </a:cubicBezTo>
                  <a:lnTo>
                    <a:pt x="4950" y="5347"/>
                  </a:lnTo>
                  <a:cubicBezTo>
                    <a:pt x="5053" y="5244"/>
                    <a:pt x="5102" y="5199"/>
                    <a:pt x="5112" y="5199"/>
                  </a:cubicBezTo>
                  <a:lnTo>
                    <a:pt x="5112" y="5199"/>
                  </a:lnTo>
                  <a:cubicBezTo>
                    <a:pt x="5115" y="5199"/>
                    <a:pt x="5114" y="5204"/>
                    <a:pt x="5110" y="5212"/>
                  </a:cubicBezTo>
                  <a:cubicBezTo>
                    <a:pt x="5313" y="4958"/>
                    <a:pt x="5542" y="4721"/>
                    <a:pt x="5770" y="4501"/>
                  </a:cubicBezTo>
                  <a:lnTo>
                    <a:pt x="5770" y="4501"/>
                  </a:lnTo>
                  <a:cubicBezTo>
                    <a:pt x="5676" y="4623"/>
                    <a:pt x="5570" y="4744"/>
                    <a:pt x="5458" y="4857"/>
                  </a:cubicBezTo>
                  <a:lnTo>
                    <a:pt x="5458" y="4857"/>
                  </a:lnTo>
                  <a:lnTo>
                    <a:pt x="5719" y="4603"/>
                  </a:lnTo>
                  <a:lnTo>
                    <a:pt x="5719" y="4603"/>
                  </a:lnTo>
                  <a:cubicBezTo>
                    <a:pt x="5643" y="4696"/>
                    <a:pt x="5457" y="4873"/>
                    <a:pt x="5305" y="5042"/>
                  </a:cubicBezTo>
                  <a:cubicBezTo>
                    <a:pt x="5177" y="5186"/>
                    <a:pt x="5069" y="5302"/>
                    <a:pt x="5095" y="5302"/>
                  </a:cubicBezTo>
                  <a:cubicBezTo>
                    <a:pt x="5098" y="5302"/>
                    <a:pt x="5103" y="5300"/>
                    <a:pt x="5110" y="5296"/>
                  </a:cubicBezTo>
                  <a:cubicBezTo>
                    <a:pt x="5457" y="4890"/>
                    <a:pt x="6016" y="4349"/>
                    <a:pt x="6345" y="4019"/>
                  </a:cubicBezTo>
                  <a:cubicBezTo>
                    <a:pt x="6464" y="3926"/>
                    <a:pt x="6582" y="3833"/>
                    <a:pt x="6692" y="3731"/>
                  </a:cubicBezTo>
                  <a:cubicBezTo>
                    <a:pt x="6819" y="3613"/>
                    <a:pt x="6971" y="3486"/>
                    <a:pt x="7141" y="3368"/>
                  </a:cubicBezTo>
                  <a:cubicBezTo>
                    <a:pt x="7171" y="3343"/>
                    <a:pt x="7231" y="3302"/>
                    <a:pt x="7245" y="3302"/>
                  </a:cubicBezTo>
                  <a:lnTo>
                    <a:pt x="7245" y="3302"/>
                  </a:lnTo>
                  <a:cubicBezTo>
                    <a:pt x="7250" y="3302"/>
                    <a:pt x="7248" y="3308"/>
                    <a:pt x="7234" y="3325"/>
                  </a:cubicBezTo>
                  <a:lnTo>
                    <a:pt x="7149" y="3393"/>
                  </a:lnTo>
                  <a:cubicBezTo>
                    <a:pt x="7581" y="3071"/>
                    <a:pt x="8063" y="2682"/>
                    <a:pt x="8460" y="2412"/>
                  </a:cubicBezTo>
                  <a:lnTo>
                    <a:pt x="8680" y="2302"/>
                  </a:lnTo>
                  <a:cubicBezTo>
                    <a:pt x="8972" y="2126"/>
                    <a:pt x="8994" y="2102"/>
                    <a:pt x="8971" y="2102"/>
                  </a:cubicBezTo>
                  <a:cubicBezTo>
                    <a:pt x="8962" y="2102"/>
                    <a:pt x="8947" y="2105"/>
                    <a:pt x="8938" y="2105"/>
                  </a:cubicBezTo>
                  <a:cubicBezTo>
                    <a:pt x="8913" y="2105"/>
                    <a:pt x="8930" y="2080"/>
                    <a:pt x="9239" y="1887"/>
                  </a:cubicBezTo>
                  <a:cubicBezTo>
                    <a:pt x="9332" y="1853"/>
                    <a:pt x="9552" y="1726"/>
                    <a:pt x="9763" y="1616"/>
                  </a:cubicBezTo>
                  <a:cubicBezTo>
                    <a:pt x="9898" y="1532"/>
                    <a:pt x="10042" y="1464"/>
                    <a:pt x="10186" y="1405"/>
                  </a:cubicBezTo>
                  <a:cubicBezTo>
                    <a:pt x="10330" y="1320"/>
                    <a:pt x="10389" y="1295"/>
                    <a:pt x="10398" y="1270"/>
                  </a:cubicBezTo>
                  <a:lnTo>
                    <a:pt x="10398" y="1270"/>
                  </a:lnTo>
                  <a:cubicBezTo>
                    <a:pt x="10302" y="1308"/>
                    <a:pt x="10124" y="1409"/>
                    <a:pt x="10105" y="1409"/>
                  </a:cubicBezTo>
                  <a:cubicBezTo>
                    <a:pt x="10098" y="1409"/>
                    <a:pt x="10108" y="1398"/>
                    <a:pt x="10144" y="1371"/>
                  </a:cubicBezTo>
                  <a:cubicBezTo>
                    <a:pt x="10398" y="1236"/>
                    <a:pt x="10524" y="1193"/>
                    <a:pt x="10736" y="1084"/>
                  </a:cubicBezTo>
                  <a:lnTo>
                    <a:pt x="10736" y="1084"/>
                  </a:lnTo>
                  <a:cubicBezTo>
                    <a:pt x="10722" y="1097"/>
                    <a:pt x="10632" y="1154"/>
                    <a:pt x="10637" y="1154"/>
                  </a:cubicBezTo>
                  <a:cubicBezTo>
                    <a:pt x="10638" y="1154"/>
                    <a:pt x="10645" y="1151"/>
                    <a:pt x="10660" y="1143"/>
                  </a:cubicBezTo>
                  <a:cubicBezTo>
                    <a:pt x="10787" y="1075"/>
                    <a:pt x="10939" y="1007"/>
                    <a:pt x="11108" y="923"/>
                  </a:cubicBezTo>
                  <a:cubicBezTo>
                    <a:pt x="11269" y="847"/>
                    <a:pt x="11447" y="762"/>
                    <a:pt x="11633" y="686"/>
                  </a:cubicBezTo>
                  <a:lnTo>
                    <a:pt x="11903" y="567"/>
                  </a:lnTo>
                  <a:lnTo>
                    <a:pt x="12166" y="458"/>
                  </a:lnTo>
                  <a:lnTo>
                    <a:pt x="12605" y="271"/>
                  </a:lnTo>
                  <a:lnTo>
                    <a:pt x="12605" y="271"/>
                  </a:lnTo>
                  <a:cubicBezTo>
                    <a:pt x="12419" y="339"/>
                    <a:pt x="12402" y="364"/>
                    <a:pt x="12149" y="449"/>
                  </a:cubicBezTo>
                  <a:cubicBezTo>
                    <a:pt x="12208" y="415"/>
                    <a:pt x="12267" y="381"/>
                    <a:pt x="12335" y="356"/>
                  </a:cubicBezTo>
                  <a:cubicBezTo>
                    <a:pt x="12333" y="356"/>
                    <a:pt x="12332" y="356"/>
                    <a:pt x="12330" y="356"/>
                  </a:cubicBezTo>
                  <a:cubicBezTo>
                    <a:pt x="12279" y="356"/>
                    <a:pt x="12072" y="477"/>
                    <a:pt x="11810" y="559"/>
                  </a:cubicBezTo>
                  <a:cubicBezTo>
                    <a:pt x="11946" y="491"/>
                    <a:pt x="12089" y="424"/>
                    <a:pt x="12233" y="356"/>
                  </a:cubicBezTo>
                  <a:lnTo>
                    <a:pt x="12233" y="356"/>
                  </a:lnTo>
                  <a:lnTo>
                    <a:pt x="11979" y="432"/>
                  </a:lnTo>
                  <a:cubicBezTo>
                    <a:pt x="12140" y="356"/>
                    <a:pt x="12301" y="280"/>
                    <a:pt x="12470" y="212"/>
                  </a:cubicBezTo>
                  <a:lnTo>
                    <a:pt x="1296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7"/>
            <p:cNvSpPr/>
            <p:nvPr/>
          </p:nvSpPr>
          <p:spPr>
            <a:xfrm rot="-2700000">
              <a:off x="5528884" y="4044860"/>
              <a:ext cx="22614" cy="3027"/>
            </a:xfrm>
            <a:custGeom>
              <a:rect b="b" l="l" r="r" t="t"/>
              <a:pathLst>
                <a:path extrusionOk="0" h="68" w="508">
                  <a:moveTo>
                    <a:pt x="457" y="0"/>
                  </a:moveTo>
                  <a:lnTo>
                    <a:pt x="457" y="0"/>
                  </a:lnTo>
                  <a:cubicBezTo>
                    <a:pt x="465" y="26"/>
                    <a:pt x="0" y="51"/>
                    <a:pt x="152" y="68"/>
                  </a:cubicBezTo>
                  <a:cubicBezTo>
                    <a:pt x="254" y="43"/>
                    <a:pt x="508" y="17"/>
                    <a:pt x="45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7"/>
            <p:cNvSpPr/>
            <p:nvPr/>
          </p:nvSpPr>
          <p:spPr>
            <a:xfrm rot="-2700000">
              <a:off x="5538790" y="4040616"/>
              <a:ext cx="13978" cy="1914"/>
            </a:xfrm>
            <a:custGeom>
              <a:rect b="b" l="l" r="r" t="t"/>
              <a:pathLst>
                <a:path extrusionOk="0" h="43" w="314">
                  <a:moveTo>
                    <a:pt x="313" y="1"/>
                  </a:moveTo>
                  <a:cubicBezTo>
                    <a:pt x="298" y="3"/>
                    <a:pt x="285" y="5"/>
                    <a:pt x="274" y="7"/>
                  </a:cubicBezTo>
                  <a:lnTo>
                    <a:pt x="274" y="7"/>
                  </a:lnTo>
                  <a:cubicBezTo>
                    <a:pt x="287" y="5"/>
                    <a:pt x="300" y="3"/>
                    <a:pt x="313" y="1"/>
                  </a:cubicBezTo>
                  <a:close/>
                  <a:moveTo>
                    <a:pt x="274" y="7"/>
                  </a:moveTo>
                  <a:cubicBezTo>
                    <a:pt x="184" y="20"/>
                    <a:pt x="89" y="28"/>
                    <a:pt x="0" y="43"/>
                  </a:cubicBezTo>
                  <a:lnTo>
                    <a:pt x="195" y="26"/>
                  </a:lnTo>
                  <a:cubicBezTo>
                    <a:pt x="210" y="26"/>
                    <a:pt x="199" y="20"/>
                    <a:pt x="274" y="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7"/>
            <p:cNvSpPr/>
            <p:nvPr/>
          </p:nvSpPr>
          <p:spPr>
            <a:xfrm rot="-2700000">
              <a:off x="5553346" y="4013032"/>
              <a:ext cx="44516" cy="7568"/>
            </a:xfrm>
            <a:custGeom>
              <a:rect b="b" l="l" r="r" t="t"/>
              <a:pathLst>
                <a:path extrusionOk="0" h="170" w="1000">
                  <a:moveTo>
                    <a:pt x="999" y="1"/>
                  </a:moveTo>
                  <a:cubicBezTo>
                    <a:pt x="805" y="1"/>
                    <a:pt x="18" y="85"/>
                    <a:pt x="9" y="127"/>
                  </a:cubicBezTo>
                  <a:cubicBezTo>
                    <a:pt x="179" y="85"/>
                    <a:pt x="356" y="60"/>
                    <a:pt x="534" y="43"/>
                  </a:cubicBezTo>
                  <a:lnTo>
                    <a:pt x="534" y="43"/>
                  </a:lnTo>
                  <a:cubicBezTo>
                    <a:pt x="635" y="85"/>
                    <a:pt x="111" y="102"/>
                    <a:pt x="1" y="170"/>
                  </a:cubicBezTo>
                  <a:cubicBezTo>
                    <a:pt x="475" y="119"/>
                    <a:pt x="610" y="51"/>
                    <a:pt x="99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7"/>
            <p:cNvSpPr/>
            <p:nvPr/>
          </p:nvSpPr>
          <p:spPr>
            <a:xfrm rot="-2700000">
              <a:off x="5554660" y="4037578"/>
              <a:ext cx="12865" cy="1914"/>
            </a:xfrm>
            <a:custGeom>
              <a:rect b="b" l="l" r="r" t="t"/>
              <a:pathLst>
                <a:path extrusionOk="0" h="43" w="289">
                  <a:moveTo>
                    <a:pt x="263" y="0"/>
                  </a:moveTo>
                  <a:lnTo>
                    <a:pt x="1" y="42"/>
                  </a:lnTo>
                  <a:lnTo>
                    <a:pt x="26" y="42"/>
                  </a:lnTo>
                  <a:lnTo>
                    <a:pt x="28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7"/>
            <p:cNvSpPr/>
            <p:nvPr/>
          </p:nvSpPr>
          <p:spPr>
            <a:xfrm rot="-2700000">
              <a:off x="5366598" y="4223990"/>
              <a:ext cx="12108" cy="935"/>
            </a:xfrm>
            <a:custGeom>
              <a:rect b="b" l="l" r="r" t="t"/>
              <a:pathLst>
                <a:path extrusionOk="0" h="21" w="272">
                  <a:moveTo>
                    <a:pt x="197" y="0"/>
                  </a:moveTo>
                  <a:cubicBezTo>
                    <a:pt x="129" y="0"/>
                    <a:pt x="62" y="8"/>
                    <a:pt x="0" y="21"/>
                  </a:cubicBezTo>
                  <a:cubicBezTo>
                    <a:pt x="85" y="21"/>
                    <a:pt x="178" y="12"/>
                    <a:pt x="271" y="4"/>
                  </a:cubicBezTo>
                  <a:cubicBezTo>
                    <a:pt x="246" y="2"/>
                    <a:pt x="221" y="0"/>
                    <a:pt x="19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7"/>
            <p:cNvSpPr/>
            <p:nvPr/>
          </p:nvSpPr>
          <p:spPr>
            <a:xfrm rot="-2700000">
              <a:off x="5151041" y="4410098"/>
              <a:ext cx="68955" cy="2671"/>
            </a:xfrm>
            <a:custGeom>
              <a:rect b="b" l="l" r="r" t="t"/>
              <a:pathLst>
                <a:path extrusionOk="0" h="60" w="1549">
                  <a:moveTo>
                    <a:pt x="0" y="0"/>
                  </a:moveTo>
                  <a:lnTo>
                    <a:pt x="228" y="51"/>
                  </a:lnTo>
                  <a:cubicBezTo>
                    <a:pt x="495" y="55"/>
                    <a:pt x="689" y="55"/>
                    <a:pt x="885" y="55"/>
                  </a:cubicBezTo>
                  <a:cubicBezTo>
                    <a:pt x="1081" y="55"/>
                    <a:pt x="1277" y="55"/>
                    <a:pt x="1548" y="60"/>
                  </a:cubicBezTo>
                  <a:cubicBezTo>
                    <a:pt x="1269" y="36"/>
                    <a:pt x="1063" y="33"/>
                    <a:pt x="880" y="33"/>
                  </a:cubicBezTo>
                  <a:cubicBezTo>
                    <a:pt x="794" y="33"/>
                    <a:pt x="714" y="33"/>
                    <a:pt x="633" y="33"/>
                  </a:cubicBezTo>
                  <a:cubicBezTo>
                    <a:pt x="445" y="33"/>
                    <a:pt x="255" y="29"/>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7"/>
            <p:cNvSpPr/>
            <p:nvPr/>
          </p:nvSpPr>
          <p:spPr>
            <a:xfrm rot="-2700000">
              <a:off x="5155296" y="4422746"/>
              <a:ext cx="25285" cy="1959"/>
            </a:xfrm>
            <a:custGeom>
              <a:rect b="b" l="l" r="r" t="t"/>
              <a:pathLst>
                <a:path extrusionOk="0" h="44" w="568">
                  <a:moveTo>
                    <a:pt x="415" y="0"/>
                  </a:moveTo>
                  <a:cubicBezTo>
                    <a:pt x="500" y="34"/>
                    <a:pt x="1" y="9"/>
                    <a:pt x="77" y="43"/>
                  </a:cubicBezTo>
                  <a:cubicBezTo>
                    <a:pt x="118" y="44"/>
                    <a:pt x="152" y="44"/>
                    <a:pt x="181" y="44"/>
                  </a:cubicBezTo>
                  <a:cubicBezTo>
                    <a:pt x="327" y="44"/>
                    <a:pt x="322" y="33"/>
                    <a:pt x="393" y="33"/>
                  </a:cubicBezTo>
                  <a:cubicBezTo>
                    <a:pt x="426" y="33"/>
                    <a:pt x="477" y="35"/>
                    <a:pt x="568" y="43"/>
                  </a:cubicBezTo>
                  <a:lnTo>
                    <a:pt x="41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7"/>
            <p:cNvSpPr/>
            <p:nvPr/>
          </p:nvSpPr>
          <p:spPr>
            <a:xfrm rot="-2700000">
              <a:off x="5260881" y="4365390"/>
              <a:ext cx="7167" cy="801"/>
            </a:xfrm>
            <a:custGeom>
              <a:rect b="b" l="l" r="r" t="t"/>
              <a:pathLst>
                <a:path extrusionOk="0" h="18" w="161">
                  <a:moveTo>
                    <a:pt x="161" y="0"/>
                  </a:moveTo>
                  <a:lnTo>
                    <a:pt x="0" y="17"/>
                  </a:lnTo>
                  <a:lnTo>
                    <a:pt x="136" y="17"/>
                  </a:lnTo>
                  <a:lnTo>
                    <a:pt x="16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7"/>
            <p:cNvSpPr/>
            <p:nvPr/>
          </p:nvSpPr>
          <p:spPr>
            <a:xfrm rot="-2700000">
              <a:off x="5080940" y="4491898"/>
              <a:ext cx="12108" cy="1558"/>
            </a:xfrm>
            <a:custGeom>
              <a:rect b="b" l="l" r="r" t="t"/>
              <a:pathLst>
                <a:path extrusionOk="0" h="35" w="272">
                  <a:moveTo>
                    <a:pt x="1" y="0"/>
                  </a:moveTo>
                  <a:lnTo>
                    <a:pt x="212" y="34"/>
                  </a:lnTo>
                  <a:lnTo>
                    <a:pt x="271" y="34"/>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7"/>
            <p:cNvSpPr/>
            <p:nvPr/>
          </p:nvSpPr>
          <p:spPr>
            <a:xfrm rot="-2700000">
              <a:off x="5093630" y="4487067"/>
              <a:ext cx="45" cy="4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7"/>
            <p:cNvSpPr/>
            <p:nvPr/>
          </p:nvSpPr>
          <p:spPr>
            <a:xfrm rot="-2700000">
              <a:off x="5259929" y="4365946"/>
              <a:ext cx="16248" cy="445"/>
            </a:xfrm>
            <a:custGeom>
              <a:rect b="b" l="l" r="r" t="t"/>
              <a:pathLst>
                <a:path extrusionOk="0" h="10" w="365">
                  <a:moveTo>
                    <a:pt x="0" y="1"/>
                  </a:moveTo>
                  <a:lnTo>
                    <a:pt x="246" y="9"/>
                  </a:lnTo>
                  <a:lnTo>
                    <a:pt x="36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7"/>
            <p:cNvSpPr/>
            <p:nvPr/>
          </p:nvSpPr>
          <p:spPr>
            <a:xfrm rot="-2700000">
              <a:off x="5183714" y="4427330"/>
              <a:ext cx="11574" cy="534"/>
            </a:xfrm>
            <a:custGeom>
              <a:rect b="b" l="l" r="r" t="t"/>
              <a:pathLst>
                <a:path extrusionOk="0" h="12" w="260">
                  <a:moveTo>
                    <a:pt x="35" y="0"/>
                  </a:moveTo>
                  <a:cubicBezTo>
                    <a:pt x="7" y="0"/>
                    <a:pt x="0" y="3"/>
                    <a:pt x="40" y="12"/>
                  </a:cubicBezTo>
                  <a:lnTo>
                    <a:pt x="260" y="12"/>
                  </a:lnTo>
                  <a:cubicBezTo>
                    <a:pt x="231" y="12"/>
                    <a:pt x="90" y="0"/>
                    <a:pt x="3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7"/>
            <p:cNvSpPr/>
            <p:nvPr/>
          </p:nvSpPr>
          <p:spPr>
            <a:xfrm rot="-2700000">
              <a:off x="5022650" y="4539613"/>
              <a:ext cx="12821" cy="1157"/>
            </a:xfrm>
            <a:custGeom>
              <a:rect b="b" l="l" r="r" t="t"/>
              <a:pathLst>
                <a:path extrusionOk="0" h="26" w="288">
                  <a:moveTo>
                    <a:pt x="0" y="0"/>
                  </a:moveTo>
                  <a:lnTo>
                    <a:pt x="76" y="5"/>
                  </a:lnTo>
                  <a:lnTo>
                    <a:pt x="76" y="5"/>
                  </a:lnTo>
                  <a:lnTo>
                    <a:pt x="26" y="0"/>
                  </a:lnTo>
                  <a:close/>
                  <a:moveTo>
                    <a:pt x="76" y="5"/>
                  </a:moveTo>
                  <a:lnTo>
                    <a:pt x="288" y="26"/>
                  </a:lnTo>
                  <a:lnTo>
                    <a:pt x="262" y="17"/>
                  </a:lnTo>
                  <a:lnTo>
                    <a:pt x="76" y="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7"/>
            <p:cNvSpPr/>
            <p:nvPr/>
          </p:nvSpPr>
          <p:spPr>
            <a:xfrm rot="-2700000">
              <a:off x="5123787" y="4485614"/>
              <a:ext cx="14112" cy="1157"/>
            </a:xfrm>
            <a:custGeom>
              <a:rect b="b" l="l" r="r" t="t"/>
              <a:pathLst>
                <a:path extrusionOk="0" h="26" w="317">
                  <a:moveTo>
                    <a:pt x="230" y="3"/>
                  </a:moveTo>
                  <a:cubicBezTo>
                    <a:pt x="233" y="3"/>
                    <a:pt x="236" y="4"/>
                    <a:pt x="240" y="5"/>
                  </a:cubicBezTo>
                  <a:lnTo>
                    <a:pt x="240" y="5"/>
                  </a:lnTo>
                  <a:cubicBezTo>
                    <a:pt x="237" y="4"/>
                    <a:pt x="234" y="4"/>
                    <a:pt x="230" y="3"/>
                  </a:cubicBezTo>
                  <a:close/>
                  <a:moveTo>
                    <a:pt x="23" y="0"/>
                  </a:moveTo>
                  <a:cubicBezTo>
                    <a:pt x="0" y="0"/>
                    <a:pt x="14" y="5"/>
                    <a:pt x="103" y="20"/>
                  </a:cubicBezTo>
                  <a:cubicBezTo>
                    <a:pt x="169" y="24"/>
                    <a:pt x="212" y="25"/>
                    <a:pt x="239" y="25"/>
                  </a:cubicBezTo>
                  <a:cubicBezTo>
                    <a:pt x="316" y="25"/>
                    <a:pt x="269" y="13"/>
                    <a:pt x="240" y="5"/>
                  </a:cubicBezTo>
                  <a:lnTo>
                    <a:pt x="240" y="5"/>
                  </a:lnTo>
                  <a:cubicBezTo>
                    <a:pt x="261" y="11"/>
                    <a:pt x="256" y="13"/>
                    <a:pt x="238" y="13"/>
                  </a:cubicBezTo>
                  <a:cubicBezTo>
                    <a:pt x="193" y="13"/>
                    <a:pt x="59" y="0"/>
                    <a:pt x="2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7"/>
            <p:cNvSpPr/>
            <p:nvPr/>
          </p:nvSpPr>
          <p:spPr>
            <a:xfrm rot="-2700000">
              <a:off x="5014010" y="4568740"/>
              <a:ext cx="4541" cy="445"/>
            </a:xfrm>
            <a:custGeom>
              <a:rect b="b" l="l" r="r" t="t"/>
              <a:pathLst>
                <a:path extrusionOk="0" h="10" w="102">
                  <a:moveTo>
                    <a:pt x="0" y="1"/>
                  </a:moveTo>
                  <a:lnTo>
                    <a:pt x="51" y="5"/>
                  </a:lnTo>
                  <a:lnTo>
                    <a:pt x="51" y="5"/>
                  </a:lnTo>
                  <a:cubicBezTo>
                    <a:pt x="34" y="3"/>
                    <a:pt x="17" y="1"/>
                    <a:pt x="0" y="1"/>
                  </a:cubicBezTo>
                  <a:close/>
                  <a:moveTo>
                    <a:pt x="51" y="5"/>
                  </a:moveTo>
                  <a:lnTo>
                    <a:pt x="51" y="5"/>
                  </a:lnTo>
                  <a:cubicBezTo>
                    <a:pt x="68" y="7"/>
                    <a:pt x="85" y="9"/>
                    <a:pt x="102" y="9"/>
                  </a:cubicBezTo>
                  <a:lnTo>
                    <a:pt x="51" y="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7"/>
            <p:cNvSpPr/>
            <p:nvPr/>
          </p:nvSpPr>
          <p:spPr>
            <a:xfrm rot="-2700000">
              <a:off x="5016520" y="4562477"/>
              <a:ext cx="13622" cy="1514"/>
            </a:xfrm>
            <a:custGeom>
              <a:rect b="b" l="l" r="r" t="t"/>
              <a:pathLst>
                <a:path extrusionOk="0" h="34" w="306">
                  <a:moveTo>
                    <a:pt x="1" y="0"/>
                  </a:moveTo>
                  <a:cubicBezTo>
                    <a:pt x="119" y="9"/>
                    <a:pt x="229" y="34"/>
                    <a:pt x="306" y="34"/>
                  </a:cubicBezTo>
                  <a:cubicBezTo>
                    <a:pt x="204" y="17"/>
                    <a:pt x="102"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7"/>
            <p:cNvSpPr/>
            <p:nvPr/>
          </p:nvSpPr>
          <p:spPr>
            <a:xfrm rot="-2700000">
              <a:off x="4969834" y="4598736"/>
              <a:ext cx="12153" cy="1425"/>
            </a:xfrm>
            <a:custGeom>
              <a:rect b="b" l="l" r="r" t="t"/>
              <a:pathLst>
                <a:path extrusionOk="0" h="32" w="273">
                  <a:moveTo>
                    <a:pt x="14" y="1"/>
                  </a:moveTo>
                  <a:cubicBezTo>
                    <a:pt x="2" y="1"/>
                    <a:pt x="0" y="3"/>
                    <a:pt x="10" y="8"/>
                  </a:cubicBezTo>
                  <a:lnTo>
                    <a:pt x="112" y="25"/>
                  </a:lnTo>
                  <a:lnTo>
                    <a:pt x="154" y="25"/>
                  </a:lnTo>
                  <a:cubicBezTo>
                    <a:pt x="201" y="29"/>
                    <a:pt x="228" y="31"/>
                    <a:pt x="245" y="31"/>
                  </a:cubicBezTo>
                  <a:cubicBezTo>
                    <a:pt x="262" y="31"/>
                    <a:pt x="268" y="29"/>
                    <a:pt x="272" y="25"/>
                  </a:cubicBezTo>
                  <a:lnTo>
                    <a:pt x="247" y="25"/>
                  </a:lnTo>
                  <a:cubicBezTo>
                    <a:pt x="127" y="13"/>
                    <a:pt x="42" y="1"/>
                    <a:pt x="1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7"/>
            <p:cNvSpPr/>
            <p:nvPr/>
          </p:nvSpPr>
          <p:spPr>
            <a:xfrm rot="-2700000">
              <a:off x="4779496" y="4691286"/>
              <a:ext cx="42201" cy="10951"/>
            </a:xfrm>
            <a:custGeom>
              <a:rect b="b" l="l" r="r" t="t"/>
              <a:pathLst>
                <a:path extrusionOk="0" h="246" w="948">
                  <a:moveTo>
                    <a:pt x="0" y="0"/>
                  </a:moveTo>
                  <a:cubicBezTo>
                    <a:pt x="364" y="119"/>
                    <a:pt x="457" y="136"/>
                    <a:pt x="432" y="153"/>
                  </a:cubicBezTo>
                  <a:cubicBezTo>
                    <a:pt x="778" y="246"/>
                    <a:pt x="736" y="203"/>
                    <a:pt x="948" y="246"/>
                  </a:cubicBezTo>
                  <a:cubicBezTo>
                    <a:pt x="745" y="203"/>
                    <a:pt x="626" y="170"/>
                    <a:pt x="499" y="136"/>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7"/>
            <p:cNvSpPr/>
            <p:nvPr/>
          </p:nvSpPr>
          <p:spPr>
            <a:xfrm rot="-2700000">
              <a:off x="4818686" y="4683470"/>
              <a:ext cx="6410" cy="1558"/>
            </a:xfrm>
            <a:custGeom>
              <a:rect b="b" l="l" r="r" t="t"/>
              <a:pathLst>
                <a:path extrusionOk="0" h="35" w="144">
                  <a:moveTo>
                    <a:pt x="0" y="1"/>
                  </a:moveTo>
                  <a:lnTo>
                    <a:pt x="144" y="3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7"/>
            <p:cNvSpPr/>
            <p:nvPr/>
          </p:nvSpPr>
          <p:spPr>
            <a:xfrm rot="-2700000">
              <a:off x="5022708" y="4572492"/>
              <a:ext cx="10595" cy="401"/>
            </a:xfrm>
            <a:custGeom>
              <a:rect b="b" l="l" r="r" t="t"/>
              <a:pathLst>
                <a:path extrusionOk="0" h="9" w="238">
                  <a:moveTo>
                    <a:pt x="1" y="0"/>
                  </a:moveTo>
                  <a:lnTo>
                    <a:pt x="85" y="8"/>
                  </a:lnTo>
                  <a:lnTo>
                    <a:pt x="23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7"/>
            <p:cNvSpPr/>
            <p:nvPr/>
          </p:nvSpPr>
          <p:spPr>
            <a:xfrm rot="-2700000">
              <a:off x="4758689" y="4715101"/>
              <a:ext cx="11574" cy="3517"/>
            </a:xfrm>
            <a:custGeom>
              <a:rect b="b" l="l" r="r" t="t"/>
              <a:pathLst>
                <a:path extrusionOk="0" h="79" w="260">
                  <a:moveTo>
                    <a:pt x="0" y="0"/>
                  </a:moveTo>
                  <a:cubicBezTo>
                    <a:pt x="0" y="0"/>
                    <a:pt x="2" y="1"/>
                    <a:pt x="8" y="2"/>
                  </a:cubicBezTo>
                  <a:cubicBezTo>
                    <a:pt x="75" y="28"/>
                    <a:pt x="185" y="61"/>
                    <a:pt x="236" y="78"/>
                  </a:cubicBezTo>
                  <a:cubicBezTo>
                    <a:pt x="259" y="71"/>
                    <a:pt x="2"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7"/>
            <p:cNvSpPr/>
            <p:nvPr/>
          </p:nvSpPr>
          <p:spPr>
            <a:xfrm rot="-2700000">
              <a:off x="4823976" y="4695471"/>
              <a:ext cx="16604" cy="4184"/>
            </a:xfrm>
            <a:custGeom>
              <a:rect b="b" l="l" r="r" t="t"/>
              <a:pathLst>
                <a:path extrusionOk="0" h="94" w="373">
                  <a:moveTo>
                    <a:pt x="0" y="1"/>
                  </a:moveTo>
                  <a:lnTo>
                    <a:pt x="0" y="1"/>
                  </a:lnTo>
                  <a:cubicBezTo>
                    <a:pt x="34" y="18"/>
                    <a:pt x="280" y="68"/>
                    <a:pt x="373" y="94"/>
                  </a:cubicBezTo>
                  <a:cubicBezTo>
                    <a:pt x="254" y="51"/>
                    <a:pt x="127" y="18"/>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7"/>
            <p:cNvSpPr/>
            <p:nvPr/>
          </p:nvSpPr>
          <p:spPr>
            <a:xfrm rot="-2700000">
              <a:off x="4797106" y="4712396"/>
              <a:ext cx="13622" cy="3072"/>
            </a:xfrm>
            <a:custGeom>
              <a:rect b="b" l="l" r="r" t="t"/>
              <a:pathLst>
                <a:path extrusionOk="0" h="69" w="306">
                  <a:moveTo>
                    <a:pt x="1" y="1"/>
                  </a:moveTo>
                  <a:lnTo>
                    <a:pt x="51" y="18"/>
                  </a:lnTo>
                  <a:lnTo>
                    <a:pt x="305" y="69"/>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7"/>
            <p:cNvSpPr/>
            <p:nvPr/>
          </p:nvSpPr>
          <p:spPr>
            <a:xfrm rot="-2700000">
              <a:off x="4823120" y="4705637"/>
              <a:ext cx="22347" cy="6455"/>
            </a:xfrm>
            <a:custGeom>
              <a:rect b="b" l="l" r="r" t="t"/>
              <a:pathLst>
                <a:path extrusionOk="0" h="145" w="502">
                  <a:moveTo>
                    <a:pt x="1" y="1"/>
                  </a:moveTo>
                  <a:lnTo>
                    <a:pt x="1" y="1"/>
                  </a:lnTo>
                  <a:cubicBezTo>
                    <a:pt x="280" y="77"/>
                    <a:pt x="407" y="136"/>
                    <a:pt x="373" y="136"/>
                  </a:cubicBezTo>
                  <a:cubicBezTo>
                    <a:pt x="406" y="142"/>
                    <a:pt x="426" y="144"/>
                    <a:pt x="436" y="144"/>
                  </a:cubicBezTo>
                  <a:cubicBezTo>
                    <a:pt x="502" y="144"/>
                    <a:pt x="190" y="49"/>
                    <a:pt x="260" y="49"/>
                  </a:cubicBezTo>
                  <a:cubicBezTo>
                    <a:pt x="280" y="49"/>
                    <a:pt x="332" y="57"/>
                    <a:pt x="432" y="77"/>
                  </a:cubicBezTo>
                  <a:cubicBezTo>
                    <a:pt x="232" y="21"/>
                    <a:pt x="163" y="4"/>
                    <a:pt x="146" y="4"/>
                  </a:cubicBezTo>
                  <a:cubicBezTo>
                    <a:pt x="123" y="4"/>
                    <a:pt x="207" y="38"/>
                    <a:pt x="176" y="38"/>
                  </a:cubicBezTo>
                  <a:cubicBezTo>
                    <a:pt x="160" y="38"/>
                    <a:pt x="112" y="2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7"/>
            <p:cNvSpPr/>
            <p:nvPr/>
          </p:nvSpPr>
          <p:spPr>
            <a:xfrm rot="-2700000">
              <a:off x="4818797" y="4715152"/>
              <a:ext cx="5654" cy="1558"/>
            </a:xfrm>
            <a:custGeom>
              <a:rect b="b" l="l" r="r" t="t"/>
              <a:pathLst>
                <a:path extrusionOk="0" h="35" w="127">
                  <a:moveTo>
                    <a:pt x="127" y="35"/>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7"/>
            <p:cNvSpPr/>
            <p:nvPr/>
          </p:nvSpPr>
          <p:spPr>
            <a:xfrm rot="-2700000">
              <a:off x="5705262" y="3904990"/>
              <a:ext cx="10194" cy="7968"/>
            </a:xfrm>
            <a:custGeom>
              <a:rect b="b" l="l" r="r" t="t"/>
              <a:pathLst>
                <a:path extrusionOk="0" h="179" w="229">
                  <a:moveTo>
                    <a:pt x="135" y="0"/>
                  </a:moveTo>
                  <a:cubicBezTo>
                    <a:pt x="110" y="43"/>
                    <a:pt x="102" y="26"/>
                    <a:pt x="118" y="60"/>
                  </a:cubicBezTo>
                  <a:cubicBezTo>
                    <a:pt x="111" y="75"/>
                    <a:pt x="99" y="82"/>
                    <a:pt x="91" y="82"/>
                  </a:cubicBezTo>
                  <a:cubicBezTo>
                    <a:pt x="81" y="82"/>
                    <a:pt x="76" y="73"/>
                    <a:pt x="85" y="60"/>
                  </a:cubicBezTo>
                  <a:lnTo>
                    <a:pt x="85" y="60"/>
                  </a:lnTo>
                  <a:lnTo>
                    <a:pt x="25" y="119"/>
                  </a:lnTo>
                  <a:lnTo>
                    <a:pt x="25" y="119"/>
                  </a:lnTo>
                  <a:lnTo>
                    <a:pt x="68" y="102"/>
                  </a:lnTo>
                  <a:lnTo>
                    <a:pt x="68" y="102"/>
                  </a:lnTo>
                  <a:cubicBezTo>
                    <a:pt x="76" y="136"/>
                    <a:pt x="0" y="136"/>
                    <a:pt x="9" y="178"/>
                  </a:cubicBezTo>
                  <a:lnTo>
                    <a:pt x="85" y="127"/>
                  </a:lnTo>
                  <a:lnTo>
                    <a:pt x="85" y="136"/>
                  </a:lnTo>
                  <a:cubicBezTo>
                    <a:pt x="93" y="119"/>
                    <a:pt x="118" y="102"/>
                    <a:pt x="135" y="94"/>
                  </a:cubicBezTo>
                  <a:cubicBezTo>
                    <a:pt x="135" y="102"/>
                    <a:pt x="144" y="110"/>
                    <a:pt x="135" y="119"/>
                  </a:cubicBezTo>
                  <a:cubicBezTo>
                    <a:pt x="228" y="60"/>
                    <a:pt x="127" y="51"/>
                    <a:pt x="195" y="0"/>
                  </a:cubicBezTo>
                  <a:lnTo>
                    <a:pt x="178" y="0"/>
                  </a:lnTo>
                  <a:cubicBezTo>
                    <a:pt x="171" y="8"/>
                    <a:pt x="162" y="10"/>
                    <a:pt x="154" y="10"/>
                  </a:cubicBezTo>
                  <a:cubicBezTo>
                    <a:pt x="144" y="10"/>
                    <a:pt x="135" y="5"/>
                    <a:pt x="13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7"/>
            <p:cNvSpPr/>
            <p:nvPr/>
          </p:nvSpPr>
          <p:spPr>
            <a:xfrm rot="-2700000">
              <a:off x="5707680" y="3894253"/>
              <a:ext cx="8725" cy="10461"/>
            </a:xfrm>
            <a:custGeom>
              <a:rect b="b" l="l" r="r" t="t"/>
              <a:pathLst>
                <a:path extrusionOk="0" h="235" w="196">
                  <a:moveTo>
                    <a:pt x="161" y="0"/>
                  </a:moveTo>
                  <a:lnTo>
                    <a:pt x="161" y="0"/>
                  </a:lnTo>
                  <a:cubicBezTo>
                    <a:pt x="128" y="34"/>
                    <a:pt x="119" y="34"/>
                    <a:pt x="102" y="68"/>
                  </a:cubicBezTo>
                  <a:cubicBezTo>
                    <a:pt x="77" y="85"/>
                    <a:pt x="43" y="93"/>
                    <a:pt x="18" y="102"/>
                  </a:cubicBezTo>
                  <a:cubicBezTo>
                    <a:pt x="9" y="119"/>
                    <a:pt x="18" y="127"/>
                    <a:pt x="1" y="144"/>
                  </a:cubicBezTo>
                  <a:lnTo>
                    <a:pt x="9" y="136"/>
                  </a:lnTo>
                  <a:lnTo>
                    <a:pt x="34" y="169"/>
                  </a:lnTo>
                  <a:cubicBezTo>
                    <a:pt x="43" y="161"/>
                    <a:pt x="60" y="152"/>
                    <a:pt x="68" y="144"/>
                  </a:cubicBezTo>
                  <a:lnTo>
                    <a:pt x="68" y="144"/>
                  </a:lnTo>
                  <a:lnTo>
                    <a:pt x="43" y="229"/>
                  </a:lnTo>
                  <a:cubicBezTo>
                    <a:pt x="50" y="233"/>
                    <a:pt x="56" y="234"/>
                    <a:pt x="63" y="234"/>
                  </a:cubicBezTo>
                  <a:cubicBezTo>
                    <a:pt x="98" y="234"/>
                    <a:pt x="133" y="186"/>
                    <a:pt x="161" y="186"/>
                  </a:cubicBezTo>
                  <a:cubicBezTo>
                    <a:pt x="120" y="179"/>
                    <a:pt x="151" y="167"/>
                    <a:pt x="129" y="167"/>
                  </a:cubicBezTo>
                  <a:cubicBezTo>
                    <a:pt x="123" y="167"/>
                    <a:pt x="115" y="168"/>
                    <a:pt x="102" y="169"/>
                  </a:cubicBezTo>
                  <a:lnTo>
                    <a:pt x="111" y="119"/>
                  </a:lnTo>
                  <a:lnTo>
                    <a:pt x="161" y="93"/>
                  </a:lnTo>
                  <a:cubicBezTo>
                    <a:pt x="154" y="78"/>
                    <a:pt x="180" y="50"/>
                    <a:pt x="162" y="50"/>
                  </a:cubicBezTo>
                  <a:cubicBezTo>
                    <a:pt x="159" y="50"/>
                    <a:pt x="157" y="50"/>
                    <a:pt x="153" y="51"/>
                  </a:cubicBezTo>
                  <a:cubicBezTo>
                    <a:pt x="153" y="59"/>
                    <a:pt x="144" y="68"/>
                    <a:pt x="136" y="68"/>
                  </a:cubicBezTo>
                  <a:cubicBezTo>
                    <a:pt x="128" y="43"/>
                    <a:pt x="195" y="17"/>
                    <a:pt x="16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7"/>
            <p:cNvSpPr/>
            <p:nvPr/>
          </p:nvSpPr>
          <p:spPr>
            <a:xfrm rot="-2700000">
              <a:off x="5709801" y="3903380"/>
              <a:ext cx="45" cy="4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7"/>
            <p:cNvSpPr/>
            <p:nvPr/>
          </p:nvSpPr>
          <p:spPr>
            <a:xfrm rot="-2700000">
              <a:off x="5659699" y="3778385"/>
              <a:ext cx="9437" cy="5297"/>
            </a:xfrm>
            <a:custGeom>
              <a:rect b="b" l="l" r="r" t="t"/>
              <a:pathLst>
                <a:path extrusionOk="0" h="119" w="212">
                  <a:moveTo>
                    <a:pt x="136" y="0"/>
                  </a:moveTo>
                  <a:lnTo>
                    <a:pt x="136" y="0"/>
                  </a:lnTo>
                  <a:cubicBezTo>
                    <a:pt x="132" y="0"/>
                    <a:pt x="130" y="1"/>
                    <a:pt x="128" y="3"/>
                  </a:cubicBezTo>
                  <a:lnTo>
                    <a:pt x="128" y="3"/>
                  </a:lnTo>
                  <a:lnTo>
                    <a:pt x="136" y="0"/>
                  </a:lnTo>
                  <a:close/>
                  <a:moveTo>
                    <a:pt x="128" y="3"/>
                  </a:moveTo>
                  <a:lnTo>
                    <a:pt x="0" y="42"/>
                  </a:lnTo>
                  <a:cubicBezTo>
                    <a:pt x="7" y="46"/>
                    <a:pt x="13" y="47"/>
                    <a:pt x="19" y="47"/>
                  </a:cubicBezTo>
                  <a:cubicBezTo>
                    <a:pt x="34" y="47"/>
                    <a:pt x="44" y="38"/>
                    <a:pt x="62" y="38"/>
                  </a:cubicBezTo>
                  <a:cubicBezTo>
                    <a:pt x="66" y="38"/>
                    <a:pt x="70" y="38"/>
                    <a:pt x="74" y="39"/>
                  </a:cubicBezTo>
                  <a:lnTo>
                    <a:pt x="74" y="39"/>
                  </a:lnTo>
                  <a:cubicBezTo>
                    <a:pt x="67" y="40"/>
                    <a:pt x="59" y="45"/>
                    <a:pt x="59" y="51"/>
                  </a:cubicBezTo>
                  <a:lnTo>
                    <a:pt x="212" y="119"/>
                  </a:lnTo>
                  <a:cubicBezTo>
                    <a:pt x="212" y="103"/>
                    <a:pt x="185" y="75"/>
                    <a:pt x="197" y="75"/>
                  </a:cubicBezTo>
                  <a:lnTo>
                    <a:pt x="197" y="75"/>
                  </a:lnTo>
                  <a:cubicBezTo>
                    <a:pt x="198" y="75"/>
                    <a:pt x="201" y="75"/>
                    <a:pt x="203" y="76"/>
                  </a:cubicBezTo>
                  <a:cubicBezTo>
                    <a:pt x="191" y="64"/>
                    <a:pt x="174" y="56"/>
                    <a:pt x="159" y="56"/>
                  </a:cubicBezTo>
                  <a:cubicBezTo>
                    <a:pt x="154" y="56"/>
                    <a:pt x="149" y="57"/>
                    <a:pt x="144" y="59"/>
                  </a:cubicBezTo>
                  <a:lnTo>
                    <a:pt x="161" y="51"/>
                  </a:lnTo>
                  <a:lnTo>
                    <a:pt x="161" y="51"/>
                  </a:lnTo>
                  <a:cubicBezTo>
                    <a:pt x="158" y="51"/>
                    <a:pt x="155" y="52"/>
                    <a:pt x="153" y="52"/>
                  </a:cubicBezTo>
                  <a:cubicBezTo>
                    <a:pt x="122" y="52"/>
                    <a:pt x="114" y="13"/>
                    <a:pt x="128" y="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7"/>
            <p:cNvSpPr/>
            <p:nvPr/>
          </p:nvSpPr>
          <p:spPr>
            <a:xfrm rot="-2700000">
              <a:off x="5516587" y="3835593"/>
              <a:ext cx="1157" cy="45"/>
            </a:xfrm>
            <a:custGeom>
              <a:rect b="b" l="l" r="r" t="t"/>
              <a:pathLst>
                <a:path extrusionOk="0" h="1" w="26">
                  <a:moveTo>
                    <a:pt x="0" y="0"/>
                  </a:moveTo>
                  <a:lnTo>
                    <a:pt x="26" y="0"/>
                  </a:lnTo>
                  <a:cubicBezTo>
                    <a:pt x="17" y="0"/>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7"/>
            <p:cNvSpPr/>
            <p:nvPr/>
          </p:nvSpPr>
          <p:spPr>
            <a:xfrm rot="-2700000">
              <a:off x="5658141" y="3785418"/>
              <a:ext cx="1914" cy="801"/>
            </a:xfrm>
            <a:custGeom>
              <a:rect b="b" l="l" r="r" t="t"/>
              <a:pathLst>
                <a:path extrusionOk="0" h="18" w="43">
                  <a:moveTo>
                    <a:pt x="42" y="0"/>
                  </a:moveTo>
                  <a:lnTo>
                    <a:pt x="0" y="17"/>
                  </a:lnTo>
                  <a:cubicBezTo>
                    <a:pt x="17" y="17"/>
                    <a:pt x="25" y="9"/>
                    <a:pt x="4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7"/>
            <p:cNvSpPr/>
            <p:nvPr/>
          </p:nvSpPr>
          <p:spPr>
            <a:xfrm rot="-2700000">
              <a:off x="5662144" y="3763766"/>
              <a:ext cx="801" cy="445"/>
            </a:xfrm>
            <a:custGeom>
              <a:rect b="b" l="l" r="r" t="t"/>
              <a:pathLst>
                <a:path extrusionOk="0" h="10" w="18">
                  <a:moveTo>
                    <a:pt x="18" y="1"/>
                  </a:moveTo>
                  <a:lnTo>
                    <a:pt x="18" y="1"/>
                  </a:lnTo>
                  <a:lnTo>
                    <a:pt x="1" y="9"/>
                  </a:ln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7"/>
            <p:cNvSpPr/>
            <p:nvPr/>
          </p:nvSpPr>
          <p:spPr>
            <a:xfrm rot="-2700000">
              <a:off x="5628789" y="3802023"/>
              <a:ext cx="401" cy="45"/>
            </a:xfrm>
            <a:custGeom>
              <a:rect b="b" l="l" r="r" t="t"/>
              <a:pathLst>
                <a:path extrusionOk="0" h="1" w="9">
                  <a:moveTo>
                    <a:pt x="9" y="1"/>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7"/>
            <p:cNvSpPr/>
            <p:nvPr/>
          </p:nvSpPr>
          <p:spPr>
            <a:xfrm rot="-2700000">
              <a:off x="5671712" y="3750972"/>
              <a:ext cx="9081" cy="3339"/>
            </a:xfrm>
            <a:custGeom>
              <a:rect b="b" l="l" r="r" t="t"/>
              <a:pathLst>
                <a:path extrusionOk="0" h="75" w="204">
                  <a:moveTo>
                    <a:pt x="96" y="0"/>
                  </a:moveTo>
                  <a:cubicBezTo>
                    <a:pt x="92" y="0"/>
                    <a:pt x="90" y="1"/>
                    <a:pt x="93" y="4"/>
                  </a:cubicBezTo>
                  <a:lnTo>
                    <a:pt x="102" y="4"/>
                  </a:lnTo>
                  <a:cubicBezTo>
                    <a:pt x="51" y="30"/>
                    <a:pt x="68" y="47"/>
                    <a:pt x="0" y="47"/>
                  </a:cubicBezTo>
                  <a:cubicBezTo>
                    <a:pt x="13" y="68"/>
                    <a:pt x="26" y="74"/>
                    <a:pt x="38" y="74"/>
                  </a:cubicBezTo>
                  <a:cubicBezTo>
                    <a:pt x="51" y="74"/>
                    <a:pt x="64" y="68"/>
                    <a:pt x="76" y="63"/>
                  </a:cubicBezTo>
                  <a:lnTo>
                    <a:pt x="102" y="63"/>
                  </a:lnTo>
                  <a:lnTo>
                    <a:pt x="178" y="47"/>
                  </a:lnTo>
                  <a:lnTo>
                    <a:pt x="203" y="38"/>
                  </a:lnTo>
                  <a:lnTo>
                    <a:pt x="119" y="30"/>
                  </a:lnTo>
                  <a:cubicBezTo>
                    <a:pt x="136" y="21"/>
                    <a:pt x="102" y="13"/>
                    <a:pt x="119" y="4"/>
                  </a:cubicBezTo>
                  <a:cubicBezTo>
                    <a:pt x="119" y="4"/>
                    <a:pt x="104" y="0"/>
                    <a:pt x="9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7"/>
            <p:cNvSpPr/>
            <p:nvPr/>
          </p:nvSpPr>
          <p:spPr>
            <a:xfrm rot="-2700000">
              <a:off x="5557199" y="3809892"/>
              <a:ext cx="45" cy="4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7"/>
            <p:cNvSpPr/>
            <p:nvPr/>
          </p:nvSpPr>
          <p:spPr>
            <a:xfrm rot="-2700000">
              <a:off x="5556910" y="3809195"/>
              <a:ext cx="1157" cy="401"/>
            </a:xfrm>
            <a:custGeom>
              <a:rect b="b" l="l" r="r" t="t"/>
              <a:pathLst>
                <a:path extrusionOk="0" h="9" w="26">
                  <a:moveTo>
                    <a:pt x="9" y="0"/>
                  </a:moveTo>
                  <a:lnTo>
                    <a:pt x="1" y="9"/>
                  </a:lnTo>
                  <a:cubicBezTo>
                    <a:pt x="9" y="9"/>
                    <a:pt x="26" y="9"/>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7"/>
            <p:cNvSpPr/>
            <p:nvPr/>
          </p:nvSpPr>
          <p:spPr>
            <a:xfrm rot="-2700000">
              <a:off x="5658980" y="3783686"/>
              <a:ext cx="1558" cy="801"/>
            </a:xfrm>
            <a:custGeom>
              <a:rect b="b" l="l" r="r" t="t"/>
              <a:pathLst>
                <a:path extrusionOk="0" h="18" w="35">
                  <a:moveTo>
                    <a:pt x="26" y="0"/>
                  </a:moveTo>
                  <a:cubicBezTo>
                    <a:pt x="20" y="7"/>
                    <a:pt x="14" y="13"/>
                    <a:pt x="7" y="16"/>
                  </a:cubicBezTo>
                  <a:lnTo>
                    <a:pt x="7" y="16"/>
                  </a:lnTo>
                  <a:lnTo>
                    <a:pt x="34" y="9"/>
                  </a:lnTo>
                  <a:lnTo>
                    <a:pt x="26" y="0"/>
                  </a:lnTo>
                  <a:close/>
                  <a:moveTo>
                    <a:pt x="7" y="16"/>
                  </a:moveTo>
                  <a:lnTo>
                    <a:pt x="0" y="17"/>
                  </a:lnTo>
                  <a:cubicBezTo>
                    <a:pt x="3" y="17"/>
                    <a:pt x="5" y="17"/>
                    <a:pt x="7" y="1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7"/>
            <p:cNvSpPr/>
            <p:nvPr/>
          </p:nvSpPr>
          <p:spPr>
            <a:xfrm rot="-2700000">
              <a:off x="5660653" y="3777773"/>
              <a:ext cx="3784" cy="1202"/>
            </a:xfrm>
            <a:custGeom>
              <a:rect b="b" l="l" r="r" t="t"/>
              <a:pathLst>
                <a:path extrusionOk="0" h="27" w="85">
                  <a:moveTo>
                    <a:pt x="0" y="1"/>
                  </a:moveTo>
                  <a:lnTo>
                    <a:pt x="60" y="26"/>
                  </a:lnTo>
                  <a:lnTo>
                    <a:pt x="85" y="18"/>
                  </a:lnTo>
                  <a:cubicBezTo>
                    <a:pt x="60" y="18"/>
                    <a:pt x="34"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7"/>
            <p:cNvSpPr/>
            <p:nvPr/>
          </p:nvSpPr>
          <p:spPr>
            <a:xfrm rot="-2700000">
              <a:off x="5616825" y="3791895"/>
              <a:ext cx="45985" cy="15892"/>
            </a:xfrm>
            <a:custGeom>
              <a:rect b="b" l="l" r="r" t="t"/>
              <a:pathLst>
                <a:path extrusionOk="0" h="357" w="1033">
                  <a:moveTo>
                    <a:pt x="367" y="38"/>
                  </a:moveTo>
                  <a:cubicBezTo>
                    <a:pt x="347" y="38"/>
                    <a:pt x="330" y="42"/>
                    <a:pt x="314" y="42"/>
                  </a:cubicBezTo>
                  <a:cubicBezTo>
                    <a:pt x="349" y="50"/>
                    <a:pt x="358" y="59"/>
                    <a:pt x="357" y="68"/>
                  </a:cubicBezTo>
                  <a:lnTo>
                    <a:pt x="357" y="68"/>
                  </a:lnTo>
                  <a:cubicBezTo>
                    <a:pt x="376" y="61"/>
                    <a:pt x="429" y="62"/>
                    <a:pt x="398" y="42"/>
                  </a:cubicBezTo>
                  <a:cubicBezTo>
                    <a:pt x="387" y="39"/>
                    <a:pt x="377" y="38"/>
                    <a:pt x="367" y="38"/>
                  </a:cubicBezTo>
                  <a:close/>
                  <a:moveTo>
                    <a:pt x="357" y="68"/>
                  </a:moveTo>
                  <a:cubicBezTo>
                    <a:pt x="352" y="71"/>
                    <a:pt x="349" y="74"/>
                    <a:pt x="354" y="78"/>
                  </a:cubicBezTo>
                  <a:lnTo>
                    <a:pt x="354" y="78"/>
                  </a:lnTo>
                  <a:cubicBezTo>
                    <a:pt x="356" y="75"/>
                    <a:pt x="357" y="72"/>
                    <a:pt x="357" y="68"/>
                  </a:cubicBezTo>
                  <a:close/>
                  <a:moveTo>
                    <a:pt x="74" y="1"/>
                  </a:moveTo>
                  <a:cubicBezTo>
                    <a:pt x="53" y="1"/>
                    <a:pt x="43" y="11"/>
                    <a:pt x="26" y="17"/>
                  </a:cubicBezTo>
                  <a:cubicBezTo>
                    <a:pt x="1" y="50"/>
                    <a:pt x="77" y="67"/>
                    <a:pt x="85" y="101"/>
                  </a:cubicBezTo>
                  <a:cubicBezTo>
                    <a:pt x="85" y="93"/>
                    <a:pt x="77" y="84"/>
                    <a:pt x="85" y="84"/>
                  </a:cubicBezTo>
                  <a:lnTo>
                    <a:pt x="119" y="101"/>
                  </a:lnTo>
                  <a:cubicBezTo>
                    <a:pt x="85" y="76"/>
                    <a:pt x="136" y="76"/>
                    <a:pt x="161" y="76"/>
                  </a:cubicBezTo>
                  <a:cubicBezTo>
                    <a:pt x="178" y="84"/>
                    <a:pt x="204" y="93"/>
                    <a:pt x="195" y="101"/>
                  </a:cubicBezTo>
                  <a:lnTo>
                    <a:pt x="170" y="101"/>
                  </a:lnTo>
                  <a:cubicBezTo>
                    <a:pt x="195" y="127"/>
                    <a:pt x="246" y="101"/>
                    <a:pt x="263" y="135"/>
                  </a:cubicBezTo>
                  <a:cubicBezTo>
                    <a:pt x="263" y="143"/>
                    <a:pt x="246" y="143"/>
                    <a:pt x="246" y="143"/>
                  </a:cubicBezTo>
                  <a:cubicBezTo>
                    <a:pt x="288" y="143"/>
                    <a:pt x="330" y="143"/>
                    <a:pt x="373" y="160"/>
                  </a:cubicBezTo>
                  <a:lnTo>
                    <a:pt x="330" y="177"/>
                  </a:lnTo>
                  <a:cubicBezTo>
                    <a:pt x="340" y="175"/>
                    <a:pt x="349" y="173"/>
                    <a:pt x="359" y="173"/>
                  </a:cubicBezTo>
                  <a:cubicBezTo>
                    <a:pt x="413" y="173"/>
                    <a:pt x="475" y="210"/>
                    <a:pt x="525" y="253"/>
                  </a:cubicBezTo>
                  <a:cubicBezTo>
                    <a:pt x="525" y="245"/>
                    <a:pt x="508" y="236"/>
                    <a:pt x="525" y="228"/>
                  </a:cubicBezTo>
                  <a:cubicBezTo>
                    <a:pt x="559" y="236"/>
                    <a:pt x="576" y="279"/>
                    <a:pt x="550" y="287"/>
                  </a:cubicBezTo>
                  <a:cubicBezTo>
                    <a:pt x="554" y="286"/>
                    <a:pt x="558" y="285"/>
                    <a:pt x="563" y="285"/>
                  </a:cubicBezTo>
                  <a:cubicBezTo>
                    <a:pt x="609" y="285"/>
                    <a:pt x="670" y="357"/>
                    <a:pt x="722" y="357"/>
                  </a:cubicBezTo>
                  <a:cubicBezTo>
                    <a:pt x="727" y="357"/>
                    <a:pt x="732" y="356"/>
                    <a:pt x="736" y="355"/>
                  </a:cubicBezTo>
                  <a:lnTo>
                    <a:pt x="1033" y="270"/>
                  </a:lnTo>
                  <a:lnTo>
                    <a:pt x="1007" y="270"/>
                  </a:lnTo>
                  <a:cubicBezTo>
                    <a:pt x="999" y="228"/>
                    <a:pt x="982" y="228"/>
                    <a:pt x="1033" y="220"/>
                  </a:cubicBezTo>
                  <a:cubicBezTo>
                    <a:pt x="1001" y="220"/>
                    <a:pt x="993" y="234"/>
                    <a:pt x="970" y="234"/>
                  </a:cubicBezTo>
                  <a:cubicBezTo>
                    <a:pt x="962" y="234"/>
                    <a:pt x="952" y="232"/>
                    <a:pt x="940" y="228"/>
                  </a:cubicBezTo>
                  <a:cubicBezTo>
                    <a:pt x="965" y="220"/>
                    <a:pt x="990" y="186"/>
                    <a:pt x="940" y="160"/>
                  </a:cubicBezTo>
                  <a:cubicBezTo>
                    <a:pt x="915" y="156"/>
                    <a:pt x="892" y="154"/>
                    <a:pt x="868" y="154"/>
                  </a:cubicBezTo>
                  <a:cubicBezTo>
                    <a:pt x="770" y="154"/>
                    <a:pt x="678" y="187"/>
                    <a:pt x="578" y="187"/>
                  </a:cubicBezTo>
                  <a:cubicBezTo>
                    <a:pt x="569" y="187"/>
                    <a:pt x="560" y="186"/>
                    <a:pt x="550" y="186"/>
                  </a:cubicBezTo>
                  <a:cubicBezTo>
                    <a:pt x="559" y="160"/>
                    <a:pt x="466" y="127"/>
                    <a:pt x="424" y="101"/>
                  </a:cubicBezTo>
                  <a:cubicBezTo>
                    <a:pt x="440" y="93"/>
                    <a:pt x="457" y="88"/>
                    <a:pt x="474" y="88"/>
                  </a:cubicBezTo>
                  <a:cubicBezTo>
                    <a:pt x="491" y="88"/>
                    <a:pt x="508" y="93"/>
                    <a:pt x="525" y="101"/>
                  </a:cubicBezTo>
                  <a:lnTo>
                    <a:pt x="440" y="59"/>
                  </a:lnTo>
                  <a:lnTo>
                    <a:pt x="398" y="101"/>
                  </a:lnTo>
                  <a:cubicBezTo>
                    <a:pt x="372" y="91"/>
                    <a:pt x="359" y="84"/>
                    <a:pt x="354" y="78"/>
                  </a:cubicBezTo>
                  <a:lnTo>
                    <a:pt x="354" y="78"/>
                  </a:lnTo>
                  <a:cubicBezTo>
                    <a:pt x="345" y="95"/>
                    <a:pt x="324" y="112"/>
                    <a:pt x="381" y="127"/>
                  </a:cubicBezTo>
                  <a:cubicBezTo>
                    <a:pt x="370" y="138"/>
                    <a:pt x="355" y="143"/>
                    <a:pt x="340" y="143"/>
                  </a:cubicBezTo>
                  <a:cubicBezTo>
                    <a:pt x="311" y="143"/>
                    <a:pt x="279" y="126"/>
                    <a:pt x="263" y="110"/>
                  </a:cubicBezTo>
                  <a:cubicBezTo>
                    <a:pt x="250" y="88"/>
                    <a:pt x="261" y="86"/>
                    <a:pt x="278" y="86"/>
                  </a:cubicBezTo>
                  <a:cubicBezTo>
                    <a:pt x="282" y="86"/>
                    <a:pt x="286" y="86"/>
                    <a:pt x="291" y="86"/>
                  </a:cubicBezTo>
                  <a:cubicBezTo>
                    <a:pt x="305" y="86"/>
                    <a:pt x="321" y="85"/>
                    <a:pt x="330" y="76"/>
                  </a:cubicBezTo>
                  <a:cubicBezTo>
                    <a:pt x="317" y="71"/>
                    <a:pt x="308" y="69"/>
                    <a:pt x="302" y="69"/>
                  </a:cubicBezTo>
                  <a:cubicBezTo>
                    <a:pt x="287" y="69"/>
                    <a:pt x="283" y="78"/>
                    <a:pt x="271" y="84"/>
                  </a:cubicBezTo>
                  <a:cubicBezTo>
                    <a:pt x="212" y="50"/>
                    <a:pt x="119" y="67"/>
                    <a:pt x="111" y="8"/>
                  </a:cubicBezTo>
                  <a:cubicBezTo>
                    <a:pt x="95" y="3"/>
                    <a:pt x="83" y="1"/>
                    <a:pt x="7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7"/>
            <p:cNvSpPr/>
            <p:nvPr/>
          </p:nvSpPr>
          <p:spPr>
            <a:xfrm rot="-2700000">
              <a:off x="5644638" y="3792112"/>
              <a:ext cx="401" cy="445"/>
            </a:xfrm>
            <a:custGeom>
              <a:rect b="b" l="l" r="r" t="t"/>
              <a:pathLst>
                <a:path extrusionOk="0" h="10" w="9">
                  <a:moveTo>
                    <a:pt x="0" y="1"/>
                  </a:moveTo>
                  <a:cubicBezTo>
                    <a:pt x="0" y="9"/>
                    <a:pt x="0" y="9"/>
                    <a:pt x="9" y="9"/>
                  </a:cubicBezTo>
                  <a:cubicBezTo>
                    <a:pt x="9" y="9"/>
                    <a:pt x="0"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7"/>
            <p:cNvSpPr/>
            <p:nvPr/>
          </p:nvSpPr>
          <p:spPr>
            <a:xfrm rot="-2700000">
              <a:off x="5637016" y="3797395"/>
              <a:ext cx="757" cy="45"/>
            </a:xfrm>
            <a:custGeom>
              <a:rect b="b" l="l" r="r" t="t"/>
              <a:pathLst>
                <a:path extrusionOk="0" h="1" w="17">
                  <a:moveTo>
                    <a:pt x="17" y="0"/>
                  </a:moveTo>
                  <a:lnTo>
                    <a:pt x="17"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7"/>
            <p:cNvSpPr/>
            <p:nvPr/>
          </p:nvSpPr>
          <p:spPr>
            <a:xfrm rot="-2700000">
              <a:off x="5657307" y="3781205"/>
              <a:ext cx="1157" cy="445"/>
            </a:xfrm>
            <a:custGeom>
              <a:rect b="b" l="l" r="r" t="t"/>
              <a:pathLst>
                <a:path extrusionOk="0" h="10" w="26">
                  <a:moveTo>
                    <a:pt x="9" y="1"/>
                  </a:moveTo>
                  <a:cubicBezTo>
                    <a:pt x="0" y="1"/>
                    <a:pt x="0" y="1"/>
                    <a:pt x="0" y="9"/>
                  </a:cubicBezTo>
                  <a:cubicBezTo>
                    <a:pt x="9" y="9"/>
                    <a:pt x="17" y="9"/>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7"/>
            <p:cNvSpPr/>
            <p:nvPr/>
          </p:nvSpPr>
          <p:spPr>
            <a:xfrm rot="-2700000">
              <a:off x="5659291" y="3783367"/>
              <a:ext cx="401" cy="401"/>
            </a:xfrm>
            <a:custGeom>
              <a:rect b="b" l="l" r="r" t="t"/>
              <a:pathLst>
                <a:path extrusionOk="0" h="9" w="9">
                  <a:moveTo>
                    <a:pt x="9" y="0"/>
                  </a:moveTo>
                  <a:lnTo>
                    <a:pt x="0" y="8"/>
                  </a:lnTo>
                  <a:lnTo>
                    <a:pt x="9" y="8"/>
                  </a:lnTo>
                  <a:cubicBezTo>
                    <a:pt x="9" y="8"/>
                    <a:pt x="9" y="8"/>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7"/>
            <p:cNvSpPr/>
            <p:nvPr/>
          </p:nvSpPr>
          <p:spPr>
            <a:xfrm rot="-2700000">
              <a:off x="5608549" y="3799914"/>
              <a:ext cx="401" cy="45"/>
            </a:xfrm>
            <a:custGeom>
              <a:rect b="b" l="l" r="r" t="t"/>
              <a:pathLst>
                <a:path extrusionOk="0" h="1" w="9">
                  <a:moveTo>
                    <a:pt x="9" y="1"/>
                  </a:moveTo>
                  <a:lnTo>
                    <a:pt x="0" y="1"/>
                  </a:lnTo>
                  <a:cubicBezTo>
                    <a:pt x="0" y="1"/>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7"/>
            <p:cNvSpPr/>
            <p:nvPr/>
          </p:nvSpPr>
          <p:spPr>
            <a:xfrm rot="-2700000">
              <a:off x="5622155" y="3791002"/>
              <a:ext cx="24528" cy="9526"/>
            </a:xfrm>
            <a:custGeom>
              <a:rect b="b" l="l" r="r" t="t"/>
              <a:pathLst>
                <a:path extrusionOk="0" h="214" w="551">
                  <a:moveTo>
                    <a:pt x="22" y="0"/>
                  </a:moveTo>
                  <a:cubicBezTo>
                    <a:pt x="12" y="0"/>
                    <a:pt x="4" y="6"/>
                    <a:pt x="0" y="19"/>
                  </a:cubicBezTo>
                  <a:cubicBezTo>
                    <a:pt x="26" y="28"/>
                    <a:pt x="51" y="36"/>
                    <a:pt x="85" y="36"/>
                  </a:cubicBezTo>
                  <a:lnTo>
                    <a:pt x="60" y="79"/>
                  </a:lnTo>
                  <a:cubicBezTo>
                    <a:pt x="66" y="81"/>
                    <a:pt x="71" y="82"/>
                    <a:pt x="75" y="82"/>
                  </a:cubicBezTo>
                  <a:cubicBezTo>
                    <a:pt x="91" y="82"/>
                    <a:pt x="89" y="63"/>
                    <a:pt x="109" y="63"/>
                  </a:cubicBezTo>
                  <a:cubicBezTo>
                    <a:pt x="115" y="63"/>
                    <a:pt x="124" y="65"/>
                    <a:pt x="136" y="70"/>
                  </a:cubicBezTo>
                  <a:lnTo>
                    <a:pt x="119" y="62"/>
                  </a:lnTo>
                  <a:lnTo>
                    <a:pt x="119" y="62"/>
                  </a:lnTo>
                  <a:cubicBezTo>
                    <a:pt x="178" y="79"/>
                    <a:pt x="237" y="96"/>
                    <a:pt x="297" y="129"/>
                  </a:cubicBezTo>
                  <a:cubicBezTo>
                    <a:pt x="280" y="138"/>
                    <a:pt x="313" y="163"/>
                    <a:pt x="305" y="180"/>
                  </a:cubicBezTo>
                  <a:cubicBezTo>
                    <a:pt x="320" y="190"/>
                    <a:pt x="341" y="194"/>
                    <a:pt x="362" y="194"/>
                  </a:cubicBezTo>
                  <a:cubicBezTo>
                    <a:pt x="377" y="194"/>
                    <a:pt x="393" y="192"/>
                    <a:pt x="407" y="189"/>
                  </a:cubicBezTo>
                  <a:cubicBezTo>
                    <a:pt x="423" y="206"/>
                    <a:pt x="466" y="197"/>
                    <a:pt x="491" y="214"/>
                  </a:cubicBezTo>
                  <a:cubicBezTo>
                    <a:pt x="491" y="197"/>
                    <a:pt x="550" y="189"/>
                    <a:pt x="474" y="180"/>
                  </a:cubicBezTo>
                  <a:lnTo>
                    <a:pt x="483" y="180"/>
                  </a:lnTo>
                  <a:cubicBezTo>
                    <a:pt x="449" y="138"/>
                    <a:pt x="423" y="163"/>
                    <a:pt x="381" y="146"/>
                  </a:cubicBezTo>
                  <a:cubicBezTo>
                    <a:pt x="373" y="134"/>
                    <a:pt x="383" y="131"/>
                    <a:pt x="394" y="131"/>
                  </a:cubicBezTo>
                  <a:cubicBezTo>
                    <a:pt x="399" y="131"/>
                    <a:pt x="404" y="132"/>
                    <a:pt x="407" y="132"/>
                  </a:cubicBezTo>
                  <a:cubicBezTo>
                    <a:pt x="410" y="132"/>
                    <a:pt x="411" y="131"/>
                    <a:pt x="407" y="129"/>
                  </a:cubicBezTo>
                  <a:cubicBezTo>
                    <a:pt x="368" y="123"/>
                    <a:pt x="311" y="78"/>
                    <a:pt x="278" y="78"/>
                  </a:cubicBezTo>
                  <a:cubicBezTo>
                    <a:pt x="267" y="78"/>
                    <a:pt x="258" y="83"/>
                    <a:pt x="254" y="96"/>
                  </a:cubicBezTo>
                  <a:cubicBezTo>
                    <a:pt x="212" y="87"/>
                    <a:pt x="212" y="70"/>
                    <a:pt x="212" y="62"/>
                  </a:cubicBezTo>
                  <a:cubicBezTo>
                    <a:pt x="205" y="64"/>
                    <a:pt x="198" y="65"/>
                    <a:pt x="191" y="65"/>
                  </a:cubicBezTo>
                  <a:cubicBezTo>
                    <a:pt x="133" y="65"/>
                    <a:pt x="59" y="0"/>
                    <a:pt x="2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7"/>
            <p:cNvSpPr/>
            <p:nvPr/>
          </p:nvSpPr>
          <p:spPr>
            <a:xfrm rot="-2700000">
              <a:off x="5653807" y="3783404"/>
              <a:ext cx="445" cy="45"/>
            </a:xfrm>
            <a:custGeom>
              <a:rect b="b" l="l" r="r" t="t"/>
              <a:pathLst>
                <a:path extrusionOk="0" h="1" w="10">
                  <a:moveTo>
                    <a:pt x="9" y="0"/>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7"/>
            <p:cNvSpPr/>
            <p:nvPr/>
          </p:nvSpPr>
          <p:spPr>
            <a:xfrm rot="-2700000">
              <a:off x="5658208" y="3781497"/>
              <a:ext cx="24128" cy="12420"/>
            </a:xfrm>
            <a:custGeom>
              <a:rect b="b" l="l" r="r" t="t"/>
              <a:pathLst>
                <a:path extrusionOk="0" h="279" w="542">
                  <a:moveTo>
                    <a:pt x="449" y="211"/>
                  </a:moveTo>
                  <a:lnTo>
                    <a:pt x="483" y="228"/>
                  </a:lnTo>
                  <a:cubicBezTo>
                    <a:pt x="466" y="228"/>
                    <a:pt x="457" y="219"/>
                    <a:pt x="449" y="211"/>
                  </a:cubicBezTo>
                  <a:close/>
                  <a:moveTo>
                    <a:pt x="63" y="1"/>
                  </a:moveTo>
                  <a:cubicBezTo>
                    <a:pt x="41" y="1"/>
                    <a:pt x="37" y="17"/>
                    <a:pt x="31" y="29"/>
                  </a:cubicBezTo>
                  <a:lnTo>
                    <a:pt x="31" y="29"/>
                  </a:lnTo>
                  <a:cubicBezTo>
                    <a:pt x="31" y="29"/>
                    <a:pt x="32" y="29"/>
                    <a:pt x="32" y="29"/>
                  </a:cubicBezTo>
                  <a:cubicBezTo>
                    <a:pt x="37" y="29"/>
                    <a:pt x="39" y="33"/>
                    <a:pt x="34" y="42"/>
                  </a:cubicBezTo>
                  <a:cubicBezTo>
                    <a:pt x="33" y="43"/>
                    <a:pt x="32" y="44"/>
                    <a:pt x="30" y="44"/>
                  </a:cubicBezTo>
                  <a:cubicBezTo>
                    <a:pt x="27" y="44"/>
                    <a:pt x="23" y="42"/>
                    <a:pt x="20" y="41"/>
                  </a:cubicBezTo>
                  <a:lnTo>
                    <a:pt x="20" y="41"/>
                  </a:lnTo>
                  <a:cubicBezTo>
                    <a:pt x="19" y="41"/>
                    <a:pt x="18" y="42"/>
                    <a:pt x="18" y="42"/>
                  </a:cubicBezTo>
                  <a:cubicBezTo>
                    <a:pt x="18" y="41"/>
                    <a:pt x="18" y="41"/>
                    <a:pt x="18" y="40"/>
                  </a:cubicBezTo>
                  <a:lnTo>
                    <a:pt x="18" y="40"/>
                  </a:lnTo>
                  <a:cubicBezTo>
                    <a:pt x="19" y="41"/>
                    <a:pt x="19" y="41"/>
                    <a:pt x="20" y="41"/>
                  </a:cubicBezTo>
                  <a:lnTo>
                    <a:pt x="20" y="41"/>
                  </a:lnTo>
                  <a:cubicBezTo>
                    <a:pt x="25" y="39"/>
                    <a:pt x="28" y="34"/>
                    <a:pt x="31" y="29"/>
                  </a:cubicBezTo>
                  <a:lnTo>
                    <a:pt x="31" y="29"/>
                  </a:lnTo>
                  <a:cubicBezTo>
                    <a:pt x="27" y="30"/>
                    <a:pt x="22" y="34"/>
                    <a:pt x="18" y="40"/>
                  </a:cubicBezTo>
                  <a:lnTo>
                    <a:pt x="18" y="40"/>
                  </a:lnTo>
                  <a:cubicBezTo>
                    <a:pt x="13" y="38"/>
                    <a:pt x="8" y="36"/>
                    <a:pt x="5" y="36"/>
                  </a:cubicBezTo>
                  <a:cubicBezTo>
                    <a:pt x="2" y="36"/>
                    <a:pt x="1" y="37"/>
                    <a:pt x="1" y="42"/>
                  </a:cubicBezTo>
                  <a:cubicBezTo>
                    <a:pt x="9" y="50"/>
                    <a:pt x="26" y="50"/>
                    <a:pt x="34" y="50"/>
                  </a:cubicBezTo>
                  <a:cubicBezTo>
                    <a:pt x="9" y="59"/>
                    <a:pt x="60" y="93"/>
                    <a:pt x="77" y="101"/>
                  </a:cubicBezTo>
                  <a:cubicBezTo>
                    <a:pt x="153" y="118"/>
                    <a:pt x="221" y="143"/>
                    <a:pt x="288" y="177"/>
                  </a:cubicBezTo>
                  <a:cubicBezTo>
                    <a:pt x="284" y="177"/>
                    <a:pt x="280" y="175"/>
                    <a:pt x="277" y="175"/>
                  </a:cubicBezTo>
                  <a:cubicBezTo>
                    <a:pt x="273" y="175"/>
                    <a:pt x="271" y="177"/>
                    <a:pt x="271" y="186"/>
                  </a:cubicBezTo>
                  <a:cubicBezTo>
                    <a:pt x="347" y="219"/>
                    <a:pt x="424" y="253"/>
                    <a:pt x="500" y="279"/>
                  </a:cubicBezTo>
                  <a:lnTo>
                    <a:pt x="534" y="245"/>
                  </a:lnTo>
                  <a:cubicBezTo>
                    <a:pt x="542" y="236"/>
                    <a:pt x="517" y="236"/>
                    <a:pt x="491" y="236"/>
                  </a:cubicBezTo>
                  <a:cubicBezTo>
                    <a:pt x="500" y="228"/>
                    <a:pt x="508" y="219"/>
                    <a:pt x="483" y="211"/>
                  </a:cubicBezTo>
                  <a:cubicBezTo>
                    <a:pt x="462" y="194"/>
                    <a:pt x="440" y="192"/>
                    <a:pt x="420" y="192"/>
                  </a:cubicBezTo>
                  <a:cubicBezTo>
                    <a:pt x="414" y="192"/>
                    <a:pt x="407" y="192"/>
                    <a:pt x="401" y="192"/>
                  </a:cubicBezTo>
                  <a:cubicBezTo>
                    <a:pt x="388" y="192"/>
                    <a:pt x="376" y="191"/>
                    <a:pt x="364" y="186"/>
                  </a:cubicBezTo>
                  <a:lnTo>
                    <a:pt x="373" y="186"/>
                  </a:lnTo>
                  <a:cubicBezTo>
                    <a:pt x="347" y="160"/>
                    <a:pt x="305" y="152"/>
                    <a:pt x="271" y="152"/>
                  </a:cubicBezTo>
                  <a:cubicBezTo>
                    <a:pt x="269" y="139"/>
                    <a:pt x="274" y="135"/>
                    <a:pt x="283" y="135"/>
                  </a:cubicBezTo>
                  <a:cubicBezTo>
                    <a:pt x="300" y="135"/>
                    <a:pt x="329" y="152"/>
                    <a:pt x="338" y="152"/>
                  </a:cubicBezTo>
                  <a:cubicBezTo>
                    <a:pt x="342" y="152"/>
                    <a:pt x="341" y="148"/>
                    <a:pt x="331" y="135"/>
                  </a:cubicBezTo>
                  <a:lnTo>
                    <a:pt x="331" y="135"/>
                  </a:lnTo>
                  <a:cubicBezTo>
                    <a:pt x="364" y="160"/>
                    <a:pt x="424" y="152"/>
                    <a:pt x="457" y="169"/>
                  </a:cubicBezTo>
                  <a:cubicBezTo>
                    <a:pt x="407" y="135"/>
                    <a:pt x="390" y="84"/>
                    <a:pt x="407" y="67"/>
                  </a:cubicBezTo>
                  <a:cubicBezTo>
                    <a:pt x="394" y="64"/>
                    <a:pt x="384" y="63"/>
                    <a:pt x="376" y="63"/>
                  </a:cubicBezTo>
                  <a:cubicBezTo>
                    <a:pt x="317" y="63"/>
                    <a:pt x="354" y="128"/>
                    <a:pt x="299" y="128"/>
                  </a:cubicBezTo>
                  <a:cubicBezTo>
                    <a:pt x="293" y="128"/>
                    <a:pt x="287" y="128"/>
                    <a:pt x="280" y="126"/>
                  </a:cubicBezTo>
                  <a:lnTo>
                    <a:pt x="221" y="84"/>
                  </a:lnTo>
                  <a:lnTo>
                    <a:pt x="187" y="118"/>
                  </a:lnTo>
                  <a:cubicBezTo>
                    <a:pt x="144" y="101"/>
                    <a:pt x="221" y="93"/>
                    <a:pt x="161" y="76"/>
                  </a:cubicBezTo>
                  <a:lnTo>
                    <a:pt x="161" y="76"/>
                  </a:lnTo>
                  <a:cubicBezTo>
                    <a:pt x="158" y="77"/>
                    <a:pt x="156" y="77"/>
                    <a:pt x="153" y="77"/>
                  </a:cubicBezTo>
                  <a:cubicBezTo>
                    <a:pt x="133" y="77"/>
                    <a:pt x="114" y="57"/>
                    <a:pt x="100" y="57"/>
                  </a:cubicBezTo>
                  <a:cubicBezTo>
                    <a:pt x="98" y="57"/>
                    <a:pt x="96" y="58"/>
                    <a:pt x="94" y="59"/>
                  </a:cubicBezTo>
                  <a:cubicBezTo>
                    <a:pt x="102" y="50"/>
                    <a:pt x="102" y="42"/>
                    <a:pt x="77" y="33"/>
                  </a:cubicBezTo>
                  <a:cubicBezTo>
                    <a:pt x="77" y="33"/>
                    <a:pt x="71" y="44"/>
                    <a:pt x="56" y="44"/>
                  </a:cubicBezTo>
                  <a:cubicBezTo>
                    <a:pt x="52" y="44"/>
                    <a:pt x="48" y="44"/>
                    <a:pt x="43" y="42"/>
                  </a:cubicBezTo>
                  <a:cubicBezTo>
                    <a:pt x="43" y="26"/>
                    <a:pt x="49" y="22"/>
                    <a:pt x="58" y="22"/>
                  </a:cubicBezTo>
                  <a:cubicBezTo>
                    <a:pt x="68" y="22"/>
                    <a:pt x="82" y="28"/>
                    <a:pt x="89" y="28"/>
                  </a:cubicBezTo>
                  <a:cubicBezTo>
                    <a:pt x="96" y="28"/>
                    <a:pt x="99" y="24"/>
                    <a:pt x="94" y="8"/>
                  </a:cubicBezTo>
                  <a:cubicBezTo>
                    <a:pt x="80" y="3"/>
                    <a:pt x="70" y="1"/>
                    <a:pt x="6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7"/>
            <p:cNvSpPr/>
            <p:nvPr/>
          </p:nvSpPr>
          <p:spPr>
            <a:xfrm rot="-2700000">
              <a:off x="5717151" y="3879662"/>
              <a:ext cx="801" cy="45"/>
            </a:xfrm>
            <a:custGeom>
              <a:rect b="b" l="l" r="r" t="t"/>
              <a:pathLst>
                <a:path extrusionOk="0" h="1" w="18">
                  <a:moveTo>
                    <a:pt x="17" y="0"/>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7"/>
            <p:cNvSpPr/>
            <p:nvPr/>
          </p:nvSpPr>
          <p:spPr>
            <a:xfrm rot="-2700000">
              <a:off x="5740927" y="3733837"/>
              <a:ext cx="1157" cy="401"/>
            </a:xfrm>
            <a:custGeom>
              <a:rect b="b" l="l" r="r" t="t"/>
              <a:pathLst>
                <a:path extrusionOk="0" h="9" w="26">
                  <a:moveTo>
                    <a:pt x="0" y="0"/>
                  </a:moveTo>
                  <a:lnTo>
                    <a:pt x="26" y="9"/>
                  </a:lnTo>
                  <a:cubicBezTo>
                    <a:pt x="17" y="0"/>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7"/>
            <p:cNvSpPr/>
            <p:nvPr/>
          </p:nvSpPr>
          <p:spPr>
            <a:xfrm rot="-2700000">
              <a:off x="5750847" y="3748447"/>
              <a:ext cx="1558" cy="1558"/>
            </a:xfrm>
            <a:custGeom>
              <a:rect b="b" l="l" r="r" t="t"/>
              <a:pathLst>
                <a:path extrusionOk="0" h="35" w="35">
                  <a:moveTo>
                    <a:pt x="35" y="0"/>
                  </a:moveTo>
                  <a:lnTo>
                    <a:pt x="1" y="34"/>
                  </a:lnTo>
                  <a:cubicBezTo>
                    <a:pt x="18" y="26"/>
                    <a:pt x="26" y="9"/>
                    <a:pt x="3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7"/>
            <p:cNvSpPr/>
            <p:nvPr/>
          </p:nvSpPr>
          <p:spPr>
            <a:xfrm rot="-2700000">
              <a:off x="5720047" y="3868665"/>
              <a:ext cx="45" cy="445"/>
            </a:xfrm>
            <a:custGeom>
              <a:rect b="b" l="l" r="r" t="t"/>
              <a:pathLst>
                <a:path extrusionOk="0" h="10" w="1">
                  <a:moveTo>
                    <a:pt x="0" y="9"/>
                  </a:moveTo>
                  <a:lnTo>
                    <a:pt x="0" y="9"/>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7"/>
            <p:cNvSpPr/>
            <p:nvPr/>
          </p:nvSpPr>
          <p:spPr>
            <a:xfrm rot="-2700000">
              <a:off x="5734663" y="3804431"/>
              <a:ext cx="1157" cy="45"/>
            </a:xfrm>
            <a:custGeom>
              <a:rect b="b" l="l" r="r" t="t"/>
              <a:pathLst>
                <a:path extrusionOk="0" h="1" w="26">
                  <a:moveTo>
                    <a:pt x="26" y="1"/>
                  </a:moveTo>
                  <a:lnTo>
                    <a:pt x="0" y="1"/>
                  </a:lnTo>
                  <a:cubicBezTo>
                    <a:pt x="0" y="1"/>
                    <a:pt x="26"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7"/>
            <p:cNvSpPr/>
            <p:nvPr/>
          </p:nvSpPr>
          <p:spPr>
            <a:xfrm rot="-2700000">
              <a:off x="5751745" y="3747508"/>
              <a:ext cx="45" cy="445"/>
            </a:xfrm>
            <a:custGeom>
              <a:rect b="b" l="l" r="r" t="t"/>
              <a:pathLst>
                <a:path extrusionOk="0" h="10" w="1">
                  <a:moveTo>
                    <a:pt x="0" y="1"/>
                  </a:moveTo>
                  <a:lnTo>
                    <a:pt x="0" y="1"/>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7"/>
            <p:cNvSpPr/>
            <p:nvPr/>
          </p:nvSpPr>
          <p:spPr>
            <a:xfrm rot="-2700000">
              <a:off x="5730733" y="3731555"/>
              <a:ext cx="1558" cy="401"/>
            </a:xfrm>
            <a:custGeom>
              <a:rect b="b" l="l" r="r" t="t"/>
              <a:pathLst>
                <a:path extrusionOk="0" h="9" w="35">
                  <a:moveTo>
                    <a:pt x="0" y="0"/>
                  </a:moveTo>
                  <a:lnTo>
                    <a:pt x="34" y="9"/>
                  </a:lnTo>
                  <a:cubicBezTo>
                    <a:pt x="17" y="0"/>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7"/>
            <p:cNvSpPr/>
            <p:nvPr/>
          </p:nvSpPr>
          <p:spPr>
            <a:xfrm rot="-2700000">
              <a:off x="5728950" y="3738332"/>
              <a:ext cx="1157" cy="445"/>
            </a:xfrm>
            <a:custGeom>
              <a:rect b="b" l="l" r="r" t="t"/>
              <a:pathLst>
                <a:path extrusionOk="0" h="10" w="26">
                  <a:moveTo>
                    <a:pt x="25" y="9"/>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7"/>
            <p:cNvSpPr/>
            <p:nvPr/>
          </p:nvSpPr>
          <p:spPr>
            <a:xfrm rot="-2700000">
              <a:off x="5687793" y="3750636"/>
              <a:ext cx="1157" cy="45"/>
            </a:xfrm>
            <a:custGeom>
              <a:rect b="b" l="l" r="r" t="t"/>
              <a:pathLst>
                <a:path extrusionOk="0" h="1" w="26">
                  <a:moveTo>
                    <a:pt x="26" y="1"/>
                  </a:moveTo>
                  <a:lnTo>
                    <a:pt x="0" y="1"/>
                  </a:lnTo>
                  <a:cubicBezTo>
                    <a:pt x="9" y="1"/>
                    <a:pt x="17"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7"/>
            <p:cNvSpPr/>
            <p:nvPr/>
          </p:nvSpPr>
          <p:spPr>
            <a:xfrm rot="-2700000">
              <a:off x="5725650" y="3738517"/>
              <a:ext cx="801" cy="45"/>
            </a:xfrm>
            <a:custGeom>
              <a:rect b="b" l="l" r="r" t="t"/>
              <a:pathLst>
                <a:path extrusionOk="0" h="1" w="18">
                  <a:moveTo>
                    <a:pt x="17" y="1"/>
                  </a:moveTo>
                  <a:lnTo>
                    <a:pt x="0" y="1"/>
                  </a:lnTo>
                  <a:cubicBezTo>
                    <a:pt x="9" y="1"/>
                    <a:pt x="17" y="1"/>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7"/>
            <p:cNvSpPr/>
            <p:nvPr/>
          </p:nvSpPr>
          <p:spPr>
            <a:xfrm rot="-2700000">
              <a:off x="5710337" y="3885784"/>
              <a:ext cx="45" cy="4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7"/>
            <p:cNvSpPr/>
            <p:nvPr/>
          </p:nvSpPr>
          <p:spPr>
            <a:xfrm rot="-2700000">
              <a:off x="5712067" y="3889687"/>
              <a:ext cx="801" cy="801"/>
            </a:xfrm>
            <a:custGeom>
              <a:rect b="b" l="l" r="r" t="t"/>
              <a:pathLst>
                <a:path extrusionOk="0" h="18" w="18">
                  <a:moveTo>
                    <a:pt x="18" y="0"/>
                  </a:moveTo>
                  <a:lnTo>
                    <a:pt x="1" y="17"/>
                  </a:lnTo>
                  <a:cubicBezTo>
                    <a:pt x="9" y="17"/>
                    <a:pt x="18" y="9"/>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7"/>
            <p:cNvSpPr/>
            <p:nvPr/>
          </p:nvSpPr>
          <p:spPr>
            <a:xfrm rot="-2700000">
              <a:off x="5727715" y="3820578"/>
              <a:ext cx="1425" cy="1335"/>
            </a:xfrm>
            <a:custGeom>
              <a:rect b="b" l="l" r="r" t="t"/>
              <a:pathLst>
                <a:path extrusionOk="0" h="30" w="32">
                  <a:moveTo>
                    <a:pt x="6" y="0"/>
                  </a:moveTo>
                  <a:cubicBezTo>
                    <a:pt x="0" y="17"/>
                    <a:pt x="6" y="30"/>
                    <a:pt x="15" y="30"/>
                  </a:cubicBezTo>
                  <a:cubicBezTo>
                    <a:pt x="20" y="30"/>
                    <a:pt x="25" y="26"/>
                    <a:pt x="31" y="17"/>
                  </a:cubicBezTo>
                  <a:cubicBezTo>
                    <a:pt x="23" y="17"/>
                    <a:pt x="6" y="17"/>
                    <a:pt x="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7"/>
            <p:cNvSpPr/>
            <p:nvPr/>
          </p:nvSpPr>
          <p:spPr>
            <a:xfrm rot="-2700000">
              <a:off x="5699488" y="3877494"/>
              <a:ext cx="401" cy="1202"/>
            </a:xfrm>
            <a:custGeom>
              <a:rect b="b" l="l" r="r" t="t"/>
              <a:pathLst>
                <a:path extrusionOk="0" h="27" w="9">
                  <a:moveTo>
                    <a:pt x="0" y="1"/>
                  </a:moveTo>
                  <a:lnTo>
                    <a:pt x="0" y="26"/>
                  </a:lnTo>
                  <a:cubicBezTo>
                    <a:pt x="0" y="9"/>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7"/>
            <p:cNvSpPr/>
            <p:nvPr/>
          </p:nvSpPr>
          <p:spPr>
            <a:xfrm rot="-2700000">
              <a:off x="5699913" y="3878622"/>
              <a:ext cx="401" cy="801"/>
            </a:xfrm>
            <a:custGeom>
              <a:rect b="b" l="l" r="r" t="t"/>
              <a:pathLst>
                <a:path extrusionOk="0" h="18" w="9">
                  <a:moveTo>
                    <a:pt x="8" y="0"/>
                  </a:moveTo>
                  <a:cubicBezTo>
                    <a:pt x="8" y="0"/>
                    <a:pt x="0" y="9"/>
                    <a:pt x="0" y="17"/>
                  </a:cubicBezTo>
                  <a:lnTo>
                    <a:pt x="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7"/>
            <p:cNvSpPr/>
            <p:nvPr/>
          </p:nvSpPr>
          <p:spPr>
            <a:xfrm rot="-2700000">
              <a:off x="5714244" y="3809215"/>
              <a:ext cx="445" cy="45"/>
            </a:xfrm>
            <a:custGeom>
              <a:rect b="b" l="l" r="r" t="t"/>
              <a:pathLst>
                <a:path extrusionOk="0" h="1" w="10">
                  <a:moveTo>
                    <a:pt x="1" y="1"/>
                  </a:moveTo>
                  <a:cubicBezTo>
                    <a:pt x="1" y="1"/>
                    <a:pt x="1" y="1"/>
                    <a:pt x="9" y="1"/>
                  </a:cubicBezTo>
                  <a:cubicBezTo>
                    <a:pt x="1" y="1"/>
                    <a:pt x="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7"/>
            <p:cNvSpPr/>
            <p:nvPr/>
          </p:nvSpPr>
          <p:spPr>
            <a:xfrm rot="-2700000">
              <a:off x="5711836" y="3888972"/>
              <a:ext cx="7968" cy="8369"/>
            </a:xfrm>
            <a:custGeom>
              <a:rect b="b" l="l" r="r" t="t"/>
              <a:pathLst>
                <a:path extrusionOk="0" h="188" w="179">
                  <a:moveTo>
                    <a:pt x="170" y="0"/>
                  </a:moveTo>
                  <a:lnTo>
                    <a:pt x="77" y="43"/>
                  </a:lnTo>
                  <a:cubicBezTo>
                    <a:pt x="70" y="44"/>
                    <a:pt x="65" y="44"/>
                    <a:pt x="60" y="44"/>
                  </a:cubicBezTo>
                  <a:cubicBezTo>
                    <a:pt x="33" y="44"/>
                    <a:pt x="55" y="22"/>
                    <a:pt x="77" y="0"/>
                  </a:cubicBezTo>
                  <a:lnTo>
                    <a:pt x="77" y="0"/>
                  </a:lnTo>
                  <a:cubicBezTo>
                    <a:pt x="68" y="9"/>
                    <a:pt x="60" y="9"/>
                    <a:pt x="60" y="9"/>
                  </a:cubicBezTo>
                  <a:cubicBezTo>
                    <a:pt x="60" y="15"/>
                    <a:pt x="13" y="64"/>
                    <a:pt x="30" y="64"/>
                  </a:cubicBezTo>
                  <a:cubicBezTo>
                    <a:pt x="34" y="64"/>
                    <a:pt x="44" y="60"/>
                    <a:pt x="60" y="51"/>
                  </a:cubicBezTo>
                  <a:lnTo>
                    <a:pt x="60" y="51"/>
                  </a:lnTo>
                  <a:cubicBezTo>
                    <a:pt x="77" y="85"/>
                    <a:pt x="18" y="93"/>
                    <a:pt x="1" y="119"/>
                  </a:cubicBezTo>
                  <a:cubicBezTo>
                    <a:pt x="26" y="119"/>
                    <a:pt x="1" y="136"/>
                    <a:pt x="18" y="144"/>
                  </a:cubicBezTo>
                  <a:cubicBezTo>
                    <a:pt x="26" y="127"/>
                    <a:pt x="35" y="119"/>
                    <a:pt x="52" y="110"/>
                  </a:cubicBezTo>
                  <a:lnTo>
                    <a:pt x="52" y="110"/>
                  </a:lnTo>
                  <a:cubicBezTo>
                    <a:pt x="68" y="119"/>
                    <a:pt x="52" y="144"/>
                    <a:pt x="26" y="153"/>
                  </a:cubicBezTo>
                  <a:cubicBezTo>
                    <a:pt x="57" y="153"/>
                    <a:pt x="18" y="188"/>
                    <a:pt x="42" y="188"/>
                  </a:cubicBezTo>
                  <a:cubicBezTo>
                    <a:pt x="45" y="188"/>
                    <a:pt x="48" y="187"/>
                    <a:pt x="52" y="186"/>
                  </a:cubicBezTo>
                  <a:cubicBezTo>
                    <a:pt x="111" y="136"/>
                    <a:pt x="153" y="76"/>
                    <a:pt x="178" y="9"/>
                  </a:cubicBezTo>
                  <a:lnTo>
                    <a:pt x="178" y="9"/>
                  </a:lnTo>
                  <a:cubicBezTo>
                    <a:pt x="153" y="43"/>
                    <a:pt x="111" y="76"/>
                    <a:pt x="68" y="93"/>
                  </a:cubicBezTo>
                  <a:lnTo>
                    <a:pt x="68" y="60"/>
                  </a:lnTo>
                  <a:cubicBezTo>
                    <a:pt x="119" y="60"/>
                    <a:pt x="128" y="26"/>
                    <a:pt x="17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7"/>
            <p:cNvSpPr/>
            <p:nvPr/>
          </p:nvSpPr>
          <p:spPr>
            <a:xfrm rot="-2700000">
              <a:off x="5701806" y="3886319"/>
              <a:ext cx="45" cy="45"/>
            </a:xfrm>
            <a:custGeom>
              <a:rect b="b" l="l" r="r" t="t"/>
              <a:pathLst>
                <a:path extrusionOk="0" h="1" w="1">
                  <a:moveTo>
                    <a:pt x="0" y="0"/>
                  </a:moveTo>
                  <a:lnTo>
                    <a:pt x="0"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7"/>
            <p:cNvSpPr/>
            <p:nvPr/>
          </p:nvSpPr>
          <p:spPr>
            <a:xfrm rot="-2700000">
              <a:off x="5698143" y="3774280"/>
              <a:ext cx="445" cy="445"/>
            </a:xfrm>
            <a:custGeom>
              <a:rect b="b" l="l" r="r" t="t"/>
              <a:pathLst>
                <a:path extrusionOk="0" h="10" w="10">
                  <a:moveTo>
                    <a:pt x="9" y="1"/>
                  </a:moveTo>
                  <a:lnTo>
                    <a:pt x="1" y="9"/>
                  </a:lnTo>
                  <a:cubicBezTo>
                    <a:pt x="9" y="1"/>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7"/>
            <p:cNvSpPr/>
            <p:nvPr/>
          </p:nvSpPr>
          <p:spPr>
            <a:xfrm rot="-2700000">
              <a:off x="5708196" y="3884714"/>
              <a:ext cx="45" cy="45"/>
            </a:xfrm>
            <a:custGeom>
              <a:rect b="b" l="l" r="r" t="t"/>
              <a:pathLst>
                <a:path extrusionOk="0" h="1" w="1">
                  <a:moveTo>
                    <a:pt x="0" y="1"/>
                  </a:moveTo>
                  <a:lnTo>
                    <a:pt x="0" y="1"/>
                  </a:lnTo>
                  <a:cubicBezTo>
                    <a:pt x="0" y="1"/>
                    <a:pt x="0"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7"/>
            <p:cNvSpPr/>
            <p:nvPr/>
          </p:nvSpPr>
          <p:spPr>
            <a:xfrm rot="-2700000">
              <a:off x="5706874" y="3771017"/>
              <a:ext cx="45" cy="4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7"/>
            <p:cNvSpPr/>
            <p:nvPr/>
          </p:nvSpPr>
          <p:spPr>
            <a:xfrm rot="-2700000">
              <a:off x="5701471" y="3743191"/>
              <a:ext cx="401" cy="45"/>
            </a:xfrm>
            <a:custGeom>
              <a:rect b="b" l="l" r="r" t="t"/>
              <a:pathLst>
                <a:path extrusionOk="0" h="1" w="9">
                  <a:moveTo>
                    <a:pt x="9" y="1"/>
                  </a:moveTo>
                  <a:lnTo>
                    <a:pt x="9" y="1"/>
                  </a:lnTo>
                  <a:cubicBezTo>
                    <a:pt x="9" y="1"/>
                    <a:pt x="1"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7"/>
            <p:cNvSpPr/>
            <p:nvPr/>
          </p:nvSpPr>
          <p:spPr>
            <a:xfrm rot="-2700000">
              <a:off x="5706591" y="3770734"/>
              <a:ext cx="45" cy="4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7"/>
            <p:cNvSpPr/>
            <p:nvPr/>
          </p:nvSpPr>
          <p:spPr>
            <a:xfrm rot="-2700000">
              <a:off x="5723740" y="3765304"/>
              <a:ext cx="1157" cy="45"/>
            </a:xfrm>
            <a:custGeom>
              <a:rect b="b" l="l" r="r" t="t"/>
              <a:pathLst>
                <a:path extrusionOk="0" h="1" w="26">
                  <a:moveTo>
                    <a:pt x="1" y="0"/>
                  </a:moveTo>
                  <a:lnTo>
                    <a:pt x="26" y="0"/>
                  </a:lnTo>
                  <a:cubicBezTo>
                    <a:pt x="17" y="0"/>
                    <a:pt x="9"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7"/>
            <p:cNvSpPr/>
            <p:nvPr/>
          </p:nvSpPr>
          <p:spPr>
            <a:xfrm rot="-2700000">
              <a:off x="5727597" y="3757041"/>
              <a:ext cx="401" cy="45"/>
            </a:xfrm>
            <a:custGeom>
              <a:rect b="b" l="l" r="r" t="t"/>
              <a:pathLst>
                <a:path extrusionOk="0" h="1" w="9">
                  <a:moveTo>
                    <a:pt x="0" y="0"/>
                  </a:move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7"/>
            <p:cNvSpPr/>
            <p:nvPr/>
          </p:nvSpPr>
          <p:spPr>
            <a:xfrm rot="-2700000">
              <a:off x="5734663" y="3818995"/>
              <a:ext cx="1157" cy="757"/>
            </a:xfrm>
            <a:custGeom>
              <a:rect b="b" l="l" r="r" t="t"/>
              <a:pathLst>
                <a:path extrusionOk="0" h="17" w="26">
                  <a:moveTo>
                    <a:pt x="0" y="17"/>
                  </a:moveTo>
                  <a:cubicBezTo>
                    <a:pt x="9" y="8"/>
                    <a:pt x="17" y="0"/>
                    <a:pt x="26" y="0"/>
                  </a:cubicBezTo>
                  <a:cubicBezTo>
                    <a:pt x="17" y="0"/>
                    <a:pt x="9" y="8"/>
                    <a:pt x="0" y="1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7"/>
            <p:cNvSpPr/>
            <p:nvPr/>
          </p:nvSpPr>
          <p:spPr>
            <a:xfrm rot="-2700000">
              <a:off x="5706658" y="3771107"/>
              <a:ext cx="445" cy="401"/>
            </a:xfrm>
            <a:custGeom>
              <a:rect b="b" l="l" r="r" t="t"/>
              <a:pathLst>
                <a:path extrusionOk="0" h="9" w="10">
                  <a:moveTo>
                    <a:pt x="9" y="0"/>
                  </a:move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7"/>
            <p:cNvSpPr/>
            <p:nvPr/>
          </p:nvSpPr>
          <p:spPr>
            <a:xfrm rot="-2700000">
              <a:off x="5729097" y="3771784"/>
              <a:ext cx="45" cy="401"/>
            </a:xfrm>
            <a:custGeom>
              <a:rect b="b" l="l" r="r" t="t"/>
              <a:pathLst>
                <a:path extrusionOk="0" h="9" w="1">
                  <a:moveTo>
                    <a:pt x="1" y="9"/>
                  </a:moveTo>
                  <a:lnTo>
                    <a:pt x="1"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7"/>
            <p:cNvSpPr/>
            <p:nvPr/>
          </p:nvSpPr>
          <p:spPr>
            <a:xfrm rot="-2700000">
              <a:off x="5723622" y="3772798"/>
              <a:ext cx="10995" cy="5297"/>
            </a:xfrm>
            <a:custGeom>
              <a:rect b="b" l="l" r="r" t="t"/>
              <a:pathLst>
                <a:path extrusionOk="0" h="119" w="247">
                  <a:moveTo>
                    <a:pt x="179" y="0"/>
                  </a:moveTo>
                  <a:cubicBezTo>
                    <a:pt x="179" y="0"/>
                    <a:pt x="179" y="0"/>
                    <a:pt x="179" y="0"/>
                  </a:cubicBezTo>
                  <a:lnTo>
                    <a:pt x="179" y="0"/>
                  </a:lnTo>
                  <a:close/>
                  <a:moveTo>
                    <a:pt x="179" y="0"/>
                  </a:moveTo>
                  <a:cubicBezTo>
                    <a:pt x="157" y="25"/>
                    <a:pt x="146" y="30"/>
                    <a:pt x="137" y="30"/>
                  </a:cubicBezTo>
                  <a:cubicBezTo>
                    <a:pt x="130" y="30"/>
                    <a:pt x="124" y="26"/>
                    <a:pt x="117" y="26"/>
                  </a:cubicBezTo>
                  <a:cubicBezTo>
                    <a:pt x="108" y="26"/>
                    <a:pt x="97" y="31"/>
                    <a:pt x="77" y="51"/>
                  </a:cubicBezTo>
                  <a:cubicBezTo>
                    <a:pt x="77" y="42"/>
                    <a:pt x="77" y="42"/>
                    <a:pt x="77" y="34"/>
                  </a:cubicBezTo>
                  <a:cubicBezTo>
                    <a:pt x="60" y="68"/>
                    <a:pt x="1" y="85"/>
                    <a:pt x="9" y="119"/>
                  </a:cubicBezTo>
                  <a:cubicBezTo>
                    <a:pt x="15" y="113"/>
                    <a:pt x="49" y="99"/>
                    <a:pt x="72" y="99"/>
                  </a:cubicBezTo>
                  <a:cubicBezTo>
                    <a:pt x="83" y="99"/>
                    <a:pt x="91" y="102"/>
                    <a:pt x="94" y="110"/>
                  </a:cubicBezTo>
                  <a:cubicBezTo>
                    <a:pt x="111" y="85"/>
                    <a:pt x="162" y="76"/>
                    <a:pt x="170" y="68"/>
                  </a:cubicBezTo>
                  <a:lnTo>
                    <a:pt x="170" y="68"/>
                  </a:lnTo>
                  <a:cubicBezTo>
                    <a:pt x="163" y="69"/>
                    <a:pt x="158" y="69"/>
                    <a:pt x="153" y="69"/>
                  </a:cubicBezTo>
                  <a:cubicBezTo>
                    <a:pt x="126" y="69"/>
                    <a:pt x="146" y="49"/>
                    <a:pt x="153" y="34"/>
                  </a:cubicBezTo>
                  <a:cubicBezTo>
                    <a:pt x="158" y="33"/>
                    <a:pt x="162" y="32"/>
                    <a:pt x="165" y="32"/>
                  </a:cubicBezTo>
                  <a:cubicBezTo>
                    <a:pt x="180" y="32"/>
                    <a:pt x="176" y="44"/>
                    <a:pt x="187" y="44"/>
                  </a:cubicBezTo>
                  <a:cubicBezTo>
                    <a:pt x="189" y="44"/>
                    <a:pt x="192" y="44"/>
                    <a:pt x="196" y="42"/>
                  </a:cubicBezTo>
                  <a:lnTo>
                    <a:pt x="246" y="0"/>
                  </a:lnTo>
                  <a:lnTo>
                    <a:pt x="246" y="0"/>
                  </a:lnTo>
                  <a:lnTo>
                    <a:pt x="196" y="25"/>
                  </a:lnTo>
                  <a:lnTo>
                    <a:pt x="17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7"/>
            <p:cNvSpPr/>
            <p:nvPr/>
          </p:nvSpPr>
          <p:spPr>
            <a:xfrm rot="-2700000">
              <a:off x="5726705" y="3775750"/>
              <a:ext cx="45" cy="401"/>
            </a:xfrm>
            <a:custGeom>
              <a:rect b="b" l="l" r="r" t="t"/>
              <a:pathLst>
                <a:path extrusionOk="0" h="9" w="1">
                  <a:moveTo>
                    <a:pt x="0" y="9"/>
                  </a:moveTo>
                  <a:cubicBezTo>
                    <a:pt x="0" y="9"/>
                    <a:pt x="0" y="0"/>
                    <a:pt x="0" y="0"/>
                  </a:cubicBezTo>
                  <a:cubicBezTo>
                    <a:pt x="0" y="9"/>
                    <a:pt x="0" y="9"/>
                    <a:pt x="0"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7"/>
            <p:cNvSpPr/>
            <p:nvPr/>
          </p:nvSpPr>
          <p:spPr>
            <a:xfrm rot="-2700000">
              <a:off x="5721601" y="3791325"/>
              <a:ext cx="401" cy="445"/>
            </a:xfrm>
            <a:custGeom>
              <a:rect b="b" l="l" r="r" t="t"/>
              <a:pathLst>
                <a:path extrusionOk="0" h="10" w="9">
                  <a:moveTo>
                    <a:pt x="9" y="1"/>
                  </a:moveTo>
                  <a:lnTo>
                    <a:pt x="9" y="1"/>
                  </a:lnTo>
                  <a:cubicBezTo>
                    <a:pt x="0" y="1"/>
                    <a:pt x="0" y="9"/>
                    <a:pt x="0" y="9"/>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7"/>
            <p:cNvSpPr/>
            <p:nvPr/>
          </p:nvSpPr>
          <p:spPr>
            <a:xfrm rot="-2700000">
              <a:off x="5666282" y="3775622"/>
              <a:ext cx="2315" cy="1380"/>
            </a:xfrm>
            <a:custGeom>
              <a:rect b="b" l="l" r="r" t="t"/>
              <a:pathLst>
                <a:path extrusionOk="0" h="31" w="52">
                  <a:moveTo>
                    <a:pt x="0" y="0"/>
                  </a:moveTo>
                  <a:cubicBezTo>
                    <a:pt x="0" y="7"/>
                    <a:pt x="28" y="30"/>
                    <a:pt x="43" y="30"/>
                  </a:cubicBezTo>
                  <a:cubicBezTo>
                    <a:pt x="46" y="30"/>
                    <a:pt x="49" y="29"/>
                    <a:pt x="51" y="25"/>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7"/>
            <p:cNvSpPr/>
            <p:nvPr/>
          </p:nvSpPr>
          <p:spPr>
            <a:xfrm rot="-2700000">
              <a:off x="5718189" y="3835646"/>
              <a:ext cx="801" cy="757"/>
            </a:xfrm>
            <a:custGeom>
              <a:rect b="b" l="l" r="r" t="t"/>
              <a:pathLst>
                <a:path extrusionOk="0" h="17" w="18">
                  <a:moveTo>
                    <a:pt x="18" y="0"/>
                  </a:moveTo>
                  <a:cubicBezTo>
                    <a:pt x="18" y="0"/>
                    <a:pt x="9" y="8"/>
                    <a:pt x="1" y="17"/>
                  </a:cubicBezTo>
                  <a:lnTo>
                    <a:pt x="18" y="8"/>
                  </a:ln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7"/>
            <p:cNvSpPr/>
            <p:nvPr/>
          </p:nvSpPr>
          <p:spPr>
            <a:xfrm rot="-2700000">
              <a:off x="5729706" y="3777995"/>
              <a:ext cx="401" cy="757"/>
            </a:xfrm>
            <a:custGeom>
              <a:rect b="b" l="l" r="r" t="t"/>
              <a:pathLst>
                <a:path extrusionOk="0" h="17" w="9">
                  <a:moveTo>
                    <a:pt x="9" y="0"/>
                  </a:moveTo>
                  <a:cubicBezTo>
                    <a:pt x="1" y="0"/>
                    <a:pt x="1" y="9"/>
                    <a:pt x="1" y="17"/>
                  </a:cubicBezTo>
                  <a:cubicBezTo>
                    <a:pt x="9" y="9"/>
                    <a:pt x="9"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7"/>
            <p:cNvSpPr/>
            <p:nvPr/>
          </p:nvSpPr>
          <p:spPr>
            <a:xfrm rot="-2700000">
              <a:off x="5714543" y="3836584"/>
              <a:ext cx="2270" cy="1558"/>
            </a:xfrm>
            <a:custGeom>
              <a:rect b="b" l="l" r="r" t="t"/>
              <a:pathLst>
                <a:path extrusionOk="0" h="35" w="51">
                  <a:moveTo>
                    <a:pt x="26" y="0"/>
                  </a:moveTo>
                  <a:cubicBezTo>
                    <a:pt x="13" y="7"/>
                    <a:pt x="10" y="18"/>
                    <a:pt x="5" y="27"/>
                  </a:cubicBezTo>
                  <a:lnTo>
                    <a:pt x="5" y="27"/>
                  </a:lnTo>
                  <a:cubicBezTo>
                    <a:pt x="16" y="15"/>
                    <a:pt x="37" y="9"/>
                    <a:pt x="51" y="9"/>
                  </a:cubicBezTo>
                  <a:cubicBezTo>
                    <a:pt x="43" y="9"/>
                    <a:pt x="34" y="0"/>
                    <a:pt x="26" y="0"/>
                  </a:cubicBezTo>
                  <a:close/>
                  <a:moveTo>
                    <a:pt x="5" y="27"/>
                  </a:moveTo>
                  <a:lnTo>
                    <a:pt x="5" y="27"/>
                  </a:lnTo>
                  <a:cubicBezTo>
                    <a:pt x="3" y="29"/>
                    <a:pt x="2" y="32"/>
                    <a:pt x="0" y="34"/>
                  </a:cubicBezTo>
                  <a:cubicBezTo>
                    <a:pt x="2" y="32"/>
                    <a:pt x="4" y="30"/>
                    <a:pt x="5" y="2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7"/>
            <p:cNvSpPr/>
            <p:nvPr/>
          </p:nvSpPr>
          <p:spPr>
            <a:xfrm rot="-2700000">
              <a:off x="5715404" y="3838662"/>
              <a:ext cx="45" cy="4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7"/>
            <p:cNvSpPr/>
            <p:nvPr/>
          </p:nvSpPr>
          <p:spPr>
            <a:xfrm rot="-2700000">
              <a:off x="5530295" y="3716704"/>
              <a:ext cx="265537" cy="184563"/>
            </a:xfrm>
            <a:custGeom>
              <a:rect b="b" l="l" r="r" t="t"/>
              <a:pathLst>
                <a:path extrusionOk="0" h="4146" w="5965">
                  <a:moveTo>
                    <a:pt x="356" y="170"/>
                  </a:moveTo>
                  <a:cubicBezTo>
                    <a:pt x="356" y="178"/>
                    <a:pt x="356" y="178"/>
                    <a:pt x="348" y="178"/>
                  </a:cubicBezTo>
                  <a:cubicBezTo>
                    <a:pt x="356" y="178"/>
                    <a:pt x="356" y="170"/>
                    <a:pt x="356" y="170"/>
                  </a:cubicBezTo>
                  <a:close/>
                  <a:moveTo>
                    <a:pt x="2941" y="1358"/>
                  </a:moveTo>
                  <a:lnTo>
                    <a:pt x="2941" y="1358"/>
                  </a:lnTo>
                  <a:cubicBezTo>
                    <a:pt x="2939" y="1359"/>
                    <a:pt x="2937" y="1360"/>
                    <a:pt x="2936" y="1363"/>
                  </a:cubicBezTo>
                  <a:lnTo>
                    <a:pt x="2941" y="1358"/>
                  </a:lnTo>
                  <a:close/>
                  <a:moveTo>
                    <a:pt x="4230" y="1532"/>
                  </a:moveTo>
                  <a:cubicBezTo>
                    <a:pt x="4233" y="1533"/>
                    <a:pt x="4234" y="1534"/>
                    <a:pt x="4236" y="1535"/>
                  </a:cubicBezTo>
                  <a:lnTo>
                    <a:pt x="4236" y="1535"/>
                  </a:lnTo>
                  <a:lnTo>
                    <a:pt x="4222" y="1532"/>
                  </a:lnTo>
                  <a:close/>
                  <a:moveTo>
                    <a:pt x="3714" y="1608"/>
                  </a:moveTo>
                  <a:cubicBezTo>
                    <a:pt x="3714" y="1608"/>
                    <a:pt x="3714" y="1608"/>
                    <a:pt x="3714" y="1608"/>
                  </a:cubicBezTo>
                  <a:lnTo>
                    <a:pt x="3714" y="1608"/>
                  </a:lnTo>
                  <a:close/>
                  <a:moveTo>
                    <a:pt x="3917" y="1710"/>
                  </a:moveTo>
                  <a:lnTo>
                    <a:pt x="3943" y="1718"/>
                  </a:lnTo>
                  <a:lnTo>
                    <a:pt x="3917" y="1735"/>
                  </a:lnTo>
                  <a:cubicBezTo>
                    <a:pt x="3917" y="1726"/>
                    <a:pt x="3909" y="1718"/>
                    <a:pt x="3917" y="1710"/>
                  </a:cubicBezTo>
                  <a:close/>
                  <a:moveTo>
                    <a:pt x="4171" y="1845"/>
                  </a:moveTo>
                  <a:lnTo>
                    <a:pt x="4214" y="1870"/>
                  </a:lnTo>
                  <a:cubicBezTo>
                    <a:pt x="4230" y="1879"/>
                    <a:pt x="4230" y="1879"/>
                    <a:pt x="4230" y="1887"/>
                  </a:cubicBezTo>
                  <a:cubicBezTo>
                    <a:pt x="4214" y="1913"/>
                    <a:pt x="4163" y="1896"/>
                    <a:pt x="4129" y="1913"/>
                  </a:cubicBezTo>
                  <a:lnTo>
                    <a:pt x="4129" y="1921"/>
                  </a:lnTo>
                  <a:cubicBezTo>
                    <a:pt x="4112" y="1921"/>
                    <a:pt x="4053" y="1896"/>
                    <a:pt x="4078" y="1879"/>
                  </a:cubicBezTo>
                  <a:lnTo>
                    <a:pt x="4078" y="1879"/>
                  </a:lnTo>
                  <a:cubicBezTo>
                    <a:pt x="4084" y="1883"/>
                    <a:pt x="4090" y="1885"/>
                    <a:pt x="4095" y="1885"/>
                  </a:cubicBezTo>
                  <a:cubicBezTo>
                    <a:pt x="4112" y="1885"/>
                    <a:pt x="4128" y="1871"/>
                    <a:pt x="4142" y="1871"/>
                  </a:cubicBezTo>
                  <a:cubicBezTo>
                    <a:pt x="4150" y="1871"/>
                    <a:pt x="4157" y="1876"/>
                    <a:pt x="4163" y="1896"/>
                  </a:cubicBezTo>
                  <a:cubicBezTo>
                    <a:pt x="4180" y="1879"/>
                    <a:pt x="4171" y="1862"/>
                    <a:pt x="4154" y="1853"/>
                  </a:cubicBezTo>
                  <a:cubicBezTo>
                    <a:pt x="4163" y="1853"/>
                    <a:pt x="4171" y="1853"/>
                    <a:pt x="4171" y="1845"/>
                  </a:cubicBezTo>
                  <a:close/>
                  <a:moveTo>
                    <a:pt x="4340" y="1803"/>
                  </a:moveTo>
                  <a:lnTo>
                    <a:pt x="4543" y="1913"/>
                  </a:lnTo>
                  <a:lnTo>
                    <a:pt x="4543" y="1896"/>
                  </a:lnTo>
                  <a:cubicBezTo>
                    <a:pt x="4560" y="1913"/>
                    <a:pt x="4594" y="1904"/>
                    <a:pt x="4594" y="1929"/>
                  </a:cubicBezTo>
                  <a:cubicBezTo>
                    <a:pt x="4569" y="1938"/>
                    <a:pt x="4535" y="1938"/>
                    <a:pt x="4501" y="1938"/>
                  </a:cubicBezTo>
                  <a:cubicBezTo>
                    <a:pt x="4450" y="1946"/>
                    <a:pt x="4408" y="1963"/>
                    <a:pt x="4383" y="1963"/>
                  </a:cubicBezTo>
                  <a:cubicBezTo>
                    <a:pt x="4349" y="1955"/>
                    <a:pt x="4315" y="1929"/>
                    <a:pt x="4281" y="1913"/>
                  </a:cubicBezTo>
                  <a:lnTo>
                    <a:pt x="4298" y="1913"/>
                  </a:lnTo>
                  <a:cubicBezTo>
                    <a:pt x="4351" y="1937"/>
                    <a:pt x="4384" y="1947"/>
                    <a:pt x="4402" y="1947"/>
                  </a:cubicBezTo>
                  <a:cubicBezTo>
                    <a:pt x="4449" y="1947"/>
                    <a:pt x="4401" y="1881"/>
                    <a:pt x="4340" y="1803"/>
                  </a:cubicBezTo>
                  <a:close/>
                  <a:moveTo>
                    <a:pt x="4518" y="2006"/>
                  </a:moveTo>
                  <a:lnTo>
                    <a:pt x="4560" y="2014"/>
                  </a:lnTo>
                  <a:cubicBezTo>
                    <a:pt x="4550" y="2019"/>
                    <a:pt x="4543" y="2027"/>
                    <a:pt x="4533" y="2027"/>
                  </a:cubicBezTo>
                  <a:cubicBezTo>
                    <a:pt x="4527" y="2027"/>
                    <a:pt x="4520" y="2024"/>
                    <a:pt x="4510" y="2014"/>
                  </a:cubicBezTo>
                  <a:cubicBezTo>
                    <a:pt x="4518" y="2014"/>
                    <a:pt x="4518" y="2006"/>
                    <a:pt x="4518" y="2006"/>
                  </a:cubicBezTo>
                  <a:close/>
                  <a:moveTo>
                    <a:pt x="4840" y="2162"/>
                  </a:moveTo>
                  <a:cubicBezTo>
                    <a:pt x="4843" y="2164"/>
                    <a:pt x="4851" y="2165"/>
                    <a:pt x="4865" y="2166"/>
                  </a:cubicBezTo>
                  <a:cubicBezTo>
                    <a:pt x="4856" y="2165"/>
                    <a:pt x="4848" y="2163"/>
                    <a:pt x="4840" y="2162"/>
                  </a:cubicBezTo>
                  <a:close/>
                  <a:moveTo>
                    <a:pt x="4806" y="2175"/>
                  </a:moveTo>
                  <a:cubicBezTo>
                    <a:pt x="4802" y="2175"/>
                    <a:pt x="4798" y="2175"/>
                    <a:pt x="4796" y="2176"/>
                  </a:cubicBezTo>
                  <a:lnTo>
                    <a:pt x="4796" y="2176"/>
                  </a:lnTo>
                  <a:cubicBezTo>
                    <a:pt x="4799" y="2175"/>
                    <a:pt x="4802" y="2175"/>
                    <a:pt x="4806" y="2175"/>
                  </a:cubicBezTo>
                  <a:close/>
                  <a:moveTo>
                    <a:pt x="5728" y="2204"/>
                  </a:moveTo>
                  <a:cubicBezTo>
                    <a:pt x="5723" y="2205"/>
                    <a:pt x="5717" y="2207"/>
                    <a:pt x="5711" y="2209"/>
                  </a:cubicBezTo>
                  <a:cubicBezTo>
                    <a:pt x="5717" y="2207"/>
                    <a:pt x="5722" y="2206"/>
                    <a:pt x="5728" y="2204"/>
                  </a:cubicBezTo>
                  <a:close/>
                  <a:moveTo>
                    <a:pt x="4620" y="2031"/>
                  </a:moveTo>
                  <a:lnTo>
                    <a:pt x="4645" y="2039"/>
                  </a:lnTo>
                  <a:cubicBezTo>
                    <a:pt x="4645" y="2048"/>
                    <a:pt x="4670" y="2073"/>
                    <a:pt x="4662" y="2082"/>
                  </a:cubicBezTo>
                  <a:lnTo>
                    <a:pt x="4620" y="2082"/>
                  </a:lnTo>
                  <a:cubicBezTo>
                    <a:pt x="4628" y="2099"/>
                    <a:pt x="4653" y="2107"/>
                    <a:pt x="4679" y="2107"/>
                  </a:cubicBezTo>
                  <a:cubicBezTo>
                    <a:pt x="4645" y="2082"/>
                    <a:pt x="4679" y="2082"/>
                    <a:pt x="4704" y="2065"/>
                  </a:cubicBezTo>
                  <a:cubicBezTo>
                    <a:pt x="4738" y="2082"/>
                    <a:pt x="4763" y="2090"/>
                    <a:pt x="4797" y="2099"/>
                  </a:cubicBezTo>
                  <a:cubicBezTo>
                    <a:pt x="4823" y="2124"/>
                    <a:pt x="4806" y="2141"/>
                    <a:pt x="4755" y="2141"/>
                  </a:cubicBezTo>
                  <a:cubicBezTo>
                    <a:pt x="4782" y="2154"/>
                    <a:pt x="4809" y="2157"/>
                    <a:pt x="4840" y="2162"/>
                  </a:cubicBezTo>
                  <a:lnTo>
                    <a:pt x="4840" y="2162"/>
                  </a:lnTo>
                  <a:cubicBezTo>
                    <a:pt x="4821" y="2153"/>
                    <a:pt x="4940" y="2140"/>
                    <a:pt x="4840" y="2133"/>
                  </a:cubicBezTo>
                  <a:cubicBezTo>
                    <a:pt x="4851" y="2127"/>
                    <a:pt x="4863" y="2124"/>
                    <a:pt x="4875" y="2124"/>
                  </a:cubicBezTo>
                  <a:cubicBezTo>
                    <a:pt x="4899" y="2124"/>
                    <a:pt x="4921" y="2135"/>
                    <a:pt x="4933" y="2158"/>
                  </a:cubicBezTo>
                  <a:cubicBezTo>
                    <a:pt x="4907" y="2158"/>
                    <a:pt x="4899" y="2166"/>
                    <a:pt x="4873" y="2166"/>
                  </a:cubicBezTo>
                  <a:cubicBezTo>
                    <a:pt x="4893" y="2171"/>
                    <a:pt x="4910" y="2173"/>
                    <a:pt x="4924" y="2173"/>
                  </a:cubicBezTo>
                  <a:cubicBezTo>
                    <a:pt x="4956" y="2173"/>
                    <a:pt x="4967" y="2161"/>
                    <a:pt x="4950" y="2149"/>
                  </a:cubicBezTo>
                  <a:lnTo>
                    <a:pt x="4950" y="2149"/>
                  </a:lnTo>
                  <a:lnTo>
                    <a:pt x="5043" y="2166"/>
                  </a:lnTo>
                  <a:lnTo>
                    <a:pt x="5119" y="2192"/>
                  </a:lnTo>
                  <a:cubicBezTo>
                    <a:pt x="5089" y="2197"/>
                    <a:pt x="5066" y="2201"/>
                    <a:pt x="5051" y="2201"/>
                  </a:cubicBezTo>
                  <a:cubicBezTo>
                    <a:pt x="5040" y="2201"/>
                    <a:pt x="5034" y="2199"/>
                    <a:pt x="5034" y="2192"/>
                  </a:cubicBezTo>
                  <a:cubicBezTo>
                    <a:pt x="5026" y="2200"/>
                    <a:pt x="5026" y="2200"/>
                    <a:pt x="5017" y="2209"/>
                  </a:cubicBezTo>
                  <a:lnTo>
                    <a:pt x="4958" y="2192"/>
                  </a:lnTo>
                  <a:lnTo>
                    <a:pt x="4958" y="2192"/>
                  </a:lnTo>
                  <a:cubicBezTo>
                    <a:pt x="4933" y="2209"/>
                    <a:pt x="5000" y="2209"/>
                    <a:pt x="5017" y="2217"/>
                  </a:cubicBezTo>
                  <a:cubicBezTo>
                    <a:pt x="5016" y="2220"/>
                    <a:pt x="5010" y="2222"/>
                    <a:pt x="5003" y="2222"/>
                  </a:cubicBezTo>
                  <a:cubicBezTo>
                    <a:pt x="4972" y="2222"/>
                    <a:pt x="4899" y="2200"/>
                    <a:pt x="4831" y="2200"/>
                  </a:cubicBezTo>
                  <a:cubicBezTo>
                    <a:pt x="4779" y="2200"/>
                    <a:pt x="4773" y="2180"/>
                    <a:pt x="4796" y="2176"/>
                  </a:cubicBezTo>
                  <a:lnTo>
                    <a:pt x="4796" y="2176"/>
                  </a:lnTo>
                  <a:cubicBezTo>
                    <a:pt x="4791" y="2176"/>
                    <a:pt x="4786" y="2176"/>
                    <a:pt x="4782" y="2176"/>
                  </a:cubicBezTo>
                  <a:cubicBezTo>
                    <a:pt x="4724" y="2176"/>
                    <a:pt x="4699" y="2149"/>
                    <a:pt x="4653" y="2149"/>
                  </a:cubicBezTo>
                  <a:cubicBezTo>
                    <a:pt x="4594" y="2133"/>
                    <a:pt x="4687" y="2107"/>
                    <a:pt x="4611" y="2090"/>
                  </a:cubicBezTo>
                  <a:lnTo>
                    <a:pt x="4611" y="2090"/>
                  </a:lnTo>
                  <a:cubicBezTo>
                    <a:pt x="4611" y="2099"/>
                    <a:pt x="4603" y="2107"/>
                    <a:pt x="4603" y="2116"/>
                  </a:cubicBezTo>
                  <a:cubicBezTo>
                    <a:pt x="4560" y="2107"/>
                    <a:pt x="4518" y="2090"/>
                    <a:pt x="4484" y="2065"/>
                  </a:cubicBezTo>
                  <a:cubicBezTo>
                    <a:pt x="4490" y="2059"/>
                    <a:pt x="4494" y="2057"/>
                    <a:pt x="4497" y="2057"/>
                  </a:cubicBezTo>
                  <a:cubicBezTo>
                    <a:pt x="4506" y="2057"/>
                    <a:pt x="4507" y="2074"/>
                    <a:pt x="4520" y="2074"/>
                  </a:cubicBezTo>
                  <a:cubicBezTo>
                    <a:pt x="4522" y="2074"/>
                    <a:pt x="4524" y="2074"/>
                    <a:pt x="4527" y="2073"/>
                  </a:cubicBezTo>
                  <a:cubicBezTo>
                    <a:pt x="4527" y="2065"/>
                    <a:pt x="4527" y="2056"/>
                    <a:pt x="4527" y="2048"/>
                  </a:cubicBezTo>
                  <a:cubicBezTo>
                    <a:pt x="4533" y="2048"/>
                    <a:pt x="4544" y="2047"/>
                    <a:pt x="4553" y="2047"/>
                  </a:cubicBezTo>
                  <a:cubicBezTo>
                    <a:pt x="4566" y="2047"/>
                    <a:pt x="4576" y="2050"/>
                    <a:pt x="4560" y="2065"/>
                  </a:cubicBezTo>
                  <a:cubicBezTo>
                    <a:pt x="4577" y="2056"/>
                    <a:pt x="4611" y="2048"/>
                    <a:pt x="4569" y="2039"/>
                  </a:cubicBezTo>
                  <a:lnTo>
                    <a:pt x="4620" y="2039"/>
                  </a:lnTo>
                  <a:cubicBezTo>
                    <a:pt x="4620" y="2039"/>
                    <a:pt x="4620" y="2031"/>
                    <a:pt x="4620" y="2031"/>
                  </a:cubicBezTo>
                  <a:close/>
                  <a:moveTo>
                    <a:pt x="4514" y="2224"/>
                  </a:moveTo>
                  <a:cubicBezTo>
                    <a:pt x="4517" y="2226"/>
                    <a:pt x="4522" y="2226"/>
                    <a:pt x="4527" y="2226"/>
                  </a:cubicBezTo>
                  <a:cubicBezTo>
                    <a:pt x="4522" y="2226"/>
                    <a:pt x="4518" y="2225"/>
                    <a:pt x="4514" y="2224"/>
                  </a:cubicBezTo>
                  <a:close/>
                  <a:moveTo>
                    <a:pt x="4845" y="2250"/>
                  </a:moveTo>
                  <a:lnTo>
                    <a:pt x="4845" y="2250"/>
                  </a:lnTo>
                  <a:cubicBezTo>
                    <a:pt x="4843" y="2250"/>
                    <a:pt x="4841" y="2251"/>
                    <a:pt x="4840" y="2251"/>
                  </a:cubicBezTo>
                  <a:cubicBezTo>
                    <a:pt x="4841" y="2251"/>
                    <a:pt x="4843" y="2251"/>
                    <a:pt x="4845" y="2250"/>
                  </a:cubicBezTo>
                  <a:close/>
                  <a:moveTo>
                    <a:pt x="4425" y="2386"/>
                  </a:moveTo>
                  <a:cubicBezTo>
                    <a:pt x="4425" y="2401"/>
                    <a:pt x="4398" y="2410"/>
                    <a:pt x="4410" y="2423"/>
                  </a:cubicBezTo>
                  <a:lnTo>
                    <a:pt x="4410" y="2423"/>
                  </a:lnTo>
                  <a:cubicBezTo>
                    <a:pt x="4419" y="2410"/>
                    <a:pt x="4426" y="2397"/>
                    <a:pt x="4434" y="2387"/>
                  </a:cubicBezTo>
                  <a:lnTo>
                    <a:pt x="4434" y="2387"/>
                  </a:lnTo>
                  <a:cubicBezTo>
                    <a:pt x="4431" y="2386"/>
                    <a:pt x="4428" y="2386"/>
                    <a:pt x="4425" y="2386"/>
                  </a:cubicBezTo>
                  <a:close/>
                  <a:moveTo>
                    <a:pt x="4410" y="2423"/>
                  </a:moveTo>
                  <a:lnTo>
                    <a:pt x="4410" y="2423"/>
                  </a:lnTo>
                  <a:cubicBezTo>
                    <a:pt x="4409" y="2425"/>
                    <a:pt x="4407" y="2427"/>
                    <a:pt x="4406" y="2430"/>
                  </a:cubicBezTo>
                  <a:lnTo>
                    <a:pt x="4406" y="2430"/>
                  </a:lnTo>
                  <a:cubicBezTo>
                    <a:pt x="4406" y="2429"/>
                    <a:pt x="4407" y="2429"/>
                    <a:pt x="4408" y="2429"/>
                  </a:cubicBezTo>
                  <a:lnTo>
                    <a:pt x="4417" y="2429"/>
                  </a:lnTo>
                  <a:cubicBezTo>
                    <a:pt x="4414" y="2427"/>
                    <a:pt x="4412" y="2425"/>
                    <a:pt x="4410" y="2423"/>
                  </a:cubicBezTo>
                  <a:close/>
                  <a:moveTo>
                    <a:pt x="4406" y="2430"/>
                  </a:moveTo>
                  <a:cubicBezTo>
                    <a:pt x="4402" y="2431"/>
                    <a:pt x="4400" y="2434"/>
                    <a:pt x="4401" y="2436"/>
                  </a:cubicBezTo>
                  <a:lnTo>
                    <a:pt x="4401" y="2436"/>
                  </a:lnTo>
                  <a:cubicBezTo>
                    <a:pt x="4402" y="2434"/>
                    <a:pt x="4404" y="2432"/>
                    <a:pt x="4406" y="2430"/>
                  </a:cubicBezTo>
                  <a:close/>
                  <a:moveTo>
                    <a:pt x="5313" y="2572"/>
                  </a:moveTo>
                  <a:cubicBezTo>
                    <a:pt x="5312" y="2573"/>
                    <a:pt x="5311" y="2574"/>
                    <a:pt x="5311" y="2574"/>
                  </a:cubicBezTo>
                  <a:lnTo>
                    <a:pt x="5311" y="2574"/>
                  </a:lnTo>
                  <a:cubicBezTo>
                    <a:pt x="5312" y="2574"/>
                    <a:pt x="5312" y="2573"/>
                    <a:pt x="5313" y="2572"/>
                  </a:cubicBezTo>
                  <a:close/>
                  <a:moveTo>
                    <a:pt x="5311" y="2574"/>
                  </a:moveTo>
                  <a:cubicBezTo>
                    <a:pt x="5260" y="2607"/>
                    <a:pt x="5186" y="2632"/>
                    <a:pt x="5186" y="2657"/>
                  </a:cubicBezTo>
                  <a:lnTo>
                    <a:pt x="5246" y="2615"/>
                  </a:lnTo>
                  <a:lnTo>
                    <a:pt x="5254" y="2623"/>
                  </a:lnTo>
                  <a:cubicBezTo>
                    <a:pt x="5272" y="2606"/>
                    <a:pt x="5291" y="2589"/>
                    <a:pt x="5311" y="2574"/>
                  </a:cubicBezTo>
                  <a:close/>
                  <a:moveTo>
                    <a:pt x="4907" y="2767"/>
                  </a:moveTo>
                  <a:cubicBezTo>
                    <a:pt x="4907" y="2767"/>
                    <a:pt x="4907" y="2768"/>
                    <a:pt x="4906" y="2768"/>
                  </a:cubicBezTo>
                  <a:lnTo>
                    <a:pt x="4906" y="2768"/>
                  </a:lnTo>
                  <a:cubicBezTo>
                    <a:pt x="4906" y="2768"/>
                    <a:pt x="4907" y="2768"/>
                    <a:pt x="4907" y="2768"/>
                  </a:cubicBezTo>
                  <a:lnTo>
                    <a:pt x="4907" y="2768"/>
                  </a:lnTo>
                  <a:cubicBezTo>
                    <a:pt x="4907" y="2767"/>
                    <a:pt x="4907" y="2767"/>
                    <a:pt x="4907" y="2767"/>
                  </a:cubicBezTo>
                  <a:close/>
                  <a:moveTo>
                    <a:pt x="4906" y="2768"/>
                  </a:moveTo>
                  <a:lnTo>
                    <a:pt x="4906" y="2768"/>
                  </a:lnTo>
                  <a:cubicBezTo>
                    <a:pt x="4868" y="2775"/>
                    <a:pt x="4836" y="2820"/>
                    <a:pt x="4797" y="2852"/>
                  </a:cubicBezTo>
                  <a:cubicBezTo>
                    <a:pt x="4864" y="2826"/>
                    <a:pt x="4865" y="2801"/>
                    <a:pt x="4906" y="2768"/>
                  </a:cubicBezTo>
                  <a:close/>
                  <a:moveTo>
                    <a:pt x="4721" y="2928"/>
                  </a:moveTo>
                  <a:lnTo>
                    <a:pt x="4721" y="2928"/>
                  </a:lnTo>
                  <a:cubicBezTo>
                    <a:pt x="4717" y="2928"/>
                    <a:pt x="4710" y="2932"/>
                    <a:pt x="4706" y="2937"/>
                  </a:cubicBezTo>
                  <a:lnTo>
                    <a:pt x="4706" y="2937"/>
                  </a:lnTo>
                  <a:cubicBezTo>
                    <a:pt x="4711" y="2934"/>
                    <a:pt x="4716" y="2931"/>
                    <a:pt x="4721" y="2928"/>
                  </a:cubicBezTo>
                  <a:close/>
                  <a:moveTo>
                    <a:pt x="4539" y="2970"/>
                  </a:moveTo>
                  <a:lnTo>
                    <a:pt x="4539" y="2970"/>
                  </a:lnTo>
                  <a:cubicBezTo>
                    <a:pt x="4538" y="2970"/>
                    <a:pt x="4536" y="2970"/>
                    <a:pt x="4535" y="2970"/>
                  </a:cubicBezTo>
                  <a:cubicBezTo>
                    <a:pt x="4535" y="2979"/>
                    <a:pt x="4534" y="2988"/>
                    <a:pt x="4534" y="2996"/>
                  </a:cubicBezTo>
                  <a:lnTo>
                    <a:pt x="4534" y="2996"/>
                  </a:lnTo>
                  <a:cubicBezTo>
                    <a:pt x="4537" y="2987"/>
                    <a:pt x="4544" y="2982"/>
                    <a:pt x="4539" y="2970"/>
                  </a:cubicBezTo>
                  <a:close/>
                  <a:moveTo>
                    <a:pt x="3334" y="3105"/>
                  </a:moveTo>
                  <a:cubicBezTo>
                    <a:pt x="3332" y="3105"/>
                    <a:pt x="3331" y="3106"/>
                    <a:pt x="3329" y="3107"/>
                  </a:cubicBezTo>
                  <a:lnTo>
                    <a:pt x="3329" y="3107"/>
                  </a:lnTo>
                  <a:cubicBezTo>
                    <a:pt x="3330" y="3107"/>
                    <a:pt x="3332" y="3106"/>
                    <a:pt x="3334" y="3105"/>
                  </a:cubicBezTo>
                  <a:close/>
                  <a:moveTo>
                    <a:pt x="3328" y="3153"/>
                  </a:moveTo>
                  <a:cubicBezTo>
                    <a:pt x="3327" y="3154"/>
                    <a:pt x="3326" y="3155"/>
                    <a:pt x="3325" y="3156"/>
                  </a:cubicBezTo>
                  <a:cubicBezTo>
                    <a:pt x="3327" y="3155"/>
                    <a:pt x="3327" y="3154"/>
                    <a:pt x="3328" y="3153"/>
                  </a:cubicBezTo>
                  <a:close/>
                  <a:moveTo>
                    <a:pt x="4594" y="2978"/>
                  </a:moveTo>
                  <a:lnTo>
                    <a:pt x="4594" y="2978"/>
                  </a:lnTo>
                  <a:cubicBezTo>
                    <a:pt x="4569" y="2995"/>
                    <a:pt x="4586" y="3012"/>
                    <a:pt x="4560" y="3021"/>
                  </a:cubicBezTo>
                  <a:cubicBezTo>
                    <a:pt x="4539" y="3021"/>
                    <a:pt x="4534" y="3010"/>
                    <a:pt x="4534" y="2996"/>
                  </a:cubicBezTo>
                  <a:lnTo>
                    <a:pt x="4534" y="2996"/>
                  </a:lnTo>
                  <a:cubicBezTo>
                    <a:pt x="4533" y="3000"/>
                    <a:pt x="4533" y="3005"/>
                    <a:pt x="4535" y="3012"/>
                  </a:cubicBezTo>
                  <a:cubicBezTo>
                    <a:pt x="4442" y="3029"/>
                    <a:pt x="4518" y="3080"/>
                    <a:pt x="4408" y="3122"/>
                  </a:cubicBezTo>
                  <a:cubicBezTo>
                    <a:pt x="4403" y="3114"/>
                    <a:pt x="4398" y="3111"/>
                    <a:pt x="4393" y="3111"/>
                  </a:cubicBezTo>
                  <a:cubicBezTo>
                    <a:pt x="4372" y="3111"/>
                    <a:pt x="4356" y="3173"/>
                    <a:pt x="4326" y="3173"/>
                  </a:cubicBezTo>
                  <a:cubicBezTo>
                    <a:pt x="4320" y="3173"/>
                    <a:pt x="4314" y="3170"/>
                    <a:pt x="4307" y="3165"/>
                  </a:cubicBezTo>
                  <a:cubicBezTo>
                    <a:pt x="4340" y="3148"/>
                    <a:pt x="4366" y="3080"/>
                    <a:pt x="4357" y="3080"/>
                  </a:cubicBezTo>
                  <a:lnTo>
                    <a:pt x="4357" y="3080"/>
                  </a:lnTo>
                  <a:cubicBezTo>
                    <a:pt x="4324" y="3114"/>
                    <a:pt x="4290" y="3131"/>
                    <a:pt x="4256" y="3148"/>
                  </a:cubicBezTo>
                  <a:cubicBezTo>
                    <a:pt x="4290" y="3156"/>
                    <a:pt x="4307" y="3181"/>
                    <a:pt x="4298" y="3215"/>
                  </a:cubicBezTo>
                  <a:cubicBezTo>
                    <a:pt x="4340" y="3165"/>
                    <a:pt x="4459" y="3139"/>
                    <a:pt x="4535" y="3097"/>
                  </a:cubicBezTo>
                  <a:lnTo>
                    <a:pt x="4510" y="3063"/>
                  </a:lnTo>
                  <a:cubicBezTo>
                    <a:pt x="4521" y="3045"/>
                    <a:pt x="4527" y="3039"/>
                    <a:pt x="4530" y="3039"/>
                  </a:cubicBezTo>
                  <a:cubicBezTo>
                    <a:pt x="4538" y="3039"/>
                    <a:pt x="4534" y="3070"/>
                    <a:pt x="4551" y="3070"/>
                  </a:cubicBezTo>
                  <a:cubicBezTo>
                    <a:pt x="4556" y="3070"/>
                    <a:pt x="4561" y="3068"/>
                    <a:pt x="4569" y="3063"/>
                  </a:cubicBezTo>
                  <a:lnTo>
                    <a:pt x="4577" y="3029"/>
                  </a:lnTo>
                  <a:lnTo>
                    <a:pt x="4594" y="2978"/>
                  </a:lnTo>
                  <a:close/>
                  <a:moveTo>
                    <a:pt x="3036" y="3587"/>
                  </a:moveTo>
                  <a:lnTo>
                    <a:pt x="3038" y="3588"/>
                  </a:lnTo>
                  <a:lnTo>
                    <a:pt x="3029" y="3596"/>
                  </a:lnTo>
                  <a:cubicBezTo>
                    <a:pt x="3032" y="3593"/>
                    <a:pt x="3034" y="3590"/>
                    <a:pt x="3036" y="3587"/>
                  </a:cubicBezTo>
                  <a:close/>
                  <a:moveTo>
                    <a:pt x="2951" y="3955"/>
                  </a:moveTo>
                  <a:lnTo>
                    <a:pt x="2945" y="3960"/>
                  </a:lnTo>
                  <a:cubicBezTo>
                    <a:pt x="2947" y="3960"/>
                    <a:pt x="2949" y="3958"/>
                    <a:pt x="2951" y="3955"/>
                  </a:cubicBezTo>
                  <a:close/>
                  <a:moveTo>
                    <a:pt x="2718" y="4067"/>
                  </a:moveTo>
                  <a:lnTo>
                    <a:pt x="2716" y="4070"/>
                  </a:lnTo>
                  <a:cubicBezTo>
                    <a:pt x="2716" y="4070"/>
                    <a:pt x="2717" y="4069"/>
                    <a:pt x="2718" y="4067"/>
                  </a:cubicBezTo>
                  <a:close/>
                  <a:moveTo>
                    <a:pt x="111" y="1"/>
                  </a:moveTo>
                  <a:cubicBezTo>
                    <a:pt x="117" y="3"/>
                    <a:pt x="122" y="3"/>
                    <a:pt x="127" y="3"/>
                  </a:cubicBezTo>
                  <a:cubicBezTo>
                    <a:pt x="132" y="3"/>
                    <a:pt x="137" y="3"/>
                    <a:pt x="141" y="3"/>
                  </a:cubicBezTo>
                  <a:cubicBezTo>
                    <a:pt x="151" y="3"/>
                    <a:pt x="162" y="5"/>
                    <a:pt x="178" y="18"/>
                  </a:cubicBezTo>
                  <a:cubicBezTo>
                    <a:pt x="176" y="20"/>
                    <a:pt x="172" y="21"/>
                    <a:pt x="168" y="21"/>
                  </a:cubicBezTo>
                  <a:cubicBezTo>
                    <a:pt x="160" y="21"/>
                    <a:pt x="150" y="18"/>
                    <a:pt x="145" y="18"/>
                  </a:cubicBezTo>
                  <a:lnTo>
                    <a:pt x="145" y="18"/>
                  </a:lnTo>
                  <a:cubicBezTo>
                    <a:pt x="136" y="43"/>
                    <a:pt x="187" y="18"/>
                    <a:pt x="212" y="51"/>
                  </a:cubicBezTo>
                  <a:lnTo>
                    <a:pt x="136" y="51"/>
                  </a:lnTo>
                  <a:lnTo>
                    <a:pt x="162" y="85"/>
                  </a:lnTo>
                  <a:lnTo>
                    <a:pt x="1" y="94"/>
                  </a:lnTo>
                  <a:cubicBezTo>
                    <a:pt x="52" y="128"/>
                    <a:pt x="100" y="128"/>
                    <a:pt x="146" y="128"/>
                  </a:cubicBezTo>
                  <a:cubicBezTo>
                    <a:pt x="191" y="128"/>
                    <a:pt x="233" y="128"/>
                    <a:pt x="271" y="161"/>
                  </a:cubicBezTo>
                  <a:cubicBezTo>
                    <a:pt x="255" y="161"/>
                    <a:pt x="263" y="178"/>
                    <a:pt x="263" y="178"/>
                  </a:cubicBezTo>
                  <a:cubicBezTo>
                    <a:pt x="290" y="178"/>
                    <a:pt x="317" y="189"/>
                    <a:pt x="340" y="189"/>
                  </a:cubicBezTo>
                  <a:cubicBezTo>
                    <a:pt x="346" y="189"/>
                    <a:pt x="351" y="189"/>
                    <a:pt x="356" y="187"/>
                  </a:cubicBezTo>
                  <a:lnTo>
                    <a:pt x="398" y="212"/>
                  </a:lnTo>
                  <a:cubicBezTo>
                    <a:pt x="388" y="228"/>
                    <a:pt x="370" y="234"/>
                    <a:pt x="350" y="234"/>
                  </a:cubicBezTo>
                  <a:cubicBezTo>
                    <a:pt x="339" y="234"/>
                    <a:pt x="326" y="232"/>
                    <a:pt x="314" y="229"/>
                  </a:cubicBezTo>
                  <a:lnTo>
                    <a:pt x="314" y="229"/>
                  </a:lnTo>
                  <a:cubicBezTo>
                    <a:pt x="475" y="297"/>
                    <a:pt x="627" y="288"/>
                    <a:pt x="779" y="381"/>
                  </a:cubicBezTo>
                  <a:cubicBezTo>
                    <a:pt x="779" y="386"/>
                    <a:pt x="773" y="386"/>
                    <a:pt x="767" y="386"/>
                  </a:cubicBezTo>
                  <a:cubicBezTo>
                    <a:pt x="762" y="386"/>
                    <a:pt x="758" y="386"/>
                    <a:pt x="762" y="390"/>
                  </a:cubicBezTo>
                  <a:cubicBezTo>
                    <a:pt x="779" y="390"/>
                    <a:pt x="803" y="394"/>
                    <a:pt x="818" y="394"/>
                  </a:cubicBezTo>
                  <a:cubicBezTo>
                    <a:pt x="821" y="394"/>
                    <a:pt x="824" y="393"/>
                    <a:pt x="826" y="393"/>
                  </a:cubicBezTo>
                  <a:lnTo>
                    <a:pt x="826" y="393"/>
                  </a:lnTo>
                  <a:cubicBezTo>
                    <a:pt x="819" y="398"/>
                    <a:pt x="811" y="398"/>
                    <a:pt x="796" y="398"/>
                  </a:cubicBezTo>
                  <a:cubicBezTo>
                    <a:pt x="889" y="415"/>
                    <a:pt x="914" y="474"/>
                    <a:pt x="974" y="483"/>
                  </a:cubicBezTo>
                  <a:cubicBezTo>
                    <a:pt x="974" y="487"/>
                    <a:pt x="971" y="489"/>
                    <a:pt x="968" y="489"/>
                  </a:cubicBezTo>
                  <a:cubicBezTo>
                    <a:pt x="960" y="489"/>
                    <a:pt x="947" y="481"/>
                    <a:pt x="942" y="481"/>
                  </a:cubicBezTo>
                  <a:cubicBezTo>
                    <a:pt x="941" y="481"/>
                    <a:pt x="940" y="482"/>
                    <a:pt x="940" y="483"/>
                  </a:cubicBezTo>
                  <a:cubicBezTo>
                    <a:pt x="1016" y="534"/>
                    <a:pt x="1075" y="500"/>
                    <a:pt x="1160" y="542"/>
                  </a:cubicBezTo>
                  <a:cubicBezTo>
                    <a:pt x="1126" y="551"/>
                    <a:pt x="1168" y="568"/>
                    <a:pt x="1185" y="593"/>
                  </a:cubicBezTo>
                  <a:cubicBezTo>
                    <a:pt x="1261" y="601"/>
                    <a:pt x="1414" y="661"/>
                    <a:pt x="1515" y="686"/>
                  </a:cubicBezTo>
                  <a:cubicBezTo>
                    <a:pt x="1464" y="737"/>
                    <a:pt x="1633" y="745"/>
                    <a:pt x="1625" y="796"/>
                  </a:cubicBezTo>
                  <a:cubicBezTo>
                    <a:pt x="1635" y="801"/>
                    <a:pt x="1653" y="806"/>
                    <a:pt x="1668" y="806"/>
                  </a:cubicBezTo>
                  <a:cubicBezTo>
                    <a:pt x="1679" y="806"/>
                    <a:pt x="1689" y="803"/>
                    <a:pt x="1693" y="796"/>
                  </a:cubicBezTo>
                  <a:cubicBezTo>
                    <a:pt x="1676" y="796"/>
                    <a:pt x="1650" y="771"/>
                    <a:pt x="1659" y="762"/>
                  </a:cubicBezTo>
                  <a:lnTo>
                    <a:pt x="1659" y="762"/>
                  </a:lnTo>
                  <a:cubicBezTo>
                    <a:pt x="1682" y="768"/>
                    <a:pt x="1713" y="782"/>
                    <a:pt x="1736" y="782"/>
                  </a:cubicBezTo>
                  <a:cubicBezTo>
                    <a:pt x="1746" y="782"/>
                    <a:pt x="1755" y="779"/>
                    <a:pt x="1760" y="771"/>
                  </a:cubicBezTo>
                  <a:lnTo>
                    <a:pt x="1794" y="813"/>
                  </a:lnTo>
                  <a:cubicBezTo>
                    <a:pt x="1800" y="800"/>
                    <a:pt x="1816" y="793"/>
                    <a:pt x="1830" y="793"/>
                  </a:cubicBezTo>
                  <a:cubicBezTo>
                    <a:pt x="1835" y="793"/>
                    <a:pt x="1840" y="794"/>
                    <a:pt x="1845" y="796"/>
                  </a:cubicBezTo>
                  <a:cubicBezTo>
                    <a:pt x="1854" y="814"/>
                    <a:pt x="1859" y="820"/>
                    <a:pt x="1862" y="820"/>
                  </a:cubicBezTo>
                  <a:cubicBezTo>
                    <a:pt x="1869" y="820"/>
                    <a:pt x="1871" y="798"/>
                    <a:pt x="1889" y="798"/>
                  </a:cubicBezTo>
                  <a:cubicBezTo>
                    <a:pt x="1896" y="798"/>
                    <a:pt x="1906" y="802"/>
                    <a:pt x="1921" y="813"/>
                  </a:cubicBezTo>
                  <a:cubicBezTo>
                    <a:pt x="1896" y="821"/>
                    <a:pt x="1879" y="830"/>
                    <a:pt x="1862" y="847"/>
                  </a:cubicBezTo>
                  <a:cubicBezTo>
                    <a:pt x="1896" y="864"/>
                    <a:pt x="1896" y="855"/>
                    <a:pt x="1921" y="864"/>
                  </a:cubicBezTo>
                  <a:cubicBezTo>
                    <a:pt x="1921" y="881"/>
                    <a:pt x="1879" y="881"/>
                    <a:pt x="1845" y="881"/>
                  </a:cubicBezTo>
                  <a:lnTo>
                    <a:pt x="1887" y="914"/>
                  </a:lnTo>
                  <a:cubicBezTo>
                    <a:pt x="1904" y="912"/>
                    <a:pt x="1922" y="911"/>
                    <a:pt x="1939" y="911"/>
                  </a:cubicBezTo>
                  <a:cubicBezTo>
                    <a:pt x="1992" y="911"/>
                    <a:pt x="2048" y="921"/>
                    <a:pt x="2099" y="940"/>
                  </a:cubicBezTo>
                  <a:cubicBezTo>
                    <a:pt x="2082" y="957"/>
                    <a:pt x="2056" y="940"/>
                    <a:pt x="2065" y="974"/>
                  </a:cubicBezTo>
                  <a:cubicBezTo>
                    <a:pt x="2076" y="976"/>
                    <a:pt x="2089" y="976"/>
                    <a:pt x="2103" y="976"/>
                  </a:cubicBezTo>
                  <a:lnTo>
                    <a:pt x="2103" y="976"/>
                  </a:lnTo>
                  <a:cubicBezTo>
                    <a:pt x="2131" y="976"/>
                    <a:pt x="2161" y="976"/>
                    <a:pt x="2183" y="999"/>
                  </a:cubicBezTo>
                  <a:lnTo>
                    <a:pt x="2175" y="999"/>
                  </a:lnTo>
                  <a:cubicBezTo>
                    <a:pt x="2251" y="1007"/>
                    <a:pt x="2217" y="1033"/>
                    <a:pt x="2276" y="1058"/>
                  </a:cubicBezTo>
                  <a:cubicBezTo>
                    <a:pt x="2276" y="1067"/>
                    <a:pt x="2276" y="1067"/>
                    <a:pt x="2276" y="1067"/>
                  </a:cubicBezTo>
                  <a:lnTo>
                    <a:pt x="2319" y="1067"/>
                  </a:lnTo>
                  <a:cubicBezTo>
                    <a:pt x="2420" y="1067"/>
                    <a:pt x="2395" y="1134"/>
                    <a:pt x="2437" y="1177"/>
                  </a:cubicBezTo>
                  <a:lnTo>
                    <a:pt x="2429" y="1177"/>
                  </a:lnTo>
                  <a:cubicBezTo>
                    <a:pt x="2446" y="1210"/>
                    <a:pt x="2556" y="1227"/>
                    <a:pt x="2581" y="1253"/>
                  </a:cubicBezTo>
                  <a:cubicBezTo>
                    <a:pt x="2547" y="1219"/>
                    <a:pt x="2572" y="1227"/>
                    <a:pt x="2564" y="1194"/>
                  </a:cubicBezTo>
                  <a:cubicBezTo>
                    <a:pt x="2561" y="1193"/>
                    <a:pt x="2558" y="1192"/>
                    <a:pt x="2555" y="1192"/>
                  </a:cubicBezTo>
                  <a:cubicBezTo>
                    <a:pt x="2537" y="1192"/>
                    <a:pt x="2526" y="1207"/>
                    <a:pt x="2509" y="1207"/>
                  </a:cubicBezTo>
                  <a:cubicBezTo>
                    <a:pt x="2501" y="1207"/>
                    <a:pt x="2492" y="1203"/>
                    <a:pt x="2479" y="1194"/>
                  </a:cubicBezTo>
                  <a:cubicBezTo>
                    <a:pt x="2488" y="1168"/>
                    <a:pt x="2556" y="1185"/>
                    <a:pt x="2581" y="1168"/>
                  </a:cubicBezTo>
                  <a:cubicBezTo>
                    <a:pt x="2606" y="1177"/>
                    <a:pt x="2606" y="1236"/>
                    <a:pt x="2606" y="1253"/>
                  </a:cubicBezTo>
                  <a:cubicBezTo>
                    <a:pt x="2674" y="1278"/>
                    <a:pt x="2708" y="1312"/>
                    <a:pt x="2801" y="1337"/>
                  </a:cubicBezTo>
                  <a:cubicBezTo>
                    <a:pt x="2825" y="1332"/>
                    <a:pt x="2852" y="1317"/>
                    <a:pt x="2880" y="1317"/>
                  </a:cubicBezTo>
                  <a:cubicBezTo>
                    <a:pt x="2901" y="1317"/>
                    <a:pt x="2923" y="1325"/>
                    <a:pt x="2945" y="1354"/>
                  </a:cubicBezTo>
                  <a:lnTo>
                    <a:pt x="2941" y="1358"/>
                  </a:lnTo>
                  <a:lnTo>
                    <a:pt x="2941" y="1358"/>
                  </a:lnTo>
                  <a:cubicBezTo>
                    <a:pt x="2941" y="1358"/>
                    <a:pt x="2942" y="1358"/>
                    <a:pt x="2943" y="1358"/>
                  </a:cubicBezTo>
                  <a:cubicBezTo>
                    <a:pt x="2953" y="1358"/>
                    <a:pt x="2970" y="1373"/>
                    <a:pt x="2987" y="1373"/>
                  </a:cubicBezTo>
                  <a:cubicBezTo>
                    <a:pt x="2990" y="1373"/>
                    <a:pt x="2993" y="1372"/>
                    <a:pt x="2995" y="1371"/>
                  </a:cubicBezTo>
                  <a:cubicBezTo>
                    <a:pt x="2978" y="1337"/>
                    <a:pt x="3029" y="1371"/>
                    <a:pt x="3012" y="1329"/>
                  </a:cubicBezTo>
                  <a:lnTo>
                    <a:pt x="3012" y="1329"/>
                  </a:lnTo>
                  <a:cubicBezTo>
                    <a:pt x="3055" y="1346"/>
                    <a:pt x="3038" y="1388"/>
                    <a:pt x="3038" y="1413"/>
                  </a:cubicBezTo>
                  <a:cubicBezTo>
                    <a:pt x="3043" y="1410"/>
                    <a:pt x="3049" y="1409"/>
                    <a:pt x="3054" y="1409"/>
                  </a:cubicBezTo>
                  <a:cubicBezTo>
                    <a:pt x="3090" y="1409"/>
                    <a:pt x="3124" y="1473"/>
                    <a:pt x="3190" y="1473"/>
                  </a:cubicBezTo>
                  <a:cubicBezTo>
                    <a:pt x="3184" y="1477"/>
                    <a:pt x="3176" y="1478"/>
                    <a:pt x="3168" y="1478"/>
                  </a:cubicBezTo>
                  <a:cubicBezTo>
                    <a:pt x="3152" y="1478"/>
                    <a:pt x="3135" y="1474"/>
                    <a:pt x="3123" y="1474"/>
                  </a:cubicBezTo>
                  <a:cubicBezTo>
                    <a:pt x="3113" y="1474"/>
                    <a:pt x="3108" y="1477"/>
                    <a:pt x="3114" y="1490"/>
                  </a:cubicBezTo>
                  <a:lnTo>
                    <a:pt x="3224" y="1481"/>
                  </a:lnTo>
                  <a:lnTo>
                    <a:pt x="3190" y="1464"/>
                  </a:lnTo>
                  <a:cubicBezTo>
                    <a:pt x="3258" y="1464"/>
                    <a:pt x="3258" y="1507"/>
                    <a:pt x="3291" y="1532"/>
                  </a:cubicBezTo>
                  <a:cubicBezTo>
                    <a:pt x="3291" y="1539"/>
                    <a:pt x="3287" y="1542"/>
                    <a:pt x="3280" y="1542"/>
                  </a:cubicBezTo>
                  <a:cubicBezTo>
                    <a:pt x="3272" y="1542"/>
                    <a:pt x="3259" y="1537"/>
                    <a:pt x="3249" y="1532"/>
                  </a:cubicBezTo>
                  <a:lnTo>
                    <a:pt x="3249" y="1532"/>
                  </a:lnTo>
                  <a:cubicBezTo>
                    <a:pt x="3275" y="1549"/>
                    <a:pt x="3308" y="1557"/>
                    <a:pt x="3334" y="1557"/>
                  </a:cubicBezTo>
                  <a:lnTo>
                    <a:pt x="3469" y="1557"/>
                  </a:lnTo>
                  <a:lnTo>
                    <a:pt x="3478" y="1566"/>
                  </a:lnTo>
                  <a:lnTo>
                    <a:pt x="3486" y="1566"/>
                  </a:lnTo>
                  <a:lnTo>
                    <a:pt x="3511" y="1583"/>
                  </a:lnTo>
                  <a:lnTo>
                    <a:pt x="3520" y="1583"/>
                  </a:lnTo>
                  <a:lnTo>
                    <a:pt x="3588" y="1600"/>
                  </a:lnTo>
                  <a:lnTo>
                    <a:pt x="3596" y="1600"/>
                  </a:lnTo>
                  <a:cubicBezTo>
                    <a:pt x="3605" y="1581"/>
                    <a:pt x="3624" y="1573"/>
                    <a:pt x="3647" y="1573"/>
                  </a:cubicBezTo>
                  <a:cubicBezTo>
                    <a:pt x="3667" y="1573"/>
                    <a:pt x="3691" y="1579"/>
                    <a:pt x="3714" y="1591"/>
                  </a:cubicBezTo>
                  <a:cubicBezTo>
                    <a:pt x="3714" y="1583"/>
                    <a:pt x="3689" y="1574"/>
                    <a:pt x="3655" y="1549"/>
                  </a:cubicBezTo>
                  <a:lnTo>
                    <a:pt x="3672" y="1549"/>
                  </a:lnTo>
                  <a:lnTo>
                    <a:pt x="3816" y="1633"/>
                  </a:lnTo>
                  <a:cubicBezTo>
                    <a:pt x="3791" y="1633"/>
                    <a:pt x="3774" y="1625"/>
                    <a:pt x="3757" y="1616"/>
                  </a:cubicBezTo>
                  <a:lnTo>
                    <a:pt x="3757" y="1616"/>
                  </a:lnTo>
                  <a:cubicBezTo>
                    <a:pt x="3776" y="1650"/>
                    <a:pt x="3816" y="1659"/>
                    <a:pt x="3849" y="1670"/>
                  </a:cubicBezTo>
                  <a:lnTo>
                    <a:pt x="3849" y="1670"/>
                  </a:lnTo>
                  <a:lnTo>
                    <a:pt x="3858" y="1676"/>
                  </a:lnTo>
                  <a:cubicBezTo>
                    <a:pt x="3857" y="1674"/>
                    <a:pt x="3855" y="1672"/>
                    <a:pt x="3852" y="1671"/>
                  </a:cubicBezTo>
                  <a:lnTo>
                    <a:pt x="3852" y="1671"/>
                  </a:lnTo>
                  <a:cubicBezTo>
                    <a:pt x="3877" y="1679"/>
                    <a:pt x="3897" y="1688"/>
                    <a:pt x="3901" y="1710"/>
                  </a:cubicBezTo>
                  <a:cubicBezTo>
                    <a:pt x="3808" y="1710"/>
                    <a:pt x="3774" y="1676"/>
                    <a:pt x="3689" y="1650"/>
                  </a:cubicBezTo>
                  <a:cubicBezTo>
                    <a:pt x="3678" y="1634"/>
                    <a:pt x="3680" y="1629"/>
                    <a:pt x="3688" y="1629"/>
                  </a:cubicBezTo>
                  <a:cubicBezTo>
                    <a:pt x="3702" y="1629"/>
                    <a:pt x="3734" y="1645"/>
                    <a:pt x="3749" y="1645"/>
                  </a:cubicBezTo>
                  <a:cubicBezTo>
                    <a:pt x="3753" y="1645"/>
                    <a:pt x="3756" y="1644"/>
                    <a:pt x="3757" y="1642"/>
                  </a:cubicBezTo>
                  <a:lnTo>
                    <a:pt x="3714" y="1608"/>
                  </a:lnTo>
                  <a:cubicBezTo>
                    <a:pt x="3714" y="1614"/>
                    <a:pt x="3710" y="1616"/>
                    <a:pt x="3702" y="1616"/>
                  </a:cubicBezTo>
                  <a:cubicBezTo>
                    <a:pt x="3689" y="1616"/>
                    <a:pt x="3668" y="1610"/>
                    <a:pt x="3652" y="1610"/>
                  </a:cubicBezTo>
                  <a:cubicBezTo>
                    <a:pt x="3637" y="1610"/>
                    <a:pt x="3627" y="1615"/>
                    <a:pt x="3630" y="1633"/>
                  </a:cubicBezTo>
                  <a:cubicBezTo>
                    <a:pt x="3714" y="1693"/>
                    <a:pt x="3816" y="1743"/>
                    <a:pt x="3909" y="1786"/>
                  </a:cubicBezTo>
                  <a:lnTo>
                    <a:pt x="3731" y="1955"/>
                  </a:lnTo>
                  <a:cubicBezTo>
                    <a:pt x="3731" y="1963"/>
                    <a:pt x="3723" y="1963"/>
                    <a:pt x="3723" y="1972"/>
                  </a:cubicBezTo>
                  <a:cubicBezTo>
                    <a:pt x="3736" y="1977"/>
                    <a:pt x="3747" y="1979"/>
                    <a:pt x="3757" y="1979"/>
                  </a:cubicBezTo>
                  <a:cubicBezTo>
                    <a:pt x="3814" y="1979"/>
                    <a:pt x="3810" y="1904"/>
                    <a:pt x="3824" y="1904"/>
                  </a:cubicBezTo>
                  <a:cubicBezTo>
                    <a:pt x="3850" y="1913"/>
                    <a:pt x="3875" y="1904"/>
                    <a:pt x="3884" y="1921"/>
                  </a:cubicBezTo>
                  <a:lnTo>
                    <a:pt x="3867" y="1929"/>
                  </a:lnTo>
                  <a:cubicBezTo>
                    <a:pt x="3877" y="1932"/>
                    <a:pt x="3885" y="1934"/>
                    <a:pt x="3891" y="1934"/>
                  </a:cubicBezTo>
                  <a:cubicBezTo>
                    <a:pt x="3911" y="1934"/>
                    <a:pt x="3911" y="1921"/>
                    <a:pt x="3922" y="1921"/>
                  </a:cubicBezTo>
                  <a:cubicBezTo>
                    <a:pt x="3926" y="1921"/>
                    <a:pt x="3933" y="1923"/>
                    <a:pt x="3943" y="1929"/>
                  </a:cubicBezTo>
                  <a:cubicBezTo>
                    <a:pt x="3994" y="1929"/>
                    <a:pt x="3917" y="1913"/>
                    <a:pt x="3943" y="1904"/>
                  </a:cubicBezTo>
                  <a:lnTo>
                    <a:pt x="3943" y="1904"/>
                  </a:lnTo>
                  <a:cubicBezTo>
                    <a:pt x="3953" y="1911"/>
                    <a:pt x="3961" y="1913"/>
                    <a:pt x="3969" y="1913"/>
                  </a:cubicBezTo>
                  <a:cubicBezTo>
                    <a:pt x="3987" y="1913"/>
                    <a:pt x="4000" y="1900"/>
                    <a:pt x="4021" y="1900"/>
                  </a:cubicBezTo>
                  <a:cubicBezTo>
                    <a:pt x="4035" y="1900"/>
                    <a:pt x="4053" y="1907"/>
                    <a:pt x="4078" y="1929"/>
                  </a:cubicBezTo>
                  <a:cubicBezTo>
                    <a:pt x="4071" y="1929"/>
                    <a:pt x="4070" y="1951"/>
                    <a:pt x="4044" y="1951"/>
                  </a:cubicBezTo>
                  <a:cubicBezTo>
                    <a:pt x="4037" y="1951"/>
                    <a:pt x="4029" y="1950"/>
                    <a:pt x="4019" y="1946"/>
                  </a:cubicBezTo>
                  <a:lnTo>
                    <a:pt x="4019" y="1946"/>
                  </a:lnTo>
                  <a:lnTo>
                    <a:pt x="4053" y="1989"/>
                  </a:lnTo>
                  <a:cubicBezTo>
                    <a:pt x="4027" y="1989"/>
                    <a:pt x="4002" y="1980"/>
                    <a:pt x="3977" y="1963"/>
                  </a:cubicBezTo>
                  <a:cubicBezTo>
                    <a:pt x="3934" y="1980"/>
                    <a:pt x="3934" y="2006"/>
                    <a:pt x="3901" y="2023"/>
                  </a:cubicBezTo>
                  <a:cubicBezTo>
                    <a:pt x="3919" y="2023"/>
                    <a:pt x="3924" y="2005"/>
                    <a:pt x="3938" y="2005"/>
                  </a:cubicBezTo>
                  <a:cubicBezTo>
                    <a:pt x="3944" y="2005"/>
                    <a:pt x="3951" y="2007"/>
                    <a:pt x="3960" y="2014"/>
                  </a:cubicBezTo>
                  <a:cubicBezTo>
                    <a:pt x="3994" y="2031"/>
                    <a:pt x="3943" y="2023"/>
                    <a:pt x="3943" y="2031"/>
                  </a:cubicBezTo>
                  <a:cubicBezTo>
                    <a:pt x="3947" y="2030"/>
                    <a:pt x="3951" y="2030"/>
                    <a:pt x="3954" y="2030"/>
                  </a:cubicBezTo>
                  <a:cubicBezTo>
                    <a:pt x="4001" y="2030"/>
                    <a:pt x="3992" y="2076"/>
                    <a:pt x="4027" y="2076"/>
                  </a:cubicBezTo>
                  <a:cubicBezTo>
                    <a:pt x="4032" y="2076"/>
                    <a:pt x="4038" y="2075"/>
                    <a:pt x="4044" y="2073"/>
                  </a:cubicBezTo>
                  <a:cubicBezTo>
                    <a:pt x="4053" y="2039"/>
                    <a:pt x="4061" y="2039"/>
                    <a:pt x="4036" y="2006"/>
                  </a:cubicBezTo>
                  <a:lnTo>
                    <a:pt x="4036" y="2006"/>
                  </a:lnTo>
                  <a:cubicBezTo>
                    <a:pt x="4070" y="2006"/>
                    <a:pt x="4104" y="2048"/>
                    <a:pt x="4087" y="2082"/>
                  </a:cubicBezTo>
                  <a:lnTo>
                    <a:pt x="4104" y="2056"/>
                  </a:lnTo>
                  <a:cubicBezTo>
                    <a:pt x="4112" y="2065"/>
                    <a:pt x="4137" y="2073"/>
                    <a:pt x="4137" y="2082"/>
                  </a:cubicBezTo>
                  <a:lnTo>
                    <a:pt x="4154" y="2073"/>
                  </a:lnTo>
                  <a:cubicBezTo>
                    <a:pt x="4137" y="2039"/>
                    <a:pt x="4112" y="2023"/>
                    <a:pt x="4078" y="2014"/>
                  </a:cubicBezTo>
                  <a:cubicBezTo>
                    <a:pt x="4099" y="2007"/>
                    <a:pt x="4085" y="1976"/>
                    <a:pt x="4110" y="1976"/>
                  </a:cubicBezTo>
                  <a:cubicBezTo>
                    <a:pt x="4114" y="1976"/>
                    <a:pt x="4121" y="1977"/>
                    <a:pt x="4129" y="1980"/>
                  </a:cubicBezTo>
                  <a:cubicBezTo>
                    <a:pt x="4154" y="1989"/>
                    <a:pt x="4129" y="1997"/>
                    <a:pt x="4129" y="2006"/>
                  </a:cubicBezTo>
                  <a:cubicBezTo>
                    <a:pt x="4256" y="2031"/>
                    <a:pt x="4222" y="2099"/>
                    <a:pt x="4324" y="2124"/>
                  </a:cubicBezTo>
                  <a:cubicBezTo>
                    <a:pt x="4298" y="2124"/>
                    <a:pt x="4247" y="2082"/>
                    <a:pt x="4197" y="2082"/>
                  </a:cubicBezTo>
                  <a:cubicBezTo>
                    <a:pt x="4214" y="2116"/>
                    <a:pt x="4256" y="2107"/>
                    <a:pt x="4281" y="2116"/>
                  </a:cubicBezTo>
                  <a:cubicBezTo>
                    <a:pt x="4247" y="2124"/>
                    <a:pt x="4239" y="2133"/>
                    <a:pt x="4264" y="2149"/>
                  </a:cubicBezTo>
                  <a:lnTo>
                    <a:pt x="4281" y="2141"/>
                  </a:lnTo>
                  <a:lnTo>
                    <a:pt x="4315" y="2149"/>
                  </a:lnTo>
                  <a:cubicBezTo>
                    <a:pt x="4324" y="2158"/>
                    <a:pt x="4315" y="2166"/>
                    <a:pt x="4324" y="2166"/>
                  </a:cubicBezTo>
                  <a:cubicBezTo>
                    <a:pt x="4324" y="2158"/>
                    <a:pt x="4332" y="2158"/>
                    <a:pt x="4315" y="2141"/>
                  </a:cubicBezTo>
                  <a:cubicBezTo>
                    <a:pt x="4324" y="2139"/>
                    <a:pt x="4333" y="2138"/>
                    <a:pt x="4342" y="2138"/>
                  </a:cubicBezTo>
                  <a:cubicBezTo>
                    <a:pt x="4370" y="2138"/>
                    <a:pt x="4400" y="2147"/>
                    <a:pt x="4425" y="2166"/>
                  </a:cubicBezTo>
                  <a:cubicBezTo>
                    <a:pt x="4411" y="2175"/>
                    <a:pt x="4399" y="2177"/>
                    <a:pt x="4389" y="2177"/>
                  </a:cubicBezTo>
                  <a:cubicBezTo>
                    <a:pt x="4381" y="2177"/>
                    <a:pt x="4374" y="2175"/>
                    <a:pt x="4369" y="2175"/>
                  </a:cubicBezTo>
                  <a:cubicBezTo>
                    <a:pt x="4361" y="2175"/>
                    <a:pt x="4357" y="2178"/>
                    <a:pt x="4357" y="2192"/>
                  </a:cubicBezTo>
                  <a:cubicBezTo>
                    <a:pt x="4369" y="2192"/>
                    <a:pt x="4395" y="2180"/>
                    <a:pt x="4411" y="2180"/>
                  </a:cubicBezTo>
                  <a:cubicBezTo>
                    <a:pt x="4419" y="2180"/>
                    <a:pt x="4425" y="2183"/>
                    <a:pt x="4425" y="2192"/>
                  </a:cubicBezTo>
                  <a:cubicBezTo>
                    <a:pt x="4400" y="2200"/>
                    <a:pt x="4408" y="2209"/>
                    <a:pt x="4400" y="2217"/>
                  </a:cubicBezTo>
                  <a:cubicBezTo>
                    <a:pt x="4425" y="2217"/>
                    <a:pt x="4450" y="2209"/>
                    <a:pt x="4476" y="2209"/>
                  </a:cubicBezTo>
                  <a:cubicBezTo>
                    <a:pt x="4489" y="2215"/>
                    <a:pt x="4501" y="2221"/>
                    <a:pt x="4514" y="2224"/>
                  </a:cubicBezTo>
                  <a:lnTo>
                    <a:pt x="4514" y="2224"/>
                  </a:lnTo>
                  <a:cubicBezTo>
                    <a:pt x="4511" y="2223"/>
                    <a:pt x="4510" y="2221"/>
                    <a:pt x="4510" y="2217"/>
                  </a:cubicBezTo>
                  <a:cubicBezTo>
                    <a:pt x="4524" y="2214"/>
                    <a:pt x="4534" y="2213"/>
                    <a:pt x="4541" y="2213"/>
                  </a:cubicBezTo>
                  <a:cubicBezTo>
                    <a:pt x="4575" y="2213"/>
                    <a:pt x="4535" y="2242"/>
                    <a:pt x="4577" y="2242"/>
                  </a:cubicBezTo>
                  <a:lnTo>
                    <a:pt x="4543" y="2242"/>
                  </a:lnTo>
                  <a:cubicBezTo>
                    <a:pt x="4543" y="2259"/>
                    <a:pt x="4586" y="2259"/>
                    <a:pt x="4628" y="2259"/>
                  </a:cubicBezTo>
                  <a:lnTo>
                    <a:pt x="4577" y="2268"/>
                  </a:lnTo>
                  <a:cubicBezTo>
                    <a:pt x="4620" y="2268"/>
                    <a:pt x="4670" y="2268"/>
                    <a:pt x="4713" y="2276"/>
                  </a:cubicBezTo>
                  <a:lnTo>
                    <a:pt x="4721" y="2285"/>
                  </a:lnTo>
                  <a:cubicBezTo>
                    <a:pt x="4721" y="2276"/>
                    <a:pt x="4721" y="2276"/>
                    <a:pt x="4721" y="2276"/>
                  </a:cubicBezTo>
                  <a:cubicBezTo>
                    <a:pt x="4653" y="2259"/>
                    <a:pt x="4738" y="2242"/>
                    <a:pt x="4628" y="2226"/>
                  </a:cubicBezTo>
                  <a:cubicBezTo>
                    <a:pt x="4721" y="2226"/>
                    <a:pt x="4755" y="2234"/>
                    <a:pt x="4848" y="2234"/>
                  </a:cubicBezTo>
                  <a:cubicBezTo>
                    <a:pt x="4855" y="2241"/>
                    <a:pt x="4851" y="2248"/>
                    <a:pt x="4845" y="2250"/>
                  </a:cubicBezTo>
                  <a:lnTo>
                    <a:pt x="4845" y="2250"/>
                  </a:lnTo>
                  <a:cubicBezTo>
                    <a:pt x="4864" y="2246"/>
                    <a:pt x="4884" y="2245"/>
                    <a:pt x="4903" y="2245"/>
                  </a:cubicBezTo>
                  <a:cubicBezTo>
                    <a:pt x="4924" y="2245"/>
                    <a:pt x="4945" y="2247"/>
                    <a:pt x="4966" y="2251"/>
                  </a:cubicBezTo>
                  <a:lnTo>
                    <a:pt x="4924" y="2251"/>
                  </a:lnTo>
                  <a:cubicBezTo>
                    <a:pt x="4848" y="2293"/>
                    <a:pt x="5000" y="2285"/>
                    <a:pt x="4916" y="2319"/>
                  </a:cubicBezTo>
                  <a:cubicBezTo>
                    <a:pt x="4908" y="2320"/>
                    <a:pt x="4902" y="2320"/>
                    <a:pt x="4897" y="2320"/>
                  </a:cubicBezTo>
                  <a:cubicBezTo>
                    <a:pt x="4855" y="2320"/>
                    <a:pt x="4880" y="2291"/>
                    <a:pt x="4865" y="2276"/>
                  </a:cubicBezTo>
                  <a:lnTo>
                    <a:pt x="4865" y="2276"/>
                  </a:lnTo>
                  <a:cubicBezTo>
                    <a:pt x="4850" y="2279"/>
                    <a:pt x="4841" y="2280"/>
                    <a:pt x="4835" y="2280"/>
                  </a:cubicBezTo>
                  <a:cubicBezTo>
                    <a:pt x="4817" y="2280"/>
                    <a:pt x="4837" y="2268"/>
                    <a:pt x="4817" y="2268"/>
                  </a:cubicBezTo>
                  <a:cubicBezTo>
                    <a:pt x="4809" y="2268"/>
                    <a:pt x="4797" y="2270"/>
                    <a:pt x="4775" y="2274"/>
                  </a:cubicBezTo>
                  <a:lnTo>
                    <a:pt x="4775" y="2274"/>
                  </a:lnTo>
                  <a:cubicBezTo>
                    <a:pt x="4770" y="2273"/>
                    <a:pt x="4764" y="2273"/>
                    <a:pt x="4760" y="2273"/>
                  </a:cubicBezTo>
                  <a:cubicBezTo>
                    <a:pt x="4754" y="2273"/>
                    <a:pt x="4749" y="2273"/>
                    <a:pt x="4747" y="2276"/>
                  </a:cubicBezTo>
                  <a:cubicBezTo>
                    <a:pt x="4747" y="2285"/>
                    <a:pt x="4738" y="2285"/>
                    <a:pt x="4763" y="2285"/>
                  </a:cubicBezTo>
                  <a:cubicBezTo>
                    <a:pt x="4747" y="2302"/>
                    <a:pt x="4721" y="2310"/>
                    <a:pt x="4696" y="2310"/>
                  </a:cubicBezTo>
                  <a:cubicBezTo>
                    <a:pt x="4662" y="2310"/>
                    <a:pt x="4628" y="2310"/>
                    <a:pt x="4603" y="2327"/>
                  </a:cubicBezTo>
                  <a:cubicBezTo>
                    <a:pt x="4594" y="2319"/>
                    <a:pt x="4611" y="2310"/>
                    <a:pt x="4569" y="2310"/>
                  </a:cubicBezTo>
                  <a:lnTo>
                    <a:pt x="4611" y="2293"/>
                  </a:lnTo>
                  <a:lnTo>
                    <a:pt x="4552" y="2293"/>
                  </a:lnTo>
                  <a:cubicBezTo>
                    <a:pt x="4518" y="2310"/>
                    <a:pt x="4577" y="2327"/>
                    <a:pt x="4628" y="2344"/>
                  </a:cubicBezTo>
                  <a:cubicBezTo>
                    <a:pt x="4622" y="2335"/>
                    <a:pt x="4627" y="2332"/>
                    <a:pt x="4637" y="2332"/>
                  </a:cubicBezTo>
                  <a:cubicBezTo>
                    <a:pt x="4651" y="2332"/>
                    <a:pt x="4677" y="2337"/>
                    <a:pt x="4700" y="2337"/>
                  </a:cubicBezTo>
                  <a:cubicBezTo>
                    <a:pt x="4707" y="2337"/>
                    <a:pt x="4715" y="2337"/>
                    <a:pt x="4721" y="2336"/>
                  </a:cubicBezTo>
                  <a:lnTo>
                    <a:pt x="4721" y="2336"/>
                  </a:lnTo>
                  <a:cubicBezTo>
                    <a:pt x="4738" y="2336"/>
                    <a:pt x="4713" y="2344"/>
                    <a:pt x="4696" y="2344"/>
                  </a:cubicBezTo>
                  <a:cubicBezTo>
                    <a:pt x="4704" y="2344"/>
                    <a:pt x="4696" y="2361"/>
                    <a:pt x="4721" y="2361"/>
                  </a:cubicBezTo>
                  <a:cubicBezTo>
                    <a:pt x="4638" y="2361"/>
                    <a:pt x="4579" y="2386"/>
                    <a:pt x="4528" y="2386"/>
                  </a:cubicBezTo>
                  <a:cubicBezTo>
                    <a:pt x="4507" y="2386"/>
                    <a:pt x="4487" y="2382"/>
                    <a:pt x="4467" y="2369"/>
                  </a:cubicBezTo>
                  <a:cubicBezTo>
                    <a:pt x="4452" y="2369"/>
                    <a:pt x="4442" y="2376"/>
                    <a:pt x="4434" y="2387"/>
                  </a:cubicBezTo>
                  <a:lnTo>
                    <a:pt x="4434" y="2387"/>
                  </a:lnTo>
                  <a:cubicBezTo>
                    <a:pt x="4482" y="2390"/>
                    <a:pt x="4459" y="2421"/>
                    <a:pt x="4467" y="2429"/>
                  </a:cubicBezTo>
                  <a:lnTo>
                    <a:pt x="4484" y="2403"/>
                  </a:lnTo>
                  <a:cubicBezTo>
                    <a:pt x="4493" y="2420"/>
                    <a:pt x="4527" y="2420"/>
                    <a:pt x="4527" y="2437"/>
                  </a:cubicBezTo>
                  <a:cubicBezTo>
                    <a:pt x="4543" y="2420"/>
                    <a:pt x="4577" y="2429"/>
                    <a:pt x="4577" y="2403"/>
                  </a:cubicBezTo>
                  <a:cubicBezTo>
                    <a:pt x="4586" y="2417"/>
                    <a:pt x="4596" y="2422"/>
                    <a:pt x="4608" y="2422"/>
                  </a:cubicBezTo>
                  <a:cubicBezTo>
                    <a:pt x="4631" y="2422"/>
                    <a:pt x="4659" y="2403"/>
                    <a:pt x="4687" y="2403"/>
                  </a:cubicBezTo>
                  <a:cubicBezTo>
                    <a:pt x="4652" y="2424"/>
                    <a:pt x="4623" y="2439"/>
                    <a:pt x="4591" y="2439"/>
                  </a:cubicBezTo>
                  <a:cubicBezTo>
                    <a:pt x="4584" y="2439"/>
                    <a:pt x="4576" y="2439"/>
                    <a:pt x="4569" y="2437"/>
                  </a:cubicBezTo>
                  <a:lnTo>
                    <a:pt x="4569" y="2437"/>
                  </a:lnTo>
                  <a:cubicBezTo>
                    <a:pt x="4577" y="2446"/>
                    <a:pt x="4535" y="2462"/>
                    <a:pt x="4518" y="2462"/>
                  </a:cubicBezTo>
                  <a:cubicBezTo>
                    <a:pt x="4518" y="2479"/>
                    <a:pt x="4527" y="2488"/>
                    <a:pt x="4535" y="2496"/>
                  </a:cubicBezTo>
                  <a:cubicBezTo>
                    <a:pt x="4554" y="2490"/>
                    <a:pt x="4563" y="2470"/>
                    <a:pt x="4577" y="2470"/>
                  </a:cubicBezTo>
                  <a:cubicBezTo>
                    <a:pt x="4582" y="2470"/>
                    <a:pt x="4588" y="2473"/>
                    <a:pt x="4594" y="2479"/>
                  </a:cubicBezTo>
                  <a:lnTo>
                    <a:pt x="4611" y="2446"/>
                  </a:lnTo>
                  <a:cubicBezTo>
                    <a:pt x="4637" y="2496"/>
                    <a:pt x="4637" y="2496"/>
                    <a:pt x="4620" y="2530"/>
                  </a:cubicBezTo>
                  <a:cubicBezTo>
                    <a:pt x="4662" y="2522"/>
                    <a:pt x="4696" y="2496"/>
                    <a:pt x="4721" y="2462"/>
                  </a:cubicBezTo>
                  <a:cubicBezTo>
                    <a:pt x="4730" y="2429"/>
                    <a:pt x="4763" y="2403"/>
                    <a:pt x="4797" y="2403"/>
                  </a:cubicBezTo>
                  <a:lnTo>
                    <a:pt x="4797" y="2412"/>
                  </a:lnTo>
                  <a:cubicBezTo>
                    <a:pt x="4899" y="2344"/>
                    <a:pt x="5026" y="2302"/>
                    <a:pt x="5153" y="2293"/>
                  </a:cubicBezTo>
                  <a:lnTo>
                    <a:pt x="5153" y="2293"/>
                  </a:lnTo>
                  <a:lnTo>
                    <a:pt x="5102" y="2336"/>
                  </a:lnTo>
                  <a:lnTo>
                    <a:pt x="5060" y="2336"/>
                  </a:lnTo>
                  <a:cubicBezTo>
                    <a:pt x="5017" y="2352"/>
                    <a:pt x="4983" y="2386"/>
                    <a:pt x="4958" y="2420"/>
                  </a:cubicBezTo>
                  <a:cubicBezTo>
                    <a:pt x="4933" y="2471"/>
                    <a:pt x="4890" y="2505"/>
                    <a:pt x="4848" y="2530"/>
                  </a:cubicBezTo>
                  <a:cubicBezTo>
                    <a:pt x="4831" y="2513"/>
                    <a:pt x="4890" y="2488"/>
                    <a:pt x="4865" y="2488"/>
                  </a:cubicBezTo>
                  <a:lnTo>
                    <a:pt x="4865" y="2488"/>
                  </a:lnTo>
                  <a:cubicBezTo>
                    <a:pt x="4797" y="2530"/>
                    <a:pt x="4882" y="2547"/>
                    <a:pt x="4780" y="2581"/>
                  </a:cubicBezTo>
                  <a:cubicBezTo>
                    <a:pt x="4805" y="2561"/>
                    <a:pt x="4810" y="2555"/>
                    <a:pt x="4805" y="2555"/>
                  </a:cubicBezTo>
                  <a:lnTo>
                    <a:pt x="4805" y="2555"/>
                  </a:lnTo>
                  <a:cubicBezTo>
                    <a:pt x="4797" y="2555"/>
                    <a:pt x="4770" y="2568"/>
                    <a:pt x="4758" y="2568"/>
                  </a:cubicBezTo>
                  <a:cubicBezTo>
                    <a:pt x="4751" y="2568"/>
                    <a:pt x="4750" y="2563"/>
                    <a:pt x="4763" y="2547"/>
                  </a:cubicBezTo>
                  <a:lnTo>
                    <a:pt x="4763" y="2547"/>
                  </a:lnTo>
                  <a:cubicBezTo>
                    <a:pt x="4721" y="2589"/>
                    <a:pt x="4670" y="2632"/>
                    <a:pt x="4611" y="2657"/>
                  </a:cubicBezTo>
                  <a:cubicBezTo>
                    <a:pt x="4560" y="2682"/>
                    <a:pt x="4518" y="2708"/>
                    <a:pt x="4467" y="2733"/>
                  </a:cubicBezTo>
                  <a:cubicBezTo>
                    <a:pt x="4493" y="2733"/>
                    <a:pt x="4459" y="2767"/>
                    <a:pt x="4459" y="2775"/>
                  </a:cubicBezTo>
                  <a:cubicBezTo>
                    <a:pt x="4456" y="2777"/>
                    <a:pt x="4453" y="2778"/>
                    <a:pt x="4451" y="2778"/>
                  </a:cubicBezTo>
                  <a:cubicBezTo>
                    <a:pt x="4442" y="2778"/>
                    <a:pt x="4444" y="2765"/>
                    <a:pt x="4450" y="2759"/>
                  </a:cubicBezTo>
                  <a:lnTo>
                    <a:pt x="4450" y="2759"/>
                  </a:lnTo>
                  <a:cubicBezTo>
                    <a:pt x="4443" y="2760"/>
                    <a:pt x="4436" y="2761"/>
                    <a:pt x="4430" y="2761"/>
                  </a:cubicBezTo>
                  <a:cubicBezTo>
                    <a:pt x="4402" y="2761"/>
                    <a:pt x="4391" y="2747"/>
                    <a:pt x="4391" y="2733"/>
                  </a:cubicBezTo>
                  <a:lnTo>
                    <a:pt x="4450" y="2691"/>
                  </a:lnTo>
                  <a:lnTo>
                    <a:pt x="4450" y="2691"/>
                  </a:lnTo>
                  <a:cubicBezTo>
                    <a:pt x="4438" y="2695"/>
                    <a:pt x="4427" y="2695"/>
                    <a:pt x="4417" y="2695"/>
                  </a:cubicBezTo>
                  <a:cubicBezTo>
                    <a:pt x="4406" y="2695"/>
                    <a:pt x="4395" y="2695"/>
                    <a:pt x="4383" y="2699"/>
                  </a:cubicBezTo>
                  <a:cubicBezTo>
                    <a:pt x="4374" y="2699"/>
                    <a:pt x="4366" y="2708"/>
                    <a:pt x="4366" y="2716"/>
                  </a:cubicBezTo>
                  <a:cubicBezTo>
                    <a:pt x="4349" y="2733"/>
                    <a:pt x="4357" y="2733"/>
                    <a:pt x="4366" y="2742"/>
                  </a:cubicBezTo>
                  <a:lnTo>
                    <a:pt x="4315" y="2852"/>
                  </a:lnTo>
                  <a:lnTo>
                    <a:pt x="4315" y="2843"/>
                  </a:lnTo>
                  <a:lnTo>
                    <a:pt x="4256" y="2894"/>
                  </a:lnTo>
                  <a:lnTo>
                    <a:pt x="4256" y="2877"/>
                  </a:lnTo>
                  <a:lnTo>
                    <a:pt x="4222" y="2928"/>
                  </a:lnTo>
                  <a:cubicBezTo>
                    <a:pt x="4205" y="2902"/>
                    <a:pt x="4205" y="2919"/>
                    <a:pt x="4197" y="2902"/>
                  </a:cubicBezTo>
                  <a:cubicBezTo>
                    <a:pt x="4192" y="2901"/>
                    <a:pt x="4188" y="2900"/>
                    <a:pt x="4184" y="2900"/>
                  </a:cubicBezTo>
                  <a:cubicBezTo>
                    <a:pt x="4140" y="2900"/>
                    <a:pt x="4107" y="2981"/>
                    <a:pt x="4053" y="3004"/>
                  </a:cubicBezTo>
                  <a:lnTo>
                    <a:pt x="4053" y="2987"/>
                  </a:lnTo>
                  <a:cubicBezTo>
                    <a:pt x="4036" y="3029"/>
                    <a:pt x="3943" y="3055"/>
                    <a:pt x="3892" y="3080"/>
                  </a:cubicBezTo>
                  <a:lnTo>
                    <a:pt x="3892" y="3071"/>
                  </a:lnTo>
                  <a:cubicBezTo>
                    <a:pt x="3917" y="3046"/>
                    <a:pt x="3917" y="3021"/>
                    <a:pt x="3892" y="3021"/>
                  </a:cubicBezTo>
                  <a:cubicBezTo>
                    <a:pt x="3901" y="3012"/>
                    <a:pt x="3901" y="2995"/>
                    <a:pt x="3917" y="2987"/>
                  </a:cubicBezTo>
                  <a:cubicBezTo>
                    <a:pt x="3931" y="2980"/>
                    <a:pt x="3961" y="2957"/>
                    <a:pt x="3981" y="2957"/>
                  </a:cubicBezTo>
                  <a:cubicBezTo>
                    <a:pt x="3986" y="2957"/>
                    <a:pt x="3990" y="2958"/>
                    <a:pt x="3994" y="2962"/>
                  </a:cubicBezTo>
                  <a:cubicBezTo>
                    <a:pt x="3968" y="2987"/>
                    <a:pt x="3968" y="2987"/>
                    <a:pt x="3994" y="2987"/>
                  </a:cubicBezTo>
                  <a:cubicBezTo>
                    <a:pt x="4011" y="2945"/>
                    <a:pt x="4087" y="2919"/>
                    <a:pt x="4061" y="2885"/>
                  </a:cubicBezTo>
                  <a:cubicBezTo>
                    <a:pt x="4077" y="2873"/>
                    <a:pt x="4083" y="2870"/>
                    <a:pt x="4087" y="2870"/>
                  </a:cubicBezTo>
                  <a:cubicBezTo>
                    <a:pt x="4092" y="2870"/>
                    <a:pt x="4093" y="2874"/>
                    <a:pt x="4101" y="2874"/>
                  </a:cubicBezTo>
                  <a:cubicBezTo>
                    <a:pt x="4105" y="2874"/>
                    <a:pt x="4111" y="2872"/>
                    <a:pt x="4121" y="2868"/>
                  </a:cubicBezTo>
                  <a:cubicBezTo>
                    <a:pt x="4129" y="2877"/>
                    <a:pt x="4121" y="2894"/>
                    <a:pt x="4121" y="2911"/>
                  </a:cubicBezTo>
                  <a:lnTo>
                    <a:pt x="4247" y="2801"/>
                  </a:lnTo>
                  <a:cubicBezTo>
                    <a:pt x="4244" y="2796"/>
                    <a:pt x="4240" y="2795"/>
                    <a:pt x="4233" y="2795"/>
                  </a:cubicBezTo>
                  <a:cubicBezTo>
                    <a:pt x="4217" y="2795"/>
                    <a:pt x="4193" y="2807"/>
                    <a:pt x="4178" y="2807"/>
                  </a:cubicBezTo>
                  <a:cubicBezTo>
                    <a:pt x="4167" y="2807"/>
                    <a:pt x="4162" y="2800"/>
                    <a:pt x="4171" y="2775"/>
                  </a:cubicBezTo>
                  <a:cubicBezTo>
                    <a:pt x="4171" y="2759"/>
                    <a:pt x="4146" y="2725"/>
                    <a:pt x="4197" y="2708"/>
                  </a:cubicBezTo>
                  <a:cubicBezTo>
                    <a:pt x="4205" y="2708"/>
                    <a:pt x="4197" y="2716"/>
                    <a:pt x="4197" y="2716"/>
                  </a:cubicBezTo>
                  <a:cubicBezTo>
                    <a:pt x="4214" y="2699"/>
                    <a:pt x="4222" y="2708"/>
                    <a:pt x="4256" y="2699"/>
                  </a:cubicBezTo>
                  <a:lnTo>
                    <a:pt x="4256" y="2699"/>
                  </a:lnTo>
                  <a:cubicBezTo>
                    <a:pt x="4273" y="2716"/>
                    <a:pt x="4230" y="2733"/>
                    <a:pt x="4230" y="2759"/>
                  </a:cubicBezTo>
                  <a:cubicBezTo>
                    <a:pt x="4239" y="2742"/>
                    <a:pt x="4256" y="2725"/>
                    <a:pt x="4273" y="2716"/>
                  </a:cubicBezTo>
                  <a:lnTo>
                    <a:pt x="4273" y="2725"/>
                  </a:lnTo>
                  <a:lnTo>
                    <a:pt x="4315" y="2691"/>
                  </a:lnTo>
                  <a:cubicBezTo>
                    <a:pt x="4317" y="2682"/>
                    <a:pt x="4316" y="2679"/>
                    <a:pt x="4312" y="2679"/>
                  </a:cubicBezTo>
                  <a:cubicBezTo>
                    <a:pt x="4302" y="2679"/>
                    <a:pt x="4277" y="2700"/>
                    <a:pt x="4267" y="2700"/>
                  </a:cubicBezTo>
                  <a:cubicBezTo>
                    <a:pt x="4266" y="2700"/>
                    <a:pt x="4265" y="2700"/>
                    <a:pt x="4264" y="2699"/>
                  </a:cubicBezTo>
                  <a:lnTo>
                    <a:pt x="4290" y="2665"/>
                  </a:lnTo>
                  <a:cubicBezTo>
                    <a:pt x="4312" y="2635"/>
                    <a:pt x="4389" y="2578"/>
                    <a:pt x="4441" y="2578"/>
                  </a:cubicBezTo>
                  <a:cubicBezTo>
                    <a:pt x="4447" y="2578"/>
                    <a:pt x="4453" y="2579"/>
                    <a:pt x="4459" y="2581"/>
                  </a:cubicBezTo>
                  <a:cubicBezTo>
                    <a:pt x="4501" y="2572"/>
                    <a:pt x="4459" y="2564"/>
                    <a:pt x="4459" y="2539"/>
                  </a:cubicBezTo>
                  <a:cubicBezTo>
                    <a:pt x="4450" y="2505"/>
                    <a:pt x="4493" y="2522"/>
                    <a:pt x="4510" y="2496"/>
                  </a:cubicBezTo>
                  <a:cubicBezTo>
                    <a:pt x="4484" y="2488"/>
                    <a:pt x="4510" y="2471"/>
                    <a:pt x="4484" y="2454"/>
                  </a:cubicBezTo>
                  <a:lnTo>
                    <a:pt x="4510" y="2446"/>
                  </a:lnTo>
                  <a:cubicBezTo>
                    <a:pt x="4503" y="2437"/>
                    <a:pt x="4498" y="2434"/>
                    <a:pt x="4493" y="2434"/>
                  </a:cubicBezTo>
                  <a:cubicBezTo>
                    <a:pt x="4480" y="2434"/>
                    <a:pt x="4471" y="2455"/>
                    <a:pt x="4456" y="2455"/>
                  </a:cubicBezTo>
                  <a:cubicBezTo>
                    <a:pt x="4454" y="2455"/>
                    <a:pt x="4452" y="2455"/>
                    <a:pt x="4450" y="2454"/>
                  </a:cubicBezTo>
                  <a:cubicBezTo>
                    <a:pt x="4408" y="2437"/>
                    <a:pt x="4459" y="2437"/>
                    <a:pt x="4425" y="2429"/>
                  </a:cubicBezTo>
                  <a:lnTo>
                    <a:pt x="4425" y="2429"/>
                  </a:lnTo>
                  <a:cubicBezTo>
                    <a:pt x="4417" y="2446"/>
                    <a:pt x="4425" y="2454"/>
                    <a:pt x="4425" y="2462"/>
                  </a:cubicBezTo>
                  <a:cubicBezTo>
                    <a:pt x="4421" y="2467"/>
                    <a:pt x="4414" y="2469"/>
                    <a:pt x="4408" y="2469"/>
                  </a:cubicBezTo>
                  <a:cubicBezTo>
                    <a:pt x="4402" y="2469"/>
                    <a:pt x="4395" y="2467"/>
                    <a:pt x="4391" y="2462"/>
                  </a:cubicBezTo>
                  <a:cubicBezTo>
                    <a:pt x="4423" y="2456"/>
                    <a:pt x="4402" y="2445"/>
                    <a:pt x="4401" y="2436"/>
                  </a:cubicBezTo>
                  <a:lnTo>
                    <a:pt x="4401" y="2436"/>
                  </a:lnTo>
                  <a:cubicBezTo>
                    <a:pt x="4396" y="2442"/>
                    <a:pt x="4390" y="2448"/>
                    <a:pt x="4383" y="2454"/>
                  </a:cubicBezTo>
                  <a:cubicBezTo>
                    <a:pt x="4383" y="2446"/>
                    <a:pt x="4383" y="2437"/>
                    <a:pt x="4383" y="2429"/>
                  </a:cubicBezTo>
                  <a:cubicBezTo>
                    <a:pt x="4375" y="2427"/>
                    <a:pt x="4369" y="2426"/>
                    <a:pt x="4364" y="2426"/>
                  </a:cubicBezTo>
                  <a:cubicBezTo>
                    <a:pt x="4343" y="2426"/>
                    <a:pt x="4349" y="2440"/>
                    <a:pt x="4349" y="2454"/>
                  </a:cubicBezTo>
                  <a:cubicBezTo>
                    <a:pt x="4357" y="2488"/>
                    <a:pt x="4349" y="2513"/>
                    <a:pt x="4332" y="2539"/>
                  </a:cubicBezTo>
                  <a:cubicBezTo>
                    <a:pt x="4343" y="2522"/>
                    <a:pt x="4341" y="2516"/>
                    <a:pt x="4333" y="2516"/>
                  </a:cubicBezTo>
                  <a:cubicBezTo>
                    <a:pt x="4315" y="2516"/>
                    <a:pt x="4270" y="2539"/>
                    <a:pt x="4247" y="2539"/>
                  </a:cubicBezTo>
                  <a:cubicBezTo>
                    <a:pt x="4222" y="2589"/>
                    <a:pt x="4205" y="2640"/>
                    <a:pt x="4146" y="2674"/>
                  </a:cubicBezTo>
                  <a:cubicBezTo>
                    <a:pt x="4127" y="2661"/>
                    <a:pt x="4108" y="2639"/>
                    <a:pt x="4086" y="2639"/>
                  </a:cubicBezTo>
                  <a:cubicBezTo>
                    <a:pt x="4078" y="2639"/>
                    <a:pt x="4070" y="2642"/>
                    <a:pt x="4061" y="2649"/>
                  </a:cubicBezTo>
                  <a:lnTo>
                    <a:pt x="4044" y="2682"/>
                  </a:lnTo>
                  <a:cubicBezTo>
                    <a:pt x="4011" y="2708"/>
                    <a:pt x="3977" y="2759"/>
                    <a:pt x="3943" y="2759"/>
                  </a:cubicBezTo>
                  <a:lnTo>
                    <a:pt x="3943" y="2750"/>
                  </a:lnTo>
                  <a:cubicBezTo>
                    <a:pt x="3902" y="2764"/>
                    <a:pt x="3905" y="2788"/>
                    <a:pt x="3926" y="2788"/>
                  </a:cubicBezTo>
                  <a:cubicBezTo>
                    <a:pt x="3931" y="2788"/>
                    <a:pt x="3936" y="2787"/>
                    <a:pt x="3943" y="2784"/>
                  </a:cubicBezTo>
                  <a:lnTo>
                    <a:pt x="3943" y="2784"/>
                  </a:lnTo>
                  <a:lnTo>
                    <a:pt x="3917" y="2826"/>
                  </a:lnTo>
                  <a:lnTo>
                    <a:pt x="3909" y="2818"/>
                  </a:lnTo>
                  <a:cubicBezTo>
                    <a:pt x="3867" y="2885"/>
                    <a:pt x="3824" y="2945"/>
                    <a:pt x="3765" y="2995"/>
                  </a:cubicBezTo>
                  <a:lnTo>
                    <a:pt x="3740" y="3038"/>
                  </a:lnTo>
                  <a:lnTo>
                    <a:pt x="3714" y="3029"/>
                  </a:lnTo>
                  <a:lnTo>
                    <a:pt x="3714" y="3071"/>
                  </a:lnTo>
                  <a:cubicBezTo>
                    <a:pt x="3734" y="3065"/>
                    <a:pt x="3773" y="3049"/>
                    <a:pt x="3801" y="3049"/>
                  </a:cubicBezTo>
                  <a:cubicBezTo>
                    <a:pt x="3810" y="3049"/>
                    <a:pt x="3818" y="3051"/>
                    <a:pt x="3824" y="3055"/>
                  </a:cubicBezTo>
                  <a:cubicBezTo>
                    <a:pt x="3740" y="3114"/>
                    <a:pt x="3664" y="3190"/>
                    <a:pt x="3613" y="3283"/>
                  </a:cubicBezTo>
                  <a:cubicBezTo>
                    <a:pt x="3613" y="3283"/>
                    <a:pt x="3613" y="3275"/>
                    <a:pt x="3613" y="3275"/>
                  </a:cubicBezTo>
                  <a:cubicBezTo>
                    <a:pt x="3579" y="3300"/>
                    <a:pt x="3554" y="3325"/>
                    <a:pt x="3528" y="3351"/>
                  </a:cubicBezTo>
                  <a:lnTo>
                    <a:pt x="3528" y="3334"/>
                  </a:lnTo>
                  <a:cubicBezTo>
                    <a:pt x="3526" y="3331"/>
                    <a:pt x="3523" y="3330"/>
                    <a:pt x="3520" y="3330"/>
                  </a:cubicBezTo>
                  <a:cubicBezTo>
                    <a:pt x="3503" y="3330"/>
                    <a:pt x="3481" y="3363"/>
                    <a:pt x="3452" y="3384"/>
                  </a:cubicBezTo>
                  <a:cubicBezTo>
                    <a:pt x="3452" y="3401"/>
                    <a:pt x="3435" y="3427"/>
                    <a:pt x="3410" y="3427"/>
                  </a:cubicBezTo>
                  <a:lnTo>
                    <a:pt x="3410" y="3410"/>
                  </a:lnTo>
                  <a:cubicBezTo>
                    <a:pt x="3408" y="3409"/>
                    <a:pt x="3405" y="3408"/>
                    <a:pt x="3402" y="3408"/>
                  </a:cubicBezTo>
                  <a:cubicBezTo>
                    <a:pt x="3384" y="3408"/>
                    <a:pt x="3355" y="3430"/>
                    <a:pt x="3325" y="3452"/>
                  </a:cubicBezTo>
                  <a:lnTo>
                    <a:pt x="3325" y="3427"/>
                  </a:lnTo>
                  <a:cubicBezTo>
                    <a:pt x="3334" y="3410"/>
                    <a:pt x="3342" y="3393"/>
                    <a:pt x="3351" y="3385"/>
                  </a:cubicBezTo>
                  <a:lnTo>
                    <a:pt x="3351" y="3385"/>
                  </a:lnTo>
                  <a:cubicBezTo>
                    <a:pt x="3342" y="3393"/>
                    <a:pt x="3334" y="3393"/>
                    <a:pt x="3317" y="3393"/>
                  </a:cubicBezTo>
                  <a:lnTo>
                    <a:pt x="3359" y="3300"/>
                  </a:lnTo>
                  <a:lnTo>
                    <a:pt x="3359" y="3300"/>
                  </a:lnTo>
                  <a:cubicBezTo>
                    <a:pt x="3317" y="3317"/>
                    <a:pt x="3342" y="3368"/>
                    <a:pt x="3291" y="3384"/>
                  </a:cubicBezTo>
                  <a:cubicBezTo>
                    <a:pt x="3275" y="3359"/>
                    <a:pt x="3258" y="3342"/>
                    <a:pt x="3291" y="3291"/>
                  </a:cubicBezTo>
                  <a:cubicBezTo>
                    <a:pt x="3300" y="3288"/>
                    <a:pt x="3305" y="3287"/>
                    <a:pt x="3309" y="3287"/>
                  </a:cubicBezTo>
                  <a:lnTo>
                    <a:pt x="3309" y="3287"/>
                  </a:lnTo>
                  <a:cubicBezTo>
                    <a:pt x="3323" y="3287"/>
                    <a:pt x="3305" y="3308"/>
                    <a:pt x="3325" y="3308"/>
                  </a:cubicBezTo>
                  <a:cubicBezTo>
                    <a:pt x="3329" y="3289"/>
                    <a:pt x="3338" y="3286"/>
                    <a:pt x="3349" y="3286"/>
                  </a:cubicBezTo>
                  <a:cubicBezTo>
                    <a:pt x="3355" y="3286"/>
                    <a:pt x="3360" y="3286"/>
                    <a:pt x="3366" y="3286"/>
                  </a:cubicBezTo>
                  <a:cubicBezTo>
                    <a:pt x="3378" y="3286"/>
                    <a:pt x="3389" y="3283"/>
                    <a:pt x="3393" y="3258"/>
                  </a:cubicBezTo>
                  <a:cubicBezTo>
                    <a:pt x="3404" y="3246"/>
                    <a:pt x="3412" y="3243"/>
                    <a:pt x="3418" y="3243"/>
                  </a:cubicBezTo>
                  <a:cubicBezTo>
                    <a:pt x="3430" y="3243"/>
                    <a:pt x="3435" y="3258"/>
                    <a:pt x="3452" y="3258"/>
                  </a:cubicBezTo>
                  <a:cubicBezTo>
                    <a:pt x="3410" y="3283"/>
                    <a:pt x="3486" y="3266"/>
                    <a:pt x="3444" y="3308"/>
                  </a:cubicBezTo>
                  <a:cubicBezTo>
                    <a:pt x="3495" y="3300"/>
                    <a:pt x="3452" y="3258"/>
                    <a:pt x="3495" y="3249"/>
                  </a:cubicBezTo>
                  <a:lnTo>
                    <a:pt x="3520" y="3275"/>
                  </a:lnTo>
                  <a:cubicBezTo>
                    <a:pt x="3571" y="3258"/>
                    <a:pt x="3621" y="3232"/>
                    <a:pt x="3655" y="3190"/>
                  </a:cubicBezTo>
                  <a:cubicBezTo>
                    <a:pt x="3613" y="3190"/>
                    <a:pt x="3664" y="3156"/>
                    <a:pt x="3647" y="3139"/>
                  </a:cubicBezTo>
                  <a:lnTo>
                    <a:pt x="3647" y="3139"/>
                  </a:lnTo>
                  <a:cubicBezTo>
                    <a:pt x="3653" y="3164"/>
                    <a:pt x="3623" y="3180"/>
                    <a:pt x="3603" y="3180"/>
                  </a:cubicBezTo>
                  <a:cubicBezTo>
                    <a:pt x="3596" y="3180"/>
                    <a:pt x="3590" y="3178"/>
                    <a:pt x="3588" y="3173"/>
                  </a:cubicBezTo>
                  <a:cubicBezTo>
                    <a:pt x="3621" y="3139"/>
                    <a:pt x="3655" y="3114"/>
                    <a:pt x="3698" y="3097"/>
                  </a:cubicBezTo>
                  <a:lnTo>
                    <a:pt x="3698" y="3097"/>
                  </a:lnTo>
                  <a:lnTo>
                    <a:pt x="3638" y="3114"/>
                  </a:lnTo>
                  <a:cubicBezTo>
                    <a:pt x="3647" y="3088"/>
                    <a:pt x="3689" y="3012"/>
                    <a:pt x="3689" y="3012"/>
                  </a:cubicBezTo>
                  <a:cubicBezTo>
                    <a:pt x="3710" y="3005"/>
                    <a:pt x="3736" y="2993"/>
                    <a:pt x="3754" y="2993"/>
                  </a:cubicBezTo>
                  <a:cubicBezTo>
                    <a:pt x="3758" y="2993"/>
                    <a:pt x="3762" y="2994"/>
                    <a:pt x="3765" y="2995"/>
                  </a:cubicBezTo>
                  <a:cubicBezTo>
                    <a:pt x="3774" y="2962"/>
                    <a:pt x="3681" y="2995"/>
                    <a:pt x="3748" y="2936"/>
                  </a:cubicBezTo>
                  <a:lnTo>
                    <a:pt x="3748" y="2936"/>
                  </a:lnTo>
                  <a:cubicBezTo>
                    <a:pt x="3731" y="2962"/>
                    <a:pt x="3774" y="2953"/>
                    <a:pt x="3782" y="2962"/>
                  </a:cubicBezTo>
                  <a:cubicBezTo>
                    <a:pt x="3816" y="2945"/>
                    <a:pt x="3824" y="2902"/>
                    <a:pt x="3833" y="2894"/>
                  </a:cubicBezTo>
                  <a:cubicBezTo>
                    <a:pt x="3816" y="2885"/>
                    <a:pt x="3799" y="2852"/>
                    <a:pt x="3799" y="2826"/>
                  </a:cubicBezTo>
                  <a:cubicBezTo>
                    <a:pt x="3774" y="2894"/>
                    <a:pt x="3604" y="2962"/>
                    <a:pt x="3630" y="3029"/>
                  </a:cubicBezTo>
                  <a:cubicBezTo>
                    <a:pt x="3562" y="3088"/>
                    <a:pt x="3486" y="3139"/>
                    <a:pt x="3410" y="3181"/>
                  </a:cubicBezTo>
                  <a:cubicBezTo>
                    <a:pt x="3410" y="3181"/>
                    <a:pt x="3427" y="3181"/>
                    <a:pt x="3427" y="3190"/>
                  </a:cubicBezTo>
                  <a:lnTo>
                    <a:pt x="3342" y="3207"/>
                  </a:lnTo>
                  <a:lnTo>
                    <a:pt x="3351" y="3190"/>
                  </a:lnTo>
                  <a:lnTo>
                    <a:pt x="3300" y="3198"/>
                  </a:lnTo>
                  <a:cubicBezTo>
                    <a:pt x="3283" y="3190"/>
                    <a:pt x="3300" y="3165"/>
                    <a:pt x="3308" y="3156"/>
                  </a:cubicBezTo>
                  <a:cubicBezTo>
                    <a:pt x="3313" y="3152"/>
                    <a:pt x="3319" y="3150"/>
                    <a:pt x="3323" y="3150"/>
                  </a:cubicBezTo>
                  <a:cubicBezTo>
                    <a:pt x="3326" y="3150"/>
                    <a:pt x="3328" y="3151"/>
                    <a:pt x="3328" y="3153"/>
                  </a:cubicBezTo>
                  <a:lnTo>
                    <a:pt x="3328" y="3153"/>
                  </a:lnTo>
                  <a:cubicBezTo>
                    <a:pt x="3336" y="3140"/>
                    <a:pt x="3335" y="3136"/>
                    <a:pt x="3331" y="3136"/>
                  </a:cubicBezTo>
                  <a:lnTo>
                    <a:pt x="3331" y="3136"/>
                  </a:lnTo>
                  <a:cubicBezTo>
                    <a:pt x="3325" y="3136"/>
                    <a:pt x="3310" y="3145"/>
                    <a:pt x="3302" y="3145"/>
                  </a:cubicBezTo>
                  <a:cubicBezTo>
                    <a:pt x="3298" y="3145"/>
                    <a:pt x="3295" y="3142"/>
                    <a:pt x="3300" y="3131"/>
                  </a:cubicBezTo>
                  <a:cubicBezTo>
                    <a:pt x="3307" y="3131"/>
                    <a:pt x="3320" y="3113"/>
                    <a:pt x="3329" y="3107"/>
                  </a:cubicBezTo>
                  <a:lnTo>
                    <a:pt x="3329" y="3107"/>
                  </a:lnTo>
                  <a:cubicBezTo>
                    <a:pt x="3275" y="3130"/>
                    <a:pt x="3266" y="3168"/>
                    <a:pt x="3234" y="3168"/>
                  </a:cubicBezTo>
                  <a:cubicBezTo>
                    <a:pt x="3228" y="3168"/>
                    <a:pt x="3222" y="3167"/>
                    <a:pt x="3215" y="3165"/>
                  </a:cubicBezTo>
                  <a:cubicBezTo>
                    <a:pt x="3198" y="3215"/>
                    <a:pt x="3156" y="3258"/>
                    <a:pt x="3105" y="3275"/>
                  </a:cubicBezTo>
                  <a:cubicBezTo>
                    <a:pt x="3107" y="3270"/>
                    <a:pt x="3106" y="3268"/>
                    <a:pt x="3105" y="3268"/>
                  </a:cubicBezTo>
                  <a:cubicBezTo>
                    <a:pt x="3099" y="3268"/>
                    <a:pt x="3083" y="3282"/>
                    <a:pt x="3073" y="3282"/>
                  </a:cubicBezTo>
                  <a:cubicBezTo>
                    <a:pt x="3067" y="3282"/>
                    <a:pt x="3063" y="3278"/>
                    <a:pt x="3063" y="3266"/>
                  </a:cubicBezTo>
                  <a:cubicBezTo>
                    <a:pt x="3055" y="3291"/>
                    <a:pt x="3004" y="3300"/>
                    <a:pt x="3004" y="3325"/>
                  </a:cubicBezTo>
                  <a:cubicBezTo>
                    <a:pt x="3004" y="3317"/>
                    <a:pt x="3029" y="3300"/>
                    <a:pt x="3046" y="3300"/>
                  </a:cubicBezTo>
                  <a:lnTo>
                    <a:pt x="3046" y="3300"/>
                  </a:lnTo>
                  <a:cubicBezTo>
                    <a:pt x="3029" y="3317"/>
                    <a:pt x="3038" y="3334"/>
                    <a:pt x="3012" y="3351"/>
                  </a:cubicBezTo>
                  <a:cubicBezTo>
                    <a:pt x="3012" y="3351"/>
                    <a:pt x="3012" y="3342"/>
                    <a:pt x="3012" y="3342"/>
                  </a:cubicBezTo>
                  <a:lnTo>
                    <a:pt x="3012" y="3342"/>
                  </a:lnTo>
                  <a:cubicBezTo>
                    <a:pt x="2987" y="3376"/>
                    <a:pt x="3038" y="3410"/>
                    <a:pt x="2978" y="3444"/>
                  </a:cubicBezTo>
                  <a:cubicBezTo>
                    <a:pt x="2950" y="3469"/>
                    <a:pt x="2933" y="3478"/>
                    <a:pt x="2924" y="3478"/>
                  </a:cubicBezTo>
                  <a:cubicBezTo>
                    <a:pt x="2895" y="3478"/>
                    <a:pt x="2956" y="3368"/>
                    <a:pt x="2936" y="3368"/>
                  </a:cubicBezTo>
                  <a:lnTo>
                    <a:pt x="2936" y="3368"/>
                  </a:lnTo>
                  <a:cubicBezTo>
                    <a:pt x="2936" y="3384"/>
                    <a:pt x="2885" y="3444"/>
                    <a:pt x="2843" y="3444"/>
                  </a:cubicBezTo>
                  <a:lnTo>
                    <a:pt x="2843" y="3435"/>
                  </a:lnTo>
                  <a:cubicBezTo>
                    <a:pt x="2835" y="3452"/>
                    <a:pt x="2818" y="3469"/>
                    <a:pt x="2792" y="3469"/>
                  </a:cubicBezTo>
                  <a:cubicBezTo>
                    <a:pt x="2801" y="3503"/>
                    <a:pt x="2801" y="3528"/>
                    <a:pt x="2792" y="3554"/>
                  </a:cubicBezTo>
                  <a:lnTo>
                    <a:pt x="2733" y="3604"/>
                  </a:lnTo>
                  <a:lnTo>
                    <a:pt x="2733" y="3579"/>
                  </a:lnTo>
                  <a:cubicBezTo>
                    <a:pt x="2725" y="3596"/>
                    <a:pt x="2708" y="3604"/>
                    <a:pt x="2699" y="3613"/>
                  </a:cubicBezTo>
                  <a:cubicBezTo>
                    <a:pt x="2682" y="3596"/>
                    <a:pt x="2699" y="3596"/>
                    <a:pt x="2716" y="3571"/>
                  </a:cubicBezTo>
                  <a:cubicBezTo>
                    <a:pt x="2712" y="3568"/>
                    <a:pt x="2708" y="3567"/>
                    <a:pt x="2704" y="3567"/>
                  </a:cubicBezTo>
                  <a:cubicBezTo>
                    <a:pt x="2692" y="3567"/>
                    <a:pt x="2682" y="3577"/>
                    <a:pt x="2682" y="3596"/>
                  </a:cubicBezTo>
                  <a:lnTo>
                    <a:pt x="2691" y="3596"/>
                  </a:lnTo>
                  <a:cubicBezTo>
                    <a:pt x="2684" y="3617"/>
                    <a:pt x="2652" y="3669"/>
                    <a:pt x="2674" y="3669"/>
                  </a:cubicBezTo>
                  <a:cubicBezTo>
                    <a:pt x="2677" y="3669"/>
                    <a:pt x="2683" y="3668"/>
                    <a:pt x="2691" y="3664"/>
                  </a:cubicBezTo>
                  <a:lnTo>
                    <a:pt x="2691" y="3664"/>
                  </a:lnTo>
                  <a:cubicBezTo>
                    <a:pt x="2666" y="3697"/>
                    <a:pt x="2632" y="3672"/>
                    <a:pt x="2615" y="3697"/>
                  </a:cubicBezTo>
                  <a:cubicBezTo>
                    <a:pt x="2598" y="3689"/>
                    <a:pt x="2623" y="3664"/>
                    <a:pt x="2598" y="3664"/>
                  </a:cubicBezTo>
                  <a:cubicBezTo>
                    <a:pt x="2581" y="3672"/>
                    <a:pt x="2556" y="3689"/>
                    <a:pt x="2547" y="3706"/>
                  </a:cubicBezTo>
                  <a:cubicBezTo>
                    <a:pt x="2550" y="3705"/>
                    <a:pt x="2551" y="3704"/>
                    <a:pt x="2553" y="3704"/>
                  </a:cubicBezTo>
                  <a:cubicBezTo>
                    <a:pt x="2559" y="3704"/>
                    <a:pt x="2554" y="3716"/>
                    <a:pt x="2569" y="3716"/>
                  </a:cubicBezTo>
                  <a:cubicBezTo>
                    <a:pt x="2572" y="3716"/>
                    <a:pt x="2576" y="3716"/>
                    <a:pt x="2581" y="3714"/>
                  </a:cubicBezTo>
                  <a:lnTo>
                    <a:pt x="2581" y="3714"/>
                  </a:lnTo>
                  <a:cubicBezTo>
                    <a:pt x="2572" y="3723"/>
                    <a:pt x="2547" y="3748"/>
                    <a:pt x="2556" y="3757"/>
                  </a:cubicBezTo>
                  <a:cubicBezTo>
                    <a:pt x="2564" y="3748"/>
                    <a:pt x="2564" y="3731"/>
                    <a:pt x="2589" y="3731"/>
                  </a:cubicBezTo>
                  <a:cubicBezTo>
                    <a:pt x="2556" y="3765"/>
                    <a:pt x="2522" y="3791"/>
                    <a:pt x="2479" y="3799"/>
                  </a:cubicBezTo>
                  <a:cubicBezTo>
                    <a:pt x="2479" y="3791"/>
                    <a:pt x="2479" y="3782"/>
                    <a:pt x="2479" y="3782"/>
                  </a:cubicBezTo>
                  <a:cubicBezTo>
                    <a:pt x="2454" y="3833"/>
                    <a:pt x="2386" y="3867"/>
                    <a:pt x="2378" y="3917"/>
                  </a:cubicBezTo>
                  <a:lnTo>
                    <a:pt x="2395" y="3917"/>
                  </a:lnTo>
                  <a:cubicBezTo>
                    <a:pt x="2395" y="3901"/>
                    <a:pt x="2412" y="3892"/>
                    <a:pt x="2429" y="3892"/>
                  </a:cubicBezTo>
                  <a:lnTo>
                    <a:pt x="2429" y="3892"/>
                  </a:lnTo>
                  <a:cubicBezTo>
                    <a:pt x="2403" y="3917"/>
                    <a:pt x="2488" y="3892"/>
                    <a:pt x="2446" y="3934"/>
                  </a:cubicBezTo>
                  <a:cubicBezTo>
                    <a:pt x="2403" y="3977"/>
                    <a:pt x="2336" y="3977"/>
                    <a:pt x="2336" y="4027"/>
                  </a:cubicBezTo>
                  <a:cubicBezTo>
                    <a:pt x="2386" y="4002"/>
                    <a:pt x="2454" y="3977"/>
                    <a:pt x="2462" y="3951"/>
                  </a:cubicBezTo>
                  <a:lnTo>
                    <a:pt x="2462" y="3951"/>
                  </a:lnTo>
                  <a:lnTo>
                    <a:pt x="2437" y="3968"/>
                  </a:lnTo>
                  <a:lnTo>
                    <a:pt x="2479" y="3884"/>
                  </a:lnTo>
                  <a:cubicBezTo>
                    <a:pt x="2480" y="3886"/>
                    <a:pt x="2482" y="3887"/>
                    <a:pt x="2484" y="3887"/>
                  </a:cubicBezTo>
                  <a:cubicBezTo>
                    <a:pt x="2495" y="3887"/>
                    <a:pt x="2518" y="3860"/>
                    <a:pt x="2531" y="3860"/>
                  </a:cubicBezTo>
                  <a:cubicBezTo>
                    <a:pt x="2534" y="3860"/>
                    <a:pt x="2537" y="3862"/>
                    <a:pt x="2539" y="3867"/>
                  </a:cubicBezTo>
                  <a:cubicBezTo>
                    <a:pt x="2522" y="3884"/>
                    <a:pt x="2505" y="3892"/>
                    <a:pt x="2488" y="3909"/>
                  </a:cubicBezTo>
                  <a:cubicBezTo>
                    <a:pt x="2489" y="3910"/>
                    <a:pt x="2490" y="3910"/>
                    <a:pt x="2491" y="3910"/>
                  </a:cubicBezTo>
                  <a:cubicBezTo>
                    <a:pt x="2505" y="3910"/>
                    <a:pt x="2549" y="3874"/>
                    <a:pt x="2572" y="3858"/>
                  </a:cubicBezTo>
                  <a:lnTo>
                    <a:pt x="2572" y="3858"/>
                  </a:lnTo>
                  <a:lnTo>
                    <a:pt x="2539" y="3875"/>
                  </a:lnTo>
                  <a:cubicBezTo>
                    <a:pt x="2581" y="3816"/>
                    <a:pt x="2657" y="3782"/>
                    <a:pt x="2699" y="3731"/>
                  </a:cubicBezTo>
                  <a:lnTo>
                    <a:pt x="2699" y="3731"/>
                  </a:lnTo>
                  <a:cubicBezTo>
                    <a:pt x="2689" y="3744"/>
                    <a:pt x="2690" y="3747"/>
                    <a:pt x="2696" y="3747"/>
                  </a:cubicBezTo>
                  <a:cubicBezTo>
                    <a:pt x="2705" y="3747"/>
                    <a:pt x="2723" y="3741"/>
                    <a:pt x="2734" y="3741"/>
                  </a:cubicBezTo>
                  <a:cubicBezTo>
                    <a:pt x="2742" y="3741"/>
                    <a:pt x="2747" y="3744"/>
                    <a:pt x="2742" y="3757"/>
                  </a:cubicBezTo>
                  <a:cubicBezTo>
                    <a:pt x="2733" y="3774"/>
                    <a:pt x="2699" y="3774"/>
                    <a:pt x="2708" y="3774"/>
                  </a:cubicBezTo>
                  <a:cubicBezTo>
                    <a:pt x="2710" y="3777"/>
                    <a:pt x="2712" y="3778"/>
                    <a:pt x="2715" y="3778"/>
                  </a:cubicBezTo>
                  <a:cubicBezTo>
                    <a:pt x="2725" y="3778"/>
                    <a:pt x="2741" y="3764"/>
                    <a:pt x="2758" y="3764"/>
                  </a:cubicBezTo>
                  <a:cubicBezTo>
                    <a:pt x="2761" y="3764"/>
                    <a:pt x="2764" y="3764"/>
                    <a:pt x="2767" y="3765"/>
                  </a:cubicBezTo>
                  <a:cubicBezTo>
                    <a:pt x="2759" y="3748"/>
                    <a:pt x="2809" y="3706"/>
                    <a:pt x="2767" y="3706"/>
                  </a:cubicBezTo>
                  <a:cubicBezTo>
                    <a:pt x="2784" y="3706"/>
                    <a:pt x="2809" y="3655"/>
                    <a:pt x="2843" y="3655"/>
                  </a:cubicBezTo>
                  <a:cubicBezTo>
                    <a:pt x="2818" y="3638"/>
                    <a:pt x="2877" y="3613"/>
                    <a:pt x="2877" y="3596"/>
                  </a:cubicBezTo>
                  <a:cubicBezTo>
                    <a:pt x="2888" y="3596"/>
                    <a:pt x="2896" y="3592"/>
                    <a:pt x="2902" y="3592"/>
                  </a:cubicBezTo>
                  <a:cubicBezTo>
                    <a:pt x="2905" y="3592"/>
                    <a:pt x="2908" y="3593"/>
                    <a:pt x="2911" y="3596"/>
                  </a:cubicBezTo>
                  <a:cubicBezTo>
                    <a:pt x="2894" y="3613"/>
                    <a:pt x="2877" y="3638"/>
                    <a:pt x="2860" y="3672"/>
                  </a:cubicBezTo>
                  <a:cubicBezTo>
                    <a:pt x="2843" y="3672"/>
                    <a:pt x="2826" y="3689"/>
                    <a:pt x="2835" y="3689"/>
                  </a:cubicBezTo>
                  <a:lnTo>
                    <a:pt x="2835" y="3697"/>
                  </a:lnTo>
                  <a:cubicBezTo>
                    <a:pt x="2792" y="3757"/>
                    <a:pt x="2750" y="3816"/>
                    <a:pt x="2733" y="3850"/>
                  </a:cubicBezTo>
                  <a:lnTo>
                    <a:pt x="2733" y="3824"/>
                  </a:lnTo>
                  <a:cubicBezTo>
                    <a:pt x="2708" y="3884"/>
                    <a:pt x="2649" y="3884"/>
                    <a:pt x="2623" y="3934"/>
                  </a:cubicBezTo>
                  <a:cubicBezTo>
                    <a:pt x="2623" y="3926"/>
                    <a:pt x="2632" y="3926"/>
                    <a:pt x="2623" y="3926"/>
                  </a:cubicBezTo>
                  <a:cubicBezTo>
                    <a:pt x="2564" y="3951"/>
                    <a:pt x="2572" y="4010"/>
                    <a:pt x="2513" y="4019"/>
                  </a:cubicBezTo>
                  <a:lnTo>
                    <a:pt x="2513" y="4002"/>
                  </a:lnTo>
                  <a:cubicBezTo>
                    <a:pt x="2513" y="4010"/>
                    <a:pt x="2496" y="4036"/>
                    <a:pt x="2513" y="4044"/>
                  </a:cubicBezTo>
                  <a:cubicBezTo>
                    <a:pt x="2530" y="4027"/>
                    <a:pt x="2556" y="4002"/>
                    <a:pt x="2581" y="3994"/>
                  </a:cubicBezTo>
                  <a:lnTo>
                    <a:pt x="2581" y="3994"/>
                  </a:lnTo>
                  <a:cubicBezTo>
                    <a:pt x="2572" y="4019"/>
                    <a:pt x="2556" y="4036"/>
                    <a:pt x="2530" y="4053"/>
                  </a:cubicBezTo>
                  <a:lnTo>
                    <a:pt x="2547" y="4078"/>
                  </a:lnTo>
                  <a:cubicBezTo>
                    <a:pt x="2539" y="4120"/>
                    <a:pt x="2479" y="4104"/>
                    <a:pt x="2471" y="4146"/>
                  </a:cubicBezTo>
                  <a:lnTo>
                    <a:pt x="2513" y="4146"/>
                  </a:lnTo>
                  <a:cubicBezTo>
                    <a:pt x="2530" y="4137"/>
                    <a:pt x="2539" y="4120"/>
                    <a:pt x="2539" y="4112"/>
                  </a:cubicBezTo>
                  <a:cubicBezTo>
                    <a:pt x="2555" y="4096"/>
                    <a:pt x="2578" y="4086"/>
                    <a:pt x="2602" y="4086"/>
                  </a:cubicBezTo>
                  <a:cubicBezTo>
                    <a:pt x="2615" y="4086"/>
                    <a:pt x="2628" y="4089"/>
                    <a:pt x="2640" y="4095"/>
                  </a:cubicBezTo>
                  <a:cubicBezTo>
                    <a:pt x="2642" y="4094"/>
                    <a:pt x="2644" y="4094"/>
                    <a:pt x="2646" y="4094"/>
                  </a:cubicBezTo>
                  <a:cubicBezTo>
                    <a:pt x="2663" y="4094"/>
                    <a:pt x="2650" y="4130"/>
                    <a:pt x="2666" y="4146"/>
                  </a:cubicBezTo>
                  <a:cubicBezTo>
                    <a:pt x="2691" y="4112"/>
                    <a:pt x="2674" y="4087"/>
                    <a:pt x="2708" y="4061"/>
                  </a:cubicBezTo>
                  <a:cubicBezTo>
                    <a:pt x="2718" y="4061"/>
                    <a:pt x="2719" y="4065"/>
                    <a:pt x="2718" y="4067"/>
                  </a:cubicBezTo>
                  <a:lnTo>
                    <a:pt x="2733" y="4044"/>
                  </a:lnTo>
                  <a:cubicBezTo>
                    <a:pt x="2734" y="4045"/>
                    <a:pt x="2736" y="4046"/>
                    <a:pt x="2738" y="4046"/>
                  </a:cubicBezTo>
                  <a:cubicBezTo>
                    <a:pt x="2748" y="4046"/>
                    <a:pt x="2768" y="4037"/>
                    <a:pt x="2777" y="4037"/>
                  </a:cubicBezTo>
                  <a:cubicBezTo>
                    <a:pt x="2783" y="4037"/>
                    <a:pt x="2784" y="4041"/>
                    <a:pt x="2775" y="4053"/>
                  </a:cubicBezTo>
                  <a:cubicBezTo>
                    <a:pt x="2767" y="4061"/>
                    <a:pt x="2759" y="4061"/>
                    <a:pt x="2750" y="4070"/>
                  </a:cubicBezTo>
                  <a:cubicBezTo>
                    <a:pt x="2800" y="4057"/>
                    <a:pt x="2865" y="4035"/>
                    <a:pt x="2901" y="4035"/>
                  </a:cubicBezTo>
                  <a:cubicBezTo>
                    <a:pt x="2914" y="4035"/>
                    <a:pt x="2923" y="4038"/>
                    <a:pt x="2928" y="4044"/>
                  </a:cubicBezTo>
                  <a:cubicBezTo>
                    <a:pt x="2953" y="4027"/>
                    <a:pt x="2945" y="4019"/>
                    <a:pt x="2987" y="4002"/>
                  </a:cubicBezTo>
                  <a:cubicBezTo>
                    <a:pt x="3004" y="3968"/>
                    <a:pt x="2962" y="3968"/>
                    <a:pt x="3004" y="3926"/>
                  </a:cubicBezTo>
                  <a:lnTo>
                    <a:pt x="3004" y="3926"/>
                  </a:lnTo>
                  <a:lnTo>
                    <a:pt x="2962" y="3934"/>
                  </a:lnTo>
                  <a:cubicBezTo>
                    <a:pt x="2956" y="3940"/>
                    <a:pt x="2954" y="3949"/>
                    <a:pt x="2951" y="3955"/>
                  </a:cubicBezTo>
                  <a:lnTo>
                    <a:pt x="2951" y="3955"/>
                  </a:lnTo>
                  <a:lnTo>
                    <a:pt x="2978" y="3934"/>
                  </a:lnTo>
                  <a:lnTo>
                    <a:pt x="2978" y="3934"/>
                  </a:lnTo>
                  <a:cubicBezTo>
                    <a:pt x="2962" y="3960"/>
                    <a:pt x="2978" y="3968"/>
                    <a:pt x="2978" y="3994"/>
                  </a:cubicBezTo>
                  <a:cubicBezTo>
                    <a:pt x="2949" y="4015"/>
                    <a:pt x="2926" y="4019"/>
                    <a:pt x="2906" y="4019"/>
                  </a:cubicBezTo>
                  <a:cubicBezTo>
                    <a:pt x="2892" y="4019"/>
                    <a:pt x="2880" y="4017"/>
                    <a:pt x="2869" y="4017"/>
                  </a:cubicBezTo>
                  <a:cubicBezTo>
                    <a:pt x="2863" y="4017"/>
                    <a:pt x="2857" y="4018"/>
                    <a:pt x="2852" y="4019"/>
                  </a:cubicBezTo>
                  <a:cubicBezTo>
                    <a:pt x="2860" y="3994"/>
                    <a:pt x="2894" y="3977"/>
                    <a:pt x="2869" y="3960"/>
                  </a:cubicBezTo>
                  <a:cubicBezTo>
                    <a:pt x="2911" y="3960"/>
                    <a:pt x="2885" y="3926"/>
                    <a:pt x="2928" y="3917"/>
                  </a:cubicBezTo>
                  <a:lnTo>
                    <a:pt x="2928" y="3926"/>
                  </a:lnTo>
                  <a:cubicBezTo>
                    <a:pt x="2945" y="3892"/>
                    <a:pt x="2970" y="3909"/>
                    <a:pt x="2978" y="3884"/>
                  </a:cubicBezTo>
                  <a:lnTo>
                    <a:pt x="2987" y="3884"/>
                  </a:lnTo>
                  <a:cubicBezTo>
                    <a:pt x="3029" y="3841"/>
                    <a:pt x="2962" y="3884"/>
                    <a:pt x="3004" y="3833"/>
                  </a:cubicBezTo>
                  <a:cubicBezTo>
                    <a:pt x="3013" y="3825"/>
                    <a:pt x="3020" y="3822"/>
                    <a:pt x="3025" y="3822"/>
                  </a:cubicBezTo>
                  <a:cubicBezTo>
                    <a:pt x="3044" y="3822"/>
                    <a:pt x="3043" y="3858"/>
                    <a:pt x="3063" y="3858"/>
                  </a:cubicBezTo>
                  <a:cubicBezTo>
                    <a:pt x="3004" y="3934"/>
                    <a:pt x="3088" y="3892"/>
                    <a:pt x="3021" y="3977"/>
                  </a:cubicBezTo>
                  <a:cubicBezTo>
                    <a:pt x="3029" y="3985"/>
                    <a:pt x="3039" y="3989"/>
                    <a:pt x="3049" y="3989"/>
                  </a:cubicBezTo>
                  <a:cubicBezTo>
                    <a:pt x="3069" y="3989"/>
                    <a:pt x="3091" y="3974"/>
                    <a:pt x="3114" y="3951"/>
                  </a:cubicBezTo>
                  <a:lnTo>
                    <a:pt x="3114" y="3951"/>
                  </a:lnTo>
                  <a:cubicBezTo>
                    <a:pt x="3112" y="3952"/>
                    <a:pt x="3110" y="3952"/>
                    <a:pt x="3108" y="3952"/>
                  </a:cubicBezTo>
                  <a:cubicBezTo>
                    <a:pt x="3083" y="3952"/>
                    <a:pt x="3102" y="3901"/>
                    <a:pt x="3055" y="3901"/>
                  </a:cubicBezTo>
                  <a:cubicBezTo>
                    <a:pt x="3105" y="3841"/>
                    <a:pt x="3063" y="3791"/>
                    <a:pt x="3156" y="3765"/>
                  </a:cubicBezTo>
                  <a:lnTo>
                    <a:pt x="3156" y="3774"/>
                  </a:lnTo>
                  <a:lnTo>
                    <a:pt x="3173" y="3731"/>
                  </a:lnTo>
                  <a:lnTo>
                    <a:pt x="3215" y="3714"/>
                  </a:lnTo>
                  <a:lnTo>
                    <a:pt x="3215" y="3714"/>
                  </a:lnTo>
                  <a:cubicBezTo>
                    <a:pt x="3215" y="3765"/>
                    <a:pt x="3173" y="3774"/>
                    <a:pt x="3165" y="3799"/>
                  </a:cubicBezTo>
                  <a:cubicBezTo>
                    <a:pt x="3232" y="3799"/>
                    <a:pt x="3215" y="3723"/>
                    <a:pt x="3275" y="3689"/>
                  </a:cubicBezTo>
                  <a:lnTo>
                    <a:pt x="3275" y="3689"/>
                  </a:lnTo>
                  <a:cubicBezTo>
                    <a:pt x="3342" y="3697"/>
                    <a:pt x="3224" y="3748"/>
                    <a:pt x="3249" y="3782"/>
                  </a:cubicBezTo>
                  <a:cubicBezTo>
                    <a:pt x="3249" y="3772"/>
                    <a:pt x="3269" y="3764"/>
                    <a:pt x="3283" y="3764"/>
                  </a:cubicBezTo>
                  <a:cubicBezTo>
                    <a:pt x="3293" y="3764"/>
                    <a:pt x="3300" y="3767"/>
                    <a:pt x="3300" y="3774"/>
                  </a:cubicBezTo>
                  <a:cubicBezTo>
                    <a:pt x="3232" y="3799"/>
                    <a:pt x="3275" y="3816"/>
                    <a:pt x="3207" y="3833"/>
                  </a:cubicBezTo>
                  <a:cubicBezTo>
                    <a:pt x="3224" y="3807"/>
                    <a:pt x="3190" y="3824"/>
                    <a:pt x="3190" y="3807"/>
                  </a:cubicBezTo>
                  <a:cubicBezTo>
                    <a:pt x="3190" y="3824"/>
                    <a:pt x="3139" y="3867"/>
                    <a:pt x="3097" y="3892"/>
                  </a:cubicBezTo>
                  <a:cubicBezTo>
                    <a:pt x="3097" y="3899"/>
                    <a:pt x="3100" y="3901"/>
                    <a:pt x="3105" y="3901"/>
                  </a:cubicBezTo>
                  <a:cubicBezTo>
                    <a:pt x="3119" y="3901"/>
                    <a:pt x="3148" y="3884"/>
                    <a:pt x="3173" y="3884"/>
                  </a:cubicBezTo>
                  <a:cubicBezTo>
                    <a:pt x="3207" y="3824"/>
                    <a:pt x="3283" y="3833"/>
                    <a:pt x="3300" y="3782"/>
                  </a:cubicBezTo>
                  <a:cubicBezTo>
                    <a:pt x="3313" y="3774"/>
                    <a:pt x="3321" y="3770"/>
                    <a:pt x="3325" y="3770"/>
                  </a:cubicBezTo>
                  <a:cubicBezTo>
                    <a:pt x="3340" y="3770"/>
                    <a:pt x="3325" y="3799"/>
                    <a:pt x="3325" y="3799"/>
                  </a:cubicBezTo>
                  <a:cubicBezTo>
                    <a:pt x="3376" y="3782"/>
                    <a:pt x="3334" y="3774"/>
                    <a:pt x="3342" y="3757"/>
                  </a:cubicBezTo>
                  <a:cubicBezTo>
                    <a:pt x="3401" y="3689"/>
                    <a:pt x="3435" y="3731"/>
                    <a:pt x="3486" y="3697"/>
                  </a:cubicBezTo>
                  <a:cubicBezTo>
                    <a:pt x="3503" y="3647"/>
                    <a:pt x="3613" y="3588"/>
                    <a:pt x="3689" y="3537"/>
                  </a:cubicBezTo>
                  <a:lnTo>
                    <a:pt x="3689" y="3537"/>
                  </a:lnTo>
                  <a:cubicBezTo>
                    <a:pt x="3681" y="3554"/>
                    <a:pt x="3698" y="3562"/>
                    <a:pt x="3706" y="3562"/>
                  </a:cubicBezTo>
                  <a:cubicBezTo>
                    <a:pt x="3723" y="3494"/>
                    <a:pt x="3723" y="3520"/>
                    <a:pt x="3757" y="3461"/>
                  </a:cubicBezTo>
                  <a:lnTo>
                    <a:pt x="3757" y="3461"/>
                  </a:lnTo>
                  <a:lnTo>
                    <a:pt x="3698" y="3478"/>
                  </a:lnTo>
                  <a:cubicBezTo>
                    <a:pt x="3731" y="3444"/>
                    <a:pt x="3740" y="3401"/>
                    <a:pt x="3791" y="3401"/>
                  </a:cubicBezTo>
                  <a:cubicBezTo>
                    <a:pt x="3723" y="3393"/>
                    <a:pt x="3824" y="3334"/>
                    <a:pt x="3850" y="3300"/>
                  </a:cubicBezTo>
                  <a:cubicBezTo>
                    <a:pt x="3889" y="3292"/>
                    <a:pt x="3906" y="3248"/>
                    <a:pt x="3935" y="3248"/>
                  </a:cubicBezTo>
                  <a:cubicBezTo>
                    <a:pt x="3938" y="3248"/>
                    <a:pt x="3940" y="3248"/>
                    <a:pt x="3943" y="3249"/>
                  </a:cubicBezTo>
                  <a:lnTo>
                    <a:pt x="3943" y="3258"/>
                  </a:lnTo>
                  <a:lnTo>
                    <a:pt x="4002" y="3224"/>
                  </a:lnTo>
                  <a:lnTo>
                    <a:pt x="4019" y="3266"/>
                  </a:lnTo>
                  <a:cubicBezTo>
                    <a:pt x="4061" y="3258"/>
                    <a:pt x="4087" y="3198"/>
                    <a:pt x="4070" y="3198"/>
                  </a:cubicBezTo>
                  <a:cubicBezTo>
                    <a:pt x="4082" y="3193"/>
                    <a:pt x="4089" y="3191"/>
                    <a:pt x="4094" y="3191"/>
                  </a:cubicBezTo>
                  <a:cubicBezTo>
                    <a:pt x="4105" y="3191"/>
                    <a:pt x="4100" y="3203"/>
                    <a:pt x="4112" y="3215"/>
                  </a:cubicBezTo>
                  <a:cubicBezTo>
                    <a:pt x="4097" y="3238"/>
                    <a:pt x="4076" y="3286"/>
                    <a:pt x="4048" y="3286"/>
                  </a:cubicBezTo>
                  <a:cubicBezTo>
                    <a:pt x="4044" y="3286"/>
                    <a:pt x="4040" y="3285"/>
                    <a:pt x="4036" y="3283"/>
                  </a:cubicBezTo>
                  <a:cubicBezTo>
                    <a:pt x="4044" y="3283"/>
                    <a:pt x="4053" y="3275"/>
                    <a:pt x="4053" y="3275"/>
                  </a:cubicBezTo>
                  <a:lnTo>
                    <a:pt x="4053" y="3275"/>
                  </a:lnTo>
                  <a:cubicBezTo>
                    <a:pt x="3943" y="3317"/>
                    <a:pt x="4053" y="3334"/>
                    <a:pt x="4011" y="3376"/>
                  </a:cubicBezTo>
                  <a:cubicBezTo>
                    <a:pt x="4036" y="3359"/>
                    <a:pt x="4061" y="3368"/>
                    <a:pt x="4087" y="3342"/>
                  </a:cubicBezTo>
                  <a:cubicBezTo>
                    <a:pt x="4112" y="3308"/>
                    <a:pt x="4137" y="3283"/>
                    <a:pt x="4154" y="3249"/>
                  </a:cubicBezTo>
                  <a:lnTo>
                    <a:pt x="4154" y="3249"/>
                  </a:lnTo>
                  <a:cubicBezTo>
                    <a:pt x="4129" y="3291"/>
                    <a:pt x="4104" y="3283"/>
                    <a:pt x="4070" y="3291"/>
                  </a:cubicBezTo>
                  <a:cubicBezTo>
                    <a:pt x="4095" y="3283"/>
                    <a:pt x="4087" y="3258"/>
                    <a:pt x="4112" y="3258"/>
                  </a:cubicBezTo>
                  <a:lnTo>
                    <a:pt x="4112" y="3266"/>
                  </a:lnTo>
                  <a:lnTo>
                    <a:pt x="4129" y="3232"/>
                  </a:lnTo>
                  <a:cubicBezTo>
                    <a:pt x="4132" y="3237"/>
                    <a:pt x="4137" y="3239"/>
                    <a:pt x="4143" y="3239"/>
                  </a:cubicBezTo>
                  <a:cubicBezTo>
                    <a:pt x="4156" y="3239"/>
                    <a:pt x="4174" y="3228"/>
                    <a:pt x="4182" y="3228"/>
                  </a:cubicBezTo>
                  <a:lnTo>
                    <a:pt x="4182" y="3228"/>
                  </a:lnTo>
                  <a:cubicBezTo>
                    <a:pt x="4187" y="3228"/>
                    <a:pt x="4188" y="3233"/>
                    <a:pt x="4180" y="3249"/>
                  </a:cubicBezTo>
                  <a:cubicBezTo>
                    <a:pt x="4214" y="3224"/>
                    <a:pt x="4180" y="3224"/>
                    <a:pt x="4214" y="3190"/>
                  </a:cubicBezTo>
                  <a:lnTo>
                    <a:pt x="4214" y="3190"/>
                  </a:lnTo>
                  <a:lnTo>
                    <a:pt x="4137" y="3224"/>
                  </a:lnTo>
                  <a:lnTo>
                    <a:pt x="4129" y="3198"/>
                  </a:lnTo>
                  <a:cubicBezTo>
                    <a:pt x="4137" y="3165"/>
                    <a:pt x="4154" y="3181"/>
                    <a:pt x="4180" y="3165"/>
                  </a:cubicBezTo>
                  <a:lnTo>
                    <a:pt x="4163" y="3139"/>
                  </a:lnTo>
                  <a:lnTo>
                    <a:pt x="4222" y="3131"/>
                  </a:lnTo>
                  <a:cubicBezTo>
                    <a:pt x="4205" y="3122"/>
                    <a:pt x="4247" y="3105"/>
                    <a:pt x="4247" y="3088"/>
                  </a:cubicBezTo>
                  <a:cubicBezTo>
                    <a:pt x="4270" y="3088"/>
                    <a:pt x="4281" y="3111"/>
                    <a:pt x="4296" y="3111"/>
                  </a:cubicBezTo>
                  <a:cubicBezTo>
                    <a:pt x="4304" y="3111"/>
                    <a:pt x="4312" y="3105"/>
                    <a:pt x="4324" y="3088"/>
                  </a:cubicBezTo>
                  <a:cubicBezTo>
                    <a:pt x="4332" y="3063"/>
                    <a:pt x="4357" y="3038"/>
                    <a:pt x="4391" y="3029"/>
                  </a:cubicBezTo>
                  <a:lnTo>
                    <a:pt x="4391" y="3029"/>
                  </a:lnTo>
                  <a:cubicBezTo>
                    <a:pt x="4391" y="3038"/>
                    <a:pt x="4383" y="3046"/>
                    <a:pt x="4383" y="3046"/>
                  </a:cubicBezTo>
                  <a:cubicBezTo>
                    <a:pt x="4427" y="3031"/>
                    <a:pt x="4479" y="2957"/>
                    <a:pt x="4519" y="2957"/>
                  </a:cubicBezTo>
                  <a:cubicBezTo>
                    <a:pt x="4525" y="2957"/>
                    <a:pt x="4530" y="2959"/>
                    <a:pt x="4535" y="2962"/>
                  </a:cubicBezTo>
                  <a:cubicBezTo>
                    <a:pt x="4537" y="2965"/>
                    <a:pt x="4538" y="2967"/>
                    <a:pt x="4539" y="2970"/>
                  </a:cubicBezTo>
                  <a:lnTo>
                    <a:pt x="4539" y="2970"/>
                  </a:lnTo>
                  <a:cubicBezTo>
                    <a:pt x="4557" y="2967"/>
                    <a:pt x="4585" y="2951"/>
                    <a:pt x="4596" y="2951"/>
                  </a:cubicBezTo>
                  <a:lnTo>
                    <a:pt x="4596" y="2951"/>
                  </a:lnTo>
                  <a:cubicBezTo>
                    <a:pt x="4602" y="2951"/>
                    <a:pt x="4603" y="2956"/>
                    <a:pt x="4594" y="2970"/>
                  </a:cubicBezTo>
                  <a:cubicBezTo>
                    <a:pt x="4611" y="2945"/>
                    <a:pt x="4620" y="2919"/>
                    <a:pt x="4645" y="2894"/>
                  </a:cubicBezTo>
                  <a:lnTo>
                    <a:pt x="4645" y="2894"/>
                  </a:lnTo>
                  <a:cubicBezTo>
                    <a:pt x="4645" y="2902"/>
                    <a:pt x="4637" y="2919"/>
                    <a:pt x="4637" y="2928"/>
                  </a:cubicBezTo>
                  <a:cubicBezTo>
                    <a:pt x="4645" y="2928"/>
                    <a:pt x="4645" y="2919"/>
                    <a:pt x="4662" y="2911"/>
                  </a:cubicBezTo>
                  <a:lnTo>
                    <a:pt x="4696" y="2885"/>
                  </a:lnTo>
                  <a:lnTo>
                    <a:pt x="4696" y="2911"/>
                  </a:lnTo>
                  <a:cubicBezTo>
                    <a:pt x="4755" y="2852"/>
                    <a:pt x="4840" y="2792"/>
                    <a:pt x="4865" y="2742"/>
                  </a:cubicBezTo>
                  <a:lnTo>
                    <a:pt x="4865" y="2742"/>
                  </a:lnTo>
                  <a:cubicBezTo>
                    <a:pt x="4840" y="2752"/>
                    <a:pt x="4825" y="2756"/>
                    <a:pt x="4819" y="2756"/>
                  </a:cubicBezTo>
                  <a:cubicBezTo>
                    <a:pt x="4792" y="2756"/>
                    <a:pt x="4884" y="2691"/>
                    <a:pt x="4856" y="2691"/>
                  </a:cubicBezTo>
                  <a:cubicBezTo>
                    <a:pt x="4865" y="2684"/>
                    <a:pt x="4877" y="2681"/>
                    <a:pt x="4888" y="2681"/>
                  </a:cubicBezTo>
                  <a:cubicBezTo>
                    <a:pt x="4924" y="2681"/>
                    <a:pt x="4960" y="2710"/>
                    <a:pt x="4916" y="2767"/>
                  </a:cubicBezTo>
                  <a:cubicBezTo>
                    <a:pt x="4913" y="2767"/>
                    <a:pt x="4910" y="2767"/>
                    <a:pt x="4907" y="2768"/>
                  </a:cubicBezTo>
                  <a:lnTo>
                    <a:pt x="4907" y="2768"/>
                  </a:lnTo>
                  <a:cubicBezTo>
                    <a:pt x="4906" y="2775"/>
                    <a:pt x="4909" y="2777"/>
                    <a:pt x="4916" y="2777"/>
                  </a:cubicBezTo>
                  <a:cubicBezTo>
                    <a:pt x="4937" y="2777"/>
                    <a:pt x="4990" y="2749"/>
                    <a:pt x="4999" y="2749"/>
                  </a:cubicBezTo>
                  <a:cubicBezTo>
                    <a:pt x="5000" y="2749"/>
                    <a:pt x="5000" y="2749"/>
                    <a:pt x="5000" y="2750"/>
                  </a:cubicBezTo>
                  <a:cubicBezTo>
                    <a:pt x="5009" y="2759"/>
                    <a:pt x="5017" y="2792"/>
                    <a:pt x="4941" y="2826"/>
                  </a:cubicBezTo>
                  <a:cubicBezTo>
                    <a:pt x="4914" y="2844"/>
                    <a:pt x="4899" y="2849"/>
                    <a:pt x="4892" y="2849"/>
                  </a:cubicBezTo>
                  <a:cubicBezTo>
                    <a:pt x="4879" y="2849"/>
                    <a:pt x="4891" y="2829"/>
                    <a:pt x="4888" y="2829"/>
                  </a:cubicBezTo>
                  <a:lnTo>
                    <a:pt x="4888" y="2829"/>
                  </a:lnTo>
                  <a:cubicBezTo>
                    <a:pt x="4888" y="2829"/>
                    <a:pt x="4886" y="2831"/>
                    <a:pt x="4882" y="2835"/>
                  </a:cubicBezTo>
                  <a:cubicBezTo>
                    <a:pt x="4880" y="2834"/>
                    <a:pt x="4877" y="2834"/>
                    <a:pt x="4875" y="2834"/>
                  </a:cubicBezTo>
                  <a:cubicBezTo>
                    <a:pt x="4826" y="2834"/>
                    <a:pt x="4769" y="2920"/>
                    <a:pt x="4704" y="2945"/>
                  </a:cubicBezTo>
                  <a:cubicBezTo>
                    <a:pt x="4700" y="2945"/>
                    <a:pt x="4702" y="2941"/>
                    <a:pt x="4706" y="2937"/>
                  </a:cubicBezTo>
                  <a:lnTo>
                    <a:pt x="4706" y="2937"/>
                  </a:lnTo>
                  <a:cubicBezTo>
                    <a:pt x="4655" y="2967"/>
                    <a:pt x="4620" y="2998"/>
                    <a:pt x="4628" y="3021"/>
                  </a:cubicBezTo>
                  <a:lnTo>
                    <a:pt x="4653" y="2987"/>
                  </a:lnTo>
                  <a:cubicBezTo>
                    <a:pt x="4662" y="2978"/>
                    <a:pt x="4662" y="2962"/>
                    <a:pt x="4696" y="2953"/>
                  </a:cubicBezTo>
                  <a:cubicBezTo>
                    <a:pt x="4698" y="2952"/>
                    <a:pt x="4699" y="2952"/>
                    <a:pt x="4700" y="2952"/>
                  </a:cubicBezTo>
                  <a:lnTo>
                    <a:pt x="4700" y="2952"/>
                  </a:lnTo>
                  <a:cubicBezTo>
                    <a:pt x="4712" y="2952"/>
                    <a:pt x="4685" y="2982"/>
                    <a:pt x="4700" y="2982"/>
                  </a:cubicBezTo>
                  <a:cubicBezTo>
                    <a:pt x="4702" y="2982"/>
                    <a:pt x="4707" y="2981"/>
                    <a:pt x="4713" y="2978"/>
                  </a:cubicBezTo>
                  <a:cubicBezTo>
                    <a:pt x="4738" y="2953"/>
                    <a:pt x="4772" y="2936"/>
                    <a:pt x="4806" y="2919"/>
                  </a:cubicBezTo>
                  <a:lnTo>
                    <a:pt x="4806" y="2928"/>
                  </a:lnTo>
                  <a:cubicBezTo>
                    <a:pt x="4907" y="2885"/>
                    <a:pt x="5000" y="2826"/>
                    <a:pt x="5076" y="2750"/>
                  </a:cubicBezTo>
                  <a:cubicBezTo>
                    <a:pt x="5043" y="2708"/>
                    <a:pt x="5051" y="2665"/>
                    <a:pt x="5009" y="2623"/>
                  </a:cubicBezTo>
                  <a:cubicBezTo>
                    <a:pt x="5110" y="2547"/>
                    <a:pt x="5220" y="2479"/>
                    <a:pt x="5347" y="2412"/>
                  </a:cubicBezTo>
                  <a:lnTo>
                    <a:pt x="5347" y="2412"/>
                  </a:lnTo>
                  <a:cubicBezTo>
                    <a:pt x="5364" y="2429"/>
                    <a:pt x="5305" y="2479"/>
                    <a:pt x="5220" y="2530"/>
                  </a:cubicBezTo>
                  <a:lnTo>
                    <a:pt x="5237" y="2505"/>
                  </a:lnTo>
                  <a:lnTo>
                    <a:pt x="5237" y="2505"/>
                  </a:lnTo>
                  <a:cubicBezTo>
                    <a:pt x="5169" y="2547"/>
                    <a:pt x="5169" y="2572"/>
                    <a:pt x="5153" y="2589"/>
                  </a:cubicBezTo>
                  <a:lnTo>
                    <a:pt x="5127" y="2589"/>
                  </a:lnTo>
                  <a:cubicBezTo>
                    <a:pt x="5082" y="2627"/>
                    <a:pt x="5077" y="2658"/>
                    <a:pt x="5113" y="2658"/>
                  </a:cubicBezTo>
                  <a:cubicBezTo>
                    <a:pt x="5117" y="2658"/>
                    <a:pt x="5122" y="2658"/>
                    <a:pt x="5127" y="2657"/>
                  </a:cubicBezTo>
                  <a:lnTo>
                    <a:pt x="5144" y="2640"/>
                  </a:lnTo>
                  <a:lnTo>
                    <a:pt x="5212" y="2615"/>
                  </a:lnTo>
                  <a:cubicBezTo>
                    <a:pt x="5169" y="2589"/>
                    <a:pt x="5330" y="2513"/>
                    <a:pt x="5364" y="2462"/>
                  </a:cubicBezTo>
                  <a:lnTo>
                    <a:pt x="5364" y="2462"/>
                  </a:lnTo>
                  <a:cubicBezTo>
                    <a:pt x="5356" y="2496"/>
                    <a:pt x="5381" y="2539"/>
                    <a:pt x="5271" y="2572"/>
                  </a:cubicBezTo>
                  <a:lnTo>
                    <a:pt x="5313" y="2572"/>
                  </a:lnTo>
                  <a:cubicBezTo>
                    <a:pt x="5340" y="2552"/>
                    <a:pt x="5369" y="2532"/>
                    <a:pt x="5398" y="2513"/>
                  </a:cubicBezTo>
                  <a:cubicBezTo>
                    <a:pt x="5406" y="2488"/>
                    <a:pt x="5398" y="2462"/>
                    <a:pt x="5499" y="2395"/>
                  </a:cubicBezTo>
                  <a:lnTo>
                    <a:pt x="5508" y="2395"/>
                  </a:lnTo>
                  <a:cubicBezTo>
                    <a:pt x="5499" y="2369"/>
                    <a:pt x="5559" y="2344"/>
                    <a:pt x="5618" y="2310"/>
                  </a:cubicBezTo>
                  <a:cubicBezTo>
                    <a:pt x="5686" y="2285"/>
                    <a:pt x="5753" y="2259"/>
                    <a:pt x="5753" y="2242"/>
                  </a:cubicBezTo>
                  <a:cubicBezTo>
                    <a:pt x="5747" y="2241"/>
                    <a:pt x="5741" y="2240"/>
                    <a:pt x="5735" y="2240"/>
                  </a:cubicBezTo>
                  <a:cubicBezTo>
                    <a:pt x="5672" y="2240"/>
                    <a:pt x="5603" y="2312"/>
                    <a:pt x="5542" y="2336"/>
                  </a:cubicBezTo>
                  <a:cubicBezTo>
                    <a:pt x="5548" y="2311"/>
                    <a:pt x="5593" y="2291"/>
                    <a:pt x="5587" y="2291"/>
                  </a:cubicBezTo>
                  <a:lnTo>
                    <a:pt x="5587" y="2291"/>
                  </a:lnTo>
                  <a:cubicBezTo>
                    <a:pt x="5585" y="2291"/>
                    <a:pt x="5574" y="2294"/>
                    <a:pt x="5550" y="2302"/>
                  </a:cubicBezTo>
                  <a:cubicBezTo>
                    <a:pt x="5601" y="2242"/>
                    <a:pt x="5686" y="2259"/>
                    <a:pt x="5694" y="2217"/>
                  </a:cubicBezTo>
                  <a:lnTo>
                    <a:pt x="5694" y="2217"/>
                  </a:lnTo>
                  <a:lnTo>
                    <a:pt x="5635" y="2242"/>
                  </a:lnTo>
                  <a:cubicBezTo>
                    <a:pt x="5626" y="2234"/>
                    <a:pt x="5660" y="2209"/>
                    <a:pt x="5677" y="2192"/>
                  </a:cubicBezTo>
                  <a:cubicBezTo>
                    <a:pt x="5660" y="2183"/>
                    <a:pt x="5643" y="2183"/>
                    <a:pt x="5626" y="2175"/>
                  </a:cubicBezTo>
                  <a:cubicBezTo>
                    <a:pt x="5584" y="2183"/>
                    <a:pt x="5601" y="2183"/>
                    <a:pt x="5626" y="2192"/>
                  </a:cubicBezTo>
                  <a:cubicBezTo>
                    <a:pt x="5601" y="2217"/>
                    <a:pt x="5576" y="2234"/>
                    <a:pt x="5550" y="2251"/>
                  </a:cubicBezTo>
                  <a:lnTo>
                    <a:pt x="5525" y="2234"/>
                  </a:lnTo>
                  <a:lnTo>
                    <a:pt x="5457" y="2310"/>
                  </a:lnTo>
                  <a:cubicBezTo>
                    <a:pt x="5499" y="2336"/>
                    <a:pt x="5533" y="2310"/>
                    <a:pt x="5508" y="2361"/>
                  </a:cubicBezTo>
                  <a:cubicBezTo>
                    <a:pt x="5457" y="2380"/>
                    <a:pt x="5402" y="2389"/>
                    <a:pt x="5348" y="2389"/>
                  </a:cubicBezTo>
                  <a:cubicBezTo>
                    <a:pt x="5331" y="2389"/>
                    <a:pt x="5313" y="2388"/>
                    <a:pt x="5296" y="2386"/>
                  </a:cubicBezTo>
                  <a:cubicBezTo>
                    <a:pt x="5347" y="2369"/>
                    <a:pt x="5381" y="2327"/>
                    <a:pt x="5432" y="2327"/>
                  </a:cubicBezTo>
                  <a:cubicBezTo>
                    <a:pt x="5416" y="2311"/>
                    <a:pt x="5459" y="2259"/>
                    <a:pt x="5410" y="2259"/>
                  </a:cubicBezTo>
                  <a:cubicBezTo>
                    <a:pt x="5409" y="2259"/>
                    <a:pt x="5409" y="2259"/>
                    <a:pt x="5409" y="2259"/>
                  </a:cubicBezTo>
                  <a:lnTo>
                    <a:pt x="5409" y="2259"/>
                  </a:lnTo>
                  <a:cubicBezTo>
                    <a:pt x="5459" y="2242"/>
                    <a:pt x="5509" y="2225"/>
                    <a:pt x="5559" y="2200"/>
                  </a:cubicBezTo>
                  <a:cubicBezTo>
                    <a:pt x="5533" y="2175"/>
                    <a:pt x="5499" y="2149"/>
                    <a:pt x="5466" y="2141"/>
                  </a:cubicBezTo>
                  <a:cubicBezTo>
                    <a:pt x="5449" y="2133"/>
                    <a:pt x="5430" y="2128"/>
                    <a:pt x="5411" y="2128"/>
                  </a:cubicBezTo>
                  <a:cubicBezTo>
                    <a:pt x="5392" y="2128"/>
                    <a:pt x="5373" y="2133"/>
                    <a:pt x="5356" y="2141"/>
                  </a:cubicBezTo>
                  <a:cubicBezTo>
                    <a:pt x="5347" y="2124"/>
                    <a:pt x="5339" y="2107"/>
                    <a:pt x="5322" y="2099"/>
                  </a:cubicBezTo>
                  <a:lnTo>
                    <a:pt x="5322" y="2099"/>
                  </a:lnTo>
                  <a:cubicBezTo>
                    <a:pt x="5356" y="2107"/>
                    <a:pt x="5398" y="2107"/>
                    <a:pt x="5432" y="2124"/>
                  </a:cubicBezTo>
                  <a:lnTo>
                    <a:pt x="5271" y="2039"/>
                  </a:lnTo>
                  <a:lnTo>
                    <a:pt x="5305" y="2039"/>
                  </a:lnTo>
                  <a:lnTo>
                    <a:pt x="5195" y="2014"/>
                  </a:lnTo>
                  <a:lnTo>
                    <a:pt x="5195" y="2014"/>
                  </a:lnTo>
                  <a:cubicBezTo>
                    <a:pt x="5246" y="2031"/>
                    <a:pt x="5296" y="2065"/>
                    <a:pt x="5237" y="2065"/>
                  </a:cubicBezTo>
                  <a:cubicBezTo>
                    <a:pt x="5136" y="2039"/>
                    <a:pt x="5127" y="2006"/>
                    <a:pt x="5017" y="1997"/>
                  </a:cubicBezTo>
                  <a:cubicBezTo>
                    <a:pt x="5085" y="1972"/>
                    <a:pt x="5068" y="1946"/>
                    <a:pt x="5127" y="1946"/>
                  </a:cubicBezTo>
                  <a:lnTo>
                    <a:pt x="5136" y="1946"/>
                  </a:lnTo>
                  <a:cubicBezTo>
                    <a:pt x="5212" y="1946"/>
                    <a:pt x="5288" y="1955"/>
                    <a:pt x="5356" y="1980"/>
                  </a:cubicBezTo>
                  <a:cubicBezTo>
                    <a:pt x="5212" y="1896"/>
                    <a:pt x="5229" y="1921"/>
                    <a:pt x="5093" y="1853"/>
                  </a:cubicBezTo>
                  <a:cubicBezTo>
                    <a:pt x="5096" y="1849"/>
                    <a:pt x="5103" y="1848"/>
                    <a:pt x="5112" y="1848"/>
                  </a:cubicBezTo>
                  <a:cubicBezTo>
                    <a:pt x="5149" y="1848"/>
                    <a:pt x="5229" y="1876"/>
                    <a:pt x="5255" y="1876"/>
                  </a:cubicBezTo>
                  <a:cubicBezTo>
                    <a:pt x="5261" y="1876"/>
                    <a:pt x="5264" y="1874"/>
                    <a:pt x="5263" y="1870"/>
                  </a:cubicBezTo>
                  <a:lnTo>
                    <a:pt x="5263" y="1870"/>
                  </a:lnTo>
                  <a:lnTo>
                    <a:pt x="5398" y="1946"/>
                  </a:lnTo>
                  <a:cubicBezTo>
                    <a:pt x="5373" y="1938"/>
                    <a:pt x="5356" y="1929"/>
                    <a:pt x="5339" y="1929"/>
                  </a:cubicBezTo>
                  <a:lnTo>
                    <a:pt x="5339" y="1929"/>
                  </a:lnTo>
                  <a:cubicBezTo>
                    <a:pt x="5423" y="1963"/>
                    <a:pt x="5508" y="1997"/>
                    <a:pt x="5601" y="2014"/>
                  </a:cubicBezTo>
                  <a:cubicBezTo>
                    <a:pt x="5607" y="2022"/>
                    <a:pt x="5604" y="2025"/>
                    <a:pt x="5596" y="2025"/>
                  </a:cubicBezTo>
                  <a:cubicBezTo>
                    <a:pt x="5576" y="2025"/>
                    <a:pt x="5528" y="2008"/>
                    <a:pt x="5523" y="2008"/>
                  </a:cubicBezTo>
                  <a:lnTo>
                    <a:pt x="5523" y="2008"/>
                  </a:lnTo>
                  <a:cubicBezTo>
                    <a:pt x="5521" y="2008"/>
                    <a:pt x="5524" y="2009"/>
                    <a:pt x="5533" y="2014"/>
                  </a:cubicBezTo>
                  <a:cubicBezTo>
                    <a:pt x="5466" y="1997"/>
                    <a:pt x="5398" y="1997"/>
                    <a:pt x="5330" y="1997"/>
                  </a:cubicBezTo>
                  <a:cubicBezTo>
                    <a:pt x="5415" y="2048"/>
                    <a:pt x="5449" y="2006"/>
                    <a:pt x="5567" y="2048"/>
                  </a:cubicBezTo>
                  <a:lnTo>
                    <a:pt x="5592" y="2082"/>
                  </a:lnTo>
                  <a:cubicBezTo>
                    <a:pt x="5605" y="2086"/>
                    <a:pt x="5613" y="2088"/>
                    <a:pt x="5617" y="2088"/>
                  </a:cubicBezTo>
                  <a:cubicBezTo>
                    <a:pt x="5629" y="2088"/>
                    <a:pt x="5611" y="2073"/>
                    <a:pt x="5618" y="2073"/>
                  </a:cubicBezTo>
                  <a:lnTo>
                    <a:pt x="5618" y="2073"/>
                  </a:lnTo>
                  <a:cubicBezTo>
                    <a:pt x="5686" y="2090"/>
                    <a:pt x="5669" y="2107"/>
                    <a:pt x="5711" y="2124"/>
                  </a:cubicBezTo>
                  <a:cubicBezTo>
                    <a:pt x="5711" y="2116"/>
                    <a:pt x="5702" y="2107"/>
                    <a:pt x="5728" y="2107"/>
                  </a:cubicBezTo>
                  <a:cubicBezTo>
                    <a:pt x="5745" y="2124"/>
                    <a:pt x="5795" y="2149"/>
                    <a:pt x="5821" y="2166"/>
                  </a:cubicBezTo>
                  <a:cubicBezTo>
                    <a:pt x="5786" y="2180"/>
                    <a:pt x="5756" y="2195"/>
                    <a:pt x="5728" y="2204"/>
                  </a:cubicBezTo>
                  <a:lnTo>
                    <a:pt x="5728" y="2204"/>
                  </a:lnTo>
                  <a:cubicBezTo>
                    <a:pt x="5737" y="2202"/>
                    <a:pt x="5744" y="2201"/>
                    <a:pt x="5750" y="2201"/>
                  </a:cubicBezTo>
                  <a:cubicBezTo>
                    <a:pt x="5783" y="2201"/>
                    <a:pt x="5775" y="2229"/>
                    <a:pt x="5762" y="2242"/>
                  </a:cubicBezTo>
                  <a:lnTo>
                    <a:pt x="5965" y="2158"/>
                  </a:lnTo>
                  <a:cubicBezTo>
                    <a:pt x="5762" y="2082"/>
                    <a:pt x="5686" y="2031"/>
                    <a:pt x="5466" y="1955"/>
                  </a:cubicBezTo>
                  <a:lnTo>
                    <a:pt x="5499" y="1955"/>
                  </a:lnTo>
                  <a:cubicBezTo>
                    <a:pt x="5415" y="1896"/>
                    <a:pt x="5313" y="1853"/>
                    <a:pt x="5203" y="1845"/>
                  </a:cubicBezTo>
                  <a:cubicBezTo>
                    <a:pt x="5110" y="1845"/>
                    <a:pt x="5009" y="1820"/>
                    <a:pt x="4924" y="1786"/>
                  </a:cubicBezTo>
                  <a:cubicBezTo>
                    <a:pt x="4950" y="1752"/>
                    <a:pt x="4806" y="1743"/>
                    <a:pt x="4848" y="1718"/>
                  </a:cubicBezTo>
                  <a:lnTo>
                    <a:pt x="4848" y="1718"/>
                  </a:lnTo>
                  <a:cubicBezTo>
                    <a:pt x="4875" y="1732"/>
                    <a:pt x="4891" y="1737"/>
                    <a:pt x="4901" y="1737"/>
                  </a:cubicBezTo>
                  <a:cubicBezTo>
                    <a:pt x="4914" y="1737"/>
                    <a:pt x="4912" y="1725"/>
                    <a:pt x="4907" y="1710"/>
                  </a:cubicBezTo>
                  <a:cubicBezTo>
                    <a:pt x="4848" y="1710"/>
                    <a:pt x="4789" y="1693"/>
                    <a:pt x="4730" y="1667"/>
                  </a:cubicBezTo>
                  <a:cubicBezTo>
                    <a:pt x="4769" y="1661"/>
                    <a:pt x="4737" y="1634"/>
                    <a:pt x="4764" y="1634"/>
                  </a:cubicBezTo>
                  <a:cubicBezTo>
                    <a:pt x="4772" y="1634"/>
                    <a:pt x="4785" y="1636"/>
                    <a:pt x="4806" y="1642"/>
                  </a:cubicBezTo>
                  <a:cubicBezTo>
                    <a:pt x="4730" y="1591"/>
                    <a:pt x="4637" y="1566"/>
                    <a:pt x="4552" y="1566"/>
                  </a:cubicBezTo>
                  <a:cubicBezTo>
                    <a:pt x="4434" y="1557"/>
                    <a:pt x="4535" y="1515"/>
                    <a:pt x="4434" y="1490"/>
                  </a:cubicBezTo>
                  <a:lnTo>
                    <a:pt x="4450" y="1481"/>
                  </a:lnTo>
                  <a:lnTo>
                    <a:pt x="4391" y="1464"/>
                  </a:lnTo>
                  <a:lnTo>
                    <a:pt x="4400" y="1490"/>
                  </a:lnTo>
                  <a:lnTo>
                    <a:pt x="4315" y="1473"/>
                  </a:lnTo>
                  <a:lnTo>
                    <a:pt x="4315" y="1473"/>
                  </a:lnTo>
                  <a:cubicBezTo>
                    <a:pt x="4264" y="1481"/>
                    <a:pt x="4332" y="1507"/>
                    <a:pt x="4315" y="1523"/>
                  </a:cubicBezTo>
                  <a:lnTo>
                    <a:pt x="4340" y="1498"/>
                  </a:lnTo>
                  <a:cubicBezTo>
                    <a:pt x="4374" y="1523"/>
                    <a:pt x="4417" y="1515"/>
                    <a:pt x="4417" y="1532"/>
                  </a:cubicBezTo>
                  <a:cubicBezTo>
                    <a:pt x="4408" y="1529"/>
                    <a:pt x="4401" y="1527"/>
                    <a:pt x="4396" y="1527"/>
                  </a:cubicBezTo>
                  <a:cubicBezTo>
                    <a:pt x="4373" y="1527"/>
                    <a:pt x="4369" y="1549"/>
                    <a:pt x="4349" y="1549"/>
                  </a:cubicBezTo>
                  <a:lnTo>
                    <a:pt x="4400" y="1557"/>
                  </a:lnTo>
                  <a:lnTo>
                    <a:pt x="4408" y="1583"/>
                  </a:lnTo>
                  <a:cubicBezTo>
                    <a:pt x="4445" y="1597"/>
                    <a:pt x="4475" y="1618"/>
                    <a:pt x="4504" y="1618"/>
                  </a:cubicBezTo>
                  <a:cubicBezTo>
                    <a:pt x="4509" y="1618"/>
                    <a:pt x="4513" y="1618"/>
                    <a:pt x="4518" y="1616"/>
                  </a:cubicBezTo>
                  <a:cubicBezTo>
                    <a:pt x="4514" y="1608"/>
                    <a:pt x="4505" y="1608"/>
                    <a:pt x="4497" y="1608"/>
                  </a:cubicBezTo>
                  <a:cubicBezTo>
                    <a:pt x="4489" y="1608"/>
                    <a:pt x="4480" y="1608"/>
                    <a:pt x="4476" y="1600"/>
                  </a:cubicBezTo>
                  <a:cubicBezTo>
                    <a:pt x="4486" y="1590"/>
                    <a:pt x="4499" y="1586"/>
                    <a:pt x="4513" y="1586"/>
                  </a:cubicBezTo>
                  <a:cubicBezTo>
                    <a:pt x="4522" y="1586"/>
                    <a:pt x="4533" y="1588"/>
                    <a:pt x="4543" y="1591"/>
                  </a:cubicBezTo>
                  <a:lnTo>
                    <a:pt x="4569" y="1591"/>
                  </a:lnTo>
                  <a:lnTo>
                    <a:pt x="4603" y="1608"/>
                  </a:lnTo>
                  <a:lnTo>
                    <a:pt x="4687" y="1633"/>
                  </a:lnTo>
                  <a:cubicBezTo>
                    <a:pt x="4687" y="1642"/>
                    <a:pt x="4704" y="1659"/>
                    <a:pt x="4696" y="1659"/>
                  </a:cubicBezTo>
                  <a:cubicBezTo>
                    <a:pt x="4696" y="1659"/>
                    <a:pt x="4679" y="1650"/>
                    <a:pt x="4670" y="1642"/>
                  </a:cubicBezTo>
                  <a:lnTo>
                    <a:pt x="4670" y="1642"/>
                  </a:lnTo>
                  <a:cubicBezTo>
                    <a:pt x="4662" y="1659"/>
                    <a:pt x="4603" y="1650"/>
                    <a:pt x="4687" y="1693"/>
                  </a:cubicBezTo>
                  <a:cubicBezTo>
                    <a:pt x="4645" y="1701"/>
                    <a:pt x="4603" y="1710"/>
                    <a:pt x="4560" y="1718"/>
                  </a:cubicBezTo>
                  <a:cubicBezTo>
                    <a:pt x="4518" y="1710"/>
                    <a:pt x="4476" y="1693"/>
                    <a:pt x="4442" y="1667"/>
                  </a:cubicBezTo>
                  <a:cubicBezTo>
                    <a:pt x="4417" y="1659"/>
                    <a:pt x="4349" y="1659"/>
                    <a:pt x="4357" y="1633"/>
                  </a:cubicBezTo>
                  <a:cubicBezTo>
                    <a:pt x="4350" y="1630"/>
                    <a:pt x="4335" y="1626"/>
                    <a:pt x="4326" y="1626"/>
                  </a:cubicBezTo>
                  <a:cubicBezTo>
                    <a:pt x="4314" y="1626"/>
                    <a:pt x="4309" y="1632"/>
                    <a:pt x="4332" y="1650"/>
                  </a:cubicBezTo>
                  <a:lnTo>
                    <a:pt x="4247" y="1633"/>
                  </a:lnTo>
                  <a:cubicBezTo>
                    <a:pt x="4281" y="1591"/>
                    <a:pt x="4214" y="1549"/>
                    <a:pt x="4307" y="1549"/>
                  </a:cubicBezTo>
                  <a:lnTo>
                    <a:pt x="4258" y="1539"/>
                  </a:lnTo>
                  <a:lnTo>
                    <a:pt x="4258" y="1539"/>
                  </a:lnTo>
                  <a:cubicBezTo>
                    <a:pt x="4272" y="1519"/>
                    <a:pt x="4243" y="1503"/>
                    <a:pt x="4214" y="1481"/>
                  </a:cubicBezTo>
                  <a:lnTo>
                    <a:pt x="4188" y="1507"/>
                  </a:lnTo>
                  <a:cubicBezTo>
                    <a:pt x="4163" y="1473"/>
                    <a:pt x="4154" y="1447"/>
                    <a:pt x="4104" y="1430"/>
                  </a:cubicBezTo>
                  <a:lnTo>
                    <a:pt x="3951" y="1473"/>
                  </a:lnTo>
                  <a:lnTo>
                    <a:pt x="3917" y="1464"/>
                  </a:lnTo>
                  <a:cubicBezTo>
                    <a:pt x="3909" y="1447"/>
                    <a:pt x="3858" y="1439"/>
                    <a:pt x="3884" y="1413"/>
                  </a:cubicBezTo>
                  <a:cubicBezTo>
                    <a:pt x="3884" y="1405"/>
                    <a:pt x="3890" y="1401"/>
                    <a:pt x="3898" y="1401"/>
                  </a:cubicBezTo>
                  <a:cubicBezTo>
                    <a:pt x="3907" y="1401"/>
                    <a:pt x="3917" y="1405"/>
                    <a:pt x="3926" y="1413"/>
                  </a:cubicBezTo>
                  <a:lnTo>
                    <a:pt x="3926" y="1422"/>
                  </a:lnTo>
                  <a:cubicBezTo>
                    <a:pt x="3941" y="1407"/>
                    <a:pt x="3943" y="1385"/>
                    <a:pt x="3931" y="1374"/>
                  </a:cubicBezTo>
                  <a:lnTo>
                    <a:pt x="3931" y="1374"/>
                  </a:lnTo>
                  <a:cubicBezTo>
                    <a:pt x="3951" y="1388"/>
                    <a:pt x="3953" y="1388"/>
                    <a:pt x="3977" y="1388"/>
                  </a:cubicBezTo>
                  <a:lnTo>
                    <a:pt x="3951" y="1371"/>
                  </a:lnTo>
                  <a:lnTo>
                    <a:pt x="3951" y="1371"/>
                  </a:lnTo>
                  <a:cubicBezTo>
                    <a:pt x="3963" y="1373"/>
                    <a:pt x="3976" y="1374"/>
                    <a:pt x="3989" y="1374"/>
                  </a:cubicBezTo>
                  <a:cubicBezTo>
                    <a:pt x="4026" y="1374"/>
                    <a:pt x="4064" y="1367"/>
                    <a:pt x="4070" y="1354"/>
                  </a:cubicBezTo>
                  <a:lnTo>
                    <a:pt x="4070" y="1354"/>
                  </a:lnTo>
                  <a:cubicBezTo>
                    <a:pt x="4064" y="1360"/>
                    <a:pt x="4059" y="1362"/>
                    <a:pt x="4055" y="1362"/>
                  </a:cubicBezTo>
                  <a:cubicBezTo>
                    <a:pt x="4040" y="1362"/>
                    <a:pt x="4032" y="1334"/>
                    <a:pt x="4019" y="1320"/>
                  </a:cubicBezTo>
                  <a:cubicBezTo>
                    <a:pt x="4036" y="1320"/>
                    <a:pt x="4078" y="1320"/>
                    <a:pt x="4053" y="1312"/>
                  </a:cubicBezTo>
                  <a:cubicBezTo>
                    <a:pt x="4047" y="1312"/>
                    <a:pt x="4035" y="1311"/>
                    <a:pt x="4023" y="1311"/>
                  </a:cubicBezTo>
                  <a:cubicBezTo>
                    <a:pt x="3998" y="1311"/>
                    <a:pt x="3974" y="1315"/>
                    <a:pt x="4002" y="1337"/>
                  </a:cubicBezTo>
                  <a:cubicBezTo>
                    <a:pt x="3977" y="1337"/>
                    <a:pt x="3951" y="1329"/>
                    <a:pt x="3926" y="1312"/>
                  </a:cubicBezTo>
                  <a:cubicBezTo>
                    <a:pt x="3960" y="1312"/>
                    <a:pt x="3943" y="1295"/>
                    <a:pt x="3960" y="1278"/>
                  </a:cubicBezTo>
                  <a:lnTo>
                    <a:pt x="3960" y="1278"/>
                  </a:lnTo>
                  <a:cubicBezTo>
                    <a:pt x="3943" y="1287"/>
                    <a:pt x="3926" y="1295"/>
                    <a:pt x="3909" y="1312"/>
                  </a:cubicBezTo>
                  <a:cubicBezTo>
                    <a:pt x="3850" y="1261"/>
                    <a:pt x="3841" y="1194"/>
                    <a:pt x="3757" y="1177"/>
                  </a:cubicBezTo>
                  <a:lnTo>
                    <a:pt x="3757" y="1177"/>
                  </a:lnTo>
                  <a:cubicBezTo>
                    <a:pt x="3740" y="1177"/>
                    <a:pt x="3808" y="1194"/>
                    <a:pt x="3791" y="1202"/>
                  </a:cubicBezTo>
                  <a:cubicBezTo>
                    <a:pt x="3787" y="1202"/>
                    <a:pt x="3783" y="1203"/>
                    <a:pt x="3779" y="1203"/>
                  </a:cubicBezTo>
                  <a:cubicBezTo>
                    <a:pt x="3716" y="1203"/>
                    <a:pt x="3728" y="1134"/>
                    <a:pt x="3672" y="1126"/>
                  </a:cubicBezTo>
                  <a:lnTo>
                    <a:pt x="3672" y="1168"/>
                  </a:lnTo>
                  <a:cubicBezTo>
                    <a:pt x="3647" y="1160"/>
                    <a:pt x="3613" y="1160"/>
                    <a:pt x="3588" y="1151"/>
                  </a:cubicBezTo>
                  <a:cubicBezTo>
                    <a:pt x="3588" y="1134"/>
                    <a:pt x="3545" y="1092"/>
                    <a:pt x="3588" y="1092"/>
                  </a:cubicBezTo>
                  <a:cubicBezTo>
                    <a:pt x="3570" y="1080"/>
                    <a:pt x="3555" y="1076"/>
                    <a:pt x="3540" y="1076"/>
                  </a:cubicBezTo>
                  <a:cubicBezTo>
                    <a:pt x="3509" y="1076"/>
                    <a:pt x="3482" y="1096"/>
                    <a:pt x="3447" y="1096"/>
                  </a:cubicBezTo>
                  <a:cubicBezTo>
                    <a:pt x="3429" y="1096"/>
                    <a:pt x="3409" y="1091"/>
                    <a:pt x="3385" y="1075"/>
                  </a:cubicBezTo>
                  <a:lnTo>
                    <a:pt x="3385" y="1075"/>
                  </a:lnTo>
                  <a:cubicBezTo>
                    <a:pt x="3410" y="1092"/>
                    <a:pt x="3444" y="1109"/>
                    <a:pt x="3469" y="1117"/>
                  </a:cubicBezTo>
                  <a:cubicBezTo>
                    <a:pt x="3427" y="1126"/>
                    <a:pt x="3461" y="1134"/>
                    <a:pt x="3444" y="1151"/>
                  </a:cubicBezTo>
                  <a:cubicBezTo>
                    <a:pt x="3427" y="1126"/>
                    <a:pt x="3342" y="1100"/>
                    <a:pt x="3410" y="1100"/>
                  </a:cubicBezTo>
                  <a:cubicBezTo>
                    <a:pt x="3380" y="1093"/>
                    <a:pt x="3330" y="1065"/>
                    <a:pt x="3307" y="1065"/>
                  </a:cubicBezTo>
                  <a:cubicBezTo>
                    <a:pt x="3304" y="1065"/>
                    <a:pt x="3302" y="1066"/>
                    <a:pt x="3300" y="1067"/>
                  </a:cubicBezTo>
                  <a:lnTo>
                    <a:pt x="3317" y="1092"/>
                  </a:lnTo>
                  <a:cubicBezTo>
                    <a:pt x="3294" y="1078"/>
                    <a:pt x="3270" y="1072"/>
                    <a:pt x="3247" y="1072"/>
                  </a:cubicBezTo>
                  <a:cubicBezTo>
                    <a:pt x="3228" y="1072"/>
                    <a:pt x="3209" y="1076"/>
                    <a:pt x="3190" y="1084"/>
                  </a:cubicBezTo>
                  <a:cubicBezTo>
                    <a:pt x="3205" y="1090"/>
                    <a:pt x="3218" y="1092"/>
                    <a:pt x="3229" y="1092"/>
                  </a:cubicBezTo>
                  <a:cubicBezTo>
                    <a:pt x="3248" y="1092"/>
                    <a:pt x="3263" y="1087"/>
                    <a:pt x="3282" y="1087"/>
                  </a:cubicBezTo>
                  <a:cubicBezTo>
                    <a:pt x="3296" y="1087"/>
                    <a:pt x="3312" y="1090"/>
                    <a:pt x="3334" y="1100"/>
                  </a:cubicBezTo>
                  <a:cubicBezTo>
                    <a:pt x="3401" y="1151"/>
                    <a:pt x="3308" y="1117"/>
                    <a:pt x="3342" y="1168"/>
                  </a:cubicBezTo>
                  <a:lnTo>
                    <a:pt x="3410" y="1168"/>
                  </a:lnTo>
                  <a:lnTo>
                    <a:pt x="3385" y="1151"/>
                  </a:lnTo>
                  <a:cubicBezTo>
                    <a:pt x="3389" y="1147"/>
                    <a:pt x="3394" y="1145"/>
                    <a:pt x="3400" y="1145"/>
                  </a:cubicBezTo>
                  <a:cubicBezTo>
                    <a:pt x="3420" y="1145"/>
                    <a:pt x="3446" y="1165"/>
                    <a:pt x="3463" y="1165"/>
                  </a:cubicBezTo>
                  <a:cubicBezTo>
                    <a:pt x="3470" y="1165"/>
                    <a:pt x="3475" y="1162"/>
                    <a:pt x="3478" y="1151"/>
                  </a:cubicBezTo>
                  <a:cubicBezTo>
                    <a:pt x="3520" y="1210"/>
                    <a:pt x="3545" y="1194"/>
                    <a:pt x="3596" y="1253"/>
                  </a:cubicBezTo>
                  <a:cubicBezTo>
                    <a:pt x="3621" y="1244"/>
                    <a:pt x="3596" y="1236"/>
                    <a:pt x="3579" y="1227"/>
                  </a:cubicBezTo>
                  <a:lnTo>
                    <a:pt x="3579" y="1227"/>
                  </a:lnTo>
                  <a:cubicBezTo>
                    <a:pt x="3585" y="1230"/>
                    <a:pt x="3591" y="1232"/>
                    <a:pt x="3596" y="1232"/>
                  </a:cubicBezTo>
                  <a:cubicBezTo>
                    <a:pt x="3609" y="1232"/>
                    <a:pt x="3620" y="1225"/>
                    <a:pt x="3630" y="1225"/>
                  </a:cubicBezTo>
                  <a:cubicBezTo>
                    <a:pt x="3638" y="1225"/>
                    <a:pt x="3646" y="1229"/>
                    <a:pt x="3655" y="1244"/>
                  </a:cubicBezTo>
                  <a:cubicBezTo>
                    <a:pt x="3659" y="1247"/>
                    <a:pt x="3663" y="1248"/>
                    <a:pt x="3665" y="1248"/>
                  </a:cubicBezTo>
                  <a:cubicBezTo>
                    <a:pt x="3678" y="1248"/>
                    <a:pt x="3675" y="1222"/>
                    <a:pt x="3647" y="1206"/>
                  </a:cubicBezTo>
                  <a:lnTo>
                    <a:pt x="3647" y="1206"/>
                  </a:lnTo>
                  <a:cubicBezTo>
                    <a:pt x="3678" y="1220"/>
                    <a:pt x="3709" y="1229"/>
                    <a:pt x="3740" y="1244"/>
                  </a:cubicBezTo>
                  <a:lnTo>
                    <a:pt x="3714" y="1202"/>
                  </a:lnTo>
                  <a:lnTo>
                    <a:pt x="3748" y="1219"/>
                  </a:lnTo>
                  <a:lnTo>
                    <a:pt x="3723" y="1194"/>
                  </a:lnTo>
                  <a:lnTo>
                    <a:pt x="3723" y="1194"/>
                  </a:lnTo>
                  <a:cubicBezTo>
                    <a:pt x="3791" y="1210"/>
                    <a:pt x="3858" y="1253"/>
                    <a:pt x="3901" y="1312"/>
                  </a:cubicBezTo>
                  <a:cubicBezTo>
                    <a:pt x="3838" y="1312"/>
                    <a:pt x="3764" y="1272"/>
                    <a:pt x="3706" y="1272"/>
                  </a:cubicBezTo>
                  <a:cubicBezTo>
                    <a:pt x="3694" y="1272"/>
                    <a:pt x="3683" y="1274"/>
                    <a:pt x="3672" y="1278"/>
                  </a:cubicBezTo>
                  <a:cubicBezTo>
                    <a:pt x="3681" y="1295"/>
                    <a:pt x="3740" y="1270"/>
                    <a:pt x="3740" y="1312"/>
                  </a:cubicBezTo>
                  <a:lnTo>
                    <a:pt x="3765" y="1303"/>
                  </a:lnTo>
                  <a:cubicBezTo>
                    <a:pt x="3791" y="1303"/>
                    <a:pt x="3850" y="1312"/>
                    <a:pt x="3841" y="1337"/>
                  </a:cubicBezTo>
                  <a:cubicBezTo>
                    <a:pt x="3799" y="1337"/>
                    <a:pt x="3757" y="1337"/>
                    <a:pt x="3714" y="1354"/>
                  </a:cubicBezTo>
                  <a:lnTo>
                    <a:pt x="3689" y="1354"/>
                  </a:lnTo>
                  <a:cubicBezTo>
                    <a:pt x="3672" y="1346"/>
                    <a:pt x="3647" y="1337"/>
                    <a:pt x="3630" y="1329"/>
                  </a:cubicBezTo>
                  <a:cubicBezTo>
                    <a:pt x="3604" y="1320"/>
                    <a:pt x="3630" y="1303"/>
                    <a:pt x="3630" y="1303"/>
                  </a:cubicBezTo>
                  <a:cubicBezTo>
                    <a:pt x="3600" y="1274"/>
                    <a:pt x="3564" y="1274"/>
                    <a:pt x="3527" y="1274"/>
                  </a:cubicBezTo>
                  <a:cubicBezTo>
                    <a:pt x="3490" y="1274"/>
                    <a:pt x="3452" y="1274"/>
                    <a:pt x="3418" y="1244"/>
                  </a:cubicBezTo>
                  <a:cubicBezTo>
                    <a:pt x="3427" y="1227"/>
                    <a:pt x="3376" y="1194"/>
                    <a:pt x="3401" y="1194"/>
                  </a:cubicBezTo>
                  <a:cubicBezTo>
                    <a:pt x="3383" y="1183"/>
                    <a:pt x="3367" y="1180"/>
                    <a:pt x="3350" y="1180"/>
                  </a:cubicBezTo>
                  <a:cubicBezTo>
                    <a:pt x="3329" y="1180"/>
                    <a:pt x="3307" y="1185"/>
                    <a:pt x="3283" y="1185"/>
                  </a:cubicBezTo>
                  <a:cubicBezTo>
                    <a:pt x="3291" y="1160"/>
                    <a:pt x="3224" y="1151"/>
                    <a:pt x="3249" y="1143"/>
                  </a:cubicBezTo>
                  <a:lnTo>
                    <a:pt x="3249" y="1143"/>
                  </a:lnTo>
                  <a:lnTo>
                    <a:pt x="3198" y="1151"/>
                  </a:lnTo>
                  <a:cubicBezTo>
                    <a:pt x="3173" y="1126"/>
                    <a:pt x="3114" y="1117"/>
                    <a:pt x="3114" y="1092"/>
                  </a:cubicBezTo>
                  <a:cubicBezTo>
                    <a:pt x="3091" y="1092"/>
                    <a:pt x="3088" y="1107"/>
                    <a:pt x="3078" y="1107"/>
                  </a:cubicBezTo>
                  <a:cubicBezTo>
                    <a:pt x="3072" y="1107"/>
                    <a:pt x="3066" y="1103"/>
                    <a:pt x="3055" y="1092"/>
                  </a:cubicBezTo>
                  <a:lnTo>
                    <a:pt x="3063" y="1092"/>
                  </a:lnTo>
                  <a:cubicBezTo>
                    <a:pt x="3038" y="1075"/>
                    <a:pt x="3012" y="1058"/>
                    <a:pt x="2978" y="1058"/>
                  </a:cubicBezTo>
                  <a:cubicBezTo>
                    <a:pt x="3004" y="1084"/>
                    <a:pt x="2978" y="1075"/>
                    <a:pt x="3012" y="1092"/>
                  </a:cubicBezTo>
                  <a:cubicBezTo>
                    <a:pt x="3009" y="1095"/>
                    <a:pt x="3002" y="1097"/>
                    <a:pt x="2992" y="1097"/>
                  </a:cubicBezTo>
                  <a:cubicBezTo>
                    <a:pt x="2974" y="1097"/>
                    <a:pt x="2949" y="1091"/>
                    <a:pt x="2928" y="1075"/>
                  </a:cubicBezTo>
                  <a:cubicBezTo>
                    <a:pt x="2995" y="1067"/>
                    <a:pt x="2894" y="1024"/>
                    <a:pt x="2928" y="1016"/>
                  </a:cubicBezTo>
                  <a:cubicBezTo>
                    <a:pt x="2871" y="997"/>
                    <a:pt x="2814" y="987"/>
                    <a:pt x="2753" y="987"/>
                  </a:cubicBezTo>
                  <a:cubicBezTo>
                    <a:pt x="2733" y="987"/>
                    <a:pt x="2712" y="988"/>
                    <a:pt x="2691" y="990"/>
                  </a:cubicBezTo>
                  <a:cubicBezTo>
                    <a:pt x="2606" y="948"/>
                    <a:pt x="2522" y="923"/>
                    <a:pt x="2429" y="897"/>
                  </a:cubicBezTo>
                  <a:lnTo>
                    <a:pt x="2386" y="897"/>
                  </a:lnTo>
                  <a:cubicBezTo>
                    <a:pt x="2361" y="889"/>
                    <a:pt x="2403" y="864"/>
                    <a:pt x="2361" y="864"/>
                  </a:cubicBezTo>
                  <a:cubicBezTo>
                    <a:pt x="2367" y="858"/>
                    <a:pt x="2373" y="855"/>
                    <a:pt x="2380" y="855"/>
                  </a:cubicBezTo>
                  <a:cubicBezTo>
                    <a:pt x="2403" y="855"/>
                    <a:pt x="2432" y="881"/>
                    <a:pt x="2471" y="881"/>
                  </a:cubicBezTo>
                  <a:cubicBezTo>
                    <a:pt x="2446" y="851"/>
                    <a:pt x="2462" y="849"/>
                    <a:pt x="2482" y="849"/>
                  </a:cubicBezTo>
                  <a:cubicBezTo>
                    <a:pt x="2485" y="849"/>
                    <a:pt x="2488" y="849"/>
                    <a:pt x="2491" y="849"/>
                  </a:cubicBezTo>
                  <a:cubicBezTo>
                    <a:pt x="2507" y="849"/>
                    <a:pt x="2519" y="847"/>
                    <a:pt x="2505" y="830"/>
                  </a:cubicBezTo>
                  <a:lnTo>
                    <a:pt x="2505" y="830"/>
                  </a:lnTo>
                  <a:cubicBezTo>
                    <a:pt x="2496" y="841"/>
                    <a:pt x="2484" y="845"/>
                    <a:pt x="2471" y="845"/>
                  </a:cubicBezTo>
                  <a:cubicBezTo>
                    <a:pt x="2424" y="845"/>
                    <a:pt x="2355" y="787"/>
                    <a:pt x="2302" y="787"/>
                  </a:cubicBezTo>
                  <a:cubicBezTo>
                    <a:pt x="2251" y="762"/>
                    <a:pt x="2336" y="779"/>
                    <a:pt x="2310" y="762"/>
                  </a:cubicBezTo>
                  <a:lnTo>
                    <a:pt x="2310" y="762"/>
                  </a:lnTo>
                  <a:lnTo>
                    <a:pt x="2293" y="771"/>
                  </a:lnTo>
                  <a:cubicBezTo>
                    <a:pt x="2276" y="762"/>
                    <a:pt x="2268" y="754"/>
                    <a:pt x="2276" y="737"/>
                  </a:cubicBezTo>
                  <a:cubicBezTo>
                    <a:pt x="2217" y="703"/>
                    <a:pt x="2158" y="686"/>
                    <a:pt x="2099" y="686"/>
                  </a:cubicBezTo>
                  <a:cubicBezTo>
                    <a:pt x="2158" y="703"/>
                    <a:pt x="2065" y="711"/>
                    <a:pt x="2124" y="737"/>
                  </a:cubicBezTo>
                  <a:cubicBezTo>
                    <a:pt x="2090" y="737"/>
                    <a:pt x="2048" y="728"/>
                    <a:pt x="2014" y="711"/>
                  </a:cubicBezTo>
                  <a:lnTo>
                    <a:pt x="2014" y="711"/>
                  </a:lnTo>
                  <a:cubicBezTo>
                    <a:pt x="2016" y="712"/>
                    <a:pt x="2018" y="712"/>
                    <a:pt x="2020" y="712"/>
                  </a:cubicBezTo>
                  <a:cubicBezTo>
                    <a:pt x="2042" y="712"/>
                    <a:pt x="2017" y="677"/>
                    <a:pt x="2031" y="677"/>
                  </a:cubicBezTo>
                  <a:lnTo>
                    <a:pt x="2031" y="677"/>
                  </a:lnTo>
                  <a:cubicBezTo>
                    <a:pt x="2036" y="677"/>
                    <a:pt x="2046" y="682"/>
                    <a:pt x="2065" y="694"/>
                  </a:cubicBezTo>
                  <a:cubicBezTo>
                    <a:pt x="2065" y="661"/>
                    <a:pt x="2023" y="677"/>
                    <a:pt x="1989" y="661"/>
                  </a:cubicBezTo>
                  <a:cubicBezTo>
                    <a:pt x="2014" y="661"/>
                    <a:pt x="2031" y="661"/>
                    <a:pt x="2056" y="652"/>
                  </a:cubicBezTo>
                  <a:lnTo>
                    <a:pt x="2056" y="652"/>
                  </a:lnTo>
                  <a:cubicBezTo>
                    <a:pt x="2052" y="653"/>
                    <a:pt x="2047" y="654"/>
                    <a:pt x="2042" y="654"/>
                  </a:cubicBezTo>
                  <a:cubicBezTo>
                    <a:pt x="1983" y="654"/>
                    <a:pt x="1911" y="572"/>
                    <a:pt x="1873" y="572"/>
                  </a:cubicBezTo>
                  <a:cubicBezTo>
                    <a:pt x="1869" y="572"/>
                    <a:pt x="1865" y="574"/>
                    <a:pt x="1862" y="576"/>
                  </a:cubicBezTo>
                  <a:cubicBezTo>
                    <a:pt x="1811" y="584"/>
                    <a:pt x="1743" y="584"/>
                    <a:pt x="1693" y="584"/>
                  </a:cubicBezTo>
                  <a:cubicBezTo>
                    <a:pt x="1650" y="542"/>
                    <a:pt x="1591" y="534"/>
                    <a:pt x="1549" y="500"/>
                  </a:cubicBezTo>
                  <a:lnTo>
                    <a:pt x="1557" y="491"/>
                  </a:lnTo>
                  <a:cubicBezTo>
                    <a:pt x="1532" y="474"/>
                    <a:pt x="1481" y="466"/>
                    <a:pt x="1439" y="441"/>
                  </a:cubicBezTo>
                  <a:lnTo>
                    <a:pt x="1439" y="415"/>
                  </a:lnTo>
                  <a:cubicBezTo>
                    <a:pt x="1397" y="407"/>
                    <a:pt x="1346" y="390"/>
                    <a:pt x="1304" y="364"/>
                  </a:cubicBezTo>
                  <a:lnTo>
                    <a:pt x="1304" y="364"/>
                  </a:lnTo>
                  <a:cubicBezTo>
                    <a:pt x="1295" y="381"/>
                    <a:pt x="1346" y="398"/>
                    <a:pt x="1312" y="398"/>
                  </a:cubicBezTo>
                  <a:cubicBezTo>
                    <a:pt x="1325" y="407"/>
                    <a:pt x="1335" y="411"/>
                    <a:pt x="1343" y="411"/>
                  </a:cubicBezTo>
                  <a:cubicBezTo>
                    <a:pt x="1350" y="411"/>
                    <a:pt x="1354" y="407"/>
                    <a:pt x="1354" y="398"/>
                  </a:cubicBezTo>
                  <a:cubicBezTo>
                    <a:pt x="1380" y="415"/>
                    <a:pt x="1371" y="432"/>
                    <a:pt x="1388" y="449"/>
                  </a:cubicBezTo>
                  <a:lnTo>
                    <a:pt x="1287" y="424"/>
                  </a:lnTo>
                  <a:cubicBezTo>
                    <a:pt x="1287" y="424"/>
                    <a:pt x="1287" y="415"/>
                    <a:pt x="1287" y="415"/>
                  </a:cubicBezTo>
                  <a:lnTo>
                    <a:pt x="1270" y="441"/>
                  </a:lnTo>
                  <a:cubicBezTo>
                    <a:pt x="1244" y="432"/>
                    <a:pt x="1236" y="415"/>
                    <a:pt x="1244" y="415"/>
                  </a:cubicBezTo>
                  <a:cubicBezTo>
                    <a:pt x="1227" y="410"/>
                    <a:pt x="1212" y="409"/>
                    <a:pt x="1198" y="409"/>
                  </a:cubicBezTo>
                  <a:cubicBezTo>
                    <a:pt x="1191" y="409"/>
                    <a:pt x="1184" y="409"/>
                    <a:pt x="1177" y="409"/>
                  </a:cubicBezTo>
                  <a:cubicBezTo>
                    <a:pt x="1155" y="409"/>
                    <a:pt x="1134" y="407"/>
                    <a:pt x="1109" y="390"/>
                  </a:cubicBezTo>
                  <a:cubicBezTo>
                    <a:pt x="1126" y="386"/>
                    <a:pt x="1143" y="384"/>
                    <a:pt x="1159" y="384"/>
                  </a:cubicBezTo>
                  <a:cubicBezTo>
                    <a:pt x="1175" y="384"/>
                    <a:pt x="1189" y="386"/>
                    <a:pt x="1202" y="390"/>
                  </a:cubicBezTo>
                  <a:lnTo>
                    <a:pt x="1143" y="364"/>
                  </a:lnTo>
                  <a:cubicBezTo>
                    <a:pt x="1146" y="364"/>
                    <a:pt x="1149" y="364"/>
                    <a:pt x="1152" y="364"/>
                  </a:cubicBezTo>
                  <a:cubicBezTo>
                    <a:pt x="1179" y="364"/>
                    <a:pt x="1227" y="382"/>
                    <a:pt x="1255" y="382"/>
                  </a:cubicBezTo>
                  <a:cubicBezTo>
                    <a:pt x="1269" y="382"/>
                    <a:pt x="1278" y="377"/>
                    <a:pt x="1278" y="364"/>
                  </a:cubicBezTo>
                  <a:cubicBezTo>
                    <a:pt x="1202" y="348"/>
                    <a:pt x="1117" y="339"/>
                    <a:pt x="1033" y="331"/>
                  </a:cubicBezTo>
                  <a:cubicBezTo>
                    <a:pt x="1016" y="297"/>
                    <a:pt x="948" y="305"/>
                    <a:pt x="906" y="271"/>
                  </a:cubicBezTo>
                  <a:cubicBezTo>
                    <a:pt x="906" y="263"/>
                    <a:pt x="889" y="246"/>
                    <a:pt x="906" y="246"/>
                  </a:cubicBezTo>
                  <a:lnTo>
                    <a:pt x="923" y="246"/>
                  </a:lnTo>
                  <a:cubicBezTo>
                    <a:pt x="855" y="212"/>
                    <a:pt x="788" y="195"/>
                    <a:pt x="711" y="195"/>
                  </a:cubicBezTo>
                  <a:lnTo>
                    <a:pt x="694" y="153"/>
                  </a:lnTo>
                  <a:cubicBezTo>
                    <a:pt x="672" y="140"/>
                    <a:pt x="660" y="135"/>
                    <a:pt x="653" y="135"/>
                  </a:cubicBezTo>
                  <a:cubicBezTo>
                    <a:pt x="632" y="135"/>
                    <a:pt x="657" y="177"/>
                    <a:pt x="619" y="177"/>
                  </a:cubicBezTo>
                  <a:cubicBezTo>
                    <a:pt x="611" y="177"/>
                    <a:pt x="600" y="175"/>
                    <a:pt x="584" y="170"/>
                  </a:cubicBezTo>
                  <a:cubicBezTo>
                    <a:pt x="576" y="128"/>
                    <a:pt x="466" y="94"/>
                    <a:pt x="466" y="68"/>
                  </a:cubicBezTo>
                  <a:cubicBezTo>
                    <a:pt x="458" y="68"/>
                    <a:pt x="451" y="66"/>
                    <a:pt x="446" y="66"/>
                  </a:cubicBezTo>
                  <a:cubicBezTo>
                    <a:pt x="441" y="66"/>
                    <a:pt x="436" y="68"/>
                    <a:pt x="432" y="77"/>
                  </a:cubicBezTo>
                  <a:cubicBezTo>
                    <a:pt x="449" y="85"/>
                    <a:pt x="491" y="102"/>
                    <a:pt x="458" y="111"/>
                  </a:cubicBezTo>
                  <a:cubicBezTo>
                    <a:pt x="415" y="102"/>
                    <a:pt x="407" y="77"/>
                    <a:pt x="381" y="68"/>
                  </a:cubicBezTo>
                  <a:cubicBezTo>
                    <a:pt x="381" y="68"/>
                    <a:pt x="407" y="60"/>
                    <a:pt x="398" y="60"/>
                  </a:cubicBezTo>
                  <a:cubicBezTo>
                    <a:pt x="305" y="18"/>
                    <a:pt x="212" y="1"/>
                    <a:pt x="11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7"/>
            <p:cNvSpPr/>
            <p:nvPr/>
          </p:nvSpPr>
          <p:spPr>
            <a:xfrm rot="-2700000">
              <a:off x="5709023" y="3886938"/>
              <a:ext cx="3428" cy="2270"/>
            </a:xfrm>
            <a:custGeom>
              <a:rect b="b" l="l" r="r" t="t"/>
              <a:pathLst>
                <a:path extrusionOk="0" h="51" w="77">
                  <a:moveTo>
                    <a:pt x="43" y="0"/>
                  </a:moveTo>
                  <a:lnTo>
                    <a:pt x="43" y="0"/>
                  </a:lnTo>
                  <a:cubicBezTo>
                    <a:pt x="34" y="17"/>
                    <a:pt x="1" y="34"/>
                    <a:pt x="17" y="51"/>
                  </a:cubicBezTo>
                  <a:cubicBezTo>
                    <a:pt x="9" y="26"/>
                    <a:pt x="77"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7"/>
            <p:cNvSpPr/>
            <p:nvPr/>
          </p:nvSpPr>
          <p:spPr>
            <a:xfrm rot="-2700000">
              <a:off x="5708658" y="3888029"/>
              <a:ext cx="1514" cy="1157"/>
            </a:xfrm>
            <a:custGeom>
              <a:rect b="b" l="l" r="r" t="t"/>
              <a:pathLst>
                <a:path extrusionOk="0" h="26" w="34">
                  <a:moveTo>
                    <a:pt x="34" y="0"/>
                  </a:moveTo>
                  <a:lnTo>
                    <a:pt x="0" y="9"/>
                  </a:lnTo>
                  <a:cubicBezTo>
                    <a:pt x="0" y="9"/>
                    <a:pt x="9" y="17"/>
                    <a:pt x="0" y="26"/>
                  </a:cubicBezTo>
                  <a:lnTo>
                    <a:pt x="3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7"/>
            <p:cNvSpPr/>
            <p:nvPr/>
          </p:nvSpPr>
          <p:spPr>
            <a:xfrm rot="-2700000">
              <a:off x="5698035" y="3888864"/>
              <a:ext cx="5698" cy="5342"/>
            </a:xfrm>
            <a:custGeom>
              <a:rect b="b" l="l" r="r" t="t"/>
              <a:pathLst>
                <a:path extrusionOk="0" h="120" w="128">
                  <a:moveTo>
                    <a:pt x="85" y="1"/>
                  </a:moveTo>
                  <a:cubicBezTo>
                    <a:pt x="35" y="35"/>
                    <a:pt x="43" y="85"/>
                    <a:pt x="1" y="119"/>
                  </a:cubicBezTo>
                  <a:cubicBezTo>
                    <a:pt x="35" y="119"/>
                    <a:pt x="128" y="77"/>
                    <a:pt x="111" y="35"/>
                  </a:cubicBezTo>
                  <a:lnTo>
                    <a:pt x="111" y="35"/>
                  </a:lnTo>
                  <a:cubicBezTo>
                    <a:pt x="102" y="60"/>
                    <a:pt x="85" y="85"/>
                    <a:pt x="60" y="94"/>
                  </a:cubicBezTo>
                  <a:cubicBezTo>
                    <a:pt x="26" y="60"/>
                    <a:pt x="102" y="52"/>
                    <a:pt x="8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7"/>
            <p:cNvSpPr/>
            <p:nvPr/>
          </p:nvSpPr>
          <p:spPr>
            <a:xfrm rot="-2700000">
              <a:off x="5698264" y="3887762"/>
              <a:ext cx="1558" cy="1157"/>
            </a:xfrm>
            <a:custGeom>
              <a:rect b="b" l="l" r="r" t="t"/>
              <a:pathLst>
                <a:path extrusionOk="0" h="26" w="35">
                  <a:moveTo>
                    <a:pt x="26" y="0"/>
                  </a:moveTo>
                  <a:lnTo>
                    <a:pt x="0" y="25"/>
                  </a:lnTo>
                  <a:lnTo>
                    <a:pt x="9" y="25"/>
                  </a:lnTo>
                  <a:lnTo>
                    <a:pt x="3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7"/>
            <p:cNvSpPr/>
            <p:nvPr/>
          </p:nvSpPr>
          <p:spPr>
            <a:xfrm rot="-2700000">
              <a:off x="5725771" y="3857263"/>
              <a:ext cx="1157" cy="1246"/>
            </a:xfrm>
            <a:custGeom>
              <a:rect b="b" l="l" r="r" t="t"/>
              <a:pathLst>
                <a:path extrusionOk="0" h="28" w="26">
                  <a:moveTo>
                    <a:pt x="26" y="0"/>
                  </a:moveTo>
                  <a:lnTo>
                    <a:pt x="26" y="0"/>
                  </a:lnTo>
                  <a:cubicBezTo>
                    <a:pt x="17" y="0"/>
                    <a:pt x="9" y="9"/>
                    <a:pt x="0" y="26"/>
                  </a:cubicBezTo>
                  <a:cubicBezTo>
                    <a:pt x="2" y="27"/>
                    <a:pt x="3" y="27"/>
                    <a:pt x="4" y="27"/>
                  </a:cubicBezTo>
                  <a:cubicBezTo>
                    <a:pt x="11" y="27"/>
                    <a:pt x="19" y="8"/>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7"/>
            <p:cNvSpPr/>
            <p:nvPr/>
          </p:nvSpPr>
          <p:spPr>
            <a:xfrm rot="-2700000">
              <a:off x="5536231" y="3805288"/>
              <a:ext cx="11352" cy="4184"/>
            </a:xfrm>
            <a:custGeom>
              <a:rect b="b" l="l" r="r" t="t"/>
              <a:pathLst>
                <a:path extrusionOk="0" h="94" w="255">
                  <a:moveTo>
                    <a:pt x="1" y="1"/>
                  </a:moveTo>
                  <a:lnTo>
                    <a:pt x="110" y="41"/>
                  </a:lnTo>
                  <a:lnTo>
                    <a:pt x="110" y="41"/>
                  </a:lnTo>
                  <a:cubicBezTo>
                    <a:pt x="74" y="26"/>
                    <a:pt x="40" y="13"/>
                    <a:pt x="1" y="1"/>
                  </a:cubicBezTo>
                  <a:close/>
                  <a:moveTo>
                    <a:pt x="110" y="41"/>
                  </a:moveTo>
                  <a:lnTo>
                    <a:pt x="110" y="41"/>
                  </a:lnTo>
                  <a:cubicBezTo>
                    <a:pt x="151" y="58"/>
                    <a:pt x="196" y="76"/>
                    <a:pt x="254" y="94"/>
                  </a:cubicBezTo>
                  <a:lnTo>
                    <a:pt x="110" y="4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7"/>
            <p:cNvSpPr/>
            <p:nvPr/>
          </p:nvSpPr>
          <p:spPr>
            <a:xfrm rot="-2700000">
              <a:off x="5726568" y="3819251"/>
              <a:ext cx="7212" cy="6099"/>
            </a:xfrm>
            <a:custGeom>
              <a:rect b="b" l="l" r="r" t="t"/>
              <a:pathLst>
                <a:path extrusionOk="0" h="137" w="162">
                  <a:moveTo>
                    <a:pt x="119" y="1"/>
                  </a:moveTo>
                  <a:cubicBezTo>
                    <a:pt x="68" y="52"/>
                    <a:pt x="60" y="94"/>
                    <a:pt x="1" y="136"/>
                  </a:cubicBezTo>
                  <a:cubicBezTo>
                    <a:pt x="102" y="119"/>
                    <a:pt x="77" y="26"/>
                    <a:pt x="161" y="9"/>
                  </a:cubicBezTo>
                  <a:lnTo>
                    <a:pt x="11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7"/>
            <p:cNvSpPr/>
            <p:nvPr/>
          </p:nvSpPr>
          <p:spPr>
            <a:xfrm rot="-2700000">
              <a:off x="5732175" y="3818572"/>
              <a:ext cx="2671" cy="3428"/>
            </a:xfrm>
            <a:custGeom>
              <a:rect b="b" l="l" r="r" t="t"/>
              <a:pathLst>
                <a:path extrusionOk="0" h="77" w="60">
                  <a:moveTo>
                    <a:pt x="34" y="1"/>
                  </a:moveTo>
                  <a:lnTo>
                    <a:pt x="34" y="1"/>
                  </a:lnTo>
                  <a:cubicBezTo>
                    <a:pt x="0" y="35"/>
                    <a:pt x="34" y="43"/>
                    <a:pt x="0" y="60"/>
                  </a:cubicBezTo>
                  <a:lnTo>
                    <a:pt x="34" y="77"/>
                  </a:lnTo>
                  <a:cubicBezTo>
                    <a:pt x="9" y="60"/>
                    <a:pt x="59" y="18"/>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7"/>
            <p:cNvSpPr/>
            <p:nvPr/>
          </p:nvSpPr>
          <p:spPr>
            <a:xfrm rot="-2700000">
              <a:off x="5708018" y="3829553"/>
              <a:ext cx="401" cy="1202"/>
            </a:xfrm>
            <a:custGeom>
              <a:rect b="b" l="l" r="r" t="t"/>
              <a:pathLst>
                <a:path extrusionOk="0" h="27" w="9">
                  <a:moveTo>
                    <a:pt x="9" y="1"/>
                  </a:moveTo>
                  <a:lnTo>
                    <a:pt x="0" y="18"/>
                  </a:lnTo>
                  <a:lnTo>
                    <a:pt x="0" y="26"/>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7"/>
            <p:cNvSpPr/>
            <p:nvPr/>
          </p:nvSpPr>
          <p:spPr>
            <a:xfrm rot="-2700000">
              <a:off x="5736142" y="3805941"/>
              <a:ext cx="1914" cy="801"/>
            </a:xfrm>
            <a:custGeom>
              <a:rect b="b" l="l" r="r" t="t"/>
              <a:pathLst>
                <a:path extrusionOk="0" h="18" w="43">
                  <a:moveTo>
                    <a:pt x="9" y="0"/>
                  </a:moveTo>
                  <a:lnTo>
                    <a:pt x="1" y="17"/>
                  </a:lnTo>
                  <a:lnTo>
                    <a:pt x="1" y="17"/>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7"/>
            <p:cNvSpPr/>
            <p:nvPr/>
          </p:nvSpPr>
          <p:spPr>
            <a:xfrm rot="-2700000">
              <a:off x="5736809" y="3807196"/>
              <a:ext cx="45" cy="401"/>
            </a:xfrm>
            <a:custGeom>
              <a:rect b="b" l="l" r="r" t="t"/>
              <a:pathLst>
                <a:path extrusionOk="0" h="9" w="1">
                  <a:moveTo>
                    <a:pt x="1" y="9"/>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7"/>
            <p:cNvSpPr/>
            <p:nvPr/>
          </p:nvSpPr>
          <p:spPr>
            <a:xfrm rot="-2700000">
              <a:off x="5704995" y="3829249"/>
              <a:ext cx="1914" cy="1558"/>
            </a:xfrm>
            <a:custGeom>
              <a:rect b="b" l="l" r="r" t="t"/>
              <a:pathLst>
                <a:path extrusionOk="0" h="35" w="43">
                  <a:moveTo>
                    <a:pt x="43" y="0"/>
                  </a:moveTo>
                  <a:lnTo>
                    <a:pt x="9" y="9"/>
                  </a:lnTo>
                  <a:lnTo>
                    <a:pt x="0" y="34"/>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7"/>
            <p:cNvSpPr/>
            <p:nvPr/>
          </p:nvSpPr>
          <p:spPr>
            <a:xfrm rot="-2700000">
              <a:off x="5715512" y="3817646"/>
              <a:ext cx="1781" cy="1157"/>
            </a:xfrm>
            <a:custGeom>
              <a:rect b="b" l="l" r="r" t="t"/>
              <a:pathLst>
                <a:path extrusionOk="0" h="26" w="40">
                  <a:moveTo>
                    <a:pt x="18" y="1"/>
                  </a:moveTo>
                  <a:lnTo>
                    <a:pt x="3" y="22"/>
                  </a:lnTo>
                  <a:lnTo>
                    <a:pt x="3" y="22"/>
                  </a:lnTo>
                  <a:cubicBezTo>
                    <a:pt x="12" y="15"/>
                    <a:pt x="39" y="8"/>
                    <a:pt x="18" y="1"/>
                  </a:cubicBezTo>
                  <a:close/>
                  <a:moveTo>
                    <a:pt x="3" y="22"/>
                  </a:moveTo>
                  <a:lnTo>
                    <a:pt x="3" y="22"/>
                  </a:lnTo>
                  <a:cubicBezTo>
                    <a:pt x="2" y="23"/>
                    <a:pt x="1" y="25"/>
                    <a:pt x="1" y="26"/>
                  </a:cubicBezTo>
                  <a:lnTo>
                    <a:pt x="3" y="2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7"/>
            <p:cNvSpPr/>
            <p:nvPr/>
          </p:nvSpPr>
          <p:spPr>
            <a:xfrm rot="-2700000">
              <a:off x="5738267" y="3795769"/>
              <a:ext cx="1157" cy="1157"/>
            </a:xfrm>
            <a:custGeom>
              <a:rect b="b" l="l" r="r" t="t"/>
              <a:pathLst>
                <a:path extrusionOk="0" h="26" w="26">
                  <a:moveTo>
                    <a:pt x="17" y="0"/>
                  </a:moveTo>
                  <a:lnTo>
                    <a:pt x="0" y="25"/>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7"/>
            <p:cNvSpPr/>
            <p:nvPr/>
          </p:nvSpPr>
          <p:spPr>
            <a:xfrm rot="-2700000">
              <a:off x="5712184" y="3806112"/>
              <a:ext cx="2582" cy="1246"/>
            </a:xfrm>
            <a:custGeom>
              <a:rect b="b" l="l" r="r" t="t"/>
              <a:pathLst>
                <a:path extrusionOk="0" h="28" w="58">
                  <a:moveTo>
                    <a:pt x="46" y="0"/>
                  </a:moveTo>
                  <a:cubicBezTo>
                    <a:pt x="44" y="0"/>
                    <a:pt x="40" y="1"/>
                    <a:pt x="34" y="2"/>
                  </a:cubicBezTo>
                  <a:cubicBezTo>
                    <a:pt x="1" y="19"/>
                    <a:pt x="18" y="28"/>
                    <a:pt x="34" y="28"/>
                  </a:cubicBezTo>
                  <a:cubicBezTo>
                    <a:pt x="5" y="20"/>
                    <a:pt x="58" y="0"/>
                    <a:pt x="4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7"/>
            <p:cNvSpPr/>
            <p:nvPr/>
          </p:nvSpPr>
          <p:spPr>
            <a:xfrm rot="-2700000">
              <a:off x="5724737" y="3789616"/>
              <a:ext cx="801" cy="401"/>
            </a:xfrm>
            <a:custGeom>
              <a:rect b="b" l="l" r="r" t="t"/>
              <a:pathLst>
                <a:path extrusionOk="0" h="9" w="18">
                  <a:moveTo>
                    <a:pt x="17" y="0"/>
                  </a:moveTo>
                  <a:lnTo>
                    <a:pt x="17" y="0"/>
                  </a:lnTo>
                  <a:cubicBezTo>
                    <a:pt x="13" y="0"/>
                    <a:pt x="11" y="2"/>
                    <a:pt x="9" y="4"/>
                  </a:cubicBezTo>
                  <a:lnTo>
                    <a:pt x="17" y="0"/>
                  </a:lnTo>
                  <a:close/>
                  <a:moveTo>
                    <a:pt x="9" y="4"/>
                  </a:moveTo>
                  <a:lnTo>
                    <a:pt x="0" y="9"/>
                  </a:lnTo>
                  <a:cubicBezTo>
                    <a:pt x="5" y="9"/>
                    <a:pt x="7" y="6"/>
                    <a:pt x="9"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7"/>
            <p:cNvSpPr/>
            <p:nvPr/>
          </p:nvSpPr>
          <p:spPr>
            <a:xfrm rot="-2700000">
              <a:off x="5724075" y="3790559"/>
              <a:ext cx="1558" cy="1157"/>
            </a:xfrm>
            <a:custGeom>
              <a:rect b="b" l="l" r="r" t="t"/>
              <a:pathLst>
                <a:path extrusionOk="0" h="26" w="35">
                  <a:moveTo>
                    <a:pt x="34" y="1"/>
                  </a:moveTo>
                  <a:cubicBezTo>
                    <a:pt x="26" y="9"/>
                    <a:pt x="9" y="9"/>
                    <a:pt x="0" y="26"/>
                  </a:cubicBezTo>
                  <a:cubicBezTo>
                    <a:pt x="26" y="17"/>
                    <a:pt x="26" y="17"/>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7"/>
            <p:cNvSpPr/>
            <p:nvPr/>
          </p:nvSpPr>
          <p:spPr>
            <a:xfrm rot="-2700000">
              <a:off x="5725948" y="3782274"/>
              <a:ext cx="1558" cy="1202"/>
            </a:xfrm>
            <a:custGeom>
              <a:rect b="b" l="l" r="r" t="t"/>
              <a:pathLst>
                <a:path extrusionOk="0" h="27" w="35">
                  <a:moveTo>
                    <a:pt x="17" y="1"/>
                  </a:moveTo>
                  <a:lnTo>
                    <a:pt x="9" y="9"/>
                  </a:lnTo>
                  <a:cubicBezTo>
                    <a:pt x="9" y="18"/>
                    <a:pt x="0" y="26"/>
                    <a:pt x="9" y="26"/>
                  </a:cubicBezTo>
                  <a:cubicBezTo>
                    <a:pt x="17" y="18"/>
                    <a:pt x="34" y="18"/>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7"/>
            <p:cNvSpPr/>
            <p:nvPr/>
          </p:nvSpPr>
          <p:spPr>
            <a:xfrm rot="-2700000">
              <a:off x="5748513" y="3736031"/>
              <a:ext cx="10506" cy="6054"/>
            </a:xfrm>
            <a:custGeom>
              <a:rect b="b" l="l" r="r" t="t"/>
              <a:pathLst>
                <a:path extrusionOk="0" h="136" w="236">
                  <a:moveTo>
                    <a:pt x="236" y="1"/>
                  </a:moveTo>
                  <a:cubicBezTo>
                    <a:pt x="158" y="43"/>
                    <a:pt x="121" y="62"/>
                    <a:pt x="97" y="62"/>
                  </a:cubicBezTo>
                  <a:cubicBezTo>
                    <a:pt x="92" y="62"/>
                    <a:pt x="88" y="61"/>
                    <a:pt x="83" y="60"/>
                  </a:cubicBezTo>
                  <a:cubicBezTo>
                    <a:pt x="0" y="110"/>
                    <a:pt x="64" y="110"/>
                    <a:pt x="34" y="135"/>
                  </a:cubicBezTo>
                  <a:lnTo>
                    <a:pt x="34" y="135"/>
                  </a:lnTo>
                  <a:cubicBezTo>
                    <a:pt x="109" y="77"/>
                    <a:pt x="143" y="68"/>
                    <a:pt x="236" y="1"/>
                  </a:cubicBezTo>
                  <a:close/>
                  <a:moveTo>
                    <a:pt x="34" y="135"/>
                  </a:moveTo>
                  <a:cubicBezTo>
                    <a:pt x="34" y="135"/>
                    <a:pt x="33" y="135"/>
                    <a:pt x="33" y="136"/>
                  </a:cubicBezTo>
                  <a:cubicBezTo>
                    <a:pt x="33" y="135"/>
                    <a:pt x="34" y="135"/>
                    <a:pt x="34" y="13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7"/>
            <p:cNvSpPr/>
            <p:nvPr/>
          </p:nvSpPr>
          <p:spPr>
            <a:xfrm rot="-2700000">
              <a:off x="5752295" y="3744218"/>
              <a:ext cx="1558" cy="1202"/>
            </a:xfrm>
            <a:custGeom>
              <a:rect b="b" l="l" r="r" t="t"/>
              <a:pathLst>
                <a:path extrusionOk="0" h="27" w="35">
                  <a:moveTo>
                    <a:pt x="35" y="1"/>
                  </a:moveTo>
                  <a:lnTo>
                    <a:pt x="1" y="26"/>
                  </a:lnTo>
                  <a:cubicBezTo>
                    <a:pt x="18" y="18"/>
                    <a:pt x="26" y="9"/>
                    <a:pt x="3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7"/>
            <p:cNvSpPr/>
            <p:nvPr/>
          </p:nvSpPr>
          <p:spPr>
            <a:xfrm rot="-2700000">
              <a:off x="5714660" y="3787930"/>
              <a:ext cx="401" cy="1914"/>
            </a:xfrm>
            <a:custGeom>
              <a:rect b="b" l="l" r="r" t="t"/>
              <a:pathLst>
                <a:path extrusionOk="0" h="43" w="9">
                  <a:moveTo>
                    <a:pt x="9" y="0"/>
                  </a:moveTo>
                  <a:lnTo>
                    <a:pt x="1" y="43"/>
                  </a:lnTo>
                  <a:lnTo>
                    <a:pt x="9"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7"/>
            <p:cNvSpPr/>
            <p:nvPr/>
          </p:nvSpPr>
          <p:spPr>
            <a:xfrm rot="-2700000">
              <a:off x="5755044" y="3726610"/>
              <a:ext cx="3739" cy="1603"/>
            </a:xfrm>
            <a:custGeom>
              <a:rect b="b" l="l" r="r" t="t"/>
              <a:pathLst>
                <a:path extrusionOk="0" h="36" w="84">
                  <a:moveTo>
                    <a:pt x="68" y="1"/>
                  </a:moveTo>
                  <a:lnTo>
                    <a:pt x="68" y="1"/>
                  </a:lnTo>
                  <a:cubicBezTo>
                    <a:pt x="52" y="18"/>
                    <a:pt x="26" y="26"/>
                    <a:pt x="1" y="35"/>
                  </a:cubicBezTo>
                  <a:cubicBezTo>
                    <a:pt x="4" y="36"/>
                    <a:pt x="7" y="36"/>
                    <a:pt x="10" y="36"/>
                  </a:cubicBezTo>
                  <a:cubicBezTo>
                    <a:pt x="43" y="36"/>
                    <a:pt x="84" y="1"/>
                    <a:pt x="6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7"/>
            <p:cNvSpPr/>
            <p:nvPr/>
          </p:nvSpPr>
          <p:spPr>
            <a:xfrm rot="-2700000">
              <a:off x="5731470" y="3759122"/>
              <a:ext cx="3828" cy="1202"/>
            </a:xfrm>
            <a:custGeom>
              <a:rect b="b" l="l" r="r" t="t"/>
              <a:pathLst>
                <a:path extrusionOk="0" h="27" w="86">
                  <a:moveTo>
                    <a:pt x="60" y="1"/>
                  </a:moveTo>
                  <a:lnTo>
                    <a:pt x="60" y="1"/>
                  </a:lnTo>
                  <a:cubicBezTo>
                    <a:pt x="34" y="1"/>
                    <a:pt x="17" y="18"/>
                    <a:pt x="1" y="26"/>
                  </a:cubicBezTo>
                  <a:cubicBezTo>
                    <a:pt x="17" y="18"/>
                    <a:pt x="85" y="18"/>
                    <a:pt x="6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7"/>
            <p:cNvSpPr/>
            <p:nvPr/>
          </p:nvSpPr>
          <p:spPr>
            <a:xfrm rot="-2700000">
              <a:off x="5748493" y="3725565"/>
              <a:ext cx="3873" cy="1113"/>
            </a:xfrm>
            <a:custGeom>
              <a:rect b="b" l="l" r="r" t="t"/>
              <a:pathLst>
                <a:path extrusionOk="0" h="25" w="87">
                  <a:moveTo>
                    <a:pt x="26" y="1"/>
                  </a:moveTo>
                  <a:cubicBezTo>
                    <a:pt x="43" y="9"/>
                    <a:pt x="34" y="17"/>
                    <a:pt x="0" y="17"/>
                  </a:cubicBezTo>
                  <a:cubicBezTo>
                    <a:pt x="15" y="21"/>
                    <a:pt x="44" y="25"/>
                    <a:pt x="61" y="25"/>
                  </a:cubicBezTo>
                  <a:cubicBezTo>
                    <a:pt x="83" y="25"/>
                    <a:pt x="86" y="19"/>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7"/>
            <p:cNvSpPr/>
            <p:nvPr/>
          </p:nvSpPr>
          <p:spPr>
            <a:xfrm rot="-2700000">
              <a:off x="5733964" y="3754731"/>
              <a:ext cx="1202" cy="1202"/>
            </a:xfrm>
            <a:custGeom>
              <a:rect b="b" l="l" r="r" t="t"/>
              <a:pathLst>
                <a:path extrusionOk="0" h="27" w="27">
                  <a:moveTo>
                    <a:pt x="9" y="1"/>
                  </a:moveTo>
                  <a:lnTo>
                    <a:pt x="1" y="26"/>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7"/>
            <p:cNvSpPr/>
            <p:nvPr/>
          </p:nvSpPr>
          <p:spPr>
            <a:xfrm rot="-2700000">
              <a:off x="5717629" y="3768923"/>
              <a:ext cx="6455" cy="801"/>
            </a:xfrm>
            <a:custGeom>
              <a:rect b="b" l="l" r="r" t="t"/>
              <a:pathLst>
                <a:path extrusionOk="0" h="18" w="145">
                  <a:moveTo>
                    <a:pt x="85" y="0"/>
                  </a:moveTo>
                  <a:cubicBezTo>
                    <a:pt x="69" y="0"/>
                    <a:pt x="48" y="4"/>
                    <a:pt x="28" y="4"/>
                  </a:cubicBezTo>
                  <a:cubicBezTo>
                    <a:pt x="19" y="4"/>
                    <a:pt x="9" y="3"/>
                    <a:pt x="1" y="0"/>
                  </a:cubicBezTo>
                  <a:lnTo>
                    <a:pt x="1" y="0"/>
                  </a:lnTo>
                  <a:cubicBezTo>
                    <a:pt x="9" y="9"/>
                    <a:pt x="35" y="9"/>
                    <a:pt x="58" y="9"/>
                  </a:cubicBezTo>
                  <a:cubicBezTo>
                    <a:pt x="81" y="9"/>
                    <a:pt x="102" y="9"/>
                    <a:pt x="102" y="17"/>
                  </a:cubicBezTo>
                  <a:cubicBezTo>
                    <a:pt x="145" y="9"/>
                    <a:pt x="132" y="9"/>
                    <a:pt x="113" y="9"/>
                  </a:cubicBezTo>
                  <a:cubicBezTo>
                    <a:pt x="94" y="9"/>
                    <a:pt x="69" y="9"/>
                    <a:pt x="8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7"/>
            <p:cNvSpPr/>
            <p:nvPr/>
          </p:nvSpPr>
          <p:spPr>
            <a:xfrm rot="-2700000">
              <a:off x="5720456" y="3767770"/>
              <a:ext cx="801" cy="401"/>
            </a:xfrm>
            <a:custGeom>
              <a:rect b="b" l="l" r="r" t="t"/>
              <a:pathLst>
                <a:path extrusionOk="0" h="9" w="18">
                  <a:moveTo>
                    <a:pt x="0" y="9"/>
                  </a:move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7"/>
            <p:cNvSpPr/>
            <p:nvPr/>
          </p:nvSpPr>
          <p:spPr>
            <a:xfrm rot="-2700000">
              <a:off x="5720724" y="3756097"/>
              <a:ext cx="45" cy="4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7"/>
            <p:cNvSpPr/>
            <p:nvPr/>
          </p:nvSpPr>
          <p:spPr>
            <a:xfrm rot="-2700000">
              <a:off x="5718675" y="3764480"/>
              <a:ext cx="3828" cy="1157"/>
            </a:xfrm>
            <a:custGeom>
              <a:rect b="b" l="l" r="r" t="t"/>
              <a:pathLst>
                <a:path extrusionOk="0" h="26" w="86">
                  <a:moveTo>
                    <a:pt x="18" y="0"/>
                  </a:moveTo>
                  <a:cubicBezTo>
                    <a:pt x="1" y="9"/>
                    <a:pt x="9" y="9"/>
                    <a:pt x="26" y="9"/>
                  </a:cubicBezTo>
                  <a:lnTo>
                    <a:pt x="43" y="17"/>
                  </a:lnTo>
                  <a:cubicBezTo>
                    <a:pt x="57" y="17"/>
                    <a:pt x="71" y="17"/>
                    <a:pt x="81" y="22"/>
                  </a:cubicBezTo>
                  <a:lnTo>
                    <a:pt x="81" y="22"/>
                  </a:lnTo>
                  <a:cubicBezTo>
                    <a:pt x="72" y="13"/>
                    <a:pt x="83" y="0"/>
                    <a:pt x="69" y="0"/>
                  </a:cubicBezTo>
                  <a:close/>
                  <a:moveTo>
                    <a:pt x="81" y="22"/>
                  </a:moveTo>
                  <a:cubicBezTo>
                    <a:pt x="82" y="23"/>
                    <a:pt x="83" y="25"/>
                    <a:pt x="86" y="26"/>
                  </a:cubicBezTo>
                  <a:cubicBezTo>
                    <a:pt x="84" y="24"/>
                    <a:pt x="82" y="23"/>
                    <a:pt x="81" y="2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7"/>
            <p:cNvSpPr/>
            <p:nvPr/>
          </p:nvSpPr>
          <p:spPr>
            <a:xfrm rot="-2700000">
              <a:off x="5707196" y="3737441"/>
              <a:ext cx="4184" cy="1157"/>
            </a:xfrm>
            <a:custGeom>
              <a:rect b="b" l="l" r="r" t="t"/>
              <a:pathLst>
                <a:path extrusionOk="0" h="26" w="94">
                  <a:moveTo>
                    <a:pt x="43" y="0"/>
                  </a:moveTo>
                  <a:lnTo>
                    <a:pt x="43" y="0"/>
                  </a:lnTo>
                  <a:cubicBezTo>
                    <a:pt x="51" y="17"/>
                    <a:pt x="0" y="17"/>
                    <a:pt x="34" y="17"/>
                  </a:cubicBezTo>
                  <a:lnTo>
                    <a:pt x="93" y="26"/>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7"/>
            <p:cNvSpPr/>
            <p:nvPr/>
          </p:nvSpPr>
          <p:spPr>
            <a:xfrm rot="-2700000">
              <a:off x="5708085" y="3738013"/>
              <a:ext cx="801" cy="45"/>
            </a:xfrm>
            <a:custGeom>
              <a:rect b="b" l="l" r="r" t="t"/>
              <a:pathLst>
                <a:path extrusionOk="0" h="1" w="18">
                  <a:moveTo>
                    <a:pt x="1" y="0"/>
                  </a:move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7"/>
            <p:cNvSpPr/>
            <p:nvPr/>
          </p:nvSpPr>
          <p:spPr>
            <a:xfrm rot="-2700000">
              <a:off x="5724856" y="3752382"/>
              <a:ext cx="2671" cy="801"/>
            </a:xfrm>
            <a:custGeom>
              <a:rect b="b" l="l" r="r" t="t"/>
              <a:pathLst>
                <a:path extrusionOk="0" h="18" w="60">
                  <a:moveTo>
                    <a:pt x="0" y="1"/>
                  </a:moveTo>
                  <a:cubicBezTo>
                    <a:pt x="17" y="9"/>
                    <a:pt x="34" y="18"/>
                    <a:pt x="51" y="18"/>
                  </a:cubicBezTo>
                  <a:cubicBezTo>
                    <a:pt x="59" y="18"/>
                    <a:pt x="25"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7"/>
            <p:cNvSpPr/>
            <p:nvPr/>
          </p:nvSpPr>
          <p:spPr>
            <a:xfrm rot="-2700000">
              <a:off x="5696027" y="3744456"/>
              <a:ext cx="3072" cy="1514"/>
            </a:xfrm>
            <a:custGeom>
              <a:rect b="b" l="l" r="r" t="t"/>
              <a:pathLst>
                <a:path extrusionOk="0" h="34" w="69">
                  <a:moveTo>
                    <a:pt x="1" y="0"/>
                  </a:moveTo>
                  <a:lnTo>
                    <a:pt x="1" y="9"/>
                  </a:lnTo>
                  <a:lnTo>
                    <a:pt x="9" y="9"/>
                  </a:lnTo>
                  <a:lnTo>
                    <a:pt x="26" y="17"/>
                  </a:lnTo>
                  <a:lnTo>
                    <a:pt x="68" y="34"/>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7"/>
            <p:cNvSpPr/>
            <p:nvPr/>
          </p:nvSpPr>
          <p:spPr>
            <a:xfrm rot="-2700000">
              <a:off x="5685490" y="3746989"/>
              <a:ext cx="1514" cy="445"/>
            </a:xfrm>
            <a:custGeom>
              <a:rect b="b" l="l" r="r" t="t"/>
              <a:pathLst>
                <a:path extrusionOk="0" h="10" w="34">
                  <a:moveTo>
                    <a:pt x="0" y="1"/>
                  </a:moveTo>
                  <a:lnTo>
                    <a:pt x="0" y="9"/>
                  </a:lnTo>
                  <a:lnTo>
                    <a:pt x="34" y="9"/>
                  </a:lnTo>
                  <a:lnTo>
                    <a:pt x="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7"/>
            <p:cNvSpPr/>
            <p:nvPr/>
          </p:nvSpPr>
          <p:spPr>
            <a:xfrm rot="-2700000">
              <a:off x="5706810" y="3769513"/>
              <a:ext cx="1558" cy="1291"/>
            </a:xfrm>
            <a:custGeom>
              <a:rect b="b" l="l" r="r" t="t"/>
              <a:pathLst>
                <a:path extrusionOk="0" h="29" w="35">
                  <a:moveTo>
                    <a:pt x="9" y="0"/>
                  </a:moveTo>
                  <a:cubicBezTo>
                    <a:pt x="6" y="9"/>
                    <a:pt x="6" y="12"/>
                    <a:pt x="8" y="12"/>
                  </a:cubicBezTo>
                  <a:cubicBezTo>
                    <a:pt x="11" y="12"/>
                    <a:pt x="17" y="7"/>
                    <a:pt x="22" y="7"/>
                  </a:cubicBezTo>
                  <a:cubicBezTo>
                    <a:pt x="23" y="7"/>
                    <a:pt x="25" y="8"/>
                    <a:pt x="26" y="9"/>
                  </a:cubicBezTo>
                  <a:lnTo>
                    <a:pt x="1" y="26"/>
                  </a:lnTo>
                  <a:cubicBezTo>
                    <a:pt x="1" y="27"/>
                    <a:pt x="2" y="28"/>
                    <a:pt x="4" y="28"/>
                  </a:cubicBezTo>
                  <a:cubicBezTo>
                    <a:pt x="12" y="28"/>
                    <a:pt x="35" y="16"/>
                    <a:pt x="35" y="9"/>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7"/>
            <p:cNvSpPr/>
            <p:nvPr/>
          </p:nvSpPr>
          <p:spPr>
            <a:xfrm rot="-2700000">
              <a:off x="5595176" y="3765488"/>
              <a:ext cx="42602" cy="20388"/>
            </a:xfrm>
            <a:custGeom>
              <a:rect b="b" l="l" r="r" t="t"/>
              <a:pathLst>
                <a:path extrusionOk="0" h="458" w="957">
                  <a:moveTo>
                    <a:pt x="0" y="1"/>
                  </a:moveTo>
                  <a:lnTo>
                    <a:pt x="0" y="1"/>
                  </a:lnTo>
                  <a:cubicBezTo>
                    <a:pt x="26" y="18"/>
                    <a:pt x="43" y="35"/>
                    <a:pt x="68" y="52"/>
                  </a:cubicBezTo>
                  <a:cubicBezTo>
                    <a:pt x="17" y="69"/>
                    <a:pt x="110" y="77"/>
                    <a:pt x="85" y="102"/>
                  </a:cubicBezTo>
                  <a:cubicBezTo>
                    <a:pt x="60" y="102"/>
                    <a:pt x="43" y="94"/>
                    <a:pt x="26" y="77"/>
                  </a:cubicBezTo>
                  <a:cubicBezTo>
                    <a:pt x="17" y="94"/>
                    <a:pt x="26" y="111"/>
                    <a:pt x="17" y="128"/>
                  </a:cubicBezTo>
                  <a:cubicBezTo>
                    <a:pt x="35" y="143"/>
                    <a:pt x="51" y="148"/>
                    <a:pt x="67" y="148"/>
                  </a:cubicBezTo>
                  <a:cubicBezTo>
                    <a:pt x="90" y="148"/>
                    <a:pt x="111" y="139"/>
                    <a:pt x="134" y="139"/>
                  </a:cubicBezTo>
                  <a:cubicBezTo>
                    <a:pt x="148" y="139"/>
                    <a:pt x="162" y="142"/>
                    <a:pt x="178" y="153"/>
                  </a:cubicBezTo>
                  <a:cubicBezTo>
                    <a:pt x="169" y="170"/>
                    <a:pt x="144" y="170"/>
                    <a:pt x="186" y="187"/>
                  </a:cubicBezTo>
                  <a:lnTo>
                    <a:pt x="169" y="187"/>
                  </a:lnTo>
                  <a:cubicBezTo>
                    <a:pt x="229" y="194"/>
                    <a:pt x="216" y="231"/>
                    <a:pt x="240" y="231"/>
                  </a:cubicBezTo>
                  <a:cubicBezTo>
                    <a:pt x="247" y="231"/>
                    <a:pt x="256" y="228"/>
                    <a:pt x="271" y="221"/>
                  </a:cubicBezTo>
                  <a:lnTo>
                    <a:pt x="271" y="221"/>
                  </a:lnTo>
                  <a:lnTo>
                    <a:pt x="263" y="246"/>
                  </a:lnTo>
                  <a:cubicBezTo>
                    <a:pt x="305" y="246"/>
                    <a:pt x="347" y="263"/>
                    <a:pt x="389" y="280"/>
                  </a:cubicBezTo>
                  <a:cubicBezTo>
                    <a:pt x="499" y="289"/>
                    <a:pt x="449" y="297"/>
                    <a:pt x="559" y="331"/>
                  </a:cubicBezTo>
                  <a:lnTo>
                    <a:pt x="499" y="339"/>
                  </a:lnTo>
                  <a:cubicBezTo>
                    <a:pt x="513" y="349"/>
                    <a:pt x="523" y="351"/>
                    <a:pt x="533" y="351"/>
                  </a:cubicBezTo>
                  <a:cubicBezTo>
                    <a:pt x="540" y="351"/>
                    <a:pt x="547" y="350"/>
                    <a:pt x="554" y="350"/>
                  </a:cubicBezTo>
                  <a:cubicBezTo>
                    <a:pt x="561" y="350"/>
                    <a:pt x="568" y="351"/>
                    <a:pt x="576" y="356"/>
                  </a:cubicBezTo>
                  <a:cubicBezTo>
                    <a:pt x="576" y="356"/>
                    <a:pt x="576" y="371"/>
                    <a:pt x="561" y="374"/>
                  </a:cubicBezTo>
                  <a:lnTo>
                    <a:pt x="561" y="374"/>
                  </a:lnTo>
                  <a:lnTo>
                    <a:pt x="542" y="373"/>
                  </a:lnTo>
                  <a:lnTo>
                    <a:pt x="542" y="373"/>
                  </a:lnTo>
                  <a:cubicBezTo>
                    <a:pt x="547" y="374"/>
                    <a:pt x="551" y="375"/>
                    <a:pt x="554" y="375"/>
                  </a:cubicBezTo>
                  <a:cubicBezTo>
                    <a:pt x="557" y="375"/>
                    <a:pt x="559" y="375"/>
                    <a:pt x="561" y="374"/>
                  </a:cubicBezTo>
                  <a:lnTo>
                    <a:pt x="561" y="374"/>
                  </a:lnTo>
                  <a:lnTo>
                    <a:pt x="694" y="382"/>
                  </a:lnTo>
                  <a:cubicBezTo>
                    <a:pt x="736" y="373"/>
                    <a:pt x="702" y="365"/>
                    <a:pt x="702" y="348"/>
                  </a:cubicBezTo>
                  <a:cubicBezTo>
                    <a:pt x="704" y="347"/>
                    <a:pt x="706" y="346"/>
                    <a:pt x="709" y="346"/>
                  </a:cubicBezTo>
                  <a:cubicBezTo>
                    <a:pt x="730" y="346"/>
                    <a:pt x="769" y="375"/>
                    <a:pt x="762" y="390"/>
                  </a:cubicBezTo>
                  <a:cubicBezTo>
                    <a:pt x="762" y="399"/>
                    <a:pt x="751" y="399"/>
                    <a:pt x="743" y="399"/>
                  </a:cubicBezTo>
                  <a:cubicBezTo>
                    <a:pt x="734" y="399"/>
                    <a:pt x="728" y="399"/>
                    <a:pt x="736" y="407"/>
                  </a:cubicBezTo>
                  <a:lnTo>
                    <a:pt x="795" y="382"/>
                  </a:lnTo>
                  <a:lnTo>
                    <a:pt x="795" y="382"/>
                  </a:lnTo>
                  <a:cubicBezTo>
                    <a:pt x="826" y="412"/>
                    <a:pt x="795" y="418"/>
                    <a:pt x="759" y="418"/>
                  </a:cubicBezTo>
                  <a:cubicBezTo>
                    <a:pt x="735" y="418"/>
                    <a:pt x="707" y="415"/>
                    <a:pt x="694" y="415"/>
                  </a:cubicBezTo>
                  <a:cubicBezTo>
                    <a:pt x="745" y="449"/>
                    <a:pt x="779" y="432"/>
                    <a:pt x="838" y="458"/>
                  </a:cubicBezTo>
                  <a:cubicBezTo>
                    <a:pt x="829" y="449"/>
                    <a:pt x="821" y="432"/>
                    <a:pt x="812" y="415"/>
                  </a:cubicBezTo>
                  <a:cubicBezTo>
                    <a:pt x="815" y="409"/>
                    <a:pt x="820" y="406"/>
                    <a:pt x="826" y="406"/>
                  </a:cubicBezTo>
                  <a:cubicBezTo>
                    <a:pt x="846" y="406"/>
                    <a:pt x="882" y="428"/>
                    <a:pt x="914" y="441"/>
                  </a:cubicBezTo>
                  <a:cubicBezTo>
                    <a:pt x="897" y="415"/>
                    <a:pt x="914" y="415"/>
                    <a:pt x="939" y="415"/>
                  </a:cubicBezTo>
                  <a:lnTo>
                    <a:pt x="956" y="415"/>
                  </a:lnTo>
                  <a:cubicBezTo>
                    <a:pt x="956" y="407"/>
                    <a:pt x="956" y="399"/>
                    <a:pt x="956" y="399"/>
                  </a:cubicBezTo>
                  <a:cubicBezTo>
                    <a:pt x="914" y="390"/>
                    <a:pt x="897" y="356"/>
                    <a:pt x="872" y="348"/>
                  </a:cubicBezTo>
                  <a:cubicBezTo>
                    <a:pt x="872" y="361"/>
                    <a:pt x="867" y="365"/>
                    <a:pt x="859" y="365"/>
                  </a:cubicBezTo>
                  <a:cubicBezTo>
                    <a:pt x="836" y="365"/>
                    <a:pt x="785" y="322"/>
                    <a:pt x="753" y="322"/>
                  </a:cubicBezTo>
                  <a:lnTo>
                    <a:pt x="719" y="314"/>
                  </a:lnTo>
                  <a:lnTo>
                    <a:pt x="711" y="306"/>
                  </a:lnTo>
                  <a:cubicBezTo>
                    <a:pt x="711" y="306"/>
                    <a:pt x="719" y="297"/>
                    <a:pt x="736" y="297"/>
                  </a:cubicBezTo>
                  <a:cubicBezTo>
                    <a:pt x="724" y="297"/>
                    <a:pt x="692" y="283"/>
                    <a:pt x="677" y="283"/>
                  </a:cubicBezTo>
                  <a:cubicBezTo>
                    <a:pt x="672" y="283"/>
                    <a:pt x="669" y="284"/>
                    <a:pt x="669" y="289"/>
                  </a:cubicBezTo>
                  <a:lnTo>
                    <a:pt x="550" y="238"/>
                  </a:lnTo>
                  <a:cubicBezTo>
                    <a:pt x="542" y="229"/>
                    <a:pt x="542" y="229"/>
                    <a:pt x="542" y="221"/>
                  </a:cubicBezTo>
                  <a:cubicBezTo>
                    <a:pt x="533" y="221"/>
                    <a:pt x="533" y="229"/>
                    <a:pt x="533" y="229"/>
                  </a:cubicBez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7"/>
            <p:cNvSpPr/>
            <p:nvPr/>
          </p:nvSpPr>
          <p:spPr>
            <a:xfrm rot="-2700000">
              <a:off x="5635210" y="3770817"/>
              <a:ext cx="1157" cy="445"/>
            </a:xfrm>
            <a:custGeom>
              <a:rect b="b" l="l" r="r" t="t"/>
              <a:pathLst>
                <a:path extrusionOk="0" h="10" w="26">
                  <a:moveTo>
                    <a:pt x="0" y="1"/>
                  </a:moveTo>
                  <a:lnTo>
                    <a:pt x="0" y="1"/>
                  </a:lnTo>
                  <a:cubicBezTo>
                    <a:pt x="9" y="9"/>
                    <a:pt x="17" y="9"/>
                    <a:pt x="26" y="9"/>
                  </a:cubicBezTo>
                  <a:cubicBezTo>
                    <a:pt x="17" y="9"/>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7"/>
            <p:cNvSpPr/>
            <p:nvPr/>
          </p:nvSpPr>
          <p:spPr>
            <a:xfrm rot="-2700000">
              <a:off x="5592924" y="3783189"/>
              <a:ext cx="1558" cy="757"/>
            </a:xfrm>
            <a:custGeom>
              <a:rect b="b" l="l" r="r" t="t"/>
              <a:pathLst>
                <a:path extrusionOk="0" h="17" w="35">
                  <a:moveTo>
                    <a:pt x="1" y="0"/>
                  </a:moveTo>
                  <a:lnTo>
                    <a:pt x="35" y="17"/>
                  </a:lnTo>
                  <a:cubicBezTo>
                    <a:pt x="26" y="9"/>
                    <a:pt x="18"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7"/>
            <p:cNvSpPr/>
            <p:nvPr/>
          </p:nvSpPr>
          <p:spPr>
            <a:xfrm rot="-2700000">
              <a:off x="5639173" y="3764153"/>
              <a:ext cx="4184" cy="2315"/>
            </a:xfrm>
            <a:custGeom>
              <a:rect b="b" l="l" r="r" t="t"/>
              <a:pathLst>
                <a:path extrusionOk="0" h="52" w="94">
                  <a:moveTo>
                    <a:pt x="17" y="0"/>
                  </a:moveTo>
                  <a:cubicBezTo>
                    <a:pt x="17" y="9"/>
                    <a:pt x="0" y="17"/>
                    <a:pt x="0" y="26"/>
                  </a:cubicBezTo>
                  <a:lnTo>
                    <a:pt x="68" y="51"/>
                  </a:lnTo>
                  <a:cubicBezTo>
                    <a:pt x="59" y="38"/>
                    <a:pt x="63" y="36"/>
                    <a:pt x="71" y="36"/>
                  </a:cubicBezTo>
                  <a:cubicBezTo>
                    <a:pt x="75" y="36"/>
                    <a:pt x="79" y="37"/>
                    <a:pt x="83" y="37"/>
                  </a:cubicBezTo>
                  <a:cubicBezTo>
                    <a:pt x="87" y="37"/>
                    <a:pt x="91" y="36"/>
                    <a:pt x="93" y="34"/>
                  </a:cubicBez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7"/>
            <p:cNvSpPr/>
            <p:nvPr/>
          </p:nvSpPr>
          <p:spPr>
            <a:xfrm rot="-2700000">
              <a:off x="5637491" y="3765157"/>
              <a:ext cx="1914" cy="1157"/>
            </a:xfrm>
            <a:custGeom>
              <a:rect b="b" l="l" r="r" t="t"/>
              <a:pathLst>
                <a:path extrusionOk="0" h="26" w="43">
                  <a:moveTo>
                    <a:pt x="26" y="0"/>
                  </a:moveTo>
                  <a:cubicBezTo>
                    <a:pt x="18" y="0"/>
                    <a:pt x="9" y="8"/>
                    <a:pt x="1" y="8"/>
                  </a:cubicBezTo>
                  <a:lnTo>
                    <a:pt x="43" y="25"/>
                  </a:lnTo>
                  <a:cubicBezTo>
                    <a:pt x="43" y="17"/>
                    <a:pt x="43" y="8"/>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7"/>
            <p:cNvSpPr/>
            <p:nvPr/>
          </p:nvSpPr>
          <p:spPr>
            <a:xfrm rot="-2700000">
              <a:off x="5645999" y="3788955"/>
              <a:ext cx="1959" cy="401"/>
            </a:xfrm>
            <a:custGeom>
              <a:rect b="b" l="l" r="r" t="t"/>
              <a:pathLst>
                <a:path extrusionOk="0" h="9" w="44">
                  <a:moveTo>
                    <a:pt x="1" y="0"/>
                  </a:moveTo>
                  <a:lnTo>
                    <a:pt x="43" y="9"/>
                  </a:lnTo>
                  <a:lnTo>
                    <a:pt x="43" y="9"/>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7"/>
            <p:cNvSpPr/>
            <p:nvPr/>
          </p:nvSpPr>
          <p:spPr>
            <a:xfrm rot="-2700000">
              <a:off x="5636861" y="3789341"/>
              <a:ext cx="2671" cy="1202"/>
            </a:xfrm>
            <a:custGeom>
              <a:rect b="b" l="l" r="r" t="t"/>
              <a:pathLst>
                <a:path extrusionOk="0" h="27" w="60">
                  <a:moveTo>
                    <a:pt x="0" y="1"/>
                  </a:moveTo>
                  <a:cubicBezTo>
                    <a:pt x="9" y="26"/>
                    <a:pt x="51" y="26"/>
                    <a:pt x="59" y="26"/>
                  </a:cubicBezTo>
                  <a:cubicBezTo>
                    <a:pt x="42" y="18"/>
                    <a:pt x="17"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7"/>
            <p:cNvSpPr/>
            <p:nvPr/>
          </p:nvSpPr>
          <p:spPr>
            <a:xfrm rot="-2700000">
              <a:off x="5640329" y="3797395"/>
              <a:ext cx="1558" cy="45"/>
            </a:xfrm>
            <a:custGeom>
              <a:rect b="b" l="l" r="r" t="t"/>
              <a:pathLst>
                <a:path extrusionOk="0" h="1" w="35">
                  <a:moveTo>
                    <a:pt x="35" y="0"/>
                  </a:moveTo>
                  <a:lnTo>
                    <a:pt x="1"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7"/>
            <p:cNvSpPr/>
            <p:nvPr/>
          </p:nvSpPr>
          <p:spPr>
            <a:xfrm rot="-2700000">
              <a:off x="5581719" y="3793072"/>
              <a:ext cx="801" cy="445"/>
            </a:xfrm>
            <a:custGeom>
              <a:rect b="b" l="l" r="r" t="t"/>
              <a:pathLst>
                <a:path extrusionOk="0" h="10" w="18">
                  <a:moveTo>
                    <a:pt x="18" y="9"/>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7"/>
            <p:cNvSpPr/>
            <p:nvPr/>
          </p:nvSpPr>
          <p:spPr>
            <a:xfrm rot="-2700000">
              <a:off x="5570998" y="3783787"/>
              <a:ext cx="26398" cy="12153"/>
            </a:xfrm>
            <a:custGeom>
              <a:rect b="b" l="l" r="r" t="t"/>
              <a:pathLst>
                <a:path extrusionOk="0" h="273" w="593">
                  <a:moveTo>
                    <a:pt x="37" y="0"/>
                  </a:moveTo>
                  <a:cubicBezTo>
                    <a:pt x="0" y="0"/>
                    <a:pt x="62" y="44"/>
                    <a:pt x="15" y="52"/>
                  </a:cubicBezTo>
                  <a:cubicBezTo>
                    <a:pt x="62" y="72"/>
                    <a:pt x="119" y="113"/>
                    <a:pt x="153" y="113"/>
                  </a:cubicBezTo>
                  <a:cubicBezTo>
                    <a:pt x="161" y="113"/>
                    <a:pt x="168" y="111"/>
                    <a:pt x="173" y="106"/>
                  </a:cubicBezTo>
                  <a:lnTo>
                    <a:pt x="173" y="106"/>
                  </a:lnTo>
                  <a:cubicBezTo>
                    <a:pt x="169" y="111"/>
                    <a:pt x="163" y="122"/>
                    <a:pt x="176" y="128"/>
                  </a:cubicBezTo>
                  <a:lnTo>
                    <a:pt x="218" y="111"/>
                  </a:lnTo>
                  <a:lnTo>
                    <a:pt x="193" y="86"/>
                  </a:lnTo>
                  <a:cubicBezTo>
                    <a:pt x="252" y="86"/>
                    <a:pt x="319" y="111"/>
                    <a:pt x="362" y="162"/>
                  </a:cubicBezTo>
                  <a:cubicBezTo>
                    <a:pt x="346" y="156"/>
                    <a:pt x="335" y="154"/>
                    <a:pt x="326" y="154"/>
                  </a:cubicBezTo>
                  <a:cubicBezTo>
                    <a:pt x="312" y="154"/>
                    <a:pt x="304" y="159"/>
                    <a:pt x="293" y="159"/>
                  </a:cubicBezTo>
                  <a:cubicBezTo>
                    <a:pt x="279" y="159"/>
                    <a:pt x="261" y="153"/>
                    <a:pt x="226" y="128"/>
                  </a:cubicBezTo>
                  <a:lnTo>
                    <a:pt x="226" y="128"/>
                  </a:lnTo>
                  <a:cubicBezTo>
                    <a:pt x="226" y="145"/>
                    <a:pt x="235" y="162"/>
                    <a:pt x="218" y="162"/>
                  </a:cubicBezTo>
                  <a:cubicBezTo>
                    <a:pt x="319" y="204"/>
                    <a:pt x="421" y="238"/>
                    <a:pt x="531" y="272"/>
                  </a:cubicBezTo>
                  <a:cubicBezTo>
                    <a:pt x="504" y="245"/>
                    <a:pt x="509" y="240"/>
                    <a:pt x="525" y="240"/>
                  </a:cubicBezTo>
                  <a:cubicBezTo>
                    <a:pt x="535" y="240"/>
                    <a:pt x="550" y="242"/>
                    <a:pt x="563" y="242"/>
                  </a:cubicBezTo>
                  <a:cubicBezTo>
                    <a:pt x="580" y="242"/>
                    <a:pt x="593" y="238"/>
                    <a:pt x="590" y="221"/>
                  </a:cubicBezTo>
                  <a:lnTo>
                    <a:pt x="539" y="213"/>
                  </a:lnTo>
                  <a:lnTo>
                    <a:pt x="548" y="204"/>
                  </a:lnTo>
                  <a:lnTo>
                    <a:pt x="489" y="179"/>
                  </a:lnTo>
                  <a:lnTo>
                    <a:pt x="489" y="179"/>
                  </a:lnTo>
                  <a:cubicBezTo>
                    <a:pt x="489" y="204"/>
                    <a:pt x="497" y="213"/>
                    <a:pt x="489" y="230"/>
                  </a:cubicBezTo>
                  <a:cubicBezTo>
                    <a:pt x="412" y="188"/>
                    <a:pt x="472" y="196"/>
                    <a:pt x="429" y="145"/>
                  </a:cubicBezTo>
                  <a:lnTo>
                    <a:pt x="345" y="111"/>
                  </a:lnTo>
                  <a:lnTo>
                    <a:pt x="336" y="111"/>
                  </a:lnTo>
                  <a:lnTo>
                    <a:pt x="49" y="1"/>
                  </a:lnTo>
                  <a:cubicBezTo>
                    <a:pt x="44" y="1"/>
                    <a:pt x="40" y="0"/>
                    <a:pt x="3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7"/>
            <p:cNvSpPr/>
            <p:nvPr/>
          </p:nvSpPr>
          <p:spPr>
            <a:xfrm rot="-2700000">
              <a:off x="5548364" y="3805768"/>
              <a:ext cx="401" cy="45"/>
            </a:xfrm>
            <a:custGeom>
              <a:rect b="b" l="l" r="r" t="t"/>
              <a:pathLst>
                <a:path extrusionOk="0" h="1" w="9">
                  <a:moveTo>
                    <a:pt x="9" y="1"/>
                  </a:moveTo>
                  <a:lnTo>
                    <a:pt x="9" y="1"/>
                  </a:lnTo>
                  <a:cubicBezTo>
                    <a:pt x="9" y="1"/>
                    <a:pt x="0"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7"/>
            <p:cNvSpPr/>
            <p:nvPr/>
          </p:nvSpPr>
          <p:spPr>
            <a:xfrm rot="-2700000">
              <a:off x="5548078" y="3803059"/>
              <a:ext cx="4184" cy="2315"/>
            </a:xfrm>
            <a:custGeom>
              <a:rect b="b" l="l" r="r" t="t"/>
              <a:pathLst>
                <a:path extrusionOk="0" h="52" w="94">
                  <a:moveTo>
                    <a:pt x="18" y="0"/>
                  </a:moveTo>
                  <a:lnTo>
                    <a:pt x="1" y="26"/>
                  </a:lnTo>
                  <a:cubicBezTo>
                    <a:pt x="9" y="26"/>
                    <a:pt x="43" y="26"/>
                    <a:pt x="52" y="34"/>
                  </a:cubicBezTo>
                  <a:lnTo>
                    <a:pt x="35" y="51"/>
                  </a:lnTo>
                  <a:lnTo>
                    <a:pt x="35" y="51"/>
                  </a:lnTo>
                  <a:lnTo>
                    <a:pt x="94" y="34"/>
                  </a:ln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7"/>
            <p:cNvSpPr/>
            <p:nvPr/>
          </p:nvSpPr>
          <p:spPr>
            <a:xfrm rot="-2700000">
              <a:off x="5551808" y="3801920"/>
              <a:ext cx="4184" cy="2359"/>
            </a:xfrm>
            <a:custGeom>
              <a:rect b="b" l="l" r="r" t="t"/>
              <a:pathLst>
                <a:path extrusionOk="0" h="53" w="94">
                  <a:moveTo>
                    <a:pt x="75" y="0"/>
                  </a:moveTo>
                  <a:cubicBezTo>
                    <a:pt x="41" y="0"/>
                    <a:pt x="36" y="22"/>
                    <a:pt x="51" y="44"/>
                  </a:cubicBezTo>
                  <a:cubicBezTo>
                    <a:pt x="18" y="44"/>
                    <a:pt x="31" y="19"/>
                    <a:pt x="23" y="19"/>
                  </a:cubicBezTo>
                  <a:lnTo>
                    <a:pt x="23" y="19"/>
                  </a:lnTo>
                  <a:cubicBezTo>
                    <a:pt x="21" y="19"/>
                    <a:pt x="16" y="21"/>
                    <a:pt x="9" y="27"/>
                  </a:cubicBezTo>
                  <a:cubicBezTo>
                    <a:pt x="0" y="44"/>
                    <a:pt x="51" y="52"/>
                    <a:pt x="59" y="52"/>
                  </a:cubicBezTo>
                  <a:lnTo>
                    <a:pt x="93" y="2"/>
                  </a:lnTo>
                  <a:cubicBezTo>
                    <a:pt x="86" y="1"/>
                    <a:pt x="80" y="0"/>
                    <a:pt x="7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7"/>
            <p:cNvSpPr/>
            <p:nvPr/>
          </p:nvSpPr>
          <p:spPr>
            <a:xfrm rot="-2700000">
              <a:off x="5567758" y="3796162"/>
              <a:ext cx="1558" cy="1157"/>
            </a:xfrm>
            <a:custGeom>
              <a:rect b="b" l="l" r="r" t="t"/>
              <a:pathLst>
                <a:path extrusionOk="0" h="26" w="35">
                  <a:moveTo>
                    <a:pt x="18" y="0"/>
                  </a:moveTo>
                  <a:lnTo>
                    <a:pt x="1" y="9"/>
                  </a:lnTo>
                  <a:lnTo>
                    <a:pt x="35" y="26"/>
                  </a:ln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7"/>
            <p:cNvSpPr/>
            <p:nvPr/>
          </p:nvSpPr>
          <p:spPr>
            <a:xfrm rot="-2700000">
              <a:off x="5566778" y="3796839"/>
              <a:ext cx="1157" cy="1157"/>
            </a:xfrm>
            <a:custGeom>
              <a:rect b="b" l="l" r="r" t="t"/>
              <a:pathLst>
                <a:path extrusionOk="0" h="26" w="26">
                  <a:moveTo>
                    <a:pt x="0" y="0"/>
                  </a:moveTo>
                  <a:cubicBezTo>
                    <a:pt x="0" y="8"/>
                    <a:pt x="0" y="17"/>
                    <a:pt x="0" y="25"/>
                  </a:cubicBezTo>
                  <a:lnTo>
                    <a:pt x="26" y="17"/>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7"/>
            <p:cNvSpPr/>
            <p:nvPr/>
          </p:nvSpPr>
          <p:spPr>
            <a:xfrm rot="-2700000">
              <a:off x="5561190" y="3798197"/>
              <a:ext cx="1914" cy="801"/>
            </a:xfrm>
            <a:custGeom>
              <a:rect b="b" l="l" r="r" t="t"/>
              <a:pathLst>
                <a:path extrusionOk="0" h="18" w="43">
                  <a:moveTo>
                    <a:pt x="0" y="1"/>
                  </a:moveTo>
                  <a:lnTo>
                    <a:pt x="43" y="18"/>
                  </a:lnTo>
                  <a:cubicBezTo>
                    <a:pt x="34" y="9"/>
                    <a:pt x="17"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7"/>
            <p:cNvSpPr/>
            <p:nvPr/>
          </p:nvSpPr>
          <p:spPr>
            <a:xfrm rot="-2700000">
              <a:off x="5563687" y="3798197"/>
              <a:ext cx="1202" cy="801"/>
            </a:xfrm>
            <a:custGeom>
              <a:rect b="b" l="l" r="r" t="t"/>
              <a:pathLst>
                <a:path extrusionOk="0" h="18" w="27">
                  <a:moveTo>
                    <a:pt x="26" y="18"/>
                  </a:moveTo>
                  <a:lnTo>
                    <a:pt x="26" y="18"/>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7"/>
            <p:cNvSpPr/>
            <p:nvPr/>
          </p:nvSpPr>
          <p:spPr>
            <a:xfrm rot="-2700000">
              <a:off x="5563955" y="3795651"/>
              <a:ext cx="2270" cy="2715"/>
            </a:xfrm>
            <a:custGeom>
              <a:rect b="b" l="l" r="r" t="t"/>
              <a:pathLst>
                <a:path extrusionOk="0" h="61" w="51">
                  <a:moveTo>
                    <a:pt x="9" y="1"/>
                  </a:moveTo>
                  <a:lnTo>
                    <a:pt x="0" y="35"/>
                  </a:lnTo>
                  <a:lnTo>
                    <a:pt x="42" y="60"/>
                  </a:lnTo>
                  <a:cubicBezTo>
                    <a:pt x="42" y="43"/>
                    <a:pt x="51" y="18"/>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7"/>
            <p:cNvSpPr/>
            <p:nvPr/>
          </p:nvSpPr>
          <p:spPr>
            <a:xfrm rot="-2700000">
              <a:off x="5628210" y="3800523"/>
              <a:ext cx="1558" cy="401"/>
            </a:xfrm>
            <a:custGeom>
              <a:rect b="b" l="l" r="r" t="t"/>
              <a:pathLst>
                <a:path extrusionOk="0" h="9" w="35">
                  <a:moveTo>
                    <a:pt x="1" y="1"/>
                  </a:moveTo>
                  <a:lnTo>
                    <a:pt x="1" y="9"/>
                  </a:lnTo>
                  <a:lnTo>
                    <a:pt x="34" y="9"/>
                  </a:lnTo>
                  <a:lnTo>
                    <a:pt x="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7"/>
            <p:cNvSpPr/>
            <p:nvPr/>
          </p:nvSpPr>
          <p:spPr>
            <a:xfrm rot="-2700000">
              <a:off x="5619644" y="3802857"/>
              <a:ext cx="1157" cy="45"/>
            </a:xfrm>
            <a:custGeom>
              <a:rect b="b" l="l" r="r" t="t"/>
              <a:pathLst>
                <a:path extrusionOk="0" h="1" w="26">
                  <a:moveTo>
                    <a:pt x="26" y="0"/>
                  </a:moveTo>
                  <a:lnTo>
                    <a:pt x="0" y="0"/>
                  </a:lnTo>
                  <a:cubicBezTo>
                    <a:pt x="9" y="0"/>
                    <a:pt x="17" y="0"/>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7"/>
            <p:cNvSpPr/>
            <p:nvPr/>
          </p:nvSpPr>
          <p:spPr>
            <a:xfrm rot="-2700000">
              <a:off x="5610304" y="3804368"/>
              <a:ext cx="12064" cy="6811"/>
            </a:xfrm>
            <a:custGeom>
              <a:rect b="b" l="l" r="r" t="t"/>
              <a:pathLst>
                <a:path extrusionOk="0" h="153" w="271">
                  <a:moveTo>
                    <a:pt x="80" y="0"/>
                  </a:moveTo>
                  <a:cubicBezTo>
                    <a:pt x="76" y="0"/>
                    <a:pt x="72" y="0"/>
                    <a:pt x="68" y="1"/>
                  </a:cubicBezTo>
                  <a:cubicBezTo>
                    <a:pt x="17" y="18"/>
                    <a:pt x="17" y="68"/>
                    <a:pt x="0" y="119"/>
                  </a:cubicBezTo>
                  <a:cubicBezTo>
                    <a:pt x="0" y="126"/>
                    <a:pt x="46" y="153"/>
                    <a:pt x="74" y="153"/>
                  </a:cubicBezTo>
                  <a:cubicBezTo>
                    <a:pt x="82" y="153"/>
                    <a:pt x="89" y="150"/>
                    <a:pt x="93" y="145"/>
                  </a:cubicBezTo>
                  <a:cubicBezTo>
                    <a:pt x="59" y="102"/>
                    <a:pt x="152" y="145"/>
                    <a:pt x="93" y="94"/>
                  </a:cubicBezTo>
                  <a:cubicBezTo>
                    <a:pt x="93" y="85"/>
                    <a:pt x="106" y="78"/>
                    <a:pt x="122" y="78"/>
                  </a:cubicBezTo>
                  <a:cubicBezTo>
                    <a:pt x="134" y="78"/>
                    <a:pt x="149" y="82"/>
                    <a:pt x="161" y="94"/>
                  </a:cubicBezTo>
                  <a:cubicBezTo>
                    <a:pt x="157" y="102"/>
                    <a:pt x="148" y="102"/>
                    <a:pt x="143" y="102"/>
                  </a:cubicBezTo>
                  <a:cubicBezTo>
                    <a:pt x="138" y="102"/>
                    <a:pt x="135" y="102"/>
                    <a:pt x="144" y="111"/>
                  </a:cubicBezTo>
                  <a:cubicBezTo>
                    <a:pt x="150" y="109"/>
                    <a:pt x="155" y="108"/>
                    <a:pt x="159" y="108"/>
                  </a:cubicBezTo>
                  <a:cubicBezTo>
                    <a:pt x="162" y="108"/>
                    <a:pt x="165" y="109"/>
                    <a:pt x="167" y="109"/>
                  </a:cubicBezTo>
                  <a:cubicBezTo>
                    <a:pt x="171" y="109"/>
                    <a:pt x="174" y="107"/>
                    <a:pt x="178" y="94"/>
                  </a:cubicBezTo>
                  <a:cubicBezTo>
                    <a:pt x="220" y="94"/>
                    <a:pt x="237" y="68"/>
                    <a:pt x="271" y="68"/>
                  </a:cubicBezTo>
                  <a:cubicBezTo>
                    <a:pt x="223" y="61"/>
                    <a:pt x="145" y="0"/>
                    <a:pt x="8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7"/>
            <p:cNvSpPr/>
            <p:nvPr/>
          </p:nvSpPr>
          <p:spPr>
            <a:xfrm rot="-2700000">
              <a:off x="5620194" y="3811571"/>
              <a:ext cx="1914" cy="401"/>
            </a:xfrm>
            <a:custGeom>
              <a:rect b="b" l="l" r="r" t="t"/>
              <a:pathLst>
                <a:path extrusionOk="0" h="9" w="43">
                  <a:moveTo>
                    <a:pt x="0" y="0"/>
                  </a:moveTo>
                  <a:lnTo>
                    <a:pt x="0" y="0"/>
                  </a:lnTo>
                  <a:cubicBezTo>
                    <a:pt x="17" y="9"/>
                    <a:pt x="25" y="9"/>
                    <a:pt x="42" y="9"/>
                  </a:cubicBezTo>
                  <a:cubicBezTo>
                    <a:pt x="42" y="3"/>
                    <a:pt x="39" y="1"/>
                    <a:pt x="34" y="1"/>
                  </a:cubicBezTo>
                  <a:cubicBezTo>
                    <a:pt x="28" y="1"/>
                    <a:pt x="20" y="3"/>
                    <a:pt x="12" y="3"/>
                  </a:cubicBezTo>
                  <a:cubicBezTo>
                    <a:pt x="8" y="3"/>
                    <a:pt x="4" y="2"/>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7"/>
            <p:cNvSpPr/>
            <p:nvPr/>
          </p:nvSpPr>
          <p:spPr>
            <a:xfrm rot="-2700000">
              <a:off x="5594828" y="3803852"/>
              <a:ext cx="2315" cy="1202"/>
            </a:xfrm>
            <a:custGeom>
              <a:rect b="b" l="l" r="r" t="t"/>
              <a:pathLst>
                <a:path extrusionOk="0" h="27" w="52">
                  <a:moveTo>
                    <a:pt x="43" y="1"/>
                  </a:moveTo>
                  <a:cubicBezTo>
                    <a:pt x="34" y="1"/>
                    <a:pt x="0" y="1"/>
                    <a:pt x="0" y="18"/>
                  </a:cubicBezTo>
                  <a:lnTo>
                    <a:pt x="49" y="26"/>
                  </a:lnTo>
                  <a:lnTo>
                    <a:pt x="49" y="26"/>
                  </a:lnTo>
                  <a:cubicBezTo>
                    <a:pt x="43" y="24"/>
                    <a:pt x="43" y="9"/>
                    <a:pt x="43" y="1"/>
                  </a:cubicBezTo>
                  <a:close/>
                  <a:moveTo>
                    <a:pt x="49" y="26"/>
                  </a:moveTo>
                  <a:cubicBezTo>
                    <a:pt x="50" y="26"/>
                    <a:pt x="50" y="26"/>
                    <a:pt x="51" y="26"/>
                  </a:cubicBezTo>
                  <a:lnTo>
                    <a:pt x="49" y="26"/>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7"/>
            <p:cNvSpPr/>
            <p:nvPr/>
          </p:nvSpPr>
          <p:spPr>
            <a:xfrm rot="-2700000">
              <a:off x="5597138" y="3803592"/>
              <a:ext cx="1157" cy="401"/>
            </a:xfrm>
            <a:custGeom>
              <a:rect b="b" l="l" r="r" t="t"/>
              <a:pathLst>
                <a:path extrusionOk="0" h="9" w="26">
                  <a:moveTo>
                    <a:pt x="0" y="0"/>
                  </a:moveTo>
                  <a:cubicBezTo>
                    <a:pt x="9" y="9"/>
                    <a:pt x="17" y="9"/>
                    <a:pt x="26" y="9"/>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7"/>
            <p:cNvSpPr/>
            <p:nvPr/>
          </p:nvSpPr>
          <p:spPr>
            <a:xfrm rot="-2700000">
              <a:off x="5596073" y="3803502"/>
              <a:ext cx="45" cy="45"/>
            </a:xfrm>
            <a:custGeom>
              <a:rect b="b" l="l" r="r" t="t"/>
              <a:pathLst>
                <a:path extrusionOk="0" h="1" w="1">
                  <a:moveTo>
                    <a:pt x="1" y="1"/>
                  </a:moveTo>
                  <a:lnTo>
                    <a:pt x="1" y="1"/>
                  </a:lnTo>
                  <a:cubicBezTo>
                    <a:pt x="1" y="1"/>
                    <a:pt x="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7"/>
            <p:cNvSpPr/>
            <p:nvPr/>
          </p:nvSpPr>
          <p:spPr>
            <a:xfrm rot="-2700000">
              <a:off x="5556116" y="3799535"/>
              <a:ext cx="1959" cy="801"/>
            </a:xfrm>
            <a:custGeom>
              <a:rect b="b" l="l" r="r" t="t"/>
              <a:pathLst>
                <a:path extrusionOk="0" h="18" w="44">
                  <a:moveTo>
                    <a:pt x="1" y="1"/>
                  </a:moveTo>
                  <a:cubicBezTo>
                    <a:pt x="9" y="9"/>
                    <a:pt x="18" y="18"/>
                    <a:pt x="35" y="18"/>
                  </a:cubicBezTo>
                  <a:cubicBezTo>
                    <a:pt x="43" y="9"/>
                    <a:pt x="18"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7"/>
            <p:cNvSpPr/>
            <p:nvPr/>
          </p:nvSpPr>
          <p:spPr>
            <a:xfrm rot="-2700000">
              <a:off x="5521140" y="3815942"/>
              <a:ext cx="801" cy="757"/>
            </a:xfrm>
            <a:custGeom>
              <a:rect b="b" l="l" r="r" t="t"/>
              <a:pathLst>
                <a:path extrusionOk="0" h="17" w="18">
                  <a:moveTo>
                    <a:pt x="1" y="0"/>
                  </a:moveTo>
                  <a:lnTo>
                    <a:pt x="1" y="0"/>
                  </a:lnTo>
                  <a:cubicBezTo>
                    <a:pt x="9" y="9"/>
                    <a:pt x="9" y="17"/>
                    <a:pt x="18" y="17"/>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7"/>
            <p:cNvSpPr/>
            <p:nvPr/>
          </p:nvSpPr>
          <p:spPr>
            <a:xfrm rot="-2700000">
              <a:off x="5514809" y="3837183"/>
              <a:ext cx="401" cy="45"/>
            </a:xfrm>
            <a:custGeom>
              <a:rect b="b" l="l" r="r" t="t"/>
              <a:pathLst>
                <a:path extrusionOk="0" h="1" w="9">
                  <a:moveTo>
                    <a:pt x="9" y="1"/>
                  </a:moveTo>
                  <a:lnTo>
                    <a:pt x="0" y="1"/>
                  </a:lnTo>
                  <a:cubicBezTo>
                    <a:pt x="0" y="1"/>
                    <a:pt x="0"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7"/>
            <p:cNvSpPr/>
            <p:nvPr/>
          </p:nvSpPr>
          <p:spPr>
            <a:xfrm rot="-2700000">
              <a:off x="5510734" y="3838217"/>
              <a:ext cx="4585" cy="935"/>
            </a:xfrm>
            <a:custGeom>
              <a:rect b="b" l="l" r="r" t="t"/>
              <a:pathLst>
                <a:path extrusionOk="0" h="21" w="103">
                  <a:moveTo>
                    <a:pt x="38" y="0"/>
                  </a:moveTo>
                  <a:cubicBezTo>
                    <a:pt x="34" y="0"/>
                    <a:pt x="30" y="1"/>
                    <a:pt x="26" y="2"/>
                  </a:cubicBezTo>
                  <a:lnTo>
                    <a:pt x="1" y="2"/>
                  </a:lnTo>
                  <a:cubicBezTo>
                    <a:pt x="23" y="2"/>
                    <a:pt x="63" y="21"/>
                    <a:pt x="90" y="21"/>
                  </a:cubicBezTo>
                  <a:cubicBezTo>
                    <a:pt x="95" y="21"/>
                    <a:pt x="99" y="20"/>
                    <a:pt x="102" y="19"/>
                  </a:cubicBezTo>
                  <a:cubicBezTo>
                    <a:pt x="88" y="19"/>
                    <a:pt x="61" y="0"/>
                    <a:pt x="3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38" name="Shape 3538"/>
        <p:cNvGrpSpPr/>
        <p:nvPr/>
      </p:nvGrpSpPr>
      <p:grpSpPr>
        <a:xfrm>
          <a:off x="0" y="0"/>
          <a:ext cx="0" cy="0"/>
          <a:chOff x="0" y="0"/>
          <a:chExt cx="0" cy="0"/>
        </a:xfrm>
      </p:grpSpPr>
      <p:sp>
        <p:nvSpPr>
          <p:cNvPr id="3539" name="Google Shape;3539;p48"/>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a:t>
            </a:r>
            <a:r>
              <a:rPr lang="en">
                <a:solidFill>
                  <a:srgbClr val="B18469"/>
                </a:solidFill>
              </a:rPr>
              <a:t>INDINGS</a:t>
            </a:r>
            <a:endParaRPr/>
          </a:p>
        </p:txBody>
      </p:sp>
      <p:pic>
        <p:nvPicPr>
          <p:cNvPr id="3540" name="Google Shape;3540;p48" title="Gráfico">
            <a:hlinkClick r:id="rId3"/>
          </p:cNvPr>
          <p:cNvPicPr preferRelativeResize="0"/>
          <p:nvPr/>
        </p:nvPicPr>
        <p:blipFill rotWithShape="1">
          <a:blip r:embed="rId4">
            <a:alphaModFix/>
          </a:blip>
          <a:srcRect b="0" l="2028" r="0" t="0"/>
          <a:stretch/>
        </p:blipFill>
        <p:spPr>
          <a:xfrm>
            <a:off x="2724150" y="1382000"/>
            <a:ext cx="3581400" cy="2260251"/>
          </a:xfrm>
          <a:prstGeom prst="rect">
            <a:avLst/>
          </a:prstGeom>
          <a:noFill/>
          <a:ln>
            <a:noFill/>
          </a:ln>
        </p:spPr>
      </p:pic>
      <p:sp>
        <p:nvSpPr>
          <p:cNvPr id="3541" name="Google Shape;3541;p48"/>
          <p:cNvSpPr txBox="1"/>
          <p:nvPr/>
        </p:nvSpPr>
        <p:spPr>
          <a:xfrm>
            <a:off x="6603738" y="3252125"/>
            <a:ext cx="1831500" cy="828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rgbClr val="FFFFFF"/>
                </a:solidFill>
                <a:latin typeface="Be Vietnam"/>
                <a:ea typeface="Be Vietnam"/>
                <a:cs typeface="Be Vietnam"/>
                <a:sym typeface="Be Vietnam"/>
              </a:rPr>
              <a:t>Despite being red, Mars is a cold place</a:t>
            </a:r>
            <a:endParaRPr sz="1600">
              <a:solidFill>
                <a:srgbClr val="FFFFFF"/>
              </a:solidFill>
              <a:latin typeface="Be Vietnam"/>
              <a:ea typeface="Be Vietnam"/>
              <a:cs typeface="Be Vietnam"/>
              <a:sym typeface="Be Vietnam"/>
            </a:endParaRPr>
          </a:p>
        </p:txBody>
      </p:sp>
      <p:sp>
        <p:nvSpPr>
          <p:cNvPr id="3542" name="Google Shape;3542;p48"/>
          <p:cNvSpPr txBox="1"/>
          <p:nvPr/>
        </p:nvSpPr>
        <p:spPr>
          <a:xfrm>
            <a:off x="1203312" y="2869700"/>
            <a:ext cx="1365000" cy="382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200">
                <a:solidFill>
                  <a:srgbClr val="D19A78"/>
                </a:solidFill>
                <a:latin typeface="Poiret One"/>
                <a:ea typeface="Poiret One"/>
                <a:cs typeface="Poiret One"/>
                <a:sym typeface="Poiret One"/>
              </a:rPr>
              <a:t>VENUS</a:t>
            </a:r>
            <a:endParaRPr b="1" sz="2200">
              <a:solidFill>
                <a:srgbClr val="FFFFFF"/>
              </a:solidFill>
              <a:latin typeface="Lato"/>
              <a:ea typeface="Lato"/>
              <a:cs typeface="Lato"/>
              <a:sym typeface="Lato"/>
            </a:endParaRPr>
          </a:p>
        </p:txBody>
      </p:sp>
      <p:sp>
        <p:nvSpPr>
          <p:cNvPr id="3543" name="Google Shape;3543;p48"/>
          <p:cNvSpPr txBox="1"/>
          <p:nvPr/>
        </p:nvSpPr>
        <p:spPr>
          <a:xfrm>
            <a:off x="736812" y="1868775"/>
            <a:ext cx="1831500" cy="828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sz="1600">
                <a:solidFill>
                  <a:srgbClr val="FFFFFF"/>
                </a:solidFill>
                <a:latin typeface="Be Vietnam"/>
                <a:ea typeface="Be Vietnam"/>
                <a:cs typeface="Be Vietnam"/>
                <a:sym typeface="Be Vietnam"/>
              </a:rPr>
              <a:t>It’s the smallest planet in the Solar System</a:t>
            </a:r>
            <a:endParaRPr sz="1600">
              <a:solidFill>
                <a:srgbClr val="FFFFFF"/>
              </a:solidFill>
              <a:latin typeface="Be Vietnam"/>
              <a:ea typeface="Be Vietnam"/>
              <a:cs typeface="Be Vietnam"/>
              <a:sym typeface="Be Vietnam"/>
            </a:endParaRPr>
          </a:p>
        </p:txBody>
      </p:sp>
      <p:sp>
        <p:nvSpPr>
          <p:cNvPr id="3544" name="Google Shape;3544;p48"/>
          <p:cNvSpPr txBox="1"/>
          <p:nvPr/>
        </p:nvSpPr>
        <p:spPr>
          <a:xfrm>
            <a:off x="1203312" y="1486250"/>
            <a:ext cx="1365000" cy="382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200">
                <a:solidFill>
                  <a:srgbClr val="D19A78"/>
                </a:solidFill>
                <a:latin typeface="Poiret One"/>
                <a:ea typeface="Poiret One"/>
                <a:cs typeface="Poiret One"/>
                <a:sym typeface="Poiret One"/>
              </a:rPr>
              <a:t>MERCURY</a:t>
            </a:r>
            <a:endParaRPr b="1" sz="2200">
              <a:solidFill>
                <a:srgbClr val="FFFFFF"/>
              </a:solidFill>
              <a:latin typeface="Lato"/>
              <a:ea typeface="Lato"/>
              <a:cs typeface="Lato"/>
              <a:sym typeface="Lato"/>
            </a:endParaRPr>
          </a:p>
        </p:txBody>
      </p:sp>
      <p:sp>
        <p:nvSpPr>
          <p:cNvPr id="3545" name="Google Shape;3545;p48"/>
          <p:cNvSpPr txBox="1"/>
          <p:nvPr/>
        </p:nvSpPr>
        <p:spPr>
          <a:xfrm>
            <a:off x="736812" y="3252125"/>
            <a:ext cx="1831500" cy="828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rgbClr val="FFFFFF"/>
                </a:solidFill>
                <a:latin typeface="Be Vietnam"/>
                <a:ea typeface="Be Vietnam"/>
                <a:cs typeface="Be Vietnam"/>
                <a:sym typeface="Be Vietnam"/>
              </a:rPr>
              <a:t>Venus is the second planet from the Sun</a:t>
            </a:r>
            <a:endParaRPr sz="1600">
              <a:solidFill>
                <a:srgbClr val="FFFFFF"/>
              </a:solidFill>
              <a:latin typeface="Be Vietnam"/>
              <a:ea typeface="Be Vietnam"/>
              <a:cs typeface="Be Vietnam"/>
              <a:sym typeface="Be Vietnam"/>
            </a:endParaRPr>
          </a:p>
        </p:txBody>
      </p:sp>
      <p:sp>
        <p:nvSpPr>
          <p:cNvPr id="3546" name="Google Shape;3546;p48"/>
          <p:cNvSpPr txBox="1"/>
          <p:nvPr/>
        </p:nvSpPr>
        <p:spPr>
          <a:xfrm>
            <a:off x="3225976" y="3689900"/>
            <a:ext cx="1378200" cy="37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lt1"/>
                </a:solidFill>
                <a:latin typeface="Poiret One"/>
                <a:ea typeface="Poiret One"/>
                <a:cs typeface="Poiret One"/>
                <a:sym typeface="Poiret One"/>
              </a:rPr>
              <a:t>1ST DIAGNOSIS</a:t>
            </a:r>
            <a:endParaRPr b="1" sz="1200">
              <a:solidFill>
                <a:schemeClr val="lt1"/>
              </a:solidFill>
              <a:latin typeface="Lato"/>
              <a:ea typeface="Lato"/>
              <a:cs typeface="Lato"/>
              <a:sym typeface="Lato"/>
            </a:endParaRPr>
          </a:p>
        </p:txBody>
      </p:sp>
      <p:sp>
        <p:nvSpPr>
          <p:cNvPr id="3547" name="Google Shape;3547;p48"/>
          <p:cNvSpPr txBox="1"/>
          <p:nvPr/>
        </p:nvSpPr>
        <p:spPr>
          <a:xfrm>
            <a:off x="6603738" y="1868775"/>
            <a:ext cx="1831500" cy="828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rgbClr val="FFFFFF"/>
                </a:solidFill>
                <a:latin typeface="Be Vietnam"/>
                <a:ea typeface="Be Vietnam"/>
                <a:cs typeface="Be Vietnam"/>
                <a:sym typeface="Be Vietnam"/>
              </a:rPr>
              <a:t>It’</a:t>
            </a:r>
            <a:r>
              <a:rPr lang="en" sz="1600">
                <a:solidFill>
                  <a:srgbClr val="FFFFFF"/>
                </a:solidFill>
                <a:latin typeface="Be Vietnam"/>
                <a:ea typeface="Be Vietnam"/>
                <a:cs typeface="Be Vietnam"/>
                <a:sym typeface="Be Vietnam"/>
              </a:rPr>
              <a:t>s the biggest planet in the Solar System</a:t>
            </a:r>
            <a:endParaRPr sz="1600">
              <a:solidFill>
                <a:srgbClr val="FFFFFF"/>
              </a:solidFill>
              <a:latin typeface="Be Vietnam"/>
              <a:ea typeface="Be Vietnam"/>
              <a:cs typeface="Be Vietnam"/>
              <a:sym typeface="Be Vietnam"/>
            </a:endParaRPr>
          </a:p>
        </p:txBody>
      </p:sp>
      <p:sp>
        <p:nvSpPr>
          <p:cNvPr id="3548" name="Google Shape;3548;p48"/>
          <p:cNvSpPr txBox="1"/>
          <p:nvPr/>
        </p:nvSpPr>
        <p:spPr>
          <a:xfrm>
            <a:off x="6603738" y="1486250"/>
            <a:ext cx="1351800" cy="382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rgbClr val="D19A78"/>
                </a:solidFill>
                <a:latin typeface="Poiret One"/>
                <a:ea typeface="Poiret One"/>
                <a:cs typeface="Poiret One"/>
                <a:sym typeface="Poiret One"/>
              </a:rPr>
              <a:t>JUPITER</a:t>
            </a:r>
            <a:endParaRPr b="1" sz="2200">
              <a:solidFill>
                <a:srgbClr val="FFFFFF"/>
              </a:solidFill>
              <a:latin typeface="Lato"/>
              <a:ea typeface="Lato"/>
              <a:cs typeface="Lato"/>
              <a:sym typeface="Lato"/>
            </a:endParaRPr>
          </a:p>
        </p:txBody>
      </p:sp>
      <p:sp>
        <p:nvSpPr>
          <p:cNvPr id="3549" name="Google Shape;3549;p48"/>
          <p:cNvSpPr txBox="1"/>
          <p:nvPr/>
        </p:nvSpPr>
        <p:spPr>
          <a:xfrm>
            <a:off x="695400" y="4340225"/>
            <a:ext cx="7753200" cy="228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latin typeface="Be Vietnam"/>
                <a:ea typeface="Be Vietnam"/>
                <a:cs typeface="Be Vietnam"/>
                <a:sym typeface="Be Vietnam"/>
              </a:rPr>
              <a:t>To modify this graph, click on it, follow the link, change the data and paste the new graph here, replacing this one</a:t>
            </a:r>
            <a:endParaRPr sz="1100">
              <a:solidFill>
                <a:schemeClr val="lt1"/>
              </a:solidFill>
              <a:latin typeface="Be Vietnam"/>
              <a:ea typeface="Be Vietnam"/>
              <a:cs typeface="Be Vietnam"/>
              <a:sym typeface="Be Vietnam"/>
            </a:endParaRPr>
          </a:p>
        </p:txBody>
      </p:sp>
      <p:grpSp>
        <p:nvGrpSpPr>
          <p:cNvPr id="3550" name="Google Shape;3550;p48"/>
          <p:cNvGrpSpPr/>
          <p:nvPr/>
        </p:nvGrpSpPr>
        <p:grpSpPr>
          <a:xfrm rot="-1095292">
            <a:off x="3002273" y="3766096"/>
            <a:ext cx="228606" cy="218408"/>
            <a:chOff x="588425" y="3716150"/>
            <a:chExt cx="783475" cy="748525"/>
          </a:xfrm>
        </p:grpSpPr>
        <p:sp>
          <p:nvSpPr>
            <p:cNvPr id="3551" name="Google Shape;3551;p48"/>
            <p:cNvSpPr/>
            <p:nvPr/>
          </p:nvSpPr>
          <p:spPr>
            <a:xfrm>
              <a:off x="601350" y="3771675"/>
              <a:ext cx="732550" cy="646550"/>
            </a:xfrm>
            <a:custGeom>
              <a:rect b="b" l="l" r="r" t="t"/>
              <a:pathLst>
                <a:path extrusionOk="0" h="25862" w="29302">
                  <a:moveTo>
                    <a:pt x="14387" y="1"/>
                  </a:moveTo>
                  <a:cubicBezTo>
                    <a:pt x="11248" y="1"/>
                    <a:pt x="8256" y="1346"/>
                    <a:pt x="5593" y="3160"/>
                  </a:cubicBezTo>
                  <a:cubicBezTo>
                    <a:pt x="0" y="6959"/>
                    <a:pt x="365" y="11944"/>
                    <a:pt x="395" y="18205"/>
                  </a:cubicBezTo>
                  <a:cubicBezTo>
                    <a:pt x="395" y="19057"/>
                    <a:pt x="426" y="19938"/>
                    <a:pt x="882" y="20668"/>
                  </a:cubicBezTo>
                  <a:cubicBezTo>
                    <a:pt x="1307" y="21367"/>
                    <a:pt x="2097" y="21792"/>
                    <a:pt x="2857" y="22187"/>
                  </a:cubicBezTo>
                  <a:cubicBezTo>
                    <a:pt x="6778" y="24072"/>
                    <a:pt x="11003" y="25318"/>
                    <a:pt x="15350" y="25774"/>
                  </a:cubicBezTo>
                  <a:cubicBezTo>
                    <a:pt x="15788" y="25823"/>
                    <a:pt x="16240" y="25862"/>
                    <a:pt x="16689" y="25862"/>
                  </a:cubicBezTo>
                  <a:cubicBezTo>
                    <a:pt x="17363" y="25862"/>
                    <a:pt x="18031" y="25774"/>
                    <a:pt x="18633" y="25500"/>
                  </a:cubicBezTo>
                  <a:cubicBezTo>
                    <a:pt x="19514" y="25075"/>
                    <a:pt x="20183" y="24315"/>
                    <a:pt x="20791" y="23525"/>
                  </a:cubicBezTo>
                  <a:cubicBezTo>
                    <a:pt x="23314" y="20364"/>
                    <a:pt x="29302" y="13646"/>
                    <a:pt x="28086" y="9300"/>
                  </a:cubicBezTo>
                  <a:cubicBezTo>
                    <a:pt x="27052" y="5591"/>
                    <a:pt x="20973" y="1457"/>
                    <a:pt x="17478" y="454"/>
                  </a:cubicBezTo>
                  <a:cubicBezTo>
                    <a:pt x="16436" y="142"/>
                    <a:pt x="15404" y="1"/>
                    <a:pt x="143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300"/>
            </a:p>
          </p:txBody>
        </p:sp>
        <p:sp>
          <p:nvSpPr>
            <p:cNvPr id="3552" name="Google Shape;3552;p48"/>
            <p:cNvSpPr/>
            <p:nvPr/>
          </p:nvSpPr>
          <p:spPr>
            <a:xfrm>
              <a:off x="588425" y="3716150"/>
              <a:ext cx="783475" cy="748525"/>
            </a:xfrm>
            <a:custGeom>
              <a:rect b="b" l="l" r="r" t="t"/>
              <a:pathLst>
                <a:path extrusionOk="0" h="29941" w="31339">
                  <a:moveTo>
                    <a:pt x="19849" y="1794"/>
                  </a:moveTo>
                  <a:lnTo>
                    <a:pt x="19849" y="1794"/>
                  </a:lnTo>
                  <a:cubicBezTo>
                    <a:pt x="19843" y="1795"/>
                    <a:pt x="19836" y="1799"/>
                    <a:pt x="19830" y="1804"/>
                  </a:cubicBezTo>
                  <a:lnTo>
                    <a:pt x="19830" y="1804"/>
                  </a:lnTo>
                  <a:cubicBezTo>
                    <a:pt x="19836" y="1800"/>
                    <a:pt x="19842" y="1797"/>
                    <a:pt x="19849" y="1794"/>
                  </a:cubicBezTo>
                  <a:close/>
                  <a:moveTo>
                    <a:pt x="20062" y="1855"/>
                  </a:moveTo>
                  <a:cubicBezTo>
                    <a:pt x="20065" y="1865"/>
                    <a:pt x="20068" y="1874"/>
                    <a:pt x="20071" y="1884"/>
                  </a:cubicBezTo>
                  <a:lnTo>
                    <a:pt x="20071" y="1884"/>
                  </a:lnTo>
                  <a:cubicBezTo>
                    <a:pt x="20069" y="1873"/>
                    <a:pt x="20066" y="1863"/>
                    <a:pt x="20062" y="1855"/>
                  </a:cubicBezTo>
                  <a:close/>
                  <a:moveTo>
                    <a:pt x="16668" y="4074"/>
                  </a:moveTo>
                  <a:lnTo>
                    <a:pt x="16668" y="4074"/>
                  </a:lnTo>
                  <a:cubicBezTo>
                    <a:pt x="16664" y="4074"/>
                    <a:pt x="16661" y="4074"/>
                    <a:pt x="16657" y="4074"/>
                  </a:cubicBezTo>
                  <a:cubicBezTo>
                    <a:pt x="16662" y="4076"/>
                    <a:pt x="16666" y="4079"/>
                    <a:pt x="16671" y="4082"/>
                  </a:cubicBezTo>
                  <a:lnTo>
                    <a:pt x="16671" y="4082"/>
                  </a:lnTo>
                  <a:cubicBezTo>
                    <a:pt x="16670" y="4079"/>
                    <a:pt x="16669" y="4076"/>
                    <a:pt x="16668" y="4074"/>
                  </a:cubicBezTo>
                  <a:close/>
                  <a:moveTo>
                    <a:pt x="16671" y="4082"/>
                  </a:moveTo>
                  <a:cubicBezTo>
                    <a:pt x="16697" y="4152"/>
                    <a:pt x="16727" y="4204"/>
                    <a:pt x="16779" y="4256"/>
                  </a:cubicBezTo>
                  <a:cubicBezTo>
                    <a:pt x="16751" y="4200"/>
                    <a:pt x="16723" y="4118"/>
                    <a:pt x="16671" y="4082"/>
                  </a:cubicBezTo>
                  <a:close/>
                  <a:moveTo>
                    <a:pt x="23739" y="4560"/>
                  </a:moveTo>
                  <a:cubicBezTo>
                    <a:pt x="23739" y="4560"/>
                    <a:pt x="23739" y="4560"/>
                    <a:pt x="23739" y="4560"/>
                  </a:cubicBezTo>
                  <a:lnTo>
                    <a:pt x="23739" y="4560"/>
                  </a:lnTo>
                  <a:cubicBezTo>
                    <a:pt x="23740" y="4560"/>
                    <a:pt x="23740" y="4560"/>
                    <a:pt x="23740" y="4560"/>
                  </a:cubicBezTo>
                  <a:lnTo>
                    <a:pt x="23740" y="4560"/>
                  </a:lnTo>
                  <a:cubicBezTo>
                    <a:pt x="23740" y="4560"/>
                    <a:pt x="23740" y="4560"/>
                    <a:pt x="23739" y="4560"/>
                  </a:cubicBezTo>
                  <a:close/>
                  <a:moveTo>
                    <a:pt x="23740" y="4560"/>
                  </a:moveTo>
                  <a:lnTo>
                    <a:pt x="23740" y="4560"/>
                  </a:lnTo>
                  <a:cubicBezTo>
                    <a:pt x="23797" y="4599"/>
                    <a:pt x="23819" y="4637"/>
                    <a:pt x="23857" y="4637"/>
                  </a:cubicBezTo>
                  <a:cubicBezTo>
                    <a:pt x="23879" y="4637"/>
                    <a:pt x="23908" y="4624"/>
                    <a:pt x="23952" y="4590"/>
                  </a:cubicBezTo>
                  <a:lnTo>
                    <a:pt x="23952" y="4590"/>
                  </a:lnTo>
                  <a:cubicBezTo>
                    <a:pt x="23933" y="4594"/>
                    <a:pt x="23914" y="4596"/>
                    <a:pt x="23895" y="4596"/>
                  </a:cubicBezTo>
                  <a:cubicBezTo>
                    <a:pt x="23843" y="4596"/>
                    <a:pt x="23790" y="4583"/>
                    <a:pt x="23740" y="4560"/>
                  </a:cubicBezTo>
                  <a:close/>
                  <a:moveTo>
                    <a:pt x="26111" y="5981"/>
                  </a:moveTo>
                  <a:cubicBezTo>
                    <a:pt x="26119" y="5994"/>
                    <a:pt x="26129" y="6007"/>
                    <a:pt x="26141" y="6019"/>
                  </a:cubicBezTo>
                  <a:cubicBezTo>
                    <a:pt x="26131" y="6005"/>
                    <a:pt x="26121" y="5993"/>
                    <a:pt x="26111" y="5981"/>
                  </a:cubicBezTo>
                  <a:close/>
                  <a:moveTo>
                    <a:pt x="6991" y="6870"/>
                  </a:moveTo>
                  <a:cubicBezTo>
                    <a:pt x="7235" y="6870"/>
                    <a:pt x="7143" y="6870"/>
                    <a:pt x="6991" y="6900"/>
                  </a:cubicBezTo>
                  <a:lnTo>
                    <a:pt x="6991" y="6870"/>
                  </a:lnTo>
                  <a:close/>
                  <a:moveTo>
                    <a:pt x="26512" y="7018"/>
                  </a:moveTo>
                  <a:cubicBezTo>
                    <a:pt x="26632" y="7018"/>
                    <a:pt x="26657" y="7159"/>
                    <a:pt x="26657" y="7326"/>
                  </a:cubicBezTo>
                  <a:cubicBezTo>
                    <a:pt x="26566" y="7265"/>
                    <a:pt x="26475" y="7144"/>
                    <a:pt x="26475" y="7022"/>
                  </a:cubicBezTo>
                  <a:cubicBezTo>
                    <a:pt x="26488" y="7019"/>
                    <a:pt x="26500" y="7018"/>
                    <a:pt x="26512" y="7018"/>
                  </a:cubicBezTo>
                  <a:close/>
                  <a:moveTo>
                    <a:pt x="4438" y="7569"/>
                  </a:moveTo>
                  <a:cubicBezTo>
                    <a:pt x="4441" y="7571"/>
                    <a:pt x="4444" y="7574"/>
                    <a:pt x="4447" y="7576"/>
                  </a:cubicBezTo>
                  <a:lnTo>
                    <a:pt x="4447" y="7576"/>
                  </a:lnTo>
                  <a:lnTo>
                    <a:pt x="4438" y="7569"/>
                  </a:lnTo>
                  <a:close/>
                  <a:moveTo>
                    <a:pt x="4447" y="7576"/>
                  </a:moveTo>
                  <a:lnTo>
                    <a:pt x="4448" y="7576"/>
                  </a:lnTo>
                  <a:lnTo>
                    <a:pt x="4448" y="7576"/>
                  </a:lnTo>
                  <a:cubicBezTo>
                    <a:pt x="4448" y="7576"/>
                    <a:pt x="4448" y="7576"/>
                    <a:pt x="4448" y="7576"/>
                  </a:cubicBezTo>
                  <a:lnTo>
                    <a:pt x="4448" y="7576"/>
                  </a:lnTo>
                  <a:cubicBezTo>
                    <a:pt x="4448" y="7576"/>
                    <a:pt x="4448" y="7576"/>
                    <a:pt x="4447" y="7576"/>
                  </a:cubicBezTo>
                  <a:close/>
                  <a:moveTo>
                    <a:pt x="4803" y="7387"/>
                  </a:moveTo>
                  <a:cubicBezTo>
                    <a:pt x="4817" y="7515"/>
                    <a:pt x="4625" y="7536"/>
                    <a:pt x="4448" y="7576"/>
                  </a:cubicBezTo>
                  <a:lnTo>
                    <a:pt x="4448" y="7576"/>
                  </a:lnTo>
                  <a:cubicBezTo>
                    <a:pt x="4479" y="7596"/>
                    <a:pt x="4519" y="7605"/>
                    <a:pt x="4560" y="7605"/>
                  </a:cubicBezTo>
                  <a:cubicBezTo>
                    <a:pt x="4685" y="7605"/>
                    <a:pt x="4825" y="7520"/>
                    <a:pt x="4803" y="7387"/>
                  </a:cubicBezTo>
                  <a:close/>
                  <a:moveTo>
                    <a:pt x="30062" y="15046"/>
                  </a:moveTo>
                  <a:lnTo>
                    <a:pt x="30062" y="15046"/>
                  </a:lnTo>
                  <a:cubicBezTo>
                    <a:pt x="30123" y="15198"/>
                    <a:pt x="30275" y="15502"/>
                    <a:pt x="30031" y="15502"/>
                  </a:cubicBezTo>
                  <a:cubicBezTo>
                    <a:pt x="29697" y="15259"/>
                    <a:pt x="29879" y="15229"/>
                    <a:pt x="30062" y="15046"/>
                  </a:cubicBezTo>
                  <a:close/>
                  <a:moveTo>
                    <a:pt x="29257" y="17401"/>
                  </a:moveTo>
                  <a:lnTo>
                    <a:pt x="29241" y="17448"/>
                  </a:lnTo>
                  <a:cubicBezTo>
                    <a:pt x="29251" y="17433"/>
                    <a:pt x="29256" y="17417"/>
                    <a:pt x="29257" y="17401"/>
                  </a:cubicBezTo>
                  <a:close/>
                  <a:moveTo>
                    <a:pt x="10639" y="25411"/>
                  </a:moveTo>
                  <a:cubicBezTo>
                    <a:pt x="10641" y="25431"/>
                    <a:pt x="10644" y="25449"/>
                    <a:pt x="10648" y="25468"/>
                  </a:cubicBezTo>
                  <a:lnTo>
                    <a:pt x="10648" y="25468"/>
                  </a:lnTo>
                  <a:cubicBezTo>
                    <a:pt x="10647" y="25451"/>
                    <a:pt x="10644" y="25432"/>
                    <a:pt x="10639" y="25411"/>
                  </a:cubicBezTo>
                  <a:close/>
                  <a:moveTo>
                    <a:pt x="15806" y="26536"/>
                  </a:moveTo>
                  <a:lnTo>
                    <a:pt x="15867" y="26627"/>
                  </a:lnTo>
                  <a:cubicBezTo>
                    <a:pt x="15805" y="26654"/>
                    <a:pt x="15766" y="26665"/>
                    <a:pt x="15744" y="26665"/>
                  </a:cubicBezTo>
                  <a:cubicBezTo>
                    <a:pt x="15690" y="26665"/>
                    <a:pt x="15733" y="26600"/>
                    <a:pt x="15776" y="26536"/>
                  </a:cubicBezTo>
                  <a:close/>
                  <a:moveTo>
                    <a:pt x="6274" y="27644"/>
                  </a:moveTo>
                  <a:lnTo>
                    <a:pt x="6292" y="27661"/>
                  </a:lnTo>
                  <a:cubicBezTo>
                    <a:pt x="6288" y="27654"/>
                    <a:pt x="6281" y="27649"/>
                    <a:pt x="6274" y="27644"/>
                  </a:cubicBezTo>
                  <a:close/>
                  <a:moveTo>
                    <a:pt x="21369" y="28755"/>
                  </a:moveTo>
                  <a:cubicBezTo>
                    <a:pt x="21367" y="28757"/>
                    <a:pt x="21366" y="28759"/>
                    <a:pt x="21364" y="28761"/>
                  </a:cubicBezTo>
                  <a:lnTo>
                    <a:pt x="21364" y="28761"/>
                  </a:lnTo>
                  <a:cubicBezTo>
                    <a:pt x="21366" y="28759"/>
                    <a:pt x="21367" y="28757"/>
                    <a:pt x="21369" y="28755"/>
                  </a:cubicBezTo>
                  <a:close/>
                  <a:moveTo>
                    <a:pt x="15593" y="1"/>
                  </a:moveTo>
                  <a:cubicBezTo>
                    <a:pt x="15593" y="517"/>
                    <a:pt x="14803" y="487"/>
                    <a:pt x="14834" y="912"/>
                  </a:cubicBezTo>
                  <a:cubicBezTo>
                    <a:pt x="15198" y="760"/>
                    <a:pt x="15563" y="578"/>
                    <a:pt x="15928" y="426"/>
                  </a:cubicBezTo>
                  <a:lnTo>
                    <a:pt x="15928" y="426"/>
                  </a:lnTo>
                  <a:cubicBezTo>
                    <a:pt x="15928" y="918"/>
                    <a:pt x="15295" y="1740"/>
                    <a:pt x="14710" y="1740"/>
                  </a:cubicBezTo>
                  <a:cubicBezTo>
                    <a:pt x="14680" y="1740"/>
                    <a:pt x="14650" y="1738"/>
                    <a:pt x="14621" y="1733"/>
                  </a:cubicBezTo>
                  <a:cubicBezTo>
                    <a:pt x="14438" y="1551"/>
                    <a:pt x="14712" y="852"/>
                    <a:pt x="14712" y="669"/>
                  </a:cubicBezTo>
                  <a:lnTo>
                    <a:pt x="14712" y="669"/>
                  </a:lnTo>
                  <a:cubicBezTo>
                    <a:pt x="14641" y="811"/>
                    <a:pt x="14297" y="952"/>
                    <a:pt x="14103" y="952"/>
                  </a:cubicBezTo>
                  <a:cubicBezTo>
                    <a:pt x="14047" y="952"/>
                    <a:pt x="14003" y="940"/>
                    <a:pt x="13982" y="912"/>
                  </a:cubicBezTo>
                  <a:lnTo>
                    <a:pt x="14256" y="639"/>
                  </a:lnTo>
                  <a:cubicBezTo>
                    <a:pt x="14218" y="621"/>
                    <a:pt x="14182" y="614"/>
                    <a:pt x="14148" y="614"/>
                  </a:cubicBezTo>
                  <a:cubicBezTo>
                    <a:pt x="13899" y="614"/>
                    <a:pt x="13741" y="1030"/>
                    <a:pt x="13462" y="1030"/>
                  </a:cubicBezTo>
                  <a:cubicBezTo>
                    <a:pt x="13383" y="1030"/>
                    <a:pt x="13295" y="997"/>
                    <a:pt x="13192" y="912"/>
                  </a:cubicBezTo>
                  <a:cubicBezTo>
                    <a:pt x="13073" y="912"/>
                    <a:pt x="12787" y="577"/>
                    <a:pt x="12682" y="577"/>
                  </a:cubicBezTo>
                  <a:cubicBezTo>
                    <a:pt x="12653" y="577"/>
                    <a:pt x="12638" y="603"/>
                    <a:pt x="12645" y="669"/>
                  </a:cubicBezTo>
                  <a:cubicBezTo>
                    <a:pt x="13010" y="1186"/>
                    <a:pt x="13283" y="2949"/>
                    <a:pt x="13223" y="3375"/>
                  </a:cubicBezTo>
                  <a:cubicBezTo>
                    <a:pt x="12858" y="3192"/>
                    <a:pt x="12523" y="2979"/>
                    <a:pt x="12219" y="2736"/>
                  </a:cubicBezTo>
                  <a:cubicBezTo>
                    <a:pt x="11855" y="2341"/>
                    <a:pt x="12311" y="1581"/>
                    <a:pt x="12037" y="1277"/>
                  </a:cubicBezTo>
                  <a:lnTo>
                    <a:pt x="12037" y="1277"/>
                  </a:lnTo>
                  <a:cubicBezTo>
                    <a:pt x="12037" y="1399"/>
                    <a:pt x="12007" y="1551"/>
                    <a:pt x="11916" y="1672"/>
                  </a:cubicBezTo>
                  <a:cubicBezTo>
                    <a:pt x="11766" y="1598"/>
                    <a:pt x="11841" y="1360"/>
                    <a:pt x="11689" y="1360"/>
                  </a:cubicBezTo>
                  <a:cubicBezTo>
                    <a:pt x="11656" y="1360"/>
                    <a:pt x="11611" y="1371"/>
                    <a:pt x="11551" y="1399"/>
                  </a:cubicBezTo>
                  <a:cubicBezTo>
                    <a:pt x="11612" y="1885"/>
                    <a:pt x="10852" y="1551"/>
                    <a:pt x="11490" y="1855"/>
                  </a:cubicBezTo>
                  <a:cubicBezTo>
                    <a:pt x="11387" y="1935"/>
                    <a:pt x="11305" y="1955"/>
                    <a:pt x="11224" y="1955"/>
                  </a:cubicBezTo>
                  <a:cubicBezTo>
                    <a:pt x="11146" y="1955"/>
                    <a:pt x="11067" y="1936"/>
                    <a:pt x="10970" y="1936"/>
                  </a:cubicBezTo>
                  <a:cubicBezTo>
                    <a:pt x="10901" y="1936"/>
                    <a:pt x="10824" y="1945"/>
                    <a:pt x="10730" y="1976"/>
                  </a:cubicBezTo>
                  <a:cubicBezTo>
                    <a:pt x="10943" y="2250"/>
                    <a:pt x="10760" y="3162"/>
                    <a:pt x="10517" y="3405"/>
                  </a:cubicBezTo>
                  <a:cubicBezTo>
                    <a:pt x="10487" y="3283"/>
                    <a:pt x="10396" y="3162"/>
                    <a:pt x="10305" y="3071"/>
                  </a:cubicBezTo>
                  <a:cubicBezTo>
                    <a:pt x="9697" y="3283"/>
                    <a:pt x="9271" y="3192"/>
                    <a:pt x="8694" y="3466"/>
                  </a:cubicBezTo>
                  <a:cubicBezTo>
                    <a:pt x="8602" y="3375"/>
                    <a:pt x="8268" y="3375"/>
                    <a:pt x="8268" y="3131"/>
                  </a:cubicBezTo>
                  <a:cubicBezTo>
                    <a:pt x="8238" y="3253"/>
                    <a:pt x="8238" y="3435"/>
                    <a:pt x="8086" y="3526"/>
                  </a:cubicBezTo>
                  <a:cubicBezTo>
                    <a:pt x="7539" y="3314"/>
                    <a:pt x="8420" y="3283"/>
                    <a:pt x="7934" y="2949"/>
                  </a:cubicBezTo>
                  <a:lnTo>
                    <a:pt x="7934" y="2949"/>
                  </a:lnTo>
                  <a:cubicBezTo>
                    <a:pt x="8055" y="3223"/>
                    <a:pt x="7660" y="3526"/>
                    <a:pt x="7539" y="3830"/>
                  </a:cubicBezTo>
                  <a:cubicBezTo>
                    <a:pt x="7599" y="3911"/>
                    <a:pt x="7660" y="3944"/>
                    <a:pt x="7722" y="3944"/>
                  </a:cubicBezTo>
                  <a:cubicBezTo>
                    <a:pt x="7940" y="3944"/>
                    <a:pt x="8156" y="3527"/>
                    <a:pt x="8298" y="3314"/>
                  </a:cubicBezTo>
                  <a:lnTo>
                    <a:pt x="8298" y="3314"/>
                  </a:lnTo>
                  <a:cubicBezTo>
                    <a:pt x="8542" y="3922"/>
                    <a:pt x="8450" y="4651"/>
                    <a:pt x="8086" y="5198"/>
                  </a:cubicBezTo>
                  <a:cubicBezTo>
                    <a:pt x="8005" y="5294"/>
                    <a:pt x="7940" y="5329"/>
                    <a:pt x="7888" y="5329"/>
                  </a:cubicBezTo>
                  <a:cubicBezTo>
                    <a:pt x="7743" y="5329"/>
                    <a:pt x="7694" y="5061"/>
                    <a:pt x="7669" y="5061"/>
                  </a:cubicBezTo>
                  <a:cubicBezTo>
                    <a:pt x="7666" y="5061"/>
                    <a:pt x="7663" y="5066"/>
                    <a:pt x="7660" y="5077"/>
                  </a:cubicBezTo>
                  <a:cubicBezTo>
                    <a:pt x="6809" y="5472"/>
                    <a:pt x="7599" y="6414"/>
                    <a:pt x="6718" y="6444"/>
                  </a:cubicBezTo>
                  <a:cubicBezTo>
                    <a:pt x="6262" y="6292"/>
                    <a:pt x="6262" y="5806"/>
                    <a:pt x="6049" y="5624"/>
                  </a:cubicBezTo>
                  <a:cubicBezTo>
                    <a:pt x="6292" y="5229"/>
                    <a:pt x="6718" y="5472"/>
                    <a:pt x="6931" y="5320"/>
                  </a:cubicBezTo>
                  <a:lnTo>
                    <a:pt x="6535" y="5320"/>
                  </a:lnTo>
                  <a:cubicBezTo>
                    <a:pt x="6564" y="5177"/>
                    <a:pt x="6728" y="4952"/>
                    <a:pt x="6899" y="4952"/>
                  </a:cubicBezTo>
                  <a:cubicBezTo>
                    <a:pt x="6910" y="4952"/>
                    <a:pt x="6920" y="4953"/>
                    <a:pt x="6931" y="4955"/>
                  </a:cubicBezTo>
                  <a:cubicBezTo>
                    <a:pt x="6896" y="4940"/>
                    <a:pt x="6858" y="4934"/>
                    <a:pt x="6816" y="4934"/>
                  </a:cubicBezTo>
                  <a:cubicBezTo>
                    <a:pt x="6600" y="4934"/>
                    <a:pt x="6294" y="5116"/>
                    <a:pt x="5988" y="5320"/>
                  </a:cubicBezTo>
                  <a:cubicBezTo>
                    <a:pt x="5624" y="5624"/>
                    <a:pt x="5198" y="5837"/>
                    <a:pt x="4773" y="6019"/>
                  </a:cubicBezTo>
                  <a:cubicBezTo>
                    <a:pt x="4773" y="6201"/>
                    <a:pt x="4681" y="6444"/>
                    <a:pt x="4864" y="6505"/>
                  </a:cubicBezTo>
                  <a:lnTo>
                    <a:pt x="5016" y="6323"/>
                  </a:lnTo>
                  <a:cubicBezTo>
                    <a:pt x="5360" y="6409"/>
                    <a:pt x="5027" y="6875"/>
                    <a:pt x="5245" y="6875"/>
                  </a:cubicBezTo>
                  <a:cubicBezTo>
                    <a:pt x="5258" y="6875"/>
                    <a:pt x="5272" y="6873"/>
                    <a:pt x="5289" y="6870"/>
                  </a:cubicBezTo>
                  <a:lnTo>
                    <a:pt x="5289" y="6870"/>
                  </a:lnTo>
                  <a:cubicBezTo>
                    <a:pt x="5228" y="7235"/>
                    <a:pt x="5228" y="7691"/>
                    <a:pt x="4833" y="7843"/>
                  </a:cubicBezTo>
                  <a:lnTo>
                    <a:pt x="4448" y="7576"/>
                  </a:lnTo>
                  <a:lnTo>
                    <a:pt x="4448" y="7576"/>
                  </a:lnTo>
                  <a:cubicBezTo>
                    <a:pt x="4246" y="7621"/>
                    <a:pt x="4064" y="7689"/>
                    <a:pt x="4225" y="7964"/>
                  </a:cubicBezTo>
                  <a:lnTo>
                    <a:pt x="4681" y="7964"/>
                  </a:lnTo>
                  <a:lnTo>
                    <a:pt x="4681" y="8603"/>
                  </a:lnTo>
                  <a:cubicBezTo>
                    <a:pt x="4681" y="8785"/>
                    <a:pt x="4651" y="8967"/>
                    <a:pt x="4499" y="9058"/>
                  </a:cubicBezTo>
                  <a:cubicBezTo>
                    <a:pt x="4610" y="9098"/>
                    <a:pt x="4663" y="9111"/>
                    <a:pt x="4690" y="9111"/>
                  </a:cubicBezTo>
                  <a:cubicBezTo>
                    <a:pt x="4741" y="9111"/>
                    <a:pt x="4705" y="9067"/>
                    <a:pt x="4785" y="9067"/>
                  </a:cubicBezTo>
                  <a:cubicBezTo>
                    <a:pt x="4827" y="9067"/>
                    <a:pt x="4904" y="9080"/>
                    <a:pt x="5046" y="9119"/>
                  </a:cubicBezTo>
                  <a:cubicBezTo>
                    <a:pt x="4428" y="8854"/>
                    <a:pt x="5522" y="8561"/>
                    <a:pt x="4926" y="8321"/>
                  </a:cubicBezTo>
                  <a:lnTo>
                    <a:pt x="4926" y="8321"/>
                  </a:lnTo>
                  <a:cubicBezTo>
                    <a:pt x="5061" y="8368"/>
                    <a:pt x="5155" y="8385"/>
                    <a:pt x="5228" y="8385"/>
                  </a:cubicBezTo>
                  <a:cubicBezTo>
                    <a:pt x="5403" y="8385"/>
                    <a:pt x="5457" y="8291"/>
                    <a:pt x="5662" y="8291"/>
                  </a:cubicBezTo>
                  <a:cubicBezTo>
                    <a:pt x="5731" y="8291"/>
                    <a:pt x="5816" y="8301"/>
                    <a:pt x="5928" y="8329"/>
                  </a:cubicBezTo>
                  <a:cubicBezTo>
                    <a:pt x="5836" y="8238"/>
                    <a:pt x="5654" y="8207"/>
                    <a:pt x="5897" y="8086"/>
                  </a:cubicBezTo>
                  <a:cubicBezTo>
                    <a:pt x="5897" y="8025"/>
                    <a:pt x="5867" y="7995"/>
                    <a:pt x="5867" y="7934"/>
                  </a:cubicBezTo>
                  <a:cubicBezTo>
                    <a:pt x="5776" y="7934"/>
                    <a:pt x="5684" y="7903"/>
                    <a:pt x="5593" y="7873"/>
                  </a:cubicBezTo>
                  <a:cubicBezTo>
                    <a:pt x="5472" y="7508"/>
                    <a:pt x="5806" y="7204"/>
                    <a:pt x="5836" y="6961"/>
                  </a:cubicBezTo>
                  <a:cubicBezTo>
                    <a:pt x="5848" y="6959"/>
                    <a:pt x="5859" y="6958"/>
                    <a:pt x="5868" y="6958"/>
                  </a:cubicBezTo>
                  <a:cubicBezTo>
                    <a:pt x="6000" y="6958"/>
                    <a:pt x="5879" y="7148"/>
                    <a:pt x="6049" y="7204"/>
                  </a:cubicBezTo>
                  <a:lnTo>
                    <a:pt x="6080" y="6870"/>
                  </a:lnTo>
                  <a:cubicBezTo>
                    <a:pt x="6323" y="7113"/>
                    <a:pt x="6779" y="7052"/>
                    <a:pt x="6596" y="7417"/>
                  </a:cubicBezTo>
                  <a:lnTo>
                    <a:pt x="6900" y="7235"/>
                  </a:lnTo>
                  <a:cubicBezTo>
                    <a:pt x="6925" y="7238"/>
                    <a:pt x="6950" y="7239"/>
                    <a:pt x="6975" y="7239"/>
                  </a:cubicBezTo>
                  <a:cubicBezTo>
                    <a:pt x="7192" y="7239"/>
                    <a:pt x="7399" y="7122"/>
                    <a:pt x="7508" y="6931"/>
                  </a:cubicBezTo>
                  <a:cubicBezTo>
                    <a:pt x="7651" y="6907"/>
                    <a:pt x="7682" y="6566"/>
                    <a:pt x="7689" y="6566"/>
                  </a:cubicBezTo>
                  <a:cubicBezTo>
                    <a:pt x="7691" y="6566"/>
                    <a:pt x="7691" y="6592"/>
                    <a:pt x="7691" y="6657"/>
                  </a:cubicBezTo>
                  <a:cubicBezTo>
                    <a:pt x="7843" y="6505"/>
                    <a:pt x="7964" y="6353"/>
                    <a:pt x="8086" y="6171"/>
                  </a:cubicBezTo>
                  <a:lnTo>
                    <a:pt x="8146" y="6262"/>
                  </a:lnTo>
                  <a:cubicBezTo>
                    <a:pt x="8571" y="6023"/>
                    <a:pt x="8834" y="5367"/>
                    <a:pt x="9481" y="5367"/>
                  </a:cubicBezTo>
                  <a:cubicBezTo>
                    <a:pt x="9575" y="5367"/>
                    <a:pt x="9676" y="5380"/>
                    <a:pt x="9788" y="5411"/>
                  </a:cubicBezTo>
                  <a:cubicBezTo>
                    <a:pt x="9909" y="5198"/>
                    <a:pt x="10122" y="5077"/>
                    <a:pt x="10365" y="5046"/>
                  </a:cubicBezTo>
                  <a:lnTo>
                    <a:pt x="10548" y="5289"/>
                  </a:lnTo>
                  <a:cubicBezTo>
                    <a:pt x="10730" y="5077"/>
                    <a:pt x="11308" y="5289"/>
                    <a:pt x="11308" y="4955"/>
                  </a:cubicBezTo>
                  <a:cubicBezTo>
                    <a:pt x="11449" y="5150"/>
                    <a:pt x="11604" y="5218"/>
                    <a:pt x="11762" y="5218"/>
                  </a:cubicBezTo>
                  <a:cubicBezTo>
                    <a:pt x="12138" y="5218"/>
                    <a:pt x="12535" y="4833"/>
                    <a:pt x="12834" y="4833"/>
                  </a:cubicBezTo>
                  <a:cubicBezTo>
                    <a:pt x="12842" y="4833"/>
                    <a:pt x="12850" y="4833"/>
                    <a:pt x="12858" y="4834"/>
                  </a:cubicBezTo>
                  <a:lnTo>
                    <a:pt x="12797" y="4469"/>
                  </a:lnTo>
                  <a:cubicBezTo>
                    <a:pt x="13101" y="4408"/>
                    <a:pt x="13375" y="4256"/>
                    <a:pt x="13648" y="4074"/>
                  </a:cubicBezTo>
                  <a:lnTo>
                    <a:pt x="13557" y="3739"/>
                  </a:lnTo>
                  <a:cubicBezTo>
                    <a:pt x="13628" y="3669"/>
                    <a:pt x="13712" y="3644"/>
                    <a:pt x="13803" y="3644"/>
                  </a:cubicBezTo>
                  <a:cubicBezTo>
                    <a:pt x="13907" y="3644"/>
                    <a:pt x="14021" y="3676"/>
                    <a:pt x="14134" y="3709"/>
                  </a:cubicBezTo>
                  <a:cubicBezTo>
                    <a:pt x="14378" y="3800"/>
                    <a:pt x="14621" y="3861"/>
                    <a:pt x="14864" y="3861"/>
                  </a:cubicBezTo>
                  <a:cubicBezTo>
                    <a:pt x="14849" y="3922"/>
                    <a:pt x="14811" y="3944"/>
                    <a:pt x="14765" y="3944"/>
                  </a:cubicBezTo>
                  <a:cubicBezTo>
                    <a:pt x="14720" y="3944"/>
                    <a:pt x="14666" y="3922"/>
                    <a:pt x="14621" y="3891"/>
                  </a:cubicBezTo>
                  <a:lnTo>
                    <a:pt x="14621" y="3891"/>
                  </a:lnTo>
                  <a:cubicBezTo>
                    <a:pt x="14754" y="4068"/>
                    <a:pt x="14886" y="4131"/>
                    <a:pt x="15026" y="4131"/>
                  </a:cubicBezTo>
                  <a:cubicBezTo>
                    <a:pt x="15174" y="4131"/>
                    <a:pt x="15330" y="4061"/>
                    <a:pt x="15502" y="3982"/>
                  </a:cubicBezTo>
                  <a:cubicBezTo>
                    <a:pt x="15672" y="3880"/>
                    <a:pt x="15843" y="3797"/>
                    <a:pt x="15997" y="3797"/>
                  </a:cubicBezTo>
                  <a:cubicBezTo>
                    <a:pt x="16118" y="3797"/>
                    <a:pt x="16229" y="3849"/>
                    <a:pt x="16323" y="3982"/>
                  </a:cubicBezTo>
                  <a:cubicBezTo>
                    <a:pt x="16355" y="3961"/>
                    <a:pt x="16395" y="3951"/>
                    <a:pt x="16436" y="3951"/>
                  </a:cubicBezTo>
                  <a:cubicBezTo>
                    <a:pt x="16510" y="3951"/>
                    <a:pt x="16588" y="3984"/>
                    <a:pt x="16627" y="4043"/>
                  </a:cubicBezTo>
                  <a:lnTo>
                    <a:pt x="16657" y="4043"/>
                  </a:lnTo>
                  <a:cubicBezTo>
                    <a:pt x="16661" y="4054"/>
                    <a:pt x="16664" y="4064"/>
                    <a:pt x="16668" y="4074"/>
                  </a:cubicBezTo>
                  <a:lnTo>
                    <a:pt x="16668" y="4074"/>
                  </a:lnTo>
                  <a:cubicBezTo>
                    <a:pt x="16816" y="4072"/>
                    <a:pt x="16964" y="4043"/>
                    <a:pt x="17083" y="4013"/>
                  </a:cubicBezTo>
                  <a:lnTo>
                    <a:pt x="17083" y="4013"/>
                  </a:lnTo>
                  <a:lnTo>
                    <a:pt x="17052" y="4408"/>
                  </a:lnTo>
                  <a:lnTo>
                    <a:pt x="17083" y="4408"/>
                  </a:lnTo>
                  <a:cubicBezTo>
                    <a:pt x="17105" y="4436"/>
                    <a:pt x="17126" y="4449"/>
                    <a:pt x="17144" y="4449"/>
                  </a:cubicBezTo>
                  <a:cubicBezTo>
                    <a:pt x="17224" y="4449"/>
                    <a:pt x="17260" y="4205"/>
                    <a:pt x="17235" y="3982"/>
                  </a:cubicBezTo>
                  <a:cubicBezTo>
                    <a:pt x="17326" y="3952"/>
                    <a:pt x="17417" y="3891"/>
                    <a:pt x="17508" y="3830"/>
                  </a:cubicBezTo>
                  <a:lnTo>
                    <a:pt x="17508" y="3830"/>
                  </a:lnTo>
                  <a:cubicBezTo>
                    <a:pt x="17483" y="4067"/>
                    <a:pt x="17550" y="4099"/>
                    <a:pt x="17635" y="4099"/>
                  </a:cubicBezTo>
                  <a:cubicBezTo>
                    <a:pt x="17668" y="4099"/>
                    <a:pt x="17704" y="4095"/>
                    <a:pt x="17739" y="4095"/>
                  </a:cubicBezTo>
                  <a:cubicBezTo>
                    <a:pt x="17833" y="4095"/>
                    <a:pt x="17917" y="4131"/>
                    <a:pt x="17903" y="4408"/>
                  </a:cubicBezTo>
                  <a:cubicBezTo>
                    <a:pt x="18086" y="4134"/>
                    <a:pt x="18694" y="4469"/>
                    <a:pt x="19028" y="3891"/>
                  </a:cubicBezTo>
                  <a:lnTo>
                    <a:pt x="19028" y="3891"/>
                  </a:lnTo>
                  <a:cubicBezTo>
                    <a:pt x="19003" y="3966"/>
                    <a:pt x="19019" y="4021"/>
                    <a:pt x="18992" y="4021"/>
                  </a:cubicBezTo>
                  <a:cubicBezTo>
                    <a:pt x="18986" y="4021"/>
                    <a:pt x="18978" y="4018"/>
                    <a:pt x="18967" y="4013"/>
                  </a:cubicBezTo>
                  <a:lnTo>
                    <a:pt x="18967" y="4013"/>
                  </a:lnTo>
                  <a:cubicBezTo>
                    <a:pt x="19063" y="4109"/>
                    <a:pt x="19178" y="4223"/>
                    <a:pt x="19326" y="4223"/>
                  </a:cubicBezTo>
                  <a:cubicBezTo>
                    <a:pt x="19366" y="4223"/>
                    <a:pt x="19408" y="4215"/>
                    <a:pt x="19454" y="4195"/>
                  </a:cubicBezTo>
                  <a:lnTo>
                    <a:pt x="19454" y="4195"/>
                  </a:lnTo>
                  <a:lnTo>
                    <a:pt x="19332" y="4651"/>
                  </a:lnTo>
                  <a:cubicBezTo>
                    <a:pt x="19545" y="4499"/>
                    <a:pt x="19758" y="4378"/>
                    <a:pt x="19940" y="4256"/>
                  </a:cubicBezTo>
                  <a:lnTo>
                    <a:pt x="19940" y="4256"/>
                  </a:lnTo>
                  <a:cubicBezTo>
                    <a:pt x="20062" y="4651"/>
                    <a:pt x="20062" y="4803"/>
                    <a:pt x="19697" y="5016"/>
                  </a:cubicBezTo>
                  <a:cubicBezTo>
                    <a:pt x="19979" y="4937"/>
                    <a:pt x="20118" y="4921"/>
                    <a:pt x="20218" y="4921"/>
                  </a:cubicBezTo>
                  <a:cubicBezTo>
                    <a:pt x="20288" y="4921"/>
                    <a:pt x="20338" y="4929"/>
                    <a:pt x="20403" y="4929"/>
                  </a:cubicBezTo>
                  <a:cubicBezTo>
                    <a:pt x="20497" y="4929"/>
                    <a:pt x="20623" y="4912"/>
                    <a:pt x="20882" y="4834"/>
                  </a:cubicBezTo>
                  <a:lnTo>
                    <a:pt x="20882" y="4834"/>
                  </a:lnTo>
                  <a:lnTo>
                    <a:pt x="20730" y="5077"/>
                  </a:lnTo>
                  <a:cubicBezTo>
                    <a:pt x="20755" y="5087"/>
                    <a:pt x="20788" y="5090"/>
                    <a:pt x="20826" y="5090"/>
                  </a:cubicBezTo>
                  <a:cubicBezTo>
                    <a:pt x="20911" y="5090"/>
                    <a:pt x="21019" y="5072"/>
                    <a:pt x="21112" y="5072"/>
                  </a:cubicBezTo>
                  <a:cubicBezTo>
                    <a:pt x="21230" y="5072"/>
                    <a:pt x="21322" y="5101"/>
                    <a:pt x="21308" y="5229"/>
                  </a:cubicBezTo>
                  <a:cubicBezTo>
                    <a:pt x="21338" y="5897"/>
                    <a:pt x="22949" y="6353"/>
                    <a:pt x="23405" y="7417"/>
                  </a:cubicBezTo>
                  <a:cubicBezTo>
                    <a:pt x="23499" y="7223"/>
                    <a:pt x="23555" y="7153"/>
                    <a:pt x="23592" y="7153"/>
                  </a:cubicBezTo>
                  <a:cubicBezTo>
                    <a:pt x="23687" y="7153"/>
                    <a:pt x="23658" y="7614"/>
                    <a:pt x="23818" y="7614"/>
                  </a:cubicBezTo>
                  <a:cubicBezTo>
                    <a:pt x="23859" y="7614"/>
                    <a:pt x="23912" y="7584"/>
                    <a:pt x="23983" y="7508"/>
                  </a:cubicBezTo>
                  <a:lnTo>
                    <a:pt x="23983" y="7508"/>
                  </a:lnTo>
                  <a:cubicBezTo>
                    <a:pt x="23891" y="7691"/>
                    <a:pt x="23922" y="7903"/>
                    <a:pt x="23679" y="7903"/>
                  </a:cubicBezTo>
                  <a:cubicBezTo>
                    <a:pt x="24143" y="8058"/>
                    <a:pt x="24082" y="8497"/>
                    <a:pt x="24442" y="8497"/>
                  </a:cubicBezTo>
                  <a:cubicBezTo>
                    <a:pt x="24507" y="8497"/>
                    <a:pt x="24585" y="8483"/>
                    <a:pt x="24682" y="8451"/>
                  </a:cubicBezTo>
                  <a:lnTo>
                    <a:pt x="24682" y="8451"/>
                  </a:lnTo>
                  <a:cubicBezTo>
                    <a:pt x="24591" y="8663"/>
                    <a:pt x="24408" y="8603"/>
                    <a:pt x="24347" y="8724"/>
                  </a:cubicBezTo>
                  <a:cubicBezTo>
                    <a:pt x="24408" y="8724"/>
                    <a:pt x="24591" y="8724"/>
                    <a:pt x="24530" y="8846"/>
                  </a:cubicBezTo>
                  <a:cubicBezTo>
                    <a:pt x="24509" y="8927"/>
                    <a:pt x="24449" y="8927"/>
                    <a:pt x="24374" y="8927"/>
                  </a:cubicBezTo>
                  <a:lnTo>
                    <a:pt x="24374" y="8927"/>
                  </a:lnTo>
                  <a:cubicBezTo>
                    <a:pt x="24337" y="8927"/>
                    <a:pt x="24297" y="8927"/>
                    <a:pt x="24256" y="8937"/>
                  </a:cubicBezTo>
                  <a:cubicBezTo>
                    <a:pt x="24347" y="9012"/>
                    <a:pt x="24445" y="9045"/>
                    <a:pt x="24548" y="9045"/>
                  </a:cubicBezTo>
                  <a:cubicBezTo>
                    <a:pt x="24860" y="9045"/>
                    <a:pt x="25220" y="8748"/>
                    <a:pt x="25563" y="8451"/>
                  </a:cubicBezTo>
                  <a:cubicBezTo>
                    <a:pt x="25563" y="8715"/>
                    <a:pt x="25611" y="8836"/>
                    <a:pt x="25800" y="8836"/>
                  </a:cubicBezTo>
                  <a:cubicBezTo>
                    <a:pt x="25871" y="8836"/>
                    <a:pt x="25963" y="8818"/>
                    <a:pt x="26080" y="8785"/>
                  </a:cubicBezTo>
                  <a:lnTo>
                    <a:pt x="26080" y="8785"/>
                  </a:lnTo>
                  <a:cubicBezTo>
                    <a:pt x="26012" y="8920"/>
                    <a:pt x="25978" y="9106"/>
                    <a:pt x="25866" y="9106"/>
                  </a:cubicBezTo>
                  <a:cubicBezTo>
                    <a:pt x="25827" y="9106"/>
                    <a:pt x="25778" y="9083"/>
                    <a:pt x="25715" y="9028"/>
                  </a:cubicBezTo>
                  <a:lnTo>
                    <a:pt x="25715" y="9028"/>
                  </a:lnTo>
                  <a:cubicBezTo>
                    <a:pt x="25806" y="9210"/>
                    <a:pt x="25898" y="9393"/>
                    <a:pt x="26050" y="9545"/>
                  </a:cubicBezTo>
                  <a:cubicBezTo>
                    <a:pt x="26137" y="9698"/>
                    <a:pt x="26256" y="9819"/>
                    <a:pt x="26394" y="9819"/>
                  </a:cubicBezTo>
                  <a:cubicBezTo>
                    <a:pt x="26449" y="9819"/>
                    <a:pt x="26506" y="9800"/>
                    <a:pt x="26566" y="9758"/>
                  </a:cubicBezTo>
                  <a:lnTo>
                    <a:pt x="26566" y="9758"/>
                  </a:lnTo>
                  <a:cubicBezTo>
                    <a:pt x="26505" y="9879"/>
                    <a:pt x="26688" y="9970"/>
                    <a:pt x="26749" y="10001"/>
                  </a:cubicBezTo>
                  <a:cubicBezTo>
                    <a:pt x="26870" y="10244"/>
                    <a:pt x="26992" y="10457"/>
                    <a:pt x="27174" y="10669"/>
                  </a:cubicBezTo>
                  <a:cubicBezTo>
                    <a:pt x="27174" y="10639"/>
                    <a:pt x="27174" y="10609"/>
                    <a:pt x="27174" y="10548"/>
                  </a:cubicBezTo>
                  <a:cubicBezTo>
                    <a:pt x="27264" y="10524"/>
                    <a:pt x="27331" y="10514"/>
                    <a:pt x="27382" y="10514"/>
                  </a:cubicBezTo>
                  <a:cubicBezTo>
                    <a:pt x="27661" y="10514"/>
                    <a:pt x="27450" y="10824"/>
                    <a:pt x="27630" y="11004"/>
                  </a:cubicBezTo>
                  <a:lnTo>
                    <a:pt x="27569" y="11004"/>
                  </a:lnTo>
                  <a:cubicBezTo>
                    <a:pt x="27539" y="11399"/>
                    <a:pt x="27569" y="11460"/>
                    <a:pt x="27630" y="11490"/>
                  </a:cubicBezTo>
                  <a:cubicBezTo>
                    <a:pt x="27721" y="11551"/>
                    <a:pt x="27812" y="11612"/>
                    <a:pt x="27600" y="11976"/>
                  </a:cubicBezTo>
                  <a:lnTo>
                    <a:pt x="27934" y="11855"/>
                  </a:lnTo>
                  <a:cubicBezTo>
                    <a:pt x="27963" y="11853"/>
                    <a:pt x="27990" y="11852"/>
                    <a:pt x="28014" y="11852"/>
                  </a:cubicBezTo>
                  <a:cubicBezTo>
                    <a:pt x="28316" y="11852"/>
                    <a:pt x="28229" y="12023"/>
                    <a:pt x="28116" y="12220"/>
                  </a:cubicBezTo>
                  <a:cubicBezTo>
                    <a:pt x="27964" y="12432"/>
                    <a:pt x="27721" y="12645"/>
                    <a:pt x="27873" y="12828"/>
                  </a:cubicBezTo>
                  <a:lnTo>
                    <a:pt x="28086" y="12706"/>
                  </a:lnTo>
                  <a:lnTo>
                    <a:pt x="28086" y="12706"/>
                  </a:lnTo>
                  <a:cubicBezTo>
                    <a:pt x="28208" y="12797"/>
                    <a:pt x="27934" y="12980"/>
                    <a:pt x="27630" y="13071"/>
                  </a:cubicBezTo>
                  <a:cubicBezTo>
                    <a:pt x="27387" y="13162"/>
                    <a:pt x="27113" y="13253"/>
                    <a:pt x="26870" y="13375"/>
                  </a:cubicBezTo>
                  <a:cubicBezTo>
                    <a:pt x="26864" y="13378"/>
                    <a:pt x="26857" y="13379"/>
                    <a:pt x="26852" y="13379"/>
                  </a:cubicBezTo>
                  <a:cubicBezTo>
                    <a:pt x="26803" y="13379"/>
                    <a:pt x="26776" y="13277"/>
                    <a:pt x="26749" y="13223"/>
                  </a:cubicBezTo>
                  <a:lnTo>
                    <a:pt x="26749" y="13223"/>
                  </a:lnTo>
                  <a:cubicBezTo>
                    <a:pt x="26232" y="13648"/>
                    <a:pt x="27205" y="13344"/>
                    <a:pt x="27265" y="13770"/>
                  </a:cubicBezTo>
                  <a:cubicBezTo>
                    <a:pt x="27083" y="13770"/>
                    <a:pt x="26860" y="13675"/>
                    <a:pt x="26705" y="13675"/>
                  </a:cubicBezTo>
                  <a:cubicBezTo>
                    <a:pt x="26627" y="13675"/>
                    <a:pt x="26566" y="13699"/>
                    <a:pt x="26536" y="13770"/>
                  </a:cubicBezTo>
                  <a:cubicBezTo>
                    <a:pt x="26293" y="13800"/>
                    <a:pt x="27144" y="14742"/>
                    <a:pt x="26505" y="14955"/>
                  </a:cubicBezTo>
                  <a:cubicBezTo>
                    <a:pt x="26548" y="14955"/>
                    <a:pt x="26592" y="14954"/>
                    <a:pt x="26635" y="14954"/>
                  </a:cubicBezTo>
                  <a:cubicBezTo>
                    <a:pt x="26808" y="14954"/>
                    <a:pt x="26974" y="14973"/>
                    <a:pt x="27022" y="15168"/>
                  </a:cubicBezTo>
                  <a:cubicBezTo>
                    <a:pt x="26961" y="15502"/>
                    <a:pt x="26019" y="15654"/>
                    <a:pt x="26445" y="16171"/>
                  </a:cubicBezTo>
                  <a:cubicBezTo>
                    <a:pt x="26414" y="16186"/>
                    <a:pt x="26384" y="16194"/>
                    <a:pt x="26357" y="16194"/>
                  </a:cubicBezTo>
                  <a:cubicBezTo>
                    <a:pt x="26331" y="16194"/>
                    <a:pt x="26308" y="16186"/>
                    <a:pt x="26293" y="16171"/>
                  </a:cubicBezTo>
                  <a:lnTo>
                    <a:pt x="26293" y="16171"/>
                  </a:lnTo>
                  <a:cubicBezTo>
                    <a:pt x="26323" y="16475"/>
                    <a:pt x="26141" y="16992"/>
                    <a:pt x="26384" y="17326"/>
                  </a:cubicBezTo>
                  <a:cubicBezTo>
                    <a:pt x="26273" y="17286"/>
                    <a:pt x="26181" y="17269"/>
                    <a:pt x="26103" y="17269"/>
                  </a:cubicBezTo>
                  <a:cubicBezTo>
                    <a:pt x="25454" y="17269"/>
                    <a:pt x="25835" y="18501"/>
                    <a:pt x="25398" y="18501"/>
                  </a:cubicBezTo>
                  <a:cubicBezTo>
                    <a:pt x="25326" y="18501"/>
                    <a:pt x="25232" y="18468"/>
                    <a:pt x="25107" y="18390"/>
                  </a:cubicBezTo>
                  <a:lnTo>
                    <a:pt x="24712" y="19089"/>
                  </a:lnTo>
                  <a:lnTo>
                    <a:pt x="24651" y="18998"/>
                  </a:lnTo>
                  <a:cubicBezTo>
                    <a:pt x="24378" y="19271"/>
                    <a:pt x="24347" y="19667"/>
                    <a:pt x="24530" y="19971"/>
                  </a:cubicBezTo>
                  <a:cubicBezTo>
                    <a:pt x="24510" y="19981"/>
                    <a:pt x="24492" y="19985"/>
                    <a:pt x="24477" y="19985"/>
                  </a:cubicBezTo>
                  <a:cubicBezTo>
                    <a:pt x="24397" y="19985"/>
                    <a:pt x="24368" y="19874"/>
                    <a:pt x="24317" y="19849"/>
                  </a:cubicBezTo>
                  <a:cubicBezTo>
                    <a:pt x="23709" y="20335"/>
                    <a:pt x="23709" y="20396"/>
                    <a:pt x="23800" y="21247"/>
                  </a:cubicBezTo>
                  <a:lnTo>
                    <a:pt x="23466" y="21065"/>
                  </a:lnTo>
                  <a:lnTo>
                    <a:pt x="23466" y="21065"/>
                  </a:lnTo>
                  <a:cubicBezTo>
                    <a:pt x="23527" y="21338"/>
                    <a:pt x="22341" y="21582"/>
                    <a:pt x="22220" y="22433"/>
                  </a:cubicBezTo>
                  <a:cubicBezTo>
                    <a:pt x="22159" y="22372"/>
                    <a:pt x="22128" y="22311"/>
                    <a:pt x="22128" y="22250"/>
                  </a:cubicBezTo>
                  <a:cubicBezTo>
                    <a:pt x="21977" y="23192"/>
                    <a:pt x="20092" y="23192"/>
                    <a:pt x="20943" y="24256"/>
                  </a:cubicBezTo>
                  <a:lnTo>
                    <a:pt x="20852" y="24925"/>
                  </a:lnTo>
                  <a:cubicBezTo>
                    <a:pt x="20968" y="24815"/>
                    <a:pt x="21051" y="24773"/>
                    <a:pt x="21114" y="24773"/>
                  </a:cubicBezTo>
                  <a:cubicBezTo>
                    <a:pt x="21334" y="24773"/>
                    <a:pt x="21305" y="25296"/>
                    <a:pt x="21561" y="25296"/>
                  </a:cubicBezTo>
                  <a:cubicBezTo>
                    <a:pt x="21577" y="25296"/>
                    <a:pt x="21594" y="25294"/>
                    <a:pt x="21612" y="25290"/>
                  </a:cubicBezTo>
                  <a:lnTo>
                    <a:pt x="21612" y="25290"/>
                  </a:lnTo>
                  <a:cubicBezTo>
                    <a:pt x="21548" y="25418"/>
                    <a:pt x="21340" y="25496"/>
                    <a:pt x="21180" y="25496"/>
                  </a:cubicBezTo>
                  <a:cubicBezTo>
                    <a:pt x="21037" y="25496"/>
                    <a:pt x="20932" y="25433"/>
                    <a:pt x="21004" y="25290"/>
                  </a:cubicBezTo>
                  <a:lnTo>
                    <a:pt x="21095" y="25290"/>
                  </a:lnTo>
                  <a:cubicBezTo>
                    <a:pt x="20992" y="25174"/>
                    <a:pt x="20899" y="25130"/>
                    <a:pt x="20812" y="25130"/>
                  </a:cubicBezTo>
                  <a:cubicBezTo>
                    <a:pt x="20547" y="25130"/>
                    <a:pt x="20343" y="25539"/>
                    <a:pt x="20120" y="25539"/>
                  </a:cubicBezTo>
                  <a:cubicBezTo>
                    <a:pt x="20071" y="25539"/>
                    <a:pt x="20022" y="25519"/>
                    <a:pt x="19970" y="25472"/>
                  </a:cubicBezTo>
                  <a:cubicBezTo>
                    <a:pt x="19636" y="25898"/>
                    <a:pt x="19180" y="26232"/>
                    <a:pt x="18663" y="26414"/>
                  </a:cubicBezTo>
                  <a:cubicBezTo>
                    <a:pt x="18344" y="26483"/>
                    <a:pt x="18008" y="26517"/>
                    <a:pt x="17667" y="26517"/>
                  </a:cubicBezTo>
                  <a:cubicBezTo>
                    <a:pt x="17554" y="26517"/>
                    <a:pt x="17440" y="26513"/>
                    <a:pt x="17326" y="26506"/>
                  </a:cubicBezTo>
                  <a:lnTo>
                    <a:pt x="17326" y="26506"/>
                  </a:lnTo>
                  <a:lnTo>
                    <a:pt x="17478" y="27022"/>
                  </a:lnTo>
                  <a:lnTo>
                    <a:pt x="17083" y="27022"/>
                  </a:lnTo>
                  <a:cubicBezTo>
                    <a:pt x="16992" y="26870"/>
                    <a:pt x="16961" y="26597"/>
                    <a:pt x="17235" y="26597"/>
                  </a:cubicBezTo>
                  <a:cubicBezTo>
                    <a:pt x="17209" y="26533"/>
                    <a:pt x="17174" y="26506"/>
                    <a:pt x="17134" y="26506"/>
                  </a:cubicBezTo>
                  <a:cubicBezTo>
                    <a:pt x="16986" y="26506"/>
                    <a:pt x="16772" y="26872"/>
                    <a:pt x="16748" y="26992"/>
                  </a:cubicBezTo>
                  <a:cubicBezTo>
                    <a:pt x="16171" y="26718"/>
                    <a:pt x="17022" y="26354"/>
                    <a:pt x="16840" y="26323"/>
                  </a:cubicBezTo>
                  <a:lnTo>
                    <a:pt x="16840" y="26323"/>
                  </a:lnTo>
                  <a:lnTo>
                    <a:pt x="16596" y="26354"/>
                  </a:lnTo>
                  <a:lnTo>
                    <a:pt x="16627" y="26445"/>
                  </a:lnTo>
                  <a:cubicBezTo>
                    <a:pt x="16464" y="26608"/>
                    <a:pt x="16398" y="26819"/>
                    <a:pt x="16126" y="26819"/>
                  </a:cubicBezTo>
                  <a:cubicBezTo>
                    <a:pt x="16093" y="26819"/>
                    <a:pt x="16058" y="26816"/>
                    <a:pt x="16019" y="26810"/>
                  </a:cubicBezTo>
                  <a:cubicBezTo>
                    <a:pt x="15806" y="26688"/>
                    <a:pt x="15928" y="26475"/>
                    <a:pt x="15837" y="26445"/>
                  </a:cubicBezTo>
                  <a:cubicBezTo>
                    <a:pt x="15837" y="26384"/>
                    <a:pt x="15837" y="26384"/>
                    <a:pt x="15715" y="26384"/>
                  </a:cubicBezTo>
                  <a:lnTo>
                    <a:pt x="15168" y="26293"/>
                  </a:lnTo>
                  <a:lnTo>
                    <a:pt x="15320" y="26749"/>
                  </a:lnTo>
                  <a:cubicBezTo>
                    <a:pt x="15047" y="26930"/>
                    <a:pt x="14805" y="26660"/>
                    <a:pt x="14983" y="27168"/>
                  </a:cubicBezTo>
                  <a:lnTo>
                    <a:pt x="14983" y="27168"/>
                  </a:lnTo>
                  <a:cubicBezTo>
                    <a:pt x="14703" y="26385"/>
                    <a:pt x="12949" y="26566"/>
                    <a:pt x="12767" y="26293"/>
                  </a:cubicBezTo>
                  <a:cubicBezTo>
                    <a:pt x="12584" y="26384"/>
                    <a:pt x="12387" y="26430"/>
                    <a:pt x="12189" y="26430"/>
                  </a:cubicBezTo>
                  <a:cubicBezTo>
                    <a:pt x="11992" y="26430"/>
                    <a:pt x="11794" y="26384"/>
                    <a:pt x="11612" y="26293"/>
                  </a:cubicBezTo>
                  <a:lnTo>
                    <a:pt x="11612" y="26293"/>
                  </a:lnTo>
                  <a:cubicBezTo>
                    <a:pt x="11691" y="26398"/>
                    <a:pt x="11655" y="26778"/>
                    <a:pt x="11427" y="26778"/>
                  </a:cubicBezTo>
                  <a:cubicBezTo>
                    <a:pt x="11392" y="26778"/>
                    <a:pt x="11352" y="26769"/>
                    <a:pt x="11308" y="26749"/>
                  </a:cubicBezTo>
                  <a:cubicBezTo>
                    <a:pt x="11663" y="25860"/>
                    <a:pt x="10777" y="26155"/>
                    <a:pt x="10648" y="25468"/>
                  </a:cubicBezTo>
                  <a:lnTo>
                    <a:pt x="10648" y="25468"/>
                  </a:lnTo>
                  <a:cubicBezTo>
                    <a:pt x="10655" y="25594"/>
                    <a:pt x="10557" y="25622"/>
                    <a:pt x="10426" y="25622"/>
                  </a:cubicBezTo>
                  <a:cubicBezTo>
                    <a:pt x="10324" y="25622"/>
                    <a:pt x="10202" y="25605"/>
                    <a:pt x="10092" y="25605"/>
                  </a:cubicBezTo>
                  <a:cubicBezTo>
                    <a:pt x="9888" y="25605"/>
                    <a:pt x="9727" y="25662"/>
                    <a:pt x="9818" y="25989"/>
                  </a:cubicBezTo>
                  <a:cubicBezTo>
                    <a:pt x="9545" y="25837"/>
                    <a:pt x="9909" y="25624"/>
                    <a:pt x="9757" y="25351"/>
                  </a:cubicBezTo>
                  <a:lnTo>
                    <a:pt x="9757" y="25351"/>
                  </a:lnTo>
                  <a:cubicBezTo>
                    <a:pt x="9693" y="25363"/>
                    <a:pt x="9629" y="25368"/>
                    <a:pt x="9566" y="25368"/>
                  </a:cubicBezTo>
                  <a:cubicBezTo>
                    <a:pt x="8830" y="25368"/>
                    <a:pt x="8201" y="24607"/>
                    <a:pt x="7417" y="24439"/>
                  </a:cubicBezTo>
                  <a:cubicBezTo>
                    <a:pt x="7356" y="24560"/>
                    <a:pt x="7417" y="24834"/>
                    <a:pt x="7174" y="24925"/>
                  </a:cubicBezTo>
                  <a:lnTo>
                    <a:pt x="6961" y="24135"/>
                  </a:lnTo>
                  <a:cubicBezTo>
                    <a:pt x="6833" y="24135"/>
                    <a:pt x="6676" y="24448"/>
                    <a:pt x="6541" y="24448"/>
                  </a:cubicBezTo>
                  <a:cubicBezTo>
                    <a:pt x="6483" y="24448"/>
                    <a:pt x="6429" y="24390"/>
                    <a:pt x="6384" y="24226"/>
                  </a:cubicBezTo>
                  <a:cubicBezTo>
                    <a:pt x="6384" y="24348"/>
                    <a:pt x="6384" y="24530"/>
                    <a:pt x="6262" y="24530"/>
                  </a:cubicBezTo>
                  <a:cubicBezTo>
                    <a:pt x="5624" y="23952"/>
                    <a:pt x="4803" y="23679"/>
                    <a:pt x="4013" y="23375"/>
                  </a:cubicBezTo>
                  <a:cubicBezTo>
                    <a:pt x="3222" y="23071"/>
                    <a:pt x="2554" y="22706"/>
                    <a:pt x="2736" y="22098"/>
                  </a:cubicBezTo>
                  <a:cubicBezTo>
                    <a:pt x="2736" y="22007"/>
                    <a:pt x="2797" y="21946"/>
                    <a:pt x="2827" y="21855"/>
                  </a:cubicBezTo>
                  <a:lnTo>
                    <a:pt x="2827" y="21855"/>
                  </a:lnTo>
                  <a:cubicBezTo>
                    <a:pt x="2727" y="21972"/>
                    <a:pt x="2663" y="22016"/>
                    <a:pt x="2621" y="22016"/>
                  </a:cubicBezTo>
                  <a:cubicBezTo>
                    <a:pt x="2587" y="22016"/>
                    <a:pt x="2567" y="21987"/>
                    <a:pt x="2554" y="21946"/>
                  </a:cubicBezTo>
                  <a:cubicBezTo>
                    <a:pt x="2523" y="22007"/>
                    <a:pt x="2250" y="22068"/>
                    <a:pt x="2098" y="22129"/>
                  </a:cubicBezTo>
                  <a:cubicBezTo>
                    <a:pt x="2189" y="21916"/>
                    <a:pt x="2310" y="21733"/>
                    <a:pt x="2432" y="21521"/>
                  </a:cubicBezTo>
                  <a:cubicBezTo>
                    <a:pt x="1915" y="21521"/>
                    <a:pt x="2341" y="20882"/>
                    <a:pt x="1885" y="20822"/>
                  </a:cubicBezTo>
                  <a:lnTo>
                    <a:pt x="1885" y="20822"/>
                  </a:lnTo>
                  <a:lnTo>
                    <a:pt x="1976" y="21034"/>
                  </a:lnTo>
                  <a:cubicBezTo>
                    <a:pt x="1884" y="20986"/>
                    <a:pt x="1789" y="20965"/>
                    <a:pt x="1694" y="20965"/>
                  </a:cubicBezTo>
                  <a:cubicBezTo>
                    <a:pt x="1192" y="20965"/>
                    <a:pt x="648" y="21530"/>
                    <a:pt x="61" y="21582"/>
                  </a:cubicBezTo>
                  <a:cubicBezTo>
                    <a:pt x="365" y="21764"/>
                    <a:pt x="213" y="22007"/>
                    <a:pt x="92" y="22402"/>
                  </a:cubicBezTo>
                  <a:cubicBezTo>
                    <a:pt x="0" y="22797"/>
                    <a:pt x="0" y="23284"/>
                    <a:pt x="487" y="23466"/>
                  </a:cubicBezTo>
                  <a:cubicBezTo>
                    <a:pt x="517" y="23496"/>
                    <a:pt x="578" y="23496"/>
                    <a:pt x="639" y="23496"/>
                  </a:cubicBezTo>
                  <a:cubicBezTo>
                    <a:pt x="627" y="23594"/>
                    <a:pt x="576" y="23613"/>
                    <a:pt x="513" y="23613"/>
                  </a:cubicBezTo>
                  <a:cubicBezTo>
                    <a:pt x="471" y="23613"/>
                    <a:pt x="424" y="23605"/>
                    <a:pt x="380" y="23605"/>
                  </a:cubicBezTo>
                  <a:cubicBezTo>
                    <a:pt x="325" y="23605"/>
                    <a:pt x="274" y="23618"/>
                    <a:pt x="244" y="23679"/>
                  </a:cubicBezTo>
                  <a:cubicBezTo>
                    <a:pt x="639" y="23679"/>
                    <a:pt x="821" y="23861"/>
                    <a:pt x="1034" y="24256"/>
                  </a:cubicBezTo>
                  <a:lnTo>
                    <a:pt x="943" y="24287"/>
                  </a:lnTo>
                  <a:cubicBezTo>
                    <a:pt x="1490" y="24743"/>
                    <a:pt x="1794" y="24986"/>
                    <a:pt x="2128" y="25259"/>
                  </a:cubicBezTo>
                  <a:cubicBezTo>
                    <a:pt x="2462" y="25594"/>
                    <a:pt x="2827" y="25898"/>
                    <a:pt x="3222" y="26171"/>
                  </a:cubicBezTo>
                  <a:lnTo>
                    <a:pt x="3283" y="25807"/>
                  </a:lnTo>
                  <a:cubicBezTo>
                    <a:pt x="3496" y="25958"/>
                    <a:pt x="3496" y="26080"/>
                    <a:pt x="3557" y="26202"/>
                  </a:cubicBezTo>
                  <a:cubicBezTo>
                    <a:pt x="4043" y="25807"/>
                    <a:pt x="2949" y="25867"/>
                    <a:pt x="3435" y="25442"/>
                  </a:cubicBezTo>
                  <a:lnTo>
                    <a:pt x="3435" y="25442"/>
                  </a:lnTo>
                  <a:cubicBezTo>
                    <a:pt x="3435" y="26262"/>
                    <a:pt x="4955" y="26141"/>
                    <a:pt x="4833" y="26962"/>
                  </a:cubicBezTo>
                  <a:cubicBezTo>
                    <a:pt x="4878" y="26980"/>
                    <a:pt x="4913" y="26988"/>
                    <a:pt x="4940" y="26988"/>
                  </a:cubicBezTo>
                  <a:cubicBezTo>
                    <a:pt x="5110" y="26988"/>
                    <a:pt x="4976" y="26670"/>
                    <a:pt x="5145" y="26670"/>
                  </a:cubicBezTo>
                  <a:cubicBezTo>
                    <a:pt x="5167" y="26670"/>
                    <a:pt x="5195" y="26676"/>
                    <a:pt x="5228" y="26688"/>
                  </a:cubicBezTo>
                  <a:lnTo>
                    <a:pt x="5228" y="26931"/>
                  </a:lnTo>
                  <a:lnTo>
                    <a:pt x="5411" y="26718"/>
                  </a:lnTo>
                  <a:cubicBezTo>
                    <a:pt x="5593" y="26870"/>
                    <a:pt x="5654" y="27114"/>
                    <a:pt x="5593" y="27326"/>
                  </a:cubicBezTo>
                  <a:cubicBezTo>
                    <a:pt x="5571" y="27304"/>
                    <a:pt x="5540" y="27298"/>
                    <a:pt x="5507" y="27298"/>
                  </a:cubicBezTo>
                  <a:cubicBezTo>
                    <a:pt x="5471" y="27298"/>
                    <a:pt x="5432" y="27305"/>
                    <a:pt x="5399" y="27305"/>
                  </a:cubicBezTo>
                  <a:cubicBezTo>
                    <a:pt x="5381" y="27305"/>
                    <a:pt x="5364" y="27303"/>
                    <a:pt x="5350" y="27296"/>
                  </a:cubicBezTo>
                  <a:lnTo>
                    <a:pt x="5350" y="27296"/>
                  </a:lnTo>
                  <a:cubicBezTo>
                    <a:pt x="5523" y="27671"/>
                    <a:pt x="6133" y="27553"/>
                    <a:pt x="6274" y="27644"/>
                  </a:cubicBezTo>
                  <a:lnTo>
                    <a:pt x="6274" y="27644"/>
                  </a:lnTo>
                  <a:lnTo>
                    <a:pt x="5988" y="27387"/>
                  </a:lnTo>
                  <a:lnTo>
                    <a:pt x="5988" y="27387"/>
                  </a:lnTo>
                  <a:cubicBezTo>
                    <a:pt x="6900" y="27548"/>
                    <a:pt x="7858" y="28087"/>
                    <a:pt x="8802" y="28087"/>
                  </a:cubicBezTo>
                  <a:cubicBezTo>
                    <a:pt x="8928" y="28087"/>
                    <a:pt x="9054" y="28077"/>
                    <a:pt x="9180" y="28056"/>
                  </a:cubicBezTo>
                  <a:lnTo>
                    <a:pt x="9150" y="27873"/>
                  </a:lnTo>
                  <a:cubicBezTo>
                    <a:pt x="9221" y="27865"/>
                    <a:pt x="9284" y="27861"/>
                    <a:pt x="9339" y="27861"/>
                  </a:cubicBezTo>
                  <a:cubicBezTo>
                    <a:pt x="9899" y="27861"/>
                    <a:pt x="9740" y="28244"/>
                    <a:pt x="10487" y="28299"/>
                  </a:cubicBezTo>
                  <a:lnTo>
                    <a:pt x="10457" y="28329"/>
                  </a:lnTo>
                  <a:cubicBezTo>
                    <a:pt x="10578" y="28248"/>
                    <a:pt x="10727" y="28208"/>
                    <a:pt x="10875" y="28208"/>
                  </a:cubicBezTo>
                  <a:cubicBezTo>
                    <a:pt x="10950" y="28208"/>
                    <a:pt x="11024" y="28218"/>
                    <a:pt x="11095" y="28238"/>
                  </a:cubicBezTo>
                  <a:cubicBezTo>
                    <a:pt x="10852" y="28390"/>
                    <a:pt x="11399" y="28694"/>
                    <a:pt x="11095" y="28846"/>
                  </a:cubicBezTo>
                  <a:cubicBezTo>
                    <a:pt x="11946" y="28694"/>
                    <a:pt x="11520" y="28664"/>
                    <a:pt x="12189" y="28177"/>
                  </a:cubicBezTo>
                  <a:lnTo>
                    <a:pt x="12250" y="28481"/>
                  </a:lnTo>
                  <a:cubicBezTo>
                    <a:pt x="12463" y="28269"/>
                    <a:pt x="12493" y="28147"/>
                    <a:pt x="12919" y="28147"/>
                  </a:cubicBezTo>
                  <a:cubicBezTo>
                    <a:pt x="12523" y="28329"/>
                    <a:pt x="13101" y="28603"/>
                    <a:pt x="12675" y="28846"/>
                  </a:cubicBezTo>
                  <a:cubicBezTo>
                    <a:pt x="12881" y="29060"/>
                    <a:pt x="13076" y="29122"/>
                    <a:pt x="13257" y="29122"/>
                  </a:cubicBezTo>
                  <a:cubicBezTo>
                    <a:pt x="13508" y="29122"/>
                    <a:pt x="13731" y="29001"/>
                    <a:pt x="13909" y="29001"/>
                  </a:cubicBezTo>
                  <a:cubicBezTo>
                    <a:pt x="14058" y="29001"/>
                    <a:pt x="14177" y="29085"/>
                    <a:pt x="14256" y="29393"/>
                  </a:cubicBezTo>
                  <a:cubicBezTo>
                    <a:pt x="14773" y="28694"/>
                    <a:pt x="13587" y="28876"/>
                    <a:pt x="13830" y="28724"/>
                  </a:cubicBezTo>
                  <a:cubicBezTo>
                    <a:pt x="13731" y="28501"/>
                    <a:pt x="14079" y="28297"/>
                    <a:pt x="14342" y="28297"/>
                  </a:cubicBezTo>
                  <a:cubicBezTo>
                    <a:pt x="14401" y="28297"/>
                    <a:pt x="14455" y="28307"/>
                    <a:pt x="14499" y="28329"/>
                  </a:cubicBezTo>
                  <a:cubicBezTo>
                    <a:pt x="14742" y="28390"/>
                    <a:pt x="14803" y="29363"/>
                    <a:pt x="15502" y="29424"/>
                  </a:cubicBezTo>
                  <a:cubicBezTo>
                    <a:pt x="15454" y="29424"/>
                    <a:pt x="15424" y="29462"/>
                    <a:pt x="15384" y="29462"/>
                  </a:cubicBezTo>
                  <a:cubicBezTo>
                    <a:pt x="15373" y="29462"/>
                    <a:pt x="15362" y="29460"/>
                    <a:pt x="15350" y="29454"/>
                  </a:cubicBezTo>
                  <a:lnTo>
                    <a:pt x="15350" y="29454"/>
                  </a:lnTo>
                  <a:cubicBezTo>
                    <a:pt x="15410" y="29514"/>
                    <a:pt x="15474" y="29533"/>
                    <a:pt x="15541" y="29533"/>
                  </a:cubicBezTo>
                  <a:cubicBezTo>
                    <a:pt x="15660" y="29533"/>
                    <a:pt x="15788" y="29472"/>
                    <a:pt x="15920" y="29472"/>
                  </a:cubicBezTo>
                  <a:cubicBezTo>
                    <a:pt x="16012" y="29472"/>
                    <a:pt x="16107" y="29502"/>
                    <a:pt x="16201" y="29606"/>
                  </a:cubicBezTo>
                  <a:cubicBezTo>
                    <a:pt x="16295" y="29405"/>
                    <a:pt x="16389" y="29393"/>
                    <a:pt x="16472" y="29393"/>
                  </a:cubicBezTo>
                  <a:cubicBezTo>
                    <a:pt x="16484" y="29393"/>
                    <a:pt x="16495" y="29393"/>
                    <a:pt x="16505" y="29393"/>
                  </a:cubicBezTo>
                  <a:cubicBezTo>
                    <a:pt x="16596" y="29393"/>
                    <a:pt x="16672" y="29378"/>
                    <a:pt x="16718" y="29089"/>
                  </a:cubicBezTo>
                  <a:lnTo>
                    <a:pt x="16718" y="29089"/>
                  </a:lnTo>
                  <a:cubicBezTo>
                    <a:pt x="16505" y="29120"/>
                    <a:pt x="16262" y="29150"/>
                    <a:pt x="16049" y="29180"/>
                  </a:cubicBezTo>
                  <a:cubicBezTo>
                    <a:pt x="16345" y="29057"/>
                    <a:pt x="16662" y="28613"/>
                    <a:pt x="17095" y="28613"/>
                  </a:cubicBezTo>
                  <a:cubicBezTo>
                    <a:pt x="17196" y="28613"/>
                    <a:pt x="17303" y="28637"/>
                    <a:pt x="17417" y="28694"/>
                  </a:cubicBezTo>
                  <a:cubicBezTo>
                    <a:pt x="17326" y="28876"/>
                    <a:pt x="17204" y="28998"/>
                    <a:pt x="17022" y="29089"/>
                  </a:cubicBezTo>
                  <a:cubicBezTo>
                    <a:pt x="17068" y="29135"/>
                    <a:pt x="17113" y="29150"/>
                    <a:pt x="17159" y="29150"/>
                  </a:cubicBezTo>
                  <a:cubicBezTo>
                    <a:pt x="17251" y="29150"/>
                    <a:pt x="17345" y="29089"/>
                    <a:pt x="17445" y="29089"/>
                  </a:cubicBezTo>
                  <a:cubicBezTo>
                    <a:pt x="17495" y="29089"/>
                    <a:pt x="17546" y="29104"/>
                    <a:pt x="17600" y="29150"/>
                  </a:cubicBezTo>
                  <a:cubicBezTo>
                    <a:pt x="17569" y="29758"/>
                    <a:pt x="16718" y="29302"/>
                    <a:pt x="16293" y="29697"/>
                  </a:cubicBezTo>
                  <a:cubicBezTo>
                    <a:pt x="16328" y="29750"/>
                    <a:pt x="16382" y="29769"/>
                    <a:pt x="16444" y="29769"/>
                  </a:cubicBezTo>
                  <a:cubicBezTo>
                    <a:pt x="16589" y="29769"/>
                    <a:pt x="16779" y="29667"/>
                    <a:pt x="16881" y="29667"/>
                  </a:cubicBezTo>
                  <a:cubicBezTo>
                    <a:pt x="16957" y="29667"/>
                    <a:pt x="16984" y="29724"/>
                    <a:pt x="16908" y="29921"/>
                  </a:cubicBezTo>
                  <a:lnTo>
                    <a:pt x="16908" y="29921"/>
                  </a:lnTo>
                  <a:cubicBezTo>
                    <a:pt x="17017" y="29648"/>
                    <a:pt x="17143" y="29590"/>
                    <a:pt x="17295" y="29590"/>
                  </a:cubicBezTo>
                  <a:cubicBezTo>
                    <a:pt x="17352" y="29590"/>
                    <a:pt x="17413" y="29598"/>
                    <a:pt x="17478" y="29606"/>
                  </a:cubicBezTo>
                  <a:cubicBezTo>
                    <a:pt x="17554" y="29629"/>
                    <a:pt x="17630" y="29640"/>
                    <a:pt x="17704" y="29640"/>
                  </a:cubicBezTo>
                  <a:cubicBezTo>
                    <a:pt x="17924" y="29640"/>
                    <a:pt x="18124" y="29538"/>
                    <a:pt x="18238" y="29332"/>
                  </a:cubicBezTo>
                  <a:lnTo>
                    <a:pt x="18238" y="29697"/>
                  </a:lnTo>
                  <a:cubicBezTo>
                    <a:pt x="18329" y="29636"/>
                    <a:pt x="18511" y="29424"/>
                    <a:pt x="18663" y="29393"/>
                  </a:cubicBezTo>
                  <a:lnTo>
                    <a:pt x="18663" y="29393"/>
                  </a:lnTo>
                  <a:cubicBezTo>
                    <a:pt x="18603" y="29576"/>
                    <a:pt x="18511" y="29758"/>
                    <a:pt x="18451" y="29910"/>
                  </a:cubicBezTo>
                  <a:cubicBezTo>
                    <a:pt x="18616" y="29744"/>
                    <a:pt x="18800" y="29726"/>
                    <a:pt x="19017" y="29726"/>
                  </a:cubicBezTo>
                  <a:cubicBezTo>
                    <a:pt x="19078" y="29726"/>
                    <a:pt x="19143" y="29728"/>
                    <a:pt x="19211" y="29728"/>
                  </a:cubicBezTo>
                  <a:cubicBezTo>
                    <a:pt x="19295" y="29756"/>
                    <a:pt x="19383" y="29769"/>
                    <a:pt x="19470" y="29769"/>
                  </a:cubicBezTo>
                  <a:cubicBezTo>
                    <a:pt x="19664" y="29769"/>
                    <a:pt x="19854" y="29701"/>
                    <a:pt x="20001" y="29576"/>
                  </a:cubicBezTo>
                  <a:lnTo>
                    <a:pt x="20001" y="29576"/>
                  </a:lnTo>
                  <a:cubicBezTo>
                    <a:pt x="19770" y="29678"/>
                    <a:pt x="19620" y="29716"/>
                    <a:pt x="19522" y="29716"/>
                  </a:cubicBezTo>
                  <a:cubicBezTo>
                    <a:pt x="19387" y="29716"/>
                    <a:pt x="19350" y="29646"/>
                    <a:pt x="19332" y="29576"/>
                  </a:cubicBezTo>
                  <a:cubicBezTo>
                    <a:pt x="19302" y="29424"/>
                    <a:pt x="19332" y="29241"/>
                    <a:pt x="19089" y="29180"/>
                  </a:cubicBezTo>
                  <a:cubicBezTo>
                    <a:pt x="19354" y="28962"/>
                    <a:pt x="19539" y="28888"/>
                    <a:pt x="19702" y="28888"/>
                  </a:cubicBezTo>
                  <a:cubicBezTo>
                    <a:pt x="19856" y="28888"/>
                    <a:pt x="19990" y="28954"/>
                    <a:pt x="20153" y="29028"/>
                  </a:cubicBezTo>
                  <a:cubicBezTo>
                    <a:pt x="20291" y="29103"/>
                    <a:pt x="20448" y="29140"/>
                    <a:pt x="20605" y="29140"/>
                  </a:cubicBezTo>
                  <a:cubicBezTo>
                    <a:pt x="20895" y="29140"/>
                    <a:pt x="21186" y="29014"/>
                    <a:pt x="21364" y="28761"/>
                  </a:cubicBezTo>
                  <a:lnTo>
                    <a:pt x="21364" y="28761"/>
                  </a:lnTo>
                  <a:cubicBezTo>
                    <a:pt x="21296" y="28855"/>
                    <a:pt x="21108" y="28923"/>
                    <a:pt x="20967" y="28923"/>
                  </a:cubicBezTo>
                  <a:cubicBezTo>
                    <a:pt x="20840" y="28923"/>
                    <a:pt x="20750" y="28867"/>
                    <a:pt x="20821" y="28724"/>
                  </a:cubicBezTo>
                  <a:cubicBezTo>
                    <a:pt x="21095" y="28573"/>
                    <a:pt x="21399" y="28512"/>
                    <a:pt x="21703" y="28512"/>
                  </a:cubicBezTo>
                  <a:cubicBezTo>
                    <a:pt x="22280" y="27843"/>
                    <a:pt x="21369" y="28329"/>
                    <a:pt x="21460" y="27904"/>
                  </a:cubicBezTo>
                  <a:lnTo>
                    <a:pt x="21460" y="27904"/>
                  </a:lnTo>
                  <a:cubicBezTo>
                    <a:pt x="21512" y="27916"/>
                    <a:pt x="21556" y="27922"/>
                    <a:pt x="21592" y="27922"/>
                  </a:cubicBezTo>
                  <a:cubicBezTo>
                    <a:pt x="21913" y="27922"/>
                    <a:pt x="21651" y="27472"/>
                    <a:pt x="21733" y="27144"/>
                  </a:cubicBezTo>
                  <a:lnTo>
                    <a:pt x="21733" y="27144"/>
                  </a:lnTo>
                  <a:lnTo>
                    <a:pt x="22007" y="27387"/>
                  </a:lnTo>
                  <a:cubicBezTo>
                    <a:pt x="22736" y="26901"/>
                    <a:pt x="21581" y="26749"/>
                    <a:pt x="22250" y="26354"/>
                  </a:cubicBezTo>
                  <a:lnTo>
                    <a:pt x="22250" y="26354"/>
                  </a:lnTo>
                  <a:lnTo>
                    <a:pt x="22463" y="26901"/>
                  </a:lnTo>
                  <a:lnTo>
                    <a:pt x="22584" y="26536"/>
                  </a:lnTo>
                  <a:lnTo>
                    <a:pt x="22858" y="26840"/>
                  </a:lnTo>
                  <a:cubicBezTo>
                    <a:pt x="22858" y="26354"/>
                    <a:pt x="22980" y="26323"/>
                    <a:pt x="23314" y="26080"/>
                  </a:cubicBezTo>
                  <a:cubicBezTo>
                    <a:pt x="23010" y="25989"/>
                    <a:pt x="22888" y="25624"/>
                    <a:pt x="23040" y="25351"/>
                  </a:cubicBezTo>
                  <a:cubicBezTo>
                    <a:pt x="23054" y="25349"/>
                    <a:pt x="23067" y="25349"/>
                    <a:pt x="23079" y="25349"/>
                  </a:cubicBezTo>
                  <a:cubicBezTo>
                    <a:pt x="23252" y="25349"/>
                    <a:pt x="23272" y="25467"/>
                    <a:pt x="23320" y="25467"/>
                  </a:cubicBezTo>
                  <a:cubicBezTo>
                    <a:pt x="23351" y="25467"/>
                    <a:pt x="23394" y="25419"/>
                    <a:pt x="23496" y="25259"/>
                  </a:cubicBezTo>
                  <a:lnTo>
                    <a:pt x="23496" y="25259"/>
                  </a:lnTo>
                  <a:cubicBezTo>
                    <a:pt x="23606" y="25479"/>
                    <a:pt x="23716" y="25724"/>
                    <a:pt x="23467" y="25724"/>
                  </a:cubicBezTo>
                  <a:cubicBezTo>
                    <a:pt x="23440" y="25724"/>
                    <a:pt x="23410" y="25721"/>
                    <a:pt x="23375" y="25715"/>
                  </a:cubicBezTo>
                  <a:lnTo>
                    <a:pt x="23375" y="25715"/>
                  </a:lnTo>
                  <a:cubicBezTo>
                    <a:pt x="23436" y="25807"/>
                    <a:pt x="23466" y="25958"/>
                    <a:pt x="23557" y="26019"/>
                  </a:cubicBezTo>
                  <a:cubicBezTo>
                    <a:pt x="23891" y="25989"/>
                    <a:pt x="23983" y="25594"/>
                    <a:pt x="24104" y="25442"/>
                  </a:cubicBezTo>
                  <a:lnTo>
                    <a:pt x="24104" y="25442"/>
                  </a:lnTo>
                  <a:cubicBezTo>
                    <a:pt x="24043" y="25503"/>
                    <a:pt x="23983" y="25533"/>
                    <a:pt x="23891" y="25533"/>
                  </a:cubicBezTo>
                  <a:lnTo>
                    <a:pt x="23952" y="24682"/>
                  </a:lnTo>
                  <a:cubicBezTo>
                    <a:pt x="24135" y="24682"/>
                    <a:pt x="24165" y="24803"/>
                    <a:pt x="24195" y="24955"/>
                  </a:cubicBezTo>
                  <a:cubicBezTo>
                    <a:pt x="24256" y="24803"/>
                    <a:pt x="24195" y="24651"/>
                    <a:pt x="24287" y="24439"/>
                  </a:cubicBezTo>
                  <a:cubicBezTo>
                    <a:pt x="24499" y="24682"/>
                    <a:pt x="24743" y="24864"/>
                    <a:pt x="24682" y="25168"/>
                  </a:cubicBezTo>
                  <a:lnTo>
                    <a:pt x="24834" y="24439"/>
                  </a:lnTo>
                  <a:cubicBezTo>
                    <a:pt x="24862" y="24453"/>
                    <a:pt x="24905" y="24457"/>
                    <a:pt x="24953" y="24457"/>
                  </a:cubicBezTo>
                  <a:cubicBezTo>
                    <a:pt x="25020" y="24457"/>
                    <a:pt x="25098" y="24449"/>
                    <a:pt x="25167" y="24449"/>
                  </a:cubicBezTo>
                  <a:cubicBezTo>
                    <a:pt x="25260" y="24449"/>
                    <a:pt x="25337" y="24464"/>
                    <a:pt x="25350" y="24530"/>
                  </a:cubicBezTo>
                  <a:cubicBezTo>
                    <a:pt x="25746" y="24348"/>
                    <a:pt x="25472" y="23436"/>
                    <a:pt x="25958" y="23192"/>
                  </a:cubicBezTo>
                  <a:cubicBezTo>
                    <a:pt x="25928" y="23101"/>
                    <a:pt x="25928" y="23010"/>
                    <a:pt x="25958" y="22949"/>
                  </a:cubicBezTo>
                  <a:cubicBezTo>
                    <a:pt x="26293" y="22615"/>
                    <a:pt x="26840" y="22493"/>
                    <a:pt x="26840" y="21794"/>
                  </a:cubicBezTo>
                  <a:lnTo>
                    <a:pt x="27448" y="21825"/>
                  </a:lnTo>
                  <a:cubicBezTo>
                    <a:pt x="27630" y="21399"/>
                    <a:pt x="26657" y="21794"/>
                    <a:pt x="26931" y="21095"/>
                  </a:cubicBezTo>
                  <a:cubicBezTo>
                    <a:pt x="26978" y="20927"/>
                    <a:pt x="27041" y="20871"/>
                    <a:pt x="27114" y="20871"/>
                  </a:cubicBezTo>
                  <a:cubicBezTo>
                    <a:pt x="27261" y="20871"/>
                    <a:pt x="27442" y="21104"/>
                    <a:pt x="27585" y="21104"/>
                  </a:cubicBezTo>
                  <a:cubicBezTo>
                    <a:pt x="27600" y="21104"/>
                    <a:pt x="27615" y="21101"/>
                    <a:pt x="27630" y="21095"/>
                  </a:cubicBezTo>
                  <a:cubicBezTo>
                    <a:pt x="27569" y="20730"/>
                    <a:pt x="27357" y="20062"/>
                    <a:pt x="27995" y="19879"/>
                  </a:cubicBezTo>
                  <a:lnTo>
                    <a:pt x="27995" y="19879"/>
                  </a:lnTo>
                  <a:cubicBezTo>
                    <a:pt x="27964" y="20153"/>
                    <a:pt x="27812" y="20183"/>
                    <a:pt x="27782" y="20335"/>
                  </a:cubicBezTo>
                  <a:lnTo>
                    <a:pt x="28238" y="20183"/>
                  </a:lnTo>
                  <a:lnTo>
                    <a:pt x="28238" y="20183"/>
                  </a:lnTo>
                  <a:cubicBezTo>
                    <a:pt x="28372" y="20746"/>
                    <a:pt x="28128" y="20954"/>
                    <a:pt x="28443" y="20954"/>
                  </a:cubicBezTo>
                  <a:cubicBezTo>
                    <a:pt x="28485" y="20954"/>
                    <a:pt x="28538" y="20950"/>
                    <a:pt x="28603" y="20943"/>
                  </a:cubicBezTo>
                  <a:cubicBezTo>
                    <a:pt x="27782" y="20366"/>
                    <a:pt x="29302" y="19606"/>
                    <a:pt x="28451" y="19028"/>
                  </a:cubicBezTo>
                  <a:lnTo>
                    <a:pt x="28755" y="18937"/>
                  </a:lnTo>
                  <a:lnTo>
                    <a:pt x="28755" y="18937"/>
                  </a:lnTo>
                  <a:cubicBezTo>
                    <a:pt x="28724" y="18998"/>
                    <a:pt x="28755" y="19028"/>
                    <a:pt x="28724" y="19089"/>
                  </a:cubicBezTo>
                  <a:cubicBezTo>
                    <a:pt x="29393" y="18876"/>
                    <a:pt x="28268" y="18390"/>
                    <a:pt x="28664" y="17934"/>
                  </a:cubicBezTo>
                  <a:cubicBezTo>
                    <a:pt x="28772" y="17862"/>
                    <a:pt x="28891" y="17801"/>
                    <a:pt x="28976" y="17801"/>
                  </a:cubicBezTo>
                  <a:cubicBezTo>
                    <a:pt x="29034" y="17801"/>
                    <a:pt x="29077" y="17829"/>
                    <a:pt x="29089" y="17904"/>
                  </a:cubicBezTo>
                  <a:lnTo>
                    <a:pt x="29089" y="17357"/>
                  </a:lnTo>
                  <a:cubicBezTo>
                    <a:pt x="29117" y="17320"/>
                    <a:pt x="29147" y="17305"/>
                    <a:pt x="29174" y="17305"/>
                  </a:cubicBezTo>
                  <a:cubicBezTo>
                    <a:pt x="29222" y="17305"/>
                    <a:pt x="29261" y="17351"/>
                    <a:pt x="29257" y="17401"/>
                  </a:cubicBezTo>
                  <a:lnTo>
                    <a:pt x="29257" y="17401"/>
                  </a:lnTo>
                  <a:lnTo>
                    <a:pt x="29484" y="16749"/>
                  </a:lnTo>
                  <a:lnTo>
                    <a:pt x="29515" y="16749"/>
                  </a:lnTo>
                  <a:cubicBezTo>
                    <a:pt x="29393" y="16536"/>
                    <a:pt x="29302" y="16323"/>
                    <a:pt x="29211" y="16110"/>
                  </a:cubicBezTo>
                  <a:cubicBezTo>
                    <a:pt x="29247" y="16086"/>
                    <a:pt x="29271" y="16076"/>
                    <a:pt x="29288" y="16076"/>
                  </a:cubicBezTo>
                  <a:cubicBezTo>
                    <a:pt x="29354" y="16076"/>
                    <a:pt x="29296" y="16232"/>
                    <a:pt x="29393" y="16232"/>
                  </a:cubicBezTo>
                  <a:lnTo>
                    <a:pt x="29332" y="15746"/>
                  </a:lnTo>
                  <a:cubicBezTo>
                    <a:pt x="29352" y="15742"/>
                    <a:pt x="29371" y="15740"/>
                    <a:pt x="29390" y="15740"/>
                  </a:cubicBezTo>
                  <a:cubicBezTo>
                    <a:pt x="29651" y="15740"/>
                    <a:pt x="29748" y="16126"/>
                    <a:pt x="29606" y="16353"/>
                  </a:cubicBezTo>
                  <a:cubicBezTo>
                    <a:pt x="30153" y="16353"/>
                    <a:pt x="30123" y="16262"/>
                    <a:pt x="30062" y="16080"/>
                  </a:cubicBezTo>
                  <a:cubicBezTo>
                    <a:pt x="30001" y="15898"/>
                    <a:pt x="29940" y="15654"/>
                    <a:pt x="30335" y="15320"/>
                  </a:cubicBezTo>
                  <a:lnTo>
                    <a:pt x="30335" y="15776"/>
                  </a:lnTo>
                  <a:cubicBezTo>
                    <a:pt x="30943" y="15654"/>
                    <a:pt x="30852" y="15259"/>
                    <a:pt x="31338" y="14864"/>
                  </a:cubicBezTo>
                  <a:lnTo>
                    <a:pt x="31338" y="14864"/>
                  </a:lnTo>
                  <a:cubicBezTo>
                    <a:pt x="31189" y="14928"/>
                    <a:pt x="30677" y="15279"/>
                    <a:pt x="30355" y="15279"/>
                  </a:cubicBezTo>
                  <a:cubicBezTo>
                    <a:pt x="30220" y="15279"/>
                    <a:pt x="30119" y="15217"/>
                    <a:pt x="30092" y="15046"/>
                  </a:cubicBezTo>
                  <a:cubicBezTo>
                    <a:pt x="30244" y="14894"/>
                    <a:pt x="30275" y="14651"/>
                    <a:pt x="30153" y="14469"/>
                  </a:cubicBezTo>
                  <a:lnTo>
                    <a:pt x="30153" y="14469"/>
                  </a:lnTo>
                  <a:cubicBezTo>
                    <a:pt x="30194" y="14480"/>
                    <a:pt x="30229" y="14485"/>
                    <a:pt x="30260" y="14485"/>
                  </a:cubicBezTo>
                  <a:cubicBezTo>
                    <a:pt x="30481" y="14485"/>
                    <a:pt x="30461" y="14215"/>
                    <a:pt x="30487" y="13922"/>
                  </a:cubicBezTo>
                  <a:lnTo>
                    <a:pt x="30943" y="14013"/>
                  </a:lnTo>
                  <a:cubicBezTo>
                    <a:pt x="30882" y="13618"/>
                    <a:pt x="30639" y="13648"/>
                    <a:pt x="30457" y="13375"/>
                  </a:cubicBezTo>
                  <a:cubicBezTo>
                    <a:pt x="30487" y="12949"/>
                    <a:pt x="30882" y="12888"/>
                    <a:pt x="31217" y="12767"/>
                  </a:cubicBezTo>
                  <a:cubicBezTo>
                    <a:pt x="31232" y="12582"/>
                    <a:pt x="31201" y="12522"/>
                    <a:pt x="31144" y="12522"/>
                  </a:cubicBezTo>
                  <a:cubicBezTo>
                    <a:pt x="31038" y="12522"/>
                    <a:pt x="30844" y="12730"/>
                    <a:pt x="30698" y="12730"/>
                  </a:cubicBezTo>
                  <a:cubicBezTo>
                    <a:pt x="30612" y="12730"/>
                    <a:pt x="30543" y="12659"/>
                    <a:pt x="30518" y="12432"/>
                  </a:cubicBezTo>
                  <a:cubicBezTo>
                    <a:pt x="30578" y="12159"/>
                    <a:pt x="30578" y="11855"/>
                    <a:pt x="30457" y="11612"/>
                  </a:cubicBezTo>
                  <a:cubicBezTo>
                    <a:pt x="30305" y="11308"/>
                    <a:pt x="30123" y="11065"/>
                    <a:pt x="29910" y="10852"/>
                  </a:cubicBezTo>
                  <a:cubicBezTo>
                    <a:pt x="29922" y="10687"/>
                    <a:pt x="29970" y="10645"/>
                    <a:pt x="30029" y="10645"/>
                  </a:cubicBezTo>
                  <a:cubicBezTo>
                    <a:pt x="30092" y="10645"/>
                    <a:pt x="30166" y="10691"/>
                    <a:pt x="30226" y="10691"/>
                  </a:cubicBezTo>
                  <a:cubicBezTo>
                    <a:pt x="30258" y="10691"/>
                    <a:pt x="30286" y="10678"/>
                    <a:pt x="30305" y="10639"/>
                  </a:cubicBezTo>
                  <a:cubicBezTo>
                    <a:pt x="30123" y="10548"/>
                    <a:pt x="29971" y="10487"/>
                    <a:pt x="29819" y="10426"/>
                  </a:cubicBezTo>
                  <a:cubicBezTo>
                    <a:pt x="29819" y="10366"/>
                    <a:pt x="29910" y="10335"/>
                    <a:pt x="29971" y="10335"/>
                  </a:cubicBezTo>
                  <a:cubicBezTo>
                    <a:pt x="29908" y="10280"/>
                    <a:pt x="29847" y="10264"/>
                    <a:pt x="29787" y="10264"/>
                  </a:cubicBezTo>
                  <a:cubicBezTo>
                    <a:pt x="29695" y="10264"/>
                    <a:pt x="29603" y="10302"/>
                    <a:pt x="29504" y="10302"/>
                  </a:cubicBezTo>
                  <a:cubicBezTo>
                    <a:pt x="29414" y="10302"/>
                    <a:pt x="29318" y="10271"/>
                    <a:pt x="29211" y="10153"/>
                  </a:cubicBezTo>
                  <a:cubicBezTo>
                    <a:pt x="29182" y="10159"/>
                    <a:pt x="29158" y="10162"/>
                    <a:pt x="29137" y="10162"/>
                  </a:cubicBezTo>
                  <a:cubicBezTo>
                    <a:pt x="28955" y="10162"/>
                    <a:pt x="29031" y="9936"/>
                    <a:pt x="29059" y="9636"/>
                  </a:cubicBezTo>
                  <a:cubicBezTo>
                    <a:pt x="29120" y="9302"/>
                    <a:pt x="29059" y="8967"/>
                    <a:pt x="28694" y="8907"/>
                  </a:cubicBezTo>
                  <a:cubicBezTo>
                    <a:pt x="28724" y="8724"/>
                    <a:pt x="28968" y="8785"/>
                    <a:pt x="29089" y="8663"/>
                  </a:cubicBezTo>
                  <a:cubicBezTo>
                    <a:pt x="28694" y="8390"/>
                    <a:pt x="28238" y="8268"/>
                    <a:pt x="27752" y="8238"/>
                  </a:cubicBezTo>
                  <a:cubicBezTo>
                    <a:pt x="27752" y="8055"/>
                    <a:pt x="27721" y="7843"/>
                    <a:pt x="27691" y="7691"/>
                  </a:cubicBezTo>
                  <a:cubicBezTo>
                    <a:pt x="27667" y="8080"/>
                    <a:pt x="27273" y="8119"/>
                    <a:pt x="26867" y="8119"/>
                  </a:cubicBezTo>
                  <a:cubicBezTo>
                    <a:pt x="26766" y="8119"/>
                    <a:pt x="26664" y="8116"/>
                    <a:pt x="26566" y="8116"/>
                  </a:cubicBezTo>
                  <a:cubicBezTo>
                    <a:pt x="26505" y="8299"/>
                    <a:pt x="26475" y="8481"/>
                    <a:pt x="26445" y="8572"/>
                  </a:cubicBezTo>
                  <a:cubicBezTo>
                    <a:pt x="26262" y="8481"/>
                    <a:pt x="26080" y="8420"/>
                    <a:pt x="25898" y="8359"/>
                  </a:cubicBezTo>
                  <a:cubicBezTo>
                    <a:pt x="25898" y="8238"/>
                    <a:pt x="26050" y="8177"/>
                    <a:pt x="26262" y="8086"/>
                  </a:cubicBezTo>
                  <a:lnTo>
                    <a:pt x="26110" y="8086"/>
                  </a:lnTo>
                  <a:cubicBezTo>
                    <a:pt x="26110" y="7843"/>
                    <a:pt x="26384" y="7721"/>
                    <a:pt x="26657" y="7630"/>
                  </a:cubicBezTo>
                  <a:lnTo>
                    <a:pt x="26657" y="7630"/>
                  </a:lnTo>
                  <a:cubicBezTo>
                    <a:pt x="26657" y="7751"/>
                    <a:pt x="26627" y="7873"/>
                    <a:pt x="26597" y="7964"/>
                  </a:cubicBezTo>
                  <a:cubicBezTo>
                    <a:pt x="26901" y="7903"/>
                    <a:pt x="27174" y="7751"/>
                    <a:pt x="27417" y="7569"/>
                  </a:cubicBezTo>
                  <a:cubicBezTo>
                    <a:pt x="27326" y="7569"/>
                    <a:pt x="27265" y="7539"/>
                    <a:pt x="27205" y="7508"/>
                  </a:cubicBezTo>
                  <a:cubicBezTo>
                    <a:pt x="27265" y="7478"/>
                    <a:pt x="27326" y="7448"/>
                    <a:pt x="27357" y="7387"/>
                  </a:cubicBezTo>
                  <a:cubicBezTo>
                    <a:pt x="27372" y="7372"/>
                    <a:pt x="27349" y="7364"/>
                    <a:pt x="27303" y="7364"/>
                  </a:cubicBezTo>
                  <a:cubicBezTo>
                    <a:pt x="27258" y="7364"/>
                    <a:pt x="27189" y="7372"/>
                    <a:pt x="27113" y="7387"/>
                  </a:cubicBezTo>
                  <a:lnTo>
                    <a:pt x="27417" y="6931"/>
                  </a:lnTo>
                  <a:lnTo>
                    <a:pt x="27235" y="7052"/>
                  </a:lnTo>
                  <a:lnTo>
                    <a:pt x="26901" y="6262"/>
                  </a:lnTo>
                  <a:cubicBezTo>
                    <a:pt x="26410" y="6262"/>
                    <a:pt x="25896" y="6367"/>
                    <a:pt x="25388" y="6367"/>
                  </a:cubicBezTo>
                  <a:cubicBezTo>
                    <a:pt x="25077" y="6367"/>
                    <a:pt x="24769" y="6328"/>
                    <a:pt x="24469" y="6201"/>
                  </a:cubicBezTo>
                  <a:cubicBezTo>
                    <a:pt x="24864" y="6019"/>
                    <a:pt x="24895" y="5715"/>
                    <a:pt x="25198" y="5381"/>
                  </a:cubicBezTo>
                  <a:lnTo>
                    <a:pt x="25198" y="5381"/>
                  </a:lnTo>
                  <a:cubicBezTo>
                    <a:pt x="25081" y="5880"/>
                    <a:pt x="25814" y="5642"/>
                    <a:pt x="26111" y="5981"/>
                  </a:cubicBezTo>
                  <a:lnTo>
                    <a:pt x="26111" y="5981"/>
                  </a:lnTo>
                  <a:cubicBezTo>
                    <a:pt x="26038" y="5857"/>
                    <a:pt x="26125" y="5682"/>
                    <a:pt x="26262" y="5654"/>
                  </a:cubicBezTo>
                  <a:cubicBezTo>
                    <a:pt x="25958" y="5593"/>
                    <a:pt x="25654" y="5533"/>
                    <a:pt x="25350" y="5472"/>
                  </a:cubicBezTo>
                  <a:cubicBezTo>
                    <a:pt x="25624" y="5198"/>
                    <a:pt x="25411" y="5168"/>
                    <a:pt x="25320" y="4894"/>
                  </a:cubicBezTo>
                  <a:cubicBezTo>
                    <a:pt x="25205" y="5134"/>
                    <a:pt x="25080" y="5213"/>
                    <a:pt x="24948" y="5213"/>
                  </a:cubicBezTo>
                  <a:cubicBezTo>
                    <a:pt x="24697" y="5213"/>
                    <a:pt x="24425" y="4925"/>
                    <a:pt x="24165" y="4925"/>
                  </a:cubicBezTo>
                  <a:cubicBezTo>
                    <a:pt x="24240" y="4793"/>
                    <a:pt x="24351" y="4673"/>
                    <a:pt x="24489" y="4673"/>
                  </a:cubicBezTo>
                  <a:cubicBezTo>
                    <a:pt x="24574" y="4673"/>
                    <a:pt x="24669" y="4718"/>
                    <a:pt x="24773" y="4834"/>
                  </a:cubicBezTo>
                  <a:cubicBezTo>
                    <a:pt x="24773" y="4635"/>
                    <a:pt x="24701" y="4571"/>
                    <a:pt x="24595" y="4571"/>
                  </a:cubicBezTo>
                  <a:cubicBezTo>
                    <a:pt x="24407" y="4571"/>
                    <a:pt x="24113" y="4769"/>
                    <a:pt x="23923" y="4769"/>
                  </a:cubicBezTo>
                  <a:cubicBezTo>
                    <a:pt x="23825" y="4769"/>
                    <a:pt x="23755" y="4717"/>
                    <a:pt x="23739" y="4560"/>
                  </a:cubicBezTo>
                  <a:lnTo>
                    <a:pt x="23739" y="4560"/>
                  </a:lnTo>
                  <a:cubicBezTo>
                    <a:pt x="23510" y="4458"/>
                    <a:pt x="23333" y="4167"/>
                    <a:pt x="23496" y="4074"/>
                  </a:cubicBezTo>
                  <a:lnTo>
                    <a:pt x="23496" y="4074"/>
                  </a:lnTo>
                  <a:lnTo>
                    <a:pt x="23587" y="4134"/>
                  </a:lnTo>
                  <a:cubicBezTo>
                    <a:pt x="23233" y="3802"/>
                    <a:pt x="22508" y="3390"/>
                    <a:pt x="21988" y="3390"/>
                  </a:cubicBezTo>
                  <a:cubicBezTo>
                    <a:pt x="21794" y="3390"/>
                    <a:pt x="21628" y="3447"/>
                    <a:pt x="21521" y="3587"/>
                  </a:cubicBezTo>
                  <a:cubicBezTo>
                    <a:pt x="21703" y="3344"/>
                    <a:pt x="21885" y="3101"/>
                    <a:pt x="22068" y="2888"/>
                  </a:cubicBezTo>
                  <a:lnTo>
                    <a:pt x="22068" y="2888"/>
                  </a:lnTo>
                  <a:cubicBezTo>
                    <a:pt x="21399" y="3314"/>
                    <a:pt x="20700" y="3770"/>
                    <a:pt x="20062" y="4226"/>
                  </a:cubicBezTo>
                  <a:cubicBezTo>
                    <a:pt x="20426" y="3800"/>
                    <a:pt x="20639" y="2463"/>
                    <a:pt x="21277" y="2432"/>
                  </a:cubicBezTo>
                  <a:cubicBezTo>
                    <a:pt x="21168" y="2241"/>
                    <a:pt x="20937" y="2124"/>
                    <a:pt x="20714" y="2124"/>
                  </a:cubicBezTo>
                  <a:cubicBezTo>
                    <a:pt x="20689" y="2124"/>
                    <a:pt x="20664" y="2125"/>
                    <a:pt x="20639" y="2128"/>
                  </a:cubicBezTo>
                  <a:cubicBezTo>
                    <a:pt x="20699" y="2247"/>
                    <a:pt x="20554" y="2950"/>
                    <a:pt x="20405" y="2950"/>
                  </a:cubicBezTo>
                  <a:cubicBezTo>
                    <a:pt x="20402" y="2950"/>
                    <a:pt x="20399" y="2950"/>
                    <a:pt x="20396" y="2949"/>
                  </a:cubicBezTo>
                  <a:cubicBezTo>
                    <a:pt x="20306" y="2260"/>
                    <a:pt x="20275" y="2545"/>
                    <a:pt x="20071" y="1884"/>
                  </a:cubicBezTo>
                  <a:lnTo>
                    <a:pt x="20071" y="1884"/>
                  </a:lnTo>
                  <a:cubicBezTo>
                    <a:pt x="20102" y="2083"/>
                    <a:pt x="19702" y="2629"/>
                    <a:pt x="19479" y="2629"/>
                  </a:cubicBezTo>
                  <a:cubicBezTo>
                    <a:pt x="19459" y="2629"/>
                    <a:pt x="19440" y="2624"/>
                    <a:pt x="19423" y="2615"/>
                  </a:cubicBezTo>
                  <a:cubicBezTo>
                    <a:pt x="19510" y="2528"/>
                    <a:pt x="19706" y="1894"/>
                    <a:pt x="19830" y="1804"/>
                  </a:cubicBezTo>
                  <a:lnTo>
                    <a:pt x="19830" y="1804"/>
                  </a:lnTo>
                  <a:cubicBezTo>
                    <a:pt x="19550" y="1945"/>
                    <a:pt x="19270" y="2112"/>
                    <a:pt x="19015" y="2305"/>
                  </a:cubicBezTo>
                  <a:lnTo>
                    <a:pt x="19015" y="2305"/>
                  </a:lnTo>
                  <a:cubicBezTo>
                    <a:pt x="19165" y="2147"/>
                    <a:pt x="19235" y="1647"/>
                    <a:pt x="19180" y="1399"/>
                  </a:cubicBezTo>
                  <a:lnTo>
                    <a:pt x="19180" y="1399"/>
                  </a:lnTo>
                  <a:cubicBezTo>
                    <a:pt x="19180" y="1433"/>
                    <a:pt x="19161" y="1447"/>
                    <a:pt x="19127" y="1447"/>
                  </a:cubicBezTo>
                  <a:cubicBezTo>
                    <a:pt x="18992" y="1447"/>
                    <a:pt x="18628" y="1215"/>
                    <a:pt x="18445" y="1215"/>
                  </a:cubicBezTo>
                  <a:cubicBezTo>
                    <a:pt x="18437" y="1215"/>
                    <a:pt x="18428" y="1215"/>
                    <a:pt x="18420" y="1216"/>
                  </a:cubicBezTo>
                  <a:lnTo>
                    <a:pt x="18633" y="1490"/>
                  </a:lnTo>
                  <a:cubicBezTo>
                    <a:pt x="18551" y="1451"/>
                    <a:pt x="18475" y="1434"/>
                    <a:pt x="18403" y="1434"/>
                  </a:cubicBezTo>
                  <a:cubicBezTo>
                    <a:pt x="17900" y="1434"/>
                    <a:pt x="17603" y="2268"/>
                    <a:pt x="17116" y="2268"/>
                  </a:cubicBezTo>
                  <a:cubicBezTo>
                    <a:pt x="17076" y="2268"/>
                    <a:pt x="17035" y="2262"/>
                    <a:pt x="16992" y="2250"/>
                  </a:cubicBezTo>
                  <a:cubicBezTo>
                    <a:pt x="17083" y="2098"/>
                    <a:pt x="17387" y="1247"/>
                    <a:pt x="17052" y="1064"/>
                  </a:cubicBezTo>
                  <a:lnTo>
                    <a:pt x="17052" y="1064"/>
                  </a:lnTo>
                  <a:cubicBezTo>
                    <a:pt x="16779" y="1460"/>
                    <a:pt x="16019" y="3010"/>
                    <a:pt x="15502" y="3314"/>
                  </a:cubicBezTo>
                  <a:lnTo>
                    <a:pt x="15411" y="3071"/>
                  </a:lnTo>
                  <a:lnTo>
                    <a:pt x="14986" y="3344"/>
                  </a:lnTo>
                  <a:cubicBezTo>
                    <a:pt x="15168" y="2888"/>
                    <a:pt x="15411" y="2432"/>
                    <a:pt x="15685" y="2037"/>
                  </a:cubicBezTo>
                  <a:cubicBezTo>
                    <a:pt x="15989" y="1612"/>
                    <a:pt x="16323" y="1247"/>
                    <a:pt x="16688" y="912"/>
                  </a:cubicBezTo>
                  <a:cubicBezTo>
                    <a:pt x="16444" y="669"/>
                    <a:pt x="16657" y="609"/>
                    <a:pt x="16201" y="578"/>
                  </a:cubicBezTo>
                  <a:cubicBezTo>
                    <a:pt x="16080" y="335"/>
                    <a:pt x="16475" y="244"/>
                    <a:pt x="16627" y="244"/>
                  </a:cubicBezTo>
                  <a:cubicBezTo>
                    <a:pt x="16293" y="183"/>
                    <a:pt x="15928" y="61"/>
                    <a:pt x="15593" y="1"/>
                  </a:cubicBezTo>
                  <a:close/>
                  <a:moveTo>
                    <a:pt x="16908" y="29921"/>
                  </a:moveTo>
                  <a:cubicBezTo>
                    <a:pt x="16905" y="29928"/>
                    <a:pt x="16903" y="29934"/>
                    <a:pt x="16900" y="29940"/>
                  </a:cubicBezTo>
                  <a:cubicBezTo>
                    <a:pt x="16903" y="29934"/>
                    <a:pt x="16905" y="29928"/>
                    <a:pt x="16908" y="2992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300"/>
            </a:p>
          </p:txBody>
        </p:sp>
      </p:grpSp>
      <p:sp>
        <p:nvSpPr>
          <p:cNvPr id="3553" name="Google Shape;3553;p48"/>
          <p:cNvSpPr txBox="1"/>
          <p:nvPr/>
        </p:nvSpPr>
        <p:spPr>
          <a:xfrm>
            <a:off x="4791982" y="3689900"/>
            <a:ext cx="1378200" cy="37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lt1"/>
                </a:solidFill>
                <a:latin typeface="Poiret One"/>
                <a:ea typeface="Poiret One"/>
                <a:cs typeface="Poiret One"/>
                <a:sym typeface="Poiret One"/>
              </a:rPr>
              <a:t>2ND</a:t>
            </a:r>
            <a:r>
              <a:rPr b="1" lang="en" sz="1200">
                <a:solidFill>
                  <a:schemeClr val="lt1"/>
                </a:solidFill>
                <a:latin typeface="Poiret One"/>
                <a:ea typeface="Poiret One"/>
                <a:cs typeface="Poiret One"/>
                <a:sym typeface="Poiret One"/>
              </a:rPr>
              <a:t> DIAGNOSIS</a:t>
            </a:r>
            <a:endParaRPr b="1" sz="1200">
              <a:solidFill>
                <a:schemeClr val="lt1"/>
              </a:solidFill>
              <a:latin typeface="Lato"/>
              <a:ea typeface="Lato"/>
              <a:cs typeface="Lato"/>
              <a:sym typeface="Lato"/>
            </a:endParaRPr>
          </a:p>
        </p:txBody>
      </p:sp>
      <p:grpSp>
        <p:nvGrpSpPr>
          <p:cNvPr id="3554" name="Google Shape;3554;p48"/>
          <p:cNvGrpSpPr/>
          <p:nvPr/>
        </p:nvGrpSpPr>
        <p:grpSpPr>
          <a:xfrm rot="2820792">
            <a:off x="4557481" y="3766067"/>
            <a:ext cx="228666" cy="218466"/>
            <a:chOff x="588425" y="3716150"/>
            <a:chExt cx="783475" cy="748525"/>
          </a:xfrm>
        </p:grpSpPr>
        <p:sp>
          <p:nvSpPr>
            <p:cNvPr id="3555" name="Google Shape;3555;p48"/>
            <p:cNvSpPr/>
            <p:nvPr/>
          </p:nvSpPr>
          <p:spPr>
            <a:xfrm>
              <a:off x="601350" y="3771675"/>
              <a:ext cx="732550" cy="646550"/>
            </a:xfrm>
            <a:custGeom>
              <a:rect b="b" l="l" r="r" t="t"/>
              <a:pathLst>
                <a:path extrusionOk="0" h="25862" w="29302">
                  <a:moveTo>
                    <a:pt x="14387" y="1"/>
                  </a:moveTo>
                  <a:cubicBezTo>
                    <a:pt x="11248" y="1"/>
                    <a:pt x="8256" y="1346"/>
                    <a:pt x="5593" y="3160"/>
                  </a:cubicBezTo>
                  <a:cubicBezTo>
                    <a:pt x="0" y="6959"/>
                    <a:pt x="365" y="11944"/>
                    <a:pt x="395" y="18205"/>
                  </a:cubicBezTo>
                  <a:cubicBezTo>
                    <a:pt x="395" y="19057"/>
                    <a:pt x="426" y="19938"/>
                    <a:pt x="882" y="20668"/>
                  </a:cubicBezTo>
                  <a:cubicBezTo>
                    <a:pt x="1307" y="21367"/>
                    <a:pt x="2097" y="21792"/>
                    <a:pt x="2857" y="22187"/>
                  </a:cubicBezTo>
                  <a:cubicBezTo>
                    <a:pt x="6778" y="24072"/>
                    <a:pt x="11003" y="25318"/>
                    <a:pt x="15350" y="25774"/>
                  </a:cubicBezTo>
                  <a:cubicBezTo>
                    <a:pt x="15788" y="25823"/>
                    <a:pt x="16240" y="25862"/>
                    <a:pt x="16689" y="25862"/>
                  </a:cubicBezTo>
                  <a:cubicBezTo>
                    <a:pt x="17363" y="25862"/>
                    <a:pt x="18031" y="25774"/>
                    <a:pt x="18633" y="25500"/>
                  </a:cubicBezTo>
                  <a:cubicBezTo>
                    <a:pt x="19514" y="25075"/>
                    <a:pt x="20183" y="24315"/>
                    <a:pt x="20791" y="23525"/>
                  </a:cubicBezTo>
                  <a:cubicBezTo>
                    <a:pt x="23314" y="20364"/>
                    <a:pt x="29302" y="13646"/>
                    <a:pt x="28086" y="9300"/>
                  </a:cubicBezTo>
                  <a:cubicBezTo>
                    <a:pt x="27052" y="5591"/>
                    <a:pt x="20973" y="1457"/>
                    <a:pt x="17478" y="454"/>
                  </a:cubicBezTo>
                  <a:cubicBezTo>
                    <a:pt x="16436" y="142"/>
                    <a:pt x="15404" y="1"/>
                    <a:pt x="143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300"/>
            </a:p>
          </p:txBody>
        </p:sp>
        <p:sp>
          <p:nvSpPr>
            <p:cNvPr id="3556" name="Google Shape;3556;p48"/>
            <p:cNvSpPr/>
            <p:nvPr/>
          </p:nvSpPr>
          <p:spPr>
            <a:xfrm>
              <a:off x="588425" y="3716150"/>
              <a:ext cx="783475" cy="748525"/>
            </a:xfrm>
            <a:custGeom>
              <a:rect b="b" l="l" r="r" t="t"/>
              <a:pathLst>
                <a:path extrusionOk="0" h="29941" w="31339">
                  <a:moveTo>
                    <a:pt x="19849" y="1794"/>
                  </a:moveTo>
                  <a:lnTo>
                    <a:pt x="19849" y="1794"/>
                  </a:lnTo>
                  <a:cubicBezTo>
                    <a:pt x="19843" y="1795"/>
                    <a:pt x="19836" y="1799"/>
                    <a:pt x="19830" y="1804"/>
                  </a:cubicBezTo>
                  <a:lnTo>
                    <a:pt x="19830" y="1804"/>
                  </a:lnTo>
                  <a:cubicBezTo>
                    <a:pt x="19836" y="1800"/>
                    <a:pt x="19842" y="1797"/>
                    <a:pt x="19849" y="1794"/>
                  </a:cubicBezTo>
                  <a:close/>
                  <a:moveTo>
                    <a:pt x="20062" y="1855"/>
                  </a:moveTo>
                  <a:cubicBezTo>
                    <a:pt x="20065" y="1865"/>
                    <a:pt x="20068" y="1874"/>
                    <a:pt x="20071" y="1884"/>
                  </a:cubicBezTo>
                  <a:lnTo>
                    <a:pt x="20071" y="1884"/>
                  </a:lnTo>
                  <a:cubicBezTo>
                    <a:pt x="20069" y="1873"/>
                    <a:pt x="20066" y="1863"/>
                    <a:pt x="20062" y="1855"/>
                  </a:cubicBezTo>
                  <a:close/>
                  <a:moveTo>
                    <a:pt x="16668" y="4074"/>
                  </a:moveTo>
                  <a:lnTo>
                    <a:pt x="16668" y="4074"/>
                  </a:lnTo>
                  <a:cubicBezTo>
                    <a:pt x="16664" y="4074"/>
                    <a:pt x="16661" y="4074"/>
                    <a:pt x="16657" y="4074"/>
                  </a:cubicBezTo>
                  <a:cubicBezTo>
                    <a:pt x="16662" y="4076"/>
                    <a:pt x="16666" y="4079"/>
                    <a:pt x="16671" y="4082"/>
                  </a:cubicBezTo>
                  <a:lnTo>
                    <a:pt x="16671" y="4082"/>
                  </a:lnTo>
                  <a:cubicBezTo>
                    <a:pt x="16670" y="4079"/>
                    <a:pt x="16669" y="4076"/>
                    <a:pt x="16668" y="4074"/>
                  </a:cubicBezTo>
                  <a:close/>
                  <a:moveTo>
                    <a:pt x="16671" y="4082"/>
                  </a:moveTo>
                  <a:cubicBezTo>
                    <a:pt x="16697" y="4152"/>
                    <a:pt x="16727" y="4204"/>
                    <a:pt x="16779" y="4256"/>
                  </a:cubicBezTo>
                  <a:cubicBezTo>
                    <a:pt x="16751" y="4200"/>
                    <a:pt x="16723" y="4118"/>
                    <a:pt x="16671" y="4082"/>
                  </a:cubicBezTo>
                  <a:close/>
                  <a:moveTo>
                    <a:pt x="23739" y="4560"/>
                  </a:moveTo>
                  <a:cubicBezTo>
                    <a:pt x="23739" y="4560"/>
                    <a:pt x="23739" y="4560"/>
                    <a:pt x="23739" y="4560"/>
                  </a:cubicBezTo>
                  <a:lnTo>
                    <a:pt x="23739" y="4560"/>
                  </a:lnTo>
                  <a:cubicBezTo>
                    <a:pt x="23740" y="4560"/>
                    <a:pt x="23740" y="4560"/>
                    <a:pt x="23740" y="4560"/>
                  </a:cubicBezTo>
                  <a:lnTo>
                    <a:pt x="23740" y="4560"/>
                  </a:lnTo>
                  <a:cubicBezTo>
                    <a:pt x="23740" y="4560"/>
                    <a:pt x="23740" y="4560"/>
                    <a:pt x="23739" y="4560"/>
                  </a:cubicBezTo>
                  <a:close/>
                  <a:moveTo>
                    <a:pt x="23740" y="4560"/>
                  </a:moveTo>
                  <a:lnTo>
                    <a:pt x="23740" y="4560"/>
                  </a:lnTo>
                  <a:cubicBezTo>
                    <a:pt x="23797" y="4599"/>
                    <a:pt x="23819" y="4637"/>
                    <a:pt x="23857" y="4637"/>
                  </a:cubicBezTo>
                  <a:cubicBezTo>
                    <a:pt x="23879" y="4637"/>
                    <a:pt x="23908" y="4624"/>
                    <a:pt x="23952" y="4590"/>
                  </a:cubicBezTo>
                  <a:lnTo>
                    <a:pt x="23952" y="4590"/>
                  </a:lnTo>
                  <a:cubicBezTo>
                    <a:pt x="23933" y="4594"/>
                    <a:pt x="23914" y="4596"/>
                    <a:pt x="23895" y="4596"/>
                  </a:cubicBezTo>
                  <a:cubicBezTo>
                    <a:pt x="23843" y="4596"/>
                    <a:pt x="23790" y="4583"/>
                    <a:pt x="23740" y="4560"/>
                  </a:cubicBezTo>
                  <a:close/>
                  <a:moveTo>
                    <a:pt x="26111" y="5981"/>
                  </a:moveTo>
                  <a:cubicBezTo>
                    <a:pt x="26119" y="5994"/>
                    <a:pt x="26129" y="6007"/>
                    <a:pt x="26141" y="6019"/>
                  </a:cubicBezTo>
                  <a:cubicBezTo>
                    <a:pt x="26131" y="6005"/>
                    <a:pt x="26121" y="5993"/>
                    <a:pt x="26111" y="5981"/>
                  </a:cubicBezTo>
                  <a:close/>
                  <a:moveTo>
                    <a:pt x="6991" y="6870"/>
                  </a:moveTo>
                  <a:cubicBezTo>
                    <a:pt x="7235" y="6870"/>
                    <a:pt x="7143" y="6870"/>
                    <a:pt x="6991" y="6900"/>
                  </a:cubicBezTo>
                  <a:lnTo>
                    <a:pt x="6991" y="6870"/>
                  </a:lnTo>
                  <a:close/>
                  <a:moveTo>
                    <a:pt x="26512" y="7018"/>
                  </a:moveTo>
                  <a:cubicBezTo>
                    <a:pt x="26632" y="7018"/>
                    <a:pt x="26657" y="7159"/>
                    <a:pt x="26657" y="7326"/>
                  </a:cubicBezTo>
                  <a:cubicBezTo>
                    <a:pt x="26566" y="7265"/>
                    <a:pt x="26475" y="7144"/>
                    <a:pt x="26475" y="7022"/>
                  </a:cubicBezTo>
                  <a:cubicBezTo>
                    <a:pt x="26488" y="7019"/>
                    <a:pt x="26500" y="7018"/>
                    <a:pt x="26512" y="7018"/>
                  </a:cubicBezTo>
                  <a:close/>
                  <a:moveTo>
                    <a:pt x="4438" y="7569"/>
                  </a:moveTo>
                  <a:cubicBezTo>
                    <a:pt x="4441" y="7571"/>
                    <a:pt x="4444" y="7574"/>
                    <a:pt x="4447" y="7576"/>
                  </a:cubicBezTo>
                  <a:lnTo>
                    <a:pt x="4447" y="7576"/>
                  </a:lnTo>
                  <a:lnTo>
                    <a:pt x="4438" y="7569"/>
                  </a:lnTo>
                  <a:close/>
                  <a:moveTo>
                    <a:pt x="4447" y="7576"/>
                  </a:moveTo>
                  <a:lnTo>
                    <a:pt x="4448" y="7576"/>
                  </a:lnTo>
                  <a:lnTo>
                    <a:pt x="4448" y="7576"/>
                  </a:lnTo>
                  <a:cubicBezTo>
                    <a:pt x="4448" y="7576"/>
                    <a:pt x="4448" y="7576"/>
                    <a:pt x="4448" y="7576"/>
                  </a:cubicBezTo>
                  <a:lnTo>
                    <a:pt x="4448" y="7576"/>
                  </a:lnTo>
                  <a:cubicBezTo>
                    <a:pt x="4448" y="7576"/>
                    <a:pt x="4448" y="7576"/>
                    <a:pt x="4447" y="7576"/>
                  </a:cubicBezTo>
                  <a:close/>
                  <a:moveTo>
                    <a:pt x="4803" y="7387"/>
                  </a:moveTo>
                  <a:cubicBezTo>
                    <a:pt x="4817" y="7515"/>
                    <a:pt x="4625" y="7536"/>
                    <a:pt x="4448" y="7576"/>
                  </a:cubicBezTo>
                  <a:lnTo>
                    <a:pt x="4448" y="7576"/>
                  </a:lnTo>
                  <a:cubicBezTo>
                    <a:pt x="4479" y="7596"/>
                    <a:pt x="4519" y="7605"/>
                    <a:pt x="4560" y="7605"/>
                  </a:cubicBezTo>
                  <a:cubicBezTo>
                    <a:pt x="4685" y="7605"/>
                    <a:pt x="4825" y="7520"/>
                    <a:pt x="4803" y="7387"/>
                  </a:cubicBezTo>
                  <a:close/>
                  <a:moveTo>
                    <a:pt x="30062" y="15046"/>
                  </a:moveTo>
                  <a:lnTo>
                    <a:pt x="30062" y="15046"/>
                  </a:lnTo>
                  <a:cubicBezTo>
                    <a:pt x="30123" y="15198"/>
                    <a:pt x="30275" y="15502"/>
                    <a:pt x="30031" y="15502"/>
                  </a:cubicBezTo>
                  <a:cubicBezTo>
                    <a:pt x="29697" y="15259"/>
                    <a:pt x="29879" y="15229"/>
                    <a:pt x="30062" y="15046"/>
                  </a:cubicBezTo>
                  <a:close/>
                  <a:moveTo>
                    <a:pt x="29257" y="17401"/>
                  </a:moveTo>
                  <a:lnTo>
                    <a:pt x="29241" y="17448"/>
                  </a:lnTo>
                  <a:cubicBezTo>
                    <a:pt x="29251" y="17433"/>
                    <a:pt x="29256" y="17417"/>
                    <a:pt x="29257" y="17401"/>
                  </a:cubicBezTo>
                  <a:close/>
                  <a:moveTo>
                    <a:pt x="10639" y="25411"/>
                  </a:moveTo>
                  <a:cubicBezTo>
                    <a:pt x="10641" y="25431"/>
                    <a:pt x="10644" y="25449"/>
                    <a:pt x="10648" y="25468"/>
                  </a:cubicBezTo>
                  <a:lnTo>
                    <a:pt x="10648" y="25468"/>
                  </a:lnTo>
                  <a:cubicBezTo>
                    <a:pt x="10647" y="25451"/>
                    <a:pt x="10644" y="25432"/>
                    <a:pt x="10639" y="25411"/>
                  </a:cubicBezTo>
                  <a:close/>
                  <a:moveTo>
                    <a:pt x="15806" y="26536"/>
                  </a:moveTo>
                  <a:lnTo>
                    <a:pt x="15867" y="26627"/>
                  </a:lnTo>
                  <a:cubicBezTo>
                    <a:pt x="15805" y="26654"/>
                    <a:pt x="15766" y="26665"/>
                    <a:pt x="15744" y="26665"/>
                  </a:cubicBezTo>
                  <a:cubicBezTo>
                    <a:pt x="15690" y="26665"/>
                    <a:pt x="15733" y="26600"/>
                    <a:pt x="15776" y="26536"/>
                  </a:cubicBezTo>
                  <a:close/>
                  <a:moveTo>
                    <a:pt x="6274" y="27644"/>
                  </a:moveTo>
                  <a:lnTo>
                    <a:pt x="6292" y="27661"/>
                  </a:lnTo>
                  <a:cubicBezTo>
                    <a:pt x="6288" y="27654"/>
                    <a:pt x="6281" y="27649"/>
                    <a:pt x="6274" y="27644"/>
                  </a:cubicBezTo>
                  <a:close/>
                  <a:moveTo>
                    <a:pt x="21369" y="28755"/>
                  </a:moveTo>
                  <a:cubicBezTo>
                    <a:pt x="21367" y="28757"/>
                    <a:pt x="21366" y="28759"/>
                    <a:pt x="21364" y="28761"/>
                  </a:cubicBezTo>
                  <a:lnTo>
                    <a:pt x="21364" y="28761"/>
                  </a:lnTo>
                  <a:cubicBezTo>
                    <a:pt x="21366" y="28759"/>
                    <a:pt x="21367" y="28757"/>
                    <a:pt x="21369" y="28755"/>
                  </a:cubicBezTo>
                  <a:close/>
                  <a:moveTo>
                    <a:pt x="15593" y="1"/>
                  </a:moveTo>
                  <a:cubicBezTo>
                    <a:pt x="15593" y="517"/>
                    <a:pt x="14803" y="487"/>
                    <a:pt x="14834" y="912"/>
                  </a:cubicBezTo>
                  <a:cubicBezTo>
                    <a:pt x="15198" y="760"/>
                    <a:pt x="15563" y="578"/>
                    <a:pt x="15928" y="426"/>
                  </a:cubicBezTo>
                  <a:lnTo>
                    <a:pt x="15928" y="426"/>
                  </a:lnTo>
                  <a:cubicBezTo>
                    <a:pt x="15928" y="918"/>
                    <a:pt x="15295" y="1740"/>
                    <a:pt x="14710" y="1740"/>
                  </a:cubicBezTo>
                  <a:cubicBezTo>
                    <a:pt x="14680" y="1740"/>
                    <a:pt x="14650" y="1738"/>
                    <a:pt x="14621" y="1733"/>
                  </a:cubicBezTo>
                  <a:cubicBezTo>
                    <a:pt x="14438" y="1551"/>
                    <a:pt x="14712" y="852"/>
                    <a:pt x="14712" y="669"/>
                  </a:cubicBezTo>
                  <a:lnTo>
                    <a:pt x="14712" y="669"/>
                  </a:lnTo>
                  <a:cubicBezTo>
                    <a:pt x="14641" y="811"/>
                    <a:pt x="14297" y="952"/>
                    <a:pt x="14103" y="952"/>
                  </a:cubicBezTo>
                  <a:cubicBezTo>
                    <a:pt x="14047" y="952"/>
                    <a:pt x="14003" y="940"/>
                    <a:pt x="13982" y="912"/>
                  </a:cubicBezTo>
                  <a:lnTo>
                    <a:pt x="14256" y="639"/>
                  </a:lnTo>
                  <a:cubicBezTo>
                    <a:pt x="14218" y="621"/>
                    <a:pt x="14182" y="614"/>
                    <a:pt x="14148" y="614"/>
                  </a:cubicBezTo>
                  <a:cubicBezTo>
                    <a:pt x="13899" y="614"/>
                    <a:pt x="13741" y="1030"/>
                    <a:pt x="13462" y="1030"/>
                  </a:cubicBezTo>
                  <a:cubicBezTo>
                    <a:pt x="13383" y="1030"/>
                    <a:pt x="13295" y="997"/>
                    <a:pt x="13192" y="912"/>
                  </a:cubicBezTo>
                  <a:cubicBezTo>
                    <a:pt x="13073" y="912"/>
                    <a:pt x="12787" y="577"/>
                    <a:pt x="12682" y="577"/>
                  </a:cubicBezTo>
                  <a:cubicBezTo>
                    <a:pt x="12653" y="577"/>
                    <a:pt x="12638" y="603"/>
                    <a:pt x="12645" y="669"/>
                  </a:cubicBezTo>
                  <a:cubicBezTo>
                    <a:pt x="13010" y="1186"/>
                    <a:pt x="13283" y="2949"/>
                    <a:pt x="13223" y="3375"/>
                  </a:cubicBezTo>
                  <a:cubicBezTo>
                    <a:pt x="12858" y="3192"/>
                    <a:pt x="12523" y="2979"/>
                    <a:pt x="12219" y="2736"/>
                  </a:cubicBezTo>
                  <a:cubicBezTo>
                    <a:pt x="11855" y="2341"/>
                    <a:pt x="12311" y="1581"/>
                    <a:pt x="12037" y="1277"/>
                  </a:cubicBezTo>
                  <a:lnTo>
                    <a:pt x="12037" y="1277"/>
                  </a:lnTo>
                  <a:cubicBezTo>
                    <a:pt x="12037" y="1399"/>
                    <a:pt x="12007" y="1551"/>
                    <a:pt x="11916" y="1672"/>
                  </a:cubicBezTo>
                  <a:cubicBezTo>
                    <a:pt x="11766" y="1598"/>
                    <a:pt x="11841" y="1360"/>
                    <a:pt x="11689" y="1360"/>
                  </a:cubicBezTo>
                  <a:cubicBezTo>
                    <a:pt x="11656" y="1360"/>
                    <a:pt x="11611" y="1371"/>
                    <a:pt x="11551" y="1399"/>
                  </a:cubicBezTo>
                  <a:cubicBezTo>
                    <a:pt x="11612" y="1885"/>
                    <a:pt x="10852" y="1551"/>
                    <a:pt x="11490" y="1855"/>
                  </a:cubicBezTo>
                  <a:cubicBezTo>
                    <a:pt x="11387" y="1935"/>
                    <a:pt x="11305" y="1955"/>
                    <a:pt x="11224" y="1955"/>
                  </a:cubicBezTo>
                  <a:cubicBezTo>
                    <a:pt x="11146" y="1955"/>
                    <a:pt x="11067" y="1936"/>
                    <a:pt x="10970" y="1936"/>
                  </a:cubicBezTo>
                  <a:cubicBezTo>
                    <a:pt x="10901" y="1936"/>
                    <a:pt x="10824" y="1945"/>
                    <a:pt x="10730" y="1976"/>
                  </a:cubicBezTo>
                  <a:cubicBezTo>
                    <a:pt x="10943" y="2250"/>
                    <a:pt x="10760" y="3162"/>
                    <a:pt x="10517" y="3405"/>
                  </a:cubicBezTo>
                  <a:cubicBezTo>
                    <a:pt x="10487" y="3283"/>
                    <a:pt x="10396" y="3162"/>
                    <a:pt x="10305" y="3071"/>
                  </a:cubicBezTo>
                  <a:cubicBezTo>
                    <a:pt x="9697" y="3283"/>
                    <a:pt x="9271" y="3192"/>
                    <a:pt x="8694" y="3466"/>
                  </a:cubicBezTo>
                  <a:cubicBezTo>
                    <a:pt x="8602" y="3375"/>
                    <a:pt x="8268" y="3375"/>
                    <a:pt x="8268" y="3131"/>
                  </a:cubicBezTo>
                  <a:cubicBezTo>
                    <a:pt x="8238" y="3253"/>
                    <a:pt x="8238" y="3435"/>
                    <a:pt x="8086" y="3526"/>
                  </a:cubicBezTo>
                  <a:cubicBezTo>
                    <a:pt x="7539" y="3314"/>
                    <a:pt x="8420" y="3283"/>
                    <a:pt x="7934" y="2949"/>
                  </a:cubicBezTo>
                  <a:lnTo>
                    <a:pt x="7934" y="2949"/>
                  </a:lnTo>
                  <a:cubicBezTo>
                    <a:pt x="8055" y="3223"/>
                    <a:pt x="7660" y="3526"/>
                    <a:pt x="7539" y="3830"/>
                  </a:cubicBezTo>
                  <a:cubicBezTo>
                    <a:pt x="7599" y="3911"/>
                    <a:pt x="7660" y="3944"/>
                    <a:pt x="7722" y="3944"/>
                  </a:cubicBezTo>
                  <a:cubicBezTo>
                    <a:pt x="7940" y="3944"/>
                    <a:pt x="8156" y="3527"/>
                    <a:pt x="8298" y="3314"/>
                  </a:cubicBezTo>
                  <a:lnTo>
                    <a:pt x="8298" y="3314"/>
                  </a:lnTo>
                  <a:cubicBezTo>
                    <a:pt x="8542" y="3922"/>
                    <a:pt x="8450" y="4651"/>
                    <a:pt x="8086" y="5198"/>
                  </a:cubicBezTo>
                  <a:cubicBezTo>
                    <a:pt x="8005" y="5294"/>
                    <a:pt x="7940" y="5329"/>
                    <a:pt x="7888" y="5329"/>
                  </a:cubicBezTo>
                  <a:cubicBezTo>
                    <a:pt x="7743" y="5329"/>
                    <a:pt x="7694" y="5061"/>
                    <a:pt x="7669" y="5061"/>
                  </a:cubicBezTo>
                  <a:cubicBezTo>
                    <a:pt x="7666" y="5061"/>
                    <a:pt x="7663" y="5066"/>
                    <a:pt x="7660" y="5077"/>
                  </a:cubicBezTo>
                  <a:cubicBezTo>
                    <a:pt x="6809" y="5472"/>
                    <a:pt x="7599" y="6414"/>
                    <a:pt x="6718" y="6444"/>
                  </a:cubicBezTo>
                  <a:cubicBezTo>
                    <a:pt x="6262" y="6292"/>
                    <a:pt x="6262" y="5806"/>
                    <a:pt x="6049" y="5624"/>
                  </a:cubicBezTo>
                  <a:cubicBezTo>
                    <a:pt x="6292" y="5229"/>
                    <a:pt x="6718" y="5472"/>
                    <a:pt x="6931" y="5320"/>
                  </a:cubicBezTo>
                  <a:lnTo>
                    <a:pt x="6535" y="5320"/>
                  </a:lnTo>
                  <a:cubicBezTo>
                    <a:pt x="6564" y="5177"/>
                    <a:pt x="6728" y="4952"/>
                    <a:pt x="6899" y="4952"/>
                  </a:cubicBezTo>
                  <a:cubicBezTo>
                    <a:pt x="6910" y="4952"/>
                    <a:pt x="6920" y="4953"/>
                    <a:pt x="6931" y="4955"/>
                  </a:cubicBezTo>
                  <a:cubicBezTo>
                    <a:pt x="6896" y="4940"/>
                    <a:pt x="6858" y="4934"/>
                    <a:pt x="6816" y="4934"/>
                  </a:cubicBezTo>
                  <a:cubicBezTo>
                    <a:pt x="6600" y="4934"/>
                    <a:pt x="6294" y="5116"/>
                    <a:pt x="5988" y="5320"/>
                  </a:cubicBezTo>
                  <a:cubicBezTo>
                    <a:pt x="5624" y="5624"/>
                    <a:pt x="5198" y="5837"/>
                    <a:pt x="4773" y="6019"/>
                  </a:cubicBezTo>
                  <a:cubicBezTo>
                    <a:pt x="4773" y="6201"/>
                    <a:pt x="4681" y="6444"/>
                    <a:pt x="4864" y="6505"/>
                  </a:cubicBezTo>
                  <a:lnTo>
                    <a:pt x="5016" y="6323"/>
                  </a:lnTo>
                  <a:cubicBezTo>
                    <a:pt x="5360" y="6409"/>
                    <a:pt x="5027" y="6875"/>
                    <a:pt x="5245" y="6875"/>
                  </a:cubicBezTo>
                  <a:cubicBezTo>
                    <a:pt x="5258" y="6875"/>
                    <a:pt x="5272" y="6873"/>
                    <a:pt x="5289" y="6870"/>
                  </a:cubicBezTo>
                  <a:lnTo>
                    <a:pt x="5289" y="6870"/>
                  </a:lnTo>
                  <a:cubicBezTo>
                    <a:pt x="5228" y="7235"/>
                    <a:pt x="5228" y="7691"/>
                    <a:pt x="4833" y="7843"/>
                  </a:cubicBezTo>
                  <a:lnTo>
                    <a:pt x="4448" y="7576"/>
                  </a:lnTo>
                  <a:lnTo>
                    <a:pt x="4448" y="7576"/>
                  </a:lnTo>
                  <a:cubicBezTo>
                    <a:pt x="4246" y="7621"/>
                    <a:pt x="4064" y="7689"/>
                    <a:pt x="4225" y="7964"/>
                  </a:cubicBezTo>
                  <a:lnTo>
                    <a:pt x="4681" y="7964"/>
                  </a:lnTo>
                  <a:lnTo>
                    <a:pt x="4681" y="8603"/>
                  </a:lnTo>
                  <a:cubicBezTo>
                    <a:pt x="4681" y="8785"/>
                    <a:pt x="4651" y="8967"/>
                    <a:pt x="4499" y="9058"/>
                  </a:cubicBezTo>
                  <a:cubicBezTo>
                    <a:pt x="4610" y="9098"/>
                    <a:pt x="4663" y="9111"/>
                    <a:pt x="4690" y="9111"/>
                  </a:cubicBezTo>
                  <a:cubicBezTo>
                    <a:pt x="4741" y="9111"/>
                    <a:pt x="4705" y="9067"/>
                    <a:pt x="4785" y="9067"/>
                  </a:cubicBezTo>
                  <a:cubicBezTo>
                    <a:pt x="4827" y="9067"/>
                    <a:pt x="4904" y="9080"/>
                    <a:pt x="5046" y="9119"/>
                  </a:cubicBezTo>
                  <a:cubicBezTo>
                    <a:pt x="4428" y="8854"/>
                    <a:pt x="5522" y="8561"/>
                    <a:pt x="4926" y="8321"/>
                  </a:cubicBezTo>
                  <a:lnTo>
                    <a:pt x="4926" y="8321"/>
                  </a:lnTo>
                  <a:cubicBezTo>
                    <a:pt x="5061" y="8368"/>
                    <a:pt x="5155" y="8385"/>
                    <a:pt x="5228" y="8385"/>
                  </a:cubicBezTo>
                  <a:cubicBezTo>
                    <a:pt x="5403" y="8385"/>
                    <a:pt x="5457" y="8291"/>
                    <a:pt x="5662" y="8291"/>
                  </a:cubicBezTo>
                  <a:cubicBezTo>
                    <a:pt x="5731" y="8291"/>
                    <a:pt x="5816" y="8301"/>
                    <a:pt x="5928" y="8329"/>
                  </a:cubicBezTo>
                  <a:cubicBezTo>
                    <a:pt x="5836" y="8238"/>
                    <a:pt x="5654" y="8207"/>
                    <a:pt x="5897" y="8086"/>
                  </a:cubicBezTo>
                  <a:cubicBezTo>
                    <a:pt x="5897" y="8025"/>
                    <a:pt x="5867" y="7995"/>
                    <a:pt x="5867" y="7934"/>
                  </a:cubicBezTo>
                  <a:cubicBezTo>
                    <a:pt x="5776" y="7934"/>
                    <a:pt x="5684" y="7903"/>
                    <a:pt x="5593" y="7873"/>
                  </a:cubicBezTo>
                  <a:cubicBezTo>
                    <a:pt x="5472" y="7508"/>
                    <a:pt x="5806" y="7204"/>
                    <a:pt x="5836" y="6961"/>
                  </a:cubicBezTo>
                  <a:cubicBezTo>
                    <a:pt x="5848" y="6959"/>
                    <a:pt x="5859" y="6958"/>
                    <a:pt x="5868" y="6958"/>
                  </a:cubicBezTo>
                  <a:cubicBezTo>
                    <a:pt x="6000" y="6958"/>
                    <a:pt x="5879" y="7148"/>
                    <a:pt x="6049" y="7204"/>
                  </a:cubicBezTo>
                  <a:lnTo>
                    <a:pt x="6080" y="6870"/>
                  </a:lnTo>
                  <a:cubicBezTo>
                    <a:pt x="6323" y="7113"/>
                    <a:pt x="6779" y="7052"/>
                    <a:pt x="6596" y="7417"/>
                  </a:cubicBezTo>
                  <a:lnTo>
                    <a:pt x="6900" y="7235"/>
                  </a:lnTo>
                  <a:cubicBezTo>
                    <a:pt x="6925" y="7238"/>
                    <a:pt x="6950" y="7239"/>
                    <a:pt x="6975" y="7239"/>
                  </a:cubicBezTo>
                  <a:cubicBezTo>
                    <a:pt x="7192" y="7239"/>
                    <a:pt x="7399" y="7122"/>
                    <a:pt x="7508" y="6931"/>
                  </a:cubicBezTo>
                  <a:cubicBezTo>
                    <a:pt x="7651" y="6907"/>
                    <a:pt x="7682" y="6566"/>
                    <a:pt x="7689" y="6566"/>
                  </a:cubicBezTo>
                  <a:cubicBezTo>
                    <a:pt x="7691" y="6566"/>
                    <a:pt x="7691" y="6592"/>
                    <a:pt x="7691" y="6657"/>
                  </a:cubicBezTo>
                  <a:cubicBezTo>
                    <a:pt x="7843" y="6505"/>
                    <a:pt x="7964" y="6353"/>
                    <a:pt x="8086" y="6171"/>
                  </a:cubicBezTo>
                  <a:lnTo>
                    <a:pt x="8146" y="6262"/>
                  </a:lnTo>
                  <a:cubicBezTo>
                    <a:pt x="8571" y="6023"/>
                    <a:pt x="8834" y="5367"/>
                    <a:pt x="9481" y="5367"/>
                  </a:cubicBezTo>
                  <a:cubicBezTo>
                    <a:pt x="9575" y="5367"/>
                    <a:pt x="9676" y="5380"/>
                    <a:pt x="9788" y="5411"/>
                  </a:cubicBezTo>
                  <a:cubicBezTo>
                    <a:pt x="9909" y="5198"/>
                    <a:pt x="10122" y="5077"/>
                    <a:pt x="10365" y="5046"/>
                  </a:cubicBezTo>
                  <a:lnTo>
                    <a:pt x="10548" y="5289"/>
                  </a:lnTo>
                  <a:cubicBezTo>
                    <a:pt x="10730" y="5077"/>
                    <a:pt x="11308" y="5289"/>
                    <a:pt x="11308" y="4955"/>
                  </a:cubicBezTo>
                  <a:cubicBezTo>
                    <a:pt x="11449" y="5150"/>
                    <a:pt x="11604" y="5218"/>
                    <a:pt x="11762" y="5218"/>
                  </a:cubicBezTo>
                  <a:cubicBezTo>
                    <a:pt x="12138" y="5218"/>
                    <a:pt x="12535" y="4833"/>
                    <a:pt x="12834" y="4833"/>
                  </a:cubicBezTo>
                  <a:cubicBezTo>
                    <a:pt x="12842" y="4833"/>
                    <a:pt x="12850" y="4833"/>
                    <a:pt x="12858" y="4834"/>
                  </a:cubicBezTo>
                  <a:lnTo>
                    <a:pt x="12797" y="4469"/>
                  </a:lnTo>
                  <a:cubicBezTo>
                    <a:pt x="13101" y="4408"/>
                    <a:pt x="13375" y="4256"/>
                    <a:pt x="13648" y="4074"/>
                  </a:cubicBezTo>
                  <a:lnTo>
                    <a:pt x="13557" y="3739"/>
                  </a:lnTo>
                  <a:cubicBezTo>
                    <a:pt x="13628" y="3669"/>
                    <a:pt x="13712" y="3644"/>
                    <a:pt x="13803" y="3644"/>
                  </a:cubicBezTo>
                  <a:cubicBezTo>
                    <a:pt x="13907" y="3644"/>
                    <a:pt x="14021" y="3676"/>
                    <a:pt x="14134" y="3709"/>
                  </a:cubicBezTo>
                  <a:cubicBezTo>
                    <a:pt x="14378" y="3800"/>
                    <a:pt x="14621" y="3861"/>
                    <a:pt x="14864" y="3861"/>
                  </a:cubicBezTo>
                  <a:cubicBezTo>
                    <a:pt x="14849" y="3922"/>
                    <a:pt x="14811" y="3944"/>
                    <a:pt x="14765" y="3944"/>
                  </a:cubicBezTo>
                  <a:cubicBezTo>
                    <a:pt x="14720" y="3944"/>
                    <a:pt x="14666" y="3922"/>
                    <a:pt x="14621" y="3891"/>
                  </a:cubicBezTo>
                  <a:lnTo>
                    <a:pt x="14621" y="3891"/>
                  </a:lnTo>
                  <a:cubicBezTo>
                    <a:pt x="14754" y="4068"/>
                    <a:pt x="14886" y="4131"/>
                    <a:pt x="15026" y="4131"/>
                  </a:cubicBezTo>
                  <a:cubicBezTo>
                    <a:pt x="15174" y="4131"/>
                    <a:pt x="15330" y="4061"/>
                    <a:pt x="15502" y="3982"/>
                  </a:cubicBezTo>
                  <a:cubicBezTo>
                    <a:pt x="15672" y="3880"/>
                    <a:pt x="15843" y="3797"/>
                    <a:pt x="15997" y="3797"/>
                  </a:cubicBezTo>
                  <a:cubicBezTo>
                    <a:pt x="16118" y="3797"/>
                    <a:pt x="16229" y="3849"/>
                    <a:pt x="16323" y="3982"/>
                  </a:cubicBezTo>
                  <a:cubicBezTo>
                    <a:pt x="16355" y="3961"/>
                    <a:pt x="16395" y="3951"/>
                    <a:pt x="16436" y="3951"/>
                  </a:cubicBezTo>
                  <a:cubicBezTo>
                    <a:pt x="16510" y="3951"/>
                    <a:pt x="16588" y="3984"/>
                    <a:pt x="16627" y="4043"/>
                  </a:cubicBezTo>
                  <a:lnTo>
                    <a:pt x="16657" y="4043"/>
                  </a:lnTo>
                  <a:cubicBezTo>
                    <a:pt x="16661" y="4054"/>
                    <a:pt x="16664" y="4064"/>
                    <a:pt x="16668" y="4074"/>
                  </a:cubicBezTo>
                  <a:lnTo>
                    <a:pt x="16668" y="4074"/>
                  </a:lnTo>
                  <a:cubicBezTo>
                    <a:pt x="16816" y="4072"/>
                    <a:pt x="16964" y="4043"/>
                    <a:pt x="17083" y="4013"/>
                  </a:cubicBezTo>
                  <a:lnTo>
                    <a:pt x="17083" y="4013"/>
                  </a:lnTo>
                  <a:lnTo>
                    <a:pt x="17052" y="4408"/>
                  </a:lnTo>
                  <a:lnTo>
                    <a:pt x="17083" y="4408"/>
                  </a:lnTo>
                  <a:cubicBezTo>
                    <a:pt x="17105" y="4436"/>
                    <a:pt x="17126" y="4449"/>
                    <a:pt x="17144" y="4449"/>
                  </a:cubicBezTo>
                  <a:cubicBezTo>
                    <a:pt x="17224" y="4449"/>
                    <a:pt x="17260" y="4205"/>
                    <a:pt x="17235" y="3982"/>
                  </a:cubicBezTo>
                  <a:cubicBezTo>
                    <a:pt x="17326" y="3952"/>
                    <a:pt x="17417" y="3891"/>
                    <a:pt x="17508" y="3830"/>
                  </a:cubicBezTo>
                  <a:lnTo>
                    <a:pt x="17508" y="3830"/>
                  </a:lnTo>
                  <a:cubicBezTo>
                    <a:pt x="17483" y="4067"/>
                    <a:pt x="17550" y="4099"/>
                    <a:pt x="17635" y="4099"/>
                  </a:cubicBezTo>
                  <a:cubicBezTo>
                    <a:pt x="17668" y="4099"/>
                    <a:pt x="17704" y="4095"/>
                    <a:pt x="17739" y="4095"/>
                  </a:cubicBezTo>
                  <a:cubicBezTo>
                    <a:pt x="17833" y="4095"/>
                    <a:pt x="17917" y="4131"/>
                    <a:pt x="17903" y="4408"/>
                  </a:cubicBezTo>
                  <a:cubicBezTo>
                    <a:pt x="18086" y="4134"/>
                    <a:pt x="18694" y="4469"/>
                    <a:pt x="19028" y="3891"/>
                  </a:cubicBezTo>
                  <a:lnTo>
                    <a:pt x="19028" y="3891"/>
                  </a:lnTo>
                  <a:cubicBezTo>
                    <a:pt x="19003" y="3966"/>
                    <a:pt x="19019" y="4021"/>
                    <a:pt x="18992" y="4021"/>
                  </a:cubicBezTo>
                  <a:cubicBezTo>
                    <a:pt x="18986" y="4021"/>
                    <a:pt x="18978" y="4018"/>
                    <a:pt x="18967" y="4013"/>
                  </a:cubicBezTo>
                  <a:lnTo>
                    <a:pt x="18967" y="4013"/>
                  </a:lnTo>
                  <a:cubicBezTo>
                    <a:pt x="19063" y="4109"/>
                    <a:pt x="19178" y="4223"/>
                    <a:pt x="19326" y="4223"/>
                  </a:cubicBezTo>
                  <a:cubicBezTo>
                    <a:pt x="19366" y="4223"/>
                    <a:pt x="19408" y="4215"/>
                    <a:pt x="19454" y="4195"/>
                  </a:cubicBezTo>
                  <a:lnTo>
                    <a:pt x="19454" y="4195"/>
                  </a:lnTo>
                  <a:lnTo>
                    <a:pt x="19332" y="4651"/>
                  </a:lnTo>
                  <a:cubicBezTo>
                    <a:pt x="19545" y="4499"/>
                    <a:pt x="19758" y="4378"/>
                    <a:pt x="19940" y="4256"/>
                  </a:cubicBezTo>
                  <a:lnTo>
                    <a:pt x="19940" y="4256"/>
                  </a:lnTo>
                  <a:cubicBezTo>
                    <a:pt x="20062" y="4651"/>
                    <a:pt x="20062" y="4803"/>
                    <a:pt x="19697" y="5016"/>
                  </a:cubicBezTo>
                  <a:cubicBezTo>
                    <a:pt x="19979" y="4937"/>
                    <a:pt x="20118" y="4921"/>
                    <a:pt x="20218" y="4921"/>
                  </a:cubicBezTo>
                  <a:cubicBezTo>
                    <a:pt x="20288" y="4921"/>
                    <a:pt x="20338" y="4929"/>
                    <a:pt x="20403" y="4929"/>
                  </a:cubicBezTo>
                  <a:cubicBezTo>
                    <a:pt x="20497" y="4929"/>
                    <a:pt x="20623" y="4912"/>
                    <a:pt x="20882" y="4834"/>
                  </a:cubicBezTo>
                  <a:lnTo>
                    <a:pt x="20882" y="4834"/>
                  </a:lnTo>
                  <a:lnTo>
                    <a:pt x="20730" y="5077"/>
                  </a:lnTo>
                  <a:cubicBezTo>
                    <a:pt x="20755" y="5087"/>
                    <a:pt x="20788" y="5090"/>
                    <a:pt x="20826" y="5090"/>
                  </a:cubicBezTo>
                  <a:cubicBezTo>
                    <a:pt x="20911" y="5090"/>
                    <a:pt x="21019" y="5072"/>
                    <a:pt x="21112" y="5072"/>
                  </a:cubicBezTo>
                  <a:cubicBezTo>
                    <a:pt x="21230" y="5072"/>
                    <a:pt x="21322" y="5101"/>
                    <a:pt x="21308" y="5229"/>
                  </a:cubicBezTo>
                  <a:cubicBezTo>
                    <a:pt x="21338" y="5897"/>
                    <a:pt x="22949" y="6353"/>
                    <a:pt x="23405" y="7417"/>
                  </a:cubicBezTo>
                  <a:cubicBezTo>
                    <a:pt x="23499" y="7223"/>
                    <a:pt x="23555" y="7153"/>
                    <a:pt x="23592" y="7153"/>
                  </a:cubicBezTo>
                  <a:cubicBezTo>
                    <a:pt x="23687" y="7153"/>
                    <a:pt x="23658" y="7614"/>
                    <a:pt x="23818" y="7614"/>
                  </a:cubicBezTo>
                  <a:cubicBezTo>
                    <a:pt x="23859" y="7614"/>
                    <a:pt x="23912" y="7584"/>
                    <a:pt x="23983" y="7508"/>
                  </a:cubicBezTo>
                  <a:lnTo>
                    <a:pt x="23983" y="7508"/>
                  </a:lnTo>
                  <a:cubicBezTo>
                    <a:pt x="23891" y="7691"/>
                    <a:pt x="23922" y="7903"/>
                    <a:pt x="23679" y="7903"/>
                  </a:cubicBezTo>
                  <a:cubicBezTo>
                    <a:pt x="24143" y="8058"/>
                    <a:pt x="24082" y="8497"/>
                    <a:pt x="24442" y="8497"/>
                  </a:cubicBezTo>
                  <a:cubicBezTo>
                    <a:pt x="24507" y="8497"/>
                    <a:pt x="24585" y="8483"/>
                    <a:pt x="24682" y="8451"/>
                  </a:cubicBezTo>
                  <a:lnTo>
                    <a:pt x="24682" y="8451"/>
                  </a:lnTo>
                  <a:cubicBezTo>
                    <a:pt x="24591" y="8663"/>
                    <a:pt x="24408" y="8603"/>
                    <a:pt x="24347" y="8724"/>
                  </a:cubicBezTo>
                  <a:cubicBezTo>
                    <a:pt x="24408" y="8724"/>
                    <a:pt x="24591" y="8724"/>
                    <a:pt x="24530" y="8846"/>
                  </a:cubicBezTo>
                  <a:cubicBezTo>
                    <a:pt x="24509" y="8927"/>
                    <a:pt x="24449" y="8927"/>
                    <a:pt x="24374" y="8927"/>
                  </a:cubicBezTo>
                  <a:lnTo>
                    <a:pt x="24374" y="8927"/>
                  </a:lnTo>
                  <a:cubicBezTo>
                    <a:pt x="24337" y="8927"/>
                    <a:pt x="24297" y="8927"/>
                    <a:pt x="24256" y="8937"/>
                  </a:cubicBezTo>
                  <a:cubicBezTo>
                    <a:pt x="24347" y="9012"/>
                    <a:pt x="24445" y="9045"/>
                    <a:pt x="24548" y="9045"/>
                  </a:cubicBezTo>
                  <a:cubicBezTo>
                    <a:pt x="24860" y="9045"/>
                    <a:pt x="25220" y="8748"/>
                    <a:pt x="25563" y="8451"/>
                  </a:cubicBezTo>
                  <a:cubicBezTo>
                    <a:pt x="25563" y="8715"/>
                    <a:pt x="25611" y="8836"/>
                    <a:pt x="25800" y="8836"/>
                  </a:cubicBezTo>
                  <a:cubicBezTo>
                    <a:pt x="25871" y="8836"/>
                    <a:pt x="25963" y="8818"/>
                    <a:pt x="26080" y="8785"/>
                  </a:cubicBezTo>
                  <a:lnTo>
                    <a:pt x="26080" y="8785"/>
                  </a:lnTo>
                  <a:cubicBezTo>
                    <a:pt x="26012" y="8920"/>
                    <a:pt x="25978" y="9106"/>
                    <a:pt x="25866" y="9106"/>
                  </a:cubicBezTo>
                  <a:cubicBezTo>
                    <a:pt x="25827" y="9106"/>
                    <a:pt x="25778" y="9083"/>
                    <a:pt x="25715" y="9028"/>
                  </a:cubicBezTo>
                  <a:lnTo>
                    <a:pt x="25715" y="9028"/>
                  </a:lnTo>
                  <a:cubicBezTo>
                    <a:pt x="25806" y="9210"/>
                    <a:pt x="25898" y="9393"/>
                    <a:pt x="26050" y="9545"/>
                  </a:cubicBezTo>
                  <a:cubicBezTo>
                    <a:pt x="26137" y="9698"/>
                    <a:pt x="26256" y="9819"/>
                    <a:pt x="26394" y="9819"/>
                  </a:cubicBezTo>
                  <a:cubicBezTo>
                    <a:pt x="26449" y="9819"/>
                    <a:pt x="26506" y="9800"/>
                    <a:pt x="26566" y="9758"/>
                  </a:cubicBezTo>
                  <a:lnTo>
                    <a:pt x="26566" y="9758"/>
                  </a:lnTo>
                  <a:cubicBezTo>
                    <a:pt x="26505" y="9879"/>
                    <a:pt x="26688" y="9970"/>
                    <a:pt x="26749" y="10001"/>
                  </a:cubicBezTo>
                  <a:cubicBezTo>
                    <a:pt x="26870" y="10244"/>
                    <a:pt x="26992" y="10457"/>
                    <a:pt x="27174" y="10669"/>
                  </a:cubicBezTo>
                  <a:cubicBezTo>
                    <a:pt x="27174" y="10639"/>
                    <a:pt x="27174" y="10609"/>
                    <a:pt x="27174" y="10548"/>
                  </a:cubicBezTo>
                  <a:cubicBezTo>
                    <a:pt x="27264" y="10524"/>
                    <a:pt x="27331" y="10514"/>
                    <a:pt x="27382" y="10514"/>
                  </a:cubicBezTo>
                  <a:cubicBezTo>
                    <a:pt x="27661" y="10514"/>
                    <a:pt x="27450" y="10824"/>
                    <a:pt x="27630" y="11004"/>
                  </a:cubicBezTo>
                  <a:lnTo>
                    <a:pt x="27569" y="11004"/>
                  </a:lnTo>
                  <a:cubicBezTo>
                    <a:pt x="27539" y="11399"/>
                    <a:pt x="27569" y="11460"/>
                    <a:pt x="27630" y="11490"/>
                  </a:cubicBezTo>
                  <a:cubicBezTo>
                    <a:pt x="27721" y="11551"/>
                    <a:pt x="27812" y="11612"/>
                    <a:pt x="27600" y="11976"/>
                  </a:cubicBezTo>
                  <a:lnTo>
                    <a:pt x="27934" y="11855"/>
                  </a:lnTo>
                  <a:cubicBezTo>
                    <a:pt x="27963" y="11853"/>
                    <a:pt x="27990" y="11852"/>
                    <a:pt x="28014" y="11852"/>
                  </a:cubicBezTo>
                  <a:cubicBezTo>
                    <a:pt x="28316" y="11852"/>
                    <a:pt x="28229" y="12023"/>
                    <a:pt x="28116" y="12220"/>
                  </a:cubicBezTo>
                  <a:cubicBezTo>
                    <a:pt x="27964" y="12432"/>
                    <a:pt x="27721" y="12645"/>
                    <a:pt x="27873" y="12828"/>
                  </a:cubicBezTo>
                  <a:lnTo>
                    <a:pt x="28086" y="12706"/>
                  </a:lnTo>
                  <a:lnTo>
                    <a:pt x="28086" y="12706"/>
                  </a:lnTo>
                  <a:cubicBezTo>
                    <a:pt x="28208" y="12797"/>
                    <a:pt x="27934" y="12980"/>
                    <a:pt x="27630" y="13071"/>
                  </a:cubicBezTo>
                  <a:cubicBezTo>
                    <a:pt x="27387" y="13162"/>
                    <a:pt x="27113" y="13253"/>
                    <a:pt x="26870" y="13375"/>
                  </a:cubicBezTo>
                  <a:cubicBezTo>
                    <a:pt x="26864" y="13378"/>
                    <a:pt x="26857" y="13379"/>
                    <a:pt x="26852" y="13379"/>
                  </a:cubicBezTo>
                  <a:cubicBezTo>
                    <a:pt x="26803" y="13379"/>
                    <a:pt x="26776" y="13277"/>
                    <a:pt x="26749" y="13223"/>
                  </a:cubicBezTo>
                  <a:lnTo>
                    <a:pt x="26749" y="13223"/>
                  </a:lnTo>
                  <a:cubicBezTo>
                    <a:pt x="26232" y="13648"/>
                    <a:pt x="27205" y="13344"/>
                    <a:pt x="27265" y="13770"/>
                  </a:cubicBezTo>
                  <a:cubicBezTo>
                    <a:pt x="27083" y="13770"/>
                    <a:pt x="26860" y="13675"/>
                    <a:pt x="26705" y="13675"/>
                  </a:cubicBezTo>
                  <a:cubicBezTo>
                    <a:pt x="26627" y="13675"/>
                    <a:pt x="26566" y="13699"/>
                    <a:pt x="26536" y="13770"/>
                  </a:cubicBezTo>
                  <a:cubicBezTo>
                    <a:pt x="26293" y="13800"/>
                    <a:pt x="27144" y="14742"/>
                    <a:pt x="26505" y="14955"/>
                  </a:cubicBezTo>
                  <a:cubicBezTo>
                    <a:pt x="26548" y="14955"/>
                    <a:pt x="26592" y="14954"/>
                    <a:pt x="26635" y="14954"/>
                  </a:cubicBezTo>
                  <a:cubicBezTo>
                    <a:pt x="26808" y="14954"/>
                    <a:pt x="26974" y="14973"/>
                    <a:pt x="27022" y="15168"/>
                  </a:cubicBezTo>
                  <a:cubicBezTo>
                    <a:pt x="26961" y="15502"/>
                    <a:pt x="26019" y="15654"/>
                    <a:pt x="26445" y="16171"/>
                  </a:cubicBezTo>
                  <a:cubicBezTo>
                    <a:pt x="26414" y="16186"/>
                    <a:pt x="26384" y="16194"/>
                    <a:pt x="26357" y="16194"/>
                  </a:cubicBezTo>
                  <a:cubicBezTo>
                    <a:pt x="26331" y="16194"/>
                    <a:pt x="26308" y="16186"/>
                    <a:pt x="26293" y="16171"/>
                  </a:cubicBezTo>
                  <a:lnTo>
                    <a:pt x="26293" y="16171"/>
                  </a:lnTo>
                  <a:cubicBezTo>
                    <a:pt x="26323" y="16475"/>
                    <a:pt x="26141" y="16992"/>
                    <a:pt x="26384" y="17326"/>
                  </a:cubicBezTo>
                  <a:cubicBezTo>
                    <a:pt x="26273" y="17286"/>
                    <a:pt x="26181" y="17269"/>
                    <a:pt x="26103" y="17269"/>
                  </a:cubicBezTo>
                  <a:cubicBezTo>
                    <a:pt x="25454" y="17269"/>
                    <a:pt x="25835" y="18501"/>
                    <a:pt x="25398" y="18501"/>
                  </a:cubicBezTo>
                  <a:cubicBezTo>
                    <a:pt x="25326" y="18501"/>
                    <a:pt x="25232" y="18468"/>
                    <a:pt x="25107" y="18390"/>
                  </a:cubicBezTo>
                  <a:lnTo>
                    <a:pt x="24712" y="19089"/>
                  </a:lnTo>
                  <a:lnTo>
                    <a:pt x="24651" y="18998"/>
                  </a:lnTo>
                  <a:cubicBezTo>
                    <a:pt x="24378" y="19271"/>
                    <a:pt x="24347" y="19667"/>
                    <a:pt x="24530" y="19971"/>
                  </a:cubicBezTo>
                  <a:cubicBezTo>
                    <a:pt x="24510" y="19981"/>
                    <a:pt x="24492" y="19985"/>
                    <a:pt x="24477" y="19985"/>
                  </a:cubicBezTo>
                  <a:cubicBezTo>
                    <a:pt x="24397" y="19985"/>
                    <a:pt x="24368" y="19874"/>
                    <a:pt x="24317" y="19849"/>
                  </a:cubicBezTo>
                  <a:cubicBezTo>
                    <a:pt x="23709" y="20335"/>
                    <a:pt x="23709" y="20396"/>
                    <a:pt x="23800" y="21247"/>
                  </a:cubicBezTo>
                  <a:lnTo>
                    <a:pt x="23466" y="21065"/>
                  </a:lnTo>
                  <a:lnTo>
                    <a:pt x="23466" y="21065"/>
                  </a:lnTo>
                  <a:cubicBezTo>
                    <a:pt x="23527" y="21338"/>
                    <a:pt x="22341" y="21582"/>
                    <a:pt x="22220" y="22433"/>
                  </a:cubicBezTo>
                  <a:cubicBezTo>
                    <a:pt x="22159" y="22372"/>
                    <a:pt x="22128" y="22311"/>
                    <a:pt x="22128" y="22250"/>
                  </a:cubicBezTo>
                  <a:cubicBezTo>
                    <a:pt x="21977" y="23192"/>
                    <a:pt x="20092" y="23192"/>
                    <a:pt x="20943" y="24256"/>
                  </a:cubicBezTo>
                  <a:lnTo>
                    <a:pt x="20852" y="24925"/>
                  </a:lnTo>
                  <a:cubicBezTo>
                    <a:pt x="20968" y="24815"/>
                    <a:pt x="21051" y="24773"/>
                    <a:pt x="21114" y="24773"/>
                  </a:cubicBezTo>
                  <a:cubicBezTo>
                    <a:pt x="21334" y="24773"/>
                    <a:pt x="21305" y="25296"/>
                    <a:pt x="21561" y="25296"/>
                  </a:cubicBezTo>
                  <a:cubicBezTo>
                    <a:pt x="21577" y="25296"/>
                    <a:pt x="21594" y="25294"/>
                    <a:pt x="21612" y="25290"/>
                  </a:cubicBezTo>
                  <a:lnTo>
                    <a:pt x="21612" y="25290"/>
                  </a:lnTo>
                  <a:cubicBezTo>
                    <a:pt x="21548" y="25418"/>
                    <a:pt x="21340" y="25496"/>
                    <a:pt x="21180" y="25496"/>
                  </a:cubicBezTo>
                  <a:cubicBezTo>
                    <a:pt x="21037" y="25496"/>
                    <a:pt x="20932" y="25433"/>
                    <a:pt x="21004" y="25290"/>
                  </a:cubicBezTo>
                  <a:lnTo>
                    <a:pt x="21095" y="25290"/>
                  </a:lnTo>
                  <a:cubicBezTo>
                    <a:pt x="20992" y="25174"/>
                    <a:pt x="20899" y="25130"/>
                    <a:pt x="20812" y="25130"/>
                  </a:cubicBezTo>
                  <a:cubicBezTo>
                    <a:pt x="20547" y="25130"/>
                    <a:pt x="20343" y="25539"/>
                    <a:pt x="20120" y="25539"/>
                  </a:cubicBezTo>
                  <a:cubicBezTo>
                    <a:pt x="20071" y="25539"/>
                    <a:pt x="20022" y="25519"/>
                    <a:pt x="19970" y="25472"/>
                  </a:cubicBezTo>
                  <a:cubicBezTo>
                    <a:pt x="19636" y="25898"/>
                    <a:pt x="19180" y="26232"/>
                    <a:pt x="18663" y="26414"/>
                  </a:cubicBezTo>
                  <a:cubicBezTo>
                    <a:pt x="18344" y="26483"/>
                    <a:pt x="18008" y="26517"/>
                    <a:pt x="17667" y="26517"/>
                  </a:cubicBezTo>
                  <a:cubicBezTo>
                    <a:pt x="17554" y="26517"/>
                    <a:pt x="17440" y="26513"/>
                    <a:pt x="17326" y="26506"/>
                  </a:cubicBezTo>
                  <a:lnTo>
                    <a:pt x="17326" y="26506"/>
                  </a:lnTo>
                  <a:lnTo>
                    <a:pt x="17478" y="27022"/>
                  </a:lnTo>
                  <a:lnTo>
                    <a:pt x="17083" y="27022"/>
                  </a:lnTo>
                  <a:cubicBezTo>
                    <a:pt x="16992" y="26870"/>
                    <a:pt x="16961" y="26597"/>
                    <a:pt x="17235" y="26597"/>
                  </a:cubicBezTo>
                  <a:cubicBezTo>
                    <a:pt x="17209" y="26533"/>
                    <a:pt x="17174" y="26506"/>
                    <a:pt x="17134" y="26506"/>
                  </a:cubicBezTo>
                  <a:cubicBezTo>
                    <a:pt x="16986" y="26506"/>
                    <a:pt x="16772" y="26872"/>
                    <a:pt x="16748" y="26992"/>
                  </a:cubicBezTo>
                  <a:cubicBezTo>
                    <a:pt x="16171" y="26718"/>
                    <a:pt x="17022" y="26354"/>
                    <a:pt x="16840" y="26323"/>
                  </a:cubicBezTo>
                  <a:lnTo>
                    <a:pt x="16840" y="26323"/>
                  </a:lnTo>
                  <a:lnTo>
                    <a:pt x="16596" y="26354"/>
                  </a:lnTo>
                  <a:lnTo>
                    <a:pt x="16627" y="26445"/>
                  </a:lnTo>
                  <a:cubicBezTo>
                    <a:pt x="16464" y="26608"/>
                    <a:pt x="16398" y="26819"/>
                    <a:pt x="16126" y="26819"/>
                  </a:cubicBezTo>
                  <a:cubicBezTo>
                    <a:pt x="16093" y="26819"/>
                    <a:pt x="16058" y="26816"/>
                    <a:pt x="16019" y="26810"/>
                  </a:cubicBezTo>
                  <a:cubicBezTo>
                    <a:pt x="15806" y="26688"/>
                    <a:pt x="15928" y="26475"/>
                    <a:pt x="15837" y="26445"/>
                  </a:cubicBezTo>
                  <a:cubicBezTo>
                    <a:pt x="15837" y="26384"/>
                    <a:pt x="15837" y="26384"/>
                    <a:pt x="15715" y="26384"/>
                  </a:cubicBezTo>
                  <a:lnTo>
                    <a:pt x="15168" y="26293"/>
                  </a:lnTo>
                  <a:lnTo>
                    <a:pt x="15320" y="26749"/>
                  </a:lnTo>
                  <a:cubicBezTo>
                    <a:pt x="15047" y="26930"/>
                    <a:pt x="14805" y="26660"/>
                    <a:pt x="14983" y="27168"/>
                  </a:cubicBezTo>
                  <a:lnTo>
                    <a:pt x="14983" y="27168"/>
                  </a:lnTo>
                  <a:cubicBezTo>
                    <a:pt x="14703" y="26385"/>
                    <a:pt x="12949" y="26566"/>
                    <a:pt x="12767" y="26293"/>
                  </a:cubicBezTo>
                  <a:cubicBezTo>
                    <a:pt x="12584" y="26384"/>
                    <a:pt x="12387" y="26430"/>
                    <a:pt x="12189" y="26430"/>
                  </a:cubicBezTo>
                  <a:cubicBezTo>
                    <a:pt x="11992" y="26430"/>
                    <a:pt x="11794" y="26384"/>
                    <a:pt x="11612" y="26293"/>
                  </a:cubicBezTo>
                  <a:lnTo>
                    <a:pt x="11612" y="26293"/>
                  </a:lnTo>
                  <a:cubicBezTo>
                    <a:pt x="11691" y="26398"/>
                    <a:pt x="11655" y="26778"/>
                    <a:pt x="11427" y="26778"/>
                  </a:cubicBezTo>
                  <a:cubicBezTo>
                    <a:pt x="11392" y="26778"/>
                    <a:pt x="11352" y="26769"/>
                    <a:pt x="11308" y="26749"/>
                  </a:cubicBezTo>
                  <a:cubicBezTo>
                    <a:pt x="11663" y="25860"/>
                    <a:pt x="10777" y="26155"/>
                    <a:pt x="10648" y="25468"/>
                  </a:cubicBezTo>
                  <a:lnTo>
                    <a:pt x="10648" y="25468"/>
                  </a:lnTo>
                  <a:cubicBezTo>
                    <a:pt x="10655" y="25594"/>
                    <a:pt x="10557" y="25622"/>
                    <a:pt x="10426" y="25622"/>
                  </a:cubicBezTo>
                  <a:cubicBezTo>
                    <a:pt x="10324" y="25622"/>
                    <a:pt x="10202" y="25605"/>
                    <a:pt x="10092" y="25605"/>
                  </a:cubicBezTo>
                  <a:cubicBezTo>
                    <a:pt x="9888" y="25605"/>
                    <a:pt x="9727" y="25662"/>
                    <a:pt x="9818" y="25989"/>
                  </a:cubicBezTo>
                  <a:cubicBezTo>
                    <a:pt x="9545" y="25837"/>
                    <a:pt x="9909" y="25624"/>
                    <a:pt x="9757" y="25351"/>
                  </a:cubicBezTo>
                  <a:lnTo>
                    <a:pt x="9757" y="25351"/>
                  </a:lnTo>
                  <a:cubicBezTo>
                    <a:pt x="9693" y="25363"/>
                    <a:pt x="9629" y="25368"/>
                    <a:pt x="9566" y="25368"/>
                  </a:cubicBezTo>
                  <a:cubicBezTo>
                    <a:pt x="8830" y="25368"/>
                    <a:pt x="8201" y="24607"/>
                    <a:pt x="7417" y="24439"/>
                  </a:cubicBezTo>
                  <a:cubicBezTo>
                    <a:pt x="7356" y="24560"/>
                    <a:pt x="7417" y="24834"/>
                    <a:pt x="7174" y="24925"/>
                  </a:cubicBezTo>
                  <a:lnTo>
                    <a:pt x="6961" y="24135"/>
                  </a:lnTo>
                  <a:cubicBezTo>
                    <a:pt x="6833" y="24135"/>
                    <a:pt x="6676" y="24448"/>
                    <a:pt x="6541" y="24448"/>
                  </a:cubicBezTo>
                  <a:cubicBezTo>
                    <a:pt x="6483" y="24448"/>
                    <a:pt x="6429" y="24390"/>
                    <a:pt x="6384" y="24226"/>
                  </a:cubicBezTo>
                  <a:cubicBezTo>
                    <a:pt x="6384" y="24348"/>
                    <a:pt x="6384" y="24530"/>
                    <a:pt x="6262" y="24530"/>
                  </a:cubicBezTo>
                  <a:cubicBezTo>
                    <a:pt x="5624" y="23952"/>
                    <a:pt x="4803" y="23679"/>
                    <a:pt x="4013" y="23375"/>
                  </a:cubicBezTo>
                  <a:cubicBezTo>
                    <a:pt x="3222" y="23071"/>
                    <a:pt x="2554" y="22706"/>
                    <a:pt x="2736" y="22098"/>
                  </a:cubicBezTo>
                  <a:cubicBezTo>
                    <a:pt x="2736" y="22007"/>
                    <a:pt x="2797" y="21946"/>
                    <a:pt x="2827" y="21855"/>
                  </a:cubicBezTo>
                  <a:lnTo>
                    <a:pt x="2827" y="21855"/>
                  </a:lnTo>
                  <a:cubicBezTo>
                    <a:pt x="2727" y="21972"/>
                    <a:pt x="2663" y="22016"/>
                    <a:pt x="2621" y="22016"/>
                  </a:cubicBezTo>
                  <a:cubicBezTo>
                    <a:pt x="2587" y="22016"/>
                    <a:pt x="2567" y="21987"/>
                    <a:pt x="2554" y="21946"/>
                  </a:cubicBezTo>
                  <a:cubicBezTo>
                    <a:pt x="2523" y="22007"/>
                    <a:pt x="2250" y="22068"/>
                    <a:pt x="2098" y="22129"/>
                  </a:cubicBezTo>
                  <a:cubicBezTo>
                    <a:pt x="2189" y="21916"/>
                    <a:pt x="2310" y="21733"/>
                    <a:pt x="2432" y="21521"/>
                  </a:cubicBezTo>
                  <a:cubicBezTo>
                    <a:pt x="1915" y="21521"/>
                    <a:pt x="2341" y="20882"/>
                    <a:pt x="1885" y="20822"/>
                  </a:cubicBezTo>
                  <a:lnTo>
                    <a:pt x="1885" y="20822"/>
                  </a:lnTo>
                  <a:lnTo>
                    <a:pt x="1976" y="21034"/>
                  </a:lnTo>
                  <a:cubicBezTo>
                    <a:pt x="1884" y="20986"/>
                    <a:pt x="1789" y="20965"/>
                    <a:pt x="1694" y="20965"/>
                  </a:cubicBezTo>
                  <a:cubicBezTo>
                    <a:pt x="1192" y="20965"/>
                    <a:pt x="648" y="21530"/>
                    <a:pt x="61" y="21582"/>
                  </a:cubicBezTo>
                  <a:cubicBezTo>
                    <a:pt x="365" y="21764"/>
                    <a:pt x="213" y="22007"/>
                    <a:pt x="92" y="22402"/>
                  </a:cubicBezTo>
                  <a:cubicBezTo>
                    <a:pt x="0" y="22797"/>
                    <a:pt x="0" y="23284"/>
                    <a:pt x="487" y="23466"/>
                  </a:cubicBezTo>
                  <a:cubicBezTo>
                    <a:pt x="517" y="23496"/>
                    <a:pt x="578" y="23496"/>
                    <a:pt x="639" y="23496"/>
                  </a:cubicBezTo>
                  <a:cubicBezTo>
                    <a:pt x="627" y="23594"/>
                    <a:pt x="576" y="23613"/>
                    <a:pt x="513" y="23613"/>
                  </a:cubicBezTo>
                  <a:cubicBezTo>
                    <a:pt x="471" y="23613"/>
                    <a:pt x="424" y="23605"/>
                    <a:pt x="380" y="23605"/>
                  </a:cubicBezTo>
                  <a:cubicBezTo>
                    <a:pt x="325" y="23605"/>
                    <a:pt x="274" y="23618"/>
                    <a:pt x="244" y="23679"/>
                  </a:cubicBezTo>
                  <a:cubicBezTo>
                    <a:pt x="639" y="23679"/>
                    <a:pt x="821" y="23861"/>
                    <a:pt x="1034" y="24256"/>
                  </a:cubicBezTo>
                  <a:lnTo>
                    <a:pt x="943" y="24287"/>
                  </a:lnTo>
                  <a:cubicBezTo>
                    <a:pt x="1490" y="24743"/>
                    <a:pt x="1794" y="24986"/>
                    <a:pt x="2128" y="25259"/>
                  </a:cubicBezTo>
                  <a:cubicBezTo>
                    <a:pt x="2462" y="25594"/>
                    <a:pt x="2827" y="25898"/>
                    <a:pt x="3222" y="26171"/>
                  </a:cubicBezTo>
                  <a:lnTo>
                    <a:pt x="3283" y="25807"/>
                  </a:lnTo>
                  <a:cubicBezTo>
                    <a:pt x="3496" y="25958"/>
                    <a:pt x="3496" y="26080"/>
                    <a:pt x="3557" y="26202"/>
                  </a:cubicBezTo>
                  <a:cubicBezTo>
                    <a:pt x="4043" y="25807"/>
                    <a:pt x="2949" y="25867"/>
                    <a:pt x="3435" y="25442"/>
                  </a:cubicBezTo>
                  <a:lnTo>
                    <a:pt x="3435" y="25442"/>
                  </a:lnTo>
                  <a:cubicBezTo>
                    <a:pt x="3435" y="26262"/>
                    <a:pt x="4955" y="26141"/>
                    <a:pt x="4833" y="26962"/>
                  </a:cubicBezTo>
                  <a:cubicBezTo>
                    <a:pt x="4878" y="26980"/>
                    <a:pt x="4913" y="26988"/>
                    <a:pt x="4940" y="26988"/>
                  </a:cubicBezTo>
                  <a:cubicBezTo>
                    <a:pt x="5110" y="26988"/>
                    <a:pt x="4976" y="26670"/>
                    <a:pt x="5145" y="26670"/>
                  </a:cubicBezTo>
                  <a:cubicBezTo>
                    <a:pt x="5167" y="26670"/>
                    <a:pt x="5195" y="26676"/>
                    <a:pt x="5228" y="26688"/>
                  </a:cubicBezTo>
                  <a:lnTo>
                    <a:pt x="5228" y="26931"/>
                  </a:lnTo>
                  <a:lnTo>
                    <a:pt x="5411" y="26718"/>
                  </a:lnTo>
                  <a:cubicBezTo>
                    <a:pt x="5593" y="26870"/>
                    <a:pt x="5654" y="27114"/>
                    <a:pt x="5593" y="27326"/>
                  </a:cubicBezTo>
                  <a:cubicBezTo>
                    <a:pt x="5571" y="27304"/>
                    <a:pt x="5540" y="27298"/>
                    <a:pt x="5507" y="27298"/>
                  </a:cubicBezTo>
                  <a:cubicBezTo>
                    <a:pt x="5471" y="27298"/>
                    <a:pt x="5432" y="27305"/>
                    <a:pt x="5399" y="27305"/>
                  </a:cubicBezTo>
                  <a:cubicBezTo>
                    <a:pt x="5381" y="27305"/>
                    <a:pt x="5364" y="27303"/>
                    <a:pt x="5350" y="27296"/>
                  </a:cubicBezTo>
                  <a:lnTo>
                    <a:pt x="5350" y="27296"/>
                  </a:lnTo>
                  <a:cubicBezTo>
                    <a:pt x="5523" y="27671"/>
                    <a:pt x="6133" y="27553"/>
                    <a:pt x="6274" y="27644"/>
                  </a:cubicBezTo>
                  <a:lnTo>
                    <a:pt x="6274" y="27644"/>
                  </a:lnTo>
                  <a:lnTo>
                    <a:pt x="5988" y="27387"/>
                  </a:lnTo>
                  <a:lnTo>
                    <a:pt x="5988" y="27387"/>
                  </a:lnTo>
                  <a:cubicBezTo>
                    <a:pt x="6900" y="27548"/>
                    <a:pt x="7858" y="28087"/>
                    <a:pt x="8802" y="28087"/>
                  </a:cubicBezTo>
                  <a:cubicBezTo>
                    <a:pt x="8928" y="28087"/>
                    <a:pt x="9054" y="28077"/>
                    <a:pt x="9180" y="28056"/>
                  </a:cubicBezTo>
                  <a:lnTo>
                    <a:pt x="9150" y="27873"/>
                  </a:lnTo>
                  <a:cubicBezTo>
                    <a:pt x="9221" y="27865"/>
                    <a:pt x="9284" y="27861"/>
                    <a:pt x="9339" y="27861"/>
                  </a:cubicBezTo>
                  <a:cubicBezTo>
                    <a:pt x="9899" y="27861"/>
                    <a:pt x="9740" y="28244"/>
                    <a:pt x="10487" y="28299"/>
                  </a:cubicBezTo>
                  <a:lnTo>
                    <a:pt x="10457" y="28329"/>
                  </a:lnTo>
                  <a:cubicBezTo>
                    <a:pt x="10578" y="28248"/>
                    <a:pt x="10727" y="28208"/>
                    <a:pt x="10875" y="28208"/>
                  </a:cubicBezTo>
                  <a:cubicBezTo>
                    <a:pt x="10950" y="28208"/>
                    <a:pt x="11024" y="28218"/>
                    <a:pt x="11095" y="28238"/>
                  </a:cubicBezTo>
                  <a:cubicBezTo>
                    <a:pt x="10852" y="28390"/>
                    <a:pt x="11399" y="28694"/>
                    <a:pt x="11095" y="28846"/>
                  </a:cubicBezTo>
                  <a:cubicBezTo>
                    <a:pt x="11946" y="28694"/>
                    <a:pt x="11520" y="28664"/>
                    <a:pt x="12189" y="28177"/>
                  </a:cubicBezTo>
                  <a:lnTo>
                    <a:pt x="12250" y="28481"/>
                  </a:lnTo>
                  <a:cubicBezTo>
                    <a:pt x="12463" y="28269"/>
                    <a:pt x="12493" y="28147"/>
                    <a:pt x="12919" y="28147"/>
                  </a:cubicBezTo>
                  <a:cubicBezTo>
                    <a:pt x="12523" y="28329"/>
                    <a:pt x="13101" y="28603"/>
                    <a:pt x="12675" y="28846"/>
                  </a:cubicBezTo>
                  <a:cubicBezTo>
                    <a:pt x="12881" y="29060"/>
                    <a:pt x="13076" y="29122"/>
                    <a:pt x="13257" y="29122"/>
                  </a:cubicBezTo>
                  <a:cubicBezTo>
                    <a:pt x="13508" y="29122"/>
                    <a:pt x="13731" y="29001"/>
                    <a:pt x="13909" y="29001"/>
                  </a:cubicBezTo>
                  <a:cubicBezTo>
                    <a:pt x="14058" y="29001"/>
                    <a:pt x="14177" y="29085"/>
                    <a:pt x="14256" y="29393"/>
                  </a:cubicBezTo>
                  <a:cubicBezTo>
                    <a:pt x="14773" y="28694"/>
                    <a:pt x="13587" y="28876"/>
                    <a:pt x="13830" y="28724"/>
                  </a:cubicBezTo>
                  <a:cubicBezTo>
                    <a:pt x="13731" y="28501"/>
                    <a:pt x="14079" y="28297"/>
                    <a:pt x="14342" y="28297"/>
                  </a:cubicBezTo>
                  <a:cubicBezTo>
                    <a:pt x="14401" y="28297"/>
                    <a:pt x="14455" y="28307"/>
                    <a:pt x="14499" y="28329"/>
                  </a:cubicBezTo>
                  <a:cubicBezTo>
                    <a:pt x="14742" y="28390"/>
                    <a:pt x="14803" y="29363"/>
                    <a:pt x="15502" y="29424"/>
                  </a:cubicBezTo>
                  <a:cubicBezTo>
                    <a:pt x="15454" y="29424"/>
                    <a:pt x="15424" y="29462"/>
                    <a:pt x="15384" y="29462"/>
                  </a:cubicBezTo>
                  <a:cubicBezTo>
                    <a:pt x="15373" y="29462"/>
                    <a:pt x="15362" y="29460"/>
                    <a:pt x="15350" y="29454"/>
                  </a:cubicBezTo>
                  <a:lnTo>
                    <a:pt x="15350" y="29454"/>
                  </a:lnTo>
                  <a:cubicBezTo>
                    <a:pt x="15410" y="29514"/>
                    <a:pt x="15474" y="29533"/>
                    <a:pt x="15541" y="29533"/>
                  </a:cubicBezTo>
                  <a:cubicBezTo>
                    <a:pt x="15660" y="29533"/>
                    <a:pt x="15788" y="29472"/>
                    <a:pt x="15920" y="29472"/>
                  </a:cubicBezTo>
                  <a:cubicBezTo>
                    <a:pt x="16012" y="29472"/>
                    <a:pt x="16107" y="29502"/>
                    <a:pt x="16201" y="29606"/>
                  </a:cubicBezTo>
                  <a:cubicBezTo>
                    <a:pt x="16295" y="29405"/>
                    <a:pt x="16389" y="29393"/>
                    <a:pt x="16472" y="29393"/>
                  </a:cubicBezTo>
                  <a:cubicBezTo>
                    <a:pt x="16484" y="29393"/>
                    <a:pt x="16495" y="29393"/>
                    <a:pt x="16505" y="29393"/>
                  </a:cubicBezTo>
                  <a:cubicBezTo>
                    <a:pt x="16596" y="29393"/>
                    <a:pt x="16672" y="29378"/>
                    <a:pt x="16718" y="29089"/>
                  </a:cubicBezTo>
                  <a:lnTo>
                    <a:pt x="16718" y="29089"/>
                  </a:lnTo>
                  <a:cubicBezTo>
                    <a:pt x="16505" y="29120"/>
                    <a:pt x="16262" y="29150"/>
                    <a:pt x="16049" y="29180"/>
                  </a:cubicBezTo>
                  <a:cubicBezTo>
                    <a:pt x="16345" y="29057"/>
                    <a:pt x="16662" y="28613"/>
                    <a:pt x="17095" y="28613"/>
                  </a:cubicBezTo>
                  <a:cubicBezTo>
                    <a:pt x="17196" y="28613"/>
                    <a:pt x="17303" y="28637"/>
                    <a:pt x="17417" y="28694"/>
                  </a:cubicBezTo>
                  <a:cubicBezTo>
                    <a:pt x="17326" y="28876"/>
                    <a:pt x="17204" y="28998"/>
                    <a:pt x="17022" y="29089"/>
                  </a:cubicBezTo>
                  <a:cubicBezTo>
                    <a:pt x="17068" y="29135"/>
                    <a:pt x="17113" y="29150"/>
                    <a:pt x="17159" y="29150"/>
                  </a:cubicBezTo>
                  <a:cubicBezTo>
                    <a:pt x="17251" y="29150"/>
                    <a:pt x="17345" y="29089"/>
                    <a:pt x="17445" y="29089"/>
                  </a:cubicBezTo>
                  <a:cubicBezTo>
                    <a:pt x="17495" y="29089"/>
                    <a:pt x="17546" y="29104"/>
                    <a:pt x="17600" y="29150"/>
                  </a:cubicBezTo>
                  <a:cubicBezTo>
                    <a:pt x="17569" y="29758"/>
                    <a:pt x="16718" y="29302"/>
                    <a:pt x="16293" y="29697"/>
                  </a:cubicBezTo>
                  <a:cubicBezTo>
                    <a:pt x="16328" y="29750"/>
                    <a:pt x="16382" y="29769"/>
                    <a:pt x="16444" y="29769"/>
                  </a:cubicBezTo>
                  <a:cubicBezTo>
                    <a:pt x="16589" y="29769"/>
                    <a:pt x="16779" y="29667"/>
                    <a:pt x="16881" y="29667"/>
                  </a:cubicBezTo>
                  <a:cubicBezTo>
                    <a:pt x="16957" y="29667"/>
                    <a:pt x="16984" y="29724"/>
                    <a:pt x="16908" y="29921"/>
                  </a:cubicBezTo>
                  <a:lnTo>
                    <a:pt x="16908" y="29921"/>
                  </a:lnTo>
                  <a:cubicBezTo>
                    <a:pt x="17017" y="29648"/>
                    <a:pt x="17143" y="29590"/>
                    <a:pt x="17295" y="29590"/>
                  </a:cubicBezTo>
                  <a:cubicBezTo>
                    <a:pt x="17352" y="29590"/>
                    <a:pt x="17413" y="29598"/>
                    <a:pt x="17478" y="29606"/>
                  </a:cubicBezTo>
                  <a:cubicBezTo>
                    <a:pt x="17554" y="29629"/>
                    <a:pt x="17630" y="29640"/>
                    <a:pt x="17704" y="29640"/>
                  </a:cubicBezTo>
                  <a:cubicBezTo>
                    <a:pt x="17924" y="29640"/>
                    <a:pt x="18124" y="29538"/>
                    <a:pt x="18238" y="29332"/>
                  </a:cubicBezTo>
                  <a:lnTo>
                    <a:pt x="18238" y="29697"/>
                  </a:lnTo>
                  <a:cubicBezTo>
                    <a:pt x="18329" y="29636"/>
                    <a:pt x="18511" y="29424"/>
                    <a:pt x="18663" y="29393"/>
                  </a:cubicBezTo>
                  <a:lnTo>
                    <a:pt x="18663" y="29393"/>
                  </a:lnTo>
                  <a:cubicBezTo>
                    <a:pt x="18603" y="29576"/>
                    <a:pt x="18511" y="29758"/>
                    <a:pt x="18451" y="29910"/>
                  </a:cubicBezTo>
                  <a:cubicBezTo>
                    <a:pt x="18616" y="29744"/>
                    <a:pt x="18800" y="29726"/>
                    <a:pt x="19017" y="29726"/>
                  </a:cubicBezTo>
                  <a:cubicBezTo>
                    <a:pt x="19078" y="29726"/>
                    <a:pt x="19143" y="29728"/>
                    <a:pt x="19211" y="29728"/>
                  </a:cubicBezTo>
                  <a:cubicBezTo>
                    <a:pt x="19295" y="29756"/>
                    <a:pt x="19383" y="29769"/>
                    <a:pt x="19470" y="29769"/>
                  </a:cubicBezTo>
                  <a:cubicBezTo>
                    <a:pt x="19664" y="29769"/>
                    <a:pt x="19854" y="29701"/>
                    <a:pt x="20001" y="29576"/>
                  </a:cubicBezTo>
                  <a:lnTo>
                    <a:pt x="20001" y="29576"/>
                  </a:lnTo>
                  <a:cubicBezTo>
                    <a:pt x="19770" y="29678"/>
                    <a:pt x="19620" y="29716"/>
                    <a:pt x="19522" y="29716"/>
                  </a:cubicBezTo>
                  <a:cubicBezTo>
                    <a:pt x="19387" y="29716"/>
                    <a:pt x="19350" y="29646"/>
                    <a:pt x="19332" y="29576"/>
                  </a:cubicBezTo>
                  <a:cubicBezTo>
                    <a:pt x="19302" y="29424"/>
                    <a:pt x="19332" y="29241"/>
                    <a:pt x="19089" y="29180"/>
                  </a:cubicBezTo>
                  <a:cubicBezTo>
                    <a:pt x="19354" y="28962"/>
                    <a:pt x="19539" y="28888"/>
                    <a:pt x="19702" y="28888"/>
                  </a:cubicBezTo>
                  <a:cubicBezTo>
                    <a:pt x="19856" y="28888"/>
                    <a:pt x="19990" y="28954"/>
                    <a:pt x="20153" y="29028"/>
                  </a:cubicBezTo>
                  <a:cubicBezTo>
                    <a:pt x="20291" y="29103"/>
                    <a:pt x="20448" y="29140"/>
                    <a:pt x="20605" y="29140"/>
                  </a:cubicBezTo>
                  <a:cubicBezTo>
                    <a:pt x="20895" y="29140"/>
                    <a:pt x="21186" y="29014"/>
                    <a:pt x="21364" y="28761"/>
                  </a:cubicBezTo>
                  <a:lnTo>
                    <a:pt x="21364" y="28761"/>
                  </a:lnTo>
                  <a:cubicBezTo>
                    <a:pt x="21296" y="28855"/>
                    <a:pt x="21108" y="28923"/>
                    <a:pt x="20967" y="28923"/>
                  </a:cubicBezTo>
                  <a:cubicBezTo>
                    <a:pt x="20840" y="28923"/>
                    <a:pt x="20750" y="28867"/>
                    <a:pt x="20821" y="28724"/>
                  </a:cubicBezTo>
                  <a:cubicBezTo>
                    <a:pt x="21095" y="28573"/>
                    <a:pt x="21399" y="28512"/>
                    <a:pt x="21703" y="28512"/>
                  </a:cubicBezTo>
                  <a:cubicBezTo>
                    <a:pt x="22280" y="27843"/>
                    <a:pt x="21369" y="28329"/>
                    <a:pt x="21460" y="27904"/>
                  </a:cubicBezTo>
                  <a:lnTo>
                    <a:pt x="21460" y="27904"/>
                  </a:lnTo>
                  <a:cubicBezTo>
                    <a:pt x="21512" y="27916"/>
                    <a:pt x="21556" y="27922"/>
                    <a:pt x="21592" y="27922"/>
                  </a:cubicBezTo>
                  <a:cubicBezTo>
                    <a:pt x="21913" y="27922"/>
                    <a:pt x="21651" y="27472"/>
                    <a:pt x="21733" y="27144"/>
                  </a:cubicBezTo>
                  <a:lnTo>
                    <a:pt x="21733" y="27144"/>
                  </a:lnTo>
                  <a:lnTo>
                    <a:pt x="22007" y="27387"/>
                  </a:lnTo>
                  <a:cubicBezTo>
                    <a:pt x="22736" y="26901"/>
                    <a:pt x="21581" y="26749"/>
                    <a:pt x="22250" y="26354"/>
                  </a:cubicBezTo>
                  <a:lnTo>
                    <a:pt x="22250" y="26354"/>
                  </a:lnTo>
                  <a:lnTo>
                    <a:pt x="22463" y="26901"/>
                  </a:lnTo>
                  <a:lnTo>
                    <a:pt x="22584" y="26536"/>
                  </a:lnTo>
                  <a:lnTo>
                    <a:pt x="22858" y="26840"/>
                  </a:lnTo>
                  <a:cubicBezTo>
                    <a:pt x="22858" y="26354"/>
                    <a:pt x="22980" y="26323"/>
                    <a:pt x="23314" y="26080"/>
                  </a:cubicBezTo>
                  <a:cubicBezTo>
                    <a:pt x="23010" y="25989"/>
                    <a:pt x="22888" y="25624"/>
                    <a:pt x="23040" y="25351"/>
                  </a:cubicBezTo>
                  <a:cubicBezTo>
                    <a:pt x="23054" y="25349"/>
                    <a:pt x="23067" y="25349"/>
                    <a:pt x="23079" y="25349"/>
                  </a:cubicBezTo>
                  <a:cubicBezTo>
                    <a:pt x="23252" y="25349"/>
                    <a:pt x="23272" y="25467"/>
                    <a:pt x="23320" y="25467"/>
                  </a:cubicBezTo>
                  <a:cubicBezTo>
                    <a:pt x="23351" y="25467"/>
                    <a:pt x="23394" y="25419"/>
                    <a:pt x="23496" y="25259"/>
                  </a:cubicBezTo>
                  <a:lnTo>
                    <a:pt x="23496" y="25259"/>
                  </a:lnTo>
                  <a:cubicBezTo>
                    <a:pt x="23606" y="25479"/>
                    <a:pt x="23716" y="25724"/>
                    <a:pt x="23467" y="25724"/>
                  </a:cubicBezTo>
                  <a:cubicBezTo>
                    <a:pt x="23440" y="25724"/>
                    <a:pt x="23410" y="25721"/>
                    <a:pt x="23375" y="25715"/>
                  </a:cubicBezTo>
                  <a:lnTo>
                    <a:pt x="23375" y="25715"/>
                  </a:lnTo>
                  <a:cubicBezTo>
                    <a:pt x="23436" y="25807"/>
                    <a:pt x="23466" y="25958"/>
                    <a:pt x="23557" y="26019"/>
                  </a:cubicBezTo>
                  <a:cubicBezTo>
                    <a:pt x="23891" y="25989"/>
                    <a:pt x="23983" y="25594"/>
                    <a:pt x="24104" y="25442"/>
                  </a:cubicBezTo>
                  <a:lnTo>
                    <a:pt x="24104" y="25442"/>
                  </a:lnTo>
                  <a:cubicBezTo>
                    <a:pt x="24043" y="25503"/>
                    <a:pt x="23983" y="25533"/>
                    <a:pt x="23891" y="25533"/>
                  </a:cubicBezTo>
                  <a:lnTo>
                    <a:pt x="23952" y="24682"/>
                  </a:lnTo>
                  <a:cubicBezTo>
                    <a:pt x="24135" y="24682"/>
                    <a:pt x="24165" y="24803"/>
                    <a:pt x="24195" y="24955"/>
                  </a:cubicBezTo>
                  <a:cubicBezTo>
                    <a:pt x="24256" y="24803"/>
                    <a:pt x="24195" y="24651"/>
                    <a:pt x="24287" y="24439"/>
                  </a:cubicBezTo>
                  <a:cubicBezTo>
                    <a:pt x="24499" y="24682"/>
                    <a:pt x="24743" y="24864"/>
                    <a:pt x="24682" y="25168"/>
                  </a:cubicBezTo>
                  <a:lnTo>
                    <a:pt x="24834" y="24439"/>
                  </a:lnTo>
                  <a:cubicBezTo>
                    <a:pt x="24862" y="24453"/>
                    <a:pt x="24905" y="24457"/>
                    <a:pt x="24953" y="24457"/>
                  </a:cubicBezTo>
                  <a:cubicBezTo>
                    <a:pt x="25020" y="24457"/>
                    <a:pt x="25098" y="24449"/>
                    <a:pt x="25167" y="24449"/>
                  </a:cubicBezTo>
                  <a:cubicBezTo>
                    <a:pt x="25260" y="24449"/>
                    <a:pt x="25337" y="24464"/>
                    <a:pt x="25350" y="24530"/>
                  </a:cubicBezTo>
                  <a:cubicBezTo>
                    <a:pt x="25746" y="24348"/>
                    <a:pt x="25472" y="23436"/>
                    <a:pt x="25958" y="23192"/>
                  </a:cubicBezTo>
                  <a:cubicBezTo>
                    <a:pt x="25928" y="23101"/>
                    <a:pt x="25928" y="23010"/>
                    <a:pt x="25958" y="22949"/>
                  </a:cubicBezTo>
                  <a:cubicBezTo>
                    <a:pt x="26293" y="22615"/>
                    <a:pt x="26840" y="22493"/>
                    <a:pt x="26840" y="21794"/>
                  </a:cubicBezTo>
                  <a:lnTo>
                    <a:pt x="27448" y="21825"/>
                  </a:lnTo>
                  <a:cubicBezTo>
                    <a:pt x="27630" y="21399"/>
                    <a:pt x="26657" y="21794"/>
                    <a:pt x="26931" y="21095"/>
                  </a:cubicBezTo>
                  <a:cubicBezTo>
                    <a:pt x="26978" y="20927"/>
                    <a:pt x="27041" y="20871"/>
                    <a:pt x="27114" y="20871"/>
                  </a:cubicBezTo>
                  <a:cubicBezTo>
                    <a:pt x="27261" y="20871"/>
                    <a:pt x="27442" y="21104"/>
                    <a:pt x="27585" y="21104"/>
                  </a:cubicBezTo>
                  <a:cubicBezTo>
                    <a:pt x="27600" y="21104"/>
                    <a:pt x="27615" y="21101"/>
                    <a:pt x="27630" y="21095"/>
                  </a:cubicBezTo>
                  <a:cubicBezTo>
                    <a:pt x="27569" y="20730"/>
                    <a:pt x="27357" y="20062"/>
                    <a:pt x="27995" y="19879"/>
                  </a:cubicBezTo>
                  <a:lnTo>
                    <a:pt x="27995" y="19879"/>
                  </a:lnTo>
                  <a:cubicBezTo>
                    <a:pt x="27964" y="20153"/>
                    <a:pt x="27812" y="20183"/>
                    <a:pt x="27782" y="20335"/>
                  </a:cubicBezTo>
                  <a:lnTo>
                    <a:pt x="28238" y="20183"/>
                  </a:lnTo>
                  <a:lnTo>
                    <a:pt x="28238" y="20183"/>
                  </a:lnTo>
                  <a:cubicBezTo>
                    <a:pt x="28372" y="20746"/>
                    <a:pt x="28128" y="20954"/>
                    <a:pt x="28443" y="20954"/>
                  </a:cubicBezTo>
                  <a:cubicBezTo>
                    <a:pt x="28485" y="20954"/>
                    <a:pt x="28538" y="20950"/>
                    <a:pt x="28603" y="20943"/>
                  </a:cubicBezTo>
                  <a:cubicBezTo>
                    <a:pt x="27782" y="20366"/>
                    <a:pt x="29302" y="19606"/>
                    <a:pt x="28451" y="19028"/>
                  </a:cubicBezTo>
                  <a:lnTo>
                    <a:pt x="28755" y="18937"/>
                  </a:lnTo>
                  <a:lnTo>
                    <a:pt x="28755" y="18937"/>
                  </a:lnTo>
                  <a:cubicBezTo>
                    <a:pt x="28724" y="18998"/>
                    <a:pt x="28755" y="19028"/>
                    <a:pt x="28724" y="19089"/>
                  </a:cubicBezTo>
                  <a:cubicBezTo>
                    <a:pt x="29393" y="18876"/>
                    <a:pt x="28268" y="18390"/>
                    <a:pt x="28664" y="17934"/>
                  </a:cubicBezTo>
                  <a:cubicBezTo>
                    <a:pt x="28772" y="17862"/>
                    <a:pt x="28891" y="17801"/>
                    <a:pt x="28976" y="17801"/>
                  </a:cubicBezTo>
                  <a:cubicBezTo>
                    <a:pt x="29034" y="17801"/>
                    <a:pt x="29077" y="17829"/>
                    <a:pt x="29089" y="17904"/>
                  </a:cubicBezTo>
                  <a:lnTo>
                    <a:pt x="29089" y="17357"/>
                  </a:lnTo>
                  <a:cubicBezTo>
                    <a:pt x="29117" y="17320"/>
                    <a:pt x="29147" y="17305"/>
                    <a:pt x="29174" y="17305"/>
                  </a:cubicBezTo>
                  <a:cubicBezTo>
                    <a:pt x="29222" y="17305"/>
                    <a:pt x="29261" y="17351"/>
                    <a:pt x="29257" y="17401"/>
                  </a:cubicBezTo>
                  <a:lnTo>
                    <a:pt x="29257" y="17401"/>
                  </a:lnTo>
                  <a:lnTo>
                    <a:pt x="29484" y="16749"/>
                  </a:lnTo>
                  <a:lnTo>
                    <a:pt x="29515" y="16749"/>
                  </a:lnTo>
                  <a:cubicBezTo>
                    <a:pt x="29393" y="16536"/>
                    <a:pt x="29302" y="16323"/>
                    <a:pt x="29211" y="16110"/>
                  </a:cubicBezTo>
                  <a:cubicBezTo>
                    <a:pt x="29247" y="16086"/>
                    <a:pt x="29271" y="16076"/>
                    <a:pt x="29288" y="16076"/>
                  </a:cubicBezTo>
                  <a:cubicBezTo>
                    <a:pt x="29354" y="16076"/>
                    <a:pt x="29296" y="16232"/>
                    <a:pt x="29393" y="16232"/>
                  </a:cubicBezTo>
                  <a:lnTo>
                    <a:pt x="29332" y="15746"/>
                  </a:lnTo>
                  <a:cubicBezTo>
                    <a:pt x="29352" y="15742"/>
                    <a:pt x="29371" y="15740"/>
                    <a:pt x="29390" y="15740"/>
                  </a:cubicBezTo>
                  <a:cubicBezTo>
                    <a:pt x="29651" y="15740"/>
                    <a:pt x="29748" y="16126"/>
                    <a:pt x="29606" y="16353"/>
                  </a:cubicBezTo>
                  <a:cubicBezTo>
                    <a:pt x="30153" y="16353"/>
                    <a:pt x="30123" y="16262"/>
                    <a:pt x="30062" y="16080"/>
                  </a:cubicBezTo>
                  <a:cubicBezTo>
                    <a:pt x="30001" y="15898"/>
                    <a:pt x="29940" y="15654"/>
                    <a:pt x="30335" y="15320"/>
                  </a:cubicBezTo>
                  <a:lnTo>
                    <a:pt x="30335" y="15776"/>
                  </a:lnTo>
                  <a:cubicBezTo>
                    <a:pt x="30943" y="15654"/>
                    <a:pt x="30852" y="15259"/>
                    <a:pt x="31338" y="14864"/>
                  </a:cubicBezTo>
                  <a:lnTo>
                    <a:pt x="31338" y="14864"/>
                  </a:lnTo>
                  <a:cubicBezTo>
                    <a:pt x="31189" y="14928"/>
                    <a:pt x="30677" y="15279"/>
                    <a:pt x="30355" y="15279"/>
                  </a:cubicBezTo>
                  <a:cubicBezTo>
                    <a:pt x="30220" y="15279"/>
                    <a:pt x="30119" y="15217"/>
                    <a:pt x="30092" y="15046"/>
                  </a:cubicBezTo>
                  <a:cubicBezTo>
                    <a:pt x="30244" y="14894"/>
                    <a:pt x="30275" y="14651"/>
                    <a:pt x="30153" y="14469"/>
                  </a:cubicBezTo>
                  <a:lnTo>
                    <a:pt x="30153" y="14469"/>
                  </a:lnTo>
                  <a:cubicBezTo>
                    <a:pt x="30194" y="14480"/>
                    <a:pt x="30229" y="14485"/>
                    <a:pt x="30260" y="14485"/>
                  </a:cubicBezTo>
                  <a:cubicBezTo>
                    <a:pt x="30481" y="14485"/>
                    <a:pt x="30461" y="14215"/>
                    <a:pt x="30487" y="13922"/>
                  </a:cubicBezTo>
                  <a:lnTo>
                    <a:pt x="30943" y="14013"/>
                  </a:lnTo>
                  <a:cubicBezTo>
                    <a:pt x="30882" y="13618"/>
                    <a:pt x="30639" y="13648"/>
                    <a:pt x="30457" y="13375"/>
                  </a:cubicBezTo>
                  <a:cubicBezTo>
                    <a:pt x="30487" y="12949"/>
                    <a:pt x="30882" y="12888"/>
                    <a:pt x="31217" y="12767"/>
                  </a:cubicBezTo>
                  <a:cubicBezTo>
                    <a:pt x="31232" y="12582"/>
                    <a:pt x="31201" y="12522"/>
                    <a:pt x="31144" y="12522"/>
                  </a:cubicBezTo>
                  <a:cubicBezTo>
                    <a:pt x="31038" y="12522"/>
                    <a:pt x="30844" y="12730"/>
                    <a:pt x="30698" y="12730"/>
                  </a:cubicBezTo>
                  <a:cubicBezTo>
                    <a:pt x="30612" y="12730"/>
                    <a:pt x="30543" y="12659"/>
                    <a:pt x="30518" y="12432"/>
                  </a:cubicBezTo>
                  <a:cubicBezTo>
                    <a:pt x="30578" y="12159"/>
                    <a:pt x="30578" y="11855"/>
                    <a:pt x="30457" y="11612"/>
                  </a:cubicBezTo>
                  <a:cubicBezTo>
                    <a:pt x="30305" y="11308"/>
                    <a:pt x="30123" y="11065"/>
                    <a:pt x="29910" y="10852"/>
                  </a:cubicBezTo>
                  <a:cubicBezTo>
                    <a:pt x="29922" y="10687"/>
                    <a:pt x="29970" y="10645"/>
                    <a:pt x="30029" y="10645"/>
                  </a:cubicBezTo>
                  <a:cubicBezTo>
                    <a:pt x="30092" y="10645"/>
                    <a:pt x="30166" y="10691"/>
                    <a:pt x="30226" y="10691"/>
                  </a:cubicBezTo>
                  <a:cubicBezTo>
                    <a:pt x="30258" y="10691"/>
                    <a:pt x="30286" y="10678"/>
                    <a:pt x="30305" y="10639"/>
                  </a:cubicBezTo>
                  <a:cubicBezTo>
                    <a:pt x="30123" y="10548"/>
                    <a:pt x="29971" y="10487"/>
                    <a:pt x="29819" y="10426"/>
                  </a:cubicBezTo>
                  <a:cubicBezTo>
                    <a:pt x="29819" y="10366"/>
                    <a:pt x="29910" y="10335"/>
                    <a:pt x="29971" y="10335"/>
                  </a:cubicBezTo>
                  <a:cubicBezTo>
                    <a:pt x="29908" y="10280"/>
                    <a:pt x="29847" y="10264"/>
                    <a:pt x="29787" y="10264"/>
                  </a:cubicBezTo>
                  <a:cubicBezTo>
                    <a:pt x="29695" y="10264"/>
                    <a:pt x="29603" y="10302"/>
                    <a:pt x="29504" y="10302"/>
                  </a:cubicBezTo>
                  <a:cubicBezTo>
                    <a:pt x="29414" y="10302"/>
                    <a:pt x="29318" y="10271"/>
                    <a:pt x="29211" y="10153"/>
                  </a:cubicBezTo>
                  <a:cubicBezTo>
                    <a:pt x="29182" y="10159"/>
                    <a:pt x="29158" y="10162"/>
                    <a:pt x="29137" y="10162"/>
                  </a:cubicBezTo>
                  <a:cubicBezTo>
                    <a:pt x="28955" y="10162"/>
                    <a:pt x="29031" y="9936"/>
                    <a:pt x="29059" y="9636"/>
                  </a:cubicBezTo>
                  <a:cubicBezTo>
                    <a:pt x="29120" y="9302"/>
                    <a:pt x="29059" y="8967"/>
                    <a:pt x="28694" y="8907"/>
                  </a:cubicBezTo>
                  <a:cubicBezTo>
                    <a:pt x="28724" y="8724"/>
                    <a:pt x="28968" y="8785"/>
                    <a:pt x="29089" y="8663"/>
                  </a:cubicBezTo>
                  <a:cubicBezTo>
                    <a:pt x="28694" y="8390"/>
                    <a:pt x="28238" y="8268"/>
                    <a:pt x="27752" y="8238"/>
                  </a:cubicBezTo>
                  <a:cubicBezTo>
                    <a:pt x="27752" y="8055"/>
                    <a:pt x="27721" y="7843"/>
                    <a:pt x="27691" y="7691"/>
                  </a:cubicBezTo>
                  <a:cubicBezTo>
                    <a:pt x="27667" y="8080"/>
                    <a:pt x="27273" y="8119"/>
                    <a:pt x="26867" y="8119"/>
                  </a:cubicBezTo>
                  <a:cubicBezTo>
                    <a:pt x="26766" y="8119"/>
                    <a:pt x="26664" y="8116"/>
                    <a:pt x="26566" y="8116"/>
                  </a:cubicBezTo>
                  <a:cubicBezTo>
                    <a:pt x="26505" y="8299"/>
                    <a:pt x="26475" y="8481"/>
                    <a:pt x="26445" y="8572"/>
                  </a:cubicBezTo>
                  <a:cubicBezTo>
                    <a:pt x="26262" y="8481"/>
                    <a:pt x="26080" y="8420"/>
                    <a:pt x="25898" y="8359"/>
                  </a:cubicBezTo>
                  <a:cubicBezTo>
                    <a:pt x="25898" y="8238"/>
                    <a:pt x="26050" y="8177"/>
                    <a:pt x="26262" y="8086"/>
                  </a:cubicBezTo>
                  <a:lnTo>
                    <a:pt x="26110" y="8086"/>
                  </a:lnTo>
                  <a:cubicBezTo>
                    <a:pt x="26110" y="7843"/>
                    <a:pt x="26384" y="7721"/>
                    <a:pt x="26657" y="7630"/>
                  </a:cubicBezTo>
                  <a:lnTo>
                    <a:pt x="26657" y="7630"/>
                  </a:lnTo>
                  <a:cubicBezTo>
                    <a:pt x="26657" y="7751"/>
                    <a:pt x="26627" y="7873"/>
                    <a:pt x="26597" y="7964"/>
                  </a:cubicBezTo>
                  <a:cubicBezTo>
                    <a:pt x="26901" y="7903"/>
                    <a:pt x="27174" y="7751"/>
                    <a:pt x="27417" y="7569"/>
                  </a:cubicBezTo>
                  <a:cubicBezTo>
                    <a:pt x="27326" y="7569"/>
                    <a:pt x="27265" y="7539"/>
                    <a:pt x="27205" y="7508"/>
                  </a:cubicBezTo>
                  <a:cubicBezTo>
                    <a:pt x="27265" y="7478"/>
                    <a:pt x="27326" y="7448"/>
                    <a:pt x="27357" y="7387"/>
                  </a:cubicBezTo>
                  <a:cubicBezTo>
                    <a:pt x="27372" y="7372"/>
                    <a:pt x="27349" y="7364"/>
                    <a:pt x="27303" y="7364"/>
                  </a:cubicBezTo>
                  <a:cubicBezTo>
                    <a:pt x="27258" y="7364"/>
                    <a:pt x="27189" y="7372"/>
                    <a:pt x="27113" y="7387"/>
                  </a:cubicBezTo>
                  <a:lnTo>
                    <a:pt x="27417" y="6931"/>
                  </a:lnTo>
                  <a:lnTo>
                    <a:pt x="27235" y="7052"/>
                  </a:lnTo>
                  <a:lnTo>
                    <a:pt x="26901" y="6262"/>
                  </a:lnTo>
                  <a:cubicBezTo>
                    <a:pt x="26410" y="6262"/>
                    <a:pt x="25896" y="6367"/>
                    <a:pt x="25388" y="6367"/>
                  </a:cubicBezTo>
                  <a:cubicBezTo>
                    <a:pt x="25077" y="6367"/>
                    <a:pt x="24769" y="6328"/>
                    <a:pt x="24469" y="6201"/>
                  </a:cubicBezTo>
                  <a:cubicBezTo>
                    <a:pt x="24864" y="6019"/>
                    <a:pt x="24895" y="5715"/>
                    <a:pt x="25198" y="5381"/>
                  </a:cubicBezTo>
                  <a:lnTo>
                    <a:pt x="25198" y="5381"/>
                  </a:lnTo>
                  <a:cubicBezTo>
                    <a:pt x="25081" y="5880"/>
                    <a:pt x="25814" y="5642"/>
                    <a:pt x="26111" y="5981"/>
                  </a:cubicBezTo>
                  <a:lnTo>
                    <a:pt x="26111" y="5981"/>
                  </a:lnTo>
                  <a:cubicBezTo>
                    <a:pt x="26038" y="5857"/>
                    <a:pt x="26125" y="5682"/>
                    <a:pt x="26262" y="5654"/>
                  </a:cubicBezTo>
                  <a:cubicBezTo>
                    <a:pt x="25958" y="5593"/>
                    <a:pt x="25654" y="5533"/>
                    <a:pt x="25350" y="5472"/>
                  </a:cubicBezTo>
                  <a:cubicBezTo>
                    <a:pt x="25624" y="5198"/>
                    <a:pt x="25411" y="5168"/>
                    <a:pt x="25320" y="4894"/>
                  </a:cubicBezTo>
                  <a:cubicBezTo>
                    <a:pt x="25205" y="5134"/>
                    <a:pt x="25080" y="5213"/>
                    <a:pt x="24948" y="5213"/>
                  </a:cubicBezTo>
                  <a:cubicBezTo>
                    <a:pt x="24697" y="5213"/>
                    <a:pt x="24425" y="4925"/>
                    <a:pt x="24165" y="4925"/>
                  </a:cubicBezTo>
                  <a:cubicBezTo>
                    <a:pt x="24240" y="4793"/>
                    <a:pt x="24351" y="4673"/>
                    <a:pt x="24489" y="4673"/>
                  </a:cubicBezTo>
                  <a:cubicBezTo>
                    <a:pt x="24574" y="4673"/>
                    <a:pt x="24669" y="4718"/>
                    <a:pt x="24773" y="4834"/>
                  </a:cubicBezTo>
                  <a:cubicBezTo>
                    <a:pt x="24773" y="4635"/>
                    <a:pt x="24701" y="4571"/>
                    <a:pt x="24595" y="4571"/>
                  </a:cubicBezTo>
                  <a:cubicBezTo>
                    <a:pt x="24407" y="4571"/>
                    <a:pt x="24113" y="4769"/>
                    <a:pt x="23923" y="4769"/>
                  </a:cubicBezTo>
                  <a:cubicBezTo>
                    <a:pt x="23825" y="4769"/>
                    <a:pt x="23755" y="4717"/>
                    <a:pt x="23739" y="4560"/>
                  </a:cubicBezTo>
                  <a:lnTo>
                    <a:pt x="23739" y="4560"/>
                  </a:lnTo>
                  <a:cubicBezTo>
                    <a:pt x="23510" y="4458"/>
                    <a:pt x="23333" y="4167"/>
                    <a:pt x="23496" y="4074"/>
                  </a:cubicBezTo>
                  <a:lnTo>
                    <a:pt x="23496" y="4074"/>
                  </a:lnTo>
                  <a:lnTo>
                    <a:pt x="23587" y="4134"/>
                  </a:lnTo>
                  <a:cubicBezTo>
                    <a:pt x="23233" y="3802"/>
                    <a:pt x="22508" y="3390"/>
                    <a:pt x="21988" y="3390"/>
                  </a:cubicBezTo>
                  <a:cubicBezTo>
                    <a:pt x="21794" y="3390"/>
                    <a:pt x="21628" y="3447"/>
                    <a:pt x="21521" y="3587"/>
                  </a:cubicBezTo>
                  <a:cubicBezTo>
                    <a:pt x="21703" y="3344"/>
                    <a:pt x="21885" y="3101"/>
                    <a:pt x="22068" y="2888"/>
                  </a:cubicBezTo>
                  <a:lnTo>
                    <a:pt x="22068" y="2888"/>
                  </a:lnTo>
                  <a:cubicBezTo>
                    <a:pt x="21399" y="3314"/>
                    <a:pt x="20700" y="3770"/>
                    <a:pt x="20062" y="4226"/>
                  </a:cubicBezTo>
                  <a:cubicBezTo>
                    <a:pt x="20426" y="3800"/>
                    <a:pt x="20639" y="2463"/>
                    <a:pt x="21277" y="2432"/>
                  </a:cubicBezTo>
                  <a:cubicBezTo>
                    <a:pt x="21168" y="2241"/>
                    <a:pt x="20937" y="2124"/>
                    <a:pt x="20714" y="2124"/>
                  </a:cubicBezTo>
                  <a:cubicBezTo>
                    <a:pt x="20689" y="2124"/>
                    <a:pt x="20664" y="2125"/>
                    <a:pt x="20639" y="2128"/>
                  </a:cubicBezTo>
                  <a:cubicBezTo>
                    <a:pt x="20699" y="2247"/>
                    <a:pt x="20554" y="2950"/>
                    <a:pt x="20405" y="2950"/>
                  </a:cubicBezTo>
                  <a:cubicBezTo>
                    <a:pt x="20402" y="2950"/>
                    <a:pt x="20399" y="2950"/>
                    <a:pt x="20396" y="2949"/>
                  </a:cubicBezTo>
                  <a:cubicBezTo>
                    <a:pt x="20306" y="2260"/>
                    <a:pt x="20275" y="2545"/>
                    <a:pt x="20071" y="1884"/>
                  </a:cubicBezTo>
                  <a:lnTo>
                    <a:pt x="20071" y="1884"/>
                  </a:lnTo>
                  <a:cubicBezTo>
                    <a:pt x="20102" y="2083"/>
                    <a:pt x="19702" y="2629"/>
                    <a:pt x="19479" y="2629"/>
                  </a:cubicBezTo>
                  <a:cubicBezTo>
                    <a:pt x="19459" y="2629"/>
                    <a:pt x="19440" y="2624"/>
                    <a:pt x="19423" y="2615"/>
                  </a:cubicBezTo>
                  <a:cubicBezTo>
                    <a:pt x="19510" y="2528"/>
                    <a:pt x="19706" y="1894"/>
                    <a:pt x="19830" y="1804"/>
                  </a:cubicBezTo>
                  <a:lnTo>
                    <a:pt x="19830" y="1804"/>
                  </a:lnTo>
                  <a:cubicBezTo>
                    <a:pt x="19550" y="1945"/>
                    <a:pt x="19270" y="2112"/>
                    <a:pt x="19015" y="2305"/>
                  </a:cubicBezTo>
                  <a:lnTo>
                    <a:pt x="19015" y="2305"/>
                  </a:lnTo>
                  <a:cubicBezTo>
                    <a:pt x="19165" y="2147"/>
                    <a:pt x="19235" y="1647"/>
                    <a:pt x="19180" y="1399"/>
                  </a:cubicBezTo>
                  <a:lnTo>
                    <a:pt x="19180" y="1399"/>
                  </a:lnTo>
                  <a:cubicBezTo>
                    <a:pt x="19180" y="1433"/>
                    <a:pt x="19161" y="1447"/>
                    <a:pt x="19127" y="1447"/>
                  </a:cubicBezTo>
                  <a:cubicBezTo>
                    <a:pt x="18992" y="1447"/>
                    <a:pt x="18628" y="1215"/>
                    <a:pt x="18445" y="1215"/>
                  </a:cubicBezTo>
                  <a:cubicBezTo>
                    <a:pt x="18437" y="1215"/>
                    <a:pt x="18428" y="1215"/>
                    <a:pt x="18420" y="1216"/>
                  </a:cubicBezTo>
                  <a:lnTo>
                    <a:pt x="18633" y="1490"/>
                  </a:lnTo>
                  <a:cubicBezTo>
                    <a:pt x="18551" y="1451"/>
                    <a:pt x="18475" y="1434"/>
                    <a:pt x="18403" y="1434"/>
                  </a:cubicBezTo>
                  <a:cubicBezTo>
                    <a:pt x="17900" y="1434"/>
                    <a:pt x="17603" y="2268"/>
                    <a:pt x="17116" y="2268"/>
                  </a:cubicBezTo>
                  <a:cubicBezTo>
                    <a:pt x="17076" y="2268"/>
                    <a:pt x="17035" y="2262"/>
                    <a:pt x="16992" y="2250"/>
                  </a:cubicBezTo>
                  <a:cubicBezTo>
                    <a:pt x="17083" y="2098"/>
                    <a:pt x="17387" y="1247"/>
                    <a:pt x="17052" y="1064"/>
                  </a:cubicBezTo>
                  <a:lnTo>
                    <a:pt x="17052" y="1064"/>
                  </a:lnTo>
                  <a:cubicBezTo>
                    <a:pt x="16779" y="1460"/>
                    <a:pt x="16019" y="3010"/>
                    <a:pt x="15502" y="3314"/>
                  </a:cubicBezTo>
                  <a:lnTo>
                    <a:pt x="15411" y="3071"/>
                  </a:lnTo>
                  <a:lnTo>
                    <a:pt x="14986" y="3344"/>
                  </a:lnTo>
                  <a:cubicBezTo>
                    <a:pt x="15168" y="2888"/>
                    <a:pt x="15411" y="2432"/>
                    <a:pt x="15685" y="2037"/>
                  </a:cubicBezTo>
                  <a:cubicBezTo>
                    <a:pt x="15989" y="1612"/>
                    <a:pt x="16323" y="1247"/>
                    <a:pt x="16688" y="912"/>
                  </a:cubicBezTo>
                  <a:cubicBezTo>
                    <a:pt x="16444" y="669"/>
                    <a:pt x="16657" y="609"/>
                    <a:pt x="16201" y="578"/>
                  </a:cubicBezTo>
                  <a:cubicBezTo>
                    <a:pt x="16080" y="335"/>
                    <a:pt x="16475" y="244"/>
                    <a:pt x="16627" y="244"/>
                  </a:cubicBezTo>
                  <a:cubicBezTo>
                    <a:pt x="16293" y="183"/>
                    <a:pt x="15928" y="61"/>
                    <a:pt x="15593" y="1"/>
                  </a:cubicBezTo>
                  <a:close/>
                  <a:moveTo>
                    <a:pt x="16908" y="29921"/>
                  </a:moveTo>
                  <a:cubicBezTo>
                    <a:pt x="16905" y="29928"/>
                    <a:pt x="16903" y="29934"/>
                    <a:pt x="16900" y="29940"/>
                  </a:cubicBezTo>
                  <a:cubicBezTo>
                    <a:pt x="16903" y="29934"/>
                    <a:pt x="16905" y="29928"/>
                    <a:pt x="16908" y="2992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300"/>
            </a:p>
          </p:txBody>
        </p:sp>
      </p:grpSp>
      <p:sp>
        <p:nvSpPr>
          <p:cNvPr id="3557" name="Google Shape;3557;p48"/>
          <p:cNvSpPr txBox="1"/>
          <p:nvPr/>
        </p:nvSpPr>
        <p:spPr>
          <a:xfrm>
            <a:off x="6603738" y="2869700"/>
            <a:ext cx="1351800" cy="382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rgbClr val="D19A78"/>
                </a:solidFill>
                <a:latin typeface="Poiret One"/>
                <a:ea typeface="Poiret One"/>
                <a:cs typeface="Poiret One"/>
                <a:sym typeface="Poiret One"/>
              </a:rPr>
              <a:t>MARS</a:t>
            </a:r>
            <a:endParaRPr b="1" sz="2200">
              <a:solidFill>
                <a:srgbClr val="FFFFFF"/>
              </a:solidFill>
              <a:latin typeface="Lato"/>
              <a:ea typeface="Lato"/>
              <a:cs typeface="Lato"/>
              <a:sym typeface="Lato"/>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1" name="Shape 3561"/>
        <p:cNvGrpSpPr/>
        <p:nvPr/>
      </p:nvGrpSpPr>
      <p:grpSpPr>
        <a:xfrm>
          <a:off x="0" y="0"/>
          <a:ext cx="0" cy="0"/>
          <a:chOff x="0" y="0"/>
          <a:chExt cx="0" cy="0"/>
        </a:xfrm>
      </p:grpSpPr>
      <p:pic>
        <p:nvPicPr>
          <p:cNvPr id="3562" name="Google Shape;3562;p49"/>
          <p:cNvPicPr preferRelativeResize="0"/>
          <p:nvPr/>
        </p:nvPicPr>
        <p:blipFill>
          <a:blip r:embed="rId3">
            <a:alphaModFix/>
          </a:blip>
          <a:stretch>
            <a:fillRect/>
          </a:stretch>
        </p:blipFill>
        <p:spPr>
          <a:xfrm>
            <a:off x="819720" y="245285"/>
            <a:ext cx="3149644" cy="4742250"/>
          </a:xfrm>
          <a:prstGeom prst="rect">
            <a:avLst/>
          </a:prstGeom>
          <a:noFill/>
          <a:ln>
            <a:noFill/>
          </a:ln>
        </p:spPr>
      </p:pic>
      <p:grpSp>
        <p:nvGrpSpPr>
          <p:cNvPr id="3563" name="Google Shape;3563;p49"/>
          <p:cNvGrpSpPr/>
          <p:nvPr/>
        </p:nvGrpSpPr>
        <p:grpSpPr>
          <a:xfrm rot="-9032416">
            <a:off x="386034" y="443202"/>
            <a:ext cx="3719398" cy="4848689"/>
            <a:chOff x="1813525" y="553675"/>
            <a:chExt cx="3693950" cy="4725975"/>
          </a:xfrm>
        </p:grpSpPr>
        <p:sp>
          <p:nvSpPr>
            <p:cNvPr id="3564" name="Google Shape;3564;p49"/>
            <p:cNvSpPr/>
            <p:nvPr/>
          </p:nvSpPr>
          <p:spPr>
            <a:xfrm>
              <a:off x="1813525" y="3045100"/>
              <a:ext cx="15750" cy="15250"/>
            </a:xfrm>
            <a:custGeom>
              <a:rect b="b" l="l" r="r" t="t"/>
              <a:pathLst>
                <a:path extrusionOk="0" h="610" w="630">
                  <a:moveTo>
                    <a:pt x="183" y="0"/>
                  </a:moveTo>
                  <a:cubicBezTo>
                    <a:pt x="180" y="0"/>
                    <a:pt x="184" y="7"/>
                    <a:pt x="197" y="20"/>
                  </a:cubicBezTo>
                  <a:cubicBezTo>
                    <a:pt x="1" y="104"/>
                    <a:pt x="450" y="497"/>
                    <a:pt x="506" y="610"/>
                  </a:cubicBezTo>
                  <a:cubicBezTo>
                    <a:pt x="630" y="338"/>
                    <a:pt x="209" y="0"/>
                    <a:pt x="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9"/>
            <p:cNvSpPr/>
            <p:nvPr/>
          </p:nvSpPr>
          <p:spPr>
            <a:xfrm>
              <a:off x="1852825" y="2956450"/>
              <a:ext cx="2850" cy="18275"/>
            </a:xfrm>
            <a:custGeom>
              <a:rect b="b" l="l" r="r" t="t"/>
              <a:pathLst>
                <a:path extrusionOk="0" h="731" w="114">
                  <a:moveTo>
                    <a:pt x="57" y="1"/>
                  </a:moveTo>
                  <a:lnTo>
                    <a:pt x="1" y="534"/>
                  </a:lnTo>
                  <a:lnTo>
                    <a:pt x="113" y="730"/>
                  </a:lnTo>
                  <a:lnTo>
                    <a:pt x="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9"/>
            <p:cNvSpPr/>
            <p:nvPr/>
          </p:nvSpPr>
          <p:spPr>
            <a:xfrm>
              <a:off x="1868975" y="2918700"/>
              <a:ext cx="37225" cy="41275"/>
            </a:xfrm>
            <a:custGeom>
              <a:rect b="b" l="l" r="r" t="t"/>
              <a:pathLst>
                <a:path extrusionOk="0" h="1651" w="1489">
                  <a:moveTo>
                    <a:pt x="1132" y="1"/>
                  </a:moveTo>
                  <a:cubicBezTo>
                    <a:pt x="670" y="1"/>
                    <a:pt x="739" y="963"/>
                    <a:pt x="225" y="1033"/>
                  </a:cubicBezTo>
                  <a:lnTo>
                    <a:pt x="1" y="921"/>
                  </a:lnTo>
                  <a:lnTo>
                    <a:pt x="366" y="1651"/>
                  </a:lnTo>
                  <a:cubicBezTo>
                    <a:pt x="759" y="1146"/>
                    <a:pt x="983" y="219"/>
                    <a:pt x="1489" y="135"/>
                  </a:cubicBezTo>
                  <a:cubicBezTo>
                    <a:pt x="1342" y="40"/>
                    <a:pt x="1226"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9"/>
            <p:cNvSpPr/>
            <p:nvPr/>
          </p:nvSpPr>
          <p:spPr>
            <a:xfrm>
              <a:off x="1962325" y="2930625"/>
              <a:ext cx="8450" cy="10400"/>
            </a:xfrm>
            <a:custGeom>
              <a:rect b="b" l="l" r="r" t="t"/>
              <a:pathLst>
                <a:path extrusionOk="0" h="416" w="338">
                  <a:moveTo>
                    <a:pt x="179" y="0"/>
                  </a:moveTo>
                  <a:lnTo>
                    <a:pt x="179" y="0"/>
                  </a:lnTo>
                  <a:cubicBezTo>
                    <a:pt x="174" y="0"/>
                    <a:pt x="158" y="99"/>
                    <a:pt x="1" y="388"/>
                  </a:cubicBezTo>
                  <a:cubicBezTo>
                    <a:pt x="29" y="388"/>
                    <a:pt x="85" y="416"/>
                    <a:pt x="113" y="416"/>
                  </a:cubicBezTo>
                  <a:cubicBezTo>
                    <a:pt x="169" y="332"/>
                    <a:pt x="253" y="276"/>
                    <a:pt x="337" y="247"/>
                  </a:cubicBezTo>
                  <a:cubicBezTo>
                    <a:pt x="173" y="128"/>
                    <a:pt x="184" y="0"/>
                    <a:pt x="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9"/>
            <p:cNvSpPr/>
            <p:nvPr/>
          </p:nvSpPr>
          <p:spPr>
            <a:xfrm>
              <a:off x="1963050" y="2941000"/>
              <a:ext cx="7375" cy="3275"/>
            </a:xfrm>
            <a:custGeom>
              <a:rect b="b" l="l" r="r" t="t"/>
              <a:pathLst>
                <a:path extrusionOk="0" h="131" w="295">
                  <a:moveTo>
                    <a:pt x="84" y="1"/>
                  </a:moveTo>
                  <a:lnTo>
                    <a:pt x="84" y="1"/>
                  </a:lnTo>
                  <a:cubicBezTo>
                    <a:pt x="1" y="96"/>
                    <a:pt x="53" y="131"/>
                    <a:pt x="114" y="131"/>
                  </a:cubicBezTo>
                  <a:cubicBezTo>
                    <a:pt x="196" y="131"/>
                    <a:pt x="295" y="66"/>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9"/>
            <p:cNvSpPr/>
            <p:nvPr/>
          </p:nvSpPr>
          <p:spPr>
            <a:xfrm>
              <a:off x="1986200" y="2912925"/>
              <a:ext cx="16850" cy="16175"/>
            </a:xfrm>
            <a:custGeom>
              <a:rect b="b" l="l" r="r" t="t"/>
              <a:pathLst>
                <a:path extrusionOk="0" h="647" w="674">
                  <a:moveTo>
                    <a:pt x="56" y="1"/>
                  </a:moveTo>
                  <a:lnTo>
                    <a:pt x="0" y="534"/>
                  </a:lnTo>
                  <a:cubicBezTo>
                    <a:pt x="51" y="563"/>
                    <a:pt x="108" y="572"/>
                    <a:pt x="166" y="572"/>
                  </a:cubicBezTo>
                  <a:cubicBezTo>
                    <a:pt x="249" y="572"/>
                    <a:pt x="333" y="554"/>
                    <a:pt x="396" y="554"/>
                  </a:cubicBezTo>
                  <a:cubicBezTo>
                    <a:pt x="462" y="554"/>
                    <a:pt x="505" y="573"/>
                    <a:pt x="505" y="647"/>
                  </a:cubicBezTo>
                  <a:cubicBezTo>
                    <a:pt x="674" y="254"/>
                    <a:pt x="449" y="141"/>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9"/>
            <p:cNvSpPr/>
            <p:nvPr/>
          </p:nvSpPr>
          <p:spPr>
            <a:xfrm>
              <a:off x="1979875" y="2893275"/>
              <a:ext cx="3500" cy="6950"/>
            </a:xfrm>
            <a:custGeom>
              <a:rect b="b" l="l" r="r" t="t"/>
              <a:pathLst>
                <a:path extrusionOk="0" h="278" w="140">
                  <a:moveTo>
                    <a:pt x="57" y="1"/>
                  </a:moveTo>
                  <a:lnTo>
                    <a:pt x="0" y="253"/>
                  </a:lnTo>
                  <a:cubicBezTo>
                    <a:pt x="30" y="268"/>
                    <a:pt x="56" y="277"/>
                    <a:pt x="75" y="277"/>
                  </a:cubicBezTo>
                  <a:cubicBezTo>
                    <a:pt x="131" y="277"/>
                    <a:pt x="139" y="208"/>
                    <a:pt x="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9"/>
            <p:cNvSpPr/>
            <p:nvPr/>
          </p:nvSpPr>
          <p:spPr>
            <a:xfrm>
              <a:off x="1974075" y="2896625"/>
              <a:ext cx="6525" cy="16325"/>
            </a:xfrm>
            <a:custGeom>
              <a:rect b="b" l="l" r="r" t="t"/>
              <a:pathLst>
                <a:path extrusionOk="0" h="653" w="261">
                  <a:moveTo>
                    <a:pt x="39" y="0"/>
                  </a:moveTo>
                  <a:cubicBezTo>
                    <a:pt x="1" y="0"/>
                    <a:pt x="22" y="77"/>
                    <a:pt x="176" y="344"/>
                  </a:cubicBezTo>
                  <a:cubicBezTo>
                    <a:pt x="130" y="275"/>
                    <a:pt x="105" y="246"/>
                    <a:pt x="93" y="246"/>
                  </a:cubicBezTo>
                  <a:cubicBezTo>
                    <a:pt x="63" y="246"/>
                    <a:pt x="128" y="449"/>
                    <a:pt x="148" y="653"/>
                  </a:cubicBezTo>
                  <a:lnTo>
                    <a:pt x="260" y="119"/>
                  </a:lnTo>
                  <a:cubicBezTo>
                    <a:pt x="176" y="77"/>
                    <a:pt x="78" y="0"/>
                    <a:pt x="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9"/>
            <p:cNvSpPr/>
            <p:nvPr/>
          </p:nvSpPr>
          <p:spPr>
            <a:xfrm>
              <a:off x="1948800" y="2903100"/>
              <a:ext cx="21975" cy="18650"/>
            </a:xfrm>
            <a:custGeom>
              <a:rect b="b" l="l" r="r" t="t"/>
              <a:pathLst>
                <a:path extrusionOk="0" h="746" w="879">
                  <a:moveTo>
                    <a:pt x="317" y="1"/>
                  </a:moveTo>
                  <a:cubicBezTo>
                    <a:pt x="1" y="410"/>
                    <a:pt x="141" y="745"/>
                    <a:pt x="410" y="745"/>
                  </a:cubicBezTo>
                  <a:cubicBezTo>
                    <a:pt x="547" y="745"/>
                    <a:pt x="717" y="658"/>
                    <a:pt x="878" y="450"/>
                  </a:cubicBezTo>
                  <a:cubicBezTo>
                    <a:pt x="798" y="450"/>
                    <a:pt x="720" y="455"/>
                    <a:pt x="649" y="455"/>
                  </a:cubicBezTo>
                  <a:cubicBezTo>
                    <a:pt x="426" y="455"/>
                    <a:pt x="274" y="406"/>
                    <a:pt x="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9"/>
            <p:cNvSpPr/>
            <p:nvPr/>
          </p:nvSpPr>
          <p:spPr>
            <a:xfrm>
              <a:off x="1880900" y="2900300"/>
              <a:ext cx="16175" cy="10550"/>
            </a:xfrm>
            <a:custGeom>
              <a:rect b="b" l="l" r="r" t="t"/>
              <a:pathLst>
                <a:path extrusionOk="0" h="422" w="647">
                  <a:moveTo>
                    <a:pt x="1" y="1"/>
                  </a:moveTo>
                  <a:lnTo>
                    <a:pt x="57" y="422"/>
                  </a:lnTo>
                  <a:cubicBezTo>
                    <a:pt x="57" y="197"/>
                    <a:pt x="647" y="225"/>
                    <a:pt x="422" y="29"/>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9"/>
            <p:cNvSpPr/>
            <p:nvPr/>
          </p:nvSpPr>
          <p:spPr>
            <a:xfrm>
              <a:off x="2022675" y="2868025"/>
              <a:ext cx="18975" cy="12650"/>
            </a:xfrm>
            <a:custGeom>
              <a:rect b="b" l="l" r="r" t="t"/>
              <a:pathLst>
                <a:path extrusionOk="0" h="506" w="759">
                  <a:moveTo>
                    <a:pt x="57" y="0"/>
                  </a:moveTo>
                  <a:lnTo>
                    <a:pt x="1" y="365"/>
                  </a:lnTo>
                  <a:cubicBezTo>
                    <a:pt x="97" y="365"/>
                    <a:pt x="204" y="350"/>
                    <a:pt x="314" y="350"/>
                  </a:cubicBezTo>
                  <a:cubicBezTo>
                    <a:pt x="458" y="350"/>
                    <a:pt x="607" y="376"/>
                    <a:pt x="749" y="497"/>
                  </a:cubicBezTo>
                  <a:lnTo>
                    <a:pt x="749" y="497"/>
                  </a:lnTo>
                  <a:cubicBezTo>
                    <a:pt x="527" y="304"/>
                    <a:pt x="278" y="138"/>
                    <a:pt x="57" y="0"/>
                  </a:cubicBezTo>
                  <a:close/>
                  <a:moveTo>
                    <a:pt x="749" y="497"/>
                  </a:moveTo>
                  <a:cubicBezTo>
                    <a:pt x="752" y="500"/>
                    <a:pt x="756" y="503"/>
                    <a:pt x="759" y="505"/>
                  </a:cubicBezTo>
                  <a:cubicBezTo>
                    <a:pt x="756" y="502"/>
                    <a:pt x="752" y="500"/>
                    <a:pt x="749" y="49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9"/>
            <p:cNvSpPr/>
            <p:nvPr/>
          </p:nvSpPr>
          <p:spPr>
            <a:xfrm>
              <a:off x="2017775" y="2853975"/>
              <a:ext cx="7750" cy="14075"/>
            </a:xfrm>
            <a:custGeom>
              <a:rect b="b" l="l" r="r" t="t"/>
              <a:pathLst>
                <a:path extrusionOk="0" h="563" w="310">
                  <a:moveTo>
                    <a:pt x="309" y="1"/>
                  </a:moveTo>
                  <a:lnTo>
                    <a:pt x="309" y="1"/>
                  </a:lnTo>
                  <a:cubicBezTo>
                    <a:pt x="0" y="225"/>
                    <a:pt x="85" y="394"/>
                    <a:pt x="253" y="562"/>
                  </a:cubicBezTo>
                  <a:lnTo>
                    <a:pt x="3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9"/>
            <p:cNvSpPr/>
            <p:nvPr/>
          </p:nvSpPr>
          <p:spPr>
            <a:xfrm>
              <a:off x="1963725" y="2869425"/>
              <a:ext cx="2825" cy="28800"/>
            </a:xfrm>
            <a:custGeom>
              <a:rect b="b" l="l" r="r" t="t"/>
              <a:pathLst>
                <a:path extrusionOk="0" h="1152" w="113">
                  <a:moveTo>
                    <a:pt x="113" y="0"/>
                  </a:moveTo>
                  <a:lnTo>
                    <a:pt x="1" y="84"/>
                  </a:lnTo>
                  <a:lnTo>
                    <a:pt x="1" y="1151"/>
                  </a:lnTo>
                  <a:lnTo>
                    <a:pt x="1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9"/>
            <p:cNvSpPr/>
            <p:nvPr/>
          </p:nvSpPr>
          <p:spPr>
            <a:xfrm>
              <a:off x="2071825" y="2844150"/>
              <a:ext cx="4925" cy="21775"/>
            </a:xfrm>
            <a:custGeom>
              <a:rect b="b" l="l" r="r" t="t"/>
              <a:pathLst>
                <a:path extrusionOk="0" h="871" w="197">
                  <a:moveTo>
                    <a:pt x="0" y="1"/>
                  </a:moveTo>
                  <a:lnTo>
                    <a:pt x="28" y="337"/>
                  </a:lnTo>
                  <a:lnTo>
                    <a:pt x="197" y="87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9"/>
            <p:cNvSpPr/>
            <p:nvPr/>
          </p:nvSpPr>
          <p:spPr>
            <a:xfrm>
              <a:off x="2091475" y="2820300"/>
              <a:ext cx="21775" cy="27375"/>
            </a:xfrm>
            <a:custGeom>
              <a:rect b="b" l="l" r="r" t="t"/>
              <a:pathLst>
                <a:path extrusionOk="0" h="1095" w="871">
                  <a:moveTo>
                    <a:pt x="758" y="0"/>
                  </a:moveTo>
                  <a:lnTo>
                    <a:pt x="758" y="0"/>
                  </a:lnTo>
                  <a:cubicBezTo>
                    <a:pt x="702" y="309"/>
                    <a:pt x="478" y="449"/>
                    <a:pt x="0" y="449"/>
                  </a:cubicBezTo>
                  <a:cubicBezTo>
                    <a:pt x="141" y="870"/>
                    <a:pt x="646" y="758"/>
                    <a:pt x="702" y="1095"/>
                  </a:cubicBezTo>
                  <a:cubicBezTo>
                    <a:pt x="871" y="814"/>
                    <a:pt x="814" y="393"/>
                    <a:pt x="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9"/>
            <p:cNvSpPr/>
            <p:nvPr/>
          </p:nvSpPr>
          <p:spPr>
            <a:xfrm>
              <a:off x="2109025" y="2805550"/>
              <a:ext cx="2125" cy="14775"/>
            </a:xfrm>
            <a:custGeom>
              <a:rect b="b" l="l" r="r" t="t"/>
              <a:pathLst>
                <a:path extrusionOk="0" h="591" w="85">
                  <a:moveTo>
                    <a:pt x="0" y="0"/>
                  </a:moveTo>
                  <a:cubicBezTo>
                    <a:pt x="0" y="197"/>
                    <a:pt x="0" y="394"/>
                    <a:pt x="56" y="590"/>
                  </a:cubicBezTo>
                  <a:cubicBezTo>
                    <a:pt x="84" y="394"/>
                    <a:pt x="56" y="16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9"/>
            <p:cNvSpPr/>
            <p:nvPr/>
          </p:nvSpPr>
          <p:spPr>
            <a:xfrm>
              <a:off x="2041625" y="2839950"/>
              <a:ext cx="16175" cy="8450"/>
            </a:xfrm>
            <a:custGeom>
              <a:rect b="b" l="l" r="r" t="t"/>
              <a:pathLst>
                <a:path extrusionOk="0" h="338" w="647">
                  <a:moveTo>
                    <a:pt x="113" y="0"/>
                  </a:moveTo>
                  <a:lnTo>
                    <a:pt x="1" y="112"/>
                  </a:lnTo>
                  <a:cubicBezTo>
                    <a:pt x="169" y="281"/>
                    <a:pt x="422" y="337"/>
                    <a:pt x="647" y="337"/>
                  </a:cubicBezTo>
                  <a:lnTo>
                    <a:pt x="1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9"/>
            <p:cNvSpPr/>
            <p:nvPr/>
          </p:nvSpPr>
          <p:spPr>
            <a:xfrm>
              <a:off x="2044450" y="2834325"/>
              <a:ext cx="7750" cy="5650"/>
            </a:xfrm>
            <a:custGeom>
              <a:rect b="b" l="l" r="r" t="t"/>
              <a:pathLst>
                <a:path extrusionOk="0" h="226" w="310">
                  <a:moveTo>
                    <a:pt x="309" y="1"/>
                  </a:moveTo>
                  <a:lnTo>
                    <a:pt x="309" y="1"/>
                  </a:lnTo>
                  <a:cubicBezTo>
                    <a:pt x="278" y="16"/>
                    <a:pt x="238" y="49"/>
                    <a:pt x="180" y="95"/>
                  </a:cubicBezTo>
                  <a:lnTo>
                    <a:pt x="180" y="95"/>
                  </a:lnTo>
                  <a:lnTo>
                    <a:pt x="309" y="1"/>
                  </a:lnTo>
                  <a:close/>
                  <a:moveTo>
                    <a:pt x="180" y="95"/>
                  </a:moveTo>
                  <a:lnTo>
                    <a:pt x="0" y="225"/>
                  </a:lnTo>
                  <a:cubicBezTo>
                    <a:pt x="75" y="175"/>
                    <a:pt x="133" y="131"/>
                    <a:pt x="180" y="9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9"/>
            <p:cNvSpPr/>
            <p:nvPr/>
          </p:nvSpPr>
          <p:spPr>
            <a:xfrm>
              <a:off x="2040225" y="2842475"/>
              <a:ext cx="1425" cy="1700"/>
            </a:xfrm>
            <a:custGeom>
              <a:rect b="b" l="l" r="r" t="t"/>
              <a:pathLst>
                <a:path extrusionOk="0" h="68" w="57">
                  <a:moveTo>
                    <a:pt x="10" y="0"/>
                  </a:moveTo>
                  <a:cubicBezTo>
                    <a:pt x="1" y="0"/>
                    <a:pt x="1" y="21"/>
                    <a:pt x="1" y="68"/>
                  </a:cubicBezTo>
                  <a:lnTo>
                    <a:pt x="57" y="40"/>
                  </a:lnTo>
                  <a:cubicBezTo>
                    <a:pt x="32" y="14"/>
                    <a:pt x="18" y="0"/>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9"/>
            <p:cNvSpPr/>
            <p:nvPr/>
          </p:nvSpPr>
          <p:spPr>
            <a:xfrm>
              <a:off x="1978475" y="2835725"/>
              <a:ext cx="18275" cy="26700"/>
            </a:xfrm>
            <a:custGeom>
              <a:rect b="b" l="l" r="r" t="t"/>
              <a:pathLst>
                <a:path extrusionOk="0" h="1068" w="731">
                  <a:moveTo>
                    <a:pt x="0" y="1"/>
                  </a:moveTo>
                  <a:cubicBezTo>
                    <a:pt x="169" y="422"/>
                    <a:pt x="562" y="422"/>
                    <a:pt x="618" y="1068"/>
                  </a:cubicBezTo>
                  <a:cubicBezTo>
                    <a:pt x="590" y="646"/>
                    <a:pt x="73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9"/>
            <p:cNvSpPr/>
            <p:nvPr/>
          </p:nvSpPr>
          <p:spPr>
            <a:xfrm>
              <a:off x="2012850" y="2833625"/>
              <a:ext cx="10575" cy="16175"/>
            </a:xfrm>
            <a:custGeom>
              <a:rect b="b" l="l" r="r" t="t"/>
              <a:pathLst>
                <a:path extrusionOk="0" h="647" w="423">
                  <a:moveTo>
                    <a:pt x="422" y="0"/>
                  </a:moveTo>
                  <a:lnTo>
                    <a:pt x="1" y="225"/>
                  </a:lnTo>
                  <a:cubicBezTo>
                    <a:pt x="113" y="337"/>
                    <a:pt x="338" y="450"/>
                    <a:pt x="338" y="646"/>
                  </a:cubicBezTo>
                  <a:lnTo>
                    <a:pt x="4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9"/>
            <p:cNvSpPr/>
            <p:nvPr/>
          </p:nvSpPr>
          <p:spPr>
            <a:xfrm>
              <a:off x="2023400" y="2826600"/>
              <a:ext cx="4225" cy="7050"/>
            </a:xfrm>
            <a:custGeom>
              <a:rect b="b" l="l" r="r" t="t"/>
              <a:pathLst>
                <a:path extrusionOk="0" h="282" w="169">
                  <a:moveTo>
                    <a:pt x="56" y="1"/>
                  </a:moveTo>
                  <a:lnTo>
                    <a:pt x="0" y="281"/>
                  </a:lnTo>
                  <a:lnTo>
                    <a:pt x="168" y="197"/>
                  </a:lnTo>
                  <a:lnTo>
                    <a:pt x="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9"/>
            <p:cNvSpPr/>
            <p:nvPr/>
          </p:nvSpPr>
          <p:spPr>
            <a:xfrm>
              <a:off x="2073925" y="2791500"/>
              <a:ext cx="17575" cy="19450"/>
            </a:xfrm>
            <a:custGeom>
              <a:rect b="b" l="l" r="r" t="t"/>
              <a:pathLst>
                <a:path extrusionOk="0" h="778" w="703">
                  <a:moveTo>
                    <a:pt x="702" y="1"/>
                  </a:moveTo>
                  <a:lnTo>
                    <a:pt x="702" y="1"/>
                  </a:lnTo>
                  <a:cubicBezTo>
                    <a:pt x="450" y="85"/>
                    <a:pt x="197" y="226"/>
                    <a:pt x="0" y="422"/>
                  </a:cubicBezTo>
                  <a:cubicBezTo>
                    <a:pt x="86" y="551"/>
                    <a:pt x="188" y="778"/>
                    <a:pt x="319" y="778"/>
                  </a:cubicBezTo>
                  <a:cubicBezTo>
                    <a:pt x="360" y="778"/>
                    <a:pt x="403" y="756"/>
                    <a:pt x="450" y="703"/>
                  </a:cubicBezTo>
                  <a:cubicBezTo>
                    <a:pt x="422" y="422"/>
                    <a:pt x="534" y="169"/>
                    <a:pt x="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9"/>
            <p:cNvSpPr/>
            <p:nvPr/>
          </p:nvSpPr>
          <p:spPr>
            <a:xfrm>
              <a:off x="2063075" y="2821425"/>
              <a:ext cx="1050" cy="1700"/>
            </a:xfrm>
            <a:custGeom>
              <a:rect b="b" l="l" r="r" t="t"/>
              <a:pathLst>
                <a:path extrusionOk="0" h="68" w="42">
                  <a:moveTo>
                    <a:pt x="20" y="0"/>
                  </a:moveTo>
                  <a:cubicBezTo>
                    <a:pt x="4" y="0"/>
                    <a:pt x="0" y="26"/>
                    <a:pt x="41" y="67"/>
                  </a:cubicBezTo>
                  <a:cubicBezTo>
                    <a:pt x="41" y="39"/>
                    <a:pt x="41" y="39"/>
                    <a:pt x="41" y="11"/>
                  </a:cubicBezTo>
                  <a:cubicBezTo>
                    <a:pt x="34" y="4"/>
                    <a:pt x="26" y="0"/>
                    <a:pt x="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9"/>
            <p:cNvSpPr/>
            <p:nvPr/>
          </p:nvSpPr>
          <p:spPr>
            <a:xfrm>
              <a:off x="2133575" y="2748000"/>
              <a:ext cx="2125" cy="2125"/>
            </a:xfrm>
            <a:custGeom>
              <a:rect b="b" l="l" r="r" t="t"/>
              <a:pathLst>
                <a:path extrusionOk="0" h="85" w="85">
                  <a:moveTo>
                    <a:pt x="1" y="0"/>
                  </a:moveTo>
                  <a:lnTo>
                    <a:pt x="57" y="85"/>
                  </a:lnTo>
                  <a:lnTo>
                    <a:pt x="85" y="56"/>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9"/>
            <p:cNvSpPr/>
            <p:nvPr/>
          </p:nvSpPr>
          <p:spPr>
            <a:xfrm>
              <a:off x="2065500" y="2799900"/>
              <a:ext cx="8450" cy="12700"/>
            </a:xfrm>
            <a:custGeom>
              <a:rect b="b" l="l" r="r" t="t"/>
              <a:pathLst>
                <a:path extrusionOk="0" h="508" w="338">
                  <a:moveTo>
                    <a:pt x="263" y="1"/>
                  </a:moveTo>
                  <a:cubicBezTo>
                    <a:pt x="249" y="1"/>
                    <a:pt x="235" y="10"/>
                    <a:pt x="225" y="30"/>
                  </a:cubicBezTo>
                  <a:cubicBezTo>
                    <a:pt x="0" y="86"/>
                    <a:pt x="29" y="283"/>
                    <a:pt x="57" y="507"/>
                  </a:cubicBezTo>
                  <a:cubicBezTo>
                    <a:pt x="141" y="339"/>
                    <a:pt x="225" y="198"/>
                    <a:pt x="337" y="86"/>
                  </a:cubicBezTo>
                  <a:cubicBezTo>
                    <a:pt x="319" y="32"/>
                    <a:pt x="289" y="1"/>
                    <a:pt x="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9"/>
            <p:cNvSpPr/>
            <p:nvPr/>
          </p:nvSpPr>
          <p:spPr>
            <a:xfrm>
              <a:off x="2104800" y="2788000"/>
              <a:ext cx="12900" cy="2175"/>
            </a:xfrm>
            <a:custGeom>
              <a:rect b="b" l="l" r="r" t="t"/>
              <a:pathLst>
                <a:path extrusionOk="0" h="87" w="516">
                  <a:moveTo>
                    <a:pt x="1" y="1"/>
                  </a:moveTo>
                  <a:cubicBezTo>
                    <a:pt x="126" y="48"/>
                    <a:pt x="287" y="86"/>
                    <a:pt x="390" y="86"/>
                  </a:cubicBezTo>
                  <a:cubicBezTo>
                    <a:pt x="470" y="86"/>
                    <a:pt x="515" y="62"/>
                    <a:pt x="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9"/>
            <p:cNvSpPr/>
            <p:nvPr/>
          </p:nvSpPr>
          <p:spPr>
            <a:xfrm>
              <a:off x="2069000" y="2823800"/>
              <a:ext cx="2275" cy="1325"/>
            </a:xfrm>
            <a:custGeom>
              <a:rect b="b" l="l" r="r" t="t"/>
              <a:pathLst>
                <a:path extrusionOk="0" h="53" w="91">
                  <a:moveTo>
                    <a:pt x="1" y="0"/>
                  </a:moveTo>
                  <a:cubicBezTo>
                    <a:pt x="1" y="0"/>
                    <a:pt x="1" y="28"/>
                    <a:pt x="1" y="28"/>
                  </a:cubicBezTo>
                  <a:cubicBezTo>
                    <a:pt x="36" y="46"/>
                    <a:pt x="57" y="53"/>
                    <a:pt x="67" y="53"/>
                  </a:cubicBezTo>
                  <a:cubicBezTo>
                    <a:pt x="90" y="53"/>
                    <a:pt x="59" y="2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9"/>
            <p:cNvSpPr/>
            <p:nvPr/>
          </p:nvSpPr>
          <p:spPr>
            <a:xfrm>
              <a:off x="2064800" y="2812575"/>
              <a:ext cx="4225" cy="11250"/>
            </a:xfrm>
            <a:custGeom>
              <a:rect b="b" l="l" r="r" t="t"/>
              <a:pathLst>
                <a:path extrusionOk="0" h="450" w="169">
                  <a:moveTo>
                    <a:pt x="85" y="0"/>
                  </a:moveTo>
                  <a:cubicBezTo>
                    <a:pt x="28" y="113"/>
                    <a:pt x="0" y="225"/>
                    <a:pt x="0" y="365"/>
                  </a:cubicBezTo>
                  <a:cubicBezTo>
                    <a:pt x="57" y="393"/>
                    <a:pt x="113" y="421"/>
                    <a:pt x="169" y="449"/>
                  </a:cubicBezTo>
                  <a:cubicBezTo>
                    <a:pt x="169" y="281"/>
                    <a:pt x="141" y="141"/>
                    <a:pt x="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9"/>
            <p:cNvSpPr/>
            <p:nvPr/>
          </p:nvSpPr>
          <p:spPr>
            <a:xfrm>
              <a:off x="2071125" y="2662375"/>
              <a:ext cx="62475" cy="85650"/>
            </a:xfrm>
            <a:custGeom>
              <a:rect b="b" l="l" r="r" t="t"/>
              <a:pathLst>
                <a:path extrusionOk="0" h="3426" w="2499">
                  <a:moveTo>
                    <a:pt x="955" y="0"/>
                  </a:moveTo>
                  <a:lnTo>
                    <a:pt x="814" y="646"/>
                  </a:lnTo>
                  <a:cubicBezTo>
                    <a:pt x="674" y="506"/>
                    <a:pt x="646" y="197"/>
                    <a:pt x="449" y="197"/>
                  </a:cubicBezTo>
                  <a:cubicBezTo>
                    <a:pt x="763" y="588"/>
                    <a:pt x="785" y="1247"/>
                    <a:pt x="176" y="1247"/>
                  </a:cubicBezTo>
                  <a:cubicBezTo>
                    <a:pt x="131" y="1247"/>
                    <a:pt x="81" y="1243"/>
                    <a:pt x="28" y="1236"/>
                  </a:cubicBezTo>
                  <a:lnTo>
                    <a:pt x="28" y="1236"/>
                  </a:lnTo>
                  <a:cubicBezTo>
                    <a:pt x="0" y="1853"/>
                    <a:pt x="1488" y="2976"/>
                    <a:pt x="2499" y="3425"/>
                  </a:cubicBezTo>
                  <a:cubicBezTo>
                    <a:pt x="2246" y="3201"/>
                    <a:pt x="2162" y="2836"/>
                    <a:pt x="2274" y="2527"/>
                  </a:cubicBezTo>
                  <a:cubicBezTo>
                    <a:pt x="2215" y="2505"/>
                    <a:pt x="2133" y="2499"/>
                    <a:pt x="2040" y="2499"/>
                  </a:cubicBezTo>
                  <a:cubicBezTo>
                    <a:pt x="1924" y="2499"/>
                    <a:pt x="1790" y="2509"/>
                    <a:pt x="1657" y="2509"/>
                  </a:cubicBezTo>
                  <a:cubicBezTo>
                    <a:pt x="1341" y="2509"/>
                    <a:pt x="1031" y="2457"/>
                    <a:pt x="983" y="2106"/>
                  </a:cubicBezTo>
                  <a:cubicBezTo>
                    <a:pt x="1077" y="1836"/>
                    <a:pt x="1180" y="1757"/>
                    <a:pt x="1300" y="1757"/>
                  </a:cubicBezTo>
                  <a:cubicBezTo>
                    <a:pt x="1467" y="1757"/>
                    <a:pt x="1664" y="1909"/>
                    <a:pt x="1909" y="1909"/>
                  </a:cubicBezTo>
                  <a:cubicBezTo>
                    <a:pt x="1235" y="1572"/>
                    <a:pt x="1741" y="646"/>
                    <a:pt x="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9"/>
            <p:cNvSpPr/>
            <p:nvPr/>
          </p:nvSpPr>
          <p:spPr>
            <a:xfrm>
              <a:off x="2113925" y="2750100"/>
              <a:ext cx="26700" cy="18275"/>
            </a:xfrm>
            <a:custGeom>
              <a:rect b="b" l="l" r="r" t="t"/>
              <a:pathLst>
                <a:path extrusionOk="0" h="731" w="1068">
                  <a:moveTo>
                    <a:pt x="843" y="1"/>
                  </a:moveTo>
                  <a:lnTo>
                    <a:pt x="113" y="590"/>
                  </a:lnTo>
                  <a:lnTo>
                    <a:pt x="113" y="478"/>
                  </a:lnTo>
                  <a:lnTo>
                    <a:pt x="1" y="646"/>
                  </a:lnTo>
                  <a:cubicBezTo>
                    <a:pt x="113" y="628"/>
                    <a:pt x="228" y="618"/>
                    <a:pt x="344" y="618"/>
                  </a:cubicBezTo>
                  <a:cubicBezTo>
                    <a:pt x="575" y="618"/>
                    <a:pt x="805" y="656"/>
                    <a:pt x="1011" y="731"/>
                  </a:cubicBezTo>
                  <a:cubicBezTo>
                    <a:pt x="1067" y="478"/>
                    <a:pt x="1011" y="197"/>
                    <a:pt x="8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9"/>
            <p:cNvSpPr/>
            <p:nvPr/>
          </p:nvSpPr>
          <p:spPr>
            <a:xfrm>
              <a:off x="2069000" y="2748700"/>
              <a:ext cx="44950" cy="42825"/>
            </a:xfrm>
            <a:custGeom>
              <a:rect b="b" l="l" r="r" t="t"/>
              <a:pathLst>
                <a:path extrusionOk="0" h="1713" w="1798">
                  <a:moveTo>
                    <a:pt x="1334" y="1286"/>
                  </a:moveTo>
                  <a:cubicBezTo>
                    <a:pt x="1435" y="1286"/>
                    <a:pt x="1343" y="1428"/>
                    <a:pt x="1320" y="1516"/>
                  </a:cubicBezTo>
                  <a:lnTo>
                    <a:pt x="1361" y="1557"/>
                  </a:lnTo>
                  <a:lnTo>
                    <a:pt x="1361" y="1557"/>
                  </a:lnTo>
                  <a:cubicBezTo>
                    <a:pt x="1303" y="1535"/>
                    <a:pt x="1275" y="1516"/>
                    <a:pt x="1320" y="1516"/>
                  </a:cubicBezTo>
                  <a:cubicBezTo>
                    <a:pt x="1292" y="1432"/>
                    <a:pt x="1236" y="1376"/>
                    <a:pt x="1208" y="1320"/>
                  </a:cubicBezTo>
                  <a:cubicBezTo>
                    <a:pt x="1267" y="1296"/>
                    <a:pt x="1307" y="1286"/>
                    <a:pt x="1334" y="1286"/>
                  </a:cubicBezTo>
                  <a:close/>
                  <a:moveTo>
                    <a:pt x="394" y="0"/>
                  </a:moveTo>
                  <a:lnTo>
                    <a:pt x="394" y="0"/>
                  </a:lnTo>
                  <a:cubicBezTo>
                    <a:pt x="1" y="393"/>
                    <a:pt x="450" y="618"/>
                    <a:pt x="394" y="1039"/>
                  </a:cubicBezTo>
                  <a:cubicBezTo>
                    <a:pt x="525" y="860"/>
                    <a:pt x="593" y="794"/>
                    <a:pt x="632" y="794"/>
                  </a:cubicBezTo>
                  <a:cubicBezTo>
                    <a:pt x="739" y="794"/>
                    <a:pt x="625" y="1287"/>
                    <a:pt x="976" y="1287"/>
                  </a:cubicBezTo>
                  <a:cubicBezTo>
                    <a:pt x="1018" y="1287"/>
                    <a:pt x="1067" y="1280"/>
                    <a:pt x="1124" y="1264"/>
                  </a:cubicBezTo>
                  <a:lnTo>
                    <a:pt x="1124" y="1264"/>
                  </a:lnTo>
                  <a:cubicBezTo>
                    <a:pt x="1096" y="1404"/>
                    <a:pt x="1012" y="1573"/>
                    <a:pt x="899" y="1713"/>
                  </a:cubicBezTo>
                  <a:cubicBezTo>
                    <a:pt x="1068" y="1629"/>
                    <a:pt x="1264" y="1601"/>
                    <a:pt x="1433" y="1573"/>
                  </a:cubicBezTo>
                  <a:lnTo>
                    <a:pt x="1405" y="1573"/>
                  </a:lnTo>
                  <a:cubicBezTo>
                    <a:pt x="1396" y="1570"/>
                    <a:pt x="1388" y="1567"/>
                    <a:pt x="1381" y="1564"/>
                  </a:cubicBezTo>
                  <a:lnTo>
                    <a:pt x="1381" y="1564"/>
                  </a:lnTo>
                  <a:lnTo>
                    <a:pt x="1798" y="702"/>
                  </a:lnTo>
                  <a:lnTo>
                    <a:pt x="1798" y="702"/>
                  </a:lnTo>
                  <a:cubicBezTo>
                    <a:pt x="1601" y="787"/>
                    <a:pt x="1461" y="955"/>
                    <a:pt x="1208" y="1292"/>
                  </a:cubicBezTo>
                  <a:cubicBezTo>
                    <a:pt x="899" y="758"/>
                    <a:pt x="1040" y="253"/>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9"/>
            <p:cNvSpPr/>
            <p:nvPr/>
          </p:nvSpPr>
          <p:spPr>
            <a:xfrm>
              <a:off x="1965125" y="2802875"/>
              <a:ext cx="2850" cy="2700"/>
            </a:xfrm>
            <a:custGeom>
              <a:rect b="b" l="l" r="r" t="t"/>
              <a:pathLst>
                <a:path extrusionOk="0" h="108" w="114">
                  <a:moveTo>
                    <a:pt x="59" y="1"/>
                  </a:moveTo>
                  <a:cubicBezTo>
                    <a:pt x="43" y="1"/>
                    <a:pt x="24" y="8"/>
                    <a:pt x="1" y="23"/>
                  </a:cubicBezTo>
                  <a:cubicBezTo>
                    <a:pt x="57" y="51"/>
                    <a:pt x="85" y="79"/>
                    <a:pt x="113" y="107"/>
                  </a:cubicBezTo>
                  <a:cubicBezTo>
                    <a:pt x="113" y="47"/>
                    <a:pt x="99" y="1"/>
                    <a:pt x="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9"/>
            <p:cNvSpPr/>
            <p:nvPr/>
          </p:nvSpPr>
          <p:spPr>
            <a:xfrm>
              <a:off x="1967400" y="2804150"/>
              <a:ext cx="44075" cy="18975"/>
            </a:xfrm>
            <a:custGeom>
              <a:rect b="b" l="l" r="r" t="t"/>
              <a:pathLst>
                <a:path extrusionOk="0" h="759" w="1763">
                  <a:moveTo>
                    <a:pt x="443" y="0"/>
                  </a:moveTo>
                  <a:cubicBezTo>
                    <a:pt x="443" y="113"/>
                    <a:pt x="584" y="309"/>
                    <a:pt x="387" y="421"/>
                  </a:cubicBezTo>
                  <a:cubicBezTo>
                    <a:pt x="134" y="421"/>
                    <a:pt x="191" y="197"/>
                    <a:pt x="22" y="56"/>
                  </a:cubicBezTo>
                  <a:lnTo>
                    <a:pt x="22" y="56"/>
                  </a:lnTo>
                  <a:cubicBezTo>
                    <a:pt x="48" y="241"/>
                    <a:pt x="1" y="623"/>
                    <a:pt x="412" y="623"/>
                  </a:cubicBezTo>
                  <a:cubicBezTo>
                    <a:pt x="439" y="623"/>
                    <a:pt x="468" y="621"/>
                    <a:pt x="499" y="618"/>
                  </a:cubicBezTo>
                  <a:lnTo>
                    <a:pt x="499" y="506"/>
                  </a:lnTo>
                  <a:cubicBezTo>
                    <a:pt x="554" y="494"/>
                    <a:pt x="618" y="489"/>
                    <a:pt x="688" y="489"/>
                  </a:cubicBezTo>
                  <a:cubicBezTo>
                    <a:pt x="1029" y="489"/>
                    <a:pt x="1503" y="612"/>
                    <a:pt x="1687" y="700"/>
                  </a:cubicBezTo>
                  <a:lnTo>
                    <a:pt x="1687" y="700"/>
                  </a:lnTo>
                  <a:cubicBezTo>
                    <a:pt x="1312" y="417"/>
                    <a:pt x="890" y="184"/>
                    <a:pt x="443" y="0"/>
                  </a:cubicBezTo>
                  <a:close/>
                  <a:moveTo>
                    <a:pt x="1687" y="700"/>
                  </a:moveTo>
                  <a:lnTo>
                    <a:pt x="1687" y="700"/>
                  </a:lnTo>
                  <a:cubicBezTo>
                    <a:pt x="1712" y="719"/>
                    <a:pt x="1738" y="739"/>
                    <a:pt x="1763" y="758"/>
                  </a:cubicBezTo>
                  <a:cubicBezTo>
                    <a:pt x="1763" y="743"/>
                    <a:pt x="1735" y="723"/>
                    <a:pt x="1687" y="70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9"/>
            <p:cNvSpPr/>
            <p:nvPr/>
          </p:nvSpPr>
          <p:spPr>
            <a:xfrm>
              <a:off x="2024800" y="2768350"/>
              <a:ext cx="20375" cy="21075"/>
            </a:xfrm>
            <a:custGeom>
              <a:rect b="b" l="l" r="r" t="t"/>
              <a:pathLst>
                <a:path extrusionOk="0" h="843" w="815">
                  <a:moveTo>
                    <a:pt x="197" y="1"/>
                  </a:moveTo>
                  <a:lnTo>
                    <a:pt x="421" y="225"/>
                  </a:lnTo>
                  <a:cubicBezTo>
                    <a:pt x="0" y="422"/>
                    <a:pt x="337" y="646"/>
                    <a:pt x="477" y="843"/>
                  </a:cubicBezTo>
                  <a:lnTo>
                    <a:pt x="814" y="113"/>
                  </a:lnTo>
                  <a:lnTo>
                    <a:pt x="1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9"/>
            <p:cNvSpPr/>
            <p:nvPr/>
          </p:nvSpPr>
          <p:spPr>
            <a:xfrm>
              <a:off x="2142700" y="2742375"/>
              <a:ext cx="9150" cy="23900"/>
            </a:xfrm>
            <a:custGeom>
              <a:rect b="b" l="l" r="r" t="t"/>
              <a:pathLst>
                <a:path extrusionOk="0" h="956" w="366">
                  <a:moveTo>
                    <a:pt x="57" y="1"/>
                  </a:moveTo>
                  <a:lnTo>
                    <a:pt x="1" y="422"/>
                  </a:lnTo>
                  <a:lnTo>
                    <a:pt x="366" y="955"/>
                  </a:lnTo>
                  <a:lnTo>
                    <a:pt x="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9"/>
            <p:cNvSpPr/>
            <p:nvPr/>
          </p:nvSpPr>
          <p:spPr>
            <a:xfrm>
              <a:off x="2158850" y="2734650"/>
              <a:ext cx="9150" cy="10575"/>
            </a:xfrm>
            <a:custGeom>
              <a:rect b="b" l="l" r="r" t="t"/>
              <a:pathLst>
                <a:path extrusionOk="0" h="423" w="366">
                  <a:moveTo>
                    <a:pt x="0" y="1"/>
                  </a:moveTo>
                  <a:lnTo>
                    <a:pt x="365" y="422"/>
                  </a:lnTo>
                  <a:lnTo>
                    <a:pt x="3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9"/>
            <p:cNvSpPr/>
            <p:nvPr/>
          </p:nvSpPr>
          <p:spPr>
            <a:xfrm>
              <a:off x="2923175" y="1591325"/>
              <a:ext cx="25" cy="7025"/>
            </a:xfrm>
            <a:custGeom>
              <a:rect b="b" l="l" r="r" t="t"/>
              <a:pathLst>
                <a:path extrusionOk="0" h="281" w="1">
                  <a:moveTo>
                    <a:pt x="1" y="281"/>
                  </a:moveTo>
                  <a:lnTo>
                    <a:pt x="1" y="0"/>
                  </a:lnTo>
                  <a:cubicBezTo>
                    <a:pt x="1" y="84"/>
                    <a:pt x="1" y="169"/>
                    <a:pt x="1" y="28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9"/>
            <p:cNvSpPr/>
            <p:nvPr/>
          </p:nvSpPr>
          <p:spPr>
            <a:xfrm>
              <a:off x="2900025" y="1628375"/>
              <a:ext cx="4925" cy="5075"/>
            </a:xfrm>
            <a:custGeom>
              <a:rect b="b" l="l" r="r" t="t"/>
              <a:pathLst>
                <a:path extrusionOk="0" h="203" w="197">
                  <a:moveTo>
                    <a:pt x="14" y="1"/>
                  </a:moveTo>
                  <a:cubicBezTo>
                    <a:pt x="8" y="1"/>
                    <a:pt x="4" y="2"/>
                    <a:pt x="0" y="6"/>
                  </a:cubicBezTo>
                  <a:lnTo>
                    <a:pt x="197" y="203"/>
                  </a:lnTo>
                  <a:cubicBezTo>
                    <a:pt x="123" y="80"/>
                    <a:pt x="50" y="1"/>
                    <a:pt x="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9"/>
            <p:cNvSpPr/>
            <p:nvPr/>
          </p:nvSpPr>
          <p:spPr>
            <a:xfrm>
              <a:off x="2570850" y="2292475"/>
              <a:ext cx="28450" cy="13525"/>
            </a:xfrm>
            <a:custGeom>
              <a:rect b="b" l="l" r="r" t="t"/>
              <a:pathLst>
                <a:path extrusionOk="0" h="541" w="1138">
                  <a:moveTo>
                    <a:pt x="421" y="1"/>
                  </a:moveTo>
                  <a:cubicBezTo>
                    <a:pt x="365" y="197"/>
                    <a:pt x="197" y="338"/>
                    <a:pt x="0" y="338"/>
                  </a:cubicBezTo>
                  <a:cubicBezTo>
                    <a:pt x="364" y="407"/>
                    <a:pt x="823" y="540"/>
                    <a:pt x="1010" y="540"/>
                  </a:cubicBezTo>
                  <a:cubicBezTo>
                    <a:pt x="1127" y="540"/>
                    <a:pt x="1138" y="489"/>
                    <a:pt x="955" y="338"/>
                  </a:cubicBezTo>
                  <a:lnTo>
                    <a:pt x="4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9"/>
            <p:cNvSpPr/>
            <p:nvPr/>
          </p:nvSpPr>
          <p:spPr>
            <a:xfrm>
              <a:off x="2760350" y="1931025"/>
              <a:ext cx="7750" cy="13350"/>
            </a:xfrm>
            <a:custGeom>
              <a:rect b="b" l="l" r="r" t="t"/>
              <a:pathLst>
                <a:path extrusionOk="0" h="534" w="310">
                  <a:moveTo>
                    <a:pt x="0" y="0"/>
                  </a:moveTo>
                  <a:lnTo>
                    <a:pt x="309" y="534"/>
                  </a:lnTo>
                  <a:cubicBezTo>
                    <a:pt x="281" y="393"/>
                    <a:pt x="253" y="225"/>
                    <a:pt x="197" y="28"/>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9"/>
            <p:cNvSpPr/>
            <p:nvPr/>
          </p:nvSpPr>
          <p:spPr>
            <a:xfrm>
              <a:off x="2719650" y="1886100"/>
              <a:ext cx="14750" cy="2125"/>
            </a:xfrm>
            <a:custGeom>
              <a:rect b="b" l="l" r="r" t="t"/>
              <a:pathLst>
                <a:path extrusionOk="0" h="85" w="590">
                  <a:moveTo>
                    <a:pt x="590" y="1"/>
                  </a:moveTo>
                  <a:cubicBezTo>
                    <a:pt x="393" y="1"/>
                    <a:pt x="197" y="1"/>
                    <a:pt x="0" y="85"/>
                  </a:cubicBezTo>
                  <a:lnTo>
                    <a:pt x="5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9"/>
            <p:cNvSpPr/>
            <p:nvPr/>
          </p:nvSpPr>
          <p:spPr>
            <a:xfrm>
              <a:off x="3020750" y="1401800"/>
              <a:ext cx="14750" cy="14075"/>
            </a:xfrm>
            <a:custGeom>
              <a:rect b="b" l="l" r="r" t="t"/>
              <a:pathLst>
                <a:path extrusionOk="0" h="563" w="590">
                  <a:moveTo>
                    <a:pt x="225" y="1"/>
                  </a:moveTo>
                  <a:lnTo>
                    <a:pt x="225" y="1"/>
                  </a:lnTo>
                  <a:cubicBezTo>
                    <a:pt x="0" y="310"/>
                    <a:pt x="365" y="366"/>
                    <a:pt x="590" y="562"/>
                  </a:cubicBezTo>
                  <a:lnTo>
                    <a:pt x="2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9"/>
            <p:cNvSpPr/>
            <p:nvPr/>
          </p:nvSpPr>
          <p:spPr>
            <a:xfrm>
              <a:off x="2326650" y="2547075"/>
              <a:ext cx="22425" cy="6525"/>
            </a:xfrm>
            <a:custGeom>
              <a:rect b="b" l="l" r="r" t="t"/>
              <a:pathLst>
                <a:path extrusionOk="0" h="261" w="897">
                  <a:moveTo>
                    <a:pt x="276" y="0"/>
                  </a:moveTo>
                  <a:cubicBezTo>
                    <a:pt x="86" y="0"/>
                    <a:pt x="0" y="49"/>
                    <a:pt x="167" y="261"/>
                  </a:cubicBezTo>
                  <a:cubicBezTo>
                    <a:pt x="419" y="261"/>
                    <a:pt x="672" y="176"/>
                    <a:pt x="897" y="36"/>
                  </a:cubicBezTo>
                  <a:cubicBezTo>
                    <a:pt x="676" y="36"/>
                    <a:pt x="438" y="0"/>
                    <a:pt x="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9"/>
            <p:cNvSpPr/>
            <p:nvPr/>
          </p:nvSpPr>
          <p:spPr>
            <a:xfrm>
              <a:off x="3039000" y="1697300"/>
              <a:ext cx="4925" cy="9850"/>
            </a:xfrm>
            <a:custGeom>
              <a:rect b="b" l="l" r="r" t="t"/>
              <a:pathLst>
                <a:path extrusionOk="0" h="394" w="197">
                  <a:moveTo>
                    <a:pt x="0" y="0"/>
                  </a:moveTo>
                  <a:cubicBezTo>
                    <a:pt x="0" y="169"/>
                    <a:pt x="56" y="309"/>
                    <a:pt x="197" y="393"/>
                  </a:cubicBezTo>
                  <a:cubicBezTo>
                    <a:pt x="197" y="225"/>
                    <a:pt x="140" y="8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9"/>
            <p:cNvSpPr/>
            <p:nvPr/>
          </p:nvSpPr>
          <p:spPr>
            <a:xfrm>
              <a:off x="2349050" y="2533225"/>
              <a:ext cx="16875" cy="14775"/>
            </a:xfrm>
            <a:custGeom>
              <a:rect b="b" l="l" r="r" t="t"/>
              <a:pathLst>
                <a:path extrusionOk="0" h="591" w="675">
                  <a:moveTo>
                    <a:pt x="366" y="0"/>
                  </a:moveTo>
                  <a:cubicBezTo>
                    <a:pt x="309" y="225"/>
                    <a:pt x="169" y="422"/>
                    <a:pt x="1" y="590"/>
                  </a:cubicBezTo>
                  <a:cubicBezTo>
                    <a:pt x="366" y="590"/>
                    <a:pt x="674" y="506"/>
                    <a:pt x="5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9"/>
            <p:cNvSpPr/>
            <p:nvPr/>
          </p:nvSpPr>
          <p:spPr>
            <a:xfrm>
              <a:off x="3470625" y="767950"/>
              <a:ext cx="2850" cy="1500"/>
            </a:xfrm>
            <a:custGeom>
              <a:rect b="b" l="l" r="r" t="t"/>
              <a:pathLst>
                <a:path extrusionOk="0" h="60" w="114">
                  <a:moveTo>
                    <a:pt x="60" y="1"/>
                  </a:moveTo>
                  <a:cubicBezTo>
                    <a:pt x="36" y="1"/>
                    <a:pt x="18" y="25"/>
                    <a:pt x="1" y="60"/>
                  </a:cubicBezTo>
                  <a:cubicBezTo>
                    <a:pt x="57" y="32"/>
                    <a:pt x="85" y="32"/>
                    <a:pt x="113" y="32"/>
                  </a:cubicBezTo>
                  <a:cubicBezTo>
                    <a:pt x="92" y="10"/>
                    <a:pt x="74" y="1"/>
                    <a:pt x="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9"/>
            <p:cNvSpPr/>
            <p:nvPr/>
          </p:nvSpPr>
          <p:spPr>
            <a:xfrm>
              <a:off x="3726825" y="683800"/>
              <a:ext cx="4925" cy="7750"/>
            </a:xfrm>
            <a:custGeom>
              <a:rect b="b" l="l" r="r" t="t"/>
              <a:pathLst>
                <a:path extrusionOk="0" h="310" w="197">
                  <a:moveTo>
                    <a:pt x="197" y="0"/>
                  </a:moveTo>
                  <a:lnTo>
                    <a:pt x="197" y="0"/>
                  </a:lnTo>
                  <a:cubicBezTo>
                    <a:pt x="141" y="113"/>
                    <a:pt x="56" y="197"/>
                    <a:pt x="0" y="309"/>
                  </a:cubicBezTo>
                  <a:cubicBezTo>
                    <a:pt x="56" y="281"/>
                    <a:pt x="141" y="197"/>
                    <a:pt x="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9"/>
            <p:cNvSpPr/>
            <p:nvPr/>
          </p:nvSpPr>
          <p:spPr>
            <a:xfrm>
              <a:off x="2231550" y="2670100"/>
              <a:ext cx="1725" cy="2750"/>
            </a:xfrm>
            <a:custGeom>
              <a:rect b="b" l="l" r="r" t="t"/>
              <a:pathLst>
                <a:path extrusionOk="0" h="110" w="69">
                  <a:moveTo>
                    <a:pt x="68" y="0"/>
                  </a:moveTo>
                  <a:lnTo>
                    <a:pt x="68" y="0"/>
                  </a:lnTo>
                  <a:cubicBezTo>
                    <a:pt x="11" y="81"/>
                    <a:pt x="0" y="109"/>
                    <a:pt x="8" y="109"/>
                  </a:cubicBezTo>
                  <a:cubicBezTo>
                    <a:pt x="19" y="109"/>
                    <a:pt x="68" y="50"/>
                    <a:pt x="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9"/>
            <p:cNvSpPr/>
            <p:nvPr/>
          </p:nvSpPr>
          <p:spPr>
            <a:xfrm>
              <a:off x="2169375" y="2638500"/>
              <a:ext cx="3525" cy="7050"/>
            </a:xfrm>
            <a:custGeom>
              <a:rect b="b" l="l" r="r" t="t"/>
              <a:pathLst>
                <a:path extrusionOk="0" h="282" w="141">
                  <a:moveTo>
                    <a:pt x="141" y="281"/>
                  </a:moveTo>
                  <a:cubicBezTo>
                    <a:pt x="113" y="169"/>
                    <a:pt x="57" y="85"/>
                    <a:pt x="1" y="1"/>
                  </a:cubicBezTo>
                  <a:cubicBezTo>
                    <a:pt x="57" y="85"/>
                    <a:pt x="113" y="169"/>
                    <a:pt x="141" y="28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9"/>
            <p:cNvSpPr/>
            <p:nvPr/>
          </p:nvSpPr>
          <p:spPr>
            <a:xfrm>
              <a:off x="2327300" y="2430050"/>
              <a:ext cx="2825" cy="1425"/>
            </a:xfrm>
            <a:custGeom>
              <a:rect b="b" l="l" r="r" t="t"/>
              <a:pathLst>
                <a:path extrusionOk="0" h="57" w="113">
                  <a:moveTo>
                    <a:pt x="113" y="57"/>
                  </a:moveTo>
                  <a:lnTo>
                    <a:pt x="113" y="57"/>
                  </a:lnTo>
                  <a:cubicBezTo>
                    <a:pt x="0" y="0"/>
                    <a:pt x="0" y="0"/>
                    <a:pt x="113" y="5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9"/>
            <p:cNvSpPr/>
            <p:nvPr/>
          </p:nvSpPr>
          <p:spPr>
            <a:xfrm>
              <a:off x="2222725" y="2669375"/>
              <a:ext cx="7750" cy="1450"/>
            </a:xfrm>
            <a:custGeom>
              <a:rect b="b" l="l" r="r" t="t"/>
              <a:pathLst>
                <a:path extrusionOk="0" h="58" w="310">
                  <a:moveTo>
                    <a:pt x="309" y="1"/>
                  </a:moveTo>
                  <a:cubicBezTo>
                    <a:pt x="197" y="1"/>
                    <a:pt x="84" y="29"/>
                    <a:pt x="0" y="57"/>
                  </a:cubicBezTo>
                  <a:cubicBezTo>
                    <a:pt x="113" y="57"/>
                    <a:pt x="225" y="29"/>
                    <a:pt x="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9"/>
            <p:cNvSpPr/>
            <p:nvPr/>
          </p:nvSpPr>
          <p:spPr>
            <a:xfrm>
              <a:off x="2224125" y="2675000"/>
              <a:ext cx="4225" cy="4375"/>
            </a:xfrm>
            <a:custGeom>
              <a:rect b="b" l="l" r="r" t="t"/>
              <a:pathLst>
                <a:path extrusionOk="0" h="175" w="169">
                  <a:moveTo>
                    <a:pt x="169" y="1"/>
                  </a:moveTo>
                  <a:lnTo>
                    <a:pt x="169" y="1"/>
                  </a:lnTo>
                  <a:cubicBezTo>
                    <a:pt x="113" y="29"/>
                    <a:pt x="57" y="57"/>
                    <a:pt x="0" y="113"/>
                  </a:cubicBezTo>
                  <a:cubicBezTo>
                    <a:pt x="24" y="149"/>
                    <a:pt x="48" y="175"/>
                    <a:pt x="73" y="175"/>
                  </a:cubicBezTo>
                  <a:cubicBezTo>
                    <a:pt x="105" y="175"/>
                    <a:pt x="137" y="129"/>
                    <a:pt x="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9"/>
            <p:cNvSpPr/>
            <p:nvPr/>
          </p:nvSpPr>
          <p:spPr>
            <a:xfrm>
              <a:off x="2230450" y="2664475"/>
              <a:ext cx="7025" cy="5650"/>
            </a:xfrm>
            <a:custGeom>
              <a:rect b="b" l="l" r="r" t="t"/>
              <a:pathLst>
                <a:path extrusionOk="0" h="226" w="281">
                  <a:moveTo>
                    <a:pt x="281" y="0"/>
                  </a:moveTo>
                  <a:lnTo>
                    <a:pt x="281" y="0"/>
                  </a:lnTo>
                  <a:cubicBezTo>
                    <a:pt x="197" y="85"/>
                    <a:pt x="112" y="169"/>
                    <a:pt x="0" y="197"/>
                  </a:cubicBezTo>
                  <a:cubicBezTo>
                    <a:pt x="56" y="197"/>
                    <a:pt x="112" y="197"/>
                    <a:pt x="112" y="225"/>
                  </a:cubicBezTo>
                  <a:cubicBezTo>
                    <a:pt x="140" y="197"/>
                    <a:pt x="197" y="113"/>
                    <a:pt x="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9"/>
            <p:cNvSpPr/>
            <p:nvPr/>
          </p:nvSpPr>
          <p:spPr>
            <a:xfrm>
              <a:off x="3280000" y="1142250"/>
              <a:ext cx="2550" cy="4800"/>
            </a:xfrm>
            <a:custGeom>
              <a:rect b="b" l="l" r="r" t="t"/>
              <a:pathLst>
                <a:path extrusionOk="0" h="192" w="102">
                  <a:moveTo>
                    <a:pt x="14" y="0"/>
                  </a:moveTo>
                  <a:cubicBezTo>
                    <a:pt x="1" y="0"/>
                    <a:pt x="15" y="83"/>
                    <a:pt x="46" y="192"/>
                  </a:cubicBezTo>
                  <a:lnTo>
                    <a:pt x="102" y="192"/>
                  </a:lnTo>
                  <a:cubicBezTo>
                    <a:pt x="52" y="54"/>
                    <a:pt x="24" y="0"/>
                    <a:pt x="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9"/>
            <p:cNvSpPr/>
            <p:nvPr/>
          </p:nvSpPr>
          <p:spPr>
            <a:xfrm>
              <a:off x="2539950" y="2096650"/>
              <a:ext cx="750" cy="750"/>
            </a:xfrm>
            <a:custGeom>
              <a:rect b="b" l="l" r="r" t="t"/>
              <a:pathLst>
                <a:path extrusionOk="0" h="30" w="30">
                  <a:moveTo>
                    <a:pt x="1" y="1"/>
                  </a:moveTo>
                  <a:lnTo>
                    <a:pt x="1" y="29"/>
                  </a:lnTo>
                  <a:lnTo>
                    <a:pt x="29" y="2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9"/>
            <p:cNvSpPr/>
            <p:nvPr/>
          </p:nvSpPr>
          <p:spPr>
            <a:xfrm>
              <a:off x="2540675" y="2075600"/>
              <a:ext cx="37200" cy="46350"/>
            </a:xfrm>
            <a:custGeom>
              <a:rect b="b" l="l" r="r" t="t"/>
              <a:pathLst>
                <a:path extrusionOk="0" h="1854" w="1488">
                  <a:moveTo>
                    <a:pt x="84" y="1"/>
                  </a:moveTo>
                  <a:lnTo>
                    <a:pt x="84" y="1"/>
                  </a:lnTo>
                  <a:cubicBezTo>
                    <a:pt x="477" y="731"/>
                    <a:pt x="281" y="815"/>
                    <a:pt x="0" y="871"/>
                  </a:cubicBezTo>
                  <a:lnTo>
                    <a:pt x="1488" y="1854"/>
                  </a:lnTo>
                  <a:lnTo>
                    <a:pt x="1488" y="1854"/>
                  </a:lnTo>
                  <a:lnTo>
                    <a:pt x="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9"/>
            <p:cNvSpPr/>
            <p:nvPr/>
          </p:nvSpPr>
          <p:spPr>
            <a:xfrm>
              <a:off x="2134975" y="586250"/>
              <a:ext cx="1628375" cy="2137900"/>
            </a:xfrm>
            <a:custGeom>
              <a:rect b="b" l="l" r="r" t="t"/>
              <a:pathLst>
                <a:path extrusionOk="0" h="85516" w="65135">
                  <a:moveTo>
                    <a:pt x="52682" y="8511"/>
                  </a:moveTo>
                  <a:lnTo>
                    <a:pt x="52641" y="8535"/>
                  </a:lnTo>
                  <a:cubicBezTo>
                    <a:pt x="52656" y="8533"/>
                    <a:pt x="52669" y="8524"/>
                    <a:pt x="52682" y="8511"/>
                  </a:cubicBezTo>
                  <a:close/>
                  <a:moveTo>
                    <a:pt x="50367" y="14234"/>
                  </a:moveTo>
                  <a:lnTo>
                    <a:pt x="50395" y="14318"/>
                  </a:lnTo>
                  <a:cubicBezTo>
                    <a:pt x="50396" y="14316"/>
                    <a:pt x="50397" y="14313"/>
                    <a:pt x="50398" y="14310"/>
                  </a:cubicBezTo>
                  <a:lnTo>
                    <a:pt x="50398" y="14310"/>
                  </a:lnTo>
                  <a:cubicBezTo>
                    <a:pt x="50388" y="14284"/>
                    <a:pt x="50378" y="14259"/>
                    <a:pt x="50367" y="14234"/>
                  </a:cubicBezTo>
                  <a:close/>
                  <a:moveTo>
                    <a:pt x="55314" y="16261"/>
                  </a:moveTo>
                  <a:cubicBezTo>
                    <a:pt x="55346" y="16270"/>
                    <a:pt x="55381" y="16278"/>
                    <a:pt x="55420" y="16283"/>
                  </a:cubicBezTo>
                  <a:cubicBezTo>
                    <a:pt x="55384" y="16275"/>
                    <a:pt x="55349" y="16267"/>
                    <a:pt x="55314" y="16261"/>
                  </a:cubicBezTo>
                  <a:close/>
                  <a:moveTo>
                    <a:pt x="50675" y="22860"/>
                  </a:moveTo>
                  <a:cubicBezTo>
                    <a:pt x="50718" y="22860"/>
                    <a:pt x="50781" y="22955"/>
                    <a:pt x="50844" y="23049"/>
                  </a:cubicBezTo>
                  <a:lnTo>
                    <a:pt x="50619" y="23078"/>
                  </a:lnTo>
                  <a:cubicBezTo>
                    <a:pt x="50619" y="22918"/>
                    <a:pt x="50641" y="22860"/>
                    <a:pt x="50675" y="22860"/>
                  </a:cubicBezTo>
                  <a:close/>
                  <a:moveTo>
                    <a:pt x="41495" y="25118"/>
                  </a:moveTo>
                  <a:lnTo>
                    <a:pt x="41495" y="25118"/>
                  </a:lnTo>
                  <a:cubicBezTo>
                    <a:pt x="41479" y="25139"/>
                    <a:pt x="41470" y="25161"/>
                    <a:pt x="41467" y="25183"/>
                  </a:cubicBezTo>
                  <a:cubicBezTo>
                    <a:pt x="41476" y="25161"/>
                    <a:pt x="41485" y="25139"/>
                    <a:pt x="41495" y="25118"/>
                  </a:cubicBezTo>
                  <a:close/>
                  <a:moveTo>
                    <a:pt x="37705" y="30293"/>
                  </a:moveTo>
                  <a:cubicBezTo>
                    <a:pt x="37705" y="30296"/>
                    <a:pt x="37705" y="30300"/>
                    <a:pt x="37705" y="30303"/>
                  </a:cubicBezTo>
                  <a:lnTo>
                    <a:pt x="37705" y="30303"/>
                  </a:lnTo>
                  <a:lnTo>
                    <a:pt x="37705" y="30293"/>
                  </a:lnTo>
                  <a:close/>
                  <a:moveTo>
                    <a:pt x="31304" y="41045"/>
                  </a:moveTo>
                  <a:lnTo>
                    <a:pt x="31304" y="41045"/>
                  </a:lnTo>
                  <a:cubicBezTo>
                    <a:pt x="31275" y="41069"/>
                    <a:pt x="31262" y="41098"/>
                    <a:pt x="31260" y="41129"/>
                  </a:cubicBezTo>
                  <a:lnTo>
                    <a:pt x="31260" y="41129"/>
                  </a:lnTo>
                  <a:lnTo>
                    <a:pt x="31304" y="41045"/>
                  </a:lnTo>
                  <a:close/>
                  <a:moveTo>
                    <a:pt x="29483" y="43155"/>
                  </a:moveTo>
                  <a:cubicBezTo>
                    <a:pt x="29512" y="43155"/>
                    <a:pt x="29548" y="43162"/>
                    <a:pt x="29592" y="43179"/>
                  </a:cubicBezTo>
                  <a:cubicBezTo>
                    <a:pt x="30125" y="43797"/>
                    <a:pt x="29760" y="43684"/>
                    <a:pt x="29423" y="43741"/>
                  </a:cubicBezTo>
                  <a:cubicBezTo>
                    <a:pt x="29398" y="43567"/>
                    <a:pt x="29265" y="43155"/>
                    <a:pt x="29483" y="43155"/>
                  </a:cubicBezTo>
                  <a:close/>
                  <a:moveTo>
                    <a:pt x="23803" y="53618"/>
                  </a:moveTo>
                  <a:cubicBezTo>
                    <a:pt x="23840" y="53618"/>
                    <a:pt x="23879" y="53619"/>
                    <a:pt x="23920" y="53623"/>
                  </a:cubicBezTo>
                  <a:cubicBezTo>
                    <a:pt x="23864" y="53763"/>
                    <a:pt x="23752" y="53876"/>
                    <a:pt x="23499" y="53904"/>
                  </a:cubicBezTo>
                  <a:cubicBezTo>
                    <a:pt x="23401" y="53707"/>
                    <a:pt x="23540" y="53618"/>
                    <a:pt x="23803" y="53618"/>
                  </a:cubicBezTo>
                  <a:close/>
                  <a:moveTo>
                    <a:pt x="21871" y="54297"/>
                  </a:moveTo>
                  <a:cubicBezTo>
                    <a:pt x="21867" y="54299"/>
                    <a:pt x="21863" y="54302"/>
                    <a:pt x="21859" y="54305"/>
                  </a:cubicBezTo>
                  <a:lnTo>
                    <a:pt x="21859" y="54305"/>
                  </a:lnTo>
                  <a:cubicBezTo>
                    <a:pt x="21863" y="54302"/>
                    <a:pt x="21867" y="54300"/>
                    <a:pt x="21871" y="54297"/>
                  </a:cubicBezTo>
                  <a:close/>
                  <a:moveTo>
                    <a:pt x="15003" y="61848"/>
                  </a:moveTo>
                  <a:cubicBezTo>
                    <a:pt x="15000" y="61848"/>
                    <a:pt x="14996" y="61848"/>
                    <a:pt x="14993" y="61849"/>
                  </a:cubicBezTo>
                  <a:cubicBezTo>
                    <a:pt x="15010" y="61850"/>
                    <a:pt x="15026" y="61852"/>
                    <a:pt x="15043" y="61853"/>
                  </a:cubicBezTo>
                  <a:lnTo>
                    <a:pt x="15043" y="61853"/>
                  </a:lnTo>
                  <a:cubicBezTo>
                    <a:pt x="15029" y="61850"/>
                    <a:pt x="15016" y="61848"/>
                    <a:pt x="15003" y="61848"/>
                  </a:cubicBezTo>
                  <a:close/>
                  <a:moveTo>
                    <a:pt x="14852" y="62073"/>
                  </a:moveTo>
                  <a:lnTo>
                    <a:pt x="14852" y="62073"/>
                  </a:lnTo>
                  <a:cubicBezTo>
                    <a:pt x="14854" y="62084"/>
                    <a:pt x="14859" y="62097"/>
                    <a:pt x="14867" y="62112"/>
                  </a:cubicBezTo>
                  <a:lnTo>
                    <a:pt x="14867" y="62112"/>
                  </a:lnTo>
                  <a:lnTo>
                    <a:pt x="14852" y="62073"/>
                  </a:lnTo>
                  <a:close/>
                  <a:moveTo>
                    <a:pt x="18193" y="64740"/>
                  </a:moveTo>
                  <a:cubicBezTo>
                    <a:pt x="18329" y="64822"/>
                    <a:pt x="18413" y="64825"/>
                    <a:pt x="18341" y="64927"/>
                  </a:cubicBezTo>
                  <a:lnTo>
                    <a:pt x="18341" y="64927"/>
                  </a:lnTo>
                  <a:cubicBezTo>
                    <a:pt x="18299" y="64866"/>
                    <a:pt x="18250" y="64803"/>
                    <a:pt x="18193" y="64740"/>
                  </a:cubicBezTo>
                  <a:close/>
                  <a:moveTo>
                    <a:pt x="5387" y="81303"/>
                  </a:moveTo>
                  <a:cubicBezTo>
                    <a:pt x="5430" y="81303"/>
                    <a:pt x="5302" y="81334"/>
                    <a:pt x="5139" y="81389"/>
                  </a:cubicBezTo>
                  <a:cubicBezTo>
                    <a:pt x="5139" y="81361"/>
                    <a:pt x="5139" y="81361"/>
                    <a:pt x="5139" y="81333"/>
                  </a:cubicBezTo>
                  <a:cubicBezTo>
                    <a:pt x="5288" y="81313"/>
                    <a:pt x="5363" y="81303"/>
                    <a:pt x="5387" y="81303"/>
                  </a:cubicBezTo>
                  <a:close/>
                  <a:moveTo>
                    <a:pt x="3482" y="83389"/>
                  </a:moveTo>
                  <a:cubicBezTo>
                    <a:pt x="3475" y="83389"/>
                    <a:pt x="3468" y="83396"/>
                    <a:pt x="3454" y="83410"/>
                  </a:cubicBezTo>
                  <a:lnTo>
                    <a:pt x="3510" y="83410"/>
                  </a:lnTo>
                  <a:cubicBezTo>
                    <a:pt x="3496" y="83396"/>
                    <a:pt x="3489" y="83389"/>
                    <a:pt x="3482" y="83389"/>
                  </a:cubicBezTo>
                  <a:close/>
                  <a:moveTo>
                    <a:pt x="61400" y="0"/>
                  </a:moveTo>
                  <a:cubicBezTo>
                    <a:pt x="61653" y="646"/>
                    <a:pt x="61063" y="590"/>
                    <a:pt x="60502" y="646"/>
                  </a:cubicBezTo>
                  <a:cubicBezTo>
                    <a:pt x="59968" y="674"/>
                    <a:pt x="59407" y="842"/>
                    <a:pt x="59744" y="1741"/>
                  </a:cubicBezTo>
                  <a:cubicBezTo>
                    <a:pt x="59379" y="1713"/>
                    <a:pt x="59519" y="1320"/>
                    <a:pt x="59210" y="1207"/>
                  </a:cubicBezTo>
                  <a:lnTo>
                    <a:pt x="59210" y="1207"/>
                  </a:lnTo>
                  <a:cubicBezTo>
                    <a:pt x="59491" y="1769"/>
                    <a:pt x="59407" y="2050"/>
                    <a:pt x="58873" y="2274"/>
                  </a:cubicBezTo>
                  <a:lnTo>
                    <a:pt x="58789" y="2134"/>
                  </a:lnTo>
                  <a:cubicBezTo>
                    <a:pt x="58452" y="2667"/>
                    <a:pt x="58003" y="3088"/>
                    <a:pt x="57470" y="3425"/>
                  </a:cubicBezTo>
                  <a:cubicBezTo>
                    <a:pt x="56908" y="3790"/>
                    <a:pt x="56347" y="4183"/>
                    <a:pt x="55813" y="4604"/>
                  </a:cubicBezTo>
                  <a:lnTo>
                    <a:pt x="56431" y="4913"/>
                  </a:lnTo>
                  <a:cubicBezTo>
                    <a:pt x="56235" y="5035"/>
                    <a:pt x="56018" y="5115"/>
                    <a:pt x="55799" y="5115"/>
                  </a:cubicBezTo>
                  <a:cubicBezTo>
                    <a:pt x="55766" y="5115"/>
                    <a:pt x="55734" y="5113"/>
                    <a:pt x="55701" y="5110"/>
                  </a:cubicBezTo>
                  <a:lnTo>
                    <a:pt x="55701" y="5110"/>
                  </a:lnTo>
                  <a:cubicBezTo>
                    <a:pt x="55831" y="5324"/>
                    <a:pt x="55934" y="5398"/>
                    <a:pt x="56023" y="5398"/>
                  </a:cubicBezTo>
                  <a:cubicBezTo>
                    <a:pt x="56230" y="5398"/>
                    <a:pt x="56367" y="5002"/>
                    <a:pt x="56603" y="5002"/>
                  </a:cubicBezTo>
                  <a:cubicBezTo>
                    <a:pt x="56708" y="5002"/>
                    <a:pt x="56833" y="5080"/>
                    <a:pt x="56992" y="5306"/>
                  </a:cubicBezTo>
                  <a:cubicBezTo>
                    <a:pt x="56879" y="5268"/>
                    <a:pt x="56774" y="5251"/>
                    <a:pt x="56676" y="5251"/>
                  </a:cubicBezTo>
                  <a:cubicBezTo>
                    <a:pt x="56195" y="5251"/>
                    <a:pt x="55887" y="5667"/>
                    <a:pt x="55561" y="6064"/>
                  </a:cubicBezTo>
                  <a:cubicBezTo>
                    <a:pt x="55279" y="6432"/>
                    <a:pt x="54998" y="6784"/>
                    <a:pt x="54549" y="6784"/>
                  </a:cubicBezTo>
                  <a:cubicBezTo>
                    <a:pt x="54416" y="6784"/>
                    <a:pt x="54268" y="6753"/>
                    <a:pt x="54101" y="6682"/>
                  </a:cubicBezTo>
                  <a:lnTo>
                    <a:pt x="54101" y="6682"/>
                  </a:lnTo>
                  <a:cubicBezTo>
                    <a:pt x="53792" y="7131"/>
                    <a:pt x="54831" y="6991"/>
                    <a:pt x="54522" y="7440"/>
                  </a:cubicBezTo>
                  <a:lnTo>
                    <a:pt x="54101" y="7356"/>
                  </a:lnTo>
                  <a:lnTo>
                    <a:pt x="54466" y="7749"/>
                  </a:lnTo>
                  <a:cubicBezTo>
                    <a:pt x="54358" y="7846"/>
                    <a:pt x="54212" y="7885"/>
                    <a:pt x="54056" y="7885"/>
                  </a:cubicBezTo>
                  <a:cubicBezTo>
                    <a:pt x="53808" y="7885"/>
                    <a:pt x="53533" y="7785"/>
                    <a:pt x="53343" y="7664"/>
                  </a:cubicBezTo>
                  <a:cubicBezTo>
                    <a:pt x="53427" y="7636"/>
                    <a:pt x="53399" y="7412"/>
                    <a:pt x="53427" y="7328"/>
                  </a:cubicBezTo>
                  <a:lnTo>
                    <a:pt x="53427" y="7328"/>
                  </a:lnTo>
                  <a:cubicBezTo>
                    <a:pt x="52805" y="7431"/>
                    <a:pt x="52829" y="8348"/>
                    <a:pt x="52682" y="8511"/>
                  </a:cubicBezTo>
                  <a:lnTo>
                    <a:pt x="52682" y="8511"/>
                  </a:lnTo>
                  <a:lnTo>
                    <a:pt x="53118" y="8254"/>
                  </a:lnTo>
                  <a:lnTo>
                    <a:pt x="53118" y="8254"/>
                  </a:lnTo>
                  <a:cubicBezTo>
                    <a:pt x="52641" y="9686"/>
                    <a:pt x="51209" y="10921"/>
                    <a:pt x="51209" y="12549"/>
                  </a:cubicBezTo>
                  <a:lnTo>
                    <a:pt x="51518" y="12634"/>
                  </a:lnTo>
                  <a:cubicBezTo>
                    <a:pt x="51462" y="13838"/>
                    <a:pt x="50791" y="13170"/>
                    <a:pt x="50398" y="14310"/>
                  </a:cubicBezTo>
                  <a:lnTo>
                    <a:pt x="50398" y="14310"/>
                  </a:lnTo>
                  <a:cubicBezTo>
                    <a:pt x="50501" y="14602"/>
                    <a:pt x="50463" y="14933"/>
                    <a:pt x="50283" y="15217"/>
                  </a:cubicBezTo>
                  <a:cubicBezTo>
                    <a:pt x="50219" y="15048"/>
                    <a:pt x="50076" y="15018"/>
                    <a:pt x="49914" y="15018"/>
                  </a:cubicBezTo>
                  <a:cubicBezTo>
                    <a:pt x="49825" y="15018"/>
                    <a:pt x="49729" y="15027"/>
                    <a:pt x="49638" y="15027"/>
                  </a:cubicBezTo>
                  <a:cubicBezTo>
                    <a:pt x="49454" y="15027"/>
                    <a:pt x="49286" y="14990"/>
                    <a:pt x="49216" y="14767"/>
                  </a:cubicBezTo>
                  <a:lnTo>
                    <a:pt x="49216" y="14767"/>
                  </a:lnTo>
                  <a:cubicBezTo>
                    <a:pt x="49160" y="16059"/>
                    <a:pt x="49356" y="15497"/>
                    <a:pt x="49946" y="16761"/>
                  </a:cubicBezTo>
                  <a:lnTo>
                    <a:pt x="49412" y="16620"/>
                  </a:lnTo>
                  <a:lnTo>
                    <a:pt x="49412" y="16620"/>
                  </a:lnTo>
                  <a:cubicBezTo>
                    <a:pt x="49693" y="17070"/>
                    <a:pt x="49890" y="17210"/>
                    <a:pt x="49693" y="17771"/>
                  </a:cubicBezTo>
                  <a:cubicBezTo>
                    <a:pt x="49553" y="17154"/>
                    <a:pt x="48823" y="17687"/>
                    <a:pt x="48598" y="16929"/>
                  </a:cubicBezTo>
                  <a:cubicBezTo>
                    <a:pt x="47163" y="17307"/>
                    <a:pt x="48302" y="18701"/>
                    <a:pt x="47337" y="18701"/>
                  </a:cubicBezTo>
                  <a:cubicBezTo>
                    <a:pt x="47226" y="18701"/>
                    <a:pt x="47087" y="18682"/>
                    <a:pt x="46914" y="18642"/>
                  </a:cubicBezTo>
                  <a:lnTo>
                    <a:pt x="46914" y="18642"/>
                  </a:lnTo>
                  <a:cubicBezTo>
                    <a:pt x="47168" y="18982"/>
                    <a:pt x="47377" y="19098"/>
                    <a:pt x="47546" y="19098"/>
                  </a:cubicBezTo>
                  <a:cubicBezTo>
                    <a:pt x="47918" y="19098"/>
                    <a:pt x="48105" y="18536"/>
                    <a:pt x="48192" y="18536"/>
                  </a:cubicBezTo>
                  <a:cubicBezTo>
                    <a:pt x="48209" y="18536"/>
                    <a:pt x="48223" y="18559"/>
                    <a:pt x="48233" y="18614"/>
                  </a:cubicBezTo>
                  <a:cubicBezTo>
                    <a:pt x="48795" y="18642"/>
                    <a:pt x="48907" y="19568"/>
                    <a:pt x="48598" y="19793"/>
                  </a:cubicBezTo>
                  <a:cubicBezTo>
                    <a:pt x="48552" y="19862"/>
                    <a:pt x="48443" y="19885"/>
                    <a:pt x="48296" y="19885"/>
                  </a:cubicBezTo>
                  <a:cubicBezTo>
                    <a:pt x="48010" y="19885"/>
                    <a:pt x="47578" y="19799"/>
                    <a:pt x="47168" y="19799"/>
                  </a:cubicBezTo>
                  <a:cubicBezTo>
                    <a:pt x="46768" y="19799"/>
                    <a:pt x="46390" y="19881"/>
                    <a:pt x="46190" y="20204"/>
                  </a:cubicBezTo>
                  <a:lnTo>
                    <a:pt x="46190" y="20204"/>
                  </a:lnTo>
                  <a:cubicBezTo>
                    <a:pt x="46233" y="20125"/>
                    <a:pt x="46158" y="20070"/>
                    <a:pt x="46212" y="19989"/>
                  </a:cubicBezTo>
                  <a:lnTo>
                    <a:pt x="46212" y="19989"/>
                  </a:lnTo>
                  <a:cubicBezTo>
                    <a:pt x="45706" y="20102"/>
                    <a:pt x="46268" y="20860"/>
                    <a:pt x="45510" y="20916"/>
                  </a:cubicBezTo>
                  <a:cubicBezTo>
                    <a:pt x="46128" y="21618"/>
                    <a:pt x="45173" y="21393"/>
                    <a:pt x="46071" y="22039"/>
                  </a:cubicBezTo>
                  <a:lnTo>
                    <a:pt x="46324" y="21140"/>
                  </a:lnTo>
                  <a:lnTo>
                    <a:pt x="46324" y="21140"/>
                  </a:lnTo>
                  <a:cubicBezTo>
                    <a:pt x="46296" y="21730"/>
                    <a:pt x="47138" y="22853"/>
                    <a:pt x="46156" y="23218"/>
                  </a:cubicBezTo>
                  <a:cubicBezTo>
                    <a:pt x="45987" y="22965"/>
                    <a:pt x="45903" y="22713"/>
                    <a:pt x="45847" y="22432"/>
                  </a:cubicBezTo>
                  <a:cubicBezTo>
                    <a:pt x="45426" y="22460"/>
                    <a:pt x="45763" y="22937"/>
                    <a:pt x="45341" y="22965"/>
                  </a:cubicBezTo>
                  <a:cubicBezTo>
                    <a:pt x="44471" y="22320"/>
                    <a:pt x="45734" y="21926"/>
                    <a:pt x="45313" y="21000"/>
                  </a:cubicBezTo>
                  <a:cubicBezTo>
                    <a:pt x="45308" y="21000"/>
                    <a:pt x="45302" y="21000"/>
                    <a:pt x="45297" y="21000"/>
                  </a:cubicBezTo>
                  <a:cubicBezTo>
                    <a:pt x="44921" y="21000"/>
                    <a:pt x="45189" y="21730"/>
                    <a:pt x="44990" y="21730"/>
                  </a:cubicBezTo>
                  <a:cubicBezTo>
                    <a:pt x="44923" y="21730"/>
                    <a:pt x="44802" y="21646"/>
                    <a:pt x="44583" y="21421"/>
                  </a:cubicBezTo>
                  <a:lnTo>
                    <a:pt x="44583" y="21421"/>
                  </a:lnTo>
                  <a:cubicBezTo>
                    <a:pt x="45650" y="22600"/>
                    <a:pt x="43882" y="22123"/>
                    <a:pt x="44499" y="23302"/>
                  </a:cubicBezTo>
                  <a:lnTo>
                    <a:pt x="43966" y="22937"/>
                  </a:lnTo>
                  <a:lnTo>
                    <a:pt x="43966" y="22937"/>
                  </a:lnTo>
                  <a:cubicBezTo>
                    <a:pt x="43994" y="23078"/>
                    <a:pt x="44134" y="23414"/>
                    <a:pt x="44022" y="23583"/>
                  </a:cubicBezTo>
                  <a:lnTo>
                    <a:pt x="43488" y="22797"/>
                  </a:lnTo>
                  <a:lnTo>
                    <a:pt x="43488" y="22797"/>
                  </a:lnTo>
                  <a:cubicBezTo>
                    <a:pt x="43825" y="23667"/>
                    <a:pt x="42394" y="23302"/>
                    <a:pt x="42422" y="23948"/>
                  </a:cubicBezTo>
                  <a:cubicBezTo>
                    <a:pt x="42589" y="23692"/>
                    <a:pt x="42728" y="23602"/>
                    <a:pt x="42855" y="23602"/>
                  </a:cubicBezTo>
                  <a:cubicBezTo>
                    <a:pt x="43152" y="23602"/>
                    <a:pt x="43387" y="24096"/>
                    <a:pt x="43792" y="24096"/>
                  </a:cubicBezTo>
                  <a:cubicBezTo>
                    <a:pt x="43821" y="24096"/>
                    <a:pt x="43851" y="24094"/>
                    <a:pt x="43882" y="24088"/>
                  </a:cubicBezTo>
                  <a:lnTo>
                    <a:pt x="43882" y="24088"/>
                  </a:lnTo>
                  <a:cubicBezTo>
                    <a:pt x="43891" y="24628"/>
                    <a:pt x="43683" y="24765"/>
                    <a:pt x="43383" y="24765"/>
                  </a:cubicBezTo>
                  <a:cubicBezTo>
                    <a:pt x="43070" y="24765"/>
                    <a:pt x="42657" y="24617"/>
                    <a:pt x="42282" y="24617"/>
                  </a:cubicBezTo>
                  <a:cubicBezTo>
                    <a:pt x="41964" y="24617"/>
                    <a:pt x="41673" y="24724"/>
                    <a:pt x="41495" y="25118"/>
                  </a:cubicBezTo>
                  <a:lnTo>
                    <a:pt x="41495" y="25118"/>
                  </a:lnTo>
                  <a:cubicBezTo>
                    <a:pt x="41567" y="25017"/>
                    <a:pt x="41767" y="24936"/>
                    <a:pt x="41951" y="24936"/>
                  </a:cubicBezTo>
                  <a:cubicBezTo>
                    <a:pt x="42119" y="24936"/>
                    <a:pt x="42273" y="25003"/>
                    <a:pt x="42309" y="25183"/>
                  </a:cubicBezTo>
                  <a:cubicBezTo>
                    <a:pt x="42032" y="25360"/>
                    <a:pt x="41709" y="25468"/>
                    <a:pt x="41362" y="25468"/>
                  </a:cubicBezTo>
                  <a:cubicBezTo>
                    <a:pt x="41322" y="25468"/>
                    <a:pt x="41283" y="25467"/>
                    <a:pt x="41243" y="25464"/>
                  </a:cubicBezTo>
                  <a:lnTo>
                    <a:pt x="41243" y="25464"/>
                  </a:lnTo>
                  <a:cubicBezTo>
                    <a:pt x="40821" y="26362"/>
                    <a:pt x="41916" y="25717"/>
                    <a:pt x="42029" y="26306"/>
                  </a:cubicBezTo>
                  <a:cubicBezTo>
                    <a:pt x="41944" y="26290"/>
                    <a:pt x="41876" y="26282"/>
                    <a:pt x="41822" y="26282"/>
                  </a:cubicBezTo>
                  <a:cubicBezTo>
                    <a:pt x="41319" y="26282"/>
                    <a:pt x="42029" y="26945"/>
                    <a:pt x="42029" y="27401"/>
                  </a:cubicBezTo>
                  <a:lnTo>
                    <a:pt x="41467" y="27008"/>
                  </a:lnTo>
                  <a:lnTo>
                    <a:pt x="41467" y="27008"/>
                  </a:lnTo>
                  <a:cubicBezTo>
                    <a:pt x="40485" y="27710"/>
                    <a:pt x="42450" y="28047"/>
                    <a:pt x="41467" y="28580"/>
                  </a:cubicBezTo>
                  <a:lnTo>
                    <a:pt x="40906" y="27710"/>
                  </a:lnTo>
                  <a:lnTo>
                    <a:pt x="40821" y="28271"/>
                  </a:lnTo>
                  <a:lnTo>
                    <a:pt x="40232" y="27766"/>
                  </a:lnTo>
                  <a:lnTo>
                    <a:pt x="40232" y="27766"/>
                  </a:lnTo>
                  <a:cubicBezTo>
                    <a:pt x="40400" y="28552"/>
                    <a:pt x="40176" y="28608"/>
                    <a:pt x="39670" y="28945"/>
                  </a:cubicBezTo>
                  <a:cubicBezTo>
                    <a:pt x="40148" y="29114"/>
                    <a:pt x="40653" y="29703"/>
                    <a:pt x="40372" y="30124"/>
                  </a:cubicBezTo>
                  <a:cubicBezTo>
                    <a:pt x="40349" y="30127"/>
                    <a:pt x="40326" y="30128"/>
                    <a:pt x="40305" y="30128"/>
                  </a:cubicBezTo>
                  <a:cubicBezTo>
                    <a:pt x="40037" y="30128"/>
                    <a:pt x="39960" y="29932"/>
                    <a:pt x="39869" y="29932"/>
                  </a:cubicBezTo>
                  <a:cubicBezTo>
                    <a:pt x="39814" y="29932"/>
                    <a:pt x="39753" y="30004"/>
                    <a:pt x="39642" y="30237"/>
                  </a:cubicBezTo>
                  <a:cubicBezTo>
                    <a:pt x="39417" y="29911"/>
                    <a:pt x="39124" y="29517"/>
                    <a:pt x="39544" y="29517"/>
                  </a:cubicBezTo>
                  <a:cubicBezTo>
                    <a:pt x="39594" y="29517"/>
                    <a:pt x="39655" y="29523"/>
                    <a:pt x="39726" y="29535"/>
                  </a:cubicBezTo>
                  <a:cubicBezTo>
                    <a:pt x="39558" y="29394"/>
                    <a:pt x="39474" y="29170"/>
                    <a:pt x="39305" y="29029"/>
                  </a:cubicBezTo>
                  <a:cubicBezTo>
                    <a:pt x="38716" y="29057"/>
                    <a:pt x="38688" y="29731"/>
                    <a:pt x="38575" y="29928"/>
                  </a:cubicBezTo>
                  <a:cubicBezTo>
                    <a:pt x="38632" y="29844"/>
                    <a:pt x="38744" y="29787"/>
                    <a:pt x="38856" y="29787"/>
                  </a:cubicBezTo>
                  <a:lnTo>
                    <a:pt x="39053" y="31163"/>
                  </a:lnTo>
                  <a:cubicBezTo>
                    <a:pt x="38744" y="31163"/>
                    <a:pt x="38660" y="30910"/>
                    <a:pt x="38575" y="30714"/>
                  </a:cubicBezTo>
                  <a:lnTo>
                    <a:pt x="38575" y="30714"/>
                  </a:lnTo>
                  <a:cubicBezTo>
                    <a:pt x="38519" y="30910"/>
                    <a:pt x="38688" y="31219"/>
                    <a:pt x="38575" y="31500"/>
                  </a:cubicBezTo>
                  <a:cubicBezTo>
                    <a:pt x="38157" y="31110"/>
                    <a:pt x="37684" y="30802"/>
                    <a:pt x="37705" y="30303"/>
                  </a:cubicBezTo>
                  <a:lnTo>
                    <a:pt x="37705" y="30303"/>
                  </a:lnTo>
                  <a:lnTo>
                    <a:pt x="37649" y="31444"/>
                  </a:lnTo>
                  <a:cubicBezTo>
                    <a:pt x="37424" y="31360"/>
                    <a:pt x="36835" y="31472"/>
                    <a:pt x="36751" y="31247"/>
                  </a:cubicBezTo>
                  <a:lnTo>
                    <a:pt x="36751" y="31247"/>
                  </a:lnTo>
                  <a:cubicBezTo>
                    <a:pt x="36189" y="31528"/>
                    <a:pt x="36863" y="32932"/>
                    <a:pt x="36105" y="33269"/>
                  </a:cubicBezTo>
                  <a:cubicBezTo>
                    <a:pt x="36189" y="33381"/>
                    <a:pt x="36217" y="33521"/>
                    <a:pt x="36189" y="33662"/>
                  </a:cubicBezTo>
                  <a:cubicBezTo>
                    <a:pt x="35712" y="34111"/>
                    <a:pt x="34813" y="34223"/>
                    <a:pt x="34982" y="35290"/>
                  </a:cubicBezTo>
                  <a:lnTo>
                    <a:pt x="33915" y="35094"/>
                  </a:lnTo>
                  <a:lnTo>
                    <a:pt x="33915" y="35094"/>
                  </a:lnTo>
                  <a:cubicBezTo>
                    <a:pt x="33747" y="35711"/>
                    <a:pt x="35291" y="35318"/>
                    <a:pt x="34982" y="36385"/>
                  </a:cubicBezTo>
                  <a:cubicBezTo>
                    <a:pt x="34937" y="36589"/>
                    <a:pt x="34855" y="36663"/>
                    <a:pt x="34751" y="36663"/>
                  </a:cubicBezTo>
                  <a:cubicBezTo>
                    <a:pt x="34481" y="36663"/>
                    <a:pt x="34065" y="36158"/>
                    <a:pt x="33779" y="36158"/>
                  </a:cubicBezTo>
                  <a:cubicBezTo>
                    <a:pt x="33768" y="36158"/>
                    <a:pt x="33757" y="36159"/>
                    <a:pt x="33747" y="36160"/>
                  </a:cubicBezTo>
                  <a:cubicBezTo>
                    <a:pt x="33943" y="36722"/>
                    <a:pt x="34420" y="37845"/>
                    <a:pt x="33354" y="37901"/>
                  </a:cubicBezTo>
                  <a:cubicBezTo>
                    <a:pt x="33354" y="37620"/>
                    <a:pt x="33550" y="37564"/>
                    <a:pt x="33634" y="37368"/>
                  </a:cubicBezTo>
                  <a:lnTo>
                    <a:pt x="33634" y="37368"/>
                  </a:lnTo>
                  <a:lnTo>
                    <a:pt x="32876" y="37452"/>
                  </a:lnTo>
                  <a:cubicBezTo>
                    <a:pt x="32539" y="36413"/>
                    <a:pt x="33017" y="36245"/>
                    <a:pt x="32118" y="36188"/>
                  </a:cubicBezTo>
                  <a:lnTo>
                    <a:pt x="32118" y="36188"/>
                  </a:lnTo>
                  <a:cubicBezTo>
                    <a:pt x="33634" y="37368"/>
                    <a:pt x="31108" y="37873"/>
                    <a:pt x="32596" y="39052"/>
                  </a:cubicBezTo>
                  <a:lnTo>
                    <a:pt x="32062" y="39080"/>
                  </a:lnTo>
                  <a:cubicBezTo>
                    <a:pt x="32146" y="39024"/>
                    <a:pt x="32062" y="38940"/>
                    <a:pt x="32146" y="38884"/>
                  </a:cubicBezTo>
                  <a:cubicBezTo>
                    <a:pt x="31023" y="38884"/>
                    <a:pt x="32961" y="40091"/>
                    <a:pt x="32231" y="40596"/>
                  </a:cubicBezTo>
                  <a:cubicBezTo>
                    <a:pt x="32111" y="40668"/>
                    <a:pt x="31982" y="40709"/>
                    <a:pt x="31866" y="40709"/>
                  </a:cubicBezTo>
                  <a:cubicBezTo>
                    <a:pt x="31709" y="40709"/>
                    <a:pt x="31577" y="40633"/>
                    <a:pt x="31529" y="40456"/>
                  </a:cubicBezTo>
                  <a:lnTo>
                    <a:pt x="31529" y="41270"/>
                  </a:lnTo>
                  <a:cubicBezTo>
                    <a:pt x="31500" y="41299"/>
                    <a:pt x="31467" y="41311"/>
                    <a:pt x="31434" y="41311"/>
                  </a:cubicBezTo>
                  <a:cubicBezTo>
                    <a:pt x="31343" y="41311"/>
                    <a:pt x="31255" y="41215"/>
                    <a:pt x="31260" y="41129"/>
                  </a:cubicBezTo>
                  <a:lnTo>
                    <a:pt x="31260" y="41129"/>
                  </a:lnTo>
                  <a:lnTo>
                    <a:pt x="30827" y="41944"/>
                  </a:lnTo>
                  <a:lnTo>
                    <a:pt x="30799" y="41888"/>
                  </a:lnTo>
                  <a:lnTo>
                    <a:pt x="30799" y="41888"/>
                  </a:lnTo>
                  <a:cubicBezTo>
                    <a:pt x="30939" y="42225"/>
                    <a:pt x="31080" y="42589"/>
                    <a:pt x="31192" y="42983"/>
                  </a:cubicBezTo>
                  <a:cubicBezTo>
                    <a:pt x="31173" y="42984"/>
                    <a:pt x="31156" y="42985"/>
                    <a:pt x="31140" y="42985"/>
                  </a:cubicBezTo>
                  <a:cubicBezTo>
                    <a:pt x="30855" y="42985"/>
                    <a:pt x="31094" y="42752"/>
                    <a:pt x="30855" y="42646"/>
                  </a:cubicBezTo>
                  <a:lnTo>
                    <a:pt x="30855" y="42646"/>
                  </a:lnTo>
                  <a:lnTo>
                    <a:pt x="30911" y="43376"/>
                  </a:lnTo>
                  <a:cubicBezTo>
                    <a:pt x="30406" y="43291"/>
                    <a:pt x="30209" y="42702"/>
                    <a:pt x="30546" y="42337"/>
                  </a:cubicBezTo>
                  <a:cubicBezTo>
                    <a:pt x="30170" y="42186"/>
                    <a:pt x="29953" y="42125"/>
                    <a:pt x="29833" y="42125"/>
                  </a:cubicBezTo>
                  <a:cubicBezTo>
                    <a:pt x="29371" y="42125"/>
                    <a:pt x="30334" y="43029"/>
                    <a:pt x="29086" y="43207"/>
                  </a:cubicBezTo>
                  <a:lnTo>
                    <a:pt x="29227" y="42646"/>
                  </a:lnTo>
                  <a:cubicBezTo>
                    <a:pt x="28953" y="42545"/>
                    <a:pt x="28754" y="42507"/>
                    <a:pt x="28593" y="42507"/>
                  </a:cubicBezTo>
                  <a:cubicBezTo>
                    <a:pt x="28126" y="42507"/>
                    <a:pt x="27986" y="42828"/>
                    <a:pt x="27318" y="42870"/>
                  </a:cubicBezTo>
                  <a:cubicBezTo>
                    <a:pt x="27682" y="42983"/>
                    <a:pt x="29395" y="42954"/>
                    <a:pt x="29395" y="43741"/>
                  </a:cubicBezTo>
                  <a:cubicBezTo>
                    <a:pt x="29199" y="43769"/>
                    <a:pt x="29002" y="43909"/>
                    <a:pt x="29114" y="44386"/>
                  </a:cubicBezTo>
                  <a:cubicBezTo>
                    <a:pt x="28934" y="44260"/>
                    <a:pt x="28806" y="44209"/>
                    <a:pt x="28709" y="44209"/>
                  </a:cubicBezTo>
                  <a:cubicBezTo>
                    <a:pt x="28502" y="44209"/>
                    <a:pt x="28434" y="44438"/>
                    <a:pt x="28300" y="44667"/>
                  </a:cubicBezTo>
                  <a:lnTo>
                    <a:pt x="27598" y="44106"/>
                  </a:lnTo>
                  <a:lnTo>
                    <a:pt x="27598" y="44106"/>
                  </a:lnTo>
                  <a:cubicBezTo>
                    <a:pt x="27542" y="44611"/>
                    <a:pt x="27907" y="44864"/>
                    <a:pt x="28076" y="45313"/>
                  </a:cubicBezTo>
                  <a:cubicBezTo>
                    <a:pt x="27980" y="45400"/>
                    <a:pt x="27863" y="45436"/>
                    <a:pt x="27731" y="45436"/>
                  </a:cubicBezTo>
                  <a:cubicBezTo>
                    <a:pt x="27396" y="45436"/>
                    <a:pt x="26970" y="45205"/>
                    <a:pt x="26588" y="45004"/>
                  </a:cubicBezTo>
                  <a:lnTo>
                    <a:pt x="26588" y="45004"/>
                  </a:lnTo>
                  <a:cubicBezTo>
                    <a:pt x="25998" y="45537"/>
                    <a:pt x="27795" y="45285"/>
                    <a:pt x="27374" y="46099"/>
                  </a:cubicBezTo>
                  <a:cubicBezTo>
                    <a:pt x="26700" y="46380"/>
                    <a:pt x="26728" y="46969"/>
                    <a:pt x="26700" y="47896"/>
                  </a:cubicBezTo>
                  <a:cubicBezTo>
                    <a:pt x="26631" y="47918"/>
                    <a:pt x="26573" y="47927"/>
                    <a:pt x="26524" y="47927"/>
                  </a:cubicBezTo>
                  <a:cubicBezTo>
                    <a:pt x="26195" y="47927"/>
                    <a:pt x="26267" y="47499"/>
                    <a:pt x="25998" y="47475"/>
                  </a:cubicBezTo>
                  <a:lnTo>
                    <a:pt x="25998" y="47475"/>
                  </a:lnTo>
                  <a:lnTo>
                    <a:pt x="26307" y="48233"/>
                  </a:lnTo>
                  <a:cubicBezTo>
                    <a:pt x="26295" y="48240"/>
                    <a:pt x="26282" y="48244"/>
                    <a:pt x="26269" y="48244"/>
                  </a:cubicBezTo>
                  <a:cubicBezTo>
                    <a:pt x="26185" y="48244"/>
                    <a:pt x="26071" y="48109"/>
                    <a:pt x="25998" y="48036"/>
                  </a:cubicBezTo>
                  <a:lnTo>
                    <a:pt x="25998" y="48036"/>
                  </a:lnTo>
                  <a:cubicBezTo>
                    <a:pt x="25998" y="48485"/>
                    <a:pt x="26700" y="48626"/>
                    <a:pt x="26559" y="49187"/>
                  </a:cubicBezTo>
                  <a:cubicBezTo>
                    <a:pt x="27261" y="49917"/>
                    <a:pt x="24735" y="49131"/>
                    <a:pt x="25212" y="50338"/>
                  </a:cubicBezTo>
                  <a:cubicBezTo>
                    <a:pt x="24931" y="50282"/>
                    <a:pt x="24847" y="49917"/>
                    <a:pt x="24510" y="49749"/>
                  </a:cubicBezTo>
                  <a:lnTo>
                    <a:pt x="24510" y="49749"/>
                  </a:lnTo>
                  <a:cubicBezTo>
                    <a:pt x="24538" y="50900"/>
                    <a:pt x="24454" y="50675"/>
                    <a:pt x="24791" y="51854"/>
                  </a:cubicBezTo>
                  <a:lnTo>
                    <a:pt x="23920" y="51966"/>
                  </a:lnTo>
                  <a:cubicBezTo>
                    <a:pt x="24735" y="52023"/>
                    <a:pt x="24987" y="52977"/>
                    <a:pt x="25184" y="53791"/>
                  </a:cubicBezTo>
                  <a:cubicBezTo>
                    <a:pt x="25465" y="53876"/>
                    <a:pt x="25745" y="53932"/>
                    <a:pt x="26026" y="53960"/>
                  </a:cubicBezTo>
                  <a:lnTo>
                    <a:pt x="25886" y="54914"/>
                  </a:lnTo>
                  <a:cubicBezTo>
                    <a:pt x="25689" y="54914"/>
                    <a:pt x="25521" y="54634"/>
                    <a:pt x="25296" y="54297"/>
                  </a:cubicBezTo>
                  <a:lnTo>
                    <a:pt x="25296" y="54297"/>
                  </a:lnTo>
                  <a:cubicBezTo>
                    <a:pt x="25324" y="54381"/>
                    <a:pt x="25352" y="54465"/>
                    <a:pt x="25380" y="54549"/>
                  </a:cubicBezTo>
                  <a:cubicBezTo>
                    <a:pt x="25367" y="54550"/>
                    <a:pt x="25354" y="54551"/>
                    <a:pt x="25341" y="54551"/>
                  </a:cubicBezTo>
                  <a:cubicBezTo>
                    <a:pt x="24913" y="54551"/>
                    <a:pt x="24615" y="54114"/>
                    <a:pt x="24370" y="53651"/>
                  </a:cubicBezTo>
                  <a:lnTo>
                    <a:pt x="24370" y="53651"/>
                  </a:lnTo>
                  <a:cubicBezTo>
                    <a:pt x="24566" y="53679"/>
                    <a:pt x="24791" y="53707"/>
                    <a:pt x="24987" y="53763"/>
                  </a:cubicBezTo>
                  <a:cubicBezTo>
                    <a:pt x="24707" y="53258"/>
                    <a:pt x="24342" y="52781"/>
                    <a:pt x="23892" y="52444"/>
                  </a:cubicBezTo>
                  <a:lnTo>
                    <a:pt x="23892" y="52444"/>
                  </a:lnTo>
                  <a:cubicBezTo>
                    <a:pt x="23949" y="52556"/>
                    <a:pt x="23949" y="52668"/>
                    <a:pt x="23920" y="52781"/>
                  </a:cubicBezTo>
                  <a:cubicBezTo>
                    <a:pt x="23864" y="52668"/>
                    <a:pt x="23780" y="52584"/>
                    <a:pt x="23668" y="52500"/>
                  </a:cubicBezTo>
                  <a:cubicBezTo>
                    <a:pt x="23662" y="52498"/>
                    <a:pt x="23658" y="52497"/>
                    <a:pt x="23654" y="52497"/>
                  </a:cubicBezTo>
                  <a:cubicBezTo>
                    <a:pt x="23595" y="52497"/>
                    <a:pt x="23675" y="52683"/>
                    <a:pt x="23780" y="52893"/>
                  </a:cubicBezTo>
                  <a:lnTo>
                    <a:pt x="22882" y="52416"/>
                  </a:lnTo>
                  <a:lnTo>
                    <a:pt x="23162" y="52696"/>
                  </a:lnTo>
                  <a:cubicBezTo>
                    <a:pt x="22797" y="52837"/>
                    <a:pt x="22404" y="52977"/>
                    <a:pt x="22011" y="53146"/>
                  </a:cubicBezTo>
                  <a:cubicBezTo>
                    <a:pt x="22292" y="54353"/>
                    <a:pt x="23022" y="55813"/>
                    <a:pt x="22545" y="57020"/>
                  </a:cubicBezTo>
                  <a:cubicBezTo>
                    <a:pt x="22180" y="56318"/>
                    <a:pt x="21675" y="56206"/>
                    <a:pt x="21029" y="55644"/>
                  </a:cubicBezTo>
                  <a:lnTo>
                    <a:pt x="21029" y="55644"/>
                  </a:lnTo>
                  <a:cubicBezTo>
                    <a:pt x="21129" y="55682"/>
                    <a:pt x="21210" y="55699"/>
                    <a:pt x="21276" y="55699"/>
                  </a:cubicBezTo>
                  <a:cubicBezTo>
                    <a:pt x="21800" y="55699"/>
                    <a:pt x="21379" y="54639"/>
                    <a:pt x="21859" y="54305"/>
                  </a:cubicBezTo>
                  <a:lnTo>
                    <a:pt x="21859" y="54305"/>
                  </a:lnTo>
                  <a:cubicBezTo>
                    <a:pt x="21802" y="54341"/>
                    <a:pt x="21746" y="54357"/>
                    <a:pt x="21691" y="54357"/>
                  </a:cubicBezTo>
                  <a:cubicBezTo>
                    <a:pt x="21479" y="54357"/>
                    <a:pt x="21297" y="54126"/>
                    <a:pt x="21253" y="54016"/>
                  </a:cubicBezTo>
                  <a:lnTo>
                    <a:pt x="21169" y="55420"/>
                  </a:lnTo>
                  <a:cubicBezTo>
                    <a:pt x="20941" y="55216"/>
                    <a:pt x="20805" y="55155"/>
                    <a:pt x="20692" y="55155"/>
                  </a:cubicBezTo>
                  <a:cubicBezTo>
                    <a:pt x="20540" y="55155"/>
                    <a:pt x="20428" y="55263"/>
                    <a:pt x="20187" y="55279"/>
                  </a:cubicBezTo>
                  <a:cubicBezTo>
                    <a:pt x="21422" y="56037"/>
                    <a:pt x="20383" y="56543"/>
                    <a:pt x="20411" y="57160"/>
                  </a:cubicBezTo>
                  <a:cubicBezTo>
                    <a:pt x="20046" y="56880"/>
                    <a:pt x="19737" y="56486"/>
                    <a:pt x="20187" y="56150"/>
                  </a:cubicBezTo>
                  <a:cubicBezTo>
                    <a:pt x="20118" y="56137"/>
                    <a:pt x="20060" y="56131"/>
                    <a:pt x="20011" y="56131"/>
                  </a:cubicBezTo>
                  <a:cubicBezTo>
                    <a:pt x="19217" y="56131"/>
                    <a:pt x="20783" y="57699"/>
                    <a:pt x="19963" y="57699"/>
                  </a:cubicBezTo>
                  <a:cubicBezTo>
                    <a:pt x="19937" y="57699"/>
                    <a:pt x="19909" y="57697"/>
                    <a:pt x="19878" y="57694"/>
                  </a:cubicBezTo>
                  <a:cubicBezTo>
                    <a:pt x="19962" y="57581"/>
                    <a:pt x="20046" y="57581"/>
                    <a:pt x="19906" y="57385"/>
                  </a:cubicBezTo>
                  <a:lnTo>
                    <a:pt x="19906" y="57385"/>
                  </a:lnTo>
                  <a:cubicBezTo>
                    <a:pt x="19985" y="57740"/>
                    <a:pt x="19633" y="58040"/>
                    <a:pt x="19349" y="58040"/>
                  </a:cubicBezTo>
                  <a:cubicBezTo>
                    <a:pt x="19229" y="58040"/>
                    <a:pt x="19122" y="57987"/>
                    <a:pt x="19064" y="57862"/>
                  </a:cubicBezTo>
                  <a:lnTo>
                    <a:pt x="19148" y="57750"/>
                  </a:lnTo>
                  <a:lnTo>
                    <a:pt x="19148" y="57750"/>
                  </a:lnTo>
                  <a:cubicBezTo>
                    <a:pt x="18446" y="58339"/>
                    <a:pt x="17351" y="59827"/>
                    <a:pt x="18165" y="60698"/>
                  </a:cubicBezTo>
                  <a:cubicBezTo>
                    <a:pt x="17772" y="60333"/>
                    <a:pt x="17379" y="59912"/>
                    <a:pt x="17014" y="59490"/>
                  </a:cubicBezTo>
                  <a:lnTo>
                    <a:pt x="17014" y="59490"/>
                  </a:lnTo>
                  <a:lnTo>
                    <a:pt x="19007" y="63337"/>
                  </a:lnTo>
                  <a:cubicBezTo>
                    <a:pt x="18306" y="62579"/>
                    <a:pt x="16116" y="61372"/>
                    <a:pt x="16172" y="60445"/>
                  </a:cubicBezTo>
                  <a:lnTo>
                    <a:pt x="16172" y="60445"/>
                  </a:lnTo>
                  <a:cubicBezTo>
                    <a:pt x="15807" y="60473"/>
                    <a:pt x="15554" y="60810"/>
                    <a:pt x="15582" y="61175"/>
                  </a:cubicBezTo>
                  <a:cubicBezTo>
                    <a:pt x="15587" y="61174"/>
                    <a:pt x="15591" y="61174"/>
                    <a:pt x="15596" y="61174"/>
                  </a:cubicBezTo>
                  <a:cubicBezTo>
                    <a:pt x="15850" y="61174"/>
                    <a:pt x="16957" y="61881"/>
                    <a:pt x="16902" y="62073"/>
                  </a:cubicBezTo>
                  <a:cubicBezTo>
                    <a:pt x="16284" y="61905"/>
                    <a:pt x="16109" y="61877"/>
                    <a:pt x="15937" y="61877"/>
                  </a:cubicBezTo>
                  <a:cubicBezTo>
                    <a:pt x="15851" y="61877"/>
                    <a:pt x="15766" y="61884"/>
                    <a:pt x="15627" y="61884"/>
                  </a:cubicBezTo>
                  <a:cubicBezTo>
                    <a:pt x="15495" y="61884"/>
                    <a:pt x="15316" y="61878"/>
                    <a:pt x="15043" y="61853"/>
                  </a:cubicBezTo>
                  <a:lnTo>
                    <a:pt x="15043" y="61853"/>
                  </a:lnTo>
                  <a:cubicBezTo>
                    <a:pt x="15402" y="61938"/>
                    <a:pt x="16355" y="63067"/>
                    <a:pt x="16088" y="63281"/>
                  </a:cubicBezTo>
                  <a:cubicBezTo>
                    <a:pt x="15955" y="63095"/>
                    <a:pt x="14997" y="62359"/>
                    <a:pt x="14867" y="62112"/>
                  </a:cubicBezTo>
                  <a:lnTo>
                    <a:pt x="14867" y="62112"/>
                  </a:lnTo>
                  <a:lnTo>
                    <a:pt x="15441" y="63680"/>
                  </a:lnTo>
                  <a:lnTo>
                    <a:pt x="15441" y="63680"/>
                  </a:lnTo>
                  <a:cubicBezTo>
                    <a:pt x="15264" y="63317"/>
                    <a:pt x="14454" y="62822"/>
                    <a:pt x="14010" y="62691"/>
                  </a:cubicBezTo>
                  <a:lnTo>
                    <a:pt x="14010" y="62691"/>
                  </a:lnTo>
                  <a:cubicBezTo>
                    <a:pt x="14319" y="62831"/>
                    <a:pt x="13505" y="63224"/>
                    <a:pt x="13449" y="63505"/>
                  </a:cubicBezTo>
                  <a:lnTo>
                    <a:pt x="13982" y="63477"/>
                  </a:lnTo>
                  <a:lnTo>
                    <a:pt x="13982" y="63477"/>
                  </a:lnTo>
                  <a:cubicBezTo>
                    <a:pt x="13140" y="64039"/>
                    <a:pt x="14993" y="65667"/>
                    <a:pt x="14291" y="66341"/>
                  </a:cubicBezTo>
                  <a:cubicBezTo>
                    <a:pt x="14136" y="66057"/>
                    <a:pt x="13155" y="64994"/>
                    <a:pt x="12625" y="64994"/>
                  </a:cubicBezTo>
                  <a:cubicBezTo>
                    <a:pt x="12577" y="64994"/>
                    <a:pt x="12533" y="65003"/>
                    <a:pt x="12494" y="65021"/>
                  </a:cubicBezTo>
                  <a:cubicBezTo>
                    <a:pt x="12971" y="65723"/>
                    <a:pt x="14740" y="68362"/>
                    <a:pt x="14600" y="69429"/>
                  </a:cubicBezTo>
                  <a:lnTo>
                    <a:pt x="14150" y="69232"/>
                  </a:lnTo>
                  <a:lnTo>
                    <a:pt x="14094" y="70103"/>
                  </a:lnTo>
                  <a:cubicBezTo>
                    <a:pt x="13280" y="68531"/>
                    <a:pt x="12578" y="66930"/>
                    <a:pt x="12017" y="65246"/>
                  </a:cubicBezTo>
                  <a:cubicBezTo>
                    <a:pt x="11994" y="65247"/>
                    <a:pt x="11973" y="65248"/>
                    <a:pt x="11952" y="65248"/>
                  </a:cubicBezTo>
                  <a:cubicBezTo>
                    <a:pt x="11712" y="65248"/>
                    <a:pt x="11615" y="65168"/>
                    <a:pt x="11523" y="65168"/>
                  </a:cubicBezTo>
                  <a:cubicBezTo>
                    <a:pt x="11448" y="65168"/>
                    <a:pt x="11375" y="65221"/>
                    <a:pt x="11231" y="65414"/>
                  </a:cubicBezTo>
                  <a:cubicBezTo>
                    <a:pt x="10782" y="65246"/>
                    <a:pt x="10922" y="64740"/>
                    <a:pt x="11006" y="64600"/>
                  </a:cubicBezTo>
                  <a:lnTo>
                    <a:pt x="11006" y="64600"/>
                  </a:lnTo>
                  <a:lnTo>
                    <a:pt x="9967" y="65358"/>
                  </a:lnTo>
                  <a:cubicBezTo>
                    <a:pt x="10697" y="65948"/>
                    <a:pt x="10024" y="66734"/>
                    <a:pt x="10641" y="67211"/>
                  </a:cubicBezTo>
                  <a:lnTo>
                    <a:pt x="10838" y="65527"/>
                  </a:lnTo>
                  <a:cubicBezTo>
                    <a:pt x="11568" y="66116"/>
                    <a:pt x="12269" y="67913"/>
                    <a:pt x="11540" y="68474"/>
                  </a:cubicBezTo>
                  <a:cubicBezTo>
                    <a:pt x="11118" y="68390"/>
                    <a:pt x="10417" y="67239"/>
                    <a:pt x="10192" y="67015"/>
                  </a:cubicBezTo>
                  <a:lnTo>
                    <a:pt x="10192" y="67015"/>
                  </a:lnTo>
                  <a:cubicBezTo>
                    <a:pt x="10323" y="67302"/>
                    <a:pt x="10088" y="67980"/>
                    <a:pt x="9873" y="67980"/>
                  </a:cubicBezTo>
                  <a:cubicBezTo>
                    <a:pt x="9858" y="67980"/>
                    <a:pt x="9842" y="67977"/>
                    <a:pt x="9827" y="67969"/>
                  </a:cubicBezTo>
                  <a:lnTo>
                    <a:pt x="9715" y="67351"/>
                  </a:lnTo>
                  <a:lnTo>
                    <a:pt x="9715" y="67351"/>
                  </a:lnTo>
                  <a:cubicBezTo>
                    <a:pt x="9160" y="67483"/>
                    <a:pt x="9971" y="68658"/>
                    <a:pt x="9183" y="68658"/>
                  </a:cubicBezTo>
                  <a:cubicBezTo>
                    <a:pt x="9133" y="68658"/>
                    <a:pt x="9077" y="68653"/>
                    <a:pt x="9013" y="68643"/>
                  </a:cubicBezTo>
                  <a:cubicBezTo>
                    <a:pt x="8991" y="68655"/>
                    <a:pt x="8958" y="68660"/>
                    <a:pt x="8917" y="68660"/>
                  </a:cubicBezTo>
                  <a:cubicBezTo>
                    <a:pt x="8699" y="68660"/>
                    <a:pt x="8255" y="68513"/>
                    <a:pt x="8078" y="68513"/>
                  </a:cubicBezTo>
                  <a:cubicBezTo>
                    <a:pt x="7987" y="68513"/>
                    <a:pt x="7967" y="68552"/>
                    <a:pt x="8086" y="68671"/>
                  </a:cubicBezTo>
                  <a:cubicBezTo>
                    <a:pt x="9097" y="69148"/>
                    <a:pt x="11596" y="71366"/>
                    <a:pt x="12045" y="72068"/>
                  </a:cubicBezTo>
                  <a:cubicBezTo>
                    <a:pt x="11981" y="72068"/>
                    <a:pt x="11495" y="72105"/>
                    <a:pt x="10985" y="72105"/>
                  </a:cubicBezTo>
                  <a:cubicBezTo>
                    <a:pt x="10603" y="72105"/>
                    <a:pt x="10208" y="72084"/>
                    <a:pt x="9967" y="72012"/>
                  </a:cubicBezTo>
                  <a:cubicBezTo>
                    <a:pt x="9125" y="71675"/>
                    <a:pt x="8872" y="70243"/>
                    <a:pt x="8114" y="69962"/>
                  </a:cubicBezTo>
                  <a:lnTo>
                    <a:pt x="8114" y="69962"/>
                  </a:lnTo>
                  <a:cubicBezTo>
                    <a:pt x="8311" y="70159"/>
                    <a:pt x="8423" y="70412"/>
                    <a:pt x="8479" y="70664"/>
                  </a:cubicBezTo>
                  <a:cubicBezTo>
                    <a:pt x="8249" y="70664"/>
                    <a:pt x="8066" y="70321"/>
                    <a:pt x="7894" y="70321"/>
                  </a:cubicBezTo>
                  <a:cubicBezTo>
                    <a:pt x="7836" y="70321"/>
                    <a:pt x="7779" y="70361"/>
                    <a:pt x="7721" y="70468"/>
                  </a:cubicBezTo>
                  <a:cubicBezTo>
                    <a:pt x="8367" y="71170"/>
                    <a:pt x="7020" y="71113"/>
                    <a:pt x="8171" y="71198"/>
                  </a:cubicBezTo>
                  <a:cubicBezTo>
                    <a:pt x="8030" y="71703"/>
                    <a:pt x="7693" y="71422"/>
                    <a:pt x="7328" y="71843"/>
                  </a:cubicBezTo>
                  <a:cubicBezTo>
                    <a:pt x="7918" y="72152"/>
                    <a:pt x="8536" y="73640"/>
                    <a:pt x="8423" y="74174"/>
                  </a:cubicBezTo>
                  <a:cubicBezTo>
                    <a:pt x="8227" y="74005"/>
                    <a:pt x="8030" y="73865"/>
                    <a:pt x="7806" y="73781"/>
                  </a:cubicBezTo>
                  <a:cubicBezTo>
                    <a:pt x="7076" y="74426"/>
                    <a:pt x="6402" y="74482"/>
                    <a:pt x="5784" y="75128"/>
                  </a:cubicBezTo>
                  <a:cubicBezTo>
                    <a:pt x="5560" y="75016"/>
                    <a:pt x="5054" y="75128"/>
                    <a:pt x="4886" y="74735"/>
                  </a:cubicBezTo>
                  <a:lnTo>
                    <a:pt x="4886" y="74735"/>
                  </a:lnTo>
                  <a:cubicBezTo>
                    <a:pt x="4914" y="74932"/>
                    <a:pt x="5082" y="75240"/>
                    <a:pt x="4886" y="75465"/>
                  </a:cubicBezTo>
                  <a:cubicBezTo>
                    <a:pt x="3931" y="75269"/>
                    <a:pt x="5223" y="74932"/>
                    <a:pt x="4240" y="74539"/>
                  </a:cubicBezTo>
                  <a:lnTo>
                    <a:pt x="4240" y="74539"/>
                  </a:lnTo>
                  <a:cubicBezTo>
                    <a:pt x="4605" y="74932"/>
                    <a:pt x="4296" y="75577"/>
                    <a:pt x="4268" y="76083"/>
                  </a:cubicBezTo>
                  <a:cubicBezTo>
                    <a:pt x="4403" y="76185"/>
                    <a:pt x="4512" y="76228"/>
                    <a:pt x="4602" y="76228"/>
                  </a:cubicBezTo>
                  <a:cubicBezTo>
                    <a:pt x="4981" y="76228"/>
                    <a:pt x="5004" y="75453"/>
                    <a:pt x="5026" y="75044"/>
                  </a:cubicBezTo>
                  <a:cubicBezTo>
                    <a:pt x="5897" y="75886"/>
                    <a:pt x="6262" y="77093"/>
                    <a:pt x="6037" y="78273"/>
                  </a:cubicBezTo>
                  <a:cubicBezTo>
                    <a:pt x="5954" y="78468"/>
                    <a:pt x="5861" y="78537"/>
                    <a:pt x="5770" y="78537"/>
                  </a:cubicBezTo>
                  <a:cubicBezTo>
                    <a:pt x="5556" y="78537"/>
                    <a:pt x="5352" y="78156"/>
                    <a:pt x="5312" y="78156"/>
                  </a:cubicBezTo>
                  <a:cubicBezTo>
                    <a:pt x="5306" y="78156"/>
                    <a:pt x="5304" y="78166"/>
                    <a:pt x="5307" y="78188"/>
                  </a:cubicBezTo>
                  <a:cubicBezTo>
                    <a:pt x="4184" y="79031"/>
                    <a:pt x="5953" y="80490"/>
                    <a:pt x="4521" y="80715"/>
                  </a:cubicBezTo>
                  <a:cubicBezTo>
                    <a:pt x="3651" y="80518"/>
                    <a:pt x="3426" y="79676"/>
                    <a:pt x="2977" y="79367"/>
                  </a:cubicBezTo>
                  <a:cubicBezTo>
                    <a:pt x="3201" y="78722"/>
                    <a:pt x="3987" y="79059"/>
                    <a:pt x="4240" y="78722"/>
                  </a:cubicBezTo>
                  <a:lnTo>
                    <a:pt x="4240" y="78722"/>
                  </a:lnTo>
                  <a:lnTo>
                    <a:pt x="3623" y="78834"/>
                  </a:lnTo>
                  <a:cubicBezTo>
                    <a:pt x="3594" y="78525"/>
                    <a:pt x="3735" y="78104"/>
                    <a:pt x="4044" y="78104"/>
                  </a:cubicBezTo>
                  <a:cubicBezTo>
                    <a:pt x="4005" y="78094"/>
                    <a:pt x="3966" y="78089"/>
                    <a:pt x="3926" y="78089"/>
                  </a:cubicBezTo>
                  <a:cubicBezTo>
                    <a:pt x="3205" y="78089"/>
                    <a:pt x="2213" y="79694"/>
                    <a:pt x="1096" y="80013"/>
                  </a:cubicBezTo>
                  <a:cubicBezTo>
                    <a:pt x="1124" y="80322"/>
                    <a:pt x="1096" y="80743"/>
                    <a:pt x="1405" y="80827"/>
                  </a:cubicBezTo>
                  <a:lnTo>
                    <a:pt x="1573" y="80518"/>
                  </a:lnTo>
                  <a:cubicBezTo>
                    <a:pt x="2179" y="80729"/>
                    <a:pt x="1772" y="81483"/>
                    <a:pt x="2136" y="81483"/>
                  </a:cubicBezTo>
                  <a:cubicBezTo>
                    <a:pt x="2160" y="81483"/>
                    <a:pt x="2187" y="81480"/>
                    <a:pt x="2219" y="81473"/>
                  </a:cubicBezTo>
                  <a:lnTo>
                    <a:pt x="2219" y="81473"/>
                  </a:lnTo>
                  <a:cubicBezTo>
                    <a:pt x="2191" y="82091"/>
                    <a:pt x="2303" y="82933"/>
                    <a:pt x="1601" y="83158"/>
                  </a:cubicBezTo>
                  <a:lnTo>
                    <a:pt x="924" y="82643"/>
                  </a:lnTo>
                  <a:lnTo>
                    <a:pt x="924" y="82643"/>
                  </a:lnTo>
                  <a:cubicBezTo>
                    <a:pt x="984" y="82683"/>
                    <a:pt x="1062" y="82702"/>
                    <a:pt x="1143" y="82702"/>
                  </a:cubicBezTo>
                  <a:cubicBezTo>
                    <a:pt x="1343" y="82702"/>
                    <a:pt x="1555" y="82583"/>
                    <a:pt x="1517" y="82371"/>
                  </a:cubicBezTo>
                  <a:lnTo>
                    <a:pt x="1517" y="82371"/>
                  </a:lnTo>
                  <a:cubicBezTo>
                    <a:pt x="1573" y="82849"/>
                    <a:pt x="1" y="82259"/>
                    <a:pt x="562" y="83270"/>
                  </a:cubicBezTo>
                  <a:lnTo>
                    <a:pt x="1320" y="83354"/>
                  </a:lnTo>
                  <a:cubicBezTo>
                    <a:pt x="1292" y="84000"/>
                    <a:pt x="1517" y="85067"/>
                    <a:pt x="927" y="85263"/>
                  </a:cubicBezTo>
                  <a:cubicBezTo>
                    <a:pt x="1160" y="85388"/>
                    <a:pt x="1257" y="85424"/>
                    <a:pt x="1305" y="85424"/>
                  </a:cubicBezTo>
                  <a:cubicBezTo>
                    <a:pt x="1370" y="85424"/>
                    <a:pt x="1340" y="85355"/>
                    <a:pt x="1438" y="85355"/>
                  </a:cubicBezTo>
                  <a:cubicBezTo>
                    <a:pt x="1509" y="85355"/>
                    <a:pt x="1647" y="85391"/>
                    <a:pt x="1938" y="85516"/>
                  </a:cubicBezTo>
                  <a:cubicBezTo>
                    <a:pt x="884" y="84936"/>
                    <a:pt x="2772" y="84555"/>
                    <a:pt x="1919" y="84092"/>
                  </a:cubicBezTo>
                  <a:lnTo>
                    <a:pt x="1919" y="84092"/>
                  </a:lnTo>
                  <a:cubicBezTo>
                    <a:pt x="2129" y="84177"/>
                    <a:pt x="2279" y="84207"/>
                    <a:pt x="2400" y="84207"/>
                  </a:cubicBezTo>
                  <a:cubicBezTo>
                    <a:pt x="2672" y="84207"/>
                    <a:pt x="2801" y="84058"/>
                    <a:pt x="3144" y="84058"/>
                  </a:cubicBezTo>
                  <a:cubicBezTo>
                    <a:pt x="3275" y="84058"/>
                    <a:pt x="3437" y="84080"/>
                    <a:pt x="3651" y="84140"/>
                  </a:cubicBezTo>
                  <a:cubicBezTo>
                    <a:pt x="3426" y="83944"/>
                    <a:pt x="3117" y="83887"/>
                    <a:pt x="3566" y="83663"/>
                  </a:cubicBezTo>
                  <a:cubicBezTo>
                    <a:pt x="3510" y="83579"/>
                    <a:pt x="3482" y="83494"/>
                    <a:pt x="3454" y="83410"/>
                  </a:cubicBezTo>
                  <a:cubicBezTo>
                    <a:pt x="3286" y="83382"/>
                    <a:pt x="3117" y="83354"/>
                    <a:pt x="2977" y="83270"/>
                  </a:cubicBezTo>
                  <a:cubicBezTo>
                    <a:pt x="2696" y="82624"/>
                    <a:pt x="3229" y="82119"/>
                    <a:pt x="3173" y="81698"/>
                  </a:cubicBezTo>
                  <a:cubicBezTo>
                    <a:pt x="3209" y="81685"/>
                    <a:pt x="3239" y="81679"/>
                    <a:pt x="3264" y="81679"/>
                  </a:cubicBezTo>
                  <a:cubicBezTo>
                    <a:pt x="3456" y="81679"/>
                    <a:pt x="3378" y="82016"/>
                    <a:pt x="3651" y="82091"/>
                  </a:cubicBezTo>
                  <a:lnTo>
                    <a:pt x="3566" y="81473"/>
                  </a:lnTo>
                  <a:lnTo>
                    <a:pt x="3566" y="81473"/>
                  </a:lnTo>
                  <a:cubicBezTo>
                    <a:pt x="4044" y="81866"/>
                    <a:pt x="4858" y="81670"/>
                    <a:pt x="4633" y="82400"/>
                  </a:cubicBezTo>
                  <a:lnTo>
                    <a:pt x="5082" y="81978"/>
                  </a:lnTo>
                  <a:cubicBezTo>
                    <a:pt x="5588" y="81978"/>
                    <a:pt x="6037" y="81726"/>
                    <a:pt x="6065" y="81333"/>
                  </a:cubicBezTo>
                  <a:cubicBezTo>
                    <a:pt x="6282" y="81246"/>
                    <a:pt x="6163" y="80688"/>
                    <a:pt x="6176" y="80688"/>
                  </a:cubicBezTo>
                  <a:lnTo>
                    <a:pt x="6176" y="80688"/>
                  </a:lnTo>
                  <a:cubicBezTo>
                    <a:pt x="6180" y="80688"/>
                    <a:pt x="6195" y="80735"/>
                    <a:pt x="6233" y="80855"/>
                  </a:cubicBezTo>
                  <a:lnTo>
                    <a:pt x="6626" y="79901"/>
                  </a:lnTo>
                  <a:lnTo>
                    <a:pt x="6739" y="79985"/>
                  </a:lnTo>
                  <a:cubicBezTo>
                    <a:pt x="7441" y="79367"/>
                    <a:pt x="7328" y="77879"/>
                    <a:pt x="8901" y="77879"/>
                  </a:cubicBezTo>
                  <a:cubicBezTo>
                    <a:pt x="8985" y="77486"/>
                    <a:pt x="9237" y="77121"/>
                    <a:pt x="9602" y="76925"/>
                  </a:cubicBezTo>
                  <a:lnTo>
                    <a:pt x="10080" y="77234"/>
                  </a:lnTo>
                  <a:cubicBezTo>
                    <a:pt x="10220" y="76813"/>
                    <a:pt x="11315" y="76728"/>
                    <a:pt x="11034" y="76195"/>
                  </a:cubicBezTo>
                  <a:lnTo>
                    <a:pt x="11034" y="76195"/>
                  </a:lnTo>
                  <a:cubicBezTo>
                    <a:pt x="11238" y="76301"/>
                    <a:pt x="11416" y="76347"/>
                    <a:pt x="11574" y="76347"/>
                  </a:cubicBezTo>
                  <a:cubicBezTo>
                    <a:pt x="12460" y="76347"/>
                    <a:pt x="12708" y="74909"/>
                    <a:pt x="13280" y="74623"/>
                  </a:cubicBezTo>
                  <a:lnTo>
                    <a:pt x="12775" y="74117"/>
                  </a:lnTo>
                  <a:cubicBezTo>
                    <a:pt x="13140" y="73752"/>
                    <a:pt x="13308" y="73303"/>
                    <a:pt x="13533" y="72658"/>
                  </a:cubicBezTo>
                  <a:lnTo>
                    <a:pt x="13056" y="72265"/>
                  </a:lnTo>
                  <a:cubicBezTo>
                    <a:pt x="13028" y="71535"/>
                    <a:pt x="14291" y="71563"/>
                    <a:pt x="14796" y="70917"/>
                  </a:cubicBezTo>
                  <a:lnTo>
                    <a:pt x="14796" y="70917"/>
                  </a:lnTo>
                  <a:cubicBezTo>
                    <a:pt x="14937" y="71113"/>
                    <a:pt x="14740" y="71226"/>
                    <a:pt x="14544" y="71254"/>
                  </a:cubicBezTo>
                  <a:cubicBezTo>
                    <a:pt x="14609" y="71261"/>
                    <a:pt x="14670" y="71265"/>
                    <a:pt x="14728" y="71265"/>
                  </a:cubicBezTo>
                  <a:cubicBezTo>
                    <a:pt x="16167" y="71265"/>
                    <a:pt x="15225" y="69008"/>
                    <a:pt x="16514" y="69008"/>
                  </a:cubicBezTo>
                  <a:cubicBezTo>
                    <a:pt x="16521" y="69008"/>
                    <a:pt x="16529" y="69008"/>
                    <a:pt x="16537" y="69008"/>
                  </a:cubicBezTo>
                  <a:cubicBezTo>
                    <a:pt x="16537" y="68699"/>
                    <a:pt x="16705" y="68615"/>
                    <a:pt x="16902" y="68615"/>
                  </a:cubicBezTo>
                  <a:cubicBezTo>
                    <a:pt x="16902" y="68615"/>
                    <a:pt x="16902" y="68643"/>
                    <a:pt x="16902" y="68671"/>
                  </a:cubicBezTo>
                  <a:cubicBezTo>
                    <a:pt x="16930" y="68643"/>
                    <a:pt x="16958" y="68643"/>
                    <a:pt x="16986" y="68615"/>
                  </a:cubicBezTo>
                  <a:lnTo>
                    <a:pt x="17435" y="68615"/>
                  </a:lnTo>
                  <a:cubicBezTo>
                    <a:pt x="17353" y="68582"/>
                    <a:pt x="17271" y="68568"/>
                    <a:pt x="17189" y="68568"/>
                  </a:cubicBezTo>
                  <a:cubicBezTo>
                    <a:pt x="17130" y="68568"/>
                    <a:pt x="17072" y="68575"/>
                    <a:pt x="17014" y="68587"/>
                  </a:cubicBezTo>
                  <a:cubicBezTo>
                    <a:pt x="17154" y="68362"/>
                    <a:pt x="17239" y="68138"/>
                    <a:pt x="17295" y="67885"/>
                  </a:cubicBezTo>
                  <a:lnTo>
                    <a:pt x="17856" y="68250"/>
                  </a:lnTo>
                  <a:cubicBezTo>
                    <a:pt x="17856" y="68222"/>
                    <a:pt x="17884" y="68222"/>
                    <a:pt x="17884" y="68194"/>
                  </a:cubicBezTo>
                  <a:cubicBezTo>
                    <a:pt x="18249" y="68166"/>
                    <a:pt x="17800" y="67829"/>
                    <a:pt x="17323" y="67576"/>
                  </a:cubicBezTo>
                  <a:cubicBezTo>
                    <a:pt x="17323" y="67408"/>
                    <a:pt x="17295" y="67239"/>
                    <a:pt x="17239" y="67071"/>
                  </a:cubicBezTo>
                  <a:lnTo>
                    <a:pt x="17239" y="67071"/>
                  </a:lnTo>
                  <a:cubicBezTo>
                    <a:pt x="17413" y="67173"/>
                    <a:pt x="17529" y="67213"/>
                    <a:pt x="17609" y="67213"/>
                  </a:cubicBezTo>
                  <a:cubicBezTo>
                    <a:pt x="17888" y="67213"/>
                    <a:pt x="17729" y="66732"/>
                    <a:pt x="18053" y="66732"/>
                  </a:cubicBezTo>
                  <a:cubicBezTo>
                    <a:pt x="18146" y="66732"/>
                    <a:pt x="18279" y="66772"/>
                    <a:pt x="18474" y="66874"/>
                  </a:cubicBezTo>
                  <a:cubicBezTo>
                    <a:pt x="18187" y="66405"/>
                    <a:pt x="18892" y="65743"/>
                    <a:pt x="18345" y="64932"/>
                  </a:cubicBezTo>
                  <a:lnTo>
                    <a:pt x="18345" y="64932"/>
                  </a:lnTo>
                  <a:cubicBezTo>
                    <a:pt x="18649" y="64794"/>
                    <a:pt x="18922" y="64679"/>
                    <a:pt x="18839" y="64263"/>
                  </a:cubicBezTo>
                  <a:lnTo>
                    <a:pt x="18839" y="64263"/>
                  </a:lnTo>
                  <a:lnTo>
                    <a:pt x="19569" y="64740"/>
                  </a:lnTo>
                  <a:lnTo>
                    <a:pt x="19092" y="63505"/>
                  </a:lnTo>
                  <a:lnTo>
                    <a:pt x="19092" y="63505"/>
                  </a:lnTo>
                  <a:cubicBezTo>
                    <a:pt x="19737" y="63561"/>
                    <a:pt x="20074" y="63646"/>
                    <a:pt x="20327" y="64347"/>
                  </a:cubicBezTo>
                  <a:cubicBezTo>
                    <a:pt x="20158" y="63000"/>
                    <a:pt x="20523" y="63533"/>
                    <a:pt x="20271" y="62298"/>
                  </a:cubicBezTo>
                  <a:lnTo>
                    <a:pt x="20271" y="62298"/>
                  </a:lnTo>
                  <a:lnTo>
                    <a:pt x="20664" y="62691"/>
                  </a:lnTo>
                  <a:cubicBezTo>
                    <a:pt x="20815" y="62490"/>
                    <a:pt x="20605" y="61791"/>
                    <a:pt x="20884" y="61791"/>
                  </a:cubicBezTo>
                  <a:cubicBezTo>
                    <a:pt x="20916" y="61791"/>
                    <a:pt x="20954" y="61800"/>
                    <a:pt x="21001" y="61821"/>
                  </a:cubicBezTo>
                  <a:cubicBezTo>
                    <a:pt x="21054" y="61830"/>
                    <a:pt x="21107" y="61835"/>
                    <a:pt x="21159" y="61835"/>
                  </a:cubicBezTo>
                  <a:cubicBezTo>
                    <a:pt x="21711" y="61835"/>
                    <a:pt x="22203" y="61313"/>
                    <a:pt x="22741" y="60698"/>
                  </a:cubicBezTo>
                  <a:cubicBezTo>
                    <a:pt x="23331" y="60052"/>
                    <a:pt x="23977" y="59266"/>
                    <a:pt x="24875" y="58985"/>
                  </a:cubicBezTo>
                  <a:cubicBezTo>
                    <a:pt x="23415" y="58171"/>
                    <a:pt x="25914" y="58873"/>
                    <a:pt x="24987" y="58031"/>
                  </a:cubicBezTo>
                  <a:lnTo>
                    <a:pt x="24987" y="58031"/>
                  </a:lnTo>
                  <a:cubicBezTo>
                    <a:pt x="25324" y="58199"/>
                    <a:pt x="25633" y="58171"/>
                    <a:pt x="25745" y="58564"/>
                  </a:cubicBezTo>
                  <a:cubicBezTo>
                    <a:pt x="25970" y="57694"/>
                    <a:pt x="26981" y="58031"/>
                    <a:pt x="26531" y="56908"/>
                  </a:cubicBezTo>
                  <a:lnTo>
                    <a:pt x="26531" y="56908"/>
                  </a:lnTo>
                  <a:cubicBezTo>
                    <a:pt x="26868" y="57076"/>
                    <a:pt x="26840" y="57413"/>
                    <a:pt x="27093" y="57497"/>
                  </a:cubicBezTo>
                  <a:cubicBezTo>
                    <a:pt x="27068" y="57398"/>
                    <a:pt x="27000" y="57146"/>
                    <a:pt x="27158" y="57146"/>
                  </a:cubicBezTo>
                  <a:cubicBezTo>
                    <a:pt x="27179" y="57146"/>
                    <a:pt x="27204" y="57150"/>
                    <a:pt x="27233" y="57160"/>
                  </a:cubicBezTo>
                  <a:cubicBezTo>
                    <a:pt x="27458" y="57245"/>
                    <a:pt x="27402" y="57441"/>
                    <a:pt x="27458" y="57666"/>
                  </a:cubicBezTo>
                  <a:cubicBezTo>
                    <a:pt x="27935" y="56992"/>
                    <a:pt x="27065" y="56150"/>
                    <a:pt x="26223" y="55392"/>
                  </a:cubicBezTo>
                  <a:cubicBezTo>
                    <a:pt x="26896" y="55392"/>
                    <a:pt x="26981" y="55195"/>
                    <a:pt x="26588" y="54493"/>
                  </a:cubicBezTo>
                  <a:lnTo>
                    <a:pt x="26588" y="54493"/>
                  </a:lnTo>
                  <a:cubicBezTo>
                    <a:pt x="26953" y="54605"/>
                    <a:pt x="27402" y="54662"/>
                    <a:pt x="27177" y="55139"/>
                  </a:cubicBezTo>
                  <a:cubicBezTo>
                    <a:pt x="27402" y="54970"/>
                    <a:pt x="28693" y="54100"/>
                    <a:pt x="28019" y="53511"/>
                  </a:cubicBezTo>
                  <a:lnTo>
                    <a:pt x="28019" y="53511"/>
                  </a:lnTo>
                  <a:cubicBezTo>
                    <a:pt x="28047" y="53520"/>
                    <a:pt x="28072" y="53524"/>
                    <a:pt x="28095" y="53524"/>
                  </a:cubicBezTo>
                  <a:cubicBezTo>
                    <a:pt x="28283" y="53524"/>
                    <a:pt x="28325" y="53243"/>
                    <a:pt x="28300" y="53118"/>
                  </a:cubicBezTo>
                  <a:cubicBezTo>
                    <a:pt x="28637" y="52837"/>
                    <a:pt x="28946" y="52472"/>
                    <a:pt x="29170" y="52107"/>
                  </a:cubicBezTo>
                  <a:lnTo>
                    <a:pt x="29170" y="52107"/>
                  </a:lnTo>
                  <a:lnTo>
                    <a:pt x="28946" y="52135"/>
                  </a:lnTo>
                  <a:cubicBezTo>
                    <a:pt x="28244" y="51265"/>
                    <a:pt x="29086" y="51573"/>
                    <a:pt x="29311" y="51096"/>
                  </a:cubicBezTo>
                  <a:lnTo>
                    <a:pt x="29395" y="51180"/>
                  </a:lnTo>
                  <a:cubicBezTo>
                    <a:pt x="30743" y="50731"/>
                    <a:pt x="29395" y="50563"/>
                    <a:pt x="30827" y="50170"/>
                  </a:cubicBezTo>
                  <a:lnTo>
                    <a:pt x="30265" y="49833"/>
                  </a:lnTo>
                  <a:cubicBezTo>
                    <a:pt x="29170" y="48850"/>
                    <a:pt x="31557" y="49524"/>
                    <a:pt x="31529" y="48654"/>
                  </a:cubicBezTo>
                  <a:lnTo>
                    <a:pt x="31080" y="48626"/>
                  </a:lnTo>
                  <a:cubicBezTo>
                    <a:pt x="31039" y="48483"/>
                    <a:pt x="31145" y="48431"/>
                    <a:pt x="31335" y="48431"/>
                  </a:cubicBezTo>
                  <a:cubicBezTo>
                    <a:pt x="31867" y="48431"/>
                    <a:pt x="33055" y="48842"/>
                    <a:pt x="33504" y="48842"/>
                  </a:cubicBezTo>
                  <a:cubicBezTo>
                    <a:pt x="33560" y="48842"/>
                    <a:pt x="33604" y="48836"/>
                    <a:pt x="33634" y="48822"/>
                  </a:cubicBezTo>
                  <a:cubicBezTo>
                    <a:pt x="33775" y="48822"/>
                    <a:pt x="33719" y="49047"/>
                    <a:pt x="33719" y="49187"/>
                  </a:cubicBezTo>
                  <a:cubicBezTo>
                    <a:pt x="34982" y="48934"/>
                    <a:pt x="33101" y="48541"/>
                    <a:pt x="33382" y="47839"/>
                  </a:cubicBezTo>
                  <a:lnTo>
                    <a:pt x="33382" y="47839"/>
                  </a:lnTo>
                  <a:cubicBezTo>
                    <a:pt x="33749" y="48000"/>
                    <a:pt x="34079" y="48481"/>
                    <a:pt x="34387" y="48481"/>
                  </a:cubicBezTo>
                  <a:cubicBezTo>
                    <a:pt x="34455" y="48481"/>
                    <a:pt x="34523" y="48457"/>
                    <a:pt x="34589" y="48401"/>
                  </a:cubicBezTo>
                  <a:cubicBezTo>
                    <a:pt x="34592" y="48401"/>
                    <a:pt x="34595" y="48401"/>
                    <a:pt x="34598" y="48401"/>
                  </a:cubicBezTo>
                  <a:cubicBezTo>
                    <a:pt x="35025" y="48401"/>
                    <a:pt x="34269" y="46351"/>
                    <a:pt x="35325" y="46351"/>
                  </a:cubicBezTo>
                  <a:cubicBezTo>
                    <a:pt x="35332" y="46351"/>
                    <a:pt x="35340" y="46351"/>
                    <a:pt x="35347" y="46352"/>
                  </a:cubicBezTo>
                  <a:cubicBezTo>
                    <a:pt x="34982" y="46239"/>
                    <a:pt x="34589" y="46155"/>
                    <a:pt x="34589" y="45706"/>
                  </a:cubicBezTo>
                  <a:cubicBezTo>
                    <a:pt x="34785" y="45229"/>
                    <a:pt x="36526" y="45425"/>
                    <a:pt x="35880" y="44358"/>
                  </a:cubicBezTo>
                  <a:cubicBezTo>
                    <a:pt x="35964" y="44358"/>
                    <a:pt x="36077" y="44386"/>
                    <a:pt x="36161" y="44442"/>
                  </a:cubicBezTo>
                  <a:cubicBezTo>
                    <a:pt x="36161" y="43965"/>
                    <a:pt x="36498" y="43123"/>
                    <a:pt x="36161" y="42561"/>
                  </a:cubicBezTo>
                  <a:lnTo>
                    <a:pt x="36161" y="42561"/>
                  </a:lnTo>
                  <a:cubicBezTo>
                    <a:pt x="36437" y="42705"/>
                    <a:pt x="36649" y="42765"/>
                    <a:pt x="36814" y="42765"/>
                  </a:cubicBezTo>
                  <a:cubicBezTo>
                    <a:pt x="37721" y="42765"/>
                    <a:pt x="37203" y="40939"/>
                    <a:pt x="37850" y="40939"/>
                  </a:cubicBezTo>
                  <a:cubicBezTo>
                    <a:pt x="37985" y="40939"/>
                    <a:pt x="38173" y="41019"/>
                    <a:pt x="38435" y="41214"/>
                  </a:cubicBezTo>
                  <a:cubicBezTo>
                    <a:pt x="38632" y="40849"/>
                    <a:pt x="38828" y="40512"/>
                    <a:pt x="39053" y="40147"/>
                  </a:cubicBezTo>
                  <a:lnTo>
                    <a:pt x="39193" y="40315"/>
                  </a:lnTo>
                  <a:cubicBezTo>
                    <a:pt x="39755" y="39754"/>
                    <a:pt x="39502" y="39221"/>
                    <a:pt x="39249" y="38715"/>
                  </a:cubicBezTo>
                  <a:cubicBezTo>
                    <a:pt x="39274" y="38709"/>
                    <a:pt x="39297" y="38706"/>
                    <a:pt x="39318" y="38706"/>
                  </a:cubicBezTo>
                  <a:cubicBezTo>
                    <a:pt x="39492" y="38706"/>
                    <a:pt x="39567" y="38890"/>
                    <a:pt x="39642" y="38940"/>
                  </a:cubicBezTo>
                  <a:cubicBezTo>
                    <a:pt x="40653" y="38266"/>
                    <a:pt x="40625" y="38126"/>
                    <a:pt x="40316" y="36750"/>
                  </a:cubicBezTo>
                  <a:lnTo>
                    <a:pt x="40316" y="36750"/>
                  </a:lnTo>
                  <a:lnTo>
                    <a:pt x="40934" y="37059"/>
                  </a:lnTo>
                  <a:cubicBezTo>
                    <a:pt x="40765" y="36610"/>
                    <a:pt x="42787" y="36357"/>
                    <a:pt x="42759" y="34981"/>
                  </a:cubicBezTo>
                  <a:lnTo>
                    <a:pt x="42759" y="34981"/>
                  </a:lnTo>
                  <a:cubicBezTo>
                    <a:pt x="42843" y="35037"/>
                    <a:pt x="42899" y="35150"/>
                    <a:pt x="42927" y="35262"/>
                  </a:cubicBezTo>
                  <a:cubicBezTo>
                    <a:pt x="42955" y="33774"/>
                    <a:pt x="46212" y="33858"/>
                    <a:pt x="44387" y="32061"/>
                  </a:cubicBezTo>
                  <a:lnTo>
                    <a:pt x="44331" y="31023"/>
                  </a:lnTo>
                  <a:cubicBezTo>
                    <a:pt x="44173" y="31186"/>
                    <a:pt x="44046" y="31250"/>
                    <a:pt x="43939" y="31250"/>
                  </a:cubicBezTo>
                  <a:cubicBezTo>
                    <a:pt x="43545" y="31250"/>
                    <a:pt x="43407" y="30399"/>
                    <a:pt x="42989" y="30399"/>
                  </a:cubicBezTo>
                  <a:cubicBezTo>
                    <a:pt x="42969" y="30399"/>
                    <a:pt x="42948" y="30401"/>
                    <a:pt x="42927" y="30405"/>
                  </a:cubicBezTo>
                  <a:cubicBezTo>
                    <a:pt x="42983" y="30194"/>
                    <a:pt x="43292" y="30082"/>
                    <a:pt x="43566" y="30082"/>
                  </a:cubicBezTo>
                  <a:cubicBezTo>
                    <a:pt x="43839" y="30082"/>
                    <a:pt x="44078" y="30194"/>
                    <a:pt x="43994" y="30433"/>
                  </a:cubicBezTo>
                  <a:lnTo>
                    <a:pt x="43825" y="30433"/>
                  </a:lnTo>
                  <a:cubicBezTo>
                    <a:pt x="44043" y="30626"/>
                    <a:pt x="44220" y="30699"/>
                    <a:pt x="44371" y="30699"/>
                  </a:cubicBezTo>
                  <a:cubicBezTo>
                    <a:pt x="44825" y="30699"/>
                    <a:pt x="45048" y="30047"/>
                    <a:pt x="45431" y="30047"/>
                  </a:cubicBezTo>
                  <a:cubicBezTo>
                    <a:pt x="45514" y="30047"/>
                    <a:pt x="45604" y="30078"/>
                    <a:pt x="45706" y="30152"/>
                  </a:cubicBezTo>
                  <a:cubicBezTo>
                    <a:pt x="46801" y="28356"/>
                    <a:pt x="48542" y="27036"/>
                    <a:pt x="49665" y="25436"/>
                  </a:cubicBezTo>
                  <a:lnTo>
                    <a:pt x="48682" y="25071"/>
                  </a:lnTo>
                  <a:cubicBezTo>
                    <a:pt x="48823" y="24902"/>
                    <a:pt x="48963" y="24734"/>
                    <a:pt x="49103" y="24537"/>
                  </a:cubicBezTo>
                  <a:cubicBezTo>
                    <a:pt x="49118" y="24536"/>
                    <a:pt x="49132" y="24535"/>
                    <a:pt x="49148" y="24535"/>
                  </a:cubicBezTo>
                  <a:cubicBezTo>
                    <a:pt x="49433" y="24535"/>
                    <a:pt x="49875" y="24782"/>
                    <a:pt x="49609" y="25155"/>
                  </a:cubicBezTo>
                  <a:cubicBezTo>
                    <a:pt x="49633" y="25158"/>
                    <a:pt x="49655" y="25160"/>
                    <a:pt x="49675" y="25160"/>
                  </a:cubicBezTo>
                  <a:cubicBezTo>
                    <a:pt x="50181" y="25160"/>
                    <a:pt x="49629" y="24195"/>
                    <a:pt x="49440" y="24060"/>
                  </a:cubicBezTo>
                  <a:cubicBezTo>
                    <a:pt x="49582" y="23965"/>
                    <a:pt x="49698" y="23925"/>
                    <a:pt x="49796" y="23925"/>
                  </a:cubicBezTo>
                  <a:cubicBezTo>
                    <a:pt x="50257" y="23925"/>
                    <a:pt x="50281" y="24813"/>
                    <a:pt x="50391" y="24813"/>
                  </a:cubicBezTo>
                  <a:cubicBezTo>
                    <a:pt x="50401" y="24813"/>
                    <a:pt x="50411" y="24806"/>
                    <a:pt x="50423" y="24790"/>
                  </a:cubicBezTo>
                  <a:lnTo>
                    <a:pt x="50591" y="24397"/>
                  </a:lnTo>
                  <a:lnTo>
                    <a:pt x="50423" y="24397"/>
                  </a:lnTo>
                  <a:cubicBezTo>
                    <a:pt x="50254" y="23920"/>
                    <a:pt x="49890" y="23639"/>
                    <a:pt x="50254" y="23162"/>
                  </a:cubicBezTo>
                  <a:cubicBezTo>
                    <a:pt x="50330" y="23121"/>
                    <a:pt x="50401" y="23106"/>
                    <a:pt x="50469" y="23106"/>
                  </a:cubicBezTo>
                  <a:cubicBezTo>
                    <a:pt x="50686" y="23106"/>
                    <a:pt x="50858" y="23267"/>
                    <a:pt x="50961" y="23267"/>
                  </a:cubicBezTo>
                  <a:cubicBezTo>
                    <a:pt x="50981" y="23267"/>
                    <a:pt x="50998" y="23260"/>
                    <a:pt x="51013" y="23246"/>
                  </a:cubicBezTo>
                  <a:cubicBezTo>
                    <a:pt x="51027" y="23260"/>
                    <a:pt x="51041" y="23267"/>
                    <a:pt x="51054" y="23267"/>
                  </a:cubicBezTo>
                  <a:cubicBezTo>
                    <a:pt x="51095" y="23267"/>
                    <a:pt x="51132" y="23204"/>
                    <a:pt x="51153" y="23078"/>
                  </a:cubicBezTo>
                  <a:lnTo>
                    <a:pt x="51686" y="22376"/>
                  </a:lnTo>
                  <a:lnTo>
                    <a:pt x="50816" y="22235"/>
                  </a:lnTo>
                  <a:cubicBezTo>
                    <a:pt x="50678" y="21712"/>
                    <a:pt x="51270" y="21567"/>
                    <a:pt x="50339" y="21429"/>
                  </a:cubicBezTo>
                  <a:lnTo>
                    <a:pt x="50339" y="21429"/>
                  </a:lnTo>
                  <a:cubicBezTo>
                    <a:pt x="50387" y="21435"/>
                    <a:pt x="50433" y="21438"/>
                    <a:pt x="50479" y="21438"/>
                  </a:cubicBezTo>
                  <a:cubicBezTo>
                    <a:pt x="51856" y="21438"/>
                    <a:pt x="52469" y="18948"/>
                    <a:pt x="53006" y="18894"/>
                  </a:cubicBezTo>
                  <a:cubicBezTo>
                    <a:pt x="52781" y="18136"/>
                    <a:pt x="53062" y="17687"/>
                    <a:pt x="53455" y="17154"/>
                  </a:cubicBezTo>
                  <a:lnTo>
                    <a:pt x="53455" y="17154"/>
                  </a:lnTo>
                  <a:cubicBezTo>
                    <a:pt x="53441" y="17157"/>
                    <a:pt x="53424" y="17159"/>
                    <a:pt x="53405" y="17159"/>
                  </a:cubicBezTo>
                  <a:cubicBezTo>
                    <a:pt x="53130" y="17159"/>
                    <a:pt x="52440" y="16790"/>
                    <a:pt x="52781" y="16396"/>
                  </a:cubicBezTo>
                  <a:lnTo>
                    <a:pt x="52781" y="16396"/>
                  </a:lnTo>
                  <a:cubicBezTo>
                    <a:pt x="53194" y="16709"/>
                    <a:pt x="53474" y="16819"/>
                    <a:pt x="53691" y="16819"/>
                  </a:cubicBezTo>
                  <a:cubicBezTo>
                    <a:pt x="54191" y="16819"/>
                    <a:pt x="54355" y="16236"/>
                    <a:pt x="55050" y="16236"/>
                  </a:cubicBezTo>
                  <a:cubicBezTo>
                    <a:pt x="55131" y="16236"/>
                    <a:pt x="55218" y="16244"/>
                    <a:pt x="55314" y="16261"/>
                  </a:cubicBezTo>
                  <a:lnTo>
                    <a:pt x="55314" y="16261"/>
                  </a:lnTo>
                  <a:cubicBezTo>
                    <a:pt x="54563" y="16039"/>
                    <a:pt x="56009" y="14818"/>
                    <a:pt x="54634" y="14683"/>
                  </a:cubicBezTo>
                  <a:cubicBezTo>
                    <a:pt x="54711" y="14623"/>
                    <a:pt x="54781" y="14599"/>
                    <a:pt x="54848" y="14599"/>
                  </a:cubicBezTo>
                  <a:cubicBezTo>
                    <a:pt x="55113" y="14599"/>
                    <a:pt x="55337" y="14967"/>
                    <a:pt x="55744" y="14967"/>
                  </a:cubicBezTo>
                  <a:cubicBezTo>
                    <a:pt x="55767" y="14967"/>
                    <a:pt x="55790" y="14966"/>
                    <a:pt x="55813" y="14964"/>
                  </a:cubicBezTo>
                  <a:cubicBezTo>
                    <a:pt x="55785" y="13644"/>
                    <a:pt x="57498" y="13167"/>
                    <a:pt x="58031" y="11904"/>
                  </a:cubicBezTo>
                  <a:cubicBezTo>
                    <a:pt x="57835" y="11763"/>
                    <a:pt x="57414" y="11735"/>
                    <a:pt x="57245" y="11286"/>
                  </a:cubicBezTo>
                  <a:lnTo>
                    <a:pt x="57245" y="11286"/>
                  </a:lnTo>
                  <a:lnTo>
                    <a:pt x="58649" y="11370"/>
                  </a:lnTo>
                  <a:cubicBezTo>
                    <a:pt x="58702" y="11105"/>
                    <a:pt x="57729" y="10465"/>
                    <a:pt x="58447" y="10465"/>
                  </a:cubicBezTo>
                  <a:cubicBezTo>
                    <a:pt x="58489" y="10465"/>
                    <a:pt x="58538" y="10467"/>
                    <a:pt x="58593" y="10472"/>
                  </a:cubicBezTo>
                  <a:cubicBezTo>
                    <a:pt x="58396" y="10416"/>
                    <a:pt x="58059" y="10304"/>
                    <a:pt x="58115" y="10107"/>
                  </a:cubicBezTo>
                  <a:cubicBezTo>
                    <a:pt x="59351" y="9377"/>
                    <a:pt x="59912" y="8142"/>
                    <a:pt x="60642" y="7019"/>
                  </a:cubicBezTo>
                  <a:cubicBezTo>
                    <a:pt x="61372" y="5896"/>
                    <a:pt x="62242" y="4829"/>
                    <a:pt x="63955" y="4660"/>
                  </a:cubicBezTo>
                  <a:cubicBezTo>
                    <a:pt x="63365" y="4604"/>
                    <a:pt x="63478" y="4380"/>
                    <a:pt x="63646" y="4183"/>
                  </a:cubicBezTo>
                  <a:lnTo>
                    <a:pt x="63646" y="4183"/>
                  </a:lnTo>
                  <a:cubicBezTo>
                    <a:pt x="63635" y="4186"/>
                    <a:pt x="63624" y="4188"/>
                    <a:pt x="63613" y="4188"/>
                  </a:cubicBezTo>
                  <a:cubicBezTo>
                    <a:pt x="63422" y="4188"/>
                    <a:pt x="63183" y="3751"/>
                    <a:pt x="62944" y="3566"/>
                  </a:cubicBezTo>
                  <a:cubicBezTo>
                    <a:pt x="63393" y="3509"/>
                    <a:pt x="63899" y="3453"/>
                    <a:pt x="64348" y="3397"/>
                  </a:cubicBezTo>
                  <a:cubicBezTo>
                    <a:pt x="63815" y="2611"/>
                    <a:pt x="65134" y="2555"/>
                    <a:pt x="64573" y="1825"/>
                  </a:cubicBezTo>
                  <a:lnTo>
                    <a:pt x="64573" y="1825"/>
                  </a:lnTo>
                  <a:lnTo>
                    <a:pt x="64460" y="2190"/>
                  </a:lnTo>
                  <a:cubicBezTo>
                    <a:pt x="64236" y="1656"/>
                    <a:pt x="63730" y="1348"/>
                    <a:pt x="63141" y="1067"/>
                  </a:cubicBezTo>
                  <a:cubicBezTo>
                    <a:pt x="62523" y="786"/>
                    <a:pt x="61877" y="505"/>
                    <a:pt x="61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9"/>
            <p:cNvSpPr/>
            <p:nvPr/>
          </p:nvSpPr>
          <p:spPr>
            <a:xfrm>
              <a:off x="2725250" y="1892975"/>
              <a:ext cx="7750" cy="5075"/>
            </a:xfrm>
            <a:custGeom>
              <a:rect b="b" l="l" r="r" t="t"/>
              <a:pathLst>
                <a:path extrusionOk="0" h="203" w="310">
                  <a:moveTo>
                    <a:pt x="55" y="1"/>
                  </a:moveTo>
                  <a:cubicBezTo>
                    <a:pt x="37" y="1"/>
                    <a:pt x="19" y="3"/>
                    <a:pt x="1" y="6"/>
                  </a:cubicBezTo>
                  <a:cubicBezTo>
                    <a:pt x="113" y="62"/>
                    <a:pt x="225" y="119"/>
                    <a:pt x="309" y="203"/>
                  </a:cubicBezTo>
                  <a:cubicBezTo>
                    <a:pt x="285" y="81"/>
                    <a:pt x="175" y="1"/>
                    <a:pt x="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9"/>
            <p:cNvSpPr/>
            <p:nvPr/>
          </p:nvSpPr>
          <p:spPr>
            <a:xfrm>
              <a:off x="3035475" y="1415850"/>
              <a:ext cx="2125" cy="2825"/>
            </a:xfrm>
            <a:custGeom>
              <a:rect b="b" l="l" r="r" t="t"/>
              <a:pathLst>
                <a:path extrusionOk="0" h="113" w="85">
                  <a:moveTo>
                    <a:pt x="1" y="0"/>
                  </a:moveTo>
                  <a:lnTo>
                    <a:pt x="57" y="113"/>
                  </a:lnTo>
                  <a:lnTo>
                    <a:pt x="85" y="113"/>
                  </a:lnTo>
                  <a:cubicBezTo>
                    <a:pt x="57" y="57"/>
                    <a:pt x="29" y="2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9"/>
            <p:cNvSpPr/>
            <p:nvPr/>
          </p:nvSpPr>
          <p:spPr>
            <a:xfrm>
              <a:off x="2328000" y="2333000"/>
              <a:ext cx="11250" cy="3025"/>
            </a:xfrm>
            <a:custGeom>
              <a:rect b="b" l="l" r="r" t="t"/>
              <a:pathLst>
                <a:path extrusionOk="0" h="121" w="450">
                  <a:moveTo>
                    <a:pt x="211" y="0"/>
                  </a:moveTo>
                  <a:cubicBezTo>
                    <a:pt x="138" y="0"/>
                    <a:pt x="64" y="29"/>
                    <a:pt x="0" y="92"/>
                  </a:cubicBezTo>
                  <a:cubicBezTo>
                    <a:pt x="54" y="71"/>
                    <a:pt x="112" y="62"/>
                    <a:pt x="170" y="62"/>
                  </a:cubicBezTo>
                  <a:cubicBezTo>
                    <a:pt x="265" y="62"/>
                    <a:pt x="363" y="86"/>
                    <a:pt x="450" y="120"/>
                  </a:cubicBezTo>
                  <a:cubicBezTo>
                    <a:pt x="388" y="43"/>
                    <a:pt x="301" y="0"/>
                    <a:pt x="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9"/>
            <p:cNvSpPr/>
            <p:nvPr/>
          </p:nvSpPr>
          <p:spPr>
            <a:xfrm>
              <a:off x="2194650" y="2702375"/>
              <a:ext cx="10550" cy="11250"/>
            </a:xfrm>
            <a:custGeom>
              <a:rect b="b" l="l" r="r" t="t"/>
              <a:pathLst>
                <a:path extrusionOk="0" h="450" w="422">
                  <a:moveTo>
                    <a:pt x="421" y="0"/>
                  </a:moveTo>
                  <a:lnTo>
                    <a:pt x="421" y="0"/>
                  </a:lnTo>
                  <a:cubicBezTo>
                    <a:pt x="350" y="126"/>
                    <a:pt x="256" y="148"/>
                    <a:pt x="160" y="148"/>
                  </a:cubicBezTo>
                  <a:cubicBezTo>
                    <a:pt x="106" y="148"/>
                    <a:pt x="51" y="141"/>
                    <a:pt x="0" y="141"/>
                  </a:cubicBezTo>
                  <a:cubicBezTo>
                    <a:pt x="117" y="234"/>
                    <a:pt x="273" y="309"/>
                    <a:pt x="273" y="396"/>
                  </a:cubicBezTo>
                  <a:lnTo>
                    <a:pt x="421" y="0"/>
                  </a:lnTo>
                  <a:close/>
                  <a:moveTo>
                    <a:pt x="273" y="396"/>
                  </a:moveTo>
                  <a:lnTo>
                    <a:pt x="253" y="450"/>
                  </a:lnTo>
                  <a:cubicBezTo>
                    <a:pt x="267" y="431"/>
                    <a:pt x="273" y="413"/>
                    <a:pt x="273" y="39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9"/>
            <p:cNvSpPr/>
            <p:nvPr/>
          </p:nvSpPr>
          <p:spPr>
            <a:xfrm>
              <a:off x="2055675" y="2705525"/>
              <a:ext cx="10075" cy="10900"/>
            </a:xfrm>
            <a:custGeom>
              <a:rect b="b" l="l" r="r" t="t"/>
              <a:pathLst>
                <a:path extrusionOk="0" h="436" w="403">
                  <a:moveTo>
                    <a:pt x="181" y="1"/>
                  </a:moveTo>
                  <a:cubicBezTo>
                    <a:pt x="152" y="1"/>
                    <a:pt x="120" y="5"/>
                    <a:pt x="85" y="15"/>
                  </a:cubicBezTo>
                  <a:cubicBezTo>
                    <a:pt x="85" y="127"/>
                    <a:pt x="0" y="127"/>
                    <a:pt x="0" y="239"/>
                  </a:cubicBezTo>
                  <a:lnTo>
                    <a:pt x="253" y="436"/>
                  </a:lnTo>
                  <a:cubicBezTo>
                    <a:pt x="402" y="262"/>
                    <a:pt x="397" y="1"/>
                    <a:pt x="1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9"/>
            <p:cNvSpPr/>
            <p:nvPr/>
          </p:nvSpPr>
          <p:spPr>
            <a:xfrm>
              <a:off x="2138500" y="2676625"/>
              <a:ext cx="15450" cy="17425"/>
            </a:xfrm>
            <a:custGeom>
              <a:rect b="b" l="l" r="r" t="t"/>
              <a:pathLst>
                <a:path extrusionOk="0" h="697" w="618">
                  <a:moveTo>
                    <a:pt x="12" y="389"/>
                  </a:moveTo>
                  <a:cubicBezTo>
                    <a:pt x="0" y="397"/>
                    <a:pt x="0" y="413"/>
                    <a:pt x="0" y="413"/>
                  </a:cubicBezTo>
                  <a:cubicBezTo>
                    <a:pt x="4" y="405"/>
                    <a:pt x="8" y="397"/>
                    <a:pt x="12" y="389"/>
                  </a:cubicBezTo>
                  <a:close/>
                  <a:moveTo>
                    <a:pt x="316" y="0"/>
                  </a:moveTo>
                  <a:cubicBezTo>
                    <a:pt x="160" y="0"/>
                    <a:pt x="101" y="203"/>
                    <a:pt x="12" y="389"/>
                  </a:cubicBezTo>
                  <a:lnTo>
                    <a:pt x="12" y="389"/>
                  </a:lnTo>
                  <a:cubicBezTo>
                    <a:pt x="16" y="387"/>
                    <a:pt x="21" y="385"/>
                    <a:pt x="28" y="385"/>
                  </a:cubicBezTo>
                  <a:cubicBezTo>
                    <a:pt x="202" y="609"/>
                    <a:pt x="320" y="696"/>
                    <a:pt x="402" y="696"/>
                  </a:cubicBezTo>
                  <a:cubicBezTo>
                    <a:pt x="546" y="696"/>
                    <a:pt x="582" y="428"/>
                    <a:pt x="618" y="160"/>
                  </a:cubicBezTo>
                  <a:cubicBezTo>
                    <a:pt x="486" y="46"/>
                    <a:pt x="390" y="0"/>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9"/>
            <p:cNvSpPr/>
            <p:nvPr/>
          </p:nvSpPr>
          <p:spPr>
            <a:xfrm>
              <a:off x="2132175" y="2689050"/>
              <a:ext cx="4950" cy="7450"/>
            </a:xfrm>
            <a:custGeom>
              <a:rect b="b" l="l" r="r" t="t"/>
              <a:pathLst>
                <a:path extrusionOk="0" h="298" w="198">
                  <a:moveTo>
                    <a:pt x="197" y="0"/>
                  </a:moveTo>
                  <a:cubicBezTo>
                    <a:pt x="141" y="84"/>
                    <a:pt x="85" y="140"/>
                    <a:pt x="1" y="197"/>
                  </a:cubicBezTo>
                  <a:cubicBezTo>
                    <a:pt x="57" y="269"/>
                    <a:pt x="92" y="298"/>
                    <a:pt x="116" y="298"/>
                  </a:cubicBezTo>
                  <a:cubicBezTo>
                    <a:pt x="174" y="298"/>
                    <a:pt x="157" y="120"/>
                    <a:pt x="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9"/>
            <p:cNvSpPr/>
            <p:nvPr/>
          </p:nvSpPr>
          <p:spPr>
            <a:xfrm>
              <a:off x="2232175" y="2644775"/>
              <a:ext cx="16900" cy="20675"/>
            </a:xfrm>
            <a:custGeom>
              <a:rect b="b" l="l" r="r" t="t"/>
              <a:pathLst>
                <a:path extrusionOk="0" h="827" w="676">
                  <a:moveTo>
                    <a:pt x="352" y="1"/>
                  </a:moveTo>
                  <a:cubicBezTo>
                    <a:pt x="299" y="1"/>
                    <a:pt x="241" y="64"/>
                    <a:pt x="184" y="227"/>
                  </a:cubicBezTo>
                  <a:cubicBezTo>
                    <a:pt x="1" y="227"/>
                    <a:pt x="547" y="713"/>
                    <a:pt x="443" y="713"/>
                  </a:cubicBezTo>
                  <a:cubicBezTo>
                    <a:pt x="435" y="713"/>
                    <a:pt x="424" y="710"/>
                    <a:pt x="408" y="704"/>
                  </a:cubicBezTo>
                  <a:lnTo>
                    <a:pt x="408" y="704"/>
                  </a:lnTo>
                  <a:cubicBezTo>
                    <a:pt x="463" y="791"/>
                    <a:pt x="505" y="827"/>
                    <a:pt x="534" y="827"/>
                  </a:cubicBezTo>
                  <a:cubicBezTo>
                    <a:pt x="676" y="827"/>
                    <a:pt x="544" y="1"/>
                    <a:pt x="3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9"/>
            <p:cNvSpPr/>
            <p:nvPr/>
          </p:nvSpPr>
          <p:spPr>
            <a:xfrm>
              <a:off x="2116725" y="2649025"/>
              <a:ext cx="14075" cy="13375"/>
            </a:xfrm>
            <a:custGeom>
              <a:rect b="b" l="l" r="r" t="t"/>
              <a:pathLst>
                <a:path extrusionOk="0" h="535" w="563">
                  <a:moveTo>
                    <a:pt x="282" y="1"/>
                  </a:moveTo>
                  <a:lnTo>
                    <a:pt x="1" y="113"/>
                  </a:lnTo>
                  <a:lnTo>
                    <a:pt x="562" y="534"/>
                  </a:lnTo>
                  <a:lnTo>
                    <a:pt x="2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9"/>
            <p:cNvSpPr/>
            <p:nvPr/>
          </p:nvSpPr>
          <p:spPr>
            <a:xfrm>
              <a:off x="2156750" y="2617450"/>
              <a:ext cx="16150" cy="11950"/>
            </a:xfrm>
            <a:custGeom>
              <a:rect b="b" l="l" r="r" t="t"/>
              <a:pathLst>
                <a:path extrusionOk="0" h="478" w="646">
                  <a:moveTo>
                    <a:pt x="477" y="0"/>
                  </a:moveTo>
                  <a:lnTo>
                    <a:pt x="0" y="225"/>
                  </a:lnTo>
                  <a:cubicBezTo>
                    <a:pt x="84" y="281"/>
                    <a:pt x="112" y="393"/>
                    <a:pt x="84" y="478"/>
                  </a:cubicBezTo>
                  <a:cubicBezTo>
                    <a:pt x="309" y="281"/>
                    <a:pt x="646" y="141"/>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9"/>
            <p:cNvSpPr/>
            <p:nvPr/>
          </p:nvSpPr>
          <p:spPr>
            <a:xfrm>
              <a:off x="2153225" y="2629375"/>
              <a:ext cx="5650" cy="9150"/>
            </a:xfrm>
            <a:custGeom>
              <a:rect b="b" l="l" r="r" t="t"/>
              <a:pathLst>
                <a:path extrusionOk="0" h="366" w="226">
                  <a:moveTo>
                    <a:pt x="225" y="1"/>
                  </a:moveTo>
                  <a:lnTo>
                    <a:pt x="225" y="1"/>
                  </a:lnTo>
                  <a:cubicBezTo>
                    <a:pt x="85" y="85"/>
                    <a:pt x="1" y="225"/>
                    <a:pt x="1" y="366"/>
                  </a:cubicBezTo>
                  <a:cubicBezTo>
                    <a:pt x="113" y="253"/>
                    <a:pt x="169" y="141"/>
                    <a:pt x="2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9"/>
            <p:cNvSpPr/>
            <p:nvPr/>
          </p:nvSpPr>
          <p:spPr>
            <a:xfrm>
              <a:off x="2124450" y="2630775"/>
              <a:ext cx="12675" cy="5650"/>
            </a:xfrm>
            <a:custGeom>
              <a:rect b="b" l="l" r="r" t="t"/>
              <a:pathLst>
                <a:path extrusionOk="0" h="226" w="507">
                  <a:moveTo>
                    <a:pt x="506" y="1"/>
                  </a:moveTo>
                  <a:lnTo>
                    <a:pt x="1" y="225"/>
                  </a:lnTo>
                  <a:lnTo>
                    <a:pt x="225" y="225"/>
                  </a:lnTo>
                  <a:lnTo>
                    <a:pt x="5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9"/>
            <p:cNvSpPr/>
            <p:nvPr/>
          </p:nvSpPr>
          <p:spPr>
            <a:xfrm>
              <a:off x="2259225" y="2507950"/>
              <a:ext cx="11950" cy="16875"/>
            </a:xfrm>
            <a:custGeom>
              <a:rect b="b" l="l" r="r" t="t"/>
              <a:pathLst>
                <a:path extrusionOk="0" h="675" w="478">
                  <a:moveTo>
                    <a:pt x="235" y="1"/>
                  </a:moveTo>
                  <a:cubicBezTo>
                    <a:pt x="155" y="1"/>
                    <a:pt x="84" y="57"/>
                    <a:pt x="56" y="169"/>
                  </a:cubicBezTo>
                  <a:cubicBezTo>
                    <a:pt x="84" y="366"/>
                    <a:pt x="0" y="590"/>
                    <a:pt x="253" y="675"/>
                  </a:cubicBezTo>
                  <a:lnTo>
                    <a:pt x="477" y="169"/>
                  </a:lnTo>
                  <a:cubicBezTo>
                    <a:pt x="407" y="57"/>
                    <a:pt x="316" y="1"/>
                    <a:pt x="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9"/>
            <p:cNvSpPr/>
            <p:nvPr/>
          </p:nvSpPr>
          <p:spPr>
            <a:xfrm>
              <a:off x="2200950" y="2510775"/>
              <a:ext cx="14775" cy="15450"/>
            </a:xfrm>
            <a:custGeom>
              <a:rect b="b" l="l" r="r" t="t"/>
              <a:pathLst>
                <a:path extrusionOk="0" h="618" w="591">
                  <a:moveTo>
                    <a:pt x="1" y="0"/>
                  </a:moveTo>
                  <a:lnTo>
                    <a:pt x="57" y="393"/>
                  </a:lnTo>
                  <a:cubicBezTo>
                    <a:pt x="254" y="421"/>
                    <a:pt x="450" y="505"/>
                    <a:pt x="590" y="618"/>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9"/>
            <p:cNvSpPr/>
            <p:nvPr/>
          </p:nvSpPr>
          <p:spPr>
            <a:xfrm>
              <a:off x="2215450" y="2472025"/>
              <a:ext cx="10800" cy="18350"/>
            </a:xfrm>
            <a:custGeom>
              <a:rect b="b" l="l" r="r" t="t"/>
              <a:pathLst>
                <a:path extrusionOk="0" h="734" w="432">
                  <a:moveTo>
                    <a:pt x="249" y="0"/>
                  </a:moveTo>
                  <a:cubicBezTo>
                    <a:pt x="203" y="0"/>
                    <a:pt x="137" y="50"/>
                    <a:pt x="39" y="174"/>
                  </a:cubicBezTo>
                  <a:cubicBezTo>
                    <a:pt x="155" y="338"/>
                    <a:pt x="0" y="734"/>
                    <a:pt x="235" y="734"/>
                  </a:cubicBezTo>
                  <a:cubicBezTo>
                    <a:pt x="283" y="734"/>
                    <a:pt x="346" y="718"/>
                    <a:pt x="432" y="680"/>
                  </a:cubicBezTo>
                  <a:cubicBezTo>
                    <a:pt x="324" y="529"/>
                    <a:pt x="398" y="0"/>
                    <a:pt x="2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9"/>
            <p:cNvSpPr/>
            <p:nvPr/>
          </p:nvSpPr>
          <p:spPr>
            <a:xfrm>
              <a:off x="2383450" y="2360575"/>
              <a:ext cx="26700" cy="26675"/>
            </a:xfrm>
            <a:custGeom>
              <a:rect b="b" l="l" r="r" t="t"/>
              <a:pathLst>
                <a:path extrusionOk="0" h="1067" w="1068">
                  <a:moveTo>
                    <a:pt x="113" y="0"/>
                  </a:moveTo>
                  <a:lnTo>
                    <a:pt x="0" y="112"/>
                  </a:lnTo>
                  <a:lnTo>
                    <a:pt x="1067" y="1067"/>
                  </a:lnTo>
                  <a:lnTo>
                    <a:pt x="1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9"/>
            <p:cNvSpPr/>
            <p:nvPr/>
          </p:nvSpPr>
          <p:spPr>
            <a:xfrm>
              <a:off x="2425550" y="2171050"/>
              <a:ext cx="37925" cy="25300"/>
            </a:xfrm>
            <a:custGeom>
              <a:rect b="b" l="l" r="r" t="t"/>
              <a:pathLst>
                <a:path extrusionOk="0" h="1012" w="1517">
                  <a:moveTo>
                    <a:pt x="675" y="1"/>
                  </a:moveTo>
                  <a:lnTo>
                    <a:pt x="675" y="1"/>
                  </a:lnTo>
                  <a:cubicBezTo>
                    <a:pt x="1" y="225"/>
                    <a:pt x="1236" y="703"/>
                    <a:pt x="534" y="843"/>
                  </a:cubicBezTo>
                  <a:cubicBezTo>
                    <a:pt x="583" y="940"/>
                    <a:pt x="653" y="970"/>
                    <a:pt x="730" y="970"/>
                  </a:cubicBezTo>
                  <a:cubicBezTo>
                    <a:pt x="848" y="970"/>
                    <a:pt x="983" y="902"/>
                    <a:pt x="1088" y="902"/>
                  </a:cubicBezTo>
                  <a:cubicBezTo>
                    <a:pt x="1152" y="902"/>
                    <a:pt x="1206" y="928"/>
                    <a:pt x="1236" y="1012"/>
                  </a:cubicBezTo>
                  <a:cubicBezTo>
                    <a:pt x="1236" y="506"/>
                    <a:pt x="1517" y="478"/>
                    <a:pt x="6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9"/>
            <p:cNvSpPr/>
            <p:nvPr/>
          </p:nvSpPr>
          <p:spPr>
            <a:xfrm>
              <a:off x="2456450" y="2196325"/>
              <a:ext cx="725" cy="7750"/>
            </a:xfrm>
            <a:custGeom>
              <a:rect b="b" l="l" r="r" t="t"/>
              <a:pathLst>
                <a:path extrusionOk="0" h="310" w="29">
                  <a:moveTo>
                    <a:pt x="0" y="1"/>
                  </a:moveTo>
                  <a:cubicBezTo>
                    <a:pt x="0" y="113"/>
                    <a:pt x="0" y="197"/>
                    <a:pt x="28" y="309"/>
                  </a:cubicBezTo>
                  <a:cubicBezTo>
                    <a:pt x="28" y="197"/>
                    <a:pt x="28" y="1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9"/>
            <p:cNvSpPr/>
            <p:nvPr/>
          </p:nvSpPr>
          <p:spPr>
            <a:xfrm>
              <a:off x="3768925" y="666250"/>
              <a:ext cx="12650" cy="5650"/>
            </a:xfrm>
            <a:custGeom>
              <a:rect b="b" l="l" r="r" t="t"/>
              <a:pathLst>
                <a:path extrusionOk="0" h="226" w="506">
                  <a:moveTo>
                    <a:pt x="1" y="1"/>
                  </a:moveTo>
                  <a:lnTo>
                    <a:pt x="29" y="225"/>
                  </a:lnTo>
                  <a:lnTo>
                    <a:pt x="506" y="16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9"/>
            <p:cNvSpPr/>
            <p:nvPr/>
          </p:nvSpPr>
          <p:spPr>
            <a:xfrm>
              <a:off x="3764025" y="636075"/>
              <a:ext cx="17550" cy="18975"/>
            </a:xfrm>
            <a:custGeom>
              <a:rect b="b" l="l" r="r" t="t"/>
              <a:pathLst>
                <a:path extrusionOk="0" h="759" w="702">
                  <a:moveTo>
                    <a:pt x="309" y="0"/>
                  </a:moveTo>
                  <a:cubicBezTo>
                    <a:pt x="265" y="67"/>
                    <a:pt x="221" y="203"/>
                    <a:pt x="108" y="203"/>
                  </a:cubicBezTo>
                  <a:cubicBezTo>
                    <a:pt x="77" y="203"/>
                    <a:pt x="42" y="193"/>
                    <a:pt x="0" y="169"/>
                  </a:cubicBezTo>
                  <a:lnTo>
                    <a:pt x="0" y="169"/>
                  </a:lnTo>
                  <a:lnTo>
                    <a:pt x="702" y="758"/>
                  </a:lnTo>
                  <a:lnTo>
                    <a:pt x="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9"/>
            <p:cNvSpPr/>
            <p:nvPr/>
          </p:nvSpPr>
          <p:spPr>
            <a:xfrm>
              <a:off x="2816500" y="1674125"/>
              <a:ext cx="15450" cy="5225"/>
            </a:xfrm>
            <a:custGeom>
              <a:rect b="b" l="l" r="r" t="t"/>
              <a:pathLst>
                <a:path extrusionOk="0" h="209" w="618">
                  <a:moveTo>
                    <a:pt x="0" y="1"/>
                  </a:moveTo>
                  <a:lnTo>
                    <a:pt x="169" y="169"/>
                  </a:lnTo>
                  <a:cubicBezTo>
                    <a:pt x="241" y="196"/>
                    <a:pt x="295" y="209"/>
                    <a:pt x="342" y="209"/>
                  </a:cubicBezTo>
                  <a:cubicBezTo>
                    <a:pt x="441" y="209"/>
                    <a:pt x="504" y="152"/>
                    <a:pt x="618" y="57"/>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9"/>
            <p:cNvSpPr/>
            <p:nvPr/>
          </p:nvSpPr>
          <p:spPr>
            <a:xfrm>
              <a:off x="2911250" y="1574475"/>
              <a:ext cx="19675" cy="9850"/>
            </a:xfrm>
            <a:custGeom>
              <a:rect b="b" l="l" r="r" t="t"/>
              <a:pathLst>
                <a:path extrusionOk="0" h="394" w="787">
                  <a:moveTo>
                    <a:pt x="85" y="0"/>
                  </a:moveTo>
                  <a:lnTo>
                    <a:pt x="0" y="56"/>
                  </a:lnTo>
                  <a:lnTo>
                    <a:pt x="787" y="393"/>
                  </a:lnTo>
                  <a:lnTo>
                    <a:pt x="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9"/>
            <p:cNvSpPr/>
            <p:nvPr/>
          </p:nvSpPr>
          <p:spPr>
            <a:xfrm>
              <a:off x="2954050" y="1465675"/>
              <a:ext cx="25450" cy="13375"/>
            </a:xfrm>
            <a:custGeom>
              <a:rect b="b" l="l" r="r" t="t"/>
              <a:pathLst>
                <a:path extrusionOk="0" h="535" w="1018">
                  <a:moveTo>
                    <a:pt x="254" y="1"/>
                  </a:moveTo>
                  <a:cubicBezTo>
                    <a:pt x="147" y="86"/>
                    <a:pt x="138" y="270"/>
                    <a:pt x="77" y="414"/>
                  </a:cubicBezTo>
                  <a:lnTo>
                    <a:pt x="77" y="414"/>
                  </a:lnTo>
                  <a:cubicBezTo>
                    <a:pt x="332" y="202"/>
                    <a:pt x="1018" y="469"/>
                    <a:pt x="254" y="1"/>
                  </a:cubicBezTo>
                  <a:close/>
                  <a:moveTo>
                    <a:pt x="77" y="414"/>
                  </a:moveTo>
                  <a:cubicBezTo>
                    <a:pt x="42" y="444"/>
                    <a:pt x="15" y="483"/>
                    <a:pt x="1" y="534"/>
                  </a:cubicBezTo>
                  <a:cubicBezTo>
                    <a:pt x="34" y="501"/>
                    <a:pt x="58" y="460"/>
                    <a:pt x="77" y="4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9"/>
            <p:cNvSpPr/>
            <p:nvPr/>
          </p:nvSpPr>
          <p:spPr>
            <a:xfrm>
              <a:off x="3686800" y="553675"/>
              <a:ext cx="16675" cy="9525"/>
            </a:xfrm>
            <a:custGeom>
              <a:rect b="b" l="l" r="r" t="t"/>
              <a:pathLst>
                <a:path extrusionOk="0" h="381" w="667">
                  <a:moveTo>
                    <a:pt x="552" y="0"/>
                  </a:moveTo>
                  <a:cubicBezTo>
                    <a:pt x="404" y="0"/>
                    <a:pt x="95" y="302"/>
                    <a:pt x="1" y="349"/>
                  </a:cubicBezTo>
                  <a:cubicBezTo>
                    <a:pt x="42" y="371"/>
                    <a:pt x="84" y="380"/>
                    <a:pt x="127" y="380"/>
                  </a:cubicBezTo>
                  <a:cubicBezTo>
                    <a:pt x="388" y="380"/>
                    <a:pt x="667" y="31"/>
                    <a:pt x="635" y="31"/>
                  </a:cubicBezTo>
                  <a:lnTo>
                    <a:pt x="635" y="31"/>
                  </a:lnTo>
                  <a:cubicBezTo>
                    <a:pt x="632" y="31"/>
                    <a:pt x="626" y="34"/>
                    <a:pt x="619" y="40"/>
                  </a:cubicBezTo>
                  <a:cubicBezTo>
                    <a:pt x="605" y="12"/>
                    <a:pt x="582" y="0"/>
                    <a:pt x="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9"/>
            <p:cNvSpPr/>
            <p:nvPr/>
          </p:nvSpPr>
          <p:spPr>
            <a:xfrm>
              <a:off x="3773150" y="596775"/>
              <a:ext cx="18975" cy="2825"/>
            </a:xfrm>
            <a:custGeom>
              <a:rect b="b" l="l" r="r" t="t"/>
              <a:pathLst>
                <a:path extrusionOk="0" h="113" w="759">
                  <a:moveTo>
                    <a:pt x="225" y="0"/>
                  </a:moveTo>
                  <a:lnTo>
                    <a:pt x="0" y="113"/>
                  </a:lnTo>
                  <a:lnTo>
                    <a:pt x="758" y="113"/>
                  </a:lnTo>
                  <a:lnTo>
                    <a:pt x="2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9"/>
            <p:cNvSpPr/>
            <p:nvPr/>
          </p:nvSpPr>
          <p:spPr>
            <a:xfrm>
              <a:off x="3787875" y="616425"/>
              <a:ext cx="53375" cy="40725"/>
            </a:xfrm>
            <a:custGeom>
              <a:rect b="b" l="l" r="r" t="t"/>
              <a:pathLst>
                <a:path extrusionOk="0" h="1629" w="2135">
                  <a:moveTo>
                    <a:pt x="787" y="0"/>
                  </a:moveTo>
                  <a:lnTo>
                    <a:pt x="1" y="309"/>
                  </a:lnTo>
                  <a:cubicBezTo>
                    <a:pt x="506" y="730"/>
                    <a:pt x="1461" y="1095"/>
                    <a:pt x="1517" y="1629"/>
                  </a:cubicBezTo>
                  <a:cubicBezTo>
                    <a:pt x="2134" y="786"/>
                    <a:pt x="703" y="843"/>
                    <a:pt x="646" y="225"/>
                  </a:cubicBezTo>
                  <a:lnTo>
                    <a:pt x="7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9"/>
            <p:cNvSpPr/>
            <p:nvPr/>
          </p:nvSpPr>
          <p:spPr>
            <a:xfrm>
              <a:off x="3803325" y="712575"/>
              <a:ext cx="10900" cy="9850"/>
            </a:xfrm>
            <a:custGeom>
              <a:rect b="b" l="l" r="r" t="t"/>
              <a:pathLst>
                <a:path extrusionOk="0" h="394" w="436">
                  <a:moveTo>
                    <a:pt x="28" y="1"/>
                  </a:moveTo>
                  <a:cubicBezTo>
                    <a:pt x="28" y="57"/>
                    <a:pt x="0" y="85"/>
                    <a:pt x="0" y="113"/>
                  </a:cubicBezTo>
                  <a:cubicBezTo>
                    <a:pt x="56" y="197"/>
                    <a:pt x="113" y="281"/>
                    <a:pt x="169" y="394"/>
                  </a:cubicBezTo>
                  <a:cubicBezTo>
                    <a:pt x="277" y="249"/>
                    <a:pt x="380" y="239"/>
                    <a:pt x="414" y="239"/>
                  </a:cubicBezTo>
                  <a:cubicBezTo>
                    <a:pt x="420" y="239"/>
                    <a:pt x="423" y="239"/>
                    <a:pt x="425" y="239"/>
                  </a:cubicBezTo>
                  <a:cubicBezTo>
                    <a:pt x="435" y="239"/>
                    <a:pt x="337" y="225"/>
                    <a:pt x="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9"/>
            <p:cNvSpPr/>
            <p:nvPr/>
          </p:nvSpPr>
          <p:spPr>
            <a:xfrm>
              <a:off x="3799250" y="714075"/>
              <a:ext cx="4100" cy="4400"/>
            </a:xfrm>
            <a:custGeom>
              <a:rect b="b" l="l" r="r" t="t"/>
              <a:pathLst>
                <a:path extrusionOk="0" h="176" w="164">
                  <a:moveTo>
                    <a:pt x="75" y="0"/>
                  </a:moveTo>
                  <a:cubicBezTo>
                    <a:pt x="0" y="0"/>
                    <a:pt x="17" y="175"/>
                    <a:pt x="73" y="175"/>
                  </a:cubicBezTo>
                  <a:cubicBezTo>
                    <a:pt x="97" y="175"/>
                    <a:pt x="128" y="143"/>
                    <a:pt x="163" y="53"/>
                  </a:cubicBezTo>
                  <a:cubicBezTo>
                    <a:pt x="125" y="15"/>
                    <a:pt x="96" y="0"/>
                    <a:pt x="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9"/>
            <p:cNvSpPr/>
            <p:nvPr/>
          </p:nvSpPr>
          <p:spPr>
            <a:xfrm>
              <a:off x="3812450" y="738550"/>
              <a:ext cx="17575" cy="15300"/>
            </a:xfrm>
            <a:custGeom>
              <a:rect b="b" l="l" r="r" t="t"/>
              <a:pathLst>
                <a:path extrusionOk="0" h="612" w="703">
                  <a:moveTo>
                    <a:pt x="169" y="0"/>
                  </a:moveTo>
                  <a:lnTo>
                    <a:pt x="169" y="0"/>
                  </a:lnTo>
                  <a:cubicBezTo>
                    <a:pt x="34" y="189"/>
                    <a:pt x="210" y="507"/>
                    <a:pt x="25" y="507"/>
                  </a:cubicBezTo>
                  <a:cubicBezTo>
                    <a:pt x="17" y="507"/>
                    <a:pt x="9" y="507"/>
                    <a:pt x="0" y="506"/>
                  </a:cubicBezTo>
                  <a:lnTo>
                    <a:pt x="0" y="506"/>
                  </a:lnTo>
                  <a:cubicBezTo>
                    <a:pt x="114" y="579"/>
                    <a:pt x="207" y="612"/>
                    <a:pt x="285" y="612"/>
                  </a:cubicBezTo>
                  <a:cubicBezTo>
                    <a:pt x="477" y="612"/>
                    <a:pt x="582" y="412"/>
                    <a:pt x="702" y="113"/>
                  </a:cubicBezTo>
                  <a:lnTo>
                    <a:pt x="1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9"/>
            <p:cNvSpPr/>
            <p:nvPr/>
          </p:nvSpPr>
          <p:spPr>
            <a:xfrm>
              <a:off x="3842725" y="735750"/>
              <a:ext cx="7650" cy="3375"/>
            </a:xfrm>
            <a:custGeom>
              <a:rect b="b" l="l" r="r" t="t"/>
              <a:pathLst>
                <a:path extrusionOk="0" h="135" w="306">
                  <a:moveTo>
                    <a:pt x="53" y="0"/>
                  </a:moveTo>
                  <a:lnTo>
                    <a:pt x="53" y="0"/>
                  </a:lnTo>
                  <a:cubicBezTo>
                    <a:pt x="12" y="82"/>
                    <a:pt x="1" y="134"/>
                    <a:pt x="119" y="134"/>
                  </a:cubicBezTo>
                  <a:cubicBezTo>
                    <a:pt x="162" y="134"/>
                    <a:pt x="223" y="127"/>
                    <a:pt x="305" y="112"/>
                  </a:cubicBezTo>
                  <a:lnTo>
                    <a:pt x="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9"/>
            <p:cNvSpPr/>
            <p:nvPr/>
          </p:nvSpPr>
          <p:spPr>
            <a:xfrm>
              <a:off x="3830700" y="730775"/>
              <a:ext cx="18400" cy="5700"/>
            </a:xfrm>
            <a:custGeom>
              <a:rect b="b" l="l" r="r" t="t"/>
              <a:pathLst>
                <a:path extrusionOk="0" h="228" w="736">
                  <a:moveTo>
                    <a:pt x="646" y="0"/>
                  </a:moveTo>
                  <a:cubicBezTo>
                    <a:pt x="602" y="0"/>
                    <a:pt x="502" y="32"/>
                    <a:pt x="309" y="115"/>
                  </a:cubicBezTo>
                  <a:cubicBezTo>
                    <a:pt x="449" y="45"/>
                    <a:pt x="449" y="31"/>
                    <a:pt x="376" y="31"/>
                  </a:cubicBezTo>
                  <a:cubicBezTo>
                    <a:pt x="327" y="31"/>
                    <a:pt x="245" y="37"/>
                    <a:pt x="150" y="37"/>
                  </a:cubicBezTo>
                  <a:cubicBezTo>
                    <a:pt x="102" y="37"/>
                    <a:pt x="52" y="35"/>
                    <a:pt x="0" y="31"/>
                  </a:cubicBezTo>
                  <a:lnTo>
                    <a:pt x="0" y="31"/>
                  </a:lnTo>
                  <a:lnTo>
                    <a:pt x="534" y="227"/>
                  </a:lnTo>
                  <a:cubicBezTo>
                    <a:pt x="590" y="133"/>
                    <a:pt x="736" y="0"/>
                    <a:pt x="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9"/>
            <p:cNvSpPr/>
            <p:nvPr/>
          </p:nvSpPr>
          <p:spPr>
            <a:xfrm>
              <a:off x="3819675" y="705200"/>
              <a:ext cx="22975" cy="19325"/>
            </a:xfrm>
            <a:custGeom>
              <a:rect b="b" l="l" r="r" t="t"/>
              <a:pathLst>
                <a:path extrusionOk="0" h="773" w="919">
                  <a:moveTo>
                    <a:pt x="425" y="1"/>
                  </a:moveTo>
                  <a:cubicBezTo>
                    <a:pt x="110" y="1"/>
                    <a:pt x="1" y="380"/>
                    <a:pt x="413" y="773"/>
                  </a:cubicBezTo>
                  <a:cubicBezTo>
                    <a:pt x="437" y="484"/>
                    <a:pt x="399" y="216"/>
                    <a:pt x="724" y="216"/>
                  </a:cubicBezTo>
                  <a:cubicBezTo>
                    <a:pt x="778" y="216"/>
                    <a:pt x="842" y="223"/>
                    <a:pt x="918" y="239"/>
                  </a:cubicBezTo>
                  <a:cubicBezTo>
                    <a:pt x="733" y="71"/>
                    <a:pt x="560"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9"/>
            <p:cNvSpPr/>
            <p:nvPr/>
          </p:nvSpPr>
          <p:spPr>
            <a:xfrm>
              <a:off x="3838425" y="633275"/>
              <a:ext cx="11250" cy="12175"/>
            </a:xfrm>
            <a:custGeom>
              <a:rect b="b" l="l" r="r" t="t"/>
              <a:pathLst>
                <a:path extrusionOk="0" h="487" w="450">
                  <a:moveTo>
                    <a:pt x="0" y="0"/>
                  </a:moveTo>
                  <a:cubicBezTo>
                    <a:pt x="195" y="0"/>
                    <a:pt x="178" y="487"/>
                    <a:pt x="336" y="487"/>
                  </a:cubicBezTo>
                  <a:cubicBezTo>
                    <a:pt x="360" y="487"/>
                    <a:pt x="388" y="475"/>
                    <a:pt x="421" y="449"/>
                  </a:cubicBezTo>
                  <a:lnTo>
                    <a:pt x="4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9"/>
            <p:cNvSpPr/>
            <p:nvPr/>
          </p:nvSpPr>
          <p:spPr>
            <a:xfrm>
              <a:off x="3858075" y="782775"/>
              <a:ext cx="14750" cy="18975"/>
            </a:xfrm>
            <a:custGeom>
              <a:rect b="b" l="l" r="r" t="t"/>
              <a:pathLst>
                <a:path extrusionOk="0" h="759" w="590">
                  <a:moveTo>
                    <a:pt x="197" y="0"/>
                  </a:moveTo>
                  <a:lnTo>
                    <a:pt x="197" y="0"/>
                  </a:lnTo>
                  <a:cubicBezTo>
                    <a:pt x="169" y="225"/>
                    <a:pt x="253" y="533"/>
                    <a:pt x="0" y="758"/>
                  </a:cubicBezTo>
                  <a:cubicBezTo>
                    <a:pt x="197" y="646"/>
                    <a:pt x="393" y="309"/>
                    <a:pt x="590" y="112"/>
                  </a:cubicBezTo>
                  <a:lnTo>
                    <a:pt x="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9"/>
            <p:cNvSpPr/>
            <p:nvPr/>
          </p:nvSpPr>
          <p:spPr>
            <a:xfrm>
              <a:off x="3872800" y="782525"/>
              <a:ext cx="14075" cy="6575"/>
            </a:xfrm>
            <a:custGeom>
              <a:rect b="b" l="l" r="r" t="t"/>
              <a:pathLst>
                <a:path extrusionOk="0" h="263" w="563">
                  <a:moveTo>
                    <a:pt x="239" y="1"/>
                  </a:moveTo>
                  <a:cubicBezTo>
                    <a:pt x="155" y="1"/>
                    <a:pt x="75" y="48"/>
                    <a:pt x="1" y="122"/>
                  </a:cubicBezTo>
                  <a:lnTo>
                    <a:pt x="562" y="263"/>
                  </a:lnTo>
                  <a:cubicBezTo>
                    <a:pt x="453" y="75"/>
                    <a:pt x="343" y="1"/>
                    <a:pt x="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9"/>
            <p:cNvSpPr/>
            <p:nvPr/>
          </p:nvSpPr>
          <p:spPr>
            <a:xfrm>
              <a:off x="3846825" y="719600"/>
              <a:ext cx="29525" cy="6325"/>
            </a:xfrm>
            <a:custGeom>
              <a:rect b="b" l="l" r="r" t="t"/>
              <a:pathLst>
                <a:path extrusionOk="0" h="253" w="1181">
                  <a:moveTo>
                    <a:pt x="1" y="0"/>
                  </a:moveTo>
                  <a:lnTo>
                    <a:pt x="1180" y="253"/>
                  </a:lnTo>
                  <a:lnTo>
                    <a:pt x="1180" y="253"/>
                  </a:lnTo>
                  <a:lnTo>
                    <a:pt x="1068" y="14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9"/>
            <p:cNvSpPr/>
            <p:nvPr/>
          </p:nvSpPr>
          <p:spPr>
            <a:xfrm>
              <a:off x="3870000" y="837500"/>
              <a:ext cx="21775" cy="2150"/>
            </a:xfrm>
            <a:custGeom>
              <a:rect b="b" l="l" r="r" t="t"/>
              <a:pathLst>
                <a:path extrusionOk="0" h="86" w="871">
                  <a:moveTo>
                    <a:pt x="534" y="1"/>
                  </a:moveTo>
                  <a:lnTo>
                    <a:pt x="0" y="85"/>
                  </a:lnTo>
                  <a:lnTo>
                    <a:pt x="0" y="85"/>
                  </a:lnTo>
                  <a:lnTo>
                    <a:pt x="8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9"/>
            <p:cNvSpPr/>
            <p:nvPr/>
          </p:nvSpPr>
          <p:spPr>
            <a:xfrm>
              <a:off x="3884025" y="859975"/>
              <a:ext cx="27400" cy="21200"/>
            </a:xfrm>
            <a:custGeom>
              <a:rect b="b" l="l" r="r" t="t"/>
              <a:pathLst>
                <a:path extrusionOk="0" h="848" w="1096">
                  <a:moveTo>
                    <a:pt x="731" y="0"/>
                  </a:moveTo>
                  <a:cubicBezTo>
                    <a:pt x="293" y="82"/>
                    <a:pt x="335" y="591"/>
                    <a:pt x="26" y="591"/>
                  </a:cubicBezTo>
                  <a:cubicBezTo>
                    <a:pt x="18" y="591"/>
                    <a:pt x="10" y="591"/>
                    <a:pt x="1" y="590"/>
                  </a:cubicBezTo>
                  <a:lnTo>
                    <a:pt x="1" y="590"/>
                  </a:lnTo>
                  <a:cubicBezTo>
                    <a:pt x="296" y="762"/>
                    <a:pt x="612" y="848"/>
                    <a:pt x="950" y="848"/>
                  </a:cubicBezTo>
                  <a:cubicBezTo>
                    <a:pt x="998" y="848"/>
                    <a:pt x="1047" y="846"/>
                    <a:pt x="1096" y="842"/>
                  </a:cubicBezTo>
                  <a:cubicBezTo>
                    <a:pt x="787" y="758"/>
                    <a:pt x="675" y="478"/>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9"/>
            <p:cNvSpPr/>
            <p:nvPr/>
          </p:nvSpPr>
          <p:spPr>
            <a:xfrm>
              <a:off x="3910700" y="881025"/>
              <a:ext cx="15475" cy="1700"/>
            </a:xfrm>
            <a:custGeom>
              <a:rect b="b" l="l" r="r" t="t"/>
              <a:pathLst>
                <a:path extrusionOk="0" h="68" w="619">
                  <a:moveTo>
                    <a:pt x="1" y="0"/>
                  </a:moveTo>
                  <a:cubicBezTo>
                    <a:pt x="145" y="42"/>
                    <a:pt x="303" y="68"/>
                    <a:pt x="455" y="68"/>
                  </a:cubicBezTo>
                  <a:cubicBezTo>
                    <a:pt x="511" y="68"/>
                    <a:pt x="566" y="64"/>
                    <a:pt x="618" y="57"/>
                  </a:cubicBezTo>
                  <a:cubicBezTo>
                    <a:pt x="422" y="29"/>
                    <a:pt x="19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9"/>
            <p:cNvSpPr/>
            <p:nvPr/>
          </p:nvSpPr>
          <p:spPr>
            <a:xfrm>
              <a:off x="3889650" y="806625"/>
              <a:ext cx="9150" cy="16875"/>
            </a:xfrm>
            <a:custGeom>
              <a:rect b="b" l="l" r="r" t="t"/>
              <a:pathLst>
                <a:path extrusionOk="0" h="675" w="366">
                  <a:moveTo>
                    <a:pt x="281" y="1"/>
                  </a:moveTo>
                  <a:cubicBezTo>
                    <a:pt x="85" y="169"/>
                    <a:pt x="0" y="422"/>
                    <a:pt x="0" y="674"/>
                  </a:cubicBezTo>
                  <a:lnTo>
                    <a:pt x="365" y="169"/>
                  </a:lnTo>
                  <a:lnTo>
                    <a:pt x="2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9"/>
            <p:cNvSpPr/>
            <p:nvPr/>
          </p:nvSpPr>
          <p:spPr>
            <a:xfrm>
              <a:off x="3899475" y="810125"/>
              <a:ext cx="4950" cy="9150"/>
            </a:xfrm>
            <a:custGeom>
              <a:rect b="b" l="l" r="r" t="t"/>
              <a:pathLst>
                <a:path extrusionOk="0" h="366" w="198">
                  <a:moveTo>
                    <a:pt x="1" y="1"/>
                  </a:moveTo>
                  <a:lnTo>
                    <a:pt x="1" y="1"/>
                  </a:lnTo>
                  <a:cubicBezTo>
                    <a:pt x="85" y="226"/>
                    <a:pt x="141" y="310"/>
                    <a:pt x="197" y="366"/>
                  </a:cubicBezTo>
                  <a:cubicBezTo>
                    <a:pt x="169" y="282"/>
                    <a:pt x="85" y="16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9"/>
            <p:cNvSpPr/>
            <p:nvPr/>
          </p:nvSpPr>
          <p:spPr>
            <a:xfrm>
              <a:off x="3895975" y="805625"/>
              <a:ext cx="1300" cy="1025"/>
            </a:xfrm>
            <a:custGeom>
              <a:rect b="b" l="l" r="r" t="t"/>
              <a:pathLst>
                <a:path extrusionOk="0" h="41" w="52">
                  <a:moveTo>
                    <a:pt x="35" y="1"/>
                  </a:moveTo>
                  <a:cubicBezTo>
                    <a:pt x="28" y="1"/>
                    <a:pt x="17" y="4"/>
                    <a:pt x="0" y="12"/>
                  </a:cubicBezTo>
                  <a:lnTo>
                    <a:pt x="0" y="41"/>
                  </a:lnTo>
                  <a:cubicBezTo>
                    <a:pt x="40" y="21"/>
                    <a:pt x="51" y="1"/>
                    <a:pt x="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9"/>
            <p:cNvSpPr/>
            <p:nvPr/>
          </p:nvSpPr>
          <p:spPr>
            <a:xfrm>
              <a:off x="3881225" y="743450"/>
              <a:ext cx="28800" cy="13675"/>
            </a:xfrm>
            <a:custGeom>
              <a:rect b="b" l="l" r="r" t="t"/>
              <a:pathLst>
                <a:path extrusionOk="0" h="547" w="1152">
                  <a:moveTo>
                    <a:pt x="1" y="506"/>
                  </a:moveTo>
                  <a:cubicBezTo>
                    <a:pt x="19" y="507"/>
                    <a:pt x="37" y="507"/>
                    <a:pt x="55" y="507"/>
                  </a:cubicBezTo>
                  <a:lnTo>
                    <a:pt x="55" y="507"/>
                  </a:lnTo>
                  <a:cubicBezTo>
                    <a:pt x="37" y="507"/>
                    <a:pt x="18" y="506"/>
                    <a:pt x="1" y="506"/>
                  </a:cubicBezTo>
                  <a:close/>
                  <a:moveTo>
                    <a:pt x="1152" y="1"/>
                  </a:moveTo>
                  <a:lnTo>
                    <a:pt x="1152" y="1"/>
                  </a:lnTo>
                  <a:cubicBezTo>
                    <a:pt x="689" y="83"/>
                    <a:pt x="648" y="507"/>
                    <a:pt x="57" y="507"/>
                  </a:cubicBezTo>
                  <a:cubicBezTo>
                    <a:pt x="57" y="507"/>
                    <a:pt x="56" y="507"/>
                    <a:pt x="55" y="507"/>
                  </a:cubicBezTo>
                  <a:lnTo>
                    <a:pt x="55" y="507"/>
                  </a:lnTo>
                  <a:cubicBezTo>
                    <a:pt x="211" y="514"/>
                    <a:pt x="389" y="547"/>
                    <a:pt x="555" y="547"/>
                  </a:cubicBezTo>
                  <a:cubicBezTo>
                    <a:pt x="835" y="547"/>
                    <a:pt x="1084" y="456"/>
                    <a:pt x="1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9"/>
            <p:cNvSpPr/>
            <p:nvPr/>
          </p:nvSpPr>
          <p:spPr>
            <a:xfrm>
              <a:off x="3891050" y="778550"/>
              <a:ext cx="16175" cy="11950"/>
            </a:xfrm>
            <a:custGeom>
              <a:rect b="b" l="l" r="r" t="t"/>
              <a:pathLst>
                <a:path extrusionOk="0" h="478" w="647">
                  <a:moveTo>
                    <a:pt x="478" y="1"/>
                  </a:moveTo>
                  <a:cubicBezTo>
                    <a:pt x="372" y="80"/>
                    <a:pt x="241" y="284"/>
                    <a:pt x="39" y="284"/>
                  </a:cubicBezTo>
                  <a:cubicBezTo>
                    <a:pt x="26" y="284"/>
                    <a:pt x="14" y="283"/>
                    <a:pt x="1" y="281"/>
                  </a:cubicBezTo>
                  <a:lnTo>
                    <a:pt x="1" y="281"/>
                  </a:lnTo>
                  <a:lnTo>
                    <a:pt x="646" y="478"/>
                  </a:lnTo>
                  <a:lnTo>
                    <a:pt x="4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9"/>
            <p:cNvSpPr/>
            <p:nvPr/>
          </p:nvSpPr>
          <p:spPr>
            <a:xfrm>
              <a:off x="3907200" y="790475"/>
              <a:ext cx="7750" cy="4250"/>
            </a:xfrm>
            <a:custGeom>
              <a:rect b="b" l="l" r="r" t="t"/>
              <a:pathLst>
                <a:path extrusionOk="0" h="170" w="310">
                  <a:moveTo>
                    <a:pt x="0" y="1"/>
                  </a:moveTo>
                  <a:lnTo>
                    <a:pt x="85" y="169"/>
                  </a:lnTo>
                  <a:lnTo>
                    <a:pt x="309" y="85"/>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9"/>
            <p:cNvSpPr/>
            <p:nvPr/>
          </p:nvSpPr>
          <p:spPr>
            <a:xfrm>
              <a:off x="3921225" y="847325"/>
              <a:ext cx="21800" cy="19675"/>
            </a:xfrm>
            <a:custGeom>
              <a:rect b="b" l="l" r="r" t="t"/>
              <a:pathLst>
                <a:path extrusionOk="0" h="787" w="872">
                  <a:moveTo>
                    <a:pt x="534" y="1"/>
                  </a:moveTo>
                  <a:cubicBezTo>
                    <a:pt x="338" y="85"/>
                    <a:pt x="1" y="169"/>
                    <a:pt x="197" y="394"/>
                  </a:cubicBezTo>
                  <a:cubicBezTo>
                    <a:pt x="478" y="422"/>
                    <a:pt x="703" y="562"/>
                    <a:pt x="871" y="787"/>
                  </a:cubicBezTo>
                  <a:cubicBezTo>
                    <a:pt x="815" y="506"/>
                    <a:pt x="703" y="225"/>
                    <a:pt x="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9"/>
            <p:cNvSpPr/>
            <p:nvPr/>
          </p:nvSpPr>
          <p:spPr>
            <a:xfrm>
              <a:off x="3914225" y="832675"/>
              <a:ext cx="1425" cy="1350"/>
            </a:xfrm>
            <a:custGeom>
              <a:rect b="b" l="l" r="r" t="t"/>
              <a:pathLst>
                <a:path extrusionOk="0" h="54" w="57">
                  <a:moveTo>
                    <a:pt x="47" y="0"/>
                  </a:moveTo>
                  <a:cubicBezTo>
                    <a:pt x="39" y="0"/>
                    <a:pt x="25" y="15"/>
                    <a:pt x="0" y="53"/>
                  </a:cubicBezTo>
                  <a:lnTo>
                    <a:pt x="56" y="53"/>
                  </a:lnTo>
                  <a:cubicBezTo>
                    <a:pt x="56" y="23"/>
                    <a:pt x="56" y="0"/>
                    <a:pt x="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9"/>
            <p:cNvSpPr/>
            <p:nvPr/>
          </p:nvSpPr>
          <p:spPr>
            <a:xfrm>
              <a:off x="3978775" y="918225"/>
              <a:ext cx="2150" cy="2125"/>
            </a:xfrm>
            <a:custGeom>
              <a:rect b="b" l="l" r="r" t="t"/>
              <a:pathLst>
                <a:path extrusionOk="0" h="85" w="86">
                  <a:moveTo>
                    <a:pt x="85" y="0"/>
                  </a:moveTo>
                  <a:lnTo>
                    <a:pt x="1" y="29"/>
                  </a:lnTo>
                  <a:lnTo>
                    <a:pt x="29" y="85"/>
                  </a:lnTo>
                  <a:lnTo>
                    <a:pt x="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9"/>
            <p:cNvSpPr/>
            <p:nvPr/>
          </p:nvSpPr>
          <p:spPr>
            <a:xfrm>
              <a:off x="3924750" y="838200"/>
              <a:ext cx="12650" cy="9150"/>
            </a:xfrm>
            <a:custGeom>
              <a:rect b="b" l="l" r="r" t="t"/>
              <a:pathLst>
                <a:path extrusionOk="0" h="366" w="506">
                  <a:moveTo>
                    <a:pt x="0" y="1"/>
                  </a:moveTo>
                  <a:cubicBezTo>
                    <a:pt x="141" y="113"/>
                    <a:pt x="253" y="226"/>
                    <a:pt x="365" y="366"/>
                  </a:cubicBezTo>
                  <a:cubicBezTo>
                    <a:pt x="449" y="338"/>
                    <a:pt x="506" y="282"/>
                    <a:pt x="421" y="254"/>
                  </a:cubicBezTo>
                  <a:cubicBezTo>
                    <a:pt x="393" y="29"/>
                    <a:pt x="22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9"/>
            <p:cNvSpPr/>
            <p:nvPr/>
          </p:nvSpPr>
          <p:spPr>
            <a:xfrm>
              <a:off x="3939175" y="881025"/>
              <a:ext cx="4550" cy="12800"/>
            </a:xfrm>
            <a:custGeom>
              <a:rect b="b" l="l" r="r" t="t"/>
              <a:pathLst>
                <a:path extrusionOk="0" h="512" w="182">
                  <a:moveTo>
                    <a:pt x="181" y="0"/>
                  </a:moveTo>
                  <a:lnTo>
                    <a:pt x="181" y="0"/>
                  </a:lnTo>
                  <a:cubicBezTo>
                    <a:pt x="103" y="183"/>
                    <a:pt x="0" y="512"/>
                    <a:pt x="99" y="512"/>
                  </a:cubicBezTo>
                  <a:cubicBezTo>
                    <a:pt x="107" y="512"/>
                    <a:pt x="115" y="510"/>
                    <a:pt x="125" y="506"/>
                  </a:cubicBezTo>
                  <a:cubicBezTo>
                    <a:pt x="153" y="337"/>
                    <a:pt x="181" y="169"/>
                    <a:pt x="1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9"/>
            <p:cNvSpPr/>
            <p:nvPr/>
          </p:nvSpPr>
          <p:spPr>
            <a:xfrm>
              <a:off x="3911300" y="838200"/>
              <a:ext cx="1525" cy="1650"/>
            </a:xfrm>
            <a:custGeom>
              <a:rect b="b" l="l" r="r" t="t"/>
              <a:pathLst>
                <a:path extrusionOk="0" h="66" w="61">
                  <a:moveTo>
                    <a:pt x="33" y="1"/>
                  </a:moveTo>
                  <a:cubicBezTo>
                    <a:pt x="9" y="48"/>
                    <a:pt x="0" y="66"/>
                    <a:pt x="3" y="66"/>
                  </a:cubicBezTo>
                  <a:cubicBezTo>
                    <a:pt x="5" y="66"/>
                    <a:pt x="29" y="33"/>
                    <a:pt x="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9"/>
            <p:cNvSpPr/>
            <p:nvPr/>
          </p:nvSpPr>
          <p:spPr>
            <a:xfrm>
              <a:off x="3912800" y="834000"/>
              <a:ext cx="11975" cy="4750"/>
            </a:xfrm>
            <a:custGeom>
              <a:rect b="b" l="l" r="r" t="t"/>
              <a:pathLst>
                <a:path extrusionOk="0" h="190" w="479">
                  <a:moveTo>
                    <a:pt x="113" y="0"/>
                  </a:moveTo>
                  <a:cubicBezTo>
                    <a:pt x="85" y="57"/>
                    <a:pt x="57" y="113"/>
                    <a:pt x="1" y="169"/>
                  </a:cubicBezTo>
                  <a:cubicBezTo>
                    <a:pt x="85" y="183"/>
                    <a:pt x="162" y="190"/>
                    <a:pt x="240" y="190"/>
                  </a:cubicBezTo>
                  <a:cubicBezTo>
                    <a:pt x="317" y="190"/>
                    <a:pt x="394" y="183"/>
                    <a:pt x="478" y="169"/>
                  </a:cubicBezTo>
                  <a:cubicBezTo>
                    <a:pt x="366" y="85"/>
                    <a:pt x="226" y="29"/>
                    <a:pt x="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9"/>
            <p:cNvSpPr/>
            <p:nvPr/>
          </p:nvSpPr>
          <p:spPr>
            <a:xfrm>
              <a:off x="3980900" y="866025"/>
              <a:ext cx="92675" cy="52225"/>
            </a:xfrm>
            <a:custGeom>
              <a:rect b="b" l="l" r="r" t="t"/>
              <a:pathLst>
                <a:path extrusionOk="0" h="2089" w="3707">
                  <a:moveTo>
                    <a:pt x="2456" y="0"/>
                  </a:moveTo>
                  <a:cubicBezTo>
                    <a:pt x="1806" y="0"/>
                    <a:pt x="587" y="1209"/>
                    <a:pt x="0" y="2088"/>
                  </a:cubicBezTo>
                  <a:cubicBezTo>
                    <a:pt x="138" y="2002"/>
                    <a:pt x="255" y="1927"/>
                    <a:pt x="455" y="1927"/>
                  </a:cubicBezTo>
                  <a:cubicBezTo>
                    <a:pt x="580" y="1927"/>
                    <a:pt x="738" y="1956"/>
                    <a:pt x="955" y="2032"/>
                  </a:cubicBezTo>
                  <a:cubicBezTo>
                    <a:pt x="1091" y="1732"/>
                    <a:pt x="936" y="795"/>
                    <a:pt x="1521" y="795"/>
                  </a:cubicBezTo>
                  <a:cubicBezTo>
                    <a:pt x="1537" y="795"/>
                    <a:pt x="1555" y="795"/>
                    <a:pt x="1572" y="797"/>
                  </a:cubicBezTo>
                  <a:cubicBezTo>
                    <a:pt x="2162" y="1190"/>
                    <a:pt x="1713" y="1358"/>
                    <a:pt x="1657" y="1780"/>
                  </a:cubicBezTo>
                  <a:cubicBezTo>
                    <a:pt x="1811" y="1554"/>
                    <a:pt x="2025" y="1508"/>
                    <a:pt x="2271" y="1508"/>
                  </a:cubicBezTo>
                  <a:cubicBezTo>
                    <a:pt x="2439" y="1508"/>
                    <a:pt x="2621" y="1529"/>
                    <a:pt x="2810" y="1529"/>
                  </a:cubicBezTo>
                  <a:cubicBezTo>
                    <a:pt x="3104" y="1529"/>
                    <a:pt x="3413" y="1478"/>
                    <a:pt x="3706" y="1218"/>
                  </a:cubicBezTo>
                  <a:lnTo>
                    <a:pt x="3088" y="937"/>
                  </a:lnTo>
                  <a:cubicBezTo>
                    <a:pt x="3201" y="853"/>
                    <a:pt x="3538" y="853"/>
                    <a:pt x="3566" y="657"/>
                  </a:cubicBezTo>
                  <a:lnTo>
                    <a:pt x="3566" y="657"/>
                  </a:lnTo>
                  <a:cubicBezTo>
                    <a:pt x="3423" y="740"/>
                    <a:pt x="3258" y="784"/>
                    <a:pt x="3102" y="784"/>
                  </a:cubicBezTo>
                  <a:cubicBezTo>
                    <a:pt x="2735" y="784"/>
                    <a:pt x="2417" y="543"/>
                    <a:pt x="2555" y="11"/>
                  </a:cubicBezTo>
                  <a:cubicBezTo>
                    <a:pt x="2524" y="4"/>
                    <a:pt x="2491" y="0"/>
                    <a:pt x="24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9"/>
            <p:cNvSpPr/>
            <p:nvPr/>
          </p:nvSpPr>
          <p:spPr>
            <a:xfrm>
              <a:off x="3959125" y="895050"/>
              <a:ext cx="19675" cy="26625"/>
            </a:xfrm>
            <a:custGeom>
              <a:rect b="b" l="l" r="r" t="t"/>
              <a:pathLst>
                <a:path extrusionOk="0" h="1065" w="787">
                  <a:moveTo>
                    <a:pt x="225" y="1"/>
                  </a:moveTo>
                  <a:lnTo>
                    <a:pt x="225" y="1"/>
                  </a:lnTo>
                  <a:cubicBezTo>
                    <a:pt x="254" y="338"/>
                    <a:pt x="169" y="675"/>
                    <a:pt x="1" y="984"/>
                  </a:cubicBezTo>
                  <a:cubicBezTo>
                    <a:pt x="120" y="1037"/>
                    <a:pt x="246" y="1065"/>
                    <a:pt x="372" y="1065"/>
                  </a:cubicBezTo>
                  <a:cubicBezTo>
                    <a:pt x="512" y="1065"/>
                    <a:pt x="654" y="1030"/>
                    <a:pt x="787" y="956"/>
                  </a:cubicBezTo>
                  <a:lnTo>
                    <a:pt x="282" y="113"/>
                  </a:lnTo>
                  <a:lnTo>
                    <a:pt x="394" y="113"/>
                  </a:lnTo>
                  <a:lnTo>
                    <a:pt x="2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9"/>
            <p:cNvSpPr/>
            <p:nvPr/>
          </p:nvSpPr>
          <p:spPr>
            <a:xfrm>
              <a:off x="3942300" y="856200"/>
              <a:ext cx="45625" cy="38175"/>
            </a:xfrm>
            <a:custGeom>
              <a:rect b="b" l="l" r="r" t="t"/>
              <a:pathLst>
                <a:path extrusionOk="0" h="1527" w="1825">
                  <a:moveTo>
                    <a:pt x="365" y="825"/>
                  </a:moveTo>
                  <a:cubicBezTo>
                    <a:pt x="390" y="948"/>
                    <a:pt x="371" y="985"/>
                    <a:pt x="333" y="985"/>
                  </a:cubicBezTo>
                  <a:cubicBezTo>
                    <a:pt x="284" y="985"/>
                    <a:pt x="203" y="925"/>
                    <a:pt x="140" y="909"/>
                  </a:cubicBezTo>
                  <a:cubicBezTo>
                    <a:pt x="125" y="909"/>
                    <a:pt x="110" y="917"/>
                    <a:pt x="100" y="925"/>
                  </a:cubicBezTo>
                  <a:lnTo>
                    <a:pt x="100" y="925"/>
                  </a:lnTo>
                  <a:cubicBezTo>
                    <a:pt x="112" y="896"/>
                    <a:pt x="124" y="880"/>
                    <a:pt x="131" y="880"/>
                  </a:cubicBezTo>
                  <a:cubicBezTo>
                    <a:pt x="137" y="880"/>
                    <a:pt x="140" y="889"/>
                    <a:pt x="140" y="909"/>
                  </a:cubicBezTo>
                  <a:cubicBezTo>
                    <a:pt x="225" y="881"/>
                    <a:pt x="281" y="825"/>
                    <a:pt x="365" y="825"/>
                  </a:cubicBezTo>
                  <a:close/>
                  <a:moveTo>
                    <a:pt x="1425" y="0"/>
                  </a:moveTo>
                  <a:cubicBezTo>
                    <a:pt x="1273" y="0"/>
                    <a:pt x="1121" y="69"/>
                    <a:pt x="947" y="69"/>
                  </a:cubicBezTo>
                  <a:cubicBezTo>
                    <a:pt x="887" y="69"/>
                    <a:pt x="824" y="61"/>
                    <a:pt x="758" y="39"/>
                  </a:cubicBezTo>
                  <a:lnTo>
                    <a:pt x="758" y="39"/>
                  </a:lnTo>
                  <a:cubicBezTo>
                    <a:pt x="1082" y="376"/>
                    <a:pt x="997" y="383"/>
                    <a:pt x="834" y="383"/>
                  </a:cubicBezTo>
                  <a:cubicBezTo>
                    <a:pt x="828" y="383"/>
                    <a:pt x="821" y="383"/>
                    <a:pt x="814" y="383"/>
                  </a:cubicBezTo>
                  <a:cubicBezTo>
                    <a:pt x="639" y="383"/>
                    <a:pt x="393" y="390"/>
                    <a:pt x="449" y="769"/>
                  </a:cubicBezTo>
                  <a:cubicBezTo>
                    <a:pt x="281" y="685"/>
                    <a:pt x="140" y="572"/>
                    <a:pt x="0" y="432"/>
                  </a:cubicBezTo>
                  <a:lnTo>
                    <a:pt x="0" y="432"/>
                  </a:lnTo>
                  <a:cubicBezTo>
                    <a:pt x="56" y="629"/>
                    <a:pt x="56" y="825"/>
                    <a:pt x="84" y="993"/>
                  </a:cubicBezTo>
                  <a:lnTo>
                    <a:pt x="84" y="965"/>
                  </a:lnTo>
                  <a:cubicBezTo>
                    <a:pt x="87" y="957"/>
                    <a:pt x="90" y="950"/>
                    <a:pt x="92" y="943"/>
                  </a:cubicBezTo>
                  <a:lnTo>
                    <a:pt x="92" y="943"/>
                  </a:lnTo>
                  <a:lnTo>
                    <a:pt x="898" y="1527"/>
                  </a:lnTo>
                  <a:cubicBezTo>
                    <a:pt x="786" y="1246"/>
                    <a:pt x="618" y="993"/>
                    <a:pt x="393" y="825"/>
                  </a:cubicBezTo>
                  <a:cubicBezTo>
                    <a:pt x="983" y="600"/>
                    <a:pt x="1460" y="853"/>
                    <a:pt x="1825" y="235"/>
                  </a:cubicBezTo>
                  <a:cubicBezTo>
                    <a:pt x="1683" y="50"/>
                    <a:pt x="1554" y="0"/>
                    <a:pt x="1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9"/>
            <p:cNvSpPr/>
            <p:nvPr/>
          </p:nvSpPr>
          <p:spPr>
            <a:xfrm>
              <a:off x="3941600" y="735025"/>
              <a:ext cx="3175" cy="2400"/>
            </a:xfrm>
            <a:custGeom>
              <a:rect b="b" l="l" r="r" t="t"/>
              <a:pathLst>
                <a:path extrusionOk="0" h="96" w="127">
                  <a:moveTo>
                    <a:pt x="84" y="1"/>
                  </a:moveTo>
                  <a:lnTo>
                    <a:pt x="84" y="1"/>
                  </a:lnTo>
                  <a:cubicBezTo>
                    <a:pt x="56" y="29"/>
                    <a:pt x="28" y="57"/>
                    <a:pt x="0" y="85"/>
                  </a:cubicBezTo>
                  <a:cubicBezTo>
                    <a:pt x="21" y="92"/>
                    <a:pt x="40" y="96"/>
                    <a:pt x="57" y="96"/>
                  </a:cubicBezTo>
                  <a:cubicBezTo>
                    <a:pt x="105" y="96"/>
                    <a:pt x="126" y="64"/>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9"/>
            <p:cNvSpPr/>
            <p:nvPr/>
          </p:nvSpPr>
          <p:spPr>
            <a:xfrm>
              <a:off x="3919825" y="736875"/>
              <a:ext cx="22500" cy="42400"/>
            </a:xfrm>
            <a:custGeom>
              <a:rect b="b" l="l" r="r" t="t"/>
              <a:pathLst>
                <a:path extrusionOk="0" h="1696" w="900">
                  <a:moveTo>
                    <a:pt x="617" y="1"/>
                  </a:moveTo>
                  <a:cubicBezTo>
                    <a:pt x="427" y="1"/>
                    <a:pt x="225" y="54"/>
                    <a:pt x="225" y="404"/>
                  </a:cubicBezTo>
                  <a:lnTo>
                    <a:pt x="338" y="404"/>
                  </a:lnTo>
                  <a:cubicBezTo>
                    <a:pt x="384" y="772"/>
                    <a:pt x="185" y="1404"/>
                    <a:pt x="65" y="1620"/>
                  </a:cubicBezTo>
                  <a:lnTo>
                    <a:pt x="65" y="1620"/>
                  </a:lnTo>
                  <a:cubicBezTo>
                    <a:pt x="377" y="1252"/>
                    <a:pt x="663" y="881"/>
                    <a:pt x="899" y="460"/>
                  </a:cubicBezTo>
                  <a:cubicBezTo>
                    <a:pt x="851" y="460"/>
                    <a:pt x="777" y="476"/>
                    <a:pt x="702" y="476"/>
                  </a:cubicBezTo>
                  <a:cubicBezTo>
                    <a:pt x="601" y="476"/>
                    <a:pt x="498" y="448"/>
                    <a:pt x="450" y="320"/>
                  </a:cubicBezTo>
                  <a:cubicBezTo>
                    <a:pt x="506" y="67"/>
                    <a:pt x="703" y="152"/>
                    <a:pt x="843" y="11"/>
                  </a:cubicBezTo>
                  <a:cubicBezTo>
                    <a:pt x="782" y="11"/>
                    <a:pt x="701" y="1"/>
                    <a:pt x="617" y="1"/>
                  </a:cubicBezTo>
                  <a:close/>
                  <a:moveTo>
                    <a:pt x="65" y="1620"/>
                  </a:moveTo>
                  <a:cubicBezTo>
                    <a:pt x="44" y="1645"/>
                    <a:pt x="22" y="1670"/>
                    <a:pt x="1" y="1696"/>
                  </a:cubicBezTo>
                  <a:cubicBezTo>
                    <a:pt x="16" y="1696"/>
                    <a:pt x="39" y="1668"/>
                    <a:pt x="65" y="16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9"/>
            <p:cNvSpPr/>
            <p:nvPr/>
          </p:nvSpPr>
          <p:spPr>
            <a:xfrm>
              <a:off x="3950700" y="806125"/>
              <a:ext cx="22500" cy="16675"/>
            </a:xfrm>
            <a:custGeom>
              <a:rect b="b" l="l" r="r" t="t"/>
              <a:pathLst>
                <a:path extrusionOk="0" h="667" w="900">
                  <a:moveTo>
                    <a:pt x="433" y="1"/>
                  </a:moveTo>
                  <a:cubicBezTo>
                    <a:pt x="298" y="1"/>
                    <a:pt x="139" y="137"/>
                    <a:pt x="1" y="189"/>
                  </a:cubicBezTo>
                  <a:lnTo>
                    <a:pt x="703" y="666"/>
                  </a:lnTo>
                  <a:lnTo>
                    <a:pt x="899" y="21"/>
                  </a:lnTo>
                  <a:lnTo>
                    <a:pt x="647" y="217"/>
                  </a:lnTo>
                  <a:cubicBezTo>
                    <a:pt x="593" y="55"/>
                    <a:pt x="517" y="1"/>
                    <a:pt x="4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9"/>
            <p:cNvSpPr/>
            <p:nvPr/>
          </p:nvSpPr>
          <p:spPr>
            <a:xfrm>
              <a:off x="3959825" y="926650"/>
              <a:ext cx="25300" cy="7050"/>
            </a:xfrm>
            <a:custGeom>
              <a:rect b="b" l="l" r="r" t="t"/>
              <a:pathLst>
                <a:path extrusionOk="0" h="282" w="1012">
                  <a:moveTo>
                    <a:pt x="591" y="0"/>
                  </a:moveTo>
                  <a:lnTo>
                    <a:pt x="1" y="281"/>
                  </a:lnTo>
                  <a:lnTo>
                    <a:pt x="1012" y="141"/>
                  </a:lnTo>
                  <a:lnTo>
                    <a:pt x="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9"/>
            <p:cNvSpPr/>
            <p:nvPr/>
          </p:nvSpPr>
          <p:spPr>
            <a:xfrm>
              <a:off x="3978775" y="946300"/>
              <a:ext cx="11975" cy="8450"/>
            </a:xfrm>
            <a:custGeom>
              <a:rect b="b" l="l" r="r" t="t"/>
              <a:pathLst>
                <a:path extrusionOk="0" h="338" w="479">
                  <a:moveTo>
                    <a:pt x="478" y="0"/>
                  </a:moveTo>
                  <a:lnTo>
                    <a:pt x="1" y="281"/>
                  </a:lnTo>
                  <a:lnTo>
                    <a:pt x="422" y="337"/>
                  </a:lnTo>
                  <a:lnTo>
                    <a:pt x="4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9"/>
            <p:cNvSpPr/>
            <p:nvPr/>
          </p:nvSpPr>
          <p:spPr>
            <a:xfrm>
              <a:off x="4894725" y="2121225"/>
              <a:ext cx="6350" cy="3525"/>
            </a:xfrm>
            <a:custGeom>
              <a:rect b="b" l="l" r="r" t="t"/>
              <a:pathLst>
                <a:path extrusionOk="0" h="141" w="254">
                  <a:moveTo>
                    <a:pt x="0" y="1"/>
                  </a:moveTo>
                  <a:lnTo>
                    <a:pt x="253" y="141"/>
                  </a:lnTo>
                  <a:cubicBezTo>
                    <a:pt x="169" y="85"/>
                    <a:pt x="85" y="2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9"/>
            <p:cNvSpPr/>
            <p:nvPr/>
          </p:nvSpPr>
          <p:spPr>
            <a:xfrm>
              <a:off x="4868750" y="2082625"/>
              <a:ext cx="7050" cy="2125"/>
            </a:xfrm>
            <a:custGeom>
              <a:rect b="b" l="l" r="r" t="t"/>
              <a:pathLst>
                <a:path extrusionOk="0" h="85" w="282">
                  <a:moveTo>
                    <a:pt x="253" y="0"/>
                  </a:moveTo>
                  <a:lnTo>
                    <a:pt x="1" y="85"/>
                  </a:lnTo>
                  <a:cubicBezTo>
                    <a:pt x="169" y="85"/>
                    <a:pt x="281" y="57"/>
                    <a:pt x="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9"/>
            <p:cNvSpPr/>
            <p:nvPr/>
          </p:nvSpPr>
          <p:spPr>
            <a:xfrm>
              <a:off x="4311775" y="1486725"/>
              <a:ext cx="20775" cy="25650"/>
            </a:xfrm>
            <a:custGeom>
              <a:rect b="b" l="l" r="r" t="t"/>
              <a:pathLst>
                <a:path extrusionOk="0" h="1026" w="831">
                  <a:moveTo>
                    <a:pt x="606" y="1"/>
                  </a:moveTo>
                  <a:lnTo>
                    <a:pt x="606" y="1"/>
                  </a:lnTo>
                  <a:cubicBezTo>
                    <a:pt x="378" y="458"/>
                    <a:pt x="1" y="1026"/>
                    <a:pt x="155" y="1026"/>
                  </a:cubicBezTo>
                  <a:cubicBezTo>
                    <a:pt x="190" y="1026"/>
                    <a:pt x="254" y="996"/>
                    <a:pt x="353" y="927"/>
                  </a:cubicBezTo>
                  <a:lnTo>
                    <a:pt x="831" y="534"/>
                  </a:lnTo>
                  <a:cubicBezTo>
                    <a:pt x="634" y="422"/>
                    <a:pt x="550" y="198"/>
                    <a:pt x="6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9"/>
            <p:cNvSpPr/>
            <p:nvPr/>
          </p:nvSpPr>
          <p:spPr>
            <a:xfrm>
              <a:off x="4616775" y="1813100"/>
              <a:ext cx="15475" cy="4250"/>
            </a:xfrm>
            <a:custGeom>
              <a:rect b="b" l="l" r="r" t="t"/>
              <a:pathLst>
                <a:path extrusionOk="0" h="170" w="619">
                  <a:moveTo>
                    <a:pt x="618" y="1"/>
                  </a:moveTo>
                  <a:lnTo>
                    <a:pt x="1" y="85"/>
                  </a:lnTo>
                  <a:lnTo>
                    <a:pt x="506" y="169"/>
                  </a:lnTo>
                  <a:cubicBezTo>
                    <a:pt x="534" y="113"/>
                    <a:pt x="590" y="57"/>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9"/>
            <p:cNvSpPr/>
            <p:nvPr/>
          </p:nvSpPr>
          <p:spPr>
            <a:xfrm>
              <a:off x="4684150" y="1790650"/>
              <a:ext cx="2850" cy="14750"/>
            </a:xfrm>
            <a:custGeom>
              <a:rect b="b" l="l" r="r" t="t"/>
              <a:pathLst>
                <a:path extrusionOk="0" h="590" w="114">
                  <a:moveTo>
                    <a:pt x="113" y="0"/>
                  </a:moveTo>
                  <a:lnTo>
                    <a:pt x="1" y="590"/>
                  </a:lnTo>
                  <a:cubicBezTo>
                    <a:pt x="85" y="393"/>
                    <a:pt x="113" y="197"/>
                    <a:pt x="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9"/>
            <p:cNvSpPr/>
            <p:nvPr/>
          </p:nvSpPr>
          <p:spPr>
            <a:xfrm>
              <a:off x="5015450" y="2323400"/>
              <a:ext cx="16850" cy="4900"/>
            </a:xfrm>
            <a:custGeom>
              <a:rect b="b" l="l" r="r" t="t"/>
              <a:pathLst>
                <a:path extrusionOk="0" h="196" w="674">
                  <a:moveTo>
                    <a:pt x="458" y="1"/>
                  </a:moveTo>
                  <a:cubicBezTo>
                    <a:pt x="333" y="1"/>
                    <a:pt x="195" y="143"/>
                    <a:pt x="0" y="196"/>
                  </a:cubicBezTo>
                  <a:lnTo>
                    <a:pt x="674" y="196"/>
                  </a:lnTo>
                  <a:cubicBezTo>
                    <a:pt x="601" y="50"/>
                    <a:pt x="532"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9"/>
            <p:cNvSpPr/>
            <p:nvPr/>
          </p:nvSpPr>
          <p:spPr>
            <a:xfrm>
              <a:off x="4137400" y="1164200"/>
              <a:ext cx="11150" cy="21450"/>
            </a:xfrm>
            <a:custGeom>
              <a:rect b="b" l="l" r="r" t="t"/>
              <a:pathLst>
                <a:path extrusionOk="0" h="858" w="446">
                  <a:moveTo>
                    <a:pt x="206" y="0"/>
                  </a:moveTo>
                  <a:cubicBezTo>
                    <a:pt x="163" y="0"/>
                    <a:pt x="105" y="14"/>
                    <a:pt x="29" y="44"/>
                  </a:cubicBezTo>
                  <a:cubicBezTo>
                    <a:pt x="1" y="296"/>
                    <a:pt x="1" y="577"/>
                    <a:pt x="113" y="858"/>
                  </a:cubicBezTo>
                  <a:cubicBezTo>
                    <a:pt x="208" y="429"/>
                    <a:pt x="445" y="0"/>
                    <a:pt x="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9"/>
            <p:cNvSpPr/>
            <p:nvPr/>
          </p:nvSpPr>
          <p:spPr>
            <a:xfrm>
              <a:off x="4744525" y="2180700"/>
              <a:ext cx="10550" cy="3200"/>
            </a:xfrm>
            <a:custGeom>
              <a:rect b="b" l="l" r="r" t="t"/>
              <a:pathLst>
                <a:path extrusionOk="0" h="128" w="422">
                  <a:moveTo>
                    <a:pt x="200" y="1"/>
                  </a:moveTo>
                  <a:cubicBezTo>
                    <a:pt x="127" y="1"/>
                    <a:pt x="57" y="22"/>
                    <a:pt x="0" y="64"/>
                  </a:cubicBezTo>
                  <a:cubicBezTo>
                    <a:pt x="57" y="106"/>
                    <a:pt x="127" y="127"/>
                    <a:pt x="200" y="127"/>
                  </a:cubicBezTo>
                  <a:cubicBezTo>
                    <a:pt x="274" y="127"/>
                    <a:pt x="351" y="106"/>
                    <a:pt x="422" y="64"/>
                  </a:cubicBezTo>
                  <a:cubicBezTo>
                    <a:pt x="351" y="22"/>
                    <a:pt x="274" y="1"/>
                    <a:pt x="2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9"/>
            <p:cNvSpPr/>
            <p:nvPr/>
          </p:nvSpPr>
          <p:spPr>
            <a:xfrm>
              <a:off x="4138100" y="1184925"/>
              <a:ext cx="14075" cy="18275"/>
            </a:xfrm>
            <a:custGeom>
              <a:rect b="b" l="l" r="r" t="t"/>
              <a:pathLst>
                <a:path extrusionOk="0" h="731" w="563">
                  <a:moveTo>
                    <a:pt x="85" y="1"/>
                  </a:moveTo>
                  <a:lnTo>
                    <a:pt x="85" y="1"/>
                  </a:lnTo>
                  <a:cubicBezTo>
                    <a:pt x="1" y="394"/>
                    <a:pt x="29" y="731"/>
                    <a:pt x="534" y="731"/>
                  </a:cubicBezTo>
                  <a:cubicBezTo>
                    <a:pt x="562" y="647"/>
                    <a:pt x="562" y="590"/>
                    <a:pt x="562" y="534"/>
                  </a:cubicBezTo>
                  <a:cubicBezTo>
                    <a:pt x="366" y="394"/>
                    <a:pt x="197" y="225"/>
                    <a:pt x="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9"/>
            <p:cNvSpPr/>
            <p:nvPr/>
          </p:nvSpPr>
          <p:spPr>
            <a:xfrm>
              <a:off x="5393750" y="3062425"/>
              <a:ext cx="1425" cy="2850"/>
            </a:xfrm>
            <a:custGeom>
              <a:rect b="b" l="l" r="r" t="t"/>
              <a:pathLst>
                <a:path extrusionOk="0" h="114" w="57">
                  <a:moveTo>
                    <a:pt x="0" y="1"/>
                  </a:moveTo>
                  <a:lnTo>
                    <a:pt x="0" y="113"/>
                  </a:lnTo>
                  <a:cubicBezTo>
                    <a:pt x="57" y="85"/>
                    <a:pt x="57" y="2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9"/>
            <p:cNvSpPr/>
            <p:nvPr/>
          </p:nvSpPr>
          <p:spPr>
            <a:xfrm>
              <a:off x="5378300" y="3343175"/>
              <a:ext cx="4250" cy="7750"/>
            </a:xfrm>
            <a:custGeom>
              <a:rect b="b" l="l" r="r" t="t"/>
              <a:pathLst>
                <a:path extrusionOk="0" h="310" w="170">
                  <a:moveTo>
                    <a:pt x="1" y="1"/>
                  </a:moveTo>
                  <a:cubicBezTo>
                    <a:pt x="1" y="57"/>
                    <a:pt x="29" y="169"/>
                    <a:pt x="169" y="310"/>
                  </a:cubicBezTo>
                  <a:cubicBezTo>
                    <a:pt x="113" y="197"/>
                    <a:pt x="29" y="1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9"/>
            <p:cNvSpPr/>
            <p:nvPr/>
          </p:nvSpPr>
          <p:spPr>
            <a:xfrm>
              <a:off x="4039850" y="1034975"/>
              <a:ext cx="2825" cy="1900"/>
            </a:xfrm>
            <a:custGeom>
              <a:rect b="b" l="l" r="r" t="t"/>
              <a:pathLst>
                <a:path extrusionOk="0" h="76" w="113">
                  <a:moveTo>
                    <a:pt x="19" y="0"/>
                  </a:moveTo>
                  <a:cubicBezTo>
                    <a:pt x="0" y="0"/>
                    <a:pt x="57" y="75"/>
                    <a:pt x="113" y="75"/>
                  </a:cubicBezTo>
                  <a:cubicBezTo>
                    <a:pt x="57" y="19"/>
                    <a:pt x="29" y="0"/>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9"/>
            <p:cNvSpPr/>
            <p:nvPr/>
          </p:nvSpPr>
          <p:spPr>
            <a:xfrm>
              <a:off x="4078450" y="978575"/>
              <a:ext cx="7050" cy="2150"/>
            </a:xfrm>
            <a:custGeom>
              <a:rect b="b" l="l" r="r" t="t"/>
              <a:pathLst>
                <a:path extrusionOk="0" h="86" w="282">
                  <a:moveTo>
                    <a:pt x="1" y="85"/>
                  </a:moveTo>
                  <a:cubicBezTo>
                    <a:pt x="85" y="85"/>
                    <a:pt x="197" y="57"/>
                    <a:pt x="281" y="1"/>
                  </a:cubicBezTo>
                  <a:cubicBezTo>
                    <a:pt x="197" y="57"/>
                    <a:pt x="85" y="85"/>
                    <a:pt x="1" y="8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9"/>
            <p:cNvSpPr/>
            <p:nvPr/>
          </p:nvSpPr>
          <p:spPr>
            <a:xfrm>
              <a:off x="4260925" y="1199500"/>
              <a:ext cx="1450" cy="1600"/>
            </a:xfrm>
            <a:custGeom>
              <a:rect b="b" l="l" r="r" t="t"/>
              <a:pathLst>
                <a:path extrusionOk="0" h="64" w="58">
                  <a:moveTo>
                    <a:pt x="54" y="0"/>
                  </a:moveTo>
                  <a:cubicBezTo>
                    <a:pt x="50" y="0"/>
                    <a:pt x="29" y="21"/>
                    <a:pt x="1" y="64"/>
                  </a:cubicBezTo>
                  <a:cubicBezTo>
                    <a:pt x="43" y="21"/>
                    <a:pt x="57" y="0"/>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9"/>
            <p:cNvSpPr/>
            <p:nvPr/>
          </p:nvSpPr>
          <p:spPr>
            <a:xfrm>
              <a:off x="4043350" y="1025600"/>
              <a:ext cx="725" cy="8450"/>
            </a:xfrm>
            <a:custGeom>
              <a:rect b="b" l="l" r="r" t="t"/>
              <a:pathLst>
                <a:path extrusionOk="0" h="338" w="29">
                  <a:moveTo>
                    <a:pt x="1" y="1"/>
                  </a:moveTo>
                  <a:cubicBezTo>
                    <a:pt x="1" y="113"/>
                    <a:pt x="1" y="225"/>
                    <a:pt x="1" y="338"/>
                  </a:cubicBezTo>
                  <a:cubicBezTo>
                    <a:pt x="29" y="225"/>
                    <a:pt x="29" y="1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9"/>
            <p:cNvSpPr/>
            <p:nvPr/>
          </p:nvSpPr>
          <p:spPr>
            <a:xfrm>
              <a:off x="4033525" y="1025600"/>
              <a:ext cx="4950" cy="4950"/>
            </a:xfrm>
            <a:custGeom>
              <a:rect b="b" l="l" r="r" t="t"/>
              <a:pathLst>
                <a:path extrusionOk="0" h="198" w="198">
                  <a:moveTo>
                    <a:pt x="141" y="1"/>
                  </a:moveTo>
                  <a:lnTo>
                    <a:pt x="141" y="1"/>
                  </a:lnTo>
                  <a:cubicBezTo>
                    <a:pt x="29" y="29"/>
                    <a:pt x="1" y="85"/>
                    <a:pt x="197" y="197"/>
                  </a:cubicBezTo>
                  <a:cubicBezTo>
                    <a:pt x="197" y="113"/>
                    <a:pt x="141" y="57"/>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9"/>
            <p:cNvSpPr/>
            <p:nvPr/>
          </p:nvSpPr>
          <p:spPr>
            <a:xfrm>
              <a:off x="4042650" y="1034025"/>
              <a:ext cx="4250" cy="8450"/>
            </a:xfrm>
            <a:custGeom>
              <a:rect b="b" l="l" r="r" t="t"/>
              <a:pathLst>
                <a:path extrusionOk="0" h="338" w="170">
                  <a:moveTo>
                    <a:pt x="57" y="1"/>
                  </a:moveTo>
                  <a:cubicBezTo>
                    <a:pt x="57" y="57"/>
                    <a:pt x="1" y="85"/>
                    <a:pt x="1" y="85"/>
                  </a:cubicBezTo>
                  <a:cubicBezTo>
                    <a:pt x="29" y="141"/>
                    <a:pt x="85" y="197"/>
                    <a:pt x="169" y="338"/>
                  </a:cubicBezTo>
                  <a:cubicBezTo>
                    <a:pt x="113" y="225"/>
                    <a:pt x="57" y="113"/>
                    <a:pt x="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9"/>
            <p:cNvSpPr/>
            <p:nvPr/>
          </p:nvSpPr>
          <p:spPr>
            <a:xfrm>
              <a:off x="5120025" y="2711500"/>
              <a:ext cx="6225" cy="2475"/>
            </a:xfrm>
            <a:custGeom>
              <a:rect b="b" l="l" r="r" t="t"/>
              <a:pathLst>
                <a:path extrusionOk="0" h="99" w="249">
                  <a:moveTo>
                    <a:pt x="28" y="0"/>
                  </a:moveTo>
                  <a:cubicBezTo>
                    <a:pt x="0" y="29"/>
                    <a:pt x="0" y="29"/>
                    <a:pt x="0" y="57"/>
                  </a:cubicBezTo>
                  <a:cubicBezTo>
                    <a:pt x="118" y="86"/>
                    <a:pt x="181" y="98"/>
                    <a:pt x="204" y="98"/>
                  </a:cubicBezTo>
                  <a:cubicBezTo>
                    <a:pt x="249" y="98"/>
                    <a:pt x="156" y="55"/>
                    <a:pt x="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9"/>
            <p:cNvSpPr/>
            <p:nvPr/>
          </p:nvSpPr>
          <p:spPr>
            <a:xfrm>
              <a:off x="4535375" y="1529550"/>
              <a:ext cx="725" cy="725"/>
            </a:xfrm>
            <a:custGeom>
              <a:rect b="b" l="l" r="r" t="t"/>
              <a:pathLst>
                <a:path extrusionOk="0" h="29" w="29">
                  <a:moveTo>
                    <a:pt x="0" y="1"/>
                  </a:moveTo>
                  <a:cubicBezTo>
                    <a:pt x="0" y="1"/>
                    <a:pt x="0" y="29"/>
                    <a:pt x="0" y="29"/>
                  </a:cubicBezTo>
                  <a:lnTo>
                    <a:pt x="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9"/>
            <p:cNvSpPr/>
            <p:nvPr/>
          </p:nvSpPr>
          <p:spPr>
            <a:xfrm>
              <a:off x="4500975" y="1530250"/>
              <a:ext cx="55475" cy="28100"/>
            </a:xfrm>
            <a:custGeom>
              <a:rect b="b" l="l" r="r" t="t"/>
              <a:pathLst>
                <a:path extrusionOk="0" h="1124" w="2219">
                  <a:moveTo>
                    <a:pt x="1376" y="1"/>
                  </a:moveTo>
                  <a:lnTo>
                    <a:pt x="0" y="1124"/>
                  </a:lnTo>
                  <a:lnTo>
                    <a:pt x="2218" y="422"/>
                  </a:lnTo>
                  <a:lnTo>
                    <a:pt x="2218" y="422"/>
                  </a:lnTo>
                  <a:cubicBezTo>
                    <a:pt x="2086" y="435"/>
                    <a:pt x="1974" y="441"/>
                    <a:pt x="1880" y="441"/>
                  </a:cubicBezTo>
                  <a:cubicBezTo>
                    <a:pt x="1376" y="441"/>
                    <a:pt x="1376" y="261"/>
                    <a:pt x="1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9"/>
            <p:cNvSpPr/>
            <p:nvPr/>
          </p:nvSpPr>
          <p:spPr>
            <a:xfrm>
              <a:off x="3993525" y="951200"/>
              <a:ext cx="1504825" cy="2441325"/>
            </a:xfrm>
            <a:custGeom>
              <a:rect b="b" l="l" r="r" t="t"/>
              <a:pathLst>
                <a:path extrusionOk="0" h="97653" w="60193">
                  <a:moveTo>
                    <a:pt x="3763" y="5111"/>
                  </a:moveTo>
                  <a:cubicBezTo>
                    <a:pt x="3738" y="5310"/>
                    <a:pt x="3729" y="5388"/>
                    <a:pt x="3725" y="5388"/>
                  </a:cubicBezTo>
                  <a:cubicBezTo>
                    <a:pt x="3720" y="5388"/>
                    <a:pt x="3722" y="5267"/>
                    <a:pt x="3706" y="5111"/>
                  </a:cubicBezTo>
                  <a:close/>
                  <a:moveTo>
                    <a:pt x="20454" y="21169"/>
                  </a:moveTo>
                  <a:cubicBezTo>
                    <a:pt x="20449" y="21169"/>
                    <a:pt x="20444" y="21169"/>
                    <a:pt x="20439" y="21169"/>
                  </a:cubicBezTo>
                  <a:lnTo>
                    <a:pt x="20467" y="21169"/>
                  </a:lnTo>
                  <a:cubicBezTo>
                    <a:pt x="20463" y="21169"/>
                    <a:pt x="20458" y="21169"/>
                    <a:pt x="20454" y="21169"/>
                  </a:cubicBezTo>
                  <a:close/>
                  <a:moveTo>
                    <a:pt x="20635" y="21422"/>
                  </a:moveTo>
                  <a:lnTo>
                    <a:pt x="20635" y="21422"/>
                  </a:lnTo>
                  <a:cubicBezTo>
                    <a:pt x="20630" y="21434"/>
                    <a:pt x="20626" y="21445"/>
                    <a:pt x="20621" y="21457"/>
                  </a:cubicBezTo>
                  <a:lnTo>
                    <a:pt x="20621" y="21457"/>
                  </a:lnTo>
                  <a:cubicBezTo>
                    <a:pt x="20627" y="21445"/>
                    <a:pt x="20632" y="21433"/>
                    <a:pt x="20635" y="21422"/>
                  </a:cubicBezTo>
                  <a:close/>
                  <a:moveTo>
                    <a:pt x="16873" y="23612"/>
                  </a:moveTo>
                  <a:cubicBezTo>
                    <a:pt x="16781" y="23667"/>
                    <a:pt x="16737" y="23735"/>
                    <a:pt x="16694" y="23735"/>
                  </a:cubicBezTo>
                  <a:cubicBezTo>
                    <a:pt x="16676" y="23735"/>
                    <a:pt x="16658" y="23723"/>
                    <a:pt x="16637" y="23693"/>
                  </a:cubicBezTo>
                  <a:lnTo>
                    <a:pt x="16637" y="23693"/>
                  </a:lnTo>
                  <a:cubicBezTo>
                    <a:pt x="16713" y="23674"/>
                    <a:pt x="16791" y="23648"/>
                    <a:pt x="16873" y="23612"/>
                  </a:cubicBezTo>
                  <a:close/>
                  <a:moveTo>
                    <a:pt x="25995" y="31157"/>
                  </a:moveTo>
                  <a:cubicBezTo>
                    <a:pt x="25996" y="31159"/>
                    <a:pt x="25997" y="31161"/>
                    <a:pt x="25998" y="31164"/>
                  </a:cubicBezTo>
                  <a:cubicBezTo>
                    <a:pt x="25997" y="31161"/>
                    <a:pt x="25996" y="31159"/>
                    <a:pt x="25995" y="31157"/>
                  </a:cubicBezTo>
                  <a:close/>
                  <a:moveTo>
                    <a:pt x="25941" y="32933"/>
                  </a:moveTo>
                  <a:cubicBezTo>
                    <a:pt x="26194" y="32933"/>
                    <a:pt x="26194" y="33129"/>
                    <a:pt x="26082" y="33438"/>
                  </a:cubicBezTo>
                  <a:cubicBezTo>
                    <a:pt x="25913" y="33326"/>
                    <a:pt x="25857" y="33101"/>
                    <a:pt x="25941" y="32933"/>
                  </a:cubicBezTo>
                  <a:close/>
                  <a:moveTo>
                    <a:pt x="33746" y="43124"/>
                  </a:moveTo>
                  <a:lnTo>
                    <a:pt x="33746" y="43152"/>
                  </a:lnTo>
                  <a:cubicBezTo>
                    <a:pt x="33971" y="43208"/>
                    <a:pt x="34504" y="43292"/>
                    <a:pt x="34224" y="43573"/>
                  </a:cubicBezTo>
                  <a:cubicBezTo>
                    <a:pt x="34045" y="43626"/>
                    <a:pt x="33921" y="43649"/>
                    <a:pt x="33837" y="43649"/>
                  </a:cubicBezTo>
                  <a:cubicBezTo>
                    <a:pt x="33562" y="43649"/>
                    <a:pt x="33703" y="43403"/>
                    <a:pt x="33746" y="43124"/>
                  </a:cubicBezTo>
                  <a:close/>
                  <a:moveTo>
                    <a:pt x="35542" y="46188"/>
                  </a:moveTo>
                  <a:lnTo>
                    <a:pt x="35599" y="46268"/>
                  </a:lnTo>
                  <a:cubicBezTo>
                    <a:pt x="35589" y="46231"/>
                    <a:pt x="35568" y="46205"/>
                    <a:pt x="35542" y="46188"/>
                  </a:cubicBezTo>
                  <a:close/>
                  <a:moveTo>
                    <a:pt x="42566" y="58406"/>
                  </a:moveTo>
                  <a:lnTo>
                    <a:pt x="42590" y="58425"/>
                  </a:lnTo>
                  <a:cubicBezTo>
                    <a:pt x="42582" y="58418"/>
                    <a:pt x="42574" y="58412"/>
                    <a:pt x="42566" y="58406"/>
                  </a:cubicBezTo>
                  <a:close/>
                  <a:moveTo>
                    <a:pt x="45060" y="65022"/>
                  </a:moveTo>
                  <a:cubicBezTo>
                    <a:pt x="45072" y="65039"/>
                    <a:pt x="45083" y="65056"/>
                    <a:pt x="45094" y="65073"/>
                  </a:cubicBezTo>
                  <a:lnTo>
                    <a:pt x="45094" y="65073"/>
                  </a:lnTo>
                  <a:cubicBezTo>
                    <a:pt x="45085" y="65053"/>
                    <a:pt x="45074" y="65036"/>
                    <a:pt x="45060" y="65022"/>
                  </a:cubicBezTo>
                  <a:close/>
                  <a:moveTo>
                    <a:pt x="42141" y="74343"/>
                  </a:moveTo>
                  <a:lnTo>
                    <a:pt x="42141" y="74343"/>
                  </a:lnTo>
                  <a:cubicBezTo>
                    <a:pt x="42477" y="74568"/>
                    <a:pt x="42253" y="74568"/>
                    <a:pt x="42056" y="74568"/>
                  </a:cubicBezTo>
                  <a:lnTo>
                    <a:pt x="42141" y="74343"/>
                  </a:lnTo>
                  <a:close/>
                  <a:moveTo>
                    <a:pt x="46692" y="82445"/>
                  </a:moveTo>
                  <a:cubicBezTo>
                    <a:pt x="46672" y="82472"/>
                    <a:pt x="46652" y="82503"/>
                    <a:pt x="46632" y="82541"/>
                  </a:cubicBezTo>
                  <a:cubicBezTo>
                    <a:pt x="46654" y="82508"/>
                    <a:pt x="46674" y="82476"/>
                    <a:pt x="46692" y="82445"/>
                  </a:cubicBezTo>
                  <a:close/>
                  <a:moveTo>
                    <a:pt x="55111" y="83186"/>
                  </a:moveTo>
                  <a:cubicBezTo>
                    <a:pt x="55109" y="83203"/>
                    <a:pt x="55113" y="83219"/>
                    <a:pt x="55121" y="83237"/>
                  </a:cubicBezTo>
                  <a:lnTo>
                    <a:pt x="55121" y="83237"/>
                  </a:lnTo>
                  <a:lnTo>
                    <a:pt x="55111" y="83186"/>
                  </a:lnTo>
                  <a:close/>
                  <a:moveTo>
                    <a:pt x="562" y="1"/>
                  </a:moveTo>
                  <a:lnTo>
                    <a:pt x="562" y="1"/>
                  </a:lnTo>
                  <a:cubicBezTo>
                    <a:pt x="1" y="703"/>
                    <a:pt x="702" y="57"/>
                    <a:pt x="141" y="955"/>
                  </a:cubicBezTo>
                  <a:cubicBezTo>
                    <a:pt x="291" y="774"/>
                    <a:pt x="414" y="704"/>
                    <a:pt x="519" y="704"/>
                  </a:cubicBezTo>
                  <a:cubicBezTo>
                    <a:pt x="857" y="704"/>
                    <a:pt x="1009" y="1427"/>
                    <a:pt x="1309" y="1427"/>
                  </a:cubicBezTo>
                  <a:cubicBezTo>
                    <a:pt x="1402" y="1427"/>
                    <a:pt x="1509" y="1358"/>
                    <a:pt x="1640" y="1177"/>
                  </a:cubicBezTo>
                  <a:lnTo>
                    <a:pt x="1640" y="1177"/>
                  </a:lnTo>
                  <a:cubicBezTo>
                    <a:pt x="1062" y="2072"/>
                    <a:pt x="1694" y="2005"/>
                    <a:pt x="1208" y="3005"/>
                  </a:cubicBezTo>
                  <a:cubicBezTo>
                    <a:pt x="1341" y="2905"/>
                    <a:pt x="1444" y="2756"/>
                    <a:pt x="1536" y="2756"/>
                  </a:cubicBezTo>
                  <a:cubicBezTo>
                    <a:pt x="1599" y="2756"/>
                    <a:pt x="1656" y="2827"/>
                    <a:pt x="1713" y="3033"/>
                  </a:cubicBezTo>
                  <a:cubicBezTo>
                    <a:pt x="1797" y="3005"/>
                    <a:pt x="1882" y="3005"/>
                    <a:pt x="1994" y="2977"/>
                  </a:cubicBezTo>
                  <a:cubicBezTo>
                    <a:pt x="2022" y="2808"/>
                    <a:pt x="2106" y="2668"/>
                    <a:pt x="2190" y="2528"/>
                  </a:cubicBezTo>
                  <a:cubicBezTo>
                    <a:pt x="2254" y="2515"/>
                    <a:pt x="2315" y="2509"/>
                    <a:pt x="2375" y="2509"/>
                  </a:cubicBezTo>
                  <a:cubicBezTo>
                    <a:pt x="2969" y="2509"/>
                    <a:pt x="3354" y="3092"/>
                    <a:pt x="3763" y="3117"/>
                  </a:cubicBezTo>
                  <a:cubicBezTo>
                    <a:pt x="3819" y="3454"/>
                    <a:pt x="3398" y="3201"/>
                    <a:pt x="3257" y="3510"/>
                  </a:cubicBezTo>
                  <a:lnTo>
                    <a:pt x="3903" y="3566"/>
                  </a:lnTo>
                  <a:cubicBezTo>
                    <a:pt x="3492" y="3886"/>
                    <a:pt x="3452" y="4521"/>
                    <a:pt x="3075" y="4521"/>
                  </a:cubicBezTo>
                  <a:cubicBezTo>
                    <a:pt x="2988" y="4521"/>
                    <a:pt x="2883" y="4487"/>
                    <a:pt x="2752" y="4409"/>
                  </a:cubicBezTo>
                  <a:lnTo>
                    <a:pt x="2752" y="4409"/>
                  </a:lnTo>
                  <a:lnTo>
                    <a:pt x="3089" y="4970"/>
                  </a:lnTo>
                  <a:cubicBezTo>
                    <a:pt x="2976" y="5476"/>
                    <a:pt x="3145" y="6009"/>
                    <a:pt x="3538" y="6121"/>
                  </a:cubicBezTo>
                  <a:cubicBezTo>
                    <a:pt x="3594" y="6458"/>
                    <a:pt x="4549" y="6402"/>
                    <a:pt x="3987" y="6430"/>
                  </a:cubicBezTo>
                  <a:lnTo>
                    <a:pt x="4857" y="7104"/>
                  </a:lnTo>
                  <a:lnTo>
                    <a:pt x="4717" y="7188"/>
                  </a:lnTo>
                  <a:cubicBezTo>
                    <a:pt x="5166" y="8058"/>
                    <a:pt x="6682" y="8395"/>
                    <a:pt x="6317" y="9939"/>
                  </a:cubicBezTo>
                  <a:cubicBezTo>
                    <a:pt x="6710" y="10136"/>
                    <a:pt x="6991" y="10501"/>
                    <a:pt x="7103" y="10922"/>
                  </a:cubicBezTo>
                  <a:lnTo>
                    <a:pt x="6710" y="11315"/>
                  </a:lnTo>
                  <a:cubicBezTo>
                    <a:pt x="7081" y="11553"/>
                    <a:pt x="6927" y="12590"/>
                    <a:pt x="7403" y="12590"/>
                  </a:cubicBezTo>
                  <a:cubicBezTo>
                    <a:pt x="7432" y="12590"/>
                    <a:pt x="7463" y="12586"/>
                    <a:pt x="7496" y="12578"/>
                  </a:cubicBezTo>
                  <a:lnTo>
                    <a:pt x="7496" y="12578"/>
                  </a:lnTo>
                  <a:cubicBezTo>
                    <a:pt x="6486" y="13730"/>
                    <a:pt x="8311" y="14544"/>
                    <a:pt x="8479" y="15330"/>
                  </a:cubicBezTo>
                  <a:lnTo>
                    <a:pt x="9097" y="14965"/>
                  </a:lnTo>
                  <a:cubicBezTo>
                    <a:pt x="9349" y="15442"/>
                    <a:pt x="9770" y="15779"/>
                    <a:pt x="10360" y="16200"/>
                  </a:cubicBezTo>
                  <a:lnTo>
                    <a:pt x="10865" y="15835"/>
                  </a:lnTo>
                  <a:cubicBezTo>
                    <a:pt x="11595" y="16060"/>
                    <a:pt x="11230" y="17323"/>
                    <a:pt x="11736" y="18053"/>
                  </a:cubicBezTo>
                  <a:cubicBezTo>
                    <a:pt x="11712" y="18059"/>
                    <a:pt x="11690" y="18062"/>
                    <a:pt x="11670" y="18062"/>
                  </a:cubicBezTo>
                  <a:cubicBezTo>
                    <a:pt x="11500" y="18062"/>
                    <a:pt x="11458" y="17864"/>
                    <a:pt x="11483" y="17688"/>
                  </a:cubicBezTo>
                  <a:lnTo>
                    <a:pt x="11483" y="17688"/>
                  </a:lnTo>
                  <a:cubicBezTo>
                    <a:pt x="10809" y="19316"/>
                    <a:pt x="13533" y="19092"/>
                    <a:pt x="13139" y="20439"/>
                  </a:cubicBezTo>
                  <a:cubicBezTo>
                    <a:pt x="13392" y="20467"/>
                    <a:pt x="13533" y="20720"/>
                    <a:pt x="13420" y="20973"/>
                  </a:cubicBezTo>
                  <a:cubicBezTo>
                    <a:pt x="13420" y="20945"/>
                    <a:pt x="13392" y="20917"/>
                    <a:pt x="13364" y="20917"/>
                  </a:cubicBezTo>
                  <a:cubicBezTo>
                    <a:pt x="13364" y="20945"/>
                    <a:pt x="13392" y="20973"/>
                    <a:pt x="13420" y="21001"/>
                  </a:cubicBezTo>
                  <a:cubicBezTo>
                    <a:pt x="13364" y="21169"/>
                    <a:pt x="13308" y="21310"/>
                    <a:pt x="13280" y="21478"/>
                  </a:cubicBezTo>
                  <a:cubicBezTo>
                    <a:pt x="13364" y="21338"/>
                    <a:pt x="13420" y="21197"/>
                    <a:pt x="13448" y="21057"/>
                  </a:cubicBezTo>
                  <a:cubicBezTo>
                    <a:pt x="13589" y="21282"/>
                    <a:pt x="13813" y="21450"/>
                    <a:pt x="14038" y="21562"/>
                  </a:cubicBezTo>
                  <a:lnTo>
                    <a:pt x="13504" y="22012"/>
                  </a:lnTo>
                  <a:cubicBezTo>
                    <a:pt x="13533" y="22012"/>
                    <a:pt x="13533" y="22040"/>
                    <a:pt x="13561" y="22068"/>
                  </a:cubicBezTo>
                  <a:cubicBezTo>
                    <a:pt x="13535" y="22169"/>
                    <a:pt x="13561" y="22212"/>
                    <a:pt x="13618" y="22212"/>
                  </a:cubicBezTo>
                  <a:cubicBezTo>
                    <a:pt x="13753" y="22212"/>
                    <a:pt x="14063" y="21978"/>
                    <a:pt x="14319" y="21703"/>
                  </a:cubicBezTo>
                  <a:cubicBezTo>
                    <a:pt x="14487" y="21787"/>
                    <a:pt x="14655" y="21815"/>
                    <a:pt x="14852" y="21815"/>
                  </a:cubicBezTo>
                  <a:cubicBezTo>
                    <a:pt x="14010" y="22573"/>
                    <a:pt x="15554" y="22264"/>
                    <a:pt x="14684" y="23106"/>
                  </a:cubicBezTo>
                  <a:cubicBezTo>
                    <a:pt x="14719" y="23098"/>
                    <a:pt x="14754" y="23094"/>
                    <a:pt x="14788" y="23094"/>
                  </a:cubicBezTo>
                  <a:cubicBezTo>
                    <a:pt x="15232" y="23094"/>
                    <a:pt x="15651" y="23731"/>
                    <a:pt x="16343" y="23731"/>
                  </a:cubicBezTo>
                  <a:cubicBezTo>
                    <a:pt x="16432" y="23731"/>
                    <a:pt x="16526" y="23720"/>
                    <a:pt x="16625" y="23696"/>
                  </a:cubicBezTo>
                  <a:lnTo>
                    <a:pt x="16625" y="23696"/>
                  </a:lnTo>
                  <a:cubicBezTo>
                    <a:pt x="16679" y="24049"/>
                    <a:pt x="16717" y="24343"/>
                    <a:pt x="17154" y="24398"/>
                  </a:cubicBezTo>
                  <a:lnTo>
                    <a:pt x="16480" y="24959"/>
                  </a:lnTo>
                  <a:lnTo>
                    <a:pt x="17800" y="24959"/>
                  </a:lnTo>
                  <a:cubicBezTo>
                    <a:pt x="17585" y="25551"/>
                    <a:pt x="17421" y="25860"/>
                    <a:pt x="16716" y="25860"/>
                  </a:cubicBezTo>
                  <a:cubicBezTo>
                    <a:pt x="16685" y="25860"/>
                    <a:pt x="16654" y="25859"/>
                    <a:pt x="16621" y="25858"/>
                  </a:cubicBezTo>
                  <a:lnTo>
                    <a:pt x="16621" y="25858"/>
                  </a:lnTo>
                  <a:cubicBezTo>
                    <a:pt x="17996" y="26195"/>
                    <a:pt x="17351" y="26363"/>
                    <a:pt x="18642" y="26560"/>
                  </a:cubicBezTo>
                  <a:lnTo>
                    <a:pt x="18165" y="26812"/>
                  </a:lnTo>
                  <a:cubicBezTo>
                    <a:pt x="18333" y="27065"/>
                    <a:pt x="19204" y="27093"/>
                    <a:pt x="18895" y="27486"/>
                  </a:cubicBezTo>
                  <a:cubicBezTo>
                    <a:pt x="18333" y="28609"/>
                    <a:pt x="20467" y="30406"/>
                    <a:pt x="20495" y="32371"/>
                  </a:cubicBezTo>
                  <a:cubicBezTo>
                    <a:pt x="20757" y="32133"/>
                    <a:pt x="20898" y="32043"/>
                    <a:pt x="20968" y="32043"/>
                  </a:cubicBezTo>
                  <a:cubicBezTo>
                    <a:pt x="21188" y="32043"/>
                    <a:pt x="20703" y="32943"/>
                    <a:pt x="21094" y="32943"/>
                  </a:cubicBezTo>
                  <a:cubicBezTo>
                    <a:pt x="21163" y="32943"/>
                    <a:pt x="21260" y="32915"/>
                    <a:pt x="21393" y="32848"/>
                  </a:cubicBezTo>
                  <a:lnTo>
                    <a:pt x="21393" y="32848"/>
                  </a:lnTo>
                  <a:cubicBezTo>
                    <a:pt x="21135" y="33107"/>
                    <a:pt x="21067" y="33389"/>
                    <a:pt x="20730" y="33389"/>
                  </a:cubicBezTo>
                  <a:cubicBezTo>
                    <a:pt x="20701" y="33389"/>
                    <a:pt x="20669" y="33386"/>
                    <a:pt x="20635" y="33382"/>
                  </a:cubicBezTo>
                  <a:lnTo>
                    <a:pt x="20635" y="33382"/>
                  </a:lnTo>
                  <a:cubicBezTo>
                    <a:pt x="21382" y="33907"/>
                    <a:pt x="20794" y="34786"/>
                    <a:pt x="21929" y="34786"/>
                  </a:cubicBezTo>
                  <a:cubicBezTo>
                    <a:pt x="21946" y="34786"/>
                    <a:pt x="21964" y="34786"/>
                    <a:pt x="21983" y="34786"/>
                  </a:cubicBezTo>
                  <a:lnTo>
                    <a:pt x="21983" y="34786"/>
                  </a:lnTo>
                  <a:cubicBezTo>
                    <a:pt x="21702" y="35066"/>
                    <a:pt x="21421" y="34898"/>
                    <a:pt x="21253" y="35094"/>
                  </a:cubicBezTo>
                  <a:cubicBezTo>
                    <a:pt x="21365" y="35094"/>
                    <a:pt x="21702" y="35179"/>
                    <a:pt x="21534" y="35375"/>
                  </a:cubicBezTo>
                  <a:cubicBezTo>
                    <a:pt x="21480" y="35451"/>
                    <a:pt x="21418" y="35476"/>
                    <a:pt x="21349" y="35476"/>
                  </a:cubicBezTo>
                  <a:cubicBezTo>
                    <a:pt x="21238" y="35476"/>
                    <a:pt x="21111" y="35410"/>
                    <a:pt x="20972" y="35375"/>
                  </a:cubicBezTo>
                  <a:lnTo>
                    <a:pt x="20972" y="35375"/>
                  </a:lnTo>
                  <a:cubicBezTo>
                    <a:pt x="21163" y="35646"/>
                    <a:pt x="21422" y="35752"/>
                    <a:pt x="21720" y="35752"/>
                  </a:cubicBezTo>
                  <a:cubicBezTo>
                    <a:pt x="22257" y="35752"/>
                    <a:pt x="22924" y="35409"/>
                    <a:pt x="23555" y="35066"/>
                  </a:cubicBezTo>
                  <a:lnTo>
                    <a:pt x="23555" y="35066"/>
                  </a:lnTo>
                  <a:cubicBezTo>
                    <a:pt x="23368" y="35627"/>
                    <a:pt x="23473" y="35818"/>
                    <a:pt x="23966" y="35818"/>
                  </a:cubicBezTo>
                  <a:cubicBezTo>
                    <a:pt x="24066" y="35818"/>
                    <a:pt x="24181" y="35810"/>
                    <a:pt x="24313" y="35796"/>
                  </a:cubicBezTo>
                  <a:lnTo>
                    <a:pt x="24313" y="35796"/>
                  </a:lnTo>
                  <a:cubicBezTo>
                    <a:pt x="24153" y="36016"/>
                    <a:pt x="24008" y="36292"/>
                    <a:pt x="23796" y="36292"/>
                  </a:cubicBezTo>
                  <a:cubicBezTo>
                    <a:pt x="23710" y="36292"/>
                    <a:pt x="23613" y="36247"/>
                    <a:pt x="23499" y="36133"/>
                  </a:cubicBezTo>
                  <a:lnTo>
                    <a:pt x="23499" y="36133"/>
                  </a:lnTo>
                  <a:cubicBezTo>
                    <a:pt x="23599" y="36382"/>
                    <a:pt x="23919" y="37690"/>
                    <a:pt x="24538" y="37690"/>
                  </a:cubicBezTo>
                  <a:cubicBezTo>
                    <a:pt x="24617" y="37690"/>
                    <a:pt x="24701" y="37669"/>
                    <a:pt x="24790" y="37621"/>
                  </a:cubicBezTo>
                  <a:lnTo>
                    <a:pt x="24790" y="37621"/>
                  </a:lnTo>
                  <a:cubicBezTo>
                    <a:pt x="24650" y="37818"/>
                    <a:pt x="24959" y="38014"/>
                    <a:pt x="25071" y="38042"/>
                  </a:cubicBezTo>
                  <a:cubicBezTo>
                    <a:pt x="25240" y="38491"/>
                    <a:pt x="25492" y="38913"/>
                    <a:pt x="25773" y="39306"/>
                  </a:cubicBezTo>
                  <a:lnTo>
                    <a:pt x="25801" y="39081"/>
                  </a:lnTo>
                  <a:cubicBezTo>
                    <a:pt x="25998" y="39019"/>
                    <a:pt x="26139" y="38992"/>
                    <a:pt x="26241" y="38992"/>
                  </a:cubicBezTo>
                  <a:cubicBezTo>
                    <a:pt x="26694" y="38992"/>
                    <a:pt x="26379" y="39518"/>
                    <a:pt x="26700" y="39839"/>
                  </a:cubicBezTo>
                  <a:lnTo>
                    <a:pt x="26587" y="39895"/>
                  </a:lnTo>
                  <a:cubicBezTo>
                    <a:pt x="26559" y="41383"/>
                    <a:pt x="27205" y="40176"/>
                    <a:pt x="27036" y="41692"/>
                  </a:cubicBezTo>
                  <a:lnTo>
                    <a:pt x="27598" y="41299"/>
                  </a:lnTo>
                  <a:cubicBezTo>
                    <a:pt x="27771" y="41218"/>
                    <a:pt x="27895" y="41182"/>
                    <a:pt x="27982" y="41182"/>
                  </a:cubicBezTo>
                  <a:cubicBezTo>
                    <a:pt x="28561" y="41182"/>
                    <a:pt x="27512" y="42750"/>
                    <a:pt x="28244" y="43068"/>
                  </a:cubicBezTo>
                  <a:lnTo>
                    <a:pt x="28468" y="42647"/>
                  </a:lnTo>
                  <a:lnTo>
                    <a:pt x="28468" y="42647"/>
                  </a:lnTo>
                  <a:cubicBezTo>
                    <a:pt x="29086" y="42731"/>
                    <a:pt x="27289" y="44584"/>
                    <a:pt x="27317" y="45005"/>
                  </a:cubicBezTo>
                  <a:cubicBezTo>
                    <a:pt x="27300" y="45048"/>
                    <a:pt x="27272" y="45064"/>
                    <a:pt x="27238" y="45064"/>
                  </a:cubicBezTo>
                  <a:cubicBezTo>
                    <a:pt x="27160" y="45064"/>
                    <a:pt x="27050" y="44979"/>
                    <a:pt x="26952" y="44921"/>
                  </a:cubicBezTo>
                  <a:lnTo>
                    <a:pt x="26952" y="44921"/>
                  </a:lnTo>
                  <a:cubicBezTo>
                    <a:pt x="26875" y="45323"/>
                    <a:pt x="26921" y="45451"/>
                    <a:pt x="27038" y="45451"/>
                  </a:cubicBezTo>
                  <a:cubicBezTo>
                    <a:pt x="27245" y="45451"/>
                    <a:pt x="27675" y="45051"/>
                    <a:pt x="28049" y="45051"/>
                  </a:cubicBezTo>
                  <a:cubicBezTo>
                    <a:pt x="28159" y="45051"/>
                    <a:pt x="28263" y="45085"/>
                    <a:pt x="28356" y="45173"/>
                  </a:cubicBezTo>
                  <a:cubicBezTo>
                    <a:pt x="27991" y="45538"/>
                    <a:pt x="27205" y="45622"/>
                    <a:pt x="27373" y="46100"/>
                  </a:cubicBezTo>
                  <a:cubicBezTo>
                    <a:pt x="27177" y="46521"/>
                    <a:pt x="29451" y="46661"/>
                    <a:pt x="29002" y="47728"/>
                  </a:cubicBezTo>
                  <a:cubicBezTo>
                    <a:pt x="29205" y="47480"/>
                    <a:pt x="29408" y="47231"/>
                    <a:pt x="29684" y="47231"/>
                  </a:cubicBezTo>
                  <a:cubicBezTo>
                    <a:pt x="29752" y="47231"/>
                    <a:pt x="29823" y="47246"/>
                    <a:pt x="29900" y="47279"/>
                  </a:cubicBezTo>
                  <a:cubicBezTo>
                    <a:pt x="30279" y="47685"/>
                    <a:pt x="29456" y="49138"/>
                    <a:pt x="30533" y="49138"/>
                  </a:cubicBezTo>
                  <a:cubicBezTo>
                    <a:pt x="30572" y="49138"/>
                    <a:pt x="30614" y="49136"/>
                    <a:pt x="30658" y="49132"/>
                  </a:cubicBezTo>
                  <a:lnTo>
                    <a:pt x="30658" y="49132"/>
                  </a:lnTo>
                  <a:cubicBezTo>
                    <a:pt x="30602" y="49216"/>
                    <a:pt x="30518" y="49300"/>
                    <a:pt x="30433" y="49356"/>
                  </a:cubicBezTo>
                  <a:cubicBezTo>
                    <a:pt x="30886" y="49569"/>
                    <a:pt x="31439" y="50261"/>
                    <a:pt x="32093" y="50261"/>
                  </a:cubicBezTo>
                  <a:cubicBezTo>
                    <a:pt x="32129" y="50261"/>
                    <a:pt x="32165" y="50259"/>
                    <a:pt x="32202" y="50255"/>
                  </a:cubicBezTo>
                  <a:lnTo>
                    <a:pt x="32202" y="50255"/>
                  </a:lnTo>
                  <a:cubicBezTo>
                    <a:pt x="30321" y="51659"/>
                    <a:pt x="34392" y="52052"/>
                    <a:pt x="32483" y="53034"/>
                  </a:cubicBezTo>
                  <a:lnTo>
                    <a:pt x="33157" y="54129"/>
                  </a:lnTo>
                  <a:lnTo>
                    <a:pt x="32932" y="54185"/>
                  </a:lnTo>
                  <a:cubicBezTo>
                    <a:pt x="33185" y="54971"/>
                    <a:pt x="33746" y="55027"/>
                    <a:pt x="34336" y="55056"/>
                  </a:cubicBezTo>
                  <a:cubicBezTo>
                    <a:pt x="34280" y="55280"/>
                    <a:pt x="34055" y="55252"/>
                    <a:pt x="33943" y="55280"/>
                  </a:cubicBezTo>
                  <a:cubicBezTo>
                    <a:pt x="34083" y="56572"/>
                    <a:pt x="34195" y="56628"/>
                    <a:pt x="35599" y="57077"/>
                  </a:cubicBezTo>
                  <a:lnTo>
                    <a:pt x="35010" y="57470"/>
                  </a:lnTo>
                  <a:cubicBezTo>
                    <a:pt x="35487" y="57554"/>
                    <a:pt x="34729" y="59491"/>
                    <a:pt x="35908" y="60249"/>
                  </a:cubicBezTo>
                  <a:cubicBezTo>
                    <a:pt x="35852" y="60263"/>
                    <a:pt x="35796" y="60270"/>
                    <a:pt x="35740" y="60270"/>
                  </a:cubicBezTo>
                  <a:cubicBezTo>
                    <a:pt x="35683" y="60270"/>
                    <a:pt x="35627" y="60263"/>
                    <a:pt x="35571" y="60249"/>
                  </a:cubicBezTo>
                  <a:lnTo>
                    <a:pt x="35571" y="60249"/>
                  </a:lnTo>
                  <a:cubicBezTo>
                    <a:pt x="36730" y="61073"/>
                    <a:pt x="35291" y="63455"/>
                    <a:pt x="36993" y="63455"/>
                  </a:cubicBezTo>
                  <a:cubicBezTo>
                    <a:pt x="37147" y="63455"/>
                    <a:pt x="37327" y="63436"/>
                    <a:pt x="37536" y="63394"/>
                  </a:cubicBezTo>
                  <a:lnTo>
                    <a:pt x="38463" y="63983"/>
                  </a:lnTo>
                  <a:cubicBezTo>
                    <a:pt x="38340" y="63422"/>
                    <a:pt x="38590" y="63348"/>
                    <a:pt x="38906" y="63348"/>
                  </a:cubicBezTo>
                  <a:cubicBezTo>
                    <a:pt x="39018" y="63348"/>
                    <a:pt x="39139" y="63357"/>
                    <a:pt x="39254" y="63357"/>
                  </a:cubicBezTo>
                  <a:cubicBezTo>
                    <a:pt x="39477" y="63357"/>
                    <a:pt x="39678" y="63322"/>
                    <a:pt x="39754" y="63113"/>
                  </a:cubicBezTo>
                  <a:lnTo>
                    <a:pt x="39754" y="63113"/>
                  </a:lnTo>
                  <a:cubicBezTo>
                    <a:pt x="40009" y="63414"/>
                    <a:pt x="39653" y="64152"/>
                    <a:pt x="39332" y="64152"/>
                  </a:cubicBezTo>
                  <a:cubicBezTo>
                    <a:pt x="39263" y="64152"/>
                    <a:pt x="39196" y="64119"/>
                    <a:pt x="39137" y="64039"/>
                  </a:cubicBezTo>
                  <a:lnTo>
                    <a:pt x="39221" y="63899"/>
                  </a:lnTo>
                  <a:lnTo>
                    <a:pt x="39221" y="63899"/>
                  </a:lnTo>
                  <a:cubicBezTo>
                    <a:pt x="37929" y="64208"/>
                    <a:pt x="39333" y="65387"/>
                    <a:pt x="38491" y="65724"/>
                  </a:cubicBezTo>
                  <a:cubicBezTo>
                    <a:pt x="39417" y="67773"/>
                    <a:pt x="39614" y="70132"/>
                    <a:pt x="40484" y="72153"/>
                  </a:cubicBezTo>
                  <a:lnTo>
                    <a:pt x="41298" y="71479"/>
                  </a:lnTo>
                  <a:lnTo>
                    <a:pt x="41579" y="72181"/>
                  </a:lnTo>
                  <a:cubicBezTo>
                    <a:pt x="41493" y="72353"/>
                    <a:pt x="41281" y="72535"/>
                    <a:pt x="41085" y="72535"/>
                  </a:cubicBezTo>
                  <a:cubicBezTo>
                    <a:pt x="40960" y="72535"/>
                    <a:pt x="40841" y="72462"/>
                    <a:pt x="40765" y="72265"/>
                  </a:cubicBezTo>
                  <a:lnTo>
                    <a:pt x="40765" y="72265"/>
                  </a:lnTo>
                  <a:cubicBezTo>
                    <a:pt x="40449" y="72672"/>
                    <a:pt x="41187" y="72824"/>
                    <a:pt x="41604" y="72824"/>
                  </a:cubicBezTo>
                  <a:cubicBezTo>
                    <a:pt x="41706" y="72824"/>
                    <a:pt x="41788" y="72815"/>
                    <a:pt x="41832" y="72799"/>
                  </a:cubicBezTo>
                  <a:lnTo>
                    <a:pt x="41832" y="72799"/>
                  </a:lnTo>
                  <a:cubicBezTo>
                    <a:pt x="41864" y="73235"/>
                    <a:pt x="41681" y="73353"/>
                    <a:pt x="41452" y="73353"/>
                  </a:cubicBezTo>
                  <a:cubicBezTo>
                    <a:pt x="41178" y="73353"/>
                    <a:pt x="40837" y="73185"/>
                    <a:pt x="40718" y="73185"/>
                  </a:cubicBezTo>
                  <a:cubicBezTo>
                    <a:pt x="40680" y="73185"/>
                    <a:pt x="40664" y="73202"/>
                    <a:pt x="40681" y="73248"/>
                  </a:cubicBezTo>
                  <a:lnTo>
                    <a:pt x="40933" y="73613"/>
                  </a:lnTo>
                  <a:lnTo>
                    <a:pt x="41018" y="73473"/>
                  </a:lnTo>
                  <a:cubicBezTo>
                    <a:pt x="41551" y="73613"/>
                    <a:pt x="41944" y="73445"/>
                    <a:pt x="42197" y="74062"/>
                  </a:cubicBezTo>
                  <a:cubicBezTo>
                    <a:pt x="42197" y="74511"/>
                    <a:pt x="41748" y="74539"/>
                    <a:pt x="41776" y="74680"/>
                  </a:cubicBezTo>
                  <a:cubicBezTo>
                    <a:pt x="41719" y="74736"/>
                    <a:pt x="41719" y="74792"/>
                    <a:pt x="41860" y="74932"/>
                  </a:cubicBezTo>
                  <a:lnTo>
                    <a:pt x="42253" y="75831"/>
                  </a:lnTo>
                  <a:lnTo>
                    <a:pt x="42786" y="75017"/>
                  </a:lnTo>
                  <a:cubicBezTo>
                    <a:pt x="43140" y="75123"/>
                    <a:pt x="43204" y="75419"/>
                    <a:pt x="43351" y="75419"/>
                  </a:cubicBezTo>
                  <a:cubicBezTo>
                    <a:pt x="43436" y="75419"/>
                    <a:pt x="43550" y="75318"/>
                    <a:pt x="43767" y="75020"/>
                  </a:cubicBezTo>
                  <a:lnTo>
                    <a:pt x="43767" y="75020"/>
                  </a:lnTo>
                  <a:cubicBezTo>
                    <a:pt x="43321" y="75637"/>
                    <a:pt x="43629" y="76478"/>
                    <a:pt x="44078" y="77235"/>
                  </a:cubicBezTo>
                  <a:cubicBezTo>
                    <a:pt x="44527" y="77993"/>
                    <a:pt x="45060" y="78638"/>
                    <a:pt x="44976" y="78919"/>
                  </a:cubicBezTo>
                  <a:cubicBezTo>
                    <a:pt x="45818" y="79116"/>
                    <a:pt x="46127" y="79593"/>
                    <a:pt x="46464" y="80239"/>
                  </a:cubicBezTo>
                  <a:cubicBezTo>
                    <a:pt x="46484" y="80063"/>
                    <a:pt x="46830" y="79723"/>
                    <a:pt x="47124" y="79723"/>
                  </a:cubicBezTo>
                  <a:cubicBezTo>
                    <a:pt x="47252" y="79723"/>
                    <a:pt x="47370" y="79788"/>
                    <a:pt x="47447" y="79958"/>
                  </a:cubicBezTo>
                  <a:cubicBezTo>
                    <a:pt x="45836" y="80804"/>
                    <a:pt x="47331" y="81332"/>
                    <a:pt x="46692" y="82445"/>
                  </a:cubicBezTo>
                  <a:lnTo>
                    <a:pt x="46692" y="82445"/>
                  </a:lnTo>
                  <a:cubicBezTo>
                    <a:pt x="46754" y="82363"/>
                    <a:pt x="46822" y="82330"/>
                    <a:pt x="46892" y="82330"/>
                  </a:cubicBezTo>
                  <a:cubicBezTo>
                    <a:pt x="47204" y="82330"/>
                    <a:pt x="47589" y="82975"/>
                    <a:pt x="47976" y="82975"/>
                  </a:cubicBezTo>
                  <a:cubicBezTo>
                    <a:pt x="48138" y="82975"/>
                    <a:pt x="48300" y="82862"/>
                    <a:pt x="48457" y="82541"/>
                  </a:cubicBezTo>
                  <a:lnTo>
                    <a:pt x="48457" y="82541"/>
                  </a:lnTo>
                  <a:cubicBezTo>
                    <a:pt x="48626" y="83046"/>
                    <a:pt x="47896" y="82990"/>
                    <a:pt x="47755" y="83551"/>
                  </a:cubicBezTo>
                  <a:cubicBezTo>
                    <a:pt x="49075" y="84113"/>
                    <a:pt x="48963" y="86022"/>
                    <a:pt x="50030" y="87033"/>
                  </a:cubicBezTo>
                  <a:cubicBezTo>
                    <a:pt x="50214" y="86927"/>
                    <a:pt x="50374" y="86550"/>
                    <a:pt x="50786" y="86550"/>
                  </a:cubicBezTo>
                  <a:cubicBezTo>
                    <a:pt x="50814" y="86550"/>
                    <a:pt x="50842" y="86552"/>
                    <a:pt x="50872" y="86555"/>
                  </a:cubicBezTo>
                  <a:lnTo>
                    <a:pt x="50310" y="87875"/>
                  </a:lnTo>
                  <a:cubicBezTo>
                    <a:pt x="50340" y="87893"/>
                    <a:pt x="50379" y="87900"/>
                    <a:pt x="50424" y="87900"/>
                  </a:cubicBezTo>
                  <a:cubicBezTo>
                    <a:pt x="50631" y="87900"/>
                    <a:pt x="50967" y="87742"/>
                    <a:pt x="51164" y="87742"/>
                  </a:cubicBezTo>
                  <a:cubicBezTo>
                    <a:pt x="51323" y="87742"/>
                    <a:pt x="51393" y="87844"/>
                    <a:pt x="51237" y="88212"/>
                  </a:cubicBezTo>
                  <a:cubicBezTo>
                    <a:pt x="51358" y="88042"/>
                    <a:pt x="51521" y="87830"/>
                    <a:pt x="51672" y="87830"/>
                  </a:cubicBezTo>
                  <a:cubicBezTo>
                    <a:pt x="51696" y="87830"/>
                    <a:pt x="51719" y="87835"/>
                    <a:pt x="51742" y="87847"/>
                  </a:cubicBezTo>
                  <a:cubicBezTo>
                    <a:pt x="52051" y="89363"/>
                    <a:pt x="53062" y="90430"/>
                    <a:pt x="53876" y="91581"/>
                  </a:cubicBezTo>
                  <a:cubicBezTo>
                    <a:pt x="54072" y="91890"/>
                    <a:pt x="54269" y="92170"/>
                    <a:pt x="54437" y="92507"/>
                  </a:cubicBezTo>
                  <a:cubicBezTo>
                    <a:pt x="54606" y="92788"/>
                    <a:pt x="54746" y="93125"/>
                    <a:pt x="54858" y="93462"/>
                  </a:cubicBezTo>
                  <a:cubicBezTo>
                    <a:pt x="54943" y="93827"/>
                    <a:pt x="54999" y="94192"/>
                    <a:pt x="55027" y="94557"/>
                  </a:cubicBezTo>
                  <a:cubicBezTo>
                    <a:pt x="54999" y="94950"/>
                    <a:pt x="54943" y="95343"/>
                    <a:pt x="54830" y="95736"/>
                  </a:cubicBezTo>
                  <a:cubicBezTo>
                    <a:pt x="54960" y="95502"/>
                    <a:pt x="55060" y="95418"/>
                    <a:pt x="55144" y="95418"/>
                  </a:cubicBezTo>
                  <a:cubicBezTo>
                    <a:pt x="55241" y="95418"/>
                    <a:pt x="55316" y="95531"/>
                    <a:pt x="55392" y="95652"/>
                  </a:cubicBezTo>
                  <a:cubicBezTo>
                    <a:pt x="55420" y="95455"/>
                    <a:pt x="55953" y="95427"/>
                    <a:pt x="56262" y="95259"/>
                  </a:cubicBezTo>
                  <a:lnTo>
                    <a:pt x="56262" y="95259"/>
                  </a:lnTo>
                  <a:cubicBezTo>
                    <a:pt x="56122" y="95736"/>
                    <a:pt x="55953" y="96213"/>
                    <a:pt x="55785" y="96662"/>
                  </a:cubicBezTo>
                  <a:cubicBezTo>
                    <a:pt x="55826" y="96657"/>
                    <a:pt x="55865" y="96655"/>
                    <a:pt x="55902" y="96655"/>
                  </a:cubicBezTo>
                  <a:cubicBezTo>
                    <a:pt x="56286" y="96655"/>
                    <a:pt x="56410" y="96911"/>
                    <a:pt x="56487" y="97168"/>
                  </a:cubicBezTo>
                  <a:cubicBezTo>
                    <a:pt x="56588" y="97422"/>
                    <a:pt x="56667" y="97653"/>
                    <a:pt x="57014" y="97653"/>
                  </a:cubicBezTo>
                  <a:cubicBezTo>
                    <a:pt x="57050" y="97653"/>
                    <a:pt x="57090" y="97650"/>
                    <a:pt x="57132" y="97645"/>
                  </a:cubicBezTo>
                  <a:lnTo>
                    <a:pt x="56880" y="97336"/>
                  </a:lnTo>
                  <a:lnTo>
                    <a:pt x="56880" y="97336"/>
                  </a:lnTo>
                  <a:cubicBezTo>
                    <a:pt x="56938" y="97345"/>
                    <a:pt x="56996" y="97349"/>
                    <a:pt x="57054" y="97349"/>
                  </a:cubicBezTo>
                  <a:cubicBezTo>
                    <a:pt x="57547" y="97349"/>
                    <a:pt x="57999" y="97040"/>
                    <a:pt x="58452" y="96662"/>
                  </a:cubicBezTo>
                  <a:cubicBezTo>
                    <a:pt x="58985" y="96241"/>
                    <a:pt x="59519" y="95736"/>
                    <a:pt x="60164" y="95567"/>
                  </a:cubicBezTo>
                  <a:cubicBezTo>
                    <a:pt x="59491" y="95455"/>
                    <a:pt x="59771" y="94950"/>
                    <a:pt x="59940" y="94360"/>
                  </a:cubicBezTo>
                  <a:cubicBezTo>
                    <a:pt x="60136" y="93799"/>
                    <a:pt x="60193" y="93181"/>
                    <a:pt x="59210" y="93069"/>
                  </a:cubicBezTo>
                  <a:cubicBezTo>
                    <a:pt x="59277" y="92934"/>
                    <a:pt x="59367" y="92907"/>
                    <a:pt x="59465" y="92907"/>
                  </a:cubicBezTo>
                  <a:cubicBezTo>
                    <a:pt x="59530" y="92907"/>
                    <a:pt x="59599" y="92919"/>
                    <a:pt x="59667" y="92919"/>
                  </a:cubicBezTo>
                  <a:cubicBezTo>
                    <a:pt x="59753" y="92919"/>
                    <a:pt x="59837" y="92900"/>
                    <a:pt x="59912" y="92816"/>
                  </a:cubicBezTo>
                  <a:cubicBezTo>
                    <a:pt x="59294" y="92816"/>
                    <a:pt x="59070" y="92592"/>
                    <a:pt x="59013" y="91946"/>
                  </a:cubicBezTo>
                  <a:lnTo>
                    <a:pt x="59182" y="91946"/>
                  </a:lnTo>
                  <a:cubicBezTo>
                    <a:pt x="58985" y="91637"/>
                    <a:pt x="58817" y="91328"/>
                    <a:pt x="58705" y="90963"/>
                  </a:cubicBezTo>
                  <a:cubicBezTo>
                    <a:pt x="58592" y="90682"/>
                    <a:pt x="58508" y="90374"/>
                    <a:pt x="58424" y="90065"/>
                  </a:cubicBezTo>
                  <a:cubicBezTo>
                    <a:pt x="58283" y="89335"/>
                    <a:pt x="58087" y="88605"/>
                    <a:pt x="57834" y="87903"/>
                  </a:cubicBezTo>
                  <a:lnTo>
                    <a:pt x="57357" y="88380"/>
                  </a:lnTo>
                  <a:cubicBezTo>
                    <a:pt x="57273" y="88100"/>
                    <a:pt x="57301" y="87819"/>
                    <a:pt x="57385" y="87566"/>
                  </a:cubicBezTo>
                  <a:lnTo>
                    <a:pt x="57385" y="87566"/>
                  </a:lnTo>
                  <a:cubicBezTo>
                    <a:pt x="56852" y="87650"/>
                    <a:pt x="56992" y="87903"/>
                    <a:pt x="57104" y="88128"/>
                  </a:cubicBezTo>
                  <a:cubicBezTo>
                    <a:pt x="57245" y="88380"/>
                    <a:pt x="57357" y="88661"/>
                    <a:pt x="56767" y="88773"/>
                  </a:cubicBezTo>
                  <a:cubicBezTo>
                    <a:pt x="57217" y="88184"/>
                    <a:pt x="56852" y="87622"/>
                    <a:pt x="56515" y="87061"/>
                  </a:cubicBezTo>
                  <a:cubicBezTo>
                    <a:pt x="56178" y="86471"/>
                    <a:pt x="55841" y="85938"/>
                    <a:pt x="56402" y="85348"/>
                  </a:cubicBezTo>
                  <a:cubicBezTo>
                    <a:pt x="56338" y="85257"/>
                    <a:pt x="56278" y="85222"/>
                    <a:pt x="56220" y="85222"/>
                  </a:cubicBezTo>
                  <a:cubicBezTo>
                    <a:pt x="56034" y="85222"/>
                    <a:pt x="55877" y="85587"/>
                    <a:pt x="55701" y="85587"/>
                  </a:cubicBezTo>
                  <a:cubicBezTo>
                    <a:pt x="55647" y="85587"/>
                    <a:pt x="55591" y="85552"/>
                    <a:pt x="55532" y="85461"/>
                  </a:cubicBezTo>
                  <a:lnTo>
                    <a:pt x="55785" y="85096"/>
                  </a:lnTo>
                  <a:lnTo>
                    <a:pt x="55251" y="85292"/>
                  </a:lnTo>
                  <a:cubicBezTo>
                    <a:pt x="55111" y="84927"/>
                    <a:pt x="55420" y="84450"/>
                    <a:pt x="55701" y="84253"/>
                  </a:cubicBezTo>
                  <a:cubicBezTo>
                    <a:pt x="55729" y="84338"/>
                    <a:pt x="55925" y="84394"/>
                    <a:pt x="56009" y="84478"/>
                  </a:cubicBezTo>
                  <a:cubicBezTo>
                    <a:pt x="56114" y="83826"/>
                    <a:pt x="55226" y="83465"/>
                    <a:pt x="55121" y="83237"/>
                  </a:cubicBezTo>
                  <a:lnTo>
                    <a:pt x="55121" y="83237"/>
                  </a:lnTo>
                  <a:lnTo>
                    <a:pt x="55223" y="83776"/>
                  </a:lnTo>
                  <a:cubicBezTo>
                    <a:pt x="53960" y="82737"/>
                    <a:pt x="53286" y="80856"/>
                    <a:pt x="51742" y="80154"/>
                  </a:cubicBezTo>
                  <a:lnTo>
                    <a:pt x="51546" y="80435"/>
                  </a:lnTo>
                  <a:cubicBezTo>
                    <a:pt x="50423" y="79846"/>
                    <a:pt x="51293" y="79509"/>
                    <a:pt x="50366" y="78638"/>
                  </a:cubicBezTo>
                  <a:lnTo>
                    <a:pt x="50451" y="78638"/>
                  </a:lnTo>
                  <a:cubicBezTo>
                    <a:pt x="50086" y="78638"/>
                    <a:pt x="49749" y="78442"/>
                    <a:pt x="49580" y="78133"/>
                  </a:cubicBezTo>
                  <a:lnTo>
                    <a:pt x="49580" y="78133"/>
                  </a:lnTo>
                  <a:cubicBezTo>
                    <a:pt x="49594" y="78135"/>
                    <a:pt x="49608" y="78135"/>
                    <a:pt x="49621" y="78135"/>
                  </a:cubicBezTo>
                  <a:cubicBezTo>
                    <a:pt x="50020" y="78135"/>
                    <a:pt x="49870" y="77366"/>
                    <a:pt x="50306" y="77366"/>
                  </a:cubicBezTo>
                  <a:cubicBezTo>
                    <a:pt x="50333" y="77366"/>
                    <a:pt x="50362" y="77369"/>
                    <a:pt x="50394" y="77375"/>
                  </a:cubicBezTo>
                  <a:cubicBezTo>
                    <a:pt x="49875" y="77091"/>
                    <a:pt x="49672" y="77013"/>
                    <a:pt x="49487" y="77013"/>
                  </a:cubicBezTo>
                  <a:cubicBezTo>
                    <a:pt x="49265" y="77013"/>
                    <a:pt x="49071" y="77124"/>
                    <a:pt x="48394" y="77124"/>
                  </a:cubicBezTo>
                  <a:cubicBezTo>
                    <a:pt x="48352" y="77124"/>
                    <a:pt x="48307" y="77123"/>
                    <a:pt x="48261" y="77122"/>
                  </a:cubicBezTo>
                  <a:lnTo>
                    <a:pt x="48598" y="76701"/>
                  </a:lnTo>
                  <a:cubicBezTo>
                    <a:pt x="48400" y="76701"/>
                    <a:pt x="48245" y="76720"/>
                    <a:pt x="48105" y="76720"/>
                  </a:cubicBezTo>
                  <a:cubicBezTo>
                    <a:pt x="47867" y="76720"/>
                    <a:pt x="47673" y="76665"/>
                    <a:pt x="47391" y="76364"/>
                  </a:cubicBezTo>
                  <a:lnTo>
                    <a:pt x="47391" y="76364"/>
                  </a:lnTo>
                  <a:cubicBezTo>
                    <a:pt x="47453" y="76383"/>
                    <a:pt x="47508" y="76392"/>
                    <a:pt x="47557" y="76392"/>
                  </a:cubicBezTo>
                  <a:cubicBezTo>
                    <a:pt x="47970" y="76392"/>
                    <a:pt x="47954" y="75782"/>
                    <a:pt x="48496" y="75782"/>
                  </a:cubicBezTo>
                  <a:cubicBezTo>
                    <a:pt x="48552" y="75782"/>
                    <a:pt x="48613" y="75789"/>
                    <a:pt x="48682" y="75803"/>
                  </a:cubicBezTo>
                  <a:cubicBezTo>
                    <a:pt x="48822" y="74961"/>
                    <a:pt x="48345" y="74708"/>
                    <a:pt x="47980" y="74511"/>
                  </a:cubicBezTo>
                  <a:cubicBezTo>
                    <a:pt x="47587" y="74287"/>
                    <a:pt x="47306" y="74090"/>
                    <a:pt x="47896" y="73445"/>
                  </a:cubicBezTo>
                  <a:lnTo>
                    <a:pt x="47896" y="73445"/>
                  </a:lnTo>
                  <a:cubicBezTo>
                    <a:pt x="46440" y="73630"/>
                    <a:pt x="47580" y="74664"/>
                    <a:pt x="47362" y="74664"/>
                  </a:cubicBezTo>
                  <a:cubicBezTo>
                    <a:pt x="47349" y="74664"/>
                    <a:pt x="47330" y="74660"/>
                    <a:pt x="47306" y="74652"/>
                  </a:cubicBezTo>
                  <a:cubicBezTo>
                    <a:pt x="47212" y="74812"/>
                    <a:pt x="47048" y="74877"/>
                    <a:pt x="46868" y="74877"/>
                  </a:cubicBezTo>
                  <a:cubicBezTo>
                    <a:pt x="46514" y="74877"/>
                    <a:pt x="46099" y="74623"/>
                    <a:pt x="46043" y="74343"/>
                  </a:cubicBezTo>
                  <a:cubicBezTo>
                    <a:pt x="45877" y="73957"/>
                    <a:pt x="47284" y="72893"/>
                    <a:pt x="46880" y="72003"/>
                  </a:cubicBezTo>
                  <a:lnTo>
                    <a:pt x="46880" y="72003"/>
                  </a:lnTo>
                  <a:cubicBezTo>
                    <a:pt x="46924" y="72053"/>
                    <a:pt x="47003" y="72028"/>
                    <a:pt x="47026" y="72097"/>
                  </a:cubicBezTo>
                  <a:cubicBezTo>
                    <a:pt x="47166" y="71620"/>
                    <a:pt x="46239" y="71676"/>
                    <a:pt x="46576" y="70974"/>
                  </a:cubicBezTo>
                  <a:lnTo>
                    <a:pt x="46576" y="70974"/>
                  </a:lnTo>
                  <a:cubicBezTo>
                    <a:pt x="46480" y="70992"/>
                    <a:pt x="46402" y="71000"/>
                    <a:pt x="46338" y="71000"/>
                  </a:cubicBezTo>
                  <a:cubicBezTo>
                    <a:pt x="45940" y="71000"/>
                    <a:pt x="46080" y="70701"/>
                    <a:pt x="45798" y="70701"/>
                  </a:cubicBezTo>
                  <a:cubicBezTo>
                    <a:pt x="45700" y="70701"/>
                    <a:pt x="45552" y="70737"/>
                    <a:pt x="45313" y="70834"/>
                  </a:cubicBezTo>
                  <a:cubicBezTo>
                    <a:pt x="45538" y="71086"/>
                    <a:pt x="45734" y="71339"/>
                    <a:pt x="45959" y="71564"/>
                  </a:cubicBezTo>
                  <a:cubicBezTo>
                    <a:pt x="45453" y="71227"/>
                    <a:pt x="44078" y="71311"/>
                    <a:pt x="44246" y="70244"/>
                  </a:cubicBezTo>
                  <a:cubicBezTo>
                    <a:pt x="44555" y="70244"/>
                    <a:pt x="44836" y="70300"/>
                    <a:pt x="45088" y="70412"/>
                  </a:cubicBezTo>
                  <a:cubicBezTo>
                    <a:pt x="45285" y="70047"/>
                    <a:pt x="44695" y="70076"/>
                    <a:pt x="44892" y="69654"/>
                  </a:cubicBezTo>
                  <a:cubicBezTo>
                    <a:pt x="45023" y="69605"/>
                    <a:pt x="45133" y="69583"/>
                    <a:pt x="45225" y="69583"/>
                  </a:cubicBezTo>
                  <a:cubicBezTo>
                    <a:pt x="45867" y="69583"/>
                    <a:pt x="45722" y="70627"/>
                    <a:pt x="46604" y="70749"/>
                  </a:cubicBezTo>
                  <a:cubicBezTo>
                    <a:pt x="46913" y="70300"/>
                    <a:pt x="45397" y="70132"/>
                    <a:pt x="46632" y="69879"/>
                  </a:cubicBezTo>
                  <a:lnTo>
                    <a:pt x="46632" y="69879"/>
                  </a:lnTo>
                  <a:cubicBezTo>
                    <a:pt x="46476" y="69907"/>
                    <a:pt x="46349" y="69920"/>
                    <a:pt x="46244" y="69920"/>
                  </a:cubicBezTo>
                  <a:cubicBezTo>
                    <a:pt x="45296" y="69920"/>
                    <a:pt x="46246" y="68880"/>
                    <a:pt x="45032" y="68728"/>
                  </a:cubicBezTo>
                  <a:lnTo>
                    <a:pt x="45650" y="68503"/>
                  </a:lnTo>
                  <a:cubicBezTo>
                    <a:pt x="45510" y="68447"/>
                    <a:pt x="45116" y="68363"/>
                    <a:pt x="45060" y="68166"/>
                  </a:cubicBezTo>
                  <a:lnTo>
                    <a:pt x="45987" y="68166"/>
                  </a:lnTo>
                  <a:cubicBezTo>
                    <a:pt x="45088" y="67942"/>
                    <a:pt x="46155" y="66931"/>
                    <a:pt x="45566" y="66594"/>
                  </a:cubicBezTo>
                  <a:lnTo>
                    <a:pt x="45566" y="66594"/>
                  </a:lnTo>
                  <a:cubicBezTo>
                    <a:pt x="46043" y="67605"/>
                    <a:pt x="44920" y="67128"/>
                    <a:pt x="44667" y="67773"/>
                  </a:cubicBezTo>
                  <a:cubicBezTo>
                    <a:pt x="43309" y="66831"/>
                    <a:pt x="45890" y="66354"/>
                    <a:pt x="45094" y="65073"/>
                  </a:cubicBezTo>
                  <a:lnTo>
                    <a:pt x="45094" y="65073"/>
                  </a:lnTo>
                  <a:cubicBezTo>
                    <a:pt x="45179" y="65273"/>
                    <a:pt x="45021" y="65757"/>
                    <a:pt x="44723" y="65757"/>
                  </a:cubicBezTo>
                  <a:cubicBezTo>
                    <a:pt x="44679" y="65757"/>
                    <a:pt x="44632" y="65747"/>
                    <a:pt x="44583" y="65724"/>
                  </a:cubicBezTo>
                  <a:cubicBezTo>
                    <a:pt x="44583" y="65331"/>
                    <a:pt x="44695" y="64938"/>
                    <a:pt x="44920" y="64629"/>
                  </a:cubicBezTo>
                  <a:cubicBezTo>
                    <a:pt x="44778" y="64382"/>
                    <a:pt x="44671" y="64295"/>
                    <a:pt x="44581" y="64295"/>
                  </a:cubicBezTo>
                  <a:cubicBezTo>
                    <a:pt x="44364" y="64295"/>
                    <a:pt x="44241" y="64802"/>
                    <a:pt x="43937" y="64802"/>
                  </a:cubicBezTo>
                  <a:cubicBezTo>
                    <a:pt x="43894" y="64802"/>
                    <a:pt x="43848" y="64792"/>
                    <a:pt x="43797" y="64769"/>
                  </a:cubicBezTo>
                  <a:cubicBezTo>
                    <a:pt x="44415" y="64124"/>
                    <a:pt x="43292" y="64433"/>
                    <a:pt x="42899" y="64096"/>
                  </a:cubicBezTo>
                  <a:lnTo>
                    <a:pt x="43516" y="63843"/>
                  </a:lnTo>
                  <a:cubicBezTo>
                    <a:pt x="43496" y="63388"/>
                    <a:pt x="43313" y="63282"/>
                    <a:pt x="43087" y="63282"/>
                  </a:cubicBezTo>
                  <a:cubicBezTo>
                    <a:pt x="42888" y="63282"/>
                    <a:pt x="42656" y="63365"/>
                    <a:pt x="42474" y="63365"/>
                  </a:cubicBezTo>
                  <a:cubicBezTo>
                    <a:pt x="42278" y="63365"/>
                    <a:pt x="42140" y="63267"/>
                    <a:pt x="42169" y="62860"/>
                  </a:cubicBezTo>
                  <a:lnTo>
                    <a:pt x="42169" y="62860"/>
                  </a:lnTo>
                  <a:lnTo>
                    <a:pt x="43207" y="62916"/>
                  </a:lnTo>
                  <a:lnTo>
                    <a:pt x="43207" y="62916"/>
                  </a:lnTo>
                  <a:lnTo>
                    <a:pt x="42758" y="62495"/>
                  </a:lnTo>
                  <a:lnTo>
                    <a:pt x="43516" y="62299"/>
                  </a:lnTo>
                  <a:cubicBezTo>
                    <a:pt x="42758" y="61962"/>
                    <a:pt x="42814" y="61709"/>
                    <a:pt x="42786" y="61064"/>
                  </a:cubicBezTo>
                  <a:lnTo>
                    <a:pt x="42786" y="61064"/>
                  </a:lnTo>
                  <a:cubicBezTo>
                    <a:pt x="42590" y="61218"/>
                    <a:pt x="42302" y="61316"/>
                    <a:pt x="42032" y="61316"/>
                  </a:cubicBezTo>
                  <a:cubicBezTo>
                    <a:pt x="41762" y="61316"/>
                    <a:pt x="41509" y="61218"/>
                    <a:pt x="41383" y="60979"/>
                  </a:cubicBezTo>
                  <a:cubicBezTo>
                    <a:pt x="41607" y="60474"/>
                    <a:pt x="42056" y="60923"/>
                    <a:pt x="41663" y="60249"/>
                  </a:cubicBezTo>
                  <a:cubicBezTo>
                    <a:pt x="41709" y="60249"/>
                    <a:pt x="41755" y="60249"/>
                    <a:pt x="41801" y="60249"/>
                  </a:cubicBezTo>
                  <a:cubicBezTo>
                    <a:pt x="42238" y="60249"/>
                    <a:pt x="42659" y="60272"/>
                    <a:pt x="42253" y="60755"/>
                  </a:cubicBezTo>
                  <a:cubicBezTo>
                    <a:pt x="42365" y="60727"/>
                    <a:pt x="42477" y="60727"/>
                    <a:pt x="42590" y="60727"/>
                  </a:cubicBezTo>
                  <a:cubicBezTo>
                    <a:pt x="42702" y="60727"/>
                    <a:pt x="42814" y="60727"/>
                    <a:pt x="42927" y="60699"/>
                  </a:cubicBezTo>
                  <a:cubicBezTo>
                    <a:pt x="43207" y="60165"/>
                    <a:pt x="42646" y="59744"/>
                    <a:pt x="42534" y="59491"/>
                  </a:cubicBezTo>
                  <a:lnTo>
                    <a:pt x="42534" y="59491"/>
                  </a:lnTo>
                  <a:cubicBezTo>
                    <a:pt x="42562" y="59604"/>
                    <a:pt x="42562" y="59716"/>
                    <a:pt x="42506" y="59828"/>
                  </a:cubicBezTo>
                  <a:lnTo>
                    <a:pt x="41186" y="59126"/>
                  </a:lnTo>
                  <a:cubicBezTo>
                    <a:pt x="41274" y="58968"/>
                    <a:pt x="41406" y="58920"/>
                    <a:pt x="41555" y="58920"/>
                  </a:cubicBezTo>
                  <a:cubicBezTo>
                    <a:pt x="41643" y="58920"/>
                    <a:pt x="41737" y="58937"/>
                    <a:pt x="41832" y="58958"/>
                  </a:cubicBezTo>
                  <a:cubicBezTo>
                    <a:pt x="41663" y="58790"/>
                    <a:pt x="41326" y="58761"/>
                    <a:pt x="41130" y="58481"/>
                  </a:cubicBezTo>
                  <a:cubicBezTo>
                    <a:pt x="41469" y="58392"/>
                    <a:pt x="41796" y="58257"/>
                    <a:pt x="42098" y="58257"/>
                  </a:cubicBezTo>
                  <a:cubicBezTo>
                    <a:pt x="42262" y="58257"/>
                    <a:pt x="42419" y="58297"/>
                    <a:pt x="42566" y="58406"/>
                  </a:cubicBezTo>
                  <a:lnTo>
                    <a:pt x="42566" y="58406"/>
                  </a:lnTo>
                  <a:lnTo>
                    <a:pt x="41607" y="57667"/>
                  </a:lnTo>
                  <a:cubicBezTo>
                    <a:pt x="41795" y="57532"/>
                    <a:pt x="41983" y="56961"/>
                    <a:pt x="42196" y="56961"/>
                  </a:cubicBezTo>
                  <a:cubicBezTo>
                    <a:pt x="42205" y="56961"/>
                    <a:pt x="42215" y="56962"/>
                    <a:pt x="42225" y="56965"/>
                  </a:cubicBezTo>
                  <a:cubicBezTo>
                    <a:pt x="42281" y="56263"/>
                    <a:pt x="40653" y="56038"/>
                    <a:pt x="40737" y="55112"/>
                  </a:cubicBezTo>
                  <a:lnTo>
                    <a:pt x="40737" y="55112"/>
                  </a:lnTo>
                  <a:cubicBezTo>
                    <a:pt x="40713" y="55117"/>
                    <a:pt x="40689" y="55119"/>
                    <a:pt x="40665" y="55119"/>
                  </a:cubicBezTo>
                  <a:cubicBezTo>
                    <a:pt x="40549" y="55119"/>
                    <a:pt x="40437" y="55064"/>
                    <a:pt x="40344" y="54971"/>
                  </a:cubicBezTo>
                  <a:cubicBezTo>
                    <a:pt x="40147" y="54241"/>
                    <a:pt x="40484" y="53343"/>
                    <a:pt x="39417" y="52866"/>
                  </a:cubicBezTo>
                  <a:lnTo>
                    <a:pt x="40091" y="51995"/>
                  </a:lnTo>
                  <a:cubicBezTo>
                    <a:pt x="40019" y="51920"/>
                    <a:pt x="39951" y="51889"/>
                    <a:pt x="39884" y="51889"/>
                  </a:cubicBezTo>
                  <a:cubicBezTo>
                    <a:pt x="39583" y="51889"/>
                    <a:pt x="39311" y="52517"/>
                    <a:pt x="38893" y="52517"/>
                  </a:cubicBezTo>
                  <a:cubicBezTo>
                    <a:pt x="38750" y="52517"/>
                    <a:pt x="38590" y="52444"/>
                    <a:pt x="38407" y="52248"/>
                  </a:cubicBezTo>
                  <a:cubicBezTo>
                    <a:pt x="37789" y="51659"/>
                    <a:pt x="39052" y="51602"/>
                    <a:pt x="39165" y="51237"/>
                  </a:cubicBezTo>
                  <a:cubicBezTo>
                    <a:pt x="38519" y="51097"/>
                    <a:pt x="37312" y="50900"/>
                    <a:pt x="37705" y="49890"/>
                  </a:cubicBezTo>
                  <a:lnTo>
                    <a:pt x="37705" y="49890"/>
                  </a:lnTo>
                  <a:cubicBezTo>
                    <a:pt x="38014" y="50030"/>
                    <a:pt x="37957" y="50255"/>
                    <a:pt x="38126" y="50451"/>
                  </a:cubicBezTo>
                  <a:lnTo>
                    <a:pt x="38350" y="49693"/>
                  </a:lnTo>
                  <a:cubicBezTo>
                    <a:pt x="39041" y="49814"/>
                    <a:pt x="39286" y="50084"/>
                    <a:pt x="39477" y="50084"/>
                  </a:cubicBezTo>
                  <a:cubicBezTo>
                    <a:pt x="39596" y="50084"/>
                    <a:pt x="39694" y="49978"/>
                    <a:pt x="39867" y="49665"/>
                  </a:cubicBezTo>
                  <a:lnTo>
                    <a:pt x="39867" y="49665"/>
                  </a:lnTo>
                  <a:cubicBezTo>
                    <a:pt x="39641" y="49767"/>
                    <a:pt x="39454" y="49811"/>
                    <a:pt x="39295" y="49811"/>
                  </a:cubicBezTo>
                  <a:cubicBezTo>
                    <a:pt x="38391" y="49811"/>
                    <a:pt x="38422" y="48397"/>
                    <a:pt x="37518" y="48397"/>
                  </a:cubicBezTo>
                  <a:cubicBezTo>
                    <a:pt x="37360" y="48397"/>
                    <a:pt x="37173" y="48440"/>
                    <a:pt x="36947" y="48542"/>
                  </a:cubicBezTo>
                  <a:lnTo>
                    <a:pt x="37143" y="48037"/>
                  </a:lnTo>
                  <a:cubicBezTo>
                    <a:pt x="37171" y="48149"/>
                    <a:pt x="37284" y="48093"/>
                    <a:pt x="37312" y="48205"/>
                  </a:cubicBezTo>
                  <a:cubicBezTo>
                    <a:pt x="37471" y="47828"/>
                    <a:pt x="37331" y="47739"/>
                    <a:pt x="37075" y="47739"/>
                  </a:cubicBezTo>
                  <a:cubicBezTo>
                    <a:pt x="36846" y="47739"/>
                    <a:pt x="36523" y="47810"/>
                    <a:pt x="36239" y="47810"/>
                  </a:cubicBezTo>
                  <a:cubicBezTo>
                    <a:pt x="35945" y="47810"/>
                    <a:pt x="35692" y="47733"/>
                    <a:pt x="35627" y="47419"/>
                  </a:cubicBezTo>
                  <a:cubicBezTo>
                    <a:pt x="35602" y="47093"/>
                    <a:pt x="35712" y="46789"/>
                    <a:pt x="35957" y="46789"/>
                  </a:cubicBezTo>
                  <a:cubicBezTo>
                    <a:pt x="35985" y="46789"/>
                    <a:pt x="36016" y="46793"/>
                    <a:pt x="36048" y="46802"/>
                  </a:cubicBezTo>
                  <a:lnTo>
                    <a:pt x="35290" y="46380"/>
                  </a:lnTo>
                  <a:cubicBezTo>
                    <a:pt x="35237" y="46256"/>
                    <a:pt x="35352" y="46165"/>
                    <a:pt x="35458" y="46165"/>
                  </a:cubicBezTo>
                  <a:cubicBezTo>
                    <a:pt x="35488" y="46165"/>
                    <a:pt x="35517" y="46173"/>
                    <a:pt x="35542" y="46188"/>
                  </a:cubicBezTo>
                  <a:lnTo>
                    <a:pt x="35542" y="46188"/>
                  </a:lnTo>
                  <a:lnTo>
                    <a:pt x="34953" y="45370"/>
                  </a:lnTo>
                  <a:lnTo>
                    <a:pt x="35010" y="45342"/>
                  </a:lnTo>
                  <a:cubicBezTo>
                    <a:pt x="34617" y="45342"/>
                    <a:pt x="34224" y="45286"/>
                    <a:pt x="33830" y="45201"/>
                  </a:cubicBezTo>
                  <a:cubicBezTo>
                    <a:pt x="33869" y="45076"/>
                    <a:pt x="33911" y="45040"/>
                    <a:pt x="33956" y="45040"/>
                  </a:cubicBezTo>
                  <a:cubicBezTo>
                    <a:pt x="34017" y="45040"/>
                    <a:pt x="34084" y="45105"/>
                    <a:pt x="34157" y="45105"/>
                  </a:cubicBezTo>
                  <a:cubicBezTo>
                    <a:pt x="34187" y="45105"/>
                    <a:pt x="34219" y="45094"/>
                    <a:pt x="34252" y="45061"/>
                  </a:cubicBezTo>
                  <a:lnTo>
                    <a:pt x="33550" y="44752"/>
                  </a:lnTo>
                  <a:cubicBezTo>
                    <a:pt x="33682" y="44572"/>
                    <a:pt x="33871" y="44489"/>
                    <a:pt x="34059" y="44489"/>
                  </a:cubicBezTo>
                  <a:cubicBezTo>
                    <a:pt x="34311" y="44489"/>
                    <a:pt x="34560" y="44636"/>
                    <a:pt x="34673" y="44892"/>
                  </a:cubicBezTo>
                  <a:cubicBezTo>
                    <a:pt x="36076" y="43489"/>
                    <a:pt x="33999" y="44696"/>
                    <a:pt x="34364" y="43068"/>
                  </a:cubicBezTo>
                  <a:lnTo>
                    <a:pt x="34364" y="43068"/>
                  </a:lnTo>
                  <a:lnTo>
                    <a:pt x="34869" y="43461"/>
                  </a:lnTo>
                  <a:cubicBezTo>
                    <a:pt x="35627" y="42590"/>
                    <a:pt x="35066" y="42394"/>
                    <a:pt x="35346" y="41495"/>
                  </a:cubicBezTo>
                  <a:lnTo>
                    <a:pt x="35346" y="41495"/>
                  </a:lnTo>
                  <a:cubicBezTo>
                    <a:pt x="35117" y="41776"/>
                    <a:pt x="34609" y="43169"/>
                    <a:pt x="33950" y="43169"/>
                  </a:cubicBezTo>
                  <a:cubicBezTo>
                    <a:pt x="33884" y="43169"/>
                    <a:pt x="33816" y="43155"/>
                    <a:pt x="33746" y="43124"/>
                  </a:cubicBezTo>
                  <a:lnTo>
                    <a:pt x="33746" y="43124"/>
                  </a:lnTo>
                  <a:cubicBezTo>
                    <a:pt x="33746" y="43124"/>
                    <a:pt x="33746" y="43124"/>
                    <a:pt x="33746" y="43124"/>
                  </a:cubicBezTo>
                  <a:cubicBezTo>
                    <a:pt x="33802" y="42899"/>
                    <a:pt x="33718" y="42647"/>
                    <a:pt x="33213" y="42506"/>
                  </a:cubicBezTo>
                  <a:cubicBezTo>
                    <a:pt x="33802" y="42169"/>
                    <a:pt x="33494" y="41945"/>
                    <a:pt x="33241" y="41580"/>
                  </a:cubicBezTo>
                  <a:lnTo>
                    <a:pt x="34027" y="41187"/>
                  </a:lnTo>
                  <a:cubicBezTo>
                    <a:pt x="33861" y="41073"/>
                    <a:pt x="33707" y="41039"/>
                    <a:pt x="33553" y="41039"/>
                  </a:cubicBezTo>
                  <a:cubicBezTo>
                    <a:pt x="33330" y="41039"/>
                    <a:pt x="33107" y="41110"/>
                    <a:pt x="32849" y="41110"/>
                  </a:cubicBezTo>
                  <a:cubicBezTo>
                    <a:pt x="32803" y="41110"/>
                    <a:pt x="32756" y="41108"/>
                    <a:pt x="32707" y="41102"/>
                  </a:cubicBezTo>
                  <a:cubicBezTo>
                    <a:pt x="32539" y="40597"/>
                    <a:pt x="33072" y="40148"/>
                    <a:pt x="33522" y="39755"/>
                  </a:cubicBezTo>
                  <a:cubicBezTo>
                    <a:pt x="33465" y="39612"/>
                    <a:pt x="33407" y="39556"/>
                    <a:pt x="33346" y="39556"/>
                  </a:cubicBezTo>
                  <a:cubicBezTo>
                    <a:pt x="33132" y="39556"/>
                    <a:pt x="32879" y="40234"/>
                    <a:pt x="32528" y="40234"/>
                  </a:cubicBezTo>
                  <a:cubicBezTo>
                    <a:pt x="32428" y="40234"/>
                    <a:pt x="32320" y="40179"/>
                    <a:pt x="32202" y="40036"/>
                  </a:cubicBezTo>
                  <a:cubicBezTo>
                    <a:pt x="32146" y="39249"/>
                    <a:pt x="31584" y="39025"/>
                    <a:pt x="30686" y="38548"/>
                  </a:cubicBezTo>
                  <a:cubicBezTo>
                    <a:pt x="30714" y="37986"/>
                    <a:pt x="31220" y="38351"/>
                    <a:pt x="31360" y="38070"/>
                  </a:cubicBezTo>
                  <a:lnTo>
                    <a:pt x="30518" y="38070"/>
                  </a:lnTo>
                  <a:cubicBezTo>
                    <a:pt x="30462" y="37958"/>
                    <a:pt x="30686" y="37874"/>
                    <a:pt x="30798" y="37846"/>
                  </a:cubicBezTo>
                  <a:cubicBezTo>
                    <a:pt x="30740" y="37824"/>
                    <a:pt x="30683" y="37815"/>
                    <a:pt x="30627" y="37815"/>
                  </a:cubicBezTo>
                  <a:cubicBezTo>
                    <a:pt x="30358" y="37815"/>
                    <a:pt x="30112" y="38023"/>
                    <a:pt x="29840" y="38023"/>
                  </a:cubicBezTo>
                  <a:cubicBezTo>
                    <a:pt x="29734" y="38023"/>
                    <a:pt x="29624" y="37991"/>
                    <a:pt x="29507" y="37902"/>
                  </a:cubicBezTo>
                  <a:cubicBezTo>
                    <a:pt x="29436" y="37927"/>
                    <a:pt x="29380" y="37938"/>
                    <a:pt x="29335" y="37938"/>
                  </a:cubicBezTo>
                  <a:cubicBezTo>
                    <a:pt x="28773" y="37938"/>
                    <a:pt x="30055" y="36131"/>
                    <a:pt x="28833" y="36105"/>
                  </a:cubicBezTo>
                  <a:cubicBezTo>
                    <a:pt x="28945" y="35824"/>
                    <a:pt x="29339" y="35909"/>
                    <a:pt x="29619" y="35684"/>
                  </a:cubicBezTo>
                  <a:cubicBezTo>
                    <a:pt x="28468" y="35207"/>
                    <a:pt x="28721" y="35235"/>
                    <a:pt x="27458" y="35038"/>
                  </a:cubicBezTo>
                  <a:lnTo>
                    <a:pt x="27626" y="34168"/>
                  </a:lnTo>
                  <a:lnTo>
                    <a:pt x="27626" y="34168"/>
                  </a:lnTo>
                  <a:cubicBezTo>
                    <a:pt x="27422" y="34626"/>
                    <a:pt x="26972" y="34756"/>
                    <a:pt x="26462" y="34756"/>
                  </a:cubicBezTo>
                  <a:cubicBezTo>
                    <a:pt x="26128" y="34756"/>
                    <a:pt x="25769" y="34701"/>
                    <a:pt x="25436" y="34645"/>
                  </a:cubicBezTo>
                  <a:cubicBezTo>
                    <a:pt x="25296" y="34898"/>
                    <a:pt x="25127" y="35151"/>
                    <a:pt x="25015" y="35403"/>
                  </a:cubicBezTo>
                  <a:lnTo>
                    <a:pt x="24145" y="34870"/>
                  </a:lnTo>
                  <a:cubicBezTo>
                    <a:pt x="24229" y="34701"/>
                    <a:pt x="24538" y="34617"/>
                    <a:pt x="24931" y="34561"/>
                  </a:cubicBezTo>
                  <a:cubicBezTo>
                    <a:pt x="24847" y="34561"/>
                    <a:pt x="24734" y="34533"/>
                    <a:pt x="24650" y="34533"/>
                  </a:cubicBezTo>
                  <a:cubicBezTo>
                    <a:pt x="24790" y="34084"/>
                    <a:pt x="25324" y="33971"/>
                    <a:pt x="25857" y="33915"/>
                  </a:cubicBezTo>
                  <a:lnTo>
                    <a:pt x="25857" y="33915"/>
                  </a:lnTo>
                  <a:cubicBezTo>
                    <a:pt x="25773" y="34084"/>
                    <a:pt x="25661" y="34280"/>
                    <a:pt x="25548" y="34477"/>
                  </a:cubicBezTo>
                  <a:cubicBezTo>
                    <a:pt x="26110" y="34421"/>
                    <a:pt x="26671" y="34224"/>
                    <a:pt x="27177" y="33943"/>
                  </a:cubicBezTo>
                  <a:cubicBezTo>
                    <a:pt x="27036" y="33943"/>
                    <a:pt x="26924" y="33887"/>
                    <a:pt x="26840" y="33803"/>
                  </a:cubicBezTo>
                  <a:cubicBezTo>
                    <a:pt x="26952" y="33803"/>
                    <a:pt x="27064" y="33747"/>
                    <a:pt x="27177" y="33691"/>
                  </a:cubicBezTo>
                  <a:cubicBezTo>
                    <a:pt x="27233" y="33606"/>
                    <a:pt x="27036" y="33635"/>
                    <a:pt x="26756" y="33606"/>
                  </a:cubicBezTo>
                  <a:lnTo>
                    <a:pt x="27514" y="32933"/>
                  </a:lnTo>
                  <a:lnTo>
                    <a:pt x="27149" y="33101"/>
                  </a:lnTo>
                  <a:lnTo>
                    <a:pt x="27093" y="31782"/>
                  </a:lnTo>
                  <a:cubicBezTo>
                    <a:pt x="25801" y="31557"/>
                    <a:pt x="24145" y="31697"/>
                    <a:pt x="23106" y="30771"/>
                  </a:cubicBezTo>
                  <a:cubicBezTo>
                    <a:pt x="23920" y="30687"/>
                    <a:pt x="24173" y="30237"/>
                    <a:pt x="24931" y="29788"/>
                  </a:cubicBezTo>
                  <a:lnTo>
                    <a:pt x="24931" y="29788"/>
                  </a:lnTo>
                  <a:cubicBezTo>
                    <a:pt x="24343" y="30572"/>
                    <a:pt x="25791" y="30491"/>
                    <a:pt x="25995" y="31157"/>
                  </a:cubicBezTo>
                  <a:lnTo>
                    <a:pt x="25995" y="31157"/>
                  </a:lnTo>
                  <a:cubicBezTo>
                    <a:pt x="25891" y="30797"/>
                    <a:pt x="26280" y="30659"/>
                    <a:pt x="26447" y="30659"/>
                  </a:cubicBezTo>
                  <a:lnTo>
                    <a:pt x="25127" y="30041"/>
                  </a:lnTo>
                  <a:cubicBezTo>
                    <a:pt x="25745" y="29704"/>
                    <a:pt x="25436" y="29536"/>
                    <a:pt x="25520" y="29114"/>
                  </a:cubicBezTo>
                  <a:lnTo>
                    <a:pt x="25520" y="29114"/>
                  </a:lnTo>
                  <a:cubicBezTo>
                    <a:pt x="25232" y="29365"/>
                    <a:pt x="25007" y="29460"/>
                    <a:pt x="24820" y="29460"/>
                  </a:cubicBezTo>
                  <a:cubicBezTo>
                    <a:pt x="24316" y="29460"/>
                    <a:pt x="24090" y="28773"/>
                    <a:pt x="23639" y="28609"/>
                  </a:cubicBezTo>
                  <a:cubicBezTo>
                    <a:pt x="23836" y="28483"/>
                    <a:pt x="24053" y="28378"/>
                    <a:pt x="24246" y="28378"/>
                  </a:cubicBezTo>
                  <a:cubicBezTo>
                    <a:pt x="24439" y="28378"/>
                    <a:pt x="24608" y="28483"/>
                    <a:pt x="24706" y="28778"/>
                  </a:cubicBezTo>
                  <a:cubicBezTo>
                    <a:pt x="24919" y="28351"/>
                    <a:pt x="24704" y="28265"/>
                    <a:pt x="24377" y="28265"/>
                  </a:cubicBezTo>
                  <a:cubicBezTo>
                    <a:pt x="24154" y="28265"/>
                    <a:pt x="23880" y="28305"/>
                    <a:pt x="23655" y="28305"/>
                  </a:cubicBezTo>
                  <a:cubicBezTo>
                    <a:pt x="23340" y="28305"/>
                    <a:pt x="23122" y="28227"/>
                    <a:pt x="23274" y="27851"/>
                  </a:cubicBezTo>
                  <a:lnTo>
                    <a:pt x="23274" y="27851"/>
                  </a:lnTo>
                  <a:cubicBezTo>
                    <a:pt x="23363" y="27961"/>
                    <a:pt x="23364" y="28037"/>
                    <a:pt x="23470" y="28037"/>
                  </a:cubicBezTo>
                  <a:cubicBezTo>
                    <a:pt x="23499" y="28037"/>
                    <a:pt x="23535" y="28032"/>
                    <a:pt x="23583" y="28020"/>
                  </a:cubicBezTo>
                  <a:cubicBezTo>
                    <a:pt x="23050" y="27935"/>
                    <a:pt x="22909" y="27037"/>
                    <a:pt x="23359" y="26981"/>
                  </a:cubicBezTo>
                  <a:lnTo>
                    <a:pt x="23359" y="26981"/>
                  </a:lnTo>
                  <a:lnTo>
                    <a:pt x="23443" y="27121"/>
                  </a:lnTo>
                  <a:cubicBezTo>
                    <a:pt x="23122" y="26308"/>
                    <a:pt x="22196" y="24931"/>
                    <a:pt x="21233" y="24931"/>
                  </a:cubicBezTo>
                  <a:cubicBezTo>
                    <a:pt x="21099" y="24931"/>
                    <a:pt x="20965" y="24957"/>
                    <a:pt x="20832" y="25016"/>
                  </a:cubicBezTo>
                  <a:cubicBezTo>
                    <a:pt x="21309" y="24735"/>
                    <a:pt x="21843" y="24510"/>
                    <a:pt x="22348" y="24314"/>
                  </a:cubicBezTo>
                  <a:lnTo>
                    <a:pt x="22348" y="24314"/>
                  </a:lnTo>
                  <a:lnTo>
                    <a:pt x="18024" y="24875"/>
                  </a:lnTo>
                  <a:cubicBezTo>
                    <a:pt x="18885" y="24521"/>
                    <a:pt x="20429" y="23050"/>
                    <a:pt x="21383" y="23050"/>
                  </a:cubicBezTo>
                  <a:cubicBezTo>
                    <a:pt x="21488" y="23050"/>
                    <a:pt x="21585" y="23068"/>
                    <a:pt x="21674" y="23106"/>
                  </a:cubicBezTo>
                  <a:cubicBezTo>
                    <a:pt x="21730" y="22713"/>
                    <a:pt x="21506" y="22348"/>
                    <a:pt x="21113" y="22264"/>
                  </a:cubicBezTo>
                  <a:cubicBezTo>
                    <a:pt x="21087" y="22447"/>
                    <a:pt x="20214" y="23234"/>
                    <a:pt x="19909" y="23234"/>
                  </a:cubicBezTo>
                  <a:cubicBezTo>
                    <a:pt x="19886" y="23234"/>
                    <a:pt x="19865" y="23229"/>
                    <a:pt x="19849" y="23219"/>
                  </a:cubicBezTo>
                  <a:cubicBezTo>
                    <a:pt x="20516" y="22135"/>
                    <a:pt x="20166" y="22536"/>
                    <a:pt x="20621" y="21457"/>
                  </a:cubicBezTo>
                  <a:lnTo>
                    <a:pt x="20621" y="21457"/>
                  </a:lnTo>
                  <a:cubicBezTo>
                    <a:pt x="20482" y="21703"/>
                    <a:pt x="19589" y="22084"/>
                    <a:pt x="19141" y="22084"/>
                  </a:cubicBezTo>
                  <a:cubicBezTo>
                    <a:pt x="19015" y="22084"/>
                    <a:pt x="18924" y="22054"/>
                    <a:pt x="18895" y="21983"/>
                  </a:cubicBezTo>
                  <a:cubicBezTo>
                    <a:pt x="19111" y="21902"/>
                    <a:pt x="20161" y="21196"/>
                    <a:pt x="20439" y="21169"/>
                  </a:cubicBezTo>
                  <a:lnTo>
                    <a:pt x="18706" y="21169"/>
                  </a:lnTo>
                  <a:cubicBezTo>
                    <a:pt x="19101" y="21119"/>
                    <a:pt x="19815" y="20493"/>
                    <a:pt x="20074" y="20131"/>
                  </a:cubicBezTo>
                  <a:lnTo>
                    <a:pt x="20074" y="20131"/>
                  </a:lnTo>
                  <a:cubicBezTo>
                    <a:pt x="20050" y="20155"/>
                    <a:pt x="20026" y="20165"/>
                    <a:pt x="20003" y="20165"/>
                  </a:cubicBezTo>
                  <a:cubicBezTo>
                    <a:pt x="19812" y="20165"/>
                    <a:pt x="19651" y="19411"/>
                    <a:pt x="19400" y="19260"/>
                  </a:cubicBezTo>
                  <a:lnTo>
                    <a:pt x="19288" y="19794"/>
                  </a:lnTo>
                  <a:cubicBezTo>
                    <a:pt x="19175" y="19445"/>
                    <a:pt x="18863" y="19356"/>
                    <a:pt x="18482" y="19356"/>
                  </a:cubicBezTo>
                  <a:cubicBezTo>
                    <a:pt x="18078" y="19356"/>
                    <a:pt x="17597" y="19456"/>
                    <a:pt x="17190" y="19456"/>
                  </a:cubicBezTo>
                  <a:cubicBezTo>
                    <a:pt x="16834" y="19456"/>
                    <a:pt x="16535" y="19379"/>
                    <a:pt x="16396" y="19092"/>
                  </a:cubicBezTo>
                  <a:cubicBezTo>
                    <a:pt x="16733" y="19036"/>
                    <a:pt x="18277" y="18334"/>
                    <a:pt x="18165" y="17772"/>
                  </a:cubicBezTo>
                  <a:lnTo>
                    <a:pt x="18165" y="17772"/>
                  </a:lnTo>
                  <a:cubicBezTo>
                    <a:pt x="17522" y="17927"/>
                    <a:pt x="15460" y="18503"/>
                    <a:pt x="14124" y="18503"/>
                  </a:cubicBezTo>
                  <a:cubicBezTo>
                    <a:pt x="13769" y="18503"/>
                    <a:pt x="13464" y="18462"/>
                    <a:pt x="13252" y="18362"/>
                  </a:cubicBezTo>
                  <a:lnTo>
                    <a:pt x="13561" y="17969"/>
                  </a:lnTo>
                  <a:lnTo>
                    <a:pt x="12746" y="17604"/>
                  </a:lnTo>
                  <a:cubicBezTo>
                    <a:pt x="14367" y="17347"/>
                    <a:pt x="15987" y="17207"/>
                    <a:pt x="17607" y="17207"/>
                  </a:cubicBezTo>
                  <a:cubicBezTo>
                    <a:pt x="17756" y="17207"/>
                    <a:pt x="17904" y="17208"/>
                    <a:pt x="18053" y="17211"/>
                  </a:cubicBezTo>
                  <a:cubicBezTo>
                    <a:pt x="18165" y="16677"/>
                    <a:pt x="18474" y="16846"/>
                    <a:pt x="18137" y="16340"/>
                  </a:cubicBezTo>
                  <a:cubicBezTo>
                    <a:pt x="18224" y="16205"/>
                    <a:pt x="18338" y="16156"/>
                    <a:pt x="18454" y="16156"/>
                  </a:cubicBezTo>
                  <a:cubicBezTo>
                    <a:pt x="18675" y="16156"/>
                    <a:pt x="18905" y="16333"/>
                    <a:pt x="18979" y="16425"/>
                  </a:cubicBezTo>
                  <a:lnTo>
                    <a:pt x="18502" y="15105"/>
                  </a:lnTo>
                  <a:cubicBezTo>
                    <a:pt x="18325" y="15225"/>
                    <a:pt x="18159" y="15269"/>
                    <a:pt x="18001" y="15269"/>
                  </a:cubicBezTo>
                  <a:cubicBezTo>
                    <a:pt x="17596" y="15269"/>
                    <a:pt x="17243" y="14984"/>
                    <a:pt x="16882" y="14984"/>
                  </a:cubicBezTo>
                  <a:cubicBezTo>
                    <a:pt x="16759" y="14984"/>
                    <a:pt x="16635" y="15017"/>
                    <a:pt x="16508" y="15105"/>
                  </a:cubicBezTo>
                  <a:lnTo>
                    <a:pt x="18109" y="15919"/>
                  </a:lnTo>
                  <a:cubicBezTo>
                    <a:pt x="17746" y="16165"/>
                    <a:pt x="17133" y="16316"/>
                    <a:pt x="16542" y="16316"/>
                  </a:cubicBezTo>
                  <a:cubicBezTo>
                    <a:pt x="15851" y="16316"/>
                    <a:pt x="15189" y="16110"/>
                    <a:pt x="14992" y="15611"/>
                  </a:cubicBezTo>
                  <a:cubicBezTo>
                    <a:pt x="15189" y="15189"/>
                    <a:pt x="16536" y="14909"/>
                    <a:pt x="16789" y="14712"/>
                  </a:cubicBezTo>
                  <a:lnTo>
                    <a:pt x="16789" y="14712"/>
                  </a:lnTo>
                  <a:cubicBezTo>
                    <a:pt x="16772" y="14715"/>
                    <a:pt x="16755" y="14716"/>
                    <a:pt x="16737" y="14716"/>
                  </a:cubicBezTo>
                  <a:cubicBezTo>
                    <a:pt x="16388" y="14716"/>
                    <a:pt x="15787" y="14225"/>
                    <a:pt x="15947" y="14038"/>
                  </a:cubicBezTo>
                  <a:lnTo>
                    <a:pt x="15947" y="14038"/>
                  </a:lnTo>
                  <a:lnTo>
                    <a:pt x="16593" y="14151"/>
                  </a:lnTo>
                  <a:cubicBezTo>
                    <a:pt x="16621" y="13505"/>
                    <a:pt x="15049" y="14010"/>
                    <a:pt x="15498" y="13000"/>
                  </a:cubicBezTo>
                  <a:cubicBezTo>
                    <a:pt x="15448" y="12800"/>
                    <a:pt x="16039" y="12004"/>
                    <a:pt x="15820" y="12004"/>
                  </a:cubicBezTo>
                  <a:cubicBezTo>
                    <a:pt x="15792" y="12004"/>
                    <a:pt x="15751" y="12017"/>
                    <a:pt x="15694" y="12045"/>
                  </a:cubicBezTo>
                  <a:cubicBezTo>
                    <a:pt x="14964" y="12915"/>
                    <a:pt x="12129" y="14684"/>
                    <a:pt x="11315" y="14881"/>
                  </a:cubicBezTo>
                  <a:cubicBezTo>
                    <a:pt x="11343" y="14768"/>
                    <a:pt x="11595" y="13336"/>
                    <a:pt x="11904" y="12831"/>
                  </a:cubicBezTo>
                  <a:cubicBezTo>
                    <a:pt x="12438" y="12073"/>
                    <a:pt x="13926" y="12270"/>
                    <a:pt x="14375" y="11624"/>
                  </a:cubicBezTo>
                  <a:lnTo>
                    <a:pt x="14375" y="11624"/>
                  </a:lnTo>
                  <a:cubicBezTo>
                    <a:pt x="14206" y="11699"/>
                    <a:pt x="14038" y="11736"/>
                    <a:pt x="13869" y="11736"/>
                  </a:cubicBezTo>
                  <a:cubicBezTo>
                    <a:pt x="13785" y="11736"/>
                    <a:pt x="13701" y="11727"/>
                    <a:pt x="13617" y="11708"/>
                  </a:cubicBezTo>
                  <a:cubicBezTo>
                    <a:pt x="13701" y="11399"/>
                    <a:pt x="14375" y="11399"/>
                    <a:pt x="13982" y="11006"/>
                  </a:cubicBezTo>
                  <a:lnTo>
                    <a:pt x="13982" y="11006"/>
                  </a:lnTo>
                  <a:cubicBezTo>
                    <a:pt x="13856" y="11067"/>
                    <a:pt x="13757" y="11091"/>
                    <a:pt x="13678" y="11091"/>
                  </a:cubicBezTo>
                  <a:cubicBezTo>
                    <a:pt x="13382" y="11091"/>
                    <a:pt x="13371" y="10754"/>
                    <a:pt x="13331" y="10754"/>
                  </a:cubicBezTo>
                  <a:cubicBezTo>
                    <a:pt x="13307" y="10754"/>
                    <a:pt x="13274" y="10868"/>
                    <a:pt x="13168" y="11231"/>
                  </a:cubicBezTo>
                  <a:cubicBezTo>
                    <a:pt x="12662" y="10922"/>
                    <a:pt x="13055" y="10669"/>
                    <a:pt x="12718" y="10164"/>
                  </a:cubicBezTo>
                  <a:lnTo>
                    <a:pt x="12718" y="10164"/>
                  </a:lnTo>
                  <a:cubicBezTo>
                    <a:pt x="12417" y="10484"/>
                    <a:pt x="11586" y="10665"/>
                    <a:pt x="10918" y="10665"/>
                  </a:cubicBezTo>
                  <a:cubicBezTo>
                    <a:pt x="10590" y="10665"/>
                    <a:pt x="10302" y="10621"/>
                    <a:pt x="10135" y="10529"/>
                  </a:cubicBezTo>
                  <a:cubicBezTo>
                    <a:pt x="10332" y="10389"/>
                    <a:pt x="10529" y="10248"/>
                    <a:pt x="10669" y="10052"/>
                  </a:cubicBezTo>
                  <a:cubicBezTo>
                    <a:pt x="10192" y="9097"/>
                    <a:pt x="10276" y="8395"/>
                    <a:pt x="9770" y="7581"/>
                  </a:cubicBezTo>
                  <a:cubicBezTo>
                    <a:pt x="9939" y="7385"/>
                    <a:pt x="9939" y="6851"/>
                    <a:pt x="10388" y="6795"/>
                  </a:cubicBezTo>
                  <a:cubicBezTo>
                    <a:pt x="10164" y="6767"/>
                    <a:pt x="9827" y="6823"/>
                    <a:pt x="9658" y="6599"/>
                  </a:cubicBezTo>
                  <a:cubicBezTo>
                    <a:pt x="9766" y="6337"/>
                    <a:pt x="9849" y="6254"/>
                    <a:pt x="9924" y="6254"/>
                  </a:cubicBezTo>
                  <a:cubicBezTo>
                    <a:pt x="10052" y="6254"/>
                    <a:pt x="10160" y="6489"/>
                    <a:pt x="10338" y="6489"/>
                  </a:cubicBezTo>
                  <a:cubicBezTo>
                    <a:pt x="10439" y="6489"/>
                    <a:pt x="10563" y="6413"/>
                    <a:pt x="10725" y="6177"/>
                  </a:cubicBezTo>
                  <a:lnTo>
                    <a:pt x="10725" y="6177"/>
                  </a:lnTo>
                  <a:cubicBezTo>
                    <a:pt x="10623" y="6234"/>
                    <a:pt x="10519" y="6258"/>
                    <a:pt x="10413" y="6258"/>
                  </a:cubicBezTo>
                  <a:cubicBezTo>
                    <a:pt x="9994" y="6258"/>
                    <a:pt x="9550" y="5891"/>
                    <a:pt x="9125" y="5756"/>
                  </a:cubicBezTo>
                  <a:lnTo>
                    <a:pt x="9125" y="5756"/>
                  </a:lnTo>
                  <a:cubicBezTo>
                    <a:pt x="8479" y="6318"/>
                    <a:pt x="9518" y="6683"/>
                    <a:pt x="10023" y="6851"/>
                  </a:cubicBezTo>
                  <a:cubicBezTo>
                    <a:pt x="9479" y="7175"/>
                    <a:pt x="8858" y="7336"/>
                    <a:pt x="8236" y="7336"/>
                  </a:cubicBezTo>
                  <a:cubicBezTo>
                    <a:pt x="7671" y="7336"/>
                    <a:pt x="7106" y="7203"/>
                    <a:pt x="6598" y="6935"/>
                  </a:cubicBezTo>
                  <a:cubicBezTo>
                    <a:pt x="5924" y="6402"/>
                    <a:pt x="7047" y="6234"/>
                    <a:pt x="6823" y="6205"/>
                  </a:cubicBezTo>
                  <a:cubicBezTo>
                    <a:pt x="6205" y="4802"/>
                    <a:pt x="4408" y="6205"/>
                    <a:pt x="4464" y="4718"/>
                  </a:cubicBezTo>
                  <a:cubicBezTo>
                    <a:pt x="4829" y="3903"/>
                    <a:pt x="5728" y="3875"/>
                    <a:pt x="6121" y="3510"/>
                  </a:cubicBezTo>
                  <a:cubicBezTo>
                    <a:pt x="6710" y="3903"/>
                    <a:pt x="6261" y="4605"/>
                    <a:pt x="6514" y="4970"/>
                  </a:cubicBezTo>
                  <a:lnTo>
                    <a:pt x="6514" y="4324"/>
                  </a:lnTo>
                  <a:cubicBezTo>
                    <a:pt x="6823" y="4353"/>
                    <a:pt x="7244" y="4633"/>
                    <a:pt x="7160" y="4942"/>
                  </a:cubicBezTo>
                  <a:cubicBezTo>
                    <a:pt x="7525" y="4240"/>
                    <a:pt x="5924" y="2724"/>
                    <a:pt x="5812" y="1405"/>
                  </a:cubicBezTo>
                  <a:cubicBezTo>
                    <a:pt x="5637" y="1376"/>
                    <a:pt x="5440" y="1324"/>
                    <a:pt x="5271" y="1324"/>
                  </a:cubicBezTo>
                  <a:cubicBezTo>
                    <a:pt x="5114" y="1324"/>
                    <a:pt x="4981" y="1368"/>
                    <a:pt x="4914" y="1517"/>
                  </a:cubicBezTo>
                  <a:lnTo>
                    <a:pt x="5194" y="1770"/>
                  </a:lnTo>
                  <a:cubicBezTo>
                    <a:pt x="5082" y="1976"/>
                    <a:pt x="4923" y="2029"/>
                    <a:pt x="4763" y="2029"/>
                  </a:cubicBezTo>
                  <a:cubicBezTo>
                    <a:pt x="4593" y="2029"/>
                    <a:pt x="4421" y="1969"/>
                    <a:pt x="4304" y="1969"/>
                  </a:cubicBezTo>
                  <a:cubicBezTo>
                    <a:pt x="4200" y="1969"/>
                    <a:pt x="4138" y="2015"/>
                    <a:pt x="4156" y="2191"/>
                  </a:cubicBezTo>
                  <a:cubicBezTo>
                    <a:pt x="3510" y="1994"/>
                    <a:pt x="2668" y="1910"/>
                    <a:pt x="2555" y="1152"/>
                  </a:cubicBezTo>
                  <a:lnTo>
                    <a:pt x="3189" y="573"/>
                  </a:lnTo>
                  <a:lnTo>
                    <a:pt x="3189" y="573"/>
                  </a:lnTo>
                  <a:cubicBezTo>
                    <a:pt x="3006" y="751"/>
                    <a:pt x="3039" y="1236"/>
                    <a:pt x="3341" y="1236"/>
                  </a:cubicBezTo>
                  <a:cubicBezTo>
                    <a:pt x="2941" y="1211"/>
                    <a:pt x="3566" y="28"/>
                    <a:pt x="2913" y="28"/>
                  </a:cubicBezTo>
                  <a:cubicBezTo>
                    <a:pt x="2833" y="28"/>
                    <a:pt x="2734" y="45"/>
                    <a:pt x="2611" y="85"/>
                  </a:cubicBezTo>
                  <a:lnTo>
                    <a:pt x="2387" y="815"/>
                  </a:lnTo>
                  <a:cubicBezTo>
                    <a:pt x="1769" y="647"/>
                    <a:pt x="674" y="647"/>
                    <a:pt x="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9"/>
            <p:cNvSpPr/>
            <p:nvPr/>
          </p:nvSpPr>
          <p:spPr>
            <a:xfrm>
              <a:off x="4672925" y="1793450"/>
              <a:ext cx="7050" cy="6350"/>
            </a:xfrm>
            <a:custGeom>
              <a:rect b="b" l="l" r="r" t="t"/>
              <a:pathLst>
                <a:path extrusionOk="0" h="254" w="282">
                  <a:moveTo>
                    <a:pt x="282" y="1"/>
                  </a:moveTo>
                  <a:cubicBezTo>
                    <a:pt x="197" y="85"/>
                    <a:pt x="113" y="169"/>
                    <a:pt x="1" y="253"/>
                  </a:cubicBezTo>
                  <a:cubicBezTo>
                    <a:pt x="141" y="253"/>
                    <a:pt x="282" y="141"/>
                    <a:pt x="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9"/>
            <p:cNvSpPr/>
            <p:nvPr/>
          </p:nvSpPr>
          <p:spPr>
            <a:xfrm>
              <a:off x="5011925" y="2328275"/>
              <a:ext cx="3550" cy="725"/>
            </a:xfrm>
            <a:custGeom>
              <a:rect b="b" l="l" r="r" t="t"/>
              <a:pathLst>
                <a:path extrusionOk="0" h="29" w="142">
                  <a:moveTo>
                    <a:pt x="1" y="1"/>
                  </a:moveTo>
                  <a:lnTo>
                    <a:pt x="1" y="29"/>
                  </a:lnTo>
                  <a:cubicBezTo>
                    <a:pt x="57" y="29"/>
                    <a:pt x="85" y="29"/>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9"/>
            <p:cNvSpPr/>
            <p:nvPr/>
          </p:nvSpPr>
          <p:spPr>
            <a:xfrm>
              <a:off x="4352875" y="1231250"/>
              <a:ext cx="5650" cy="10550"/>
            </a:xfrm>
            <a:custGeom>
              <a:rect b="b" l="l" r="r" t="t"/>
              <a:pathLst>
                <a:path extrusionOk="0" h="422" w="226">
                  <a:moveTo>
                    <a:pt x="141" y="1"/>
                  </a:moveTo>
                  <a:cubicBezTo>
                    <a:pt x="141" y="141"/>
                    <a:pt x="85" y="310"/>
                    <a:pt x="1" y="422"/>
                  </a:cubicBezTo>
                  <a:cubicBezTo>
                    <a:pt x="169" y="338"/>
                    <a:pt x="225" y="141"/>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9"/>
            <p:cNvSpPr/>
            <p:nvPr/>
          </p:nvSpPr>
          <p:spPr>
            <a:xfrm>
              <a:off x="4005450" y="989100"/>
              <a:ext cx="9850" cy="11975"/>
            </a:xfrm>
            <a:custGeom>
              <a:rect b="b" l="l" r="r" t="t"/>
              <a:pathLst>
                <a:path extrusionOk="0" h="479" w="394">
                  <a:moveTo>
                    <a:pt x="1" y="169"/>
                  </a:moveTo>
                  <a:cubicBezTo>
                    <a:pt x="13" y="185"/>
                    <a:pt x="25" y="195"/>
                    <a:pt x="39" y="200"/>
                  </a:cubicBezTo>
                  <a:lnTo>
                    <a:pt x="39" y="200"/>
                  </a:lnTo>
                  <a:lnTo>
                    <a:pt x="1" y="169"/>
                  </a:lnTo>
                  <a:close/>
                  <a:moveTo>
                    <a:pt x="338" y="1"/>
                  </a:moveTo>
                  <a:lnTo>
                    <a:pt x="338" y="1"/>
                  </a:lnTo>
                  <a:cubicBezTo>
                    <a:pt x="249" y="67"/>
                    <a:pt x="143" y="203"/>
                    <a:pt x="61" y="203"/>
                  </a:cubicBezTo>
                  <a:cubicBezTo>
                    <a:pt x="54" y="203"/>
                    <a:pt x="46" y="202"/>
                    <a:pt x="39" y="200"/>
                  </a:cubicBezTo>
                  <a:lnTo>
                    <a:pt x="39" y="200"/>
                  </a:lnTo>
                  <a:lnTo>
                    <a:pt x="394" y="478"/>
                  </a:lnTo>
                  <a:cubicBezTo>
                    <a:pt x="253" y="310"/>
                    <a:pt x="310" y="141"/>
                    <a:pt x="3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9"/>
            <p:cNvSpPr/>
            <p:nvPr/>
          </p:nvSpPr>
          <p:spPr>
            <a:xfrm>
              <a:off x="4022300" y="845925"/>
              <a:ext cx="12000" cy="9525"/>
            </a:xfrm>
            <a:custGeom>
              <a:rect b="b" l="l" r="r" t="t"/>
              <a:pathLst>
                <a:path extrusionOk="0" h="381" w="480">
                  <a:moveTo>
                    <a:pt x="253" y="1"/>
                  </a:moveTo>
                  <a:lnTo>
                    <a:pt x="1" y="197"/>
                  </a:lnTo>
                  <a:cubicBezTo>
                    <a:pt x="94" y="317"/>
                    <a:pt x="213" y="380"/>
                    <a:pt x="305" y="380"/>
                  </a:cubicBezTo>
                  <a:cubicBezTo>
                    <a:pt x="408" y="380"/>
                    <a:pt x="479" y="303"/>
                    <a:pt x="450" y="141"/>
                  </a:cubicBezTo>
                  <a:cubicBezTo>
                    <a:pt x="337" y="141"/>
                    <a:pt x="366" y="29"/>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9"/>
            <p:cNvSpPr/>
            <p:nvPr/>
          </p:nvSpPr>
          <p:spPr>
            <a:xfrm>
              <a:off x="4025100" y="935775"/>
              <a:ext cx="31625" cy="17575"/>
            </a:xfrm>
            <a:custGeom>
              <a:rect b="b" l="l" r="r" t="t"/>
              <a:pathLst>
                <a:path extrusionOk="0" h="703" w="1265">
                  <a:moveTo>
                    <a:pt x="675" y="0"/>
                  </a:moveTo>
                  <a:cubicBezTo>
                    <a:pt x="675" y="0"/>
                    <a:pt x="703" y="28"/>
                    <a:pt x="703" y="28"/>
                  </a:cubicBezTo>
                  <a:cubicBezTo>
                    <a:pt x="1" y="393"/>
                    <a:pt x="422" y="534"/>
                    <a:pt x="815" y="702"/>
                  </a:cubicBezTo>
                  <a:cubicBezTo>
                    <a:pt x="1264" y="337"/>
                    <a:pt x="955" y="197"/>
                    <a:pt x="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9"/>
            <p:cNvSpPr/>
            <p:nvPr/>
          </p:nvSpPr>
          <p:spPr>
            <a:xfrm>
              <a:off x="4028625" y="928050"/>
              <a:ext cx="11950" cy="6350"/>
            </a:xfrm>
            <a:custGeom>
              <a:rect b="b" l="l" r="r" t="t"/>
              <a:pathLst>
                <a:path extrusionOk="0" h="254" w="478">
                  <a:moveTo>
                    <a:pt x="281" y="0"/>
                  </a:moveTo>
                  <a:lnTo>
                    <a:pt x="281" y="0"/>
                  </a:lnTo>
                  <a:cubicBezTo>
                    <a:pt x="0" y="141"/>
                    <a:pt x="309" y="141"/>
                    <a:pt x="478" y="253"/>
                  </a:cubicBezTo>
                  <a:cubicBezTo>
                    <a:pt x="393" y="169"/>
                    <a:pt x="309" y="85"/>
                    <a:pt x="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9"/>
            <p:cNvSpPr/>
            <p:nvPr/>
          </p:nvSpPr>
          <p:spPr>
            <a:xfrm>
              <a:off x="4040050" y="1043850"/>
              <a:ext cx="31225" cy="9950"/>
            </a:xfrm>
            <a:custGeom>
              <a:rect b="b" l="l" r="r" t="t"/>
              <a:pathLst>
                <a:path extrusionOk="0" h="398" w="1249">
                  <a:moveTo>
                    <a:pt x="829" y="1"/>
                  </a:moveTo>
                  <a:cubicBezTo>
                    <a:pt x="720" y="1"/>
                    <a:pt x="407" y="214"/>
                    <a:pt x="348" y="214"/>
                  </a:cubicBezTo>
                  <a:cubicBezTo>
                    <a:pt x="334" y="214"/>
                    <a:pt x="335" y="201"/>
                    <a:pt x="357" y="169"/>
                  </a:cubicBezTo>
                  <a:lnTo>
                    <a:pt x="357" y="169"/>
                  </a:lnTo>
                  <a:cubicBezTo>
                    <a:pt x="0" y="298"/>
                    <a:pt x="341" y="397"/>
                    <a:pt x="659" y="397"/>
                  </a:cubicBezTo>
                  <a:cubicBezTo>
                    <a:pt x="965" y="397"/>
                    <a:pt x="1249" y="305"/>
                    <a:pt x="863" y="57"/>
                  </a:cubicBezTo>
                  <a:cubicBezTo>
                    <a:pt x="873" y="17"/>
                    <a:pt x="858" y="1"/>
                    <a:pt x="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9"/>
            <p:cNvSpPr/>
            <p:nvPr/>
          </p:nvSpPr>
          <p:spPr>
            <a:xfrm>
              <a:off x="4067925" y="921025"/>
              <a:ext cx="14750" cy="12675"/>
            </a:xfrm>
            <a:custGeom>
              <a:rect b="b" l="l" r="r" t="t"/>
              <a:pathLst>
                <a:path extrusionOk="0" h="507" w="590">
                  <a:moveTo>
                    <a:pt x="506" y="1"/>
                  </a:moveTo>
                  <a:lnTo>
                    <a:pt x="0" y="506"/>
                  </a:lnTo>
                  <a:lnTo>
                    <a:pt x="0" y="506"/>
                  </a:lnTo>
                  <a:lnTo>
                    <a:pt x="590" y="338"/>
                  </a:lnTo>
                  <a:lnTo>
                    <a:pt x="5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9"/>
            <p:cNvSpPr/>
            <p:nvPr/>
          </p:nvSpPr>
          <p:spPr>
            <a:xfrm>
              <a:off x="4096700" y="970150"/>
              <a:ext cx="9850" cy="14575"/>
            </a:xfrm>
            <a:custGeom>
              <a:rect b="b" l="l" r="r" t="t"/>
              <a:pathLst>
                <a:path extrusionOk="0" h="583" w="394">
                  <a:moveTo>
                    <a:pt x="281" y="1"/>
                  </a:moveTo>
                  <a:cubicBezTo>
                    <a:pt x="239" y="29"/>
                    <a:pt x="190" y="43"/>
                    <a:pt x="141" y="43"/>
                  </a:cubicBezTo>
                  <a:cubicBezTo>
                    <a:pt x="92" y="43"/>
                    <a:pt x="43" y="29"/>
                    <a:pt x="0" y="1"/>
                  </a:cubicBezTo>
                  <a:lnTo>
                    <a:pt x="0" y="1"/>
                  </a:lnTo>
                  <a:cubicBezTo>
                    <a:pt x="124" y="248"/>
                    <a:pt x="204" y="582"/>
                    <a:pt x="336" y="582"/>
                  </a:cubicBezTo>
                  <a:cubicBezTo>
                    <a:pt x="354" y="582"/>
                    <a:pt x="373" y="576"/>
                    <a:pt x="394" y="562"/>
                  </a:cubicBezTo>
                  <a:lnTo>
                    <a:pt x="2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9"/>
            <p:cNvSpPr/>
            <p:nvPr/>
          </p:nvSpPr>
          <p:spPr>
            <a:xfrm>
              <a:off x="4087575" y="962450"/>
              <a:ext cx="9150" cy="7725"/>
            </a:xfrm>
            <a:custGeom>
              <a:rect b="b" l="l" r="r" t="t"/>
              <a:pathLst>
                <a:path extrusionOk="0" h="309" w="366">
                  <a:moveTo>
                    <a:pt x="1" y="0"/>
                  </a:moveTo>
                  <a:cubicBezTo>
                    <a:pt x="85" y="141"/>
                    <a:pt x="225" y="225"/>
                    <a:pt x="365" y="309"/>
                  </a:cubicBezTo>
                  <a:cubicBezTo>
                    <a:pt x="309" y="169"/>
                    <a:pt x="169" y="5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9"/>
            <p:cNvSpPr/>
            <p:nvPr/>
          </p:nvSpPr>
          <p:spPr>
            <a:xfrm>
              <a:off x="4094600" y="933675"/>
              <a:ext cx="4225" cy="14050"/>
            </a:xfrm>
            <a:custGeom>
              <a:rect b="b" l="l" r="r" t="t"/>
              <a:pathLst>
                <a:path extrusionOk="0" h="562" w="169">
                  <a:moveTo>
                    <a:pt x="28" y="0"/>
                  </a:moveTo>
                  <a:lnTo>
                    <a:pt x="0" y="225"/>
                  </a:lnTo>
                  <a:lnTo>
                    <a:pt x="169" y="562"/>
                  </a:lnTo>
                  <a:lnTo>
                    <a:pt x="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9"/>
            <p:cNvSpPr/>
            <p:nvPr/>
          </p:nvSpPr>
          <p:spPr>
            <a:xfrm>
              <a:off x="4181625" y="1104400"/>
              <a:ext cx="18275" cy="12475"/>
            </a:xfrm>
            <a:custGeom>
              <a:rect b="b" l="l" r="r" t="t"/>
              <a:pathLst>
                <a:path extrusionOk="0" h="499" w="731">
                  <a:moveTo>
                    <a:pt x="199" y="1"/>
                  </a:moveTo>
                  <a:cubicBezTo>
                    <a:pt x="126" y="1"/>
                    <a:pt x="58" y="25"/>
                    <a:pt x="1" y="106"/>
                  </a:cubicBezTo>
                  <a:lnTo>
                    <a:pt x="478" y="499"/>
                  </a:lnTo>
                  <a:cubicBezTo>
                    <a:pt x="702" y="414"/>
                    <a:pt x="730" y="190"/>
                    <a:pt x="534" y="49"/>
                  </a:cubicBezTo>
                  <a:cubicBezTo>
                    <a:pt x="418" y="49"/>
                    <a:pt x="303" y="1"/>
                    <a:pt x="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9"/>
            <p:cNvSpPr/>
            <p:nvPr/>
          </p:nvSpPr>
          <p:spPr>
            <a:xfrm>
              <a:off x="4190050" y="1043850"/>
              <a:ext cx="19675" cy="12675"/>
            </a:xfrm>
            <a:custGeom>
              <a:rect b="b" l="l" r="r" t="t"/>
              <a:pathLst>
                <a:path extrusionOk="0" h="507" w="787">
                  <a:moveTo>
                    <a:pt x="337" y="1"/>
                  </a:moveTo>
                  <a:cubicBezTo>
                    <a:pt x="281" y="225"/>
                    <a:pt x="169" y="310"/>
                    <a:pt x="0" y="506"/>
                  </a:cubicBezTo>
                  <a:lnTo>
                    <a:pt x="787" y="57"/>
                  </a:lnTo>
                  <a:lnTo>
                    <a:pt x="3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9"/>
            <p:cNvSpPr/>
            <p:nvPr/>
          </p:nvSpPr>
          <p:spPr>
            <a:xfrm>
              <a:off x="4224625" y="1069825"/>
              <a:ext cx="20750" cy="9725"/>
            </a:xfrm>
            <a:custGeom>
              <a:rect b="b" l="l" r="r" t="t"/>
              <a:pathLst>
                <a:path extrusionOk="0" h="389" w="830">
                  <a:moveTo>
                    <a:pt x="170" y="1"/>
                  </a:moveTo>
                  <a:cubicBezTo>
                    <a:pt x="64" y="1"/>
                    <a:pt x="0" y="63"/>
                    <a:pt x="49" y="309"/>
                  </a:cubicBezTo>
                  <a:cubicBezTo>
                    <a:pt x="70" y="302"/>
                    <a:pt x="95" y="298"/>
                    <a:pt x="124" y="298"/>
                  </a:cubicBezTo>
                  <a:cubicBezTo>
                    <a:pt x="278" y="298"/>
                    <a:pt x="529" y="389"/>
                    <a:pt x="669" y="389"/>
                  </a:cubicBezTo>
                  <a:cubicBezTo>
                    <a:pt x="792" y="389"/>
                    <a:pt x="830" y="319"/>
                    <a:pt x="639" y="57"/>
                  </a:cubicBezTo>
                  <a:cubicBezTo>
                    <a:pt x="615" y="66"/>
                    <a:pt x="589" y="69"/>
                    <a:pt x="561" y="69"/>
                  </a:cubicBezTo>
                  <a:cubicBezTo>
                    <a:pt x="438" y="69"/>
                    <a:pt x="281" y="1"/>
                    <a:pt x="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9"/>
            <p:cNvSpPr/>
            <p:nvPr/>
          </p:nvSpPr>
          <p:spPr>
            <a:xfrm>
              <a:off x="4284100" y="1278275"/>
              <a:ext cx="33000" cy="18275"/>
            </a:xfrm>
            <a:custGeom>
              <a:rect b="b" l="l" r="r" t="t"/>
              <a:pathLst>
                <a:path extrusionOk="0" h="731" w="1320">
                  <a:moveTo>
                    <a:pt x="1236" y="1"/>
                  </a:moveTo>
                  <a:lnTo>
                    <a:pt x="0" y="731"/>
                  </a:lnTo>
                  <a:lnTo>
                    <a:pt x="0" y="731"/>
                  </a:lnTo>
                  <a:lnTo>
                    <a:pt x="1320" y="113"/>
                  </a:lnTo>
                  <a:lnTo>
                    <a:pt x="12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9"/>
            <p:cNvSpPr/>
            <p:nvPr/>
          </p:nvSpPr>
          <p:spPr>
            <a:xfrm>
              <a:off x="4460975" y="1394100"/>
              <a:ext cx="29500" cy="20750"/>
            </a:xfrm>
            <a:custGeom>
              <a:rect b="b" l="l" r="r" t="t"/>
              <a:pathLst>
                <a:path extrusionOk="0" h="830" w="1180">
                  <a:moveTo>
                    <a:pt x="365" y="0"/>
                  </a:moveTo>
                  <a:cubicBezTo>
                    <a:pt x="0" y="28"/>
                    <a:pt x="337" y="618"/>
                    <a:pt x="0" y="618"/>
                  </a:cubicBezTo>
                  <a:cubicBezTo>
                    <a:pt x="270" y="708"/>
                    <a:pt x="380" y="830"/>
                    <a:pt x="535" y="830"/>
                  </a:cubicBezTo>
                  <a:cubicBezTo>
                    <a:pt x="670" y="830"/>
                    <a:pt x="839" y="737"/>
                    <a:pt x="1179" y="449"/>
                  </a:cubicBezTo>
                  <a:cubicBezTo>
                    <a:pt x="1154" y="217"/>
                    <a:pt x="1071" y="149"/>
                    <a:pt x="966" y="149"/>
                  </a:cubicBezTo>
                  <a:cubicBezTo>
                    <a:pt x="818" y="149"/>
                    <a:pt x="628" y="283"/>
                    <a:pt x="502" y="283"/>
                  </a:cubicBezTo>
                  <a:cubicBezTo>
                    <a:pt x="414" y="283"/>
                    <a:pt x="357" y="219"/>
                    <a:pt x="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9"/>
            <p:cNvSpPr/>
            <p:nvPr/>
          </p:nvSpPr>
          <p:spPr>
            <a:xfrm>
              <a:off x="4453250" y="1407425"/>
              <a:ext cx="7750" cy="1425"/>
            </a:xfrm>
            <a:custGeom>
              <a:rect b="b" l="l" r="r" t="t"/>
              <a:pathLst>
                <a:path extrusionOk="0" h="57" w="310">
                  <a:moveTo>
                    <a:pt x="0" y="1"/>
                  </a:moveTo>
                  <a:cubicBezTo>
                    <a:pt x="113" y="29"/>
                    <a:pt x="197" y="57"/>
                    <a:pt x="309" y="57"/>
                  </a:cubicBezTo>
                  <a:cubicBezTo>
                    <a:pt x="197" y="29"/>
                    <a:pt x="113"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9"/>
            <p:cNvSpPr/>
            <p:nvPr/>
          </p:nvSpPr>
          <p:spPr>
            <a:xfrm>
              <a:off x="5372700" y="3391600"/>
              <a:ext cx="9850" cy="11275"/>
            </a:xfrm>
            <a:custGeom>
              <a:rect b="b" l="l" r="r" t="t"/>
              <a:pathLst>
                <a:path extrusionOk="0" h="451" w="394">
                  <a:moveTo>
                    <a:pt x="169" y="1"/>
                  </a:moveTo>
                  <a:lnTo>
                    <a:pt x="0" y="450"/>
                  </a:lnTo>
                  <a:lnTo>
                    <a:pt x="393" y="57"/>
                  </a:lnTo>
                  <a:lnTo>
                    <a:pt x="1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9"/>
            <p:cNvSpPr/>
            <p:nvPr/>
          </p:nvSpPr>
          <p:spPr>
            <a:xfrm>
              <a:off x="5386725" y="3401425"/>
              <a:ext cx="21775" cy="9150"/>
            </a:xfrm>
            <a:custGeom>
              <a:rect b="b" l="l" r="r" t="t"/>
              <a:pathLst>
                <a:path extrusionOk="0" h="366" w="871">
                  <a:moveTo>
                    <a:pt x="843" y="1"/>
                  </a:moveTo>
                  <a:lnTo>
                    <a:pt x="1" y="366"/>
                  </a:lnTo>
                  <a:lnTo>
                    <a:pt x="871" y="366"/>
                  </a:lnTo>
                  <a:cubicBezTo>
                    <a:pt x="787" y="282"/>
                    <a:pt x="674" y="141"/>
                    <a:pt x="8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9"/>
            <p:cNvSpPr/>
            <p:nvPr/>
          </p:nvSpPr>
          <p:spPr>
            <a:xfrm>
              <a:off x="4852600" y="1979450"/>
              <a:ext cx="9150" cy="14050"/>
            </a:xfrm>
            <a:custGeom>
              <a:rect b="b" l="l" r="r" t="t"/>
              <a:pathLst>
                <a:path extrusionOk="0" h="562" w="366">
                  <a:moveTo>
                    <a:pt x="366" y="0"/>
                  </a:moveTo>
                  <a:lnTo>
                    <a:pt x="169" y="85"/>
                  </a:lnTo>
                  <a:cubicBezTo>
                    <a:pt x="1" y="253"/>
                    <a:pt x="29" y="365"/>
                    <a:pt x="113" y="562"/>
                  </a:cubicBezTo>
                  <a:lnTo>
                    <a:pt x="3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9"/>
            <p:cNvSpPr/>
            <p:nvPr/>
          </p:nvSpPr>
          <p:spPr>
            <a:xfrm>
              <a:off x="4904550" y="2121225"/>
              <a:ext cx="16875" cy="14075"/>
            </a:xfrm>
            <a:custGeom>
              <a:rect b="b" l="l" r="r" t="t"/>
              <a:pathLst>
                <a:path extrusionOk="0" h="563" w="675">
                  <a:moveTo>
                    <a:pt x="646" y="1"/>
                  </a:moveTo>
                  <a:lnTo>
                    <a:pt x="0" y="562"/>
                  </a:lnTo>
                  <a:lnTo>
                    <a:pt x="674" y="85"/>
                  </a:lnTo>
                  <a:lnTo>
                    <a:pt x="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9"/>
            <p:cNvSpPr/>
            <p:nvPr/>
          </p:nvSpPr>
          <p:spPr>
            <a:xfrm>
              <a:off x="4990975" y="2214575"/>
              <a:ext cx="13250" cy="18375"/>
            </a:xfrm>
            <a:custGeom>
              <a:rect b="b" l="l" r="r" t="t"/>
              <a:pathLst>
                <a:path extrusionOk="0" h="735" w="530">
                  <a:moveTo>
                    <a:pt x="109" y="1"/>
                  </a:moveTo>
                  <a:lnTo>
                    <a:pt x="109" y="1"/>
                  </a:lnTo>
                  <a:cubicBezTo>
                    <a:pt x="124" y="55"/>
                    <a:pt x="157" y="105"/>
                    <a:pt x="198" y="153"/>
                  </a:cubicBezTo>
                  <a:lnTo>
                    <a:pt x="198" y="153"/>
                  </a:lnTo>
                  <a:cubicBezTo>
                    <a:pt x="185" y="98"/>
                    <a:pt x="158" y="46"/>
                    <a:pt x="109" y="1"/>
                  </a:cubicBezTo>
                  <a:close/>
                  <a:moveTo>
                    <a:pt x="198" y="153"/>
                  </a:moveTo>
                  <a:lnTo>
                    <a:pt x="198" y="153"/>
                  </a:lnTo>
                  <a:cubicBezTo>
                    <a:pt x="256" y="410"/>
                    <a:pt x="1" y="735"/>
                    <a:pt x="141" y="735"/>
                  </a:cubicBezTo>
                  <a:cubicBezTo>
                    <a:pt x="196" y="735"/>
                    <a:pt x="311" y="685"/>
                    <a:pt x="530" y="562"/>
                  </a:cubicBezTo>
                  <a:cubicBezTo>
                    <a:pt x="469" y="399"/>
                    <a:pt x="305" y="281"/>
                    <a:pt x="198" y="15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9"/>
            <p:cNvSpPr/>
            <p:nvPr/>
          </p:nvSpPr>
          <p:spPr>
            <a:xfrm>
              <a:off x="4919275" y="5057475"/>
              <a:ext cx="14775" cy="10925"/>
            </a:xfrm>
            <a:custGeom>
              <a:rect b="b" l="l" r="r" t="t"/>
              <a:pathLst>
                <a:path extrusionOk="0" h="437" w="591">
                  <a:moveTo>
                    <a:pt x="73" y="0"/>
                  </a:moveTo>
                  <a:cubicBezTo>
                    <a:pt x="68" y="0"/>
                    <a:pt x="71" y="5"/>
                    <a:pt x="85" y="15"/>
                  </a:cubicBezTo>
                  <a:cubicBezTo>
                    <a:pt x="1" y="72"/>
                    <a:pt x="506" y="352"/>
                    <a:pt x="591" y="436"/>
                  </a:cubicBezTo>
                  <a:cubicBezTo>
                    <a:pt x="566" y="240"/>
                    <a:pt x="111" y="0"/>
                    <a:pt x="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9"/>
            <p:cNvSpPr/>
            <p:nvPr/>
          </p:nvSpPr>
          <p:spPr>
            <a:xfrm>
              <a:off x="4913675" y="4992575"/>
              <a:ext cx="8450" cy="13350"/>
            </a:xfrm>
            <a:custGeom>
              <a:rect b="b" l="l" r="r" t="t"/>
              <a:pathLst>
                <a:path extrusionOk="0" h="534" w="338">
                  <a:moveTo>
                    <a:pt x="0" y="0"/>
                  </a:moveTo>
                  <a:lnTo>
                    <a:pt x="169" y="393"/>
                  </a:lnTo>
                  <a:lnTo>
                    <a:pt x="337" y="534"/>
                  </a:lnTo>
                  <a:lnTo>
                    <a:pt x="0" y="0"/>
                  </a:lnTo>
                  <a:close/>
                  <a:moveTo>
                    <a:pt x="337" y="534"/>
                  </a:moveTo>
                  <a:lnTo>
                    <a:pt x="337" y="534"/>
                  </a:lnTo>
                  <a:lnTo>
                    <a:pt x="337" y="534"/>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9"/>
            <p:cNvSpPr/>
            <p:nvPr/>
          </p:nvSpPr>
          <p:spPr>
            <a:xfrm>
              <a:off x="4918575" y="4965700"/>
              <a:ext cx="21100" cy="29700"/>
            </a:xfrm>
            <a:custGeom>
              <a:rect b="b" l="l" r="r" t="t"/>
              <a:pathLst>
                <a:path extrusionOk="0" h="1188" w="844">
                  <a:moveTo>
                    <a:pt x="508" y="0"/>
                  </a:moveTo>
                  <a:cubicBezTo>
                    <a:pt x="135" y="0"/>
                    <a:pt x="600" y="692"/>
                    <a:pt x="225" y="739"/>
                  </a:cubicBezTo>
                  <a:lnTo>
                    <a:pt x="1" y="654"/>
                  </a:lnTo>
                  <a:lnTo>
                    <a:pt x="1" y="654"/>
                  </a:lnTo>
                  <a:lnTo>
                    <a:pt x="619" y="1188"/>
                  </a:lnTo>
                  <a:cubicBezTo>
                    <a:pt x="703" y="823"/>
                    <a:pt x="478" y="149"/>
                    <a:pt x="843" y="93"/>
                  </a:cubicBezTo>
                  <a:cubicBezTo>
                    <a:pt x="689" y="28"/>
                    <a:pt x="582" y="0"/>
                    <a:pt x="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9"/>
            <p:cNvSpPr/>
            <p:nvPr/>
          </p:nvSpPr>
          <p:spPr>
            <a:xfrm>
              <a:off x="4991825" y="4972975"/>
              <a:ext cx="5400" cy="7700"/>
            </a:xfrm>
            <a:custGeom>
              <a:rect b="b" l="l" r="r" t="t"/>
              <a:pathLst>
                <a:path extrusionOk="0" h="308" w="216">
                  <a:moveTo>
                    <a:pt x="1" y="1"/>
                  </a:moveTo>
                  <a:cubicBezTo>
                    <a:pt x="1" y="1"/>
                    <a:pt x="2" y="4"/>
                    <a:pt x="4" y="9"/>
                  </a:cubicBezTo>
                  <a:lnTo>
                    <a:pt x="4" y="9"/>
                  </a:lnTo>
                  <a:cubicBezTo>
                    <a:pt x="2" y="3"/>
                    <a:pt x="1" y="1"/>
                    <a:pt x="1" y="1"/>
                  </a:cubicBezTo>
                  <a:close/>
                  <a:moveTo>
                    <a:pt x="4" y="9"/>
                  </a:moveTo>
                  <a:cubicBezTo>
                    <a:pt x="12" y="32"/>
                    <a:pt x="29" y="109"/>
                    <a:pt x="19" y="279"/>
                  </a:cubicBezTo>
                  <a:lnTo>
                    <a:pt x="103" y="307"/>
                  </a:lnTo>
                  <a:cubicBezTo>
                    <a:pt x="131" y="251"/>
                    <a:pt x="187" y="223"/>
                    <a:pt x="215" y="167"/>
                  </a:cubicBezTo>
                  <a:cubicBezTo>
                    <a:pt x="67" y="105"/>
                    <a:pt x="17" y="32"/>
                    <a:pt x="4"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9"/>
            <p:cNvSpPr/>
            <p:nvPr/>
          </p:nvSpPr>
          <p:spPr>
            <a:xfrm>
              <a:off x="4993800" y="4980650"/>
              <a:ext cx="5875" cy="2450"/>
            </a:xfrm>
            <a:custGeom>
              <a:rect b="b" l="l" r="r" t="t"/>
              <a:pathLst>
                <a:path extrusionOk="0" h="98" w="235">
                  <a:moveTo>
                    <a:pt x="24" y="0"/>
                  </a:moveTo>
                  <a:lnTo>
                    <a:pt x="24" y="0"/>
                  </a:lnTo>
                  <a:cubicBezTo>
                    <a:pt x="0" y="71"/>
                    <a:pt x="62" y="97"/>
                    <a:pt x="113" y="97"/>
                  </a:cubicBezTo>
                  <a:cubicBezTo>
                    <a:pt x="183" y="97"/>
                    <a:pt x="235" y="49"/>
                    <a:pt x="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9"/>
            <p:cNvSpPr/>
            <p:nvPr/>
          </p:nvSpPr>
          <p:spPr>
            <a:xfrm>
              <a:off x="5000700" y="4960275"/>
              <a:ext cx="16175" cy="11975"/>
            </a:xfrm>
            <a:custGeom>
              <a:rect b="b" l="l" r="r" t="t"/>
              <a:pathLst>
                <a:path extrusionOk="0" h="479" w="647">
                  <a:moveTo>
                    <a:pt x="1" y="1"/>
                  </a:moveTo>
                  <a:lnTo>
                    <a:pt x="169" y="394"/>
                  </a:lnTo>
                  <a:cubicBezTo>
                    <a:pt x="220" y="413"/>
                    <a:pt x="267" y="419"/>
                    <a:pt x="309" y="419"/>
                  </a:cubicBezTo>
                  <a:cubicBezTo>
                    <a:pt x="386" y="419"/>
                    <a:pt x="451" y="400"/>
                    <a:pt x="508" y="400"/>
                  </a:cubicBezTo>
                  <a:cubicBezTo>
                    <a:pt x="560" y="400"/>
                    <a:pt x="605" y="416"/>
                    <a:pt x="646" y="478"/>
                  </a:cubicBezTo>
                  <a:cubicBezTo>
                    <a:pt x="618" y="169"/>
                    <a:pt x="394" y="8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9"/>
            <p:cNvSpPr/>
            <p:nvPr/>
          </p:nvSpPr>
          <p:spPr>
            <a:xfrm>
              <a:off x="4988075" y="4946250"/>
              <a:ext cx="3925" cy="5175"/>
            </a:xfrm>
            <a:custGeom>
              <a:rect b="b" l="l" r="r" t="t"/>
              <a:pathLst>
                <a:path extrusionOk="0" h="207" w="157">
                  <a:moveTo>
                    <a:pt x="0" y="0"/>
                  </a:moveTo>
                  <a:lnTo>
                    <a:pt x="56" y="197"/>
                  </a:lnTo>
                  <a:cubicBezTo>
                    <a:pt x="74" y="203"/>
                    <a:pt x="90" y="206"/>
                    <a:pt x="103" y="206"/>
                  </a:cubicBezTo>
                  <a:cubicBezTo>
                    <a:pt x="153" y="206"/>
                    <a:pt x="156" y="15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9"/>
            <p:cNvSpPr/>
            <p:nvPr/>
          </p:nvSpPr>
          <p:spPr>
            <a:xfrm>
              <a:off x="4983075" y="4948975"/>
              <a:ext cx="9925" cy="11325"/>
            </a:xfrm>
            <a:custGeom>
              <a:rect b="b" l="l" r="r" t="t"/>
              <a:pathLst>
                <a:path extrusionOk="0" h="453" w="397">
                  <a:moveTo>
                    <a:pt x="26" y="0"/>
                  </a:moveTo>
                  <a:cubicBezTo>
                    <a:pt x="0" y="0"/>
                    <a:pt x="54" y="52"/>
                    <a:pt x="285" y="228"/>
                  </a:cubicBezTo>
                  <a:cubicBezTo>
                    <a:pt x="217" y="184"/>
                    <a:pt x="184" y="165"/>
                    <a:pt x="174" y="165"/>
                  </a:cubicBezTo>
                  <a:cubicBezTo>
                    <a:pt x="145" y="165"/>
                    <a:pt x="294" y="309"/>
                    <a:pt x="397" y="453"/>
                  </a:cubicBezTo>
                  <a:lnTo>
                    <a:pt x="256" y="88"/>
                  </a:lnTo>
                  <a:cubicBezTo>
                    <a:pt x="169" y="59"/>
                    <a:pt x="53" y="0"/>
                    <a:pt x="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9"/>
            <p:cNvSpPr/>
            <p:nvPr/>
          </p:nvSpPr>
          <p:spPr>
            <a:xfrm>
              <a:off x="4970075" y="4953975"/>
              <a:ext cx="18025" cy="13075"/>
            </a:xfrm>
            <a:custGeom>
              <a:rect b="b" l="l" r="r" t="t"/>
              <a:pathLst>
                <a:path extrusionOk="0" h="523" w="721">
                  <a:moveTo>
                    <a:pt x="75" y="0"/>
                  </a:moveTo>
                  <a:cubicBezTo>
                    <a:pt x="0" y="280"/>
                    <a:pt x="247" y="522"/>
                    <a:pt x="463" y="522"/>
                  </a:cubicBezTo>
                  <a:cubicBezTo>
                    <a:pt x="572" y="522"/>
                    <a:pt x="673" y="460"/>
                    <a:pt x="720" y="309"/>
                  </a:cubicBezTo>
                  <a:cubicBezTo>
                    <a:pt x="661" y="309"/>
                    <a:pt x="603" y="312"/>
                    <a:pt x="547" y="312"/>
                  </a:cubicBezTo>
                  <a:cubicBezTo>
                    <a:pt x="365" y="312"/>
                    <a:pt x="203" y="279"/>
                    <a:pt x="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9"/>
            <p:cNvSpPr/>
            <p:nvPr/>
          </p:nvSpPr>
          <p:spPr>
            <a:xfrm>
              <a:off x="4910175" y="4952575"/>
              <a:ext cx="15450" cy="7725"/>
            </a:xfrm>
            <a:custGeom>
              <a:rect b="b" l="l" r="r" t="t"/>
              <a:pathLst>
                <a:path extrusionOk="0" h="309" w="618">
                  <a:moveTo>
                    <a:pt x="0" y="0"/>
                  </a:moveTo>
                  <a:lnTo>
                    <a:pt x="197" y="309"/>
                  </a:lnTo>
                  <a:cubicBezTo>
                    <a:pt x="112" y="141"/>
                    <a:pt x="618" y="141"/>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9"/>
            <p:cNvSpPr/>
            <p:nvPr/>
          </p:nvSpPr>
          <p:spPr>
            <a:xfrm>
              <a:off x="5010525" y="4927300"/>
              <a:ext cx="19675" cy="9150"/>
            </a:xfrm>
            <a:custGeom>
              <a:rect b="b" l="l" r="r" t="t"/>
              <a:pathLst>
                <a:path extrusionOk="0" h="366" w="787">
                  <a:moveTo>
                    <a:pt x="1" y="0"/>
                  </a:moveTo>
                  <a:lnTo>
                    <a:pt x="141" y="281"/>
                  </a:lnTo>
                  <a:cubicBezTo>
                    <a:pt x="216" y="263"/>
                    <a:pt x="291" y="253"/>
                    <a:pt x="365" y="253"/>
                  </a:cubicBezTo>
                  <a:cubicBezTo>
                    <a:pt x="512" y="253"/>
                    <a:pt x="656" y="291"/>
                    <a:pt x="787" y="365"/>
                  </a:cubicBezTo>
                  <a:cubicBezTo>
                    <a:pt x="618" y="225"/>
                    <a:pt x="253" y="14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9"/>
            <p:cNvSpPr/>
            <p:nvPr/>
          </p:nvSpPr>
          <p:spPr>
            <a:xfrm>
              <a:off x="5002100" y="4917475"/>
              <a:ext cx="8450" cy="9850"/>
            </a:xfrm>
            <a:custGeom>
              <a:rect b="b" l="l" r="r" t="t"/>
              <a:pathLst>
                <a:path extrusionOk="0" h="394" w="338">
                  <a:moveTo>
                    <a:pt x="169" y="0"/>
                  </a:moveTo>
                  <a:lnTo>
                    <a:pt x="169" y="0"/>
                  </a:lnTo>
                  <a:cubicBezTo>
                    <a:pt x="1" y="169"/>
                    <a:pt x="141" y="309"/>
                    <a:pt x="338" y="393"/>
                  </a:cubicBezTo>
                  <a:lnTo>
                    <a:pt x="1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9"/>
            <p:cNvSpPr/>
            <p:nvPr/>
          </p:nvSpPr>
          <p:spPr>
            <a:xfrm>
              <a:off x="4964200" y="4929400"/>
              <a:ext cx="11250" cy="20375"/>
            </a:xfrm>
            <a:custGeom>
              <a:rect b="b" l="l" r="r" t="t"/>
              <a:pathLst>
                <a:path extrusionOk="0" h="815" w="450">
                  <a:moveTo>
                    <a:pt x="29" y="1"/>
                  </a:moveTo>
                  <a:lnTo>
                    <a:pt x="1" y="85"/>
                  </a:lnTo>
                  <a:lnTo>
                    <a:pt x="450" y="815"/>
                  </a:lnTo>
                  <a:lnTo>
                    <a:pt x="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9"/>
            <p:cNvSpPr/>
            <p:nvPr/>
          </p:nvSpPr>
          <p:spPr>
            <a:xfrm>
              <a:off x="5038600" y="4909750"/>
              <a:ext cx="13375" cy="14775"/>
            </a:xfrm>
            <a:custGeom>
              <a:rect b="b" l="l" r="r" t="t"/>
              <a:pathLst>
                <a:path extrusionOk="0" h="591" w="535">
                  <a:moveTo>
                    <a:pt x="1" y="1"/>
                  </a:moveTo>
                  <a:lnTo>
                    <a:pt x="169" y="225"/>
                  </a:lnTo>
                  <a:lnTo>
                    <a:pt x="534" y="590"/>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9"/>
            <p:cNvSpPr/>
            <p:nvPr/>
          </p:nvSpPr>
          <p:spPr>
            <a:xfrm>
              <a:off x="5049125" y="4891500"/>
              <a:ext cx="21800" cy="19675"/>
            </a:xfrm>
            <a:custGeom>
              <a:rect b="b" l="l" r="r" t="t"/>
              <a:pathLst>
                <a:path extrusionOk="0" h="787" w="872">
                  <a:moveTo>
                    <a:pt x="422" y="1"/>
                  </a:moveTo>
                  <a:lnTo>
                    <a:pt x="422" y="1"/>
                  </a:lnTo>
                  <a:cubicBezTo>
                    <a:pt x="506" y="225"/>
                    <a:pt x="394" y="338"/>
                    <a:pt x="1" y="338"/>
                  </a:cubicBezTo>
                  <a:cubicBezTo>
                    <a:pt x="310" y="646"/>
                    <a:pt x="675" y="562"/>
                    <a:pt x="843" y="787"/>
                  </a:cubicBezTo>
                  <a:cubicBezTo>
                    <a:pt x="871" y="590"/>
                    <a:pt x="646" y="281"/>
                    <a:pt x="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9"/>
            <p:cNvSpPr/>
            <p:nvPr/>
          </p:nvSpPr>
          <p:spPr>
            <a:xfrm>
              <a:off x="5052650" y="4880975"/>
              <a:ext cx="7025" cy="10550"/>
            </a:xfrm>
            <a:custGeom>
              <a:rect b="b" l="l" r="r" t="t"/>
              <a:pathLst>
                <a:path extrusionOk="0" h="422" w="281">
                  <a:moveTo>
                    <a:pt x="0" y="1"/>
                  </a:moveTo>
                  <a:cubicBezTo>
                    <a:pt x="56" y="169"/>
                    <a:pt x="169" y="309"/>
                    <a:pt x="281" y="422"/>
                  </a:cubicBezTo>
                  <a:cubicBezTo>
                    <a:pt x="197" y="281"/>
                    <a:pt x="112" y="14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9"/>
            <p:cNvSpPr/>
            <p:nvPr/>
          </p:nvSpPr>
          <p:spPr>
            <a:xfrm>
              <a:off x="5014050" y="4907650"/>
              <a:ext cx="15450" cy="5125"/>
            </a:xfrm>
            <a:custGeom>
              <a:rect b="b" l="l" r="r" t="t"/>
              <a:pathLst>
                <a:path extrusionOk="0" h="205" w="618">
                  <a:moveTo>
                    <a:pt x="56" y="0"/>
                  </a:moveTo>
                  <a:lnTo>
                    <a:pt x="0" y="85"/>
                  </a:lnTo>
                  <a:cubicBezTo>
                    <a:pt x="162" y="154"/>
                    <a:pt x="342" y="204"/>
                    <a:pt x="511" y="204"/>
                  </a:cubicBezTo>
                  <a:cubicBezTo>
                    <a:pt x="547" y="204"/>
                    <a:pt x="583" y="202"/>
                    <a:pt x="618" y="197"/>
                  </a:cubicBezTo>
                  <a:lnTo>
                    <a:pt x="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9"/>
            <p:cNvSpPr/>
            <p:nvPr/>
          </p:nvSpPr>
          <p:spPr>
            <a:xfrm>
              <a:off x="5014750" y="4902725"/>
              <a:ext cx="3525" cy="4250"/>
            </a:xfrm>
            <a:custGeom>
              <a:rect b="b" l="l" r="r" t="t"/>
              <a:pathLst>
                <a:path extrusionOk="0" h="170" w="141">
                  <a:moveTo>
                    <a:pt x="140" y="1"/>
                  </a:moveTo>
                  <a:lnTo>
                    <a:pt x="0" y="169"/>
                  </a:lnTo>
                  <a:lnTo>
                    <a:pt x="28" y="169"/>
                  </a:lnTo>
                  <a:cubicBezTo>
                    <a:pt x="84" y="85"/>
                    <a:pt x="140" y="29"/>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9"/>
            <p:cNvSpPr/>
            <p:nvPr/>
          </p:nvSpPr>
          <p:spPr>
            <a:xfrm>
              <a:off x="5011925" y="4909050"/>
              <a:ext cx="1425" cy="725"/>
            </a:xfrm>
            <a:custGeom>
              <a:rect b="b" l="l" r="r" t="t"/>
              <a:pathLst>
                <a:path extrusionOk="0" h="29" w="57">
                  <a:moveTo>
                    <a:pt x="57" y="29"/>
                  </a:moveTo>
                  <a:lnTo>
                    <a:pt x="57" y="29"/>
                  </a:lnTo>
                  <a:cubicBezTo>
                    <a:pt x="1" y="1"/>
                    <a:pt x="1" y="1"/>
                    <a:pt x="57" y="2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9"/>
            <p:cNvSpPr/>
            <p:nvPr/>
          </p:nvSpPr>
          <p:spPr>
            <a:xfrm>
              <a:off x="4960700" y="4905550"/>
              <a:ext cx="23875" cy="18275"/>
            </a:xfrm>
            <a:custGeom>
              <a:rect b="b" l="l" r="r" t="t"/>
              <a:pathLst>
                <a:path extrusionOk="0" h="731" w="955">
                  <a:moveTo>
                    <a:pt x="0" y="0"/>
                  </a:moveTo>
                  <a:cubicBezTo>
                    <a:pt x="298" y="297"/>
                    <a:pt x="621" y="309"/>
                    <a:pt x="920" y="685"/>
                  </a:cubicBezTo>
                  <a:lnTo>
                    <a:pt x="920" y="685"/>
                  </a:lnTo>
                  <a:cubicBezTo>
                    <a:pt x="714" y="404"/>
                    <a:pt x="559" y="0"/>
                    <a:pt x="0" y="0"/>
                  </a:cubicBezTo>
                  <a:close/>
                  <a:moveTo>
                    <a:pt x="920" y="685"/>
                  </a:moveTo>
                  <a:lnTo>
                    <a:pt x="920" y="685"/>
                  </a:lnTo>
                  <a:cubicBezTo>
                    <a:pt x="932" y="700"/>
                    <a:pt x="943" y="715"/>
                    <a:pt x="955" y="730"/>
                  </a:cubicBezTo>
                  <a:cubicBezTo>
                    <a:pt x="943" y="714"/>
                    <a:pt x="932" y="699"/>
                    <a:pt x="920" y="68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9"/>
            <p:cNvSpPr/>
            <p:nvPr/>
          </p:nvSpPr>
          <p:spPr>
            <a:xfrm>
              <a:off x="4989475" y="4903425"/>
              <a:ext cx="11250" cy="11275"/>
            </a:xfrm>
            <a:custGeom>
              <a:rect b="b" l="l" r="r" t="t"/>
              <a:pathLst>
                <a:path extrusionOk="0" h="451" w="450">
                  <a:moveTo>
                    <a:pt x="253" y="1"/>
                  </a:moveTo>
                  <a:lnTo>
                    <a:pt x="0" y="169"/>
                  </a:lnTo>
                  <a:cubicBezTo>
                    <a:pt x="169" y="226"/>
                    <a:pt x="337" y="310"/>
                    <a:pt x="450" y="450"/>
                  </a:cubicBezTo>
                  <a:lnTo>
                    <a:pt x="2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9"/>
            <p:cNvSpPr/>
            <p:nvPr/>
          </p:nvSpPr>
          <p:spPr>
            <a:xfrm>
              <a:off x="4992975" y="4897825"/>
              <a:ext cx="4950" cy="5625"/>
            </a:xfrm>
            <a:custGeom>
              <a:rect b="b" l="l" r="r" t="t"/>
              <a:pathLst>
                <a:path extrusionOk="0" h="225" w="198">
                  <a:moveTo>
                    <a:pt x="1" y="0"/>
                  </a:moveTo>
                  <a:lnTo>
                    <a:pt x="113" y="225"/>
                  </a:lnTo>
                  <a:lnTo>
                    <a:pt x="197" y="14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9"/>
            <p:cNvSpPr/>
            <p:nvPr/>
          </p:nvSpPr>
          <p:spPr>
            <a:xfrm>
              <a:off x="5022450" y="4871850"/>
              <a:ext cx="11975" cy="13875"/>
            </a:xfrm>
            <a:custGeom>
              <a:rect b="b" l="l" r="r" t="t"/>
              <a:pathLst>
                <a:path extrusionOk="0" h="555" w="479">
                  <a:moveTo>
                    <a:pt x="394" y="1"/>
                  </a:moveTo>
                  <a:cubicBezTo>
                    <a:pt x="226" y="57"/>
                    <a:pt x="85" y="169"/>
                    <a:pt x="1" y="337"/>
                  </a:cubicBezTo>
                  <a:cubicBezTo>
                    <a:pt x="107" y="422"/>
                    <a:pt x="292" y="555"/>
                    <a:pt x="401" y="555"/>
                  </a:cubicBezTo>
                  <a:cubicBezTo>
                    <a:pt x="437" y="555"/>
                    <a:pt x="464" y="540"/>
                    <a:pt x="478" y="506"/>
                  </a:cubicBezTo>
                  <a:cubicBezTo>
                    <a:pt x="366" y="366"/>
                    <a:pt x="310" y="169"/>
                    <a:pt x="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9"/>
            <p:cNvSpPr/>
            <p:nvPr/>
          </p:nvSpPr>
          <p:spPr>
            <a:xfrm>
              <a:off x="5021050" y="4893600"/>
              <a:ext cx="2850" cy="1450"/>
            </a:xfrm>
            <a:custGeom>
              <a:rect b="b" l="l" r="r" t="t"/>
              <a:pathLst>
                <a:path extrusionOk="0" h="58" w="114">
                  <a:moveTo>
                    <a:pt x="113" y="1"/>
                  </a:moveTo>
                  <a:cubicBezTo>
                    <a:pt x="29" y="1"/>
                    <a:pt x="1" y="1"/>
                    <a:pt x="113" y="57"/>
                  </a:cubicBezTo>
                  <a:cubicBezTo>
                    <a:pt x="113" y="29"/>
                    <a:pt x="113" y="29"/>
                    <a:pt x="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9"/>
            <p:cNvSpPr/>
            <p:nvPr/>
          </p:nvSpPr>
          <p:spPr>
            <a:xfrm>
              <a:off x="5046325" y="4840275"/>
              <a:ext cx="2825" cy="1425"/>
            </a:xfrm>
            <a:custGeom>
              <a:rect b="b" l="l" r="r" t="t"/>
              <a:pathLst>
                <a:path extrusionOk="0" h="57" w="113">
                  <a:moveTo>
                    <a:pt x="0" y="0"/>
                  </a:moveTo>
                  <a:lnTo>
                    <a:pt x="85" y="56"/>
                  </a:lnTo>
                  <a:lnTo>
                    <a:pt x="113"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9"/>
            <p:cNvSpPr/>
            <p:nvPr/>
          </p:nvSpPr>
          <p:spPr>
            <a:xfrm>
              <a:off x="5015450" y="4878800"/>
              <a:ext cx="7025" cy="8525"/>
            </a:xfrm>
            <a:custGeom>
              <a:rect b="b" l="l" r="r" t="t"/>
              <a:pathLst>
                <a:path extrusionOk="0" h="341" w="281">
                  <a:moveTo>
                    <a:pt x="182" y="1"/>
                  </a:moveTo>
                  <a:cubicBezTo>
                    <a:pt x="173" y="1"/>
                    <a:pt x="169" y="10"/>
                    <a:pt x="169" y="31"/>
                  </a:cubicBezTo>
                  <a:cubicBezTo>
                    <a:pt x="0" y="59"/>
                    <a:pt x="112" y="200"/>
                    <a:pt x="225" y="340"/>
                  </a:cubicBezTo>
                  <a:cubicBezTo>
                    <a:pt x="225" y="228"/>
                    <a:pt x="225" y="144"/>
                    <a:pt x="281" y="59"/>
                  </a:cubicBezTo>
                  <a:cubicBezTo>
                    <a:pt x="229" y="25"/>
                    <a:pt x="198" y="1"/>
                    <a:pt x="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9"/>
            <p:cNvSpPr/>
            <p:nvPr/>
          </p:nvSpPr>
          <p:spPr>
            <a:xfrm>
              <a:off x="5041400" y="4869050"/>
              <a:ext cx="11050" cy="1650"/>
            </a:xfrm>
            <a:custGeom>
              <a:rect b="b" l="l" r="r" t="t"/>
              <a:pathLst>
                <a:path extrusionOk="0" h="66" w="442">
                  <a:moveTo>
                    <a:pt x="1" y="0"/>
                  </a:moveTo>
                  <a:cubicBezTo>
                    <a:pt x="114" y="33"/>
                    <a:pt x="265" y="65"/>
                    <a:pt x="351" y="65"/>
                  </a:cubicBezTo>
                  <a:cubicBezTo>
                    <a:pt x="414" y="65"/>
                    <a:pt x="441" y="48"/>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9"/>
            <p:cNvSpPr/>
            <p:nvPr/>
          </p:nvSpPr>
          <p:spPr>
            <a:xfrm>
              <a:off x="5027375" y="4895025"/>
              <a:ext cx="2600" cy="1325"/>
            </a:xfrm>
            <a:custGeom>
              <a:rect b="b" l="l" r="r" t="t"/>
              <a:pathLst>
                <a:path extrusionOk="0" h="53" w="104">
                  <a:moveTo>
                    <a:pt x="0" y="0"/>
                  </a:moveTo>
                  <a:cubicBezTo>
                    <a:pt x="0" y="0"/>
                    <a:pt x="0" y="28"/>
                    <a:pt x="0" y="28"/>
                  </a:cubicBezTo>
                  <a:cubicBezTo>
                    <a:pt x="44" y="46"/>
                    <a:pt x="69" y="52"/>
                    <a:pt x="79" y="52"/>
                  </a:cubicBezTo>
                  <a:cubicBezTo>
                    <a:pt x="103" y="52"/>
                    <a:pt x="59" y="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9"/>
            <p:cNvSpPr/>
            <p:nvPr/>
          </p:nvSpPr>
          <p:spPr>
            <a:xfrm>
              <a:off x="5021050" y="4887300"/>
              <a:ext cx="6350" cy="7750"/>
            </a:xfrm>
            <a:custGeom>
              <a:rect b="b" l="l" r="r" t="t"/>
              <a:pathLst>
                <a:path extrusionOk="0" h="310" w="254">
                  <a:moveTo>
                    <a:pt x="1" y="0"/>
                  </a:moveTo>
                  <a:cubicBezTo>
                    <a:pt x="1" y="84"/>
                    <a:pt x="29" y="169"/>
                    <a:pt x="85" y="253"/>
                  </a:cubicBezTo>
                  <a:cubicBezTo>
                    <a:pt x="141" y="281"/>
                    <a:pt x="197" y="281"/>
                    <a:pt x="253" y="309"/>
                  </a:cubicBezTo>
                  <a:cubicBezTo>
                    <a:pt x="169" y="197"/>
                    <a:pt x="85" y="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9"/>
            <p:cNvSpPr/>
            <p:nvPr/>
          </p:nvSpPr>
          <p:spPr>
            <a:xfrm>
              <a:off x="4969125" y="4782725"/>
              <a:ext cx="77225" cy="57575"/>
            </a:xfrm>
            <a:custGeom>
              <a:rect b="b" l="l" r="r" t="t"/>
              <a:pathLst>
                <a:path extrusionOk="0" h="2303" w="3089">
                  <a:moveTo>
                    <a:pt x="309" y="0"/>
                  </a:moveTo>
                  <a:lnTo>
                    <a:pt x="478" y="421"/>
                  </a:lnTo>
                  <a:cubicBezTo>
                    <a:pt x="337" y="365"/>
                    <a:pt x="169" y="140"/>
                    <a:pt x="0" y="140"/>
                  </a:cubicBezTo>
                  <a:cubicBezTo>
                    <a:pt x="453" y="407"/>
                    <a:pt x="754" y="875"/>
                    <a:pt x="234" y="875"/>
                  </a:cubicBezTo>
                  <a:cubicBezTo>
                    <a:pt x="205" y="875"/>
                    <a:pt x="174" y="873"/>
                    <a:pt x="141" y="870"/>
                  </a:cubicBezTo>
                  <a:lnTo>
                    <a:pt x="141" y="870"/>
                  </a:lnTo>
                  <a:cubicBezTo>
                    <a:pt x="393" y="1292"/>
                    <a:pt x="2078" y="2021"/>
                    <a:pt x="3088" y="2302"/>
                  </a:cubicBezTo>
                  <a:cubicBezTo>
                    <a:pt x="2836" y="2190"/>
                    <a:pt x="2611" y="1965"/>
                    <a:pt x="2527" y="1685"/>
                  </a:cubicBezTo>
                  <a:cubicBezTo>
                    <a:pt x="2488" y="1677"/>
                    <a:pt x="2444" y="1675"/>
                    <a:pt x="2398" y="1675"/>
                  </a:cubicBezTo>
                  <a:cubicBezTo>
                    <a:pt x="2266" y="1675"/>
                    <a:pt x="2109" y="1695"/>
                    <a:pt x="1948" y="1695"/>
                  </a:cubicBezTo>
                  <a:cubicBezTo>
                    <a:pt x="1711" y="1695"/>
                    <a:pt x="1467" y="1651"/>
                    <a:pt x="1292" y="1432"/>
                  </a:cubicBezTo>
                  <a:cubicBezTo>
                    <a:pt x="1242" y="1232"/>
                    <a:pt x="1297" y="1177"/>
                    <a:pt x="1404" y="1177"/>
                  </a:cubicBezTo>
                  <a:cubicBezTo>
                    <a:pt x="1537" y="1177"/>
                    <a:pt x="1750" y="1263"/>
                    <a:pt x="1937" y="1263"/>
                  </a:cubicBezTo>
                  <a:cubicBezTo>
                    <a:pt x="1236" y="1067"/>
                    <a:pt x="1236" y="393"/>
                    <a:pt x="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9"/>
            <p:cNvSpPr/>
            <p:nvPr/>
          </p:nvSpPr>
          <p:spPr>
            <a:xfrm>
              <a:off x="5039300" y="4841675"/>
              <a:ext cx="21075" cy="13350"/>
            </a:xfrm>
            <a:custGeom>
              <a:rect b="b" l="l" r="r" t="t"/>
              <a:pathLst>
                <a:path extrusionOk="0" h="534" w="843">
                  <a:moveTo>
                    <a:pt x="366" y="0"/>
                  </a:moveTo>
                  <a:lnTo>
                    <a:pt x="57" y="450"/>
                  </a:lnTo>
                  <a:lnTo>
                    <a:pt x="1" y="365"/>
                  </a:lnTo>
                  <a:lnTo>
                    <a:pt x="1" y="506"/>
                  </a:lnTo>
                  <a:cubicBezTo>
                    <a:pt x="127" y="480"/>
                    <a:pt x="253" y="467"/>
                    <a:pt x="379" y="467"/>
                  </a:cubicBezTo>
                  <a:cubicBezTo>
                    <a:pt x="534" y="467"/>
                    <a:pt x="688" y="487"/>
                    <a:pt x="843" y="534"/>
                  </a:cubicBezTo>
                  <a:cubicBezTo>
                    <a:pt x="731" y="309"/>
                    <a:pt x="562" y="113"/>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9"/>
            <p:cNvSpPr/>
            <p:nvPr/>
          </p:nvSpPr>
          <p:spPr>
            <a:xfrm>
              <a:off x="5000000" y="4842375"/>
              <a:ext cx="41425" cy="29500"/>
            </a:xfrm>
            <a:custGeom>
              <a:rect b="b" l="l" r="r" t="t"/>
              <a:pathLst>
                <a:path extrusionOk="0" h="1180" w="1657">
                  <a:moveTo>
                    <a:pt x="1434" y="912"/>
                  </a:moveTo>
                  <a:cubicBezTo>
                    <a:pt x="1528" y="912"/>
                    <a:pt x="1499" y="999"/>
                    <a:pt x="1545" y="1067"/>
                  </a:cubicBezTo>
                  <a:lnTo>
                    <a:pt x="1601" y="1095"/>
                  </a:lnTo>
                  <a:cubicBezTo>
                    <a:pt x="1545" y="1095"/>
                    <a:pt x="1489" y="1067"/>
                    <a:pt x="1545" y="1067"/>
                  </a:cubicBezTo>
                  <a:cubicBezTo>
                    <a:pt x="1460" y="1011"/>
                    <a:pt x="1404" y="983"/>
                    <a:pt x="1348" y="927"/>
                  </a:cubicBezTo>
                  <a:cubicBezTo>
                    <a:pt x="1385" y="916"/>
                    <a:pt x="1413" y="912"/>
                    <a:pt x="1434" y="912"/>
                  </a:cubicBezTo>
                  <a:close/>
                  <a:moveTo>
                    <a:pt x="113" y="0"/>
                  </a:moveTo>
                  <a:cubicBezTo>
                    <a:pt x="1" y="309"/>
                    <a:pt x="450" y="450"/>
                    <a:pt x="562" y="730"/>
                  </a:cubicBezTo>
                  <a:cubicBezTo>
                    <a:pt x="596" y="608"/>
                    <a:pt x="627" y="563"/>
                    <a:pt x="661" y="563"/>
                  </a:cubicBezTo>
                  <a:cubicBezTo>
                    <a:pt x="753" y="563"/>
                    <a:pt x="868" y="894"/>
                    <a:pt x="1136" y="894"/>
                  </a:cubicBezTo>
                  <a:cubicBezTo>
                    <a:pt x="1175" y="894"/>
                    <a:pt x="1218" y="887"/>
                    <a:pt x="1264" y="871"/>
                  </a:cubicBezTo>
                  <a:cubicBezTo>
                    <a:pt x="1320" y="983"/>
                    <a:pt x="1320" y="1095"/>
                    <a:pt x="1264" y="1180"/>
                  </a:cubicBezTo>
                  <a:cubicBezTo>
                    <a:pt x="1404" y="1151"/>
                    <a:pt x="1517" y="1095"/>
                    <a:pt x="1657" y="1095"/>
                  </a:cubicBezTo>
                  <a:lnTo>
                    <a:pt x="1601" y="1095"/>
                  </a:lnTo>
                  <a:cubicBezTo>
                    <a:pt x="1601" y="899"/>
                    <a:pt x="1573" y="702"/>
                    <a:pt x="1573" y="478"/>
                  </a:cubicBezTo>
                  <a:cubicBezTo>
                    <a:pt x="1460" y="534"/>
                    <a:pt x="1404" y="646"/>
                    <a:pt x="1348" y="899"/>
                  </a:cubicBezTo>
                  <a:cubicBezTo>
                    <a:pt x="871" y="534"/>
                    <a:pt x="759" y="169"/>
                    <a:pt x="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9"/>
            <p:cNvSpPr/>
            <p:nvPr/>
          </p:nvSpPr>
          <p:spPr>
            <a:xfrm>
              <a:off x="4936125" y="4882500"/>
              <a:ext cx="2850" cy="2000"/>
            </a:xfrm>
            <a:custGeom>
              <a:rect b="b" l="l" r="r" t="t"/>
              <a:pathLst>
                <a:path extrusionOk="0" h="80" w="114">
                  <a:moveTo>
                    <a:pt x="26" y="1"/>
                  </a:moveTo>
                  <a:cubicBezTo>
                    <a:pt x="17" y="1"/>
                    <a:pt x="9" y="7"/>
                    <a:pt x="1" y="24"/>
                  </a:cubicBezTo>
                  <a:cubicBezTo>
                    <a:pt x="29" y="24"/>
                    <a:pt x="85" y="52"/>
                    <a:pt x="113" y="80"/>
                  </a:cubicBezTo>
                  <a:cubicBezTo>
                    <a:pt x="73" y="40"/>
                    <a:pt x="48" y="1"/>
                    <a:pt x="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9"/>
            <p:cNvSpPr/>
            <p:nvPr/>
          </p:nvSpPr>
          <p:spPr>
            <a:xfrm>
              <a:off x="4938950" y="4883075"/>
              <a:ext cx="42125" cy="13375"/>
            </a:xfrm>
            <a:custGeom>
              <a:rect b="b" l="l" r="r" t="t"/>
              <a:pathLst>
                <a:path extrusionOk="0" h="535" w="1685">
                  <a:moveTo>
                    <a:pt x="309" y="1"/>
                  </a:moveTo>
                  <a:lnTo>
                    <a:pt x="309" y="1"/>
                  </a:lnTo>
                  <a:cubicBezTo>
                    <a:pt x="337" y="85"/>
                    <a:pt x="533" y="225"/>
                    <a:pt x="421" y="310"/>
                  </a:cubicBezTo>
                  <a:cubicBezTo>
                    <a:pt x="225" y="310"/>
                    <a:pt x="169" y="141"/>
                    <a:pt x="0" y="57"/>
                  </a:cubicBezTo>
                  <a:lnTo>
                    <a:pt x="0" y="57"/>
                  </a:lnTo>
                  <a:cubicBezTo>
                    <a:pt x="103" y="186"/>
                    <a:pt x="230" y="457"/>
                    <a:pt x="533" y="457"/>
                  </a:cubicBezTo>
                  <a:cubicBezTo>
                    <a:pt x="559" y="457"/>
                    <a:pt x="588" y="455"/>
                    <a:pt x="618" y="450"/>
                  </a:cubicBezTo>
                  <a:lnTo>
                    <a:pt x="562" y="366"/>
                  </a:lnTo>
                  <a:cubicBezTo>
                    <a:pt x="627" y="361"/>
                    <a:pt x="692" y="359"/>
                    <a:pt x="756" y="359"/>
                  </a:cubicBezTo>
                  <a:cubicBezTo>
                    <a:pt x="1076" y="359"/>
                    <a:pt x="1380" y="417"/>
                    <a:pt x="1685" y="534"/>
                  </a:cubicBezTo>
                  <a:cubicBezTo>
                    <a:pt x="1235" y="310"/>
                    <a:pt x="758" y="141"/>
                    <a:pt x="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9"/>
            <p:cNvSpPr/>
            <p:nvPr/>
          </p:nvSpPr>
          <p:spPr>
            <a:xfrm>
              <a:off x="4971225" y="4857100"/>
              <a:ext cx="15475" cy="14775"/>
            </a:xfrm>
            <a:custGeom>
              <a:rect b="b" l="l" r="r" t="t"/>
              <a:pathLst>
                <a:path extrusionOk="0" h="591" w="619">
                  <a:moveTo>
                    <a:pt x="0" y="1"/>
                  </a:moveTo>
                  <a:lnTo>
                    <a:pt x="281" y="169"/>
                  </a:lnTo>
                  <a:cubicBezTo>
                    <a:pt x="57" y="310"/>
                    <a:pt x="422" y="450"/>
                    <a:pt x="618" y="591"/>
                  </a:cubicBezTo>
                  <a:lnTo>
                    <a:pt x="562" y="85"/>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9"/>
            <p:cNvSpPr/>
            <p:nvPr/>
          </p:nvSpPr>
          <p:spPr>
            <a:xfrm>
              <a:off x="5052650" y="4836050"/>
              <a:ext cx="16850" cy="16175"/>
            </a:xfrm>
            <a:custGeom>
              <a:rect b="b" l="l" r="r" t="t"/>
              <a:pathLst>
                <a:path extrusionOk="0" h="647" w="674">
                  <a:moveTo>
                    <a:pt x="0" y="1"/>
                  </a:moveTo>
                  <a:lnTo>
                    <a:pt x="141" y="310"/>
                  </a:lnTo>
                  <a:lnTo>
                    <a:pt x="674" y="646"/>
                  </a:lnTo>
                  <a:lnTo>
                    <a:pt x="674" y="6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9"/>
            <p:cNvSpPr/>
            <p:nvPr/>
          </p:nvSpPr>
          <p:spPr>
            <a:xfrm>
              <a:off x="5061075" y="4829750"/>
              <a:ext cx="11950" cy="7725"/>
            </a:xfrm>
            <a:custGeom>
              <a:rect b="b" l="l" r="r" t="t"/>
              <a:pathLst>
                <a:path extrusionOk="0" h="309" w="478">
                  <a:moveTo>
                    <a:pt x="253" y="0"/>
                  </a:moveTo>
                  <a:lnTo>
                    <a:pt x="0" y="28"/>
                  </a:lnTo>
                  <a:lnTo>
                    <a:pt x="477" y="309"/>
                  </a:lnTo>
                  <a:lnTo>
                    <a:pt x="2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9"/>
            <p:cNvSpPr/>
            <p:nvPr/>
          </p:nvSpPr>
          <p:spPr>
            <a:xfrm>
              <a:off x="5180375" y="4047150"/>
              <a:ext cx="2850" cy="4250"/>
            </a:xfrm>
            <a:custGeom>
              <a:rect b="b" l="l" r="r" t="t"/>
              <a:pathLst>
                <a:path extrusionOk="0" h="170" w="114">
                  <a:moveTo>
                    <a:pt x="1" y="1"/>
                  </a:moveTo>
                  <a:cubicBezTo>
                    <a:pt x="1" y="57"/>
                    <a:pt x="57" y="113"/>
                    <a:pt x="113" y="169"/>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9"/>
            <p:cNvSpPr/>
            <p:nvPr/>
          </p:nvSpPr>
          <p:spPr>
            <a:xfrm>
              <a:off x="5176175" y="4071850"/>
              <a:ext cx="6325" cy="2700"/>
            </a:xfrm>
            <a:custGeom>
              <a:rect b="b" l="l" r="r" t="t"/>
              <a:pathLst>
                <a:path extrusionOk="0" h="108" w="253">
                  <a:moveTo>
                    <a:pt x="37" y="1"/>
                  </a:moveTo>
                  <a:cubicBezTo>
                    <a:pt x="20" y="1"/>
                    <a:pt x="8" y="8"/>
                    <a:pt x="0" y="23"/>
                  </a:cubicBezTo>
                  <a:lnTo>
                    <a:pt x="253" y="108"/>
                  </a:lnTo>
                  <a:cubicBezTo>
                    <a:pt x="152" y="47"/>
                    <a:pt x="80" y="1"/>
                    <a:pt x="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9"/>
            <p:cNvSpPr/>
            <p:nvPr/>
          </p:nvSpPr>
          <p:spPr>
            <a:xfrm>
              <a:off x="5204950" y="4511100"/>
              <a:ext cx="26650" cy="7650"/>
            </a:xfrm>
            <a:custGeom>
              <a:rect b="b" l="l" r="r" t="t"/>
              <a:pathLst>
                <a:path extrusionOk="0" h="306" w="1066">
                  <a:moveTo>
                    <a:pt x="197" y="0"/>
                  </a:moveTo>
                  <a:cubicBezTo>
                    <a:pt x="253" y="169"/>
                    <a:pt x="141" y="225"/>
                    <a:pt x="0" y="253"/>
                  </a:cubicBezTo>
                  <a:cubicBezTo>
                    <a:pt x="281" y="268"/>
                    <a:pt x="648" y="306"/>
                    <a:pt x="846" y="306"/>
                  </a:cubicBezTo>
                  <a:cubicBezTo>
                    <a:pt x="1024" y="306"/>
                    <a:pt x="1066" y="275"/>
                    <a:pt x="786" y="169"/>
                  </a:cubicBezTo>
                  <a:lnTo>
                    <a:pt x="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9"/>
            <p:cNvSpPr/>
            <p:nvPr/>
          </p:nvSpPr>
          <p:spPr>
            <a:xfrm>
              <a:off x="5194425" y="4268950"/>
              <a:ext cx="12650" cy="7050"/>
            </a:xfrm>
            <a:custGeom>
              <a:rect b="b" l="l" r="r" t="t"/>
              <a:pathLst>
                <a:path extrusionOk="0" h="282" w="506">
                  <a:moveTo>
                    <a:pt x="0" y="0"/>
                  </a:moveTo>
                  <a:lnTo>
                    <a:pt x="506" y="281"/>
                  </a:lnTo>
                  <a:lnTo>
                    <a:pt x="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9"/>
            <p:cNvSpPr/>
            <p:nvPr/>
          </p:nvSpPr>
          <p:spPr>
            <a:xfrm>
              <a:off x="5140375" y="4243675"/>
              <a:ext cx="11250" cy="2125"/>
            </a:xfrm>
            <a:custGeom>
              <a:rect b="b" l="l" r="r" t="t"/>
              <a:pathLst>
                <a:path extrusionOk="0" h="85" w="450">
                  <a:moveTo>
                    <a:pt x="450" y="1"/>
                  </a:moveTo>
                  <a:cubicBezTo>
                    <a:pt x="309" y="1"/>
                    <a:pt x="141" y="29"/>
                    <a:pt x="0" y="85"/>
                  </a:cubicBezTo>
                  <a:lnTo>
                    <a:pt x="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9"/>
            <p:cNvSpPr/>
            <p:nvPr/>
          </p:nvSpPr>
          <p:spPr>
            <a:xfrm>
              <a:off x="5183200" y="3923625"/>
              <a:ext cx="15450" cy="7750"/>
            </a:xfrm>
            <a:custGeom>
              <a:rect b="b" l="l" r="r" t="t"/>
              <a:pathLst>
                <a:path extrusionOk="0" h="310" w="618">
                  <a:moveTo>
                    <a:pt x="56" y="1"/>
                  </a:moveTo>
                  <a:lnTo>
                    <a:pt x="56" y="1"/>
                  </a:lnTo>
                  <a:cubicBezTo>
                    <a:pt x="0" y="225"/>
                    <a:pt x="337" y="225"/>
                    <a:pt x="618" y="309"/>
                  </a:cubicBezTo>
                  <a:lnTo>
                    <a:pt x="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9"/>
            <p:cNvSpPr/>
            <p:nvPr/>
          </p:nvSpPr>
          <p:spPr>
            <a:xfrm>
              <a:off x="5112825" y="4694275"/>
              <a:ext cx="20550" cy="4950"/>
            </a:xfrm>
            <a:custGeom>
              <a:rect b="b" l="l" r="r" t="t"/>
              <a:pathLst>
                <a:path extrusionOk="0" h="198" w="822">
                  <a:moveTo>
                    <a:pt x="822" y="1"/>
                  </a:moveTo>
                  <a:cubicBezTo>
                    <a:pt x="723" y="8"/>
                    <a:pt x="616" y="8"/>
                    <a:pt x="518" y="8"/>
                  </a:cubicBezTo>
                  <a:lnTo>
                    <a:pt x="518" y="8"/>
                  </a:lnTo>
                  <a:cubicBezTo>
                    <a:pt x="222" y="8"/>
                    <a:pt x="1" y="8"/>
                    <a:pt x="316" y="197"/>
                  </a:cubicBezTo>
                  <a:cubicBezTo>
                    <a:pt x="513" y="197"/>
                    <a:pt x="681" y="113"/>
                    <a:pt x="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9"/>
            <p:cNvSpPr/>
            <p:nvPr/>
          </p:nvSpPr>
          <p:spPr>
            <a:xfrm>
              <a:off x="5327775" y="4098400"/>
              <a:ext cx="8450" cy="5625"/>
            </a:xfrm>
            <a:custGeom>
              <a:rect b="b" l="l" r="r" t="t"/>
              <a:pathLst>
                <a:path extrusionOk="0" h="225" w="338">
                  <a:moveTo>
                    <a:pt x="0" y="0"/>
                  </a:moveTo>
                  <a:lnTo>
                    <a:pt x="0" y="0"/>
                  </a:lnTo>
                  <a:cubicBezTo>
                    <a:pt x="85" y="112"/>
                    <a:pt x="197" y="197"/>
                    <a:pt x="337" y="225"/>
                  </a:cubicBezTo>
                  <a:cubicBezTo>
                    <a:pt x="253" y="112"/>
                    <a:pt x="141" y="5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9"/>
            <p:cNvSpPr/>
            <p:nvPr/>
          </p:nvSpPr>
          <p:spPr>
            <a:xfrm>
              <a:off x="5133350" y="4683750"/>
              <a:ext cx="11775" cy="9975"/>
            </a:xfrm>
            <a:custGeom>
              <a:rect b="b" l="l" r="r" t="t"/>
              <a:pathLst>
                <a:path extrusionOk="0" h="399" w="471">
                  <a:moveTo>
                    <a:pt x="29" y="1"/>
                  </a:moveTo>
                  <a:cubicBezTo>
                    <a:pt x="85" y="141"/>
                    <a:pt x="85" y="281"/>
                    <a:pt x="1" y="394"/>
                  </a:cubicBezTo>
                  <a:cubicBezTo>
                    <a:pt x="33" y="397"/>
                    <a:pt x="65" y="399"/>
                    <a:pt x="96" y="399"/>
                  </a:cubicBezTo>
                  <a:cubicBezTo>
                    <a:pt x="327" y="399"/>
                    <a:pt x="470" y="298"/>
                    <a:pt x="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9"/>
            <p:cNvSpPr/>
            <p:nvPr/>
          </p:nvSpPr>
          <p:spPr>
            <a:xfrm>
              <a:off x="5303900" y="3508525"/>
              <a:ext cx="2150" cy="1025"/>
            </a:xfrm>
            <a:custGeom>
              <a:rect b="b" l="l" r="r" t="t"/>
              <a:pathLst>
                <a:path extrusionOk="0" h="41" w="86">
                  <a:moveTo>
                    <a:pt x="31" y="1"/>
                  </a:moveTo>
                  <a:cubicBezTo>
                    <a:pt x="1" y="1"/>
                    <a:pt x="1" y="21"/>
                    <a:pt x="1" y="40"/>
                  </a:cubicBezTo>
                  <a:cubicBezTo>
                    <a:pt x="29" y="12"/>
                    <a:pt x="57" y="12"/>
                    <a:pt x="85" y="12"/>
                  </a:cubicBezTo>
                  <a:cubicBezTo>
                    <a:pt x="60" y="4"/>
                    <a:pt x="43" y="1"/>
                    <a:pt x="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9"/>
            <p:cNvSpPr/>
            <p:nvPr/>
          </p:nvSpPr>
          <p:spPr>
            <a:xfrm>
              <a:off x="5476575" y="3407750"/>
              <a:ext cx="2125" cy="5650"/>
            </a:xfrm>
            <a:custGeom>
              <a:rect b="b" l="l" r="r" t="t"/>
              <a:pathLst>
                <a:path extrusionOk="0" h="226" w="85">
                  <a:moveTo>
                    <a:pt x="0" y="1"/>
                  </a:moveTo>
                  <a:cubicBezTo>
                    <a:pt x="28" y="85"/>
                    <a:pt x="28" y="141"/>
                    <a:pt x="0" y="225"/>
                  </a:cubicBezTo>
                  <a:cubicBezTo>
                    <a:pt x="56" y="197"/>
                    <a:pt x="84" y="14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9"/>
            <p:cNvSpPr/>
            <p:nvPr/>
          </p:nvSpPr>
          <p:spPr>
            <a:xfrm>
              <a:off x="5093350" y="4783425"/>
              <a:ext cx="450" cy="1425"/>
            </a:xfrm>
            <a:custGeom>
              <a:rect b="b" l="l" r="r" t="t"/>
              <a:pathLst>
                <a:path extrusionOk="0" h="57" w="18">
                  <a:moveTo>
                    <a:pt x="0" y="0"/>
                  </a:moveTo>
                  <a:cubicBezTo>
                    <a:pt x="0" y="43"/>
                    <a:pt x="4" y="57"/>
                    <a:pt x="8" y="57"/>
                  </a:cubicBezTo>
                  <a:cubicBezTo>
                    <a:pt x="14" y="57"/>
                    <a:pt x="18" y="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9"/>
            <p:cNvSpPr/>
            <p:nvPr/>
          </p:nvSpPr>
          <p:spPr>
            <a:xfrm>
              <a:off x="5027375" y="4764475"/>
              <a:ext cx="5650" cy="4225"/>
            </a:xfrm>
            <a:custGeom>
              <a:rect b="b" l="l" r="r" t="t"/>
              <a:pathLst>
                <a:path extrusionOk="0" h="169" w="226">
                  <a:moveTo>
                    <a:pt x="225" y="169"/>
                  </a:moveTo>
                  <a:cubicBezTo>
                    <a:pt x="169" y="84"/>
                    <a:pt x="85" y="28"/>
                    <a:pt x="0" y="0"/>
                  </a:cubicBezTo>
                  <a:cubicBezTo>
                    <a:pt x="85" y="28"/>
                    <a:pt x="169" y="84"/>
                    <a:pt x="225" y="16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9"/>
            <p:cNvSpPr/>
            <p:nvPr/>
          </p:nvSpPr>
          <p:spPr>
            <a:xfrm>
              <a:off x="5061775" y="4617075"/>
              <a:ext cx="2825" cy="725"/>
            </a:xfrm>
            <a:custGeom>
              <a:rect b="b" l="l" r="r" t="t"/>
              <a:pathLst>
                <a:path extrusionOk="0" h="29" w="113">
                  <a:moveTo>
                    <a:pt x="112" y="29"/>
                  </a:moveTo>
                  <a:lnTo>
                    <a:pt x="112" y="29"/>
                  </a:lnTo>
                  <a:cubicBezTo>
                    <a:pt x="0" y="0"/>
                    <a:pt x="0" y="0"/>
                    <a:pt x="112" y="2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9"/>
            <p:cNvSpPr/>
            <p:nvPr/>
          </p:nvSpPr>
          <p:spPr>
            <a:xfrm>
              <a:off x="5084925" y="4782725"/>
              <a:ext cx="5650" cy="1425"/>
            </a:xfrm>
            <a:custGeom>
              <a:rect b="b" l="l" r="r" t="t"/>
              <a:pathLst>
                <a:path extrusionOk="0" h="57" w="226">
                  <a:moveTo>
                    <a:pt x="225" y="0"/>
                  </a:moveTo>
                  <a:cubicBezTo>
                    <a:pt x="169" y="0"/>
                    <a:pt x="85" y="28"/>
                    <a:pt x="1" y="56"/>
                  </a:cubicBezTo>
                  <a:cubicBezTo>
                    <a:pt x="85" y="56"/>
                    <a:pt x="169" y="28"/>
                    <a:pt x="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9"/>
            <p:cNvSpPr/>
            <p:nvPr/>
          </p:nvSpPr>
          <p:spPr>
            <a:xfrm>
              <a:off x="5089150" y="4786925"/>
              <a:ext cx="3575" cy="2575"/>
            </a:xfrm>
            <a:custGeom>
              <a:rect b="b" l="l" r="r" t="t"/>
              <a:pathLst>
                <a:path extrusionOk="0" h="103" w="143">
                  <a:moveTo>
                    <a:pt x="112" y="1"/>
                  </a:moveTo>
                  <a:cubicBezTo>
                    <a:pt x="56" y="1"/>
                    <a:pt x="28" y="29"/>
                    <a:pt x="0" y="57"/>
                  </a:cubicBezTo>
                  <a:cubicBezTo>
                    <a:pt x="39" y="83"/>
                    <a:pt x="78" y="103"/>
                    <a:pt x="103" y="103"/>
                  </a:cubicBezTo>
                  <a:cubicBezTo>
                    <a:pt x="132" y="103"/>
                    <a:pt x="142" y="76"/>
                    <a:pt x="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9"/>
            <p:cNvSpPr/>
            <p:nvPr/>
          </p:nvSpPr>
          <p:spPr>
            <a:xfrm>
              <a:off x="5090550" y="4779200"/>
              <a:ext cx="4225" cy="4250"/>
            </a:xfrm>
            <a:custGeom>
              <a:rect b="b" l="l" r="r" t="t"/>
              <a:pathLst>
                <a:path extrusionOk="0" h="170" w="169">
                  <a:moveTo>
                    <a:pt x="169" y="1"/>
                  </a:moveTo>
                  <a:lnTo>
                    <a:pt x="169" y="1"/>
                  </a:lnTo>
                  <a:cubicBezTo>
                    <a:pt x="141" y="57"/>
                    <a:pt x="84" y="113"/>
                    <a:pt x="0" y="141"/>
                  </a:cubicBezTo>
                  <a:cubicBezTo>
                    <a:pt x="56" y="141"/>
                    <a:pt x="84" y="141"/>
                    <a:pt x="112" y="169"/>
                  </a:cubicBezTo>
                  <a:cubicBezTo>
                    <a:pt x="112" y="113"/>
                    <a:pt x="141" y="57"/>
                    <a:pt x="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9"/>
            <p:cNvSpPr/>
            <p:nvPr/>
          </p:nvSpPr>
          <p:spPr>
            <a:xfrm>
              <a:off x="5295300" y="3744100"/>
              <a:ext cx="4425" cy="2675"/>
            </a:xfrm>
            <a:custGeom>
              <a:rect b="b" l="l" r="r" t="t"/>
              <a:pathLst>
                <a:path extrusionOk="0" h="107" w="177">
                  <a:moveTo>
                    <a:pt x="14" y="0"/>
                  </a:moveTo>
                  <a:cubicBezTo>
                    <a:pt x="0" y="0"/>
                    <a:pt x="43" y="45"/>
                    <a:pt x="120" y="107"/>
                  </a:cubicBezTo>
                  <a:lnTo>
                    <a:pt x="176" y="107"/>
                  </a:lnTo>
                  <a:cubicBezTo>
                    <a:pt x="75" y="31"/>
                    <a:pt x="25" y="0"/>
                    <a:pt x="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9"/>
            <p:cNvSpPr/>
            <p:nvPr/>
          </p:nvSpPr>
          <p:spPr>
            <a:xfrm>
              <a:off x="5084925" y="4389675"/>
              <a:ext cx="1425" cy="725"/>
            </a:xfrm>
            <a:custGeom>
              <a:rect b="b" l="l" r="r" t="t"/>
              <a:pathLst>
                <a:path extrusionOk="0" h="29" w="57">
                  <a:moveTo>
                    <a:pt x="1" y="0"/>
                  </a:moveTo>
                  <a:lnTo>
                    <a:pt x="29" y="28"/>
                  </a:lnTo>
                  <a:lnTo>
                    <a:pt x="57" y="28"/>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9"/>
            <p:cNvSpPr/>
            <p:nvPr/>
          </p:nvSpPr>
          <p:spPr>
            <a:xfrm>
              <a:off x="5077900" y="4376325"/>
              <a:ext cx="51275" cy="26000"/>
            </a:xfrm>
            <a:custGeom>
              <a:rect b="b" l="l" r="r" t="t"/>
              <a:pathLst>
                <a:path extrusionOk="0" h="1040" w="2051">
                  <a:moveTo>
                    <a:pt x="1" y="1"/>
                  </a:moveTo>
                  <a:cubicBezTo>
                    <a:pt x="647" y="422"/>
                    <a:pt x="534" y="478"/>
                    <a:pt x="338" y="562"/>
                  </a:cubicBezTo>
                  <a:lnTo>
                    <a:pt x="2050" y="1040"/>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9"/>
            <p:cNvSpPr/>
            <p:nvPr/>
          </p:nvSpPr>
          <p:spPr>
            <a:xfrm>
              <a:off x="4998600" y="3374775"/>
              <a:ext cx="492025" cy="1447975"/>
            </a:xfrm>
            <a:custGeom>
              <a:rect b="b" l="l" r="r" t="t"/>
              <a:pathLst>
                <a:path extrusionOk="0" h="57919" w="19681">
                  <a:moveTo>
                    <a:pt x="12129" y="6151"/>
                  </a:moveTo>
                  <a:lnTo>
                    <a:pt x="12101" y="6177"/>
                  </a:lnTo>
                  <a:cubicBezTo>
                    <a:pt x="12115" y="6172"/>
                    <a:pt x="12124" y="6163"/>
                    <a:pt x="12129" y="6151"/>
                  </a:cubicBezTo>
                  <a:close/>
                  <a:moveTo>
                    <a:pt x="17968" y="10135"/>
                  </a:moveTo>
                  <a:cubicBezTo>
                    <a:pt x="17931" y="10135"/>
                    <a:pt x="17896" y="10136"/>
                    <a:pt x="17863" y="10137"/>
                  </a:cubicBezTo>
                  <a:lnTo>
                    <a:pt x="17863" y="10137"/>
                  </a:lnTo>
                  <a:cubicBezTo>
                    <a:pt x="17873" y="10137"/>
                    <a:pt x="17884" y="10137"/>
                    <a:pt x="17895" y="10137"/>
                  </a:cubicBezTo>
                  <a:cubicBezTo>
                    <a:pt x="17918" y="10137"/>
                    <a:pt x="17942" y="10137"/>
                    <a:pt x="17968" y="10135"/>
                  </a:cubicBezTo>
                  <a:close/>
                  <a:moveTo>
                    <a:pt x="10416" y="14459"/>
                  </a:moveTo>
                  <a:cubicBezTo>
                    <a:pt x="10417" y="14459"/>
                    <a:pt x="10418" y="14459"/>
                    <a:pt x="10419" y="14460"/>
                  </a:cubicBezTo>
                  <a:lnTo>
                    <a:pt x="10419" y="14460"/>
                  </a:lnTo>
                  <a:cubicBezTo>
                    <a:pt x="10418" y="14459"/>
                    <a:pt x="10417" y="14459"/>
                    <a:pt x="10416" y="14459"/>
                  </a:cubicBezTo>
                  <a:close/>
                  <a:moveTo>
                    <a:pt x="16458" y="14563"/>
                  </a:moveTo>
                  <a:cubicBezTo>
                    <a:pt x="16493" y="14563"/>
                    <a:pt x="16574" y="14598"/>
                    <a:pt x="16666" y="14638"/>
                  </a:cubicBezTo>
                  <a:lnTo>
                    <a:pt x="16666" y="14638"/>
                  </a:lnTo>
                  <a:lnTo>
                    <a:pt x="16508" y="14683"/>
                  </a:lnTo>
                  <a:cubicBezTo>
                    <a:pt x="16432" y="14594"/>
                    <a:pt x="16425" y="14563"/>
                    <a:pt x="16458" y="14563"/>
                  </a:cubicBezTo>
                  <a:close/>
                  <a:moveTo>
                    <a:pt x="9290" y="16953"/>
                  </a:moveTo>
                  <a:lnTo>
                    <a:pt x="9290" y="16953"/>
                  </a:lnTo>
                  <a:cubicBezTo>
                    <a:pt x="9288" y="16964"/>
                    <a:pt x="9289" y="16975"/>
                    <a:pt x="9293" y="16985"/>
                  </a:cubicBezTo>
                  <a:cubicBezTo>
                    <a:pt x="9292" y="16974"/>
                    <a:pt x="9291" y="16963"/>
                    <a:pt x="9290" y="16953"/>
                  </a:cubicBezTo>
                  <a:close/>
                  <a:moveTo>
                    <a:pt x="7412" y="27429"/>
                  </a:moveTo>
                  <a:cubicBezTo>
                    <a:pt x="7403" y="27443"/>
                    <a:pt x="7404" y="27459"/>
                    <a:pt x="7412" y="27476"/>
                  </a:cubicBezTo>
                  <a:lnTo>
                    <a:pt x="7412" y="27476"/>
                  </a:lnTo>
                  <a:lnTo>
                    <a:pt x="7412" y="27429"/>
                  </a:lnTo>
                  <a:close/>
                  <a:moveTo>
                    <a:pt x="6942" y="29151"/>
                  </a:moveTo>
                  <a:cubicBezTo>
                    <a:pt x="6972" y="29180"/>
                    <a:pt x="6999" y="29206"/>
                    <a:pt x="7019" y="29226"/>
                  </a:cubicBezTo>
                  <a:cubicBezTo>
                    <a:pt x="6997" y="29199"/>
                    <a:pt x="6971" y="29174"/>
                    <a:pt x="6942" y="29151"/>
                  </a:cubicBezTo>
                  <a:close/>
                  <a:moveTo>
                    <a:pt x="6794" y="35767"/>
                  </a:moveTo>
                  <a:cubicBezTo>
                    <a:pt x="6851" y="35823"/>
                    <a:pt x="6794" y="35908"/>
                    <a:pt x="6598" y="35964"/>
                  </a:cubicBezTo>
                  <a:cubicBezTo>
                    <a:pt x="6401" y="35823"/>
                    <a:pt x="6542" y="35767"/>
                    <a:pt x="6794" y="35767"/>
                  </a:cubicBezTo>
                  <a:close/>
                  <a:moveTo>
                    <a:pt x="8339" y="36076"/>
                  </a:moveTo>
                  <a:lnTo>
                    <a:pt x="8339" y="36076"/>
                  </a:lnTo>
                  <a:cubicBezTo>
                    <a:pt x="8365" y="36093"/>
                    <a:pt x="8393" y="36109"/>
                    <a:pt x="8421" y="36125"/>
                  </a:cubicBezTo>
                  <a:lnTo>
                    <a:pt x="8421" y="36125"/>
                  </a:lnTo>
                  <a:cubicBezTo>
                    <a:pt x="8392" y="36105"/>
                    <a:pt x="8363" y="36088"/>
                    <a:pt x="8339" y="36076"/>
                  </a:cubicBezTo>
                  <a:close/>
                  <a:moveTo>
                    <a:pt x="5419" y="36385"/>
                  </a:moveTo>
                  <a:cubicBezTo>
                    <a:pt x="5417" y="36387"/>
                    <a:pt x="5415" y="36389"/>
                    <a:pt x="5413" y="36391"/>
                  </a:cubicBezTo>
                  <a:lnTo>
                    <a:pt x="5413" y="36391"/>
                  </a:lnTo>
                  <a:cubicBezTo>
                    <a:pt x="5415" y="36389"/>
                    <a:pt x="5417" y="36387"/>
                    <a:pt x="5419" y="36385"/>
                  </a:cubicBezTo>
                  <a:close/>
                  <a:moveTo>
                    <a:pt x="5194" y="38434"/>
                  </a:moveTo>
                  <a:lnTo>
                    <a:pt x="5194" y="38434"/>
                  </a:lnTo>
                  <a:cubicBezTo>
                    <a:pt x="5263" y="38498"/>
                    <a:pt x="5298" y="38561"/>
                    <a:pt x="5307" y="38620"/>
                  </a:cubicBezTo>
                  <a:lnTo>
                    <a:pt x="5307" y="38620"/>
                  </a:lnTo>
                  <a:cubicBezTo>
                    <a:pt x="5314" y="38547"/>
                    <a:pt x="5382" y="38542"/>
                    <a:pt x="5194" y="38434"/>
                  </a:cubicBezTo>
                  <a:close/>
                  <a:moveTo>
                    <a:pt x="3089" y="41747"/>
                  </a:moveTo>
                  <a:lnTo>
                    <a:pt x="3089" y="41747"/>
                  </a:lnTo>
                  <a:cubicBezTo>
                    <a:pt x="3095" y="41754"/>
                    <a:pt x="3105" y="41761"/>
                    <a:pt x="3116" y="41769"/>
                  </a:cubicBezTo>
                  <a:lnTo>
                    <a:pt x="3116" y="41769"/>
                  </a:lnTo>
                  <a:lnTo>
                    <a:pt x="3089" y="41747"/>
                  </a:lnTo>
                  <a:close/>
                  <a:moveTo>
                    <a:pt x="4049" y="54856"/>
                  </a:moveTo>
                  <a:cubicBezTo>
                    <a:pt x="4072" y="54856"/>
                    <a:pt x="3979" y="54880"/>
                    <a:pt x="3875" y="54914"/>
                  </a:cubicBezTo>
                  <a:lnTo>
                    <a:pt x="3847" y="54886"/>
                  </a:lnTo>
                  <a:cubicBezTo>
                    <a:pt x="3975" y="54865"/>
                    <a:pt x="4034" y="54856"/>
                    <a:pt x="4049" y="54856"/>
                  </a:cubicBezTo>
                  <a:close/>
                  <a:moveTo>
                    <a:pt x="1404" y="55785"/>
                  </a:moveTo>
                  <a:lnTo>
                    <a:pt x="1404" y="55785"/>
                  </a:lnTo>
                  <a:cubicBezTo>
                    <a:pt x="1409" y="55791"/>
                    <a:pt x="1414" y="55796"/>
                    <a:pt x="1418" y="55802"/>
                  </a:cubicBezTo>
                  <a:lnTo>
                    <a:pt x="1418" y="55802"/>
                  </a:lnTo>
                  <a:cubicBezTo>
                    <a:pt x="1414" y="55796"/>
                    <a:pt x="1410" y="55791"/>
                    <a:pt x="1404" y="55785"/>
                  </a:cubicBezTo>
                  <a:close/>
                  <a:moveTo>
                    <a:pt x="18417" y="0"/>
                  </a:moveTo>
                  <a:lnTo>
                    <a:pt x="18530" y="225"/>
                  </a:lnTo>
                  <a:cubicBezTo>
                    <a:pt x="18184" y="77"/>
                    <a:pt x="17790" y="36"/>
                    <a:pt x="17367" y="36"/>
                  </a:cubicBezTo>
                  <a:cubicBezTo>
                    <a:pt x="16857" y="36"/>
                    <a:pt x="16304" y="95"/>
                    <a:pt x="15743" y="95"/>
                  </a:cubicBezTo>
                  <a:cubicBezTo>
                    <a:pt x="15447" y="95"/>
                    <a:pt x="15148" y="79"/>
                    <a:pt x="14852" y="28"/>
                  </a:cubicBezTo>
                  <a:lnTo>
                    <a:pt x="14852" y="28"/>
                  </a:lnTo>
                  <a:cubicBezTo>
                    <a:pt x="15975" y="505"/>
                    <a:pt x="12999" y="534"/>
                    <a:pt x="14599" y="1292"/>
                  </a:cubicBezTo>
                  <a:cubicBezTo>
                    <a:pt x="14568" y="1298"/>
                    <a:pt x="14538" y="1301"/>
                    <a:pt x="14510" y="1301"/>
                  </a:cubicBezTo>
                  <a:cubicBezTo>
                    <a:pt x="14300" y="1301"/>
                    <a:pt x="14163" y="1149"/>
                    <a:pt x="13922" y="1149"/>
                  </a:cubicBezTo>
                  <a:cubicBezTo>
                    <a:pt x="13905" y="1149"/>
                    <a:pt x="13888" y="1150"/>
                    <a:pt x="13869" y="1151"/>
                  </a:cubicBezTo>
                  <a:cubicBezTo>
                    <a:pt x="14403" y="1348"/>
                    <a:pt x="14515" y="1516"/>
                    <a:pt x="14206" y="1769"/>
                  </a:cubicBezTo>
                  <a:lnTo>
                    <a:pt x="14066" y="1713"/>
                  </a:lnTo>
                  <a:cubicBezTo>
                    <a:pt x="14066" y="2527"/>
                    <a:pt x="13476" y="2751"/>
                    <a:pt x="12943" y="3566"/>
                  </a:cubicBezTo>
                  <a:lnTo>
                    <a:pt x="13617" y="3622"/>
                  </a:lnTo>
                  <a:cubicBezTo>
                    <a:pt x="13504" y="3790"/>
                    <a:pt x="13280" y="3790"/>
                    <a:pt x="13111" y="3846"/>
                  </a:cubicBezTo>
                  <a:cubicBezTo>
                    <a:pt x="13289" y="3920"/>
                    <a:pt x="13406" y="3948"/>
                    <a:pt x="13485" y="3948"/>
                  </a:cubicBezTo>
                  <a:cubicBezTo>
                    <a:pt x="13753" y="3948"/>
                    <a:pt x="13580" y="3617"/>
                    <a:pt x="13911" y="3617"/>
                  </a:cubicBezTo>
                  <a:cubicBezTo>
                    <a:pt x="14002" y="3617"/>
                    <a:pt x="14131" y="3642"/>
                    <a:pt x="14318" y="3706"/>
                  </a:cubicBezTo>
                  <a:cubicBezTo>
                    <a:pt x="12999" y="3733"/>
                    <a:pt x="13978" y="4948"/>
                    <a:pt x="12698" y="4948"/>
                  </a:cubicBezTo>
                  <a:cubicBezTo>
                    <a:pt x="12643" y="4948"/>
                    <a:pt x="12585" y="4946"/>
                    <a:pt x="12522" y="4941"/>
                  </a:cubicBezTo>
                  <a:lnTo>
                    <a:pt x="12522" y="4941"/>
                  </a:lnTo>
                  <a:cubicBezTo>
                    <a:pt x="12466" y="5250"/>
                    <a:pt x="13308" y="4997"/>
                    <a:pt x="13224" y="5306"/>
                  </a:cubicBezTo>
                  <a:lnTo>
                    <a:pt x="12802" y="5306"/>
                  </a:lnTo>
                  <a:lnTo>
                    <a:pt x="13308" y="5475"/>
                  </a:lnTo>
                  <a:cubicBezTo>
                    <a:pt x="13237" y="5581"/>
                    <a:pt x="12996" y="5621"/>
                    <a:pt x="12744" y="5621"/>
                  </a:cubicBezTo>
                  <a:cubicBezTo>
                    <a:pt x="12598" y="5621"/>
                    <a:pt x="12448" y="5608"/>
                    <a:pt x="12325" y="5587"/>
                  </a:cubicBezTo>
                  <a:cubicBezTo>
                    <a:pt x="12353" y="5559"/>
                    <a:pt x="12241" y="5447"/>
                    <a:pt x="12213" y="5390"/>
                  </a:cubicBezTo>
                  <a:lnTo>
                    <a:pt x="12213" y="5390"/>
                  </a:lnTo>
                  <a:cubicBezTo>
                    <a:pt x="11752" y="5544"/>
                    <a:pt x="12179" y="6025"/>
                    <a:pt x="12129" y="6151"/>
                  </a:cubicBezTo>
                  <a:lnTo>
                    <a:pt x="12129" y="6151"/>
                  </a:lnTo>
                  <a:lnTo>
                    <a:pt x="12381" y="5924"/>
                  </a:lnTo>
                  <a:lnTo>
                    <a:pt x="12381" y="5924"/>
                  </a:lnTo>
                  <a:cubicBezTo>
                    <a:pt x="12634" y="6794"/>
                    <a:pt x="11932" y="7665"/>
                    <a:pt x="12606" y="8563"/>
                  </a:cubicBezTo>
                  <a:lnTo>
                    <a:pt x="12915" y="8563"/>
                  </a:lnTo>
                  <a:cubicBezTo>
                    <a:pt x="13364" y="9265"/>
                    <a:pt x="12466" y="8984"/>
                    <a:pt x="12606" y="9658"/>
                  </a:cubicBezTo>
                  <a:lnTo>
                    <a:pt x="12550" y="9630"/>
                  </a:lnTo>
                  <a:lnTo>
                    <a:pt x="12550" y="9630"/>
                  </a:lnTo>
                  <a:cubicBezTo>
                    <a:pt x="12831" y="9798"/>
                    <a:pt x="12943" y="10023"/>
                    <a:pt x="12887" y="10191"/>
                  </a:cubicBezTo>
                  <a:cubicBezTo>
                    <a:pt x="12796" y="10123"/>
                    <a:pt x="12698" y="10102"/>
                    <a:pt x="12598" y="10102"/>
                  </a:cubicBezTo>
                  <a:cubicBezTo>
                    <a:pt x="12435" y="10102"/>
                    <a:pt x="12263" y="10157"/>
                    <a:pt x="12094" y="10157"/>
                  </a:cubicBezTo>
                  <a:cubicBezTo>
                    <a:pt x="11981" y="10157"/>
                    <a:pt x="11870" y="10133"/>
                    <a:pt x="11764" y="10051"/>
                  </a:cubicBezTo>
                  <a:lnTo>
                    <a:pt x="11764" y="10051"/>
                  </a:lnTo>
                  <a:cubicBezTo>
                    <a:pt x="12241" y="10809"/>
                    <a:pt x="12185" y="10472"/>
                    <a:pt x="13224" y="11118"/>
                  </a:cubicBezTo>
                  <a:lnTo>
                    <a:pt x="12718" y="11118"/>
                  </a:lnTo>
                  <a:cubicBezTo>
                    <a:pt x="13139" y="11342"/>
                    <a:pt x="13392" y="11398"/>
                    <a:pt x="13448" y="11763"/>
                  </a:cubicBezTo>
                  <a:cubicBezTo>
                    <a:pt x="13266" y="11594"/>
                    <a:pt x="13077" y="11588"/>
                    <a:pt x="12874" y="11588"/>
                  </a:cubicBezTo>
                  <a:cubicBezTo>
                    <a:pt x="12858" y="11588"/>
                    <a:pt x="12843" y="11588"/>
                    <a:pt x="12827" y="11588"/>
                  </a:cubicBezTo>
                  <a:cubicBezTo>
                    <a:pt x="12606" y="11588"/>
                    <a:pt x="12367" y="11581"/>
                    <a:pt x="12101" y="11370"/>
                  </a:cubicBezTo>
                  <a:lnTo>
                    <a:pt x="12101" y="11370"/>
                  </a:lnTo>
                  <a:cubicBezTo>
                    <a:pt x="10887" y="11812"/>
                    <a:pt x="12953" y="12578"/>
                    <a:pt x="11427" y="12578"/>
                  </a:cubicBezTo>
                  <a:cubicBezTo>
                    <a:pt x="11400" y="12578"/>
                    <a:pt x="11372" y="12578"/>
                    <a:pt x="11343" y="12578"/>
                  </a:cubicBezTo>
                  <a:lnTo>
                    <a:pt x="11343" y="12578"/>
                  </a:lnTo>
                  <a:cubicBezTo>
                    <a:pt x="11655" y="12714"/>
                    <a:pt x="11871" y="12765"/>
                    <a:pt x="12021" y="12765"/>
                  </a:cubicBezTo>
                  <a:cubicBezTo>
                    <a:pt x="12453" y="12765"/>
                    <a:pt x="12346" y="12348"/>
                    <a:pt x="12435" y="12348"/>
                  </a:cubicBezTo>
                  <a:cubicBezTo>
                    <a:pt x="12449" y="12348"/>
                    <a:pt x="12468" y="12358"/>
                    <a:pt x="12494" y="12381"/>
                  </a:cubicBezTo>
                  <a:cubicBezTo>
                    <a:pt x="12507" y="12380"/>
                    <a:pt x="12521" y="12380"/>
                    <a:pt x="12534" y="12380"/>
                  </a:cubicBezTo>
                  <a:cubicBezTo>
                    <a:pt x="13026" y="12380"/>
                    <a:pt x="13499" y="12864"/>
                    <a:pt x="13308" y="13055"/>
                  </a:cubicBezTo>
                  <a:cubicBezTo>
                    <a:pt x="13252" y="13251"/>
                    <a:pt x="11427" y="13027"/>
                    <a:pt x="11343" y="13560"/>
                  </a:cubicBezTo>
                  <a:cubicBezTo>
                    <a:pt x="11343" y="13532"/>
                    <a:pt x="11258" y="13504"/>
                    <a:pt x="11286" y="13448"/>
                  </a:cubicBezTo>
                  <a:lnTo>
                    <a:pt x="11286" y="13448"/>
                  </a:lnTo>
                  <a:cubicBezTo>
                    <a:pt x="10865" y="13560"/>
                    <a:pt x="11679" y="13925"/>
                    <a:pt x="11034" y="14066"/>
                  </a:cubicBezTo>
                  <a:cubicBezTo>
                    <a:pt x="11876" y="14374"/>
                    <a:pt x="10921" y="14374"/>
                    <a:pt x="11988" y="14655"/>
                  </a:cubicBezTo>
                  <a:lnTo>
                    <a:pt x="11848" y="14094"/>
                  </a:lnTo>
                  <a:lnTo>
                    <a:pt x="11848" y="14094"/>
                  </a:lnTo>
                  <a:cubicBezTo>
                    <a:pt x="12072" y="14459"/>
                    <a:pt x="13308" y="14992"/>
                    <a:pt x="12578" y="15301"/>
                  </a:cubicBezTo>
                  <a:cubicBezTo>
                    <a:pt x="12353" y="15189"/>
                    <a:pt x="12157" y="15048"/>
                    <a:pt x="11960" y="14880"/>
                  </a:cubicBezTo>
                  <a:lnTo>
                    <a:pt x="11960" y="14880"/>
                  </a:lnTo>
                  <a:cubicBezTo>
                    <a:pt x="11623" y="14964"/>
                    <a:pt x="12129" y="15189"/>
                    <a:pt x="11764" y="15273"/>
                  </a:cubicBezTo>
                  <a:cubicBezTo>
                    <a:pt x="10697" y="14992"/>
                    <a:pt x="11651" y="14599"/>
                    <a:pt x="10893" y="14122"/>
                  </a:cubicBezTo>
                  <a:lnTo>
                    <a:pt x="10893" y="14122"/>
                  </a:lnTo>
                  <a:cubicBezTo>
                    <a:pt x="10525" y="14165"/>
                    <a:pt x="11126" y="14592"/>
                    <a:pt x="10892" y="14592"/>
                  </a:cubicBezTo>
                  <a:cubicBezTo>
                    <a:pt x="10822" y="14592"/>
                    <a:pt x="10680" y="14555"/>
                    <a:pt x="10419" y="14460"/>
                  </a:cubicBezTo>
                  <a:lnTo>
                    <a:pt x="10419" y="14460"/>
                  </a:lnTo>
                  <a:cubicBezTo>
                    <a:pt x="11874" y="14992"/>
                    <a:pt x="10108" y="14936"/>
                    <a:pt x="11174" y="15554"/>
                  </a:cubicBezTo>
                  <a:lnTo>
                    <a:pt x="10528" y="15385"/>
                  </a:lnTo>
                  <a:lnTo>
                    <a:pt x="10528" y="15385"/>
                  </a:lnTo>
                  <a:cubicBezTo>
                    <a:pt x="10613" y="15469"/>
                    <a:pt x="10893" y="15666"/>
                    <a:pt x="10865" y="15750"/>
                  </a:cubicBezTo>
                  <a:lnTo>
                    <a:pt x="10051" y="15385"/>
                  </a:lnTo>
                  <a:lnTo>
                    <a:pt x="10051" y="15385"/>
                  </a:lnTo>
                  <a:cubicBezTo>
                    <a:pt x="10697" y="15834"/>
                    <a:pt x="9293" y="15806"/>
                    <a:pt x="9630" y="16171"/>
                  </a:cubicBezTo>
                  <a:cubicBezTo>
                    <a:pt x="9668" y="15973"/>
                    <a:pt x="9772" y="15911"/>
                    <a:pt x="9914" y="15911"/>
                  </a:cubicBezTo>
                  <a:cubicBezTo>
                    <a:pt x="10150" y="15911"/>
                    <a:pt x="10489" y="16080"/>
                    <a:pt x="10800" y="16080"/>
                  </a:cubicBezTo>
                  <a:cubicBezTo>
                    <a:pt x="10861" y="16080"/>
                    <a:pt x="10920" y="16074"/>
                    <a:pt x="10978" y="16059"/>
                  </a:cubicBezTo>
                  <a:lnTo>
                    <a:pt x="10978" y="16059"/>
                  </a:lnTo>
                  <a:cubicBezTo>
                    <a:pt x="11671" y="16974"/>
                    <a:pt x="9242" y="16109"/>
                    <a:pt x="9290" y="16953"/>
                  </a:cubicBezTo>
                  <a:lnTo>
                    <a:pt x="9290" y="16953"/>
                  </a:lnTo>
                  <a:cubicBezTo>
                    <a:pt x="9306" y="16869"/>
                    <a:pt x="9496" y="16779"/>
                    <a:pt x="9699" y="16779"/>
                  </a:cubicBezTo>
                  <a:cubicBezTo>
                    <a:pt x="9823" y="16779"/>
                    <a:pt x="9953" y="16813"/>
                    <a:pt x="10051" y="16901"/>
                  </a:cubicBezTo>
                  <a:cubicBezTo>
                    <a:pt x="9798" y="17070"/>
                    <a:pt x="9518" y="17154"/>
                    <a:pt x="9209" y="17182"/>
                  </a:cubicBezTo>
                  <a:cubicBezTo>
                    <a:pt x="9209" y="17430"/>
                    <a:pt x="9346" y="17475"/>
                    <a:pt x="9527" y="17475"/>
                  </a:cubicBezTo>
                  <a:cubicBezTo>
                    <a:pt x="9633" y="17475"/>
                    <a:pt x="9753" y="17460"/>
                    <a:pt x="9871" y="17460"/>
                  </a:cubicBezTo>
                  <a:cubicBezTo>
                    <a:pt x="10010" y="17460"/>
                    <a:pt x="10146" y="17481"/>
                    <a:pt x="10248" y="17575"/>
                  </a:cubicBezTo>
                  <a:cubicBezTo>
                    <a:pt x="9405" y="17575"/>
                    <a:pt x="10500" y="17912"/>
                    <a:pt x="10697" y="18221"/>
                  </a:cubicBezTo>
                  <a:lnTo>
                    <a:pt x="10051" y="18052"/>
                  </a:lnTo>
                  <a:lnTo>
                    <a:pt x="10051" y="18052"/>
                  </a:lnTo>
                  <a:cubicBezTo>
                    <a:pt x="9462" y="18558"/>
                    <a:pt x="11371" y="18558"/>
                    <a:pt x="10753" y="18979"/>
                  </a:cubicBezTo>
                  <a:lnTo>
                    <a:pt x="9883" y="18529"/>
                  </a:lnTo>
                  <a:lnTo>
                    <a:pt x="10051" y="18866"/>
                  </a:lnTo>
                  <a:lnTo>
                    <a:pt x="9321" y="18642"/>
                  </a:lnTo>
                  <a:lnTo>
                    <a:pt x="9321" y="18642"/>
                  </a:lnTo>
                  <a:cubicBezTo>
                    <a:pt x="9798" y="19063"/>
                    <a:pt x="9630" y="19147"/>
                    <a:pt x="9349" y="19400"/>
                  </a:cubicBezTo>
                  <a:cubicBezTo>
                    <a:pt x="9827" y="19428"/>
                    <a:pt x="10528" y="19737"/>
                    <a:pt x="10472" y="19989"/>
                  </a:cubicBezTo>
                  <a:cubicBezTo>
                    <a:pt x="10411" y="20006"/>
                    <a:pt x="10355" y="20012"/>
                    <a:pt x="10304" y="20012"/>
                  </a:cubicBezTo>
                  <a:cubicBezTo>
                    <a:pt x="10142" y="20012"/>
                    <a:pt x="10032" y="19949"/>
                    <a:pt x="9965" y="19949"/>
                  </a:cubicBezTo>
                  <a:cubicBezTo>
                    <a:pt x="9908" y="19949"/>
                    <a:pt x="9883" y="19993"/>
                    <a:pt x="9883" y="20158"/>
                  </a:cubicBezTo>
                  <a:cubicBezTo>
                    <a:pt x="9490" y="19961"/>
                    <a:pt x="9012" y="19737"/>
                    <a:pt x="9658" y="19709"/>
                  </a:cubicBezTo>
                  <a:cubicBezTo>
                    <a:pt x="9433" y="19652"/>
                    <a:pt x="9265" y="19540"/>
                    <a:pt x="9040" y="19456"/>
                  </a:cubicBezTo>
                  <a:cubicBezTo>
                    <a:pt x="8563" y="19540"/>
                    <a:pt x="8816" y="19933"/>
                    <a:pt x="8788" y="20074"/>
                  </a:cubicBezTo>
                  <a:cubicBezTo>
                    <a:pt x="8844" y="20017"/>
                    <a:pt x="8900" y="19961"/>
                    <a:pt x="8984" y="19961"/>
                  </a:cubicBezTo>
                  <a:lnTo>
                    <a:pt x="9770" y="20747"/>
                  </a:lnTo>
                  <a:cubicBezTo>
                    <a:pt x="9546" y="20747"/>
                    <a:pt x="9321" y="20691"/>
                    <a:pt x="9125" y="20523"/>
                  </a:cubicBezTo>
                  <a:lnTo>
                    <a:pt x="9125" y="20523"/>
                  </a:lnTo>
                  <a:cubicBezTo>
                    <a:pt x="9181" y="20663"/>
                    <a:pt x="9462" y="20832"/>
                    <a:pt x="9490" y="21000"/>
                  </a:cubicBezTo>
                  <a:cubicBezTo>
                    <a:pt x="8956" y="20832"/>
                    <a:pt x="8423" y="20691"/>
                    <a:pt x="8226" y="20410"/>
                  </a:cubicBezTo>
                  <a:lnTo>
                    <a:pt x="8226" y="20410"/>
                  </a:lnTo>
                  <a:lnTo>
                    <a:pt x="8675" y="21084"/>
                  </a:lnTo>
                  <a:cubicBezTo>
                    <a:pt x="8649" y="21081"/>
                    <a:pt x="8620" y="21080"/>
                    <a:pt x="8588" y="21080"/>
                  </a:cubicBezTo>
                  <a:cubicBezTo>
                    <a:pt x="8422" y="21080"/>
                    <a:pt x="8189" y="21116"/>
                    <a:pt x="8010" y="21116"/>
                  </a:cubicBezTo>
                  <a:cubicBezTo>
                    <a:pt x="7925" y="21116"/>
                    <a:pt x="7853" y="21108"/>
                    <a:pt x="7805" y="21084"/>
                  </a:cubicBezTo>
                  <a:lnTo>
                    <a:pt x="7805" y="21084"/>
                  </a:lnTo>
                  <a:cubicBezTo>
                    <a:pt x="7412" y="21281"/>
                    <a:pt x="8647" y="22039"/>
                    <a:pt x="8142" y="22320"/>
                  </a:cubicBezTo>
                  <a:cubicBezTo>
                    <a:pt x="8254" y="22376"/>
                    <a:pt x="8339" y="22460"/>
                    <a:pt x="8395" y="22544"/>
                  </a:cubicBezTo>
                  <a:cubicBezTo>
                    <a:pt x="8170" y="22881"/>
                    <a:pt x="7440" y="23021"/>
                    <a:pt x="8058" y="23639"/>
                  </a:cubicBezTo>
                  <a:lnTo>
                    <a:pt x="7047" y="23639"/>
                  </a:lnTo>
                  <a:cubicBezTo>
                    <a:pt x="7159" y="24032"/>
                    <a:pt x="8310" y="23639"/>
                    <a:pt x="8535" y="24285"/>
                  </a:cubicBezTo>
                  <a:cubicBezTo>
                    <a:pt x="8597" y="24435"/>
                    <a:pt x="8537" y="24485"/>
                    <a:pt x="8415" y="24485"/>
                  </a:cubicBezTo>
                  <a:cubicBezTo>
                    <a:pt x="8170" y="24485"/>
                    <a:pt x="7677" y="24281"/>
                    <a:pt x="7437" y="24281"/>
                  </a:cubicBezTo>
                  <a:cubicBezTo>
                    <a:pt x="7418" y="24281"/>
                    <a:pt x="7400" y="24282"/>
                    <a:pt x="7384" y="24285"/>
                  </a:cubicBezTo>
                  <a:cubicBezTo>
                    <a:pt x="7805" y="24622"/>
                    <a:pt x="8675" y="25211"/>
                    <a:pt x="7805" y="25380"/>
                  </a:cubicBezTo>
                  <a:cubicBezTo>
                    <a:pt x="7637" y="25155"/>
                    <a:pt x="7805" y="25099"/>
                    <a:pt x="7777" y="24987"/>
                  </a:cubicBezTo>
                  <a:lnTo>
                    <a:pt x="7777" y="24987"/>
                  </a:lnTo>
                  <a:lnTo>
                    <a:pt x="7159" y="25099"/>
                  </a:lnTo>
                  <a:cubicBezTo>
                    <a:pt x="6461" y="24582"/>
                    <a:pt x="6692" y="24422"/>
                    <a:pt x="6118" y="24422"/>
                  </a:cubicBezTo>
                  <a:cubicBezTo>
                    <a:pt x="6069" y="24422"/>
                    <a:pt x="6014" y="24423"/>
                    <a:pt x="5952" y="24425"/>
                  </a:cubicBezTo>
                  <a:cubicBezTo>
                    <a:pt x="7777" y="24987"/>
                    <a:pt x="5840" y="25548"/>
                    <a:pt x="7665" y="26110"/>
                  </a:cubicBezTo>
                  <a:lnTo>
                    <a:pt x="7216" y="26166"/>
                  </a:lnTo>
                  <a:cubicBezTo>
                    <a:pt x="7244" y="26138"/>
                    <a:pt x="7159" y="26082"/>
                    <a:pt x="7188" y="26053"/>
                  </a:cubicBezTo>
                  <a:lnTo>
                    <a:pt x="7188" y="26053"/>
                  </a:lnTo>
                  <a:cubicBezTo>
                    <a:pt x="6205" y="26166"/>
                    <a:pt x="8423" y="26671"/>
                    <a:pt x="8058" y="27064"/>
                  </a:cubicBezTo>
                  <a:cubicBezTo>
                    <a:pt x="7946" y="27134"/>
                    <a:pt x="7826" y="27169"/>
                    <a:pt x="7710" y="27169"/>
                  </a:cubicBezTo>
                  <a:cubicBezTo>
                    <a:pt x="7595" y="27169"/>
                    <a:pt x="7482" y="27134"/>
                    <a:pt x="7384" y="27064"/>
                  </a:cubicBezTo>
                  <a:lnTo>
                    <a:pt x="7384" y="27064"/>
                  </a:lnTo>
                  <a:lnTo>
                    <a:pt x="7721" y="27541"/>
                  </a:lnTo>
                  <a:cubicBezTo>
                    <a:pt x="7706" y="27571"/>
                    <a:pt x="7673" y="27583"/>
                    <a:pt x="7634" y="27583"/>
                  </a:cubicBezTo>
                  <a:cubicBezTo>
                    <a:pt x="7552" y="27583"/>
                    <a:pt x="7440" y="27529"/>
                    <a:pt x="7412" y="27476"/>
                  </a:cubicBezTo>
                  <a:lnTo>
                    <a:pt x="7412" y="27476"/>
                  </a:lnTo>
                  <a:lnTo>
                    <a:pt x="7412" y="28019"/>
                  </a:lnTo>
                  <a:lnTo>
                    <a:pt x="7356" y="27991"/>
                  </a:lnTo>
                  <a:lnTo>
                    <a:pt x="7356" y="27991"/>
                  </a:lnTo>
                  <a:cubicBezTo>
                    <a:pt x="7637" y="28187"/>
                    <a:pt x="7917" y="28384"/>
                    <a:pt x="8170" y="28608"/>
                  </a:cubicBezTo>
                  <a:cubicBezTo>
                    <a:pt x="8135" y="28615"/>
                    <a:pt x="8107" y="28618"/>
                    <a:pt x="8082" y="28618"/>
                  </a:cubicBezTo>
                  <a:cubicBezTo>
                    <a:pt x="7912" y="28618"/>
                    <a:pt x="7974" y="28464"/>
                    <a:pt x="7777" y="28440"/>
                  </a:cubicBezTo>
                  <a:lnTo>
                    <a:pt x="7777" y="28440"/>
                  </a:lnTo>
                  <a:lnTo>
                    <a:pt x="8114" y="28861"/>
                  </a:lnTo>
                  <a:cubicBezTo>
                    <a:pt x="7609" y="28861"/>
                    <a:pt x="7216" y="28468"/>
                    <a:pt x="7356" y="28271"/>
                  </a:cubicBezTo>
                  <a:cubicBezTo>
                    <a:pt x="7054" y="28231"/>
                    <a:pt x="6857" y="28214"/>
                    <a:pt x="6735" y="28214"/>
                  </a:cubicBezTo>
                  <a:cubicBezTo>
                    <a:pt x="6086" y="28214"/>
                    <a:pt x="7549" y="28709"/>
                    <a:pt x="6486" y="28945"/>
                  </a:cubicBezTo>
                  <a:lnTo>
                    <a:pt x="6345" y="28608"/>
                  </a:lnTo>
                  <a:cubicBezTo>
                    <a:pt x="6162" y="28585"/>
                    <a:pt x="6017" y="28575"/>
                    <a:pt x="5901" y="28575"/>
                  </a:cubicBezTo>
                  <a:cubicBezTo>
                    <a:pt x="5325" y="28575"/>
                    <a:pt x="5437" y="28824"/>
                    <a:pt x="4829" y="28917"/>
                  </a:cubicBezTo>
                  <a:cubicBezTo>
                    <a:pt x="4861" y="28920"/>
                    <a:pt x="4901" y="28921"/>
                    <a:pt x="4948" y="28921"/>
                  </a:cubicBezTo>
                  <a:cubicBezTo>
                    <a:pt x="5114" y="28921"/>
                    <a:pt x="5367" y="28909"/>
                    <a:pt x="5641" y="28909"/>
                  </a:cubicBezTo>
                  <a:cubicBezTo>
                    <a:pt x="6124" y="28909"/>
                    <a:pt x="6676" y="28946"/>
                    <a:pt x="6942" y="29151"/>
                  </a:cubicBezTo>
                  <a:lnTo>
                    <a:pt x="6942" y="29151"/>
                  </a:lnTo>
                  <a:cubicBezTo>
                    <a:pt x="6816" y="29030"/>
                    <a:pt x="6649" y="28854"/>
                    <a:pt x="6853" y="28854"/>
                  </a:cubicBezTo>
                  <a:cubicBezTo>
                    <a:pt x="6875" y="28854"/>
                    <a:pt x="6903" y="28856"/>
                    <a:pt x="6935" y="28861"/>
                  </a:cubicBezTo>
                  <a:cubicBezTo>
                    <a:pt x="7637" y="29170"/>
                    <a:pt x="7300" y="29142"/>
                    <a:pt x="7019" y="29226"/>
                  </a:cubicBezTo>
                  <a:cubicBezTo>
                    <a:pt x="6851" y="29282"/>
                    <a:pt x="6738" y="29394"/>
                    <a:pt x="7047" y="29675"/>
                  </a:cubicBezTo>
                  <a:cubicBezTo>
                    <a:pt x="6873" y="29622"/>
                    <a:pt x="6754" y="29600"/>
                    <a:pt x="6672" y="29600"/>
                  </a:cubicBezTo>
                  <a:cubicBezTo>
                    <a:pt x="6452" y="29600"/>
                    <a:pt x="6506" y="29764"/>
                    <a:pt x="6486" y="29928"/>
                  </a:cubicBezTo>
                  <a:lnTo>
                    <a:pt x="5643" y="29647"/>
                  </a:lnTo>
                  <a:lnTo>
                    <a:pt x="5643" y="29647"/>
                  </a:lnTo>
                  <a:cubicBezTo>
                    <a:pt x="5812" y="29956"/>
                    <a:pt x="6261" y="30068"/>
                    <a:pt x="6598" y="30321"/>
                  </a:cubicBezTo>
                  <a:cubicBezTo>
                    <a:pt x="6532" y="30408"/>
                    <a:pt x="6390" y="30440"/>
                    <a:pt x="6206" y="30440"/>
                  </a:cubicBezTo>
                  <a:cubicBezTo>
                    <a:pt x="5918" y="30440"/>
                    <a:pt x="5526" y="30361"/>
                    <a:pt x="5166" y="30293"/>
                  </a:cubicBezTo>
                  <a:lnTo>
                    <a:pt x="5166" y="30293"/>
                  </a:lnTo>
                  <a:cubicBezTo>
                    <a:pt x="4913" y="30630"/>
                    <a:pt x="6317" y="30321"/>
                    <a:pt x="6345" y="30854"/>
                  </a:cubicBezTo>
                  <a:cubicBezTo>
                    <a:pt x="5896" y="31107"/>
                    <a:pt x="6177" y="31444"/>
                    <a:pt x="6570" y="32005"/>
                  </a:cubicBezTo>
                  <a:cubicBezTo>
                    <a:pt x="6501" y="32037"/>
                    <a:pt x="6441" y="32050"/>
                    <a:pt x="6386" y="32050"/>
                  </a:cubicBezTo>
                  <a:cubicBezTo>
                    <a:pt x="6147" y="32050"/>
                    <a:pt x="6012" y="31809"/>
                    <a:pt x="5784" y="31809"/>
                  </a:cubicBezTo>
                  <a:lnTo>
                    <a:pt x="6401" y="32258"/>
                  </a:lnTo>
                  <a:cubicBezTo>
                    <a:pt x="6398" y="32262"/>
                    <a:pt x="6390" y="32264"/>
                    <a:pt x="6381" y="32264"/>
                  </a:cubicBezTo>
                  <a:cubicBezTo>
                    <a:pt x="6320" y="32264"/>
                    <a:pt x="6161" y="32198"/>
                    <a:pt x="6065" y="32174"/>
                  </a:cubicBezTo>
                  <a:lnTo>
                    <a:pt x="6065" y="32174"/>
                  </a:lnTo>
                  <a:cubicBezTo>
                    <a:pt x="6261" y="32426"/>
                    <a:pt x="6907" y="32455"/>
                    <a:pt x="7047" y="32819"/>
                  </a:cubicBezTo>
                  <a:cubicBezTo>
                    <a:pt x="7974" y="33184"/>
                    <a:pt x="5503" y="32932"/>
                    <a:pt x="6458" y="33634"/>
                  </a:cubicBezTo>
                  <a:cubicBezTo>
                    <a:pt x="6177" y="33634"/>
                    <a:pt x="5924" y="33409"/>
                    <a:pt x="5587" y="33353"/>
                  </a:cubicBezTo>
                  <a:lnTo>
                    <a:pt x="5587" y="33353"/>
                  </a:lnTo>
                  <a:cubicBezTo>
                    <a:pt x="5924" y="33830"/>
                    <a:pt x="6317" y="34251"/>
                    <a:pt x="6794" y="34616"/>
                  </a:cubicBezTo>
                  <a:lnTo>
                    <a:pt x="6121" y="34757"/>
                  </a:lnTo>
                  <a:cubicBezTo>
                    <a:pt x="6138" y="34756"/>
                    <a:pt x="6156" y="34756"/>
                    <a:pt x="6173" y="34756"/>
                  </a:cubicBezTo>
                  <a:cubicBezTo>
                    <a:pt x="6882" y="34756"/>
                    <a:pt x="7509" y="35302"/>
                    <a:pt x="8030" y="35767"/>
                  </a:cubicBezTo>
                  <a:cubicBezTo>
                    <a:pt x="8367" y="35767"/>
                    <a:pt x="8647" y="35795"/>
                    <a:pt x="8788" y="35795"/>
                  </a:cubicBezTo>
                  <a:lnTo>
                    <a:pt x="9125" y="36385"/>
                  </a:lnTo>
                  <a:cubicBezTo>
                    <a:pt x="8877" y="36336"/>
                    <a:pt x="8630" y="36243"/>
                    <a:pt x="8421" y="36125"/>
                  </a:cubicBezTo>
                  <a:lnTo>
                    <a:pt x="8421" y="36125"/>
                  </a:lnTo>
                  <a:cubicBezTo>
                    <a:pt x="8461" y="36152"/>
                    <a:pt x="8503" y="36184"/>
                    <a:pt x="8535" y="36217"/>
                  </a:cubicBezTo>
                  <a:cubicBezTo>
                    <a:pt x="8500" y="36222"/>
                    <a:pt x="8465" y="36224"/>
                    <a:pt x="8428" y="36224"/>
                  </a:cubicBezTo>
                  <a:cubicBezTo>
                    <a:pt x="8080" y="36224"/>
                    <a:pt x="7650" y="35993"/>
                    <a:pt x="7244" y="35739"/>
                  </a:cubicBezTo>
                  <a:lnTo>
                    <a:pt x="7244" y="35739"/>
                  </a:lnTo>
                  <a:lnTo>
                    <a:pt x="7833" y="35767"/>
                  </a:lnTo>
                  <a:cubicBezTo>
                    <a:pt x="7356" y="35459"/>
                    <a:pt x="6851" y="35234"/>
                    <a:pt x="6317" y="35065"/>
                  </a:cubicBezTo>
                  <a:lnTo>
                    <a:pt x="6317" y="35065"/>
                  </a:lnTo>
                  <a:cubicBezTo>
                    <a:pt x="6373" y="35122"/>
                    <a:pt x="6458" y="35178"/>
                    <a:pt x="6486" y="35290"/>
                  </a:cubicBezTo>
                  <a:cubicBezTo>
                    <a:pt x="6373" y="35206"/>
                    <a:pt x="6261" y="35150"/>
                    <a:pt x="6149" y="35122"/>
                  </a:cubicBezTo>
                  <a:cubicBezTo>
                    <a:pt x="6036" y="35122"/>
                    <a:pt x="6205" y="35234"/>
                    <a:pt x="6401" y="35374"/>
                  </a:cubicBezTo>
                  <a:lnTo>
                    <a:pt x="5419" y="35150"/>
                  </a:lnTo>
                  <a:lnTo>
                    <a:pt x="5784" y="35290"/>
                  </a:lnTo>
                  <a:lnTo>
                    <a:pt x="5026" y="35655"/>
                  </a:lnTo>
                  <a:cubicBezTo>
                    <a:pt x="5840" y="36385"/>
                    <a:pt x="7131" y="37227"/>
                    <a:pt x="7272" y="38013"/>
                  </a:cubicBezTo>
                  <a:cubicBezTo>
                    <a:pt x="6626" y="37592"/>
                    <a:pt x="6149" y="37564"/>
                    <a:pt x="5335" y="37283"/>
                  </a:cubicBezTo>
                  <a:lnTo>
                    <a:pt x="5335" y="37283"/>
                  </a:lnTo>
                  <a:cubicBezTo>
                    <a:pt x="5398" y="37291"/>
                    <a:pt x="5451" y="37295"/>
                    <a:pt x="5497" y="37295"/>
                  </a:cubicBezTo>
                  <a:cubicBezTo>
                    <a:pt x="6110" y="37295"/>
                    <a:pt x="5172" y="36631"/>
                    <a:pt x="5413" y="36391"/>
                  </a:cubicBezTo>
                  <a:lnTo>
                    <a:pt x="5413" y="36391"/>
                  </a:lnTo>
                  <a:cubicBezTo>
                    <a:pt x="5375" y="36424"/>
                    <a:pt x="5321" y="36438"/>
                    <a:pt x="5260" y="36438"/>
                  </a:cubicBezTo>
                  <a:cubicBezTo>
                    <a:pt x="5086" y="36438"/>
                    <a:pt x="4855" y="36327"/>
                    <a:pt x="4773" y="36245"/>
                  </a:cubicBezTo>
                  <a:lnTo>
                    <a:pt x="4773" y="36245"/>
                  </a:lnTo>
                  <a:lnTo>
                    <a:pt x="5363" y="37115"/>
                  </a:lnTo>
                  <a:cubicBezTo>
                    <a:pt x="5125" y="37026"/>
                    <a:pt x="4985" y="36996"/>
                    <a:pt x="4890" y="36996"/>
                  </a:cubicBezTo>
                  <a:cubicBezTo>
                    <a:pt x="4716" y="36996"/>
                    <a:pt x="4692" y="37097"/>
                    <a:pt x="4492" y="37115"/>
                  </a:cubicBezTo>
                  <a:cubicBezTo>
                    <a:pt x="5840" y="37480"/>
                    <a:pt x="5222" y="37873"/>
                    <a:pt x="5531" y="38266"/>
                  </a:cubicBezTo>
                  <a:cubicBezTo>
                    <a:pt x="5082" y="38126"/>
                    <a:pt x="4661" y="37901"/>
                    <a:pt x="4857" y="37648"/>
                  </a:cubicBezTo>
                  <a:cubicBezTo>
                    <a:pt x="4842" y="37648"/>
                    <a:pt x="4827" y="37648"/>
                    <a:pt x="4813" y="37648"/>
                  </a:cubicBezTo>
                  <a:cubicBezTo>
                    <a:pt x="3804" y="37648"/>
                    <a:pt x="6245" y="38630"/>
                    <a:pt x="5308" y="38631"/>
                  </a:cubicBezTo>
                  <a:lnTo>
                    <a:pt x="5308" y="38631"/>
                  </a:lnTo>
                  <a:cubicBezTo>
                    <a:pt x="5308" y="38627"/>
                    <a:pt x="5308" y="38624"/>
                    <a:pt x="5307" y="38620"/>
                  </a:cubicBezTo>
                  <a:lnTo>
                    <a:pt x="5307" y="38620"/>
                  </a:lnTo>
                  <a:cubicBezTo>
                    <a:pt x="5307" y="38623"/>
                    <a:pt x="5307" y="38627"/>
                    <a:pt x="5307" y="38631"/>
                  </a:cubicBezTo>
                  <a:cubicBezTo>
                    <a:pt x="5307" y="38631"/>
                    <a:pt x="5308" y="38631"/>
                    <a:pt x="5308" y="38631"/>
                  </a:cubicBezTo>
                  <a:lnTo>
                    <a:pt x="5308" y="38631"/>
                  </a:lnTo>
                  <a:cubicBezTo>
                    <a:pt x="5322" y="38779"/>
                    <a:pt x="5171" y="38893"/>
                    <a:pt x="4990" y="38893"/>
                  </a:cubicBezTo>
                  <a:cubicBezTo>
                    <a:pt x="4900" y="38893"/>
                    <a:pt x="4804" y="38865"/>
                    <a:pt x="4717" y="38799"/>
                  </a:cubicBezTo>
                  <a:lnTo>
                    <a:pt x="4717" y="38743"/>
                  </a:lnTo>
                  <a:lnTo>
                    <a:pt x="4717" y="38743"/>
                  </a:lnTo>
                  <a:cubicBezTo>
                    <a:pt x="4184" y="39389"/>
                    <a:pt x="4464" y="40372"/>
                    <a:pt x="5278" y="40652"/>
                  </a:cubicBezTo>
                  <a:cubicBezTo>
                    <a:pt x="5138" y="40624"/>
                    <a:pt x="3959" y="40091"/>
                    <a:pt x="3734" y="39979"/>
                  </a:cubicBezTo>
                  <a:lnTo>
                    <a:pt x="3734" y="39979"/>
                  </a:lnTo>
                  <a:lnTo>
                    <a:pt x="7188" y="42253"/>
                  </a:lnTo>
                  <a:cubicBezTo>
                    <a:pt x="6233" y="41803"/>
                    <a:pt x="3847" y="41242"/>
                    <a:pt x="3454" y="40624"/>
                  </a:cubicBezTo>
                  <a:cubicBezTo>
                    <a:pt x="3285" y="40709"/>
                    <a:pt x="3061" y="40765"/>
                    <a:pt x="3313" y="41130"/>
                  </a:cubicBezTo>
                  <a:cubicBezTo>
                    <a:pt x="3319" y="41129"/>
                    <a:pt x="3326" y="41128"/>
                    <a:pt x="3334" y="41128"/>
                  </a:cubicBezTo>
                  <a:cubicBezTo>
                    <a:pt x="3569" y="41128"/>
                    <a:pt x="4775" y="41498"/>
                    <a:pt x="4829" y="41607"/>
                  </a:cubicBezTo>
                  <a:cubicBezTo>
                    <a:pt x="4436" y="41569"/>
                    <a:pt x="4233" y="41557"/>
                    <a:pt x="4098" y="41557"/>
                  </a:cubicBezTo>
                  <a:cubicBezTo>
                    <a:pt x="3832" y="41557"/>
                    <a:pt x="3828" y="41605"/>
                    <a:pt x="3151" y="41607"/>
                  </a:cubicBezTo>
                  <a:lnTo>
                    <a:pt x="3151" y="41607"/>
                  </a:lnTo>
                  <a:cubicBezTo>
                    <a:pt x="3145" y="41606"/>
                    <a:pt x="3139" y="41606"/>
                    <a:pt x="3133" y="41606"/>
                  </a:cubicBezTo>
                  <a:cubicBezTo>
                    <a:pt x="3127" y="41606"/>
                    <a:pt x="3122" y="41606"/>
                    <a:pt x="3117" y="41607"/>
                  </a:cubicBezTo>
                  <a:cubicBezTo>
                    <a:pt x="3128" y="41607"/>
                    <a:pt x="3140" y="41607"/>
                    <a:pt x="3151" y="41607"/>
                  </a:cubicBezTo>
                  <a:lnTo>
                    <a:pt x="3151" y="41607"/>
                  </a:lnTo>
                  <a:cubicBezTo>
                    <a:pt x="3480" y="41633"/>
                    <a:pt x="4825" y="42287"/>
                    <a:pt x="4717" y="42449"/>
                  </a:cubicBezTo>
                  <a:cubicBezTo>
                    <a:pt x="4503" y="42342"/>
                    <a:pt x="3347" y="41930"/>
                    <a:pt x="3116" y="41769"/>
                  </a:cubicBezTo>
                  <a:lnTo>
                    <a:pt x="3116" y="41769"/>
                  </a:lnTo>
                  <a:lnTo>
                    <a:pt x="4312" y="42732"/>
                  </a:lnTo>
                  <a:lnTo>
                    <a:pt x="4312" y="42732"/>
                  </a:lnTo>
                  <a:cubicBezTo>
                    <a:pt x="3999" y="42518"/>
                    <a:pt x="3109" y="42274"/>
                    <a:pt x="2696" y="42196"/>
                  </a:cubicBezTo>
                  <a:lnTo>
                    <a:pt x="2696" y="42196"/>
                  </a:lnTo>
                  <a:cubicBezTo>
                    <a:pt x="3004" y="42281"/>
                    <a:pt x="2527" y="42590"/>
                    <a:pt x="2611" y="42758"/>
                  </a:cubicBezTo>
                  <a:lnTo>
                    <a:pt x="3032" y="42702"/>
                  </a:lnTo>
                  <a:lnTo>
                    <a:pt x="3032" y="42702"/>
                  </a:lnTo>
                  <a:cubicBezTo>
                    <a:pt x="2611" y="43123"/>
                    <a:pt x="4885" y="44021"/>
                    <a:pt x="4605" y="44499"/>
                  </a:cubicBezTo>
                  <a:cubicBezTo>
                    <a:pt x="4357" y="44350"/>
                    <a:pt x="3146" y="43763"/>
                    <a:pt x="2673" y="43763"/>
                  </a:cubicBezTo>
                  <a:cubicBezTo>
                    <a:pt x="2610" y="43763"/>
                    <a:pt x="2560" y="43774"/>
                    <a:pt x="2527" y="43797"/>
                  </a:cubicBezTo>
                  <a:cubicBezTo>
                    <a:pt x="3229" y="44218"/>
                    <a:pt x="5924" y="45762"/>
                    <a:pt x="6289" y="46464"/>
                  </a:cubicBezTo>
                  <a:lnTo>
                    <a:pt x="5840" y="46380"/>
                  </a:lnTo>
                  <a:lnTo>
                    <a:pt x="6177" y="46941"/>
                  </a:lnTo>
                  <a:cubicBezTo>
                    <a:pt x="5138" y="46239"/>
                    <a:pt x="3032" y="44667"/>
                    <a:pt x="2246" y="43965"/>
                  </a:cubicBezTo>
                  <a:cubicBezTo>
                    <a:pt x="2188" y="43973"/>
                    <a:pt x="2135" y="43976"/>
                    <a:pt x="2088" y="43976"/>
                  </a:cubicBezTo>
                  <a:cubicBezTo>
                    <a:pt x="1947" y="43976"/>
                    <a:pt x="1853" y="43950"/>
                    <a:pt x="1788" y="43950"/>
                  </a:cubicBezTo>
                  <a:cubicBezTo>
                    <a:pt x="1718" y="43950"/>
                    <a:pt x="1682" y="43980"/>
                    <a:pt x="1657" y="44106"/>
                  </a:cubicBezTo>
                  <a:cubicBezTo>
                    <a:pt x="1376" y="44106"/>
                    <a:pt x="1151" y="43881"/>
                    <a:pt x="1123" y="43628"/>
                  </a:cubicBezTo>
                  <a:lnTo>
                    <a:pt x="590" y="44162"/>
                  </a:lnTo>
                  <a:cubicBezTo>
                    <a:pt x="1460" y="44499"/>
                    <a:pt x="1236" y="45032"/>
                    <a:pt x="1994" y="45313"/>
                  </a:cubicBezTo>
                  <a:lnTo>
                    <a:pt x="1376" y="44218"/>
                  </a:lnTo>
                  <a:lnTo>
                    <a:pt x="1376" y="44218"/>
                  </a:lnTo>
                  <a:cubicBezTo>
                    <a:pt x="2274" y="44555"/>
                    <a:pt x="3678" y="45650"/>
                    <a:pt x="3341" y="46071"/>
                  </a:cubicBezTo>
                  <a:cubicBezTo>
                    <a:pt x="2920" y="46043"/>
                    <a:pt x="1825" y="45313"/>
                    <a:pt x="1516" y="45200"/>
                  </a:cubicBezTo>
                  <a:lnTo>
                    <a:pt x="1516" y="45200"/>
                  </a:lnTo>
                  <a:cubicBezTo>
                    <a:pt x="1783" y="45387"/>
                    <a:pt x="1897" y="45851"/>
                    <a:pt x="1717" y="45851"/>
                  </a:cubicBezTo>
                  <a:cubicBezTo>
                    <a:pt x="1707" y="45851"/>
                    <a:pt x="1697" y="45849"/>
                    <a:pt x="1685" y="45846"/>
                  </a:cubicBezTo>
                  <a:lnTo>
                    <a:pt x="1320" y="45453"/>
                  </a:lnTo>
                  <a:lnTo>
                    <a:pt x="1320" y="45453"/>
                  </a:lnTo>
                  <a:cubicBezTo>
                    <a:pt x="913" y="45562"/>
                    <a:pt x="2208" y="46298"/>
                    <a:pt x="1438" y="46298"/>
                  </a:cubicBezTo>
                  <a:cubicBezTo>
                    <a:pt x="1411" y="46298"/>
                    <a:pt x="1381" y="46297"/>
                    <a:pt x="1348" y="46295"/>
                  </a:cubicBezTo>
                  <a:cubicBezTo>
                    <a:pt x="1329" y="46310"/>
                    <a:pt x="1278" y="46315"/>
                    <a:pt x="1210" y="46315"/>
                  </a:cubicBezTo>
                  <a:cubicBezTo>
                    <a:pt x="1027" y="46315"/>
                    <a:pt x="718" y="46276"/>
                    <a:pt x="561" y="46276"/>
                  </a:cubicBezTo>
                  <a:cubicBezTo>
                    <a:pt x="440" y="46276"/>
                    <a:pt x="409" y="46299"/>
                    <a:pt x="590" y="46380"/>
                  </a:cubicBezTo>
                  <a:cubicBezTo>
                    <a:pt x="2246" y="46885"/>
                    <a:pt x="3875" y="47559"/>
                    <a:pt x="5419" y="48373"/>
                  </a:cubicBezTo>
                  <a:cubicBezTo>
                    <a:pt x="5038" y="48427"/>
                    <a:pt x="4657" y="48458"/>
                    <a:pt x="4277" y="48458"/>
                  </a:cubicBezTo>
                  <a:cubicBezTo>
                    <a:pt x="4068" y="48458"/>
                    <a:pt x="3859" y="48449"/>
                    <a:pt x="3650" y="48429"/>
                  </a:cubicBezTo>
                  <a:cubicBezTo>
                    <a:pt x="2808" y="48289"/>
                    <a:pt x="1938" y="47362"/>
                    <a:pt x="1208" y="47222"/>
                  </a:cubicBezTo>
                  <a:lnTo>
                    <a:pt x="1208" y="47222"/>
                  </a:lnTo>
                  <a:cubicBezTo>
                    <a:pt x="1404" y="47334"/>
                    <a:pt x="1601" y="47475"/>
                    <a:pt x="1769" y="47643"/>
                  </a:cubicBezTo>
                  <a:cubicBezTo>
                    <a:pt x="1760" y="47644"/>
                    <a:pt x="1751" y="47644"/>
                    <a:pt x="1742" y="47644"/>
                  </a:cubicBezTo>
                  <a:cubicBezTo>
                    <a:pt x="1556" y="47644"/>
                    <a:pt x="1285" y="47457"/>
                    <a:pt x="1150" y="47457"/>
                  </a:cubicBezTo>
                  <a:cubicBezTo>
                    <a:pt x="1099" y="47457"/>
                    <a:pt x="1067" y="47484"/>
                    <a:pt x="1067" y="47559"/>
                  </a:cubicBezTo>
                  <a:cubicBezTo>
                    <a:pt x="1909" y="47980"/>
                    <a:pt x="758" y="48008"/>
                    <a:pt x="1769" y="48008"/>
                  </a:cubicBezTo>
                  <a:cubicBezTo>
                    <a:pt x="1909" y="48345"/>
                    <a:pt x="1460" y="48176"/>
                    <a:pt x="1376" y="48457"/>
                  </a:cubicBezTo>
                  <a:cubicBezTo>
                    <a:pt x="1994" y="48626"/>
                    <a:pt x="3201" y="49580"/>
                    <a:pt x="3341" y="49945"/>
                  </a:cubicBezTo>
                  <a:cubicBezTo>
                    <a:pt x="3117" y="49833"/>
                    <a:pt x="2892" y="49777"/>
                    <a:pt x="2667" y="49721"/>
                  </a:cubicBezTo>
                  <a:cubicBezTo>
                    <a:pt x="2359" y="50170"/>
                    <a:pt x="1825" y="50254"/>
                    <a:pt x="1601" y="50703"/>
                  </a:cubicBezTo>
                  <a:cubicBezTo>
                    <a:pt x="1376" y="50647"/>
                    <a:pt x="1011" y="50759"/>
                    <a:pt x="674" y="50479"/>
                  </a:cubicBezTo>
                  <a:lnTo>
                    <a:pt x="674" y="50479"/>
                  </a:lnTo>
                  <a:cubicBezTo>
                    <a:pt x="815" y="50619"/>
                    <a:pt x="1067" y="50815"/>
                    <a:pt x="1039" y="50956"/>
                  </a:cubicBezTo>
                  <a:cubicBezTo>
                    <a:pt x="169" y="50872"/>
                    <a:pt x="1067" y="50619"/>
                    <a:pt x="85" y="50394"/>
                  </a:cubicBezTo>
                  <a:lnTo>
                    <a:pt x="85" y="50394"/>
                  </a:lnTo>
                  <a:cubicBezTo>
                    <a:pt x="562" y="50647"/>
                    <a:pt x="590" y="51096"/>
                    <a:pt x="815" y="51433"/>
                  </a:cubicBezTo>
                  <a:cubicBezTo>
                    <a:pt x="956" y="51487"/>
                    <a:pt x="1059" y="51510"/>
                    <a:pt x="1132" y="51510"/>
                  </a:cubicBezTo>
                  <a:cubicBezTo>
                    <a:pt x="1480" y="51510"/>
                    <a:pt x="1141" y="50982"/>
                    <a:pt x="955" y="50703"/>
                  </a:cubicBezTo>
                  <a:lnTo>
                    <a:pt x="955" y="50703"/>
                  </a:lnTo>
                  <a:cubicBezTo>
                    <a:pt x="2022" y="51208"/>
                    <a:pt x="3004" y="52079"/>
                    <a:pt x="3257" y="52809"/>
                  </a:cubicBezTo>
                  <a:cubicBezTo>
                    <a:pt x="3281" y="52951"/>
                    <a:pt x="3231" y="53000"/>
                    <a:pt x="3150" y="53000"/>
                  </a:cubicBezTo>
                  <a:cubicBezTo>
                    <a:pt x="2971" y="53000"/>
                    <a:pt x="2639" y="52761"/>
                    <a:pt x="2604" y="52761"/>
                  </a:cubicBezTo>
                  <a:cubicBezTo>
                    <a:pt x="2599" y="52761"/>
                    <a:pt x="2600" y="52767"/>
                    <a:pt x="2611" y="52781"/>
                  </a:cubicBezTo>
                  <a:cubicBezTo>
                    <a:pt x="2078" y="53398"/>
                    <a:pt x="4155" y="54297"/>
                    <a:pt x="3117" y="54521"/>
                  </a:cubicBezTo>
                  <a:cubicBezTo>
                    <a:pt x="2303" y="54437"/>
                    <a:pt x="1741" y="53876"/>
                    <a:pt x="1236" y="53679"/>
                  </a:cubicBezTo>
                  <a:cubicBezTo>
                    <a:pt x="1123" y="53258"/>
                    <a:pt x="1909" y="53426"/>
                    <a:pt x="1994" y="53202"/>
                  </a:cubicBezTo>
                  <a:lnTo>
                    <a:pt x="1994" y="53202"/>
                  </a:lnTo>
                  <a:lnTo>
                    <a:pt x="1545" y="53314"/>
                  </a:lnTo>
                  <a:cubicBezTo>
                    <a:pt x="1348" y="53089"/>
                    <a:pt x="1292" y="52809"/>
                    <a:pt x="1545" y="52781"/>
                  </a:cubicBezTo>
                  <a:cubicBezTo>
                    <a:pt x="1521" y="52778"/>
                    <a:pt x="1499" y="52777"/>
                    <a:pt x="1478" y="52777"/>
                  </a:cubicBezTo>
                  <a:cubicBezTo>
                    <a:pt x="842" y="52777"/>
                    <a:pt x="815" y="53940"/>
                    <a:pt x="0" y="54184"/>
                  </a:cubicBezTo>
                  <a:cubicBezTo>
                    <a:pt x="169" y="54409"/>
                    <a:pt x="309" y="54690"/>
                    <a:pt x="618" y="54746"/>
                  </a:cubicBezTo>
                  <a:lnTo>
                    <a:pt x="618" y="54521"/>
                  </a:lnTo>
                  <a:cubicBezTo>
                    <a:pt x="1195" y="54626"/>
                    <a:pt x="1209" y="55147"/>
                    <a:pt x="1505" y="55147"/>
                  </a:cubicBezTo>
                  <a:cubicBezTo>
                    <a:pt x="1526" y="55147"/>
                    <a:pt x="1548" y="55145"/>
                    <a:pt x="1573" y="55139"/>
                  </a:cubicBezTo>
                  <a:cubicBezTo>
                    <a:pt x="1825" y="55560"/>
                    <a:pt x="2303" y="56150"/>
                    <a:pt x="1825" y="56318"/>
                  </a:cubicBezTo>
                  <a:lnTo>
                    <a:pt x="1086" y="56001"/>
                  </a:lnTo>
                  <a:lnTo>
                    <a:pt x="1086" y="56001"/>
                  </a:lnTo>
                  <a:cubicBezTo>
                    <a:pt x="1141" y="56021"/>
                    <a:pt x="1199" y="56031"/>
                    <a:pt x="1253" y="56031"/>
                  </a:cubicBezTo>
                  <a:cubicBezTo>
                    <a:pt x="1411" y="56031"/>
                    <a:pt x="1533" y="55949"/>
                    <a:pt x="1418" y="55802"/>
                  </a:cubicBezTo>
                  <a:lnTo>
                    <a:pt x="1418" y="55802"/>
                  </a:lnTo>
                  <a:cubicBezTo>
                    <a:pt x="1625" y="56081"/>
                    <a:pt x="131" y="55770"/>
                    <a:pt x="1039" y="56430"/>
                  </a:cubicBezTo>
                  <a:lnTo>
                    <a:pt x="1685" y="56458"/>
                  </a:lnTo>
                  <a:cubicBezTo>
                    <a:pt x="1938" y="56908"/>
                    <a:pt x="2611" y="57610"/>
                    <a:pt x="2218" y="57778"/>
                  </a:cubicBezTo>
                  <a:cubicBezTo>
                    <a:pt x="2456" y="57860"/>
                    <a:pt x="2550" y="57884"/>
                    <a:pt x="2589" y="57884"/>
                  </a:cubicBezTo>
                  <a:cubicBezTo>
                    <a:pt x="2647" y="57884"/>
                    <a:pt x="2579" y="57829"/>
                    <a:pt x="2684" y="57829"/>
                  </a:cubicBezTo>
                  <a:cubicBezTo>
                    <a:pt x="2749" y="57829"/>
                    <a:pt x="2879" y="57850"/>
                    <a:pt x="3145" y="57918"/>
                  </a:cubicBezTo>
                  <a:cubicBezTo>
                    <a:pt x="2011" y="57540"/>
                    <a:pt x="3474" y="57214"/>
                    <a:pt x="2413" y="56915"/>
                  </a:cubicBezTo>
                  <a:lnTo>
                    <a:pt x="2413" y="56915"/>
                  </a:lnTo>
                  <a:cubicBezTo>
                    <a:pt x="2644" y="56971"/>
                    <a:pt x="2796" y="56991"/>
                    <a:pt x="2907" y="56991"/>
                  </a:cubicBezTo>
                  <a:cubicBezTo>
                    <a:pt x="3181" y="56991"/>
                    <a:pt x="3203" y="56869"/>
                    <a:pt x="3535" y="56869"/>
                  </a:cubicBezTo>
                  <a:cubicBezTo>
                    <a:pt x="3635" y="56869"/>
                    <a:pt x="3761" y="56879"/>
                    <a:pt x="3931" y="56908"/>
                  </a:cubicBezTo>
                  <a:cubicBezTo>
                    <a:pt x="3678" y="56767"/>
                    <a:pt x="3397" y="56739"/>
                    <a:pt x="3650" y="56543"/>
                  </a:cubicBezTo>
                  <a:cubicBezTo>
                    <a:pt x="3566" y="56487"/>
                    <a:pt x="3510" y="56430"/>
                    <a:pt x="3454" y="56374"/>
                  </a:cubicBezTo>
                  <a:lnTo>
                    <a:pt x="3426" y="56374"/>
                  </a:lnTo>
                  <a:cubicBezTo>
                    <a:pt x="3285" y="56374"/>
                    <a:pt x="3117" y="56374"/>
                    <a:pt x="2976" y="56318"/>
                  </a:cubicBezTo>
                  <a:cubicBezTo>
                    <a:pt x="2471" y="55897"/>
                    <a:pt x="2667" y="55504"/>
                    <a:pt x="2443" y="55223"/>
                  </a:cubicBezTo>
                  <a:cubicBezTo>
                    <a:pt x="2468" y="55212"/>
                    <a:pt x="2491" y="55208"/>
                    <a:pt x="2513" y="55208"/>
                  </a:cubicBezTo>
                  <a:cubicBezTo>
                    <a:pt x="2658" y="55208"/>
                    <a:pt x="2735" y="55427"/>
                    <a:pt x="3004" y="55476"/>
                  </a:cubicBezTo>
                  <a:lnTo>
                    <a:pt x="2667" y="55055"/>
                  </a:lnTo>
                  <a:lnTo>
                    <a:pt x="2667" y="55055"/>
                  </a:lnTo>
                  <a:cubicBezTo>
                    <a:pt x="3229" y="55335"/>
                    <a:pt x="3790" y="55139"/>
                    <a:pt x="3959" y="55644"/>
                  </a:cubicBezTo>
                  <a:lnTo>
                    <a:pt x="4127" y="55364"/>
                  </a:lnTo>
                  <a:cubicBezTo>
                    <a:pt x="4548" y="55335"/>
                    <a:pt x="4801" y="55139"/>
                    <a:pt x="4633" y="54858"/>
                  </a:cubicBezTo>
                  <a:cubicBezTo>
                    <a:pt x="4786" y="54792"/>
                    <a:pt x="4443" y="54418"/>
                    <a:pt x="4459" y="54418"/>
                  </a:cubicBezTo>
                  <a:lnTo>
                    <a:pt x="4459" y="54418"/>
                  </a:lnTo>
                  <a:cubicBezTo>
                    <a:pt x="4464" y="54418"/>
                    <a:pt x="4497" y="54448"/>
                    <a:pt x="4577" y="54521"/>
                  </a:cubicBezTo>
                  <a:cubicBezTo>
                    <a:pt x="4548" y="54297"/>
                    <a:pt x="4492" y="54072"/>
                    <a:pt x="4464" y="53847"/>
                  </a:cubicBezTo>
                  <a:lnTo>
                    <a:pt x="4464" y="53847"/>
                  </a:lnTo>
                  <a:lnTo>
                    <a:pt x="4605" y="53932"/>
                  </a:lnTo>
                  <a:cubicBezTo>
                    <a:pt x="4913" y="53454"/>
                    <a:pt x="4155" y="52472"/>
                    <a:pt x="5447" y="52388"/>
                  </a:cubicBezTo>
                  <a:cubicBezTo>
                    <a:pt x="5363" y="52163"/>
                    <a:pt x="5278" y="51910"/>
                    <a:pt x="5559" y="51714"/>
                  </a:cubicBezTo>
                  <a:lnTo>
                    <a:pt x="6093" y="51882"/>
                  </a:lnTo>
                  <a:cubicBezTo>
                    <a:pt x="6008" y="51602"/>
                    <a:pt x="6879" y="51461"/>
                    <a:pt x="6401" y="51124"/>
                  </a:cubicBezTo>
                  <a:lnTo>
                    <a:pt x="6401" y="51124"/>
                  </a:lnTo>
                  <a:cubicBezTo>
                    <a:pt x="6588" y="51175"/>
                    <a:pt x="6739" y="51198"/>
                    <a:pt x="6861" y="51198"/>
                  </a:cubicBezTo>
                  <a:cubicBezTo>
                    <a:pt x="7676" y="51198"/>
                    <a:pt x="7211" y="50189"/>
                    <a:pt x="7552" y="49945"/>
                  </a:cubicBezTo>
                  <a:lnTo>
                    <a:pt x="6907" y="49664"/>
                  </a:lnTo>
                  <a:cubicBezTo>
                    <a:pt x="7075" y="49412"/>
                    <a:pt x="6991" y="49075"/>
                    <a:pt x="6879" y="48654"/>
                  </a:cubicBezTo>
                  <a:lnTo>
                    <a:pt x="6289" y="48429"/>
                  </a:lnTo>
                  <a:cubicBezTo>
                    <a:pt x="5924" y="47924"/>
                    <a:pt x="6991" y="47868"/>
                    <a:pt x="7103" y="47418"/>
                  </a:cubicBezTo>
                  <a:lnTo>
                    <a:pt x="7103" y="47418"/>
                  </a:lnTo>
                  <a:cubicBezTo>
                    <a:pt x="7328" y="47531"/>
                    <a:pt x="7216" y="47615"/>
                    <a:pt x="7047" y="47643"/>
                  </a:cubicBezTo>
                  <a:cubicBezTo>
                    <a:pt x="7061" y="47643"/>
                    <a:pt x="7075" y="47643"/>
                    <a:pt x="7088" y="47643"/>
                  </a:cubicBezTo>
                  <a:cubicBezTo>
                    <a:pt x="8555" y="47643"/>
                    <a:pt x="6580" y="46126"/>
                    <a:pt x="7721" y="46071"/>
                  </a:cubicBezTo>
                  <a:cubicBezTo>
                    <a:pt x="7552" y="45846"/>
                    <a:pt x="7665" y="45790"/>
                    <a:pt x="7833" y="45762"/>
                  </a:cubicBezTo>
                  <a:cubicBezTo>
                    <a:pt x="7833" y="45790"/>
                    <a:pt x="7833" y="45790"/>
                    <a:pt x="7833" y="45818"/>
                  </a:cubicBezTo>
                  <a:cubicBezTo>
                    <a:pt x="7861" y="45790"/>
                    <a:pt x="7861" y="45790"/>
                    <a:pt x="7861" y="45762"/>
                  </a:cubicBezTo>
                  <a:cubicBezTo>
                    <a:pt x="8002" y="45762"/>
                    <a:pt x="8142" y="45734"/>
                    <a:pt x="8254" y="45734"/>
                  </a:cubicBezTo>
                  <a:cubicBezTo>
                    <a:pt x="8184" y="45720"/>
                    <a:pt x="8121" y="45713"/>
                    <a:pt x="8061" y="45713"/>
                  </a:cubicBezTo>
                  <a:cubicBezTo>
                    <a:pt x="8002" y="45713"/>
                    <a:pt x="7946" y="45720"/>
                    <a:pt x="7889" y="45734"/>
                  </a:cubicBezTo>
                  <a:cubicBezTo>
                    <a:pt x="7889" y="45565"/>
                    <a:pt x="7861" y="45397"/>
                    <a:pt x="7805" y="45257"/>
                  </a:cubicBezTo>
                  <a:lnTo>
                    <a:pt x="7805" y="45257"/>
                  </a:lnTo>
                  <a:lnTo>
                    <a:pt x="8451" y="45453"/>
                  </a:lnTo>
                  <a:cubicBezTo>
                    <a:pt x="8451" y="45453"/>
                    <a:pt x="8451" y="45425"/>
                    <a:pt x="8451" y="45425"/>
                  </a:cubicBezTo>
                  <a:cubicBezTo>
                    <a:pt x="8732" y="45369"/>
                    <a:pt x="8198" y="45200"/>
                    <a:pt x="7693" y="45060"/>
                  </a:cubicBezTo>
                  <a:cubicBezTo>
                    <a:pt x="7609" y="44948"/>
                    <a:pt x="7496" y="44835"/>
                    <a:pt x="7384" y="44723"/>
                  </a:cubicBezTo>
                  <a:lnTo>
                    <a:pt x="7384" y="44723"/>
                  </a:lnTo>
                  <a:cubicBezTo>
                    <a:pt x="7560" y="44775"/>
                    <a:pt x="7671" y="44796"/>
                    <a:pt x="7739" y="44796"/>
                  </a:cubicBezTo>
                  <a:cubicBezTo>
                    <a:pt x="8010" y="44796"/>
                    <a:pt x="7606" y="44465"/>
                    <a:pt x="7956" y="44465"/>
                  </a:cubicBezTo>
                  <a:cubicBezTo>
                    <a:pt x="8037" y="44465"/>
                    <a:pt x="8159" y="44483"/>
                    <a:pt x="8339" y="44527"/>
                  </a:cubicBezTo>
                  <a:cubicBezTo>
                    <a:pt x="7833" y="44218"/>
                    <a:pt x="8198" y="43684"/>
                    <a:pt x="7103" y="43179"/>
                  </a:cubicBezTo>
                  <a:lnTo>
                    <a:pt x="7103" y="43179"/>
                  </a:lnTo>
                  <a:cubicBezTo>
                    <a:pt x="7272" y="43207"/>
                    <a:pt x="7356" y="43207"/>
                    <a:pt x="7328" y="43291"/>
                  </a:cubicBezTo>
                  <a:cubicBezTo>
                    <a:pt x="7524" y="43179"/>
                    <a:pt x="7693" y="43067"/>
                    <a:pt x="7440" y="42814"/>
                  </a:cubicBezTo>
                  <a:lnTo>
                    <a:pt x="7440" y="42814"/>
                  </a:lnTo>
                  <a:lnTo>
                    <a:pt x="8254" y="43067"/>
                  </a:lnTo>
                  <a:lnTo>
                    <a:pt x="8254" y="43067"/>
                  </a:lnTo>
                  <a:lnTo>
                    <a:pt x="7328" y="42309"/>
                  </a:lnTo>
                  <a:cubicBezTo>
                    <a:pt x="7392" y="42302"/>
                    <a:pt x="7456" y="42298"/>
                    <a:pt x="7520" y="42298"/>
                  </a:cubicBezTo>
                  <a:cubicBezTo>
                    <a:pt x="7960" y="42298"/>
                    <a:pt x="8388" y="42464"/>
                    <a:pt x="8732" y="42758"/>
                  </a:cubicBezTo>
                  <a:cubicBezTo>
                    <a:pt x="7974" y="41916"/>
                    <a:pt x="8535" y="42225"/>
                    <a:pt x="7749" y="41467"/>
                  </a:cubicBezTo>
                  <a:lnTo>
                    <a:pt x="7749" y="41467"/>
                  </a:lnTo>
                  <a:lnTo>
                    <a:pt x="8254" y="41691"/>
                  </a:lnTo>
                  <a:cubicBezTo>
                    <a:pt x="8280" y="41535"/>
                    <a:pt x="7755" y="41092"/>
                    <a:pt x="8051" y="41092"/>
                  </a:cubicBezTo>
                  <a:cubicBezTo>
                    <a:pt x="8076" y="41092"/>
                    <a:pt x="8106" y="41095"/>
                    <a:pt x="8142" y="41102"/>
                  </a:cubicBezTo>
                  <a:cubicBezTo>
                    <a:pt x="8152" y="41102"/>
                    <a:pt x="8161" y="41102"/>
                    <a:pt x="8170" y="41102"/>
                  </a:cubicBezTo>
                  <a:cubicBezTo>
                    <a:pt x="9258" y="41102"/>
                    <a:pt x="8883" y="39497"/>
                    <a:pt x="10107" y="38996"/>
                  </a:cubicBezTo>
                  <a:cubicBezTo>
                    <a:pt x="8507" y="38631"/>
                    <a:pt x="10921" y="38827"/>
                    <a:pt x="9742" y="38378"/>
                  </a:cubicBezTo>
                  <a:lnTo>
                    <a:pt x="9742" y="38378"/>
                  </a:lnTo>
                  <a:cubicBezTo>
                    <a:pt x="10135" y="38463"/>
                    <a:pt x="10388" y="38406"/>
                    <a:pt x="10641" y="38659"/>
                  </a:cubicBezTo>
                  <a:cubicBezTo>
                    <a:pt x="10444" y="38098"/>
                    <a:pt x="11455" y="38210"/>
                    <a:pt x="10556" y="37564"/>
                  </a:cubicBezTo>
                  <a:lnTo>
                    <a:pt x="10556" y="37564"/>
                  </a:lnTo>
                  <a:cubicBezTo>
                    <a:pt x="10950" y="37620"/>
                    <a:pt x="11062" y="37817"/>
                    <a:pt x="11286" y="37873"/>
                  </a:cubicBezTo>
                  <a:cubicBezTo>
                    <a:pt x="11234" y="37795"/>
                    <a:pt x="11063" y="37645"/>
                    <a:pt x="11214" y="37645"/>
                  </a:cubicBezTo>
                  <a:cubicBezTo>
                    <a:pt x="11227" y="37645"/>
                    <a:pt x="11241" y="37646"/>
                    <a:pt x="11258" y="37648"/>
                  </a:cubicBezTo>
                  <a:cubicBezTo>
                    <a:pt x="11483" y="37676"/>
                    <a:pt x="11539" y="37817"/>
                    <a:pt x="11679" y="37929"/>
                  </a:cubicBezTo>
                  <a:cubicBezTo>
                    <a:pt x="11764" y="37452"/>
                    <a:pt x="10641" y="37031"/>
                    <a:pt x="9602" y="36638"/>
                  </a:cubicBezTo>
                  <a:cubicBezTo>
                    <a:pt x="10191" y="36582"/>
                    <a:pt x="10135" y="36441"/>
                    <a:pt x="9490" y="36048"/>
                  </a:cubicBezTo>
                  <a:lnTo>
                    <a:pt x="9490" y="36048"/>
                  </a:lnTo>
                  <a:cubicBezTo>
                    <a:pt x="9883" y="36076"/>
                    <a:pt x="10276" y="36076"/>
                    <a:pt x="10304" y="36413"/>
                  </a:cubicBezTo>
                  <a:cubicBezTo>
                    <a:pt x="10416" y="36273"/>
                    <a:pt x="11146" y="35627"/>
                    <a:pt x="10304" y="35318"/>
                  </a:cubicBezTo>
                  <a:lnTo>
                    <a:pt x="10304" y="35318"/>
                  </a:lnTo>
                  <a:cubicBezTo>
                    <a:pt x="10317" y="35320"/>
                    <a:pt x="10329" y="35321"/>
                    <a:pt x="10340" y="35321"/>
                  </a:cubicBezTo>
                  <a:cubicBezTo>
                    <a:pt x="10515" y="35321"/>
                    <a:pt x="10411" y="35117"/>
                    <a:pt x="10332" y="35037"/>
                  </a:cubicBezTo>
                  <a:cubicBezTo>
                    <a:pt x="10500" y="34701"/>
                    <a:pt x="10585" y="34701"/>
                    <a:pt x="10641" y="34336"/>
                  </a:cubicBezTo>
                  <a:lnTo>
                    <a:pt x="10641" y="34336"/>
                  </a:lnTo>
                  <a:lnTo>
                    <a:pt x="10472" y="34392"/>
                  </a:lnTo>
                  <a:cubicBezTo>
                    <a:pt x="9462" y="33942"/>
                    <a:pt x="10332" y="34055"/>
                    <a:pt x="10276" y="33718"/>
                  </a:cubicBezTo>
                  <a:lnTo>
                    <a:pt x="10276" y="33718"/>
                  </a:lnTo>
                  <a:lnTo>
                    <a:pt x="10388" y="33774"/>
                  </a:lnTo>
                  <a:cubicBezTo>
                    <a:pt x="11343" y="33353"/>
                    <a:pt x="10107" y="33381"/>
                    <a:pt x="11174" y="33016"/>
                  </a:cubicBezTo>
                  <a:lnTo>
                    <a:pt x="10500" y="32848"/>
                  </a:lnTo>
                  <a:cubicBezTo>
                    <a:pt x="9153" y="32342"/>
                    <a:pt x="11511" y="32539"/>
                    <a:pt x="11090" y="32005"/>
                  </a:cubicBezTo>
                  <a:lnTo>
                    <a:pt x="10669" y="32005"/>
                  </a:lnTo>
                  <a:cubicBezTo>
                    <a:pt x="10533" y="31889"/>
                    <a:pt x="10734" y="31857"/>
                    <a:pt x="11066" y="31857"/>
                  </a:cubicBezTo>
                  <a:cubicBezTo>
                    <a:pt x="11498" y="31857"/>
                    <a:pt x="12151" y="31912"/>
                    <a:pt x="12574" y="31912"/>
                  </a:cubicBezTo>
                  <a:cubicBezTo>
                    <a:pt x="12771" y="31912"/>
                    <a:pt x="12918" y="31900"/>
                    <a:pt x="12971" y="31865"/>
                  </a:cubicBezTo>
                  <a:cubicBezTo>
                    <a:pt x="13111" y="31865"/>
                    <a:pt x="13139" y="32005"/>
                    <a:pt x="13224" y="32090"/>
                  </a:cubicBezTo>
                  <a:cubicBezTo>
                    <a:pt x="14178" y="31809"/>
                    <a:pt x="12381" y="31753"/>
                    <a:pt x="12297" y="31303"/>
                  </a:cubicBezTo>
                  <a:lnTo>
                    <a:pt x="12297" y="31303"/>
                  </a:lnTo>
                  <a:cubicBezTo>
                    <a:pt x="12655" y="31367"/>
                    <a:pt x="13124" y="31588"/>
                    <a:pt x="13406" y="31588"/>
                  </a:cubicBezTo>
                  <a:cubicBezTo>
                    <a:pt x="13501" y="31588"/>
                    <a:pt x="13574" y="31563"/>
                    <a:pt x="13617" y="31500"/>
                  </a:cubicBezTo>
                  <a:cubicBezTo>
                    <a:pt x="14010" y="31472"/>
                    <a:pt x="12353" y="30293"/>
                    <a:pt x="13336" y="30180"/>
                  </a:cubicBezTo>
                  <a:cubicBezTo>
                    <a:pt x="12943" y="30180"/>
                    <a:pt x="12578" y="30152"/>
                    <a:pt x="12381" y="29872"/>
                  </a:cubicBezTo>
                  <a:cubicBezTo>
                    <a:pt x="12325" y="29563"/>
                    <a:pt x="13925" y="29507"/>
                    <a:pt x="12887" y="28945"/>
                  </a:cubicBezTo>
                  <a:cubicBezTo>
                    <a:pt x="12911" y="28937"/>
                    <a:pt x="12938" y="28934"/>
                    <a:pt x="12966" y="28934"/>
                  </a:cubicBezTo>
                  <a:cubicBezTo>
                    <a:pt x="13034" y="28934"/>
                    <a:pt x="13108" y="28953"/>
                    <a:pt x="13167" y="28973"/>
                  </a:cubicBezTo>
                  <a:cubicBezTo>
                    <a:pt x="12971" y="28664"/>
                    <a:pt x="12887" y="28131"/>
                    <a:pt x="12325" y="27822"/>
                  </a:cubicBezTo>
                  <a:lnTo>
                    <a:pt x="12325" y="27822"/>
                  </a:lnTo>
                  <a:cubicBezTo>
                    <a:pt x="12543" y="27862"/>
                    <a:pt x="12713" y="27880"/>
                    <a:pt x="12844" y="27880"/>
                  </a:cubicBezTo>
                  <a:cubicBezTo>
                    <a:pt x="13928" y="27880"/>
                    <a:pt x="12391" y="26676"/>
                    <a:pt x="13114" y="26676"/>
                  </a:cubicBezTo>
                  <a:cubicBezTo>
                    <a:pt x="13233" y="26676"/>
                    <a:pt x="13412" y="26708"/>
                    <a:pt x="13673" y="26783"/>
                  </a:cubicBezTo>
                  <a:lnTo>
                    <a:pt x="13757" y="26082"/>
                  </a:lnTo>
                  <a:lnTo>
                    <a:pt x="13954" y="26138"/>
                  </a:lnTo>
                  <a:cubicBezTo>
                    <a:pt x="14206" y="25745"/>
                    <a:pt x="13757" y="25464"/>
                    <a:pt x="13308" y="25183"/>
                  </a:cubicBezTo>
                  <a:cubicBezTo>
                    <a:pt x="13340" y="25172"/>
                    <a:pt x="13372" y="25168"/>
                    <a:pt x="13404" y="25168"/>
                  </a:cubicBezTo>
                  <a:cubicBezTo>
                    <a:pt x="13539" y="25168"/>
                    <a:pt x="13666" y="25250"/>
                    <a:pt x="13757" y="25295"/>
                  </a:cubicBezTo>
                  <a:cubicBezTo>
                    <a:pt x="14318" y="24790"/>
                    <a:pt x="14262" y="24678"/>
                    <a:pt x="13364" y="23892"/>
                  </a:cubicBezTo>
                  <a:lnTo>
                    <a:pt x="13364" y="23892"/>
                  </a:lnTo>
                  <a:lnTo>
                    <a:pt x="14066" y="24004"/>
                  </a:lnTo>
                  <a:cubicBezTo>
                    <a:pt x="13701" y="23779"/>
                    <a:pt x="15357" y="23386"/>
                    <a:pt x="14712" y="22572"/>
                  </a:cubicBezTo>
                  <a:lnTo>
                    <a:pt x="14712" y="22572"/>
                  </a:lnTo>
                  <a:cubicBezTo>
                    <a:pt x="14824" y="22600"/>
                    <a:pt x="14908" y="22656"/>
                    <a:pt x="14992" y="22713"/>
                  </a:cubicBezTo>
                  <a:cubicBezTo>
                    <a:pt x="14375" y="21842"/>
                    <a:pt x="17294" y="21533"/>
                    <a:pt x="14880" y="20663"/>
                  </a:cubicBezTo>
                  <a:lnTo>
                    <a:pt x="14403" y="20074"/>
                  </a:lnTo>
                  <a:cubicBezTo>
                    <a:pt x="14324" y="20198"/>
                    <a:pt x="14224" y="20244"/>
                    <a:pt x="14111" y="20244"/>
                  </a:cubicBezTo>
                  <a:cubicBezTo>
                    <a:pt x="13776" y="20244"/>
                    <a:pt x="13328" y="19834"/>
                    <a:pt x="12991" y="19834"/>
                  </a:cubicBezTo>
                  <a:cubicBezTo>
                    <a:pt x="12955" y="19834"/>
                    <a:pt x="12920" y="19839"/>
                    <a:pt x="12887" y="19849"/>
                  </a:cubicBezTo>
                  <a:cubicBezTo>
                    <a:pt x="12820" y="19699"/>
                    <a:pt x="13140" y="19588"/>
                    <a:pt x="13423" y="19588"/>
                  </a:cubicBezTo>
                  <a:cubicBezTo>
                    <a:pt x="13615" y="19588"/>
                    <a:pt x="13790" y="19640"/>
                    <a:pt x="13813" y="19765"/>
                  </a:cubicBezTo>
                  <a:lnTo>
                    <a:pt x="13701" y="19765"/>
                  </a:lnTo>
                  <a:cubicBezTo>
                    <a:pt x="13913" y="19837"/>
                    <a:pt x="14070" y="19866"/>
                    <a:pt x="14190" y="19866"/>
                  </a:cubicBezTo>
                  <a:cubicBezTo>
                    <a:pt x="14698" y="19866"/>
                    <a:pt x="14527" y="19339"/>
                    <a:pt x="14970" y="19339"/>
                  </a:cubicBezTo>
                  <a:cubicBezTo>
                    <a:pt x="15030" y="19339"/>
                    <a:pt x="15102" y="19349"/>
                    <a:pt x="15189" y="19372"/>
                  </a:cubicBezTo>
                  <a:cubicBezTo>
                    <a:pt x="15413" y="18193"/>
                    <a:pt x="16368" y="17238"/>
                    <a:pt x="16677" y="16143"/>
                  </a:cubicBezTo>
                  <a:lnTo>
                    <a:pt x="15638" y="16059"/>
                  </a:lnTo>
                  <a:lnTo>
                    <a:pt x="15778" y="15694"/>
                  </a:lnTo>
                  <a:cubicBezTo>
                    <a:pt x="15828" y="15683"/>
                    <a:pt x="15889" y="15677"/>
                    <a:pt x="15955" y="15677"/>
                  </a:cubicBezTo>
                  <a:cubicBezTo>
                    <a:pt x="16225" y="15677"/>
                    <a:pt x="16570" y="15772"/>
                    <a:pt x="16480" y="15975"/>
                  </a:cubicBezTo>
                  <a:cubicBezTo>
                    <a:pt x="17098" y="15975"/>
                    <a:pt x="16115" y="15413"/>
                    <a:pt x="15891" y="15357"/>
                  </a:cubicBezTo>
                  <a:cubicBezTo>
                    <a:pt x="15994" y="15276"/>
                    <a:pt x="16099" y="15243"/>
                    <a:pt x="16202" y="15243"/>
                  </a:cubicBezTo>
                  <a:cubicBezTo>
                    <a:pt x="16586" y="15243"/>
                    <a:pt x="16939" y="15687"/>
                    <a:pt x="17043" y="15687"/>
                  </a:cubicBezTo>
                  <a:cubicBezTo>
                    <a:pt x="17056" y="15687"/>
                    <a:pt x="17065" y="15681"/>
                    <a:pt x="17070" y="15666"/>
                  </a:cubicBezTo>
                  <a:lnTo>
                    <a:pt x="17042" y="15441"/>
                  </a:lnTo>
                  <a:lnTo>
                    <a:pt x="16929" y="15469"/>
                  </a:lnTo>
                  <a:cubicBezTo>
                    <a:pt x="16564" y="15189"/>
                    <a:pt x="16115" y="15076"/>
                    <a:pt x="16256" y="14767"/>
                  </a:cubicBezTo>
                  <a:cubicBezTo>
                    <a:pt x="16328" y="14713"/>
                    <a:pt x="16418" y="14697"/>
                    <a:pt x="16510" y="14697"/>
                  </a:cubicBezTo>
                  <a:cubicBezTo>
                    <a:pt x="16647" y="14697"/>
                    <a:pt x="16788" y="14733"/>
                    <a:pt x="16878" y="14733"/>
                  </a:cubicBezTo>
                  <a:cubicBezTo>
                    <a:pt x="16914" y="14733"/>
                    <a:pt x="16941" y="14728"/>
                    <a:pt x="16957" y="14711"/>
                  </a:cubicBezTo>
                  <a:cubicBezTo>
                    <a:pt x="17014" y="14711"/>
                    <a:pt x="17042" y="14711"/>
                    <a:pt x="16986" y="14599"/>
                  </a:cubicBezTo>
                  <a:lnTo>
                    <a:pt x="17182" y="14122"/>
                  </a:lnTo>
                  <a:lnTo>
                    <a:pt x="16368" y="14150"/>
                  </a:lnTo>
                  <a:cubicBezTo>
                    <a:pt x="16034" y="13893"/>
                    <a:pt x="16406" y="13753"/>
                    <a:pt x="15759" y="13753"/>
                  </a:cubicBezTo>
                  <a:cubicBezTo>
                    <a:pt x="15708" y="13753"/>
                    <a:pt x="15651" y="13754"/>
                    <a:pt x="15586" y="13756"/>
                  </a:cubicBezTo>
                  <a:lnTo>
                    <a:pt x="15586" y="13756"/>
                  </a:lnTo>
                  <a:cubicBezTo>
                    <a:pt x="16977" y="13703"/>
                    <a:pt x="16428" y="12071"/>
                    <a:pt x="16873" y="11960"/>
                  </a:cubicBezTo>
                  <a:cubicBezTo>
                    <a:pt x="16368" y="11539"/>
                    <a:pt x="16452" y="11258"/>
                    <a:pt x="16593" y="10893"/>
                  </a:cubicBezTo>
                  <a:lnTo>
                    <a:pt x="16593" y="10893"/>
                  </a:lnTo>
                  <a:cubicBezTo>
                    <a:pt x="16560" y="10902"/>
                    <a:pt x="16508" y="10907"/>
                    <a:pt x="16444" y="10907"/>
                  </a:cubicBezTo>
                  <a:cubicBezTo>
                    <a:pt x="16126" y="10907"/>
                    <a:pt x="15526" y="10790"/>
                    <a:pt x="15666" y="10556"/>
                  </a:cubicBezTo>
                  <a:lnTo>
                    <a:pt x="15666" y="10556"/>
                  </a:lnTo>
                  <a:cubicBezTo>
                    <a:pt x="16049" y="10656"/>
                    <a:pt x="16311" y="10696"/>
                    <a:pt x="16498" y="10696"/>
                  </a:cubicBezTo>
                  <a:cubicBezTo>
                    <a:pt x="17181" y="10696"/>
                    <a:pt x="16881" y="10172"/>
                    <a:pt x="17863" y="10137"/>
                  </a:cubicBezTo>
                  <a:lnTo>
                    <a:pt x="17863" y="10137"/>
                  </a:lnTo>
                  <a:cubicBezTo>
                    <a:pt x="17152" y="10114"/>
                    <a:pt x="17778" y="9312"/>
                    <a:pt x="16788" y="9312"/>
                  </a:cubicBezTo>
                  <a:cubicBezTo>
                    <a:pt x="16729" y="9312"/>
                    <a:pt x="16664" y="9315"/>
                    <a:pt x="16593" y="9321"/>
                  </a:cubicBezTo>
                  <a:cubicBezTo>
                    <a:pt x="16644" y="9262"/>
                    <a:pt x="16716" y="9242"/>
                    <a:pt x="16804" y="9242"/>
                  </a:cubicBezTo>
                  <a:cubicBezTo>
                    <a:pt x="17001" y="9242"/>
                    <a:pt x="17274" y="9345"/>
                    <a:pt x="17555" y="9345"/>
                  </a:cubicBezTo>
                  <a:cubicBezTo>
                    <a:pt x="17627" y="9345"/>
                    <a:pt x="17700" y="9338"/>
                    <a:pt x="17772" y="9321"/>
                  </a:cubicBezTo>
                  <a:cubicBezTo>
                    <a:pt x="17154" y="8563"/>
                    <a:pt x="18474" y="8029"/>
                    <a:pt x="18389" y="7215"/>
                  </a:cubicBezTo>
                  <a:cubicBezTo>
                    <a:pt x="18137" y="7159"/>
                    <a:pt x="17744" y="7215"/>
                    <a:pt x="17407" y="6991"/>
                  </a:cubicBezTo>
                  <a:lnTo>
                    <a:pt x="18698" y="6794"/>
                  </a:lnTo>
                  <a:cubicBezTo>
                    <a:pt x="18614" y="6626"/>
                    <a:pt x="17322" y="6401"/>
                    <a:pt x="18221" y="6289"/>
                  </a:cubicBezTo>
                  <a:cubicBezTo>
                    <a:pt x="18024" y="6289"/>
                    <a:pt x="17687" y="6289"/>
                    <a:pt x="17631" y="6177"/>
                  </a:cubicBezTo>
                  <a:cubicBezTo>
                    <a:pt x="19091" y="4857"/>
                    <a:pt x="17210" y="2920"/>
                    <a:pt x="19681" y="1713"/>
                  </a:cubicBezTo>
                  <a:lnTo>
                    <a:pt x="19681" y="1713"/>
                  </a:lnTo>
                  <a:cubicBezTo>
                    <a:pt x="19536" y="1753"/>
                    <a:pt x="19430" y="1770"/>
                    <a:pt x="19353" y="1770"/>
                  </a:cubicBezTo>
                  <a:cubicBezTo>
                    <a:pt x="19162" y="1770"/>
                    <a:pt x="19147" y="1664"/>
                    <a:pt x="19147" y="1544"/>
                  </a:cubicBezTo>
                  <a:cubicBezTo>
                    <a:pt x="19126" y="1561"/>
                    <a:pt x="19090" y="1567"/>
                    <a:pt x="19045" y="1567"/>
                  </a:cubicBezTo>
                  <a:cubicBezTo>
                    <a:pt x="18855" y="1567"/>
                    <a:pt x="18492" y="1449"/>
                    <a:pt x="18221" y="1404"/>
                  </a:cubicBezTo>
                  <a:lnTo>
                    <a:pt x="19232" y="898"/>
                  </a:lnTo>
                  <a:cubicBezTo>
                    <a:pt x="18333" y="646"/>
                    <a:pt x="19288" y="197"/>
                    <a:pt x="184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9"/>
            <p:cNvSpPr/>
            <p:nvPr/>
          </p:nvSpPr>
          <p:spPr>
            <a:xfrm>
              <a:off x="5147400" y="4248325"/>
              <a:ext cx="8450" cy="2400"/>
            </a:xfrm>
            <a:custGeom>
              <a:rect b="b" l="l" r="r" t="t"/>
              <a:pathLst>
                <a:path extrusionOk="0" h="96" w="338">
                  <a:moveTo>
                    <a:pt x="88" y="1"/>
                  </a:moveTo>
                  <a:cubicBezTo>
                    <a:pt x="58" y="1"/>
                    <a:pt x="28" y="4"/>
                    <a:pt x="0" y="11"/>
                  </a:cubicBezTo>
                  <a:cubicBezTo>
                    <a:pt x="113" y="11"/>
                    <a:pt x="225" y="39"/>
                    <a:pt x="337" y="95"/>
                  </a:cubicBezTo>
                  <a:cubicBezTo>
                    <a:pt x="274" y="32"/>
                    <a:pt x="179" y="1"/>
                    <a:pt x="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9"/>
            <p:cNvSpPr/>
            <p:nvPr/>
          </p:nvSpPr>
          <p:spPr>
            <a:xfrm>
              <a:off x="5198625" y="3931350"/>
              <a:ext cx="2825" cy="1425"/>
            </a:xfrm>
            <a:custGeom>
              <a:rect b="b" l="l" r="r" t="t"/>
              <a:pathLst>
                <a:path extrusionOk="0" h="57" w="113">
                  <a:moveTo>
                    <a:pt x="113" y="57"/>
                  </a:moveTo>
                  <a:lnTo>
                    <a:pt x="113" y="57"/>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9"/>
            <p:cNvSpPr/>
            <p:nvPr/>
          </p:nvSpPr>
          <p:spPr>
            <a:xfrm>
              <a:off x="5018950" y="4553975"/>
              <a:ext cx="9850" cy="1350"/>
            </a:xfrm>
            <a:custGeom>
              <a:rect b="b" l="l" r="r" t="t"/>
              <a:pathLst>
                <a:path extrusionOk="0" h="54" w="394">
                  <a:moveTo>
                    <a:pt x="146" y="1"/>
                  </a:moveTo>
                  <a:cubicBezTo>
                    <a:pt x="88" y="1"/>
                    <a:pt x="39" y="16"/>
                    <a:pt x="1" y="54"/>
                  </a:cubicBezTo>
                  <a:cubicBezTo>
                    <a:pt x="71" y="40"/>
                    <a:pt x="134" y="33"/>
                    <a:pt x="197" y="33"/>
                  </a:cubicBezTo>
                  <a:cubicBezTo>
                    <a:pt x="260" y="33"/>
                    <a:pt x="323" y="40"/>
                    <a:pt x="394" y="54"/>
                  </a:cubicBezTo>
                  <a:cubicBezTo>
                    <a:pt x="301" y="23"/>
                    <a:pt x="217"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9"/>
            <p:cNvSpPr/>
            <p:nvPr/>
          </p:nvSpPr>
          <p:spPr>
            <a:xfrm>
              <a:off x="5077200" y="4806575"/>
              <a:ext cx="8775" cy="7750"/>
            </a:xfrm>
            <a:custGeom>
              <a:rect b="b" l="l" r="r" t="t"/>
              <a:pathLst>
                <a:path extrusionOk="0" h="310" w="351">
                  <a:moveTo>
                    <a:pt x="310" y="1"/>
                  </a:moveTo>
                  <a:cubicBezTo>
                    <a:pt x="282" y="113"/>
                    <a:pt x="141" y="85"/>
                    <a:pt x="1" y="113"/>
                  </a:cubicBezTo>
                  <a:cubicBezTo>
                    <a:pt x="109" y="156"/>
                    <a:pt x="284" y="200"/>
                    <a:pt x="333" y="256"/>
                  </a:cubicBezTo>
                  <a:lnTo>
                    <a:pt x="333" y="256"/>
                  </a:lnTo>
                  <a:lnTo>
                    <a:pt x="310" y="1"/>
                  </a:lnTo>
                  <a:close/>
                  <a:moveTo>
                    <a:pt x="333" y="256"/>
                  </a:moveTo>
                  <a:lnTo>
                    <a:pt x="338" y="309"/>
                  </a:lnTo>
                  <a:cubicBezTo>
                    <a:pt x="350" y="290"/>
                    <a:pt x="347" y="272"/>
                    <a:pt x="333" y="25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9"/>
            <p:cNvSpPr/>
            <p:nvPr/>
          </p:nvSpPr>
          <p:spPr>
            <a:xfrm>
              <a:off x="4967025" y="4813325"/>
              <a:ext cx="9050" cy="7325"/>
            </a:xfrm>
            <a:custGeom>
              <a:rect b="b" l="l" r="r" t="t"/>
              <a:pathLst>
                <a:path extrusionOk="0" h="293" w="362">
                  <a:moveTo>
                    <a:pt x="95" y="0"/>
                  </a:moveTo>
                  <a:cubicBezTo>
                    <a:pt x="73" y="0"/>
                    <a:pt x="51" y="4"/>
                    <a:pt x="28" y="11"/>
                  </a:cubicBezTo>
                  <a:cubicBezTo>
                    <a:pt x="84" y="96"/>
                    <a:pt x="0" y="96"/>
                    <a:pt x="56" y="152"/>
                  </a:cubicBezTo>
                  <a:lnTo>
                    <a:pt x="337" y="292"/>
                  </a:lnTo>
                  <a:cubicBezTo>
                    <a:pt x="361" y="146"/>
                    <a:pt x="238" y="0"/>
                    <a:pt x="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9"/>
            <p:cNvSpPr/>
            <p:nvPr/>
          </p:nvSpPr>
          <p:spPr>
            <a:xfrm>
              <a:off x="5021775" y="4790600"/>
              <a:ext cx="16400" cy="12050"/>
            </a:xfrm>
            <a:custGeom>
              <a:rect b="b" l="l" r="r" t="t"/>
              <a:pathLst>
                <a:path extrusionOk="0" h="482" w="656">
                  <a:moveTo>
                    <a:pt x="141" y="0"/>
                  </a:moveTo>
                  <a:cubicBezTo>
                    <a:pt x="1" y="0"/>
                    <a:pt x="56" y="165"/>
                    <a:pt x="56" y="303"/>
                  </a:cubicBezTo>
                  <a:lnTo>
                    <a:pt x="56" y="275"/>
                  </a:lnTo>
                  <a:cubicBezTo>
                    <a:pt x="304" y="423"/>
                    <a:pt x="447" y="481"/>
                    <a:pt x="520" y="481"/>
                  </a:cubicBezTo>
                  <a:cubicBezTo>
                    <a:pt x="655" y="481"/>
                    <a:pt x="558" y="288"/>
                    <a:pt x="449" y="106"/>
                  </a:cubicBezTo>
                  <a:cubicBezTo>
                    <a:pt x="297" y="30"/>
                    <a:pt x="201" y="0"/>
                    <a:pt x="1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9"/>
            <p:cNvSpPr/>
            <p:nvPr/>
          </p:nvSpPr>
          <p:spPr>
            <a:xfrm>
              <a:off x="5021050" y="4799550"/>
              <a:ext cx="4975" cy="5175"/>
            </a:xfrm>
            <a:custGeom>
              <a:rect b="b" l="l" r="r" t="t"/>
              <a:pathLst>
                <a:path extrusionOk="0" h="207" w="199">
                  <a:moveTo>
                    <a:pt x="85" y="1"/>
                  </a:moveTo>
                  <a:cubicBezTo>
                    <a:pt x="85" y="57"/>
                    <a:pt x="57" y="113"/>
                    <a:pt x="1" y="141"/>
                  </a:cubicBezTo>
                  <a:cubicBezTo>
                    <a:pt x="79" y="188"/>
                    <a:pt x="122" y="207"/>
                    <a:pt x="144" y="207"/>
                  </a:cubicBezTo>
                  <a:cubicBezTo>
                    <a:pt x="199" y="207"/>
                    <a:pt x="105" y="82"/>
                    <a:pt x="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9"/>
            <p:cNvSpPr/>
            <p:nvPr/>
          </p:nvSpPr>
          <p:spPr>
            <a:xfrm>
              <a:off x="5083125" y="4765525"/>
              <a:ext cx="20975" cy="13725"/>
            </a:xfrm>
            <a:custGeom>
              <a:rect b="b" l="l" r="r" t="t"/>
              <a:pathLst>
                <a:path extrusionOk="0" h="549" w="839">
                  <a:moveTo>
                    <a:pt x="205" y="0"/>
                  </a:moveTo>
                  <a:cubicBezTo>
                    <a:pt x="158" y="0"/>
                    <a:pt x="136" y="44"/>
                    <a:pt x="157" y="155"/>
                  </a:cubicBezTo>
                  <a:cubicBezTo>
                    <a:pt x="0" y="155"/>
                    <a:pt x="667" y="469"/>
                    <a:pt x="583" y="469"/>
                  </a:cubicBezTo>
                  <a:cubicBezTo>
                    <a:pt x="577" y="469"/>
                    <a:pt x="566" y="467"/>
                    <a:pt x="550" y="463"/>
                  </a:cubicBezTo>
                  <a:lnTo>
                    <a:pt x="550" y="463"/>
                  </a:lnTo>
                  <a:cubicBezTo>
                    <a:pt x="638" y="523"/>
                    <a:pt x="690" y="548"/>
                    <a:pt x="716" y="548"/>
                  </a:cubicBezTo>
                  <a:cubicBezTo>
                    <a:pt x="839" y="548"/>
                    <a:pt x="371" y="0"/>
                    <a:pt x="2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9"/>
            <p:cNvSpPr/>
            <p:nvPr/>
          </p:nvSpPr>
          <p:spPr>
            <a:xfrm>
              <a:off x="4990175" y="4772900"/>
              <a:ext cx="16175" cy="8425"/>
            </a:xfrm>
            <a:custGeom>
              <a:rect b="b" l="l" r="r" t="t"/>
              <a:pathLst>
                <a:path extrusionOk="0" h="337" w="647">
                  <a:moveTo>
                    <a:pt x="197" y="0"/>
                  </a:moveTo>
                  <a:lnTo>
                    <a:pt x="1" y="84"/>
                  </a:lnTo>
                  <a:lnTo>
                    <a:pt x="646" y="337"/>
                  </a:lnTo>
                  <a:lnTo>
                    <a:pt x="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9"/>
            <p:cNvSpPr/>
            <p:nvPr/>
          </p:nvSpPr>
          <p:spPr>
            <a:xfrm>
              <a:off x="5009825" y="4749725"/>
              <a:ext cx="12650" cy="8450"/>
            </a:xfrm>
            <a:custGeom>
              <a:rect b="b" l="l" r="r" t="t"/>
              <a:pathLst>
                <a:path extrusionOk="0" h="338" w="506">
                  <a:moveTo>
                    <a:pt x="309" y="1"/>
                  </a:moveTo>
                  <a:lnTo>
                    <a:pt x="1" y="169"/>
                  </a:lnTo>
                  <a:cubicBezTo>
                    <a:pt x="85" y="197"/>
                    <a:pt x="141" y="253"/>
                    <a:pt x="197" y="337"/>
                  </a:cubicBezTo>
                  <a:cubicBezTo>
                    <a:pt x="281" y="197"/>
                    <a:pt x="506" y="85"/>
                    <a:pt x="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9"/>
            <p:cNvSpPr/>
            <p:nvPr/>
          </p:nvSpPr>
          <p:spPr>
            <a:xfrm>
              <a:off x="5012625" y="4758150"/>
              <a:ext cx="2850" cy="6350"/>
            </a:xfrm>
            <a:custGeom>
              <a:rect b="b" l="l" r="r" t="t"/>
              <a:pathLst>
                <a:path extrusionOk="0" h="254" w="114">
                  <a:moveTo>
                    <a:pt x="85" y="0"/>
                  </a:moveTo>
                  <a:cubicBezTo>
                    <a:pt x="1" y="85"/>
                    <a:pt x="1" y="197"/>
                    <a:pt x="85" y="253"/>
                  </a:cubicBezTo>
                  <a:cubicBezTo>
                    <a:pt x="113" y="169"/>
                    <a:pt x="113" y="85"/>
                    <a:pt x="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9"/>
            <p:cNvSpPr/>
            <p:nvPr/>
          </p:nvSpPr>
          <p:spPr>
            <a:xfrm>
              <a:off x="4990175" y="4760250"/>
              <a:ext cx="7750" cy="3550"/>
            </a:xfrm>
            <a:custGeom>
              <a:rect b="b" l="l" r="r" t="t"/>
              <a:pathLst>
                <a:path extrusionOk="0" h="142" w="310">
                  <a:moveTo>
                    <a:pt x="309" y="1"/>
                  </a:moveTo>
                  <a:lnTo>
                    <a:pt x="1" y="141"/>
                  </a:lnTo>
                  <a:lnTo>
                    <a:pt x="169" y="141"/>
                  </a:lnTo>
                  <a:lnTo>
                    <a:pt x="3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9"/>
            <p:cNvSpPr/>
            <p:nvPr/>
          </p:nvSpPr>
          <p:spPr>
            <a:xfrm>
              <a:off x="5044150" y="4672325"/>
              <a:ext cx="9925" cy="11450"/>
            </a:xfrm>
            <a:custGeom>
              <a:rect b="b" l="l" r="r" t="t"/>
              <a:pathLst>
                <a:path extrusionOk="0" h="458" w="397">
                  <a:moveTo>
                    <a:pt x="110" y="0"/>
                  </a:moveTo>
                  <a:cubicBezTo>
                    <a:pt x="37" y="0"/>
                    <a:pt x="0" y="43"/>
                    <a:pt x="31" y="121"/>
                  </a:cubicBezTo>
                  <a:cubicBezTo>
                    <a:pt x="144" y="233"/>
                    <a:pt x="172" y="401"/>
                    <a:pt x="396" y="458"/>
                  </a:cubicBezTo>
                  <a:lnTo>
                    <a:pt x="340" y="93"/>
                  </a:lnTo>
                  <a:cubicBezTo>
                    <a:pt x="252" y="29"/>
                    <a:pt x="169" y="0"/>
                    <a:pt x="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9"/>
            <p:cNvSpPr/>
            <p:nvPr/>
          </p:nvSpPr>
          <p:spPr>
            <a:xfrm>
              <a:off x="4994375" y="4676725"/>
              <a:ext cx="19700" cy="9850"/>
            </a:xfrm>
            <a:custGeom>
              <a:rect b="b" l="l" r="r" t="t"/>
              <a:pathLst>
                <a:path extrusionOk="0" h="394" w="788">
                  <a:moveTo>
                    <a:pt x="1" y="1"/>
                  </a:moveTo>
                  <a:lnTo>
                    <a:pt x="254" y="253"/>
                  </a:lnTo>
                  <a:cubicBezTo>
                    <a:pt x="450" y="282"/>
                    <a:pt x="619" y="310"/>
                    <a:pt x="787" y="394"/>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9"/>
            <p:cNvSpPr/>
            <p:nvPr/>
          </p:nvSpPr>
          <p:spPr>
            <a:xfrm>
              <a:off x="4992275" y="4649825"/>
              <a:ext cx="13375" cy="12575"/>
            </a:xfrm>
            <a:custGeom>
              <a:rect b="b" l="l" r="r" t="t"/>
              <a:pathLst>
                <a:path extrusionOk="0" h="503" w="535">
                  <a:moveTo>
                    <a:pt x="98" y="1"/>
                  </a:moveTo>
                  <a:cubicBezTo>
                    <a:pt x="61" y="1"/>
                    <a:pt x="27" y="35"/>
                    <a:pt x="1" y="122"/>
                  </a:cubicBezTo>
                  <a:cubicBezTo>
                    <a:pt x="162" y="237"/>
                    <a:pt x="228" y="503"/>
                    <a:pt x="401" y="503"/>
                  </a:cubicBezTo>
                  <a:cubicBezTo>
                    <a:pt x="440" y="503"/>
                    <a:pt x="483" y="490"/>
                    <a:pt x="534" y="459"/>
                  </a:cubicBezTo>
                  <a:cubicBezTo>
                    <a:pt x="384" y="352"/>
                    <a:pt x="218" y="1"/>
                    <a:pt x="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9"/>
            <p:cNvSpPr/>
            <p:nvPr/>
          </p:nvSpPr>
          <p:spPr>
            <a:xfrm>
              <a:off x="5077900" y="4568650"/>
              <a:ext cx="33025" cy="16150"/>
            </a:xfrm>
            <a:custGeom>
              <a:rect b="b" l="l" r="r" t="t"/>
              <a:pathLst>
                <a:path extrusionOk="0" h="646" w="1321">
                  <a:moveTo>
                    <a:pt x="29" y="0"/>
                  </a:moveTo>
                  <a:lnTo>
                    <a:pt x="1" y="84"/>
                  </a:lnTo>
                  <a:lnTo>
                    <a:pt x="1320" y="646"/>
                  </a:lnTo>
                  <a:lnTo>
                    <a:pt x="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9"/>
            <p:cNvSpPr/>
            <p:nvPr/>
          </p:nvSpPr>
          <p:spPr>
            <a:xfrm>
              <a:off x="5027375" y="4443000"/>
              <a:ext cx="34425" cy="15775"/>
            </a:xfrm>
            <a:custGeom>
              <a:rect b="b" l="l" r="r" t="t"/>
              <a:pathLst>
                <a:path extrusionOk="0" h="631" w="1377">
                  <a:moveTo>
                    <a:pt x="422" y="1"/>
                  </a:moveTo>
                  <a:lnTo>
                    <a:pt x="422" y="1"/>
                  </a:lnTo>
                  <a:cubicBezTo>
                    <a:pt x="0" y="225"/>
                    <a:pt x="1236" y="422"/>
                    <a:pt x="702" y="562"/>
                  </a:cubicBezTo>
                  <a:cubicBezTo>
                    <a:pt x="775" y="614"/>
                    <a:pt x="839" y="630"/>
                    <a:pt x="898" y="630"/>
                  </a:cubicBezTo>
                  <a:cubicBezTo>
                    <a:pt x="1012" y="630"/>
                    <a:pt x="1107" y="566"/>
                    <a:pt x="1215" y="566"/>
                  </a:cubicBezTo>
                  <a:cubicBezTo>
                    <a:pt x="1265" y="566"/>
                    <a:pt x="1318" y="579"/>
                    <a:pt x="1376" y="619"/>
                  </a:cubicBezTo>
                  <a:cubicBezTo>
                    <a:pt x="1123" y="310"/>
                    <a:pt x="1348" y="254"/>
                    <a:pt x="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9"/>
            <p:cNvSpPr/>
            <p:nvPr/>
          </p:nvSpPr>
          <p:spPr>
            <a:xfrm>
              <a:off x="5061775" y="4458450"/>
              <a:ext cx="3525" cy="4950"/>
            </a:xfrm>
            <a:custGeom>
              <a:rect b="b" l="l" r="r" t="t"/>
              <a:pathLst>
                <a:path extrusionOk="0" h="198" w="141">
                  <a:moveTo>
                    <a:pt x="0" y="1"/>
                  </a:moveTo>
                  <a:lnTo>
                    <a:pt x="0" y="1"/>
                  </a:lnTo>
                  <a:cubicBezTo>
                    <a:pt x="28" y="57"/>
                    <a:pt x="84" y="113"/>
                    <a:pt x="140" y="197"/>
                  </a:cubicBezTo>
                  <a:cubicBezTo>
                    <a:pt x="112" y="113"/>
                    <a:pt x="56" y="5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9"/>
            <p:cNvSpPr/>
            <p:nvPr/>
          </p:nvSpPr>
          <p:spPr>
            <a:xfrm>
              <a:off x="5494825" y="3384600"/>
              <a:ext cx="12650" cy="4925"/>
            </a:xfrm>
            <a:custGeom>
              <a:rect b="b" l="l" r="r" t="t"/>
              <a:pathLst>
                <a:path extrusionOk="0" h="197" w="506">
                  <a:moveTo>
                    <a:pt x="506" y="0"/>
                  </a:moveTo>
                  <a:lnTo>
                    <a:pt x="0" y="84"/>
                  </a:lnTo>
                  <a:lnTo>
                    <a:pt x="169" y="197"/>
                  </a:lnTo>
                  <a:lnTo>
                    <a:pt x="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9"/>
            <p:cNvSpPr/>
            <p:nvPr/>
          </p:nvSpPr>
          <p:spPr>
            <a:xfrm>
              <a:off x="5474475" y="3369850"/>
              <a:ext cx="23175" cy="6350"/>
            </a:xfrm>
            <a:custGeom>
              <a:rect b="b" l="l" r="r" t="t"/>
              <a:pathLst>
                <a:path extrusionOk="0" h="254" w="927">
                  <a:moveTo>
                    <a:pt x="112" y="1"/>
                  </a:moveTo>
                  <a:cubicBezTo>
                    <a:pt x="140" y="57"/>
                    <a:pt x="225" y="169"/>
                    <a:pt x="0" y="169"/>
                  </a:cubicBezTo>
                  <a:lnTo>
                    <a:pt x="926" y="253"/>
                  </a:lnTo>
                  <a:lnTo>
                    <a:pt x="1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9"/>
            <p:cNvSpPr/>
            <p:nvPr/>
          </p:nvSpPr>
          <p:spPr>
            <a:xfrm>
              <a:off x="5125625" y="4106825"/>
              <a:ext cx="14075" cy="2675"/>
            </a:xfrm>
            <a:custGeom>
              <a:rect b="b" l="l" r="r" t="t"/>
              <a:pathLst>
                <a:path extrusionOk="0" h="107" w="563">
                  <a:moveTo>
                    <a:pt x="562" y="0"/>
                  </a:moveTo>
                  <a:lnTo>
                    <a:pt x="1" y="28"/>
                  </a:lnTo>
                  <a:lnTo>
                    <a:pt x="197" y="84"/>
                  </a:lnTo>
                  <a:cubicBezTo>
                    <a:pt x="268" y="100"/>
                    <a:pt x="321" y="107"/>
                    <a:pt x="363" y="107"/>
                  </a:cubicBezTo>
                  <a:cubicBezTo>
                    <a:pt x="470" y="107"/>
                    <a:pt x="502" y="61"/>
                    <a:pt x="5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9"/>
            <p:cNvSpPr/>
            <p:nvPr/>
          </p:nvSpPr>
          <p:spPr>
            <a:xfrm>
              <a:off x="5162825" y="4038025"/>
              <a:ext cx="20400" cy="4250"/>
            </a:xfrm>
            <a:custGeom>
              <a:rect b="b" l="l" r="r" t="t"/>
              <a:pathLst>
                <a:path extrusionOk="0" h="170" w="816">
                  <a:moveTo>
                    <a:pt x="29" y="1"/>
                  </a:moveTo>
                  <a:lnTo>
                    <a:pt x="1" y="57"/>
                  </a:lnTo>
                  <a:lnTo>
                    <a:pt x="815" y="169"/>
                  </a:lnTo>
                  <a:lnTo>
                    <a:pt x="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9"/>
            <p:cNvSpPr/>
            <p:nvPr/>
          </p:nvSpPr>
          <p:spPr>
            <a:xfrm>
              <a:off x="5154200" y="3968550"/>
              <a:ext cx="24025" cy="8450"/>
            </a:xfrm>
            <a:custGeom>
              <a:rect b="b" l="l" r="r" t="t"/>
              <a:pathLst>
                <a:path extrusionOk="0" h="338" w="961">
                  <a:moveTo>
                    <a:pt x="65" y="0"/>
                  </a:moveTo>
                  <a:lnTo>
                    <a:pt x="65" y="0"/>
                  </a:lnTo>
                  <a:cubicBezTo>
                    <a:pt x="1" y="65"/>
                    <a:pt x="68" y="178"/>
                    <a:pt x="78" y="266"/>
                  </a:cubicBezTo>
                  <a:lnTo>
                    <a:pt x="78" y="266"/>
                  </a:lnTo>
                  <a:cubicBezTo>
                    <a:pt x="204" y="118"/>
                    <a:pt x="960" y="224"/>
                    <a:pt x="65" y="0"/>
                  </a:cubicBezTo>
                  <a:close/>
                  <a:moveTo>
                    <a:pt x="78" y="266"/>
                  </a:moveTo>
                  <a:lnTo>
                    <a:pt x="78" y="266"/>
                  </a:lnTo>
                  <a:cubicBezTo>
                    <a:pt x="61" y="285"/>
                    <a:pt x="55" y="308"/>
                    <a:pt x="65" y="337"/>
                  </a:cubicBezTo>
                  <a:cubicBezTo>
                    <a:pt x="78" y="317"/>
                    <a:pt x="81" y="293"/>
                    <a:pt x="78" y="26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9"/>
            <p:cNvSpPr/>
            <p:nvPr/>
          </p:nvSpPr>
          <p:spPr>
            <a:xfrm>
              <a:off x="4887875" y="4909050"/>
              <a:ext cx="13900" cy="17400"/>
            </a:xfrm>
            <a:custGeom>
              <a:rect b="b" l="l" r="r" t="t"/>
              <a:pathLst>
                <a:path extrusionOk="0" h="696" w="556">
                  <a:moveTo>
                    <a:pt x="302" y="1"/>
                  </a:moveTo>
                  <a:cubicBezTo>
                    <a:pt x="1" y="202"/>
                    <a:pt x="285" y="696"/>
                    <a:pt x="307" y="696"/>
                  </a:cubicBezTo>
                  <a:cubicBezTo>
                    <a:pt x="309" y="696"/>
                    <a:pt x="308" y="689"/>
                    <a:pt x="302" y="674"/>
                  </a:cubicBezTo>
                  <a:cubicBezTo>
                    <a:pt x="555" y="674"/>
                    <a:pt x="302" y="113"/>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9"/>
            <p:cNvSpPr/>
            <p:nvPr/>
          </p:nvSpPr>
          <p:spPr>
            <a:xfrm>
              <a:off x="4796450" y="4979250"/>
              <a:ext cx="11275" cy="18250"/>
            </a:xfrm>
            <a:custGeom>
              <a:rect b="b" l="l" r="r" t="t"/>
              <a:pathLst>
                <a:path extrusionOk="0" h="730" w="451">
                  <a:moveTo>
                    <a:pt x="450" y="0"/>
                  </a:moveTo>
                  <a:lnTo>
                    <a:pt x="1" y="730"/>
                  </a:lnTo>
                  <a:lnTo>
                    <a:pt x="422" y="253"/>
                  </a:lnTo>
                  <a:lnTo>
                    <a:pt x="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9"/>
            <p:cNvSpPr/>
            <p:nvPr/>
          </p:nvSpPr>
          <p:spPr>
            <a:xfrm>
              <a:off x="4715050" y="4984150"/>
              <a:ext cx="57575" cy="32275"/>
            </a:xfrm>
            <a:custGeom>
              <a:rect b="b" l="l" r="r" t="t"/>
              <a:pathLst>
                <a:path extrusionOk="0" h="1291" w="2303">
                  <a:moveTo>
                    <a:pt x="2302" y="1"/>
                  </a:moveTo>
                  <a:cubicBezTo>
                    <a:pt x="1909" y="169"/>
                    <a:pt x="1516" y="450"/>
                    <a:pt x="1095" y="674"/>
                  </a:cubicBezTo>
                  <a:cubicBezTo>
                    <a:pt x="818" y="876"/>
                    <a:pt x="472" y="987"/>
                    <a:pt x="119" y="987"/>
                  </a:cubicBezTo>
                  <a:cubicBezTo>
                    <a:pt x="80" y="987"/>
                    <a:pt x="40" y="986"/>
                    <a:pt x="0" y="983"/>
                  </a:cubicBezTo>
                  <a:lnTo>
                    <a:pt x="0" y="983"/>
                  </a:lnTo>
                  <a:cubicBezTo>
                    <a:pt x="148" y="1208"/>
                    <a:pt x="302" y="1290"/>
                    <a:pt x="463" y="1290"/>
                  </a:cubicBezTo>
                  <a:cubicBezTo>
                    <a:pt x="906" y="1290"/>
                    <a:pt x="1397" y="660"/>
                    <a:pt x="1917" y="660"/>
                  </a:cubicBezTo>
                  <a:cubicBezTo>
                    <a:pt x="1961" y="660"/>
                    <a:pt x="2005" y="664"/>
                    <a:pt x="2050" y="674"/>
                  </a:cubicBezTo>
                  <a:lnTo>
                    <a:pt x="2218" y="871"/>
                  </a:lnTo>
                  <a:lnTo>
                    <a:pt x="23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9"/>
            <p:cNvSpPr/>
            <p:nvPr/>
          </p:nvSpPr>
          <p:spPr>
            <a:xfrm>
              <a:off x="4653275" y="4965900"/>
              <a:ext cx="11950" cy="9500"/>
            </a:xfrm>
            <a:custGeom>
              <a:rect b="b" l="l" r="r" t="t"/>
              <a:pathLst>
                <a:path extrusionOk="0" h="380" w="478">
                  <a:moveTo>
                    <a:pt x="394" y="1"/>
                  </a:moveTo>
                  <a:cubicBezTo>
                    <a:pt x="253" y="57"/>
                    <a:pt x="141" y="85"/>
                    <a:pt x="1" y="85"/>
                  </a:cubicBezTo>
                  <a:cubicBezTo>
                    <a:pt x="90" y="229"/>
                    <a:pt x="55" y="325"/>
                    <a:pt x="32" y="363"/>
                  </a:cubicBezTo>
                  <a:lnTo>
                    <a:pt x="32" y="363"/>
                  </a:lnTo>
                  <a:cubicBezTo>
                    <a:pt x="69" y="327"/>
                    <a:pt x="183" y="237"/>
                    <a:pt x="478" y="85"/>
                  </a:cubicBezTo>
                  <a:cubicBezTo>
                    <a:pt x="422" y="57"/>
                    <a:pt x="422" y="29"/>
                    <a:pt x="394" y="1"/>
                  </a:cubicBezTo>
                  <a:close/>
                  <a:moveTo>
                    <a:pt x="32" y="363"/>
                  </a:moveTo>
                  <a:lnTo>
                    <a:pt x="32" y="363"/>
                  </a:lnTo>
                  <a:cubicBezTo>
                    <a:pt x="20" y="374"/>
                    <a:pt x="16" y="380"/>
                    <a:pt x="17" y="380"/>
                  </a:cubicBezTo>
                  <a:cubicBezTo>
                    <a:pt x="19" y="380"/>
                    <a:pt x="25" y="374"/>
                    <a:pt x="32" y="36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9"/>
            <p:cNvSpPr/>
            <p:nvPr/>
          </p:nvSpPr>
          <p:spPr>
            <a:xfrm>
              <a:off x="4659475" y="4962850"/>
              <a:ext cx="9225" cy="3775"/>
            </a:xfrm>
            <a:custGeom>
              <a:rect b="b" l="l" r="r" t="t"/>
              <a:pathLst>
                <a:path extrusionOk="0" h="151" w="369">
                  <a:moveTo>
                    <a:pt x="130" y="0"/>
                  </a:moveTo>
                  <a:cubicBezTo>
                    <a:pt x="54" y="0"/>
                    <a:pt x="0" y="41"/>
                    <a:pt x="146" y="151"/>
                  </a:cubicBezTo>
                  <a:cubicBezTo>
                    <a:pt x="369" y="71"/>
                    <a:pt x="230" y="0"/>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9"/>
            <p:cNvSpPr/>
            <p:nvPr/>
          </p:nvSpPr>
          <p:spPr>
            <a:xfrm>
              <a:off x="4606250" y="4961700"/>
              <a:ext cx="23900" cy="20375"/>
            </a:xfrm>
            <a:custGeom>
              <a:rect b="b" l="l" r="r" t="t"/>
              <a:pathLst>
                <a:path extrusionOk="0" h="815" w="956">
                  <a:moveTo>
                    <a:pt x="478" y="0"/>
                  </a:moveTo>
                  <a:cubicBezTo>
                    <a:pt x="1" y="309"/>
                    <a:pt x="141" y="505"/>
                    <a:pt x="534" y="814"/>
                  </a:cubicBezTo>
                  <a:lnTo>
                    <a:pt x="955" y="365"/>
                  </a:lnTo>
                  <a:cubicBezTo>
                    <a:pt x="787" y="169"/>
                    <a:pt x="338" y="225"/>
                    <a:pt x="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9"/>
            <p:cNvSpPr/>
            <p:nvPr/>
          </p:nvSpPr>
          <p:spPr>
            <a:xfrm>
              <a:off x="4611175" y="4996075"/>
              <a:ext cx="6325" cy="6350"/>
            </a:xfrm>
            <a:custGeom>
              <a:rect b="b" l="l" r="r" t="t"/>
              <a:pathLst>
                <a:path extrusionOk="0" h="254" w="253">
                  <a:moveTo>
                    <a:pt x="156" y="1"/>
                  </a:moveTo>
                  <a:cubicBezTo>
                    <a:pt x="104" y="1"/>
                    <a:pt x="52" y="63"/>
                    <a:pt x="0" y="253"/>
                  </a:cubicBezTo>
                  <a:lnTo>
                    <a:pt x="253" y="57"/>
                  </a:lnTo>
                  <a:cubicBezTo>
                    <a:pt x="221" y="25"/>
                    <a:pt x="188" y="1"/>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9"/>
            <p:cNvSpPr/>
            <p:nvPr/>
          </p:nvSpPr>
          <p:spPr>
            <a:xfrm>
              <a:off x="4617475" y="4986950"/>
              <a:ext cx="11975" cy="15625"/>
            </a:xfrm>
            <a:custGeom>
              <a:rect b="b" l="l" r="r" t="t"/>
              <a:pathLst>
                <a:path extrusionOk="0" h="625" w="479">
                  <a:moveTo>
                    <a:pt x="478" y="1"/>
                  </a:moveTo>
                  <a:lnTo>
                    <a:pt x="1" y="422"/>
                  </a:lnTo>
                  <a:cubicBezTo>
                    <a:pt x="47" y="498"/>
                    <a:pt x="92" y="624"/>
                    <a:pt x="134" y="624"/>
                  </a:cubicBezTo>
                  <a:cubicBezTo>
                    <a:pt x="168" y="624"/>
                    <a:pt x="200" y="535"/>
                    <a:pt x="225" y="253"/>
                  </a:cubicBezTo>
                  <a:cubicBezTo>
                    <a:pt x="225" y="346"/>
                    <a:pt x="230" y="383"/>
                    <a:pt x="243" y="383"/>
                  </a:cubicBezTo>
                  <a:cubicBezTo>
                    <a:pt x="272" y="383"/>
                    <a:pt x="340" y="178"/>
                    <a:pt x="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9"/>
            <p:cNvSpPr/>
            <p:nvPr/>
          </p:nvSpPr>
          <p:spPr>
            <a:xfrm>
              <a:off x="4638550" y="4986350"/>
              <a:ext cx="25925" cy="18875"/>
            </a:xfrm>
            <a:custGeom>
              <a:rect b="b" l="l" r="r" t="t"/>
              <a:pathLst>
                <a:path extrusionOk="0" h="755" w="1037">
                  <a:moveTo>
                    <a:pt x="493" y="1"/>
                  </a:moveTo>
                  <a:cubicBezTo>
                    <a:pt x="359" y="1"/>
                    <a:pt x="193" y="33"/>
                    <a:pt x="0" y="109"/>
                  </a:cubicBezTo>
                  <a:cubicBezTo>
                    <a:pt x="337" y="249"/>
                    <a:pt x="730" y="306"/>
                    <a:pt x="281" y="755"/>
                  </a:cubicBezTo>
                  <a:cubicBezTo>
                    <a:pt x="1037" y="466"/>
                    <a:pt x="1000" y="1"/>
                    <a:pt x="4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9"/>
            <p:cNvSpPr/>
            <p:nvPr/>
          </p:nvSpPr>
          <p:spPr>
            <a:xfrm>
              <a:off x="4715250" y="5029775"/>
              <a:ext cx="18775" cy="9850"/>
            </a:xfrm>
            <a:custGeom>
              <a:rect b="b" l="l" r="r" t="t"/>
              <a:pathLst>
                <a:path extrusionOk="0" h="394" w="751">
                  <a:moveTo>
                    <a:pt x="750" y="0"/>
                  </a:moveTo>
                  <a:lnTo>
                    <a:pt x="744" y="9"/>
                  </a:lnTo>
                  <a:lnTo>
                    <a:pt x="744" y="9"/>
                  </a:lnTo>
                  <a:cubicBezTo>
                    <a:pt x="747" y="6"/>
                    <a:pt x="748" y="4"/>
                    <a:pt x="750" y="0"/>
                  </a:cubicBezTo>
                  <a:close/>
                  <a:moveTo>
                    <a:pt x="744" y="9"/>
                  </a:moveTo>
                  <a:cubicBezTo>
                    <a:pt x="705" y="65"/>
                    <a:pt x="612" y="77"/>
                    <a:pt x="506" y="77"/>
                  </a:cubicBezTo>
                  <a:cubicBezTo>
                    <a:pt x="419" y="77"/>
                    <a:pt x="323" y="69"/>
                    <a:pt x="240" y="69"/>
                  </a:cubicBezTo>
                  <a:cubicBezTo>
                    <a:pt x="101" y="69"/>
                    <a:pt x="1" y="93"/>
                    <a:pt x="48" y="225"/>
                  </a:cubicBezTo>
                  <a:lnTo>
                    <a:pt x="498" y="393"/>
                  </a:lnTo>
                  <a:lnTo>
                    <a:pt x="744" y="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9"/>
            <p:cNvSpPr/>
            <p:nvPr/>
          </p:nvSpPr>
          <p:spPr>
            <a:xfrm>
              <a:off x="4537475" y="4986250"/>
              <a:ext cx="17575" cy="19675"/>
            </a:xfrm>
            <a:custGeom>
              <a:rect b="b" l="l" r="r" t="t"/>
              <a:pathLst>
                <a:path extrusionOk="0" h="787" w="703">
                  <a:moveTo>
                    <a:pt x="0" y="1"/>
                  </a:moveTo>
                  <a:cubicBezTo>
                    <a:pt x="0" y="225"/>
                    <a:pt x="281" y="534"/>
                    <a:pt x="365" y="787"/>
                  </a:cubicBezTo>
                  <a:lnTo>
                    <a:pt x="702" y="478"/>
                  </a:lnTo>
                  <a:cubicBezTo>
                    <a:pt x="478" y="366"/>
                    <a:pt x="85" y="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9"/>
            <p:cNvSpPr/>
            <p:nvPr/>
          </p:nvSpPr>
          <p:spPr>
            <a:xfrm>
              <a:off x="4534675" y="5005900"/>
              <a:ext cx="14750" cy="11975"/>
            </a:xfrm>
            <a:custGeom>
              <a:rect b="b" l="l" r="r" t="t"/>
              <a:pathLst>
                <a:path extrusionOk="0" h="479" w="590">
                  <a:moveTo>
                    <a:pt x="477" y="1"/>
                  </a:moveTo>
                  <a:lnTo>
                    <a:pt x="0" y="478"/>
                  </a:lnTo>
                  <a:cubicBezTo>
                    <a:pt x="505" y="422"/>
                    <a:pt x="590" y="225"/>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9"/>
            <p:cNvSpPr/>
            <p:nvPr/>
          </p:nvSpPr>
          <p:spPr>
            <a:xfrm>
              <a:off x="4610475" y="5006600"/>
              <a:ext cx="23875" cy="24600"/>
            </a:xfrm>
            <a:custGeom>
              <a:rect b="b" l="l" r="r" t="t"/>
              <a:pathLst>
                <a:path extrusionOk="0" h="984" w="955">
                  <a:moveTo>
                    <a:pt x="955" y="1"/>
                  </a:moveTo>
                  <a:lnTo>
                    <a:pt x="0" y="984"/>
                  </a:lnTo>
                  <a:lnTo>
                    <a:pt x="169" y="955"/>
                  </a:lnTo>
                  <a:lnTo>
                    <a:pt x="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9"/>
            <p:cNvSpPr/>
            <p:nvPr/>
          </p:nvSpPr>
          <p:spPr>
            <a:xfrm>
              <a:off x="4478525" y="4982750"/>
              <a:ext cx="10550" cy="21075"/>
            </a:xfrm>
            <a:custGeom>
              <a:rect b="b" l="l" r="r" t="t"/>
              <a:pathLst>
                <a:path extrusionOk="0" h="843" w="422">
                  <a:moveTo>
                    <a:pt x="421" y="0"/>
                  </a:moveTo>
                  <a:lnTo>
                    <a:pt x="0" y="843"/>
                  </a:lnTo>
                  <a:lnTo>
                    <a:pt x="197" y="534"/>
                  </a:lnTo>
                  <a:lnTo>
                    <a:pt x="4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9"/>
            <p:cNvSpPr/>
            <p:nvPr/>
          </p:nvSpPr>
          <p:spPr>
            <a:xfrm>
              <a:off x="4419550" y="4982050"/>
              <a:ext cx="32325" cy="22475"/>
            </a:xfrm>
            <a:custGeom>
              <a:rect b="b" l="l" r="r" t="t"/>
              <a:pathLst>
                <a:path extrusionOk="0" h="899" w="1293">
                  <a:moveTo>
                    <a:pt x="899" y="0"/>
                  </a:moveTo>
                  <a:lnTo>
                    <a:pt x="899" y="0"/>
                  </a:lnTo>
                  <a:cubicBezTo>
                    <a:pt x="506" y="197"/>
                    <a:pt x="197" y="506"/>
                    <a:pt x="1" y="899"/>
                  </a:cubicBezTo>
                  <a:cubicBezTo>
                    <a:pt x="145" y="783"/>
                    <a:pt x="305" y="720"/>
                    <a:pt x="494" y="720"/>
                  </a:cubicBezTo>
                  <a:cubicBezTo>
                    <a:pt x="673" y="720"/>
                    <a:pt x="879" y="776"/>
                    <a:pt x="1124" y="899"/>
                  </a:cubicBezTo>
                  <a:cubicBezTo>
                    <a:pt x="1292" y="478"/>
                    <a:pt x="675" y="281"/>
                    <a:pt x="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9"/>
            <p:cNvSpPr/>
            <p:nvPr/>
          </p:nvSpPr>
          <p:spPr>
            <a:xfrm>
              <a:off x="4409025" y="5004500"/>
              <a:ext cx="10550" cy="13375"/>
            </a:xfrm>
            <a:custGeom>
              <a:rect b="b" l="l" r="r" t="t"/>
              <a:pathLst>
                <a:path extrusionOk="0" h="535" w="422">
                  <a:moveTo>
                    <a:pt x="422" y="1"/>
                  </a:moveTo>
                  <a:cubicBezTo>
                    <a:pt x="225" y="141"/>
                    <a:pt x="85" y="338"/>
                    <a:pt x="1" y="534"/>
                  </a:cubicBezTo>
                  <a:cubicBezTo>
                    <a:pt x="141" y="366"/>
                    <a:pt x="281" y="197"/>
                    <a:pt x="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9"/>
            <p:cNvSpPr/>
            <p:nvPr/>
          </p:nvSpPr>
          <p:spPr>
            <a:xfrm>
              <a:off x="4495350" y="5006600"/>
              <a:ext cx="14075" cy="14075"/>
            </a:xfrm>
            <a:custGeom>
              <a:rect b="b" l="l" r="r" t="t"/>
              <a:pathLst>
                <a:path extrusionOk="0" h="563" w="563">
                  <a:moveTo>
                    <a:pt x="1" y="1"/>
                  </a:moveTo>
                  <a:lnTo>
                    <a:pt x="366" y="562"/>
                  </a:lnTo>
                  <a:lnTo>
                    <a:pt x="562" y="534"/>
                  </a:lnTo>
                  <a:cubicBezTo>
                    <a:pt x="478" y="282"/>
                    <a:pt x="254" y="8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9"/>
            <p:cNvSpPr/>
            <p:nvPr/>
          </p:nvSpPr>
          <p:spPr>
            <a:xfrm>
              <a:off x="4491850" y="5021350"/>
              <a:ext cx="12650" cy="1425"/>
            </a:xfrm>
            <a:custGeom>
              <a:rect b="b" l="l" r="r" t="t"/>
              <a:pathLst>
                <a:path extrusionOk="0" h="57" w="506">
                  <a:moveTo>
                    <a:pt x="506" y="0"/>
                  </a:moveTo>
                  <a:lnTo>
                    <a:pt x="506" y="0"/>
                  </a:lnTo>
                  <a:lnTo>
                    <a:pt x="1" y="5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9"/>
            <p:cNvSpPr/>
            <p:nvPr/>
          </p:nvSpPr>
          <p:spPr>
            <a:xfrm>
              <a:off x="4509400" y="5019950"/>
              <a:ext cx="1425" cy="1075"/>
            </a:xfrm>
            <a:custGeom>
              <a:rect b="b" l="l" r="r" t="t"/>
              <a:pathLst>
                <a:path extrusionOk="0" h="43" w="57">
                  <a:moveTo>
                    <a:pt x="0" y="0"/>
                  </a:moveTo>
                  <a:cubicBezTo>
                    <a:pt x="28" y="28"/>
                    <a:pt x="42" y="42"/>
                    <a:pt x="50" y="42"/>
                  </a:cubicBezTo>
                  <a:cubicBezTo>
                    <a:pt x="57" y="42"/>
                    <a:pt x="57" y="28"/>
                    <a:pt x="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9"/>
            <p:cNvSpPr/>
            <p:nvPr/>
          </p:nvSpPr>
          <p:spPr>
            <a:xfrm>
              <a:off x="4552700" y="5024850"/>
              <a:ext cx="23325" cy="31625"/>
            </a:xfrm>
            <a:custGeom>
              <a:rect b="b" l="l" r="r" t="t"/>
              <a:pathLst>
                <a:path extrusionOk="0" h="1265" w="933">
                  <a:moveTo>
                    <a:pt x="879" y="1"/>
                  </a:moveTo>
                  <a:lnTo>
                    <a:pt x="879" y="1"/>
                  </a:lnTo>
                  <a:cubicBezTo>
                    <a:pt x="873" y="12"/>
                    <a:pt x="866" y="22"/>
                    <a:pt x="860" y="32"/>
                  </a:cubicBezTo>
                  <a:lnTo>
                    <a:pt x="860" y="32"/>
                  </a:lnTo>
                  <a:cubicBezTo>
                    <a:pt x="867" y="22"/>
                    <a:pt x="873" y="11"/>
                    <a:pt x="879" y="1"/>
                  </a:cubicBezTo>
                  <a:close/>
                  <a:moveTo>
                    <a:pt x="860" y="32"/>
                  </a:moveTo>
                  <a:cubicBezTo>
                    <a:pt x="595" y="446"/>
                    <a:pt x="1" y="908"/>
                    <a:pt x="767" y="1264"/>
                  </a:cubicBezTo>
                  <a:cubicBezTo>
                    <a:pt x="933" y="823"/>
                    <a:pt x="502" y="625"/>
                    <a:pt x="860" y="3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9"/>
            <p:cNvSpPr/>
            <p:nvPr/>
          </p:nvSpPr>
          <p:spPr>
            <a:xfrm>
              <a:off x="4521325" y="5022750"/>
              <a:ext cx="16175" cy="14075"/>
            </a:xfrm>
            <a:custGeom>
              <a:rect b="b" l="l" r="r" t="t"/>
              <a:pathLst>
                <a:path extrusionOk="0" h="563" w="647">
                  <a:moveTo>
                    <a:pt x="590" y="1"/>
                  </a:moveTo>
                  <a:lnTo>
                    <a:pt x="1" y="562"/>
                  </a:lnTo>
                  <a:lnTo>
                    <a:pt x="646" y="562"/>
                  </a:lnTo>
                  <a:cubicBezTo>
                    <a:pt x="590" y="422"/>
                    <a:pt x="450" y="225"/>
                    <a:pt x="5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9"/>
            <p:cNvSpPr/>
            <p:nvPr/>
          </p:nvSpPr>
          <p:spPr>
            <a:xfrm>
              <a:off x="4515000" y="5036100"/>
              <a:ext cx="6350" cy="6325"/>
            </a:xfrm>
            <a:custGeom>
              <a:rect b="b" l="l" r="r" t="t"/>
              <a:pathLst>
                <a:path extrusionOk="0" h="253" w="254">
                  <a:moveTo>
                    <a:pt x="29" y="0"/>
                  </a:moveTo>
                  <a:lnTo>
                    <a:pt x="1" y="253"/>
                  </a:lnTo>
                  <a:lnTo>
                    <a:pt x="1" y="253"/>
                  </a:lnTo>
                  <a:lnTo>
                    <a:pt x="254" y="28"/>
                  </a:lnTo>
                  <a:lnTo>
                    <a:pt x="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9"/>
            <p:cNvSpPr/>
            <p:nvPr/>
          </p:nvSpPr>
          <p:spPr>
            <a:xfrm>
              <a:off x="4416750" y="5027325"/>
              <a:ext cx="29075" cy="12650"/>
            </a:xfrm>
            <a:custGeom>
              <a:rect b="b" l="l" r="r" t="t"/>
              <a:pathLst>
                <a:path extrusionOk="0" h="506" w="1163">
                  <a:moveTo>
                    <a:pt x="918" y="1"/>
                  </a:moveTo>
                  <a:cubicBezTo>
                    <a:pt x="888" y="1"/>
                    <a:pt x="854" y="5"/>
                    <a:pt x="815" y="14"/>
                  </a:cubicBezTo>
                  <a:cubicBezTo>
                    <a:pt x="618" y="239"/>
                    <a:pt x="309" y="407"/>
                    <a:pt x="1" y="463"/>
                  </a:cubicBezTo>
                  <a:cubicBezTo>
                    <a:pt x="183" y="491"/>
                    <a:pt x="366" y="505"/>
                    <a:pt x="544" y="505"/>
                  </a:cubicBezTo>
                  <a:cubicBezTo>
                    <a:pt x="723" y="505"/>
                    <a:pt x="899" y="491"/>
                    <a:pt x="1067" y="463"/>
                  </a:cubicBezTo>
                  <a:cubicBezTo>
                    <a:pt x="1092" y="288"/>
                    <a:pt x="1162" y="1"/>
                    <a:pt x="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9"/>
            <p:cNvSpPr/>
            <p:nvPr/>
          </p:nvSpPr>
          <p:spPr>
            <a:xfrm>
              <a:off x="4468700" y="5026275"/>
              <a:ext cx="1800" cy="1700"/>
            </a:xfrm>
            <a:custGeom>
              <a:rect b="b" l="l" r="r" t="t"/>
              <a:pathLst>
                <a:path extrusionOk="0" h="68" w="72">
                  <a:moveTo>
                    <a:pt x="56" y="0"/>
                  </a:moveTo>
                  <a:cubicBezTo>
                    <a:pt x="28" y="0"/>
                    <a:pt x="28" y="0"/>
                    <a:pt x="0" y="28"/>
                  </a:cubicBezTo>
                  <a:cubicBezTo>
                    <a:pt x="25" y="53"/>
                    <a:pt x="45" y="67"/>
                    <a:pt x="56" y="67"/>
                  </a:cubicBezTo>
                  <a:cubicBezTo>
                    <a:pt x="70" y="67"/>
                    <a:pt x="72" y="46"/>
                    <a:pt x="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9"/>
            <p:cNvSpPr/>
            <p:nvPr/>
          </p:nvSpPr>
          <p:spPr>
            <a:xfrm>
              <a:off x="4336750" y="5051525"/>
              <a:ext cx="1425" cy="2825"/>
            </a:xfrm>
            <a:custGeom>
              <a:rect b="b" l="l" r="r" t="t"/>
              <a:pathLst>
                <a:path extrusionOk="0" h="113" w="57">
                  <a:moveTo>
                    <a:pt x="0" y="1"/>
                  </a:moveTo>
                  <a:lnTo>
                    <a:pt x="56" y="113"/>
                  </a:lnTo>
                  <a:lnTo>
                    <a:pt x="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9"/>
            <p:cNvSpPr/>
            <p:nvPr/>
          </p:nvSpPr>
          <p:spPr>
            <a:xfrm>
              <a:off x="4443425" y="5033975"/>
              <a:ext cx="15450" cy="8025"/>
            </a:xfrm>
            <a:custGeom>
              <a:rect b="b" l="l" r="r" t="t"/>
              <a:pathLst>
                <a:path extrusionOk="0" h="321" w="618">
                  <a:moveTo>
                    <a:pt x="618" y="1"/>
                  </a:moveTo>
                  <a:lnTo>
                    <a:pt x="618" y="1"/>
                  </a:lnTo>
                  <a:cubicBezTo>
                    <a:pt x="421" y="85"/>
                    <a:pt x="225" y="169"/>
                    <a:pt x="0" y="197"/>
                  </a:cubicBezTo>
                  <a:cubicBezTo>
                    <a:pt x="23" y="267"/>
                    <a:pt x="28" y="317"/>
                    <a:pt x="60" y="317"/>
                  </a:cubicBezTo>
                  <a:cubicBezTo>
                    <a:pt x="66" y="317"/>
                    <a:pt x="75" y="315"/>
                    <a:pt x="85" y="310"/>
                  </a:cubicBezTo>
                  <a:cubicBezTo>
                    <a:pt x="122" y="317"/>
                    <a:pt x="157" y="321"/>
                    <a:pt x="189" y="321"/>
                  </a:cubicBezTo>
                  <a:cubicBezTo>
                    <a:pt x="402" y="321"/>
                    <a:pt x="521" y="17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9"/>
            <p:cNvSpPr/>
            <p:nvPr/>
          </p:nvSpPr>
          <p:spPr>
            <a:xfrm>
              <a:off x="4387975" y="5027350"/>
              <a:ext cx="12650" cy="7350"/>
            </a:xfrm>
            <a:custGeom>
              <a:rect b="b" l="l" r="r" t="t"/>
              <a:pathLst>
                <a:path extrusionOk="0" h="294" w="506">
                  <a:moveTo>
                    <a:pt x="50" y="0"/>
                  </a:moveTo>
                  <a:cubicBezTo>
                    <a:pt x="24" y="0"/>
                    <a:pt x="6" y="12"/>
                    <a:pt x="0" y="41"/>
                  </a:cubicBezTo>
                  <a:cubicBezTo>
                    <a:pt x="141" y="154"/>
                    <a:pt x="309" y="238"/>
                    <a:pt x="506" y="294"/>
                  </a:cubicBezTo>
                  <a:cubicBezTo>
                    <a:pt x="372" y="182"/>
                    <a:pt x="150" y="0"/>
                    <a:pt x="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9"/>
            <p:cNvSpPr/>
            <p:nvPr/>
          </p:nvSpPr>
          <p:spPr>
            <a:xfrm>
              <a:off x="4464350" y="5021000"/>
              <a:ext cx="2250" cy="2475"/>
            </a:xfrm>
            <a:custGeom>
              <a:rect b="b" l="l" r="r" t="t"/>
              <a:pathLst>
                <a:path extrusionOk="0" h="99" w="90">
                  <a:moveTo>
                    <a:pt x="19" y="1"/>
                  </a:moveTo>
                  <a:cubicBezTo>
                    <a:pt x="1" y="1"/>
                    <a:pt x="25" y="44"/>
                    <a:pt x="62" y="99"/>
                  </a:cubicBezTo>
                  <a:lnTo>
                    <a:pt x="90" y="43"/>
                  </a:lnTo>
                  <a:cubicBezTo>
                    <a:pt x="51" y="13"/>
                    <a:pt x="29" y="1"/>
                    <a:pt x="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9"/>
            <p:cNvSpPr/>
            <p:nvPr/>
          </p:nvSpPr>
          <p:spPr>
            <a:xfrm>
              <a:off x="4458875" y="5023450"/>
              <a:ext cx="9850" cy="10550"/>
            </a:xfrm>
            <a:custGeom>
              <a:rect b="b" l="l" r="r" t="t"/>
              <a:pathLst>
                <a:path extrusionOk="0" h="422" w="394">
                  <a:moveTo>
                    <a:pt x="281" y="1"/>
                  </a:moveTo>
                  <a:cubicBezTo>
                    <a:pt x="168" y="113"/>
                    <a:pt x="56" y="253"/>
                    <a:pt x="0" y="422"/>
                  </a:cubicBezTo>
                  <a:cubicBezTo>
                    <a:pt x="140" y="338"/>
                    <a:pt x="281" y="253"/>
                    <a:pt x="393" y="141"/>
                  </a:cubicBezTo>
                  <a:cubicBezTo>
                    <a:pt x="337" y="85"/>
                    <a:pt x="309" y="57"/>
                    <a:pt x="2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9"/>
            <p:cNvSpPr/>
            <p:nvPr/>
          </p:nvSpPr>
          <p:spPr>
            <a:xfrm>
              <a:off x="4300950" y="5054350"/>
              <a:ext cx="70900" cy="96175"/>
            </a:xfrm>
            <a:custGeom>
              <a:rect b="b" l="l" r="r" t="t"/>
              <a:pathLst>
                <a:path extrusionOk="0" h="3847" w="2836">
                  <a:moveTo>
                    <a:pt x="1488" y="0"/>
                  </a:moveTo>
                  <a:lnTo>
                    <a:pt x="1488" y="0"/>
                  </a:lnTo>
                  <a:cubicBezTo>
                    <a:pt x="1516" y="225"/>
                    <a:pt x="1544" y="449"/>
                    <a:pt x="983" y="870"/>
                  </a:cubicBezTo>
                  <a:cubicBezTo>
                    <a:pt x="1236" y="1151"/>
                    <a:pt x="2443" y="1376"/>
                    <a:pt x="1994" y="1937"/>
                  </a:cubicBezTo>
                  <a:cubicBezTo>
                    <a:pt x="1783" y="2054"/>
                    <a:pt x="1636" y="2100"/>
                    <a:pt x="1523" y="2100"/>
                  </a:cubicBezTo>
                  <a:cubicBezTo>
                    <a:pt x="1230" y="2100"/>
                    <a:pt x="1175" y="1791"/>
                    <a:pt x="871" y="1628"/>
                  </a:cubicBezTo>
                  <a:lnTo>
                    <a:pt x="871" y="1628"/>
                  </a:lnTo>
                  <a:cubicBezTo>
                    <a:pt x="1320" y="2274"/>
                    <a:pt x="0" y="2779"/>
                    <a:pt x="309" y="3734"/>
                  </a:cubicBezTo>
                  <a:cubicBezTo>
                    <a:pt x="534" y="3594"/>
                    <a:pt x="758" y="3453"/>
                    <a:pt x="983" y="3285"/>
                  </a:cubicBezTo>
                  <a:lnTo>
                    <a:pt x="983" y="3285"/>
                  </a:lnTo>
                  <a:cubicBezTo>
                    <a:pt x="1011" y="3453"/>
                    <a:pt x="814" y="3734"/>
                    <a:pt x="1011" y="3846"/>
                  </a:cubicBezTo>
                  <a:cubicBezTo>
                    <a:pt x="971" y="3343"/>
                    <a:pt x="1363" y="2999"/>
                    <a:pt x="1795" y="2999"/>
                  </a:cubicBezTo>
                  <a:cubicBezTo>
                    <a:pt x="1966" y="2999"/>
                    <a:pt x="2143" y="3053"/>
                    <a:pt x="2302" y="3172"/>
                  </a:cubicBezTo>
                  <a:cubicBezTo>
                    <a:pt x="2836" y="2667"/>
                    <a:pt x="2162" y="926"/>
                    <a:pt x="1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9"/>
            <p:cNvSpPr/>
            <p:nvPr/>
          </p:nvSpPr>
          <p:spPr>
            <a:xfrm>
              <a:off x="4338150" y="5033275"/>
              <a:ext cx="35100" cy="18275"/>
            </a:xfrm>
            <a:custGeom>
              <a:rect b="b" l="l" r="r" t="t"/>
              <a:pathLst>
                <a:path extrusionOk="0" h="731" w="1404">
                  <a:moveTo>
                    <a:pt x="449" y="1"/>
                  </a:moveTo>
                  <a:cubicBezTo>
                    <a:pt x="56" y="338"/>
                    <a:pt x="0" y="534"/>
                    <a:pt x="0" y="731"/>
                  </a:cubicBezTo>
                  <a:lnTo>
                    <a:pt x="1235" y="618"/>
                  </a:lnTo>
                  <a:lnTo>
                    <a:pt x="1179" y="731"/>
                  </a:lnTo>
                  <a:lnTo>
                    <a:pt x="1404" y="618"/>
                  </a:lnTo>
                  <a:cubicBezTo>
                    <a:pt x="1039" y="506"/>
                    <a:pt x="702" y="282"/>
                    <a:pt x="4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9"/>
            <p:cNvSpPr/>
            <p:nvPr/>
          </p:nvSpPr>
          <p:spPr>
            <a:xfrm>
              <a:off x="4373225" y="5034675"/>
              <a:ext cx="46450" cy="48475"/>
            </a:xfrm>
            <a:custGeom>
              <a:rect b="b" l="l" r="r" t="t"/>
              <a:pathLst>
                <a:path extrusionOk="0" h="1939" w="1858">
                  <a:moveTo>
                    <a:pt x="1124" y="57"/>
                  </a:moveTo>
                  <a:cubicBezTo>
                    <a:pt x="1165" y="98"/>
                    <a:pt x="1191" y="124"/>
                    <a:pt x="1180" y="124"/>
                  </a:cubicBezTo>
                  <a:cubicBezTo>
                    <a:pt x="1176" y="124"/>
                    <a:pt x="1167" y="121"/>
                    <a:pt x="1152" y="113"/>
                  </a:cubicBezTo>
                  <a:lnTo>
                    <a:pt x="1124" y="113"/>
                  </a:lnTo>
                  <a:lnTo>
                    <a:pt x="1124" y="57"/>
                  </a:lnTo>
                  <a:close/>
                  <a:moveTo>
                    <a:pt x="1124" y="113"/>
                  </a:moveTo>
                  <a:cubicBezTo>
                    <a:pt x="1124" y="197"/>
                    <a:pt x="1124" y="282"/>
                    <a:pt x="1096" y="366"/>
                  </a:cubicBezTo>
                  <a:cubicBezTo>
                    <a:pt x="759" y="282"/>
                    <a:pt x="1012" y="197"/>
                    <a:pt x="1124" y="113"/>
                  </a:cubicBezTo>
                  <a:close/>
                  <a:moveTo>
                    <a:pt x="1096" y="1"/>
                  </a:moveTo>
                  <a:lnTo>
                    <a:pt x="1112" y="34"/>
                  </a:lnTo>
                  <a:lnTo>
                    <a:pt x="1112" y="34"/>
                  </a:lnTo>
                  <a:cubicBezTo>
                    <a:pt x="751" y="201"/>
                    <a:pt x="362" y="368"/>
                    <a:pt x="1" y="534"/>
                  </a:cubicBezTo>
                  <a:cubicBezTo>
                    <a:pt x="62" y="539"/>
                    <a:pt x="123" y="541"/>
                    <a:pt x="185" y="541"/>
                  </a:cubicBezTo>
                  <a:cubicBezTo>
                    <a:pt x="496" y="541"/>
                    <a:pt x="820" y="483"/>
                    <a:pt x="1124" y="366"/>
                  </a:cubicBezTo>
                  <a:lnTo>
                    <a:pt x="1124" y="366"/>
                  </a:lnTo>
                  <a:cubicBezTo>
                    <a:pt x="1012" y="1012"/>
                    <a:pt x="450" y="1348"/>
                    <a:pt x="927" y="1938"/>
                  </a:cubicBezTo>
                  <a:cubicBezTo>
                    <a:pt x="1657" y="1770"/>
                    <a:pt x="1377" y="1377"/>
                    <a:pt x="1742" y="1040"/>
                  </a:cubicBezTo>
                  <a:lnTo>
                    <a:pt x="1742" y="1040"/>
                  </a:lnTo>
                  <a:cubicBezTo>
                    <a:pt x="1536" y="1101"/>
                    <a:pt x="1415" y="1127"/>
                    <a:pt x="1349" y="1127"/>
                  </a:cubicBezTo>
                  <a:cubicBezTo>
                    <a:pt x="1055" y="1127"/>
                    <a:pt x="1858" y="611"/>
                    <a:pt x="1124" y="450"/>
                  </a:cubicBezTo>
                  <a:cubicBezTo>
                    <a:pt x="1320" y="338"/>
                    <a:pt x="1517" y="226"/>
                    <a:pt x="1742" y="169"/>
                  </a:cubicBezTo>
                  <a:cubicBezTo>
                    <a:pt x="1517" y="141"/>
                    <a:pt x="1292" y="85"/>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9"/>
            <p:cNvSpPr/>
            <p:nvPr/>
          </p:nvSpPr>
          <p:spPr>
            <a:xfrm>
              <a:off x="4559225" y="5088025"/>
              <a:ext cx="3550" cy="3525"/>
            </a:xfrm>
            <a:custGeom>
              <a:rect b="b" l="l" r="r" t="t"/>
              <a:pathLst>
                <a:path extrusionOk="0" h="141" w="142">
                  <a:moveTo>
                    <a:pt x="85" y="1"/>
                  </a:moveTo>
                  <a:lnTo>
                    <a:pt x="85" y="1"/>
                  </a:lnTo>
                  <a:cubicBezTo>
                    <a:pt x="1" y="113"/>
                    <a:pt x="1" y="141"/>
                    <a:pt x="141" y="141"/>
                  </a:cubicBezTo>
                  <a:cubicBezTo>
                    <a:pt x="113" y="113"/>
                    <a:pt x="85" y="57"/>
                    <a:pt x="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9"/>
            <p:cNvSpPr/>
            <p:nvPr/>
          </p:nvSpPr>
          <p:spPr>
            <a:xfrm>
              <a:off x="4527175" y="5051525"/>
              <a:ext cx="46825" cy="36525"/>
            </a:xfrm>
            <a:custGeom>
              <a:rect b="b" l="l" r="r" t="t"/>
              <a:pathLst>
                <a:path extrusionOk="0" h="1461" w="1873">
                  <a:moveTo>
                    <a:pt x="19" y="1"/>
                  </a:moveTo>
                  <a:cubicBezTo>
                    <a:pt x="1" y="26"/>
                    <a:pt x="24" y="76"/>
                    <a:pt x="77" y="140"/>
                  </a:cubicBezTo>
                  <a:lnTo>
                    <a:pt x="77" y="140"/>
                  </a:lnTo>
                  <a:cubicBezTo>
                    <a:pt x="57" y="94"/>
                    <a:pt x="38" y="48"/>
                    <a:pt x="19" y="1"/>
                  </a:cubicBezTo>
                  <a:close/>
                  <a:moveTo>
                    <a:pt x="77" y="140"/>
                  </a:moveTo>
                  <a:cubicBezTo>
                    <a:pt x="274" y="589"/>
                    <a:pt x="559" y="992"/>
                    <a:pt x="890" y="1348"/>
                  </a:cubicBezTo>
                  <a:cubicBezTo>
                    <a:pt x="946" y="1236"/>
                    <a:pt x="974" y="983"/>
                    <a:pt x="1255" y="983"/>
                  </a:cubicBezTo>
                  <a:cubicBezTo>
                    <a:pt x="1535" y="1124"/>
                    <a:pt x="1311" y="1264"/>
                    <a:pt x="1367" y="1461"/>
                  </a:cubicBezTo>
                  <a:cubicBezTo>
                    <a:pt x="1507" y="1264"/>
                    <a:pt x="1872" y="927"/>
                    <a:pt x="1283" y="731"/>
                  </a:cubicBezTo>
                  <a:lnTo>
                    <a:pt x="1227" y="843"/>
                  </a:lnTo>
                  <a:cubicBezTo>
                    <a:pt x="812" y="756"/>
                    <a:pt x="263" y="364"/>
                    <a:pt x="77" y="14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9"/>
            <p:cNvSpPr/>
            <p:nvPr/>
          </p:nvSpPr>
          <p:spPr>
            <a:xfrm>
              <a:off x="4451150" y="5069075"/>
              <a:ext cx="27400" cy="22475"/>
            </a:xfrm>
            <a:custGeom>
              <a:rect b="b" l="l" r="r" t="t"/>
              <a:pathLst>
                <a:path extrusionOk="0" h="899" w="1096">
                  <a:moveTo>
                    <a:pt x="927" y="1"/>
                  </a:moveTo>
                  <a:lnTo>
                    <a:pt x="0" y="478"/>
                  </a:lnTo>
                  <a:lnTo>
                    <a:pt x="590" y="899"/>
                  </a:lnTo>
                  <a:lnTo>
                    <a:pt x="506" y="618"/>
                  </a:lnTo>
                  <a:cubicBezTo>
                    <a:pt x="1095" y="618"/>
                    <a:pt x="899" y="253"/>
                    <a:pt x="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9"/>
            <p:cNvSpPr/>
            <p:nvPr/>
          </p:nvSpPr>
          <p:spPr>
            <a:xfrm>
              <a:off x="4322700" y="5028375"/>
              <a:ext cx="11250" cy="24575"/>
            </a:xfrm>
            <a:custGeom>
              <a:rect b="b" l="l" r="r" t="t"/>
              <a:pathLst>
                <a:path extrusionOk="0" h="983" w="450">
                  <a:moveTo>
                    <a:pt x="450" y="0"/>
                  </a:moveTo>
                  <a:lnTo>
                    <a:pt x="1" y="983"/>
                  </a:lnTo>
                  <a:lnTo>
                    <a:pt x="422" y="646"/>
                  </a:lnTo>
                  <a:lnTo>
                    <a:pt x="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9"/>
            <p:cNvSpPr/>
            <p:nvPr/>
          </p:nvSpPr>
          <p:spPr>
            <a:xfrm>
              <a:off x="4293225" y="5037500"/>
              <a:ext cx="8450" cy="14050"/>
            </a:xfrm>
            <a:custGeom>
              <a:rect b="b" l="l" r="r" t="t"/>
              <a:pathLst>
                <a:path extrusionOk="0" h="562" w="338">
                  <a:moveTo>
                    <a:pt x="309" y="0"/>
                  </a:moveTo>
                  <a:lnTo>
                    <a:pt x="0" y="365"/>
                  </a:lnTo>
                  <a:lnTo>
                    <a:pt x="337" y="562"/>
                  </a:lnTo>
                  <a:lnTo>
                    <a:pt x="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9"/>
            <p:cNvSpPr/>
            <p:nvPr/>
          </p:nvSpPr>
          <p:spPr>
            <a:xfrm>
              <a:off x="2730875" y="4517400"/>
              <a:ext cx="7025" cy="4250"/>
            </a:xfrm>
            <a:custGeom>
              <a:rect b="b" l="l" r="r" t="t"/>
              <a:pathLst>
                <a:path extrusionOk="0" h="170" w="281">
                  <a:moveTo>
                    <a:pt x="0" y="1"/>
                  </a:moveTo>
                  <a:cubicBezTo>
                    <a:pt x="84" y="85"/>
                    <a:pt x="169" y="141"/>
                    <a:pt x="281" y="169"/>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9"/>
            <p:cNvSpPr/>
            <p:nvPr/>
          </p:nvSpPr>
          <p:spPr>
            <a:xfrm>
              <a:off x="2764725" y="4565575"/>
              <a:ext cx="6875" cy="2400"/>
            </a:xfrm>
            <a:custGeom>
              <a:rect b="b" l="l" r="r" t="t"/>
              <a:pathLst>
                <a:path extrusionOk="0" h="96" w="275">
                  <a:moveTo>
                    <a:pt x="160" y="0"/>
                  </a:moveTo>
                  <a:cubicBezTo>
                    <a:pt x="59" y="0"/>
                    <a:pt x="1" y="32"/>
                    <a:pt x="22" y="95"/>
                  </a:cubicBezTo>
                  <a:lnTo>
                    <a:pt x="275" y="11"/>
                  </a:lnTo>
                  <a:cubicBezTo>
                    <a:pt x="232" y="4"/>
                    <a:pt x="194" y="0"/>
                    <a:pt x="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9"/>
            <p:cNvSpPr/>
            <p:nvPr/>
          </p:nvSpPr>
          <p:spPr>
            <a:xfrm>
              <a:off x="3495900" y="5060050"/>
              <a:ext cx="19675" cy="24500"/>
            </a:xfrm>
            <a:custGeom>
              <a:rect b="b" l="l" r="r" t="t"/>
              <a:pathLst>
                <a:path extrusionOk="0" h="980" w="787">
                  <a:moveTo>
                    <a:pt x="70" y="0"/>
                  </a:moveTo>
                  <a:cubicBezTo>
                    <a:pt x="26" y="0"/>
                    <a:pt x="1" y="65"/>
                    <a:pt x="1" y="221"/>
                  </a:cubicBezTo>
                  <a:lnTo>
                    <a:pt x="85" y="839"/>
                  </a:lnTo>
                  <a:cubicBezTo>
                    <a:pt x="154" y="813"/>
                    <a:pt x="229" y="800"/>
                    <a:pt x="305" y="800"/>
                  </a:cubicBezTo>
                  <a:cubicBezTo>
                    <a:pt x="475" y="800"/>
                    <a:pt x="651" y="863"/>
                    <a:pt x="787" y="979"/>
                  </a:cubicBezTo>
                  <a:cubicBezTo>
                    <a:pt x="493" y="560"/>
                    <a:pt x="200" y="0"/>
                    <a:pt x="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9"/>
            <p:cNvSpPr/>
            <p:nvPr/>
          </p:nvSpPr>
          <p:spPr>
            <a:xfrm>
              <a:off x="3062850" y="4899925"/>
              <a:ext cx="16175" cy="4950"/>
            </a:xfrm>
            <a:custGeom>
              <a:rect b="b" l="l" r="r" t="t"/>
              <a:pathLst>
                <a:path extrusionOk="0" h="198" w="647">
                  <a:moveTo>
                    <a:pt x="113" y="1"/>
                  </a:moveTo>
                  <a:lnTo>
                    <a:pt x="1" y="197"/>
                  </a:lnTo>
                  <a:lnTo>
                    <a:pt x="646" y="141"/>
                  </a:lnTo>
                  <a:lnTo>
                    <a:pt x="1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9"/>
            <p:cNvSpPr/>
            <p:nvPr/>
          </p:nvSpPr>
          <p:spPr>
            <a:xfrm>
              <a:off x="3006700" y="4909050"/>
              <a:ext cx="2125" cy="17575"/>
            </a:xfrm>
            <a:custGeom>
              <a:rect b="b" l="l" r="r" t="t"/>
              <a:pathLst>
                <a:path extrusionOk="0" h="703" w="85">
                  <a:moveTo>
                    <a:pt x="85" y="1"/>
                  </a:moveTo>
                  <a:lnTo>
                    <a:pt x="85" y="1"/>
                  </a:lnTo>
                  <a:cubicBezTo>
                    <a:pt x="29" y="225"/>
                    <a:pt x="1" y="478"/>
                    <a:pt x="57" y="702"/>
                  </a:cubicBezTo>
                  <a:lnTo>
                    <a:pt x="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9"/>
            <p:cNvSpPr/>
            <p:nvPr/>
          </p:nvSpPr>
          <p:spPr>
            <a:xfrm>
              <a:off x="2552600" y="4280875"/>
              <a:ext cx="17575" cy="6500"/>
            </a:xfrm>
            <a:custGeom>
              <a:rect b="b" l="l" r="r" t="t"/>
              <a:pathLst>
                <a:path extrusionOk="0" h="260" w="703">
                  <a:moveTo>
                    <a:pt x="702" y="1"/>
                  </a:moveTo>
                  <a:lnTo>
                    <a:pt x="0" y="29"/>
                  </a:lnTo>
                  <a:cubicBezTo>
                    <a:pt x="101" y="200"/>
                    <a:pt x="184" y="259"/>
                    <a:pt x="262" y="259"/>
                  </a:cubicBezTo>
                  <a:cubicBezTo>
                    <a:pt x="400" y="259"/>
                    <a:pt x="522" y="73"/>
                    <a:pt x="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9"/>
            <p:cNvSpPr/>
            <p:nvPr/>
          </p:nvSpPr>
          <p:spPr>
            <a:xfrm>
              <a:off x="3951425" y="5081000"/>
              <a:ext cx="23175" cy="13125"/>
            </a:xfrm>
            <a:custGeom>
              <a:rect b="b" l="l" r="r" t="t"/>
              <a:pathLst>
                <a:path extrusionOk="0" h="525" w="927">
                  <a:moveTo>
                    <a:pt x="0" y="1"/>
                  </a:moveTo>
                  <a:cubicBezTo>
                    <a:pt x="312" y="215"/>
                    <a:pt x="597" y="524"/>
                    <a:pt x="770" y="524"/>
                  </a:cubicBezTo>
                  <a:cubicBezTo>
                    <a:pt x="846" y="524"/>
                    <a:pt x="901" y="464"/>
                    <a:pt x="927" y="310"/>
                  </a:cubicBezTo>
                  <a:cubicBezTo>
                    <a:pt x="646" y="141"/>
                    <a:pt x="337" y="2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9"/>
            <p:cNvSpPr/>
            <p:nvPr/>
          </p:nvSpPr>
          <p:spPr>
            <a:xfrm>
              <a:off x="2875450" y="4452975"/>
              <a:ext cx="11250" cy="4075"/>
            </a:xfrm>
            <a:custGeom>
              <a:rect b="b" l="l" r="r" t="t"/>
              <a:pathLst>
                <a:path extrusionOk="0" h="163" w="450">
                  <a:moveTo>
                    <a:pt x="188" y="0"/>
                  </a:moveTo>
                  <a:cubicBezTo>
                    <a:pt x="123" y="0"/>
                    <a:pt x="59" y="16"/>
                    <a:pt x="1" y="51"/>
                  </a:cubicBezTo>
                  <a:cubicBezTo>
                    <a:pt x="98" y="116"/>
                    <a:pt x="196" y="162"/>
                    <a:pt x="283" y="162"/>
                  </a:cubicBezTo>
                  <a:cubicBezTo>
                    <a:pt x="346" y="162"/>
                    <a:pt x="403" y="138"/>
                    <a:pt x="450" y="79"/>
                  </a:cubicBezTo>
                  <a:cubicBezTo>
                    <a:pt x="368" y="30"/>
                    <a:pt x="277" y="0"/>
                    <a:pt x="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9"/>
            <p:cNvSpPr/>
            <p:nvPr/>
          </p:nvSpPr>
          <p:spPr>
            <a:xfrm>
              <a:off x="3925450" y="5075000"/>
              <a:ext cx="26000" cy="10250"/>
            </a:xfrm>
            <a:custGeom>
              <a:rect b="b" l="l" r="r" t="t"/>
              <a:pathLst>
                <a:path extrusionOk="0" h="410" w="1040">
                  <a:moveTo>
                    <a:pt x="477" y="0"/>
                  </a:moveTo>
                  <a:cubicBezTo>
                    <a:pt x="316" y="0"/>
                    <a:pt x="155" y="75"/>
                    <a:pt x="0" y="269"/>
                  </a:cubicBezTo>
                  <a:cubicBezTo>
                    <a:pt x="56" y="325"/>
                    <a:pt x="113" y="353"/>
                    <a:pt x="197" y="409"/>
                  </a:cubicBezTo>
                  <a:cubicBezTo>
                    <a:pt x="407" y="292"/>
                    <a:pt x="657" y="234"/>
                    <a:pt x="897" y="234"/>
                  </a:cubicBezTo>
                  <a:cubicBezTo>
                    <a:pt x="945" y="234"/>
                    <a:pt x="992" y="236"/>
                    <a:pt x="1039" y="241"/>
                  </a:cubicBezTo>
                  <a:cubicBezTo>
                    <a:pt x="857" y="104"/>
                    <a:pt x="667" y="0"/>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9"/>
            <p:cNvSpPr/>
            <p:nvPr/>
          </p:nvSpPr>
          <p:spPr>
            <a:xfrm>
              <a:off x="2019875" y="3366350"/>
              <a:ext cx="2125" cy="3525"/>
            </a:xfrm>
            <a:custGeom>
              <a:rect b="b" l="l" r="r" t="t"/>
              <a:pathLst>
                <a:path extrusionOk="0" h="141" w="85">
                  <a:moveTo>
                    <a:pt x="85" y="0"/>
                  </a:moveTo>
                  <a:cubicBezTo>
                    <a:pt x="1" y="56"/>
                    <a:pt x="29" y="84"/>
                    <a:pt x="85" y="141"/>
                  </a:cubicBezTo>
                  <a:cubicBezTo>
                    <a:pt x="85" y="84"/>
                    <a:pt x="85" y="56"/>
                    <a:pt x="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9"/>
            <p:cNvSpPr/>
            <p:nvPr/>
          </p:nvSpPr>
          <p:spPr>
            <a:xfrm>
              <a:off x="1989700" y="3025225"/>
              <a:ext cx="7750" cy="10550"/>
            </a:xfrm>
            <a:custGeom>
              <a:rect b="b" l="l" r="r" t="t"/>
              <a:pathLst>
                <a:path extrusionOk="0" h="422" w="310">
                  <a:moveTo>
                    <a:pt x="0" y="1"/>
                  </a:moveTo>
                  <a:cubicBezTo>
                    <a:pt x="113" y="113"/>
                    <a:pt x="225" y="254"/>
                    <a:pt x="309" y="422"/>
                  </a:cubicBezTo>
                  <a:cubicBezTo>
                    <a:pt x="281" y="310"/>
                    <a:pt x="197" y="1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9"/>
            <p:cNvSpPr/>
            <p:nvPr/>
          </p:nvSpPr>
          <p:spPr>
            <a:xfrm>
              <a:off x="4172500" y="5058900"/>
              <a:ext cx="3700" cy="1075"/>
            </a:xfrm>
            <a:custGeom>
              <a:rect b="b" l="l" r="r" t="t"/>
              <a:pathLst>
                <a:path extrusionOk="0" h="43" w="148">
                  <a:moveTo>
                    <a:pt x="116" y="0"/>
                  </a:moveTo>
                  <a:cubicBezTo>
                    <a:pt x="85" y="0"/>
                    <a:pt x="15" y="15"/>
                    <a:pt x="1" y="43"/>
                  </a:cubicBezTo>
                  <a:cubicBezTo>
                    <a:pt x="141" y="15"/>
                    <a:pt x="148"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9"/>
            <p:cNvSpPr/>
            <p:nvPr/>
          </p:nvSpPr>
          <p:spPr>
            <a:xfrm>
              <a:off x="4209700" y="5116800"/>
              <a:ext cx="2825" cy="7050"/>
            </a:xfrm>
            <a:custGeom>
              <a:rect b="b" l="l" r="r" t="t"/>
              <a:pathLst>
                <a:path extrusionOk="0" h="282" w="113">
                  <a:moveTo>
                    <a:pt x="113" y="1"/>
                  </a:moveTo>
                  <a:lnTo>
                    <a:pt x="113" y="1"/>
                  </a:lnTo>
                  <a:cubicBezTo>
                    <a:pt x="29" y="85"/>
                    <a:pt x="1" y="197"/>
                    <a:pt x="29" y="281"/>
                  </a:cubicBezTo>
                  <a:cubicBezTo>
                    <a:pt x="29" y="197"/>
                    <a:pt x="57" y="85"/>
                    <a:pt x="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9"/>
            <p:cNvSpPr/>
            <p:nvPr/>
          </p:nvSpPr>
          <p:spPr>
            <a:xfrm>
              <a:off x="3859475" y="5179275"/>
              <a:ext cx="1825" cy="1875"/>
            </a:xfrm>
            <a:custGeom>
              <a:rect b="b" l="l" r="r" t="t"/>
              <a:pathLst>
                <a:path extrusionOk="0" h="75" w="73">
                  <a:moveTo>
                    <a:pt x="0" y="0"/>
                  </a:moveTo>
                  <a:cubicBezTo>
                    <a:pt x="39" y="53"/>
                    <a:pt x="60" y="74"/>
                    <a:pt x="66" y="74"/>
                  </a:cubicBezTo>
                  <a:cubicBezTo>
                    <a:pt x="72" y="74"/>
                    <a:pt x="58" y="45"/>
                    <a:pt x="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9"/>
            <p:cNvSpPr/>
            <p:nvPr/>
          </p:nvSpPr>
          <p:spPr>
            <a:xfrm>
              <a:off x="4174600" y="5062750"/>
              <a:ext cx="9150" cy="3550"/>
            </a:xfrm>
            <a:custGeom>
              <a:rect b="b" l="l" r="r" t="t"/>
              <a:pathLst>
                <a:path extrusionOk="0" h="142" w="366">
                  <a:moveTo>
                    <a:pt x="1" y="1"/>
                  </a:moveTo>
                  <a:cubicBezTo>
                    <a:pt x="113" y="57"/>
                    <a:pt x="225" y="85"/>
                    <a:pt x="366" y="141"/>
                  </a:cubicBezTo>
                  <a:cubicBezTo>
                    <a:pt x="253" y="57"/>
                    <a:pt x="113" y="2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9"/>
            <p:cNvSpPr/>
            <p:nvPr/>
          </p:nvSpPr>
          <p:spPr>
            <a:xfrm>
              <a:off x="4181625" y="5057175"/>
              <a:ext cx="6050" cy="2800"/>
            </a:xfrm>
            <a:custGeom>
              <a:rect b="b" l="l" r="r" t="t"/>
              <a:pathLst>
                <a:path extrusionOk="0" h="112" w="242">
                  <a:moveTo>
                    <a:pt x="190" y="0"/>
                  </a:moveTo>
                  <a:cubicBezTo>
                    <a:pt x="155" y="0"/>
                    <a:pt x="95" y="25"/>
                    <a:pt x="1" y="84"/>
                  </a:cubicBezTo>
                  <a:cubicBezTo>
                    <a:pt x="85" y="84"/>
                    <a:pt x="169" y="112"/>
                    <a:pt x="225" y="112"/>
                  </a:cubicBezTo>
                  <a:cubicBezTo>
                    <a:pt x="241" y="46"/>
                    <a:pt x="239" y="0"/>
                    <a:pt x="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9"/>
            <p:cNvSpPr/>
            <p:nvPr/>
          </p:nvSpPr>
          <p:spPr>
            <a:xfrm>
              <a:off x="4163375" y="5059950"/>
              <a:ext cx="10550" cy="2125"/>
            </a:xfrm>
            <a:custGeom>
              <a:rect b="b" l="l" r="r" t="t"/>
              <a:pathLst>
                <a:path extrusionOk="0" h="85" w="422">
                  <a:moveTo>
                    <a:pt x="57" y="75"/>
                  </a:moveTo>
                  <a:lnTo>
                    <a:pt x="57" y="75"/>
                  </a:lnTo>
                  <a:cubicBezTo>
                    <a:pt x="38" y="78"/>
                    <a:pt x="19" y="81"/>
                    <a:pt x="1" y="85"/>
                  </a:cubicBezTo>
                  <a:cubicBezTo>
                    <a:pt x="20" y="82"/>
                    <a:pt x="39" y="78"/>
                    <a:pt x="57" y="75"/>
                  </a:cubicBezTo>
                  <a:close/>
                  <a:moveTo>
                    <a:pt x="366" y="1"/>
                  </a:moveTo>
                  <a:lnTo>
                    <a:pt x="366" y="1"/>
                  </a:lnTo>
                  <a:cubicBezTo>
                    <a:pt x="291" y="25"/>
                    <a:pt x="195" y="50"/>
                    <a:pt x="57" y="75"/>
                  </a:cubicBezTo>
                  <a:lnTo>
                    <a:pt x="57" y="75"/>
                  </a:lnTo>
                  <a:cubicBezTo>
                    <a:pt x="108" y="68"/>
                    <a:pt x="160" y="64"/>
                    <a:pt x="211" y="64"/>
                  </a:cubicBezTo>
                  <a:cubicBezTo>
                    <a:pt x="281" y="64"/>
                    <a:pt x="352" y="71"/>
                    <a:pt x="422" y="85"/>
                  </a:cubicBezTo>
                  <a:cubicBezTo>
                    <a:pt x="366" y="57"/>
                    <a:pt x="337" y="29"/>
                    <a:pt x="3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9"/>
            <p:cNvSpPr/>
            <p:nvPr/>
          </p:nvSpPr>
          <p:spPr>
            <a:xfrm>
              <a:off x="2349200" y="3829650"/>
              <a:ext cx="6900" cy="3450"/>
            </a:xfrm>
            <a:custGeom>
              <a:rect b="b" l="l" r="r" t="t"/>
              <a:pathLst>
                <a:path extrusionOk="0" h="138" w="276">
                  <a:moveTo>
                    <a:pt x="57" y="1"/>
                  </a:moveTo>
                  <a:cubicBezTo>
                    <a:pt x="1" y="1"/>
                    <a:pt x="107" y="63"/>
                    <a:pt x="275" y="138"/>
                  </a:cubicBezTo>
                  <a:cubicBezTo>
                    <a:pt x="247" y="110"/>
                    <a:pt x="247" y="82"/>
                    <a:pt x="275" y="54"/>
                  </a:cubicBezTo>
                  <a:cubicBezTo>
                    <a:pt x="154" y="16"/>
                    <a:pt x="85" y="1"/>
                    <a:pt x="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9"/>
            <p:cNvSpPr/>
            <p:nvPr/>
          </p:nvSpPr>
          <p:spPr>
            <a:xfrm>
              <a:off x="3311300" y="5211550"/>
              <a:ext cx="750" cy="1425"/>
            </a:xfrm>
            <a:custGeom>
              <a:rect b="b" l="l" r="r" t="t"/>
              <a:pathLst>
                <a:path extrusionOk="0" h="57" w="30">
                  <a:moveTo>
                    <a:pt x="1" y="1"/>
                  </a:moveTo>
                  <a:lnTo>
                    <a:pt x="1" y="57"/>
                  </a:lnTo>
                  <a:lnTo>
                    <a:pt x="29" y="57"/>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9"/>
            <p:cNvSpPr/>
            <p:nvPr/>
          </p:nvSpPr>
          <p:spPr>
            <a:xfrm>
              <a:off x="3279025" y="5166625"/>
              <a:ext cx="36525" cy="47775"/>
            </a:xfrm>
            <a:custGeom>
              <a:rect b="b" l="l" r="r" t="t"/>
              <a:pathLst>
                <a:path extrusionOk="0" h="1911" w="1461">
                  <a:moveTo>
                    <a:pt x="1460" y="1"/>
                  </a:moveTo>
                  <a:lnTo>
                    <a:pt x="1460" y="1"/>
                  </a:lnTo>
                  <a:cubicBezTo>
                    <a:pt x="1011" y="647"/>
                    <a:pt x="534" y="1292"/>
                    <a:pt x="1" y="1910"/>
                  </a:cubicBezTo>
                  <a:cubicBezTo>
                    <a:pt x="360" y="1644"/>
                    <a:pt x="594" y="1548"/>
                    <a:pt x="776" y="1548"/>
                  </a:cubicBezTo>
                  <a:cubicBezTo>
                    <a:pt x="977" y="1548"/>
                    <a:pt x="1115" y="1665"/>
                    <a:pt x="1292" y="1798"/>
                  </a:cubicBezTo>
                  <a:cubicBezTo>
                    <a:pt x="1320" y="1208"/>
                    <a:pt x="1376" y="619"/>
                    <a:pt x="14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9"/>
            <p:cNvSpPr/>
            <p:nvPr/>
          </p:nvSpPr>
          <p:spPr>
            <a:xfrm>
              <a:off x="1863350" y="2975650"/>
              <a:ext cx="2424975" cy="2304000"/>
            </a:xfrm>
            <a:custGeom>
              <a:rect b="b" l="l" r="r" t="t"/>
              <a:pathLst>
                <a:path extrusionOk="0" h="92160" w="96999">
                  <a:moveTo>
                    <a:pt x="7345" y="17336"/>
                  </a:moveTo>
                  <a:lnTo>
                    <a:pt x="7357" y="17397"/>
                  </a:lnTo>
                  <a:cubicBezTo>
                    <a:pt x="7359" y="17378"/>
                    <a:pt x="7354" y="17358"/>
                    <a:pt x="7345" y="17336"/>
                  </a:cubicBezTo>
                  <a:close/>
                  <a:moveTo>
                    <a:pt x="16453" y="19811"/>
                  </a:moveTo>
                  <a:cubicBezTo>
                    <a:pt x="16430" y="19844"/>
                    <a:pt x="16410" y="19877"/>
                    <a:pt x="16391" y="19909"/>
                  </a:cubicBezTo>
                  <a:lnTo>
                    <a:pt x="16391" y="19909"/>
                  </a:lnTo>
                  <a:cubicBezTo>
                    <a:pt x="16412" y="19882"/>
                    <a:pt x="16433" y="19850"/>
                    <a:pt x="16453" y="19811"/>
                  </a:cubicBezTo>
                  <a:close/>
                  <a:moveTo>
                    <a:pt x="22012" y="29357"/>
                  </a:moveTo>
                  <a:lnTo>
                    <a:pt x="21955" y="29609"/>
                  </a:lnTo>
                  <a:cubicBezTo>
                    <a:pt x="21590" y="29357"/>
                    <a:pt x="21815" y="29385"/>
                    <a:pt x="22012" y="29357"/>
                  </a:cubicBezTo>
                  <a:close/>
                  <a:moveTo>
                    <a:pt x="21162" y="40790"/>
                  </a:moveTo>
                  <a:lnTo>
                    <a:pt x="21162" y="40790"/>
                  </a:lnTo>
                  <a:cubicBezTo>
                    <a:pt x="21180" y="40823"/>
                    <a:pt x="21201" y="40849"/>
                    <a:pt x="21225" y="40867"/>
                  </a:cubicBezTo>
                  <a:cubicBezTo>
                    <a:pt x="21203" y="40841"/>
                    <a:pt x="21182" y="40815"/>
                    <a:pt x="21162" y="40790"/>
                  </a:cubicBezTo>
                  <a:close/>
                  <a:moveTo>
                    <a:pt x="25605" y="48448"/>
                  </a:moveTo>
                  <a:cubicBezTo>
                    <a:pt x="25616" y="48455"/>
                    <a:pt x="25628" y="48463"/>
                    <a:pt x="25639" y="48470"/>
                  </a:cubicBezTo>
                  <a:lnTo>
                    <a:pt x="25639" y="48470"/>
                  </a:lnTo>
                  <a:lnTo>
                    <a:pt x="25605" y="48448"/>
                  </a:lnTo>
                  <a:close/>
                  <a:moveTo>
                    <a:pt x="35515" y="62513"/>
                  </a:moveTo>
                  <a:lnTo>
                    <a:pt x="35515" y="62513"/>
                  </a:lnTo>
                  <a:cubicBezTo>
                    <a:pt x="35534" y="62550"/>
                    <a:pt x="35558" y="62578"/>
                    <a:pt x="35584" y="62598"/>
                  </a:cubicBezTo>
                  <a:lnTo>
                    <a:pt x="35584" y="62598"/>
                  </a:lnTo>
                  <a:lnTo>
                    <a:pt x="35515" y="62513"/>
                  </a:lnTo>
                  <a:close/>
                  <a:moveTo>
                    <a:pt x="37826" y="65645"/>
                  </a:moveTo>
                  <a:cubicBezTo>
                    <a:pt x="38154" y="65645"/>
                    <a:pt x="38014" y="65943"/>
                    <a:pt x="38014" y="66275"/>
                  </a:cubicBezTo>
                  <a:cubicBezTo>
                    <a:pt x="37789" y="66163"/>
                    <a:pt x="37200" y="66050"/>
                    <a:pt x="37453" y="65714"/>
                  </a:cubicBezTo>
                  <a:cubicBezTo>
                    <a:pt x="37618" y="65666"/>
                    <a:pt x="37739" y="65645"/>
                    <a:pt x="37826" y="65645"/>
                  </a:cubicBezTo>
                  <a:close/>
                  <a:moveTo>
                    <a:pt x="47559" y="78347"/>
                  </a:moveTo>
                  <a:lnTo>
                    <a:pt x="47559" y="78347"/>
                  </a:lnTo>
                  <a:cubicBezTo>
                    <a:pt x="47756" y="78516"/>
                    <a:pt x="47840" y="78740"/>
                    <a:pt x="47812" y="78965"/>
                  </a:cubicBezTo>
                  <a:cubicBezTo>
                    <a:pt x="47531" y="78965"/>
                    <a:pt x="47503" y="78712"/>
                    <a:pt x="47559" y="78347"/>
                  </a:cubicBezTo>
                  <a:close/>
                  <a:moveTo>
                    <a:pt x="48037" y="81127"/>
                  </a:moveTo>
                  <a:lnTo>
                    <a:pt x="48037" y="81127"/>
                  </a:lnTo>
                  <a:cubicBezTo>
                    <a:pt x="48047" y="81153"/>
                    <a:pt x="48059" y="81178"/>
                    <a:pt x="48072" y="81202"/>
                  </a:cubicBezTo>
                  <a:lnTo>
                    <a:pt x="48072" y="81202"/>
                  </a:lnTo>
                  <a:cubicBezTo>
                    <a:pt x="48063" y="81177"/>
                    <a:pt x="48052" y="81151"/>
                    <a:pt x="48037" y="81127"/>
                  </a:cubicBezTo>
                  <a:close/>
                  <a:moveTo>
                    <a:pt x="89245" y="84150"/>
                  </a:moveTo>
                  <a:cubicBezTo>
                    <a:pt x="89297" y="84170"/>
                    <a:pt x="89367" y="84193"/>
                    <a:pt x="89447" y="84215"/>
                  </a:cubicBezTo>
                  <a:cubicBezTo>
                    <a:pt x="89447" y="84215"/>
                    <a:pt x="89447" y="84243"/>
                    <a:pt x="89447" y="84243"/>
                  </a:cubicBezTo>
                  <a:cubicBezTo>
                    <a:pt x="89358" y="84201"/>
                    <a:pt x="89292" y="84171"/>
                    <a:pt x="89245" y="84150"/>
                  </a:cubicBezTo>
                  <a:close/>
                  <a:moveTo>
                    <a:pt x="94084" y="85572"/>
                  </a:moveTo>
                  <a:cubicBezTo>
                    <a:pt x="94038" y="85583"/>
                    <a:pt x="93999" y="85606"/>
                    <a:pt x="93967" y="85647"/>
                  </a:cubicBezTo>
                  <a:cubicBezTo>
                    <a:pt x="94004" y="85617"/>
                    <a:pt x="94043" y="85592"/>
                    <a:pt x="94084" y="85572"/>
                  </a:cubicBezTo>
                  <a:close/>
                  <a:moveTo>
                    <a:pt x="61635" y="85670"/>
                  </a:moveTo>
                  <a:cubicBezTo>
                    <a:pt x="61643" y="85670"/>
                    <a:pt x="61653" y="85671"/>
                    <a:pt x="61662" y="85672"/>
                  </a:cubicBezTo>
                  <a:lnTo>
                    <a:pt x="61662" y="85672"/>
                  </a:lnTo>
                  <a:cubicBezTo>
                    <a:pt x="61627" y="85741"/>
                    <a:pt x="61595" y="85816"/>
                    <a:pt x="61569" y="85899"/>
                  </a:cubicBezTo>
                  <a:cubicBezTo>
                    <a:pt x="61569" y="85774"/>
                    <a:pt x="61524" y="85670"/>
                    <a:pt x="61635" y="85670"/>
                  </a:cubicBezTo>
                  <a:close/>
                  <a:moveTo>
                    <a:pt x="60668" y="90040"/>
                  </a:moveTo>
                  <a:lnTo>
                    <a:pt x="60668" y="90040"/>
                  </a:lnTo>
                  <a:cubicBezTo>
                    <a:pt x="60676" y="90056"/>
                    <a:pt x="60686" y="90071"/>
                    <a:pt x="60698" y="90082"/>
                  </a:cubicBezTo>
                  <a:cubicBezTo>
                    <a:pt x="60688" y="90068"/>
                    <a:pt x="60678" y="90054"/>
                    <a:pt x="60668" y="90040"/>
                  </a:cubicBezTo>
                  <a:close/>
                  <a:moveTo>
                    <a:pt x="61135" y="90125"/>
                  </a:moveTo>
                  <a:lnTo>
                    <a:pt x="61135" y="90125"/>
                  </a:lnTo>
                  <a:cubicBezTo>
                    <a:pt x="61130" y="90129"/>
                    <a:pt x="61125" y="90134"/>
                    <a:pt x="61119" y="90139"/>
                  </a:cubicBezTo>
                  <a:cubicBezTo>
                    <a:pt x="61125" y="90135"/>
                    <a:pt x="61130" y="90130"/>
                    <a:pt x="61135" y="90125"/>
                  </a:cubicBezTo>
                  <a:close/>
                  <a:moveTo>
                    <a:pt x="2976" y="1"/>
                  </a:moveTo>
                  <a:cubicBezTo>
                    <a:pt x="2909" y="1"/>
                    <a:pt x="2834" y="15"/>
                    <a:pt x="2752" y="47"/>
                  </a:cubicBezTo>
                  <a:lnTo>
                    <a:pt x="3173" y="412"/>
                  </a:lnTo>
                  <a:cubicBezTo>
                    <a:pt x="1938" y="412"/>
                    <a:pt x="1657" y="2405"/>
                    <a:pt x="478" y="3023"/>
                  </a:cubicBezTo>
                  <a:cubicBezTo>
                    <a:pt x="1882" y="3023"/>
                    <a:pt x="1" y="5634"/>
                    <a:pt x="2079" y="5746"/>
                  </a:cubicBezTo>
                  <a:cubicBezTo>
                    <a:pt x="2036" y="5928"/>
                    <a:pt x="1917" y="5935"/>
                    <a:pt x="1784" y="5935"/>
                  </a:cubicBezTo>
                  <a:cubicBezTo>
                    <a:pt x="1773" y="5935"/>
                    <a:pt x="1761" y="5935"/>
                    <a:pt x="1750" y="5935"/>
                  </a:cubicBezTo>
                  <a:cubicBezTo>
                    <a:pt x="1626" y="5935"/>
                    <a:pt x="1495" y="5941"/>
                    <a:pt x="1405" y="6083"/>
                  </a:cubicBezTo>
                  <a:cubicBezTo>
                    <a:pt x="1462" y="6078"/>
                    <a:pt x="1517" y="6075"/>
                    <a:pt x="1569" y="6075"/>
                  </a:cubicBezTo>
                  <a:cubicBezTo>
                    <a:pt x="2104" y="6075"/>
                    <a:pt x="2372" y="6344"/>
                    <a:pt x="2500" y="7009"/>
                  </a:cubicBezTo>
                  <a:lnTo>
                    <a:pt x="2331" y="7009"/>
                  </a:lnTo>
                  <a:cubicBezTo>
                    <a:pt x="3454" y="8553"/>
                    <a:pt x="3398" y="9564"/>
                    <a:pt x="4212" y="11614"/>
                  </a:cubicBezTo>
                  <a:lnTo>
                    <a:pt x="4718" y="11108"/>
                  </a:lnTo>
                  <a:cubicBezTo>
                    <a:pt x="4802" y="11417"/>
                    <a:pt x="4802" y="11726"/>
                    <a:pt x="4718" y="12035"/>
                  </a:cubicBezTo>
                  <a:cubicBezTo>
                    <a:pt x="5841" y="11950"/>
                    <a:pt x="4072" y="10884"/>
                    <a:pt x="5279" y="10715"/>
                  </a:cubicBezTo>
                  <a:lnTo>
                    <a:pt x="5279" y="10715"/>
                  </a:lnTo>
                  <a:cubicBezTo>
                    <a:pt x="4437" y="11950"/>
                    <a:pt x="6964" y="13523"/>
                    <a:pt x="5897" y="14674"/>
                  </a:cubicBezTo>
                  <a:cubicBezTo>
                    <a:pt x="5975" y="14807"/>
                    <a:pt x="6045" y="14855"/>
                    <a:pt x="6109" y="14855"/>
                  </a:cubicBezTo>
                  <a:cubicBezTo>
                    <a:pt x="6279" y="14855"/>
                    <a:pt x="6413" y="14520"/>
                    <a:pt x="6582" y="14520"/>
                  </a:cubicBezTo>
                  <a:cubicBezTo>
                    <a:pt x="6647" y="14520"/>
                    <a:pt x="6716" y="14568"/>
                    <a:pt x="6795" y="14702"/>
                  </a:cubicBezTo>
                  <a:lnTo>
                    <a:pt x="6570" y="15095"/>
                  </a:lnTo>
                  <a:lnTo>
                    <a:pt x="6570" y="15095"/>
                  </a:lnTo>
                  <a:lnTo>
                    <a:pt x="7104" y="14954"/>
                  </a:lnTo>
                  <a:lnTo>
                    <a:pt x="7104" y="14954"/>
                  </a:lnTo>
                  <a:cubicBezTo>
                    <a:pt x="7216" y="15376"/>
                    <a:pt x="7048" y="15825"/>
                    <a:pt x="6683" y="16077"/>
                  </a:cubicBezTo>
                  <a:cubicBezTo>
                    <a:pt x="6655" y="15965"/>
                    <a:pt x="6430" y="15853"/>
                    <a:pt x="6318" y="15769"/>
                  </a:cubicBezTo>
                  <a:lnTo>
                    <a:pt x="6318" y="15769"/>
                  </a:lnTo>
                  <a:cubicBezTo>
                    <a:pt x="6240" y="16471"/>
                    <a:pt x="7223" y="17053"/>
                    <a:pt x="7345" y="17336"/>
                  </a:cubicBezTo>
                  <a:lnTo>
                    <a:pt x="7345" y="17336"/>
                  </a:lnTo>
                  <a:lnTo>
                    <a:pt x="7216" y="16667"/>
                  </a:lnTo>
                  <a:lnTo>
                    <a:pt x="7216" y="16667"/>
                  </a:lnTo>
                  <a:cubicBezTo>
                    <a:pt x="8564" y="18127"/>
                    <a:pt x="9350" y="20457"/>
                    <a:pt x="11062" y="21608"/>
                  </a:cubicBezTo>
                  <a:lnTo>
                    <a:pt x="11259" y="21327"/>
                  </a:lnTo>
                  <a:cubicBezTo>
                    <a:pt x="12522" y="22254"/>
                    <a:pt x="11568" y="22478"/>
                    <a:pt x="12635" y="23686"/>
                  </a:cubicBezTo>
                  <a:lnTo>
                    <a:pt x="12550" y="23686"/>
                  </a:lnTo>
                  <a:cubicBezTo>
                    <a:pt x="12971" y="23798"/>
                    <a:pt x="13308" y="24079"/>
                    <a:pt x="13533" y="24472"/>
                  </a:cubicBezTo>
                  <a:cubicBezTo>
                    <a:pt x="13497" y="24460"/>
                    <a:pt x="13465" y="24455"/>
                    <a:pt x="13436" y="24455"/>
                  </a:cubicBezTo>
                  <a:cubicBezTo>
                    <a:pt x="13079" y="24455"/>
                    <a:pt x="13226" y="25265"/>
                    <a:pt x="12847" y="25265"/>
                  </a:cubicBezTo>
                  <a:cubicBezTo>
                    <a:pt x="12802" y="25265"/>
                    <a:pt x="12751" y="25254"/>
                    <a:pt x="12691" y="25230"/>
                  </a:cubicBezTo>
                  <a:lnTo>
                    <a:pt x="12691" y="25230"/>
                  </a:lnTo>
                  <a:cubicBezTo>
                    <a:pt x="13406" y="25766"/>
                    <a:pt x="13591" y="25852"/>
                    <a:pt x="13839" y="25852"/>
                  </a:cubicBezTo>
                  <a:cubicBezTo>
                    <a:pt x="13955" y="25852"/>
                    <a:pt x="14084" y="25833"/>
                    <a:pt x="14288" y="25833"/>
                  </a:cubicBezTo>
                  <a:cubicBezTo>
                    <a:pt x="14469" y="25833"/>
                    <a:pt x="14709" y="25848"/>
                    <a:pt x="15049" y="25904"/>
                  </a:cubicBezTo>
                  <a:lnTo>
                    <a:pt x="14740" y="26381"/>
                  </a:lnTo>
                  <a:cubicBezTo>
                    <a:pt x="15302" y="26437"/>
                    <a:pt x="15554" y="26325"/>
                    <a:pt x="16060" y="26942"/>
                  </a:cubicBezTo>
                  <a:cubicBezTo>
                    <a:pt x="15970" y="26900"/>
                    <a:pt x="15898" y="26881"/>
                    <a:pt x="15836" y="26881"/>
                  </a:cubicBezTo>
                  <a:cubicBezTo>
                    <a:pt x="15473" y="26881"/>
                    <a:pt x="15526" y="27528"/>
                    <a:pt x="15039" y="27528"/>
                  </a:cubicBezTo>
                  <a:cubicBezTo>
                    <a:pt x="14963" y="27528"/>
                    <a:pt x="14874" y="27512"/>
                    <a:pt x="14768" y="27476"/>
                  </a:cubicBezTo>
                  <a:lnTo>
                    <a:pt x="14768" y="27476"/>
                  </a:lnTo>
                  <a:cubicBezTo>
                    <a:pt x="14684" y="29469"/>
                    <a:pt x="17042" y="28964"/>
                    <a:pt x="16032" y="30480"/>
                  </a:cubicBezTo>
                  <a:cubicBezTo>
                    <a:pt x="17561" y="30374"/>
                    <a:pt x="16143" y="29030"/>
                    <a:pt x="16384" y="29030"/>
                  </a:cubicBezTo>
                  <a:cubicBezTo>
                    <a:pt x="16400" y="29030"/>
                    <a:pt x="16422" y="29036"/>
                    <a:pt x="16453" y="29048"/>
                  </a:cubicBezTo>
                  <a:cubicBezTo>
                    <a:pt x="16512" y="28877"/>
                    <a:pt x="16650" y="28808"/>
                    <a:pt x="16817" y="28808"/>
                  </a:cubicBezTo>
                  <a:cubicBezTo>
                    <a:pt x="17200" y="28808"/>
                    <a:pt x="17739" y="29173"/>
                    <a:pt x="17856" y="29525"/>
                  </a:cubicBezTo>
                  <a:cubicBezTo>
                    <a:pt x="18107" y="29998"/>
                    <a:pt x="16787" y="31242"/>
                    <a:pt x="17471" y="32356"/>
                  </a:cubicBezTo>
                  <a:lnTo>
                    <a:pt x="17471" y="32356"/>
                  </a:lnTo>
                  <a:cubicBezTo>
                    <a:pt x="17411" y="32281"/>
                    <a:pt x="17317" y="32292"/>
                    <a:pt x="17267" y="32192"/>
                  </a:cubicBezTo>
                  <a:lnTo>
                    <a:pt x="17267" y="32192"/>
                  </a:lnTo>
                  <a:cubicBezTo>
                    <a:pt x="17211" y="32810"/>
                    <a:pt x="18221" y="32782"/>
                    <a:pt x="18025" y="33596"/>
                  </a:cubicBezTo>
                  <a:cubicBezTo>
                    <a:pt x="18109" y="33581"/>
                    <a:pt x="18181" y="33574"/>
                    <a:pt x="18242" y="33574"/>
                  </a:cubicBezTo>
                  <a:cubicBezTo>
                    <a:pt x="18706" y="33574"/>
                    <a:pt x="18610" y="33952"/>
                    <a:pt x="18915" y="33952"/>
                  </a:cubicBezTo>
                  <a:cubicBezTo>
                    <a:pt x="19019" y="33952"/>
                    <a:pt x="19168" y="33909"/>
                    <a:pt x="19401" y="33793"/>
                  </a:cubicBezTo>
                  <a:lnTo>
                    <a:pt x="18530" y="32894"/>
                  </a:lnTo>
                  <a:lnTo>
                    <a:pt x="18530" y="32894"/>
                  </a:lnTo>
                  <a:cubicBezTo>
                    <a:pt x="19148" y="33343"/>
                    <a:pt x="20580" y="33203"/>
                    <a:pt x="20636" y="34494"/>
                  </a:cubicBezTo>
                  <a:cubicBezTo>
                    <a:pt x="20596" y="34498"/>
                    <a:pt x="20556" y="34500"/>
                    <a:pt x="20515" y="34500"/>
                  </a:cubicBezTo>
                  <a:cubicBezTo>
                    <a:pt x="20241" y="34500"/>
                    <a:pt x="19954" y="34420"/>
                    <a:pt x="19709" y="34298"/>
                  </a:cubicBezTo>
                  <a:lnTo>
                    <a:pt x="19709" y="34298"/>
                  </a:lnTo>
                  <a:cubicBezTo>
                    <a:pt x="19597" y="34775"/>
                    <a:pt x="20243" y="34747"/>
                    <a:pt x="20131" y="35196"/>
                  </a:cubicBezTo>
                  <a:cubicBezTo>
                    <a:pt x="19996" y="35264"/>
                    <a:pt x="19880" y="35293"/>
                    <a:pt x="19777" y="35293"/>
                  </a:cubicBezTo>
                  <a:cubicBezTo>
                    <a:pt x="19107" y="35293"/>
                    <a:pt x="18998" y="34047"/>
                    <a:pt x="18025" y="33877"/>
                  </a:cubicBezTo>
                  <a:lnTo>
                    <a:pt x="18025" y="33877"/>
                  </a:lnTo>
                  <a:cubicBezTo>
                    <a:pt x="17800" y="34438"/>
                    <a:pt x="19457" y="34663"/>
                    <a:pt x="18221" y="34972"/>
                  </a:cubicBezTo>
                  <a:cubicBezTo>
                    <a:pt x="18387" y="34934"/>
                    <a:pt x="18524" y="34917"/>
                    <a:pt x="18638" y="34917"/>
                  </a:cubicBezTo>
                  <a:cubicBezTo>
                    <a:pt x="19628" y="34917"/>
                    <a:pt x="18906" y="36196"/>
                    <a:pt x="20215" y="36347"/>
                  </a:cubicBezTo>
                  <a:lnTo>
                    <a:pt x="19625" y="36656"/>
                  </a:lnTo>
                  <a:cubicBezTo>
                    <a:pt x="19794" y="36712"/>
                    <a:pt x="20215" y="36797"/>
                    <a:pt x="20327" y="37021"/>
                  </a:cubicBezTo>
                  <a:lnTo>
                    <a:pt x="19344" y="37077"/>
                  </a:lnTo>
                  <a:cubicBezTo>
                    <a:pt x="20355" y="37302"/>
                    <a:pt x="19541" y="38621"/>
                    <a:pt x="20243" y="39014"/>
                  </a:cubicBezTo>
                  <a:cubicBezTo>
                    <a:pt x="19457" y="37751"/>
                    <a:pt x="20748" y="38313"/>
                    <a:pt x="20832" y="37527"/>
                  </a:cubicBezTo>
                  <a:lnTo>
                    <a:pt x="20832" y="37527"/>
                  </a:lnTo>
                  <a:cubicBezTo>
                    <a:pt x="22516" y="38575"/>
                    <a:pt x="19994" y="39299"/>
                    <a:pt x="21162" y="40790"/>
                  </a:cubicBezTo>
                  <a:lnTo>
                    <a:pt x="21162" y="40790"/>
                  </a:lnTo>
                  <a:cubicBezTo>
                    <a:pt x="21028" y="40548"/>
                    <a:pt x="21068" y="39969"/>
                    <a:pt x="21379" y="39969"/>
                  </a:cubicBezTo>
                  <a:cubicBezTo>
                    <a:pt x="21417" y="39969"/>
                    <a:pt x="21460" y="39978"/>
                    <a:pt x="21506" y="39997"/>
                  </a:cubicBezTo>
                  <a:cubicBezTo>
                    <a:pt x="21647" y="40418"/>
                    <a:pt x="21618" y="40895"/>
                    <a:pt x="21478" y="41345"/>
                  </a:cubicBezTo>
                  <a:cubicBezTo>
                    <a:pt x="21692" y="41608"/>
                    <a:pt x="21828" y="41704"/>
                    <a:pt x="21922" y="41704"/>
                  </a:cubicBezTo>
                  <a:cubicBezTo>
                    <a:pt x="22172" y="41704"/>
                    <a:pt x="22132" y="41036"/>
                    <a:pt x="22470" y="41036"/>
                  </a:cubicBezTo>
                  <a:cubicBezTo>
                    <a:pt x="22508" y="41036"/>
                    <a:pt x="22552" y="41045"/>
                    <a:pt x="22601" y="41064"/>
                  </a:cubicBezTo>
                  <a:cubicBezTo>
                    <a:pt x="22152" y="41906"/>
                    <a:pt x="23247" y="41457"/>
                    <a:pt x="23780" y="41822"/>
                  </a:cubicBezTo>
                  <a:lnTo>
                    <a:pt x="23191" y="42187"/>
                  </a:lnTo>
                  <a:cubicBezTo>
                    <a:pt x="23337" y="42682"/>
                    <a:pt x="23538" y="42812"/>
                    <a:pt x="23752" y="42812"/>
                  </a:cubicBezTo>
                  <a:cubicBezTo>
                    <a:pt x="23986" y="42812"/>
                    <a:pt x="24236" y="42656"/>
                    <a:pt x="24447" y="42656"/>
                  </a:cubicBezTo>
                  <a:cubicBezTo>
                    <a:pt x="24632" y="42656"/>
                    <a:pt x="24787" y="42776"/>
                    <a:pt x="24875" y="43226"/>
                  </a:cubicBezTo>
                  <a:lnTo>
                    <a:pt x="23780" y="43226"/>
                  </a:lnTo>
                  <a:lnTo>
                    <a:pt x="24370" y="43703"/>
                  </a:lnTo>
                  <a:lnTo>
                    <a:pt x="23640" y="43984"/>
                  </a:lnTo>
                  <a:cubicBezTo>
                    <a:pt x="24538" y="44349"/>
                    <a:pt x="24538" y="44629"/>
                    <a:pt x="24735" y="45387"/>
                  </a:cubicBezTo>
                  <a:cubicBezTo>
                    <a:pt x="24931" y="45149"/>
                    <a:pt x="25212" y="45029"/>
                    <a:pt x="25489" y="45029"/>
                  </a:cubicBezTo>
                  <a:cubicBezTo>
                    <a:pt x="25766" y="45029"/>
                    <a:pt x="26040" y="45149"/>
                    <a:pt x="26223" y="45387"/>
                  </a:cubicBezTo>
                  <a:cubicBezTo>
                    <a:pt x="26110" y="46005"/>
                    <a:pt x="25521" y="45500"/>
                    <a:pt x="26110" y="46286"/>
                  </a:cubicBezTo>
                  <a:cubicBezTo>
                    <a:pt x="25983" y="46293"/>
                    <a:pt x="25849" y="46305"/>
                    <a:pt x="25728" y="46305"/>
                  </a:cubicBezTo>
                  <a:cubicBezTo>
                    <a:pt x="25395" y="46305"/>
                    <a:pt x="25154" y="46218"/>
                    <a:pt x="25380" y="45724"/>
                  </a:cubicBezTo>
                  <a:lnTo>
                    <a:pt x="25380" y="45724"/>
                  </a:lnTo>
                  <a:cubicBezTo>
                    <a:pt x="25156" y="45780"/>
                    <a:pt x="24903" y="45752"/>
                    <a:pt x="24707" y="45837"/>
                  </a:cubicBezTo>
                  <a:cubicBezTo>
                    <a:pt x="24566" y="46510"/>
                    <a:pt x="25268" y="46960"/>
                    <a:pt x="25465" y="47240"/>
                  </a:cubicBezTo>
                  <a:cubicBezTo>
                    <a:pt x="25380" y="47100"/>
                    <a:pt x="25380" y="46960"/>
                    <a:pt x="25380" y="46819"/>
                  </a:cubicBezTo>
                  <a:lnTo>
                    <a:pt x="25380" y="46819"/>
                  </a:lnTo>
                  <a:lnTo>
                    <a:pt x="26925" y="47521"/>
                  </a:lnTo>
                  <a:cubicBezTo>
                    <a:pt x="26850" y="47746"/>
                    <a:pt x="26712" y="47796"/>
                    <a:pt x="26546" y="47796"/>
                  </a:cubicBezTo>
                  <a:cubicBezTo>
                    <a:pt x="26463" y="47796"/>
                    <a:pt x="26372" y="47783"/>
                    <a:pt x="26279" y="47774"/>
                  </a:cubicBezTo>
                  <a:lnTo>
                    <a:pt x="26279" y="47774"/>
                  </a:lnTo>
                  <a:cubicBezTo>
                    <a:pt x="26503" y="47970"/>
                    <a:pt x="26868" y="47970"/>
                    <a:pt x="27149" y="48307"/>
                  </a:cubicBezTo>
                  <a:cubicBezTo>
                    <a:pt x="26796" y="48437"/>
                    <a:pt x="26467" y="48617"/>
                    <a:pt x="26130" y="48617"/>
                  </a:cubicBezTo>
                  <a:cubicBezTo>
                    <a:pt x="25969" y="48617"/>
                    <a:pt x="25807" y="48576"/>
                    <a:pt x="25639" y="48470"/>
                  </a:cubicBezTo>
                  <a:lnTo>
                    <a:pt x="25639" y="48470"/>
                  </a:lnTo>
                  <a:lnTo>
                    <a:pt x="26840" y="49262"/>
                  </a:lnTo>
                  <a:cubicBezTo>
                    <a:pt x="26678" y="49451"/>
                    <a:pt x="26646" y="50135"/>
                    <a:pt x="26393" y="50135"/>
                  </a:cubicBezTo>
                  <a:cubicBezTo>
                    <a:pt x="26383" y="50135"/>
                    <a:pt x="26373" y="50134"/>
                    <a:pt x="26363" y="50132"/>
                  </a:cubicBezTo>
                  <a:lnTo>
                    <a:pt x="26363" y="50132"/>
                  </a:lnTo>
                  <a:cubicBezTo>
                    <a:pt x="26475" y="50946"/>
                    <a:pt x="28216" y="51115"/>
                    <a:pt x="28384" y="52182"/>
                  </a:cubicBezTo>
                  <a:cubicBezTo>
                    <a:pt x="28409" y="52177"/>
                    <a:pt x="28433" y="52174"/>
                    <a:pt x="28459" y="52174"/>
                  </a:cubicBezTo>
                  <a:cubicBezTo>
                    <a:pt x="28581" y="52174"/>
                    <a:pt x="28713" y="52229"/>
                    <a:pt x="28806" y="52322"/>
                  </a:cubicBezTo>
                  <a:cubicBezTo>
                    <a:pt x="29171" y="53164"/>
                    <a:pt x="29030" y="54203"/>
                    <a:pt x="30237" y="54736"/>
                  </a:cubicBezTo>
                  <a:lnTo>
                    <a:pt x="29732" y="55803"/>
                  </a:lnTo>
                  <a:cubicBezTo>
                    <a:pt x="29819" y="55883"/>
                    <a:pt x="29894" y="55916"/>
                    <a:pt x="29961" y="55916"/>
                  </a:cubicBezTo>
                  <a:cubicBezTo>
                    <a:pt x="30285" y="55916"/>
                    <a:pt x="30424" y="55144"/>
                    <a:pt x="30870" y="55144"/>
                  </a:cubicBezTo>
                  <a:cubicBezTo>
                    <a:pt x="31015" y="55144"/>
                    <a:pt x="31191" y="55225"/>
                    <a:pt x="31417" y="55438"/>
                  </a:cubicBezTo>
                  <a:cubicBezTo>
                    <a:pt x="32203" y="56140"/>
                    <a:pt x="30883" y="56196"/>
                    <a:pt x="30855" y="56645"/>
                  </a:cubicBezTo>
                  <a:cubicBezTo>
                    <a:pt x="31529" y="56814"/>
                    <a:pt x="32848" y="57010"/>
                    <a:pt x="32652" y="58218"/>
                  </a:cubicBezTo>
                  <a:cubicBezTo>
                    <a:pt x="32343" y="58049"/>
                    <a:pt x="32343" y="57768"/>
                    <a:pt x="32118" y="57572"/>
                  </a:cubicBezTo>
                  <a:lnTo>
                    <a:pt x="32034" y="58442"/>
                  </a:lnTo>
                  <a:cubicBezTo>
                    <a:pt x="31288" y="58303"/>
                    <a:pt x="30982" y="57983"/>
                    <a:pt x="30784" y="57983"/>
                  </a:cubicBezTo>
                  <a:cubicBezTo>
                    <a:pt x="30661" y="57983"/>
                    <a:pt x="30580" y="58105"/>
                    <a:pt x="30462" y="58470"/>
                  </a:cubicBezTo>
                  <a:cubicBezTo>
                    <a:pt x="30675" y="58355"/>
                    <a:pt x="30859" y="58306"/>
                    <a:pt x="31022" y="58306"/>
                  </a:cubicBezTo>
                  <a:cubicBezTo>
                    <a:pt x="31969" y="58306"/>
                    <a:pt x="32212" y="59954"/>
                    <a:pt x="33158" y="59954"/>
                  </a:cubicBezTo>
                  <a:cubicBezTo>
                    <a:pt x="33322" y="59954"/>
                    <a:pt x="33506" y="59905"/>
                    <a:pt x="33719" y="59790"/>
                  </a:cubicBezTo>
                  <a:lnTo>
                    <a:pt x="33719" y="59790"/>
                  </a:lnTo>
                  <a:lnTo>
                    <a:pt x="33634" y="60379"/>
                  </a:lnTo>
                  <a:cubicBezTo>
                    <a:pt x="33578" y="60267"/>
                    <a:pt x="33466" y="60295"/>
                    <a:pt x="33410" y="60183"/>
                  </a:cubicBezTo>
                  <a:lnTo>
                    <a:pt x="33410" y="60183"/>
                  </a:lnTo>
                  <a:cubicBezTo>
                    <a:pt x="33295" y="60651"/>
                    <a:pt x="33478" y="60753"/>
                    <a:pt x="33771" y="60753"/>
                  </a:cubicBezTo>
                  <a:cubicBezTo>
                    <a:pt x="33998" y="60753"/>
                    <a:pt x="34290" y="60692"/>
                    <a:pt x="34564" y="60692"/>
                  </a:cubicBezTo>
                  <a:cubicBezTo>
                    <a:pt x="34893" y="60692"/>
                    <a:pt x="35194" y="60780"/>
                    <a:pt x="35319" y="61165"/>
                  </a:cubicBezTo>
                  <a:cubicBezTo>
                    <a:pt x="35393" y="61537"/>
                    <a:pt x="35336" y="61887"/>
                    <a:pt x="35091" y="61887"/>
                  </a:cubicBezTo>
                  <a:cubicBezTo>
                    <a:pt x="35058" y="61887"/>
                    <a:pt x="35022" y="61881"/>
                    <a:pt x="34982" y="61867"/>
                  </a:cubicBezTo>
                  <a:lnTo>
                    <a:pt x="34982" y="61867"/>
                  </a:lnTo>
                  <a:lnTo>
                    <a:pt x="35852" y="62373"/>
                  </a:lnTo>
                  <a:cubicBezTo>
                    <a:pt x="35905" y="62531"/>
                    <a:pt x="35804" y="62634"/>
                    <a:pt x="35693" y="62634"/>
                  </a:cubicBezTo>
                  <a:cubicBezTo>
                    <a:pt x="35656" y="62634"/>
                    <a:pt x="35618" y="62622"/>
                    <a:pt x="35584" y="62598"/>
                  </a:cubicBezTo>
                  <a:lnTo>
                    <a:pt x="35584" y="62598"/>
                  </a:lnTo>
                  <a:lnTo>
                    <a:pt x="36386" y="63580"/>
                  </a:lnTo>
                  <a:lnTo>
                    <a:pt x="36330" y="63608"/>
                  </a:lnTo>
                  <a:cubicBezTo>
                    <a:pt x="36751" y="63636"/>
                    <a:pt x="37172" y="63720"/>
                    <a:pt x="37593" y="63833"/>
                  </a:cubicBezTo>
                  <a:cubicBezTo>
                    <a:pt x="37574" y="63988"/>
                    <a:pt x="37534" y="64032"/>
                    <a:pt x="37485" y="64032"/>
                  </a:cubicBezTo>
                  <a:cubicBezTo>
                    <a:pt x="37418" y="64032"/>
                    <a:pt x="37334" y="63951"/>
                    <a:pt x="37258" y="63951"/>
                  </a:cubicBezTo>
                  <a:cubicBezTo>
                    <a:pt x="37227" y="63951"/>
                    <a:pt x="37198" y="63964"/>
                    <a:pt x="37172" y="64001"/>
                  </a:cubicBezTo>
                  <a:lnTo>
                    <a:pt x="37958" y="64394"/>
                  </a:lnTo>
                  <a:cubicBezTo>
                    <a:pt x="37862" y="64597"/>
                    <a:pt x="37697" y="64682"/>
                    <a:pt x="37517" y="64682"/>
                  </a:cubicBezTo>
                  <a:cubicBezTo>
                    <a:pt x="37224" y="64682"/>
                    <a:pt x="36890" y="64455"/>
                    <a:pt x="36751" y="64141"/>
                  </a:cubicBezTo>
                  <a:lnTo>
                    <a:pt x="36751" y="64141"/>
                  </a:lnTo>
                  <a:cubicBezTo>
                    <a:pt x="35515" y="65770"/>
                    <a:pt x="37481" y="64450"/>
                    <a:pt x="37340" y="66331"/>
                  </a:cubicBezTo>
                  <a:lnTo>
                    <a:pt x="36779" y="65854"/>
                  </a:lnTo>
                  <a:cubicBezTo>
                    <a:pt x="36077" y="66808"/>
                    <a:pt x="36723" y="67061"/>
                    <a:pt x="36582" y="68128"/>
                  </a:cubicBezTo>
                  <a:cubicBezTo>
                    <a:pt x="36758" y="67801"/>
                    <a:pt x="37092" y="66235"/>
                    <a:pt x="37765" y="66235"/>
                  </a:cubicBezTo>
                  <a:cubicBezTo>
                    <a:pt x="37843" y="66235"/>
                    <a:pt x="37926" y="66256"/>
                    <a:pt x="38014" y="66303"/>
                  </a:cubicBezTo>
                  <a:cubicBezTo>
                    <a:pt x="38014" y="66556"/>
                    <a:pt x="38098" y="66865"/>
                    <a:pt x="38660" y="67033"/>
                  </a:cubicBezTo>
                  <a:cubicBezTo>
                    <a:pt x="38098" y="67398"/>
                    <a:pt x="38463" y="67679"/>
                    <a:pt x="38772" y="68128"/>
                  </a:cubicBezTo>
                  <a:lnTo>
                    <a:pt x="37986" y="68577"/>
                  </a:lnTo>
                  <a:cubicBezTo>
                    <a:pt x="38217" y="68723"/>
                    <a:pt x="38416" y="68758"/>
                    <a:pt x="38609" y="68758"/>
                  </a:cubicBezTo>
                  <a:cubicBezTo>
                    <a:pt x="38790" y="68758"/>
                    <a:pt x="38966" y="68727"/>
                    <a:pt x="39156" y="68727"/>
                  </a:cubicBezTo>
                  <a:cubicBezTo>
                    <a:pt x="39231" y="68727"/>
                    <a:pt x="39309" y="68732"/>
                    <a:pt x="39390" y="68746"/>
                  </a:cubicBezTo>
                  <a:cubicBezTo>
                    <a:pt x="39670" y="69335"/>
                    <a:pt x="39165" y="69812"/>
                    <a:pt x="38744" y="70262"/>
                  </a:cubicBezTo>
                  <a:cubicBezTo>
                    <a:pt x="38824" y="70442"/>
                    <a:pt x="38893" y="70511"/>
                    <a:pt x="38959" y="70511"/>
                  </a:cubicBezTo>
                  <a:cubicBezTo>
                    <a:pt x="39175" y="70511"/>
                    <a:pt x="39351" y="69760"/>
                    <a:pt x="39709" y="69760"/>
                  </a:cubicBezTo>
                  <a:cubicBezTo>
                    <a:pt x="39818" y="69760"/>
                    <a:pt x="39943" y="69829"/>
                    <a:pt x="40092" y="70009"/>
                  </a:cubicBezTo>
                  <a:cubicBezTo>
                    <a:pt x="40260" y="70935"/>
                    <a:pt x="40906" y="71272"/>
                    <a:pt x="41916" y="71890"/>
                  </a:cubicBezTo>
                  <a:cubicBezTo>
                    <a:pt x="41946" y="72242"/>
                    <a:pt x="41799" y="72280"/>
                    <a:pt x="41636" y="72280"/>
                  </a:cubicBezTo>
                  <a:cubicBezTo>
                    <a:pt x="41591" y="72280"/>
                    <a:pt x="41545" y="72277"/>
                    <a:pt x="41501" y="72277"/>
                  </a:cubicBezTo>
                  <a:cubicBezTo>
                    <a:pt x="41399" y="72277"/>
                    <a:pt x="41308" y="72292"/>
                    <a:pt x="41271" y="72395"/>
                  </a:cubicBezTo>
                  <a:lnTo>
                    <a:pt x="42169" y="72480"/>
                  </a:lnTo>
                  <a:cubicBezTo>
                    <a:pt x="42225" y="72592"/>
                    <a:pt x="42029" y="72676"/>
                    <a:pt x="41916" y="72732"/>
                  </a:cubicBezTo>
                  <a:cubicBezTo>
                    <a:pt x="41989" y="72766"/>
                    <a:pt x="42057" y="72780"/>
                    <a:pt x="42123" y="72780"/>
                  </a:cubicBezTo>
                  <a:cubicBezTo>
                    <a:pt x="42374" y="72780"/>
                    <a:pt x="42591" y="72585"/>
                    <a:pt x="42861" y="72585"/>
                  </a:cubicBezTo>
                  <a:cubicBezTo>
                    <a:pt x="42990" y="72585"/>
                    <a:pt x="43130" y="72629"/>
                    <a:pt x="43292" y="72760"/>
                  </a:cubicBezTo>
                  <a:cubicBezTo>
                    <a:pt x="43354" y="72738"/>
                    <a:pt x="43405" y="72727"/>
                    <a:pt x="43448" y="72727"/>
                  </a:cubicBezTo>
                  <a:cubicBezTo>
                    <a:pt x="44044" y="72727"/>
                    <a:pt x="42910" y="74793"/>
                    <a:pt x="44247" y="74950"/>
                  </a:cubicBezTo>
                  <a:cubicBezTo>
                    <a:pt x="44134" y="75259"/>
                    <a:pt x="43713" y="75147"/>
                    <a:pt x="43461" y="75371"/>
                  </a:cubicBezTo>
                  <a:cubicBezTo>
                    <a:pt x="44724" y="76045"/>
                    <a:pt x="44471" y="75989"/>
                    <a:pt x="45847" y="76326"/>
                  </a:cubicBezTo>
                  <a:lnTo>
                    <a:pt x="45791" y="77365"/>
                  </a:lnTo>
                  <a:cubicBezTo>
                    <a:pt x="45910" y="76887"/>
                    <a:pt x="46275" y="76735"/>
                    <a:pt x="46735" y="76735"/>
                  </a:cubicBezTo>
                  <a:cubicBezTo>
                    <a:pt x="47140" y="76735"/>
                    <a:pt x="47618" y="76853"/>
                    <a:pt x="48065" y="76972"/>
                  </a:cubicBezTo>
                  <a:cubicBezTo>
                    <a:pt x="48177" y="76691"/>
                    <a:pt x="48289" y="76410"/>
                    <a:pt x="48402" y="76129"/>
                  </a:cubicBezTo>
                  <a:lnTo>
                    <a:pt x="49412" y="76831"/>
                  </a:lnTo>
                  <a:cubicBezTo>
                    <a:pt x="49356" y="77028"/>
                    <a:pt x="49019" y="77084"/>
                    <a:pt x="48598" y="77140"/>
                  </a:cubicBezTo>
                  <a:cubicBezTo>
                    <a:pt x="48710" y="77168"/>
                    <a:pt x="48795" y="77168"/>
                    <a:pt x="48907" y="77196"/>
                  </a:cubicBezTo>
                  <a:cubicBezTo>
                    <a:pt x="48823" y="77701"/>
                    <a:pt x="48289" y="77814"/>
                    <a:pt x="47700" y="77814"/>
                  </a:cubicBezTo>
                  <a:cubicBezTo>
                    <a:pt x="47784" y="77617"/>
                    <a:pt x="47868" y="77393"/>
                    <a:pt x="47952" y="77196"/>
                  </a:cubicBezTo>
                  <a:cubicBezTo>
                    <a:pt x="47363" y="77196"/>
                    <a:pt x="46801" y="77365"/>
                    <a:pt x="46296" y="77673"/>
                  </a:cubicBezTo>
                  <a:cubicBezTo>
                    <a:pt x="46436" y="77673"/>
                    <a:pt x="46577" y="77758"/>
                    <a:pt x="46689" y="77842"/>
                  </a:cubicBezTo>
                  <a:cubicBezTo>
                    <a:pt x="46549" y="77842"/>
                    <a:pt x="46436" y="77898"/>
                    <a:pt x="46324" y="77982"/>
                  </a:cubicBezTo>
                  <a:cubicBezTo>
                    <a:pt x="46268" y="78066"/>
                    <a:pt x="46493" y="78038"/>
                    <a:pt x="46801" y="78095"/>
                  </a:cubicBezTo>
                  <a:lnTo>
                    <a:pt x="46100" y="78824"/>
                  </a:lnTo>
                  <a:lnTo>
                    <a:pt x="46100" y="78824"/>
                  </a:lnTo>
                  <a:lnTo>
                    <a:pt x="46436" y="78684"/>
                  </a:lnTo>
                  <a:cubicBezTo>
                    <a:pt x="46521" y="79218"/>
                    <a:pt x="46605" y="79723"/>
                    <a:pt x="46717" y="80284"/>
                  </a:cubicBezTo>
                  <a:cubicBezTo>
                    <a:pt x="48149" y="80649"/>
                    <a:pt x="49918" y="80621"/>
                    <a:pt x="51237" y="81688"/>
                  </a:cubicBezTo>
                  <a:cubicBezTo>
                    <a:pt x="50423" y="81800"/>
                    <a:pt x="50255" y="82362"/>
                    <a:pt x="49553" y="82867"/>
                  </a:cubicBezTo>
                  <a:cubicBezTo>
                    <a:pt x="49777" y="82390"/>
                    <a:pt x="49469" y="82165"/>
                    <a:pt x="49104" y="81969"/>
                  </a:cubicBezTo>
                  <a:cubicBezTo>
                    <a:pt x="48735" y="81784"/>
                    <a:pt x="48267" y="81575"/>
                    <a:pt x="48072" y="81202"/>
                  </a:cubicBezTo>
                  <a:lnTo>
                    <a:pt x="48072" y="81202"/>
                  </a:lnTo>
                  <a:cubicBezTo>
                    <a:pt x="48153" y="81448"/>
                    <a:pt x="47959" y="81722"/>
                    <a:pt x="47707" y="81722"/>
                  </a:cubicBezTo>
                  <a:cubicBezTo>
                    <a:pt x="47686" y="81722"/>
                    <a:pt x="47665" y="81720"/>
                    <a:pt x="47644" y="81716"/>
                  </a:cubicBezTo>
                  <a:lnTo>
                    <a:pt x="47644" y="81716"/>
                  </a:lnTo>
                  <a:cubicBezTo>
                    <a:pt x="48177" y="81997"/>
                    <a:pt x="48739" y="82306"/>
                    <a:pt x="49300" y="82558"/>
                  </a:cubicBezTo>
                  <a:cubicBezTo>
                    <a:pt x="48710" y="82951"/>
                    <a:pt x="49075" y="83176"/>
                    <a:pt x="49132" y="83709"/>
                  </a:cubicBezTo>
                  <a:cubicBezTo>
                    <a:pt x="49371" y="83410"/>
                    <a:pt x="49587" y="83294"/>
                    <a:pt x="49796" y="83294"/>
                  </a:cubicBezTo>
                  <a:cubicBezTo>
                    <a:pt x="49979" y="83294"/>
                    <a:pt x="50156" y="83382"/>
                    <a:pt x="50339" y="83513"/>
                  </a:cubicBezTo>
                  <a:cubicBezTo>
                    <a:pt x="50704" y="83766"/>
                    <a:pt x="51069" y="84215"/>
                    <a:pt x="51462" y="84299"/>
                  </a:cubicBezTo>
                  <a:cubicBezTo>
                    <a:pt x="51303" y="84472"/>
                    <a:pt x="51101" y="84615"/>
                    <a:pt x="50876" y="84615"/>
                  </a:cubicBezTo>
                  <a:cubicBezTo>
                    <a:pt x="50663" y="84615"/>
                    <a:pt x="50431" y="84486"/>
                    <a:pt x="50198" y="84131"/>
                  </a:cubicBezTo>
                  <a:lnTo>
                    <a:pt x="50198" y="84131"/>
                  </a:lnTo>
                  <a:cubicBezTo>
                    <a:pt x="50138" y="84636"/>
                    <a:pt x="50397" y="84763"/>
                    <a:pt x="50736" y="84763"/>
                  </a:cubicBezTo>
                  <a:cubicBezTo>
                    <a:pt x="50868" y="84763"/>
                    <a:pt x="51012" y="84744"/>
                    <a:pt x="51153" y="84720"/>
                  </a:cubicBezTo>
                  <a:cubicBezTo>
                    <a:pt x="51352" y="84689"/>
                    <a:pt x="51546" y="84654"/>
                    <a:pt x="51714" y="84654"/>
                  </a:cubicBezTo>
                  <a:cubicBezTo>
                    <a:pt x="51997" y="84654"/>
                    <a:pt x="52202" y="84754"/>
                    <a:pt x="52220" y="85141"/>
                  </a:cubicBezTo>
                  <a:cubicBezTo>
                    <a:pt x="52095" y="85058"/>
                    <a:pt x="52047" y="84960"/>
                    <a:pt x="51940" y="84960"/>
                  </a:cubicBezTo>
                  <a:cubicBezTo>
                    <a:pt x="51902" y="84960"/>
                    <a:pt x="51857" y="84972"/>
                    <a:pt x="51799" y="85001"/>
                  </a:cubicBezTo>
                  <a:cubicBezTo>
                    <a:pt x="52136" y="85057"/>
                    <a:pt x="52444" y="85254"/>
                    <a:pt x="52641" y="85562"/>
                  </a:cubicBezTo>
                  <a:cubicBezTo>
                    <a:pt x="52837" y="85815"/>
                    <a:pt x="52894" y="86124"/>
                    <a:pt x="52669" y="86180"/>
                  </a:cubicBezTo>
                  <a:lnTo>
                    <a:pt x="52472" y="86068"/>
                  </a:lnTo>
                  <a:lnTo>
                    <a:pt x="52472" y="86068"/>
                  </a:lnTo>
                  <a:cubicBezTo>
                    <a:pt x="53146" y="86713"/>
                    <a:pt x="53932" y="87247"/>
                    <a:pt x="54831" y="87556"/>
                  </a:cubicBezTo>
                  <a:cubicBezTo>
                    <a:pt x="55221" y="87686"/>
                    <a:pt x="55592" y="87756"/>
                    <a:pt x="55915" y="87756"/>
                  </a:cubicBezTo>
                  <a:cubicBezTo>
                    <a:pt x="56359" y="87756"/>
                    <a:pt x="56713" y="87624"/>
                    <a:pt x="56908" y="87331"/>
                  </a:cubicBezTo>
                  <a:lnTo>
                    <a:pt x="56908" y="87331"/>
                  </a:lnTo>
                  <a:cubicBezTo>
                    <a:pt x="56656" y="87836"/>
                    <a:pt x="56347" y="88314"/>
                    <a:pt x="56010" y="88763"/>
                  </a:cubicBezTo>
                  <a:cubicBezTo>
                    <a:pt x="57301" y="87893"/>
                    <a:pt x="58480" y="86882"/>
                    <a:pt x="59519" y="85731"/>
                  </a:cubicBezTo>
                  <a:lnTo>
                    <a:pt x="59519" y="85731"/>
                  </a:lnTo>
                  <a:cubicBezTo>
                    <a:pt x="59295" y="86208"/>
                    <a:pt x="59182" y="87078"/>
                    <a:pt x="59014" y="87865"/>
                  </a:cubicBezTo>
                  <a:cubicBezTo>
                    <a:pt x="58845" y="88651"/>
                    <a:pt x="58593" y="89381"/>
                    <a:pt x="57919" y="89493"/>
                  </a:cubicBezTo>
                  <a:cubicBezTo>
                    <a:pt x="58192" y="89747"/>
                    <a:pt x="58533" y="89878"/>
                    <a:pt x="58886" y="89878"/>
                  </a:cubicBezTo>
                  <a:cubicBezTo>
                    <a:pt x="59040" y="89878"/>
                    <a:pt x="59197" y="89853"/>
                    <a:pt x="59351" y="89802"/>
                  </a:cubicBezTo>
                  <a:cubicBezTo>
                    <a:pt x="59154" y="89633"/>
                    <a:pt x="59154" y="88230"/>
                    <a:pt x="59463" y="88230"/>
                  </a:cubicBezTo>
                  <a:cubicBezTo>
                    <a:pt x="59603" y="88566"/>
                    <a:pt x="59772" y="88903"/>
                    <a:pt x="59968" y="89212"/>
                  </a:cubicBezTo>
                  <a:cubicBezTo>
                    <a:pt x="60236" y="89480"/>
                    <a:pt x="60453" y="89748"/>
                    <a:pt x="60668" y="90040"/>
                  </a:cubicBezTo>
                  <a:lnTo>
                    <a:pt x="60668" y="90040"/>
                  </a:lnTo>
                  <a:cubicBezTo>
                    <a:pt x="60481" y="89693"/>
                    <a:pt x="61028" y="88417"/>
                    <a:pt x="61452" y="88417"/>
                  </a:cubicBezTo>
                  <a:cubicBezTo>
                    <a:pt x="61473" y="88417"/>
                    <a:pt x="61493" y="88420"/>
                    <a:pt x="61513" y="88426"/>
                  </a:cubicBezTo>
                  <a:cubicBezTo>
                    <a:pt x="61403" y="88645"/>
                    <a:pt x="61321" y="89927"/>
                    <a:pt x="61135" y="90125"/>
                  </a:cubicBezTo>
                  <a:lnTo>
                    <a:pt x="61135" y="90125"/>
                  </a:lnTo>
                  <a:cubicBezTo>
                    <a:pt x="61605" y="89706"/>
                    <a:pt x="62050" y="89264"/>
                    <a:pt x="62494" y="88820"/>
                  </a:cubicBezTo>
                  <a:lnTo>
                    <a:pt x="62494" y="88820"/>
                  </a:lnTo>
                  <a:cubicBezTo>
                    <a:pt x="62240" y="89172"/>
                    <a:pt x="62375" y="90097"/>
                    <a:pt x="62579" y="90532"/>
                  </a:cubicBezTo>
                  <a:cubicBezTo>
                    <a:pt x="62549" y="90440"/>
                    <a:pt x="62616" y="90409"/>
                    <a:pt x="62736" y="90409"/>
                  </a:cubicBezTo>
                  <a:cubicBezTo>
                    <a:pt x="63000" y="90409"/>
                    <a:pt x="63518" y="90558"/>
                    <a:pt x="63833" y="90558"/>
                  </a:cubicBezTo>
                  <a:cubicBezTo>
                    <a:pt x="63905" y="90558"/>
                    <a:pt x="63966" y="90551"/>
                    <a:pt x="64011" y="90532"/>
                  </a:cubicBezTo>
                  <a:lnTo>
                    <a:pt x="63562" y="90111"/>
                  </a:lnTo>
                  <a:lnTo>
                    <a:pt x="63562" y="90111"/>
                  </a:lnTo>
                  <a:cubicBezTo>
                    <a:pt x="63659" y="90136"/>
                    <a:pt x="63750" y="90147"/>
                    <a:pt x="63835" y="90147"/>
                  </a:cubicBezTo>
                  <a:cubicBezTo>
                    <a:pt x="64950" y="90147"/>
                    <a:pt x="65179" y="88165"/>
                    <a:pt x="66273" y="88165"/>
                  </a:cubicBezTo>
                  <a:cubicBezTo>
                    <a:pt x="66313" y="88165"/>
                    <a:pt x="66355" y="88168"/>
                    <a:pt x="66398" y="88173"/>
                  </a:cubicBezTo>
                  <a:cubicBezTo>
                    <a:pt x="66229" y="88510"/>
                    <a:pt x="65892" y="90167"/>
                    <a:pt x="66566" y="90391"/>
                  </a:cubicBezTo>
                  <a:cubicBezTo>
                    <a:pt x="66931" y="89605"/>
                    <a:pt x="68138" y="86573"/>
                    <a:pt x="69317" y="86012"/>
                  </a:cubicBezTo>
                  <a:lnTo>
                    <a:pt x="69514" y="86489"/>
                  </a:lnTo>
                  <a:cubicBezTo>
                    <a:pt x="69823" y="86320"/>
                    <a:pt x="70131" y="86124"/>
                    <a:pt x="70440" y="85984"/>
                  </a:cubicBezTo>
                  <a:lnTo>
                    <a:pt x="70440" y="85984"/>
                  </a:lnTo>
                  <a:cubicBezTo>
                    <a:pt x="69542" y="87640"/>
                    <a:pt x="68475" y="89212"/>
                    <a:pt x="67240" y="90616"/>
                  </a:cubicBezTo>
                  <a:cubicBezTo>
                    <a:pt x="67745" y="91009"/>
                    <a:pt x="67352" y="91177"/>
                    <a:pt x="68110" y="91177"/>
                  </a:cubicBezTo>
                  <a:cubicBezTo>
                    <a:pt x="68363" y="91627"/>
                    <a:pt x="67689" y="91795"/>
                    <a:pt x="67436" y="91823"/>
                  </a:cubicBezTo>
                  <a:lnTo>
                    <a:pt x="69205" y="92160"/>
                  </a:lnTo>
                  <a:cubicBezTo>
                    <a:pt x="69149" y="91234"/>
                    <a:pt x="70609" y="91262"/>
                    <a:pt x="70553" y="90476"/>
                  </a:cubicBezTo>
                  <a:lnTo>
                    <a:pt x="70553" y="90476"/>
                  </a:lnTo>
                  <a:cubicBezTo>
                    <a:pt x="69907" y="90784"/>
                    <a:pt x="69261" y="91093"/>
                    <a:pt x="68587" y="91402"/>
                  </a:cubicBezTo>
                  <a:cubicBezTo>
                    <a:pt x="68561" y="90499"/>
                    <a:pt x="69664" y="88944"/>
                    <a:pt x="70853" y="88944"/>
                  </a:cubicBezTo>
                  <a:cubicBezTo>
                    <a:pt x="70921" y="88944"/>
                    <a:pt x="70989" y="88949"/>
                    <a:pt x="71058" y="88959"/>
                  </a:cubicBezTo>
                  <a:cubicBezTo>
                    <a:pt x="71367" y="89353"/>
                    <a:pt x="70777" y="90616"/>
                    <a:pt x="70777" y="90953"/>
                  </a:cubicBezTo>
                  <a:cubicBezTo>
                    <a:pt x="70901" y="90705"/>
                    <a:pt x="71497" y="90502"/>
                    <a:pt x="71847" y="90502"/>
                  </a:cubicBezTo>
                  <a:cubicBezTo>
                    <a:pt x="71973" y="90502"/>
                    <a:pt x="72067" y="90529"/>
                    <a:pt x="72097" y="90588"/>
                  </a:cubicBezTo>
                  <a:lnTo>
                    <a:pt x="71563" y="91093"/>
                  </a:lnTo>
                  <a:cubicBezTo>
                    <a:pt x="71633" y="91127"/>
                    <a:pt x="71701" y="91141"/>
                    <a:pt x="71766" y="91141"/>
                  </a:cubicBezTo>
                  <a:cubicBezTo>
                    <a:pt x="72205" y="91141"/>
                    <a:pt x="72560" y="90488"/>
                    <a:pt x="73023" y="90488"/>
                  </a:cubicBezTo>
                  <a:cubicBezTo>
                    <a:pt x="73185" y="90488"/>
                    <a:pt x="73360" y="90568"/>
                    <a:pt x="73557" y="90784"/>
                  </a:cubicBezTo>
                  <a:cubicBezTo>
                    <a:pt x="73783" y="90830"/>
                    <a:pt x="74190" y="91584"/>
                    <a:pt x="74370" y="91584"/>
                  </a:cubicBezTo>
                  <a:cubicBezTo>
                    <a:pt x="74414" y="91584"/>
                    <a:pt x="74444" y="91540"/>
                    <a:pt x="74455" y="91430"/>
                  </a:cubicBezTo>
                  <a:cubicBezTo>
                    <a:pt x="73978" y="90363"/>
                    <a:pt x="73922" y="87022"/>
                    <a:pt x="74258" y="86208"/>
                  </a:cubicBezTo>
                  <a:lnTo>
                    <a:pt x="74258" y="86208"/>
                  </a:lnTo>
                  <a:cubicBezTo>
                    <a:pt x="74343" y="86292"/>
                    <a:pt x="75718" y="87247"/>
                    <a:pt x="76055" y="87780"/>
                  </a:cubicBezTo>
                  <a:cubicBezTo>
                    <a:pt x="76532" y="88623"/>
                    <a:pt x="75353" y="89802"/>
                    <a:pt x="75746" y="90504"/>
                  </a:cubicBezTo>
                  <a:cubicBezTo>
                    <a:pt x="75803" y="90251"/>
                    <a:pt x="75943" y="90026"/>
                    <a:pt x="76139" y="89830"/>
                  </a:cubicBezTo>
                  <a:lnTo>
                    <a:pt x="76139" y="89830"/>
                  </a:lnTo>
                  <a:cubicBezTo>
                    <a:pt x="76422" y="90035"/>
                    <a:pt x="76094" y="90546"/>
                    <a:pt x="76529" y="90546"/>
                  </a:cubicBezTo>
                  <a:cubicBezTo>
                    <a:pt x="76570" y="90546"/>
                    <a:pt x="76618" y="90541"/>
                    <a:pt x="76673" y="90532"/>
                  </a:cubicBezTo>
                  <a:cubicBezTo>
                    <a:pt x="76717" y="90157"/>
                    <a:pt x="76934" y="90085"/>
                    <a:pt x="77119" y="90085"/>
                  </a:cubicBezTo>
                  <a:cubicBezTo>
                    <a:pt x="77234" y="90085"/>
                    <a:pt x="77336" y="90113"/>
                    <a:pt x="77376" y="90113"/>
                  </a:cubicBezTo>
                  <a:cubicBezTo>
                    <a:pt x="77436" y="90113"/>
                    <a:pt x="77359" y="90051"/>
                    <a:pt x="76982" y="89746"/>
                  </a:cubicBezTo>
                  <a:cubicBezTo>
                    <a:pt x="77142" y="89669"/>
                    <a:pt x="77264" y="89641"/>
                    <a:pt x="77369" y="89641"/>
                  </a:cubicBezTo>
                  <a:cubicBezTo>
                    <a:pt x="77662" y="89641"/>
                    <a:pt x="77819" y="89863"/>
                    <a:pt x="78292" y="89863"/>
                  </a:cubicBezTo>
                  <a:cubicBezTo>
                    <a:pt x="78330" y="89863"/>
                    <a:pt x="78371" y="89861"/>
                    <a:pt x="78413" y="89858"/>
                  </a:cubicBezTo>
                  <a:cubicBezTo>
                    <a:pt x="78189" y="89240"/>
                    <a:pt x="79059" y="87752"/>
                    <a:pt x="79677" y="87443"/>
                  </a:cubicBezTo>
                  <a:cubicBezTo>
                    <a:pt x="79677" y="87696"/>
                    <a:pt x="79761" y="87949"/>
                    <a:pt x="79873" y="88145"/>
                  </a:cubicBezTo>
                  <a:cubicBezTo>
                    <a:pt x="81147" y="88200"/>
                    <a:pt x="81846" y="88568"/>
                    <a:pt x="83004" y="88568"/>
                  </a:cubicBezTo>
                  <a:cubicBezTo>
                    <a:pt x="83046" y="88568"/>
                    <a:pt x="83088" y="88567"/>
                    <a:pt x="83130" y="88566"/>
                  </a:cubicBezTo>
                  <a:cubicBezTo>
                    <a:pt x="83242" y="88791"/>
                    <a:pt x="83860" y="89044"/>
                    <a:pt x="83607" y="89465"/>
                  </a:cubicBezTo>
                  <a:cubicBezTo>
                    <a:pt x="83804" y="89296"/>
                    <a:pt x="83944" y="88959"/>
                    <a:pt x="84309" y="88903"/>
                  </a:cubicBezTo>
                  <a:lnTo>
                    <a:pt x="84309" y="88903"/>
                  </a:lnTo>
                  <a:cubicBezTo>
                    <a:pt x="85095" y="89689"/>
                    <a:pt x="83495" y="89100"/>
                    <a:pt x="84113" y="90054"/>
                  </a:cubicBezTo>
                  <a:cubicBezTo>
                    <a:pt x="84113" y="89493"/>
                    <a:pt x="85039" y="89240"/>
                    <a:pt x="85544" y="88847"/>
                  </a:cubicBezTo>
                  <a:cubicBezTo>
                    <a:pt x="85470" y="88568"/>
                    <a:pt x="85309" y="88465"/>
                    <a:pt x="85109" y="88465"/>
                  </a:cubicBezTo>
                  <a:cubicBezTo>
                    <a:pt x="84705" y="88465"/>
                    <a:pt x="84142" y="88884"/>
                    <a:pt x="83804" y="89128"/>
                  </a:cubicBezTo>
                  <a:cubicBezTo>
                    <a:pt x="83748" y="87949"/>
                    <a:pt x="84590" y="86657"/>
                    <a:pt x="85825" y="86040"/>
                  </a:cubicBezTo>
                  <a:cubicBezTo>
                    <a:pt x="85967" y="85987"/>
                    <a:pt x="86078" y="85965"/>
                    <a:pt x="86164" y="85965"/>
                  </a:cubicBezTo>
                  <a:cubicBezTo>
                    <a:pt x="86633" y="85965"/>
                    <a:pt x="86380" y="86619"/>
                    <a:pt x="86444" y="86619"/>
                  </a:cubicBezTo>
                  <a:cubicBezTo>
                    <a:pt x="86450" y="86619"/>
                    <a:pt x="86459" y="86613"/>
                    <a:pt x="86471" y="86601"/>
                  </a:cubicBezTo>
                  <a:cubicBezTo>
                    <a:pt x="86506" y="86603"/>
                    <a:pt x="86540" y="86603"/>
                    <a:pt x="86573" y="86603"/>
                  </a:cubicBezTo>
                  <a:cubicBezTo>
                    <a:pt x="88110" y="86603"/>
                    <a:pt x="88010" y="84997"/>
                    <a:pt x="88963" y="84997"/>
                  </a:cubicBezTo>
                  <a:cubicBezTo>
                    <a:pt x="89120" y="84997"/>
                    <a:pt x="89305" y="85040"/>
                    <a:pt x="89531" y="85141"/>
                  </a:cubicBezTo>
                  <a:cubicBezTo>
                    <a:pt x="90205" y="85843"/>
                    <a:pt x="89671" y="86629"/>
                    <a:pt x="89868" y="87163"/>
                  </a:cubicBezTo>
                  <a:cubicBezTo>
                    <a:pt x="89715" y="87228"/>
                    <a:pt x="89572" y="87255"/>
                    <a:pt x="89437" y="87255"/>
                  </a:cubicBezTo>
                  <a:cubicBezTo>
                    <a:pt x="88909" y="87255"/>
                    <a:pt x="88507" y="86851"/>
                    <a:pt x="88080" y="86851"/>
                  </a:cubicBezTo>
                  <a:cubicBezTo>
                    <a:pt x="88059" y="86851"/>
                    <a:pt x="88037" y="86852"/>
                    <a:pt x="88015" y="86854"/>
                  </a:cubicBezTo>
                  <a:lnTo>
                    <a:pt x="88717" y="87163"/>
                  </a:lnTo>
                  <a:cubicBezTo>
                    <a:pt x="88551" y="87369"/>
                    <a:pt x="88218" y="87546"/>
                    <a:pt x="87920" y="87546"/>
                  </a:cubicBezTo>
                  <a:cubicBezTo>
                    <a:pt x="87813" y="87546"/>
                    <a:pt x="87711" y="87523"/>
                    <a:pt x="87622" y="87472"/>
                  </a:cubicBezTo>
                  <a:lnTo>
                    <a:pt x="87622" y="87472"/>
                  </a:lnTo>
                  <a:cubicBezTo>
                    <a:pt x="87824" y="87674"/>
                    <a:pt x="88231" y="87732"/>
                    <a:pt x="88748" y="87732"/>
                  </a:cubicBezTo>
                  <a:cubicBezTo>
                    <a:pt x="89021" y="87732"/>
                    <a:pt x="89324" y="87715"/>
                    <a:pt x="89643" y="87696"/>
                  </a:cubicBezTo>
                  <a:cubicBezTo>
                    <a:pt x="89961" y="87676"/>
                    <a:pt x="90307" y="87656"/>
                    <a:pt x="90641" y="87656"/>
                  </a:cubicBezTo>
                  <a:cubicBezTo>
                    <a:pt x="90779" y="87656"/>
                    <a:pt x="90915" y="87660"/>
                    <a:pt x="91047" y="87668"/>
                  </a:cubicBezTo>
                  <a:cubicBezTo>
                    <a:pt x="91124" y="87663"/>
                    <a:pt x="91200" y="87661"/>
                    <a:pt x="91276" y="87661"/>
                  </a:cubicBezTo>
                  <a:cubicBezTo>
                    <a:pt x="91641" y="87661"/>
                    <a:pt x="91990" y="87715"/>
                    <a:pt x="92338" y="87808"/>
                  </a:cubicBezTo>
                  <a:cubicBezTo>
                    <a:pt x="92591" y="87528"/>
                    <a:pt x="93012" y="87219"/>
                    <a:pt x="92760" y="86938"/>
                  </a:cubicBezTo>
                  <a:lnTo>
                    <a:pt x="92760" y="86938"/>
                  </a:lnTo>
                  <a:lnTo>
                    <a:pt x="92310" y="87107"/>
                  </a:lnTo>
                  <a:cubicBezTo>
                    <a:pt x="91833" y="86545"/>
                    <a:pt x="93096" y="86180"/>
                    <a:pt x="92479" y="85955"/>
                  </a:cubicBezTo>
                  <a:cubicBezTo>
                    <a:pt x="92961" y="85521"/>
                    <a:pt x="93485" y="84921"/>
                    <a:pt x="94193" y="84921"/>
                  </a:cubicBezTo>
                  <a:cubicBezTo>
                    <a:pt x="94309" y="84921"/>
                    <a:pt x="94430" y="84937"/>
                    <a:pt x="94556" y="84973"/>
                  </a:cubicBezTo>
                  <a:lnTo>
                    <a:pt x="94809" y="85787"/>
                  </a:lnTo>
                  <a:cubicBezTo>
                    <a:pt x="94709" y="85604"/>
                    <a:pt x="94531" y="85510"/>
                    <a:pt x="94344" y="85510"/>
                  </a:cubicBezTo>
                  <a:cubicBezTo>
                    <a:pt x="94257" y="85510"/>
                    <a:pt x="94168" y="85531"/>
                    <a:pt x="94084" y="85572"/>
                  </a:cubicBezTo>
                  <a:lnTo>
                    <a:pt x="94084" y="85572"/>
                  </a:lnTo>
                  <a:cubicBezTo>
                    <a:pt x="94104" y="85567"/>
                    <a:pt x="94125" y="85565"/>
                    <a:pt x="94147" y="85565"/>
                  </a:cubicBezTo>
                  <a:cubicBezTo>
                    <a:pt x="94439" y="85565"/>
                    <a:pt x="94904" y="85943"/>
                    <a:pt x="95262" y="85943"/>
                  </a:cubicBezTo>
                  <a:cubicBezTo>
                    <a:pt x="95458" y="85943"/>
                    <a:pt x="95622" y="85829"/>
                    <a:pt x="95707" y="85478"/>
                  </a:cubicBezTo>
                  <a:lnTo>
                    <a:pt x="95034" y="84945"/>
                  </a:lnTo>
                  <a:cubicBezTo>
                    <a:pt x="95546" y="84483"/>
                    <a:pt x="96106" y="83600"/>
                    <a:pt x="96798" y="83600"/>
                  </a:cubicBezTo>
                  <a:cubicBezTo>
                    <a:pt x="96864" y="83600"/>
                    <a:pt x="96931" y="83608"/>
                    <a:pt x="96999" y="83625"/>
                  </a:cubicBezTo>
                  <a:cubicBezTo>
                    <a:pt x="96822" y="83304"/>
                    <a:pt x="96758" y="83254"/>
                    <a:pt x="96706" y="83254"/>
                  </a:cubicBezTo>
                  <a:cubicBezTo>
                    <a:pt x="96683" y="83254"/>
                    <a:pt x="96662" y="83264"/>
                    <a:pt x="96634" y="83264"/>
                  </a:cubicBezTo>
                  <a:cubicBezTo>
                    <a:pt x="96567" y="83264"/>
                    <a:pt x="96460" y="83206"/>
                    <a:pt x="96185" y="82811"/>
                  </a:cubicBezTo>
                  <a:lnTo>
                    <a:pt x="96185" y="82811"/>
                  </a:lnTo>
                  <a:cubicBezTo>
                    <a:pt x="96781" y="83949"/>
                    <a:pt x="94423" y="83074"/>
                    <a:pt x="95064" y="84095"/>
                  </a:cubicBezTo>
                  <a:lnTo>
                    <a:pt x="95064" y="84095"/>
                  </a:lnTo>
                  <a:cubicBezTo>
                    <a:pt x="94419" y="83204"/>
                    <a:pt x="94103" y="83841"/>
                    <a:pt x="93321" y="82951"/>
                  </a:cubicBezTo>
                  <a:lnTo>
                    <a:pt x="93321" y="82951"/>
                  </a:lnTo>
                  <a:cubicBezTo>
                    <a:pt x="93346" y="83203"/>
                    <a:pt x="93574" y="83409"/>
                    <a:pt x="93137" y="83409"/>
                  </a:cubicBezTo>
                  <a:cubicBezTo>
                    <a:pt x="93086" y="83409"/>
                    <a:pt x="93026" y="83407"/>
                    <a:pt x="92956" y="83401"/>
                  </a:cubicBezTo>
                  <a:cubicBezTo>
                    <a:pt x="92928" y="83485"/>
                    <a:pt x="92900" y="83569"/>
                    <a:pt x="92844" y="83653"/>
                  </a:cubicBezTo>
                  <a:lnTo>
                    <a:pt x="92788" y="83653"/>
                  </a:lnTo>
                  <a:lnTo>
                    <a:pt x="92844" y="83681"/>
                  </a:lnTo>
                  <a:cubicBezTo>
                    <a:pt x="93012" y="83794"/>
                    <a:pt x="93125" y="83906"/>
                    <a:pt x="93209" y="84074"/>
                  </a:cubicBezTo>
                  <a:cubicBezTo>
                    <a:pt x="92956" y="84776"/>
                    <a:pt x="91945" y="84861"/>
                    <a:pt x="91637" y="85226"/>
                  </a:cubicBezTo>
                  <a:cubicBezTo>
                    <a:pt x="91244" y="85113"/>
                    <a:pt x="91777" y="84861"/>
                    <a:pt x="91524" y="84608"/>
                  </a:cubicBezTo>
                  <a:lnTo>
                    <a:pt x="91524" y="84608"/>
                  </a:lnTo>
                  <a:lnTo>
                    <a:pt x="91075" y="85169"/>
                  </a:lnTo>
                  <a:cubicBezTo>
                    <a:pt x="90963" y="84524"/>
                    <a:pt x="89952" y="84215"/>
                    <a:pt x="90822" y="83766"/>
                  </a:cubicBezTo>
                  <a:cubicBezTo>
                    <a:pt x="90542" y="83766"/>
                    <a:pt x="90289" y="83794"/>
                    <a:pt x="90008" y="83794"/>
                  </a:cubicBezTo>
                  <a:cubicBezTo>
                    <a:pt x="89722" y="83619"/>
                    <a:pt x="89390" y="83516"/>
                    <a:pt x="89090" y="83516"/>
                  </a:cubicBezTo>
                  <a:cubicBezTo>
                    <a:pt x="88861" y="83516"/>
                    <a:pt x="88650" y="83576"/>
                    <a:pt x="88492" y="83709"/>
                  </a:cubicBezTo>
                  <a:cubicBezTo>
                    <a:pt x="88468" y="83703"/>
                    <a:pt x="88443" y="83699"/>
                    <a:pt x="88418" y="83699"/>
                  </a:cubicBezTo>
                  <a:cubicBezTo>
                    <a:pt x="88132" y="83699"/>
                    <a:pt x="87817" y="84121"/>
                    <a:pt x="87795" y="84121"/>
                  </a:cubicBezTo>
                  <a:cubicBezTo>
                    <a:pt x="87787" y="84121"/>
                    <a:pt x="87810" y="84078"/>
                    <a:pt x="87875" y="83962"/>
                  </a:cubicBezTo>
                  <a:lnTo>
                    <a:pt x="87875" y="83962"/>
                  </a:lnTo>
                  <a:cubicBezTo>
                    <a:pt x="87453" y="84131"/>
                    <a:pt x="87060" y="84299"/>
                    <a:pt x="86639" y="84439"/>
                  </a:cubicBezTo>
                  <a:lnTo>
                    <a:pt x="86611" y="84271"/>
                  </a:lnTo>
                  <a:cubicBezTo>
                    <a:pt x="85994" y="84271"/>
                    <a:pt x="85376" y="84580"/>
                    <a:pt x="84730" y="84748"/>
                  </a:cubicBezTo>
                  <a:cubicBezTo>
                    <a:pt x="84473" y="84834"/>
                    <a:pt x="84216" y="84871"/>
                    <a:pt x="83958" y="84871"/>
                  </a:cubicBezTo>
                  <a:cubicBezTo>
                    <a:pt x="83879" y="84871"/>
                    <a:pt x="83799" y="84867"/>
                    <a:pt x="83720" y="84861"/>
                  </a:cubicBezTo>
                  <a:cubicBezTo>
                    <a:pt x="83327" y="84804"/>
                    <a:pt x="82962" y="84664"/>
                    <a:pt x="82681" y="84411"/>
                  </a:cubicBezTo>
                  <a:cubicBezTo>
                    <a:pt x="82323" y="84601"/>
                    <a:pt x="81918" y="84696"/>
                    <a:pt x="81524" y="84696"/>
                  </a:cubicBezTo>
                  <a:cubicBezTo>
                    <a:pt x="81393" y="84696"/>
                    <a:pt x="81263" y="84685"/>
                    <a:pt x="81137" y="84664"/>
                  </a:cubicBezTo>
                  <a:lnTo>
                    <a:pt x="80968" y="84103"/>
                  </a:lnTo>
                  <a:cubicBezTo>
                    <a:pt x="80890" y="84135"/>
                    <a:pt x="80800" y="84148"/>
                    <a:pt x="80702" y="84148"/>
                  </a:cubicBezTo>
                  <a:cubicBezTo>
                    <a:pt x="80333" y="84148"/>
                    <a:pt x="79859" y="83963"/>
                    <a:pt x="79524" y="83963"/>
                  </a:cubicBezTo>
                  <a:cubicBezTo>
                    <a:pt x="79343" y="83963"/>
                    <a:pt x="79202" y="84018"/>
                    <a:pt x="79143" y="84187"/>
                  </a:cubicBezTo>
                  <a:cubicBezTo>
                    <a:pt x="78899" y="83609"/>
                    <a:pt x="78440" y="83449"/>
                    <a:pt x="77916" y="83449"/>
                  </a:cubicBezTo>
                  <a:cubicBezTo>
                    <a:pt x="77264" y="83449"/>
                    <a:pt x="76512" y="83698"/>
                    <a:pt x="75953" y="83698"/>
                  </a:cubicBezTo>
                  <a:cubicBezTo>
                    <a:pt x="75826" y="83698"/>
                    <a:pt x="75710" y="83685"/>
                    <a:pt x="75606" y="83653"/>
                  </a:cubicBezTo>
                  <a:lnTo>
                    <a:pt x="75578" y="84355"/>
                  </a:lnTo>
                  <a:cubicBezTo>
                    <a:pt x="74848" y="84355"/>
                    <a:pt x="74146" y="84496"/>
                    <a:pt x="73472" y="84804"/>
                  </a:cubicBezTo>
                  <a:lnTo>
                    <a:pt x="73528" y="85422"/>
                  </a:lnTo>
                  <a:cubicBezTo>
                    <a:pt x="73384" y="85526"/>
                    <a:pt x="73224" y="85567"/>
                    <a:pt x="73050" y="85567"/>
                  </a:cubicBezTo>
                  <a:cubicBezTo>
                    <a:pt x="72389" y="85567"/>
                    <a:pt x="71538" y="84972"/>
                    <a:pt x="70683" y="84972"/>
                  </a:cubicBezTo>
                  <a:cubicBezTo>
                    <a:pt x="70668" y="84972"/>
                    <a:pt x="70652" y="84972"/>
                    <a:pt x="70637" y="84973"/>
                  </a:cubicBezTo>
                  <a:cubicBezTo>
                    <a:pt x="70676" y="84868"/>
                    <a:pt x="70758" y="84825"/>
                    <a:pt x="70853" y="84825"/>
                  </a:cubicBezTo>
                  <a:cubicBezTo>
                    <a:pt x="70964" y="84825"/>
                    <a:pt x="71093" y="84883"/>
                    <a:pt x="71198" y="84973"/>
                  </a:cubicBezTo>
                  <a:cubicBezTo>
                    <a:pt x="70886" y="84619"/>
                    <a:pt x="70557" y="84497"/>
                    <a:pt x="70221" y="84497"/>
                  </a:cubicBezTo>
                  <a:cubicBezTo>
                    <a:pt x="69464" y="84497"/>
                    <a:pt x="68670" y="85119"/>
                    <a:pt x="67958" y="85119"/>
                  </a:cubicBezTo>
                  <a:cubicBezTo>
                    <a:pt x="67707" y="85119"/>
                    <a:pt x="67466" y="85042"/>
                    <a:pt x="67240" y="84832"/>
                  </a:cubicBezTo>
                  <a:cubicBezTo>
                    <a:pt x="67140" y="84907"/>
                    <a:pt x="67024" y="84943"/>
                    <a:pt x="66912" y="84943"/>
                  </a:cubicBezTo>
                  <a:cubicBezTo>
                    <a:pt x="66769" y="84943"/>
                    <a:pt x="66632" y="84886"/>
                    <a:pt x="66538" y="84776"/>
                  </a:cubicBezTo>
                  <a:cubicBezTo>
                    <a:pt x="66538" y="84776"/>
                    <a:pt x="66566" y="84776"/>
                    <a:pt x="66594" y="84748"/>
                  </a:cubicBezTo>
                  <a:lnTo>
                    <a:pt x="66482" y="84748"/>
                  </a:lnTo>
                  <a:cubicBezTo>
                    <a:pt x="66341" y="84636"/>
                    <a:pt x="66229" y="84496"/>
                    <a:pt x="66089" y="84411"/>
                  </a:cubicBezTo>
                  <a:lnTo>
                    <a:pt x="66089" y="84411"/>
                  </a:lnTo>
                  <a:cubicBezTo>
                    <a:pt x="66173" y="84524"/>
                    <a:pt x="66285" y="84664"/>
                    <a:pt x="66426" y="84748"/>
                  </a:cubicBezTo>
                  <a:cubicBezTo>
                    <a:pt x="66089" y="84776"/>
                    <a:pt x="65780" y="84832"/>
                    <a:pt x="65499" y="84945"/>
                  </a:cubicBezTo>
                  <a:lnTo>
                    <a:pt x="65387" y="84243"/>
                  </a:lnTo>
                  <a:lnTo>
                    <a:pt x="65331" y="84243"/>
                  </a:lnTo>
                  <a:cubicBezTo>
                    <a:pt x="65275" y="84193"/>
                    <a:pt x="65230" y="84170"/>
                    <a:pt x="65194" y="84170"/>
                  </a:cubicBezTo>
                  <a:cubicBezTo>
                    <a:pt x="65026" y="84170"/>
                    <a:pt x="65047" y="84642"/>
                    <a:pt x="65162" y="85057"/>
                  </a:cubicBezTo>
                  <a:cubicBezTo>
                    <a:pt x="64994" y="85169"/>
                    <a:pt x="64825" y="85282"/>
                    <a:pt x="64713" y="85450"/>
                  </a:cubicBezTo>
                  <a:cubicBezTo>
                    <a:pt x="64646" y="85069"/>
                    <a:pt x="64518" y="84979"/>
                    <a:pt x="64369" y="84979"/>
                  </a:cubicBezTo>
                  <a:cubicBezTo>
                    <a:pt x="64236" y="84979"/>
                    <a:pt x="64085" y="85052"/>
                    <a:pt x="63947" y="85052"/>
                  </a:cubicBezTo>
                  <a:cubicBezTo>
                    <a:pt x="63786" y="85052"/>
                    <a:pt x="63642" y="84953"/>
                    <a:pt x="63562" y="84524"/>
                  </a:cubicBezTo>
                  <a:cubicBezTo>
                    <a:pt x="63302" y="85043"/>
                    <a:pt x="62128" y="84793"/>
                    <a:pt x="61665" y="85666"/>
                  </a:cubicBezTo>
                  <a:lnTo>
                    <a:pt x="61665" y="85666"/>
                  </a:lnTo>
                  <a:cubicBezTo>
                    <a:pt x="61431" y="85539"/>
                    <a:pt x="61230" y="85415"/>
                    <a:pt x="61002" y="85415"/>
                  </a:cubicBezTo>
                  <a:cubicBezTo>
                    <a:pt x="60883" y="85415"/>
                    <a:pt x="60757" y="85449"/>
                    <a:pt x="60614" y="85534"/>
                  </a:cubicBezTo>
                  <a:lnTo>
                    <a:pt x="60670" y="84664"/>
                  </a:lnTo>
                  <a:lnTo>
                    <a:pt x="60670" y="84664"/>
                  </a:lnTo>
                  <a:cubicBezTo>
                    <a:pt x="60333" y="85001"/>
                    <a:pt x="59997" y="85310"/>
                    <a:pt x="59632" y="85619"/>
                  </a:cubicBezTo>
                  <a:cubicBezTo>
                    <a:pt x="59323" y="84973"/>
                    <a:pt x="59267" y="84636"/>
                    <a:pt x="59856" y="84131"/>
                  </a:cubicBezTo>
                  <a:lnTo>
                    <a:pt x="59856" y="84131"/>
                  </a:lnTo>
                  <a:cubicBezTo>
                    <a:pt x="59519" y="84355"/>
                    <a:pt x="59154" y="84468"/>
                    <a:pt x="58761" y="84524"/>
                  </a:cubicBezTo>
                  <a:cubicBezTo>
                    <a:pt x="58396" y="84580"/>
                    <a:pt x="58031" y="84692"/>
                    <a:pt x="57722" y="84861"/>
                  </a:cubicBezTo>
                  <a:lnTo>
                    <a:pt x="57975" y="84383"/>
                  </a:lnTo>
                  <a:cubicBezTo>
                    <a:pt x="57915" y="84376"/>
                    <a:pt x="57855" y="84372"/>
                    <a:pt x="57795" y="84372"/>
                  </a:cubicBezTo>
                  <a:cubicBezTo>
                    <a:pt x="57632" y="84372"/>
                    <a:pt x="57473" y="84398"/>
                    <a:pt x="57329" y="84439"/>
                  </a:cubicBezTo>
                  <a:cubicBezTo>
                    <a:pt x="57276" y="84453"/>
                    <a:pt x="57225" y="84460"/>
                    <a:pt x="57177" y="84460"/>
                  </a:cubicBezTo>
                  <a:cubicBezTo>
                    <a:pt x="57023" y="84460"/>
                    <a:pt x="56908" y="84386"/>
                    <a:pt x="56908" y="84215"/>
                  </a:cubicBezTo>
                  <a:cubicBezTo>
                    <a:pt x="56824" y="83569"/>
                    <a:pt x="56150" y="83148"/>
                    <a:pt x="55392" y="82474"/>
                  </a:cubicBezTo>
                  <a:cubicBezTo>
                    <a:pt x="54634" y="81800"/>
                    <a:pt x="53820" y="80902"/>
                    <a:pt x="53624" y="79863"/>
                  </a:cubicBezTo>
                  <a:cubicBezTo>
                    <a:pt x="53404" y="80144"/>
                    <a:pt x="53280" y="80249"/>
                    <a:pt x="53210" y="80249"/>
                  </a:cubicBezTo>
                  <a:cubicBezTo>
                    <a:pt x="53118" y="80249"/>
                    <a:pt x="53118" y="80070"/>
                    <a:pt x="53118" y="79863"/>
                  </a:cubicBezTo>
                  <a:cubicBezTo>
                    <a:pt x="53139" y="79592"/>
                    <a:pt x="53144" y="79291"/>
                    <a:pt x="52928" y="79291"/>
                  </a:cubicBezTo>
                  <a:cubicBezTo>
                    <a:pt x="52853" y="79291"/>
                    <a:pt x="52750" y="79327"/>
                    <a:pt x="52613" y="79414"/>
                  </a:cubicBezTo>
                  <a:cubicBezTo>
                    <a:pt x="52847" y="79102"/>
                    <a:pt x="52888" y="78790"/>
                    <a:pt x="53250" y="78790"/>
                  </a:cubicBezTo>
                  <a:cubicBezTo>
                    <a:pt x="53278" y="78790"/>
                    <a:pt x="53309" y="78792"/>
                    <a:pt x="53343" y="78796"/>
                  </a:cubicBezTo>
                  <a:cubicBezTo>
                    <a:pt x="52444" y="78207"/>
                    <a:pt x="52978" y="77224"/>
                    <a:pt x="51714" y="77196"/>
                  </a:cubicBezTo>
                  <a:cubicBezTo>
                    <a:pt x="51967" y="76887"/>
                    <a:pt x="52304" y="77084"/>
                    <a:pt x="52444" y="76859"/>
                  </a:cubicBezTo>
                  <a:cubicBezTo>
                    <a:pt x="52332" y="76831"/>
                    <a:pt x="51967" y="76747"/>
                    <a:pt x="52108" y="76550"/>
                  </a:cubicBezTo>
                  <a:cubicBezTo>
                    <a:pt x="52160" y="76466"/>
                    <a:pt x="52225" y="76437"/>
                    <a:pt x="52298" y="76437"/>
                  </a:cubicBezTo>
                  <a:cubicBezTo>
                    <a:pt x="52417" y="76437"/>
                    <a:pt x="52557" y="76515"/>
                    <a:pt x="52697" y="76550"/>
                  </a:cubicBezTo>
                  <a:cubicBezTo>
                    <a:pt x="52455" y="76210"/>
                    <a:pt x="52145" y="76080"/>
                    <a:pt x="51796" y="76080"/>
                  </a:cubicBezTo>
                  <a:cubicBezTo>
                    <a:pt x="51253" y="76080"/>
                    <a:pt x="50617" y="76394"/>
                    <a:pt x="50002" y="76719"/>
                  </a:cubicBezTo>
                  <a:cubicBezTo>
                    <a:pt x="50154" y="76059"/>
                    <a:pt x="49985" y="75812"/>
                    <a:pt x="49330" y="75812"/>
                  </a:cubicBezTo>
                  <a:cubicBezTo>
                    <a:pt x="49260" y="75812"/>
                    <a:pt x="49185" y="75815"/>
                    <a:pt x="49104" y="75820"/>
                  </a:cubicBezTo>
                  <a:cubicBezTo>
                    <a:pt x="49258" y="75569"/>
                    <a:pt x="49373" y="75264"/>
                    <a:pt x="49586" y="75264"/>
                  </a:cubicBezTo>
                  <a:cubicBezTo>
                    <a:pt x="49681" y="75264"/>
                    <a:pt x="49797" y="75326"/>
                    <a:pt x="49946" y="75484"/>
                  </a:cubicBezTo>
                  <a:cubicBezTo>
                    <a:pt x="49793" y="75179"/>
                    <a:pt x="49274" y="73544"/>
                    <a:pt x="48595" y="73544"/>
                  </a:cubicBezTo>
                  <a:cubicBezTo>
                    <a:pt x="48523" y="73544"/>
                    <a:pt x="48449" y="73562"/>
                    <a:pt x="48374" y="73603"/>
                  </a:cubicBezTo>
                  <a:cubicBezTo>
                    <a:pt x="48486" y="73378"/>
                    <a:pt x="48121" y="73097"/>
                    <a:pt x="47981" y="73069"/>
                  </a:cubicBezTo>
                  <a:cubicBezTo>
                    <a:pt x="47756" y="72508"/>
                    <a:pt x="47447" y="71974"/>
                    <a:pt x="47082" y="71497"/>
                  </a:cubicBezTo>
                  <a:lnTo>
                    <a:pt x="47082" y="71778"/>
                  </a:lnTo>
                  <a:cubicBezTo>
                    <a:pt x="46915" y="71819"/>
                    <a:pt x="46785" y="71838"/>
                    <a:pt x="46683" y="71838"/>
                  </a:cubicBezTo>
                  <a:cubicBezTo>
                    <a:pt x="46095" y="71838"/>
                    <a:pt x="46422" y="71221"/>
                    <a:pt x="46015" y="70767"/>
                  </a:cubicBezTo>
                  <a:lnTo>
                    <a:pt x="46128" y="70739"/>
                  </a:lnTo>
                  <a:cubicBezTo>
                    <a:pt x="45959" y="68970"/>
                    <a:pt x="45454" y="70346"/>
                    <a:pt x="45370" y="68521"/>
                  </a:cubicBezTo>
                  <a:lnTo>
                    <a:pt x="44836" y="68970"/>
                  </a:lnTo>
                  <a:cubicBezTo>
                    <a:pt x="44684" y="69043"/>
                    <a:pt x="44567" y="69076"/>
                    <a:pt x="44479" y="69076"/>
                  </a:cubicBezTo>
                  <a:cubicBezTo>
                    <a:pt x="43819" y="69076"/>
                    <a:pt x="44723" y="67261"/>
                    <a:pt x="43882" y="66865"/>
                  </a:cubicBezTo>
                  <a:lnTo>
                    <a:pt x="43882" y="66865"/>
                  </a:lnTo>
                  <a:lnTo>
                    <a:pt x="43741" y="67342"/>
                  </a:lnTo>
                  <a:cubicBezTo>
                    <a:pt x="43039" y="67173"/>
                    <a:pt x="44668" y="65124"/>
                    <a:pt x="44555" y="64591"/>
                  </a:cubicBezTo>
                  <a:cubicBezTo>
                    <a:pt x="44570" y="64546"/>
                    <a:pt x="44597" y="64529"/>
                    <a:pt x="44631" y="64529"/>
                  </a:cubicBezTo>
                  <a:cubicBezTo>
                    <a:pt x="44724" y="64529"/>
                    <a:pt x="44873" y="64662"/>
                    <a:pt x="44977" y="64703"/>
                  </a:cubicBezTo>
                  <a:cubicBezTo>
                    <a:pt x="44994" y="64224"/>
                    <a:pt x="44920" y="64075"/>
                    <a:pt x="44788" y="64075"/>
                  </a:cubicBezTo>
                  <a:cubicBezTo>
                    <a:pt x="44571" y="64075"/>
                    <a:pt x="44198" y="64486"/>
                    <a:pt x="43829" y="64486"/>
                  </a:cubicBezTo>
                  <a:cubicBezTo>
                    <a:pt x="43704" y="64486"/>
                    <a:pt x="43579" y="64438"/>
                    <a:pt x="43461" y="64310"/>
                  </a:cubicBezTo>
                  <a:cubicBezTo>
                    <a:pt x="43769" y="63917"/>
                    <a:pt x="44612" y="63861"/>
                    <a:pt x="44331" y="63243"/>
                  </a:cubicBezTo>
                  <a:cubicBezTo>
                    <a:pt x="44499" y="62766"/>
                    <a:pt x="42029" y="62457"/>
                    <a:pt x="42338" y="61194"/>
                  </a:cubicBezTo>
                  <a:lnTo>
                    <a:pt x="42338" y="61194"/>
                  </a:lnTo>
                  <a:cubicBezTo>
                    <a:pt x="42165" y="61474"/>
                    <a:pt x="42009" y="61755"/>
                    <a:pt x="41729" y="61755"/>
                  </a:cubicBezTo>
                  <a:cubicBezTo>
                    <a:pt x="41645" y="61755"/>
                    <a:pt x="41550" y="61729"/>
                    <a:pt x="41439" y="61671"/>
                  </a:cubicBezTo>
                  <a:cubicBezTo>
                    <a:pt x="40973" y="61177"/>
                    <a:pt x="41606" y="59422"/>
                    <a:pt x="40402" y="59422"/>
                  </a:cubicBezTo>
                  <a:cubicBezTo>
                    <a:pt x="40375" y="59422"/>
                    <a:pt x="40346" y="59423"/>
                    <a:pt x="40316" y="59425"/>
                  </a:cubicBezTo>
                  <a:cubicBezTo>
                    <a:pt x="40344" y="59313"/>
                    <a:pt x="40400" y="59228"/>
                    <a:pt x="40485" y="59172"/>
                  </a:cubicBezTo>
                  <a:cubicBezTo>
                    <a:pt x="39967" y="58872"/>
                    <a:pt x="39211" y="57991"/>
                    <a:pt x="38525" y="57991"/>
                  </a:cubicBezTo>
                  <a:cubicBezTo>
                    <a:pt x="38504" y="57991"/>
                    <a:pt x="38484" y="57991"/>
                    <a:pt x="38463" y="57993"/>
                  </a:cubicBezTo>
                  <a:cubicBezTo>
                    <a:pt x="40176" y="56365"/>
                    <a:pt x="35740" y="55775"/>
                    <a:pt x="37593" y="54652"/>
                  </a:cubicBezTo>
                  <a:lnTo>
                    <a:pt x="36638" y="53333"/>
                  </a:lnTo>
                  <a:lnTo>
                    <a:pt x="36835" y="53248"/>
                  </a:lnTo>
                  <a:cubicBezTo>
                    <a:pt x="36414" y="52294"/>
                    <a:pt x="35768" y="52238"/>
                    <a:pt x="35150" y="52210"/>
                  </a:cubicBezTo>
                  <a:cubicBezTo>
                    <a:pt x="35150" y="51929"/>
                    <a:pt x="35403" y="51957"/>
                    <a:pt x="35487" y="51929"/>
                  </a:cubicBezTo>
                  <a:cubicBezTo>
                    <a:pt x="35066" y="50385"/>
                    <a:pt x="34898" y="50301"/>
                    <a:pt x="33326" y="49767"/>
                  </a:cubicBezTo>
                  <a:lnTo>
                    <a:pt x="33831" y="49290"/>
                  </a:lnTo>
                  <a:cubicBezTo>
                    <a:pt x="33298" y="49206"/>
                    <a:pt x="33606" y="46847"/>
                    <a:pt x="32118" y="46005"/>
                  </a:cubicBezTo>
                  <a:cubicBezTo>
                    <a:pt x="32184" y="45972"/>
                    <a:pt x="32250" y="45959"/>
                    <a:pt x="32321" y="45959"/>
                  </a:cubicBezTo>
                  <a:cubicBezTo>
                    <a:pt x="32372" y="45959"/>
                    <a:pt x="32425" y="45965"/>
                    <a:pt x="32483" y="45977"/>
                  </a:cubicBezTo>
                  <a:cubicBezTo>
                    <a:pt x="31049" y="45071"/>
                    <a:pt x="31780" y="42204"/>
                    <a:pt x="30169" y="42204"/>
                  </a:cubicBezTo>
                  <a:cubicBezTo>
                    <a:pt x="29982" y="42204"/>
                    <a:pt x="29764" y="42243"/>
                    <a:pt x="29507" y="42327"/>
                  </a:cubicBezTo>
                  <a:lnTo>
                    <a:pt x="28384" y="41710"/>
                  </a:lnTo>
                  <a:lnTo>
                    <a:pt x="28384" y="41710"/>
                  </a:lnTo>
                  <a:cubicBezTo>
                    <a:pt x="28974" y="43029"/>
                    <a:pt x="27346" y="42103"/>
                    <a:pt x="27290" y="42833"/>
                  </a:cubicBezTo>
                  <a:cubicBezTo>
                    <a:pt x="26941" y="42484"/>
                    <a:pt x="27092" y="41578"/>
                    <a:pt x="27425" y="41578"/>
                  </a:cubicBezTo>
                  <a:cubicBezTo>
                    <a:pt x="27495" y="41578"/>
                    <a:pt x="27572" y="41618"/>
                    <a:pt x="27655" y="41710"/>
                  </a:cubicBezTo>
                  <a:lnTo>
                    <a:pt x="27598" y="41850"/>
                  </a:lnTo>
                  <a:cubicBezTo>
                    <a:pt x="28862" y="41373"/>
                    <a:pt x="27065" y="40109"/>
                    <a:pt x="27851" y="39660"/>
                  </a:cubicBezTo>
                  <a:cubicBezTo>
                    <a:pt x="26307" y="37274"/>
                    <a:pt x="25465" y="34551"/>
                    <a:pt x="24117" y="32248"/>
                  </a:cubicBezTo>
                  <a:lnTo>
                    <a:pt x="23415" y="33035"/>
                  </a:lnTo>
                  <a:lnTo>
                    <a:pt x="22966" y="32220"/>
                  </a:lnTo>
                  <a:cubicBezTo>
                    <a:pt x="23018" y="32013"/>
                    <a:pt x="23197" y="31796"/>
                    <a:pt x="23406" y="31796"/>
                  </a:cubicBezTo>
                  <a:cubicBezTo>
                    <a:pt x="23536" y="31796"/>
                    <a:pt x="23679" y="31881"/>
                    <a:pt x="23808" y="32108"/>
                  </a:cubicBezTo>
                  <a:cubicBezTo>
                    <a:pt x="24048" y="31650"/>
                    <a:pt x="23304" y="31480"/>
                    <a:pt x="22868" y="31480"/>
                  </a:cubicBezTo>
                  <a:cubicBezTo>
                    <a:pt x="22744" y="31480"/>
                    <a:pt x="22645" y="31494"/>
                    <a:pt x="22601" y="31519"/>
                  </a:cubicBezTo>
                  <a:cubicBezTo>
                    <a:pt x="22468" y="30998"/>
                    <a:pt x="22641" y="30858"/>
                    <a:pt x="22887" y="30858"/>
                  </a:cubicBezTo>
                  <a:cubicBezTo>
                    <a:pt x="23176" y="30858"/>
                    <a:pt x="23566" y="31051"/>
                    <a:pt x="23680" y="31051"/>
                  </a:cubicBezTo>
                  <a:cubicBezTo>
                    <a:pt x="23715" y="31051"/>
                    <a:pt x="23724" y="31033"/>
                    <a:pt x="23696" y="30985"/>
                  </a:cubicBezTo>
                  <a:lnTo>
                    <a:pt x="23331" y="30564"/>
                  </a:lnTo>
                  <a:lnTo>
                    <a:pt x="23303" y="30732"/>
                  </a:lnTo>
                  <a:cubicBezTo>
                    <a:pt x="22713" y="30564"/>
                    <a:pt x="22320" y="30789"/>
                    <a:pt x="21955" y="30087"/>
                  </a:cubicBezTo>
                  <a:cubicBezTo>
                    <a:pt x="21871" y="29525"/>
                    <a:pt x="22348" y="29525"/>
                    <a:pt x="22292" y="29329"/>
                  </a:cubicBezTo>
                  <a:cubicBezTo>
                    <a:pt x="22348" y="29301"/>
                    <a:pt x="22348" y="29216"/>
                    <a:pt x="22152" y="29048"/>
                  </a:cubicBezTo>
                  <a:lnTo>
                    <a:pt x="21618" y="28009"/>
                  </a:lnTo>
                  <a:lnTo>
                    <a:pt x="21169" y="28823"/>
                  </a:lnTo>
                  <a:cubicBezTo>
                    <a:pt x="20783" y="28683"/>
                    <a:pt x="20660" y="28345"/>
                    <a:pt x="20499" y="28345"/>
                  </a:cubicBezTo>
                  <a:cubicBezTo>
                    <a:pt x="20406" y="28345"/>
                    <a:pt x="20300" y="28457"/>
                    <a:pt x="20123" y="28785"/>
                  </a:cubicBezTo>
                  <a:lnTo>
                    <a:pt x="20123" y="28785"/>
                  </a:lnTo>
                  <a:cubicBezTo>
                    <a:pt x="20841" y="27374"/>
                    <a:pt x="18251" y="24859"/>
                    <a:pt x="18362" y="24219"/>
                  </a:cubicBezTo>
                  <a:cubicBezTo>
                    <a:pt x="17491" y="23910"/>
                    <a:pt x="17127" y="23293"/>
                    <a:pt x="16705" y="22507"/>
                  </a:cubicBezTo>
                  <a:cubicBezTo>
                    <a:pt x="16687" y="22688"/>
                    <a:pt x="16388" y="22998"/>
                    <a:pt x="16095" y="22998"/>
                  </a:cubicBezTo>
                  <a:cubicBezTo>
                    <a:pt x="15934" y="22998"/>
                    <a:pt x="15776" y="22905"/>
                    <a:pt x="15667" y="22647"/>
                  </a:cubicBezTo>
                  <a:cubicBezTo>
                    <a:pt x="17361" y="21936"/>
                    <a:pt x="15703" y="21093"/>
                    <a:pt x="16391" y="19909"/>
                  </a:cubicBezTo>
                  <a:lnTo>
                    <a:pt x="16391" y="19909"/>
                  </a:lnTo>
                  <a:cubicBezTo>
                    <a:pt x="16334" y="19981"/>
                    <a:pt x="16272" y="20012"/>
                    <a:pt x="16206" y="20012"/>
                  </a:cubicBezTo>
                  <a:cubicBezTo>
                    <a:pt x="15839" y="20012"/>
                    <a:pt x="15356" y="19057"/>
                    <a:pt x="14918" y="19057"/>
                  </a:cubicBezTo>
                  <a:cubicBezTo>
                    <a:pt x="14767" y="19057"/>
                    <a:pt x="14621" y="19170"/>
                    <a:pt x="14488" y="19474"/>
                  </a:cubicBezTo>
                  <a:cubicBezTo>
                    <a:pt x="14291" y="18857"/>
                    <a:pt x="15077" y="19081"/>
                    <a:pt x="15189" y="18436"/>
                  </a:cubicBezTo>
                  <a:cubicBezTo>
                    <a:pt x="13786" y="17509"/>
                    <a:pt x="13842" y="15319"/>
                    <a:pt x="12635" y="13859"/>
                  </a:cubicBezTo>
                  <a:cubicBezTo>
                    <a:pt x="12440" y="13957"/>
                    <a:pt x="12287" y="14308"/>
                    <a:pt x="11921" y="14308"/>
                  </a:cubicBezTo>
                  <a:cubicBezTo>
                    <a:pt x="11865" y="14308"/>
                    <a:pt x="11803" y="14299"/>
                    <a:pt x="11736" y="14281"/>
                  </a:cubicBezTo>
                  <a:lnTo>
                    <a:pt x="12270" y="12793"/>
                  </a:lnTo>
                  <a:cubicBezTo>
                    <a:pt x="12215" y="12748"/>
                    <a:pt x="12137" y="12733"/>
                    <a:pt x="12047" y="12733"/>
                  </a:cubicBezTo>
                  <a:cubicBezTo>
                    <a:pt x="11859" y="12733"/>
                    <a:pt x="11618" y="12798"/>
                    <a:pt x="11435" y="12798"/>
                  </a:cubicBezTo>
                  <a:cubicBezTo>
                    <a:pt x="11204" y="12798"/>
                    <a:pt x="11063" y="12696"/>
                    <a:pt x="11231" y="12231"/>
                  </a:cubicBezTo>
                  <a:lnTo>
                    <a:pt x="11231" y="12231"/>
                  </a:lnTo>
                  <a:cubicBezTo>
                    <a:pt x="11141" y="12365"/>
                    <a:pt x="10998" y="12589"/>
                    <a:pt x="10845" y="12589"/>
                  </a:cubicBezTo>
                  <a:cubicBezTo>
                    <a:pt x="10805" y="12589"/>
                    <a:pt x="10765" y="12574"/>
                    <a:pt x="10726" y="12540"/>
                  </a:cubicBezTo>
                  <a:cubicBezTo>
                    <a:pt x="9855" y="8778"/>
                    <a:pt x="5981" y="6672"/>
                    <a:pt x="5925" y="2293"/>
                  </a:cubicBezTo>
                  <a:cubicBezTo>
                    <a:pt x="5860" y="2602"/>
                    <a:pt x="5784" y="2716"/>
                    <a:pt x="5698" y="2716"/>
                  </a:cubicBezTo>
                  <a:cubicBezTo>
                    <a:pt x="5598" y="2716"/>
                    <a:pt x="5485" y="2559"/>
                    <a:pt x="5363" y="2377"/>
                  </a:cubicBezTo>
                  <a:lnTo>
                    <a:pt x="5363" y="2377"/>
                  </a:lnTo>
                  <a:cubicBezTo>
                    <a:pt x="5391" y="2658"/>
                    <a:pt x="4830" y="2714"/>
                    <a:pt x="4577" y="2910"/>
                  </a:cubicBezTo>
                  <a:lnTo>
                    <a:pt x="4549" y="1114"/>
                  </a:lnTo>
                  <a:cubicBezTo>
                    <a:pt x="4487" y="1128"/>
                    <a:pt x="4429" y="1135"/>
                    <a:pt x="4375" y="1135"/>
                  </a:cubicBezTo>
                  <a:cubicBezTo>
                    <a:pt x="3673" y="1135"/>
                    <a:pt x="3579" y="1"/>
                    <a:pt x="2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9"/>
            <p:cNvSpPr/>
            <p:nvPr/>
          </p:nvSpPr>
          <p:spPr>
            <a:xfrm>
              <a:off x="3014425" y="4916775"/>
              <a:ext cx="7050" cy="7050"/>
            </a:xfrm>
            <a:custGeom>
              <a:rect b="b" l="l" r="r" t="t"/>
              <a:pathLst>
                <a:path extrusionOk="0" h="282" w="282">
                  <a:moveTo>
                    <a:pt x="281" y="0"/>
                  </a:moveTo>
                  <a:cubicBezTo>
                    <a:pt x="141" y="0"/>
                    <a:pt x="28" y="56"/>
                    <a:pt x="0" y="281"/>
                  </a:cubicBezTo>
                  <a:cubicBezTo>
                    <a:pt x="85" y="169"/>
                    <a:pt x="169" y="85"/>
                    <a:pt x="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9"/>
            <p:cNvSpPr/>
            <p:nvPr/>
          </p:nvSpPr>
          <p:spPr>
            <a:xfrm>
              <a:off x="2570150" y="4280175"/>
              <a:ext cx="3525" cy="725"/>
            </a:xfrm>
            <a:custGeom>
              <a:rect b="b" l="l" r="r" t="t"/>
              <a:pathLst>
                <a:path extrusionOk="0" h="29" w="141">
                  <a:moveTo>
                    <a:pt x="141" y="1"/>
                  </a:moveTo>
                  <a:cubicBezTo>
                    <a:pt x="84" y="1"/>
                    <a:pt x="56" y="1"/>
                    <a:pt x="0" y="29"/>
                  </a:cubicBezTo>
                  <a:lnTo>
                    <a:pt x="141" y="29"/>
                  </a:lnTo>
                  <a:cubicBezTo>
                    <a:pt x="141" y="29"/>
                    <a:pt x="141" y="1"/>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9"/>
            <p:cNvSpPr/>
            <p:nvPr/>
          </p:nvSpPr>
          <p:spPr>
            <a:xfrm>
              <a:off x="3757000" y="5238925"/>
              <a:ext cx="9850" cy="9150"/>
            </a:xfrm>
            <a:custGeom>
              <a:rect b="b" l="l" r="r" t="t"/>
              <a:pathLst>
                <a:path extrusionOk="0" h="366" w="394">
                  <a:moveTo>
                    <a:pt x="0" y="1"/>
                  </a:moveTo>
                  <a:cubicBezTo>
                    <a:pt x="0" y="169"/>
                    <a:pt x="85" y="309"/>
                    <a:pt x="393" y="366"/>
                  </a:cubicBezTo>
                  <a:cubicBezTo>
                    <a:pt x="225" y="281"/>
                    <a:pt x="85" y="14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9"/>
            <p:cNvSpPr/>
            <p:nvPr/>
          </p:nvSpPr>
          <p:spPr>
            <a:xfrm>
              <a:off x="4227250" y="5044500"/>
              <a:ext cx="14050" cy="9850"/>
            </a:xfrm>
            <a:custGeom>
              <a:rect b="b" l="l" r="r" t="t"/>
              <a:pathLst>
                <a:path extrusionOk="0" h="394" w="562">
                  <a:moveTo>
                    <a:pt x="562" y="1"/>
                  </a:moveTo>
                  <a:cubicBezTo>
                    <a:pt x="550" y="5"/>
                    <a:pt x="539" y="10"/>
                    <a:pt x="530" y="15"/>
                  </a:cubicBezTo>
                  <a:lnTo>
                    <a:pt x="530" y="15"/>
                  </a:lnTo>
                  <a:lnTo>
                    <a:pt x="562" y="1"/>
                  </a:lnTo>
                  <a:close/>
                  <a:moveTo>
                    <a:pt x="530" y="15"/>
                  </a:moveTo>
                  <a:lnTo>
                    <a:pt x="0" y="254"/>
                  </a:lnTo>
                  <a:cubicBezTo>
                    <a:pt x="51" y="239"/>
                    <a:pt x="104" y="232"/>
                    <a:pt x="156" y="232"/>
                  </a:cubicBezTo>
                  <a:cubicBezTo>
                    <a:pt x="307" y="232"/>
                    <a:pt x="458" y="290"/>
                    <a:pt x="562" y="394"/>
                  </a:cubicBezTo>
                  <a:cubicBezTo>
                    <a:pt x="536" y="264"/>
                    <a:pt x="413" y="85"/>
                    <a:pt x="530" y="1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9"/>
            <p:cNvSpPr/>
            <p:nvPr/>
          </p:nvSpPr>
          <p:spPr>
            <a:xfrm>
              <a:off x="4373925" y="5119600"/>
              <a:ext cx="16175" cy="10575"/>
            </a:xfrm>
            <a:custGeom>
              <a:rect b="b" l="l" r="r" t="t"/>
              <a:pathLst>
                <a:path extrusionOk="0" h="423" w="647">
                  <a:moveTo>
                    <a:pt x="591" y="1"/>
                  </a:moveTo>
                  <a:cubicBezTo>
                    <a:pt x="226" y="57"/>
                    <a:pt x="1" y="366"/>
                    <a:pt x="394" y="422"/>
                  </a:cubicBezTo>
                  <a:cubicBezTo>
                    <a:pt x="478" y="338"/>
                    <a:pt x="591" y="394"/>
                    <a:pt x="647" y="310"/>
                  </a:cubicBezTo>
                  <a:lnTo>
                    <a:pt x="5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9"/>
            <p:cNvSpPr/>
            <p:nvPr/>
          </p:nvSpPr>
          <p:spPr>
            <a:xfrm>
              <a:off x="4262350" y="5090350"/>
              <a:ext cx="21775" cy="16950"/>
            </a:xfrm>
            <a:custGeom>
              <a:rect b="b" l="l" r="r" t="t"/>
              <a:pathLst>
                <a:path extrusionOk="0" h="678" w="871">
                  <a:moveTo>
                    <a:pt x="579" y="1"/>
                  </a:moveTo>
                  <a:cubicBezTo>
                    <a:pt x="426" y="1"/>
                    <a:pt x="209" y="165"/>
                    <a:pt x="0" y="329"/>
                  </a:cubicBezTo>
                  <a:cubicBezTo>
                    <a:pt x="53" y="593"/>
                    <a:pt x="156" y="677"/>
                    <a:pt x="294" y="677"/>
                  </a:cubicBezTo>
                  <a:cubicBezTo>
                    <a:pt x="449" y="677"/>
                    <a:pt x="648" y="571"/>
                    <a:pt x="870" y="497"/>
                  </a:cubicBezTo>
                  <a:lnTo>
                    <a:pt x="786" y="497"/>
                  </a:lnTo>
                  <a:cubicBezTo>
                    <a:pt x="799" y="129"/>
                    <a:pt x="714" y="1"/>
                    <a:pt x="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9"/>
            <p:cNvSpPr/>
            <p:nvPr/>
          </p:nvSpPr>
          <p:spPr>
            <a:xfrm>
              <a:off x="4286200" y="5096650"/>
              <a:ext cx="9400" cy="5450"/>
            </a:xfrm>
            <a:custGeom>
              <a:rect b="b" l="l" r="r" t="t"/>
              <a:pathLst>
                <a:path extrusionOk="0" h="218" w="376">
                  <a:moveTo>
                    <a:pt x="329" y="0"/>
                  </a:moveTo>
                  <a:cubicBezTo>
                    <a:pt x="268" y="0"/>
                    <a:pt x="146" y="144"/>
                    <a:pt x="1" y="217"/>
                  </a:cubicBezTo>
                  <a:cubicBezTo>
                    <a:pt x="83" y="176"/>
                    <a:pt x="165" y="150"/>
                    <a:pt x="258" y="150"/>
                  </a:cubicBezTo>
                  <a:cubicBezTo>
                    <a:pt x="292" y="150"/>
                    <a:pt x="328" y="153"/>
                    <a:pt x="366" y="161"/>
                  </a:cubicBezTo>
                  <a:cubicBezTo>
                    <a:pt x="375" y="43"/>
                    <a:pt x="361" y="0"/>
                    <a:pt x="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9"/>
            <p:cNvSpPr/>
            <p:nvPr/>
          </p:nvSpPr>
          <p:spPr>
            <a:xfrm>
              <a:off x="4135875" y="5056575"/>
              <a:ext cx="21150" cy="19750"/>
            </a:xfrm>
            <a:custGeom>
              <a:rect b="b" l="l" r="r" t="t"/>
              <a:pathLst>
                <a:path extrusionOk="0" h="790" w="846">
                  <a:moveTo>
                    <a:pt x="770" y="0"/>
                  </a:moveTo>
                  <a:cubicBezTo>
                    <a:pt x="577" y="0"/>
                    <a:pt x="1" y="789"/>
                    <a:pt x="334" y="789"/>
                  </a:cubicBezTo>
                  <a:cubicBezTo>
                    <a:pt x="396" y="789"/>
                    <a:pt x="490" y="762"/>
                    <a:pt x="623" y="697"/>
                  </a:cubicBezTo>
                  <a:cubicBezTo>
                    <a:pt x="640" y="708"/>
                    <a:pt x="655" y="713"/>
                    <a:pt x="668" y="713"/>
                  </a:cubicBezTo>
                  <a:cubicBezTo>
                    <a:pt x="805" y="713"/>
                    <a:pt x="719" y="155"/>
                    <a:pt x="783" y="155"/>
                  </a:cubicBezTo>
                  <a:cubicBezTo>
                    <a:pt x="792" y="155"/>
                    <a:pt x="804" y="166"/>
                    <a:pt x="820" y="192"/>
                  </a:cubicBezTo>
                  <a:cubicBezTo>
                    <a:pt x="845" y="54"/>
                    <a:pt x="821" y="0"/>
                    <a:pt x="7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9"/>
            <p:cNvSpPr/>
            <p:nvPr/>
          </p:nvSpPr>
          <p:spPr>
            <a:xfrm>
              <a:off x="4266550" y="5127325"/>
              <a:ext cx="9850" cy="16875"/>
            </a:xfrm>
            <a:custGeom>
              <a:rect b="b" l="l" r="r" t="t"/>
              <a:pathLst>
                <a:path extrusionOk="0" h="675" w="394">
                  <a:moveTo>
                    <a:pt x="169" y="1"/>
                  </a:moveTo>
                  <a:lnTo>
                    <a:pt x="1" y="590"/>
                  </a:lnTo>
                  <a:lnTo>
                    <a:pt x="394" y="675"/>
                  </a:lnTo>
                  <a:lnTo>
                    <a:pt x="1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9"/>
            <p:cNvSpPr/>
            <p:nvPr/>
          </p:nvSpPr>
          <p:spPr>
            <a:xfrm>
              <a:off x="4191775" y="5137750"/>
              <a:ext cx="22150" cy="6450"/>
            </a:xfrm>
            <a:custGeom>
              <a:rect b="b" l="l" r="r" t="t"/>
              <a:pathLst>
                <a:path extrusionOk="0" h="258" w="886">
                  <a:moveTo>
                    <a:pt x="323" y="1"/>
                  </a:moveTo>
                  <a:cubicBezTo>
                    <a:pt x="132" y="1"/>
                    <a:pt x="1" y="24"/>
                    <a:pt x="16" y="145"/>
                  </a:cubicBezTo>
                  <a:lnTo>
                    <a:pt x="718" y="258"/>
                  </a:lnTo>
                  <a:cubicBezTo>
                    <a:pt x="718" y="145"/>
                    <a:pt x="774" y="61"/>
                    <a:pt x="886" y="5"/>
                  </a:cubicBezTo>
                  <a:lnTo>
                    <a:pt x="886" y="5"/>
                  </a:lnTo>
                  <a:cubicBezTo>
                    <a:pt x="832" y="8"/>
                    <a:pt x="777" y="10"/>
                    <a:pt x="723" y="10"/>
                  </a:cubicBezTo>
                  <a:cubicBezTo>
                    <a:pt x="581" y="10"/>
                    <a:pt x="441" y="1"/>
                    <a:pt x="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9"/>
            <p:cNvSpPr/>
            <p:nvPr/>
          </p:nvSpPr>
          <p:spPr>
            <a:xfrm>
              <a:off x="4213200" y="5133650"/>
              <a:ext cx="13375" cy="4225"/>
            </a:xfrm>
            <a:custGeom>
              <a:rect b="b" l="l" r="r" t="t"/>
              <a:pathLst>
                <a:path extrusionOk="0" h="169" w="535">
                  <a:moveTo>
                    <a:pt x="534" y="0"/>
                  </a:moveTo>
                  <a:cubicBezTo>
                    <a:pt x="338" y="29"/>
                    <a:pt x="169" y="85"/>
                    <a:pt x="1" y="169"/>
                  </a:cubicBezTo>
                  <a:cubicBezTo>
                    <a:pt x="197" y="169"/>
                    <a:pt x="394" y="113"/>
                    <a:pt x="5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9"/>
            <p:cNvSpPr/>
            <p:nvPr/>
          </p:nvSpPr>
          <p:spPr>
            <a:xfrm>
              <a:off x="4237075" y="5149100"/>
              <a:ext cx="17575" cy="3525"/>
            </a:xfrm>
            <a:custGeom>
              <a:rect b="b" l="l" r="r" t="t"/>
              <a:pathLst>
                <a:path extrusionOk="0" h="141" w="703">
                  <a:moveTo>
                    <a:pt x="478" y="0"/>
                  </a:moveTo>
                  <a:lnTo>
                    <a:pt x="0" y="28"/>
                  </a:lnTo>
                  <a:lnTo>
                    <a:pt x="702" y="140"/>
                  </a:lnTo>
                  <a:lnTo>
                    <a:pt x="4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9"/>
            <p:cNvSpPr/>
            <p:nvPr/>
          </p:nvSpPr>
          <p:spPr>
            <a:xfrm>
              <a:off x="3993150" y="5153300"/>
              <a:ext cx="22150" cy="14350"/>
            </a:xfrm>
            <a:custGeom>
              <a:rect b="b" l="l" r="r" t="t"/>
              <a:pathLst>
                <a:path extrusionOk="0" h="574" w="886">
                  <a:moveTo>
                    <a:pt x="745" y="1"/>
                  </a:moveTo>
                  <a:lnTo>
                    <a:pt x="44" y="253"/>
                  </a:lnTo>
                  <a:cubicBezTo>
                    <a:pt x="1" y="446"/>
                    <a:pt x="121" y="573"/>
                    <a:pt x="293" y="573"/>
                  </a:cubicBezTo>
                  <a:cubicBezTo>
                    <a:pt x="346" y="573"/>
                    <a:pt x="405" y="561"/>
                    <a:pt x="465" y="534"/>
                  </a:cubicBezTo>
                  <a:cubicBezTo>
                    <a:pt x="605" y="337"/>
                    <a:pt x="886" y="225"/>
                    <a:pt x="7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9"/>
            <p:cNvSpPr/>
            <p:nvPr/>
          </p:nvSpPr>
          <p:spPr>
            <a:xfrm>
              <a:off x="4062300" y="5184875"/>
              <a:ext cx="9150" cy="21800"/>
            </a:xfrm>
            <a:custGeom>
              <a:rect b="b" l="l" r="r" t="t"/>
              <a:pathLst>
                <a:path extrusionOk="0" h="872" w="366">
                  <a:moveTo>
                    <a:pt x="1" y="1"/>
                  </a:moveTo>
                  <a:lnTo>
                    <a:pt x="57" y="871"/>
                  </a:lnTo>
                  <a:lnTo>
                    <a:pt x="366" y="506"/>
                  </a:lnTo>
                  <a:cubicBezTo>
                    <a:pt x="141" y="366"/>
                    <a:pt x="113" y="22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9"/>
            <p:cNvSpPr/>
            <p:nvPr/>
          </p:nvSpPr>
          <p:spPr>
            <a:xfrm>
              <a:off x="3996000" y="5206650"/>
              <a:ext cx="38950" cy="16550"/>
            </a:xfrm>
            <a:custGeom>
              <a:rect b="b" l="l" r="r" t="t"/>
              <a:pathLst>
                <a:path extrusionOk="0" h="662" w="1558">
                  <a:moveTo>
                    <a:pt x="856" y="0"/>
                  </a:moveTo>
                  <a:lnTo>
                    <a:pt x="856" y="0"/>
                  </a:lnTo>
                  <a:cubicBezTo>
                    <a:pt x="805" y="228"/>
                    <a:pt x="0" y="662"/>
                    <a:pt x="545" y="662"/>
                  </a:cubicBezTo>
                  <a:cubicBezTo>
                    <a:pt x="604" y="662"/>
                    <a:pt x="679" y="657"/>
                    <a:pt x="772" y="646"/>
                  </a:cubicBezTo>
                  <a:cubicBezTo>
                    <a:pt x="828" y="393"/>
                    <a:pt x="1558" y="141"/>
                    <a:pt x="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9"/>
            <p:cNvSpPr/>
            <p:nvPr/>
          </p:nvSpPr>
          <p:spPr>
            <a:xfrm>
              <a:off x="3738050" y="5151900"/>
              <a:ext cx="4225" cy="35825"/>
            </a:xfrm>
            <a:custGeom>
              <a:rect b="b" l="l" r="r" t="t"/>
              <a:pathLst>
                <a:path extrusionOk="0" h="1433" w="169">
                  <a:moveTo>
                    <a:pt x="141" y="0"/>
                  </a:moveTo>
                  <a:lnTo>
                    <a:pt x="0" y="1432"/>
                  </a:lnTo>
                  <a:lnTo>
                    <a:pt x="169" y="1432"/>
                  </a:lnTo>
                  <a:lnTo>
                    <a:pt x="14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9"/>
            <p:cNvSpPr/>
            <p:nvPr/>
          </p:nvSpPr>
          <p:spPr>
            <a:xfrm>
              <a:off x="3481875" y="5238925"/>
              <a:ext cx="37225" cy="28625"/>
            </a:xfrm>
            <a:custGeom>
              <a:rect b="b" l="l" r="r" t="t"/>
              <a:pathLst>
                <a:path extrusionOk="0" h="1145" w="1489">
                  <a:moveTo>
                    <a:pt x="842" y="1"/>
                  </a:moveTo>
                  <a:lnTo>
                    <a:pt x="842" y="1"/>
                  </a:lnTo>
                  <a:cubicBezTo>
                    <a:pt x="309" y="309"/>
                    <a:pt x="0" y="85"/>
                    <a:pt x="197" y="1068"/>
                  </a:cubicBezTo>
                  <a:cubicBezTo>
                    <a:pt x="321" y="1122"/>
                    <a:pt x="416" y="1145"/>
                    <a:pt x="490" y="1145"/>
                  </a:cubicBezTo>
                  <a:cubicBezTo>
                    <a:pt x="864" y="1145"/>
                    <a:pt x="695" y="565"/>
                    <a:pt x="978" y="565"/>
                  </a:cubicBezTo>
                  <a:cubicBezTo>
                    <a:pt x="1044" y="565"/>
                    <a:pt x="1135" y="597"/>
                    <a:pt x="1263" y="674"/>
                  </a:cubicBezTo>
                  <a:cubicBezTo>
                    <a:pt x="1488" y="338"/>
                    <a:pt x="618" y="281"/>
                    <a:pt x="8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9"/>
            <p:cNvSpPr/>
            <p:nvPr/>
          </p:nvSpPr>
          <p:spPr>
            <a:xfrm>
              <a:off x="3503625" y="5234025"/>
              <a:ext cx="7050" cy="4925"/>
            </a:xfrm>
            <a:custGeom>
              <a:rect b="b" l="l" r="r" t="t"/>
              <a:pathLst>
                <a:path extrusionOk="0" h="197" w="282">
                  <a:moveTo>
                    <a:pt x="281" y="0"/>
                  </a:moveTo>
                  <a:cubicBezTo>
                    <a:pt x="169" y="56"/>
                    <a:pt x="57" y="112"/>
                    <a:pt x="0" y="197"/>
                  </a:cubicBezTo>
                  <a:cubicBezTo>
                    <a:pt x="85" y="141"/>
                    <a:pt x="169" y="56"/>
                    <a:pt x="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9"/>
            <p:cNvSpPr/>
            <p:nvPr/>
          </p:nvSpPr>
          <p:spPr>
            <a:xfrm>
              <a:off x="1972150" y="2955750"/>
              <a:ext cx="7050" cy="15475"/>
            </a:xfrm>
            <a:custGeom>
              <a:rect b="b" l="l" r="r" t="t"/>
              <a:pathLst>
                <a:path extrusionOk="0" h="619" w="282">
                  <a:moveTo>
                    <a:pt x="225" y="0"/>
                  </a:moveTo>
                  <a:lnTo>
                    <a:pt x="1" y="562"/>
                  </a:lnTo>
                  <a:lnTo>
                    <a:pt x="281" y="618"/>
                  </a:lnTo>
                  <a:lnTo>
                    <a:pt x="2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9"/>
            <p:cNvSpPr/>
            <p:nvPr/>
          </p:nvSpPr>
          <p:spPr>
            <a:xfrm>
              <a:off x="1937750" y="2947325"/>
              <a:ext cx="21800" cy="15475"/>
            </a:xfrm>
            <a:custGeom>
              <a:rect b="b" l="l" r="r" t="t"/>
              <a:pathLst>
                <a:path extrusionOk="0" h="619" w="872">
                  <a:moveTo>
                    <a:pt x="871" y="1"/>
                  </a:moveTo>
                  <a:lnTo>
                    <a:pt x="1" y="169"/>
                  </a:lnTo>
                  <a:cubicBezTo>
                    <a:pt x="113" y="253"/>
                    <a:pt x="310" y="422"/>
                    <a:pt x="169" y="618"/>
                  </a:cubicBezTo>
                  <a:lnTo>
                    <a:pt x="8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9"/>
            <p:cNvSpPr/>
            <p:nvPr/>
          </p:nvSpPr>
          <p:spPr>
            <a:xfrm>
              <a:off x="2795450" y="4673225"/>
              <a:ext cx="9150" cy="16175"/>
            </a:xfrm>
            <a:custGeom>
              <a:rect b="b" l="l" r="r" t="t"/>
              <a:pathLst>
                <a:path extrusionOk="0" h="647" w="366">
                  <a:moveTo>
                    <a:pt x="197" y="0"/>
                  </a:moveTo>
                  <a:lnTo>
                    <a:pt x="0" y="646"/>
                  </a:lnTo>
                  <a:lnTo>
                    <a:pt x="197" y="562"/>
                  </a:lnTo>
                  <a:cubicBezTo>
                    <a:pt x="365" y="365"/>
                    <a:pt x="309" y="253"/>
                    <a:pt x="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9"/>
            <p:cNvSpPr/>
            <p:nvPr/>
          </p:nvSpPr>
          <p:spPr>
            <a:xfrm>
              <a:off x="2709825" y="4505475"/>
              <a:ext cx="15450" cy="16175"/>
            </a:xfrm>
            <a:custGeom>
              <a:rect b="b" l="l" r="r" t="t"/>
              <a:pathLst>
                <a:path extrusionOk="0" h="647" w="618">
                  <a:moveTo>
                    <a:pt x="618" y="1"/>
                  </a:moveTo>
                  <a:lnTo>
                    <a:pt x="0" y="534"/>
                  </a:lnTo>
                  <a:lnTo>
                    <a:pt x="56" y="646"/>
                  </a:lnTo>
                  <a:lnTo>
                    <a:pt x="6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9"/>
            <p:cNvSpPr/>
            <p:nvPr/>
          </p:nvSpPr>
          <p:spPr>
            <a:xfrm>
              <a:off x="2603125" y="4391225"/>
              <a:ext cx="13375" cy="21625"/>
            </a:xfrm>
            <a:custGeom>
              <a:rect b="b" l="l" r="r" t="t"/>
              <a:pathLst>
                <a:path extrusionOk="0" h="865" w="535">
                  <a:moveTo>
                    <a:pt x="382" y="0"/>
                  </a:moveTo>
                  <a:cubicBezTo>
                    <a:pt x="326" y="0"/>
                    <a:pt x="213" y="63"/>
                    <a:pt x="1" y="219"/>
                  </a:cubicBezTo>
                  <a:cubicBezTo>
                    <a:pt x="83" y="404"/>
                    <a:pt x="286" y="529"/>
                    <a:pt x="422" y="682"/>
                  </a:cubicBezTo>
                  <a:lnTo>
                    <a:pt x="422" y="682"/>
                  </a:lnTo>
                  <a:cubicBezTo>
                    <a:pt x="319" y="375"/>
                    <a:pt x="519" y="0"/>
                    <a:pt x="382" y="0"/>
                  </a:cubicBezTo>
                  <a:close/>
                  <a:moveTo>
                    <a:pt x="422" y="682"/>
                  </a:moveTo>
                  <a:cubicBezTo>
                    <a:pt x="444" y="747"/>
                    <a:pt x="479" y="810"/>
                    <a:pt x="534" y="865"/>
                  </a:cubicBezTo>
                  <a:cubicBezTo>
                    <a:pt x="512" y="797"/>
                    <a:pt x="471" y="738"/>
                    <a:pt x="422" y="68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8" name="Google Shape;3888;p49"/>
          <p:cNvSpPr txBox="1"/>
          <p:nvPr>
            <p:ph idx="2" type="title"/>
          </p:nvPr>
        </p:nvSpPr>
        <p:spPr>
          <a:xfrm flipH="1">
            <a:off x="5776625" y="1071525"/>
            <a:ext cx="2716500" cy="1373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3889" name="Google Shape;3889;p49"/>
          <p:cNvSpPr txBox="1"/>
          <p:nvPr>
            <p:ph idx="1" type="subTitle"/>
          </p:nvPr>
        </p:nvSpPr>
        <p:spPr>
          <a:xfrm flipH="1">
            <a:off x="3508675" y="3597325"/>
            <a:ext cx="4941300" cy="421800"/>
          </a:xfrm>
          <a:prstGeom prst="rect">
            <a:avLst/>
          </a:prstGeom>
        </p:spPr>
        <p:txBody>
          <a:bodyPr anchorCtr="0" anchor="ctr" bIns="91425" lIns="91425" spcFirstLastPara="1" rIns="91425" wrap="square" tIns="91425">
            <a:noAutofit/>
          </a:bodyPr>
          <a:lstStyle/>
          <a:p>
            <a:pPr indent="0" lvl="0" marL="0" rtl="0" algn="r">
              <a:spcBef>
                <a:spcPts val="0"/>
              </a:spcBef>
              <a:spcAft>
                <a:spcPts val="1600"/>
              </a:spcAft>
              <a:buClr>
                <a:schemeClr val="dk1"/>
              </a:buClr>
              <a:buSzPts val="1100"/>
              <a:buFont typeface="Arial"/>
              <a:buNone/>
            </a:pPr>
            <a:r>
              <a:rPr lang="en"/>
              <a:t>Here you can describe the topic of the section</a:t>
            </a:r>
            <a:endParaRPr/>
          </a:p>
        </p:txBody>
      </p:sp>
      <p:sp>
        <p:nvSpPr>
          <p:cNvPr id="3890" name="Google Shape;3890;p49"/>
          <p:cNvSpPr txBox="1"/>
          <p:nvPr>
            <p:ph type="title"/>
          </p:nvPr>
        </p:nvSpPr>
        <p:spPr>
          <a:xfrm flipH="1">
            <a:off x="4200725" y="2612900"/>
            <a:ext cx="4292400" cy="984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DISCUSSION</a:t>
            </a:r>
            <a:endParaRPr/>
          </a:p>
        </p:txBody>
      </p:sp>
      <p:grpSp>
        <p:nvGrpSpPr>
          <p:cNvPr id="3891" name="Google Shape;3891;p49"/>
          <p:cNvGrpSpPr/>
          <p:nvPr/>
        </p:nvGrpSpPr>
        <p:grpSpPr>
          <a:xfrm flipH="1" rot="1328229">
            <a:off x="3088406" y="3569259"/>
            <a:ext cx="3060347" cy="1316428"/>
            <a:chOff x="543075" y="3278225"/>
            <a:chExt cx="2261650" cy="634175"/>
          </a:xfrm>
        </p:grpSpPr>
        <p:sp>
          <p:nvSpPr>
            <p:cNvPr id="3892" name="Google Shape;3892;p49"/>
            <p:cNvSpPr/>
            <p:nvPr/>
          </p:nvSpPr>
          <p:spPr>
            <a:xfrm>
              <a:off x="2599125" y="3784725"/>
              <a:ext cx="61350" cy="18425"/>
            </a:xfrm>
            <a:custGeom>
              <a:rect b="b" l="l" r="r" t="t"/>
              <a:pathLst>
                <a:path extrusionOk="0" h="737" w="2454">
                  <a:moveTo>
                    <a:pt x="1109" y="364"/>
                  </a:moveTo>
                  <a:lnTo>
                    <a:pt x="1109" y="364"/>
                  </a:lnTo>
                  <a:cubicBezTo>
                    <a:pt x="1103" y="366"/>
                    <a:pt x="1097" y="368"/>
                    <a:pt x="1091" y="369"/>
                  </a:cubicBezTo>
                  <a:lnTo>
                    <a:pt x="1091" y="369"/>
                  </a:lnTo>
                  <a:cubicBezTo>
                    <a:pt x="1097" y="368"/>
                    <a:pt x="1103" y="366"/>
                    <a:pt x="1109" y="364"/>
                  </a:cubicBezTo>
                  <a:close/>
                  <a:moveTo>
                    <a:pt x="2454" y="1"/>
                  </a:moveTo>
                  <a:lnTo>
                    <a:pt x="1608" y="246"/>
                  </a:lnTo>
                  <a:lnTo>
                    <a:pt x="1650" y="221"/>
                  </a:lnTo>
                  <a:lnTo>
                    <a:pt x="1650" y="221"/>
                  </a:lnTo>
                  <a:cubicBezTo>
                    <a:pt x="1464" y="288"/>
                    <a:pt x="1084" y="390"/>
                    <a:pt x="957" y="424"/>
                  </a:cubicBezTo>
                  <a:cubicBezTo>
                    <a:pt x="973" y="415"/>
                    <a:pt x="958" y="407"/>
                    <a:pt x="1091" y="369"/>
                  </a:cubicBezTo>
                  <a:lnTo>
                    <a:pt x="1091" y="369"/>
                  </a:lnTo>
                  <a:cubicBezTo>
                    <a:pt x="94" y="650"/>
                    <a:pt x="842" y="501"/>
                    <a:pt x="1" y="737"/>
                  </a:cubicBezTo>
                  <a:cubicBezTo>
                    <a:pt x="51" y="728"/>
                    <a:pt x="119" y="711"/>
                    <a:pt x="212" y="686"/>
                  </a:cubicBezTo>
                  <a:cubicBezTo>
                    <a:pt x="366" y="643"/>
                    <a:pt x="502" y="613"/>
                    <a:pt x="535" y="613"/>
                  </a:cubicBezTo>
                  <a:cubicBezTo>
                    <a:pt x="548" y="613"/>
                    <a:pt x="546" y="617"/>
                    <a:pt x="525" y="627"/>
                  </a:cubicBezTo>
                  <a:cubicBezTo>
                    <a:pt x="948" y="483"/>
                    <a:pt x="957" y="500"/>
                    <a:pt x="1007" y="449"/>
                  </a:cubicBezTo>
                  <a:cubicBezTo>
                    <a:pt x="1173" y="390"/>
                    <a:pt x="1351" y="345"/>
                    <a:pt x="1385" y="345"/>
                  </a:cubicBezTo>
                  <a:cubicBezTo>
                    <a:pt x="1404" y="345"/>
                    <a:pt x="1374" y="361"/>
                    <a:pt x="1261" y="398"/>
                  </a:cubicBezTo>
                  <a:lnTo>
                    <a:pt x="2039" y="153"/>
                  </a:lnTo>
                  <a:lnTo>
                    <a:pt x="1566" y="280"/>
                  </a:lnTo>
                  <a:cubicBezTo>
                    <a:pt x="1684" y="212"/>
                    <a:pt x="2319" y="77"/>
                    <a:pt x="245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9"/>
            <p:cNvSpPr/>
            <p:nvPr/>
          </p:nvSpPr>
          <p:spPr>
            <a:xfrm>
              <a:off x="2542325" y="3800175"/>
              <a:ext cx="59800" cy="17800"/>
            </a:xfrm>
            <a:custGeom>
              <a:rect b="b" l="l" r="r" t="t"/>
              <a:pathLst>
                <a:path extrusionOk="0" h="712" w="2392">
                  <a:moveTo>
                    <a:pt x="2256" y="127"/>
                  </a:moveTo>
                  <a:cubicBezTo>
                    <a:pt x="2241" y="132"/>
                    <a:pt x="2227" y="136"/>
                    <a:pt x="2215" y="140"/>
                  </a:cubicBezTo>
                  <a:lnTo>
                    <a:pt x="2215" y="140"/>
                  </a:lnTo>
                  <a:lnTo>
                    <a:pt x="2256" y="127"/>
                  </a:lnTo>
                  <a:close/>
                  <a:moveTo>
                    <a:pt x="2391" y="0"/>
                  </a:moveTo>
                  <a:cubicBezTo>
                    <a:pt x="2154" y="17"/>
                    <a:pt x="1469" y="229"/>
                    <a:pt x="1190" y="288"/>
                  </a:cubicBezTo>
                  <a:cubicBezTo>
                    <a:pt x="1255" y="277"/>
                    <a:pt x="1286" y="273"/>
                    <a:pt x="1298" y="273"/>
                  </a:cubicBezTo>
                  <a:cubicBezTo>
                    <a:pt x="1325" y="273"/>
                    <a:pt x="1242" y="295"/>
                    <a:pt x="1257" y="295"/>
                  </a:cubicBezTo>
                  <a:cubicBezTo>
                    <a:pt x="1269" y="295"/>
                    <a:pt x="1343" y="281"/>
                    <a:pt x="1588" y="229"/>
                  </a:cubicBezTo>
                  <a:lnTo>
                    <a:pt x="1588" y="229"/>
                  </a:lnTo>
                  <a:lnTo>
                    <a:pt x="1241" y="355"/>
                  </a:lnTo>
                  <a:lnTo>
                    <a:pt x="640" y="508"/>
                  </a:lnTo>
                  <a:cubicBezTo>
                    <a:pt x="640" y="521"/>
                    <a:pt x="357" y="600"/>
                    <a:pt x="398" y="600"/>
                  </a:cubicBezTo>
                  <a:cubicBezTo>
                    <a:pt x="408" y="600"/>
                    <a:pt x="438" y="596"/>
                    <a:pt x="496" y="584"/>
                  </a:cubicBezTo>
                  <a:cubicBezTo>
                    <a:pt x="555" y="567"/>
                    <a:pt x="665" y="533"/>
                    <a:pt x="758" y="508"/>
                  </a:cubicBezTo>
                  <a:lnTo>
                    <a:pt x="758" y="508"/>
                  </a:lnTo>
                  <a:cubicBezTo>
                    <a:pt x="709" y="557"/>
                    <a:pt x="1" y="711"/>
                    <a:pt x="137" y="711"/>
                  </a:cubicBezTo>
                  <a:cubicBezTo>
                    <a:pt x="141" y="711"/>
                    <a:pt x="145" y="711"/>
                    <a:pt x="149" y="711"/>
                  </a:cubicBezTo>
                  <a:cubicBezTo>
                    <a:pt x="429" y="643"/>
                    <a:pt x="708" y="567"/>
                    <a:pt x="987" y="474"/>
                  </a:cubicBezTo>
                  <a:cubicBezTo>
                    <a:pt x="1427" y="355"/>
                    <a:pt x="1740" y="279"/>
                    <a:pt x="1951" y="237"/>
                  </a:cubicBezTo>
                  <a:cubicBezTo>
                    <a:pt x="2067" y="198"/>
                    <a:pt x="2084" y="181"/>
                    <a:pt x="2215" y="140"/>
                  </a:cubicBezTo>
                  <a:lnTo>
                    <a:pt x="2215" y="140"/>
                  </a:lnTo>
                  <a:lnTo>
                    <a:pt x="2146" y="161"/>
                  </a:lnTo>
                  <a:lnTo>
                    <a:pt x="2120" y="119"/>
                  </a:lnTo>
                  <a:cubicBezTo>
                    <a:pt x="1985" y="169"/>
                    <a:pt x="1850" y="195"/>
                    <a:pt x="1697" y="237"/>
                  </a:cubicBezTo>
                  <a:lnTo>
                    <a:pt x="239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9"/>
            <p:cNvSpPr/>
            <p:nvPr/>
          </p:nvSpPr>
          <p:spPr>
            <a:xfrm>
              <a:off x="2598700" y="3803350"/>
              <a:ext cx="450" cy="25"/>
            </a:xfrm>
            <a:custGeom>
              <a:rect b="b" l="l" r="r" t="t"/>
              <a:pathLst>
                <a:path extrusionOk="0" h="1" w="18">
                  <a:moveTo>
                    <a:pt x="1" y="0"/>
                  </a:move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9"/>
            <p:cNvSpPr/>
            <p:nvPr/>
          </p:nvSpPr>
          <p:spPr>
            <a:xfrm>
              <a:off x="2504800" y="3810550"/>
              <a:ext cx="54400" cy="14800"/>
            </a:xfrm>
            <a:custGeom>
              <a:rect b="b" l="l" r="r" t="t"/>
              <a:pathLst>
                <a:path extrusionOk="0" h="592" w="2176">
                  <a:moveTo>
                    <a:pt x="2138" y="1"/>
                  </a:moveTo>
                  <a:cubicBezTo>
                    <a:pt x="2126" y="1"/>
                    <a:pt x="2088" y="8"/>
                    <a:pt x="2006" y="25"/>
                  </a:cubicBezTo>
                  <a:cubicBezTo>
                    <a:pt x="1168" y="237"/>
                    <a:pt x="585" y="406"/>
                    <a:pt x="1" y="592"/>
                  </a:cubicBezTo>
                  <a:cubicBezTo>
                    <a:pt x="475" y="473"/>
                    <a:pt x="1007" y="330"/>
                    <a:pt x="1405" y="245"/>
                  </a:cubicBezTo>
                  <a:lnTo>
                    <a:pt x="1405" y="245"/>
                  </a:lnTo>
                  <a:lnTo>
                    <a:pt x="1244" y="313"/>
                  </a:lnTo>
                  <a:cubicBezTo>
                    <a:pt x="796" y="397"/>
                    <a:pt x="525" y="482"/>
                    <a:pt x="94" y="583"/>
                  </a:cubicBezTo>
                  <a:lnTo>
                    <a:pt x="1075" y="363"/>
                  </a:lnTo>
                  <a:cubicBezTo>
                    <a:pt x="1218" y="335"/>
                    <a:pt x="1288" y="323"/>
                    <a:pt x="1307" y="323"/>
                  </a:cubicBezTo>
                  <a:cubicBezTo>
                    <a:pt x="1348" y="323"/>
                    <a:pt x="1124" y="384"/>
                    <a:pt x="872" y="448"/>
                  </a:cubicBezTo>
                  <a:cubicBezTo>
                    <a:pt x="940" y="431"/>
                    <a:pt x="999" y="414"/>
                    <a:pt x="1067" y="406"/>
                  </a:cubicBezTo>
                  <a:cubicBezTo>
                    <a:pt x="1097" y="393"/>
                    <a:pt x="1648" y="242"/>
                    <a:pt x="1610" y="242"/>
                  </a:cubicBezTo>
                  <a:cubicBezTo>
                    <a:pt x="1595" y="242"/>
                    <a:pt x="1499" y="264"/>
                    <a:pt x="1261" y="321"/>
                  </a:cubicBezTo>
                  <a:cubicBezTo>
                    <a:pt x="1287" y="279"/>
                    <a:pt x="1820" y="169"/>
                    <a:pt x="2048" y="101"/>
                  </a:cubicBezTo>
                  <a:lnTo>
                    <a:pt x="2048" y="101"/>
                  </a:lnTo>
                  <a:cubicBezTo>
                    <a:pt x="2017" y="107"/>
                    <a:pt x="2000" y="110"/>
                    <a:pt x="1993" y="110"/>
                  </a:cubicBezTo>
                  <a:cubicBezTo>
                    <a:pt x="1958" y="110"/>
                    <a:pt x="2115" y="59"/>
                    <a:pt x="2073" y="59"/>
                  </a:cubicBezTo>
                  <a:cubicBezTo>
                    <a:pt x="1955" y="93"/>
                    <a:pt x="1828" y="135"/>
                    <a:pt x="1633" y="177"/>
                  </a:cubicBezTo>
                  <a:cubicBezTo>
                    <a:pt x="1629" y="178"/>
                    <a:pt x="1626" y="178"/>
                    <a:pt x="1623" y="178"/>
                  </a:cubicBezTo>
                  <a:cubicBezTo>
                    <a:pt x="1567" y="178"/>
                    <a:pt x="1839" y="99"/>
                    <a:pt x="2056" y="59"/>
                  </a:cubicBezTo>
                  <a:lnTo>
                    <a:pt x="2056" y="59"/>
                  </a:lnTo>
                  <a:cubicBezTo>
                    <a:pt x="2019" y="66"/>
                    <a:pt x="1998" y="69"/>
                    <a:pt x="1988" y="69"/>
                  </a:cubicBezTo>
                  <a:cubicBezTo>
                    <a:pt x="1942" y="69"/>
                    <a:pt x="2176" y="1"/>
                    <a:pt x="213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9"/>
            <p:cNvSpPr/>
            <p:nvPr/>
          </p:nvSpPr>
          <p:spPr>
            <a:xfrm>
              <a:off x="543075" y="3278225"/>
              <a:ext cx="1998550" cy="634175"/>
            </a:xfrm>
            <a:custGeom>
              <a:rect b="b" l="l" r="r" t="t"/>
              <a:pathLst>
                <a:path extrusionOk="0" h="25367" w="79942">
                  <a:moveTo>
                    <a:pt x="178" y="584"/>
                  </a:moveTo>
                  <a:lnTo>
                    <a:pt x="178" y="584"/>
                  </a:lnTo>
                  <a:cubicBezTo>
                    <a:pt x="195" y="719"/>
                    <a:pt x="203" y="796"/>
                    <a:pt x="220" y="880"/>
                  </a:cubicBezTo>
                  <a:lnTo>
                    <a:pt x="178" y="584"/>
                  </a:lnTo>
                  <a:close/>
                  <a:moveTo>
                    <a:pt x="220" y="880"/>
                  </a:moveTo>
                  <a:lnTo>
                    <a:pt x="222" y="889"/>
                  </a:lnTo>
                  <a:lnTo>
                    <a:pt x="222" y="889"/>
                  </a:lnTo>
                  <a:cubicBezTo>
                    <a:pt x="222" y="886"/>
                    <a:pt x="221" y="883"/>
                    <a:pt x="220" y="880"/>
                  </a:cubicBezTo>
                  <a:close/>
                  <a:moveTo>
                    <a:pt x="2868" y="8121"/>
                  </a:moveTo>
                  <a:lnTo>
                    <a:pt x="2868" y="8121"/>
                  </a:lnTo>
                  <a:cubicBezTo>
                    <a:pt x="2892" y="8169"/>
                    <a:pt x="2920" y="8213"/>
                    <a:pt x="2955" y="8252"/>
                  </a:cubicBezTo>
                  <a:lnTo>
                    <a:pt x="2955" y="8252"/>
                  </a:lnTo>
                  <a:cubicBezTo>
                    <a:pt x="2927" y="8210"/>
                    <a:pt x="2898" y="8167"/>
                    <a:pt x="2868" y="8121"/>
                  </a:cubicBezTo>
                  <a:close/>
                  <a:moveTo>
                    <a:pt x="3233" y="8360"/>
                  </a:moveTo>
                  <a:cubicBezTo>
                    <a:pt x="3267" y="8408"/>
                    <a:pt x="3300" y="8456"/>
                    <a:pt x="3333" y="8502"/>
                  </a:cubicBezTo>
                  <a:lnTo>
                    <a:pt x="3249" y="8375"/>
                  </a:lnTo>
                  <a:cubicBezTo>
                    <a:pt x="3242" y="8369"/>
                    <a:pt x="3237" y="8364"/>
                    <a:pt x="3233" y="8360"/>
                  </a:cubicBezTo>
                  <a:close/>
                  <a:moveTo>
                    <a:pt x="5239" y="10862"/>
                  </a:moveTo>
                  <a:lnTo>
                    <a:pt x="5254" y="10879"/>
                  </a:lnTo>
                  <a:lnTo>
                    <a:pt x="5372" y="10998"/>
                  </a:lnTo>
                  <a:cubicBezTo>
                    <a:pt x="5323" y="10949"/>
                    <a:pt x="5279" y="10904"/>
                    <a:pt x="5239" y="10862"/>
                  </a:cubicBezTo>
                  <a:close/>
                  <a:moveTo>
                    <a:pt x="12520" y="16086"/>
                  </a:moveTo>
                  <a:cubicBezTo>
                    <a:pt x="12575" y="16113"/>
                    <a:pt x="12628" y="16136"/>
                    <a:pt x="12676" y="16158"/>
                  </a:cubicBezTo>
                  <a:lnTo>
                    <a:pt x="12676" y="16158"/>
                  </a:lnTo>
                  <a:cubicBezTo>
                    <a:pt x="12641" y="16142"/>
                    <a:pt x="12584" y="16116"/>
                    <a:pt x="12520" y="16086"/>
                  </a:cubicBezTo>
                  <a:close/>
                  <a:moveTo>
                    <a:pt x="12676" y="16158"/>
                  </a:moveTo>
                  <a:cubicBezTo>
                    <a:pt x="12701" y="16169"/>
                    <a:pt x="12716" y="16176"/>
                    <a:pt x="12717" y="16176"/>
                  </a:cubicBezTo>
                  <a:cubicBezTo>
                    <a:pt x="12717" y="16176"/>
                    <a:pt x="12716" y="16175"/>
                    <a:pt x="12715" y="16175"/>
                  </a:cubicBezTo>
                  <a:cubicBezTo>
                    <a:pt x="12702" y="16169"/>
                    <a:pt x="12690" y="16164"/>
                    <a:pt x="12676" y="16158"/>
                  </a:cubicBezTo>
                  <a:close/>
                  <a:moveTo>
                    <a:pt x="15059" y="17333"/>
                  </a:moveTo>
                  <a:cubicBezTo>
                    <a:pt x="15059" y="17333"/>
                    <a:pt x="15058" y="17334"/>
                    <a:pt x="15058" y="17334"/>
                  </a:cubicBezTo>
                  <a:lnTo>
                    <a:pt x="15058" y="17334"/>
                  </a:lnTo>
                  <a:lnTo>
                    <a:pt x="15127" y="17357"/>
                  </a:lnTo>
                  <a:lnTo>
                    <a:pt x="15127" y="17357"/>
                  </a:lnTo>
                  <a:cubicBezTo>
                    <a:pt x="15093" y="17344"/>
                    <a:pt x="15065" y="17333"/>
                    <a:pt x="15059" y="17333"/>
                  </a:cubicBezTo>
                  <a:close/>
                  <a:moveTo>
                    <a:pt x="15127" y="17357"/>
                  </a:moveTo>
                  <a:cubicBezTo>
                    <a:pt x="15194" y="17382"/>
                    <a:pt x="15286" y="17420"/>
                    <a:pt x="15291" y="17420"/>
                  </a:cubicBezTo>
                  <a:cubicBezTo>
                    <a:pt x="15293" y="17420"/>
                    <a:pt x="15278" y="17412"/>
                    <a:pt x="15236" y="17393"/>
                  </a:cubicBezTo>
                  <a:lnTo>
                    <a:pt x="15127" y="17357"/>
                  </a:lnTo>
                  <a:close/>
                  <a:moveTo>
                    <a:pt x="14787" y="17469"/>
                  </a:moveTo>
                  <a:cubicBezTo>
                    <a:pt x="14793" y="17471"/>
                    <a:pt x="14797" y="17473"/>
                    <a:pt x="14801" y="17475"/>
                  </a:cubicBezTo>
                  <a:lnTo>
                    <a:pt x="14801" y="17475"/>
                  </a:lnTo>
                  <a:cubicBezTo>
                    <a:pt x="14796" y="17473"/>
                    <a:pt x="14792" y="17471"/>
                    <a:pt x="14787" y="17469"/>
                  </a:cubicBezTo>
                  <a:close/>
                  <a:moveTo>
                    <a:pt x="19245" y="19357"/>
                  </a:moveTo>
                  <a:lnTo>
                    <a:pt x="19245" y="19357"/>
                  </a:lnTo>
                  <a:cubicBezTo>
                    <a:pt x="19251" y="19359"/>
                    <a:pt x="19257" y="19362"/>
                    <a:pt x="19263" y="19364"/>
                  </a:cubicBezTo>
                  <a:cubicBezTo>
                    <a:pt x="19257" y="19362"/>
                    <a:pt x="19251" y="19359"/>
                    <a:pt x="19245" y="19357"/>
                  </a:cubicBezTo>
                  <a:close/>
                  <a:moveTo>
                    <a:pt x="22902" y="20283"/>
                  </a:moveTo>
                  <a:cubicBezTo>
                    <a:pt x="22923" y="20290"/>
                    <a:pt x="22942" y="20297"/>
                    <a:pt x="22959" y="20303"/>
                  </a:cubicBezTo>
                  <a:cubicBezTo>
                    <a:pt x="22926" y="20291"/>
                    <a:pt x="22910" y="20285"/>
                    <a:pt x="22902" y="20283"/>
                  </a:cubicBezTo>
                  <a:close/>
                  <a:moveTo>
                    <a:pt x="22917" y="20581"/>
                  </a:moveTo>
                  <a:cubicBezTo>
                    <a:pt x="22913" y="20581"/>
                    <a:pt x="22910" y="20581"/>
                    <a:pt x="22909" y="20582"/>
                  </a:cubicBezTo>
                  <a:lnTo>
                    <a:pt x="22933" y="20582"/>
                  </a:lnTo>
                  <a:cubicBezTo>
                    <a:pt x="22927" y="20581"/>
                    <a:pt x="22922" y="20581"/>
                    <a:pt x="22917" y="20581"/>
                  </a:cubicBezTo>
                  <a:close/>
                  <a:moveTo>
                    <a:pt x="24843" y="20851"/>
                  </a:moveTo>
                  <a:lnTo>
                    <a:pt x="24843" y="20851"/>
                  </a:lnTo>
                  <a:cubicBezTo>
                    <a:pt x="24846" y="20852"/>
                    <a:pt x="24850" y="20852"/>
                    <a:pt x="24854" y="20853"/>
                  </a:cubicBezTo>
                  <a:cubicBezTo>
                    <a:pt x="24850" y="20852"/>
                    <a:pt x="24846" y="20851"/>
                    <a:pt x="24843" y="20851"/>
                  </a:cubicBezTo>
                  <a:close/>
                  <a:moveTo>
                    <a:pt x="24017" y="20574"/>
                  </a:moveTo>
                  <a:lnTo>
                    <a:pt x="24017" y="20574"/>
                  </a:lnTo>
                  <a:cubicBezTo>
                    <a:pt x="24537" y="20735"/>
                    <a:pt x="24600" y="20725"/>
                    <a:pt x="25107" y="20862"/>
                  </a:cubicBezTo>
                  <a:lnTo>
                    <a:pt x="25107" y="20862"/>
                  </a:lnTo>
                  <a:cubicBezTo>
                    <a:pt x="24647" y="20728"/>
                    <a:pt x="24208" y="20613"/>
                    <a:pt x="24017" y="20574"/>
                  </a:cubicBezTo>
                  <a:close/>
                  <a:moveTo>
                    <a:pt x="25107" y="20862"/>
                  </a:moveTo>
                  <a:lnTo>
                    <a:pt x="25107" y="20862"/>
                  </a:lnTo>
                  <a:cubicBezTo>
                    <a:pt x="25136" y="20870"/>
                    <a:pt x="25164" y="20878"/>
                    <a:pt x="25193" y="20887"/>
                  </a:cubicBezTo>
                  <a:lnTo>
                    <a:pt x="25170" y="20879"/>
                  </a:lnTo>
                  <a:lnTo>
                    <a:pt x="25170" y="20879"/>
                  </a:lnTo>
                  <a:cubicBezTo>
                    <a:pt x="25148" y="20873"/>
                    <a:pt x="25127" y="20867"/>
                    <a:pt x="25107" y="20862"/>
                  </a:cubicBezTo>
                  <a:close/>
                  <a:moveTo>
                    <a:pt x="78563" y="21978"/>
                  </a:moveTo>
                  <a:cubicBezTo>
                    <a:pt x="78419" y="22013"/>
                    <a:pt x="78314" y="22039"/>
                    <a:pt x="78224" y="22062"/>
                  </a:cubicBezTo>
                  <a:lnTo>
                    <a:pt x="78224" y="22062"/>
                  </a:lnTo>
                  <a:cubicBezTo>
                    <a:pt x="78265" y="22054"/>
                    <a:pt x="78307" y="22045"/>
                    <a:pt x="78351" y="22037"/>
                  </a:cubicBezTo>
                  <a:lnTo>
                    <a:pt x="78351" y="22037"/>
                  </a:lnTo>
                  <a:lnTo>
                    <a:pt x="78292" y="22071"/>
                  </a:lnTo>
                  <a:cubicBezTo>
                    <a:pt x="78334" y="22062"/>
                    <a:pt x="78631" y="21978"/>
                    <a:pt x="78563" y="21978"/>
                  </a:cubicBezTo>
                  <a:close/>
                  <a:moveTo>
                    <a:pt x="78224" y="22062"/>
                  </a:moveTo>
                  <a:lnTo>
                    <a:pt x="78224" y="22062"/>
                  </a:lnTo>
                  <a:cubicBezTo>
                    <a:pt x="78076" y="22093"/>
                    <a:pt x="77949" y="22125"/>
                    <a:pt x="77823" y="22159"/>
                  </a:cubicBezTo>
                  <a:lnTo>
                    <a:pt x="77823" y="22159"/>
                  </a:lnTo>
                  <a:cubicBezTo>
                    <a:pt x="77984" y="22122"/>
                    <a:pt x="78088" y="22096"/>
                    <a:pt x="78224" y="22062"/>
                  </a:cubicBezTo>
                  <a:close/>
                  <a:moveTo>
                    <a:pt x="77116" y="22444"/>
                  </a:moveTo>
                  <a:lnTo>
                    <a:pt x="77082" y="22452"/>
                  </a:lnTo>
                  <a:cubicBezTo>
                    <a:pt x="77093" y="22449"/>
                    <a:pt x="77104" y="22447"/>
                    <a:pt x="77116" y="22444"/>
                  </a:cubicBezTo>
                  <a:close/>
                  <a:moveTo>
                    <a:pt x="74460" y="22739"/>
                  </a:moveTo>
                  <a:lnTo>
                    <a:pt x="74375" y="22756"/>
                  </a:lnTo>
                  <a:cubicBezTo>
                    <a:pt x="74388" y="22754"/>
                    <a:pt x="74401" y="22753"/>
                    <a:pt x="74413" y="22751"/>
                  </a:cubicBezTo>
                  <a:lnTo>
                    <a:pt x="74413" y="22751"/>
                  </a:lnTo>
                  <a:cubicBezTo>
                    <a:pt x="74428" y="22747"/>
                    <a:pt x="74444" y="22743"/>
                    <a:pt x="74460" y="22739"/>
                  </a:cubicBezTo>
                  <a:close/>
                  <a:moveTo>
                    <a:pt x="32386" y="23010"/>
                  </a:moveTo>
                  <a:lnTo>
                    <a:pt x="32569" y="23052"/>
                  </a:lnTo>
                  <a:lnTo>
                    <a:pt x="32527" y="23044"/>
                  </a:lnTo>
                  <a:cubicBezTo>
                    <a:pt x="32468" y="23030"/>
                    <a:pt x="32422" y="23019"/>
                    <a:pt x="32386" y="23010"/>
                  </a:cubicBezTo>
                  <a:close/>
                  <a:moveTo>
                    <a:pt x="33170" y="23179"/>
                  </a:moveTo>
                  <a:lnTo>
                    <a:pt x="33440" y="23238"/>
                  </a:lnTo>
                  <a:lnTo>
                    <a:pt x="33339" y="23238"/>
                  </a:lnTo>
                  <a:cubicBezTo>
                    <a:pt x="33280" y="23230"/>
                    <a:pt x="33221" y="23205"/>
                    <a:pt x="33170" y="23179"/>
                  </a:cubicBezTo>
                  <a:close/>
                  <a:moveTo>
                    <a:pt x="35314" y="23678"/>
                  </a:moveTo>
                  <a:cubicBezTo>
                    <a:pt x="35317" y="23678"/>
                    <a:pt x="35322" y="23678"/>
                    <a:pt x="35327" y="23678"/>
                  </a:cubicBezTo>
                  <a:cubicBezTo>
                    <a:pt x="35784" y="23771"/>
                    <a:pt x="35750" y="23687"/>
                    <a:pt x="36173" y="23805"/>
                  </a:cubicBezTo>
                  <a:cubicBezTo>
                    <a:pt x="36238" y="23789"/>
                    <a:pt x="36139" y="23765"/>
                    <a:pt x="35988" y="23733"/>
                  </a:cubicBezTo>
                  <a:lnTo>
                    <a:pt x="35988" y="23733"/>
                  </a:lnTo>
                  <a:cubicBezTo>
                    <a:pt x="35998" y="23735"/>
                    <a:pt x="36007" y="23735"/>
                    <a:pt x="36016" y="23735"/>
                  </a:cubicBezTo>
                  <a:cubicBezTo>
                    <a:pt x="36031" y="23735"/>
                    <a:pt x="36046" y="23733"/>
                    <a:pt x="36063" y="23729"/>
                  </a:cubicBezTo>
                  <a:lnTo>
                    <a:pt x="36537" y="23814"/>
                  </a:lnTo>
                  <a:cubicBezTo>
                    <a:pt x="36672" y="23839"/>
                    <a:pt x="36790" y="23864"/>
                    <a:pt x="36748" y="23864"/>
                  </a:cubicBezTo>
                  <a:cubicBezTo>
                    <a:pt x="36743" y="23867"/>
                    <a:pt x="36730" y="23869"/>
                    <a:pt x="36712" y="23869"/>
                  </a:cubicBezTo>
                  <a:cubicBezTo>
                    <a:pt x="36577" y="23869"/>
                    <a:pt x="36127" y="23797"/>
                    <a:pt x="35978" y="23797"/>
                  </a:cubicBezTo>
                  <a:cubicBezTo>
                    <a:pt x="35839" y="23788"/>
                    <a:pt x="35219" y="23678"/>
                    <a:pt x="35314" y="23678"/>
                  </a:cubicBezTo>
                  <a:close/>
                  <a:moveTo>
                    <a:pt x="67901" y="24082"/>
                  </a:moveTo>
                  <a:cubicBezTo>
                    <a:pt x="67875" y="24085"/>
                    <a:pt x="67851" y="24089"/>
                    <a:pt x="67828" y="24093"/>
                  </a:cubicBezTo>
                  <a:cubicBezTo>
                    <a:pt x="67853" y="24089"/>
                    <a:pt x="67877" y="24085"/>
                    <a:pt x="67901" y="24082"/>
                  </a:cubicBezTo>
                  <a:close/>
                  <a:moveTo>
                    <a:pt x="37450" y="23847"/>
                  </a:moveTo>
                  <a:lnTo>
                    <a:pt x="38508" y="24008"/>
                  </a:lnTo>
                  <a:cubicBezTo>
                    <a:pt x="38685" y="24042"/>
                    <a:pt x="38863" y="24067"/>
                    <a:pt x="39041" y="24093"/>
                  </a:cubicBezTo>
                  <a:lnTo>
                    <a:pt x="39582" y="24169"/>
                  </a:lnTo>
                  <a:lnTo>
                    <a:pt x="39497" y="24135"/>
                  </a:lnTo>
                  <a:lnTo>
                    <a:pt x="39497" y="24135"/>
                  </a:lnTo>
                  <a:cubicBezTo>
                    <a:pt x="39717" y="24169"/>
                    <a:pt x="39912" y="24177"/>
                    <a:pt x="40039" y="24211"/>
                  </a:cubicBezTo>
                  <a:lnTo>
                    <a:pt x="39853" y="24211"/>
                  </a:lnTo>
                  <a:lnTo>
                    <a:pt x="39421" y="24186"/>
                  </a:lnTo>
                  <a:cubicBezTo>
                    <a:pt x="39252" y="24177"/>
                    <a:pt x="39074" y="24169"/>
                    <a:pt x="38914" y="24160"/>
                  </a:cubicBezTo>
                  <a:lnTo>
                    <a:pt x="38516" y="24127"/>
                  </a:lnTo>
                  <a:cubicBezTo>
                    <a:pt x="38076" y="24067"/>
                    <a:pt x="37602" y="24000"/>
                    <a:pt x="37332" y="23949"/>
                  </a:cubicBezTo>
                  <a:lnTo>
                    <a:pt x="37332" y="23949"/>
                  </a:lnTo>
                  <a:lnTo>
                    <a:pt x="37476" y="23966"/>
                  </a:lnTo>
                  <a:cubicBezTo>
                    <a:pt x="38261" y="24083"/>
                    <a:pt x="38627" y="24131"/>
                    <a:pt x="38712" y="24131"/>
                  </a:cubicBezTo>
                  <a:cubicBezTo>
                    <a:pt x="38854" y="24131"/>
                    <a:pt x="38221" y="24001"/>
                    <a:pt x="37450" y="23847"/>
                  </a:cubicBezTo>
                  <a:close/>
                  <a:moveTo>
                    <a:pt x="38430" y="24346"/>
                  </a:moveTo>
                  <a:cubicBezTo>
                    <a:pt x="38430" y="24346"/>
                    <a:pt x="38431" y="24346"/>
                    <a:pt x="38431" y="24347"/>
                  </a:cubicBezTo>
                  <a:cubicBezTo>
                    <a:pt x="38431" y="24346"/>
                    <a:pt x="38431" y="24346"/>
                    <a:pt x="38430" y="24346"/>
                  </a:cubicBezTo>
                  <a:close/>
                  <a:moveTo>
                    <a:pt x="40427" y="24352"/>
                  </a:moveTo>
                  <a:lnTo>
                    <a:pt x="40427" y="24352"/>
                  </a:lnTo>
                  <a:cubicBezTo>
                    <a:pt x="40432" y="24353"/>
                    <a:pt x="40438" y="24354"/>
                    <a:pt x="40445" y="24355"/>
                  </a:cubicBezTo>
                  <a:lnTo>
                    <a:pt x="40427" y="24352"/>
                  </a:lnTo>
                  <a:close/>
                  <a:moveTo>
                    <a:pt x="40039" y="24321"/>
                  </a:moveTo>
                  <a:lnTo>
                    <a:pt x="40470" y="24372"/>
                  </a:lnTo>
                  <a:cubicBezTo>
                    <a:pt x="40434" y="24372"/>
                    <a:pt x="40444" y="24382"/>
                    <a:pt x="40398" y="24382"/>
                  </a:cubicBezTo>
                  <a:cubicBezTo>
                    <a:pt x="40357" y="24382"/>
                    <a:pt x="40275" y="24374"/>
                    <a:pt x="40081" y="24347"/>
                  </a:cubicBezTo>
                  <a:cubicBezTo>
                    <a:pt x="40115" y="24338"/>
                    <a:pt x="40090" y="24330"/>
                    <a:pt x="40039" y="24321"/>
                  </a:cubicBezTo>
                  <a:close/>
                  <a:moveTo>
                    <a:pt x="46644" y="24583"/>
                  </a:moveTo>
                  <a:cubicBezTo>
                    <a:pt x="46650" y="24586"/>
                    <a:pt x="46667" y="24588"/>
                    <a:pt x="46696" y="24592"/>
                  </a:cubicBezTo>
                  <a:cubicBezTo>
                    <a:pt x="46679" y="24589"/>
                    <a:pt x="46661" y="24586"/>
                    <a:pt x="46644" y="24583"/>
                  </a:cubicBezTo>
                  <a:close/>
                  <a:moveTo>
                    <a:pt x="63350" y="24664"/>
                  </a:moveTo>
                  <a:lnTo>
                    <a:pt x="63285" y="24668"/>
                  </a:lnTo>
                  <a:cubicBezTo>
                    <a:pt x="63301" y="24667"/>
                    <a:pt x="63323" y="24666"/>
                    <a:pt x="63350" y="24664"/>
                  </a:cubicBezTo>
                  <a:close/>
                  <a:moveTo>
                    <a:pt x="50266" y="24668"/>
                  </a:moveTo>
                  <a:lnTo>
                    <a:pt x="50276" y="24674"/>
                  </a:lnTo>
                  <a:lnTo>
                    <a:pt x="50276" y="24674"/>
                  </a:lnTo>
                  <a:cubicBezTo>
                    <a:pt x="50332" y="24674"/>
                    <a:pt x="50388" y="24674"/>
                    <a:pt x="50443" y="24674"/>
                  </a:cubicBezTo>
                  <a:lnTo>
                    <a:pt x="50443" y="24674"/>
                  </a:lnTo>
                  <a:cubicBezTo>
                    <a:pt x="50642" y="24682"/>
                    <a:pt x="50815" y="24694"/>
                    <a:pt x="50961" y="24694"/>
                  </a:cubicBezTo>
                  <a:cubicBezTo>
                    <a:pt x="51028" y="24694"/>
                    <a:pt x="51090" y="24692"/>
                    <a:pt x="51146" y="24685"/>
                  </a:cubicBezTo>
                  <a:lnTo>
                    <a:pt x="50715" y="24685"/>
                  </a:lnTo>
                  <a:lnTo>
                    <a:pt x="50723" y="24676"/>
                  </a:lnTo>
                  <a:cubicBezTo>
                    <a:pt x="50647" y="24674"/>
                    <a:pt x="50565" y="24674"/>
                    <a:pt x="50482" y="24674"/>
                  </a:cubicBezTo>
                  <a:cubicBezTo>
                    <a:pt x="50469" y="24674"/>
                    <a:pt x="50456" y="24674"/>
                    <a:pt x="50443" y="24674"/>
                  </a:cubicBezTo>
                  <a:lnTo>
                    <a:pt x="50443" y="24674"/>
                  </a:lnTo>
                  <a:cubicBezTo>
                    <a:pt x="50386" y="24671"/>
                    <a:pt x="50327" y="24669"/>
                    <a:pt x="50266" y="24668"/>
                  </a:cubicBezTo>
                  <a:close/>
                  <a:moveTo>
                    <a:pt x="54067" y="24734"/>
                  </a:moveTo>
                  <a:lnTo>
                    <a:pt x="54067" y="24734"/>
                  </a:lnTo>
                  <a:cubicBezTo>
                    <a:pt x="54048" y="24735"/>
                    <a:pt x="54030" y="24735"/>
                    <a:pt x="54014" y="24736"/>
                  </a:cubicBezTo>
                  <a:cubicBezTo>
                    <a:pt x="54029" y="24736"/>
                    <a:pt x="54048" y="24735"/>
                    <a:pt x="54067" y="24734"/>
                  </a:cubicBezTo>
                  <a:close/>
                  <a:moveTo>
                    <a:pt x="44336" y="24820"/>
                  </a:moveTo>
                  <a:cubicBezTo>
                    <a:pt x="44322" y="24820"/>
                    <a:pt x="44322" y="24822"/>
                    <a:pt x="44331" y="24824"/>
                  </a:cubicBezTo>
                  <a:lnTo>
                    <a:pt x="44331" y="24824"/>
                  </a:lnTo>
                  <a:cubicBezTo>
                    <a:pt x="44334" y="24823"/>
                    <a:pt x="44336" y="24822"/>
                    <a:pt x="44336" y="24820"/>
                  </a:cubicBezTo>
                  <a:close/>
                  <a:moveTo>
                    <a:pt x="40597" y="24431"/>
                  </a:moveTo>
                  <a:lnTo>
                    <a:pt x="40597" y="24431"/>
                  </a:lnTo>
                  <a:cubicBezTo>
                    <a:pt x="40749" y="24448"/>
                    <a:pt x="41054" y="24465"/>
                    <a:pt x="41037" y="24490"/>
                  </a:cubicBezTo>
                  <a:cubicBezTo>
                    <a:pt x="41054" y="24473"/>
                    <a:pt x="41299" y="24482"/>
                    <a:pt x="40842" y="24440"/>
                  </a:cubicBezTo>
                  <a:lnTo>
                    <a:pt x="40842" y="24440"/>
                  </a:lnTo>
                  <a:cubicBezTo>
                    <a:pt x="40952" y="24448"/>
                    <a:pt x="41071" y="24456"/>
                    <a:pt x="41181" y="24456"/>
                  </a:cubicBezTo>
                  <a:cubicBezTo>
                    <a:pt x="41155" y="24448"/>
                    <a:pt x="41139" y="24448"/>
                    <a:pt x="41113" y="24440"/>
                  </a:cubicBezTo>
                  <a:lnTo>
                    <a:pt x="41113" y="24440"/>
                  </a:lnTo>
                  <a:lnTo>
                    <a:pt x="41418" y="24473"/>
                  </a:lnTo>
                  <a:cubicBezTo>
                    <a:pt x="41545" y="24490"/>
                    <a:pt x="41773" y="24516"/>
                    <a:pt x="41976" y="24558"/>
                  </a:cubicBezTo>
                  <a:cubicBezTo>
                    <a:pt x="41866" y="24558"/>
                    <a:pt x="41765" y="24550"/>
                    <a:pt x="41655" y="24541"/>
                  </a:cubicBezTo>
                  <a:lnTo>
                    <a:pt x="41655" y="24541"/>
                  </a:lnTo>
                  <a:cubicBezTo>
                    <a:pt x="41959" y="24583"/>
                    <a:pt x="42238" y="24609"/>
                    <a:pt x="42416" y="24626"/>
                  </a:cubicBezTo>
                  <a:cubicBezTo>
                    <a:pt x="41934" y="24566"/>
                    <a:pt x="42196" y="24575"/>
                    <a:pt x="42086" y="24541"/>
                  </a:cubicBezTo>
                  <a:lnTo>
                    <a:pt x="42086" y="24541"/>
                  </a:lnTo>
                  <a:cubicBezTo>
                    <a:pt x="42390" y="24566"/>
                    <a:pt x="42873" y="24626"/>
                    <a:pt x="43050" y="24634"/>
                  </a:cubicBezTo>
                  <a:cubicBezTo>
                    <a:pt x="43456" y="24685"/>
                    <a:pt x="43795" y="24736"/>
                    <a:pt x="43524" y="24736"/>
                  </a:cubicBezTo>
                  <a:cubicBezTo>
                    <a:pt x="43786" y="24744"/>
                    <a:pt x="44057" y="24778"/>
                    <a:pt x="44336" y="24778"/>
                  </a:cubicBezTo>
                  <a:cubicBezTo>
                    <a:pt x="43820" y="24761"/>
                    <a:pt x="44336" y="24719"/>
                    <a:pt x="43668" y="24702"/>
                  </a:cubicBezTo>
                  <a:cubicBezTo>
                    <a:pt x="43618" y="24687"/>
                    <a:pt x="43631" y="24680"/>
                    <a:pt x="43683" y="24680"/>
                  </a:cubicBezTo>
                  <a:cubicBezTo>
                    <a:pt x="43835" y="24680"/>
                    <a:pt x="44316" y="24732"/>
                    <a:pt x="44573" y="24769"/>
                  </a:cubicBezTo>
                  <a:cubicBezTo>
                    <a:pt x="44548" y="24768"/>
                    <a:pt x="44530" y="24768"/>
                    <a:pt x="44516" y="24768"/>
                  </a:cubicBezTo>
                  <a:cubicBezTo>
                    <a:pt x="44432" y="24768"/>
                    <a:pt x="44533" y="24788"/>
                    <a:pt x="44497" y="24795"/>
                  </a:cubicBezTo>
                  <a:cubicBezTo>
                    <a:pt x="44593" y="24800"/>
                    <a:pt x="44663" y="24802"/>
                    <a:pt x="44711" y="24802"/>
                  </a:cubicBezTo>
                  <a:cubicBezTo>
                    <a:pt x="44920" y="24802"/>
                    <a:pt x="44707" y="24762"/>
                    <a:pt x="44404" y="24727"/>
                  </a:cubicBezTo>
                  <a:lnTo>
                    <a:pt x="44404" y="24727"/>
                  </a:lnTo>
                  <a:lnTo>
                    <a:pt x="45004" y="24761"/>
                  </a:lnTo>
                  <a:lnTo>
                    <a:pt x="44945" y="24753"/>
                  </a:lnTo>
                  <a:lnTo>
                    <a:pt x="44945" y="24753"/>
                  </a:lnTo>
                  <a:cubicBezTo>
                    <a:pt x="45148" y="24769"/>
                    <a:pt x="45351" y="24778"/>
                    <a:pt x="45554" y="24795"/>
                  </a:cubicBezTo>
                  <a:lnTo>
                    <a:pt x="45546" y="24795"/>
                  </a:lnTo>
                  <a:cubicBezTo>
                    <a:pt x="45602" y="24820"/>
                    <a:pt x="45621" y="24835"/>
                    <a:pt x="45568" y="24835"/>
                  </a:cubicBezTo>
                  <a:cubicBezTo>
                    <a:pt x="45548" y="24835"/>
                    <a:pt x="45519" y="24833"/>
                    <a:pt x="45478" y="24829"/>
                  </a:cubicBezTo>
                  <a:lnTo>
                    <a:pt x="45478" y="24829"/>
                  </a:lnTo>
                  <a:lnTo>
                    <a:pt x="45791" y="24871"/>
                  </a:lnTo>
                  <a:lnTo>
                    <a:pt x="45301" y="24846"/>
                  </a:lnTo>
                  <a:lnTo>
                    <a:pt x="45301" y="24846"/>
                  </a:lnTo>
                  <a:cubicBezTo>
                    <a:pt x="45504" y="24879"/>
                    <a:pt x="45842" y="24888"/>
                    <a:pt x="46104" y="24905"/>
                  </a:cubicBezTo>
                  <a:cubicBezTo>
                    <a:pt x="46177" y="24914"/>
                    <a:pt x="46167" y="24917"/>
                    <a:pt x="46106" y="24917"/>
                  </a:cubicBezTo>
                  <a:cubicBezTo>
                    <a:pt x="45970" y="24917"/>
                    <a:pt x="45579" y="24901"/>
                    <a:pt x="45309" y="24901"/>
                  </a:cubicBezTo>
                  <a:cubicBezTo>
                    <a:pt x="45240" y="24901"/>
                    <a:pt x="45178" y="24902"/>
                    <a:pt x="45131" y="24905"/>
                  </a:cubicBezTo>
                  <a:cubicBezTo>
                    <a:pt x="44883" y="24898"/>
                    <a:pt x="44394" y="24840"/>
                    <a:pt x="44331" y="24824"/>
                  </a:cubicBezTo>
                  <a:lnTo>
                    <a:pt x="44331" y="24824"/>
                  </a:lnTo>
                  <a:cubicBezTo>
                    <a:pt x="44321" y="24829"/>
                    <a:pt x="44295" y="24831"/>
                    <a:pt x="44257" y="24831"/>
                  </a:cubicBezTo>
                  <a:cubicBezTo>
                    <a:pt x="44029" y="24831"/>
                    <a:pt x="43365" y="24760"/>
                    <a:pt x="43084" y="24753"/>
                  </a:cubicBezTo>
                  <a:cubicBezTo>
                    <a:pt x="42264" y="24668"/>
                    <a:pt x="42543" y="24643"/>
                    <a:pt x="41815" y="24583"/>
                  </a:cubicBezTo>
                  <a:lnTo>
                    <a:pt x="41815" y="24583"/>
                  </a:lnTo>
                  <a:lnTo>
                    <a:pt x="42077" y="24634"/>
                  </a:lnTo>
                  <a:cubicBezTo>
                    <a:pt x="41426" y="24566"/>
                    <a:pt x="41147" y="24558"/>
                    <a:pt x="40436" y="24448"/>
                  </a:cubicBezTo>
                  <a:cubicBezTo>
                    <a:pt x="40422" y="24440"/>
                    <a:pt x="40425" y="24437"/>
                    <a:pt x="40439" y="24437"/>
                  </a:cubicBezTo>
                  <a:cubicBezTo>
                    <a:pt x="40502" y="24437"/>
                    <a:pt x="40796" y="24499"/>
                    <a:pt x="40927" y="24499"/>
                  </a:cubicBezTo>
                  <a:lnTo>
                    <a:pt x="40597" y="24431"/>
                  </a:lnTo>
                  <a:close/>
                  <a:moveTo>
                    <a:pt x="56848" y="25066"/>
                  </a:moveTo>
                  <a:cubicBezTo>
                    <a:pt x="56754" y="25075"/>
                    <a:pt x="56653" y="25086"/>
                    <a:pt x="56550" y="25094"/>
                  </a:cubicBezTo>
                  <a:lnTo>
                    <a:pt x="56550" y="25094"/>
                  </a:lnTo>
                  <a:cubicBezTo>
                    <a:pt x="56656" y="25088"/>
                    <a:pt x="56774" y="25080"/>
                    <a:pt x="56848" y="25066"/>
                  </a:cubicBezTo>
                  <a:close/>
                  <a:moveTo>
                    <a:pt x="56550" y="25094"/>
                  </a:moveTo>
                  <a:cubicBezTo>
                    <a:pt x="56488" y="25098"/>
                    <a:pt x="56431" y="25102"/>
                    <a:pt x="56388" y="25105"/>
                  </a:cubicBezTo>
                  <a:lnTo>
                    <a:pt x="56388" y="25105"/>
                  </a:lnTo>
                  <a:cubicBezTo>
                    <a:pt x="56442" y="25103"/>
                    <a:pt x="56496" y="25099"/>
                    <a:pt x="56550" y="25094"/>
                  </a:cubicBezTo>
                  <a:close/>
                  <a:moveTo>
                    <a:pt x="56898" y="25116"/>
                  </a:moveTo>
                  <a:cubicBezTo>
                    <a:pt x="56894" y="25116"/>
                    <a:pt x="56889" y="25116"/>
                    <a:pt x="56885" y="25117"/>
                  </a:cubicBezTo>
                  <a:lnTo>
                    <a:pt x="56885" y="25117"/>
                  </a:lnTo>
                  <a:cubicBezTo>
                    <a:pt x="56889" y="25117"/>
                    <a:pt x="56894" y="25116"/>
                    <a:pt x="56898" y="25116"/>
                  </a:cubicBezTo>
                  <a:close/>
                  <a:moveTo>
                    <a:pt x="51251" y="25207"/>
                  </a:moveTo>
                  <a:lnTo>
                    <a:pt x="51251" y="25207"/>
                  </a:lnTo>
                  <a:cubicBezTo>
                    <a:pt x="51248" y="25207"/>
                    <a:pt x="51246" y="25208"/>
                    <a:pt x="51247" y="25209"/>
                  </a:cubicBezTo>
                  <a:cubicBezTo>
                    <a:pt x="51262" y="25209"/>
                    <a:pt x="51262" y="25208"/>
                    <a:pt x="51251" y="25207"/>
                  </a:cubicBezTo>
                  <a:close/>
                  <a:moveTo>
                    <a:pt x="61416" y="24727"/>
                  </a:moveTo>
                  <a:lnTo>
                    <a:pt x="61390" y="24736"/>
                  </a:lnTo>
                  <a:cubicBezTo>
                    <a:pt x="61043" y="24769"/>
                    <a:pt x="60967" y="24795"/>
                    <a:pt x="61137" y="24795"/>
                  </a:cubicBezTo>
                  <a:lnTo>
                    <a:pt x="60705" y="24837"/>
                  </a:lnTo>
                  <a:cubicBezTo>
                    <a:pt x="60548" y="24851"/>
                    <a:pt x="60160" y="24886"/>
                    <a:pt x="59994" y="24886"/>
                  </a:cubicBezTo>
                  <a:cubicBezTo>
                    <a:pt x="59954" y="24886"/>
                    <a:pt x="59927" y="24884"/>
                    <a:pt x="59918" y="24879"/>
                  </a:cubicBezTo>
                  <a:cubicBezTo>
                    <a:pt x="60324" y="24846"/>
                    <a:pt x="60282" y="24846"/>
                    <a:pt x="60096" y="24846"/>
                  </a:cubicBezTo>
                  <a:cubicBezTo>
                    <a:pt x="59698" y="24896"/>
                    <a:pt x="58937" y="24922"/>
                    <a:pt x="58988" y="24964"/>
                  </a:cubicBezTo>
                  <a:cubicBezTo>
                    <a:pt x="58850" y="24970"/>
                    <a:pt x="58713" y="24976"/>
                    <a:pt x="58575" y="24976"/>
                  </a:cubicBezTo>
                  <a:cubicBezTo>
                    <a:pt x="58518" y="24976"/>
                    <a:pt x="58461" y="24975"/>
                    <a:pt x="58404" y="24973"/>
                  </a:cubicBezTo>
                  <a:cubicBezTo>
                    <a:pt x="58353" y="24964"/>
                    <a:pt x="58497" y="24947"/>
                    <a:pt x="58633" y="24930"/>
                  </a:cubicBezTo>
                  <a:lnTo>
                    <a:pt x="58633" y="24930"/>
                  </a:lnTo>
                  <a:lnTo>
                    <a:pt x="57812" y="24981"/>
                  </a:lnTo>
                  <a:lnTo>
                    <a:pt x="56983" y="25015"/>
                  </a:lnTo>
                  <a:cubicBezTo>
                    <a:pt x="56915" y="25049"/>
                    <a:pt x="58049" y="25006"/>
                    <a:pt x="57482" y="25066"/>
                  </a:cubicBezTo>
                  <a:cubicBezTo>
                    <a:pt x="57290" y="25110"/>
                    <a:pt x="57092" y="25135"/>
                    <a:pt x="56892" y="25135"/>
                  </a:cubicBezTo>
                  <a:cubicBezTo>
                    <a:pt x="56863" y="25135"/>
                    <a:pt x="56834" y="25134"/>
                    <a:pt x="56805" y="25133"/>
                  </a:cubicBezTo>
                  <a:cubicBezTo>
                    <a:pt x="56827" y="25126"/>
                    <a:pt x="56856" y="25119"/>
                    <a:pt x="56885" y="25117"/>
                  </a:cubicBezTo>
                  <a:lnTo>
                    <a:pt x="56885" y="25117"/>
                  </a:lnTo>
                  <a:cubicBezTo>
                    <a:pt x="56635" y="25125"/>
                    <a:pt x="56597" y="25125"/>
                    <a:pt x="56323" y="25125"/>
                  </a:cubicBezTo>
                  <a:cubicBezTo>
                    <a:pt x="56294" y="25116"/>
                    <a:pt x="56326" y="25110"/>
                    <a:pt x="56388" y="25105"/>
                  </a:cubicBezTo>
                  <a:lnTo>
                    <a:pt x="56388" y="25105"/>
                  </a:lnTo>
                  <a:cubicBezTo>
                    <a:pt x="56349" y="25107"/>
                    <a:pt x="56311" y="25108"/>
                    <a:pt x="56272" y="25108"/>
                  </a:cubicBezTo>
                  <a:lnTo>
                    <a:pt x="56323" y="25091"/>
                  </a:lnTo>
                  <a:lnTo>
                    <a:pt x="55731" y="25116"/>
                  </a:lnTo>
                  <a:cubicBezTo>
                    <a:pt x="55659" y="25126"/>
                    <a:pt x="55668" y="25130"/>
                    <a:pt x="55718" y="25130"/>
                  </a:cubicBezTo>
                  <a:cubicBezTo>
                    <a:pt x="55821" y="25130"/>
                    <a:pt x="56099" y="25115"/>
                    <a:pt x="56187" y="25115"/>
                  </a:cubicBezTo>
                  <a:cubicBezTo>
                    <a:pt x="56201" y="25115"/>
                    <a:pt x="56210" y="25116"/>
                    <a:pt x="56213" y="25116"/>
                  </a:cubicBezTo>
                  <a:lnTo>
                    <a:pt x="55832" y="25150"/>
                  </a:lnTo>
                  <a:cubicBezTo>
                    <a:pt x="55556" y="25161"/>
                    <a:pt x="54982" y="25175"/>
                    <a:pt x="54500" y="25175"/>
                  </a:cubicBezTo>
                  <a:cubicBezTo>
                    <a:pt x="54229" y="25175"/>
                    <a:pt x="53988" y="25171"/>
                    <a:pt x="53845" y="25159"/>
                  </a:cubicBezTo>
                  <a:cubicBezTo>
                    <a:pt x="53777" y="25157"/>
                    <a:pt x="53722" y="25157"/>
                    <a:pt x="53678" y="25157"/>
                  </a:cubicBezTo>
                  <a:cubicBezTo>
                    <a:pt x="53392" y="25157"/>
                    <a:pt x="53548" y="25179"/>
                    <a:pt x="53438" y="25201"/>
                  </a:cubicBezTo>
                  <a:cubicBezTo>
                    <a:pt x="53359" y="25205"/>
                    <a:pt x="53280" y="25207"/>
                    <a:pt x="53203" y="25207"/>
                  </a:cubicBezTo>
                  <a:cubicBezTo>
                    <a:pt x="53028" y="25207"/>
                    <a:pt x="52856" y="25199"/>
                    <a:pt x="52683" y="25199"/>
                  </a:cubicBezTo>
                  <a:cubicBezTo>
                    <a:pt x="52639" y="25199"/>
                    <a:pt x="52595" y="25200"/>
                    <a:pt x="52550" y="25201"/>
                  </a:cubicBezTo>
                  <a:cubicBezTo>
                    <a:pt x="52559" y="25218"/>
                    <a:pt x="52212" y="25218"/>
                    <a:pt x="52195" y="25243"/>
                  </a:cubicBezTo>
                  <a:lnTo>
                    <a:pt x="51704" y="25235"/>
                  </a:lnTo>
                  <a:lnTo>
                    <a:pt x="51704" y="25235"/>
                  </a:lnTo>
                  <a:cubicBezTo>
                    <a:pt x="51434" y="25277"/>
                    <a:pt x="52296" y="25252"/>
                    <a:pt x="52423" y="25269"/>
                  </a:cubicBezTo>
                  <a:cubicBezTo>
                    <a:pt x="52677" y="25302"/>
                    <a:pt x="52060" y="25277"/>
                    <a:pt x="52229" y="25302"/>
                  </a:cubicBezTo>
                  <a:cubicBezTo>
                    <a:pt x="52601" y="25294"/>
                    <a:pt x="52635" y="25277"/>
                    <a:pt x="52812" y="25269"/>
                  </a:cubicBezTo>
                  <a:cubicBezTo>
                    <a:pt x="53024" y="25269"/>
                    <a:pt x="53134" y="25277"/>
                    <a:pt x="53134" y="25294"/>
                  </a:cubicBezTo>
                  <a:cubicBezTo>
                    <a:pt x="53032" y="25291"/>
                    <a:pt x="52956" y="25290"/>
                    <a:pt x="52896" y="25290"/>
                  </a:cubicBezTo>
                  <a:cubicBezTo>
                    <a:pt x="52597" y="25290"/>
                    <a:pt x="52722" y="25319"/>
                    <a:pt x="52313" y="25319"/>
                  </a:cubicBezTo>
                  <a:lnTo>
                    <a:pt x="52296" y="25311"/>
                  </a:lnTo>
                  <a:cubicBezTo>
                    <a:pt x="52291" y="25326"/>
                    <a:pt x="52037" y="25329"/>
                    <a:pt x="51777" y="25329"/>
                  </a:cubicBezTo>
                  <a:cubicBezTo>
                    <a:pt x="51604" y="25329"/>
                    <a:pt x="51429" y="25328"/>
                    <a:pt x="51324" y="25328"/>
                  </a:cubicBezTo>
                  <a:cubicBezTo>
                    <a:pt x="50791" y="25277"/>
                    <a:pt x="51764" y="25294"/>
                    <a:pt x="51747" y="25277"/>
                  </a:cubicBezTo>
                  <a:lnTo>
                    <a:pt x="51747" y="25277"/>
                  </a:lnTo>
                  <a:cubicBezTo>
                    <a:pt x="51673" y="25280"/>
                    <a:pt x="51600" y="25281"/>
                    <a:pt x="51527" y="25281"/>
                  </a:cubicBezTo>
                  <a:cubicBezTo>
                    <a:pt x="51381" y="25281"/>
                    <a:pt x="51236" y="25277"/>
                    <a:pt x="51095" y="25277"/>
                  </a:cubicBezTo>
                  <a:cubicBezTo>
                    <a:pt x="51374" y="25269"/>
                    <a:pt x="51087" y="25243"/>
                    <a:pt x="51467" y="25235"/>
                  </a:cubicBezTo>
                  <a:cubicBezTo>
                    <a:pt x="51127" y="25235"/>
                    <a:pt x="51047" y="25216"/>
                    <a:pt x="50791" y="25216"/>
                  </a:cubicBezTo>
                  <a:cubicBezTo>
                    <a:pt x="50749" y="25216"/>
                    <a:pt x="50701" y="25217"/>
                    <a:pt x="50647" y="25218"/>
                  </a:cubicBezTo>
                  <a:cubicBezTo>
                    <a:pt x="51078" y="25184"/>
                    <a:pt x="50114" y="25167"/>
                    <a:pt x="50063" y="25142"/>
                  </a:cubicBezTo>
                  <a:cubicBezTo>
                    <a:pt x="50465" y="25142"/>
                    <a:pt x="51167" y="25194"/>
                    <a:pt x="51251" y="25207"/>
                  </a:cubicBezTo>
                  <a:lnTo>
                    <a:pt x="51251" y="25207"/>
                  </a:lnTo>
                  <a:cubicBezTo>
                    <a:pt x="51260" y="25204"/>
                    <a:pt x="51288" y="25203"/>
                    <a:pt x="51327" y="25203"/>
                  </a:cubicBezTo>
                  <a:cubicBezTo>
                    <a:pt x="51379" y="25203"/>
                    <a:pt x="51451" y="25205"/>
                    <a:pt x="51527" y="25209"/>
                  </a:cubicBezTo>
                  <a:cubicBezTo>
                    <a:pt x="51687" y="25209"/>
                    <a:pt x="51882" y="25209"/>
                    <a:pt x="51983" y="25218"/>
                  </a:cubicBezTo>
                  <a:lnTo>
                    <a:pt x="52296" y="25184"/>
                  </a:lnTo>
                  <a:cubicBezTo>
                    <a:pt x="52178" y="25181"/>
                    <a:pt x="52046" y="25181"/>
                    <a:pt x="51929" y="25181"/>
                  </a:cubicBezTo>
                  <a:cubicBezTo>
                    <a:pt x="51693" y="25181"/>
                    <a:pt x="51513" y="25181"/>
                    <a:pt x="51603" y="25159"/>
                  </a:cubicBezTo>
                  <a:lnTo>
                    <a:pt x="51603" y="25159"/>
                  </a:lnTo>
                  <a:cubicBezTo>
                    <a:pt x="51442" y="25167"/>
                    <a:pt x="51281" y="25167"/>
                    <a:pt x="51121" y="25167"/>
                  </a:cubicBezTo>
                  <a:cubicBezTo>
                    <a:pt x="51611" y="25133"/>
                    <a:pt x="51594" y="25133"/>
                    <a:pt x="52034" y="25108"/>
                  </a:cubicBezTo>
                  <a:cubicBezTo>
                    <a:pt x="51577" y="25091"/>
                    <a:pt x="51171" y="25091"/>
                    <a:pt x="50782" y="25091"/>
                  </a:cubicBezTo>
                  <a:cubicBezTo>
                    <a:pt x="50640" y="25094"/>
                    <a:pt x="50500" y="25096"/>
                    <a:pt x="50361" y="25096"/>
                  </a:cubicBezTo>
                  <a:cubicBezTo>
                    <a:pt x="50121" y="25096"/>
                    <a:pt x="49885" y="25090"/>
                    <a:pt x="49649" y="25074"/>
                  </a:cubicBezTo>
                  <a:lnTo>
                    <a:pt x="49759" y="25074"/>
                  </a:lnTo>
                  <a:cubicBezTo>
                    <a:pt x="49386" y="25066"/>
                    <a:pt x="49082" y="25049"/>
                    <a:pt x="48837" y="25040"/>
                  </a:cubicBezTo>
                  <a:cubicBezTo>
                    <a:pt x="48591" y="25023"/>
                    <a:pt x="48397" y="25006"/>
                    <a:pt x="48236" y="24989"/>
                  </a:cubicBezTo>
                  <a:cubicBezTo>
                    <a:pt x="48016" y="24973"/>
                    <a:pt x="47805" y="24930"/>
                    <a:pt x="47593" y="24879"/>
                  </a:cubicBezTo>
                  <a:lnTo>
                    <a:pt x="47593" y="24879"/>
                  </a:lnTo>
                  <a:lnTo>
                    <a:pt x="48244" y="24905"/>
                  </a:lnTo>
                  <a:lnTo>
                    <a:pt x="48287" y="24930"/>
                  </a:lnTo>
                  <a:cubicBezTo>
                    <a:pt x="48811" y="24956"/>
                    <a:pt x="49251" y="24964"/>
                    <a:pt x="49699" y="24964"/>
                  </a:cubicBezTo>
                  <a:cubicBezTo>
                    <a:pt x="49885" y="24961"/>
                    <a:pt x="50071" y="24959"/>
                    <a:pt x="50263" y="24959"/>
                  </a:cubicBezTo>
                  <a:cubicBezTo>
                    <a:pt x="50534" y="24959"/>
                    <a:pt x="50817" y="24963"/>
                    <a:pt x="51129" y="24973"/>
                  </a:cubicBezTo>
                  <a:cubicBezTo>
                    <a:pt x="51075" y="24982"/>
                    <a:pt x="50990" y="24984"/>
                    <a:pt x="50905" y="24984"/>
                  </a:cubicBezTo>
                  <a:cubicBezTo>
                    <a:pt x="50788" y="24984"/>
                    <a:pt x="50671" y="24979"/>
                    <a:pt x="50636" y="24979"/>
                  </a:cubicBezTo>
                  <a:cubicBezTo>
                    <a:pt x="50625" y="24979"/>
                    <a:pt x="50622" y="24980"/>
                    <a:pt x="50630" y="24981"/>
                  </a:cubicBezTo>
                  <a:cubicBezTo>
                    <a:pt x="50750" y="24986"/>
                    <a:pt x="50844" y="24988"/>
                    <a:pt x="50922" y="24988"/>
                  </a:cubicBezTo>
                  <a:cubicBezTo>
                    <a:pt x="51165" y="24988"/>
                    <a:pt x="51253" y="24970"/>
                    <a:pt x="51469" y="24970"/>
                  </a:cubicBezTo>
                  <a:cubicBezTo>
                    <a:pt x="51557" y="24970"/>
                    <a:pt x="51666" y="24973"/>
                    <a:pt x="51814" y="24981"/>
                  </a:cubicBezTo>
                  <a:cubicBezTo>
                    <a:pt x="50909" y="24989"/>
                    <a:pt x="52381" y="24998"/>
                    <a:pt x="51569" y="25023"/>
                  </a:cubicBezTo>
                  <a:cubicBezTo>
                    <a:pt x="51852" y="25015"/>
                    <a:pt x="52140" y="25011"/>
                    <a:pt x="52424" y="25011"/>
                  </a:cubicBezTo>
                  <a:cubicBezTo>
                    <a:pt x="52709" y="25011"/>
                    <a:pt x="52990" y="25015"/>
                    <a:pt x="53261" y="25023"/>
                  </a:cubicBezTo>
                  <a:lnTo>
                    <a:pt x="54648" y="25023"/>
                  </a:lnTo>
                  <a:cubicBezTo>
                    <a:pt x="54462" y="25006"/>
                    <a:pt x="54953" y="24981"/>
                    <a:pt x="54978" y="24981"/>
                  </a:cubicBezTo>
                  <a:cubicBezTo>
                    <a:pt x="55173" y="24981"/>
                    <a:pt x="55105" y="25006"/>
                    <a:pt x="54953" y="25006"/>
                  </a:cubicBezTo>
                  <a:cubicBezTo>
                    <a:pt x="55342" y="25015"/>
                    <a:pt x="55401" y="25032"/>
                    <a:pt x="55342" y="25057"/>
                  </a:cubicBezTo>
                  <a:lnTo>
                    <a:pt x="54555" y="25074"/>
                  </a:lnTo>
                  <a:cubicBezTo>
                    <a:pt x="54809" y="25074"/>
                    <a:pt x="54944" y="25091"/>
                    <a:pt x="55156" y="25091"/>
                  </a:cubicBezTo>
                  <a:cubicBezTo>
                    <a:pt x="55249" y="25091"/>
                    <a:pt x="55350" y="25091"/>
                    <a:pt x="55477" y="25074"/>
                  </a:cubicBezTo>
                  <a:cubicBezTo>
                    <a:pt x="55613" y="25066"/>
                    <a:pt x="55587" y="25066"/>
                    <a:pt x="55587" y="25049"/>
                  </a:cubicBezTo>
                  <a:cubicBezTo>
                    <a:pt x="55841" y="25032"/>
                    <a:pt x="56154" y="24998"/>
                    <a:pt x="56552" y="24956"/>
                  </a:cubicBezTo>
                  <a:lnTo>
                    <a:pt x="56526" y="24956"/>
                  </a:lnTo>
                  <a:lnTo>
                    <a:pt x="57372" y="24922"/>
                  </a:lnTo>
                  <a:lnTo>
                    <a:pt x="57271" y="24939"/>
                  </a:lnTo>
                  <a:lnTo>
                    <a:pt x="57770" y="24896"/>
                  </a:lnTo>
                  <a:lnTo>
                    <a:pt x="57770" y="24896"/>
                  </a:lnTo>
                  <a:cubicBezTo>
                    <a:pt x="57753" y="24922"/>
                    <a:pt x="57922" y="24905"/>
                    <a:pt x="57888" y="24922"/>
                  </a:cubicBezTo>
                  <a:cubicBezTo>
                    <a:pt x="57929" y="24926"/>
                    <a:pt x="57979" y="24928"/>
                    <a:pt x="58036" y="24928"/>
                  </a:cubicBezTo>
                  <a:cubicBezTo>
                    <a:pt x="58409" y="24928"/>
                    <a:pt x="59085" y="24843"/>
                    <a:pt x="59665" y="24829"/>
                  </a:cubicBezTo>
                  <a:lnTo>
                    <a:pt x="59665" y="24829"/>
                  </a:lnTo>
                  <a:lnTo>
                    <a:pt x="59563" y="24846"/>
                  </a:lnTo>
                  <a:cubicBezTo>
                    <a:pt x="59656" y="24837"/>
                    <a:pt x="59775" y="24829"/>
                    <a:pt x="59927" y="24820"/>
                  </a:cubicBezTo>
                  <a:cubicBezTo>
                    <a:pt x="60071" y="24803"/>
                    <a:pt x="60231" y="24795"/>
                    <a:pt x="60409" y="24786"/>
                  </a:cubicBezTo>
                  <a:lnTo>
                    <a:pt x="61416" y="24727"/>
                  </a:lnTo>
                  <a:close/>
                  <a:moveTo>
                    <a:pt x="0" y="0"/>
                  </a:moveTo>
                  <a:lnTo>
                    <a:pt x="0" y="0"/>
                  </a:lnTo>
                  <a:cubicBezTo>
                    <a:pt x="17" y="305"/>
                    <a:pt x="43" y="567"/>
                    <a:pt x="68" y="804"/>
                  </a:cubicBezTo>
                  <a:cubicBezTo>
                    <a:pt x="102" y="1041"/>
                    <a:pt x="144" y="1244"/>
                    <a:pt x="187" y="1455"/>
                  </a:cubicBezTo>
                  <a:lnTo>
                    <a:pt x="237" y="1752"/>
                  </a:lnTo>
                  <a:lnTo>
                    <a:pt x="313" y="2056"/>
                  </a:lnTo>
                  <a:cubicBezTo>
                    <a:pt x="330" y="2158"/>
                    <a:pt x="356" y="2259"/>
                    <a:pt x="373" y="2369"/>
                  </a:cubicBezTo>
                  <a:cubicBezTo>
                    <a:pt x="398" y="2479"/>
                    <a:pt x="415" y="2597"/>
                    <a:pt x="449" y="2716"/>
                  </a:cubicBezTo>
                  <a:cubicBezTo>
                    <a:pt x="433" y="2670"/>
                    <a:pt x="425" y="2653"/>
                    <a:pt x="422" y="2653"/>
                  </a:cubicBezTo>
                  <a:cubicBezTo>
                    <a:pt x="416" y="2653"/>
                    <a:pt x="432" y="2729"/>
                    <a:pt x="432" y="2758"/>
                  </a:cubicBezTo>
                  <a:lnTo>
                    <a:pt x="576" y="3223"/>
                  </a:lnTo>
                  <a:lnTo>
                    <a:pt x="635" y="3435"/>
                  </a:lnTo>
                  <a:cubicBezTo>
                    <a:pt x="660" y="3494"/>
                    <a:pt x="677" y="3553"/>
                    <a:pt x="703" y="3596"/>
                  </a:cubicBezTo>
                  <a:lnTo>
                    <a:pt x="855" y="4078"/>
                  </a:lnTo>
                  <a:cubicBezTo>
                    <a:pt x="821" y="4027"/>
                    <a:pt x="787" y="3976"/>
                    <a:pt x="779" y="3926"/>
                  </a:cubicBezTo>
                  <a:cubicBezTo>
                    <a:pt x="703" y="3756"/>
                    <a:pt x="643" y="3587"/>
                    <a:pt x="593" y="3410"/>
                  </a:cubicBezTo>
                  <a:lnTo>
                    <a:pt x="593" y="3410"/>
                  </a:lnTo>
                  <a:cubicBezTo>
                    <a:pt x="652" y="3630"/>
                    <a:pt x="728" y="3833"/>
                    <a:pt x="796" y="4036"/>
                  </a:cubicBezTo>
                  <a:cubicBezTo>
                    <a:pt x="829" y="4137"/>
                    <a:pt x="863" y="4239"/>
                    <a:pt x="897" y="4332"/>
                  </a:cubicBezTo>
                  <a:lnTo>
                    <a:pt x="1016" y="4619"/>
                  </a:lnTo>
                  <a:cubicBezTo>
                    <a:pt x="1092" y="4805"/>
                    <a:pt x="1159" y="5000"/>
                    <a:pt x="1244" y="5178"/>
                  </a:cubicBezTo>
                  <a:cubicBezTo>
                    <a:pt x="1329" y="5355"/>
                    <a:pt x="1422" y="5533"/>
                    <a:pt x="1498" y="5711"/>
                  </a:cubicBezTo>
                  <a:cubicBezTo>
                    <a:pt x="1582" y="5897"/>
                    <a:pt x="1675" y="6074"/>
                    <a:pt x="1768" y="6243"/>
                  </a:cubicBezTo>
                  <a:cubicBezTo>
                    <a:pt x="1862" y="6413"/>
                    <a:pt x="1946" y="6599"/>
                    <a:pt x="2056" y="6768"/>
                  </a:cubicBezTo>
                  <a:lnTo>
                    <a:pt x="2369" y="7309"/>
                  </a:lnTo>
                  <a:lnTo>
                    <a:pt x="2445" y="7453"/>
                  </a:lnTo>
                  <a:lnTo>
                    <a:pt x="2538" y="7588"/>
                  </a:lnTo>
                  <a:lnTo>
                    <a:pt x="2707" y="7868"/>
                  </a:lnTo>
                  <a:cubicBezTo>
                    <a:pt x="2712" y="7876"/>
                    <a:pt x="2714" y="7879"/>
                    <a:pt x="2714" y="7879"/>
                  </a:cubicBezTo>
                  <a:cubicBezTo>
                    <a:pt x="2712" y="7879"/>
                    <a:pt x="2631" y="7760"/>
                    <a:pt x="2629" y="7760"/>
                  </a:cubicBezTo>
                  <a:cubicBezTo>
                    <a:pt x="2629" y="7760"/>
                    <a:pt x="2634" y="7769"/>
                    <a:pt x="2648" y="7792"/>
                  </a:cubicBezTo>
                  <a:cubicBezTo>
                    <a:pt x="2758" y="7969"/>
                    <a:pt x="2877" y="8130"/>
                    <a:pt x="3004" y="8299"/>
                  </a:cubicBezTo>
                  <a:cubicBezTo>
                    <a:pt x="2986" y="8284"/>
                    <a:pt x="2970" y="8268"/>
                    <a:pt x="2955" y="8252"/>
                  </a:cubicBezTo>
                  <a:lnTo>
                    <a:pt x="2955" y="8252"/>
                  </a:lnTo>
                  <a:cubicBezTo>
                    <a:pt x="3050" y="8390"/>
                    <a:pt x="3139" y="8512"/>
                    <a:pt x="3223" y="8629"/>
                  </a:cubicBezTo>
                  <a:cubicBezTo>
                    <a:pt x="3325" y="8790"/>
                    <a:pt x="3418" y="8934"/>
                    <a:pt x="3511" y="9052"/>
                  </a:cubicBezTo>
                  <a:cubicBezTo>
                    <a:pt x="3697" y="9306"/>
                    <a:pt x="3858" y="9534"/>
                    <a:pt x="4053" y="9754"/>
                  </a:cubicBezTo>
                  <a:cubicBezTo>
                    <a:pt x="4002" y="9712"/>
                    <a:pt x="3951" y="9661"/>
                    <a:pt x="3917" y="9602"/>
                  </a:cubicBezTo>
                  <a:cubicBezTo>
                    <a:pt x="3883" y="9551"/>
                    <a:pt x="3849" y="9509"/>
                    <a:pt x="3807" y="9466"/>
                  </a:cubicBezTo>
                  <a:lnTo>
                    <a:pt x="3807" y="9466"/>
                  </a:lnTo>
                  <a:cubicBezTo>
                    <a:pt x="3943" y="9653"/>
                    <a:pt x="4078" y="9805"/>
                    <a:pt x="4196" y="9949"/>
                  </a:cubicBezTo>
                  <a:cubicBezTo>
                    <a:pt x="4323" y="10092"/>
                    <a:pt x="4433" y="10219"/>
                    <a:pt x="4552" y="10346"/>
                  </a:cubicBezTo>
                  <a:lnTo>
                    <a:pt x="4932" y="10735"/>
                  </a:lnTo>
                  <a:cubicBezTo>
                    <a:pt x="4991" y="10803"/>
                    <a:pt x="5059" y="10871"/>
                    <a:pt x="5135" y="10947"/>
                  </a:cubicBezTo>
                  <a:lnTo>
                    <a:pt x="5364" y="11175"/>
                  </a:lnTo>
                  <a:cubicBezTo>
                    <a:pt x="5317" y="11136"/>
                    <a:pt x="5295" y="11119"/>
                    <a:pt x="5290" y="11119"/>
                  </a:cubicBezTo>
                  <a:cubicBezTo>
                    <a:pt x="5272" y="11119"/>
                    <a:pt x="5523" y="11376"/>
                    <a:pt x="5651" y="11531"/>
                  </a:cubicBezTo>
                  <a:cubicBezTo>
                    <a:pt x="5787" y="11657"/>
                    <a:pt x="5973" y="11818"/>
                    <a:pt x="6176" y="12004"/>
                  </a:cubicBezTo>
                  <a:cubicBezTo>
                    <a:pt x="6379" y="12190"/>
                    <a:pt x="6616" y="12385"/>
                    <a:pt x="6861" y="12596"/>
                  </a:cubicBezTo>
                  <a:cubicBezTo>
                    <a:pt x="7352" y="13011"/>
                    <a:pt x="7902" y="13425"/>
                    <a:pt x="8358" y="13755"/>
                  </a:cubicBezTo>
                  <a:cubicBezTo>
                    <a:pt x="8341" y="13748"/>
                    <a:pt x="8329" y="13744"/>
                    <a:pt x="8324" y="13744"/>
                  </a:cubicBezTo>
                  <a:cubicBezTo>
                    <a:pt x="8242" y="13744"/>
                    <a:pt x="9403" y="14513"/>
                    <a:pt x="9458" y="14584"/>
                  </a:cubicBezTo>
                  <a:cubicBezTo>
                    <a:pt x="9670" y="14720"/>
                    <a:pt x="9999" y="14931"/>
                    <a:pt x="10042" y="14931"/>
                  </a:cubicBezTo>
                  <a:cubicBezTo>
                    <a:pt x="9906" y="14864"/>
                    <a:pt x="9788" y="14779"/>
                    <a:pt x="9678" y="14677"/>
                  </a:cubicBezTo>
                  <a:lnTo>
                    <a:pt x="9678" y="14677"/>
                  </a:lnTo>
                  <a:lnTo>
                    <a:pt x="9932" y="14847"/>
                  </a:lnTo>
                  <a:lnTo>
                    <a:pt x="10202" y="15007"/>
                  </a:lnTo>
                  <a:cubicBezTo>
                    <a:pt x="10304" y="15075"/>
                    <a:pt x="10414" y="15134"/>
                    <a:pt x="10532" y="15185"/>
                  </a:cubicBezTo>
                  <a:cubicBezTo>
                    <a:pt x="10659" y="15278"/>
                    <a:pt x="10786" y="15363"/>
                    <a:pt x="10913" y="15447"/>
                  </a:cubicBezTo>
                  <a:cubicBezTo>
                    <a:pt x="11048" y="15481"/>
                    <a:pt x="11184" y="15540"/>
                    <a:pt x="11302" y="15625"/>
                  </a:cubicBezTo>
                  <a:cubicBezTo>
                    <a:pt x="11487" y="15752"/>
                    <a:pt x="11520" y="15769"/>
                    <a:pt x="11535" y="15769"/>
                  </a:cubicBezTo>
                  <a:cubicBezTo>
                    <a:pt x="11541" y="15769"/>
                    <a:pt x="11544" y="15767"/>
                    <a:pt x="11552" y="15767"/>
                  </a:cubicBezTo>
                  <a:cubicBezTo>
                    <a:pt x="11577" y="15767"/>
                    <a:pt x="11644" y="15790"/>
                    <a:pt x="11962" y="15980"/>
                  </a:cubicBezTo>
                  <a:cubicBezTo>
                    <a:pt x="11784" y="15913"/>
                    <a:pt x="11641" y="15845"/>
                    <a:pt x="11573" y="15828"/>
                  </a:cubicBezTo>
                  <a:lnTo>
                    <a:pt x="11573" y="15828"/>
                  </a:lnTo>
                  <a:cubicBezTo>
                    <a:pt x="11911" y="16022"/>
                    <a:pt x="11869" y="15980"/>
                    <a:pt x="12114" y="16116"/>
                  </a:cubicBezTo>
                  <a:cubicBezTo>
                    <a:pt x="12123" y="16122"/>
                    <a:pt x="12125" y="16126"/>
                    <a:pt x="12121" y="16126"/>
                  </a:cubicBezTo>
                  <a:cubicBezTo>
                    <a:pt x="12094" y="16126"/>
                    <a:pt x="11817" y="15996"/>
                    <a:pt x="11590" y="15879"/>
                  </a:cubicBezTo>
                  <a:lnTo>
                    <a:pt x="11590" y="15879"/>
                  </a:lnTo>
                  <a:lnTo>
                    <a:pt x="12021" y="16141"/>
                  </a:lnTo>
                  <a:cubicBezTo>
                    <a:pt x="12241" y="16242"/>
                    <a:pt x="12537" y="16378"/>
                    <a:pt x="12876" y="16539"/>
                  </a:cubicBezTo>
                  <a:cubicBezTo>
                    <a:pt x="13206" y="16691"/>
                    <a:pt x="13578" y="16868"/>
                    <a:pt x="13925" y="17038"/>
                  </a:cubicBezTo>
                  <a:cubicBezTo>
                    <a:pt x="13844" y="17015"/>
                    <a:pt x="13712" y="16952"/>
                    <a:pt x="13690" y="16952"/>
                  </a:cubicBezTo>
                  <a:cubicBezTo>
                    <a:pt x="13679" y="16952"/>
                    <a:pt x="13693" y="16966"/>
                    <a:pt x="13747" y="17004"/>
                  </a:cubicBezTo>
                  <a:cubicBezTo>
                    <a:pt x="14041" y="17135"/>
                    <a:pt x="14446" y="17297"/>
                    <a:pt x="14831" y="17483"/>
                  </a:cubicBezTo>
                  <a:lnTo>
                    <a:pt x="14831" y="17483"/>
                  </a:lnTo>
                  <a:cubicBezTo>
                    <a:pt x="14825" y="17482"/>
                    <a:pt x="14821" y="17482"/>
                    <a:pt x="14801" y="17475"/>
                  </a:cubicBezTo>
                  <a:lnTo>
                    <a:pt x="14801" y="17475"/>
                  </a:lnTo>
                  <a:cubicBezTo>
                    <a:pt x="15504" y="17765"/>
                    <a:pt x="15324" y="17725"/>
                    <a:pt x="15963" y="18002"/>
                  </a:cubicBezTo>
                  <a:lnTo>
                    <a:pt x="15929" y="18002"/>
                  </a:lnTo>
                  <a:cubicBezTo>
                    <a:pt x="16065" y="18053"/>
                    <a:pt x="16200" y="18104"/>
                    <a:pt x="16336" y="18154"/>
                  </a:cubicBezTo>
                  <a:cubicBezTo>
                    <a:pt x="17181" y="18459"/>
                    <a:pt x="17258" y="18560"/>
                    <a:pt x="17748" y="18780"/>
                  </a:cubicBezTo>
                  <a:lnTo>
                    <a:pt x="17638" y="18738"/>
                  </a:lnTo>
                  <a:lnTo>
                    <a:pt x="17638" y="18738"/>
                  </a:lnTo>
                  <a:cubicBezTo>
                    <a:pt x="17791" y="18814"/>
                    <a:pt x="18120" y="18941"/>
                    <a:pt x="18459" y="19068"/>
                  </a:cubicBezTo>
                  <a:cubicBezTo>
                    <a:pt x="18776" y="19190"/>
                    <a:pt x="19093" y="19296"/>
                    <a:pt x="19245" y="19357"/>
                  </a:cubicBezTo>
                  <a:lnTo>
                    <a:pt x="19245" y="19357"/>
                  </a:lnTo>
                  <a:cubicBezTo>
                    <a:pt x="18915" y="19223"/>
                    <a:pt x="19140" y="19303"/>
                    <a:pt x="18890" y="19178"/>
                  </a:cubicBezTo>
                  <a:cubicBezTo>
                    <a:pt x="18577" y="19068"/>
                    <a:pt x="18653" y="19136"/>
                    <a:pt x="18137" y="18924"/>
                  </a:cubicBezTo>
                  <a:cubicBezTo>
                    <a:pt x="18214" y="18924"/>
                    <a:pt x="18882" y="19169"/>
                    <a:pt x="19026" y="19195"/>
                  </a:cubicBezTo>
                  <a:cubicBezTo>
                    <a:pt x="19212" y="19246"/>
                    <a:pt x="19381" y="19339"/>
                    <a:pt x="19533" y="19449"/>
                  </a:cubicBezTo>
                  <a:cubicBezTo>
                    <a:pt x="19905" y="19575"/>
                    <a:pt x="20193" y="19685"/>
                    <a:pt x="20498" y="19804"/>
                  </a:cubicBezTo>
                  <a:cubicBezTo>
                    <a:pt x="20811" y="19914"/>
                    <a:pt x="21140" y="20024"/>
                    <a:pt x="21597" y="20176"/>
                  </a:cubicBezTo>
                  <a:cubicBezTo>
                    <a:pt x="21766" y="20218"/>
                    <a:pt x="21919" y="20252"/>
                    <a:pt x="22122" y="20303"/>
                  </a:cubicBezTo>
                  <a:cubicBezTo>
                    <a:pt x="22325" y="20354"/>
                    <a:pt x="22579" y="20438"/>
                    <a:pt x="22959" y="20582"/>
                  </a:cubicBezTo>
                  <a:lnTo>
                    <a:pt x="22933" y="20582"/>
                  </a:lnTo>
                  <a:cubicBezTo>
                    <a:pt x="23020" y="20596"/>
                    <a:pt x="23300" y="20705"/>
                    <a:pt x="23441" y="20734"/>
                  </a:cubicBezTo>
                  <a:cubicBezTo>
                    <a:pt x="23378" y="20708"/>
                    <a:pt x="23365" y="20699"/>
                    <a:pt x="23376" y="20699"/>
                  </a:cubicBezTo>
                  <a:cubicBezTo>
                    <a:pt x="23399" y="20699"/>
                    <a:pt x="23520" y="20734"/>
                    <a:pt x="23547" y="20734"/>
                  </a:cubicBezTo>
                  <a:cubicBezTo>
                    <a:pt x="23563" y="20734"/>
                    <a:pt x="23546" y="20722"/>
                    <a:pt x="23458" y="20684"/>
                  </a:cubicBezTo>
                  <a:lnTo>
                    <a:pt x="23458" y="20684"/>
                  </a:lnTo>
                  <a:cubicBezTo>
                    <a:pt x="23907" y="20819"/>
                    <a:pt x="23974" y="20887"/>
                    <a:pt x="24008" y="20929"/>
                  </a:cubicBezTo>
                  <a:cubicBezTo>
                    <a:pt x="24228" y="20980"/>
                    <a:pt x="24448" y="21039"/>
                    <a:pt x="24660" y="21124"/>
                  </a:cubicBezTo>
                  <a:cubicBezTo>
                    <a:pt x="24930" y="21208"/>
                    <a:pt x="25243" y="21310"/>
                    <a:pt x="25590" y="21394"/>
                  </a:cubicBezTo>
                  <a:cubicBezTo>
                    <a:pt x="25489" y="21381"/>
                    <a:pt x="24987" y="21244"/>
                    <a:pt x="24939" y="21244"/>
                  </a:cubicBezTo>
                  <a:cubicBezTo>
                    <a:pt x="24926" y="21244"/>
                    <a:pt x="24944" y="21253"/>
                    <a:pt x="25006" y="21276"/>
                  </a:cubicBezTo>
                  <a:lnTo>
                    <a:pt x="25912" y="21487"/>
                  </a:lnTo>
                  <a:lnTo>
                    <a:pt x="25912" y="21487"/>
                  </a:lnTo>
                  <a:lnTo>
                    <a:pt x="25514" y="21369"/>
                  </a:lnTo>
                  <a:lnTo>
                    <a:pt x="25514" y="21369"/>
                  </a:lnTo>
                  <a:cubicBezTo>
                    <a:pt x="25937" y="21479"/>
                    <a:pt x="26360" y="21597"/>
                    <a:pt x="26766" y="21749"/>
                  </a:cubicBezTo>
                  <a:cubicBezTo>
                    <a:pt x="26780" y="21756"/>
                    <a:pt x="26783" y="21759"/>
                    <a:pt x="26776" y="21759"/>
                  </a:cubicBezTo>
                  <a:cubicBezTo>
                    <a:pt x="26747" y="21759"/>
                    <a:pt x="26545" y="21706"/>
                    <a:pt x="26394" y="21665"/>
                  </a:cubicBezTo>
                  <a:lnTo>
                    <a:pt x="26394" y="21665"/>
                  </a:lnTo>
                  <a:cubicBezTo>
                    <a:pt x="26597" y="21733"/>
                    <a:pt x="26927" y="21809"/>
                    <a:pt x="27206" y="21876"/>
                  </a:cubicBezTo>
                  <a:cubicBezTo>
                    <a:pt x="27417" y="21910"/>
                    <a:pt x="28128" y="22088"/>
                    <a:pt x="28424" y="22139"/>
                  </a:cubicBezTo>
                  <a:lnTo>
                    <a:pt x="28534" y="22164"/>
                  </a:lnTo>
                  <a:lnTo>
                    <a:pt x="28483" y="22164"/>
                  </a:lnTo>
                  <a:lnTo>
                    <a:pt x="28636" y="22198"/>
                  </a:lnTo>
                  <a:lnTo>
                    <a:pt x="28991" y="22291"/>
                  </a:lnTo>
                  <a:lnTo>
                    <a:pt x="28915" y="22282"/>
                  </a:lnTo>
                  <a:lnTo>
                    <a:pt x="28915" y="22282"/>
                  </a:lnTo>
                  <a:lnTo>
                    <a:pt x="29058" y="22308"/>
                  </a:lnTo>
                  <a:lnTo>
                    <a:pt x="29431" y="22418"/>
                  </a:lnTo>
                  <a:lnTo>
                    <a:pt x="29625" y="22452"/>
                  </a:lnTo>
                  <a:lnTo>
                    <a:pt x="29532" y="22426"/>
                  </a:lnTo>
                  <a:cubicBezTo>
                    <a:pt x="29536" y="22425"/>
                    <a:pt x="29544" y="22424"/>
                    <a:pt x="29554" y="22424"/>
                  </a:cubicBezTo>
                  <a:cubicBezTo>
                    <a:pt x="29660" y="22424"/>
                    <a:pt x="30080" y="22498"/>
                    <a:pt x="30556" y="22621"/>
                  </a:cubicBezTo>
                  <a:lnTo>
                    <a:pt x="29845" y="22435"/>
                  </a:lnTo>
                  <a:lnTo>
                    <a:pt x="29981" y="22460"/>
                  </a:lnTo>
                  <a:cubicBezTo>
                    <a:pt x="30277" y="22528"/>
                    <a:pt x="30564" y="22604"/>
                    <a:pt x="30843" y="22672"/>
                  </a:cubicBezTo>
                  <a:lnTo>
                    <a:pt x="31656" y="22858"/>
                  </a:lnTo>
                  <a:cubicBezTo>
                    <a:pt x="31469" y="22824"/>
                    <a:pt x="31266" y="22782"/>
                    <a:pt x="31030" y="22731"/>
                  </a:cubicBezTo>
                  <a:lnTo>
                    <a:pt x="31030" y="22731"/>
                  </a:lnTo>
                  <a:cubicBezTo>
                    <a:pt x="31588" y="22883"/>
                    <a:pt x="32459" y="23018"/>
                    <a:pt x="32721" y="23120"/>
                  </a:cubicBezTo>
                  <a:cubicBezTo>
                    <a:pt x="31850" y="22968"/>
                    <a:pt x="31444" y="22866"/>
                    <a:pt x="30539" y="22680"/>
                  </a:cubicBezTo>
                  <a:cubicBezTo>
                    <a:pt x="30436" y="22646"/>
                    <a:pt x="30409" y="22632"/>
                    <a:pt x="30428" y="22632"/>
                  </a:cubicBezTo>
                  <a:cubicBezTo>
                    <a:pt x="30452" y="22632"/>
                    <a:pt x="30546" y="22652"/>
                    <a:pt x="30657" y="22680"/>
                  </a:cubicBezTo>
                  <a:cubicBezTo>
                    <a:pt x="30869" y="22722"/>
                    <a:pt x="31139" y="22773"/>
                    <a:pt x="31156" y="22773"/>
                  </a:cubicBezTo>
                  <a:cubicBezTo>
                    <a:pt x="30987" y="22731"/>
                    <a:pt x="30810" y="22688"/>
                    <a:pt x="30640" y="22646"/>
                  </a:cubicBezTo>
                  <a:lnTo>
                    <a:pt x="30640" y="22646"/>
                  </a:lnTo>
                  <a:cubicBezTo>
                    <a:pt x="30646" y="22649"/>
                    <a:pt x="30644" y="22651"/>
                    <a:pt x="30637" y="22651"/>
                  </a:cubicBezTo>
                  <a:cubicBezTo>
                    <a:pt x="30570" y="22651"/>
                    <a:pt x="29959" y="22504"/>
                    <a:pt x="29875" y="22504"/>
                  </a:cubicBezTo>
                  <a:cubicBezTo>
                    <a:pt x="29856" y="22504"/>
                    <a:pt x="29863" y="22511"/>
                    <a:pt x="29904" y="22528"/>
                  </a:cubicBezTo>
                  <a:lnTo>
                    <a:pt x="30742" y="22739"/>
                  </a:lnTo>
                  <a:lnTo>
                    <a:pt x="31562" y="22925"/>
                  </a:lnTo>
                  <a:lnTo>
                    <a:pt x="32358" y="23103"/>
                  </a:lnTo>
                  <a:lnTo>
                    <a:pt x="32747" y="23188"/>
                  </a:lnTo>
                  <a:lnTo>
                    <a:pt x="33119" y="23255"/>
                  </a:lnTo>
                  <a:cubicBezTo>
                    <a:pt x="32789" y="23281"/>
                    <a:pt x="32459" y="23281"/>
                    <a:pt x="32129" y="23289"/>
                  </a:cubicBezTo>
                  <a:lnTo>
                    <a:pt x="32062" y="23289"/>
                  </a:lnTo>
                  <a:cubicBezTo>
                    <a:pt x="32416" y="23367"/>
                    <a:pt x="32575" y="23390"/>
                    <a:pt x="32646" y="23390"/>
                  </a:cubicBezTo>
                  <a:cubicBezTo>
                    <a:pt x="32749" y="23390"/>
                    <a:pt x="32669" y="23342"/>
                    <a:pt x="32728" y="23342"/>
                  </a:cubicBezTo>
                  <a:cubicBezTo>
                    <a:pt x="32739" y="23342"/>
                    <a:pt x="32756" y="23344"/>
                    <a:pt x="32781" y="23348"/>
                  </a:cubicBezTo>
                  <a:cubicBezTo>
                    <a:pt x="32992" y="23382"/>
                    <a:pt x="33178" y="23399"/>
                    <a:pt x="33364" y="23450"/>
                  </a:cubicBezTo>
                  <a:lnTo>
                    <a:pt x="33254" y="23441"/>
                  </a:lnTo>
                  <a:lnTo>
                    <a:pt x="33254" y="23441"/>
                  </a:lnTo>
                  <a:cubicBezTo>
                    <a:pt x="33559" y="23496"/>
                    <a:pt x="33608" y="23496"/>
                    <a:pt x="33648" y="23496"/>
                  </a:cubicBezTo>
                  <a:cubicBezTo>
                    <a:pt x="33688" y="23496"/>
                    <a:pt x="33720" y="23496"/>
                    <a:pt x="33990" y="23551"/>
                  </a:cubicBezTo>
                  <a:cubicBezTo>
                    <a:pt x="34070" y="23562"/>
                    <a:pt x="34107" y="23567"/>
                    <a:pt x="34116" y="23567"/>
                  </a:cubicBezTo>
                  <a:cubicBezTo>
                    <a:pt x="34152" y="23567"/>
                    <a:pt x="33783" y="23504"/>
                    <a:pt x="33824" y="23504"/>
                  </a:cubicBezTo>
                  <a:cubicBezTo>
                    <a:pt x="33831" y="23504"/>
                    <a:pt x="33849" y="23505"/>
                    <a:pt x="33880" y="23509"/>
                  </a:cubicBezTo>
                  <a:cubicBezTo>
                    <a:pt x="34050" y="23543"/>
                    <a:pt x="34219" y="23568"/>
                    <a:pt x="34388" y="23577"/>
                  </a:cubicBezTo>
                  <a:cubicBezTo>
                    <a:pt x="34642" y="23611"/>
                    <a:pt x="34887" y="23653"/>
                    <a:pt x="35132" y="23704"/>
                  </a:cubicBezTo>
                  <a:cubicBezTo>
                    <a:pt x="35110" y="23708"/>
                    <a:pt x="35141" y="23725"/>
                    <a:pt x="35091" y="23725"/>
                  </a:cubicBezTo>
                  <a:cubicBezTo>
                    <a:pt x="35048" y="23725"/>
                    <a:pt x="34947" y="23713"/>
                    <a:pt x="34701" y="23670"/>
                  </a:cubicBezTo>
                  <a:lnTo>
                    <a:pt x="34701" y="23670"/>
                  </a:lnTo>
                  <a:cubicBezTo>
                    <a:pt x="34870" y="23712"/>
                    <a:pt x="35039" y="23746"/>
                    <a:pt x="35208" y="23788"/>
                  </a:cubicBezTo>
                  <a:cubicBezTo>
                    <a:pt x="34608" y="23695"/>
                    <a:pt x="34972" y="23754"/>
                    <a:pt x="34354" y="23644"/>
                  </a:cubicBezTo>
                  <a:cubicBezTo>
                    <a:pt x="34265" y="23637"/>
                    <a:pt x="34209" y="23634"/>
                    <a:pt x="34166" y="23634"/>
                  </a:cubicBezTo>
                  <a:cubicBezTo>
                    <a:pt x="34115" y="23634"/>
                    <a:pt x="34083" y="23638"/>
                    <a:pt x="34035" y="23638"/>
                  </a:cubicBezTo>
                  <a:cubicBezTo>
                    <a:pt x="33995" y="23638"/>
                    <a:pt x="33945" y="23635"/>
                    <a:pt x="33863" y="23627"/>
                  </a:cubicBezTo>
                  <a:lnTo>
                    <a:pt x="33863" y="23627"/>
                  </a:lnTo>
                  <a:cubicBezTo>
                    <a:pt x="34092" y="23670"/>
                    <a:pt x="34058" y="23636"/>
                    <a:pt x="34405" y="23704"/>
                  </a:cubicBezTo>
                  <a:cubicBezTo>
                    <a:pt x="34543" y="23732"/>
                    <a:pt x="34581" y="23741"/>
                    <a:pt x="34568" y="23741"/>
                  </a:cubicBezTo>
                  <a:cubicBezTo>
                    <a:pt x="34542" y="23741"/>
                    <a:pt x="34315" y="23704"/>
                    <a:pt x="34286" y="23704"/>
                  </a:cubicBezTo>
                  <a:cubicBezTo>
                    <a:pt x="34853" y="23780"/>
                    <a:pt x="34904" y="23856"/>
                    <a:pt x="35411" y="23907"/>
                  </a:cubicBezTo>
                  <a:cubicBezTo>
                    <a:pt x="35318" y="23847"/>
                    <a:pt x="35411" y="23873"/>
                    <a:pt x="35065" y="23788"/>
                  </a:cubicBezTo>
                  <a:lnTo>
                    <a:pt x="35065" y="23788"/>
                  </a:lnTo>
                  <a:cubicBezTo>
                    <a:pt x="35420" y="23831"/>
                    <a:pt x="35868" y="23932"/>
                    <a:pt x="35826" y="23957"/>
                  </a:cubicBezTo>
                  <a:lnTo>
                    <a:pt x="35902" y="23940"/>
                  </a:lnTo>
                  <a:cubicBezTo>
                    <a:pt x="35987" y="23966"/>
                    <a:pt x="36266" y="24017"/>
                    <a:pt x="36283" y="24025"/>
                  </a:cubicBezTo>
                  <a:lnTo>
                    <a:pt x="36410" y="24025"/>
                  </a:lnTo>
                  <a:cubicBezTo>
                    <a:pt x="36105" y="23949"/>
                    <a:pt x="35801" y="23890"/>
                    <a:pt x="35488" y="23847"/>
                  </a:cubicBezTo>
                  <a:lnTo>
                    <a:pt x="35488" y="23847"/>
                  </a:lnTo>
                  <a:cubicBezTo>
                    <a:pt x="35495" y="23848"/>
                    <a:pt x="35502" y="23848"/>
                    <a:pt x="35507" y="23848"/>
                  </a:cubicBezTo>
                  <a:cubicBezTo>
                    <a:pt x="35597" y="23848"/>
                    <a:pt x="35463" y="23808"/>
                    <a:pt x="35531" y="23808"/>
                  </a:cubicBezTo>
                  <a:cubicBezTo>
                    <a:pt x="35565" y="23808"/>
                    <a:pt x="35649" y="23818"/>
                    <a:pt x="35834" y="23847"/>
                  </a:cubicBezTo>
                  <a:cubicBezTo>
                    <a:pt x="36088" y="23890"/>
                    <a:pt x="35860" y="23864"/>
                    <a:pt x="35877" y="23881"/>
                  </a:cubicBezTo>
                  <a:cubicBezTo>
                    <a:pt x="37188" y="24084"/>
                    <a:pt x="37188" y="24143"/>
                    <a:pt x="38220" y="24279"/>
                  </a:cubicBezTo>
                  <a:cubicBezTo>
                    <a:pt x="37966" y="24253"/>
                    <a:pt x="37332" y="24143"/>
                    <a:pt x="36833" y="24093"/>
                  </a:cubicBezTo>
                  <a:lnTo>
                    <a:pt x="36833" y="24093"/>
                  </a:lnTo>
                  <a:cubicBezTo>
                    <a:pt x="37129" y="24160"/>
                    <a:pt x="37484" y="24177"/>
                    <a:pt x="37772" y="24228"/>
                  </a:cubicBezTo>
                  <a:cubicBezTo>
                    <a:pt x="37671" y="24218"/>
                    <a:pt x="37603" y="24212"/>
                    <a:pt x="37575" y="24212"/>
                  </a:cubicBezTo>
                  <a:cubicBezTo>
                    <a:pt x="37533" y="24212"/>
                    <a:pt x="37588" y="24226"/>
                    <a:pt x="37772" y="24262"/>
                  </a:cubicBezTo>
                  <a:lnTo>
                    <a:pt x="37899" y="24262"/>
                  </a:lnTo>
                  <a:cubicBezTo>
                    <a:pt x="38073" y="24287"/>
                    <a:pt x="38395" y="24336"/>
                    <a:pt x="38430" y="24346"/>
                  </a:cubicBezTo>
                  <a:lnTo>
                    <a:pt x="38430" y="24346"/>
                  </a:lnTo>
                  <a:cubicBezTo>
                    <a:pt x="38346" y="24321"/>
                    <a:pt x="38270" y="24304"/>
                    <a:pt x="38195" y="24296"/>
                  </a:cubicBezTo>
                  <a:lnTo>
                    <a:pt x="38195" y="24296"/>
                  </a:lnTo>
                  <a:cubicBezTo>
                    <a:pt x="38423" y="24313"/>
                    <a:pt x="38753" y="24355"/>
                    <a:pt x="39125" y="24397"/>
                  </a:cubicBezTo>
                  <a:cubicBezTo>
                    <a:pt x="39506" y="24440"/>
                    <a:pt x="39920" y="24499"/>
                    <a:pt x="40326" y="24558"/>
                  </a:cubicBezTo>
                  <a:cubicBezTo>
                    <a:pt x="40322" y="24560"/>
                    <a:pt x="40311" y="24561"/>
                    <a:pt x="40294" y="24561"/>
                  </a:cubicBezTo>
                  <a:cubicBezTo>
                    <a:pt x="40157" y="24561"/>
                    <a:pt x="39654" y="24497"/>
                    <a:pt x="39588" y="24497"/>
                  </a:cubicBezTo>
                  <a:cubicBezTo>
                    <a:pt x="39563" y="24497"/>
                    <a:pt x="39602" y="24507"/>
                    <a:pt x="39751" y="24533"/>
                  </a:cubicBezTo>
                  <a:cubicBezTo>
                    <a:pt x="40090" y="24566"/>
                    <a:pt x="40360" y="24558"/>
                    <a:pt x="40935" y="24660"/>
                  </a:cubicBezTo>
                  <a:cubicBezTo>
                    <a:pt x="40919" y="24659"/>
                    <a:pt x="40906" y="24659"/>
                    <a:pt x="40896" y="24659"/>
                  </a:cubicBezTo>
                  <a:cubicBezTo>
                    <a:pt x="40755" y="24659"/>
                    <a:pt x="41197" y="24711"/>
                    <a:pt x="41189" y="24719"/>
                  </a:cubicBezTo>
                  <a:lnTo>
                    <a:pt x="41993" y="24761"/>
                  </a:lnTo>
                  <a:cubicBezTo>
                    <a:pt x="42382" y="24803"/>
                    <a:pt x="42830" y="24854"/>
                    <a:pt x="43186" y="24879"/>
                  </a:cubicBezTo>
                  <a:cubicBezTo>
                    <a:pt x="43067" y="24871"/>
                    <a:pt x="42915" y="24854"/>
                    <a:pt x="42720" y="24837"/>
                  </a:cubicBezTo>
                  <a:cubicBezTo>
                    <a:pt x="42856" y="24837"/>
                    <a:pt x="42991" y="24846"/>
                    <a:pt x="43118" y="24854"/>
                  </a:cubicBezTo>
                  <a:cubicBezTo>
                    <a:pt x="43253" y="24871"/>
                    <a:pt x="43380" y="24879"/>
                    <a:pt x="43516" y="24896"/>
                  </a:cubicBezTo>
                  <a:cubicBezTo>
                    <a:pt x="43786" y="24930"/>
                    <a:pt x="44074" y="24964"/>
                    <a:pt x="44421" y="24981"/>
                  </a:cubicBezTo>
                  <a:lnTo>
                    <a:pt x="44108" y="24973"/>
                  </a:lnTo>
                  <a:lnTo>
                    <a:pt x="44108" y="24973"/>
                  </a:lnTo>
                  <a:cubicBezTo>
                    <a:pt x="44632" y="25023"/>
                    <a:pt x="45038" y="25049"/>
                    <a:pt x="45461" y="25057"/>
                  </a:cubicBezTo>
                  <a:lnTo>
                    <a:pt x="45453" y="25082"/>
                  </a:lnTo>
                  <a:cubicBezTo>
                    <a:pt x="45465" y="25074"/>
                    <a:pt x="45532" y="25071"/>
                    <a:pt x="45627" y="25071"/>
                  </a:cubicBezTo>
                  <a:cubicBezTo>
                    <a:pt x="45912" y="25071"/>
                    <a:pt x="46459" y="25099"/>
                    <a:pt x="46612" y="25099"/>
                  </a:cubicBezTo>
                  <a:cubicBezTo>
                    <a:pt x="45326" y="25040"/>
                    <a:pt x="45512" y="25006"/>
                    <a:pt x="44268" y="24930"/>
                  </a:cubicBezTo>
                  <a:cubicBezTo>
                    <a:pt x="44682" y="24930"/>
                    <a:pt x="44995" y="24957"/>
                    <a:pt x="45416" y="24957"/>
                  </a:cubicBezTo>
                  <a:cubicBezTo>
                    <a:pt x="45469" y="24957"/>
                    <a:pt x="45523" y="24957"/>
                    <a:pt x="45580" y="24956"/>
                  </a:cubicBezTo>
                  <a:cubicBezTo>
                    <a:pt x="45681" y="24956"/>
                    <a:pt x="45774" y="24964"/>
                    <a:pt x="45867" y="24989"/>
                  </a:cubicBezTo>
                  <a:cubicBezTo>
                    <a:pt x="45991" y="24977"/>
                    <a:pt x="46115" y="24969"/>
                    <a:pt x="46242" y="24969"/>
                  </a:cubicBezTo>
                  <a:cubicBezTo>
                    <a:pt x="46289" y="24969"/>
                    <a:pt x="46336" y="24970"/>
                    <a:pt x="46383" y="24973"/>
                  </a:cubicBezTo>
                  <a:lnTo>
                    <a:pt x="46468" y="24989"/>
                  </a:lnTo>
                  <a:cubicBezTo>
                    <a:pt x="46739" y="25015"/>
                    <a:pt x="47009" y="25023"/>
                    <a:pt x="47280" y="25023"/>
                  </a:cubicBezTo>
                  <a:cubicBezTo>
                    <a:pt x="47398" y="25016"/>
                    <a:pt x="47516" y="25011"/>
                    <a:pt x="47633" y="25011"/>
                  </a:cubicBezTo>
                  <a:cubicBezTo>
                    <a:pt x="47776" y="25011"/>
                    <a:pt x="47919" y="25018"/>
                    <a:pt x="48058" y="25032"/>
                  </a:cubicBezTo>
                  <a:cubicBezTo>
                    <a:pt x="48143" y="25057"/>
                    <a:pt x="47965" y="25057"/>
                    <a:pt x="47703" y="25057"/>
                  </a:cubicBezTo>
                  <a:lnTo>
                    <a:pt x="47272" y="25057"/>
                  </a:lnTo>
                  <a:lnTo>
                    <a:pt x="46849" y="25040"/>
                  </a:lnTo>
                  <a:lnTo>
                    <a:pt x="46849" y="25040"/>
                  </a:lnTo>
                  <a:cubicBezTo>
                    <a:pt x="46955" y="25056"/>
                    <a:pt x="46943" y="25061"/>
                    <a:pt x="46877" y="25061"/>
                  </a:cubicBezTo>
                  <a:cubicBezTo>
                    <a:pt x="46782" y="25061"/>
                    <a:pt x="46573" y="25051"/>
                    <a:pt x="46460" y="25051"/>
                  </a:cubicBezTo>
                  <a:cubicBezTo>
                    <a:pt x="46368" y="25051"/>
                    <a:pt x="46339" y="25058"/>
                    <a:pt x="46485" y="25082"/>
                  </a:cubicBezTo>
                  <a:lnTo>
                    <a:pt x="46730" y="25074"/>
                  </a:lnTo>
                  <a:cubicBezTo>
                    <a:pt x="46937" y="25088"/>
                    <a:pt x="46958" y="25102"/>
                    <a:pt x="46872" y="25102"/>
                  </a:cubicBezTo>
                  <a:cubicBezTo>
                    <a:pt x="46852" y="25102"/>
                    <a:pt x="46827" y="25101"/>
                    <a:pt x="46798" y="25099"/>
                  </a:cubicBezTo>
                  <a:lnTo>
                    <a:pt x="46798" y="25099"/>
                  </a:lnTo>
                  <a:cubicBezTo>
                    <a:pt x="46872" y="25109"/>
                    <a:pt x="46947" y="25113"/>
                    <a:pt x="47021" y="25113"/>
                  </a:cubicBezTo>
                  <a:cubicBezTo>
                    <a:pt x="47073" y="25113"/>
                    <a:pt x="47126" y="25111"/>
                    <a:pt x="47179" y="25108"/>
                  </a:cubicBezTo>
                  <a:lnTo>
                    <a:pt x="47179" y="25108"/>
                  </a:lnTo>
                  <a:cubicBezTo>
                    <a:pt x="48473" y="25167"/>
                    <a:pt x="47035" y="25150"/>
                    <a:pt x="48304" y="25218"/>
                  </a:cubicBezTo>
                  <a:cubicBezTo>
                    <a:pt x="48273" y="25220"/>
                    <a:pt x="48231" y="25220"/>
                    <a:pt x="48185" y="25220"/>
                  </a:cubicBezTo>
                  <a:cubicBezTo>
                    <a:pt x="48104" y="25220"/>
                    <a:pt x="48010" y="25218"/>
                    <a:pt x="47946" y="25218"/>
                  </a:cubicBezTo>
                  <a:cubicBezTo>
                    <a:pt x="47888" y="25218"/>
                    <a:pt x="47856" y="25220"/>
                    <a:pt x="47881" y="25226"/>
                  </a:cubicBezTo>
                  <a:cubicBezTo>
                    <a:pt x="47661" y="25218"/>
                    <a:pt x="47432" y="25209"/>
                    <a:pt x="47204" y="25192"/>
                  </a:cubicBezTo>
                  <a:lnTo>
                    <a:pt x="47187" y="25218"/>
                  </a:lnTo>
                  <a:cubicBezTo>
                    <a:pt x="47483" y="25235"/>
                    <a:pt x="47777" y="25243"/>
                    <a:pt x="48071" y="25243"/>
                  </a:cubicBezTo>
                  <a:cubicBezTo>
                    <a:pt x="48365" y="25243"/>
                    <a:pt x="48659" y="25235"/>
                    <a:pt x="48955" y="25218"/>
                  </a:cubicBezTo>
                  <a:cubicBezTo>
                    <a:pt x="48177" y="25209"/>
                    <a:pt x="48870" y="25184"/>
                    <a:pt x="48464" y="25150"/>
                  </a:cubicBezTo>
                  <a:cubicBezTo>
                    <a:pt x="48591" y="25150"/>
                    <a:pt x="48718" y="25150"/>
                    <a:pt x="48845" y="25167"/>
                  </a:cubicBezTo>
                  <a:cubicBezTo>
                    <a:pt x="48858" y="25165"/>
                    <a:pt x="48889" y="25165"/>
                    <a:pt x="48927" y="25165"/>
                  </a:cubicBezTo>
                  <a:cubicBezTo>
                    <a:pt x="48995" y="25165"/>
                    <a:pt x="49089" y="25167"/>
                    <a:pt x="49158" y="25167"/>
                  </a:cubicBezTo>
                  <a:cubicBezTo>
                    <a:pt x="49216" y="25167"/>
                    <a:pt x="49255" y="25165"/>
                    <a:pt x="49246" y="25160"/>
                  </a:cubicBezTo>
                  <a:lnTo>
                    <a:pt x="49246" y="25160"/>
                  </a:lnTo>
                  <a:cubicBezTo>
                    <a:pt x="49439" y="25235"/>
                    <a:pt x="51102" y="25277"/>
                    <a:pt x="50723" y="25336"/>
                  </a:cubicBezTo>
                  <a:cubicBezTo>
                    <a:pt x="50884" y="25348"/>
                    <a:pt x="51156" y="25351"/>
                    <a:pt x="51487" y="25351"/>
                  </a:cubicBezTo>
                  <a:cubicBezTo>
                    <a:pt x="52148" y="25351"/>
                    <a:pt x="53041" y="25336"/>
                    <a:pt x="53735" y="25336"/>
                  </a:cubicBezTo>
                  <a:cubicBezTo>
                    <a:pt x="53641" y="25345"/>
                    <a:pt x="53548" y="25353"/>
                    <a:pt x="53455" y="25353"/>
                  </a:cubicBezTo>
                  <a:cubicBezTo>
                    <a:pt x="53656" y="25363"/>
                    <a:pt x="53815" y="25366"/>
                    <a:pt x="53946" y="25366"/>
                  </a:cubicBezTo>
                  <a:cubicBezTo>
                    <a:pt x="54526" y="25366"/>
                    <a:pt x="54536" y="25289"/>
                    <a:pt x="55054" y="25269"/>
                  </a:cubicBezTo>
                  <a:lnTo>
                    <a:pt x="55054" y="25269"/>
                  </a:lnTo>
                  <a:cubicBezTo>
                    <a:pt x="54487" y="25302"/>
                    <a:pt x="55545" y="25286"/>
                    <a:pt x="55773" y="25302"/>
                  </a:cubicBezTo>
                  <a:cubicBezTo>
                    <a:pt x="56272" y="25260"/>
                    <a:pt x="56678" y="25209"/>
                    <a:pt x="57389" y="25192"/>
                  </a:cubicBezTo>
                  <a:cubicBezTo>
                    <a:pt x="57523" y="25228"/>
                    <a:pt x="57666" y="25246"/>
                    <a:pt x="57811" y="25246"/>
                  </a:cubicBezTo>
                  <a:cubicBezTo>
                    <a:pt x="57876" y="25246"/>
                    <a:pt x="57941" y="25243"/>
                    <a:pt x="58007" y="25235"/>
                  </a:cubicBezTo>
                  <a:lnTo>
                    <a:pt x="58311" y="25201"/>
                  </a:lnTo>
                  <a:cubicBezTo>
                    <a:pt x="58759" y="25176"/>
                    <a:pt x="59352" y="25125"/>
                    <a:pt x="59639" y="25125"/>
                  </a:cubicBezTo>
                  <a:lnTo>
                    <a:pt x="59580" y="25125"/>
                  </a:lnTo>
                  <a:cubicBezTo>
                    <a:pt x="60006" y="25111"/>
                    <a:pt x="60086" y="25079"/>
                    <a:pt x="59867" y="25079"/>
                  </a:cubicBezTo>
                  <a:cubicBezTo>
                    <a:pt x="59824" y="25079"/>
                    <a:pt x="59771" y="25080"/>
                    <a:pt x="59707" y="25082"/>
                  </a:cubicBezTo>
                  <a:cubicBezTo>
                    <a:pt x="59868" y="25074"/>
                    <a:pt x="60028" y="25057"/>
                    <a:pt x="60189" y="25040"/>
                  </a:cubicBezTo>
                  <a:lnTo>
                    <a:pt x="60206" y="25040"/>
                  </a:lnTo>
                  <a:cubicBezTo>
                    <a:pt x="60519" y="25015"/>
                    <a:pt x="60824" y="24981"/>
                    <a:pt x="61170" y="24939"/>
                  </a:cubicBezTo>
                  <a:cubicBezTo>
                    <a:pt x="61498" y="24900"/>
                    <a:pt x="61854" y="24868"/>
                    <a:pt x="62298" y="24817"/>
                  </a:cubicBezTo>
                  <a:lnTo>
                    <a:pt x="62298" y="24817"/>
                  </a:lnTo>
                  <a:cubicBezTo>
                    <a:pt x="62250" y="24820"/>
                    <a:pt x="62208" y="24821"/>
                    <a:pt x="62175" y="24821"/>
                  </a:cubicBezTo>
                  <a:cubicBezTo>
                    <a:pt x="62160" y="24821"/>
                    <a:pt x="62146" y="24821"/>
                    <a:pt x="62135" y="24820"/>
                  </a:cubicBezTo>
                  <a:lnTo>
                    <a:pt x="62592" y="24753"/>
                  </a:lnTo>
                  <a:lnTo>
                    <a:pt x="62761" y="24761"/>
                  </a:lnTo>
                  <a:lnTo>
                    <a:pt x="63023" y="24702"/>
                  </a:lnTo>
                  <a:lnTo>
                    <a:pt x="63023" y="24702"/>
                  </a:lnTo>
                  <a:cubicBezTo>
                    <a:pt x="62768" y="24716"/>
                    <a:pt x="62263" y="24756"/>
                    <a:pt x="62041" y="24756"/>
                  </a:cubicBezTo>
                  <a:cubicBezTo>
                    <a:pt x="62005" y="24756"/>
                    <a:pt x="61976" y="24755"/>
                    <a:pt x="61957" y="24753"/>
                  </a:cubicBezTo>
                  <a:cubicBezTo>
                    <a:pt x="62304" y="24719"/>
                    <a:pt x="62744" y="24676"/>
                    <a:pt x="63268" y="24617"/>
                  </a:cubicBezTo>
                  <a:lnTo>
                    <a:pt x="64097" y="24507"/>
                  </a:lnTo>
                  <a:cubicBezTo>
                    <a:pt x="64385" y="24473"/>
                    <a:pt x="64698" y="24423"/>
                    <a:pt x="65019" y="24372"/>
                  </a:cubicBezTo>
                  <a:lnTo>
                    <a:pt x="65019" y="24372"/>
                  </a:lnTo>
                  <a:cubicBezTo>
                    <a:pt x="64994" y="24380"/>
                    <a:pt x="64960" y="24380"/>
                    <a:pt x="64935" y="24389"/>
                  </a:cubicBezTo>
                  <a:cubicBezTo>
                    <a:pt x="65595" y="24313"/>
                    <a:pt x="65654" y="24304"/>
                    <a:pt x="66178" y="24237"/>
                  </a:cubicBezTo>
                  <a:lnTo>
                    <a:pt x="66178" y="24237"/>
                  </a:lnTo>
                  <a:lnTo>
                    <a:pt x="66018" y="24270"/>
                  </a:lnTo>
                  <a:cubicBezTo>
                    <a:pt x="66023" y="24271"/>
                    <a:pt x="66029" y="24271"/>
                    <a:pt x="66036" y="24271"/>
                  </a:cubicBezTo>
                  <a:cubicBezTo>
                    <a:pt x="66163" y="24271"/>
                    <a:pt x="66564" y="24200"/>
                    <a:pt x="66965" y="24143"/>
                  </a:cubicBezTo>
                  <a:cubicBezTo>
                    <a:pt x="67160" y="24101"/>
                    <a:pt x="67346" y="24076"/>
                    <a:pt x="67540" y="24059"/>
                  </a:cubicBezTo>
                  <a:lnTo>
                    <a:pt x="67540" y="24059"/>
                  </a:lnTo>
                  <a:lnTo>
                    <a:pt x="67473" y="24084"/>
                  </a:lnTo>
                  <a:cubicBezTo>
                    <a:pt x="67549" y="24084"/>
                    <a:pt x="67980" y="24034"/>
                    <a:pt x="68454" y="23966"/>
                  </a:cubicBezTo>
                  <a:lnTo>
                    <a:pt x="68454" y="23966"/>
                  </a:lnTo>
                  <a:lnTo>
                    <a:pt x="68259" y="24017"/>
                  </a:lnTo>
                  <a:cubicBezTo>
                    <a:pt x="68166" y="24038"/>
                    <a:pt x="68041" y="24060"/>
                    <a:pt x="67901" y="24082"/>
                  </a:cubicBezTo>
                  <a:lnTo>
                    <a:pt x="67901" y="24082"/>
                  </a:lnTo>
                  <a:cubicBezTo>
                    <a:pt x="67982" y="24071"/>
                    <a:pt x="68079" y="24063"/>
                    <a:pt x="68200" y="24050"/>
                  </a:cubicBezTo>
                  <a:lnTo>
                    <a:pt x="68200" y="24050"/>
                  </a:lnTo>
                  <a:lnTo>
                    <a:pt x="67363" y="24220"/>
                  </a:lnTo>
                  <a:cubicBezTo>
                    <a:pt x="67786" y="24169"/>
                    <a:pt x="67845" y="24110"/>
                    <a:pt x="68361" y="24050"/>
                  </a:cubicBezTo>
                  <a:lnTo>
                    <a:pt x="68361" y="24050"/>
                  </a:lnTo>
                  <a:cubicBezTo>
                    <a:pt x="68335" y="24093"/>
                    <a:pt x="68369" y="24101"/>
                    <a:pt x="67819" y="24203"/>
                  </a:cubicBezTo>
                  <a:cubicBezTo>
                    <a:pt x="67677" y="24220"/>
                    <a:pt x="67619" y="24226"/>
                    <a:pt x="67602" y="24226"/>
                  </a:cubicBezTo>
                  <a:cubicBezTo>
                    <a:pt x="67566" y="24226"/>
                    <a:pt x="67710" y="24200"/>
                    <a:pt x="67645" y="24200"/>
                  </a:cubicBezTo>
                  <a:cubicBezTo>
                    <a:pt x="67634" y="24200"/>
                    <a:pt x="67617" y="24201"/>
                    <a:pt x="67591" y="24203"/>
                  </a:cubicBezTo>
                  <a:cubicBezTo>
                    <a:pt x="67227" y="24287"/>
                    <a:pt x="67117" y="24228"/>
                    <a:pt x="66737" y="24321"/>
                  </a:cubicBezTo>
                  <a:cubicBezTo>
                    <a:pt x="66515" y="24353"/>
                    <a:pt x="66429" y="24360"/>
                    <a:pt x="66385" y="24360"/>
                  </a:cubicBezTo>
                  <a:cubicBezTo>
                    <a:pt x="66344" y="24360"/>
                    <a:pt x="66340" y="24354"/>
                    <a:pt x="66298" y="24354"/>
                  </a:cubicBezTo>
                  <a:cubicBezTo>
                    <a:pt x="66289" y="24354"/>
                    <a:pt x="66277" y="24354"/>
                    <a:pt x="66263" y="24355"/>
                  </a:cubicBezTo>
                  <a:cubicBezTo>
                    <a:pt x="66728" y="24287"/>
                    <a:pt x="66035" y="24347"/>
                    <a:pt x="66618" y="24262"/>
                  </a:cubicBezTo>
                  <a:lnTo>
                    <a:pt x="66618" y="24262"/>
                  </a:lnTo>
                  <a:cubicBezTo>
                    <a:pt x="66144" y="24304"/>
                    <a:pt x="66288" y="24347"/>
                    <a:pt x="65882" y="24380"/>
                  </a:cubicBezTo>
                  <a:lnTo>
                    <a:pt x="65815" y="24355"/>
                  </a:lnTo>
                  <a:cubicBezTo>
                    <a:pt x="65451" y="24380"/>
                    <a:pt x="64656" y="24456"/>
                    <a:pt x="64165" y="24533"/>
                  </a:cubicBezTo>
                  <a:cubicBezTo>
                    <a:pt x="64224" y="24529"/>
                    <a:pt x="64261" y="24527"/>
                    <a:pt x="64282" y="24527"/>
                  </a:cubicBezTo>
                  <a:cubicBezTo>
                    <a:pt x="64407" y="24527"/>
                    <a:pt x="63929" y="24585"/>
                    <a:pt x="63987" y="24592"/>
                  </a:cubicBezTo>
                  <a:cubicBezTo>
                    <a:pt x="64199" y="24550"/>
                    <a:pt x="64419" y="24524"/>
                    <a:pt x="64630" y="24524"/>
                  </a:cubicBezTo>
                  <a:cubicBezTo>
                    <a:pt x="64331" y="24570"/>
                    <a:pt x="63609" y="24644"/>
                    <a:pt x="63350" y="24664"/>
                  </a:cubicBezTo>
                  <a:lnTo>
                    <a:pt x="63350" y="24664"/>
                  </a:lnTo>
                  <a:lnTo>
                    <a:pt x="63920" y="24626"/>
                  </a:lnTo>
                  <a:lnTo>
                    <a:pt x="63920" y="24626"/>
                  </a:lnTo>
                  <a:cubicBezTo>
                    <a:pt x="63700" y="24668"/>
                    <a:pt x="62905" y="24769"/>
                    <a:pt x="62888" y="24778"/>
                  </a:cubicBezTo>
                  <a:cubicBezTo>
                    <a:pt x="62736" y="24783"/>
                    <a:pt x="62542" y="24800"/>
                    <a:pt x="62384" y="24811"/>
                  </a:cubicBezTo>
                  <a:lnTo>
                    <a:pt x="62384" y="24811"/>
                  </a:lnTo>
                  <a:cubicBezTo>
                    <a:pt x="62391" y="24809"/>
                    <a:pt x="62401" y="24806"/>
                    <a:pt x="62414" y="24803"/>
                  </a:cubicBezTo>
                  <a:lnTo>
                    <a:pt x="62414" y="24803"/>
                  </a:lnTo>
                  <a:cubicBezTo>
                    <a:pt x="62375" y="24808"/>
                    <a:pt x="62336" y="24813"/>
                    <a:pt x="62298" y="24817"/>
                  </a:cubicBezTo>
                  <a:lnTo>
                    <a:pt x="62298" y="24817"/>
                  </a:lnTo>
                  <a:cubicBezTo>
                    <a:pt x="62325" y="24815"/>
                    <a:pt x="62354" y="24813"/>
                    <a:pt x="62384" y="24811"/>
                  </a:cubicBezTo>
                  <a:lnTo>
                    <a:pt x="62384" y="24811"/>
                  </a:lnTo>
                  <a:cubicBezTo>
                    <a:pt x="62336" y="24827"/>
                    <a:pt x="62419" y="24829"/>
                    <a:pt x="62505" y="24829"/>
                  </a:cubicBezTo>
                  <a:cubicBezTo>
                    <a:pt x="62534" y="24829"/>
                    <a:pt x="62562" y="24829"/>
                    <a:pt x="62587" y="24829"/>
                  </a:cubicBezTo>
                  <a:lnTo>
                    <a:pt x="62587" y="24829"/>
                  </a:lnTo>
                  <a:cubicBezTo>
                    <a:pt x="62699" y="24829"/>
                    <a:pt x="62731" y="24833"/>
                    <a:pt x="62279" y="24879"/>
                  </a:cubicBezTo>
                  <a:cubicBezTo>
                    <a:pt x="62392" y="24865"/>
                    <a:pt x="62380" y="24861"/>
                    <a:pt x="62326" y="24861"/>
                  </a:cubicBezTo>
                  <a:cubicBezTo>
                    <a:pt x="62274" y="24861"/>
                    <a:pt x="62185" y="24864"/>
                    <a:pt x="62127" y="24864"/>
                  </a:cubicBezTo>
                  <a:cubicBezTo>
                    <a:pt x="62103" y="24864"/>
                    <a:pt x="62085" y="24864"/>
                    <a:pt x="62076" y="24863"/>
                  </a:cubicBezTo>
                  <a:cubicBezTo>
                    <a:pt x="61754" y="24879"/>
                    <a:pt x="61458" y="24930"/>
                    <a:pt x="61314" y="24947"/>
                  </a:cubicBezTo>
                  <a:cubicBezTo>
                    <a:pt x="61424" y="24956"/>
                    <a:pt x="61331" y="24998"/>
                    <a:pt x="61162" y="25032"/>
                  </a:cubicBezTo>
                  <a:cubicBezTo>
                    <a:pt x="61805" y="24947"/>
                    <a:pt x="63624" y="24812"/>
                    <a:pt x="63767" y="24727"/>
                  </a:cubicBezTo>
                  <a:cubicBezTo>
                    <a:pt x="64165" y="24693"/>
                    <a:pt x="64630" y="24634"/>
                    <a:pt x="65104" y="24583"/>
                  </a:cubicBezTo>
                  <a:lnTo>
                    <a:pt x="66508" y="24389"/>
                  </a:lnTo>
                  <a:cubicBezTo>
                    <a:pt x="66486" y="24389"/>
                    <a:pt x="66444" y="24393"/>
                    <a:pt x="66427" y="24393"/>
                  </a:cubicBezTo>
                  <a:cubicBezTo>
                    <a:pt x="66418" y="24393"/>
                    <a:pt x="66415" y="24392"/>
                    <a:pt x="66424" y="24389"/>
                  </a:cubicBezTo>
                  <a:lnTo>
                    <a:pt x="67210" y="24321"/>
                  </a:lnTo>
                  <a:lnTo>
                    <a:pt x="67210" y="24321"/>
                  </a:lnTo>
                  <a:lnTo>
                    <a:pt x="67024" y="24347"/>
                  </a:lnTo>
                  <a:lnTo>
                    <a:pt x="67549" y="24304"/>
                  </a:lnTo>
                  <a:cubicBezTo>
                    <a:pt x="67600" y="24304"/>
                    <a:pt x="67405" y="24347"/>
                    <a:pt x="67193" y="24380"/>
                  </a:cubicBezTo>
                  <a:cubicBezTo>
                    <a:pt x="67124" y="24390"/>
                    <a:pt x="67059" y="24396"/>
                    <a:pt x="67035" y="24396"/>
                  </a:cubicBezTo>
                  <a:cubicBezTo>
                    <a:pt x="67015" y="24396"/>
                    <a:pt x="67022" y="24392"/>
                    <a:pt x="67075" y="24380"/>
                  </a:cubicBezTo>
                  <a:lnTo>
                    <a:pt x="67075" y="24380"/>
                  </a:lnTo>
                  <a:cubicBezTo>
                    <a:pt x="66927" y="24408"/>
                    <a:pt x="66893" y="24417"/>
                    <a:pt x="66914" y="24417"/>
                  </a:cubicBezTo>
                  <a:cubicBezTo>
                    <a:pt x="66954" y="24417"/>
                    <a:pt x="67200" y="24384"/>
                    <a:pt x="67249" y="24384"/>
                  </a:cubicBezTo>
                  <a:cubicBezTo>
                    <a:pt x="67269" y="24384"/>
                    <a:pt x="67255" y="24389"/>
                    <a:pt x="67177" y="24406"/>
                  </a:cubicBezTo>
                  <a:cubicBezTo>
                    <a:pt x="67041" y="24423"/>
                    <a:pt x="66864" y="24448"/>
                    <a:pt x="66770" y="24465"/>
                  </a:cubicBezTo>
                  <a:cubicBezTo>
                    <a:pt x="67405" y="24397"/>
                    <a:pt x="67693" y="24313"/>
                    <a:pt x="68090" y="24304"/>
                  </a:cubicBezTo>
                  <a:cubicBezTo>
                    <a:pt x="68386" y="24237"/>
                    <a:pt x="68995" y="24118"/>
                    <a:pt x="69571" y="24050"/>
                  </a:cubicBezTo>
                  <a:lnTo>
                    <a:pt x="69571" y="24050"/>
                  </a:lnTo>
                  <a:cubicBezTo>
                    <a:pt x="69536" y="24058"/>
                    <a:pt x="69528" y="24062"/>
                    <a:pt x="69537" y="24062"/>
                  </a:cubicBezTo>
                  <a:cubicBezTo>
                    <a:pt x="69575" y="24062"/>
                    <a:pt x="69895" y="24011"/>
                    <a:pt x="69958" y="24011"/>
                  </a:cubicBezTo>
                  <a:cubicBezTo>
                    <a:pt x="69980" y="24011"/>
                    <a:pt x="69972" y="24017"/>
                    <a:pt x="69909" y="24034"/>
                  </a:cubicBezTo>
                  <a:cubicBezTo>
                    <a:pt x="70019" y="24008"/>
                    <a:pt x="70205" y="23983"/>
                    <a:pt x="70374" y="23957"/>
                  </a:cubicBezTo>
                  <a:cubicBezTo>
                    <a:pt x="70493" y="23940"/>
                    <a:pt x="70611" y="23915"/>
                    <a:pt x="70729" y="23890"/>
                  </a:cubicBezTo>
                  <a:lnTo>
                    <a:pt x="70729" y="23890"/>
                  </a:lnTo>
                  <a:cubicBezTo>
                    <a:pt x="70560" y="23924"/>
                    <a:pt x="70400" y="23949"/>
                    <a:pt x="70222" y="23966"/>
                  </a:cubicBezTo>
                  <a:cubicBezTo>
                    <a:pt x="70459" y="23924"/>
                    <a:pt x="70484" y="23898"/>
                    <a:pt x="70772" y="23856"/>
                  </a:cubicBezTo>
                  <a:cubicBezTo>
                    <a:pt x="70786" y="23853"/>
                    <a:pt x="70792" y="23852"/>
                    <a:pt x="70795" y="23852"/>
                  </a:cubicBezTo>
                  <a:cubicBezTo>
                    <a:pt x="70800" y="23852"/>
                    <a:pt x="70789" y="23856"/>
                    <a:pt x="70789" y="23856"/>
                  </a:cubicBezTo>
                  <a:cubicBezTo>
                    <a:pt x="71169" y="23771"/>
                    <a:pt x="70907" y="23763"/>
                    <a:pt x="71567" y="23653"/>
                  </a:cubicBezTo>
                  <a:cubicBezTo>
                    <a:pt x="72034" y="23570"/>
                    <a:pt x="72231" y="23541"/>
                    <a:pt x="72275" y="23541"/>
                  </a:cubicBezTo>
                  <a:cubicBezTo>
                    <a:pt x="72387" y="23541"/>
                    <a:pt x="71479" y="23739"/>
                    <a:pt x="71567" y="23739"/>
                  </a:cubicBezTo>
                  <a:cubicBezTo>
                    <a:pt x="71571" y="23739"/>
                    <a:pt x="71576" y="23738"/>
                    <a:pt x="71584" y="23737"/>
                  </a:cubicBezTo>
                  <a:cubicBezTo>
                    <a:pt x="71643" y="23712"/>
                    <a:pt x="72396" y="23577"/>
                    <a:pt x="72743" y="23526"/>
                  </a:cubicBezTo>
                  <a:lnTo>
                    <a:pt x="72743" y="23526"/>
                  </a:lnTo>
                  <a:lnTo>
                    <a:pt x="72667" y="23551"/>
                  </a:lnTo>
                  <a:cubicBezTo>
                    <a:pt x="72870" y="23501"/>
                    <a:pt x="73073" y="23458"/>
                    <a:pt x="73284" y="23433"/>
                  </a:cubicBezTo>
                  <a:cubicBezTo>
                    <a:pt x="73386" y="23382"/>
                    <a:pt x="73589" y="23323"/>
                    <a:pt x="73707" y="23281"/>
                  </a:cubicBezTo>
                  <a:lnTo>
                    <a:pt x="74477" y="23128"/>
                  </a:lnTo>
                  <a:lnTo>
                    <a:pt x="74477" y="23128"/>
                  </a:lnTo>
                  <a:lnTo>
                    <a:pt x="74325" y="23171"/>
                  </a:lnTo>
                  <a:lnTo>
                    <a:pt x="74325" y="23171"/>
                  </a:lnTo>
                  <a:lnTo>
                    <a:pt x="74807" y="23069"/>
                  </a:lnTo>
                  <a:lnTo>
                    <a:pt x="74807" y="23069"/>
                  </a:lnTo>
                  <a:cubicBezTo>
                    <a:pt x="74875" y="23078"/>
                    <a:pt x="74646" y="23120"/>
                    <a:pt x="74418" y="23171"/>
                  </a:cubicBezTo>
                  <a:lnTo>
                    <a:pt x="74418" y="23171"/>
                  </a:lnTo>
                  <a:cubicBezTo>
                    <a:pt x="74570" y="23162"/>
                    <a:pt x="74731" y="23128"/>
                    <a:pt x="74875" y="23078"/>
                  </a:cubicBezTo>
                  <a:lnTo>
                    <a:pt x="74875" y="23078"/>
                  </a:lnTo>
                  <a:lnTo>
                    <a:pt x="74782" y="23095"/>
                  </a:lnTo>
                  <a:cubicBezTo>
                    <a:pt x="74932" y="23055"/>
                    <a:pt x="75393" y="22941"/>
                    <a:pt x="75333" y="22941"/>
                  </a:cubicBezTo>
                  <a:cubicBezTo>
                    <a:pt x="75315" y="22941"/>
                    <a:pt x="75252" y="22951"/>
                    <a:pt x="75120" y="22976"/>
                  </a:cubicBezTo>
                  <a:cubicBezTo>
                    <a:pt x="75543" y="22866"/>
                    <a:pt x="75687" y="22883"/>
                    <a:pt x="75983" y="22807"/>
                  </a:cubicBezTo>
                  <a:lnTo>
                    <a:pt x="75983" y="22807"/>
                  </a:lnTo>
                  <a:cubicBezTo>
                    <a:pt x="76011" y="22814"/>
                    <a:pt x="75823" y="22863"/>
                    <a:pt x="75855" y="22863"/>
                  </a:cubicBezTo>
                  <a:cubicBezTo>
                    <a:pt x="75861" y="22863"/>
                    <a:pt x="75874" y="22862"/>
                    <a:pt x="75898" y="22858"/>
                  </a:cubicBezTo>
                  <a:cubicBezTo>
                    <a:pt x="76186" y="22807"/>
                    <a:pt x="76372" y="22773"/>
                    <a:pt x="76609" y="22714"/>
                  </a:cubicBezTo>
                  <a:lnTo>
                    <a:pt x="76609" y="22714"/>
                  </a:lnTo>
                  <a:cubicBezTo>
                    <a:pt x="76557" y="22722"/>
                    <a:pt x="76532" y="22724"/>
                    <a:pt x="76519" y="22724"/>
                  </a:cubicBezTo>
                  <a:cubicBezTo>
                    <a:pt x="76497" y="22724"/>
                    <a:pt x="76516" y="22716"/>
                    <a:pt x="76500" y="22716"/>
                  </a:cubicBezTo>
                  <a:cubicBezTo>
                    <a:pt x="76484" y="22716"/>
                    <a:pt x="76439" y="22723"/>
                    <a:pt x="76304" y="22748"/>
                  </a:cubicBezTo>
                  <a:cubicBezTo>
                    <a:pt x="76440" y="22714"/>
                    <a:pt x="76803" y="22629"/>
                    <a:pt x="76786" y="22621"/>
                  </a:cubicBezTo>
                  <a:lnTo>
                    <a:pt x="76786" y="22621"/>
                  </a:lnTo>
                  <a:cubicBezTo>
                    <a:pt x="76660" y="22663"/>
                    <a:pt x="76524" y="22688"/>
                    <a:pt x="76389" y="22705"/>
                  </a:cubicBezTo>
                  <a:cubicBezTo>
                    <a:pt x="76769" y="22621"/>
                    <a:pt x="77176" y="22519"/>
                    <a:pt x="77573" y="22452"/>
                  </a:cubicBezTo>
                  <a:lnTo>
                    <a:pt x="77573" y="22452"/>
                  </a:lnTo>
                  <a:cubicBezTo>
                    <a:pt x="77539" y="22460"/>
                    <a:pt x="77505" y="22469"/>
                    <a:pt x="77480" y="22485"/>
                  </a:cubicBezTo>
                  <a:cubicBezTo>
                    <a:pt x="77979" y="22333"/>
                    <a:pt x="78757" y="22172"/>
                    <a:pt x="79087" y="22046"/>
                  </a:cubicBezTo>
                  <a:lnTo>
                    <a:pt x="79087" y="22046"/>
                  </a:lnTo>
                  <a:lnTo>
                    <a:pt x="78935" y="22079"/>
                  </a:lnTo>
                  <a:cubicBezTo>
                    <a:pt x="78783" y="22130"/>
                    <a:pt x="78622" y="22164"/>
                    <a:pt x="78461" y="22189"/>
                  </a:cubicBezTo>
                  <a:cubicBezTo>
                    <a:pt x="78581" y="22161"/>
                    <a:pt x="78601" y="22153"/>
                    <a:pt x="78582" y="22153"/>
                  </a:cubicBezTo>
                  <a:cubicBezTo>
                    <a:pt x="78560" y="22153"/>
                    <a:pt x="78485" y="22164"/>
                    <a:pt x="78460" y="22164"/>
                  </a:cubicBezTo>
                  <a:cubicBezTo>
                    <a:pt x="78438" y="22164"/>
                    <a:pt x="78455" y="22155"/>
                    <a:pt x="78588" y="22122"/>
                  </a:cubicBezTo>
                  <a:cubicBezTo>
                    <a:pt x="79147" y="21969"/>
                    <a:pt x="79646" y="21876"/>
                    <a:pt x="79942" y="21766"/>
                  </a:cubicBezTo>
                  <a:lnTo>
                    <a:pt x="79942" y="21766"/>
                  </a:lnTo>
                  <a:cubicBezTo>
                    <a:pt x="79409" y="21893"/>
                    <a:pt x="78690" y="22054"/>
                    <a:pt x="78478" y="22122"/>
                  </a:cubicBezTo>
                  <a:cubicBezTo>
                    <a:pt x="78597" y="22096"/>
                    <a:pt x="78707" y="22071"/>
                    <a:pt x="78825" y="22037"/>
                  </a:cubicBezTo>
                  <a:lnTo>
                    <a:pt x="78825" y="22037"/>
                  </a:lnTo>
                  <a:cubicBezTo>
                    <a:pt x="78563" y="22122"/>
                    <a:pt x="78309" y="22189"/>
                    <a:pt x="78047" y="22266"/>
                  </a:cubicBezTo>
                  <a:cubicBezTo>
                    <a:pt x="78046" y="22265"/>
                    <a:pt x="78045" y="22265"/>
                    <a:pt x="78043" y="22265"/>
                  </a:cubicBezTo>
                  <a:cubicBezTo>
                    <a:pt x="77988" y="22265"/>
                    <a:pt x="77461" y="22405"/>
                    <a:pt x="77374" y="22405"/>
                  </a:cubicBezTo>
                  <a:cubicBezTo>
                    <a:pt x="77365" y="22405"/>
                    <a:pt x="77361" y="22404"/>
                    <a:pt x="77362" y="22401"/>
                  </a:cubicBezTo>
                  <a:lnTo>
                    <a:pt x="78089" y="22232"/>
                  </a:lnTo>
                  <a:cubicBezTo>
                    <a:pt x="78040" y="22232"/>
                    <a:pt x="77413" y="22380"/>
                    <a:pt x="77116" y="22444"/>
                  </a:cubicBezTo>
                  <a:lnTo>
                    <a:pt x="77116" y="22444"/>
                  </a:lnTo>
                  <a:lnTo>
                    <a:pt x="77438" y="22375"/>
                  </a:lnTo>
                  <a:lnTo>
                    <a:pt x="77438" y="22375"/>
                  </a:lnTo>
                  <a:cubicBezTo>
                    <a:pt x="77125" y="22460"/>
                    <a:pt x="76761" y="22553"/>
                    <a:pt x="76397" y="22629"/>
                  </a:cubicBezTo>
                  <a:cubicBezTo>
                    <a:pt x="76047" y="22703"/>
                    <a:pt x="75697" y="22776"/>
                    <a:pt x="75400" y="22849"/>
                  </a:cubicBezTo>
                  <a:lnTo>
                    <a:pt x="75400" y="22849"/>
                  </a:lnTo>
                  <a:cubicBezTo>
                    <a:pt x="75476" y="22830"/>
                    <a:pt x="75498" y="22823"/>
                    <a:pt x="75486" y="22823"/>
                  </a:cubicBezTo>
                  <a:cubicBezTo>
                    <a:pt x="75450" y="22823"/>
                    <a:pt x="75090" y="22893"/>
                    <a:pt x="75048" y="22893"/>
                  </a:cubicBezTo>
                  <a:cubicBezTo>
                    <a:pt x="75034" y="22893"/>
                    <a:pt x="75054" y="22886"/>
                    <a:pt x="75128" y="22866"/>
                  </a:cubicBezTo>
                  <a:cubicBezTo>
                    <a:pt x="75238" y="22832"/>
                    <a:pt x="75357" y="22815"/>
                    <a:pt x="75467" y="22798"/>
                  </a:cubicBezTo>
                  <a:cubicBezTo>
                    <a:pt x="75474" y="22794"/>
                    <a:pt x="75471" y="22792"/>
                    <a:pt x="75461" y="22792"/>
                  </a:cubicBezTo>
                  <a:cubicBezTo>
                    <a:pt x="75401" y="22792"/>
                    <a:pt x="75068" y="22867"/>
                    <a:pt x="74959" y="22875"/>
                  </a:cubicBezTo>
                  <a:cubicBezTo>
                    <a:pt x="74910" y="22896"/>
                    <a:pt x="74457" y="22999"/>
                    <a:pt x="74525" y="22999"/>
                  </a:cubicBezTo>
                  <a:cubicBezTo>
                    <a:pt x="74539" y="22999"/>
                    <a:pt x="74574" y="22995"/>
                    <a:pt x="74638" y="22985"/>
                  </a:cubicBezTo>
                  <a:lnTo>
                    <a:pt x="74638" y="22985"/>
                  </a:lnTo>
                  <a:cubicBezTo>
                    <a:pt x="74435" y="23018"/>
                    <a:pt x="73986" y="23120"/>
                    <a:pt x="73699" y="23162"/>
                  </a:cubicBezTo>
                  <a:cubicBezTo>
                    <a:pt x="73783" y="23171"/>
                    <a:pt x="73183" y="23281"/>
                    <a:pt x="73073" y="23314"/>
                  </a:cubicBezTo>
                  <a:cubicBezTo>
                    <a:pt x="72946" y="23331"/>
                    <a:pt x="72844" y="23348"/>
                    <a:pt x="72760" y="23357"/>
                  </a:cubicBezTo>
                  <a:lnTo>
                    <a:pt x="73665" y="23145"/>
                  </a:lnTo>
                  <a:cubicBezTo>
                    <a:pt x="73766" y="23137"/>
                    <a:pt x="73876" y="23111"/>
                    <a:pt x="73969" y="23086"/>
                  </a:cubicBezTo>
                  <a:lnTo>
                    <a:pt x="73969" y="23078"/>
                  </a:lnTo>
                  <a:cubicBezTo>
                    <a:pt x="74629" y="22925"/>
                    <a:pt x="75289" y="22756"/>
                    <a:pt x="75619" y="22672"/>
                  </a:cubicBezTo>
                  <a:lnTo>
                    <a:pt x="75619" y="22672"/>
                  </a:lnTo>
                  <a:lnTo>
                    <a:pt x="75467" y="22722"/>
                  </a:lnTo>
                  <a:cubicBezTo>
                    <a:pt x="75704" y="22655"/>
                    <a:pt x="75949" y="22604"/>
                    <a:pt x="76203" y="22553"/>
                  </a:cubicBezTo>
                  <a:lnTo>
                    <a:pt x="76583" y="22469"/>
                  </a:lnTo>
                  <a:cubicBezTo>
                    <a:pt x="76702" y="22445"/>
                    <a:pt x="76821" y="22414"/>
                    <a:pt x="76932" y="22382"/>
                  </a:cubicBezTo>
                  <a:lnTo>
                    <a:pt x="76932" y="22382"/>
                  </a:lnTo>
                  <a:cubicBezTo>
                    <a:pt x="76940" y="22381"/>
                    <a:pt x="76953" y="22379"/>
                    <a:pt x="76973" y="22375"/>
                  </a:cubicBezTo>
                  <a:cubicBezTo>
                    <a:pt x="77350" y="22295"/>
                    <a:pt x="77586" y="22224"/>
                    <a:pt x="77823" y="22159"/>
                  </a:cubicBezTo>
                  <a:lnTo>
                    <a:pt x="77823" y="22159"/>
                  </a:lnTo>
                  <a:cubicBezTo>
                    <a:pt x="77783" y="22169"/>
                    <a:pt x="77740" y="22178"/>
                    <a:pt x="77692" y="22189"/>
                  </a:cubicBezTo>
                  <a:cubicBezTo>
                    <a:pt x="77835" y="22139"/>
                    <a:pt x="78174" y="22046"/>
                    <a:pt x="78419" y="21995"/>
                  </a:cubicBezTo>
                  <a:lnTo>
                    <a:pt x="78444" y="21961"/>
                  </a:lnTo>
                  <a:cubicBezTo>
                    <a:pt x="78757" y="21859"/>
                    <a:pt x="79087" y="21817"/>
                    <a:pt x="79392" y="21707"/>
                  </a:cubicBezTo>
                  <a:lnTo>
                    <a:pt x="79392" y="21707"/>
                  </a:lnTo>
                  <a:lnTo>
                    <a:pt x="79020" y="21783"/>
                  </a:lnTo>
                  <a:lnTo>
                    <a:pt x="79079" y="21766"/>
                  </a:lnTo>
                  <a:lnTo>
                    <a:pt x="79079" y="21766"/>
                  </a:lnTo>
                  <a:cubicBezTo>
                    <a:pt x="78918" y="21809"/>
                    <a:pt x="78774" y="21851"/>
                    <a:pt x="78732" y="21868"/>
                  </a:cubicBezTo>
                  <a:cubicBezTo>
                    <a:pt x="78419" y="21953"/>
                    <a:pt x="78106" y="22012"/>
                    <a:pt x="77785" y="22046"/>
                  </a:cubicBezTo>
                  <a:cubicBezTo>
                    <a:pt x="77734" y="22055"/>
                    <a:pt x="77706" y="22059"/>
                    <a:pt x="77692" y="22059"/>
                  </a:cubicBezTo>
                  <a:cubicBezTo>
                    <a:pt x="77633" y="22059"/>
                    <a:pt x="77863" y="21985"/>
                    <a:pt x="77835" y="21978"/>
                  </a:cubicBezTo>
                  <a:lnTo>
                    <a:pt x="77835" y="21978"/>
                  </a:lnTo>
                  <a:cubicBezTo>
                    <a:pt x="77412" y="22079"/>
                    <a:pt x="77446" y="22096"/>
                    <a:pt x="77023" y="22206"/>
                  </a:cubicBezTo>
                  <a:cubicBezTo>
                    <a:pt x="76982" y="22214"/>
                    <a:pt x="76961" y="22217"/>
                    <a:pt x="76952" y="22217"/>
                  </a:cubicBezTo>
                  <a:cubicBezTo>
                    <a:pt x="76933" y="22217"/>
                    <a:pt x="76982" y="22201"/>
                    <a:pt x="77023" y="22189"/>
                  </a:cubicBezTo>
                  <a:lnTo>
                    <a:pt x="77023" y="22189"/>
                  </a:lnTo>
                  <a:lnTo>
                    <a:pt x="76719" y="22274"/>
                  </a:lnTo>
                  <a:cubicBezTo>
                    <a:pt x="76706" y="22274"/>
                    <a:pt x="76322" y="22349"/>
                    <a:pt x="76271" y="22349"/>
                  </a:cubicBezTo>
                  <a:cubicBezTo>
                    <a:pt x="76251" y="22349"/>
                    <a:pt x="76280" y="22338"/>
                    <a:pt x="76397" y="22308"/>
                  </a:cubicBezTo>
                  <a:lnTo>
                    <a:pt x="76668" y="22249"/>
                  </a:lnTo>
                  <a:lnTo>
                    <a:pt x="76668" y="22249"/>
                  </a:lnTo>
                  <a:cubicBezTo>
                    <a:pt x="76124" y="22350"/>
                    <a:pt x="75216" y="22515"/>
                    <a:pt x="75091" y="22515"/>
                  </a:cubicBezTo>
                  <a:cubicBezTo>
                    <a:pt x="75080" y="22515"/>
                    <a:pt x="75076" y="22514"/>
                    <a:pt x="75078" y="22511"/>
                  </a:cubicBezTo>
                  <a:lnTo>
                    <a:pt x="75078" y="22511"/>
                  </a:lnTo>
                  <a:cubicBezTo>
                    <a:pt x="74748" y="22570"/>
                    <a:pt x="74841" y="22570"/>
                    <a:pt x="74325" y="22663"/>
                  </a:cubicBezTo>
                  <a:cubicBezTo>
                    <a:pt x="74096" y="22731"/>
                    <a:pt x="74359" y="22705"/>
                    <a:pt x="73800" y="22824"/>
                  </a:cubicBezTo>
                  <a:lnTo>
                    <a:pt x="74249" y="22748"/>
                  </a:lnTo>
                  <a:lnTo>
                    <a:pt x="74511" y="22688"/>
                  </a:lnTo>
                  <a:lnTo>
                    <a:pt x="74046" y="22773"/>
                  </a:lnTo>
                  <a:cubicBezTo>
                    <a:pt x="74342" y="22714"/>
                    <a:pt x="74282" y="22705"/>
                    <a:pt x="74367" y="22672"/>
                  </a:cubicBezTo>
                  <a:cubicBezTo>
                    <a:pt x="75069" y="22528"/>
                    <a:pt x="75272" y="22528"/>
                    <a:pt x="75636" y="22460"/>
                  </a:cubicBezTo>
                  <a:lnTo>
                    <a:pt x="75636" y="22460"/>
                  </a:lnTo>
                  <a:cubicBezTo>
                    <a:pt x="75416" y="22519"/>
                    <a:pt x="75035" y="22595"/>
                    <a:pt x="75188" y="22595"/>
                  </a:cubicBezTo>
                  <a:cubicBezTo>
                    <a:pt x="74835" y="22645"/>
                    <a:pt x="74800" y="22694"/>
                    <a:pt x="74413" y="22751"/>
                  </a:cubicBezTo>
                  <a:lnTo>
                    <a:pt x="74413" y="22751"/>
                  </a:lnTo>
                  <a:cubicBezTo>
                    <a:pt x="74116" y="22822"/>
                    <a:pt x="74058" y="22810"/>
                    <a:pt x="73800" y="22875"/>
                  </a:cubicBezTo>
                  <a:cubicBezTo>
                    <a:pt x="73806" y="22872"/>
                    <a:pt x="73806" y="22871"/>
                    <a:pt x="73802" y="22871"/>
                  </a:cubicBezTo>
                  <a:cubicBezTo>
                    <a:pt x="73795" y="22871"/>
                    <a:pt x="73772" y="22875"/>
                    <a:pt x="73749" y="22875"/>
                  </a:cubicBezTo>
                  <a:cubicBezTo>
                    <a:pt x="73514" y="22921"/>
                    <a:pt x="73492" y="22928"/>
                    <a:pt x="73516" y="22928"/>
                  </a:cubicBezTo>
                  <a:cubicBezTo>
                    <a:pt x="73527" y="22928"/>
                    <a:pt x="73548" y="22927"/>
                    <a:pt x="73562" y="22927"/>
                  </a:cubicBezTo>
                  <a:cubicBezTo>
                    <a:pt x="73595" y="22927"/>
                    <a:pt x="73590" y="22936"/>
                    <a:pt x="73335" y="22993"/>
                  </a:cubicBezTo>
                  <a:cubicBezTo>
                    <a:pt x="73160" y="23026"/>
                    <a:pt x="73078" y="23037"/>
                    <a:pt x="73044" y="23037"/>
                  </a:cubicBezTo>
                  <a:cubicBezTo>
                    <a:pt x="72979" y="23037"/>
                    <a:pt x="73076" y="23000"/>
                    <a:pt x="73029" y="23000"/>
                  </a:cubicBezTo>
                  <a:cubicBezTo>
                    <a:pt x="73024" y="23000"/>
                    <a:pt x="73016" y="23000"/>
                    <a:pt x="73005" y="23001"/>
                  </a:cubicBezTo>
                  <a:cubicBezTo>
                    <a:pt x="73893" y="22798"/>
                    <a:pt x="72971" y="22959"/>
                    <a:pt x="73944" y="22748"/>
                  </a:cubicBezTo>
                  <a:cubicBezTo>
                    <a:pt x="73941" y="22741"/>
                    <a:pt x="73924" y="22738"/>
                    <a:pt x="73897" y="22738"/>
                  </a:cubicBezTo>
                  <a:cubicBezTo>
                    <a:pt x="73778" y="22738"/>
                    <a:pt x="73448" y="22794"/>
                    <a:pt x="73030" y="22883"/>
                  </a:cubicBezTo>
                  <a:cubicBezTo>
                    <a:pt x="73083" y="22875"/>
                    <a:pt x="73114" y="22872"/>
                    <a:pt x="73131" y="22872"/>
                  </a:cubicBezTo>
                  <a:cubicBezTo>
                    <a:pt x="73205" y="22872"/>
                    <a:pt x="73015" y="22931"/>
                    <a:pt x="73121" y="22931"/>
                  </a:cubicBezTo>
                  <a:cubicBezTo>
                    <a:pt x="73148" y="22931"/>
                    <a:pt x="73197" y="22927"/>
                    <a:pt x="73276" y="22917"/>
                  </a:cubicBezTo>
                  <a:lnTo>
                    <a:pt x="73276" y="22917"/>
                  </a:lnTo>
                  <a:cubicBezTo>
                    <a:pt x="72506" y="23078"/>
                    <a:pt x="72582" y="23145"/>
                    <a:pt x="71702" y="23255"/>
                  </a:cubicBezTo>
                  <a:lnTo>
                    <a:pt x="71728" y="23247"/>
                  </a:lnTo>
                  <a:lnTo>
                    <a:pt x="71728" y="23247"/>
                  </a:lnTo>
                  <a:lnTo>
                    <a:pt x="71372" y="23331"/>
                  </a:lnTo>
                  <a:lnTo>
                    <a:pt x="70873" y="23408"/>
                  </a:lnTo>
                  <a:cubicBezTo>
                    <a:pt x="71178" y="23314"/>
                    <a:pt x="71559" y="23272"/>
                    <a:pt x="71795" y="23205"/>
                  </a:cubicBezTo>
                  <a:lnTo>
                    <a:pt x="71795" y="23205"/>
                  </a:lnTo>
                  <a:cubicBezTo>
                    <a:pt x="71186" y="23272"/>
                    <a:pt x="70992" y="23382"/>
                    <a:pt x="70298" y="23492"/>
                  </a:cubicBezTo>
                  <a:cubicBezTo>
                    <a:pt x="70227" y="23498"/>
                    <a:pt x="70184" y="23501"/>
                    <a:pt x="70161" y="23501"/>
                  </a:cubicBezTo>
                  <a:cubicBezTo>
                    <a:pt x="70091" y="23501"/>
                    <a:pt x="70238" y="23474"/>
                    <a:pt x="70425" y="23441"/>
                  </a:cubicBezTo>
                  <a:cubicBezTo>
                    <a:pt x="70620" y="23408"/>
                    <a:pt x="70806" y="23365"/>
                    <a:pt x="70992" y="23314"/>
                  </a:cubicBezTo>
                  <a:lnTo>
                    <a:pt x="70992" y="23314"/>
                  </a:lnTo>
                  <a:cubicBezTo>
                    <a:pt x="70831" y="23348"/>
                    <a:pt x="70670" y="23374"/>
                    <a:pt x="70518" y="23374"/>
                  </a:cubicBezTo>
                  <a:cubicBezTo>
                    <a:pt x="71161" y="23281"/>
                    <a:pt x="70907" y="23289"/>
                    <a:pt x="71635" y="23179"/>
                  </a:cubicBezTo>
                  <a:lnTo>
                    <a:pt x="71635" y="23179"/>
                  </a:lnTo>
                  <a:cubicBezTo>
                    <a:pt x="71496" y="23209"/>
                    <a:pt x="71473" y="23217"/>
                    <a:pt x="71494" y="23217"/>
                  </a:cubicBezTo>
                  <a:cubicBezTo>
                    <a:pt x="71516" y="23217"/>
                    <a:pt x="71592" y="23207"/>
                    <a:pt x="71621" y="23207"/>
                  </a:cubicBezTo>
                  <a:cubicBezTo>
                    <a:pt x="71633" y="23207"/>
                    <a:pt x="71637" y="23209"/>
                    <a:pt x="71626" y="23213"/>
                  </a:cubicBezTo>
                  <a:cubicBezTo>
                    <a:pt x="71728" y="23179"/>
                    <a:pt x="72404" y="23069"/>
                    <a:pt x="72878" y="22976"/>
                  </a:cubicBezTo>
                  <a:cubicBezTo>
                    <a:pt x="72897" y="22967"/>
                    <a:pt x="72895" y="22963"/>
                    <a:pt x="72877" y="22963"/>
                  </a:cubicBezTo>
                  <a:cubicBezTo>
                    <a:pt x="72800" y="22963"/>
                    <a:pt x="72408" y="23043"/>
                    <a:pt x="72159" y="23078"/>
                  </a:cubicBezTo>
                  <a:cubicBezTo>
                    <a:pt x="71592" y="23205"/>
                    <a:pt x="70992" y="23255"/>
                    <a:pt x="70552" y="23357"/>
                  </a:cubicBezTo>
                  <a:cubicBezTo>
                    <a:pt x="70365" y="23390"/>
                    <a:pt x="70287" y="23402"/>
                    <a:pt x="70267" y="23402"/>
                  </a:cubicBezTo>
                  <a:cubicBezTo>
                    <a:pt x="70222" y="23402"/>
                    <a:pt x="70491" y="23340"/>
                    <a:pt x="70467" y="23340"/>
                  </a:cubicBezTo>
                  <a:cubicBezTo>
                    <a:pt x="69909" y="23416"/>
                    <a:pt x="70230" y="23399"/>
                    <a:pt x="70053" y="23433"/>
                  </a:cubicBezTo>
                  <a:cubicBezTo>
                    <a:pt x="69215" y="23585"/>
                    <a:pt x="69114" y="23543"/>
                    <a:pt x="68522" y="23636"/>
                  </a:cubicBezTo>
                  <a:cubicBezTo>
                    <a:pt x="68268" y="23695"/>
                    <a:pt x="67845" y="23754"/>
                    <a:pt x="67371" y="23814"/>
                  </a:cubicBezTo>
                  <a:cubicBezTo>
                    <a:pt x="66897" y="23881"/>
                    <a:pt x="66381" y="23949"/>
                    <a:pt x="65958" y="23991"/>
                  </a:cubicBezTo>
                  <a:cubicBezTo>
                    <a:pt x="66060" y="23966"/>
                    <a:pt x="65941" y="23966"/>
                    <a:pt x="65891" y="23966"/>
                  </a:cubicBezTo>
                  <a:cubicBezTo>
                    <a:pt x="65392" y="24076"/>
                    <a:pt x="65569" y="24034"/>
                    <a:pt x="64935" y="24135"/>
                  </a:cubicBezTo>
                  <a:lnTo>
                    <a:pt x="65476" y="24093"/>
                  </a:lnTo>
                  <a:lnTo>
                    <a:pt x="65476" y="24093"/>
                  </a:lnTo>
                  <a:cubicBezTo>
                    <a:pt x="65045" y="24152"/>
                    <a:pt x="64706" y="24220"/>
                    <a:pt x="64309" y="24237"/>
                  </a:cubicBezTo>
                  <a:cubicBezTo>
                    <a:pt x="64571" y="24237"/>
                    <a:pt x="64402" y="24262"/>
                    <a:pt x="64123" y="24296"/>
                  </a:cubicBezTo>
                  <a:cubicBezTo>
                    <a:pt x="63844" y="24330"/>
                    <a:pt x="63454" y="24363"/>
                    <a:pt x="63294" y="24389"/>
                  </a:cubicBezTo>
                  <a:cubicBezTo>
                    <a:pt x="62854" y="24414"/>
                    <a:pt x="62414" y="24482"/>
                    <a:pt x="62169" y="24482"/>
                  </a:cubicBezTo>
                  <a:lnTo>
                    <a:pt x="62236" y="24473"/>
                  </a:lnTo>
                  <a:lnTo>
                    <a:pt x="62236" y="24473"/>
                  </a:lnTo>
                  <a:cubicBezTo>
                    <a:pt x="62016" y="24490"/>
                    <a:pt x="61805" y="24507"/>
                    <a:pt x="61593" y="24524"/>
                  </a:cubicBezTo>
                  <a:lnTo>
                    <a:pt x="61661" y="24473"/>
                  </a:lnTo>
                  <a:lnTo>
                    <a:pt x="61661" y="24473"/>
                  </a:lnTo>
                  <a:cubicBezTo>
                    <a:pt x="61221" y="24490"/>
                    <a:pt x="60680" y="24566"/>
                    <a:pt x="60840" y="24566"/>
                  </a:cubicBezTo>
                  <a:cubicBezTo>
                    <a:pt x="60732" y="24570"/>
                    <a:pt x="60664" y="24572"/>
                    <a:pt x="60622" y="24572"/>
                  </a:cubicBezTo>
                  <a:cubicBezTo>
                    <a:pt x="60483" y="24572"/>
                    <a:pt x="60630" y="24554"/>
                    <a:pt x="60578" y="24541"/>
                  </a:cubicBezTo>
                  <a:cubicBezTo>
                    <a:pt x="60807" y="24519"/>
                    <a:pt x="61261" y="24452"/>
                    <a:pt x="61480" y="24452"/>
                  </a:cubicBezTo>
                  <a:cubicBezTo>
                    <a:pt x="61512" y="24452"/>
                    <a:pt x="61539" y="24453"/>
                    <a:pt x="61559" y="24456"/>
                  </a:cubicBezTo>
                  <a:cubicBezTo>
                    <a:pt x="61509" y="24456"/>
                    <a:pt x="61450" y="24456"/>
                    <a:pt x="61399" y="24465"/>
                  </a:cubicBezTo>
                  <a:cubicBezTo>
                    <a:pt x="62008" y="24440"/>
                    <a:pt x="62101" y="24414"/>
                    <a:pt x="62118" y="24389"/>
                  </a:cubicBezTo>
                  <a:cubicBezTo>
                    <a:pt x="62143" y="24372"/>
                    <a:pt x="62092" y="24355"/>
                    <a:pt x="62389" y="24321"/>
                  </a:cubicBezTo>
                  <a:lnTo>
                    <a:pt x="62389" y="24321"/>
                  </a:lnTo>
                  <a:cubicBezTo>
                    <a:pt x="62228" y="24338"/>
                    <a:pt x="62092" y="24347"/>
                    <a:pt x="61957" y="24347"/>
                  </a:cubicBezTo>
                  <a:cubicBezTo>
                    <a:pt x="61813" y="24355"/>
                    <a:pt x="61661" y="24372"/>
                    <a:pt x="61509" y="24380"/>
                  </a:cubicBezTo>
                  <a:cubicBezTo>
                    <a:pt x="61356" y="24397"/>
                    <a:pt x="60722" y="24456"/>
                    <a:pt x="60401" y="24499"/>
                  </a:cubicBezTo>
                  <a:cubicBezTo>
                    <a:pt x="60739" y="24465"/>
                    <a:pt x="61077" y="24440"/>
                    <a:pt x="61407" y="24440"/>
                  </a:cubicBezTo>
                  <a:cubicBezTo>
                    <a:pt x="61120" y="24456"/>
                    <a:pt x="61077" y="24490"/>
                    <a:pt x="60824" y="24490"/>
                  </a:cubicBezTo>
                  <a:lnTo>
                    <a:pt x="60908" y="24473"/>
                  </a:lnTo>
                  <a:lnTo>
                    <a:pt x="60908" y="24473"/>
                  </a:lnTo>
                  <a:lnTo>
                    <a:pt x="60587" y="24516"/>
                  </a:lnTo>
                  <a:cubicBezTo>
                    <a:pt x="60579" y="24512"/>
                    <a:pt x="60553" y="24510"/>
                    <a:pt x="60517" y="24510"/>
                  </a:cubicBezTo>
                  <a:cubicBezTo>
                    <a:pt x="60386" y="24510"/>
                    <a:pt x="60116" y="24530"/>
                    <a:pt x="60058" y="24530"/>
                  </a:cubicBezTo>
                  <a:cubicBezTo>
                    <a:pt x="60026" y="24530"/>
                    <a:pt x="60055" y="24525"/>
                    <a:pt x="60198" y="24507"/>
                  </a:cubicBezTo>
                  <a:lnTo>
                    <a:pt x="60198" y="24507"/>
                  </a:lnTo>
                  <a:cubicBezTo>
                    <a:pt x="59758" y="24541"/>
                    <a:pt x="60045" y="24541"/>
                    <a:pt x="59656" y="24575"/>
                  </a:cubicBezTo>
                  <a:cubicBezTo>
                    <a:pt x="59918" y="24566"/>
                    <a:pt x="60172" y="24541"/>
                    <a:pt x="60434" y="24524"/>
                  </a:cubicBezTo>
                  <a:lnTo>
                    <a:pt x="60434" y="24524"/>
                  </a:lnTo>
                  <a:lnTo>
                    <a:pt x="60417" y="24558"/>
                  </a:lnTo>
                  <a:cubicBezTo>
                    <a:pt x="60138" y="24592"/>
                    <a:pt x="60071" y="24583"/>
                    <a:pt x="59758" y="24600"/>
                  </a:cubicBezTo>
                  <a:lnTo>
                    <a:pt x="59783" y="24634"/>
                  </a:lnTo>
                  <a:lnTo>
                    <a:pt x="59233" y="24634"/>
                  </a:lnTo>
                  <a:cubicBezTo>
                    <a:pt x="59301" y="24651"/>
                    <a:pt x="58869" y="24668"/>
                    <a:pt x="58751" y="24676"/>
                  </a:cubicBezTo>
                  <a:cubicBezTo>
                    <a:pt x="58548" y="24676"/>
                    <a:pt x="58567" y="24650"/>
                    <a:pt x="58446" y="24650"/>
                  </a:cubicBezTo>
                  <a:cubicBezTo>
                    <a:pt x="58386" y="24650"/>
                    <a:pt x="58291" y="24657"/>
                    <a:pt x="58117" y="24676"/>
                  </a:cubicBezTo>
                  <a:lnTo>
                    <a:pt x="58159" y="24676"/>
                  </a:lnTo>
                  <a:cubicBezTo>
                    <a:pt x="57863" y="24702"/>
                    <a:pt x="57677" y="24719"/>
                    <a:pt x="57254" y="24727"/>
                  </a:cubicBezTo>
                  <a:cubicBezTo>
                    <a:pt x="57279" y="24719"/>
                    <a:pt x="57397" y="24710"/>
                    <a:pt x="57457" y="24710"/>
                  </a:cubicBezTo>
                  <a:cubicBezTo>
                    <a:pt x="56956" y="24710"/>
                    <a:pt x="56209" y="24769"/>
                    <a:pt x="55817" y="24769"/>
                  </a:cubicBezTo>
                  <a:cubicBezTo>
                    <a:pt x="55739" y="24769"/>
                    <a:pt x="55675" y="24767"/>
                    <a:pt x="55629" y="24761"/>
                  </a:cubicBezTo>
                  <a:cubicBezTo>
                    <a:pt x="55672" y="24736"/>
                    <a:pt x="55926" y="24736"/>
                    <a:pt x="55934" y="24710"/>
                  </a:cubicBezTo>
                  <a:cubicBezTo>
                    <a:pt x="56856" y="24710"/>
                    <a:pt x="56577" y="24643"/>
                    <a:pt x="57660" y="24626"/>
                  </a:cubicBezTo>
                  <a:cubicBezTo>
                    <a:pt x="57670" y="24636"/>
                    <a:pt x="57705" y="24640"/>
                    <a:pt x="57757" y="24640"/>
                  </a:cubicBezTo>
                  <a:cubicBezTo>
                    <a:pt x="57954" y="24640"/>
                    <a:pt x="58394" y="24581"/>
                    <a:pt x="58646" y="24581"/>
                  </a:cubicBezTo>
                  <a:cubicBezTo>
                    <a:pt x="58704" y="24581"/>
                    <a:pt x="58752" y="24584"/>
                    <a:pt x="58785" y="24592"/>
                  </a:cubicBezTo>
                  <a:cubicBezTo>
                    <a:pt x="58480" y="24600"/>
                    <a:pt x="58176" y="24626"/>
                    <a:pt x="57871" y="24676"/>
                  </a:cubicBezTo>
                  <a:cubicBezTo>
                    <a:pt x="58260" y="24651"/>
                    <a:pt x="58810" y="24617"/>
                    <a:pt x="59081" y="24609"/>
                  </a:cubicBezTo>
                  <a:cubicBezTo>
                    <a:pt x="58844" y="24600"/>
                    <a:pt x="58920" y="24566"/>
                    <a:pt x="59089" y="24533"/>
                  </a:cubicBezTo>
                  <a:lnTo>
                    <a:pt x="59089" y="24533"/>
                  </a:lnTo>
                  <a:cubicBezTo>
                    <a:pt x="58776" y="24558"/>
                    <a:pt x="58328" y="24583"/>
                    <a:pt x="57854" y="24592"/>
                  </a:cubicBezTo>
                  <a:cubicBezTo>
                    <a:pt x="57372" y="24609"/>
                    <a:pt x="56856" y="24609"/>
                    <a:pt x="56416" y="24626"/>
                  </a:cubicBezTo>
                  <a:lnTo>
                    <a:pt x="56518" y="24660"/>
                  </a:lnTo>
                  <a:cubicBezTo>
                    <a:pt x="56348" y="24671"/>
                    <a:pt x="56257" y="24675"/>
                    <a:pt x="56213" y="24675"/>
                  </a:cubicBezTo>
                  <a:cubicBezTo>
                    <a:pt x="56083" y="24675"/>
                    <a:pt x="56359" y="24638"/>
                    <a:pt x="56172" y="24638"/>
                  </a:cubicBezTo>
                  <a:cubicBezTo>
                    <a:pt x="56137" y="24638"/>
                    <a:pt x="56085" y="24639"/>
                    <a:pt x="56010" y="24643"/>
                  </a:cubicBezTo>
                  <a:lnTo>
                    <a:pt x="55739" y="24676"/>
                  </a:lnTo>
                  <a:lnTo>
                    <a:pt x="55706" y="24676"/>
                  </a:lnTo>
                  <a:lnTo>
                    <a:pt x="55257" y="24719"/>
                  </a:lnTo>
                  <a:cubicBezTo>
                    <a:pt x="55527" y="24711"/>
                    <a:pt x="55458" y="24692"/>
                    <a:pt x="55654" y="24692"/>
                  </a:cubicBezTo>
                  <a:cubicBezTo>
                    <a:pt x="55686" y="24692"/>
                    <a:pt x="55725" y="24692"/>
                    <a:pt x="55773" y="24693"/>
                  </a:cubicBezTo>
                  <a:cubicBezTo>
                    <a:pt x="56078" y="24693"/>
                    <a:pt x="55765" y="24727"/>
                    <a:pt x="55672" y="24744"/>
                  </a:cubicBezTo>
                  <a:cubicBezTo>
                    <a:pt x="55570" y="24744"/>
                    <a:pt x="55331" y="24748"/>
                    <a:pt x="55176" y="24748"/>
                  </a:cubicBezTo>
                  <a:cubicBezTo>
                    <a:pt x="55020" y="24748"/>
                    <a:pt x="54948" y="24744"/>
                    <a:pt x="55181" y="24727"/>
                  </a:cubicBezTo>
                  <a:lnTo>
                    <a:pt x="55181" y="24727"/>
                  </a:lnTo>
                  <a:lnTo>
                    <a:pt x="54361" y="24778"/>
                  </a:lnTo>
                  <a:cubicBezTo>
                    <a:pt x="54454" y="24761"/>
                    <a:pt x="54538" y="24753"/>
                    <a:pt x="54631" y="24744"/>
                  </a:cubicBezTo>
                  <a:lnTo>
                    <a:pt x="54631" y="24744"/>
                  </a:lnTo>
                  <a:lnTo>
                    <a:pt x="54039" y="24761"/>
                  </a:lnTo>
                  <a:lnTo>
                    <a:pt x="54064" y="24761"/>
                  </a:lnTo>
                  <a:cubicBezTo>
                    <a:pt x="53582" y="24795"/>
                    <a:pt x="52922" y="24786"/>
                    <a:pt x="52559" y="24812"/>
                  </a:cubicBezTo>
                  <a:cubicBezTo>
                    <a:pt x="53371" y="24837"/>
                    <a:pt x="52170" y="24837"/>
                    <a:pt x="52237" y="24863"/>
                  </a:cubicBezTo>
                  <a:cubicBezTo>
                    <a:pt x="51950" y="24854"/>
                    <a:pt x="51865" y="24786"/>
                    <a:pt x="52483" y="24769"/>
                  </a:cubicBezTo>
                  <a:cubicBezTo>
                    <a:pt x="52536" y="24778"/>
                    <a:pt x="52619" y="24781"/>
                    <a:pt x="52717" y="24781"/>
                  </a:cubicBezTo>
                  <a:cubicBezTo>
                    <a:pt x="52913" y="24781"/>
                    <a:pt x="53171" y="24769"/>
                    <a:pt x="53379" y="24769"/>
                  </a:cubicBezTo>
                  <a:cubicBezTo>
                    <a:pt x="53244" y="24761"/>
                    <a:pt x="53141" y="24758"/>
                    <a:pt x="53051" y="24758"/>
                  </a:cubicBezTo>
                  <a:cubicBezTo>
                    <a:pt x="52872" y="24758"/>
                    <a:pt x="52748" y="24769"/>
                    <a:pt x="52533" y="24769"/>
                  </a:cubicBezTo>
                  <a:cubicBezTo>
                    <a:pt x="52753" y="24753"/>
                    <a:pt x="52119" y="24744"/>
                    <a:pt x="52119" y="24727"/>
                  </a:cubicBezTo>
                  <a:cubicBezTo>
                    <a:pt x="52249" y="24705"/>
                    <a:pt x="52378" y="24693"/>
                    <a:pt x="52508" y="24693"/>
                  </a:cubicBezTo>
                  <a:cubicBezTo>
                    <a:pt x="52573" y="24693"/>
                    <a:pt x="52638" y="24696"/>
                    <a:pt x="52703" y="24702"/>
                  </a:cubicBezTo>
                  <a:cubicBezTo>
                    <a:pt x="53303" y="24702"/>
                    <a:pt x="52762" y="24727"/>
                    <a:pt x="52939" y="24727"/>
                  </a:cubicBezTo>
                  <a:cubicBezTo>
                    <a:pt x="53069" y="24740"/>
                    <a:pt x="53199" y="24747"/>
                    <a:pt x="53330" y="24747"/>
                  </a:cubicBezTo>
                  <a:cubicBezTo>
                    <a:pt x="53377" y="24747"/>
                    <a:pt x="53425" y="24746"/>
                    <a:pt x="53472" y="24744"/>
                  </a:cubicBezTo>
                  <a:cubicBezTo>
                    <a:pt x="53709" y="24736"/>
                    <a:pt x="53971" y="24727"/>
                    <a:pt x="54149" y="24727"/>
                  </a:cubicBezTo>
                  <a:cubicBezTo>
                    <a:pt x="54181" y="24727"/>
                    <a:pt x="54123" y="24732"/>
                    <a:pt x="54067" y="24734"/>
                  </a:cubicBezTo>
                  <a:lnTo>
                    <a:pt x="54067" y="24734"/>
                  </a:lnTo>
                  <a:cubicBezTo>
                    <a:pt x="54395" y="24726"/>
                    <a:pt x="54989" y="24717"/>
                    <a:pt x="55037" y="24693"/>
                  </a:cubicBezTo>
                  <a:lnTo>
                    <a:pt x="55037" y="24693"/>
                  </a:lnTo>
                  <a:lnTo>
                    <a:pt x="54251" y="24727"/>
                  </a:lnTo>
                  <a:cubicBezTo>
                    <a:pt x="54081" y="24719"/>
                    <a:pt x="54496" y="24702"/>
                    <a:pt x="54251" y="24693"/>
                  </a:cubicBezTo>
                  <a:lnTo>
                    <a:pt x="54251" y="24693"/>
                  </a:lnTo>
                  <a:cubicBezTo>
                    <a:pt x="54073" y="24702"/>
                    <a:pt x="53853" y="24702"/>
                    <a:pt x="53625" y="24702"/>
                  </a:cubicBezTo>
                  <a:lnTo>
                    <a:pt x="53667" y="24693"/>
                  </a:lnTo>
                  <a:cubicBezTo>
                    <a:pt x="53389" y="24683"/>
                    <a:pt x="53016" y="24679"/>
                    <a:pt x="52644" y="24679"/>
                  </a:cubicBezTo>
                  <a:cubicBezTo>
                    <a:pt x="52381" y="24679"/>
                    <a:pt x="52118" y="24681"/>
                    <a:pt x="51890" y="24685"/>
                  </a:cubicBezTo>
                  <a:cubicBezTo>
                    <a:pt x="51679" y="24744"/>
                    <a:pt x="51459" y="24795"/>
                    <a:pt x="51239" y="24820"/>
                  </a:cubicBezTo>
                  <a:lnTo>
                    <a:pt x="49987" y="24795"/>
                  </a:lnTo>
                  <a:lnTo>
                    <a:pt x="49336" y="24769"/>
                  </a:lnTo>
                  <a:lnTo>
                    <a:pt x="48684" y="24736"/>
                  </a:lnTo>
                  <a:cubicBezTo>
                    <a:pt x="48746" y="24731"/>
                    <a:pt x="48837" y="24729"/>
                    <a:pt x="48950" y="24729"/>
                  </a:cubicBezTo>
                  <a:cubicBezTo>
                    <a:pt x="49222" y="24729"/>
                    <a:pt x="49622" y="24741"/>
                    <a:pt x="50046" y="24753"/>
                  </a:cubicBezTo>
                  <a:lnTo>
                    <a:pt x="49792" y="24761"/>
                  </a:lnTo>
                  <a:cubicBezTo>
                    <a:pt x="49953" y="24767"/>
                    <a:pt x="50081" y="24769"/>
                    <a:pt x="50188" y="24769"/>
                  </a:cubicBezTo>
                  <a:cubicBezTo>
                    <a:pt x="50401" y="24769"/>
                    <a:pt x="50528" y="24761"/>
                    <a:pt x="50664" y="24761"/>
                  </a:cubicBezTo>
                  <a:cubicBezTo>
                    <a:pt x="50638" y="24761"/>
                    <a:pt x="50681" y="24769"/>
                    <a:pt x="50748" y="24778"/>
                  </a:cubicBezTo>
                  <a:cubicBezTo>
                    <a:pt x="51188" y="24778"/>
                    <a:pt x="51417" y="24753"/>
                    <a:pt x="51188" y="24727"/>
                  </a:cubicBezTo>
                  <a:lnTo>
                    <a:pt x="51188" y="24727"/>
                  </a:lnTo>
                  <a:lnTo>
                    <a:pt x="51044" y="24736"/>
                  </a:lnTo>
                  <a:lnTo>
                    <a:pt x="50748" y="24702"/>
                  </a:lnTo>
                  <a:cubicBezTo>
                    <a:pt x="50708" y="24719"/>
                    <a:pt x="50577" y="24725"/>
                    <a:pt x="50404" y="24725"/>
                  </a:cubicBezTo>
                  <a:cubicBezTo>
                    <a:pt x="50113" y="24725"/>
                    <a:pt x="49701" y="24709"/>
                    <a:pt x="49391" y="24709"/>
                  </a:cubicBezTo>
                  <a:cubicBezTo>
                    <a:pt x="49348" y="24709"/>
                    <a:pt x="49307" y="24710"/>
                    <a:pt x="49268" y="24710"/>
                  </a:cubicBezTo>
                  <a:cubicBezTo>
                    <a:pt x="49491" y="24705"/>
                    <a:pt x="49695" y="24683"/>
                    <a:pt x="49938" y="24683"/>
                  </a:cubicBezTo>
                  <a:cubicBezTo>
                    <a:pt x="50053" y="24683"/>
                    <a:pt x="50178" y="24688"/>
                    <a:pt x="50317" y="24702"/>
                  </a:cubicBezTo>
                  <a:lnTo>
                    <a:pt x="50276" y="24674"/>
                  </a:lnTo>
                  <a:lnTo>
                    <a:pt x="50276" y="24674"/>
                  </a:lnTo>
                  <a:cubicBezTo>
                    <a:pt x="50259" y="24674"/>
                    <a:pt x="50243" y="24674"/>
                    <a:pt x="50226" y="24674"/>
                  </a:cubicBezTo>
                  <a:cubicBezTo>
                    <a:pt x="50055" y="24674"/>
                    <a:pt x="49886" y="24672"/>
                    <a:pt x="49742" y="24660"/>
                  </a:cubicBezTo>
                  <a:cubicBezTo>
                    <a:pt x="49551" y="24672"/>
                    <a:pt x="49359" y="24679"/>
                    <a:pt x="49166" y="24679"/>
                  </a:cubicBezTo>
                  <a:cubicBezTo>
                    <a:pt x="48974" y="24679"/>
                    <a:pt x="48782" y="24672"/>
                    <a:pt x="48591" y="24660"/>
                  </a:cubicBezTo>
                  <a:lnTo>
                    <a:pt x="48617" y="24651"/>
                  </a:lnTo>
                  <a:lnTo>
                    <a:pt x="48617" y="24651"/>
                  </a:lnTo>
                  <a:cubicBezTo>
                    <a:pt x="48566" y="24654"/>
                    <a:pt x="48511" y="24655"/>
                    <a:pt x="48453" y="24655"/>
                  </a:cubicBezTo>
                  <a:cubicBezTo>
                    <a:pt x="47989" y="24655"/>
                    <a:pt x="47326" y="24575"/>
                    <a:pt x="47018" y="24575"/>
                  </a:cubicBezTo>
                  <a:cubicBezTo>
                    <a:pt x="46925" y="24592"/>
                    <a:pt x="47102" y="24609"/>
                    <a:pt x="47339" y="24626"/>
                  </a:cubicBezTo>
                  <a:cubicBezTo>
                    <a:pt x="47576" y="24634"/>
                    <a:pt x="47864" y="24643"/>
                    <a:pt x="47974" y="24660"/>
                  </a:cubicBezTo>
                  <a:cubicBezTo>
                    <a:pt x="47947" y="24660"/>
                    <a:pt x="47920" y="24661"/>
                    <a:pt x="47894" y="24661"/>
                  </a:cubicBezTo>
                  <a:cubicBezTo>
                    <a:pt x="47738" y="24661"/>
                    <a:pt x="47591" y="24649"/>
                    <a:pt x="47554" y="24649"/>
                  </a:cubicBezTo>
                  <a:cubicBezTo>
                    <a:pt x="47531" y="24649"/>
                    <a:pt x="47551" y="24653"/>
                    <a:pt x="47635" y="24668"/>
                  </a:cubicBezTo>
                  <a:cubicBezTo>
                    <a:pt x="47458" y="24668"/>
                    <a:pt x="47288" y="24660"/>
                    <a:pt x="47119" y="24634"/>
                  </a:cubicBezTo>
                  <a:cubicBezTo>
                    <a:pt x="46984" y="24609"/>
                    <a:pt x="46840" y="24600"/>
                    <a:pt x="46696" y="24600"/>
                  </a:cubicBezTo>
                  <a:lnTo>
                    <a:pt x="47009" y="24634"/>
                  </a:lnTo>
                  <a:cubicBezTo>
                    <a:pt x="46987" y="24635"/>
                    <a:pt x="46963" y="24635"/>
                    <a:pt x="46938" y="24635"/>
                  </a:cubicBezTo>
                  <a:cubicBezTo>
                    <a:pt x="46716" y="24635"/>
                    <a:pt x="46406" y="24608"/>
                    <a:pt x="46184" y="24608"/>
                  </a:cubicBezTo>
                  <a:cubicBezTo>
                    <a:pt x="46159" y="24608"/>
                    <a:pt x="46135" y="24608"/>
                    <a:pt x="46113" y="24609"/>
                  </a:cubicBezTo>
                  <a:cubicBezTo>
                    <a:pt x="46079" y="24643"/>
                    <a:pt x="46527" y="24634"/>
                    <a:pt x="46984" y="24676"/>
                  </a:cubicBezTo>
                  <a:lnTo>
                    <a:pt x="46772" y="24685"/>
                  </a:lnTo>
                  <a:cubicBezTo>
                    <a:pt x="47085" y="24702"/>
                    <a:pt x="47390" y="24710"/>
                    <a:pt x="47703" y="24710"/>
                  </a:cubicBezTo>
                  <a:cubicBezTo>
                    <a:pt x="47982" y="24685"/>
                    <a:pt x="47728" y="24668"/>
                    <a:pt x="48304" y="24668"/>
                  </a:cubicBezTo>
                  <a:cubicBezTo>
                    <a:pt x="48608" y="24702"/>
                    <a:pt x="48777" y="24761"/>
                    <a:pt x="48650" y="24786"/>
                  </a:cubicBezTo>
                  <a:cubicBezTo>
                    <a:pt x="48397" y="24761"/>
                    <a:pt x="47948" y="24753"/>
                    <a:pt x="47957" y="24719"/>
                  </a:cubicBezTo>
                  <a:lnTo>
                    <a:pt x="47957" y="24719"/>
                  </a:lnTo>
                  <a:cubicBezTo>
                    <a:pt x="47830" y="24736"/>
                    <a:pt x="47568" y="24736"/>
                    <a:pt x="47365" y="24736"/>
                  </a:cubicBezTo>
                  <a:cubicBezTo>
                    <a:pt x="47162" y="24736"/>
                    <a:pt x="47009" y="24736"/>
                    <a:pt x="47085" y="24753"/>
                  </a:cubicBezTo>
                  <a:lnTo>
                    <a:pt x="46984" y="24753"/>
                  </a:lnTo>
                  <a:cubicBezTo>
                    <a:pt x="46671" y="24702"/>
                    <a:pt x="46197" y="24651"/>
                    <a:pt x="45334" y="24592"/>
                  </a:cubicBezTo>
                  <a:cubicBezTo>
                    <a:pt x="45296" y="24590"/>
                    <a:pt x="45266" y="24589"/>
                    <a:pt x="45242" y="24589"/>
                  </a:cubicBezTo>
                  <a:cubicBezTo>
                    <a:pt x="45165" y="24589"/>
                    <a:pt x="45156" y="24600"/>
                    <a:pt x="45182" y="24626"/>
                  </a:cubicBezTo>
                  <a:cubicBezTo>
                    <a:pt x="45004" y="24600"/>
                    <a:pt x="44835" y="24583"/>
                    <a:pt x="44658" y="24566"/>
                  </a:cubicBezTo>
                  <a:cubicBezTo>
                    <a:pt x="44705" y="24564"/>
                    <a:pt x="44751" y="24563"/>
                    <a:pt x="44797" y="24563"/>
                  </a:cubicBezTo>
                  <a:cubicBezTo>
                    <a:pt x="44908" y="24563"/>
                    <a:pt x="45018" y="24569"/>
                    <a:pt x="45131" y="24575"/>
                  </a:cubicBezTo>
                  <a:lnTo>
                    <a:pt x="43803" y="24456"/>
                  </a:lnTo>
                  <a:lnTo>
                    <a:pt x="43913" y="24456"/>
                  </a:lnTo>
                  <a:lnTo>
                    <a:pt x="43380" y="24431"/>
                  </a:lnTo>
                  <a:lnTo>
                    <a:pt x="43380" y="24431"/>
                  </a:lnTo>
                  <a:cubicBezTo>
                    <a:pt x="43676" y="24448"/>
                    <a:pt x="44133" y="24490"/>
                    <a:pt x="44015" y="24507"/>
                  </a:cubicBezTo>
                  <a:cubicBezTo>
                    <a:pt x="43423" y="24482"/>
                    <a:pt x="43084" y="24423"/>
                    <a:pt x="42577" y="24406"/>
                  </a:cubicBezTo>
                  <a:cubicBezTo>
                    <a:pt x="42585" y="24355"/>
                    <a:pt x="42416" y="24330"/>
                    <a:pt x="42585" y="24321"/>
                  </a:cubicBezTo>
                  <a:cubicBezTo>
                    <a:pt x="42619" y="24330"/>
                    <a:pt x="42636" y="24330"/>
                    <a:pt x="42644" y="24330"/>
                  </a:cubicBezTo>
                  <a:cubicBezTo>
                    <a:pt x="42691" y="24325"/>
                    <a:pt x="42752" y="24323"/>
                    <a:pt x="42823" y="24323"/>
                  </a:cubicBezTo>
                  <a:cubicBezTo>
                    <a:pt x="42894" y="24323"/>
                    <a:pt x="42974" y="24325"/>
                    <a:pt x="43059" y="24330"/>
                  </a:cubicBezTo>
                  <a:cubicBezTo>
                    <a:pt x="43220" y="24330"/>
                    <a:pt x="43397" y="24338"/>
                    <a:pt x="43558" y="24347"/>
                  </a:cubicBezTo>
                  <a:cubicBezTo>
                    <a:pt x="43008" y="24296"/>
                    <a:pt x="42797" y="24270"/>
                    <a:pt x="42610" y="24245"/>
                  </a:cubicBezTo>
                  <a:cubicBezTo>
                    <a:pt x="42424" y="24228"/>
                    <a:pt x="42255" y="24211"/>
                    <a:pt x="41773" y="24160"/>
                  </a:cubicBezTo>
                  <a:cubicBezTo>
                    <a:pt x="41758" y="24153"/>
                    <a:pt x="41777" y="24150"/>
                    <a:pt x="41816" y="24150"/>
                  </a:cubicBezTo>
                  <a:cubicBezTo>
                    <a:pt x="41959" y="24150"/>
                    <a:pt x="42371" y="24188"/>
                    <a:pt x="42458" y="24188"/>
                  </a:cubicBezTo>
                  <a:cubicBezTo>
                    <a:pt x="42482" y="24188"/>
                    <a:pt x="42481" y="24185"/>
                    <a:pt x="42441" y="24177"/>
                  </a:cubicBezTo>
                  <a:lnTo>
                    <a:pt x="42441" y="24177"/>
                  </a:lnTo>
                  <a:cubicBezTo>
                    <a:pt x="42746" y="24211"/>
                    <a:pt x="43042" y="24253"/>
                    <a:pt x="43346" y="24279"/>
                  </a:cubicBezTo>
                  <a:cubicBezTo>
                    <a:pt x="43194" y="24270"/>
                    <a:pt x="43169" y="24270"/>
                    <a:pt x="43101" y="24270"/>
                  </a:cubicBezTo>
                  <a:cubicBezTo>
                    <a:pt x="43727" y="24304"/>
                    <a:pt x="43947" y="24355"/>
                    <a:pt x="44421" y="24355"/>
                  </a:cubicBezTo>
                  <a:cubicBezTo>
                    <a:pt x="44506" y="24367"/>
                    <a:pt x="44504" y="24371"/>
                    <a:pt x="44465" y="24371"/>
                  </a:cubicBezTo>
                  <a:cubicBezTo>
                    <a:pt x="44402" y="24371"/>
                    <a:pt x="44243" y="24361"/>
                    <a:pt x="44208" y="24361"/>
                  </a:cubicBezTo>
                  <a:cubicBezTo>
                    <a:pt x="44189" y="24361"/>
                    <a:pt x="44205" y="24364"/>
                    <a:pt x="44285" y="24372"/>
                  </a:cubicBezTo>
                  <a:cubicBezTo>
                    <a:pt x="44171" y="24363"/>
                    <a:pt x="44057" y="24359"/>
                    <a:pt x="43943" y="24359"/>
                  </a:cubicBezTo>
                  <a:cubicBezTo>
                    <a:pt x="43829" y="24359"/>
                    <a:pt x="43714" y="24363"/>
                    <a:pt x="43600" y="24372"/>
                  </a:cubicBezTo>
                  <a:cubicBezTo>
                    <a:pt x="43859" y="24400"/>
                    <a:pt x="43983" y="24407"/>
                    <a:pt x="44066" y="24407"/>
                  </a:cubicBezTo>
                  <a:cubicBezTo>
                    <a:pt x="44164" y="24407"/>
                    <a:pt x="44204" y="24397"/>
                    <a:pt x="44341" y="24397"/>
                  </a:cubicBezTo>
                  <a:cubicBezTo>
                    <a:pt x="44406" y="24397"/>
                    <a:pt x="44492" y="24399"/>
                    <a:pt x="44615" y="24406"/>
                  </a:cubicBezTo>
                  <a:lnTo>
                    <a:pt x="45072" y="24473"/>
                  </a:lnTo>
                  <a:cubicBezTo>
                    <a:pt x="45117" y="24476"/>
                    <a:pt x="45144" y="24477"/>
                    <a:pt x="45158" y="24477"/>
                  </a:cubicBezTo>
                  <a:cubicBezTo>
                    <a:pt x="45233" y="24477"/>
                    <a:pt x="44976" y="24447"/>
                    <a:pt x="44962" y="24440"/>
                  </a:cubicBezTo>
                  <a:lnTo>
                    <a:pt x="44962" y="24440"/>
                  </a:lnTo>
                  <a:cubicBezTo>
                    <a:pt x="45301" y="24465"/>
                    <a:pt x="45427" y="24482"/>
                    <a:pt x="45681" y="24499"/>
                  </a:cubicBezTo>
                  <a:cubicBezTo>
                    <a:pt x="45605" y="24490"/>
                    <a:pt x="45436" y="24473"/>
                    <a:pt x="45478" y="24465"/>
                  </a:cubicBezTo>
                  <a:lnTo>
                    <a:pt x="45478" y="24465"/>
                  </a:lnTo>
                  <a:cubicBezTo>
                    <a:pt x="45874" y="24513"/>
                    <a:pt x="46270" y="24523"/>
                    <a:pt x="46644" y="24583"/>
                  </a:cubicBezTo>
                  <a:lnTo>
                    <a:pt x="46644" y="24583"/>
                  </a:lnTo>
                  <a:cubicBezTo>
                    <a:pt x="46599" y="24566"/>
                    <a:pt x="46982" y="24566"/>
                    <a:pt x="47136" y="24566"/>
                  </a:cubicBezTo>
                  <a:lnTo>
                    <a:pt x="46341" y="24473"/>
                  </a:lnTo>
                  <a:cubicBezTo>
                    <a:pt x="45825" y="24440"/>
                    <a:pt x="45419" y="24414"/>
                    <a:pt x="44996" y="24389"/>
                  </a:cubicBezTo>
                  <a:cubicBezTo>
                    <a:pt x="44573" y="24355"/>
                    <a:pt x="44142" y="24313"/>
                    <a:pt x="43592" y="24279"/>
                  </a:cubicBezTo>
                  <a:lnTo>
                    <a:pt x="43659" y="24270"/>
                  </a:lnTo>
                  <a:lnTo>
                    <a:pt x="43093" y="24211"/>
                  </a:lnTo>
                  <a:cubicBezTo>
                    <a:pt x="42940" y="24194"/>
                    <a:pt x="42805" y="24177"/>
                    <a:pt x="42687" y="24169"/>
                  </a:cubicBezTo>
                  <a:cubicBezTo>
                    <a:pt x="42441" y="24152"/>
                    <a:pt x="42272" y="24135"/>
                    <a:pt x="42103" y="24135"/>
                  </a:cubicBezTo>
                  <a:cubicBezTo>
                    <a:pt x="41655" y="24135"/>
                    <a:pt x="41198" y="24101"/>
                    <a:pt x="40741" y="24042"/>
                  </a:cubicBezTo>
                  <a:cubicBezTo>
                    <a:pt x="40707" y="24000"/>
                    <a:pt x="40064" y="23966"/>
                    <a:pt x="40123" y="23932"/>
                  </a:cubicBezTo>
                  <a:lnTo>
                    <a:pt x="40123" y="23932"/>
                  </a:lnTo>
                  <a:cubicBezTo>
                    <a:pt x="40315" y="23958"/>
                    <a:pt x="40407" y="23968"/>
                    <a:pt x="40439" y="23968"/>
                  </a:cubicBezTo>
                  <a:cubicBezTo>
                    <a:pt x="40482" y="23968"/>
                    <a:pt x="40423" y="23951"/>
                    <a:pt x="40352" y="23932"/>
                  </a:cubicBezTo>
                  <a:cubicBezTo>
                    <a:pt x="40039" y="23924"/>
                    <a:pt x="39734" y="23890"/>
                    <a:pt x="39430" y="23847"/>
                  </a:cubicBezTo>
                  <a:cubicBezTo>
                    <a:pt x="39565" y="23847"/>
                    <a:pt x="39369" y="23812"/>
                    <a:pt x="39441" y="23812"/>
                  </a:cubicBezTo>
                  <a:cubicBezTo>
                    <a:pt x="39468" y="23812"/>
                    <a:pt x="39533" y="23817"/>
                    <a:pt x="39667" y="23831"/>
                  </a:cubicBezTo>
                  <a:cubicBezTo>
                    <a:pt x="38990" y="23737"/>
                    <a:pt x="38626" y="23687"/>
                    <a:pt x="38279" y="23670"/>
                  </a:cubicBezTo>
                  <a:cubicBezTo>
                    <a:pt x="37183" y="23544"/>
                    <a:pt x="37942" y="23576"/>
                    <a:pt x="36900" y="23437"/>
                  </a:cubicBezTo>
                  <a:lnTo>
                    <a:pt x="36900" y="23437"/>
                  </a:lnTo>
                  <a:cubicBezTo>
                    <a:pt x="36940" y="23441"/>
                    <a:pt x="36981" y="23441"/>
                    <a:pt x="37027" y="23441"/>
                  </a:cubicBezTo>
                  <a:cubicBezTo>
                    <a:pt x="36799" y="23416"/>
                    <a:pt x="36570" y="23374"/>
                    <a:pt x="36350" y="23340"/>
                  </a:cubicBezTo>
                  <a:lnTo>
                    <a:pt x="36350" y="23340"/>
                  </a:lnTo>
                  <a:lnTo>
                    <a:pt x="36570" y="23399"/>
                  </a:lnTo>
                  <a:lnTo>
                    <a:pt x="35767" y="23281"/>
                  </a:lnTo>
                  <a:cubicBezTo>
                    <a:pt x="35668" y="23269"/>
                    <a:pt x="35616" y="23264"/>
                    <a:pt x="35595" y="23264"/>
                  </a:cubicBezTo>
                  <a:cubicBezTo>
                    <a:pt x="35513" y="23264"/>
                    <a:pt x="35948" y="23342"/>
                    <a:pt x="35894" y="23348"/>
                  </a:cubicBezTo>
                  <a:lnTo>
                    <a:pt x="36063" y="23348"/>
                  </a:lnTo>
                  <a:cubicBezTo>
                    <a:pt x="36384" y="23408"/>
                    <a:pt x="36850" y="23458"/>
                    <a:pt x="36909" y="23492"/>
                  </a:cubicBezTo>
                  <a:cubicBezTo>
                    <a:pt x="36706" y="23458"/>
                    <a:pt x="36503" y="23433"/>
                    <a:pt x="36291" y="23424"/>
                  </a:cubicBezTo>
                  <a:lnTo>
                    <a:pt x="36291" y="23424"/>
                  </a:lnTo>
                  <a:lnTo>
                    <a:pt x="36799" y="23501"/>
                  </a:lnTo>
                  <a:cubicBezTo>
                    <a:pt x="36850" y="23518"/>
                    <a:pt x="36900" y="23534"/>
                    <a:pt x="36960" y="23551"/>
                  </a:cubicBezTo>
                  <a:cubicBezTo>
                    <a:pt x="37459" y="23627"/>
                    <a:pt x="37848" y="23687"/>
                    <a:pt x="38144" y="23704"/>
                  </a:cubicBezTo>
                  <a:cubicBezTo>
                    <a:pt x="37932" y="23670"/>
                    <a:pt x="37806" y="23678"/>
                    <a:pt x="37619" y="23636"/>
                  </a:cubicBezTo>
                  <a:cubicBezTo>
                    <a:pt x="37873" y="23636"/>
                    <a:pt x="38491" y="23729"/>
                    <a:pt x="39100" y="23797"/>
                  </a:cubicBezTo>
                  <a:cubicBezTo>
                    <a:pt x="39117" y="23805"/>
                    <a:pt x="39303" y="23831"/>
                    <a:pt x="39227" y="23831"/>
                  </a:cubicBezTo>
                  <a:cubicBezTo>
                    <a:pt x="39210" y="23831"/>
                    <a:pt x="39108" y="23822"/>
                    <a:pt x="39049" y="23814"/>
                  </a:cubicBezTo>
                  <a:lnTo>
                    <a:pt x="39049" y="23814"/>
                  </a:lnTo>
                  <a:cubicBezTo>
                    <a:pt x="39091" y="23831"/>
                    <a:pt x="38753" y="23805"/>
                    <a:pt x="39320" y="23881"/>
                  </a:cubicBezTo>
                  <a:lnTo>
                    <a:pt x="38922" y="23873"/>
                  </a:lnTo>
                  <a:lnTo>
                    <a:pt x="38694" y="23873"/>
                  </a:lnTo>
                  <a:cubicBezTo>
                    <a:pt x="38364" y="23831"/>
                    <a:pt x="37899" y="23771"/>
                    <a:pt x="37636" y="23721"/>
                  </a:cubicBezTo>
                  <a:lnTo>
                    <a:pt x="37653" y="23721"/>
                  </a:lnTo>
                  <a:cubicBezTo>
                    <a:pt x="37374" y="23678"/>
                    <a:pt x="36757" y="23611"/>
                    <a:pt x="36714" y="23568"/>
                  </a:cubicBezTo>
                  <a:cubicBezTo>
                    <a:pt x="36601" y="23558"/>
                    <a:pt x="36366" y="23523"/>
                    <a:pt x="36334" y="23523"/>
                  </a:cubicBezTo>
                  <a:cubicBezTo>
                    <a:pt x="36317" y="23523"/>
                    <a:pt x="36366" y="23534"/>
                    <a:pt x="36545" y="23568"/>
                  </a:cubicBezTo>
                  <a:lnTo>
                    <a:pt x="35724" y="23450"/>
                  </a:lnTo>
                  <a:cubicBezTo>
                    <a:pt x="35832" y="23431"/>
                    <a:pt x="35432" y="23346"/>
                    <a:pt x="35560" y="23346"/>
                  </a:cubicBezTo>
                  <a:cubicBezTo>
                    <a:pt x="35604" y="23346"/>
                    <a:pt x="35710" y="23356"/>
                    <a:pt x="35919" y="23382"/>
                  </a:cubicBezTo>
                  <a:lnTo>
                    <a:pt x="35115" y="23264"/>
                  </a:lnTo>
                  <a:lnTo>
                    <a:pt x="35200" y="23264"/>
                  </a:lnTo>
                  <a:cubicBezTo>
                    <a:pt x="35259" y="23272"/>
                    <a:pt x="35318" y="23281"/>
                    <a:pt x="35369" y="23298"/>
                  </a:cubicBezTo>
                  <a:cubicBezTo>
                    <a:pt x="35397" y="23299"/>
                    <a:pt x="35419" y="23300"/>
                    <a:pt x="35435" y="23300"/>
                  </a:cubicBezTo>
                  <a:cubicBezTo>
                    <a:pt x="35584" y="23300"/>
                    <a:pt x="35200" y="23231"/>
                    <a:pt x="34802" y="23162"/>
                  </a:cubicBezTo>
                  <a:lnTo>
                    <a:pt x="34692" y="23162"/>
                  </a:lnTo>
                  <a:cubicBezTo>
                    <a:pt x="34320" y="23078"/>
                    <a:pt x="34092" y="23010"/>
                    <a:pt x="33584" y="22925"/>
                  </a:cubicBezTo>
                  <a:cubicBezTo>
                    <a:pt x="33178" y="22875"/>
                    <a:pt x="32781" y="22841"/>
                    <a:pt x="32375" y="22782"/>
                  </a:cubicBezTo>
                  <a:lnTo>
                    <a:pt x="32028" y="22714"/>
                  </a:lnTo>
                  <a:cubicBezTo>
                    <a:pt x="31887" y="22667"/>
                    <a:pt x="31428" y="22577"/>
                    <a:pt x="31527" y="22577"/>
                  </a:cubicBezTo>
                  <a:cubicBezTo>
                    <a:pt x="31535" y="22577"/>
                    <a:pt x="31546" y="22577"/>
                    <a:pt x="31562" y="22579"/>
                  </a:cubicBezTo>
                  <a:cubicBezTo>
                    <a:pt x="31551" y="22573"/>
                    <a:pt x="31551" y="22570"/>
                    <a:pt x="31562" y="22570"/>
                  </a:cubicBezTo>
                  <a:cubicBezTo>
                    <a:pt x="31598" y="22570"/>
                    <a:pt x="31743" y="22599"/>
                    <a:pt x="31918" y="22638"/>
                  </a:cubicBezTo>
                  <a:cubicBezTo>
                    <a:pt x="31935" y="22646"/>
                    <a:pt x="31928" y="22646"/>
                    <a:pt x="31922" y="22646"/>
                  </a:cubicBezTo>
                  <a:cubicBezTo>
                    <a:pt x="31916" y="22646"/>
                    <a:pt x="31909" y="22646"/>
                    <a:pt x="31926" y="22655"/>
                  </a:cubicBezTo>
                  <a:cubicBezTo>
                    <a:pt x="32002" y="22646"/>
                    <a:pt x="32028" y="22638"/>
                    <a:pt x="31757" y="22562"/>
                  </a:cubicBezTo>
                  <a:lnTo>
                    <a:pt x="31757" y="22562"/>
                  </a:lnTo>
                  <a:cubicBezTo>
                    <a:pt x="32036" y="22621"/>
                    <a:pt x="32070" y="22629"/>
                    <a:pt x="32273" y="22663"/>
                  </a:cubicBezTo>
                  <a:lnTo>
                    <a:pt x="32012" y="22602"/>
                  </a:lnTo>
                  <a:lnTo>
                    <a:pt x="32012" y="22602"/>
                  </a:lnTo>
                  <a:cubicBezTo>
                    <a:pt x="32220" y="22650"/>
                    <a:pt x="32485" y="22690"/>
                    <a:pt x="32688" y="22722"/>
                  </a:cubicBezTo>
                  <a:cubicBezTo>
                    <a:pt x="32785" y="22743"/>
                    <a:pt x="32888" y="22758"/>
                    <a:pt x="32992" y="22758"/>
                  </a:cubicBezTo>
                  <a:cubicBezTo>
                    <a:pt x="33015" y="22758"/>
                    <a:pt x="33037" y="22758"/>
                    <a:pt x="33060" y="22756"/>
                  </a:cubicBezTo>
                  <a:lnTo>
                    <a:pt x="33060" y="22756"/>
                  </a:lnTo>
                  <a:cubicBezTo>
                    <a:pt x="33053" y="22757"/>
                    <a:pt x="33047" y="22757"/>
                    <a:pt x="33040" y="22757"/>
                  </a:cubicBezTo>
                  <a:cubicBezTo>
                    <a:pt x="32900" y="22757"/>
                    <a:pt x="32651" y="22677"/>
                    <a:pt x="32434" y="22621"/>
                  </a:cubicBezTo>
                  <a:lnTo>
                    <a:pt x="32434" y="22621"/>
                  </a:lnTo>
                  <a:cubicBezTo>
                    <a:pt x="32557" y="22644"/>
                    <a:pt x="32773" y="22680"/>
                    <a:pt x="32799" y="22680"/>
                  </a:cubicBezTo>
                  <a:cubicBezTo>
                    <a:pt x="32810" y="22680"/>
                    <a:pt x="32784" y="22673"/>
                    <a:pt x="32696" y="22655"/>
                  </a:cubicBezTo>
                  <a:cubicBezTo>
                    <a:pt x="32625" y="22649"/>
                    <a:pt x="32232" y="22573"/>
                    <a:pt x="32181" y="22573"/>
                  </a:cubicBezTo>
                  <a:cubicBezTo>
                    <a:pt x="32158" y="22573"/>
                    <a:pt x="32201" y="22588"/>
                    <a:pt x="32366" y="22629"/>
                  </a:cubicBezTo>
                  <a:cubicBezTo>
                    <a:pt x="32129" y="22587"/>
                    <a:pt x="31816" y="22528"/>
                    <a:pt x="31554" y="22469"/>
                  </a:cubicBezTo>
                  <a:lnTo>
                    <a:pt x="31554" y="22469"/>
                  </a:lnTo>
                  <a:cubicBezTo>
                    <a:pt x="31658" y="22485"/>
                    <a:pt x="31705" y="22491"/>
                    <a:pt x="31725" y="22491"/>
                  </a:cubicBezTo>
                  <a:cubicBezTo>
                    <a:pt x="31765" y="22491"/>
                    <a:pt x="31695" y="22469"/>
                    <a:pt x="31757" y="22469"/>
                  </a:cubicBezTo>
                  <a:cubicBezTo>
                    <a:pt x="31691" y="22452"/>
                    <a:pt x="31622" y="22443"/>
                    <a:pt x="31554" y="22443"/>
                  </a:cubicBezTo>
                  <a:cubicBezTo>
                    <a:pt x="31517" y="22443"/>
                    <a:pt x="31480" y="22446"/>
                    <a:pt x="31444" y="22452"/>
                  </a:cubicBezTo>
                  <a:cubicBezTo>
                    <a:pt x="30657" y="22257"/>
                    <a:pt x="30361" y="22122"/>
                    <a:pt x="29473" y="21927"/>
                  </a:cubicBezTo>
                  <a:cubicBezTo>
                    <a:pt x="29466" y="21926"/>
                    <a:pt x="29462" y="21926"/>
                    <a:pt x="29460" y="21926"/>
                  </a:cubicBezTo>
                  <a:cubicBezTo>
                    <a:pt x="29429" y="21926"/>
                    <a:pt x="30001" y="22046"/>
                    <a:pt x="29921" y="22046"/>
                  </a:cubicBezTo>
                  <a:cubicBezTo>
                    <a:pt x="29270" y="21927"/>
                    <a:pt x="29092" y="21817"/>
                    <a:pt x="28534" y="21690"/>
                  </a:cubicBezTo>
                  <a:lnTo>
                    <a:pt x="28534" y="21690"/>
                  </a:lnTo>
                  <a:lnTo>
                    <a:pt x="28678" y="21766"/>
                  </a:lnTo>
                  <a:cubicBezTo>
                    <a:pt x="28500" y="21724"/>
                    <a:pt x="28086" y="21623"/>
                    <a:pt x="27874" y="21572"/>
                  </a:cubicBezTo>
                  <a:cubicBezTo>
                    <a:pt x="27835" y="21552"/>
                    <a:pt x="27475" y="21436"/>
                    <a:pt x="27520" y="21436"/>
                  </a:cubicBezTo>
                  <a:cubicBezTo>
                    <a:pt x="27534" y="21436"/>
                    <a:pt x="27581" y="21446"/>
                    <a:pt x="27680" y="21470"/>
                  </a:cubicBezTo>
                  <a:cubicBezTo>
                    <a:pt x="27375" y="21377"/>
                    <a:pt x="27071" y="21310"/>
                    <a:pt x="26758" y="21259"/>
                  </a:cubicBezTo>
                  <a:cubicBezTo>
                    <a:pt x="26411" y="21191"/>
                    <a:pt x="26072" y="21107"/>
                    <a:pt x="25734" y="21005"/>
                  </a:cubicBezTo>
                  <a:lnTo>
                    <a:pt x="25734" y="21005"/>
                  </a:lnTo>
                  <a:cubicBezTo>
                    <a:pt x="26233" y="21157"/>
                    <a:pt x="26292" y="21166"/>
                    <a:pt x="26690" y="21284"/>
                  </a:cubicBezTo>
                  <a:cubicBezTo>
                    <a:pt x="26545" y="21249"/>
                    <a:pt x="26491" y="21238"/>
                    <a:pt x="26482" y="21238"/>
                  </a:cubicBezTo>
                  <a:cubicBezTo>
                    <a:pt x="26463" y="21238"/>
                    <a:pt x="26605" y="21282"/>
                    <a:pt x="26571" y="21293"/>
                  </a:cubicBezTo>
                  <a:cubicBezTo>
                    <a:pt x="26376" y="21215"/>
                    <a:pt x="25844" y="21071"/>
                    <a:pt x="25869" y="21071"/>
                  </a:cubicBezTo>
                  <a:cubicBezTo>
                    <a:pt x="25877" y="21071"/>
                    <a:pt x="25934" y="21084"/>
                    <a:pt x="26064" y="21115"/>
                  </a:cubicBezTo>
                  <a:cubicBezTo>
                    <a:pt x="25734" y="21014"/>
                    <a:pt x="25057" y="20819"/>
                    <a:pt x="24896" y="20785"/>
                  </a:cubicBezTo>
                  <a:lnTo>
                    <a:pt x="24896" y="20785"/>
                  </a:lnTo>
                  <a:lnTo>
                    <a:pt x="25170" y="20879"/>
                  </a:lnTo>
                  <a:lnTo>
                    <a:pt x="25170" y="20879"/>
                  </a:lnTo>
                  <a:cubicBezTo>
                    <a:pt x="25232" y="20896"/>
                    <a:pt x="25302" y="20915"/>
                    <a:pt x="25379" y="20937"/>
                  </a:cubicBezTo>
                  <a:cubicBezTo>
                    <a:pt x="25669" y="21029"/>
                    <a:pt x="25731" y="21053"/>
                    <a:pt x="25712" y="21053"/>
                  </a:cubicBezTo>
                  <a:cubicBezTo>
                    <a:pt x="25692" y="21053"/>
                    <a:pt x="25585" y="21027"/>
                    <a:pt x="25555" y="21027"/>
                  </a:cubicBezTo>
                  <a:cubicBezTo>
                    <a:pt x="25532" y="21027"/>
                    <a:pt x="25557" y="21043"/>
                    <a:pt x="25709" y="21098"/>
                  </a:cubicBezTo>
                  <a:lnTo>
                    <a:pt x="26309" y="21242"/>
                  </a:lnTo>
                  <a:lnTo>
                    <a:pt x="26309" y="21242"/>
                  </a:lnTo>
                  <a:lnTo>
                    <a:pt x="26030" y="21157"/>
                  </a:lnTo>
                  <a:cubicBezTo>
                    <a:pt x="26032" y="21157"/>
                    <a:pt x="26033" y="21157"/>
                    <a:pt x="26035" y="21157"/>
                  </a:cubicBezTo>
                  <a:cubicBezTo>
                    <a:pt x="26142" y="21157"/>
                    <a:pt x="26778" y="21371"/>
                    <a:pt x="26875" y="21371"/>
                  </a:cubicBezTo>
                  <a:cubicBezTo>
                    <a:pt x="26887" y="21371"/>
                    <a:pt x="26891" y="21368"/>
                    <a:pt x="26884" y="21360"/>
                  </a:cubicBezTo>
                  <a:lnTo>
                    <a:pt x="26884" y="21360"/>
                  </a:lnTo>
                  <a:cubicBezTo>
                    <a:pt x="27477" y="21546"/>
                    <a:pt x="27663" y="21580"/>
                    <a:pt x="28323" y="21783"/>
                  </a:cubicBezTo>
                  <a:cubicBezTo>
                    <a:pt x="28347" y="21787"/>
                    <a:pt x="28362" y="21789"/>
                    <a:pt x="28369" y="21789"/>
                  </a:cubicBezTo>
                  <a:cubicBezTo>
                    <a:pt x="28407" y="21789"/>
                    <a:pt x="28271" y="21749"/>
                    <a:pt x="28127" y="21710"/>
                  </a:cubicBezTo>
                  <a:lnTo>
                    <a:pt x="28127" y="21710"/>
                  </a:lnTo>
                  <a:cubicBezTo>
                    <a:pt x="28398" y="21779"/>
                    <a:pt x="28458" y="21760"/>
                    <a:pt x="28855" y="21885"/>
                  </a:cubicBezTo>
                  <a:cubicBezTo>
                    <a:pt x="28914" y="21900"/>
                    <a:pt x="28948" y="21907"/>
                    <a:pt x="28960" y="21907"/>
                  </a:cubicBezTo>
                  <a:cubicBezTo>
                    <a:pt x="28988" y="21907"/>
                    <a:pt x="28881" y="21866"/>
                    <a:pt x="28670" y="21808"/>
                  </a:cubicBezTo>
                  <a:lnTo>
                    <a:pt x="28670" y="21808"/>
                  </a:lnTo>
                  <a:cubicBezTo>
                    <a:pt x="28964" y="21883"/>
                    <a:pt x="29257" y="21940"/>
                    <a:pt x="29583" y="22029"/>
                  </a:cubicBezTo>
                  <a:lnTo>
                    <a:pt x="29202" y="21910"/>
                  </a:lnTo>
                  <a:lnTo>
                    <a:pt x="29202" y="21910"/>
                  </a:lnTo>
                  <a:lnTo>
                    <a:pt x="29600" y="22003"/>
                  </a:lnTo>
                  <a:lnTo>
                    <a:pt x="29270" y="21910"/>
                  </a:lnTo>
                  <a:lnTo>
                    <a:pt x="29270" y="21910"/>
                  </a:lnTo>
                  <a:cubicBezTo>
                    <a:pt x="30031" y="22088"/>
                    <a:pt x="30903" y="22308"/>
                    <a:pt x="31300" y="22418"/>
                  </a:cubicBezTo>
                  <a:cubicBezTo>
                    <a:pt x="31131" y="22392"/>
                    <a:pt x="30936" y="22359"/>
                    <a:pt x="30733" y="22316"/>
                  </a:cubicBezTo>
                  <a:lnTo>
                    <a:pt x="30124" y="22172"/>
                  </a:lnTo>
                  <a:cubicBezTo>
                    <a:pt x="29718" y="22088"/>
                    <a:pt x="29346" y="22003"/>
                    <a:pt x="29152" y="21978"/>
                  </a:cubicBezTo>
                  <a:lnTo>
                    <a:pt x="29152" y="21978"/>
                  </a:lnTo>
                  <a:cubicBezTo>
                    <a:pt x="29295" y="22029"/>
                    <a:pt x="29684" y="22079"/>
                    <a:pt x="29862" y="22156"/>
                  </a:cubicBezTo>
                  <a:lnTo>
                    <a:pt x="30074" y="22181"/>
                  </a:lnTo>
                  <a:cubicBezTo>
                    <a:pt x="30353" y="22232"/>
                    <a:pt x="30623" y="22299"/>
                    <a:pt x="30886" y="22384"/>
                  </a:cubicBezTo>
                  <a:cubicBezTo>
                    <a:pt x="30251" y="22257"/>
                    <a:pt x="30082" y="22232"/>
                    <a:pt x="29752" y="22181"/>
                  </a:cubicBezTo>
                  <a:cubicBezTo>
                    <a:pt x="29701" y="22172"/>
                    <a:pt x="29642" y="22164"/>
                    <a:pt x="29591" y="22147"/>
                  </a:cubicBezTo>
                  <a:cubicBezTo>
                    <a:pt x="29405" y="22105"/>
                    <a:pt x="29101" y="22029"/>
                    <a:pt x="28923" y="21995"/>
                  </a:cubicBezTo>
                  <a:cubicBezTo>
                    <a:pt x="28800" y="21963"/>
                    <a:pt x="28790" y="21956"/>
                    <a:pt x="28811" y="21956"/>
                  </a:cubicBezTo>
                  <a:cubicBezTo>
                    <a:pt x="28829" y="21956"/>
                    <a:pt x="28869" y="21961"/>
                    <a:pt x="28881" y="21961"/>
                  </a:cubicBezTo>
                  <a:cubicBezTo>
                    <a:pt x="28128" y="21733"/>
                    <a:pt x="27578" y="21673"/>
                    <a:pt x="26783" y="21436"/>
                  </a:cubicBezTo>
                  <a:cubicBezTo>
                    <a:pt x="26783" y="21421"/>
                    <a:pt x="26284" y="21270"/>
                    <a:pt x="26324" y="21270"/>
                  </a:cubicBezTo>
                  <a:cubicBezTo>
                    <a:pt x="26329" y="21270"/>
                    <a:pt x="26340" y="21271"/>
                    <a:pt x="26360" y="21276"/>
                  </a:cubicBezTo>
                  <a:cubicBezTo>
                    <a:pt x="25895" y="21140"/>
                    <a:pt x="25632" y="21090"/>
                    <a:pt x="25319" y="21022"/>
                  </a:cubicBezTo>
                  <a:cubicBezTo>
                    <a:pt x="25267" y="20984"/>
                    <a:pt x="24745" y="20846"/>
                    <a:pt x="24804" y="20846"/>
                  </a:cubicBezTo>
                  <a:cubicBezTo>
                    <a:pt x="24810" y="20846"/>
                    <a:pt x="24823" y="20848"/>
                    <a:pt x="24843" y="20851"/>
                  </a:cubicBezTo>
                  <a:lnTo>
                    <a:pt x="24843" y="20851"/>
                  </a:lnTo>
                  <a:cubicBezTo>
                    <a:pt x="24695" y="20826"/>
                    <a:pt x="24554" y="20793"/>
                    <a:pt x="24414" y="20760"/>
                  </a:cubicBezTo>
                  <a:cubicBezTo>
                    <a:pt x="24127" y="20658"/>
                    <a:pt x="23518" y="20481"/>
                    <a:pt x="23425" y="20430"/>
                  </a:cubicBezTo>
                  <a:cubicBezTo>
                    <a:pt x="23103" y="20337"/>
                    <a:pt x="23323" y="20438"/>
                    <a:pt x="22883" y="20286"/>
                  </a:cubicBezTo>
                  <a:cubicBezTo>
                    <a:pt x="22896" y="20286"/>
                    <a:pt x="22892" y="20282"/>
                    <a:pt x="22896" y="20282"/>
                  </a:cubicBezTo>
                  <a:cubicBezTo>
                    <a:pt x="22897" y="20282"/>
                    <a:pt x="22899" y="20282"/>
                    <a:pt x="22902" y="20283"/>
                  </a:cubicBezTo>
                  <a:lnTo>
                    <a:pt x="22902" y="20283"/>
                  </a:lnTo>
                  <a:cubicBezTo>
                    <a:pt x="22682" y="20207"/>
                    <a:pt x="22264" y="20062"/>
                    <a:pt x="22071" y="20015"/>
                  </a:cubicBezTo>
                  <a:lnTo>
                    <a:pt x="22071" y="20015"/>
                  </a:lnTo>
                  <a:cubicBezTo>
                    <a:pt x="22376" y="20125"/>
                    <a:pt x="22139" y="20041"/>
                    <a:pt x="22502" y="20176"/>
                  </a:cubicBezTo>
                  <a:cubicBezTo>
                    <a:pt x="22409" y="20159"/>
                    <a:pt x="22325" y="20134"/>
                    <a:pt x="22232" y="20100"/>
                  </a:cubicBezTo>
                  <a:cubicBezTo>
                    <a:pt x="22071" y="20049"/>
                    <a:pt x="21868" y="19981"/>
                    <a:pt x="21657" y="19905"/>
                  </a:cubicBezTo>
                  <a:lnTo>
                    <a:pt x="21657" y="19905"/>
                  </a:lnTo>
                  <a:cubicBezTo>
                    <a:pt x="21767" y="19936"/>
                    <a:pt x="21819" y="19948"/>
                    <a:pt x="21833" y="19948"/>
                  </a:cubicBezTo>
                  <a:cubicBezTo>
                    <a:pt x="21885" y="19948"/>
                    <a:pt x="21421" y="19784"/>
                    <a:pt x="21450" y="19784"/>
                  </a:cubicBezTo>
                  <a:cubicBezTo>
                    <a:pt x="21454" y="19784"/>
                    <a:pt x="21468" y="19788"/>
                    <a:pt x="21496" y="19795"/>
                  </a:cubicBezTo>
                  <a:cubicBezTo>
                    <a:pt x="20591" y="19491"/>
                    <a:pt x="20066" y="19330"/>
                    <a:pt x="19305" y="19093"/>
                  </a:cubicBezTo>
                  <a:cubicBezTo>
                    <a:pt x="18417" y="18780"/>
                    <a:pt x="17334" y="18340"/>
                    <a:pt x="16649" y="18078"/>
                  </a:cubicBezTo>
                  <a:lnTo>
                    <a:pt x="16649" y="18078"/>
                  </a:lnTo>
                  <a:lnTo>
                    <a:pt x="16733" y="18120"/>
                  </a:lnTo>
                  <a:lnTo>
                    <a:pt x="16319" y="17968"/>
                  </a:lnTo>
                  <a:cubicBezTo>
                    <a:pt x="16090" y="17875"/>
                    <a:pt x="16327" y="17934"/>
                    <a:pt x="15963" y="17791"/>
                  </a:cubicBezTo>
                  <a:lnTo>
                    <a:pt x="15963" y="17791"/>
                  </a:lnTo>
                  <a:cubicBezTo>
                    <a:pt x="16099" y="17816"/>
                    <a:pt x="16598" y="18053"/>
                    <a:pt x="16978" y="18180"/>
                  </a:cubicBezTo>
                  <a:cubicBezTo>
                    <a:pt x="16832" y="18112"/>
                    <a:pt x="16787" y="18088"/>
                    <a:pt x="16799" y="18088"/>
                  </a:cubicBezTo>
                  <a:cubicBezTo>
                    <a:pt x="16829" y="18088"/>
                    <a:pt x="17223" y="18243"/>
                    <a:pt x="17251" y="18243"/>
                  </a:cubicBezTo>
                  <a:cubicBezTo>
                    <a:pt x="17259" y="18243"/>
                    <a:pt x="17236" y="18230"/>
                    <a:pt x="17165" y="18197"/>
                  </a:cubicBezTo>
                  <a:cubicBezTo>
                    <a:pt x="16877" y="18112"/>
                    <a:pt x="16589" y="18010"/>
                    <a:pt x="16319" y="17884"/>
                  </a:cubicBezTo>
                  <a:cubicBezTo>
                    <a:pt x="15938" y="17714"/>
                    <a:pt x="15523" y="17537"/>
                    <a:pt x="15244" y="17427"/>
                  </a:cubicBezTo>
                  <a:cubicBezTo>
                    <a:pt x="15103" y="17361"/>
                    <a:pt x="15056" y="17336"/>
                    <a:pt x="15058" y="17334"/>
                  </a:cubicBezTo>
                  <a:lnTo>
                    <a:pt x="15058" y="17334"/>
                  </a:lnTo>
                  <a:lnTo>
                    <a:pt x="15058" y="17334"/>
                  </a:lnTo>
                  <a:cubicBezTo>
                    <a:pt x="14855" y="17232"/>
                    <a:pt x="14787" y="17198"/>
                    <a:pt x="14796" y="17181"/>
                  </a:cubicBezTo>
                  <a:cubicBezTo>
                    <a:pt x="14517" y="17055"/>
                    <a:pt x="14221" y="16911"/>
                    <a:pt x="13933" y="16775"/>
                  </a:cubicBezTo>
                  <a:cubicBezTo>
                    <a:pt x="13637" y="16640"/>
                    <a:pt x="13366" y="16513"/>
                    <a:pt x="13121" y="16412"/>
                  </a:cubicBezTo>
                  <a:lnTo>
                    <a:pt x="13121" y="16412"/>
                  </a:lnTo>
                  <a:cubicBezTo>
                    <a:pt x="13323" y="16504"/>
                    <a:pt x="13368" y="16527"/>
                    <a:pt x="13359" y="16527"/>
                  </a:cubicBezTo>
                  <a:cubicBezTo>
                    <a:pt x="13351" y="16527"/>
                    <a:pt x="13291" y="16505"/>
                    <a:pt x="13276" y="16505"/>
                  </a:cubicBezTo>
                  <a:cubicBezTo>
                    <a:pt x="13261" y="16505"/>
                    <a:pt x="13298" y="16530"/>
                    <a:pt x="13502" y="16632"/>
                  </a:cubicBezTo>
                  <a:cubicBezTo>
                    <a:pt x="13409" y="16589"/>
                    <a:pt x="13256" y="16530"/>
                    <a:pt x="13096" y="16445"/>
                  </a:cubicBezTo>
                  <a:cubicBezTo>
                    <a:pt x="12935" y="16361"/>
                    <a:pt x="12749" y="16268"/>
                    <a:pt x="12571" y="16175"/>
                  </a:cubicBezTo>
                  <a:lnTo>
                    <a:pt x="12571" y="16175"/>
                  </a:lnTo>
                  <a:cubicBezTo>
                    <a:pt x="12630" y="16203"/>
                    <a:pt x="12656" y="16214"/>
                    <a:pt x="12662" y="16214"/>
                  </a:cubicBezTo>
                  <a:cubicBezTo>
                    <a:pt x="12681" y="16214"/>
                    <a:pt x="12531" y="16122"/>
                    <a:pt x="12544" y="16122"/>
                  </a:cubicBezTo>
                  <a:cubicBezTo>
                    <a:pt x="12553" y="16122"/>
                    <a:pt x="12636" y="16163"/>
                    <a:pt x="12893" y="16302"/>
                  </a:cubicBezTo>
                  <a:cubicBezTo>
                    <a:pt x="12800" y="16217"/>
                    <a:pt x="12503" y="16107"/>
                    <a:pt x="12165" y="15921"/>
                  </a:cubicBezTo>
                  <a:lnTo>
                    <a:pt x="12165" y="15921"/>
                  </a:lnTo>
                  <a:cubicBezTo>
                    <a:pt x="12254" y="15963"/>
                    <a:pt x="12400" y="16031"/>
                    <a:pt x="12520" y="16086"/>
                  </a:cubicBezTo>
                  <a:lnTo>
                    <a:pt x="12520" y="16086"/>
                  </a:lnTo>
                  <a:cubicBezTo>
                    <a:pt x="12429" y="16043"/>
                    <a:pt x="12329" y="15991"/>
                    <a:pt x="12224" y="15929"/>
                  </a:cubicBezTo>
                  <a:cubicBezTo>
                    <a:pt x="12047" y="15828"/>
                    <a:pt x="11852" y="15718"/>
                    <a:pt x="11666" y="15616"/>
                  </a:cubicBezTo>
                  <a:cubicBezTo>
                    <a:pt x="11302" y="15397"/>
                    <a:pt x="10981" y="15193"/>
                    <a:pt x="10879" y="15151"/>
                  </a:cubicBezTo>
                  <a:cubicBezTo>
                    <a:pt x="10499" y="14957"/>
                    <a:pt x="9932" y="14627"/>
                    <a:pt x="9483" y="14364"/>
                  </a:cubicBezTo>
                  <a:lnTo>
                    <a:pt x="8832" y="13891"/>
                  </a:lnTo>
                  <a:cubicBezTo>
                    <a:pt x="8595" y="13730"/>
                    <a:pt x="8367" y="13561"/>
                    <a:pt x="8138" y="13383"/>
                  </a:cubicBezTo>
                  <a:lnTo>
                    <a:pt x="8138" y="13383"/>
                  </a:lnTo>
                  <a:lnTo>
                    <a:pt x="8231" y="13434"/>
                  </a:lnTo>
                  <a:cubicBezTo>
                    <a:pt x="7969" y="13239"/>
                    <a:pt x="7563" y="12926"/>
                    <a:pt x="7191" y="12613"/>
                  </a:cubicBezTo>
                  <a:lnTo>
                    <a:pt x="7123" y="12529"/>
                  </a:lnTo>
                  <a:lnTo>
                    <a:pt x="6616" y="12097"/>
                  </a:lnTo>
                  <a:cubicBezTo>
                    <a:pt x="6421" y="11928"/>
                    <a:pt x="6218" y="11734"/>
                    <a:pt x="6032" y="11556"/>
                  </a:cubicBezTo>
                  <a:lnTo>
                    <a:pt x="6032" y="11556"/>
                  </a:lnTo>
                  <a:cubicBezTo>
                    <a:pt x="6018" y="11563"/>
                    <a:pt x="6250" y="11776"/>
                    <a:pt x="6234" y="11776"/>
                  </a:cubicBezTo>
                  <a:cubicBezTo>
                    <a:pt x="6231" y="11776"/>
                    <a:pt x="6216" y="11766"/>
                    <a:pt x="6184" y="11742"/>
                  </a:cubicBezTo>
                  <a:lnTo>
                    <a:pt x="6184" y="11742"/>
                  </a:lnTo>
                  <a:cubicBezTo>
                    <a:pt x="6338" y="11882"/>
                    <a:pt x="6475" y="12004"/>
                    <a:pt x="6484" y="12004"/>
                  </a:cubicBezTo>
                  <a:cubicBezTo>
                    <a:pt x="6486" y="12004"/>
                    <a:pt x="6482" y="11999"/>
                    <a:pt x="6472" y="11987"/>
                  </a:cubicBezTo>
                  <a:lnTo>
                    <a:pt x="6472" y="11987"/>
                  </a:lnTo>
                  <a:cubicBezTo>
                    <a:pt x="6658" y="12157"/>
                    <a:pt x="6658" y="12173"/>
                    <a:pt x="6802" y="12326"/>
                  </a:cubicBezTo>
                  <a:cubicBezTo>
                    <a:pt x="6548" y="12114"/>
                    <a:pt x="6311" y="11894"/>
                    <a:pt x="6066" y="11674"/>
                  </a:cubicBezTo>
                  <a:cubicBezTo>
                    <a:pt x="6040" y="11649"/>
                    <a:pt x="6015" y="11624"/>
                    <a:pt x="5990" y="11598"/>
                  </a:cubicBezTo>
                  <a:lnTo>
                    <a:pt x="5914" y="11564"/>
                  </a:lnTo>
                  <a:cubicBezTo>
                    <a:pt x="5762" y="11413"/>
                    <a:pt x="5703" y="11347"/>
                    <a:pt x="5715" y="11347"/>
                  </a:cubicBezTo>
                  <a:cubicBezTo>
                    <a:pt x="5717" y="11347"/>
                    <a:pt x="5721" y="11349"/>
                    <a:pt x="5727" y="11353"/>
                  </a:cubicBezTo>
                  <a:cubicBezTo>
                    <a:pt x="5524" y="11158"/>
                    <a:pt x="5389" y="11040"/>
                    <a:pt x="5254" y="10913"/>
                  </a:cubicBezTo>
                  <a:cubicBezTo>
                    <a:pt x="5118" y="10778"/>
                    <a:pt x="4983" y="10634"/>
                    <a:pt x="4788" y="10422"/>
                  </a:cubicBezTo>
                  <a:lnTo>
                    <a:pt x="4788" y="10422"/>
                  </a:lnTo>
                  <a:cubicBezTo>
                    <a:pt x="4882" y="10507"/>
                    <a:pt x="4949" y="10575"/>
                    <a:pt x="5042" y="10659"/>
                  </a:cubicBezTo>
                  <a:cubicBezTo>
                    <a:pt x="5098" y="10715"/>
                    <a:pt x="5161" y="10782"/>
                    <a:pt x="5239" y="10862"/>
                  </a:cubicBezTo>
                  <a:lnTo>
                    <a:pt x="5239" y="10862"/>
                  </a:lnTo>
                  <a:lnTo>
                    <a:pt x="5144" y="10752"/>
                  </a:lnTo>
                  <a:lnTo>
                    <a:pt x="4915" y="10507"/>
                  </a:lnTo>
                  <a:lnTo>
                    <a:pt x="4915" y="10507"/>
                  </a:lnTo>
                  <a:cubicBezTo>
                    <a:pt x="5107" y="10706"/>
                    <a:pt x="5793" y="11393"/>
                    <a:pt x="5837" y="11393"/>
                  </a:cubicBezTo>
                  <a:cubicBezTo>
                    <a:pt x="5841" y="11393"/>
                    <a:pt x="5839" y="11386"/>
                    <a:pt x="5829" y="11370"/>
                  </a:cubicBezTo>
                  <a:cubicBezTo>
                    <a:pt x="5288" y="10879"/>
                    <a:pt x="4560" y="10109"/>
                    <a:pt x="4137" y="9627"/>
                  </a:cubicBezTo>
                  <a:cubicBezTo>
                    <a:pt x="4044" y="9492"/>
                    <a:pt x="3917" y="9323"/>
                    <a:pt x="3773" y="9137"/>
                  </a:cubicBezTo>
                  <a:lnTo>
                    <a:pt x="3536" y="8840"/>
                  </a:lnTo>
                  <a:cubicBezTo>
                    <a:pt x="3460" y="8739"/>
                    <a:pt x="3384" y="8621"/>
                    <a:pt x="3308" y="8511"/>
                  </a:cubicBezTo>
                  <a:cubicBezTo>
                    <a:pt x="3274" y="8456"/>
                    <a:pt x="3208" y="8354"/>
                    <a:pt x="3222" y="8354"/>
                  </a:cubicBezTo>
                  <a:cubicBezTo>
                    <a:pt x="3224" y="8354"/>
                    <a:pt x="3227" y="8356"/>
                    <a:pt x="3233" y="8360"/>
                  </a:cubicBezTo>
                  <a:lnTo>
                    <a:pt x="3233" y="8360"/>
                  </a:lnTo>
                  <a:cubicBezTo>
                    <a:pt x="2834" y="7791"/>
                    <a:pt x="2436" y="7139"/>
                    <a:pt x="2124" y="6624"/>
                  </a:cubicBezTo>
                  <a:lnTo>
                    <a:pt x="1997" y="6311"/>
                  </a:lnTo>
                  <a:cubicBezTo>
                    <a:pt x="1819" y="5956"/>
                    <a:pt x="1770" y="5878"/>
                    <a:pt x="1762" y="5878"/>
                  </a:cubicBezTo>
                  <a:cubicBezTo>
                    <a:pt x="1759" y="5878"/>
                    <a:pt x="1763" y="5892"/>
                    <a:pt x="1768" y="5905"/>
                  </a:cubicBezTo>
                  <a:cubicBezTo>
                    <a:pt x="1771" y="5921"/>
                    <a:pt x="1773" y="5937"/>
                    <a:pt x="1767" y="5937"/>
                  </a:cubicBezTo>
                  <a:cubicBezTo>
                    <a:pt x="1754" y="5937"/>
                    <a:pt x="1702" y="5852"/>
                    <a:pt x="1532" y="5482"/>
                  </a:cubicBezTo>
                  <a:cubicBezTo>
                    <a:pt x="1439" y="5220"/>
                    <a:pt x="1007" y="4162"/>
                    <a:pt x="1032" y="4112"/>
                  </a:cubicBezTo>
                  <a:cubicBezTo>
                    <a:pt x="956" y="3909"/>
                    <a:pt x="931" y="3816"/>
                    <a:pt x="906" y="3790"/>
                  </a:cubicBezTo>
                  <a:lnTo>
                    <a:pt x="906" y="3790"/>
                  </a:lnTo>
                  <a:cubicBezTo>
                    <a:pt x="953" y="3938"/>
                    <a:pt x="1054" y="4226"/>
                    <a:pt x="1041" y="4226"/>
                  </a:cubicBezTo>
                  <a:cubicBezTo>
                    <a:pt x="1038" y="4226"/>
                    <a:pt x="1028" y="4207"/>
                    <a:pt x="1007" y="4162"/>
                  </a:cubicBezTo>
                  <a:cubicBezTo>
                    <a:pt x="886" y="3809"/>
                    <a:pt x="835" y="3631"/>
                    <a:pt x="757" y="3360"/>
                  </a:cubicBezTo>
                  <a:lnTo>
                    <a:pt x="757" y="3360"/>
                  </a:lnTo>
                  <a:cubicBezTo>
                    <a:pt x="765" y="3379"/>
                    <a:pt x="775" y="3402"/>
                    <a:pt x="787" y="3418"/>
                  </a:cubicBezTo>
                  <a:cubicBezTo>
                    <a:pt x="797" y="3443"/>
                    <a:pt x="804" y="3461"/>
                    <a:pt x="805" y="3461"/>
                  </a:cubicBezTo>
                  <a:cubicBezTo>
                    <a:pt x="805" y="3461"/>
                    <a:pt x="803" y="3451"/>
                    <a:pt x="796" y="3426"/>
                  </a:cubicBezTo>
                  <a:cubicBezTo>
                    <a:pt x="736" y="3240"/>
                    <a:pt x="677" y="3020"/>
                    <a:pt x="610" y="2775"/>
                  </a:cubicBezTo>
                  <a:lnTo>
                    <a:pt x="559" y="2589"/>
                  </a:lnTo>
                  <a:lnTo>
                    <a:pt x="516" y="2394"/>
                  </a:lnTo>
                  <a:lnTo>
                    <a:pt x="432" y="2005"/>
                  </a:lnTo>
                  <a:cubicBezTo>
                    <a:pt x="364" y="1743"/>
                    <a:pt x="330" y="1472"/>
                    <a:pt x="288" y="1227"/>
                  </a:cubicBezTo>
                  <a:lnTo>
                    <a:pt x="222" y="889"/>
                  </a:lnTo>
                  <a:lnTo>
                    <a:pt x="222" y="889"/>
                  </a:lnTo>
                  <a:cubicBezTo>
                    <a:pt x="238" y="972"/>
                    <a:pt x="247" y="1073"/>
                    <a:pt x="271" y="1244"/>
                  </a:cubicBezTo>
                  <a:cubicBezTo>
                    <a:pt x="246" y="1159"/>
                    <a:pt x="229" y="1066"/>
                    <a:pt x="212" y="973"/>
                  </a:cubicBezTo>
                  <a:lnTo>
                    <a:pt x="212" y="973"/>
                  </a:lnTo>
                  <a:cubicBezTo>
                    <a:pt x="195" y="1016"/>
                    <a:pt x="280" y="1345"/>
                    <a:pt x="313" y="1726"/>
                  </a:cubicBezTo>
                  <a:lnTo>
                    <a:pt x="195" y="1092"/>
                  </a:lnTo>
                  <a:lnTo>
                    <a:pt x="220" y="1455"/>
                  </a:lnTo>
                  <a:lnTo>
                    <a:pt x="153" y="1092"/>
                  </a:lnTo>
                  <a:cubicBezTo>
                    <a:pt x="127" y="973"/>
                    <a:pt x="110" y="855"/>
                    <a:pt x="94" y="728"/>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9"/>
            <p:cNvSpPr/>
            <p:nvPr/>
          </p:nvSpPr>
          <p:spPr>
            <a:xfrm>
              <a:off x="2719900" y="3791275"/>
              <a:ext cx="8150" cy="7025"/>
            </a:xfrm>
            <a:custGeom>
              <a:rect b="b" l="l" r="r" t="t"/>
              <a:pathLst>
                <a:path extrusionOk="0" h="281" w="326">
                  <a:moveTo>
                    <a:pt x="321" y="1"/>
                  </a:moveTo>
                  <a:cubicBezTo>
                    <a:pt x="305" y="15"/>
                    <a:pt x="294" y="26"/>
                    <a:pt x="287" y="35"/>
                  </a:cubicBezTo>
                  <a:lnTo>
                    <a:pt x="287" y="35"/>
                  </a:lnTo>
                  <a:cubicBezTo>
                    <a:pt x="287" y="35"/>
                    <a:pt x="288" y="35"/>
                    <a:pt x="288" y="35"/>
                  </a:cubicBezTo>
                  <a:cubicBezTo>
                    <a:pt x="305" y="26"/>
                    <a:pt x="313" y="18"/>
                    <a:pt x="321" y="1"/>
                  </a:cubicBezTo>
                  <a:close/>
                  <a:moveTo>
                    <a:pt x="287" y="35"/>
                  </a:moveTo>
                  <a:cubicBezTo>
                    <a:pt x="272" y="45"/>
                    <a:pt x="253" y="52"/>
                    <a:pt x="243" y="52"/>
                  </a:cubicBezTo>
                  <a:cubicBezTo>
                    <a:pt x="237" y="52"/>
                    <a:pt x="234" y="50"/>
                    <a:pt x="237" y="43"/>
                  </a:cubicBezTo>
                  <a:lnTo>
                    <a:pt x="237" y="43"/>
                  </a:lnTo>
                  <a:cubicBezTo>
                    <a:pt x="186" y="102"/>
                    <a:pt x="178" y="85"/>
                    <a:pt x="186" y="119"/>
                  </a:cubicBezTo>
                  <a:cubicBezTo>
                    <a:pt x="173" y="141"/>
                    <a:pt x="150" y="154"/>
                    <a:pt x="137" y="154"/>
                  </a:cubicBezTo>
                  <a:cubicBezTo>
                    <a:pt x="124" y="154"/>
                    <a:pt x="119" y="144"/>
                    <a:pt x="135" y="119"/>
                  </a:cubicBezTo>
                  <a:lnTo>
                    <a:pt x="135" y="119"/>
                  </a:lnTo>
                  <a:lnTo>
                    <a:pt x="42" y="212"/>
                  </a:lnTo>
                  <a:lnTo>
                    <a:pt x="110" y="179"/>
                  </a:lnTo>
                  <a:lnTo>
                    <a:pt x="110" y="179"/>
                  </a:lnTo>
                  <a:cubicBezTo>
                    <a:pt x="110" y="212"/>
                    <a:pt x="0" y="238"/>
                    <a:pt x="0" y="280"/>
                  </a:cubicBezTo>
                  <a:lnTo>
                    <a:pt x="118" y="195"/>
                  </a:lnTo>
                  <a:lnTo>
                    <a:pt x="118" y="212"/>
                  </a:lnTo>
                  <a:cubicBezTo>
                    <a:pt x="144" y="179"/>
                    <a:pt x="178" y="162"/>
                    <a:pt x="212" y="145"/>
                  </a:cubicBezTo>
                  <a:lnTo>
                    <a:pt x="212" y="145"/>
                  </a:lnTo>
                  <a:cubicBezTo>
                    <a:pt x="212" y="153"/>
                    <a:pt x="220" y="153"/>
                    <a:pt x="203" y="170"/>
                  </a:cubicBezTo>
                  <a:cubicBezTo>
                    <a:pt x="326" y="83"/>
                    <a:pt x="245" y="89"/>
                    <a:pt x="287" y="3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9"/>
            <p:cNvSpPr/>
            <p:nvPr/>
          </p:nvSpPr>
          <p:spPr>
            <a:xfrm>
              <a:off x="2727925" y="3785575"/>
              <a:ext cx="8050" cy="8275"/>
            </a:xfrm>
            <a:custGeom>
              <a:rect b="b" l="l" r="r" t="t"/>
              <a:pathLst>
                <a:path extrusionOk="0" h="331" w="322">
                  <a:moveTo>
                    <a:pt x="280" y="0"/>
                  </a:moveTo>
                  <a:lnTo>
                    <a:pt x="280" y="0"/>
                  </a:lnTo>
                  <a:cubicBezTo>
                    <a:pt x="220" y="51"/>
                    <a:pt x="204" y="60"/>
                    <a:pt x="170" y="102"/>
                  </a:cubicBezTo>
                  <a:cubicBezTo>
                    <a:pt x="127" y="136"/>
                    <a:pt x="77" y="170"/>
                    <a:pt x="26" y="187"/>
                  </a:cubicBezTo>
                  <a:cubicBezTo>
                    <a:pt x="17" y="204"/>
                    <a:pt x="17" y="220"/>
                    <a:pt x="0" y="237"/>
                  </a:cubicBezTo>
                  <a:lnTo>
                    <a:pt x="17" y="229"/>
                  </a:lnTo>
                  <a:lnTo>
                    <a:pt x="43" y="263"/>
                  </a:lnTo>
                  <a:cubicBezTo>
                    <a:pt x="60" y="246"/>
                    <a:pt x="77" y="229"/>
                    <a:pt x="102" y="212"/>
                  </a:cubicBezTo>
                  <a:lnTo>
                    <a:pt x="102" y="212"/>
                  </a:lnTo>
                  <a:lnTo>
                    <a:pt x="34" y="330"/>
                  </a:lnTo>
                  <a:cubicBezTo>
                    <a:pt x="37" y="331"/>
                    <a:pt x="39" y="331"/>
                    <a:pt x="42" y="331"/>
                  </a:cubicBezTo>
                  <a:cubicBezTo>
                    <a:pt x="93" y="331"/>
                    <a:pt x="172" y="253"/>
                    <a:pt x="220" y="237"/>
                  </a:cubicBezTo>
                  <a:cubicBezTo>
                    <a:pt x="175" y="237"/>
                    <a:pt x="202" y="219"/>
                    <a:pt x="192" y="219"/>
                  </a:cubicBezTo>
                  <a:cubicBezTo>
                    <a:pt x="187" y="219"/>
                    <a:pt x="173" y="223"/>
                    <a:pt x="136" y="237"/>
                  </a:cubicBezTo>
                  <a:lnTo>
                    <a:pt x="161" y="170"/>
                  </a:lnTo>
                  <a:lnTo>
                    <a:pt x="254" y="119"/>
                  </a:lnTo>
                  <a:cubicBezTo>
                    <a:pt x="247" y="104"/>
                    <a:pt x="284" y="65"/>
                    <a:pt x="267" y="65"/>
                  </a:cubicBezTo>
                  <a:cubicBezTo>
                    <a:pt x="264" y="65"/>
                    <a:pt x="260" y="66"/>
                    <a:pt x="254" y="68"/>
                  </a:cubicBezTo>
                  <a:cubicBezTo>
                    <a:pt x="246" y="85"/>
                    <a:pt x="229" y="94"/>
                    <a:pt x="220" y="102"/>
                  </a:cubicBezTo>
                  <a:cubicBezTo>
                    <a:pt x="212" y="68"/>
                    <a:pt x="322" y="9"/>
                    <a:pt x="28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9"/>
            <p:cNvSpPr/>
            <p:nvPr/>
          </p:nvSpPr>
          <p:spPr>
            <a:xfrm>
              <a:off x="2727925" y="3791500"/>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9"/>
            <p:cNvSpPr/>
            <p:nvPr/>
          </p:nvSpPr>
          <p:spPr>
            <a:xfrm>
              <a:off x="2656450" y="3718325"/>
              <a:ext cx="9325" cy="2350"/>
            </a:xfrm>
            <a:custGeom>
              <a:rect b="b" l="l" r="r" t="t"/>
              <a:pathLst>
                <a:path extrusionOk="0" h="94" w="373">
                  <a:moveTo>
                    <a:pt x="186" y="0"/>
                  </a:moveTo>
                  <a:lnTo>
                    <a:pt x="0" y="77"/>
                  </a:lnTo>
                  <a:cubicBezTo>
                    <a:pt x="10" y="79"/>
                    <a:pt x="18" y="81"/>
                    <a:pt x="25" y="81"/>
                  </a:cubicBezTo>
                  <a:cubicBezTo>
                    <a:pt x="53" y="81"/>
                    <a:pt x="56" y="58"/>
                    <a:pt x="106" y="58"/>
                  </a:cubicBezTo>
                  <a:cubicBezTo>
                    <a:pt x="106" y="58"/>
                    <a:pt x="107" y="58"/>
                    <a:pt x="107" y="58"/>
                  </a:cubicBezTo>
                  <a:lnTo>
                    <a:pt x="107" y="58"/>
                  </a:lnTo>
                  <a:cubicBezTo>
                    <a:pt x="102" y="62"/>
                    <a:pt x="98" y="68"/>
                    <a:pt x="93" y="77"/>
                  </a:cubicBezTo>
                  <a:lnTo>
                    <a:pt x="372" y="93"/>
                  </a:lnTo>
                  <a:cubicBezTo>
                    <a:pt x="364" y="77"/>
                    <a:pt x="288" y="60"/>
                    <a:pt x="339" y="60"/>
                  </a:cubicBezTo>
                  <a:cubicBezTo>
                    <a:pt x="322" y="51"/>
                    <a:pt x="305" y="47"/>
                    <a:pt x="288" y="47"/>
                  </a:cubicBezTo>
                  <a:cubicBezTo>
                    <a:pt x="271" y="47"/>
                    <a:pt x="254" y="51"/>
                    <a:pt x="237" y="60"/>
                  </a:cubicBezTo>
                  <a:lnTo>
                    <a:pt x="254" y="43"/>
                  </a:lnTo>
                  <a:lnTo>
                    <a:pt x="254" y="43"/>
                  </a:lnTo>
                  <a:cubicBezTo>
                    <a:pt x="243" y="45"/>
                    <a:pt x="233" y="47"/>
                    <a:pt x="224" y="47"/>
                  </a:cubicBezTo>
                  <a:cubicBezTo>
                    <a:pt x="177" y="47"/>
                    <a:pt x="158" y="15"/>
                    <a:pt x="18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9"/>
            <p:cNvSpPr/>
            <p:nvPr/>
          </p:nvSpPr>
          <p:spPr>
            <a:xfrm>
              <a:off x="2514325" y="3708175"/>
              <a:ext cx="1075" cy="225"/>
            </a:xfrm>
            <a:custGeom>
              <a:rect b="b" l="l" r="r" t="t"/>
              <a:pathLst>
                <a:path extrusionOk="0" h="9" w="43">
                  <a:moveTo>
                    <a:pt x="34" y="0"/>
                  </a:moveTo>
                  <a:cubicBezTo>
                    <a:pt x="17" y="0"/>
                    <a:pt x="9" y="9"/>
                    <a:pt x="1" y="9"/>
                  </a:cubicBezTo>
                  <a:cubicBezTo>
                    <a:pt x="34" y="9"/>
                    <a:pt x="43" y="9"/>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9"/>
            <p:cNvSpPr/>
            <p:nvPr/>
          </p:nvSpPr>
          <p:spPr>
            <a:xfrm>
              <a:off x="2653700" y="3720850"/>
              <a:ext cx="1500" cy="675"/>
            </a:xfrm>
            <a:custGeom>
              <a:rect b="b" l="l" r="r" t="t"/>
              <a:pathLst>
                <a:path extrusionOk="0" h="27" w="60">
                  <a:moveTo>
                    <a:pt x="59" y="1"/>
                  </a:moveTo>
                  <a:lnTo>
                    <a:pt x="30" y="14"/>
                  </a:lnTo>
                  <a:lnTo>
                    <a:pt x="30" y="14"/>
                  </a:lnTo>
                  <a:cubicBezTo>
                    <a:pt x="40" y="9"/>
                    <a:pt x="51" y="5"/>
                    <a:pt x="59" y="1"/>
                  </a:cubicBezTo>
                  <a:close/>
                  <a:moveTo>
                    <a:pt x="30" y="14"/>
                  </a:moveTo>
                  <a:lnTo>
                    <a:pt x="30" y="14"/>
                  </a:lnTo>
                  <a:cubicBezTo>
                    <a:pt x="19" y="18"/>
                    <a:pt x="9" y="22"/>
                    <a:pt x="0" y="26"/>
                  </a:cubicBezTo>
                  <a:lnTo>
                    <a:pt x="30" y="14"/>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9"/>
            <p:cNvSpPr/>
            <p:nvPr/>
          </p:nvSpPr>
          <p:spPr>
            <a:xfrm>
              <a:off x="2665125" y="3710925"/>
              <a:ext cx="650" cy="225"/>
            </a:xfrm>
            <a:custGeom>
              <a:rect b="b" l="l" r="r" t="t"/>
              <a:pathLst>
                <a:path extrusionOk="0" h="9" w="26">
                  <a:moveTo>
                    <a:pt x="25" y="0"/>
                  </a:moveTo>
                  <a:lnTo>
                    <a:pt x="25" y="0"/>
                  </a:lnTo>
                  <a:lnTo>
                    <a:pt x="0" y="9"/>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9"/>
            <p:cNvSpPr/>
            <p:nvPr/>
          </p:nvSpPr>
          <p:spPr>
            <a:xfrm>
              <a:off x="2622825" y="3721075"/>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9"/>
            <p:cNvSpPr/>
            <p:nvPr/>
          </p:nvSpPr>
          <p:spPr>
            <a:xfrm>
              <a:off x="2677600" y="3708175"/>
              <a:ext cx="7625" cy="2400"/>
            </a:xfrm>
            <a:custGeom>
              <a:rect b="b" l="l" r="r" t="t"/>
              <a:pathLst>
                <a:path extrusionOk="0" h="96" w="305">
                  <a:moveTo>
                    <a:pt x="161" y="0"/>
                  </a:moveTo>
                  <a:cubicBezTo>
                    <a:pt x="152" y="0"/>
                    <a:pt x="102" y="0"/>
                    <a:pt x="119" y="9"/>
                  </a:cubicBezTo>
                  <a:lnTo>
                    <a:pt x="144" y="9"/>
                  </a:lnTo>
                  <a:cubicBezTo>
                    <a:pt x="76" y="43"/>
                    <a:pt x="110" y="60"/>
                    <a:pt x="0" y="76"/>
                  </a:cubicBezTo>
                  <a:cubicBezTo>
                    <a:pt x="21" y="89"/>
                    <a:pt x="45" y="96"/>
                    <a:pt x="68" y="96"/>
                  </a:cubicBezTo>
                  <a:cubicBezTo>
                    <a:pt x="91" y="96"/>
                    <a:pt x="114" y="89"/>
                    <a:pt x="136" y="76"/>
                  </a:cubicBezTo>
                  <a:lnTo>
                    <a:pt x="169" y="76"/>
                  </a:lnTo>
                  <a:lnTo>
                    <a:pt x="271" y="34"/>
                  </a:lnTo>
                  <a:lnTo>
                    <a:pt x="305" y="0"/>
                  </a:lnTo>
                  <a:lnTo>
                    <a:pt x="178" y="26"/>
                  </a:lnTo>
                  <a:cubicBezTo>
                    <a:pt x="195" y="9"/>
                    <a:pt x="136" y="9"/>
                    <a:pt x="16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9"/>
            <p:cNvSpPr/>
            <p:nvPr/>
          </p:nvSpPr>
          <p:spPr>
            <a:xfrm>
              <a:off x="2558525" y="3706275"/>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9"/>
            <p:cNvSpPr/>
            <p:nvPr/>
          </p:nvSpPr>
          <p:spPr>
            <a:xfrm>
              <a:off x="2558525" y="3705850"/>
              <a:ext cx="875" cy="450"/>
            </a:xfrm>
            <a:custGeom>
              <a:rect b="b" l="l" r="r" t="t"/>
              <a:pathLst>
                <a:path extrusionOk="0" h="18" w="35">
                  <a:moveTo>
                    <a:pt x="9" y="0"/>
                  </a:moveTo>
                  <a:lnTo>
                    <a:pt x="1" y="17"/>
                  </a:lnTo>
                  <a:cubicBezTo>
                    <a:pt x="9" y="9"/>
                    <a:pt x="34"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9"/>
            <p:cNvSpPr/>
            <p:nvPr/>
          </p:nvSpPr>
          <p:spPr>
            <a:xfrm>
              <a:off x="2655175" y="3720225"/>
              <a:ext cx="1075" cy="650"/>
            </a:xfrm>
            <a:custGeom>
              <a:rect b="b" l="l" r="r" t="t"/>
              <a:pathLst>
                <a:path extrusionOk="0" h="26" w="43">
                  <a:moveTo>
                    <a:pt x="26" y="1"/>
                  </a:moveTo>
                  <a:cubicBezTo>
                    <a:pt x="17" y="9"/>
                    <a:pt x="9" y="17"/>
                    <a:pt x="0" y="26"/>
                  </a:cubicBez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9"/>
            <p:cNvSpPr/>
            <p:nvPr/>
          </p:nvSpPr>
          <p:spPr>
            <a:xfrm>
              <a:off x="2658350" y="3717900"/>
              <a:ext cx="3625" cy="450"/>
            </a:xfrm>
            <a:custGeom>
              <a:rect b="b" l="l" r="r" t="t"/>
              <a:pathLst>
                <a:path extrusionOk="0" h="18" w="145">
                  <a:moveTo>
                    <a:pt x="144" y="0"/>
                  </a:moveTo>
                  <a:lnTo>
                    <a:pt x="144" y="0"/>
                  </a:lnTo>
                  <a:cubicBezTo>
                    <a:pt x="102" y="17"/>
                    <a:pt x="51" y="17"/>
                    <a:pt x="0" y="17"/>
                  </a:cubicBezTo>
                  <a:lnTo>
                    <a:pt x="102" y="17"/>
                  </a:lnTo>
                  <a:lnTo>
                    <a:pt x="14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9"/>
            <p:cNvSpPr/>
            <p:nvPr/>
          </p:nvSpPr>
          <p:spPr>
            <a:xfrm>
              <a:off x="2610825" y="3719175"/>
              <a:ext cx="42900" cy="6400"/>
            </a:xfrm>
            <a:custGeom>
              <a:rect b="b" l="l" r="r" t="t"/>
              <a:pathLst>
                <a:path extrusionOk="0" h="256" w="1716">
                  <a:moveTo>
                    <a:pt x="806" y="66"/>
                  </a:moveTo>
                  <a:lnTo>
                    <a:pt x="827" y="68"/>
                  </a:lnTo>
                  <a:cubicBezTo>
                    <a:pt x="820" y="67"/>
                    <a:pt x="813" y="66"/>
                    <a:pt x="806" y="66"/>
                  </a:cubicBezTo>
                  <a:close/>
                  <a:moveTo>
                    <a:pt x="1715" y="76"/>
                  </a:moveTo>
                  <a:lnTo>
                    <a:pt x="1706" y="80"/>
                  </a:lnTo>
                  <a:lnTo>
                    <a:pt x="1706" y="80"/>
                  </a:lnTo>
                  <a:cubicBezTo>
                    <a:pt x="1709" y="79"/>
                    <a:pt x="1712" y="78"/>
                    <a:pt x="1715" y="76"/>
                  </a:cubicBezTo>
                  <a:close/>
                  <a:moveTo>
                    <a:pt x="585" y="167"/>
                  </a:moveTo>
                  <a:cubicBezTo>
                    <a:pt x="575" y="168"/>
                    <a:pt x="566" y="170"/>
                    <a:pt x="556" y="171"/>
                  </a:cubicBezTo>
                  <a:lnTo>
                    <a:pt x="556" y="171"/>
                  </a:lnTo>
                  <a:cubicBezTo>
                    <a:pt x="566" y="170"/>
                    <a:pt x="576" y="169"/>
                    <a:pt x="585" y="167"/>
                  </a:cubicBezTo>
                  <a:close/>
                  <a:moveTo>
                    <a:pt x="143" y="192"/>
                  </a:moveTo>
                  <a:cubicBezTo>
                    <a:pt x="145" y="198"/>
                    <a:pt x="152" y="203"/>
                    <a:pt x="159" y="203"/>
                  </a:cubicBezTo>
                  <a:cubicBezTo>
                    <a:pt x="155" y="199"/>
                    <a:pt x="150" y="195"/>
                    <a:pt x="143" y="192"/>
                  </a:cubicBezTo>
                  <a:close/>
                  <a:moveTo>
                    <a:pt x="133" y="110"/>
                  </a:moveTo>
                  <a:cubicBezTo>
                    <a:pt x="57" y="110"/>
                    <a:pt x="57" y="127"/>
                    <a:pt x="15" y="144"/>
                  </a:cubicBezTo>
                  <a:cubicBezTo>
                    <a:pt x="0" y="173"/>
                    <a:pt x="99" y="171"/>
                    <a:pt x="143" y="192"/>
                  </a:cubicBezTo>
                  <a:lnTo>
                    <a:pt x="143" y="192"/>
                  </a:lnTo>
                  <a:cubicBezTo>
                    <a:pt x="142" y="190"/>
                    <a:pt x="142" y="188"/>
                    <a:pt x="142" y="186"/>
                  </a:cubicBezTo>
                  <a:lnTo>
                    <a:pt x="142" y="186"/>
                  </a:lnTo>
                  <a:lnTo>
                    <a:pt x="209" y="203"/>
                  </a:lnTo>
                  <a:cubicBezTo>
                    <a:pt x="150" y="186"/>
                    <a:pt x="226" y="161"/>
                    <a:pt x="260" y="161"/>
                  </a:cubicBezTo>
                  <a:cubicBezTo>
                    <a:pt x="294" y="161"/>
                    <a:pt x="336" y="161"/>
                    <a:pt x="328" y="178"/>
                  </a:cubicBezTo>
                  <a:lnTo>
                    <a:pt x="286" y="178"/>
                  </a:lnTo>
                  <a:cubicBezTo>
                    <a:pt x="295" y="181"/>
                    <a:pt x="304" y="182"/>
                    <a:pt x="314" y="182"/>
                  </a:cubicBezTo>
                  <a:cubicBezTo>
                    <a:pt x="346" y="182"/>
                    <a:pt x="382" y="170"/>
                    <a:pt x="415" y="170"/>
                  </a:cubicBezTo>
                  <a:cubicBezTo>
                    <a:pt x="429" y="170"/>
                    <a:pt x="442" y="172"/>
                    <a:pt x="455" y="178"/>
                  </a:cubicBezTo>
                  <a:cubicBezTo>
                    <a:pt x="455" y="186"/>
                    <a:pt x="438" y="186"/>
                    <a:pt x="429" y="195"/>
                  </a:cubicBezTo>
                  <a:cubicBezTo>
                    <a:pt x="472" y="184"/>
                    <a:pt x="514" y="177"/>
                    <a:pt x="556" y="171"/>
                  </a:cubicBezTo>
                  <a:lnTo>
                    <a:pt x="556" y="171"/>
                  </a:lnTo>
                  <a:cubicBezTo>
                    <a:pt x="547" y="172"/>
                    <a:pt x="537" y="172"/>
                    <a:pt x="528" y="172"/>
                  </a:cubicBezTo>
                  <a:cubicBezTo>
                    <a:pt x="496" y="172"/>
                    <a:pt x="462" y="168"/>
                    <a:pt x="438" y="161"/>
                  </a:cubicBezTo>
                  <a:cubicBezTo>
                    <a:pt x="379" y="127"/>
                    <a:pt x="506" y="144"/>
                    <a:pt x="522" y="110"/>
                  </a:cubicBezTo>
                  <a:cubicBezTo>
                    <a:pt x="446" y="110"/>
                    <a:pt x="463" y="119"/>
                    <a:pt x="429" y="136"/>
                  </a:cubicBezTo>
                  <a:cubicBezTo>
                    <a:pt x="410" y="132"/>
                    <a:pt x="390" y="131"/>
                    <a:pt x="370" y="131"/>
                  </a:cubicBezTo>
                  <a:cubicBezTo>
                    <a:pt x="327" y="131"/>
                    <a:pt x="282" y="136"/>
                    <a:pt x="241" y="136"/>
                  </a:cubicBezTo>
                  <a:cubicBezTo>
                    <a:pt x="199" y="136"/>
                    <a:pt x="161" y="131"/>
                    <a:pt x="133" y="110"/>
                  </a:cubicBezTo>
                  <a:close/>
                  <a:moveTo>
                    <a:pt x="1504" y="0"/>
                  </a:moveTo>
                  <a:cubicBezTo>
                    <a:pt x="1284" y="17"/>
                    <a:pt x="1132" y="102"/>
                    <a:pt x="920" y="136"/>
                  </a:cubicBezTo>
                  <a:cubicBezTo>
                    <a:pt x="912" y="110"/>
                    <a:pt x="751" y="110"/>
                    <a:pt x="675" y="93"/>
                  </a:cubicBezTo>
                  <a:cubicBezTo>
                    <a:pt x="706" y="74"/>
                    <a:pt x="743" y="65"/>
                    <a:pt x="784" y="65"/>
                  </a:cubicBezTo>
                  <a:cubicBezTo>
                    <a:pt x="791" y="65"/>
                    <a:pt x="799" y="65"/>
                    <a:pt x="806" y="66"/>
                  </a:cubicBezTo>
                  <a:lnTo>
                    <a:pt x="806" y="66"/>
                  </a:lnTo>
                  <a:lnTo>
                    <a:pt x="675" y="51"/>
                  </a:lnTo>
                  <a:lnTo>
                    <a:pt x="649" y="110"/>
                  </a:lnTo>
                  <a:cubicBezTo>
                    <a:pt x="429" y="102"/>
                    <a:pt x="709" y="76"/>
                    <a:pt x="607" y="51"/>
                  </a:cubicBezTo>
                  <a:lnTo>
                    <a:pt x="607" y="51"/>
                  </a:lnTo>
                  <a:cubicBezTo>
                    <a:pt x="565" y="59"/>
                    <a:pt x="522" y="68"/>
                    <a:pt x="480" y="76"/>
                  </a:cubicBezTo>
                  <a:cubicBezTo>
                    <a:pt x="658" y="76"/>
                    <a:pt x="455" y="144"/>
                    <a:pt x="632" y="144"/>
                  </a:cubicBezTo>
                  <a:cubicBezTo>
                    <a:pt x="624" y="155"/>
                    <a:pt x="607" y="163"/>
                    <a:pt x="585" y="167"/>
                  </a:cubicBezTo>
                  <a:lnTo>
                    <a:pt x="585" y="167"/>
                  </a:lnTo>
                  <a:cubicBezTo>
                    <a:pt x="601" y="165"/>
                    <a:pt x="617" y="163"/>
                    <a:pt x="632" y="161"/>
                  </a:cubicBezTo>
                  <a:lnTo>
                    <a:pt x="632" y="161"/>
                  </a:lnTo>
                  <a:lnTo>
                    <a:pt x="582" y="195"/>
                  </a:lnTo>
                  <a:cubicBezTo>
                    <a:pt x="625" y="185"/>
                    <a:pt x="670" y="180"/>
                    <a:pt x="715" y="180"/>
                  </a:cubicBezTo>
                  <a:cubicBezTo>
                    <a:pt x="784" y="180"/>
                    <a:pt x="853" y="191"/>
                    <a:pt x="920" y="212"/>
                  </a:cubicBezTo>
                  <a:cubicBezTo>
                    <a:pt x="912" y="203"/>
                    <a:pt x="886" y="203"/>
                    <a:pt x="903" y="195"/>
                  </a:cubicBezTo>
                  <a:cubicBezTo>
                    <a:pt x="962" y="195"/>
                    <a:pt x="1013" y="220"/>
                    <a:pt x="979" y="237"/>
                  </a:cubicBezTo>
                  <a:cubicBezTo>
                    <a:pt x="990" y="233"/>
                    <a:pt x="1004" y="231"/>
                    <a:pt x="1020" y="231"/>
                  </a:cubicBezTo>
                  <a:cubicBezTo>
                    <a:pt x="1081" y="231"/>
                    <a:pt x="1169" y="255"/>
                    <a:pt x="1243" y="255"/>
                  </a:cubicBezTo>
                  <a:cubicBezTo>
                    <a:pt x="1267" y="255"/>
                    <a:pt x="1290" y="253"/>
                    <a:pt x="1309" y="246"/>
                  </a:cubicBezTo>
                  <a:lnTo>
                    <a:pt x="1706" y="80"/>
                  </a:lnTo>
                  <a:lnTo>
                    <a:pt x="1706" y="80"/>
                  </a:lnTo>
                  <a:cubicBezTo>
                    <a:pt x="1692" y="85"/>
                    <a:pt x="1678" y="85"/>
                    <a:pt x="1664" y="85"/>
                  </a:cubicBezTo>
                  <a:cubicBezTo>
                    <a:pt x="1631" y="51"/>
                    <a:pt x="1614" y="51"/>
                    <a:pt x="1681" y="26"/>
                  </a:cubicBezTo>
                  <a:lnTo>
                    <a:pt x="1681" y="26"/>
                  </a:lnTo>
                  <a:cubicBezTo>
                    <a:pt x="1623" y="40"/>
                    <a:pt x="1634" y="61"/>
                    <a:pt x="1578" y="61"/>
                  </a:cubicBezTo>
                  <a:cubicBezTo>
                    <a:pt x="1569" y="61"/>
                    <a:pt x="1559" y="61"/>
                    <a:pt x="1546" y="59"/>
                  </a:cubicBezTo>
                  <a:cubicBezTo>
                    <a:pt x="1580" y="51"/>
                    <a:pt x="1597" y="9"/>
                    <a:pt x="150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9"/>
            <p:cNvSpPr/>
            <p:nvPr/>
          </p:nvSpPr>
          <p:spPr>
            <a:xfrm>
              <a:off x="2639525" y="3720650"/>
              <a:ext cx="450" cy="25"/>
            </a:xfrm>
            <a:custGeom>
              <a:rect b="b" l="l" r="r" t="t"/>
              <a:pathLst>
                <a:path extrusionOk="0" h="1" w="18">
                  <a:moveTo>
                    <a:pt x="17" y="0"/>
                  </a:moveTo>
                  <a:cubicBezTo>
                    <a:pt x="17" y="0"/>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9"/>
            <p:cNvSpPr/>
            <p:nvPr/>
          </p:nvSpPr>
          <p:spPr>
            <a:xfrm>
              <a:off x="2631500" y="3721075"/>
              <a:ext cx="425" cy="25"/>
            </a:xfrm>
            <a:custGeom>
              <a:rect b="b" l="l" r="r" t="t"/>
              <a:pathLst>
                <a:path extrusionOk="0" h="1" w="17">
                  <a:moveTo>
                    <a:pt x="17" y="0"/>
                  </a:moveTo>
                  <a:lnTo>
                    <a:pt x="17"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9"/>
            <p:cNvSpPr/>
            <p:nvPr/>
          </p:nvSpPr>
          <p:spPr>
            <a:xfrm>
              <a:off x="2654325" y="3718325"/>
              <a:ext cx="1075" cy="450"/>
            </a:xfrm>
            <a:custGeom>
              <a:rect b="b" l="l" r="r" t="t"/>
              <a:pathLst>
                <a:path extrusionOk="0" h="18" w="43">
                  <a:moveTo>
                    <a:pt x="18" y="0"/>
                  </a:moveTo>
                  <a:cubicBezTo>
                    <a:pt x="9" y="9"/>
                    <a:pt x="1" y="9"/>
                    <a:pt x="9" y="17"/>
                  </a:cubicBezTo>
                  <a:cubicBezTo>
                    <a:pt x="26" y="9"/>
                    <a:pt x="34"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9"/>
            <p:cNvSpPr/>
            <p:nvPr/>
          </p:nvSpPr>
          <p:spPr>
            <a:xfrm>
              <a:off x="2655375" y="3719800"/>
              <a:ext cx="450" cy="250"/>
            </a:xfrm>
            <a:custGeom>
              <a:rect b="b" l="l" r="r" t="t"/>
              <a:pathLst>
                <a:path extrusionOk="0" h="10" w="18">
                  <a:moveTo>
                    <a:pt x="9" y="1"/>
                  </a:moveTo>
                  <a:lnTo>
                    <a:pt x="1" y="9"/>
                  </a:lnTo>
                  <a:lnTo>
                    <a:pt x="18" y="9"/>
                  </a:lnTo>
                  <a:cubicBezTo>
                    <a:pt x="18" y="9"/>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9"/>
            <p:cNvSpPr/>
            <p:nvPr/>
          </p:nvSpPr>
          <p:spPr>
            <a:xfrm>
              <a:off x="2605900" y="3714725"/>
              <a:ext cx="650" cy="25"/>
            </a:xfrm>
            <a:custGeom>
              <a:rect b="b" l="l" r="r" t="t"/>
              <a:pathLst>
                <a:path extrusionOk="0" h="1" w="26">
                  <a:moveTo>
                    <a:pt x="26" y="1"/>
                  </a:moveTo>
                  <a:lnTo>
                    <a:pt x="0" y="1"/>
                  </a:lnTo>
                  <a:cubicBezTo>
                    <a:pt x="9" y="1"/>
                    <a:pt x="17"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9"/>
            <p:cNvSpPr/>
            <p:nvPr/>
          </p:nvSpPr>
          <p:spPr>
            <a:xfrm>
              <a:off x="2617525" y="3718725"/>
              <a:ext cx="23350" cy="2450"/>
            </a:xfrm>
            <a:custGeom>
              <a:rect b="b" l="l" r="r" t="t"/>
              <a:pathLst>
                <a:path extrusionOk="0" h="98" w="934">
                  <a:moveTo>
                    <a:pt x="55" y="1"/>
                  </a:moveTo>
                  <a:cubicBezTo>
                    <a:pt x="22" y="1"/>
                    <a:pt x="1" y="7"/>
                    <a:pt x="1" y="27"/>
                  </a:cubicBezTo>
                  <a:cubicBezTo>
                    <a:pt x="13" y="29"/>
                    <a:pt x="26" y="30"/>
                    <a:pt x="40" y="30"/>
                  </a:cubicBezTo>
                  <a:cubicBezTo>
                    <a:pt x="73" y="30"/>
                    <a:pt x="109" y="24"/>
                    <a:pt x="144" y="18"/>
                  </a:cubicBezTo>
                  <a:lnTo>
                    <a:pt x="144" y="18"/>
                  </a:lnTo>
                  <a:lnTo>
                    <a:pt x="136" y="69"/>
                  </a:lnTo>
                  <a:cubicBezTo>
                    <a:pt x="211" y="69"/>
                    <a:pt x="154" y="36"/>
                    <a:pt x="259" y="35"/>
                  </a:cubicBezTo>
                  <a:lnTo>
                    <a:pt x="259" y="35"/>
                  </a:lnTo>
                  <a:cubicBezTo>
                    <a:pt x="350" y="35"/>
                    <a:pt x="442" y="37"/>
                    <a:pt x="534" y="52"/>
                  </a:cubicBezTo>
                  <a:cubicBezTo>
                    <a:pt x="525" y="69"/>
                    <a:pt x="584" y="69"/>
                    <a:pt x="576" y="94"/>
                  </a:cubicBezTo>
                  <a:cubicBezTo>
                    <a:pt x="589" y="96"/>
                    <a:pt x="602" y="98"/>
                    <a:pt x="615" y="98"/>
                  </a:cubicBezTo>
                  <a:cubicBezTo>
                    <a:pt x="656" y="98"/>
                    <a:pt x="699" y="88"/>
                    <a:pt x="737" y="69"/>
                  </a:cubicBezTo>
                  <a:cubicBezTo>
                    <a:pt x="754" y="73"/>
                    <a:pt x="779" y="73"/>
                    <a:pt x="805" y="73"/>
                  </a:cubicBezTo>
                  <a:cubicBezTo>
                    <a:pt x="832" y="73"/>
                    <a:pt x="859" y="73"/>
                    <a:pt x="880" y="77"/>
                  </a:cubicBezTo>
                  <a:cubicBezTo>
                    <a:pt x="866" y="63"/>
                    <a:pt x="933" y="42"/>
                    <a:pt x="876" y="42"/>
                  </a:cubicBezTo>
                  <a:cubicBezTo>
                    <a:pt x="867" y="42"/>
                    <a:pt x="856" y="42"/>
                    <a:pt x="842" y="43"/>
                  </a:cubicBezTo>
                  <a:lnTo>
                    <a:pt x="842" y="43"/>
                  </a:lnTo>
                  <a:cubicBezTo>
                    <a:pt x="843" y="43"/>
                    <a:pt x="841" y="41"/>
                    <a:pt x="847" y="35"/>
                  </a:cubicBezTo>
                  <a:cubicBezTo>
                    <a:pt x="825" y="28"/>
                    <a:pt x="808" y="26"/>
                    <a:pt x="792" y="26"/>
                  </a:cubicBezTo>
                  <a:cubicBezTo>
                    <a:pt x="759" y="26"/>
                    <a:pt x="733" y="37"/>
                    <a:pt x="694" y="37"/>
                  </a:cubicBezTo>
                  <a:cubicBezTo>
                    <a:pt x="686" y="37"/>
                    <a:pt x="678" y="36"/>
                    <a:pt x="669" y="35"/>
                  </a:cubicBezTo>
                  <a:cubicBezTo>
                    <a:pt x="635" y="18"/>
                    <a:pt x="737" y="18"/>
                    <a:pt x="703" y="10"/>
                  </a:cubicBezTo>
                  <a:lnTo>
                    <a:pt x="703" y="10"/>
                  </a:lnTo>
                  <a:cubicBezTo>
                    <a:pt x="695" y="11"/>
                    <a:pt x="686" y="11"/>
                    <a:pt x="676" y="11"/>
                  </a:cubicBezTo>
                  <a:cubicBezTo>
                    <a:pt x="625" y="11"/>
                    <a:pt x="556" y="1"/>
                    <a:pt x="506" y="1"/>
                  </a:cubicBezTo>
                  <a:cubicBezTo>
                    <a:pt x="468" y="1"/>
                    <a:pt x="441" y="7"/>
                    <a:pt x="441" y="27"/>
                  </a:cubicBezTo>
                  <a:cubicBezTo>
                    <a:pt x="381" y="27"/>
                    <a:pt x="373" y="18"/>
                    <a:pt x="356" y="1"/>
                  </a:cubicBezTo>
                  <a:cubicBezTo>
                    <a:pt x="332" y="13"/>
                    <a:pt x="300" y="17"/>
                    <a:pt x="265" y="17"/>
                  </a:cubicBezTo>
                  <a:cubicBezTo>
                    <a:pt x="193" y="17"/>
                    <a:pt x="109" y="1"/>
                    <a:pt x="5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9"/>
            <p:cNvSpPr/>
            <p:nvPr/>
          </p:nvSpPr>
          <p:spPr>
            <a:xfrm>
              <a:off x="2651375" y="371852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9"/>
            <p:cNvSpPr/>
            <p:nvPr/>
          </p:nvSpPr>
          <p:spPr>
            <a:xfrm>
              <a:off x="2651575" y="3721925"/>
              <a:ext cx="23500" cy="4675"/>
            </a:xfrm>
            <a:custGeom>
              <a:rect b="b" l="l" r="r" t="t"/>
              <a:pathLst>
                <a:path extrusionOk="0" h="187" w="940">
                  <a:moveTo>
                    <a:pt x="787" y="136"/>
                  </a:moveTo>
                  <a:lnTo>
                    <a:pt x="847" y="144"/>
                  </a:lnTo>
                  <a:cubicBezTo>
                    <a:pt x="821" y="144"/>
                    <a:pt x="804" y="144"/>
                    <a:pt x="787" y="136"/>
                  </a:cubicBezTo>
                  <a:close/>
                  <a:moveTo>
                    <a:pt x="644" y="0"/>
                  </a:moveTo>
                  <a:lnTo>
                    <a:pt x="644" y="0"/>
                  </a:lnTo>
                  <a:cubicBezTo>
                    <a:pt x="457" y="17"/>
                    <a:pt x="635" y="93"/>
                    <a:pt x="474" y="93"/>
                  </a:cubicBezTo>
                  <a:lnTo>
                    <a:pt x="364" y="76"/>
                  </a:lnTo>
                  <a:lnTo>
                    <a:pt x="322" y="119"/>
                  </a:lnTo>
                  <a:cubicBezTo>
                    <a:pt x="263" y="119"/>
                    <a:pt x="373" y="85"/>
                    <a:pt x="271" y="85"/>
                  </a:cubicBezTo>
                  <a:cubicBezTo>
                    <a:pt x="262" y="89"/>
                    <a:pt x="250" y="91"/>
                    <a:pt x="237" y="91"/>
                  </a:cubicBezTo>
                  <a:cubicBezTo>
                    <a:pt x="217" y="91"/>
                    <a:pt x="194" y="87"/>
                    <a:pt x="177" y="87"/>
                  </a:cubicBezTo>
                  <a:cubicBezTo>
                    <a:pt x="166" y="87"/>
                    <a:pt x="158" y="89"/>
                    <a:pt x="153" y="93"/>
                  </a:cubicBezTo>
                  <a:cubicBezTo>
                    <a:pt x="153" y="76"/>
                    <a:pt x="161" y="68"/>
                    <a:pt x="111" y="68"/>
                  </a:cubicBezTo>
                  <a:cubicBezTo>
                    <a:pt x="102" y="68"/>
                    <a:pt x="102" y="85"/>
                    <a:pt x="68" y="85"/>
                  </a:cubicBezTo>
                  <a:cubicBezTo>
                    <a:pt x="56" y="64"/>
                    <a:pt x="81" y="64"/>
                    <a:pt x="104" y="64"/>
                  </a:cubicBezTo>
                  <a:cubicBezTo>
                    <a:pt x="128" y="64"/>
                    <a:pt x="149" y="64"/>
                    <a:pt x="128" y="43"/>
                  </a:cubicBezTo>
                  <a:cubicBezTo>
                    <a:pt x="110" y="40"/>
                    <a:pt x="95" y="39"/>
                    <a:pt x="84" y="39"/>
                  </a:cubicBezTo>
                  <a:cubicBezTo>
                    <a:pt x="13" y="39"/>
                    <a:pt x="48" y="78"/>
                    <a:pt x="26" y="85"/>
                  </a:cubicBezTo>
                  <a:lnTo>
                    <a:pt x="51" y="85"/>
                  </a:lnTo>
                  <a:cubicBezTo>
                    <a:pt x="51" y="93"/>
                    <a:pt x="39" y="93"/>
                    <a:pt x="26" y="93"/>
                  </a:cubicBezTo>
                  <a:cubicBezTo>
                    <a:pt x="13" y="93"/>
                    <a:pt x="1" y="93"/>
                    <a:pt x="1" y="102"/>
                  </a:cubicBezTo>
                  <a:cubicBezTo>
                    <a:pt x="13" y="106"/>
                    <a:pt x="24" y="108"/>
                    <a:pt x="33" y="108"/>
                  </a:cubicBezTo>
                  <a:cubicBezTo>
                    <a:pt x="43" y="108"/>
                    <a:pt x="51" y="106"/>
                    <a:pt x="60" y="102"/>
                  </a:cubicBezTo>
                  <a:lnTo>
                    <a:pt x="60" y="102"/>
                  </a:lnTo>
                  <a:cubicBezTo>
                    <a:pt x="26" y="119"/>
                    <a:pt x="119" y="144"/>
                    <a:pt x="153" y="144"/>
                  </a:cubicBezTo>
                  <a:cubicBezTo>
                    <a:pt x="202" y="141"/>
                    <a:pt x="252" y="138"/>
                    <a:pt x="303" y="138"/>
                  </a:cubicBezTo>
                  <a:cubicBezTo>
                    <a:pt x="375" y="138"/>
                    <a:pt x="447" y="143"/>
                    <a:pt x="517" y="152"/>
                  </a:cubicBezTo>
                  <a:cubicBezTo>
                    <a:pt x="508" y="152"/>
                    <a:pt x="483" y="152"/>
                    <a:pt x="500" y="161"/>
                  </a:cubicBezTo>
                  <a:cubicBezTo>
                    <a:pt x="660" y="169"/>
                    <a:pt x="720" y="186"/>
                    <a:pt x="906" y="186"/>
                  </a:cubicBezTo>
                  <a:lnTo>
                    <a:pt x="940" y="144"/>
                  </a:lnTo>
                  <a:cubicBezTo>
                    <a:pt x="940" y="140"/>
                    <a:pt x="931" y="140"/>
                    <a:pt x="917" y="140"/>
                  </a:cubicBezTo>
                  <a:cubicBezTo>
                    <a:pt x="904" y="140"/>
                    <a:pt x="885" y="140"/>
                    <a:pt x="864" y="136"/>
                  </a:cubicBezTo>
                  <a:cubicBezTo>
                    <a:pt x="872" y="127"/>
                    <a:pt x="880" y="110"/>
                    <a:pt x="838" y="110"/>
                  </a:cubicBezTo>
                  <a:cubicBezTo>
                    <a:pt x="818" y="104"/>
                    <a:pt x="800" y="102"/>
                    <a:pt x="783" y="102"/>
                  </a:cubicBezTo>
                  <a:cubicBezTo>
                    <a:pt x="735" y="102"/>
                    <a:pt x="697" y="120"/>
                    <a:pt x="654" y="120"/>
                  </a:cubicBezTo>
                  <a:cubicBezTo>
                    <a:pt x="648" y="120"/>
                    <a:pt x="641" y="119"/>
                    <a:pt x="635" y="119"/>
                  </a:cubicBezTo>
                  <a:lnTo>
                    <a:pt x="660" y="119"/>
                  </a:lnTo>
                  <a:cubicBezTo>
                    <a:pt x="631" y="110"/>
                    <a:pt x="599" y="106"/>
                    <a:pt x="567" y="106"/>
                  </a:cubicBezTo>
                  <a:cubicBezTo>
                    <a:pt x="536" y="106"/>
                    <a:pt x="504" y="110"/>
                    <a:pt x="474" y="119"/>
                  </a:cubicBezTo>
                  <a:cubicBezTo>
                    <a:pt x="459" y="107"/>
                    <a:pt x="477" y="104"/>
                    <a:pt x="503" y="104"/>
                  </a:cubicBezTo>
                  <a:cubicBezTo>
                    <a:pt x="520" y="104"/>
                    <a:pt x="540" y="105"/>
                    <a:pt x="556" y="105"/>
                  </a:cubicBezTo>
                  <a:cubicBezTo>
                    <a:pt x="583" y="105"/>
                    <a:pt x="597" y="102"/>
                    <a:pt x="559" y="85"/>
                  </a:cubicBezTo>
                  <a:lnTo>
                    <a:pt x="559" y="85"/>
                  </a:lnTo>
                  <a:cubicBezTo>
                    <a:pt x="593" y="89"/>
                    <a:pt x="629" y="91"/>
                    <a:pt x="665" y="91"/>
                  </a:cubicBezTo>
                  <a:cubicBezTo>
                    <a:pt x="701" y="91"/>
                    <a:pt x="737" y="89"/>
                    <a:pt x="770" y="85"/>
                  </a:cubicBezTo>
                  <a:cubicBezTo>
                    <a:pt x="686" y="68"/>
                    <a:pt x="618" y="26"/>
                    <a:pt x="6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9"/>
            <p:cNvSpPr/>
            <p:nvPr/>
          </p:nvSpPr>
          <p:spPr>
            <a:xfrm>
              <a:off x="2747175" y="3778600"/>
              <a:ext cx="450" cy="225"/>
            </a:xfrm>
            <a:custGeom>
              <a:rect b="b" l="l" r="r" t="t"/>
              <a:pathLst>
                <a:path extrusionOk="0" h="9" w="18">
                  <a:moveTo>
                    <a:pt x="17" y="0"/>
                  </a:moveTo>
                  <a:lnTo>
                    <a:pt x="0" y="9"/>
                  </a:lnTo>
                  <a:cubicBezTo>
                    <a:pt x="9" y="9"/>
                    <a:pt x="17" y="9"/>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9"/>
            <p:cNvSpPr/>
            <p:nvPr/>
          </p:nvSpPr>
          <p:spPr>
            <a:xfrm>
              <a:off x="2728975" y="3715775"/>
              <a:ext cx="875" cy="25"/>
            </a:xfrm>
            <a:custGeom>
              <a:rect b="b" l="l" r="r" t="t"/>
              <a:pathLst>
                <a:path extrusionOk="0" h="1" w="35">
                  <a:moveTo>
                    <a:pt x="1" y="1"/>
                  </a:moveTo>
                  <a:lnTo>
                    <a:pt x="3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9"/>
            <p:cNvSpPr/>
            <p:nvPr/>
          </p:nvSpPr>
          <p:spPr>
            <a:xfrm>
              <a:off x="2748225" y="3713250"/>
              <a:ext cx="1300" cy="225"/>
            </a:xfrm>
            <a:custGeom>
              <a:rect b="b" l="l" r="r" t="t"/>
              <a:pathLst>
                <a:path extrusionOk="0" h="9" w="52">
                  <a:moveTo>
                    <a:pt x="51" y="0"/>
                  </a:moveTo>
                  <a:cubicBezTo>
                    <a:pt x="43" y="0"/>
                    <a:pt x="34" y="2"/>
                    <a:pt x="26" y="5"/>
                  </a:cubicBezTo>
                  <a:lnTo>
                    <a:pt x="26" y="5"/>
                  </a:lnTo>
                  <a:lnTo>
                    <a:pt x="51" y="0"/>
                  </a:lnTo>
                  <a:close/>
                  <a:moveTo>
                    <a:pt x="26" y="5"/>
                  </a:moveTo>
                  <a:lnTo>
                    <a:pt x="1" y="9"/>
                  </a:lnTo>
                  <a:cubicBezTo>
                    <a:pt x="9" y="9"/>
                    <a:pt x="18" y="7"/>
                    <a:pt x="26"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9"/>
            <p:cNvSpPr/>
            <p:nvPr/>
          </p:nvSpPr>
          <p:spPr>
            <a:xfrm>
              <a:off x="2755425" y="3771825"/>
              <a:ext cx="225" cy="250"/>
            </a:xfrm>
            <a:custGeom>
              <a:rect b="b" l="l" r="r" t="t"/>
              <a:pathLst>
                <a:path extrusionOk="0" h="10" w="9">
                  <a:moveTo>
                    <a:pt x="0" y="9"/>
                  </a:moveTo>
                  <a:lnTo>
                    <a:pt x="0" y="9"/>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9"/>
            <p:cNvSpPr/>
            <p:nvPr/>
          </p:nvSpPr>
          <p:spPr>
            <a:xfrm>
              <a:off x="2795175" y="3719600"/>
              <a:ext cx="875" cy="225"/>
            </a:xfrm>
            <a:custGeom>
              <a:rect b="b" l="l" r="r" t="t"/>
              <a:pathLst>
                <a:path extrusionOk="0" h="9" w="35">
                  <a:moveTo>
                    <a:pt x="1" y="0"/>
                  </a:moveTo>
                  <a:lnTo>
                    <a:pt x="1" y="0"/>
                  </a:lnTo>
                  <a:cubicBezTo>
                    <a:pt x="9" y="9"/>
                    <a:pt x="18" y="9"/>
                    <a:pt x="26" y="9"/>
                  </a:cubicBezTo>
                  <a:cubicBezTo>
                    <a:pt x="34" y="9"/>
                    <a:pt x="18" y="9"/>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9"/>
            <p:cNvSpPr/>
            <p:nvPr/>
          </p:nvSpPr>
          <p:spPr>
            <a:xfrm>
              <a:off x="2748025" y="3713450"/>
              <a:ext cx="225" cy="25"/>
            </a:xfrm>
            <a:custGeom>
              <a:rect b="b" l="l" r="r" t="t"/>
              <a:pathLst>
                <a:path extrusionOk="0" h="1" w="9">
                  <a:moveTo>
                    <a:pt x="0" y="1"/>
                  </a:moveTo>
                  <a:lnTo>
                    <a:pt x="0" y="1"/>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9"/>
            <p:cNvSpPr/>
            <p:nvPr/>
          </p:nvSpPr>
          <p:spPr>
            <a:xfrm>
              <a:off x="2720525" y="3711975"/>
              <a:ext cx="450" cy="25"/>
            </a:xfrm>
            <a:custGeom>
              <a:rect b="b" l="l" r="r" t="t"/>
              <a:pathLst>
                <a:path extrusionOk="0" h="1" w="18">
                  <a:moveTo>
                    <a:pt x="17" y="1"/>
                  </a:moveTo>
                  <a:lnTo>
                    <a:pt x="0" y="1"/>
                  </a:lnTo>
                  <a:cubicBezTo>
                    <a:pt x="0" y="1"/>
                    <a:pt x="9" y="1"/>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9"/>
            <p:cNvSpPr/>
            <p:nvPr/>
          </p:nvSpPr>
          <p:spPr>
            <a:xfrm>
              <a:off x="2721375" y="3715350"/>
              <a:ext cx="650" cy="25"/>
            </a:xfrm>
            <a:custGeom>
              <a:rect b="b" l="l" r="r" t="t"/>
              <a:pathLst>
                <a:path extrusionOk="0" h="1" w="26">
                  <a:moveTo>
                    <a:pt x="26" y="1"/>
                  </a:moveTo>
                  <a:cubicBezTo>
                    <a:pt x="17" y="1"/>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9"/>
            <p:cNvSpPr/>
            <p:nvPr/>
          </p:nvSpPr>
          <p:spPr>
            <a:xfrm>
              <a:off x="2691975" y="3711125"/>
              <a:ext cx="1075" cy="25"/>
            </a:xfrm>
            <a:custGeom>
              <a:rect b="b" l="l" r="r" t="t"/>
              <a:pathLst>
                <a:path extrusionOk="0" h="1" w="43">
                  <a:moveTo>
                    <a:pt x="43" y="1"/>
                  </a:moveTo>
                  <a:lnTo>
                    <a:pt x="0" y="1"/>
                  </a:lnTo>
                  <a:cubicBezTo>
                    <a:pt x="9"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9"/>
            <p:cNvSpPr/>
            <p:nvPr/>
          </p:nvSpPr>
          <p:spPr>
            <a:xfrm>
              <a:off x="2718825" y="3714300"/>
              <a:ext cx="250" cy="250"/>
            </a:xfrm>
            <a:custGeom>
              <a:rect b="b" l="l" r="r" t="t"/>
              <a:pathLst>
                <a:path extrusionOk="0" h="10" w="10">
                  <a:moveTo>
                    <a:pt x="9" y="1"/>
                  </a:moveTo>
                  <a:lnTo>
                    <a:pt x="1" y="9"/>
                  </a:lnTo>
                  <a:cubicBezTo>
                    <a:pt x="9" y="9"/>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9"/>
            <p:cNvSpPr/>
            <p:nvPr/>
          </p:nvSpPr>
          <p:spPr>
            <a:xfrm>
              <a:off x="2739775" y="378070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9"/>
            <p:cNvSpPr/>
            <p:nvPr/>
          </p:nvSpPr>
          <p:spPr>
            <a:xfrm>
              <a:off x="2737875" y="3783675"/>
              <a:ext cx="850" cy="650"/>
            </a:xfrm>
            <a:custGeom>
              <a:rect b="b" l="l" r="r" t="t"/>
              <a:pathLst>
                <a:path extrusionOk="0" h="26" w="34">
                  <a:moveTo>
                    <a:pt x="34" y="0"/>
                  </a:moveTo>
                  <a:lnTo>
                    <a:pt x="0" y="26"/>
                  </a:lnTo>
                  <a:cubicBezTo>
                    <a:pt x="17" y="17"/>
                    <a:pt x="25" y="9"/>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9"/>
            <p:cNvSpPr/>
            <p:nvPr/>
          </p:nvSpPr>
          <p:spPr>
            <a:xfrm>
              <a:off x="2788350" y="3734825"/>
              <a:ext cx="1350" cy="1075"/>
            </a:xfrm>
            <a:custGeom>
              <a:rect b="b" l="l" r="r" t="t"/>
              <a:pathLst>
                <a:path extrusionOk="0" h="43" w="54">
                  <a:moveTo>
                    <a:pt x="3" y="26"/>
                  </a:moveTo>
                  <a:cubicBezTo>
                    <a:pt x="2" y="28"/>
                    <a:pt x="1" y="29"/>
                    <a:pt x="2" y="30"/>
                  </a:cubicBezTo>
                  <a:lnTo>
                    <a:pt x="2" y="30"/>
                  </a:lnTo>
                  <a:cubicBezTo>
                    <a:pt x="2" y="29"/>
                    <a:pt x="2" y="27"/>
                    <a:pt x="3" y="26"/>
                  </a:cubicBezTo>
                  <a:close/>
                  <a:moveTo>
                    <a:pt x="54" y="0"/>
                  </a:moveTo>
                  <a:lnTo>
                    <a:pt x="54" y="0"/>
                  </a:lnTo>
                  <a:cubicBezTo>
                    <a:pt x="33" y="7"/>
                    <a:pt x="7" y="30"/>
                    <a:pt x="2" y="30"/>
                  </a:cubicBezTo>
                  <a:cubicBezTo>
                    <a:pt x="2" y="30"/>
                    <a:pt x="2" y="30"/>
                    <a:pt x="2" y="30"/>
                  </a:cubicBezTo>
                  <a:lnTo>
                    <a:pt x="2" y="30"/>
                  </a:lnTo>
                  <a:cubicBezTo>
                    <a:pt x="0" y="38"/>
                    <a:pt x="3" y="42"/>
                    <a:pt x="8" y="42"/>
                  </a:cubicBezTo>
                  <a:cubicBezTo>
                    <a:pt x="17" y="42"/>
                    <a:pt x="34" y="30"/>
                    <a:pt x="5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9"/>
            <p:cNvSpPr/>
            <p:nvPr/>
          </p:nvSpPr>
          <p:spPr>
            <a:xfrm>
              <a:off x="2739550" y="3771775"/>
              <a:ext cx="375" cy="700"/>
            </a:xfrm>
            <a:custGeom>
              <a:rect b="b" l="l" r="r" t="t"/>
              <a:pathLst>
                <a:path extrusionOk="0" h="28" w="15">
                  <a:moveTo>
                    <a:pt x="12" y="0"/>
                  </a:moveTo>
                  <a:cubicBezTo>
                    <a:pt x="12" y="0"/>
                    <a:pt x="11" y="1"/>
                    <a:pt x="9" y="3"/>
                  </a:cubicBezTo>
                  <a:cubicBezTo>
                    <a:pt x="9" y="11"/>
                    <a:pt x="1" y="20"/>
                    <a:pt x="1" y="28"/>
                  </a:cubicBezTo>
                  <a:cubicBezTo>
                    <a:pt x="8" y="14"/>
                    <a:pt x="15" y="0"/>
                    <a:pt x="1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9"/>
            <p:cNvSpPr/>
            <p:nvPr/>
          </p:nvSpPr>
          <p:spPr>
            <a:xfrm>
              <a:off x="2739125" y="3772475"/>
              <a:ext cx="450" cy="650"/>
            </a:xfrm>
            <a:custGeom>
              <a:rect b="b" l="l" r="r" t="t"/>
              <a:pathLst>
                <a:path extrusionOk="0" h="26" w="18">
                  <a:moveTo>
                    <a:pt x="18" y="0"/>
                  </a:moveTo>
                  <a:lnTo>
                    <a:pt x="18" y="0"/>
                  </a:lnTo>
                  <a:cubicBezTo>
                    <a:pt x="14" y="4"/>
                    <a:pt x="11" y="8"/>
                    <a:pt x="9" y="13"/>
                  </a:cubicBezTo>
                  <a:lnTo>
                    <a:pt x="9" y="13"/>
                  </a:lnTo>
                  <a:lnTo>
                    <a:pt x="18" y="0"/>
                  </a:lnTo>
                  <a:close/>
                  <a:moveTo>
                    <a:pt x="9" y="13"/>
                  </a:moveTo>
                  <a:lnTo>
                    <a:pt x="1" y="25"/>
                  </a:lnTo>
                  <a:cubicBezTo>
                    <a:pt x="5" y="21"/>
                    <a:pt x="7" y="17"/>
                    <a:pt x="9" y="1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9"/>
            <p:cNvSpPr/>
            <p:nvPr/>
          </p:nvSpPr>
          <p:spPr>
            <a:xfrm>
              <a:off x="2780150" y="3731225"/>
              <a:ext cx="450" cy="225"/>
            </a:xfrm>
            <a:custGeom>
              <a:rect b="b" l="l" r="r" t="t"/>
              <a:pathLst>
                <a:path extrusionOk="0" h="9" w="18">
                  <a:moveTo>
                    <a:pt x="18" y="0"/>
                  </a:moveTo>
                  <a:cubicBezTo>
                    <a:pt x="14" y="0"/>
                    <a:pt x="12" y="3"/>
                    <a:pt x="9" y="5"/>
                  </a:cubicBezTo>
                  <a:lnTo>
                    <a:pt x="18" y="0"/>
                  </a:lnTo>
                  <a:close/>
                  <a:moveTo>
                    <a:pt x="9" y="5"/>
                  </a:moveTo>
                  <a:lnTo>
                    <a:pt x="1" y="9"/>
                  </a:lnTo>
                  <a:cubicBezTo>
                    <a:pt x="5" y="9"/>
                    <a:pt x="7" y="7"/>
                    <a:pt x="9"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9"/>
            <p:cNvSpPr/>
            <p:nvPr/>
          </p:nvSpPr>
          <p:spPr>
            <a:xfrm>
              <a:off x="2734900" y="3783250"/>
              <a:ext cx="7000" cy="7000"/>
            </a:xfrm>
            <a:custGeom>
              <a:rect b="b" l="l" r="r" t="t"/>
              <a:pathLst>
                <a:path extrusionOk="0" h="280" w="280">
                  <a:moveTo>
                    <a:pt x="119" y="43"/>
                  </a:moveTo>
                  <a:cubicBezTo>
                    <a:pt x="118" y="44"/>
                    <a:pt x="117" y="45"/>
                    <a:pt x="116" y="46"/>
                  </a:cubicBezTo>
                  <a:lnTo>
                    <a:pt x="116" y="46"/>
                  </a:lnTo>
                  <a:cubicBezTo>
                    <a:pt x="117" y="45"/>
                    <a:pt x="118" y="44"/>
                    <a:pt x="119" y="43"/>
                  </a:cubicBezTo>
                  <a:close/>
                  <a:moveTo>
                    <a:pt x="96" y="118"/>
                  </a:moveTo>
                  <a:cubicBezTo>
                    <a:pt x="95" y="118"/>
                    <a:pt x="94" y="118"/>
                    <a:pt x="94" y="119"/>
                  </a:cubicBezTo>
                  <a:lnTo>
                    <a:pt x="94" y="129"/>
                  </a:lnTo>
                  <a:lnTo>
                    <a:pt x="94" y="129"/>
                  </a:lnTo>
                  <a:cubicBezTo>
                    <a:pt x="95" y="125"/>
                    <a:pt x="96" y="121"/>
                    <a:pt x="96" y="118"/>
                  </a:cubicBezTo>
                  <a:close/>
                  <a:moveTo>
                    <a:pt x="254" y="0"/>
                  </a:moveTo>
                  <a:lnTo>
                    <a:pt x="111" y="93"/>
                  </a:lnTo>
                  <a:cubicBezTo>
                    <a:pt x="92" y="100"/>
                    <a:pt x="81" y="102"/>
                    <a:pt x="75" y="102"/>
                  </a:cubicBezTo>
                  <a:cubicBezTo>
                    <a:pt x="55" y="102"/>
                    <a:pt x="85" y="77"/>
                    <a:pt x="116" y="46"/>
                  </a:cubicBezTo>
                  <a:lnTo>
                    <a:pt x="116" y="46"/>
                  </a:lnTo>
                  <a:cubicBezTo>
                    <a:pt x="109" y="53"/>
                    <a:pt x="101" y="60"/>
                    <a:pt x="94" y="60"/>
                  </a:cubicBezTo>
                  <a:cubicBezTo>
                    <a:pt x="94" y="66"/>
                    <a:pt x="22" y="139"/>
                    <a:pt x="40" y="139"/>
                  </a:cubicBezTo>
                  <a:cubicBezTo>
                    <a:pt x="46" y="139"/>
                    <a:pt x="62" y="131"/>
                    <a:pt x="94" y="110"/>
                  </a:cubicBezTo>
                  <a:lnTo>
                    <a:pt x="94" y="110"/>
                  </a:lnTo>
                  <a:cubicBezTo>
                    <a:pt x="95" y="113"/>
                    <a:pt x="96" y="115"/>
                    <a:pt x="96" y="118"/>
                  </a:cubicBezTo>
                  <a:lnTo>
                    <a:pt x="96" y="118"/>
                  </a:lnTo>
                  <a:cubicBezTo>
                    <a:pt x="154" y="84"/>
                    <a:pt x="213" y="51"/>
                    <a:pt x="254" y="0"/>
                  </a:cubicBezTo>
                  <a:close/>
                  <a:moveTo>
                    <a:pt x="280" y="9"/>
                  </a:moveTo>
                  <a:lnTo>
                    <a:pt x="280" y="9"/>
                  </a:lnTo>
                  <a:cubicBezTo>
                    <a:pt x="229" y="68"/>
                    <a:pt x="161" y="119"/>
                    <a:pt x="94" y="153"/>
                  </a:cubicBezTo>
                  <a:lnTo>
                    <a:pt x="94" y="129"/>
                  </a:lnTo>
                  <a:lnTo>
                    <a:pt x="94" y="129"/>
                  </a:lnTo>
                  <a:cubicBezTo>
                    <a:pt x="81" y="157"/>
                    <a:pt x="21" y="184"/>
                    <a:pt x="1" y="212"/>
                  </a:cubicBezTo>
                  <a:cubicBezTo>
                    <a:pt x="3" y="211"/>
                    <a:pt x="6" y="211"/>
                    <a:pt x="7" y="211"/>
                  </a:cubicBezTo>
                  <a:cubicBezTo>
                    <a:pt x="21" y="211"/>
                    <a:pt x="3" y="237"/>
                    <a:pt x="18" y="237"/>
                  </a:cubicBezTo>
                  <a:cubicBezTo>
                    <a:pt x="26" y="220"/>
                    <a:pt x="43" y="203"/>
                    <a:pt x="68" y="187"/>
                  </a:cubicBezTo>
                  <a:cubicBezTo>
                    <a:pt x="85" y="187"/>
                    <a:pt x="60" y="229"/>
                    <a:pt x="18" y="246"/>
                  </a:cubicBezTo>
                  <a:cubicBezTo>
                    <a:pt x="23" y="244"/>
                    <a:pt x="27" y="243"/>
                    <a:pt x="29" y="243"/>
                  </a:cubicBezTo>
                  <a:cubicBezTo>
                    <a:pt x="49" y="243"/>
                    <a:pt x="18" y="280"/>
                    <a:pt x="31" y="280"/>
                  </a:cubicBezTo>
                  <a:cubicBezTo>
                    <a:pt x="34" y="280"/>
                    <a:pt x="40" y="277"/>
                    <a:pt x="51" y="271"/>
                  </a:cubicBezTo>
                  <a:cubicBezTo>
                    <a:pt x="144" y="203"/>
                    <a:pt x="221" y="110"/>
                    <a:pt x="280"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9"/>
            <p:cNvSpPr/>
            <p:nvPr/>
          </p:nvSpPr>
          <p:spPr>
            <a:xfrm>
              <a:off x="2735550" y="3777950"/>
              <a:ext cx="25" cy="250"/>
            </a:xfrm>
            <a:custGeom>
              <a:rect b="b" l="l" r="r" t="t"/>
              <a:pathLst>
                <a:path extrusionOk="0" h="10" w="1">
                  <a:moveTo>
                    <a:pt x="0" y="1"/>
                  </a:moveTo>
                  <a:lnTo>
                    <a:pt x="0" y="1"/>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9"/>
            <p:cNvSpPr/>
            <p:nvPr/>
          </p:nvSpPr>
          <p:spPr>
            <a:xfrm>
              <a:off x="2691750" y="3725525"/>
              <a:ext cx="450" cy="225"/>
            </a:xfrm>
            <a:custGeom>
              <a:rect b="b" l="l" r="r" t="t"/>
              <a:pathLst>
                <a:path extrusionOk="0" h="9" w="18">
                  <a:moveTo>
                    <a:pt x="18" y="0"/>
                  </a:moveTo>
                  <a:lnTo>
                    <a:pt x="1" y="8"/>
                  </a:lnTo>
                  <a:cubicBezTo>
                    <a:pt x="18" y="8"/>
                    <a:pt x="18" y="8"/>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9"/>
            <p:cNvSpPr/>
            <p:nvPr/>
          </p:nvSpPr>
          <p:spPr>
            <a:xfrm>
              <a:off x="2739550" y="3779225"/>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9"/>
            <p:cNvSpPr/>
            <p:nvPr/>
          </p:nvSpPr>
          <p:spPr>
            <a:xfrm>
              <a:off x="2701075" y="372635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9"/>
            <p:cNvSpPr/>
            <p:nvPr/>
          </p:nvSpPr>
          <p:spPr>
            <a:xfrm>
              <a:off x="2704250" y="3710925"/>
              <a:ext cx="225" cy="25"/>
            </a:xfrm>
            <a:custGeom>
              <a:rect b="b" l="l" r="r" t="t"/>
              <a:pathLst>
                <a:path extrusionOk="0" h="1" w="9">
                  <a:moveTo>
                    <a:pt x="9" y="0"/>
                  </a:moveTo>
                  <a:lnTo>
                    <a:pt x="9" y="0"/>
                  </a:lnTo>
                  <a:cubicBezTo>
                    <a:pt x="0" y="0"/>
                    <a:pt x="0"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9"/>
            <p:cNvSpPr/>
            <p:nvPr/>
          </p:nvSpPr>
          <p:spPr>
            <a:xfrm>
              <a:off x="2701075" y="3726150"/>
              <a:ext cx="25" cy="25"/>
            </a:xfrm>
            <a:custGeom>
              <a:rect b="b" l="l" r="r" t="t"/>
              <a:pathLst>
                <a:path extrusionOk="0" h="1" w="1">
                  <a:moveTo>
                    <a:pt x="0" y="0"/>
                  </a:moveTo>
                  <a:lnTo>
                    <a:pt x="0" y="0"/>
                  </a:lnTo>
                  <a:cubicBezTo>
                    <a:pt x="0" y="0"/>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9"/>
            <p:cNvSpPr/>
            <p:nvPr/>
          </p:nvSpPr>
          <p:spPr>
            <a:xfrm>
              <a:off x="2743375" y="3726350"/>
              <a:ext cx="425" cy="250"/>
            </a:xfrm>
            <a:custGeom>
              <a:rect b="b" l="l" r="r" t="t"/>
              <a:pathLst>
                <a:path extrusionOk="0" h="10" w="17">
                  <a:moveTo>
                    <a:pt x="0" y="1"/>
                  </a:moveTo>
                  <a:cubicBezTo>
                    <a:pt x="0" y="1"/>
                    <a:pt x="0" y="1"/>
                    <a:pt x="17" y="9"/>
                  </a:cubicBezTo>
                  <a:cubicBezTo>
                    <a:pt x="17" y="9"/>
                    <a:pt x="8"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9"/>
            <p:cNvSpPr/>
            <p:nvPr/>
          </p:nvSpPr>
          <p:spPr>
            <a:xfrm>
              <a:off x="2735550" y="372487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9"/>
            <p:cNvSpPr/>
            <p:nvPr/>
          </p:nvSpPr>
          <p:spPr>
            <a:xfrm>
              <a:off x="2795800" y="3730800"/>
              <a:ext cx="875" cy="1300"/>
            </a:xfrm>
            <a:custGeom>
              <a:rect b="b" l="l" r="r" t="t"/>
              <a:pathLst>
                <a:path extrusionOk="0" h="52" w="35">
                  <a:moveTo>
                    <a:pt x="35" y="1"/>
                  </a:moveTo>
                  <a:lnTo>
                    <a:pt x="35" y="1"/>
                  </a:lnTo>
                  <a:cubicBezTo>
                    <a:pt x="26" y="17"/>
                    <a:pt x="9" y="26"/>
                    <a:pt x="1" y="51"/>
                  </a:cubicBezTo>
                  <a:cubicBezTo>
                    <a:pt x="9" y="34"/>
                    <a:pt x="26" y="17"/>
                    <a:pt x="3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9"/>
            <p:cNvSpPr/>
            <p:nvPr/>
          </p:nvSpPr>
          <p:spPr>
            <a:xfrm>
              <a:off x="2700425" y="3726350"/>
              <a:ext cx="450" cy="250"/>
            </a:xfrm>
            <a:custGeom>
              <a:rect b="b" l="l" r="r" t="t"/>
              <a:pathLst>
                <a:path extrusionOk="0" h="10" w="18">
                  <a:moveTo>
                    <a:pt x="18" y="1"/>
                  </a:moveTo>
                  <a:lnTo>
                    <a:pt x="1" y="9"/>
                  </a:lnTo>
                  <a:cubicBezTo>
                    <a:pt x="9" y="9"/>
                    <a:pt x="18" y="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9"/>
            <p:cNvSpPr/>
            <p:nvPr/>
          </p:nvSpPr>
          <p:spPr>
            <a:xfrm>
              <a:off x="2756675" y="3723825"/>
              <a:ext cx="250" cy="225"/>
            </a:xfrm>
            <a:custGeom>
              <a:rect b="b" l="l" r="r" t="t"/>
              <a:pathLst>
                <a:path extrusionOk="0" h="9" w="10">
                  <a:moveTo>
                    <a:pt x="1" y="0"/>
                  </a:moveTo>
                  <a:lnTo>
                    <a:pt x="1"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9"/>
            <p:cNvSpPr/>
            <p:nvPr/>
          </p:nvSpPr>
          <p:spPr>
            <a:xfrm>
              <a:off x="2755425" y="3722975"/>
              <a:ext cx="10375" cy="1950"/>
            </a:xfrm>
            <a:custGeom>
              <a:rect b="b" l="l" r="r" t="t"/>
              <a:pathLst>
                <a:path extrusionOk="0" h="78" w="415">
                  <a:moveTo>
                    <a:pt x="0" y="1"/>
                  </a:moveTo>
                  <a:lnTo>
                    <a:pt x="85" y="9"/>
                  </a:lnTo>
                  <a:lnTo>
                    <a:pt x="59" y="43"/>
                  </a:lnTo>
                  <a:lnTo>
                    <a:pt x="68" y="43"/>
                  </a:lnTo>
                  <a:cubicBezTo>
                    <a:pt x="82" y="42"/>
                    <a:pt x="93" y="42"/>
                    <a:pt x="103" y="42"/>
                  </a:cubicBezTo>
                  <a:cubicBezTo>
                    <a:pt x="188" y="42"/>
                    <a:pt x="117" y="69"/>
                    <a:pt x="202" y="69"/>
                  </a:cubicBezTo>
                  <a:cubicBezTo>
                    <a:pt x="211" y="69"/>
                    <a:pt x="222" y="69"/>
                    <a:pt x="236" y="68"/>
                  </a:cubicBezTo>
                  <a:lnTo>
                    <a:pt x="236" y="68"/>
                  </a:lnTo>
                  <a:cubicBezTo>
                    <a:pt x="228" y="69"/>
                    <a:pt x="220" y="77"/>
                    <a:pt x="220" y="77"/>
                  </a:cubicBezTo>
                  <a:cubicBezTo>
                    <a:pt x="231" y="75"/>
                    <a:pt x="243" y="75"/>
                    <a:pt x="255" y="75"/>
                  </a:cubicBezTo>
                  <a:cubicBezTo>
                    <a:pt x="287" y="75"/>
                    <a:pt x="322" y="78"/>
                    <a:pt x="351" y="78"/>
                  </a:cubicBezTo>
                  <a:cubicBezTo>
                    <a:pt x="383" y="78"/>
                    <a:pt x="407" y="74"/>
                    <a:pt x="415" y="60"/>
                  </a:cubicBezTo>
                  <a:cubicBezTo>
                    <a:pt x="389" y="60"/>
                    <a:pt x="279" y="34"/>
                    <a:pt x="305" y="17"/>
                  </a:cubicBezTo>
                  <a:cubicBezTo>
                    <a:pt x="262" y="17"/>
                    <a:pt x="203" y="1"/>
                    <a:pt x="178" y="1"/>
                  </a:cubicBezTo>
                  <a:cubicBezTo>
                    <a:pt x="246" y="17"/>
                    <a:pt x="186" y="26"/>
                    <a:pt x="136" y="34"/>
                  </a:cubicBezTo>
                  <a:cubicBezTo>
                    <a:pt x="93" y="17"/>
                    <a:pt x="144" y="9"/>
                    <a:pt x="11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9"/>
            <p:cNvSpPr/>
            <p:nvPr/>
          </p:nvSpPr>
          <p:spPr>
            <a:xfrm>
              <a:off x="2760275" y="3724875"/>
              <a:ext cx="675" cy="25"/>
            </a:xfrm>
            <a:custGeom>
              <a:rect b="b" l="l" r="r" t="t"/>
              <a:pathLst>
                <a:path extrusionOk="0" h="1" w="27">
                  <a:moveTo>
                    <a:pt x="26" y="1"/>
                  </a:moveTo>
                  <a:cubicBezTo>
                    <a:pt x="18" y="1"/>
                    <a:pt x="9" y="1"/>
                    <a:pt x="1" y="1"/>
                  </a:cubicBezTo>
                  <a:cubicBezTo>
                    <a:pt x="9" y="1"/>
                    <a:pt x="18"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9"/>
            <p:cNvSpPr/>
            <p:nvPr/>
          </p:nvSpPr>
          <p:spPr>
            <a:xfrm>
              <a:off x="2774675" y="3727000"/>
              <a:ext cx="650" cy="25"/>
            </a:xfrm>
            <a:custGeom>
              <a:rect b="b" l="l" r="r" t="t"/>
              <a:pathLst>
                <a:path extrusionOk="0" h="1" w="26">
                  <a:moveTo>
                    <a:pt x="0" y="0"/>
                  </a:moveTo>
                  <a:lnTo>
                    <a:pt x="2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9"/>
            <p:cNvSpPr/>
            <p:nvPr/>
          </p:nvSpPr>
          <p:spPr>
            <a:xfrm>
              <a:off x="2663850" y="3718100"/>
              <a:ext cx="2125" cy="650"/>
            </a:xfrm>
            <a:custGeom>
              <a:rect b="b" l="l" r="r" t="t"/>
              <a:pathLst>
                <a:path extrusionOk="0" h="26" w="85">
                  <a:moveTo>
                    <a:pt x="9" y="1"/>
                  </a:moveTo>
                  <a:lnTo>
                    <a:pt x="0" y="9"/>
                  </a:lnTo>
                  <a:cubicBezTo>
                    <a:pt x="0" y="15"/>
                    <a:pt x="41" y="25"/>
                    <a:pt x="66" y="25"/>
                  </a:cubicBezTo>
                  <a:cubicBezTo>
                    <a:pt x="77" y="25"/>
                    <a:pt x="85" y="23"/>
                    <a:pt x="85" y="18"/>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9"/>
            <p:cNvSpPr/>
            <p:nvPr/>
          </p:nvSpPr>
          <p:spPr>
            <a:xfrm>
              <a:off x="2773400" y="3747075"/>
              <a:ext cx="650" cy="875"/>
            </a:xfrm>
            <a:custGeom>
              <a:rect b="b" l="l" r="r" t="t"/>
              <a:pathLst>
                <a:path extrusionOk="0" h="35" w="26">
                  <a:moveTo>
                    <a:pt x="26" y="1"/>
                  </a:moveTo>
                  <a:cubicBezTo>
                    <a:pt x="17" y="9"/>
                    <a:pt x="9" y="18"/>
                    <a:pt x="0" y="35"/>
                  </a:cubicBezTo>
                  <a:lnTo>
                    <a:pt x="26" y="9"/>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9"/>
            <p:cNvSpPr/>
            <p:nvPr/>
          </p:nvSpPr>
          <p:spPr>
            <a:xfrm>
              <a:off x="2763025" y="3723175"/>
              <a:ext cx="675" cy="250"/>
            </a:xfrm>
            <a:custGeom>
              <a:rect b="b" l="l" r="r" t="t"/>
              <a:pathLst>
                <a:path extrusionOk="0" h="10" w="27">
                  <a:moveTo>
                    <a:pt x="26" y="1"/>
                  </a:moveTo>
                  <a:cubicBezTo>
                    <a:pt x="18" y="1"/>
                    <a:pt x="9" y="9"/>
                    <a:pt x="1" y="9"/>
                  </a:cubicBezTo>
                  <a:cubicBezTo>
                    <a:pt x="9" y="9"/>
                    <a:pt x="18" y="9"/>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9"/>
            <p:cNvSpPr/>
            <p:nvPr/>
          </p:nvSpPr>
          <p:spPr>
            <a:xfrm>
              <a:off x="2770425" y="3747075"/>
              <a:ext cx="1925" cy="1725"/>
            </a:xfrm>
            <a:custGeom>
              <a:rect b="b" l="l" r="r" t="t"/>
              <a:pathLst>
                <a:path extrusionOk="0" h="69" w="77">
                  <a:moveTo>
                    <a:pt x="77" y="1"/>
                  </a:moveTo>
                  <a:cubicBezTo>
                    <a:pt x="69" y="1"/>
                    <a:pt x="43" y="9"/>
                    <a:pt x="35" y="9"/>
                  </a:cubicBezTo>
                  <a:cubicBezTo>
                    <a:pt x="26" y="26"/>
                    <a:pt x="9" y="43"/>
                    <a:pt x="1" y="69"/>
                  </a:cubicBezTo>
                  <a:cubicBezTo>
                    <a:pt x="26" y="43"/>
                    <a:pt x="52" y="18"/>
                    <a:pt x="7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9"/>
            <p:cNvSpPr/>
            <p:nvPr/>
          </p:nvSpPr>
          <p:spPr>
            <a:xfrm>
              <a:off x="2770425" y="3748775"/>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9"/>
            <p:cNvSpPr/>
            <p:nvPr/>
          </p:nvSpPr>
          <p:spPr>
            <a:xfrm>
              <a:off x="2503750" y="3703525"/>
              <a:ext cx="300975" cy="79950"/>
            </a:xfrm>
            <a:custGeom>
              <a:rect b="b" l="l" r="r" t="t"/>
              <a:pathLst>
                <a:path extrusionOk="0" h="3198" w="12039">
                  <a:moveTo>
                    <a:pt x="3520" y="102"/>
                  </a:moveTo>
                  <a:lnTo>
                    <a:pt x="3520" y="102"/>
                  </a:lnTo>
                  <a:cubicBezTo>
                    <a:pt x="3513" y="103"/>
                    <a:pt x="3506" y="105"/>
                    <a:pt x="3500" y="107"/>
                  </a:cubicBezTo>
                  <a:lnTo>
                    <a:pt x="3500" y="107"/>
                  </a:lnTo>
                  <a:cubicBezTo>
                    <a:pt x="3507" y="105"/>
                    <a:pt x="3513" y="104"/>
                    <a:pt x="3520" y="102"/>
                  </a:cubicBezTo>
                  <a:close/>
                  <a:moveTo>
                    <a:pt x="3976" y="136"/>
                  </a:moveTo>
                  <a:lnTo>
                    <a:pt x="3951" y="148"/>
                  </a:lnTo>
                  <a:lnTo>
                    <a:pt x="3951" y="148"/>
                  </a:lnTo>
                  <a:cubicBezTo>
                    <a:pt x="3967" y="142"/>
                    <a:pt x="4007" y="136"/>
                    <a:pt x="3976" y="136"/>
                  </a:cubicBezTo>
                  <a:close/>
                  <a:moveTo>
                    <a:pt x="3951" y="148"/>
                  </a:moveTo>
                  <a:cubicBezTo>
                    <a:pt x="3949" y="149"/>
                    <a:pt x="3948" y="150"/>
                    <a:pt x="3946" y="151"/>
                  </a:cubicBezTo>
                  <a:lnTo>
                    <a:pt x="3946" y="151"/>
                  </a:lnTo>
                  <a:lnTo>
                    <a:pt x="3951" y="148"/>
                  </a:lnTo>
                  <a:close/>
                  <a:moveTo>
                    <a:pt x="3905" y="406"/>
                  </a:moveTo>
                  <a:cubicBezTo>
                    <a:pt x="3904" y="406"/>
                    <a:pt x="3902" y="406"/>
                    <a:pt x="3900" y="406"/>
                  </a:cubicBezTo>
                  <a:cubicBezTo>
                    <a:pt x="3904" y="406"/>
                    <a:pt x="3904" y="406"/>
                    <a:pt x="3905" y="406"/>
                  </a:cubicBezTo>
                  <a:close/>
                  <a:moveTo>
                    <a:pt x="9274" y="427"/>
                  </a:moveTo>
                  <a:lnTo>
                    <a:pt x="9274" y="427"/>
                  </a:lnTo>
                  <a:cubicBezTo>
                    <a:pt x="9276" y="429"/>
                    <a:pt x="9278" y="430"/>
                    <a:pt x="9280" y="432"/>
                  </a:cubicBezTo>
                  <a:cubicBezTo>
                    <a:pt x="9278" y="430"/>
                    <a:pt x="9276" y="429"/>
                    <a:pt x="9274" y="427"/>
                  </a:cubicBezTo>
                  <a:close/>
                  <a:moveTo>
                    <a:pt x="4108" y="439"/>
                  </a:moveTo>
                  <a:lnTo>
                    <a:pt x="4103" y="440"/>
                  </a:lnTo>
                  <a:cubicBezTo>
                    <a:pt x="4105" y="440"/>
                    <a:pt x="4106" y="440"/>
                    <a:pt x="4108" y="439"/>
                  </a:cubicBezTo>
                  <a:close/>
                  <a:moveTo>
                    <a:pt x="6592" y="507"/>
                  </a:moveTo>
                  <a:cubicBezTo>
                    <a:pt x="6595" y="508"/>
                    <a:pt x="6598" y="508"/>
                    <a:pt x="6599" y="508"/>
                  </a:cubicBezTo>
                  <a:cubicBezTo>
                    <a:pt x="6597" y="508"/>
                    <a:pt x="6594" y="507"/>
                    <a:pt x="6592" y="507"/>
                  </a:cubicBezTo>
                  <a:close/>
                  <a:moveTo>
                    <a:pt x="5317" y="513"/>
                  </a:moveTo>
                  <a:cubicBezTo>
                    <a:pt x="5315" y="513"/>
                    <a:pt x="5314" y="515"/>
                    <a:pt x="5313" y="516"/>
                  </a:cubicBezTo>
                  <a:lnTo>
                    <a:pt x="5317" y="513"/>
                  </a:lnTo>
                  <a:close/>
                  <a:moveTo>
                    <a:pt x="7081" y="592"/>
                  </a:moveTo>
                  <a:lnTo>
                    <a:pt x="7064" y="609"/>
                  </a:lnTo>
                  <a:cubicBezTo>
                    <a:pt x="7056" y="601"/>
                    <a:pt x="7039" y="601"/>
                    <a:pt x="7039" y="592"/>
                  </a:cubicBezTo>
                  <a:close/>
                  <a:moveTo>
                    <a:pt x="10913" y="457"/>
                  </a:moveTo>
                  <a:lnTo>
                    <a:pt x="10820" y="482"/>
                  </a:lnTo>
                  <a:lnTo>
                    <a:pt x="10812" y="482"/>
                  </a:lnTo>
                  <a:lnTo>
                    <a:pt x="10676" y="508"/>
                  </a:lnTo>
                  <a:cubicBezTo>
                    <a:pt x="10738" y="508"/>
                    <a:pt x="10748" y="497"/>
                    <a:pt x="10772" y="497"/>
                  </a:cubicBezTo>
                  <a:cubicBezTo>
                    <a:pt x="10784" y="497"/>
                    <a:pt x="10800" y="499"/>
                    <a:pt x="10829" y="508"/>
                  </a:cubicBezTo>
                  <a:cubicBezTo>
                    <a:pt x="10897" y="522"/>
                    <a:pt x="10843" y="530"/>
                    <a:pt x="10807" y="541"/>
                  </a:cubicBezTo>
                  <a:lnTo>
                    <a:pt x="10807" y="541"/>
                  </a:lnTo>
                  <a:cubicBezTo>
                    <a:pt x="10832" y="540"/>
                    <a:pt x="10860" y="541"/>
                    <a:pt x="10871" y="525"/>
                  </a:cubicBezTo>
                  <a:cubicBezTo>
                    <a:pt x="10913" y="535"/>
                    <a:pt x="10958" y="542"/>
                    <a:pt x="11004" y="542"/>
                  </a:cubicBezTo>
                  <a:cubicBezTo>
                    <a:pt x="11033" y="542"/>
                    <a:pt x="11062" y="540"/>
                    <a:pt x="11091" y="533"/>
                  </a:cubicBezTo>
                  <a:cubicBezTo>
                    <a:pt x="11137" y="525"/>
                    <a:pt x="11184" y="520"/>
                    <a:pt x="11230" y="520"/>
                  </a:cubicBezTo>
                  <a:cubicBezTo>
                    <a:pt x="11277" y="520"/>
                    <a:pt x="11323" y="525"/>
                    <a:pt x="11370" y="533"/>
                  </a:cubicBezTo>
                  <a:cubicBezTo>
                    <a:pt x="11345" y="559"/>
                    <a:pt x="11412" y="559"/>
                    <a:pt x="11488" y="559"/>
                  </a:cubicBezTo>
                  <a:cubicBezTo>
                    <a:pt x="11517" y="559"/>
                    <a:pt x="11545" y="558"/>
                    <a:pt x="11569" y="558"/>
                  </a:cubicBezTo>
                  <a:cubicBezTo>
                    <a:pt x="11618" y="558"/>
                    <a:pt x="11652" y="561"/>
                    <a:pt x="11641" y="584"/>
                  </a:cubicBezTo>
                  <a:cubicBezTo>
                    <a:pt x="11605" y="577"/>
                    <a:pt x="11570" y="575"/>
                    <a:pt x="11534" y="575"/>
                  </a:cubicBezTo>
                  <a:cubicBezTo>
                    <a:pt x="11477" y="575"/>
                    <a:pt x="11419" y="582"/>
                    <a:pt x="11362" y="592"/>
                  </a:cubicBezTo>
                  <a:cubicBezTo>
                    <a:pt x="11463" y="601"/>
                    <a:pt x="11565" y="609"/>
                    <a:pt x="11666" y="626"/>
                  </a:cubicBezTo>
                  <a:cubicBezTo>
                    <a:pt x="11632" y="601"/>
                    <a:pt x="11700" y="575"/>
                    <a:pt x="11784" y="559"/>
                  </a:cubicBezTo>
                  <a:cubicBezTo>
                    <a:pt x="11666" y="550"/>
                    <a:pt x="11556" y="542"/>
                    <a:pt x="11446" y="516"/>
                  </a:cubicBezTo>
                  <a:cubicBezTo>
                    <a:pt x="11311" y="499"/>
                    <a:pt x="11167" y="482"/>
                    <a:pt x="11032" y="466"/>
                  </a:cubicBezTo>
                  <a:lnTo>
                    <a:pt x="11032" y="466"/>
                  </a:lnTo>
                  <a:cubicBezTo>
                    <a:pt x="11040" y="482"/>
                    <a:pt x="11040" y="491"/>
                    <a:pt x="11040" y="508"/>
                  </a:cubicBezTo>
                  <a:cubicBezTo>
                    <a:pt x="11019" y="509"/>
                    <a:pt x="11002" y="509"/>
                    <a:pt x="10988" y="509"/>
                  </a:cubicBezTo>
                  <a:cubicBezTo>
                    <a:pt x="10851" y="509"/>
                    <a:pt x="11075" y="472"/>
                    <a:pt x="10913" y="457"/>
                  </a:cubicBezTo>
                  <a:close/>
                  <a:moveTo>
                    <a:pt x="7741" y="542"/>
                  </a:moveTo>
                  <a:lnTo>
                    <a:pt x="8096" y="592"/>
                  </a:lnTo>
                  <a:lnTo>
                    <a:pt x="8096" y="592"/>
                  </a:lnTo>
                  <a:lnTo>
                    <a:pt x="8079" y="567"/>
                  </a:lnTo>
                  <a:lnTo>
                    <a:pt x="8079" y="567"/>
                  </a:lnTo>
                  <a:cubicBezTo>
                    <a:pt x="8089" y="569"/>
                    <a:pt x="8098" y="570"/>
                    <a:pt x="8106" y="570"/>
                  </a:cubicBezTo>
                  <a:cubicBezTo>
                    <a:pt x="8120" y="570"/>
                    <a:pt x="8132" y="568"/>
                    <a:pt x="8143" y="568"/>
                  </a:cubicBezTo>
                  <a:cubicBezTo>
                    <a:pt x="8154" y="568"/>
                    <a:pt x="8163" y="569"/>
                    <a:pt x="8172" y="575"/>
                  </a:cubicBezTo>
                  <a:cubicBezTo>
                    <a:pt x="8088" y="618"/>
                    <a:pt x="8003" y="652"/>
                    <a:pt x="7919" y="677"/>
                  </a:cubicBezTo>
                  <a:cubicBezTo>
                    <a:pt x="7851" y="677"/>
                    <a:pt x="7783" y="669"/>
                    <a:pt x="7724" y="660"/>
                  </a:cubicBezTo>
                  <a:lnTo>
                    <a:pt x="7741" y="660"/>
                  </a:lnTo>
                  <a:cubicBezTo>
                    <a:pt x="7796" y="664"/>
                    <a:pt x="7839" y="666"/>
                    <a:pt x="7871" y="666"/>
                  </a:cubicBezTo>
                  <a:cubicBezTo>
                    <a:pt x="8041" y="666"/>
                    <a:pt x="7912" y="613"/>
                    <a:pt x="7741" y="542"/>
                  </a:cubicBezTo>
                  <a:close/>
                  <a:moveTo>
                    <a:pt x="8232" y="685"/>
                  </a:moveTo>
                  <a:cubicBezTo>
                    <a:pt x="8226" y="697"/>
                    <a:pt x="8232" y="709"/>
                    <a:pt x="8213" y="709"/>
                  </a:cubicBezTo>
                  <a:cubicBezTo>
                    <a:pt x="8205" y="709"/>
                    <a:pt x="8192" y="707"/>
                    <a:pt x="8172" y="702"/>
                  </a:cubicBezTo>
                  <a:cubicBezTo>
                    <a:pt x="8172" y="694"/>
                    <a:pt x="8172" y="694"/>
                    <a:pt x="8164" y="685"/>
                  </a:cubicBezTo>
                  <a:close/>
                  <a:moveTo>
                    <a:pt x="10040" y="718"/>
                  </a:moveTo>
                  <a:lnTo>
                    <a:pt x="10040" y="718"/>
                  </a:lnTo>
                  <a:cubicBezTo>
                    <a:pt x="10038" y="719"/>
                    <a:pt x="10035" y="719"/>
                    <a:pt x="10033" y="719"/>
                  </a:cubicBezTo>
                  <a:cubicBezTo>
                    <a:pt x="10036" y="719"/>
                    <a:pt x="10038" y="719"/>
                    <a:pt x="10040" y="718"/>
                  </a:cubicBezTo>
                  <a:close/>
                  <a:moveTo>
                    <a:pt x="7512" y="635"/>
                  </a:moveTo>
                  <a:lnTo>
                    <a:pt x="7589" y="643"/>
                  </a:lnTo>
                  <a:cubicBezTo>
                    <a:pt x="7614" y="652"/>
                    <a:pt x="7631" y="652"/>
                    <a:pt x="7622" y="660"/>
                  </a:cubicBezTo>
                  <a:cubicBezTo>
                    <a:pt x="7614" y="694"/>
                    <a:pt x="7521" y="694"/>
                    <a:pt x="7496" y="719"/>
                  </a:cubicBezTo>
                  <a:cubicBezTo>
                    <a:pt x="7489" y="721"/>
                    <a:pt x="7478" y="722"/>
                    <a:pt x="7464" y="722"/>
                  </a:cubicBezTo>
                  <a:cubicBezTo>
                    <a:pt x="7424" y="722"/>
                    <a:pt x="7367" y="713"/>
                    <a:pt x="7386" y="694"/>
                  </a:cubicBezTo>
                  <a:lnTo>
                    <a:pt x="7386" y="694"/>
                  </a:lnTo>
                  <a:cubicBezTo>
                    <a:pt x="7393" y="696"/>
                    <a:pt x="7401" y="696"/>
                    <a:pt x="7407" y="696"/>
                  </a:cubicBezTo>
                  <a:cubicBezTo>
                    <a:pt x="7447" y="696"/>
                    <a:pt x="7461" y="668"/>
                    <a:pt x="7488" y="668"/>
                  </a:cubicBezTo>
                  <a:cubicBezTo>
                    <a:pt x="7499" y="668"/>
                    <a:pt x="7512" y="672"/>
                    <a:pt x="7529" y="685"/>
                  </a:cubicBezTo>
                  <a:cubicBezTo>
                    <a:pt x="7538" y="669"/>
                    <a:pt x="7521" y="660"/>
                    <a:pt x="7496" y="652"/>
                  </a:cubicBezTo>
                  <a:cubicBezTo>
                    <a:pt x="7504" y="643"/>
                    <a:pt x="7512" y="635"/>
                    <a:pt x="7512" y="635"/>
                  </a:cubicBezTo>
                  <a:close/>
                  <a:moveTo>
                    <a:pt x="8866" y="779"/>
                  </a:moveTo>
                  <a:lnTo>
                    <a:pt x="8866" y="779"/>
                  </a:lnTo>
                  <a:cubicBezTo>
                    <a:pt x="8864" y="780"/>
                    <a:pt x="8864" y="782"/>
                    <a:pt x="8864" y="784"/>
                  </a:cubicBezTo>
                  <a:lnTo>
                    <a:pt x="8864" y="784"/>
                  </a:lnTo>
                  <a:cubicBezTo>
                    <a:pt x="8865" y="782"/>
                    <a:pt x="8866" y="780"/>
                    <a:pt x="8866" y="779"/>
                  </a:cubicBezTo>
                  <a:close/>
                  <a:moveTo>
                    <a:pt x="9069" y="677"/>
                  </a:moveTo>
                  <a:cubicBezTo>
                    <a:pt x="9076" y="705"/>
                    <a:pt x="9077" y="721"/>
                    <a:pt x="9063" y="721"/>
                  </a:cubicBezTo>
                  <a:cubicBezTo>
                    <a:pt x="9060" y="721"/>
                    <a:pt x="9056" y="721"/>
                    <a:pt x="9052" y="719"/>
                  </a:cubicBezTo>
                  <a:lnTo>
                    <a:pt x="9052" y="719"/>
                  </a:lnTo>
                  <a:lnTo>
                    <a:pt x="9103" y="745"/>
                  </a:lnTo>
                  <a:lnTo>
                    <a:pt x="9027" y="745"/>
                  </a:lnTo>
                  <a:cubicBezTo>
                    <a:pt x="9042" y="760"/>
                    <a:pt x="9069" y="763"/>
                    <a:pt x="9098" y="763"/>
                  </a:cubicBezTo>
                  <a:cubicBezTo>
                    <a:pt x="9117" y="763"/>
                    <a:pt x="9137" y="762"/>
                    <a:pt x="9154" y="762"/>
                  </a:cubicBezTo>
                  <a:cubicBezTo>
                    <a:pt x="9204" y="779"/>
                    <a:pt x="9044" y="770"/>
                    <a:pt x="8993" y="804"/>
                  </a:cubicBezTo>
                  <a:cubicBezTo>
                    <a:pt x="8981" y="808"/>
                    <a:pt x="8967" y="809"/>
                    <a:pt x="8953" y="809"/>
                  </a:cubicBezTo>
                  <a:cubicBezTo>
                    <a:pt x="8911" y="809"/>
                    <a:pt x="8866" y="796"/>
                    <a:pt x="8864" y="784"/>
                  </a:cubicBezTo>
                  <a:lnTo>
                    <a:pt x="8864" y="784"/>
                  </a:lnTo>
                  <a:cubicBezTo>
                    <a:pt x="8845" y="819"/>
                    <a:pt x="8711" y="796"/>
                    <a:pt x="8654" y="812"/>
                  </a:cubicBezTo>
                  <a:cubicBezTo>
                    <a:pt x="8519" y="804"/>
                    <a:pt x="8570" y="753"/>
                    <a:pt x="8451" y="753"/>
                  </a:cubicBezTo>
                  <a:lnTo>
                    <a:pt x="8494" y="779"/>
                  </a:lnTo>
                  <a:cubicBezTo>
                    <a:pt x="8467" y="781"/>
                    <a:pt x="8439" y="782"/>
                    <a:pt x="8412" y="782"/>
                  </a:cubicBezTo>
                  <a:cubicBezTo>
                    <a:pt x="8347" y="782"/>
                    <a:pt x="8283" y="776"/>
                    <a:pt x="8223" y="770"/>
                  </a:cubicBezTo>
                  <a:cubicBezTo>
                    <a:pt x="8221" y="760"/>
                    <a:pt x="8224" y="757"/>
                    <a:pt x="8231" y="757"/>
                  </a:cubicBezTo>
                  <a:cubicBezTo>
                    <a:pt x="8245" y="757"/>
                    <a:pt x="8274" y="771"/>
                    <a:pt x="8297" y="771"/>
                  </a:cubicBezTo>
                  <a:cubicBezTo>
                    <a:pt x="8301" y="771"/>
                    <a:pt x="8304" y="771"/>
                    <a:pt x="8308" y="770"/>
                  </a:cubicBezTo>
                  <a:lnTo>
                    <a:pt x="8248" y="736"/>
                  </a:lnTo>
                  <a:cubicBezTo>
                    <a:pt x="8264" y="736"/>
                    <a:pt x="8288" y="727"/>
                    <a:pt x="8305" y="727"/>
                  </a:cubicBezTo>
                  <a:cubicBezTo>
                    <a:pt x="8316" y="727"/>
                    <a:pt x="8325" y="731"/>
                    <a:pt x="8325" y="745"/>
                  </a:cubicBezTo>
                  <a:cubicBezTo>
                    <a:pt x="8325" y="728"/>
                    <a:pt x="8367" y="711"/>
                    <a:pt x="8291" y="711"/>
                  </a:cubicBezTo>
                  <a:lnTo>
                    <a:pt x="8350" y="694"/>
                  </a:lnTo>
                  <a:cubicBezTo>
                    <a:pt x="8350" y="694"/>
                    <a:pt x="8341" y="694"/>
                    <a:pt x="8341" y="685"/>
                  </a:cubicBezTo>
                  <a:lnTo>
                    <a:pt x="8384" y="685"/>
                  </a:lnTo>
                  <a:cubicBezTo>
                    <a:pt x="8418" y="694"/>
                    <a:pt x="8451" y="711"/>
                    <a:pt x="8477" y="728"/>
                  </a:cubicBezTo>
                  <a:cubicBezTo>
                    <a:pt x="8477" y="736"/>
                    <a:pt x="8443" y="736"/>
                    <a:pt x="8426" y="736"/>
                  </a:cubicBezTo>
                  <a:cubicBezTo>
                    <a:pt x="8450" y="742"/>
                    <a:pt x="8478" y="748"/>
                    <a:pt x="8508" y="748"/>
                  </a:cubicBezTo>
                  <a:cubicBezTo>
                    <a:pt x="8520" y="748"/>
                    <a:pt x="8532" y="747"/>
                    <a:pt x="8545" y="745"/>
                  </a:cubicBezTo>
                  <a:cubicBezTo>
                    <a:pt x="8468" y="736"/>
                    <a:pt x="8511" y="728"/>
                    <a:pt x="8494" y="702"/>
                  </a:cubicBezTo>
                  <a:cubicBezTo>
                    <a:pt x="8511" y="700"/>
                    <a:pt x="8530" y="699"/>
                    <a:pt x="8550" y="699"/>
                  </a:cubicBezTo>
                  <a:cubicBezTo>
                    <a:pt x="8591" y="699"/>
                    <a:pt x="8632" y="702"/>
                    <a:pt x="8654" y="702"/>
                  </a:cubicBezTo>
                  <a:cubicBezTo>
                    <a:pt x="8722" y="711"/>
                    <a:pt x="8773" y="745"/>
                    <a:pt x="8731" y="762"/>
                  </a:cubicBezTo>
                  <a:cubicBezTo>
                    <a:pt x="8741" y="759"/>
                    <a:pt x="8752" y="759"/>
                    <a:pt x="8762" y="759"/>
                  </a:cubicBezTo>
                  <a:cubicBezTo>
                    <a:pt x="8773" y="759"/>
                    <a:pt x="8784" y="759"/>
                    <a:pt x="8795" y="759"/>
                  </a:cubicBezTo>
                  <a:cubicBezTo>
                    <a:pt x="8817" y="759"/>
                    <a:pt x="8841" y="757"/>
                    <a:pt x="8866" y="745"/>
                  </a:cubicBezTo>
                  <a:lnTo>
                    <a:pt x="8866" y="745"/>
                  </a:lnTo>
                  <a:cubicBezTo>
                    <a:pt x="8855" y="748"/>
                    <a:pt x="8846" y="749"/>
                    <a:pt x="8840" y="749"/>
                  </a:cubicBezTo>
                  <a:cubicBezTo>
                    <a:pt x="8808" y="749"/>
                    <a:pt x="8835" y="711"/>
                    <a:pt x="8797" y="711"/>
                  </a:cubicBezTo>
                  <a:cubicBezTo>
                    <a:pt x="8788" y="711"/>
                    <a:pt x="8775" y="714"/>
                    <a:pt x="8756" y="719"/>
                  </a:cubicBezTo>
                  <a:cubicBezTo>
                    <a:pt x="8745" y="701"/>
                    <a:pt x="8762" y="694"/>
                    <a:pt x="8788" y="694"/>
                  </a:cubicBezTo>
                  <a:cubicBezTo>
                    <a:pt x="8822" y="694"/>
                    <a:pt x="8871" y="705"/>
                    <a:pt x="8900" y="719"/>
                  </a:cubicBezTo>
                  <a:cubicBezTo>
                    <a:pt x="8874" y="719"/>
                    <a:pt x="8900" y="736"/>
                    <a:pt x="8891" y="745"/>
                  </a:cubicBezTo>
                  <a:cubicBezTo>
                    <a:pt x="8976" y="736"/>
                    <a:pt x="8934" y="711"/>
                    <a:pt x="8874" y="694"/>
                  </a:cubicBezTo>
                  <a:lnTo>
                    <a:pt x="8976" y="677"/>
                  </a:lnTo>
                  <a:close/>
                  <a:moveTo>
                    <a:pt x="7667" y="836"/>
                  </a:moveTo>
                  <a:cubicBezTo>
                    <a:pt x="7654" y="836"/>
                    <a:pt x="7642" y="836"/>
                    <a:pt x="7631" y="838"/>
                  </a:cubicBezTo>
                  <a:cubicBezTo>
                    <a:pt x="7645" y="846"/>
                    <a:pt x="7661" y="849"/>
                    <a:pt x="7678" y="849"/>
                  </a:cubicBezTo>
                  <a:cubicBezTo>
                    <a:pt x="7701" y="849"/>
                    <a:pt x="7725" y="844"/>
                    <a:pt x="7749" y="841"/>
                  </a:cubicBezTo>
                  <a:lnTo>
                    <a:pt x="7749" y="841"/>
                  </a:lnTo>
                  <a:cubicBezTo>
                    <a:pt x="7757" y="841"/>
                    <a:pt x="7765" y="842"/>
                    <a:pt x="7772" y="842"/>
                  </a:cubicBezTo>
                  <a:lnTo>
                    <a:pt x="7772" y="842"/>
                  </a:lnTo>
                  <a:cubicBezTo>
                    <a:pt x="7776" y="841"/>
                    <a:pt x="7779" y="839"/>
                    <a:pt x="7783" y="838"/>
                  </a:cubicBezTo>
                  <a:cubicBezTo>
                    <a:pt x="7772" y="838"/>
                    <a:pt x="7761" y="839"/>
                    <a:pt x="7749" y="841"/>
                  </a:cubicBezTo>
                  <a:lnTo>
                    <a:pt x="7749" y="841"/>
                  </a:lnTo>
                  <a:cubicBezTo>
                    <a:pt x="7722" y="838"/>
                    <a:pt x="7694" y="836"/>
                    <a:pt x="7667" y="836"/>
                  </a:cubicBezTo>
                  <a:close/>
                  <a:moveTo>
                    <a:pt x="10862" y="888"/>
                  </a:moveTo>
                  <a:cubicBezTo>
                    <a:pt x="10855" y="891"/>
                    <a:pt x="10846" y="894"/>
                    <a:pt x="10838" y="896"/>
                  </a:cubicBezTo>
                  <a:lnTo>
                    <a:pt x="10838" y="896"/>
                  </a:lnTo>
                  <a:cubicBezTo>
                    <a:pt x="10846" y="894"/>
                    <a:pt x="10855" y="892"/>
                    <a:pt x="10862" y="888"/>
                  </a:cubicBezTo>
                  <a:close/>
                  <a:moveTo>
                    <a:pt x="10837" y="939"/>
                  </a:moveTo>
                  <a:cubicBezTo>
                    <a:pt x="10832" y="939"/>
                    <a:pt x="10826" y="939"/>
                    <a:pt x="10823" y="942"/>
                  </a:cubicBezTo>
                  <a:lnTo>
                    <a:pt x="10823" y="942"/>
                  </a:lnTo>
                  <a:cubicBezTo>
                    <a:pt x="10827" y="941"/>
                    <a:pt x="10832" y="941"/>
                    <a:pt x="10837" y="939"/>
                  </a:cubicBezTo>
                  <a:close/>
                  <a:moveTo>
                    <a:pt x="11268" y="1108"/>
                  </a:moveTo>
                  <a:lnTo>
                    <a:pt x="11268" y="1108"/>
                  </a:lnTo>
                  <a:cubicBezTo>
                    <a:pt x="11175" y="1235"/>
                    <a:pt x="11099" y="1371"/>
                    <a:pt x="11040" y="1514"/>
                  </a:cubicBezTo>
                  <a:cubicBezTo>
                    <a:pt x="11040" y="1506"/>
                    <a:pt x="11040" y="1498"/>
                    <a:pt x="11040" y="1498"/>
                  </a:cubicBezTo>
                  <a:cubicBezTo>
                    <a:pt x="10964" y="1591"/>
                    <a:pt x="10955" y="1591"/>
                    <a:pt x="10913" y="1650"/>
                  </a:cubicBezTo>
                  <a:lnTo>
                    <a:pt x="10913" y="1616"/>
                  </a:lnTo>
                  <a:cubicBezTo>
                    <a:pt x="10888" y="1616"/>
                    <a:pt x="10854" y="1684"/>
                    <a:pt x="10812" y="1734"/>
                  </a:cubicBezTo>
                  <a:cubicBezTo>
                    <a:pt x="10803" y="1768"/>
                    <a:pt x="10786" y="1802"/>
                    <a:pt x="10752" y="1811"/>
                  </a:cubicBezTo>
                  <a:lnTo>
                    <a:pt x="10752" y="1794"/>
                  </a:lnTo>
                  <a:cubicBezTo>
                    <a:pt x="10736" y="1794"/>
                    <a:pt x="10685" y="1844"/>
                    <a:pt x="10634" y="1904"/>
                  </a:cubicBezTo>
                  <a:lnTo>
                    <a:pt x="10642" y="1870"/>
                  </a:lnTo>
                  <a:cubicBezTo>
                    <a:pt x="10651" y="1844"/>
                    <a:pt x="10659" y="1819"/>
                    <a:pt x="10676" y="1794"/>
                  </a:cubicBezTo>
                  <a:lnTo>
                    <a:pt x="10676" y="1794"/>
                  </a:lnTo>
                  <a:cubicBezTo>
                    <a:pt x="10659" y="1819"/>
                    <a:pt x="10651" y="1827"/>
                    <a:pt x="10626" y="1836"/>
                  </a:cubicBezTo>
                  <a:lnTo>
                    <a:pt x="10676" y="1701"/>
                  </a:lnTo>
                  <a:lnTo>
                    <a:pt x="10676" y="1701"/>
                  </a:lnTo>
                  <a:cubicBezTo>
                    <a:pt x="10626" y="1743"/>
                    <a:pt x="10659" y="1785"/>
                    <a:pt x="10592" y="1844"/>
                  </a:cubicBezTo>
                  <a:cubicBezTo>
                    <a:pt x="10575" y="1811"/>
                    <a:pt x="10558" y="1811"/>
                    <a:pt x="10600" y="1726"/>
                  </a:cubicBezTo>
                  <a:cubicBezTo>
                    <a:pt x="10617" y="1712"/>
                    <a:pt x="10626" y="1707"/>
                    <a:pt x="10630" y="1707"/>
                  </a:cubicBezTo>
                  <a:cubicBezTo>
                    <a:pt x="10640" y="1707"/>
                    <a:pt x="10631" y="1729"/>
                    <a:pt x="10642" y="1729"/>
                  </a:cubicBezTo>
                  <a:cubicBezTo>
                    <a:pt x="10644" y="1729"/>
                    <a:pt x="10647" y="1728"/>
                    <a:pt x="10651" y="1726"/>
                  </a:cubicBezTo>
                  <a:cubicBezTo>
                    <a:pt x="10659" y="1658"/>
                    <a:pt x="10727" y="1692"/>
                    <a:pt x="10736" y="1616"/>
                  </a:cubicBezTo>
                  <a:cubicBezTo>
                    <a:pt x="10761" y="1586"/>
                    <a:pt x="10774" y="1580"/>
                    <a:pt x="10783" y="1580"/>
                  </a:cubicBezTo>
                  <a:cubicBezTo>
                    <a:pt x="10790" y="1580"/>
                    <a:pt x="10796" y="1584"/>
                    <a:pt x="10803" y="1584"/>
                  </a:cubicBezTo>
                  <a:cubicBezTo>
                    <a:pt x="10806" y="1584"/>
                    <a:pt x="10808" y="1583"/>
                    <a:pt x="10812" y="1582"/>
                  </a:cubicBezTo>
                  <a:lnTo>
                    <a:pt x="10812" y="1582"/>
                  </a:lnTo>
                  <a:cubicBezTo>
                    <a:pt x="10761" y="1641"/>
                    <a:pt x="10862" y="1582"/>
                    <a:pt x="10803" y="1658"/>
                  </a:cubicBezTo>
                  <a:cubicBezTo>
                    <a:pt x="10862" y="1608"/>
                    <a:pt x="10812" y="1591"/>
                    <a:pt x="10862" y="1548"/>
                  </a:cubicBezTo>
                  <a:lnTo>
                    <a:pt x="10896" y="1565"/>
                  </a:lnTo>
                  <a:cubicBezTo>
                    <a:pt x="10930" y="1540"/>
                    <a:pt x="10964" y="1514"/>
                    <a:pt x="10989" y="1481"/>
                  </a:cubicBezTo>
                  <a:cubicBezTo>
                    <a:pt x="11023" y="1447"/>
                    <a:pt x="11049" y="1413"/>
                    <a:pt x="11074" y="1379"/>
                  </a:cubicBezTo>
                  <a:lnTo>
                    <a:pt x="11074" y="1379"/>
                  </a:lnTo>
                  <a:cubicBezTo>
                    <a:pt x="11059" y="1388"/>
                    <a:pt x="11051" y="1392"/>
                    <a:pt x="11047" y="1392"/>
                  </a:cubicBezTo>
                  <a:cubicBezTo>
                    <a:pt x="11031" y="1392"/>
                    <a:pt x="11067" y="1345"/>
                    <a:pt x="11040" y="1345"/>
                  </a:cubicBezTo>
                  <a:cubicBezTo>
                    <a:pt x="11072" y="1361"/>
                    <a:pt x="11000" y="1414"/>
                    <a:pt x="10983" y="1414"/>
                  </a:cubicBezTo>
                  <a:cubicBezTo>
                    <a:pt x="10982" y="1414"/>
                    <a:pt x="10981" y="1414"/>
                    <a:pt x="10981" y="1413"/>
                  </a:cubicBezTo>
                  <a:cubicBezTo>
                    <a:pt x="11015" y="1362"/>
                    <a:pt x="11048" y="1311"/>
                    <a:pt x="11091" y="1269"/>
                  </a:cubicBezTo>
                  <a:lnTo>
                    <a:pt x="11091" y="1269"/>
                  </a:lnTo>
                  <a:cubicBezTo>
                    <a:pt x="11065" y="1295"/>
                    <a:pt x="11040" y="1311"/>
                    <a:pt x="11015" y="1328"/>
                  </a:cubicBezTo>
                  <a:cubicBezTo>
                    <a:pt x="11015" y="1303"/>
                    <a:pt x="11032" y="1235"/>
                    <a:pt x="11023" y="1235"/>
                  </a:cubicBezTo>
                  <a:cubicBezTo>
                    <a:pt x="11065" y="1210"/>
                    <a:pt x="11082" y="1176"/>
                    <a:pt x="11125" y="1159"/>
                  </a:cubicBezTo>
                  <a:lnTo>
                    <a:pt x="11125" y="1193"/>
                  </a:lnTo>
                  <a:lnTo>
                    <a:pt x="11074" y="1218"/>
                  </a:lnTo>
                  <a:cubicBezTo>
                    <a:pt x="11082" y="1227"/>
                    <a:pt x="11091" y="1235"/>
                    <a:pt x="11091" y="1244"/>
                  </a:cubicBezTo>
                  <a:cubicBezTo>
                    <a:pt x="11150" y="1193"/>
                    <a:pt x="11201" y="1151"/>
                    <a:pt x="11268" y="1108"/>
                  </a:cubicBezTo>
                  <a:close/>
                  <a:moveTo>
                    <a:pt x="10203" y="1916"/>
                  </a:moveTo>
                  <a:cubicBezTo>
                    <a:pt x="10200" y="1919"/>
                    <a:pt x="10197" y="1922"/>
                    <a:pt x="10194" y="1926"/>
                  </a:cubicBezTo>
                  <a:lnTo>
                    <a:pt x="10194" y="1926"/>
                  </a:lnTo>
                  <a:cubicBezTo>
                    <a:pt x="10197" y="1923"/>
                    <a:pt x="10200" y="1919"/>
                    <a:pt x="10203" y="1916"/>
                  </a:cubicBezTo>
                  <a:close/>
                  <a:moveTo>
                    <a:pt x="10194" y="1926"/>
                  </a:moveTo>
                  <a:cubicBezTo>
                    <a:pt x="10184" y="1937"/>
                    <a:pt x="10177" y="1946"/>
                    <a:pt x="10177" y="1954"/>
                  </a:cubicBezTo>
                  <a:cubicBezTo>
                    <a:pt x="10180" y="1945"/>
                    <a:pt x="10186" y="1935"/>
                    <a:pt x="10194" y="1926"/>
                  </a:cubicBezTo>
                  <a:close/>
                  <a:moveTo>
                    <a:pt x="9493" y="2996"/>
                  </a:moveTo>
                  <a:cubicBezTo>
                    <a:pt x="9492" y="2997"/>
                    <a:pt x="9491" y="2998"/>
                    <a:pt x="9489" y="3000"/>
                  </a:cubicBezTo>
                  <a:lnTo>
                    <a:pt x="9489" y="3000"/>
                  </a:lnTo>
                  <a:cubicBezTo>
                    <a:pt x="9491" y="2998"/>
                    <a:pt x="9492" y="2997"/>
                    <a:pt x="9493" y="2996"/>
                  </a:cubicBezTo>
                  <a:close/>
                  <a:moveTo>
                    <a:pt x="9711" y="3000"/>
                  </a:moveTo>
                  <a:lnTo>
                    <a:pt x="9703" y="3012"/>
                  </a:lnTo>
                  <a:cubicBezTo>
                    <a:pt x="9707" y="3008"/>
                    <a:pt x="9710" y="3004"/>
                    <a:pt x="9711" y="3000"/>
                  </a:cubicBezTo>
                  <a:close/>
                  <a:moveTo>
                    <a:pt x="9489" y="3000"/>
                  </a:moveTo>
                  <a:cubicBezTo>
                    <a:pt x="9477" y="3011"/>
                    <a:pt x="9461" y="3021"/>
                    <a:pt x="9441" y="3029"/>
                  </a:cubicBezTo>
                  <a:lnTo>
                    <a:pt x="9441" y="3012"/>
                  </a:lnTo>
                  <a:cubicBezTo>
                    <a:pt x="9441" y="3012"/>
                    <a:pt x="9407" y="3054"/>
                    <a:pt x="9424" y="3063"/>
                  </a:cubicBezTo>
                  <a:cubicBezTo>
                    <a:pt x="9445" y="3042"/>
                    <a:pt x="9466" y="3021"/>
                    <a:pt x="9489" y="3000"/>
                  </a:cubicBezTo>
                  <a:close/>
                  <a:moveTo>
                    <a:pt x="711" y="0"/>
                  </a:moveTo>
                  <a:cubicBezTo>
                    <a:pt x="677" y="0"/>
                    <a:pt x="652" y="0"/>
                    <a:pt x="652" y="17"/>
                  </a:cubicBezTo>
                  <a:cubicBezTo>
                    <a:pt x="686" y="26"/>
                    <a:pt x="753" y="26"/>
                    <a:pt x="711" y="43"/>
                  </a:cubicBezTo>
                  <a:cubicBezTo>
                    <a:pt x="669" y="43"/>
                    <a:pt x="618" y="34"/>
                    <a:pt x="567" y="26"/>
                  </a:cubicBezTo>
                  <a:cubicBezTo>
                    <a:pt x="576" y="26"/>
                    <a:pt x="610" y="9"/>
                    <a:pt x="593" y="9"/>
                  </a:cubicBezTo>
                  <a:cubicBezTo>
                    <a:pt x="466" y="17"/>
                    <a:pt x="237" y="0"/>
                    <a:pt x="111" y="43"/>
                  </a:cubicBezTo>
                  <a:cubicBezTo>
                    <a:pt x="140" y="37"/>
                    <a:pt x="153" y="31"/>
                    <a:pt x="179" y="31"/>
                  </a:cubicBezTo>
                  <a:cubicBezTo>
                    <a:pt x="190" y="31"/>
                    <a:pt x="203" y="32"/>
                    <a:pt x="220" y="34"/>
                  </a:cubicBezTo>
                  <a:cubicBezTo>
                    <a:pt x="212" y="51"/>
                    <a:pt x="187" y="43"/>
                    <a:pt x="170" y="51"/>
                  </a:cubicBezTo>
                  <a:cubicBezTo>
                    <a:pt x="172" y="58"/>
                    <a:pt x="179" y="61"/>
                    <a:pt x="189" y="61"/>
                  </a:cubicBezTo>
                  <a:cubicBezTo>
                    <a:pt x="206" y="61"/>
                    <a:pt x="231" y="54"/>
                    <a:pt x="258" y="54"/>
                  </a:cubicBezTo>
                  <a:cubicBezTo>
                    <a:pt x="271" y="54"/>
                    <a:pt x="284" y="56"/>
                    <a:pt x="297" y="59"/>
                  </a:cubicBezTo>
                  <a:lnTo>
                    <a:pt x="187" y="85"/>
                  </a:lnTo>
                  <a:lnTo>
                    <a:pt x="246" y="110"/>
                  </a:lnTo>
                  <a:lnTo>
                    <a:pt x="1" y="169"/>
                  </a:lnTo>
                  <a:cubicBezTo>
                    <a:pt x="27" y="173"/>
                    <a:pt x="51" y="174"/>
                    <a:pt x="75" y="174"/>
                  </a:cubicBezTo>
                  <a:cubicBezTo>
                    <a:pt x="188" y="174"/>
                    <a:pt x="269" y="140"/>
                    <a:pt x="360" y="140"/>
                  </a:cubicBezTo>
                  <a:cubicBezTo>
                    <a:pt x="388" y="140"/>
                    <a:pt x="417" y="144"/>
                    <a:pt x="449" y="153"/>
                  </a:cubicBezTo>
                  <a:cubicBezTo>
                    <a:pt x="424" y="161"/>
                    <a:pt x="449" y="169"/>
                    <a:pt x="449" y="178"/>
                  </a:cubicBezTo>
                  <a:cubicBezTo>
                    <a:pt x="500" y="169"/>
                    <a:pt x="550" y="169"/>
                    <a:pt x="601" y="153"/>
                  </a:cubicBezTo>
                  <a:lnTo>
                    <a:pt x="624" y="155"/>
                  </a:lnTo>
                  <a:lnTo>
                    <a:pt x="624" y="155"/>
                  </a:lnTo>
                  <a:cubicBezTo>
                    <a:pt x="616" y="161"/>
                    <a:pt x="610" y="162"/>
                    <a:pt x="610" y="169"/>
                  </a:cubicBezTo>
                  <a:cubicBezTo>
                    <a:pt x="622" y="169"/>
                    <a:pt x="625" y="160"/>
                    <a:pt x="626" y="155"/>
                  </a:cubicBezTo>
                  <a:lnTo>
                    <a:pt x="626" y="155"/>
                  </a:lnTo>
                  <a:lnTo>
                    <a:pt x="677" y="161"/>
                  </a:lnTo>
                  <a:cubicBezTo>
                    <a:pt x="677" y="178"/>
                    <a:pt x="643" y="203"/>
                    <a:pt x="559" y="203"/>
                  </a:cubicBezTo>
                  <a:cubicBezTo>
                    <a:pt x="603" y="206"/>
                    <a:pt x="645" y="207"/>
                    <a:pt x="687" y="207"/>
                  </a:cubicBezTo>
                  <a:cubicBezTo>
                    <a:pt x="833" y="207"/>
                    <a:pt x="967" y="194"/>
                    <a:pt x="1108" y="194"/>
                  </a:cubicBezTo>
                  <a:cubicBezTo>
                    <a:pt x="1190" y="194"/>
                    <a:pt x="1273" y="199"/>
                    <a:pt x="1362" y="212"/>
                  </a:cubicBezTo>
                  <a:cubicBezTo>
                    <a:pt x="1379" y="229"/>
                    <a:pt x="1320" y="220"/>
                    <a:pt x="1346" y="229"/>
                  </a:cubicBezTo>
                  <a:cubicBezTo>
                    <a:pt x="1388" y="220"/>
                    <a:pt x="1456" y="203"/>
                    <a:pt x="1456" y="203"/>
                  </a:cubicBezTo>
                  <a:lnTo>
                    <a:pt x="1456" y="203"/>
                  </a:lnTo>
                  <a:cubicBezTo>
                    <a:pt x="1447" y="212"/>
                    <a:pt x="1439" y="220"/>
                    <a:pt x="1413" y="220"/>
                  </a:cubicBezTo>
                  <a:cubicBezTo>
                    <a:pt x="1552" y="220"/>
                    <a:pt x="1627" y="255"/>
                    <a:pt x="1716" y="255"/>
                  </a:cubicBezTo>
                  <a:cubicBezTo>
                    <a:pt x="1725" y="255"/>
                    <a:pt x="1734" y="255"/>
                    <a:pt x="1743" y="254"/>
                  </a:cubicBezTo>
                  <a:lnTo>
                    <a:pt x="1743" y="254"/>
                  </a:lnTo>
                  <a:cubicBezTo>
                    <a:pt x="1743" y="258"/>
                    <a:pt x="1724" y="258"/>
                    <a:pt x="1706" y="258"/>
                  </a:cubicBezTo>
                  <a:cubicBezTo>
                    <a:pt x="1688" y="258"/>
                    <a:pt x="1671" y="258"/>
                    <a:pt x="1675" y="262"/>
                  </a:cubicBezTo>
                  <a:cubicBezTo>
                    <a:pt x="1711" y="268"/>
                    <a:pt x="1743" y="271"/>
                    <a:pt x="1773" y="271"/>
                  </a:cubicBezTo>
                  <a:cubicBezTo>
                    <a:pt x="1856" y="271"/>
                    <a:pt x="1922" y="253"/>
                    <a:pt x="2015" y="253"/>
                  </a:cubicBezTo>
                  <a:cubicBezTo>
                    <a:pt x="2028" y="253"/>
                    <a:pt x="2042" y="253"/>
                    <a:pt x="2056" y="254"/>
                  </a:cubicBezTo>
                  <a:cubicBezTo>
                    <a:pt x="2005" y="271"/>
                    <a:pt x="2090" y="279"/>
                    <a:pt x="2124" y="296"/>
                  </a:cubicBezTo>
                  <a:cubicBezTo>
                    <a:pt x="2166" y="294"/>
                    <a:pt x="2223" y="293"/>
                    <a:pt x="2288" y="293"/>
                  </a:cubicBezTo>
                  <a:cubicBezTo>
                    <a:pt x="2417" y="293"/>
                    <a:pt x="2575" y="296"/>
                    <a:pt x="2699" y="296"/>
                  </a:cubicBezTo>
                  <a:cubicBezTo>
                    <a:pt x="2648" y="356"/>
                    <a:pt x="2902" y="313"/>
                    <a:pt x="2919" y="364"/>
                  </a:cubicBezTo>
                  <a:cubicBezTo>
                    <a:pt x="2928" y="366"/>
                    <a:pt x="2940" y="367"/>
                    <a:pt x="2952" y="367"/>
                  </a:cubicBezTo>
                  <a:cubicBezTo>
                    <a:pt x="2985" y="367"/>
                    <a:pt x="3023" y="359"/>
                    <a:pt x="3029" y="347"/>
                  </a:cubicBezTo>
                  <a:lnTo>
                    <a:pt x="3029" y="347"/>
                  </a:lnTo>
                  <a:cubicBezTo>
                    <a:pt x="3025" y="348"/>
                    <a:pt x="3021" y="349"/>
                    <a:pt x="3017" y="349"/>
                  </a:cubicBezTo>
                  <a:cubicBezTo>
                    <a:pt x="2990" y="349"/>
                    <a:pt x="2953" y="329"/>
                    <a:pt x="2953" y="322"/>
                  </a:cubicBezTo>
                  <a:cubicBezTo>
                    <a:pt x="2977" y="322"/>
                    <a:pt x="3007" y="323"/>
                    <a:pt x="3036" y="323"/>
                  </a:cubicBezTo>
                  <a:cubicBezTo>
                    <a:pt x="3078" y="323"/>
                    <a:pt x="3117" y="320"/>
                    <a:pt x="3122" y="305"/>
                  </a:cubicBezTo>
                  <a:lnTo>
                    <a:pt x="3190" y="339"/>
                  </a:lnTo>
                  <a:cubicBezTo>
                    <a:pt x="3207" y="305"/>
                    <a:pt x="3232" y="296"/>
                    <a:pt x="3266" y="296"/>
                  </a:cubicBezTo>
                  <a:cubicBezTo>
                    <a:pt x="3287" y="311"/>
                    <a:pt x="3297" y="317"/>
                    <a:pt x="3302" y="317"/>
                  </a:cubicBezTo>
                  <a:cubicBezTo>
                    <a:pt x="3314" y="317"/>
                    <a:pt x="3300" y="289"/>
                    <a:pt x="3338" y="289"/>
                  </a:cubicBezTo>
                  <a:cubicBezTo>
                    <a:pt x="3349" y="289"/>
                    <a:pt x="3364" y="291"/>
                    <a:pt x="3384" y="296"/>
                  </a:cubicBezTo>
                  <a:cubicBezTo>
                    <a:pt x="3359" y="313"/>
                    <a:pt x="3334" y="322"/>
                    <a:pt x="3317" y="347"/>
                  </a:cubicBezTo>
                  <a:cubicBezTo>
                    <a:pt x="3336" y="350"/>
                    <a:pt x="3349" y="351"/>
                    <a:pt x="3358" y="351"/>
                  </a:cubicBezTo>
                  <a:cubicBezTo>
                    <a:pt x="3377" y="351"/>
                    <a:pt x="3384" y="347"/>
                    <a:pt x="3418" y="347"/>
                  </a:cubicBezTo>
                  <a:cubicBezTo>
                    <a:pt x="3427" y="364"/>
                    <a:pt x="3367" y="381"/>
                    <a:pt x="3317" y="389"/>
                  </a:cubicBezTo>
                  <a:lnTo>
                    <a:pt x="3401" y="406"/>
                  </a:lnTo>
                  <a:cubicBezTo>
                    <a:pt x="3482" y="382"/>
                    <a:pt x="3567" y="366"/>
                    <a:pt x="3653" y="366"/>
                  </a:cubicBezTo>
                  <a:cubicBezTo>
                    <a:pt x="3685" y="366"/>
                    <a:pt x="3716" y="368"/>
                    <a:pt x="3748" y="372"/>
                  </a:cubicBezTo>
                  <a:cubicBezTo>
                    <a:pt x="3723" y="389"/>
                    <a:pt x="3680" y="381"/>
                    <a:pt x="3714" y="406"/>
                  </a:cubicBezTo>
                  <a:cubicBezTo>
                    <a:pt x="3754" y="396"/>
                    <a:pt x="3793" y="392"/>
                    <a:pt x="3833" y="392"/>
                  </a:cubicBezTo>
                  <a:cubicBezTo>
                    <a:pt x="3861" y="392"/>
                    <a:pt x="3889" y="394"/>
                    <a:pt x="3917" y="398"/>
                  </a:cubicBezTo>
                  <a:cubicBezTo>
                    <a:pt x="3907" y="403"/>
                    <a:pt x="3906" y="405"/>
                    <a:pt x="3905" y="406"/>
                  </a:cubicBezTo>
                  <a:lnTo>
                    <a:pt x="3905" y="406"/>
                  </a:lnTo>
                  <a:cubicBezTo>
                    <a:pt x="3929" y="403"/>
                    <a:pt x="3948" y="402"/>
                    <a:pt x="3963" y="402"/>
                  </a:cubicBezTo>
                  <a:cubicBezTo>
                    <a:pt x="4028" y="402"/>
                    <a:pt x="4023" y="425"/>
                    <a:pt x="4112" y="432"/>
                  </a:cubicBezTo>
                  <a:cubicBezTo>
                    <a:pt x="4112" y="432"/>
                    <a:pt x="4112" y="437"/>
                    <a:pt x="4108" y="439"/>
                  </a:cubicBezTo>
                  <a:lnTo>
                    <a:pt x="4108" y="439"/>
                  </a:lnTo>
                  <a:lnTo>
                    <a:pt x="4179" y="423"/>
                  </a:lnTo>
                  <a:cubicBezTo>
                    <a:pt x="4205" y="417"/>
                    <a:pt x="4226" y="415"/>
                    <a:pt x="4245" y="415"/>
                  </a:cubicBezTo>
                  <a:cubicBezTo>
                    <a:pt x="4331" y="415"/>
                    <a:pt x="4355" y="470"/>
                    <a:pt x="4425" y="491"/>
                  </a:cubicBezTo>
                  <a:lnTo>
                    <a:pt x="4408" y="491"/>
                  </a:lnTo>
                  <a:cubicBezTo>
                    <a:pt x="4459" y="525"/>
                    <a:pt x="4636" y="508"/>
                    <a:pt x="4687" y="525"/>
                  </a:cubicBezTo>
                  <a:cubicBezTo>
                    <a:pt x="4619" y="499"/>
                    <a:pt x="4670" y="508"/>
                    <a:pt x="4619" y="474"/>
                  </a:cubicBezTo>
                  <a:cubicBezTo>
                    <a:pt x="4579" y="474"/>
                    <a:pt x="4581" y="496"/>
                    <a:pt x="4537" y="496"/>
                  </a:cubicBezTo>
                  <a:cubicBezTo>
                    <a:pt x="4525" y="496"/>
                    <a:pt x="4511" y="494"/>
                    <a:pt x="4492" y="491"/>
                  </a:cubicBezTo>
                  <a:cubicBezTo>
                    <a:pt x="4509" y="466"/>
                    <a:pt x="4619" y="457"/>
                    <a:pt x="4645" y="440"/>
                  </a:cubicBezTo>
                  <a:cubicBezTo>
                    <a:pt x="4687" y="440"/>
                    <a:pt x="4721" y="474"/>
                    <a:pt x="4729" y="508"/>
                  </a:cubicBezTo>
                  <a:cubicBezTo>
                    <a:pt x="4865" y="516"/>
                    <a:pt x="4932" y="533"/>
                    <a:pt x="5085" y="533"/>
                  </a:cubicBezTo>
                  <a:cubicBezTo>
                    <a:pt x="5127" y="521"/>
                    <a:pt x="5165" y="488"/>
                    <a:pt x="5229" y="488"/>
                  </a:cubicBezTo>
                  <a:cubicBezTo>
                    <a:pt x="5255" y="488"/>
                    <a:pt x="5285" y="493"/>
                    <a:pt x="5321" y="508"/>
                  </a:cubicBezTo>
                  <a:lnTo>
                    <a:pt x="5317" y="513"/>
                  </a:lnTo>
                  <a:lnTo>
                    <a:pt x="5317" y="513"/>
                  </a:lnTo>
                  <a:cubicBezTo>
                    <a:pt x="5318" y="512"/>
                    <a:pt x="5321" y="511"/>
                    <a:pt x="5324" y="511"/>
                  </a:cubicBezTo>
                  <a:cubicBezTo>
                    <a:pt x="5337" y="511"/>
                    <a:pt x="5361" y="521"/>
                    <a:pt x="5383" y="521"/>
                  </a:cubicBezTo>
                  <a:cubicBezTo>
                    <a:pt x="5391" y="521"/>
                    <a:pt x="5399" y="520"/>
                    <a:pt x="5406" y="516"/>
                  </a:cubicBezTo>
                  <a:cubicBezTo>
                    <a:pt x="5355" y="482"/>
                    <a:pt x="5457" y="499"/>
                    <a:pt x="5406" y="466"/>
                  </a:cubicBezTo>
                  <a:cubicBezTo>
                    <a:pt x="5448" y="466"/>
                    <a:pt x="5491" y="491"/>
                    <a:pt x="5499" y="542"/>
                  </a:cubicBezTo>
                  <a:cubicBezTo>
                    <a:pt x="5510" y="532"/>
                    <a:pt x="5524" y="529"/>
                    <a:pt x="5539" y="529"/>
                  </a:cubicBezTo>
                  <a:cubicBezTo>
                    <a:pt x="5586" y="529"/>
                    <a:pt x="5649" y="561"/>
                    <a:pt x="5726" y="561"/>
                  </a:cubicBezTo>
                  <a:cubicBezTo>
                    <a:pt x="5737" y="561"/>
                    <a:pt x="5749" y="560"/>
                    <a:pt x="5761" y="559"/>
                  </a:cubicBezTo>
                  <a:lnTo>
                    <a:pt x="5761" y="559"/>
                  </a:lnTo>
                  <a:cubicBezTo>
                    <a:pt x="5744" y="575"/>
                    <a:pt x="5609" y="567"/>
                    <a:pt x="5660" y="592"/>
                  </a:cubicBezTo>
                  <a:lnTo>
                    <a:pt x="5821" y="550"/>
                  </a:lnTo>
                  <a:lnTo>
                    <a:pt x="5753" y="550"/>
                  </a:lnTo>
                  <a:cubicBezTo>
                    <a:pt x="5769" y="548"/>
                    <a:pt x="5785" y="547"/>
                    <a:pt x="5802" y="547"/>
                  </a:cubicBezTo>
                  <a:cubicBezTo>
                    <a:pt x="5856" y="547"/>
                    <a:pt x="5913" y="558"/>
                    <a:pt x="5964" y="584"/>
                  </a:cubicBezTo>
                  <a:cubicBezTo>
                    <a:pt x="5973" y="601"/>
                    <a:pt x="5931" y="601"/>
                    <a:pt x="5897" y="601"/>
                  </a:cubicBezTo>
                  <a:lnTo>
                    <a:pt x="6032" y="601"/>
                  </a:lnTo>
                  <a:cubicBezTo>
                    <a:pt x="6074" y="592"/>
                    <a:pt x="6193" y="584"/>
                    <a:pt x="6244" y="559"/>
                  </a:cubicBezTo>
                  <a:lnTo>
                    <a:pt x="6277" y="559"/>
                  </a:lnTo>
                  <a:lnTo>
                    <a:pt x="6337" y="575"/>
                  </a:lnTo>
                  <a:lnTo>
                    <a:pt x="6354" y="575"/>
                  </a:lnTo>
                  <a:lnTo>
                    <a:pt x="6413" y="559"/>
                  </a:lnTo>
                  <a:lnTo>
                    <a:pt x="6447" y="550"/>
                  </a:lnTo>
                  <a:lnTo>
                    <a:pt x="6430" y="550"/>
                  </a:lnTo>
                  <a:cubicBezTo>
                    <a:pt x="6437" y="522"/>
                    <a:pt x="6490" y="506"/>
                    <a:pt x="6556" y="506"/>
                  </a:cubicBezTo>
                  <a:cubicBezTo>
                    <a:pt x="6568" y="506"/>
                    <a:pt x="6580" y="506"/>
                    <a:pt x="6592" y="507"/>
                  </a:cubicBezTo>
                  <a:lnTo>
                    <a:pt x="6592" y="507"/>
                  </a:lnTo>
                  <a:cubicBezTo>
                    <a:pt x="6576" y="505"/>
                    <a:pt x="6537" y="498"/>
                    <a:pt x="6480" y="491"/>
                  </a:cubicBezTo>
                  <a:lnTo>
                    <a:pt x="6506" y="482"/>
                  </a:lnTo>
                  <a:lnTo>
                    <a:pt x="6785" y="516"/>
                  </a:lnTo>
                  <a:cubicBezTo>
                    <a:pt x="6768" y="520"/>
                    <a:pt x="6751" y="523"/>
                    <a:pt x="6733" y="523"/>
                  </a:cubicBezTo>
                  <a:cubicBezTo>
                    <a:pt x="6715" y="523"/>
                    <a:pt x="6696" y="520"/>
                    <a:pt x="6675" y="516"/>
                  </a:cubicBezTo>
                  <a:lnTo>
                    <a:pt x="6675" y="516"/>
                  </a:lnTo>
                  <a:cubicBezTo>
                    <a:pt x="6722" y="542"/>
                    <a:pt x="6783" y="542"/>
                    <a:pt x="6837" y="542"/>
                  </a:cubicBezTo>
                  <a:cubicBezTo>
                    <a:pt x="6891" y="542"/>
                    <a:pt x="6937" y="542"/>
                    <a:pt x="6954" y="567"/>
                  </a:cubicBezTo>
                  <a:cubicBezTo>
                    <a:pt x="6885" y="577"/>
                    <a:pt x="6815" y="581"/>
                    <a:pt x="6744" y="581"/>
                  </a:cubicBezTo>
                  <a:cubicBezTo>
                    <a:pt x="6694" y="581"/>
                    <a:pt x="6643" y="579"/>
                    <a:pt x="6590" y="575"/>
                  </a:cubicBezTo>
                  <a:cubicBezTo>
                    <a:pt x="6523" y="533"/>
                    <a:pt x="6692" y="559"/>
                    <a:pt x="6700" y="542"/>
                  </a:cubicBezTo>
                  <a:lnTo>
                    <a:pt x="6616" y="525"/>
                  </a:lnTo>
                  <a:lnTo>
                    <a:pt x="6616" y="525"/>
                  </a:lnTo>
                  <a:cubicBezTo>
                    <a:pt x="6624" y="542"/>
                    <a:pt x="6447" y="525"/>
                    <a:pt x="6489" y="575"/>
                  </a:cubicBezTo>
                  <a:cubicBezTo>
                    <a:pt x="6667" y="601"/>
                    <a:pt x="6853" y="618"/>
                    <a:pt x="7013" y="635"/>
                  </a:cubicBezTo>
                  <a:lnTo>
                    <a:pt x="6844" y="855"/>
                  </a:lnTo>
                  <a:cubicBezTo>
                    <a:pt x="6844" y="855"/>
                    <a:pt x="6844" y="863"/>
                    <a:pt x="6836" y="872"/>
                  </a:cubicBezTo>
                  <a:cubicBezTo>
                    <a:pt x="6842" y="872"/>
                    <a:pt x="6848" y="872"/>
                    <a:pt x="6854" y="872"/>
                  </a:cubicBezTo>
                  <a:cubicBezTo>
                    <a:pt x="6991" y="872"/>
                    <a:pt x="6922" y="779"/>
                    <a:pt x="6954" y="779"/>
                  </a:cubicBezTo>
                  <a:cubicBezTo>
                    <a:pt x="6977" y="779"/>
                    <a:pt x="6999" y="771"/>
                    <a:pt x="7022" y="771"/>
                  </a:cubicBezTo>
                  <a:cubicBezTo>
                    <a:pt x="7033" y="771"/>
                    <a:pt x="7044" y="773"/>
                    <a:pt x="7056" y="779"/>
                  </a:cubicBezTo>
                  <a:lnTo>
                    <a:pt x="7039" y="787"/>
                  </a:lnTo>
                  <a:cubicBezTo>
                    <a:pt x="7119" y="787"/>
                    <a:pt x="7080" y="768"/>
                    <a:pt x="7126" y="768"/>
                  </a:cubicBezTo>
                  <a:cubicBezTo>
                    <a:pt x="7134" y="768"/>
                    <a:pt x="7144" y="769"/>
                    <a:pt x="7157" y="770"/>
                  </a:cubicBezTo>
                  <a:cubicBezTo>
                    <a:pt x="7233" y="753"/>
                    <a:pt x="7098" y="762"/>
                    <a:pt x="7140" y="745"/>
                  </a:cubicBezTo>
                  <a:lnTo>
                    <a:pt x="7140" y="745"/>
                  </a:lnTo>
                  <a:cubicBezTo>
                    <a:pt x="7151" y="746"/>
                    <a:pt x="7160" y="747"/>
                    <a:pt x="7168" y="747"/>
                  </a:cubicBezTo>
                  <a:cubicBezTo>
                    <a:pt x="7220" y="747"/>
                    <a:pt x="7225" y="715"/>
                    <a:pt x="7279" y="715"/>
                  </a:cubicBezTo>
                  <a:cubicBezTo>
                    <a:pt x="7296" y="715"/>
                    <a:pt x="7320" y="718"/>
                    <a:pt x="7352" y="728"/>
                  </a:cubicBezTo>
                  <a:cubicBezTo>
                    <a:pt x="7343" y="736"/>
                    <a:pt x="7369" y="762"/>
                    <a:pt x="7276" y="762"/>
                  </a:cubicBezTo>
                  <a:lnTo>
                    <a:pt x="7360" y="787"/>
                  </a:lnTo>
                  <a:cubicBezTo>
                    <a:pt x="7339" y="791"/>
                    <a:pt x="7316" y="793"/>
                    <a:pt x="7291" y="793"/>
                  </a:cubicBezTo>
                  <a:cubicBezTo>
                    <a:pt x="7267" y="793"/>
                    <a:pt x="7242" y="791"/>
                    <a:pt x="7216" y="787"/>
                  </a:cubicBezTo>
                  <a:cubicBezTo>
                    <a:pt x="7174" y="821"/>
                    <a:pt x="7183" y="838"/>
                    <a:pt x="7132" y="863"/>
                  </a:cubicBezTo>
                  <a:cubicBezTo>
                    <a:pt x="7169" y="863"/>
                    <a:pt x="7160" y="836"/>
                    <a:pt x="7205" y="836"/>
                  </a:cubicBezTo>
                  <a:cubicBezTo>
                    <a:pt x="7211" y="836"/>
                    <a:pt x="7217" y="837"/>
                    <a:pt x="7225" y="838"/>
                  </a:cubicBezTo>
                  <a:cubicBezTo>
                    <a:pt x="7293" y="855"/>
                    <a:pt x="7216" y="855"/>
                    <a:pt x="7208" y="863"/>
                  </a:cubicBezTo>
                  <a:cubicBezTo>
                    <a:pt x="7223" y="859"/>
                    <a:pt x="7236" y="857"/>
                    <a:pt x="7248" y="857"/>
                  </a:cubicBezTo>
                  <a:cubicBezTo>
                    <a:pt x="7291" y="857"/>
                    <a:pt x="7312" y="881"/>
                    <a:pt x="7350" y="881"/>
                  </a:cubicBezTo>
                  <a:cubicBezTo>
                    <a:pt x="7362" y="881"/>
                    <a:pt x="7376" y="879"/>
                    <a:pt x="7394" y="872"/>
                  </a:cubicBezTo>
                  <a:cubicBezTo>
                    <a:pt x="7377" y="838"/>
                    <a:pt x="7394" y="838"/>
                    <a:pt x="7335" y="812"/>
                  </a:cubicBezTo>
                  <a:cubicBezTo>
                    <a:pt x="7343" y="811"/>
                    <a:pt x="7351" y="811"/>
                    <a:pt x="7359" y="811"/>
                  </a:cubicBezTo>
                  <a:cubicBezTo>
                    <a:pt x="7413" y="811"/>
                    <a:pt x="7469" y="834"/>
                    <a:pt x="7462" y="863"/>
                  </a:cubicBezTo>
                  <a:lnTo>
                    <a:pt x="7470" y="838"/>
                  </a:lnTo>
                  <a:cubicBezTo>
                    <a:pt x="7487" y="846"/>
                    <a:pt x="7538" y="846"/>
                    <a:pt x="7538" y="855"/>
                  </a:cubicBezTo>
                  <a:lnTo>
                    <a:pt x="7555" y="846"/>
                  </a:lnTo>
                  <a:cubicBezTo>
                    <a:pt x="7522" y="820"/>
                    <a:pt x="7485" y="809"/>
                    <a:pt x="7447" y="809"/>
                  </a:cubicBezTo>
                  <a:cubicBezTo>
                    <a:pt x="7435" y="809"/>
                    <a:pt x="7423" y="810"/>
                    <a:pt x="7411" y="812"/>
                  </a:cubicBezTo>
                  <a:cubicBezTo>
                    <a:pt x="7436" y="795"/>
                    <a:pt x="7369" y="753"/>
                    <a:pt x="7470" y="753"/>
                  </a:cubicBezTo>
                  <a:cubicBezTo>
                    <a:pt x="7504" y="762"/>
                    <a:pt x="7470" y="770"/>
                    <a:pt x="7470" y="779"/>
                  </a:cubicBezTo>
                  <a:cubicBezTo>
                    <a:pt x="7677" y="779"/>
                    <a:pt x="7682" y="838"/>
                    <a:pt x="7823" y="838"/>
                  </a:cubicBezTo>
                  <a:cubicBezTo>
                    <a:pt x="7832" y="838"/>
                    <a:pt x="7841" y="838"/>
                    <a:pt x="7851" y="838"/>
                  </a:cubicBezTo>
                  <a:lnTo>
                    <a:pt x="7851" y="838"/>
                  </a:lnTo>
                  <a:cubicBezTo>
                    <a:pt x="7840" y="842"/>
                    <a:pt x="7825" y="844"/>
                    <a:pt x="7807" y="844"/>
                  </a:cubicBezTo>
                  <a:cubicBezTo>
                    <a:pt x="7796" y="844"/>
                    <a:pt x="7785" y="843"/>
                    <a:pt x="7772" y="842"/>
                  </a:cubicBezTo>
                  <a:lnTo>
                    <a:pt x="7772" y="842"/>
                  </a:lnTo>
                  <a:cubicBezTo>
                    <a:pt x="7740" y="856"/>
                    <a:pt x="7737" y="865"/>
                    <a:pt x="7783" y="880"/>
                  </a:cubicBezTo>
                  <a:lnTo>
                    <a:pt x="7800" y="863"/>
                  </a:lnTo>
                  <a:cubicBezTo>
                    <a:pt x="7827" y="863"/>
                    <a:pt x="7865" y="874"/>
                    <a:pt x="7879" y="874"/>
                  </a:cubicBezTo>
                  <a:cubicBezTo>
                    <a:pt x="7883" y="874"/>
                    <a:pt x="7885" y="873"/>
                    <a:pt x="7885" y="872"/>
                  </a:cubicBezTo>
                  <a:cubicBezTo>
                    <a:pt x="7893" y="872"/>
                    <a:pt x="7876" y="863"/>
                    <a:pt x="7851" y="855"/>
                  </a:cubicBezTo>
                  <a:cubicBezTo>
                    <a:pt x="7910" y="842"/>
                    <a:pt x="7969" y="836"/>
                    <a:pt x="8027" y="836"/>
                  </a:cubicBezTo>
                  <a:cubicBezTo>
                    <a:pt x="8086" y="836"/>
                    <a:pt x="8143" y="842"/>
                    <a:pt x="8198" y="855"/>
                  </a:cubicBezTo>
                  <a:cubicBezTo>
                    <a:pt x="8189" y="888"/>
                    <a:pt x="8012" y="863"/>
                    <a:pt x="8105" y="897"/>
                  </a:cubicBezTo>
                  <a:cubicBezTo>
                    <a:pt x="8141" y="897"/>
                    <a:pt x="8177" y="875"/>
                    <a:pt x="8229" y="875"/>
                  </a:cubicBezTo>
                  <a:cubicBezTo>
                    <a:pt x="8249" y="875"/>
                    <a:pt x="8273" y="879"/>
                    <a:pt x="8299" y="888"/>
                  </a:cubicBezTo>
                  <a:cubicBezTo>
                    <a:pt x="8257" y="905"/>
                    <a:pt x="8341" y="914"/>
                    <a:pt x="8341" y="922"/>
                  </a:cubicBezTo>
                  <a:lnTo>
                    <a:pt x="8468" y="888"/>
                  </a:lnTo>
                  <a:cubicBezTo>
                    <a:pt x="8516" y="894"/>
                    <a:pt x="8564" y="900"/>
                    <a:pt x="8609" y="900"/>
                  </a:cubicBezTo>
                  <a:cubicBezTo>
                    <a:pt x="8628" y="900"/>
                    <a:pt x="8646" y="899"/>
                    <a:pt x="8663" y="897"/>
                  </a:cubicBezTo>
                  <a:lnTo>
                    <a:pt x="8587" y="897"/>
                  </a:lnTo>
                  <a:cubicBezTo>
                    <a:pt x="8609" y="887"/>
                    <a:pt x="8631" y="883"/>
                    <a:pt x="8652" y="883"/>
                  </a:cubicBezTo>
                  <a:cubicBezTo>
                    <a:pt x="8713" y="883"/>
                    <a:pt x="8772" y="915"/>
                    <a:pt x="8847" y="915"/>
                  </a:cubicBezTo>
                  <a:cubicBezTo>
                    <a:pt x="8853" y="915"/>
                    <a:pt x="8859" y="914"/>
                    <a:pt x="8866" y="914"/>
                  </a:cubicBezTo>
                  <a:lnTo>
                    <a:pt x="8866" y="914"/>
                  </a:lnTo>
                  <a:lnTo>
                    <a:pt x="8815" y="922"/>
                  </a:lnTo>
                  <a:cubicBezTo>
                    <a:pt x="8853" y="931"/>
                    <a:pt x="8889" y="935"/>
                    <a:pt x="8925" y="935"/>
                  </a:cubicBezTo>
                  <a:cubicBezTo>
                    <a:pt x="8961" y="935"/>
                    <a:pt x="8997" y="931"/>
                    <a:pt x="9035" y="922"/>
                  </a:cubicBezTo>
                  <a:lnTo>
                    <a:pt x="9035" y="948"/>
                  </a:lnTo>
                  <a:cubicBezTo>
                    <a:pt x="9044" y="914"/>
                    <a:pt x="9196" y="914"/>
                    <a:pt x="9230" y="905"/>
                  </a:cubicBezTo>
                  <a:lnTo>
                    <a:pt x="9230" y="905"/>
                  </a:lnTo>
                  <a:cubicBezTo>
                    <a:pt x="9213" y="906"/>
                    <a:pt x="9198" y="906"/>
                    <a:pt x="9185" y="906"/>
                  </a:cubicBezTo>
                  <a:cubicBezTo>
                    <a:pt x="9048" y="906"/>
                    <a:pt x="9036" y="877"/>
                    <a:pt x="8924" y="877"/>
                  </a:cubicBezTo>
                  <a:cubicBezTo>
                    <a:pt x="8903" y="877"/>
                    <a:pt x="8878" y="878"/>
                    <a:pt x="8849" y="880"/>
                  </a:cubicBezTo>
                  <a:cubicBezTo>
                    <a:pt x="8925" y="846"/>
                    <a:pt x="8984" y="838"/>
                    <a:pt x="9069" y="812"/>
                  </a:cubicBezTo>
                  <a:cubicBezTo>
                    <a:pt x="9094" y="812"/>
                    <a:pt x="9111" y="821"/>
                    <a:pt x="9111" y="829"/>
                  </a:cubicBezTo>
                  <a:cubicBezTo>
                    <a:pt x="9137" y="821"/>
                    <a:pt x="9145" y="795"/>
                    <a:pt x="9196" y="787"/>
                  </a:cubicBezTo>
                  <a:lnTo>
                    <a:pt x="9213" y="804"/>
                  </a:lnTo>
                  <a:cubicBezTo>
                    <a:pt x="9232" y="808"/>
                    <a:pt x="9249" y="809"/>
                    <a:pt x="9264" y="809"/>
                  </a:cubicBezTo>
                  <a:cubicBezTo>
                    <a:pt x="9339" y="809"/>
                    <a:pt x="9356" y="768"/>
                    <a:pt x="9438" y="768"/>
                  </a:cubicBezTo>
                  <a:cubicBezTo>
                    <a:pt x="9449" y="768"/>
                    <a:pt x="9461" y="768"/>
                    <a:pt x="9475" y="770"/>
                  </a:cubicBezTo>
                  <a:cubicBezTo>
                    <a:pt x="9492" y="812"/>
                    <a:pt x="9357" y="812"/>
                    <a:pt x="9272" y="829"/>
                  </a:cubicBezTo>
                  <a:cubicBezTo>
                    <a:pt x="9331" y="863"/>
                    <a:pt x="9137" y="838"/>
                    <a:pt x="9213" y="888"/>
                  </a:cubicBezTo>
                  <a:lnTo>
                    <a:pt x="9247" y="863"/>
                  </a:lnTo>
                  <a:cubicBezTo>
                    <a:pt x="9289" y="872"/>
                    <a:pt x="9289" y="888"/>
                    <a:pt x="9264" y="888"/>
                  </a:cubicBezTo>
                  <a:cubicBezTo>
                    <a:pt x="9314" y="888"/>
                    <a:pt x="9297" y="888"/>
                    <a:pt x="9323" y="872"/>
                  </a:cubicBezTo>
                  <a:lnTo>
                    <a:pt x="9323" y="872"/>
                  </a:lnTo>
                  <a:cubicBezTo>
                    <a:pt x="9534" y="888"/>
                    <a:pt x="9297" y="922"/>
                    <a:pt x="9500" y="948"/>
                  </a:cubicBezTo>
                  <a:cubicBezTo>
                    <a:pt x="9475" y="956"/>
                    <a:pt x="9424" y="948"/>
                    <a:pt x="9433" y="973"/>
                  </a:cubicBezTo>
                  <a:lnTo>
                    <a:pt x="9323" y="956"/>
                  </a:lnTo>
                  <a:lnTo>
                    <a:pt x="9323" y="982"/>
                  </a:lnTo>
                  <a:cubicBezTo>
                    <a:pt x="9344" y="985"/>
                    <a:pt x="9365" y="987"/>
                    <a:pt x="9386" y="987"/>
                  </a:cubicBezTo>
                  <a:cubicBezTo>
                    <a:pt x="9466" y="987"/>
                    <a:pt x="9545" y="962"/>
                    <a:pt x="9619" y="922"/>
                  </a:cubicBezTo>
                  <a:lnTo>
                    <a:pt x="9619" y="922"/>
                  </a:lnTo>
                  <a:cubicBezTo>
                    <a:pt x="9598" y="925"/>
                    <a:pt x="9584" y="926"/>
                    <a:pt x="9574" y="926"/>
                  </a:cubicBezTo>
                  <a:cubicBezTo>
                    <a:pt x="9523" y="926"/>
                    <a:pt x="9592" y="894"/>
                    <a:pt x="9543" y="880"/>
                  </a:cubicBezTo>
                  <a:cubicBezTo>
                    <a:pt x="9551" y="876"/>
                    <a:pt x="9562" y="874"/>
                    <a:pt x="9572" y="874"/>
                  </a:cubicBezTo>
                  <a:cubicBezTo>
                    <a:pt x="9583" y="874"/>
                    <a:pt x="9593" y="876"/>
                    <a:pt x="9602" y="880"/>
                  </a:cubicBezTo>
                  <a:cubicBezTo>
                    <a:pt x="9610" y="880"/>
                    <a:pt x="9669" y="873"/>
                    <a:pt x="9670" y="865"/>
                  </a:cubicBezTo>
                  <a:lnTo>
                    <a:pt x="9670" y="865"/>
                  </a:lnTo>
                  <a:cubicBezTo>
                    <a:pt x="9700" y="931"/>
                    <a:pt x="9965" y="948"/>
                    <a:pt x="9898" y="1015"/>
                  </a:cubicBezTo>
                  <a:cubicBezTo>
                    <a:pt x="9923" y="1017"/>
                    <a:pt x="9947" y="1018"/>
                    <a:pt x="9972" y="1019"/>
                  </a:cubicBezTo>
                  <a:lnTo>
                    <a:pt x="9972" y="1019"/>
                  </a:lnTo>
                  <a:cubicBezTo>
                    <a:pt x="9913" y="990"/>
                    <a:pt x="10059" y="990"/>
                    <a:pt x="10059" y="982"/>
                  </a:cubicBezTo>
                  <a:lnTo>
                    <a:pt x="9949" y="982"/>
                  </a:lnTo>
                  <a:cubicBezTo>
                    <a:pt x="10000" y="965"/>
                    <a:pt x="9949" y="939"/>
                    <a:pt x="10016" y="931"/>
                  </a:cubicBezTo>
                  <a:cubicBezTo>
                    <a:pt x="9966" y="931"/>
                    <a:pt x="9948" y="917"/>
                    <a:pt x="9918" y="917"/>
                  </a:cubicBezTo>
                  <a:cubicBezTo>
                    <a:pt x="9908" y="917"/>
                    <a:pt x="9896" y="918"/>
                    <a:pt x="9881" y="922"/>
                  </a:cubicBezTo>
                  <a:cubicBezTo>
                    <a:pt x="9957" y="888"/>
                    <a:pt x="9797" y="880"/>
                    <a:pt x="9788" y="855"/>
                  </a:cubicBezTo>
                  <a:cubicBezTo>
                    <a:pt x="9856" y="855"/>
                    <a:pt x="9923" y="872"/>
                    <a:pt x="9983" y="905"/>
                  </a:cubicBezTo>
                  <a:cubicBezTo>
                    <a:pt x="10016" y="905"/>
                    <a:pt x="10059" y="905"/>
                    <a:pt x="10101" y="922"/>
                  </a:cubicBezTo>
                  <a:lnTo>
                    <a:pt x="10152" y="888"/>
                  </a:lnTo>
                  <a:cubicBezTo>
                    <a:pt x="10093" y="880"/>
                    <a:pt x="10016" y="897"/>
                    <a:pt x="10042" y="863"/>
                  </a:cubicBezTo>
                  <a:lnTo>
                    <a:pt x="10042" y="863"/>
                  </a:lnTo>
                  <a:lnTo>
                    <a:pt x="9957" y="872"/>
                  </a:lnTo>
                  <a:cubicBezTo>
                    <a:pt x="10008" y="846"/>
                    <a:pt x="10059" y="821"/>
                    <a:pt x="10118" y="812"/>
                  </a:cubicBezTo>
                  <a:cubicBezTo>
                    <a:pt x="10077" y="799"/>
                    <a:pt x="10038" y="794"/>
                    <a:pt x="10001" y="794"/>
                  </a:cubicBezTo>
                  <a:cubicBezTo>
                    <a:pt x="9934" y="794"/>
                    <a:pt x="9873" y="809"/>
                    <a:pt x="9813" y="809"/>
                  </a:cubicBezTo>
                  <a:cubicBezTo>
                    <a:pt x="9785" y="809"/>
                    <a:pt x="9757" y="805"/>
                    <a:pt x="9729" y="795"/>
                  </a:cubicBezTo>
                  <a:lnTo>
                    <a:pt x="9746" y="795"/>
                  </a:lnTo>
                  <a:cubicBezTo>
                    <a:pt x="9509" y="787"/>
                    <a:pt x="9450" y="728"/>
                    <a:pt x="9399" y="669"/>
                  </a:cubicBezTo>
                  <a:lnTo>
                    <a:pt x="9500" y="669"/>
                  </a:lnTo>
                  <a:lnTo>
                    <a:pt x="9500" y="694"/>
                  </a:lnTo>
                  <a:cubicBezTo>
                    <a:pt x="9532" y="699"/>
                    <a:pt x="9561" y="700"/>
                    <a:pt x="9590" y="700"/>
                  </a:cubicBezTo>
                  <a:cubicBezTo>
                    <a:pt x="9689" y="700"/>
                    <a:pt x="9777" y="679"/>
                    <a:pt x="9876" y="679"/>
                  </a:cubicBezTo>
                  <a:cubicBezTo>
                    <a:pt x="9905" y="679"/>
                    <a:pt x="9935" y="681"/>
                    <a:pt x="9966" y="685"/>
                  </a:cubicBezTo>
                  <a:cubicBezTo>
                    <a:pt x="9953" y="694"/>
                    <a:pt x="9930" y="694"/>
                    <a:pt x="9911" y="694"/>
                  </a:cubicBezTo>
                  <a:cubicBezTo>
                    <a:pt x="9892" y="694"/>
                    <a:pt x="9877" y="694"/>
                    <a:pt x="9881" y="702"/>
                  </a:cubicBezTo>
                  <a:cubicBezTo>
                    <a:pt x="9888" y="703"/>
                    <a:pt x="9894" y="703"/>
                    <a:pt x="9900" y="703"/>
                  </a:cubicBezTo>
                  <a:cubicBezTo>
                    <a:pt x="9967" y="703"/>
                    <a:pt x="9983" y="671"/>
                    <a:pt x="10023" y="671"/>
                  </a:cubicBezTo>
                  <a:cubicBezTo>
                    <a:pt x="10037" y="671"/>
                    <a:pt x="10053" y="675"/>
                    <a:pt x="10076" y="685"/>
                  </a:cubicBezTo>
                  <a:cubicBezTo>
                    <a:pt x="9934" y="685"/>
                    <a:pt x="10161" y="702"/>
                    <a:pt x="10040" y="718"/>
                  </a:cubicBezTo>
                  <a:lnTo>
                    <a:pt x="10040" y="718"/>
                  </a:lnTo>
                  <a:cubicBezTo>
                    <a:pt x="10067" y="715"/>
                    <a:pt x="10094" y="714"/>
                    <a:pt x="10122" y="714"/>
                  </a:cubicBezTo>
                  <a:cubicBezTo>
                    <a:pt x="10279" y="714"/>
                    <a:pt x="10433" y="762"/>
                    <a:pt x="10532" y="762"/>
                  </a:cubicBezTo>
                  <a:cubicBezTo>
                    <a:pt x="10507" y="745"/>
                    <a:pt x="10592" y="745"/>
                    <a:pt x="10592" y="736"/>
                  </a:cubicBezTo>
                  <a:cubicBezTo>
                    <a:pt x="10626" y="745"/>
                    <a:pt x="10617" y="753"/>
                    <a:pt x="10592" y="753"/>
                  </a:cubicBezTo>
                  <a:cubicBezTo>
                    <a:pt x="10651" y="779"/>
                    <a:pt x="10659" y="795"/>
                    <a:pt x="10651" y="821"/>
                  </a:cubicBezTo>
                  <a:lnTo>
                    <a:pt x="10524" y="812"/>
                  </a:lnTo>
                  <a:lnTo>
                    <a:pt x="10524" y="812"/>
                  </a:lnTo>
                  <a:cubicBezTo>
                    <a:pt x="10566" y="821"/>
                    <a:pt x="10583" y="838"/>
                    <a:pt x="10617" y="846"/>
                  </a:cubicBezTo>
                  <a:lnTo>
                    <a:pt x="10668" y="846"/>
                  </a:lnTo>
                  <a:cubicBezTo>
                    <a:pt x="10693" y="838"/>
                    <a:pt x="10693" y="838"/>
                    <a:pt x="10693" y="821"/>
                  </a:cubicBezTo>
                  <a:cubicBezTo>
                    <a:pt x="10736" y="812"/>
                    <a:pt x="10803" y="795"/>
                    <a:pt x="10888" y="770"/>
                  </a:cubicBezTo>
                  <a:lnTo>
                    <a:pt x="11049" y="770"/>
                  </a:lnTo>
                  <a:lnTo>
                    <a:pt x="11023" y="779"/>
                  </a:lnTo>
                  <a:lnTo>
                    <a:pt x="11133" y="770"/>
                  </a:lnTo>
                  <a:lnTo>
                    <a:pt x="11133" y="770"/>
                  </a:lnTo>
                  <a:cubicBezTo>
                    <a:pt x="11108" y="795"/>
                    <a:pt x="11150" y="779"/>
                    <a:pt x="11125" y="804"/>
                  </a:cubicBezTo>
                  <a:cubicBezTo>
                    <a:pt x="11125" y="821"/>
                    <a:pt x="11184" y="821"/>
                    <a:pt x="11252" y="821"/>
                  </a:cubicBezTo>
                  <a:cubicBezTo>
                    <a:pt x="11276" y="817"/>
                    <a:pt x="11302" y="815"/>
                    <a:pt x="11329" y="815"/>
                  </a:cubicBezTo>
                  <a:cubicBezTo>
                    <a:pt x="11367" y="815"/>
                    <a:pt x="11406" y="819"/>
                    <a:pt x="11446" y="829"/>
                  </a:cubicBezTo>
                  <a:lnTo>
                    <a:pt x="11404" y="838"/>
                  </a:lnTo>
                  <a:lnTo>
                    <a:pt x="11556" y="838"/>
                  </a:lnTo>
                  <a:cubicBezTo>
                    <a:pt x="11556" y="838"/>
                    <a:pt x="11573" y="838"/>
                    <a:pt x="11556" y="846"/>
                  </a:cubicBezTo>
                  <a:lnTo>
                    <a:pt x="11421" y="998"/>
                  </a:lnTo>
                  <a:lnTo>
                    <a:pt x="11412" y="998"/>
                  </a:lnTo>
                  <a:cubicBezTo>
                    <a:pt x="11421" y="976"/>
                    <a:pt x="11421" y="966"/>
                    <a:pt x="11412" y="966"/>
                  </a:cubicBezTo>
                  <a:cubicBezTo>
                    <a:pt x="11404" y="966"/>
                    <a:pt x="11390" y="974"/>
                    <a:pt x="11370" y="990"/>
                  </a:cubicBezTo>
                  <a:cubicBezTo>
                    <a:pt x="11370" y="973"/>
                    <a:pt x="11387" y="956"/>
                    <a:pt x="11387" y="948"/>
                  </a:cubicBezTo>
                  <a:lnTo>
                    <a:pt x="11404" y="922"/>
                  </a:lnTo>
                  <a:lnTo>
                    <a:pt x="11412" y="905"/>
                  </a:lnTo>
                  <a:lnTo>
                    <a:pt x="11395" y="905"/>
                  </a:lnTo>
                  <a:cubicBezTo>
                    <a:pt x="11378" y="905"/>
                    <a:pt x="11362" y="897"/>
                    <a:pt x="11378" y="888"/>
                  </a:cubicBezTo>
                  <a:cubicBezTo>
                    <a:pt x="11446" y="888"/>
                    <a:pt x="11446" y="888"/>
                    <a:pt x="11446" y="872"/>
                  </a:cubicBezTo>
                  <a:lnTo>
                    <a:pt x="11446" y="872"/>
                  </a:lnTo>
                  <a:cubicBezTo>
                    <a:pt x="11409" y="877"/>
                    <a:pt x="11375" y="878"/>
                    <a:pt x="11343" y="878"/>
                  </a:cubicBezTo>
                  <a:cubicBezTo>
                    <a:pt x="11327" y="878"/>
                    <a:pt x="11311" y="878"/>
                    <a:pt x="11297" y="878"/>
                  </a:cubicBezTo>
                  <a:cubicBezTo>
                    <a:pt x="11254" y="878"/>
                    <a:pt x="11218" y="880"/>
                    <a:pt x="11192" y="897"/>
                  </a:cubicBezTo>
                  <a:cubicBezTo>
                    <a:pt x="11099" y="897"/>
                    <a:pt x="11175" y="888"/>
                    <a:pt x="11133" y="872"/>
                  </a:cubicBezTo>
                  <a:cubicBezTo>
                    <a:pt x="11133" y="863"/>
                    <a:pt x="11167" y="855"/>
                    <a:pt x="11209" y="846"/>
                  </a:cubicBezTo>
                  <a:lnTo>
                    <a:pt x="10913" y="846"/>
                  </a:lnTo>
                  <a:cubicBezTo>
                    <a:pt x="10888" y="880"/>
                    <a:pt x="11057" y="888"/>
                    <a:pt x="10939" y="914"/>
                  </a:cubicBezTo>
                  <a:cubicBezTo>
                    <a:pt x="10917" y="921"/>
                    <a:pt x="10890" y="952"/>
                    <a:pt x="10847" y="952"/>
                  </a:cubicBezTo>
                  <a:cubicBezTo>
                    <a:pt x="10839" y="952"/>
                    <a:pt x="10830" y="950"/>
                    <a:pt x="10820" y="948"/>
                  </a:cubicBezTo>
                  <a:cubicBezTo>
                    <a:pt x="10820" y="945"/>
                    <a:pt x="10821" y="943"/>
                    <a:pt x="10823" y="942"/>
                  </a:cubicBezTo>
                  <a:lnTo>
                    <a:pt x="10823" y="942"/>
                  </a:lnTo>
                  <a:cubicBezTo>
                    <a:pt x="10822" y="942"/>
                    <a:pt x="10821" y="942"/>
                    <a:pt x="10820" y="942"/>
                  </a:cubicBezTo>
                  <a:cubicBezTo>
                    <a:pt x="10802" y="942"/>
                    <a:pt x="10796" y="931"/>
                    <a:pt x="10769" y="931"/>
                  </a:cubicBezTo>
                  <a:cubicBezTo>
                    <a:pt x="10769" y="910"/>
                    <a:pt x="10783" y="904"/>
                    <a:pt x="10801" y="900"/>
                  </a:cubicBezTo>
                  <a:lnTo>
                    <a:pt x="10801" y="900"/>
                  </a:lnTo>
                  <a:cubicBezTo>
                    <a:pt x="10801" y="900"/>
                    <a:pt x="10802" y="900"/>
                    <a:pt x="10802" y="900"/>
                  </a:cubicBezTo>
                  <a:cubicBezTo>
                    <a:pt x="10814" y="900"/>
                    <a:pt x="10826" y="898"/>
                    <a:pt x="10838" y="896"/>
                  </a:cubicBezTo>
                  <a:lnTo>
                    <a:pt x="10838" y="896"/>
                  </a:lnTo>
                  <a:cubicBezTo>
                    <a:pt x="10825" y="898"/>
                    <a:pt x="10812" y="898"/>
                    <a:pt x="10801" y="900"/>
                  </a:cubicBezTo>
                  <a:lnTo>
                    <a:pt x="10801" y="900"/>
                  </a:lnTo>
                  <a:cubicBezTo>
                    <a:pt x="10793" y="900"/>
                    <a:pt x="10785" y="899"/>
                    <a:pt x="10778" y="897"/>
                  </a:cubicBezTo>
                  <a:lnTo>
                    <a:pt x="10786" y="888"/>
                  </a:lnTo>
                  <a:lnTo>
                    <a:pt x="10702" y="888"/>
                  </a:lnTo>
                  <a:cubicBezTo>
                    <a:pt x="10659" y="914"/>
                    <a:pt x="10761" y="897"/>
                    <a:pt x="10761" y="914"/>
                  </a:cubicBezTo>
                  <a:lnTo>
                    <a:pt x="10702" y="931"/>
                  </a:lnTo>
                  <a:cubicBezTo>
                    <a:pt x="10685" y="932"/>
                    <a:pt x="10668" y="933"/>
                    <a:pt x="10651" y="933"/>
                  </a:cubicBezTo>
                  <a:cubicBezTo>
                    <a:pt x="10567" y="933"/>
                    <a:pt x="10483" y="915"/>
                    <a:pt x="10406" y="880"/>
                  </a:cubicBezTo>
                  <a:cubicBezTo>
                    <a:pt x="10389" y="877"/>
                    <a:pt x="10378" y="875"/>
                    <a:pt x="10369" y="875"/>
                  </a:cubicBezTo>
                  <a:cubicBezTo>
                    <a:pt x="10332" y="875"/>
                    <a:pt x="10350" y="900"/>
                    <a:pt x="10329" y="914"/>
                  </a:cubicBezTo>
                  <a:cubicBezTo>
                    <a:pt x="10319" y="917"/>
                    <a:pt x="10309" y="919"/>
                    <a:pt x="10299" y="919"/>
                  </a:cubicBezTo>
                  <a:cubicBezTo>
                    <a:pt x="10266" y="919"/>
                    <a:pt x="10236" y="904"/>
                    <a:pt x="10203" y="904"/>
                  </a:cubicBezTo>
                  <a:cubicBezTo>
                    <a:pt x="10197" y="904"/>
                    <a:pt x="10191" y="904"/>
                    <a:pt x="10186" y="905"/>
                  </a:cubicBezTo>
                  <a:cubicBezTo>
                    <a:pt x="10186" y="931"/>
                    <a:pt x="10126" y="922"/>
                    <a:pt x="10126" y="948"/>
                  </a:cubicBezTo>
                  <a:lnTo>
                    <a:pt x="10050" y="939"/>
                  </a:lnTo>
                  <a:lnTo>
                    <a:pt x="10050" y="939"/>
                  </a:lnTo>
                  <a:cubicBezTo>
                    <a:pt x="10000" y="973"/>
                    <a:pt x="10143" y="956"/>
                    <a:pt x="10160" y="973"/>
                  </a:cubicBezTo>
                  <a:cubicBezTo>
                    <a:pt x="10181" y="994"/>
                    <a:pt x="10167" y="996"/>
                    <a:pt x="10150" y="996"/>
                  </a:cubicBezTo>
                  <a:cubicBezTo>
                    <a:pt x="10145" y="996"/>
                    <a:pt x="10141" y="996"/>
                    <a:pt x="10137" y="996"/>
                  </a:cubicBezTo>
                  <a:cubicBezTo>
                    <a:pt x="10125" y="996"/>
                    <a:pt x="10117" y="997"/>
                    <a:pt x="10126" y="1007"/>
                  </a:cubicBezTo>
                  <a:cubicBezTo>
                    <a:pt x="10194" y="1007"/>
                    <a:pt x="10194" y="982"/>
                    <a:pt x="10228" y="982"/>
                  </a:cubicBezTo>
                  <a:cubicBezTo>
                    <a:pt x="10262" y="982"/>
                    <a:pt x="10279" y="990"/>
                    <a:pt x="10279" y="1007"/>
                  </a:cubicBezTo>
                  <a:cubicBezTo>
                    <a:pt x="10260" y="1002"/>
                    <a:pt x="10246" y="1000"/>
                    <a:pt x="10236" y="1000"/>
                  </a:cubicBezTo>
                  <a:cubicBezTo>
                    <a:pt x="10199" y="1000"/>
                    <a:pt x="10203" y="1025"/>
                    <a:pt x="10159" y="1025"/>
                  </a:cubicBezTo>
                  <a:cubicBezTo>
                    <a:pt x="10155" y="1025"/>
                    <a:pt x="10149" y="1024"/>
                    <a:pt x="10143" y="1024"/>
                  </a:cubicBezTo>
                  <a:lnTo>
                    <a:pt x="10143" y="1015"/>
                  </a:lnTo>
                  <a:cubicBezTo>
                    <a:pt x="10143" y="1021"/>
                    <a:pt x="10138" y="1024"/>
                    <a:pt x="10129" y="1026"/>
                  </a:cubicBezTo>
                  <a:lnTo>
                    <a:pt x="10129" y="1026"/>
                  </a:lnTo>
                  <a:cubicBezTo>
                    <a:pt x="10076" y="1024"/>
                    <a:pt x="10024" y="1022"/>
                    <a:pt x="9972" y="1019"/>
                  </a:cubicBezTo>
                  <a:lnTo>
                    <a:pt x="9972" y="1019"/>
                  </a:lnTo>
                  <a:cubicBezTo>
                    <a:pt x="9975" y="1021"/>
                    <a:pt x="9979" y="1022"/>
                    <a:pt x="9983" y="1024"/>
                  </a:cubicBezTo>
                  <a:cubicBezTo>
                    <a:pt x="9989" y="1023"/>
                    <a:pt x="9998" y="1022"/>
                    <a:pt x="10007" y="1022"/>
                  </a:cubicBezTo>
                  <a:cubicBezTo>
                    <a:pt x="10037" y="1022"/>
                    <a:pt x="10078" y="1027"/>
                    <a:pt x="10107" y="1027"/>
                  </a:cubicBezTo>
                  <a:cubicBezTo>
                    <a:pt x="10116" y="1027"/>
                    <a:pt x="10123" y="1027"/>
                    <a:pt x="10129" y="1026"/>
                  </a:cubicBezTo>
                  <a:lnTo>
                    <a:pt x="10129" y="1026"/>
                  </a:lnTo>
                  <a:cubicBezTo>
                    <a:pt x="10168" y="1027"/>
                    <a:pt x="10207" y="1027"/>
                    <a:pt x="10246" y="1027"/>
                  </a:cubicBezTo>
                  <a:cubicBezTo>
                    <a:pt x="10294" y="1027"/>
                    <a:pt x="10342" y="1026"/>
                    <a:pt x="10389" y="1024"/>
                  </a:cubicBezTo>
                  <a:lnTo>
                    <a:pt x="10389" y="1024"/>
                  </a:lnTo>
                  <a:lnTo>
                    <a:pt x="10338" y="1041"/>
                  </a:lnTo>
                  <a:cubicBezTo>
                    <a:pt x="10382" y="1057"/>
                    <a:pt x="10414" y="1064"/>
                    <a:pt x="10439" y="1064"/>
                  </a:cubicBezTo>
                  <a:cubicBezTo>
                    <a:pt x="10514" y="1064"/>
                    <a:pt x="10524" y="1005"/>
                    <a:pt x="10600" y="998"/>
                  </a:cubicBezTo>
                  <a:lnTo>
                    <a:pt x="10600" y="998"/>
                  </a:lnTo>
                  <a:cubicBezTo>
                    <a:pt x="10558" y="1007"/>
                    <a:pt x="10575" y="1015"/>
                    <a:pt x="10609" y="1024"/>
                  </a:cubicBezTo>
                  <a:lnTo>
                    <a:pt x="10642" y="1024"/>
                  </a:lnTo>
                  <a:lnTo>
                    <a:pt x="10651" y="1032"/>
                  </a:lnTo>
                  <a:cubicBezTo>
                    <a:pt x="10659" y="1032"/>
                    <a:pt x="10668" y="1041"/>
                    <a:pt x="10676" y="1049"/>
                  </a:cubicBezTo>
                  <a:cubicBezTo>
                    <a:pt x="10711" y="1021"/>
                    <a:pt x="10758" y="1005"/>
                    <a:pt x="10807" y="1005"/>
                  </a:cubicBezTo>
                  <a:cubicBezTo>
                    <a:pt x="10817" y="1005"/>
                    <a:pt x="10827" y="1005"/>
                    <a:pt x="10837" y="1007"/>
                  </a:cubicBezTo>
                  <a:cubicBezTo>
                    <a:pt x="10829" y="1032"/>
                    <a:pt x="10786" y="1075"/>
                    <a:pt x="10812" y="1075"/>
                  </a:cubicBezTo>
                  <a:lnTo>
                    <a:pt x="10862" y="1058"/>
                  </a:lnTo>
                  <a:cubicBezTo>
                    <a:pt x="10868" y="1060"/>
                    <a:pt x="10877" y="1060"/>
                    <a:pt x="10886" y="1060"/>
                  </a:cubicBezTo>
                  <a:cubicBezTo>
                    <a:pt x="10903" y="1060"/>
                    <a:pt x="10923" y="1058"/>
                    <a:pt x="10937" y="1058"/>
                  </a:cubicBezTo>
                  <a:cubicBezTo>
                    <a:pt x="10950" y="1058"/>
                    <a:pt x="10959" y="1060"/>
                    <a:pt x="10955" y="1066"/>
                  </a:cubicBezTo>
                  <a:lnTo>
                    <a:pt x="10947" y="1066"/>
                  </a:lnTo>
                  <a:cubicBezTo>
                    <a:pt x="10949" y="1067"/>
                    <a:pt x="10951" y="1067"/>
                    <a:pt x="10954" y="1067"/>
                  </a:cubicBezTo>
                  <a:cubicBezTo>
                    <a:pt x="10979" y="1067"/>
                    <a:pt x="11037" y="1040"/>
                    <a:pt x="11015" y="1032"/>
                  </a:cubicBezTo>
                  <a:lnTo>
                    <a:pt x="11091" y="1024"/>
                  </a:lnTo>
                  <a:lnTo>
                    <a:pt x="11074" y="1032"/>
                  </a:lnTo>
                  <a:cubicBezTo>
                    <a:pt x="11081" y="1030"/>
                    <a:pt x="11087" y="1029"/>
                    <a:pt x="11090" y="1029"/>
                  </a:cubicBezTo>
                  <a:cubicBezTo>
                    <a:pt x="11099" y="1029"/>
                    <a:pt x="11099" y="1035"/>
                    <a:pt x="11099" y="1041"/>
                  </a:cubicBezTo>
                  <a:cubicBezTo>
                    <a:pt x="11108" y="1049"/>
                    <a:pt x="11108" y="1058"/>
                    <a:pt x="11108" y="1066"/>
                  </a:cubicBezTo>
                  <a:cubicBezTo>
                    <a:pt x="11116" y="1100"/>
                    <a:pt x="11099" y="1134"/>
                    <a:pt x="11082" y="1159"/>
                  </a:cubicBezTo>
                  <a:cubicBezTo>
                    <a:pt x="11080" y="1158"/>
                    <a:pt x="11077" y="1157"/>
                    <a:pt x="11073" y="1157"/>
                  </a:cubicBezTo>
                  <a:cubicBezTo>
                    <a:pt x="11050" y="1157"/>
                    <a:pt x="11006" y="1186"/>
                    <a:pt x="10992" y="1186"/>
                  </a:cubicBezTo>
                  <a:cubicBezTo>
                    <a:pt x="10985" y="1186"/>
                    <a:pt x="10985" y="1179"/>
                    <a:pt x="10998" y="1159"/>
                  </a:cubicBezTo>
                  <a:cubicBezTo>
                    <a:pt x="10999" y="1162"/>
                    <a:pt x="11002" y="1164"/>
                    <a:pt x="11006" y="1164"/>
                  </a:cubicBezTo>
                  <a:cubicBezTo>
                    <a:pt x="11022" y="1164"/>
                    <a:pt x="11053" y="1141"/>
                    <a:pt x="11074" y="1134"/>
                  </a:cubicBezTo>
                  <a:cubicBezTo>
                    <a:pt x="11099" y="1100"/>
                    <a:pt x="11074" y="1092"/>
                    <a:pt x="11074" y="1083"/>
                  </a:cubicBezTo>
                  <a:cubicBezTo>
                    <a:pt x="11032" y="1100"/>
                    <a:pt x="10989" y="1108"/>
                    <a:pt x="10947" y="1117"/>
                  </a:cubicBezTo>
                  <a:cubicBezTo>
                    <a:pt x="10972" y="1117"/>
                    <a:pt x="10947" y="1159"/>
                    <a:pt x="10922" y="1193"/>
                  </a:cubicBezTo>
                  <a:cubicBezTo>
                    <a:pt x="10905" y="1227"/>
                    <a:pt x="10888" y="1261"/>
                    <a:pt x="10922" y="1269"/>
                  </a:cubicBezTo>
                  <a:cubicBezTo>
                    <a:pt x="10896" y="1303"/>
                    <a:pt x="10871" y="1337"/>
                    <a:pt x="10845" y="1371"/>
                  </a:cubicBezTo>
                  <a:lnTo>
                    <a:pt x="10820" y="1405"/>
                  </a:lnTo>
                  <a:lnTo>
                    <a:pt x="10786" y="1447"/>
                  </a:lnTo>
                  <a:cubicBezTo>
                    <a:pt x="10761" y="1472"/>
                    <a:pt x="10736" y="1498"/>
                    <a:pt x="10710" y="1523"/>
                  </a:cubicBezTo>
                  <a:cubicBezTo>
                    <a:pt x="10716" y="1523"/>
                    <a:pt x="10725" y="1519"/>
                    <a:pt x="10731" y="1519"/>
                  </a:cubicBezTo>
                  <a:cubicBezTo>
                    <a:pt x="10734" y="1519"/>
                    <a:pt x="10736" y="1520"/>
                    <a:pt x="10736" y="1523"/>
                  </a:cubicBezTo>
                  <a:lnTo>
                    <a:pt x="10626" y="1599"/>
                  </a:lnTo>
                  <a:lnTo>
                    <a:pt x="10642" y="1574"/>
                  </a:lnTo>
                  <a:lnTo>
                    <a:pt x="10566" y="1616"/>
                  </a:lnTo>
                  <a:cubicBezTo>
                    <a:pt x="10549" y="1616"/>
                    <a:pt x="10575" y="1574"/>
                    <a:pt x="10583" y="1557"/>
                  </a:cubicBezTo>
                  <a:cubicBezTo>
                    <a:pt x="10594" y="1546"/>
                    <a:pt x="10604" y="1539"/>
                    <a:pt x="10609" y="1539"/>
                  </a:cubicBezTo>
                  <a:cubicBezTo>
                    <a:pt x="10611" y="1539"/>
                    <a:pt x="10612" y="1542"/>
                    <a:pt x="10609" y="1548"/>
                  </a:cubicBezTo>
                  <a:cubicBezTo>
                    <a:pt x="10619" y="1527"/>
                    <a:pt x="10621" y="1520"/>
                    <a:pt x="10617" y="1520"/>
                  </a:cubicBezTo>
                  <a:cubicBezTo>
                    <a:pt x="10610" y="1520"/>
                    <a:pt x="10578" y="1555"/>
                    <a:pt x="10568" y="1555"/>
                  </a:cubicBezTo>
                  <a:cubicBezTo>
                    <a:pt x="10564" y="1555"/>
                    <a:pt x="10563" y="1551"/>
                    <a:pt x="10566" y="1540"/>
                  </a:cubicBezTo>
                  <a:cubicBezTo>
                    <a:pt x="10583" y="1523"/>
                    <a:pt x="10600" y="1506"/>
                    <a:pt x="10609" y="1489"/>
                  </a:cubicBezTo>
                  <a:lnTo>
                    <a:pt x="10609" y="1489"/>
                  </a:lnTo>
                  <a:cubicBezTo>
                    <a:pt x="10532" y="1548"/>
                    <a:pt x="10532" y="1616"/>
                    <a:pt x="10456" y="1633"/>
                  </a:cubicBezTo>
                  <a:cubicBezTo>
                    <a:pt x="10431" y="1709"/>
                    <a:pt x="10380" y="1777"/>
                    <a:pt x="10313" y="1827"/>
                  </a:cubicBezTo>
                  <a:cubicBezTo>
                    <a:pt x="10315" y="1823"/>
                    <a:pt x="10315" y="1821"/>
                    <a:pt x="10315" y="1821"/>
                  </a:cubicBezTo>
                  <a:lnTo>
                    <a:pt x="10315" y="1821"/>
                  </a:lnTo>
                  <a:cubicBezTo>
                    <a:pt x="10311" y="1821"/>
                    <a:pt x="10279" y="1862"/>
                    <a:pt x="10267" y="1862"/>
                  </a:cubicBezTo>
                  <a:cubicBezTo>
                    <a:pt x="10262" y="1862"/>
                    <a:pt x="10260" y="1857"/>
                    <a:pt x="10262" y="1844"/>
                  </a:cubicBezTo>
                  <a:lnTo>
                    <a:pt x="10262" y="1844"/>
                  </a:lnTo>
                  <a:cubicBezTo>
                    <a:pt x="10252" y="1869"/>
                    <a:pt x="10224" y="1894"/>
                    <a:pt x="10203" y="1916"/>
                  </a:cubicBezTo>
                  <a:lnTo>
                    <a:pt x="10203" y="1916"/>
                  </a:lnTo>
                  <a:cubicBezTo>
                    <a:pt x="10213" y="1907"/>
                    <a:pt x="10225" y="1899"/>
                    <a:pt x="10236" y="1895"/>
                  </a:cubicBezTo>
                  <a:lnTo>
                    <a:pt x="10236" y="1895"/>
                  </a:lnTo>
                  <a:cubicBezTo>
                    <a:pt x="10211" y="1929"/>
                    <a:pt x="10219" y="1946"/>
                    <a:pt x="10186" y="1971"/>
                  </a:cubicBezTo>
                  <a:lnTo>
                    <a:pt x="10177" y="1971"/>
                  </a:lnTo>
                  <a:cubicBezTo>
                    <a:pt x="10152" y="2030"/>
                    <a:pt x="10211" y="2039"/>
                    <a:pt x="10135" y="2115"/>
                  </a:cubicBezTo>
                  <a:cubicBezTo>
                    <a:pt x="10086" y="2168"/>
                    <a:pt x="10062" y="2188"/>
                    <a:pt x="10051" y="2188"/>
                  </a:cubicBezTo>
                  <a:cubicBezTo>
                    <a:pt x="10024" y="2188"/>
                    <a:pt x="10100" y="2047"/>
                    <a:pt x="10079" y="2047"/>
                  </a:cubicBezTo>
                  <a:cubicBezTo>
                    <a:pt x="10078" y="2047"/>
                    <a:pt x="10077" y="2047"/>
                    <a:pt x="10076" y="2047"/>
                  </a:cubicBezTo>
                  <a:cubicBezTo>
                    <a:pt x="10084" y="2064"/>
                    <a:pt x="10000" y="2166"/>
                    <a:pt x="9949" y="2191"/>
                  </a:cubicBezTo>
                  <a:lnTo>
                    <a:pt x="9949" y="2174"/>
                  </a:lnTo>
                  <a:cubicBezTo>
                    <a:pt x="9932" y="2200"/>
                    <a:pt x="9915" y="2234"/>
                    <a:pt x="9881" y="2242"/>
                  </a:cubicBezTo>
                  <a:cubicBezTo>
                    <a:pt x="9890" y="2276"/>
                    <a:pt x="9890" y="2310"/>
                    <a:pt x="9881" y="2343"/>
                  </a:cubicBezTo>
                  <a:lnTo>
                    <a:pt x="9788" y="2428"/>
                  </a:lnTo>
                  <a:lnTo>
                    <a:pt x="9788" y="2428"/>
                  </a:lnTo>
                  <a:lnTo>
                    <a:pt x="9797" y="2403"/>
                  </a:lnTo>
                  <a:lnTo>
                    <a:pt x="9797" y="2403"/>
                  </a:lnTo>
                  <a:cubicBezTo>
                    <a:pt x="9788" y="2428"/>
                    <a:pt x="9763" y="2445"/>
                    <a:pt x="9746" y="2462"/>
                  </a:cubicBezTo>
                  <a:cubicBezTo>
                    <a:pt x="9729" y="2453"/>
                    <a:pt x="9754" y="2437"/>
                    <a:pt x="9780" y="2403"/>
                  </a:cubicBezTo>
                  <a:cubicBezTo>
                    <a:pt x="9754" y="2403"/>
                    <a:pt x="9737" y="2420"/>
                    <a:pt x="9729" y="2453"/>
                  </a:cubicBezTo>
                  <a:lnTo>
                    <a:pt x="9737" y="2445"/>
                  </a:lnTo>
                  <a:lnTo>
                    <a:pt x="9737" y="2445"/>
                  </a:lnTo>
                  <a:cubicBezTo>
                    <a:pt x="9724" y="2465"/>
                    <a:pt x="9677" y="2535"/>
                    <a:pt x="9699" y="2535"/>
                  </a:cubicBezTo>
                  <a:cubicBezTo>
                    <a:pt x="9705" y="2535"/>
                    <a:pt x="9714" y="2531"/>
                    <a:pt x="9729" y="2521"/>
                  </a:cubicBezTo>
                  <a:lnTo>
                    <a:pt x="9729" y="2521"/>
                  </a:lnTo>
                  <a:cubicBezTo>
                    <a:pt x="9687" y="2580"/>
                    <a:pt x="9644" y="2563"/>
                    <a:pt x="9610" y="2606"/>
                  </a:cubicBezTo>
                  <a:cubicBezTo>
                    <a:pt x="9602" y="2589"/>
                    <a:pt x="9627" y="2563"/>
                    <a:pt x="9602" y="2563"/>
                  </a:cubicBezTo>
                  <a:cubicBezTo>
                    <a:pt x="9568" y="2589"/>
                    <a:pt x="9543" y="2614"/>
                    <a:pt x="9517" y="2640"/>
                  </a:cubicBezTo>
                  <a:cubicBezTo>
                    <a:pt x="9523" y="2637"/>
                    <a:pt x="9527" y="2635"/>
                    <a:pt x="9530" y="2635"/>
                  </a:cubicBezTo>
                  <a:cubicBezTo>
                    <a:pt x="9537" y="2635"/>
                    <a:pt x="9534" y="2645"/>
                    <a:pt x="9541" y="2645"/>
                  </a:cubicBezTo>
                  <a:cubicBezTo>
                    <a:pt x="9545" y="2645"/>
                    <a:pt x="9553" y="2641"/>
                    <a:pt x="9568" y="2631"/>
                  </a:cubicBezTo>
                  <a:lnTo>
                    <a:pt x="9568" y="2631"/>
                  </a:lnTo>
                  <a:cubicBezTo>
                    <a:pt x="9560" y="2656"/>
                    <a:pt x="9517" y="2690"/>
                    <a:pt x="9526" y="2699"/>
                  </a:cubicBezTo>
                  <a:cubicBezTo>
                    <a:pt x="9534" y="2682"/>
                    <a:pt x="9551" y="2665"/>
                    <a:pt x="9577" y="2656"/>
                  </a:cubicBezTo>
                  <a:lnTo>
                    <a:pt x="9577" y="2656"/>
                  </a:lnTo>
                  <a:cubicBezTo>
                    <a:pt x="9534" y="2707"/>
                    <a:pt x="9475" y="2750"/>
                    <a:pt x="9424" y="2775"/>
                  </a:cubicBezTo>
                  <a:cubicBezTo>
                    <a:pt x="9424" y="2766"/>
                    <a:pt x="9424" y="2766"/>
                    <a:pt x="9424" y="2758"/>
                  </a:cubicBezTo>
                  <a:cubicBezTo>
                    <a:pt x="9382" y="2834"/>
                    <a:pt x="9280" y="2910"/>
                    <a:pt x="9255" y="2969"/>
                  </a:cubicBezTo>
                  <a:lnTo>
                    <a:pt x="9280" y="2961"/>
                  </a:lnTo>
                  <a:cubicBezTo>
                    <a:pt x="9289" y="2936"/>
                    <a:pt x="9314" y="2919"/>
                    <a:pt x="9340" y="2910"/>
                  </a:cubicBezTo>
                  <a:lnTo>
                    <a:pt x="9340" y="2910"/>
                  </a:lnTo>
                  <a:cubicBezTo>
                    <a:pt x="9319" y="2936"/>
                    <a:pt x="9331" y="2936"/>
                    <a:pt x="9344" y="2936"/>
                  </a:cubicBezTo>
                  <a:cubicBezTo>
                    <a:pt x="9357" y="2936"/>
                    <a:pt x="9369" y="2936"/>
                    <a:pt x="9348" y="2961"/>
                  </a:cubicBezTo>
                  <a:cubicBezTo>
                    <a:pt x="9289" y="3029"/>
                    <a:pt x="9196" y="3054"/>
                    <a:pt x="9179" y="3113"/>
                  </a:cubicBezTo>
                  <a:cubicBezTo>
                    <a:pt x="9255" y="3063"/>
                    <a:pt x="9357" y="3003"/>
                    <a:pt x="9374" y="2969"/>
                  </a:cubicBezTo>
                  <a:lnTo>
                    <a:pt x="9374" y="2969"/>
                  </a:lnTo>
                  <a:lnTo>
                    <a:pt x="9331" y="3003"/>
                  </a:lnTo>
                  <a:lnTo>
                    <a:pt x="9407" y="2885"/>
                  </a:lnTo>
                  <a:cubicBezTo>
                    <a:pt x="9408" y="2885"/>
                    <a:pt x="9408" y="2885"/>
                    <a:pt x="9409" y="2885"/>
                  </a:cubicBezTo>
                  <a:cubicBezTo>
                    <a:pt x="9421" y="2885"/>
                    <a:pt x="9473" y="2823"/>
                    <a:pt x="9495" y="2823"/>
                  </a:cubicBezTo>
                  <a:cubicBezTo>
                    <a:pt x="9497" y="2823"/>
                    <a:pt x="9499" y="2824"/>
                    <a:pt x="9500" y="2826"/>
                  </a:cubicBezTo>
                  <a:cubicBezTo>
                    <a:pt x="9467" y="2860"/>
                    <a:pt x="9441" y="2885"/>
                    <a:pt x="9416" y="2910"/>
                  </a:cubicBezTo>
                  <a:cubicBezTo>
                    <a:pt x="9416" y="2911"/>
                    <a:pt x="9417" y="2911"/>
                    <a:pt x="9418" y="2911"/>
                  </a:cubicBezTo>
                  <a:cubicBezTo>
                    <a:pt x="9433" y="2911"/>
                    <a:pt x="9511" y="2841"/>
                    <a:pt x="9551" y="2809"/>
                  </a:cubicBezTo>
                  <a:lnTo>
                    <a:pt x="9551" y="2809"/>
                  </a:lnTo>
                  <a:lnTo>
                    <a:pt x="9500" y="2843"/>
                  </a:lnTo>
                  <a:cubicBezTo>
                    <a:pt x="9560" y="2758"/>
                    <a:pt x="9670" y="2673"/>
                    <a:pt x="9737" y="2597"/>
                  </a:cubicBezTo>
                  <a:lnTo>
                    <a:pt x="9737" y="2597"/>
                  </a:lnTo>
                  <a:cubicBezTo>
                    <a:pt x="9726" y="2612"/>
                    <a:pt x="9724" y="2618"/>
                    <a:pt x="9728" y="2618"/>
                  </a:cubicBezTo>
                  <a:cubicBezTo>
                    <a:pt x="9738" y="2618"/>
                    <a:pt x="9786" y="2581"/>
                    <a:pt x="9798" y="2581"/>
                  </a:cubicBezTo>
                  <a:cubicBezTo>
                    <a:pt x="9803" y="2581"/>
                    <a:pt x="9803" y="2585"/>
                    <a:pt x="9797" y="2597"/>
                  </a:cubicBezTo>
                  <a:cubicBezTo>
                    <a:pt x="9780" y="2631"/>
                    <a:pt x="9737" y="2640"/>
                    <a:pt x="9754" y="2640"/>
                  </a:cubicBezTo>
                  <a:cubicBezTo>
                    <a:pt x="9756" y="2644"/>
                    <a:pt x="9758" y="2645"/>
                    <a:pt x="9760" y="2645"/>
                  </a:cubicBezTo>
                  <a:cubicBezTo>
                    <a:pt x="9773" y="2645"/>
                    <a:pt x="9802" y="2597"/>
                    <a:pt x="9830" y="2597"/>
                  </a:cubicBezTo>
                  <a:cubicBezTo>
                    <a:pt x="9823" y="2583"/>
                    <a:pt x="9878" y="2524"/>
                    <a:pt x="9856" y="2524"/>
                  </a:cubicBezTo>
                  <a:cubicBezTo>
                    <a:pt x="9853" y="2524"/>
                    <a:pt x="9847" y="2526"/>
                    <a:pt x="9839" y="2530"/>
                  </a:cubicBezTo>
                  <a:cubicBezTo>
                    <a:pt x="9873" y="2513"/>
                    <a:pt x="9915" y="2445"/>
                    <a:pt x="9957" y="2428"/>
                  </a:cubicBezTo>
                  <a:cubicBezTo>
                    <a:pt x="9923" y="2411"/>
                    <a:pt x="10008" y="2352"/>
                    <a:pt x="10008" y="2335"/>
                  </a:cubicBezTo>
                  <a:cubicBezTo>
                    <a:pt x="10025" y="2318"/>
                    <a:pt x="10042" y="2310"/>
                    <a:pt x="10059" y="2310"/>
                  </a:cubicBezTo>
                  <a:cubicBezTo>
                    <a:pt x="10033" y="2343"/>
                    <a:pt x="10008" y="2386"/>
                    <a:pt x="9974" y="2437"/>
                  </a:cubicBezTo>
                  <a:cubicBezTo>
                    <a:pt x="9957" y="2445"/>
                    <a:pt x="9923" y="2470"/>
                    <a:pt x="9940" y="2470"/>
                  </a:cubicBezTo>
                  <a:lnTo>
                    <a:pt x="9940" y="2479"/>
                  </a:lnTo>
                  <a:cubicBezTo>
                    <a:pt x="9881" y="2572"/>
                    <a:pt x="9813" y="2665"/>
                    <a:pt x="9780" y="2707"/>
                  </a:cubicBezTo>
                  <a:lnTo>
                    <a:pt x="9788" y="2682"/>
                  </a:lnTo>
                  <a:lnTo>
                    <a:pt x="9788" y="2682"/>
                  </a:lnTo>
                  <a:cubicBezTo>
                    <a:pt x="9754" y="2758"/>
                    <a:pt x="9661" y="2792"/>
                    <a:pt x="9619" y="2868"/>
                  </a:cubicBezTo>
                  <a:cubicBezTo>
                    <a:pt x="9619" y="2868"/>
                    <a:pt x="9619" y="2860"/>
                    <a:pt x="9616" y="2860"/>
                  </a:cubicBezTo>
                  <a:cubicBezTo>
                    <a:pt x="9615" y="2860"/>
                    <a:pt x="9613" y="2862"/>
                    <a:pt x="9610" y="2868"/>
                  </a:cubicBezTo>
                  <a:cubicBezTo>
                    <a:pt x="9548" y="2912"/>
                    <a:pt x="9532" y="2960"/>
                    <a:pt x="9493" y="2996"/>
                  </a:cubicBezTo>
                  <a:lnTo>
                    <a:pt x="9493" y="2996"/>
                  </a:lnTo>
                  <a:cubicBezTo>
                    <a:pt x="9506" y="2984"/>
                    <a:pt x="9520" y="2973"/>
                    <a:pt x="9534" y="2961"/>
                  </a:cubicBezTo>
                  <a:lnTo>
                    <a:pt x="9534" y="2961"/>
                  </a:lnTo>
                  <a:cubicBezTo>
                    <a:pt x="9517" y="3003"/>
                    <a:pt x="9484" y="3037"/>
                    <a:pt x="9450" y="3063"/>
                  </a:cubicBezTo>
                  <a:lnTo>
                    <a:pt x="9467" y="3088"/>
                  </a:lnTo>
                  <a:cubicBezTo>
                    <a:pt x="9441" y="3147"/>
                    <a:pt x="9374" y="3147"/>
                    <a:pt x="9348" y="3198"/>
                  </a:cubicBezTo>
                  <a:lnTo>
                    <a:pt x="9407" y="3173"/>
                  </a:lnTo>
                  <a:lnTo>
                    <a:pt x="9407" y="3181"/>
                  </a:lnTo>
                  <a:cubicBezTo>
                    <a:pt x="9424" y="3173"/>
                    <a:pt x="9433" y="3156"/>
                    <a:pt x="9441" y="3139"/>
                  </a:cubicBezTo>
                  <a:cubicBezTo>
                    <a:pt x="9478" y="3094"/>
                    <a:pt x="9522" y="3069"/>
                    <a:pt x="9571" y="3069"/>
                  </a:cubicBezTo>
                  <a:cubicBezTo>
                    <a:pt x="9579" y="3069"/>
                    <a:pt x="9586" y="3070"/>
                    <a:pt x="9593" y="3071"/>
                  </a:cubicBezTo>
                  <a:cubicBezTo>
                    <a:pt x="9601" y="3067"/>
                    <a:pt x="9606" y="3065"/>
                    <a:pt x="9609" y="3065"/>
                  </a:cubicBezTo>
                  <a:cubicBezTo>
                    <a:pt x="9626" y="3065"/>
                    <a:pt x="9605" y="3106"/>
                    <a:pt x="9619" y="3113"/>
                  </a:cubicBezTo>
                  <a:cubicBezTo>
                    <a:pt x="9670" y="3071"/>
                    <a:pt x="9644" y="3046"/>
                    <a:pt x="9695" y="2995"/>
                  </a:cubicBezTo>
                  <a:cubicBezTo>
                    <a:pt x="9700" y="2993"/>
                    <a:pt x="9703" y="2993"/>
                    <a:pt x="9706" y="2993"/>
                  </a:cubicBezTo>
                  <a:cubicBezTo>
                    <a:pt x="9712" y="2993"/>
                    <a:pt x="9713" y="2996"/>
                    <a:pt x="9711" y="3000"/>
                  </a:cubicBezTo>
                  <a:lnTo>
                    <a:pt x="9711" y="3000"/>
                  </a:lnTo>
                  <a:lnTo>
                    <a:pt x="9737" y="2961"/>
                  </a:lnTo>
                  <a:cubicBezTo>
                    <a:pt x="9738" y="2961"/>
                    <a:pt x="9738" y="2962"/>
                    <a:pt x="9739" y="2962"/>
                  </a:cubicBezTo>
                  <a:cubicBezTo>
                    <a:pt x="9751" y="2962"/>
                    <a:pt x="9794" y="2930"/>
                    <a:pt x="9805" y="2930"/>
                  </a:cubicBezTo>
                  <a:cubicBezTo>
                    <a:pt x="9810" y="2930"/>
                    <a:pt x="9809" y="2936"/>
                    <a:pt x="9797" y="2953"/>
                  </a:cubicBezTo>
                  <a:lnTo>
                    <a:pt x="9763" y="2986"/>
                  </a:lnTo>
                  <a:cubicBezTo>
                    <a:pt x="9843" y="2943"/>
                    <a:pt x="9961" y="2861"/>
                    <a:pt x="10003" y="2861"/>
                  </a:cubicBezTo>
                  <a:cubicBezTo>
                    <a:pt x="10009" y="2861"/>
                    <a:pt x="10014" y="2863"/>
                    <a:pt x="10016" y="2868"/>
                  </a:cubicBezTo>
                  <a:cubicBezTo>
                    <a:pt x="10059" y="2834"/>
                    <a:pt x="10042" y="2834"/>
                    <a:pt x="10110" y="2783"/>
                  </a:cubicBezTo>
                  <a:cubicBezTo>
                    <a:pt x="10126" y="2741"/>
                    <a:pt x="10076" y="2750"/>
                    <a:pt x="10135" y="2673"/>
                  </a:cubicBezTo>
                  <a:lnTo>
                    <a:pt x="10135" y="2673"/>
                  </a:lnTo>
                  <a:lnTo>
                    <a:pt x="10076" y="2716"/>
                  </a:lnTo>
                  <a:cubicBezTo>
                    <a:pt x="10067" y="2733"/>
                    <a:pt x="10059" y="2741"/>
                    <a:pt x="10050" y="2758"/>
                  </a:cubicBezTo>
                  <a:lnTo>
                    <a:pt x="10110" y="2707"/>
                  </a:lnTo>
                  <a:lnTo>
                    <a:pt x="10110" y="2707"/>
                  </a:lnTo>
                  <a:cubicBezTo>
                    <a:pt x="10076" y="2741"/>
                    <a:pt x="10093" y="2750"/>
                    <a:pt x="10093" y="2775"/>
                  </a:cubicBezTo>
                  <a:cubicBezTo>
                    <a:pt x="10042" y="2817"/>
                    <a:pt x="9974" y="2851"/>
                    <a:pt x="9906" y="2876"/>
                  </a:cubicBezTo>
                  <a:cubicBezTo>
                    <a:pt x="9923" y="2843"/>
                    <a:pt x="9974" y="2800"/>
                    <a:pt x="9932" y="2800"/>
                  </a:cubicBezTo>
                  <a:cubicBezTo>
                    <a:pt x="10000" y="2775"/>
                    <a:pt x="9974" y="2733"/>
                    <a:pt x="10042" y="2707"/>
                  </a:cubicBezTo>
                  <a:lnTo>
                    <a:pt x="10042" y="2724"/>
                  </a:lnTo>
                  <a:cubicBezTo>
                    <a:pt x="10067" y="2665"/>
                    <a:pt x="10093" y="2682"/>
                    <a:pt x="10118" y="2640"/>
                  </a:cubicBezTo>
                  <a:lnTo>
                    <a:pt x="10126" y="2640"/>
                  </a:lnTo>
                  <a:cubicBezTo>
                    <a:pt x="10154" y="2605"/>
                    <a:pt x="10153" y="2600"/>
                    <a:pt x="10147" y="2600"/>
                  </a:cubicBezTo>
                  <a:cubicBezTo>
                    <a:pt x="10145" y="2600"/>
                    <a:pt x="10141" y="2601"/>
                    <a:pt x="10139" y="2601"/>
                  </a:cubicBezTo>
                  <a:cubicBezTo>
                    <a:pt x="10131" y="2601"/>
                    <a:pt x="10126" y="2595"/>
                    <a:pt x="10152" y="2555"/>
                  </a:cubicBezTo>
                  <a:cubicBezTo>
                    <a:pt x="10171" y="2538"/>
                    <a:pt x="10183" y="2532"/>
                    <a:pt x="10192" y="2532"/>
                  </a:cubicBezTo>
                  <a:cubicBezTo>
                    <a:pt x="10212" y="2532"/>
                    <a:pt x="10210" y="2564"/>
                    <a:pt x="10224" y="2564"/>
                  </a:cubicBezTo>
                  <a:cubicBezTo>
                    <a:pt x="10225" y="2564"/>
                    <a:pt x="10227" y="2564"/>
                    <a:pt x="10228" y="2563"/>
                  </a:cubicBezTo>
                  <a:lnTo>
                    <a:pt x="10228" y="2563"/>
                  </a:lnTo>
                  <a:cubicBezTo>
                    <a:pt x="10143" y="2690"/>
                    <a:pt x="10270" y="2597"/>
                    <a:pt x="10160" y="2724"/>
                  </a:cubicBezTo>
                  <a:cubicBezTo>
                    <a:pt x="10166" y="2732"/>
                    <a:pt x="10174" y="2736"/>
                    <a:pt x="10183" y="2736"/>
                  </a:cubicBezTo>
                  <a:cubicBezTo>
                    <a:pt x="10211" y="2736"/>
                    <a:pt x="10253" y="2699"/>
                    <a:pt x="10304" y="2648"/>
                  </a:cubicBezTo>
                  <a:lnTo>
                    <a:pt x="10304" y="2648"/>
                  </a:lnTo>
                  <a:cubicBezTo>
                    <a:pt x="10295" y="2653"/>
                    <a:pt x="10288" y="2656"/>
                    <a:pt x="10283" y="2656"/>
                  </a:cubicBezTo>
                  <a:cubicBezTo>
                    <a:pt x="10261" y="2656"/>
                    <a:pt x="10270" y="2615"/>
                    <a:pt x="10244" y="2615"/>
                  </a:cubicBezTo>
                  <a:cubicBezTo>
                    <a:pt x="10238" y="2615"/>
                    <a:pt x="10230" y="2617"/>
                    <a:pt x="10219" y="2623"/>
                  </a:cubicBezTo>
                  <a:cubicBezTo>
                    <a:pt x="10304" y="2521"/>
                    <a:pt x="10245" y="2470"/>
                    <a:pt x="10372" y="2394"/>
                  </a:cubicBezTo>
                  <a:lnTo>
                    <a:pt x="10372" y="2403"/>
                  </a:lnTo>
                  <a:lnTo>
                    <a:pt x="10397" y="2343"/>
                  </a:lnTo>
                  <a:lnTo>
                    <a:pt x="10465" y="2293"/>
                  </a:lnTo>
                  <a:lnTo>
                    <a:pt x="10465" y="2293"/>
                  </a:lnTo>
                  <a:cubicBezTo>
                    <a:pt x="10456" y="2360"/>
                    <a:pt x="10397" y="2386"/>
                    <a:pt x="10389" y="2428"/>
                  </a:cubicBezTo>
                  <a:lnTo>
                    <a:pt x="10389" y="2428"/>
                  </a:lnTo>
                  <a:cubicBezTo>
                    <a:pt x="10482" y="2386"/>
                    <a:pt x="10456" y="2310"/>
                    <a:pt x="10541" y="2234"/>
                  </a:cubicBezTo>
                  <a:cubicBezTo>
                    <a:pt x="10554" y="2228"/>
                    <a:pt x="10562" y="2226"/>
                    <a:pt x="10567" y="2226"/>
                  </a:cubicBezTo>
                  <a:cubicBezTo>
                    <a:pt x="10603" y="2226"/>
                    <a:pt x="10476" y="2338"/>
                    <a:pt x="10499" y="2360"/>
                  </a:cubicBezTo>
                  <a:cubicBezTo>
                    <a:pt x="10506" y="2340"/>
                    <a:pt x="10552" y="2314"/>
                    <a:pt x="10569" y="2314"/>
                  </a:cubicBezTo>
                  <a:cubicBezTo>
                    <a:pt x="10572" y="2314"/>
                    <a:pt x="10575" y="2315"/>
                    <a:pt x="10575" y="2318"/>
                  </a:cubicBezTo>
                  <a:cubicBezTo>
                    <a:pt x="10482" y="2386"/>
                    <a:pt x="10541" y="2377"/>
                    <a:pt x="10439" y="2453"/>
                  </a:cubicBezTo>
                  <a:cubicBezTo>
                    <a:pt x="10453" y="2433"/>
                    <a:pt x="10453" y="2427"/>
                    <a:pt x="10448" y="2427"/>
                  </a:cubicBezTo>
                  <a:cubicBezTo>
                    <a:pt x="10443" y="2427"/>
                    <a:pt x="10433" y="2432"/>
                    <a:pt x="10427" y="2432"/>
                  </a:cubicBezTo>
                  <a:cubicBezTo>
                    <a:pt x="10424" y="2432"/>
                    <a:pt x="10423" y="2431"/>
                    <a:pt x="10423" y="2428"/>
                  </a:cubicBezTo>
                  <a:cubicBezTo>
                    <a:pt x="10380" y="2487"/>
                    <a:pt x="10329" y="2538"/>
                    <a:pt x="10279" y="2580"/>
                  </a:cubicBezTo>
                  <a:cubicBezTo>
                    <a:pt x="10279" y="2588"/>
                    <a:pt x="10281" y="2591"/>
                    <a:pt x="10286" y="2591"/>
                  </a:cubicBezTo>
                  <a:cubicBezTo>
                    <a:pt x="10303" y="2591"/>
                    <a:pt x="10347" y="2550"/>
                    <a:pt x="10380" y="2530"/>
                  </a:cubicBezTo>
                  <a:cubicBezTo>
                    <a:pt x="10431" y="2437"/>
                    <a:pt x="10541" y="2403"/>
                    <a:pt x="10566" y="2327"/>
                  </a:cubicBezTo>
                  <a:cubicBezTo>
                    <a:pt x="10590" y="2303"/>
                    <a:pt x="10601" y="2295"/>
                    <a:pt x="10606" y="2295"/>
                  </a:cubicBezTo>
                  <a:cubicBezTo>
                    <a:pt x="10617" y="2295"/>
                    <a:pt x="10594" y="2335"/>
                    <a:pt x="10600" y="2335"/>
                  </a:cubicBezTo>
                  <a:cubicBezTo>
                    <a:pt x="10676" y="2284"/>
                    <a:pt x="10609" y="2293"/>
                    <a:pt x="10626" y="2267"/>
                  </a:cubicBezTo>
                  <a:cubicBezTo>
                    <a:pt x="10710" y="2157"/>
                    <a:pt x="10761" y="2174"/>
                    <a:pt x="10829" y="2107"/>
                  </a:cubicBezTo>
                  <a:cubicBezTo>
                    <a:pt x="10913" y="1980"/>
                    <a:pt x="11006" y="1870"/>
                    <a:pt x="11108" y="1768"/>
                  </a:cubicBezTo>
                  <a:cubicBezTo>
                    <a:pt x="11108" y="1783"/>
                    <a:pt x="11114" y="1787"/>
                    <a:pt x="11122" y="1787"/>
                  </a:cubicBezTo>
                  <a:cubicBezTo>
                    <a:pt x="11128" y="1787"/>
                    <a:pt x="11135" y="1785"/>
                    <a:pt x="11142" y="1785"/>
                  </a:cubicBezTo>
                  <a:cubicBezTo>
                    <a:pt x="11142" y="1760"/>
                    <a:pt x="11150" y="1734"/>
                    <a:pt x="11158" y="1709"/>
                  </a:cubicBezTo>
                  <a:cubicBezTo>
                    <a:pt x="11167" y="1684"/>
                    <a:pt x="11192" y="1658"/>
                    <a:pt x="11226" y="1591"/>
                  </a:cubicBezTo>
                  <a:lnTo>
                    <a:pt x="11226" y="1591"/>
                  </a:lnTo>
                  <a:lnTo>
                    <a:pt x="11125" y="1684"/>
                  </a:lnTo>
                  <a:cubicBezTo>
                    <a:pt x="11192" y="1599"/>
                    <a:pt x="11209" y="1514"/>
                    <a:pt x="11294" y="1455"/>
                  </a:cubicBezTo>
                  <a:lnTo>
                    <a:pt x="11294" y="1455"/>
                  </a:lnTo>
                  <a:cubicBezTo>
                    <a:pt x="11275" y="1466"/>
                    <a:pt x="11264" y="1471"/>
                    <a:pt x="11257" y="1471"/>
                  </a:cubicBezTo>
                  <a:cubicBezTo>
                    <a:pt x="11220" y="1471"/>
                    <a:pt x="11365" y="1304"/>
                    <a:pt x="11387" y="1261"/>
                  </a:cubicBezTo>
                  <a:cubicBezTo>
                    <a:pt x="11471" y="1176"/>
                    <a:pt x="11488" y="1108"/>
                    <a:pt x="11556" y="1058"/>
                  </a:cubicBezTo>
                  <a:lnTo>
                    <a:pt x="11556" y="1066"/>
                  </a:lnTo>
                  <a:lnTo>
                    <a:pt x="11658" y="948"/>
                  </a:lnTo>
                  <a:lnTo>
                    <a:pt x="11717" y="948"/>
                  </a:lnTo>
                  <a:cubicBezTo>
                    <a:pt x="11793" y="865"/>
                    <a:pt x="11824" y="793"/>
                    <a:pt x="11805" y="793"/>
                  </a:cubicBezTo>
                  <a:cubicBezTo>
                    <a:pt x="11800" y="793"/>
                    <a:pt x="11794" y="796"/>
                    <a:pt x="11784" y="804"/>
                  </a:cubicBezTo>
                  <a:cubicBezTo>
                    <a:pt x="11878" y="711"/>
                    <a:pt x="11844" y="753"/>
                    <a:pt x="11894" y="728"/>
                  </a:cubicBezTo>
                  <a:lnTo>
                    <a:pt x="11894" y="728"/>
                  </a:lnTo>
                  <a:cubicBezTo>
                    <a:pt x="11878" y="802"/>
                    <a:pt x="11838" y="868"/>
                    <a:pt x="11773" y="910"/>
                  </a:cubicBezTo>
                  <a:lnTo>
                    <a:pt x="11773" y="910"/>
                  </a:lnTo>
                  <a:cubicBezTo>
                    <a:pt x="11786" y="900"/>
                    <a:pt x="11793" y="880"/>
                    <a:pt x="11793" y="880"/>
                  </a:cubicBezTo>
                  <a:lnTo>
                    <a:pt x="11793" y="880"/>
                  </a:lnTo>
                  <a:cubicBezTo>
                    <a:pt x="11690" y="1003"/>
                    <a:pt x="11693" y="1021"/>
                    <a:pt x="11714" y="1021"/>
                  </a:cubicBezTo>
                  <a:cubicBezTo>
                    <a:pt x="11722" y="1021"/>
                    <a:pt x="11733" y="1018"/>
                    <a:pt x="11741" y="1018"/>
                  </a:cubicBezTo>
                  <a:cubicBezTo>
                    <a:pt x="11755" y="1018"/>
                    <a:pt x="11761" y="1026"/>
                    <a:pt x="11734" y="1066"/>
                  </a:cubicBezTo>
                  <a:cubicBezTo>
                    <a:pt x="11793" y="1007"/>
                    <a:pt x="11852" y="939"/>
                    <a:pt x="11903" y="872"/>
                  </a:cubicBezTo>
                  <a:cubicBezTo>
                    <a:pt x="11945" y="795"/>
                    <a:pt x="11987" y="728"/>
                    <a:pt x="12030" y="643"/>
                  </a:cubicBezTo>
                  <a:lnTo>
                    <a:pt x="12030" y="643"/>
                  </a:lnTo>
                  <a:cubicBezTo>
                    <a:pt x="11979" y="728"/>
                    <a:pt x="11911" y="804"/>
                    <a:pt x="11835" y="872"/>
                  </a:cubicBezTo>
                  <a:cubicBezTo>
                    <a:pt x="11894" y="804"/>
                    <a:pt x="11852" y="812"/>
                    <a:pt x="11920" y="753"/>
                  </a:cubicBezTo>
                  <a:lnTo>
                    <a:pt x="11920" y="762"/>
                  </a:lnTo>
                  <a:lnTo>
                    <a:pt x="11945" y="711"/>
                  </a:lnTo>
                  <a:cubicBezTo>
                    <a:pt x="11962" y="694"/>
                    <a:pt x="11979" y="685"/>
                    <a:pt x="11987" y="669"/>
                  </a:cubicBezTo>
                  <a:lnTo>
                    <a:pt x="12013" y="635"/>
                  </a:lnTo>
                  <a:lnTo>
                    <a:pt x="11996" y="635"/>
                  </a:lnTo>
                  <a:cubicBezTo>
                    <a:pt x="11962" y="626"/>
                    <a:pt x="11945" y="618"/>
                    <a:pt x="12038" y="618"/>
                  </a:cubicBezTo>
                  <a:cubicBezTo>
                    <a:pt x="12013" y="616"/>
                    <a:pt x="11994" y="615"/>
                    <a:pt x="11980" y="615"/>
                  </a:cubicBezTo>
                  <a:cubicBezTo>
                    <a:pt x="11922" y="615"/>
                    <a:pt x="11930" y="626"/>
                    <a:pt x="11835" y="626"/>
                  </a:cubicBezTo>
                  <a:lnTo>
                    <a:pt x="11928" y="643"/>
                  </a:lnTo>
                  <a:cubicBezTo>
                    <a:pt x="11954" y="652"/>
                    <a:pt x="12013" y="635"/>
                    <a:pt x="11962" y="677"/>
                  </a:cubicBezTo>
                  <a:lnTo>
                    <a:pt x="11920" y="694"/>
                  </a:lnTo>
                  <a:cubicBezTo>
                    <a:pt x="11920" y="694"/>
                    <a:pt x="11920" y="685"/>
                    <a:pt x="11920" y="685"/>
                  </a:cubicBezTo>
                  <a:lnTo>
                    <a:pt x="11869" y="685"/>
                  </a:lnTo>
                  <a:cubicBezTo>
                    <a:pt x="11844" y="677"/>
                    <a:pt x="11818" y="669"/>
                    <a:pt x="11793" y="669"/>
                  </a:cubicBezTo>
                  <a:lnTo>
                    <a:pt x="11751" y="694"/>
                  </a:lnTo>
                  <a:lnTo>
                    <a:pt x="11658" y="660"/>
                  </a:lnTo>
                  <a:cubicBezTo>
                    <a:pt x="11652" y="666"/>
                    <a:pt x="11639" y="668"/>
                    <a:pt x="11622" y="668"/>
                  </a:cubicBezTo>
                  <a:cubicBezTo>
                    <a:pt x="11590" y="668"/>
                    <a:pt x="11545" y="660"/>
                    <a:pt x="11522" y="660"/>
                  </a:cubicBezTo>
                  <a:cubicBezTo>
                    <a:pt x="11473" y="646"/>
                    <a:pt x="11542" y="614"/>
                    <a:pt x="11466" y="614"/>
                  </a:cubicBezTo>
                  <a:cubicBezTo>
                    <a:pt x="11451" y="614"/>
                    <a:pt x="11431" y="615"/>
                    <a:pt x="11404" y="618"/>
                  </a:cubicBezTo>
                  <a:lnTo>
                    <a:pt x="11412" y="618"/>
                  </a:lnTo>
                  <a:cubicBezTo>
                    <a:pt x="11390" y="620"/>
                    <a:pt x="11368" y="621"/>
                    <a:pt x="11345" y="621"/>
                  </a:cubicBezTo>
                  <a:cubicBezTo>
                    <a:pt x="11291" y="621"/>
                    <a:pt x="11235" y="615"/>
                    <a:pt x="11175" y="609"/>
                  </a:cubicBezTo>
                  <a:cubicBezTo>
                    <a:pt x="11201" y="601"/>
                    <a:pt x="11218" y="601"/>
                    <a:pt x="11243" y="601"/>
                  </a:cubicBezTo>
                  <a:cubicBezTo>
                    <a:pt x="11150" y="592"/>
                    <a:pt x="11065" y="584"/>
                    <a:pt x="10972" y="584"/>
                  </a:cubicBezTo>
                  <a:cubicBezTo>
                    <a:pt x="10956" y="586"/>
                    <a:pt x="10940" y="587"/>
                    <a:pt x="10924" y="587"/>
                  </a:cubicBezTo>
                  <a:cubicBezTo>
                    <a:pt x="10873" y="587"/>
                    <a:pt x="10821" y="576"/>
                    <a:pt x="10769" y="550"/>
                  </a:cubicBezTo>
                  <a:cubicBezTo>
                    <a:pt x="10770" y="549"/>
                    <a:pt x="10772" y="549"/>
                    <a:pt x="10773" y="548"/>
                  </a:cubicBezTo>
                  <a:lnTo>
                    <a:pt x="10773" y="548"/>
                  </a:lnTo>
                  <a:lnTo>
                    <a:pt x="10786" y="550"/>
                  </a:lnTo>
                  <a:cubicBezTo>
                    <a:pt x="10791" y="547"/>
                    <a:pt x="10798" y="544"/>
                    <a:pt x="10807" y="541"/>
                  </a:cubicBezTo>
                  <a:lnTo>
                    <a:pt x="10807" y="541"/>
                  </a:lnTo>
                  <a:cubicBezTo>
                    <a:pt x="10794" y="542"/>
                    <a:pt x="10782" y="544"/>
                    <a:pt x="10773" y="548"/>
                  </a:cubicBezTo>
                  <a:lnTo>
                    <a:pt x="10773" y="548"/>
                  </a:lnTo>
                  <a:lnTo>
                    <a:pt x="10727" y="542"/>
                  </a:lnTo>
                  <a:cubicBezTo>
                    <a:pt x="10702" y="542"/>
                    <a:pt x="10668" y="533"/>
                    <a:pt x="10659" y="533"/>
                  </a:cubicBezTo>
                  <a:cubicBezTo>
                    <a:pt x="10634" y="525"/>
                    <a:pt x="10626" y="525"/>
                    <a:pt x="10659" y="516"/>
                  </a:cubicBezTo>
                  <a:lnTo>
                    <a:pt x="10659" y="516"/>
                  </a:lnTo>
                  <a:lnTo>
                    <a:pt x="10524" y="542"/>
                  </a:lnTo>
                  <a:cubicBezTo>
                    <a:pt x="10524" y="525"/>
                    <a:pt x="10558" y="525"/>
                    <a:pt x="10575" y="516"/>
                  </a:cubicBezTo>
                  <a:lnTo>
                    <a:pt x="10473" y="516"/>
                  </a:lnTo>
                  <a:cubicBezTo>
                    <a:pt x="10389" y="516"/>
                    <a:pt x="10313" y="525"/>
                    <a:pt x="10228" y="542"/>
                  </a:cubicBezTo>
                  <a:cubicBezTo>
                    <a:pt x="10355" y="575"/>
                    <a:pt x="10160" y="567"/>
                    <a:pt x="10169" y="592"/>
                  </a:cubicBezTo>
                  <a:lnTo>
                    <a:pt x="10169" y="592"/>
                  </a:lnTo>
                  <a:cubicBezTo>
                    <a:pt x="10126" y="584"/>
                    <a:pt x="10110" y="516"/>
                    <a:pt x="10219" y="499"/>
                  </a:cubicBezTo>
                  <a:cubicBezTo>
                    <a:pt x="10228" y="505"/>
                    <a:pt x="10241" y="507"/>
                    <a:pt x="10257" y="507"/>
                  </a:cubicBezTo>
                  <a:cubicBezTo>
                    <a:pt x="10288" y="507"/>
                    <a:pt x="10329" y="499"/>
                    <a:pt x="10363" y="499"/>
                  </a:cubicBezTo>
                  <a:cubicBezTo>
                    <a:pt x="10342" y="495"/>
                    <a:pt x="10319" y="493"/>
                    <a:pt x="10296" y="493"/>
                  </a:cubicBezTo>
                  <a:cubicBezTo>
                    <a:pt x="10272" y="493"/>
                    <a:pt x="10249" y="495"/>
                    <a:pt x="10228" y="499"/>
                  </a:cubicBezTo>
                  <a:cubicBezTo>
                    <a:pt x="10270" y="482"/>
                    <a:pt x="10152" y="466"/>
                    <a:pt x="10160" y="457"/>
                  </a:cubicBezTo>
                  <a:cubicBezTo>
                    <a:pt x="10167" y="450"/>
                    <a:pt x="10185" y="427"/>
                    <a:pt x="10227" y="427"/>
                  </a:cubicBezTo>
                  <a:cubicBezTo>
                    <a:pt x="10237" y="427"/>
                    <a:pt x="10249" y="428"/>
                    <a:pt x="10262" y="432"/>
                  </a:cubicBezTo>
                  <a:cubicBezTo>
                    <a:pt x="10355" y="440"/>
                    <a:pt x="10270" y="466"/>
                    <a:pt x="10296" y="466"/>
                  </a:cubicBezTo>
                  <a:cubicBezTo>
                    <a:pt x="10305" y="478"/>
                    <a:pt x="10326" y="481"/>
                    <a:pt x="10352" y="481"/>
                  </a:cubicBezTo>
                  <a:cubicBezTo>
                    <a:pt x="10380" y="481"/>
                    <a:pt x="10413" y="477"/>
                    <a:pt x="10444" y="477"/>
                  </a:cubicBezTo>
                  <a:cubicBezTo>
                    <a:pt x="10461" y="477"/>
                    <a:pt x="10477" y="479"/>
                    <a:pt x="10490" y="482"/>
                  </a:cubicBezTo>
                  <a:cubicBezTo>
                    <a:pt x="10499" y="491"/>
                    <a:pt x="10482" y="491"/>
                    <a:pt x="10465" y="491"/>
                  </a:cubicBezTo>
                  <a:cubicBezTo>
                    <a:pt x="10488" y="491"/>
                    <a:pt x="10519" y="492"/>
                    <a:pt x="10548" y="492"/>
                  </a:cubicBezTo>
                  <a:cubicBezTo>
                    <a:pt x="10590" y="492"/>
                    <a:pt x="10629" y="489"/>
                    <a:pt x="10634" y="474"/>
                  </a:cubicBezTo>
                  <a:lnTo>
                    <a:pt x="10634" y="474"/>
                  </a:lnTo>
                  <a:lnTo>
                    <a:pt x="10507" y="482"/>
                  </a:lnTo>
                  <a:cubicBezTo>
                    <a:pt x="10482" y="474"/>
                    <a:pt x="10549" y="466"/>
                    <a:pt x="10507" y="449"/>
                  </a:cubicBezTo>
                  <a:lnTo>
                    <a:pt x="10507" y="449"/>
                  </a:lnTo>
                  <a:cubicBezTo>
                    <a:pt x="10490" y="453"/>
                    <a:pt x="10473" y="455"/>
                    <a:pt x="10456" y="455"/>
                  </a:cubicBezTo>
                  <a:cubicBezTo>
                    <a:pt x="10439" y="455"/>
                    <a:pt x="10423" y="453"/>
                    <a:pt x="10406" y="449"/>
                  </a:cubicBezTo>
                  <a:lnTo>
                    <a:pt x="10414" y="440"/>
                  </a:lnTo>
                  <a:cubicBezTo>
                    <a:pt x="10338" y="421"/>
                    <a:pt x="10267" y="412"/>
                    <a:pt x="10193" y="412"/>
                  </a:cubicBezTo>
                  <a:cubicBezTo>
                    <a:pt x="10168" y="412"/>
                    <a:pt x="10143" y="413"/>
                    <a:pt x="10118" y="415"/>
                  </a:cubicBezTo>
                  <a:cubicBezTo>
                    <a:pt x="10101" y="466"/>
                    <a:pt x="10050" y="499"/>
                    <a:pt x="10008" y="550"/>
                  </a:cubicBezTo>
                  <a:cubicBezTo>
                    <a:pt x="9873" y="542"/>
                    <a:pt x="9729" y="533"/>
                    <a:pt x="9593" y="516"/>
                  </a:cubicBezTo>
                  <a:cubicBezTo>
                    <a:pt x="9644" y="497"/>
                    <a:pt x="9700" y="488"/>
                    <a:pt x="9756" y="488"/>
                  </a:cubicBezTo>
                  <a:cubicBezTo>
                    <a:pt x="9775" y="488"/>
                    <a:pt x="9794" y="489"/>
                    <a:pt x="9813" y="491"/>
                  </a:cubicBezTo>
                  <a:lnTo>
                    <a:pt x="9771" y="508"/>
                  </a:lnTo>
                  <a:cubicBezTo>
                    <a:pt x="9785" y="510"/>
                    <a:pt x="9798" y="511"/>
                    <a:pt x="9812" y="511"/>
                  </a:cubicBezTo>
                  <a:cubicBezTo>
                    <a:pt x="9848" y="511"/>
                    <a:pt x="9884" y="503"/>
                    <a:pt x="9915" y="491"/>
                  </a:cubicBezTo>
                  <a:cubicBezTo>
                    <a:pt x="9915" y="491"/>
                    <a:pt x="9915" y="499"/>
                    <a:pt x="9932" y="508"/>
                  </a:cubicBezTo>
                  <a:cubicBezTo>
                    <a:pt x="10008" y="508"/>
                    <a:pt x="10042" y="474"/>
                    <a:pt x="10008" y="457"/>
                  </a:cubicBezTo>
                  <a:lnTo>
                    <a:pt x="10008" y="457"/>
                  </a:lnTo>
                  <a:lnTo>
                    <a:pt x="9983" y="466"/>
                  </a:lnTo>
                  <a:lnTo>
                    <a:pt x="9932" y="432"/>
                  </a:lnTo>
                  <a:cubicBezTo>
                    <a:pt x="9925" y="453"/>
                    <a:pt x="9897" y="458"/>
                    <a:pt x="9860" y="458"/>
                  </a:cubicBezTo>
                  <a:cubicBezTo>
                    <a:pt x="9824" y="458"/>
                    <a:pt x="9780" y="453"/>
                    <a:pt x="9739" y="453"/>
                  </a:cubicBezTo>
                  <a:cubicBezTo>
                    <a:pt x="9721" y="453"/>
                    <a:pt x="9702" y="454"/>
                    <a:pt x="9687" y="457"/>
                  </a:cubicBezTo>
                  <a:cubicBezTo>
                    <a:pt x="9730" y="445"/>
                    <a:pt x="9768" y="419"/>
                    <a:pt x="9812" y="419"/>
                  </a:cubicBezTo>
                  <a:cubicBezTo>
                    <a:pt x="9829" y="419"/>
                    <a:pt x="9846" y="422"/>
                    <a:pt x="9864" y="432"/>
                  </a:cubicBezTo>
                  <a:lnTo>
                    <a:pt x="9856" y="406"/>
                  </a:lnTo>
                  <a:cubicBezTo>
                    <a:pt x="9899" y="406"/>
                    <a:pt x="9937" y="424"/>
                    <a:pt x="9968" y="424"/>
                  </a:cubicBezTo>
                  <a:cubicBezTo>
                    <a:pt x="9980" y="424"/>
                    <a:pt x="9990" y="422"/>
                    <a:pt x="10000" y="415"/>
                  </a:cubicBezTo>
                  <a:lnTo>
                    <a:pt x="9932" y="415"/>
                  </a:lnTo>
                  <a:lnTo>
                    <a:pt x="9932" y="398"/>
                  </a:lnTo>
                  <a:cubicBezTo>
                    <a:pt x="9906" y="402"/>
                    <a:pt x="9879" y="404"/>
                    <a:pt x="9852" y="404"/>
                  </a:cubicBezTo>
                  <a:cubicBezTo>
                    <a:pt x="9824" y="404"/>
                    <a:pt x="9797" y="402"/>
                    <a:pt x="9771" y="398"/>
                  </a:cubicBezTo>
                  <a:cubicBezTo>
                    <a:pt x="9732" y="420"/>
                    <a:pt x="9688" y="432"/>
                    <a:pt x="9644" y="432"/>
                  </a:cubicBezTo>
                  <a:cubicBezTo>
                    <a:pt x="9622" y="432"/>
                    <a:pt x="9599" y="429"/>
                    <a:pt x="9577" y="423"/>
                  </a:cubicBezTo>
                  <a:cubicBezTo>
                    <a:pt x="9561" y="432"/>
                    <a:pt x="9543" y="435"/>
                    <a:pt x="9525" y="435"/>
                  </a:cubicBezTo>
                  <a:cubicBezTo>
                    <a:pt x="9460" y="435"/>
                    <a:pt x="9384" y="396"/>
                    <a:pt x="9339" y="396"/>
                  </a:cubicBezTo>
                  <a:cubicBezTo>
                    <a:pt x="9333" y="396"/>
                    <a:pt x="9328" y="396"/>
                    <a:pt x="9323" y="398"/>
                  </a:cubicBezTo>
                  <a:cubicBezTo>
                    <a:pt x="9280" y="440"/>
                    <a:pt x="9441" y="423"/>
                    <a:pt x="9475" y="449"/>
                  </a:cubicBezTo>
                  <a:cubicBezTo>
                    <a:pt x="9460" y="454"/>
                    <a:pt x="9446" y="455"/>
                    <a:pt x="9434" y="455"/>
                  </a:cubicBezTo>
                  <a:cubicBezTo>
                    <a:pt x="9421" y="455"/>
                    <a:pt x="9412" y="453"/>
                    <a:pt x="9407" y="453"/>
                  </a:cubicBezTo>
                  <a:cubicBezTo>
                    <a:pt x="9401" y="453"/>
                    <a:pt x="9403" y="456"/>
                    <a:pt x="9416" y="466"/>
                  </a:cubicBezTo>
                  <a:cubicBezTo>
                    <a:pt x="9402" y="468"/>
                    <a:pt x="9390" y="469"/>
                    <a:pt x="9381" y="469"/>
                  </a:cubicBezTo>
                  <a:cubicBezTo>
                    <a:pt x="9330" y="469"/>
                    <a:pt x="9337" y="442"/>
                    <a:pt x="9302" y="442"/>
                  </a:cubicBezTo>
                  <a:cubicBezTo>
                    <a:pt x="9293" y="442"/>
                    <a:pt x="9280" y="444"/>
                    <a:pt x="9264" y="449"/>
                  </a:cubicBezTo>
                  <a:lnTo>
                    <a:pt x="9314" y="466"/>
                  </a:lnTo>
                  <a:cubicBezTo>
                    <a:pt x="9293" y="474"/>
                    <a:pt x="9266" y="474"/>
                    <a:pt x="9239" y="474"/>
                  </a:cubicBezTo>
                  <a:cubicBezTo>
                    <a:pt x="9213" y="474"/>
                    <a:pt x="9187" y="474"/>
                    <a:pt x="9171" y="482"/>
                  </a:cubicBezTo>
                  <a:cubicBezTo>
                    <a:pt x="9166" y="499"/>
                    <a:pt x="9181" y="501"/>
                    <a:pt x="9206" y="501"/>
                  </a:cubicBezTo>
                  <a:cubicBezTo>
                    <a:pt x="9215" y="501"/>
                    <a:pt x="9225" y="501"/>
                    <a:pt x="9235" y="501"/>
                  </a:cubicBezTo>
                  <a:cubicBezTo>
                    <a:pt x="9256" y="501"/>
                    <a:pt x="9280" y="502"/>
                    <a:pt x="9306" y="508"/>
                  </a:cubicBezTo>
                  <a:lnTo>
                    <a:pt x="9272" y="525"/>
                  </a:lnTo>
                  <a:lnTo>
                    <a:pt x="9424" y="508"/>
                  </a:lnTo>
                  <a:cubicBezTo>
                    <a:pt x="9475" y="474"/>
                    <a:pt x="9433" y="466"/>
                    <a:pt x="9534" y="449"/>
                  </a:cubicBezTo>
                  <a:cubicBezTo>
                    <a:pt x="9577" y="474"/>
                    <a:pt x="9602" y="525"/>
                    <a:pt x="9577" y="550"/>
                  </a:cubicBezTo>
                  <a:cubicBezTo>
                    <a:pt x="9543" y="533"/>
                    <a:pt x="9475" y="542"/>
                    <a:pt x="9475" y="516"/>
                  </a:cubicBezTo>
                  <a:cubicBezTo>
                    <a:pt x="9433" y="542"/>
                    <a:pt x="9306" y="550"/>
                    <a:pt x="9331" y="584"/>
                  </a:cubicBezTo>
                  <a:lnTo>
                    <a:pt x="9314" y="584"/>
                  </a:lnTo>
                  <a:cubicBezTo>
                    <a:pt x="9230" y="533"/>
                    <a:pt x="9137" y="508"/>
                    <a:pt x="9044" y="499"/>
                  </a:cubicBezTo>
                  <a:cubicBezTo>
                    <a:pt x="9018" y="499"/>
                    <a:pt x="9018" y="516"/>
                    <a:pt x="9018" y="542"/>
                  </a:cubicBezTo>
                  <a:cubicBezTo>
                    <a:pt x="8993" y="533"/>
                    <a:pt x="8967" y="525"/>
                    <a:pt x="8934" y="525"/>
                  </a:cubicBezTo>
                  <a:cubicBezTo>
                    <a:pt x="8959" y="508"/>
                    <a:pt x="8984" y="499"/>
                    <a:pt x="9010" y="499"/>
                  </a:cubicBezTo>
                  <a:lnTo>
                    <a:pt x="8798" y="474"/>
                  </a:lnTo>
                  <a:lnTo>
                    <a:pt x="8815" y="457"/>
                  </a:lnTo>
                  <a:lnTo>
                    <a:pt x="8731" y="474"/>
                  </a:lnTo>
                  <a:cubicBezTo>
                    <a:pt x="8781" y="474"/>
                    <a:pt x="8858" y="482"/>
                    <a:pt x="8841" y="508"/>
                  </a:cubicBezTo>
                  <a:cubicBezTo>
                    <a:pt x="8825" y="509"/>
                    <a:pt x="8810" y="510"/>
                    <a:pt x="8797" y="510"/>
                  </a:cubicBezTo>
                  <a:cubicBezTo>
                    <a:pt x="8754" y="510"/>
                    <a:pt x="8720" y="505"/>
                    <a:pt x="8685" y="505"/>
                  </a:cubicBezTo>
                  <a:cubicBezTo>
                    <a:pt x="8660" y="505"/>
                    <a:pt x="8634" y="507"/>
                    <a:pt x="8604" y="516"/>
                  </a:cubicBezTo>
                  <a:cubicBezTo>
                    <a:pt x="8604" y="466"/>
                    <a:pt x="8570" y="457"/>
                    <a:pt x="8604" y="432"/>
                  </a:cubicBezTo>
                  <a:lnTo>
                    <a:pt x="8612" y="432"/>
                  </a:lnTo>
                  <a:cubicBezTo>
                    <a:pt x="8654" y="398"/>
                    <a:pt x="8714" y="381"/>
                    <a:pt x="8764" y="381"/>
                  </a:cubicBezTo>
                  <a:cubicBezTo>
                    <a:pt x="8587" y="347"/>
                    <a:pt x="8629" y="372"/>
                    <a:pt x="8477" y="347"/>
                  </a:cubicBezTo>
                  <a:cubicBezTo>
                    <a:pt x="8460" y="322"/>
                    <a:pt x="8621" y="330"/>
                    <a:pt x="8587" y="305"/>
                  </a:cubicBezTo>
                  <a:lnTo>
                    <a:pt x="8587" y="305"/>
                  </a:lnTo>
                  <a:lnTo>
                    <a:pt x="8731" y="330"/>
                  </a:lnTo>
                  <a:cubicBezTo>
                    <a:pt x="8722" y="330"/>
                    <a:pt x="8705" y="330"/>
                    <a:pt x="8688" y="339"/>
                  </a:cubicBezTo>
                  <a:cubicBezTo>
                    <a:pt x="8705" y="337"/>
                    <a:pt x="8721" y="337"/>
                    <a:pt x="8734" y="337"/>
                  </a:cubicBezTo>
                  <a:cubicBezTo>
                    <a:pt x="8778" y="337"/>
                    <a:pt x="8808" y="342"/>
                    <a:pt x="8838" y="342"/>
                  </a:cubicBezTo>
                  <a:cubicBezTo>
                    <a:pt x="8860" y="342"/>
                    <a:pt x="8881" y="339"/>
                    <a:pt x="8908" y="330"/>
                  </a:cubicBezTo>
                  <a:lnTo>
                    <a:pt x="8908" y="330"/>
                  </a:lnTo>
                  <a:cubicBezTo>
                    <a:pt x="8959" y="347"/>
                    <a:pt x="8832" y="347"/>
                    <a:pt x="8883" y="356"/>
                  </a:cubicBezTo>
                  <a:cubicBezTo>
                    <a:pt x="8841" y="356"/>
                    <a:pt x="8798" y="372"/>
                    <a:pt x="8773" y="406"/>
                  </a:cubicBezTo>
                  <a:cubicBezTo>
                    <a:pt x="8789" y="409"/>
                    <a:pt x="8801" y="410"/>
                    <a:pt x="8812" y="410"/>
                  </a:cubicBezTo>
                  <a:cubicBezTo>
                    <a:pt x="8874" y="410"/>
                    <a:pt x="8855" y="372"/>
                    <a:pt x="8942" y="372"/>
                  </a:cubicBezTo>
                  <a:lnTo>
                    <a:pt x="9010" y="398"/>
                  </a:lnTo>
                  <a:cubicBezTo>
                    <a:pt x="9061" y="398"/>
                    <a:pt x="8993" y="381"/>
                    <a:pt x="8993" y="372"/>
                  </a:cubicBezTo>
                  <a:cubicBezTo>
                    <a:pt x="9035" y="372"/>
                    <a:pt x="9077" y="381"/>
                    <a:pt x="9111" y="398"/>
                  </a:cubicBezTo>
                  <a:cubicBezTo>
                    <a:pt x="9103" y="389"/>
                    <a:pt x="9069" y="381"/>
                    <a:pt x="9077" y="364"/>
                  </a:cubicBezTo>
                  <a:lnTo>
                    <a:pt x="9077" y="364"/>
                  </a:lnTo>
                  <a:cubicBezTo>
                    <a:pt x="9143" y="397"/>
                    <a:pt x="9209" y="382"/>
                    <a:pt x="9274" y="427"/>
                  </a:cubicBezTo>
                  <a:lnTo>
                    <a:pt x="9274" y="427"/>
                  </a:lnTo>
                  <a:cubicBezTo>
                    <a:pt x="9248" y="403"/>
                    <a:pt x="9325" y="381"/>
                    <a:pt x="9357" y="381"/>
                  </a:cubicBezTo>
                  <a:lnTo>
                    <a:pt x="9221" y="330"/>
                  </a:lnTo>
                  <a:cubicBezTo>
                    <a:pt x="9084" y="330"/>
                    <a:pt x="8989" y="312"/>
                    <a:pt x="8848" y="312"/>
                  </a:cubicBezTo>
                  <a:cubicBezTo>
                    <a:pt x="8824" y="312"/>
                    <a:pt x="8800" y="312"/>
                    <a:pt x="8773" y="313"/>
                  </a:cubicBezTo>
                  <a:lnTo>
                    <a:pt x="8790" y="296"/>
                  </a:lnTo>
                  <a:cubicBezTo>
                    <a:pt x="8730" y="282"/>
                    <a:pt x="8685" y="276"/>
                    <a:pt x="8648" y="276"/>
                  </a:cubicBezTo>
                  <a:cubicBezTo>
                    <a:pt x="8524" y="276"/>
                    <a:pt x="8498" y="340"/>
                    <a:pt x="8350" y="340"/>
                  </a:cubicBezTo>
                  <a:cubicBezTo>
                    <a:pt x="8337" y="340"/>
                    <a:pt x="8323" y="340"/>
                    <a:pt x="8308" y="339"/>
                  </a:cubicBezTo>
                  <a:cubicBezTo>
                    <a:pt x="8303" y="317"/>
                    <a:pt x="8274" y="317"/>
                    <a:pt x="8247" y="317"/>
                  </a:cubicBezTo>
                  <a:cubicBezTo>
                    <a:pt x="8221" y="317"/>
                    <a:pt x="8198" y="317"/>
                    <a:pt x="8206" y="296"/>
                  </a:cubicBezTo>
                  <a:lnTo>
                    <a:pt x="8206" y="296"/>
                  </a:lnTo>
                  <a:cubicBezTo>
                    <a:pt x="8219" y="298"/>
                    <a:pt x="8228" y="299"/>
                    <a:pt x="8236" y="299"/>
                  </a:cubicBezTo>
                  <a:cubicBezTo>
                    <a:pt x="8270" y="299"/>
                    <a:pt x="8262" y="285"/>
                    <a:pt x="8248" y="271"/>
                  </a:cubicBezTo>
                  <a:lnTo>
                    <a:pt x="8248" y="271"/>
                  </a:lnTo>
                  <a:cubicBezTo>
                    <a:pt x="8216" y="287"/>
                    <a:pt x="8179" y="297"/>
                    <a:pt x="8144" y="297"/>
                  </a:cubicBezTo>
                  <a:cubicBezTo>
                    <a:pt x="8125" y="297"/>
                    <a:pt x="8106" y="294"/>
                    <a:pt x="8088" y="288"/>
                  </a:cubicBezTo>
                  <a:cubicBezTo>
                    <a:pt x="8113" y="271"/>
                    <a:pt x="8045" y="246"/>
                    <a:pt x="8130" y="246"/>
                  </a:cubicBezTo>
                  <a:cubicBezTo>
                    <a:pt x="8098" y="239"/>
                    <a:pt x="8065" y="234"/>
                    <a:pt x="8032" y="234"/>
                  </a:cubicBezTo>
                  <a:cubicBezTo>
                    <a:pt x="7985" y="234"/>
                    <a:pt x="7938" y="243"/>
                    <a:pt x="7893" y="262"/>
                  </a:cubicBezTo>
                  <a:cubicBezTo>
                    <a:pt x="7873" y="264"/>
                    <a:pt x="7857" y="265"/>
                    <a:pt x="7844" y="265"/>
                  </a:cubicBezTo>
                  <a:cubicBezTo>
                    <a:pt x="7747" y="265"/>
                    <a:pt x="7812" y="219"/>
                    <a:pt x="7693" y="219"/>
                  </a:cubicBezTo>
                  <a:cubicBezTo>
                    <a:pt x="7685" y="219"/>
                    <a:pt x="7675" y="220"/>
                    <a:pt x="7665" y="220"/>
                  </a:cubicBezTo>
                  <a:lnTo>
                    <a:pt x="7690" y="212"/>
                  </a:lnTo>
                  <a:lnTo>
                    <a:pt x="7580" y="212"/>
                  </a:lnTo>
                  <a:lnTo>
                    <a:pt x="7614" y="229"/>
                  </a:lnTo>
                  <a:lnTo>
                    <a:pt x="7487" y="246"/>
                  </a:lnTo>
                  <a:cubicBezTo>
                    <a:pt x="7394" y="262"/>
                    <a:pt x="7512" y="271"/>
                    <a:pt x="7504" y="288"/>
                  </a:cubicBezTo>
                  <a:lnTo>
                    <a:pt x="7529" y="262"/>
                  </a:lnTo>
                  <a:cubicBezTo>
                    <a:pt x="7541" y="264"/>
                    <a:pt x="7554" y="265"/>
                    <a:pt x="7568" y="265"/>
                  </a:cubicBezTo>
                  <a:cubicBezTo>
                    <a:pt x="7592" y="265"/>
                    <a:pt x="7618" y="263"/>
                    <a:pt x="7638" y="263"/>
                  </a:cubicBezTo>
                  <a:cubicBezTo>
                    <a:pt x="7657" y="263"/>
                    <a:pt x="7670" y="265"/>
                    <a:pt x="7673" y="271"/>
                  </a:cubicBezTo>
                  <a:cubicBezTo>
                    <a:pt x="7580" y="271"/>
                    <a:pt x="7606" y="296"/>
                    <a:pt x="7563" y="305"/>
                  </a:cubicBezTo>
                  <a:lnTo>
                    <a:pt x="7648" y="296"/>
                  </a:lnTo>
                  <a:lnTo>
                    <a:pt x="7673" y="322"/>
                  </a:lnTo>
                  <a:cubicBezTo>
                    <a:pt x="7707" y="330"/>
                    <a:pt x="7741" y="334"/>
                    <a:pt x="7774" y="334"/>
                  </a:cubicBezTo>
                  <a:cubicBezTo>
                    <a:pt x="7806" y="334"/>
                    <a:pt x="7838" y="330"/>
                    <a:pt x="7868" y="322"/>
                  </a:cubicBezTo>
                  <a:cubicBezTo>
                    <a:pt x="7864" y="320"/>
                    <a:pt x="7860" y="320"/>
                    <a:pt x="7856" y="320"/>
                  </a:cubicBezTo>
                  <a:cubicBezTo>
                    <a:pt x="7841" y="320"/>
                    <a:pt x="7826" y="328"/>
                    <a:pt x="7808" y="328"/>
                  </a:cubicBezTo>
                  <a:cubicBezTo>
                    <a:pt x="7800" y="328"/>
                    <a:pt x="7792" y="326"/>
                    <a:pt x="7783" y="322"/>
                  </a:cubicBezTo>
                  <a:cubicBezTo>
                    <a:pt x="7846" y="301"/>
                    <a:pt x="7914" y="286"/>
                    <a:pt x="7984" y="286"/>
                  </a:cubicBezTo>
                  <a:cubicBezTo>
                    <a:pt x="7999" y="286"/>
                    <a:pt x="8014" y="286"/>
                    <a:pt x="8029" y="288"/>
                  </a:cubicBezTo>
                  <a:cubicBezTo>
                    <a:pt x="8037" y="296"/>
                    <a:pt x="8054" y="305"/>
                    <a:pt x="8054" y="305"/>
                  </a:cubicBezTo>
                  <a:lnTo>
                    <a:pt x="8020" y="305"/>
                  </a:lnTo>
                  <a:cubicBezTo>
                    <a:pt x="8029" y="322"/>
                    <a:pt x="7969" y="330"/>
                    <a:pt x="8062" y="347"/>
                  </a:cubicBezTo>
                  <a:cubicBezTo>
                    <a:pt x="8029" y="372"/>
                    <a:pt x="7961" y="406"/>
                    <a:pt x="7961" y="415"/>
                  </a:cubicBezTo>
                  <a:cubicBezTo>
                    <a:pt x="7943" y="417"/>
                    <a:pt x="7926" y="418"/>
                    <a:pt x="7909" y="418"/>
                  </a:cubicBezTo>
                  <a:cubicBezTo>
                    <a:pt x="7867" y="418"/>
                    <a:pt x="7825" y="412"/>
                    <a:pt x="7783" y="406"/>
                  </a:cubicBezTo>
                  <a:lnTo>
                    <a:pt x="7783" y="398"/>
                  </a:lnTo>
                  <a:cubicBezTo>
                    <a:pt x="7770" y="396"/>
                    <a:pt x="7755" y="395"/>
                    <a:pt x="7738" y="395"/>
                  </a:cubicBezTo>
                  <a:cubicBezTo>
                    <a:pt x="7721" y="395"/>
                    <a:pt x="7704" y="396"/>
                    <a:pt x="7688" y="396"/>
                  </a:cubicBezTo>
                  <a:cubicBezTo>
                    <a:pt x="7656" y="396"/>
                    <a:pt x="7631" y="394"/>
                    <a:pt x="7631" y="381"/>
                  </a:cubicBezTo>
                  <a:cubicBezTo>
                    <a:pt x="7597" y="389"/>
                    <a:pt x="7521" y="389"/>
                    <a:pt x="7597" y="406"/>
                  </a:cubicBezTo>
                  <a:lnTo>
                    <a:pt x="7462" y="406"/>
                  </a:lnTo>
                  <a:cubicBezTo>
                    <a:pt x="7487" y="364"/>
                    <a:pt x="7360" y="347"/>
                    <a:pt x="7496" y="322"/>
                  </a:cubicBezTo>
                  <a:lnTo>
                    <a:pt x="7413" y="322"/>
                  </a:lnTo>
                  <a:cubicBezTo>
                    <a:pt x="7441" y="295"/>
                    <a:pt x="7379" y="287"/>
                    <a:pt x="7309" y="279"/>
                  </a:cubicBezTo>
                  <a:lnTo>
                    <a:pt x="7293" y="305"/>
                  </a:lnTo>
                  <a:cubicBezTo>
                    <a:pt x="7233" y="279"/>
                    <a:pt x="7174" y="262"/>
                    <a:pt x="7106" y="262"/>
                  </a:cubicBezTo>
                  <a:lnTo>
                    <a:pt x="6903" y="347"/>
                  </a:lnTo>
                  <a:lnTo>
                    <a:pt x="6844" y="347"/>
                  </a:lnTo>
                  <a:cubicBezTo>
                    <a:pt x="6827" y="330"/>
                    <a:pt x="6734" y="330"/>
                    <a:pt x="6768" y="305"/>
                  </a:cubicBezTo>
                  <a:cubicBezTo>
                    <a:pt x="6768" y="299"/>
                    <a:pt x="6781" y="293"/>
                    <a:pt x="6800" y="293"/>
                  </a:cubicBezTo>
                  <a:cubicBezTo>
                    <a:pt x="6808" y="293"/>
                    <a:pt x="6817" y="294"/>
                    <a:pt x="6827" y="296"/>
                  </a:cubicBezTo>
                  <a:cubicBezTo>
                    <a:pt x="6827" y="305"/>
                    <a:pt x="6827" y="305"/>
                    <a:pt x="6827" y="305"/>
                  </a:cubicBezTo>
                  <a:cubicBezTo>
                    <a:pt x="6844" y="288"/>
                    <a:pt x="6853" y="271"/>
                    <a:pt x="6802" y="254"/>
                  </a:cubicBezTo>
                  <a:lnTo>
                    <a:pt x="6802" y="254"/>
                  </a:lnTo>
                  <a:cubicBezTo>
                    <a:pt x="6815" y="258"/>
                    <a:pt x="6829" y="260"/>
                    <a:pt x="6844" y="260"/>
                  </a:cubicBezTo>
                  <a:cubicBezTo>
                    <a:pt x="6859" y="260"/>
                    <a:pt x="6874" y="258"/>
                    <a:pt x="6886" y="254"/>
                  </a:cubicBezTo>
                  <a:lnTo>
                    <a:pt x="6844" y="246"/>
                  </a:lnTo>
                  <a:cubicBezTo>
                    <a:pt x="6920" y="246"/>
                    <a:pt x="7022" y="212"/>
                    <a:pt x="7022" y="195"/>
                  </a:cubicBezTo>
                  <a:lnTo>
                    <a:pt x="7022" y="195"/>
                  </a:lnTo>
                  <a:cubicBezTo>
                    <a:pt x="7015" y="202"/>
                    <a:pt x="7007" y="204"/>
                    <a:pt x="6999" y="204"/>
                  </a:cubicBezTo>
                  <a:cubicBezTo>
                    <a:pt x="6975" y="204"/>
                    <a:pt x="6945" y="184"/>
                    <a:pt x="6920" y="178"/>
                  </a:cubicBezTo>
                  <a:cubicBezTo>
                    <a:pt x="6946" y="178"/>
                    <a:pt x="7013" y="161"/>
                    <a:pt x="6963" y="153"/>
                  </a:cubicBezTo>
                  <a:lnTo>
                    <a:pt x="6963" y="153"/>
                  </a:lnTo>
                  <a:cubicBezTo>
                    <a:pt x="6946" y="169"/>
                    <a:pt x="6819" y="178"/>
                    <a:pt x="6903" y="195"/>
                  </a:cubicBezTo>
                  <a:cubicBezTo>
                    <a:pt x="6882" y="199"/>
                    <a:pt x="6861" y="201"/>
                    <a:pt x="6839" y="201"/>
                  </a:cubicBezTo>
                  <a:cubicBezTo>
                    <a:pt x="6817" y="201"/>
                    <a:pt x="6793" y="199"/>
                    <a:pt x="6768" y="195"/>
                  </a:cubicBezTo>
                  <a:cubicBezTo>
                    <a:pt x="6819" y="186"/>
                    <a:pt x="6793" y="169"/>
                    <a:pt x="6802" y="153"/>
                  </a:cubicBezTo>
                  <a:cubicBezTo>
                    <a:pt x="6777" y="153"/>
                    <a:pt x="6760" y="178"/>
                    <a:pt x="6751" y="195"/>
                  </a:cubicBezTo>
                  <a:cubicBezTo>
                    <a:pt x="6633" y="163"/>
                    <a:pt x="6580" y="109"/>
                    <a:pt x="6450" y="109"/>
                  </a:cubicBezTo>
                  <a:cubicBezTo>
                    <a:pt x="6441" y="109"/>
                    <a:pt x="6431" y="110"/>
                    <a:pt x="6421" y="110"/>
                  </a:cubicBezTo>
                  <a:cubicBezTo>
                    <a:pt x="6404" y="119"/>
                    <a:pt x="6514" y="110"/>
                    <a:pt x="6497" y="127"/>
                  </a:cubicBezTo>
                  <a:cubicBezTo>
                    <a:pt x="6477" y="133"/>
                    <a:pt x="6460" y="136"/>
                    <a:pt x="6444" y="136"/>
                  </a:cubicBezTo>
                  <a:cubicBezTo>
                    <a:pt x="6380" y="136"/>
                    <a:pt x="6349" y="93"/>
                    <a:pt x="6283" y="93"/>
                  </a:cubicBezTo>
                  <a:cubicBezTo>
                    <a:pt x="6279" y="93"/>
                    <a:pt x="6274" y="93"/>
                    <a:pt x="6269" y="93"/>
                  </a:cubicBezTo>
                  <a:lnTo>
                    <a:pt x="6286" y="127"/>
                  </a:lnTo>
                  <a:lnTo>
                    <a:pt x="6151" y="127"/>
                  </a:lnTo>
                  <a:cubicBezTo>
                    <a:pt x="6142" y="119"/>
                    <a:pt x="6049" y="76"/>
                    <a:pt x="6125" y="76"/>
                  </a:cubicBezTo>
                  <a:cubicBezTo>
                    <a:pt x="6102" y="71"/>
                    <a:pt x="6082" y="69"/>
                    <a:pt x="6065" y="69"/>
                  </a:cubicBezTo>
                  <a:cubicBezTo>
                    <a:pt x="5976" y="69"/>
                    <a:pt x="5953" y="123"/>
                    <a:pt x="5849" y="123"/>
                  </a:cubicBezTo>
                  <a:cubicBezTo>
                    <a:pt x="5833" y="123"/>
                    <a:pt x="5815" y="122"/>
                    <a:pt x="5795" y="119"/>
                  </a:cubicBezTo>
                  <a:lnTo>
                    <a:pt x="5795" y="119"/>
                  </a:lnTo>
                  <a:cubicBezTo>
                    <a:pt x="5846" y="127"/>
                    <a:pt x="5897" y="136"/>
                    <a:pt x="5956" y="136"/>
                  </a:cubicBezTo>
                  <a:cubicBezTo>
                    <a:pt x="5880" y="153"/>
                    <a:pt x="5939" y="153"/>
                    <a:pt x="5931" y="178"/>
                  </a:cubicBezTo>
                  <a:cubicBezTo>
                    <a:pt x="5888" y="153"/>
                    <a:pt x="5753" y="161"/>
                    <a:pt x="5846" y="136"/>
                  </a:cubicBezTo>
                  <a:cubicBezTo>
                    <a:pt x="5812" y="131"/>
                    <a:pt x="5778" y="129"/>
                    <a:pt x="5746" y="129"/>
                  </a:cubicBezTo>
                  <a:cubicBezTo>
                    <a:pt x="5713" y="129"/>
                    <a:pt x="5681" y="131"/>
                    <a:pt x="5651" y="136"/>
                  </a:cubicBezTo>
                  <a:lnTo>
                    <a:pt x="5694" y="153"/>
                  </a:lnTo>
                  <a:cubicBezTo>
                    <a:pt x="5682" y="151"/>
                    <a:pt x="5670" y="150"/>
                    <a:pt x="5658" y="150"/>
                  </a:cubicBezTo>
                  <a:cubicBezTo>
                    <a:pt x="5602" y="150"/>
                    <a:pt x="5548" y="165"/>
                    <a:pt x="5499" y="186"/>
                  </a:cubicBezTo>
                  <a:cubicBezTo>
                    <a:pt x="5584" y="186"/>
                    <a:pt x="5598" y="157"/>
                    <a:pt x="5674" y="157"/>
                  </a:cubicBezTo>
                  <a:cubicBezTo>
                    <a:pt x="5689" y="157"/>
                    <a:pt x="5706" y="158"/>
                    <a:pt x="5728" y="161"/>
                  </a:cubicBezTo>
                  <a:cubicBezTo>
                    <a:pt x="5871" y="195"/>
                    <a:pt x="5694" y="178"/>
                    <a:pt x="5787" y="220"/>
                  </a:cubicBezTo>
                  <a:lnTo>
                    <a:pt x="5888" y="203"/>
                  </a:lnTo>
                  <a:lnTo>
                    <a:pt x="5846" y="195"/>
                  </a:lnTo>
                  <a:cubicBezTo>
                    <a:pt x="5851" y="188"/>
                    <a:pt x="5864" y="186"/>
                    <a:pt x="5880" y="186"/>
                  </a:cubicBezTo>
                  <a:cubicBezTo>
                    <a:pt x="5902" y="186"/>
                    <a:pt x="5929" y="189"/>
                    <a:pt x="5952" y="189"/>
                  </a:cubicBezTo>
                  <a:cubicBezTo>
                    <a:pt x="5975" y="189"/>
                    <a:pt x="5993" y="186"/>
                    <a:pt x="5990" y="169"/>
                  </a:cubicBezTo>
                  <a:lnTo>
                    <a:pt x="5990" y="169"/>
                  </a:lnTo>
                  <a:cubicBezTo>
                    <a:pt x="6091" y="212"/>
                    <a:pt x="6125" y="186"/>
                    <a:pt x="6227" y="229"/>
                  </a:cubicBezTo>
                  <a:cubicBezTo>
                    <a:pt x="6254" y="222"/>
                    <a:pt x="6232" y="215"/>
                    <a:pt x="6205" y="213"/>
                  </a:cubicBezTo>
                  <a:lnTo>
                    <a:pt x="6205" y="213"/>
                  </a:lnTo>
                  <a:cubicBezTo>
                    <a:pt x="6233" y="211"/>
                    <a:pt x="6248" y="198"/>
                    <a:pt x="6273" y="198"/>
                  </a:cubicBezTo>
                  <a:cubicBezTo>
                    <a:pt x="6285" y="198"/>
                    <a:pt x="6300" y="202"/>
                    <a:pt x="6320" y="212"/>
                  </a:cubicBezTo>
                  <a:cubicBezTo>
                    <a:pt x="6324" y="212"/>
                    <a:pt x="6327" y="213"/>
                    <a:pt x="6330" y="213"/>
                  </a:cubicBezTo>
                  <a:cubicBezTo>
                    <a:pt x="6352" y="213"/>
                    <a:pt x="6338" y="189"/>
                    <a:pt x="6299" y="181"/>
                  </a:cubicBezTo>
                  <a:lnTo>
                    <a:pt x="6299" y="181"/>
                  </a:lnTo>
                  <a:cubicBezTo>
                    <a:pt x="6318" y="182"/>
                    <a:pt x="6336" y="182"/>
                    <a:pt x="6354" y="182"/>
                  </a:cubicBezTo>
                  <a:cubicBezTo>
                    <a:pt x="6381" y="182"/>
                    <a:pt x="6409" y="182"/>
                    <a:pt x="6438" y="186"/>
                  </a:cubicBezTo>
                  <a:lnTo>
                    <a:pt x="6379" y="153"/>
                  </a:lnTo>
                  <a:lnTo>
                    <a:pt x="6447" y="153"/>
                  </a:lnTo>
                  <a:lnTo>
                    <a:pt x="6387" y="136"/>
                  </a:lnTo>
                  <a:cubicBezTo>
                    <a:pt x="6506" y="136"/>
                    <a:pt x="6624" y="153"/>
                    <a:pt x="6726" y="195"/>
                  </a:cubicBezTo>
                  <a:cubicBezTo>
                    <a:pt x="6616" y="220"/>
                    <a:pt x="6438" y="195"/>
                    <a:pt x="6370" y="237"/>
                  </a:cubicBezTo>
                  <a:cubicBezTo>
                    <a:pt x="6372" y="238"/>
                    <a:pt x="6374" y="238"/>
                    <a:pt x="6377" y="238"/>
                  </a:cubicBezTo>
                  <a:cubicBezTo>
                    <a:pt x="6391" y="238"/>
                    <a:pt x="6419" y="226"/>
                    <a:pt x="6445" y="226"/>
                  </a:cubicBezTo>
                  <a:cubicBezTo>
                    <a:pt x="6461" y="226"/>
                    <a:pt x="6477" y="231"/>
                    <a:pt x="6489" y="246"/>
                  </a:cubicBezTo>
                  <a:lnTo>
                    <a:pt x="6523" y="229"/>
                  </a:lnTo>
                  <a:cubicBezTo>
                    <a:pt x="6542" y="225"/>
                    <a:pt x="6569" y="221"/>
                    <a:pt x="6594" y="221"/>
                  </a:cubicBezTo>
                  <a:cubicBezTo>
                    <a:pt x="6625" y="221"/>
                    <a:pt x="6653" y="227"/>
                    <a:pt x="6658" y="246"/>
                  </a:cubicBezTo>
                  <a:cubicBezTo>
                    <a:pt x="6590" y="246"/>
                    <a:pt x="6523" y="262"/>
                    <a:pt x="6464" y="288"/>
                  </a:cubicBezTo>
                  <a:cubicBezTo>
                    <a:pt x="6464" y="296"/>
                    <a:pt x="6455" y="296"/>
                    <a:pt x="6438" y="296"/>
                  </a:cubicBezTo>
                  <a:lnTo>
                    <a:pt x="6328" y="296"/>
                  </a:lnTo>
                  <a:cubicBezTo>
                    <a:pt x="6286" y="288"/>
                    <a:pt x="6320" y="271"/>
                    <a:pt x="6320" y="271"/>
                  </a:cubicBezTo>
                  <a:cubicBezTo>
                    <a:pt x="6291" y="261"/>
                    <a:pt x="6263" y="258"/>
                    <a:pt x="6237" y="258"/>
                  </a:cubicBezTo>
                  <a:cubicBezTo>
                    <a:pt x="6170" y="258"/>
                    <a:pt x="6109" y="280"/>
                    <a:pt x="6038" y="280"/>
                  </a:cubicBezTo>
                  <a:cubicBezTo>
                    <a:pt x="6015" y="280"/>
                    <a:pt x="5990" y="277"/>
                    <a:pt x="5964" y="271"/>
                  </a:cubicBezTo>
                  <a:cubicBezTo>
                    <a:pt x="5964" y="254"/>
                    <a:pt x="5863" y="237"/>
                    <a:pt x="5897" y="229"/>
                  </a:cubicBezTo>
                  <a:cubicBezTo>
                    <a:pt x="5886" y="227"/>
                    <a:pt x="5875" y="226"/>
                    <a:pt x="5864" y="226"/>
                  </a:cubicBezTo>
                  <a:cubicBezTo>
                    <a:pt x="5816" y="226"/>
                    <a:pt x="5767" y="240"/>
                    <a:pt x="5719" y="254"/>
                  </a:cubicBezTo>
                  <a:cubicBezTo>
                    <a:pt x="5711" y="237"/>
                    <a:pt x="5601" y="237"/>
                    <a:pt x="5643" y="220"/>
                  </a:cubicBezTo>
                  <a:lnTo>
                    <a:pt x="5643" y="220"/>
                  </a:lnTo>
                  <a:lnTo>
                    <a:pt x="5567" y="246"/>
                  </a:lnTo>
                  <a:cubicBezTo>
                    <a:pt x="5516" y="237"/>
                    <a:pt x="5415" y="246"/>
                    <a:pt x="5398" y="220"/>
                  </a:cubicBezTo>
                  <a:cubicBezTo>
                    <a:pt x="5350" y="220"/>
                    <a:pt x="5368" y="242"/>
                    <a:pt x="5338" y="242"/>
                  </a:cubicBezTo>
                  <a:cubicBezTo>
                    <a:pt x="5330" y="242"/>
                    <a:pt x="5320" y="240"/>
                    <a:pt x="5305" y="237"/>
                  </a:cubicBezTo>
                  <a:cubicBezTo>
                    <a:pt x="5305" y="229"/>
                    <a:pt x="5305" y="229"/>
                    <a:pt x="5321" y="229"/>
                  </a:cubicBezTo>
                  <a:cubicBezTo>
                    <a:pt x="5292" y="219"/>
                    <a:pt x="5259" y="215"/>
                    <a:pt x="5229" y="215"/>
                  </a:cubicBezTo>
                  <a:cubicBezTo>
                    <a:pt x="5207" y="215"/>
                    <a:pt x="5187" y="217"/>
                    <a:pt x="5169" y="220"/>
                  </a:cubicBezTo>
                  <a:cubicBezTo>
                    <a:pt x="5186" y="229"/>
                    <a:pt x="5212" y="237"/>
                    <a:pt x="5237" y="237"/>
                  </a:cubicBezTo>
                  <a:cubicBezTo>
                    <a:pt x="5237" y="248"/>
                    <a:pt x="5210" y="259"/>
                    <a:pt x="5171" y="259"/>
                  </a:cubicBezTo>
                  <a:cubicBezTo>
                    <a:pt x="5148" y="259"/>
                    <a:pt x="5121" y="255"/>
                    <a:pt x="5093" y="246"/>
                  </a:cubicBezTo>
                  <a:cubicBezTo>
                    <a:pt x="5195" y="220"/>
                    <a:pt x="5017" y="212"/>
                    <a:pt x="5068" y="195"/>
                  </a:cubicBezTo>
                  <a:cubicBezTo>
                    <a:pt x="5046" y="193"/>
                    <a:pt x="5024" y="193"/>
                    <a:pt x="5002" y="193"/>
                  </a:cubicBezTo>
                  <a:cubicBezTo>
                    <a:pt x="4897" y="193"/>
                    <a:pt x="4792" y="209"/>
                    <a:pt x="4687" y="237"/>
                  </a:cubicBezTo>
                  <a:cubicBezTo>
                    <a:pt x="4579" y="231"/>
                    <a:pt x="4472" y="225"/>
                    <a:pt x="4361" y="225"/>
                  </a:cubicBezTo>
                  <a:cubicBezTo>
                    <a:pt x="4315" y="225"/>
                    <a:pt x="4269" y="226"/>
                    <a:pt x="4222" y="229"/>
                  </a:cubicBezTo>
                  <a:lnTo>
                    <a:pt x="4239" y="229"/>
                  </a:lnTo>
                  <a:lnTo>
                    <a:pt x="4171" y="246"/>
                  </a:lnTo>
                  <a:cubicBezTo>
                    <a:pt x="4129" y="246"/>
                    <a:pt x="4171" y="212"/>
                    <a:pt x="4103" y="212"/>
                  </a:cubicBezTo>
                  <a:cubicBezTo>
                    <a:pt x="4113" y="199"/>
                    <a:pt x="4130" y="196"/>
                    <a:pt x="4152" y="196"/>
                  </a:cubicBezTo>
                  <a:cubicBezTo>
                    <a:pt x="4176" y="196"/>
                    <a:pt x="4204" y="200"/>
                    <a:pt x="4233" y="200"/>
                  </a:cubicBezTo>
                  <a:cubicBezTo>
                    <a:pt x="4249" y="200"/>
                    <a:pt x="4266" y="199"/>
                    <a:pt x="4281" y="195"/>
                  </a:cubicBezTo>
                  <a:cubicBezTo>
                    <a:pt x="4171" y="161"/>
                    <a:pt x="4391" y="169"/>
                    <a:pt x="4315" y="144"/>
                  </a:cubicBezTo>
                  <a:lnTo>
                    <a:pt x="4315" y="144"/>
                  </a:lnTo>
                  <a:cubicBezTo>
                    <a:pt x="4301" y="163"/>
                    <a:pt x="4272" y="169"/>
                    <a:pt x="4236" y="169"/>
                  </a:cubicBezTo>
                  <a:cubicBezTo>
                    <a:pt x="4179" y="169"/>
                    <a:pt x="4104" y="155"/>
                    <a:pt x="4038" y="155"/>
                  </a:cubicBezTo>
                  <a:cubicBezTo>
                    <a:pt x="4016" y="155"/>
                    <a:pt x="3995" y="157"/>
                    <a:pt x="3976" y="161"/>
                  </a:cubicBezTo>
                  <a:cubicBezTo>
                    <a:pt x="3945" y="158"/>
                    <a:pt x="3941" y="154"/>
                    <a:pt x="3946" y="151"/>
                  </a:cubicBezTo>
                  <a:lnTo>
                    <a:pt x="3946" y="151"/>
                  </a:lnTo>
                  <a:lnTo>
                    <a:pt x="3943" y="153"/>
                  </a:lnTo>
                  <a:cubicBezTo>
                    <a:pt x="3909" y="144"/>
                    <a:pt x="3900" y="136"/>
                    <a:pt x="3900" y="119"/>
                  </a:cubicBezTo>
                  <a:cubicBezTo>
                    <a:pt x="3855" y="111"/>
                    <a:pt x="3809" y="107"/>
                    <a:pt x="3763" y="107"/>
                  </a:cubicBezTo>
                  <a:cubicBezTo>
                    <a:pt x="3708" y="107"/>
                    <a:pt x="3652" y="113"/>
                    <a:pt x="3596" y="127"/>
                  </a:cubicBezTo>
                  <a:cubicBezTo>
                    <a:pt x="3608" y="126"/>
                    <a:pt x="3617" y="126"/>
                    <a:pt x="3623" y="126"/>
                  </a:cubicBezTo>
                  <a:cubicBezTo>
                    <a:pt x="3677" y="126"/>
                    <a:pt x="3573" y="153"/>
                    <a:pt x="3663" y="161"/>
                  </a:cubicBezTo>
                  <a:cubicBezTo>
                    <a:pt x="3622" y="167"/>
                    <a:pt x="3584" y="173"/>
                    <a:pt x="3545" y="173"/>
                  </a:cubicBezTo>
                  <a:cubicBezTo>
                    <a:pt x="3528" y="173"/>
                    <a:pt x="3512" y="172"/>
                    <a:pt x="3494" y="169"/>
                  </a:cubicBezTo>
                  <a:cubicBezTo>
                    <a:pt x="3551" y="162"/>
                    <a:pt x="3454" y="132"/>
                    <a:pt x="3504" y="132"/>
                  </a:cubicBezTo>
                  <a:cubicBezTo>
                    <a:pt x="3514" y="132"/>
                    <a:pt x="3530" y="133"/>
                    <a:pt x="3553" y="136"/>
                  </a:cubicBezTo>
                  <a:cubicBezTo>
                    <a:pt x="3548" y="124"/>
                    <a:pt x="3537" y="120"/>
                    <a:pt x="3522" y="120"/>
                  </a:cubicBezTo>
                  <a:cubicBezTo>
                    <a:pt x="3500" y="120"/>
                    <a:pt x="3470" y="129"/>
                    <a:pt x="3439" y="129"/>
                  </a:cubicBezTo>
                  <a:cubicBezTo>
                    <a:pt x="3432" y="129"/>
                    <a:pt x="3425" y="128"/>
                    <a:pt x="3418" y="127"/>
                  </a:cubicBezTo>
                  <a:cubicBezTo>
                    <a:pt x="3445" y="120"/>
                    <a:pt x="3473" y="114"/>
                    <a:pt x="3500" y="107"/>
                  </a:cubicBezTo>
                  <a:lnTo>
                    <a:pt x="3500" y="107"/>
                  </a:lnTo>
                  <a:cubicBezTo>
                    <a:pt x="3487" y="109"/>
                    <a:pt x="3474" y="110"/>
                    <a:pt x="3459" y="110"/>
                  </a:cubicBezTo>
                  <a:cubicBezTo>
                    <a:pt x="3375" y="110"/>
                    <a:pt x="3267" y="77"/>
                    <a:pt x="3208" y="77"/>
                  </a:cubicBezTo>
                  <a:cubicBezTo>
                    <a:pt x="3192" y="77"/>
                    <a:pt x="3180" y="79"/>
                    <a:pt x="3173" y="85"/>
                  </a:cubicBezTo>
                  <a:cubicBezTo>
                    <a:pt x="3105" y="102"/>
                    <a:pt x="2995" y="119"/>
                    <a:pt x="2911" y="144"/>
                  </a:cubicBezTo>
                  <a:cubicBezTo>
                    <a:pt x="2818" y="119"/>
                    <a:pt x="2733" y="110"/>
                    <a:pt x="2640" y="110"/>
                  </a:cubicBezTo>
                  <a:lnTo>
                    <a:pt x="2657" y="93"/>
                  </a:lnTo>
                  <a:cubicBezTo>
                    <a:pt x="2631" y="89"/>
                    <a:pt x="2598" y="89"/>
                    <a:pt x="2561" y="89"/>
                  </a:cubicBezTo>
                  <a:cubicBezTo>
                    <a:pt x="2524" y="89"/>
                    <a:pt x="2483" y="89"/>
                    <a:pt x="2445" y="85"/>
                  </a:cubicBezTo>
                  <a:lnTo>
                    <a:pt x="2428" y="59"/>
                  </a:lnTo>
                  <a:cubicBezTo>
                    <a:pt x="2352" y="59"/>
                    <a:pt x="2268" y="59"/>
                    <a:pt x="2192" y="51"/>
                  </a:cubicBezTo>
                  <a:lnTo>
                    <a:pt x="2192" y="51"/>
                  </a:lnTo>
                  <a:cubicBezTo>
                    <a:pt x="2183" y="59"/>
                    <a:pt x="2268" y="68"/>
                    <a:pt x="2225" y="76"/>
                  </a:cubicBezTo>
                  <a:cubicBezTo>
                    <a:pt x="2243" y="80"/>
                    <a:pt x="2259" y="82"/>
                    <a:pt x="2271" y="82"/>
                  </a:cubicBezTo>
                  <a:cubicBezTo>
                    <a:pt x="2288" y="82"/>
                    <a:pt x="2298" y="78"/>
                    <a:pt x="2293" y="68"/>
                  </a:cubicBezTo>
                  <a:cubicBezTo>
                    <a:pt x="2327" y="68"/>
                    <a:pt x="2327" y="93"/>
                    <a:pt x="2361" y="110"/>
                  </a:cubicBezTo>
                  <a:lnTo>
                    <a:pt x="2200" y="110"/>
                  </a:lnTo>
                  <a:lnTo>
                    <a:pt x="2183" y="102"/>
                  </a:lnTo>
                  <a:lnTo>
                    <a:pt x="2175" y="127"/>
                  </a:lnTo>
                  <a:cubicBezTo>
                    <a:pt x="2124" y="119"/>
                    <a:pt x="2115" y="110"/>
                    <a:pt x="2124" y="102"/>
                  </a:cubicBezTo>
                  <a:lnTo>
                    <a:pt x="2124" y="102"/>
                  </a:lnTo>
                  <a:cubicBezTo>
                    <a:pt x="2051" y="109"/>
                    <a:pt x="2016" y="129"/>
                    <a:pt x="1943" y="129"/>
                  </a:cubicBezTo>
                  <a:cubicBezTo>
                    <a:pt x="1931" y="129"/>
                    <a:pt x="1918" y="128"/>
                    <a:pt x="1904" y="127"/>
                  </a:cubicBezTo>
                  <a:cubicBezTo>
                    <a:pt x="1946" y="102"/>
                    <a:pt x="1997" y="93"/>
                    <a:pt x="2048" y="93"/>
                  </a:cubicBezTo>
                  <a:lnTo>
                    <a:pt x="1938" y="93"/>
                  </a:lnTo>
                  <a:cubicBezTo>
                    <a:pt x="1988" y="68"/>
                    <a:pt x="2175" y="85"/>
                    <a:pt x="2149" y="51"/>
                  </a:cubicBezTo>
                  <a:cubicBezTo>
                    <a:pt x="2014" y="51"/>
                    <a:pt x="1879" y="68"/>
                    <a:pt x="1752" y="93"/>
                  </a:cubicBezTo>
                  <a:cubicBezTo>
                    <a:pt x="1722" y="76"/>
                    <a:pt x="1686" y="74"/>
                    <a:pt x="1647" y="74"/>
                  </a:cubicBezTo>
                  <a:cubicBezTo>
                    <a:pt x="1634" y="74"/>
                    <a:pt x="1621" y="74"/>
                    <a:pt x="1607" y="74"/>
                  </a:cubicBezTo>
                  <a:cubicBezTo>
                    <a:pt x="1580" y="74"/>
                    <a:pt x="1551" y="74"/>
                    <a:pt x="1523" y="68"/>
                  </a:cubicBezTo>
                  <a:cubicBezTo>
                    <a:pt x="1506" y="59"/>
                    <a:pt x="1481" y="51"/>
                    <a:pt x="1498" y="43"/>
                  </a:cubicBezTo>
                  <a:lnTo>
                    <a:pt x="1523" y="43"/>
                  </a:lnTo>
                  <a:cubicBezTo>
                    <a:pt x="1478" y="36"/>
                    <a:pt x="1432" y="33"/>
                    <a:pt x="1385" y="33"/>
                  </a:cubicBezTo>
                  <a:cubicBezTo>
                    <a:pt x="1309" y="33"/>
                    <a:pt x="1233" y="41"/>
                    <a:pt x="1159" y="51"/>
                  </a:cubicBezTo>
                  <a:lnTo>
                    <a:pt x="1100" y="17"/>
                  </a:lnTo>
                  <a:cubicBezTo>
                    <a:pt x="1075" y="14"/>
                    <a:pt x="1057" y="12"/>
                    <a:pt x="1045" y="12"/>
                  </a:cubicBezTo>
                  <a:cubicBezTo>
                    <a:pt x="980" y="12"/>
                    <a:pt x="1092" y="60"/>
                    <a:pt x="974" y="60"/>
                  </a:cubicBezTo>
                  <a:cubicBezTo>
                    <a:pt x="967" y="60"/>
                    <a:pt x="958" y="60"/>
                    <a:pt x="948" y="59"/>
                  </a:cubicBezTo>
                  <a:cubicBezTo>
                    <a:pt x="906" y="26"/>
                    <a:pt x="720" y="34"/>
                    <a:pt x="71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9"/>
            <p:cNvSpPr/>
            <p:nvPr/>
          </p:nvSpPr>
          <p:spPr>
            <a:xfrm>
              <a:off x="2737450" y="3781350"/>
              <a:ext cx="2550" cy="1500"/>
            </a:xfrm>
            <a:custGeom>
              <a:rect b="b" l="l" r="r" t="t"/>
              <a:pathLst>
                <a:path extrusionOk="0" h="60" w="102">
                  <a:moveTo>
                    <a:pt x="59" y="0"/>
                  </a:moveTo>
                  <a:cubicBezTo>
                    <a:pt x="51" y="17"/>
                    <a:pt x="0" y="51"/>
                    <a:pt x="26" y="60"/>
                  </a:cubicBezTo>
                  <a:cubicBezTo>
                    <a:pt x="9" y="51"/>
                    <a:pt x="102" y="0"/>
                    <a:pt x="5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9"/>
            <p:cNvSpPr/>
            <p:nvPr/>
          </p:nvSpPr>
          <p:spPr>
            <a:xfrm>
              <a:off x="2736800" y="3781350"/>
              <a:ext cx="1500" cy="1300"/>
            </a:xfrm>
            <a:custGeom>
              <a:rect b="b" l="l" r="r" t="t"/>
              <a:pathLst>
                <a:path extrusionOk="0" h="52" w="60">
                  <a:moveTo>
                    <a:pt x="60" y="0"/>
                  </a:moveTo>
                  <a:lnTo>
                    <a:pt x="18" y="26"/>
                  </a:lnTo>
                  <a:cubicBezTo>
                    <a:pt x="18" y="30"/>
                    <a:pt x="20" y="32"/>
                    <a:pt x="18" y="36"/>
                  </a:cubicBezTo>
                  <a:lnTo>
                    <a:pt x="18" y="36"/>
                  </a:lnTo>
                  <a:lnTo>
                    <a:pt x="60" y="0"/>
                  </a:lnTo>
                  <a:close/>
                  <a:moveTo>
                    <a:pt x="18" y="36"/>
                  </a:moveTo>
                  <a:lnTo>
                    <a:pt x="1" y="51"/>
                  </a:lnTo>
                  <a:cubicBezTo>
                    <a:pt x="13" y="43"/>
                    <a:pt x="17" y="39"/>
                    <a:pt x="18" y="3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9"/>
            <p:cNvSpPr/>
            <p:nvPr/>
          </p:nvSpPr>
          <p:spPr>
            <a:xfrm>
              <a:off x="2729200" y="3779025"/>
              <a:ext cx="4875" cy="4250"/>
            </a:xfrm>
            <a:custGeom>
              <a:rect b="b" l="l" r="r" t="t"/>
              <a:pathLst>
                <a:path extrusionOk="0" h="170" w="195">
                  <a:moveTo>
                    <a:pt x="144" y="0"/>
                  </a:moveTo>
                  <a:lnTo>
                    <a:pt x="144" y="0"/>
                  </a:lnTo>
                  <a:cubicBezTo>
                    <a:pt x="59" y="59"/>
                    <a:pt x="68" y="119"/>
                    <a:pt x="0" y="169"/>
                  </a:cubicBezTo>
                  <a:cubicBezTo>
                    <a:pt x="43" y="169"/>
                    <a:pt x="195" y="76"/>
                    <a:pt x="169" y="43"/>
                  </a:cubicBezTo>
                  <a:lnTo>
                    <a:pt x="169" y="43"/>
                  </a:lnTo>
                  <a:cubicBezTo>
                    <a:pt x="153" y="76"/>
                    <a:pt x="127" y="110"/>
                    <a:pt x="93" y="127"/>
                  </a:cubicBezTo>
                  <a:cubicBezTo>
                    <a:pt x="43" y="93"/>
                    <a:pt x="161" y="59"/>
                    <a:pt x="1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9"/>
            <p:cNvSpPr/>
            <p:nvPr/>
          </p:nvSpPr>
          <p:spPr>
            <a:xfrm>
              <a:off x="2732375" y="3777950"/>
              <a:ext cx="1075" cy="1100"/>
            </a:xfrm>
            <a:custGeom>
              <a:rect b="b" l="l" r="r" t="t"/>
              <a:pathLst>
                <a:path extrusionOk="0" h="44" w="43">
                  <a:moveTo>
                    <a:pt x="34" y="1"/>
                  </a:moveTo>
                  <a:lnTo>
                    <a:pt x="0" y="43"/>
                  </a:lnTo>
                  <a:lnTo>
                    <a:pt x="9" y="43"/>
                  </a:lnTo>
                  <a:lnTo>
                    <a:pt x="4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9"/>
            <p:cNvSpPr/>
            <p:nvPr/>
          </p:nvSpPr>
          <p:spPr>
            <a:xfrm>
              <a:off x="2764925" y="3765050"/>
              <a:ext cx="1100" cy="1125"/>
            </a:xfrm>
            <a:custGeom>
              <a:rect b="b" l="l" r="r" t="t"/>
              <a:pathLst>
                <a:path extrusionOk="0" h="45" w="44">
                  <a:moveTo>
                    <a:pt x="43" y="1"/>
                  </a:moveTo>
                  <a:lnTo>
                    <a:pt x="43" y="1"/>
                  </a:lnTo>
                  <a:cubicBezTo>
                    <a:pt x="26" y="9"/>
                    <a:pt x="9" y="26"/>
                    <a:pt x="1" y="43"/>
                  </a:cubicBezTo>
                  <a:cubicBezTo>
                    <a:pt x="3" y="44"/>
                    <a:pt x="5" y="45"/>
                    <a:pt x="6" y="45"/>
                  </a:cubicBezTo>
                  <a:cubicBezTo>
                    <a:pt x="21" y="45"/>
                    <a:pt x="36" y="16"/>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9"/>
            <p:cNvSpPr/>
            <p:nvPr/>
          </p:nvSpPr>
          <p:spPr>
            <a:xfrm>
              <a:off x="2541175" y="3700775"/>
              <a:ext cx="11025" cy="225"/>
            </a:xfrm>
            <a:custGeom>
              <a:rect b="b" l="l" r="r" t="t"/>
              <a:pathLst>
                <a:path extrusionOk="0" h="9" w="441">
                  <a:moveTo>
                    <a:pt x="1" y="0"/>
                  </a:moveTo>
                  <a:lnTo>
                    <a:pt x="152" y="3"/>
                  </a:lnTo>
                  <a:lnTo>
                    <a:pt x="152" y="3"/>
                  </a:lnTo>
                  <a:cubicBezTo>
                    <a:pt x="100" y="2"/>
                    <a:pt x="51" y="0"/>
                    <a:pt x="1" y="0"/>
                  </a:cubicBezTo>
                  <a:close/>
                  <a:moveTo>
                    <a:pt x="152" y="3"/>
                  </a:moveTo>
                  <a:cubicBezTo>
                    <a:pt x="233" y="6"/>
                    <a:pt x="323" y="9"/>
                    <a:pt x="441" y="9"/>
                  </a:cubicBezTo>
                  <a:lnTo>
                    <a:pt x="152" y="3"/>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9"/>
            <p:cNvSpPr/>
            <p:nvPr/>
          </p:nvSpPr>
          <p:spPr>
            <a:xfrm>
              <a:off x="2785650" y="3731225"/>
              <a:ext cx="7650" cy="10175"/>
            </a:xfrm>
            <a:custGeom>
              <a:rect b="b" l="l" r="r" t="t"/>
              <a:pathLst>
                <a:path extrusionOk="0" h="407" w="306">
                  <a:moveTo>
                    <a:pt x="305" y="0"/>
                  </a:moveTo>
                  <a:lnTo>
                    <a:pt x="212" y="68"/>
                  </a:lnTo>
                  <a:cubicBezTo>
                    <a:pt x="153" y="187"/>
                    <a:pt x="77" y="297"/>
                    <a:pt x="1" y="406"/>
                  </a:cubicBezTo>
                  <a:cubicBezTo>
                    <a:pt x="69" y="347"/>
                    <a:pt x="128" y="271"/>
                    <a:pt x="170" y="187"/>
                  </a:cubicBezTo>
                  <a:cubicBezTo>
                    <a:pt x="195" y="119"/>
                    <a:pt x="246" y="51"/>
                    <a:pt x="30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9"/>
            <p:cNvSpPr/>
            <p:nvPr/>
          </p:nvSpPr>
          <p:spPr>
            <a:xfrm>
              <a:off x="2792425" y="3731525"/>
              <a:ext cx="2450" cy="3525"/>
            </a:xfrm>
            <a:custGeom>
              <a:rect b="b" l="l" r="r" t="t"/>
              <a:pathLst>
                <a:path extrusionOk="0" h="141" w="98">
                  <a:moveTo>
                    <a:pt x="80" y="0"/>
                  </a:moveTo>
                  <a:cubicBezTo>
                    <a:pt x="77" y="0"/>
                    <a:pt x="74" y="2"/>
                    <a:pt x="68" y="5"/>
                  </a:cubicBezTo>
                  <a:cubicBezTo>
                    <a:pt x="9" y="98"/>
                    <a:pt x="77" y="48"/>
                    <a:pt x="1" y="141"/>
                  </a:cubicBezTo>
                  <a:lnTo>
                    <a:pt x="85" y="90"/>
                  </a:lnTo>
                  <a:lnTo>
                    <a:pt x="85" y="90"/>
                  </a:lnTo>
                  <a:cubicBezTo>
                    <a:pt x="80" y="92"/>
                    <a:pt x="75" y="93"/>
                    <a:pt x="72" y="93"/>
                  </a:cubicBezTo>
                  <a:cubicBezTo>
                    <a:pt x="38" y="93"/>
                    <a:pt x="98" y="0"/>
                    <a:pt x="8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9"/>
            <p:cNvSpPr/>
            <p:nvPr/>
          </p:nvSpPr>
          <p:spPr>
            <a:xfrm>
              <a:off x="2771075" y="3740325"/>
              <a:ext cx="450" cy="850"/>
            </a:xfrm>
            <a:custGeom>
              <a:rect b="b" l="l" r="r" t="t"/>
              <a:pathLst>
                <a:path extrusionOk="0" h="34" w="18">
                  <a:moveTo>
                    <a:pt x="17" y="0"/>
                  </a:moveTo>
                  <a:lnTo>
                    <a:pt x="0" y="26"/>
                  </a:lnTo>
                  <a:lnTo>
                    <a:pt x="9" y="34"/>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9"/>
            <p:cNvSpPr/>
            <p:nvPr/>
          </p:nvSpPr>
          <p:spPr>
            <a:xfrm>
              <a:off x="2798550" y="3718750"/>
              <a:ext cx="2150" cy="450"/>
            </a:xfrm>
            <a:custGeom>
              <a:rect b="b" l="l" r="r" t="t"/>
              <a:pathLst>
                <a:path extrusionOk="0" h="18" w="86">
                  <a:moveTo>
                    <a:pt x="1" y="0"/>
                  </a:moveTo>
                  <a:lnTo>
                    <a:pt x="52" y="17"/>
                  </a:lnTo>
                  <a:lnTo>
                    <a:pt x="86" y="17"/>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9"/>
            <p:cNvSpPr/>
            <p:nvPr/>
          </p:nvSpPr>
          <p:spPr>
            <a:xfrm>
              <a:off x="2800675" y="3718950"/>
              <a:ext cx="875" cy="25"/>
            </a:xfrm>
            <a:custGeom>
              <a:rect b="b" l="l" r="r" t="t"/>
              <a:pathLst>
                <a:path extrusionOk="0" h="1" w="35">
                  <a:moveTo>
                    <a:pt x="34" y="1"/>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9"/>
            <p:cNvSpPr/>
            <p:nvPr/>
          </p:nvSpPr>
          <p:spPr>
            <a:xfrm>
              <a:off x="2769575" y="3739250"/>
              <a:ext cx="1100" cy="1525"/>
            </a:xfrm>
            <a:custGeom>
              <a:rect b="b" l="l" r="r" t="t"/>
              <a:pathLst>
                <a:path extrusionOk="0" h="61" w="44">
                  <a:moveTo>
                    <a:pt x="43" y="1"/>
                  </a:moveTo>
                  <a:lnTo>
                    <a:pt x="1" y="35"/>
                  </a:lnTo>
                  <a:lnTo>
                    <a:pt x="1" y="60"/>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9"/>
            <p:cNvSpPr/>
            <p:nvPr/>
          </p:nvSpPr>
          <p:spPr>
            <a:xfrm>
              <a:off x="2779750" y="3734725"/>
              <a:ext cx="900" cy="750"/>
            </a:xfrm>
            <a:custGeom>
              <a:rect b="b" l="l" r="r" t="t"/>
              <a:pathLst>
                <a:path extrusionOk="0" h="30" w="36">
                  <a:moveTo>
                    <a:pt x="23" y="0"/>
                  </a:moveTo>
                  <a:cubicBezTo>
                    <a:pt x="20" y="0"/>
                    <a:pt x="16" y="1"/>
                    <a:pt x="9" y="4"/>
                  </a:cubicBezTo>
                  <a:lnTo>
                    <a:pt x="0" y="30"/>
                  </a:lnTo>
                  <a:cubicBezTo>
                    <a:pt x="0" y="30"/>
                    <a:pt x="35" y="0"/>
                    <a:pt x="2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9"/>
            <p:cNvSpPr/>
            <p:nvPr/>
          </p:nvSpPr>
          <p:spPr>
            <a:xfrm>
              <a:off x="2782500" y="3717700"/>
              <a:ext cx="2975" cy="225"/>
            </a:xfrm>
            <a:custGeom>
              <a:rect b="b" l="l" r="r" t="t"/>
              <a:pathLst>
                <a:path extrusionOk="0" h="9" w="119">
                  <a:moveTo>
                    <a:pt x="0" y="0"/>
                  </a:moveTo>
                  <a:lnTo>
                    <a:pt x="8" y="8"/>
                  </a:lnTo>
                  <a:lnTo>
                    <a:pt x="1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9"/>
            <p:cNvSpPr/>
            <p:nvPr/>
          </p:nvSpPr>
          <p:spPr>
            <a:xfrm>
              <a:off x="2778950" y="3730650"/>
              <a:ext cx="1225" cy="700"/>
            </a:xfrm>
            <a:custGeom>
              <a:rect b="b" l="l" r="r" t="t"/>
              <a:pathLst>
                <a:path extrusionOk="0" h="28" w="49">
                  <a:moveTo>
                    <a:pt x="30" y="1"/>
                  </a:moveTo>
                  <a:cubicBezTo>
                    <a:pt x="28" y="1"/>
                    <a:pt x="22" y="4"/>
                    <a:pt x="7" y="15"/>
                  </a:cubicBezTo>
                  <a:cubicBezTo>
                    <a:pt x="0" y="24"/>
                    <a:pt x="1" y="28"/>
                    <a:pt x="6" y="28"/>
                  </a:cubicBezTo>
                  <a:cubicBezTo>
                    <a:pt x="13" y="28"/>
                    <a:pt x="33" y="17"/>
                    <a:pt x="49" y="7"/>
                  </a:cubicBezTo>
                  <a:lnTo>
                    <a:pt x="49" y="7"/>
                  </a:lnTo>
                  <a:cubicBezTo>
                    <a:pt x="36" y="14"/>
                    <a:pt x="30" y="16"/>
                    <a:pt x="27" y="16"/>
                  </a:cubicBezTo>
                  <a:cubicBezTo>
                    <a:pt x="20" y="16"/>
                    <a:pt x="34" y="1"/>
                    <a:pt x="3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9"/>
            <p:cNvSpPr/>
            <p:nvPr/>
          </p:nvSpPr>
          <p:spPr>
            <a:xfrm>
              <a:off x="2773825" y="3725300"/>
              <a:ext cx="650" cy="25"/>
            </a:xfrm>
            <a:custGeom>
              <a:rect b="b" l="l" r="r" t="t"/>
              <a:pathLst>
                <a:path extrusionOk="0" h="1" w="26">
                  <a:moveTo>
                    <a:pt x="26" y="1"/>
                  </a:moveTo>
                  <a:cubicBezTo>
                    <a:pt x="17" y="1"/>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9"/>
            <p:cNvSpPr/>
            <p:nvPr/>
          </p:nvSpPr>
          <p:spPr>
            <a:xfrm>
              <a:off x="2774450" y="3725225"/>
              <a:ext cx="1500" cy="325"/>
            </a:xfrm>
            <a:custGeom>
              <a:rect b="b" l="l" r="r" t="t"/>
              <a:pathLst>
                <a:path extrusionOk="0" h="13" w="60">
                  <a:moveTo>
                    <a:pt x="17" y="0"/>
                  </a:moveTo>
                  <a:cubicBezTo>
                    <a:pt x="11" y="0"/>
                    <a:pt x="6" y="1"/>
                    <a:pt x="1" y="4"/>
                  </a:cubicBezTo>
                  <a:cubicBezTo>
                    <a:pt x="17" y="4"/>
                    <a:pt x="34" y="12"/>
                    <a:pt x="60" y="12"/>
                  </a:cubicBezTo>
                  <a:cubicBezTo>
                    <a:pt x="48" y="6"/>
                    <a:pt x="32" y="0"/>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9"/>
            <p:cNvSpPr/>
            <p:nvPr/>
          </p:nvSpPr>
          <p:spPr>
            <a:xfrm>
              <a:off x="2767250" y="3724675"/>
              <a:ext cx="1525" cy="475"/>
            </a:xfrm>
            <a:custGeom>
              <a:rect b="b" l="l" r="r" t="t"/>
              <a:pathLst>
                <a:path extrusionOk="0" h="19" w="61">
                  <a:moveTo>
                    <a:pt x="60" y="0"/>
                  </a:moveTo>
                  <a:cubicBezTo>
                    <a:pt x="18" y="0"/>
                    <a:pt x="1" y="0"/>
                    <a:pt x="9" y="9"/>
                  </a:cubicBezTo>
                  <a:lnTo>
                    <a:pt x="26" y="9"/>
                  </a:lnTo>
                  <a:cubicBezTo>
                    <a:pt x="16" y="16"/>
                    <a:pt x="12" y="18"/>
                    <a:pt x="14" y="18"/>
                  </a:cubicBezTo>
                  <a:cubicBezTo>
                    <a:pt x="15" y="18"/>
                    <a:pt x="25" y="14"/>
                    <a:pt x="35" y="9"/>
                  </a:cubicBezTo>
                  <a:cubicBezTo>
                    <a:pt x="47" y="4"/>
                    <a:pt x="54" y="4"/>
                    <a:pt x="57" y="4"/>
                  </a:cubicBezTo>
                  <a:cubicBezTo>
                    <a:pt x="60" y="4"/>
                    <a:pt x="60" y="4"/>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9"/>
            <p:cNvSpPr/>
            <p:nvPr/>
          </p:nvSpPr>
          <p:spPr>
            <a:xfrm>
              <a:off x="2741025" y="3712600"/>
              <a:ext cx="5750" cy="1125"/>
            </a:xfrm>
            <a:custGeom>
              <a:rect b="b" l="l" r="r" t="t"/>
              <a:pathLst>
                <a:path extrusionOk="0" h="45" w="230">
                  <a:moveTo>
                    <a:pt x="1" y="1"/>
                  </a:moveTo>
                  <a:cubicBezTo>
                    <a:pt x="86" y="18"/>
                    <a:pt x="111" y="26"/>
                    <a:pt x="111" y="43"/>
                  </a:cubicBezTo>
                  <a:cubicBezTo>
                    <a:pt x="119" y="44"/>
                    <a:pt x="127" y="45"/>
                    <a:pt x="133" y="45"/>
                  </a:cubicBezTo>
                  <a:cubicBezTo>
                    <a:pt x="186" y="45"/>
                    <a:pt x="184" y="18"/>
                    <a:pt x="229" y="18"/>
                  </a:cubicBezTo>
                  <a:cubicBezTo>
                    <a:pt x="128" y="18"/>
                    <a:pt x="11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9"/>
            <p:cNvSpPr/>
            <p:nvPr/>
          </p:nvSpPr>
          <p:spPr>
            <a:xfrm>
              <a:off x="2746525" y="3713025"/>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9"/>
            <p:cNvSpPr/>
            <p:nvPr/>
          </p:nvSpPr>
          <p:spPr>
            <a:xfrm>
              <a:off x="2771075" y="3730600"/>
              <a:ext cx="1075" cy="650"/>
            </a:xfrm>
            <a:custGeom>
              <a:rect b="b" l="l" r="r" t="t"/>
              <a:pathLst>
                <a:path extrusionOk="0" h="26" w="43">
                  <a:moveTo>
                    <a:pt x="43" y="0"/>
                  </a:moveTo>
                  <a:cubicBezTo>
                    <a:pt x="26" y="9"/>
                    <a:pt x="17" y="17"/>
                    <a:pt x="0" y="25"/>
                  </a:cubicBezTo>
                  <a:lnTo>
                    <a:pt x="9" y="25"/>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9"/>
            <p:cNvSpPr/>
            <p:nvPr/>
          </p:nvSpPr>
          <p:spPr>
            <a:xfrm>
              <a:off x="2737650" y="3712125"/>
              <a:ext cx="1725" cy="300"/>
            </a:xfrm>
            <a:custGeom>
              <a:rect b="b" l="l" r="r" t="t"/>
              <a:pathLst>
                <a:path extrusionOk="0" h="12" w="69">
                  <a:moveTo>
                    <a:pt x="32" y="1"/>
                  </a:moveTo>
                  <a:cubicBezTo>
                    <a:pt x="15" y="1"/>
                    <a:pt x="1" y="3"/>
                    <a:pt x="9" y="3"/>
                  </a:cubicBezTo>
                  <a:cubicBezTo>
                    <a:pt x="26" y="3"/>
                    <a:pt x="51" y="3"/>
                    <a:pt x="68" y="12"/>
                  </a:cubicBezTo>
                  <a:cubicBezTo>
                    <a:pt x="68" y="3"/>
                    <a:pt x="49" y="1"/>
                    <a:pt x="3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9"/>
            <p:cNvSpPr/>
            <p:nvPr/>
          </p:nvSpPr>
          <p:spPr>
            <a:xfrm>
              <a:off x="2745475" y="3721900"/>
              <a:ext cx="2150" cy="675"/>
            </a:xfrm>
            <a:custGeom>
              <a:rect b="b" l="l" r="r" t="t"/>
              <a:pathLst>
                <a:path extrusionOk="0" h="27" w="86">
                  <a:moveTo>
                    <a:pt x="22" y="0"/>
                  </a:moveTo>
                  <a:cubicBezTo>
                    <a:pt x="15" y="0"/>
                    <a:pt x="7" y="3"/>
                    <a:pt x="1" y="10"/>
                  </a:cubicBezTo>
                  <a:cubicBezTo>
                    <a:pt x="9" y="18"/>
                    <a:pt x="60" y="18"/>
                    <a:pt x="85" y="27"/>
                  </a:cubicBezTo>
                  <a:cubicBezTo>
                    <a:pt x="67" y="20"/>
                    <a:pt x="43" y="0"/>
                    <a:pt x="2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9"/>
            <p:cNvSpPr/>
            <p:nvPr/>
          </p:nvSpPr>
          <p:spPr>
            <a:xfrm>
              <a:off x="2731725" y="3713625"/>
              <a:ext cx="1975" cy="925"/>
            </a:xfrm>
            <a:custGeom>
              <a:rect b="b" l="l" r="r" t="t"/>
              <a:pathLst>
                <a:path extrusionOk="0" h="37" w="79">
                  <a:moveTo>
                    <a:pt x="24" y="1"/>
                  </a:moveTo>
                  <a:cubicBezTo>
                    <a:pt x="18" y="1"/>
                    <a:pt x="10" y="1"/>
                    <a:pt x="1" y="2"/>
                  </a:cubicBezTo>
                  <a:cubicBezTo>
                    <a:pt x="18" y="2"/>
                    <a:pt x="35" y="19"/>
                    <a:pt x="26" y="36"/>
                  </a:cubicBezTo>
                  <a:cubicBezTo>
                    <a:pt x="49" y="29"/>
                    <a:pt x="78" y="1"/>
                    <a:pt x="2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9"/>
            <p:cNvSpPr/>
            <p:nvPr/>
          </p:nvSpPr>
          <p:spPr>
            <a:xfrm>
              <a:off x="2741675" y="3721700"/>
              <a:ext cx="1725" cy="250"/>
            </a:xfrm>
            <a:custGeom>
              <a:rect b="b" l="l" r="r" t="t"/>
              <a:pathLst>
                <a:path extrusionOk="0" h="10" w="69">
                  <a:moveTo>
                    <a:pt x="0" y="1"/>
                  </a:moveTo>
                  <a:lnTo>
                    <a:pt x="9"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9"/>
            <p:cNvSpPr/>
            <p:nvPr/>
          </p:nvSpPr>
          <p:spPr>
            <a:xfrm>
              <a:off x="2743775" y="3727175"/>
              <a:ext cx="4275" cy="2175"/>
            </a:xfrm>
            <a:custGeom>
              <a:rect b="b" l="l" r="r" t="t"/>
              <a:pathLst>
                <a:path extrusionOk="0" h="87" w="171">
                  <a:moveTo>
                    <a:pt x="64" y="1"/>
                  </a:moveTo>
                  <a:cubicBezTo>
                    <a:pt x="29" y="1"/>
                    <a:pt x="94" y="36"/>
                    <a:pt x="35" y="36"/>
                  </a:cubicBezTo>
                  <a:cubicBezTo>
                    <a:pt x="30" y="36"/>
                    <a:pt x="24" y="36"/>
                    <a:pt x="18" y="36"/>
                  </a:cubicBezTo>
                  <a:lnTo>
                    <a:pt x="18" y="36"/>
                  </a:lnTo>
                  <a:cubicBezTo>
                    <a:pt x="77" y="44"/>
                    <a:pt x="111" y="78"/>
                    <a:pt x="102" y="86"/>
                  </a:cubicBezTo>
                  <a:cubicBezTo>
                    <a:pt x="170" y="69"/>
                    <a:pt x="1" y="19"/>
                    <a:pt x="119" y="10"/>
                  </a:cubicBezTo>
                  <a:cubicBezTo>
                    <a:pt x="90" y="3"/>
                    <a:pt x="73" y="1"/>
                    <a:pt x="6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9"/>
            <p:cNvSpPr/>
            <p:nvPr/>
          </p:nvSpPr>
          <p:spPr>
            <a:xfrm>
              <a:off x="2743575" y="3727900"/>
              <a:ext cx="650" cy="175"/>
            </a:xfrm>
            <a:custGeom>
              <a:rect b="b" l="l" r="r" t="t"/>
              <a:pathLst>
                <a:path extrusionOk="0" h="7" w="26">
                  <a:moveTo>
                    <a:pt x="13" y="0"/>
                  </a:moveTo>
                  <a:cubicBezTo>
                    <a:pt x="9" y="0"/>
                    <a:pt x="5" y="2"/>
                    <a:pt x="0" y="7"/>
                  </a:cubicBezTo>
                  <a:lnTo>
                    <a:pt x="26" y="7"/>
                  </a:lnTo>
                  <a:cubicBezTo>
                    <a:pt x="22" y="2"/>
                    <a:pt x="17" y="0"/>
                    <a:pt x="1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9"/>
            <p:cNvSpPr/>
            <p:nvPr/>
          </p:nvSpPr>
          <p:spPr>
            <a:xfrm>
              <a:off x="2721375" y="3722550"/>
              <a:ext cx="650" cy="250"/>
            </a:xfrm>
            <a:custGeom>
              <a:rect b="b" l="l" r="r" t="t"/>
              <a:pathLst>
                <a:path extrusionOk="0" h="10" w="26">
                  <a:moveTo>
                    <a:pt x="0" y="9"/>
                  </a:move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9"/>
            <p:cNvSpPr/>
            <p:nvPr/>
          </p:nvSpPr>
          <p:spPr>
            <a:xfrm>
              <a:off x="2732375" y="3727200"/>
              <a:ext cx="5725" cy="1175"/>
            </a:xfrm>
            <a:custGeom>
              <a:rect b="b" l="l" r="r" t="t"/>
              <a:pathLst>
                <a:path extrusionOk="0" h="47" w="229">
                  <a:moveTo>
                    <a:pt x="229" y="1"/>
                  </a:moveTo>
                  <a:cubicBezTo>
                    <a:pt x="161" y="18"/>
                    <a:pt x="0" y="1"/>
                    <a:pt x="9" y="43"/>
                  </a:cubicBezTo>
                  <a:cubicBezTo>
                    <a:pt x="21" y="45"/>
                    <a:pt x="34" y="46"/>
                    <a:pt x="48" y="46"/>
                  </a:cubicBezTo>
                  <a:cubicBezTo>
                    <a:pt x="81" y="46"/>
                    <a:pt x="117" y="41"/>
                    <a:pt x="152" y="35"/>
                  </a:cubicBezTo>
                  <a:lnTo>
                    <a:pt x="127" y="26"/>
                  </a:lnTo>
                  <a:lnTo>
                    <a:pt x="22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9"/>
            <p:cNvSpPr/>
            <p:nvPr/>
          </p:nvSpPr>
          <p:spPr>
            <a:xfrm>
              <a:off x="2708100" y="3709875"/>
              <a:ext cx="1450" cy="500"/>
            </a:xfrm>
            <a:custGeom>
              <a:rect b="b" l="l" r="r" t="t"/>
              <a:pathLst>
                <a:path extrusionOk="0" h="20" w="58">
                  <a:moveTo>
                    <a:pt x="7" y="0"/>
                  </a:moveTo>
                  <a:lnTo>
                    <a:pt x="7" y="0"/>
                  </a:lnTo>
                  <a:cubicBezTo>
                    <a:pt x="20" y="7"/>
                    <a:pt x="1" y="19"/>
                    <a:pt x="6" y="19"/>
                  </a:cubicBezTo>
                  <a:cubicBezTo>
                    <a:pt x="8" y="19"/>
                    <a:pt x="10" y="19"/>
                    <a:pt x="15" y="17"/>
                  </a:cubicBezTo>
                  <a:lnTo>
                    <a:pt x="58" y="8"/>
                  </a:lnTo>
                  <a:lnTo>
                    <a:pt x="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9"/>
            <p:cNvSpPr/>
            <p:nvPr/>
          </p:nvSpPr>
          <p:spPr>
            <a:xfrm>
              <a:off x="2708050" y="3709875"/>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9"/>
            <p:cNvSpPr/>
            <p:nvPr/>
          </p:nvSpPr>
          <p:spPr>
            <a:xfrm>
              <a:off x="2726025" y="3722375"/>
              <a:ext cx="2125" cy="350"/>
            </a:xfrm>
            <a:custGeom>
              <a:rect b="b" l="l" r="r" t="t"/>
              <a:pathLst>
                <a:path extrusionOk="0" h="14" w="85">
                  <a:moveTo>
                    <a:pt x="20" y="0"/>
                  </a:moveTo>
                  <a:cubicBezTo>
                    <a:pt x="9" y="0"/>
                    <a:pt x="0" y="2"/>
                    <a:pt x="0" y="8"/>
                  </a:cubicBezTo>
                  <a:cubicBezTo>
                    <a:pt x="17" y="12"/>
                    <a:pt x="32" y="14"/>
                    <a:pt x="46" y="14"/>
                  </a:cubicBezTo>
                  <a:cubicBezTo>
                    <a:pt x="60" y="14"/>
                    <a:pt x="72" y="12"/>
                    <a:pt x="85" y="8"/>
                  </a:cubicBezTo>
                  <a:cubicBezTo>
                    <a:pt x="79" y="8"/>
                    <a:pt x="44" y="0"/>
                    <a:pt x="2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9"/>
            <p:cNvSpPr/>
            <p:nvPr/>
          </p:nvSpPr>
          <p:spPr>
            <a:xfrm>
              <a:off x="2700850" y="3710925"/>
              <a:ext cx="1925" cy="25"/>
            </a:xfrm>
            <a:custGeom>
              <a:rect b="b" l="l" r="r" t="t"/>
              <a:pathLst>
                <a:path extrusionOk="0" h="1" w="77">
                  <a:moveTo>
                    <a:pt x="9" y="0"/>
                  </a:moveTo>
                  <a:lnTo>
                    <a:pt x="77"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9"/>
            <p:cNvSpPr/>
            <p:nvPr/>
          </p:nvSpPr>
          <p:spPr>
            <a:xfrm>
              <a:off x="2691125" y="3708800"/>
              <a:ext cx="1725" cy="450"/>
            </a:xfrm>
            <a:custGeom>
              <a:rect b="b" l="l" r="r" t="t"/>
              <a:pathLst>
                <a:path extrusionOk="0" h="18" w="69">
                  <a:moveTo>
                    <a:pt x="60" y="1"/>
                  </a:moveTo>
                  <a:lnTo>
                    <a:pt x="1" y="9"/>
                  </a:lnTo>
                  <a:lnTo>
                    <a:pt x="9" y="18"/>
                  </a:lnTo>
                  <a:lnTo>
                    <a:pt x="68" y="9"/>
                  </a:lnTo>
                  <a:lnTo>
                    <a:pt x="6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9"/>
            <p:cNvSpPr/>
            <p:nvPr/>
          </p:nvSpPr>
          <p:spPr>
            <a:xfrm>
              <a:off x="2701900" y="3725725"/>
              <a:ext cx="2725" cy="925"/>
            </a:xfrm>
            <a:custGeom>
              <a:rect b="b" l="l" r="r" t="t"/>
              <a:pathLst>
                <a:path extrusionOk="0" h="37" w="109">
                  <a:moveTo>
                    <a:pt x="1" y="0"/>
                  </a:moveTo>
                  <a:lnTo>
                    <a:pt x="1" y="0"/>
                  </a:lnTo>
                  <a:cubicBezTo>
                    <a:pt x="10" y="13"/>
                    <a:pt x="16" y="16"/>
                    <a:pt x="23" y="16"/>
                  </a:cubicBezTo>
                  <a:cubicBezTo>
                    <a:pt x="29" y="16"/>
                    <a:pt x="37" y="12"/>
                    <a:pt x="50" y="12"/>
                  </a:cubicBezTo>
                  <a:cubicBezTo>
                    <a:pt x="57" y="12"/>
                    <a:pt x="66" y="14"/>
                    <a:pt x="77" y="17"/>
                  </a:cubicBezTo>
                  <a:lnTo>
                    <a:pt x="18" y="34"/>
                  </a:lnTo>
                  <a:cubicBezTo>
                    <a:pt x="25" y="35"/>
                    <a:pt x="32" y="36"/>
                    <a:pt x="39" y="36"/>
                  </a:cubicBezTo>
                  <a:cubicBezTo>
                    <a:pt x="79" y="36"/>
                    <a:pt x="109" y="16"/>
                    <a:pt x="94" y="9"/>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9"/>
            <p:cNvSpPr/>
            <p:nvPr/>
          </p:nvSpPr>
          <p:spPr>
            <a:xfrm>
              <a:off x="2600400" y="3703100"/>
              <a:ext cx="42750" cy="4725"/>
            </a:xfrm>
            <a:custGeom>
              <a:rect b="b" l="l" r="r" t="t"/>
              <a:pathLst>
                <a:path extrusionOk="0" h="189" w="1710">
                  <a:moveTo>
                    <a:pt x="0" y="0"/>
                  </a:moveTo>
                  <a:lnTo>
                    <a:pt x="29" y="2"/>
                  </a:lnTo>
                  <a:lnTo>
                    <a:pt x="29" y="2"/>
                  </a:lnTo>
                  <a:cubicBezTo>
                    <a:pt x="20" y="1"/>
                    <a:pt x="10" y="0"/>
                    <a:pt x="0" y="0"/>
                  </a:cubicBezTo>
                  <a:close/>
                  <a:moveTo>
                    <a:pt x="1312" y="60"/>
                  </a:moveTo>
                  <a:cubicBezTo>
                    <a:pt x="1310" y="60"/>
                    <a:pt x="1308" y="60"/>
                    <a:pt x="1306" y="61"/>
                  </a:cubicBezTo>
                  <a:lnTo>
                    <a:pt x="1306" y="61"/>
                  </a:lnTo>
                  <a:cubicBezTo>
                    <a:pt x="1308" y="60"/>
                    <a:pt x="1310" y="60"/>
                    <a:pt x="1312" y="60"/>
                  </a:cubicBezTo>
                  <a:close/>
                  <a:moveTo>
                    <a:pt x="384" y="119"/>
                  </a:moveTo>
                  <a:cubicBezTo>
                    <a:pt x="383" y="119"/>
                    <a:pt x="382" y="119"/>
                    <a:pt x="381" y="119"/>
                  </a:cubicBezTo>
                  <a:lnTo>
                    <a:pt x="398" y="119"/>
                  </a:lnTo>
                  <a:cubicBezTo>
                    <a:pt x="393" y="119"/>
                    <a:pt x="388" y="119"/>
                    <a:pt x="384" y="119"/>
                  </a:cubicBezTo>
                  <a:close/>
                  <a:moveTo>
                    <a:pt x="1078" y="185"/>
                  </a:moveTo>
                  <a:lnTo>
                    <a:pt x="1066" y="186"/>
                  </a:lnTo>
                  <a:cubicBezTo>
                    <a:pt x="1071" y="186"/>
                    <a:pt x="1075" y="186"/>
                    <a:pt x="1078" y="185"/>
                  </a:cubicBezTo>
                  <a:close/>
                  <a:moveTo>
                    <a:pt x="29" y="2"/>
                  </a:moveTo>
                  <a:cubicBezTo>
                    <a:pt x="65" y="7"/>
                    <a:pt x="95" y="19"/>
                    <a:pt x="136" y="26"/>
                  </a:cubicBezTo>
                  <a:cubicBezTo>
                    <a:pt x="60" y="60"/>
                    <a:pt x="212" y="43"/>
                    <a:pt x="187" y="68"/>
                  </a:cubicBezTo>
                  <a:cubicBezTo>
                    <a:pt x="173" y="72"/>
                    <a:pt x="159" y="74"/>
                    <a:pt x="145" y="74"/>
                  </a:cubicBezTo>
                  <a:cubicBezTo>
                    <a:pt x="125" y="74"/>
                    <a:pt x="105" y="69"/>
                    <a:pt x="85" y="60"/>
                  </a:cubicBezTo>
                  <a:lnTo>
                    <a:pt x="85" y="60"/>
                  </a:lnTo>
                  <a:cubicBezTo>
                    <a:pt x="77" y="76"/>
                    <a:pt x="110" y="93"/>
                    <a:pt x="110" y="110"/>
                  </a:cubicBezTo>
                  <a:cubicBezTo>
                    <a:pt x="131" y="117"/>
                    <a:pt x="148" y="119"/>
                    <a:pt x="164" y="119"/>
                  </a:cubicBezTo>
                  <a:cubicBezTo>
                    <a:pt x="224" y="119"/>
                    <a:pt x="259" y="82"/>
                    <a:pt x="331" y="82"/>
                  </a:cubicBezTo>
                  <a:cubicBezTo>
                    <a:pt x="341" y="82"/>
                    <a:pt x="352" y="83"/>
                    <a:pt x="364" y="85"/>
                  </a:cubicBezTo>
                  <a:cubicBezTo>
                    <a:pt x="356" y="101"/>
                    <a:pt x="326" y="117"/>
                    <a:pt x="384" y="119"/>
                  </a:cubicBezTo>
                  <a:lnTo>
                    <a:pt x="384" y="119"/>
                  </a:lnTo>
                  <a:cubicBezTo>
                    <a:pt x="391" y="118"/>
                    <a:pt x="398" y="118"/>
                    <a:pt x="403" y="118"/>
                  </a:cubicBezTo>
                  <a:cubicBezTo>
                    <a:pt x="465" y="118"/>
                    <a:pt x="475" y="140"/>
                    <a:pt x="498" y="140"/>
                  </a:cubicBezTo>
                  <a:cubicBezTo>
                    <a:pt x="510" y="140"/>
                    <a:pt x="524" y="134"/>
                    <a:pt x="550" y="119"/>
                  </a:cubicBezTo>
                  <a:lnTo>
                    <a:pt x="550" y="153"/>
                  </a:lnTo>
                  <a:cubicBezTo>
                    <a:pt x="626" y="136"/>
                    <a:pt x="703" y="136"/>
                    <a:pt x="779" y="136"/>
                  </a:cubicBezTo>
                  <a:cubicBezTo>
                    <a:pt x="825" y="131"/>
                    <a:pt x="874" y="129"/>
                    <a:pt x="923" y="129"/>
                  </a:cubicBezTo>
                  <a:cubicBezTo>
                    <a:pt x="971" y="129"/>
                    <a:pt x="1020" y="131"/>
                    <a:pt x="1066" y="136"/>
                  </a:cubicBezTo>
                  <a:lnTo>
                    <a:pt x="973" y="170"/>
                  </a:lnTo>
                  <a:cubicBezTo>
                    <a:pt x="987" y="173"/>
                    <a:pt x="998" y="174"/>
                    <a:pt x="1008" y="174"/>
                  </a:cubicBezTo>
                  <a:cubicBezTo>
                    <a:pt x="1049" y="174"/>
                    <a:pt x="1066" y="153"/>
                    <a:pt x="1100" y="153"/>
                  </a:cubicBezTo>
                  <a:cubicBezTo>
                    <a:pt x="1100" y="153"/>
                    <a:pt x="1100" y="178"/>
                    <a:pt x="1078" y="185"/>
                  </a:cubicBezTo>
                  <a:lnTo>
                    <a:pt x="1078" y="185"/>
                  </a:lnTo>
                  <a:lnTo>
                    <a:pt x="1303" y="153"/>
                  </a:lnTo>
                  <a:cubicBezTo>
                    <a:pt x="1346" y="136"/>
                    <a:pt x="1278" y="127"/>
                    <a:pt x="1269" y="119"/>
                  </a:cubicBezTo>
                  <a:cubicBezTo>
                    <a:pt x="1277" y="114"/>
                    <a:pt x="1291" y="112"/>
                    <a:pt x="1307" y="112"/>
                  </a:cubicBezTo>
                  <a:cubicBezTo>
                    <a:pt x="1346" y="112"/>
                    <a:pt x="1396" y="124"/>
                    <a:pt x="1396" y="136"/>
                  </a:cubicBezTo>
                  <a:cubicBezTo>
                    <a:pt x="1388" y="136"/>
                    <a:pt x="1329" y="144"/>
                    <a:pt x="1362" y="161"/>
                  </a:cubicBezTo>
                  <a:lnTo>
                    <a:pt x="1447" y="119"/>
                  </a:lnTo>
                  <a:lnTo>
                    <a:pt x="1447" y="119"/>
                  </a:lnTo>
                  <a:cubicBezTo>
                    <a:pt x="1549" y="153"/>
                    <a:pt x="1362" y="170"/>
                    <a:pt x="1312" y="186"/>
                  </a:cubicBezTo>
                  <a:cubicBezTo>
                    <a:pt x="1327" y="188"/>
                    <a:pt x="1341" y="188"/>
                    <a:pt x="1353" y="188"/>
                  </a:cubicBezTo>
                  <a:cubicBezTo>
                    <a:pt x="1403" y="188"/>
                    <a:pt x="1437" y="180"/>
                    <a:pt x="1487" y="180"/>
                  </a:cubicBezTo>
                  <a:cubicBezTo>
                    <a:pt x="1509" y="180"/>
                    <a:pt x="1534" y="182"/>
                    <a:pt x="1565" y="186"/>
                  </a:cubicBezTo>
                  <a:cubicBezTo>
                    <a:pt x="1540" y="178"/>
                    <a:pt x="1515" y="170"/>
                    <a:pt x="1489" y="153"/>
                  </a:cubicBezTo>
                  <a:cubicBezTo>
                    <a:pt x="1489" y="139"/>
                    <a:pt x="1507" y="135"/>
                    <a:pt x="1533" y="135"/>
                  </a:cubicBezTo>
                  <a:cubicBezTo>
                    <a:pt x="1572" y="135"/>
                    <a:pt x="1630" y="144"/>
                    <a:pt x="1675" y="144"/>
                  </a:cubicBezTo>
                  <a:cubicBezTo>
                    <a:pt x="1625" y="127"/>
                    <a:pt x="1659" y="119"/>
                    <a:pt x="1692" y="110"/>
                  </a:cubicBezTo>
                  <a:lnTo>
                    <a:pt x="1709" y="110"/>
                  </a:lnTo>
                  <a:cubicBezTo>
                    <a:pt x="1709" y="110"/>
                    <a:pt x="1709" y="102"/>
                    <a:pt x="1701" y="93"/>
                  </a:cubicBezTo>
                  <a:cubicBezTo>
                    <a:pt x="1650" y="93"/>
                    <a:pt x="1599" y="85"/>
                    <a:pt x="1549" y="68"/>
                  </a:cubicBezTo>
                  <a:lnTo>
                    <a:pt x="1549" y="68"/>
                  </a:lnTo>
                  <a:cubicBezTo>
                    <a:pt x="1561" y="86"/>
                    <a:pt x="1546" y="91"/>
                    <a:pt x="1520" y="91"/>
                  </a:cubicBezTo>
                  <a:cubicBezTo>
                    <a:pt x="1484" y="91"/>
                    <a:pt x="1426" y="81"/>
                    <a:pt x="1385" y="81"/>
                  </a:cubicBezTo>
                  <a:cubicBezTo>
                    <a:pt x="1373" y="81"/>
                    <a:pt x="1362" y="82"/>
                    <a:pt x="1354" y="85"/>
                  </a:cubicBezTo>
                  <a:lnTo>
                    <a:pt x="1269" y="85"/>
                  </a:lnTo>
                  <a:cubicBezTo>
                    <a:pt x="1269" y="77"/>
                    <a:pt x="1269" y="69"/>
                    <a:pt x="1306" y="61"/>
                  </a:cubicBezTo>
                  <a:lnTo>
                    <a:pt x="1306" y="61"/>
                  </a:lnTo>
                  <a:cubicBezTo>
                    <a:pt x="1269" y="67"/>
                    <a:pt x="1185" y="60"/>
                    <a:pt x="1193" y="76"/>
                  </a:cubicBezTo>
                  <a:lnTo>
                    <a:pt x="973" y="60"/>
                  </a:lnTo>
                  <a:cubicBezTo>
                    <a:pt x="965" y="60"/>
                    <a:pt x="965" y="51"/>
                    <a:pt x="956" y="51"/>
                  </a:cubicBezTo>
                  <a:cubicBezTo>
                    <a:pt x="948" y="51"/>
                    <a:pt x="948" y="51"/>
                    <a:pt x="948" y="60"/>
                  </a:cubicBezTo>
                  <a:lnTo>
                    <a:pt x="29" y="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9"/>
            <p:cNvSpPr/>
            <p:nvPr/>
          </p:nvSpPr>
          <p:spPr>
            <a:xfrm>
              <a:off x="2639525" y="3707750"/>
              <a:ext cx="1075" cy="25"/>
            </a:xfrm>
            <a:custGeom>
              <a:rect b="b" l="l" r="r" t="t"/>
              <a:pathLst>
                <a:path extrusionOk="0" h="1" w="43">
                  <a:moveTo>
                    <a:pt x="0" y="0"/>
                  </a:moveTo>
                  <a:cubicBezTo>
                    <a:pt x="9" y="0"/>
                    <a:pt x="26" y="0"/>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9"/>
            <p:cNvSpPr/>
            <p:nvPr/>
          </p:nvSpPr>
          <p:spPr>
            <a:xfrm>
              <a:off x="2598925" y="3702450"/>
              <a:ext cx="1500" cy="25"/>
            </a:xfrm>
            <a:custGeom>
              <a:rect b="b" l="l" r="r" t="t"/>
              <a:pathLst>
                <a:path extrusionOk="0" h="1" w="60">
                  <a:moveTo>
                    <a:pt x="0" y="1"/>
                  </a:moveTo>
                  <a:lnTo>
                    <a:pt x="59" y="1"/>
                  </a:lnTo>
                  <a:cubicBezTo>
                    <a:pt x="43" y="1"/>
                    <a:pt x="17"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9"/>
            <p:cNvSpPr/>
            <p:nvPr/>
          </p:nvSpPr>
          <p:spPr>
            <a:xfrm>
              <a:off x="2645025" y="3705625"/>
              <a:ext cx="3825" cy="875"/>
            </a:xfrm>
            <a:custGeom>
              <a:rect b="b" l="l" r="r" t="t"/>
              <a:pathLst>
                <a:path extrusionOk="0" h="35" w="153">
                  <a:moveTo>
                    <a:pt x="9" y="1"/>
                  </a:moveTo>
                  <a:cubicBezTo>
                    <a:pt x="9" y="9"/>
                    <a:pt x="0" y="26"/>
                    <a:pt x="0" y="35"/>
                  </a:cubicBezTo>
                  <a:lnTo>
                    <a:pt x="119" y="35"/>
                  </a:lnTo>
                  <a:cubicBezTo>
                    <a:pt x="77" y="18"/>
                    <a:pt x="144" y="18"/>
                    <a:pt x="153" y="9"/>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9"/>
            <p:cNvSpPr/>
            <p:nvPr/>
          </p:nvSpPr>
          <p:spPr>
            <a:xfrm>
              <a:off x="2643325" y="3705000"/>
              <a:ext cx="1925" cy="450"/>
            </a:xfrm>
            <a:custGeom>
              <a:rect b="b" l="l" r="r" t="t"/>
              <a:pathLst>
                <a:path extrusionOk="0" h="18" w="77">
                  <a:moveTo>
                    <a:pt x="43" y="0"/>
                  </a:moveTo>
                  <a:cubicBezTo>
                    <a:pt x="26" y="9"/>
                    <a:pt x="18" y="17"/>
                    <a:pt x="1" y="17"/>
                  </a:cubicBezTo>
                  <a:lnTo>
                    <a:pt x="77" y="17"/>
                  </a:lnTo>
                  <a:cubicBezTo>
                    <a:pt x="77" y="17"/>
                    <a:pt x="68"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9"/>
            <p:cNvSpPr/>
            <p:nvPr/>
          </p:nvSpPr>
          <p:spPr>
            <a:xfrm>
              <a:off x="2642050" y="3719375"/>
              <a:ext cx="1725" cy="250"/>
            </a:xfrm>
            <a:custGeom>
              <a:rect b="b" l="l" r="r" t="t"/>
              <a:pathLst>
                <a:path extrusionOk="0" h="10" w="69">
                  <a:moveTo>
                    <a:pt x="43" y="1"/>
                  </a:moveTo>
                  <a:lnTo>
                    <a:pt x="1" y="9"/>
                  </a:lnTo>
                  <a:lnTo>
                    <a:pt x="6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9"/>
            <p:cNvSpPr/>
            <p:nvPr/>
          </p:nvSpPr>
          <p:spPr>
            <a:xfrm>
              <a:off x="2633825" y="3717475"/>
              <a:ext cx="2550" cy="375"/>
            </a:xfrm>
            <a:custGeom>
              <a:rect b="b" l="l" r="r" t="t"/>
              <a:pathLst>
                <a:path extrusionOk="0" h="15" w="102">
                  <a:moveTo>
                    <a:pt x="0" y="1"/>
                  </a:moveTo>
                  <a:cubicBezTo>
                    <a:pt x="20" y="10"/>
                    <a:pt x="40" y="15"/>
                    <a:pt x="60" y="15"/>
                  </a:cubicBezTo>
                  <a:cubicBezTo>
                    <a:pt x="74" y="15"/>
                    <a:pt x="88" y="13"/>
                    <a:pt x="102" y="9"/>
                  </a:cubicBezTo>
                  <a:cubicBezTo>
                    <a:pt x="68" y="1"/>
                    <a:pt x="34"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9"/>
            <p:cNvSpPr/>
            <p:nvPr/>
          </p:nvSpPr>
          <p:spPr>
            <a:xfrm>
              <a:off x="2633825" y="3721925"/>
              <a:ext cx="1700" cy="225"/>
            </a:xfrm>
            <a:custGeom>
              <a:rect b="b" l="l" r="r" t="t"/>
              <a:pathLst>
                <a:path extrusionOk="0" h="9" w="68">
                  <a:moveTo>
                    <a:pt x="68" y="0"/>
                  </a:moveTo>
                  <a:lnTo>
                    <a:pt x="0" y="9"/>
                  </a:lnTo>
                  <a:lnTo>
                    <a:pt x="9" y="9"/>
                  </a:ln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9"/>
            <p:cNvSpPr/>
            <p:nvPr/>
          </p:nvSpPr>
          <p:spPr>
            <a:xfrm>
              <a:off x="2586225" y="3704375"/>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9"/>
            <p:cNvSpPr/>
            <p:nvPr/>
          </p:nvSpPr>
          <p:spPr>
            <a:xfrm>
              <a:off x="2575025" y="3701825"/>
              <a:ext cx="27725" cy="2975"/>
            </a:xfrm>
            <a:custGeom>
              <a:rect b="b" l="l" r="r" t="t"/>
              <a:pathLst>
                <a:path extrusionOk="0" h="119" w="1109">
                  <a:moveTo>
                    <a:pt x="93" y="1"/>
                  </a:moveTo>
                  <a:lnTo>
                    <a:pt x="93" y="1"/>
                  </a:lnTo>
                  <a:cubicBezTo>
                    <a:pt x="0" y="9"/>
                    <a:pt x="144" y="43"/>
                    <a:pt x="76" y="68"/>
                  </a:cubicBezTo>
                  <a:cubicBezTo>
                    <a:pt x="140" y="74"/>
                    <a:pt x="226" y="85"/>
                    <a:pt x="284" y="85"/>
                  </a:cubicBezTo>
                  <a:cubicBezTo>
                    <a:pt x="316" y="85"/>
                    <a:pt x="340" y="82"/>
                    <a:pt x="346" y="71"/>
                  </a:cubicBezTo>
                  <a:lnTo>
                    <a:pt x="346" y="71"/>
                  </a:lnTo>
                  <a:cubicBezTo>
                    <a:pt x="346" y="75"/>
                    <a:pt x="348" y="80"/>
                    <a:pt x="364" y="85"/>
                  </a:cubicBezTo>
                  <a:lnTo>
                    <a:pt x="423" y="60"/>
                  </a:lnTo>
                  <a:lnTo>
                    <a:pt x="364" y="43"/>
                  </a:lnTo>
                  <a:cubicBezTo>
                    <a:pt x="406" y="36"/>
                    <a:pt x="450" y="32"/>
                    <a:pt x="493" y="32"/>
                  </a:cubicBezTo>
                  <a:cubicBezTo>
                    <a:pt x="554" y="32"/>
                    <a:pt x="614" y="40"/>
                    <a:pt x="669" y="60"/>
                  </a:cubicBezTo>
                  <a:cubicBezTo>
                    <a:pt x="578" y="60"/>
                    <a:pt x="592" y="85"/>
                    <a:pt x="530" y="85"/>
                  </a:cubicBezTo>
                  <a:cubicBezTo>
                    <a:pt x="511" y="85"/>
                    <a:pt x="486" y="83"/>
                    <a:pt x="449" y="77"/>
                  </a:cubicBezTo>
                  <a:lnTo>
                    <a:pt x="449" y="77"/>
                  </a:lnTo>
                  <a:cubicBezTo>
                    <a:pt x="457" y="85"/>
                    <a:pt x="483" y="102"/>
                    <a:pt x="449" y="111"/>
                  </a:cubicBezTo>
                  <a:cubicBezTo>
                    <a:pt x="635" y="119"/>
                    <a:pt x="821" y="119"/>
                    <a:pt x="1007" y="119"/>
                  </a:cubicBezTo>
                  <a:cubicBezTo>
                    <a:pt x="855" y="77"/>
                    <a:pt x="1109" y="94"/>
                    <a:pt x="1066" y="51"/>
                  </a:cubicBezTo>
                  <a:lnTo>
                    <a:pt x="1066" y="51"/>
                  </a:lnTo>
                  <a:lnTo>
                    <a:pt x="982" y="60"/>
                  </a:lnTo>
                  <a:lnTo>
                    <a:pt x="990" y="51"/>
                  </a:lnTo>
                  <a:lnTo>
                    <a:pt x="880" y="51"/>
                  </a:lnTo>
                  <a:cubicBezTo>
                    <a:pt x="897" y="68"/>
                    <a:pt x="914" y="77"/>
                    <a:pt x="914" y="94"/>
                  </a:cubicBezTo>
                  <a:cubicBezTo>
                    <a:pt x="779" y="77"/>
                    <a:pt x="872" y="68"/>
                    <a:pt x="770" y="34"/>
                  </a:cubicBezTo>
                  <a:lnTo>
                    <a:pt x="618" y="26"/>
                  </a:lnTo>
                  <a:lnTo>
                    <a:pt x="609" y="26"/>
                  </a:lnTo>
                  <a:lnTo>
                    <a:pt x="9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9"/>
            <p:cNvSpPr/>
            <p:nvPr/>
          </p:nvSpPr>
          <p:spPr>
            <a:xfrm>
              <a:off x="2552825" y="3701825"/>
              <a:ext cx="25" cy="25"/>
            </a:xfrm>
            <a:custGeom>
              <a:rect b="b" l="l" r="r" t="t"/>
              <a:pathLst>
                <a:path extrusionOk="0" h="1" w="1">
                  <a:moveTo>
                    <a:pt x="0" y="1"/>
                  </a:moveTo>
                  <a:lnTo>
                    <a:pt x="0" y="1"/>
                  </a:lnTo>
                  <a:cubicBezTo>
                    <a:pt x="0" y="1"/>
                    <a:pt x="0"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9"/>
            <p:cNvSpPr/>
            <p:nvPr/>
          </p:nvSpPr>
          <p:spPr>
            <a:xfrm>
              <a:off x="2553025" y="3701200"/>
              <a:ext cx="3825" cy="875"/>
            </a:xfrm>
            <a:custGeom>
              <a:rect b="b" l="l" r="r" t="t"/>
              <a:pathLst>
                <a:path extrusionOk="0" h="35" w="153">
                  <a:moveTo>
                    <a:pt x="9" y="0"/>
                  </a:moveTo>
                  <a:lnTo>
                    <a:pt x="1" y="26"/>
                  </a:lnTo>
                  <a:cubicBezTo>
                    <a:pt x="13" y="21"/>
                    <a:pt x="26" y="19"/>
                    <a:pt x="39" y="19"/>
                  </a:cubicBezTo>
                  <a:cubicBezTo>
                    <a:pt x="51" y="19"/>
                    <a:pt x="64" y="21"/>
                    <a:pt x="77" y="26"/>
                  </a:cubicBezTo>
                  <a:lnTo>
                    <a:pt x="60" y="34"/>
                  </a:lnTo>
                  <a:lnTo>
                    <a:pt x="60" y="34"/>
                  </a:lnTo>
                  <a:lnTo>
                    <a:pt x="153"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9"/>
            <p:cNvSpPr/>
            <p:nvPr/>
          </p:nvSpPr>
          <p:spPr>
            <a:xfrm>
              <a:off x="2556625" y="3700975"/>
              <a:ext cx="2975" cy="1550"/>
            </a:xfrm>
            <a:custGeom>
              <a:rect b="b" l="l" r="r" t="t"/>
              <a:pathLst>
                <a:path extrusionOk="0" h="62" w="119">
                  <a:moveTo>
                    <a:pt x="119" y="1"/>
                  </a:moveTo>
                  <a:lnTo>
                    <a:pt x="119" y="1"/>
                  </a:lnTo>
                  <a:cubicBezTo>
                    <a:pt x="43" y="9"/>
                    <a:pt x="43" y="35"/>
                    <a:pt x="85" y="51"/>
                  </a:cubicBezTo>
                  <a:cubicBezTo>
                    <a:pt x="79" y="52"/>
                    <a:pt x="73" y="53"/>
                    <a:pt x="68" y="53"/>
                  </a:cubicBezTo>
                  <a:cubicBezTo>
                    <a:pt x="35" y="53"/>
                    <a:pt x="39" y="35"/>
                    <a:pt x="25" y="35"/>
                  </a:cubicBezTo>
                  <a:cubicBezTo>
                    <a:pt x="20" y="35"/>
                    <a:pt x="12" y="37"/>
                    <a:pt x="0" y="43"/>
                  </a:cubicBezTo>
                  <a:cubicBezTo>
                    <a:pt x="0" y="58"/>
                    <a:pt x="31" y="61"/>
                    <a:pt x="61" y="61"/>
                  </a:cubicBezTo>
                  <a:cubicBezTo>
                    <a:pt x="81" y="61"/>
                    <a:pt x="100" y="60"/>
                    <a:pt x="110" y="60"/>
                  </a:cubicBezTo>
                  <a:lnTo>
                    <a:pt x="11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9"/>
            <p:cNvSpPr/>
            <p:nvPr/>
          </p:nvSpPr>
          <p:spPr>
            <a:xfrm>
              <a:off x="2572700" y="3702250"/>
              <a:ext cx="1300" cy="450"/>
            </a:xfrm>
            <a:custGeom>
              <a:rect b="b" l="l" r="r" t="t"/>
              <a:pathLst>
                <a:path extrusionOk="0" h="18" w="52">
                  <a:moveTo>
                    <a:pt x="17" y="0"/>
                  </a:moveTo>
                  <a:lnTo>
                    <a:pt x="0" y="17"/>
                  </a:lnTo>
                  <a:lnTo>
                    <a:pt x="51" y="17"/>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9"/>
            <p:cNvSpPr/>
            <p:nvPr/>
          </p:nvSpPr>
          <p:spPr>
            <a:xfrm>
              <a:off x="2571425" y="3702450"/>
              <a:ext cx="1300" cy="675"/>
            </a:xfrm>
            <a:custGeom>
              <a:rect b="b" l="l" r="r" t="t"/>
              <a:pathLst>
                <a:path extrusionOk="0" h="27" w="52">
                  <a:moveTo>
                    <a:pt x="1" y="1"/>
                  </a:moveTo>
                  <a:cubicBezTo>
                    <a:pt x="1" y="9"/>
                    <a:pt x="1" y="18"/>
                    <a:pt x="9" y="26"/>
                  </a:cubicBezTo>
                  <a:lnTo>
                    <a:pt x="51" y="9"/>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9"/>
            <p:cNvSpPr/>
            <p:nvPr/>
          </p:nvSpPr>
          <p:spPr>
            <a:xfrm>
              <a:off x="2566150" y="3701625"/>
              <a:ext cx="1925" cy="225"/>
            </a:xfrm>
            <a:custGeom>
              <a:rect b="b" l="l" r="r" t="t"/>
              <a:pathLst>
                <a:path extrusionOk="0" h="9" w="77">
                  <a:moveTo>
                    <a:pt x="76" y="9"/>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9"/>
            <p:cNvSpPr/>
            <p:nvPr/>
          </p:nvSpPr>
          <p:spPr>
            <a:xfrm>
              <a:off x="2568050" y="3702250"/>
              <a:ext cx="1500" cy="225"/>
            </a:xfrm>
            <a:custGeom>
              <a:rect b="b" l="l" r="r" t="t"/>
              <a:pathLst>
                <a:path extrusionOk="0" h="9" w="60">
                  <a:moveTo>
                    <a:pt x="59" y="9"/>
                  </a:moveTo>
                  <a:lnTo>
                    <a:pt x="59" y="9"/>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9"/>
            <p:cNvSpPr/>
            <p:nvPr/>
          </p:nvSpPr>
          <p:spPr>
            <a:xfrm>
              <a:off x="2569100" y="3701200"/>
              <a:ext cx="2350" cy="1275"/>
            </a:xfrm>
            <a:custGeom>
              <a:rect b="b" l="l" r="r" t="t"/>
              <a:pathLst>
                <a:path extrusionOk="0" h="51" w="94">
                  <a:moveTo>
                    <a:pt x="0" y="0"/>
                  </a:moveTo>
                  <a:lnTo>
                    <a:pt x="17" y="34"/>
                  </a:lnTo>
                  <a:lnTo>
                    <a:pt x="94" y="51"/>
                  </a:lnTo>
                  <a:cubicBezTo>
                    <a:pt x="85" y="26"/>
                    <a:pt x="77"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9"/>
            <p:cNvSpPr/>
            <p:nvPr/>
          </p:nvSpPr>
          <p:spPr>
            <a:xfrm>
              <a:off x="2622400" y="3720425"/>
              <a:ext cx="1700" cy="250"/>
            </a:xfrm>
            <a:custGeom>
              <a:rect b="b" l="l" r="r" t="t"/>
              <a:pathLst>
                <a:path extrusionOk="0" h="10" w="68">
                  <a:moveTo>
                    <a:pt x="59" y="1"/>
                  </a:moveTo>
                  <a:lnTo>
                    <a:pt x="0" y="9"/>
                  </a:lnTo>
                  <a:lnTo>
                    <a:pt x="9"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9"/>
            <p:cNvSpPr/>
            <p:nvPr/>
          </p:nvSpPr>
          <p:spPr>
            <a:xfrm>
              <a:off x="2614575" y="3719375"/>
              <a:ext cx="1075" cy="250"/>
            </a:xfrm>
            <a:custGeom>
              <a:rect b="b" l="l" r="r" t="t"/>
              <a:pathLst>
                <a:path extrusionOk="0" h="10" w="43">
                  <a:moveTo>
                    <a:pt x="43" y="1"/>
                  </a:moveTo>
                  <a:cubicBezTo>
                    <a:pt x="34" y="1"/>
                    <a:pt x="28" y="3"/>
                    <a:pt x="21" y="5"/>
                  </a:cubicBezTo>
                  <a:lnTo>
                    <a:pt x="21" y="5"/>
                  </a:lnTo>
                  <a:lnTo>
                    <a:pt x="43" y="1"/>
                  </a:lnTo>
                  <a:close/>
                  <a:moveTo>
                    <a:pt x="21" y="5"/>
                  </a:moveTo>
                  <a:lnTo>
                    <a:pt x="0" y="9"/>
                  </a:lnTo>
                  <a:cubicBezTo>
                    <a:pt x="9" y="9"/>
                    <a:pt x="15" y="7"/>
                    <a:pt x="21"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9"/>
            <p:cNvSpPr/>
            <p:nvPr/>
          </p:nvSpPr>
          <p:spPr>
            <a:xfrm>
              <a:off x="2604200" y="3719250"/>
              <a:ext cx="10400" cy="3925"/>
            </a:xfrm>
            <a:custGeom>
              <a:rect b="b" l="l" r="r" t="t"/>
              <a:pathLst>
                <a:path extrusionOk="0" h="157" w="416">
                  <a:moveTo>
                    <a:pt x="163" y="1"/>
                  </a:moveTo>
                  <a:cubicBezTo>
                    <a:pt x="126" y="1"/>
                    <a:pt x="90" y="4"/>
                    <a:pt x="60" y="14"/>
                  </a:cubicBezTo>
                  <a:cubicBezTo>
                    <a:pt x="1" y="40"/>
                    <a:pt x="35" y="90"/>
                    <a:pt x="26" y="141"/>
                  </a:cubicBezTo>
                  <a:cubicBezTo>
                    <a:pt x="36" y="146"/>
                    <a:pt x="87" y="156"/>
                    <a:pt x="131" y="156"/>
                  </a:cubicBezTo>
                  <a:cubicBezTo>
                    <a:pt x="164" y="156"/>
                    <a:pt x="192" y="151"/>
                    <a:pt x="195" y="133"/>
                  </a:cubicBezTo>
                  <a:cubicBezTo>
                    <a:pt x="128" y="107"/>
                    <a:pt x="288" y="107"/>
                    <a:pt x="161" y="90"/>
                  </a:cubicBezTo>
                  <a:cubicBezTo>
                    <a:pt x="155" y="77"/>
                    <a:pt x="188" y="59"/>
                    <a:pt x="231" y="59"/>
                  </a:cubicBezTo>
                  <a:cubicBezTo>
                    <a:pt x="244" y="59"/>
                    <a:pt x="258" y="61"/>
                    <a:pt x="271" y="65"/>
                  </a:cubicBezTo>
                  <a:cubicBezTo>
                    <a:pt x="263" y="82"/>
                    <a:pt x="212" y="73"/>
                    <a:pt x="246" y="90"/>
                  </a:cubicBezTo>
                  <a:cubicBezTo>
                    <a:pt x="288" y="73"/>
                    <a:pt x="305" y="90"/>
                    <a:pt x="288" y="56"/>
                  </a:cubicBezTo>
                  <a:cubicBezTo>
                    <a:pt x="331" y="48"/>
                    <a:pt x="373" y="31"/>
                    <a:pt x="415" y="14"/>
                  </a:cubicBezTo>
                  <a:lnTo>
                    <a:pt x="415" y="14"/>
                  </a:lnTo>
                  <a:cubicBezTo>
                    <a:pt x="407" y="15"/>
                    <a:pt x="399" y="15"/>
                    <a:pt x="389" y="15"/>
                  </a:cubicBezTo>
                  <a:cubicBezTo>
                    <a:pt x="329" y="15"/>
                    <a:pt x="242" y="1"/>
                    <a:pt x="16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9"/>
            <p:cNvSpPr/>
            <p:nvPr/>
          </p:nvSpPr>
          <p:spPr>
            <a:xfrm>
              <a:off x="2611600" y="3723850"/>
              <a:ext cx="1525" cy="200"/>
            </a:xfrm>
            <a:custGeom>
              <a:rect b="b" l="l" r="r" t="t"/>
              <a:pathLst>
                <a:path extrusionOk="0" h="8" w="61">
                  <a:moveTo>
                    <a:pt x="50" y="0"/>
                  </a:moveTo>
                  <a:cubicBezTo>
                    <a:pt x="38" y="0"/>
                    <a:pt x="18" y="8"/>
                    <a:pt x="1" y="8"/>
                  </a:cubicBezTo>
                  <a:lnTo>
                    <a:pt x="60" y="8"/>
                  </a:lnTo>
                  <a:cubicBezTo>
                    <a:pt x="60" y="2"/>
                    <a:pt x="56" y="0"/>
                    <a:pt x="5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9"/>
            <p:cNvSpPr/>
            <p:nvPr/>
          </p:nvSpPr>
          <p:spPr>
            <a:xfrm>
              <a:off x="2592575" y="3713250"/>
              <a:ext cx="2350" cy="650"/>
            </a:xfrm>
            <a:custGeom>
              <a:rect b="b" l="l" r="r" t="t"/>
              <a:pathLst>
                <a:path extrusionOk="0" h="26" w="94">
                  <a:moveTo>
                    <a:pt x="60" y="0"/>
                  </a:moveTo>
                  <a:cubicBezTo>
                    <a:pt x="60" y="9"/>
                    <a:pt x="0" y="9"/>
                    <a:pt x="9" y="26"/>
                  </a:cubicBezTo>
                  <a:lnTo>
                    <a:pt x="94" y="26"/>
                  </a:lnTo>
                  <a:cubicBezTo>
                    <a:pt x="85" y="26"/>
                    <a:pt x="68" y="17"/>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9"/>
            <p:cNvSpPr/>
            <p:nvPr/>
          </p:nvSpPr>
          <p:spPr>
            <a:xfrm>
              <a:off x="2594900" y="3713875"/>
              <a:ext cx="1075" cy="25"/>
            </a:xfrm>
            <a:custGeom>
              <a:rect b="b" l="l" r="r" t="t"/>
              <a:pathLst>
                <a:path extrusionOk="0" h="1" w="43">
                  <a:moveTo>
                    <a:pt x="43" y="1"/>
                  </a:moveTo>
                  <a:lnTo>
                    <a:pt x="1" y="1"/>
                  </a:lnTo>
                  <a:cubicBezTo>
                    <a:pt x="17"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9"/>
            <p:cNvSpPr/>
            <p:nvPr/>
          </p:nvSpPr>
          <p:spPr>
            <a:xfrm>
              <a:off x="2594050" y="3713250"/>
              <a:ext cx="250" cy="25"/>
            </a:xfrm>
            <a:custGeom>
              <a:rect b="b" l="l" r="r" t="t"/>
              <a:pathLst>
                <a:path extrusionOk="0" h="1" w="10">
                  <a:moveTo>
                    <a:pt x="1" y="0"/>
                  </a:moveTo>
                  <a:lnTo>
                    <a:pt x="1" y="0"/>
                  </a:lnTo>
                  <a:cubicBezTo>
                    <a:pt x="1" y="0"/>
                    <a:pt x="9"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9"/>
            <p:cNvSpPr/>
            <p:nvPr/>
          </p:nvSpPr>
          <p:spPr>
            <a:xfrm>
              <a:off x="2561275" y="3701025"/>
              <a:ext cx="1500" cy="200"/>
            </a:xfrm>
            <a:custGeom>
              <a:rect b="b" l="l" r="r" t="t"/>
              <a:pathLst>
                <a:path extrusionOk="0" h="8" w="60">
                  <a:moveTo>
                    <a:pt x="40" y="1"/>
                  </a:moveTo>
                  <a:cubicBezTo>
                    <a:pt x="28" y="1"/>
                    <a:pt x="13" y="3"/>
                    <a:pt x="0" y="7"/>
                  </a:cubicBezTo>
                  <a:lnTo>
                    <a:pt x="60" y="7"/>
                  </a:lnTo>
                  <a:cubicBezTo>
                    <a:pt x="60" y="3"/>
                    <a:pt x="51" y="1"/>
                    <a:pt x="4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9"/>
            <p:cNvSpPr/>
            <p:nvPr/>
          </p:nvSpPr>
          <p:spPr>
            <a:xfrm>
              <a:off x="2525525" y="3699700"/>
              <a:ext cx="875" cy="450"/>
            </a:xfrm>
            <a:custGeom>
              <a:rect b="b" l="l" r="r" t="t"/>
              <a:pathLst>
                <a:path extrusionOk="0" h="18" w="35">
                  <a:moveTo>
                    <a:pt x="1" y="1"/>
                  </a:moveTo>
                  <a:lnTo>
                    <a:pt x="1" y="1"/>
                  </a:lnTo>
                  <a:cubicBezTo>
                    <a:pt x="9" y="9"/>
                    <a:pt x="18" y="18"/>
                    <a:pt x="35" y="18"/>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9"/>
            <p:cNvSpPr/>
            <p:nvPr/>
          </p:nvSpPr>
          <p:spPr>
            <a:xfrm>
              <a:off x="2512200" y="3708600"/>
              <a:ext cx="250" cy="225"/>
            </a:xfrm>
            <a:custGeom>
              <a:rect b="b" l="l" r="r" t="t"/>
              <a:pathLst>
                <a:path extrusionOk="0" h="9" w="10">
                  <a:moveTo>
                    <a:pt x="9" y="0"/>
                  </a:moveTo>
                  <a:cubicBezTo>
                    <a:pt x="9" y="0"/>
                    <a:pt x="9" y="0"/>
                    <a:pt x="1"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9"/>
            <p:cNvSpPr/>
            <p:nvPr/>
          </p:nvSpPr>
          <p:spPr>
            <a:xfrm>
              <a:off x="2507975" y="3708650"/>
              <a:ext cx="4250" cy="400"/>
            </a:xfrm>
            <a:custGeom>
              <a:rect b="b" l="l" r="r" t="t"/>
              <a:pathLst>
                <a:path extrusionOk="0" h="16" w="170">
                  <a:moveTo>
                    <a:pt x="80" y="1"/>
                  </a:moveTo>
                  <a:cubicBezTo>
                    <a:pt x="68" y="1"/>
                    <a:pt x="58" y="2"/>
                    <a:pt x="51" y="7"/>
                  </a:cubicBezTo>
                  <a:lnTo>
                    <a:pt x="1" y="15"/>
                  </a:lnTo>
                  <a:cubicBezTo>
                    <a:pt x="55" y="15"/>
                    <a:pt x="110" y="15"/>
                    <a:pt x="158" y="9"/>
                  </a:cubicBezTo>
                  <a:lnTo>
                    <a:pt x="158" y="9"/>
                  </a:lnTo>
                  <a:cubicBezTo>
                    <a:pt x="158" y="9"/>
                    <a:pt x="158" y="9"/>
                    <a:pt x="159" y="9"/>
                  </a:cubicBezTo>
                  <a:cubicBezTo>
                    <a:pt x="163" y="9"/>
                    <a:pt x="167" y="8"/>
                    <a:pt x="170" y="7"/>
                  </a:cubicBezTo>
                  <a:lnTo>
                    <a:pt x="170" y="7"/>
                  </a:lnTo>
                  <a:cubicBezTo>
                    <a:pt x="166" y="7"/>
                    <a:pt x="162" y="8"/>
                    <a:pt x="158" y="9"/>
                  </a:cubicBezTo>
                  <a:lnTo>
                    <a:pt x="158" y="9"/>
                  </a:lnTo>
                  <a:cubicBezTo>
                    <a:pt x="139" y="8"/>
                    <a:pt x="106" y="1"/>
                    <a:pt x="8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23" name="Shape 4023"/>
        <p:cNvGrpSpPr/>
        <p:nvPr/>
      </p:nvGrpSpPr>
      <p:grpSpPr>
        <a:xfrm>
          <a:off x="0" y="0"/>
          <a:ext cx="0" cy="0"/>
          <a:chOff x="0" y="0"/>
          <a:chExt cx="0" cy="0"/>
        </a:xfrm>
      </p:grpSpPr>
      <p:pic>
        <p:nvPicPr>
          <p:cNvPr id="4024" name="Google Shape;4024;p50"/>
          <p:cNvPicPr preferRelativeResize="0"/>
          <p:nvPr/>
        </p:nvPicPr>
        <p:blipFill>
          <a:blip r:embed="rId3">
            <a:alphaModFix/>
          </a:blip>
          <a:stretch>
            <a:fillRect/>
          </a:stretch>
        </p:blipFill>
        <p:spPr>
          <a:xfrm>
            <a:off x="337800" y="2198225"/>
            <a:ext cx="8387650" cy="2700801"/>
          </a:xfrm>
          <a:prstGeom prst="rect">
            <a:avLst/>
          </a:prstGeom>
          <a:noFill/>
          <a:ln>
            <a:noFill/>
          </a:ln>
        </p:spPr>
      </p:pic>
      <p:sp>
        <p:nvSpPr>
          <p:cNvPr id="4025" name="Google Shape;4025;p50"/>
          <p:cNvSpPr txBox="1"/>
          <p:nvPr>
            <p:ph type="title"/>
          </p:nvPr>
        </p:nvSpPr>
        <p:spPr>
          <a:xfrm>
            <a:off x="887150" y="531950"/>
            <a:ext cx="2844600" cy="123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DISCUSSION SUMMARY</a:t>
            </a:r>
            <a:endParaRPr/>
          </a:p>
        </p:txBody>
      </p:sp>
      <p:sp>
        <p:nvSpPr>
          <p:cNvPr id="4026" name="Google Shape;4026;p50"/>
          <p:cNvSpPr txBox="1"/>
          <p:nvPr>
            <p:ph idx="1" type="body"/>
          </p:nvPr>
        </p:nvSpPr>
        <p:spPr>
          <a:xfrm>
            <a:off x="3731625" y="649850"/>
            <a:ext cx="4525200" cy="100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Jupiter is a gas giant, the biggest planet in the Solar System and the fourth-brightest object in the night sky</a:t>
            </a:r>
            <a:endParaRPr/>
          </a:p>
        </p:txBody>
      </p:sp>
      <p:grpSp>
        <p:nvGrpSpPr>
          <p:cNvPr id="4027" name="Google Shape;4027;p50"/>
          <p:cNvGrpSpPr/>
          <p:nvPr/>
        </p:nvGrpSpPr>
        <p:grpSpPr>
          <a:xfrm rot="-858736">
            <a:off x="1817932" y="1168022"/>
            <a:ext cx="4907432" cy="1470255"/>
            <a:chOff x="543075" y="3278225"/>
            <a:chExt cx="2261650" cy="634175"/>
          </a:xfrm>
        </p:grpSpPr>
        <p:sp>
          <p:nvSpPr>
            <p:cNvPr id="4028" name="Google Shape;4028;p50"/>
            <p:cNvSpPr/>
            <p:nvPr/>
          </p:nvSpPr>
          <p:spPr>
            <a:xfrm>
              <a:off x="2599125" y="3784725"/>
              <a:ext cx="61350" cy="18425"/>
            </a:xfrm>
            <a:custGeom>
              <a:rect b="b" l="l" r="r" t="t"/>
              <a:pathLst>
                <a:path extrusionOk="0" h="737" w="2454">
                  <a:moveTo>
                    <a:pt x="1109" y="364"/>
                  </a:moveTo>
                  <a:lnTo>
                    <a:pt x="1109" y="364"/>
                  </a:lnTo>
                  <a:cubicBezTo>
                    <a:pt x="1103" y="366"/>
                    <a:pt x="1097" y="368"/>
                    <a:pt x="1091" y="369"/>
                  </a:cubicBezTo>
                  <a:lnTo>
                    <a:pt x="1091" y="369"/>
                  </a:lnTo>
                  <a:cubicBezTo>
                    <a:pt x="1097" y="368"/>
                    <a:pt x="1103" y="366"/>
                    <a:pt x="1109" y="364"/>
                  </a:cubicBezTo>
                  <a:close/>
                  <a:moveTo>
                    <a:pt x="2454" y="1"/>
                  </a:moveTo>
                  <a:lnTo>
                    <a:pt x="1608" y="246"/>
                  </a:lnTo>
                  <a:lnTo>
                    <a:pt x="1650" y="221"/>
                  </a:lnTo>
                  <a:lnTo>
                    <a:pt x="1650" y="221"/>
                  </a:lnTo>
                  <a:cubicBezTo>
                    <a:pt x="1464" y="288"/>
                    <a:pt x="1084" y="390"/>
                    <a:pt x="957" y="424"/>
                  </a:cubicBezTo>
                  <a:cubicBezTo>
                    <a:pt x="973" y="415"/>
                    <a:pt x="958" y="407"/>
                    <a:pt x="1091" y="369"/>
                  </a:cubicBezTo>
                  <a:lnTo>
                    <a:pt x="1091" y="369"/>
                  </a:lnTo>
                  <a:cubicBezTo>
                    <a:pt x="94" y="650"/>
                    <a:pt x="842" y="501"/>
                    <a:pt x="1" y="737"/>
                  </a:cubicBezTo>
                  <a:cubicBezTo>
                    <a:pt x="51" y="728"/>
                    <a:pt x="119" y="711"/>
                    <a:pt x="212" y="686"/>
                  </a:cubicBezTo>
                  <a:cubicBezTo>
                    <a:pt x="366" y="643"/>
                    <a:pt x="502" y="613"/>
                    <a:pt x="535" y="613"/>
                  </a:cubicBezTo>
                  <a:cubicBezTo>
                    <a:pt x="548" y="613"/>
                    <a:pt x="546" y="617"/>
                    <a:pt x="525" y="627"/>
                  </a:cubicBezTo>
                  <a:cubicBezTo>
                    <a:pt x="948" y="483"/>
                    <a:pt x="957" y="500"/>
                    <a:pt x="1007" y="449"/>
                  </a:cubicBezTo>
                  <a:cubicBezTo>
                    <a:pt x="1173" y="390"/>
                    <a:pt x="1351" y="345"/>
                    <a:pt x="1385" y="345"/>
                  </a:cubicBezTo>
                  <a:cubicBezTo>
                    <a:pt x="1404" y="345"/>
                    <a:pt x="1374" y="361"/>
                    <a:pt x="1261" y="398"/>
                  </a:cubicBezTo>
                  <a:lnTo>
                    <a:pt x="2039" y="153"/>
                  </a:lnTo>
                  <a:lnTo>
                    <a:pt x="1566" y="280"/>
                  </a:lnTo>
                  <a:cubicBezTo>
                    <a:pt x="1684" y="212"/>
                    <a:pt x="2319" y="77"/>
                    <a:pt x="245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0"/>
            <p:cNvSpPr/>
            <p:nvPr/>
          </p:nvSpPr>
          <p:spPr>
            <a:xfrm>
              <a:off x="2542325" y="3800175"/>
              <a:ext cx="59800" cy="17800"/>
            </a:xfrm>
            <a:custGeom>
              <a:rect b="b" l="l" r="r" t="t"/>
              <a:pathLst>
                <a:path extrusionOk="0" h="712" w="2392">
                  <a:moveTo>
                    <a:pt x="2256" y="127"/>
                  </a:moveTo>
                  <a:cubicBezTo>
                    <a:pt x="2241" y="132"/>
                    <a:pt x="2227" y="136"/>
                    <a:pt x="2215" y="140"/>
                  </a:cubicBezTo>
                  <a:lnTo>
                    <a:pt x="2215" y="140"/>
                  </a:lnTo>
                  <a:lnTo>
                    <a:pt x="2256" y="127"/>
                  </a:lnTo>
                  <a:close/>
                  <a:moveTo>
                    <a:pt x="2391" y="0"/>
                  </a:moveTo>
                  <a:cubicBezTo>
                    <a:pt x="2154" y="17"/>
                    <a:pt x="1469" y="229"/>
                    <a:pt x="1190" y="288"/>
                  </a:cubicBezTo>
                  <a:cubicBezTo>
                    <a:pt x="1255" y="277"/>
                    <a:pt x="1286" y="273"/>
                    <a:pt x="1298" y="273"/>
                  </a:cubicBezTo>
                  <a:cubicBezTo>
                    <a:pt x="1325" y="273"/>
                    <a:pt x="1242" y="295"/>
                    <a:pt x="1257" y="295"/>
                  </a:cubicBezTo>
                  <a:cubicBezTo>
                    <a:pt x="1269" y="295"/>
                    <a:pt x="1343" y="281"/>
                    <a:pt x="1588" y="229"/>
                  </a:cubicBezTo>
                  <a:lnTo>
                    <a:pt x="1588" y="229"/>
                  </a:lnTo>
                  <a:lnTo>
                    <a:pt x="1241" y="355"/>
                  </a:lnTo>
                  <a:lnTo>
                    <a:pt x="640" y="508"/>
                  </a:lnTo>
                  <a:cubicBezTo>
                    <a:pt x="640" y="521"/>
                    <a:pt x="357" y="600"/>
                    <a:pt x="398" y="600"/>
                  </a:cubicBezTo>
                  <a:cubicBezTo>
                    <a:pt x="408" y="600"/>
                    <a:pt x="438" y="596"/>
                    <a:pt x="496" y="584"/>
                  </a:cubicBezTo>
                  <a:cubicBezTo>
                    <a:pt x="555" y="567"/>
                    <a:pt x="665" y="533"/>
                    <a:pt x="758" y="508"/>
                  </a:cubicBezTo>
                  <a:lnTo>
                    <a:pt x="758" y="508"/>
                  </a:lnTo>
                  <a:cubicBezTo>
                    <a:pt x="709" y="557"/>
                    <a:pt x="1" y="711"/>
                    <a:pt x="137" y="711"/>
                  </a:cubicBezTo>
                  <a:cubicBezTo>
                    <a:pt x="141" y="711"/>
                    <a:pt x="145" y="711"/>
                    <a:pt x="149" y="711"/>
                  </a:cubicBezTo>
                  <a:cubicBezTo>
                    <a:pt x="429" y="643"/>
                    <a:pt x="708" y="567"/>
                    <a:pt x="987" y="474"/>
                  </a:cubicBezTo>
                  <a:cubicBezTo>
                    <a:pt x="1427" y="355"/>
                    <a:pt x="1740" y="279"/>
                    <a:pt x="1951" y="237"/>
                  </a:cubicBezTo>
                  <a:cubicBezTo>
                    <a:pt x="2067" y="198"/>
                    <a:pt x="2084" y="181"/>
                    <a:pt x="2215" y="140"/>
                  </a:cubicBezTo>
                  <a:lnTo>
                    <a:pt x="2215" y="140"/>
                  </a:lnTo>
                  <a:lnTo>
                    <a:pt x="2146" y="161"/>
                  </a:lnTo>
                  <a:lnTo>
                    <a:pt x="2120" y="119"/>
                  </a:lnTo>
                  <a:cubicBezTo>
                    <a:pt x="1985" y="169"/>
                    <a:pt x="1850" y="195"/>
                    <a:pt x="1697" y="237"/>
                  </a:cubicBezTo>
                  <a:lnTo>
                    <a:pt x="239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0"/>
            <p:cNvSpPr/>
            <p:nvPr/>
          </p:nvSpPr>
          <p:spPr>
            <a:xfrm>
              <a:off x="2598700" y="3803350"/>
              <a:ext cx="450" cy="25"/>
            </a:xfrm>
            <a:custGeom>
              <a:rect b="b" l="l" r="r" t="t"/>
              <a:pathLst>
                <a:path extrusionOk="0" h="1" w="18">
                  <a:moveTo>
                    <a:pt x="1" y="0"/>
                  </a:move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0"/>
            <p:cNvSpPr/>
            <p:nvPr/>
          </p:nvSpPr>
          <p:spPr>
            <a:xfrm>
              <a:off x="2504800" y="3810550"/>
              <a:ext cx="54400" cy="14800"/>
            </a:xfrm>
            <a:custGeom>
              <a:rect b="b" l="l" r="r" t="t"/>
              <a:pathLst>
                <a:path extrusionOk="0" h="592" w="2176">
                  <a:moveTo>
                    <a:pt x="2138" y="1"/>
                  </a:moveTo>
                  <a:cubicBezTo>
                    <a:pt x="2126" y="1"/>
                    <a:pt x="2088" y="8"/>
                    <a:pt x="2006" y="25"/>
                  </a:cubicBezTo>
                  <a:cubicBezTo>
                    <a:pt x="1168" y="237"/>
                    <a:pt x="585" y="406"/>
                    <a:pt x="1" y="592"/>
                  </a:cubicBezTo>
                  <a:cubicBezTo>
                    <a:pt x="475" y="473"/>
                    <a:pt x="1007" y="330"/>
                    <a:pt x="1405" y="245"/>
                  </a:cubicBezTo>
                  <a:lnTo>
                    <a:pt x="1405" y="245"/>
                  </a:lnTo>
                  <a:lnTo>
                    <a:pt x="1244" y="313"/>
                  </a:lnTo>
                  <a:cubicBezTo>
                    <a:pt x="796" y="397"/>
                    <a:pt x="525" y="482"/>
                    <a:pt x="94" y="583"/>
                  </a:cubicBezTo>
                  <a:lnTo>
                    <a:pt x="1075" y="363"/>
                  </a:lnTo>
                  <a:cubicBezTo>
                    <a:pt x="1218" y="335"/>
                    <a:pt x="1288" y="323"/>
                    <a:pt x="1307" y="323"/>
                  </a:cubicBezTo>
                  <a:cubicBezTo>
                    <a:pt x="1348" y="323"/>
                    <a:pt x="1124" y="384"/>
                    <a:pt x="872" y="448"/>
                  </a:cubicBezTo>
                  <a:cubicBezTo>
                    <a:pt x="940" y="431"/>
                    <a:pt x="999" y="414"/>
                    <a:pt x="1067" y="406"/>
                  </a:cubicBezTo>
                  <a:cubicBezTo>
                    <a:pt x="1097" y="393"/>
                    <a:pt x="1648" y="242"/>
                    <a:pt x="1610" y="242"/>
                  </a:cubicBezTo>
                  <a:cubicBezTo>
                    <a:pt x="1595" y="242"/>
                    <a:pt x="1499" y="264"/>
                    <a:pt x="1261" y="321"/>
                  </a:cubicBezTo>
                  <a:cubicBezTo>
                    <a:pt x="1287" y="279"/>
                    <a:pt x="1820" y="169"/>
                    <a:pt x="2048" y="101"/>
                  </a:cubicBezTo>
                  <a:lnTo>
                    <a:pt x="2048" y="101"/>
                  </a:lnTo>
                  <a:cubicBezTo>
                    <a:pt x="2017" y="107"/>
                    <a:pt x="2000" y="110"/>
                    <a:pt x="1993" y="110"/>
                  </a:cubicBezTo>
                  <a:cubicBezTo>
                    <a:pt x="1958" y="110"/>
                    <a:pt x="2115" y="59"/>
                    <a:pt x="2073" y="59"/>
                  </a:cubicBezTo>
                  <a:cubicBezTo>
                    <a:pt x="1955" y="93"/>
                    <a:pt x="1828" y="135"/>
                    <a:pt x="1633" y="177"/>
                  </a:cubicBezTo>
                  <a:cubicBezTo>
                    <a:pt x="1629" y="178"/>
                    <a:pt x="1626" y="178"/>
                    <a:pt x="1623" y="178"/>
                  </a:cubicBezTo>
                  <a:cubicBezTo>
                    <a:pt x="1567" y="178"/>
                    <a:pt x="1839" y="99"/>
                    <a:pt x="2056" y="59"/>
                  </a:cubicBezTo>
                  <a:lnTo>
                    <a:pt x="2056" y="59"/>
                  </a:lnTo>
                  <a:cubicBezTo>
                    <a:pt x="2019" y="66"/>
                    <a:pt x="1998" y="69"/>
                    <a:pt x="1988" y="69"/>
                  </a:cubicBezTo>
                  <a:cubicBezTo>
                    <a:pt x="1942" y="69"/>
                    <a:pt x="2176" y="1"/>
                    <a:pt x="213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0"/>
            <p:cNvSpPr/>
            <p:nvPr/>
          </p:nvSpPr>
          <p:spPr>
            <a:xfrm>
              <a:off x="543075" y="3278225"/>
              <a:ext cx="1998550" cy="634175"/>
            </a:xfrm>
            <a:custGeom>
              <a:rect b="b" l="l" r="r" t="t"/>
              <a:pathLst>
                <a:path extrusionOk="0" h="25367" w="79942">
                  <a:moveTo>
                    <a:pt x="178" y="584"/>
                  </a:moveTo>
                  <a:lnTo>
                    <a:pt x="178" y="584"/>
                  </a:lnTo>
                  <a:cubicBezTo>
                    <a:pt x="195" y="719"/>
                    <a:pt x="203" y="796"/>
                    <a:pt x="220" y="880"/>
                  </a:cubicBezTo>
                  <a:lnTo>
                    <a:pt x="178" y="584"/>
                  </a:lnTo>
                  <a:close/>
                  <a:moveTo>
                    <a:pt x="220" y="880"/>
                  </a:moveTo>
                  <a:lnTo>
                    <a:pt x="222" y="889"/>
                  </a:lnTo>
                  <a:lnTo>
                    <a:pt x="222" y="889"/>
                  </a:lnTo>
                  <a:cubicBezTo>
                    <a:pt x="222" y="886"/>
                    <a:pt x="221" y="883"/>
                    <a:pt x="220" y="880"/>
                  </a:cubicBezTo>
                  <a:close/>
                  <a:moveTo>
                    <a:pt x="2868" y="8121"/>
                  </a:moveTo>
                  <a:lnTo>
                    <a:pt x="2868" y="8121"/>
                  </a:lnTo>
                  <a:cubicBezTo>
                    <a:pt x="2892" y="8169"/>
                    <a:pt x="2920" y="8213"/>
                    <a:pt x="2955" y="8252"/>
                  </a:cubicBezTo>
                  <a:lnTo>
                    <a:pt x="2955" y="8252"/>
                  </a:lnTo>
                  <a:cubicBezTo>
                    <a:pt x="2927" y="8210"/>
                    <a:pt x="2898" y="8167"/>
                    <a:pt x="2868" y="8121"/>
                  </a:cubicBezTo>
                  <a:close/>
                  <a:moveTo>
                    <a:pt x="3233" y="8360"/>
                  </a:moveTo>
                  <a:cubicBezTo>
                    <a:pt x="3267" y="8408"/>
                    <a:pt x="3300" y="8456"/>
                    <a:pt x="3333" y="8502"/>
                  </a:cubicBezTo>
                  <a:lnTo>
                    <a:pt x="3249" y="8375"/>
                  </a:lnTo>
                  <a:cubicBezTo>
                    <a:pt x="3242" y="8369"/>
                    <a:pt x="3237" y="8364"/>
                    <a:pt x="3233" y="8360"/>
                  </a:cubicBezTo>
                  <a:close/>
                  <a:moveTo>
                    <a:pt x="5239" y="10862"/>
                  </a:moveTo>
                  <a:lnTo>
                    <a:pt x="5254" y="10879"/>
                  </a:lnTo>
                  <a:lnTo>
                    <a:pt x="5372" y="10998"/>
                  </a:lnTo>
                  <a:cubicBezTo>
                    <a:pt x="5323" y="10949"/>
                    <a:pt x="5279" y="10904"/>
                    <a:pt x="5239" y="10862"/>
                  </a:cubicBezTo>
                  <a:close/>
                  <a:moveTo>
                    <a:pt x="12520" y="16086"/>
                  </a:moveTo>
                  <a:cubicBezTo>
                    <a:pt x="12575" y="16113"/>
                    <a:pt x="12628" y="16136"/>
                    <a:pt x="12676" y="16158"/>
                  </a:cubicBezTo>
                  <a:lnTo>
                    <a:pt x="12676" y="16158"/>
                  </a:lnTo>
                  <a:cubicBezTo>
                    <a:pt x="12641" y="16142"/>
                    <a:pt x="12584" y="16116"/>
                    <a:pt x="12520" y="16086"/>
                  </a:cubicBezTo>
                  <a:close/>
                  <a:moveTo>
                    <a:pt x="12676" y="16158"/>
                  </a:moveTo>
                  <a:cubicBezTo>
                    <a:pt x="12701" y="16169"/>
                    <a:pt x="12716" y="16176"/>
                    <a:pt x="12717" y="16176"/>
                  </a:cubicBezTo>
                  <a:cubicBezTo>
                    <a:pt x="12717" y="16176"/>
                    <a:pt x="12716" y="16175"/>
                    <a:pt x="12715" y="16175"/>
                  </a:cubicBezTo>
                  <a:cubicBezTo>
                    <a:pt x="12702" y="16169"/>
                    <a:pt x="12690" y="16164"/>
                    <a:pt x="12676" y="16158"/>
                  </a:cubicBezTo>
                  <a:close/>
                  <a:moveTo>
                    <a:pt x="15059" y="17333"/>
                  </a:moveTo>
                  <a:cubicBezTo>
                    <a:pt x="15059" y="17333"/>
                    <a:pt x="15058" y="17334"/>
                    <a:pt x="15058" y="17334"/>
                  </a:cubicBezTo>
                  <a:lnTo>
                    <a:pt x="15058" y="17334"/>
                  </a:lnTo>
                  <a:lnTo>
                    <a:pt x="15127" y="17357"/>
                  </a:lnTo>
                  <a:lnTo>
                    <a:pt x="15127" y="17357"/>
                  </a:lnTo>
                  <a:cubicBezTo>
                    <a:pt x="15093" y="17344"/>
                    <a:pt x="15065" y="17333"/>
                    <a:pt x="15059" y="17333"/>
                  </a:cubicBezTo>
                  <a:close/>
                  <a:moveTo>
                    <a:pt x="15127" y="17357"/>
                  </a:moveTo>
                  <a:cubicBezTo>
                    <a:pt x="15194" y="17382"/>
                    <a:pt x="15286" y="17420"/>
                    <a:pt x="15291" y="17420"/>
                  </a:cubicBezTo>
                  <a:cubicBezTo>
                    <a:pt x="15293" y="17420"/>
                    <a:pt x="15278" y="17412"/>
                    <a:pt x="15236" y="17393"/>
                  </a:cubicBezTo>
                  <a:lnTo>
                    <a:pt x="15127" y="17357"/>
                  </a:lnTo>
                  <a:close/>
                  <a:moveTo>
                    <a:pt x="14787" y="17469"/>
                  </a:moveTo>
                  <a:cubicBezTo>
                    <a:pt x="14793" y="17471"/>
                    <a:pt x="14797" y="17473"/>
                    <a:pt x="14801" y="17475"/>
                  </a:cubicBezTo>
                  <a:lnTo>
                    <a:pt x="14801" y="17475"/>
                  </a:lnTo>
                  <a:cubicBezTo>
                    <a:pt x="14796" y="17473"/>
                    <a:pt x="14792" y="17471"/>
                    <a:pt x="14787" y="17469"/>
                  </a:cubicBezTo>
                  <a:close/>
                  <a:moveTo>
                    <a:pt x="19245" y="19357"/>
                  </a:moveTo>
                  <a:lnTo>
                    <a:pt x="19245" y="19357"/>
                  </a:lnTo>
                  <a:cubicBezTo>
                    <a:pt x="19251" y="19359"/>
                    <a:pt x="19257" y="19362"/>
                    <a:pt x="19263" y="19364"/>
                  </a:cubicBezTo>
                  <a:cubicBezTo>
                    <a:pt x="19257" y="19362"/>
                    <a:pt x="19251" y="19359"/>
                    <a:pt x="19245" y="19357"/>
                  </a:cubicBezTo>
                  <a:close/>
                  <a:moveTo>
                    <a:pt x="22902" y="20283"/>
                  </a:moveTo>
                  <a:cubicBezTo>
                    <a:pt x="22923" y="20290"/>
                    <a:pt x="22942" y="20297"/>
                    <a:pt x="22959" y="20303"/>
                  </a:cubicBezTo>
                  <a:cubicBezTo>
                    <a:pt x="22926" y="20291"/>
                    <a:pt x="22910" y="20285"/>
                    <a:pt x="22902" y="20283"/>
                  </a:cubicBezTo>
                  <a:close/>
                  <a:moveTo>
                    <a:pt x="22917" y="20581"/>
                  </a:moveTo>
                  <a:cubicBezTo>
                    <a:pt x="22913" y="20581"/>
                    <a:pt x="22910" y="20581"/>
                    <a:pt x="22909" y="20582"/>
                  </a:cubicBezTo>
                  <a:lnTo>
                    <a:pt x="22933" y="20582"/>
                  </a:lnTo>
                  <a:cubicBezTo>
                    <a:pt x="22927" y="20581"/>
                    <a:pt x="22922" y="20581"/>
                    <a:pt x="22917" y="20581"/>
                  </a:cubicBezTo>
                  <a:close/>
                  <a:moveTo>
                    <a:pt x="24843" y="20851"/>
                  </a:moveTo>
                  <a:lnTo>
                    <a:pt x="24843" y="20851"/>
                  </a:lnTo>
                  <a:cubicBezTo>
                    <a:pt x="24846" y="20852"/>
                    <a:pt x="24850" y="20852"/>
                    <a:pt x="24854" y="20853"/>
                  </a:cubicBezTo>
                  <a:cubicBezTo>
                    <a:pt x="24850" y="20852"/>
                    <a:pt x="24846" y="20851"/>
                    <a:pt x="24843" y="20851"/>
                  </a:cubicBezTo>
                  <a:close/>
                  <a:moveTo>
                    <a:pt x="24017" y="20574"/>
                  </a:moveTo>
                  <a:lnTo>
                    <a:pt x="24017" y="20574"/>
                  </a:lnTo>
                  <a:cubicBezTo>
                    <a:pt x="24537" y="20735"/>
                    <a:pt x="24600" y="20725"/>
                    <a:pt x="25107" y="20862"/>
                  </a:cubicBezTo>
                  <a:lnTo>
                    <a:pt x="25107" y="20862"/>
                  </a:lnTo>
                  <a:cubicBezTo>
                    <a:pt x="24647" y="20728"/>
                    <a:pt x="24208" y="20613"/>
                    <a:pt x="24017" y="20574"/>
                  </a:cubicBezTo>
                  <a:close/>
                  <a:moveTo>
                    <a:pt x="25107" y="20862"/>
                  </a:moveTo>
                  <a:lnTo>
                    <a:pt x="25107" y="20862"/>
                  </a:lnTo>
                  <a:cubicBezTo>
                    <a:pt x="25136" y="20870"/>
                    <a:pt x="25164" y="20878"/>
                    <a:pt x="25193" y="20887"/>
                  </a:cubicBezTo>
                  <a:lnTo>
                    <a:pt x="25170" y="20879"/>
                  </a:lnTo>
                  <a:lnTo>
                    <a:pt x="25170" y="20879"/>
                  </a:lnTo>
                  <a:cubicBezTo>
                    <a:pt x="25148" y="20873"/>
                    <a:pt x="25127" y="20867"/>
                    <a:pt x="25107" y="20862"/>
                  </a:cubicBezTo>
                  <a:close/>
                  <a:moveTo>
                    <a:pt x="78563" y="21978"/>
                  </a:moveTo>
                  <a:cubicBezTo>
                    <a:pt x="78419" y="22013"/>
                    <a:pt x="78314" y="22039"/>
                    <a:pt x="78224" y="22062"/>
                  </a:cubicBezTo>
                  <a:lnTo>
                    <a:pt x="78224" y="22062"/>
                  </a:lnTo>
                  <a:cubicBezTo>
                    <a:pt x="78265" y="22054"/>
                    <a:pt x="78307" y="22045"/>
                    <a:pt x="78351" y="22037"/>
                  </a:cubicBezTo>
                  <a:lnTo>
                    <a:pt x="78351" y="22037"/>
                  </a:lnTo>
                  <a:lnTo>
                    <a:pt x="78292" y="22071"/>
                  </a:lnTo>
                  <a:cubicBezTo>
                    <a:pt x="78334" y="22062"/>
                    <a:pt x="78631" y="21978"/>
                    <a:pt x="78563" y="21978"/>
                  </a:cubicBezTo>
                  <a:close/>
                  <a:moveTo>
                    <a:pt x="78224" y="22062"/>
                  </a:moveTo>
                  <a:lnTo>
                    <a:pt x="78224" y="22062"/>
                  </a:lnTo>
                  <a:cubicBezTo>
                    <a:pt x="78076" y="22093"/>
                    <a:pt x="77949" y="22125"/>
                    <a:pt x="77823" y="22159"/>
                  </a:cubicBezTo>
                  <a:lnTo>
                    <a:pt x="77823" y="22159"/>
                  </a:lnTo>
                  <a:cubicBezTo>
                    <a:pt x="77984" y="22122"/>
                    <a:pt x="78088" y="22096"/>
                    <a:pt x="78224" y="22062"/>
                  </a:cubicBezTo>
                  <a:close/>
                  <a:moveTo>
                    <a:pt x="77116" y="22444"/>
                  </a:moveTo>
                  <a:lnTo>
                    <a:pt x="77082" y="22452"/>
                  </a:lnTo>
                  <a:cubicBezTo>
                    <a:pt x="77093" y="22449"/>
                    <a:pt x="77104" y="22447"/>
                    <a:pt x="77116" y="22444"/>
                  </a:cubicBezTo>
                  <a:close/>
                  <a:moveTo>
                    <a:pt x="74460" y="22739"/>
                  </a:moveTo>
                  <a:lnTo>
                    <a:pt x="74375" y="22756"/>
                  </a:lnTo>
                  <a:cubicBezTo>
                    <a:pt x="74388" y="22754"/>
                    <a:pt x="74401" y="22753"/>
                    <a:pt x="74413" y="22751"/>
                  </a:cubicBezTo>
                  <a:lnTo>
                    <a:pt x="74413" y="22751"/>
                  </a:lnTo>
                  <a:cubicBezTo>
                    <a:pt x="74428" y="22747"/>
                    <a:pt x="74444" y="22743"/>
                    <a:pt x="74460" y="22739"/>
                  </a:cubicBezTo>
                  <a:close/>
                  <a:moveTo>
                    <a:pt x="32386" y="23010"/>
                  </a:moveTo>
                  <a:lnTo>
                    <a:pt x="32569" y="23052"/>
                  </a:lnTo>
                  <a:lnTo>
                    <a:pt x="32527" y="23044"/>
                  </a:lnTo>
                  <a:cubicBezTo>
                    <a:pt x="32468" y="23030"/>
                    <a:pt x="32422" y="23019"/>
                    <a:pt x="32386" y="23010"/>
                  </a:cubicBezTo>
                  <a:close/>
                  <a:moveTo>
                    <a:pt x="33170" y="23179"/>
                  </a:moveTo>
                  <a:lnTo>
                    <a:pt x="33440" y="23238"/>
                  </a:lnTo>
                  <a:lnTo>
                    <a:pt x="33339" y="23238"/>
                  </a:lnTo>
                  <a:cubicBezTo>
                    <a:pt x="33280" y="23230"/>
                    <a:pt x="33221" y="23205"/>
                    <a:pt x="33170" y="23179"/>
                  </a:cubicBezTo>
                  <a:close/>
                  <a:moveTo>
                    <a:pt x="35314" y="23678"/>
                  </a:moveTo>
                  <a:cubicBezTo>
                    <a:pt x="35317" y="23678"/>
                    <a:pt x="35322" y="23678"/>
                    <a:pt x="35327" y="23678"/>
                  </a:cubicBezTo>
                  <a:cubicBezTo>
                    <a:pt x="35784" y="23771"/>
                    <a:pt x="35750" y="23687"/>
                    <a:pt x="36173" y="23805"/>
                  </a:cubicBezTo>
                  <a:cubicBezTo>
                    <a:pt x="36238" y="23789"/>
                    <a:pt x="36139" y="23765"/>
                    <a:pt x="35988" y="23733"/>
                  </a:cubicBezTo>
                  <a:lnTo>
                    <a:pt x="35988" y="23733"/>
                  </a:lnTo>
                  <a:cubicBezTo>
                    <a:pt x="35998" y="23735"/>
                    <a:pt x="36007" y="23735"/>
                    <a:pt x="36016" y="23735"/>
                  </a:cubicBezTo>
                  <a:cubicBezTo>
                    <a:pt x="36031" y="23735"/>
                    <a:pt x="36046" y="23733"/>
                    <a:pt x="36063" y="23729"/>
                  </a:cubicBezTo>
                  <a:lnTo>
                    <a:pt x="36537" y="23814"/>
                  </a:lnTo>
                  <a:cubicBezTo>
                    <a:pt x="36672" y="23839"/>
                    <a:pt x="36790" y="23864"/>
                    <a:pt x="36748" y="23864"/>
                  </a:cubicBezTo>
                  <a:cubicBezTo>
                    <a:pt x="36743" y="23867"/>
                    <a:pt x="36730" y="23869"/>
                    <a:pt x="36712" y="23869"/>
                  </a:cubicBezTo>
                  <a:cubicBezTo>
                    <a:pt x="36577" y="23869"/>
                    <a:pt x="36127" y="23797"/>
                    <a:pt x="35978" y="23797"/>
                  </a:cubicBezTo>
                  <a:cubicBezTo>
                    <a:pt x="35839" y="23788"/>
                    <a:pt x="35219" y="23678"/>
                    <a:pt x="35314" y="23678"/>
                  </a:cubicBezTo>
                  <a:close/>
                  <a:moveTo>
                    <a:pt x="67901" y="24082"/>
                  </a:moveTo>
                  <a:cubicBezTo>
                    <a:pt x="67875" y="24085"/>
                    <a:pt x="67851" y="24089"/>
                    <a:pt x="67828" y="24093"/>
                  </a:cubicBezTo>
                  <a:cubicBezTo>
                    <a:pt x="67853" y="24089"/>
                    <a:pt x="67877" y="24085"/>
                    <a:pt x="67901" y="24082"/>
                  </a:cubicBezTo>
                  <a:close/>
                  <a:moveTo>
                    <a:pt x="37450" y="23847"/>
                  </a:moveTo>
                  <a:lnTo>
                    <a:pt x="38508" y="24008"/>
                  </a:lnTo>
                  <a:cubicBezTo>
                    <a:pt x="38685" y="24042"/>
                    <a:pt x="38863" y="24067"/>
                    <a:pt x="39041" y="24093"/>
                  </a:cubicBezTo>
                  <a:lnTo>
                    <a:pt x="39582" y="24169"/>
                  </a:lnTo>
                  <a:lnTo>
                    <a:pt x="39497" y="24135"/>
                  </a:lnTo>
                  <a:lnTo>
                    <a:pt x="39497" y="24135"/>
                  </a:lnTo>
                  <a:cubicBezTo>
                    <a:pt x="39717" y="24169"/>
                    <a:pt x="39912" y="24177"/>
                    <a:pt x="40039" y="24211"/>
                  </a:cubicBezTo>
                  <a:lnTo>
                    <a:pt x="39853" y="24211"/>
                  </a:lnTo>
                  <a:lnTo>
                    <a:pt x="39421" y="24186"/>
                  </a:lnTo>
                  <a:cubicBezTo>
                    <a:pt x="39252" y="24177"/>
                    <a:pt x="39074" y="24169"/>
                    <a:pt x="38914" y="24160"/>
                  </a:cubicBezTo>
                  <a:lnTo>
                    <a:pt x="38516" y="24127"/>
                  </a:lnTo>
                  <a:cubicBezTo>
                    <a:pt x="38076" y="24067"/>
                    <a:pt x="37602" y="24000"/>
                    <a:pt x="37332" y="23949"/>
                  </a:cubicBezTo>
                  <a:lnTo>
                    <a:pt x="37332" y="23949"/>
                  </a:lnTo>
                  <a:lnTo>
                    <a:pt x="37476" y="23966"/>
                  </a:lnTo>
                  <a:cubicBezTo>
                    <a:pt x="38261" y="24083"/>
                    <a:pt x="38627" y="24131"/>
                    <a:pt x="38712" y="24131"/>
                  </a:cubicBezTo>
                  <a:cubicBezTo>
                    <a:pt x="38854" y="24131"/>
                    <a:pt x="38221" y="24001"/>
                    <a:pt x="37450" y="23847"/>
                  </a:cubicBezTo>
                  <a:close/>
                  <a:moveTo>
                    <a:pt x="38430" y="24346"/>
                  </a:moveTo>
                  <a:cubicBezTo>
                    <a:pt x="38430" y="24346"/>
                    <a:pt x="38431" y="24346"/>
                    <a:pt x="38431" y="24347"/>
                  </a:cubicBezTo>
                  <a:cubicBezTo>
                    <a:pt x="38431" y="24346"/>
                    <a:pt x="38431" y="24346"/>
                    <a:pt x="38430" y="24346"/>
                  </a:cubicBezTo>
                  <a:close/>
                  <a:moveTo>
                    <a:pt x="40427" y="24352"/>
                  </a:moveTo>
                  <a:lnTo>
                    <a:pt x="40427" y="24352"/>
                  </a:lnTo>
                  <a:cubicBezTo>
                    <a:pt x="40432" y="24353"/>
                    <a:pt x="40438" y="24354"/>
                    <a:pt x="40445" y="24355"/>
                  </a:cubicBezTo>
                  <a:lnTo>
                    <a:pt x="40427" y="24352"/>
                  </a:lnTo>
                  <a:close/>
                  <a:moveTo>
                    <a:pt x="40039" y="24321"/>
                  </a:moveTo>
                  <a:lnTo>
                    <a:pt x="40470" y="24372"/>
                  </a:lnTo>
                  <a:cubicBezTo>
                    <a:pt x="40434" y="24372"/>
                    <a:pt x="40444" y="24382"/>
                    <a:pt x="40398" y="24382"/>
                  </a:cubicBezTo>
                  <a:cubicBezTo>
                    <a:pt x="40357" y="24382"/>
                    <a:pt x="40275" y="24374"/>
                    <a:pt x="40081" y="24347"/>
                  </a:cubicBezTo>
                  <a:cubicBezTo>
                    <a:pt x="40115" y="24338"/>
                    <a:pt x="40090" y="24330"/>
                    <a:pt x="40039" y="24321"/>
                  </a:cubicBezTo>
                  <a:close/>
                  <a:moveTo>
                    <a:pt x="46644" y="24583"/>
                  </a:moveTo>
                  <a:cubicBezTo>
                    <a:pt x="46650" y="24586"/>
                    <a:pt x="46667" y="24588"/>
                    <a:pt x="46696" y="24592"/>
                  </a:cubicBezTo>
                  <a:cubicBezTo>
                    <a:pt x="46679" y="24589"/>
                    <a:pt x="46661" y="24586"/>
                    <a:pt x="46644" y="24583"/>
                  </a:cubicBezTo>
                  <a:close/>
                  <a:moveTo>
                    <a:pt x="63350" y="24664"/>
                  </a:moveTo>
                  <a:lnTo>
                    <a:pt x="63285" y="24668"/>
                  </a:lnTo>
                  <a:cubicBezTo>
                    <a:pt x="63301" y="24667"/>
                    <a:pt x="63323" y="24666"/>
                    <a:pt x="63350" y="24664"/>
                  </a:cubicBezTo>
                  <a:close/>
                  <a:moveTo>
                    <a:pt x="50266" y="24668"/>
                  </a:moveTo>
                  <a:lnTo>
                    <a:pt x="50276" y="24674"/>
                  </a:lnTo>
                  <a:lnTo>
                    <a:pt x="50276" y="24674"/>
                  </a:lnTo>
                  <a:cubicBezTo>
                    <a:pt x="50332" y="24674"/>
                    <a:pt x="50388" y="24674"/>
                    <a:pt x="50443" y="24674"/>
                  </a:cubicBezTo>
                  <a:lnTo>
                    <a:pt x="50443" y="24674"/>
                  </a:lnTo>
                  <a:cubicBezTo>
                    <a:pt x="50642" y="24682"/>
                    <a:pt x="50815" y="24694"/>
                    <a:pt x="50961" y="24694"/>
                  </a:cubicBezTo>
                  <a:cubicBezTo>
                    <a:pt x="51028" y="24694"/>
                    <a:pt x="51090" y="24692"/>
                    <a:pt x="51146" y="24685"/>
                  </a:cubicBezTo>
                  <a:lnTo>
                    <a:pt x="50715" y="24685"/>
                  </a:lnTo>
                  <a:lnTo>
                    <a:pt x="50723" y="24676"/>
                  </a:lnTo>
                  <a:cubicBezTo>
                    <a:pt x="50647" y="24674"/>
                    <a:pt x="50565" y="24674"/>
                    <a:pt x="50482" y="24674"/>
                  </a:cubicBezTo>
                  <a:cubicBezTo>
                    <a:pt x="50469" y="24674"/>
                    <a:pt x="50456" y="24674"/>
                    <a:pt x="50443" y="24674"/>
                  </a:cubicBezTo>
                  <a:lnTo>
                    <a:pt x="50443" y="24674"/>
                  </a:lnTo>
                  <a:cubicBezTo>
                    <a:pt x="50386" y="24671"/>
                    <a:pt x="50327" y="24669"/>
                    <a:pt x="50266" y="24668"/>
                  </a:cubicBezTo>
                  <a:close/>
                  <a:moveTo>
                    <a:pt x="54067" y="24734"/>
                  </a:moveTo>
                  <a:lnTo>
                    <a:pt x="54067" y="24734"/>
                  </a:lnTo>
                  <a:cubicBezTo>
                    <a:pt x="54048" y="24735"/>
                    <a:pt x="54030" y="24735"/>
                    <a:pt x="54014" y="24736"/>
                  </a:cubicBezTo>
                  <a:cubicBezTo>
                    <a:pt x="54029" y="24736"/>
                    <a:pt x="54048" y="24735"/>
                    <a:pt x="54067" y="24734"/>
                  </a:cubicBezTo>
                  <a:close/>
                  <a:moveTo>
                    <a:pt x="44336" y="24820"/>
                  </a:moveTo>
                  <a:cubicBezTo>
                    <a:pt x="44322" y="24820"/>
                    <a:pt x="44322" y="24822"/>
                    <a:pt x="44331" y="24824"/>
                  </a:cubicBezTo>
                  <a:lnTo>
                    <a:pt x="44331" y="24824"/>
                  </a:lnTo>
                  <a:cubicBezTo>
                    <a:pt x="44334" y="24823"/>
                    <a:pt x="44336" y="24822"/>
                    <a:pt x="44336" y="24820"/>
                  </a:cubicBezTo>
                  <a:close/>
                  <a:moveTo>
                    <a:pt x="40597" y="24431"/>
                  </a:moveTo>
                  <a:lnTo>
                    <a:pt x="40597" y="24431"/>
                  </a:lnTo>
                  <a:cubicBezTo>
                    <a:pt x="40749" y="24448"/>
                    <a:pt x="41054" y="24465"/>
                    <a:pt x="41037" y="24490"/>
                  </a:cubicBezTo>
                  <a:cubicBezTo>
                    <a:pt x="41054" y="24473"/>
                    <a:pt x="41299" y="24482"/>
                    <a:pt x="40842" y="24440"/>
                  </a:cubicBezTo>
                  <a:lnTo>
                    <a:pt x="40842" y="24440"/>
                  </a:lnTo>
                  <a:cubicBezTo>
                    <a:pt x="40952" y="24448"/>
                    <a:pt x="41071" y="24456"/>
                    <a:pt x="41181" y="24456"/>
                  </a:cubicBezTo>
                  <a:cubicBezTo>
                    <a:pt x="41155" y="24448"/>
                    <a:pt x="41139" y="24448"/>
                    <a:pt x="41113" y="24440"/>
                  </a:cubicBezTo>
                  <a:lnTo>
                    <a:pt x="41113" y="24440"/>
                  </a:lnTo>
                  <a:lnTo>
                    <a:pt x="41418" y="24473"/>
                  </a:lnTo>
                  <a:cubicBezTo>
                    <a:pt x="41545" y="24490"/>
                    <a:pt x="41773" y="24516"/>
                    <a:pt x="41976" y="24558"/>
                  </a:cubicBezTo>
                  <a:cubicBezTo>
                    <a:pt x="41866" y="24558"/>
                    <a:pt x="41765" y="24550"/>
                    <a:pt x="41655" y="24541"/>
                  </a:cubicBezTo>
                  <a:lnTo>
                    <a:pt x="41655" y="24541"/>
                  </a:lnTo>
                  <a:cubicBezTo>
                    <a:pt x="41959" y="24583"/>
                    <a:pt x="42238" y="24609"/>
                    <a:pt x="42416" y="24626"/>
                  </a:cubicBezTo>
                  <a:cubicBezTo>
                    <a:pt x="41934" y="24566"/>
                    <a:pt x="42196" y="24575"/>
                    <a:pt x="42086" y="24541"/>
                  </a:cubicBezTo>
                  <a:lnTo>
                    <a:pt x="42086" y="24541"/>
                  </a:lnTo>
                  <a:cubicBezTo>
                    <a:pt x="42390" y="24566"/>
                    <a:pt x="42873" y="24626"/>
                    <a:pt x="43050" y="24634"/>
                  </a:cubicBezTo>
                  <a:cubicBezTo>
                    <a:pt x="43456" y="24685"/>
                    <a:pt x="43795" y="24736"/>
                    <a:pt x="43524" y="24736"/>
                  </a:cubicBezTo>
                  <a:cubicBezTo>
                    <a:pt x="43786" y="24744"/>
                    <a:pt x="44057" y="24778"/>
                    <a:pt x="44336" y="24778"/>
                  </a:cubicBezTo>
                  <a:cubicBezTo>
                    <a:pt x="43820" y="24761"/>
                    <a:pt x="44336" y="24719"/>
                    <a:pt x="43668" y="24702"/>
                  </a:cubicBezTo>
                  <a:cubicBezTo>
                    <a:pt x="43618" y="24687"/>
                    <a:pt x="43631" y="24680"/>
                    <a:pt x="43683" y="24680"/>
                  </a:cubicBezTo>
                  <a:cubicBezTo>
                    <a:pt x="43835" y="24680"/>
                    <a:pt x="44316" y="24732"/>
                    <a:pt x="44573" y="24769"/>
                  </a:cubicBezTo>
                  <a:cubicBezTo>
                    <a:pt x="44548" y="24768"/>
                    <a:pt x="44530" y="24768"/>
                    <a:pt x="44516" y="24768"/>
                  </a:cubicBezTo>
                  <a:cubicBezTo>
                    <a:pt x="44432" y="24768"/>
                    <a:pt x="44533" y="24788"/>
                    <a:pt x="44497" y="24795"/>
                  </a:cubicBezTo>
                  <a:cubicBezTo>
                    <a:pt x="44593" y="24800"/>
                    <a:pt x="44663" y="24802"/>
                    <a:pt x="44711" y="24802"/>
                  </a:cubicBezTo>
                  <a:cubicBezTo>
                    <a:pt x="44920" y="24802"/>
                    <a:pt x="44707" y="24762"/>
                    <a:pt x="44404" y="24727"/>
                  </a:cubicBezTo>
                  <a:lnTo>
                    <a:pt x="44404" y="24727"/>
                  </a:lnTo>
                  <a:lnTo>
                    <a:pt x="45004" y="24761"/>
                  </a:lnTo>
                  <a:lnTo>
                    <a:pt x="44945" y="24753"/>
                  </a:lnTo>
                  <a:lnTo>
                    <a:pt x="44945" y="24753"/>
                  </a:lnTo>
                  <a:cubicBezTo>
                    <a:pt x="45148" y="24769"/>
                    <a:pt x="45351" y="24778"/>
                    <a:pt x="45554" y="24795"/>
                  </a:cubicBezTo>
                  <a:lnTo>
                    <a:pt x="45546" y="24795"/>
                  </a:lnTo>
                  <a:cubicBezTo>
                    <a:pt x="45602" y="24820"/>
                    <a:pt x="45621" y="24835"/>
                    <a:pt x="45568" y="24835"/>
                  </a:cubicBezTo>
                  <a:cubicBezTo>
                    <a:pt x="45548" y="24835"/>
                    <a:pt x="45519" y="24833"/>
                    <a:pt x="45478" y="24829"/>
                  </a:cubicBezTo>
                  <a:lnTo>
                    <a:pt x="45478" y="24829"/>
                  </a:lnTo>
                  <a:lnTo>
                    <a:pt x="45791" y="24871"/>
                  </a:lnTo>
                  <a:lnTo>
                    <a:pt x="45301" y="24846"/>
                  </a:lnTo>
                  <a:lnTo>
                    <a:pt x="45301" y="24846"/>
                  </a:lnTo>
                  <a:cubicBezTo>
                    <a:pt x="45504" y="24879"/>
                    <a:pt x="45842" y="24888"/>
                    <a:pt x="46104" y="24905"/>
                  </a:cubicBezTo>
                  <a:cubicBezTo>
                    <a:pt x="46177" y="24914"/>
                    <a:pt x="46167" y="24917"/>
                    <a:pt x="46106" y="24917"/>
                  </a:cubicBezTo>
                  <a:cubicBezTo>
                    <a:pt x="45970" y="24917"/>
                    <a:pt x="45579" y="24901"/>
                    <a:pt x="45309" y="24901"/>
                  </a:cubicBezTo>
                  <a:cubicBezTo>
                    <a:pt x="45240" y="24901"/>
                    <a:pt x="45178" y="24902"/>
                    <a:pt x="45131" y="24905"/>
                  </a:cubicBezTo>
                  <a:cubicBezTo>
                    <a:pt x="44883" y="24898"/>
                    <a:pt x="44394" y="24840"/>
                    <a:pt x="44331" y="24824"/>
                  </a:cubicBezTo>
                  <a:lnTo>
                    <a:pt x="44331" y="24824"/>
                  </a:lnTo>
                  <a:cubicBezTo>
                    <a:pt x="44321" y="24829"/>
                    <a:pt x="44295" y="24831"/>
                    <a:pt x="44257" y="24831"/>
                  </a:cubicBezTo>
                  <a:cubicBezTo>
                    <a:pt x="44029" y="24831"/>
                    <a:pt x="43365" y="24760"/>
                    <a:pt x="43084" y="24753"/>
                  </a:cubicBezTo>
                  <a:cubicBezTo>
                    <a:pt x="42264" y="24668"/>
                    <a:pt x="42543" y="24643"/>
                    <a:pt x="41815" y="24583"/>
                  </a:cubicBezTo>
                  <a:lnTo>
                    <a:pt x="41815" y="24583"/>
                  </a:lnTo>
                  <a:lnTo>
                    <a:pt x="42077" y="24634"/>
                  </a:lnTo>
                  <a:cubicBezTo>
                    <a:pt x="41426" y="24566"/>
                    <a:pt x="41147" y="24558"/>
                    <a:pt x="40436" y="24448"/>
                  </a:cubicBezTo>
                  <a:cubicBezTo>
                    <a:pt x="40422" y="24440"/>
                    <a:pt x="40425" y="24437"/>
                    <a:pt x="40439" y="24437"/>
                  </a:cubicBezTo>
                  <a:cubicBezTo>
                    <a:pt x="40502" y="24437"/>
                    <a:pt x="40796" y="24499"/>
                    <a:pt x="40927" y="24499"/>
                  </a:cubicBezTo>
                  <a:lnTo>
                    <a:pt x="40597" y="24431"/>
                  </a:lnTo>
                  <a:close/>
                  <a:moveTo>
                    <a:pt x="56848" y="25066"/>
                  </a:moveTo>
                  <a:cubicBezTo>
                    <a:pt x="56754" y="25075"/>
                    <a:pt x="56653" y="25086"/>
                    <a:pt x="56550" y="25094"/>
                  </a:cubicBezTo>
                  <a:lnTo>
                    <a:pt x="56550" y="25094"/>
                  </a:lnTo>
                  <a:cubicBezTo>
                    <a:pt x="56656" y="25088"/>
                    <a:pt x="56774" y="25080"/>
                    <a:pt x="56848" y="25066"/>
                  </a:cubicBezTo>
                  <a:close/>
                  <a:moveTo>
                    <a:pt x="56550" y="25094"/>
                  </a:moveTo>
                  <a:cubicBezTo>
                    <a:pt x="56488" y="25098"/>
                    <a:pt x="56431" y="25102"/>
                    <a:pt x="56388" y="25105"/>
                  </a:cubicBezTo>
                  <a:lnTo>
                    <a:pt x="56388" y="25105"/>
                  </a:lnTo>
                  <a:cubicBezTo>
                    <a:pt x="56442" y="25103"/>
                    <a:pt x="56496" y="25099"/>
                    <a:pt x="56550" y="25094"/>
                  </a:cubicBezTo>
                  <a:close/>
                  <a:moveTo>
                    <a:pt x="56898" y="25116"/>
                  </a:moveTo>
                  <a:cubicBezTo>
                    <a:pt x="56894" y="25116"/>
                    <a:pt x="56889" y="25116"/>
                    <a:pt x="56885" y="25117"/>
                  </a:cubicBezTo>
                  <a:lnTo>
                    <a:pt x="56885" y="25117"/>
                  </a:lnTo>
                  <a:cubicBezTo>
                    <a:pt x="56889" y="25117"/>
                    <a:pt x="56894" y="25116"/>
                    <a:pt x="56898" y="25116"/>
                  </a:cubicBezTo>
                  <a:close/>
                  <a:moveTo>
                    <a:pt x="51251" y="25207"/>
                  </a:moveTo>
                  <a:lnTo>
                    <a:pt x="51251" y="25207"/>
                  </a:lnTo>
                  <a:cubicBezTo>
                    <a:pt x="51248" y="25207"/>
                    <a:pt x="51246" y="25208"/>
                    <a:pt x="51247" y="25209"/>
                  </a:cubicBezTo>
                  <a:cubicBezTo>
                    <a:pt x="51262" y="25209"/>
                    <a:pt x="51262" y="25208"/>
                    <a:pt x="51251" y="25207"/>
                  </a:cubicBezTo>
                  <a:close/>
                  <a:moveTo>
                    <a:pt x="61416" y="24727"/>
                  </a:moveTo>
                  <a:lnTo>
                    <a:pt x="61390" y="24736"/>
                  </a:lnTo>
                  <a:cubicBezTo>
                    <a:pt x="61043" y="24769"/>
                    <a:pt x="60967" y="24795"/>
                    <a:pt x="61137" y="24795"/>
                  </a:cubicBezTo>
                  <a:lnTo>
                    <a:pt x="60705" y="24837"/>
                  </a:lnTo>
                  <a:cubicBezTo>
                    <a:pt x="60548" y="24851"/>
                    <a:pt x="60160" y="24886"/>
                    <a:pt x="59994" y="24886"/>
                  </a:cubicBezTo>
                  <a:cubicBezTo>
                    <a:pt x="59954" y="24886"/>
                    <a:pt x="59927" y="24884"/>
                    <a:pt x="59918" y="24879"/>
                  </a:cubicBezTo>
                  <a:cubicBezTo>
                    <a:pt x="60324" y="24846"/>
                    <a:pt x="60282" y="24846"/>
                    <a:pt x="60096" y="24846"/>
                  </a:cubicBezTo>
                  <a:cubicBezTo>
                    <a:pt x="59698" y="24896"/>
                    <a:pt x="58937" y="24922"/>
                    <a:pt x="58988" y="24964"/>
                  </a:cubicBezTo>
                  <a:cubicBezTo>
                    <a:pt x="58850" y="24970"/>
                    <a:pt x="58713" y="24976"/>
                    <a:pt x="58575" y="24976"/>
                  </a:cubicBezTo>
                  <a:cubicBezTo>
                    <a:pt x="58518" y="24976"/>
                    <a:pt x="58461" y="24975"/>
                    <a:pt x="58404" y="24973"/>
                  </a:cubicBezTo>
                  <a:cubicBezTo>
                    <a:pt x="58353" y="24964"/>
                    <a:pt x="58497" y="24947"/>
                    <a:pt x="58633" y="24930"/>
                  </a:cubicBezTo>
                  <a:lnTo>
                    <a:pt x="58633" y="24930"/>
                  </a:lnTo>
                  <a:lnTo>
                    <a:pt x="57812" y="24981"/>
                  </a:lnTo>
                  <a:lnTo>
                    <a:pt x="56983" y="25015"/>
                  </a:lnTo>
                  <a:cubicBezTo>
                    <a:pt x="56915" y="25049"/>
                    <a:pt x="58049" y="25006"/>
                    <a:pt x="57482" y="25066"/>
                  </a:cubicBezTo>
                  <a:cubicBezTo>
                    <a:pt x="57290" y="25110"/>
                    <a:pt x="57092" y="25135"/>
                    <a:pt x="56892" y="25135"/>
                  </a:cubicBezTo>
                  <a:cubicBezTo>
                    <a:pt x="56863" y="25135"/>
                    <a:pt x="56834" y="25134"/>
                    <a:pt x="56805" y="25133"/>
                  </a:cubicBezTo>
                  <a:cubicBezTo>
                    <a:pt x="56827" y="25126"/>
                    <a:pt x="56856" y="25119"/>
                    <a:pt x="56885" y="25117"/>
                  </a:cubicBezTo>
                  <a:lnTo>
                    <a:pt x="56885" y="25117"/>
                  </a:lnTo>
                  <a:cubicBezTo>
                    <a:pt x="56635" y="25125"/>
                    <a:pt x="56597" y="25125"/>
                    <a:pt x="56323" y="25125"/>
                  </a:cubicBezTo>
                  <a:cubicBezTo>
                    <a:pt x="56294" y="25116"/>
                    <a:pt x="56326" y="25110"/>
                    <a:pt x="56388" y="25105"/>
                  </a:cubicBezTo>
                  <a:lnTo>
                    <a:pt x="56388" y="25105"/>
                  </a:lnTo>
                  <a:cubicBezTo>
                    <a:pt x="56349" y="25107"/>
                    <a:pt x="56311" y="25108"/>
                    <a:pt x="56272" y="25108"/>
                  </a:cubicBezTo>
                  <a:lnTo>
                    <a:pt x="56323" y="25091"/>
                  </a:lnTo>
                  <a:lnTo>
                    <a:pt x="55731" y="25116"/>
                  </a:lnTo>
                  <a:cubicBezTo>
                    <a:pt x="55659" y="25126"/>
                    <a:pt x="55668" y="25130"/>
                    <a:pt x="55718" y="25130"/>
                  </a:cubicBezTo>
                  <a:cubicBezTo>
                    <a:pt x="55821" y="25130"/>
                    <a:pt x="56099" y="25115"/>
                    <a:pt x="56187" y="25115"/>
                  </a:cubicBezTo>
                  <a:cubicBezTo>
                    <a:pt x="56201" y="25115"/>
                    <a:pt x="56210" y="25116"/>
                    <a:pt x="56213" y="25116"/>
                  </a:cubicBezTo>
                  <a:lnTo>
                    <a:pt x="55832" y="25150"/>
                  </a:lnTo>
                  <a:cubicBezTo>
                    <a:pt x="55556" y="25161"/>
                    <a:pt x="54982" y="25175"/>
                    <a:pt x="54500" y="25175"/>
                  </a:cubicBezTo>
                  <a:cubicBezTo>
                    <a:pt x="54229" y="25175"/>
                    <a:pt x="53988" y="25171"/>
                    <a:pt x="53845" y="25159"/>
                  </a:cubicBezTo>
                  <a:cubicBezTo>
                    <a:pt x="53777" y="25157"/>
                    <a:pt x="53722" y="25157"/>
                    <a:pt x="53678" y="25157"/>
                  </a:cubicBezTo>
                  <a:cubicBezTo>
                    <a:pt x="53392" y="25157"/>
                    <a:pt x="53548" y="25179"/>
                    <a:pt x="53438" y="25201"/>
                  </a:cubicBezTo>
                  <a:cubicBezTo>
                    <a:pt x="53359" y="25205"/>
                    <a:pt x="53280" y="25207"/>
                    <a:pt x="53203" y="25207"/>
                  </a:cubicBezTo>
                  <a:cubicBezTo>
                    <a:pt x="53028" y="25207"/>
                    <a:pt x="52856" y="25199"/>
                    <a:pt x="52683" y="25199"/>
                  </a:cubicBezTo>
                  <a:cubicBezTo>
                    <a:pt x="52639" y="25199"/>
                    <a:pt x="52595" y="25200"/>
                    <a:pt x="52550" y="25201"/>
                  </a:cubicBezTo>
                  <a:cubicBezTo>
                    <a:pt x="52559" y="25218"/>
                    <a:pt x="52212" y="25218"/>
                    <a:pt x="52195" y="25243"/>
                  </a:cubicBezTo>
                  <a:lnTo>
                    <a:pt x="51704" y="25235"/>
                  </a:lnTo>
                  <a:lnTo>
                    <a:pt x="51704" y="25235"/>
                  </a:lnTo>
                  <a:cubicBezTo>
                    <a:pt x="51434" y="25277"/>
                    <a:pt x="52296" y="25252"/>
                    <a:pt x="52423" y="25269"/>
                  </a:cubicBezTo>
                  <a:cubicBezTo>
                    <a:pt x="52677" y="25302"/>
                    <a:pt x="52060" y="25277"/>
                    <a:pt x="52229" y="25302"/>
                  </a:cubicBezTo>
                  <a:cubicBezTo>
                    <a:pt x="52601" y="25294"/>
                    <a:pt x="52635" y="25277"/>
                    <a:pt x="52812" y="25269"/>
                  </a:cubicBezTo>
                  <a:cubicBezTo>
                    <a:pt x="53024" y="25269"/>
                    <a:pt x="53134" y="25277"/>
                    <a:pt x="53134" y="25294"/>
                  </a:cubicBezTo>
                  <a:cubicBezTo>
                    <a:pt x="53032" y="25291"/>
                    <a:pt x="52956" y="25290"/>
                    <a:pt x="52896" y="25290"/>
                  </a:cubicBezTo>
                  <a:cubicBezTo>
                    <a:pt x="52597" y="25290"/>
                    <a:pt x="52722" y="25319"/>
                    <a:pt x="52313" y="25319"/>
                  </a:cubicBezTo>
                  <a:lnTo>
                    <a:pt x="52296" y="25311"/>
                  </a:lnTo>
                  <a:cubicBezTo>
                    <a:pt x="52291" y="25326"/>
                    <a:pt x="52037" y="25329"/>
                    <a:pt x="51777" y="25329"/>
                  </a:cubicBezTo>
                  <a:cubicBezTo>
                    <a:pt x="51604" y="25329"/>
                    <a:pt x="51429" y="25328"/>
                    <a:pt x="51324" y="25328"/>
                  </a:cubicBezTo>
                  <a:cubicBezTo>
                    <a:pt x="50791" y="25277"/>
                    <a:pt x="51764" y="25294"/>
                    <a:pt x="51747" y="25277"/>
                  </a:cubicBezTo>
                  <a:lnTo>
                    <a:pt x="51747" y="25277"/>
                  </a:lnTo>
                  <a:cubicBezTo>
                    <a:pt x="51673" y="25280"/>
                    <a:pt x="51600" y="25281"/>
                    <a:pt x="51527" y="25281"/>
                  </a:cubicBezTo>
                  <a:cubicBezTo>
                    <a:pt x="51381" y="25281"/>
                    <a:pt x="51236" y="25277"/>
                    <a:pt x="51095" y="25277"/>
                  </a:cubicBezTo>
                  <a:cubicBezTo>
                    <a:pt x="51374" y="25269"/>
                    <a:pt x="51087" y="25243"/>
                    <a:pt x="51467" y="25235"/>
                  </a:cubicBezTo>
                  <a:cubicBezTo>
                    <a:pt x="51127" y="25235"/>
                    <a:pt x="51047" y="25216"/>
                    <a:pt x="50791" y="25216"/>
                  </a:cubicBezTo>
                  <a:cubicBezTo>
                    <a:pt x="50749" y="25216"/>
                    <a:pt x="50701" y="25217"/>
                    <a:pt x="50647" y="25218"/>
                  </a:cubicBezTo>
                  <a:cubicBezTo>
                    <a:pt x="51078" y="25184"/>
                    <a:pt x="50114" y="25167"/>
                    <a:pt x="50063" y="25142"/>
                  </a:cubicBezTo>
                  <a:cubicBezTo>
                    <a:pt x="50465" y="25142"/>
                    <a:pt x="51167" y="25194"/>
                    <a:pt x="51251" y="25207"/>
                  </a:cubicBezTo>
                  <a:lnTo>
                    <a:pt x="51251" y="25207"/>
                  </a:lnTo>
                  <a:cubicBezTo>
                    <a:pt x="51260" y="25204"/>
                    <a:pt x="51288" y="25203"/>
                    <a:pt x="51327" y="25203"/>
                  </a:cubicBezTo>
                  <a:cubicBezTo>
                    <a:pt x="51379" y="25203"/>
                    <a:pt x="51451" y="25205"/>
                    <a:pt x="51527" y="25209"/>
                  </a:cubicBezTo>
                  <a:cubicBezTo>
                    <a:pt x="51687" y="25209"/>
                    <a:pt x="51882" y="25209"/>
                    <a:pt x="51983" y="25218"/>
                  </a:cubicBezTo>
                  <a:lnTo>
                    <a:pt x="52296" y="25184"/>
                  </a:lnTo>
                  <a:cubicBezTo>
                    <a:pt x="52178" y="25181"/>
                    <a:pt x="52046" y="25181"/>
                    <a:pt x="51929" y="25181"/>
                  </a:cubicBezTo>
                  <a:cubicBezTo>
                    <a:pt x="51693" y="25181"/>
                    <a:pt x="51513" y="25181"/>
                    <a:pt x="51603" y="25159"/>
                  </a:cubicBezTo>
                  <a:lnTo>
                    <a:pt x="51603" y="25159"/>
                  </a:lnTo>
                  <a:cubicBezTo>
                    <a:pt x="51442" y="25167"/>
                    <a:pt x="51281" y="25167"/>
                    <a:pt x="51121" y="25167"/>
                  </a:cubicBezTo>
                  <a:cubicBezTo>
                    <a:pt x="51611" y="25133"/>
                    <a:pt x="51594" y="25133"/>
                    <a:pt x="52034" y="25108"/>
                  </a:cubicBezTo>
                  <a:cubicBezTo>
                    <a:pt x="51577" y="25091"/>
                    <a:pt x="51171" y="25091"/>
                    <a:pt x="50782" y="25091"/>
                  </a:cubicBezTo>
                  <a:cubicBezTo>
                    <a:pt x="50640" y="25094"/>
                    <a:pt x="50500" y="25096"/>
                    <a:pt x="50361" y="25096"/>
                  </a:cubicBezTo>
                  <a:cubicBezTo>
                    <a:pt x="50121" y="25096"/>
                    <a:pt x="49885" y="25090"/>
                    <a:pt x="49649" y="25074"/>
                  </a:cubicBezTo>
                  <a:lnTo>
                    <a:pt x="49759" y="25074"/>
                  </a:lnTo>
                  <a:cubicBezTo>
                    <a:pt x="49386" y="25066"/>
                    <a:pt x="49082" y="25049"/>
                    <a:pt x="48837" y="25040"/>
                  </a:cubicBezTo>
                  <a:cubicBezTo>
                    <a:pt x="48591" y="25023"/>
                    <a:pt x="48397" y="25006"/>
                    <a:pt x="48236" y="24989"/>
                  </a:cubicBezTo>
                  <a:cubicBezTo>
                    <a:pt x="48016" y="24973"/>
                    <a:pt x="47805" y="24930"/>
                    <a:pt x="47593" y="24879"/>
                  </a:cubicBezTo>
                  <a:lnTo>
                    <a:pt x="47593" y="24879"/>
                  </a:lnTo>
                  <a:lnTo>
                    <a:pt x="48244" y="24905"/>
                  </a:lnTo>
                  <a:lnTo>
                    <a:pt x="48287" y="24930"/>
                  </a:lnTo>
                  <a:cubicBezTo>
                    <a:pt x="48811" y="24956"/>
                    <a:pt x="49251" y="24964"/>
                    <a:pt x="49699" y="24964"/>
                  </a:cubicBezTo>
                  <a:cubicBezTo>
                    <a:pt x="49885" y="24961"/>
                    <a:pt x="50071" y="24959"/>
                    <a:pt x="50263" y="24959"/>
                  </a:cubicBezTo>
                  <a:cubicBezTo>
                    <a:pt x="50534" y="24959"/>
                    <a:pt x="50817" y="24963"/>
                    <a:pt x="51129" y="24973"/>
                  </a:cubicBezTo>
                  <a:cubicBezTo>
                    <a:pt x="51075" y="24982"/>
                    <a:pt x="50990" y="24984"/>
                    <a:pt x="50905" y="24984"/>
                  </a:cubicBezTo>
                  <a:cubicBezTo>
                    <a:pt x="50788" y="24984"/>
                    <a:pt x="50671" y="24979"/>
                    <a:pt x="50636" y="24979"/>
                  </a:cubicBezTo>
                  <a:cubicBezTo>
                    <a:pt x="50625" y="24979"/>
                    <a:pt x="50622" y="24980"/>
                    <a:pt x="50630" y="24981"/>
                  </a:cubicBezTo>
                  <a:cubicBezTo>
                    <a:pt x="50750" y="24986"/>
                    <a:pt x="50844" y="24988"/>
                    <a:pt x="50922" y="24988"/>
                  </a:cubicBezTo>
                  <a:cubicBezTo>
                    <a:pt x="51165" y="24988"/>
                    <a:pt x="51253" y="24970"/>
                    <a:pt x="51469" y="24970"/>
                  </a:cubicBezTo>
                  <a:cubicBezTo>
                    <a:pt x="51557" y="24970"/>
                    <a:pt x="51666" y="24973"/>
                    <a:pt x="51814" y="24981"/>
                  </a:cubicBezTo>
                  <a:cubicBezTo>
                    <a:pt x="50909" y="24989"/>
                    <a:pt x="52381" y="24998"/>
                    <a:pt x="51569" y="25023"/>
                  </a:cubicBezTo>
                  <a:cubicBezTo>
                    <a:pt x="51852" y="25015"/>
                    <a:pt x="52140" y="25011"/>
                    <a:pt x="52424" y="25011"/>
                  </a:cubicBezTo>
                  <a:cubicBezTo>
                    <a:pt x="52709" y="25011"/>
                    <a:pt x="52990" y="25015"/>
                    <a:pt x="53261" y="25023"/>
                  </a:cubicBezTo>
                  <a:lnTo>
                    <a:pt x="54648" y="25023"/>
                  </a:lnTo>
                  <a:cubicBezTo>
                    <a:pt x="54462" y="25006"/>
                    <a:pt x="54953" y="24981"/>
                    <a:pt x="54978" y="24981"/>
                  </a:cubicBezTo>
                  <a:cubicBezTo>
                    <a:pt x="55173" y="24981"/>
                    <a:pt x="55105" y="25006"/>
                    <a:pt x="54953" y="25006"/>
                  </a:cubicBezTo>
                  <a:cubicBezTo>
                    <a:pt x="55342" y="25015"/>
                    <a:pt x="55401" y="25032"/>
                    <a:pt x="55342" y="25057"/>
                  </a:cubicBezTo>
                  <a:lnTo>
                    <a:pt x="54555" y="25074"/>
                  </a:lnTo>
                  <a:cubicBezTo>
                    <a:pt x="54809" y="25074"/>
                    <a:pt x="54944" y="25091"/>
                    <a:pt x="55156" y="25091"/>
                  </a:cubicBezTo>
                  <a:cubicBezTo>
                    <a:pt x="55249" y="25091"/>
                    <a:pt x="55350" y="25091"/>
                    <a:pt x="55477" y="25074"/>
                  </a:cubicBezTo>
                  <a:cubicBezTo>
                    <a:pt x="55613" y="25066"/>
                    <a:pt x="55587" y="25066"/>
                    <a:pt x="55587" y="25049"/>
                  </a:cubicBezTo>
                  <a:cubicBezTo>
                    <a:pt x="55841" y="25032"/>
                    <a:pt x="56154" y="24998"/>
                    <a:pt x="56552" y="24956"/>
                  </a:cubicBezTo>
                  <a:lnTo>
                    <a:pt x="56526" y="24956"/>
                  </a:lnTo>
                  <a:lnTo>
                    <a:pt x="57372" y="24922"/>
                  </a:lnTo>
                  <a:lnTo>
                    <a:pt x="57271" y="24939"/>
                  </a:lnTo>
                  <a:lnTo>
                    <a:pt x="57770" y="24896"/>
                  </a:lnTo>
                  <a:lnTo>
                    <a:pt x="57770" y="24896"/>
                  </a:lnTo>
                  <a:cubicBezTo>
                    <a:pt x="57753" y="24922"/>
                    <a:pt x="57922" y="24905"/>
                    <a:pt x="57888" y="24922"/>
                  </a:cubicBezTo>
                  <a:cubicBezTo>
                    <a:pt x="57929" y="24926"/>
                    <a:pt x="57979" y="24928"/>
                    <a:pt x="58036" y="24928"/>
                  </a:cubicBezTo>
                  <a:cubicBezTo>
                    <a:pt x="58409" y="24928"/>
                    <a:pt x="59085" y="24843"/>
                    <a:pt x="59665" y="24829"/>
                  </a:cubicBezTo>
                  <a:lnTo>
                    <a:pt x="59665" y="24829"/>
                  </a:lnTo>
                  <a:lnTo>
                    <a:pt x="59563" y="24846"/>
                  </a:lnTo>
                  <a:cubicBezTo>
                    <a:pt x="59656" y="24837"/>
                    <a:pt x="59775" y="24829"/>
                    <a:pt x="59927" y="24820"/>
                  </a:cubicBezTo>
                  <a:cubicBezTo>
                    <a:pt x="60071" y="24803"/>
                    <a:pt x="60231" y="24795"/>
                    <a:pt x="60409" y="24786"/>
                  </a:cubicBezTo>
                  <a:lnTo>
                    <a:pt x="61416" y="24727"/>
                  </a:lnTo>
                  <a:close/>
                  <a:moveTo>
                    <a:pt x="0" y="0"/>
                  </a:moveTo>
                  <a:lnTo>
                    <a:pt x="0" y="0"/>
                  </a:lnTo>
                  <a:cubicBezTo>
                    <a:pt x="17" y="305"/>
                    <a:pt x="43" y="567"/>
                    <a:pt x="68" y="804"/>
                  </a:cubicBezTo>
                  <a:cubicBezTo>
                    <a:pt x="102" y="1041"/>
                    <a:pt x="144" y="1244"/>
                    <a:pt x="187" y="1455"/>
                  </a:cubicBezTo>
                  <a:lnTo>
                    <a:pt x="237" y="1752"/>
                  </a:lnTo>
                  <a:lnTo>
                    <a:pt x="313" y="2056"/>
                  </a:lnTo>
                  <a:cubicBezTo>
                    <a:pt x="330" y="2158"/>
                    <a:pt x="356" y="2259"/>
                    <a:pt x="373" y="2369"/>
                  </a:cubicBezTo>
                  <a:cubicBezTo>
                    <a:pt x="398" y="2479"/>
                    <a:pt x="415" y="2597"/>
                    <a:pt x="449" y="2716"/>
                  </a:cubicBezTo>
                  <a:cubicBezTo>
                    <a:pt x="433" y="2670"/>
                    <a:pt x="425" y="2653"/>
                    <a:pt x="422" y="2653"/>
                  </a:cubicBezTo>
                  <a:cubicBezTo>
                    <a:pt x="416" y="2653"/>
                    <a:pt x="432" y="2729"/>
                    <a:pt x="432" y="2758"/>
                  </a:cubicBezTo>
                  <a:lnTo>
                    <a:pt x="576" y="3223"/>
                  </a:lnTo>
                  <a:lnTo>
                    <a:pt x="635" y="3435"/>
                  </a:lnTo>
                  <a:cubicBezTo>
                    <a:pt x="660" y="3494"/>
                    <a:pt x="677" y="3553"/>
                    <a:pt x="703" y="3596"/>
                  </a:cubicBezTo>
                  <a:lnTo>
                    <a:pt x="855" y="4078"/>
                  </a:lnTo>
                  <a:cubicBezTo>
                    <a:pt x="821" y="4027"/>
                    <a:pt x="787" y="3976"/>
                    <a:pt x="779" y="3926"/>
                  </a:cubicBezTo>
                  <a:cubicBezTo>
                    <a:pt x="703" y="3756"/>
                    <a:pt x="643" y="3587"/>
                    <a:pt x="593" y="3410"/>
                  </a:cubicBezTo>
                  <a:lnTo>
                    <a:pt x="593" y="3410"/>
                  </a:lnTo>
                  <a:cubicBezTo>
                    <a:pt x="652" y="3630"/>
                    <a:pt x="728" y="3833"/>
                    <a:pt x="796" y="4036"/>
                  </a:cubicBezTo>
                  <a:cubicBezTo>
                    <a:pt x="829" y="4137"/>
                    <a:pt x="863" y="4239"/>
                    <a:pt x="897" y="4332"/>
                  </a:cubicBezTo>
                  <a:lnTo>
                    <a:pt x="1016" y="4619"/>
                  </a:lnTo>
                  <a:cubicBezTo>
                    <a:pt x="1092" y="4805"/>
                    <a:pt x="1159" y="5000"/>
                    <a:pt x="1244" y="5178"/>
                  </a:cubicBezTo>
                  <a:cubicBezTo>
                    <a:pt x="1329" y="5355"/>
                    <a:pt x="1422" y="5533"/>
                    <a:pt x="1498" y="5711"/>
                  </a:cubicBezTo>
                  <a:cubicBezTo>
                    <a:pt x="1582" y="5897"/>
                    <a:pt x="1675" y="6074"/>
                    <a:pt x="1768" y="6243"/>
                  </a:cubicBezTo>
                  <a:cubicBezTo>
                    <a:pt x="1862" y="6413"/>
                    <a:pt x="1946" y="6599"/>
                    <a:pt x="2056" y="6768"/>
                  </a:cubicBezTo>
                  <a:lnTo>
                    <a:pt x="2369" y="7309"/>
                  </a:lnTo>
                  <a:lnTo>
                    <a:pt x="2445" y="7453"/>
                  </a:lnTo>
                  <a:lnTo>
                    <a:pt x="2538" y="7588"/>
                  </a:lnTo>
                  <a:lnTo>
                    <a:pt x="2707" y="7868"/>
                  </a:lnTo>
                  <a:cubicBezTo>
                    <a:pt x="2712" y="7876"/>
                    <a:pt x="2714" y="7879"/>
                    <a:pt x="2714" y="7879"/>
                  </a:cubicBezTo>
                  <a:cubicBezTo>
                    <a:pt x="2712" y="7879"/>
                    <a:pt x="2631" y="7760"/>
                    <a:pt x="2629" y="7760"/>
                  </a:cubicBezTo>
                  <a:cubicBezTo>
                    <a:pt x="2629" y="7760"/>
                    <a:pt x="2634" y="7769"/>
                    <a:pt x="2648" y="7792"/>
                  </a:cubicBezTo>
                  <a:cubicBezTo>
                    <a:pt x="2758" y="7969"/>
                    <a:pt x="2877" y="8130"/>
                    <a:pt x="3004" y="8299"/>
                  </a:cubicBezTo>
                  <a:cubicBezTo>
                    <a:pt x="2986" y="8284"/>
                    <a:pt x="2970" y="8268"/>
                    <a:pt x="2955" y="8252"/>
                  </a:cubicBezTo>
                  <a:lnTo>
                    <a:pt x="2955" y="8252"/>
                  </a:lnTo>
                  <a:cubicBezTo>
                    <a:pt x="3050" y="8390"/>
                    <a:pt x="3139" y="8512"/>
                    <a:pt x="3223" y="8629"/>
                  </a:cubicBezTo>
                  <a:cubicBezTo>
                    <a:pt x="3325" y="8790"/>
                    <a:pt x="3418" y="8934"/>
                    <a:pt x="3511" y="9052"/>
                  </a:cubicBezTo>
                  <a:cubicBezTo>
                    <a:pt x="3697" y="9306"/>
                    <a:pt x="3858" y="9534"/>
                    <a:pt x="4053" y="9754"/>
                  </a:cubicBezTo>
                  <a:cubicBezTo>
                    <a:pt x="4002" y="9712"/>
                    <a:pt x="3951" y="9661"/>
                    <a:pt x="3917" y="9602"/>
                  </a:cubicBezTo>
                  <a:cubicBezTo>
                    <a:pt x="3883" y="9551"/>
                    <a:pt x="3849" y="9509"/>
                    <a:pt x="3807" y="9466"/>
                  </a:cubicBezTo>
                  <a:lnTo>
                    <a:pt x="3807" y="9466"/>
                  </a:lnTo>
                  <a:cubicBezTo>
                    <a:pt x="3943" y="9653"/>
                    <a:pt x="4078" y="9805"/>
                    <a:pt x="4196" y="9949"/>
                  </a:cubicBezTo>
                  <a:cubicBezTo>
                    <a:pt x="4323" y="10092"/>
                    <a:pt x="4433" y="10219"/>
                    <a:pt x="4552" y="10346"/>
                  </a:cubicBezTo>
                  <a:lnTo>
                    <a:pt x="4932" y="10735"/>
                  </a:lnTo>
                  <a:cubicBezTo>
                    <a:pt x="4991" y="10803"/>
                    <a:pt x="5059" y="10871"/>
                    <a:pt x="5135" y="10947"/>
                  </a:cubicBezTo>
                  <a:lnTo>
                    <a:pt x="5364" y="11175"/>
                  </a:lnTo>
                  <a:cubicBezTo>
                    <a:pt x="5317" y="11136"/>
                    <a:pt x="5295" y="11119"/>
                    <a:pt x="5290" y="11119"/>
                  </a:cubicBezTo>
                  <a:cubicBezTo>
                    <a:pt x="5272" y="11119"/>
                    <a:pt x="5523" y="11376"/>
                    <a:pt x="5651" y="11531"/>
                  </a:cubicBezTo>
                  <a:cubicBezTo>
                    <a:pt x="5787" y="11657"/>
                    <a:pt x="5973" y="11818"/>
                    <a:pt x="6176" y="12004"/>
                  </a:cubicBezTo>
                  <a:cubicBezTo>
                    <a:pt x="6379" y="12190"/>
                    <a:pt x="6616" y="12385"/>
                    <a:pt x="6861" y="12596"/>
                  </a:cubicBezTo>
                  <a:cubicBezTo>
                    <a:pt x="7352" y="13011"/>
                    <a:pt x="7902" y="13425"/>
                    <a:pt x="8358" y="13755"/>
                  </a:cubicBezTo>
                  <a:cubicBezTo>
                    <a:pt x="8341" y="13748"/>
                    <a:pt x="8329" y="13744"/>
                    <a:pt x="8324" y="13744"/>
                  </a:cubicBezTo>
                  <a:cubicBezTo>
                    <a:pt x="8242" y="13744"/>
                    <a:pt x="9403" y="14513"/>
                    <a:pt x="9458" y="14584"/>
                  </a:cubicBezTo>
                  <a:cubicBezTo>
                    <a:pt x="9670" y="14720"/>
                    <a:pt x="9999" y="14931"/>
                    <a:pt x="10042" y="14931"/>
                  </a:cubicBezTo>
                  <a:cubicBezTo>
                    <a:pt x="9906" y="14864"/>
                    <a:pt x="9788" y="14779"/>
                    <a:pt x="9678" y="14677"/>
                  </a:cubicBezTo>
                  <a:lnTo>
                    <a:pt x="9678" y="14677"/>
                  </a:lnTo>
                  <a:lnTo>
                    <a:pt x="9932" y="14847"/>
                  </a:lnTo>
                  <a:lnTo>
                    <a:pt x="10202" y="15007"/>
                  </a:lnTo>
                  <a:cubicBezTo>
                    <a:pt x="10304" y="15075"/>
                    <a:pt x="10414" y="15134"/>
                    <a:pt x="10532" y="15185"/>
                  </a:cubicBezTo>
                  <a:cubicBezTo>
                    <a:pt x="10659" y="15278"/>
                    <a:pt x="10786" y="15363"/>
                    <a:pt x="10913" y="15447"/>
                  </a:cubicBezTo>
                  <a:cubicBezTo>
                    <a:pt x="11048" y="15481"/>
                    <a:pt x="11184" y="15540"/>
                    <a:pt x="11302" y="15625"/>
                  </a:cubicBezTo>
                  <a:cubicBezTo>
                    <a:pt x="11487" y="15752"/>
                    <a:pt x="11520" y="15769"/>
                    <a:pt x="11535" y="15769"/>
                  </a:cubicBezTo>
                  <a:cubicBezTo>
                    <a:pt x="11541" y="15769"/>
                    <a:pt x="11544" y="15767"/>
                    <a:pt x="11552" y="15767"/>
                  </a:cubicBezTo>
                  <a:cubicBezTo>
                    <a:pt x="11577" y="15767"/>
                    <a:pt x="11644" y="15790"/>
                    <a:pt x="11962" y="15980"/>
                  </a:cubicBezTo>
                  <a:cubicBezTo>
                    <a:pt x="11784" y="15913"/>
                    <a:pt x="11641" y="15845"/>
                    <a:pt x="11573" y="15828"/>
                  </a:cubicBezTo>
                  <a:lnTo>
                    <a:pt x="11573" y="15828"/>
                  </a:lnTo>
                  <a:cubicBezTo>
                    <a:pt x="11911" y="16022"/>
                    <a:pt x="11869" y="15980"/>
                    <a:pt x="12114" y="16116"/>
                  </a:cubicBezTo>
                  <a:cubicBezTo>
                    <a:pt x="12123" y="16122"/>
                    <a:pt x="12125" y="16126"/>
                    <a:pt x="12121" y="16126"/>
                  </a:cubicBezTo>
                  <a:cubicBezTo>
                    <a:pt x="12094" y="16126"/>
                    <a:pt x="11817" y="15996"/>
                    <a:pt x="11590" y="15879"/>
                  </a:cubicBezTo>
                  <a:lnTo>
                    <a:pt x="11590" y="15879"/>
                  </a:lnTo>
                  <a:lnTo>
                    <a:pt x="12021" y="16141"/>
                  </a:lnTo>
                  <a:cubicBezTo>
                    <a:pt x="12241" y="16242"/>
                    <a:pt x="12537" y="16378"/>
                    <a:pt x="12876" y="16539"/>
                  </a:cubicBezTo>
                  <a:cubicBezTo>
                    <a:pt x="13206" y="16691"/>
                    <a:pt x="13578" y="16868"/>
                    <a:pt x="13925" y="17038"/>
                  </a:cubicBezTo>
                  <a:cubicBezTo>
                    <a:pt x="13844" y="17015"/>
                    <a:pt x="13712" y="16952"/>
                    <a:pt x="13690" y="16952"/>
                  </a:cubicBezTo>
                  <a:cubicBezTo>
                    <a:pt x="13679" y="16952"/>
                    <a:pt x="13693" y="16966"/>
                    <a:pt x="13747" y="17004"/>
                  </a:cubicBezTo>
                  <a:cubicBezTo>
                    <a:pt x="14041" y="17135"/>
                    <a:pt x="14446" y="17297"/>
                    <a:pt x="14831" y="17483"/>
                  </a:cubicBezTo>
                  <a:lnTo>
                    <a:pt x="14831" y="17483"/>
                  </a:lnTo>
                  <a:cubicBezTo>
                    <a:pt x="14825" y="17482"/>
                    <a:pt x="14821" y="17482"/>
                    <a:pt x="14801" y="17475"/>
                  </a:cubicBezTo>
                  <a:lnTo>
                    <a:pt x="14801" y="17475"/>
                  </a:lnTo>
                  <a:cubicBezTo>
                    <a:pt x="15504" y="17765"/>
                    <a:pt x="15324" y="17725"/>
                    <a:pt x="15963" y="18002"/>
                  </a:cubicBezTo>
                  <a:lnTo>
                    <a:pt x="15929" y="18002"/>
                  </a:lnTo>
                  <a:cubicBezTo>
                    <a:pt x="16065" y="18053"/>
                    <a:pt x="16200" y="18104"/>
                    <a:pt x="16336" y="18154"/>
                  </a:cubicBezTo>
                  <a:cubicBezTo>
                    <a:pt x="17181" y="18459"/>
                    <a:pt x="17258" y="18560"/>
                    <a:pt x="17748" y="18780"/>
                  </a:cubicBezTo>
                  <a:lnTo>
                    <a:pt x="17638" y="18738"/>
                  </a:lnTo>
                  <a:lnTo>
                    <a:pt x="17638" y="18738"/>
                  </a:lnTo>
                  <a:cubicBezTo>
                    <a:pt x="17791" y="18814"/>
                    <a:pt x="18120" y="18941"/>
                    <a:pt x="18459" y="19068"/>
                  </a:cubicBezTo>
                  <a:cubicBezTo>
                    <a:pt x="18776" y="19190"/>
                    <a:pt x="19093" y="19296"/>
                    <a:pt x="19245" y="19357"/>
                  </a:cubicBezTo>
                  <a:lnTo>
                    <a:pt x="19245" y="19357"/>
                  </a:lnTo>
                  <a:cubicBezTo>
                    <a:pt x="18915" y="19223"/>
                    <a:pt x="19140" y="19303"/>
                    <a:pt x="18890" y="19178"/>
                  </a:cubicBezTo>
                  <a:cubicBezTo>
                    <a:pt x="18577" y="19068"/>
                    <a:pt x="18653" y="19136"/>
                    <a:pt x="18137" y="18924"/>
                  </a:cubicBezTo>
                  <a:cubicBezTo>
                    <a:pt x="18214" y="18924"/>
                    <a:pt x="18882" y="19169"/>
                    <a:pt x="19026" y="19195"/>
                  </a:cubicBezTo>
                  <a:cubicBezTo>
                    <a:pt x="19212" y="19246"/>
                    <a:pt x="19381" y="19339"/>
                    <a:pt x="19533" y="19449"/>
                  </a:cubicBezTo>
                  <a:cubicBezTo>
                    <a:pt x="19905" y="19575"/>
                    <a:pt x="20193" y="19685"/>
                    <a:pt x="20498" y="19804"/>
                  </a:cubicBezTo>
                  <a:cubicBezTo>
                    <a:pt x="20811" y="19914"/>
                    <a:pt x="21140" y="20024"/>
                    <a:pt x="21597" y="20176"/>
                  </a:cubicBezTo>
                  <a:cubicBezTo>
                    <a:pt x="21766" y="20218"/>
                    <a:pt x="21919" y="20252"/>
                    <a:pt x="22122" y="20303"/>
                  </a:cubicBezTo>
                  <a:cubicBezTo>
                    <a:pt x="22325" y="20354"/>
                    <a:pt x="22579" y="20438"/>
                    <a:pt x="22959" y="20582"/>
                  </a:cubicBezTo>
                  <a:lnTo>
                    <a:pt x="22933" y="20582"/>
                  </a:lnTo>
                  <a:cubicBezTo>
                    <a:pt x="23020" y="20596"/>
                    <a:pt x="23300" y="20705"/>
                    <a:pt x="23441" y="20734"/>
                  </a:cubicBezTo>
                  <a:cubicBezTo>
                    <a:pt x="23378" y="20708"/>
                    <a:pt x="23365" y="20699"/>
                    <a:pt x="23376" y="20699"/>
                  </a:cubicBezTo>
                  <a:cubicBezTo>
                    <a:pt x="23399" y="20699"/>
                    <a:pt x="23520" y="20734"/>
                    <a:pt x="23547" y="20734"/>
                  </a:cubicBezTo>
                  <a:cubicBezTo>
                    <a:pt x="23563" y="20734"/>
                    <a:pt x="23546" y="20722"/>
                    <a:pt x="23458" y="20684"/>
                  </a:cubicBezTo>
                  <a:lnTo>
                    <a:pt x="23458" y="20684"/>
                  </a:lnTo>
                  <a:cubicBezTo>
                    <a:pt x="23907" y="20819"/>
                    <a:pt x="23974" y="20887"/>
                    <a:pt x="24008" y="20929"/>
                  </a:cubicBezTo>
                  <a:cubicBezTo>
                    <a:pt x="24228" y="20980"/>
                    <a:pt x="24448" y="21039"/>
                    <a:pt x="24660" y="21124"/>
                  </a:cubicBezTo>
                  <a:cubicBezTo>
                    <a:pt x="24930" y="21208"/>
                    <a:pt x="25243" y="21310"/>
                    <a:pt x="25590" y="21394"/>
                  </a:cubicBezTo>
                  <a:cubicBezTo>
                    <a:pt x="25489" y="21381"/>
                    <a:pt x="24987" y="21244"/>
                    <a:pt x="24939" y="21244"/>
                  </a:cubicBezTo>
                  <a:cubicBezTo>
                    <a:pt x="24926" y="21244"/>
                    <a:pt x="24944" y="21253"/>
                    <a:pt x="25006" y="21276"/>
                  </a:cubicBezTo>
                  <a:lnTo>
                    <a:pt x="25912" y="21487"/>
                  </a:lnTo>
                  <a:lnTo>
                    <a:pt x="25912" y="21487"/>
                  </a:lnTo>
                  <a:lnTo>
                    <a:pt x="25514" y="21369"/>
                  </a:lnTo>
                  <a:lnTo>
                    <a:pt x="25514" y="21369"/>
                  </a:lnTo>
                  <a:cubicBezTo>
                    <a:pt x="25937" y="21479"/>
                    <a:pt x="26360" y="21597"/>
                    <a:pt x="26766" y="21749"/>
                  </a:cubicBezTo>
                  <a:cubicBezTo>
                    <a:pt x="26780" y="21756"/>
                    <a:pt x="26783" y="21759"/>
                    <a:pt x="26776" y="21759"/>
                  </a:cubicBezTo>
                  <a:cubicBezTo>
                    <a:pt x="26747" y="21759"/>
                    <a:pt x="26545" y="21706"/>
                    <a:pt x="26394" y="21665"/>
                  </a:cubicBezTo>
                  <a:lnTo>
                    <a:pt x="26394" y="21665"/>
                  </a:lnTo>
                  <a:cubicBezTo>
                    <a:pt x="26597" y="21733"/>
                    <a:pt x="26927" y="21809"/>
                    <a:pt x="27206" y="21876"/>
                  </a:cubicBezTo>
                  <a:cubicBezTo>
                    <a:pt x="27417" y="21910"/>
                    <a:pt x="28128" y="22088"/>
                    <a:pt x="28424" y="22139"/>
                  </a:cubicBezTo>
                  <a:lnTo>
                    <a:pt x="28534" y="22164"/>
                  </a:lnTo>
                  <a:lnTo>
                    <a:pt x="28483" y="22164"/>
                  </a:lnTo>
                  <a:lnTo>
                    <a:pt x="28636" y="22198"/>
                  </a:lnTo>
                  <a:lnTo>
                    <a:pt x="28991" y="22291"/>
                  </a:lnTo>
                  <a:lnTo>
                    <a:pt x="28915" y="22282"/>
                  </a:lnTo>
                  <a:lnTo>
                    <a:pt x="28915" y="22282"/>
                  </a:lnTo>
                  <a:lnTo>
                    <a:pt x="29058" y="22308"/>
                  </a:lnTo>
                  <a:lnTo>
                    <a:pt x="29431" y="22418"/>
                  </a:lnTo>
                  <a:lnTo>
                    <a:pt x="29625" y="22452"/>
                  </a:lnTo>
                  <a:lnTo>
                    <a:pt x="29532" y="22426"/>
                  </a:lnTo>
                  <a:cubicBezTo>
                    <a:pt x="29536" y="22425"/>
                    <a:pt x="29544" y="22424"/>
                    <a:pt x="29554" y="22424"/>
                  </a:cubicBezTo>
                  <a:cubicBezTo>
                    <a:pt x="29660" y="22424"/>
                    <a:pt x="30080" y="22498"/>
                    <a:pt x="30556" y="22621"/>
                  </a:cubicBezTo>
                  <a:lnTo>
                    <a:pt x="29845" y="22435"/>
                  </a:lnTo>
                  <a:lnTo>
                    <a:pt x="29981" y="22460"/>
                  </a:lnTo>
                  <a:cubicBezTo>
                    <a:pt x="30277" y="22528"/>
                    <a:pt x="30564" y="22604"/>
                    <a:pt x="30843" y="22672"/>
                  </a:cubicBezTo>
                  <a:lnTo>
                    <a:pt x="31656" y="22858"/>
                  </a:lnTo>
                  <a:cubicBezTo>
                    <a:pt x="31469" y="22824"/>
                    <a:pt x="31266" y="22782"/>
                    <a:pt x="31030" y="22731"/>
                  </a:cubicBezTo>
                  <a:lnTo>
                    <a:pt x="31030" y="22731"/>
                  </a:lnTo>
                  <a:cubicBezTo>
                    <a:pt x="31588" y="22883"/>
                    <a:pt x="32459" y="23018"/>
                    <a:pt x="32721" y="23120"/>
                  </a:cubicBezTo>
                  <a:cubicBezTo>
                    <a:pt x="31850" y="22968"/>
                    <a:pt x="31444" y="22866"/>
                    <a:pt x="30539" y="22680"/>
                  </a:cubicBezTo>
                  <a:cubicBezTo>
                    <a:pt x="30436" y="22646"/>
                    <a:pt x="30409" y="22632"/>
                    <a:pt x="30428" y="22632"/>
                  </a:cubicBezTo>
                  <a:cubicBezTo>
                    <a:pt x="30452" y="22632"/>
                    <a:pt x="30546" y="22652"/>
                    <a:pt x="30657" y="22680"/>
                  </a:cubicBezTo>
                  <a:cubicBezTo>
                    <a:pt x="30869" y="22722"/>
                    <a:pt x="31139" y="22773"/>
                    <a:pt x="31156" y="22773"/>
                  </a:cubicBezTo>
                  <a:cubicBezTo>
                    <a:pt x="30987" y="22731"/>
                    <a:pt x="30810" y="22688"/>
                    <a:pt x="30640" y="22646"/>
                  </a:cubicBezTo>
                  <a:lnTo>
                    <a:pt x="30640" y="22646"/>
                  </a:lnTo>
                  <a:cubicBezTo>
                    <a:pt x="30646" y="22649"/>
                    <a:pt x="30644" y="22651"/>
                    <a:pt x="30637" y="22651"/>
                  </a:cubicBezTo>
                  <a:cubicBezTo>
                    <a:pt x="30570" y="22651"/>
                    <a:pt x="29959" y="22504"/>
                    <a:pt x="29875" y="22504"/>
                  </a:cubicBezTo>
                  <a:cubicBezTo>
                    <a:pt x="29856" y="22504"/>
                    <a:pt x="29863" y="22511"/>
                    <a:pt x="29904" y="22528"/>
                  </a:cubicBezTo>
                  <a:lnTo>
                    <a:pt x="30742" y="22739"/>
                  </a:lnTo>
                  <a:lnTo>
                    <a:pt x="31562" y="22925"/>
                  </a:lnTo>
                  <a:lnTo>
                    <a:pt x="32358" y="23103"/>
                  </a:lnTo>
                  <a:lnTo>
                    <a:pt x="32747" y="23188"/>
                  </a:lnTo>
                  <a:lnTo>
                    <a:pt x="33119" y="23255"/>
                  </a:lnTo>
                  <a:cubicBezTo>
                    <a:pt x="32789" y="23281"/>
                    <a:pt x="32459" y="23281"/>
                    <a:pt x="32129" y="23289"/>
                  </a:cubicBezTo>
                  <a:lnTo>
                    <a:pt x="32062" y="23289"/>
                  </a:lnTo>
                  <a:cubicBezTo>
                    <a:pt x="32416" y="23367"/>
                    <a:pt x="32575" y="23390"/>
                    <a:pt x="32646" y="23390"/>
                  </a:cubicBezTo>
                  <a:cubicBezTo>
                    <a:pt x="32749" y="23390"/>
                    <a:pt x="32669" y="23342"/>
                    <a:pt x="32728" y="23342"/>
                  </a:cubicBezTo>
                  <a:cubicBezTo>
                    <a:pt x="32739" y="23342"/>
                    <a:pt x="32756" y="23344"/>
                    <a:pt x="32781" y="23348"/>
                  </a:cubicBezTo>
                  <a:cubicBezTo>
                    <a:pt x="32992" y="23382"/>
                    <a:pt x="33178" y="23399"/>
                    <a:pt x="33364" y="23450"/>
                  </a:cubicBezTo>
                  <a:lnTo>
                    <a:pt x="33254" y="23441"/>
                  </a:lnTo>
                  <a:lnTo>
                    <a:pt x="33254" y="23441"/>
                  </a:lnTo>
                  <a:cubicBezTo>
                    <a:pt x="33559" y="23496"/>
                    <a:pt x="33608" y="23496"/>
                    <a:pt x="33648" y="23496"/>
                  </a:cubicBezTo>
                  <a:cubicBezTo>
                    <a:pt x="33688" y="23496"/>
                    <a:pt x="33720" y="23496"/>
                    <a:pt x="33990" y="23551"/>
                  </a:cubicBezTo>
                  <a:cubicBezTo>
                    <a:pt x="34070" y="23562"/>
                    <a:pt x="34107" y="23567"/>
                    <a:pt x="34116" y="23567"/>
                  </a:cubicBezTo>
                  <a:cubicBezTo>
                    <a:pt x="34152" y="23567"/>
                    <a:pt x="33783" y="23504"/>
                    <a:pt x="33824" y="23504"/>
                  </a:cubicBezTo>
                  <a:cubicBezTo>
                    <a:pt x="33831" y="23504"/>
                    <a:pt x="33849" y="23505"/>
                    <a:pt x="33880" y="23509"/>
                  </a:cubicBezTo>
                  <a:cubicBezTo>
                    <a:pt x="34050" y="23543"/>
                    <a:pt x="34219" y="23568"/>
                    <a:pt x="34388" y="23577"/>
                  </a:cubicBezTo>
                  <a:cubicBezTo>
                    <a:pt x="34642" y="23611"/>
                    <a:pt x="34887" y="23653"/>
                    <a:pt x="35132" y="23704"/>
                  </a:cubicBezTo>
                  <a:cubicBezTo>
                    <a:pt x="35110" y="23708"/>
                    <a:pt x="35141" y="23725"/>
                    <a:pt x="35091" y="23725"/>
                  </a:cubicBezTo>
                  <a:cubicBezTo>
                    <a:pt x="35048" y="23725"/>
                    <a:pt x="34947" y="23713"/>
                    <a:pt x="34701" y="23670"/>
                  </a:cubicBezTo>
                  <a:lnTo>
                    <a:pt x="34701" y="23670"/>
                  </a:lnTo>
                  <a:cubicBezTo>
                    <a:pt x="34870" y="23712"/>
                    <a:pt x="35039" y="23746"/>
                    <a:pt x="35208" y="23788"/>
                  </a:cubicBezTo>
                  <a:cubicBezTo>
                    <a:pt x="34608" y="23695"/>
                    <a:pt x="34972" y="23754"/>
                    <a:pt x="34354" y="23644"/>
                  </a:cubicBezTo>
                  <a:cubicBezTo>
                    <a:pt x="34265" y="23637"/>
                    <a:pt x="34209" y="23634"/>
                    <a:pt x="34166" y="23634"/>
                  </a:cubicBezTo>
                  <a:cubicBezTo>
                    <a:pt x="34115" y="23634"/>
                    <a:pt x="34083" y="23638"/>
                    <a:pt x="34035" y="23638"/>
                  </a:cubicBezTo>
                  <a:cubicBezTo>
                    <a:pt x="33995" y="23638"/>
                    <a:pt x="33945" y="23635"/>
                    <a:pt x="33863" y="23627"/>
                  </a:cubicBezTo>
                  <a:lnTo>
                    <a:pt x="33863" y="23627"/>
                  </a:lnTo>
                  <a:cubicBezTo>
                    <a:pt x="34092" y="23670"/>
                    <a:pt x="34058" y="23636"/>
                    <a:pt x="34405" y="23704"/>
                  </a:cubicBezTo>
                  <a:cubicBezTo>
                    <a:pt x="34543" y="23732"/>
                    <a:pt x="34581" y="23741"/>
                    <a:pt x="34568" y="23741"/>
                  </a:cubicBezTo>
                  <a:cubicBezTo>
                    <a:pt x="34542" y="23741"/>
                    <a:pt x="34315" y="23704"/>
                    <a:pt x="34286" y="23704"/>
                  </a:cubicBezTo>
                  <a:cubicBezTo>
                    <a:pt x="34853" y="23780"/>
                    <a:pt x="34904" y="23856"/>
                    <a:pt x="35411" y="23907"/>
                  </a:cubicBezTo>
                  <a:cubicBezTo>
                    <a:pt x="35318" y="23847"/>
                    <a:pt x="35411" y="23873"/>
                    <a:pt x="35065" y="23788"/>
                  </a:cubicBezTo>
                  <a:lnTo>
                    <a:pt x="35065" y="23788"/>
                  </a:lnTo>
                  <a:cubicBezTo>
                    <a:pt x="35420" y="23831"/>
                    <a:pt x="35868" y="23932"/>
                    <a:pt x="35826" y="23957"/>
                  </a:cubicBezTo>
                  <a:lnTo>
                    <a:pt x="35902" y="23940"/>
                  </a:lnTo>
                  <a:cubicBezTo>
                    <a:pt x="35987" y="23966"/>
                    <a:pt x="36266" y="24017"/>
                    <a:pt x="36283" y="24025"/>
                  </a:cubicBezTo>
                  <a:lnTo>
                    <a:pt x="36410" y="24025"/>
                  </a:lnTo>
                  <a:cubicBezTo>
                    <a:pt x="36105" y="23949"/>
                    <a:pt x="35801" y="23890"/>
                    <a:pt x="35488" y="23847"/>
                  </a:cubicBezTo>
                  <a:lnTo>
                    <a:pt x="35488" y="23847"/>
                  </a:lnTo>
                  <a:cubicBezTo>
                    <a:pt x="35495" y="23848"/>
                    <a:pt x="35502" y="23848"/>
                    <a:pt x="35507" y="23848"/>
                  </a:cubicBezTo>
                  <a:cubicBezTo>
                    <a:pt x="35597" y="23848"/>
                    <a:pt x="35463" y="23808"/>
                    <a:pt x="35531" y="23808"/>
                  </a:cubicBezTo>
                  <a:cubicBezTo>
                    <a:pt x="35565" y="23808"/>
                    <a:pt x="35649" y="23818"/>
                    <a:pt x="35834" y="23847"/>
                  </a:cubicBezTo>
                  <a:cubicBezTo>
                    <a:pt x="36088" y="23890"/>
                    <a:pt x="35860" y="23864"/>
                    <a:pt x="35877" y="23881"/>
                  </a:cubicBezTo>
                  <a:cubicBezTo>
                    <a:pt x="37188" y="24084"/>
                    <a:pt x="37188" y="24143"/>
                    <a:pt x="38220" y="24279"/>
                  </a:cubicBezTo>
                  <a:cubicBezTo>
                    <a:pt x="37966" y="24253"/>
                    <a:pt x="37332" y="24143"/>
                    <a:pt x="36833" y="24093"/>
                  </a:cubicBezTo>
                  <a:lnTo>
                    <a:pt x="36833" y="24093"/>
                  </a:lnTo>
                  <a:cubicBezTo>
                    <a:pt x="37129" y="24160"/>
                    <a:pt x="37484" y="24177"/>
                    <a:pt x="37772" y="24228"/>
                  </a:cubicBezTo>
                  <a:cubicBezTo>
                    <a:pt x="37671" y="24218"/>
                    <a:pt x="37603" y="24212"/>
                    <a:pt x="37575" y="24212"/>
                  </a:cubicBezTo>
                  <a:cubicBezTo>
                    <a:pt x="37533" y="24212"/>
                    <a:pt x="37588" y="24226"/>
                    <a:pt x="37772" y="24262"/>
                  </a:cubicBezTo>
                  <a:lnTo>
                    <a:pt x="37899" y="24262"/>
                  </a:lnTo>
                  <a:cubicBezTo>
                    <a:pt x="38073" y="24287"/>
                    <a:pt x="38395" y="24336"/>
                    <a:pt x="38430" y="24346"/>
                  </a:cubicBezTo>
                  <a:lnTo>
                    <a:pt x="38430" y="24346"/>
                  </a:lnTo>
                  <a:cubicBezTo>
                    <a:pt x="38346" y="24321"/>
                    <a:pt x="38270" y="24304"/>
                    <a:pt x="38195" y="24296"/>
                  </a:cubicBezTo>
                  <a:lnTo>
                    <a:pt x="38195" y="24296"/>
                  </a:lnTo>
                  <a:cubicBezTo>
                    <a:pt x="38423" y="24313"/>
                    <a:pt x="38753" y="24355"/>
                    <a:pt x="39125" y="24397"/>
                  </a:cubicBezTo>
                  <a:cubicBezTo>
                    <a:pt x="39506" y="24440"/>
                    <a:pt x="39920" y="24499"/>
                    <a:pt x="40326" y="24558"/>
                  </a:cubicBezTo>
                  <a:cubicBezTo>
                    <a:pt x="40322" y="24560"/>
                    <a:pt x="40311" y="24561"/>
                    <a:pt x="40294" y="24561"/>
                  </a:cubicBezTo>
                  <a:cubicBezTo>
                    <a:pt x="40157" y="24561"/>
                    <a:pt x="39654" y="24497"/>
                    <a:pt x="39588" y="24497"/>
                  </a:cubicBezTo>
                  <a:cubicBezTo>
                    <a:pt x="39563" y="24497"/>
                    <a:pt x="39602" y="24507"/>
                    <a:pt x="39751" y="24533"/>
                  </a:cubicBezTo>
                  <a:cubicBezTo>
                    <a:pt x="40090" y="24566"/>
                    <a:pt x="40360" y="24558"/>
                    <a:pt x="40935" y="24660"/>
                  </a:cubicBezTo>
                  <a:cubicBezTo>
                    <a:pt x="40919" y="24659"/>
                    <a:pt x="40906" y="24659"/>
                    <a:pt x="40896" y="24659"/>
                  </a:cubicBezTo>
                  <a:cubicBezTo>
                    <a:pt x="40755" y="24659"/>
                    <a:pt x="41197" y="24711"/>
                    <a:pt x="41189" y="24719"/>
                  </a:cubicBezTo>
                  <a:lnTo>
                    <a:pt x="41993" y="24761"/>
                  </a:lnTo>
                  <a:cubicBezTo>
                    <a:pt x="42382" y="24803"/>
                    <a:pt x="42830" y="24854"/>
                    <a:pt x="43186" y="24879"/>
                  </a:cubicBezTo>
                  <a:cubicBezTo>
                    <a:pt x="43067" y="24871"/>
                    <a:pt x="42915" y="24854"/>
                    <a:pt x="42720" y="24837"/>
                  </a:cubicBezTo>
                  <a:cubicBezTo>
                    <a:pt x="42856" y="24837"/>
                    <a:pt x="42991" y="24846"/>
                    <a:pt x="43118" y="24854"/>
                  </a:cubicBezTo>
                  <a:cubicBezTo>
                    <a:pt x="43253" y="24871"/>
                    <a:pt x="43380" y="24879"/>
                    <a:pt x="43516" y="24896"/>
                  </a:cubicBezTo>
                  <a:cubicBezTo>
                    <a:pt x="43786" y="24930"/>
                    <a:pt x="44074" y="24964"/>
                    <a:pt x="44421" y="24981"/>
                  </a:cubicBezTo>
                  <a:lnTo>
                    <a:pt x="44108" y="24973"/>
                  </a:lnTo>
                  <a:lnTo>
                    <a:pt x="44108" y="24973"/>
                  </a:lnTo>
                  <a:cubicBezTo>
                    <a:pt x="44632" y="25023"/>
                    <a:pt x="45038" y="25049"/>
                    <a:pt x="45461" y="25057"/>
                  </a:cubicBezTo>
                  <a:lnTo>
                    <a:pt x="45453" y="25082"/>
                  </a:lnTo>
                  <a:cubicBezTo>
                    <a:pt x="45465" y="25074"/>
                    <a:pt x="45532" y="25071"/>
                    <a:pt x="45627" y="25071"/>
                  </a:cubicBezTo>
                  <a:cubicBezTo>
                    <a:pt x="45912" y="25071"/>
                    <a:pt x="46459" y="25099"/>
                    <a:pt x="46612" y="25099"/>
                  </a:cubicBezTo>
                  <a:cubicBezTo>
                    <a:pt x="45326" y="25040"/>
                    <a:pt x="45512" y="25006"/>
                    <a:pt x="44268" y="24930"/>
                  </a:cubicBezTo>
                  <a:cubicBezTo>
                    <a:pt x="44682" y="24930"/>
                    <a:pt x="44995" y="24957"/>
                    <a:pt x="45416" y="24957"/>
                  </a:cubicBezTo>
                  <a:cubicBezTo>
                    <a:pt x="45469" y="24957"/>
                    <a:pt x="45523" y="24957"/>
                    <a:pt x="45580" y="24956"/>
                  </a:cubicBezTo>
                  <a:cubicBezTo>
                    <a:pt x="45681" y="24956"/>
                    <a:pt x="45774" y="24964"/>
                    <a:pt x="45867" y="24989"/>
                  </a:cubicBezTo>
                  <a:cubicBezTo>
                    <a:pt x="45991" y="24977"/>
                    <a:pt x="46115" y="24969"/>
                    <a:pt x="46242" y="24969"/>
                  </a:cubicBezTo>
                  <a:cubicBezTo>
                    <a:pt x="46289" y="24969"/>
                    <a:pt x="46336" y="24970"/>
                    <a:pt x="46383" y="24973"/>
                  </a:cubicBezTo>
                  <a:lnTo>
                    <a:pt x="46468" y="24989"/>
                  </a:lnTo>
                  <a:cubicBezTo>
                    <a:pt x="46739" y="25015"/>
                    <a:pt x="47009" y="25023"/>
                    <a:pt x="47280" y="25023"/>
                  </a:cubicBezTo>
                  <a:cubicBezTo>
                    <a:pt x="47398" y="25016"/>
                    <a:pt x="47516" y="25011"/>
                    <a:pt x="47633" y="25011"/>
                  </a:cubicBezTo>
                  <a:cubicBezTo>
                    <a:pt x="47776" y="25011"/>
                    <a:pt x="47919" y="25018"/>
                    <a:pt x="48058" y="25032"/>
                  </a:cubicBezTo>
                  <a:cubicBezTo>
                    <a:pt x="48143" y="25057"/>
                    <a:pt x="47965" y="25057"/>
                    <a:pt x="47703" y="25057"/>
                  </a:cubicBezTo>
                  <a:lnTo>
                    <a:pt x="47272" y="25057"/>
                  </a:lnTo>
                  <a:lnTo>
                    <a:pt x="46849" y="25040"/>
                  </a:lnTo>
                  <a:lnTo>
                    <a:pt x="46849" y="25040"/>
                  </a:lnTo>
                  <a:cubicBezTo>
                    <a:pt x="46955" y="25056"/>
                    <a:pt x="46943" y="25061"/>
                    <a:pt x="46877" y="25061"/>
                  </a:cubicBezTo>
                  <a:cubicBezTo>
                    <a:pt x="46782" y="25061"/>
                    <a:pt x="46573" y="25051"/>
                    <a:pt x="46460" y="25051"/>
                  </a:cubicBezTo>
                  <a:cubicBezTo>
                    <a:pt x="46368" y="25051"/>
                    <a:pt x="46339" y="25058"/>
                    <a:pt x="46485" y="25082"/>
                  </a:cubicBezTo>
                  <a:lnTo>
                    <a:pt x="46730" y="25074"/>
                  </a:lnTo>
                  <a:cubicBezTo>
                    <a:pt x="46937" y="25088"/>
                    <a:pt x="46958" y="25102"/>
                    <a:pt x="46872" y="25102"/>
                  </a:cubicBezTo>
                  <a:cubicBezTo>
                    <a:pt x="46852" y="25102"/>
                    <a:pt x="46827" y="25101"/>
                    <a:pt x="46798" y="25099"/>
                  </a:cubicBezTo>
                  <a:lnTo>
                    <a:pt x="46798" y="25099"/>
                  </a:lnTo>
                  <a:cubicBezTo>
                    <a:pt x="46872" y="25109"/>
                    <a:pt x="46947" y="25113"/>
                    <a:pt x="47021" y="25113"/>
                  </a:cubicBezTo>
                  <a:cubicBezTo>
                    <a:pt x="47073" y="25113"/>
                    <a:pt x="47126" y="25111"/>
                    <a:pt x="47179" y="25108"/>
                  </a:cubicBezTo>
                  <a:lnTo>
                    <a:pt x="47179" y="25108"/>
                  </a:lnTo>
                  <a:cubicBezTo>
                    <a:pt x="48473" y="25167"/>
                    <a:pt x="47035" y="25150"/>
                    <a:pt x="48304" y="25218"/>
                  </a:cubicBezTo>
                  <a:cubicBezTo>
                    <a:pt x="48273" y="25220"/>
                    <a:pt x="48231" y="25220"/>
                    <a:pt x="48185" y="25220"/>
                  </a:cubicBezTo>
                  <a:cubicBezTo>
                    <a:pt x="48104" y="25220"/>
                    <a:pt x="48010" y="25218"/>
                    <a:pt x="47946" y="25218"/>
                  </a:cubicBezTo>
                  <a:cubicBezTo>
                    <a:pt x="47888" y="25218"/>
                    <a:pt x="47856" y="25220"/>
                    <a:pt x="47881" y="25226"/>
                  </a:cubicBezTo>
                  <a:cubicBezTo>
                    <a:pt x="47661" y="25218"/>
                    <a:pt x="47432" y="25209"/>
                    <a:pt x="47204" y="25192"/>
                  </a:cubicBezTo>
                  <a:lnTo>
                    <a:pt x="47187" y="25218"/>
                  </a:lnTo>
                  <a:cubicBezTo>
                    <a:pt x="47483" y="25235"/>
                    <a:pt x="47777" y="25243"/>
                    <a:pt x="48071" y="25243"/>
                  </a:cubicBezTo>
                  <a:cubicBezTo>
                    <a:pt x="48365" y="25243"/>
                    <a:pt x="48659" y="25235"/>
                    <a:pt x="48955" y="25218"/>
                  </a:cubicBezTo>
                  <a:cubicBezTo>
                    <a:pt x="48177" y="25209"/>
                    <a:pt x="48870" y="25184"/>
                    <a:pt x="48464" y="25150"/>
                  </a:cubicBezTo>
                  <a:cubicBezTo>
                    <a:pt x="48591" y="25150"/>
                    <a:pt x="48718" y="25150"/>
                    <a:pt x="48845" y="25167"/>
                  </a:cubicBezTo>
                  <a:cubicBezTo>
                    <a:pt x="48858" y="25165"/>
                    <a:pt x="48889" y="25165"/>
                    <a:pt x="48927" y="25165"/>
                  </a:cubicBezTo>
                  <a:cubicBezTo>
                    <a:pt x="48995" y="25165"/>
                    <a:pt x="49089" y="25167"/>
                    <a:pt x="49158" y="25167"/>
                  </a:cubicBezTo>
                  <a:cubicBezTo>
                    <a:pt x="49216" y="25167"/>
                    <a:pt x="49255" y="25165"/>
                    <a:pt x="49246" y="25160"/>
                  </a:cubicBezTo>
                  <a:lnTo>
                    <a:pt x="49246" y="25160"/>
                  </a:lnTo>
                  <a:cubicBezTo>
                    <a:pt x="49439" y="25235"/>
                    <a:pt x="51102" y="25277"/>
                    <a:pt x="50723" y="25336"/>
                  </a:cubicBezTo>
                  <a:cubicBezTo>
                    <a:pt x="50884" y="25348"/>
                    <a:pt x="51156" y="25351"/>
                    <a:pt x="51487" y="25351"/>
                  </a:cubicBezTo>
                  <a:cubicBezTo>
                    <a:pt x="52148" y="25351"/>
                    <a:pt x="53041" y="25336"/>
                    <a:pt x="53735" y="25336"/>
                  </a:cubicBezTo>
                  <a:cubicBezTo>
                    <a:pt x="53641" y="25345"/>
                    <a:pt x="53548" y="25353"/>
                    <a:pt x="53455" y="25353"/>
                  </a:cubicBezTo>
                  <a:cubicBezTo>
                    <a:pt x="53656" y="25363"/>
                    <a:pt x="53815" y="25366"/>
                    <a:pt x="53946" y="25366"/>
                  </a:cubicBezTo>
                  <a:cubicBezTo>
                    <a:pt x="54526" y="25366"/>
                    <a:pt x="54536" y="25289"/>
                    <a:pt x="55054" y="25269"/>
                  </a:cubicBezTo>
                  <a:lnTo>
                    <a:pt x="55054" y="25269"/>
                  </a:lnTo>
                  <a:cubicBezTo>
                    <a:pt x="54487" y="25302"/>
                    <a:pt x="55545" y="25286"/>
                    <a:pt x="55773" y="25302"/>
                  </a:cubicBezTo>
                  <a:cubicBezTo>
                    <a:pt x="56272" y="25260"/>
                    <a:pt x="56678" y="25209"/>
                    <a:pt x="57389" y="25192"/>
                  </a:cubicBezTo>
                  <a:cubicBezTo>
                    <a:pt x="57523" y="25228"/>
                    <a:pt x="57666" y="25246"/>
                    <a:pt x="57811" y="25246"/>
                  </a:cubicBezTo>
                  <a:cubicBezTo>
                    <a:pt x="57876" y="25246"/>
                    <a:pt x="57941" y="25243"/>
                    <a:pt x="58007" y="25235"/>
                  </a:cubicBezTo>
                  <a:lnTo>
                    <a:pt x="58311" y="25201"/>
                  </a:lnTo>
                  <a:cubicBezTo>
                    <a:pt x="58759" y="25176"/>
                    <a:pt x="59352" y="25125"/>
                    <a:pt x="59639" y="25125"/>
                  </a:cubicBezTo>
                  <a:lnTo>
                    <a:pt x="59580" y="25125"/>
                  </a:lnTo>
                  <a:cubicBezTo>
                    <a:pt x="60006" y="25111"/>
                    <a:pt x="60086" y="25079"/>
                    <a:pt x="59867" y="25079"/>
                  </a:cubicBezTo>
                  <a:cubicBezTo>
                    <a:pt x="59824" y="25079"/>
                    <a:pt x="59771" y="25080"/>
                    <a:pt x="59707" y="25082"/>
                  </a:cubicBezTo>
                  <a:cubicBezTo>
                    <a:pt x="59868" y="25074"/>
                    <a:pt x="60028" y="25057"/>
                    <a:pt x="60189" y="25040"/>
                  </a:cubicBezTo>
                  <a:lnTo>
                    <a:pt x="60206" y="25040"/>
                  </a:lnTo>
                  <a:cubicBezTo>
                    <a:pt x="60519" y="25015"/>
                    <a:pt x="60824" y="24981"/>
                    <a:pt x="61170" y="24939"/>
                  </a:cubicBezTo>
                  <a:cubicBezTo>
                    <a:pt x="61498" y="24900"/>
                    <a:pt x="61854" y="24868"/>
                    <a:pt x="62298" y="24817"/>
                  </a:cubicBezTo>
                  <a:lnTo>
                    <a:pt x="62298" y="24817"/>
                  </a:lnTo>
                  <a:cubicBezTo>
                    <a:pt x="62250" y="24820"/>
                    <a:pt x="62208" y="24821"/>
                    <a:pt x="62175" y="24821"/>
                  </a:cubicBezTo>
                  <a:cubicBezTo>
                    <a:pt x="62160" y="24821"/>
                    <a:pt x="62146" y="24821"/>
                    <a:pt x="62135" y="24820"/>
                  </a:cubicBezTo>
                  <a:lnTo>
                    <a:pt x="62592" y="24753"/>
                  </a:lnTo>
                  <a:lnTo>
                    <a:pt x="62761" y="24761"/>
                  </a:lnTo>
                  <a:lnTo>
                    <a:pt x="63023" y="24702"/>
                  </a:lnTo>
                  <a:lnTo>
                    <a:pt x="63023" y="24702"/>
                  </a:lnTo>
                  <a:cubicBezTo>
                    <a:pt x="62768" y="24716"/>
                    <a:pt x="62263" y="24756"/>
                    <a:pt x="62041" y="24756"/>
                  </a:cubicBezTo>
                  <a:cubicBezTo>
                    <a:pt x="62005" y="24756"/>
                    <a:pt x="61976" y="24755"/>
                    <a:pt x="61957" y="24753"/>
                  </a:cubicBezTo>
                  <a:cubicBezTo>
                    <a:pt x="62304" y="24719"/>
                    <a:pt x="62744" y="24676"/>
                    <a:pt x="63268" y="24617"/>
                  </a:cubicBezTo>
                  <a:lnTo>
                    <a:pt x="64097" y="24507"/>
                  </a:lnTo>
                  <a:cubicBezTo>
                    <a:pt x="64385" y="24473"/>
                    <a:pt x="64698" y="24423"/>
                    <a:pt x="65019" y="24372"/>
                  </a:cubicBezTo>
                  <a:lnTo>
                    <a:pt x="65019" y="24372"/>
                  </a:lnTo>
                  <a:cubicBezTo>
                    <a:pt x="64994" y="24380"/>
                    <a:pt x="64960" y="24380"/>
                    <a:pt x="64935" y="24389"/>
                  </a:cubicBezTo>
                  <a:cubicBezTo>
                    <a:pt x="65595" y="24313"/>
                    <a:pt x="65654" y="24304"/>
                    <a:pt x="66178" y="24237"/>
                  </a:cubicBezTo>
                  <a:lnTo>
                    <a:pt x="66178" y="24237"/>
                  </a:lnTo>
                  <a:lnTo>
                    <a:pt x="66018" y="24270"/>
                  </a:lnTo>
                  <a:cubicBezTo>
                    <a:pt x="66023" y="24271"/>
                    <a:pt x="66029" y="24271"/>
                    <a:pt x="66036" y="24271"/>
                  </a:cubicBezTo>
                  <a:cubicBezTo>
                    <a:pt x="66163" y="24271"/>
                    <a:pt x="66564" y="24200"/>
                    <a:pt x="66965" y="24143"/>
                  </a:cubicBezTo>
                  <a:cubicBezTo>
                    <a:pt x="67160" y="24101"/>
                    <a:pt x="67346" y="24076"/>
                    <a:pt x="67540" y="24059"/>
                  </a:cubicBezTo>
                  <a:lnTo>
                    <a:pt x="67540" y="24059"/>
                  </a:lnTo>
                  <a:lnTo>
                    <a:pt x="67473" y="24084"/>
                  </a:lnTo>
                  <a:cubicBezTo>
                    <a:pt x="67549" y="24084"/>
                    <a:pt x="67980" y="24034"/>
                    <a:pt x="68454" y="23966"/>
                  </a:cubicBezTo>
                  <a:lnTo>
                    <a:pt x="68454" y="23966"/>
                  </a:lnTo>
                  <a:lnTo>
                    <a:pt x="68259" y="24017"/>
                  </a:lnTo>
                  <a:cubicBezTo>
                    <a:pt x="68166" y="24038"/>
                    <a:pt x="68041" y="24060"/>
                    <a:pt x="67901" y="24082"/>
                  </a:cubicBezTo>
                  <a:lnTo>
                    <a:pt x="67901" y="24082"/>
                  </a:lnTo>
                  <a:cubicBezTo>
                    <a:pt x="67982" y="24071"/>
                    <a:pt x="68079" y="24063"/>
                    <a:pt x="68200" y="24050"/>
                  </a:cubicBezTo>
                  <a:lnTo>
                    <a:pt x="68200" y="24050"/>
                  </a:lnTo>
                  <a:lnTo>
                    <a:pt x="67363" y="24220"/>
                  </a:lnTo>
                  <a:cubicBezTo>
                    <a:pt x="67786" y="24169"/>
                    <a:pt x="67845" y="24110"/>
                    <a:pt x="68361" y="24050"/>
                  </a:cubicBezTo>
                  <a:lnTo>
                    <a:pt x="68361" y="24050"/>
                  </a:lnTo>
                  <a:cubicBezTo>
                    <a:pt x="68335" y="24093"/>
                    <a:pt x="68369" y="24101"/>
                    <a:pt x="67819" y="24203"/>
                  </a:cubicBezTo>
                  <a:cubicBezTo>
                    <a:pt x="67677" y="24220"/>
                    <a:pt x="67619" y="24226"/>
                    <a:pt x="67602" y="24226"/>
                  </a:cubicBezTo>
                  <a:cubicBezTo>
                    <a:pt x="67566" y="24226"/>
                    <a:pt x="67710" y="24200"/>
                    <a:pt x="67645" y="24200"/>
                  </a:cubicBezTo>
                  <a:cubicBezTo>
                    <a:pt x="67634" y="24200"/>
                    <a:pt x="67617" y="24201"/>
                    <a:pt x="67591" y="24203"/>
                  </a:cubicBezTo>
                  <a:cubicBezTo>
                    <a:pt x="67227" y="24287"/>
                    <a:pt x="67117" y="24228"/>
                    <a:pt x="66737" y="24321"/>
                  </a:cubicBezTo>
                  <a:cubicBezTo>
                    <a:pt x="66515" y="24353"/>
                    <a:pt x="66429" y="24360"/>
                    <a:pt x="66385" y="24360"/>
                  </a:cubicBezTo>
                  <a:cubicBezTo>
                    <a:pt x="66344" y="24360"/>
                    <a:pt x="66340" y="24354"/>
                    <a:pt x="66298" y="24354"/>
                  </a:cubicBezTo>
                  <a:cubicBezTo>
                    <a:pt x="66289" y="24354"/>
                    <a:pt x="66277" y="24354"/>
                    <a:pt x="66263" y="24355"/>
                  </a:cubicBezTo>
                  <a:cubicBezTo>
                    <a:pt x="66728" y="24287"/>
                    <a:pt x="66035" y="24347"/>
                    <a:pt x="66618" y="24262"/>
                  </a:cubicBezTo>
                  <a:lnTo>
                    <a:pt x="66618" y="24262"/>
                  </a:lnTo>
                  <a:cubicBezTo>
                    <a:pt x="66144" y="24304"/>
                    <a:pt x="66288" y="24347"/>
                    <a:pt x="65882" y="24380"/>
                  </a:cubicBezTo>
                  <a:lnTo>
                    <a:pt x="65815" y="24355"/>
                  </a:lnTo>
                  <a:cubicBezTo>
                    <a:pt x="65451" y="24380"/>
                    <a:pt x="64656" y="24456"/>
                    <a:pt x="64165" y="24533"/>
                  </a:cubicBezTo>
                  <a:cubicBezTo>
                    <a:pt x="64224" y="24529"/>
                    <a:pt x="64261" y="24527"/>
                    <a:pt x="64282" y="24527"/>
                  </a:cubicBezTo>
                  <a:cubicBezTo>
                    <a:pt x="64407" y="24527"/>
                    <a:pt x="63929" y="24585"/>
                    <a:pt x="63987" y="24592"/>
                  </a:cubicBezTo>
                  <a:cubicBezTo>
                    <a:pt x="64199" y="24550"/>
                    <a:pt x="64419" y="24524"/>
                    <a:pt x="64630" y="24524"/>
                  </a:cubicBezTo>
                  <a:cubicBezTo>
                    <a:pt x="64331" y="24570"/>
                    <a:pt x="63609" y="24644"/>
                    <a:pt x="63350" y="24664"/>
                  </a:cubicBezTo>
                  <a:lnTo>
                    <a:pt x="63350" y="24664"/>
                  </a:lnTo>
                  <a:lnTo>
                    <a:pt x="63920" y="24626"/>
                  </a:lnTo>
                  <a:lnTo>
                    <a:pt x="63920" y="24626"/>
                  </a:lnTo>
                  <a:cubicBezTo>
                    <a:pt x="63700" y="24668"/>
                    <a:pt x="62905" y="24769"/>
                    <a:pt x="62888" y="24778"/>
                  </a:cubicBezTo>
                  <a:cubicBezTo>
                    <a:pt x="62736" y="24783"/>
                    <a:pt x="62542" y="24800"/>
                    <a:pt x="62384" y="24811"/>
                  </a:cubicBezTo>
                  <a:lnTo>
                    <a:pt x="62384" y="24811"/>
                  </a:lnTo>
                  <a:cubicBezTo>
                    <a:pt x="62391" y="24809"/>
                    <a:pt x="62401" y="24806"/>
                    <a:pt x="62414" y="24803"/>
                  </a:cubicBezTo>
                  <a:lnTo>
                    <a:pt x="62414" y="24803"/>
                  </a:lnTo>
                  <a:cubicBezTo>
                    <a:pt x="62375" y="24808"/>
                    <a:pt x="62336" y="24813"/>
                    <a:pt x="62298" y="24817"/>
                  </a:cubicBezTo>
                  <a:lnTo>
                    <a:pt x="62298" y="24817"/>
                  </a:lnTo>
                  <a:cubicBezTo>
                    <a:pt x="62325" y="24815"/>
                    <a:pt x="62354" y="24813"/>
                    <a:pt x="62384" y="24811"/>
                  </a:cubicBezTo>
                  <a:lnTo>
                    <a:pt x="62384" y="24811"/>
                  </a:lnTo>
                  <a:cubicBezTo>
                    <a:pt x="62336" y="24827"/>
                    <a:pt x="62419" y="24829"/>
                    <a:pt x="62505" y="24829"/>
                  </a:cubicBezTo>
                  <a:cubicBezTo>
                    <a:pt x="62534" y="24829"/>
                    <a:pt x="62562" y="24829"/>
                    <a:pt x="62587" y="24829"/>
                  </a:cubicBezTo>
                  <a:lnTo>
                    <a:pt x="62587" y="24829"/>
                  </a:lnTo>
                  <a:cubicBezTo>
                    <a:pt x="62699" y="24829"/>
                    <a:pt x="62731" y="24833"/>
                    <a:pt x="62279" y="24879"/>
                  </a:cubicBezTo>
                  <a:cubicBezTo>
                    <a:pt x="62392" y="24865"/>
                    <a:pt x="62380" y="24861"/>
                    <a:pt x="62326" y="24861"/>
                  </a:cubicBezTo>
                  <a:cubicBezTo>
                    <a:pt x="62274" y="24861"/>
                    <a:pt x="62185" y="24864"/>
                    <a:pt x="62127" y="24864"/>
                  </a:cubicBezTo>
                  <a:cubicBezTo>
                    <a:pt x="62103" y="24864"/>
                    <a:pt x="62085" y="24864"/>
                    <a:pt x="62076" y="24863"/>
                  </a:cubicBezTo>
                  <a:cubicBezTo>
                    <a:pt x="61754" y="24879"/>
                    <a:pt x="61458" y="24930"/>
                    <a:pt x="61314" y="24947"/>
                  </a:cubicBezTo>
                  <a:cubicBezTo>
                    <a:pt x="61424" y="24956"/>
                    <a:pt x="61331" y="24998"/>
                    <a:pt x="61162" y="25032"/>
                  </a:cubicBezTo>
                  <a:cubicBezTo>
                    <a:pt x="61805" y="24947"/>
                    <a:pt x="63624" y="24812"/>
                    <a:pt x="63767" y="24727"/>
                  </a:cubicBezTo>
                  <a:cubicBezTo>
                    <a:pt x="64165" y="24693"/>
                    <a:pt x="64630" y="24634"/>
                    <a:pt x="65104" y="24583"/>
                  </a:cubicBezTo>
                  <a:lnTo>
                    <a:pt x="66508" y="24389"/>
                  </a:lnTo>
                  <a:cubicBezTo>
                    <a:pt x="66486" y="24389"/>
                    <a:pt x="66444" y="24393"/>
                    <a:pt x="66427" y="24393"/>
                  </a:cubicBezTo>
                  <a:cubicBezTo>
                    <a:pt x="66418" y="24393"/>
                    <a:pt x="66415" y="24392"/>
                    <a:pt x="66424" y="24389"/>
                  </a:cubicBezTo>
                  <a:lnTo>
                    <a:pt x="67210" y="24321"/>
                  </a:lnTo>
                  <a:lnTo>
                    <a:pt x="67210" y="24321"/>
                  </a:lnTo>
                  <a:lnTo>
                    <a:pt x="67024" y="24347"/>
                  </a:lnTo>
                  <a:lnTo>
                    <a:pt x="67549" y="24304"/>
                  </a:lnTo>
                  <a:cubicBezTo>
                    <a:pt x="67600" y="24304"/>
                    <a:pt x="67405" y="24347"/>
                    <a:pt x="67193" y="24380"/>
                  </a:cubicBezTo>
                  <a:cubicBezTo>
                    <a:pt x="67124" y="24390"/>
                    <a:pt x="67059" y="24396"/>
                    <a:pt x="67035" y="24396"/>
                  </a:cubicBezTo>
                  <a:cubicBezTo>
                    <a:pt x="67015" y="24396"/>
                    <a:pt x="67022" y="24392"/>
                    <a:pt x="67075" y="24380"/>
                  </a:cubicBezTo>
                  <a:lnTo>
                    <a:pt x="67075" y="24380"/>
                  </a:lnTo>
                  <a:cubicBezTo>
                    <a:pt x="66927" y="24408"/>
                    <a:pt x="66893" y="24417"/>
                    <a:pt x="66914" y="24417"/>
                  </a:cubicBezTo>
                  <a:cubicBezTo>
                    <a:pt x="66954" y="24417"/>
                    <a:pt x="67200" y="24384"/>
                    <a:pt x="67249" y="24384"/>
                  </a:cubicBezTo>
                  <a:cubicBezTo>
                    <a:pt x="67269" y="24384"/>
                    <a:pt x="67255" y="24389"/>
                    <a:pt x="67177" y="24406"/>
                  </a:cubicBezTo>
                  <a:cubicBezTo>
                    <a:pt x="67041" y="24423"/>
                    <a:pt x="66864" y="24448"/>
                    <a:pt x="66770" y="24465"/>
                  </a:cubicBezTo>
                  <a:cubicBezTo>
                    <a:pt x="67405" y="24397"/>
                    <a:pt x="67693" y="24313"/>
                    <a:pt x="68090" y="24304"/>
                  </a:cubicBezTo>
                  <a:cubicBezTo>
                    <a:pt x="68386" y="24237"/>
                    <a:pt x="68995" y="24118"/>
                    <a:pt x="69571" y="24050"/>
                  </a:cubicBezTo>
                  <a:lnTo>
                    <a:pt x="69571" y="24050"/>
                  </a:lnTo>
                  <a:cubicBezTo>
                    <a:pt x="69536" y="24058"/>
                    <a:pt x="69528" y="24062"/>
                    <a:pt x="69537" y="24062"/>
                  </a:cubicBezTo>
                  <a:cubicBezTo>
                    <a:pt x="69575" y="24062"/>
                    <a:pt x="69895" y="24011"/>
                    <a:pt x="69958" y="24011"/>
                  </a:cubicBezTo>
                  <a:cubicBezTo>
                    <a:pt x="69980" y="24011"/>
                    <a:pt x="69972" y="24017"/>
                    <a:pt x="69909" y="24034"/>
                  </a:cubicBezTo>
                  <a:cubicBezTo>
                    <a:pt x="70019" y="24008"/>
                    <a:pt x="70205" y="23983"/>
                    <a:pt x="70374" y="23957"/>
                  </a:cubicBezTo>
                  <a:cubicBezTo>
                    <a:pt x="70493" y="23940"/>
                    <a:pt x="70611" y="23915"/>
                    <a:pt x="70729" y="23890"/>
                  </a:cubicBezTo>
                  <a:lnTo>
                    <a:pt x="70729" y="23890"/>
                  </a:lnTo>
                  <a:cubicBezTo>
                    <a:pt x="70560" y="23924"/>
                    <a:pt x="70400" y="23949"/>
                    <a:pt x="70222" y="23966"/>
                  </a:cubicBezTo>
                  <a:cubicBezTo>
                    <a:pt x="70459" y="23924"/>
                    <a:pt x="70484" y="23898"/>
                    <a:pt x="70772" y="23856"/>
                  </a:cubicBezTo>
                  <a:cubicBezTo>
                    <a:pt x="70786" y="23853"/>
                    <a:pt x="70792" y="23852"/>
                    <a:pt x="70795" y="23852"/>
                  </a:cubicBezTo>
                  <a:cubicBezTo>
                    <a:pt x="70800" y="23852"/>
                    <a:pt x="70789" y="23856"/>
                    <a:pt x="70789" y="23856"/>
                  </a:cubicBezTo>
                  <a:cubicBezTo>
                    <a:pt x="71169" y="23771"/>
                    <a:pt x="70907" y="23763"/>
                    <a:pt x="71567" y="23653"/>
                  </a:cubicBezTo>
                  <a:cubicBezTo>
                    <a:pt x="72034" y="23570"/>
                    <a:pt x="72231" y="23541"/>
                    <a:pt x="72275" y="23541"/>
                  </a:cubicBezTo>
                  <a:cubicBezTo>
                    <a:pt x="72387" y="23541"/>
                    <a:pt x="71479" y="23739"/>
                    <a:pt x="71567" y="23739"/>
                  </a:cubicBezTo>
                  <a:cubicBezTo>
                    <a:pt x="71571" y="23739"/>
                    <a:pt x="71576" y="23738"/>
                    <a:pt x="71584" y="23737"/>
                  </a:cubicBezTo>
                  <a:cubicBezTo>
                    <a:pt x="71643" y="23712"/>
                    <a:pt x="72396" y="23577"/>
                    <a:pt x="72743" y="23526"/>
                  </a:cubicBezTo>
                  <a:lnTo>
                    <a:pt x="72743" y="23526"/>
                  </a:lnTo>
                  <a:lnTo>
                    <a:pt x="72667" y="23551"/>
                  </a:lnTo>
                  <a:cubicBezTo>
                    <a:pt x="72870" y="23501"/>
                    <a:pt x="73073" y="23458"/>
                    <a:pt x="73284" y="23433"/>
                  </a:cubicBezTo>
                  <a:cubicBezTo>
                    <a:pt x="73386" y="23382"/>
                    <a:pt x="73589" y="23323"/>
                    <a:pt x="73707" y="23281"/>
                  </a:cubicBezTo>
                  <a:lnTo>
                    <a:pt x="74477" y="23128"/>
                  </a:lnTo>
                  <a:lnTo>
                    <a:pt x="74477" y="23128"/>
                  </a:lnTo>
                  <a:lnTo>
                    <a:pt x="74325" y="23171"/>
                  </a:lnTo>
                  <a:lnTo>
                    <a:pt x="74325" y="23171"/>
                  </a:lnTo>
                  <a:lnTo>
                    <a:pt x="74807" y="23069"/>
                  </a:lnTo>
                  <a:lnTo>
                    <a:pt x="74807" y="23069"/>
                  </a:lnTo>
                  <a:cubicBezTo>
                    <a:pt x="74875" y="23078"/>
                    <a:pt x="74646" y="23120"/>
                    <a:pt x="74418" y="23171"/>
                  </a:cubicBezTo>
                  <a:lnTo>
                    <a:pt x="74418" y="23171"/>
                  </a:lnTo>
                  <a:cubicBezTo>
                    <a:pt x="74570" y="23162"/>
                    <a:pt x="74731" y="23128"/>
                    <a:pt x="74875" y="23078"/>
                  </a:cubicBezTo>
                  <a:lnTo>
                    <a:pt x="74875" y="23078"/>
                  </a:lnTo>
                  <a:lnTo>
                    <a:pt x="74782" y="23095"/>
                  </a:lnTo>
                  <a:cubicBezTo>
                    <a:pt x="74932" y="23055"/>
                    <a:pt x="75393" y="22941"/>
                    <a:pt x="75333" y="22941"/>
                  </a:cubicBezTo>
                  <a:cubicBezTo>
                    <a:pt x="75315" y="22941"/>
                    <a:pt x="75252" y="22951"/>
                    <a:pt x="75120" y="22976"/>
                  </a:cubicBezTo>
                  <a:cubicBezTo>
                    <a:pt x="75543" y="22866"/>
                    <a:pt x="75687" y="22883"/>
                    <a:pt x="75983" y="22807"/>
                  </a:cubicBezTo>
                  <a:lnTo>
                    <a:pt x="75983" y="22807"/>
                  </a:lnTo>
                  <a:cubicBezTo>
                    <a:pt x="76011" y="22814"/>
                    <a:pt x="75823" y="22863"/>
                    <a:pt x="75855" y="22863"/>
                  </a:cubicBezTo>
                  <a:cubicBezTo>
                    <a:pt x="75861" y="22863"/>
                    <a:pt x="75874" y="22862"/>
                    <a:pt x="75898" y="22858"/>
                  </a:cubicBezTo>
                  <a:cubicBezTo>
                    <a:pt x="76186" y="22807"/>
                    <a:pt x="76372" y="22773"/>
                    <a:pt x="76609" y="22714"/>
                  </a:cubicBezTo>
                  <a:lnTo>
                    <a:pt x="76609" y="22714"/>
                  </a:lnTo>
                  <a:cubicBezTo>
                    <a:pt x="76557" y="22722"/>
                    <a:pt x="76532" y="22724"/>
                    <a:pt x="76519" y="22724"/>
                  </a:cubicBezTo>
                  <a:cubicBezTo>
                    <a:pt x="76497" y="22724"/>
                    <a:pt x="76516" y="22716"/>
                    <a:pt x="76500" y="22716"/>
                  </a:cubicBezTo>
                  <a:cubicBezTo>
                    <a:pt x="76484" y="22716"/>
                    <a:pt x="76439" y="22723"/>
                    <a:pt x="76304" y="22748"/>
                  </a:cubicBezTo>
                  <a:cubicBezTo>
                    <a:pt x="76440" y="22714"/>
                    <a:pt x="76803" y="22629"/>
                    <a:pt x="76786" y="22621"/>
                  </a:cubicBezTo>
                  <a:lnTo>
                    <a:pt x="76786" y="22621"/>
                  </a:lnTo>
                  <a:cubicBezTo>
                    <a:pt x="76660" y="22663"/>
                    <a:pt x="76524" y="22688"/>
                    <a:pt x="76389" y="22705"/>
                  </a:cubicBezTo>
                  <a:cubicBezTo>
                    <a:pt x="76769" y="22621"/>
                    <a:pt x="77176" y="22519"/>
                    <a:pt x="77573" y="22452"/>
                  </a:cubicBezTo>
                  <a:lnTo>
                    <a:pt x="77573" y="22452"/>
                  </a:lnTo>
                  <a:cubicBezTo>
                    <a:pt x="77539" y="22460"/>
                    <a:pt x="77505" y="22469"/>
                    <a:pt x="77480" y="22485"/>
                  </a:cubicBezTo>
                  <a:cubicBezTo>
                    <a:pt x="77979" y="22333"/>
                    <a:pt x="78757" y="22172"/>
                    <a:pt x="79087" y="22046"/>
                  </a:cubicBezTo>
                  <a:lnTo>
                    <a:pt x="79087" y="22046"/>
                  </a:lnTo>
                  <a:lnTo>
                    <a:pt x="78935" y="22079"/>
                  </a:lnTo>
                  <a:cubicBezTo>
                    <a:pt x="78783" y="22130"/>
                    <a:pt x="78622" y="22164"/>
                    <a:pt x="78461" y="22189"/>
                  </a:cubicBezTo>
                  <a:cubicBezTo>
                    <a:pt x="78581" y="22161"/>
                    <a:pt x="78601" y="22153"/>
                    <a:pt x="78582" y="22153"/>
                  </a:cubicBezTo>
                  <a:cubicBezTo>
                    <a:pt x="78560" y="22153"/>
                    <a:pt x="78485" y="22164"/>
                    <a:pt x="78460" y="22164"/>
                  </a:cubicBezTo>
                  <a:cubicBezTo>
                    <a:pt x="78438" y="22164"/>
                    <a:pt x="78455" y="22155"/>
                    <a:pt x="78588" y="22122"/>
                  </a:cubicBezTo>
                  <a:cubicBezTo>
                    <a:pt x="79147" y="21969"/>
                    <a:pt x="79646" y="21876"/>
                    <a:pt x="79942" y="21766"/>
                  </a:cubicBezTo>
                  <a:lnTo>
                    <a:pt x="79942" y="21766"/>
                  </a:lnTo>
                  <a:cubicBezTo>
                    <a:pt x="79409" y="21893"/>
                    <a:pt x="78690" y="22054"/>
                    <a:pt x="78478" y="22122"/>
                  </a:cubicBezTo>
                  <a:cubicBezTo>
                    <a:pt x="78597" y="22096"/>
                    <a:pt x="78707" y="22071"/>
                    <a:pt x="78825" y="22037"/>
                  </a:cubicBezTo>
                  <a:lnTo>
                    <a:pt x="78825" y="22037"/>
                  </a:lnTo>
                  <a:cubicBezTo>
                    <a:pt x="78563" y="22122"/>
                    <a:pt x="78309" y="22189"/>
                    <a:pt x="78047" y="22266"/>
                  </a:cubicBezTo>
                  <a:cubicBezTo>
                    <a:pt x="78046" y="22265"/>
                    <a:pt x="78045" y="22265"/>
                    <a:pt x="78043" y="22265"/>
                  </a:cubicBezTo>
                  <a:cubicBezTo>
                    <a:pt x="77988" y="22265"/>
                    <a:pt x="77461" y="22405"/>
                    <a:pt x="77374" y="22405"/>
                  </a:cubicBezTo>
                  <a:cubicBezTo>
                    <a:pt x="77365" y="22405"/>
                    <a:pt x="77361" y="22404"/>
                    <a:pt x="77362" y="22401"/>
                  </a:cubicBezTo>
                  <a:lnTo>
                    <a:pt x="78089" y="22232"/>
                  </a:lnTo>
                  <a:cubicBezTo>
                    <a:pt x="78040" y="22232"/>
                    <a:pt x="77413" y="22380"/>
                    <a:pt x="77116" y="22444"/>
                  </a:cubicBezTo>
                  <a:lnTo>
                    <a:pt x="77116" y="22444"/>
                  </a:lnTo>
                  <a:lnTo>
                    <a:pt x="77438" y="22375"/>
                  </a:lnTo>
                  <a:lnTo>
                    <a:pt x="77438" y="22375"/>
                  </a:lnTo>
                  <a:cubicBezTo>
                    <a:pt x="77125" y="22460"/>
                    <a:pt x="76761" y="22553"/>
                    <a:pt x="76397" y="22629"/>
                  </a:cubicBezTo>
                  <a:cubicBezTo>
                    <a:pt x="76047" y="22703"/>
                    <a:pt x="75697" y="22776"/>
                    <a:pt x="75400" y="22849"/>
                  </a:cubicBezTo>
                  <a:lnTo>
                    <a:pt x="75400" y="22849"/>
                  </a:lnTo>
                  <a:cubicBezTo>
                    <a:pt x="75476" y="22830"/>
                    <a:pt x="75498" y="22823"/>
                    <a:pt x="75486" y="22823"/>
                  </a:cubicBezTo>
                  <a:cubicBezTo>
                    <a:pt x="75450" y="22823"/>
                    <a:pt x="75090" y="22893"/>
                    <a:pt x="75048" y="22893"/>
                  </a:cubicBezTo>
                  <a:cubicBezTo>
                    <a:pt x="75034" y="22893"/>
                    <a:pt x="75054" y="22886"/>
                    <a:pt x="75128" y="22866"/>
                  </a:cubicBezTo>
                  <a:cubicBezTo>
                    <a:pt x="75238" y="22832"/>
                    <a:pt x="75357" y="22815"/>
                    <a:pt x="75467" y="22798"/>
                  </a:cubicBezTo>
                  <a:cubicBezTo>
                    <a:pt x="75474" y="22794"/>
                    <a:pt x="75471" y="22792"/>
                    <a:pt x="75461" y="22792"/>
                  </a:cubicBezTo>
                  <a:cubicBezTo>
                    <a:pt x="75401" y="22792"/>
                    <a:pt x="75068" y="22867"/>
                    <a:pt x="74959" y="22875"/>
                  </a:cubicBezTo>
                  <a:cubicBezTo>
                    <a:pt x="74910" y="22896"/>
                    <a:pt x="74457" y="22999"/>
                    <a:pt x="74525" y="22999"/>
                  </a:cubicBezTo>
                  <a:cubicBezTo>
                    <a:pt x="74539" y="22999"/>
                    <a:pt x="74574" y="22995"/>
                    <a:pt x="74638" y="22985"/>
                  </a:cubicBezTo>
                  <a:lnTo>
                    <a:pt x="74638" y="22985"/>
                  </a:lnTo>
                  <a:cubicBezTo>
                    <a:pt x="74435" y="23018"/>
                    <a:pt x="73986" y="23120"/>
                    <a:pt x="73699" y="23162"/>
                  </a:cubicBezTo>
                  <a:cubicBezTo>
                    <a:pt x="73783" y="23171"/>
                    <a:pt x="73183" y="23281"/>
                    <a:pt x="73073" y="23314"/>
                  </a:cubicBezTo>
                  <a:cubicBezTo>
                    <a:pt x="72946" y="23331"/>
                    <a:pt x="72844" y="23348"/>
                    <a:pt x="72760" y="23357"/>
                  </a:cubicBezTo>
                  <a:lnTo>
                    <a:pt x="73665" y="23145"/>
                  </a:lnTo>
                  <a:cubicBezTo>
                    <a:pt x="73766" y="23137"/>
                    <a:pt x="73876" y="23111"/>
                    <a:pt x="73969" y="23086"/>
                  </a:cubicBezTo>
                  <a:lnTo>
                    <a:pt x="73969" y="23078"/>
                  </a:lnTo>
                  <a:cubicBezTo>
                    <a:pt x="74629" y="22925"/>
                    <a:pt x="75289" y="22756"/>
                    <a:pt x="75619" y="22672"/>
                  </a:cubicBezTo>
                  <a:lnTo>
                    <a:pt x="75619" y="22672"/>
                  </a:lnTo>
                  <a:lnTo>
                    <a:pt x="75467" y="22722"/>
                  </a:lnTo>
                  <a:cubicBezTo>
                    <a:pt x="75704" y="22655"/>
                    <a:pt x="75949" y="22604"/>
                    <a:pt x="76203" y="22553"/>
                  </a:cubicBezTo>
                  <a:lnTo>
                    <a:pt x="76583" y="22469"/>
                  </a:lnTo>
                  <a:cubicBezTo>
                    <a:pt x="76702" y="22445"/>
                    <a:pt x="76821" y="22414"/>
                    <a:pt x="76932" y="22382"/>
                  </a:cubicBezTo>
                  <a:lnTo>
                    <a:pt x="76932" y="22382"/>
                  </a:lnTo>
                  <a:cubicBezTo>
                    <a:pt x="76940" y="22381"/>
                    <a:pt x="76953" y="22379"/>
                    <a:pt x="76973" y="22375"/>
                  </a:cubicBezTo>
                  <a:cubicBezTo>
                    <a:pt x="77350" y="22295"/>
                    <a:pt x="77586" y="22224"/>
                    <a:pt x="77823" y="22159"/>
                  </a:cubicBezTo>
                  <a:lnTo>
                    <a:pt x="77823" y="22159"/>
                  </a:lnTo>
                  <a:cubicBezTo>
                    <a:pt x="77783" y="22169"/>
                    <a:pt x="77740" y="22178"/>
                    <a:pt x="77692" y="22189"/>
                  </a:cubicBezTo>
                  <a:cubicBezTo>
                    <a:pt x="77835" y="22139"/>
                    <a:pt x="78174" y="22046"/>
                    <a:pt x="78419" y="21995"/>
                  </a:cubicBezTo>
                  <a:lnTo>
                    <a:pt x="78444" y="21961"/>
                  </a:lnTo>
                  <a:cubicBezTo>
                    <a:pt x="78757" y="21859"/>
                    <a:pt x="79087" y="21817"/>
                    <a:pt x="79392" y="21707"/>
                  </a:cubicBezTo>
                  <a:lnTo>
                    <a:pt x="79392" y="21707"/>
                  </a:lnTo>
                  <a:lnTo>
                    <a:pt x="79020" y="21783"/>
                  </a:lnTo>
                  <a:lnTo>
                    <a:pt x="79079" y="21766"/>
                  </a:lnTo>
                  <a:lnTo>
                    <a:pt x="79079" y="21766"/>
                  </a:lnTo>
                  <a:cubicBezTo>
                    <a:pt x="78918" y="21809"/>
                    <a:pt x="78774" y="21851"/>
                    <a:pt x="78732" y="21868"/>
                  </a:cubicBezTo>
                  <a:cubicBezTo>
                    <a:pt x="78419" y="21953"/>
                    <a:pt x="78106" y="22012"/>
                    <a:pt x="77785" y="22046"/>
                  </a:cubicBezTo>
                  <a:cubicBezTo>
                    <a:pt x="77734" y="22055"/>
                    <a:pt x="77706" y="22059"/>
                    <a:pt x="77692" y="22059"/>
                  </a:cubicBezTo>
                  <a:cubicBezTo>
                    <a:pt x="77633" y="22059"/>
                    <a:pt x="77863" y="21985"/>
                    <a:pt x="77835" y="21978"/>
                  </a:cubicBezTo>
                  <a:lnTo>
                    <a:pt x="77835" y="21978"/>
                  </a:lnTo>
                  <a:cubicBezTo>
                    <a:pt x="77412" y="22079"/>
                    <a:pt x="77446" y="22096"/>
                    <a:pt x="77023" y="22206"/>
                  </a:cubicBezTo>
                  <a:cubicBezTo>
                    <a:pt x="76982" y="22214"/>
                    <a:pt x="76961" y="22217"/>
                    <a:pt x="76952" y="22217"/>
                  </a:cubicBezTo>
                  <a:cubicBezTo>
                    <a:pt x="76933" y="22217"/>
                    <a:pt x="76982" y="22201"/>
                    <a:pt x="77023" y="22189"/>
                  </a:cubicBezTo>
                  <a:lnTo>
                    <a:pt x="77023" y="22189"/>
                  </a:lnTo>
                  <a:lnTo>
                    <a:pt x="76719" y="22274"/>
                  </a:lnTo>
                  <a:cubicBezTo>
                    <a:pt x="76706" y="22274"/>
                    <a:pt x="76322" y="22349"/>
                    <a:pt x="76271" y="22349"/>
                  </a:cubicBezTo>
                  <a:cubicBezTo>
                    <a:pt x="76251" y="22349"/>
                    <a:pt x="76280" y="22338"/>
                    <a:pt x="76397" y="22308"/>
                  </a:cubicBezTo>
                  <a:lnTo>
                    <a:pt x="76668" y="22249"/>
                  </a:lnTo>
                  <a:lnTo>
                    <a:pt x="76668" y="22249"/>
                  </a:lnTo>
                  <a:cubicBezTo>
                    <a:pt x="76124" y="22350"/>
                    <a:pt x="75216" y="22515"/>
                    <a:pt x="75091" y="22515"/>
                  </a:cubicBezTo>
                  <a:cubicBezTo>
                    <a:pt x="75080" y="22515"/>
                    <a:pt x="75076" y="22514"/>
                    <a:pt x="75078" y="22511"/>
                  </a:cubicBezTo>
                  <a:lnTo>
                    <a:pt x="75078" y="22511"/>
                  </a:lnTo>
                  <a:cubicBezTo>
                    <a:pt x="74748" y="22570"/>
                    <a:pt x="74841" y="22570"/>
                    <a:pt x="74325" y="22663"/>
                  </a:cubicBezTo>
                  <a:cubicBezTo>
                    <a:pt x="74096" y="22731"/>
                    <a:pt x="74359" y="22705"/>
                    <a:pt x="73800" y="22824"/>
                  </a:cubicBezTo>
                  <a:lnTo>
                    <a:pt x="74249" y="22748"/>
                  </a:lnTo>
                  <a:lnTo>
                    <a:pt x="74511" y="22688"/>
                  </a:lnTo>
                  <a:lnTo>
                    <a:pt x="74046" y="22773"/>
                  </a:lnTo>
                  <a:cubicBezTo>
                    <a:pt x="74342" y="22714"/>
                    <a:pt x="74282" y="22705"/>
                    <a:pt x="74367" y="22672"/>
                  </a:cubicBezTo>
                  <a:cubicBezTo>
                    <a:pt x="75069" y="22528"/>
                    <a:pt x="75272" y="22528"/>
                    <a:pt x="75636" y="22460"/>
                  </a:cubicBezTo>
                  <a:lnTo>
                    <a:pt x="75636" y="22460"/>
                  </a:lnTo>
                  <a:cubicBezTo>
                    <a:pt x="75416" y="22519"/>
                    <a:pt x="75035" y="22595"/>
                    <a:pt x="75188" y="22595"/>
                  </a:cubicBezTo>
                  <a:cubicBezTo>
                    <a:pt x="74835" y="22645"/>
                    <a:pt x="74800" y="22694"/>
                    <a:pt x="74413" y="22751"/>
                  </a:cubicBezTo>
                  <a:lnTo>
                    <a:pt x="74413" y="22751"/>
                  </a:lnTo>
                  <a:cubicBezTo>
                    <a:pt x="74116" y="22822"/>
                    <a:pt x="74058" y="22810"/>
                    <a:pt x="73800" y="22875"/>
                  </a:cubicBezTo>
                  <a:cubicBezTo>
                    <a:pt x="73806" y="22872"/>
                    <a:pt x="73806" y="22871"/>
                    <a:pt x="73802" y="22871"/>
                  </a:cubicBezTo>
                  <a:cubicBezTo>
                    <a:pt x="73795" y="22871"/>
                    <a:pt x="73772" y="22875"/>
                    <a:pt x="73749" y="22875"/>
                  </a:cubicBezTo>
                  <a:cubicBezTo>
                    <a:pt x="73514" y="22921"/>
                    <a:pt x="73492" y="22928"/>
                    <a:pt x="73516" y="22928"/>
                  </a:cubicBezTo>
                  <a:cubicBezTo>
                    <a:pt x="73527" y="22928"/>
                    <a:pt x="73548" y="22927"/>
                    <a:pt x="73562" y="22927"/>
                  </a:cubicBezTo>
                  <a:cubicBezTo>
                    <a:pt x="73595" y="22927"/>
                    <a:pt x="73590" y="22936"/>
                    <a:pt x="73335" y="22993"/>
                  </a:cubicBezTo>
                  <a:cubicBezTo>
                    <a:pt x="73160" y="23026"/>
                    <a:pt x="73078" y="23037"/>
                    <a:pt x="73044" y="23037"/>
                  </a:cubicBezTo>
                  <a:cubicBezTo>
                    <a:pt x="72979" y="23037"/>
                    <a:pt x="73076" y="23000"/>
                    <a:pt x="73029" y="23000"/>
                  </a:cubicBezTo>
                  <a:cubicBezTo>
                    <a:pt x="73024" y="23000"/>
                    <a:pt x="73016" y="23000"/>
                    <a:pt x="73005" y="23001"/>
                  </a:cubicBezTo>
                  <a:cubicBezTo>
                    <a:pt x="73893" y="22798"/>
                    <a:pt x="72971" y="22959"/>
                    <a:pt x="73944" y="22748"/>
                  </a:cubicBezTo>
                  <a:cubicBezTo>
                    <a:pt x="73941" y="22741"/>
                    <a:pt x="73924" y="22738"/>
                    <a:pt x="73897" y="22738"/>
                  </a:cubicBezTo>
                  <a:cubicBezTo>
                    <a:pt x="73778" y="22738"/>
                    <a:pt x="73448" y="22794"/>
                    <a:pt x="73030" y="22883"/>
                  </a:cubicBezTo>
                  <a:cubicBezTo>
                    <a:pt x="73083" y="22875"/>
                    <a:pt x="73114" y="22872"/>
                    <a:pt x="73131" y="22872"/>
                  </a:cubicBezTo>
                  <a:cubicBezTo>
                    <a:pt x="73205" y="22872"/>
                    <a:pt x="73015" y="22931"/>
                    <a:pt x="73121" y="22931"/>
                  </a:cubicBezTo>
                  <a:cubicBezTo>
                    <a:pt x="73148" y="22931"/>
                    <a:pt x="73197" y="22927"/>
                    <a:pt x="73276" y="22917"/>
                  </a:cubicBezTo>
                  <a:lnTo>
                    <a:pt x="73276" y="22917"/>
                  </a:lnTo>
                  <a:cubicBezTo>
                    <a:pt x="72506" y="23078"/>
                    <a:pt x="72582" y="23145"/>
                    <a:pt x="71702" y="23255"/>
                  </a:cubicBezTo>
                  <a:lnTo>
                    <a:pt x="71728" y="23247"/>
                  </a:lnTo>
                  <a:lnTo>
                    <a:pt x="71728" y="23247"/>
                  </a:lnTo>
                  <a:lnTo>
                    <a:pt x="71372" y="23331"/>
                  </a:lnTo>
                  <a:lnTo>
                    <a:pt x="70873" y="23408"/>
                  </a:lnTo>
                  <a:cubicBezTo>
                    <a:pt x="71178" y="23314"/>
                    <a:pt x="71559" y="23272"/>
                    <a:pt x="71795" y="23205"/>
                  </a:cubicBezTo>
                  <a:lnTo>
                    <a:pt x="71795" y="23205"/>
                  </a:lnTo>
                  <a:cubicBezTo>
                    <a:pt x="71186" y="23272"/>
                    <a:pt x="70992" y="23382"/>
                    <a:pt x="70298" y="23492"/>
                  </a:cubicBezTo>
                  <a:cubicBezTo>
                    <a:pt x="70227" y="23498"/>
                    <a:pt x="70184" y="23501"/>
                    <a:pt x="70161" y="23501"/>
                  </a:cubicBezTo>
                  <a:cubicBezTo>
                    <a:pt x="70091" y="23501"/>
                    <a:pt x="70238" y="23474"/>
                    <a:pt x="70425" y="23441"/>
                  </a:cubicBezTo>
                  <a:cubicBezTo>
                    <a:pt x="70620" y="23408"/>
                    <a:pt x="70806" y="23365"/>
                    <a:pt x="70992" y="23314"/>
                  </a:cubicBezTo>
                  <a:lnTo>
                    <a:pt x="70992" y="23314"/>
                  </a:lnTo>
                  <a:cubicBezTo>
                    <a:pt x="70831" y="23348"/>
                    <a:pt x="70670" y="23374"/>
                    <a:pt x="70518" y="23374"/>
                  </a:cubicBezTo>
                  <a:cubicBezTo>
                    <a:pt x="71161" y="23281"/>
                    <a:pt x="70907" y="23289"/>
                    <a:pt x="71635" y="23179"/>
                  </a:cubicBezTo>
                  <a:lnTo>
                    <a:pt x="71635" y="23179"/>
                  </a:lnTo>
                  <a:cubicBezTo>
                    <a:pt x="71496" y="23209"/>
                    <a:pt x="71473" y="23217"/>
                    <a:pt x="71494" y="23217"/>
                  </a:cubicBezTo>
                  <a:cubicBezTo>
                    <a:pt x="71516" y="23217"/>
                    <a:pt x="71592" y="23207"/>
                    <a:pt x="71621" y="23207"/>
                  </a:cubicBezTo>
                  <a:cubicBezTo>
                    <a:pt x="71633" y="23207"/>
                    <a:pt x="71637" y="23209"/>
                    <a:pt x="71626" y="23213"/>
                  </a:cubicBezTo>
                  <a:cubicBezTo>
                    <a:pt x="71728" y="23179"/>
                    <a:pt x="72404" y="23069"/>
                    <a:pt x="72878" y="22976"/>
                  </a:cubicBezTo>
                  <a:cubicBezTo>
                    <a:pt x="72897" y="22967"/>
                    <a:pt x="72895" y="22963"/>
                    <a:pt x="72877" y="22963"/>
                  </a:cubicBezTo>
                  <a:cubicBezTo>
                    <a:pt x="72800" y="22963"/>
                    <a:pt x="72408" y="23043"/>
                    <a:pt x="72159" y="23078"/>
                  </a:cubicBezTo>
                  <a:cubicBezTo>
                    <a:pt x="71592" y="23205"/>
                    <a:pt x="70992" y="23255"/>
                    <a:pt x="70552" y="23357"/>
                  </a:cubicBezTo>
                  <a:cubicBezTo>
                    <a:pt x="70365" y="23390"/>
                    <a:pt x="70287" y="23402"/>
                    <a:pt x="70267" y="23402"/>
                  </a:cubicBezTo>
                  <a:cubicBezTo>
                    <a:pt x="70222" y="23402"/>
                    <a:pt x="70491" y="23340"/>
                    <a:pt x="70467" y="23340"/>
                  </a:cubicBezTo>
                  <a:cubicBezTo>
                    <a:pt x="69909" y="23416"/>
                    <a:pt x="70230" y="23399"/>
                    <a:pt x="70053" y="23433"/>
                  </a:cubicBezTo>
                  <a:cubicBezTo>
                    <a:pt x="69215" y="23585"/>
                    <a:pt x="69114" y="23543"/>
                    <a:pt x="68522" y="23636"/>
                  </a:cubicBezTo>
                  <a:cubicBezTo>
                    <a:pt x="68268" y="23695"/>
                    <a:pt x="67845" y="23754"/>
                    <a:pt x="67371" y="23814"/>
                  </a:cubicBezTo>
                  <a:cubicBezTo>
                    <a:pt x="66897" y="23881"/>
                    <a:pt x="66381" y="23949"/>
                    <a:pt x="65958" y="23991"/>
                  </a:cubicBezTo>
                  <a:cubicBezTo>
                    <a:pt x="66060" y="23966"/>
                    <a:pt x="65941" y="23966"/>
                    <a:pt x="65891" y="23966"/>
                  </a:cubicBezTo>
                  <a:cubicBezTo>
                    <a:pt x="65392" y="24076"/>
                    <a:pt x="65569" y="24034"/>
                    <a:pt x="64935" y="24135"/>
                  </a:cubicBezTo>
                  <a:lnTo>
                    <a:pt x="65476" y="24093"/>
                  </a:lnTo>
                  <a:lnTo>
                    <a:pt x="65476" y="24093"/>
                  </a:lnTo>
                  <a:cubicBezTo>
                    <a:pt x="65045" y="24152"/>
                    <a:pt x="64706" y="24220"/>
                    <a:pt x="64309" y="24237"/>
                  </a:cubicBezTo>
                  <a:cubicBezTo>
                    <a:pt x="64571" y="24237"/>
                    <a:pt x="64402" y="24262"/>
                    <a:pt x="64123" y="24296"/>
                  </a:cubicBezTo>
                  <a:cubicBezTo>
                    <a:pt x="63844" y="24330"/>
                    <a:pt x="63454" y="24363"/>
                    <a:pt x="63294" y="24389"/>
                  </a:cubicBezTo>
                  <a:cubicBezTo>
                    <a:pt x="62854" y="24414"/>
                    <a:pt x="62414" y="24482"/>
                    <a:pt x="62169" y="24482"/>
                  </a:cubicBezTo>
                  <a:lnTo>
                    <a:pt x="62236" y="24473"/>
                  </a:lnTo>
                  <a:lnTo>
                    <a:pt x="62236" y="24473"/>
                  </a:lnTo>
                  <a:cubicBezTo>
                    <a:pt x="62016" y="24490"/>
                    <a:pt x="61805" y="24507"/>
                    <a:pt x="61593" y="24524"/>
                  </a:cubicBezTo>
                  <a:lnTo>
                    <a:pt x="61661" y="24473"/>
                  </a:lnTo>
                  <a:lnTo>
                    <a:pt x="61661" y="24473"/>
                  </a:lnTo>
                  <a:cubicBezTo>
                    <a:pt x="61221" y="24490"/>
                    <a:pt x="60680" y="24566"/>
                    <a:pt x="60840" y="24566"/>
                  </a:cubicBezTo>
                  <a:cubicBezTo>
                    <a:pt x="60732" y="24570"/>
                    <a:pt x="60664" y="24572"/>
                    <a:pt x="60622" y="24572"/>
                  </a:cubicBezTo>
                  <a:cubicBezTo>
                    <a:pt x="60483" y="24572"/>
                    <a:pt x="60630" y="24554"/>
                    <a:pt x="60578" y="24541"/>
                  </a:cubicBezTo>
                  <a:cubicBezTo>
                    <a:pt x="60807" y="24519"/>
                    <a:pt x="61261" y="24452"/>
                    <a:pt x="61480" y="24452"/>
                  </a:cubicBezTo>
                  <a:cubicBezTo>
                    <a:pt x="61512" y="24452"/>
                    <a:pt x="61539" y="24453"/>
                    <a:pt x="61559" y="24456"/>
                  </a:cubicBezTo>
                  <a:cubicBezTo>
                    <a:pt x="61509" y="24456"/>
                    <a:pt x="61450" y="24456"/>
                    <a:pt x="61399" y="24465"/>
                  </a:cubicBezTo>
                  <a:cubicBezTo>
                    <a:pt x="62008" y="24440"/>
                    <a:pt x="62101" y="24414"/>
                    <a:pt x="62118" y="24389"/>
                  </a:cubicBezTo>
                  <a:cubicBezTo>
                    <a:pt x="62143" y="24372"/>
                    <a:pt x="62092" y="24355"/>
                    <a:pt x="62389" y="24321"/>
                  </a:cubicBezTo>
                  <a:lnTo>
                    <a:pt x="62389" y="24321"/>
                  </a:lnTo>
                  <a:cubicBezTo>
                    <a:pt x="62228" y="24338"/>
                    <a:pt x="62092" y="24347"/>
                    <a:pt x="61957" y="24347"/>
                  </a:cubicBezTo>
                  <a:cubicBezTo>
                    <a:pt x="61813" y="24355"/>
                    <a:pt x="61661" y="24372"/>
                    <a:pt x="61509" y="24380"/>
                  </a:cubicBezTo>
                  <a:cubicBezTo>
                    <a:pt x="61356" y="24397"/>
                    <a:pt x="60722" y="24456"/>
                    <a:pt x="60401" y="24499"/>
                  </a:cubicBezTo>
                  <a:cubicBezTo>
                    <a:pt x="60739" y="24465"/>
                    <a:pt x="61077" y="24440"/>
                    <a:pt x="61407" y="24440"/>
                  </a:cubicBezTo>
                  <a:cubicBezTo>
                    <a:pt x="61120" y="24456"/>
                    <a:pt x="61077" y="24490"/>
                    <a:pt x="60824" y="24490"/>
                  </a:cubicBezTo>
                  <a:lnTo>
                    <a:pt x="60908" y="24473"/>
                  </a:lnTo>
                  <a:lnTo>
                    <a:pt x="60908" y="24473"/>
                  </a:lnTo>
                  <a:lnTo>
                    <a:pt x="60587" y="24516"/>
                  </a:lnTo>
                  <a:cubicBezTo>
                    <a:pt x="60579" y="24512"/>
                    <a:pt x="60553" y="24510"/>
                    <a:pt x="60517" y="24510"/>
                  </a:cubicBezTo>
                  <a:cubicBezTo>
                    <a:pt x="60386" y="24510"/>
                    <a:pt x="60116" y="24530"/>
                    <a:pt x="60058" y="24530"/>
                  </a:cubicBezTo>
                  <a:cubicBezTo>
                    <a:pt x="60026" y="24530"/>
                    <a:pt x="60055" y="24525"/>
                    <a:pt x="60198" y="24507"/>
                  </a:cubicBezTo>
                  <a:lnTo>
                    <a:pt x="60198" y="24507"/>
                  </a:lnTo>
                  <a:cubicBezTo>
                    <a:pt x="59758" y="24541"/>
                    <a:pt x="60045" y="24541"/>
                    <a:pt x="59656" y="24575"/>
                  </a:cubicBezTo>
                  <a:cubicBezTo>
                    <a:pt x="59918" y="24566"/>
                    <a:pt x="60172" y="24541"/>
                    <a:pt x="60434" y="24524"/>
                  </a:cubicBezTo>
                  <a:lnTo>
                    <a:pt x="60434" y="24524"/>
                  </a:lnTo>
                  <a:lnTo>
                    <a:pt x="60417" y="24558"/>
                  </a:lnTo>
                  <a:cubicBezTo>
                    <a:pt x="60138" y="24592"/>
                    <a:pt x="60071" y="24583"/>
                    <a:pt x="59758" y="24600"/>
                  </a:cubicBezTo>
                  <a:lnTo>
                    <a:pt x="59783" y="24634"/>
                  </a:lnTo>
                  <a:lnTo>
                    <a:pt x="59233" y="24634"/>
                  </a:lnTo>
                  <a:cubicBezTo>
                    <a:pt x="59301" y="24651"/>
                    <a:pt x="58869" y="24668"/>
                    <a:pt x="58751" y="24676"/>
                  </a:cubicBezTo>
                  <a:cubicBezTo>
                    <a:pt x="58548" y="24676"/>
                    <a:pt x="58567" y="24650"/>
                    <a:pt x="58446" y="24650"/>
                  </a:cubicBezTo>
                  <a:cubicBezTo>
                    <a:pt x="58386" y="24650"/>
                    <a:pt x="58291" y="24657"/>
                    <a:pt x="58117" y="24676"/>
                  </a:cubicBezTo>
                  <a:lnTo>
                    <a:pt x="58159" y="24676"/>
                  </a:lnTo>
                  <a:cubicBezTo>
                    <a:pt x="57863" y="24702"/>
                    <a:pt x="57677" y="24719"/>
                    <a:pt x="57254" y="24727"/>
                  </a:cubicBezTo>
                  <a:cubicBezTo>
                    <a:pt x="57279" y="24719"/>
                    <a:pt x="57397" y="24710"/>
                    <a:pt x="57457" y="24710"/>
                  </a:cubicBezTo>
                  <a:cubicBezTo>
                    <a:pt x="56956" y="24710"/>
                    <a:pt x="56209" y="24769"/>
                    <a:pt x="55817" y="24769"/>
                  </a:cubicBezTo>
                  <a:cubicBezTo>
                    <a:pt x="55739" y="24769"/>
                    <a:pt x="55675" y="24767"/>
                    <a:pt x="55629" y="24761"/>
                  </a:cubicBezTo>
                  <a:cubicBezTo>
                    <a:pt x="55672" y="24736"/>
                    <a:pt x="55926" y="24736"/>
                    <a:pt x="55934" y="24710"/>
                  </a:cubicBezTo>
                  <a:cubicBezTo>
                    <a:pt x="56856" y="24710"/>
                    <a:pt x="56577" y="24643"/>
                    <a:pt x="57660" y="24626"/>
                  </a:cubicBezTo>
                  <a:cubicBezTo>
                    <a:pt x="57670" y="24636"/>
                    <a:pt x="57705" y="24640"/>
                    <a:pt x="57757" y="24640"/>
                  </a:cubicBezTo>
                  <a:cubicBezTo>
                    <a:pt x="57954" y="24640"/>
                    <a:pt x="58394" y="24581"/>
                    <a:pt x="58646" y="24581"/>
                  </a:cubicBezTo>
                  <a:cubicBezTo>
                    <a:pt x="58704" y="24581"/>
                    <a:pt x="58752" y="24584"/>
                    <a:pt x="58785" y="24592"/>
                  </a:cubicBezTo>
                  <a:cubicBezTo>
                    <a:pt x="58480" y="24600"/>
                    <a:pt x="58176" y="24626"/>
                    <a:pt x="57871" y="24676"/>
                  </a:cubicBezTo>
                  <a:cubicBezTo>
                    <a:pt x="58260" y="24651"/>
                    <a:pt x="58810" y="24617"/>
                    <a:pt x="59081" y="24609"/>
                  </a:cubicBezTo>
                  <a:cubicBezTo>
                    <a:pt x="58844" y="24600"/>
                    <a:pt x="58920" y="24566"/>
                    <a:pt x="59089" y="24533"/>
                  </a:cubicBezTo>
                  <a:lnTo>
                    <a:pt x="59089" y="24533"/>
                  </a:lnTo>
                  <a:cubicBezTo>
                    <a:pt x="58776" y="24558"/>
                    <a:pt x="58328" y="24583"/>
                    <a:pt x="57854" y="24592"/>
                  </a:cubicBezTo>
                  <a:cubicBezTo>
                    <a:pt x="57372" y="24609"/>
                    <a:pt x="56856" y="24609"/>
                    <a:pt x="56416" y="24626"/>
                  </a:cubicBezTo>
                  <a:lnTo>
                    <a:pt x="56518" y="24660"/>
                  </a:lnTo>
                  <a:cubicBezTo>
                    <a:pt x="56348" y="24671"/>
                    <a:pt x="56257" y="24675"/>
                    <a:pt x="56213" y="24675"/>
                  </a:cubicBezTo>
                  <a:cubicBezTo>
                    <a:pt x="56083" y="24675"/>
                    <a:pt x="56359" y="24638"/>
                    <a:pt x="56172" y="24638"/>
                  </a:cubicBezTo>
                  <a:cubicBezTo>
                    <a:pt x="56137" y="24638"/>
                    <a:pt x="56085" y="24639"/>
                    <a:pt x="56010" y="24643"/>
                  </a:cubicBezTo>
                  <a:lnTo>
                    <a:pt x="55739" y="24676"/>
                  </a:lnTo>
                  <a:lnTo>
                    <a:pt x="55706" y="24676"/>
                  </a:lnTo>
                  <a:lnTo>
                    <a:pt x="55257" y="24719"/>
                  </a:lnTo>
                  <a:cubicBezTo>
                    <a:pt x="55527" y="24711"/>
                    <a:pt x="55458" y="24692"/>
                    <a:pt x="55654" y="24692"/>
                  </a:cubicBezTo>
                  <a:cubicBezTo>
                    <a:pt x="55686" y="24692"/>
                    <a:pt x="55725" y="24692"/>
                    <a:pt x="55773" y="24693"/>
                  </a:cubicBezTo>
                  <a:cubicBezTo>
                    <a:pt x="56078" y="24693"/>
                    <a:pt x="55765" y="24727"/>
                    <a:pt x="55672" y="24744"/>
                  </a:cubicBezTo>
                  <a:cubicBezTo>
                    <a:pt x="55570" y="24744"/>
                    <a:pt x="55331" y="24748"/>
                    <a:pt x="55176" y="24748"/>
                  </a:cubicBezTo>
                  <a:cubicBezTo>
                    <a:pt x="55020" y="24748"/>
                    <a:pt x="54948" y="24744"/>
                    <a:pt x="55181" y="24727"/>
                  </a:cubicBezTo>
                  <a:lnTo>
                    <a:pt x="55181" y="24727"/>
                  </a:lnTo>
                  <a:lnTo>
                    <a:pt x="54361" y="24778"/>
                  </a:lnTo>
                  <a:cubicBezTo>
                    <a:pt x="54454" y="24761"/>
                    <a:pt x="54538" y="24753"/>
                    <a:pt x="54631" y="24744"/>
                  </a:cubicBezTo>
                  <a:lnTo>
                    <a:pt x="54631" y="24744"/>
                  </a:lnTo>
                  <a:lnTo>
                    <a:pt x="54039" y="24761"/>
                  </a:lnTo>
                  <a:lnTo>
                    <a:pt x="54064" y="24761"/>
                  </a:lnTo>
                  <a:cubicBezTo>
                    <a:pt x="53582" y="24795"/>
                    <a:pt x="52922" y="24786"/>
                    <a:pt x="52559" y="24812"/>
                  </a:cubicBezTo>
                  <a:cubicBezTo>
                    <a:pt x="53371" y="24837"/>
                    <a:pt x="52170" y="24837"/>
                    <a:pt x="52237" y="24863"/>
                  </a:cubicBezTo>
                  <a:cubicBezTo>
                    <a:pt x="51950" y="24854"/>
                    <a:pt x="51865" y="24786"/>
                    <a:pt x="52483" y="24769"/>
                  </a:cubicBezTo>
                  <a:cubicBezTo>
                    <a:pt x="52536" y="24778"/>
                    <a:pt x="52619" y="24781"/>
                    <a:pt x="52717" y="24781"/>
                  </a:cubicBezTo>
                  <a:cubicBezTo>
                    <a:pt x="52913" y="24781"/>
                    <a:pt x="53171" y="24769"/>
                    <a:pt x="53379" y="24769"/>
                  </a:cubicBezTo>
                  <a:cubicBezTo>
                    <a:pt x="53244" y="24761"/>
                    <a:pt x="53141" y="24758"/>
                    <a:pt x="53051" y="24758"/>
                  </a:cubicBezTo>
                  <a:cubicBezTo>
                    <a:pt x="52872" y="24758"/>
                    <a:pt x="52748" y="24769"/>
                    <a:pt x="52533" y="24769"/>
                  </a:cubicBezTo>
                  <a:cubicBezTo>
                    <a:pt x="52753" y="24753"/>
                    <a:pt x="52119" y="24744"/>
                    <a:pt x="52119" y="24727"/>
                  </a:cubicBezTo>
                  <a:cubicBezTo>
                    <a:pt x="52249" y="24705"/>
                    <a:pt x="52378" y="24693"/>
                    <a:pt x="52508" y="24693"/>
                  </a:cubicBezTo>
                  <a:cubicBezTo>
                    <a:pt x="52573" y="24693"/>
                    <a:pt x="52638" y="24696"/>
                    <a:pt x="52703" y="24702"/>
                  </a:cubicBezTo>
                  <a:cubicBezTo>
                    <a:pt x="53303" y="24702"/>
                    <a:pt x="52762" y="24727"/>
                    <a:pt x="52939" y="24727"/>
                  </a:cubicBezTo>
                  <a:cubicBezTo>
                    <a:pt x="53069" y="24740"/>
                    <a:pt x="53199" y="24747"/>
                    <a:pt x="53330" y="24747"/>
                  </a:cubicBezTo>
                  <a:cubicBezTo>
                    <a:pt x="53377" y="24747"/>
                    <a:pt x="53425" y="24746"/>
                    <a:pt x="53472" y="24744"/>
                  </a:cubicBezTo>
                  <a:cubicBezTo>
                    <a:pt x="53709" y="24736"/>
                    <a:pt x="53971" y="24727"/>
                    <a:pt x="54149" y="24727"/>
                  </a:cubicBezTo>
                  <a:cubicBezTo>
                    <a:pt x="54181" y="24727"/>
                    <a:pt x="54123" y="24732"/>
                    <a:pt x="54067" y="24734"/>
                  </a:cubicBezTo>
                  <a:lnTo>
                    <a:pt x="54067" y="24734"/>
                  </a:lnTo>
                  <a:cubicBezTo>
                    <a:pt x="54395" y="24726"/>
                    <a:pt x="54989" y="24717"/>
                    <a:pt x="55037" y="24693"/>
                  </a:cubicBezTo>
                  <a:lnTo>
                    <a:pt x="55037" y="24693"/>
                  </a:lnTo>
                  <a:lnTo>
                    <a:pt x="54251" y="24727"/>
                  </a:lnTo>
                  <a:cubicBezTo>
                    <a:pt x="54081" y="24719"/>
                    <a:pt x="54496" y="24702"/>
                    <a:pt x="54251" y="24693"/>
                  </a:cubicBezTo>
                  <a:lnTo>
                    <a:pt x="54251" y="24693"/>
                  </a:lnTo>
                  <a:cubicBezTo>
                    <a:pt x="54073" y="24702"/>
                    <a:pt x="53853" y="24702"/>
                    <a:pt x="53625" y="24702"/>
                  </a:cubicBezTo>
                  <a:lnTo>
                    <a:pt x="53667" y="24693"/>
                  </a:lnTo>
                  <a:cubicBezTo>
                    <a:pt x="53389" y="24683"/>
                    <a:pt x="53016" y="24679"/>
                    <a:pt x="52644" y="24679"/>
                  </a:cubicBezTo>
                  <a:cubicBezTo>
                    <a:pt x="52381" y="24679"/>
                    <a:pt x="52118" y="24681"/>
                    <a:pt x="51890" y="24685"/>
                  </a:cubicBezTo>
                  <a:cubicBezTo>
                    <a:pt x="51679" y="24744"/>
                    <a:pt x="51459" y="24795"/>
                    <a:pt x="51239" y="24820"/>
                  </a:cubicBezTo>
                  <a:lnTo>
                    <a:pt x="49987" y="24795"/>
                  </a:lnTo>
                  <a:lnTo>
                    <a:pt x="49336" y="24769"/>
                  </a:lnTo>
                  <a:lnTo>
                    <a:pt x="48684" y="24736"/>
                  </a:lnTo>
                  <a:cubicBezTo>
                    <a:pt x="48746" y="24731"/>
                    <a:pt x="48837" y="24729"/>
                    <a:pt x="48950" y="24729"/>
                  </a:cubicBezTo>
                  <a:cubicBezTo>
                    <a:pt x="49222" y="24729"/>
                    <a:pt x="49622" y="24741"/>
                    <a:pt x="50046" y="24753"/>
                  </a:cubicBezTo>
                  <a:lnTo>
                    <a:pt x="49792" y="24761"/>
                  </a:lnTo>
                  <a:cubicBezTo>
                    <a:pt x="49953" y="24767"/>
                    <a:pt x="50081" y="24769"/>
                    <a:pt x="50188" y="24769"/>
                  </a:cubicBezTo>
                  <a:cubicBezTo>
                    <a:pt x="50401" y="24769"/>
                    <a:pt x="50528" y="24761"/>
                    <a:pt x="50664" y="24761"/>
                  </a:cubicBezTo>
                  <a:cubicBezTo>
                    <a:pt x="50638" y="24761"/>
                    <a:pt x="50681" y="24769"/>
                    <a:pt x="50748" y="24778"/>
                  </a:cubicBezTo>
                  <a:cubicBezTo>
                    <a:pt x="51188" y="24778"/>
                    <a:pt x="51417" y="24753"/>
                    <a:pt x="51188" y="24727"/>
                  </a:cubicBezTo>
                  <a:lnTo>
                    <a:pt x="51188" y="24727"/>
                  </a:lnTo>
                  <a:lnTo>
                    <a:pt x="51044" y="24736"/>
                  </a:lnTo>
                  <a:lnTo>
                    <a:pt x="50748" y="24702"/>
                  </a:lnTo>
                  <a:cubicBezTo>
                    <a:pt x="50708" y="24719"/>
                    <a:pt x="50577" y="24725"/>
                    <a:pt x="50404" y="24725"/>
                  </a:cubicBezTo>
                  <a:cubicBezTo>
                    <a:pt x="50113" y="24725"/>
                    <a:pt x="49701" y="24709"/>
                    <a:pt x="49391" y="24709"/>
                  </a:cubicBezTo>
                  <a:cubicBezTo>
                    <a:pt x="49348" y="24709"/>
                    <a:pt x="49307" y="24710"/>
                    <a:pt x="49268" y="24710"/>
                  </a:cubicBezTo>
                  <a:cubicBezTo>
                    <a:pt x="49491" y="24705"/>
                    <a:pt x="49695" y="24683"/>
                    <a:pt x="49938" y="24683"/>
                  </a:cubicBezTo>
                  <a:cubicBezTo>
                    <a:pt x="50053" y="24683"/>
                    <a:pt x="50178" y="24688"/>
                    <a:pt x="50317" y="24702"/>
                  </a:cubicBezTo>
                  <a:lnTo>
                    <a:pt x="50276" y="24674"/>
                  </a:lnTo>
                  <a:lnTo>
                    <a:pt x="50276" y="24674"/>
                  </a:lnTo>
                  <a:cubicBezTo>
                    <a:pt x="50259" y="24674"/>
                    <a:pt x="50243" y="24674"/>
                    <a:pt x="50226" y="24674"/>
                  </a:cubicBezTo>
                  <a:cubicBezTo>
                    <a:pt x="50055" y="24674"/>
                    <a:pt x="49886" y="24672"/>
                    <a:pt x="49742" y="24660"/>
                  </a:cubicBezTo>
                  <a:cubicBezTo>
                    <a:pt x="49551" y="24672"/>
                    <a:pt x="49359" y="24679"/>
                    <a:pt x="49166" y="24679"/>
                  </a:cubicBezTo>
                  <a:cubicBezTo>
                    <a:pt x="48974" y="24679"/>
                    <a:pt x="48782" y="24672"/>
                    <a:pt x="48591" y="24660"/>
                  </a:cubicBezTo>
                  <a:lnTo>
                    <a:pt x="48617" y="24651"/>
                  </a:lnTo>
                  <a:lnTo>
                    <a:pt x="48617" y="24651"/>
                  </a:lnTo>
                  <a:cubicBezTo>
                    <a:pt x="48566" y="24654"/>
                    <a:pt x="48511" y="24655"/>
                    <a:pt x="48453" y="24655"/>
                  </a:cubicBezTo>
                  <a:cubicBezTo>
                    <a:pt x="47989" y="24655"/>
                    <a:pt x="47326" y="24575"/>
                    <a:pt x="47018" y="24575"/>
                  </a:cubicBezTo>
                  <a:cubicBezTo>
                    <a:pt x="46925" y="24592"/>
                    <a:pt x="47102" y="24609"/>
                    <a:pt x="47339" y="24626"/>
                  </a:cubicBezTo>
                  <a:cubicBezTo>
                    <a:pt x="47576" y="24634"/>
                    <a:pt x="47864" y="24643"/>
                    <a:pt x="47974" y="24660"/>
                  </a:cubicBezTo>
                  <a:cubicBezTo>
                    <a:pt x="47947" y="24660"/>
                    <a:pt x="47920" y="24661"/>
                    <a:pt x="47894" y="24661"/>
                  </a:cubicBezTo>
                  <a:cubicBezTo>
                    <a:pt x="47738" y="24661"/>
                    <a:pt x="47591" y="24649"/>
                    <a:pt x="47554" y="24649"/>
                  </a:cubicBezTo>
                  <a:cubicBezTo>
                    <a:pt x="47531" y="24649"/>
                    <a:pt x="47551" y="24653"/>
                    <a:pt x="47635" y="24668"/>
                  </a:cubicBezTo>
                  <a:cubicBezTo>
                    <a:pt x="47458" y="24668"/>
                    <a:pt x="47288" y="24660"/>
                    <a:pt x="47119" y="24634"/>
                  </a:cubicBezTo>
                  <a:cubicBezTo>
                    <a:pt x="46984" y="24609"/>
                    <a:pt x="46840" y="24600"/>
                    <a:pt x="46696" y="24600"/>
                  </a:cubicBezTo>
                  <a:lnTo>
                    <a:pt x="47009" y="24634"/>
                  </a:lnTo>
                  <a:cubicBezTo>
                    <a:pt x="46987" y="24635"/>
                    <a:pt x="46963" y="24635"/>
                    <a:pt x="46938" y="24635"/>
                  </a:cubicBezTo>
                  <a:cubicBezTo>
                    <a:pt x="46716" y="24635"/>
                    <a:pt x="46406" y="24608"/>
                    <a:pt x="46184" y="24608"/>
                  </a:cubicBezTo>
                  <a:cubicBezTo>
                    <a:pt x="46159" y="24608"/>
                    <a:pt x="46135" y="24608"/>
                    <a:pt x="46113" y="24609"/>
                  </a:cubicBezTo>
                  <a:cubicBezTo>
                    <a:pt x="46079" y="24643"/>
                    <a:pt x="46527" y="24634"/>
                    <a:pt x="46984" y="24676"/>
                  </a:cubicBezTo>
                  <a:lnTo>
                    <a:pt x="46772" y="24685"/>
                  </a:lnTo>
                  <a:cubicBezTo>
                    <a:pt x="47085" y="24702"/>
                    <a:pt x="47390" y="24710"/>
                    <a:pt x="47703" y="24710"/>
                  </a:cubicBezTo>
                  <a:cubicBezTo>
                    <a:pt x="47982" y="24685"/>
                    <a:pt x="47728" y="24668"/>
                    <a:pt x="48304" y="24668"/>
                  </a:cubicBezTo>
                  <a:cubicBezTo>
                    <a:pt x="48608" y="24702"/>
                    <a:pt x="48777" y="24761"/>
                    <a:pt x="48650" y="24786"/>
                  </a:cubicBezTo>
                  <a:cubicBezTo>
                    <a:pt x="48397" y="24761"/>
                    <a:pt x="47948" y="24753"/>
                    <a:pt x="47957" y="24719"/>
                  </a:cubicBezTo>
                  <a:lnTo>
                    <a:pt x="47957" y="24719"/>
                  </a:lnTo>
                  <a:cubicBezTo>
                    <a:pt x="47830" y="24736"/>
                    <a:pt x="47568" y="24736"/>
                    <a:pt x="47365" y="24736"/>
                  </a:cubicBezTo>
                  <a:cubicBezTo>
                    <a:pt x="47162" y="24736"/>
                    <a:pt x="47009" y="24736"/>
                    <a:pt x="47085" y="24753"/>
                  </a:cubicBezTo>
                  <a:lnTo>
                    <a:pt x="46984" y="24753"/>
                  </a:lnTo>
                  <a:cubicBezTo>
                    <a:pt x="46671" y="24702"/>
                    <a:pt x="46197" y="24651"/>
                    <a:pt x="45334" y="24592"/>
                  </a:cubicBezTo>
                  <a:cubicBezTo>
                    <a:pt x="45296" y="24590"/>
                    <a:pt x="45266" y="24589"/>
                    <a:pt x="45242" y="24589"/>
                  </a:cubicBezTo>
                  <a:cubicBezTo>
                    <a:pt x="45165" y="24589"/>
                    <a:pt x="45156" y="24600"/>
                    <a:pt x="45182" y="24626"/>
                  </a:cubicBezTo>
                  <a:cubicBezTo>
                    <a:pt x="45004" y="24600"/>
                    <a:pt x="44835" y="24583"/>
                    <a:pt x="44658" y="24566"/>
                  </a:cubicBezTo>
                  <a:cubicBezTo>
                    <a:pt x="44705" y="24564"/>
                    <a:pt x="44751" y="24563"/>
                    <a:pt x="44797" y="24563"/>
                  </a:cubicBezTo>
                  <a:cubicBezTo>
                    <a:pt x="44908" y="24563"/>
                    <a:pt x="45018" y="24569"/>
                    <a:pt x="45131" y="24575"/>
                  </a:cubicBezTo>
                  <a:lnTo>
                    <a:pt x="43803" y="24456"/>
                  </a:lnTo>
                  <a:lnTo>
                    <a:pt x="43913" y="24456"/>
                  </a:lnTo>
                  <a:lnTo>
                    <a:pt x="43380" y="24431"/>
                  </a:lnTo>
                  <a:lnTo>
                    <a:pt x="43380" y="24431"/>
                  </a:lnTo>
                  <a:cubicBezTo>
                    <a:pt x="43676" y="24448"/>
                    <a:pt x="44133" y="24490"/>
                    <a:pt x="44015" y="24507"/>
                  </a:cubicBezTo>
                  <a:cubicBezTo>
                    <a:pt x="43423" y="24482"/>
                    <a:pt x="43084" y="24423"/>
                    <a:pt x="42577" y="24406"/>
                  </a:cubicBezTo>
                  <a:cubicBezTo>
                    <a:pt x="42585" y="24355"/>
                    <a:pt x="42416" y="24330"/>
                    <a:pt x="42585" y="24321"/>
                  </a:cubicBezTo>
                  <a:cubicBezTo>
                    <a:pt x="42619" y="24330"/>
                    <a:pt x="42636" y="24330"/>
                    <a:pt x="42644" y="24330"/>
                  </a:cubicBezTo>
                  <a:cubicBezTo>
                    <a:pt x="42691" y="24325"/>
                    <a:pt x="42752" y="24323"/>
                    <a:pt x="42823" y="24323"/>
                  </a:cubicBezTo>
                  <a:cubicBezTo>
                    <a:pt x="42894" y="24323"/>
                    <a:pt x="42974" y="24325"/>
                    <a:pt x="43059" y="24330"/>
                  </a:cubicBezTo>
                  <a:cubicBezTo>
                    <a:pt x="43220" y="24330"/>
                    <a:pt x="43397" y="24338"/>
                    <a:pt x="43558" y="24347"/>
                  </a:cubicBezTo>
                  <a:cubicBezTo>
                    <a:pt x="43008" y="24296"/>
                    <a:pt x="42797" y="24270"/>
                    <a:pt x="42610" y="24245"/>
                  </a:cubicBezTo>
                  <a:cubicBezTo>
                    <a:pt x="42424" y="24228"/>
                    <a:pt x="42255" y="24211"/>
                    <a:pt x="41773" y="24160"/>
                  </a:cubicBezTo>
                  <a:cubicBezTo>
                    <a:pt x="41758" y="24153"/>
                    <a:pt x="41777" y="24150"/>
                    <a:pt x="41816" y="24150"/>
                  </a:cubicBezTo>
                  <a:cubicBezTo>
                    <a:pt x="41959" y="24150"/>
                    <a:pt x="42371" y="24188"/>
                    <a:pt x="42458" y="24188"/>
                  </a:cubicBezTo>
                  <a:cubicBezTo>
                    <a:pt x="42482" y="24188"/>
                    <a:pt x="42481" y="24185"/>
                    <a:pt x="42441" y="24177"/>
                  </a:cubicBezTo>
                  <a:lnTo>
                    <a:pt x="42441" y="24177"/>
                  </a:lnTo>
                  <a:cubicBezTo>
                    <a:pt x="42746" y="24211"/>
                    <a:pt x="43042" y="24253"/>
                    <a:pt x="43346" y="24279"/>
                  </a:cubicBezTo>
                  <a:cubicBezTo>
                    <a:pt x="43194" y="24270"/>
                    <a:pt x="43169" y="24270"/>
                    <a:pt x="43101" y="24270"/>
                  </a:cubicBezTo>
                  <a:cubicBezTo>
                    <a:pt x="43727" y="24304"/>
                    <a:pt x="43947" y="24355"/>
                    <a:pt x="44421" y="24355"/>
                  </a:cubicBezTo>
                  <a:cubicBezTo>
                    <a:pt x="44506" y="24367"/>
                    <a:pt x="44504" y="24371"/>
                    <a:pt x="44465" y="24371"/>
                  </a:cubicBezTo>
                  <a:cubicBezTo>
                    <a:pt x="44402" y="24371"/>
                    <a:pt x="44243" y="24361"/>
                    <a:pt x="44208" y="24361"/>
                  </a:cubicBezTo>
                  <a:cubicBezTo>
                    <a:pt x="44189" y="24361"/>
                    <a:pt x="44205" y="24364"/>
                    <a:pt x="44285" y="24372"/>
                  </a:cubicBezTo>
                  <a:cubicBezTo>
                    <a:pt x="44171" y="24363"/>
                    <a:pt x="44057" y="24359"/>
                    <a:pt x="43943" y="24359"/>
                  </a:cubicBezTo>
                  <a:cubicBezTo>
                    <a:pt x="43829" y="24359"/>
                    <a:pt x="43714" y="24363"/>
                    <a:pt x="43600" y="24372"/>
                  </a:cubicBezTo>
                  <a:cubicBezTo>
                    <a:pt x="43859" y="24400"/>
                    <a:pt x="43983" y="24407"/>
                    <a:pt x="44066" y="24407"/>
                  </a:cubicBezTo>
                  <a:cubicBezTo>
                    <a:pt x="44164" y="24407"/>
                    <a:pt x="44204" y="24397"/>
                    <a:pt x="44341" y="24397"/>
                  </a:cubicBezTo>
                  <a:cubicBezTo>
                    <a:pt x="44406" y="24397"/>
                    <a:pt x="44492" y="24399"/>
                    <a:pt x="44615" y="24406"/>
                  </a:cubicBezTo>
                  <a:lnTo>
                    <a:pt x="45072" y="24473"/>
                  </a:lnTo>
                  <a:cubicBezTo>
                    <a:pt x="45117" y="24476"/>
                    <a:pt x="45144" y="24477"/>
                    <a:pt x="45158" y="24477"/>
                  </a:cubicBezTo>
                  <a:cubicBezTo>
                    <a:pt x="45233" y="24477"/>
                    <a:pt x="44976" y="24447"/>
                    <a:pt x="44962" y="24440"/>
                  </a:cubicBezTo>
                  <a:lnTo>
                    <a:pt x="44962" y="24440"/>
                  </a:lnTo>
                  <a:cubicBezTo>
                    <a:pt x="45301" y="24465"/>
                    <a:pt x="45427" y="24482"/>
                    <a:pt x="45681" y="24499"/>
                  </a:cubicBezTo>
                  <a:cubicBezTo>
                    <a:pt x="45605" y="24490"/>
                    <a:pt x="45436" y="24473"/>
                    <a:pt x="45478" y="24465"/>
                  </a:cubicBezTo>
                  <a:lnTo>
                    <a:pt x="45478" y="24465"/>
                  </a:lnTo>
                  <a:cubicBezTo>
                    <a:pt x="45874" y="24513"/>
                    <a:pt x="46270" y="24523"/>
                    <a:pt x="46644" y="24583"/>
                  </a:cubicBezTo>
                  <a:lnTo>
                    <a:pt x="46644" y="24583"/>
                  </a:lnTo>
                  <a:cubicBezTo>
                    <a:pt x="46599" y="24566"/>
                    <a:pt x="46982" y="24566"/>
                    <a:pt x="47136" y="24566"/>
                  </a:cubicBezTo>
                  <a:lnTo>
                    <a:pt x="46341" y="24473"/>
                  </a:lnTo>
                  <a:cubicBezTo>
                    <a:pt x="45825" y="24440"/>
                    <a:pt x="45419" y="24414"/>
                    <a:pt x="44996" y="24389"/>
                  </a:cubicBezTo>
                  <a:cubicBezTo>
                    <a:pt x="44573" y="24355"/>
                    <a:pt x="44142" y="24313"/>
                    <a:pt x="43592" y="24279"/>
                  </a:cubicBezTo>
                  <a:lnTo>
                    <a:pt x="43659" y="24270"/>
                  </a:lnTo>
                  <a:lnTo>
                    <a:pt x="43093" y="24211"/>
                  </a:lnTo>
                  <a:cubicBezTo>
                    <a:pt x="42940" y="24194"/>
                    <a:pt x="42805" y="24177"/>
                    <a:pt x="42687" y="24169"/>
                  </a:cubicBezTo>
                  <a:cubicBezTo>
                    <a:pt x="42441" y="24152"/>
                    <a:pt x="42272" y="24135"/>
                    <a:pt x="42103" y="24135"/>
                  </a:cubicBezTo>
                  <a:cubicBezTo>
                    <a:pt x="41655" y="24135"/>
                    <a:pt x="41198" y="24101"/>
                    <a:pt x="40741" y="24042"/>
                  </a:cubicBezTo>
                  <a:cubicBezTo>
                    <a:pt x="40707" y="24000"/>
                    <a:pt x="40064" y="23966"/>
                    <a:pt x="40123" y="23932"/>
                  </a:cubicBezTo>
                  <a:lnTo>
                    <a:pt x="40123" y="23932"/>
                  </a:lnTo>
                  <a:cubicBezTo>
                    <a:pt x="40315" y="23958"/>
                    <a:pt x="40407" y="23968"/>
                    <a:pt x="40439" y="23968"/>
                  </a:cubicBezTo>
                  <a:cubicBezTo>
                    <a:pt x="40482" y="23968"/>
                    <a:pt x="40423" y="23951"/>
                    <a:pt x="40352" y="23932"/>
                  </a:cubicBezTo>
                  <a:cubicBezTo>
                    <a:pt x="40039" y="23924"/>
                    <a:pt x="39734" y="23890"/>
                    <a:pt x="39430" y="23847"/>
                  </a:cubicBezTo>
                  <a:cubicBezTo>
                    <a:pt x="39565" y="23847"/>
                    <a:pt x="39369" y="23812"/>
                    <a:pt x="39441" y="23812"/>
                  </a:cubicBezTo>
                  <a:cubicBezTo>
                    <a:pt x="39468" y="23812"/>
                    <a:pt x="39533" y="23817"/>
                    <a:pt x="39667" y="23831"/>
                  </a:cubicBezTo>
                  <a:cubicBezTo>
                    <a:pt x="38990" y="23737"/>
                    <a:pt x="38626" y="23687"/>
                    <a:pt x="38279" y="23670"/>
                  </a:cubicBezTo>
                  <a:cubicBezTo>
                    <a:pt x="37183" y="23544"/>
                    <a:pt x="37942" y="23576"/>
                    <a:pt x="36900" y="23437"/>
                  </a:cubicBezTo>
                  <a:lnTo>
                    <a:pt x="36900" y="23437"/>
                  </a:lnTo>
                  <a:cubicBezTo>
                    <a:pt x="36940" y="23441"/>
                    <a:pt x="36981" y="23441"/>
                    <a:pt x="37027" y="23441"/>
                  </a:cubicBezTo>
                  <a:cubicBezTo>
                    <a:pt x="36799" y="23416"/>
                    <a:pt x="36570" y="23374"/>
                    <a:pt x="36350" y="23340"/>
                  </a:cubicBezTo>
                  <a:lnTo>
                    <a:pt x="36350" y="23340"/>
                  </a:lnTo>
                  <a:lnTo>
                    <a:pt x="36570" y="23399"/>
                  </a:lnTo>
                  <a:lnTo>
                    <a:pt x="35767" y="23281"/>
                  </a:lnTo>
                  <a:cubicBezTo>
                    <a:pt x="35668" y="23269"/>
                    <a:pt x="35616" y="23264"/>
                    <a:pt x="35595" y="23264"/>
                  </a:cubicBezTo>
                  <a:cubicBezTo>
                    <a:pt x="35513" y="23264"/>
                    <a:pt x="35948" y="23342"/>
                    <a:pt x="35894" y="23348"/>
                  </a:cubicBezTo>
                  <a:lnTo>
                    <a:pt x="36063" y="23348"/>
                  </a:lnTo>
                  <a:cubicBezTo>
                    <a:pt x="36384" y="23408"/>
                    <a:pt x="36850" y="23458"/>
                    <a:pt x="36909" y="23492"/>
                  </a:cubicBezTo>
                  <a:cubicBezTo>
                    <a:pt x="36706" y="23458"/>
                    <a:pt x="36503" y="23433"/>
                    <a:pt x="36291" y="23424"/>
                  </a:cubicBezTo>
                  <a:lnTo>
                    <a:pt x="36291" y="23424"/>
                  </a:lnTo>
                  <a:lnTo>
                    <a:pt x="36799" y="23501"/>
                  </a:lnTo>
                  <a:cubicBezTo>
                    <a:pt x="36850" y="23518"/>
                    <a:pt x="36900" y="23534"/>
                    <a:pt x="36960" y="23551"/>
                  </a:cubicBezTo>
                  <a:cubicBezTo>
                    <a:pt x="37459" y="23627"/>
                    <a:pt x="37848" y="23687"/>
                    <a:pt x="38144" y="23704"/>
                  </a:cubicBezTo>
                  <a:cubicBezTo>
                    <a:pt x="37932" y="23670"/>
                    <a:pt x="37806" y="23678"/>
                    <a:pt x="37619" y="23636"/>
                  </a:cubicBezTo>
                  <a:cubicBezTo>
                    <a:pt x="37873" y="23636"/>
                    <a:pt x="38491" y="23729"/>
                    <a:pt x="39100" y="23797"/>
                  </a:cubicBezTo>
                  <a:cubicBezTo>
                    <a:pt x="39117" y="23805"/>
                    <a:pt x="39303" y="23831"/>
                    <a:pt x="39227" y="23831"/>
                  </a:cubicBezTo>
                  <a:cubicBezTo>
                    <a:pt x="39210" y="23831"/>
                    <a:pt x="39108" y="23822"/>
                    <a:pt x="39049" y="23814"/>
                  </a:cubicBezTo>
                  <a:lnTo>
                    <a:pt x="39049" y="23814"/>
                  </a:lnTo>
                  <a:cubicBezTo>
                    <a:pt x="39091" y="23831"/>
                    <a:pt x="38753" y="23805"/>
                    <a:pt x="39320" y="23881"/>
                  </a:cubicBezTo>
                  <a:lnTo>
                    <a:pt x="38922" y="23873"/>
                  </a:lnTo>
                  <a:lnTo>
                    <a:pt x="38694" y="23873"/>
                  </a:lnTo>
                  <a:cubicBezTo>
                    <a:pt x="38364" y="23831"/>
                    <a:pt x="37899" y="23771"/>
                    <a:pt x="37636" y="23721"/>
                  </a:cubicBezTo>
                  <a:lnTo>
                    <a:pt x="37653" y="23721"/>
                  </a:lnTo>
                  <a:cubicBezTo>
                    <a:pt x="37374" y="23678"/>
                    <a:pt x="36757" y="23611"/>
                    <a:pt x="36714" y="23568"/>
                  </a:cubicBezTo>
                  <a:cubicBezTo>
                    <a:pt x="36601" y="23558"/>
                    <a:pt x="36366" y="23523"/>
                    <a:pt x="36334" y="23523"/>
                  </a:cubicBezTo>
                  <a:cubicBezTo>
                    <a:pt x="36317" y="23523"/>
                    <a:pt x="36366" y="23534"/>
                    <a:pt x="36545" y="23568"/>
                  </a:cubicBezTo>
                  <a:lnTo>
                    <a:pt x="35724" y="23450"/>
                  </a:lnTo>
                  <a:cubicBezTo>
                    <a:pt x="35832" y="23431"/>
                    <a:pt x="35432" y="23346"/>
                    <a:pt x="35560" y="23346"/>
                  </a:cubicBezTo>
                  <a:cubicBezTo>
                    <a:pt x="35604" y="23346"/>
                    <a:pt x="35710" y="23356"/>
                    <a:pt x="35919" y="23382"/>
                  </a:cubicBezTo>
                  <a:lnTo>
                    <a:pt x="35115" y="23264"/>
                  </a:lnTo>
                  <a:lnTo>
                    <a:pt x="35200" y="23264"/>
                  </a:lnTo>
                  <a:cubicBezTo>
                    <a:pt x="35259" y="23272"/>
                    <a:pt x="35318" y="23281"/>
                    <a:pt x="35369" y="23298"/>
                  </a:cubicBezTo>
                  <a:cubicBezTo>
                    <a:pt x="35397" y="23299"/>
                    <a:pt x="35419" y="23300"/>
                    <a:pt x="35435" y="23300"/>
                  </a:cubicBezTo>
                  <a:cubicBezTo>
                    <a:pt x="35584" y="23300"/>
                    <a:pt x="35200" y="23231"/>
                    <a:pt x="34802" y="23162"/>
                  </a:cubicBezTo>
                  <a:lnTo>
                    <a:pt x="34692" y="23162"/>
                  </a:lnTo>
                  <a:cubicBezTo>
                    <a:pt x="34320" y="23078"/>
                    <a:pt x="34092" y="23010"/>
                    <a:pt x="33584" y="22925"/>
                  </a:cubicBezTo>
                  <a:cubicBezTo>
                    <a:pt x="33178" y="22875"/>
                    <a:pt x="32781" y="22841"/>
                    <a:pt x="32375" y="22782"/>
                  </a:cubicBezTo>
                  <a:lnTo>
                    <a:pt x="32028" y="22714"/>
                  </a:lnTo>
                  <a:cubicBezTo>
                    <a:pt x="31887" y="22667"/>
                    <a:pt x="31428" y="22577"/>
                    <a:pt x="31527" y="22577"/>
                  </a:cubicBezTo>
                  <a:cubicBezTo>
                    <a:pt x="31535" y="22577"/>
                    <a:pt x="31546" y="22577"/>
                    <a:pt x="31562" y="22579"/>
                  </a:cubicBezTo>
                  <a:cubicBezTo>
                    <a:pt x="31551" y="22573"/>
                    <a:pt x="31551" y="22570"/>
                    <a:pt x="31562" y="22570"/>
                  </a:cubicBezTo>
                  <a:cubicBezTo>
                    <a:pt x="31598" y="22570"/>
                    <a:pt x="31743" y="22599"/>
                    <a:pt x="31918" y="22638"/>
                  </a:cubicBezTo>
                  <a:cubicBezTo>
                    <a:pt x="31935" y="22646"/>
                    <a:pt x="31928" y="22646"/>
                    <a:pt x="31922" y="22646"/>
                  </a:cubicBezTo>
                  <a:cubicBezTo>
                    <a:pt x="31916" y="22646"/>
                    <a:pt x="31909" y="22646"/>
                    <a:pt x="31926" y="22655"/>
                  </a:cubicBezTo>
                  <a:cubicBezTo>
                    <a:pt x="32002" y="22646"/>
                    <a:pt x="32028" y="22638"/>
                    <a:pt x="31757" y="22562"/>
                  </a:cubicBezTo>
                  <a:lnTo>
                    <a:pt x="31757" y="22562"/>
                  </a:lnTo>
                  <a:cubicBezTo>
                    <a:pt x="32036" y="22621"/>
                    <a:pt x="32070" y="22629"/>
                    <a:pt x="32273" y="22663"/>
                  </a:cubicBezTo>
                  <a:lnTo>
                    <a:pt x="32012" y="22602"/>
                  </a:lnTo>
                  <a:lnTo>
                    <a:pt x="32012" y="22602"/>
                  </a:lnTo>
                  <a:cubicBezTo>
                    <a:pt x="32220" y="22650"/>
                    <a:pt x="32485" y="22690"/>
                    <a:pt x="32688" y="22722"/>
                  </a:cubicBezTo>
                  <a:cubicBezTo>
                    <a:pt x="32785" y="22743"/>
                    <a:pt x="32888" y="22758"/>
                    <a:pt x="32992" y="22758"/>
                  </a:cubicBezTo>
                  <a:cubicBezTo>
                    <a:pt x="33015" y="22758"/>
                    <a:pt x="33037" y="22758"/>
                    <a:pt x="33060" y="22756"/>
                  </a:cubicBezTo>
                  <a:lnTo>
                    <a:pt x="33060" y="22756"/>
                  </a:lnTo>
                  <a:cubicBezTo>
                    <a:pt x="33053" y="22757"/>
                    <a:pt x="33047" y="22757"/>
                    <a:pt x="33040" y="22757"/>
                  </a:cubicBezTo>
                  <a:cubicBezTo>
                    <a:pt x="32900" y="22757"/>
                    <a:pt x="32651" y="22677"/>
                    <a:pt x="32434" y="22621"/>
                  </a:cubicBezTo>
                  <a:lnTo>
                    <a:pt x="32434" y="22621"/>
                  </a:lnTo>
                  <a:cubicBezTo>
                    <a:pt x="32557" y="22644"/>
                    <a:pt x="32773" y="22680"/>
                    <a:pt x="32799" y="22680"/>
                  </a:cubicBezTo>
                  <a:cubicBezTo>
                    <a:pt x="32810" y="22680"/>
                    <a:pt x="32784" y="22673"/>
                    <a:pt x="32696" y="22655"/>
                  </a:cubicBezTo>
                  <a:cubicBezTo>
                    <a:pt x="32625" y="22649"/>
                    <a:pt x="32232" y="22573"/>
                    <a:pt x="32181" y="22573"/>
                  </a:cubicBezTo>
                  <a:cubicBezTo>
                    <a:pt x="32158" y="22573"/>
                    <a:pt x="32201" y="22588"/>
                    <a:pt x="32366" y="22629"/>
                  </a:cubicBezTo>
                  <a:cubicBezTo>
                    <a:pt x="32129" y="22587"/>
                    <a:pt x="31816" y="22528"/>
                    <a:pt x="31554" y="22469"/>
                  </a:cubicBezTo>
                  <a:lnTo>
                    <a:pt x="31554" y="22469"/>
                  </a:lnTo>
                  <a:cubicBezTo>
                    <a:pt x="31658" y="22485"/>
                    <a:pt x="31705" y="22491"/>
                    <a:pt x="31725" y="22491"/>
                  </a:cubicBezTo>
                  <a:cubicBezTo>
                    <a:pt x="31765" y="22491"/>
                    <a:pt x="31695" y="22469"/>
                    <a:pt x="31757" y="22469"/>
                  </a:cubicBezTo>
                  <a:cubicBezTo>
                    <a:pt x="31691" y="22452"/>
                    <a:pt x="31622" y="22443"/>
                    <a:pt x="31554" y="22443"/>
                  </a:cubicBezTo>
                  <a:cubicBezTo>
                    <a:pt x="31517" y="22443"/>
                    <a:pt x="31480" y="22446"/>
                    <a:pt x="31444" y="22452"/>
                  </a:cubicBezTo>
                  <a:cubicBezTo>
                    <a:pt x="30657" y="22257"/>
                    <a:pt x="30361" y="22122"/>
                    <a:pt x="29473" y="21927"/>
                  </a:cubicBezTo>
                  <a:cubicBezTo>
                    <a:pt x="29466" y="21926"/>
                    <a:pt x="29462" y="21926"/>
                    <a:pt x="29460" y="21926"/>
                  </a:cubicBezTo>
                  <a:cubicBezTo>
                    <a:pt x="29429" y="21926"/>
                    <a:pt x="30001" y="22046"/>
                    <a:pt x="29921" y="22046"/>
                  </a:cubicBezTo>
                  <a:cubicBezTo>
                    <a:pt x="29270" y="21927"/>
                    <a:pt x="29092" y="21817"/>
                    <a:pt x="28534" y="21690"/>
                  </a:cubicBezTo>
                  <a:lnTo>
                    <a:pt x="28534" y="21690"/>
                  </a:lnTo>
                  <a:lnTo>
                    <a:pt x="28678" y="21766"/>
                  </a:lnTo>
                  <a:cubicBezTo>
                    <a:pt x="28500" y="21724"/>
                    <a:pt x="28086" y="21623"/>
                    <a:pt x="27874" y="21572"/>
                  </a:cubicBezTo>
                  <a:cubicBezTo>
                    <a:pt x="27835" y="21552"/>
                    <a:pt x="27475" y="21436"/>
                    <a:pt x="27520" y="21436"/>
                  </a:cubicBezTo>
                  <a:cubicBezTo>
                    <a:pt x="27534" y="21436"/>
                    <a:pt x="27581" y="21446"/>
                    <a:pt x="27680" y="21470"/>
                  </a:cubicBezTo>
                  <a:cubicBezTo>
                    <a:pt x="27375" y="21377"/>
                    <a:pt x="27071" y="21310"/>
                    <a:pt x="26758" y="21259"/>
                  </a:cubicBezTo>
                  <a:cubicBezTo>
                    <a:pt x="26411" y="21191"/>
                    <a:pt x="26072" y="21107"/>
                    <a:pt x="25734" y="21005"/>
                  </a:cubicBezTo>
                  <a:lnTo>
                    <a:pt x="25734" y="21005"/>
                  </a:lnTo>
                  <a:cubicBezTo>
                    <a:pt x="26233" y="21157"/>
                    <a:pt x="26292" y="21166"/>
                    <a:pt x="26690" y="21284"/>
                  </a:cubicBezTo>
                  <a:cubicBezTo>
                    <a:pt x="26545" y="21249"/>
                    <a:pt x="26491" y="21238"/>
                    <a:pt x="26482" y="21238"/>
                  </a:cubicBezTo>
                  <a:cubicBezTo>
                    <a:pt x="26463" y="21238"/>
                    <a:pt x="26605" y="21282"/>
                    <a:pt x="26571" y="21293"/>
                  </a:cubicBezTo>
                  <a:cubicBezTo>
                    <a:pt x="26376" y="21215"/>
                    <a:pt x="25844" y="21071"/>
                    <a:pt x="25869" y="21071"/>
                  </a:cubicBezTo>
                  <a:cubicBezTo>
                    <a:pt x="25877" y="21071"/>
                    <a:pt x="25934" y="21084"/>
                    <a:pt x="26064" y="21115"/>
                  </a:cubicBezTo>
                  <a:cubicBezTo>
                    <a:pt x="25734" y="21014"/>
                    <a:pt x="25057" y="20819"/>
                    <a:pt x="24896" y="20785"/>
                  </a:cubicBezTo>
                  <a:lnTo>
                    <a:pt x="24896" y="20785"/>
                  </a:lnTo>
                  <a:lnTo>
                    <a:pt x="25170" y="20879"/>
                  </a:lnTo>
                  <a:lnTo>
                    <a:pt x="25170" y="20879"/>
                  </a:lnTo>
                  <a:cubicBezTo>
                    <a:pt x="25232" y="20896"/>
                    <a:pt x="25302" y="20915"/>
                    <a:pt x="25379" y="20937"/>
                  </a:cubicBezTo>
                  <a:cubicBezTo>
                    <a:pt x="25669" y="21029"/>
                    <a:pt x="25731" y="21053"/>
                    <a:pt x="25712" y="21053"/>
                  </a:cubicBezTo>
                  <a:cubicBezTo>
                    <a:pt x="25692" y="21053"/>
                    <a:pt x="25585" y="21027"/>
                    <a:pt x="25555" y="21027"/>
                  </a:cubicBezTo>
                  <a:cubicBezTo>
                    <a:pt x="25532" y="21027"/>
                    <a:pt x="25557" y="21043"/>
                    <a:pt x="25709" y="21098"/>
                  </a:cubicBezTo>
                  <a:lnTo>
                    <a:pt x="26309" y="21242"/>
                  </a:lnTo>
                  <a:lnTo>
                    <a:pt x="26309" y="21242"/>
                  </a:lnTo>
                  <a:lnTo>
                    <a:pt x="26030" y="21157"/>
                  </a:lnTo>
                  <a:cubicBezTo>
                    <a:pt x="26032" y="21157"/>
                    <a:pt x="26033" y="21157"/>
                    <a:pt x="26035" y="21157"/>
                  </a:cubicBezTo>
                  <a:cubicBezTo>
                    <a:pt x="26142" y="21157"/>
                    <a:pt x="26778" y="21371"/>
                    <a:pt x="26875" y="21371"/>
                  </a:cubicBezTo>
                  <a:cubicBezTo>
                    <a:pt x="26887" y="21371"/>
                    <a:pt x="26891" y="21368"/>
                    <a:pt x="26884" y="21360"/>
                  </a:cubicBezTo>
                  <a:lnTo>
                    <a:pt x="26884" y="21360"/>
                  </a:lnTo>
                  <a:cubicBezTo>
                    <a:pt x="27477" y="21546"/>
                    <a:pt x="27663" y="21580"/>
                    <a:pt x="28323" y="21783"/>
                  </a:cubicBezTo>
                  <a:cubicBezTo>
                    <a:pt x="28347" y="21787"/>
                    <a:pt x="28362" y="21789"/>
                    <a:pt x="28369" y="21789"/>
                  </a:cubicBezTo>
                  <a:cubicBezTo>
                    <a:pt x="28407" y="21789"/>
                    <a:pt x="28271" y="21749"/>
                    <a:pt x="28127" y="21710"/>
                  </a:cubicBezTo>
                  <a:lnTo>
                    <a:pt x="28127" y="21710"/>
                  </a:lnTo>
                  <a:cubicBezTo>
                    <a:pt x="28398" y="21779"/>
                    <a:pt x="28458" y="21760"/>
                    <a:pt x="28855" y="21885"/>
                  </a:cubicBezTo>
                  <a:cubicBezTo>
                    <a:pt x="28914" y="21900"/>
                    <a:pt x="28948" y="21907"/>
                    <a:pt x="28960" y="21907"/>
                  </a:cubicBezTo>
                  <a:cubicBezTo>
                    <a:pt x="28988" y="21907"/>
                    <a:pt x="28881" y="21866"/>
                    <a:pt x="28670" y="21808"/>
                  </a:cubicBezTo>
                  <a:lnTo>
                    <a:pt x="28670" y="21808"/>
                  </a:lnTo>
                  <a:cubicBezTo>
                    <a:pt x="28964" y="21883"/>
                    <a:pt x="29257" y="21940"/>
                    <a:pt x="29583" y="22029"/>
                  </a:cubicBezTo>
                  <a:lnTo>
                    <a:pt x="29202" y="21910"/>
                  </a:lnTo>
                  <a:lnTo>
                    <a:pt x="29202" y="21910"/>
                  </a:lnTo>
                  <a:lnTo>
                    <a:pt x="29600" y="22003"/>
                  </a:lnTo>
                  <a:lnTo>
                    <a:pt x="29270" y="21910"/>
                  </a:lnTo>
                  <a:lnTo>
                    <a:pt x="29270" y="21910"/>
                  </a:lnTo>
                  <a:cubicBezTo>
                    <a:pt x="30031" y="22088"/>
                    <a:pt x="30903" y="22308"/>
                    <a:pt x="31300" y="22418"/>
                  </a:cubicBezTo>
                  <a:cubicBezTo>
                    <a:pt x="31131" y="22392"/>
                    <a:pt x="30936" y="22359"/>
                    <a:pt x="30733" y="22316"/>
                  </a:cubicBezTo>
                  <a:lnTo>
                    <a:pt x="30124" y="22172"/>
                  </a:lnTo>
                  <a:cubicBezTo>
                    <a:pt x="29718" y="22088"/>
                    <a:pt x="29346" y="22003"/>
                    <a:pt x="29152" y="21978"/>
                  </a:cubicBezTo>
                  <a:lnTo>
                    <a:pt x="29152" y="21978"/>
                  </a:lnTo>
                  <a:cubicBezTo>
                    <a:pt x="29295" y="22029"/>
                    <a:pt x="29684" y="22079"/>
                    <a:pt x="29862" y="22156"/>
                  </a:cubicBezTo>
                  <a:lnTo>
                    <a:pt x="30074" y="22181"/>
                  </a:lnTo>
                  <a:cubicBezTo>
                    <a:pt x="30353" y="22232"/>
                    <a:pt x="30623" y="22299"/>
                    <a:pt x="30886" y="22384"/>
                  </a:cubicBezTo>
                  <a:cubicBezTo>
                    <a:pt x="30251" y="22257"/>
                    <a:pt x="30082" y="22232"/>
                    <a:pt x="29752" y="22181"/>
                  </a:cubicBezTo>
                  <a:cubicBezTo>
                    <a:pt x="29701" y="22172"/>
                    <a:pt x="29642" y="22164"/>
                    <a:pt x="29591" y="22147"/>
                  </a:cubicBezTo>
                  <a:cubicBezTo>
                    <a:pt x="29405" y="22105"/>
                    <a:pt x="29101" y="22029"/>
                    <a:pt x="28923" y="21995"/>
                  </a:cubicBezTo>
                  <a:cubicBezTo>
                    <a:pt x="28800" y="21963"/>
                    <a:pt x="28790" y="21956"/>
                    <a:pt x="28811" y="21956"/>
                  </a:cubicBezTo>
                  <a:cubicBezTo>
                    <a:pt x="28829" y="21956"/>
                    <a:pt x="28869" y="21961"/>
                    <a:pt x="28881" y="21961"/>
                  </a:cubicBezTo>
                  <a:cubicBezTo>
                    <a:pt x="28128" y="21733"/>
                    <a:pt x="27578" y="21673"/>
                    <a:pt x="26783" y="21436"/>
                  </a:cubicBezTo>
                  <a:cubicBezTo>
                    <a:pt x="26783" y="21421"/>
                    <a:pt x="26284" y="21270"/>
                    <a:pt x="26324" y="21270"/>
                  </a:cubicBezTo>
                  <a:cubicBezTo>
                    <a:pt x="26329" y="21270"/>
                    <a:pt x="26340" y="21271"/>
                    <a:pt x="26360" y="21276"/>
                  </a:cubicBezTo>
                  <a:cubicBezTo>
                    <a:pt x="25895" y="21140"/>
                    <a:pt x="25632" y="21090"/>
                    <a:pt x="25319" y="21022"/>
                  </a:cubicBezTo>
                  <a:cubicBezTo>
                    <a:pt x="25267" y="20984"/>
                    <a:pt x="24745" y="20846"/>
                    <a:pt x="24804" y="20846"/>
                  </a:cubicBezTo>
                  <a:cubicBezTo>
                    <a:pt x="24810" y="20846"/>
                    <a:pt x="24823" y="20848"/>
                    <a:pt x="24843" y="20851"/>
                  </a:cubicBezTo>
                  <a:lnTo>
                    <a:pt x="24843" y="20851"/>
                  </a:lnTo>
                  <a:cubicBezTo>
                    <a:pt x="24695" y="20826"/>
                    <a:pt x="24554" y="20793"/>
                    <a:pt x="24414" y="20760"/>
                  </a:cubicBezTo>
                  <a:cubicBezTo>
                    <a:pt x="24127" y="20658"/>
                    <a:pt x="23518" y="20481"/>
                    <a:pt x="23425" y="20430"/>
                  </a:cubicBezTo>
                  <a:cubicBezTo>
                    <a:pt x="23103" y="20337"/>
                    <a:pt x="23323" y="20438"/>
                    <a:pt x="22883" y="20286"/>
                  </a:cubicBezTo>
                  <a:cubicBezTo>
                    <a:pt x="22896" y="20286"/>
                    <a:pt x="22892" y="20282"/>
                    <a:pt x="22896" y="20282"/>
                  </a:cubicBezTo>
                  <a:cubicBezTo>
                    <a:pt x="22897" y="20282"/>
                    <a:pt x="22899" y="20282"/>
                    <a:pt x="22902" y="20283"/>
                  </a:cubicBezTo>
                  <a:lnTo>
                    <a:pt x="22902" y="20283"/>
                  </a:lnTo>
                  <a:cubicBezTo>
                    <a:pt x="22682" y="20207"/>
                    <a:pt x="22264" y="20062"/>
                    <a:pt x="22071" y="20015"/>
                  </a:cubicBezTo>
                  <a:lnTo>
                    <a:pt x="22071" y="20015"/>
                  </a:lnTo>
                  <a:cubicBezTo>
                    <a:pt x="22376" y="20125"/>
                    <a:pt x="22139" y="20041"/>
                    <a:pt x="22502" y="20176"/>
                  </a:cubicBezTo>
                  <a:cubicBezTo>
                    <a:pt x="22409" y="20159"/>
                    <a:pt x="22325" y="20134"/>
                    <a:pt x="22232" y="20100"/>
                  </a:cubicBezTo>
                  <a:cubicBezTo>
                    <a:pt x="22071" y="20049"/>
                    <a:pt x="21868" y="19981"/>
                    <a:pt x="21657" y="19905"/>
                  </a:cubicBezTo>
                  <a:lnTo>
                    <a:pt x="21657" y="19905"/>
                  </a:lnTo>
                  <a:cubicBezTo>
                    <a:pt x="21767" y="19936"/>
                    <a:pt x="21819" y="19948"/>
                    <a:pt x="21833" y="19948"/>
                  </a:cubicBezTo>
                  <a:cubicBezTo>
                    <a:pt x="21885" y="19948"/>
                    <a:pt x="21421" y="19784"/>
                    <a:pt x="21450" y="19784"/>
                  </a:cubicBezTo>
                  <a:cubicBezTo>
                    <a:pt x="21454" y="19784"/>
                    <a:pt x="21468" y="19788"/>
                    <a:pt x="21496" y="19795"/>
                  </a:cubicBezTo>
                  <a:cubicBezTo>
                    <a:pt x="20591" y="19491"/>
                    <a:pt x="20066" y="19330"/>
                    <a:pt x="19305" y="19093"/>
                  </a:cubicBezTo>
                  <a:cubicBezTo>
                    <a:pt x="18417" y="18780"/>
                    <a:pt x="17334" y="18340"/>
                    <a:pt x="16649" y="18078"/>
                  </a:cubicBezTo>
                  <a:lnTo>
                    <a:pt x="16649" y="18078"/>
                  </a:lnTo>
                  <a:lnTo>
                    <a:pt x="16733" y="18120"/>
                  </a:lnTo>
                  <a:lnTo>
                    <a:pt x="16319" y="17968"/>
                  </a:lnTo>
                  <a:cubicBezTo>
                    <a:pt x="16090" y="17875"/>
                    <a:pt x="16327" y="17934"/>
                    <a:pt x="15963" y="17791"/>
                  </a:cubicBezTo>
                  <a:lnTo>
                    <a:pt x="15963" y="17791"/>
                  </a:lnTo>
                  <a:cubicBezTo>
                    <a:pt x="16099" y="17816"/>
                    <a:pt x="16598" y="18053"/>
                    <a:pt x="16978" y="18180"/>
                  </a:cubicBezTo>
                  <a:cubicBezTo>
                    <a:pt x="16832" y="18112"/>
                    <a:pt x="16787" y="18088"/>
                    <a:pt x="16799" y="18088"/>
                  </a:cubicBezTo>
                  <a:cubicBezTo>
                    <a:pt x="16829" y="18088"/>
                    <a:pt x="17223" y="18243"/>
                    <a:pt x="17251" y="18243"/>
                  </a:cubicBezTo>
                  <a:cubicBezTo>
                    <a:pt x="17259" y="18243"/>
                    <a:pt x="17236" y="18230"/>
                    <a:pt x="17165" y="18197"/>
                  </a:cubicBezTo>
                  <a:cubicBezTo>
                    <a:pt x="16877" y="18112"/>
                    <a:pt x="16589" y="18010"/>
                    <a:pt x="16319" y="17884"/>
                  </a:cubicBezTo>
                  <a:cubicBezTo>
                    <a:pt x="15938" y="17714"/>
                    <a:pt x="15523" y="17537"/>
                    <a:pt x="15244" y="17427"/>
                  </a:cubicBezTo>
                  <a:cubicBezTo>
                    <a:pt x="15103" y="17361"/>
                    <a:pt x="15056" y="17336"/>
                    <a:pt x="15058" y="17334"/>
                  </a:cubicBezTo>
                  <a:lnTo>
                    <a:pt x="15058" y="17334"/>
                  </a:lnTo>
                  <a:lnTo>
                    <a:pt x="15058" y="17334"/>
                  </a:lnTo>
                  <a:cubicBezTo>
                    <a:pt x="14855" y="17232"/>
                    <a:pt x="14787" y="17198"/>
                    <a:pt x="14796" y="17181"/>
                  </a:cubicBezTo>
                  <a:cubicBezTo>
                    <a:pt x="14517" y="17055"/>
                    <a:pt x="14221" y="16911"/>
                    <a:pt x="13933" y="16775"/>
                  </a:cubicBezTo>
                  <a:cubicBezTo>
                    <a:pt x="13637" y="16640"/>
                    <a:pt x="13366" y="16513"/>
                    <a:pt x="13121" y="16412"/>
                  </a:cubicBezTo>
                  <a:lnTo>
                    <a:pt x="13121" y="16412"/>
                  </a:lnTo>
                  <a:cubicBezTo>
                    <a:pt x="13323" y="16504"/>
                    <a:pt x="13368" y="16527"/>
                    <a:pt x="13359" y="16527"/>
                  </a:cubicBezTo>
                  <a:cubicBezTo>
                    <a:pt x="13351" y="16527"/>
                    <a:pt x="13291" y="16505"/>
                    <a:pt x="13276" y="16505"/>
                  </a:cubicBezTo>
                  <a:cubicBezTo>
                    <a:pt x="13261" y="16505"/>
                    <a:pt x="13298" y="16530"/>
                    <a:pt x="13502" y="16632"/>
                  </a:cubicBezTo>
                  <a:cubicBezTo>
                    <a:pt x="13409" y="16589"/>
                    <a:pt x="13256" y="16530"/>
                    <a:pt x="13096" y="16445"/>
                  </a:cubicBezTo>
                  <a:cubicBezTo>
                    <a:pt x="12935" y="16361"/>
                    <a:pt x="12749" y="16268"/>
                    <a:pt x="12571" y="16175"/>
                  </a:cubicBezTo>
                  <a:lnTo>
                    <a:pt x="12571" y="16175"/>
                  </a:lnTo>
                  <a:cubicBezTo>
                    <a:pt x="12630" y="16203"/>
                    <a:pt x="12656" y="16214"/>
                    <a:pt x="12662" y="16214"/>
                  </a:cubicBezTo>
                  <a:cubicBezTo>
                    <a:pt x="12681" y="16214"/>
                    <a:pt x="12531" y="16122"/>
                    <a:pt x="12544" y="16122"/>
                  </a:cubicBezTo>
                  <a:cubicBezTo>
                    <a:pt x="12553" y="16122"/>
                    <a:pt x="12636" y="16163"/>
                    <a:pt x="12893" y="16302"/>
                  </a:cubicBezTo>
                  <a:cubicBezTo>
                    <a:pt x="12800" y="16217"/>
                    <a:pt x="12503" y="16107"/>
                    <a:pt x="12165" y="15921"/>
                  </a:cubicBezTo>
                  <a:lnTo>
                    <a:pt x="12165" y="15921"/>
                  </a:lnTo>
                  <a:cubicBezTo>
                    <a:pt x="12254" y="15963"/>
                    <a:pt x="12400" y="16031"/>
                    <a:pt x="12520" y="16086"/>
                  </a:cubicBezTo>
                  <a:lnTo>
                    <a:pt x="12520" y="16086"/>
                  </a:lnTo>
                  <a:cubicBezTo>
                    <a:pt x="12429" y="16043"/>
                    <a:pt x="12329" y="15991"/>
                    <a:pt x="12224" y="15929"/>
                  </a:cubicBezTo>
                  <a:cubicBezTo>
                    <a:pt x="12047" y="15828"/>
                    <a:pt x="11852" y="15718"/>
                    <a:pt x="11666" y="15616"/>
                  </a:cubicBezTo>
                  <a:cubicBezTo>
                    <a:pt x="11302" y="15397"/>
                    <a:pt x="10981" y="15193"/>
                    <a:pt x="10879" y="15151"/>
                  </a:cubicBezTo>
                  <a:cubicBezTo>
                    <a:pt x="10499" y="14957"/>
                    <a:pt x="9932" y="14627"/>
                    <a:pt x="9483" y="14364"/>
                  </a:cubicBezTo>
                  <a:lnTo>
                    <a:pt x="8832" y="13891"/>
                  </a:lnTo>
                  <a:cubicBezTo>
                    <a:pt x="8595" y="13730"/>
                    <a:pt x="8367" y="13561"/>
                    <a:pt x="8138" y="13383"/>
                  </a:cubicBezTo>
                  <a:lnTo>
                    <a:pt x="8138" y="13383"/>
                  </a:lnTo>
                  <a:lnTo>
                    <a:pt x="8231" y="13434"/>
                  </a:lnTo>
                  <a:cubicBezTo>
                    <a:pt x="7969" y="13239"/>
                    <a:pt x="7563" y="12926"/>
                    <a:pt x="7191" y="12613"/>
                  </a:cubicBezTo>
                  <a:lnTo>
                    <a:pt x="7123" y="12529"/>
                  </a:lnTo>
                  <a:lnTo>
                    <a:pt x="6616" y="12097"/>
                  </a:lnTo>
                  <a:cubicBezTo>
                    <a:pt x="6421" y="11928"/>
                    <a:pt x="6218" y="11734"/>
                    <a:pt x="6032" y="11556"/>
                  </a:cubicBezTo>
                  <a:lnTo>
                    <a:pt x="6032" y="11556"/>
                  </a:lnTo>
                  <a:cubicBezTo>
                    <a:pt x="6018" y="11563"/>
                    <a:pt x="6250" y="11776"/>
                    <a:pt x="6234" y="11776"/>
                  </a:cubicBezTo>
                  <a:cubicBezTo>
                    <a:pt x="6231" y="11776"/>
                    <a:pt x="6216" y="11766"/>
                    <a:pt x="6184" y="11742"/>
                  </a:cubicBezTo>
                  <a:lnTo>
                    <a:pt x="6184" y="11742"/>
                  </a:lnTo>
                  <a:cubicBezTo>
                    <a:pt x="6338" y="11882"/>
                    <a:pt x="6475" y="12004"/>
                    <a:pt x="6484" y="12004"/>
                  </a:cubicBezTo>
                  <a:cubicBezTo>
                    <a:pt x="6486" y="12004"/>
                    <a:pt x="6482" y="11999"/>
                    <a:pt x="6472" y="11987"/>
                  </a:cubicBezTo>
                  <a:lnTo>
                    <a:pt x="6472" y="11987"/>
                  </a:lnTo>
                  <a:cubicBezTo>
                    <a:pt x="6658" y="12157"/>
                    <a:pt x="6658" y="12173"/>
                    <a:pt x="6802" y="12326"/>
                  </a:cubicBezTo>
                  <a:cubicBezTo>
                    <a:pt x="6548" y="12114"/>
                    <a:pt x="6311" y="11894"/>
                    <a:pt x="6066" y="11674"/>
                  </a:cubicBezTo>
                  <a:cubicBezTo>
                    <a:pt x="6040" y="11649"/>
                    <a:pt x="6015" y="11624"/>
                    <a:pt x="5990" y="11598"/>
                  </a:cubicBezTo>
                  <a:lnTo>
                    <a:pt x="5914" y="11564"/>
                  </a:lnTo>
                  <a:cubicBezTo>
                    <a:pt x="5762" y="11413"/>
                    <a:pt x="5703" y="11347"/>
                    <a:pt x="5715" y="11347"/>
                  </a:cubicBezTo>
                  <a:cubicBezTo>
                    <a:pt x="5717" y="11347"/>
                    <a:pt x="5721" y="11349"/>
                    <a:pt x="5727" y="11353"/>
                  </a:cubicBezTo>
                  <a:cubicBezTo>
                    <a:pt x="5524" y="11158"/>
                    <a:pt x="5389" y="11040"/>
                    <a:pt x="5254" y="10913"/>
                  </a:cubicBezTo>
                  <a:cubicBezTo>
                    <a:pt x="5118" y="10778"/>
                    <a:pt x="4983" y="10634"/>
                    <a:pt x="4788" y="10422"/>
                  </a:cubicBezTo>
                  <a:lnTo>
                    <a:pt x="4788" y="10422"/>
                  </a:lnTo>
                  <a:cubicBezTo>
                    <a:pt x="4882" y="10507"/>
                    <a:pt x="4949" y="10575"/>
                    <a:pt x="5042" y="10659"/>
                  </a:cubicBezTo>
                  <a:cubicBezTo>
                    <a:pt x="5098" y="10715"/>
                    <a:pt x="5161" y="10782"/>
                    <a:pt x="5239" y="10862"/>
                  </a:cubicBezTo>
                  <a:lnTo>
                    <a:pt x="5239" y="10862"/>
                  </a:lnTo>
                  <a:lnTo>
                    <a:pt x="5144" y="10752"/>
                  </a:lnTo>
                  <a:lnTo>
                    <a:pt x="4915" y="10507"/>
                  </a:lnTo>
                  <a:lnTo>
                    <a:pt x="4915" y="10507"/>
                  </a:lnTo>
                  <a:cubicBezTo>
                    <a:pt x="5107" y="10706"/>
                    <a:pt x="5793" y="11393"/>
                    <a:pt x="5837" y="11393"/>
                  </a:cubicBezTo>
                  <a:cubicBezTo>
                    <a:pt x="5841" y="11393"/>
                    <a:pt x="5839" y="11386"/>
                    <a:pt x="5829" y="11370"/>
                  </a:cubicBezTo>
                  <a:cubicBezTo>
                    <a:pt x="5288" y="10879"/>
                    <a:pt x="4560" y="10109"/>
                    <a:pt x="4137" y="9627"/>
                  </a:cubicBezTo>
                  <a:cubicBezTo>
                    <a:pt x="4044" y="9492"/>
                    <a:pt x="3917" y="9323"/>
                    <a:pt x="3773" y="9137"/>
                  </a:cubicBezTo>
                  <a:lnTo>
                    <a:pt x="3536" y="8840"/>
                  </a:lnTo>
                  <a:cubicBezTo>
                    <a:pt x="3460" y="8739"/>
                    <a:pt x="3384" y="8621"/>
                    <a:pt x="3308" y="8511"/>
                  </a:cubicBezTo>
                  <a:cubicBezTo>
                    <a:pt x="3274" y="8456"/>
                    <a:pt x="3208" y="8354"/>
                    <a:pt x="3222" y="8354"/>
                  </a:cubicBezTo>
                  <a:cubicBezTo>
                    <a:pt x="3224" y="8354"/>
                    <a:pt x="3227" y="8356"/>
                    <a:pt x="3233" y="8360"/>
                  </a:cubicBezTo>
                  <a:lnTo>
                    <a:pt x="3233" y="8360"/>
                  </a:lnTo>
                  <a:cubicBezTo>
                    <a:pt x="2834" y="7791"/>
                    <a:pt x="2436" y="7139"/>
                    <a:pt x="2124" y="6624"/>
                  </a:cubicBezTo>
                  <a:lnTo>
                    <a:pt x="1997" y="6311"/>
                  </a:lnTo>
                  <a:cubicBezTo>
                    <a:pt x="1819" y="5956"/>
                    <a:pt x="1770" y="5878"/>
                    <a:pt x="1762" y="5878"/>
                  </a:cubicBezTo>
                  <a:cubicBezTo>
                    <a:pt x="1759" y="5878"/>
                    <a:pt x="1763" y="5892"/>
                    <a:pt x="1768" y="5905"/>
                  </a:cubicBezTo>
                  <a:cubicBezTo>
                    <a:pt x="1771" y="5921"/>
                    <a:pt x="1773" y="5937"/>
                    <a:pt x="1767" y="5937"/>
                  </a:cubicBezTo>
                  <a:cubicBezTo>
                    <a:pt x="1754" y="5937"/>
                    <a:pt x="1702" y="5852"/>
                    <a:pt x="1532" y="5482"/>
                  </a:cubicBezTo>
                  <a:cubicBezTo>
                    <a:pt x="1439" y="5220"/>
                    <a:pt x="1007" y="4162"/>
                    <a:pt x="1032" y="4112"/>
                  </a:cubicBezTo>
                  <a:cubicBezTo>
                    <a:pt x="956" y="3909"/>
                    <a:pt x="931" y="3816"/>
                    <a:pt x="906" y="3790"/>
                  </a:cubicBezTo>
                  <a:lnTo>
                    <a:pt x="906" y="3790"/>
                  </a:lnTo>
                  <a:cubicBezTo>
                    <a:pt x="953" y="3938"/>
                    <a:pt x="1054" y="4226"/>
                    <a:pt x="1041" y="4226"/>
                  </a:cubicBezTo>
                  <a:cubicBezTo>
                    <a:pt x="1038" y="4226"/>
                    <a:pt x="1028" y="4207"/>
                    <a:pt x="1007" y="4162"/>
                  </a:cubicBezTo>
                  <a:cubicBezTo>
                    <a:pt x="886" y="3809"/>
                    <a:pt x="835" y="3631"/>
                    <a:pt x="757" y="3360"/>
                  </a:cubicBezTo>
                  <a:lnTo>
                    <a:pt x="757" y="3360"/>
                  </a:lnTo>
                  <a:cubicBezTo>
                    <a:pt x="765" y="3379"/>
                    <a:pt x="775" y="3402"/>
                    <a:pt x="787" y="3418"/>
                  </a:cubicBezTo>
                  <a:cubicBezTo>
                    <a:pt x="797" y="3443"/>
                    <a:pt x="804" y="3461"/>
                    <a:pt x="805" y="3461"/>
                  </a:cubicBezTo>
                  <a:cubicBezTo>
                    <a:pt x="805" y="3461"/>
                    <a:pt x="803" y="3451"/>
                    <a:pt x="796" y="3426"/>
                  </a:cubicBezTo>
                  <a:cubicBezTo>
                    <a:pt x="736" y="3240"/>
                    <a:pt x="677" y="3020"/>
                    <a:pt x="610" y="2775"/>
                  </a:cubicBezTo>
                  <a:lnTo>
                    <a:pt x="559" y="2589"/>
                  </a:lnTo>
                  <a:lnTo>
                    <a:pt x="516" y="2394"/>
                  </a:lnTo>
                  <a:lnTo>
                    <a:pt x="432" y="2005"/>
                  </a:lnTo>
                  <a:cubicBezTo>
                    <a:pt x="364" y="1743"/>
                    <a:pt x="330" y="1472"/>
                    <a:pt x="288" y="1227"/>
                  </a:cubicBezTo>
                  <a:lnTo>
                    <a:pt x="222" y="889"/>
                  </a:lnTo>
                  <a:lnTo>
                    <a:pt x="222" y="889"/>
                  </a:lnTo>
                  <a:cubicBezTo>
                    <a:pt x="238" y="972"/>
                    <a:pt x="247" y="1073"/>
                    <a:pt x="271" y="1244"/>
                  </a:cubicBezTo>
                  <a:cubicBezTo>
                    <a:pt x="246" y="1159"/>
                    <a:pt x="229" y="1066"/>
                    <a:pt x="212" y="973"/>
                  </a:cubicBezTo>
                  <a:lnTo>
                    <a:pt x="212" y="973"/>
                  </a:lnTo>
                  <a:cubicBezTo>
                    <a:pt x="195" y="1016"/>
                    <a:pt x="280" y="1345"/>
                    <a:pt x="313" y="1726"/>
                  </a:cubicBezTo>
                  <a:lnTo>
                    <a:pt x="195" y="1092"/>
                  </a:lnTo>
                  <a:lnTo>
                    <a:pt x="220" y="1455"/>
                  </a:lnTo>
                  <a:lnTo>
                    <a:pt x="153" y="1092"/>
                  </a:lnTo>
                  <a:cubicBezTo>
                    <a:pt x="127" y="973"/>
                    <a:pt x="110" y="855"/>
                    <a:pt x="94" y="728"/>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0"/>
            <p:cNvSpPr/>
            <p:nvPr/>
          </p:nvSpPr>
          <p:spPr>
            <a:xfrm>
              <a:off x="2719900" y="3791275"/>
              <a:ext cx="8150" cy="7025"/>
            </a:xfrm>
            <a:custGeom>
              <a:rect b="b" l="l" r="r" t="t"/>
              <a:pathLst>
                <a:path extrusionOk="0" h="281" w="326">
                  <a:moveTo>
                    <a:pt x="321" y="1"/>
                  </a:moveTo>
                  <a:cubicBezTo>
                    <a:pt x="305" y="15"/>
                    <a:pt x="294" y="26"/>
                    <a:pt x="287" y="35"/>
                  </a:cubicBezTo>
                  <a:lnTo>
                    <a:pt x="287" y="35"/>
                  </a:lnTo>
                  <a:cubicBezTo>
                    <a:pt x="287" y="35"/>
                    <a:pt x="288" y="35"/>
                    <a:pt x="288" y="35"/>
                  </a:cubicBezTo>
                  <a:cubicBezTo>
                    <a:pt x="305" y="26"/>
                    <a:pt x="313" y="18"/>
                    <a:pt x="321" y="1"/>
                  </a:cubicBezTo>
                  <a:close/>
                  <a:moveTo>
                    <a:pt x="287" y="35"/>
                  </a:moveTo>
                  <a:cubicBezTo>
                    <a:pt x="272" y="45"/>
                    <a:pt x="253" y="52"/>
                    <a:pt x="243" y="52"/>
                  </a:cubicBezTo>
                  <a:cubicBezTo>
                    <a:pt x="237" y="52"/>
                    <a:pt x="234" y="50"/>
                    <a:pt x="237" y="43"/>
                  </a:cubicBezTo>
                  <a:lnTo>
                    <a:pt x="237" y="43"/>
                  </a:lnTo>
                  <a:cubicBezTo>
                    <a:pt x="186" y="102"/>
                    <a:pt x="178" y="85"/>
                    <a:pt x="186" y="119"/>
                  </a:cubicBezTo>
                  <a:cubicBezTo>
                    <a:pt x="173" y="141"/>
                    <a:pt x="150" y="154"/>
                    <a:pt x="137" y="154"/>
                  </a:cubicBezTo>
                  <a:cubicBezTo>
                    <a:pt x="124" y="154"/>
                    <a:pt x="119" y="144"/>
                    <a:pt x="135" y="119"/>
                  </a:cubicBezTo>
                  <a:lnTo>
                    <a:pt x="135" y="119"/>
                  </a:lnTo>
                  <a:lnTo>
                    <a:pt x="42" y="212"/>
                  </a:lnTo>
                  <a:lnTo>
                    <a:pt x="110" y="179"/>
                  </a:lnTo>
                  <a:lnTo>
                    <a:pt x="110" y="179"/>
                  </a:lnTo>
                  <a:cubicBezTo>
                    <a:pt x="110" y="212"/>
                    <a:pt x="0" y="238"/>
                    <a:pt x="0" y="280"/>
                  </a:cubicBezTo>
                  <a:lnTo>
                    <a:pt x="118" y="195"/>
                  </a:lnTo>
                  <a:lnTo>
                    <a:pt x="118" y="212"/>
                  </a:lnTo>
                  <a:cubicBezTo>
                    <a:pt x="144" y="179"/>
                    <a:pt x="178" y="162"/>
                    <a:pt x="212" y="145"/>
                  </a:cubicBezTo>
                  <a:lnTo>
                    <a:pt x="212" y="145"/>
                  </a:lnTo>
                  <a:cubicBezTo>
                    <a:pt x="212" y="153"/>
                    <a:pt x="220" y="153"/>
                    <a:pt x="203" y="170"/>
                  </a:cubicBezTo>
                  <a:cubicBezTo>
                    <a:pt x="326" y="83"/>
                    <a:pt x="245" y="89"/>
                    <a:pt x="287" y="3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0"/>
            <p:cNvSpPr/>
            <p:nvPr/>
          </p:nvSpPr>
          <p:spPr>
            <a:xfrm>
              <a:off x="2727925" y="3785575"/>
              <a:ext cx="8050" cy="8275"/>
            </a:xfrm>
            <a:custGeom>
              <a:rect b="b" l="l" r="r" t="t"/>
              <a:pathLst>
                <a:path extrusionOk="0" h="331" w="322">
                  <a:moveTo>
                    <a:pt x="280" y="0"/>
                  </a:moveTo>
                  <a:lnTo>
                    <a:pt x="280" y="0"/>
                  </a:lnTo>
                  <a:cubicBezTo>
                    <a:pt x="220" y="51"/>
                    <a:pt x="204" y="60"/>
                    <a:pt x="170" y="102"/>
                  </a:cubicBezTo>
                  <a:cubicBezTo>
                    <a:pt x="127" y="136"/>
                    <a:pt x="77" y="170"/>
                    <a:pt x="26" y="187"/>
                  </a:cubicBezTo>
                  <a:cubicBezTo>
                    <a:pt x="17" y="204"/>
                    <a:pt x="17" y="220"/>
                    <a:pt x="0" y="237"/>
                  </a:cubicBezTo>
                  <a:lnTo>
                    <a:pt x="17" y="229"/>
                  </a:lnTo>
                  <a:lnTo>
                    <a:pt x="43" y="263"/>
                  </a:lnTo>
                  <a:cubicBezTo>
                    <a:pt x="60" y="246"/>
                    <a:pt x="77" y="229"/>
                    <a:pt x="102" y="212"/>
                  </a:cubicBezTo>
                  <a:lnTo>
                    <a:pt x="102" y="212"/>
                  </a:lnTo>
                  <a:lnTo>
                    <a:pt x="34" y="330"/>
                  </a:lnTo>
                  <a:cubicBezTo>
                    <a:pt x="37" y="331"/>
                    <a:pt x="39" y="331"/>
                    <a:pt x="42" y="331"/>
                  </a:cubicBezTo>
                  <a:cubicBezTo>
                    <a:pt x="93" y="331"/>
                    <a:pt x="172" y="253"/>
                    <a:pt x="220" y="237"/>
                  </a:cubicBezTo>
                  <a:cubicBezTo>
                    <a:pt x="175" y="237"/>
                    <a:pt x="202" y="219"/>
                    <a:pt x="192" y="219"/>
                  </a:cubicBezTo>
                  <a:cubicBezTo>
                    <a:pt x="187" y="219"/>
                    <a:pt x="173" y="223"/>
                    <a:pt x="136" y="237"/>
                  </a:cubicBezTo>
                  <a:lnTo>
                    <a:pt x="161" y="170"/>
                  </a:lnTo>
                  <a:lnTo>
                    <a:pt x="254" y="119"/>
                  </a:lnTo>
                  <a:cubicBezTo>
                    <a:pt x="247" y="104"/>
                    <a:pt x="284" y="65"/>
                    <a:pt x="267" y="65"/>
                  </a:cubicBezTo>
                  <a:cubicBezTo>
                    <a:pt x="264" y="65"/>
                    <a:pt x="260" y="66"/>
                    <a:pt x="254" y="68"/>
                  </a:cubicBezTo>
                  <a:cubicBezTo>
                    <a:pt x="246" y="85"/>
                    <a:pt x="229" y="94"/>
                    <a:pt x="220" y="102"/>
                  </a:cubicBezTo>
                  <a:cubicBezTo>
                    <a:pt x="212" y="68"/>
                    <a:pt x="322" y="9"/>
                    <a:pt x="28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0"/>
            <p:cNvSpPr/>
            <p:nvPr/>
          </p:nvSpPr>
          <p:spPr>
            <a:xfrm>
              <a:off x="2727925" y="3791500"/>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0"/>
            <p:cNvSpPr/>
            <p:nvPr/>
          </p:nvSpPr>
          <p:spPr>
            <a:xfrm>
              <a:off x="2656450" y="3718325"/>
              <a:ext cx="9325" cy="2350"/>
            </a:xfrm>
            <a:custGeom>
              <a:rect b="b" l="l" r="r" t="t"/>
              <a:pathLst>
                <a:path extrusionOk="0" h="94" w="373">
                  <a:moveTo>
                    <a:pt x="186" y="0"/>
                  </a:moveTo>
                  <a:lnTo>
                    <a:pt x="0" y="77"/>
                  </a:lnTo>
                  <a:cubicBezTo>
                    <a:pt x="10" y="79"/>
                    <a:pt x="18" y="81"/>
                    <a:pt x="25" y="81"/>
                  </a:cubicBezTo>
                  <a:cubicBezTo>
                    <a:pt x="53" y="81"/>
                    <a:pt x="56" y="58"/>
                    <a:pt x="106" y="58"/>
                  </a:cubicBezTo>
                  <a:cubicBezTo>
                    <a:pt x="106" y="58"/>
                    <a:pt x="107" y="58"/>
                    <a:pt x="107" y="58"/>
                  </a:cubicBezTo>
                  <a:lnTo>
                    <a:pt x="107" y="58"/>
                  </a:lnTo>
                  <a:cubicBezTo>
                    <a:pt x="102" y="62"/>
                    <a:pt x="98" y="68"/>
                    <a:pt x="93" y="77"/>
                  </a:cubicBezTo>
                  <a:lnTo>
                    <a:pt x="372" y="93"/>
                  </a:lnTo>
                  <a:cubicBezTo>
                    <a:pt x="364" y="77"/>
                    <a:pt x="288" y="60"/>
                    <a:pt x="339" y="60"/>
                  </a:cubicBezTo>
                  <a:cubicBezTo>
                    <a:pt x="322" y="51"/>
                    <a:pt x="305" y="47"/>
                    <a:pt x="288" y="47"/>
                  </a:cubicBezTo>
                  <a:cubicBezTo>
                    <a:pt x="271" y="47"/>
                    <a:pt x="254" y="51"/>
                    <a:pt x="237" y="60"/>
                  </a:cubicBezTo>
                  <a:lnTo>
                    <a:pt x="254" y="43"/>
                  </a:lnTo>
                  <a:lnTo>
                    <a:pt x="254" y="43"/>
                  </a:lnTo>
                  <a:cubicBezTo>
                    <a:pt x="243" y="45"/>
                    <a:pt x="233" y="47"/>
                    <a:pt x="224" y="47"/>
                  </a:cubicBezTo>
                  <a:cubicBezTo>
                    <a:pt x="177" y="47"/>
                    <a:pt x="158" y="15"/>
                    <a:pt x="18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0"/>
            <p:cNvSpPr/>
            <p:nvPr/>
          </p:nvSpPr>
          <p:spPr>
            <a:xfrm>
              <a:off x="2514325" y="3708175"/>
              <a:ext cx="1075" cy="225"/>
            </a:xfrm>
            <a:custGeom>
              <a:rect b="b" l="l" r="r" t="t"/>
              <a:pathLst>
                <a:path extrusionOk="0" h="9" w="43">
                  <a:moveTo>
                    <a:pt x="34" y="0"/>
                  </a:moveTo>
                  <a:cubicBezTo>
                    <a:pt x="17" y="0"/>
                    <a:pt x="9" y="9"/>
                    <a:pt x="1" y="9"/>
                  </a:cubicBezTo>
                  <a:cubicBezTo>
                    <a:pt x="34" y="9"/>
                    <a:pt x="43" y="9"/>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0"/>
            <p:cNvSpPr/>
            <p:nvPr/>
          </p:nvSpPr>
          <p:spPr>
            <a:xfrm>
              <a:off x="2653700" y="3720850"/>
              <a:ext cx="1500" cy="675"/>
            </a:xfrm>
            <a:custGeom>
              <a:rect b="b" l="l" r="r" t="t"/>
              <a:pathLst>
                <a:path extrusionOk="0" h="27" w="60">
                  <a:moveTo>
                    <a:pt x="59" y="1"/>
                  </a:moveTo>
                  <a:lnTo>
                    <a:pt x="30" y="14"/>
                  </a:lnTo>
                  <a:lnTo>
                    <a:pt x="30" y="14"/>
                  </a:lnTo>
                  <a:cubicBezTo>
                    <a:pt x="40" y="9"/>
                    <a:pt x="51" y="5"/>
                    <a:pt x="59" y="1"/>
                  </a:cubicBezTo>
                  <a:close/>
                  <a:moveTo>
                    <a:pt x="30" y="14"/>
                  </a:moveTo>
                  <a:lnTo>
                    <a:pt x="30" y="14"/>
                  </a:lnTo>
                  <a:cubicBezTo>
                    <a:pt x="19" y="18"/>
                    <a:pt x="9" y="22"/>
                    <a:pt x="0" y="26"/>
                  </a:cubicBezTo>
                  <a:lnTo>
                    <a:pt x="30" y="14"/>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0"/>
            <p:cNvSpPr/>
            <p:nvPr/>
          </p:nvSpPr>
          <p:spPr>
            <a:xfrm>
              <a:off x="2665125" y="3710925"/>
              <a:ext cx="650" cy="225"/>
            </a:xfrm>
            <a:custGeom>
              <a:rect b="b" l="l" r="r" t="t"/>
              <a:pathLst>
                <a:path extrusionOk="0" h="9" w="26">
                  <a:moveTo>
                    <a:pt x="25" y="0"/>
                  </a:moveTo>
                  <a:lnTo>
                    <a:pt x="25" y="0"/>
                  </a:lnTo>
                  <a:lnTo>
                    <a:pt x="0" y="9"/>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0"/>
            <p:cNvSpPr/>
            <p:nvPr/>
          </p:nvSpPr>
          <p:spPr>
            <a:xfrm>
              <a:off x="2622825" y="3721075"/>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0"/>
            <p:cNvSpPr/>
            <p:nvPr/>
          </p:nvSpPr>
          <p:spPr>
            <a:xfrm>
              <a:off x="2677600" y="3708175"/>
              <a:ext cx="7625" cy="2400"/>
            </a:xfrm>
            <a:custGeom>
              <a:rect b="b" l="l" r="r" t="t"/>
              <a:pathLst>
                <a:path extrusionOk="0" h="96" w="305">
                  <a:moveTo>
                    <a:pt x="161" y="0"/>
                  </a:moveTo>
                  <a:cubicBezTo>
                    <a:pt x="152" y="0"/>
                    <a:pt x="102" y="0"/>
                    <a:pt x="119" y="9"/>
                  </a:cubicBezTo>
                  <a:lnTo>
                    <a:pt x="144" y="9"/>
                  </a:lnTo>
                  <a:cubicBezTo>
                    <a:pt x="76" y="43"/>
                    <a:pt x="110" y="60"/>
                    <a:pt x="0" y="76"/>
                  </a:cubicBezTo>
                  <a:cubicBezTo>
                    <a:pt x="21" y="89"/>
                    <a:pt x="45" y="96"/>
                    <a:pt x="68" y="96"/>
                  </a:cubicBezTo>
                  <a:cubicBezTo>
                    <a:pt x="91" y="96"/>
                    <a:pt x="114" y="89"/>
                    <a:pt x="136" y="76"/>
                  </a:cubicBezTo>
                  <a:lnTo>
                    <a:pt x="169" y="76"/>
                  </a:lnTo>
                  <a:lnTo>
                    <a:pt x="271" y="34"/>
                  </a:lnTo>
                  <a:lnTo>
                    <a:pt x="305" y="0"/>
                  </a:lnTo>
                  <a:lnTo>
                    <a:pt x="178" y="26"/>
                  </a:lnTo>
                  <a:cubicBezTo>
                    <a:pt x="195" y="9"/>
                    <a:pt x="136" y="9"/>
                    <a:pt x="16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0"/>
            <p:cNvSpPr/>
            <p:nvPr/>
          </p:nvSpPr>
          <p:spPr>
            <a:xfrm>
              <a:off x="2558525" y="3706275"/>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0"/>
            <p:cNvSpPr/>
            <p:nvPr/>
          </p:nvSpPr>
          <p:spPr>
            <a:xfrm>
              <a:off x="2558525" y="3705850"/>
              <a:ext cx="875" cy="450"/>
            </a:xfrm>
            <a:custGeom>
              <a:rect b="b" l="l" r="r" t="t"/>
              <a:pathLst>
                <a:path extrusionOk="0" h="18" w="35">
                  <a:moveTo>
                    <a:pt x="9" y="0"/>
                  </a:moveTo>
                  <a:lnTo>
                    <a:pt x="1" y="17"/>
                  </a:lnTo>
                  <a:cubicBezTo>
                    <a:pt x="9" y="9"/>
                    <a:pt x="34"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0"/>
            <p:cNvSpPr/>
            <p:nvPr/>
          </p:nvSpPr>
          <p:spPr>
            <a:xfrm>
              <a:off x="2655175" y="3720225"/>
              <a:ext cx="1075" cy="650"/>
            </a:xfrm>
            <a:custGeom>
              <a:rect b="b" l="l" r="r" t="t"/>
              <a:pathLst>
                <a:path extrusionOk="0" h="26" w="43">
                  <a:moveTo>
                    <a:pt x="26" y="1"/>
                  </a:moveTo>
                  <a:cubicBezTo>
                    <a:pt x="17" y="9"/>
                    <a:pt x="9" y="17"/>
                    <a:pt x="0" y="26"/>
                  </a:cubicBez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0"/>
            <p:cNvSpPr/>
            <p:nvPr/>
          </p:nvSpPr>
          <p:spPr>
            <a:xfrm>
              <a:off x="2658350" y="3717900"/>
              <a:ext cx="3625" cy="450"/>
            </a:xfrm>
            <a:custGeom>
              <a:rect b="b" l="l" r="r" t="t"/>
              <a:pathLst>
                <a:path extrusionOk="0" h="18" w="145">
                  <a:moveTo>
                    <a:pt x="144" y="0"/>
                  </a:moveTo>
                  <a:lnTo>
                    <a:pt x="144" y="0"/>
                  </a:lnTo>
                  <a:cubicBezTo>
                    <a:pt x="102" y="17"/>
                    <a:pt x="51" y="17"/>
                    <a:pt x="0" y="17"/>
                  </a:cubicBezTo>
                  <a:lnTo>
                    <a:pt x="102" y="17"/>
                  </a:lnTo>
                  <a:lnTo>
                    <a:pt x="14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0"/>
            <p:cNvSpPr/>
            <p:nvPr/>
          </p:nvSpPr>
          <p:spPr>
            <a:xfrm>
              <a:off x="2610825" y="3719175"/>
              <a:ext cx="42900" cy="6400"/>
            </a:xfrm>
            <a:custGeom>
              <a:rect b="b" l="l" r="r" t="t"/>
              <a:pathLst>
                <a:path extrusionOk="0" h="256" w="1716">
                  <a:moveTo>
                    <a:pt x="806" y="66"/>
                  </a:moveTo>
                  <a:lnTo>
                    <a:pt x="827" y="68"/>
                  </a:lnTo>
                  <a:cubicBezTo>
                    <a:pt x="820" y="67"/>
                    <a:pt x="813" y="66"/>
                    <a:pt x="806" y="66"/>
                  </a:cubicBezTo>
                  <a:close/>
                  <a:moveTo>
                    <a:pt x="1715" y="76"/>
                  </a:moveTo>
                  <a:lnTo>
                    <a:pt x="1706" y="80"/>
                  </a:lnTo>
                  <a:lnTo>
                    <a:pt x="1706" y="80"/>
                  </a:lnTo>
                  <a:cubicBezTo>
                    <a:pt x="1709" y="79"/>
                    <a:pt x="1712" y="78"/>
                    <a:pt x="1715" y="76"/>
                  </a:cubicBezTo>
                  <a:close/>
                  <a:moveTo>
                    <a:pt x="585" y="167"/>
                  </a:moveTo>
                  <a:cubicBezTo>
                    <a:pt x="575" y="168"/>
                    <a:pt x="566" y="170"/>
                    <a:pt x="556" y="171"/>
                  </a:cubicBezTo>
                  <a:lnTo>
                    <a:pt x="556" y="171"/>
                  </a:lnTo>
                  <a:cubicBezTo>
                    <a:pt x="566" y="170"/>
                    <a:pt x="576" y="169"/>
                    <a:pt x="585" y="167"/>
                  </a:cubicBezTo>
                  <a:close/>
                  <a:moveTo>
                    <a:pt x="143" y="192"/>
                  </a:moveTo>
                  <a:cubicBezTo>
                    <a:pt x="145" y="198"/>
                    <a:pt x="152" y="203"/>
                    <a:pt x="159" y="203"/>
                  </a:cubicBezTo>
                  <a:cubicBezTo>
                    <a:pt x="155" y="199"/>
                    <a:pt x="150" y="195"/>
                    <a:pt x="143" y="192"/>
                  </a:cubicBezTo>
                  <a:close/>
                  <a:moveTo>
                    <a:pt x="133" y="110"/>
                  </a:moveTo>
                  <a:cubicBezTo>
                    <a:pt x="57" y="110"/>
                    <a:pt x="57" y="127"/>
                    <a:pt x="15" y="144"/>
                  </a:cubicBezTo>
                  <a:cubicBezTo>
                    <a:pt x="0" y="173"/>
                    <a:pt x="99" y="171"/>
                    <a:pt x="143" y="192"/>
                  </a:cubicBezTo>
                  <a:lnTo>
                    <a:pt x="143" y="192"/>
                  </a:lnTo>
                  <a:cubicBezTo>
                    <a:pt x="142" y="190"/>
                    <a:pt x="142" y="188"/>
                    <a:pt x="142" y="186"/>
                  </a:cubicBezTo>
                  <a:lnTo>
                    <a:pt x="142" y="186"/>
                  </a:lnTo>
                  <a:lnTo>
                    <a:pt x="209" y="203"/>
                  </a:lnTo>
                  <a:cubicBezTo>
                    <a:pt x="150" y="186"/>
                    <a:pt x="226" y="161"/>
                    <a:pt x="260" y="161"/>
                  </a:cubicBezTo>
                  <a:cubicBezTo>
                    <a:pt x="294" y="161"/>
                    <a:pt x="336" y="161"/>
                    <a:pt x="328" y="178"/>
                  </a:cubicBezTo>
                  <a:lnTo>
                    <a:pt x="286" y="178"/>
                  </a:lnTo>
                  <a:cubicBezTo>
                    <a:pt x="295" y="181"/>
                    <a:pt x="304" y="182"/>
                    <a:pt x="314" y="182"/>
                  </a:cubicBezTo>
                  <a:cubicBezTo>
                    <a:pt x="346" y="182"/>
                    <a:pt x="382" y="170"/>
                    <a:pt x="415" y="170"/>
                  </a:cubicBezTo>
                  <a:cubicBezTo>
                    <a:pt x="429" y="170"/>
                    <a:pt x="442" y="172"/>
                    <a:pt x="455" y="178"/>
                  </a:cubicBezTo>
                  <a:cubicBezTo>
                    <a:pt x="455" y="186"/>
                    <a:pt x="438" y="186"/>
                    <a:pt x="429" y="195"/>
                  </a:cubicBezTo>
                  <a:cubicBezTo>
                    <a:pt x="472" y="184"/>
                    <a:pt x="514" y="177"/>
                    <a:pt x="556" y="171"/>
                  </a:cubicBezTo>
                  <a:lnTo>
                    <a:pt x="556" y="171"/>
                  </a:lnTo>
                  <a:cubicBezTo>
                    <a:pt x="547" y="172"/>
                    <a:pt x="537" y="172"/>
                    <a:pt x="528" y="172"/>
                  </a:cubicBezTo>
                  <a:cubicBezTo>
                    <a:pt x="496" y="172"/>
                    <a:pt x="462" y="168"/>
                    <a:pt x="438" y="161"/>
                  </a:cubicBezTo>
                  <a:cubicBezTo>
                    <a:pt x="379" y="127"/>
                    <a:pt x="506" y="144"/>
                    <a:pt x="522" y="110"/>
                  </a:cubicBezTo>
                  <a:cubicBezTo>
                    <a:pt x="446" y="110"/>
                    <a:pt x="463" y="119"/>
                    <a:pt x="429" y="136"/>
                  </a:cubicBezTo>
                  <a:cubicBezTo>
                    <a:pt x="410" y="132"/>
                    <a:pt x="390" y="131"/>
                    <a:pt x="370" y="131"/>
                  </a:cubicBezTo>
                  <a:cubicBezTo>
                    <a:pt x="327" y="131"/>
                    <a:pt x="282" y="136"/>
                    <a:pt x="241" y="136"/>
                  </a:cubicBezTo>
                  <a:cubicBezTo>
                    <a:pt x="199" y="136"/>
                    <a:pt x="161" y="131"/>
                    <a:pt x="133" y="110"/>
                  </a:cubicBezTo>
                  <a:close/>
                  <a:moveTo>
                    <a:pt x="1504" y="0"/>
                  </a:moveTo>
                  <a:cubicBezTo>
                    <a:pt x="1284" y="17"/>
                    <a:pt x="1132" y="102"/>
                    <a:pt x="920" y="136"/>
                  </a:cubicBezTo>
                  <a:cubicBezTo>
                    <a:pt x="912" y="110"/>
                    <a:pt x="751" y="110"/>
                    <a:pt x="675" y="93"/>
                  </a:cubicBezTo>
                  <a:cubicBezTo>
                    <a:pt x="706" y="74"/>
                    <a:pt x="743" y="65"/>
                    <a:pt x="784" y="65"/>
                  </a:cubicBezTo>
                  <a:cubicBezTo>
                    <a:pt x="791" y="65"/>
                    <a:pt x="799" y="65"/>
                    <a:pt x="806" y="66"/>
                  </a:cubicBezTo>
                  <a:lnTo>
                    <a:pt x="806" y="66"/>
                  </a:lnTo>
                  <a:lnTo>
                    <a:pt x="675" y="51"/>
                  </a:lnTo>
                  <a:lnTo>
                    <a:pt x="649" y="110"/>
                  </a:lnTo>
                  <a:cubicBezTo>
                    <a:pt x="429" y="102"/>
                    <a:pt x="709" y="76"/>
                    <a:pt x="607" y="51"/>
                  </a:cubicBezTo>
                  <a:lnTo>
                    <a:pt x="607" y="51"/>
                  </a:lnTo>
                  <a:cubicBezTo>
                    <a:pt x="565" y="59"/>
                    <a:pt x="522" y="68"/>
                    <a:pt x="480" y="76"/>
                  </a:cubicBezTo>
                  <a:cubicBezTo>
                    <a:pt x="658" y="76"/>
                    <a:pt x="455" y="144"/>
                    <a:pt x="632" y="144"/>
                  </a:cubicBezTo>
                  <a:cubicBezTo>
                    <a:pt x="624" y="155"/>
                    <a:pt x="607" y="163"/>
                    <a:pt x="585" y="167"/>
                  </a:cubicBezTo>
                  <a:lnTo>
                    <a:pt x="585" y="167"/>
                  </a:lnTo>
                  <a:cubicBezTo>
                    <a:pt x="601" y="165"/>
                    <a:pt x="617" y="163"/>
                    <a:pt x="632" y="161"/>
                  </a:cubicBezTo>
                  <a:lnTo>
                    <a:pt x="632" y="161"/>
                  </a:lnTo>
                  <a:lnTo>
                    <a:pt x="582" y="195"/>
                  </a:lnTo>
                  <a:cubicBezTo>
                    <a:pt x="625" y="185"/>
                    <a:pt x="670" y="180"/>
                    <a:pt x="715" y="180"/>
                  </a:cubicBezTo>
                  <a:cubicBezTo>
                    <a:pt x="784" y="180"/>
                    <a:pt x="853" y="191"/>
                    <a:pt x="920" y="212"/>
                  </a:cubicBezTo>
                  <a:cubicBezTo>
                    <a:pt x="912" y="203"/>
                    <a:pt x="886" y="203"/>
                    <a:pt x="903" y="195"/>
                  </a:cubicBezTo>
                  <a:cubicBezTo>
                    <a:pt x="962" y="195"/>
                    <a:pt x="1013" y="220"/>
                    <a:pt x="979" y="237"/>
                  </a:cubicBezTo>
                  <a:cubicBezTo>
                    <a:pt x="990" y="233"/>
                    <a:pt x="1004" y="231"/>
                    <a:pt x="1020" y="231"/>
                  </a:cubicBezTo>
                  <a:cubicBezTo>
                    <a:pt x="1081" y="231"/>
                    <a:pt x="1169" y="255"/>
                    <a:pt x="1243" y="255"/>
                  </a:cubicBezTo>
                  <a:cubicBezTo>
                    <a:pt x="1267" y="255"/>
                    <a:pt x="1290" y="253"/>
                    <a:pt x="1309" y="246"/>
                  </a:cubicBezTo>
                  <a:lnTo>
                    <a:pt x="1706" y="80"/>
                  </a:lnTo>
                  <a:lnTo>
                    <a:pt x="1706" y="80"/>
                  </a:lnTo>
                  <a:cubicBezTo>
                    <a:pt x="1692" y="85"/>
                    <a:pt x="1678" y="85"/>
                    <a:pt x="1664" y="85"/>
                  </a:cubicBezTo>
                  <a:cubicBezTo>
                    <a:pt x="1631" y="51"/>
                    <a:pt x="1614" y="51"/>
                    <a:pt x="1681" y="26"/>
                  </a:cubicBezTo>
                  <a:lnTo>
                    <a:pt x="1681" y="26"/>
                  </a:lnTo>
                  <a:cubicBezTo>
                    <a:pt x="1623" y="40"/>
                    <a:pt x="1634" y="61"/>
                    <a:pt x="1578" y="61"/>
                  </a:cubicBezTo>
                  <a:cubicBezTo>
                    <a:pt x="1569" y="61"/>
                    <a:pt x="1559" y="61"/>
                    <a:pt x="1546" y="59"/>
                  </a:cubicBezTo>
                  <a:cubicBezTo>
                    <a:pt x="1580" y="51"/>
                    <a:pt x="1597" y="9"/>
                    <a:pt x="150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0"/>
            <p:cNvSpPr/>
            <p:nvPr/>
          </p:nvSpPr>
          <p:spPr>
            <a:xfrm>
              <a:off x="2639525" y="3720650"/>
              <a:ext cx="450" cy="25"/>
            </a:xfrm>
            <a:custGeom>
              <a:rect b="b" l="l" r="r" t="t"/>
              <a:pathLst>
                <a:path extrusionOk="0" h="1" w="18">
                  <a:moveTo>
                    <a:pt x="17" y="0"/>
                  </a:moveTo>
                  <a:cubicBezTo>
                    <a:pt x="17" y="0"/>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0"/>
            <p:cNvSpPr/>
            <p:nvPr/>
          </p:nvSpPr>
          <p:spPr>
            <a:xfrm>
              <a:off x="2631500" y="3721075"/>
              <a:ext cx="425" cy="25"/>
            </a:xfrm>
            <a:custGeom>
              <a:rect b="b" l="l" r="r" t="t"/>
              <a:pathLst>
                <a:path extrusionOk="0" h="1" w="17">
                  <a:moveTo>
                    <a:pt x="17" y="0"/>
                  </a:moveTo>
                  <a:lnTo>
                    <a:pt x="17"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0"/>
            <p:cNvSpPr/>
            <p:nvPr/>
          </p:nvSpPr>
          <p:spPr>
            <a:xfrm>
              <a:off x="2654325" y="3718325"/>
              <a:ext cx="1075" cy="450"/>
            </a:xfrm>
            <a:custGeom>
              <a:rect b="b" l="l" r="r" t="t"/>
              <a:pathLst>
                <a:path extrusionOk="0" h="18" w="43">
                  <a:moveTo>
                    <a:pt x="18" y="0"/>
                  </a:moveTo>
                  <a:cubicBezTo>
                    <a:pt x="9" y="9"/>
                    <a:pt x="1" y="9"/>
                    <a:pt x="9" y="17"/>
                  </a:cubicBezTo>
                  <a:cubicBezTo>
                    <a:pt x="26" y="9"/>
                    <a:pt x="34"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0"/>
            <p:cNvSpPr/>
            <p:nvPr/>
          </p:nvSpPr>
          <p:spPr>
            <a:xfrm>
              <a:off x="2655375" y="3719800"/>
              <a:ext cx="450" cy="250"/>
            </a:xfrm>
            <a:custGeom>
              <a:rect b="b" l="l" r="r" t="t"/>
              <a:pathLst>
                <a:path extrusionOk="0" h="10" w="18">
                  <a:moveTo>
                    <a:pt x="9" y="1"/>
                  </a:moveTo>
                  <a:lnTo>
                    <a:pt x="1" y="9"/>
                  </a:lnTo>
                  <a:lnTo>
                    <a:pt x="18" y="9"/>
                  </a:lnTo>
                  <a:cubicBezTo>
                    <a:pt x="18" y="9"/>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0"/>
            <p:cNvSpPr/>
            <p:nvPr/>
          </p:nvSpPr>
          <p:spPr>
            <a:xfrm>
              <a:off x="2605900" y="3714725"/>
              <a:ext cx="650" cy="25"/>
            </a:xfrm>
            <a:custGeom>
              <a:rect b="b" l="l" r="r" t="t"/>
              <a:pathLst>
                <a:path extrusionOk="0" h="1" w="26">
                  <a:moveTo>
                    <a:pt x="26" y="1"/>
                  </a:moveTo>
                  <a:lnTo>
                    <a:pt x="0" y="1"/>
                  </a:lnTo>
                  <a:cubicBezTo>
                    <a:pt x="9" y="1"/>
                    <a:pt x="17"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0"/>
            <p:cNvSpPr/>
            <p:nvPr/>
          </p:nvSpPr>
          <p:spPr>
            <a:xfrm>
              <a:off x="2617525" y="3718725"/>
              <a:ext cx="23350" cy="2450"/>
            </a:xfrm>
            <a:custGeom>
              <a:rect b="b" l="l" r="r" t="t"/>
              <a:pathLst>
                <a:path extrusionOk="0" h="98" w="934">
                  <a:moveTo>
                    <a:pt x="55" y="1"/>
                  </a:moveTo>
                  <a:cubicBezTo>
                    <a:pt x="22" y="1"/>
                    <a:pt x="1" y="7"/>
                    <a:pt x="1" y="27"/>
                  </a:cubicBezTo>
                  <a:cubicBezTo>
                    <a:pt x="13" y="29"/>
                    <a:pt x="26" y="30"/>
                    <a:pt x="40" y="30"/>
                  </a:cubicBezTo>
                  <a:cubicBezTo>
                    <a:pt x="73" y="30"/>
                    <a:pt x="109" y="24"/>
                    <a:pt x="144" y="18"/>
                  </a:cubicBezTo>
                  <a:lnTo>
                    <a:pt x="144" y="18"/>
                  </a:lnTo>
                  <a:lnTo>
                    <a:pt x="136" y="69"/>
                  </a:lnTo>
                  <a:cubicBezTo>
                    <a:pt x="211" y="69"/>
                    <a:pt x="154" y="36"/>
                    <a:pt x="259" y="35"/>
                  </a:cubicBezTo>
                  <a:lnTo>
                    <a:pt x="259" y="35"/>
                  </a:lnTo>
                  <a:cubicBezTo>
                    <a:pt x="350" y="35"/>
                    <a:pt x="442" y="37"/>
                    <a:pt x="534" y="52"/>
                  </a:cubicBezTo>
                  <a:cubicBezTo>
                    <a:pt x="525" y="69"/>
                    <a:pt x="584" y="69"/>
                    <a:pt x="576" y="94"/>
                  </a:cubicBezTo>
                  <a:cubicBezTo>
                    <a:pt x="589" y="96"/>
                    <a:pt x="602" y="98"/>
                    <a:pt x="615" y="98"/>
                  </a:cubicBezTo>
                  <a:cubicBezTo>
                    <a:pt x="656" y="98"/>
                    <a:pt x="699" y="88"/>
                    <a:pt x="737" y="69"/>
                  </a:cubicBezTo>
                  <a:cubicBezTo>
                    <a:pt x="754" y="73"/>
                    <a:pt x="779" y="73"/>
                    <a:pt x="805" y="73"/>
                  </a:cubicBezTo>
                  <a:cubicBezTo>
                    <a:pt x="832" y="73"/>
                    <a:pt x="859" y="73"/>
                    <a:pt x="880" y="77"/>
                  </a:cubicBezTo>
                  <a:cubicBezTo>
                    <a:pt x="866" y="63"/>
                    <a:pt x="933" y="42"/>
                    <a:pt x="876" y="42"/>
                  </a:cubicBezTo>
                  <a:cubicBezTo>
                    <a:pt x="867" y="42"/>
                    <a:pt x="856" y="42"/>
                    <a:pt x="842" y="43"/>
                  </a:cubicBezTo>
                  <a:lnTo>
                    <a:pt x="842" y="43"/>
                  </a:lnTo>
                  <a:cubicBezTo>
                    <a:pt x="843" y="43"/>
                    <a:pt x="841" y="41"/>
                    <a:pt x="847" y="35"/>
                  </a:cubicBezTo>
                  <a:cubicBezTo>
                    <a:pt x="825" y="28"/>
                    <a:pt x="808" y="26"/>
                    <a:pt x="792" y="26"/>
                  </a:cubicBezTo>
                  <a:cubicBezTo>
                    <a:pt x="759" y="26"/>
                    <a:pt x="733" y="37"/>
                    <a:pt x="694" y="37"/>
                  </a:cubicBezTo>
                  <a:cubicBezTo>
                    <a:pt x="686" y="37"/>
                    <a:pt x="678" y="36"/>
                    <a:pt x="669" y="35"/>
                  </a:cubicBezTo>
                  <a:cubicBezTo>
                    <a:pt x="635" y="18"/>
                    <a:pt x="737" y="18"/>
                    <a:pt x="703" y="10"/>
                  </a:cubicBezTo>
                  <a:lnTo>
                    <a:pt x="703" y="10"/>
                  </a:lnTo>
                  <a:cubicBezTo>
                    <a:pt x="695" y="11"/>
                    <a:pt x="686" y="11"/>
                    <a:pt x="676" y="11"/>
                  </a:cubicBezTo>
                  <a:cubicBezTo>
                    <a:pt x="625" y="11"/>
                    <a:pt x="556" y="1"/>
                    <a:pt x="506" y="1"/>
                  </a:cubicBezTo>
                  <a:cubicBezTo>
                    <a:pt x="468" y="1"/>
                    <a:pt x="441" y="7"/>
                    <a:pt x="441" y="27"/>
                  </a:cubicBezTo>
                  <a:cubicBezTo>
                    <a:pt x="381" y="27"/>
                    <a:pt x="373" y="18"/>
                    <a:pt x="356" y="1"/>
                  </a:cubicBezTo>
                  <a:cubicBezTo>
                    <a:pt x="332" y="13"/>
                    <a:pt x="300" y="17"/>
                    <a:pt x="265" y="17"/>
                  </a:cubicBezTo>
                  <a:cubicBezTo>
                    <a:pt x="193" y="17"/>
                    <a:pt x="109" y="1"/>
                    <a:pt x="5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0"/>
            <p:cNvSpPr/>
            <p:nvPr/>
          </p:nvSpPr>
          <p:spPr>
            <a:xfrm>
              <a:off x="2651375" y="371852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0"/>
            <p:cNvSpPr/>
            <p:nvPr/>
          </p:nvSpPr>
          <p:spPr>
            <a:xfrm>
              <a:off x="2651575" y="3721925"/>
              <a:ext cx="23500" cy="4675"/>
            </a:xfrm>
            <a:custGeom>
              <a:rect b="b" l="l" r="r" t="t"/>
              <a:pathLst>
                <a:path extrusionOk="0" h="187" w="940">
                  <a:moveTo>
                    <a:pt x="787" y="136"/>
                  </a:moveTo>
                  <a:lnTo>
                    <a:pt x="847" y="144"/>
                  </a:lnTo>
                  <a:cubicBezTo>
                    <a:pt x="821" y="144"/>
                    <a:pt x="804" y="144"/>
                    <a:pt x="787" y="136"/>
                  </a:cubicBezTo>
                  <a:close/>
                  <a:moveTo>
                    <a:pt x="644" y="0"/>
                  </a:moveTo>
                  <a:lnTo>
                    <a:pt x="644" y="0"/>
                  </a:lnTo>
                  <a:cubicBezTo>
                    <a:pt x="457" y="17"/>
                    <a:pt x="635" y="93"/>
                    <a:pt x="474" y="93"/>
                  </a:cubicBezTo>
                  <a:lnTo>
                    <a:pt x="364" y="76"/>
                  </a:lnTo>
                  <a:lnTo>
                    <a:pt x="322" y="119"/>
                  </a:lnTo>
                  <a:cubicBezTo>
                    <a:pt x="263" y="119"/>
                    <a:pt x="373" y="85"/>
                    <a:pt x="271" y="85"/>
                  </a:cubicBezTo>
                  <a:cubicBezTo>
                    <a:pt x="262" y="89"/>
                    <a:pt x="250" y="91"/>
                    <a:pt x="237" y="91"/>
                  </a:cubicBezTo>
                  <a:cubicBezTo>
                    <a:pt x="217" y="91"/>
                    <a:pt x="194" y="87"/>
                    <a:pt x="177" y="87"/>
                  </a:cubicBezTo>
                  <a:cubicBezTo>
                    <a:pt x="166" y="87"/>
                    <a:pt x="158" y="89"/>
                    <a:pt x="153" y="93"/>
                  </a:cubicBezTo>
                  <a:cubicBezTo>
                    <a:pt x="153" y="76"/>
                    <a:pt x="161" y="68"/>
                    <a:pt x="111" y="68"/>
                  </a:cubicBezTo>
                  <a:cubicBezTo>
                    <a:pt x="102" y="68"/>
                    <a:pt x="102" y="85"/>
                    <a:pt x="68" y="85"/>
                  </a:cubicBezTo>
                  <a:cubicBezTo>
                    <a:pt x="56" y="64"/>
                    <a:pt x="81" y="64"/>
                    <a:pt x="104" y="64"/>
                  </a:cubicBezTo>
                  <a:cubicBezTo>
                    <a:pt x="128" y="64"/>
                    <a:pt x="149" y="64"/>
                    <a:pt x="128" y="43"/>
                  </a:cubicBezTo>
                  <a:cubicBezTo>
                    <a:pt x="110" y="40"/>
                    <a:pt x="95" y="39"/>
                    <a:pt x="84" y="39"/>
                  </a:cubicBezTo>
                  <a:cubicBezTo>
                    <a:pt x="13" y="39"/>
                    <a:pt x="48" y="78"/>
                    <a:pt x="26" y="85"/>
                  </a:cubicBezTo>
                  <a:lnTo>
                    <a:pt x="51" y="85"/>
                  </a:lnTo>
                  <a:cubicBezTo>
                    <a:pt x="51" y="93"/>
                    <a:pt x="39" y="93"/>
                    <a:pt x="26" y="93"/>
                  </a:cubicBezTo>
                  <a:cubicBezTo>
                    <a:pt x="13" y="93"/>
                    <a:pt x="1" y="93"/>
                    <a:pt x="1" y="102"/>
                  </a:cubicBezTo>
                  <a:cubicBezTo>
                    <a:pt x="13" y="106"/>
                    <a:pt x="24" y="108"/>
                    <a:pt x="33" y="108"/>
                  </a:cubicBezTo>
                  <a:cubicBezTo>
                    <a:pt x="43" y="108"/>
                    <a:pt x="51" y="106"/>
                    <a:pt x="60" y="102"/>
                  </a:cubicBezTo>
                  <a:lnTo>
                    <a:pt x="60" y="102"/>
                  </a:lnTo>
                  <a:cubicBezTo>
                    <a:pt x="26" y="119"/>
                    <a:pt x="119" y="144"/>
                    <a:pt x="153" y="144"/>
                  </a:cubicBezTo>
                  <a:cubicBezTo>
                    <a:pt x="202" y="141"/>
                    <a:pt x="252" y="138"/>
                    <a:pt x="303" y="138"/>
                  </a:cubicBezTo>
                  <a:cubicBezTo>
                    <a:pt x="375" y="138"/>
                    <a:pt x="447" y="143"/>
                    <a:pt x="517" y="152"/>
                  </a:cubicBezTo>
                  <a:cubicBezTo>
                    <a:pt x="508" y="152"/>
                    <a:pt x="483" y="152"/>
                    <a:pt x="500" y="161"/>
                  </a:cubicBezTo>
                  <a:cubicBezTo>
                    <a:pt x="660" y="169"/>
                    <a:pt x="720" y="186"/>
                    <a:pt x="906" y="186"/>
                  </a:cubicBezTo>
                  <a:lnTo>
                    <a:pt x="940" y="144"/>
                  </a:lnTo>
                  <a:cubicBezTo>
                    <a:pt x="940" y="140"/>
                    <a:pt x="931" y="140"/>
                    <a:pt x="917" y="140"/>
                  </a:cubicBezTo>
                  <a:cubicBezTo>
                    <a:pt x="904" y="140"/>
                    <a:pt x="885" y="140"/>
                    <a:pt x="864" y="136"/>
                  </a:cubicBezTo>
                  <a:cubicBezTo>
                    <a:pt x="872" y="127"/>
                    <a:pt x="880" y="110"/>
                    <a:pt x="838" y="110"/>
                  </a:cubicBezTo>
                  <a:cubicBezTo>
                    <a:pt x="818" y="104"/>
                    <a:pt x="800" y="102"/>
                    <a:pt x="783" y="102"/>
                  </a:cubicBezTo>
                  <a:cubicBezTo>
                    <a:pt x="735" y="102"/>
                    <a:pt x="697" y="120"/>
                    <a:pt x="654" y="120"/>
                  </a:cubicBezTo>
                  <a:cubicBezTo>
                    <a:pt x="648" y="120"/>
                    <a:pt x="641" y="119"/>
                    <a:pt x="635" y="119"/>
                  </a:cubicBezTo>
                  <a:lnTo>
                    <a:pt x="660" y="119"/>
                  </a:lnTo>
                  <a:cubicBezTo>
                    <a:pt x="631" y="110"/>
                    <a:pt x="599" y="106"/>
                    <a:pt x="567" y="106"/>
                  </a:cubicBezTo>
                  <a:cubicBezTo>
                    <a:pt x="536" y="106"/>
                    <a:pt x="504" y="110"/>
                    <a:pt x="474" y="119"/>
                  </a:cubicBezTo>
                  <a:cubicBezTo>
                    <a:pt x="459" y="107"/>
                    <a:pt x="477" y="104"/>
                    <a:pt x="503" y="104"/>
                  </a:cubicBezTo>
                  <a:cubicBezTo>
                    <a:pt x="520" y="104"/>
                    <a:pt x="540" y="105"/>
                    <a:pt x="556" y="105"/>
                  </a:cubicBezTo>
                  <a:cubicBezTo>
                    <a:pt x="583" y="105"/>
                    <a:pt x="597" y="102"/>
                    <a:pt x="559" y="85"/>
                  </a:cubicBezTo>
                  <a:lnTo>
                    <a:pt x="559" y="85"/>
                  </a:lnTo>
                  <a:cubicBezTo>
                    <a:pt x="593" y="89"/>
                    <a:pt x="629" y="91"/>
                    <a:pt x="665" y="91"/>
                  </a:cubicBezTo>
                  <a:cubicBezTo>
                    <a:pt x="701" y="91"/>
                    <a:pt x="737" y="89"/>
                    <a:pt x="770" y="85"/>
                  </a:cubicBezTo>
                  <a:cubicBezTo>
                    <a:pt x="686" y="68"/>
                    <a:pt x="618" y="26"/>
                    <a:pt x="6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0"/>
            <p:cNvSpPr/>
            <p:nvPr/>
          </p:nvSpPr>
          <p:spPr>
            <a:xfrm>
              <a:off x="2747175" y="3778600"/>
              <a:ext cx="450" cy="225"/>
            </a:xfrm>
            <a:custGeom>
              <a:rect b="b" l="l" r="r" t="t"/>
              <a:pathLst>
                <a:path extrusionOk="0" h="9" w="18">
                  <a:moveTo>
                    <a:pt x="17" y="0"/>
                  </a:moveTo>
                  <a:lnTo>
                    <a:pt x="0" y="9"/>
                  </a:lnTo>
                  <a:cubicBezTo>
                    <a:pt x="9" y="9"/>
                    <a:pt x="17" y="9"/>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0"/>
            <p:cNvSpPr/>
            <p:nvPr/>
          </p:nvSpPr>
          <p:spPr>
            <a:xfrm>
              <a:off x="2728975" y="3715775"/>
              <a:ext cx="875" cy="25"/>
            </a:xfrm>
            <a:custGeom>
              <a:rect b="b" l="l" r="r" t="t"/>
              <a:pathLst>
                <a:path extrusionOk="0" h="1" w="35">
                  <a:moveTo>
                    <a:pt x="1" y="1"/>
                  </a:moveTo>
                  <a:lnTo>
                    <a:pt x="3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0"/>
            <p:cNvSpPr/>
            <p:nvPr/>
          </p:nvSpPr>
          <p:spPr>
            <a:xfrm>
              <a:off x="2748225" y="3713250"/>
              <a:ext cx="1300" cy="225"/>
            </a:xfrm>
            <a:custGeom>
              <a:rect b="b" l="l" r="r" t="t"/>
              <a:pathLst>
                <a:path extrusionOk="0" h="9" w="52">
                  <a:moveTo>
                    <a:pt x="51" y="0"/>
                  </a:moveTo>
                  <a:cubicBezTo>
                    <a:pt x="43" y="0"/>
                    <a:pt x="34" y="2"/>
                    <a:pt x="26" y="5"/>
                  </a:cubicBezTo>
                  <a:lnTo>
                    <a:pt x="26" y="5"/>
                  </a:lnTo>
                  <a:lnTo>
                    <a:pt x="51" y="0"/>
                  </a:lnTo>
                  <a:close/>
                  <a:moveTo>
                    <a:pt x="26" y="5"/>
                  </a:moveTo>
                  <a:lnTo>
                    <a:pt x="1" y="9"/>
                  </a:lnTo>
                  <a:cubicBezTo>
                    <a:pt x="9" y="9"/>
                    <a:pt x="18" y="7"/>
                    <a:pt x="26"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0"/>
            <p:cNvSpPr/>
            <p:nvPr/>
          </p:nvSpPr>
          <p:spPr>
            <a:xfrm>
              <a:off x="2755425" y="3771825"/>
              <a:ext cx="225" cy="250"/>
            </a:xfrm>
            <a:custGeom>
              <a:rect b="b" l="l" r="r" t="t"/>
              <a:pathLst>
                <a:path extrusionOk="0" h="10" w="9">
                  <a:moveTo>
                    <a:pt x="0" y="9"/>
                  </a:moveTo>
                  <a:lnTo>
                    <a:pt x="0" y="9"/>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0"/>
            <p:cNvSpPr/>
            <p:nvPr/>
          </p:nvSpPr>
          <p:spPr>
            <a:xfrm>
              <a:off x="2795175" y="3719600"/>
              <a:ext cx="875" cy="225"/>
            </a:xfrm>
            <a:custGeom>
              <a:rect b="b" l="l" r="r" t="t"/>
              <a:pathLst>
                <a:path extrusionOk="0" h="9" w="35">
                  <a:moveTo>
                    <a:pt x="1" y="0"/>
                  </a:moveTo>
                  <a:lnTo>
                    <a:pt x="1" y="0"/>
                  </a:lnTo>
                  <a:cubicBezTo>
                    <a:pt x="9" y="9"/>
                    <a:pt x="18" y="9"/>
                    <a:pt x="26" y="9"/>
                  </a:cubicBezTo>
                  <a:cubicBezTo>
                    <a:pt x="34" y="9"/>
                    <a:pt x="18" y="9"/>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0"/>
            <p:cNvSpPr/>
            <p:nvPr/>
          </p:nvSpPr>
          <p:spPr>
            <a:xfrm>
              <a:off x="2748025" y="3713450"/>
              <a:ext cx="225" cy="25"/>
            </a:xfrm>
            <a:custGeom>
              <a:rect b="b" l="l" r="r" t="t"/>
              <a:pathLst>
                <a:path extrusionOk="0" h="1" w="9">
                  <a:moveTo>
                    <a:pt x="0" y="1"/>
                  </a:moveTo>
                  <a:lnTo>
                    <a:pt x="0" y="1"/>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0"/>
            <p:cNvSpPr/>
            <p:nvPr/>
          </p:nvSpPr>
          <p:spPr>
            <a:xfrm>
              <a:off x="2720525" y="3711975"/>
              <a:ext cx="450" cy="25"/>
            </a:xfrm>
            <a:custGeom>
              <a:rect b="b" l="l" r="r" t="t"/>
              <a:pathLst>
                <a:path extrusionOk="0" h="1" w="18">
                  <a:moveTo>
                    <a:pt x="17" y="1"/>
                  </a:moveTo>
                  <a:lnTo>
                    <a:pt x="0" y="1"/>
                  </a:lnTo>
                  <a:cubicBezTo>
                    <a:pt x="0" y="1"/>
                    <a:pt x="9" y="1"/>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0"/>
            <p:cNvSpPr/>
            <p:nvPr/>
          </p:nvSpPr>
          <p:spPr>
            <a:xfrm>
              <a:off x="2721375" y="3715350"/>
              <a:ext cx="650" cy="25"/>
            </a:xfrm>
            <a:custGeom>
              <a:rect b="b" l="l" r="r" t="t"/>
              <a:pathLst>
                <a:path extrusionOk="0" h="1" w="26">
                  <a:moveTo>
                    <a:pt x="26" y="1"/>
                  </a:moveTo>
                  <a:cubicBezTo>
                    <a:pt x="17" y="1"/>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0"/>
            <p:cNvSpPr/>
            <p:nvPr/>
          </p:nvSpPr>
          <p:spPr>
            <a:xfrm>
              <a:off x="2691975" y="3711125"/>
              <a:ext cx="1075" cy="25"/>
            </a:xfrm>
            <a:custGeom>
              <a:rect b="b" l="l" r="r" t="t"/>
              <a:pathLst>
                <a:path extrusionOk="0" h="1" w="43">
                  <a:moveTo>
                    <a:pt x="43" y="1"/>
                  </a:moveTo>
                  <a:lnTo>
                    <a:pt x="0" y="1"/>
                  </a:lnTo>
                  <a:cubicBezTo>
                    <a:pt x="9"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0"/>
            <p:cNvSpPr/>
            <p:nvPr/>
          </p:nvSpPr>
          <p:spPr>
            <a:xfrm>
              <a:off x="2718825" y="3714300"/>
              <a:ext cx="250" cy="250"/>
            </a:xfrm>
            <a:custGeom>
              <a:rect b="b" l="l" r="r" t="t"/>
              <a:pathLst>
                <a:path extrusionOk="0" h="10" w="10">
                  <a:moveTo>
                    <a:pt x="9" y="1"/>
                  </a:moveTo>
                  <a:lnTo>
                    <a:pt x="1" y="9"/>
                  </a:lnTo>
                  <a:cubicBezTo>
                    <a:pt x="9" y="9"/>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0"/>
            <p:cNvSpPr/>
            <p:nvPr/>
          </p:nvSpPr>
          <p:spPr>
            <a:xfrm>
              <a:off x="2739775" y="378070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0"/>
            <p:cNvSpPr/>
            <p:nvPr/>
          </p:nvSpPr>
          <p:spPr>
            <a:xfrm>
              <a:off x="2737875" y="3783675"/>
              <a:ext cx="850" cy="650"/>
            </a:xfrm>
            <a:custGeom>
              <a:rect b="b" l="l" r="r" t="t"/>
              <a:pathLst>
                <a:path extrusionOk="0" h="26" w="34">
                  <a:moveTo>
                    <a:pt x="34" y="0"/>
                  </a:moveTo>
                  <a:lnTo>
                    <a:pt x="0" y="26"/>
                  </a:lnTo>
                  <a:cubicBezTo>
                    <a:pt x="17" y="17"/>
                    <a:pt x="25" y="9"/>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0"/>
            <p:cNvSpPr/>
            <p:nvPr/>
          </p:nvSpPr>
          <p:spPr>
            <a:xfrm>
              <a:off x="2788350" y="3734825"/>
              <a:ext cx="1350" cy="1075"/>
            </a:xfrm>
            <a:custGeom>
              <a:rect b="b" l="l" r="r" t="t"/>
              <a:pathLst>
                <a:path extrusionOk="0" h="43" w="54">
                  <a:moveTo>
                    <a:pt x="3" y="26"/>
                  </a:moveTo>
                  <a:cubicBezTo>
                    <a:pt x="2" y="28"/>
                    <a:pt x="1" y="29"/>
                    <a:pt x="2" y="30"/>
                  </a:cubicBezTo>
                  <a:lnTo>
                    <a:pt x="2" y="30"/>
                  </a:lnTo>
                  <a:cubicBezTo>
                    <a:pt x="2" y="29"/>
                    <a:pt x="2" y="27"/>
                    <a:pt x="3" y="26"/>
                  </a:cubicBezTo>
                  <a:close/>
                  <a:moveTo>
                    <a:pt x="54" y="0"/>
                  </a:moveTo>
                  <a:lnTo>
                    <a:pt x="54" y="0"/>
                  </a:lnTo>
                  <a:cubicBezTo>
                    <a:pt x="33" y="7"/>
                    <a:pt x="7" y="30"/>
                    <a:pt x="2" y="30"/>
                  </a:cubicBezTo>
                  <a:cubicBezTo>
                    <a:pt x="2" y="30"/>
                    <a:pt x="2" y="30"/>
                    <a:pt x="2" y="30"/>
                  </a:cubicBezTo>
                  <a:lnTo>
                    <a:pt x="2" y="30"/>
                  </a:lnTo>
                  <a:cubicBezTo>
                    <a:pt x="0" y="38"/>
                    <a:pt x="3" y="42"/>
                    <a:pt x="8" y="42"/>
                  </a:cubicBezTo>
                  <a:cubicBezTo>
                    <a:pt x="17" y="42"/>
                    <a:pt x="34" y="30"/>
                    <a:pt x="5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0"/>
            <p:cNvSpPr/>
            <p:nvPr/>
          </p:nvSpPr>
          <p:spPr>
            <a:xfrm>
              <a:off x="2739550" y="3771775"/>
              <a:ext cx="375" cy="700"/>
            </a:xfrm>
            <a:custGeom>
              <a:rect b="b" l="l" r="r" t="t"/>
              <a:pathLst>
                <a:path extrusionOk="0" h="28" w="15">
                  <a:moveTo>
                    <a:pt x="12" y="0"/>
                  </a:moveTo>
                  <a:cubicBezTo>
                    <a:pt x="12" y="0"/>
                    <a:pt x="11" y="1"/>
                    <a:pt x="9" y="3"/>
                  </a:cubicBezTo>
                  <a:cubicBezTo>
                    <a:pt x="9" y="11"/>
                    <a:pt x="1" y="20"/>
                    <a:pt x="1" y="28"/>
                  </a:cubicBezTo>
                  <a:cubicBezTo>
                    <a:pt x="8" y="14"/>
                    <a:pt x="15" y="0"/>
                    <a:pt x="1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0"/>
            <p:cNvSpPr/>
            <p:nvPr/>
          </p:nvSpPr>
          <p:spPr>
            <a:xfrm>
              <a:off x="2739125" y="3772475"/>
              <a:ext cx="450" cy="650"/>
            </a:xfrm>
            <a:custGeom>
              <a:rect b="b" l="l" r="r" t="t"/>
              <a:pathLst>
                <a:path extrusionOk="0" h="26" w="18">
                  <a:moveTo>
                    <a:pt x="18" y="0"/>
                  </a:moveTo>
                  <a:lnTo>
                    <a:pt x="18" y="0"/>
                  </a:lnTo>
                  <a:cubicBezTo>
                    <a:pt x="14" y="4"/>
                    <a:pt x="11" y="8"/>
                    <a:pt x="9" y="13"/>
                  </a:cubicBezTo>
                  <a:lnTo>
                    <a:pt x="9" y="13"/>
                  </a:lnTo>
                  <a:lnTo>
                    <a:pt x="18" y="0"/>
                  </a:lnTo>
                  <a:close/>
                  <a:moveTo>
                    <a:pt x="9" y="13"/>
                  </a:moveTo>
                  <a:lnTo>
                    <a:pt x="1" y="25"/>
                  </a:lnTo>
                  <a:cubicBezTo>
                    <a:pt x="5" y="21"/>
                    <a:pt x="7" y="17"/>
                    <a:pt x="9" y="1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0"/>
            <p:cNvSpPr/>
            <p:nvPr/>
          </p:nvSpPr>
          <p:spPr>
            <a:xfrm>
              <a:off x="2780150" y="3731225"/>
              <a:ext cx="450" cy="225"/>
            </a:xfrm>
            <a:custGeom>
              <a:rect b="b" l="l" r="r" t="t"/>
              <a:pathLst>
                <a:path extrusionOk="0" h="9" w="18">
                  <a:moveTo>
                    <a:pt x="18" y="0"/>
                  </a:moveTo>
                  <a:cubicBezTo>
                    <a:pt x="14" y="0"/>
                    <a:pt x="12" y="3"/>
                    <a:pt x="9" y="5"/>
                  </a:cubicBezTo>
                  <a:lnTo>
                    <a:pt x="18" y="0"/>
                  </a:lnTo>
                  <a:close/>
                  <a:moveTo>
                    <a:pt x="9" y="5"/>
                  </a:moveTo>
                  <a:lnTo>
                    <a:pt x="1" y="9"/>
                  </a:lnTo>
                  <a:cubicBezTo>
                    <a:pt x="5" y="9"/>
                    <a:pt x="7" y="7"/>
                    <a:pt x="9"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0"/>
            <p:cNvSpPr/>
            <p:nvPr/>
          </p:nvSpPr>
          <p:spPr>
            <a:xfrm>
              <a:off x="2734900" y="3783250"/>
              <a:ext cx="7000" cy="7000"/>
            </a:xfrm>
            <a:custGeom>
              <a:rect b="b" l="l" r="r" t="t"/>
              <a:pathLst>
                <a:path extrusionOk="0" h="280" w="280">
                  <a:moveTo>
                    <a:pt x="119" y="43"/>
                  </a:moveTo>
                  <a:cubicBezTo>
                    <a:pt x="118" y="44"/>
                    <a:pt x="117" y="45"/>
                    <a:pt x="116" y="46"/>
                  </a:cubicBezTo>
                  <a:lnTo>
                    <a:pt x="116" y="46"/>
                  </a:lnTo>
                  <a:cubicBezTo>
                    <a:pt x="117" y="45"/>
                    <a:pt x="118" y="44"/>
                    <a:pt x="119" y="43"/>
                  </a:cubicBezTo>
                  <a:close/>
                  <a:moveTo>
                    <a:pt x="96" y="118"/>
                  </a:moveTo>
                  <a:cubicBezTo>
                    <a:pt x="95" y="118"/>
                    <a:pt x="94" y="118"/>
                    <a:pt x="94" y="119"/>
                  </a:cubicBezTo>
                  <a:lnTo>
                    <a:pt x="94" y="129"/>
                  </a:lnTo>
                  <a:lnTo>
                    <a:pt x="94" y="129"/>
                  </a:lnTo>
                  <a:cubicBezTo>
                    <a:pt x="95" y="125"/>
                    <a:pt x="96" y="121"/>
                    <a:pt x="96" y="118"/>
                  </a:cubicBezTo>
                  <a:close/>
                  <a:moveTo>
                    <a:pt x="254" y="0"/>
                  </a:moveTo>
                  <a:lnTo>
                    <a:pt x="111" y="93"/>
                  </a:lnTo>
                  <a:cubicBezTo>
                    <a:pt x="92" y="100"/>
                    <a:pt x="81" y="102"/>
                    <a:pt x="75" y="102"/>
                  </a:cubicBezTo>
                  <a:cubicBezTo>
                    <a:pt x="55" y="102"/>
                    <a:pt x="85" y="77"/>
                    <a:pt x="116" y="46"/>
                  </a:cubicBezTo>
                  <a:lnTo>
                    <a:pt x="116" y="46"/>
                  </a:lnTo>
                  <a:cubicBezTo>
                    <a:pt x="109" y="53"/>
                    <a:pt x="101" y="60"/>
                    <a:pt x="94" y="60"/>
                  </a:cubicBezTo>
                  <a:cubicBezTo>
                    <a:pt x="94" y="66"/>
                    <a:pt x="22" y="139"/>
                    <a:pt x="40" y="139"/>
                  </a:cubicBezTo>
                  <a:cubicBezTo>
                    <a:pt x="46" y="139"/>
                    <a:pt x="62" y="131"/>
                    <a:pt x="94" y="110"/>
                  </a:cubicBezTo>
                  <a:lnTo>
                    <a:pt x="94" y="110"/>
                  </a:lnTo>
                  <a:cubicBezTo>
                    <a:pt x="95" y="113"/>
                    <a:pt x="96" y="115"/>
                    <a:pt x="96" y="118"/>
                  </a:cubicBezTo>
                  <a:lnTo>
                    <a:pt x="96" y="118"/>
                  </a:lnTo>
                  <a:cubicBezTo>
                    <a:pt x="154" y="84"/>
                    <a:pt x="213" y="51"/>
                    <a:pt x="254" y="0"/>
                  </a:cubicBezTo>
                  <a:close/>
                  <a:moveTo>
                    <a:pt x="280" y="9"/>
                  </a:moveTo>
                  <a:lnTo>
                    <a:pt x="280" y="9"/>
                  </a:lnTo>
                  <a:cubicBezTo>
                    <a:pt x="229" y="68"/>
                    <a:pt x="161" y="119"/>
                    <a:pt x="94" y="153"/>
                  </a:cubicBezTo>
                  <a:lnTo>
                    <a:pt x="94" y="129"/>
                  </a:lnTo>
                  <a:lnTo>
                    <a:pt x="94" y="129"/>
                  </a:lnTo>
                  <a:cubicBezTo>
                    <a:pt x="81" y="157"/>
                    <a:pt x="21" y="184"/>
                    <a:pt x="1" y="212"/>
                  </a:cubicBezTo>
                  <a:cubicBezTo>
                    <a:pt x="3" y="211"/>
                    <a:pt x="6" y="211"/>
                    <a:pt x="7" y="211"/>
                  </a:cubicBezTo>
                  <a:cubicBezTo>
                    <a:pt x="21" y="211"/>
                    <a:pt x="3" y="237"/>
                    <a:pt x="18" y="237"/>
                  </a:cubicBezTo>
                  <a:cubicBezTo>
                    <a:pt x="26" y="220"/>
                    <a:pt x="43" y="203"/>
                    <a:pt x="68" y="187"/>
                  </a:cubicBezTo>
                  <a:cubicBezTo>
                    <a:pt x="85" y="187"/>
                    <a:pt x="60" y="229"/>
                    <a:pt x="18" y="246"/>
                  </a:cubicBezTo>
                  <a:cubicBezTo>
                    <a:pt x="23" y="244"/>
                    <a:pt x="27" y="243"/>
                    <a:pt x="29" y="243"/>
                  </a:cubicBezTo>
                  <a:cubicBezTo>
                    <a:pt x="49" y="243"/>
                    <a:pt x="18" y="280"/>
                    <a:pt x="31" y="280"/>
                  </a:cubicBezTo>
                  <a:cubicBezTo>
                    <a:pt x="34" y="280"/>
                    <a:pt x="40" y="277"/>
                    <a:pt x="51" y="271"/>
                  </a:cubicBezTo>
                  <a:cubicBezTo>
                    <a:pt x="144" y="203"/>
                    <a:pt x="221" y="110"/>
                    <a:pt x="280"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0"/>
            <p:cNvSpPr/>
            <p:nvPr/>
          </p:nvSpPr>
          <p:spPr>
            <a:xfrm>
              <a:off x="2735550" y="3777950"/>
              <a:ext cx="25" cy="250"/>
            </a:xfrm>
            <a:custGeom>
              <a:rect b="b" l="l" r="r" t="t"/>
              <a:pathLst>
                <a:path extrusionOk="0" h="10" w="1">
                  <a:moveTo>
                    <a:pt x="0" y="1"/>
                  </a:moveTo>
                  <a:lnTo>
                    <a:pt x="0" y="1"/>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0"/>
            <p:cNvSpPr/>
            <p:nvPr/>
          </p:nvSpPr>
          <p:spPr>
            <a:xfrm>
              <a:off x="2691750" y="3725525"/>
              <a:ext cx="450" cy="225"/>
            </a:xfrm>
            <a:custGeom>
              <a:rect b="b" l="l" r="r" t="t"/>
              <a:pathLst>
                <a:path extrusionOk="0" h="9" w="18">
                  <a:moveTo>
                    <a:pt x="18" y="0"/>
                  </a:moveTo>
                  <a:lnTo>
                    <a:pt x="1" y="8"/>
                  </a:lnTo>
                  <a:cubicBezTo>
                    <a:pt x="18" y="8"/>
                    <a:pt x="18" y="8"/>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0"/>
            <p:cNvSpPr/>
            <p:nvPr/>
          </p:nvSpPr>
          <p:spPr>
            <a:xfrm>
              <a:off x="2739550" y="3779225"/>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0"/>
            <p:cNvSpPr/>
            <p:nvPr/>
          </p:nvSpPr>
          <p:spPr>
            <a:xfrm>
              <a:off x="2701075" y="372635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0"/>
            <p:cNvSpPr/>
            <p:nvPr/>
          </p:nvSpPr>
          <p:spPr>
            <a:xfrm>
              <a:off x="2704250" y="3710925"/>
              <a:ext cx="225" cy="25"/>
            </a:xfrm>
            <a:custGeom>
              <a:rect b="b" l="l" r="r" t="t"/>
              <a:pathLst>
                <a:path extrusionOk="0" h="1" w="9">
                  <a:moveTo>
                    <a:pt x="9" y="0"/>
                  </a:moveTo>
                  <a:lnTo>
                    <a:pt x="9" y="0"/>
                  </a:lnTo>
                  <a:cubicBezTo>
                    <a:pt x="0" y="0"/>
                    <a:pt x="0"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0"/>
            <p:cNvSpPr/>
            <p:nvPr/>
          </p:nvSpPr>
          <p:spPr>
            <a:xfrm>
              <a:off x="2701075" y="3726150"/>
              <a:ext cx="25" cy="25"/>
            </a:xfrm>
            <a:custGeom>
              <a:rect b="b" l="l" r="r" t="t"/>
              <a:pathLst>
                <a:path extrusionOk="0" h="1" w="1">
                  <a:moveTo>
                    <a:pt x="0" y="0"/>
                  </a:moveTo>
                  <a:lnTo>
                    <a:pt x="0" y="0"/>
                  </a:lnTo>
                  <a:cubicBezTo>
                    <a:pt x="0" y="0"/>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0"/>
            <p:cNvSpPr/>
            <p:nvPr/>
          </p:nvSpPr>
          <p:spPr>
            <a:xfrm>
              <a:off x="2743375" y="3726350"/>
              <a:ext cx="425" cy="250"/>
            </a:xfrm>
            <a:custGeom>
              <a:rect b="b" l="l" r="r" t="t"/>
              <a:pathLst>
                <a:path extrusionOk="0" h="10" w="17">
                  <a:moveTo>
                    <a:pt x="0" y="1"/>
                  </a:moveTo>
                  <a:cubicBezTo>
                    <a:pt x="0" y="1"/>
                    <a:pt x="0" y="1"/>
                    <a:pt x="17" y="9"/>
                  </a:cubicBezTo>
                  <a:cubicBezTo>
                    <a:pt x="17" y="9"/>
                    <a:pt x="8"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0"/>
            <p:cNvSpPr/>
            <p:nvPr/>
          </p:nvSpPr>
          <p:spPr>
            <a:xfrm>
              <a:off x="2735550" y="372487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0"/>
            <p:cNvSpPr/>
            <p:nvPr/>
          </p:nvSpPr>
          <p:spPr>
            <a:xfrm>
              <a:off x="2795800" y="3730800"/>
              <a:ext cx="875" cy="1300"/>
            </a:xfrm>
            <a:custGeom>
              <a:rect b="b" l="l" r="r" t="t"/>
              <a:pathLst>
                <a:path extrusionOk="0" h="52" w="35">
                  <a:moveTo>
                    <a:pt x="35" y="1"/>
                  </a:moveTo>
                  <a:lnTo>
                    <a:pt x="35" y="1"/>
                  </a:lnTo>
                  <a:cubicBezTo>
                    <a:pt x="26" y="17"/>
                    <a:pt x="9" y="26"/>
                    <a:pt x="1" y="51"/>
                  </a:cubicBezTo>
                  <a:cubicBezTo>
                    <a:pt x="9" y="34"/>
                    <a:pt x="26" y="17"/>
                    <a:pt x="3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0"/>
            <p:cNvSpPr/>
            <p:nvPr/>
          </p:nvSpPr>
          <p:spPr>
            <a:xfrm>
              <a:off x="2700425" y="3726350"/>
              <a:ext cx="450" cy="250"/>
            </a:xfrm>
            <a:custGeom>
              <a:rect b="b" l="l" r="r" t="t"/>
              <a:pathLst>
                <a:path extrusionOk="0" h="10" w="18">
                  <a:moveTo>
                    <a:pt x="18" y="1"/>
                  </a:moveTo>
                  <a:lnTo>
                    <a:pt x="1" y="9"/>
                  </a:lnTo>
                  <a:cubicBezTo>
                    <a:pt x="9" y="9"/>
                    <a:pt x="18" y="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0"/>
            <p:cNvSpPr/>
            <p:nvPr/>
          </p:nvSpPr>
          <p:spPr>
            <a:xfrm>
              <a:off x="2756675" y="3723825"/>
              <a:ext cx="250" cy="225"/>
            </a:xfrm>
            <a:custGeom>
              <a:rect b="b" l="l" r="r" t="t"/>
              <a:pathLst>
                <a:path extrusionOk="0" h="9" w="10">
                  <a:moveTo>
                    <a:pt x="1" y="0"/>
                  </a:moveTo>
                  <a:lnTo>
                    <a:pt x="1"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0"/>
            <p:cNvSpPr/>
            <p:nvPr/>
          </p:nvSpPr>
          <p:spPr>
            <a:xfrm>
              <a:off x="2755425" y="3722975"/>
              <a:ext cx="10375" cy="1950"/>
            </a:xfrm>
            <a:custGeom>
              <a:rect b="b" l="l" r="r" t="t"/>
              <a:pathLst>
                <a:path extrusionOk="0" h="78" w="415">
                  <a:moveTo>
                    <a:pt x="0" y="1"/>
                  </a:moveTo>
                  <a:lnTo>
                    <a:pt x="85" y="9"/>
                  </a:lnTo>
                  <a:lnTo>
                    <a:pt x="59" y="43"/>
                  </a:lnTo>
                  <a:lnTo>
                    <a:pt x="68" y="43"/>
                  </a:lnTo>
                  <a:cubicBezTo>
                    <a:pt x="82" y="42"/>
                    <a:pt x="93" y="42"/>
                    <a:pt x="103" y="42"/>
                  </a:cubicBezTo>
                  <a:cubicBezTo>
                    <a:pt x="188" y="42"/>
                    <a:pt x="117" y="69"/>
                    <a:pt x="202" y="69"/>
                  </a:cubicBezTo>
                  <a:cubicBezTo>
                    <a:pt x="211" y="69"/>
                    <a:pt x="222" y="69"/>
                    <a:pt x="236" y="68"/>
                  </a:cubicBezTo>
                  <a:lnTo>
                    <a:pt x="236" y="68"/>
                  </a:lnTo>
                  <a:cubicBezTo>
                    <a:pt x="228" y="69"/>
                    <a:pt x="220" y="77"/>
                    <a:pt x="220" y="77"/>
                  </a:cubicBezTo>
                  <a:cubicBezTo>
                    <a:pt x="231" y="75"/>
                    <a:pt x="243" y="75"/>
                    <a:pt x="255" y="75"/>
                  </a:cubicBezTo>
                  <a:cubicBezTo>
                    <a:pt x="287" y="75"/>
                    <a:pt x="322" y="78"/>
                    <a:pt x="351" y="78"/>
                  </a:cubicBezTo>
                  <a:cubicBezTo>
                    <a:pt x="383" y="78"/>
                    <a:pt x="407" y="74"/>
                    <a:pt x="415" y="60"/>
                  </a:cubicBezTo>
                  <a:cubicBezTo>
                    <a:pt x="389" y="60"/>
                    <a:pt x="279" y="34"/>
                    <a:pt x="305" y="17"/>
                  </a:cubicBezTo>
                  <a:cubicBezTo>
                    <a:pt x="262" y="17"/>
                    <a:pt x="203" y="1"/>
                    <a:pt x="178" y="1"/>
                  </a:cubicBezTo>
                  <a:cubicBezTo>
                    <a:pt x="246" y="17"/>
                    <a:pt x="186" y="26"/>
                    <a:pt x="136" y="34"/>
                  </a:cubicBezTo>
                  <a:cubicBezTo>
                    <a:pt x="93" y="17"/>
                    <a:pt x="144" y="9"/>
                    <a:pt x="11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0"/>
            <p:cNvSpPr/>
            <p:nvPr/>
          </p:nvSpPr>
          <p:spPr>
            <a:xfrm>
              <a:off x="2760275" y="3724875"/>
              <a:ext cx="675" cy="25"/>
            </a:xfrm>
            <a:custGeom>
              <a:rect b="b" l="l" r="r" t="t"/>
              <a:pathLst>
                <a:path extrusionOk="0" h="1" w="27">
                  <a:moveTo>
                    <a:pt x="26" y="1"/>
                  </a:moveTo>
                  <a:cubicBezTo>
                    <a:pt x="18" y="1"/>
                    <a:pt x="9" y="1"/>
                    <a:pt x="1" y="1"/>
                  </a:cubicBezTo>
                  <a:cubicBezTo>
                    <a:pt x="9" y="1"/>
                    <a:pt x="18"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0"/>
            <p:cNvSpPr/>
            <p:nvPr/>
          </p:nvSpPr>
          <p:spPr>
            <a:xfrm>
              <a:off x="2774675" y="3727000"/>
              <a:ext cx="650" cy="25"/>
            </a:xfrm>
            <a:custGeom>
              <a:rect b="b" l="l" r="r" t="t"/>
              <a:pathLst>
                <a:path extrusionOk="0" h="1" w="26">
                  <a:moveTo>
                    <a:pt x="0" y="0"/>
                  </a:moveTo>
                  <a:lnTo>
                    <a:pt x="2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0"/>
            <p:cNvSpPr/>
            <p:nvPr/>
          </p:nvSpPr>
          <p:spPr>
            <a:xfrm>
              <a:off x="2663850" y="3718100"/>
              <a:ext cx="2125" cy="650"/>
            </a:xfrm>
            <a:custGeom>
              <a:rect b="b" l="l" r="r" t="t"/>
              <a:pathLst>
                <a:path extrusionOk="0" h="26" w="85">
                  <a:moveTo>
                    <a:pt x="9" y="1"/>
                  </a:moveTo>
                  <a:lnTo>
                    <a:pt x="0" y="9"/>
                  </a:lnTo>
                  <a:cubicBezTo>
                    <a:pt x="0" y="15"/>
                    <a:pt x="41" y="25"/>
                    <a:pt x="66" y="25"/>
                  </a:cubicBezTo>
                  <a:cubicBezTo>
                    <a:pt x="77" y="25"/>
                    <a:pt x="85" y="23"/>
                    <a:pt x="85" y="18"/>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0"/>
            <p:cNvSpPr/>
            <p:nvPr/>
          </p:nvSpPr>
          <p:spPr>
            <a:xfrm>
              <a:off x="2773400" y="3747075"/>
              <a:ext cx="650" cy="875"/>
            </a:xfrm>
            <a:custGeom>
              <a:rect b="b" l="l" r="r" t="t"/>
              <a:pathLst>
                <a:path extrusionOk="0" h="35" w="26">
                  <a:moveTo>
                    <a:pt x="26" y="1"/>
                  </a:moveTo>
                  <a:cubicBezTo>
                    <a:pt x="17" y="9"/>
                    <a:pt x="9" y="18"/>
                    <a:pt x="0" y="35"/>
                  </a:cubicBezTo>
                  <a:lnTo>
                    <a:pt x="26" y="9"/>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0"/>
            <p:cNvSpPr/>
            <p:nvPr/>
          </p:nvSpPr>
          <p:spPr>
            <a:xfrm>
              <a:off x="2763025" y="3723175"/>
              <a:ext cx="675" cy="250"/>
            </a:xfrm>
            <a:custGeom>
              <a:rect b="b" l="l" r="r" t="t"/>
              <a:pathLst>
                <a:path extrusionOk="0" h="10" w="27">
                  <a:moveTo>
                    <a:pt x="26" y="1"/>
                  </a:moveTo>
                  <a:cubicBezTo>
                    <a:pt x="18" y="1"/>
                    <a:pt x="9" y="9"/>
                    <a:pt x="1" y="9"/>
                  </a:cubicBezTo>
                  <a:cubicBezTo>
                    <a:pt x="9" y="9"/>
                    <a:pt x="18" y="9"/>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0"/>
            <p:cNvSpPr/>
            <p:nvPr/>
          </p:nvSpPr>
          <p:spPr>
            <a:xfrm>
              <a:off x="2770425" y="3747075"/>
              <a:ext cx="1925" cy="1725"/>
            </a:xfrm>
            <a:custGeom>
              <a:rect b="b" l="l" r="r" t="t"/>
              <a:pathLst>
                <a:path extrusionOk="0" h="69" w="77">
                  <a:moveTo>
                    <a:pt x="77" y="1"/>
                  </a:moveTo>
                  <a:cubicBezTo>
                    <a:pt x="69" y="1"/>
                    <a:pt x="43" y="9"/>
                    <a:pt x="35" y="9"/>
                  </a:cubicBezTo>
                  <a:cubicBezTo>
                    <a:pt x="26" y="26"/>
                    <a:pt x="9" y="43"/>
                    <a:pt x="1" y="69"/>
                  </a:cubicBezTo>
                  <a:cubicBezTo>
                    <a:pt x="26" y="43"/>
                    <a:pt x="52" y="18"/>
                    <a:pt x="7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0"/>
            <p:cNvSpPr/>
            <p:nvPr/>
          </p:nvSpPr>
          <p:spPr>
            <a:xfrm>
              <a:off x="2770425" y="3748775"/>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0"/>
            <p:cNvSpPr/>
            <p:nvPr/>
          </p:nvSpPr>
          <p:spPr>
            <a:xfrm>
              <a:off x="2503750" y="3703525"/>
              <a:ext cx="300975" cy="79950"/>
            </a:xfrm>
            <a:custGeom>
              <a:rect b="b" l="l" r="r" t="t"/>
              <a:pathLst>
                <a:path extrusionOk="0" h="3198" w="12039">
                  <a:moveTo>
                    <a:pt x="3520" y="102"/>
                  </a:moveTo>
                  <a:lnTo>
                    <a:pt x="3520" y="102"/>
                  </a:lnTo>
                  <a:cubicBezTo>
                    <a:pt x="3513" y="103"/>
                    <a:pt x="3506" y="105"/>
                    <a:pt x="3500" y="107"/>
                  </a:cubicBezTo>
                  <a:lnTo>
                    <a:pt x="3500" y="107"/>
                  </a:lnTo>
                  <a:cubicBezTo>
                    <a:pt x="3507" y="105"/>
                    <a:pt x="3513" y="104"/>
                    <a:pt x="3520" y="102"/>
                  </a:cubicBezTo>
                  <a:close/>
                  <a:moveTo>
                    <a:pt x="3976" y="136"/>
                  </a:moveTo>
                  <a:lnTo>
                    <a:pt x="3951" y="148"/>
                  </a:lnTo>
                  <a:lnTo>
                    <a:pt x="3951" y="148"/>
                  </a:lnTo>
                  <a:cubicBezTo>
                    <a:pt x="3967" y="142"/>
                    <a:pt x="4007" y="136"/>
                    <a:pt x="3976" y="136"/>
                  </a:cubicBezTo>
                  <a:close/>
                  <a:moveTo>
                    <a:pt x="3951" y="148"/>
                  </a:moveTo>
                  <a:cubicBezTo>
                    <a:pt x="3949" y="149"/>
                    <a:pt x="3948" y="150"/>
                    <a:pt x="3946" y="151"/>
                  </a:cubicBezTo>
                  <a:lnTo>
                    <a:pt x="3946" y="151"/>
                  </a:lnTo>
                  <a:lnTo>
                    <a:pt x="3951" y="148"/>
                  </a:lnTo>
                  <a:close/>
                  <a:moveTo>
                    <a:pt x="3905" y="406"/>
                  </a:moveTo>
                  <a:cubicBezTo>
                    <a:pt x="3904" y="406"/>
                    <a:pt x="3902" y="406"/>
                    <a:pt x="3900" y="406"/>
                  </a:cubicBezTo>
                  <a:cubicBezTo>
                    <a:pt x="3904" y="406"/>
                    <a:pt x="3904" y="406"/>
                    <a:pt x="3905" y="406"/>
                  </a:cubicBezTo>
                  <a:close/>
                  <a:moveTo>
                    <a:pt x="9274" y="427"/>
                  </a:moveTo>
                  <a:lnTo>
                    <a:pt x="9274" y="427"/>
                  </a:lnTo>
                  <a:cubicBezTo>
                    <a:pt x="9276" y="429"/>
                    <a:pt x="9278" y="430"/>
                    <a:pt x="9280" y="432"/>
                  </a:cubicBezTo>
                  <a:cubicBezTo>
                    <a:pt x="9278" y="430"/>
                    <a:pt x="9276" y="429"/>
                    <a:pt x="9274" y="427"/>
                  </a:cubicBezTo>
                  <a:close/>
                  <a:moveTo>
                    <a:pt x="4108" y="439"/>
                  </a:moveTo>
                  <a:lnTo>
                    <a:pt x="4103" y="440"/>
                  </a:lnTo>
                  <a:cubicBezTo>
                    <a:pt x="4105" y="440"/>
                    <a:pt x="4106" y="440"/>
                    <a:pt x="4108" y="439"/>
                  </a:cubicBezTo>
                  <a:close/>
                  <a:moveTo>
                    <a:pt x="6592" y="507"/>
                  </a:moveTo>
                  <a:cubicBezTo>
                    <a:pt x="6595" y="508"/>
                    <a:pt x="6598" y="508"/>
                    <a:pt x="6599" y="508"/>
                  </a:cubicBezTo>
                  <a:cubicBezTo>
                    <a:pt x="6597" y="508"/>
                    <a:pt x="6594" y="507"/>
                    <a:pt x="6592" y="507"/>
                  </a:cubicBezTo>
                  <a:close/>
                  <a:moveTo>
                    <a:pt x="5317" y="513"/>
                  </a:moveTo>
                  <a:cubicBezTo>
                    <a:pt x="5315" y="513"/>
                    <a:pt x="5314" y="515"/>
                    <a:pt x="5313" y="516"/>
                  </a:cubicBezTo>
                  <a:lnTo>
                    <a:pt x="5317" y="513"/>
                  </a:lnTo>
                  <a:close/>
                  <a:moveTo>
                    <a:pt x="7081" y="592"/>
                  </a:moveTo>
                  <a:lnTo>
                    <a:pt x="7064" y="609"/>
                  </a:lnTo>
                  <a:cubicBezTo>
                    <a:pt x="7056" y="601"/>
                    <a:pt x="7039" y="601"/>
                    <a:pt x="7039" y="592"/>
                  </a:cubicBezTo>
                  <a:close/>
                  <a:moveTo>
                    <a:pt x="10913" y="457"/>
                  </a:moveTo>
                  <a:lnTo>
                    <a:pt x="10820" y="482"/>
                  </a:lnTo>
                  <a:lnTo>
                    <a:pt x="10812" y="482"/>
                  </a:lnTo>
                  <a:lnTo>
                    <a:pt x="10676" y="508"/>
                  </a:lnTo>
                  <a:cubicBezTo>
                    <a:pt x="10738" y="508"/>
                    <a:pt x="10748" y="497"/>
                    <a:pt x="10772" y="497"/>
                  </a:cubicBezTo>
                  <a:cubicBezTo>
                    <a:pt x="10784" y="497"/>
                    <a:pt x="10800" y="499"/>
                    <a:pt x="10829" y="508"/>
                  </a:cubicBezTo>
                  <a:cubicBezTo>
                    <a:pt x="10897" y="522"/>
                    <a:pt x="10843" y="530"/>
                    <a:pt x="10807" y="541"/>
                  </a:cubicBezTo>
                  <a:lnTo>
                    <a:pt x="10807" y="541"/>
                  </a:lnTo>
                  <a:cubicBezTo>
                    <a:pt x="10832" y="540"/>
                    <a:pt x="10860" y="541"/>
                    <a:pt x="10871" y="525"/>
                  </a:cubicBezTo>
                  <a:cubicBezTo>
                    <a:pt x="10913" y="535"/>
                    <a:pt x="10958" y="542"/>
                    <a:pt x="11004" y="542"/>
                  </a:cubicBezTo>
                  <a:cubicBezTo>
                    <a:pt x="11033" y="542"/>
                    <a:pt x="11062" y="540"/>
                    <a:pt x="11091" y="533"/>
                  </a:cubicBezTo>
                  <a:cubicBezTo>
                    <a:pt x="11137" y="525"/>
                    <a:pt x="11184" y="520"/>
                    <a:pt x="11230" y="520"/>
                  </a:cubicBezTo>
                  <a:cubicBezTo>
                    <a:pt x="11277" y="520"/>
                    <a:pt x="11323" y="525"/>
                    <a:pt x="11370" y="533"/>
                  </a:cubicBezTo>
                  <a:cubicBezTo>
                    <a:pt x="11345" y="559"/>
                    <a:pt x="11412" y="559"/>
                    <a:pt x="11488" y="559"/>
                  </a:cubicBezTo>
                  <a:cubicBezTo>
                    <a:pt x="11517" y="559"/>
                    <a:pt x="11545" y="558"/>
                    <a:pt x="11569" y="558"/>
                  </a:cubicBezTo>
                  <a:cubicBezTo>
                    <a:pt x="11618" y="558"/>
                    <a:pt x="11652" y="561"/>
                    <a:pt x="11641" y="584"/>
                  </a:cubicBezTo>
                  <a:cubicBezTo>
                    <a:pt x="11605" y="577"/>
                    <a:pt x="11570" y="575"/>
                    <a:pt x="11534" y="575"/>
                  </a:cubicBezTo>
                  <a:cubicBezTo>
                    <a:pt x="11477" y="575"/>
                    <a:pt x="11419" y="582"/>
                    <a:pt x="11362" y="592"/>
                  </a:cubicBezTo>
                  <a:cubicBezTo>
                    <a:pt x="11463" y="601"/>
                    <a:pt x="11565" y="609"/>
                    <a:pt x="11666" y="626"/>
                  </a:cubicBezTo>
                  <a:cubicBezTo>
                    <a:pt x="11632" y="601"/>
                    <a:pt x="11700" y="575"/>
                    <a:pt x="11784" y="559"/>
                  </a:cubicBezTo>
                  <a:cubicBezTo>
                    <a:pt x="11666" y="550"/>
                    <a:pt x="11556" y="542"/>
                    <a:pt x="11446" y="516"/>
                  </a:cubicBezTo>
                  <a:cubicBezTo>
                    <a:pt x="11311" y="499"/>
                    <a:pt x="11167" y="482"/>
                    <a:pt x="11032" y="466"/>
                  </a:cubicBezTo>
                  <a:lnTo>
                    <a:pt x="11032" y="466"/>
                  </a:lnTo>
                  <a:cubicBezTo>
                    <a:pt x="11040" y="482"/>
                    <a:pt x="11040" y="491"/>
                    <a:pt x="11040" y="508"/>
                  </a:cubicBezTo>
                  <a:cubicBezTo>
                    <a:pt x="11019" y="509"/>
                    <a:pt x="11002" y="509"/>
                    <a:pt x="10988" y="509"/>
                  </a:cubicBezTo>
                  <a:cubicBezTo>
                    <a:pt x="10851" y="509"/>
                    <a:pt x="11075" y="472"/>
                    <a:pt x="10913" y="457"/>
                  </a:cubicBezTo>
                  <a:close/>
                  <a:moveTo>
                    <a:pt x="7741" y="542"/>
                  </a:moveTo>
                  <a:lnTo>
                    <a:pt x="8096" y="592"/>
                  </a:lnTo>
                  <a:lnTo>
                    <a:pt x="8096" y="592"/>
                  </a:lnTo>
                  <a:lnTo>
                    <a:pt x="8079" y="567"/>
                  </a:lnTo>
                  <a:lnTo>
                    <a:pt x="8079" y="567"/>
                  </a:lnTo>
                  <a:cubicBezTo>
                    <a:pt x="8089" y="569"/>
                    <a:pt x="8098" y="570"/>
                    <a:pt x="8106" y="570"/>
                  </a:cubicBezTo>
                  <a:cubicBezTo>
                    <a:pt x="8120" y="570"/>
                    <a:pt x="8132" y="568"/>
                    <a:pt x="8143" y="568"/>
                  </a:cubicBezTo>
                  <a:cubicBezTo>
                    <a:pt x="8154" y="568"/>
                    <a:pt x="8163" y="569"/>
                    <a:pt x="8172" y="575"/>
                  </a:cubicBezTo>
                  <a:cubicBezTo>
                    <a:pt x="8088" y="618"/>
                    <a:pt x="8003" y="652"/>
                    <a:pt x="7919" y="677"/>
                  </a:cubicBezTo>
                  <a:cubicBezTo>
                    <a:pt x="7851" y="677"/>
                    <a:pt x="7783" y="669"/>
                    <a:pt x="7724" y="660"/>
                  </a:cubicBezTo>
                  <a:lnTo>
                    <a:pt x="7741" y="660"/>
                  </a:lnTo>
                  <a:cubicBezTo>
                    <a:pt x="7796" y="664"/>
                    <a:pt x="7839" y="666"/>
                    <a:pt x="7871" y="666"/>
                  </a:cubicBezTo>
                  <a:cubicBezTo>
                    <a:pt x="8041" y="666"/>
                    <a:pt x="7912" y="613"/>
                    <a:pt x="7741" y="542"/>
                  </a:cubicBezTo>
                  <a:close/>
                  <a:moveTo>
                    <a:pt x="8232" y="685"/>
                  </a:moveTo>
                  <a:cubicBezTo>
                    <a:pt x="8226" y="697"/>
                    <a:pt x="8232" y="709"/>
                    <a:pt x="8213" y="709"/>
                  </a:cubicBezTo>
                  <a:cubicBezTo>
                    <a:pt x="8205" y="709"/>
                    <a:pt x="8192" y="707"/>
                    <a:pt x="8172" y="702"/>
                  </a:cubicBezTo>
                  <a:cubicBezTo>
                    <a:pt x="8172" y="694"/>
                    <a:pt x="8172" y="694"/>
                    <a:pt x="8164" y="685"/>
                  </a:cubicBezTo>
                  <a:close/>
                  <a:moveTo>
                    <a:pt x="10040" y="718"/>
                  </a:moveTo>
                  <a:lnTo>
                    <a:pt x="10040" y="718"/>
                  </a:lnTo>
                  <a:cubicBezTo>
                    <a:pt x="10038" y="719"/>
                    <a:pt x="10035" y="719"/>
                    <a:pt x="10033" y="719"/>
                  </a:cubicBezTo>
                  <a:cubicBezTo>
                    <a:pt x="10036" y="719"/>
                    <a:pt x="10038" y="719"/>
                    <a:pt x="10040" y="718"/>
                  </a:cubicBezTo>
                  <a:close/>
                  <a:moveTo>
                    <a:pt x="7512" y="635"/>
                  </a:moveTo>
                  <a:lnTo>
                    <a:pt x="7589" y="643"/>
                  </a:lnTo>
                  <a:cubicBezTo>
                    <a:pt x="7614" y="652"/>
                    <a:pt x="7631" y="652"/>
                    <a:pt x="7622" y="660"/>
                  </a:cubicBezTo>
                  <a:cubicBezTo>
                    <a:pt x="7614" y="694"/>
                    <a:pt x="7521" y="694"/>
                    <a:pt x="7496" y="719"/>
                  </a:cubicBezTo>
                  <a:cubicBezTo>
                    <a:pt x="7489" y="721"/>
                    <a:pt x="7478" y="722"/>
                    <a:pt x="7464" y="722"/>
                  </a:cubicBezTo>
                  <a:cubicBezTo>
                    <a:pt x="7424" y="722"/>
                    <a:pt x="7367" y="713"/>
                    <a:pt x="7386" y="694"/>
                  </a:cubicBezTo>
                  <a:lnTo>
                    <a:pt x="7386" y="694"/>
                  </a:lnTo>
                  <a:cubicBezTo>
                    <a:pt x="7393" y="696"/>
                    <a:pt x="7401" y="696"/>
                    <a:pt x="7407" y="696"/>
                  </a:cubicBezTo>
                  <a:cubicBezTo>
                    <a:pt x="7447" y="696"/>
                    <a:pt x="7461" y="668"/>
                    <a:pt x="7488" y="668"/>
                  </a:cubicBezTo>
                  <a:cubicBezTo>
                    <a:pt x="7499" y="668"/>
                    <a:pt x="7512" y="672"/>
                    <a:pt x="7529" y="685"/>
                  </a:cubicBezTo>
                  <a:cubicBezTo>
                    <a:pt x="7538" y="669"/>
                    <a:pt x="7521" y="660"/>
                    <a:pt x="7496" y="652"/>
                  </a:cubicBezTo>
                  <a:cubicBezTo>
                    <a:pt x="7504" y="643"/>
                    <a:pt x="7512" y="635"/>
                    <a:pt x="7512" y="635"/>
                  </a:cubicBezTo>
                  <a:close/>
                  <a:moveTo>
                    <a:pt x="8866" y="779"/>
                  </a:moveTo>
                  <a:lnTo>
                    <a:pt x="8866" y="779"/>
                  </a:lnTo>
                  <a:cubicBezTo>
                    <a:pt x="8864" y="780"/>
                    <a:pt x="8864" y="782"/>
                    <a:pt x="8864" y="784"/>
                  </a:cubicBezTo>
                  <a:lnTo>
                    <a:pt x="8864" y="784"/>
                  </a:lnTo>
                  <a:cubicBezTo>
                    <a:pt x="8865" y="782"/>
                    <a:pt x="8866" y="780"/>
                    <a:pt x="8866" y="779"/>
                  </a:cubicBezTo>
                  <a:close/>
                  <a:moveTo>
                    <a:pt x="9069" y="677"/>
                  </a:moveTo>
                  <a:cubicBezTo>
                    <a:pt x="9076" y="705"/>
                    <a:pt x="9077" y="721"/>
                    <a:pt x="9063" y="721"/>
                  </a:cubicBezTo>
                  <a:cubicBezTo>
                    <a:pt x="9060" y="721"/>
                    <a:pt x="9056" y="721"/>
                    <a:pt x="9052" y="719"/>
                  </a:cubicBezTo>
                  <a:lnTo>
                    <a:pt x="9052" y="719"/>
                  </a:lnTo>
                  <a:lnTo>
                    <a:pt x="9103" y="745"/>
                  </a:lnTo>
                  <a:lnTo>
                    <a:pt x="9027" y="745"/>
                  </a:lnTo>
                  <a:cubicBezTo>
                    <a:pt x="9042" y="760"/>
                    <a:pt x="9069" y="763"/>
                    <a:pt x="9098" y="763"/>
                  </a:cubicBezTo>
                  <a:cubicBezTo>
                    <a:pt x="9117" y="763"/>
                    <a:pt x="9137" y="762"/>
                    <a:pt x="9154" y="762"/>
                  </a:cubicBezTo>
                  <a:cubicBezTo>
                    <a:pt x="9204" y="779"/>
                    <a:pt x="9044" y="770"/>
                    <a:pt x="8993" y="804"/>
                  </a:cubicBezTo>
                  <a:cubicBezTo>
                    <a:pt x="8981" y="808"/>
                    <a:pt x="8967" y="809"/>
                    <a:pt x="8953" y="809"/>
                  </a:cubicBezTo>
                  <a:cubicBezTo>
                    <a:pt x="8911" y="809"/>
                    <a:pt x="8866" y="796"/>
                    <a:pt x="8864" y="784"/>
                  </a:cubicBezTo>
                  <a:lnTo>
                    <a:pt x="8864" y="784"/>
                  </a:lnTo>
                  <a:cubicBezTo>
                    <a:pt x="8845" y="819"/>
                    <a:pt x="8711" y="796"/>
                    <a:pt x="8654" y="812"/>
                  </a:cubicBezTo>
                  <a:cubicBezTo>
                    <a:pt x="8519" y="804"/>
                    <a:pt x="8570" y="753"/>
                    <a:pt x="8451" y="753"/>
                  </a:cubicBezTo>
                  <a:lnTo>
                    <a:pt x="8494" y="779"/>
                  </a:lnTo>
                  <a:cubicBezTo>
                    <a:pt x="8467" y="781"/>
                    <a:pt x="8439" y="782"/>
                    <a:pt x="8412" y="782"/>
                  </a:cubicBezTo>
                  <a:cubicBezTo>
                    <a:pt x="8347" y="782"/>
                    <a:pt x="8283" y="776"/>
                    <a:pt x="8223" y="770"/>
                  </a:cubicBezTo>
                  <a:cubicBezTo>
                    <a:pt x="8221" y="760"/>
                    <a:pt x="8224" y="757"/>
                    <a:pt x="8231" y="757"/>
                  </a:cubicBezTo>
                  <a:cubicBezTo>
                    <a:pt x="8245" y="757"/>
                    <a:pt x="8274" y="771"/>
                    <a:pt x="8297" y="771"/>
                  </a:cubicBezTo>
                  <a:cubicBezTo>
                    <a:pt x="8301" y="771"/>
                    <a:pt x="8304" y="771"/>
                    <a:pt x="8308" y="770"/>
                  </a:cubicBezTo>
                  <a:lnTo>
                    <a:pt x="8248" y="736"/>
                  </a:lnTo>
                  <a:cubicBezTo>
                    <a:pt x="8264" y="736"/>
                    <a:pt x="8288" y="727"/>
                    <a:pt x="8305" y="727"/>
                  </a:cubicBezTo>
                  <a:cubicBezTo>
                    <a:pt x="8316" y="727"/>
                    <a:pt x="8325" y="731"/>
                    <a:pt x="8325" y="745"/>
                  </a:cubicBezTo>
                  <a:cubicBezTo>
                    <a:pt x="8325" y="728"/>
                    <a:pt x="8367" y="711"/>
                    <a:pt x="8291" y="711"/>
                  </a:cubicBezTo>
                  <a:lnTo>
                    <a:pt x="8350" y="694"/>
                  </a:lnTo>
                  <a:cubicBezTo>
                    <a:pt x="8350" y="694"/>
                    <a:pt x="8341" y="694"/>
                    <a:pt x="8341" y="685"/>
                  </a:cubicBezTo>
                  <a:lnTo>
                    <a:pt x="8384" y="685"/>
                  </a:lnTo>
                  <a:cubicBezTo>
                    <a:pt x="8418" y="694"/>
                    <a:pt x="8451" y="711"/>
                    <a:pt x="8477" y="728"/>
                  </a:cubicBezTo>
                  <a:cubicBezTo>
                    <a:pt x="8477" y="736"/>
                    <a:pt x="8443" y="736"/>
                    <a:pt x="8426" y="736"/>
                  </a:cubicBezTo>
                  <a:cubicBezTo>
                    <a:pt x="8450" y="742"/>
                    <a:pt x="8478" y="748"/>
                    <a:pt x="8508" y="748"/>
                  </a:cubicBezTo>
                  <a:cubicBezTo>
                    <a:pt x="8520" y="748"/>
                    <a:pt x="8532" y="747"/>
                    <a:pt x="8545" y="745"/>
                  </a:cubicBezTo>
                  <a:cubicBezTo>
                    <a:pt x="8468" y="736"/>
                    <a:pt x="8511" y="728"/>
                    <a:pt x="8494" y="702"/>
                  </a:cubicBezTo>
                  <a:cubicBezTo>
                    <a:pt x="8511" y="700"/>
                    <a:pt x="8530" y="699"/>
                    <a:pt x="8550" y="699"/>
                  </a:cubicBezTo>
                  <a:cubicBezTo>
                    <a:pt x="8591" y="699"/>
                    <a:pt x="8632" y="702"/>
                    <a:pt x="8654" y="702"/>
                  </a:cubicBezTo>
                  <a:cubicBezTo>
                    <a:pt x="8722" y="711"/>
                    <a:pt x="8773" y="745"/>
                    <a:pt x="8731" y="762"/>
                  </a:cubicBezTo>
                  <a:cubicBezTo>
                    <a:pt x="8741" y="759"/>
                    <a:pt x="8752" y="759"/>
                    <a:pt x="8762" y="759"/>
                  </a:cubicBezTo>
                  <a:cubicBezTo>
                    <a:pt x="8773" y="759"/>
                    <a:pt x="8784" y="759"/>
                    <a:pt x="8795" y="759"/>
                  </a:cubicBezTo>
                  <a:cubicBezTo>
                    <a:pt x="8817" y="759"/>
                    <a:pt x="8841" y="757"/>
                    <a:pt x="8866" y="745"/>
                  </a:cubicBezTo>
                  <a:lnTo>
                    <a:pt x="8866" y="745"/>
                  </a:lnTo>
                  <a:cubicBezTo>
                    <a:pt x="8855" y="748"/>
                    <a:pt x="8846" y="749"/>
                    <a:pt x="8840" y="749"/>
                  </a:cubicBezTo>
                  <a:cubicBezTo>
                    <a:pt x="8808" y="749"/>
                    <a:pt x="8835" y="711"/>
                    <a:pt x="8797" y="711"/>
                  </a:cubicBezTo>
                  <a:cubicBezTo>
                    <a:pt x="8788" y="711"/>
                    <a:pt x="8775" y="714"/>
                    <a:pt x="8756" y="719"/>
                  </a:cubicBezTo>
                  <a:cubicBezTo>
                    <a:pt x="8745" y="701"/>
                    <a:pt x="8762" y="694"/>
                    <a:pt x="8788" y="694"/>
                  </a:cubicBezTo>
                  <a:cubicBezTo>
                    <a:pt x="8822" y="694"/>
                    <a:pt x="8871" y="705"/>
                    <a:pt x="8900" y="719"/>
                  </a:cubicBezTo>
                  <a:cubicBezTo>
                    <a:pt x="8874" y="719"/>
                    <a:pt x="8900" y="736"/>
                    <a:pt x="8891" y="745"/>
                  </a:cubicBezTo>
                  <a:cubicBezTo>
                    <a:pt x="8976" y="736"/>
                    <a:pt x="8934" y="711"/>
                    <a:pt x="8874" y="694"/>
                  </a:cubicBezTo>
                  <a:lnTo>
                    <a:pt x="8976" y="677"/>
                  </a:lnTo>
                  <a:close/>
                  <a:moveTo>
                    <a:pt x="7667" y="836"/>
                  </a:moveTo>
                  <a:cubicBezTo>
                    <a:pt x="7654" y="836"/>
                    <a:pt x="7642" y="836"/>
                    <a:pt x="7631" y="838"/>
                  </a:cubicBezTo>
                  <a:cubicBezTo>
                    <a:pt x="7645" y="846"/>
                    <a:pt x="7661" y="849"/>
                    <a:pt x="7678" y="849"/>
                  </a:cubicBezTo>
                  <a:cubicBezTo>
                    <a:pt x="7701" y="849"/>
                    <a:pt x="7725" y="844"/>
                    <a:pt x="7749" y="841"/>
                  </a:cubicBezTo>
                  <a:lnTo>
                    <a:pt x="7749" y="841"/>
                  </a:lnTo>
                  <a:cubicBezTo>
                    <a:pt x="7757" y="841"/>
                    <a:pt x="7765" y="842"/>
                    <a:pt x="7772" y="842"/>
                  </a:cubicBezTo>
                  <a:lnTo>
                    <a:pt x="7772" y="842"/>
                  </a:lnTo>
                  <a:cubicBezTo>
                    <a:pt x="7776" y="841"/>
                    <a:pt x="7779" y="839"/>
                    <a:pt x="7783" y="838"/>
                  </a:cubicBezTo>
                  <a:cubicBezTo>
                    <a:pt x="7772" y="838"/>
                    <a:pt x="7761" y="839"/>
                    <a:pt x="7749" y="841"/>
                  </a:cubicBezTo>
                  <a:lnTo>
                    <a:pt x="7749" y="841"/>
                  </a:lnTo>
                  <a:cubicBezTo>
                    <a:pt x="7722" y="838"/>
                    <a:pt x="7694" y="836"/>
                    <a:pt x="7667" y="836"/>
                  </a:cubicBezTo>
                  <a:close/>
                  <a:moveTo>
                    <a:pt x="10862" y="888"/>
                  </a:moveTo>
                  <a:cubicBezTo>
                    <a:pt x="10855" y="891"/>
                    <a:pt x="10846" y="894"/>
                    <a:pt x="10838" y="896"/>
                  </a:cubicBezTo>
                  <a:lnTo>
                    <a:pt x="10838" y="896"/>
                  </a:lnTo>
                  <a:cubicBezTo>
                    <a:pt x="10846" y="894"/>
                    <a:pt x="10855" y="892"/>
                    <a:pt x="10862" y="888"/>
                  </a:cubicBezTo>
                  <a:close/>
                  <a:moveTo>
                    <a:pt x="10837" y="939"/>
                  </a:moveTo>
                  <a:cubicBezTo>
                    <a:pt x="10832" y="939"/>
                    <a:pt x="10826" y="939"/>
                    <a:pt x="10823" y="942"/>
                  </a:cubicBezTo>
                  <a:lnTo>
                    <a:pt x="10823" y="942"/>
                  </a:lnTo>
                  <a:cubicBezTo>
                    <a:pt x="10827" y="941"/>
                    <a:pt x="10832" y="941"/>
                    <a:pt x="10837" y="939"/>
                  </a:cubicBezTo>
                  <a:close/>
                  <a:moveTo>
                    <a:pt x="11268" y="1108"/>
                  </a:moveTo>
                  <a:lnTo>
                    <a:pt x="11268" y="1108"/>
                  </a:lnTo>
                  <a:cubicBezTo>
                    <a:pt x="11175" y="1235"/>
                    <a:pt x="11099" y="1371"/>
                    <a:pt x="11040" y="1514"/>
                  </a:cubicBezTo>
                  <a:cubicBezTo>
                    <a:pt x="11040" y="1506"/>
                    <a:pt x="11040" y="1498"/>
                    <a:pt x="11040" y="1498"/>
                  </a:cubicBezTo>
                  <a:cubicBezTo>
                    <a:pt x="10964" y="1591"/>
                    <a:pt x="10955" y="1591"/>
                    <a:pt x="10913" y="1650"/>
                  </a:cubicBezTo>
                  <a:lnTo>
                    <a:pt x="10913" y="1616"/>
                  </a:lnTo>
                  <a:cubicBezTo>
                    <a:pt x="10888" y="1616"/>
                    <a:pt x="10854" y="1684"/>
                    <a:pt x="10812" y="1734"/>
                  </a:cubicBezTo>
                  <a:cubicBezTo>
                    <a:pt x="10803" y="1768"/>
                    <a:pt x="10786" y="1802"/>
                    <a:pt x="10752" y="1811"/>
                  </a:cubicBezTo>
                  <a:lnTo>
                    <a:pt x="10752" y="1794"/>
                  </a:lnTo>
                  <a:cubicBezTo>
                    <a:pt x="10736" y="1794"/>
                    <a:pt x="10685" y="1844"/>
                    <a:pt x="10634" y="1904"/>
                  </a:cubicBezTo>
                  <a:lnTo>
                    <a:pt x="10642" y="1870"/>
                  </a:lnTo>
                  <a:cubicBezTo>
                    <a:pt x="10651" y="1844"/>
                    <a:pt x="10659" y="1819"/>
                    <a:pt x="10676" y="1794"/>
                  </a:cubicBezTo>
                  <a:lnTo>
                    <a:pt x="10676" y="1794"/>
                  </a:lnTo>
                  <a:cubicBezTo>
                    <a:pt x="10659" y="1819"/>
                    <a:pt x="10651" y="1827"/>
                    <a:pt x="10626" y="1836"/>
                  </a:cubicBezTo>
                  <a:lnTo>
                    <a:pt x="10676" y="1701"/>
                  </a:lnTo>
                  <a:lnTo>
                    <a:pt x="10676" y="1701"/>
                  </a:lnTo>
                  <a:cubicBezTo>
                    <a:pt x="10626" y="1743"/>
                    <a:pt x="10659" y="1785"/>
                    <a:pt x="10592" y="1844"/>
                  </a:cubicBezTo>
                  <a:cubicBezTo>
                    <a:pt x="10575" y="1811"/>
                    <a:pt x="10558" y="1811"/>
                    <a:pt x="10600" y="1726"/>
                  </a:cubicBezTo>
                  <a:cubicBezTo>
                    <a:pt x="10617" y="1712"/>
                    <a:pt x="10626" y="1707"/>
                    <a:pt x="10630" y="1707"/>
                  </a:cubicBezTo>
                  <a:cubicBezTo>
                    <a:pt x="10640" y="1707"/>
                    <a:pt x="10631" y="1729"/>
                    <a:pt x="10642" y="1729"/>
                  </a:cubicBezTo>
                  <a:cubicBezTo>
                    <a:pt x="10644" y="1729"/>
                    <a:pt x="10647" y="1728"/>
                    <a:pt x="10651" y="1726"/>
                  </a:cubicBezTo>
                  <a:cubicBezTo>
                    <a:pt x="10659" y="1658"/>
                    <a:pt x="10727" y="1692"/>
                    <a:pt x="10736" y="1616"/>
                  </a:cubicBezTo>
                  <a:cubicBezTo>
                    <a:pt x="10761" y="1586"/>
                    <a:pt x="10774" y="1580"/>
                    <a:pt x="10783" y="1580"/>
                  </a:cubicBezTo>
                  <a:cubicBezTo>
                    <a:pt x="10790" y="1580"/>
                    <a:pt x="10796" y="1584"/>
                    <a:pt x="10803" y="1584"/>
                  </a:cubicBezTo>
                  <a:cubicBezTo>
                    <a:pt x="10806" y="1584"/>
                    <a:pt x="10808" y="1583"/>
                    <a:pt x="10812" y="1582"/>
                  </a:cubicBezTo>
                  <a:lnTo>
                    <a:pt x="10812" y="1582"/>
                  </a:lnTo>
                  <a:cubicBezTo>
                    <a:pt x="10761" y="1641"/>
                    <a:pt x="10862" y="1582"/>
                    <a:pt x="10803" y="1658"/>
                  </a:cubicBezTo>
                  <a:cubicBezTo>
                    <a:pt x="10862" y="1608"/>
                    <a:pt x="10812" y="1591"/>
                    <a:pt x="10862" y="1548"/>
                  </a:cubicBezTo>
                  <a:lnTo>
                    <a:pt x="10896" y="1565"/>
                  </a:lnTo>
                  <a:cubicBezTo>
                    <a:pt x="10930" y="1540"/>
                    <a:pt x="10964" y="1514"/>
                    <a:pt x="10989" y="1481"/>
                  </a:cubicBezTo>
                  <a:cubicBezTo>
                    <a:pt x="11023" y="1447"/>
                    <a:pt x="11049" y="1413"/>
                    <a:pt x="11074" y="1379"/>
                  </a:cubicBezTo>
                  <a:lnTo>
                    <a:pt x="11074" y="1379"/>
                  </a:lnTo>
                  <a:cubicBezTo>
                    <a:pt x="11059" y="1388"/>
                    <a:pt x="11051" y="1392"/>
                    <a:pt x="11047" y="1392"/>
                  </a:cubicBezTo>
                  <a:cubicBezTo>
                    <a:pt x="11031" y="1392"/>
                    <a:pt x="11067" y="1345"/>
                    <a:pt x="11040" y="1345"/>
                  </a:cubicBezTo>
                  <a:cubicBezTo>
                    <a:pt x="11072" y="1361"/>
                    <a:pt x="11000" y="1414"/>
                    <a:pt x="10983" y="1414"/>
                  </a:cubicBezTo>
                  <a:cubicBezTo>
                    <a:pt x="10982" y="1414"/>
                    <a:pt x="10981" y="1414"/>
                    <a:pt x="10981" y="1413"/>
                  </a:cubicBezTo>
                  <a:cubicBezTo>
                    <a:pt x="11015" y="1362"/>
                    <a:pt x="11048" y="1311"/>
                    <a:pt x="11091" y="1269"/>
                  </a:cubicBezTo>
                  <a:lnTo>
                    <a:pt x="11091" y="1269"/>
                  </a:lnTo>
                  <a:cubicBezTo>
                    <a:pt x="11065" y="1295"/>
                    <a:pt x="11040" y="1311"/>
                    <a:pt x="11015" y="1328"/>
                  </a:cubicBezTo>
                  <a:cubicBezTo>
                    <a:pt x="11015" y="1303"/>
                    <a:pt x="11032" y="1235"/>
                    <a:pt x="11023" y="1235"/>
                  </a:cubicBezTo>
                  <a:cubicBezTo>
                    <a:pt x="11065" y="1210"/>
                    <a:pt x="11082" y="1176"/>
                    <a:pt x="11125" y="1159"/>
                  </a:cubicBezTo>
                  <a:lnTo>
                    <a:pt x="11125" y="1193"/>
                  </a:lnTo>
                  <a:lnTo>
                    <a:pt x="11074" y="1218"/>
                  </a:lnTo>
                  <a:cubicBezTo>
                    <a:pt x="11082" y="1227"/>
                    <a:pt x="11091" y="1235"/>
                    <a:pt x="11091" y="1244"/>
                  </a:cubicBezTo>
                  <a:cubicBezTo>
                    <a:pt x="11150" y="1193"/>
                    <a:pt x="11201" y="1151"/>
                    <a:pt x="11268" y="1108"/>
                  </a:cubicBezTo>
                  <a:close/>
                  <a:moveTo>
                    <a:pt x="10203" y="1916"/>
                  </a:moveTo>
                  <a:cubicBezTo>
                    <a:pt x="10200" y="1919"/>
                    <a:pt x="10197" y="1922"/>
                    <a:pt x="10194" y="1926"/>
                  </a:cubicBezTo>
                  <a:lnTo>
                    <a:pt x="10194" y="1926"/>
                  </a:lnTo>
                  <a:cubicBezTo>
                    <a:pt x="10197" y="1923"/>
                    <a:pt x="10200" y="1919"/>
                    <a:pt x="10203" y="1916"/>
                  </a:cubicBezTo>
                  <a:close/>
                  <a:moveTo>
                    <a:pt x="10194" y="1926"/>
                  </a:moveTo>
                  <a:cubicBezTo>
                    <a:pt x="10184" y="1937"/>
                    <a:pt x="10177" y="1946"/>
                    <a:pt x="10177" y="1954"/>
                  </a:cubicBezTo>
                  <a:cubicBezTo>
                    <a:pt x="10180" y="1945"/>
                    <a:pt x="10186" y="1935"/>
                    <a:pt x="10194" y="1926"/>
                  </a:cubicBezTo>
                  <a:close/>
                  <a:moveTo>
                    <a:pt x="9493" y="2996"/>
                  </a:moveTo>
                  <a:cubicBezTo>
                    <a:pt x="9492" y="2997"/>
                    <a:pt x="9491" y="2998"/>
                    <a:pt x="9489" y="3000"/>
                  </a:cubicBezTo>
                  <a:lnTo>
                    <a:pt x="9489" y="3000"/>
                  </a:lnTo>
                  <a:cubicBezTo>
                    <a:pt x="9491" y="2998"/>
                    <a:pt x="9492" y="2997"/>
                    <a:pt x="9493" y="2996"/>
                  </a:cubicBezTo>
                  <a:close/>
                  <a:moveTo>
                    <a:pt x="9711" y="3000"/>
                  </a:moveTo>
                  <a:lnTo>
                    <a:pt x="9703" y="3012"/>
                  </a:lnTo>
                  <a:cubicBezTo>
                    <a:pt x="9707" y="3008"/>
                    <a:pt x="9710" y="3004"/>
                    <a:pt x="9711" y="3000"/>
                  </a:cubicBezTo>
                  <a:close/>
                  <a:moveTo>
                    <a:pt x="9489" y="3000"/>
                  </a:moveTo>
                  <a:cubicBezTo>
                    <a:pt x="9477" y="3011"/>
                    <a:pt x="9461" y="3021"/>
                    <a:pt x="9441" y="3029"/>
                  </a:cubicBezTo>
                  <a:lnTo>
                    <a:pt x="9441" y="3012"/>
                  </a:lnTo>
                  <a:cubicBezTo>
                    <a:pt x="9441" y="3012"/>
                    <a:pt x="9407" y="3054"/>
                    <a:pt x="9424" y="3063"/>
                  </a:cubicBezTo>
                  <a:cubicBezTo>
                    <a:pt x="9445" y="3042"/>
                    <a:pt x="9466" y="3021"/>
                    <a:pt x="9489" y="3000"/>
                  </a:cubicBezTo>
                  <a:close/>
                  <a:moveTo>
                    <a:pt x="711" y="0"/>
                  </a:moveTo>
                  <a:cubicBezTo>
                    <a:pt x="677" y="0"/>
                    <a:pt x="652" y="0"/>
                    <a:pt x="652" y="17"/>
                  </a:cubicBezTo>
                  <a:cubicBezTo>
                    <a:pt x="686" y="26"/>
                    <a:pt x="753" y="26"/>
                    <a:pt x="711" y="43"/>
                  </a:cubicBezTo>
                  <a:cubicBezTo>
                    <a:pt x="669" y="43"/>
                    <a:pt x="618" y="34"/>
                    <a:pt x="567" y="26"/>
                  </a:cubicBezTo>
                  <a:cubicBezTo>
                    <a:pt x="576" y="26"/>
                    <a:pt x="610" y="9"/>
                    <a:pt x="593" y="9"/>
                  </a:cubicBezTo>
                  <a:cubicBezTo>
                    <a:pt x="466" y="17"/>
                    <a:pt x="237" y="0"/>
                    <a:pt x="111" y="43"/>
                  </a:cubicBezTo>
                  <a:cubicBezTo>
                    <a:pt x="140" y="37"/>
                    <a:pt x="153" y="31"/>
                    <a:pt x="179" y="31"/>
                  </a:cubicBezTo>
                  <a:cubicBezTo>
                    <a:pt x="190" y="31"/>
                    <a:pt x="203" y="32"/>
                    <a:pt x="220" y="34"/>
                  </a:cubicBezTo>
                  <a:cubicBezTo>
                    <a:pt x="212" y="51"/>
                    <a:pt x="187" y="43"/>
                    <a:pt x="170" y="51"/>
                  </a:cubicBezTo>
                  <a:cubicBezTo>
                    <a:pt x="172" y="58"/>
                    <a:pt x="179" y="61"/>
                    <a:pt x="189" y="61"/>
                  </a:cubicBezTo>
                  <a:cubicBezTo>
                    <a:pt x="206" y="61"/>
                    <a:pt x="231" y="54"/>
                    <a:pt x="258" y="54"/>
                  </a:cubicBezTo>
                  <a:cubicBezTo>
                    <a:pt x="271" y="54"/>
                    <a:pt x="284" y="56"/>
                    <a:pt x="297" y="59"/>
                  </a:cubicBezTo>
                  <a:lnTo>
                    <a:pt x="187" y="85"/>
                  </a:lnTo>
                  <a:lnTo>
                    <a:pt x="246" y="110"/>
                  </a:lnTo>
                  <a:lnTo>
                    <a:pt x="1" y="169"/>
                  </a:lnTo>
                  <a:cubicBezTo>
                    <a:pt x="27" y="173"/>
                    <a:pt x="51" y="174"/>
                    <a:pt x="75" y="174"/>
                  </a:cubicBezTo>
                  <a:cubicBezTo>
                    <a:pt x="188" y="174"/>
                    <a:pt x="269" y="140"/>
                    <a:pt x="360" y="140"/>
                  </a:cubicBezTo>
                  <a:cubicBezTo>
                    <a:pt x="388" y="140"/>
                    <a:pt x="417" y="144"/>
                    <a:pt x="449" y="153"/>
                  </a:cubicBezTo>
                  <a:cubicBezTo>
                    <a:pt x="424" y="161"/>
                    <a:pt x="449" y="169"/>
                    <a:pt x="449" y="178"/>
                  </a:cubicBezTo>
                  <a:cubicBezTo>
                    <a:pt x="500" y="169"/>
                    <a:pt x="550" y="169"/>
                    <a:pt x="601" y="153"/>
                  </a:cubicBezTo>
                  <a:lnTo>
                    <a:pt x="624" y="155"/>
                  </a:lnTo>
                  <a:lnTo>
                    <a:pt x="624" y="155"/>
                  </a:lnTo>
                  <a:cubicBezTo>
                    <a:pt x="616" y="161"/>
                    <a:pt x="610" y="162"/>
                    <a:pt x="610" y="169"/>
                  </a:cubicBezTo>
                  <a:cubicBezTo>
                    <a:pt x="622" y="169"/>
                    <a:pt x="625" y="160"/>
                    <a:pt x="626" y="155"/>
                  </a:cubicBezTo>
                  <a:lnTo>
                    <a:pt x="626" y="155"/>
                  </a:lnTo>
                  <a:lnTo>
                    <a:pt x="677" y="161"/>
                  </a:lnTo>
                  <a:cubicBezTo>
                    <a:pt x="677" y="178"/>
                    <a:pt x="643" y="203"/>
                    <a:pt x="559" y="203"/>
                  </a:cubicBezTo>
                  <a:cubicBezTo>
                    <a:pt x="603" y="206"/>
                    <a:pt x="645" y="207"/>
                    <a:pt x="687" y="207"/>
                  </a:cubicBezTo>
                  <a:cubicBezTo>
                    <a:pt x="833" y="207"/>
                    <a:pt x="967" y="194"/>
                    <a:pt x="1108" y="194"/>
                  </a:cubicBezTo>
                  <a:cubicBezTo>
                    <a:pt x="1190" y="194"/>
                    <a:pt x="1273" y="199"/>
                    <a:pt x="1362" y="212"/>
                  </a:cubicBezTo>
                  <a:cubicBezTo>
                    <a:pt x="1379" y="229"/>
                    <a:pt x="1320" y="220"/>
                    <a:pt x="1346" y="229"/>
                  </a:cubicBezTo>
                  <a:cubicBezTo>
                    <a:pt x="1388" y="220"/>
                    <a:pt x="1456" y="203"/>
                    <a:pt x="1456" y="203"/>
                  </a:cubicBezTo>
                  <a:lnTo>
                    <a:pt x="1456" y="203"/>
                  </a:lnTo>
                  <a:cubicBezTo>
                    <a:pt x="1447" y="212"/>
                    <a:pt x="1439" y="220"/>
                    <a:pt x="1413" y="220"/>
                  </a:cubicBezTo>
                  <a:cubicBezTo>
                    <a:pt x="1552" y="220"/>
                    <a:pt x="1627" y="255"/>
                    <a:pt x="1716" y="255"/>
                  </a:cubicBezTo>
                  <a:cubicBezTo>
                    <a:pt x="1725" y="255"/>
                    <a:pt x="1734" y="255"/>
                    <a:pt x="1743" y="254"/>
                  </a:cubicBezTo>
                  <a:lnTo>
                    <a:pt x="1743" y="254"/>
                  </a:lnTo>
                  <a:cubicBezTo>
                    <a:pt x="1743" y="258"/>
                    <a:pt x="1724" y="258"/>
                    <a:pt x="1706" y="258"/>
                  </a:cubicBezTo>
                  <a:cubicBezTo>
                    <a:pt x="1688" y="258"/>
                    <a:pt x="1671" y="258"/>
                    <a:pt x="1675" y="262"/>
                  </a:cubicBezTo>
                  <a:cubicBezTo>
                    <a:pt x="1711" y="268"/>
                    <a:pt x="1743" y="271"/>
                    <a:pt x="1773" y="271"/>
                  </a:cubicBezTo>
                  <a:cubicBezTo>
                    <a:pt x="1856" y="271"/>
                    <a:pt x="1922" y="253"/>
                    <a:pt x="2015" y="253"/>
                  </a:cubicBezTo>
                  <a:cubicBezTo>
                    <a:pt x="2028" y="253"/>
                    <a:pt x="2042" y="253"/>
                    <a:pt x="2056" y="254"/>
                  </a:cubicBezTo>
                  <a:cubicBezTo>
                    <a:pt x="2005" y="271"/>
                    <a:pt x="2090" y="279"/>
                    <a:pt x="2124" y="296"/>
                  </a:cubicBezTo>
                  <a:cubicBezTo>
                    <a:pt x="2166" y="294"/>
                    <a:pt x="2223" y="293"/>
                    <a:pt x="2288" y="293"/>
                  </a:cubicBezTo>
                  <a:cubicBezTo>
                    <a:pt x="2417" y="293"/>
                    <a:pt x="2575" y="296"/>
                    <a:pt x="2699" y="296"/>
                  </a:cubicBezTo>
                  <a:cubicBezTo>
                    <a:pt x="2648" y="356"/>
                    <a:pt x="2902" y="313"/>
                    <a:pt x="2919" y="364"/>
                  </a:cubicBezTo>
                  <a:cubicBezTo>
                    <a:pt x="2928" y="366"/>
                    <a:pt x="2940" y="367"/>
                    <a:pt x="2952" y="367"/>
                  </a:cubicBezTo>
                  <a:cubicBezTo>
                    <a:pt x="2985" y="367"/>
                    <a:pt x="3023" y="359"/>
                    <a:pt x="3029" y="347"/>
                  </a:cubicBezTo>
                  <a:lnTo>
                    <a:pt x="3029" y="347"/>
                  </a:lnTo>
                  <a:cubicBezTo>
                    <a:pt x="3025" y="348"/>
                    <a:pt x="3021" y="349"/>
                    <a:pt x="3017" y="349"/>
                  </a:cubicBezTo>
                  <a:cubicBezTo>
                    <a:pt x="2990" y="349"/>
                    <a:pt x="2953" y="329"/>
                    <a:pt x="2953" y="322"/>
                  </a:cubicBezTo>
                  <a:cubicBezTo>
                    <a:pt x="2977" y="322"/>
                    <a:pt x="3007" y="323"/>
                    <a:pt x="3036" y="323"/>
                  </a:cubicBezTo>
                  <a:cubicBezTo>
                    <a:pt x="3078" y="323"/>
                    <a:pt x="3117" y="320"/>
                    <a:pt x="3122" y="305"/>
                  </a:cubicBezTo>
                  <a:lnTo>
                    <a:pt x="3190" y="339"/>
                  </a:lnTo>
                  <a:cubicBezTo>
                    <a:pt x="3207" y="305"/>
                    <a:pt x="3232" y="296"/>
                    <a:pt x="3266" y="296"/>
                  </a:cubicBezTo>
                  <a:cubicBezTo>
                    <a:pt x="3287" y="311"/>
                    <a:pt x="3297" y="317"/>
                    <a:pt x="3302" y="317"/>
                  </a:cubicBezTo>
                  <a:cubicBezTo>
                    <a:pt x="3314" y="317"/>
                    <a:pt x="3300" y="289"/>
                    <a:pt x="3338" y="289"/>
                  </a:cubicBezTo>
                  <a:cubicBezTo>
                    <a:pt x="3349" y="289"/>
                    <a:pt x="3364" y="291"/>
                    <a:pt x="3384" y="296"/>
                  </a:cubicBezTo>
                  <a:cubicBezTo>
                    <a:pt x="3359" y="313"/>
                    <a:pt x="3334" y="322"/>
                    <a:pt x="3317" y="347"/>
                  </a:cubicBezTo>
                  <a:cubicBezTo>
                    <a:pt x="3336" y="350"/>
                    <a:pt x="3349" y="351"/>
                    <a:pt x="3358" y="351"/>
                  </a:cubicBezTo>
                  <a:cubicBezTo>
                    <a:pt x="3377" y="351"/>
                    <a:pt x="3384" y="347"/>
                    <a:pt x="3418" y="347"/>
                  </a:cubicBezTo>
                  <a:cubicBezTo>
                    <a:pt x="3427" y="364"/>
                    <a:pt x="3367" y="381"/>
                    <a:pt x="3317" y="389"/>
                  </a:cubicBezTo>
                  <a:lnTo>
                    <a:pt x="3401" y="406"/>
                  </a:lnTo>
                  <a:cubicBezTo>
                    <a:pt x="3482" y="382"/>
                    <a:pt x="3567" y="366"/>
                    <a:pt x="3653" y="366"/>
                  </a:cubicBezTo>
                  <a:cubicBezTo>
                    <a:pt x="3685" y="366"/>
                    <a:pt x="3716" y="368"/>
                    <a:pt x="3748" y="372"/>
                  </a:cubicBezTo>
                  <a:cubicBezTo>
                    <a:pt x="3723" y="389"/>
                    <a:pt x="3680" y="381"/>
                    <a:pt x="3714" y="406"/>
                  </a:cubicBezTo>
                  <a:cubicBezTo>
                    <a:pt x="3754" y="396"/>
                    <a:pt x="3793" y="392"/>
                    <a:pt x="3833" y="392"/>
                  </a:cubicBezTo>
                  <a:cubicBezTo>
                    <a:pt x="3861" y="392"/>
                    <a:pt x="3889" y="394"/>
                    <a:pt x="3917" y="398"/>
                  </a:cubicBezTo>
                  <a:cubicBezTo>
                    <a:pt x="3907" y="403"/>
                    <a:pt x="3906" y="405"/>
                    <a:pt x="3905" y="406"/>
                  </a:cubicBezTo>
                  <a:lnTo>
                    <a:pt x="3905" y="406"/>
                  </a:lnTo>
                  <a:cubicBezTo>
                    <a:pt x="3929" y="403"/>
                    <a:pt x="3948" y="402"/>
                    <a:pt x="3963" y="402"/>
                  </a:cubicBezTo>
                  <a:cubicBezTo>
                    <a:pt x="4028" y="402"/>
                    <a:pt x="4023" y="425"/>
                    <a:pt x="4112" y="432"/>
                  </a:cubicBezTo>
                  <a:cubicBezTo>
                    <a:pt x="4112" y="432"/>
                    <a:pt x="4112" y="437"/>
                    <a:pt x="4108" y="439"/>
                  </a:cubicBezTo>
                  <a:lnTo>
                    <a:pt x="4108" y="439"/>
                  </a:lnTo>
                  <a:lnTo>
                    <a:pt x="4179" y="423"/>
                  </a:lnTo>
                  <a:cubicBezTo>
                    <a:pt x="4205" y="417"/>
                    <a:pt x="4226" y="415"/>
                    <a:pt x="4245" y="415"/>
                  </a:cubicBezTo>
                  <a:cubicBezTo>
                    <a:pt x="4331" y="415"/>
                    <a:pt x="4355" y="470"/>
                    <a:pt x="4425" y="491"/>
                  </a:cubicBezTo>
                  <a:lnTo>
                    <a:pt x="4408" y="491"/>
                  </a:lnTo>
                  <a:cubicBezTo>
                    <a:pt x="4459" y="525"/>
                    <a:pt x="4636" y="508"/>
                    <a:pt x="4687" y="525"/>
                  </a:cubicBezTo>
                  <a:cubicBezTo>
                    <a:pt x="4619" y="499"/>
                    <a:pt x="4670" y="508"/>
                    <a:pt x="4619" y="474"/>
                  </a:cubicBezTo>
                  <a:cubicBezTo>
                    <a:pt x="4579" y="474"/>
                    <a:pt x="4581" y="496"/>
                    <a:pt x="4537" y="496"/>
                  </a:cubicBezTo>
                  <a:cubicBezTo>
                    <a:pt x="4525" y="496"/>
                    <a:pt x="4511" y="494"/>
                    <a:pt x="4492" y="491"/>
                  </a:cubicBezTo>
                  <a:cubicBezTo>
                    <a:pt x="4509" y="466"/>
                    <a:pt x="4619" y="457"/>
                    <a:pt x="4645" y="440"/>
                  </a:cubicBezTo>
                  <a:cubicBezTo>
                    <a:pt x="4687" y="440"/>
                    <a:pt x="4721" y="474"/>
                    <a:pt x="4729" y="508"/>
                  </a:cubicBezTo>
                  <a:cubicBezTo>
                    <a:pt x="4865" y="516"/>
                    <a:pt x="4932" y="533"/>
                    <a:pt x="5085" y="533"/>
                  </a:cubicBezTo>
                  <a:cubicBezTo>
                    <a:pt x="5127" y="521"/>
                    <a:pt x="5165" y="488"/>
                    <a:pt x="5229" y="488"/>
                  </a:cubicBezTo>
                  <a:cubicBezTo>
                    <a:pt x="5255" y="488"/>
                    <a:pt x="5285" y="493"/>
                    <a:pt x="5321" y="508"/>
                  </a:cubicBezTo>
                  <a:lnTo>
                    <a:pt x="5317" y="513"/>
                  </a:lnTo>
                  <a:lnTo>
                    <a:pt x="5317" y="513"/>
                  </a:lnTo>
                  <a:cubicBezTo>
                    <a:pt x="5318" y="512"/>
                    <a:pt x="5321" y="511"/>
                    <a:pt x="5324" y="511"/>
                  </a:cubicBezTo>
                  <a:cubicBezTo>
                    <a:pt x="5337" y="511"/>
                    <a:pt x="5361" y="521"/>
                    <a:pt x="5383" y="521"/>
                  </a:cubicBezTo>
                  <a:cubicBezTo>
                    <a:pt x="5391" y="521"/>
                    <a:pt x="5399" y="520"/>
                    <a:pt x="5406" y="516"/>
                  </a:cubicBezTo>
                  <a:cubicBezTo>
                    <a:pt x="5355" y="482"/>
                    <a:pt x="5457" y="499"/>
                    <a:pt x="5406" y="466"/>
                  </a:cubicBezTo>
                  <a:cubicBezTo>
                    <a:pt x="5448" y="466"/>
                    <a:pt x="5491" y="491"/>
                    <a:pt x="5499" y="542"/>
                  </a:cubicBezTo>
                  <a:cubicBezTo>
                    <a:pt x="5510" y="532"/>
                    <a:pt x="5524" y="529"/>
                    <a:pt x="5539" y="529"/>
                  </a:cubicBezTo>
                  <a:cubicBezTo>
                    <a:pt x="5586" y="529"/>
                    <a:pt x="5649" y="561"/>
                    <a:pt x="5726" y="561"/>
                  </a:cubicBezTo>
                  <a:cubicBezTo>
                    <a:pt x="5737" y="561"/>
                    <a:pt x="5749" y="560"/>
                    <a:pt x="5761" y="559"/>
                  </a:cubicBezTo>
                  <a:lnTo>
                    <a:pt x="5761" y="559"/>
                  </a:lnTo>
                  <a:cubicBezTo>
                    <a:pt x="5744" y="575"/>
                    <a:pt x="5609" y="567"/>
                    <a:pt x="5660" y="592"/>
                  </a:cubicBezTo>
                  <a:lnTo>
                    <a:pt x="5821" y="550"/>
                  </a:lnTo>
                  <a:lnTo>
                    <a:pt x="5753" y="550"/>
                  </a:lnTo>
                  <a:cubicBezTo>
                    <a:pt x="5769" y="548"/>
                    <a:pt x="5785" y="547"/>
                    <a:pt x="5802" y="547"/>
                  </a:cubicBezTo>
                  <a:cubicBezTo>
                    <a:pt x="5856" y="547"/>
                    <a:pt x="5913" y="558"/>
                    <a:pt x="5964" y="584"/>
                  </a:cubicBezTo>
                  <a:cubicBezTo>
                    <a:pt x="5973" y="601"/>
                    <a:pt x="5931" y="601"/>
                    <a:pt x="5897" y="601"/>
                  </a:cubicBezTo>
                  <a:lnTo>
                    <a:pt x="6032" y="601"/>
                  </a:lnTo>
                  <a:cubicBezTo>
                    <a:pt x="6074" y="592"/>
                    <a:pt x="6193" y="584"/>
                    <a:pt x="6244" y="559"/>
                  </a:cubicBezTo>
                  <a:lnTo>
                    <a:pt x="6277" y="559"/>
                  </a:lnTo>
                  <a:lnTo>
                    <a:pt x="6337" y="575"/>
                  </a:lnTo>
                  <a:lnTo>
                    <a:pt x="6354" y="575"/>
                  </a:lnTo>
                  <a:lnTo>
                    <a:pt x="6413" y="559"/>
                  </a:lnTo>
                  <a:lnTo>
                    <a:pt x="6447" y="550"/>
                  </a:lnTo>
                  <a:lnTo>
                    <a:pt x="6430" y="550"/>
                  </a:lnTo>
                  <a:cubicBezTo>
                    <a:pt x="6437" y="522"/>
                    <a:pt x="6490" y="506"/>
                    <a:pt x="6556" y="506"/>
                  </a:cubicBezTo>
                  <a:cubicBezTo>
                    <a:pt x="6568" y="506"/>
                    <a:pt x="6580" y="506"/>
                    <a:pt x="6592" y="507"/>
                  </a:cubicBezTo>
                  <a:lnTo>
                    <a:pt x="6592" y="507"/>
                  </a:lnTo>
                  <a:cubicBezTo>
                    <a:pt x="6576" y="505"/>
                    <a:pt x="6537" y="498"/>
                    <a:pt x="6480" y="491"/>
                  </a:cubicBezTo>
                  <a:lnTo>
                    <a:pt x="6506" y="482"/>
                  </a:lnTo>
                  <a:lnTo>
                    <a:pt x="6785" y="516"/>
                  </a:lnTo>
                  <a:cubicBezTo>
                    <a:pt x="6768" y="520"/>
                    <a:pt x="6751" y="523"/>
                    <a:pt x="6733" y="523"/>
                  </a:cubicBezTo>
                  <a:cubicBezTo>
                    <a:pt x="6715" y="523"/>
                    <a:pt x="6696" y="520"/>
                    <a:pt x="6675" y="516"/>
                  </a:cubicBezTo>
                  <a:lnTo>
                    <a:pt x="6675" y="516"/>
                  </a:lnTo>
                  <a:cubicBezTo>
                    <a:pt x="6722" y="542"/>
                    <a:pt x="6783" y="542"/>
                    <a:pt x="6837" y="542"/>
                  </a:cubicBezTo>
                  <a:cubicBezTo>
                    <a:pt x="6891" y="542"/>
                    <a:pt x="6937" y="542"/>
                    <a:pt x="6954" y="567"/>
                  </a:cubicBezTo>
                  <a:cubicBezTo>
                    <a:pt x="6885" y="577"/>
                    <a:pt x="6815" y="581"/>
                    <a:pt x="6744" y="581"/>
                  </a:cubicBezTo>
                  <a:cubicBezTo>
                    <a:pt x="6694" y="581"/>
                    <a:pt x="6643" y="579"/>
                    <a:pt x="6590" y="575"/>
                  </a:cubicBezTo>
                  <a:cubicBezTo>
                    <a:pt x="6523" y="533"/>
                    <a:pt x="6692" y="559"/>
                    <a:pt x="6700" y="542"/>
                  </a:cubicBezTo>
                  <a:lnTo>
                    <a:pt x="6616" y="525"/>
                  </a:lnTo>
                  <a:lnTo>
                    <a:pt x="6616" y="525"/>
                  </a:lnTo>
                  <a:cubicBezTo>
                    <a:pt x="6624" y="542"/>
                    <a:pt x="6447" y="525"/>
                    <a:pt x="6489" y="575"/>
                  </a:cubicBezTo>
                  <a:cubicBezTo>
                    <a:pt x="6667" y="601"/>
                    <a:pt x="6853" y="618"/>
                    <a:pt x="7013" y="635"/>
                  </a:cubicBezTo>
                  <a:lnTo>
                    <a:pt x="6844" y="855"/>
                  </a:lnTo>
                  <a:cubicBezTo>
                    <a:pt x="6844" y="855"/>
                    <a:pt x="6844" y="863"/>
                    <a:pt x="6836" y="872"/>
                  </a:cubicBezTo>
                  <a:cubicBezTo>
                    <a:pt x="6842" y="872"/>
                    <a:pt x="6848" y="872"/>
                    <a:pt x="6854" y="872"/>
                  </a:cubicBezTo>
                  <a:cubicBezTo>
                    <a:pt x="6991" y="872"/>
                    <a:pt x="6922" y="779"/>
                    <a:pt x="6954" y="779"/>
                  </a:cubicBezTo>
                  <a:cubicBezTo>
                    <a:pt x="6977" y="779"/>
                    <a:pt x="6999" y="771"/>
                    <a:pt x="7022" y="771"/>
                  </a:cubicBezTo>
                  <a:cubicBezTo>
                    <a:pt x="7033" y="771"/>
                    <a:pt x="7044" y="773"/>
                    <a:pt x="7056" y="779"/>
                  </a:cubicBezTo>
                  <a:lnTo>
                    <a:pt x="7039" y="787"/>
                  </a:lnTo>
                  <a:cubicBezTo>
                    <a:pt x="7119" y="787"/>
                    <a:pt x="7080" y="768"/>
                    <a:pt x="7126" y="768"/>
                  </a:cubicBezTo>
                  <a:cubicBezTo>
                    <a:pt x="7134" y="768"/>
                    <a:pt x="7144" y="769"/>
                    <a:pt x="7157" y="770"/>
                  </a:cubicBezTo>
                  <a:cubicBezTo>
                    <a:pt x="7233" y="753"/>
                    <a:pt x="7098" y="762"/>
                    <a:pt x="7140" y="745"/>
                  </a:cubicBezTo>
                  <a:lnTo>
                    <a:pt x="7140" y="745"/>
                  </a:lnTo>
                  <a:cubicBezTo>
                    <a:pt x="7151" y="746"/>
                    <a:pt x="7160" y="747"/>
                    <a:pt x="7168" y="747"/>
                  </a:cubicBezTo>
                  <a:cubicBezTo>
                    <a:pt x="7220" y="747"/>
                    <a:pt x="7225" y="715"/>
                    <a:pt x="7279" y="715"/>
                  </a:cubicBezTo>
                  <a:cubicBezTo>
                    <a:pt x="7296" y="715"/>
                    <a:pt x="7320" y="718"/>
                    <a:pt x="7352" y="728"/>
                  </a:cubicBezTo>
                  <a:cubicBezTo>
                    <a:pt x="7343" y="736"/>
                    <a:pt x="7369" y="762"/>
                    <a:pt x="7276" y="762"/>
                  </a:cubicBezTo>
                  <a:lnTo>
                    <a:pt x="7360" y="787"/>
                  </a:lnTo>
                  <a:cubicBezTo>
                    <a:pt x="7339" y="791"/>
                    <a:pt x="7316" y="793"/>
                    <a:pt x="7291" y="793"/>
                  </a:cubicBezTo>
                  <a:cubicBezTo>
                    <a:pt x="7267" y="793"/>
                    <a:pt x="7242" y="791"/>
                    <a:pt x="7216" y="787"/>
                  </a:cubicBezTo>
                  <a:cubicBezTo>
                    <a:pt x="7174" y="821"/>
                    <a:pt x="7183" y="838"/>
                    <a:pt x="7132" y="863"/>
                  </a:cubicBezTo>
                  <a:cubicBezTo>
                    <a:pt x="7169" y="863"/>
                    <a:pt x="7160" y="836"/>
                    <a:pt x="7205" y="836"/>
                  </a:cubicBezTo>
                  <a:cubicBezTo>
                    <a:pt x="7211" y="836"/>
                    <a:pt x="7217" y="837"/>
                    <a:pt x="7225" y="838"/>
                  </a:cubicBezTo>
                  <a:cubicBezTo>
                    <a:pt x="7293" y="855"/>
                    <a:pt x="7216" y="855"/>
                    <a:pt x="7208" y="863"/>
                  </a:cubicBezTo>
                  <a:cubicBezTo>
                    <a:pt x="7223" y="859"/>
                    <a:pt x="7236" y="857"/>
                    <a:pt x="7248" y="857"/>
                  </a:cubicBezTo>
                  <a:cubicBezTo>
                    <a:pt x="7291" y="857"/>
                    <a:pt x="7312" y="881"/>
                    <a:pt x="7350" y="881"/>
                  </a:cubicBezTo>
                  <a:cubicBezTo>
                    <a:pt x="7362" y="881"/>
                    <a:pt x="7376" y="879"/>
                    <a:pt x="7394" y="872"/>
                  </a:cubicBezTo>
                  <a:cubicBezTo>
                    <a:pt x="7377" y="838"/>
                    <a:pt x="7394" y="838"/>
                    <a:pt x="7335" y="812"/>
                  </a:cubicBezTo>
                  <a:cubicBezTo>
                    <a:pt x="7343" y="811"/>
                    <a:pt x="7351" y="811"/>
                    <a:pt x="7359" y="811"/>
                  </a:cubicBezTo>
                  <a:cubicBezTo>
                    <a:pt x="7413" y="811"/>
                    <a:pt x="7469" y="834"/>
                    <a:pt x="7462" y="863"/>
                  </a:cubicBezTo>
                  <a:lnTo>
                    <a:pt x="7470" y="838"/>
                  </a:lnTo>
                  <a:cubicBezTo>
                    <a:pt x="7487" y="846"/>
                    <a:pt x="7538" y="846"/>
                    <a:pt x="7538" y="855"/>
                  </a:cubicBezTo>
                  <a:lnTo>
                    <a:pt x="7555" y="846"/>
                  </a:lnTo>
                  <a:cubicBezTo>
                    <a:pt x="7522" y="820"/>
                    <a:pt x="7485" y="809"/>
                    <a:pt x="7447" y="809"/>
                  </a:cubicBezTo>
                  <a:cubicBezTo>
                    <a:pt x="7435" y="809"/>
                    <a:pt x="7423" y="810"/>
                    <a:pt x="7411" y="812"/>
                  </a:cubicBezTo>
                  <a:cubicBezTo>
                    <a:pt x="7436" y="795"/>
                    <a:pt x="7369" y="753"/>
                    <a:pt x="7470" y="753"/>
                  </a:cubicBezTo>
                  <a:cubicBezTo>
                    <a:pt x="7504" y="762"/>
                    <a:pt x="7470" y="770"/>
                    <a:pt x="7470" y="779"/>
                  </a:cubicBezTo>
                  <a:cubicBezTo>
                    <a:pt x="7677" y="779"/>
                    <a:pt x="7682" y="838"/>
                    <a:pt x="7823" y="838"/>
                  </a:cubicBezTo>
                  <a:cubicBezTo>
                    <a:pt x="7832" y="838"/>
                    <a:pt x="7841" y="838"/>
                    <a:pt x="7851" y="838"/>
                  </a:cubicBezTo>
                  <a:lnTo>
                    <a:pt x="7851" y="838"/>
                  </a:lnTo>
                  <a:cubicBezTo>
                    <a:pt x="7840" y="842"/>
                    <a:pt x="7825" y="844"/>
                    <a:pt x="7807" y="844"/>
                  </a:cubicBezTo>
                  <a:cubicBezTo>
                    <a:pt x="7796" y="844"/>
                    <a:pt x="7785" y="843"/>
                    <a:pt x="7772" y="842"/>
                  </a:cubicBezTo>
                  <a:lnTo>
                    <a:pt x="7772" y="842"/>
                  </a:lnTo>
                  <a:cubicBezTo>
                    <a:pt x="7740" y="856"/>
                    <a:pt x="7737" y="865"/>
                    <a:pt x="7783" y="880"/>
                  </a:cubicBezTo>
                  <a:lnTo>
                    <a:pt x="7800" y="863"/>
                  </a:lnTo>
                  <a:cubicBezTo>
                    <a:pt x="7827" y="863"/>
                    <a:pt x="7865" y="874"/>
                    <a:pt x="7879" y="874"/>
                  </a:cubicBezTo>
                  <a:cubicBezTo>
                    <a:pt x="7883" y="874"/>
                    <a:pt x="7885" y="873"/>
                    <a:pt x="7885" y="872"/>
                  </a:cubicBezTo>
                  <a:cubicBezTo>
                    <a:pt x="7893" y="872"/>
                    <a:pt x="7876" y="863"/>
                    <a:pt x="7851" y="855"/>
                  </a:cubicBezTo>
                  <a:cubicBezTo>
                    <a:pt x="7910" y="842"/>
                    <a:pt x="7969" y="836"/>
                    <a:pt x="8027" y="836"/>
                  </a:cubicBezTo>
                  <a:cubicBezTo>
                    <a:pt x="8086" y="836"/>
                    <a:pt x="8143" y="842"/>
                    <a:pt x="8198" y="855"/>
                  </a:cubicBezTo>
                  <a:cubicBezTo>
                    <a:pt x="8189" y="888"/>
                    <a:pt x="8012" y="863"/>
                    <a:pt x="8105" y="897"/>
                  </a:cubicBezTo>
                  <a:cubicBezTo>
                    <a:pt x="8141" y="897"/>
                    <a:pt x="8177" y="875"/>
                    <a:pt x="8229" y="875"/>
                  </a:cubicBezTo>
                  <a:cubicBezTo>
                    <a:pt x="8249" y="875"/>
                    <a:pt x="8273" y="879"/>
                    <a:pt x="8299" y="888"/>
                  </a:cubicBezTo>
                  <a:cubicBezTo>
                    <a:pt x="8257" y="905"/>
                    <a:pt x="8341" y="914"/>
                    <a:pt x="8341" y="922"/>
                  </a:cubicBezTo>
                  <a:lnTo>
                    <a:pt x="8468" y="888"/>
                  </a:lnTo>
                  <a:cubicBezTo>
                    <a:pt x="8516" y="894"/>
                    <a:pt x="8564" y="900"/>
                    <a:pt x="8609" y="900"/>
                  </a:cubicBezTo>
                  <a:cubicBezTo>
                    <a:pt x="8628" y="900"/>
                    <a:pt x="8646" y="899"/>
                    <a:pt x="8663" y="897"/>
                  </a:cubicBezTo>
                  <a:lnTo>
                    <a:pt x="8587" y="897"/>
                  </a:lnTo>
                  <a:cubicBezTo>
                    <a:pt x="8609" y="887"/>
                    <a:pt x="8631" y="883"/>
                    <a:pt x="8652" y="883"/>
                  </a:cubicBezTo>
                  <a:cubicBezTo>
                    <a:pt x="8713" y="883"/>
                    <a:pt x="8772" y="915"/>
                    <a:pt x="8847" y="915"/>
                  </a:cubicBezTo>
                  <a:cubicBezTo>
                    <a:pt x="8853" y="915"/>
                    <a:pt x="8859" y="914"/>
                    <a:pt x="8866" y="914"/>
                  </a:cubicBezTo>
                  <a:lnTo>
                    <a:pt x="8866" y="914"/>
                  </a:lnTo>
                  <a:lnTo>
                    <a:pt x="8815" y="922"/>
                  </a:lnTo>
                  <a:cubicBezTo>
                    <a:pt x="8853" y="931"/>
                    <a:pt x="8889" y="935"/>
                    <a:pt x="8925" y="935"/>
                  </a:cubicBezTo>
                  <a:cubicBezTo>
                    <a:pt x="8961" y="935"/>
                    <a:pt x="8997" y="931"/>
                    <a:pt x="9035" y="922"/>
                  </a:cubicBezTo>
                  <a:lnTo>
                    <a:pt x="9035" y="948"/>
                  </a:lnTo>
                  <a:cubicBezTo>
                    <a:pt x="9044" y="914"/>
                    <a:pt x="9196" y="914"/>
                    <a:pt x="9230" y="905"/>
                  </a:cubicBezTo>
                  <a:lnTo>
                    <a:pt x="9230" y="905"/>
                  </a:lnTo>
                  <a:cubicBezTo>
                    <a:pt x="9213" y="906"/>
                    <a:pt x="9198" y="906"/>
                    <a:pt x="9185" y="906"/>
                  </a:cubicBezTo>
                  <a:cubicBezTo>
                    <a:pt x="9048" y="906"/>
                    <a:pt x="9036" y="877"/>
                    <a:pt x="8924" y="877"/>
                  </a:cubicBezTo>
                  <a:cubicBezTo>
                    <a:pt x="8903" y="877"/>
                    <a:pt x="8878" y="878"/>
                    <a:pt x="8849" y="880"/>
                  </a:cubicBezTo>
                  <a:cubicBezTo>
                    <a:pt x="8925" y="846"/>
                    <a:pt x="8984" y="838"/>
                    <a:pt x="9069" y="812"/>
                  </a:cubicBezTo>
                  <a:cubicBezTo>
                    <a:pt x="9094" y="812"/>
                    <a:pt x="9111" y="821"/>
                    <a:pt x="9111" y="829"/>
                  </a:cubicBezTo>
                  <a:cubicBezTo>
                    <a:pt x="9137" y="821"/>
                    <a:pt x="9145" y="795"/>
                    <a:pt x="9196" y="787"/>
                  </a:cubicBezTo>
                  <a:lnTo>
                    <a:pt x="9213" y="804"/>
                  </a:lnTo>
                  <a:cubicBezTo>
                    <a:pt x="9232" y="808"/>
                    <a:pt x="9249" y="809"/>
                    <a:pt x="9264" y="809"/>
                  </a:cubicBezTo>
                  <a:cubicBezTo>
                    <a:pt x="9339" y="809"/>
                    <a:pt x="9356" y="768"/>
                    <a:pt x="9438" y="768"/>
                  </a:cubicBezTo>
                  <a:cubicBezTo>
                    <a:pt x="9449" y="768"/>
                    <a:pt x="9461" y="768"/>
                    <a:pt x="9475" y="770"/>
                  </a:cubicBezTo>
                  <a:cubicBezTo>
                    <a:pt x="9492" y="812"/>
                    <a:pt x="9357" y="812"/>
                    <a:pt x="9272" y="829"/>
                  </a:cubicBezTo>
                  <a:cubicBezTo>
                    <a:pt x="9331" y="863"/>
                    <a:pt x="9137" y="838"/>
                    <a:pt x="9213" y="888"/>
                  </a:cubicBezTo>
                  <a:lnTo>
                    <a:pt x="9247" y="863"/>
                  </a:lnTo>
                  <a:cubicBezTo>
                    <a:pt x="9289" y="872"/>
                    <a:pt x="9289" y="888"/>
                    <a:pt x="9264" y="888"/>
                  </a:cubicBezTo>
                  <a:cubicBezTo>
                    <a:pt x="9314" y="888"/>
                    <a:pt x="9297" y="888"/>
                    <a:pt x="9323" y="872"/>
                  </a:cubicBezTo>
                  <a:lnTo>
                    <a:pt x="9323" y="872"/>
                  </a:lnTo>
                  <a:cubicBezTo>
                    <a:pt x="9534" y="888"/>
                    <a:pt x="9297" y="922"/>
                    <a:pt x="9500" y="948"/>
                  </a:cubicBezTo>
                  <a:cubicBezTo>
                    <a:pt x="9475" y="956"/>
                    <a:pt x="9424" y="948"/>
                    <a:pt x="9433" y="973"/>
                  </a:cubicBezTo>
                  <a:lnTo>
                    <a:pt x="9323" y="956"/>
                  </a:lnTo>
                  <a:lnTo>
                    <a:pt x="9323" y="982"/>
                  </a:lnTo>
                  <a:cubicBezTo>
                    <a:pt x="9344" y="985"/>
                    <a:pt x="9365" y="987"/>
                    <a:pt x="9386" y="987"/>
                  </a:cubicBezTo>
                  <a:cubicBezTo>
                    <a:pt x="9466" y="987"/>
                    <a:pt x="9545" y="962"/>
                    <a:pt x="9619" y="922"/>
                  </a:cubicBezTo>
                  <a:lnTo>
                    <a:pt x="9619" y="922"/>
                  </a:lnTo>
                  <a:cubicBezTo>
                    <a:pt x="9598" y="925"/>
                    <a:pt x="9584" y="926"/>
                    <a:pt x="9574" y="926"/>
                  </a:cubicBezTo>
                  <a:cubicBezTo>
                    <a:pt x="9523" y="926"/>
                    <a:pt x="9592" y="894"/>
                    <a:pt x="9543" y="880"/>
                  </a:cubicBezTo>
                  <a:cubicBezTo>
                    <a:pt x="9551" y="876"/>
                    <a:pt x="9562" y="874"/>
                    <a:pt x="9572" y="874"/>
                  </a:cubicBezTo>
                  <a:cubicBezTo>
                    <a:pt x="9583" y="874"/>
                    <a:pt x="9593" y="876"/>
                    <a:pt x="9602" y="880"/>
                  </a:cubicBezTo>
                  <a:cubicBezTo>
                    <a:pt x="9610" y="880"/>
                    <a:pt x="9669" y="873"/>
                    <a:pt x="9670" y="865"/>
                  </a:cubicBezTo>
                  <a:lnTo>
                    <a:pt x="9670" y="865"/>
                  </a:lnTo>
                  <a:cubicBezTo>
                    <a:pt x="9700" y="931"/>
                    <a:pt x="9965" y="948"/>
                    <a:pt x="9898" y="1015"/>
                  </a:cubicBezTo>
                  <a:cubicBezTo>
                    <a:pt x="9923" y="1017"/>
                    <a:pt x="9947" y="1018"/>
                    <a:pt x="9972" y="1019"/>
                  </a:cubicBezTo>
                  <a:lnTo>
                    <a:pt x="9972" y="1019"/>
                  </a:lnTo>
                  <a:cubicBezTo>
                    <a:pt x="9913" y="990"/>
                    <a:pt x="10059" y="990"/>
                    <a:pt x="10059" y="982"/>
                  </a:cubicBezTo>
                  <a:lnTo>
                    <a:pt x="9949" y="982"/>
                  </a:lnTo>
                  <a:cubicBezTo>
                    <a:pt x="10000" y="965"/>
                    <a:pt x="9949" y="939"/>
                    <a:pt x="10016" y="931"/>
                  </a:cubicBezTo>
                  <a:cubicBezTo>
                    <a:pt x="9966" y="931"/>
                    <a:pt x="9948" y="917"/>
                    <a:pt x="9918" y="917"/>
                  </a:cubicBezTo>
                  <a:cubicBezTo>
                    <a:pt x="9908" y="917"/>
                    <a:pt x="9896" y="918"/>
                    <a:pt x="9881" y="922"/>
                  </a:cubicBezTo>
                  <a:cubicBezTo>
                    <a:pt x="9957" y="888"/>
                    <a:pt x="9797" y="880"/>
                    <a:pt x="9788" y="855"/>
                  </a:cubicBezTo>
                  <a:cubicBezTo>
                    <a:pt x="9856" y="855"/>
                    <a:pt x="9923" y="872"/>
                    <a:pt x="9983" y="905"/>
                  </a:cubicBezTo>
                  <a:cubicBezTo>
                    <a:pt x="10016" y="905"/>
                    <a:pt x="10059" y="905"/>
                    <a:pt x="10101" y="922"/>
                  </a:cubicBezTo>
                  <a:lnTo>
                    <a:pt x="10152" y="888"/>
                  </a:lnTo>
                  <a:cubicBezTo>
                    <a:pt x="10093" y="880"/>
                    <a:pt x="10016" y="897"/>
                    <a:pt x="10042" y="863"/>
                  </a:cubicBezTo>
                  <a:lnTo>
                    <a:pt x="10042" y="863"/>
                  </a:lnTo>
                  <a:lnTo>
                    <a:pt x="9957" y="872"/>
                  </a:lnTo>
                  <a:cubicBezTo>
                    <a:pt x="10008" y="846"/>
                    <a:pt x="10059" y="821"/>
                    <a:pt x="10118" y="812"/>
                  </a:cubicBezTo>
                  <a:cubicBezTo>
                    <a:pt x="10077" y="799"/>
                    <a:pt x="10038" y="794"/>
                    <a:pt x="10001" y="794"/>
                  </a:cubicBezTo>
                  <a:cubicBezTo>
                    <a:pt x="9934" y="794"/>
                    <a:pt x="9873" y="809"/>
                    <a:pt x="9813" y="809"/>
                  </a:cubicBezTo>
                  <a:cubicBezTo>
                    <a:pt x="9785" y="809"/>
                    <a:pt x="9757" y="805"/>
                    <a:pt x="9729" y="795"/>
                  </a:cubicBezTo>
                  <a:lnTo>
                    <a:pt x="9746" y="795"/>
                  </a:lnTo>
                  <a:cubicBezTo>
                    <a:pt x="9509" y="787"/>
                    <a:pt x="9450" y="728"/>
                    <a:pt x="9399" y="669"/>
                  </a:cubicBezTo>
                  <a:lnTo>
                    <a:pt x="9500" y="669"/>
                  </a:lnTo>
                  <a:lnTo>
                    <a:pt x="9500" y="694"/>
                  </a:lnTo>
                  <a:cubicBezTo>
                    <a:pt x="9532" y="699"/>
                    <a:pt x="9561" y="700"/>
                    <a:pt x="9590" y="700"/>
                  </a:cubicBezTo>
                  <a:cubicBezTo>
                    <a:pt x="9689" y="700"/>
                    <a:pt x="9777" y="679"/>
                    <a:pt x="9876" y="679"/>
                  </a:cubicBezTo>
                  <a:cubicBezTo>
                    <a:pt x="9905" y="679"/>
                    <a:pt x="9935" y="681"/>
                    <a:pt x="9966" y="685"/>
                  </a:cubicBezTo>
                  <a:cubicBezTo>
                    <a:pt x="9953" y="694"/>
                    <a:pt x="9930" y="694"/>
                    <a:pt x="9911" y="694"/>
                  </a:cubicBezTo>
                  <a:cubicBezTo>
                    <a:pt x="9892" y="694"/>
                    <a:pt x="9877" y="694"/>
                    <a:pt x="9881" y="702"/>
                  </a:cubicBezTo>
                  <a:cubicBezTo>
                    <a:pt x="9888" y="703"/>
                    <a:pt x="9894" y="703"/>
                    <a:pt x="9900" y="703"/>
                  </a:cubicBezTo>
                  <a:cubicBezTo>
                    <a:pt x="9967" y="703"/>
                    <a:pt x="9983" y="671"/>
                    <a:pt x="10023" y="671"/>
                  </a:cubicBezTo>
                  <a:cubicBezTo>
                    <a:pt x="10037" y="671"/>
                    <a:pt x="10053" y="675"/>
                    <a:pt x="10076" y="685"/>
                  </a:cubicBezTo>
                  <a:cubicBezTo>
                    <a:pt x="9934" y="685"/>
                    <a:pt x="10161" y="702"/>
                    <a:pt x="10040" y="718"/>
                  </a:cubicBezTo>
                  <a:lnTo>
                    <a:pt x="10040" y="718"/>
                  </a:lnTo>
                  <a:cubicBezTo>
                    <a:pt x="10067" y="715"/>
                    <a:pt x="10094" y="714"/>
                    <a:pt x="10122" y="714"/>
                  </a:cubicBezTo>
                  <a:cubicBezTo>
                    <a:pt x="10279" y="714"/>
                    <a:pt x="10433" y="762"/>
                    <a:pt x="10532" y="762"/>
                  </a:cubicBezTo>
                  <a:cubicBezTo>
                    <a:pt x="10507" y="745"/>
                    <a:pt x="10592" y="745"/>
                    <a:pt x="10592" y="736"/>
                  </a:cubicBezTo>
                  <a:cubicBezTo>
                    <a:pt x="10626" y="745"/>
                    <a:pt x="10617" y="753"/>
                    <a:pt x="10592" y="753"/>
                  </a:cubicBezTo>
                  <a:cubicBezTo>
                    <a:pt x="10651" y="779"/>
                    <a:pt x="10659" y="795"/>
                    <a:pt x="10651" y="821"/>
                  </a:cubicBezTo>
                  <a:lnTo>
                    <a:pt x="10524" y="812"/>
                  </a:lnTo>
                  <a:lnTo>
                    <a:pt x="10524" y="812"/>
                  </a:lnTo>
                  <a:cubicBezTo>
                    <a:pt x="10566" y="821"/>
                    <a:pt x="10583" y="838"/>
                    <a:pt x="10617" y="846"/>
                  </a:cubicBezTo>
                  <a:lnTo>
                    <a:pt x="10668" y="846"/>
                  </a:lnTo>
                  <a:cubicBezTo>
                    <a:pt x="10693" y="838"/>
                    <a:pt x="10693" y="838"/>
                    <a:pt x="10693" y="821"/>
                  </a:cubicBezTo>
                  <a:cubicBezTo>
                    <a:pt x="10736" y="812"/>
                    <a:pt x="10803" y="795"/>
                    <a:pt x="10888" y="770"/>
                  </a:cubicBezTo>
                  <a:lnTo>
                    <a:pt x="11049" y="770"/>
                  </a:lnTo>
                  <a:lnTo>
                    <a:pt x="11023" y="779"/>
                  </a:lnTo>
                  <a:lnTo>
                    <a:pt x="11133" y="770"/>
                  </a:lnTo>
                  <a:lnTo>
                    <a:pt x="11133" y="770"/>
                  </a:lnTo>
                  <a:cubicBezTo>
                    <a:pt x="11108" y="795"/>
                    <a:pt x="11150" y="779"/>
                    <a:pt x="11125" y="804"/>
                  </a:cubicBezTo>
                  <a:cubicBezTo>
                    <a:pt x="11125" y="821"/>
                    <a:pt x="11184" y="821"/>
                    <a:pt x="11252" y="821"/>
                  </a:cubicBezTo>
                  <a:cubicBezTo>
                    <a:pt x="11276" y="817"/>
                    <a:pt x="11302" y="815"/>
                    <a:pt x="11329" y="815"/>
                  </a:cubicBezTo>
                  <a:cubicBezTo>
                    <a:pt x="11367" y="815"/>
                    <a:pt x="11406" y="819"/>
                    <a:pt x="11446" y="829"/>
                  </a:cubicBezTo>
                  <a:lnTo>
                    <a:pt x="11404" y="838"/>
                  </a:lnTo>
                  <a:lnTo>
                    <a:pt x="11556" y="838"/>
                  </a:lnTo>
                  <a:cubicBezTo>
                    <a:pt x="11556" y="838"/>
                    <a:pt x="11573" y="838"/>
                    <a:pt x="11556" y="846"/>
                  </a:cubicBezTo>
                  <a:lnTo>
                    <a:pt x="11421" y="998"/>
                  </a:lnTo>
                  <a:lnTo>
                    <a:pt x="11412" y="998"/>
                  </a:lnTo>
                  <a:cubicBezTo>
                    <a:pt x="11421" y="976"/>
                    <a:pt x="11421" y="966"/>
                    <a:pt x="11412" y="966"/>
                  </a:cubicBezTo>
                  <a:cubicBezTo>
                    <a:pt x="11404" y="966"/>
                    <a:pt x="11390" y="974"/>
                    <a:pt x="11370" y="990"/>
                  </a:cubicBezTo>
                  <a:cubicBezTo>
                    <a:pt x="11370" y="973"/>
                    <a:pt x="11387" y="956"/>
                    <a:pt x="11387" y="948"/>
                  </a:cubicBezTo>
                  <a:lnTo>
                    <a:pt x="11404" y="922"/>
                  </a:lnTo>
                  <a:lnTo>
                    <a:pt x="11412" y="905"/>
                  </a:lnTo>
                  <a:lnTo>
                    <a:pt x="11395" y="905"/>
                  </a:lnTo>
                  <a:cubicBezTo>
                    <a:pt x="11378" y="905"/>
                    <a:pt x="11362" y="897"/>
                    <a:pt x="11378" y="888"/>
                  </a:cubicBezTo>
                  <a:cubicBezTo>
                    <a:pt x="11446" y="888"/>
                    <a:pt x="11446" y="888"/>
                    <a:pt x="11446" y="872"/>
                  </a:cubicBezTo>
                  <a:lnTo>
                    <a:pt x="11446" y="872"/>
                  </a:lnTo>
                  <a:cubicBezTo>
                    <a:pt x="11409" y="877"/>
                    <a:pt x="11375" y="878"/>
                    <a:pt x="11343" y="878"/>
                  </a:cubicBezTo>
                  <a:cubicBezTo>
                    <a:pt x="11327" y="878"/>
                    <a:pt x="11311" y="878"/>
                    <a:pt x="11297" y="878"/>
                  </a:cubicBezTo>
                  <a:cubicBezTo>
                    <a:pt x="11254" y="878"/>
                    <a:pt x="11218" y="880"/>
                    <a:pt x="11192" y="897"/>
                  </a:cubicBezTo>
                  <a:cubicBezTo>
                    <a:pt x="11099" y="897"/>
                    <a:pt x="11175" y="888"/>
                    <a:pt x="11133" y="872"/>
                  </a:cubicBezTo>
                  <a:cubicBezTo>
                    <a:pt x="11133" y="863"/>
                    <a:pt x="11167" y="855"/>
                    <a:pt x="11209" y="846"/>
                  </a:cubicBezTo>
                  <a:lnTo>
                    <a:pt x="10913" y="846"/>
                  </a:lnTo>
                  <a:cubicBezTo>
                    <a:pt x="10888" y="880"/>
                    <a:pt x="11057" y="888"/>
                    <a:pt x="10939" y="914"/>
                  </a:cubicBezTo>
                  <a:cubicBezTo>
                    <a:pt x="10917" y="921"/>
                    <a:pt x="10890" y="952"/>
                    <a:pt x="10847" y="952"/>
                  </a:cubicBezTo>
                  <a:cubicBezTo>
                    <a:pt x="10839" y="952"/>
                    <a:pt x="10830" y="950"/>
                    <a:pt x="10820" y="948"/>
                  </a:cubicBezTo>
                  <a:cubicBezTo>
                    <a:pt x="10820" y="945"/>
                    <a:pt x="10821" y="943"/>
                    <a:pt x="10823" y="942"/>
                  </a:cubicBezTo>
                  <a:lnTo>
                    <a:pt x="10823" y="942"/>
                  </a:lnTo>
                  <a:cubicBezTo>
                    <a:pt x="10822" y="942"/>
                    <a:pt x="10821" y="942"/>
                    <a:pt x="10820" y="942"/>
                  </a:cubicBezTo>
                  <a:cubicBezTo>
                    <a:pt x="10802" y="942"/>
                    <a:pt x="10796" y="931"/>
                    <a:pt x="10769" y="931"/>
                  </a:cubicBezTo>
                  <a:cubicBezTo>
                    <a:pt x="10769" y="910"/>
                    <a:pt x="10783" y="904"/>
                    <a:pt x="10801" y="900"/>
                  </a:cubicBezTo>
                  <a:lnTo>
                    <a:pt x="10801" y="900"/>
                  </a:lnTo>
                  <a:cubicBezTo>
                    <a:pt x="10801" y="900"/>
                    <a:pt x="10802" y="900"/>
                    <a:pt x="10802" y="900"/>
                  </a:cubicBezTo>
                  <a:cubicBezTo>
                    <a:pt x="10814" y="900"/>
                    <a:pt x="10826" y="898"/>
                    <a:pt x="10838" y="896"/>
                  </a:cubicBezTo>
                  <a:lnTo>
                    <a:pt x="10838" y="896"/>
                  </a:lnTo>
                  <a:cubicBezTo>
                    <a:pt x="10825" y="898"/>
                    <a:pt x="10812" y="898"/>
                    <a:pt x="10801" y="900"/>
                  </a:cubicBezTo>
                  <a:lnTo>
                    <a:pt x="10801" y="900"/>
                  </a:lnTo>
                  <a:cubicBezTo>
                    <a:pt x="10793" y="900"/>
                    <a:pt x="10785" y="899"/>
                    <a:pt x="10778" y="897"/>
                  </a:cubicBezTo>
                  <a:lnTo>
                    <a:pt x="10786" y="888"/>
                  </a:lnTo>
                  <a:lnTo>
                    <a:pt x="10702" y="888"/>
                  </a:lnTo>
                  <a:cubicBezTo>
                    <a:pt x="10659" y="914"/>
                    <a:pt x="10761" y="897"/>
                    <a:pt x="10761" y="914"/>
                  </a:cubicBezTo>
                  <a:lnTo>
                    <a:pt x="10702" y="931"/>
                  </a:lnTo>
                  <a:cubicBezTo>
                    <a:pt x="10685" y="932"/>
                    <a:pt x="10668" y="933"/>
                    <a:pt x="10651" y="933"/>
                  </a:cubicBezTo>
                  <a:cubicBezTo>
                    <a:pt x="10567" y="933"/>
                    <a:pt x="10483" y="915"/>
                    <a:pt x="10406" y="880"/>
                  </a:cubicBezTo>
                  <a:cubicBezTo>
                    <a:pt x="10389" y="877"/>
                    <a:pt x="10378" y="875"/>
                    <a:pt x="10369" y="875"/>
                  </a:cubicBezTo>
                  <a:cubicBezTo>
                    <a:pt x="10332" y="875"/>
                    <a:pt x="10350" y="900"/>
                    <a:pt x="10329" y="914"/>
                  </a:cubicBezTo>
                  <a:cubicBezTo>
                    <a:pt x="10319" y="917"/>
                    <a:pt x="10309" y="919"/>
                    <a:pt x="10299" y="919"/>
                  </a:cubicBezTo>
                  <a:cubicBezTo>
                    <a:pt x="10266" y="919"/>
                    <a:pt x="10236" y="904"/>
                    <a:pt x="10203" y="904"/>
                  </a:cubicBezTo>
                  <a:cubicBezTo>
                    <a:pt x="10197" y="904"/>
                    <a:pt x="10191" y="904"/>
                    <a:pt x="10186" y="905"/>
                  </a:cubicBezTo>
                  <a:cubicBezTo>
                    <a:pt x="10186" y="931"/>
                    <a:pt x="10126" y="922"/>
                    <a:pt x="10126" y="948"/>
                  </a:cubicBezTo>
                  <a:lnTo>
                    <a:pt x="10050" y="939"/>
                  </a:lnTo>
                  <a:lnTo>
                    <a:pt x="10050" y="939"/>
                  </a:lnTo>
                  <a:cubicBezTo>
                    <a:pt x="10000" y="973"/>
                    <a:pt x="10143" y="956"/>
                    <a:pt x="10160" y="973"/>
                  </a:cubicBezTo>
                  <a:cubicBezTo>
                    <a:pt x="10181" y="994"/>
                    <a:pt x="10167" y="996"/>
                    <a:pt x="10150" y="996"/>
                  </a:cubicBezTo>
                  <a:cubicBezTo>
                    <a:pt x="10145" y="996"/>
                    <a:pt x="10141" y="996"/>
                    <a:pt x="10137" y="996"/>
                  </a:cubicBezTo>
                  <a:cubicBezTo>
                    <a:pt x="10125" y="996"/>
                    <a:pt x="10117" y="997"/>
                    <a:pt x="10126" y="1007"/>
                  </a:cubicBezTo>
                  <a:cubicBezTo>
                    <a:pt x="10194" y="1007"/>
                    <a:pt x="10194" y="982"/>
                    <a:pt x="10228" y="982"/>
                  </a:cubicBezTo>
                  <a:cubicBezTo>
                    <a:pt x="10262" y="982"/>
                    <a:pt x="10279" y="990"/>
                    <a:pt x="10279" y="1007"/>
                  </a:cubicBezTo>
                  <a:cubicBezTo>
                    <a:pt x="10260" y="1002"/>
                    <a:pt x="10246" y="1000"/>
                    <a:pt x="10236" y="1000"/>
                  </a:cubicBezTo>
                  <a:cubicBezTo>
                    <a:pt x="10199" y="1000"/>
                    <a:pt x="10203" y="1025"/>
                    <a:pt x="10159" y="1025"/>
                  </a:cubicBezTo>
                  <a:cubicBezTo>
                    <a:pt x="10155" y="1025"/>
                    <a:pt x="10149" y="1024"/>
                    <a:pt x="10143" y="1024"/>
                  </a:cubicBezTo>
                  <a:lnTo>
                    <a:pt x="10143" y="1015"/>
                  </a:lnTo>
                  <a:cubicBezTo>
                    <a:pt x="10143" y="1021"/>
                    <a:pt x="10138" y="1024"/>
                    <a:pt x="10129" y="1026"/>
                  </a:cubicBezTo>
                  <a:lnTo>
                    <a:pt x="10129" y="1026"/>
                  </a:lnTo>
                  <a:cubicBezTo>
                    <a:pt x="10076" y="1024"/>
                    <a:pt x="10024" y="1022"/>
                    <a:pt x="9972" y="1019"/>
                  </a:cubicBezTo>
                  <a:lnTo>
                    <a:pt x="9972" y="1019"/>
                  </a:lnTo>
                  <a:cubicBezTo>
                    <a:pt x="9975" y="1021"/>
                    <a:pt x="9979" y="1022"/>
                    <a:pt x="9983" y="1024"/>
                  </a:cubicBezTo>
                  <a:cubicBezTo>
                    <a:pt x="9989" y="1023"/>
                    <a:pt x="9998" y="1022"/>
                    <a:pt x="10007" y="1022"/>
                  </a:cubicBezTo>
                  <a:cubicBezTo>
                    <a:pt x="10037" y="1022"/>
                    <a:pt x="10078" y="1027"/>
                    <a:pt x="10107" y="1027"/>
                  </a:cubicBezTo>
                  <a:cubicBezTo>
                    <a:pt x="10116" y="1027"/>
                    <a:pt x="10123" y="1027"/>
                    <a:pt x="10129" y="1026"/>
                  </a:cubicBezTo>
                  <a:lnTo>
                    <a:pt x="10129" y="1026"/>
                  </a:lnTo>
                  <a:cubicBezTo>
                    <a:pt x="10168" y="1027"/>
                    <a:pt x="10207" y="1027"/>
                    <a:pt x="10246" y="1027"/>
                  </a:cubicBezTo>
                  <a:cubicBezTo>
                    <a:pt x="10294" y="1027"/>
                    <a:pt x="10342" y="1026"/>
                    <a:pt x="10389" y="1024"/>
                  </a:cubicBezTo>
                  <a:lnTo>
                    <a:pt x="10389" y="1024"/>
                  </a:lnTo>
                  <a:lnTo>
                    <a:pt x="10338" y="1041"/>
                  </a:lnTo>
                  <a:cubicBezTo>
                    <a:pt x="10382" y="1057"/>
                    <a:pt x="10414" y="1064"/>
                    <a:pt x="10439" y="1064"/>
                  </a:cubicBezTo>
                  <a:cubicBezTo>
                    <a:pt x="10514" y="1064"/>
                    <a:pt x="10524" y="1005"/>
                    <a:pt x="10600" y="998"/>
                  </a:cubicBezTo>
                  <a:lnTo>
                    <a:pt x="10600" y="998"/>
                  </a:lnTo>
                  <a:cubicBezTo>
                    <a:pt x="10558" y="1007"/>
                    <a:pt x="10575" y="1015"/>
                    <a:pt x="10609" y="1024"/>
                  </a:cubicBezTo>
                  <a:lnTo>
                    <a:pt x="10642" y="1024"/>
                  </a:lnTo>
                  <a:lnTo>
                    <a:pt x="10651" y="1032"/>
                  </a:lnTo>
                  <a:cubicBezTo>
                    <a:pt x="10659" y="1032"/>
                    <a:pt x="10668" y="1041"/>
                    <a:pt x="10676" y="1049"/>
                  </a:cubicBezTo>
                  <a:cubicBezTo>
                    <a:pt x="10711" y="1021"/>
                    <a:pt x="10758" y="1005"/>
                    <a:pt x="10807" y="1005"/>
                  </a:cubicBezTo>
                  <a:cubicBezTo>
                    <a:pt x="10817" y="1005"/>
                    <a:pt x="10827" y="1005"/>
                    <a:pt x="10837" y="1007"/>
                  </a:cubicBezTo>
                  <a:cubicBezTo>
                    <a:pt x="10829" y="1032"/>
                    <a:pt x="10786" y="1075"/>
                    <a:pt x="10812" y="1075"/>
                  </a:cubicBezTo>
                  <a:lnTo>
                    <a:pt x="10862" y="1058"/>
                  </a:lnTo>
                  <a:cubicBezTo>
                    <a:pt x="10868" y="1060"/>
                    <a:pt x="10877" y="1060"/>
                    <a:pt x="10886" y="1060"/>
                  </a:cubicBezTo>
                  <a:cubicBezTo>
                    <a:pt x="10903" y="1060"/>
                    <a:pt x="10923" y="1058"/>
                    <a:pt x="10937" y="1058"/>
                  </a:cubicBezTo>
                  <a:cubicBezTo>
                    <a:pt x="10950" y="1058"/>
                    <a:pt x="10959" y="1060"/>
                    <a:pt x="10955" y="1066"/>
                  </a:cubicBezTo>
                  <a:lnTo>
                    <a:pt x="10947" y="1066"/>
                  </a:lnTo>
                  <a:cubicBezTo>
                    <a:pt x="10949" y="1067"/>
                    <a:pt x="10951" y="1067"/>
                    <a:pt x="10954" y="1067"/>
                  </a:cubicBezTo>
                  <a:cubicBezTo>
                    <a:pt x="10979" y="1067"/>
                    <a:pt x="11037" y="1040"/>
                    <a:pt x="11015" y="1032"/>
                  </a:cubicBezTo>
                  <a:lnTo>
                    <a:pt x="11091" y="1024"/>
                  </a:lnTo>
                  <a:lnTo>
                    <a:pt x="11074" y="1032"/>
                  </a:lnTo>
                  <a:cubicBezTo>
                    <a:pt x="11081" y="1030"/>
                    <a:pt x="11087" y="1029"/>
                    <a:pt x="11090" y="1029"/>
                  </a:cubicBezTo>
                  <a:cubicBezTo>
                    <a:pt x="11099" y="1029"/>
                    <a:pt x="11099" y="1035"/>
                    <a:pt x="11099" y="1041"/>
                  </a:cubicBezTo>
                  <a:cubicBezTo>
                    <a:pt x="11108" y="1049"/>
                    <a:pt x="11108" y="1058"/>
                    <a:pt x="11108" y="1066"/>
                  </a:cubicBezTo>
                  <a:cubicBezTo>
                    <a:pt x="11116" y="1100"/>
                    <a:pt x="11099" y="1134"/>
                    <a:pt x="11082" y="1159"/>
                  </a:cubicBezTo>
                  <a:cubicBezTo>
                    <a:pt x="11080" y="1158"/>
                    <a:pt x="11077" y="1157"/>
                    <a:pt x="11073" y="1157"/>
                  </a:cubicBezTo>
                  <a:cubicBezTo>
                    <a:pt x="11050" y="1157"/>
                    <a:pt x="11006" y="1186"/>
                    <a:pt x="10992" y="1186"/>
                  </a:cubicBezTo>
                  <a:cubicBezTo>
                    <a:pt x="10985" y="1186"/>
                    <a:pt x="10985" y="1179"/>
                    <a:pt x="10998" y="1159"/>
                  </a:cubicBezTo>
                  <a:cubicBezTo>
                    <a:pt x="10999" y="1162"/>
                    <a:pt x="11002" y="1164"/>
                    <a:pt x="11006" y="1164"/>
                  </a:cubicBezTo>
                  <a:cubicBezTo>
                    <a:pt x="11022" y="1164"/>
                    <a:pt x="11053" y="1141"/>
                    <a:pt x="11074" y="1134"/>
                  </a:cubicBezTo>
                  <a:cubicBezTo>
                    <a:pt x="11099" y="1100"/>
                    <a:pt x="11074" y="1092"/>
                    <a:pt x="11074" y="1083"/>
                  </a:cubicBezTo>
                  <a:cubicBezTo>
                    <a:pt x="11032" y="1100"/>
                    <a:pt x="10989" y="1108"/>
                    <a:pt x="10947" y="1117"/>
                  </a:cubicBezTo>
                  <a:cubicBezTo>
                    <a:pt x="10972" y="1117"/>
                    <a:pt x="10947" y="1159"/>
                    <a:pt x="10922" y="1193"/>
                  </a:cubicBezTo>
                  <a:cubicBezTo>
                    <a:pt x="10905" y="1227"/>
                    <a:pt x="10888" y="1261"/>
                    <a:pt x="10922" y="1269"/>
                  </a:cubicBezTo>
                  <a:cubicBezTo>
                    <a:pt x="10896" y="1303"/>
                    <a:pt x="10871" y="1337"/>
                    <a:pt x="10845" y="1371"/>
                  </a:cubicBezTo>
                  <a:lnTo>
                    <a:pt x="10820" y="1405"/>
                  </a:lnTo>
                  <a:lnTo>
                    <a:pt x="10786" y="1447"/>
                  </a:lnTo>
                  <a:cubicBezTo>
                    <a:pt x="10761" y="1472"/>
                    <a:pt x="10736" y="1498"/>
                    <a:pt x="10710" y="1523"/>
                  </a:cubicBezTo>
                  <a:cubicBezTo>
                    <a:pt x="10716" y="1523"/>
                    <a:pt x="10725" y="1519"/>
                    <a:pt x="10731" y="1519"/>
                  </a:cubicBezTo>
                  <a:cubicBezTo>
                    <a:pt x="10734" y="1519"/>
                    <a:pt x="10736" y="1520"/>
                    <a:pt x="10736" y="1523"/>
                  </a:cubicBezTo>
                  <a:lnTo>
                    <a:pt x="10626" y="1599"/>
                  </a:lnTo>
                  <a:lnTo>
                    <a:pt x="10642" y="1574"/>
                  </a:lnTo>
                  <a:lnTo>
                    <a:pt x="10566" y="1616"/>
                  </a:lnTo>
                  <a:cubicBezTo>
                    <a:pt x="10549" y="1616"/>
                    <a:pt x="10575" y="1574"/>
                    <a:pt x="10583" y="1557"/>
                  </a:cubicBezTo>
                  <a:cubicBezTo>
                    <a:pt x="10594" y="1546"/>
                    <a:pt x="10604" y="1539"/>
                    <a:pt x="10609" y="1539"/>
                  </a:cubicBezTo>
                  <a:cubicBezTo>
                    <a:pt x="10611" y="1539"/>
                    <a:pt x="10612" y="1542"/>
                    <a:pt x="10609" y="1548"/>
                  </a:cubicBezTo>
                  <a:cubicBezTo>
                    <a:pt x="10619" y="1527"/>
                    <a:pt x="10621" y="1520"/>
                    <a:pt x="10617" y="1520"/>
                  </a:cubicBezTo>
                  <a:cubicBezTo>
                    <a:pt x="10610" y="1520"/>
                    <a:pt x="10578" y="1555"/>
                    <a:pt x="10568" y="1555"/>
                  </a:cubicBezTo>
                  <a:cubicBezTo>
                    <a:pt x="10564" y="1555"/>
                    <a:pt x="10563" y="1551"/>
                    <a:pt x="10566" y="1540"/>
                  </a:cubicBezTo>
                  <a:cubicBezTo>
                    <a:pt x="10583" y="1523"/>
                    <a:pt x="10600" y="1506"/>
                    <a:pt x="10609" y="1489"/>
                  </a:cubicBezTo>
                  <a:lnTo>
                    <a:pt x="10609" y="1489"/>
                  </a:lnTo>
                  <a:cubicBezTo>
                    <a:pt x="10532" y="1548"/>
                    <a:pt x="10532" y="1616"/>
                    <a:pt x="10456" y="1633"/>
                  </a:cubicBezTo>
                  <a:cubicBezTo>
                    <a:pt x="10431" y="1709"/>
                    <a:pt x="10380" y="1777"/>
                    <a:pt x="10313" y="1827"/>
                  </a:cubicBezTo>
                  <a:cubicBezTo>
                    <a:pt x="10315" y="1823"/>
                    <a:pt x="10315" y="1821"/>
                    <a:pt x="10315" y="1821"/>
                  </a:cubicBezTo>
                  <a:lnTo>
                    <a:pt x="10315" y="1821"/>
                  </a:lnTo>
                  <a:cubicBezTo>
                    <a:pt x="10311" y="1821"/>
                    <a:pt x="10279" y="1862"/>
                    <a:pt x="10267" y="1862"/>
                  </a:cubicBezTo>
                  <a:cubicBezTo>
                    <a:pt x="10262" y="1862"/>
                    <a:pt x="10260" y="1857"/>
                    <a:pt x="10262" y="1844"/>
                  </a:cubicBezTo>
                  <a:lnTo>
                    <a:pt x="10262" y="1844"/>
                  </a:lnTo>
                  <a:cubicBezTo>
                    <a:pt x="10252" y="1869"/>
                    <a:pt x="10224" y="1894"/>
                    <a:pt x="10203" y="1916"/>
                  </a:cubicBezTo>
                  <a:lnTo>
                    <a:pt x="10203" y="1916"/>
                  </a:lnTo>
                  <a:cubicBezTo>
                    <a:pt x="10213" y="1907"/>
                    <a:pt x="10225" y="1899"/>
                    <a:pt x="10236" y="1895"/>
                  </a:cubicBezTo>
                  <a:lnTo>
                    <a:pt x="10236" y="1895"/>
                  </a:lnTo>
                  <a:cubicBezTo>
                    <a:pt x="10211" y="1929"/>
                    <a:pt x="10219" y="1946"/>
                    <a:pt x="10186" y="1971"/>
                  </a:cubicBezTo>
                  <a:lnTo>
                    <a:pt x="10177" y="1971"/>
                  </a:lnTo>
                  <a:cubicBezTo>
                    <a:pt x="10152" y="2030"/>
                    <a:pt x="10211" y="2039"/>
                    <a:pt x="10135" y="2115"/>
                  </a:cubicBezTo>
                  <a:cubicBezTo>
                    <a:pt x="10086" y="2168"/>
                    <a:pt x="10062" y="2188"/>
                    <a:pt x="10051" y="2188"/>
                  </a:cubicBezTo>
                  <a:cubicBezTo>
                    <a:pt x="10024" y="2188"/>
                    <a:pt x="10100" y="2047"/>
                    <a:pt x="10079" y="2047"/>
                  </a:cubicBezTo>
                  <a:cubicBezTo>
                    <a:pt x="10078" y="2047"/>
                    <a:pt x="10077" y="2047"/>
                    <a:pt x="10076" y="2047"/>
                  </a:cubicBezTo>
                  <a:cubicBezTo>
                    <a:pt x="10084" y="2064"/>
                    <a:pt x="10000" y="2166"/>
                    <a:pt x="9949" y="2191"/>
                  </a:cubicBezTo>
                  <a:lnTo>
                    <a:pt x="9949" y="2174"/>
                  </a:lnTo>
                  <a:cubicBezTo>
                    <a:pt x="9932" y="2200"/>
                    <a:pt x="9915" y="2234"/>
                    <a:pt x="9881" y="2242"/>
                  </a:cubicBezTo>
                  <a:cubicBezTo>
                    <a:pt x="9890" y="2276"/>
                    <a:pt x="9890" y="2310"/>
                    <a:pt x="9881" y="2343"/>
                  </a:cubicBezTo>
                  <a:lnTo>
                    <a:pt x="9788" y="2428"/>
                  </a:lnTo>
                  <a:lnTo>
                    <a:pt x="9788" y="2428"/>
                  </a:lnTo>
                  <a:lnTo>
                    <a:pt x="9797" y="2403"/>
                  </a:lnTo>
                  <a:lnTo>
                    <a:pt x="9797" y="2403"/>
                  </a:lnTo>
                  <a:cubicBezTo>
                    <a:pt x="9788" y="2428"/>
                    <a:pt x="9763" y="2445"/>
                    <a:pt x="9746" y="2462"/>
                  </a:cubicBezTo>
                  <a:cubicBezTo>
                    <a:pt x="9729" y="2453"/>
                    <a:pt x="9754" y="2437"/>
                    <a:pt x="9780" y="2403"/>
                  </a:cubicBezTo>
                  <a:cubicBezTo>
                    <a:pt x="9754" y="2403"/>
                    <a:pt x="9737" y="2420"/>
                    <a:pt x="9729" y="2453"/>
                  </a:cubicBezTo>
                  <a:lnTo>
                    <a:pt x="9737" y="2445"/>
                  </a:lnTo>
                  <a:lnTo>
                    <a:pt x="9737" y="2445"/>
                  </a:lnTo>
                  <a:cubicBezTo>
                    <a:pt x="9724" y="2465"/>
                    <a:pt x="9677" y="2535"/>
                    <a:pt x="9699" y="2535"/>
                  </a:cubicBezTo>
                  <a:cubicBezTo>
                    <a:pt x="9705" y="2535"/>
                    <a:pt x="9714" y="2531"/>
                    <a:pt x="9729" y="2521"/>
                  </a:cubicBezTo>
                  <a:lnTo>
                    <a:pt x="9729" y="2521"/>
                  </a:lnTo>
                  <a:cubicBezTo>
                    <a:pt x="9687" y="2580"/>
                    <a:pt x="9644" y="2563"/>
                    <a:pt x="9610" y="2606"/>
                  </a:cubicBezTo>
                  <a:cubicBezTo>
                    <a:pt x="9602" y="2589"/>
                    <a:pt x="9627" y="2563"/>
                    <a:pt x="9602" y="2563"/>
                  </a:cubicBezTo>
                  <a:cubicBezTo>
                    <a:pt x="9568" y="2589"/>
                    <a:pt x="9543" y="2614"/>
                    <a:pt x="9517" y="2640"/>
                  </a:cubicBezTo>
                  <a:cubicBezTo>
                    <a:pt x="9523" y="2637"/>
                    <a:pt x="9527" y="2635"/>
                    <a:pt x="9530" y="2635"/>
                  </a:cubicBezTo>
                  <a:cubicBezTo>
                    <a:pt x="9537" y="2635"/>
                    <a:pt x="9534" y="2645"/>
                    <a:pt x="9541" y="2645"/>
                  </a:cubicBezTo>
                  <a:cubicBezTo>
                    <a:pt x="9545" y="2645"/>
                    <a:pt x="9553" y="2641"/>
                    <a:pt x="9568" y="2631"/>
                  </a:cubicBezTo>
                  <a:lnTo>
                    <a:pt x="9568" y="2631"/>
                  </a:lnTo>
                  <a:cubicBezTo>
                    <a:pt x="9560" y="2656"/>
                    <a:pt x="9517" y="2690"/>
                    <a:pt x="9526" y="2699"/>
                  </a:cubicBezTo>
                  <a:cubicBezTo>
                    <a:pt x="9534" y="2682"/>
                    <a:pt x="9551" y="2665"/>
                    <a:pt x="9577" y="2656"/>
                  </a:cubicBezTo>
                  <a:lnTo>
                    <a:pt x="9577" y="2656"/>
                  </a:lnTo>
                  <a:cubicBezTo>
                    <a:pt x="9534" y="2707"/>
                    <a:pt x="9475" y="2750"/>
                    <a:pt x="9424" y="2775"/>
                  </a:cubicBezTo>
                  <a:cubicBezTo>
                    <a:pt x="9424" y="2766"/>
                    <a:pt x="9424" y="2766"/>
                    <a:pt x="9424" y="2758"/>
                  </a:cubicBezTo>
                  <a:cubicBezTo>
                    <a:pt x="9382" y="2834"/>
                    <a:pt x="9280" y="2910"/>
                    <a:pt x="9255" y="2969"/>
                  </a:cubicBezTo>
                  <a:lnTo>
                    <a:pt x="9280" y="2961"/>
                  </a:lnTo>
                  <a:cubicBezTo>
                    <a:pt x="9289" y="2936"/>
                    <a:pt x="9314" y="2919"/>
                    <a:pt x="9340" y="2910"/>
                  </a:cubicBezTo>
                  <a:lnTo>
                    <a:pt x="9340" y="2910"/>
                  </a:lnTo>
                  <a:cubicBezTo>
                    <a:pt x="9319" y="2936"/>
                    <a:pt x="9331" y="2936"/>
                    <a:pt x="9344" y="2936"/>
                  </a:cubicBezTo>
                  <a:cubicBezTo>
                    <a:pt x="9357" y="2936"/>
                    <a:pt x="9369" y="2936"/>
                    <a:pt x="9348" y="2961"/>
                  </a:cubicBezTo>
                  <a:cubicBezTo>
                    <a:pt x="9289" y="3029"/>
                    <a:pt x="9196" y="3054"/>
                    <a:pt x="9179" y="3113"/>
                  </a:cubicBezTo>
                  <a:cubicBezTo>
                    <a:pt x="9255" y="3063"/>
                    <a:pt x="9357" y="3003"/>
                    <a:pt x="9374" y="2969"/>
                  </a:cubicBezTo>
                  <a:lnTo>
                    <a:pt x="9374" y="2969"/>
                  </a:lnTo>
                  <a:lnTo>
                    <a:pt x="9331" y="3003"/>
                  </a:lnTo>
                  <a:lnTo>
                    <a:pt x="9407" y="2885"/>
                  </a:lnTo>
                  <a:cubicBezTo>
                    <a:pt x="9408" y="2885"/>
                    <a:pt x="9408" y="2885"/>
                    <a:pt x="9409" y="2885"/>
                  </a:cubicBezTo>
                  <a:cubicBezTo>
                    <a:pt x="9421" y="2885"/>
                    <a:pt x="9473" y="2823"/>
                    <a:pt x="9495" y="2823"/>
                  </a:cubicBezTo>
                  <a:cubicBezTo>
                    <a:pt x="9497" y="2823"/>
                    <a:pt x="9499" y="2824"/>
                    <a:pt x="9500" y="2826"/>
                  </a:cubicBezTo>
                  <a:cubicBezTo>
                    <a:pt x="9467" y="2860"/>
                    <a:pt x="9441" y="2885"/>
                    <a:pt x="9416" y="2910"/>
                  </a:cubicBezTo>
                  <a:cubicBezTo>
                    <a:pt x="9416" y="2911"/>
                    <a:pt x="9417" y="2911"/>
                    <a:pt x="9418" y="2911"/>
                  </a:cubicBezTo>
                  <a:cubicBezTo>
                    <a:pt x="9433" y="2911"/>
                    <a:pt x="9511" y="2841"/>
                    <a:pt x="9551" y="2809"/>
                  </a:cubicBezTo>
                  <a:lnTo>
                    <a:pt x="9551" y="2809"/>
                  </a:lnTo>
                  <a:lnTo>
                    <a:pt x="9500" y="2843"/>
                  </a:lnTo>
                  <a:cubicBezTo>
                    <a:pt x="9560" y="2758"/>
                    <a:pt x="9670" y="2673"/>
                    <a:pt x="9737" y="2597"/>
                  </a:cubicBezTo>
                  <a:lnTo>
                    <a:pt x="9737" y="2597"/>
                  </a:lnTo>
                  <a:cubicBezTo>
                    <a:pt x="9726" y="2612"/>
                    <a:pt x="9724" y="2618"/>
                    <a:pt x="9728" y="2618"/>
                  </a:cubicBezTo>
                  <a:cubicBezTo>
                    <a:pt x="9738" y="2618"/>
                    <a:pt x="9786" y="2581"/>
                    <a:pt x="9798" y="2581"/>
                  </a:cubicBezTo>
                  <a:cubicBezTo>
                    <a:pt x="9803" y="2581"/>
                    <a:pt x="9803" y="2585"/>
                    <a:pt x="9797" y="2597"/>
                  </a:cubicBezTo>
                  <a:cubicBezTo>
                    <a:pt x="9780" y="2631"/>
                    <a:pt x="9737" y="2640"/>
                    <a:pt x="9754" y="2640"/>
                  </a:cubicBezTo>
                  <a:cubicBezTo>
                    <a:pt x="9756" y="2644"/>
                    <a:pt x="9758" y="2645"/>
                    <a:pt x="9760" y="2645"/>
                  </a:cubicBezTo>
                  <a:cubicBezTo>
                    <a:pt x="9773" y="2645"/>
                    <a:pt x="9802" y="2597"/>
                    <a:pt x="9830" y="2597"/>
                  </a:cubicBezTo>
                  <a:cubicBezTo>
                    <a:pt x="9823" y="2583"/>
                    <a:pt x="9878" y="2524"/>
                    <a:pt x="9856" y="2524"/>
                  </a:cubicBezTo>
                  <a:cubicBezTo>
                    <a:pt x="9853" y="2524"/>
                    <a:pt x="9847" y="2526"/>
                    <a:pt x="9839" y="2530"/>
                  </a:cubicBezTo>
                  <a:cubicBezTo>
                    <a:pt x="9873" y="2513"/>
                    <a:pt x="9915" y="2445"/>
                    <a:pt x="9957" y="2428"/>
                  </a:cubicBezTo>
                  <a:cubicBezTo>
                    <a:pt x="9923" y="2411"/>
                    <a:pt x="10008" y="2352"/>
                    <a:pt x="10008" y="2335"/>
                  </a:cubicBezTo>
                  <a:cubicBezTo>
                    <a:pt x="10025" y="2318"/>
                    <a:pt x="10042" y="2310"/>
                    <a:pt x="10059" y="2310"/>
                  </a:cubicBezTo>
                  <a:cubicBezTo>
                    <a:pt x="10033" y="2343"/>
                    <a:pt x="10008" y="2386"/>
                    <a:pt x="9974" y="2437"/>
                  </a:cubicBezTo>
                  <a:cubicBezTo>
                    <a:pt x="9957" y="2445"/>
                    <a:pt x="9923" y="2470"/>
                    <a:pt x="9940" y="2470"/>
                  </a:cubicBezTo>
                  <a:lnTo>
                    <a:pt x="9940" y="2479"/>
                  </a:lnTo>
                  <a:cubicBezTo>
                    <a:pt x="9881" y="2572"/>
                    <a:pt x="9813" y="2665"/>
                    <a:pt x="9780" y="2707"/>
                  </a:cubicBezTo>
                  <a:lnTo>
                    <a:pt x="9788" y="2682"/>
                  </a:lnTo>
                  <a:lnTo>
                    <a:pt x="9788" y="2682"/>
                  </a:lnTo>
                  <a:cubicBezTo>
                    <a:pt x="9754" y="2758"/>
                    <a:pt x="9661" y="2792"/>
                    <a:pt x="9619" y="2868"/>
                  </a:cubicBezTo>
                  <a:cubicBezTo>
                    <a:pt x="9619" y="2868"/>
                    <a:pt x="9619" y="2860"/>
                    <a:pt x="9616" y="2860"/>
                  </a:cubicBezTo>
                  <a:cubicBezTo>
                    <a:pt x="9615" y="2860"/>
                    <a:pt x="9613" y="2862"/>
                    <a:pt x="9610" y="2868"/>
                  </a:cubicBezTo>
                  <a:cubicBezTo>
                    <a:pt x="9548" y="2912"/>
                    <a:pt x="9532" y="2960"/>
                    <a:pt x="9493" y="2996"/>
                  </a:cubicBezTo>
                  <a:lnTo>
                    <a:pt x="9493" y="2996"/>
                  </a:lnTo>
                  <a:cubicBezTo>
                    <a:pt x="9506" y="2984"/>
                    <a:pt x="9520" y="2973"/>
                    <a:pt x="9534" y="2961"/>
                  </a:cubicBezTo>
                  <a:lnTo>
                    <a:pt x="9534" y="2961"/>
                  </a:lnTo>
                  <a:cubicBezTo>
                    <a:pt x="9517" y="3003"/>
                    <a:pt x="9484" y="3037"/>
                    <a:pt x="9450" y="3063"/>
                  </a:cubicBezTo>
                  <a:lnTo>
                    <a:pt x="9467" y="3088"/>
                  </a:lnTo>
                  <a:cubicBezTo>
                    <a:pt x="9441" y="3147"/>
                    <a:pt x="9374" y="3147"/>
                    <a:pt x="9348" y="3198"/>
                  </a:cubicBezTo>
                  <a:lnTo>
                    <a:pt x="9407" y="3173"/>
                  </a:lnTo>
                  <a:lnTo>
                    <a:pt x="9407" y="3181"/>
                  </a:lnTo>
                  <a:cubicBezTo>
                    <a:pt x="9424" y="3173"/>
                    <a:pt x="9433" y="3156"/>
                    <a:pt x="9441" y="3139"/>
                  </a:cubicBezTo>
                  <a:cubicBezTo>
                    <a:pt x="9478" y="3094"/>
                    <a:pt x="9522" y="3069"/>
                    <a:pt x="9571" y="3069"/>
                  </a:cubicBezTo>
                  <a:cubicBezTo>
                    <a:pt x="9579" y="3069"/>
                    <a:pt x="9586" y="3070"/>
                    <a:pt x="9593" y="3071"/>
                  </a:cubicBezTo>
                  <a:cubicBezTo>
                    <a:pt x="9601" y="3067"/>
                    <a:pt x="9606" y="3065"/>
                    <a:pt x="9609" y="3065"/>
                  </a:cubicBezTo>
                  <a:cubicBezTo>
                    <a:pt x="9626" y="3065"/>
                    <a:pt x="9605" y="3106"/>
                    <a:pt x="9619" y="3113"/>
                  </a:cubicBezTo>
                  <a:cubicBezTo>
                    <a:pt x="9670" y="3071"/>
                    <a:pt x="9644" y="3046"/>
                    <a:pt x="9695" y="2995"/>
                  </a:cubicBezTo>
                  <a:cubicBezTo>
                    <a:pt x="9700" y="2993"/>
                    <a:pt x="9703" y="2993"/>
                    <a:pt x="9706" y="2993"/>
                  </a:cubicBezTo>
                  <a:cubicBezTo>
                    <a:pt x="9712" y="2993"/>
                    <a:pt x="9713" y="2996"/>
                    <a:pt x="9711" y="3000"/>
                  </a:cubicBezTo>
                  <a:lnTo>
                    <a:pt x="9711" y="3000"/>
                  </a:lnTo>
                  <a:lnTo>
                    <a:pt x="9737" y="2961"/>
                  </a:lnTo>
                  <a:cubicBezTo>
                    <a:pt x="9738" y="2961"/>
                    <a:pt x="9738" y="2962"/>
                    <a:pt x="9739" y="2962"/>
                  </a:cubicBezTo>
                  <a:cubicBezTo>
                    <a:pt x="9751" y="2962"/>
                    <a:pt x="9794" y="2930"/>
                    <a:pt x="9805" y="2930"/>
                  </a:cubicBezTo>
                  <a:cubicBezTo>
                    <a:pt x="9810" y="2930"/>
                    <a:pt x="9809" y="2936"/>
                    <a:pt x="9797" y="2953"/>
                  </a:cubicBezTo>
                  <a:lnTo>
                    <a:pt x="9763" y="2986"/>
                  </a:lnTo>
                  <a:cubicBezTo>
                    <a:pt x="9843" y="2943"/>
                    <a:pt x="9961" y="2861"/>
                    <a:pt x="10003" y="2861"/>
                  </a:cubicBezTo>
                  <a:cubicBezTo>
                    <a:pt x="10009" y="2861"/>
                    <a:pt x="10014" y="2863"/>
                    <a:pt x="10016" y="2868"/>
                  </a:cubicBezTo>
                  <a:cubicBezTo>
                    <a:pt x="10059" y="2834"/>
                    <a:pt x="10042" y="2834"/>
                    <a:pt x="10110" y="2783"/>
                  </a:cubicBezTo>
                  <a:cubicBezTo>
                    <a:pt x="10126" y="2741"/>
                    <a:pt x="10076" y="2750"/>
                    <a:pt x="10135" y="2673"/>
                  </a:cubicBezTo>
                  <a:lnTo>
                    <a:pt x="10135" y="2673"/>
                  </a:lnTo>
                  <a:lnTo>
                    <a:pt x="10076" y="2716"/>
                  </a:lnTo>
                  <a:cubicBezTo>
                    <a:pt x="10067" y="2733"/>
                    <a:pt x="10059" y="2741"/>
                    <a:pt x="10050" y="2758"/>
                  </a:cubicBezTo>
                  <a:lnTo>
                    <a:pt x="10110" y="2707"/>
                  </a:lnTo>
                  <a:lnTo>
                    <a:pt x="10110" y="2707"/>
                  </a:lnTo>
                  <a:cubicBezTo>
                    <a:pt x="10076" y="2741"/>
                    <a:pt x="10093" y="2750"/>
                    <a:pt x="10093" y="2775"/>
                  </a:cubicBezTo>
                  <a:cubicBezTo>
                    <a:pt x="10042" y="2817"/>
                    <a:pt x="9974" y="2851"/>
                    <a:pt x="9906" y="2876"/>
                  </a:cubicBezTo>
                  <a:cubicBezTo>
                    <a:pt x="9923" y="2843"/>
                    <a:pt x="9974" y="2800"/>
                    <a:pt x="9932" y="2800"/>
                  </a:cubicBezTo>
                  <a:cubicBezTo>
                    <a:pt x="10000" y="2775"/>
                    <a:pt x="9974" y="2733"/>
                    <a:pt x="10042" y="2707"/>
                  </a:cubicBezTo>
                  <a:lnTo>
                    <a:pt x="10042" y="2724"/>
                  </a:lnTo>
                  <a:cubicBezTo>
                    <a:pt x="10067" y="2665"/>
                    <a:pt x="10093" y="2682"/>
                    <a:pt x="10118" y="2640"/>
                  </a:cubicBezTo>
                  <a:lnTo>
                    <a:pt x="10126" y="2640"/>
                  </a:lnTo>
                  <a:cubicBezTo>
                    <a:pt x="10154" y="2605"/>
                    <a:pt x="10153" y="2600"/>
                    <a:pt x="10147" y="2600"/>
                  </a:cubicBezTo>
                  <a:cubicBezTo>
                    <a:pt x="10145" y="2600"/>
                    <a:pt x="10141" y="2601"/>
                    <a:pt x="10139" y="2601"/>
                  </a:cubicBezTo>
                  <a:cubicBezTo>
                    <a:pt x="10131" y="2601"/>
                    <a:pt x="10126" y="2595"/>
                    <a:pt x="10152" y="2555"/>
                  </a:cubicBezTo>
                  <a:cubicBezTo>
                    <a:pt x="10171" y="2538"/>
                    <a:pt x="10183" y="2532"/>
                    <a:pt x="10192" y="2532"/>
                  </a:cubicBezTo>
                  <a:cubicBezTo>
                    <a:pt x="10212" y="2532"/>
                    <a:pt x="10210" y="2564"/>
                    <a:pt x="10224" y="2564"/>
                  </a:cubicBezTo>
                  <a:cubicBezTo>
                    <a:pt x="10225" y="2564"/>
                    <a:pt x="10227" y="2564"/>
                    <a:pt x="10228" y="2563"/>
                  </a:cubicBezTo>
                  <a:lnTo>
                    <a:pt x="10228" y="2563"/>
                  </a:lnTo>
                  <a:cubicBezTo>
                    <a:pt x="10143" y="2690"/>
                    <a:pt x="10270" y="2597"/>
                    <a:pt x="10160" y="2724"/>
                  </a:cubicBezTo>
                  <a:cubicBezTo>
                    <a:pt x="10166" y="2732"/>
                    <a:pt x="10174" y="2736"/>
                    <a:pt x="10183" y="2736"/>
                  </a:cubicBezTo>
                  <a:cubicBezTo>
                    <a:pt x="10211" y="2736"/>
                    <a:pt x="10253" y="2699"/>
                    <a:pt x="10304" y="2648"/>
                  </a:cubicBezTo>
                  <a:lnTo>
                    <a:pt x="10304" y="2648"/>
                  </a:lnTo>
                  <a:cubicBezTo>
                    <a:pt x="10295" y="2653"/>
                    <a:pt x="10288" y="2656"/>
                    <a:pt x="10283" y="2656"/>
                  </a:cubicBezTo>
                  <a:cubicBezTo>
                    <a:pt x="10261" y="2656"/>
                    <a:pt x="10270" y="2615"/>
                    <a:pt x="10244" y="2615"/>
                  </a:cubicBezTo>
                  <a:cubicBezTo>
                    <a:pt x="10238" y="2615"/>
                    <a:pt x="10230" y="2617"/>
                    <a:pt x="10219" y="2623"/>
                  </a:cubicBezTo>
                  <a:cubicBezTo>
                    <a:pt x="10304" y="2521"/>
                    <a:pt x="10245" y="2470"/>
                    <a:pt x="10372" y="2394"/>
                  </a:cubicBezTo>
                  <a:lnTo>
                    <a:pt x="10372" y="2403"/>
                  </a:lnTo>
                  <a:lnTo>
                    <a:pt x="10397" y="2343"/>
                  </a:lnTo>
                  <a:lnTo>
                    <a:pt x="10465" y="2293"/>
                  </a:lnTo>
                  <a:lnTo>
                    <a:pt x="10465" y="2293"/>
                  </a:lnTo>
                  <a:cubicBezTo>
                    <a:pt x="10456" y="2360"/>
                    <a:pt x="10397" y="2386"/>
                    <a:pt x="10389" y="2428"/>
                  </a:cubicBezTo>
                  <a:lnTo>
                    <a:pt x="10389" y="2428"/>
                  </a:lnTo>
                  <a:cubicBezTo>
                    <a:pt x="10482" y="2386"/>
                    <a:pt x="10456" y="2310"/>
                    <a:pt x="10541" y="2234"/>
                  </a:cubicBezTo>
                  <a:cubicBezTo>
                    <a:pt x="10554" y="2228"/>
                    <a:pt x="10562" y="2226"/>
                    <a:pt x="10567" y="2226"/>
                  </a:cubicBezTo>
                  <a:cubicBezTo>
                    <a:pt x="10603" y="2226"/>
                    <a:pt x="10476" y="2338"/>
                    <a:pt x="10499" y="2360"/>
                  </a:cubicBezTo>
                  <a:cubicBezTo>
                    <a:pt x="10506" y="2340"/>
                    <a:pt x="10552" y="2314"/>
                    <a:pt x="10569" y="2314"/>
                  </a:cubicBezTo>
                  <a:cubicBezTo>
                    <a:pt x="10572" y="2314"/>
                    <a:pt x="10575" y="2315"/>
                    <a:pt x="10575" y="2318"/>
                  </a:cubicBezTo>
                  <a:cubicBezTo>
                    <a:pt x="10482" y="2386"/>
                    <a:pt x="10541" y="2377"/>
                    <a:pt x="10439" y="2453"/>
                  </a:cubicBezTo>
                  <a:cubicBezTo>
                    <a:pt x="10453" y="2433"/>
                    <a:pt x="10453" y="2427"/>
                    <a:pt x="10448" y="2427"/>
                  </a:cubicBezTo>
                  <a:cubicBezTo>
                    <a:pt x="10443" y="2427"/>
                    <a:pt x="10433" y="2432"/>
                    <a:pt x="10427" y="2432"/>
                  </a:cubicBezTo>
                  <a:cubicBezTo>
                    <a:pt x="10424" y="2432"/>
                    <a:pt x="10423" y="2431"/>
                    <a:pt x="10423" y="2428"/>
                  </a:cubicBezTo>
                  <a:cubicBezTo>
                    <a:pt x="10380" y="2487"/>
                    <a:pt x="10329" y="2538"/>
                    <a:pt x="10279" y="2580"/>
                  </a:cubicBezTo>
                  <a:cubicBezTo>
                    <a:pt x="10279" y="2588"/>
                    <a:pt x="10281" y="2591"/>
                    <a:pt x="10286" y="2591"/>
                  </a:cubicBezTo>
                  <a:cubicBezTo>
                    <a:pt x="10303" y="2591"/>
                    <a:pt x="10347" y="2550"/>
                    <a:pt x="10380" y="2530"/>
                  </a:cubicBezTo>
                  <a:cubicBezTo>
                    <a:pt x="10431" y="2437"/>
                    <a:pt x="10541" y="2403"/>
                    <a:pt x="10566" y="2327"/>
                  </a:cubicBezTo>
                  <a:cubicBezTo>
                    <a:pt x="10590" y="2303"/>
                    <a:pt x="10601" y="2295"/>
                    <a:pt x="10606" y="2295"/>
                  </a:cubicBezTo>
                  <a:cubicBezTo>
                    <a:pt x="10617" y="2295"/>
                    <a:pt x="10594" y="2335"/>
                    <a:pt x="10600" y="2335"/>
                  </a:cubicBezTo>
                  <a:cubicBezTo>
                    <a:pt x="10676" y="2284"/>
                    <a:pt x="10609" y="2293"/>
                    <a:pt x="10626" y="2267"/>
                  </a:cubicBezTo>
                  <a:cubicBezTo>
                    <a:pt x="10710" y="2157"/>
                    <a:pt x="10761" y="2174"/>
                    <a:pt x="10829" y="2107"/>
                  </a:cubicBezTo>
                  <a:cubicBezTo>
                    <a:pt x="10913" y="1980"/>
                    <a:pt x="11006" y="1870"/>
                    <a:pt x="11108" y="1768"/>
                  </a:cubicBezTo>
                  <a:cubicBezTo>
                    <a:pt x="11108" y="1783"/>
                    <a:pt x="11114" y="1787"/>
                    <a:pt x="11122" y="1787"/>
                  </a:cubicBezTo>
                  <a:cubicBezTo>
                    <a:pt x="11128" y="1787"/>
                    <a:pt x="11135" y="1785"/>
                    <a:pt x="11142" y="1785"/>
                  </a:cubicBezTo>
                  <a:cubicBezTo>
                    <a:pt x="11142" y="1760"/>
                    <a:pt x="11150" y="1734"/>
                    <a:pt x="11158" y="1709"/>
                  </a:cubicBezTo>
                  <a:cubicBezTo>
                    <a:pt x="11167" y="1684"/>
                    <a:pt x="11192" y="1658"/>
                    <a:pt x="11226" y="1591"/>
                  </a:cubicBezTo>
                  <a:lnTo>
                    <a:pt x="11226" y="1591"/>
                  </a:lnTo>
                  <a:lnTo>
                    <a:pt x="11125" y="1684"/>
                  </a:lnTo>
                  <a:cubicBezTo>
                    <a:pt x="11192" y="1599"/>
                    <a:pt x="11209" y="1514"/>
                    <a:pt x="11294" y="1455"/>
                  </a:cubicBezTo>
                  <a:lnTo>
                    <a:pt x="11294" y="1455"/>
                  </a:lnTo>
                  <a:cubicBezTo>
                    <a:pt x="11275" y="1466"/>
                    <a:pt x="11264" y="1471"/>
                    <a:pt x="11257" y="1471"/>
                  </a:cubicBezTo>
                  <a:cubicBezTo>
                    <a:pt x="11220" y="1471"/>
                    <a:pt x="11365" y="1304"/>
                    <a:pt x="11387" y="1261"/>
                  </a:cubicBezTo>
                  <a:cubicBezTo>
                    <a:pt x="11471" y="1176"/>
                    <a:pt x="11488" y="1108"/>
                    <a:pt x="11556" y="1058"/>
                  </a:cubicBezTo>
                  <a:lnTo>
                    <a:pt x="11556" y="1066"/>
                  </a:lnTo>
                  <a:lnTo>
                    <a:pt x="11658" y="948"/>
                  </a:lnTo>
                  <a:lnTo>
                    <a:pt x="11717" y="948"/>
                  </a:lnTo>
                  <a:cubicBezTo>
                    <a:pt x="11793" y="865"/>
                    <a:pt x="11824" y="793"/>
                    <a:pt x="11805" y="793"/>
                  </a:cubicBezTo>
                  <a:cubicBezTo>
                    <a:pt x="11800" y="793"/>
                    <a:pt x="11794" y="796"/>
                    <a:pt x="11784" y="804"/>
                  </a:cubicBezTo>
                  <a:cubicBezTo>
                    <a:pt x="11878" y="711"/>
                    <a:pt x="11844" y="753"/>
                    <a:pt x="11894" y="728"/>
                  </a:cubicBezTo>
                  <a:lnTo>
                    <a:pt x="11894" y="728"/>
                  </a:lnTo>
                  <a:cubicBezTo>
                    <a:pt x="11878" y="802"/>
                    <a:pt x="11838" y="868"/>
                    <a:pt x="11773" y="910"/>
                  </a:cubicBezTo>
                  <a:lnTo>
                    <a:pt x="11773" y="910"/>
                  </a:lnTo>
                  <a:cubicBezTo>
                    <a:pt x="11786" y="900"/>
                    <a:pt x="11793" y="880"/>
                    <a:pt x="11793" y="880"/>
                  </a:cubicBezTo>
                  <a:lnTo>
                    <a:pt x="11793" y="880"/>
                  </a:lnTo>
                  <a:cubicBezTo>
                    <a:pt x="11690" y="1003"/>
                    <a:pt x="11693" y="1021"/>
                    <a:pt x="11714" y="1021"/>
                  </a:cubicBezTo>
                  <a:cubicBezTo>
                    <a:pt x="11722" y="1021"/>
                    <a:pt x="11733" y="1018"/>
                    <a:pt x="11741" y="1018"/>
                  </a:cubicBezTo>
                  <a:cubicBezTo>
                    <a:pt x="11755" y="1018"/>
                    <a:pt x="11761" y="1026"/>
                    <a:pt x="11734" y="1066"/>
                  </a:cubicBezTo>
                  <a:cubicBezTo>
                    <a:pt x="11793" y="1007"/>
                    <a:pt x="11852" y="939"/>
                    <a:pt x="11903" y="872"/>
                  </a:cubicBezTo>
                  <a:cubicBezTo>
                    <a:pt x="11945" y="795"/>
                    <a:pt x="11987" y="728"/>
                    <a:pt x="12030" y="643"/>
                  </a:cubicBezTo>
                  <a:lnTo>
                    <a:pt x="12030" y="643"/>
                  </a:lnTo>
                  <a:cubicBezTo>
                    <a:pt x="11979" y="728"/>
                    <a:pt x="11911" y="804"/>
                    <a:pt x="11835" y="872"/>
                  </a:cubicBezTo>
                  <a:cubicBezTo>
                    <a:pt x="11894" y="804"/>
                    <a:pt x="11852" y="812"/>
                    <a:pt x="11920" y="753"/>
                  </a:cubicBezTo>
                  <a:lnTo>
                    <a:pt x="11920" y="762"/>
                  </a:lnTo>
                  <a:lnTo>
                    <a:pt x="11945" y="711"/>
                  </a:lnTo>
                  <a:cubicBezTo>
                    <a:pt x="11962" y="694"/>
                    <a:pt x="11979" y="685"/>
                    <a:pt x="11987" y="669"/>
                  </a:cubicBezTo>
                  <a:lnTo>
                    <a:pt x="12013" y="635"/>
                  </a:lnTo>
                  <a:lnTo>
                    <a:pt x="11996" y="635"/>
                  </a:lnTo>
                  <a:cubicBezTo>
                    <a:pt x="11962" y="626"/>
                    <a:pt x="11945" y="618"/>
                    <a:pt x="12038" y="618"/>
                  </a:cubicBezTo>
                  <a:cubicBezTo>
                    <a:pt x="12013" y="616"/>
                    <a:pt x="11994" y="615"/>
                    <a:pt x="11980" y="615"/>
                  </a:cubicBezTo>
                  <a:cubicBezTo>
                    <a:pt x="11922" y="615"/>
                    <a:pt x="11930" y="626"/>
                    <a:pt x="11835" y="626"/>
                  </a:cubicBezTo>
                  <a:lnTo>
                    <a:pt x="11928" y="643"/>
                  </a:lnTo>
                  <a:cubicBezTo>
                    <a:pt x="11954" y="652"/>
                    <a:pt x="12013" y="635"/>
                    <a:pt x="11962" y="677"/>
                  </a:cubicBezTo>
                  <a:lnTo>
                    <a:pt x="11920" y="694"/>
                  </a:lnTo>
                  <a:cubicBezTo>
                    <a:pt x="11920" y="694"/>
                    <a:pt x="11920" y="685"/>
                    <a:pt x="11920" y="685"/>
                  </a:cubicBezTo>
                  <a:lnTo>
                    <a:pt x="11869" y="685"/>
                  </a:lnTo>
                  <a:cubicBezTo>
                    <a:pt x="11844" y="677"/>
                    <a:pt x="11818" y="669"/>
                    <a:pt x="11793" y="669"/>
                  </a:cubicBezTo>
                  <a:lnTo>
                    <a:pt x="11751" y="694"/>
                  </a:lnTo>
                  <a:lnTo>
                    <a:pt x="11658" y="660"/>
                  </a:lnTo>
                  <a:cubicBezTo>
                    <a:pt x="11652" y="666"/>
                    <a:pt x="11639" y="668"/>
                    <a:pt x="11622" y="668"/>
                  </a:cubicBezTo>
                  <a:cubicBezTo>
                    <a:pt x="11590" y="668"/>
                    <a:pt x="11545" y="660"/>
                    <a:pt x="11522" y="660"/>
                  </a:cubicBezTo>
                  <a:cubicBezTo>
                    <a:pt x="11473" y="646"/>
                    <a:pt x="11542" y="614"/>
                    <a:pt x="11466" y="614"/>
                  </a:cubicBezTo>
                  <a:cubicBezTo>
                    <a:pt x="11451" y="614"/>
                    <a:pt x="11431" y="615"/>
                    <a:pt x="11404" y="618"/>
                  </a:cubicBezTo>
                  <a:lnTo>
                    <a:pt x="11412" y="618"/>
                  </a:lnTo>
                  <a:cubicBezTo>
                    <a:pt x="11390" y="620"/>
                    <a:pt x="11368" y="621"/>
                    <a:pt x="11345" y="621"/>
                  </a:cubicBezTo>
                  <a:cubicBezTo>
                    <a:pt x="11291" y="621"/>
                    <a:pt x="11235" y="615"/>
                    <a:pt x="11175" y="609"/>
                  </a:cubicBezTo>
                  <a:cubicBezTo>
                    <a:pt x="11201" y="601"/>
                    <a:pt x="11218" y="601"/>
                    <a:pt x="11243" y="601"/>
                  </a:cubicBezTo>
                  <a:cubicBezTo>
                    <a:pt x="11150" y="592"/>
                    <a:pt x="11065" y="584"/>
                    <a:pt x="10972" y="584"/>
                  </a:cubicBezTo>
                  <a:cubicBezTo>
                    <a:pt x="10956" y="586"/>
                    <a:pt x="10940" y="587"/>
                    <a:pt x="10924" y="587"/>
                  </a:cubicBezTo>
                  <a:cubicBezTo>
                    <a:pt x="10873" y="587"/>
                    <a:pt x="10821" y="576"/>
                    <a:pt x="10769" y="550"/>
                  </a:cubicBezTo>
                  <a:cubicBezTo>
                    <a:pt x="10770" y="549"/>
                    <a:pt x="10772" y="549"/>
                    <a:pt x="10773" y="548"/>
                  </a:cubicBezTo>
                  <a:lnTo>
                    <a:pt x="10773" y="548"/>
                  </a:lnTo>
                  <a:lnTo>
                    <a:pt x="10786" y="550"/>
                  </a:lnTo>
                  <a:cubicBezTo>
                    <a:pt x="10791" y="547"/>
                    <a:pt x="10798" y="544"/>
                    <a:pt x="10807" y="541"/>
                  </a:cubicBezTo>
                  <a:lnTo>
                    <a:pt x="10807" y="541"/>
                  </a:lnTo>
                  <a:cubicBezTo>
                    <a:pt x="10794" y="542"/>
                    <a:pt x="10782" y="544"/>
                    <a:pt x="10773" y="548"/>
                  </a:cubicBezTo>
                  <a:lnTo>
                    <a:pt x="10773" y="548"/>
                  </a:lnTo>
                  <a:lnTo>
                    <a:pt x="10727" y="542"/>
                  </a:lnTo>
                  <a:cubicBezTo>
                    <a:pt x="10702" y="542"/>
                    <a:pt x="10668" y="533"/>
                    <a:pt x="10659" y="533"/>
                  </a:cubicBezTo>
                  <a:cubicBezTo>
                    <a:pt x="10634" y="525"/>
                    <a:pt x="10626" y="525"/>
                    <a:pt x="10659" y="516"/>
                  </a:cubicBezTo>
                  <a:lnTo>
                    <a:pt x="10659" y="516"/>
                  </a:lnTo>
                  <a:lnTo>
                    <a:pt x="10524" y="542"/>
                  </a:lnTo>
                  <a:cubicBezTo>
                    <a:pt x="10524" y="525"/>
                    <a:pt x="10558" y="525"/>
                    <a:pt x="10575" y="516"/>
                  </a:cubicBezTo>
                  <a:lnTo>
                    <a:pt x="10473" y="516"/>
                  </a:lnTo>
                  <a:cubicBezTo>
                    <a:pt x="10389" y="516"/>
                    <a:pt x="10313" y="525"/>
                    <a:pt x="10228" y="542"/>
                  </a:cubicBezTo>
                  <a:cubicBezTo>
                    <a:pt x="10355" y="575"/>
                    <a:pt x="10160" y="567"/>
                    <a:pt x="10169" y="592"/>
                  </a:cubicBezTo>
                  <a:lnTo>
                    <a:pt x="10169" y="592"/>
                  </a:lnTo>
                  <a:cubicBezTo>
                    <a:pt x="10126" y="584"/>
                    <a:pt x="10110" y="516"/>
                    <a:pt x="10219" y="499"/>
                  </a:cubicBezTo>
                  <a:cubicBezTo>
                    <a:pt x="10228" y="505"/>
                    <a:pt x="10241" y="507"/>
                    <a:pt x="10257" y="507"/>
                  </a:cubicBezTo>
                  <a:cubicBezTo>
                    <a:pt x="10288" y="507"/>
                    <a:pt x="10329" y="499"/>
                    <a:pt x="10363" y="499"/>
                  </a:cubicBezTo>
                  <a:cubicBezTo>
                    <a:pt x="10342" y="495"/>
                    <a:pt x="10319" y="493"/>
                    <a:pt x="10296" y="493"/>
                  </a:cubicBezTo>
                  <a:cubicBezTo>
                    <a:pt x="10272" y="493"/>
                    <a:pt x="10249" y="495"/>
                    <a:pt x="10228" y="499"/>
                  </a:cubicBezTo>
                  <a:cubicBezTo>
                    <a:pt x="10270" y="482"/>
                    <a:pt x="10152" y="466"/>
                    <a:pt x="10160" y="457"/>
                  </a:cubicBezTo>
                  <a:cubicBezTo>
                    <a:pt x="10167" y="450"/>
                    <a:pt x="10185" y="427"/>
                    <a:pt x="10227" y="427"/>
                  </a:cubicBezTo>
                  <a:cubicBezTo>
                    <a:pt x="10237" y="427"/>
                    <a:pt x="10249" y="428"/>
                    <a:pt x="10262" y="432"/>
                  </a:cubicBezTo>
                  <a:cubicBezTo>
                    <a:pt x="10355" y="440"/>
                    <a:pt x="10270" y="466"/>
                    <a:pt x="10296" y="466"/>
                  </a:cubicBezTo>
                  <a:cubicBezTo>
                    <a:pt x="10305" y="478"/>
                    <a:pt x="10326" y="481"/>
                    <a:pt x="10352" y="481"/>
                  </a:cubicBezTo>
                  <a:cubicBezTo>
                    <a:pt x="10380" y="481"/>
                    <a:pt x="10413" y="477"/>
                    <a:pt x="10444" y="477"/>
                  </a:cubicBezTo>
                  <a:cubicBezTo>
                    <a:pt x="10461" y="477"/>
                    <a:pt x="10477" y="479"/>
                    <a:pt x="10490" y="482"/>
                  </a:cubicBezTo>
                  <a:cubicBezTo>
                    <a:pt x="10499" y="491"/>
                    <a:pt x="10482" y="491"/>
                    <a:pt x="10465" y="491"/>
                  </a:cubicBezTo>
                  <a:cubicBezTo>
                    <a:pt x="10488" y="491"/>
                    <a:pt x="10519" y="492"/>
                    <a:pt x="10548" y="492"/>
                  </a:cubicBezTo>
                  <a:cubicBezTo>
                    <a:pt x="10590" y="492"/>
                    <a:pt x="10629" y="489"/>
                    <a:pt x="10634" y="474"/>
                  </a:cubicBezTo>
                  <a:lnTo>
                    <a:pt x="10634" y="474"/>
                  </a:lnTo>
                  <a:lnTo>
                    <a:pt x="10507" y="482"/>
                  </a:lnTo>
                  <a:cubicBezTo>
                    <a:pt x="10482" y="474"/>
                    <a:pt x="10549" y="466"/>
                    <a:pt x="10507" y="449"/>
                  </a:cubicBezTo>
                  <a:lnTo>
                    <a:pt x="10507" y="449"/>
                  </a:lnTo>
                  <a:cubicBezTo>
                    <a:pt x="10490" y="453"/>
                    <a:pt x="10473" y="455"/>
                    <a:pt x="10456" y="455"/>
                  </a:cubicBezTo>
                  <a:cubicBezTo>
                    <a:pt x="10439" y="455"/>
                    <a:pt x="10423" y="453"/>
                    <a:pt x="10406" y="449"/>
                  </a:cubicBezTo>
                  <a:lnTo>
                    <a:pt x="10414" y="440"/>
                  </a:lnTo>
                  <a:cubicBezTo>
                    <a:pt x="10338" y="421"/>
                    <a:pt x="10267" y="412"/>
                    <a:pt x="10193" y="412"/>
                  </a:cubicBezTo>
                  <a:cubicBezTo>
                    <a:pt x="10168" y="412"/>
                    <a:pt x="10143" y="413"/>
                    <a:pt x="10118" y="415"/>
                  </a:cubicBezTo>
                  <a:cubicBezTo>
                    <a:pt x="10101" y="466"/>
                    <a:pt x="10050" y="499"/>
                    <a:pt x="10008" y="550"/>
                  </a:cubicBezTo>
                  <a:cubicBezTo>
                    <a:pt x="9873" y="542"/>
                    <a:pt x="9729" y="533"/>
                    <a:pt x="9593" y="516"/>
                  </a:cubicBezTo>
                  <a:cubicBezTo>
                    <a:pt x="9644" y="497"/>
                    <a:pt x="9700" y="488"/>
                    <a:pt x="9756" y="488"/>
                  </a:cubicBezTo>
                  <a:cubicBezTo>
                    <a:pt x="9775" y="488"/>
                    <a:pt x="9794" y="489"/>
                    <a:pt x="9813" y="491"/>
                  </a:cubicBezTo>
                  <a:lnTo>
                    <a:pt x="9771" y="508"/>
                  </a:lnTo>
                  <a:cubicBezTo>
                    <a:pt x="9785" y="510"/>
                    <a:pt x="9798" y="511"/>
                    <a:pt x="9812" y="511"/>
                  </a:cubicBezTo>
                  <a:cubicBezTo>
                    <a:pt x="9848" y="511"/>
                    <a:pt x="9884" y="503"/>
                    <a:pt x="9915" y="491"/>
                  </a:cubicBezTo>
                  <a:cubicBezTo>
                    <a:pt x="9915" y="491"/>
                    <a:pt x="9915" y="499"/>
                    <a:pt x="9932" y="508"/>
                  </a:cubicBezTo>
                  <a:cubicBezTo>
                    <a:pt x="10008" y="508"/>
                    <a:pt x="10042" y="474"/>
                    <a:pt x="10008" y="457"/>
                  </a:cubicBezTo>
                  <a:lnTo>
                    <a:pt x="10008" y="457"/>
                  </a:lnTo>
                  <a:lnTo>
                    <a:pt x="9983" y="466"/>
                  </a:lnTo>
                  <a:lnTo>
                    <a:pt x="9932" y="432"/>
                  </a:lnTo>
                  <a:cubicBezTo>
                    <a:pt x="9925" y="453"/>
                    <a:pt x="9897" y="458"/>
                    <a:pt x="9860" y="458"/>
                  </a:cubicBezTo>
                  <a:cubicBezTo>
                    <a:pt x="9824" y="458"/>
                    <a:pt x="9780" y="453"/>
                    <a:pt x="9739" y="453"/>
                  </a:cubicBezTo>
                  <a:cubicBezTo>
                    <a:pt x="9721" y="453"/>
                    <a:pt x="9702" y="454"/>
                    <a:pt x="9687" y="457"/>
                  </a:cubicBezTo>
                  <a:cubicBezTo>
                    <a:pt x="9730" y="445"/>
                    <a:pt x="9768" y="419"/>
                    <a:pt x="9812" y="419"/>
                  </a:cubicBezTo>
                  <a:cubicBezTo>
                    <a:pt x="9829" y="419"/>
                    <a:pt x="9846" y="422"/>
                    <a:pt x="9864" y="432"/>
                  </a:cubicBezTo>
                  <a:lnTo>
                    <a:pt x="9856" y="406"/>
                  </a:lnTo>
                  <a:cubicBezTo>
                    <a:pt x="9899" y="406"/>
                    <a:pt x="9937" y="424"/>
                    <a:pt x="9968" y="424"/>
                  </a:cubicBezTo>
                  <a:cubicBezTo>
                    <a:pt x="9980" y="424"/>
                    <a:pt x="9990" y="422"/>
                    <a:pt x="10000" y="415"/>
                  </a:cubicBezTo>
                  <a:lnTo>
                    <a:pt x="9932" y="415"/>
                  </a:lnTo>
                  <a:lnTo>
                    <a:pt x="9932" y="398"/>
                  </a:lnTo>
                  <a:cubicBezTo>
                    <a:pt x="9906" y="402"/>
                    <a:pt x="9879" y="404"/>
                    <a:pt x="9852" y="404"/>
                  </a:cubicBezTo>
                  <a:cubicBezTo>
                    <a:pt x="9824" y="404"/>
                    <a:pt x="9797" y="402"/>
                    <a:pt x="9771" y="398"/>
                  </a:cubicBezTo>
                  <a:cubicBezTo>
                    <a:pt x="9732" y="420"/>
                    <a:pt x="9688" y="432"/>
                    <a:pt x="9644" y="432"/>
                  </a:cubicBezTo>
                  <a:cubicBezTo>
                    <a:pt x="9622" y="432"/>
                    <a:pt x="9599" y="429"/>
                    <a:pt x="9577" y="423"/>
                  </a:cubicBezTo>
                  <a:cubicBezTo>
                    <a:pt x="9561" y="432"/>
                    <a:pt x="9543" y="435"/>
                    <a:pt x="9525" y="435"/>
                  </a:cubicBezTo>
                  <a:cubicBezTo>
                    <a:pt x="9460" y="435"/>
                    <a:pt x="9384" y="396"/>
                    <a:pt x="9339" y="396"/>
                  </a:cubicBezTo>
                  <a:cubicBezTo>
                    <a:pt x="9333" y="396"/>
                    <a:pt x="9328" y="396"/>
                    <a:pt x="9323" y="398"/>
                  </a:cubicBezTo>
                  <a:cubicBezTo>
                    <a:pt x="9280" y="440"/>
                    <a:pt x="9441" y="423"/>
                    <a:pt x="9475" y="449"/>
                  </a:cubicBezTo>
                  <a:cubicBezTo>
                    <a:pt x="9460" y="454"/>
                    <a:pt x="9446" y="455"/>
                    <a:pt x="9434" y="455"/>
                  </a:cubicBezTo>
                  <a:cubicBezTo>
                    <a:pt x="9421" y="455"/>
                    <a:pt x="9412" y="453"/>
                    <a:pt x="9407" y="453"/>
                  </a:cubicBezTo>
                  <a:cubicBezTo>
                    <a:pt x="9401" y="453"/>
                    <a:pt x="9403" y="456"/>
                    <a:pt x="9416" y="466"/>
                  </a:cubicBezTo>
                  <a:cubicBezTo>
                    <a:pt x="9402" y="468"/>
                    <a:pt x="9390" y="469"/>
                    <a:pt x="9381" y="469"/>
                  </a:cubicBezTo>
                  <a:cubicBezTo>
                    <a:pt x="9330" y="469"/>
                    <a:pt x="9337" y="442"/>
                    <a:pt x="9302" y="442"/>
                  </a:cubicBezTo>
                  <a:cubicBezTo>
                    <a:pt x="9293" y="442"/>
                    <a:pt x="9280" y="444"/>
                    <a:pt x="9264" y="449"/>
                  </a:cubicBezTo>
                  <a:lnTo>
                    <a:pt x="9314" y="466"/>
                  </a:lnTo>
                  <a:cubicBezTo>
                    <a:pt x="9293" y="474"/>
                    <a:pt x="9266" y="474"/>
                    <a:pt x="9239" y="474"/>
                  </a:cubicBezTo>
                  <a:cubicBezTo>
                    <a:pt x="9213" y="474"/>
                    <a:pt x="9187" y="474"/>
                    <a:pt x="9171" y="482"/>
                  </a:cubicBezTo>
                  <a:cubicBezTo>
                    <a:pt x="9166" y="499"/>
                    <a:pt x="9181" y="501"/>
                    <a:pt x="9206" y="501"/>
                  </a:cubicBezTo>
                  <a:cubicBezTo>
                    <a:pt x="9215" y="501"/>
                    <a:pt x="9225" y="501"/>
                    <a:pt x="9235" y="501"/>
                  </a:cubicBezTo>
                  <a:cubicBezTo>
                    <a:pt x="9256" y="501"/>
                    <a:pt x="9280" y="502"/>
                    <a:pt x="9306" y="508"/>
                  </a:cubicBezTo>
                  <a:lnTo>
                    <a:pt x="9272" y="525"/>
                  </a:lnTo>
                  <a:lnTo>
                    <a:pt x="9424" y="508"/>
                  </a:lnTo>
                  <a:cubicBezTo>
                    <a:pt x="9475" y="474"/>
                    <a:pt x="9433" y="466"/>
                    <a:pt x="9534" y="449"/>
                  </a:cubicBezTo>
                  <a:cubicBezTo>
                    <a:pt x="9577" y="474"/>
                    <a:pt x="9602" y="525"/>
                    <a:pt x="9577" y="550"/>
                  </a:cubicBezTo>
                  <a:cubicBezTo>
                    <a:pt x="9543" y="533"/>
                    <a:pt x="9475" y="542"/>
                    <a:pt x="9475" y="516"/>
                  </a:cubicBezTo>
                  <a:cubicBezTo>
                    <a:pt x="9433" y="542"/>
                    <a:pt x="9306" y="550"/>
                    <a:pt x="9331" y="584"/>
                  </a:cubicBezTo>
                  <a:lnTo>
                    <a:pt x="9314" y="584"/>
                  </a:lnTo>
                  <a:cubicBezTo>
                    <a:pt x="9230" y="533"/>
                    <a:pt x="9137" y="508"/>
                    <a:pt x="9044" y="499"/>
                  </a:cubicBezTo>
                  <a:cubicBezTo>
                    <a:pt x="9018" y="499"/>
                    <a:pt x="9018" y="516"/>
                    <a:pt x="9018" y="542"/>
                  </a:cubicBezTo>
                  <a:cubicBezTo>
                    <a:pt x="8993" y="533"/>
                    <a:pt x="8967" y="525"/>
                    <a:pt x="8934" y="525"/>
                  </a:cubicBezTo>
                  <a:cubicBezTo>
                    <a:pt x="8959" y="508"/>
                    <a:pt x="8984" y="499"/>
                    <a:pt x="9010" y="499"/>
                  </a:cubicBezTo>
                  <a:lnTo>
                    <a:pt x="8798" y="474"/>
                  </a:lnTo>
                  <a:lnTo>
                    <a:pt x="8815" y="457"/>
                  </a:lnTo>
                  <a:lnTo>
                    <a:pt x="8731" y="474"/>
                  </a:lnTo>
                  <a:cubicBezTo>
                    <a:pt x="8781" y="474"/>
                    <a:pt x="8858" y="482"/>
                    <a:pt x="8841" y="508"/>
                  </a:cubicBezTo>
                  <a:cubicBezTo>
                    <a:pt x="8825" y="509"/>
                    <a:pt x="8810" y="510"/>
                    <a:pt x="8797" y="510"/>
                  </a:cubicBezTo>
                  <a:cubicBezTo>
                    <a:pt x="8754" y="510"/>
                    <a:pt x="8720" y="505"/>
                    <a:pt x="8685" y="505"/>
                  </a:cubicBezTo>
                  <a:cubicBezTo>
                    <a:pt x="8660" y="505"/>
                    <a:pt x="8634" y="507"/>
                    <a:pt x="8604" y="516"/>
                  </a:cubicBezTo>
                  <a:cubicBezTo>
                    <a:pt x="8604" y="466"/>
                    <a:pt x="8570" y="457"/>
                    <a:pt x="8604" y="432"/>
                  </a:cubicBezTo>
                  <a:lnTo>
                    <a:pt x="8612" y="432"/>
                  </a:lnTo>
                  <a:cubicBezTo>
                    <a:pt x="8654" y="398"/>
                    <a:pt x="8714" y="381"/>
                    <a:pt x="8764" y="381"/>
                  </a:cubicBezTo>
                  <a:cubicBezTo>
                    <a:pt x="8587" y="347"/>
                    <a:pt x="8629" y="372"/>
                    <a:pt x="8477" y="347"/>
                  </a:cubicBezTo>
                  <a:cubicBezTo>
                    <a:pt x="8460" y="322"/>
                    <a:pt x="8621" y="330"/>
                    <a:pt x="8587" y="305"/>
                  </a:cubicBezTo>
                  <a:lnTo>
                    <a:pt x="8587" y="305"/>
                  </a:lnTo>
                  <a:lnTo>
                    <a:pt x="8731" y="330"/>
                  </a:lnTo>
                  <a:cubicBezTo>
                    <a:pt x="8722" y="330"/>
                    <a:pt x="8705" y="330"/>
                    <a:pt x="8688" y="339"/>
                  </a:cubicBezTo>
                  <a:cubicBezTo>
                    <a:pt x="8705" y="337"/>
                    <a:pt x="8721" y="337"/>
                    <a:pt x="8734" y="337"/>
                  </a:cubicBezTo>
                  <a:cubicBezTo>
                    <a:pt x="8778" y="337"/>
                    <a:pt x="8808" y="342"/>
                    <a:pt x="8838" y="342"/>
                  </a:cubicBezTo>
                  <a:cubicBezTo>
                    <a:pt x="8860" y="342"/>
                    <a:pt x="8881" y="339"/>
                    <a:pt x="8908" y="330"/>
                  </a:cubicBezTo>
                  <a:lnTo>
                    <a:pt x="8908" y="330"/>
                  </a:lnTo>
                  <a:cubicBezTo>
                    <a:pt x="8959" y="347"/>
                    <a:pt x="8832" y="347"/>
                    <a:pt x="8883" y="356"/>
                  </a:cubicBezTo>
                  <a:cubicBezTo>
                    <a:pt x="8841" y="356"/>
                    <a:pt x="8798" y="372"/>
                    <a:pt x="8773" y="406"/>
                  </a:cubicBezTo>
                  <a:cubicBezTo>
                    <a:pt x="8789" y="409"/>
                    <a:pt x="8801" y="410"/>
                    <a:pt x="8812" y="410"/>
                  </a:cubicBezTo>
                  <a:cubicBezTo>
                    <a:pt x="8874" y="410"/>
                    <a:pt x="8855" y="372"/>
                    <a:pt x="8942" y="372"/>
                  </a:cubicBezTo>
                  <a:lnTo>
                    <a:pt x="9010" y="398"/>
                  </a:lnTo>
                  <a:cubicBezTo>
                    <a:pt x="9061" y="398"/>
                    <a:pt x="8993" y="381"/>
                    <a:pt x="8993" y="372"/>
                  </a:cubicBezTo>
                  <a:cubicBezTo>
                    <a:pt x="9035" y="372"/>
                    <a:pt x="9077" y="381"/>
                    <a:pt x="9111" y="398"/>
                  </a:cubicBezTo>
                  <a:cubicBezTo>
                    <a:pt x="9103" y="389"/>
                    <a:pt x="9069" y="381"/>
                    <a:pt x="9077" y="364"/>
                  </a:cubicBezTo>
                  <a:lnTo>
                    <a:pt x="9077" y="364"/>
                  </a:lnTo>
                  <a:cubicBezTo>
                    <a:pt x="9143" y="397"/>
                    <a:pt x="9209" y="382"/>
                    <a:pt x="9274" y="427"/>
                  </a:cubicBezTo>
                  <a:lnTo>
                    <a:pt x="9274" y="427"/>
                  </a:lnTo>
                  <a:cubicBezTo>
                    <a:pt x="9248" y="403"/>
                    <a:pt x="9325" y="381"/>
                    <a:pt x="9357" y="381"/>
                  </a:cubicBezTo>
                  <a:lnTo>
                    <a:pt x="9221" y="330"/>
                  </a:lnTo>
                  <a:cubicBezTo>
                    <a:pt x="9084" y="330"/>
                    <a:pt x="8989" y="312"/>
                    <a:pt x="8848" y="312"/>
                  </a:cubicBezTo>
                  <a:cubicBezTo>
                    <a:pt x="8824" y="312"/>
                    <a:pt x="8800" y="312"/>
                    <a:pt x="8773" y="313"/>
                  </a:cubicBezTo>
                  <a:lnTo>
                    <a:pt x="8790" y="296"/>
                  </a:lnTo>
                  <a:cubicBezTo>
                    <a:pt x="8730" y="282"/>
                    <a:pt x="8685" y="276"/>
                    <a:pt x="8648" y="276"/>
                  </a:cubicBezTo>
                  <a:cubicBezTo>
                    <a:pt x="8524" y="276"/>
                    <a:pt x="8498" y="340"/>
                    <a:pt x="8350" y="340"/>
                  </a:cubicBezTo>
                  <a:cubicBezTo>
                    <a:pt x="8337" y="340"/>
                    <a:pt x="8323" y="340"/>
                    <a:pt x="8308" y="339"/>
                  </a:cubicBezTo>
                  <a:cubicBezTo>
                    <a:pt x="8303" y="317"/>
                    <a:pt x="8274" y="317"/>
                    <a:pt x="8247" y="317"/>
                  </a:cubicBezTo>
                  <a:cubicBezTo>
                    <a:pt x="8221" y="317"/>
                    <a:pt x="8198" y="317"/>
                    <a:pt x="8206" y="296"/>
                  </a:cubicBezTo>
                  <a:lnTo>
                    <a:pt x="8206" y="296"/>
                  </a:lnTo>
                  <a:cubicBezTo>
                    <a:pt x="8219" y="298"/>
                    <a:pt x="8228" y="299"/>
                    <a:pt x="8236" y="299"/>
                  </a:cubicBezTo>
                  <a:cubicBezTo>
                    <a:pt x="8270" y="299"/>
                    <a:pt x="8262" y="285"/>
                    <a:pt x="8248" y="271"/>
                  </a:cubicBezTo>
                  <a:lnTo>
                    <a:pt x="8248" y="271"/>
                  </a:lnTo>
                  <a:cubicBezTo>
                    <a:pt x="8216" y="287"/>
                    <a:pt x="8179" y="297"/>
                    <a:pt x="8144" y="297"/>
                  </a:cubicBezTo>
                  <a:cubicBezTo>
                    <a:pt x="8125" y="297"/>
                    <a:pt x="8106" y="294"/>
                    <a:pt x="8088" y="288"/>
                  </a:cubicBezTo>
                  <a:cubicBezTo>
                    <a:pt x="8113" y="271"/>
                    <a:pt x="8045" y="246"/>
                    <a:pt x="8130" y="246"/>
                  </a:cubicBezTo>
                  <a:cubicBezTo>
                    <a:pt x="8098" y="239"/>
                    <a:pt x="8065" y="234"/>
                    <a:pt x="8032" y="234"/>
                  </a:cubicBezTo>
                  <a:cubicBezTo>
                    <a:pt x="7985" y="234"/>
                    <a:pt x="7938" y="243"/>
                    <a:pt x="7893" y="262"/>
                  </a:cubicBezTo>
                  <a:cubicBezTo>
                    <a:pt x="7873" y="264"/>
                    <a:pt x="7857" y="265"/>
                    <a:pt x="7844" y="265"/>
                  </a:cubicBezTo>
                  <a:cubicBezTo>
                    <a:pt x="7747" y="265"/>
                    <a:pt x="7812" y="219"/>
                    <a:pt x="7693" y="219"/>
                  </a:cubicBezTo>
                  <a:cubicBezTo>
                    <a:pt x="7685" y="219"/>
                    <a:pt x="7675" y="220"/>
                    <a:pt x="7665" y="220"/>
                  </a:cubicBezTo>
                  <a:lnTo>
                    <a:pt x="7690" y="212"/>
                  </a:lnTo>
                  <a:lnTo>
                    <a:pt x="7580" y="212"/>
                  </a:lnTo>
                  <a:lnTo>
                    <a:pt x="7614" y="229"/>
                  </a:lnTo>
                  <a:lnTo>
                    <a:pt x="7487" y="246"/>
                  </a:lnTo>
                  <a:cubicBezTo>
                    <a:pt x="7394" y="262"/>
                    <a:pt x="7512" y="271"/>
                    <a:pt x="7504" y="288"/>
                  </a:cubicBezTo>
                  <a:lnTo>
                    <a:pt x="7529" y="262"/>
                  </a:lnTo>
                  <a:cubicBezTo>
                    <a:pt x="7541" y="264"/>
                    <a:pt x="7554" y="265"/>
                    <a:pt x="7568" y="265"/>
                  </a:cubicBezTo>
                  <a:cubicBezTo>
                    <a:pt x="7592" y="265"/>
                    <a:pt x="7618" y="263"/>
                    <a:pt x="7638" y="263"/>
                  </a:cubicBezTo>
                  <a:cubicBezTo>
                    <a:pt x="7657" y="263"/>
                    <a:pt x="7670" y="265"/>
                    <a:pt x="7673" y="271"/>
                  </a:cubicBezTo>
                  <a:cubicBezTo>
                    <a:pt x="7580" y="271"/>
                    <a:pt x="7606" y="296"/>
                    <a:pt x="7563" y="305"/>
                  </a:cubicBezTo>
                  <a:lnTo>
                    <a:pt x="7648" y="296"/>
                  </a:lnTo>
                  <a:lnTo>
                    <a:pt x="7673" y="322"/>
                  </a:lnTo>
                  <a:cubicBezTo>
                    <a:pt x="7707" y="330"/>
                    <a:pt x="7741" y="334"/>
                    <a:pt x="7774" y="334"/>
                  </a:cubicBezTo>
                  <a:cubicBezTo>
                    <a:pt x="7806" y="334"/>
                    <a:pt x="7838" y="330"/>
                    <a:pt x="7868" y="322"/>
                  </a:cubicBezTo>
                  <a:cubicBezTo>
                    <a:pt x="7864" y="320"/>
                    <a:pt x="7860" y="320"/>
                    <a:pt x="7856" y="320"/>
                  </a:cubicBezTo>
                  <a:cubicBezTo>
                    <a:pt x="7841" y="320"/>
                    <a:pt x="7826" y="328"/>
                    <a:pt x="7808" y="328"/>
                  </a:cubicBezTo>
                  <a:cubicBezTo>
                    <a:pt x="7800" y="328"/>
                    <a:pt x="7792" y="326"/>
                    <a:pt x="7783" y="322"/>
                  </a:cubicBezTo>
                  <a:cubicBezTo>
                    <a:pt x="7846" y="301"/>
                    <a:pt x="7914" y="286"/>
                    <a:pt x="7984" y="286"/>
                  </a:cubicBezTo>
                  <a:cubicBezTo>
                    <a:pt x="7999" y="286"/>
                    <a:pt x="8014" y="286"/>
                    <a:pt x="8029" y="288"/>
                  </a:cubicBezTo>
                  <a:cubicBezTo>
                    <a:pt x="8037" y="296"/>
                    <a:pt x="8054" y="305"/>
                    <a:pt x="8054" y="305"/>
                  </a:cubicBezTo>
                  <a:lnTo>
                    <a:pt x="8020" y="305"/>
                  </a:lnTo>
                  <a:cubicBezTo>
                    <a:pt x="8029" y="322"/>
                    <a:pt x="7969" y="330"/>
                    <a:pt x="8062" y="347"/>
                  </a:cubicBezTo>
                  <a:cubicBezTo>
                    <a:pt x="8029" y="372"/>
                    <a:pt x="7961" y="406"/>
                    <a:pt x="7961" y="415"/>
                  </a:cubicBezTo>
                  <a:cubicBezTo>
                    <a:pt x="7943" y="417"/>
                    <a:pt x="7926" y="418"/>
                    <a:pt x="7909" y="418"/>
                  </a:cubicBezTo>
                  <a:cubicBezTo>
                    <a:pt x="7867" y="418"/>
                    <a:pt x="7825" y="412"/>
                    <a:pt x="7783" y="406"/>
                  </a:cubicBezTo>
                  <a:lnTo>
                    <a:pt x="7783" y="398"/>
                  </a:lnTo>
                  <a:cubicBezTo>
                    <a:pt x="7770" y="396"/>
                    <a:pt x="7755" y="395"/>
                    <a:pt x="7738" y="395"/>
                  </a:cubicBezTo>
                  <a:cubicBezTo>
                    <a:pt x="7721" y="395"/>
                    <a:pt x="7704" y="396"/>
                    <a:pt x="7688" y="396"/>
                  </a:cubicBezTo>
                  <a:cubicBezTo>
                    <a:pt x="7656" y="396"/>
                    <a:pt x="7631" y="394"/>
                    <a:pt x="7631" y="381"/>
                  </a:cubicBezTo>
                  <a:cubicBezTo>
                    <a:pt x="7597" y="389"/>
                    <a:pt x="7521" y="389"/>
                    <a:pt x="7597" y="406"/>
                  </a:cubicBezTo>
                  <a:lnTo>
                    <a:pt x="7462" y="406"/>
                  </a:lnTo>
                  <a:cubicBezTo>
                    <a:pt x="7487" y="364"/>
                    <a:pt x="7360" y="347"/>
                    <a:pt x="7496" y="322"/>
                  </a:cubicBezTo>
                  <a:lnTo>
                    <a:pt x="7413" y="322"/>
                  </a:lnTo>
                  <a:cubicBezTo>
                    <a:pt x="7441" y="295"/>
                    <a:pt x="7379" y="287"/>
                    <a:pt x="7309" y="279"/>
                  </a:cubicBezTo>
                  <a:lnTo>
                    <a:pt x="7293" y="305"/>
                  </a:lnTo>
                  <a:cubicBezTo>
                    <a:pt x="7233" y="279"/>
                    <a:pt x="7174" y="262"/>
                    <a:pt x="7106" y="262"/>
                  </a:cubicBezTo>
                  <a:lnTo>
                    <a:pt x="6903" y="347"/>
                  </a:lnTo>
                  <a:lnTo>
                    <a:pt x="6844" y="347"/>
                  </a:lnTo>
                  <a:cubicBezTo>
                    <a:pt x="6827" y="330"/>
                    <a:pt x="6734" y="330"/>
                    <a:pt x="6768" y="305"/>
                  </a:cubicBezTo>
                  <a:cubicBezTo>
                    <a:pt x="6768" y="299"/>
                    <a:pt x="6781" y="293"/>
                    <a:pt x="6800" y="293"/>
                  </a:cubicBezTo>
                  <a:cubicBezTo>
                    <a:pt x="6808" y="293"/>
                    <a:pt x="6817" y="294"/>
                    <a:pt x="6827" y="296"/>
                  </a:cubicBezTo>
                  <a:cubicBezTo>
                    <a:pt x="6827" y="305"/>
                    <a:pt x="6827" y="305"/>
                    <a:pt x="6827" y="305"/>
                  </a:cubicBezTo>
                  <a:cubicBezTo>
                    <a:pt x="6844" y="288"/>
                    <a:pt x="6853" y="271"/>
                    <a:pt x="6802" y="254"/>
                  </a:cubicBezTo>
                  <a:lnTo>
                    <a:pt x="6802" y="254"/>
                  </a:lnTo>
                  <a:cubicBezTo>
                    <a:pt x="6815" y="258"/>
                    <a:pt x="6829" y="260"/>
                    <a:pt x="6844" y="260"/>
                  </a:cubicBezTo>
                  <a:cubicBezTo>
                    <a:pt x="6859" y="260"/>
                    <a:pt x="6874" y="258"/>
                    <a:pt x="6886" y="254"/>
                  </a:cubicBezTo>
                  <a:lnTo>
                    <a:pt x="6844" y="246"/>
                  </a:lnTo>
                  <a:cubicBezTo>
                    <a:pt x="6920" y="246"/>
                    <a:pt x="7022" y="212"/>
                    <a:pt x="7022" y="195"/>
                  </a:cubicBezTo>
                  <a:lnTo>
                    <a:pt x="7022" y="195"/>
                  </a:lnTo>
                  <a:cubicBezTo>
                    <a:pt x="7015" y="202"/>
                    <a:pt x="7007" y="204"/>
                    <a:pt x="6999" y="204"/>
                  </a:cubicBezTo>
                  <a:cubicBezTo>
                    <a:pt x="6975" y="204"/>
                    <a:pt x="6945" y="184"/>
                    <a:pt x="6920" y="178"/>
                  </a:cubicBezTo>
                  <a:cubicBezTo>
                    <a:pt x="6946" y="178"/>
                    <a:pt x="7013" y="161"/>
                    <a:pt x="6963" y="153"/>
                  </a:cubicBezTo>
                  <a:lnTo>
                    <a:pt x="6963" y="153"/>
                  </a:lnTo>
                  <a:cubicBezTo>
                    <a:pt x="6946" y="169"/>
                    <a:pt x="6819" y="178"/>
                    <a:pt x="6903" y="195"/>
                  </a:cubicBezTo>
                  <a:cubicBezTo>
                    <a:pt x="6882" y="199"/>
                    <a:pt x="6861" y="201"/>
                    <a:pt x="6839" y="201"/>
                  </a:cubicBezTo>
                  <a:cubicBezTo>
                    <a:pt x="6817" y="201"/>
                    <a:pt x="6793" y="199"/>
                    <a:pt x="6768" y="195"/>
                  </a:cubicBezTo>
                  <a:cubicBezTo>
                    <a:pt x="6819" y="186"/>
                    <a:pt x="6793" y="169"/>
                    <a:pt x="6802" y="153"/>
                  </a:cubicBezTo>
                  <a:cubicBezTo>
                    <a:pt x="6777" y="153"/>
                    <a:pt x="6760" y="178"/>
                    <a:pt x="6751" y="195"/>
                  </a:cubicBezTo>
                  <a:cubicBezTo>
                    <a:pt x="6633" y="163"/>
                    <a:pt x="6580" y="109"/>
                    <a:pt x="6450" y="109"/>
                  </a:cubicBezTo>
                  <a:cubicBezTo>
                    <a:pt x="6441" y="109"/>
                    <a:pt x="6431" y="110"/>
                    <a:pt x="6421" y="110"/>
                  </a:cubicBezTo>
                  <a:cubicBezTo>
                    <a:pt x="6404" y="119"/>
                    <a:pt x="6514" y="110"/>
                    <a:pt x="6497" y="127"/>
                  </a:cubicBezTo>
                  <a:cubicBezTo>
                    <a:pt x="6477" y="133"/>
                    <a:pt x="6460" y="136"/>
                    <a:pt x="6444" y="136"/>
                  </a:cubicBezTo>
                  <a:cubicBezTo>
                    <a:pt x="6380" y="136"/>
                    <a:pt x="6349" y="93"/>
                    <a:pt x="6283" y="93"/>
                  </a:cubicBezTo>
                  <a:cubicBezTo>
                    <a:pt x="6279" y="93"/>
                    <a:pt x="6274" y="93"/>
                    <a:pt x="6269" y="93"/>
                  </a:cubicBezTo>
                  <a:lnTo>
                    <a:pt x="6286" y="127"/>
                  </a:lnTo>
                  <a:lnTo>
                    <a:pt x="6151" y="127"/>
                  </a:lnTo>
                  <a:cubicBezTo>
                    <a:pt x="6142" y="119"/>
                    <a:pt x="6049" y="76"/>
                    <a:pt x="6125" y="76"/>
                  </a:cubicBezTo>
                  <a:cubicBezTo>
                    <a:pt x="6102" y="71"/>
                    <a:pt x="6082" y="69"/>
                    <a:pt x="6065" y="69"/>
                  </a:cubicBezTo>
                  <a:cubicBezTo>
                    <a:pt x="5976" y="69"/>
                    <a:pt x="5953" y="123"/>
                    <a:pt x="5849" y="123"/>
                  </a:cubicBezTo>
                  <a:cubicBezTo>
                    <a:pt x="5833" y="123"/>
                    <a:pt x="5815" y="122"/>
                    <a:pt x="5795" y="119"/>
                  </a:cubicBezTo>
                  <a:lnTo>
                    <a:pt x="5795" y="119"/>
                  </a:lnTo>
                  <a:cubicBezTo>
                    <a:pt x="5846" y="127"/>
                    <a:pt x="5897" y="136"/>
                    <a:pt x="5956" y="136"/>
                  </a:cubicBezTo>
                  <a:cubicBezTo>
                    <a:pt x="5880" y="153"/>
                    <a:pt x="5939" y="153"/>
                    <a:pt x="5931" y="178"/>
                  </a:cubicBezTo>
                  <a:cubicBezTo>
                    <a:pt x="5888" y="153"/>
                    <a:pt x="5753" y="161"/>
                    <a:pt x="5846" y="136"/>
                  </a:cubicBezTo>
                  <a:cubicBezTo>
                    <a:pt x="5812" y="131"/>
                    <a:pt x="5778" y="129"/>
                    <a:pt x="5746" y="129"/>
                  </a:cubicBezTo>
                  <a:cubicBezTo>
                    <a:pt x="5713" y="129"/>
                    <a:pt x="5681" y="131"/>
                    <a:pt x="5651" y="136"/>
                  </a:cubicBezTo>
                  <a:lnTo>
                    <a:pt x="5694" y="153"/>
                  </a:lnTo>
                  <a:cubicBezTo>
                    <a:pt x="5682" y="151"/>
                    <a:pt x="5670" y="150"/>
                    <a:pt x="5658" y="150"/>
                  </a:cubicBezTo>
                  <a:cubicBezTo>
                    <a:pt x="5602" y="150"/>
                    <a:pt x="5548" y="165"/>
                    <a:pt x="5499" y="186"/>
                  </a:cubicBezTo>
                  <a:cubicBezTo>
                    <a:pt x="5584" y="186"/>
                    <a:pt x="5598" y="157"/>
                    <a:pt x="5674" y="157"/>
                  </a:cubicBezTo>
                  <a:cubicBezTo>
                    <a:pt x="5689" y="157"/>
                    <a:pt x="5706" y="158"/>
                    <a:pt x="5728" y="161"/>
                  </a:cubicBezTo>
                  <a:cubicBezTo>
                    <a:pt x="5871" y="195"/>
                    <a:pt x="5694" y="178"/>
                    <a:pt x="5787" y="220"/>
                  </a:cubicBezTo>
                  <a:lnTo>
                    <a:pt x="5888" y="203"/>
                  </a:lnTo>
                  <a:lnTo>
                    <a:pt x="5846" y="195"/>
                  </a:lnTo>
                  <a:cubicBezTo>
                    <a:pt x="5851" y="188"/>
                    <a:pt x="5864" y="186"/>
                    <a:pt x="5880" y="186"/>
                  </a:cubicBezTo>
                  <a:cubicBezTo>
                    <a:pt x="5902" y="186"/>
                    <a:pt x="5929" y="189"/>
                    <a:pt x="5952" y="189"/>
                  </a:cubicBezTo>
                  <a:cubicBezTo>
                    <a:pt x="5975" y="189"/>
                    <a:pt x="5993" y="186"/>
                    <a:pt x="5990" y="169"/>
                  </a:cubicBezTo>
                  <a:lnTo>
                    <a:pt x="5990" y="169"/>
                  </a:lnTo>
                  <a:cubicBezTo>
                    <a:pt x="6091" y="212"/>
                    <a:pt x="6125" y="186"/>
                    <a:pt x="6227" y="229"/>
                  </a:cubicBezTo>
                  <a:cubicBezTo>
                    <a:pt x="6254" y="222"/>
                    <a:pt x="6232" y="215"/>
                    <a:pt x="6205" y="213"/>
                  </a:cubicBezTo>
                  <a:lnTo>
                    <a:pt x="6205" y="213"/>
                  </a:lnTo>
                  <a:cubicBezTo>
                    <a:pt x="6233" y="211"/>
                    <a:pt x="6248" y="198"/>
                    <a:pt x="6273" y="198"/>
                  </a:cubicBezTo>
                  <a:cubicBezTo>
                    <a:pt x="6285" y="198"/>
                    <a:pt x="6300" y="202"/>
                    <a:pt x="6320" y="212"/>
                  </a:cubicBezTo>
                  <a:cubicBezTo>
                    <a:pt x="6324" y="212"/>
                    <a:pt x="6327" y="213"/>
                    <a:pt x="6330" y="213"/>
                  </a:cubicBezTo>
                  <a:cubicBezTo>
                    <a:pt x="6352" y="213"/>
                    <a:pt x="6338" y="189"/>
                    <a:pt x="6299" y="181"/>
                  </a:cubicBezTo>
                  <a:lnTo>
                    <a:pt x="6299" y="181"/>
                  </a:lnTo>
                  <a:cubicBezTo>
                    <a:pt x="6318" y="182"/>
                    <a:pt x="6336" y="182"/>
                    <a:pt x="6354" y="182"/>
                  </a:cubicBezTo>
                  <a:cubicBezTo>
                    <a:pt x="6381" y="182"/>
                    <a:pt x="6409" y="182"/>
                    <a:pt x="6438" y="186"/>
                  </a:cubicBezTo>
                  <a:lnTo>
                    <a:pt x="6379" y="153"/>
                  </a:lnTo>
                  <a:lnTo>
                    <a:pt x="6447" y="153"/>
                  </a:lnTo>
                  <a:lnTo>
                    <a:pt x="6387" y="136"/>
                  </a:lnTo>
                  <a:cubicBezTo>
                    <a:pt x="6506" y="136"/>
                    <a:pt x="6624" y="153"/>
                    <a:pt x="6726" y="195"/>
                  </a:cubicBezTo>
                  <a:cubicBezTo>
                    <a:pt x="6616" y="220"/>
                    <a:pt x="6438" y="195"/>
                    <a:pt x="6370" y="237"/>
                  </a:cubicBezTo>
                  <a:cubicBezTo>
                    <a:pt x="6372" y="238"/>
                    <a:pt x="6374" y="238"/>
                    <a:pt x="6377" y="238"/>
                  </a:cubicBezTo>
                  <a:cubicBezTo>
                    <a:pt x="6391" y="238"/>
                    <a:pt x="6419" y="226"/>
                    <a:pt x="6445" y="226"/>
                  </a:cubicBezTo>
                  <a:cubicBezTo>
                    <a:pt x="6461" y="226"/>
                    <a:pt x="6477" y="231"/>
                    <a:pt x="6489" y="246"/>
                  </a:cubicBezTo>
                  <a:lnTo>
                    <a:pt x="6523" y="229"/>
                  </a:lnTo>
                  <a:cubicBezTo>
                    <a:pt x="6542" y="225"/>
                    <a:pt x="6569" y="221"/>
                    <a:pt x="6594" y="221"/>
                  </a:cubicBezTo>
                  <a:cubicBezTo>
                    <a:pt x="6625" y="221"/>
                    <a:pt x="6653" y="227"/>
                    <a:pt x="6658" y="246"/>
                  </a:cubicBezTo>
                  <a:cubicBezTo>
                    <a:pt x="6590" y="246"/>
                    <a:pt x="6523" y="262"/>
                    <a:pt x="6464" y="288"/>
                  </a:cubicBezTo>
                  <a:cubicBezTo>
                    <a:pt x="6464" y="296"/>
                    <a:pt x="6455" y="296"/>
                    <a:pt x="6438" y="296"/>
                  </a:cubicBezTo>
                  <a:lnTo>
                    <a:pt x="6328" y="296"/>
                  </a:lnTo>
                  <a:cubicBezTo>
                    <a:pt x="6286" y="288"/>
                    <a:pt x="6320" y="271"/>
                    <a:pt x="6320" y="271"/>
                  </a:cubicBezTo>
                  <a:cubicBezTo>
                    <a:pt x="6291" y="261"/>
                    <a:pt x="6263" y="258"/>
                    <a:pt x="6237" y="258"/>
                  </a:cubicBezTo>
                  <a:cubicBezTo>
                    <a:pt x="6170" y="258"/>
                    <a:pt x="6109" y="280"/>
                    <a:pt x="6038" y="280"/>
                  </a:cubicBezTo>
                  <a:cubicBezTo>
                    <a:pt x="6015" y="280"/>
                    <a:pt x="5990" y="277"/>
                    <a:pt x="5964" y="271"/>
                  </a:cubicBezTo>
                  <a:cubicBezTo>
                    <a:pt x="5964" y="254"/>
                    <a:pt x="5863" y="237"/>
                    <a:pt x="5897" y="229"/>
                  </a:cubicBezTo>
                  <a:cubicBezTo>
                    <a:pt x="5886" y="227"/>
                    <a:pt x="5875" y="226"/>
                    <a:pt x="5864" y="226"/>
                  </a:cubicBezTo>
                  <a:cubicBezTo>
                    <a:pt x="5816" y="226"/>
                    <a:pt x="5767" y="240"/>
                    <a:pt x="5719" y="254"/>
                  </a:cubicBezTo>
                  <a:cubicBezTo>
                    <a:pt x="5711" y="237"/>
                    <a:pt x="5601" y="237"/>
                    <a:pt x="5643" y="220"/>
                  </a:cubicBezTo>
                  <a:lnTo>
                    <a:pt x="5643" y="220"/>
                  </a:lnTo>
                  <a:lnTo>
                    <a:pt x="5567" y="246"/>
                  </a:lnTo>
                  <a:cubicBezTo>
                    <a:pt x="5516" y="237"/>
                    <a:pt x="5415" y="246"/>
                    <a:pt x="5398" y="220"/>
                  </a:cubicBezTo>
                  <a:cubicBezTo>
                    <a:pt x="5350" y="220"/>
                    <a:pt x="5368" y="242"/>
                    <a:pt x="5338" y="242"/>
                  </a:cubicBezTo>
                  <a:cubicBezTo>
                    <a:pt x="5330" y="242"/>
                    <a:pt x="5320" y="240"/>
                    <a:pt x="5305" y="237"/>
                  </a:cubicBezTo>
                  <a:cubicBezTo>
                    <a:pt x="5305" y="229"/>
                    <a:pt x="5305" y="229"/>
                    <a:pt x="5321" y="229"/>
                  </a:cubicBezTo>
                  <a:cubicBezTo>
                    <a:pt x="5292" y="219"/>
                    <a:pt x="5259" y="215"/>
                    <a:pt x="5229" y="215"/>
                  </a:cubicBezTo>
                  <a:cubicBezTo>
                    <a:pt x="5207" y="215"/>
                    <a:pt x="5187" y="217"/>
                    <a:pt x="5169" y="220"/>
                  </a:cubicBezTo>
                  <a:cubicBezTo>
                    <a:pt x="5186" y="229"/>
                    <a:pt x="5212" y="237"/>
                    <a:pt x="5237" y="237"/>
                  </a:cubicBezTo>
                  <a:cubicBezTo>
                    <a:pt x="5237" y="248"/>
                    <a:pt x="5210" y="259"/>
                    <a:pt x="5171" y="259"/>
                  </a:cubicBezTo>
                  <a:cubicBezTo>
                    <a:pt x="5148" y="259"/>
                    <a:pt x="5121" y="255"/>
                    <a:pt x="5093" y="246"/>
                  </a:cubicBezTo>
                  <a:cubicBezTo>
                    <a:pt x="5195" y="220"/>
                    <a:pt x="5017" y="212"/>
                    <a:pt x="5068" y="195"/>
                  </a:cubicBezTo>
                  <a:cubicBezTo>
                    <a:pt x="5046" y="193"/>
                    <a:pt x="5024" y="193"/>
                    <a:pt x="5002" y="193"/>
                  </a:cubicBezTo>
                  <a:cubicBezTo>
                    <a:pt x="4897" y="193"/>
                    <a:pt x="4792" y="209"/>
                    <a:pt x="4687" y="237"/>
                  </a:cubicBezTo>
                  <a:cubicBezTo>
                    <a:pt x="4579" y="231"/>
                    <a:pt x="4472" y="225"/>
                    <a:pt x="4361" y="225"/>
                  </a:cubicBezTo>
                  <a:cubicBezTo>
                    <a:pt x="4315" y="225"/>
                    <a:pt x="4269" y="226"/>
                    <a:pt x="4222" y="229"/>
                  </a:cubicBezTo>
                  <a:lnTo>
                    <a:pt x="4239" y="229"/>
                  </a:lnTo>
                  <a:lnTo>
                    <a:pt x="4171" y="246"/>
                  </a:lnTo>
                  <a:cubicBezTo>
                    <a:pt x="4129" y="246"/>
                    <a:pt x="4171" y="212"/>
                    <a:pt x="4103" y="212"/>
                  </a:cubicBezTo>
                  <a:cubicBezTo>
                    <a:pt x="4113" y="199"/>
                    <a:pt x="4130" y="196"/>
                    <a:pt x="4152" y="196"/>
                  </a:cubicBezTo>
                  <a:cubicBezTo>
                    <a:pt x="4176" y="196"/>
                    <a:pt x="4204" y="200"/>
                    <a:pt x="4233" y="200"/>
                  </a:cubicBezTo>
                  <a:cubicBezTo>
                    <a:pt x="4249" y="200"/>
                    <a:pt x="4266" y="199"/>
                    <a:pt x="4281" y="195"/>
                  </a:cubicBezTo>
                  <a:cubicBezTo>
                    <a:pt x="4171" y="161"/>
                    <a:pt x="4391" y="169"/>
                    <a:pt x="4315" y="144"/>
                  </a:cubicBezTo>
                  <a:lnTo>
                    <a:pt x="4315" y="144"/>
                  </a:lnTo>
                  <a:cubicBezTo>
                    <a:pt x="4301" y="163"/>
                    <a:pt x="4272" y="169"/>
                    <a:pt x="4236" y="169"/>
                  </a:cubicBezTo>
                  <a:cubicBezTo>
                    <a:pt x="4179" y="169"/>
                    <a:pt x="4104" y="155"/>
                    <a:pt x="4038" y="155"/>
                  </a:cubicBezTo>
                  <a:cubicBezTo>
                    <a:pt x="4016" y="155"/>
                    <a:pt x="3995" y="157"/>
                    <a:pt x="3976" y="161"/>
                  </a:cubicBezTo>
                  <a:cubicBezTo>
                    <a:pt x="3945" y="158"/>
                    <a:pt x="3941" y="154"/>
                    <a:pt x="3946" y="151"/>
                  </a:cubicBezTo>
                  <a:lnTo>
                    <a:pt x="3946" y="151"/>
                  </a:lnTo>
                  <a:lnTo>
                    <a:pt x="3943" y="153"/>
                  </a:lnTo>
                  <a:cubicBezTo>
                    <a:pt x="3909" y="144"/>
                    <a:pt x="3900" y="136"/>
                    <a:pt x="3900" y="119"/>
                  </a:cubicBezTo>
                  <a:cubicBezTo>
                    <a:pt x="3855" y="111"/>
                    <a:pt x="3809" y="107"/>
                    <a:pt x="3763" y="107"/>
                  </a:cubicBezTo>
                  <a:cubicBezTo>
                    <a:pt x="3708" y="107"/>
                    <a:pt x="3652" y="113"/>
                    <a:pt x="3596" y="127"/>
                  </a:cubicBezTo>
                  <a:cubicBezTo>
                    <a:pt x="3608" y="126"/>
                    <a:pt x="3617" y="126"/>
                    <a:pt x="3623" y="126"/>
                  </a:cubicBezTo>
                  <a:cubicBezTo>
                    <a:pt x="3677" y="126"/>
                    <a:pt x="3573" y="153"/>
                    <a:pt x="3663" y="161"/>
                  </a:cubicBezTo>
                  <a:cubicBezTo>
                    <a:pt x="3622" y="167"/>
                    <a:pt x="3584" y="173"/>
                    <a:pt x="3545" y="173"/>
                  </a:cubicBezTo>
                  <a:cubicBezTo>
                    <a:pt x="3528" y="173"/>
                    <a:pt x="3512" y="172"/>
                    <a:pt x="3494" y="169"/>
                  </a:cubicBezTo>
                  <a:cubicBezTo>
                    <a:pt x="3551" y="162"/>
                    <a:pt x="3454" y="132"/>
                    <a:pt x="3504" y="132"/>
                  </a:cubicBezTo>
                  <a:cubicBezTo>
                    <a:pt x="3514" y="132"/>
                    <a:pt x="3530" y="133"/>
                    <a:pt x="3553" y="136"/>
                  </a:cubicBezTo>
                  <a:cubicBezTo>
                    <a:pt x="3548" y="124"/>
                    <a:pt x="3537" y="120"/>
                    <a:pt x="3522" y="120"/>
                  </a:cubicBezTo>
                  <a:cubicBezTo>
                    <a:pt x="3500" y="120"/>
                    <a:pt x="3470" y="129"/>
                    <a:pt x="3439" y="129"/>
                  </a:cubicBezTo>
                  <a:cubicBezTo>
                    <a:pt x="3432" y="129"/>
                    <a:pt x="3425" y="128"/>
                    <a:pt x="3418" y="127"/>
                  </a:cubicBezTo>
                  <a:cubicBezTo>
                    <a:pt x="3445" y="120"/>
                    <a:pt x="3473" y="114"/>
                    <a:pt x="3500" y="107"/>
                  </a:cubicBezTo>
                  <a:lnTo>
                    <a:pt x="3500" y="107"/>
                  </a:lnTo>
                  <a:cubicBezTo>
                    <a:pt x="3487" y="109"/>
                    <a:pt x="3474" y="110"/>
                    <a:pt x="3459" y="110"/>
                  </a:cubicBezTo>
                  <a:cubicBezTo>
                    <a:pt x="3375" y="110"/>
                    <a:pt x="3267" y="77"/>
                    <a:pt x="3208" y="77"/>
                  </a:cubicBezTo>
                  <a:cubicBezTo>
                    <a:pt x="3192" y="77"/>
                    <a:pt x="3180" y="79"/>
                    <a:pt x="3173" y="85"/>
                  </a:cubicBezTo>
                  <a:cubicBezTo>
                    <a:pt x="3105" y="102"/>
                    <a:pt x="2995" y="119"/>
                    <a:pt x="2911" y="144"/>
                  </a:cubicBezTo>
                  <a:cubicBezTo>
                    <a:pt x="2818" y="119"/>
                    <a:pt x="2733" y="110"/>
                    <a:pt x="2640" y="110"/>
                  </a:cubicBezTo>
                  <a:lnTo>
                    <a:pt x="2657" y="93"/>
                  </a:lnTo>
                  <a:cubicBezTo>
                    <a:pt x="2631" y="89"/>
                    <a:pt x="2598" y="89"/>
                    <a:pt x="2561" y="89"/>
                  </a:cubicBezTo>
                  <a:cubicBezTo>
                    <a:pt x="2524" y="89"/>
                    <a:pt x="2483" y="89"/>
                    <a:pt x="2445" y="85"/>
                  </a:cubicBezTo>
                  <a:lnTo>
                    <a:pt x="2428" y="59"/>
                  </a:lnTo>
                  <a:cubicBezTo>
                    <a:pt x="2352" y="59"/>
                    <a:pt x="2268" y="59"/>
                    <a:pt x="2192" y="51"/>
                  </a:cubicBezTo>
                  <a:lnTo>
                    <a:pt x="2192" y="51"/>
                  </a:lnTo>
                  <a:cubicBezTo>
                    <a:pt x="2183" y="59"/>
                    <a:pt x="2268" y="68"/>
                    <a:pt x="2225" y="76"/>
                  </a:cubicBezTo>
                  <a:cubicBezTo>
                    <a:pt x="2243" y="80"/>
                    <a:pt x="2259" y="82"/>
                    <a:pt x="2271" y="82"/>
                  </a:cubicBezTo>
                  <a:cubicBezTo>
                    <a:pt x="2288" y="82"/>
                    <a:pt x="2298" y="78"/>
                    <a:pt x="2293" y="68"/>
                  </a:cubicBezTo>
                  <a:cubicBezTo>
                    <a:pt x="2327" y="68"/>
                    <a:pt x="2327" y="93"/>
                    <a:pt x="2361" y="110"/>
                  </a:cubicBezTo>
                  <a:lnTo>
                    <a:pt x="2200" y="110"/>
                  </a:lnTo>
                  <a:lnTo>
                    <a:pt x="2183" y="102"/>
                  </a:lnTo>
                  <a:lnTo>
                    <a:pt x="2175" y="127"/>
                  </a:lnTo>
                  <a:cubicBezTo>
                    <a:pt x="2124" y="119"/>
                    <a:pt x="2115" y="110"/>
                    <a:pt x="2124" y="102"/>
                  </a:cubicBezTo>
                  <a:lnTo>
                    <a:pt x="2124" y="102"/>
                  </a:lnTo>
                  <a:cubicBezTo>
                    <a:pt x="2051" y="109"/>
                    <a:pt x="2016" y="129"/>
                    <a:pt x="1943" y="129"/>
                  </a:cubicBezTo>
                  <a:cubicBezTo>
                    <a:pt x="1931" y="129"/>
                    <a:pt x="1918" y="128"/>
                    <a:pt x="1904" y="127"/>
                  </a:cubicBezTo>
                  <a:cubicBezTo>
                    <a:pt x="1946" y="102"/>
                    <a:pt x="1997" y="93"/>
                    <a:pt x="2048" y="93"/>
                  </a:cubicBezTo>
                  <a:lnTo>
                    <a:pt x="1938" y="93"/>
                  </a:lnTo>
                  <a:cubicBezTo>
                    <a:pt x="1988" y="68"/>
                    <a:pt x="2175" y="85"/>
                    <a:pt x="2149" y="51"/>
                  </a:cubicBezTo>
                  <a:cubicBezTo>
                    <a:pt x="2014" y="51"/>
                    <a:pt x="1879" y="68"/>
                    <a:pt x="1752" y="93"/>
                  </a:cubicBezTo>
                  <a:cubicBezTo>
                    <a:pt x="1722" y="76"/>
                    <a:pt x="1686" y="74"/>
                    <a:pt x="1647" y="74"/>
                  </a:cubicBezTo>
                  <a:cubicBezTo>
                    <a:pt x="1634" y="74"/>
                    <a:pt x="1621" y="74"/>
                    <a:pt x="1607" y="74"/>
                  </a:cubicBezTo>
                  <a:cubicBezTo>
                    <a:pt x="1580" y="74"/>
                    <a:pt x="1551" y="74"/>
                    <a:pt x="1523" y="68"/>
                  </a:cubicBezTo>
                  <a:cubicBezTo>
                    <a:pt x="1506" y="59"/>
                    <a:pt x="1481" y="51"/>
                    <a:pt x="1498" y="43"/>
                  </a:cubicBezTo>
                  <a:lnTo>
                    <a:pt x="1523" y="43"/>
                  </a:lnTo>
                  <a:cubicBezTo>
                    <a:pt x="1478" y="36"/>
                    <a:pt x="1432" y="33"/>
                    <a:pt x="1385" y="33"/>
                  </a:cubicBezTo>
                  <a:cubicBezTo>
                    <a:pt x="1309" y="33"/>
                    <a:pt x="1233" y="41"/>
                    <a:pt x="1159" y="51"/>
                  </a:cubicBezTo>
                  <a:lnTo>
                    <a:pt x="1100" y="17"/>
                  </a:lnTo>
                  <a:cubicBezTo>
                    <a:pt x="1075" y="14"/>
                    <a:pt x="1057" y="12"/>
                    <a:pt x="1045" y="12"/>
                  </a:cubicBezTo>
                  <a:cubicBezTo>
                    <a:pt x="980" y="12"/>
                    <a:pt x="1092" y="60"/>
                    <a:pt x="974" y="60"/>
                  </a:cubicBezTo>
                  <a:cubicBezTo>
                    <a:pt x="967" y="60"/>
                    <a:pt x="958" y="60"/>
                    <a:pt x="948" y="59"/>
                  </a:cubicBezTo>
                  <a:cubicBezTo>
                    <a:pt x="906" y="26"/>
                    <a:pt x="720" y="34"/>
                    <a:pt x="71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0"/>
            <p:cNvSpPr/>
            <p:nvPr/>
          </p:nvSpPr>
          <p:spPr>
            <a:xfrm>
              <a:off x="2737450" y="3781350"/>
              <a:ext cx="2550" cy="1500"/>
            </a:xfrm>
            <a:custGeom>
              <a:rect b="b" l="l" r="r" t="t"/>
              <a:pathLst>
                <a:path extrusionOk="0" h="60" w="102">
                  <a:moveTo>
                    <a:pt x="59" y="0"/>
                  </a:moveTo>
                  <a:cubicBezTo>
                    <a:pt x="51" y="17"/>
                    <a:pt x="0" y="51"/>
                    <a:pt x="26" y="60"/>
                  </a:cubicBezTo>
                  <a:cubicBezTo>
                    <a:pt x="9" y="51"/>
                    <a:pt x="102" y="0"/>
                    <a:pt x="5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0"/>
            <p:cNvSpPr/>
            <p:nvPr/>
          </p:nvSpPr>
          <p:spPr>
            <a:xfrm>
              <a:off x="2736800" y="3781350"/>
              <a:ext cx="1500" cy="1300"/>
            </a:xfrm>
            <a:custGeom>
              <a:rect b="b" l="l" r="r" t="t"/>
              <a:pathLst>
                <a:path extrusionOk="0" h="52" w="60">
                  <a:moveTo>
                    <a:pt x="60" y="0"/>
                  </a:moveTo>
                  <a:lnTo>
                    <a:pt x="18" y="26"/>
                  </a:lnTo>
                  <a:cubicBezTo>
                    <a:pt x="18" y="30"/>
                    <a:pt x="20" y="32"/>
                    <a:pt x="18" y="36"/>
                  </a:cubicBezTo>
                  <a:lnTo>
                    <a:pt x="18" y="36"/>
                  </a:lnTo>
                  <a:lnTo>
                    <a:pt x="60" y="0"/>
                  </a:lnTo>
                  <a:close/>
                  <a:moveTo>
                    <a:pt x="18" y="36"/>
                  </a:moveTo>
                  <a:lnTo>
                    <a:pt x="1" y="51"/>
                  </a:lnTo>
                  <a:cubicBezTo>
                    <a:pt x="13" y="43"/>
                    <a:pt x="17" y="39"/>
                    <a:pt x="18" y="3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0"/>
            <p:cNvSpPr/>
            <p:nvPr/>
          </p:nvSpPr>
          <p:spPr>
            <a:xfrm>
              <a:off x="2729200" y="3779025"/>
              <a:ext cx="4875" cy="4250"/>
            </a:xfrm>
            <a:custGeom>
              <a:rect b="b" l="l" r="r" t="t"/>
              <a:pathLst>
                <a:path extrusionOk="0" h="170" w="195">
                  <a:moveTo>
                    <a:pt x="144" y="0"/>
                  </a:moveTo>
                  <a:lnTo>
                    <a:pt x="144" y="0"/>
                  </a:lnTo>
                  <a:cubicBezTo>
                    <a:pt x="59" y="59"/>
                    <a:pt x="68" y="119"/>
                    <a:pt x="0" y="169"/>
                  </a:cubicBezTo>
                  <a:cubicBezTo>
                    <a:pt x="43" y="169"/>
                    <a:pt x="195" y="76"/>
                    <a:pt x="169" y="43"/>
                  </a:cubicBezTo>
                  <a:lnTo>
                    <a:pt x="169" y="43"/>
                  </a:lnTo>
                  <a:cubicBezTo>
                    <a:pt x="153" y="76"/>
                    <a:pt x="127" y="110"/>
                    <a:pt x="93" y="127"/>
                  </a:cubicBezTo>
                  <a:cubicBezTo>
                    <a:pt x="43" y="93"/>
                    <a:pt x="161" y="59"/>
                    <a:pt x="1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0"/>
            <p:cNvSpPr/>
            <p:nvPr/>
          </p:nvSpPr>
          <p:spPr>
            <a:xfrm>
              <a:off x="2732375" y="3777950"/>
              <a:ext cx="1075" cy="1100"/>
            </a:xfrm>
            <a:custGeom>
              <a:rect b="b" l="l" r="r" t="t"/>
              <a:pathLst>
                <a:path extrusionOk="0" h="44" w="43">
                  <a:moveTo>
                    <a:pt x="34" y="1"/>
                  </a:moveTo>
                  <a:lnTo>
                    <a:pt x="0" y="43"/>
                  </a:lnTo>
                  <a:lnTo>
                    <a:pt x="9" y="43"/>
                  </a:lnTo>
                  <a:lnTo>
                    <a:pt x="4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0"/>
            <p:cNvSpPr/>
            <p:nvPr/>
          </p:nvSpPr>
          <p:spPr>
            <a:xfrm>
              <a:off x="2764925" y="3765050"/>
              <a:ext cx="1100" cy="1125"/>
            </a:xfrm>
            <a:custGeom>
              <a:rect b="b" l="l" r="r" t="t"/>
              <a:pathLst>
                <a:path extrusionOk="0" h="45" w="44">
                  <a:moveTo>
                    <a:pt x="43" y="1"/>
                  </a:moveTo>
                  <a:lnTo>
                    <a:pt x="43" y="1"/>
                  </a:lnTo>
                  <a:cubicBezTo>
                    <a:pt x="26" y="9"/>
                    <a:pt x="9" y="26"/>
                    <a:pt x="1" y="43"/>
                  </a:cubicBezTo>
                  <a:cubicBezTo>
                    <a:pt x="3" y="44"/>
                    <a:pt x="5" y="45"/>
                    <a:pt x="6" y="45"/>
                  </a:cubicBezTo>
                  <a:cubicBezTo>
                    <a:pt x="21" y="45"/>
                    <a:pt x="36" y="16"/>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0"/>
            <p:cNvSpPr/>
            <p:nvPr/>
          </p:nvSpPr>
          <p:spPr>
            <a:xfrm>
              <a:off x="2541175" y="3700775"/>
              <a:ext cx="11025" cy="225"/>
            </a:xfrm>
            <a:custGeom>
              <a:rect b="b" l="l" r="r" t="t"/>
              <a:pathLst>
                <a:path extrusionOk="0" h="9" w="441">
                  <a:moveTo>
                    <a:pt x="1" y="0"/>
                  </a:moveTo>
                  <a:lnTo>
                    <a:pt x="152" y="3"/>
                  </a:lnTo>
                  <a:lnTo>
                    <a:pt x="152" y="3"/>
                  </a:lnTo>
                  <a:cubicBezTo>
                    <a:pt x="100" y="2"/>
                    <a:pt x="51" y="0"/>
                    <a:pt x="1" y="0"/>
                  </a:cubicBezTo>
                  <a:close/>
                  <a:moveTo>
                    <a:pt x="152" y="3"/>
                  </a:moveTo>
                  <a:cubicBezTo>
                    <a:pt x="233" y="6"/>
                    <a:pt x="323" y="9"/>
                    <a:pt x="441" y="9"/>
                  </a:cubicBezTo>
                  <a:lnTo>
                    <a:pt x="152" y="3"/>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0"/>
            <p:cNvSpPr/>
            <p:nvPr/>
          </p:nvSpPr>
          <p:spPr>
            <a:xfrm>
              <a:off x="2785650" y="3731225"/>
              <a:ext cx="7650" cy="10175"/>
            </a:xfrm>
            <a:custGeom>
              <a:rect b="b" l="l" r="r" t="t"/>
              <a:pathLst>
                <a:path extrusionOk="0" h="407" w="306">
                  <a:moveTo>
                    <a:pt x="305" y="0"/>
                  </a:moveTo>
                  <a:lnTo>
                    <a:pt x="212" y="68"/>
                  </a:lnTo>
                  <a:cubicBezTo>
                    <a:pt x="153" y="187"/>
                    <a:pt x="77" y="297"/>
                    <a:pt x="1" y="406"/>
                  </a:cubicBezTo>
                  <a:cubicBezTo>
                    <a:pt x="69" y="347"/>
                    <a:pt x="128" y="271"/>
                    <a:pt x="170" y="187"/>
                  </a:cubicBezTo>
                  <a:cubicBezTo>
                    <a:pt x="195" y="119"/>
                    <a:pt x="246" y="51"/>
                    <a:pt x="30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0"/>
            <p:cNvSpPr/>
            <p:nvPr/>
          </p:nvSpPr>
          <p:spPr>
            <a:xfrm>
              <a:off x="2792425" y="3731525"/>
              <a:ext cx="2450" cy="3525"/>
            </a:xfrm>
            <a:custGeom>
              <a:rect b="b" l="l" r="r" t="t"/>
              <a:pathLst>
                <a:path extrusionOk="0" h="141" w="98">
                  <a:moveTo>
                    <a:pt x="80" y="0"/>
                  </a:moveTo>
                  <a:cubicBezTo>
                    <a:pt x="77" y="0"/>
                    <a:pt x="74" y="2"/>
                    <a:pt x="68" y="5"/>
                  </a:cubicBezTo>
                  <a:cubicBezTo>
                    <a:pt x="9" y="98"/>
                    <a:pt x="77" y="48"/>
                    <a:pt x="1" y="141"/>
                  </a:cubicBezTo>
                  <a:lnTo>
                    <a:pt x="85" y="90"/>
                  </a:lnTo>
                  <a:lnTo>
                    <a:pt x="85" y="90"/>
                  </a:lnTo>
                  <a:cubicBezTo>
                    <a:pt x="80" y="92"/>
                    <a:pt x="75" y="93"/>
                    <a:pt x="72" y="93"/>
                  </a:cubicBezTo>
                  <a:cubicBezTo>
                    <a:pt x="38" y="93"/>
                    <a:pt x="98" y="0"/>
                    <a:pt x="8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0"/>
            <p:cNvSpPr/>
            <p:nvPr/>
          </p:nvSpPr>
          <p:spPr>
            <a:xfrm>
              <a:off x="2771075" y="3740325"/>
              <a:ext cx="450" cy="850"/>
            </a:xfrm>
            <a:custGeom>
              <a:rect b="b" l="l" r="r" t="t"/>
              <a:pathLst>
                <a:path extrusionOk="0" h="34" w="18">
                  <a:moveTo>
                    <a:pt x="17" y="0"/>
                  </a:moveTo>
                  <a:lnTo>
                    <a:pt x="0" y="26"/>
                  </a:lnTo>
                  <a:lnTo>
                    <a:pt x="9" y="34"/>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0"/>
            <p:cNvSpPr/>
            <p:nvPr/>
          </p:nvSpPr>
          <p:spPr>
            <a:xfrm>
              <a:off x="2798550" y="3718750"/>
              <a:ext cx="2150" cy="450"/>
            </a:xfrm>
            <a:custGeom>
              <a:rect b="b" l="l" r="r" t="t"/>
              <a:pathLst>
                <a:path extrusionOk="0" h="18" w="86">
                  <a:moveTo>
                    <a:pt x="1" y="0"/>
                  </a:moveTo>
                  <a:lnTo>
                    <a:pt x="52" y="17"/>
                  </a:lnTo>
                  <a:lnTo>
                    <a:pt x="86" y="17"/>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0"/>
            <p:cNvSpPr/>
            <p:nvPr/>
          </p:nvSpPr>
          <p:spPr>
            <a:xfrm>
              <a:off x="2800675" y="3718950"/>
              <a:ext cx="875" cy="25"/>
            </a:xfrm>
            <a:custGeom>
              <a:rect b="b" l="l" r="r" t="t"/>
              <a:pathLst>
                <a:path extrusionOk="0" h="1" w="35">
                  <a:moveTo>
                    <a:pt x="34" y="1"/>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0"/>
            <p:cNvSpPr/>
            <p:nvPr/>
          </p:nvSpPr>
          <p:spPr>
            <a:xfrm>
              <a:off x="2769575" y="3739250"/>
              <a:ext cx="1100" cy="1525"/>
            </a:xfrm>
            <a:custGeom>
              <a:rect b="b" l="l" r="r" t="t"/>
              <a:pathLst>
                <a:path extrusionOk="0" h="61" w="44">
                  <a:moveTo>
                    <a:pt x="43" y="1"/>
                  </a:moveTo>
                  <a:lnTo>
                    <a:pt x="1" y="35"/>
                  </a:lnTo>
                  <a:lnTo>
                    <a:pt x="1" y="60"/>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0"/>
            <p:cNvSpPr/>
            <p:nvPr/>
          </p:nvSpPr>
          <p:spPr>
            <a:xfrm>
              <a:off x="2779750" y="3734725"/>
              <a:ext cx="900" cy="750"/>
            </a:xfrm>
            <a:custGeom>
              <a:rect b="b" l="l" r="r" t="t"/>
              <a:pathLst>
                <a:path extrusionOk="0" h="30" w="36">
                  <a:moveTo>
                    <a:pt x="23" y="0"/>
                  </a:moveTo>
                  <a:cubicBezTo>
                    <a:pt x="20" y="0"/>
                    <a:pt x="16" y="1"/>
                    <a:pt x="9" y="4"/>
                  </a:cubicBezTo>
                  <a:lnTo>
                    <a:pt x="0" y="30"/>
                  </a:lnTo>
                  <a:cubicBezTo>
                    <a:pt x="0" y="30"/>
                    <a:pt x="35" y="0"/>
                    <a:pt x="2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0"/>
            <p:cNvSpPr/>
            <p:nvPr/>
          </p:nvSpPr>
          <p:spPr>
            <a:xfrm>
              <a:off x="2782500" y="3717700"/>
              <a:ext cx="2975" cy="225"/>
            </a:xfrm>
            <a:custGeom>
              <a:rect b="b" l="l" r="r" t="t"/>
              <a:pathLst>
                <a:path extrusionOk="0" h="9" w="119">
                  <a:moveTo>
                    <a:pt x="0" y="0"/>
                  </a:moveTo>
                  <a:lnTo>
                    <a:pt x="8" y="8"/>
                  </a:lnTo>
                  <a:lnTo>
                    <a:pt x="1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0"/>
            <p:cNvSpPr/>
            <p:nvPr/>
          </p:nvSpPr>
          <p:spPr>
            <a:xfrm>
              <a:off x="2778950" y="3730650"/>
              <a:ext cx="1225" cy="700"/>
            </a:xfrm>
            <a:custGeom>
              <a:rect b="b" l="l" r="r" t="t"/>
              <a:pathLst>
                <a:path extrusionOk="0" h="28" w="49">
                  <a:moveTo>
                    <a:pt x="30" y="1"/>
                  </a:moveTo>
                  <a:cubicBezTo>
                    <a:pt x="28" y="1"/>
                    <a:pt x="22" y="4"/>
                    <a:pt x="7" y="15"/>
                  </a:cubicBezTo>
                  <a:cubicBezTo>
                    <a:pt x="0" y="24"/>
                    <a:pt x="1" y="28"/>
                    <a:pt x="6" y="28"/>
                  </a:cubicBezTo>
                  <a:cubicBezTo>
                    <a:pt x="13" y="28"/>
                    <a:pt x="33" y="17"/>
                    <a:pt x="49" y="7"/>
                  </a:cubicBezTo>
                  <a:lnTo>
                    <a:pt x="49" y="7"/>
                  </a:lnTo>
                  <a:cubicBezTo>
                    <a:pt x="36" y="14"/>
                    <a:pt x="30" y="16"/>
                    <a:pt x="27" y="16"/>
                  </a:cubicBezTo>
                  <a:cubicBezTo>
                    <a:pt x="20" y="16"/>
                    <a:pt x="34" y="1"/>
                    <a:pt x="3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0"/>
            <p:cNvSpPr/>
            <p:nvPr/>
          </p:nvSpPr>
          <p:spPr>
            <a:xfrm>
              <a:off x="2773825" y="3725300"/>
              <a:ext cx="650" cy="25"/>
            </a:xfrm>
            <a:custGeom>
              <a:rect b="b" l="l" r="r" t="t"/>
              <a:pathLst>
                <a:path extrusionOk="0" h="1" w="26">
                  <a:moveTo>
                    <a:pt x="26" y="1"/>
                  </a:moveTo>
                  <a:cubicBezTo>
                    <a:pt x="17" y="1"/>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0"/>
            <p:cNvSpPr/>
            <p:nvPr/>
          </p:nvSpPr>
          <p:spPr>
            <a:xfrm>
              <a:off x="2774450" y="3725225"/>
              <a:ext cx="1500" cy="325"/>
            </a:xfrm>
            <a:custGeom>
              <a:rect b="b" l="l" r="r" t="t"/>
              <a:pathLst>
                <a:path extrusionOk="0" h="13" w="60">
                  <a:moveTo>
                    <a:pt x="17" y="0"/>
                  </a:moveTo>
                  <a:cubicBezTo>
                    <a:pt x="11" y="0"/>
                    <a:pt x="6" y="1"/>
                    <a:pt x="1" y="4"/>
                  </a:cubicBezTo>
                  <a:cubicBezTo>
                    <a:pt x="17" y="4"/>
                    <a:pt x="34" y="12"/>
                    <a:pt x="60" y="12"/>
                  </a:cubicBezTo>
                  <a:cubicBezTo>
                    <a:pt x="48" y="6"/>
                    <a:pt x="32" y="0"/>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0"/>
            <p:cNvSpPr/>
            <p:nvPr/>
          </p:nvSpPr>
          <p:spPr>
            <a:xfrm>
              <a:off x="2767250" y="3724675"/>
              <a:ext cx="1525" cy="475"/>
            </a:xfrm>
            <a:custGeom>
              <a:rect b="b" l="l" r="r" t="t"/>
              <a:pathLst>
                <a:path extrusionOk="0" h="19" w="61">
                  <a:moveTo>
                    <a:pt x="60" y="0"/>
                  </a:moveTo>
                  <a:cubicBezTo>
                    <a:pt x="18" y="0"/>
                    <a:pt x="1" y="0"/>
                    <a:pt x="9" y="9"/>
                  </a:cubicBezTo>
                  <a:lnTo>
                    <a:pt x="26" y="9"/>
                  </a:lnTo>
                  <a:cubicBezTo>
                    <a:pt x="16" y="16"/>
                    <a:pt x="12" y="18"/>
                    <a:pt x="14" y="18"/>
                  </a:cubicBezTo>
                  <a:cubicBezTo>
                    <a:pt x="15" y="18"/>
                    <a:pt x="25" y="14"/>
                    <a:pt x="35" y="9"/>
                  </a:cubicBezTo>
                  <a:cubicBezTo>
                    <a:pt x="47" y="4"/>
                    <a:pt x="54" y="4"/>
                    <a:pt x="57" y="4"/>
                  </a:cubicBezTo>
                  <a:cubicBezTo>
                    <a:pt x="60" y="4"/>
                    <a:pt x="60" y="4"/>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0"/>
            <p:cNvSpPr/>
            <p:nvPr/>
          </p:nvSpPr>
          <p:spPr>
            <a:xfrm>
              <a:off x="2741025" y="3712600"/>
              <a:ext cx="5750" cy="1125"/>
            </a:xfrm>
            <a:custGeom>
              <a:rect b="b" l="l" r="r" t="t"/>
              <a:pathLst>
                <a:path extrusionOk="0" h="45" w="230">
                  <a:moveTo>
                    <a:pt x="1" y="1"/>
                  </a:moveTo>
                  <a:cubicBezTo>
                    <a:pt x="86" y="18"/>
                    <a:pt x="111" y="26"/>
                    <a:pt x="111" y="43"/>
                  </a:cubicBezTo>
                  <a:cubicBezTo>
                    <a:pt x="119" y="44"/>
                    <a:pt x="127" y="45"/>
                    <a:pt x="133" y="45"/>
                  </a:cubicBezTo>
                  <a:cubicBezTo>
                    <a:pt x="186" y="45"/>
                    <a:pt x="184" y="18"/>
                    <a:pt x="229" y="18"/>
                  </a:cubicBezTo>
                  <a:cubicBezTo>
                    <a:pt x="128" y="18"/>
                    <a:pt x="11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0"/>
            <p:cNvSpPr/>
            <p:nvPr/>
          </p:nvSpPr>
          <p:spPr>
            <a:xfrm>
              <a:off x="2746525" y="3713025"/>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0"/>
            <p:cNvSpPr/>
            <p:nvPr/>
          </p:nvSpPr>
          <p:spPr>
            <a:xfrm>
              <a:off x="2771075" y="3730600"/>
              <a:ext cx="1075" cy="650"/>
            </a:xfrm>
            <a:custGeom>
              <a:rect b="b" l="l" r="r" t="t"/>
              <a:pathLst>
                <a:path extrusionOk="0" h="26" w="43">
                  <a:moveTo>
                    <a:pt x="43" y="0"/>
                  </a:moveTo>
                  <a:cubicBezTo>
                    <a:pt x="26" y="9"/>
                    <a:pt x="17" y="17"/>
                    <a:pt x="0" y="25"/>
                  </a:cubicBezTo>
                  <a:lnTo>
                    <a:pt x="9" y="25"/>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0"/>
            <p:cNvSpPr/>
            <p:nvPr/>
          </p:nvSpPr>
          <p:spPr>
            <a:xfrm>
              <a:off x="2737650" y="3712125"/>
              <a:ext cx="1725" cy="300"/>
            </a:xfrm>
            <a:custGeom>
              <a:rect b="b" l="l" r="r" t="t"/>
              <a:pathLst>
                <a:path extrusionOk="0" h="12" w="69">
                  <a:moveTo>
                    <a:pt x="32" y="1"/>
                  </a:moveTo>
                  <a:cubicBezTo>
                    <a:pt x="15" y="1"/>
                    <a:pt x="1" y="3"/>
                    <a:pt x="9" y="3"/>
                  </a:cubicBezTo>
                  <a:cubicBezTo>
                    <a:pt x="26" y="3"/>
                    <a:pt x="51" y="3"/>
                    <a:pt x="68" y="12"/>
                  </a:cubicBezTo>
                  <a:cubicBezTo>
                    <a:pt x="68" y="3"/>
                    <a:pt x="49" y="1"/>
                    <a:pt x="3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0"/>
            <p:cNvSpPr/>
            <p:nvPr/>
          </p:nvSpPr>
          <p:spPr>
            <a:xfrm>
              <a:off x="2745475" y="3721900"/>
              <a:ext cx="2150" cy="675"/>
            </a:xfrm>
            <a:custGeom>
              <a:rect b="b" l="l" r="r" t="t"/>
              <a:pathLst>
                <a:path extrusionOk="0" h="27" w="86">
                  <a:moveTo>
                    <a:pt x="22" y="0"/>
                  </a:moveTo>
                  <a:cubicBezTo>
                    <a:pt x="15" y="0"/>
                    <a:pt x="7" y="3"/>
                    <a:pt x="1" y="10"/>
                  </a:cubicBezTo>
                  <a:cubicBezTo>
                    <a:pt x="9" y="18"/>
                    <a:pt x="60" y="18"/>
                    <a:pt x="85" y="27"/>
                  </a:cubicBezTo>
                  <a:cubicBezTo>
                    <a:pt x="67" y="20"/>
                    <a:pt x="43" y="0"/>
                    <a:pt x="2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0"/>
            <p:cNvSpPr/>
            <p:nvPr/>
          </p:nvSpPr>
          <p:spPr>
            <a:xfrm>
              <a:off x="2731725" y="3713625"/>
              <a:ext cx="1975" cy="925"/>
            </a:xfrm>
            <a:custGeom>
              <a:rect b="b" l="l" r="r" t="t"/>
              <a:pathLst>
                <a:path extrusionOk="0" h="37" w="79">
                  <a:moveTo>
                    <a:pt x="24" y="1"/>
                  </a:moveTo>
                  <a:cubicBezTo>
                    <a:pt x="18" y="1"/>
                    <a:pt x="10" y="1"/>
                    <a:pt x="1" y="2"/>
                  </a:cubicBezTo>
                  <a:cubicBezTo>
                    <a:pt x="18" y="2"/>
                    <a:pt x="35" y="19"/>
                    <a:pt x="26" y="36"/>
                  </a:cubicBezTo>
                  <a:cubicBezTo>
                    <a:pt x="49" y="29"/>
                    <a:pt x="78" y="1"/>
                    <a:pt x="2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0"/>
            <p:cNvSpPr/>
            <p:nvPr/>
          </p:nvSpPr>
          <p:spPr>
            <a:xfrm>
              <a:off x="2741675" y="3721700"/>
              <a:ext cx="1725" cy="250"/>
            </a:xfrm>
            <a:custGeom>
              <a:rect b="b" l="l" r="r" t="t"/>
              <a:pathLst>
                <a:path extrusionOk="0" h="10" w="69">
                  <a:moveTo>
                    <a:pt x="0" y="1"/>
                  </a:moveTo>
                  <a:lnTo>
                    <a:pt x="9"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0"/>
            <p:cNvSpPr/>
            <p:nvPr/>
          </p:nvSpPr>
          <p:spPr>
            <a:xfrm>
              <a:off x="2743775" y="3727175"/>
              <a:ext cx="4275" cy="2175"/>
            </a:xfrm>
            <a:custGeom>
              <a:rect b="b" l="l" r="r" t="t"/>
              <a:pathLst>
                <a:path extrusionOk="0" h="87" w="171">
                  <a:moveTo>
                    <a:pt x="64" y="1"/>
                  </a:moveTo>
                  <a:cubicBezTo>
                    <a:pt x="29" y="1"/>
                    <a:pt x="94" y="36"/>
                    <a:pt x="35" y="36"/>
                  </a:cubicBezTo>
                  <a:cubicBezTo>
                    <a:pt x="30" y="36"/>
                    <a:pt x="24" y="36"/>
                    <a:pt x="18" y="36"/>
                  </a:cubicBezTo>
                  <a:lnTo>
                    <a:pt x="18" y="36"/>
                  </a:lnTo>
                  <a:cubicBezTo>
                    <a:pt x="77" y="44"/>
                    <a:pt x="111" y="78"/>
                    <a:pt x="102" y="86"/>
                  </a:cubicBezTo>
                  <a:cubicBezTo>
                    <a:pt x="170" y="69"/>
                    <a:pt x="1" y="19"/>
                    <a:pt x="119" y="10"/>
                  </a:cubicBezTo>
                  <a:cubicBezTo>
                    <a:pt x="90" y="3"/>
                    <a:pt x="73" y="1"/>
                    <a:pt x="6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0"/>
            <p:cNvSpPr/>
            <p:nvPr/>
          </p:nvSpPr>
          <p:spPr>
            <a:xfrm>
              <a:off x="2743575" y="3727900"/>
              <a:ext cx="650" cy="175"/>
            </a:xfrm>
            <a:custGeom>
              <a:rect b="b" l="l" r="r" t="t"/>
              <a:pathLst>
                <a:path extrusionOk="0" h="7" w="26">
                  <a:moveTo>
                    <a:pt x="13" y="0"/>
                  </a:moveTo>
                  <a:cubicBezTo>
                    <a:pt x="9" y="0"/>
                    <a:pt x="5" y="2"/>
                    <a:pt x="0" y="7"/>
                  </a:cubicBezTo>
                  <a:lnTo>
                    <a:pt x="26" y="7"/>
                  </a:lnTo>
                  <a:cubicBezTo>
                    <a:pt x="22" y="2"/>
                    <a:pt x="17" y="0"/>
                    <a:pt x="1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0"/>
            <p:cNvSpPr/>
            <p:nvPr/>
          </p:nvSpPr>
          <p:spPr>
            <a:xfrm>
              <a:off x="2721375" y="3722550"/>
              <a:ext cx="650" cy="250"/>
            </a:xfrm>
            <a:custGeom>
              <a:rect b="b" l="l" r="r" t="t"/>
              <a:pathLst>
                <a:path extrusionOk="0" h="10" w="26">
                  <a:moveTo>
                    <a:pt x="0" y="9"/>
                  </a:move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0"/>
            <p:cNvSpPr/>
            <p:nvPr/>
          </p:nvSpPr>
          <p:spPr>
            <a:xfrm>
              <a:off x="2732375" y="3727200"/>
              <a:ext cx="5725" cy="1175"/>
            </a:xfrm>
            <a:custGeom>
              <a:rect b="b" l="l" r="r" t="t"/>
              <a:pathLst>
                <a:path extrusionOk="0" h="47" w="229">
                  <a:moveTo>
                    <a:pt x="229" y="1"/>
                  </a:moveTo>
                  <a:cubicBezTo>
                    <a:pt x="161" y="18"/>
                    <a:pt x="0" y="1"/>
                    <a:pt x="9" y="43"/>
                  </a:cubicBezTo>
                  <a:cubicBezTo>
                    <a:pt x="21" y="45"/>
                    <a:pt x="34" y="46"/>
                    <a:pt x="48" y="46"/>
                  </a:cubicBezTo>
                  <a:cubicBezTo>
                    <a:pt x="81" y="46"/>
                    <a:pt x="117" y="41"/>
                    <a:pt x="152" y="35"/>
                  </a:cubicBezTo>
                  <a:lnTo>
                    <a:pt x="127" y="26"/>
                  </a:lnTo>
                  <a:lnTo>
                    <a:pt x="22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0"/>
            <p:cNvSpPr/>
            <p:nvPr/>
          </p:nvSpPr>
          <p:spPr>
            <a:xfrm>
              <a:off x="2708100" y="3709875"/>
              <a:ext cx="1450" cy="500"/>
            </a:xfrm>
            <a:custGeom>
              <a:rect b="b" l="l" r="r" t="t"/>
              <a:pathLst>
                <a:path extrusionOk="0" h="20" w="58">
                  <a:moveTo>
                    <a:pt x="7" y="0"/>
                  </a:moveTo>
                  <a:lnTo>
                    <a:pt x="7" y="0"/>
                  </a:lnTo>
                  <a:cubicBezTo>
                    <a:pt x="20" y="7"/>
                    <a:pt x="1" y="19"/>
                    <a:pt x="6" y="19"/>
                  </a:cubicBezTo>
                  <a:cubicBezTo>
                    <a:pt x="8" y="19"/>
                    <a:pt x="10" y="19"/>
                    <a:pt x="15" y="17"/>
                  </a:cubicBezTo>
                  <a:lnTo>
                    <a:pt x="58" y="8"/>
                  </a:lnTo>
                  <a:lnTo>
                    <a:pt x="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0"/>
            <p:cNvSpPr/>
            <p:nvPr/>
          </p:nvSpPr>
          <p:spPr>
            <a:xfrm>
              <a:off x="2708050" y="3709875"/>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0"/>
            <p:cNvSpPr/>
            <p:nvPr/>
          </p:nvSpPr>
          <p:spPr>
            <a:xfrm>
              <a:off x="2726025" y="3722375"/>
              <a:ext cx="2125" cy="350"/>
            </a:xfrm>
            <a:custGeom>
              <a:rect b="b" l="l" r="r" t="t"/>
              <a:pathLst>
                <a:path extrusionOk="0" h="14" w="85">
                  <a:moveTo>
                    <a:pt x="20" y="0"/>
                  </a:moveTo>
                  <a:cubicBezTo>
                    <a:pt x="9" y="0"/>
                    <a:pt x="0" y="2"/>
                    <a:pt x="0" y="8"/>
                  </a:cubicBezTo>
                  <a:cubicBezTo>
                    <a:pt x="17" y="12"/>
                    <a:pt x="32" y="14"/>
                    <a:pt x="46" y="14"/>
                  </a:cubicBezTo>
                  <a:cubicBezTo>
                    <a:pt x="60" y="14"/>
                    <a:pt x="72" y="12"/>
                    <a:pt x="85" y="8"/>
                  </a:cubicBezTo>
                  <a:cubicBezTo>
                    <a:pt x="79" y="8"/>
                    <a:pt x="44" y="0"/>
                    <a:pt x="2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0"/>
            <p:cNvSpPr/>
            <p:nvPr/>
          </p:nvSpPr>
          <p:spPr>
            <a:xfrm>
              <a:off x="2700850" y="3710925"/>
              <a:ext cx="1925" cy="25"/>
            </a:xfrm>
            <a:custGeom>
              <a:rect b="b" l="l" r="r" t="t"/>
              <a:pathLst>
                <a:path extrusionOk="0" h="1" w="77">
                  <a:moveTo>
                    <a:pt x="9" y="0"/>
                  </a:moveTo>
                  <a:lnTo>
                    <a:pt x="77"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0"/>
            <p:cNvSpPr/>
            <p:nvPr/>
          </p:nvSpPr>
          <p:spPr>
            <a:xfrm>
              <a:off x="2691125" y="3708800"/>
              <a:ext cx="1725" cy="450"/>
            </a:xfrm>
            <a:custGeom>
              <a:rect b="b" l="l" r="r" t="t"/>
              <a:pathLst>
                <a:path extrusionOk="0" h="18" w="69">
                  <a:moveTo>
                    <a:pt x="60" y="1"/>
                  </a:moveTo>
                  <a:lnTo>
                    <a:pt x="1" y="9"/>
                  </a:lnTo>
                  <a:lnTo>
                    <a:pt x="9" y="18"/>
                  </a:lnTo>
                  <a:lnTo>
                    <a:pt x="68" y="9"/>
                  </a:lnTo>
                  <a:lnTo>
                    <a:pt x="6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0"/>
            <p:cNvSpPr/>
            <p:nvPr/>
          </p:nvSpPr>
          <p:spPr>
            <a:xfrm>
              <a:off x="2701900" y="3725725"/>
              <a:ext cx="2725" cy="925"/>
            </a:xfrm>
            <a:custGeom>
              <a:rect b="b" l="l" r="r" t="t"/>
              <a:pathLst>
                <a:path extrusionOk="0" h="37" w="109">
                  <a:moveTo>
                    <a:pt x="1" y="0"/>
                  </a:moveTo>
                  <a:lnTo>
                    <a:pt x="1" y="0"/>
                  </a:lnTo>
                  <a:cubicBezTo>
                    <a:pt x="10" y="13"/>
                    <a:pt x="16" y="16"/>
                    <a:pt x="23" y="16"/>
                  </a:cubicBezTo>
                  <a:cubicBezTo>
                    <a:pt x="29" y="16"/>
                    <a:pt x="37" y="12"/>
                    <a:pt x="50" y="12"/>
                  </a:cubicBezTo>
                  <a:cubicBezTo>
                    <a:pt x="57" y="12"/>
                    <a:pt x="66" y="14"/>
                    <a:pt x="77" y="17"/>
                  </a:cubicBezTo>
                  <a:lnTo>
                    <a:pt x="18" y="34"/>
                  </a:lnTo>
                  <a:cubicBezTo>
                    <a:pt x="25" y="35"/>
                    <a:pt x="32" y="36"/>
                    <a:pt x="39" y="36"/>
                  </a:cubicBezTo>
                  <a:cubicBezTo>
                    <a:pt x="79" y="36"/>
                    <a:pt x="109" y="16"/>
                    <a:pt x="94" y="9"/>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0"/>
            <p:cNvSpPr/>
            <p:nvPr/>
          </p:nvSpPr>
          <p:spPr>
            <a:xfrm>
              <a:off x="2600400" y="3703100"/>
              <a:ext cx="42750" cy="4725"/>
            </a:xfrm>
            <a:custGeom>
              <a:rect b="b" l="l" r="r" t="t"/>
              <a:pathLst>
                <a:path extrusionOk="0" h="189" w="1710">
                  <a:moveTo>
                    <a:pt x="0" y="0"/>
                  </a:moveTo>
                  <a:lnTo>
                    <a:pt x="29" y="2"/>
                  </a:lnTo>
                  <a:lnTo>
                    <a:pt x="29" y="2"/>
                  </a:lnTo>
                  <a:cubicBezTo>
                    <a:pt x="20" y="1"/>
                    <a:pt x="10" y="0"/>
                    <a:pt x="0" y="0"/>
                  </a:cubicBezTo>
                  <a:close/>
                  <a:moveTo>
                    <a:pt x="1312" y="60"/>
                  </a:moveTo>
                  <a:cubicBezTo>
                    <a:pt x="1310" y="60"/>
                    <a:pt x="1308" y="60"/>
                    <a:pt x="1306" y="61"/>
                  </a:cubicBezTo>
                  <a:lnTo>
                    <a:pt x="1306" y="61"/>
                  </a:lnTo>
                  <a:cubicBezTo>
                    <a:pt x="1308" y="60"/>
                    <a:pt x="1310" y="60"/>
                    <a:pt x="1312" y="60"/>
                  </a:cubicBezTo>
                  <a:close/>
                  <a:moveTo>
                    <a:pt x="384" y="119"/>
                  </a:moveTo>
                  <a:cubicBezTo>
                    <a:pt x="383" y="119"/>
                    <a:pt x="382" y="119"/>
                    <a:pt x="381" y="119"/>
                  </a:cubicBezTo>
                  <a:lnTo>
                    <a:pt x="398" y="119"/>
                  </a:lnTo>
                  <a:cubicBezTo>
                    <a:pt x="393" y="119"/>
                    <a:pt x="388" y="119"/>
                    <a:pt x="384" y="119"/>
                  </a:cubicBezTo>
                  <a:close/>
                  <a:moveTo>
                    <a:pt x="1078" y="185"/>
                  </a:moveTo>
                  <a:lnTo>
                    <a:pt x="1066" y="186"/>
                  </a:lnTo>
                  <a:cubicBezTo>
                    <a:pt x="1071" y="186"/>
                    <a:pt x="1075" y="186"/>
                    <a:pt x="1078" y="185"/>
                  </a:cubicBezTo>
                  <a:close/>
                  <a:moveTo>
                    <a:pt x="29" y="2"/>
                  </a:moveTo>
                  <a:cubicBezTo>
                    <a:pt x="65" y="7"/>
                    <a:pt x="95" y="19"/>
                    <a:pt x="136" y="26"/>
                  </a:cubicBezTo>
                  <a:cubicBezTo>
                    <a:pt x="60" y="60"/>
                    <a:pt x="212" y="43"/>
                    <a:pt x="187" y="68"/>
                  </a:cubicBezTo>
                  <a:cubicBezTo>
                    <a:pt x="173" y="72"/>
                    <a:pt x="159" y="74"/>
                    <a:pt x="145" y="74"/>
                  </a:cubicBezTo>
                  <a:cubicBezTo>
                    <a:pt x="125" y="74"/>
                    <a:pt x="105" y="69"/>
                    <a:pt x="85" y="60"/>
                  </a:cubicBezTo>
                  <a:lnTo>
                    <a:pt x="85" y="60"/>
                  </a:lnTo>
                  <a:cubicBezTo>
                    <a:pt x="77" y="76"/>
                    <a:pt x="110" y="93"/>
                    <a:pt x="110" y="110"/>
                  </a:cubicBezTo>
                  <a:cubicBezTo>
                    <a:pt x="131" y="117"/>
                    <a:pt x="148" y="119"/>
                    <a:pt x="164" y="119"/>
                  </a:cubicBezTo>
                  <a:cubicBezTo>
                    <a:pt x="224" y="119"/>
                    <a:pt x="259" y="82"/>
                    <a:pt x="331" y="82"/>
                  </a:cubicBezTo>
                  <a:cubicBezTo>
                    <a:pt x="341" y="82"/>
                    <a:pt x="352" y="83"/>
                    <a:pt x="364" y="85"/>
                  </a:cubicBezTo>
                  <a:cubicBezTo>
                    <a:pt x="356" y="101"/>
                    <a:pt x="326" y="117"/>
                    <a:pt x="384" y="119"/>
                  </a:cubicBezTo>
                  <a:lnTo>
                    <a:pt x="384" y="119"/>
                  </a:lnTo>
                  <a:cubicBezTo>
                    <a:pt x="391" y="118"/>
                    <a:pt x="398" y="118"/>
                    <a:pt x="403" y="118"/>
                  </a:cubicBezTo>
                  <a:cubicBezTo>
                    <a:pt x="465" y="118"/>
                    <a:pt x="475" y="140"/>
                    <a:pt x="498" y="140"/>
                  </a:cubicBezTo>
                  <a:cubicBezTo>
                    <a:pt x="510" y="140"/>
                    <a:pt x="524" y="134"/>
                    <a:pt x="550" y="119"/>
                  </a:cubicBezTo>
                  <a:lnTo>
                    <a:pt x="550" y="153"/>
                  </a:lnTo>
                  <a:cubicBezTo>
                    <a:pt x="626" y="136"/>
                    <a:pt x="703" y="136"/>
                    <a:pt x="779" y="136"/>
                  </a:cubicBezTo>
                  <a:cubicBezTo>
                    <a:pt x="825" y="131"/>
                    <a:pt x="874" y="129"/>
                    <a:pt x="923" y="129"/>
                  </a:cubicBezTo>
                  <a:cubicBezTo>
                    <a:pt x="971" y="129"/>
                    <a:pt x="1020" y="131"/>
                    <a:pt x="1066" y="136"/>
                  </a:cubicBezTo>
                  <a:lnTo>
                    <a:pt x="973" y="170"/>
                  </a:lnTo>
                  <a:cubicBezTo>
                    <a:pt x="987" y="173"/>
                    <a:pt x="998" y="174"/>
                    <a:pt x="1008" y="174"/>
                  </a:cubicBezTo>
                  <a:cubicBezTo>
                    <a:pt x="1049" y="174"/>
                    <a:pt x="1066" y="153"/>
                    <a:pt x="1100" y="153"/>
                  </a:cubicBezTo>
                  <a:cubicBezTo>
                    <a:pt x="1100" y="153"/>
                    <a:pt x="1100" y="178"/>
                    <a:pt x="1078" y="185"/>
                  </a:cubicBezTo>
                  <a:lnTo>
                    <a:pt x="1078" y="185"/>
                  </a:lnTo>
                  <a:lnTo>
                    <a:pt x="1303" y="153"/>
                  </a:lnTo>
                  <a:cubicBezTo>
                    <a:pt x="1346" y="136"/>
                    <a:pt x="1278" y="127"/>
                    <a:pt x="1269" y="119"/>
                  </a:cubicBezTo>
                  <a:cubicBezTo>
                    <a:pt x="1277" y="114"/>
                    <a:pt x="1291" y="112"/>
                    <a:pt x="1307" y="112"/>
                  </a:cubicBezTo>
                  <a:cubicBezTo>
                    <a:pt x="1346" y="112"/>
                    <a:pt x="1396" y="124"/>
                    <a:pt x="1396" y="136"/>
                  </a:cubicBezTo>
                  <a:cubicBezTo>
                    <a:pt x="1388" y="136"/>
                    <a:pt x="1329" y="144"/>
                    <a:pt x="1362" y="161"/>
                  </a:cubicBezTo>
                  <a:lnTo>
                    <a:pt x="1447" y="119"/>
                  </a:lnTo>
                  <a:lnTo>
                    <a:pt x="1447" y="119"/>
                  </a:lnTo>
                  <a:cubicBezTo>
                    <a:pt x="1549" y="153"/>
                    <a:pt x="1362" y="170"/>
                    <a:pt x="1312" y="186"/>
                  </a:cubicBezTo>
                  <a:cubicBezTo>
                    <a:pt x="1327" y="188"/>
                    <a:pt x="1341" y="188"/>
                    <a:pt x="1353" y="188"/>
                  </a:cubicBezTo>
                  <a:cubicBezTo>
                    <a:pt x="1403" y="188"/>
                    <a:pt x="1437" y="180"/>
                    <a:pt x="1487" y="180"/>
                  </a:cubicBezTo>
                  <a:cubicBezTo>
                    <a:pt x="1509" y="180"/>
                    <a:pt x="1534" y="182"/>
                    <a:pt x="1565" y="186"/>
                  </a:cubicBezTo>
                  <a:cubicBezTo>
                    <a:pt x="1540" y="178"/>
                    <a:pt x="1515" y="170"/>
                    <a:pt x="1489" y="153"/>
                  </a:cubicBezTo>
                  <a:cubicBezTo>
                    <a:pt x="1489" y="139"/>
                    <a:pt x="1507" y="135"/>
                    <a:pt x="1533" y="135"/>
                  </a:cubicBezTo>
                  <a:cubicBezTo>
                    <a:pt x="1572" y="135"/>
                    <a:pt x="1630" y="144"/>
                    <a:pt x="1675" y="144"/>
                  </a:cubicBezTo>
                  <a:cubicBezTo>
                    <a:pt x="1625" y="127"/>
                    <a:pt x="1659" y="119"/>
                    <a:pt x="1692" y="110"/>
                  </a:cubicBezTo>
                  <a:lnTo>
                    <a:pt x="1709" y="110"/>
                  </a:lnTo>
                  <a:cubicBezTo>
                    <a:pt x="1709" y="110"/>
                    <a:pt x="1709" y="102"/>
                    <a:pt x="1701" y="93"/>
                  </a:cubicBezTo>
                  <a:cubicBezTo>
                    <a:pt x="1650" y="93"/>
                    <a:pt x="1599" y="85"/>
                    <a:pt x="1549" y="68"/>
                  </a:cubicBezTo>
                  <a:lnTo>
                    <a:pt x="1549" y="68"/>
                  </a:lnTo>
                  <a:cubicBezTo>
                    <a:pt x="1561" y="86"/>
                    <a:pt x="1546" y="91"/>
                    <a:pt x="1520" y="91"/>
                  </a:cubicBezTo>
                  <a:cubicBezTo>
                    <a:pt x="1484" y="91"/>
                    <a:pt x="1426" y="81"/>
                    <a:pt x="1385" y="81"/>
                  </a:cubicBezTo>
                  <a:cubicBezTo>
                    <a:pt x="1373" y="81"/>
                    <a:pt x="1362" y="82"/>
                    <a:pt x="1354" y="85"/>
                  </a:cubicBezTo>
                  <a:lnTo>
                    <a:pt x="1269" y="85"/>
                  </a:lnTo>
                  <a:cubicBezTo>
                    <a:pt x="1269" y="77"/>
                    <a:pt x="1269" y="69"/>
                    <a:pt x="1306" y="61"/>
                  </a:cubicBezTo>
                  <a:lnTo>
                    <a:pt x="1306" y="61"/>
                  </a:lnTo>
                  <a:cubicBezTo>
                    <a:pt x="1269" y="67"/>
                    <a:pt x="1185" y="60"/>
                    <a:pt x="1193" y="76"/>
                  </a:cubicBezTo>
                  <a:lnTo>
                    <a:pt x="973" y="60"/>
                  </a:lnTo>
                  <a:cubicBezTo>
                    <a:pt x="965" y="60"/>
                    <a:pt x="965" y="51"/>
                    <a:pt x="956" y="51"/>
                  </a:cubicBezTo>
                  <a:cubicBezTo>
                    <a:pt x="948" y="51"/>
                    <a:pt x="948" y="51"/>
                    <a:pt x="948" y="60"/>
                  </a:cubicBezTo>
                  <a:lnTo>
                    <a:pt x="29" y="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0"/>
            <p:cNvSpPr/>
            <p:nvPr/>
          </p:nvSpPr>
          <p:spPr>
            <a:xfrm>
              <a:off x="2639525" y="3707750"/>
              <a:ext cx="1075" cy="25"/>
            </a:xfrm>
            <a:custGeom>
              <a:rect b="b" l="l" r="r" t="t"/>
              <a:pathLst>
                <a:path extrusionOk="0" h="1" w="43">
                  <a:moveTo>
                    <a:pt x="0" y="0"/>
                  </a:moveTo>
                  <a:cubicBezTo>
                    <a:pt x="9" y="0"/>
                    <a:pt x="26" y="0"/>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0"/>
            <p:cNvSpPr/>
            <p:nvPr/>
          </p:nvSpPr>
          <p:spPr>
            <a:xfrm>
              <a:off x="2598925" y="3702450"/>
              <a:ext cx="1500" cy="25"/>
            </a:xfrm>
            <a:custGeom>
              <a:rect b="b" l="l" r="r" t="t"/>
              <a:pathLst>
                <a:path extrusionOk="0" h="1" w="60">
                  <a:moveTo>
                    <a:pt x="0" y="1"/>
                  </a:moveTo>
                  <a:lnTo>
                    <a:pt x="59" y="1"/>
                  </a:lnTo>
                  <a:cubicBezTo>
                    <a:pt x="43" y="1"/>
                    <a:pt x="17"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0"/>
            <p:cNvSpPr/>
            <p:nvPr/>
          </p:nvSpPr>
          <p:spPr>
            <a:xfrm>
              <a:off x="2645025" y="3705625"/>
              <a:ext cx="3825" cy="875"/>
            </a:xfrm>
            <a:custGeom>
              <a:rect b="b" l="l" r="r" t="t"/>
              <a:pathLst>
                <a:path extrusionOk="0" h="35" w="153">
                  <a:moveTo>
                    <a:pt x="9" y="1"/>
                  </a:moveTo>
                  <a:cubicBezTo>
                    <a:pt x="9" y="9"/>
                    <a:pt x="0" y="26"/>
                    <a:pt x="0" y="35"/>
                  </a:cubicBezTo>
                  <a:lnTo>
                    <a:pt x="119" y="35"/>
                  </a:lnTo>
                  <a:cubicBezTo>
                    <a:pt x="77" y="18"/>
                    <a:pt x="144" y="18"/>
                    <a:pt x="153" y="9"/>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0"/>
            <p:cNvSpPr/>
            <p:nvPr/>
          </p:nvSpPr>
          <p:spPr>
            <a:xfrm>
              <a:off x="2643325" y="3705000"/>
              <a:ext cx="1925" cy="450"/>
            </a:xfrm>
            <a:custGeom>
              <a:rect b="b" l="l" r="r" t="t"/>
              <a:pathLst>
                <a:path extrusionOk="0" h="18" w="77">
                  <a:moveTo>
                    <a:pt x="43" y="0"/>
                  </a:moveTo>
                  <a:cubicBezTo>
                    <a:pt x="26" y="9"/>
                    <a:pt x="18" y="17"/>
                    <a:pt x="1" y="17"/>
                  </a:cubicBezTo>
                  <a:lnTo>
                    <a:pt x="77" y="17"/>
                  </a:lnTo>
                  <a:cubicBezTo>
                    <a:pt x="77" y="17"/>
                    <a:pt x="68"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0"/>
            <p:cNvSpPr/>
            <p:nvPr/>
          </p:nvSpPr>
          <p:spPr>
            <a:xfrm>
              <a:off x="2642050" y="3719375"/>
              <a:ext cx="1725" cy="250"/>
            </a:xfrm>
            <a:custGeom>
              <a:rect b="b" l="l" r="r" t="t"/>
              <a:pathLst>
                <a:path extrusionOk="0" h="10" w="69">
                  <a:moveTo>
                    <a:pt x="43" y="1"/>
                  </a:moveTo>
                  <a:lnTo>
                    <a:pt x="1" y="9"/>
                  </a:lnTo>
                  <a:lnTo>
                    <a:pt x="6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0"/>
            <p:cNvSpPr/>
            <p:nvPr/>
          </p:nvSpPr>
          <p:spPr>
            <a:xfrm>
              <a:off x="2633825" y="3717475"/>
              <a:ext cx="2550" cy="375"/>
            </a:xfrm>
            <a:custGeom>
              <a:rect b="b" l="l" r="r" t="t"/>
              <a:pathLst>
                <a:path extrusionOk="0" h="15" w="102">
                  <a:moveTo>
                    <a:pt x="0" y="1"/>
                  </a:moveTo>
                  <a:cubicBezTo>
                    <a:pt x="20" y="10"/>
                    <a:pt x="40" y="15"/>
                    <a:pt x="60" y="15"/>
                  </a:cubicBezTo>
                  <a:cubicBezTo>
                    <a:pt x="74" y="15"/>
                    <a:pt x="88" y="13"/>
                    <a:pt x="102" y="9"/>
                  </a:cubicBezTo>
                  <a:cubicBezTo>
                    <a:pt x="68" y="1"/>
                    <a:pt x="34"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0"/>
            <p:cNvSpPr/>
            <p:nvPr/>
          </p:nvSpPr>
          <p:spPr>
            <a:xfrm>
              <a:off x="2633825" y="3721925"/>
              <a:ext cx="1700" cy="225"/>
            </a:xfrm>
            <a:custGeom>
              <a:rect b="b" l="l" r="r" t="t"/>
              <a:pathLst>
                <a:path extrusionOk="0" h="9" w="68">
                  <a:moveTo>
                    <a:pt x="68" y="0"/>
                  </a:moveTo>
                  <a:lnTo>
                    <a:pt x="0" y="9"/>
                  </a:lnTo>
                  <a:lnTo>
                    <a:pt x="9" y="9"/>
                  </a:ln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0"/>
            <p:cNvSpPr/>
            <p:nvPr/>
          </p:nvSpPr>
          <p:spPr>
            <a:xfrm>
              <a:off x="2586225" y="3704375"/>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0"/>
            <p:cNvSpPr/>
            <p:nvPr/>
          </p:nvSpPr>
          <p:spPr>
            <a:xfrm>
              <a:off x="2575025" y="3701825"/>
              <a:ext cx="27725" cy="2975"/>
            </a:xfrm>
            <a:custGeom>
              <a:rect b="b" l="l" r="r" t="t"/>
              <a:pathLst>
                <a:path extrusionOk="0" h="119" w="1109">
                  <a:moveTo>
                    <a:pt x="93" y="1"/>
                  </a:moveTo>
                  <a:lnTo>
                    <a:pt x="93" y="1"/>
                  </a:lnTo>
                  <a:cubicBezTo>
                    <a:pt x="0" y="9"/>
                    <a:pt x="144" y="43"/>
                    <a:pt x="76" y="68"/>
                  </a:cubicBezTo>
                  <a:cubicBezTo>
                    <a:pt x="140" y="74"/>
                    <a:pt x="226" y="85"/>
                    <a:pt x="284" y="85"/>
                  </a:cubicBezTo>
                  <a:cubicBezTo>
                    <a:pt x="316" y="85"/>
                    <a:pt x="340" y="82"/>
                    <a:pt x="346" y="71"/>
                  </a:cubicBezTo>
                  <a:lnTo>
                    <a:pt x="346" y="71"/>
                  </a:lnTo>
                  <a:cubicBezTo>
                    <a:pt x="346" y="75"/>
                    <a:pt x="348" y="80"/>
                    <a:pt x="364" y="85"/>
                  </a:cubicBezTo>
                  <a:lnTo>
                    <a:pt x="423" y="60"/>
                  </a:lnTo>
                  <a:lnTo>
                    <a:pt x="364" y="43"/>
                  </a:lnTo>
                  <a:cubicBezTo>
                    <a:pt x="406" y="36"/>
                    <a:pt x="450" y="32"/>
                    <a:pt x="493" y="32"/>
                  </a:cubicBezTo>
                  <a:cubicBezTo>
                    <a:pt x="554" y="32"/>
                    <a:pt x="614" y="40"/>
                    <a:pt x="669" y="60"/>
                  </a:cubicBezTo>
                  <a:cubicBezTo>
                    <a:pt x="578" y="60"/>
                    <a:pt x="592" y="85"/>
                    <a:pt x="530" y="85"/>
                  </a:cubicBezTo>
                  <a:cubicBezTo>
                    <a:pt x="511" y="85"/>
                    <a:pt x="486" y="83"/>
                    <a:pt x="449" y="77"/>
                  </a:cubicBezTo>
                  <a:lnTo>
                    <a:pt x="449" y="77"/>
                  </a:lnTo>
                  <a:cubicBezTo>
                    <a:pt x="457" y="85"/>
                    <a:pt x="483" y="102"/>
                    <a:pt x="449" y="111"/>
                  </a:cubicBezTo>
                  <a:cubicBezTo>
                    <a:pt x="635" y="119"/>
                    <a:pt x="821" y="119"/>
                    <a:pt x="1007" y="119"/>
                  </a:cubicBezTo>
                  <a:cubicBezTo>
                    <a:pt x="855" y="77"/>
                    <a:pt x="1109" y="94"/>
                    <a:pt x="1066" y="51"/>
                  </a:cubicBezTo>
                  <a:lnTo>
                    <a:pt x="1066" y="51"/>
                  </a:lnTo>
                  <a:lnTo>
                    <a:pt x="982" y="60"/>
                  </a:lnTo>
                  <a:lnTo>
                    <a:pt x="990" y="51"/>
                  </a:lnTo>
                  <a:lnTo>
                    <a:pt x="880" y="51"/>
                  </a:lnTo>
                  <a:cubicBezTo>
                    <a:pt x="897" y="68"/>
                    <a:pt x="914" y="77"/>
                    <a:pt x="914" y="94"/>
                  </a:cubicBezTo>
                  <a:cubicBezTo>
                    <a:pt x="779" y="77"/>
                    <a:pt x="872" y="68"/>
                    <a:pt x="770" y="34"/>
                  </a:cubicBezTo>
                  <a:lnTo>
                    <a:pt x="618" y="26"/>
                  </a:lnTo>
                  <a:lnTo>
                    <a:pt x="609" y="26"/>
                  </a:lnTo>
                  <a:lnTo>
                    <a:pt x="9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0"/>
            <p:cNvSpPr/>
            <p:nvPr/>
          </p:nvSpPr>
          <p:spPr>
            <a:xfrm>
              <a:off x="2552825" y="3701825"/>
              <a:ext cx="25" cy="25"/>
            </a:xfrm>
            <a:custGeom>
              <a:rect b="b" l="l" r="r" t="t"/>
              <a:pathLst>
                <a:path extrusionOk="0" h="1" w="1">
                  <a:moveTo>
                    <a:pt x="0" y="1"/>
                  </a:moveTo>
                  <a:lnTo>
                    <a:pt x="0" y="1"/>
                  </a:lnTo>
                  <a:cubicBezTo>
                    <a:pt x="0" y="1"/>
                    <a:pt x="0"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0"/>
            <p:cNvSpPr/>
            <p:nvPr/>
          </p:nvSpPr>
          <p:spPr>
            <a:xfrm>
              <a:off x="2553025" y="3701200"/>
              <a:ext cx="3825" cy="875"/>
            </a:xfrm>
            <a:custGeom>
              <a:rect b="b" l="l" r="r" t="t"/>
              <a:pathLst>
                <a:path extrusionOk="0" h="35" w="153">
                  <a:moveTo>
                    <a:pt x="9" y="0"/>
                  </a:moveTo>
                  <a:lnTo>
                    <a:pt x="1" y="26"/>
                  </a:lnTo>
                  <a:cubicBezTo>
                    <a:pt x="13" y="21"/>
                    <a:pt x="26" y="19"/>
                    <a:pt x="39" y="19"/>
                  </a:cubicBezTo>
                  <a:cubicBezTo>
                    <a:pt x="51" y="19"/>
                    <a:pt x="64" y="21"/>
                    <a:pt x="77" y="26"/>
                  </a:cubicBezTo>
                  <a:lnTo>
                    <a:pt x="60" y="34"/>
                  </a:lnTo>
                  <a:lnTo>
                    <a:pt x="60" y="34"/>
                  </a:lnTo>
                  <a:lnTo>
                    <a:pt x="153"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0"/>
            <p:cNvSpPr/>
            <p:nvPr/>
          </p:nvSpPr>
          <p:spPr>
            <a:xfrm>
              <a:off x="2556625" y="3700975"/>
              <a:ext cx="2975" cy="1550"/>
            </a:xfrm>
            <a:custGeom>
              <a:rect b="b" l="l" r="r" t="t"/>
              <a:pathLst>
                <a:path extrusionOk="0" h="62" w="119">
                  <a:moveTo>
                    <a:pt x="119" y="1"/>
                  </a:moveTo>
                  <a:lnTo>
                    <a:pt x="119" y="1"/>
                  </a:lnTo>
                  <a:cubicBezTo>
                    <a:pt x="43" y="9"/>
                    <a:pt x="43" y="35"/>
                    <a:pt x="85" y="51"/>
                  </a:cubicBezTo>
                  <a:cubicBezTo>
                    <a:pt x="79" y="52"/>
                    <a:pt x="73" y="53"/>
                    <a:pt x="68" y="53"/>
                  </a:cubicBezTo>
                  <a:cubicBezTo>
                    <a:pt x="35" y="53"/>
                    <a:pt x="39" y="35"/>
                    <a:pt x="25" y="35"/>
                  </a:cubicBezTo>
                  <a:cubicBezTo>
                    <a:pt x="20" y="35"/>
                    <a:pt x="12" y="37"/>
                    <a:pt x="0" y="43"/>
                  </a:cubicBezTo>
                  <a:cubicBezTo>
                    <a:pt x="0" y="58"/>
                    <a:pt x="31" y="61"/>
                    <a:pt x="61" y="61"/>
                  </a:cubicBezTo>
                  <a:cubicBezTo>
                    <a:pt x="81" y="61"/>
                    <a:pt x="100" y="60"/>
                    <a:pt x="110" y="60"/>
                  </a:cubicBezTo>
                  <a:lnTo>
                    <a:pt x="11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0"/>
            <p:cNvSpPr/>
            <p:nvPr/>
          </p:nvSpPr>
          <p:spPr>
            <a:xfrm>
              <a:off x="2572700" y="3702250"/>
              <a:ext cx="1300" cy="450"/>
            </a:xfrm>
            <a:custGeom>
              <a:rect b="b" l="l" r="r" t="t"/>
              <a:pathLst>
                <a:path extrusionOk="0" h="18" w="52">
                  <a:moveTo>
                    <a:pt x="17" y="0"/>
                  </a:moveTo>
                  <a:lnTo>
                    <a:pt x="0" y="17"/>
                  </a:lnTo>
                  <a:lnTo>
                    <a:pt x="51" y="17"/>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0"/>
            <p:cNvSpPr/>
            <p:nvPr/>
          </p:nvSpPr>
          <p:spPr>
            <a:xfrm>
              <a:off x="2571425" y="3702450"/>
              <a:ext cx="1300" cy="675"/>
            </a:xfrm>
            <a:custGeom>
              <a:rect b="b" l="l" r="r" t="t"/>
              <a:pathLst>
                <a:path extrusionOk="0" h="27" w="52">
                  <a:moveTo>
                    <a:pt x="1" y="1"/>
                  </a:moveTo>
                  <a:cubicBezTo>
                    <a:pt x="1" y="9"/>
                    <a:pt x="1" y="18"/>
                    <a:pt x="9" y="26"/>
                  </a:cubicBezTo>
                  <a:lnTo>
                    <a:pt x="51" y="9"/>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0"/>
            <p:cNvSpPr/>
            <p:nvPr/>
          </p:nvSpPr>
          <p:spPr>
            <a:xfrm>
              <a:off x="2566150" y="3701625"/>
              <a:ext cx="1925" cy="225"/>
            </a:xfrm>
            <a:custGeom>
              <a:rect b="b" l="l" r="r" t="t"/>
              <a:pathLst>
                <a:path extrusionOk="0" h="9" w="77">
                  <a:moveTo>
                    <a:pt x="76" y="9"/>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0"/>
            <p:cNvSpPr/>
            <p:nvPr/>
          </p:nvSpPr>
          <p:spPr>
            <a:xfrm>
              <a:off x="2568050" y="3702250"/>
              <a:ext cx="1500" cy="225"/>
            </a:xfrm>
            <a:custGeom>
              <a:rect b="b" l="l" r="r" t="t"/>
              <a:pathLst>
                <a:path extrusionOk="0" h="9" w="60">
                  <a:moveTo>
                    <a:pt x="59" y="9"/>
                  </a:moveTo>
                  <a:lnTo>
                    <a:pt x="59" y="9"/>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0"/>
            <p:cNvSpPr/>
            <p:nvPr/>
          </p:nvSpPr>
          <p:spPr>
            <a:xfrm>
              <a:off x="2569100" y="3701200"/>
              <a:ext cx="2350" cy="1275"/>
            </a:xfrm>
            <a:custGeom>
              <a:rect b="b" l="l" r="r" t="t"/>
              <a:pathLst>
                <a:path extrusionOk="0" h="51" w="94">
                  <a:moveTo>
                    <a:pt x="0" y="0"/>
                  </a:moveTo>
                  <a:lnTo>
                    <a:pt x="17" y="34"/>
                  </a:lnTo>
                  <a:lnTo>
                    <a:pt x="94" y="51"/>
                  </a:lnTo>
                  <a:cubicBezTo>
                    <a:pt x="85" y="26"/>
                    <a:pt x="77"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0"/>
            <p:cNvSpPr/>
            <p:nvPr/>
          </p:nvSpPr>
          <p:spPr>
            <a:xfrm>
              <a:off x="2622400" y="3720425"/>
              <a:ext cx="1700" cy="250"/>
            </a:xfrm>
            <a:custGeom>
              <a:rect b="b" l="l" r="r" t="t"/>
              <a:pathLst>
                <a:path extrusionOk="0" h="10" w="68">
                  <a:moveTo>
                    <a:pt x="59" y="1"/>
                  </a:moveTo>
                  <a:lnTo>
                    <a:pt x="0" y="9"/>
                  </a:lnTo>
                  <a:lnTo>
                    <a:pt x="9"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0"/>
            <p:cNvSpPr/>
            <p:nvPr/>
          </p:nvSpPr>
          <p:spPr>
            <a:xfrm>
              <a:off x="2614575" y="3719375"/>
              <a:ext cx="1075" cy="250"/>
            </a:xfrm>
            <a:custGeom>
              <a:rect b="b" l="l" r="r" t="t"/>
              <a:pathLst>
                <a:path extrusionOk="0" h="10" w="43">
                  <a:moveTo>
                    <a:pt x="43" y="1"/>
                  </a:moveTo>
                  <a:cubicBezTo>
                    <a:pt x="34" y="1"/>
                    <a:pt x="28" y="3"/>
                    <a:pt x="21" y="5"/>
                  </a:cubicBezTo>
                  <a:lnTo>
                    <a:pt x="21" y="5"/>
                  </a:lnTo>
                  <a:lnTo>
                    <a:pt x="43" y="1"/>
                  </a:lnTo>
                  <a:close/>
                  <a:moveTo>
                    <a:pt x="21" y="5"/>
                  </a:moveTo>
                  <a:lnTo>
                    <a:pt x="0" y="9"/>
                  </a:lnTo>
                  <a:cubicBezTo>
                    <a:pt x="9" y="9"/>
                    <a:pt x="15" y="7"/>
                    <a:pt x="21"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0"/>
            <p:cNvSpPr/>
            <p:nvPr/>
          </p:nvSpPr>
          <p:spPr>
            <a:xfrm>
              <a:off x="2604200" y="3719250"/>
              <a:ext cx="10400" cy="3925"/>
            </a:xfrm>
            <a:custGeom>
              <a:rect b="b" l="l" r="r" t="t"/>
              <a:pathLst>
                <a:path extrusionOk="0" h="157" w="416">
                  <a:moveTo>
                    <a:pt x="163" y="1"/>
                  </a:moveTo>
                  <a:cubicBezTo>
                    <a:pt x="126" y="1"/>
                    <a:pt x="90" y="4"/>
                    <a:pt x="60" y="14"/>
                  </a:cubicBezTo>
                  <a:cubicBezTo>
                    <a:pt x="1" y="40"/>
                    <a:pt x="35" y="90"/>
                    <a:pt x="26" y="141"/>
                  </a:cubicBezTo>
                  <a:cubicBezTo>
                    <a:pt x="36" y="146"/>
                    <a:pt x="87" y="156"/>
                    <a:pt x="131" y="156"/>
                  </a:cubicBezTo>
                  <a:cubicBezTo>
                    <a:pt x="164" y="156"/>
                    <a:pt x="192" y="151"/>
                    <a:pt x="195" y="133"/>
                  </a:cubicBezTo>
                  <a:cubicBezTo>
                    <a:pt x="128" y="107"/>
                    <a:pt x="288" y="107"/>
                    <a:pt x="161" y="90"/>
                  </a:cubicBezTo>
                  <a:cubicBezTo>
                    <a:pt x="155" y="77"/>
                    <a:pt x="188" y="59"/>
                    <a:pt x="231" y="59"/>
                  </a:cubicBezTo>
                  <a:cubicBezTo>
                    <a:pt x="244" y="59"/>
                    <a:pt x="258" y="61"/>
                    <a:pt x="271" y="65"/>
                  </a:cubicBezTo>
                  <a:cubicBezTo>
                    <a:pt x="263" y="82"/>
                    <a:pt x="212" y="73"/>
                    <a:pt x="246" y="90"/>
                  </a:cubicBezTo>
                  <a:cubicBezTo>
                    <a:pt x="288" y="73"/>
                    <a:pt x="305" y="90"/>
                    <a:pt x="288" y="56"/>
                  </a:cubicBezTo>
                  <a:cubicBezTo>
                    <a:pt x="331" y="48"/>
                    <a:pt x="373" y="31"/>
                    <a:pt x="415" y="14"/>
                  </a:cubicBezTo>
                  <a:lnTo>
                    <a:pt x="415" y="14"/>
                  </a:lnTo>
                  <a:cubicBezTo>
                    <a:pt x="407" y="15"/>
                    <a:pt x="399" y="15"/>
                    <a:pt x="389" y="15"/>
                  </a:cubicBezTo>
                  <a:cubicBezTo>
                    <a:pt x="329" y="15"/>
                    <a:pt x="242" y="1"/>
                    <a:pt x="16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0"/>
            <p:cNvSpPr/>
            <p:nvPr/>
          </p:nvSpPr>
          <p:spPr>
            <a:xfrm>
              <a:off x="2611600" y="3723850"/>
              <a:ext cx="1525" cy="200"/>
            </a:xfrm>
            <a:custGeom>
              <a:rect b="b" l="l" r="r" t="t"/>
              <a:pathLst>
                <a:path extrusionOk="0" h="8" w="61">
                  <a:moveTo>
                    <a:pt x="50" y="0"/>
                  </a:moveTo>
                  <a:cubicBezTo>
                    <a:pt x="38" y="0"/>
                    <a:pt x="18" y="8"/>
                    <a:pt x="1" y="8"/>
                  </a:cubicBezTo>
                  <a:lnTo>
                    <a:pt x="60" y="8"/>
                  </a:lnTo>
                  <a:cubicBezTo>
                    <a:pt x="60" y="2"/>
                    <a:pt x="56" y="0"/>
                    <a:pt x="5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0"/>
            <p:cNvSpPr/>
            <p:nvPr/>
          </p:nvSpPr>
          <p:spPr>
            <a:xfrm>
              <a:off x="2592575" y="3713250"/>
              <a:ext cx="2350" cy="650"/>
            </a:xfrm>
            <a:custGeom>
              <a:rect b="b" l="l" r="r" t="t"/>
              <a:pathLst>
                <a:path extrusionOk="0" h="26" w="94">
                  <a:moveTo>
                    <a:pt x="60" y="0"/>
                  </a:moveTo>
                  <a:cubicBezTo>
                    <a:pt x="60" y="9"/>
                    <a:pt x="0" y="9"/>
                    <a:pt x="9" y="26"/>
                  </a:cubicBezTo>
                  <a:lnTo>
                    <a:pt x="94" y="26"/>
                  </a:lnTo>
                  <a:cubicBezTo>
                    <a:pt x="85" y="26"/>
                    <a:pt x="68" y="17"/>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0"/>
            <p:cNvSpPr/>
            <p:nvPr/>
          </p:nvSpPr>
          <p:spPr>
            <a:xfrm>
              <a:off x="2594900" y="3713875"/>
              <a:ext cx="1075" cy="25"/>
            </a:xfrm>
            <a:custGeom>
              <a:rect b="b" l="l" r="r" t="t"/>
              <a:pathLst>
                <a:path extrusionOk="0" h="1" w="43">
                  <a:moveTo>
                    <a:pt x="43" y="1"/>
                  </a:moveTo>
                  <a:lnTo>
                    <a:pt x="1" y="1"/>
                  </a:lnTo>
                  <a:cubicBezTo>
                    <a:pt x="17"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0"/>
            <p:cNvSpPr/>
            <p:nvPr/>
          </p:nvSpPr>
          <p:spPr>
            <a:xfrm>
              <a:off x="2594050" y="3713250"/>
              <a:ext cx="250" cy="25"/>
            </a:xfrm>
            <a:custGeom>
              <a:rect b="b" l="l" r="r" t="t"/>
              <a:pathLst>
                <a:path extrusionOk="0" h="1" w="10">
                  <a:moveTo>
                    <a:pt x="1" y="0"/>
                  </a:moveTo>
                  <a:lnTo>
                    <a:pt x="1" y="0"/>
                  </a:lnTo>
                  <a:cubicBezTo>
                    <a:pt x="1" y="0"/>
                    <a:pt x="9"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0"/>
            <p:cNvSpPr/>
            <p:nvPr/>
          </p:nvSpPr>
          <p:spPr>
            <a:xfrm>
              <a:off x="2561275" y="3701025"/>
              <a:ext cx="1500" cy="200"/>
            </a:xfrm>
            <a:custGeom>
              <a:rect b="b" l="l" r="r" t="t"/>
              <a:pathLst>
                <a:path extrusionOk="0" h="8" w="60">
                  <a:moveTo>
                    <a:pt x="40" y="1"/>
                  </a:moveTo>
                  <a:cubicBezTo>
                    <a:pt x="28" y="1"/>
                    <a:pt x="13" y="3"/>
                    <a:pt x="0" y="7"/>
                  </a:cubicBezTo>
                  <a:lnTo>
                    <a:pt x="60" y="7"/>
                  </a:lnTo>
                  <a:cubicBezTo>
                    <a:pt x="60" y="3"/>
                    <a:pt x="51" y="1"/>
                    <a:pt x="4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0"/>
            <p:cNvSpPr/>
            <p:nvPr/>
          </p:nvSpPr>
          <p:spPr>
            <a:xfrm>
              <a:off x="2525525" y="3699700"/>
              <a:ext cx="875" cy="450"/>
            </a:xfrm>
            <a:custGeom>
              <a:rect b="b" l="l" r="r" t="t"/>
              <a:pathLst>
                <a:path extrusionOk="0" h="18" w="35">
                  <a:moveTo>
                    <a:pt x="1" y="1"/>
                  </a:moveTo>
                  <a:lnTo>
                    <a:pt x="1" y="1"/>
                  </a:lnTo>
                  <a:cubicBezTo>
                    <a:pt x="9" y="9"/>
                    <a:pt x="18" y="18"/>
                    <a:pt x="35" y="18"/>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0"/>
            <p:cNvSpPr/>
            <p:nvPr/>
          </p:nvSpPr>
          <p:spPr>
            <a:xfrm>
              <a:off x="2512200" y="3708600"/>
              <a:ext cx="250" cy="225"/>
            </a:xfrm>
            <a:custGeom>
              <a:rect b="b" l="l" r="r" t="t"/>
              <a:pathLst>
                <a:path extrusionOk="0" h="9" w="10">
                  <a:moveTo>
                    <a:pt x="9" y="0"/>
                  </a:moveTo>
                  <a:cubicBezTo>
                    <a:pt x="9" y="0"/>
                    <a:pt x="9" y="0"/>
                    <a:pt x="1"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0"/>
            <p:cNvSpPr/>
            <p:nvPr/>
          </p:nvSpPr>
          <p:spPr>
            <a:xfrm>
              <a:off x="2507975" y="3708650"/>
              <a:ext cx="4250" cy="400"/>
            </a:xfrm>
            <a:custGeom>
              <a:rect b="b" l="l" r="r" t="t"/>
              <a:pathLst>
                <a:path extrusionOk="0" h="16" w="170">
                  <a:moveTo>
                    <a:pt x="80" y="1"/>
                  </a:moveTo>
                  <a:cubicBezTo>
                    <a:pt x="68" y="1"/>
                    <a:pt x="58" y="2"/>
                    <a:pt x="51" y="7"/>
                  </a:cubicBezTo>
                  <a:lnTo>
                    <a:pt x="1" y="15"/>
                  </a:lnTo>
                  <a:cubicBezTo>
                    <a:pt x="55" y="15"/>
                    <a:pt x="110" y="15"/>
                    <a:pt x="158" y="9"/>
                  </a:cubicBezTo>
                  <a:lnTo>
                    <a:pt x="158" y="9"/>
                  </a:lnTo>
                  <a:cubicBezTo>
                    <a:pt x="158" y="9"/>
                    <a:pt x="158" y="9"/>
                    <a:pt x="159" y="9"/>
                  </a:cubicBezTo>
                  <a:cubicBezTo>
                    <a:pt x="163" y="9"/>
                    <a:pt x="167" y="8"/>
                    <a:pt x="170" y="7"/>
                  </a:cubicBezTo>
                  <a:lnTo>
                    <a:pt x="170" y="7"/>
                  </a:lnTo>
                  <a:cubicBezTo>
                    <a:pt x="166" y="7"/>
                    <a:pt x="162" y="8"/>
                    <a:pt x="158" y="9"/>
                  </a:cubicBezTo>
                  <a:lnTo>
                    <a:pt x="158" y="9"/>
                  </a:lnTo>
                  <a:cubicBezTo>
                    <a:pt x="139" y="8"/>
                    <a:pt x="106" y="1"/>
                    <a:pt x="8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grpSp>
        <p:nvGrpSpPr>
          <p:cNvPr id="4160" name="Google Shape;4160;p51"/>
          <p:cNvGrpSpPr/>
          <p:nvPr/>
        </p:nvGrpSpPr>
        <p:grpSpPr>
          <a:xfrm>
            <a:off x="717633" y="1873852"/>
            <a:ext cx="1717190" cy="2479228"/>
            <a:chOff x="7430563" y="1730963"/>
            <a:chExt cx="1372325" cy="2479228"/>
          </a:xfrm>
        </p:grpSpPr>
        <p:sp>
          <p:nvSpPr>
            <p:cNvPr id="4161" name="Google Shape;4161;p51"/>
            <p:cNvSpPr/>
            <p:nvPr/>
          </p:nvSpPr>
          <p:spPr>
            <a:xfrm rot="-5400000">
              <a:off x="6496050" y="2665475"/>
              <a:ext cx="2419525" cy="550500"/>
            </a:xfrm>
            <a:custGeom>
              <a:rect b="b" l="l" r="r" t="t"/>
              <a:pathLst>
                <a:path extrusionOk="0" h="22020" w="96781">
                  <a:moveTo>
                    <a:pt x="92586" y="9703"/>
                  </a:moveTo>
                  <a:cubicBezTo>
                    <a:pt x="92677" y="9825"/>
                    <a:pt x="92860" y="10098"/>
                    <a:pt x="92890" y="10189"/>
                  </a:cubicBezTo>
                  <a:cubicBezTo>
                    <a:pt x="92935" y="10234"/>
                    <a:pt x="92914" y="10262"/>
                    <a:pt x="92864" y="10262"/>
                  </a:cubicBezTo>
                  <a:cubicBezTo>
                    <a:pt x="92846" y="10262"/>
                    <a:pt x="92823" y="10258"/>
                    <a:pt x="92799" y="10250"/>
                  </a:cubicBezTo>
                  <a:cubicBezTo>
                    <a:pt x="92723" y="10225"/>
                    <a:pt x="92454" y="10071"/>
                    <a:pt x="92315" y="10004"/>
                  </a:cubicBezTo>
                  <a:lnTo>
                    <a:pt x="92315" y="10004"/>
                  </a:lnTo>
                  <a:lnTo>
                    <a:pt x="92434" y="9885"/>
                  </a:lnTo>
                  <a:lnTo>
                    <a:pt x="92586" y="9703"/>
                  </a:lnTo>
                  <a:close/>
                  <a:moveTo>
                    <a:pt x="94480" y="10270"/>
                  </a:moveTo>
                  <a:cubicBezTo>
                    <a:pt x="94584" y="10326"/>
                    <a:pt x="94719" y="10372"/>
                    <a:pt x="94775" y="10372"/>
                  </a:cubicBezTo>
                  <a:lnTo>
                    <a:pt x="94775" y="10281"/>
                  </a:lnTo>
                  <a:lnTo>
                    <a:pt x="94775" y="10271"/>
                  </a:lnTo>
                  <a:lnTo>
                    <a:pt x="94775" y="10271"/>
                  </a:lnTo>
                  <a:cubicBezTo>
                    <a:pt x="94754" y="10274"/>
                    <a:pt x="94734" y="10277"/>
                    <a:pt x="94714" y="10281"/>
                  </a:cubicBezTo>
                  <a:cubicBezTo>
                    <a:pt x="94636" y="10281"/>
                    <a:pt x="94557" y="10277"/>
                    <a:pt x="94480" y="10270"/>
                  </a:cubicBezTo>
                  <a:close/>
                  <a:moveTo>
                    <a:pt x="2716" y="13949"/>
                  </a:moveTo>
                  <a:cubicBezTo>
                    <a:pt x="2736" y="13949"/>
                    <a:pt x="2754" y="13964"/>
                    <a:pt x="2767" y="13989"/>
                  </a:cubicBezTo>
                  <a:lnTo>
                    <a:pt x="2767" y="14050"/>
                  </a:lnTo>
                  <a:cubicBezTo>
                    <a:pt x="2736" y="14141"/>
                    <a:pt x="2797" y="14232"/>
                    <a:pt x="2949" y="14232"/>
                  </a:cubicBezTo>
                  <a:cubicBezTo>
                    <a:pt x="2949" y="14293"/>
                    <a:pt x="2919" y="14323"/>
                    <a:pt x="2828" y="14323"/>
                  </a:cubicBezTo>
                  <a:cubicBezTo>
                    <a:pt x="2767" y="14323"/>
                    <a:pt x="2554" y="14141"/>
                    <a:pt x="2615" y="14050"/>
                  </a:cubicBezTo>
                  <a:cubicBezTo>
                    <a:pt x="2651" y="13978"/>
                    <a:pt x="2686" y="13949"/>
                    <a:pt x="2716" y="13949"/>
                  </a:cubicBezTo>
                  <a:close/>
                  <a:moveTo>
                    <a:pt x="1259" y="15985"/>
                  </a:moveTo>
                  <a:cubicBezTo>
                    <a:pt x="1298" y="15985"/>
                    <a:pt x="1318" y="16025"/>
                    <a:pt x="1338" y="16025"/>
                  </a:cubicBezTo>
                  <a:lnTo>
                    <a:pt x="1399" y="16056"/>
                  </a:lnTo>
                  <a:cubicBezTo>
                    <a:pt x="1460" y="16086"/>
                    <a:pt x="1521" y="16117"/>
                    <a:pt x="1521" y="16147"/>
                  </a:cubicBezTo>
                  <a:lnTo>
                    <a:pt x="1521" y="16177"/>
                  </a:lnTo>
                  <a:cubicBezTo>
                    <a:pt x="1460" y="16238"/>
                    <a:pt x="1399" y="16390"/>
                    <a:pt x="1308" y="16390"/>
                  </a:cubicBezTo>
                  <a:cubicBezTo>
                    <a:pt x="1126" y="16390"/>
                    <a:pt x="1308" y="16238"/>
                    <a:pt x="1186" y="16177"/>
                  </a:cubicBezTo>
                  <a:cubicBezTo>
                    <a:pt x="1095" y="16086"/>
                    <a:pt x="1126" y="16086"/>
                    <a:pt x="1186" y="16025"/>
                  </a:cubicBezTo>
                  <a:cubicBezTo>
                    <a:pt x="1217" y="15995"/>
                    <a:pt x="1240" y="15985"/>
                    <a:pt x="1259" y="15985"/>
                  </a:cubicBezTo>
                  <a:close/>
                  <a:moveTo>
                    <a:pt x="29837" y="20641"/>
                  </a:moveTo>
                  <a:cubicBezTo>
                    <a:pt x="29855" y="20641"/>
                    <a:pt x="29870" y="20642"/>
                    <a:pt x="29880" y="20646"/>
                  </a:cubicBezTo>
                  <a:cubicBezTo>
                    <a:pt x="29971" y="20646"/>
                    <a:pt x="30001" y="20737"/>
                    <a:pt x="29941" y="20798"/>
                  </a:cubicBezTo>
                  <a:lnTo>
                    <a:pt x="29880" y="20858"/>
                  </a:lnTo>
                  <a:cubicBezTo>
                    <a:pt x="29849" y="20889"/>
                    <a:pt x="29789" y="20889"/>
                    <a:pt x="29789" y="20889"/>
                  </a:cubicBezTo>
                  <a:lnTo>
                    <a:pt x="29667" y="20767"/>
                  </a:lnTo>
                  <a:cubicBezTo>
                    <a:pt x="29576" y="20798"/>
                    <a:pt x="29492" y="20813"/>
                    <a:pt x="29409" y="20813"/>
                  </a:cubicBezTo>
                  <a:cubicBezTo>
                    <a:pt x="29325" y="20813"/>
                    <a:pt x="29242" y="20798"/>
                    <a:pt x="29150" y="20767"/>
                  </a:cubicBezTo>
                  <a:cubicBezTo>
                    <a:pt x="29120" y="20737"/>
                    <a:pt x="29090" y="20676"/>
                    <a:pt x="29090" y="20676"/>
                  </a:cubicBezTo>
                  <a:cubicBezTo>
                    <a:pt x="29107" y="20667"/>
                    <a:pt x="29125" y="20663"/>
                    <a:pt x="29143" y="20663"/>
                  </a:cubicBezTo>
                  <a:cubicBezTo>
                    <a:pt x="29186" y="20663"/>
                    <a:pt x="29229" y="20685"/>
                    <a:pt x="29272" y="20706"/>
                  </a:cubicBezTo>
                  <a:lnTo>
                    <a:pt x="29302" y="20706"/>
                  </a:lnTo>
                  <a:cubicBezTo>
                    <a:pt x="29309" y="20710"/>
                    <a:pt x="29321" y="20711"/>
                    <a:pt x="29336" y="20711"/>
                  </a:cubicBezTo>
                  <a:cubicBezTo>
                    <a:pt x="29440" y="20711"/>
                    <a:pt x="29715" y="20641"/>
                    <a:pt x="29837" y="20641"/>
                  </a:cubicBezTo>
                  <a:close/>
                  <a:moveTo>
                    <a:pt x="25655" y="20767"/>
                  </a:moveTo>
                  <a:lnTo>
                    <a:pt x="25837" y="20919"/>
                  </a:lnTo>
                  <a:lnTo>
                    <a:pt x="25868" y="20919"/>
                  </a:lnTo>
                  <a:cubicBezTo>
                    <a:pt x="25891" y="20907"/>
                    <a:pt x="25912" y="20903"/>
                    <a:pt x="25931" y="20903"/>
                  </a:cubicBezTo>
                  <a:cubicBezTo>
                    <a:pt x="26010" y="20903"/>
                    <a:pt x="26050" y="20991"/>
                    <a:pt x="26050" y="21041"/>
                  </a:cubicBezTo>
                  <a:cubicBezTo>
                    <a:pt x="26050" y="21060"/>
                    <a:pt x="26032" y="21067"/>
                    <a:pt x="26006" y="21067"/>
                  </a:cubicBezTo>
                  <a:cubicBezTo>
                    <a:pt x="25949" y="21067"/>
                    <a:pt x="25849" y="21031"/>
                    <a:pt x="25807" y="21010"/>
                  </a:cubicBezTo>
                  <a:cubicBezTo>
                    <a:pt x="25685" y="20949"/>
                    <a:pt x="25564" y="20889"/>
                    <a:pt x="25442" y="20858"/>
                  </a:cubicBezTo>
                  <a:cubicBezTo>
                    <a:pt x="25351" y="20858"/>
                    <a:pt x="25442" y="20798"/>
                    <a:pt x="25655" y="20767"/>
                  </a:cubicBezTo>
                  <a:close/>
                  <a:moveTo>
                    <a:pt x="26719" y="20767"/>
                  </a:moveTo>
                  <a:cubicBezTo>
                    <a:pt x="26840" y="20798"/>
                    <a:pt x="26962" y="20798"/>
                    <a:pt x="27114" y="20798"/>
                  </a:cubicBezTo>
                  <a:cubicBezTo>
                    <a:pt x="27154" y="20798"/>
                    <a:pt x="27289" y="20770"/>
                    <a:pt x="27384" y="20770"/>
                  </a:cubicBezTo>
                  <a:cubicBezTo>
                    <a:pt x="27431" y="20770"/>
                    <a:pt x="27468" y="20777"/>
                    <a:pt x="27479" y="20798"/>
                  </a:cubicBezTo>
                  <a:cubicBezTo>
                    <a:pt x="27539" y="20858"/>
                    <a:pt x="27235" y="20889"/>
                    <a:pt x="27144" y="20889"/>
                  </a:cubicBezTo>
                  <a:cubicBezTo>
                    <a:pt x="26992" y="20889"/>
                    <a:pt x="26840" y="20919"/>
                    <a:pt x="26719" y="20949"/>
                  </a:cubicBezTo>
                  <a:cubicBezTo>
                    <a:pt x="26672" y="20973"/>
                    <a:pt x="26515" y="21069"/>
                    <a:pt x="26433" y="21069"/>
                  </a:cubicBezTo>
                  <a:cubicBezTo>
                    <a:pt x="26409" y="21069"/>
                    <a:pt x="26391" y="21061"/>
                    <a:pt x="26384" y="21041"/>
                  </a:cubicBezTo>
                  <a:cubicBezTo>
                    <a:pt x="26324" y="20980"/>
                    <a:pt x="26384" y="20919"/>
                    <a:pt x="26506" y="20858"/>
                  </a:cubicBezTo>
                  <a:lnTo>
                    <a:pt x="26628" y="20798"/>
                  </a:lnTo>
                  <a:lnTo>
                    <a:pt x="26719" y="20767"/>
                  </a:lnTo>
                  <a:close/>
                  <a:moveTo>
                    <a:pt x="65615" y="20786"/>
                  </a:moveTo>
                  <a:cubicBezTo>
                    <a:pt x="65633" y="20786"/>
                    <a:pt x="65648" y="20790"/>
                    <a:pt x="65656" y="20798"/>
                  </a:cubicBezTo>
                  <a:cubicBezTo>
                    <a:pt x="65716" y="20858"/>
                    <a:pt x="65777" y="20949"/>
                    <a:pt x="65868" y="21010"/>
                  </a:cubicBezTo>
                  <a:cubicBezTo>
                    <a:pt x="65899" y="21041"/>
                    <a:pt x="65899" y="21101"/>
                    <a:pt x="65838" y="21101"/>
                  </a:cubicBezTo>
                  <a:lnTo>
                    <a:pt x="65838" y="21132"/>
                  </a:lnTo>
                  <a:cubicBezTo>
                    <a:pt x="65833" y="21135"/>
                    <a:pt x="65826" y="21136"/>
                    <a:pt x="65818" y="21136"/>
                  </a:cubicBezTo>
                  <a:cubicBezTo>
                    <a:pt x="65736" y="21136"/>
                    <a:pt x="65531" y="21000"/>
                    <a:pt x="65504" y="20889"/>
                  </a:cubicBezTo>
                  <a:cubicBezTo>
                    <a:pt x="65481" y="20820"/>
                    <a:pt x="65561" y="20786"/>
                    <a:pt x="65615" y="20786"/>
                  </a:cubicBezTo>
                  <a:close/>
                  <a:moveTo>
                    <a:pt x="48591" y="20907"/>
                  </a:moveTo>
                  <a:cubicBezTo>
                    <a:pt x="48616" y="20907"/>
                    <a:pt x="48640" y="20911"/>
                    <a:pt x="48664" y="20919"/>
                  </a:cubicBezTo>
                  <a:cubicBezTo>
                    <a:pt x="48816" y="20919"/>
                    <a:pt x="48847" y="21101"/>
                    <a:pt x="48756" y="21132"/>
                  </a:cubicBezTo>
                  <a:cubicBezTo>
                    <a:pt x="48677" y="21158"/>
                    <a:pt x="48531" y="21229"/>
                    <a:pt x="48453" y="21229"/>
                  </a:cubicBezTo>
                  <a:cubicBezTo>
                    <a:pt x="48441" y="21229"/>
                    <a:pt x="48430" y="21227"/>
                    <a:pt x="48421" y="21223"/>
                  </a:cubicBezTo>
                  <a:cubicBezTo>
                    <a:pt x="48391" y="21162"/>
                    <a:pt x="48391" y="21101"/>
                    <a:pt x="48421" y="21041"/>
                  </a:cubicBezTo>
                  <a:lnTo>
                    <a:pt x="48391" y="20980"/>
                  </a:lnTo>
                  <a:cubicBezTo>
                    <a:pt x="48458" y="20935"/>
                    <a:pt x="48524" y="20907"/>
                    <a:pt x="48591" y="20907"/>
                  </a:cubicBezTo>
                  <a:close/>
                  <a:moveTo>
                    <a:pt x="35017" y="21132"/>
                  </a:moveTo>
                  <a:lnTo>
                    <a:pt x="35017" y="21162"/>
                  </a:lnTo>
                  <a:cubicBezTo>
                    <a:pt x="35108" y="21193"/>
                    <a:pt x="35169" y="21253"/>
                    <a:pt x="35230" y="21345"/>
                  </a:cubicBezTo>
                  <a:lnTo>
                    <a:pt x="35321" y="21375"/>
                  </a:lnTo>
                  <a:lnTo>
                    <a:pt x="35412" y="21405"/>
                  </a:lnTo>
                  <a:cubicBezTo>
                    <a:pt x="35533" y="21405"/>
                    <a:pt x="35655" y="21436"/>
                    <a:pt x="35655" y="21527"/>
                  </a:cubicBezTo>
                  <a:lnTo>
                    <a:pt x="35655" y="21557"/>
                  </a:lnTo>
                  <a:lnTo>
                    <a:pt x="35625" y="21588"/>
                  </a:lnTo>
                  <a:cubicBezTo>
                    <a:pt x="35602" y="21593"/>
                    <a:pt x="35580" y="21596"/>
                    <a:pt x="35558" y="21596"/>
                  </a:cubicBezTo>
                  <a:cubicBezTo>
                    <a:pt x="35459" y="21596"/>
                    <a:pt x="35365" y="21546"/>
                    <a:pt x="35290" y="21497"/>
                  </a:cubicBezTo>
                  <a:lnTo>
                    <a:pt x="35169" y="21436"/>
                  </a:lnTo>
                  <a:lnTo>
                    <a:pt x="35047" y="21405"/>
                  </a:lnTo>
                  <a:cubicBezTo>
                    <a:pt x="34986" y="21253"/>
                    <a:pt x="34956" y="21132"/>
                    <a:pt x="35017" y="21132"/>
                  </a:cubicBezTo>
                  <a:close/>
                  <a:moveTo>
                    <a:pt x="28938" y="20737"/>
                  </a:moveTo>
                  <a:cubicBezTo>
                    <a:pt x="29029" y="20798"/>
                    <a:pt x="29120" y="20858"/>
                    <a:pt x="29181" y="20919"/>
                  </a:cubicBezTo>
                  <a:lnTo>
                    <a:pt x="29029" y="21041"/>
                  </a:lnTo>
                  <a:cubicBezTo>
                    <a:pt x="28968" y="21071"/>
                    <a:pt x="28968" y="21193"/>
                    <a:pt x="28907" y="21284"/>
                  </a:cubicBezTo>
                  <a:lnTo>
                    <a:pt x="28877" y="21314"/>
                  </a:lnTo>
                  <a:cubicBezTo>
                    <a:pt x="28786" y="21314"/>
                    <a:pt x="28694" y="21405"/>
                    <a:pt x="28664" y="21497"/>
                  </a:cubicBezTo>
                  <a:lnTo>
                    <a:pt x="28603" y="21588"/>
                  </a:lnTo>
                  <a:cubicBezTo>
                    <a:pt x="28603" y="21649"/>
                    <a:pt x="28512" y="21649"/>
                    <a:pt x="28482" y="21649"/>
                  </a:cubicBezTo>
                  <a:lnTo>
                    <a:pt x="28390" y="21649"/>
                  </a:lnTo>
                  <a:cubicBezTo>
                    <a:pt x="28299" y="21618"/>
                    <a:pt x="28208" y="21588"/>
                    <a:pt x="28147" y="21527"/>
                  </a:cubicBezTo>
                  <a:lnTo>
                    <a:pt x="28080" y="21527"/>
                  </a:lnTo>
                  <a:lnTo>
                    <a:pt x="28178" y="21405"/>
                  </a:lnTo>
                  <a:cubicBezTo>
                    <a:pt x="28238" y="21451"/>
                    <a:pt x="28284" y="21474"/>
                    <a:pt x="28326" y="21474"/>
                  </a:cubicBezTo>
                  <a:cubicBezTo>
                    <a:pt x="28368" y="21474"/>
                    <a:pt x="28406" y="21451"/>
                    <a:pt x="28451" y="21405"/>
                  </a:cubicBezTo>
                  <a:lnTo>
                    <a:pt x="28512" y="21314"/>
                  </a:lnTo>
                  <a:cubicBezTo>
                    <a:pt x="28634" y="21314"/>
                    <a:pt x="28725" y="21010"/>
                    <a:pt x="28725" y="20919"/>
                  </a:cubicBezTo>
                  <a:cubicBezTo>
                    <a:pt x="28725" y="20798"/>
                    <a:pt x="28877" y="20737"/>
                    <a:pt x="28938" y="20737"/>
                  </a:cubicBezTo>
                  <a:close/>
                  <a:moveTo>
                    <a:pt x="31919" y="21249"/>
                  </a:moveTo>
                  <a:cubicBezTo>
                    <a:pt x="31923" y="21249"/>
                    <a:pt x="31930" y="21279"/>
                    <a:pt x="31947" y="21345"/>
                  </a:cubicBezTo>
                  <a:cubicBezTo>
                    <a:pt x="31977" y="21436"/>
                    <a:pt x="32068" y="21618"/>
                    <a:pt x="31977" y="21649"/>
                  </a:cubicBezTo>
                  <a:cubicBezTo>
                    <a:pt x="31886" y="21649"/>
                    <a:pt x="31916" y="21405"/>
                    <a:pt x="31916" y="21314"/>
                  </a:cubicBezTo>
                  <a:cubicBezTo>
                    <a:pt x="31916" y="21272"/>
                    <a:pt x="31916" y="21249"/>
                    <a:pt x="31919" y="21249"/>
                  </a:cubicBezTo>
                  <a:close/>
                  <a:moveTo>
                    <a:pt x="84859" y="1"/>
                  </a:moveTo>
                  <a:cubicBezTo>
                    <a:pt x="84848" y="1"/>
                    <a:pt x="84840" y="3"/>
                    <a:pt x="84835" y="7"/>
                  </a:cubicBezTo>
                  <a:cubicBezTo>
                    <a:pt x="84805" y="37"/>
                    <a:pt x="84744" y="37"/>
                    <a:pt x="84714" y="37"/>
                  </a:cubicBezTo>
                  <a:cubicBezTo>
                    <a:pt x="84623" y="98"/>
                    <a:pt x="84562" y="129"/>
                    <a:pt x="84501" y="189"/>
                  </a:cubicBezTo>
                  <a:lnTo>
                    <a:pt x="84319" y="129"/>
                  </a:lnTo>
                  <a:lnTo>
                    <a:pt x="84167" y="98"/>
                  </a:lnTo>
                  <a:cubicBezTo>
                    <a:pt x="84026" y="182"/>
                    <a:pt x="83808" y="345"/>
                    <a:pt x="83727" y="345"/>
                  </a:cubicBezTo>
                  <a:cubicBezTo>
                    <a:pt x="83721" y="345"/>
                    <a:pt x="83715" y="344"/>
                    <a:pt x="83711" y="341"/>
                  </a:cubicBezTo>
                  <a:cubicBezTo>
                    <a:pt x="83589" y="280"/>
                    <a:pt x="83467" y="280"/>
                    <a:pt x="83346" y="280"/>
                  </a:cubicBezTo>
                  <a:lnTo>
                    <a:pt x="83224" y="220"/>
                  </a:lnTo>
                  <a:lnTo>
                    <a:pt x="83194" y="220"/>
                  </a:lnTo>
                  <a:cubicBezTo>
                    <a:pt x="83185" y="224"/>
                    <a:pt x="83171" y="226"/>
                    <a:pt x="83153" y="226"/>
                  </a:cubicBezTo>
                  <a:cubicBezTo>
                    <a:pt x="83042" y="226"/>
                    <a:pt x="82781" y="159"/>
                    <a:pt x="82677" y="159"/>
                  </a:cubicBezTo>
                  <a:cubicBezTo>
                    <a:pt x="82586" y="189"/>
                    <a:pt x="82495" y="189"/>
                    <a:pt x="82404" y="220"/>
                  </a:cubicBezTo>
                  <a:cubicBezTo>
                    <a:pt x="82404" y="250"/>
                    <a:pt x="82434" y="341"/>
                    <a:pt x="82464" y="402"/>
                  </a:cubicBezTo>
                  <a:cubicBezTo>
                    <a:pt x="82464" y="415"/>
                    <a:pt x="82444" y="422"/>
                    <a:pt x="82406" y="422"/>
                  </a:cubicBezTo>
                  <a:cubicBezTo>
                    <a:pt x="82353" y="422"/>
                    <a:pt x="82267" y="407"/>
                    <a:pt x="82160" y="372"/>
                  </a:cubicBezTo>
                  <a:lnTo>
                    <a:pt x="82130" y="372"/>
                  </a:lnTo>
                  <a:lnTo>
                    <a:pt x="82008" y="524"/>
                  </a:lnTo>
                  <a:cubicBezTo>
                    <a:pt x="81826" y="493"/>
                    <a:pt x="81644" y="493"/>
                    <a:pt x="81613" y="493"/>
                  </a:cubicBezTo>
                  <a:cubicBezTo>
                    <a:pt x="81553" y="463"/>
                    <a:pt x="81492" y="432"/>
                    <a:pt x="81431" y="372"/>
                  </a:cubicBezTo>
                  <a:lnTo>
                    <a:pt x="81340" y="372"/>
                  </a:lnTo>
                  <a:cubicBezTo>
                    <a:pt x="81238" y="372"/>
                    <a:pt x="81124" y="345"/>
                    <a:pt x="81040" y="345"/>
                  </a:cubicBezTo>
                  <a:cubicBezTo>
                    <a:pt x="80999" y="345"/>
                    <a:pt x="80965" y="351"/>
                    <a:pt x="80945" y="372"/>
                  </a:cubicBezTo>
                  <a:lnTo>
                    <a:pt x="80793" y="524"/>
                  </a:lnTo>
                  <a:cubicBezTo>
                    <a:pt x="80746" y="500"/>
                    <a:pt x="80713" y="491"/>
                    <a:pt x="80693" y="491"/>
                  </a:cubicBezTo>
                  <a:cubicBezTo>
                    <a:pt x="80661" y="491"/>
                    <a:pt x="80664" y="516"/>
                    <a:pt x="80701" y="554"/>
                  </a:cubicBezTo>
                  <a:cubicBezTo>
                    <a:pt x="80707" y="560"/>
                    <a:pt x="80702" y="562"/>
                    <a:pt x="80689" y="562"/>
                  </a:cubicBezTo>
                  <a:cubicBezTo>
                    <a:pt x="80635" y="562"/>
                    <a:pt x="80447" y="518"/>
                    <a:pt x="80398" y="493"/>
                  </a:cubicBezTo>
                  <a:lnTo>
                    <a:pt x="80276" y="402"/>
                  </a:lnTo>
                  <a:cubicBezTo>
                    <a:pt x="80276" y="402"/>
                    <a:pt x="80142" y="469"/>
                    <a:pt x="80046" y="469"/>
                  </a:cubicBezTo>
                  <a:cubicBezTo>
                    <a:pt x="80030" y="469"/>
                    <a:pt x="80015" y="467"/>
                    <a:pt x="80002" y="463"/>
                  </a:cubicBezTo>
                  <a:cubicBezTo>
                    <a:pt x="79942" y="463"/>
                    <a:pt x="79698" y="432"/>
                    <a:pt x="79638" y="432"/>
                  </a:cubicBezTo>
                  <a:cubicBezTo>
                    <a:pt x="79620" y="415"/>
                    <a:pt x="79532" y="397"/>
                    <a:pt x="79460" y="397"/>
                  </a:cubicBezTo>
                  <a:cubicBezTo>
                    <a:pt x="79407" y="397"/>
                    <a:pt x="79364" y="407"/>
                    <a:pt x="79364" y="432"/>
                  </a:cubicBezTo>
                  <a:cubicBezTo>
                    <a:pt x="79334" y="493"/>
                    <a:pt x="79182" y="554"/>
                    <a:pt x="78999" y="554"/>
                  </a:cubicBezTo>
                  <a:lnTo>
                    <a:pt x="78908" y="493"/>
                  </a:lnTo>
                  <a:lnTo>
                    <a:pt x="78726" y="372"/>
                  </a:lnTo>
                  <a:cubicBezTo>
                    <a:pt x="78574" y="402"/>
                    <a:pt x="78422" y="432"/>
                    <a:pt x="78270" y="432"/>
                  </a:cubicBezTo>
                  <a:lnTo>
                    <a:pt x="78239" y="463"/>
                  </a:lnTo>
                  <a:lnTo>
                    <a:pt x="78148" y="493"/>
                  </a:lnTo>
                  <a:cubicBezTo>
                    <a:pt x="78027" y="524"/>
                    <a:pt x="77935" y="524"/>
                    <a:pt x="77814" y="584"/>
                  </a:cubicBezTo>
                  <a:lnTo>
                    <a:pt x="77692" y="554"/>
                  </a:lnTo>
                  <a:lnTo>
                    <a:pt x="77571" y="524"/>
                  </a:lnTo>
                  <a:cubicBezTo>
                    <a:pt x="77419" y="524"/>
                    <a:pt x="77297" y="493"/>
                    <a:pt x="77176" y="432"/>
                  </a:cubicBezTo>
                  <a:cubicBezTo>
                    <a:pt x="77161" y="418"/>
                    <a:pt x="77139" y="412"/>
                    <a:pt x="77114" y="412"/>
                  </a:cubicBezTo>
                  <a:cubicBezTo>
                    <a:pt x="77034" y="412"/>
                    <a:pt x="76918" y="470"/>
                    <a:pt x="76872" y="493"/>
                  </a:cubicBezTo>
                  <a:cubicBezTo>
                    <a:pt x="76854" y="511"/>
                    <a:pt x="76833" y="518"/>
                    <a:pt x="76813" y="518"/>
                  </a:cubicBezTo>
                  <a:cubicBezTo>
                    <a:pt x="76763" y="518"/>
                    <a:pt x="76711" y="475"/>
                    <a:pt x="76689" y="432"/>
                  </a:cubicBezTo>
                  <a:cubicBezTo>
                    <a:pt x="76673" y="424"/>
                    <a:pt x="76654" y="421"/>
                    <a:pt x="76634" y="421"/>
                  </a:cubicBezTo>
                  <a:cubicBezTo>
                    <a:pt x="76577" y="421"/>
                    <a:pt x="76505" y="449"/>
                    <a:pt x="76416" y="493"/>
                  </a:cubicBezTo>
                  <a:lnTo>
                    <a:pt x="76264" y="493"/>
                  </a:lnTo>
                  <a:cubicBezTo>
                    <a:pt x="76112" y="493"/>
                    <a:pt x="75960" y="493"/>
                    <a:pt x="75808" y="524"/>
                  </a:cubicBezTo>
                  <a:lnTo>
                    <a:pt x="75686" y="554"/>
                  </a:lnTo>
                  <a:lnTo>
                    <a:pt x="75656" y="554"/>
                  </a:lnTo>
                  <a:cubicBezTo>
                    <a:pt x="75565" y="524"/>
                    <a:pt x="75473" y="524"/>
                    <a:pt x="75382" y="493"/>
                  </a:cubicBezTo>
                  <a:cubicBezTo>
                    <a:pt x="75356" y="502"/>
                    <a:pt x="75326" y="506"/>
                    <a:pt x="75296" y="506"/>
                  </a:cubicBezTo>
                  <a:cubicBezTo>
                    <a:pt x="75222" y="506"/>
                    <a:pt x="75143" y="484"/>
                    <a:pt x="75078" y="463"/>
                  </a:cubicBezTo>
                  <a:lnTo>
                    <a:pt x="75017" y="524"/>
                  </a:lnTo>
                  <a:cubicBezTo>
                    <a:pt x="74957" y="550"/>
                    <a:pt x="74907" y="561"/>
                    <a:pt x="74862" y="561"/>
                  </a:cubicBezTo>
                  <a:cubicBezTo>
                    <a:pt x="74751" y="561"/>
                    <a:pt x="74679" y="489"/>
                    <a:pt x="74592" y="402"/>
                  </a:cubicBezTo>
                  <a:cubicBezTo>
                    <a:pt x="74562" y="402"/>
                    <a:pt x="74501" y="524"/>
                    <a:pt x="74501" y="584"/>
                  </a:cubicBezTo>
                  <a:cubicBezTo>
                    <a:pt x="74501" y="600"/>
                    <a:pt x="74488" y="606"/>
                    <a:pt x="74468" y="606"/>
                  </a:cubicBezTo>
                  <a:cubicBezTo>
                    <a:pt x="74423" y="606"/>
                    <a:pt x="74340" y="578"/>
                    <a:pt x="74274" y="578"/>
                  </a:cubicBezTo>
                  <a:cubicBezTo>
                    <a:pt x="74257" y="578"/>
                    <a:pt x="74241" y="580"/>
                    <a:pt x="74227" y="584"/>
                  </a:cubicBezTo>
                  <a:cubicBezTo>
                    <a:pt x="74166" y="584"/>
                    <a:pt x="73893" y="676"/>
                    <a:pt x="73802" y="676"/>
                  </a:cubicBezTo>
                  <a:cubicBezTo>
                    <a:pt x="73761" y="684"/>
                    <a:pt x="73722" y="688"/>
                    <a:pt x="73685" y="688"/>
                  </a:cubicBezTo>
                  <a:cubicBezTo>
                    <a:pt x="73582" y="688"/>
                    <a:pt x="73487" y="659"/>
                    <a:pt x="73376" y="615"/>
                  </a:cubicBezTo>
                  <a:lnTo>
                    <a:pt x="73163" y="615"/>
                  </a:lnTo>
                  <a:cubicBezTo>
                    <a:pt x="73072" y="645"/>
                    <a:pt x="72981" y="706"/>
                    <a:pt x="72951" y="797"/>
                  </a:cubicBezTo>
                  <a:cubicBezTo>
                    <a:pt x="72951" y="800"/>
                    <a:pt x="72949" y="801"/>
                    <a:pt x="72947" y="801"/>
                  </a:cubicBezTo>
                  <a:cubicBezTo>
                    <a:pt x="72924" y="801"/>
                    <a:pt x="72796" y="676"/>
                    <a:pt x="72768" y="676"/>
                  </a:cubicBezTo>
                  <a:cubicBezTo>
                    <a:pt x="72586" y="736"/>
                    <a:pt x="72434" y="736"/>
                    <a:pt x="72251" y="736"/>
                  </a:cubicBezTo>
                  <a:cubicBezTo>
                    <a:pt x="72130" y="706"/>
                    <a:pt x="72008" y="706"/>
                    <a:pt x="71887" y="676"/>
                  </a:cubicBezTo>
                  <a:cubicBezTo>
                    <a:pt x="71826" y="706"/>
                    <a:pt x="71765" y="736"/>
                    <a:pt x="71704" y="736"/>
                  </a:cubicBezTo>
                  <a:cubicBezTo>
                    <a:pt x="71613" y="736"/>
                    <a:pt x="71522" y="706"/>
                    <a:pt x="71461" y="676"/>
                  </a:cubicBezTo>
                  <a:lnTo>
                    <a:pt x="71340" y="736"/>
                  </a:lnTo>
                  <a:lnTo>
                    <a:pt x="71248" y="797"/>
                  </a:lnTo>
                  <a:cubicBezTo>
                    <a:pt x="71096" y="828"/>
                    <a:pt x="70884" y="828"/>
                    <a:pt x="70792" y="828"/>
                  </a:cubicBezTo>
                  <a:lnTo>
                    <a:pt x="70701" y="828"/>
                  </a:lnTo>
                  <a:cubicBezTo>
                    <a:pt x="70689" y="792"/>
                    <a:pt x="70673" y="779"/>
                    <a:pt x="70655" y="779"/>
                  </a:cubicBezTo>
                  <a:cubicBezTo>
                    <a:pt x="70628" y="779"/>
                    <a:pt x="70598" y="809"/>
                    <a:pt x="70580" y="828"/>
                  </a:cubicBezTo>
                  <a:cubicBezTo>
                    <a:pt x="70580" y="831"/>
                    <a:pt x="70578" y="832"/>
                    <a:pt x="70575" y="832"/>
                  </a:cubicBezTo>
                  <a:cubicBezTo>
                    <a:pt x="70553" y="832"/>
                    <a:pt x="70451" y="736"/>
                    <a:pt x="70397" y="736"/>
                  </a:cubicBezTo>
                  <a:lnTo>
                    <a:pt x="69789" y="736"/>
                  </a:lnTo>
                  <a:cubicBezTo>
                    <a:pt x="69765" y="730"/>
                    <a:pt x="69736" y="728"/>
                    <a:pt x="69704" y="728"/>
                  </a:cubicBezTo>
                  <a:cubicBezTo>
                    <a:pt x="69578" y="728"/>
                    <a:pt x="69413" y="767"/>
                    <a:pt x="69364" y="767"/>
                  </a:cubicBezTo>
                  <a:cubicBezTo>
                    <a:pt x="69242" y="797"/>
                    <a:pt x="69090" y="797"/>
                    <a:pt x="68969" y="828"/>
                  </a:cubicBezTo>
                  <a:cubicBezTo>
                    <a:pt x="68908" y="843"/>
                    <a:pt x="68847" y="850"/>
                    <a:pt x="68783" y="850"/>
                  </a:cubicBezTo>
                  <a:cubicBezTo>
                    <a:pt x="68718" y="850"/>
                    <a:pt x="68650" y="843"/>
                    <a:pt x="68574" y="828"/>
                  </a:cubicBezTo>
                  <a:cubicBezTo>
                    <a:pt x="68532" y="807"/>
                    <a:pt x="68374" y="771"/>
                    <a:pt x="68280" y="771"/>
                  </a:cubicBezTo>
                  <a:cubicBezTo>
                    <a:pt x="68238" y="771"/>
                    <a:pt x="68209" y="778"/>
                    <a:pt x="68209" y="797"/>
                  </a:cubicBezTo>
                  <a:cubicBezTo>
                    <a:pt x="68178" y="888"/>
                    <a:pt x="68178" y="919"/>
                    <a:pt x="68148" y="919"/>
                  </a:cubicBezTo>
                  <a:lnTo>
                    <a:pt x="68118" y="919"/>
                  </a:lnTo>
                  <a:lnTo>
                    <a:pt x="67874" y="736"/>
                  </a:lnTo>
                  <a:cubicBezTo>
                    <a:pt x="67753" y="828"/>
                    <a:pt x="67601" y="888"/>
                    <a:pt x="67419" y="919"/>
                  </a:cubicBezTo>
                  <a:cubicBezTo>
                    <a:pt x="67419" y="838"/>
                    <a:pt x="67392" y="797"/>
                    <a:pt x="67328" y="797"/>
                  </a:cubicBezTo>
                  <a:cubicBezTo>
                    <a:pt x="67297" y="797"/>
                    <a:pt x="67256" y="807"/>
                    <a:pt x="67206" y="828"/>
                  </a:cubicBezTo>
                  <a:lnTo>
                    <a:pt x="67145" y="858"/>
                  </a:lnTo>
                  <a:cubicBezTo>
                    <a:pt x="67095" y="845"/>
                    <a:pt x="67044" y="838"/>
                    <a:pt x="66996" y="838"/>
                  </a:cubicBezTo>
                  <a:cubicBezTo>
                    <a:pt x="66928" y="838"/>
                    <a:pt x="66864" y="853"/>
                    <a:pt x="66811" y="888"/>
                  </a:cubicBezTo>
                  <a:lnTo>
                    <a:pt x="66689" y="888"/>
                  </a:lnTo>
                  <a:cubicBezTo>
                    <a:pt x="66537" y="888"/>
                    <a:pt x="66385" y="919"/>
                    <a:pt x="66203" y="919"/>
                  </a:cubicBezTo>
                  <a:lnTo>
                    <a:pt x="66051" y="919"/>
                  </a:lnTo>
                  <a:cubicBezTo>
                    <a:pt x="65868" y="919"/>
                    <a:pt x="65473" y="1071"/>
                    <a:pt x="65382" y="1071"/>
                  </a:cubicBezTo>
                  <a:cubicBezTo>
                    <a:pt x="65200" y="1040"/>
                    <a:pt x="65017" y="1010"/>
                    <a:pt x="64835" y="949"/>
                  </a:cubicBezTo>
                  <a:cubicBezTo>
                    <a:pt x="64819" y="944"/>
                    <a:pt x="64803" y="941"/>
                    <a:pt x="64787" y="941"/>
                  </a:cubicBezTo>
                  <a:cubicBezTo>
                    <a:pt x="64713" y="941"/>
                    <a:pt x="64647" y="996"/>
                    <a:pt x="64622" y="1071"/>
                  </a:cubicBezTo>
                  <a:cubicBezTo>
                    <a:pt x="64622" y="1076"/>
                    <a:pt x="64620" y="1079"/>
                    <a:pt x="64617" y="1079"/>
                  </a:cubicBezTo>
                  <a:cubicBezTo>
                    <a:pt x="64600" y="1079"/>
                    <a:pt x="64545" y="1024"/>
                    <a:pt x="64470" y="949"/>
                  </a:cubicBezTo>
                  <a:lnTo>
                    <a:pt x="64318" y="1040"/>
                  </a:lnTo>
                  <a:lnTo>
                    <a:pt x="64227" y="1071"/>
                  </a:lnTo>
                  <a:cubicBezTo>
                    <a:pt x="64105" y="1101"/>
                    <a:pt x="63984" y="1132"/>
                    <a:pt x="63862" y="1192"/>
                  </a:cubicBezTo>
                  <a:cubicBezTo>
                    <a:pt x="63741" y="1223"/>
                    <a:pt x="63589" y="1284"/>
                    <a:pt x="63467" y="1284"/>
                  </a:cubicBezTo>
                  <a:cubicBezTo>
                    <a:pt x="63389" y="1284"/>
                    <a:pt x="63177" y="1217"/>
                    <a:pt x="63079" y="1217"/>
                  </a:cubicBezTo>
                  <a:cubicBezTo>
                    <a:pt x="63063" y="1217"/>
                    <a:pt x="63050" y="1218"/>
                    <a:pt x="63042" y="1223"/>
                  </a:cubicBezTo>
                  <a:cubicBezTo>
                    <a:pt x="62890" y="1284"/>
                    <a:pt x="62738" y="1314"/>
                    <a:pt x="62586" y="1314"/>
                  </a:cubicBezTo>
                  <a:lnTo>
                    <a:pt x="62251" y="1405"/>
                  </a:lnTo>
                  <a:lnTo>
                    <a:pt x="62160" y="1314"/>
                  </a:lnTo>
                  <a:lnTo>
                    <a:pt x="62099" y="1253"/>
                  </a:lnTo>
                  <a:cubicBezTo>
                    <a:pt x="62008" y="1314"/>
                    <a:pt x="61978" y="1405"/>
                    <a:pt x="61947" y="1496"/>
                  </a:cubicBezTo>
                  <a:lnTo>
                    <a:pt x="61887" y="1405"/>
                  </a:lnTo>
                  <a:lnTo>
                    <a:pt x="61765" y="1284"/>
                  </a:lnTo>
                  <a:cubicBezTo>
                    <a:pt x="61641" y="1333"/>
                    <a:pt x="61517" y="1383"/>
                    <a:pt x="61393" y="1383"/>
                  </a:cubicBezTo>
                  <a:cubicBezTo>
                    <a:pt x="61365" y="1383"/>
                    <a:pt x="61337" y="1380"/>
                    <a:pt x="61309" y="1375"/>
                  </a:cubicBezTo>
                  <a:lnTo>
                    <a:pt x="59424" y="1375"/>
                  </a:lnTo>
                  <a:cubicBezTo>
                    <a:pt x="59303" y="1405"/>
                    <a:pt x="59607" y="1496"/>
                    <a:pt x="59394" y="1527"/>
                  </a:cubicBezTo>
                  <a:lnTo>
                    <a:pt x="59242" y="1588"/>
                  </a:lnTo>
                  <a:cubicBezTo>
                    <a:pt x="59203" y="1529"/>
                    <a:pt x="59138" y="1495"/>
                    <a:pt x="59073" y="1495"/>
                  </a:cubicBezTo>
                  <a:cubicBezTo>
                    <a:pt x="59037" y="1495"/>
                    <a:pt x="59001" y="1505"/>
                    <a:pt x="58969" y="1527"/>
                  </a:cubicBezTo>
                  <a:cubicBezTo>
                    <a:pt x="58944" y="1551"/>
                    <a:pt x="58780" y="1596"/>
                    <a:pt x="58702" y="1596"/>
                  </a:cubicBezTo>
                  <a:cubicBezTo>
                    <a:pt x="58684" y="1596"/>
                    <a:pt x="58670" y="1593"/>
                    <a:pt x="58665" y="1588"/>
                  </a:cubicBezTo>
                  <a:cubicBezTo>
                    <a:pt x="58543" y="1496"/>
                    <a:pt x="58452" y="1466"/>
                    <a:pt x="58300" y="1436"/>
                  </a:cubicBezTo>
                  <a:cubicBezTo>
                    <a:pt x="58231" y="1436"/>
                    <a:pt x="58026" y="1487"/>
                    <a:pt x="57902" y="1487"/>
                  </a:cubicBezTo>
                  <a:cubicBezTo>
                    <a:pt x="57861" y="1487"/>
                    <a:pt x="57829" y="1481"/>
                    <a:pt x="57814" y="1466"/>
                  </a:cubicBezTo>
                  <a:cubicBezTo>
                    <a:pt x="57789" y="1458"/>
                    <a:pt x="57767" y="1454"/>
                    <a:pt x="57747" y="1454"/>
                  </a:cubicBezTo>
                  <a:cubicBezTo>
                    <a:pt x="57692" y="1454"/>
                    <a:pt x="57653" y="1482"/>
                    <a:pt x="57631" y="1527"/>
                  </a:cubicBezTo>
                  <a:cubicBezTo>
                    <a:pt x="57622" y="1546"/>
                    <a:pt x="57606" y="1553"/>
                    <a:pt x="57589" y="1553"/>
                  </a:cubicBezTo>
                  <a:cubicBezTo>
                    <a:pt x="57550" y="1553"/>
                    <a:pt x="57500" y="1517"/>
                    <a:pt x="57479" y="1496"/>
                  </a:cubicBezTo>
                  <a:cubicBezTo>
                    <a:pt x="57388" y="1466"/>
                    <a:pt x="57297" y="1436"/>
                    <a:pt x="57206" y="1405"/>
                  </a:cubicBezTo>
                  <a:lnTo>
                    <a:pt x="57206" y="1557"/>
                  </a:lnTo>
                  <a:cubicBezTo>
                    <a:pt x="57203" y="1560"/>
                    <a:pt x="57198" y="1561"/>
                    <a:pt x="57191" y="1561"/>
                  </a:cubicBezTo>
                  <a:cubicBezTo>
                    <a:pt x="57128" y="1561"/>
                    <a:pt x="56911" y="1462"/>
                    <a:pt x="56787" y="1462"/>
                  </a:cubicBezTo>
                  <a:cubicBezTo>
                    <a:pt x="56774" y="1462"/>
                    <a:pt x="56761" y="1463"/>
                    <a:pt x="56750" y="1466"/>
                  </a:cubicBezTo>
                  <a:cubicBezTo>
                    <a:pt x="56727" y="1471"/>
                    <a:pt x="56706" y="1474"/>
                    <a:pt x="56686" y="1474"/>
                  </a:cubicBezTo>
                  <a:cubicBezTo>
                    <a:pt x="56599" y="1474"/>
                    <a:pt x="56542" y="1424"/>
                    <a:pt x="56567" y="1375"/>
                  </a:cubicBezTo>
                  <a:lnTo>
                    <a:pt x="56385" y="1314"/>
                  </a:lnTo>
                  <a:cubicBezTo>
                    <a:pt x="56362" y="1407"/>
                    <a:pt x="56303" y="1446"/>
                    <a:pt x="56249" y="1446"/>
                  </a:cubicBezTo>
                  <a:cubicBezTo>
                    <a:pt x="56233" y="1446"/>
                    <a:pt x="56217" y="1443"/>
                    <a:pt x="56203" y="1436"/>
                  </a:cubicBezTo>
                  <a:cubicBezTo>
                    <a:pt x="56194" y="1427"/>
                    <a:pt x="56177" y="1423"/>
                    <a:pt x="56157" y="1423"/>
                  </a:cubicBezTo>
                  <a:cubicBezTo>
                    <a:pt x="56109" y="1423"/>
                    <a:pt x="56042" y="1444"/>
                    <a:pt x="56020" y="1466"/>
                  </a:cubicBezTo>
                  <a:cubicBezTo>
                    <a:pt x="55977" y="1487"/>
                    <a:pt x="55934" y="1509"/>
                    <a:pt x="55902" y="1509"/>
                  </a:cubicBezTo>
                  <a:cubicBezTo>
                    <a:pt x="55889" y="1509"/>
                    <a:pt x="55877" y="1505"/>
                    <a:pt x="55868" y="1496"/>
                  </a:cubicBezTo>
                  <a:cubicBezTo>
                    <a:pt x="55807" y="1466"/>
                    <a:pt x="55747" y="1405"/>
                    <a:pt x="55747" y="1344"/>
                  </a:cubicBezTo>
                  <a:lnTo>
                    <a:pt x="55625" y="1375"/>
                  </a:lnTo>
                  <a:cubicBezTo>
                    <a:pt x="55595" y="1405"/>
                    <a:pt x="55686" y="1496"/>
                    <a:pt x="55686" y="1557"/>
                  </a:cubicBezTo>
                  <a:cubicBezTo>
                    <a:pt x="55655" y="1557"/>
                    <a:pt x="55534" y="1527"/>
                    <a:pt x="55473" y="1496"/>
                  </a:cubicBezTo>
                  <a:cubicBezTo>
                    <a:pt x="55468" y="1492"/>
                    <a:pt x="55459" y="1490"/>
                    <a:pt x="55446" y="1490"/>
                  </a:cubicBezTo>
                  <a:cubicBezTo>
                    <a:pt x="55396" y="1490"/>
                    <a:pt x="55293" y="1518"/>
                    <a:pt x="55217" y="1518"/>
                  </a:cubicBezTo>
                  <a:cubicBezTo>
                    <a:pt x="55183" y="1518"/>
                    <a:pt x="55155" y="1512"/>
                    <a:pt x="55139" y="1496"/>
                  </a:cubicBezTo>
                  <a:cubicBezTo>
                    <a:pt x="55108" y="1436"/>
                    <a:pt x="55017" y="1375"/>
                    <a:pt x="54956" y="1375"/>
                  </a:cubicBezTo>
                  <a:lnTo>
                    <a:pt x="54500" y="1405"/>
                  </a:lnTo>
                  <a:lnTo>
                    <a:pt x="54288" y="1436"/>
                  </a:lnTo>
                  <a:lnTo>
                    <a:pt x="54196" y="1436"/>
                  </a:lnTo>
                  <a:cubicBezTo>
                    <a:pt x="54075" y="1436"/>
                    <a:pt x="53862" y="1405"/>
                    <a:pt x="53710" y="1375"/>
                  </a:cubicBezTo>
                  <a:lnTo>
                    <a:pt x="53589" y="1405"/>
                  </a:lnTo>
                  <a:cubicBezTo>
                    <a:pt x="53570" y="1411"/>
                    <a:pt x="53552" y="1414"/>
                    <a:pt x="53534" y="1414"/>
                  </a:cubicBezTo>
                  <a:cubicBezTo>
                    <a:pt x="53461" y="1414"/>
                    <a:pt x="53388" y="1375"/>
                    <a:pt x="53315" y="1375"/>
                  </a:cubicBezTo>
                  <a:lnTo>
                    <a:pt x="53163" y="1405"/>
                  </a:lnTo>
                  <a:cubicBezTo>
                    <a:pt x="53141" y="1401"/>
                    <a:pt x="53115" y="1399"/>
                    <a:pt x="53088" y="1399"/>
                  </a:cubicBezTo>
                  <a:cubicBezTo>
                    <a:pt x="52954" y="1399"/>
                    <a:pt x="52771" y="1442"/>
                    <a:pt x="52668" y="1442"/>
                  </a:cubicBezTo>
                  <a:cubicBezTo>
                    <a:pt x="52647" y="1442"/>
                    <a:pt x="52629" y="1440"/>
                    <a:pt x="52616" y="1436"/>
                  </a:cubicBezTo>
                  <a:cubicBezTo>
                    <a:pt x="52555" y="1405"/>
                    <a:pt x="52464" y="1405"/>
                    <a:pt x="52373" y="1375"/>
                  </a:cubicBezTo>
                  <a:cubicBezTo>
                    <a:pt x="52312" y="1375"/>
                    <a:pt x="52221" y="1405"/>
                    <a:pt x="52130" y="1436"/>
                  </a:cubicBezTo>
                  <a:lnTo>
                    <a:pt x="52069" y="1436"/>
                  </a:lnTo>
                  <a:cubicBezTo>
                    <a:pt x="51993" y="1436"/>
                    <a:pt x="51893" y="1376"/>
                    <a:pt x="51807" y="1376"/>
                  </a:cubicBezTo>
                  <a:cubicBezTo>
                    <a:pt x="51755" y="1376"/>
                    <a:pt x="51708" y="1398"/>
                    <a:pt x="51674" y="1466"/>
                  </a:cubicBezTo>
                  <a:cubicBezTo>
                    <a:pt x="51582" y="1436"/>
                    <a:pt x="51552" y="1375"/>
                    <a:pt x="51491" y="1314"/>
                  </a:cubicBezTo>
                  <a:cubicBezTo>
                    <a:pt x="51482" y="1305"/>
                    <a:pt x="51463" y="1301"/>
                    <a:pt x="51439" y="1301"/>
                  </a:cubicBezTo>
                  <a:cubicBezTo>
                    <a:pt x="51382" y="1301"/>
                    <a:pt x="51300" y="1323"/>
                    <a:pt x="51278" y="1344"/>
                  </a:cubicBezTo>
                  <a:cubicBezTo>
                    <a:pt x="51248" y="1375"/>
                    <a:pt x="51180" y="1390"/>
                    <a:pt x="51119" y="1390"/>
                  </a:cubicBezTo>
                  <a:cubicBezTo>
                    <a:pt x="51058" y="1390"/>
                    <a:pt x="51005" y="1375"/>
                    <a:pt x="51005" y="1344"/>
                  </a:cubicBezTo>
                  <a:cubicBezTo>
                    <a:pt x="51005" y="1335"/>
                    <a:pt x="50997" y="1332"/>
                    <a:pt x="50985" y="1332"/>
                  </a:cubicBezTo>
                  <a:cubicBezTo>
                    <a:pt x="50957" y="1332"/>
                    <a:pt x="50905" y="1353"/>
                    <a:pt x="50883" y="1375"/>
                  </a:cubicBezTo>
                  <a:cubicBezTo>
                    <a:pt x="50867" y="1383"/>
                    <a:pt x="50851" y="1387"/>
                    <a:pt x="50834" y="1387"/>
                  </a:cubicBezTo>
                  <a:cubicBezTo>
                    <a:pt x="50790" y="1387"/>
                    <a:pt x="50745" y="1358"/>
                    <a:pt x="50701" y="1314"/>
                  </a:cubicBezTo>
                  <a:lnTo>
                    <a:pt x="50640" y="1284"/>
                  </a:lnTo>
                  <a:lnTo>
                    <a:pt x="50579" y="1253"/>
                  </a:lnTo>
                  <a:cubicBezTo>
                    <a:pt x="50488" y="1284"/>
                    <a:pt x="50427" y="1314"/>
                    <a:pt x="50367" y="1375"/>
                  </a:cubicBezTo>
                  <a:lnTo>
                    <a:pt x="50215" y="1344"/>
                  </a:lnTo>
                  <a:cubicBezTo>
                    <a:pt x="50154" y="1344"/>
                    <a:pt x="50032" y="1405"/>
                    <a:pt x="49971" y="1405"/>
                  </a:cubicBezTo>
                  <a:lnTo>
                    <a:pt x="49880" y="1405"/>
                  </a:lnTo>
                  <a:cubicBezTo>
                    <a:pt x="49864" y="1380"/>
                    <a:pt x="49838" y="1371"/>
                    <a:pt x="49810" y="1371"/>
                  </a:cubicBezTo>
                  <a:cubicBezTo>
                    <a:pt x="49734" y="1371"/>
                    <a:pt x="49637" y="1436"/>
                    <a:pt x="49637" y="1436"/>
                  </a:cubicBezTo>
                  <a:cubicBezTo>
                    <a:pt x="49637" y="1436"/>
                    <a:pt x="49428" y="1273"/>
                    <a:pt x="49294" y="1273"/>
                  </a:cubicBezTo>
                  <a:cubicBezTo>
                    <a:pt x="49275" y="1273"/>
                    <a:pt x="49257" y="1276"/>
                    <a:pt x="49242" y="1284"/>
                  </a:cubicBezTo>
                  <a:cubicBezTo>
                    <a:pt x="49060" y="1344"/>
                    <a:pt x="48908" y="1344"/>
                    <a:pt x="48725" y="1375"/>
                  </a:cubicBezTo>
                  <a:cubicBezTo>
                    <a:pt x="48719" y="1373"/>
                    <a:pt x="48712" y="1372"/>
                    <a:pt x="48703" y="1372"/>
                  </a:cubicBezTo>
                  <a:cubicBezTo>
                    <a:pt x="48598" y="1372"/>
                    <a:pt x="48321" y="1507"/>
                    <a:pt x="48175" y="1507"/>
                  </a:cubicBezTo>
                  <a:cubicBezTo>
                    <a:pt x="48152" y="1507"/>
                    <a:pt x="48133" y="1504"/>
                    <a:pt x="48117" y="1496"/>
                  </a:cubicBezTo>
                  <a:cubicBezTo>
                    <a:pt x="47945" y="1475"/>
                    <a:pt x="47773" y="1453"/>
                    <a:pt x="47612" y="1453"/>
                  </a:cubicBezTo>
                  <a:cubicBezTo>
                    <a:pt x="47545" y="1453"/>
                    <a:pt x="47480" y="1457"/>
                    <a:pt x="47418" y="1466"/>
                  </a:cubicBezTo>
                  <a:cubicBezTo>
                    <a:pt x="47327" y="1466"/>
                    <a:pt x="47236" y="1496"/>
                    <a:pt x="47145" y="1496"/>
                  </a:cubicBezTo>
                  <a:cubicBezTo>
                    <a:pt x="47053" y="1466"/>
                    <a:pt x="46962" y="1436"/>
                    <a:pt x="46871" y="1405"/>
                  </a:cubicBezTo>
                  <a:lnTo>
                    <a:pt x="46719" y="1436"/>
                  </a:lnTo>
                  <a:cubicBezTo>
                    <a:pt x="46537" y="1436"/>
                    <a:pt x="46324" y="1436"/>
                    <a:pt x="46142" y="1405"/>
                  </a:cubicBezTo>
                  <a:cubicBezTo>
                    <a:pt x="46126" y="1390"/>
                    <a:pt x="46111" y="1382"/>
                    <a:pt x="46096" y="1382"/>
                  </a:cubicBezTo>
                  <a:cubicBezTo>
                    <a:pt x="46081" y="1382"/>
                    <a:pt x="46066" y="1390"/>
                    <a:pt x="46050" y="1405"/>
                  </a:cubicBezTo>
                  <a:cubicBezTo>
                    <a:pt x="46050" y="1470"/>
                    <a:pt x="46034" y="1490"/>
                    <a:pt x="46008" y="1490"/>
                  </a:cubicBezTo>
                  <a:cubicBezTo>
                    <a:pt x="45973" y="1490"/>
                    <a:pt x="45920" y="1453"/>
                    <a:pt x="45868" y="1436"/>
                  </a:cubicBezTo>
                  <a:lnTo>
                    <a:pt x="45807" y="1405"/>
                  </a:lnTo>
                  <a:cubicBezTo>
                    <a:pt x="45772" y="1396"/>
                    <a:pt x="45739" y="1393"/>
                    <a:pt x="45707" y="1393"/>
                  </a:cubicBezTo>
                  <a:cubicBezTo>
                    <a:pt x="45632" y="1393"/>
                    <a:pt x="45568" y="1414"/>
                    <a:pt x="45503" y="1436"/>
                  </a:cubicBezTo>
                  <a:cubicBezTo>
                    <a:pt x="45458" y="1451"/>
                    <a:pt x="45412" y="1458"/>
                    <a:pt x="45366" y="1458"/>
                  </a:cubicBezTo>
                  <a:cubicBezTo>
                    <a:pt x="45321" y="1458"/>
                    <a:pt x="45275" y="1451"/>
                    <a:pt x="45230" y="1436"/>
                  </a:cubicBezTo>
                  <a:lnTo>
                    <a:pt x="44926" y="1436"/>
                  </a:lnTo>
                  <a:cubicBezTo>
                    <a:pt x="44743" y="1405"/>
                    <a:pt x="44561" y="1375"/>
                    <a:pt x="44379" y="1375"/>
                  </a:cubicBezTo>
                  <a:cubicBezTo>
                    <a:pt x="44348" y="1405"/>
                    <a:pt x="44166" y="1405"/>
                    <a:pt x="44135" y="1436"/>
                  </a:cubicBezTo>
                  <a:cubicBezTo>
                    <a:pt x="44075" y="1496"/>
                    <a:pt x="44014" y="1496"/>
                    <a:pt x="43953" y="1496"/>
                  </a:cubicBezTo>
                  <a:lnTo>
                    <a:pt x="43892" y="1496"/>
                  </a:lnTo>
                  <a:lnTo>
                    <a:pt x="43771" y="1466"/>
                  </a:lnTo>
                  <a:cubicBezTo>
                    <a:pt x="43680" y="1436"/>
                    <a:pt x="43596" y="1420"/>
                    <a:pt x="43516" y="1420"/>
                  </a:cubicBezTo>
                  <a:cubicBezTo>
                    <a:pt x="43436" y="1420"/>
                    <a:pt x="43360" y="1436"/>
                    <a:pt x="43284" y="1466"/>
                  </a:cubicBezTo>
                  <a:lnTo>
                    <a:pt x="43163" y="1375"/>
                  </a:lnTo>
                  <a:cubicBezTo>
                    <a:pt x="43163" y="1375"/>
                    <a:pt x="43072" y="1436"/>
                    <a:pt x="43041" y="1436"/>
                  </a:cubicBezTo>
                  <a:lnTo>
                    <a:pt x="42980" y="1436"/>
                  </a:lnTo>
                  <a:cubicBezTo>
                    <a:pt x="42945" y="1427"/>
                    <a:pt x="42912" y="1423"/>
                    <a:pt x="42881" y="1423"/>
                  </a:cubicBezTo>
                  <a:cubicBezTo>
                    <a:pt x="42805" y="1423"/>
                    <a:pt x="42741" y="1444"/>
                    <a:pt x="42676" y="1466"/>
                  </a:cubicBezTo>
                  <a:cubicBezTo>
                    <a:pt x="42646" y="1496"/>
                    <a:pt x="42616" y="1527"/>
                    <a:pt x="42585" y="1527"/>
                  </a:cubicBezTo>
                  <a:cubicBezTo>
                    <a:pt x="42585" y="1527"/>
                    <a:pt x="42494" y="1466"/>
                    <a:pt x="42464" y="1436"/>
                  </a:cubicBezTo>
                  <a:cubicBezTo>
                    <a:pt x="42459" y="1431"/>
                    <a:pt x="42451" y="1429"/>
                    <a:pt x="42439" y="1429"/>
                  </a:cubicBezTo>
                  <a:cubicBezTo>
                    <a:pt x="42367" y="1429"/>
                    <a:pt x="42177" y="1496"/>
                    <a:pt x="42099" y="1496"/>
                  </a:cubicBezTo>
                  <a:cubicBezTo>
                    <a:pt x="41917" y="1436"/>
                    <a:pt x="41765" y="1405"/>
                    <a:pt x="41582" y="1405"/>
                  </a:cubicBezTo>
                  <a:lnTo>
                    <a:pt x="41369" y="1436"/>
                  </a:lnTo>
                  <a:cubicBezTo>
                    <a:pt x="41347" y="1436"/>
                    <a:pt x="41213" y="1371"/>
                    <a:pt x="41141" y="1371"/>
                  </a:cubicBezTo>
                  <a:cubicBezTo>
                    <a:pt x="41114" y="1371"/>
                    <a:pt x="41096" y="1380"/>
                    <a:pt x="41096" y="1405"/>
                  </a:cubicBezTo>
                  <a:lnTo>
                    <a:pt x="41096" y="1344"/>
                  </a:lnTo>
                  <a:lnTo>
                    <a:pt x="40913" y="1405"/>
                  </a:lnTo>
                  <a:lnTo>
                    <a:pt x="40701" y="1527"/>
                  </a:lnTo>
                  <a:cubicBezTo>
                    <a:pt x="40731" y="1436"/>
                    <a:pt x="40670" y="1314"/>
                    <a:pt x="40579" y="1253"/>
                  </a:cubicBezTo>
                  <a:lnTo>
                    <a:pt x="40518" y="1314"/>
                  </a:lnTo>
                  <a:cubicBezTo>
                    <a:pt x="40385" y="1358"/>
                    <a:pt x="40251" y="1387"/>
                    <a:pt x="40118" y="1387"/>
                  </a:cubicBezTo>
                  <a:cubicBezTo>
                    <a:pt x="40069" y="1387"/>
                    <a:pt x="40020" y="1383"/>
                    <a:pt x="39971" y="1375"/>
                  </a:cubicBezTo>
                  <a:cubicBezTo>
                    <a:pt x="39941" y="1344"/>
                    <a:pt x="39880" y="1314"/>
                    <a:pt x="39819" y="1314"/>
                  </a:cubicBezTo>
                  <a:lnTo>
                    <a:pt x="39637" y="1466"/>
                  </a:lnTo>
                  <a:cubicBezTo>
                    <a:pt x="39546" y="1405"/>
                    <a:pt x="39485" y="1375"/>
                    <a:pt x="39394" y="1314"/>
                  </a:cubicBezTo>
                  <a:cubicBezTo>
                    <a:pt x="39394" y="1306"/>
                    <a:pt x="39387" y="1302"/>
                    <a:pt x="39376" y="1302"/>
                  </a:cubicBezTo>
                  <a:cubicBezTo>
                    <a:pt x="39345" y="1302"/>
                    <a:pt x="39278" y="1330"/>
                    <a:pt x="39211" y="1375"/>
                  </a:cubicBezTo>
                  <a:lnTo>
                    <a:pt x="39120" y="1405"/>
                  </a:lnTo>
                  <a:lnTo>
                    <a:pt x="38786" y="1314"/>
                  </a:lnTo>
                  <a:lnTo>
                    <a:pt x="38695" y="1253"/>
                  </a:lnTo>
                  <a:cubicBezTo>
                    <a:pt x="38573" y="1284"/>
                    <a:pt x="38451" y="1314"/>
                    <a:pt x="38360" y="1375"/>
                  </a:cubicBezTo>
                  <a:cubicBezTo>
                    <a:pt x="38354" y="1381"/>
                    <a:pt x="38348" y="1383"/>
                    <a:pt x="38340" y="1383"/>
                  </a:cubicBezTo>
                  <a:cubicBezTo>
                    <a:pt x="38308" y="1383"/>
                    <a:pt x="38263" y="1339"/>
                    <a:pt x="38239" y="1314"/>
                  </a:cubicBezTo>
                  <a:cubicBezTo>
                    <a:pt x="38239" y="1304"/>
                    <a:pt x="38222" y="1300"/>
                    <a:pt x="38197" y="1300"/>
                  </a:cubicBezTo>
                  <a:cubicBezTo>
                    <a:pt x="38147" y="1300"/>
                    <a:pt x="38066" y="1314"/>
                    <a:pt x="38026" y="1314"/>
                  </a:cubicBezTo>
                  <a:cubicBezTo>
                    <a:pt x="37980" y="1299"/>
                    <a:pt x="37927" y="1291"/>
                    <a:pt x="37874" y="1291"/>
                  </a:cubicBezTo>
                  <a:cubicBezTo>
                    <a:pt x="37821" y="1291"/>
                    <a:pt x="37768" y="1299"/>
                    <a:pt x="37722" y="1314"/>
                  </a:cubicBezTo>
                  <a:cubicBezTo>
                    <a:pt x="37651" y="1337"/>
                    <a:pt x="37471" y="1434"/>
                    <a:pt x="37394" y="1434"/>
                  </a:cubicBezTo>
                  <a:cubicBezTo>
                    <a:pt x="37371" y="1434"/>
                    <a:pt x="37357" y="1426"/>
                    <a:pt x="37357" y="1405"/>
                  </a:cubicBezTo>
                  <a:cubicBezTo>
                    <a:pt x="37357" y="1375"/>
                    <a:pt x="37319" y="1367"/>
                    <a:pt x="37274" y="1367"/>
                  </a:cubicBezTo>
                  <a:cubicBezTo>
                    <a:pt x="37228" y="1367"/>
                    <a:pt x="37175" y="1375"/>
                    <a:pt x="37144" y="1375"/>
                  </a:cubicBezTo>
                  <a:cubicBezTo>
                    <a:pt x="36901" y="1314"/>
                    <a:pt x="36658" y="1253"/>
                    <a:pt x="36445" y="1162"/>
                  </a:cubicBezTo>
                  <a:lnTo>
                    <a:pt x="36202" y="1436"/>
                  </a:lnTo>
                  <a:cubicBezTo>
                    <a:pt x="36183" y="1423"/>
                    <a:pt x="36158" y="1418"/>
                    <a:pt x="36129" y="1418"/>
                  </a:cubicBezTo>
                  <a:cubicBezTo>
                    <a:pt x="36034" y="1418"/>
                    <a:pt x="35896" y="1471"/>
                    <a:pt x="35813" y="1471"/>
                  </a:cubicBezTo>
                  <a:cubicBezTo>
                    <a:pt x="35799" y="1471"/>
                    <a:pt x="35787" y="1469"/>
                    <a:pt x="35777" y="1466"/>
                  </a:cubicBezTo>
                  <a:lnTo>
                    <a:pt x="35230" y="1466"/>
                  </a:lnTo>
                  <a:cubicBezTo>
                    <a:pt x="35017" y="1466"/>
                    <a:pt x="34804" y="1466"/>
                    <a:pt x="34622" y="1496"/>
                  </a:cubicBezTo>
                  <a:lnTo>
                    <a:pt x="34409" y="1588"/>
                  </a:lnTo>
                  <a:cubicBezTo>
                    <a:pt x="34348" y="1527"/>
                    <a:pt x="34318" y="1496"/>
                    <a:pt x="34257" y="1436"/>
                  </a:cubicBezTo>
                  <a:cubicBezTo>
                    <a:pt x="34247" y="1417"/>
                    <a:pt x="34229" y="1410"/>
                    <a:pt x="34208" y="1410"/>
                  </a:cubicBezTo>
                  <a:cubicBezTo>
                    <a:pt x="34160" y="1410"/>
                    <a:pt x="34095" y="1445"/>
                    <a:pt x="34074" y="1466"/>
                  </a:cubicBezTo>
                  <a:cubicBezTo>
                    <a:pt x="33922" y="1466"/>
                    <a:pt x="33801" y="1466"/>
                    <a:pt x="33679" y="1405"/>
                  </a:cubicBezTo>
                  <a:lnTo>
                    <a:pt x="33527" y="1527"/>
                  </a:lnTo>
                  <a:lnTo>
                    <a:pt x="33497" y="1557"/>
                  </a:lnTo>
                  <a:cubicBezTo>
                    <a:pt x="33345" y="1527"/>
                    <a:pt x="33223" y="1496"/>
                    <a:pt x="33071" y="1496"/>
                  </a:cubicBezTo>
                  <a:lnTo>
                    <a:pt x="32950" y="1436"/>
                  </a:lnTo>
                  <a:cubicBezTo>
                    <a:pt x="32936" y="1429"/>
                    <a:pt x="32923" y="1426"/>
                    <a:pt x="32911" y="1426"/>
                  </a:cubicBezTo>
                  <a:cubicBezTo>
                    <a:pt x="32845" y="1426"/>
                    <a:pt x="32806" y="1517"/>
                    <a:pt x="32739" y="1517"/>
                  </a:cubicBezTo>
                  <a:cubicBezTo>
                    <a:pt x="32713" y="1517"/>
                    <a:pt x="32683" y="1503"/>
                    <a:pt x="32646" y="1466"/>
                  </a:cubicBezTo>
                  <a:cubicBezTo>
                    <a:pt x="32637" y="1457"/>
                    <a:pt x="32618" y="1453"/>
                    <a:pt x="32593" y="1453"/>
                  </a:cubicBezTo>
                  <a:cubicBezTo>
                    <a:pt x="32534" y="1453"/>
                    <a:pt x="32446" y="1475"/>
                    <a:pt x="32403" y="1496"/>
                  </a:cubicBezTo>
                  <a:lnTo>
                    <a:pt x="32220" y="1527"/>
                  </a:lnTo>
                  <a:cubicBezTo>
                    <a:pt x="32190" y="1436"/>
                    <a:pt x="32068" y="1375"/>
                    <a:pt x="32008" y="1375"/>
                  </a:cubicBezTo>
                  <a:lnTo>
                    <a:pt x="31704" y="1527"/>
                  </a:lnTo>
                  <a:lnTo>
                    <a:pt x="31400" y="1527"/>
                  </a:lnTo>
                  <a:cubicBezTo>
                    <a:pt x="31248" y="1466"/>
                    <a:pt x="31096" y="1436"/>
                    <a:pt x="30944" y="1405"/>
                  </a:cubicBezTo>
                  <a:lnTo>
                    <a:pt x="30944" y="1588"/>
                  </a:lnTo>
                  <a:cubicBezTo>
                    <a:pt x="30853" y="1527"/>
                    <a:pt x="30731" y="1466"/>
                    <a:pt x="30609" y="1466"/>
                  </a:cubicBezTo>
                  <a:cubicBezTo>
                    <a:pt x="30579" y="1481"/>
                    <a:pt x="30549" y="1489"/>
                    <a:pt x="30518" y="1489"/>
                  </a:cubicBezTo>
                  <a:cubicBezTo>
                    <a:pt x="30488" y="1489"/>
                    <a:pt x="30457" y="1481"/>
                    <a:pt x="30427" y="1466"/>
                  </a:cubicBezTo>
                  <a:lnTo>
                    <a:pt x="30397" y="1466"/>
                  </a:lnTo>
                  <a:cubicBezTo>
                    <a:pt x="30366" y="1496"/>
                    <a:pt x="30305" y="1527"/>
                    <a:pt x="30245" y="1527"/>
                  </a:cubicBezTo>
                  <a:lnTo>
                    <a:pt x="30032" y="1527"/>
                  </a:lnTo>
                  <a:cubicBezTo>
                    <a:pt x="29971" y="1527"/>
                    <a:pt x="29758" y="1496"/>
                    <a:pt x="29697" y="1496"/>
                  </a:cubicBezTo>
                  <a:lnTo>
                    <a:pt x="29363" y="1436"/>
                  </a:lnTo>
                  <a:lnTo>
                    <a:pt x="29333" y="1466"/>
                  </a:lnTo>
                  <a:lnTo>
                    <a:pt x="29181" y="1588"/>
                  </a:lnTo>
                  <a:cubicBezTo>
                    <a:pt x="29123" y="1530"/>
                    <a:pt x="29004" y="1509"/>
                    <a:pt x="28925" y="1509"/>
                  </a:cubicBezTo>
                  <a:cubicBezTo>
                    <a:pt x="28879" y="1509"/>
                    <a:pt x="28846" y="1516"/>
                    <a:pt x="28846" y="1527"/>
                  </a:cubicBezTo>
                  <a:cubicBezTo>
                    <a:pt x="28846" y="1537"/>
                    <a:pt x="28823" y="1540"/>
                    <a:pt x="28789" y="1540"/>
                  </a:cubicBezTo>
                  <a:cubicBezTo>
                    <a:pt x="28721" y="1540"/>
                    <a:pt x="28613" y="1527"/>
                    <a:pt x="28573" y="1527"/>
                  </a:cubicBezTo>
                  <a:cubicBezTo>
                    <a:pt x="28451" y="1527"/>
                    <a:pt x="28360" y="1527"/>
                    <a:pt x="28269" y="1557"/>
                  </a:cubicBezTo>
                  <a:lnTo>
                    <a:pt x="28238" y="1527"/>
                  </a:lnTo>
                  <a:lnTo>
                    <a:pt x="28087" y="1375"/>
                  </a:lnTo>
                  <a:cubicBezTo>
                    <a:pt x="27904" y="1405"/>
                    <a:pt x="27539" y="1466"/>
                    <a:pt x="27266" y="1466"/>
                  </a:cubicBezTo>
                  <a:lnTo>
                    <a:pt x="27023" y="1466"/>
                  </a:lnTo>
                  <a:cubicBezTo>
                    <a:pt x="26974" y="1466"/>
                    <a:pt x="26867" y="1427"/>
                    <a:pt x="26826" y="1427"/>
                  </a:cubicBezTo>
                  <a:cubicBezTo>
                    <a:pt x="26816" y="1427"/>
                    <a:pt x="26810" y="1429"/>
                    <a:pt x="26810" y="1436"/>
                  </a:cubicBezTo>
                  <a:lnTo>
                    <a:pt x="26688" y="1557"/>
                  </a:lnTo>
                  <a:cubicBezTo>
                    <a:pt x="26643" y="1527"/>
                    <a:pt x="26521" y="1519"/>
                    <a:pt x="26396" y="1519"/>
                  </a:cubicBezTo>
                  <a:cubicBezTo>
                    <a:pt x="26270" y="1519"/>
                    <a:pt x="26141" y="1527"/>
                    <a:pt x="26080" y="1527"/>
                  </a:cubicBezTo>
                  <a:cubicBezTo>
                    <a:pt x="25868" y="1527"/>
                    <a:pt x="25685" y="1557"/>
                    <a:pt x="25503" y="1557"/>
                  </a:cubicBezTo>
                  <a:lnTo>
                    <a:pt x="25351" y="1436"/>
                  </a:lnTo>
                  <a:cubicBezTo>
                    <a:pt x="25290" y="1466"/>
                    <a:pt x="25229" y="1496"/>
                    <a:pt x="25199" y="1557"/>
                  </a:cubicBezTo>
                  <a:cubicBezTo>
                    <a:pt x="25193" y="1563"/>
                    <a:pt x="25185" y="1565"/>
                    <a:pt x="25176" y="1565"/>
                  </a:cubicBezTo>
                  <a:cubicBezTo>
                    <a:pt x="25137" y="1565"/>
                    <a:pt x="25077" y="1521"/>
                    <a:pt x="25077" y="1496"/>
                  </a:cubicBezTo>
                  <a:cubicBezTo>
                    <a:pt x="24925" y="1496"/>
                    <a:pt x="24743" y="1527"/>
                    <a:pt x="24621" y="1618"/>
                  </a:cubicBezTo>
                  <a:lnTo>
                    <a:pt x="24409" y="1588"/>
                  </a:lnTo>
                  <a:lnTo>
                    <a:pt x="24257" y="1557"/>
                  </a:lnTo>
                  <a:cubicBezTo>
                    <a:pt x="24234" y="1562"/>
                    <a:pt x="24207" y="1564"/>
                    <a:pt x="24179" y="1564"/>
                  </a:cubicBezTo>
                  <a:cubicBezTo>
                    <a:pt x="24069" y="1564"/>
                    <a:pt x="23928" y="1536"/>
                    <a:pt x="23843" y="1536"/>
                  </a:cubicBezTo>
                  <a:cubicBezTo>
                    <a:pt x="23805" y="1536"/>
                    <a:pt x="23778" y="1541"/>
                    <a:pt x="23770" y="1557"/>
                  </a:cubicBezTo>
                  <a:cubicBezTo>
                    <a:pt x="23753" y="1575"/>
                    <a:pt x="23735" y="1582"/>
                    <a:pt x="23718" y="1582"/>
                  </a:cubicBezTo>
                  <a:cubicBezTo>
                    <a:pt x="23679" y="1582"/>
                    <a:pt x="23649" y="1539"/>
                    <a:pt x="23649" y="1496"/>
                  </a:cubicBezTo>
                  <a:cubicBezTo>
                    <a:pt x="23649" y="1491"/>
                    <a:pt x="23645" y="1488"/>
                    <a:pt x="23640" y="1488"/>
                  </a:cubicBezTo>
                  <a:cubicBezTo>
                    <a:pt x="23616" y="1488"/>
                    <a:pt x="23552" y="1533"/>
                    <a:pt x="23527" y="1557"/>
                  </a:cubicBezTo>
                  <a:cubicBezTo>
                    <a:pt x="23527" y="1561"/>
                    <a:pt x="23524" y="1562"/>
                    <a:pt x="23517" y="1562"/>
                  </a:cubicBezTo>
                  <a:cubicBezTo>
                    <a:pt x="23479" y="1562"/>
                    <a:pt x="23340" y="1509"/>
                    <a:pt x="23253" y="1509"/>
                  </a:cubicBezTo>
                  <a:cubicBezTo>
                    <a:pt x="23227" y="1509"/>
                    <a:pt x="23205" y="1514"/>
                    <a:pt x="23193" y="1527"/>
                  </a:cubicBezTo>
                  <a:cubicBezTo>
                    <a:pt x="23171" y="1571"/>
                    <a:pt x="23116" y="1599"/>
                    <a:pt x="23064" y="1599"/>
                  </a:cubicBezTo>
                  <a:cubicBezTo>
                    <a:pt x="23045" y="1599"/>
                    <a:pt x="23027" y="1596"/>
                    <a:pt x="23010" y="1588"/>
                  </a:cubicBezTo>
                  <a:cubicBezTo>
                    <a:pt x="22889" y="1527"/>
                    <a:pt x="22737" y="1496"/>
                    <a:pt x="22615" y="1496"/>
                  </a:cubicBezTo>
                  <a:lnTo>
                    <a:pt x="22524" y="1557"/>
                  </a:lnTo>
                  <a:cubicBezTo>
                    <a:pt x="22400" y="1610"/>
                    <a:pt x="22277" y="1643"/>
                    <a:pt x="22153" y="1643"/>
                  </a:cubicBezTo>
                  <a:cubicBezTo>
                    <a:pt x="22064" y="1643"/>
                    <a:pt x="21975" y="1626"/>
                    <a:pt x="21886" y="1588"/>
                  </a:cubicBezTo>
                  <a:lnTo>
                    <a:pt x="21673" y="1527"/>
                  </a:lnTo>
                  <a:cubicBezTo>
                    <a:pt x="21491" y="1557"/>
                    <a:pt x="21278" y="1588"/>
                    <a:pt x="21095" y="1618"/>
                  </a:cubicBezTo>
                  <a:cubicBezTo>
                    <a:pt x="21074" y="1639"/>
                    <a:pt x="21053" y="1661"/>
                    <a:pt x="21020" y="1661"/>
                  </a:cubicBezTo>
                  <a:cubicBezTo>
                    <a:pt x="21007" y="1661"/>
                    <a:pt x="20992" y="1657"/>
                    <a:pt x="20974" y="1648"/>
                  </a:cubicBezTo>
                  <a:cubicBezTo>
                    <a:pt x="20944" y="1648"/>
                    <a:pt x="20883" y="1709"/>
                    <a:pt x="20883" y="1739"/>
                  </a:cubicBezTo>
                  <a:cubicBezTo>
                    <a:pt x="20883" y="1745"/>
                    <a:pt x="20878" y="1748"/>
                    <a:pt x="20871" y="1748"/>
                  </a:cubicBezTo>
                  <a:cubicBezTo>
                    <a:pt x="20839" y="1748"/>
                    <a:pt x="20750" y="1703"/>
                    <a:pt x="20700" y="1679"/>
                  </a:cubicBezTo>
                  <a:cubicBezTo>
                    <a:pt x="20668" y="1671"/>
                    <a:pt x="20635" y="1667"/>
                    <a:pt x="20603" y="1667"/>
                  </a:cubicBezTo>
                  <a:cubicBezTo>
                    <a:pt x="20516" y="1667"/>
                    <a:pt x="20433" y="1695"/>
                    <a:pt x="20366" y="1739"/>
                  </a:cubicBezTo>
                  <a:lnTo>
                    <a:pt x="20336" y="1679"/>
                  </a:lnTo>
                  <a:cubicBezTo>
                    <a:pt x="20314" y="1650"/>
                    <a:pt x="20292" y="1640"/>
                    <a:pt x="20270" y="1640"/>
                  </a:cubicBezTo>
                  <a:cubicBezTo>
                    <a:pt x="20223" y="1640"/>
                    <a:pt x="20175" y="1687"/>
                    <a:pt x="20127" y="1687"/>
                  </a:cubicBezTo>
                  <a:cubicBezTo>
                    <a:pt x="20106" y="1687"/>
                    <a:pt x="20084" y="1677"/>
                    <a:pt x="20062" y="1648"/>
                  </a:cubicBezTo>
                  <a:lnTo>
                    <a:pt x="20032" y="1588"/>
                  </a:lnTo>
                  <a:cubicBezTo>
                    <a:pt x="19880" y="1618"/>
                    <a:pt x="19728" y="1648"/>
                    <a:pt x="19606" y="1709"/>
                  </a:cubicBezTo>
                  <a:cubicBezTo>
                    <a:pt x="19582" y="1717"/>
                    <a:pt x="19557" y="1721"/>
                    <a:pt x="19533" y="1721"/>
                  </a:cubicBezTo>
                  <a:cubicBezTo>
                    <a:pt x="19468" y="1721"/>
                    <a:pt x="19407" y="1693"/>
                    <a:pt x="19363" y="1648"/>
                  </a:cubicBezTo>
                  <a:cubicBezTo>
                    <a:pt x="19354" y="1644"/>
                    <a:pt x="19345" y="1642"/>
                    <a:pt x="19335" y="1642"/>
                  </a:cubicBezTo>
                  <a:cubicBezTo>
                    <a:pt x="19277" y="1642"/>
                    <a:pt x="19207" y="1709"/>
                    <a:pt x="19181" y="1709"/>
                  </a:cubicBezTo>
                  <a:cubicBezTo>
                    <a:pt x="19160" y="1709"/>
                    <a:pt x="19072" y="1723"/>
                    <a:pt x="19016" y="1723"/>
                  </a:cubicBezTo>
                  <a:cubicBezTo>
                    <a:pt x="18988" y="1723"/>
                    <a:pt x="18968" y="1719"/>
                    <a:pt x="18968" y="1709"/>
                  </a:cubicBezTo>
                  <a:cubicBezTo>
                    <a:pt x="18946" y="1688"/>
                    <a:pt x="18925" y="1666"/>
                    <a:pt x="18893" y="1666"/>
                  </a:cubicBezTo>
                  <a:cubicBezTo>
                    <a:pt x="18879" y="1666"/>
                    <a:pt x="18864" y="1670"/>
                    <a:pt x="18846" y="1679"/>
                  </a:cubicBezTo>
                  <a:lnTo>
                    <a:pt x="18664" y="1679"/>
                  </a:lnTo>
                  <a:cubicBezTo>
                    <a:pt x="18481" y="1679"/>
                    <a:pt x="18269" y="1709"/>
                    <a:pt x="18117" y="1709"/>
                  </a:cubicBezTo>
                  <a:cubicBezTo>
                    <a:pt x="17995" y="1770"/>
                    <a:pt x="17874" y="1800"/>
                    <a:pt x="17752" y="1831"/>
                  </a:cubicBezTo>
                  <a:lnTo>
                    <a:pt x="17570" y="1831"/>
                  </a:lnTo>
                  <a:cubicBezTo>
                    <a:pt x="17478" y="1831"/>
                    <a:pt x="17357" y="1800"/>
                    <a:pt x="17266" y="1739"/>
                  </a:cubicBezTo>
                  <a:lnTo>
                    <a:pt x="17144" y="1831"/>
                  </a:lnTo>
                  <a:lnTo>
                    <a:pt x="17114" y="1861"/>
                  </a:lnTo>
                  <a:lnTo>
                    <a:pt x="16293" y="1861"/>
                  </a:lnTo>
                  <a:cubicBezTo>
                    <a:pt x="16171" y="1891"/>
                    <a:pt x="16050" y="1922"/>
                    <a:pt x="15898" y="1922"/>
                  </a:cubicBezTo>
                  <a:cubicBezTo>
                    <a:pt x="15871" y="1922"/>
                    <a:pt x="15519" y="1759"/>
                    <a:pt x="15329" y="1759"/>
                  </a:cubicBezTo>
                  <a:cubicBezTo>
                    <a:pt x="15302" y="1759"/>
                    <a:pt x="15279" y="1762"/>
                    <a:pt x="15260" y="1770"/>
                  </a:cubicBezTo>
                  <a:cubicBezTo>
                    <a:pt x="15108" y="1800"/>
                    <a:pt x="14986" y="1831"/>
                    <a:pt x="14864" y="1891"/>
                  </a:cubicBezTo>
                  <a:lnTo>
                    <a:pt x="14834" y="1922"/>
                  </a:lnTo>
                  <a:cubicBezTo>
                    <a:pt x="14743" y="1952"/>
                    <a:pt x="14621" y="2013"/>
                    <a:pt x="14591" y="2013"/>
                  </a:cubicBezTo>
                  <a:lnTo>
                    <a:pt x="14348" y="1800"/>
                  </a:lnTo>
                  <a:cubicBezTo>
                    <a:pt x="14348" y="1927"/>
                    <a:pt x="14305" y="1990"/>
                    <a:pt x="14274" y="1990"/>
                  </a:cubicBezTo>
                  <a:cubicBezTo>
                    <a:pt x="14267" y="1990"/>
                    <a:pt x="14262" y="1988"/>
                    <a:pt x="14256" y="1983"/>
                  </a:cubicBezTo>
                  <a:cubicBezTo>
                    <a:pt x="14248" y="1974"/>
                    <a:pt x="14220" y="1970"/>
                    <a:pt x="14186" y="1970"/>
                  </a:cubicBezTo>
                  <a:cubicBezTo>
                    <a:pt x="14104" y="1970"/>
                    <a:pt x="13983" y="1992"/>
                    <a:pt x="13983" y="2013"/>
                  </a:cubicBezTo>
                  <a:cubicBezTo>
                    <a:pt x="13983" y="2023"/>
                    <a:pt x="13966" y="2027"/>
                    <a:pt x="13940" y="2027"/>
                  </a:cubicBezTo>
                  <a:cubicBezTo>
                    <a:pt x="13888" y="2027"/>
                    <a:pt x="13801" y="2013"/>
                    <a:pt x="13740" y="2013"/>
                  </a:cubicBezTo>
                  <a:cubicBezTo>
                    <a:pt x="13649" y="2013"/>
                    <a:pt x="13527" y="2013"/>
                    <a:pt x="13436" y="2043"/>
                  </a:cubicBezTo>
                  <a:lnTo>
                    <a:pt x="13375" y="2013"/>
                  </a:lnTo>
                  <a:lnTo>
                    <a:pt x="13162" y="1800"/>
                  </a:lnTo>
                  <a:cubicBezTo>
                    <a:pt x="13162" y="1933"/>
                    <a:pt x="13116" y="2019"/>
                    <a:pt x="13084" y="2019"/>
                  </a:cubicBezTo>
                  <a:cubicBezTo>
                    <a:pt x="13079" y="2019"/>
                    <a:pt x="13075" y="2017"/>
                    <a:pt x="13071" y="2013"/>
                  </a:cubicBezTo>
                  <a:cubicBezTo>
                    <a:pt x="13067" y="2009"/>
                    <a:pt x="13061" y="2007"/>
                    <a:pt x="13055" y="2007"/>
                  </a:cubicBezTo>
                  <a:cubicBezTo>
                    <a:pt x="13016" y="2007"/>
                    <a:pt x="12945" y="2078"/>
                    <a:pt x="12919" y="2104"/>
                  </a:cubicBezTo>
                  <a:cubicBezTo>
                    <a:pt x="12912" y="2118"/>
                    <a:pt x="12901" y="2124"/>
                    <a:pt x="12887" y="2124"/>
                  </a:cubicBezTo>
                  <a:cubicBezTo>
                    <a:pt x="12835" y="2124"/>
                    <a:pt x="12740" y="2047"/>
                    <a:pt x="12645" y="1952"/>
                  </a:cubicBezTo>
                  <a:lnTo>
                    <a:pt x="12494" y="2104"/>
                  </a:lnTo>
                  <a:lnTo>
                    <a:pt x="12463" y="2104"/>
                  </a:lnTo>
                  <a:cubicBezTo>
                    <a:pt x="12342" y="2165"/>
                    <a:pt x="12220" y="2165"/>
                    <a:pt x="12068" y="2195"/>
                  </a:cubicBezTo>
                  <a:lnTo>
                    <a:pt x="11916" y="2226"/>
                  </a:lnTo>
                  <a:cubicBezTo>
                    <a:pt x="11886" y="2195"/>
                    <a:pt x="11886" y="2165"/>
                    <a:pt x="11855" y="2135"/>
                  </a:cubicBezTo>
                  <a:cubicBezTo>
                    <a:pt x="11855" y="2119"/>
                    <a:pt x="11848" y="2112"/>
                    <a:pt x="11836" y="2112"/>
                  </a:cubicBezTo>
                  <a:cubicBezTo>
                    <a:pt x="11825" y="2112"/>
                    <a:pt x="11810" y="2119"/>
                    <a:pt x="11794" y="2135"/>
                  </a:cubicBezTo>
                  <a:lnTo>
                    <a:pt x="11764" y="2165"/>
                  </a:lnTo>
                  <a:cubicBezTo>
                    <a:pt x="11764" y="2174"/>
                    <a:pt x="11756" y="2178"/>
                    <a:pt x="11744" y="2178"/>
                  </a:cubicBezTo>
                  <a:cubicBezTo>
                    <a:pt x="11716" y="2178"/>
                    <a:pt x="11664" y="2156"/>
                    <a:pt x="11642" y="2135"/>
                  </a:cubicBezTo>
                  <a:cubicBezTo>
                    <a:pt x="11636" y="2129"/>
                    <a:pt x="11623" y="2126"/>
                    <a:pt x="11605" y="2126"/>
                  </a:cubicBezTo>
                  <a:cubicBezTo>
                    <a:pt x="11533" y="2126"/>
                    <a:pt x="11387" y="2165"/>
                    <a:pt x="11338" y="2165"/>
                  </a:cubicBezTo>
                  <a:lnTo>
                    <a:pt x="10579" y="2165"/>
                  </a:lnTo>
                  <a:lnTo>
                    <a:pt x="10214" y="2317"/>
                  </a:lnTo>
                  <a:lnTo>
                    <a:pt x="10153" y="2256"/>
                  </a:lnTo>
                  <a:lnTo>
                    <a:pt x="10031" y="2104"/>
                  </a:lnTo>
                  <a:cubicBezTo>
                    <a:pt x="9919" y="2142"/>
                    <a:pt x="9806" y="2168"/>
                    <a:pt x="9693" y="2168"/>
                  </a:cubicBezTo>
                  <a:cubicBezTo>
                    <a:pt x="9624" y="2168"/>
                    <a:pt x="9554" y="2158"/>
                    <a:pt x="9484" y="2135"/>
                  </a:cubicBezTo>
                  <a:lnTo>
                    <a:pt x="9484" y="2347"/>
                  </a:lnTo>
                  <a:cubicBezTo>
                    <a:pt x="9460" y="2347"/>
                    <a:pt x="9241" y="2270"/>
                    <a:pt x="9108" y="2270"/>
                  </a:cubicBezTo>
                  <a:cubicBezTo>
                    <a:pt x="9075" y="2270"/>
                    <a:pt x="9047" y="2274"/>
                    <a:pt x="9028" y="2287"/>
                  </a:cubicBezTo>
                  <a:cubicBezTo>
                    <a:pt x="8937" y="2378"/>
                    <a:pt x="8846" y="2408"/>
                    <a:pt x="8755" y="2439"/>
                  </a:cubicBezTo>
                  <a:lnTo>
                    <a:pt x="8390" y="2347"/>
                  </a:lnTo>
                  <a:lnTo>
                    <a:pt x="8329" y="2378"/>
                  </a:lnTo>
                  <a:cubicBezTo>
                    <a:pt x="8296" y="2411"/>
                    <a:pt x="8262" y="2422"/>
                    <a:pt x="8228" y="2422"/>
                  </a:cubicBezTo>
                  <a:cubicBezTo>
                    <a:pt x="8174" y="2422"/>
                    <a:pt x="8120" y="2395"/>
                    <a:pt x="8065" y="2395"/>
                  </a:cubicBezTo>
                  <a:cubicBezTo>
                    <a:pt x="8032" y="2395"/>
                    <a:pt x="7998" y="2405"/>
                    <a:pt x="7965" y="2439"/>
                  </a:cubicBezTo>
                  <a:cubicBezTo>
                    <a:pt x="7945" y="2458"/>
                    <a:pt x="7878" y="2513"/>
                    <a:pt x="7800" y="2513"/>
                  </a:cubicBezTo>
                  <a:cubicBezTo>
                    <a:pt x="7754" y="2513"/>
                    <a:pt x="7705" y="2495"/>
                    <a:pt x="7661" y="2439"/>
                  </a:cubicBezTo>
                  <a:cubicBezTo>
                    <a:pt x="7661" y="2439"/>
                    <a:pt x="7539" y="2499"/>
                    <a:pt x="7539" y="2499"/>
                  </a:cubicBezTo>
                  <a:cubicBezTo>
                    <a:pt x="7539" y="2564"/>
                    <a:pt x="7528" y="2585"/>
                    <a:pt x="7508" y="2585"/>
                  </a:cubicBezTo>
                  <a:cubicBezTo>
                    <a:pt x="7482" y="2585"/>
                    <a:pt x="7439" y="2547"/>
                    <a:pt x="7387" y="2530"/>
                  </a:cubicBezTo>
                  <a:lnTo>
                    <a:pt x="7296" y="2499"/>
                  </a:lnTo>
                  <a:cubicBezTo>
                    <a:pt x="7053" y="2499"/>
                    <a:pt x="6779" y="2469"/>
                    <a:pt x="6536" y="2469"/>
                  </a:cubicBezTo>
                  <a:cubicBezTo>
                    <a:pt x="6414" y="2499"/>
                    <a:pt x="6323" y="2530"/>
                    <a:pt x="6202" y="2560"/>
                  </a:cubicBezTo>
                  <a:lnTo>
                    <a:pt x="6202" y="2773"/>
                  </a:lnTo>
                  <a:cubicBezTo>
                    <a:pt x="6080" y="2712"/>
                    <a:pt x="5958" y="2651"/>
                    <a:pt x="5837" y="2621"/>
                  </a:cubicBezTo>
                  <a:lnTo>
                    <a:pt x="5837" y="2712"/>
                  </a:lnTo>
                  <a:cubicBezTo>
                    <a:pt x="5831" y="2718"/>
                    <a:pt x="5820" y="2721"/>
                    <a:pt x="5806" y="2721"/>
                  </a:cubicBezTo>
                  <a:cubicBezTo>
                    <a:pt x="5749" y="2721"/>
                    <a:pt x="5642" y="2682"/>
                    <a:pt x="5594" y="2682"/>
                  </a:cubicBezTo>
                  <a:cubicBezTo>
                    <a:pt x="5529" y="2703"/>
                    <a:pt x="5450" y="2725"/>
                    <a:pt x="5376" y="2725"/>
                  </a:cubicBezTo>
                  <a:cubicBezTo>
                    <a:pt x="5346" y="2725"/>
                    <a:pt x="5316" y="2721"/>
                    <a:pt x="5290" y="2712"/>
                  </a:cubicBezTo>
                  <a:cubicBezTo>
                    <a:pt x="5229" y="2712"/>
                    <a:pt x="5077" y="2864"/>
                    <a:pt x="5047" y="2925"/>
                  </a:cubicBezTo>
                  <a:cubicBezTo>
                    <a:pt x="5036" y="2935"/>
                    <a:pt x="5016" y="2938"/>
                    <a:pt x="4993" y="2938"/>
                  </a:cubicBezTo>
                  <a:cubicBezTo>
                    <a:pt x="4945" y="2938"/>
                    <a:pt x="4884" y="2925"/>
                    <a:pt x="4864" y="2925"/>
                  </a:cubicBezTo>
                  <a:cubicBezTo>
                    <a:pt x="4773" y="2895"/>
                    <a:pt x="4651" y="2864"/>
                    <a:pt x="4560" y="2864"/>
                  </a:cubicBezTo>
                  <a:cubicBezTo>
                    <a:pt x="4477" y="2864"/>
                    <a:pt x="4369" y="2990"/>
                    <a:pt x="4305" y="2990"/>
                  </a:cubicBezTo>
                  <a:cubicBezTo>
                    <a:pt x="4298" y="2990"/>
                    <a:pt x="4292" y="2988"/>
                    <a:pt x="4287" y="2986"/>
                  </a:cubicBezTo>
                  <a:cubicBezTo>
                    <a:pt x="4195" y="2925"/>
                    <a:pt x="4104" y="2925"/>
                    <a:pt x="3983" y="2925"/>
                  </a:cubicBezTo>
                  <a:lnTo>
                    <a:pt x="3922" y="3016"/>
                  </a:lnTo>
                  <a:lnTo>
                    <a:pt x="3861" y="3077"/>
                  </a:lnTo>
                  <a:cubicBezTo>
                    <a:pt x="3835" y="3128"/>
                    <a:pt x="3788" y="3147"/>
                    <a:pt x="3737" y="3147"/>
                  </a:cubicBezTo>
                  <a:cubicBezTo>
                    <a:pt x="3668" y="3147"/>
                    <a:pt x="3592" y="3112"/>
                    <a:pt x="3557" y="3077"/>
                  </a:cubicBezTo>
                  <a:cubicBezTo>
                    <a:pt x="3541" y="3061"/>
                    <a:pt x="3507" y="3055"/>
                    <a:pt x="3463" y="3055"/>
                  </a:cubicBezTo>
                  <a:cubicBezTo>
                    <a:pt x="3363" y="3055"/>
                    <a:pt x="3217" y="3083"/>
                    <a:pt x="3127" y="3083"/>
                  </a:cubicBezTo>
                  <a:cubicBezTo>
                    <a:pt x="3104" y="3083"/>
                    <a:pt x="3085" y="3081"/>
                    <a:pt x="3071" y="3077"/>
                  </a:cubicBezTo>
                  <a:cubicBezTo>
                    <a:pt x="2980" y="3046"/>
                    <a:pt x="2858" y="3016"/>
                    <a:pt x="2767" y="3016"/>
                  </a:cubicBezTo>
                  <a:lnTo>
                    <a:pt x="2736" y="3046"/>
                  </a:lnTo>
                  <a:lnTo>
                    <a:pt x="2676" y="3107"/>
                  </a:lnTo>
                  <a:cubicBezTo>
                    <a:pt x="2642" y="3157"/>
                    <a:pt x="2590" y="3180"/>
                    <a:pt x="2535" y="3180"/>
                  </a:cubicBezTo>
                  <a:cubicBezTo>
                    <a:pt x="2490" y="3180"/>
                    <a:pt x="2443" y="3165"/>
                    <a:pt x="2402" y="3138"/>
                  </a:cubicBezTo>
                  <a:cubicBezTo>
                    <a:pt x="2402" y="3120"/>
                    <a:pt x="2394" y="3112"/>
                    <a:pt x="2383" y="3112"/>
                  </a:cubicBezTo>
                  <a:cubicBezTo>
                    <a:pt x="2357" y="3112"/>
                    <a:pt x="2311" y="3155"/>
                    <a:pt x="2311" y="3198"/>
                  </a:cubicBezTo>
                  <a:cubicBezTo>
                    <a:pt x="2296" y="3214"/>
                    <a:pt x="2250" y="3214"/>
                    <a:pt x="2208" y="3214"/>
                  </a:cubicBezTo>
                  <a:cubicBezTo>
                    <a:pt x="2167" y="3214"/>
                    <a:pt x="2129" y="3214"/>
                    <a:pt x="2129" y="3229"/>
                  </a:cubicBezTo>
                  <a:cubicBezTo>
                    <a:pt x="2098" y="3259"/>
                    <a:pt x="2068" y="3290"/>
                    <a:pt x="2007" y="3290"/>
                  </a:cubicBezTo>
                  <a:lnTo>
                    <a:pt x="1733" y="3290"/>
                  </a:lnTo>
                  <a:cubicBezTo>
                    <a:pt x="1733" y="3320"/>
                    <a:pt x="1825" y="3350"/>
                    <a:pt x="1855" y="3381"/>
                  </a:cubicBezTo>
                  <a:cubicBezTo>
                    <a:pt x="1885" y="3381"/>
                    <a:pt x="1764" y="3472"/>
                    <a:pt x="1612" y="3594"/>
                  </a:cubicBezTo>
                  <a:lnTo>
                    <a:pt x="1551" y="3502"/>
                  </a:lnTo>
                  <a:lnTo>
                    <a:pt x="1429" y="3290"/>
                  </a:lnTo>
                  <a:cubicBezTo>
                    <a:pt x="1277" y="3320"/>
                    <a:pt x="1156" y="3411"/>
                    <a:pt x="1065" y="3533"/>
                  </a:cubicBezTo>
                  <a:cubicBezTo>
                    <a:pt x="1065" y="3554"/>
                    <a:pt x="1053" y="3564"/>
                    <a:pt x="1033" y="3564"/>
                  </a:cubicBezTo>
                  <a:cubicBezTo>
                    <a:pt x="996" y="3564"/>
                    <a:pt x="930" y="3531"/>
                    <a:pt x="852" y="3472"/>
                  </a:cubicBezTo>
                  <a:lnTo>
                    <a:pt x="761" y="3594"/>
                  </a:lnTo>
                  <a:cubicBezTo>
                    <a:pt x="685" y="3654"/>
                    <a:pt x="624" y="3685"/>
                    <a:pt x="563" y="3685"/>
                  </a:cubicBezTo>
                  <a:cubicBezTo>
                    <a:pt x="502" y="3685"/>
                    <a:pt x="442" y="3654"/>
                    <a:pt x="366" y="3594"/>
                  </a:cubicBezTo>
                  <a:lnTo>
                    <a:pt x="366" y="3594"/>
                  </a:lnTo>
                  <a:cubicBezTo>
                    <a:pt x="335" y="3624"/>
                    <a:pt x="457" y="3837"/>
                    <a:pt x="366" y="3898"/>
                  </a:cubicBezTo>
                  <a:cubicBezTo>
                    <a:pt x="299" y="3942"/>
                    <a:pt x="232" y="3970"/>
                    <a:pt x="165" y="3970"/>
                  </a:cubicBezTo>
                  <a:cubicBezTo>
                    <a:pt x="141" y="3970"/>
                    <a:pt x="116" y="3967"/>
                    <a:pt x="92" y="3958"/>
                  </a:cubicBezTo>
                  <a:cubicBezTo>
                    <a:pt x="62" y="3958"/>
                    <a:pt x="62" y="3989"/>
                    <a:pt x="92" y="4050"/>
                  </a:cubicBezTo>
                  <a:lnTo>
                    <a:pt x="92" y="4080"/>
                  </a:lnTo>
                  <a:cubicBezTo>
                    <a:pt x="92" y="4110"/>
                    <a:pt x="62" y="4141"/>
                    <a:pt x="62" y="4202"/>
                  </a:cubicBezTo>
                  <a:lnTo>
                    <a:pt x="31" y="4353"/>
                  </a:lnTo>
                  <a:cubicBezTo>
                    <a:pt x="92" y="4414"/>
                    <a:pt x="122" y="4505"/>
                    <a:pt x="153" y="4597"/>
                  </a:cubicBezTo>
                  <a:lnTo>
                    <a:pt x="1" y="4688"/>
                  </a:lnTo>
                  <a:lnTo>
                    <a:pt x="1" y="4718"/>
                  </a:lnTo>
                  <a:cubicBezTo>
                    <a:pt x="9" y="4760"/>
                    <a:pt x="20" y="4774"/>
                    <a:pt x="31" y="4774"/>
                  </a:cubicBezTo>
                  <a:cubicBezTo>
                    <a:pt x="57" y="4774"/>
                    <a:pt x="87" y="4707"/>
                    <a:pt x="109" y="4707"/>
                  </a:cubicBezTo>
                  <a:cubicBezTo>
                    <a:pt x="114" y="4707"/>
                    <a:pt x="118" y="4710"/>
                    <a:pt x="122" y="4718"/>
                  </a:cubicBezTo>
                  <a:cubicBezTo>
                    <a:pt x="183" y="4749"/>
                    <a:pt x="335" y="4749"/>
                    <a:pt x="244" y="4870"/>
                  </a:cubicBezTo>
                  <a:lnTo>
                    <a:pt x="153" y="5022"/>
                  </a:lnTo>
                  <a:cubicBezTo>
                    <a:pt x="204" y="5002"/>
                    <a:pt x="247" y="4992"/>
                    <a:pt x="283" y="4992"/>
                  </a:cubicBezTo>
                  <a:cubicBezTo>
                    <a:pt x="355" y="4992"/>
                    <a:pt x="396" y="5032"/>
                    <a:pt x="396" y="5113"/>
                  </a:cubicBezTo>
                  <a:lnTo>
                    <a:pt x="396" y="5144"/>
                  </a:lnTo>
                  <a:cubicBezTo>
                    <a:pt x="396" y="5296"/>
                    <a:pt x="396" y="5448"/>
                    <a:pt x="609" y="5509"/>
                  </a:cubicBezTo>
                  <a:lnTo>
                    <a:pt x="700" y="5539"/>
                  </a:lnTo>
                  <a:cubicBezTo>
                    <a:pt x="761" y="5661"/>
                    <a:pt x="791" y="5782"/>
                    <a:pt x="791" y="5904"/>
                  </a:cubicBezTo>
                  <a:lnTo>
                    <a:pt x="822" y="5995"/>
                  </a:lnTo>
                  <a:cubicBezTo>
                    <a:pt x="974" y="6116"/>
                    <a:pt x="1126" y="6208"/>
                    <a:pt x="1247" y="6329"/>
                  </a:cubicBezTo>
                  <a:lnTo>
                    <a:pt x="1217" y="6724"/>
                  </a:lnTo>
                  <a:lnTo>
                    <a:pt x="1217" y="6785"/>
                  </a:lnTo>
                  <a:cubicBezTo>
                    <a:pt x="1217" y="6816"/>
                    <a:pt x="1369" y="6876"/>
                    <a:pt x="1551" y="6876"/>
                  </a:cubicBezTo>
                  <a:lnTo>
                    <a:pt x="1612" y="6846"/>
                  </a:lnTo>
                  <a:lnTo>
                    <a:pt x="1673" y="6846"/>
                  </a:lnTo>
                  <a:cubicBezTo>
                    <a:pt x="1712" y="6830"/>
                    <a:pt x="1741" y="6823"/>
                    <a:pt x="1761" y="6823"/>
                  </a:cubicBezTo>
                  <a:cubicBezTo>
                    <a:pt x="1817" y="6823"/>
                    <a:pt x="1793" y="6885"/>
                    <a:pt x="1703" y="6998"/>
                  </a:cubicBezTo>
                  <a:lnTo>
                    <a:pt x="1642" y="7059"/>
                  </a:lnTo>
                  <a:cubicBezTo>
                    <a:pt x="1642" y="7119"/>
                    <a:pt x="1703" y="7119"/>
                    <a:pt x="1733" y="7119"/>
                  </a:cubicBezTo>
                  <a:lnTo>
                    <a:pt x="1825" y="7119"/>
                  </a:lnTo>
                  <a:cubicBezTo>
                    <a:pt x="1836" y="7114"/>
                    <a:pt x="1847" y="7111"/>
                    <a:pt x="1856" y="7111"/>
                  </a:cubicBezTo>
                  <a:cubicBezTo>
                    <a:pt x="1897" y="7111"/>
                    <a:pt x="1922" y="7156"/>
                    <a:pt x="1946" y="7180"/>
                  </a:cubicBezTo>
                  <a:lnTo>
                    <a:pt x="1946" y="7241"/>
                  </a:lnTo>
                  <a:lnTo>
                    <a:pt x="1946" y="7302"/>
                  </a:lnTo>
                  <a:cubicBezTo>
                    <a:pt x="1916" y="7332"/>
                    <a:pt x="1794" y="7545"/>
                    <a:pt x="1825" y="7606"/>
                  </a:cubicBezTo>
                  <a:cubicBezTo>
                    <a:pt x="1855" y="7667"/>
                    <a:pt x="1885" y="7697"/>
                    <a:pt x="1916" y="7758"/>
                  </a:cubicBezTo>
                  <a:lnTo>
                    <a:pt x="2007" y="7819"/>
                  </a:lnTo>
                  <a:cubicBezTo>
                    <a:pt x="2007" y="7821"/>
                    <a:pt x="2008" y="7823"/>
                    <a:pt x="2011" y="7823"/>
                  </a:cubicBezTo>
                  <a:cubicBezTo>
                    <a:pt x="2034" y="7823"/>
                    <a:pt x="2165" y="7697"/>
                    <a:pt x="2220" y="7697"/>
                  </a:cubicBezTo>
                  <a:cubicBezTo>
                    <a:pt x="2281" y="7727"/>
                    <a:pt x="2281" y="7971"/>
                    <a:pt x="2220" y="8275"/>
                  </a:cubicBezTo>
                  <a:lnTo>
                    <a:pt x="2767" y="8305"/>
                  </a:lnTo>
                  <a:cubicBezTo>
                    <a:pt x="2797" y="8305"/>
                    <a:pt x="2828" y="8457"/>
                    <a:pt x="2828" y="8518"/>
                  </a:cubicBezTo>
                  <a:lnTo>
                    <a:pt x="2828" y="8578"/>
                  </a:lnTo>
                  <a:cubicBezTo>
                    <a:pt x="2730" y="8578"/>
                    <a:pt x="2516" y="8501"/>
                    <a:pt x="2419" y="8501"/>
                  </a:cubicBezTo>
                  <a:cubicBezTo>
                    <a:pt x="2395" y="8501"/>
                    <a:pt x="2378" y="8506"/>
                    <a:pt x="2372" y="8518"/>
                  </a:cubicBezTo>
                  <a:cubicBezTo>
                    <a:pt x="2341" y="8578"/>
                    <a:pt x="2402" y="8730"/>
                    <a:pt x="2463" y="8761"/>
                  </a:cubicBezTo>
                  <a:cubicBezTo>
                    <a:pt x="2499" y="8770"/>
                    <a:pt x="2534" y="8773"/>
                    <a:pt x="2570" y="8773"/>
                  </a:cubicBezTo>
                  <a:cubicBezTo>
                    <a:pt x="2656" y="8773"/>
                    <a:pt x="2742" y="8752"/>
                    <a:pt x="2828" y="8730"/>
                  </a:cubicBezTo>
                  <a:cubicBezTo>
                    <a:pt x="2919" y="8700"/>
                    <a:pt x="3040" y="8670"/>
                    <a:pt x="3071" y="8639"/>
                  </a:cubicBezTo>
                  <a:lnTo>
                    <a:pt x="3132" y="8609"/>
                  </a:lnTo>
                  <a:lnTo>
                    <a:pt x="3162" y="8578"/>
                  </a:lnTo>
                  <a:cubicBezTo>
                    <a:pt x="3162" y="8570"/>
                    <a:pt x="3170" y="8566"/>
                    <a:pt x="3182" y="8566"/>
                  </a:cubicBezTo>
                  <a:cubicBezTo>
                    <a:pt x="3210" y="8566"/>
                    <a:pt x="3262" y="8587"/>
                    <a:pt x="3284" y="8609"/>
                  </a:cubicBezTo>
                  <a:cubicBezTo>
                    <a:pt x="3344" y="8670"/>
                    <a:pt x="3375" y="8730"/>
                    <a:pt x="3405" y="8822"/>
                  </a:cubicBezTo>
                  <a:lnTo>
                    <a:pt x="3344" y="8913"/>
                  </a:lnTo>
                  <a:cubicBezTo>
                    <a:pt x="3496" y="9004"/>
                    <a:pt x="3648" y="9065"/>
                    <a:pt x="3800" y="9126"/>
                  </a:cubicBezTo>
                  <a:cubicBezTo>
                    <a:pt x="3922" y="9126"/>
                    <a:pt x="4013" y="9095"/>
                    <a:pt x="4104" y="9034"/>
                  </a:cubicBezTo>
                  <a:lnTo>
                    <a:pt x="4165" y="9156"/>
                  </a:lnTo>
                  <a:cubicBezTo>
                    <a:pt x="4195" y="9217"/>
                    <a:pt x="4195" y="9247"/>
                    <a:pt x="4317" y="9247"/>
                  </a:cubicBezTo>
                  <a:lnTo>
                    <a:pt x="4530" y="9217"/>
                  </a:lnTo>
                  <a:cubicBezTo>
                    <a:pt x="4773" y="9308"/>
                    <a:pt x="5077" y="9399"/>
                    <a:pt x="5107" y="9399"/>
                  </a:cubicBezTo>
                  <a:lnTo>
                    <a:pt x="5472" y="9399"/>
                  </a:lnTo>
                  <a:cubicBezTo>
                    <a:pt x="5533" y="9430"/>
                    <a:pt x="5381" y="9551"/>
                    <a:pt x="5138" y="9642"/>
                  </a:cubicBezTo>
                  <a:lnTo>
                    <a:pt x="5168" y="9916"/>
                  </a:lnTo>
                  <a:lnTo>
                    <a:pt x="5077" y="9916"/>
                  </a:lnTo>
                  <a:lnTo>
                    <a:pt x="4925" y="9946"/>
                  </a:lnTo>
                  <a:cubicBezTo>
                    <a:pt x="4864" y="10068"/>
                    <a:pt x="4773" y="10311"/>
                    <a:pt x="4834" y="10311"/>
                  </a:cubicBezTo>
                  <a:cubicBezTo>
                    <a:pt x="4864" y="10326"/>
                    <a:pt x="4895" y="10334"/>
                    <a:pt x="4925" y="10334"/>
                  </a:cubicBezTo>
                  <a:cubicBezTo>
                    <a:pt x="4955" y="10334"/>
                    <a:pt x="4986" y="10326"/>
                    <a:pt x="5016" y="10311"/>
                  </a:cubicBezTo>
                  <a:lnTo>
                    <a:pt x="5016" y="10402"/>
                  </a:lnTo>
                  <a:lnTo>
                    <a:pt x="5016" y="10433"/>
                  </a:lnTo>
                  <a:lnTo>
                    <a:pt x="5016" y="10493"/>
                  </a:lnTo>
                  <a:cubicBezTo>
                    <a:pt x="5016" y="10509"/>
                    <a:pt x="5031" y="10516"/>
                    <a:pt x="5058" y="10516"/>
                  </a:cubicBezTo>
                  <a:cubicBezTo>
                    <a:pt x="5085" y="10516"/>
                    <a:pt x="5123" y="10509"/>
                    <a:pt x="5168" y="10493"/>
                  </a:cubicBezTo>
                  <a:lnTo>
                    <a:pt x="5229" y="10463"/>
                  </a:lnTo>
                  <a:lnTo>
                    <a:pt x="5290" y="10463"/>
                  </a:lnTo>
                  <a:cubicBezTo>
                    <a:pt x="5351" y="10463"/>
                    <a:pt x="5381" y="10554"/>
                    <a:pt x="5381" y="10585"/>
                  </a:cubicBezTo>
                  <a:cubicBezTo>
                    <a:pt x="5270" y="10629"/>
                    <a:pt x="5158" y="10657"/>
                    <a:pt x="5047" y="10657"/>
                  </a:cubicBezTo>
                  <a:cubicBezTo>
                    <a:pt x="5006" y="10657"/>
                    <a:pt x="4966" y="10654"/>
                    <a:pt x="4925" y="10645"/>
                  </a:cubicBezTo>
                  <a:cubicBezTo>
                    <a:pt x="4854" y="10610"/>
                    <a:pt x="4783" y="10595"/>
                    <a:pt x="4736" y="10595"/>
                  </a:cubicBezTo>
                  <a:cubicBezTo>
                    <a:pt x="4703" y="10595"/>
                    <a:pt x="4682" y="10602"/>
                    <a:pt x="4682" y="10615"/>
                  </a:cubicBezTo>
                  <a:lnTo>
                    <a:pt x="4682" y="10645"/>
                  </a:lnTo>
                  <a:lnTo>
                    <a:pt x="4712" y="10767"/>
                  </a:lnTo>
                  <a:cubicBezTo>
                    <a:pt x="4743" y="10919"/>
                    <a:pt x="4743" y="11071"/>
                    <a:pt x="4712" y="11193"/>
                  </a:cubicBezTo>
                  <a:lnTo>
                    <a:pt x="4803" y="11314"/>
                  </a:lnTo>
                  <a:lnTo>
                    <a:pt x="4834" y="11344"/>
                  </a:lnTo>
                  <a:cubicBezTo>
                    <a:pt x="4895" y="11405"/>
                    <a:pt x="5016" y="11436"/>
                    <a:pt x="5107" y="11436"/>
                  </a:cubicBezTo>
                  <a:lnTo>
                    <a:pt x="5107" y="11648"/>
                  </a:lnTo>
                  <a:cubicBezTo>
                    <a:pt x="5229" y="11709"/>
                    <a:pt x="5199" y="11831"/>
                    <a:pt x="5138" y="11831"/>
                  </a:cubicBezTo>
                  <a:cubicBezTo>
                    <a:pt x="5107" y="11831"/>
                    <a:pt x="5533" y="12135"/>
                    <a:pt x="5472" y="12226"/>
                  </a:cubicBezTo>
                  <a:cubicBezTo>
                    <a:pt x="5442" y="12348"/>
                    <a:pt x="5594" y="12500"/>
                    <a:pt x="5685" y="12530"/>
                  </a:cubicBezTo>
                  <a:cubicBezTo>
                    <a:pt x="5746" y="12560"/>
                    <a:pt x="5563" y="12743"/>
                    <a:pt x="5472" y="12743"/>
                  </a:cubicBezTo>
                  <a:lnTo>
                    <a:pt x="5107" y="12743"/>
                  </a:lnTo>
                  <a:cubicBezTo>
                    <a:pt x="4955" y="12773"/>
                    <a:pt x="4834" y="12803"/>
                    <a:pt x="4712" y="12803"/>
                  </a:cubicBezTo>
                  <a:cubicBezTo>
                    <a:pt x="4651" y="12773"/>
                    <a:pt x="4591" y="12773"/>
                    <a:pt x="4499" y="12773"/>
                  </a:cubicBezTo>
                  <a:cubicBezTo>
                    <a:pt x="4486" y="12877"/>
                    <a:pt x="4457" y="12909"/>
                    <a:pt x="4418" y="12909"/>
                  </a:cubicBezTo>
                  <a:cubicBezTo>
                    <a:pt x="4365" y="12909"/>
                    <a:pt x="4296" y="12851"/>
                    <a:pt x="4226" y="12834"/>
                  </a:cubicBezTo>
                  <a:lnTo>
                    <a:pt x="4195" y="12834"/>
                  </a:lnTo>
                  <a:cubicBezTo>
                    <a:pt x="4135" y="12834"/>
                    <a:pt x="4135" y="12895"/>
                    <a:pt x="4165" y="12925"/>
                  </a:cubicBezTo>
                  <a:cubicBezTo>
                    <a:pt x="4098" y="12970"/>
                    <a:pt x="4015" y="12998"/>
                    <a:pt x="3940" y="12998"/>
                  </a:cubicBezTo>
                  <a:cubicBezTo>
                    <a:pt x="3912" y="12998"/>
                    <a:pt x="3886" y="12994"/>
                    <a:pt x="3861" y="12986"/>
                  </a:cubicBezTo>
                  <a:cubicBezTo>
                    <a:pt x="3851" y="12983"/>
                    <a:pt x="3842" y="12981"/>
                    <a:pt x="3832" y="12981"/>
                  </a:cubicBezTo>
                  <a:cubicBezTo>
                    <a:pt x="3751" y="12981"/>
                    <a:pt x="3676" y="13087"/>
                    <a:pt x="3648" y="13168"/>
                  </a:cubicBezTo>
                  <a:cubicBezTo>
                    <a:pt x="3648" y="13204"/>
                    <a:pt x="3607" y="13219"/>
                    <a:pt x="3566" y="13219"/>
                  </a:cubicBezTo>
                  <a:cubicBezTo>
                    <a:pt x="3537" y="13219"/>
                    <a:pt x="3509" y="13211"/>
                    <a:pt x="3496" y="13199"/>
                  </a:cubicBezTo>
                  <a:cubicBezTo>
                    <a:pt x="3496" y="13199"/>
                    <a:pt x="3376" y="13103"/>
                    <a:pt x="3328" y="13103"/>
                  </a:cubicBezTo>
                  <a:cubicBezTo>
                    <a:pt x="3322" y="13103"/>
                    <a:pt x="3317" y="13104"/>
                    <a:pt x="3314" y="13107"/>
                  </a:cubicBezTo>
                  <a:cubicBezTo>
                    <a:pt x="3284" y="13138"/>
                    <a:pt x="3223" y="13199"/>
                    <a:pt x="3192" y="13229"/>
                  </a:cubicBezTo>
                  <a:cubicBezTo>
                    <a:pt x="3071" y="13229"/>
                    <a:pt x="2980" y="13259"/>
                    <a:pt x="2888" y="13259"/>
                  </a:cubicBezTo>
                  <a:cubicBezTo>
                    <a:pt x="2797" y="13259"/>
                    <a:pt x="2706" y="13381"/>
                    <a:pt x="2676" y="13381"/>
                  </a:cubicBezTo>
                  <a:cubicBezTo>
                    <a:pt x="2615" y="13411"/>
                    <a:pt x="2524" y="13442"/>
                    <a:pt x="2463" y="13472"/>
                  </a:cubicBezTo>
                  <a:lnTo>
                    <a:pt x="2463" y="13533"/>
                  </a:lnTo>
                  <a:cubicBezTo>
                    <a:pt x="2433" y="13715"/>
                    <a:pt x="2372" y="13928"/>
                    <a:pt x="2341" y="14110"/>
                  </a:cubicBezTo>
                  <a:lnTo>
                    <a:pt x="2341" y="14171"/>
                  </a:lnTo>
                  <a:cubicBezTo>
                    <a:pt x="2402" y="14262"/>
                    <a:pt x="2341" y="14354"/>
                    <a:pt x="2189" y="14414"/>
                  </a:cubicBezTo>
                  <a:lnTo>
                    <a:pt x="2159" y="14232"/>
                  </a:lnTo>
                  <a:cubicBezTo>
                    <a:pt x="2129" y="14171"/>
                    <a:pt x="2007" y="14080"/>
                    <a:pt x="1946" y="14080"/>
                  </a:cubicBezTo>
                  <a:lnTo>
                    <a:pt x="1673" y="14141"/>
                  </a:lnTo>
                  <a:cubicBezTo>
                    <a:pt x="1627" y="14115"/>
                    <a:pt x="1568" y="14104"/>
                    <a:pt x="1503" y="14104"/>
                  </a:cubicBezTo>
                  <a:cubicBezTo>
                    <a:pt x="1264" y="14104"/>
                    <a:pt x="934" y="14245"/>
                    <a:pt x="791" y="14293"/>
                  </a:cubicBezTo>
                  <a:cubicBezTo>
                    <a:pt x="639" y="14354"/>
                    <a:pt x="609" y="14414"/>
                    <a:pt x="761" y="14414"/>
                  </a:cubicBezTo>
                  <a:lnTo>
                    <a:pt x="791" y="14445"/>
                  </a:lnTo>
                  <a:cubicBezTo>
                    <a:pt x="822" y="14536"/>
                    <a:pt x="882" y="14597"/>
                    <a:pt x="974" y="14597"/>
                  </a:cubicBezTo>
                  <a:cubicBezTo>
                    <a:pt x="1065" y="14627"/>
                    <a:pt x="974" y="14810"/>
                    <a:pt x="943" y="14840"/>
                  </a:cubicBezTo>
                  <a:cubicBezTo>
                    <a:pt x="913" y="14840"/>
                    <a:pt x="852" y="14840"/>
                    <a:pt x="822" y="14870"/>
                  </a:cubicBezTo>
                  <a:cubicBezTo>
                    <a:pt x="761" y="14931"/>
                    <a:pt x="730" y="14992"/>
                    <a:pt x="730" y="15053"/>
                  </a:cubicBezTo>
                  <a:lnTo>
                    <a:pt x="730" y="15083"/>
                  </a:lnTo>
                  <a:cubicBezTo>
                    <a:pt x="852" y="15114"/>
                    <a:pt x="852" y="15174"/>
                    <a:pt x="761" y="15174"/>
                  </a:cubicBezTo>
                  <a:lnTo>
                    <a:pt x="730" y="15205"/>
                  </a:lnTo>
                  <a:cubicBezTo>
                    <a:pt x="709" y="15233"/>
                    <a:pt x="689" y="15243"/>
                    <a:pt x="671" y="15243"/>
                  </a:cubicBezTo>
                  <a:cubicBezTo>
                    <a:pt x="625" y="15243"/>
                    <a:pt x="588" y="15181"/>
                    <a:pt x="552" y="15181"/>
                  </a:cubicBezTo>
                  <a:cubicBezTo>
                    <a:pt x="540" y="15181"/>
                    <a:pt x="529" y="15188"/>
                    <a:pt x="518" y="15205"/>
                  </a:cubicBezTo>
                  <a:cubicBezTo>
                    <a:pt x="457" y="15266"/>
                    <a:pt x="396" y="15357"/>
                    <a:pt x="335" y="15417"/>
                  </a:cubicBezTo>
                  <a:cubicBezTo>
                    <a:pt x="305" y="15478"/>
                    <a:pt x="305" y="15509"/>
                    <a:pt x="274" y="15539"/>
                  </a:cubicBezTo>
                  <a:lnTo>
                    <a:pt x="244" y="15661"/>
                  </a:lnTo>
                  <a:cubicBezTo>
                    <a:pt x="320" y="15761"/>
                    <a:pt x="437" y="15820"/>
                    <a:pt x="527" y="15820"/>
                  </a:cubicBezTo>
                  <a:cubicBezTo>
                    <a:pt x="545" y="15820"/>
                    <a:pt x="563" y="15818"/>
                    <a:pt x="578" y="15813"/>
                  </a:cubicBezTo>
                  <a:lnTo>
                    <a:pt x="639" y="15752"/>
                  </a:lnTo>
                  <a:lnTo>
                    <a:pt x="700" y="15721"/>
                  </a:lnTo>
                  <a:cubicBezTo>
                    <a:pt x="705" y="15720"/>
                    <a:pt x="710" y="15719"/>
                    <a:pt x="715" y="15719"/>
                  </a:cubicBezTo>
                  <a:cubicBezTo>
                    <a:pt x="821" y="15719"/>
                    <a:pt x="815" y="16028"/>
                    <a:pt x="670" y="16086"/>
                  </a:cubicBezTo>
                  <a:cubicBezTo>
                    <a:pt x="518" y="16177"/>
                    <a:pt x="426" y="16299"/>
                    <a:pt x="426" y="16451"/>
                  </a:cubicBezTo>
                  <a:cubicBezTo>
                    <a:pt x="457" y="16573"/>
                    <a:pt x="518" y="16694"/>
                    <a:pt x="578" y="16816"/>
                  </a:cubicBezTo>
                  <a:lnTo>
                    <a:pt x="578" y="16968"/>
                  </a:lnTo>
                  <a:lnTo>
                    <a:pt x="578" y="17028"/>
                  </a:lnTo>
                  <a:cubicBezTo>
                    <a:pt x="560" y="17066"/>
                    <a:pt x="576" y="17092"/>
                    <a:pt x="619" y="17092"/>
                  </a:cubicBezTo>
                  <a:cubicBezTo>
                    <a:pt x="646" y="17092"/>
                    <a:pt x="684" y="17082"/>
                    <a:pt x="730" y="17059"/>
                  </a:cubicBezTo>
                  <a:lnTo>
                    <a:pt x="791" y="17059"/>
                  </a:lnTo>
                  <a:lnTo>
                    <a:pt x="882" y="17089"/>
                  </a:lnTo>
                  <a:cubicBezTo>
                    <a:pt x="822" y="17180"/>
                    <a:pt x="761" y="17241"/>
                    <a:pt x="730" y="17332"/>
                  </a:cubicBezTo>
                  <a:lnTo>
                    <a:pt x="791" y="17393"/>
                  </a:lnTo>
                  <a:lnTo>
                    <a:pt x="882" y="17515"/>
                  </a:lnTo>
                  <a:cubicBezTo>
                    <a:pt x="943" y="17484"/>
                    <a:pt x="1004" y="17424"/>
                    <a:pt x="1095" y="17393"/>
                  </a:cubicBezTo>
                  <a:lnTo>
                    <a:pt x="1095" y="17393"/>
                  </a:lnTo>
                  <a:cubicBezTo>
                    <a:pt x="1065" y="17576"/>
                    <a:pt x="1034" y="17728"/>
                    <a:pt x="1004" y="17880"/>
                  </a:cubicBezTo>
                  <a:cubicBezTo>
                    <a:pt x="974" y="18001"/>
                    <a:pt x="943" y="18335"/>
                    <a:pt x="1034" y="18396"/>
                  </a:cubicBezTo>
                  <a:cubicBezTo>
                    <a:pt x="1080" y="18411"/>
                    <a:pt x="1133" y="18419"/>
                    <a:pt x="1186" y="18419"/>
                  </a:cubicBezTo>
                  <a:cubicBezTo>
                    <a:pt x="1240" y="18419"/>
                    <a:pt x="1293" y="18411"/>
                    <a:pt x="1338" y="18396"/>
                  </a:cubicBezTo>
                  <a:lnTo>
                    <a:pt x="1490" y="18396"/>
                  </a:lnTo>
                  <a:cubicBezTo>
                    <a:pt x="1612" y="18396"/>
                    <a:pt x="1490" y="18700"/>
                    <a:pt x="1399" y="18761"/>
                  </a:cubicBezTo>
                  <a:lnTo>
                    <a:pt x="1126" y="19004"/>
                  </a:lnTo>
                  <a:lnTo>
                    <a:pt x="1186" y="19035"/>
                  </a:lnTo>
                  <a:cubicBezTo>
                    <a:pt x="1247" y="19095"/>
                    <a:pt x="1247" y="19126"/>
                    <a:pt x="1186" y="19156"/>
                  </a:cubicBezTo>
                  <a:cubicBezTo>
                    <a:pt x="1095" y="19217"/>
                    <a:pt x="1034" y="19217"/>
                    <a:pt x="943" y="19247"/>
                  </a:cubicBezTo>
                  <a:cubicBezTo>
                    <a:pt x="791" y="19247"/>
                    <a:pt x="913" y="19278"/>
                    <a:pt x="913" y="19339"/>
                  </a:cubicBezTo>
                  <a:cubicBezTo>
                    <a:pt x="913" y="19430"/>
                    <a:pt x="791" y="19490"/>
                    <a:pt x="1004" y="19490"/>
                  </a:cubicBezTo>
                  <a:cubicBezTo>
                    <a:pt x="1126" y="19490"/>
                    <a:pt x="1277" y="19460"/>
                    <a:pt x="1399" y="19430"/>
                  </a:cubicBezTo>
                  <a:cubicBezTo>
                    <a:pt x="1414" y="19415"/>
                    <a:pt x="1429" y="19407"/>
                    <a:pt x="1448" y="19407"/>
                  </a:cubicBezTo>
                  <a:cubicBezTo>
                    <a:pt x="1467" y="19407"/>
                    <a:pt x="1490" y="19415"/>
                    <a:pt x="1521" y="19430"/>
                  </a:cubicBezTo>
                  <a:lnTo>
                    <a:pt x="1551" y="19460"/>
                  </a:lnTo>
                  <a:cubicBezTo>
                    <a:pt x="1581" y="19490"/>
                    <a:pt x="1642" y="19521"/>
                    <a:pt x="1703" y="19521"/>
                  </a:cubicBezTo>
                  <a:cubicBezTo>
                    <a:pt x="1794" y="19551"/>
                    <a:pt x="1885" y="19551"/>
                    <a:pt x="1977" y="19582"/>
                  </a:cubicBezTo>
                  <a:cubicBezTo>
                    <a:pt x="2068" y="19642"/>
                    <a:pt x="2189" y="19673"/>
                    <a:pt x="2281" y="19734"/>
                  </a:cubicBezTo>
                  <a:cubicBezTo>
                    <a:pt x="2372" y="19794"/>
                    <a:pt x="2463" y="19855"/>
                    <a:pt x="2554" y="19886"/>
                  </a:cubicBezTo>
                  <a:lnTo>
                    <a:pt x="2676" y="19825"/>
                  </a:lnTo>
                  <a:cubicBezTo>
                    <a:pt x="2706" y="19825"/>
                    <a:pt x="2767" y="19855"/>
                    <a:pt x="2767" y="19886"/>
                  </a:cubicBezTo>
                  <a:lnTo>
                    <a:pt x="2828" y="20098"/>
                  </a:lnTo>
                  <a:cubicBezTo>
                    <a:pt x="3040" y="20068"/>
                    <a:pt x="3527" y="20068"/>
                    <a:pt x="3618" y="20068"/>
                  </a:cubicBezTo>
                  <a:cubicBezTo>
                    <a:pt x="3699" y="20068"/>
                    <a:pt x="3794" y="20055"/>
                    <a:pt x="3857" y="20055"/>
                  </a:cubicBezTo>
                  <a:cubicBezTo>
                    <a:pt x="3888" y="20055"/>
                    <a:pt x="3912" y="20058"/>
                    <a:pt x="3922" y="20068"/>
                  </a:cubicBezTo>
                  <a:cubicBezTo>
                    <a:pt x="3952" y="20068"/>
                    <a:pt x="4256" y="20098"/>
                    <a:pt x="4591" y="20129"/>
                  </a:cubicBezTo>
                  <a:lnTo>
                    <a:pt x="4773" y="20372"/>
                  </a:lnTo>
                  <a:cubicBezTo>
                    <a:pt x="4778" y="20367"/>
                    <a:pt x="4795" y="20364"/>
                    <a:pt x="4819" y="20364"/>
                  </a:cubicBezTo>
                  <a:cubicBezTo>
                    <a:pt x="4932" y="20364"/>
                    <a:pt x="5204" y="20419"/>
                    <a:pt x="5229" y="20494"/>
                  </a:cubicBezTo>
                  <a:cubicBezTo>
                    <a:pt x="5242" y="20533"/>
                    <a:pt x="5294" y="20544"/>
                    <a:pt x="5357" y="20544"/>
                  </a:cubicBezTo>
                  <a:cubicBezTo>
                    <a:pt x="5440" y="20544"/>
                    <a:pt x="5542" y="20524"/>
                    <a:pt x="5594" y="20524"/>
                  </a:cubicBezTo>
                  <a:cubicBezTo>
                    <a:pt x="5654" y="20524"/>
                    <a:pt x="5989" y="20646"/>
                    <a:pt x="6110" y="20646"/>
                  </a:cubicBezTo>
                  <a:cubicBezTo>
                    <a:pt x="6164" y="20637"/>
                    <a:pt x="6217" y="20633"/>
                    <a:pt x="6271" y="20633"/>
                  </a:cubicBezTo>
                  <a:cubicBezTo>
                    <a:pt x="6400" y="20633"/>
                    <a:pt x="6529" y="20654"/>
                    <a:pt x="6658" y="20676"/>
                  </a:cubicBezTo>
                  <a:lnTo>
                    <a:pt x="6901" y="20676"/>
                  </a:lnTo>
                  <a:lnTo>
                    <a:pt x="7053" y="20615"/>
                  </a:lnTo>
                  <a:cubicBezTo>
                    <a:pt x="7053" y="20706"/>
                    <a:pt x="7083" y="20737"/>
                    <a:pt x="7174" y="20737"/>
                  </a:cubicBezTo>
                  <a:lnTo>
                    <a:pt x="7265" y="20737"/>
                  </a:lnTo>
                  <a:cubicBezTo>
                    <a:pt x="7296" y="20767"/>
                    <a:pt x="7296" y="20798"/>
                    <a:pt x="7296" y="20798"/>
                  </a:cubicBezTo>
                  <a:lnTo>
                    <a:pt x="7296" y="20858"/>
                  </a:lnTo>
                  <a:cubicBezTo>
                    <a:pt x="7296" y="20897"/>
                    <a:pt x="7311" y="20911"/>
                    <a:pt x="7334" y="20911"/>
                  </a:cubicBezTo>
                  <a:cubicBezTo>
                    <a:pt x="7381" y="20911"/>
                    <a:pt x="7458" y="20849"/>
                    <a:pt x="7478" y="20828"/>
                  </a:cubicBezTo>
                  <a:cubicBezTo>
                    <a:pt x="7491" y="20802"/>
                    <a:pt x="7526" y="20793"/>
                    <a:pt x="7566" y="20793"/>
                  </a:cubicBezTo>
                  <a:cubicBezTo>
                    <a:pt x="7621" y="20793"/>
                    <a:pt x="7686" y="20810"/>
                    <a:pt x="7721" y="20828"/>
                  </a:cubicBezTo>
                  <a:cubicBezTo>
                    <a:pt x="7752" y="20828"/>
                    <a:pt x="7721" y="20889"/>
                    <a:pt x="7630" y="20949"/>
                  </a:cubicBezTo>
                  <a:cubicBezTo>
                    <a:pt x="7613" y="21034"/>
                    <a:pt x="7671" y="21053"/>
                    <a:pt x="7732" y="21053"/>
                  </a:cubicBezTo>
                  <a:cubicBezTo>
                    <a:pt x="7780" y="21053"/>
                    <a:pt x="7829" y="21041"/>
                    <a:pt x="7843" y="21041"/>
                  </a:cubicBezTo>
                  <a:cubicBezTo>
                    <a:pt x="7873" y="21041"/>
                    <a:pt x="7904" y="20980"/>
                    <a:pt x="7904" y="20980"/>
                  </a:cubicBezTo>
                  <a:lnTo>
                    <a:pt x="7934" y="20949"/>
                  </a:lnTo>
                  <a:cubicBezTo>
                    <a:pt x="7939" y="20945"/>
                    <a:pt x="7946" y="20943"/>
                    <a:pt x="7956" y="20943"/>
                  </a:cubicBezTo>
                  <a:cubicBezTo>
                    <a:pt x="8005" y="20943"/>
                    <a:pt x="8107" y="20986"/>
                    <a:pt x="8155" y="20986"/>
                  </a:cubicBezTo>
                  <a:cubicBezTo>
                    <a:pt x="8165" y="20986"/>
                    <a:pt x="8173" y="20984"/>
                    <a:pt x="8177" y="20980"/>
                  </a:cubicBezTo>
                  <a:cubicBezTo>
                    <a:pt x="8192" y="20965"/>
                    <a:pt x="8212" y="20959"/>
                    <a:pt x="8234" y="20959"/>
                  </a:cubicBezTo>
                  <a:cubicBezTo>
                    <a:pt x="8304" y="20959"/>
                    <a:pt x="8397" y="21018"/>
                    <a:pt x="8420" y="21041"/>
                  </a:cubicBezTo>
                  <a:cubicBezTo>
                    <a:pt x="8426" y="21051"/>
                    <a:pt x="8442" y="21055"/>
                    <a:pt x="8465" y="21055"/>
                  </a:cubicBezTo>
                  <a:cubicBezTo>
                    <a:pt x="8555" y="21055"/>
                    <a:pt x="8751" y="20996"/>
                    <a:pt x="8866" y="20996"/>
                  </a:cubicBezTo>
                  <a:cubicBezTo>
                    <a:pt x="8897" y="20996"/>
                    <a:pt x="8921" y="21000"/>
                    <a:pt x="8937" y="21010"/>
                  </a:cubicBezTo>
                  <a:cubicBezTo>
                    <a:pt x="8998" y="21071"/>
                    <a:pt x="9089" y="21101"/>
                    <a:pt x="9180" y="21132"/>
                  </a:cubicBezTo>
                  <a:lnTo>
                    <a:pt x="9241" y="21101"/>
                  </a:lnTo>
                  <a:lnTo>
                    <a:pt x="9302" y="21071"/>
                  </a:lnTo>
                  <a:cubicBezTo>
                    <a:pt x="9322" y="21051"/>
                    <a:pt x="9366" y="21044"/>
                    <a:pt x="9419" y="21044"/>
                  </a:cubicBezTo>
                  <a:cubicBezTo>
                    <a:pt x="9525" y="21044"/>
                    <a:pt x="9667" y="21071"/>
                    <a:pt x="9728" y="21071"/>
                  </a:cubicBezTo>
                  <a:cubicBezTo>
                    <a:pt x="9849" y="21071"/>
                    <a:pt x="10001" y="21041"/>
                    <a:pt x="10031" y="21041"/>
                  </a:cubicBezTo>
                  <a:lnTo>
                    <a:pt x="10366" y="21041"/>
                  </a:lnTo>
                  <a:lnTo>
                    <a:pt x="10457" y="21010"/>
                  </a:lnTo>
                  <a:cubicBezTo>
                    <a:pt x="10491" y="20996"/>
                    <a:pt x="10520" y="20990"/>
                    <a:pt x="10545" y="20990"/>
                  </a:cubicBezTo>
                  <a:cubicBezTo>
                    <a:pt x="10656" y="20990"/>
                    <a:pt x="10687" y="21111"/>
                    <a:pt x="10775" y="21111"/>
                  </a:cubicBezTo>
                  <a:cubicBezTo>
                    <a:pt x="10789" y="21111"/>
                    <a:pt x="10804" y="21108"/>
                    <a:pt x="10822" y="21101"/>
                  </a:cubicBezTo>
                  <a:cubicBezTo>
                    <a:pt x="10844" y="21101"/>
                    <a:pt x="10962" y="21037"/>
                    <a:pt x="11025" y="21037"/>
                  </a:cubicBezTo>
                  <a:cubicBezTo>
                    <a:pt x="11049" y="21037"/>
                    <a:pt x="11065" y="21046"/>
                    <a:pt x="11065" y="21071"/>
                  </a:cubicBezTo>
                  <a:cubicBezTo>
                    <a:pt x="11065" y="21107"/>
                    <a:pt x="11075" y="21121"/>
                    <a:pt x="11084" y="21121"/>
                  </a:cubicBezTo>
                  <a:cubicBezTo>
                    <a:pt x="11090" y="21121"/>
                    <a:pt x="11095" y="21114"/>
                    <a:pt x="11095" y="21101"/>
                  </a:cubicBezTo>
                  <a:cubicBezTo>
                    <a:pt x="11102" y="21095"/>
                    <a:pt x="11112" y="21093"/>
                    <a:pt x="11125" y="21093"/>
                  </a:cubicBezTo>
                  <a:cubicBezTo>
                    <a:pt x="11160" y="21093"/>
                    <a:pt x="11213" y="21110"/>
                    <a:pt x="11248" y="21110"/>
                  </a:cubicBezTo>
                  <a:cubicBezTo>
                    <a:pt x="11261" y="21110"/>
                    <a:pt x="11271" y="21108"/>
                    <a:pt x="11278" y="21101"/>
                  </a:cubicBezTo>
                  <a:cubicBezTo>
                    <a:pt x="11338" y="21041"/>
                    <a:pt x="11490" y="20919"/>
                    <a:pt x="11551" y="20919"/>
                  </a:cubicBezTo>
                  <a:cubicBezTo>
                    <a:pt x="11612" y="20980"/>
                    <a:pt x="11673" y="21010"/>
                    <a:pt x="11734" y="21071"/>
                  </a:cubicBezTo>
                  <a:cubicBezTo>
                    <a:pt x="11741" y="21086"/>
                    <a:pt x="11752" y="21092"/>
                    <a:pt x="11764" y="21092"/>
                  </a:cubicBezTo>
                  <a:cubicBezTo>
                    <a:pt x="11804" y="21092"/>
                    <a:pt x="11863" y="21033"/>
                    <a:pt x="11886" y="21010"/>
                  </a:cubicBezTo>
                  <a:cubicBezTo>
                    <a:pt x="11890" y="21006"/>
                    <a:pt x="11894" y="21004"/>
                    <a:pt x="11900" y="21004"/>
                  </a:cubicBezTo>
                  <a:cubicBezTo>
                    <a:pt x="11939" y="21004"/>
                    <a:pt x="12015" y="21091"/>
                    <a:pt x="12068" y="21223"/>
                  </a:cubicBezTo>
                  <a:lnTo>
                    <a:pt x="12159" y="21101"/>
                  </a:lnTo>
                  <a:cubicBezTo>
                    <a:pt x="12232" y="21000"/>
                    <a:pt x="12284" y="20961"/>
                    <a:pt x="12334" y="20961"/>
                  </a:cubicBezTo>
                  <a:cubicBezTo>
                    <a:pt x="12390" y="20961"/>
                    <a:pt x="12445" y="21008"/>
                    <a:pt x="12524" y="21071"/>
                  </a:cubicBezTo>
                  <a:cubicBezTo>
                    <a:pt x="12554" y="21101"/>
                    <a:pt x="12585" y="21101"/>
                    <a:pt x="12615" y="21101"/>
                  </a:cubicBezTo>
                  <a:cubicBezTo>
                    <a:pt x="12654" y="21062"/>
                    <a:pt x="12693" y="21048"/>
                    <a:pt x="12730" y="21048"/>
                  </a:cubicBezTo>
                  <a:cubicBezTo>
                    <a:pt x="12808" y="21048"/>
                    <a:pt x="12878" y="21111"/>
                    <a:pt x="12919" y="21132"/>
                  </a:cubicBezTo>
                  <a:cubicBezTo>
                    <a:pt x="12980" y="21162"/>
                    <a:pt x="13041" y="21193"/>
                    <a:pt x="13132" y="21223"/>
                  </a:cubicBezTo>
                  <a:lnTo>
                    <a:pt x="13284" y="21253"/>
                  </a:lnTo>
                  <a:cubicBezTo>
                    <a:pt x="13375" y="21223"/>
                    <a:pt x="13497" y="21223"/>
                    <a:pt x="13618" y="21193"/>
                  </a:cubicBezTo>
                  <a:cubicBezTo>
                    <a:pt x="13643" y="21168"/>
                    <a:pt x="13747" y="21124"/>
                    <a:pt x="13802" y="21124"/>
                  </a:cubicBezTo>
                  <a:cubicBezTo>
                    <a:pt x="13815" y="21124"/>
                    <a:pt x="13825" y="21126"/>
                    <a:pt x="13831" y="21132"/>
                  </a:cubicBezTo>
                  <a:cubicBezTo>
                    <a:pt x="13837" y="21138"/>
                    <a:pt x="13846" y="21140"/>
                    <a:pt x="13855" y="21140"/>
                  </a:cubicBezTo>
                  <a:cubicBezTo>
                    <a:pt x="13895" y="21140"/>
                    <a:pt x="13959" y="21101"/>
                    <a:pt x="13983" y="21101"/>
                  </a:cubicBezTo>
                  <a:cubicBezTo>
                    <a:pt x="14026" y="21080"/>
                    <a:pt x="14054" y="21058"/>
                    <a:pt x="14088" y="21058"/>
                  </a:cubicBezTo>
                  <a:cubicBezTo>
                    <a:pt x="14102" y="21058"/>
                    <a:pt x="14117" y="21062"/>
                    <a:pt x="14135" y="21071"/>
                  </a:cubicBezTo>
                  <a:lnTo>
                    <a:pt x="14165" y="21101"/>
                  </a:lnTo>
                  <a:lnTo>
                    <a:pt x="14226" y="21132"/>
                  </a:lnTo>
                  <a:cubicBezTo>
                    <a:pt x="14244" y="21141"/>
                    <a:pt x="14270" y="21144"/>
                    <a:pt x="14298" y="21144"/>
                  </a:cubicBezTo>
                  <a:cubicBezTo>
                    <a:pt x="14365" y="21144"/>
                    <a:pt x="14448" y="21123"/>
                    <a:pt x="14469" y="21101"/>
                  </a:cubicBezTo>
                  <a:cubicBezTo>
                    <a:pt x="14478" y="21093"/>
                    <a:pt x="14492" y="21089"/>
                    <a:pt x="14508" y="21089"/>
                  </a:cubicBezTo>
                  <a:cubicBezTo>
                    <a:pt x="14545" y="21089"/>
                    <a:pt x="14591" y="21110"/>
                    <a:pt x="14591" y="21132"/>
                  </a:cubicBezTo>
                  <a:lnTo>
                    <a:pt x="15412" y="21132"/>
                  </a:lnTo>
                  <a:lnTo>
                    <a:pt x="15928" y="21010"/>
                  </a:lnTo>
                  <a:lnTo>
                    <a:pt x="16080" y="21071"/>
                  </a:lnTo>
                  <a:lnTo>
                    <a:pt x="16263" y="21162"/>
                  </a:lnTo>
                  <a:cubicBezTo>
                    <a:pt x="16290" y="21158"/>
                    <a:pt x="16324" y="21156"/>
                    <a:pt x="16363" y="21156"/>
                  </a:cubicBezTo>
                  <a:cubicBezTo>
                    <a:pt x="16516" y="21156"/>
                    <a:pt x="16740" y="21184"/>
                    <a:pt x="16907" y="21184"/>
                  </a:cubicBezTo>
                  <a:cubicBezTo>
                    <a:pt x="16981" y="21184"/>
                    <a:pt x="17044" y="21178"/>
                    <a:pt x="17083" y="21162"/>
                  </a:cubicBezTo>
                  <a:cubicBezTo>
                    <a:pt x="17296" y="21132"/>
                    <a:pt x="17509" y="21071"/>
                    <a:pt x="17722" y="21071"/>
                  </a:cubicBezTo>
                  <a:cubicBezTo>
                    <a:pt x="17772" y="21061"/>
                    <a:pt x="17826" y="21058"/>
                    <a:pt x="17881" y="21058"/>
                  </a:cubicBezTo>
                  <a:cubicBezTo>
                    <a:pt x="17992" y="21058"/>
                    <a:pt x="18107" y="21071"/>
                    <a:pt x="18208" y="21071"/>
                  </a:cubicBezTo>
                  <a:lnTo>
                    <a:pt x="18329" y="21041"/>
                  </a:lnTo>
                  <a:lnTo>
                    <a:pt x="18512" y="21010"/>
                  </a:lnTo>
                  <a:cubicBezTo>
                    <a:pt x="18603" y="21056"/>
                    <a:pt x="18694" y="21079"/>
                    <a:pt x="18782" y="21079"/>
                  </a:cubicBezTo>
                  <a:cubicBezTo>
                    <a:pt x="18869" y="21079"/>
                    <a:pt x="18953" y="21056"/>
                    <a:pt x="19029" y="21010"/>
                  </a:cubicBezTo>
                  <a:cubicBezTo>
                    <a:pt x="19089" y="20949"/>
                    <a:pt x="19363" y="20949"/>
                    <a:pt x="19454" y="20949"/>
                  </a:cubicBezTo>
                  <a:lnTo>
                    <a:pt x="19758" y="20949"/>
                  </a:lnTo>
                  <a:cubicBezTo>
                    <a:pt x="19910" y="21010"/>
                    <a:pt x="20062" y="21041"/>
                    <a:pt x="20244" y="21041"/>
                  </a:cubicBezTo>
                  <a:cubicBezTo>
                    <a:pt x="20336" y="21010"/>
                    <a:pt x="20457" y="20980"/>
                    <a:pt x="20579" y="20949"/>
                  </a:cubicBezTo>
                  <a:lnTo>
                    <a:pt x="20700" y="21010"/>
                  </a:lnTo>
                  <a:lnTo>
                    <a:pt x="20792" y="21071"/>
                  </a:lnTo>
                  <a:cubicBezTo>
                    <a:pt x="20944" y="21010"/>
                    <a:pt x="21126" y="20980"/>
                    <a:pt x="21308" y="20980"/>
                  </a:cubicBezTo>
                  <a:lnTo>
                    <a:pt x="21399" y="20980"/>
                  </a:lnTo>
                  <a:cubicBezTo>
                    <a:pt x="21472" y="20980"/>
                    <a:pt x="21487" y="21058"/>
                    <a:pt x="21583" y="21058"/>
                  </a:cubicBezTo>
                  <a:cubicBezTo>
                    <a:pt x="21607" y="21058"/>
                    <a:pt x="21637" y="21053"/>
                    <a:pt x="21673" y="21041"/>
                  </a:cubicBezTo>
                  <a:cubicBezTo>
                    <a:pt x="21713" y="21027"/>
                    <a:pt x="21747" y="21021"/>
                    <a:pt x="21775" y="21021"/>
                  </a:cubicBezTo>
                  <a:cubicBezTo>
                    <a:pt x="21876" y="21021"/>
                    <a:pt x="21903" y="21098"/>
                    <a:pt x="21855" y="21193"/>
                  </a:cubicBezTo>
                  <a:lnTo>
                    <a:pt x="21855" y="21253"/>
                  </a:lnTo>
                  <a:cubicBezTo>
                    <a:pt x="21828" y="21281"/>
                    <a:pt x="22127" y="21409"/>
                    <a:pt x="22204" y="21409"/>
                  </a:cubicBezTo>
                  <a:cubicBezTo>
                    <a:pt x="22212" y="21409"/>
                    <a:pt x="22217" y="21408"/>
                    <a:pt x="22220" y="21405"/>
                  </a:cubicBezTo>
                  <a:cubicBezTo>
                    <a:pt x="22281" y="21345"/>
                    <a:pt x="22159" y="21253"/>
                    <a:pt x="22099" y="21223"/>
                  </a:cubicBezTo>
                  <a:cubicBezTo>
                    <a:pt x="22038" y="21193"/>
                    <a:pt x="22038" y="21132"/>
                    <a:pt x="22099" y="21132"/>
                  </a:cubicBezTo>
                  <a:cubicBezTo>
                    <a:pt x="22159" y="21101"/>
                    <a:pt x="22190" y="21010"/>
                    <a:pt x="22220" y="21010"/>
                  </a:cubicBezTo>
                  <a:cubicBezTo>
                    <a:pt x="22229" y="21006"/>
                    <a:pt x="22238" y="21004"/>
                    <a:pt x="22248" y="21004"/>
                  </a:cubicBezTo>
                  <a:cubicBezTo>
                    <a:pt x="22306" y="21004"/>
                    <a:pt x="22381" y="21071"/>
                    <a:pt x="22433" y="21071"/>
                  </a:cubicBezTo>
                  <a:cubicBezTo>
                    <a:pt x="22585" y="21071"/>
                    <a:pt x="22706" y="21071"/>
                    <a:pt x="22767" y="21223"/>
                  </a:cubicBezTo>
                  <a:lnTo>
                    <a:pt x="22798" y="21284"/>
                  </a:lnTo>
                  <a:cubicBezTo>
                    <a:pt x="22889" y="21345"/>
                    <a:pt x="23071" y="21436"/>
                    <a:pt x="23223" y="21466"/>
                  </a:cubicBezTo>
                  <a:lnTo>
                    <a:pt x="23223" y="21557"/>
                  </a:lnTo>
                  <a:lnTo>
                    <a:pt x="23223" y="21618"/>
                  </a:lnTo>
                  <a:cubicBezTo>
                    <a:pt x="23223" y="21635"/>
                    <a:pt x="23228" y="21643"/>
                    <a:pt x="23237" y="21643"/>
                  </a:cubicBezTo>
                  <a:cubicBezTo>
                    <a:pt x="23260" y="21643"/>
                    <a:pt x="23309" y="21593"/>
                    <a:pt x="23375" y="21527"/>
                  </a:cubicBezTo>
                  <a:lnTo>
                    <a:pt x="23466" y="21436"/>
                  </a:lnTo>
                  <a:cubicBezTo>
                    <a:pt x="23588" y="21345"/>
                    <a:pt x="23801" y="21345"/>
                    <a:pt x="23862" y="21162"/>
                  </a:cubicBezTo>
                  <a:cubicBezTo>
                    <a:pt x="23879" y="21110"/>
                    <a:pt x="23947" y="21037"/>
                    <a:pt x="24013" y="21037"/>
                  </a:cubicBezTo>
                  <a:cubicBezTo>
                    <a:pt x="24062" y="21037"/>
                    <a:pt x="24109" y="21077"/>
                    <a:pt x="24135" y="21193"/>
                  </a:cubicBezTo>
                  <a:lnTo>
                    <a:pt x="24135" y="21223"/>
                  </a:lnTo>
                  <a:cubicBezTo>
                    <a:pt x="24196" y="21223"/>
                    <a:pt x="24409" y="21314"/>
                    <a:pt x="24409" y="21345"/>
                  </a:cubicBezTo>
                  <a:cubicBezTo>
                    <a:pt x="24409" y="21436"/>
                    <a:pt x="24378" y="21497"/>
                    <a:pt x="24317" y="21527"/>
                  </a:cubicBezTo>
                  <a:cubicBezTo>
                    <a:pt x="24226" y="21557"/>
                    <a:pt x="24105" y="21588"/>
                    <a:pt x="24013" y="21588"/>
                  </a:cubicBezTo>
                  <a:lnTo>
                    <a:pt x="23953" y="21466"/>
                  </a:lnTo>
                  <a:lnTo>
                    <a:pt x="23953" y="21436"/>
                  </a:lnTo>
                  <a:cubicBezTo>
                    <a:pt x="23941" y="21430"/>
                    <a:pt x="23928" y="21428"/>
                    <a:pt x="23915" y="21428"/>
                  </a:cubicBezTo>
                  <a:cubicBezTo>
                    <a:pt x="23859" y="21428"/>
                    <a:pt x="23795" y="21472"/>
                    <a:pt x="23770" y="21497"/>
                  </a:cubicBezTo>
                  <a:cubicBezTo>
                    <a:pt x="23740" y="21527"/>
                    <a:pt x="23862" y="21588"/>
                    <a:pt x="23892" y="21618"/>
                  </a:cubicBezTo>
                  <a:cubicBezTo>
                    <a:pt x="23953" y="21649"/>
                    <a:pt x="24013" y="21679"/>
                    <a:pt x="24074" y="21709"/>
                  </a:cubicBezTo>
                  <a:cubicBezTo>
                    <a:pt x="24101" y="21709"/>
                    <a:pt x="24176" y="21805"/>
                    <a:pt x="24235" y="21805"/>
                  </a:cubicBezTo>
                  <a:cubicBezTo>
                    <a:pt x="24243" y="21805"/>
                    <a:pt x="24250" y="21804"/>
                    <a:pt x="24257" y="21801"/>
                  </a:cubicBezTo>
                  <a:cubicBezTo>
                    <a:pt x="24348" y="21740"/>
                    <a:pt x="24439" y="21649"/>
                    <a:pt x="24500" y="21557"/>
                  </a:cubicBezTo>
                  <a:lnTo>
                    <a:pt x="24682" y="21557"/>
                  </a:lnTo>
                  <a:cubicBezTo>
                    <a:pt x="24956" y="21557"/>
                    <a:pt x="25229" y="21497"/>
                    <a:pt x="25503" y="21405"/>
                  </a:cubicBezTo>
                  <a:cubicBezTo>
                    <a:pt x="25503" y="21405"/>
                    <a:pt x="25564" y="21436"/>
                    <a:pt x="25564" y="21466"/>
                  </a:cubicBezTo>
                  <a:lnTo>
                    <a:pt x="25564" y="21497"/>
                  </a:lnTo>
                  <a:cubicBezTo>
                    <a:pt x="25503" y="21527"/>
                    <a:pt x="25442" y="21557"/>
                    <a:pt x="25351" y="21588"/>
                  </a:cubicBezTo>
                  <a:cubicBezTo>
                    <a:pt x="25290" y="21588"/>
                    <a:pt x="25017" y="21679"/>
                    <a:pt x="25017" y="21740"/>
                  </a:cubicBezTo>
                  <a:cubicBezTo>
                    <a:pt x="25017" y="21831"/>
                    <a:pt x="24834" y="21892"/>
                    <a:pt x="24773" y="21892"/>
                  </a:cubicBezTo>
                  <a:cubicBezTo>
                    <a:pt x="24713" y="21892"/>
                    <a:pt x="24682" y="21922"/>
                    <a:pt x="24652" y="21953"/>
                  </a:cubicBezTo>
                  <a:lnTo>
                    <a:pt x="25017" y="21953"/>
                  </a:lnTo>
                  <a:cubicBezTo>
                    <a:pt x="25169" y="21892"/>
                    <a:pt x="25290" y="21831"/>
                    <a:pt x="25412" y="21709"/>
                  </a:cubicBezTo>
                  <a:cubicBezTo>
                    <a:pt x="25426" y="21695"/>
                    <a:pt x="25443" y="21689"/>
                    <a:pt x="25462" y="21689"/>
                  </a:cubicBezTo>
                  <a:cubicBezTo>
                    <a:pt x="25522" y="21689"/>
                    <a:pt x="25594" y="21754"/>
                    <a:pt x="25594" y="21801"/>
                  </a:cubicBezTo>
                  <a:cubicBezTo>
                    <a:pt x="25594" y="21831"/>
                    <a:pt x="25533" y="21892"/>
                    <a:pt x="25412" y="21892"/>
                  </a:cubicBezTo>
                  <a:lnTo>
                    <a:pt x="25472" y="22013"/>
                  </a:lnTo>
                  <a:cubicBezTo>
                    <a:pt x="25533" y="21998"/>
                    <a:pt x="25586" y="21991"/>
                    <a:pt x="25640" y="21991"/>
                  </a:cubicBezTo>
                  <a:cubicBezTo>
                    <a:pt x="25693" y="21991"/>
                    <a:pt x="25746" y="21998"/>
                    <a:pt x="25807" y="22013"/>
                  </a:cubicBezTo>
                  <a:cubicBezTo>
                    <a:pt x="25811" y="22017"/>
                    <a:pt x="25815" y="22019"/>
                    <a:pt x="25820" y="22019"/>
                  </a:cubicBezTo>
                  <a:cubicBezTo>
                    <a:pt x="25852" y="22019"/>
                    <a:pt x="25898" y="21937"/>
                    <a:pt x="25898" y="21831"/>
                  </a:cubicBezTo>
                  <a:lnTo>
                    <a:pt x="26020" y="21831"/>
                  </a:lnTo>
                  <a:cubicBezTo>
                    <a:pt x="26060" y="21839"/>
                    <a:pt x="26099" y="21843"/>
                    <a:pt x="26133" y="21843"/>
                  </a:cubicBezTo>
                  <a:cubicBezTo>
                    <a:pt x="26228" y="21843"/>
                    <a:pt x="26293" y="21815"/>
                    <a:pt x="26293" y="21770"/>
                  </a:cubicBezTo>
                  <a:lnTo>
                    <a:pt x="26293" y="21709"/>
                  </a:lnTo>
                  <a:lnTo>
                    <a:pt x="26293" y="21649"/>
                  </a:lnTo>
                  <a:cubicBezTo>
                    <a:pt x="26263" y="21618"/>
                    <a:pt x="26202" y="21436"/>
                    <a:pt x="26263" y="21436"/>
                  </a:cubicBezTo>
                  <a:cubicBezTo>
                    <a:pt x="26266" y="21433"/>
                    <a:pt x="26270" y="21432"/>
                    <a:pt x="26277" y="21432"/>
                  </a:cubicBezTo>
                  <a:cubicBezTo>
                    <a:pt x="26330" y="21432"/>
                    <a:pt x="26492" y="21511"/>
                    <a:pt x="26580" y="21511"/>
                  </a:cubicBezTo>
                  <a:cubicBezTo>
                    <a:pt x="26601" y="21511"/>
                    <a:pt x="26617" y="21507"/>
                    <a:pt x="26628" y="21497"/>
                  </a:cubicBezTo>
                  <a:cubicBezTo>
                    <a:pt x="26645" y="21491"/>
                    <a:pt x="26659" y="21488"/>
                    <a:pt x="26670" y="21488"/>
                  </a:cubicBezTo>
                  <a:cubicBezTo>
                    <a:pt x="26718" y="21488"/>
                    <a:pt x="26713" y="21533"/>
                    <a:pt x="26688" y="21557"/>
                  </a:cubicBezTo>
                  <a:cubicBezTo>
                    <a:pt x="26658" y="21588"/>
                    <a:pt x="26445" y="21709"/>
                    <a:pt x="26506" y="21770"/>
                  </a:cubicBezTo>
                  <a:cubicBezTo>
                    <a:pt x="26536" y="21801"/>
                    <a:pt x="26658" y="21922"/>
                    <a:pt x="26688" y="21953"/>
                  </a:cubicBezTo>
                  <a:cubicBezTo>
                    <a:pt x="26688" y="21974"/>
                    <a:pt x="26719" y="21996"/>
                    <a:pt x="26747" y="21996"/>
                  </a:cubicBezTo>
                  <a:cubicBezTo>
                    <a:pt x="26759" y="21996"/>
                    <a:pt x="26771" y="21992"/>
                    <a:pt x="26779" y="21983"/>
                  </a:cubicBezTo>
                  <a:cubicBezTo>
                    <a:pt x="26810" y="21953"/>
                    <a:pt x="26810" y="21679"/>
                    <a:pt x="26871" y="21588"/>
                  </a:cubicBezTo>
                  <a:cubicBezTo>
                    <a:pt x="26901" y="21497"/>
                    <a:pt x="26931" y="21405"/>
                    <a:pt x="26931" y="21314"/>
                  </a:cubicBezTo>
                  <a:lnTo>
                    <a:pt x="26931" y="21223"/>
                  </a:lnTo>
                  <a:cubicBezTo>
                    <a:pt x="26959" y="21169"/>
                    <a:pt x="27082" y="21066"/>
                    <a:pt x="27130" y="21066"/>
                  </a:cubicBezTo>
                  <a:cubicBezTo>
                    <a:pt x="27136" y="21066"/>
                    <a:pt x="27141" y="21068"/>
                    <a:pt x="27144" y="21071"/>
                  </a:cubicBezTo>
                  <a:lnTo>
                    <a:pt x="27296" y="21345"/>
                  </a:lnTo>
                  <a:lnTo>
                    <a:pt x="27418" y="21405"/>
                  </a:lnTo>
                  <a:lnTo>
                    <a:pt x="27448" y="21436"/>
                  </a:lnTo>
                  <a:cubicBezTo>
                    <a:pt x="27479" y="21527"/>
                    <a:pt x="27661" y="21618"/>
                    <a:pt x="27631" y="21649"/>
                  </a:cubicBezTo>
                  <a:cubicBezTo>
                    <a:pt x="27600" y="21709"/>
                    <a:pt x="27448" y="21892"/>
                    <a:pt x="27418" y="21953"/>
                  </a:cubicBezTo>
                  <a:cubicBezTo>
                    <a:pt x="27404" y="21966"/>
                    <a:pt x="27409" y="21972"/>
                    <a:pt x="27425" y="21972"/>
                  </a:cubicBezTo>
                  <a:cubicBezTo>
                    <a:pt x="27482" y="21972"/>
                    <a:pt x="27675" y="21902"/>
                    <a:pt x="27722" y="21831"/>
                  </a:cubicBezTo>
                  <a:cubicBezTo>
                    <a:pt x="27751" y="21791"/>
                    <a:pt x="27781" y="21755"/>
                    <a:pt x="27813" y="21722"/>
                  </a:cubicBezTo>
                  <a:lnTo>
                    <a:pt x="27813" y="21722"/>
                  </a:lnTo>
                  <a:lnTo>
                    <a:pt x="27813" y="21831"/>
                  </a:lnTo>
                  <a:cubicBezTo>
                    <a:pt x="27813" y="21861"/>
                    <a:pt x="27843" y="21861"/>
                    <a:pt x="27874" y="21861"/>
                  </a:cubicBezTo>
                  <a:lnTo>
                    <a:pt x="28573" y="21861"/>
                  </a:lnTo>
                  <a:cubicBezTo>
                    <a:pt x="28634" y="21861"/>
                    <a:pt x="28755" y="21709"/>
                    <a:pt x="28755" y="21649"/>
                  </a:cubicBezTo>
                  <a:cubicBezTo>
                    <a:pt x="28783" y="21594"/>
                    <a:pt x="28884" y="21366"/>
                    <a:pt x="28948" y="21366"/>
                  </a:cubicBezTo>
                  <a:cubicBezTo>
                    <a:pt x="28955" y="21366"/>
                    <a:pt x="28962" y="21369"/>
                    <a:pt x="28968" y="21375"/>
                  </a:cubicBezTo>
                  <a:cubicBezTo>
                    <a:pt x="28985" y="21386"/>
                    <a:pt x="29001" y="21391"/>
                    <a:pt x="29016" y="21391"/>
                  </a:cubicBezTo>
                  <a:cubicBezTo>
                    <a:pt x="29081" y="21391"/>
                    <a:pt x="29126" y="21297"/>
                    <a:pt x="29150" y="21223"/>
                  </a:cubicBezTo>
                  <a:cubicBezTo>
                    <a:pt x="29150" y="21155"/>
                    <a:pt x="29167" y="21120"/>
                    <a:pt x="29189" y="21120"/>
                  </a:cubicBezTo>
                  <a:cubicBezTo>
                    <a:pt x="29196" y="21120"/>
                    <a:pt x="29204" y="21124"/>
                    <a:pt x="29211" y="21132"/>
                  </a:cubicBezTo>
                  <a:cubicBezTo>
                    <a:pt x="29233" y="21199"/>
                    <a:pt x="29191" y="21363"/>
                    <a:pt x="29297" y="21363"/>
                  </a:cubicBezTo>
                  <a:cubicBezTo>
                    <a:pt x="29336" y="21363"/>
                    <a:pt x="29395" y="21341"/>
                    <a:pt x="29485" y="21284"/>
                  </a:cubicBezTo>
                  <a:cubicBezTo>
                    <a:pt x="29485" y="21284"/>
                    <a:pt x="29606" y="21345"/>
                    <a:pt x="29606" y="21405"/>
                  </a:cubicBezTo>
                  <a:lnTo>
                    <a:pt x="29637" y="21709"/>
                  </a:lnTo>
                  <a:cubicBezTo>
                    <a:pt x="29758" y="21801"/>
                    <a:pt x="29849" y="21861"/>
                    <a:pt x="29971" y="21922"/>
                  </a:cubicBezTo>
                  <a:lnTo>
                    <a:pt x="30062" y="21922"/>
                  </a:lnTo>
                  <a:cubicBezTo>
                    <a:pt x="30123" y="21892"/>
                    <a:pt x="30123" y="21861"/>
                    <a:pt x="30093" y="21801"/>
                  </a:cubicBezTo>
                  <a:cubicBezTo>
                    <a:pt x="30062" y="21801"/>
                    <a:pt x="29789" y="21740"/>
                    <a:pt x="29849" y="21649"/>
                  </a:cubicBezTo>
                  <a:cubicBezTo>
                    <a:pt x="29854" y="21634"/>
                    <a:pt x="29861" y="21628"/>
                    <a:pt x="29871" y="21628"/>
                  </a:cubicBezTo>
                  <a:cubicBezTo>
                    <a:pt x="29916" y="21628"/>
                    <a:pt x="30011" y="21773"/>
                    <a:pt x="30127" y="21773"/>
                  </a:cubicBezTo>
                  <a:cubicBezTo>
                    <a:pt x="30135" y="21773"/>
                    <a:pt x="30144" y="21772"/>
                    <a:pt x="30153" y="21770"/>
                  </a:cubicBezTo>
                  <a:cubicBezTo>
                    <a:pt x="30275" y="21770"/>
                    <a:pt x="30670" y="21770"/>
                    <a:pt x="30761" y="21679"/>
                  </a:cubicBezTo>
                  <a:cubicBezTo>
                    <a:pt x="30853" y="21588"/>
                    <a:pt x="30944" y="21527"/>
                    <a:pt x="30944" y="21527"/>
                  </a:cubicBezTo>
                  <a:lnTo>
                    <a:pt x="30944" y="21527"/>
                  </a:lnTo>
                  <a:cubicBezTo>
                    <a:pt x="31035" y="21588"/>
                    <a:pt x="30883" y="21770"/>
                    <a:pt x="31065" y="21770"/>
                  </a:cubicBezTo>
                  <a:cubicBezTo>
                    <a:pt x="31126" y="21740"/>
                    <a:pt x="31217" y="21649"/>
                    <a:pt x="31248" y="21557"/>
                  </a:cubicBezTo>
                  <a:lnTo>
                    <a:pt x="31308" y="21497"/>
                  </a:lnTo>
                  <a:cubicBezTo>
                    <a:pt x="31308" y="21436"/>
                    <a:pt x="31552" y="21436"/>
                    <a:pt x="31643" y="21436"/>
                  </a:cubicBezTo>
                  <a:cubicBezTo>
                    <a:pt x="31734" y="21466"/>
                    <a:pt x="31704" y="21679"/>
                    <a:pt x="31612" y="21679"/>
                  </a:cubicBezTo>
                  <a:lnTo>
                    <a:pt x="31248" y="21679"/>
                  </a:lnTo>
                  <a:lnTo>
                    <a:pt x="31278" y="21770"/>
                  </a:lnTo>
                  <a:lnTo>
                    <a:pt x="31278" y="21801"/>
                  </a:lnTo>
                  <a:cubicBezTo>
                    <a:pt x="31369" y="21831"/>
                    <a:pt x="31460" y="21831"/>
                    <a:pt x="31552" y="21831"/>
                  </a:cubicBezTo>
                  <a:cubicBezTo>
                    <a:pt x="31576" y="21831"/>
                    <a:pt x="31736" y="21753"/>
                    <a:pt x="31831" y="21753"/>
                  </a:cubicBezTo>
                  <a:cubicBezTo>
                    <a:pt x="31854" y="21753"/>
                    <a:pt x="31874" y="21758"/>
                    <a:pt x="31886" y="21770"/>
                  </a:cubicBezTo>
                  <a:cubicBezTo>
                    <a:pt x="31947" y="21831"/>
                    <a:pt x="32008" y="21892"/>
                    <a:pt x="32068" y="21922"/>
                  </a:cubicBezTo>
                  <a:cubicBezTo>
                    <a:pt x="32099" y="21922"/>
                    <a:pt x="32129" y="21892"/>
                    <a:pt x="32160" y="21861"/>
                  </a:cubicBezTo>
                  <a:lnTo>
                    <a:pt x="32160" y="21831"/>
                  </a:lnTo>
                  <a:cubicBezTo>
                    <a:pt x="32129" y="21801"/>
                    <a:pt x="32312" y="21679"/>
                    <a:pt x="32403" y="21649"/>
                  </a:cubicBezTo>
                  <a:cubicBezTo>
                    <a:pt x="32423" y="21635"/>
                    <a:pt x="32444" y="21629"/>
                    <a:pt x="32464" y="21629"/>
                  </a:cubicBezTo>
                  <a:cubicBezTo>
                    <a:pt x="32533" y="21629"/>
                    <a:pt x="32599" y="21700"/>
                    <a:pt x="32646" y="21770"/>
                  </a:cubicBezTo>
                  <a:lnTo>
                    <a:pt x="32737" y="21801"/>
                  </a:lnTo>
                  <a:lnTo>
                    <a:pt x="32828" y="21831"/>
                  </a:lnTo>
                  <a:cubicBezTo>
                    <a:pt x="32957" y="21809"/>
                    <a:pt x="33071" y="21788"/>
                    <a:pt x="33191" y="21788"/>
                  </a:cubicBezTo>
                  <a:cubicBezTo>
                    <a:pt x="33241" y="21788"/>
                    <a:pt x="33292" y="21792"/>
                    <a:pt x="33345" y="21801"/>
                  </a:cubicBezTo>
                  <a:lnTo>
                    <a:pt x="33558" y="21861"/>
                  </a:lnTo>
                  <a:lnTo>
                    <a:pt x="34074" y="21861"/>
                  </a:lnTo>
                  <a:cubicBezTo>
                    <a:pt x="34257" y="21892"/>
                    <a:pt x="34409" y="21922"/>
                    <a:pt x="34561" y="21922"/>
                  </a:cubicBezTo>
                  <a:lnTo>
                    <a:pt x="34561" y="21649"/>
                  </a:lnTo>
                  <a:cubicBezTo>
                    <a:pt x="34576" y="21625"/>
                    <a:pt x="34600" y="21616"/>
                    <a:pt x="34627" y="21616"/>
                  </a:cubicBezTo>
                  <a:cubicBezTo>
                    <a:pt x="34705" y="21616"/>
                    <a:pt x="34812" y="21695"/>
                    <a:pt x="34834" y="21740"/>
                  </a:cubicBezTo>
                  <a:cubicBezTo>
                    <a:pt x="34846" y="21763"/>
                    <a:pt x="34893" y="21773"/>
                    <a:pt x="34954" y="21773"/>
                  </a:cubicBezTo>
                  <a:cubicBezTo>
                    <a:pt x="35052" y="21773"/>
                    <a:pt x="35185" y="21747"/>
                    <a:pt x="35260" y="21709"/>
                  </a:cubicBezTo>
                  <a:cubicBezTo>
                    <a:pt x="35292" y="21688"/>
                    <a:pt x="35328" y="21678"/>
                    <a:pt x="35364" y="21678"/>
                  </a:cubicBezTo>
                  <a:cubicBezTo>
                    <a:pt x="35430" y="21678"/>
                    <a:pt x="35494" y="21711"/>
                    <a:pt x="35533" y="21770"/>
                  </a:cubicBezTo>
                  <a:lnTo>
                    <a:pt x="35594" y="21801"/>
                  </a:lnTo>
                  <a:lnTo>
                    <a:pt x="35655" y="21861"/>
                  </a:lnTo>
                  <a:cubicBezTo>
                    <a:pt x="35659" y="21863"/>
                    <a:pt x="35663" y="21864"/>
                    <a:pt x="35667" y="21864"/>
                  </a:cubicBezTo>
                  <a:cubicBezTo>
                    <a:pt x="35724" y="21864"/>
                    <a:pt x="35777" y="21673"/>
                    <a:pt x="35777" y="21588"/>
                  </a:cubicBezTo>
                  <a:cubicBezTo>
                    <a:pt x="35789" y="21552"/>
                    <a:pt x="35805" y="21540"/>
                    <a:pt x="35823" y="21540"/>
                  </a:cubicBezTo>
                  <a:cubicBezTo>
                    <a:pt x="35850" y="21540"/>
                    <a:pt x="35880" y="21569"/>
                    <a:pt x="35898" y="21588"/>
                  </a:cubicBezTo>
                  <a:cubicBezTo>
                    <a:pt x="35898" y="21618"/>
                    <a:pt x="36050" y="21740"/>
                    <a:pt x="35989" y="21770"/>
                  </a:cubicBezTo>
                  <a:cubicBezTo>
                    <a:pt x="35929" y="21801"/>
                    <a:pt x="36020" y="21831"/>
                    <a:pt x="36263" y="21861"/>
                  </a:cubicBezTo>
                  <a:lnTo>
                    <a:pt x="36415" y="21892"/>
                  </a:lnTo>
                  <a:lnTo>
                    <a:pt x="36445" y="21892"/>
                  </a:lnTo>
                  <a:lnTo>
                    <a:pt x="36749" y="21861"/>
                  </a:lnTo>
                  <a:lnTo>
                    <a:pt x="36871" y="21831"/>
                  </a:lnTo>
                  <a:cubicBezTo>
                    <a:pt x="36977" y="21831"/>
                    <a:pt x="37084" y="21846"/>
                    <a:pt x="37186" y="21846"/>
                  </a:cubicBezTo>
                  <a:cubicBezTo>
                    <a:pt x="37289" y="21846"/>
                    <a:pt x="37388" y="21831"/>
                    <a:pt x="37479" y="21770"/>
                  </a:cubicBezTo>
                  <a:cubicBezTo>
                    <a:pt x="37496" y="21753"/>
                    <a:pt x="37515" y="21746"/>
                    <a:pt x="37534" y="21746"/>
                  </a:cubicBezTo>
                  <a:cubicBezTo>
                    <a:pt x="37583" y="21746"/>
                    <a:pt x="37631" y="21796"/>
                    <a:pt x="37631" y="21861"/>
                  </a:cubicBezTo>
                  <a:cubicBezTo>
                    <a:pt x="37631" y="21900"/>
                    <a:pt x="37642" y="21912"/>
                    <a:pt x="37659" y="21912"/>
                  </a:cubicBezTo>
                  <a:cubicBezTo>
                    <a:pt x="37683" y="21912"/>
                    <a:pt x="37718" y="21892"/>
                    <a:pt x="37752" y="21892"/>
                  </a:cubicBezTo>
                  <a:lnTo>
                    <a:pt x="37844" y="21861"/>
                  </a:lnTo>
                  <a:cubicBezTo>
                    <a:pt x="37935" y="21861"/>
                    <a:pt x="38026" y="21801"/>
                    <a:pt x="38056" y="21709"/>
                  </a:cubicBezTo>
                  <a:cubicBezTo>
                    <a:pt x="38056" y="21679"/>
                    <a:pt x="38102" y="21664"/>
                    <a:pt x="38174" y="21664"/>
                  </a:cubicBezTo>
                  <a:cubicBezTo>
                    <a:pt x="38246" y="21664"/>
                    <a:pt x="38345" y="21679"/>
                    <a:pt x="38451" y="21709"/>
                  </a:cubicBezTo>
                  <a:lnTo>
                    <a:pt x="38451" y="21892"/>
                  </a:lnTo>
                  <a:cubicBezTo>
                    <a:pt x="38482" y="21907"/>
                    <a:pt x="38512" y="21915"/>
                    <a:pt x="38539" y="21915"/>
                  </a:cubicBezTo>
                  <a:cubicBezTo>
                    <a:pt x="38565" y="21915"/>
                    <a:pt x="38588" y="21907"/>
                    <a:pt x="38603" y="21892"/>
                  </a:cubicBezTo>
                  <a:lnTo>
                    <a:pt x="38695" y="21861"/>
                  </a:lnTo>
                  <a:cubicBezTo>
                    <a:pt x="38718" y="21838"/>
                    <a:pt x="38750" y="21828"/>
                    <a:pt x="38786" y="21828"/>
                  </a:cubicBezTo>
                  <a:cubicBezTo>
                    <a:pt x="38844" y="21828"/>
                    <a:pt x="38912" y="21854"/>
                    <a:pt x="38968" y="21892"/>
                  </a:cubicBezTo>
                  <a:cubicBezTo>
                    <a:pt x="38972" y="21896"/>
                    <a:pt x="38978" y="21898"/>
                    <a:pt x="38986" y="21898"/>
                  </a:cubicBezTo>
                  <a:cubicBezTo>
                    <a:pt x="39031" y="21898"/>
                    <a:pt x="39124" y="21827"/>
                    <a:pt x="39151" y="21801"/>
                  </a:cubicBezTo>
                  <a:cubicBezTo>
                    <a:pt x="39163" y="21788"/>
                    <a:pt x="39197" y="21781"/>
                    <a:pt x="39242" y="21781"/>
                  </a:cubicBezTo>
                  <a:cubicBezTo>
                    <a:pt x="39307" y="21781"/>
                    <a:pt x="39396" y="21795"/>
                    <a:pt x="39485" y="21831"/>
                  </a:cubicBezTo>
                  <a:lnTo>
                    <a:pt x="39576" y="21892"/>
                  </a:lnTo>
                  <a:lnTo>
                    <a:pt x="39758" y="22013"/>
                  </a:lnTo>
                  <a:cubicBezTo>
                    <a:pt x="39827" y="21945"/>
                    <a:pt x="39929" y="21911"/>
                    <a:pt x="40041" y="21911"/>
                  </a:cubicBezTo>
                  <a:cubicBezTo>
                    <a:pt x="40078" y="21911"/>
                    <a:pt x="40116" y="21915"/>
                    <a:pt x="40154" y="21922"/>
                  </a:cubicBezTo>
                  <a:lnTo>
                    <a:pt x="40245" y="21922"/>
                  </a:lnTo>
                  <a:cubicBezTo>
                    <a:pt x="40353" y="21895"/>
                    <a:pt x="40485" y="21796"/>
                    <a:pt x="40535" y="21796"/>
                  </a:cubicBezTo>
                  <a:cubicBezTo>
                    <a:pt x="40541" y="21796"/>
                    <a:pt x="40545" y="21797"/>
                    <a:pt x="40549" y="21801"/>
                  </a:cubicBezTo>
                  <a:lnTo>
                    <a:pt x="40762" y="21892"/>
                  </a:lnTo>
                  <a:cubicBezTo>
                    <a:pt x="40808" y="21799"/>
                    <a:pt x="40854" y="21759"/>
                    <a:pt x="40874" y="21759"/>
                  </a:cubicBezTo>
                  <a:cubicBezTo>
                    <a:pt x="40880" y="21759"/>
                    <a:pt x="40883" y="21763"/>
                    <a:pt x="40883" y="21770"/>
                  </a:cubicBezTo>
                  <a:cubicBezTo>
                    <a:pt x="41035" y="21801"/>
                    <a:pt x="41187" y="21861"/>
                    <a:pt x="41309" y="21861"/>
                  </a:cubicBezTo>
                  <a:lnTo>
                    <a:pt x="41977" y="21861"/>
                  </a:lnTo>
                  <a:cubicBezTo>
                    <a:pt x="42069" y="21861"/>
                    <a:pt x="42129" y="21892"/>
                    <a:pt x="42221" y="21892"/>
                  </a:cubicBezTo>
                  <a:cubicBezTo>
                    <a:pt x="42403" y="21953"/>
                    <a:pt x="42585" y="21983"/>
                    <a:pt x="42768" y="21983"/>
                  </a:cubicBezTo>
                  <a:cubicBezTo>
                    <a:pt x="42859" y="21983"/>
                    <a:pt x="42950" y="21953"/>
                    <a:pt x="43041" y="21892"/>
                  </a:cubicBezTo>
                  <a:lnTo>
                    <a:pt x="43072" y="21861"/>
                  </a:lnTo>
                  <a:lnTo>
                    <a:pt x="43102" y="21801"/>
                  </a:lnTo>
                  <a:cubicBezTo>
                    <a:pt x="43123" y="21780"/>
                    <a:pt x="43144" y="21771"/>
                    <a:pt x="43165" y="21771"/>
                  </a:cubicBezTo>
                  <a:cubicBezTo>
                    <a:pt x="43234" y="21771"/>
                    <a:pt x="43298" y="21861"/>
                    <a:pt x="43345" y="21861"/>
                  </a:cubicBezTo>
                  <a:lnTo>
                    <a:pt x="43862" y="21861"/>
                  </a:lnTo>
                  <a:lnTo>
                    <a:pt x="44014" y="21892"/>
                  </a:lnTo>
                  <a:cubicBezTo>
                    <a:pt x="44121" y="21927"/>
                    <a:pt x="44228" y="21942"/>
                    <a:pt x="44334" y="21942"/>
                  </a:cubicBezTo>
                  <a:cubicBezTo>
                    <a:pt x="44410" y="21942"/>
                    <a:pt x="44485" y="21935"/>
                    <a:pt x="44561" y="21922"/>
                  </a:cubicBezTo>
                  <a:lnTo>
                    <a:pt x="44591" y="21922"/>
                  </a:lnTo>
                  <a:cubicBezTo>
                    <a:pt x="44612" y="21922"/>
                    <a:pt x="44726" y="21936"/>
                    <a:pt x="44819" y="21936"/>
                  </a:cubicBezTo>
                  <a:cubicBezTo>
                    <a:pt x="44865" y="21936"/>
                    <a:pt x="44905" y="21932"/>
                    <a:pt x="44926" y="21922"/>
                  </a:cubicBezTo>
                  <a:cubicBezTo>
                    <a:pt x="44939" y="21916"/>
                    <a:pt x="44960" y="21913"/>
                    <a:pt x="44985" y="21913"/>
                  </a:cubicBezTo>
                  <a:cubicBezTo>
                    <a:pt x="45055" y="21913"/>
                    <a:pt x="45161" y="21931"/>
                    <a:pt x="45231" y="21931"/>
                  </a:cubicBezTo>
                  <a:cubicBezTo>
                    <a:pt x="45257" y="21931"/>
                    <a:pt x="45278" y="21929"/>
                    <a:pt x="45290" y="21922"/>
                  </a:cubicBezTo>
                  <a:cubicBezTo>
                    <a:pt x="45309" y="21916"/>
                    <a:pt x="45338" y="21914"/>
                    <a:pt x="45374" y="21914"/>
                  </a:cubicBezTo>
                  <a:cubicBezTo>
                    <a:pt x="45518" y="21914"/>
                    <a:pt x="45771" y="21953"/>
                    <a:pt x="45868" y="21953"/>
                  </a:cubicBezTo>
                  <a:cubicBezTo>
                    <a:pt x="45990" y="21953"/>
                    <a:pt x="46111" y="21922"/>
                    <a:pt x="46233" y="21892"/>
                  </a:cubicBezTo>
                  <a:lnTo>
                    <a:pt x="46415" y="21892"/>
                  </a:lnTo>
                  <a:cubicBezTo>
                    <a:pt x="46446" y="21899"/>
                    <a:pt x="46474" y="21903"/>
                    <a:pt x="46500" y="21903"/>
                  </a:cubicBezTo>
                  <a:cubicBezTo>
                    <a:pt x="46577" y="21903"/>
                    <a:pt x="46628" y="21869"/>
                    <a:pt x="46628" y="21801"/>
                  </a:cubicBezTo>
                  <a:lnTo>
                    <a:pt x="46628" y="21709"/>
                  </a:lnTo>
                  <a:cubicBezTo>
                    <a:pt x="46597" y="21649"/>
                    <a:pt x="46689" y="21618"/>
                    <a:pt x="46749" y="21618"/>
                  </a:cubicBezTo>
                  <a:cubicBezTo>
                    <a:pt x="46780" y="21618"/>
                    <a:pt x="46810" y="21740"/>
                    <a:pt x="46810" y="21801"/>
                  </a:cubicBezTo>
                  <a:cubicBezTo>
                    <a:pt x="46810" y="21831"/>
                    <a:pt x="46871" y="21922"/>
                    <a:pt x="46993" y="21953"/>
                  </a:cubicBezTo>
                  <a:lnTo>
                    <a:pt x="47114" y="21953"/>
                  </a:lnTo>
                  <a:cubicBezTo>
                    <a:pt x="47145" y="21922"/>
                    <a:pt x="47175" y="21892"/>
                    <a:pt x="47175" y="21892"/>
                  </a:cubicBezTo>
                  <a:cubicBezTo>
                    <a:pt x="47205" y="21892"/>
                    <a:pt x="47661" y="21770"/>
                    <a:pt x="47661" y="21770"/>
                  </a:cubicBezTo>
                  <a:lnTo>
                    <a:pt x="47874" y="21892"/>
                  </a:lnTo>
                  <a:cubicBezTo>
                    <a:pt x="48148" y="21861"/>
                    <a:pt x="48452" y="21831"/>
                    <a:pt x="48756" y="21831"/>
                  </a:cubicBezTo>
                  <a:cubicBezTo>
                    <a:pt x="48877" y="21861"/>
                    <a:pt x="48999" y="21861"/>
                    <a:pt x="49120" y="21861"/>
                  </a:cubicBezTo>
                  <a:cubicBezTo>
                    <a:pt x="49151" y="21861"/>
                    <a:pt x="49394" y="21801"/>
                    <a:pt x="49455" y="21801"/>
                  </a:cubicBezTo>
                  <a:cubicBezTo>
                    <a:pt x="49495" y="21801"/>
                    <a:pt x="49590" y="21787"/>
                    <a:pt x="49657" y="21787"/>
                  </a:cubicBezTo>
                  <a:cubicBezTo>
                    <a:pt x="49691" y="21787"/>
                    <a:pt x="49718" y="21790"/>
                    <a:pt x="49728" y="21801"/>
                  </a:cubicBezTo>
                  <a:cubicBezTo>
                    <a:pt x="49850" y="21831"/>
                    <a:pt x="49971" y="21861"/>
                    <a:pt x="50093" y="21892"/>
                  </a:cubicBezTo>
                  <a:lnTo>
                    <a:pt x="50154" y="21831"/>
                  </a:lnTo>
                  <a:lnTo>
                    <a:pt x="50367" y="21649"/>
                  </a:lnTo>
                  <a:cubicBezTo>
                    <a:pt x="50701" y="21770"/>
                    <a:pt x="51066" y="21831"/>
                    <a:pt x="51400" y="21892"/>
                  </a:cubicBezTo>
                  <a:cubicBezTo>
                    <a:pt x="51552" y="21861"/>
                    <a:pt x="51643" y="21709"/>
                    <a:pt x="51704" y="21679"/>
                  </a:cubicBezTo>
                  <a:cubicBezTo>
                    <a:pt x="51707" y="21672"/>
                    <a:pt x="51714" y="21669"/>
                    <a:pt x="51723" y="21669"/>
                  </a:cubicBezTo>
                  <a:cubicBezTo>
                    <a:pt x="51793" y="21669"/>
                    <a:pt x="52021" y="21861"/>
                    <a:pt x="52130" y="21861"/>
                  </a:cubicBezTo>
                  <a:lnTo>
                    <a:pt x="52829" y="21801"/>
                  </a:lnTo>
                  <a:cubicBezTo>
                    <a:pt x="52874" y="21785"/>
                    <a:pt x="52920" y="21778"/>
                    <a:pt x="52965" y="21778"/>
                  </a:cubicBezTo>
                  <a:cubicBezTo>
                    <a:pt x="53011" y="21778"/>
                    <a:pt x="53057" y="21785"/>
                    <a:pt x="53102" y="21801"/>
                  </a:cubicBezTo>
                  <a:cubicBezTo>
                    <a:pt x="53102" y="21801"/>
                    <a:pt x="53152" y="21926"/>
                    <a:pt x="53207" y="21926"/>
                  </a:cubicBezTo>
                  <a:cubicBezTo>
                    <a:pt x="53213" y="21926"/>
                    <a:pt x="53218" y="21925"/>
                    <a:pt x="53224" y="21922"/>
                  </a:cubicBezTo>
                  <a:cubicBezTo>
                    <a:pt x="53315" y="21892"/>
                    <a:pt x="53406" y="21831"/>
                    <a:pt x="53528" y="21831"/>
                  </a:cubicBezTo>
                  <a:cubicBezTo>
                    <a:pt x="53649" y="21831"/>
                    <a:pt x="53740" y="21861"/>
                    <a:pt x="53832" y="21892"/>
                  </a:cubicBezTo>
                  <a:lnTo>
                    <a:pt x="53984" y="21801"/>
                  </a:lnTo>
                  <a:cubicBezTo>
                    <a:pt x="53992" y="21796"/>
                    <a:pt x="54003" y="21794"/>
                    <a:pt x="54017" y="21794"/>
                  </a:cubicBezTo>
                  <a:cubicBezTo>
                    <a:pt x="54096" y="21794"/>
                    <a:pt x="54249" y="21861"/>
                    <a:pt x="54379" y="21861"/>
                  </a:cubicBezTo>
                  <a:lnTo>
                    <a:pt x="54440" y="21861"/>
                  </a:lnTo>
                  <a:cubicBezTo>
                    <a:pt x="54526" y="21840"/>
                    <a:pt x="54612" y="21818"/>
                    <a:pt x="54698" y="21818"/>
                  </a:cubicBezTo>
                  <a:cubicBezTo>
                    <a:pt x="54733" y="21818"/>
                    <a:pt x="54769" y="21822"/>
                    <a:pt x="54804" y="21831"/>
                  </a:cubicBezTo>
                  <a:lnTo>
                    <a:pt x="54956" y="21831"/>
                  </a:lnTo>
                  <a:cubicBezTo>
                    <a:pt x="54956" y="21801"/>
                    <a:pt x="54926" y="21770"/>
                    <a:pt x="54896" y="21770"/>
                  </a:cubicBezTo>
                  <a:lnTo>
                    <a:pt x="54896" y="21740"/>
                  </a:lnTo>
                  <a:cubicBezTo>
                    <a:pt x="54896" y="21715"/>
                    <a:pt x="54896" y="21671"/>
                    <a:pt x="54928" y="21671"/>
                  </a:cubicBezTo>
                  <a:cubicBezTo>
                    <a:pt x="54935" y="21671"/>
                    <a:pt x="54945" y="21673"/>
                    <a:pt x="54956" y="21679"/>
                  </a:cubicBezTo>
                  <a:cubicBezTo>
                    <a:pt x="55017" y="21709"/>
                    <a:pt x="55047" y="21740"/>
                    <a:pt x="55108" y="21740"/>
                  </a:cubicBezTo>
                  <a:cubicBezTo>
                    <a:pt x="55169" y="21740"/>
                    <a:pt x="55203" y="21699"/>
                    <a:pt x="55246" y="21699"/>
                  </a:cubicBezTo>
                  <a:cubicBezTo>
                    <a:pt x="55267" y="21699"/>
                    <a:pt x="55291" y="21709"/>
                    <a:pt x="55321" y="21740"/>
                  </a:cubicBezTo>
                  <a:cubicBezTo>
                    <a:pt x="55321" y="21746"/>
                    <a:pt x="55325" y="21748"/>
                    <a:pt x="55331" y="21748"/>
                  </a:cubicBezTo>
                  <a:cubicBezTo>
                    <a:pt x="55355" y="21748"/>
                    <a:pt x="55418" y="21709"/>
                    <a:pt x="55443" y="21709"/>
                  </a:cubicBezTo>
                  <a:lnTo>
                    <a:pt x="55564" y="21740"/>
                  </a:lnTo>
                  <a:cubicBezTo>
                    <a:pt x="55610" y="21755"/>
                    <a:pt x="55701" y="21755"/>
                    <a:pt x="55788" y="21755"/>
                  </a:cubicBezTo>
                  <a:cubicBezTo>
                    <a:pt x="55876" y="21755"/>
                    <a:pt x="55959" y="21755"/>
                    <a:pt x="55990" y="21770"/>
                  </a:cubicBezTo>
                  <a:cubicBezTo>
                    <a:pt x="56111" y="21831"/>
                    <a:pt x="56233" y="21831"/>
                    <a:pt x="56355" y="21831"/>
                  </a:cubicBezTo>
                  <a:cubicBezTo>
                    <a:pt x="56367" y="21825"/>
                    <a:pt x="56385" y="21822"/>
                    <a:pt x="56407" y="21822"/>
                  </a:cubicBezTo>
                  <a:cubicBezTo>
                    <a:pt x="56494" y="21822"/>
                    <a:pt x="56640" y="21861"/>
                    <a:pt x="56689" y="21861"/>
                  </a:cubicBezTo>
                  <a:lnTo>
                    <a:pt x="56932" y="21831"/>
                  </a:lnTo>
                  <a:lnTo>
                    <a:pt x="56993" y="21861"/>
                  </a:lnTo>
                  <a:lnTo>
                    <a:pt x="57175" y="21922"/>
                  </a:lnTo>
                  <a:cubicBezTo>
                    <a:pt x="57193" y="21851"/>
                    <a:pt x="57211" y="21821"/>
                    <a:pt x="57229" y="21821"/>
                  </a:cubicBezTo>
                  <a:cubicBezTo>
                    <a:pt x="57241" y="21821"/>
                    <a:pt x="57254" y="21836"/>
                    <a:pt x="57266" y="21861"/>
                  </a:cubicBezTo>
                  <a:cubicBezTo>
                    <a:pt x="57266" y="21887"/>
                    <a:pt x="57294" y="21896"/>
                    <a:pt x="57327" y="21896"/>
                  </a:cubicBezTo>
                  <a:cubicBezTo>
                    <a:pt x="57373" y="21896"/>
                    <a:pt x="57431" y="21879"/>
                    <a:pt x="57449" y="21861"/>
                  </a:cubicBezTo>
                  <a:cubicBezTo>
                    <a:pt x="57475" y="21852"/>
                    <a:pt x="57502" y="21849"/>
                    <a:pt x="57528" y="21849"/>
                  </a:cubicBezTo>
                  <a:cubicBezTo>
                    <a:pt x="57591" y="21849"/>
                    <a:pt x="57649" y="21870"/>
                    <a:pt x="57692" y="21892"/>
                  </a:cubicBezTo>
                  <a:lnTo>
                    <a:pt x="57783" y="21801"/>
                  </a:lnTo>
                  <a:lnTo>
                    <a:pt x="57874" y="21740"/>
                  </a:lnTo>
                  <a:cubicBezTo>
                    <a:pt x="57898" y="21717"/>
                    <a:pt x="57925" y="21707"/>
                    <a:pt x="57954" y="21707"/>
                  </a:cubicBezTo>
                  <a:cubicBezTo>
                    <a:pt x="58000" y="21707"/>
                    <a:pt x="58049" y="21733"/>
                    <a:pt x="58087" y="21770"/>
                  </a:cubicBezTo>
                  <a:cubicBezTo>
                    <a:pt x="58087" y="21831"/>
                    <a:pt x="58300" y="21892"/>
                    <a:pt x="58391" y="21892"/>
                  </a:cubicBezTo>
                  <a:cubicBezTo>
                    <a:pt x="58467" y="21866"/>
                    <a:pt x="58628" y="21756"/>
                    <a:pt x="58733" y="21756"/>
                  </a:cubicBezTo>
                  <a:cubicBezTo>
                    <a:pt x="58753" y="21756"/>
                    <a:pt x="58771" y="21760"/>
                    <a:pt x="58786" y="21770"/>
                  </a:cubicBezTo>
                  <a:cubicBezTo>
                    <a:pt x="58832" y="21785"/>
                    <a:pt x="58885" y="21793"/>
                    <a:pt x="58942" y="21793"/>
                  </a:cubicBezTo>
                  <a:cubicBezTo>
                    <a:pt x="58999" y="21793"/>
                    <a:pt x="59060" y="21785"/>
                    <a:pt x="59121" y="21770"/>
                  </a:cubicBezTo>
                  <a:lnTo>
                    <a:pt x="59242" y="21831"/>
                  </a:lnTo>
                  <a:lnTo>
                    <a:pt x="59424" y="21983"/>
                  </a:lnTo>
                  <a:cubicBezTo>
                    <a:pt x="59546" y="21892"/>
                    <a:pt x="59911" y="21892"/>
                    <a:pt x="60002" y="21861"/>
                  </a:cubicBezTo>
                  <a:cubicBezTo>
                    <a:pt x="60093" y="21801"/>
                    <a:pt x="60215" y="21770"/>
                    <a:pt x="60336" y="21740"/>
                  </a:cubicBezTo>
                  <a:cubicBezTo>
                    <a:pt x="60549" y="21801"/>
                    <a:pt x="60792" y="21831"/>
                    <a:pt x="61005" y="21831"/>
                  </a:cubicBezTo>
                  <a:cubicBezTo>
                    <a:pt x="61127" y="21831"/>
                    <a:pt x="61218" y="21831"/>
                    <a:pt x="61339" y="21801"/>
                  </a:cubicBezTo>
                  <a:cubicBezTo>
                    <a:pt x="61362" y="21801"/>
                    <a:pt x="61453" y="21749"/>
                    <a:pt x="61510" y="21749"/>
                  </a:cubicBezTo>
                  <a:cubicBezTo>
                    <a:pt x="61529" y="21749"/>
                    <a:pt x="61545" y="21755"/>
                    <a:pt x="61552" y="21770"/>
                  </a:cubicBezTo>
                  <a:cubicBezTo>
                    <a:pt x="61560" y="21778"/>
                    <a:pt x="61577" y="21782"/>
                    <a:pt x="61601" y="21782"/>
                  </a:cubicBezTo>
                  <a:cubicBezTo>
                    <a:pt x="61672" y="21782"/>
                    <a:pt x="61803" y="21747"/>
                    <a:pt x="61917" y="21679"/>
                  </a:cubicBezTo>
                  <a:lnTo>
                    <a:pt x="62039" y="21709"/>
                  </a:lnTo>
                  <a:lnTo>
                    <a:pt x="62373" y="21801"/>
                  </a:lnTo>
                  <a:cubicBezTo>
                    <a:pt x="62677" y="21770"/>
                    <a:pt x="63011" y="21770"/>
                    <a:pt x="63315" y="21770"/>
                  </a:cubicBezTo>
                  <a:cubicBezTo>
                    <a:pt x="63406" y="21770"/>
                    <a:pt x="63498" y="21679"/>
                    <a:pt x="63558" y="21588"/>
                  </a:cubicBezTo>
                  <a:cubicBezTo>
                    <a:pt x="63558" y="21584"/>
                    <a:pt x="63560" y="21583"/>
                    <a:pt x="63565" y="21583"/>
                  </a:cubicBezTo>
                  <a:cubicBezTo>
                    <a:pt x="63597" y="21583"/>
                    <a:pt x="63751" y="21682"/>
                    <a:pt x="63832" y="21709"/>
                  </a:cubicBezTo>
                  <a:cubicBezTo>
                    <a:pt x="63850" y="21727"/>
                    <a:pt x="63881" y="21735"/>
                    <a:pt x="63916" y="21735"/>
                  </a:cubicBezTo>
                  <a:cubicBezTo>
                    <a:pt x="64002" y="21735"/>
                    <a:pt x="64114" y="21692"/>
                    <a:pt x="64136" y="21649"/>
                  </a:cubicBezTo>
                  <a:cubicBezTo>
                    <a:pt x="64166" y="21633"/>
                    <a:pt x="64197" y="21626"/>
                    <a:pt x="64227" y="21626"/>
                  </a:cubicBezTo>
                  <a:cubicBezTo>
                    <a:pt x="64257" y="21626"/>
                    <a:pt x="64288" y="21633"/>
                    <a:pt x="64318" y="21649"/>
                  </a:cubicBezTo>
                  <a:lnTo>
                    <a:pt x="64379" y="21679"/>
                  </a:lnTo>
                  <a:cubicBezTo>
                    <a:pt x="64485" y="21755"/>
                    <a:pt x="64539" y="21793"/>
                    <a:pt x="64596" y="21793"/>
                  </a:cubicBezTo>
                  <a:cubicBezTo>
                    <a:pt x="64653" y="21793"/>
                    <a:pt x="64713" y="21755"/>
                    <a:pt x="64835" y="21679"/>
                  </a:cubicBezTo>
                  <a:cubicBezTo>
                    <a:pt x="64896" y="21649"/>
                    <a:pt x="65048" y="21618"/>
                    <a:pt x="65048" y="21557"/>
                  </a:cubicBezTo>
                  <a:lnTo>
                    <a:pt x="65108" y="21497"/>
                  </a:lnTo>
                  <a:cubicBezTo>
                    <a:pt x="65121" y="21491"/>
                    <a:pt x="65134" y="21488"/>
                    <a:pt x="65148" y="21488"/>
                  </a:cubicBezTo>
                  <a:cubicBezTo>
                    <a:pt x="65203" y="21488"/>
                    <a:pt x="65267" y="21527"/>
                    <a:pt x="65291" y="21527"/>
                  </a:cubicBezTo>
                  <a:cubicBezTo>
                    <a:pt x="65306" y="21542"/>
                    <a:pt x="65329" y="21550"/>
                    <a:pt x="65352" y="21550"/>
                  </a:cubicBezTo>
                  <a:cubicBezTo>
                    <a:pt x="65374" y="21550"/>
                    <a:pt x="65397" y="21542"/>
                    <a:pt x="65412" y="21527"/>
                  </a:cubicBezTo>
                  <a:cubicBezTo>
                    <a:pt x="65443" y="21527"/>
                    <a:pt x="65504" y="21649"/>
                    <a:pt x="65504" y="21679"/>
                  </a:cubicBezTo>
                  <a:cubicBezTo>
                    <a:pt x="65504" y="21740"/>
                    <a:pt x="65686" y="21770"/>
                    <a:pt x="65777" y="21770"/>
                  </a:cubicBezTo>
                  <a:lnTo>
                    <a:pt x="66142" y="21770"/>
                  </a:lnTo>
                  <a:cubicBezTo>
                    <a:pt x="66182" y="21770"/>
                    <a:pt x="66291" y="21784"/>
                    <a:pt x="66376" y="21784"/>
                  </a:cubicBezTo>
                  <a:cubicBezTo>
                    <a:pt x="66419" y="21784"/>
                    <a:pt x="66456" y="21780"/>
                    <a:pt x="66476" y="21770"/>
                  </a:cubicBezTo>
                  <a:cubicBezTo>
                    <a:pt x="66598" y="21709"/>
                    <a:pt x="66689" y="21679"/>
                    <a:pt x="66811" y="21679"/>
                  </a:cubicBezTo>
                  <a:cubicBezTo>
                    <a:pt x="66871" y="21709"/>
                    <a:pt x="67054" y="21770"/>
                    <a:pt x="67115" y="21770"/>
                  </a:cubicBezTo>
                  <a:cubicBezTo>
                    <a:pt x="67206" y="21770"/>
                    <a:pt x="67297" y="21770"/>
                    <a:pt x="67388" y="21709"/>
                  </a:cubicBezTo>
                  <a:lnTo>
                    <a:pt x="67510" y="21770"/>
                  </a:lnTo>
                  <a:cubicBezTo>
                    <a:pt x="67571" y="21801"/>
                    <a:pt x="67639" y="21816"/>
                    <a:pt x="67707" y="21816"/>
                  </a:cubicBezTo>
                  <a:cubicBezTo>
                    <a:pt x="67776" y="21816"/>
                    <a:pt x="67844" y="21801"/>
                    <a:pt x="67905" y="21770"/>
                  </a:cubicBezTo>
                  <a:lnTo>
                    <a:pt x="68026" y="21709"/>
                  </a:lnTo>
                  <a:cubicBezTo>
                    <a:pt x="68178" y="21709"/>
                    <a:pt x="68330" y="21740"/>
                    <a:pt x="68482" y="21801"/>
                  </a:cubicBezTo>
                  <a:cubicBezTo>
                    <a:pt x="68489" y="21815"/>
                    <a:pt x="68505" y="21821"/>
                    <a:pt x="68525" y="21821"/>
                  </a:cubicBezTo>
                  <a:cubicBezTo>
                    <a:pt x="68593" y="21821"/>
                    <a:pt x="68716" y="21756"/>
                    <a:pt x="68786" y="21709"/>
                  </a:cubicBezTo>
                  <a:cubicBezTo>
                    <a:pt x="68798" y="21704"/>
                    <a:pt x="68815" y="21701"/>
                    <a:pt x="68836" y="21701"/>
                  </a:cubicBezTo>
                  <a:cubicBezTo>
                    <a:pt x="68924" y="21701"/>
                    <a:pt x="69077" y="21746"/>
                    <a:pt x="69151" y="21770"/>
                  </a:cubicBezTo>
                  <a:cubicBezTo>
                    <a:pt x="69173" y="21776"/>
                    <a:pt x="69193" y="21778"/>
                    <a:pt x="69213" y="21778"/>
                  </a:cubicBezTo>
                  <a:cubicBezTo>
                    <a:pt x="69304" y="21778"/>
                    <a:pt x="69375" y="21724"/>
                    <a:pt x="69425" y="21649"/>
                  </a:cubicBezTo>
                  <a:lnTo>
                    <a:pt x="69516" y="21679"/>
                  </a:lnTo>
                  <a:lnTo>
                    <a:pt x="69729" y="21740"/>
                  </a:lnTo>
                  <a:cubicBezTo>
                    <a:pt x="69911" y="21709"/>
                    <a:pt x="70124" y="21679"/>
                    <a:pt x="70154" y="21679"/>
                  </a:cubicBezTo>
                  <a:cubicBezTo>
                    <a:pt x="70428" y="21740"/>
                    <a:pt x="70701" y="21801"/>
                    <a:pt x="70975" y="21801"/>
                  </a:cubicBezTo>
                  <a:cubicBezTo>
                    <a:pt x="71218" y="21740"/>
                    <a:pt x="71492" y="21709"/>
                    <a:pt x="71765" y="21709"/>
                  </a:cubicBezTo>
                  <a:cubicBezTo>
                    <a:pt x="71820" y="21737"/>
                    <a:pt x="71874" y="21752"/>
                    <a:pt x="71926" y="21752"/>
                  </a:cubicBezTo>
                  <a:cubicBezTo>
                    <a:pt x="71990" y="21752"/>
                    <a:pt x="72049" y="21729"/>
                    <a:pt x="72099" y="21679"/>
                  </a:cubicBezTo>
                  <a:lnTo>
                    <a:pt x="72130" y="21679"/>
                  </a:lnTo>
                  <a:lnTo>
                    <a:pt x="72312" y="21740"/>
                  </a:lnTo>
                  <a:cubicBezTo>
                    <a:pt x="72555" y="21709"/>
                    <a:pt x="72799" y="21679"/>
                    <a:pt x="73042" y="21679"/>
                  </a:cubicBezTo>
                  <a:lnTo>
                    <a:pt x="73163" y="21770"/>
                  </a:lnTo>
                  <a:lnTo>
                    <a:pt x="73346" y="21861"/>
                  </a:lnTo>
                  <a:cubicBezTo>
                    <a:pt x="73558" y="21801"/>
                    <a:pt x="73771" y="21770"/>
                    <a:pt x="73984" y="21770"/>
                  </a:cubicBezTo>
                  <a:cubicBezTo>
                    <a:pt x="74049" y="21749"/>
                    <a:pt x="74235" y="21727"/>
                    <a:pt x="74349" y="21727"/>
                  </a:cubicBezTo>
                  <a:cubicBezTo>
                    <a:pt x="74396" y="21727"/>
                    <a:pt x="74431" y="21731"/>
                    <a:pt x="74440" y="21740"/>
                  </a:cubicBezTo>
                  <a:cubicBezTo>
                    <a:pt x="74450" y="21750"/>
                    <a:pt x="74470" y="21753"/>
                    <a:pt x="74495" y="21753"/>
                  </a:cubicBezTo>
                  <a:cubicBezTo>
                    <a:pt x="74545" y="21753"/>
                    <a:pt x="74612" y="21740"/>
                    <a:pt x="74653" y="21740"/>
                  </a:cubicBezTo>
                  <a:lnTo>
                    <a:pt x="75200" y="21770"/>
                  </a:lnTo>
                  <a:cubicBezTo>
                    <a:pt x="75301" y="21770"/>
                    <a:pt x="75416" y="21784"/>
                    <a:pt x="75499" y="21784"/>
                  </a:cubicBezTo>
                  <a:cubicBezTo>
                    <a:pt x="75541" y="21784"/>
                    <a:pt x="75575" y="21780"/>
                    <a:pt x="75595" y="21770"/>
                  </a:cubicBezTo>
                  <a:cubicBezTo>
                    <a:pt x="75644" y="21770"/>
                    <a:pt x="75751" y="21809"/>
                    <a:pt x="75823" y="21809"/>
                  </a:cubicBezTo>
                  <a:cubicBezTo>
                    <a:pt x="75841" y="21809"/>
                    <a:pt x="75856" y="21807"/>
                    <a:pt x="75869" y="21801"/>
                  </a:cubicBezTo>
                  <a:cubicBezTo>
                    <a:pt x="75929" y="21801"/>
                    <a:pt x="76203" y="21679"/>
                    <a:pt x="76324" y="21679"/>
                  </a:cubicBezTo>
                  <a:lnTo>
                    <a:pt x="76932" y="21679"/>
                  </a:lnTo>
                  <a:cubicBezTo>
                    <a:pt x="77084" y="21709"/>
                    <a:pt x="77236" y="21740"/>
                    <a:pt x="77419" y="21740"/>
                  </a:cubicBezTo>
                  <a:cubicBezTo>
                    <a:pt x="77439" y="21730"/>
                    <a:pt x="77486" y="21726"/>
                    <a:pt x="77545" y="21726"/>
                  </a:cubicBezTo>
                  <a:cubicBezTo>
                    <a:pt x="77662" y="21726"/>
                    <a:pt x="77824" y="21740"/>
                    <a:pt x="77905" y="21740"/>
                  </a:cubicBezTo>
                  <a:cubicBezTo>
                    <a:pt x="78027" y="21709"/>
                    <a:pt x="78270" y="21709"/>
                    <a:pt x="78300" y="21709"/>
                  </a:cubicBezTo>
                  <a:cubicBezTo>
                    <a:pt x="78347" y="21709"/>
                    <a:pt x="78520" y="21799"/>
                    <a:pt x="78597" y="21799"/>
                  </a:cubicBezTo>
                  <a:cubicBezTo>
                    <a:pt x="78620" y="21799"/>
                    <a:pt x="78635" y="21791"/>
                    <a:pt x="78635" y="21770"/>
                  </a:cubicBezTo>
                  <a:cubicBezTo>
                    <a:pt x="78635" y="21735"/>
                    <a:pt x="78645" y="21720"/>
                    <a:pt x="78660" y="21720"/>
                  </a:cubicBezTo>
                  <a:cubicBezTo>
                    <a:pt x="78670" y="21720"/>
                    <a:pt x="78683" y="21727"/>
                    <a:pt x="78695" y="21740"/>
                  </a:cubicBezTo>
                  <a:cubicBezTo>
                    <a:pt x="78695" y="21740"/>
                    <a:pt x="79030" y="21679"/>
                    <a:pt x="79182" y="21679"/>
                  </a:cubicBezTo>
                  <a:cubicBezTo>
                    <a:pt x="79242" y="21694"/>
                    <a:pt x="79303" y="21702"/>
                    <a:pt x="79364" y="21702"/>
                  </a:cubicBezTo>
                  <a:cubicBezTo>
                    <a:pt x="79425" y="21702"/>
                    <a:pt x="79486" y="21694"/>
                    <a:pt x="79546" y="21679"/>
                  </a:cubicBezTo>
                  <a:cubicBezTo>
                    <a:pt x="79638" y="21709"/>
                    <a:pt x="79759" y="21709"/>
                    <a:pt x="79850" y="21709"/>
                  </a:cubicBezTo>
                  <a:cubicBezTo>
                    <a:pt x="79942" y="21709"/>
                    <a:pt x="80124" y="21649"/>
                    <a:pt x="80306" y="21618"/>
                  </a:cubicBezTo>
                  <a:lnTo>
                    <a:pt x="80458" y="21649"/>
                  </a:lnTo>
                  <a:lnTo>
                    <a:pt x="80671" y="21709"/>
                  </a:lnTo>
                  <a:cubicBezTo>
                    <a:pt x="80884" y="21679"/>
                    <a:pt x="81097" y="21649"/>
                    <a:pt x="81309" y="21649"/>
                  </a:cubicBezTo>
                  <a:lnTo>
                    <a:pt x="81431" y="21588"/>
                  </a:lnTo>
                  <a:lnTo>
                    <a:pt x="81583" y="21527"/>
                  </a:lnTo>
                  <a:cubicBezTo>
                    <a:pt x="81658" y="21565"/>
                    <a:pt x="81745" y="21591"/>
                    <a:pt x="81836" y="21591"/>
                  </a:cubicBezTo>
                  <a:cubicBezTo>
                    <a:pt x="81892" y="21591"/>
                    <a:pt x="81950" y="21581"/>
                    <a:pt x="82008" y="21557"/>
                  </a:cubicBezTo>
                  <a:lnTo>
                    <a:pt x="82282" y="21557"/>
                  </a:lnTo>
                  <a:cubicBezTo>
                    <a:pt x="82434" y="21557"/>
                    <a:pt x="82586" y="21588"/>
                    <a:pt x="82768" y="21618"/>
                  </a:cubicBezTo>
                  <a:lnTo>
                    <a:pt x="82890" y="21588"/>
                  </a:lnTo>
                  <a:lnTo>
                    <a:pt x="83012" y="21557"/>
                  </a:lnTo>
                  <a:cubicBezTo>
                    <a:pt x="83039" y="21563"/>
                    <a:pt x="83068" y="21565"/>
                    <a:pt x="83098" y="21565"/>
                  </a:cubicBezTo>
                  <a:cubicBezTo>
                    <a:pt x="83229" y="21565"/>
                    <a:pt x="83374" y="21516"/>
                    <a:pt x="83498" y="21466"/>
                  </a:cubicBezTo>
                  <a:lnTo>
                    <a:pt x="83650" y="21557"/>
                  </a:lnTo>
                  <a:lnTo>
                    <a:pt x="83680" y="21557"/>
                  </a:lnTo>
                  <a:cubicBezTo>
                    <a:pt x="83687" y="21554"/>
                    <a:pt x="83699" y="21552"/>
                    <a:pt x="83714" y="21552"/>
                  </a:cubicBezTo>
                  <a:cubicBezTo>
                    <a:pt x="83792" y="21552"/>
                    <a:pt x="83964" y="21592"/>
                    <a:pt x="84091" y="21592"/>
                  </a:cubicBezTo>
                  <a:cubicBezTo>
                    <a:pt x="84151" y="21592"/>
                    <a:pt x="84202" y="21583"/>
                    <a:pt x="84227" y="21557"/>
                  </a:cubicBezTo>
                  <a:cubicBezTo>
                    <a:pt x="84294" y="21513"/>
                    <a:pt x="84410" y="21485"/>
                    <a:pt x="84479" y="21485"/>
                  </a:cubicBezTo>
                  <a:cubicBezTo>
                    <a:pt x="84504" y="21485"/>
                    <a:pt x="84523" y="21488"/>
                    <a:pt x="84531" y="21497"/>
                  </a:cubicBezTo>
                  <a:cubicBezTo>
                    <a:pt x="84536" y="21501"/>
                    <a:pt x="84544" y="21503"/>
                    <a:pt x="84555" y="21503"/>
                  </a:cubicBezTo>
                  <a:cubicBezTo>
                    <a:pt x="84621" y="21503"/>
                    <a:pt x="84792" y="21436"/>
                    <a:pt x="84896" y="21436"/>
                  </a:cubicBezTo>
                  <a:cubicBezTo>
                    <a:pt x="84987" y="21436"/>
                    <a:pt x="85200" y="21405"/>
                    <a:pt x="85382" y="21375"/>
                  </a:cubicBezTo>
                  <a:lnTo>
                    <a:pt x="85534" y="21405"/>
                  </a:lnTo>
                  <a:lnTo>
                    <a:pt x="85656" y="21436"/>
                  </a:lnTo>
                  <a:cubicBezTo>
                    <a:pt x="85764" y="21409"/>
                    <a:pt x="85993" y="21309"/>
                    <a:pt x="86063" y="21309"/>
                  </a:cubicBezTo>
                  <a:cubicBezTo>
                    <a:pt x="86072" y="21309"/>
                    <a:pt x="86078" y="21311"/>
                    <a:pt x="86082" y="21314"/>
                  </a:cubicBezTo>
                  <a:cubicBezTo>
                    <a:pt x="86294" y="21314"/>
                    <a:pt x="86507" y="21284"/>
                    <a:pt x="86750" y="21253"/>
                  </a:cubicBezTo>
                  <a:cubicBezTo>
                    <a:pt x="86902" y="21253"/>
                    <a:pt x="87085" y="21223"/>
                    <a:pt x="87267" y="21193"/>
                  </a:cubicBezTo>
                  <a:cubicBezTo>
                    <a:pt x="87316" y="21193"/>
                    <a:pt x="87500" y="21232"/>
                    <a:pt x="87603" y="21232"/>
                  </a:cubicBezTo>
                  <a:cubicBezTo>
                    <a:pt x="87629" y="21232"/>
                    <a:pt x="87650" y="21229"/>
                    <a:pt x="87662" y="21223"/>
                  </a:cubicBezTo>
                  <a:cubicBezTo>
                    <a:pt x="87748" y="21202"/>
                    <a:pt x="87849" y="21180"/>
                    <a:pt x="87944" y="21180"/>
                  </a:cubicBezTo>
                  <a:cubicBezTo>
                    <a:pt x="87983" y="21180"/>
                    <a:pt x="88022" y="21184"/>
                    <a:pt x="88057" y="21193"/>
                  </a:cubicBezTo>
                  <a:lnTo>
                    <a:pt x="88209" y="21101"/>
                  </a:lnTo>
                  <a:cubicBezTo>
                    <a:pt x="88331" y="21101"/>
                    <a:pt x="88452" y="21071"/>
                    <a:pt x="88544" y="20980"/>
                  </a:cubicBezTo>
                  <a:lnTo>
                    <a:pt x="88574" y="21041"/>
                  </a:lnTo>
                  <a:cubicBezTo>
                    <a:pt x="88595" y="21076"/>
                    <a:pt x="88620" y="21088"/>
                    <a:pt x="88646" y="21088"/>
                  </a:cubicBezTo>
                  <a:cubicBezTo>
                    <a:pt x="88705" y="21088"/>
                    <a:pt x="88772" y="21023"/>
                    <a:pt x="88823" y="21023"/>
                  </a:cubicBezTo>
                  <a:cubicBezTo>
                    <a:pt x="88845" y="21023"/>
                    <a:pt x="88864" y="21036"/>
                    <a:pt x="88878" y="21071"/>
                  </a:cubicBezTo>
                  <a:cubicBezTo>
                    <a:pt x="88878" y="21071"/>
                    <a:pt x="89014" y="21032"/>
                    <a:pt x="89069" y="21032"/>
                  </a:cubicBezTo>
                  <a:cubicBezTo>
                    <a:pt x="89082" y="21032"/>
                    <a:pt x="89091" y="21035"/>
                    <a:pt x="89091" y="21041"/>
                  </a:cubicBezTo>
                  <a:lnTo>
                    <a:pt x="89212" y="21162"/>
                  </a:lnTo>
                  <a:cubicBezTo>
                    <a:pt x="89334" y="21071"/>
                    <a:pt x="89455" y="20980"/>
                    <a:pt x="89607" y="20919"/>
                  </a:cubicBezTo>
                  <a:lnTo>
                    <a:pt x="90003" y="20919"/>
                  </a:lnTo>
                  <a:cubicBezTo>
                    <a:pt x="90246" y="20919"/>
                    <a:pt x="90519" y="20889"/>
                    <a:pt x="90762" y="20858"/>
                  </a:cubicBezTo>
                  <a:lnTo>
                    <a:pt x="90884" y="20828"/>
                  </a:lnTo>
                  <a:lnTo>
                    <a:pt x="91006" y="20828"/>
                  </a:lnTo>
                  <a:cubicBezTo>
                    <a:pt x="91158" y="20798"/>
                    <a:pt x="91917" y="20767"/>
                    <a:pt x="92161" y="20706"/>
                  </a:cubicBezTo>
                  <a:cubicBezTo>
                    <a:pt x="92373" y="20646"/>
                    <a:pt x="92617" y="20615"/>
                    <a:pt x="92829" y="20615"/>
                  </a:cubicBezTo>
                  <a:lnTo>
                    <a:pt x="92921" y="20585"/>
                  </a:lnTo>
                  <a:lnTo>
                    <a:pt x="93012" y="20524"/>
                  </a:lnTo>
                  <a:cubicBezTo>
                    <a:pt x="93133" y="20494"/>
                    <a:pt x="93225" y="20463"/>
                    <a:pt x="93346" y="20463"/>
                  </a:cubicBezTo>
                  <a:cubicBezTo>
                    <a:pt x="93437" y="20433"/>
                    <a:pt x="93498" y="20402"/>
                    <a:pt x="93589" y="20342"/>
                  </a:cubicBezTo>
                  <a:cubicBezTo>
                    <a:pt x="93620" y="20342"/>
                    <a:pt x="93680" y="20311"/>
                    <a:pt x="93741" y="20311"/>
                  </a:cubicBezTo>
                  <a:lnTo>
                    <a:pt x="93893" y="20342"/>
                  </a:lnTo>
                  <a:lnTo>
                    <a:pt x="93863" y="20281"/>
                  </a:lnTo>
                  <a:lnTo>
                    <a:pt x="93711" y="20068"/>
                  </a:lnTo>
                  <a:cubicBezTo>
                    <a:pt x="93589" y="19916"/>
                    <a:pt x="93468" y="19764"/>
                    <a:pt x="93407" y="19612"/>
                  </a:cubicBezTo>
                  <a:lnTo>
                    <a:pt x="93711" y="19430"/>
                  </a:lnTo>
                  <a:lnTo>
                    <a:pt x="93528" y="19187"/>
                  </a:lnTo>
                  <a:lnTo>
                    <a:pt x="93437" y="19095"/>
                  </a:lnTo>
                  <a:cubicBezTo>
                    <a:pt x="93468" y="19004"/>
                    <a:pt x="93528" y="18913"/>
                    <a:pt x="93559" y="18791"/>
                  </a:cubicBezTo>
                  <a:lnTo>
                    <a:pt x="93468" y="18731"/>
                  </a:lnTo>
                  <a:lnTo>
                    <a:pt x="93407" y="18670"/>
                  </a:lnTo>
                  <a:cubicBezTo>
                    <a:pt x="93407" y="18609"/>
                    <a:pt x="93346" y="18457"/>
                    <a:pt x="93346" y="18366"/>
                  </a:cubicBezTo>
                  <a:lnTo>
                    <a:pt x="93346" y="18305"/>
                  </a:lnTo>
                  <a:lnTo>
                    <a:pt x="93376" y="18153"/>
                  </a:lnTo>
                  <a:cubicBezTo>
                    <a:pt x="93255" y="18153"/>
                    <a:pt x="93376" y="18062"/>
                    <a:pt x="93437" y="17971"/>
                  </a:cubicBezTo>
                  <a:cubicBezTo>
                    <a:pt x="93528" y="17849"/>
                    <a:pt x="93620" y="17758"/>
                    <a:pt x="93711" y="17636"/>
                  </a:cubicBezTo>
                  <a:lnTo>
                    <a:pt x="93559" y="17576"/>
                  </a:lnTo>
                  <a:cubicBezTo>
                    <a:pt x="93316" y="17454"/>
                    <a:pt x="93285" y="17363"/>
                    <a:pt x="93437" y="17211"/>
                  </a:cubicBezTo>
                  <a:lnTo>
                    <a:pt x="93498" y="17150"/>
                  </a:lnTo>
                  <a:cubicBezTo>
                    <a:pt x="93498" y="17028"/>
                    <a:pt x="93437" y="16907"/>
                    <a:pt x="93346" y="16785"/>
                  </a:cubicBezTo>
                  <a:cubicBezTo>
                    <a:pt x="93285" y="16755"/>
                    <a:pt x="93255" y="16694"/>
                    <a:pt x="93285" y="16694"/>
                  </a:cubicBezTo>
                  <a:cubicBezTo>
                    <a:pt x="93285" y="16694"/>
                    <a:pt x="93316" y="16633"/>
                    <a:pt x="93346" y="16603"/>
                  </a:cubicBezTo>
                  <a:cubicBezTo>
                    <a:pt x="93376" y="16603"/>
                    <a:pt x="93376" y="16512"/>
                    <a:pt x="93407" y="16481"/>
                  </a:cubicBezTo>
                  <a:cubicBezTo>
                    <a:pt x="93498" y="16421"/>
                    <a:pt x="93589" y="16329"/>
                    <a:pt x="93680" y="16269"/>
                  </a:cubicBezTo>
                  <a:cubicBezTo>
                    <a:pt x="93741" y="16208"/>
                    <a:pt x="93741" y="16117"/>
                    <a:pt x="93711" y="16086"/>
                  </a:cubicBezTo>
                  <a:lnTo>
                    <a:pt x="93680" y="16086"/>
                  </a:lnTo>
                  <a:cubicBezTo>
                    <a:pt x="93559" y="16086"/>
                    <a:pt x="93468" y="16025"/>
                    <a:pt x="93437" y="15904"/>
                  </a:cubicBezTo>
                  <a:lnTo>
                    <a:pt x="93407" y="15813"/>
                  </a:lnTo>
                  <a:cubicBezTo>
                    <a:pt x="93437" y="15721"/>
                    <a:pt x="93528" y="15661"/>
                    <a:pt x="93620" y="15630"/>
                  </a:cubicBezTo>
                  <a:cubicBezTo>
                    <a:pt x="93680" y="15630"/>
                    <a:pt x="93802" y="15448"/>
                    <a:pt x="93832" y="15448"/>
                  </a:cubicBezTo>
                  <a:cubicBezTo>
                    <a:pt x="93893" y="15448"/>
                    <a:pt x="93924" y="15478"/>
                    <a:pt x="93954" y="15509"/>
                  </a:cubicBezTo>
                  <a:cubicBezTo>
                    <a:pt x="93960" y="15514"/>
                    <a:pt x="93973" y="15517"/>
                    <a:pt x="93992" y="15517"/>
                  </a:cubicBezTo>
                  <a:cubicBezTo>
                    <a:pt x="94072" y="15517"/>
                    <a:pt x="94245" y="15472"/>
                    <a:pt x="94319" y="15448"/>
                  </a:cubicBezTo>
                  <a:cubicBezTo>
                    <a:pt x="94380" y="15417"/>
                    <a:pt x="94319" y="15357"/>
                    <a:pt x="94258" y="15357"/>
                  </a:cubicBezTo>
                  <a:cubicBezTo>
                    <a:pt x="94238" y="15357"/>
                    <a:pt x="94109" y="15384"/>
                    <a:pt x="94026" y="15384"/>
                  </a:cubicBezTo>
                  <a:cubicBezTo>
                    <a:pt x="93984" y="15384"/>
                    <a:pt x="93954" y="15377"/>
                    <a:pt x="93954" y="15357"/>
                  </a:cubicBezTo>
                  <a:cubicBezTo>
                    <a:pt x="93984" y="15296"/>
                    <a:pt x="93954" y="15266"/>
                    <a:pt x="93924" y="15266"/>
                  </a:cubicBezTo>
                  <a:cubicBezTo>
                    <a:pt x="93899" y="15266"/>
                    <a:pt x="93797" y="15304"/>
                    <a:pt x="93726" y="15304"/>
                  </a:cubicBezTo>
                  <a:cubicBezTo>
                    <a:pt x="93708" y="15304"/>
                    <a:pt x="93693" y="15302"/>
                    <a:pt x="93680" y="15296"/>
                  </a:cubicBezTo>
                  <a:lnTo>
                    <a:pt x="93498" y="15174"/>
                  </a:lnTo>
                  <a:cubicBezTo>
                    <a:pt x="93468" y="15144"/>
                    <a:pt x="93650" y="15114"/>
                    <a:pt x="93711" y="15114"/>
                  </a:cubicBezTo>
                  <a:cubicBezTo>
                    <a:pt x="93756" y="15129"/>
                    <a:pt x="93802" y="15136"/>
                    <a:pt x="93848" y="15136"/>
                  </a:cubicBezTo>
                  <a:cubicBezTo>
                    <a:pt x="93893" y="15136"/>
                    <a:pt x="93939" y="15129"/>
                    <a:pt x="93984" y="15114"/>
                  </a:cubicBezTo>
                  <a:cubicBezTo>
                    <a:pt x="94076" y="15114"/>
                    <a:pt x="94167" y="15114"/>
                    <a:pt x="94258" y="15174"/>
                  </a:cubicBezTo>
                  <a:cubicBezTo>
                    <a:pt x="94263" y="15180"/>
                    <a:pt x="94268" y="15182"/>
                    <a:pt x="94271" y="15182"/>
                  </a:cubicBezTo>
                  <a:cubicBezTo>
                    <a:pt x="94287" y="15182"/>
                    <a:pt x="94283" y="15128"/>
                    <a:pt x="94258" y="15053"/>
                  </a:cubicBezTo>
                  <a:lnTo>
                    <a:pt x="94197" y="14992"/>
                  </a:lnTo>
                  <a:lnTo>
                    <a:pt x="94197" y="14962"/>
                  </a:lnTo>
                  <a:cubicBezTo>
                    <a:pt x="94197" y="14901"/>
                    <a:pt x="94440" y="14810"/>
                    <a:pt x="94501" y="14749"/>
                  </a:cubicBezTo>
                  <a:cubicBezTo>
                    <a:pt x="94562" y="14688"/>
                    <a:pt x="94471" y="14536"/>
                    <a:pt x="94440" y="14506"/>
                  </a:cubicBezTo>
                  <a:cubicBezTo>
                    <a:pt x="94410" y="14414"/>
                    <a:pt x="94410" y="14354"/>
                    <a:pt x="94440" y="14262"/>
                  </a:cubicBezTo>
                  <a:lnTo>
                    <a:pt x="94471" y="14171"/>
                  </a:lnTo>
                  <a:lnTo>
                    <a:pt x="94562" y="14019"/>
                  </a:lnTo>
                  <a:cubicBezTo>
                    <a:pt x="94380" y="13959"/>
                    <a:pt x="94349" y="13898"/>
                    <a:pt x="94562" y="13898"/>
                  </a:cubicBezTo>
                  <a:lnTo>
                    <a:pt x="94562" y="13959"/>
                  </a:lnTo>
                  <a:lnTo>
                    <a:pt x="94592" y="14019"/>
                  </a:lnTo>
                  <a:cubicBezTo>
                    <a:pt x="94615" y="14027"/>
                    <a:pt x="94636" y="14031"/>
                    <a:pt x="94655" y="14031"/>
                  </a:cubicBezTo>
                  <a:cubicBezTo>
                    <a:pt x="94712" y="14031"/>
                    <a:pt x="94752" y="13996"/>
                    <a:pt x="94775" y="13928"/>
                  </a:cubicBezTo>
                  <a:lnTo>
                    <a:pt x="94714" y="13898"/>
                  </a:lnTo>
                  <a:cubicBezTo>
                    <a:pt x="94714" y="13867"/>
                    <a:pt x="94775" y="13837"/>
                    <a:pt x="94775" y="13807"/>
                  </a:cubicBezTo>
                  <a:cubicBezTo>
                    <a:pt x="94835" y="13685"/>
                    <a:pt x="94775" y="13655"/>
                    <a:pt x="94653" y="13655"/>
                  </a:cubicBezTo>
                  <a:lnTo>
                    <a:pt x="94501" y="13655"/>
                  </a:lnTo>
                  <a:cubicBezTo>
                    <a:pt x="94471" y="13624"/>
                    <a:pt x="94440" y="13563"/>
                    <a:pt x="94471" y="13533"/>
                  </a:cubicBezTo>
                  <a:cubicBezTo>
                    <a:pt x="94532" y="13472"/>
                    <a:pt x="94562" y="13411"/>
                    <a:pt x="94623" y="13351"/>
                  </a:cubicBezTo>
                  <a:lnTo>
                    <a:pt x="94562" y="13259"/>
                  </a:lnTo>
                  <a:cubicBezTo>
                    <a:pt x="94482" y="13100"/>
                    <a:pt x="94356" y="13010"/>
                    <a:pt x="94265" y="13010"/>
                  </a:cubicBezTo>
                  <a:cubicBezTo>
                    <a:pt x="94252" y="13010"/>
                    <a:pt x="94239" y="13012"/>
                    <a:pt x="94228" y="13016"/>
                  </a:cubicBezTo>
                  <a:lnTo>
                    <a:pt x="94197" y="13016"/>
                  </a:lnTo>
                  <a:cubicBezTo>
                    <a:pt x="94194" y="13020"/>
                    <a:pt x="94190" y="13021"/>
                    <a:pt x="94185" y="13021"/>
                  </a:cubicBezTo>
                  <a:cubicBezTo>
                    <a:pt x="94148" y="13021"/>
                    <a:pt x="94072" y="12918"/>
                    <a:pt x="94045" y="12864"/>
                  </a:cubicBezTo>
                  <a:cubicBezTo>
                    <a:pt x="94015" y="12834"/>
                    <a:pt x="94167" y="12682"/>
                    <a:pt x="94228" y="12651"/>
                  </a:cubicBezTo>
                  <a:cubicBezTo>
                    <a:pt x="94288" y="12621"/>
                    <a:pt x="94076" y="12560"/>
                    <a:pt x="94015" y="12560"/>
                  </a:cubicBezTo>
                  <a:cubicBezTo>
                    <a:pt x="93954" y="12560"/>
                    <a:pt x="93984" y="12408"/>
                    <a:pt x="94015" y="12378"/>
                  </a:cubicBezTo>
                  <a:cubicBezTo>
                    <a:pt x="94045" y="12348"/>
                    <a:pt x="94076" y="12317"/>
                    <a:pt x="94136" y="12317"/>
                  </a:cubicBezTo>
                  <a:lnTo>
                    <a:pt x="94228" y="12348"/>
                  </a:lnTo>
                  <a:cubicBezTo>
                    <a:pt x="94263" y="12383"/>
                    <a:pt x="94309" y="12398"/>
                    <a:pt x="94360" y="12398"/>
                  </a:cubicBezTo>
                  <a:cubicBezTo>
                    <a:pt x="94395" y="12398"/>
                    <a:pt x="94433" y="12391"/>
                    <a:pt x="94471" y="12378"/>
                  </a:cubicBezTo>
                  <a:cubicBezTo>
                    <a:pt x="94471" y="12378"/>
                    <a:pt x="94410" y="12226"/>
                    <a:pt x="94349" y="12104"/>
                  </a:cubicBezTo>
                  <a:cubicBezTo>
                    <a:pt x="94319" y="11983"/>
                    <a:pt x="94197" y="11922"/>
                    <a:pt x="94076" y="11922"/>
                  </a:cubicBezTo>
                  <a:lnTo>
                    <a:pt x="94045" y="11861"/>
                  </a:lnTo>
                  <a:lnTo>
                    <a:pt x="93954" y="11740"/>
                  </a:lnTo>
                  <a:cubicBezTo>
                    <a:pt x="94076" y="11648"/>
                    <a:pt x="94106" y="11527"/>
                    <a:pt x="94045" y="11527"/>
                  </a:cubicBezTo>
                  <a:cubicBezTo>
                    <a:pt x="93954" y="11527"/>
                    <a:pt x="93863" y="11557"/>
                    <a:pt x="93772" y="11618"/>
                  </a:cubicBezTo>
                  <a:lnTo>
                    <a:pt x="93650" y="11496"/>
                  </a:lnTo>
                  <a:cubicBezTo>
                    <a:pt x="93650" y="11496"/>
                    <a:pt x="93620" y="11527"/>
                    <a:pt x="93620" y="11588"/>
                  </a:cubicBezTo>
                  <a:lnTo>
                    <a:pt x="93589" y="11618"/>
                  </a:lnTo>
                  <a:lnTo>
                    <a:pt x="93528" y="11709"/>
                  </a:lnTo>
                  <a:cubicBezTo>
                    <a:pt x="93476" y="11727"/>
                    <a:pt x="93423" y="11744"/>
                    <a:pt x="93365" y="11744"/>
                  </a:cubicBezTo>
                  <a:cubicBezTo>
                    <a:pt x="93322" y="11744"/>
                    <a:pt x="93276" y="11735"/>
                    <a:pt x="93225" y="11709"/>
                  </a:cubicBezTo>
                  <a:cubicBezTo>
                    <a:pt x="93194" y="11679"/>
                    <a:pt x="93255" y="11557"/>
                    <a:pt x="93407" y="11405"/>
                  </a:cubicBezTo>
                  <a:lnTo>
                    <a:pt x="93437" y="11284"/>
                  </a:lnTo>
                  <a:cubicBezTo>
                    <a:pt x="93437" y="11193"/>
                    <a:pt x="93346" y="11071"/>
                    <a:pt x="93285" y="10949"/>
                  </a:cubicBezTo>
                  <a:cubicBezTo>
                    <a:pt x="93288" y="10947"/>
                    <a:pt x="93292" y="10945"/>
                    <a:pt x="93298" y="10945"/>
                  </a:cubicBezTo>
                  <a:cubicBezTo>
                    <a:pt x="93352" y="10945"/>
                    <a:pt x="93534" y="11076"/>
                    <a:pt x="93589" y="11132"/>
                  </a:cubicBezTo>
                  <a:cubicBezTo>
                    <a:pt x="93635" y="11162"/>
                    <a:pt x="93688" y="11177"/>
                    <a:pt x="93741" y="11177"/>
                  </a:cubicBezTo>
                  <a:cubicBezTo>
                    <a:pt x="93794" y="11177"/>
                    <a:pt x="93848" y="11162"/>
                    <a:pt x="93893" y="11132"/>
                  </a:cubicBezTo>
                  <a:cubicBezTo>
                    <a:pt x="93984" y="11132"/>
                    <a:pt x="94076" y="11132"/>
                    <a:pt x="94167" y="11162"/>
                  </a:cubicBezTo>
                  <a:cubicBezTo>
                    <a:pt x="94181" y="11169"/>
                    <a:pt x="94194" y="11173"/>
                    <a:pt x="94204" y="11173"/>
                  </a:cubicBezTo>
                  <a:cubicBezTo>
                    <a:pt x="94239" y="11173"/>
                    <a:pt x="94251" y="11133"/>
                    <a:pt x="94228" y="11041"/>
                  </a:cubicBezTo>
                  <a:lnTo>
                    <a:pt x="94228" y="10980"/>
                  </a:lnTo>
                  <a:lnTo>
                    <a:pt x="94197" y="10858"/>
                  </a:lnTo>
                  <a:cubicBezTo>
                    <a:pt x="94076" y="10858"/>
                    <a:pt x="93954" y="10858"/>
                    <a:pt x="93832" y="10797"/>
                  </a:cubicBezTo>
                  <a:lnTo>
                    <a:pt x="93832" y="10767"/>
                  </a:lnTo>
                  <a:lnTo>
                    <a:pt x="93802" y="10615"/>
                  </a:lnTo>
                  <a:cubicBezTo>
                    <a:pt x="93775" y="10642"/>
                    <a:pt x="93735" y="10657"/>
                    <a:pt x="93697" y="10657"/>
                  </a:cubicBezTo>
                  <a:cubicBezTo>
                    <a:pt x="93650" y="10657"/>
                    <a:pt x="93606" y="10635"/>
                    <a:pt x="93589" y="10585"/>
                  </a:cubicBezTo>
                  <a:lnTo>
                    <a:pt x="93559" y="10585"/>
                  </a:lnTo>
                  <a:cubicBezTo>
                    <a:pt x="93376" y="10585"/>
                    <a:pt x="93437" y="10463"/>
                    <a:pt x="93376" y="10433"/>
                  </a:cubicBezTo>
                  <a:lnTo>
                    <a:pt x="93346" y="10402"/>
                  </a:lnTo>
                  <a:cubicBezTo>
                    <a:pt x="93285" y="10402"/>
                    <a:pt x="93012" y="10372"/>
                    <a:pt x="93012" y="10311"/>
                  </a:cubicBezTo>
                  <a:cubicBezTo>
                    <a:pt x="93012" y="10220"/>
                    <a:pt x="93042" y="10129"/>
                    <a:pt x="93073" y="10037"/>
                  </a:cubicBezTo>
                  <a:cubicBezTo>
                    <a:pt x="93076" y="10034"/>
                    <a:pt x="93082" y="10033"/>
                    <a:pt x="93089" y="10033"/>
                  </a:cubicBezTo>
                  <a:cubicBezTo>
                    <a:pt x="93149" y="10033"/>
                    <a:pt x="93326" y="10129"/>
                    <a:pt x="93407" y="10129"/>
                  </a:cubicBezTo>
                  <a:cubicBezTo>
                    <a:pt x="93620" y="10129"/>
                    <a:pt x="93802" y="10129"/>
                    <a:pt x="94015" y="10159"/>
                  </a:cubicBezTo>
                  <a:cubicBezTo>
                    <a:pt x="94159" y="10221"/>
                    <a:pt x="94317" y="10255"/>
                    <a:pt x="94480" y="10270"/>
                  </a:cubicBezTo>
                  <a:lnTo>
                    <a:pt x="94480" y="10270"/>
                  </a:lnTo>
                  <a:cubicBezTo>
                    <a:pt x="94414" y="10234"/>
                    <a:pt x="94361" y="10194"/>
                    <a:pt x="94349" y="10159"/>
                  </a:cubicBezTo>
                  <a:cubicBezTo>
                    <a:pt x="94334" y="10098"/>
                    <a:pt x="94334" y="10068"/>
                    <a:pt x="94345" y="10068"/>
                  </a:cubicBezTo>
                  <a:cubicBezTo>
                    <a:pt x="94357" y="10068"/>
                    <a:pt x="94380" y="10098"/>
                    <a:pt x="94410" y="10159"/>
                  </a:cubicBezTo>
                  <a:lnTo>
                    <a:pt x="94501" y="10189"/>
                  </a:lnTo>
                  <a:lnTo>
                    <a:pt x="94562" y="10220"/>
                  </a:lnTo>
                  <a:cubicBezTo>
                    <a:pt x="94668" y="10174"/>
                    <a:pt x="94737" y="10151"/>
                    <a:pt x="94771" y="10151"/>
                  </a:cubicBezTo>
                  <a:cubicBezTo>
                    <a:pt x="94805" y="10151"/>
                    <a:pt x="94805" y="10174"/>
                    <a:pt x="94775" y="10220"/>
                  </a:cubicBezTo>
                  <a:lnTo>
                    <a:pt x="94775" y="10271"/>
                  </a:lnTo>
                  <a:lnTo>
                    <a:pt x="94775" y="10271"/>
                  </a:lnTo>
                  <a:cubicBezTo>
                    <a:pt x="94883" y="10253"/>
                    <a:pt x="94990" y="10238"/>
                    <a:pt x="95090" y="10238"/>
                  </a:cubicBezTo>
                  <a:cubicBezTo>
                    <a:pt x="95139" y="10238"/>
                    <a:pt x="95186" y="10241"/>
                    <a:pt x="95231" y="10250"/>
                  </a:cubicBezTo>
                  <a:cubicBezTo>
                    <a:pt x="95322" y="10281"/>
                    <a:pt x="95413" y="10311"/>
                    <a:pt x="95504" y="10311"/>
                  </a:cubicBezTo>
                  <a:cubicBezTo>
                    <a:pt x="95530" y="10285"/>
                    <a:pt x="95553" y="10276"/>
                    <a:pt x="95576" y="10276"/>
                  </a:cubicBezTo>
                  <a:cubicBezTo>
                    <a:pt x="95623" y="10276"/>
                    <a:pt x="95666" y="10316"/>
                    <a:pt x="95717" y="10316"/>
                  </a:cubicBezTo>
                  <a:cubicBezTo>
                    <a:pt x="95727" y="10316"/>
                    <a:pt x="95737" y="10315"/>
                    <a:pt x="95747" y="10311"/>
                  </a:cubicBezTo>
                  <a:lnTo>
                    <a:pt x="95808" y="10281"/>
                  </a:lnTo>
                  <a:cubicBezTo>
                    <a:pt x="95869" y="10250"/>
                    <a:pt x="95778" y="10129"/>
                    <a:pt x="95747" y="10098"/>
                  </a:cubicBezTo>
                  <a:cubicBezTo>
                    <a:pt x="95717" y="10037"/>
                    <a:pt x="95626" y="9825"/>
                    <a:pt x="95717" y="9794"/>
                  </a:cubicBezTo>
                  <a:cubicBezTo>
                    <a:pt x="95808" y="9764"/>
                    <a:pt x="95717" y="9338"/>
                    <a:pt x="95656" y="9217"/>
                  </a:cubicBezTo>
                  <a:cubicBezTo>
                    <a:pt x="95595" y="9065"/>
                    <a:pt x="95565" y="8822"/>
                    <a:pt x="95656" y="8822"/>
                  </a:cubicBezTo>
                  <a:cubicBezTo>
                    <a:pt x="95778" y="8822"/>
                    <a:pt x="95899" y="8791"/>
                    <a:pt x="96021" y="8761"/>
                  </a:cubicBezTo>
                  <a:lnTo>
                    <a:pt x="96051" y="8639"/>
                  </a:lnTo>
                  <a:lnTo>
                    <a:pt x="96051" y="8578"/>
                  </a:lnTo>
                  <a:cubicBezTo>
                    <a:pt x="96051" y="8497"/>
                    <a:pt x="96105" y="8457"/>
                    <a:pt x="96186" y="8457"/>
                  </a:cubicBezTo>
                  <a:cubicBezTo>
                    <a:pt x="96227" y="8457"/>
                    <a:pt x="96274" y="8467"/>
                    <a:pt x="96325" y="8487"/>
                  </a:cubicBezTo>
                  <a:lnTo>
                    <a:pt x="96538" y="8487"/>
                  </a:lnTo>
                  <a:cubicBezTo>
                    <a:pt x="96659" y="8427"/>
                    <a:pt x="96659" y="8335"/>
                    <a:pt x="96538" y="8305"/>
                  </a:cubicBezTo>
                  <a:lnTo>
                    <a:pt x="96416" y="8244"/>
                  </a:lnTo>
                  <a:cubicBezTo>
                    <a:pt x="96386" y="8244"/>
                    <a:pt x="96355" y="8214"/>
                    <a:pt x="96355" y="8153"/>
                  </a:cubicBezTo>
                  <a:cubicBezTo>
                    <a:pt x="96386" y="8123"/>
                    <a:pt x="96416" y="8092"/>
                    <a:pt x="96446" y="8092"/>
                  </a:cubicBezTo>
                  <a:cubicBezTo>
                    <a:pt x="96468" y="8098"/>
                    <a:pt x="96489" y="8100"/>
                    <a:pt x="96508" y="8100"/>
                  </a:cubicBezTo>
                  <a:cubicBezTo>
                    <a:pt x="96600" y="8100"/>
                    <a:pt x="96675" y="8046"/>
                    <a:pt x="96750" y="7971"/>
                  </a:cubicBezTo>
                  <a:cubicBezTo>
                    <a:pt x="96781" y="7940"/>
                    <a:pt x="96781" y="7910"/>
                    <a:pt x="96750" y="7879"/>
                  </a:cubicBezTo>
                  <a:cubicBezTo>
                    <a:pt x="96690" y="7849"/>
                    <a:pt x="96659" y="7849"/>
                    <a:pt x="96598" y="7849"/>
                  </a:cubicBezTo>
                  <a:lnTo>
                    <a:pt x="96568" y="7849"/>
                  </a:lnTo>
                  <a:cubicBezTo>
                    <a:pt x="96564" y="7853"/>
                    <a:pt x="96560" y="7855"/>
                    <a:pt x="96555" y="7855"/>
                  </a:cubicBezTo>
                  <a:cubicBezTo>
                    <a:pt x="96523" y="7855"/>
                    <a:pt x="96477" y="7772"/>
                    <a:pt x="96477" y="7667"/>
                  </a:cubicBezTo>
                  <a:lnTo>
                    <a:pt x="96325" y="7575"/>
                  </a:lnTo>
                  <a:cubicBezTo>
                    <a:pt x="96234" y="7545"/>
                    <a:pt x="96234" y="7484"/>
                    <a:pt x="96173" y="7393"/>
                  </a:cubicBezTo>
                  <a:cubicBezTo>
                    <a:pt x="96120" y="7287"/>
                    <a:pt x="96182" y="7205"/>
                    <a:pt x="96299" y="7205"/>
                  </a:cubicBezTo>
                  <a:cubicBezTo>
                    <a:pt x="96316" y="7205"/>
                    <a:pt x="96335" y="7207"/>
                    <a:pt x="96355" y="7211"/>
                  </a:cubicBezTo>
                  <a:lnTo>
                    <a:pt x="96416" y="7211"/>
                  </a:lnTo>
                  <a:cubicBezTo>
                    <a:pt x="96446" y="7180"/>
                    <a:pt x="96234" y="6846"/>
                    <a:pt x="96112" y="6846"/>
                  </a:cubicBezTo>
                  <a:lnTo>
                    <a:pt x="95231" y="6846"/>
                  </a:lnTo>
                  <a:cubicBezTo>
                    <a:pt x="95109" y="6846"/>
                    <a:pt x="95048" y="6694"/>
                    <a:pt x="95048" y="6633"/>
                  </a:cubicBezTo>
                  <a:cubicBezTo>
                    <a:pt x="95048" y="6572"/>
                    <a:pt x="95291" y="6542"/>
                    <a:pt x="95383" y="6512"/>
                  </a:cubicBezTo>
                  <a:cubicBezTo>
                    <a:pt x="95443" y="6512"/>
                    <a:pt x="95383" y="6481"/>
                    <a:pt x="95200" y="6451"/>
                  </a:cubicBezTo>
                  <a:lnTo>
                    <a:pt x="95018" y="6451"/>
                  </a:lnTo>
                  <a:cubicBezTo>
                    <a:pt x="94835" y="6420"/>
                    <a:pt x="94714" y="6238"/>
                    <a:pt x="94775" y="6025"/>
                  </a:cubicBezTo>
                  <a:lnTo>
                    <a:pt x="94835" y="5904"/>
                  </a:lnTo>
                  <a:cubicBezTo>
                    <a:pt x="94835" y="5752"/>
                    <a:pt x="94714" y="5417"/>
                    <a:pt x="94744" y="5357"/>
                  </a:cubicBezTo>
                  <a:cubicBezTo>
                    <a:pt x="94775" y="5296"/>
                    <a:pt x="94714" y="5205"/>
                    <a:pt x="94592" y="5174"/>
                  </a:cubicBezTo>
                  <a:lnTo>
                    <a:pt x="94532" y="5113"/>
                  </a:lnTo>
                  <a:cubicBezTo>
                    <a:pt x="94519" y="5101"/>
                    <a:pt x="94507" y="5096"/>
                    <a:pt x="94496" y="5096"/>
                  </a:cubicBezTo>
                  <a:cubicBezTo>
                    <a:pt x="94446" y="5096"/>
                    <a:pt x="94404" y="5191"/>
                    <a:pt x="94357" y="5191"/>
                  </a:cubicBezTo>
                  <a:cubicBezTo>
                    <a:pt x="94335" y="5191"/>
                    <a:pt x="94313" y="5171"/>
                    <a:pt x="94288" y="5113"/>
                  </a:cubicBezTo>
                  <a:lnTo>
                    <a:pt x="94258" y="5053"/>
                  </a:lnTo>
                  <a:cubicBezTo>
                    <a:pt x="94197" y="4992"/>
                    <a:pt x="94106" y="4961"/>
                    <a:pt x="94015" y="4901"/>
                  </a:cubicBezTo>
                  <a:cubicBezTo>
                    <a:pt x="94106" y="4870"/>
                    <a:pt x="94228" y="4809"/>
                    <a:pt x="94349" y="4779"/>
                  </a:cubicBezTo>
                  <a:cubicBezTo>
                    <a:pt x="94440" y="4779"/>
                    <a:pt x="94410" y="4171"/>
                    <a:pt x="94319" y="3989"/>
                  </a:cubicBezTo>
                  <a:cubicBezTo>
                    <a:pt x="94246" y="3820"/>
                    <a:pt x="94403" y="3766"/>
                    <a:pt x="94532" y="3766"/>
                  </a:cubicBezTo>
                  <a:cubicBezTo>
                    <a:pt x="94566" y="3766"/>
                    <a:pt x="94598" y="3770"/>
                    <a:pt x="94623" y="3776"/>
                  </a:cubicBezTo>
                  <a:cubicBezTo>
                    <a:pt x="94657" y="3793"/>
                    <a:pt x="94686" y="3800"/>
                    <a:pt x="94710" y="3800"/>
                  </a:cubicBezTo>
                  <a:cubicBezTo>
                    <a:pt x="94774" y="3800"/>
                    <a:pt x="94805" y="3751"/>
                    <a:pt x="94805" y="3685"/>
                  </a:cubicBezTo>
                  <a:lnTo>
                    <a:pt x="94775" y="3624"/>
                  </a:lnTo>
                  <a:lnTo>
                    <a:pt x="94714" y="3563"/>
                  </a:lnTo>
                  <a:cubicBezTo>
                    <a:pt x="94623" y="3502"/>
                    <a:pt x="94562" y="3411"/>
                    <a:pt x="94532" y="3320"/>
                  </a:cubicBezTo>
                  <a:cubicBezTo>
                    <a:pt x="94562" y="3290"/>
                    <a:pt x="94471" y="3290"/>
                    <a:pt x="94380" y="3290"/>
                  </a:cubicBezTo>
                  <a:lnTo>
                    <a:pt x="94319" y="3290"/>
                  </a:lnTo>
                  <a:cubicBezTo>
                    <a:pt x="94288" y="3290"/>
                    <a:pt x="94288" y="3320"/>
                    <a:pt x="94288" y="3320"/>
                  </a:cubicBezTo>
                  <a:cubicBezTo>
                    <a:pt x="94268" y="3320"/>
                    <a:pt x="94234" y="3334"/>
                    <a:pt x="94214" y="3334"/>
                  </a:cubicBezTo>
                  <a:cubicBezTo>
                    <a:pt x="94204" y="3334"/>
                    <a:pt x="94197" y="3330"/>
                    <a:pt x="94197" y="3320"/>
                  </a:cubicBezTo>
                  <a:lnTo>
                    <a:pt x="94197" y="3259"/>
                  </a:lnTo>
                  <a:lnTo>
                    <a:pt x="94258" y="3198"/>
                  </a:lnTo>
                  <a:cubicBezTo>
                    <a:pt x="94349" y="3168"/>
                    <a:pt x="94410" y="3138"/>
                    <a:pt x="94410" y="3107"/>
                  </a:cubicBezTo>
                  <a:cubicBezTo>
                    <a:pt x="94410" y="3077"/>
                    <a:pt x="94380" y="3077"/>
                    <a:pt x="94349" y="3077"/>
                  </a:cubicBezTo>
                  <a:lnTo>
                    <a:pt x="94258" y="3077"/>
                  </a:lnTo>
                  <a:cubicBezTo>
                    <a:pt x="94197" y="2955"/>
                    <a:pt x="94136" y="2834"/>
                    <a:pt x="94136" y="2712"/>
                  </a:cubicBezTo>
                  <a:lnTo>
                    <a:pt x="94106" y="2560"/>
                  </a:lnTo>
                  <a:lnTo>
                    <a:pt x="94106" y="2469"/>
                  </a:lnTo>
                  <a:cubicBezTo>
                    <a:pt x="94106" y="2347"/>
                    <a:pt x="94136" y="2256"/>
                    <a:pt x="94197" y="2135"/>
                  </a:cubicBezTo>
                  <a:lnTo>
                    <a:pt x="94045" y="2104"/>
                  </a:lnTo>
                  <a:cubicBezTo>
                    <a:pt x="94076" y="2043"/>
                    <a:pt x="94045" y="1983"/>
                    <a:pt x="93984" y="1952"/>
                  </a:cubicBezTo>
                  <a:lnTo>
                    <a:pt x="93650" y="1800"/>
                  </a:lnTo>
                  <a:lnTo>
                    <a:pt x="93620" y="1739"/>
                  </a:lnTo>
                  <a:cubicBezTo>
                    <a:pt x="93589" y="1557"/>
                    <a:pt x="93346" y="1557"/>
                    <a:pt x="93316" y="1466"/>
                  </a:cubicBezTo>
                  <a:lnTo>
                    <a:pt x="93255" y="1314"/>
                  </a:lnTo>
                  <a:cubicBezTo>
                    <a:pt x="93042" y="1223"/>
                    <a:pt x="92769" y="1162"/>
                    <a:pt x="92525" y="1132"/>
                  </a:cubicBezTo>
                  <a:cubicBezTo>
                    <a:pt x="92509" y="1137"/>
                    <a:pt x="92492" y="1139"/>
                    <a:pt x="92475" y="1139"/>
                  </a:cubicBezTo>
                  <a:cubicBezTo>
                    <a:pt x="92393" y="1139"/>
                    <a:pt x="92302" y="1085"/>
                    <a:pt x="92252" y="1010"/>
                  </a:cubicBezTo>
                  <a:cubicBezTo>
                    <a:pt x="92252" y="980"/>
                    <a:pt x="92130" y="980"/>
                    <a:pt x="92100" y="980"/>
                  </a:cubicBezTo>
                  <a:cubicBezTo>
                    <a:pt x="92097" y="982"/>
                    <a:pt x="92092" y="984"/>
                    <a:pt x="92084" y="984"/>
                  </a:cubicBezTo>
                  <a:cubicBezTo>
                    <a:pt x="92010" y="984"/>
                    <a:pt x="91721" y="858"/>
                    <a:pt x="91583" y="858"/>
                  </a:cubicBezTo>
                  <a:lnTo>
                    <a:pt x="91249" y="858"/>
                  </a:lnTo>
                  <a:cubicBezTo>
                    <a:pt x="91203" y="881"/>
                    <a:pt x="91051" y="939"/>
                    <a:pt x="90981" y="939"/>
                  </a:cubicBezTo>
                  <a:cubicBezTo>
                    <a:pt x="90959" y="939"/>
                    <a:pt x="90945" y="933"/>
                    <a:pt x="90945" y="919"/>
                  </a:cubicBezTo>
                  <a:cubicBezTo>
                    <a:pt x="90963" y="864"/>
                    <a:pt x="90927" y="853"/>
                    <a:pt x="90888" y="853"/>
                  </a:cubicBezTo>
                  <a:cubicBezTo>
                    <a:pt x="90862" y="853"/>
                    <a:pt x="90835" y="858"/>
                    <a:pt x="90823" y="858"/>
                  </a:cubicBezTo>
                  <a:cubicBezTo>
                    <a:pt x="90811" y="864"/>
                    <a:pt x="90793" y="867"/>
                    <a:pt x="90771" y="867"/>
                  </a:cubicBezTo>
                  <a:cubicBezTo>
                    <a:pt x="90683" y="867"/>
                    <a:pt x="90538" y="828"/>
                    <a:pt x="90489" y="828"/>
                  </a:cubicBezTo>
                  <a:cubicBezTo>
                    <a:pt x="90307" y="828"/>
                    <a:pt x="90124" y="797"/>
                    <a:pt x="89942" y="767"/>
                  </a:cubicBezTo>
                  <a:cubicBezTo>
                    <a:pt x="89820" y="706"/>
                    <a:pt x="89607" y="645"/>
                    <a:pt x="89425" y="615"/>
                  </a:cubicBezTo>
                  <a:lnTo>
                    <a:pt x="89334" y="463"/>
                  </a:lnTo>
                  <a:cubicBezTo>
                    <a:pt x="89334" y="402"/>
                    <a:pt x="89151" y="372"/>
                    <a:pt x="89121" y="372"/>
                  </a:cubicBezTo>
                  <a:cubicBezTo>
                    <a:pt x="89060" y="372"/>
                    <a:pt x="88969" y="432"/>
                    <a:pt x="88939" y="432"/>
                  </a:cubicBezTo>
                  <a:cubicBezTo>
                    <a:pt x="88787" y="402"/>
                    <a:pt x="89000" y="341"/>
                    <a:pt x="88939" y="311"/>
                  </a:cubicBezTo>
                  <a:cubicBezTo>
                    <a:pt x="88834" y="258"/>
                    <a:pt x="88683" y="183"/>
                    <a:pt x="88586" y="183"/>
                  </a:cubicBezTo>
                  <a:cubicBezTo>
                    <a:pt x="88570" y="183"/>
                    <a:pt x="88556" y="185"/>
                    <a:pt x="88544" y="189"/>
                  </a:cubicBezTo>
                  <a:cubicBezTo>
                    <a:pt x="88483" y="220"/>
                    <a:pt x="88422" y="235"/>
                    <a:pt x="88361" y="235"/>
                  </a:cubicBezTo>
                  <a:cubicBezTo>
                    <a:pt x="88300" y="235"/>
                    <a:pt x="88240" y="220"/>
                    <a:pt x="88179" y="189"/>
                  </a:cubicBezTo>
                  <a:cubicBezTo>
                    <a:pt x="88036" y="118"/>
                    <a:pt x="87894" y="89"/>
                    <a:pt x="87751" y="89"/>
                  </a:cubicBezTo>
                  <a:cubicBezTo>
                    <a:pt x="87651" y="89"/>
                    <a:pt x="87550" y="103"/>
                    <a:pt x="87449" y="129"/>
                  </a:cubicBezTo>
                  <a:lnTo>
                    <a:pt x="87237" y="189"/>
                  </a:lnTo>
                  <a:cubicBezTo>
                    <a:pt x="87202" y="155"/>
                    <a:pt x="87168" y="138"/>
                    <a:pt x="87137" y="138"/>
                  </a:cubicBezTo>
                  <a:cubicBezTo>
                    <a:pt x="87086" y="138"/>
                    <a:pt x="87043" y="186"/>
                    <a:pt x="87024" y="280"/>
                  </a:cubicBezTo>
                  <a:lnTo>
                    <a:pt x="86811" y="159"/>
                  </a:lnTo>
                  <a:lnTo>
                    <a:pt x="86689" y="68"/>
                  </a:lnTo>
                  <a:cubicBezTo>
                    <a:pt x="86641" y="60"/>
                    <a:pt x="86592" y="56"/>
                    <a:pt x="86543" y="56"/>
                  </a:cubicBezTo>
                  <a:cubicBezTo>
                    <a:pt x="86411" y="56"/>
                    <a:pt x="86284" y="84"/>
                    <a:pt x="86173" y="129"/>
                  </a:cubicBezTo>
                  <a:cubicBezTo>
                    <a:pt x="86173" y="144"/>
                    <a:pt x="86112" y="151"/>
                    <a:pt x="86044" y="151"/>
                  </a:cubicBezTo>
                  <a:cubicBezTo>
                    <a:pt x="85975" y="151"/>
                    <a:pt x="85899" y="144"/>
                    <a:pt x="85869" y="129"/>
                  </a:cubicBezTo>
                  <a:cubicBezTo>
                    <a:pt x="85778" y="68"/>
                    <a:pt x="85686" y="68"/>
                    <a:pt x="85595" y="68"/>
                  </a:cubicBezTo>
                  <a:cubicBezTo>
                    <a:pt x="85555" y="68"/>
                    <a:pt x="85433" y="41"/>
                    <a:pt x="85375" y="41"/>
                  </a:cubicBezTo>
                  <a:cubicBezTo>
                    <a:pt x="85345" y="41"/>
                    <a:pt x="85332" y="47"/>
                    <a:pt x="85352" y="68"/>
                  </a:cubicBezTo>
                  <a:cubicBezTo>
                    <a:pt x="85364" y="104"/>
                    <a:pt x="85343" y="116"/>
                    <a:pt x="85310" y="116"/>
                  </a:cubicBezTo>
                  <a:cubicBezTo>
                    <a:pt x="85258" y="116"/>
                    <a:pt x="85176" y="86"/>
                    <a:pt x="85139" y="68"/>
                  </a:cubicBezTo>
                  <a:cubicBezTo>
                    <a:pt x="85087" y="68"/>
                    <a:pt x="84923" y="1"/>
                    <a:pt x="84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1"/>
            <p:cNvSpPr/>
            <p:nvPr/>
          </p:nvSpPr>
          <p:spPr>
            <a:xfrm rot="5596396">
              <a:off x="6866007" y="2711388"/>
              <a:ext cx="2419601" cy="550517"/>
            </a:xfrm>
            <a:custGeom>
              <a:rect b="b" l="l" r="r" t="t"/>
              <a:pathLst>
                <a:path extrusionOk="0" h="22020" w="96781">
                  <a:moveTo>
                    <a:pt x="92586" y="9703"/>
                  </a:moveTo>
                  <a:cubicBezTo>
                    <a:pt x="92677" y="9825"/>
                    <a:pt x="92860" y="10098"/>
                    <a:pt x="92890" y="10189"/>
                  </a:cubicBezTo>
                  <a:cubicBezTo>
                    <a:pt x="92935" y="10234"/>
                    <a:pt x="92914" y="10262"/>
                    <a:pt x="92864" y="10262"/>
                  </a:cubicBezTo>
                  <a:cubicBezTo>
                    <a:pt x="92846" y="10262"/>
                    <a:pt x="92823" y="10258"/>
                    <a:pt x="92799" y="10250"/>
                  </a:cubicBezTo>
                  <a:cubicBezTo>
                    <a:pt x="92723" y="10225"/>
                    <a:pt x="92454" y="10071"/>
                    <a:pt x="92315" y="10004"/>
                  </a:cubicBezTo>
                  <a:lnTo>
                    <a:pt x="92315" y="10004"/>
                  </a:lnTo>
                  <a:lnTo>
                    <a:pt x="92434" y="9885"/>
                  </a:lnTo>
                  <a:lnTo>
                    <a:pt x="92586" y="9703"/>
                  </a:lnTo>
                  <a:close/>
                  <a:moveTo>
                    <a:pt x="94480" y="10270"/>
                  </a:moveTo>
                  <a:cubicBezTo>
                    <a:pt x="94584" y="10326"/>
                    <a:pt x="94719" y="10372"/>
                    <a:pt x="94775" y="10372"/>
                  </a:cubicBezTo>
                  <a:lnTo>
                    <a:pt x="94775" y="10281"/>
                  </a:lnTo>
                  <a:lnTo>
                    <a:pt x="94775" y="10271"/>
                  </a:lnTo>
                  <a:lnTo>
                    <a:pt x="94775" y="10271"/>
                  </a:lnTo>
                  <a:cubicBezTo>
                    <a:pt x="94754" y="10274"/>
                    <a:pt x="94734" y="10277"/>
                    <a:pt x="94714" y="10281"/>
                  </a:cubicBezTo>
                  <a:cubicBezTo>
                    <a:pt x="94636" y="10281"/>
                    <a:pt x="94557" y="10277"/>
                    <a:pt x="94480" y="10270"/>
                  </a:cubicBezTo>
                  <a:close/>
                  <a:moveTo>
                    <a:pt x="2716" y="13949"/>
                  </a:moveTo>
                  <a:cubicBezTo>
                    <a:pt x="2736" y="13949"/>
                    <a:pt x="2754" y="13964"/>
                    <a:pt x="2767" y="13989"/>
                  </a:cubicBezTo>
                  <a:lnTo>
                    <a:pt x="2767" y="14050"/>
                  </a:lnTo>
                  <a:cubicBezTo>
                    <a:pt x="2736" y="14141"/>
                    <a:pt x="2797" y="14232"/>
                    <a:pt x="2949" y="14232"/>
                  </a:cubicBezTo>
                  <a:cubicBezTo>
                    <a:pt x="2949" y="14293"/>
                    <a:pt x="2919" y="14323"/>
                    <a:pt x="2828" y="14323"/>
                  </a:cubicBezTo>
                  <a:cubicBezTo>
                    <a:pt x="2767" y="14323"/>
                    <a:pt x="2554" y="14141"/>
                    <a:pt x="2615" y="14050"/>
                  </a:cubicBezTo>
                  <a:cubicBezTo>
                    <a:pt x="2651" y="13978"/>
                    <a:pt x="2686" y="13949"/>
                    <a:pt x="2716" y="13949"/>
                  </a:cubicBezTo>
                  <a:close/>
                  <a:moveTo>
                    <a:pt x="1259" y="15985"/>
                  </a:moveTo>
                  <a:cubicBezTo>
                    <a:pt x="1298" y="15985"/>
                    <a:pt x="1318" y="16025"/>
                    <a:pt x="1338" y="16025"/>
                  </a:cubicBezTo>
                  <a:lnTo>
                    <a:pt x="1399" y="16056"/>
                  </a:lnTo>
                  <a:cubicBezTo>
                    <a:pt x="1460" y="16086"/>
                    <a:pt x="1521" y="16117"/>
                    <a:pt x="1521" y="16147"/>
                  </a:cubicBezTo>
                  <a:lnTo>
                    <a:pt x="1521" y="16177"/>
                  </a:lnTo>
                  <a:cubicBezTo>
                    <a:pt x="1460" y="16238"/>
                    <a:pt x="1399" y="16390"/>
                    <a:pt x="1308" y="16390"/>
                  </a:cubicBezTo>
                  <a:cubicBezTo>
                    <a:pt x="1126" y="16390"/>
                    <a:pt x="1308" y="16238"/>
                    <a:pt x="1186" y="16177"/>
                  </a:cubicBezTo>
                  <a:cubicBezTo>
                    <a:pt x="1095" y="16086"/>
                    <a:pt x="1126" y="16086"/>
                    <a:pt x="1186" y="16025"/>
                  </a:cubicBezTo>
                  <a:cubicBezTo>
                    <a:pt x="1217" y="15995"/>
                    <a:pt x="1240" y="15985"/>
                    <a:pt x="1259" y="15985"/>
                  </a:cubicBezTo>
                  <a:close/>
                  <a:moveTo>
                    <a:pt x="29837" y="20641"/>
                  </a:moveTo>
                  <a:cubicBezTo>
                    <a:pt x="29855" y="20641"/>
                    <a:pt x="29870" y="20642"/>
                    <a:pt x="29880" y="20646"/>
                  </a:cubicBezTo>
                  <a:cubicBezTo>
                    <a:pt x="29971" y="20646"/>
                    <a:pt x="30001" y="20737"/>
                    <a:pt x="29941" y="20798"/>
                  </a:cubicBezTo>
                  <a:lnTo>
                    <a:pt x="29880" y="20858"/>
                  </a:lnTo>
                  <a:cubicBezTo>
                    <a:pt x="29849" y="20889"/>
                    <a:pt x="29789" y="20889"/>
                    <a:pt x="29789" y="20889"/>
                  </a:cubicBezTo>
                  <a:lnTo>
                    <a:pt x="29667" y="20767"/>
                  </a:lnTo>
                  <a:cubicBezTo>
                    <a:pt x="29576" y="20798"/>
                    <a:pt x="29492" y="20813"/>
                    <a:pt x="29409" y="20813"/>
                  </a:cubicBezTo>
                  <a:cubicBezTo>
                    <a:pt x="29325" y="20813"/>
                    <a:pt x="29242" y="20798"/>
                    <a:pt x="29150" y="20767"/>
                  </a:cubicBezTo>
                  <a:cubicBezTo>
                    <a:pt x="29120" y="20737"/>
                    <a:pt x="29090" y="20676"/>
                    <a:pt x="29090" y="20676"/>
                  </a:cubicBezTo>
                  <a:cubicBezTo>
                    <a:pt x="29107" y="20667"/>
                    <a:pt x="29125" y="20663"/>
                    <a:pt x="29143" y="20663"/>
                  </a:cubicBezTo>
                  <a:cubicBezTo>
                    <a:pt x="29186" y="20663"/>
                    <a:pt x="29229" y="20685"/>
                    <a:pt x="29272" y="20706"/>
                  </a:cubicBezTo>
                  <a:lnTo>
                    <a:pt x="29302" y="20706"/>
                  </a:lnTo>
                  <a:cubicBezTo>
                    <a:pt x="29309" y="20710"/>
                    <a:pt x="29321" y="20711"/>
                    <a:pt x="29336" y="20711"/>
                  </a:cubicBezTo>
                  <a:cubicBezTo>
                    <a:pt x="29440" y="20711"/>
                    <a:pt x="29715" y="20641"/>
                    <a:pt x="29837" y="20641"/>
                  </a:cubicBezTo>
                  <a:close/>
                  <a:moveTo>
                    <a:pt x="25655" y="20767"/>
                  </a:moveTo>
                  <a:lnTo>
                    <a:pt x="25837" y="20919"/>
                  </a:lnTo>
                  <a:lnTo>
                    <a:pt x="25868" y="20919"/>
                  </a:lnTo>
                  <a:cubicBezTo>
                    <a:pt x="25891" y="20907"/>
                    <a:pt x="25912" y="20903"/>
                    <a:pt x="25931" y="20903"/>
                  </a:cubicBezTo>
                  <a:cubicBezTo>
                    <a:pt x="26010" y="20903"/>
                    <a:pt x="26050" y="20991"/>
                    <a:pt x="26050" y="21041"/>
                  </a:cubicBezTo>
                  <a:cubicBezTo>
                    <a:pt x="26050" y="21060"/>
                    <a:pt x="26032" y="21067"/>
                    <a:pt x="26006" y="21067"/>
                  </a:cubicBezTo>
                  <a:cubicBezTo>
                    <a:pt x="25949" y="21067"/>
                    <a:pt x="25849" y="21031"/>
                    <a:pt x="25807" y="21010"/>
                  </a:cubicBezTo>
                  <a:cubicBezTo>
                    <a:pt x="25685" y="20949"/>
                    <a:pt x="25564" y="20889"/>
                    <a:pt x="25442" y="20858"/>
                  </a:cubicBezTo>
                  <a:cubicBezTo>
                    <a:pt x="25351" y="20858"/>
                    <a:pt x="25442" y="20798"/>
                    <a:pt x="25655" y="20767"/>
                  </a:cubicBezTo>
                  <a:close/>
                  <a:moveTo>
                    <a:pt x="26719" y="20767"/>
                  </a:moveTo>
                  <a:cubicBezTo>
                    <a:pt x="26840" y="20798"/>
                    <a:pt x="26962" y="20798"/>
                    <a:pt x="27114" y="20798"/>
                  </a:cubicBezTo>
                  <a:cubicBezTo>
                    <a:pt x="27154" y="20798"/>
                    <a:pt x="27289" y="20770"/>
                    <a:pt x="27384" y="20770"/>
                  </a:cubicBezTo>
                  <a:cubicBezTo>
                    <a:pt x="27431" y="20770"/>
                    <a:pt x="27468" y="20777"/>
                    <a:pt x="27479" y="20798"/>
                  </a:cubicBezTo>
                  <a:cubicBezTo>
                    <a:pt x="27539" y="20858"/>
                    <a:pt x="27235" y="20889"/>
                    <a:pt x="27144" y="20889"/>
                  </a:cubicBezTo>
                  <a:cubicBezTo>
                    <a:pt x="26992" y="20889"/>
                    <a:pt x="26840" y="20919"/>
                    <a:pt x="26719" y="20949"/>
                  </a:cubicBezTo>
                  <a:cubicBezTo>
                    <a:pt x="26672" y="20973"/>
                    <a:pt x="26515" y="21069"/>
                    <a:pt x="26433" y="21069"/>
                  </a:cubicBezTo>
                  <a:cubicBezTo>
                    <a:pt x="26409" y="21069"/>
                    <a:pt x="26391" y="21061"/>
                    <a:pt x="26384" y="21041"/>
                  </a:cubicBezTo>
                  <a:cubicBezTo>
                    <a:pt x="26324" y="20980"/>
                    <a:pt x="26384" y="20919"/>
                    <a:pt x="26506" y="20858"/>
                  </a:cubicBezTo>
                  <a:lnTo>
                    <a:pt x="26628" y="20798"/>
                  </a:lnTo>
                  <a:lnTo>
                    <a:pt x="26719" y="20767"/>
                  </a:lnTo>
                  <a:close/>
                  <a:moveTo>
                    <a:pt x="65615" y="20786"/>
                  </a:moveTo>
                  <a:cubicBezTo>
                    <a:pt x="65633" y="20786"/>
                    <a:pt x="65648" y="20790"/>
                    <a:pt x="65656" y="20798"/>
                  </a:cubicBezTo>
                  <a:cubicBezTo>
                    <a:pt x="65716" y="20858"/>
                    <a:pt x="65777" y="20949"/>
                    <a:pt x="65868" y="21010"/>
                  </a:cubicBezTo>
                  <a:cubicBezTo>
                    <a:pt x="65899" y="21041"/>
                    <a:pt x="65899" y="21101"/>
                    <a:pt x="65838" y="21101"/>
                  </a:cubicBezTo>
                  <a:lnTo>
                    <a:pt x="65838" y="21132"/>
                  </a:lnTo>
                  <a:cubicBezTo>
                    <a:pt x="65833" y="21135"/>
                    <a:pt x="65826" y="21136"/>
                    <a:pt x="65818" y="21136"/>
                  </a:cubicBezTo>
                  <a:cubicBezTo>
                    <a:pt x="65736" y="21136"/>
                    <a:pt x="65531" y="21000"/>
                    <a:pt x="65504" y="20889"/>
                  </a:cubicBezTo>
                  <a:cubicBezTo>
                    <a:pt x="65481" y="20820"/>
                    <a:pt x="65561" y="20786"/>
                    <a:pt x="65615" y="20786"/>
                  </a:cubicBezTo>
                  <a:close/>
                  <a:moveTo>
                    <a:pt x="48591" y="20907"/>
                  </a:moveTo>
                  <a:cubicBezTo>
                    <a:pt x="48616" y="20907"/>
                    <a:pt x="48640" y="20911"/>
                    <a:pt x="48664" y="20919"/>
                  </a:cubicBezTo>
                  <a:cubicBezTo>
                    <a:pt x="48816" y="20919"/>
                    <a:pt x="48847" y="21101"/>
                    <a:pt x="48756" y="21132"/>
                  </a:cubicBezTo>
                  <a:cubicBezTo>
                    <a:pt x="48677" y="21158"/>
                    <a:pt x="48531" y="21229"/>
                    <a:pt x="48453" y="21229"/>
                  </a:cubicBezTo>
                  <a:cubicBezTo>
                    <a:pt x="48441" y="21229"/>
                    <a:pt x="48430" y="21227"/>
                    <a:pt x="48421" y="21223"/>
                  </a:cubicBezTo>
                  <a:cubicBezTo>
                    <a:pt x="48391" y="21162"/>
                    <a:pt x="48391" y="21101"/>
                    <a:pt x="48421" y="21041"/>
                  </a:cubicBezTo>
                  <a:lnTo>
                    <a:pt x="48391" y="20980"/>
                  </a:lnTo>
                  <a:cubicBezTo>
                    <a:pt x="48458" y="20935"/>
                    <a:pt x="48524" y="20907"/>
                    <a:pt x="48591" y="20907"/>
                  </a:cubicBezTo>
                  <a:close/>
                  <a:moveTo>
                    <a:pt x="35017" y="21132"/>
                  </a:moveTo>
                  <a:lnTo>
                    <a:pt x="35017" y="21162"/>
                  </a:lnTo>
                  <a:cubicBezTo>
                    <a:pt x="35108" y="21193"/>
                    <a:pt x="35169" y="21253"/>
                    <a:pt x="35230" y="21345"/>
                  </a:cubicBezTo>
                  <a:lnTo>
                    <a:pt x="35321" y="21375"/>
                  </a:lnTo>
                  <a:lnTo>
                    <a:pt x="35412" y="21405"/>
                  </a:lnTo>
                  <a:cubicBezTo>
                    <a:pt x="35533" y="21405"/>
                    <a:pt x="35655" y="21436"/>
                    <a:pt x="35655" y="21527"/>
                  </a:cubicBezTo>
                  <a:lnTo>
                    <a:pt x="35655" y="21557"/>
                  </a:lnTo>
                  <a:lnTo>
                    <a:pt x="35625" y="21588"/>
                  </a:lnTo>
                  <a:cubicBezTo>
                    <a:pt x="35602" y="21593"/>
                    <a:pt x="35580" y="21596"/>
                    <a:pt x="35558" y="21596"/>
                  </a:cubicBezTo>
                  <a:cubicBezTo>
                    <a:pt x="35459" y="21596"/>
                    <a:pt x="35365" y="21546"/>
                    <a:pt x="35290" y="21497"/>
                  </a:cubicBezTo>
                  <a:lnTo>
                    <a:pt x="35169" y="21436"/>
                  </a:lnTo>
                  <a:lnTo>
                    <a:pt x="35047" y="21405"/>
                  </a:lnTo>
                  <a:cubicBezTo>
                    <a:pt x="34986" y="21253"/>
                    <a:pt x="34956" y="21132"/>
                    <a:pt x="35017" y="21132"/>
                  </a:cubicBezTo>
                  <a:close/>
                  <a:moveTo>
                    <a:pt x="28938" y="20737"/>
                  </a:moveTo>
                  <a:cubicBezTo>
                    <a:pt x="29029" y="20798"/>
                    <a:pt x="29120" y="20858"/>
                    <a:pt x="29181" y="20919"/>
                  </a:cubicBezTo>
                  <a:lnTo>
                    <a:pt x="29029" y="21041"/>
                  </a:lnTo>
                  <a:cubicBezTo>
                    <a:pt x="28968" y="21071"/>
                    <a:pt x="28968" y="21193"/>
                    <a:pt x="28907" y="21284"/>
                  </a:cubicBezTo>
                  <a:lnTo>
                    <a:pt x="28877" y="21314"/>
                  </a:lnTo>
                  <a:cubicBezTo>
                    <a:pt x="28786" y="21314"/>
                    <a:pt x="28694" y="21405"/>
                    <a:pt x="28664" y="21497"/>
                  </a:cubicBezTo>
                  <a:lnTo>
                    <a:pt x="28603" y="21588"/>
                  </a:lnTo>
                  <a:cubicBezTo>
                    <a:pt x="28603" y="21649"/>
                    <a:pt x="28512" y="21649"/>
                    <a:pt x="28482" y="21649"/>
                  </a:cubicBezTo>
                  <a:lnTo>
                    <a:pt x="28390" y="21649"/>
                  </a:lnTo>
                  <a:cubicBezTo>
                    <a:pt x="28299" y="21618"/>
                    <a:pt x="28208" y="21588"/>
                    <a:pt x="28147" y="21527"/>
                  </a:cubicBezTo>
                  <a:lnTo>
                    <a:pt x="28080" y="21527"/>
                  </a:lnTo>
                  <a:lnTo>
                    <a:pt x="28178" y="21405"/>
                  </a:lnTo>
                  <a:cubicBezTo>
                    <a:pt x="28238" y="21451"/>
                    <a:pt x="28284" y="21474"/>
                    <a:pt x="28326" y="21474"/>
                  </a:cubicBezTo>
                  <a:cubicBezTo>
                    <a:pt x="28368" y="21474"/>
                    <a:pt x="28406" y="21451"/>
                    <a:pt x="28451" y="21405"/>
                  </a:cubicBezTo>
                  <a:lnTo>
                    <a:pt x="28512" y="21314"/>
                  </a:lnTo>
                  <a:cubicBezTo>
                    <a:pt x="28634" y="21314"/>
                    <a:pt x="28725" y="21010"/>
                    <a:pt x="28725" y="20919"/>
                  </a:cubicBezTo>
                  <a:cubicBezTo>
                    <a:pt x="28725" y="20798"/>
                    <a:pt x="28877" y="20737"/>
                    <a:pt x="28938" y="20737"/>
                  </a:cubicBezTo>
                  <a:close/>
                  <a:moveTo>
                    <a:pt x="31919" y="21249"/>
                  </a:moveTo>
                  <a:cubicBezTo>
                    <a:pt x="31923" y="21249"/>
                    <a:pt x="31930" y="21279"/>
                    <a:pt x="31947" y="21345"/>
                  </a:cubicBezTo>
                  <a:cubicBezTo>
                    <a:pt x="31977" y="21436"/>
                    <a:pt x="32068" y="21618"/>
                    <a:pt x="31977" y="21649"/>
                  </a:cubicBezTo>
                  <a:cubicBezTo>
                    <a:pt x="31886" y="21649"/>
                    <a:pt x="31916" y="21405"/>
                    <a:pt x="31916" y="21314"/>
                  </a:cubicBezTo>
                  <a:cubicBezTo>
                    <a:pt x="31916" y="21272"/>
                    <a:pt x="31916" y="21249"/>
                    <a:pt x="31919" y="21249"/>
                  </a:cubicBezTo>
                  <a:close/>
                  <a:moveTo>
                    <a:pt x="84859" y="1"/>
                  </a:moveTo>
                  <a:cubicBezTo>
                    <a:pt x="84848" y="1"/>
                    <a:pt x="84840" y="3"/>
                    <a:pt x="84835" y="7"/>
                  </a:cubicBezTo>
                  <a:cubicBezTo>
                    <a:pt x="84805" y="37"/>
                    <a:pt x="84744" y="37"/>
                    <a:pt x="84714" y="37"/>
                  </a:cubicBezTo>
                  <a:cubicBezTo>
                    <a:pt x="84623" y="98"/>
                    <a:pt x="84562" y="129"/>
                    <a:pt x="84501" y="189"/>
                  </a:cubicBezTo>
                  <a:lnTo>
                    <a:pt x="84319" y="129"/>
                  </a:lnTo>
                  <a:lnTo>
                    <a:pt x="84167" y="98"/>
                  </a:lnTo>
                  <a:cubicBezTo>
                    <a:pt x="84026" y="182"/>
                    <a:pt x="83808" y="345"/>
                    <a:pt x="83727" y="345"/>
                  </a:cubicBezTo>
                  <a:cubicBezTo>
                    <a:pt x="83721" y="345"/>
                    <a:pt x="83715" y="344"/>
                    <a:pt x="83711" y="341"/>
                  </a:cubicBezTo>
                  <a:cubicBezTo>
                    <a:pt x="83589" y="280"/>
                    <a:pt x="83467" y="280"/>
                    <a:pt x="83346" y="280"/>
                  </a:cubicBezTo>
                  <a:lnTo>
                    <a:pt x="83224" y="220"/>
                  </a:lnTo>
                  <a:lnTo>
                    <a:pt x="83194" y="220"/>
                  </a:lnTo>
                  <a:cubicBezTo>
                    <a:pt x="83185" y="224"/>
                    <a:pt x="83171" y="226"/>
                    <a:pt x="83153" y="226"/>
                  </a:cubicBezTo>
                  <a:cubicBezTo>
                    <a:pt x="83042" y="226"/>
                    <a:pt x="82781" y="159"/>
                    <a:pt x="82677" y="159"/>
                  </a:cubicBezTo>
                  <a:cubicBezTo>
                    <a:pt x="82586" y="189"/>
                    <a:pt x="82495" y="189"/>
                    <a:pt x="82404" y="220"/>
                  </a:cubicBezTo>
                  <a:cubicBezTo>
                    <a:pt x="82404" y="250"/>
                    <a:pt x="82434" y="341"/>
                    <a:pt x="82464" y="402"/>
                  </a:cubicBezTo>
                  <a:cubicBezTo>
                    <a:pt x="82464" y="415"/>
                    <a:pt x="82444" y="422"/>
                    <a:pt x="82406" y="422"/>
                  </a:cubicBezTo>
                  <a:cubicBezTo>
                    <a:pt x="82353" y="422"/>
                    <a:pt x="82267" y="407"/>
                    <a:pt x="82160" y="372"/>
                  </a:cubicBezTo>
                  <a:lnTo>
                    <a:pt x="82130" y="372"/>
                  </a:lnTo>
                  <a:lnTo>
                    <a:pt x="82008" y="524"/>
                  </a:lnTo>
                  <a:cubicBezTo>
                    <a:pt x="81826" y="493"/>
                    <a:pt x="81644" y="493"/>
                    <a:pt x="81613" y="493"/>
                  </a:cubicBezTo>
                  <a:cubicBezTo>
                    <a:pt x="81553" y="463"/>
                    <a:pt x="81492" y="432"/>
                    <a:pt x="81431" y="372"/>
                  </a:cubicBezTo>
                  <a:lnTo>
                    <a:pt x="81340" y="372"/>
                  </a:lnTo>
                  <a:cubicBezTo>
                    <a:pt x="81238" y="372"/>
                    <a:pt x="81124" y="345"/>
                    <a:pt x="81040" y="345"/>
                  </a:cubicBezTo>
                  <a:cubicBezTo>
                    <a:pt x="80999" y="345"/>
                    <a:pt x="80965" y="351"/>
                    <a:pt x="80945" y="372"/>
                  </a:cubicBezTo>
                  <a:lnTo>
                    <a:pt x="80793" y="524"/>
                  </a:lnTo>
                  <a:cubicBezTo>
                    <a:pt x="80746" y="500"/>
                    <a:pt x="80713" y="491"/>
                    <a:pt x="80693" y="491"/>
                  </a:cubicBezTo>
                  <a:cubicBezTo>
                    <a:pt x="80661" y="491"/>
                    <a:pt x="80664" y="516"/>
                    <a:pt x="80701" y="554"/>
                  </a:cubicBezTo>
                  <a:cubicBezTo>
                    <a:pt x="80707" y="560"/>
                    <a:pt x="80702" y="562"/>
                    <a:pt x="80689" y="562"/>
                  </a:cubicBezTo>
                  <a:cubicBezTo>
                    <a:pt x="80635" y="562"/>
                    <a:pt x="80447" y="518"/>
                    <a:pt x="80398" y="493"/>
                  </a:cubicBezTo>
                  <a:lnTo>
                    <a:pt x="80276" y="402"/>
                  </a:lnTo>
                  <a:cubicBezTo>
                    <a:pt x="80276" y="402"/>
                    <a:pt x="80142" y="469"/>
                    <a:pt x="80046" y="469"/>
                  </a:cubicBezTo>
                  <a:cubicBezTo>
                    <a:pt x="80030" y="469"/>
                    <a:pt x="80015" y="467"/>
                    <a:pt x="80002" y="463"/>
                  </a:cubicBezTo>
                  <a:cubicBezTo>
                    <a:pt x="79942" y="463"/>
                    <a:pt x="79698" y="432"/>
                    <a:pt x="79638" y="432"/>
                  </a:cubicBezTo>
                  <a:cubicBezTo>
                    <a:pt x="79620" y="415"/>
                    <a:pt x="79532" y="397"/>
                    <a:pt x="79460" y="397"/>
                  </a:cubicBezTo>
                  <a:cubicBezTo>
                    <a:pt x="79407" y="397"/>
                    <a:pt x="79364" y="407"/>
                    <a:pt x="79364" y="432"/>
                  </a:cubicBezTo>
                  <a:cubicBezTo>
                    <a:pt x="79334" y="493"/>
                    <a:pt x="79182" y="554"/>
                    <a:pt x="78999" y="554"/>
                  </a:cubicBezTo>
                  <a:lnTo>
                    <a:pt x="78908" y="493"/>
                  </a:lnTo>
                  <a:lnTo>
                    <a:pt x="78726" y="372"/>
                  </a:lnTo>
                  <a:cubicBezTo>
                    <a:pt x="78574" y="402"/>
                    <a:pt x="78422" y="432"/>
                    <a:pt x="78270" y="432"/>
                  </a:cubicBezTo>
                  <a:lnTo>
                    <a:pt x="78239" y="463"/>
                  </a:lnTo>
                  <a:lnTo>
                    <a:pt x="78148" y="493"/>
                  </a:lnTo>
                  <a:cubicBezTo>
                    <a:pt x="78027" y="524"/>
                    <a:pt x="77935" y="524"/>
                    <a:pt x="77814" y="584"/>
                  </a:cubicBezTo>
                  <a:lnTo>
                    <a:pt x="77692" y="554"/>
                  </a:lnTo>
                  <a:lnTo>
                    <a:pt x="77571" y="524"/>
                  </a:lnTo>
                  <a:cubicBezTo>
                    <a:pt x="77419" y="524"/>
                    <a:pt x="77297" y="493"/>
                    <a:pt x="77176" y="432"/>
                  </a:cubicBezTo>
                  <a:cubicBezTo>
                    <a:pt x="77161" y="418"/>
                    <a:pt x="77139" y="412"/>
                    <a:pt x="77114" y="412"/>
                  </a:cubicBezTo>
                  <a:cubicBezTo>
                    <a:pt x="77034" y="412"/>
                    <a:pt x="76918" y="470"/>
                    <a:pt x="76872" y="493"/>
                  </a:cubicBezTo>
                  <a:cubicBezTo>
                    <a:pt x="76854" y="511"/>
                    <a:pt x="76833" y="518"/>
                    <a:pt x="76813" y="518"/>
                  </a:cubicBezTo>
                  <a:cubicBezTo>
                    <a:pt x="76763" y="518"/>
                    <a:pt x="76711" y="475"/>
                    <a:pt x="76689" y="432"/>
                  </a:cubicBezTo>
                  <a:cubicBezTo>
                    <a:pt x="76673" y="424"/>
                    <a:pt x="76654" y="421"/>
                    <a:pt x="76634" y="421"/>
                  </a:cubicBezTo>
                  <a:cubicBezTo>
                    <a:pt x="76577" y="421"/>
                    <a:pt x="76505" y="449"/>
                    <a:pt x="76416" y="493"/>
                  </a:cubicBezTo>
                  <a:lnTo>
                    <a:pt x="76264" y="493"/>
                  </a:lnTo>
                  <a:cubicBezTo>
                    <a:pt x="76112" y="493"/>
                    <a:pt x="75960" y="493"/>
                    <a:pt x="75808" y="524"/>
                  </a:cubicBezTo>
                  <a:lnTo>
                    <a:pt x="75686" y="554"/>
                  </a:lnTo>
                  <a:lnTo>
                    <a:pt x="75656" y="554"/>
                  </a:lnTo>
                  <a:cubicBezTo>
                    <a:pt x="75565" y="524"/>
                    <a:pt x="75473" y="524"/>
                    <a:pt x="75382" y="493"/>
                  </a:cubicBezTo>
                  <a:cubicBezTo>
                    <a:pt x="75356" y="502"/>
                    <a:pt x="75326" y="506"/>
                    <a:pt x="75296" y="506"/>
                  </a:cubicBezTo>
                  <a:cubicBezTo>
                    <a:pt x="75222" y="506"/>
                    <a:pt x="75143" y="484"/>
                    <a:pt x="75078" y="463"/>
                  </a:cubicBezTo>
                  <a:lnTo>
                    <a:pt x="75017" y="524"/>
                  </a:lnTo>
                  <a:cubicBezTo>
                    <a:pt x="74957" y="550"/>
                    <a:pt x="74907" y="561"/>
                    <a:pt x="74862" y="561"/>
                  </a:cubicBezTo>
                  <a:cubicBezTo>
                    <a:pt x="74751" y="561"/>
                    <a:pt x="74679" y="489"/>
                    <a:pt x="74592" y="402"/>
                  </a:cubicBezTo>
                  <a:cubicBezTo>
                    <a:pt x="74562" y="402"/>
                    <a:pt x="74501" y="524"/>
                    <a:pt x="74501" y="584"/>
                  </a:cubicBezTo>
                  <a:cubicBezTo>
                    <a:pt x="74501" y="600"/>
                    <a:pt x="74488" y="606"/>
                    <a:pt x="74468" y="606"/>
                  </a:cubicBezTo>
                  <a:cubicBezTo>
                    <a:pt x="74423" y="606"/>
                    <a:pt x="74340" y="578"/>
                    <a:pt x="74274" y="578"/>
                  </a:cubicBezTo>
                  <a:cubicBezTo>
                    <a:pt x="74257" y="578"/>
                    <a:pt x="74241" y="580"/>
                    <a:pt x="74227" y="584"/>
                  </a:cubicBezTo>
                  <a:cubicBezTo>
                    <a:pt x="74166" y="584"/>
                    <a:pt x="73893" y="676"/>
                    <a:pt x="73802" y="676"/>
                  </a:cubicBezTo>
                  <a:cubicBezTo>
                    <a:pt x="73761" y="684"/>
                    <a:pt x="73722" y="688"/>
                    <a:pt x="73685" y="688"/>
                  </a:cubicBezTo>
                  <a:cubicBezTo>
                    <a:pt x="73582" y="688"/>
                    <a:pt x="73487" y="659"/>
                    <a:pt x="73376" y="615"/>
                  </a:cubicBezTo>
                  <a:lnTo>
                    <a:pt x="73163" y="615"/>
                  </a:lnTo>
                  <a:cubicBezTo>
                    <a:pt x="73072" y="645"/>
                    <a:pt x="72981" y="706"/>
                    <a:pt x="72951" y="797"/>
                  </a:cubicBezTo>
                  <a:cubicBezTo>
                    <a:pt x="72951" y="800"/>
                    <a:pt x="72949" y="801"/>
                    <a:pt x="72947" y="801"/>
                  </a:cubicBezTo>
                  <a:cubicBezTo>
                    <a:pt x="72924" y="801"/>
                    <a:pt x="72796" y="676"/>
                    <a:pt x="72768" y="676"/>
                  </a:cubicBezTo>
                  <a:cubicBezTo>
                    <a:pt x="72586" y="736"/>
                    <a:pt x="72434" y="736"/>
                    <a:pt x="72251" y="736"/>
                  </a:cubicBezTo>
                  <a:cubicBezTo>
                    <a:pt x="72130" y="706"/>
                    <a:pt x="72008" y="706"/>
                    <a:pt x="71887" y="676"/>
                  </a:cubicBezTo>
                  <a:cubicBezTo>
                    <a:pt x="71826" y="706"/>
                    <a:pt x="71765" y="736"/>
                    <a:pt x="71704" y="736"/>
                  </a:cubicBezTo>
                  <a:cubicBezTo>
                    <a:pt x="71613" y="736"/>
                    <a:pt x="71522" y="706"/>
                    <a:pt x="71461" y="676"/>
                  </a:cubicBezTo>
                  <a:lnTo>
                    <a:pt x="71340" y="736"/>
                  </a:lnTo>
                  <a:lnTo>
                    <a:pt x="71248" y="797"/>
                  </a:lnTo>
                  <a:cubicBezTo>
                    <a:pt x="71096" y="828"/>
                    <a:pt x="70884" y="828"/>
                    <a:pt x="70792" y="828"/>
                  </a:cubicBezTo>
                  <a:lnTo>
                    <a:pt x="70701" y="828"/>
                  </a:lnTo>
                  <a:cubicBezTo>
                    <a:pt x="70689" y="792"/>
                    <a:pt x="70673" y="779"/>
                    <a:pt x="70655" y="779"/>
                  </a:cubicBezTo>
                  <a:cubicBezTo>
                    <a:pt x="70628" y="779"/>
                    <a:pt x="70598" y="809"/>
                    <a:pt x="70580" y="828"/>
                  </a:cubicBezTo>
                  <a:cubicBezTo>
                    <a:pt x="70580" y="831"/>
                    <a:pt x="70578" y="832"/>
                    <a:pt x="70575" y="832"/>
                  </a:cubicBezTo>
                  <a:cubicBezTo>
                    <a:pt x="70553" y="832"/>
                    <a:pt x="70451" y="736"/>
                    <a:pt x="70397" y="736"/>
                  </a:cubicBezTo>
                  <a:lnTo>
                    <a:pt x="69789" y="736"/>
                  </a:lnTo>
                  <a:cubicBezTo>
                    <a:pt x="69765" y="730"/>
                    <a:pt x="69736" y="728"/>
                    <a:pt x="69704" y="728"/>
                  </a:cubicBezTo>
                  <a:cubicBezTo>
                    <a:pt x="69578" y="728"/>
                    <a:pt x="69413" y="767"/>
                    <a:pt x="69364" y="767"/>
                  </a:cubicBezTo>
                  <a:cubicBezTo>
                    <a:pt x="69242" y="797"/>
                    <a:pt x="69090" y="797"/>
                    <a:pt x="68969" y="828"/>
                  </a:cubicBezTo>
                  <a:cubicBezTo>
                    <a:pt x="68908" y="843"/>
                    <a:pt x="68847" y="850"/>
                    <a:pt x="68783" y="850"/>
                  </a:cubicBezTo>
                  <a:cubicBezTo>
                    <a:pt x="68718" y="850"/>
                    <a:pt x="68650" y="843"/>
                    <a:pt x="68574" y="828"/>
                  </a:cubicBezTo>
                  <a:cubicBezTo>
                    <a:pt x="68532" y="807"/>
                    <a:pt x="68374" y="771"/>
                    <a:pt x="68280" y="771"/>
                  </a:cubicBezTo>
                  <a:cubicBezTo>
                    <a:pt x="68238" y="771"/>
                    <a:pt x="68209" y="778"/>
                    <a:pt x="68209" y="797"/>
                  </a:cubicBezTo>
                  <a:cubicBezTo>
                    <a:pt x="68178" y="888"/>
                    <a:pt x="68178" y="919"/>
                    <a:pt x="68148" y="919"/>
                  </a:cubicBezTo>
                  <a:lnTo>
                    <a:pt x="68118" y="919"/>
                  </a:lnTo>
                  <a:lnTo>
                    <a:pt x="67874" y="736"/>
                  </a:lnTo>
                  <a:cubicBezTo>
                    <a:pt x="67753" y="828"/>
                    <a:pt x="67601" y="888"/>
                    <a:pt x="67419" y="919"/>
                  </a:cubicBezTo>
                  <a:cubicBezTo>
                    <a:pt x="67419" y="838"/>
                    <a:pt x="67392" y="797"/>
                    <a:pt x="67328" y="797"/>
                  </a:cubicBezTo>
                  <a:cubicBezTo>
                    <a:pt x="67297" y="797"/>
                    <a:pt x="67256" y="807"/>
                    <a:pt x="67206" y="828"/>
                  </a:cubicBezTo>
                  <a:lnTo>
                    <a:pt x="67145" y="858"/>
                  </a:lnTo>
                  <a:cubicBezTo>
                    <a:pt x="67095" y="845"/>
                    <a:pt x="67044" y="838"/>
                    <a:pt x="66996" y="838"/>
                  </a:cubicBezTo>
                  <a:cubicBezTo>
                    <a:pt x="66928" y="838"/>
                    <a:pt x="66864" y="853"/>
                    <a:pt x="66811" y="888"/>
                  </a:cubicBezTo>
                  <a:lnTo>
                    <a:pt x="66689" y="888"/>
                  </a:lnTo>
                  <a:cubicBezTo>
                    <a:pt x="66537" y="888"/>
                    <a:pt x="66385" y="919"/>
                    <a:pt x="66203" y="919"/>
                  </a:cubicBezTo>
                  <a:lnTo>
                    <a:pt x="66051" y="919"/>
                  </a:lnTo>
                  <a:cubicBezTo>
                    <a:pt x="65868" y="919"/>
                    <a:pt x="65473" y="1071"/>
                    <a:pt x="65382" y="1071"/>
                  </a:cubicBezTo>
                  <a:cubicBezTo>
                    <a:pt x="65200" y="1040"/>
                    <a:pt x="65017" y="1010"/>
                    <a:pt x="64835" y="949"/>
                  </a:cubicBezTo>
                  <a:cubicBezTo>
                    <a:pt x="64819" y="944"/>
                    <a:pt x="64803" y="941"/>
                    <a:pt x="64787" y="941"/>
                  </a:cubicBezTo>
                  <a:cubicBezTo>
                    <a:pt x="64713" y="941"/>
                    <a:pt x="64647" y="996"/>
                    <a:pt x="64622" y="1071"/>
                  </a:cubicBezTo>
                  <a:cubicBezTo>
                    <a:pt x="64622" y="1076"/>
                    <a:pt x="64620" y="1079"/>
                    <a:pt x="64617" y="1079"/>
                  </a:cubicBezTo>
                  <a:cubicBezTo>
                    <a:pt x="64600" y="1079"/>
                    <a:pt x="64545" y="1024"/>
                    <a:pt x="64470" y="949"/>
                  </a:cubicBezTo>
                  <a:lnTo>
                    <a:pt x="64318" y="1040"/>
                  </a:lnTo>
                  <a:lnTo>
                    <a:pt x="64227" y="1071"/>
                  </a:lnTo>
                  <a:cubicBezTo>
                    <a:pt x="64105" y="1101"/>
                    <a:pt x="63984" y="1132"/>
                    <a:pt x="63862" y="1192"/>
                  </a:cubicBezTo>
                  <a:cubicBezTo>
                    <a:pt x="63741" y="1223"/>
                    <a:pt x="63589" y="1284"/>
                    <a:pt x="63467" y="1284"/>
                  </a:cubicBezTo>
                  <a:cubicBezTo>
                    <a:pt x="63389" y="1284"/>
                    <a:pt x="63177" y="1217"/>
                    <a:pt x="63079" y="1217"/>
                  </a:cubicBezTo>
                  <a:cubicBezTo>
                    <a:pt x="63063" y="1217"/>
                    <a:pt x="63050" y="1218"/>
                    <a:pt x="63042" y="1223"/>
                  </a:cubicBezTo>
                  <a:cubicBezTo>
                    <a:pt x="62890" y="1284"/>
                    <a:pt x="62738" y="1314"/>
                    <a:pt x="62586" y="1314"/>
                  </a:cubicBezTo>
                  <a:lnTo>
                    <a:pt x="62251" y="1405"/>
                  </a:lnTo>
                  <a:lnTo>
                    <a:pt x="62160" y="1314"/>
                  </a:lnTo>
                  <a:lnTo>
                    <a:pt x="62099" y="1253"/>
                  </a:lnTo>
                  <a:cubicBezTo>
                    <a:pt x="62008" y="1314"/>
                    <a:pt x="61978" y="1405"/>
                    <a:pt x="61947" y="1496"/>
                  </a:cubicBezTo>
                  <a:lnTo>
                    <a:pt x="61887" y="1405"/>
                  </a:lnTo>
                  <a:lnTo>
                    <a:pt x="61765" y="1284"/>
                  </a:lnTo>
                  <a:cubicBezTo>
                    <a:pt x="61641" y="1333"/>
                    <a:pt x="61517" y="1383"/>
                    <a:pt x="61393" y="1383"/>
                  </a:cubicBezTo>
                  <a:cubicBezTo>
                    <a:pt x="61365" y="1383"/>
                    <a:pt x="61337" y="1380"/>
                    <a:pt x="61309" y="1375"/>
                  </a:cubicBezTo>
                  <a:lnTo>
                    <a:pt x="59424" y="1375"/>
                  </a:lnTo>
                  <a:cubicBezTo>
                    <a:pt x="59303" y="1405"/>
                    <a:pt x="59607" y="1496"/>
                    <a:pt x="59394" y="1527"/>
                  </a:cubicBezTo>
                  <a:lnTo>
                    <a:pt x="59242" y="1588"/>
                  </a:lnTo>
                  <a:cubicBezTo>
                    <a:pt x="59203" y="1529"/>
                    <a:pt x="59138" y="1495"/>
                    <a:pt x="59073" y="1495"/>
                  </a:cubicBezTo>
                  <a:cubicBezTo>
                    <a:pt x="59037" y="1495"/>
                    <a:pt x="59001" y="1505"/>
                    <a:pt x="58969" y="1527"/>
                  </a:cubicBezTo>
                  <a:cubicBezTo>
                    <a:pt x="58944" y="1551"/>
                    <a:pt x="58780" y="1596"/>
                    <a:pt x="58702" y="1596"/>
                  </a:cubicBezTo>
                  <a:cubicBezTo>
                    <a:pt x="58684" y="1596"/>
                    <a:pt x="58670" y="1593"/>
                    <a:pt x="58665" y="1588"/>
                  </a:cubicBezTo>
                  <a:cubicBezTo>
                    <a:pt x="58543" y="1496"/>
                    <a:pt x="58452" y="1466"/>
                    <a:pt x="58300" y="1436"/>
                  </a:cubicBezTo>
                  <a:cubicBezTo>
                    <a:pt x="58231" y="1436"/>
                    <a:pt x="58026" y="1487"/>
                    <a:pt x="57902" y="1487"/>
                  </a:cubicBezTo>
                  <a:cubicBezTo>
                    <a:pt x="57861" y="1487"/>
                    <a:pt x="57829" y="1481"/>
                    <a:pt x="57814" y="1466"/>
                  </a:cubicBezTo>
                  <a:cubicBezTo>
                    <a:pt x="57789" y="1458"/>
                    <a:pt x="57767" y="1454"/>
                    <a:pt x="57747" y="1454"/>
                  </a:cubicBezTo>
                  <a:cubicBezTo>
                    <a:pt x="57692" y="1454"/>
                    <a:pt x="57653" y="1482"/>
                    <a:pt x="57631" y="1527"/>
                  </a:cubicBezTo>
                  <a:cubicBezTo>
                    <a:pt x="57622" y="1546"/>
                    <a:pt x="57606" y="1553"/>
                    <a:pt x="57589" y="1553"/>
                  </a:cubicBezTo>
                  <a:cubicBezTo>
                    <a:pt x="57550" y="1553"/>
                    <a:pt x="57500" y="1517"/>
                    <a:pt x="57479" y="1496"/>
                  </a:cubicBezTo>
                  <a:cubicBezTo>
                    <a:pt x="57388" y="1466"/>
                    <a:pt x="57297" y="1436"/>
                    <a:pt x="57206" y="1405"/>
                  </a:cubicBezTo>
                  <a:lnTo>
                    <a:pt x="57206" y="1557"/>
                  </a:lnTo>
                  <a:cubicBezTo>
                    <a:pt x="57203" y="1560"/>
                    <a:pt x="57198" y="1561"/>
                    <a:pt x="57191" y="1561"/>
                  </a:cubicBezTo>
                  <a:cubicBezTo>
                    <a:pt x="57128" y="1561"/>
                    <a:pt x="56911" y="1462"/>
                    <a:pt x="56787" y="1462"/>
                  </a:cubicBezTo>
                  <a:cubicBezTo>
                    <a:pt x="56774" y="1462"/>
                    <a:pt x="56761" y="1463"/>
                    <a:pt x="56750" y="1466"/>
                  </a:cubicBezTo>
                  <a:cubicBezTo>
                    <a:pt x="56727" y="1471"/>
                    <a:pt x="56706" y="1474"/>
                    <a:pt x="56686" y="1474"/>
                  </a:cubicBezTo>
                  <a:cubicBezTo>
                    <a:pt x="56599" y="1474"/>
                    <a:pt x="56542" y="1424"/>
                    <a:pt x="56567" y="1375"/>
                  </a:cubicBezTo>
                  <a:lnTo>
                    <a:pt x="56385" y="1314"/>
                  </a:lnTo>
                  <a:cubicBezTo>
                    <a:pt x="56362" y="1407"/>
                    <a:pt x="56303" y="1446"/>
                    <a:pt x="56249" y="1446"/>
                  </a:cubicBezTo>
                  <a:cubicBezTo>
                    <a:pt x="56233" y="1446"/>
                    <a:pt x="56217" y="1443"/>
                    <a:pt x="56203" y="1436"/>
                  </a:cubicBezTo>
                  <a:cubicBezTo>
                    <a:pt x="56194" y="1427"/>
                    <a:pt x="56177" y="1423"/>
                    <a:pt x="56157" y="1423"/>
                  </a:cubicBezTo>
                  <a:cubicBezTo>
                    <a:pt x="56109" y="1423"/>
                    <a:pt x="56042" y="1444"/>
                    <a:pt x="56020" y="1466"/>
                  </a:cubicBezTo>
                  <a:cubicBezTo>
                    <a:pt x="55977" y="1487"/>
                    <a:pt x="55934" y="1509"/>
                    <a:pt x="55902" y="1509"/>
                  </a:cubicBezTo>
                  <a:cubicBezTo>
                    <a:pt x="55889" y="1509"/>
                    <a:pt x="55877" y="1505"/>
                    <a:pt x="55868" y="1496"/>
                  </a:cubicBezTo>
                  <a:cubicBezTo>
                    <a:pt x="55807" y="1466"/>
                    <a:pt x="55747" y="1405"/>
                    <a:pt x="55747" y="1344"/>
                  </a:cubicBezTo>
                  <a:lnTo>
                    <a:pt x="55625" y="1375"/>
                  </a:lnTo>
                  <a:cubicBezTo>
                    <a:pt x="55595" y="1405"/>
                    <a:pt x="55686" y="1496"/>
                    <a:pt x="55686" y="1557"/>
                  </a:cubicBezTo>
                  <a:cubicBezTo>
                    <a:pt x="55655" y="1557"/>
                    <a:pt x="55534" y="1527"/>
                    <a:pt x="55473" y="1496"/>
                  </a:cubicBezTo>
                  <a:cubicBezTo>
                    <a:pt x="55468" y="1492"/>
                    <a:pt x="55459" y="1490"/>
                    <a:pt x="55446" y="1490"/>
                  </a:cubicBezTo>
                  <a:cubicBezTo>
                    <a:pt x="55396" y="1490"/>
                    <a:pt x="55293" y="1518"/>
                    <a:pt x="55217" y="1518"/>
                  </a:cubicBezTo>
                  <a:cubicBezTo>
                    <a:pt x="55183" y="1518"/>
                    <a:pt x="55155" y="1512"/>
                    <a:pt x="55139" y="1496"/>
                  </a:cubicBezTo>
                  <a:cubicBezTo>
                    <a:pt x="55108" y="1436"/>
                    <a:pt x="55017" y="1375"/>
                    <a:pt x="54956" y="1375"/>
                  </a:cubicBezTo>
                  <a:lnTo>
                    <a:pt x="54500" y="1405"/>
                  </a:lnTo>
                  <a:lnTo>
                    <a:pt x="54288" y="1436"/>
                  </a:lnTo>
                  <a:lnTo>
                    <a:pt x="54196" y="1436"/>
                  </a:lnTo>
                  <a:cubicBezTo>
                    <a:pt x="54075" y="1436"/>
                    <a:pt x="53862" y="1405"/>
                    <a:pt x="53710" y="1375"/>
                  </a:cubicBezTo>
                  <a:lnTo>
                    <a:pt x="53589" y="1405"/>
                  </a:lnTo>
                  <a:cubicBezTo>
                    <a:pt x="53570" y="1411"/>
                    <a:pt x="53552" y="1414"/>
                    <a:pt x="53534" y="1414"/>
                  </a:cubicBezTo>
                  <a:cubicBezTo>
                    <a:pt x="53461" y="1414"/>
                    <a:pt x="53388" y="1375"/>
                    <a:pt x="53315" y="1375"/>
                  </a:cubicBezTo>
                  <a:lnTo>
                    <a:pt x="53163" y="1405"/>
                  </a:lnTo>
                  <a:cubicBezTo>
                    <a:pt x="53141" y="1401"/>
                    <a:pt x="53115" y="1399"/>
                    <a:pt x="53088" y="1399"/>
                  </a:cubicBezTo>
                  <a:cubicBezTo>
                    <a:pt x="52954" y="1399"/>
                    <a:pt x="52771" y="1442"/>
                    <a:pt x="52668" y="1442"/>
                  </a:cubicBezTo>
                  <a:cubicBezTo>
                    <a:pt x="52647" y="1442"/>
                    <a:pt x="52629" y="1440"/>
                    <a:pt x="52616" y="1436"/>
                  </a:cubicBezTo>
                  <a:cubicBezTo>
                    <a:pt x="52555" y="1405"/>
                    <a:pt x="52464" y="1405"/>
                    <a:pt x="52373" y="1375"/>
                  </a:cubicBezTo>
                  <a:cubicBezTo>
                    <a:pt x="52312" y="1375"/>
                    <a:pt x="52221" y="1405"/>
                    <a:pt x="52130" y="1436"/>
                  </a:cubicBezTo>
                  <a:lnTo>
                    <a:pt x="52069" y="1436"/>
                  </a:lnTo>
                  <a:cubicBezTo>
                    <a:pt x="51993" y="1436"/>
                    <a:pt x="51893" y="1376"/>
                    <a:pt x="51807" y="1376"/>
                  </a:cubicBezTo>
                  <a:cubicBezTo>
                    <a:pt x="51755" y="1376"/>
                    <a:pt x="51708" y="1398"/>
                    <a:pt x="51674" y="1466"/>
                  </a:cubicBezTo>
                  <a:cubicBezTo>
                    <a:pt x="51582" y="1436"/>
                    <a:pt x="51552" y="1375"/>
                    <a:pt x="51491" y="1314"/>
                  </a:cubicBezTo>
                  <a:cubicBezTo>
                    <a:pt x="51482" y="1305"/>
                    <a:pt x="51463" y="1301"/>
                    <a:pt x="51439" y="1301"/>
                  </a:cubicBezTo>
                  <a:cubicBezTo>
                    <a:pt x="51382" y="1301"/>
                    <a:pt x="51300" y="1323"/>
                    <a:pt x="51278" y="1344"/>
                  </a:cubicBezTo>
                  <a:cubicBezTo>
                    <a:pt x="51248" y="1375"/>
                    <a:pt x="51180" y="1390"/>
                    <a:pt x="51119" y="1390"/>
                  </a:cubicBezTo>
                  <a:cubicBezTo>
                    <a:pt x="51058" y="1390"/>
                    <a:pt x="51005" y="1375"/>
                    <a:pt x="51005" y="1344"/>
                  </a:cubicBezTo>
                  <a:cubicBezTo>
                    <a:pt x="51005" y="1335"/>
                    <a:pt x="50997" y="1332"/>
                    <a:pt x="50985" y="1332"/>
                  </a:cubicBezTo>
                  <a:cubicBezTo>
                    <a:pt x="50957" y="1332"/>
                    <a:pt x="50905" y="1353"/>
                    <a:pt x="50883" y="1375"/>
                  </a:cubicBezTo>
                  <a:cubicBezTo>
                    <a:pt x="50867" y="1383"/>
                    <a:pt x="50851" y="1387"/>
                    <a:pt x="50834" y="1387"/>
                  </a:cubicBezTo>
                  <a:cubicBezTo>
                    <a:pt x="50790" y="1387"/>
                    <a:pt x="50745" y="1358"/>
                    <a:pt x="50701" y="1314"/>
                  </a:cubicBezTo>
                  <a:lnTo>
                    <a:pt x="50640" y="1284"/>
                  </a:lnTo>
                  <a:lnTo>
                    <a:pt x="50579" y="1253"/>
                  </a:lnTo>
                  <a:cubicBezTo>
                    <a:pt x="50488" y="1284"/>
                    <a:pt x="50427" y="1314"/>
                    <a:pt x="50367" y="1375"/>
                  </a:cubicBezTo>
                  <a:lnTo>
                    <a:pt x="50215" y="1344"/>
                  </a:lnTo>
                  <a:cubicBezTo>
                    <a:pt x="50154" y="1344"/>
                    <a:pt x="50032" y="1405"/>
                    <a:pt x="49971" y="1405"/>
                  </a:cubicBezTo>
                  <a:lnTo>
                    <a:pt x="49880" y="1405"/>
                  </a:lnTo>
                  <a:cubicBezTo>
                    <a:pt x="49864" y="1380"/>
                    <a:pt x="49838" y="1371"/>
                    <a:pt x="49810" y="1371"/>
                  </a:cubicBezTo>
                  <a:cubicBezTo>
                    <a:pt x="49734" y="1371"/>
                    <a:pt x="49637" y="1436"/>
                    <a:pt x="49637" y="1436"/>
                  </a:cubicBezTo>
                  <a:cubicBezTo>
                    <a:pt x="49637" y="1436"/>
                    <a:pt x="49428" y="1273"/>
                    <a:pt x="49294" y="1273"/>
                  </a:cubicBezTo>
                  <a:cubicBezTo>
                    <a:pt x="49275" y="1273"/>
                    <a:pt x="49257" y="1276"/>
                    <a:pt x="49242" y="1284"/>
                  </a:cubicBezTo>
                  <a:cubicBezTo>
                    <a:pt x="49060" y="1344"/>
                    <a:pt x="48908" y="1344"/>
                    <a:pt x="48725" y="1375"/>
                  </a:cubicBezTo>
                  <a:cubicBezTo>
                    <a:pt x="48719" y="1373"/>
                    <a:pt x="48712" y="1372"/>
                    <a:pt x="48703" y="1372"/>
                  </a:cubicBezTo>
                  <a:cubicBezTo>
                    <a:pt x="48598" y="1372"/>
                    <a:pt x="48321" y="1507"/>
                    <a:pt x="48175" y="1507"/>
                  </a:cubicBezTo>
                  <a:cubicBezTo>
                    <a:pt x="48152" y="1507"/>
                    <a:pt x="48133" y="1504"/>
                    <a:pt x="48117" y="1496"/>
                  </a:cubicBezTo>
                  <a:cubicBezTo>
                    <a:pt x="47945" y="1475"/>
                    <a:pt x="47773" y="1453"/>
                    <a:pt x="47612" y="1453"/>
                  </a:cubicBezTo>
                  <a:cubicBezTo>
                    <a:pt x="47545" y="1453"/>
                    <a:pt x="47480" y="1457"/>
                    <a:pt x="47418" y="1466"/>
                  </a:cubicBezTo>
                  <a:cubicBezTo>
                    <a:pt x="47327" y="1466"/>
                    <a:pt x="47236" y="1496"/>
                    <a:pt x="47145" y="1496"/>
                  </a:cubicBezTo>
                  <a:cubicBezTo>
                    <a:pt x="47053" y="1466"/>
                    <a:pt x="46962" y="1436"/>
                    <a:pt x="46871" y="1405"/>
                  </a:cubicBezTo>
                  <a:lnTo>
                    <a:pt x="46719" y="1436"/>
                  </a:lnTo>
                  <a:cubicBezTo>
                    <a:pt x="46537" y="1436"/>
                    <a:pt x="46324" y="1436"/>
                    <a:pt x="46142" y="1405"/>
                  </a:cubicBezTo>
                  <a:cubicBezTo>
                    <a:pt x="46126" y="1390"/>
                    <a:pt x="46111" y="1382"/>
                    <a:pt x="46096" y="1382"/>
                  </a:cubicBezTo>
                  <a:cubicBezTo>
                    <a:pt x="46081" y="1382"/>
                    <a:pt x="46066" y="1390"/>
                    <a:pt x="46050" y="1405"/>
                  </a:cubicBezTo>
                  <a:cubicBezTo>
                    <a:pt x="46050" y="1470"/>
                    <a:pt x="46034" y="1490"/>
                    <a:pt x="46008" y="1490"/>
                  </a:cubicBezTo>
                  <a:cubicBezTo>
                    <a:pt x="45973" y="1490"/>
                    <a:pt x="45920" y="1453"/>
                    <a:pt x="45868" y="1436"/>
                  </a:cubicBezTo>
                  <a:lnTo>
                    <a:pt x="45807" y="1405"/>
                  </a:lnTo>
                  <a:cubicBezTo>
                    <a:pt x="45772" y="1396"/>
                    <a:pt x="45739" y="1393"/>
                    <a:pt x="45707" y="1393"/>
                  </a:cubicBezTo>
                  <a:cubicBezTo>
                    <a:pt x="45632" y="1393"/>
                    <a:pt x="45568" y="1414"/>
                    <a:pt x="45503" y="1436"/>
                  </a:cubicBezTo>
                  <a:cubicBezTo>
                    <a:pt x="45458" y="1451"/>
                    <a:pt x="45412" y="1458"/>
                    <a:pt x="45366" y="1458"/>
                  </a:cubicBezTo>
                  <a:cubicBezTo>
                    <a:pt x="45321" y="1458"/>
                    <a:pt x="45275" y="1451"/>
                    <a:pt x="45230" y="1436"/>
                  </a:cubicBezTo>
                  <a:lnTo>
                    <a:pt x="44926" y="1436"/>
                  </a:lnTo>
                  <a:cubicBezTo>
                    <a:pt x="44743" y="1405"/>
                    <a:pt x="44561" y="1375"/>
                    <a:pt x="44379" y="1375"/>
                  </a:cubicBezTo>
                  <a:cubicBezTo>
                    <a:pt x="44348" y="1405"/>
                    <a:pt x="44166" y="1405"/>
                    <a:pt x="44135" y="1436"/>
                  </a:cubicBezTo>
                  <a:cubicBezTo>
                    <a:pt x="44075" y="1496"/>
                    <a:pt x="44014" y="1496"/>
                    <a:pt x="43953" y="1496"/>
                  </a:cubicBezTo>
                  <a:lnTo>
                    <a:pt x="43892" y="1496"/>
                  </a:lnTo>
                  <a:lnTo>
                    <a:pt x="43771" y="1466"/>
                  </a:lnTo>
                  <a:cubicBezTo>
                    <a:pt x="43680" y="1436"/>
                    <a:pt x="43596" y="1420"/>
                    <a:pt x="43516" y="1420"/>
                  </a:cubicBezTo>
                  <a:cubicBezTo>
                    <a:pt x="43436" y="1420"/>
                    <a:pt x="43360" y="1436"/>
                    <a:pt x="43284" y="1466"/>
                  </a:cubicBezTo>
                  <a:lnTo>
                    <a:pt x="43163" y="1375"/>
                  </a:lnTo>
                  <a:cubicBezTo>
                    <a:pt x="43163" y="1375"/>
                    <a:pt x="43072" y="1436"/>
                    <a:pt x="43041" y="1436"/>
                  </a:cubicBezTo>
                  <a:lnTo>
                    <a:pt x="42980" y="1436"/>
                  </a:lnTo>
                  <a:cubicBezTo>
                    <a:pt x="42945" y="1427"/>
                    <a:pt x="42912" y="1423"/>
                    <a:pt x="42881" y="1423"/>
                  </a:cubicBezTo>
                  <a:cubicBezTo>
                    <a:pt x="42805" y="1423"/>
                    <a:pt x="42741" y="1444"/>
                    <a:pt x="42676" y="1466"/>
                  </a:cubicBezTo>
                  <a:cubicBezTo>
                    <a:pt x="42646" y="1496"/>
                    <a:pt x="42616" y="1527"/>
                    <a:pt x="42585" y="1527"/>
                  </a:cubicBezTo>
                  <a:cubicBezTo>
                    <a:pt x="42585" y="1527"/>
                    <a:pt x="42494" y="1466"/>
                    <a:pt x="42464" y="1436"/>
                  </a:cubicBezTo>
                  <a:cubicBezTo>
                    <a:pt x="42459" y="1431"/>
                    <a:pt x="42451" y="1429"/>
                    <a:pt x="42439" y="1429"/>
                  </a:cubicBezTo>
                  <a:cubicBezTo>
                    <a:pt x="42367" y="1429"/>
                    <a:pt x="42177" y="1496"/>
                    <a:pt x="42099" y="1496"/>
                  </a:cubicBezTo>
                  <a:cubicBezTo>
                    <a:pt x="41917" y="1436"/>
                    <a:pt x="41765" y="1405"/>
                    <a:pt x="41582" y="1405"/>
                  </a:cubicBezTo>
                  <a:lnTo>
                    <a:pt x="41369" y="1436"/>
                  </a:lnTo>
                  <a:cubicBezTo>
                    <a:pt x="41347" y="1436"/>
                    <a:pt x="41213" y="1371"/>
                    <a:pt x="41141" y="1371"/>
                  </a:cubicBezTo>
                  <a:cubicBezTo>
                    <a:pt x="41114" y="1371"/>
                    <a:pt x="41096" y="1380"/>
                    <a:pt x="41096" y="1405"/>
                  </a:cubicBezTo>
                  <a:lnTo>
                    <a:pt x="41096" y="1344"/>
                  </a:lnTo>
                  <a:lnTo>
                    <a:pt x="40913" y="1405"/>
                  </a:lnTo>
                  <a:lnTo>
                    <a:pt x="40701" y="1527"/>
                  </a:lnTo>
                  <a:cubicBezTo>
                    <a:pt x="40731" y="1436"/>
                    <a:pt x="40670" y="1314"/>
                    <a:pt x="40579" y="1253"/>
                  </a:cubicBezTo>
                  <a:lnTo>
                    <a:pt x="40518" y="1314"/>
                  </a:lnTo>
                  <a:cubicBezTo>
                    <a:pt x="40385" y="1358"/>
                    <a:pt x="40251" y="1387"/>
                    <a:pt x="40118" y="1387"/>
                  </a:cubicBezTo>
                  <a:cubicBezTo>
                    <a:pt x="40069" y="1387"/>
                    <a:pt x="40020" y="1383"/>
                    <a:pt x="39971" y="1375"/>
                  </a:cubicBezTo>
                  <a:cubicBezTo>
                    <a:pt x="39941" y="1344"/>
                    <a:pt x="39880" y="1314"/>
                    <a:pt x="39819" y="1314"/>
                  </a:cubicBezTo>
                  <a:lnTo>
                    <a:pt x="39637" y="1466"/>
                  </a:lnTo>
                  <a:cubicBezTo>
                    <a:pt x="39546" y="1405"/>
                    <a:pt x="39485" y="1375"/>
                    <a:pt x="39394" y="1314"/>
                  </a:cubicBezTo>
                  <a:cubicBezTo>
                    <a:pt x="39394" y="1306"/>
                    <a:pt x="39387" y="1302"/>
                    <a:pt x="39376" y="1302"/>
                  </a:cubicBezTo>
                  <a:cubicBezTo>
                    <a:pt x="39345" y="1302"/>
                    <a:pt x="39278" y="1330"/>
                    <a:pt x="39211" y="1375"/>
                  </a:cubicBezTo>
                  <a:lnTo>
                    <a:pt x="39120" y="1405"/>
                  </a:lnTo>
                  <a:lnTo>
                    <a:pt x="38786" y="1314"/>
                  </a:lnTo>
                  <a:lnTo>
                    <a:pt x="38695" y="1253"/>
                  </a:lnTo>
                  <a:cubicBezTo>
                    <a:pt x="38573" y="1284"/>
                    <a:pt x="38451" y="1314"/>
                    <a:pt x="38360" y="1375"/>
                  </a:cubicBezTo>
                  <a:cubicBezTo>
                    <a:pt x="38354" y="1381"/>
                    <a:pt x="38348" y="1383"/>
                    <a:pt x="38340" y="1383"/>
                  </a:cubicBezTo>
                  <a:cubicBezTo>
                    <a:pt x="38308" y="1383"/>
                    <a:pt x="38263" y="1339"/>
                    <a:pt x="38239" y="1314"/>
                  </a:cubicBezTo>
                  <a:cubicBezTo>
                    <a:pt x="38239" y="1304"/>
                    <a:pt x="38222" y="1300"/>
                    <a:pt x="38197" y="1300"/>
                  </a:cubicBezTo>
                  <a:cubicBezTo>
                    <a:pt x="38147" y="1300"/>
                    <a:pt x="38066" y="1314"/>
                    <a:pt x="38026" y="1314"/>
                  </a:cubicBezTo>
                  <a:cubicBezTo>
                    <a:pt x="37980" y="1299"/>
                    <a:pt x="37927" y="1291"/>
                    <a:pt x="37874" y="1291"/>
                  </a:cubicBezTo>
                  <a:cubicBezTo>
                    <a:pt x="37821" y="1291"/>
                    <a:pt x="37768" y="1299"/>
                    <a:pt x="37722" y="1314"/>
                  </a:cubicBezTo>
                  <a:cubicBezTo>
                    <a:pt x="37651" y="1337"/>
                    <a:pt x="37471" y="1434"/>
                    <a:pt x="37394" y="1434"/>
                  </a:cubicBezTo>
                  <a:cubicBezTo>
                    <a:pt x="37371" y="1434"/>
                    <a:pt x="37357" y="1426"/>
                    <a:pt x="37357" y="1405"/>
                  </a:cubicBezTo>
                  <a:cubicBezTo>
                    <a:pt x="37357" y="1375"/>
                    <a:pt x="37319" y="1367"/>
                    <a:pt x="37274" y="1367"/>
                  </a:cubicBezTo>
                  <a:cubicBezTo>
                    <a:pt x="37228" y="1367"/>
                    <a:pt x="37175" y="1375"/>
                    <a:pt x="37144" y="1375"/>
                  </a:cubicBezTo>
                  <a:cubicBezTo>
                    <a:pt x="36901" y="1314"/>
                    <a:pt x="36658" y="1253"/>
                    <a:pt x="36445" y="1162"/>
                  </a:cubicBezTo>
                  <a:lnTo>
                    <a:pt x="36202" y="1436"/>
                  </a:lnTo>
                  <a:cubicBezTo>
                    <a:pt x="36183" y="1423"/>
                    <a:pt x="36158" y="1418"/>
                    <a:pt x="36129" y="1418"/>
                  </a:cubicBezTo>
                  <a:cubicBezTo>
                    <a:pt x="36034" y="1418"/>
                    <a:pt x="35896" y="1471"/>
                    <a:pt x="35813" y="1471"/>
                  </a:cubicBezTo>
                  <a:cubicBezTo>
                    <a:pt x="35799" y="1471"/>
                    <a:pt x="35787" y="1469"/>
                    <a:pt x="35777" y="1466"/>
                  </a:cubicBezTo>
                  <a:lnTo>
                    <a:pt x="35230" y="1466"/>
                  </a:lnTo>
                  <a:cubicBezTo>
                    <a:pt x="35017" y="1466"/>
                    <a:pt x="34804" y="1466"/>
                    <a:pt x="34622" y="1496"/>
                  </a:cubicBezTo>
                  <a:lnTo>
                    <a:pt x="34409" y="1588"/>
                  </a:lnTo>
                  <a:cubicBezTo>
                    <a:pt x="34348" y="1527"/>
                    <a:pt x="34318" y="1496"/>
                    <a:pt x="34257" y="1436"/>
                  </a:cubicBezTo>
                  <a:cubicBezTo>
                    <a:pt x="34247" y="1417"/>
                    <a:pt x="34229" y="1410"/>
                    <a:pt x="34208" y="1410"/>
                  </a:cubicBezTo>
                  <a:cubicBezTo>
                    <a:pt x="34160" y="1410"/>
                    <a:pt x="34095" y="1445"/>
                    <a:pt x="34074" y="1466"/>
                  </a:cubicBezTo>
                  <a:cubicBezTo>
                    <a:pt x="33922" y="1466"/>
                    <a:pt x="33801" y="1466"/>
                    <a:pt x="33679" y="1405"/>
                  </a:cubicBezTo>
                  <a:lnTo>
                    <a:pt x="33527" y="1527"/>
                  </a:lnTo>
                  <a:lnTo>
                    <a:pt x="33497" y="1557"/>
                  </a:lnTo>
                  <a:cubicBezTo>
                    <a:pt x="33345" y="1527"/>
                    <a:pt x="33223" y="1496"/>
                    <a:pt x="33071" y="1496"/>
                  </a:cubicBezTo>
                  <a:lnTo>
                    <a:pt x="32950" y="1436"/>
                  </a:lnTo>
                  <a:cubicBezTo>
                    <a:pt x="32936" y="1429"/>
                    <a:pt x="32923" y="1426"/>
                    <a:pt x="32911" y="1426"/>
                  </a:cubicBezTo>
                  <a:cubicBezTo>
                    <a:pt x="32845" y="1426"/>
                    <a:pt x="32806" y="1517"/>
                    <a:pt x="32739" y="1517"/>
                  </a:cubicBezTo>
                  <a:cubicBezTo>
                    <a:pt x="32713" y="1517"/>
                    <a:pt x="32683" y="1503"/>
                    <a:pt x="32646" y="1466"/>
                  </a:cubicBezTo>
                  <a:cubicBezTo>
                    <a:pt x="32637" y="1457"/>
                    <a:pt x="32618" y="1453"/>
                    <a:pt x="32593" y="1453"/>
                  </a:cubicBezTo>
                  <a:cubicBezTo>
                    <a:pt x="32534" y="1453"/>
                    <a:pt x="32446" y="1475"/>
                    <a:pt x="32403" y="1496"/>
                  </a:cubicBezTo>
                  <a:lnTo>
                    <a:pt x="32220" y="1527"/>
                  </a:lnTo>
                  <a:cubicBezTo>
                    <a:pt x="32190" y="1436"/>
                    <a:pt x="32068" y="1375"/>
                    <a:pt x="32008" y="1375"/>
                  </a:cubicBezTo>
                  <a:lnTo>
                    <a:pt x="31704" y="1527"/>
                  </a:lnTo>
                  <a:lnTo>
                    <a:pt x="31400" y="1527"/>
                  </a:lnTo>
                  <a:cubicBezTo>
                    <a:pt x="31248" y="1466"/>
                    <a:pt x="31096" y="1436"/>
                    <a:pt x="30944" y="1405"/>
                  </a:cubicBezTo>
                  <a:lnTo>
                    <a:pt x="30944" y="1588"/>
                  </a:lnTo>
                  <a:cubicBezTo>
                    <a:pt x="30853" y="1527"/>
                    <a:pt x="30731" y="1466"/>
                    <a:pt x="30609" y="1466"/>
                  </a:cubicBezTo>
                  <a:cubicBezTo>
                    <a:pt x="30579" y="1481"/>
                    <a:pt x="30549" y="1489"/>
                    <a:pt x="30518" y="1489"/>
                  </a:cubicBezTo>
                  <a:cubicBezTo>
                    <a:pt x="30488" y="1489"/>
                    <a:pt x="30457" y="1481"/>
                    <a:pt x="30427" y="1466"/>
                  </a:cubicBezTo>
                  <a:lnTo>
                    <a:pt x="30397" y="1466"/>
                  </a:lnTo>
                  <a:cubicBezTo>
                    <a:pt x="30366" y="1496"/>
                    <a:pt x="30305" y="1527"/>
                    <a:pt x="30245" y="1527"/>
                  </a:cubicBezTo>
                  <a:lnTo>
                    <a:pt x="30032" y="1527"/>
                  </a:lnTo>
                  <a:cubicBezTo>
                    <a:pt x="29971" y="1527"/>
                    <a:pt x="29758" y="1496"/>
                    <a:pt x="29697" y="1496"/>
                  </a:cubicBezTo>
                  <a:lnTo>
                    <a:pt x="29363" y="1436"/>
                  </a:lnTo>
                  <a:lnTo>
                    <a:pt x="29333" y="1466"/>
                  </a:lnTo>
                  <a:lnTo>
                    <a:pt x="29181" y="1588"/>
                  </a:lnTo>
                  <a:cubicBezTo>
                    <a:pt x="29123" y="1530"/>
                    <a:pt x="29004" y="1509"/>
                    <a:pt x="28925" y="1509"/>
                  </a:cubicBezTo>
                  <a:cubicBezTo>
                    <a:pt x="28879" y="1509"/>
                    <a:pt x="28846" y="1516"/>
                    <a:pt x="28846" y="1527"/>
                  </a:cubicBezTo>
                  <a:cubicBezTo>
                    <a:pt x="28846" y="1537"/>
                    <a:pt x="28823" y="1540"/>
                    <a:pt x="28789" y="1540"/>
                  </a:cubicBezTo>
                  <a:cubicBezTo>
                    <a:pt x="28721" y="1540"/>
                    <a:pt x="28613" y="1527"/>
                    <a:pt x="28573" y="1527"/>
                  </a:cubicBezTo>
                  <a:cubicBezTo>
                    <a:pt x="28451" y="1527"/>
                    <a:pt x="28360" y="1527"/>
                    <a:pt x="28269" y="1557"/>
                  </a:cubicBezTo>
                  <a:lnTo>
                    <a:pt x="28238" y="1527"/>
                  </a:lnTo>
                  <a:lnTo>
                    <a:pt x="28087" y="1375"/>
                  </a:lnTo>
                  <a:cubicBezTo>
                    <a:pt x="27904" y="1405"/>
                    <a:pt x="27539" y="1466"/>
                    <a:pt x="27266" y="1466"/>
                  </a:cubicBezTo>
                  <a:lnTo>
                    <a:pt x="27023" y="1466"/>
                  </a:lnTo>
                  <a:cubicBezTo>
                    <a:pt x="26974" y="1466"/>
                    <a:pt x="26867" y="1427"/>
                    <a:pt x="26826" y="1427"/>
                  </a:cubicBezTo>
                  <a:cubicBezTo>
                    <a:pt x="26816" y="1427"/>
                    <a:pt x="26810" y="1429"/>
                    <a:pt x="26810" y="1436"/>
                  </a:cubicBezTo>
                  <a:lnTo>
                    <a:pt x="26688" y="1557"/>
                  </a:lnTo>
                  <a:cubicBezTo>
                    <a:pt x="26643" y="1527"/>
                    <a:pt x="26521" y="1519"/>
                    <a:pt x="26396" y="1519"/>
                  </a:cubicBezTo>
                  <a:cubicBezTo>
                    <a:pt x="26270" y="1519"/>
                    <a:pt x="26141" y="1527"/>
                    <a:pt x="26080" y="1527"/>
                  </a:cubicBezTo>
                  <a:cubicBezTo>
                    <a:pt x="25868" y="1527"/>
                    <a:pt x="25685" y="1557"/>
                    <a:pt x="25503" y="1557"/>
                  </a:cubicBezTo>
                  <a:lnTo>
                    <a:pt x="25351" y="1436"/>
                  </a:lnTo>
                  <a:cubicBezTo>
                    <a:pt x="25290" y="1466"/>
                    <a:pt x="25229" y="1496"/>
                    <a:pt x="25199" y="1557"/>
                  </a:cubicBezTo>
                  <a:cubicBezTo>
                    <a:pt x="25193" y="1563"/>
                    <a:pt x="25185" y="1565"/>
                    <a:pt x="25176" y="1565"/>
                  </a:cubicBezTo>
                  <a:cubicBezTo>
                    <a:pt x="25137" y="1565"/>
                    <a:pt x="25077" y="1521"/>
                    <a:pt x="25077" y="1496"/>
                  </a:cubicBezTo>
                  <a:cubicBezTo>
                    <a:pt x="24925" y="1496"/>
                    <a:pt x="24743" y="1527"/>
                    <a:pt x="24621" y="1618"/>
                  </a:cubicBezTo>
                  <a:lnTo>
                    <a:pt x="24409" y="1588"/>
                  </a:lnTo>
                  <a:lnTo>
                    <a:pt x="24257" y="1557"/>
                  </a:lnTo>
                  <a:cubicBezTo>
                    <a:pt x="24234" y="1562"/>
                    <a:pt x="24207" y="1564"/>
                    <a:pt x="24179" y="1564"/>
                  </a:cubicBezTo>
                  <a:cubicBezTo>
                    <a:pt x="24069" y="1564"/>
                    <a:pt x="23928" y="1536"/>
                    <a:pt x="23843" y="1536"/>
                  </a:cubicBezTo>
                  <a:cubicBezTo>
                    <a:pt x="23805" y="1536"/>
                    <a:pt x="23778" y="1541"/>
                    <a:pt x="23770" y="1557"/>
                  </a:cubicBezTo>
                  <a:cubicBezTo>
                    <a:pt x="23753" y="1575"/>
                    <a:pt x="23735" y="1582"/>
                    <a:pt x="23718" y="1582"/>
                  </a:cubicBezTo>
                  <a:cubicBezTo>
                    <a:pt x="23679" y="1582"/>
                    <a:pt x="23649" y="1539"/>
                    <a:pt x="23649" y="1496"/>
                  </a:cubicBezTo>
                  <a:cubicBezTo>
                    <a:pt x="23649" y="1491"/>
                    <a:pt x="23645" y="1488"/>
                    <a:pt x="23640" y="1488"/>
                  </a:cubicBezTo>
                  <a:cubicBezTo>
                    <a:pt x="23616" y="1488"/>
                    <a:pt x="23552" y="1533"/>
                    <a:pt x="23527" y="1557"/>
                  </a:cubicBezTo>
                  <a:cubicBezTo>
                    <a:pt x="23527" y="1561"/>
                    <a:pt x="23524" y="1562"/>
                    <a:pt x="23517" y="1562"/>
                  </a:cubicBezTo>
                  <a:cubicBezTo>
                    <a:pt x="23479" y="1562"/>
                    <a:pt x="23340" y="1509"/>
                    <a:pt x="23253" y="1509"/>
                  </a:cubicBezTo>
                  <a:cubicBezTo>
                    <a:pt x="23227" y="1509"/>
                    <a:pt x="23205" y="1514"/>
                    <a:pt x="23193" y="1527"/>
                  </a:cubicBezTo>
                  <a:cubicBezTo>
                    <a:pt x="23171" y="1571"/>
                    <a:pt x="23116" y="1599"/>
                    <a:pt x="23064" y="1599"/>
                  </a:cubicBezTo>
                  <a:cubicBezTo>
                    <a:pt x="23045" y="1599"/>
                    <a:pt x="23027" y="1596"/>
                    <a:pt x="23010" y="1588"/>
                  </a:cubicBezTo>
                  <a:cubicBezTo>
                    <a:pt x="22889" y="1527"/>
                    <a:pt x="22737" y="1496"/>
                    <a:pt x="22615" y="1496"/>
                  </a:cubicBezTo>
                  <a:lnTo>
                    <a:pt x="22524" y="1557"/>
                  </a:lnTo>
                  <a:cubicBezTo>
                    <a:pt x="22400" y="1610"/>
                    <a:pt x="22277" y="1643"/>
                    <a:pt x="22153" y="1643"/>
                  </a:cubicBezTo>
                  <a:cubicBezTo>
                    <a:pt x="22064" y="1643"/>
                    <a:pt x="21975" y="1626"/>
                    <a:pt x="21886" y="1588"/>
                  </a:cubicBezTo>
                  <a:lnTo>
                    <a:pt x="21673" y="1527"/>
                  </a:lnTo>
                  <a:cubicBezTo>
                    <a:pt x="21491" y="1557"/>
                    <a:pt x="21278" y="1588"/>
                    <a:pt x="21095" y="1618"/>
                  </a:cubicBezTo>
                  <a:cubicBezTo>
                    <a:pt x="21074" y="1639"/>
                    <a:pt x="21053" y="1661"/>
                    <a:pt x="21020" y="1661"/>
                  </a:cubicBezTo>
                  <a:cubicBezTo>
                    <a:pt x="21007" y="1661"/>
                    <a:pt x="20992" y="1657"/>
                    <a:pt x="20974" y="1648"/>
                  </a:cubicBezTo>
                  <a:cubicBezTo>
                    <a:pt x="20944" y="1648"/>
                    <a:pt x="20883" y="1709"/>
                    <a:pt x="20883" y="1739"/>
                  </a:cubicBezTo>
                  <a:cubicBezTo>
                    <a:pt x="20883" y="1745"/>
                    <a:pt x="20878" y="1748"/>
                    <a:pt x="20871" y="1748"/>
                  </a:cubicBezTo>
                  <a:cubicBezTo>
                    <a:pt x="20839" y="1748"/>
                    <a:pt x="20750" y="1703"/>
                    <a:pt x="20700" y="1679"/>
                  </a:cubicBezTo>
                  <a:cubicBezTo>
                    <a:pt x="20668" y="1671"/>
                    <a:pt x="20635" y="1667"/>
                    <a:pt x="20603" y="1667"/>
                  </a:cubicBezTo>
                  <a:cubicBezTo>
                    <a:pt x="20516" y="1667"/>
                    <a:pt x="20433" y="1695"/>
                    <a:pt x="20366" y="1739"/>
                  </a:cubicBezTo>
                  <a:lnTo>
                    <a:pt x="20336" y="1679"/>
                  </a:lnTo>
                  <a:cubicBezTo>
                    <a:pt x="20314" y="1650"/>
                    <a:pt x="20292" y="1640"/>
                    <a:pt x="20270" y="1640"/>
                  </a:cubicBezTo>
                  <a:cubicBezTo>
                    <a:pt x="20223" y="1640"/>
                    <a:pt x="20175" y="1687"/>
                    <a:pt x="20127" y="1687"/>
                  </a:cubicBezTo>
                  <a:cubicBezTo>
                    <a:pt x="20106" y="1687"/>
                    <a:pt x="20084" y="1677"/>
                    <a:pt x="20062" y="1648"/>
                  </a:cubicBezTo>
                  <a:lnTo>
                    <a:pt x="20032" y="1588"/>
                  </a:lnTo>
                  <a:cubicBezTo>
                    <a:pt x="19880" y="1618"/>
                    <a:pt x="19728" y="1648"/>
                    <a:pt x="19606" y="1709"/>
                  </a:cubicBezTo>
                  <a:cubicBezTo>
                    <a:pt x="19582" y="1717"/>
                    <a:pt x="19557" y="1721"/>
                    <a:pt x="19533" y="1721"/>
                  </a:cubicBezTo>
                  <a:cubicBezTo>
                    <a:pt x="19468" y="1721"/>
                    <a:pt x="19407" y="1693"/>
                    <a:pt x="19363" y="1648"/>
                  </a:cubicBezTo>
                  <a:cubicBezTo>
                    <a:pt x="19354" y="1644"/>
                    <a:pt x="19345" y="1642"/>
                    <a:pt x="19335" y="1642"/>
                  </a:cubicBezTo>
                  <a:cubicBezTo>
                    <a:pt x="19277" y="1642"/>
                    <a:pt x="19207" y="1709"/>
                    <a:pt x="19181" y="1709"/>
                  </a:cubicBezTo>
                  <a:cubicBezTo>
                    <a:pt x="19160" y="1709"/>
                    <a:pt x="19072" y="1723"/>
                    <a:pt x="19016" y="1723"/>
                  </a:cubicBezTo>
                  <a:cubicBezTo>
                    <a:pt x="18988" y="1723"/>
                    <a:pt x="18968" y="1719"/>
                    <a:pt x="18968" y="1709"/>
                  </a:cubicBezTo>
                  <a:cubicBezTo>
                    <a:pt x="18946" y="1688"/>
                    <a:pt x="18925" y="1666"/>
                    <a:pt x="18893" y="1666"/>
                  </a:cubicBezTo>
                  <a:cubicBezTo>
                    <a:pt x="18879" y="1666"/>
                    <a:pt x="18864" y="1670"/>
                    <a:pt x="18846" y="1679"/>
                  </a:cubicBezTo>
                  <a:lnTo>
                    <a:pt x="18664" y="1679"/>
                  </a:lnTo>
                  <a:cubicBezTo>
                    <a:pt x="18481" y="1679"/>
                    <a:pt x="18269" y="1709"/>
                    <a:pt x="18117" y="1709"/>
                  </a:cubicBezTo>
                  <a:cubicBezTo>
                    <a:pt x="17995" y="1770"/>
                    <a:pt x="17874" y="1800"/>
                    <a:pt x="17752" y="1831"/>
                  </a:cubicBezTo>
                  <a:lnTo>
                    <a:pt x="17570" y="1831"/>
                  </a:lnTo>
                  <a:cubicBezTo>
                    <a:pt x="17478" y="1831"/>
                    <a:pt x="17357" y="1800"/>
                    <a:pt x="17266" y="1739"/>
                  </a:cubicBezTo>
                  <a:lnTo>
                    <a:pt x="17144" y="1831"/>
                  </a:lnTo>
                  <a:lnTo>
                    <a:pt x="17114" y="1861"/>
                  </a:lnTo>
                  <a:lnTo>
                    <a:pt x="16293" y="1861"/>
                  </a:lnTo>
                  <a:cubicBezTo>
                    <a:pt x="16171" y="1891"/>
                    <a:pt x="16050" y="1922"/>
                    <a:pt x="15898" y="1922"/>
                  </a:cubicBezTo>
                  <a:cubicBezTo>
                    <a:pt x="15871" y="1922"/>
                    <a:pt x="15519" y="1759"/>
                    <a:pt x="15329" y="1759"/>
                  </a:cubicBezTo>
                  <a:cubicBezTo>
                    <a:pt x="15302" y="1759"/>
                    <a:pt x="15279" y="1762"/>
                    <a:pt x="15260" y="1770"/>
                  </a:cubicBezTo>
                  <a:cubicBezTo>
                    <a:pt x="15108" y="1800"/>
                    <a:pt x="14986" y="1831"/>
                    <a:pt x="14864" y="1891"/>
                  </a:cubicBezTo>
                  <a:lnTo>
                    <a:pt x="14834" y="1922"/>
                  </a:lnTo>
                  <a:cubicBezTo>
                    <a:pt x="14743" y="1952"/>
                    <a:pt x="14621" y="2013"/>
                    <a:pt x="14591" y="2013"/>
                  </a:cubicBezTo>
                  <a:lnTo>
                    <a:pt x="14348" y="1800"/>
                  </a:lnTo>
                  <a:cubicBezTo>
                    <a:pt x="14348" y="1927"/>
                    <a:pt x="14305" y="1990"/>
                    <a:pt x="14274" y="1990"/>
                  </a:cubicBezTo>
                  <a:cubicBezTo>
                    <a:pt x="14267" y="1990"/>
                    <a:pt x="14262" y="1988"/>
                    <a:pt x="14256" y="1983"/>
                  </a:cubicBezTo>
                  <a:cubicBezTo>
                    <a:pt x="14248" y="1974"/>
                    <a:pt x="14220" y="1970"/>
                    <a:pt x="14186" y="1970"/>
                  </a:cubicBezTo>
                  <a:cubicBezTo>
                    <a:pt x="14104" y="1970"/>
                    <a:pt x="13983" y="1992"/>
                    <a:pt x="13983" y="2013"/>
                  </a:cubicBezTo>
                  <a:cubicBezTo>
                    <a:pt x="13983" y="2023"/>
                    <a:pt x="13966" y="2027"/>
                    <a:pt x="13940" y="2027"/>
                  </a:cubicBezTo>
                  <a:cubicBezTo>
                    <a:pt x="13888" y="2027"/>
                    <a:pt x="13801" y="2013"/>
                    <a:pt x="13740" y="2013"/>
                  </a:cubicBezTo>
                  <a:cubicBezTo>
                    <a:pt x="13649" y="2013"/>
                    <a:pt x="13527" y="2013"/>
                    <a:pt x="13436" y="2043"/>
                  </a:cubicBezTo>
                  <a:lnTo>
                    <a:pt x="13375" y="2013"/>
                  </a:lnTo>
                  <a:lnTo>
                    <a:pt x="13162" y="1800"/>
                  </a:lnTo>
                  <a:cubicBezTo>
                    <a:pt x="13162" y="1933"/>
                    <a:pt x="13116" y="2019"/>
                    <a:pt x="13084" y="2019"/>
                  </a:cubicBezTo>
                  <a:cubicBezTo>
                    <a:pt x="13079" y="2019"/>
                    <a:pt x="13075" y="2017"/>
                    <a:pt x="13071" y="2013"/>
                  </a:cubicBezTo>
                  <a:cubicBezTo>
                    <a:pt x="13067" y="2009"/>
                    <a:pt x="13061" y="2007"/>
                    <a:pt x="13055" y="2007"/>
                  </a:cubicBezTo>
                  <a:cubicBezTo>
                    <a:pt x="13016" y="2007"/>
                    <a:pt x="12945" y="2078"/>
                    <a:pt x="12919" y="2104"/>
                  </a:cubicBezTo>
                  <a:cubicBezTo>
                    <a:pt x="12912" y="2118"/>
                    <a:pt x="12901" y="2124"/>
                    <a:pt x="12887" y="2124"/>
                  </a:cubicBezTo>
                  <a:cubicBezTo>
                    <a:pt x="12835" y="2124"/>
                    <a:pt x="12740" y="2047"/>
                    <a:pt x="12645" y="1952"/>
                  </a:cubicBezTo>
                  <a:lnTo>
                    <a:pt x="12494" y="2104"/>
                  </a:lnTo>
                  <a:lnTo>
                    <a:pt x="12463" y="2104"/>
                  </a:lnTo>
                  <a:cubicBezTo>
                    <a:pt x="12342" y="2165"/>
                    <a:pt x="12220" y="2165"/>
                    <a:pt x="12068" y="2195"/>
                  </a:cubicBezTo>
                  <a:lnTo>
                    <a:pt x="11916" y="2226"/>
                  </a:lnTo>
                  <a:cubicBezTo>
                    <a:pt x="11886" y="2195"/>
                    <a:pt x="11886" y="2165"/>
                    <a:pt x="11855" y="2135"/>
                  </a:cubicBezTo>
                  <a:cubicBezTo>
                    <a:pt x="11855" y="2119"/>
                    <a:pt x="11848" y="2112"/>
                    <a:pt x="11836" y="2112"/>
                  </a:cubicBezTo>
                  <a:cubicBezTo>
                    <a:pt x="11825" y="2112"/>
                    <a:pt x="11810" y="2119"/>
                    <a:pt x="11794" y="2135"/>
                  </a:cubicBezTo>
                  <a:lnTo>
                    <a:pt x="11764" y="2165"/>
                  </a:lnTo>
                  <a:cubicBezTo>
                    <a:pt x="11764" y="2174"/>
                    <a:pt x="11756" y="2178"/>
                    <a:pt x="11744" y="2178"/>
                  </a:cubicBezTo>
                  <a:cubicBezTo>
                    <a:pt x="11716" y="2178"/>
                    <a:pt x="11664" y="2156"/>
                    <a:pt x="11642" y="2135"/>
                  </a:cubicBezTo>
                  <a:cubicBezTo>
                    <a:pt x="11636" y="2129"/>
                    <a:pt x="11623" y="2126"/>
                    <a:pt x="11605" y="2126"/>
                  </a:cubicBezTo>
                  <a:cubicBezTo>
                    <a:pt x="11533" y="2126"/>
                    <a:pt x="11387" y="2165"/>
                    <a:pt x="11338" y="2165"/>
                  </a:cubicBezTo>
                  <a:lnTo>
                    <a:pt x="10579" y="2165"/>
                  </a:lnTo>
                  <a:lnTo>
                    <a:pt x="10214" y="2317"/>
                  </a:lnTo>
                  <a:lnTo>
                    <a:pt x="10153" y="2256"/>
                  </a:lnTo>
                  <a:lnTo>
                    <a:pt x="10031" y="2104"/>
                  </a:lnTo>
                  <a:cubicBezTo>
                    <a:pt x="9919" y="2142"/>
                    <a:pt x="9806" y="2168"/>
                    <a:pt x="9693" y="2168"/>
                  </a:cubicBezTo>
                  <a:cubicBezTo>
                    <a:pt x="9624" y="2168"/>
                    <a:pt x="9554" y="2158"/>
                    <a:pt x="9484" y="2135"/>
                  </a:cubicBezTo>
                  <a:lnTo>
                    <a:pt x="9484" y="2347"/>
                  </a:lnTo>
                  <a:cubicBezTo>
                    <a:pt x="9460" y="2347"/>
                    <a:pt x="9241" y="2270"/>
                    <a:pt x="9108" y="2270"/>
                  </a:cubicBezTo>
                  <a:cubicBezTo>
                    <a:pt x="9075" y="2270"/>
                    <a:pt x="9047" y="2274"/>
                    <a:pt x="9028" y="2287"/>
                  </a:cubicBezTo>
                  <a:cubicBezTo>
                    <a:pt x="8937" y="2378"/>
                    <a:pt x="8846" y="2408"/>
                    <a:pt x="8755" y="2439"/>
                  </a:cubicBezTo>
                  <a:lnTo>
                    <a:pt x="8390" y="2347"/>
                  </a:lnTo>
                  <a:lnTo>
                    <a:pt x="8329" y="2378"/>
                  </a:lnTo>
                  <a:cubicBezTo>
                    <a:pt x="8296" y="2411"/>
                    <a:pt x="8262" y="2422"/>
                    <a:pt x="8228" y="2422"/>
                  </a:cubicBezTo>
                  <a:cubicBezTo>
                    <a:pt x="8174" y="2422"/>
                    <a:pt x="8120" y="2395"/>
                    <a:pt x="8065" y="2395"/>
                  </a:cubicBezTo>
                  <a:cubicBezTo>
                    <a:pt x="8032" y="2395"/>
                    <a:pt x="7998" y="2405"/>
                    <a:pt x="7965" y="2439"/>
                  </a:cubicBezTo>
                  <a:cubicBezTo>
                    <a:pt x="7945" y="2458"/>
                    <a:pt x="7878" y="2513"/>
                    <a:pt x="7800" y="2513"/>
                  </a:cubicBezTo>
                  <a:cubicBezTo>
                    <a:pt x="7754" y="2513"/>
                    <a:pt x="7705" y="2495"/>
                    <a:pt x="7661" y="2439"/>
                  </a:cubicBezTo>
                  <a:cubicBezTo>
                    <a:pt x="7661" y="2439"/>
                    <a:pt x="7539" y="2499"/>
                    <a:pt x="7539" y="2499"/>
                  </a:cubicBezTo>
                  <a:cubicBezTo>
                    <a:pt x="7539" y="2564"/>
                    <a:pt x="7528" y="2585"/>
                    <a:pt x="7508" y="2585"/>
                  </a:cubicBezTo>
                  <a:cubicBezTo>
                    <a:pt x="7482" y="2585"/>
                    <a:pt x="7439" y="2547"/>
                    <a:pt x="7387" y="2530"/>
                  </a:cubicBezTo>
                  <a:lnTo>
                    <a:pt x="7296" y="2499"/>
                  </a:lnTo>
                  <a:cubicBezTo>
                    <a:pt x="7053" y="2499"/>
                    <a:pt x="6779" y="2469"/>
                    <a:pt x="6536" y="2469"/>
                  </a:cubicBezTo>
                  <a:cubicBezTo>
                    <a:pt x="6414" y="2499"/>
                    <a:pt x="6323" y="2530"/>
                    <a:pt x="6202" y="2560"/>
                  </a:cubicBezTo>
                  <a:lnTo>
                    <a:pt x="6202" y="2773"/>
                  </a:lnTo>
                  <a:cubicBezTo>
                    <a:pt x="6080" y="2712"/>
                    <a:pt x="5958" y="2651"/>
                    <a:pt x="5837" y="2621"/>
                  </a:cubicBezTo>
                  <a:lnTo>
                    <a:pt x="5837" y="2712"/>
                  </a:lnTo>
                  <a:cubicBezTo>
                    <a:pt x="5831" y="2718"/>
                    <a:pt x="5820" y="2721"/>
                    <a:pt x="5806" y="2721"/>
                  </a:cubicBezTo>
                  <a:cubicBezTo>
                    <a:pt x="5749" y="2721"/>
                    <a:pt x="5642" y="2682"/>
                    <a:pt x="5594" y="2682"/>
                  </a:cubicBezTo>
                  <a:cubicBezTo>
                    <a:pt x="5529" y="2703"/>
                    <a:pt x="5450" y="2725"/>
                    <a:pt x="5376" y="2725"/>
                  </a:cubicBezTo>
                  <a:cubicBezTo>
                    <a:pt x="5346" y="2725"/>
                    <a:pt x="5316" y="2721"/>
                    <a:pt x="5290" y="2712"/>
                  </a:cubicBezTo>
                  <a:cubicBezTo>
                    <a:pt x="5229" y="2712"/>
                    <a:pt x="5077" y="2864"/>
                    <a:pt x="5047" y="2925"/>
                  </a:cubicBezTo>
                  <a:cubicBezTo>
                    <a:pt x="5036" y="2935"/>
                    <a:pt x="5016" y="2938"/>
                    <a:pt x="4993" y="2938"/>
                  </a:cubicBezTo>
                  <a:cubicBezTo>
                    <a:pt x="4945" y="2938"/>
                    <a:pt x="4884" y="2925"/>
                    <a:pt x="4864" y="2925"/>
                  </a:cubicBezTo>
                  <a:cubicBezTo>
                    <a:pt x="4773" y="2895"/>
                    <a:pt x="4651" y="2864"/>
                    <a:pt x="4560" y="2864"/>
                  </a:cubicBezTo>
                  <a:cubicBezTo>
                    <a:pt x="4477" y="2864"/>
                    <a:pt x="4369" y="2990"/>
                    <a:pt x="4305" y="2990"/>
                  </a:cubicBezTo>
                  <a:cubicBezTo>
                    <a:pt x="4298" y="2990"/>
                    <a:pt x="4292" y="2988"/>
                    <a:pt x="4287" y="2986"/>
                  </a:cubicBezTo>
                  <a:cubicBezTo>
                    <a:pt x="4195" y="2925"/>
                    <a:pt x="4104" y="2925"/>
                    <a:pt x="3983" y="2925"/>
                  </a:cubicBezTo>
                  <a:lnTo>
                    <a:pt x="3922" y="3016"/>
                  </a:lnTo>
                  <a:lnTo>
                    <a:pt x="3861" y="3077"/>
                  </a:lnTo>
                  <a:cubicBezTo>
                    <a:pt x="3835" y="3128"/>
                    <a:pt x="3788" y="3147"/>
                    <a:pt x="3737" y="3147"/>
                  </a:cubicBezTo>
                  <a:cubicBezTo>
                    <a:pt x="3668" y="3147"/>
                    <a:pt x="3592" y="3112"/>
                    <a:pt x="3557" y="3077"/>
                  </a:cubicBezTo>
                  <a:cubicBezTo>
                    <a:pt x="3541" y="3061"/>
                    <a:pt x="3507" y="3055"/>
                    <a:pt x="3463" y="3055"/>
                  </a:cubicBezTo>
                  <a:cubicBezTo>
                    <a:pt x="3363" y="3055"/>
                    <a:pt x="3217" y="3083"/>
                    <a:pt x="3127" y="3083"/>
                  </a:cubicBezTo>
                  <a:cubicBezTo>
                    <a:pt x="3104" y="3083"/>
                    <a:pt x="3085" y="3081"/>
                    <a:pt x="3071" y="3077"/>
                  </a:cubicBezTo>
                  <a:cubicBezTo>
                    <a:pt x="2980" y="3046"/>
                    <a:pt x="2858" y="3016"/>
                    <a:pt x="2767" y="3016"/>
                  </a:cubicBezTo>
                  <a:lnTo>
                    <a:pt x="2736" y="3046"/>
                  </a:lnTo>
                  <a:lnTo>
                    <a:pt x="2676" y="3107"/>
                  </a:lnTo>
                  <a:cubicBezTo>
                    <a:pt x="2642" y="3157"/>
                    <a:pt x="2590" y="3180"/>
                    <a:pt x="2535" y="3180"/>
                  </a:cubicBezTo>
                  <a:cubicBezTo>
                    <a:pt x="2490" y="3180"/>
                    <a:pt x="2443" y="3165"/>
                    <a:pt x="2402" y="3138"/>
                  </a:cubicBezTo>
                  <a:cubicBezTo>
                    <a:pt x="2402" y="3120"/>
                    <a:pt x="2394" y="3112"/>
                    <a:pt x="2383" y="3112"/>
                  </a:cubicBezTo>
                  <a:cubicBezTo>
                    <a:pt x="2357" y="3112"/>
                    <a:pt x="2311" y="3155"/>
                    <a:pt x="2311" y="3198"/>
                  </a:cubicBezTo>
                  <a:cubicBezTo>
                    <a:pt x="2296" y="3214"/>
                    <a:pt x="2250" y="3214"/>
                    <a:pt x="2208" y="3214"/>
                  </a:cubicBezTo>
                  <a:cubicBezTo>
                    <a:pt x="2167" y="3214"/>
                    <a:pt x="2129" y="3214"/>
                    <a:pt x="2129" y="3229"/>
                  </a:cubicBezTo>
                  <a:cubicBezTo>
                    <a:pt x="2098" y="3259"/>
                    <a:pt x="2068" y="3290"/>
                    <a:pt x="2007" y="3290"/>
                  </a:cubicBezTo>
                  <a:lnTo>
                    <a:pt x="1733" y="3290"/>
                  </a:lnTo>
                  <a:cubicBezTo>
                    <a:pt x="1733" y="3320"/>
                    <a:pt x="1825" y="3350"/>
                    <a:pt x="1855" y="3381"/>
                  </a:cubicBezTo>
                  <a:cubicBezTo>
                    <a:pt x="1885" y="3381"/>
                    <a:pt x="1764" y="3472"/>
                    <a:pt x="1612" y="3594"/>
                  </a:cubicBezTo>
                  <a:lnTo>
                    <a:pt x="1551" y="3502"/>
                  </a:lnTo>
                  <a:lnTo>
                    <a:pt x="1429" y="3290"/>
                  </a:lnTo>
                  <a:cubicBezTo>
                    <a:pt x="1277" y="3320"/>
                    <a:pt x="1156" y="3411"/>
                    <a:pt x="1065" y="3533"/>
                  </a:cubicBezTo>
                  <a:cubicBezTo>
                    <a:pt x="1065" y="3554"/>
                    <a:pt x="1053" y="3564"/>
                    <a:pt x="1033" y="3564"/>
                  </a:cubicBezTo>
                  <a:cubicBezTo>
                    <a:pt x="996" y="3564"/>
                    <a:pt x="930" y="3531"/>
                    <a:pt x="852" y="3472"/>
                  </a:cubicBezTo>
                  <a:lnTo>
                    <a:pt x="761" y="3594"/>
                  </a:lnTo>
                  <a:cubicBezTo>
                    <a:pt x="685" y="3654"/>
                    <a:pt x="624" y="3685"/>
                    <a:pt x="563" y="3685"/>
                  </a:cubicBezTo>
                  <a:cubicBezTo>
                    <a:pt x="502" y="3685"/>
                    <a:pt x="442" y="3654"/>
                    <a:pt x="366" y="3594"/>
                  </a:cubicBezTo>
                  <a:lnTo>
                    <a:pt x="366" y="3594"/>
                  </a:lnTo>
                  <a:cubicBezTo>
                    <a:pt x="335" y="3624"/>
                    <a:pt x="457" y="3837"/>
                    <a:pt x="366" y="3898"/>
                  </a:cubicBezTo>
                  <a:cubicBezTo>
                    <a:pt x="299" y="3942"/>
                    <a:pt x="232" y="3970"/>
                    <a:pt x="165" y="3970"/>
                  </a:cubicBezTo>
                  <a:cubicBezTo>
                    <a:pt x="141" y="3970"/>
                    <a:pt x="116" y="3967"/>
                    <a:pt x="92" y="3958"/>
                  </a:cubicBezTo>
                  <a:cubicBezTo>
                    <a:pt x="62" y="3958"/>
                    <a:pt x="62" y="3989"/>
                    <a:pt x="92" y="4050"/>
                  </a:cubicBezTo>
                  <a:lnTo>
                    <a:pt x="92" y="4080"/>
                  </a:lnTo>
                  <a:cubicBezTo>
                    <a:pt x="92" y="4110"/>
                    <a:pt x="62" y="4141"/>
                    <a:pt x="62" y="4202"/>
                  </a:cubicBezTo>
                  <a:lnTo>
                    <a:pt x="31" y="4353"/>
                  </a:lnTo>
                  <a:cubicBezTo>
                    <a:pt x="92" y="4414"/>
                    <a:pt x="122" y="4505"/>
                    <a:pt x="153" y="4597"/>
                  </a:cubicBezTo>
                  <a:lnTo>
                    <a:pt x="1" y="4688"/>
                  </a:lnTo>
                  <a:lnTo>
                    <a:pt x="1" y="4718"/>
                  </a:lnTo>
                  <a:cubicBezTo>
                    <a:pt x="9" y="4760"/>
                    <a:pt x="20" y="4774"/>
                    <a:pt x="31" y="4774"/>
                  </a:cubicBezTo>
                  <a:cubicBezTo>
                    <a:pt x="57" y="4774"/>
                    <a:pt x="87" y="4707"/>
                    <a:pt x="109" y="4707"/>
                  </a:cubicBezTo>
                  <a:cubicBezTo>
                    <a:pt x="114" y="4707"/>
                    <a:pt x="118" y="4710"/>
                    <a:pt x="122" y="4718"/>
                  </a:cubicBezTo>
                  <a:cubicBezTo>
                    <a:pt x="183" y="4749"/>
                    <a:pt x="335" y="4749"/>
                    <a:pt x="244" y="4870"/>
                  </a:cubicBezTo>
                  <a:lnTo>
                    <a:pt x="153" y="5022"/>
                  </a:lnTo>
                  <a:cubicBezTo>
                    <a:pt x="204" y="5002"/>
                    <a:pt x="247" y="4992"/>
                    <a:pt x="283" y="4992"/>
                  </a:cubicBezTo>
                  <a:cubicBezTo>
                    <a:pt x="355" y="4992"/>
                    <a:pt x="396" y="5032"/>
                    <a:pt x="396" y="5113"/>
                  </a:cubicBezTo>
                  <a:lnTo>
                    <a:pt x="396" y="5144"/>
                  </a:lnTo>
                  <a:cubicBezTo>
                    <a:pt x="396" y="5296"/>
                    <a:pt x="396" y="5448"/>
                    <a:pt x="609" y="5509"/>
                  </a:cubicBezTo>
                  <a:lnTo>
                    <a:pt x="700" y="5539"/>
                  </a:lnTo>
                  <a:cubicBezTo>
                    <a:pt x="761" y="5661"/>
                    <a:pt x="791" y="5782"/>
                    <a:pt x="791" y="5904"/>
                  </a:cubicBezTo>
                  <a:lnTo>
                    <a:pt x="822" y="5995"/>
                  </a:lnTo>
                  <a:cubicBezTo>
                    <a:pt x="974" y="6116"/>
                    <a:pt x="1126" y="6208"/>
                    <a:pt x="1247" y="6329"/>
                  </a:cubicBezTo>
                  <a:lnTo>
                    <a:pt x="1217" y="6724"/>
                  </a:lnTo>
                  <a:lnTo>
                    <a:pt x="1217" y="6785"/>
                  </a:lnTo>
                  <a:cubicBezTo>
                    <a:pt x="1217" y="6816"/>
                    <a:pt x="1369" y="6876"/>
                    <a:pt x="1551" y="6876"/>
                  </a:cubicBezTo>
                  <a:lnTo>
                    <a:pt x="1612" y="6846"/>
                  </a:lnTo>
                  <a:lnTo>
                    <a:pt x="1673" y="6846"/>
                  </a:lnTo>
                  <a:cubicBezTo>
                    <a:pt x="1712" y="6830"/>
                    <a:pt x="1741" y="6823"/>
                    <a:pt x="1761" y="6823"/>
                  </a:cubicBezTo>
                  <a:cubicBezTo>
                    <a:pt x="1817" y="6823"/>
                    <a:pt x="1793" y="6885"/>
                    <a:pt x="1703" y="6998"/>
                  </a:cubicBezTo>
                  <a:lnTo>
                    <a:pt x="1642" y="7059"/>
                  </a:lnTo>
                  <a:cubicBezTo>
                    <a:pt x="1642" y="7119"/>
                    <a:pt x="1703" y="7119"/>
                    <a:pt x="1733" y="7119"/>
                  </a:cubicBezTo>
                  <a:lnTo>
                    <a:pt x="1825" y="7119"/>
                  </a:lnTo>
                  <a:cubicBezTo>
                    <a:pt x="1836" y="7114"/>
                    <a:pt x="1847" y="7111"/>
                    <a:pt x="1856" y="7111"/>
                  </a:cubicBezTo>
                  <a:cubicBezTo>
                    <a:pt x="1897" y="7111"/>
                    <a:pt x="1922" y="7156"/>
                    <a:pt x="1946" y="7180"/>
                  </a:cubicBezTo>
                  <a:lnTo>
                    <a:pt x="1946" y="7241"/>
                  </a:lnTo>
                  <a:lnTo>
                    <a:pt x="1946" y="7302"/>
                  </a:lnTo>
                  <a:cubicBezTo>
                    <a:pt x="1916" y="7332"/>
                    <a:pt x="1794" y="7545"/>
                    <a:pt x="1825" y="7606"/>
                  </a:cubicBezTo>
                  <a:cubicBezTo>
                    <a:pt x="1855" y="7667"/>
                    <a:pt x="1885" y="7697"/>
                    <a:pt x="1916" y="7758"/>
                  </a:cubicBezTo>
                  <a:lnTo>
                    <a:pt x="2007" y="7819"/>
                  </a:lnTo>
                  <a:cubicBezTo>
                    <a:pt x="2007" y="7821"/>
                    <a:pt x="2008" y="7823"/>
                    <a:pt x="2011" y="7823"/>
                  </a:cubicBezTo>
                  <a:cubicBezTo>
                    <a:pt x="2034" y="7823"/>
                    <a:pt x="2165" y="7697"/>
                    <a:pt x="2220" y="7697"/>
                  </a:cubicBezTo>
                  <a:cubicBezTo>
                    <a:pt x="2281" y="7727"/>
                    <a:pt x="2281" y="7971"/>
                    <a:pt x="2220" y="8275"/>
                  </a:cubicBezTo>
                  <a:lnTo>
                    <a:pt x="2767" y="8305"/>
                  </a:lnTo>
                  <a:cubicBezTo>
                    <a:pt x="2797" y="8305"/>
                    <a:pt x="2828" y="8457"/>
                    <a:pt x="2828" y="8518"/>
                  </a:cubicBezTo>
                  <a:lnTo>
                    <a:pt x="2828" y="8578"/>
                  </a:lnTo>
                  <a:cubicBezTo>
                    <a:pt x="2730" y="8578"/>
                    <a:pt x="2516" y="8501"/>
                    <a:pt x="2419" y="8501"/>
                  </a:cubicBezTo>
                  <a:cubicBezTo>
                    <a:pt x="2395" y="8501"/>
                    <a:pt x="2378" y="8506"/>
                    <a:pt x="2372" y="8518"/>
                  </a:cubicBezTo>
                  <a:cubicBezTo>
                    <a:pt x="2341" y="8578"/>
                    <a:pt x="2402" y="8730"/>
                    <a:pt x="2463" y="8761"/>
                  </a:cubicBezTo>
                  <a:cubicBezTo>
                    <a:pt x="2499" y="8770"/>
                    <a:pt x="2534" y="8773"/>
                    <a:pt x="2570" y="8773"/>
                  </a:cubicBezTo>
                  <a:cubicBezTo>
                    <a:pt x="2656" y="8773"/>
                    <a:pt x="2742" y="8752"/>
                    <a:pt x="2828" y="8730"/>
                  </a:cubicBezTo>
                  <a:cubicBezTo>
                    <a:pt x="2919" y="8700"/>
                    <a:pt x="3040" y="8670"/>
                    <a:pt x="3071" y="8639"/>
                  </a:cubicBezTo>
                  <a:lnTo>
                    <a:pt x="3132" y="8609"/>
                  </a:lnTo>
                  <a:lnTo>
                    <a:pt x="3162" y="8578"/>
                  </a:lnTo>
                  <a:cubicBezTo>
                    <a:pt x="3162" y="8570"/>
                    <a:pt x="3170" y="8566"/>
                    <a:pt x="3182" y="8566"/>
                  </a:cubicBezTo>
                  <a:cubicBezTo>
                    <a:pt x="3210" y="8566"/>
                    <a:pt x="3262" y="8587"/>
                    <a:pt x="3284" y="8609"/>
                  </a:cubicBezTo>
                  <a:cubicBezTo>
                    <a:pt x="3344" y="8670"/>
                    <a:pt x="3375" y="8730"/>
                    <a:pt x="3405" y="8822"/>
                  </a:cubicBezTo>
                  <a:lnTo>
                    <a:pt x="3344" y="8913"/>
                  </a:lnTo>
                  <a:cubicBezTo>
                    <a:pt x="3496" y="9004"/>
                    <a:pt x="3648" y="9065"/>
                    <a:pt x="3800" y="9126"/>
                  </a:cubicBezTo>
                  <a:cubicBezTo>
                    <a:pt x="3922" y="9126"/>
                    <a:pt x="4013" y="9095"/>
                    <a:pt x="4104" y="9034"/>
                  </a:cubicBezTo>
                  <a:lnTo>
                    <a:pt x="4165" y="9156"/>
                  </a:lnTo>
                  <a:cubicBezTo>
                    <a:pt x="4195" y="9217"/>
                    <a:pt x="4195" y="9247"/>
                    <a:pt x="4317" y="9247"/>
                  </a:cubicBezTo>
                  <a:lnTo>
                    <a:pt x="4530" y="9217"/>
                  </a:lnTo>
                  <a:cubicBezTo>
                    <a:pt x="4773" y="9308"/>
                    <a:pt x="5077" y="9399"/>
                    <a:pt x="5107" y="9399"/>
                  </a:cubicBezTo>
                  <a:lnTo>
                    <a:pt x="5472" y="9399"/>
                  </a:lnTo>
                  <a:cubicBezTo>
                    <a:pt x="5533" y="9430"/>
                    <a:pt x="5381" y="9551"/>
                    <a:pt x="5138" y="9642"/>
                  </a:cubicBezTo>
                  <a:lnTo>
                    <a:pt x="5168" y="9916"/>
                  </a:lnTo>
                  <a:lnTo>
                    <a:pt x="5077" y="9916"/>
                  </a:lnTo>
                  <a:lnTo>
                    <a:pt x="4925" y="9946"/>
                  </a:lnTo>
                  <a:cubicBezTo>
                    <a:pt x="4864" y="10068"/>
                    <a:pt x="4773" y="10311"/>
                    <a:pt x="4834" y="10311"/>
                  </a:cubicBezTo>
                  <a:cubicBezTo>
                    <a:pt x="4864" y="10326"/>
                    <a:pt x="4895" y="10334"/>
                    <a:pt x="4925" y="10334"/>
                  </a:cubicBezTo>
                  <a:cubicBezTo>
                    <a:pt x="4955" y="10334"/>
                    <a:pt x="4986" y="10326"/>
                    <a:pt x="5016" y="10311"/>
                  </a:cubicBezTo>
                  <a:lnTo>
                    <a:pt x="5016" y="10402"/>
                  </a:lnTo>
                  <a:lnTo>
                    <a:pt x="5016" y="10433"/>
                  </a:lnTo>
                  <a:lnTo>
                    <a:pt x="5016" y="10493"/>
                  </a:lnTo>
                  <a:cubicBezTo>
                    <a:pt x="5016" y="10509"/>
                    <a:pt x="5031" y="10516"/>
                    <a:pt x="5058" y="10516"/>
                  </a:cubicBezTo>
                  <a:cubicBezTo>
                    <a:pt x="5085" y="10516"/>
                    <a:pt x="5123" y="10509"/>
                    <a:pt x="5168" y="10493"/>
                  </a:cubicBezTo>
                  <a:lnTo>
                    <a:pt x="5229" y="10463"/>
                  </a:lnTo>
                  <a:lnTo>
                    <a:pt x="5290" y="10463"/>
                  </a:lnTo>
                  <a:cubicBezTo>
                    <a:pt x="5351" y="10463"/>
                    <a:pt x="5381" y="10554"/>
                    <a:pt x="5381" y="10585"/>
                  </a:cubicBezTo>
                  <a:cubicBezTo>
                    <a:pt x="5270" y="10629"/>
                    <a:pt x="5158" y="10657"/>
                    <a:pt x="5047" y="10657"/>
                  </a:cubicBezTo>
                  <a:cubicBezTo>
                    <a:pt x="5006" y="10657"/>
                    <a:pt x="4966" y="10654"/>
                    <a:pt x="4925" y="10645"/>
                  </a:cubicBezTo>
                  <a:cubicBezTo>
                    <a:pt x="4854" y="10610"/>
                    <a:pt x="4783" y="10595"/>
                    <a:pt x="4736" y="10595"/>
                  </a:cubicBezTo>
                  <a:cubicBezTo>
                    <a:pt x="4703" y="10595"/>
                    <a:pt x="4682" y="10602"/>
                    <a:pt x="4682" y="10615"/>
                  </a:cubicBezTo>
                  <a:lnTo>
                    <a:pt x="4682" y="10645"/>
                  </a:lnTo>
                  <a:lnTo>
                    <a:pt x="4712" y="10767"/>
                  </a:lnTo>
                  <a:cubicBezTo>
                    <a:pt x="4743" y="10919"/>
                    <a:pt x="4743" y="11071"/>
                    <a:pt x="4712" y="11193"/>
                  </a:cubicBezTo>
                  <a:lnTo>
                    <a:pt x="4803" y="11314"/>
                  </a:lnTo>
                  <a:lnTo>
                    <a:pt x="4834" y="11344"/>
                  </a:lnTo>
                  <a:cubicBezTo>
                    <a:pt x="4895" y="11405"/>
                    <a:pt x="5016" y="11436"/>
                    <a:pt x="5107" y="11436"/>
                  </a:cubicBezTo>
                  <a:lnTo>
                    <a:pt x="5107" y="11648"/>
                  </a:lnTo>
                  <a:cubicBezTo>
                    <a:pt x="5229" y="11709"/>
                    <a:pt x="5199" y="11831"/>
                    <a:pt x="5138" y="11831"/>
                  </a:cubicBezTo>
                  <a:cubicBezTo>
                    <a:pt x="5107" y="11831"/>
                    <a:pt x="5533" y="12135"/>
                    <a:pt x="5472" y="12226"/>
                  </a:cubicBezTo>
                  <a:cubicBezTo>
                    <a:pt x="5442" y="12348"/>
                    <a:pt x="5594" y="12500"/>
                    <a:pt x="5685" y="12530"/>
                  </a:cubicBezTo>
                  <a:cubicBezTo>
                    <a:pt x="5746" y="12560"/>
                    <a:pt x="5563" y="12743"/>
                    <a:pt x="5472" y="12743"/>
                  </a:cubicBezTo>
                  <a:lnTo>
                    <a:pt x="5107" y="12743"/>
                  </a:lnTo>
                  <a:cubicBezTo>
                    <a:pt x="4955" y="12773"/>
                    <a:pt x="4834" y="12803"/>
                    <a:pt x="4712" y="12803"/>
                  </a:cubicBezTo>
                  <a:cubicBezTo>
                    <a:pt x="4651" y="12773"/>
                    <a:pt x="4591" y="12773"/>
                    <a:pt x="4499" y="12773"/>
                  </a:cubicBezTo>
                  <a:cubicBezTo>
                    <a:pt x="4486" y="12877"/>
                    <a:pt x="4457" y="12909"/>
                    <a:pt x="4418" y="12909"/>
                  </a:cubicBezTo>
                  <a:cubicBezTo>
                    <a:pt x="4365" y="12909"/>
                    <a:pt x="4296" y="12851"/>
                    <a:pt x="4226" y="12834"/>
                  </a:cubicBezTo>
                  <a:lnTo>
                    <a:pt x="4195" y="12834"/>
                  </a:lnTo>
                  <a:cubicBezTo>
                    <a:pt x="4135" y="12834"/>
                    <a:pt x="4135" y="12895"/>
                    <a:pt x="4165" y="12925"/>
                  </a:cubicBezTo>
                  <a:cubicBezTo>
                    <a:pt x="4098" y="12970"/>
                    <a:pt x="4015" y="12998"/>
                    <a:pt x="3940" y="12998"/>
                  </a:cubicBezTo>
                  <a:cubicBezTo>
                    <a:pt x="3912" y="12998"/>
                    <a:pt x="3886" y="12994"/>
                    <a:pt x="3861" y="12986"/>
                  </a:cubicBezTo>
                  <a:cubicBezTo>
                    <a:pt x="3851" y="12983"/>
                    <a:pt x="3842" y="12981"/>
                    <a:pt x="3832" y="12981"/>
                  </a:cubicBezTo>
                  <a:cubicBezTo>
                    <a:pt x="3751" y="12981"/>
                    <a:pt x="3676" y="13087"/>
                    <a:pt x="3648" y="13168"/>
                  </a:cubicBezTo>
                  <a:cubicBezTo>
                    <a:pt x="3648" y="13204"/>
                    <a:pt x="3607" y="13219"/>
                    <a:pt x="3566" y="13219"/>
                  </a:cubicBezTo>
                  <a:cubicBezTo>
                    <a:pt x="3537" y="13219"/>
                    <a:pt x="3509" y="13211"/>
                    <a:pt x="3496" y="13199"/>
                  </a:cubicBezTo>
                  <a:cubicBezTo>
                    <a:pt x="3496" y="13199"/>
                    <a:pt x="3376" y="13103"/>
                    <a:pt x="3328" y="13103"/>
                  </a:cubicBezTo>
                  <a:cubicBezTo>
                    <a:pt x="3322" y="13103"/>
                    <a:pt x="3317" y="13104"/>
                    <a:pt x="3314" y="13107"/>
                  </a:cubicBezTo>
                  <a:cubicBezTo>
                    <a:pt x="3284" y="13138"/>
                    <a:pt x="3223" y="13199"/>
                    <a:pt x="3192" y="13229"/>
                  </a:cubicBezTo>
                  <a:cubicBezTo>
                    <a:pt x="3071" y="13229"/>
                    <a:pt x="2980" y="13259"/>
                    <a:pt x="2888" y="13259"/>
                  </a:cubicBezTo>
                  <a:cubicBezTo>
                    <a:pt x="2797" y="13259"/>
                    <a:pt x="2706" y="13381"/>
                    <a:pt x="2676" y="13381"/>
                  </a:cubicBezTo>
                  <a:cubicBezTo>
                    <a:pt x="2615" y="13411"/>
                    <a:pt x="2524" y="13442"/>
                    <a:pt x="2463" y="13472"/>
                  </a:cubicBezTo>
                  <a:lnTo>
                    <a:pt x="2463" y="13533"/>
                  </a:lnTo>
                  <a:cubicBezTo>
                    <a:pt x="2433" y="13715"/>
                    <a:pt x="2372" y="13928"/>
                    <a:pt x="2341" y="14110"/>
                  </a:cubicBezTo>
                  <a:lnTo>
                    <a:pt x="2341" y="14171"/>
                  </a:lnTo>
                  <a:cubicBezTo>
                    <a:pt x="2402" y="14262"/>
                    <a:pt x="2341" y="14354"/>
                    <a:pt x="2189" y="14414"/>
                  </a:cubicBezTo>
                  <a:lnTo>
                    <a:pt x="2159" y="14232"/>
                  </a:lnTo>
                  <a:cubicBezTo>
                    <a:pt x="2129" y="14171"/>
                    <a:pt x="2007" y="14080"/>
                    <a:pt x="1946" y="14080"/>
                  </a:cubicBezTo>
                  <a:lnTo>
                    <a:pt x="1673" y="14141"/>
                  </a:lnTo>
                  <a:cubicBezTo>
                    <a:pt x="1627" y="14115"/>
                    <a:pt x="1568" y="14104"/>
                    <a:pt x="1503" y="14104"/>
                  </a:cubicBezTo>
                  <a:cubicBezTo>
                    <a:pt x="1264" y="14104"/>
                    <a:pt x="934" y="14245"/>
                    <a:pt x="791" y="14293"/>
                  </a:cubicBezTo>
                  <a:cubicBezTo>
                    <a:pt x="639" y="14354"/>
                    <a:pt x="609" y="14414"/>
                    <a:pt x="761" y="14414"/>
                  </a:cubicBezTo>
                  <a:lnTo>
                    <a:pt x="791" y="14445"/>
                  </a:lnTo>
                  <a:cubicBezTo>
                    <a:pt x="822" y="14536"/>
                    <a:pt x="882" y="14597"/>
                    <a:pt x="974" y="14597"/>
                  </a:cubicBezTo>
                  <a:cubicBezTo>
                    <a:pt x="1065" y="14627"/>
                    <a:pt x="974" y="14810"/>
                    <a:pt x="943" y="14840"/>
                  </a:cubicBezTo>
                  <a:cubicBezTo>
                    <a:pt x="913" y="14840"/>
                    <a:pt x="852" y="14840"/>
                    <a:pt x="822" y="14870"/>
                  </a:cubicBezTo>
                  <a:cubicBezTo>
                    <a:pt x="761" y="14931"/>
                    <a:pt x="730" y="14992"/>
                    <a:pt x="730" y="15053"/>
                  </a:cubicBezTo>
                  <a:lnTo>
                    <a:pt x="730" y="15083"/>
                  </a:lnTo>
                  <a:cubicBezTo>
                    <a:pt x="852" y="15114"/>
                    <a:pt x="852" y="15174"/>
                    <a:pt x="761" y="15174"/>
                  </a:cubicBezTo>
                  <a:lnTo>
                    <a:pt x="730" y="15205"/>
                  </a:lnTo>
                  <a:cubicBezTo>
                    <a:pt x="709" y="15233"/>
                    <a:pt x="689" y="15243"/>
                    <a:pt x="671" y="15243"/>
                  </a:cubicBezTo>
                  <a:cubicBezTo>
                    <a:pt x="625" y="15243"/>
                    <a:pt x="588" y="15181"/>
                    <a:pt x="552" y="15181"/>
                  </a:cubicBezTo>
                  <a:cubicBezTo>
                    <a:pt x="540" y="15181"/>
                    <a:pt x="529" y="15188"/>
                    <a:pt x="518" y="15205"/>
                  </a:cubicBezTo>
                  <a:cubicBezTo>
                    <a:pt x="457" y="15266"/>
                    <a:pt x="396" y="15357"/>
                    <a:pt x="335" y="15417"/>
                  </a:cubicBezTo>
                  <a:cubicBezTo>
                    <a:pt x="305" y="15478"/>
                    <a:pt x="305" y="15509"/>
                    <a:pt x="274" y="15539"/>
                  </a:cubicBezTo>
                  <a:lnTo>
                    <a:pt x="244" y="15661"/>
                  </a:lnTo>
                  <a:cubicBezTo>
                    <a:pt x="320" y="15761"/>
                    <a:pt x="437" y="15820"/>
                    <a:pt x="527" y="15820"/>
                  </a:cubicBezTo>
                  <a:cubicBezTo>
                    <a:pt x="545" y="15820"/>
                    <a:pt x="563" y="15818"/>
                    <a:pt x="578" y="15813"/>
                  </a:cubicBezTo>
                  <a:lnTo>
                    <a:pt x="639" y="15752"/>
                  </a:lnTo>
                  <a:lnTo>
                    <a:pt x="700" y="15721"/>
                  </a:lnTo>
                  <a:cubicBezTo>
                    <a:pt x="705" y="15720"/>
                    <a:pt x="710" y="15719"/>
                    <a:pt x="715" y="15719"/>
                  </a:cubicBezTo>
                  <a:cubicBezTo>
                    <a:pt x="821" y="15719"/>
                    <a:pt x="815" y="16028"/>
                    <a:pt x="670" y="16086"/>
                  </a:cubicBezTo>
                  <a:cubicBezTo>
                    <a:pt x="518" y="16177"/>
                    <a:pt x="426" y="16299"/>
                    <a:pt x="426" y="16451"/>
                  </a:cubicBezTo>
                  <a:cubicBezTo>
                    <a:pt x="457" y="16573"/>
                    <a:pt x="518" y="16694"/>
                    <a:pt x="578" y="16816"/>
                  </a:cubicBezTo>
                  <a:lnTo>
                    <a:pt x="578" y="16968"/>
                  </a:lnTo>
                  <a:lnTo>
                    <a:pt x="578" y="17028"/>
                  </a:lnTo>
                  <a:cubicBezTo>
                    <a:pt x="560" y="17066"/>
                    <a:pt x="576" y="17092"/>
                    <a:pt x="619" y="17092"/>
                  </a:cubicBezTo>
                  <a:cubicBezTo>
                    <a:pt x="646" y="17092"/>
                    <a:pt x="684" y="17082"/>
                    <a:pt x="730" y="17059"/>
                  </a:cubicBezTo>
                  <a:lnTo>
                    <a:pt x="791" y="17059"/>
                  </a:lnTo>
                  <a:lnTo>
                    <a:pt x="882" y="17089"/>
                  </a:lnTo>
                  <a:cubicBezTo>
                    <a:pt x="822" y="17180"/>
                    <a:pt x="761" y="17241"/>
                    <a:pt x="730" y="17332"/>
                  </a:cubicBezTo>
                  <a:lnTo>
                    <a:pt x="791" y="17393"/>
                  </a:lnTo>
                  <a:lnTo>
                    <a:pt x="882" y="17515"/>
                  </a:lnTo>
                  <a:cubicBezTo>
                    <a:pt x="943" y="17484"/>
                    <a:pt x="1004" y="17424"/>
                    <a:pt x="1095" y="17393"/>
                  </a:cubicBezTo>
                  <a:lnTo>
                    <a:pt x="1095" y="17393"/>
                  </a:lnTo>
                  <a:cubicBezTo>
                    <a:pt x="1065" y="17576"/>
                    <a:pt x="1034" y="17728"/>
                    <a:pt x="1004" y="17880"/>
                  </a:cubicBezTo>
                  <a:cubicBezTo>
                    <a:pt x="974" y="18001"/>
                    <a:pt x="943" y="18335"/>
                    <a:pt x="1034" y="18396"/>
                  </a:cubicBezTo>
                  <a:cubicBezTo>
                    <a:pt x="1080" y="18411"/>
                    <a:pt x="1133" y="18419"/>
                    <a:pt x="1186" y="18419"/>
                  </a:cubicBezTo>
                  <a:cubicBezTo>
                    <a:pt x="1240" y="18419"/>
                    <a:pt x="1293" y="18411"/>
                    <a:pt x="1338" y="18396"/>
                  </a:cubicBezTo>
                  <a:lnTo>
                    <a:pt x="1490" y="18396"/>
                  </a:lnTo>
                  <a:cubicBezTo>
                    <a:pt x="1612" y="18396"/>
                    <a:pt x="1490" y="18700"/>
                    <a:pt x="1399" y="18761"/>
                  </a:cubicBezTo>
                  <a:lnTo>
                    <a:pt x="1126" y="19004"/>
                  </a:lnTo>
                  <a:lnTo>
                    <a:pt x="1186" y="19035"/>
                  </a:lnTo>
                  <a:cubicBezTo>
                    <a:pt x="1247" y="19095"/>
                    <a:pt x="1247" y="19126"/>
                    <a:pt x="1186" y="19156"/>
                  </a:cubicBezTo>
                  <a:cubicBezTo>
                    <a:pt x="1095" y="19217"/>
                    <a:pt x="1034" y="19217"/>
                    <a:pt x="943" y="19247"/>
                  </a:cubicBezTo>
                  <a:cubicBezTo>
                    <a:pt x="791" y="19247"/>
                    <a:pt x="913" y="19278"/>
                    <a:pt x="913" y="19339"/>
                  </a:cubicBezTo>
                  <a:cubicBezTo>
                    <a:pt x="913" y="19430"/>
                    <a:pt x="791" y="19490"/>
                    <a:pt x="1004" y="19490"/>
                  </a:cubicBezTo>
                  <a:cubicBezTo>
                    <a:pt x="1126" y="19490"/>
                    <a:pt x="1277" y="19460"/>
                    <a:pt x="1399" y="19430"/>
                  </a:cubicBezTo>
                  <a:cubicBezTo>
                    <a:pt x="1414" y="19415"/>
                    <a:pt x="1429" y="19407"/>
                    <a:pt x="1448" y="19407"/>
                  </a:cubicBezTo>
                  <a:cubicBezTo>
                    <a:pt x="1467" y="19407"/>
                    <a:pt x="1490" y="19415"/>
                    <a:pt x="1521" y="19430"/>
                  </a:cubicBezTo>
                  <a:lnTo>
                    <a:pt x="1551" y="19460"/>
                  </a:lnTo>
                  <a:cubicBezTo>
                    <a:pt x="1581" y="19490"/>
                    <a:pt x="1642" y="19521"/>
                    <a:pt x="1703" y="19521"/>
                  </a:cubicBezTo>
                  <a:cubicBezTo>
                    <a:pt x="1794" y="19551"/>
                    <a:pt x="1885" y="19551"/>
                    <a:pt x="1977" y="19582"/>
                  </a:cubicBezTo>
                  <a:cubicBezTo>
                    <a:pt x="2068" y="19642"/>
                    <a:pt x="2189" y="19673"/>
                    <a:pt x="2281" y="19734"/>
                  </a:cubicBezTo>
                  <a:cubicBezTo>
                    <a:pt x="2372" y="19794"/>
                    <a:pt x="2463" y="19855"/>
                    <a:pt x="2554" y="19886"/>
                  </a:cubicBezTo>
                  <a:lnTo>
                    <a:pt x="2676" y="19825"/>
                  </a:lnTo>
                  <a:cubicBezTo>
                    <a:pt x="2706" y="19825"/>
                    <a:pt x="2767" y="19855"/>
                    <a:pt x="2767" y="19886"/>
                  </a:cubicBezTo>
                  <a:lnTo>
                    <a:pt x="2828" y="20098"/>
                  </a:lnTo>
                  <a:cubicBezTo>
                    <a:pt x="3040" y="20068"/>
                    <a:pt x="3527" y="20068"/>
                    <a:pt x="3618" y="20068"/>
                  </a:cubicBezTo>
                  <a:cubicBezTo>
                    <a:pt x="3699" y="20068"/>
                    <a:pt x="3794" y="20055"/>
                    <a:pt x="3857" y="20055"/>
                  </a:cubicBezTo>
                  <a:cubicBezTo>
                    <a:pt x="3888" y="20055"/>
                    <a:pt x="3912" y="20058"/>
                    <a:pt x="3922" y="20068"/>
                  </a:cubicBezTo>
                  <a:cubicBezTo>
                    <a:pt x="3952" y="20068"/>
                    <a:pt x="4256" y="20098"/>
                    <a:pt x="4591" y="20129"/>
                  </a:cubicBezTo>
                  <a:lnTo>
                    <a:pt x="4773" y="20372"/>
                  </a:lnTo>
                  <a:cubicBezTo>
                    <a:pt x="4778" y="20367"/>
                    <a:pt x="4795" y="20364"/>
                    <a:pt x="4819" y="20364"/>
                  </a:cubicBezTo>
                  <a:cubicBezTo>
                    <a:pt x="4932" y="20364"/>
                    <a:pt x="5204" y="20419"/>
                    <a:pt x="5229" y="20494"/>
                  </a:cubicBezTo>
                  <a:cubicBezTo>
                    <a:pt x="5242" y="20533"/>
                    <a:pt x="5294" y="20544"/>
                    <a:pt x="5357" y="20544"/>
                  </a:cubicBezTo>
                  <a:cubicBezTo>
                    <a:pt x="5440" y="20544"/>
                    <a:pt x="5542" y="20524"/>
                    <a:pt x="5594" y="20524"/>
                  </a:cubicBezTo>
                  <a:cubicBezTo>
                    <a:pt x="5654" y="20524"/>
                    <a:pt x="5989" y="20646"/>
                    <a:pt x="6110" y="20646"/>
                  </a:cubicBezTo>
                  <a:cubicBezTo>
                    <a:pt x="6164" y="20637"/>
                    <a:pt x="6217" y="20633"/>
                    <a:pt x="6271" y="20633"/>
                  </a:cubicBezTo>
                  <a:cubicBezTo>
                    <a:pt x="6400" y="20633"/>
                    <a:pt x="6529" y="20654"/>
                    <a:pt x="6658" y="20676"/>
                  </a:cubicBezTo>
                  <a:lnTo>
                    <a:pt x="6901" y="20676"/>
                  </a:lnTo>
                  <a:lnTo>
                    <a:pt x="7053" y="20615"/>
                  </a:lnTo>
                  <a:cubicBezTo>
                    <a:pt x="7053" y="20706"/>
                    <a:pt x="7083" y="20737"/>
                    <a:pt x="7174" y="20737"/>
                  </a:cubicBezTo>
                  <a:lnTo>
                    <a:pt x="7265" y="20737"/>
                  </a:lnTo>
                  <a:cubicBezTo>
                    <a:pt x="7296" y="20767"/>
                    <a:pt x="7296" y="20798"/>
                    <a:pt x="7296" y="20798"/>
                  </a:cubicBezTo>
                  <a:lnTo>
                    <a:pt x="7296" y="20858"/>
                  </a:lnTo>
                  <a:cubicBezTo>
                    <a:pt x="7296" y="20897"/>
                    <a:pt x="7311" y="20911"/>
                    <a:pt x="7334" y="20911"/>
                  </a:cubicBezTo>
                  <a:cubicBezTo>
                    <a:pt x="7381" y="20911"/>
                    <a:pt x="7458" y="20849"/>
                    <a:pt x="7478" y="20828"/>
                  </a:cubicBezTo>
                  <a:cubicBezTo>
                    <a:pt x="7491" y="20802"/>
                    <a:pt x="7526" y="20793"/>
                    <a:pt x="7566" y="20793"/>
                  </a:cubicBezTo>
                  <a:cubicBezTo>
                    <a:pt x="7621" y="20793"/>
                    <a:pt x="7686" y="20810"/>
                    <a:pt x="7721" y="20828"/>
                  </a:cubicBezTo>
                  <a:cubicBezTo>
                    <a:pt x="7752" y="20828"/>
                    <a:pt x="7721" y="20889"/>
                    <a:pt x="7630" y="20949"/>
                  </a:cubicBezTo>
                  <a:cubicBezTo>
                    <a:pt x="7613" y="21034"/>
                    <a:pt x="7671" y="21053"/>
                    <a:pt x="7732" y="21053"/>
                  </a:cubicBezTo>
                  <a:cubicBezTo>
                    <a:pt x="7780" y="21053"/>
                    <a:pt x="7829" y="21041"/>
                    <a:pt x="7843" y="21041"/>
                  </a:cubicBezTo>
                  <a:cubicBezTo>
                    <a:pt x="7873" y="21041"/>
                    <a:pt x="7904" y="20980"/>
                    <a:pt x="7904" y="20980"/>
                  </a:cubicBezTo>
                  <a:lnTo>
                    <a:pt x="7934" y="20949"/>
                  </a:lnTo>
                  <a:cubicBezTo>
                    <a:pt x="7939" y="20945"/>
                    <a:pt x="7946" y="20943"/>
                    <a:pt x="7956" y="20943"/>
                  </a:cubicBezTo>
                  <a:cubicBezTo>
                    <a:pt x="8005" y="20943"/>
                    <a:pt x="8107" y="20986"/>
                    <a:pt x="8155" y="20986"/>
                  </a:cubicBezTo>
                  <a:cubicBezTo>
                    <a:pt x="8165" y="20986"/>
                    <a:pt x="8173" y="20984"/>
                    <a:pt x="8177" y="20980"/>
                  </a:cubicBezTo>
                  <a:cubicBezTo>
                    <a:pt x="8192" y="20965"/>
                    <a:pt x="8212" y="20959"/>
                    <a:pt x="8234" y="20959"/>
                  </a:cubicBezTo>
                  <a:cubicBezTo>
                    <a:pt x="8304" y="20959"/>
                    <a:pt x="8397" y="21018"/>
                    <a:pt x="8420" y="21041"/>
                  </a:cubicBezTo>
                  <a:cubicBezTo>
                    <a:pt x="8426" y="21051"/>
                    <a:pt x="8442" y="21055"/>
                    <a:pt x="8465" y="21055"/>
                  </a:cubicBezTo>
                  <a:cubicBezTo>
                    <a:pt x="8555" y="21055"/>
                    <a:pt x="8751" y="20996"/>
                    <a:pt x="8866" y="20996"/>
                  </a:cubicBezTo>
                  <a:cubicBezTo>
                    <a:pt x="8897" y="20996"/>
                    <a:pt x="8921" y="21000"/>
                    <a:pt x="8937" y="21010"/>
                  </a:cubicBezTo>
                  <a:cubicBezTo>
                    <a:pt x="8998" y="21071"/>
                    <a:pt x="9089" y="21101"/>
                    <a:pt x="9180" y="21132"/>
                  </a:cubicBezTo>
                  <a:lnTo>
                    <a:pt x="9241" y="21101"/>
                  </a:lnTo>
                  <a:lnTo>
                    <a:pt x="9302" y="21071"/>
                  </a:lnTo>
                  <a:cubicBezTo>
                    <a:pt x="9322" y="21051"/>
                    <a:pt x="9366" y="21044"/>
                    <a:pt x="9419" y="21044"/>
                  </a:cubicBezTo>
                  <a:cubicBezTo>
                    <a:pt x="9525" y="21044"/>
                    <a:pt x="9667" y="21071"/>
                    <a:pt x="9728" y="21071"/>
                  </a:cubicBezTo>
                  <a:cubicBezTo>
                    <a:pt x="9849" y="21071"/>
                    <a:pt x="10001" y="21041"/>
                    <a:pt x="10031" y="21041"/>
                  </a:cubicBezTo>
                  <a:lnTo>
                    <a:pt x="10366" y="21041"/>
                  </a:lnTo>
                  <a:lnTo>
                    <a:pt x="10457" y="21010"/>
                  </a:lnTo>
                  <a:cubicBezTo>
                    <a:pt x="10491" y="20996"/>
                    <a:pt x="10520" y="20990"/>
                    <a:pt x="10545" y="20990"/>
                  </a:cubicBezTo>
                  <a:cubicBezTo>
                    <a:pt x="10656" y="20990"/>
                    <a:pt x="10687" y="21111"/>
                    <a:pt x="10775" y="21111"/>
                  </a:cubicBezTo>
                  <a:cubicBezTo>
                    <a:pt x="10789" y="21111"/>
                    <a:pt x="10804" y="21108"/>
                    <a:pt x="10822" y="21101"/>
                  </a:cubicBezTo>
                  <a:cubicBezTo>
                    <a:pt x="10844" y="21101"/>
                    <a:pt x="10962" y="21037"/>
                    <a:pt x="11025" y="21037"/>
                  </a:cubicBezTo>
                  <a:cubicBezTo>
                    <a:pt x="11049" y="21037"/>
                    <a:pt x="11065" y="21046"/>
                    <a:pt x="11065" y="21071"/>
                  </a:cubicBezTo>
                  <a:cubicBezTo>
                    <a:pt x="11065" y="21107"/>
                    <a:pt x="11075" y="21121"/>
                    <a:pt x="11084" y="21121"/>
                  </a:cubicBezTo>
                  <a:cubicBezTo>
                    <a:pt x="11090" y="21121"/>
                    <a:pt x="11095" y="21114"/>
                    <a:pt x="11095" y="21101"/>
                  </a:cubicBezTo>
                  <a:cubicBezTo>
                    <a:pt x="11102" y="21095"/>
                    <a:pt x="11112" y="21093"/>
                    <a:pt x="11125" y="21093"/>
                  </a:cubicBezTo>
                  <a:cubicBezTo>
                    <a:pt x="11160" y="21093"/>
                    <a:pt x="11213" y="21110"/>
                    <a:pt x="11248" y="21110"/>
                  </a:cubicBezTo>
                  <a:cubicBezTo>
                    <a:pt x="11261" y="21110"/>
                    <a:pt x="11271" y="21108"/>
                    <a:pt x="11278" y="21101"/>
                  </a:cubicBezTo>
                  <a:cubicBezTo>
                    <a:pt x="11338" y="21041"/>
                    <a:pt x="11490" y="20919"/>
                    <a:pt x="11551" y="20919"/>
                  </a:cubicBezTo>
                  <a:cubicBezTo>
                    <a:pt x="11612" y="20980"/>
                    <a:pt x="11673" y="21010"/>
                    <a:pt x="11734" y="21071"/>
                  </a:cubicBezTo>
                  <a:cubicBezTo>
                    <a:pt x="11741" y="21086"/>
                    <a:pt x="11752" y="21092"/>
                    <a:pt x="11764" y="21092"/>
                  </a:cubicBezTo>
                  <a:cubicBezTo>
                    <a:pt x="11804" y="21092"/>
                    <a:pt x="11863" y="21033"/>
                    <a:pt x="11886" y="21010"/>
                  </a:cubicBezTo>
                  <a:cubicBezTo>
                    <a:pt x="11890" y="21006"/>
                    <a:pt x="11894" y="21004"/>
                    <a:pt x="11900" y="21004"/>
                  </a:cubicBezTo>
                  <a:cubicBezTo>
                    <a:pt x="11939" y="21004"/>
                    <a:pt x="12015" y="21091"/>
                    <a:pt x="12068" y="21223"/>
                  </a:cubicBezTo>
                  <a:lnTo>
                    <a:pt x="12159" y="21101"/>
                  </a:lnTo>
                  <a:cubicBezTo>
                    <a:pt x="12232" y="21000"/>
                    <a:pt x="12284" y="20961"/>
                    <a:pt x="12334" y="20961"/>
                  </a:cubicBezTo>
                  <a:cubicBezTo>
                    <a:pt x="12390" y="20961"/>
                    <a:pt x="12445" y="21008"/>
                    <a:pt x="12524" y="21071"/>
                  </a:cubicBezTo>
                  <a:cubicBezTo>
                    <a:pt x="12554" y="21101"/>
                    <a:pt x="12585" y="21101"/>
                    <a:pt x="12615" y="21101"/>
                  </a:cubicBezTo>
                  <a:cubicBezTo>
                    <a:pt x="12654" y="21062"/>
                    <a:pt x="12693" y="21048"/>
                    <a:pt x="12730" y="21048"/>
                  </a:cubicBezTo>
                  <a:cubicBezTo>
                    <a:pt x="12808" y="21048"/>
                    <a:pt x="12878" y="21111"/>
                    <a:pt x="12919" y="21132"/>
                  </a:cubicBezTo>
                  <a:cubicBezTo>
                    <a:pt x="12980" y="21162"/>
                    <a:pt x="13041" y="21193"/>
                    <a:pt x="13132" y="21223"/>
                  </a:cubicBezTo>
                  <a:lnTo>
                    <a:pt x="13284" y="21253"/>
                  </a:lnTo>
                  <a:cubicBezTo>
                    <a:pt x="13375" y="21223"/>
                    <a:pt x="13497" y="21223"/>
                    <a:pt x="13618" y="21193"/>
                  </a:cubicBezTo>
                  <a:cubicBezTo>
                    <a:pt x="13643" y="21168"/>
                    <a:pt x="13747" y="21124"/>
                    <a:pt x="13802" y="21124"/>
                  </a:cubicBezTo>
                  <a:cubicBezTo>
                    <a:pt x="13815" y="21124"/>
                    <a:pt x="13825" y="21126"/>
                    <a:pt x="13831" y="21132"/>
                  </a:cubicBezTo>
                  <a:cubicBezTo>
                    <a:pt x="13837" y="21138"/>
                    <a:pt x="13846" y="21140"/>
                    <a:pt x="13855" y="21140"/>
                  </a:cubicBezTo>
                  <a:cubicBezTo>
                    <a:pt x="13895" y="21140"/>
                    <a:pt x="13959" y="21101"/>
                    <a:pt x="13983" y="21101"/>
                  </a:cubicBezTo>
                  <a:cubicBezTo>
                    <a:pt x="14026" y="21080"/>
                    <a:pt x="14054" y="21058"/>
                    <a:pt x="14088" y="21058"/>
                  </a:cubicBezTo>
                  <a:cubicBezTo>
                    <a:pt x="14102" y="21058"/>
                    <a:pt x="14117" y="21062"/>
                    <a:pt x="14135" y="21071"/>
                  </a:cubicBezTo>
                  <a:lnTo>
                    <a:pt x="14165" y="21101"/>
                  </a:lnTo>
                  <a:lnTo>
                    <a:pt x="14226" y="21132"/>
                  </a:lnTo>
                  <a:cubicBezTo>
                    <a:pt x="14244" y="21141"/>
                    <a:pt x="14270" y="21144"/>
                    <a:pt x="14298" y="21144"/>
                  </a:cubicBezTo>
                  <a:cubicBezTo>
                    <a:pt x="14365" y="21144"/>
                    <a:pt x="14448" y="21123"/>
                    <a:pt x="14469" y="21101"/>
                  </a:cubicBezTo>
                  <a:cubicBezTo>
                    <a:pt x="14478" y="21093"/>
                    <a:pt x="14492" y="21089"/>
                    <a:pt x="14508" y="21089"/>
                  </a:cubicBezTo>
                  <a:cubicBezTo>
                    <a:pt x="14545" y="21089"/>
                    <a:pt x="14591" y="21110"/>
                    <a:pt x="14591" y="21132"/>
                  </a:cubicBezTo>
                  <a:lnTo>
                    <a:pt x="15412" y="21132"/>
                  </a:lnTo>
                  <a:lnTo>
                    <a:pt x="15928" y="21010"/>
                  </a:lnTo>
                  <a:lnTo>
                    <a:pt x="16080" y="21071"/>
                  </a:lnTo>
                  <a:lnTo>
                    <a:pt x="16263" y="21162"/>
                  </a:lnTo>
                  <a:cubicBezTo>
                    <a:pt x="16290" y="21158"/>
                    <a:pt x="16324" y="21156"/>
                    <a:pt x="16363" y="21156"/>
                  </a:cubicBezTo>
                  <a:cubicBezTo>
                    <a:pt x="16516" y="21156"/>
                    <a:pt x="16740" y="21184"/>
                    <a:pt x="16907" y="21184"/>
                  </a:cubicBezTo>
                  <a:cubicBezTo>
                    <a:pt x="16981" y="21184"/>
                    <a:pt x="17044" y="21178"/>
                    <a:pt x="17083" y="21162"/>
                  </a:cubicBezTo>
                  <a:cubicBezTo>
                    <a:pt x="17296" y="21132"/>
                    <a:pt x="17509" y="21071"/>
                    <a:pt x="17722" y="21071"/>
                  </a:cubicBezTo>
                  <a:cubicBezTo>
                    <a:pt x="17772" y="21061"/>
                    <a:pt x="17826" y="21058"/>
                    <a:pt x="17881" y="21058"/>
                  </a:cubicBezTo>
                  <a:cubicBezTo>
                    <a:pt x="17992" y="21058"/>
                    <a:pt x="18107" y="21071"/>
                    <a:pt x="18208" y="21071"/>
                  </a:cubicBezTo>
                  <a:lnTo>
                    <a:pt x="18329" y="21041"/>
                  </a:lnTo>
                  <a:lnTo>
                    <a:pt x="18512" y="21010"/>
                  </a:lnTo>
                  <a:cubicBezTo>
                    <a:pt x="18603" y="21056"/>
                    <a:pt x="18694" y="21079"/>
                    <a:pt x="18782" y="21079"/>
                  </a:cubicBezTo>
                  <a:cubicBezTo>
                    <a:pt x="18869" y="21079"/>
                    <a:pt x="18953" y="21056"/>
                    <a:pt x="19029" y="21010"/>
                  </a:cubicBezTo>
                  <a:cubicBezTo>
                    <a:pt x="19089" y="20949"/>
                    <a:pt x="19363" y="20949"/>
                    <a:pt x="19454" y="20949"/>
                  </a:cubicBezTo>
                  <a:lnTo>
                    <a:pt x="19758" y="20949"/>
                  </a:lnTo>
                  <a:cubicBezTo>
                    <a:pt x="19910" y="21010"/>
                    <a:pt x="20062" y="21041"/>
                    <a:pt x="20244" y="21041"/>
                  </a:cubicBezTo>
                  <a:cubicBezTo>
                    <a:pt x="20336" y="21010"/>
                    <a:pt x="20457" y="20980"/>
                    <a:pt x="20579" y="20949"/>
                  </a:cubicBezTo>
                  <a:lnTo>
                    <a:pt x="20700" y="21010"/>
                  </a:lnTo>
                  <a:lnTo>
                    <a:pt x="20792" y="21071"/>
                  </a:lnTo>
                  <a:cubicBezTo>
                    <a:pt x="20944" y="21010"/>
                    <a:pt x="21126" y="20980"/>
                    <a:pt x="21308" y="20980"/>
                  </a:cubicBezTo>
                  <a:lnTo>
                    <a:pt x="21399" y="20980"/>
                  </a:lnTo>
                  <a:cubicBezTo>
                    <a:pt x="21472" y="20980"/>
                    <a:pt x="21487" y="21058"/>
                    <a:pt x="21583" y="21058"/>
                  </a:cubicBezTo>
                  <a:cubicBezTo>
                    <a:pt x="21607" y="21058"/>
                    <a:pt x="21637" y="21053"/>
                    <a:pt x="21673" y="21041"/>
                  </a:cubicBezTo>
                  <a:cubicBezTo>
                    <a:pt x="21713" y="21027"/>
                    <a:pt x="21747" y="21021"/>
                    <a:pt x="21775" y="21021"/>
                  </a:cubicBezTo>
                  <a:cubicBezTo>
                    <a:pt x="21876" y="21021"/>
                    <a:pt x="21903" y="21098"/>
                    <a:pt x="21855" y="21193"/>
                  </a:cubicBezTo>
                  <a:lnTo>
                    <a:pt x="21855" y="21253"/>
                  </a:lnTo>
                  <a:cubicBezTo>
                    <a:pt x="21828" y="21281"/>
                    <a:pt x="22127" y="21409"/>
                    <a:pt x="22204" y="21409"/>
                  </a:cubicBezTo>
                  <a:cubicBezTo>
                    <a:pt x="22212" y="21409"/>
                    <a:pt x="22217" y="21408"/>
                    <a:pt x="22220" y="21405"/>
                  </a:cubicBezTo>
                  <a:cubicBezTo>
                    <a:pt x="22281" y="21345"/>
                    <a:pt x="22159" y="21253"/>
                    <a:pt x="22099" y="21223"/>
                  </a:cubicBezTo>
                  <a:cubicBezTo>
                    <a:pt x="22038" y="21193"/>
                    <a:pt x="22038" y="21132"/>
                    <a:pt x="22099" y="21132"/>
                  </a:cubicBezTo>
                  <a:cubicBezTo>
                    <a:pt x="22159" y="21101"/>
                    <a:pt x="22190" y="21010"/>
                    <a:pt x="22220" y="21010"/>
                  </a:cubicBezTo>
                  <a:cubicBezTo>
                    <a:pt x="22229" y="21006"/>
                    <a:pt x="22238" y="21004"/>
                    <a:pt x="22248" y="21004"/>
                  </a:cubicBezTo>
                  <a:cubicBezTo>
                    <a:pt x="22306" y="21004"/>
                    <a:pt x="22381" y="21071"/>
                    <a:pt x="22433" y="21071"/>
                  </a:cubicBezTo>
                  <a:cubicBezTo>
                    <a:pt x="22585" y="21071"/>
                    <a:pt x="22706" y="21071"/>
                    <a:pt x="22767" y="21223"/>
                  </a:cubicBezTo>
                  <a:lnTo>
                    <a:pt x="22798" y="21284"/>
                  </a:lnTo>
                  <a:cubicBezTo>
                    <a:pt x="22889" y="21345"/>
                    <a:pt x="23071" y="21436"/>
                    <a:pt x="23223" y="21466"/>
                  </a:cubicBezTo>
                  <a:lnTo>
                    <a:pt x="23223" y="21557"/>
                  </a:lnTo>
                  <a:lnTo>
                    <a:pt x="23223" y="21618"/>
                  </a:lnTo>
                  <a:cubicBezTo>
                    <a:pt x="23223" y="21635"/>
                    <a:pt x="23228" y="21643"/>
                    <a:pt x="23237" y="21643"/>
                  </a:cubicBezTo>
                  <a:cubicBezTo>
                    <a:pt x="23260" y="21643"/>
                    <a:pt x="23309" y="21593"/>
                    <a:pt x="23375" y="21527"/>
                  </a:cubicBezTo>
                  <a:lnTo>
                    <a:pt x="23466" y="21436"/>
                  </a:lnTo>
                  <a:cubicBezTo>
                    <a:pt x="23588" y="21345"/>
                    <a:pt x="23801" y="21345"/>
                    <a:pt x="23862" y="21162"/>
                  </a:cubicBezTo>
                  <a:cubicBezTo>
                    <a:pt x="23879" y="21110"/>
                    <a:pt x="23947" y="21037"/>
                    <a:pt x="24013" y="21037"/>
                  </a:cubicBezTo>
                  <a:cubicBezTo>
                    <a:pt x="24062" y="21037"/>
                    <a:pt x="24109" y="21077"/>
                    <a:pt x="24135" y="21193"/>
                  </a:cubicBezTo>
                  <a:lnTo>
                    <a:pt x="24135" y="21223"/>
                  </a:lnTo>
                  <a:cubicBezTo>
                    <a:pt x="24196" y="21223"/>
                    <a:pt x="24409" y="21314"/>
                    <a:pt x="24409" y="21345"/>
                  </a:cubicBezTo>
                  <a:cubicBezTo>
                    <a:pt x="24409" y="21436"/>
                    <a:pt x="24378" y="21497"/>
                    <a:pt x="24317" y="21527"/>
                  </a:cubicBezTo>
                  <a:cubicBezTo>
                    <a:pt x="24226" y="21557"/>
                    <a:pt x="24105" y="21588"/>
                    <a:pt x="24013" y="21588"/>
                  </a:cubicBezTo>
                  <a:lnTo>
                    <a:pt x="23953" y="21466"/>
                  </a:lnTo>
                  <a:lnTo>
                    <a:pt x="23953" y="21436"/>
                  </a:lnTo>
                  <a:cubicBezTo>
                    <a:pt x="23941" y="21430"/>
                    <a:pt x="23928" y="21428"/>
                    <a:pt x="23915" y="21428"/>
                  </a:cubicBezTo>
                  <a:cubicBezTo>
                    <a:pt x="23859" y="21428"/>
                    <a:pt x="23795" y="21472"/>
                    <a:pt x="23770" y="21497"/>
                  </a:cubicBezTo>
                  <a:cubicBezTo>
                    <a:pt x="23740" y="21527"/>
                    <a:pt x="23862" y="21588"/>
                    <a:pt x="23892" y="21618"/>
                  </a:cubicBezTo>
                  <a:cubicBezTo>
                    <a:pt x="23953" y="21649"/>
                    <a:pt x="24013" y="21679"/>
                    <a:pt x="24074" y="21709"/>
                  </a:cubicBezTo>
                  <a:cubicBezTo>
                    <a:pt x="24101" y="21709"/>
                    <a:pt x="24176" y="21805"/>
                    <a:pt x="24235" y="21805"/>
                  </a:cubicBezTo>
                  <a:cubicBezTo>
                    <a:pt x="24243" y="21805"/>
                    <a:pt x="24250" y="21804"/>
                    <a:pt x="24257" y="21801"/>
                  </a:cubicBezTo>
                  <a:cubicBezTo>
                    <a:pt x="24348" y="21740"/>
                    <a:pt x="24439" y="21649"/>
                    <a:pt x="24500" y="21557"/>
                  </a:cubicBezTo>
                  <a:lnTo>
                    <a:pt x="24682" y="21557"/>
                  </a:lnTo>
                  <a:cubicBezTo>
                    <a:pt x="24956" y="21557"/>
                    <a:pt x="25229" y="21497"/>
                    <a:pt x="25503" y="21405"/>
                  </a:cubicBezTo>
                  <a:cubicBezTo>
                    <a:pt x="25503" y="21405"/>
                    <a:pt x="25564" y="21436"/>
                    <a:pt x="25564" y="21466"/>
                  </a:cubicBezTo>
                  <a:lnTo>
                    <a:pt x="25564" y="21497"/>
                  </a:lnTo>
                  <a:cubicBezTo>
                    <a:pt x="25503" y="21527"/>
                    <a:pt x="25442" y="21557"/>
                    <a:pt x="25351" y="21588"/>
                  </a:cubicBezTo>
                  <a:cubicBezTo>
                    <a:pt x="25290" y="21588"/>
                    <a:pt x="25017" y="21679"/>
                    <a:pt x="25017" y="21740"/>
                  </a:cubicBezTo>
                  <a:cubicBezTo>
                    <a:pt x="25017" y="21831"/>
                    <a:pt x="24834" y="21892"/>
                    <a:pt x="24773" y="21892"/>
                  </a:cubicBezTo>
                  <a:cubicBezTo>
                    <a:pt x="24713" y="21892"/>
                    <a:pt x="24682" y="21922"/>
                    <a:pt x="24652" y="21953"/>
                  </a:cubicBezTo>
                  <a:lnTo>
                    <a:pt x="25017" y="21953"/>
                  </a:lnTo>
                  <a:cubicBezTo>
                    <a:pt x="25169" y="21892"/>
                    <a:pt x="25290" y="21831"/>
                    <a:pt x="25412" y="21709"/>
                  </a:cubicBezTo>
                  <a:cubicBezTo>
                    <a:pt x="25426" y="21695"/>
                    <a:pt x="25443" y="21689"/>
                    <a:pt x="25462" y="21689"/>
                  </a:cubicBezTo>
                  <a:cubicBezTo>
                    <a:pt x="25522" y="21689"/>
                    <a:pt x="25594" y="21754"/>
                    <a:pt x="25594" y="21801"/>
                  </a:cubicBezTo>
                  <a:cubicBezTo>
                    <a:pt x="25594" y="21831"/>
                    <a:pt x="25533" y="21892"/>
                    <a:pt x="25412" y="21892"/>
                  </a:cubicBezTo>
                  <a:lnTo>
                    <a:pt x="25472" y="22013"/>
                  </a:lnTo>
                  <a:cubicBezTo>
                    <a:pt x="25533" y="21998"/>
                    <a:pt x="25586" y="21991"/>
                    <a:pt x="25640" y="21991"/>
                  </a:cubicBezTo>
                  <a:cubicBezTo>
                    <a:pt x="25693" y="21991"/>
                    <a:pt x="25746" y="21998"/>
                    <a:pt x="25807" y="22013"/>
                  </a:cubicBezTo>
                  <a:cubicBezTo>
                    <a:pt x="25811" y="22017"/>
                    <a:pt x="25815" y="22019"/>
                    <a:pt x="25820" y="22019"/>
                  </a:cubicBezTo>
                  <a:cubicBezTo>
                    <a:pt x="25852" y="22019"/>
                    <a:pt x="25898" y="21937"/>
                    <a:pt x="25898" y="21831"/>
                  </a:cubicBezTo>
                  <a:lnTo>
                    <a:pt x="26020" y="21831"/>
                  </a:lnTo>
                  <a:cubicBezTo>
                    <a:pt x="26060" y="21839"/>
                    <a:pt x="26099" y="21843"/>
                    <a:pt x="26133" y="21843"/>
                  </a:cubicBezTo>
                  <a:cubicBezTo>
                    <a:pt x="26228" y="21843"/>
                    <a:pt x="26293" y="21815"/>
                    <a:pt x="26293" y="21770"/>
                  </a:cubicBezTo>
                  <a:lnTo>
                    <a:pt x="26293" y="21709"/>
                  </a:lnTo>
                  <a:lnTo>
                    <a:pt x="26293" y="21649"/>
                  </a:lnTo>
                  <a:cubicBezTo>
                    <a:pt x="26263" y="21618"/>
                    <a:pt x="26202" y="21436"/>
                    <a:pt x="26263" y="21436"/>
                  </a:cubicBezTo>
                  <a:cubicBezTo>
                    <a:pt x="26266" y="21433"/>
                    <a:pt x="26270" y="21432"/>
                    <a:pt x="26277" y="21432"/>
                  </a:cubicBezTo>
                  <a:cubicBezTo>
                    <a:pt x="26330" y="21432"/>
                    <a:pt x="26492" y="21511"/>
                    <a:pt x="26580" y="21511"/>
                  </a:cubicBezTo>
                  <a:cubicBezTo>
                    <a:pt x="26601" y="21511"/>
                    <a:pt x="26617" y="21507"/>
                    <a:pt x="26628" y="21497"/>
                  </a:cubicBezTo>
                  <a:cubicBezTo>
                    <a:pt x="26645" y="21491"/>
                    <a:pt x="26659" y="21488"/>
                    <a:pt x="26670" y="21488"/>
                  </a:cubicBezTo>
                  <a:cubicBezTo>
                    <a:pt x="26718" y="21488"/>
                    <a:pt x="26713" y="21533"/>
                    <a:pt x="26688" y="21557"/>
                  </a:cubicBezTo>
                  <a:cubicBezTo>
                    <a:pt x="26658" y="21588"/>
                    <a:pt x="26445" y="21709"/>
                    <a:pt x="26506" y="21770"/>
                  </a:cubicBezTo>
                  <a:cubicBezTo>
                    <a:pt x="26536" y="21801"/>
                    <a:pt x="26658" y="21922"/>
                    <a:pt x="26688" y="21953"/>
                  </a:cubicBezTo>
                  <a:cubicBezTo>
                    <a:pt x="26688" y="21974"/>
                    <a:pt x="26719" y="21996"/>
                    <a:pt x="26747" y="21996"/>
                  </a:cubicBezTo>
                  <a:cubicBezTo>
                    <a:pt x="26759" y="21996"/>
                    <a:pt x="26771" y="21992"/>
                    <a:pt x="26779" y="21983"/>
                  </a:cubicBezTo>
                  <a:cubicBezTo>
                    <a:pt x="26810" y="21953"/>
                    <a:pt x="26810" y="21679"/>
                    <a:pt x="26871" y="21588"/>
                  </a:cubicBezTo>
                  <a:cubicBezTo>
                    <a:pt x="26901" y="21497"/>
                    <a:pt x="26931" y="21405"/>
                    <a:pt x="26931" y="21314"/>
                  </a:cubicBezTo>
                  <a:lnTo>
                    <a:pt x="26931" y="21223"/>
                  </a:lnTo>
                  <a:cubicBezTo>
                    <a:pt x="26959" y="21169"/>
                    <a:pt x="27082" y="21066"/>
                    <a:pt x="27130" y="21066"/>
                  </a:cubicBezTo>
                  <a:cubicBezTo>
                    <a:pt x="27136" y="21066"/>
                    <a:pt x="27141" y="21068"/>
                    <a:pt x="27144" y="21071"/>
                  </a:cubicBezTo>
                  <a:lnTo>
                    <a:pt x="27296" y="21345"/>
                  </a:lnTo>
                  <a:lnTo>
                    <a:pt x="27418" y="21405"/>
                  </a:lnTo>
                  <a:lnTo>
                    <a:pt x="27448" y="21436"/>
                  </a:lnTo>
                  <a:cubicBezTo>
                    <a:pt x="27479" y="21527"/>
                    <a:pt x="27661" y="21618"/>
                    <a:pt x="27631" y="21649"/>
                  </a:cubicBezTo>
                  <a:cubicBezTo>
                    <a:pt x="27600" y="21709"/>
                    <a:pt x="27448" y="21892"/>
                    <a:pt x="27418" y="21953"/>
                  </a:cubicBezTo>
                  <a:cubicBezTo>
                    <a:pt x="27404" y="21966"/>
                    <a:pt x="27409" y="21972"/>
                    <a:pt x="27425" y="21972"/>
                  </a:cubicBezTo>
                  <a:cubicBezTo>
                    <a:pt x="27482" y="21972"/>
                    <a:pt x="27675" y="21902"/>
                    <a:pt x="27722" y="21831"/>
                  </a:cubicBezTo>
                  <a:cubicBezTo>
                    <a:pt x="27751" y="21791"/>
                    <a:pt x="27781" y="21755"/>
                    <a:pt x="27813" y="21722"/>
                  </a:cubicBezTo>
                  <a:lnTo>
                    <a:pt x="27813" y="21722"/>
                  </a:lnTo>
                  <a:lnTo>
                    <a:pt x="27813" y="21831"/>
                  </a:lnTo>
                  <a:cubicBezTo>
                    <a:pt x="27813" y="21861"/>
                    <a:pt x="27843" y="21861"/>
                    <a:pt x="27874" y="21861"/>
                  </a:cubicBezTo>
                  <a:lnTo>
                    <a:pt x="28573" y="21861"/>
                  </a:lnTo>
                  <a:cubicBezTo>
                    <a:pt x="28634" y="21861"/>
                    <a:pt x="28755" y="21709"/>
                    <a:pt x="28755" y="21649"/>
                  </a:cubicBezTo>
                  <a:cubicBezTo>
                    <a:pt x="28783" y="21594"/>
                    <a:pt x="28884" y="21366"/>
                    <a:pt x="28948" y="21366"/>
                  </a:cubicBezTo>
                  <a:cubicBezTo>
                    <a:pt x="28955" y="21366"/>
                    <a:pt x="28962" y="21369"/>
                    <a:pt x="28968" y="21375"/>
                  </a:cubicBezTo>
                  <a:cubicBezTo>
                    <a:pt x="28985" y="21386"/>
                    <a:pt x="29001" y="21391"/>
                    <a:pt x="29016" y="21391"/>
                  </a:cubicBezTo>
                  <a:cubicBezTo>
                    <a:pt x="29081" y="21391"/>
                    <a:pt x="29126" y="21297"/>
                    <a:pt x="29150" y="21223"/>
                  </a:cubicBezTo>
                  <a:cubicBezTo>
                    <a:pt x="29150" y="21155"/>
                    <a:pt x="29167" y="21120"/>
                    <a:pt x="29189" y="21120"/>
                  </a:cubicBezTo>
                  <a:cubicBezTo>
                    <a:pt x="29196" y="21120"/>
                    <a:pt x="29204" y="21124"/>
                    <a:pt x="29211" y="21132"/>
                  </a:cubicBezTo>
                  <a:cubicBezTo>
                    <a:pt x="29233" y="21199"/>
                    <a:pt x="29191" y="21363"/>
                    <a:pt x="29297" y="21363"/>
                  </a:cubicBezTo>
                  <a:cubicBezTo>
                    <a:pt x="29336" y="21363"/>
                    <a:pt x="29395" y="21341"/>
                    <a:pt x="29485" y="21284"/>
                  </a:cubicBezTo>
                  <a:cubicBezTo>
                    <a:pt x="29485" y="21284"/>
                    <a:pt x="29606" y="21345"/>
                    <a:pt x="29606" y="21405"/>
                  </a:cubicBezTo>
                  <a:lnTo>
                    <a:pt x="29637" y="21709"/>
                  </a:lnTo>
                  <a:cubicBezTo>
                    <a:pt x="29758" y="21801"/>
                    <a:pt x="29849" y="21861"/>
                    <a:pt x="29971" y="21922"/>
                  </a:cubicBezTo>
                  <a:lnTo>
                    <a:pt x="30062" y="21922"/>
                  </a:lnTo>
                  <a:cubicBezTo>
                    <a:pt x="30123" y="21892"/>
                    <a:pt x="30123" y="21861"/>
                    <a:pt x="30093" y="21801"/>
                  </a:cubicBezTo>
                  <a:cubicBezTo>
                    <a:pt x="30062" y="21801"/>
                    <a:pt x="29789" y="21740"/>
                    <a:pt x="29849" y="21649"/>
                  </a:cubicBezTo>
                  <a:cubicBezTo>
                    <a:pt x="29854" y="21634"/>
                    <a:pt x="29861" y="21628"/>
                    <a:pt x="29871" y="21628"/>
                  </a:cubicBezTo>
                  <a:cubicBezTo>
                    <a:pt x="29916" y="21628"/>
                    <a:pt x="30011" y="21773"/>
                    <a:pt x="30127" y="21773"/>
                  </a:cubicBezTo>
                  <a:cubicBezTo>
                    <a:pt x="30135" y="21773"/>
                    <a:pt x="30144" y="21772"/>
                    <a:pt x="30153" y="21770"/>
                  </a:cubicBezTo>
                  <a:cubicBezTo>
                    <a:pt x="30275" y="21770"/>
                    <a:pt x="30670" y="21770"/>
                    <a:pt x="30761" y="21679"/>
                  </a:cubicBezTo>
                  <a:cubicBezTo>
                    <a:pt x="30853" y="21588"/>
                    <a:pt x="30944" y="21527"/>
                    <a:pt x="30944" y="21527"/>
                  </a:cubicBezTo>
                  <a:lnTo>
                    <a:pt x="30944" y="21527"/>
                  </a:lnTo>
                  <a:cubicBezTo>
                    <a:pt x="31035" y="21588"/>
                    <a:pt x="30883" y="21770"/>
                    <a:pt x="31065" y="21770"/>
                  </a:cubicBezTo>
                  <a:cubicBezTo>
                    <a:pt x="31126" y="21740"/>
                    <a:pt x="31217" y="21649"/>
                    <a:pt x="31248" y="21557"/>
                  </a:cubicBezTo>
                  <a:lnTo>
                    <a:pt x="31308" y="21497"/>
                  </a:lnTo>
                  <a:cubicBezTo>
                    <a:pt x="31308" y="21436"/>
                    <a:pt x="31552" y="21436"/>
                    <a:pt x="31643" y="21436"/>
                  </a:cubicBezTo>
                  <a:cubicBezTo>
                    <a:pt x="31734" y="21466"/>
                    <a:pt x="31704" y="21679"/>
                    <a:pt x="31612" y="21679"/>
                  </a:cubicBezTo>
                  <a:lnTo>
                    <a:pt x="31248" y="21679"/>
                  </a:lnTo>
                  <a:lnTo>
                    <a:pt x="31278" y="21770"/>
                  </a:lnTo>
                  <a:lnTo>
                    <a:pt x="31278" y="21801"/>
                  </a:lnTo>
                  <a:cubicBezTo>
                    <a:pt x="31369" y="21831"/>
                    <a:pt x="31460" y="21831"/>
                    <a:pt x="31552" y="21831"/>
                  </a:cubicBezTo>
                  <a:cubicBezTo>
                    <a:pt x="31576" y="21831"/>
                    <a:pt x="31736" y="21753"/>
                    <a:pt x="31831" y="21753"/>
                  </a:cubicBezTo>
                  <a:cubicBezTo>
                    <a:pt x="31854" y="21753"/>
                    <a:pt x="31874" y="21758"/>
                    <a:pt x="31886" y="21770"/>
                  </a:cubicBezTo>
                  <a:cubicBezTo>
                    <a:pt x="31947" y="21831"/>
                    <a:pt x="32008" y="21892"/>
                    <a:pt x="32068" y="21922"/>
                  </a:cubicBezTo>
                  <a:cubicBezTo>
                    <a:pt x="32099" y="21922"/>
                    <a:pt x="32129" y="21892"/>
                    <a:pt x="32160" y="21861"/>
                  </a:cubicBezTo>
                  <a:lnTo>
                    <a:pt x="32160" y="21831"/>
                  </a:lnTo>
                  <a:cubicBezTo>
                    <a:pt x="32129" y="21801"/>
                    <a:pt x="32312" y="21679"/>
                    <a:pt x="32403" y="21649"/>
                  </a:cubicBezTo>
                  <a:cubicBezTo>
                    <a:pt x="32423" y="21635"/>
                    <a:pt x="32444" y="21629"/>
                    <a:pt x="32464" y="21629"/>
                  </a:cubicBezTo>
                  <a:cubicBezTo>
                    <a:pt x="32533" y="21629"/>
                    <a:pt x="32599" y="21700"/>
                    <a:pt x="32646" y="21770"/>
                  </a:cubicBezTo>
                  <a:lnTo>
                    <a:pt x="32737" y="21801"/>
                  </a:lnTo>
                  <a:lnTo>
                    <a:pt x="32828" y="21831"/>
                  </a:lnTo>
                  <a:cubicBezTo>
                    <a:pt x="32957" y="21809"/>
                    <a:pt x="33071" y="21788"/>
                    <a:pt x="33191" y="21788"/>
                  </a:cubicBezTo>
                  <a:cubicBezTo>
                    <a:pt x="33241" y="21788"/>
                    <a:pt x="33292" y="21792"/>
                    <a:pt x="33345" y="21801"/>
                  </a:cubicBezTo>
                  <a:lnTo>
                    <a:pt x="33558" y="21861"/>
                  </a:lnTo>
                  <a:lnTo>
                    <a:pt x="34074" y="21861"/>
                  </a:lnTo>
                  <a:cubicBezTo>
                    <a:pt x="34257" y="21892"/>
                    <a:pt x="34409" y="21922"/>
                    <a:pt x="34561" y="21922"/>
                  </a:cubicBezTo>
                  <a:lnTo>
                    <a:pt x="34561" y="21649"/>
                  </a:lnTo>
                  <a:cubicBezTo>
                    <a:pt x="34576" y="21625"/>
                    <a:pt x="34600" y="21616"/>
                    <a:pt x="34627" y="21616"/>
                  </a:cubicBezTo>
                  <a:cubicBezTo>
                    <a:pt x="34705" y="21616"/>
                    <a:pt x="34812" y="21695"/>
                    <a:pt x="34834" y="21740"/>
                  </a:cubicBezTo>
                  <a:cubicBezTo>
                    <a:pt x="34846" y="21763"/>
                    <a:pt x="34893" y="21773"/>
                    <a:pt x="34954" y="21773"/>
                  </a:cubicBezTo>
                  <a:cubicBezTo>
                    <a:pt x="35052" y="21773"/>
                    <a:pt x="35185" y="21747"/>
                    <a:pt x="35260" y="21709"/>
                  </a:cubicBezTo>
                  <a:cubicBezTo>
                    <a:pt x="35292" y="21688"/>
                    <a:pt x="35328" y="21678"/>
                    <a:pt x="35364" y="21678"/>
                  </a:cubicBezTo>
                  <a:cubicBezTo>
                    <a:pt x="35430" y="21678"/>
                    <a:pt x="35494" y="21711"/>
                    <a:pt x="35533" y="21770"/>
                  </a:cubicBezTo>
                  <a:lnTo>
                    <a:pt x="35594" y="21801"/>
                  </a:lnTo>
                  <a:lnTo>
                    <a:pt x="35655" y="21861"/>
                  </a:lnTo>
                  <a:cubicBezTo>
                    <a:pt x="35659" y="21863"/>
                    <a:pt x="35663" y="21864"/>
                    <a:pt x="35667" y="21864"/>
                  </a:cubicBezTo>
                  <a:cubicBezTo>
                    <a:pt x="35724" y="21864"/>
                    <a:pt x="35777" y="21673"/>
                    <a:pt x="35777" y="21588"/>
                  </a:cubicBezTo>
                  <a:cubicBezTo>
                    <a:pt x="35789" y="21552"/>
                    <a:pt x="35805" y="21540"/>
                    <a:pt x="35823" y="21540"/>
                  </a:cubicBezTo>
                  <a:cubicBezTo>
                    <a:pt x="35850" y="21540"/>
                    <a:pt x="35880" y="21569"/>
                    <a:pt x="35898" y="21588"/>
                  </a:cubicBezTo>
                  <a:cubicBezTo>
                    <a:pt x="35898" y="21618"/>
                    <a:pt x="36050" y="21740"/>
                    <a:pt x="35989" y="21770"/>
                  </a:cubicBezTo>
                  <a:cubicBezTo>
                    <a:pt x="35929" y="21801"/>
                    <a:pt x="36020" y="21831"/>
                    <a:pt x="36263" y="21861"/>
                  </a:cubicBezTo>
                  <a:lnTo>
                    <a:pt x="36415" y="21892"/>
                  </a:lnTo>
                  <a:lnTo>
                    <a:pt x="36445" y="21892"/>
                  </a:lnTo>
                  <a:lnTo>
                    <a:pt x="36749" y="21861"/>
                  </a:lnTo>
                  <a:lnTo>
                    <a:pt x="36871" y="21831"/>
                  </a:lnTo>
                  <a:cubicBezTo>
                    <a:pt x="36977" y="21831"/>
                    <a:pt x="37084" y="21846"/>
                    <a:pt x="37186" y="21846"/>
                  </a:cubicBezTo>
                  <a:cubicBezTo>
                    <a:pt x="37289" y="21846"/>
                    <a:pt x="37388" y="21831"/>
                    <a:pt x="37479" y="21770"/>
                  </a:cubicBezTo>
                  <a:cubicBezTo>
                    <a:pt x="37496" y="21753"/>
                    <a:pt x="37515" y="21746"/>
                    <a:pt x="37534" y="21746"/>
                  </a:cubicBezTo>
                  <a:cubicBezTo>
                    <a:pt x="37583" y="21746"/>
                    <a:pt x="37631" y="21796"/>
                    <a:pt x="37631" y="21861"/>
                  </a:cubicBezTo>
                  <a:cubicBezTo>
                    <a:pt x="37631" y="21900"/>
                    <a:pt x="37642" y="21912"/>
                    <a:pt x="37659" y="21912"/>
                  </a:cubicBezTo>
                  <a:cubicBezTo>
                    <a:pt x="37683" y="21912"/>
                    <a:pt x="37718" y="21892"/>
                    <a:pt x="37752" y="21892"/>
                  </a:cubicBezTo>
                  <a:lnTo>
                    <a:pt x="37844" y="21861"/>
                  </a:lnTo>
                  <a:cubicBezTo>
                    <a:pt x="37935" y="21861"/>
                    <a:pt x="38026" y="21801"/>
                    <a:pt x="38056" y="21709"/>
                  </a:cubicBezTo>
                  <a:cubicBezTo>
                    <a:pt x="38056" y="21679"/>
                    <a:pt x="38102" y="21664"/>
                    <a:pt x="38174" y="21664"/>
                  </a:cubicBezTo>
                  <a:cubicBezTo>
                    <a:pt x="38246" y="21664"/>
                    <a:pt x="38345" y="21679"/>
                    <a:pt x="38451" y="21709"/>
                  </a:cubicBezTo>
                  <a:lnTo>
                    <a:pt x="38451" y="21892"/>
                  </a:lnTo>
                  <a:cubicBezTo>
                    <a:pt x="38482" y="21907"/>
                    <a:pt x="38512" y="21915"/>
                    <a:pt x="38539" y="21915"/>
                  </a:cubicBezTo>
                  <a:cubicBezTo>
                    <a:pt x="38565" y="21915"/>
                    <a:pt x="38588" y="21907"/>
                    <a:pt x="38603" y="21892"/>
                  </a:cubicBezTo>
                  <a:lnTo>
                    <a:pt x="38695" y="21861"/>
                  </a:lnTo>
                  <a:cubicBezTo>
                    <a:pt x="38718" y="21838"/>
                    <a:pt x="38750" y="21828"/>
                    <a:pt x="38786" y="21828"/>
                  </a:cubicBezTo>
                  <a:cubicBezTo>
                    <a:pt x="38844" y="21828"/>
                    <a:pt x="38912" y="21854"/>
                    <a:pt x="38968" y="21892"/>
                  </a:cubicBezTo>
                  <a:cubicBezTo>
                    <a:pt x="38972" y="21896"/>
                    <a:pt x="38978" y="21898"/>
                    <a:pt x="38986" y="21898"/>
                  </a:cubicBezTo>
                  <a:cubicBezTo>
                    <a:pt x="39031" y="21898"/>
                    <a:pt x="39124" y="21827"/>
                    <a:pt x="39151" y="21801"/>
                  </a:cubicBezTo>
                  <a:cubicBezTo>
                    <a:pt x="39163" y="21788"/>
                    <a:pt x="39197" y="21781"/>
                    <a:pt x="39242" y="21781"/>
                  </a:cubicBezTo>
                  <a:cubicBezTo>
                    <a:pt x="39307" y="21781"/>
                    <a:pt x="39396" y="21795"/>
                    <a:pt x="39485" y="21831"/>
                  </a:cubicBezTo>
                  <a:lnTo>
                    <a:pt x="39576" y="21892"/>
                  </a:lnTo>
                  <a:lnTo>
                    <a:pt x="39758" y="22013"/>
                  </a:lnTo>
                  <a:cubicBezTo>
                    <a:pt x="39827" y="21945"/>
                    <a:pt x="39929" y="21911"/>
                    <a:pt x="40041" y="21911"/>
                  </a:cubicBezTo>
                  <a:cubicBezTo>
                    <a:pt x="40078" y="21911"/>
                    <a:pt x="40116" y="21915"/>
                    <a:pt x="40154" y="21922"/>
                  </a:cubicBezTo>
                  <a:lnTo>
                    <a:pt x="40245" y="21922"/>
                  </a:lnTo>
                  <a:cubicBezTo>
                    <a:pt x="40353" y="21895"/>
                    <a:pt x="40485" y="21796"/>
                    <a:pt x="40535" y="21796"/>
                  </a:cubicBezTo>
                  <a:cubicBezTo>
                    <a:pt x="40541" y="21796"/>
                    <a:pt x="40545" y="21797"/>
                    <a:pt x="40549" y="21801"/>
                  </a:cubicBezTo>
                  <a:lnTo>
                    <a:pt x="40762" y="21892"/>
                  </a:lnTo>
                  <a:cubicBezTo>
                    <a:pt x="40808" y="21799"/>
                    <a:pt x="40854" y="21759"/>
                    <a:pt x="40874" y="21759"/>
                  </a:cubicBezTo>
                  <a:cubicBezTo>
                    <a:pt x="40880" y="21759"/>
                    <a:pt x="40883" y="21763"/>
                    <a:pt x="40883" y="21770"/>
                  </a:cubicBezTo>
                  <a:cubicBezTo>
                    <a:pt x="41035" y="21801"/>
                    <a:pt x="41187" y="21861"/>
                    <a:pt x="41309" y="21861"/>
                  </a:cubicBezTo>
                  <a:lnTo>
                    <a:pt x="41977" y="21861"/>
                  </a:lnTo>
                  <a:cubicBezTo>
                    <a:pt x="42069" y="21861"/>
                    <a:pt x="42129" y="21892"/>
                    <a:pt x="42221" y="21892"/>
                  </a:cubicBezTo>
                  <a:cubicBezTo>
                    <a:pt x="42403" y="21953"/>
                    <a:pt x="42585" y="21983"/>
                    <a:pt x="42768" y="21983"/>
                  </a:cubicBezTo>
                  <a:cubicBezTo>
                    <a:pt x="42859" y="21983"/>
                    <a:pt x="42950" y="21953"/>
                    <a:pt x="43041" y="21892"/>
                  </a:cubicBezTo>
                  <a:lnTo>
                    <a:pt x="43072" y="21861"/>
                  </a:lnTo>
                  <a:lnTo>
                    <a:pt x="43102" y="21801"/>
                  </a:lnTo>
                  <a:cubicBezTo>
                    <a:pt x="43123" y="21780"/>
                    <a:pt x="43144" y="21771"/>
                    <a:pt x="43165" y="21771"/>
                  </a:cubicBezTo>
                  <a:cubicBezTo>
                    <a:pt x="43234" y="21771"/>
                    <a:pt x="43298" y="21861"/>
                    <a:pt x="43345" y="21861"/>
                  </a:cubicBezTo>
                  <a:lnTo>
                    <a:pt x="43862" y="21861"/>
                  </a:lnTo>
                  <a:lnTo>
                    <a:pt x="44014" y="21892"/>
                  </a:lnTo>
                  <a:cubicBezTo>
                    <a:pt x="44121" y="21927"/>
                    <a:pt x="44228" y="21942"/>
                    <a:pt x="44334" y="21942"/>
                  </a:cubicBezTo>
                  <a:cubicBezTo>
                    <a:pt x="44410" y="21942"/>
                    <a:pt x="44485" y="21935"/>
                    <a:pt x="44561" y="21922"/>
                  </a:cubicBezTo>
                  <a:lnTo>
                    <a:pt x="44591" y="21922"/>
                  </a:lnTo>
                  <a:cubicBezTo>
                    <a:pt x="44612" y="21922"/>
                    <a:pt x="44726" y="21936"/>
                    <a:pt x="44819" y="21936"/>
                  </a:cubicBezTo>
                  <a:cubicBezTo>
                    <a:pt x="44865" y="21936"/>
                    <a:pt x="44905" y="21932"/>
                    <a:pt x="44926" y="21922"/>
                  </a:cubicBezTo>
                  <a:cubicBezTo>
                    <a:pt x="44939" y="21916"/>
                    <a:pt x="44960" y="21913"/>
                    <a:pt x="44985" y="21913"/>
                  </a:cubicBezTo>
                  <a:cubicBezTo>
                    <a:pt x="45055" y="21913"/>
                    <a:pt x="45161" y="21931"/>
                    <a:pt x="45231" y="21931"/>
                  </a:cubicBezTo>
                  <a:cubicBezTo>
                    <a:pt x="45257" y="21931"/>
                    <a:pt x="45278" y="21929"/>
                    <a:pt x="45290" y="21922"/>
                  </a:cubicBezTo>
                  <a:cubicBezTo>
                    <a:pt x="45309" y="21916"/>
                    <a:pt x="45338" y="21914"/>
                    <a:pt x="45374" y="21914"/>
                  </a:cubicBezTo>
                  <a:cubicBezTo>
                    <a:pt x="45518" y="21914"/>
                    <a:pt x="45771" y="21953"/>
                    <a:pt x="45868" y="21953"/>
                  </a:cubicBezTo>
                  <a:cubicBezTo>
                    <a:pt x="45990" y="21953"/>
                    <a:pt x="46111" y="21922"/>
                    <a:pt x="46233" y="21892"/>
                  </a:cubicBezTo>
                  <a:lnTo>
                    <a:pt x="46415" y="21892"/>
                  </a:lnTo>
                  <a:cubicBezTo>
                    <a:pt x="46446" y="21899"/>
                    <a:pt x="46474" y="21903"/>
                    <a:pt x="46500" y="21903"/>
                  </a:cubicBezTo>
                  <a:cubicBezTo>
                    <a:pt x="46577" y="21903"/>
                    <a:pt x="46628" y="21869"/>
                    <a:pt x="46628" y="21801"/>
                  </a:cubicBezTo>
                  <a:lnTo>
                    <a:pt x="46628" y="21709"/>
                  </a:lnTo>
                  <a:cubicBezTo>
                    <a:pt x="46597" y="21649"/>
                    <a:pt x="46689" y="21618"/>
                    <a:pt x="46749" y="21618"/>
                  </a:cubicBezTo>
                  <a:cubicBezTo>
                    <a:pt x="46780" y="21618"/>
                    <a:pt x="46810" y="21740"/>
                    <a:pt x="46810" y="21801"/>
                  </a:cubicBezTo>
                  <a:cubicBezTo>
                    <a:pt x="46810" y="21831"/>
                    <a:pt x="46871" y="21922"/>
                    <a:pt x="46993" y="21953"/>
                  </a:cubicBezTo>
                  <a:lnTo>
                    <a:pt x="47114" y="21953"/>
                  </a:lnTo>
                  <a:cubicBezTo>
                    <a:pt x="47145" y="21922"/>
                    <a:pt x="47175" y="21892"/>
                    <a:pt x="47175" y="21892"/>
                  </a:cubicBezTo>
                  <a:cubicBezTo>
                    <a:pt x="47205" y="21892"/>
                    <a:pt x="47661" y="21770"/>
                    <a:pt x="47661" y="21770"/>
                  </a:cubicBezTo>
                  <a:lnTo>
                    <a:pt x="47874" y="21892"/>
                  </a:lnTo>
                  <a:cubicBezTo>
                    <a:pt x="48148" y="21861"/>
                    <a:pt x="48452" y="21831"/>
                    <a:pt x="48756" y="21831"/>
                  </a:cubicBezTo>
                  <a:cubicBezTo>
                    <a:pt x="48877" y="21861"/>
                    <a:pt x="48999" y="21861"/>
                    <a:pt x="49120" y="21861"/>
                  </a:cubicBezTo>
                  <a:cubicBezTo>
                    <a:pt x="49151" y="21861"/>
                    <a:pt x="49394" y="21801"/>
                    <a:pt x="49455" y="21801"/>
                  </a:cubicBezTo>
                  <a:cubicBezTo>
                    <a:pt x="49495" y="21801"/>
                    <a:pt x="49590" y="21787"/>
                    <a:pt x="49657" y="21787"/>
                  </a:cubicBezTo>
                  <a:cubicBezTo>
                    <a:pt x="49691" y="21787"/>
                    <a:pt x="49718" y="21790"/>
                    <a:pt x="49728" y="21801"/>
                  </a:cubicBezTo>
                  <a:cubicBezTo>
                    <a:pt x="49850" y="21831"/>
                    <a:pt x="49971" y="21861"/>
                    <a:pt x="50093" y="21892"/>
                  </a:cubicBezTo>
                  <a:lnTo>
                    <a:pt x="50154" y="21831"/>
                  </a:lnTo>
                  <a:lnTo>
                    <a:pt x="50367" y="21649"/>
                  </a:lnTo>
                  <a:cubicBezTo>
                    <a:pt x="50701" y="21770"/>
                    <a:pt x="51066" y="21831"/>
                    <a:pt x="51400" y="21892"/>
                  </a:cubicBezTo>
                  <a:cubicBezTo>
                    <a:pt x="51552" y="21861"/>
                    <a:pt x="51643" y="21709"/>
                    <a:pt x="51704" y="21679"/>
                  </a:cubicBezTo>
                  <a:cubicBezTo>
                    <a:pt x="51707" y="21672"/>
                    <a:pt x="51714" y="21669"/>
                    <a:pt x="51723" y="21669"/>
                  </a:cubicBezTo>
                  <a:cubicBezTo>
                    <a:pt x="51793" y="21669"/>
                    <a:pt x="52021" y="21861"/>
                    <a:pt x="52130" y="21861"/>
                  </a:cubicBezTo>
                  <a:lnTo>
                    <a:pt x="52829" y="21801"/>
                  </a:lnTo>
                  <a:cubicBezTo>
                    <a:pt x="52874" y="21785"/>
                    <a:pt x="52920" y="21778"/>
                    <a:pt x="52965" y="21778"/>
                  </a:cubicBezTo>
                  <a:cubicBezTo>
                    <a:pt x="53011" y="21778"/>
                    <a:pt x="53057" y="21785"/>
                    <a:pt x="53102" y="21801"/>
                  </a:cubicBezTo>
                  <a:cubicBezTo>
                    <a:pt x="53102" y="21801"/>
                    <a:pt x="53152" y="21926"/>
                    <a:pt x="53207" y="21926"/>
                  </a:cubicBezTo>
                  <a:cubicBezTo>
                    <a:pt x="53213" y="21926"/>
                    <a:pt x="53218" y="21925"/>
                    <a:pt x="53224" y="21922"/>
                  </a:cubicBezTo>
                  <a:cubicBezTo>
                    <a:pt x="53315" y="21892"/>
                    <a:pt x="53406" y="21831"/>
                    <a:pt x="53528" y="21831"/>
                  </a:cubicBezTo>
                  <a:cubicBezTo>
                    <a:pt x="53649" y="21831"/>
                    <a:pt x="53740" y="21861"/>
                    <a:pt x="53832" y="21892"/>
                  </a:cubicBezTo>
                  <a:lnTo>
                    <a:pt x="53984" y="21801"/>
                  </a:lnTo>
                  <a:cubicBezTo>
                    <a:pt x="53992" y="21796"/>
                    <a:pt x="54003" y="21794"/>
                    <a:pt x="54017" y="21794"/>
                  </a:cubicBezTo>
                  <a:cubicBezTo>
                    <a:pt x="54096" y="21794"/>
                    <a:pt x="54249" y="21861"/>
                    <a:pt x="54379" y="21861"/>
                  </a:cubicBezTo>
                  <a:lnTo>
                    <a:pt x="54440" y="21861"/>
                  </a:lnTo>
                  <a:cubicBezTo>
                    <a:pt x="54526" y="21840"/>
                    <a:pt x="54612" y="21818"/>
                    <a:pt x="54698" y="21818"/>
                  </a:cubicBezTo>
                  <a:cubicBezTo>
                    <a:pt x="54733" y="21818"/>
                    <a:pt x="54769" y="21822"/>
                    <a:pt x="54804" y="21831"/>
                  </a:cubicBezTo>
                  <a:lnTo>
                    <a:pt x="54956" y="21831"/>
                  </a:lnTo>
                  <a:cubicBezTo>
                    <a:pt x="54956" y="21801"/>
                    <a:pt x="54926" y="21770"/>
                    <a:pt x="54896" y="21770"/>
                  </a:cubicBezTo>
                  <a:lnTo>
                    <a:pt x="54896" y="21740"/>
                  </a:lnTo>
                  <a:cubicBezTo>
                    <a:pt x="54896" y="21715"/>
                    <a:pt x="54896" y="21671"/>
                    <a:pt x="54928" y="21671"/>
                  </a:cubicBezTo>
                  <a:cubicBezTo>
                    <a:pt x="54935" y="21671"/>
                    <a:pt x="54945" y="21673"/>
                    <a:pt x="54956" y="21679"/>
                  </a:cubicBezTo>
                  <a:cubicBezTo>
                    <a:pt x="55017" y="21709"/>
                    <a:pt x="55047" y="21740"/>
                    <a:pt x="55108" y="21740"/>
                  </a:cubicBezTo>
                  <a:cubicBezTo>
                    <a:pt x="55169" y="21740"/>
                    <a:pt x="55203" y="21699"/>
                    <a:pt x="55246" y="21699"/>
                  </a:cubicBezTo>
                  <a:cubicBezTo>
                    <a:pt x="55267" y="21699"/>
                    <a:pt x="55291" y="21709"/>
                    <a:pt x="55321" y="21740"/>
                  </a:cubicBezTo>
                  <a:cubicBezTo>
                    <a:pt x="55321" y="21746"/>
                    <a:pt x="55325" y="21748"/>
                    <a:pt x="55331" y="21748"/>
                  </a:cubicBezTo>
                  <a:cubicBezTo>
                    <a:pt x="55355" y="21748"/>
                    <a:pt x="55418" y="21709"/>
                    <a:pt x="55443" y="21709"/>
                  </a:cubicBezTo>
                  <a:lnTo>
                    <a:pt x="55564" y="21740"/>
                  </a:lnTo>
                  <a:cubicBezTo>
                    <a:pt x="55610" y="21755"/>
                    <a:pt x="55701" y="21755"/>
                    <a:pt x="55788" y="21755"/>
                  </a:cubicBezTo>
                  <a:cubicBezTo>
                    <a:pt x="55876" y="21755"/>
                    <a:pt x="55959" y="21755"/>
                    <a:pt x="55990" y="21770"/>
                  </a:cubicBezTo>
                  <a:cubicBezTo>
                    <a:pt x="56111" y="21831"/>
                    <a:pt x="56233" y="21831"/>
                    <a:pt x="56355" y="21831"/>
                  </a:cubicBezTo>
                  <a:cubicBezTo>
                    <a:pt x="56367" y="21825"/>
                    <a:pt x="56385" y="21822"/>
                    <a:pt x="56407" y="21822"/>
                  </a:cubicBezTo>
                  <a:cubicBezTo>
                    <a:pt x="56494" y="21822"/>
                    <a:pt x="56640" y="21861"/>
                    <a:pt x="56689" y="21861"/>
                  </a:cubicBezTo>
                  <a:lnTo>
                    <a:pt x="56932" y="21831"/>
                  </a:lnTo>
                  <a:lnTo>
                    <a:pt x="56993" y="21861"/>
                  </a:lnTo>
                  <a:lnTo>
                    <a:pt x="57175" y="21922"/>
                  </a:lnTo>
                  <a:cubicBezTo>
                    <a:pt x="57193" y="21851"/>
                    <a:pt x="57211" y="21821"/>
                    <a:pt x="57229" y="21821"/>
                  </a:cubicBezTo>
                  <a:cubicBezTo>
                    <a:pt x="57241" y="21821"/>
                    <a:pt x="57254" y="21836"/>
                    <a:pt x="57266" y="21861"/>
                  </a:cubicBezTo>
                  <a:cubicBezTo>
                    <a:pt x="57266" y="21887"/>
                    <a:pt x="57294" y="21896"/>
                    <a:pt x="57327" y="21896"/>
                  </a:cubicBezTo>
                  <a:cubicBezTo>
                    <a:pt x="57373" y="21896"/>
                    <a:pt x="57431" y="21879"/>
                    <a:pt x="57449" y="21861"/>
                  </a:cubicBezTo>
                  <a:cubicBezTo>
                    <a:pt x="57475" y="21852"/>
                    <a:pt x="57502" y="21849"/>
                    <a:pt x="57528" y="21849"/>
                  </a:cubicBezTo>
                  <a:cubicBezTo>
                    <a:pt x="57591" y="21849"/>
                    <a:pt x="57649" y="21870"/>
                    <a:pt x="57692" y="21892"/>
                  </a:cubicBezTo>
                  <a:lnTo>
                    <a:pt x="57783" y="21801"/>
                  </a:lnTo>
                  <a:lnTo>
                    <a:pt x="57874" y="21740"/>
                  </a:lnTo>
                  <a:cubicBezTo>
                    <a:pt x="57898" y="21717"/>
                    <a:pt x="57925" y="21707"/>
                    <a:pt x="57954" y="21707"/>
                  </a:cubicBezTo>
                  <a:cubicBezTo>
                    <a:pt x="58000" y="21707"/>
                    <a:pt x="58049" y="21733"/>
                    <a:pt x="58087" y="21770"/>
                  </a:cubicBezTo>
                  <a:cubicBezTo>
                    <a:pt x="58087" y="21831"/>
                    <a:pt x="58300" y="21892"/>
                    <a:pt x="58391" y="21892"/>
                  </a:cubicBezTo>
                  <a:cubicBezTo>
                    <a:pt x="58467" y="21866"/>
                    <a:pt x="58628" y="21756"/>
                    <a:pt x="58733" y="21756"/>
                  </a:cubicBezTo>
                  <a:cubicBezTo>
                    <a:pt x="58753" y="21756"/>
                    <a:pt x="58771" y="21760"/>
                    <a:pt x="58786" y="21770"/>
                  </a:cubicBezTo>
                  <a:cubicBezTo>
                    <a:pt x="58832" y="21785"/>
                    <a:pt x="58885" y="21793"/>
                    <a:pt x="58942" y="21793"/>
                  </a:cubicBezTo>
                  <a:cubicBezTo>
                    <a:pt x="58999" y="21793"/>
                    <a:pt x="59060" y="21785"/>
                    <a:pt x="59121" y="21770"/>
                  </a:cubicBezTo>
                  <a:lnTo>
                    <a:pt x="59242" y="21831"/>
                  </a:lnTo>
                  <a:lnTo>
                    <a:pt x="59424" y="21983"/>
                  </a:lnTo>
                  <a:cubicBezTo>
                    <a:pt x="59546" y="21892"/>
                    <a:pt x="59911" y="21892"/>
                    <a:pt x="60002" y="21861"/>
                  </a:cubicBezTo>
                  <a:cubicBezTo>
                    <a:pt x="60093" y="21801"/>
                    <a:pt x="60215" y="21770"/>
                    <a:pt x="60336" y="21740"/>
                  </a:cubicBezTo>
                  <a:cubicBezTo>
                    <a:pt x="60549" y="21801"/>
                    <a:pt x="60792" y="21831"/>
                    <a:pt x="61005" y="21831"/>
                  </a:cubicBezTo>
                  <a:cubicBezTo>
                    <a:pt x="61127" y="21831"/>
                    <a:pt x="61218" y="21831"/>
                    <a:pt x="61339" y="21801"/>
                  </a:cubicBezTo>
                  <a:cubicBezTo>
                    <a:pt x="61362" y="21801"/>
                    <a:pt x="61453" y="21749"/>
                    <a:pt x="61510" y="21749"/>
                  </a:cubicBezTo>
                  <a:cubicBezTo>
                    <a:pt x="61529" y="21749"/>
                    <a:pt x="61545" y="21755"/>
                    <a:pt x="61552" y="21770"/>
                  </a:cubicBezTo>
                  <a:cubicBezTo>
                    <a:pt x="61560" y="21778"/>
                    <a:pt x="61577" y="21782"/>
                    <a:pt x="61601" y="21782"/>
                  </a:cubicBezTo>
                  <a:cubicBezTo>
                    <a:pt x="61672" y="21782"/>
                    <a:pt x="61803" y="21747"/>
                    <a:pt x="61917" y="21679"/>
                  </a:cubicBezTo>
                  <a:lnTo>
                    <a:pt x="62039" y="21709"/>
                  </a:lnTo>
                  <a:lnTo>
                    <a:pt x="62373" y="21801"/>
                  </a:lnTo>
                  <a:cubicBezTo>
                    <a:pt x="62677" y="21770"/>
                    <a:pt x="63011" y="21770"/>
                    <a:pt x="63315" y="21770"/>
                  </a:cubicBezTo>
                  <a:cubicBezTo>
                    <a:pt x="63406" y="21770"/>
                    <a:pt x="63498" y="21679"/>
                    <a:pt x="63558" y="21588"/>
                  </a:cubicBezTo>
                  <a:cubicBezTo>
                    <a:pt x="63558" y="21584"/>
                    <a:pt x="63560" y="21583"/>
                    <a:pt x="63565" y="21583"/>
                  </a:cubicBezTo>
                  <a:cubicBezTo>
                    <a:pt x="63597" y="21583"/>
                    <a:pt x="63751" y="21682"/>
                    <a:pt x="63832" y="21709"/>
                  </a:cubicBezTo>
                  <a:cubicBezTo>
                    <a:pt x="63850" y="21727"/>
                    <a:pt x="63881" y="21735"/>
                    <a:pt x="63916" y="21735"/>
                  </a:cubicBezTo>
                  <a:cubicBezTo>
                    <a:pt x="64002" y="21735"/>
                    <a:pt x="64114" y="21692"/>
                    <a:pt x="64136" y="21649"/>
                  </a:cubicBezTo>
                  <a:cubicBezTo>
                    <a:pt x="64166" y="21633"/>
                    <a:pt x="64197" y="21626"/>
                    <a:pt x="64227" y="21626"/>
                  </a:cubicBezTo>
                  <a:cubicBezTo>
                    <a:pt x="64257" y="21626"/>
                    <a:pt x="64288" y="21633"/>
                    <a:pt x="64318" y="21649"/>
                  </a:cubicBezTo>
                  <a:lnTo>
                    <a:pt x="64379" y="21679"/>
                  </a:lnTo>
                  <a:cubicBezTo>
                    <a:pt x="64485" y="21755"/>
                    <a:pt x="64539" y="21793"/>
                    <a:pt x="64596" y="21793"/>
                  </a:cubicBezTo>
                  <a:cubicBezTo>
                    <a:pt x="64653" y="21793"/>
                    <a:pt x="64713" y="21755"/>
                    <a:pt x="64835" y="21679"/>
                  </a:cubicBezTo>
                  <a:cubicBezTo>
                    <a:pt x="64896" y="21649"/>
                    <a:pt x="65048" y="21618"/>
                    <a:pt x="65048" y="21557"/>
                  </a:cubicBezTo>
                  <a:lnTo>
                    <a:pt x="65108" y="21497"/>
                  </a:lnTo>
                  <a:cubicBezTo>
                    <a:pt x="65121" y="21491"/>
                    <a:pt x="65134" y="21488"/>
                    <a:pt x="65148" y="21488"/>
                  </a:cubicBezTo>
                  <a:cubicBezTo>
                    <a:pt x="65203" y="21488"/>
                    <a:pt x="65267" y="21527"/>
                    <a:pt x="65291" y="21527"/>
                  </a:cubicBezTo>
                  <a:cubicBezTo>
                    <a:pt x="65306" y="21542"/>
                    <a:pt x="65329" y="21550"/>
                    <a:pt x="65352" y="21550"/>
                  </a:cubicBezTo>
                  <a:cubicBezTo>
                    <a:pt x="65374" y="21550"/>
                    <a:pt x="65397" y="21542"/>
                    <a:pt x="65412" y="21527"/>
                  </a:cubicBezTo>
                  <a:cubicBezTo>
                    <a:pt x="65443" y="21527"/>
                    <a:pt x="65504" y="21649"/>
                    <a:pt x="65504" y="21679"/>
                  </a:cubicBezTo>
                  <a:cubicBezTo>
                    <a:pt x="65504" y="21740"/>
                    <a:pt x="65686" y="21770"/>
                    <a:pt x="65777" y="21770"/>
                  </a:cubicBezTo>
                  <a:lnTo>
                    <a:pt x="66142" y="21770"/>
                  </a:lnTo>
                  <a:cubicBezTo>
                    <a:pt x="66182" y="21770"/>
                    <a:pt x="66291" y="21784"/>
                    <a:pt x="66376" y="21784"/>
                  </a:cubicBezTo>
                  <a:cubicBezTo>
                    <a:pt x="66419" y="21784"/>
                    <a:pt x="66456" y="21780"/>
                    <a:pt x="66476" y="21770"/>
                  </a:cubicBezTo>
                  <a:cubicBezTo>
                    <a:pt x="66598" y="21709"/>
                    <a:pt x="66689" y="21679"/>
                    <a:pt x="66811" y="21679"/>
                  </a:cubicBezTo>
                  <a:cubicBezTo>
                    <a:pt x="66871" y="21709"/>
                    <a:pt x="67054" y="21770"/>
                    <a:pt x="67115" y="21770"/>
                  </a:cubicBezTo>
                  <a:cubicBezTo>
                    <a:pt x="67206" y="21770"/>
                    <a:pt x="67297" y="21770"/>
                    <a:pt x="67388" y="21709"/>
                  </a:cubicBezTo>
                  <a:lnTo>
                    <a:pt x="67510" y="21770"/>
                  </a:lnTo>
                  <a:cubicBezTo>
                    <a:pt x="67571" y="21801"/>
                    <a:pt x="67639" y="21816"/>
                    <a:pt x="67707" y="21816"/>
                  </a:cubicBezTo>
                  <a:cubicBezTo>
                    <a:pt x="67776" y="21816"/>
                    <a:pt x="67844" y="21801"/>
                    <a:pt x="67905" y="21770"/>
                  </a:cubicBezTo>
                  <a:lnTo>
                    <a:pt x="68026" y="21709"/>
                  </a:lnTo>
                  <a:cubicBezTo>
                    <a:pt x="68178" y="21709"/>
                    <a:pt x="68330" y="21740"/>
                    <a:pt x="68482" y="21801"/>
                  </a:cubicBezTo>
                  <a:cubicBezTo>
                    <a:pt x="68489" y="21815"/>
                    <a:pt x="68505" y="21821"/>
                    <a:pt x="68525" y="21821"/>
                  </a:cubicBezTo>
                  <a:cubicBezTo>
                    <a:pt x="68593" y="21821"/>
                    <a:pt x="68716" y="21756"/>
                    <a:pt x="68786" y="21709"/>
                  </a:cubicBezTo>
                  <a:cubicBezTo>
                    <a:pt x="68798" y="21704"/>
                    <a:pt x="68815" y="21701"/>
                    <a:pt x="68836" y="21701"/>
                  </a:cubicBezTo>
                  <a:cubicBezTo>
                    <a:pt x="68924" y="21701"/>
                    <a:pt x="69077" y="21746"/>
                    <a:pt x="69151" y="21770"/>
                  </a:cubicBezTo>
                  <a:cubicBezTo>
                    <a:pt x="69173" y="21776"/>
                    <a:pt x="69193" y="21778"/>
                    <a:pt x="69213" y="21778"/>
                  </a:cubicBezTo>
                  <a:cubicBezTo>
                    <a:pt x="69304" y="21778"/>
                    <a:pt x="69375" y="21724"/>
                    <a:pt x="69425" y="21649"/>
                  </a:cubicBezTo>
                  <a:lnTo>
                    <a:pt x="69516" y="21679"/>
                  </a:lnTo>
                  <a:lnTo>
                    <a:pt x="69729" y="21740"/>
                  </a:lnTo>
                  <a:cubicBezTo>
                    <a:pt x="69911" y="21709"/>
                    <a:pt x="70124" y="21679"/>
                    <a:pt x="70154" y="21679"/>
                  </a:cubicBezTo>
                  <a:cubicBezTo>
                    <a:pt x="70428" y="21740"/>
                    <a:pt x="70701" y="21801"/>
                    <a:pt x="70975" y="21801"/>
                  </a:cubicBezTo>
                  <a:cubicBezTo>
                    <a:pt x="71218" y="21740"/>
                    <a:pt x="71492" y="21709"/>
                    <a:pt x="71765" y="21709"/>
                  </a:cubicBezTo>
                  <a:cubicBezTo>
                    <a:pt x="71820" y="21737"/>
                    <a:pt x="71874" y="21752"/>
                    <a:pt x="71926" y="21752"/>
                  </a:cubicBezTo>
                  <a:cubicBezTo>
                    <a:pt x="71990" y="21752"/>
                    <a:pt x="72049" y="21729"/>
                    <a:pt x="72099" y="21679"/>
                  </a:cubicBezTo>
                  <a:lnTo>
                    <a:pt x="72130" y="21679"/>
                  </a:lnTo>
                  <a:lnTo>
                    <a:pt x="72312" y="21740"/>
                  </a:lnTo>
                  <a:cubicBezTo>
                    <a:pt x="72555" y="21709"/>
                    <a:pt x="72799" y="21679"/>
                    <a:pt x="73042" y="21679"/>
                  </a:cubicBezTo>
                  <a:lnTo>
                    <a:pt x="73163" y="21770"/>
                  </a:lnTo>
                  <a:lnTo>
                    <a:pt x="73346" y="21861"/>
                  </a:lnTo>
                  <a:cubicBezTo>
                    <a:pt x="73558" y="21801"/>
                    <a:pt x="73771" y="21770"/>
                    <a:pt x="73984" y="21770"/>
                  </a:cubicBezTo>
                  <a:cubicBezTo>
                    <a:pt x="74049" y="21749"/>
                    <a:pt x="74235" y="21727"/>
                    <a:pt x="74349" y="21727"/>
                  </a:cubicBezTo>
                  <a:cubicBezTo>
                    <a:pt x="74396" y="21727"/>
                    <a:pt x="74431" y="21731"/>
                    <a:pt x="74440" y="21740"/>
                  </a:cubicBezTo>
                  <a:cubicBezTo>
                    <a:pt x="74450" y="21750"/>
                    <a:pt x="74470" y="21753"/>
                    <a:pt x="74495" y="21753"/>
                  </a:cubicBezTo>
                  <a:cubicBezTo>
                    <a:pt x="74545" y="21753"/>
                    <a:pt x="74612" y="21740"/>
                    <a:pt x="74653" y="21740"/>
                  </a:cubicBezTo>
                  <a:lnTo>
                    <a:pt x="75200" y="21770"/>
                  </a:lnTo>
                  <a:cubicBezTo>
                    <a:pt x="75301" y="21770"/>
                    <a:pt x="75416" y="21784"/>
                    <a:pt x="75499" y="21784"/>
                  </a:cubicBezTo>
                  <a:cubicBezTo>
                    <a:pt x="75541" y="21784"/>
                    <a:pt x="75575" y="21780"/>
                    <a:pt x="75595" y="21770"/>
                  </a:cubicBezTo>
                  <a:cubicBezTo>
                    <a:pt x="75644" y="21770"/>
                    <a:pt x="75751" y="21809"/>
                    <a:pt x="75823" y="21809"/>
                  </a:cubicBezTo>
                  <a:cubicBezTo>
                    <a:pt x="75841" y="21809"/>
                    <a:pt x="75856" y="21807"/>
                    <a:pt x="75869" y="21801"/>
                  </a:cubicBezTo>
                  <a:cubicBezTo>
                    <a:pt x="75929" y="21801"/>
                    <a:pt x="76203" y="21679"/>
                    <a:pt x="76324" y="21679"/>
                  </a:cubicBezTo>
                  <a:lnTo>
                    <a:pt x="76932" y="21679"/>
                  </a:lnTo>
                  <a:cubicBezTo>
                    <a:pt x="77084" y="21709"/>
                    <a:pt x="77236" y="21740"/>
                    <a:pt x="77419" y="21740"/>
                  </a:cubicBezTo>
                  <a:cubicBezTo>
                    <a:pt x="77439" y="21730"/>
                    <a:pt x="77486" y="21726"/>
                    <a:pt x="77545" y="21726"/>
                  </a:cubicBezTo>
                  <a:cubicBezTo>
                    <a:pt x="77662" y="21726"/>
                    <a:pt x="77824" y="21740"/>
                    <a:pt x="77905" y="21740"/>
                  </a:cubicBezTo>
                  <a:cubicBezTo>
                    <a:pt x="78027" y="21709"/>
                    <a:pt x="78270" y="21709"/>
                    <a:pt x="78300" y="21709"/>
                  </a:cubicBezTo>
                  <a:cubicBezTo>
                    <a:pt x="78347" y="21709"/>
                    <a:pt x="78520" y="21799"/>
                    <a:pt x="78597" y="21799"/>
                  </a:cubicBezTo>
                  <a:cubicBezTo>
                    <a:pt x="78620" y="21799"/>
                    <a:pt x="78635" y="21791"/>
                    <a:pt x="78635" y="21770"/>
                  </a:cubicBezTo>
                  <a:cubicBezTo>
                    <a:pt x="78635" y="21735"/>
                    <a:pt x="78645" y="21720"/>
                    <a:pt x="78660" y="21720"/>
                  </a:cubicBezTo>
                  <a:cubicBezTo>
                    <a:pt x="78670" y="21720"/>
                    <a:pt x="78683" y="21727"/>
                    <a:pt x="78695" y="21740"/>
                  </a:cubicBezTo>
                  <a:cubicBezTo>
                    <a:pt x="78695" y="21740"/>
                    <a:pt x="79030" y="21679"/>
                    <a:pt x="79182" y="21679"/>
                  </a:cubicBezTo>
                  <a:cubicBezTo>
                    <a:pt x="79242" y="21694"/>
                    <a:pt x="79303" y="21702"/>
                    <a:pt x="79364" y="21702"/>
                  </a:cubicBezTo>
                  <a:cubicBezTo>
                    <a:pt x="79425" y="21702"/>
                    <a:pt x="79486" y="21694"/>
                    <a:pt x="79546" y="21679"/>
                  </a:cubicBezTo>
                  <a:cubicBezTo>
                    <a:pt x="79638" y="21709"/>
                    <a:pt x="79759" y="21709"/>
                    <a:pt x="79850" y="21709"/>
                  </a:cubicBezTo>
                  <a:cubicBezTo>
                    <a:pt x="79942" y="21709"/>
                    <a:pt x="80124" y="21649"/>
                    <a:pt x="80306" y="21618"/>
                  </a:cubicBezTo>
                  <a:lnTo>
                    <a:pt x="80458" y="21649"/>
                  </a:lnTo>
                  <a:lnTo>
                    <a:pt x="80671" y="21709"/>
                  </a:lnTo>
                  <a:cubicBezTo>
                    <a:pt x="80884" y="21679"/>
                    <a:pt x="81097" y="21649"/>
                    <a:pt x="81309" y="21649"/>
                  </a:cubicBezTo>
                  <a:lnTo>
                    <a:pt x="81431" y="21588"/>
                  </a:lnTo>
                  <a:lnTo>
                    <a:pt x="81583" y="21527"/>
                  </a:lnTo>
                  <a:cubicBezTo>
                    <a:pt x="81658" y="21565"/>
                    <a:pt x="81745" y="21591"/>
                    <a:pt x="81836" y="21591"/>
                  </a:cubicBezTo>
                  <a:cubicBezTo>
                    <a:pt x="81892" y="21591"/>
                    <a:pt x="81950" y="21581"/>
                    <a:pt x="82008" y="21557"/>
                  </a:cubicBezTo>
                  <a:lnTo>
                    <a:pt x="82282" y="21557"/>
                  </a:lnTo>
                  <a:cubicBezTo>
                    <a:pt x="82434" y="21557"/>
                    <a:pt x="82586" y="21588"/>
                    <a:pt x="82768" y="21618"/>
                  </a:cubicBezTo>
                  <a:lnTo>
                    <a:pt x="82890" y="21588"/>
                  </a:lnTo>
                  <a:lnTo>
                    <a:pt x="83012" y="21557"/>
                  </a:lnTo>
                  <a:cubicBezTo>
                    <a:pt x="83039" y="21563"/>
                    <a:pt x="83068" y="21565"/>
                    <a:pt x="83098" y="21565"/>
                  </a:cubicBezTo>
                  <a:cubicBezTo>
                    <a:pt x="83229" y="21565"/>
                    <a:pt x="83374" y="21516"/>
                    <a:pt x="83498" y="21466"/>
                  </a:cubicBezTo>
                  <a:lnTo>
                    <a:pt x="83650" y="21557"/>
                  </a:lnTo>
                  <a:lnTo>
                    <a:pt x="83680" y="21557"/>
                  </a:lnTo>
                  <a:cubicBezTo>
                    <a:pt x="83687" y="21554"/>
                    <a:pt x="83699" y="21552"/>
                    <a:pt x="83714" y="21552"/>
                  </a:cubicBezTo>
                  <a:cubicBezTo>
                    <a:pt x="83792" y="21552"/>
                    <a:pt x="83964" y="21592"/>
                    <a:pt x="84091" y="21592"/>
                  </a:cubicBezTo>
                  <a:cubicBezTo>
                    <a:pt x="84151" y="21592"/>
                    <a:pt x="84202" y="21583"/>
                    <a:pt x="84227" y="21557"/>
                  </a:cubicBezTo>
                  <a:cubicBezTo>
                    <a:pt x="84294" y="21513"/>
                    <a:pt x="84410" y="21485"/>
                    <a:pt x="84479" y="21485"/>
                  </a:cubicBezTo>
                  <a:cubicBezTo>
                    <a:pt x="84504" y="21485"/>
                    <a:pt x="84523" y="21488"/>
                    <a:pt x="84531" y="21497"/>
                  </a:cubicBezTo>
                  <a:cubicBezTo>
                    <a:pt x="84536" y="21501"/>
                    <a:pt x="84544" y="21503"/>
                    <a:pt x="84555" y="21503"/>
                  </a:cubicBezTo>
                  <a:cubicBezTo>
                    <a:pt x="84621" y="21503"/>
                    <a:pt x="84792" y="21436"/>
                    <a:pt x="84896" y="21436"/>
                  </a:cubicBezTo>
                  <a:cubicBezTo>
                    <a:pt x="84987" y="21436"/>
                    <a:pt x="85200" y="21405"/>
                    <a:pt x="85382" y="21375"/>
                  </a:cubicBezTo>
                  <a:lnTo>
                    <a:pt x="85534" y="21405"/>
                  </a:lnTo>
                  <a:lnTo>
                    <a:pt x="85656" y="21436"/>
                  </a:lnTo>
                  <a:cubicBezTo>
                    <a:pt x="85764" y="21409"/>
                    <a:pt x="85993" y="21309"/>
                    <a:pt x="86063" y="21309"/>
                  </a:cubicBezTo>
                  <a:cubicBezTo>
                    <a:pt x="86072" y="21309"/>
                    <a:pt x="86078" y="21311"/>
                    <a:pt x="86082" y="21314"/>
                  </a:cubicBezTo>
                  <a:cubicBezTo>
                    <a:pt x="86294" y="21314"/>
                    <a:pt x="86507" y="21284"/>
                    <a:pt x="86750" y="21253"/>
                  </a:cubicBezTo>
                  <a:cubicBezTo>
                    <a:pt x="86902" y="21253"/>
                    <a:pt x="87085" y="21223"/>
                    <a:pt x="87267" y="21193"/>
                  </a:cubicBezTo>
                  <a:cubicBezTo>
                    <a:pt x="87316" y="21193"/>
                    <a:pt x="87500" y="21232"/>
                    <a:pt x="87603" y="21232"/>
                  </a:cubicBezTo>
                  <a:cubicBezTo>
                    <a:pt x="87629" y="21232"/>
                    <a:pt x="87650" y="21229"/>
                    <a:pt x="87662" y="21223"/>
                  </a:cubicBezTo>
                  <a:cubicBezTo>
                    <a:pt x="87748" y="21202"/>
                    <a:pt x="87849" y="21180"/>
                    <a:pt x="87944" y="21180"/>
                  </a:cubicBezTo>
                  <a:cubicBezTo>
                    <a:pt x="87983" y="21180"/>
                    <a:pt x="88022" y="21184"/>
                    <a:pt x="88057" y="21193"/>
                  </a:cubicBezTo>
                  <a:lnTo>
                    <a:pt x="88209" y="21101"/>
                  </a:lnTo>
                  <a:cubicBezTo>
                    <a:pt x="88331" y="21101"/>
                    <a:pt x="88452" y="21071"/>
                    <a:pt x="88544" y="20980"/>
                  </a:cubicBezTo>
                  <a:lnTo>
                    <a:pt x="88574" y="21041"/>
                  </a:lnTo>
                  <a:cubicBezTo>
                    <a:pt x="88595" y="21076"/>
                    <a:pt x="88620" y="21088"/>
                    <a:pt x="88646" y="21088"/>
                  </a:cubicBezTo>
                  <a:cubicBezTo>
                    <a:pt x="88705" y="21088"/>
                    <a:pt x="88772" y="21023"/>
                    <a:pt x="88823" y="21023"/>
                  </a:cubicBezTo>
                  <a:cubicBezTo>
                    <a:pt x="88845" y="21023"/>
                    <a:pt x="88864" y="21036"/>
                    <a:pt x="88878" y="21071"/>
                  </a:cubicBezTo>
                  <a:cubicBezTo>
                    <a:pt x="88878" y="21071"/>
                    <a:pt x="89014" y="21032"/>
                    <a:pt x="89069" y="21032"/>
                  </a:cubicBezTo>
                  <a:cubicBezTo>
                    <a:pt x="89082" y="21032"/>
                    <a:pt x="89091" y="21035"/>
                    <a:pt x="89091" y="21041"/>
                  </a:cubicBezTo>
                  <a:lnTo>
                    <a:pt x="89212" y="21162"/>
                  </a:lnTo>
                  <a:cubicBezTo>
                    <a:pt x="89334" y="21071"/>
                    <a:pt x="89455" y="20980"/>
                    <a:pt x="89607" y="20919"/>
                  </a:cubicBezTo>
                  <a:lnTo>
                    <a:pt x="90003" y="20919"/>
                  </a:lnTo>
                  <a:cubicBezTo>
                    <a:pt x="90246" y="20919"/>
                    <a:pt x="90519" y="20889"/>
                    <a:pt x="90762" y="20858"/>
                  </a:cubicBezTo>
                  <a:lnTo>
                    <a:pt x="90884" y="20828"/>
                  </a:lnTo>
                  <a:lnTo>
                    <a:pt x="91006" y="20828"/>
                  </a:lnTo>
                  <a:cubicBezTo>
                    <a:pt x="91158" y="20798"/>
                    <a:pt x="91917" y="20767"/>
                    <a:pt x="92161" y="20706"/>
                  </a:cubicBezTo>
                  <a:cubicBezTo>
                    <a:pt x="92373" y="20646"/>
                    <a:pt x="92617" y="20615"/>
                    <a:pt x="92829" y="20615"/>
                  </a:cubicBezTo>
                  <a:lnTo>
                    <a:pt x="92921" y="20585"/>
                  </a:lnTo>
                  <a:lnTo>
                    <a:pt x="93012" y="20524"/>
                  </a:lnTo>
                  <a:cubicBezTo>
                    <a:pt x="93133" y="20494"/>
                    <a:pt x="93225" y="20463"/>
                    <a:pt x="93346" y="20463"/>
                  </a:cubicBezTo>
                  <a:cubicBezTo>
                    <a:pt x="93437" y="20433"/>
                    <a:pt x="93498" y="20402"/>
                    <a:pt x="93589" y="20342"/>
                  </a:cubicBezTo>
                  <a:cubicBezTo>
                    <a:pt x="93620" y="20342"/>
                    <a:pt x="93680" y="20311"/>
                    <a:pt x="93741" y="20311"/>
                  </a:cubicBezTo>
                  <a:lnTo>
                    <a:pt x="93893" y="20342"/>
                  </a:lnTo>
                  <a:lnTo>
                    <a:pt x="93863" y="20281"/>
                  </a:lnTo>
                  <a:lnTo>
                    <a:pt x="93711" y="20068"/>
                  </a:lnTo>
                  <a:cubicBezTo>
                    <a:pt x="93589" y="19916"/>
                    <a:pt x="93468" y="19764"/>
                    <a:pt x="93407" y="19612"/>
                  </a:cubicBezTo>
                  <a:lnTo>
                    <a:pt x="93711" y="19430"/>
                  </a:lnTo>
                  <a:lnTo>
                    <a:pt x="93528" y="19187"/>
                  </a:lnTo>
                  <a:lnTo>
                    <a:pt x="93437" y="19095"/>
                  </a:lnTo>
                  <a:cubicBezTo>
                    <a:pt x="93468" y="19004"/>
                    <a:pt x="93528" y="18913"/>
                    <a:pt x="93559" y="18791"/>
                  </a:cubicBezTo>
                  <a:lnTo>
                    <a:pt x="93468" y="18731"/>
                  </a:lnTo>
                  <a:lnTo>
                    <a:pt x="93407" y="18670"/>
                  </a:lnTo>
                  <a:cubicBezTo>
                    <a:pt x="93407" y="18609"/>
                    <a:pt x="93346" y="18457"/>
                    <a:pt x="93346" y="18366"/>
                  </a:cubicBezTo>
                  <a:lnTo>
                    <a:pt x="93346" y="18305"/>
                  </a:lnTo>
                  <a:lnTo>
                    <a:pt x="93376" y="18153"/>
                  </a:lnTo>
                  <a:cubicBezTo>
                    <a:pt x="93255" y="18153"/>
                    <a:pt x="93376" y="18062"/>
                    <a:pt x="93437" y="17971"/>
                  </a:cubicBezTo>
                  <a:cubicBezTo>
                    <a:pt x="93528" y="17849"/>
                    <a:pt x="93620" y="17758"/>
                    <a:pt x="93711" y="17636"/>
                  </a:cubicBezTo>
                  <a:lnTo>
                    <a:pt x="93559" y="17576"/>
                  </a:lnTo>
                  <a:cubicBezTo>
                    <a:pt x="93316" y="17454"/>
                    <a:pt x="93285" y="17363"/>
                    <a:pt x="93437" y="17211"/>
                  </a:cubicBezTo>
                  <a:lnTo>
                    <a:pt x="93498" y="17150"/>
                  </a:lnTo>
                  <a:cubicBezTo>
                    <a:pt x="93498" y="17028"/>
                    <a:pt x="93437" y="16907"/>
                    <a:pt x="93346" y="16785"/>
                  </a:cubicBezTo>
                  <a:cubicBezTo>
                    <a:pt x="93285" y="16755"/>
                    <a:pt x="93255" y="16694"/>
                    <a:pt x="93285" y="16694"/>
                  </a:cubicBezTo>
                  <a:cubicBezTo>
                    <a:pt x="93285" y="16694"/>
                    <a:pt x="93316" y="16633"/>
                    <a:pt x="93346" y="16603"/>
                  </a:cubicBezTo>
                  <a:cubicBezTo>
                    <a:pt x="93376" y="16603"/>
                    <a:pt x="93376" y="16512"/>
                    <a:pt x="93407" y="16481"/>
                  </a:cubicBezTo>
                  <a:cubicBezTo>
                    <a:pt x="93498" y="16421"/>
                    <a:pt x="93589" y="16329"/>
                    <a:pt x="93680" y="16269"/>
                  </a:cubicBezTo>
                  <a:cubicBezTo>
                    <a:pt x="93741" y="16208"/>
                    <a:pt x="93741" y="16117"/>
                    <a:pt x="93711" y="16086"/>
                  </a:cubicBezTo>
                  <a:lnTo>
                    <a:pt x="93680" y="16086"/>
                  </a:lnTo>
                  <a:cubicBezTo>
                    <a:pt x="93559" y="16086"/>
                    <a:pt x="93468" y="16025"/>
                    <a:pt x="93437" y="15904"/>
                  </a:cubicBezTo>
                  <a:lnTo>
                    <a:pt x="93407" y="15813"/>
                  </a:lnTo>
                  <a:cubicBezTo>
                    <a:pt x="93437" y="15721"/>
                    <a:pt x="93528" y="15661"/>
                    <a:pt x="93620" y="15630"/>
                  </a:cubicBezTo>
                  <a:cubicBezTo>
                    <a:pt x="93680" y="15630"/>
                    <a:pt x="93802" y="15448"/>
                    <a:pt x="93832" y="15448"/>
                  </a:cubicBezTo>
                  <a:cubicBezTo>
                    <a:pt x="93893" y="15448"/>
                    <a:pt x="93924" y="15478"/>
                    <a:pt x="93954" y="15509"/>
                  </a:cubicBezTo>
                  <a:cubicBezTo>
                    <a:pt x="93960" y="15514"/>
                    <a:pt x="93973" y="15517"/>
                    <a:pt x="93992" y="15517"/>
                  </a:cubicBezTo>
                  <a:cubicBezTo>
                    <a:pt x="94072" y="15517"/>
                    <a:pt x="94245" y="15472"/>
                    <a:pt x="94319" y="15448"/>
                  </a:cubicBezTo>
                  <a:cubicBezTo>
                    <a:pt x="94380" y="15417"/>
                    <a:pt x="94319" y="15357"/>
                    <a:pt x="94258" y="15357"/>
                  </a:cubicBezTo>
                  <a:cubicBezTo>
                    <a:pt x="94238" y="15357"/>
                    <a:pt x="94109" y="15384"/>
                    <a:pt x="94026" y="15384"/>
                  </a:cubicBezTo>
                  <a:cubicBezTo>
                    <a:pt x="93984" y="15384"/>
                    <a:pt x="93954" y="15377"/>
                    <a:pt x="93954" y="15357"/>
                  </a:cubicBezTo>
                  <a:cubicBezTo>
                    <a:pt x="93984" y="15296"/>
                    <a:pt x="93954" y="15266"/>
                    <a:pt x="93924" y="15266"/>
                  </a:cubicBezTo>
                  <a:cubicBezTo>
                    <a:pt x="93899" y="15266"/>
                    <a:pt x="93797" y="15304"/>
                    <a:pt x="93726" y="15304"/>
                  </a:cubicBezTo>
                  <a:cubicBezTo>
                    <a:pt x="93708" y="15304"/>
                    <a:pt x="93693" y="15302"/>
                    <a:pt x="93680" y="15296"/>
                  </a:cubicBezTo>
                  <a:lnTo>
                    <a:pt x="93498" y="15174"/>
                  </a:lnTo>
                  <a:cubicBezTo>
                    <a:pt x="93468" y="15144"/>
                    <a:pt x="93650" y="15114"/>
                    <a:pt x="93711" y="15114"/>
                  </a:cubicBezTo>
                  <a:cubicBezTo>
                    <a:pt x="93756" y="15129"/>
                    <a:pt x="93802" y="15136"/>
                    <a:pt x="93848" y="15136"/>
                  </a:cubicBezTo>
                  <a:cubicBezTo>
                    <a:pt x="93893" y="15136"/>
                    <a:pt x="93939" y="15129"/>
                    <a:pt x="93984" y="15114"/>
                  </a:cubicBezTo>
                  <a:cubicBezTo>
                    <a:pt x="94076" y="15114"/>
                    <a:pt x="94167" y="15114"/>
                    <a:pt x="94258" y="15174"/>
                  </a:cubicBezTo>
                  <a:cubicBezTo>
                    <a:pt x="94263" y="15180"/>
                    <a:pt x="94268" y="15182"/>
                    <a:pt x="94271" y="15182"/>
                  </a:cubicBezTo>
                  <a:cubicBezTo>
                    <a:pt x="94287" y="15182"/>
                    <a:pt x="94283" y="15128"/>
                    <a:pt x="94258" y="15053"/>
                  </a:cubicBezTo>
                  <a:lnTo>
                    <a:pt x="94197" y="14992"/>
                  </a:lnTo>
                  <a:lnTo>
                    <a:pt x="94197" y="14962"/>
                  </a:lnTo>
                  <a:cubicBezTo>
                    <a:pt x="94197" y="14901"/>
                    <a:pt x="94440" y="14810"/>
                    <a:pt x="94501" y="14749"/>
                  </a:cubicBezTo>
                  <a:cubicBezTo>
                    <a:pt x="94562" y="14688"/>
                    <a:pt x="94471" y="14536"/>
                    <a:pt x="94440" y="14506"/>
                  </a:cubicBezTo>
                  <a:cubicBezTo>
                    <a:pt x="94410" y="14414"/>
                    <a:pt x="94410" y="14354"/>
                    <a:pt x="94440" y="14262"/>
                  </a:cubicBezTo>
                  <a:lnTo>
                    <a:pt x="94471" y="14171"/>
                  </a:lnTo>
                  <a:lnTo>
                    <a:pt x="94562" y="14019"/>
                  </a:lnTo>
                  <a:cubicBezTo>
                    <a:pt x="94380" y="13959"/>
                    <a:pt x="94349" y="13898"/>
                    <a:pt x="94562" y="13898"/>
                  </a:cubicBezTo>
                  <a:lnTo>
                    <a:pt x="94562" y="13959"/>
                  </a:lnTo>
                  <a:lnTo>
                    <a:pt x="94592" y="14019"/>
                  </a:lnTo>
                  <a:cubicBezTo>
                    <a:pt x="94615" y="14027"/>
                    <a:pt x="94636" y="14031"/>
                    <a:pt x="94655" y="14031"/>
                  </a:cubicBezTo>
                  <a:cubicBezTo>
                    <a:pt x="94712" y="14031"/>
                    <a:pt x="94752" y="13996"/>
                    <a:pt x="94775" y="13928"/>
                  </a:cubicBezTo>
                  <a:lnTo>
                    <a:pt x="94714" y="13898"/>
                  </a:lnTo>
                  <a:cubicBezTo>
                    <a:pt x="94714" y="13867"/>
                    <a:pt x="94775" y="13837"/>
                    <a:pt x="94775" y="13807"/>
                  </a:cubicBezTo>
                  <a:cubicBezTo>
                    <a:pt x="94835" y="13685"/>
                    <a:pt x="94775" y="13655"/>
                    <a:pt x="94653" y="13655"/>
                  </a:cubicBezTo>
                  <a:lnTo>
                    <a:pt x="94501" y="13655"/>
                  </a:lnTo>
                  <a:cubicBezTo>
                    <a:pt x="94471" y="13624"/>
                    <a:pt x="94440" y="13563"/>
                    <a:pt x="94471" y="13533"/>
                  </a:cubicBezTo>
                  <a:cubicBezTo>
                    <a:pt x="94532" y="13472"/>
                    <a:pt x="94562" y="13411"/>
                    <a:pt x="94623" y="13351"/>
                  </a:cubicBezTo>
                  <a:lnTo>
                    <a:pt x="94562" y="13259"/>
                  </a:lnTo>
                  <a:cubicBezTo>
                    <a:pt x="94482" y="13100"/>
                    <a:pt x="94356" y="13010"/>
                    <a:pt x="94265" y="13010"/>
                  </a:cubicBezTo>
                  <a:cubicBezTo>
                    <a:pt x="94252" y="13010"/>
                    <a:pt x="94239" y="13012"/>
                    <a:pt x="94228" y="13016"/>
                  </a:cubicBezTo>
                  <a:lnTo>
                    <a:pt x="94197" y="13016"/>
                  </a:lnTo>
                  <a:cubicBezTo>
                    <a:pt x="94194" y="13020"/>
                    <a:pt x="94190" y="13021"/>
                    <a:pt x="94185" y="13021"/>
                  </a:cubicBezTo>
                  <a:cubicBezTo>
                    <a:pt x="94148" y="13021"/>
                    <a:pt x="94072" y="12918"/>
                    <a:pt x="94045" y="12864"/>
                  </a:cubicBezTo>
                  <a:cubicBezTo>
                    <a:pt x="94015" y="12834"/>
                    <a:pt x="94167" y="12682"/>
                    <a:pt x="94228" y="12651"/>
                  </a:cubicBezTo>
                  <a:cubicBezTo>
                    <a:pt x="94288" y="12621"/>
                    <a:pt x="94076" y="12560"/>
                    <a:pt x="94015" y="12560"/>
                  </a:cubicBezTo>
                  <a:cubicBezTo>
                    <a:pt x="93954" y="12560"/>
                    <a:pt x="93984" y="12408"/>
                    <a:pt x="94015" y="12378"/>
                  </a:cubicBezTo>
                  <a:cubicBezTo>
                    <a:pt x="94045" y="12348"/>
                    <a:pt x="94076" y="12317"/>
                    <a:pt x="94136" y="12317"/>
                  </a:cubicBezTo>
                  <a:lnTo>
                    <a:pt x="94228" y="12348"/>
                  </a:lnTo>
                  <a:cubicBezTo>
                    <a:pt x="94263" y="12383"/>
                    <a:pt x="94309" y="12398"/>
                    <a:pt x="94360" y="12398"/>
                  </a:cubicBezTo>
                  <a:cubicBezTo>
                    <a:pt x="94395" y="12398"/>
                    <a:pt x="94433" y="12391"/>
                    <a:pt x="94471" y="12378"/>
                  </a:cubicBezTo>
                  <a:cubicBezTo>
                    <a:pt x="94471" y="12378"/>
                    <a:pt x="94410" y="12226"/>
                    <a:pt x="94349" y="12104"/>
                  </a:cubicBezTo>
                  <a:cubicBezTo>
                    <a:pt x="94319" y="11983"/>
                    <a:pt x="94197" y="11922"/>
                    <a:pt x="94076" y="11922"/>
                  </a:cubicBezTo>
                  <a:lnTo>
                    <a:pt x="94045" y="11861"/>
                  </a:lnTo>
                  <a:lnTo>
                    <a:pt x="93954" y="11740"/>
                  </a:lnTo>
                  <a:cubicBezTo>
                    <a:pt x="94076" y="11648"/>
                    <a:pt x="94106" y="11527"/>
                    <a:pt x="94045" y="11527"/>
                  </a:cubicBezTo>
                  <a:cubicBezTo>
                    <a:pt x="93954" y="11527"/>
                    <a:pt x="93863" y="11557"/>
                    <a:pt x="93772" y="11618"/>
                  </a:cubicBezTo>
                  <a:lnTo>
                    <a:pt x="93650" y="11496"/>
                  </a:lnTo>
                  <a:cubicBezTo>
                    <a:pt x="93650" y="11496"/>
                    <a:pt x="93620" y="11527"/>
                    <a:pt x="93620" y="11588"/>
                  </a:cubicBezTo>
                  <a:lnTo>
                    <a:pt x="93589" y="11618"/>
                  </a:lnTo>
                  <a:lnTo>
                    <a:pt x="93528" y="11709"/>
                  </a:lnTo>
                  <a:cubicBezTo>
                    <a:pt x="93476" y="11727"/>
                    <a:pt x="93423" y="11744"/>
                    <a:pt x="93365" y="11744"/>
                  </a:cubicBezTo>
                  <a:cubicBezTo>
                    <a:pt x="93322" y="11744"/>
                    <a:pt x="93276" y="11735"/>
                    <a:pt x="93225" y="11709"/>
                  </a:cubicBezTo>
                  <a:cubicBezTo>
                    <a:pt x="93194" y="11679"/>
                    <a:pt x="93255" y="11557"/>
                    <a:pt x="93407" y="11405"/>
                  </a:cubicBezTo>
                  <a:lnTo>
                    <a:pt x="93437" y="11284"/>
                  </a:lnTo>
                  <a:cubicBezTo>
                    <a:pt x="93437" y="11193"/>
                    <a:pt x="93346" y="11071"/>
                    <a:pt x="93285" y="10949"/>
                  </a:cubicBezTo>
                  <a:cubicBezTo>
                    <a:pt x="93288" y="10947"/>
                    <a:pt x="93292" y="10945"/>
                    <a:pt x="93298" y="10945"/>
                  </a:cubicBezTo>
                  <a:cubicBezTo>
                    <a:pt x="93352" y="10945"/>
                    <a:pt x="93534" y="11076"/>
                    <a:pt x="93589" y="11132"/>
                  </a:cubicBezTo>
                  <a:cubicBezTo>
                    <a:pt x="93635" y="11162"/>
                    <a:pt x="93688" y="11177"/>
                    <a:pt x="93741" y="11177"/>
                  </a:cubicBezTo>
                  <a:cubicBezTo>
                    <a:pt x="93794" y="11177"/>
                    <a:pt x="93848" y="11162"/>
                    <a:pt x="93893" y="11132"/>
                  </a:cubicBezTo>
                  <a:cubicBezTo>
                    <a:pt x="93984" y="11132"/>
                    <a:pt x="94076" y="11132"/>
                    <a:pt x="94167" y="11162"/>
                  </a:cubicBezTo>
                  <a:cubicBezTo>
                    <a:pt x="94181" y="11169"/>
                    <a:pt x="94194" y="11173"/>
                    <a:pt x="94204" y="11173"/>
                  </a:cubicBezTo>
                  <a:cubicBezTo>
                    <a:pt x="94239" y="11173"/>
                    <a:pt x="94251" y="11133"/>
                    <a:pt x="94228" y="11041"/>
                  </a:cubicBezTo>
                  <a:lnTo>
                    <a:pt x="94228" y="10980"/>
                  </a:lnTo>
                  <a:lnTo>
                    <a:pt x="94197" y="10858"/>
                  </a:lnTo>
                  <a:cubicBezTo>
                    <a:pt x="94076" y="10858"/>
                    <a:pt x="93954" y="10858"/>
                    <a:pt x="93832" y="10797"/>
                  </a:cubicBezTo>
                  <a:lnTo>
                    <a:pt x="93832" y="10767"/>
                  </a:lnTo>
                  <a:lnTo>
                    <a:pt x="93802" y="10615"/>
                  </a:lnTo>
                  <a:cubicBezTo>
                    <a:pt x="93775" y="10642"/>
                    <a:pt x="93735" y="10657"/>
                    <a:pt x="93697" y="10657"/>
                  </a:cubicBezTo>
                  <a:cubicBezTo>
                    <a:pt x="93650" y="10657"/>
                    <a:pt x="93606" y="10635"/>
                    <a:pt x="93589" y="10585"/>
                  </a:cubicBezTo>
                  <a:lnTo>
                    <a:pt x="93559" y="10585"/>
                  </a:lnTo>
                  <a:cubicBezTo>
                    <a:pt x="93376" y="10585"/>
                    <a:pt x="93437" y="10463"/>
                    <a:pt x="93376" y="10433"/>
                  </a:cubicBezTo>
                  <a:lnTo>
                    <a:pt x="93346" y="10402"/>
                  </a:lnTo>
                  <a:cubicBezTo>
                    <a:pt x="93285" y="10402"/>
                    <a:pt x="93012" y="10372"/>
                    <a:pt x="93012" y="10311"/>
                  </a:cubicBezTo>
                  <a:cubicBezTo>
                    <a:pt x="93012" y="10220"/>
                    <a:pt x="93042" y="10129"/>
                    <a:pt x="93073" y="10037"/>
                  </a:cubicBezTo>
                  <a:cubicBezTo>
                    <a:pt x="93076" y="10034"/>
                    <a:pt x="93082" y="10033"/>
                    <a:pt x="93089" y="10033"/>
                  </a:cubicBezTo>
                  <a:cubicBezTo>
                    <a:pt x="93149" y="10033"/>
                    <a:pt x="93326" y="10129"/>
                    <a:pt x="93407" y="10129"/>
                  </a:cubicBezTo>
                  <a:cubicBezTo>
                    <a:pt x="93620" y="10129"/>
                    <a:pt x="93802" y="10129"/>
                    <a:pt x="94015" y="10159"/>
                  </a:cubicBezTo>
                  <a:cubicBezTo>
                    <a:pt x="94159" y="10221"/>
                    <a:pt x="94317" y="10255"/>
                    <a:pt x="94480" y="10270"/>
                  </a:cubicBezTo>
                  <a:lnTo>
                    <a:pt x="94480" y="10270"/>
                  </a:lnTo>
                  <a:cubicBezTo>
                    <a:pt x="94414" y="10234"/>
                    <a:pt x="94361" y="10194"/>
                    <a:pt x="94349" y="10159"/>
                  </a:cubicBezTo>
                  <a:cubicBezTo>
                    <a:pt x="94334" y="10098"/>
                    <a:pt x="94334" y="10068"/>
                    <a:pt x="94345" y="10068"/>
                  </a:cubicBezTo>
                  <a:cubicBezTo>
                    <a:pt x="94357" y="10068"/>
                    <a:pt x="94380" y="10098"/>
                    <a:pt x="94410" y="10159"/>
                  </a:cubicBezTo>
                  <a:lnTo>
                    <a:pt x="94501" y="10189"/>
                  </a:lnTo>
                  <a:lnTo>
                    <a:pt x="94562" y="10220"/>
                  </a:lnTo>
                  <a:cubicBezTo>
                    <a:pt x="94668" y="10174"/>
                    <a:pt x="94737" y="10151"/>
                    <a:pt x="94771" y="10151"/>
                  </a:cubicBezTo>
                  <a:cubicBezTo>
                    <a:pt x="94805" y="10151"/>
                    <a:pt x="94805" y="10174"/>
                    <a:pt x="94775" y="10220"/>
                  </a:cubicBezTo>
                  <a:lnTo>
                    <a:pt x="94775" y="10271"/>
                  </a:lnTo>
                  <a:lnTo>
                    <a:pt x="94775" y="10271"/>
                  </a:lnTo>
                  <a:cubicBezTo>
                    <a:pt x="94883" y="10253"/>
                    <a:pt x="94990" y="10238"/>
                    <a:pt x="95090" y="10238"/>
                  </a:cubicBezTo>
                  <a:cubicBezTo>
                    <a:pt x="95139" y="10238"/>
                    <a:pt x="95186" y="10241"/>
                    <a:pt x="95231" y="10250"/>
                  </a:cubicBezTo>
                  <a:cubicBezTo>
                    <a:pt x="95322" y="10281"/>
                    <a:pt x="95413" y="10311"/>
                    <a:pt x="95504" y="10311"/>
                  </a:cubicBezTo>
                  <a:cubicBezTo>
                    <a:pt x="95530" y="10285"/>
                    <a:pt x="95553" y="10276"/>
                    <a:pt x="95576" y="10276"/>
                  </a:cubicBezTo>
                  <a:cubicBezTo>
                    <a:pt x="95623" y="10276"/>
                    <a:pt x="95666" y="10316"/>
                    <a:pt x="95717" y="10316"/>
                  </a:cubicBezTo>
                  <a:cubicBezTo>
                    <a:pt x="95727" y="10316"/>
                    <a:pt x="95737" y="10315"/>
                    <a:pt x="95747" y="10311"/>
                  </a:cubicBezTo>
                  <a:lnTo>
                    <a:pt x="95808" y="10281"/>
                  </a:lnTo>
                  <a:cubicBezTo>
                    <a:pt x="95869" y="10250"/>
                    <a:pt x="95778" y="10129"/>
                    <a:pt x="95747" y="10098"/>
                  </a:cubicBezTo>
                  <a:cubicBezTo>
                    <a:pt x="95717" y="10037"/>
                    <a:pt x="95626" y="9825"/>
                    <a:pt x="95717" y="9794"/>
                  </a:cubicBezTo>
                  <a:cubicBezTo>
                    <a:pt x="95808" y="9764"/>
                    <a:pt x="95717" y="9338"/>
                    <a:pt x="95656" y="9217"/>
                  </a:cubicBezTo>
                  <a:cubicBezTo>
                    <a:pt x="95595" y="9065"/>
                    <a:pt x="95565" y="8822"/>
                    <a:pt x="95656" y="8822"/>
                  </a:cubicBezTo>
                  <a:cubicBezTo>
                    <a:pt x="95778" y="8822"/>
                    <a:pt x="95899" y="8791"/>
                    <a:pt x="96021" y="8761"/>
                  </a:cubicBezTo>
                  <a:lnTo>
                    <a:pt x="96051" y="8639"/>
                  </a:lnTo>
                  <a:lnTo>
                    <a:pt x="96051" y="8578"/>
                  </a:lnTo>
                  <a:cubicBezTo>
                    <a:pt x="96051" y="8497"/>
                    <a:pt x="96105" y="8457"/>
                    <a:pt x="96186" y="8457"/>
                  </a:cubicBezTo>
                  <a:cubicBezTo>
                    <a:pt x="96227" y="8457"/>
                    <a:pt x="96274" y="8467"/>
                    <a:pt x="96325" y="8487"/>
                  </a:cubicBezTo>
                  <a:lnTo>
                    <a:pt x="96538" y="8487"/>
                  </a:lnTo>
                  <a:cubicBezTo>
                    <a:pt x="96659" y="8427"/>
                    <a:pt x="96659" y="8335"/>
                    <a:pt x="96538" y="8305"/>
                  </a:cubicBezTo>
                  <a:lnTo>
                    <a:pt x="96416" y="8244"/>
                  </a:lnTo>
                  <a:cubicBezTo>
                    <a:pt x="96386" y="8244"/>
                    <a:pt x="96355" y="8214"/>
                    <a:pt x="96355" y="8153"/>
                  </a:cubicBezTo>
                  <a:cubicBezTo>
                    <a:pt x="96386" y="8123"/>
                    <a:pt x="96416" y="8092"/>
                    <a:pt x="96446" y="8092"/>
                  </a:cubicBezTo>
                  <a:cubicBezTo>
                    <a:pt x="96468" y="8098"/>
                    <a:pt x="96489" y="8100"/>
                    <a:pt x="96508" y="8100"/>
                  </a:cubicBezTo>
                  <a:cubicBezTo>
                    <a:pt x="96600" y="8100"/>
                    <a:pt x="96675" y="8046"/>
                    <a:pt x="96750" y="7971"/>
                  </a:cubicBezTo>
                  <a:cubicBezTo>
                    <a:pt x="96781" y="7940"/>
                    <a:pt x="96781" y="7910"/>
                    <a:pt x="96750" y="7879"/>
                  </a:cubicBezTo>
                  <a:cubicBezTo>
                    <a:pt x="96690" y="7849"/>
                    <a:pt x="96659" y="7849"/>
                    <a:pt x="96598" y="7849"/>
                  </a:cubicBezTo>
                  <a:lnTo>
                    <a:pt x="96568" y="7849"/>
                  </a:lnTo>
                  <a:cubicBezTo>
                    <a:pt x="96564" y="7853"/>
                    <a:pt x="96560" y="7855"/>
                    <a:pt x="96555" y="7855"/>
                  </a:cubicBezTo>
                  <a:cubicBezTo>
                    <a:pt x="96523" y="7855"/>
                    <a:pt x="96477" y="7772"/>
                    <a:pt x="96477" y="7667"/>
                  </a:cubicBezTo>
                  <a:lnTo>
                    <a:pt x="96325" y="7575"/>
                  </a:lnTo>
                  <a:cubicBezTo>
                    <a:pt x="96234" y="7545"/>
                    <a:pt x="96234" y="7484"/>
                    <a:pt x="96173" y="7393"/>
                  </a:cubicBezTo>
                  <a:cubicBezTo>
                    <a:pt x="96120" y="7287"/>
                    <a:pt x="96182" y="7205"/>
                    <a:pt x="96299" y="7205"/>
                  </a:cubicBezTo>
                  <a:cubicBezTo>
                    <a:pt x="96316" y="7205"/>
                    <a:pt x="96335" y="7207"/>
                    <a:pt x="96355" y="7211"/>
                  </a:cubicBezTo>
                  <a:lnTo>
                    <a:pt x="96416" y="7211"/>
                  </a:lnTo>
                  <a:cubicBezTo>
                    <a:pt x="96446" y="7180"/>
                    <a:pt x="96234" y="6846"/>
                    <a:pt x="96112" y="6846"/>
                  </a:cubicBezTo>
                  <a:lnTo>
                    <a:pt x="95231" y="6846"/>
                  </a:lnTo>
                  <a:cubicBezTo>
                    <a:pt x="95109" y="6846"/>
                    <a:pt x="95048" y="6694"/>
                    <a:pt x="95048" y="6633"/>
                  </a:cubicBezTo>
                  <a:cubicBezTo>
                    <a:pt x="95048" y="6572"/>
                    <a:pt x="95291" y="6542"/>
                    <a:pt x="95383" y="6512"/>
                  </a:cubicBezTo>
                  <a:cubicBezTo>
                    <a:pt x="95443" y="6512"/>
                    <a:pt x="95383" y="6481"/>
                    <a:pt x="95200" y="6451"/>
                  </a:cubicBezTo>
                  <a:lnTo>
                    <a:pt x="95018" y="6451"/>
                  </a:lnTo>
                  <a:cubicBezTo>
                    <a:pt x="94835" y="6420"/>
                    <a:pt x="94714" y="6238"/>
                    <a:pt x="94775" y="6025"/>
                  </a:cubicBezTo>
                  <a:lnTo>
                    <a:pt x="94835" y="5904"/>
                  </a:lnTo>
                  <a:cubicBezTo>
                    <a:pt x="94835" y="5752"/>
                    <a:pt x="94714" y="5417"/>
                    <a:pt x="94744" y="5357"/>
                  </a:cubicBezTo>
                  <a:cubicBezTo>
                    <a:pt x="94775" y="5296"/>
                    <a:pt x="94714" y="5205"/>
                    <a:pt x="94592" y="5174"/>
                  </a:cubicBezTo>
                  <a:lnTo>
                    <a:pt x="94532" y="5113"/>
                  </a:lnTo>
                  <a:cubicBezTo>
                    <a:pt x="94519" y="5101"/>
                    <a:pt x="94507" y="5096"/>
                    <a:pt x="94496" y="5096"/>
                  </a:cubicBezTo>
                  <a:cubicBezTo>
                    <a:pt x="94446" y="5096"/>
                    <a:pt x="94404" y="5191"/>
                    <a:pt x="94357" y="5191"/>
                  </a:cubicBezTo>
                  <a:cubicBezTo>
                    <a:pt x="94335" y="5191"/>
                    <a:pt x="94313" y="5171"/>
                    <a:pt x="94288" y="5113"/>
                  </a:cubicBezTo>
                  <a:lnTo>
                    <a:pt x="94258" y="5053"/>
                  </a:lnTo>
                  <a:cubicBezTo>
                    <a:pt x="94197" y="4992"/>
                    <a:pt x="94106" y="4961"/>
                    <a:pt x="94015" y="4901"/>
                  </a:cubicBezTo>
                  <a:cubicBezTo>
                    <a:pt x="94106" y="4870"/>
                    <a:pt x="94228" y="4809"/>
                    <a:pt x="94349" y="4779"/>
                  </a:cubicBezTo>
                  <a:cubicBezTo>
                    <a:pt x="94440" y="4779"/>
                    <a:pt x="94410" y="4171"/>
                    <a:pt x="94319" y="3989"/>
                  </a:cubicBezTo>
                  <a:cubicBezTo>
                    <a:pt x="94246" y="3820"/>
                    <a:pt x="94403" y="3766"/>
                    <a:pt x="94532" y="3766"/>
                  </a:cubicBezTo>
                  <a:cubicBezTo>
                    <a:pt x="94566" y="3766"/>
                    <a:pt x="94598" y="3770"/>
                    <a:pt x="94623" y="3776"/>
                  </a:cubicBezTo>
                  <a:cubicBezTo>
                    <a:pt x="94657" y="3793"/>
                    <a:pt x="94686" y="3800"/>
                    <a:pt x="94710" y="3800"/>
                  </a:cubicBezTo>
                  <a:cubicBezTo>
                    <a:pt x="94774" y="3800"/>
                    <a:pt x="94805" y="3751"/>
                    <a:pt x="94805" y="3685"/>
                  </a:cubicBezTo>
                  <a:lnTo>
                    <a:pt x="94775" y="3624"/>
                  </a:lnTo>
                  <a:lnTo>
                    <a:pt x="94714" y="3563"/>
                  </a:lnTo>
                  <a:cubicBezTo>
                    <a:pt x="94623" y="3502"/>
                    <a:pt x="94562" y="3411"/>
                    <a:pt x="94532" y="3320"/>
                  </a:cubicBezTo>
                  <a:cubicBezTo>
                    <a:pt x="94562" y="3290"/>
                    <a:pt x="94471" y="3290"/>
                    <a:pt x="94380" y="3290"/>
                  </a:cubicBezTo>
                  <a:lnTo>
                    <a:pt x="94319" y="3290"/>
                  </a:lnTo>
                  <a:cubicBezTo>
                    <a:pt x="94288" y="3290"/>
                    <a:pt x="94288" y="3320"/>
                    <a:pt x="94288" y="3320"/>
                  </a:cubicBezTo>
                  <a:cubicBezTo>
                    <a:pt x="94268" y="3320"/>
                    <a:pt x="94234" y="3334"/>
                    <a:pt x="94214" y="3334"/>
                  </a:cubicBezTo>
                  <a:cubicBezTo>
                    <a:pt x="94204" y="3334"/>
                    <a:pt x="94197" y="3330"/>
                    <a:pt x="94197" y="3320"/>
                  </a:cubicBezTo>
                  <a:lnTo>
                    <a:pt x="94197" y="3259"/>
                  </a:lnTo>
                  <a:lnTo>
                    <a:pt x="94258" y="3198"/>
                  </a:lnTo>
                  <a:cubicBezTo>
                    <a:pt x="94349" y="3168"/>
                    <a:pt x="94410" y="3138"/>
                    <a:pt x="94410" y="3107"/>
                  </a:cubicBezTo>
                  <a:cubicBezTo>
                    <a:pt x="94410" y="3077"/>
                    <a:pt x="94380" y="3077"/>
                    <a:pt x="94349" y="3077"/>
                  </a:cubicBezTo>
                  <a:lnTo>
                    <a:pt x="94258" y="3077"/>
                  </a:lnTo>
                  <a:cubicBezTo>
                    <a:pt x="94197" y="2955"/>
                    <a:pt x="94136" y="2834"/>
                    <a:pt x="94136" y="2712"/>
                  </a:cubicBezTo>
                  <a:lnTo>
                    <a:pt x="94106" y="2560"/>
                  </a:lnTo>
                  <a:lnTo>
                    <a:pt x="94106" y="2469"/>
                  </a:lnTo>
                  <a:cubicBezTo>
                    <a:pt x="94106" y="2347"/>
                    <a:pt x="94136" y="2256"/>
                    <a:pt x="94197" y="2135"/>
                  </a:cubicBezTo>
                  <a:lnTo>
                    <a:pt x="94045" y="2104"/>
                  </a:lnTo>
                  <a:cubicBezTo>
                    <a:pt x="94076" y="2043"/>
                    <a:pt x="94045" y="1983"/>
                    <a:pt x="93984" y="1952"/>
                  </a:cubicBezTo>
                  <a:lnTo>
                    <a:pt x="93650" y="1800"/>
                  </a:lnTo>
                  <a:lnTo>
                    <a:pt x="93620" y="1739"/>
                  </a:lnTo>
                  <a:cubicBezTo>
                    <a:pt x="93589" y="1557"/>
                    <a:pt x="93346" y="1557"/>
                    <a:pt x="93316" y="1466"/>
                  </a:cubicBezTo>
                  <a:lnTo>
                    <a:pt x="93255" y="1314"/>
                  </a:lnTo>
                  <a:cubicBezTo>
                    <a:pt x="93042" y="1223"/>
                    <a:pt x="92769" y="1162"/>
                    <a:pt x="92525" y="1132"/>
                  </a:cubicBezTo>
                  <a:cubicBezTo>
                    <a:pt x="92509" y="1137"/>
                    <a:pt x="92492" y="1139"/>
                    <a:pt x="92475" y="1139"/>
                  </a:cubicBezTo>
                  <a:cubicBezTo>
                    <a:pt x="92393" y="1139"/>
                    <a:pt x="92302" y="1085"/>
                    <a:pt x="92252" y="1010"/>
                  </a:cubicBezTo>
                  <a:cubicBezTo>
                    <a:pt x="92252" y="980"/>
                    <a:pt x="92130" y="980"/>
                    <a:pt x="92100" y="980"/>
                  </a:cubicBezTo>
                  <a:cubicBezTo>
                    <a:pt x="92097" y="982"/>
                    <a:pt x="92092" y="984"/>
                    <a:pt x="92084" y="984"/>
                  </a:cubicBezTo>
                  <a:cubicBezTo>
                    <a:pt x="92010" y="984"/>
                    <a:pt x="91721" y="858"/>
                    <a:pt x="91583" y="858"/>
                  </a:cubicBezTo>
                  <a:lnTo>
                    <a:pt x="91249" y="858"/>
                  </a:lnTo>
                  <a:cubicBezTo>
                    <a:pt x="91203" y="881"/>
                    <a:pt x="91051" y="939"/>
                    <a:pt x="90981" y="939"/>
                  </a:cubicBezTo>
                  <a:cubicBezTo>
                    <a:pt x="90959" y="939"/>
                    <a:pt x="90945" y="933"/>
                    <a:pt x="90945" y="919"/>
                  </a:cubicBezTo>
                  <a:cubicBezTo>
                    <a:pt x="90963" y="864"/>
                    <a:pt x="90927" y="853"/>
                    <a:pt x="90888" y="853"/>
                  </a:cubicBezTo>
                  <a:cubicBezTo>
                    <a:pt x="90862" y="853"/>
                    <a:pt x="90835" y="858"/>
                    <a:pt x="90823" y="858"/>
                  </a:cubicBezTo>
                  <a:cubicBezTo>
                    <a:pt x="90811" y="864"/>
                    <a:pt x="90793" y="867"/>
                    <a:pt x="90771" y="867"/>
                  </a:cubicBezTo>
                  <a:cubicBezTo>
                    <a:pt x="90683" y="867"/>
                    <a:pt x="90538" y="828"/>
                    <a:pt x="90489" y="828"/>
                  </a:cubicBezTo>
                  <a:cubicBezTo>
                    <a:pt x="90307" y="828"/>
                    <a:pt x="90124" y="797"/>
                    <a:pt x="89942" y="767"/>
                  </a:cubicBezTo>
                  <a:cubicBezTo>
                    <a:pt x="89820" y="706"/>
                    <a:pt x="89607" y="645"/>
                    <a:pt x="89425" y="615"/>
                  </a:cubicBezTo>
                  <a:lnTo>
                    <a:pt x="89334" y="463"/>
                  </a:lnTo>
                  <a:cubicBezTo>
                    <a:pt x="89334" y="402"/>
                    <a:pt x="89151" y="372"/>
                    <a:pt x="89121" y="372"/>
                  </a:cubicBezTo>
                  <a:cubicBezTo>
                    <a:pt x="89060" y="372"/>
                    <a:pt x="88969" y="432"/>
                    <a:pt x="88939" y="432"/>
                  </a:cubicBezTo>
                  <a:cubicBezTo>
                    <a:pt x="88787" y="402"/>
                    <a:pt x="89000" y="341"/>
                    <a:pt x="88939" y="311"/>
                  </a:cubicBezTo>
                  <a:cubicBezTo>
                    <a:pt x="88834" y="258"/>
                    <a:pt x="88683" y="183"/>
                    <a:pt x="88586" y="183"/>
                  </a:cubicBezTo>
                  <a:cubicBezTo>
                    <a:pt x="88570" y="183"/>
                    <a:pt x="88556" y="185"/>
                    <a:pt x="88544" y="189"/>
                  </a:cubicBezTo>
                  <a:cubicBezTo>
                    <a:pt x="88483" y="220"/>
                    <a:pt x="88422" y="235"/>
                    <a:pt x="88361" y="235"/>
                  </a:cubicBezTo>
                  <a:cubicBezTo>
                    <a:pt x="88300" y="235"/>
                    <a:pt x="88240" y="220"/>
                    <a:pt x="88179" y="189"/>
                  </a:cubicBezTo>
                  <a:cubicBezTo>
                    <a:pt x="88036" y="118"/>
                    <a:pt x="87894" y="89"/>
                    <a:pt x="87751" y="89"/>
                  </a:cubicBezTo>
                  <a:cubicBezTo>
                    <a:pt x="87651" y="89"/>
                    <a:pt x="87550" y="103"/>
                    <a:pt x="87449" y="129"/>
                  </a:cubicBezTo>
                  <a:lnTo>
                    <a:pt x="87237" y="189"/>
                  </a:lnTo>
                  <a:cubicBezTo>
                    <a:pt x="87202" y="155"/>
                    <a:pt x="87168" y="138"/>
                    <a:pt x="87137" y="138"/>
                  </a:cubicBezTo>
                  <a:cubicBezTo>
                    <a:pt x="87086" y="138"/>
                    <a:pt x="87043" y="186"/>
                    <a:pt x="87024" y="280"/>
                  </a:cubicBezTo>
                  <a:lnTo>
                    <a:pt x="86811" y="159"/>
                  </a:lnTo>
                  <a:lnTo>
                    <a:pt x="86689" y="68"/>
                  </a:lnTo>
                  <a:cubicBezTo>
                    <a:pt x="86641" y="60"/>
                    <a:pt x="86592" y="56"/>
                    <a:pt x="86543" y="56"/>
                  </a:cubicBezTo>
                  <a:cubicBezTo>
                    <a:pt x="86411" y="56"/>
                    <a:pt x="86284" y="84"/>
                    <a:pt x="86173" y="129"/>
                  </a:cubicBezTo>
                  <a:cubicBezTo>
                    <a:pt x="86173" y="144"/>
                    <a:pt x="86112" y="151"/>
                    <a:pt x="86044" y="151"/>
                  </a:cubicBezTo>
                  <a:cubicBezTo>
                    <a:pt x="85975" y="151"/>
                    <a:pt x="85899" y="144"/>
                    <a:pt x="85869" y="129"/>
                  </a:cubicBezTo>
                  <a:cubicBezTo>
                    <a:pt x="85778" y="68"/>
                    <a:pt x="85686" y="68"/>
                    <a:pt x="85595" y="68"/>
                  </a:cubicBezTo>
                  <a:cubicBezTo>
                    <a:pt x="85555" y="68"/>
                    <a:pt x="85433" y="41"/>
                    <a:pt x="85375" y="41"/>
                  </a:cubicBezTo>
                  <a:cubicBezTo>
                    <a:pt x="85345" y="41"/>
                    <a:pt x="85332" y="47"/>
                    <a:pt x="85352" y="68"/>
                  </a:cubicBezTo>
                  <a:cubicBezTo>
                    <a:pt x="85364" y="104"/>
                    <a:pt x="85343" y="116"/>
                    <a:pt x="85310" y="116"/>
                  </a:cubicBezTo>
                  <a:cubicBezTo>
                    <a:pt x="85258" y="116"/>
                    <a:pt x="85176" y="86"/>
                    <a:pt x="85139" y="68"/>
                  </a:cubicBezTo>
                  <a:cubicBezTo>
                    <a:pt x="85087" y="68"/>
                    <a:pt x="84923" y="1"/>
                    <a:pt x="84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1"/>
            <p:cNvSpPr/>
            <p:nvPr/>
          </p:nvSpPr>
          <p:spPr>
            <a:xfrm rot="-5400000">
              <a:off x="7317875" y="2684950"/>
              <a:ext cx="2419525" cy="550500"/>
            </a:xfrm>
            <a:custGeom>
              <a:rect b="b" l="l" r="r" t="t"/>
              <a:pathLst>
                <a:path extrusionOk="0" h="22020" w="96781">
                  <a:moveTo>
                    <a:pt x="92586" y="9703"/>
                  </a:moveTo>
                  <a:cubicBezTo>
                    <a:pt x="92677" y="9825"/>
                    <a:pt x="92860" y="10098"/>
                    <a:pt x="92890" y="10189"/>
                  </a:cubicBezTo>
                  <a:cubicBezTo>
                    <a:pt x="92935" y="10234"/>
                    <a:pt x="92914" y="10262"/>
                    <a:pt x="92864" y="10262"/>
                  </a:cubicBezTo>
                  <a:cubicBezTo>
                    <a:pt x="92846" y="10262"/>
                    <a:pt x="92823" y="10258"/>
                    <a:pt x="92799" y="10250"/>
                  </a:cubicBezTo>
                  <a:cubicBezTo>
                    <a:pt x="92723" y="10225"/>
                    <a:pt x="92454" y="10071"/>
                    <a:pt x="92315" y="10004"/>
                  </a:cubicBezTo>
                  <a:lnTo>
                    <a:pt x="92315" y="10004"/>
                  </a:lnTo>
                  <a:lnTo>
                    <a:pt x="92434" y="9885"/>
                  </a:lnTo>
                  <a:lnTo>
                    <a:pt x="92586" y="9703"/>
                  </a:lnTo>
                  <a:close/>
                  <a:moveTo>
                    <a:pt x="94480" y="10270"/>
                  </a:moveTo>
                  <a:cubicBezTo>
                    <a:pt x="94584" y="10326"/>
                    <a:pt x="94719" y="10372"/>
                    <a:pt x="94775" y="10372"/>
                  </a:cubicBezTo>
                  <a:lnTo>
                    <a:pt x="94775" y="10281"/>
                  </a:lnTo>
                  <a:lnTo>
                    <a:pt x="94775" y="10271"/>
                  </a:lnTo>
                  <a:lnTo>
                    <a:pt x="94775" y="10271"/>
                  </a:lnTo>
                  <a:cubicBezTo>
                    <a:pt x="94754" y="10274"/>
                    <a:pt x="94734" y="10277"/>
                    <a:pt x="94714" y="10281"/>
                  </a:cubicBezTo>
                  <a:cubicBezTo>
                    <a:pt x="94636" y="10281"/>
                    <a:pt x="94557" y="10277"/>
                    <a:pt x="94480" y="10270"/>
                  </a:cubicBezTo>
                  <a:close/>
                  <a:moveTo>
                    <a:pt x="2716" y="13949"/>
                  </a:moveTo>
                  <a:cubicBezTo>
                    <a:pt x="2736" y="13949"/>
                    <a:pt x="2754" y="13964"/>
                    <a:pt x="2767" y="13989"/>
                  </a:cubicBezTo>
                  <a:lnTo>
                    <a:pt x="2767" y="14050"/>
                  </a:lnTo>
                  <a:cubicBezTo>
                    <a:pt x="2736" y="14141"/>
                    <a:pt x="2797" y="14232"/>
                    <a:pt x="2949" y="14232"/>
                  </a:cubicBezTo>
                  <a:cubicBezTo>
                    <a:pt x="2949" y="14293"/>
                    <a:pt x="2919" y="14323"/>
                    <a:pt x="2828" y="14323"/>
                  </a:cubicBezTo>
                  <a:cubicBezTo>
                    <a:pt x="2767" y="14323"/>
                    <a:pt x="2554" y="14141"/>
                    <a:pt x="2615" y="14050"/>
                  </a:cubicBezTo>
                  <a:cubicBezTo>
                    <a:pt x="2651" y="13978"/>
                    <a:pt x="2686" y="13949"/>
                    <a:pt x="2716" y="13949"/>
                  </a:cubicBezTo>
                  <a:close/>
                  <a:moveTo>
                    <a:pt x="1259" y="15985"/>
                  </a:moveTo>
                  <a:cubicBezTo>
                    <a:pt x="1298" y="15985"/>
                    <a:pt x="1318" y="16025"/>
                    <a:pt x="1338" y="16025"/>
                  </a:cubicBezTo>
                  <a:lnTo>
                    <a:pt x="1399" y="16056"/>
                  </a:lnTo>
                  <a:cubicBezTo>
                    <a:pt x="1460" y="16086"/>
                    <a:pt x="1521" y="16117"/>
                    <a:pt x="1521" y="16147"/>
                  </a:cubicBezTo>
                  <a:lnTo>
                    <a:pt x="1521" y="16177"/>
                  </a:lnTo>
                  <a:cubicBezTo>
                    <a:pt x="1460" y="16238"/>
                    <a:pt x="1399" y="16390"/>
                    <a:pt x="1308" y="16390"/>
                  </a:cubicBezTo>
                  <a:cubicBezTo>
                    <a:pt x="1126" y="16390"/>
                    <a:pt x="1308" y="16238"/>
                    <a:pt x="1186" y="16177"/>
                  </a:cubicBezTo>
                  <a:cubicBezTo>
                    <a:pt x="1095" y="16086"/>
                    <a:pt x="1126" y="16086"/>
                    <a:pt x="1186" y="16025"/>
                  </a:cubicBezTo>
                  <a:cubicBezTo>
                    <a:pt x="1217" y="15995"/>
                    <a:pt x="1240" y="15985"/>
                    <a:pt x="1259" y="15985"/>
                  </a:cubicBezTo>
                  <a:close/>
                  <a:moveTo>
                    <a:pt x="29837" y="20641"/>
                  </a:moveTo>
                  <a:cubicBezTo>
                    <a:pt x="29855" y="20641"/>
                    <a:pt x="29870" y="20642"/>
                    <a:pt x="29880" y="20646"/>
                  </a:cubicBezTo>
                  <a:cubicBezTo>
                    <a:pt x="29971" y="20646"/>
                    <a:pt x="30001" y="20737"/>
                    <a:pt x="29941" y="20798"/>
                  </a:cubicBezTo>
                  <a:lnTo>
                    <a:pt x="29880" y="20858"/>
                  </a:lnTo>
                  <a:cubicBezTo>
                    <a:pt x="29849" y="20889"/>
                    <a:pt x="29789" y="20889"/>
                    <a:pt x="29789" y="20889"/>
                  </a:cubicBezTo>
                  <a:lnTo>
                    <a:pt x="29667" y="20767"/>
                  </a:lnTo>
                  <a:cubicBezTo>
                    <a:pt x="29576" y="20798"/>
                    <a:pt x="29492" y="20813"/>
                    <a:pt x="29409" y="20813"/>
                  </a:cubicBezTo>
                  <a:cubicBezTo>
                    <a:pt x="29325" y="20813"/>
                    <a:pt x="29242" y="20798"/>
                    <a:pt x="29150" y="20767"/>
                  </a:cubicBezTo>
                  <a:cubicBezTo>
                    <a:pt x="29120" y="20737"/>
                    <a:pt x="29090" y="20676"/>
                    <a:pt x="29090" y="20676"/>
                  </a:cubicBezTo>
                  <a:cubicBezTo>
                    <a:pt x="29107" y="20667"/>
                    <a:pt x="29125" y="20663"/>
                    <a:pt x="29143" y="20663"/>
                  </a:cubicBezTo>
                  <a:cubicBezTo>
                    <a:pt x="29186" y="20663"/>
                    <a:pt x="29229" y="20685"/>
                    <a:pt x="29272" y="20706"/>
                  </a:cubicBezTo>
                  <a:lnTo>
                    <a:pt x="29302" y="20706"/>
                  </a:lnTo>
                  <a:cubicBezTo>
                    <a:pt x="29309" y="20710"/>
                    <a:pt x="29321" y="20711"/>
                    <a:pt x="29336" y="20711"/>
                  </a:cubicBezTo>
                  <a:cubicBezTo>
                    <a:pt x="29440" y="20711"/>
                    <a:pt x="29715" y="20641"/>
                    <a:pt x="29837" y="20641"/>
                  </a:cubicBezTo>
                  <a:close/>
                  <a:moveTo>
                    <a:pt x="25655" y="20767"/>
                  </a:moveTo>
                  <a:lnTo>
                    <a:pt x="25837" y="20919"/>
                  </a:lnTo>
                  <a:lnTo>
                    <a:pt x="25868" y="20919"/>
                  </a:lnTo>
                  <a:cubicBezTo>
                    <a:pt x="25891" y="20907"/>
                    <a:pt x="25912" y="20903"/>
                    <a:pt x="25931" y="20903"/>
                  </a:cubicBezTo>
                  <a:cubicBezTo>
                    <a:pt x="26010" y="20903"/>
                    <a:pt x="26050" y="20991"/>
                    <a:pt x="26050" y="21041"/>
                  </a:cubicBezTo>
                  <a:cubicBezTo>
                    <a:pt x="26050" y="21060"/>
                    <a:pt x="26032" y="21067"/>
                    <a:pt x="26006" y="21067"/>
                  </a:cubicBezTo>
                  <a:cubicBezTo>
                    <a:pt x="25949" y="21067"/>
                    <a:pt x="25849" y="21031"/>
                    <a:pt x="25807" y="21010"/>
                  </a:cubicBezTo>
                  <a:cubicBezTo>
                    <a:pt x="25685" y="20949"/>
                    <a:pt x="25564" y="20889"/>
                    <a:pt x="25442" y="20858"/>
                  </a:cubicBezTo>
                  <a:cubicBezTo>
                    <a:pt x="25351" y="20858"/>
                    <a:pt x="25442" y="20798"/>
                    <a:pt x="25655" y="20767"/>
                  </a:cubicBezTo>
                  <a:close/>
                  <a:moveTo>
                    <a:pt x="26719" y="20767"/>
                  </a:moveTo>
                  <a:cubicBezTo>
                    <a:pt x="26840" y="20798"/>
                    <a:pt x="26962" y="20798"/>
                    <a:pt x="27114" y="20798"/>
                  </a:cubicBezTo>
                  <a:cubicBezTo>
                    <a:pt x="27154" y="20798"/>
                    <a:pt x="27289" y="20770"/>
                    <a:pt x="27384" y="20770"/>
                  </a:cubicBezTo>
                  <a:cubicBezTo>
                    <a:pt x="27431" y="20770"/>
                    <a:pt x="27468" y="20777"/>
                    <a:pt x="27479" y="20798"/>
                  </a:cubicBezTo>
                  <a:cubicBezTo>
                    <a:pt x="27539" y="20858"/>
                    <a:pt x="27235" y="20889"/>
                    <a:pt x="27144" y="20889"/>
                  </a:cubicBezTo>
                  <a:cubicBezTo>
                    <a:pt x="26992" y="20889"/>
                    <a:pt x="26840" y="20919"/>
                    <a:pt x="26719" y="20949"/>
                  </a:cubicBezTo>
                  <a:cubicBezTo>
                    <a:pt x="26672" y="20973"/>
                    <a:pt x="26515" y="21069"/>
                    <a:pt x="26433" y="21069"/>
                  </a:cubicBezTo>
                  <a:cubicBezTo>
                    <a:pt x="26409" y="21069"/>
                    <a:pt x="26391" y="21061"/>
                    <a:pt x="26384" y="21041"/>
                  </a:cubicBezTo>
                  <a:cubicBezTo>
                    <a:pt x="26324" y="20980"/>
                    <a:pt x="26384" y="20919"/>
                    <a:pt x="26506" y="20858"/>
                  </a:cubicBezTo>
                  <a:lnTo>
                    <a:pt x="26628" y="20798"/>
                  </a:lnTo>
                  <a:lnTo>
                    <a:pt x="26719" y="20767"/>
                  </a:lnTo>
                  <a:close/>
                  <a:moveTo>
                    <a:pt x="65615" y="20786"/>
                  </a:moveTo>
                  <a:cubicBezTo>
                    <a:pt x="65633" y="20786"/>
                    <a:pt x="65648" y="20790"/>
                    <a:pt x="65656" y="20798"/>
                  </a:cubicBezTo>
                  <a:cubicBezTo>
                    <a:pt x="65716" y="20858"/>
                    <a:pt x="65777" y="20949"/>
                    <a:pt x="65868" y="21010"/>
                  </a:cubicBezTo>
                  <a:cubicBezTo>
                    <a:pt x="65899" y="21041"/>
                    <a:pt x="65899" y="21101"/>
                    <a:pt x="65838" y="21101"/>
                  </a:cubicBezTo>
                  <a:lnTo>
                    <a:pt x="65838" y="21132"/>
                  </a:lnTo>
                  <a:cubicBezTo>
                    <a:pt x="65833" y="21135"/>
                    <a:pt x="65826" y="21136"/>
                    <a:pt x="65818" y="21136"/>
                  </a:cubicBezTo>
                  <a:cubicBezTo>
                    <a:pt x="65736" y="21136"/>
                    <a:pt x="65531" y="21000"/>
                    <a:pt x="65504" y="20889"/>
                  </a:cubicBezTo>
                  <a:cubicBezTo>
                    <a:pt x="65481" y="20820"/>
                    <a:pt x="65561" y="20786"/>
                    <a:pt x="65615" y="20786"/>
                  </a:cubicBezTo>
                  <a:close/>
                  <a:moveTo>
                    <a:pt x="48591" y="20907"/>
                  </a:moveTo>
                  <a:cubicBezTo>
                    <a:pt x="48616" y="20907"/>
                    <a:pt x="48640" y="20911"/>
                    <a:pt x="48664" y="20919"/>
                  </a:cubicBezTo>
                  <a:cubicBezTo>
                    <a:pt x="48816" y="20919"/>
                    <a:pt x="48847" y="21101"/>
                    <a:pt x="48756" y="21132"/>
                  </a:cubicBezTo>
                  <a:cubicBezTo>
                    <a:pt x="48677" y="21158"/>
                    <a:pt x="48531" y="21229"/>
                    <a:pt x="48453" y="21229"/>
                  </a:cubicBezTo>
                  <a:cubicBezTo>
                    <a:pt x="48441" y="21229"/>
                    <a:pt x="48430" y="21227"/>
                    <a:pt x="48421" y="21223"/>
                  </a:cubicBezTo>
                  <a:cubicBezTo>
                    <a:pt x="48391" y="21162"/>
                    <a:pt x="48391" y="21101"/>
                    <a:pt x="48421" y="21041"/>
                  </a:cubicBezTo>
                  <a:lnTo>
                    <a:pt x="48391" y="20980"/>
                  </a:lnTo>
                  <a:cubicBezTo>
                    <a:pt x="48458" y="20935"/>
                    <a:pt x="48524" y="20907"/>
                    <a:pt x="48591" y="20907"/>
                  </a:cubicBezTo>
                  <a:close/>
                  <a:moveTo>
                    <a:pt x="35017" y="21132"/>
                  </a:moveTo>
                  <a:lnTo>
                    <a:pt x="35017" y="21162"/>
                  </a:lnTo>
                  <a:cubicBezTo>
                    <a:pt x="35108" y="21193"/>
                    <a:pt x="35169" y="21253"/>
                    <a:pt x="35230" y="21345"/>
                  </a:cubicBezTo>
                  <a:lnTo>
                    <a:pt x="35321" y="21375"/>
                  </a:lnTo>
                  <a:lnTo>
                    <a:pt x="35412" y="21405"/>
                  </a:lnTo>
                  <a:cubicBezTo>
                    <a:pt x="35533" y="21405"/>
                    <a:pt x="35655" y="21436"/>
                    <a:pt x="35655" y="21527"/>
                  </a:cubicBezTo>
                  <a:lnTo>
                    <a:pt x="35655" y="21557"/>
                  </a:lnTo>
                  <a:lnTo>
                    <a:pt x="35625" y="21588"/>
                  </a:lnTo>
                  <a:cubicBezTo>
                    <a:pt x="35602" y="21593"/>
                    <a:pt x="35580" y="21596"/>
                    <a:pt x="35558" y="21596"/>
                  </a:cubicBezTo>
                  <a:cubicBezTo>
                    <a:pt x="35459" y="21596"/>
                    <a:pt x="35365" y="21546"/>
                    <a:pt x="35290" y="21497"/>
                  </a:cubicBezTo>
                  <a:lnTo>
                    <a:pt x="35169" y="21436"/>
                  </a:lnTo>
                  <a:lnTo>
                    <a:pt x="35047" y="21405"/>
                  </a:lnTo>
                  <a:cubicBezTo>
                    <a:pt x="34986" y="21253"/>
                    <a:pt x="34956" y="21132"/>
                    <a:pt x="35017" y="21132"/>
                  </a:cubicBezTo>
                  <a:close/>
                  <a:moveTo>
                    <a:pt x="28938" y="20737"/>
                  </a:moveTo>
                  <a:cubicBezTo>
                    <a:pt x="29029" y="20798"/>
                    <a:pt x="29120" y="20858"/>
                    <a:pt x="29181" y="20919"/>
                  </a:cubicBezTo>
                  <a:lnTo>
                    <a:pt x="29029" y="21041"/>
                  </a:lnTo>
                  <a:cubicBezTo>
                    <a:pt x="28968" y="21071"/>
                    <a:pt x="28968" y="21193"/>
                    <a:pt x="28907" y="21284"/>
                  </a:cubicBezTo>
                  <a:lnTo>
                    <a:pt x="28877" y="21314"/>
                  </a:lnTo>
                  <a:cubicBezTo>
                    <a:pt x="28786" y="21314"/>
                    <a:pt x="28694" y="21405"/>
                    <a:pt x="28664" y="21497"/>
                  </a:cubicBezTo>
                  <a:lnTo>
                    <a:pt x="28603" y="21588"/>
                  </a:lnTo>
                  <a:cubicBezTo>
                    <a:pt x="28603" y="21649"/>
                    <a:pt x="28512" y="21649"/>
                    <a:pt x="28482" y="21649"/>
                  </a:cubicBezTo>
                  <a:lnTo>
                    <a:pt x="28390" y="21649"/>
                  </a:lnTo>
                  <a:cubicBezTo>
                    <a:pt x="28299" y="21618"/>
                    <a:pt x="28208" y="21588"/>
                    <a:pt x="28147" y="21527"/>
                  </a:cubicBezTo>
                  <a:lnTo>
                    <a:pt x="28080" y="21527"/>
                  </a:lnTo>
                  <a:lnTo>
                    <a:pt x="28178" y="21405"/>
                  </a:lnTo>
                  <a:cubicBezTo>
                    <a:pt x="28238" y="21451"/>
                    <a:pt x="28284" y="21474"/>
                    <a:pt x="28326" y="21474"/>
                  </a:cubicBezTo>
                  <a:cubicBezTo>
                    <a:pt x="28368" y="21474"/>
                    <a:pt x="28406" y="21451"/>
                    <a:pt x="28451" y="21405"/>
                  </a:cubicBezTo>
                  <a:lnTo>
                    <a:pt x="28512" y="21314"/>
                  </a:lnTo>
                  <a:cubicBezTo>
                    <a:pt x="28634" y="21314"/>
                    <a:pt x="28725" y="21010"/>
                    <a:pt x="28725" y="20919"/>
                  </a:cubicBezTo>
                  <a:cubicBezTo>
                    <a:pt x="28725" y="20798"/>
                    <a:pt x="28877" y="20737"/>
                    <a:pt x="28938" y="20737"/>
                  </a:cubicBezTo>
                  <a:close/>
                  <a:moveTo>
                    <a:pt x="31919" y="21249"/>
                  </a:moveTo>
                  <a:cubicBezTo>
                    <a:pt x="31923" y="21249"/>
                    <a:pt x="31930" y="21279"/>
                    <a:pt x="31947" y="21345"/>
                  </a:cubicBezTo>
                  <a:cubicBezTo>
                    <a:pt x="31977" y="21436"/>
                    <a:pt x="32068" y="21618"/>
                    <a:pt x="31977" y="21649"/>
                  </a:cubicBezTo>
                  <a:cubicBezTo>
                    <a:pt x="31886" y="21649"/>
                    <a:pt x="31916" y="21405"/>
                    <a:pt x="31916" y="21314"/>
                  </a:cubicBezTo>
                  <a:cubicBezTo>
                    <a:pt x="31916" y="21272"/>
                    <a:pt x="31916" y="21249"/>
                    <a:pt x="31919" y="21249"/>
                  </a:cubicBezTo>
                  <a:close/>
                  <a:moveTo>
                    <a:pt x="84859" y="1"/>
                  </a:moveTo>
                  <a:cubicBezTo>
                    <a:pt x="84848" y="1"/>
                    <a:pt x="84840" y="3"/>
                    <a:pt x="84835" y="7"/>
                  </a:cubicBezTo>
                  <a:cubicBezTo>
                    <a:pt x="84805" y="37"/>
                    <a:pt x="84744" y="37"/>
                    <a:pt x="84714" y="37"/>
                  </a:cubicBezTo>
                  <a:cubicBezTo>
                    <a:pt x="84623" y="98"/>
                    <a:pt x="84562" y="129"/>
                    <a:pt x="84501" y="189"/>
                  </a:cubicBezTo>
                  <a:lnTo>
                    <a:pt x="84319" y="129"/>
                  </a:lnTo>
                  <a:lnTo>
                    <a:pt x="84167" y="98"/>
                  </a:lnTo>
                  <a:cubicBezTo>
                    <a:pt x="84026" y="182"/>
                    <a:pt x="83808" y="345"/>
                    <a:pt x="83727" y="345"/>
                  </a:cubicBezTo>
                  <a:cubicBezTo>
                    <a:pt x="83721" y="345"/>
                    <a:pt x="83715" y="344"/>
                    <a:pt x="83711" y="341"/>
                  </a:cubicBezTo>
                  <a:cubicBezTo>
                    <a:pt x="83589" y="280"/>
                    <a:pt x="83467" y="280"/>
                    <a:pt x="83346" y="280"/>
                  </a:cubicBezTo>
                  <a:lnTo>
                    <a:pt x="83224" y="220"/>
                  </a:lnTo>
                  <a:lnTo>
                    <a:pt x="83194" y="220"/>
                  </a:lnTo>
                  <a:cubicBezTo>
                    <a:pt x="83185" y="224"/>
                    <a:pt x="83171" y="226"/>
                    <a:pt x="83153" y="226"/>
                  </a:cubicBezTo>
                  <a:cubicBezTo>
                    <a:pt x="83042" y="226"/>
                    <a:pt x="82781" y="159"/>
                    <a:pt x="82677" y="159"/>
                  </a:cubicBezTo>
                  <a:cubicBezTo>
                    <a:pt x="82586" y="189"/>
                    <a:pt x="82495" y="189"/>
                    <a:pt x="82404" y="220"/>
                  </a:cubicBezTo>
                  <a:cubicBezTo>
                    <a:pt x="82404" y="250"/>
                    <a:pt x="82434" y="341"/>
                    <a:pt x="82464" y="402"/>
                  </a:cubicBezTo>
                  <a:cubicBezTo>
                    <a:pt x="82464" y="415"/>
                    <a:pt x="82444" y="422"/>
                    <a:pt x="82406" y="422"/>
                  </a:cubicBezTo>
                  <a:cubicBezTo>
                    <a:pt x="82353" y="422"/>
                    <a:pt x="82267" y="407"/>
                    <a:pt x="82160" y="372"/>
                  </a:cubicBezTo>
                  <a:lnTo>
                    <a:pt x="82130" y="372"/>
                  </a:lnTo>
                  <a:lnTo>
                    <a:pt x="82008" y="524"/>
                  </a:lnTo>
                  <a:cubicBezTo>
                    <a:pt x="81826" y="493"/>
                    <a:pt x="81644" y="493"/>
                    <a:pt x="81613" y="493"/>
                  </a:cubicBezTo>
                  <a:cubicBezTo>
                    <a:pt x="81553" y="463"/>
                    <a:pt x="81492" y="432"/>
                    <a:pt x="81431" y="372"/>
                  </a:cubicBezTo>
                  <a:lnTo>
                    <a:pt x="81340" y="372"/>
                  </a:lnTo>
                  <a:cubicBezTo>
                    <a:pt x="81238" y="372"/>
                    <a:pt x="81124" y="345"/>
                    <a:pt x="81040" y="345"/>
                  </a:cubicBezTo>
                  <a:cubicBezTo>
                    <a:pt x="80999" y="345"/>
                    <a:pt x="80965" y="351"/>
                    <a:pt x="80945" y="372"/>
                  </a:cubicBezTo>
                  <a:lnTo>
                    <a:pt x="80793" y="524"/>
                  </a:lnTo>
                  <a:cubicBezTo>
                    <a:pt x="80746" y="500"/>
                    <a:pt x="80713" y="491"/>
                    <a:pt x="80693" y="491"/>
                  </a:cubicBezTo>
                  <a:cubicBezTo>
                    <a:pt x="80661" y="491"/>
                    <a:pt x="80664" y="516"/>
                    <a:pt x="80701" y="554"/>
                  </a:cubicBezTo>
                  <a:cubicBezTo>
                    <a:pt x="80707" y="560"/>
                    <a:pt x="80702" y="562"/>
                    <a:pt x="80689" y="562"/>
                  </a:cubicBezTo>
                  <a:cubicBezTo>
                    <a:pt x="80635" y="562"/>
                    <a:pt x="80447" y="518"/>
                    <a:pt x="80398" y="493"/>
                  </a:cubicBezTo>
                  <a:lnTo>
                    <a:pt x="80276" y="402"/>
                  </a:lnTo>
                  <a:cubicBezTo>
                    <a:pt x="80276" y="402"/>
                    <a:pt x="80142" y="469"/>
                    <a:pt x="80046" y="469"/>
                  </a:cubicBezTo>
                  <a:cubicBezTo>
                    <a:pt x="80030" y="469"/>
                    <a:pt x="80015" y="467"/>
                    <a:pt x="80002" y="463"/>
                  </a:cubicBezTo>
                  <a:cubicBezTo>
                    <a:pt x="79942" y="463"/>
                    <a:pt x="79698" y="432"/>
                    <a:pt x="79638" y="432"/>
                  </a:cubicBezTo>
                  <a:cubicBezTo>
                    <a:pt x="79620" y="415"/>
                    <a:pt x="79532" y="397"/>
                    <a:pt x="79460" y="397"/>
                  </a:cubicBezTo>
                  <a:cubicBezTo>
                    <a:pt x="79407" y="397"/>
                    <a:pt x="79364" y="407"/>
                    <a:pt x="79364" y="432"/>
                  </a:cubicBezTo>
                  <a:cubicBezTo>
                    <a:pt x="79334" y="493"/>
                    <a:pt x="79182" y="554"/>
                    <a:pt x="78999" y="554"/>
                  </a:cubicBezTo>
                  <a:lnTo>
                    <a:pt x="78908" y="493"/>
                  </a:lnTo>
                  <a:lnTo>
                    <a:pt x="78726" y="372"/>
                  </a:lnTo>
                  <a:cubicBezTo>
                    <a:pt x="78574" y="402"/>
                    <a:pt x="78422" y="432"/>
                    <a:pt x="78270" y="432"/>
                  </a:cubicBezTo>
                  <a:lnTo>
                    <a:pt x="78239" y="463"/>
                  </a:lnTo>
                  <a:lnTo>
                    <a:pt x="78148" y="493"/>
                  </a:lnTo>
                  <a:cubicBezTo>
                    <a:pt x="78027" y="524"/>
                    <a:pt x="77935" y="524"/>
                    <a:pt x="77814" y="584"/>
                  </a:cubicBezTo>
                  <a:lnTo>
                    <a:pt x="77692" y="554"/>
                  </a:lnTo>
                  <a:lnTo>
                    <a:pt x="77571" y="524"/>
                  </a:lnTo>
                  <a:cubicBezTo>
                    <a:pt x="77419" y="524"/>
                    <a:pt x="77297" y="493"/>
                    <a:pt x="77176" y="432"/>
                  </a:cubicBezTo>
                  <a:cubicBezTo>
                    <a:pt x="77161" y="418"/>
                    <a:pt x="77139" y="412"/>
                    <a:pt x="77114" y="412"/>
                  </a:cubicBezTo>
                  <a:cubicBezTo>
                    <a:pt x="77034" y="412"/>
                    <a:pt x="76918" y="470"/>
                    <a:pt x="76872" y="493"/>
                  </a:cubicBezTo>
                  <a:cubicBezTo>
                    <a:pt x="76854" y="511"/>
                    <a:pt x="76833" y="518"/>
                    <a:pt x="76813" y="518"/>
                  </a:cubicBezTo>
                  <a:cubicBezTo>
                    <a:pt x="76763" y="518"/>
                    <a:pt x="76711" y="475"/>
                    <a:pt x="76689" y="432"/>
                  </a:cubicBezTo>
                  <a:cubicBezTo>
                    <a:pt x="76673" y="424"/>
                    <a:pt x="76654" y="421"/>
                    <a:pt x="76634" y="421"/>
                  </a:cubicBezTo>
                  <a:cubicBezTo>
                    <a:pt x="76577" y="421"/>
                    <a:pt x="76505" y="449"/>
                    <a:pt x="76416" y="493"/>
                  </a:cubicBezTo>
                  <a:lnTo>
                    <a:pt x="76264" y="493"/>
                  </a:lnTo>
                  <a:cubicBezTo>
                    <a:pt x="76112" y="493"/>
                    <a:pt x="75960" y="493"/>
                    <a:pt x="75808" y="524"/>
                  </a:cubicBezTo>
                  <a:lnTo>
                    <a:pt x="75686" y="554"/>
                  </a:lnTo>
                  <a:lnTo>
                    <a:pt x="75656" y="554"/>
                  </a:lnTo>
                  <a:cubicBezTo>
                    <a:pt x="75565" y="524"/>
                    <a:pt x="75473" y="524"/>
                    <a:pt x="75382" y="493"/>
                  </a:cubicBezTo>
                  <a:cubicBezTo>
                    <a:pt x="75356" y="502"/>
                    <a:pt x="75326" y="506"/>
                    <a:pt x="75296" y="506"/>
                  </a:cubicBezTo>
                  <a:cubicBezTo>
                    <a:pt x="75222" y="506"/>
                    <a:pt x="75143" y="484"/>
                    <a:pt x="75078" y="463"/>
                  </a:cubicBezTo>
                  <a:lnTo>
                    <a:pt x="75017" y="524"/>
                  </a:lnTo>
                  <a:cubicBezTo>
                    <a:pt x="74957" y="550"/>
                    <a:pt x="74907" y="561"/>
                    <a:pt x="74862" y="561"/>
                  </a:cubicBezTo>
                  <a:cubicBezTo>
                    <a:pt x="74751" y="561"/>
                    <a:pt x="74679" y="489"/>
                    <a:pt x="74592" y="402"/>
                  </a:cubicBezTo>
                  <a:cubicBezTo>
                    <a:pt x="74562" y="402"/>
                    <a:pt x="74501" y="524"/>
                    <a:pt x="74501" y="584"/>
                  </a:cubicBezTo>
                  <a:cubicBezTo>
                    <a:pt x="74501" y="600"/>
                    <a:pt x="74488" y="606"/>
                    <a:pt x="74468" y="606"/>
                  </a:cubicBezTo>
                  <a:cubicBezTo>
                    <a:pt x="74423" y="606"/>
                    <a:pt x="74340" y="578"/>
                    <a:pt x="74274" y="578"/>
                  </a:cubicBezTo>
                  <a:cubicBezTo>
                    <a:pt x="74257" y="578"/>
                    <a:pt x="74241" y="580"/>
                    <a:pt x="74227" y="584"/>
                  </a:cubicBezTo>
                  <a:cubicBezTo>
                    <a:pt x="74166" y="584"/>
                    <a:pt x="73893" y="676"/>
                    <a:pt x="73802" y="676"/>
                  </a:cubicBezTo>
                  <a:cubicBezTo>
                    <a:pt x="73761" y="684"/>
                    <a:pt x="73722" y="688"/>
                    <a:pt x="73685" y="688"/>
                  </a:cubicBezTo>
                  <a:cubicBezTo>
                    <a:pt x="73582" y="688"/>
                    <a:pt x="73487" y="659"/>
                    <a:pt x="73376" y="615"/>
                  </a:cubicBezTo>
                  <a:lnTo>
                    <a:pt x="73163" y="615"/>
                  </a:lnTo>
                  <a:cubicBezTo>
                    <a:pt x="73072" y="645"/>
                    <a:pt x="72981" y="706"/>
                    <a:pt x="72951" y="797"/>
                  </a:cubicBezTo>
                  <a:cubicBezTo>
                    <a:pt x="72951" y="800"/>
                    <a:pt x="72949" y="801"/>
                    <a:pt x="72947" y="801"/>
                  </a:cubicBezTo>
                  <a:cubicBezTo>
                    <a:pt x="72924" y="801"/>
                    <a:pt x="72796" y="676"/>
                    <a:pt x="72768" y="676"/>
                  </a:cubicBezTo>
                  <a:cubicBezTo>
                    <a:pt x="72586" y="736"/>
                    <a:pt x="72434" y="736"/>
                    <a:pt x="72251" y="736"/>
                  </a:cubicBezTo>
                  <a:cubicBezTo>
                    <a:pt x="72130" y="706"/>
                    <a:pt x="72008" y="706"/>
                    <a:pt x="71887" y="676"/>
                  </a:cubicBezTo>
                  <a:cubicBezTo>
                    <a:pt x="71826" y="706"/>
                    <a:pt x="71765" y="736"/>
                    <a:pt x="71704" y="736"/>
                  </a:cubicBezTo>
                  <a:cubicBezTo>
                    <a:pt x="71613" y="736"/>
                    <a:pt x="71522" y="706"/>
                    <a:pt x="71461" y="676"/>
                  </a:cubicBezTo>
                  <a:lnTo>
                    <a:pt x="71340" y="736"/>
                  </a:lnTo>
                  <a:lnTo>
                    <a:pt x="71248" y="797"/>
                  </a:lnTo>
                  <a:cubicBezTo>
                    <a:pt x="71096" y="828"/>
                    <a:pt x="70884" y="828"/>
                    <a:pt x="70792" y="828"/>
                  </a:cubicBezTo>
                  <a:lnTo>
                    <a:pt x="70701" y="828"/>
                  </a:lnTo>
                  <a:cubicBezTo>
                    <a:pt x="70689" y="792"/>
                    <a:pt x="70673" y="779"/>
                    <a:pt x="70655" y="779"/>
                  </a:cubicBezTo>
                  <a:cubicBezTo>
                    <a:pt x="70628" y="779"/>
                    <a:pt x="70598" y="809"/>
                    <a:pt x="70580" y="828"/>
                  </a:cubicBezTo>
                  <a:cubicBezTo>
                    <a:pt x="70580" y="831"/>
                    <a:pt x="70578" y="832"/>
                    <a:pt x="70575" y="832"/>
                  </a:cubicBezTo>
                  <a:cubicBezTo>
                    <a:pt x="70553" y="832"/>
                    <a:pt x="70451" y="736"/>
                    <a:pt x="70397" y="736"/>
                  </a:cubicBezTo>
                  <a:lnTo>
                    <a:pt x="69789" y="736"/>
                  </a:lnTo>
                  <a:cubicBezTo>
                    <a:pt x="69765" y="730"/>
                    <a:pt x="69736" y="728"/>
                    <a:pt x="69704" y="728"/>
                  </a:cubicBezTo>
                  <a:cubicBezTo>
                    <a:pt x="69578" y="728"/>
                    <a:pt x="69413" y="767"/>
                    <a:pt x="69364" y="767"/>
                  </a:cubicBezTo>
                  <a:cubicBezTo>
                    <a:pt x="69242" y="797"/>
                    <a:pt x="69090" y="797"/>
                    <a:pt x="68969" y="828"/>
                  </a:cubicBezTo>
                  <a:cubicBezTo>
                    <a:pt x="68908" y="843"/>
                    <a:pt x="68847" y="850"/>
                    <a:pt x="68783" y="850"/>
                  </a:cubicBezTo>
                  <a:cubicBezTo>
                    <a:pt x="68718" y="850"/>
                    <a:pt x="68650" y="843"/>
                    <a:pt x="68574" y="828"/>
                  </a:cubicBezTo>
                  <a:cubicBezTo>
                    <a:pt x="68532" y="807"/>
                    <a:pt x="68374" y="771"/>
                    <a:pt x="68280" y="771"/>
                  </a:cubicBezTo>
                  <a:cubicBezTo>
                    <a:pt x="68238" y="771"/>
                    <a:pt x="68209" y="778"/>
                    <a:pt x="68209" y="797"/>
                  </a:cubicBezTo>
                  <a:cubicBezTo>
                    <a:pt x="68178" y="888"/>
                    <a:pt x="68178" y="919"/>
                    <a:pt x="68148" y="919"/>
                  </a:cubicBezTo>
                  <a:lnTo>
                    <a:pt x="68118" y="919"/>
                  </a:lnTo>
                  <a:lnTo>
                    <a:pt x="67874" y="736"/>
                  </a:lnTo>
                  <a:cubicBezTo>
                    <a:pt x="67753" y="828"/>
                    <a:pt x="67601" y="888"/>
                    <a:pt x="67419" y="919"/>
                  </a:cubicBezTo>
                  <a:cubicBezTo>
                    <a:pt x="67419" y="838"/>
                    <a:pt x="67392" y="797"/>
                    <a:pt x="67328" y="797"/>
                  </a:cubicBezTo>
                  <a:cubicBezTo>
                    <a:pt x="67297" y="797"/>
                    <a:pt x="67256" y="807"/>
                    <a:pt x="67206" y="828"/>
                  </a:cubicBezTo>
                  <a:lnTo>
                    <a:pt x="67145" y="858"/>
                  </a:lnTo>
                  <a:cubicBezTo>
                    <a:pt x="67095" y="845"/>
                    <a:pt x="67044" y="838"/>
                    <a:pt x="66996" y="838"/>
                  </a:cubicBezTo>
                  <a:cubicBezTo>
                    <a:pt x="66928" y="838"/>
                    <a:pt x="66864" y="853"/>
                    <a:pt x="66811" y="888"/>
                  </a:cubicBezTo>
                  <a:lnTo>
                    <a:pt x="66689" y="888"/>
                  </a:lnTo>
                  <a:cubicBezTo>
                    <a:pt x="66537" y="888"/>
                    <a:pt x="66385" y="919"/>
                    <a:pt x="66203" y="919"/>
                  </a:cubicBezTo>
                  <a:lnTo>
                    <a:pt x="66051" y="919"/>
                  </a:lnTo>
                  <a:cubicBezTo>
                    <a:pt x="65868" y="919"/>
                    <a:pt x="65473" y="1071"/>
                    <a:pt x="65382" y="1071"/>
                  </a:cubicBezTo>
                  <a:cubicBezTo>
                    <a:pt x="65200" y="1040"/>
                    <a:pt x="65017" y="1010"/>
                    <a:pt x="64835" y="949"/>
                  </a:cubicBezTo>
                  <a:cubicBezTo>
                    <a:pt x="64819" y="944"/>
                    <a:pt x="64803" y="941"/>
                    <a:pt x="64787" y="941"/>
                  </a:cubicBezTo>
                  <a:cubicBezTo>
                    <a:pt x="64713" y="941"/>
                    <a:pt x="64647" y="996"/>
                    <a:pt x="64622" y="1071"/>
                  </a:cubicBezTo>
                  <a:cubicBezTo>
                    <a:pt x="64622" y="1076"/>
                    <a:pt x="64620" y="1079"/>
                    <a:pt x="64617" y="1079"/>
                  </a:cubicBezTo>
                  <a:cubicBezTo>
                    <a:pt x="64600" y="1079"/>
                    <a:pt x="64545" y="1024"/>
                    <a:pt x="64470" y="949"/>
                  </a:cubicBezTo>
                  <a:lnTo>
                    <a:pt x="64318" y="1040"/>
                  </a:lnTo>
                  <a:lnTo>
                    <a:pt x="64227" y="1071"/>
                  </a:lnTo>
                  <a:cubicBezTo>
                    <a:pt x="64105" y="1101"/>
                    <a:pt x="63984" y="1132"/>
                    <a:pt x="63862" y="1192"/>
                  </a:cubicBezTo>
                  <a:cubicBezTo>
                    <a:pt x="63741" y="1223"/>
                    <a:pt x="63589" y="1284"/>
                    <a:pt x="63467" y="1284"/>
                  </a:cubicBezTo>
                  <a:cubicBezTo>
                    <a:pt x="63389" y="1284"/>
                    <a:pt x="63177" y="1217"/>
                    <a:pt x="63079" y="1217"/>
                  </a:cubicBezTo>
                  <a:cubicBezTo>
                    <a:pt x="63063" y="1217"/>
                    <a:pt x="63050" y="1218"/>
                    <a:pt x="63042" y="1223"/>
                  </a:cubicBezTo>
                  <a:cubicBezTo>
                    <a:pt x="62890" y="1284"/>
                    <a:pt x="62738" y="1314"/>
                    <a:pt x="62586" y="1314"/>
                  </a:cubicBezTo>
                  <a:lnTo>
                    <a:pt x="62251" y="1405"/>
                  </a:lnTo>
                  <a:lnTo>
                    <a:pt x="62160" y="1314"/>
                  </a:lnTo>
                  <a:lnTo>
                    <a:pt x="62099" y="1253"/>
                  </a:lnTo>
                  <a:cubicBezTo>
                    <a:pt x="62008" y="1314"/>
                    <a:pt x="61978" y="1405"/>
                    <a:pt x="61947" y="1496"/>
                  </a:cubicBezTo>
                  <a:lnTo>
                    <a:pt x="61887" y="1405"/>
                  </a:lnTo>
                  <a:lnTo>
                    <a:pt x="61765" y="1284"/>
                  </a:lnTo>
                  <a:cubicBezTo>
                    <a:pt x="61641" y="1333"/>
                    <a:pt x="61517" y="1383"/>
                    <a:pt x="61393" y="1383"/>
                  </a:cubicBezTo>
                  <a:cubicBezTo>
                    <a:pt x="61365" y="1383"/>
                    <a:pt x="61337" y="1380"/>
                    <a:pt x="61309" y="1375"/>
                  </a:cubicBezTo>
                  <a:lnTo>
                    <a:pt x="59424" y="1375"/>
                  </a:lnTo>
                  <a:cubicBezTo>
                    <a:pt x="59303" y="1405"/>
                    <a:pt x="59607" y="1496"/>
                    <a:pt x="59394" y="1527"/>
                  </a:cubicBezTo>
                  <a:lnTo>
                    <a:pt x="59242" y="1588"/>
                  </a:lnTo>
                  <a:cubicBezTo>
                    <a:pt x="59203" y="1529"/>
                    <a:pt x="59138" y="1495"/>
                    <a:pt x="59073" y="1495"/>
                  </a:cubicBezTo>
                  <a:cubicBezTo>
                    <a:pt x="59037" y="1495"/>
                    <a:pt x="59001" y="1505"/>
                    <a:pt x="58969" y="1527"/>
                  </a:cubicBezTo>
                  <a:cubicBezTo>
                    <a:pt x="58944" y="1551"/>
                    <a:pt x="58780" y="1596"/>
                    <a:pt x="58702" y="1596"/>
                  </a:cubicBezTo>
                  <a:cubicBezTo>
                    <a:pt x="58684" y="1596"/>
                    <a:pt x="58670" y="1593"/>
                    <a:pt x="58665" y="1588"/>
                  </a:cubicBezTo>
                  <a:cubicBezTo>
                    <a:pt x="58543" y="1496"/>
                    <a:pt x="58452" y="1466"/>
                    <a:pt x="58300" y="1436"/>
                  </a:cubicBezTo>
                  <a:cubicBezTo>
                    <a:pt x="58231" y="1436"/>
                    <a:pt x="58026" y="1487"/>
                    <a:pt x="57902" y="1487"/>
                  </a:cubicBezTo>
                  <a:cubicBezTo>
                    <a:pt x="57861" y="1487"/>
                    <a:pt x="57829" y="1481"/>
                    <a:pt x="57814" y="1466"/>
                  </a:cubicBezTo>
                  <a:cubicBezTo>
                    <a:pt x="57789" y="1458"/>
                    <a:pt x="57767" y="1454"/>
                    <a:pt x="57747" y="1454"/>
                  </a:cubicBezTo>
                  <a:cubicBezTo>
                    <a:pt x="57692" y="1454"/>
                    <a:pt x="57653" y="1482"/>
                    <a:pt x="57631" y="1527"/>
                  </a:cubicBezTo>
                  <a:cubicBezTo>
                    <a:pt x="57622" y="1546"/>
                    <a:pt x="57606" y="1553"/>
                    <a:pt x="57589" y="1553"/>
                  </a:cubicBezTo>
                  <a:cubicBezTo>
                    <a:pt x="57550" y="1553"/>
                    <a:pt x="57500" y="1517"/>
                    <a:pt x="57479" y="1496"/>
                  </a:cubicBezTo>
                  <a:cubicBezTo>
                    <a:pt x="57388" y="1466"/>
                    <a:pt x="57297" y="1436"/>
                    <a:pt x="57206" y="1405"/>
                  </a:cubicBezTo>
                  <a:lnTo>
                    <a:pt x="57206" y="1557"/>
                  </a:lnTo>
                  <a:cubicBezTo>
                    <a:pt x="57203" y="1560"/>
                    <a:pt x="57198" y="1561"/>
                    <a:pt x="57191" y="1561"/>
                  </a:cubicBezTo>
                  <a:cubicBezTo>
                    <a:pt x="57128" y="1561"/>
                    <a:pt x="56911" y="1462"/>
                    <a:pt x="56787" y="1462"/>
                  </a:cubicBezTo>
                  <a:cubicBezTo>
                    <a:pt x="56774" y="1462"/>
                    <a:pt x="56761" y="1463"/>
                    <a:pt x="56750" y="1466"/>
                  </a:cubicBezTo>
                  <a:cubicBezTo>
                    <a:pt x="56727" y="1471"/>
                    <a:pt x="56706" y="1474"/>
                    <a:pt x="56686" y="1474"/>
                  </a:cubicBezTo>
                  <a:cubicBezTo>
                    <a:pt x="56599" y="1474"/>
                    <a:pt x="56542" y="1424"/>
                    <a:pt x="56567" y="1375"/>
                  </a:cubicBezTo>
                  <a:lnTo>
                    <a:pt x="56385" y="1314"/>
                  </a:lnTo>
                  <a:cubicBezTo>
                    <a:pt x="56362" y="1407"/>
                    <a:pt x="56303" y="1446"/>
                    <a:pt x="56249" y="1446"/>
                  </a:cubicBezTo>
                  <a:cubicBezTo>
                    <a:pt x="56233" y="1446"/>
                    <a:pt x="56217" y="1443"/>
                    <a:pt x="56203" y="1436"/>
                  </a:cubicBezTo>
                  <a:cubicBezTo>
                    <a:pt x="56194" y="1427"/>
                    <a:pt x="56177" y="1423"/>
                    <a:pt x="56157" y="1423"/>
                  </a:cubicBezTo>
                  <a:cubicBezTo>
                    <a:pt x="56109" y="1423"/>
                    <a:pt x="56042" y="1444"/>
                    <a:pt x="56020" y="1466"/>
                  </a:cubicBezTo>
                  <a:cubicBezTo>
                    <a:pt x="55977" y="1487"/>
                    <a:pt x="55934" y="1509"/>
                    <a:pt x="55902" y="1509"/>
                  </a:cubicBezTo>
                  <a:cubicBezTo>
                    <a:pt x="55889" y="1509"/>
                    <a:pt x="55877" y="1505"/>
                    <a:pt x="55868" y="1496"/>
                  </a:cubicBezTo>
                  <a:cubicBezTo>
                    <a:pt x="55807" y="1466"/>
                    <a:pt x="55747" y="1405"/>
                    <a:pt x="55747" y="1344"/>
                  </a:cubicBezTo>
                  <a:lnTo>
                    <a:pt x="55625" y="1375"/>
                  </a:lnTo>
                  <a:cubicBezTo>
                    <a:pt x="55595" y="1405"/>
                    <a:pt x="55686" y="1496"/>
                    <a:pt x="55686" y="1557"/>
                  </a:cubicBezTo>
                  <a:cubicBezTo>
                    <a:pt x="55655" y="1557"/>
                    <a:pt x="55534" y="1527"/>
                    <a:pt x="55473" y="1496"/>
                  </a:cubicBezTo>
                  <a:cubicBezTo>
                    <a:pt x="55468" y="1492"/>
                    <a:pt x="55459" y="1490"/>
                    <a:pt x="55446" y="1490"/>
                  </a:cubicBezTo>
                  <a:cubicBezTo>
                    <a:pt x="55396" y="1490"/>
                    <a:pt x="55293" y="1518"/>
                    <a:pt x="55217" y="1518"/>
                  </a:cubicBezTo>
                  <a:cubicBezTo>
                    <a:pt x="55183" y="1518"/>
                    <a:pt x="55155" y="1512"/>
                    <a:pt x="55139" y="1496"/>
                  </a:cubicBezTo>
                  <a:cubicBezTo>
                    <a:pt x="55108" y="1436"/>
                    <a:pt x="55017" y="1375"/>
                    <a:pt x="54956" y="1375"/>
                  </a:cubicBezTo>
                  <a:lnTo>
                    <a:pt x="54500" y="1405"/>
                  </a:lnTo>
                  <a:lnTo>
                    <a:pt x="54288" y="1436"/>
                  </a:lnTo>
                  <a:lnTo>
                    <a:pt x="54196" y="1436"/>
                  </a:lnTo>
                  <a:cubicBezTo>
                    <a:pt x="54075" y="1436"/>
                    <a:pt x="53862" y="1405"/>
                    <a:pt x="53710" y="1375"/>
                  </a:cubicBezTo>
                  <a:lnTo>
                    <a:pt x="53589" y="1405"/>
                  </a:lnTo>
                  <a:cubicBezTo>
                    <a:pt x="53570" y="1411"/>
                    <a:pt x="53552" y="1414"/>
                    <a:pt x="53534" y="1414"/>
                  </a:cubicBezTo>
                  <a:cubicBezTo>
                    <a:pt x="53461" y="1414"/>
                    <a:pt x="53388" y="1375"/>
                    <a:pt x="53315" y="1375"/>
                  </a:cubicBezTo>
                  <a:lnTo>
                    <a:pt x="53163" y="1405"/>
                  </a:lnTo>
                  <a:cubicBezTo>
                    <a:pt x="53141" y="1401"/>
                    <a:pt x="53115" y="1399"/>
                    <a:pt x="53088" y="1399"/>
                  </a:cubicBezTo>
                  <a:cubicBezTo>
                    <a:pt x="52954" y="1399"/>
                    <a:pt x="52771" y="1442"/>
                    <a:pt x="52668" y="1442"/>
                  </a:cubicBezTo>
                  <a:cubicBezTo>
                    <a:pt x="52647" y="1442"/>
                    <a:pt x="52629" y="1440"/>
                    <a:pt x="52616" y="1436"/>
                  </a:cubicBezTo>
                  <a:cubicBezTo>
                    <a:pt x="52555" y="1405"/>
                    <a:pt x="52464" y="1405"/>
                    <a:pt x="52373" y="1375"/>
                  </a:cubicBezTo>
                  <a:cubicBezTo>
                    <a:pt x="52312" y="1375"/>
                    <a:pt x="52221" y="1405"/>
                    <a:pt x="52130" y="1436"/>
                  </a:cubicBezTo>
                  <a:lnTo>
                    <a:pt x="52069" y="1436"/>
                  </a:lnTo>
                  <a:cubicBezTo>
                    <a:pt x="51993" y="1436"/>
                    <a:pt x="51893" y="1376"/>
                    <a:pt x="51807" y="1376"/>
                  </a:cubicBezTo>
                  <a:cubicBezTo>
                    <a:pt x="51755" y="1376"/>
                    <a:pt x="51708" y="1398"/>
                    <a:pt x="51674" y="1466"/>
                  </a:cubicBezTo>
                  <a:cubicBezTo>
                    <a:pt x="51582" y="1436"/>
                    <a:pt x="51552" y="1375"/>
                    <a:pt x="51491" y="1314"/>
                  </a:cubicBezTo>
                  <a:cubicBezTo>
                    <a:pt x="51482" y="1305"/>
                    <a:pt x="51463" y="1301"/>
                    <a:pt x="51439" y="1301"/>
                  </a:cubicBezTo>
                  <a:cubicBezTo>
                    <a:pt x="51382" y="1301"/>
                    <a:pt x="51300" y="1323"/>
                    <a:pt x="51278" y="1344"/>
                  </a:cubicBezTo>
                  <a:cubicBezTo>
                    <a:pt x="51248" y="1375"/>
                    <a:pt x="51180" y="1390"/>
                    <a:pt x="51119" y="1390"/>
                  </a:cubicBezTo>
                  <a:cubicBezTo>
                    <a:pt x="51058" y="1390"/>
                    <a:pt x="51005" y="1375"/>
                    <a:pt x="51005" y="1344"/>
                  </a:cubicBezTo>
                  <a:cubicBezTo>
                    <a:pt x="51005" y="1335"/>
                    <a:pt x="50997" y="1332"/>
                    <a:pt x="50985" y="1332"/>
                  </a:cubicBezTo>
                  <a:cubicBezTo>
                    <a:pt x="50957" y="1332"/>
                    <a:pt x="50905" y="1353"/>
                    <a:pt x="50883" y="1375"/>
                  </a:cubicBezTo>
                  <a:cubicBezTo>
                    <a:pt x="50867" y="1383"/>
                    <a:pt x="50851" y="1387"/>
                    <a:pt x="50834" y="1387"/>
                  </a:cubicBezTo>
                  <a:cubicBezTo>
                    <a:pt x="50790" y="1387"/>
                    <a:pt x="50745" y="1358"/>
                    <a:pt x="50701" y="1314"/>
                  </a:cubicBezTo>
                  <a:lnTo>
                    <a:pt x="50640" y="1284"/>
                  </a:lnTo>
                  <a:lnTo>
                    <a:pt x="50579" y="1253"/>
                  </a:lnTo>
                  <a:cubicBezTo>
                    <a:pt x="50488" y="1284"/>
                    <a:pt x="50427" y="1314"/>
                    <a:pt x="50367" y="1375"/>
                  </a:cubicBezTo>
                  <a:lnTo>
                    <a:pt x="50215" y="1344"/>
                  </a:lnTo>
                  <a:cubicBezTo>
                    <a:pt x="50154" y="1344"/>
                    <a:pt x="50032" y="1405"/>
                    <a:pt x="49971" y="1405"/>
                  </a:cubicBezTo>
                  <a:lnTo>
                    <a:pt x="49880" y="1405"/>
                  </a:lnTo>
                  <a:cubicBezTo>
                    <a:pt x="49864" y="1380"/>
                    <a:pt x="49838" y="1371"/>
                    <a:pt x="49810" y="1371"/>
                  </a:cubicBezTo>
                  <a:cubicBezTo>
                    <a:pt x="49734" y="1371"/>
                    <a:pt x="49637" y="1436"/>
                    <a:pt x="49637" y="1436"/>
                  </a:cubicBezTo>
                  <a:cubicBezTo>
                    <a:pt x="49637" y="1436"/>
                    <a:pt x="49428" y="1273"/>
                    <a:pt x="49294" y="1273"/>
                  </a:cubicBezTo>
                  <a:cubicBezTo>
                    <a:pt x="49275" y="1273"/>
                    <a:pt x="49257" y="1276"/>
                    <a:pt x="49242" y="1284"/>
                  </a:cubicBezTo>
                  <a:cubicBezTo>
                    <a:pt x="49060" y="1344"/>
                    <a:pt x="48908" y="1344"/>
                    <a:pt x="48725" y="1375"/>
                  </a:cubicBezTo>
                  <a:cubicBezTo>
                    <a:pt x="48719" y="1373"/>
                    <a:pt x="48712" y="1372"/>
                    <a:pt x="48703" y="1372"/>
                  </a:cubicBezTo>
                  <a:cubicBezTo>
                    <a:pt x="48598" y="1372"/>
                    <a:pt x="48321" y="1507"/>
                    <a:pt x="48175" y="1507"/>
                  </a:cubicBezTo>
                  <a:cubicBezTo>
                    <a:pt x="48152" y="1507"/>
                    <a:pt x="48133" y="1504"/>
                    <a:pt x="48117" y="1496"/>
                  </a:cubicBezTo>
                  <a:cubicBezTo>
                    <a:pt x="47945" y="1475"/>
                    <a:pt x="47773" y="1453"/>
                    <a:pt x="47612" y="1453"/>
                  </a:cubicBezTo>
                  <a:cubicBezTo>
                    <a:pt x="47545" y="1453"/>
                    <a:pt x="47480" y="1457"/>
                    <a:pt x="47418" y="1466"/>
                  </a:cubicBezTo>
                  <a:cubicBezTo>
                    <a:pt x="47327" y="1466"/>
                    <a:pt x="47236" y="1496"/>
                    <a:pt x="47145" y="1496"/>
                  </a:cubicBezTo>
                  <a:cubicBezTo>
                    <a:pt x="47053" y="1466"/>
                    <a:pt x="46962" y="1436"/>
                    <a:pt x="46871" y="1405"/>
                  </a:cubicBezTo>
                  <a:lnTo>
                    <a:pt x="46719" y="1436"/>
                  </a:lnTo>
                  <a:cubicBezTo>
                    <a:pt x="46537" y="1436"/>
                    <a:pt x="46324" y="1436"/>
                    <a:pt x="46142" y="1405"/>
                  </a:cubicBezTo>
                  <a:cubicBezTo>
                    <a:pt x="46126" y="1390"/>
                    <a:pt x="46111" y="1382"/>
                    <a:pt x="46096" y="1382"/>
                  </a:cubicBezTo>
                  <a:cubicBezTo>
                    <a:pt x="46081" y="1382"/>
                    <a:pt x="46066" y="1390"/>
                    <a:pt x="46050" y="1405"/>
                  </a:cubicBezTo>
                  <a:cubicBezTo>
                    <a:pt x="46050" y="1470"/>
                    <a:pt x="46034" y="1490"/>
                    <a:pt x="46008" y="1490"/>
                  </a:cubicBezTo>
                  <a:cubicBezTo>
                    <a:pt x="45973" y="1490"/>
                    <a:pt x="45920" y="1453"/>
                    <a:pt x="45868" y="1436"/>
                  </a:cubicBezTo>
                  <a:lnTo>
                    <a:pt x="45807" y="1405"/>
                  </a:lnTo>
                  <a:cubicBezTo>
                    <a:pt x="45772" y="1396"/>
                    <a:pt x="45739" y="1393"/>
                    <a:pt x="45707" y="1393"/>
                  </a:cubicBezTo>
                  <a:cubicBezTo>
                    <a:pt x="45632" y="1393"/>
                    <a:pt x="45568" y="1414"/>
                    <a:pt x="45503" y="1436"/>
                  </a:cubicBezTo>
                  <a:cubicBezTo>
                    <a:pt x="45458" y="1451"/>
                    <a:pt x="45412" y="1458"/>
                    <a:pt x="45366" y="1458"/>
                  </a:cubicBezTo>
                  <a:cubicBezTo>
                    <a:pt x="45321" y="1458"/>
                    <a:pt x="45275" y="1451"/>
                    <a:pt x="45230" y="1436"/>
                  </a:cubicBezTo>
                  <a:lnTo>
                    <a:pt x="44926" y="1436"/>
                  </a:lnTo>
                  <a:cubicBezTo>
                    <a:pt x="44743" y="1405"/>
                    <a:pt x="44561" y="1375"/>
                    <a:pt x="44379" y="1375"/>
                  </a:cubicBezTo>
                  <a:cubicBezTo>
                    <a:pt x="44348" y="1405"/>
                    <a:pt x="44166" y="1405"/>
                    <a:pt x="44135" y="1436"/>
                  </a:cubicBezTo>
                  <a:cubicBezTo>
                    <a:pt x="44075" y="1496"/>
                    <a:pt x="44014" y="1496"/>
                    <a:pt x="43953" y="1496"/>
                  </a:cubicBezTo>
                  <a:lnTo>
                    <a:pt x="43892" y="1496"/>
                  </a:lnTo>
                  <a:lnTo>
                    <a:pt x="43771" y="1466"/>
                  </a:lnTo>
                  <a:cubicBezTo>
                    <a:pt x="43680" y="1436"/>
                    <a:pt x="43596" y="1420"/>
                    <a:pt x="43516" y="1420"/>
                  </a:cubicBezTo>
                  <a:cubicBezTo>
                    <a:pt x="43436" y="1420"/>
                    <a:pt x="43360" y="1436"/>
                    <a:pt x="43284" y="1466"/>
                  </a:cubicBezTo>
                  <a:lnTo>
                    <a:pt x="43163" y="1375"/>
                  </a:lnTo>
                  <a:cubicBezTo>
                    <a:pt x="43163" y="1375"/>
                    <a:pt x="43072" y="1436"/>
                    <a:pt x="43041" y="1436"/>
                  </a:cubicBezTo>
                  <a:lnTo>
                    <a:pt x="42980" y="1436"/>
                  </a:lnTo>
                  <a:cubicBezTo>
                    <a:pt x="42945" y="1427"/>
                    <a:pt x="42912" y="1423"/>
                    <a:pt x="42881" y="1423"/>
                  </a:cubicBezTo>
                  <a:cubicBezTo>
                    <a:pt x="42805" y="1423"/>
                    <a:pt x="42741" y="1444"/>
                    <a:pt x="42676" y="1466"/>
                  </a:cubicBezTo>
                  <a:cubicBezTo>
                    <a:pt x="42646" y="1496"/>
                    <a:pt x="42616" y="1527"/>
                    <a:pt x="42585" y="1527"/>
                  </a:cubicBezTo>
                  <a:cubicBezTo>
                    <a:pt x="42585" y="1527"/>
                    <a:pt x="42494" y="1466"/>
                    <a:pt x="42464" y="1436"/>
                  </a:cubicBezTo>
                  <a:cubicBezTo>
                    <a:pt x="42459" y="1431"/>
                    <a:pt x="42451" y="1429"/>
                    <a:pt x="42439" y="1429"/>
                  </a:cubicBezTo>
                  <a:cubicBezTo>
                    <a:pt x="42367" y="1429"/>
                    <a:pt x="42177" y="1496"/>
                    <a:pt x="42099" y="1496"/>
                  </a:cubicBezTo>
                  <a:cubicBezTo>
                    <a:pt x="41917" y="1436"/>
                    <a:pt x="41765" y="1405"/>
                    <a:pt x="41582" y="1405"/>
                  </a:cubicBezTo>
                  <a:lnTo>
                    <a:pt x="41369" y="1436"/>
                  </a:lnTo>
                  <a:cubicBezTo>
                    <a:pt x="41347" y="1436"/>
                    <a:pt x="41213" y="1371"/>
                    <a:pt x="41141" y="1371"/>
                  </a:cubicBezTo>
                  <a:cubicBezTo>
                    <a:pt x="41114" y="1371"/>
                    <a:pt x="41096" y="1380"/>
                    <a:pt x="41096" y="1405"/>
                  </a:cubicBezTo>
                  <a:lnTo>
                    <a:pt x="41096" y="1344"/>
                  </a:lnTo>
                  <a:lnTo>
                    <a:pt x="40913" y="1405"/>
                  </a:lnTo>
                  <a:lnTo>
                    <a:pt x="40701" y="1527"/>
                  </a:lnTo>
                  <a:cubicBezTo>
                    <a:pt x="40731" y="1436"/>
                    <a:pt x="40670" y="1314"/>
                    <a:pt x="40579" y="1253"/>
                  </a:cubicBezTo>
                  <a:lnTo>
                    <a:pt x="40518" y="1314"/>
                  </a:lnTo>
                  <a:cubicBezTo>
                    <a:pt x="40385" y="1358"/>
                    <a:pt x="40251" y="1387"/>
                    <a:pt x="40118" y="1387"/>
                  </a:cubicBezTo>
                  <a:cubicBezTo>
                    <a:pt x="40069" y="1387"/>
                    <a:pt x="40020" y="1383"/>
                    <a:pt x="39971" y="1375"/>
                  </a:cubicBezTo>
                  <a:cubicBezTo>
                    <a:pt x="39941" y="1344"/>
                    <a:pt x="39880" y="1314"/>
                    <a:pt x="39819" y="1314"/>
                  </a:cubicBezTo>
                  <a:lnTo>
                    <a:pt x="39637" y="1466"/>
                  </a:lnTo>
                  <a:cubicBezTo>
                    <a:pt x="39546" y="1405"/>
                    <a:pt x="39485" y="1375"/>
                    <a:pt x="39394" y="1314"/>
                  </a:cubicBezTo>
                  <a:cubicBezTo>
                    <a:pt x="39394" y="1306"/>
                    <a:pt x="39387" y="1302"/>
                    <a:pt x="39376" y="1302"/>
                  </a:cubicBezTo>
                  <a:cubicBezTo>
                    <a:pt x="39345" y="1302"/>
                    <a:pt x="39278" y="1330"/>
                    <a:pt x="39211" y="1375"/>
                  </a:cubicBezTo>
                  <a:lnTo>
                    <a:pt x="39120" y="1405"/>
                  </a:lnTo>
                  <a:lnTo>
                    <a:pt x="38786" y="1314"/>
                  </a:lnTo>
                  <a:lnTo>
                    <a:pt x="38695" y="1253"/>
                  </a:lnTo>
                  <a:cubicBezTo>
                    <a:pt x="38573" y="1284"/>
                    <a:pt x="38451" y="1314"/>
                    <a:pt x="38360" y="1375"/>
                  </a:cubicBezTo>
                  <a:cubicBezTo>
                    <a:pt x="38354" y="1381"/>
                    <a:pt x="38348" y="1383"/>
                    <a:pt x="38340" y="1383"/>
                  </a:cubicBezTo>
                  <a:cubicBezTo>
                    <a:pt x="38308" y="1383"/>
                    <a:pt x="38263" y="1339"/>
                    <a:pt x="38239" y="1314"/>
                  </a:cubicBezTo>
                  <a:cubicBezTo>
                    <a:pt x="38239" y="1304"/>
                    <a:pt x="38222" y="1300"/>
                    <a:pt x="38197" y="1300"/>
                  </a:cubicBezTo>
                  <a:cubicBezTo>
                    <a:pt x="38147" y="1300"/>
                    <a:pt x="38066" y="1314"/>
                    <a:pt x="38026" y="1314"/>
                  </a:cubicBezTo>
                  <a:cubicBezTo>
                    <a:pt x="37980" y="1299"/>
                    <a:pt x="37927" y="1291"/>
                    <a:pt x="37874" y="1291"/>
                  </a:cubicBezTo>
                  <a:cubicBezTo>
                    <a:pt x="37821" y="1291"/>
                    <a:pt x="37768" y="1299"/>
                    <a:pt x="37722" y="1314"/>
                  </a:cubicBezTo>
                  <a:cubicBezTo>
                    <a:pt x="37651" y="1337"/>
                    <a:pt x="37471" y="1434"/>
                    <a:pt x="37394" y="1434"/>
                  </a:cubicBezTo>
                  <a:cubicBezTo>
                    <a:pt x="37371" y="1434"/>
                    <a:pt x="37357" y="1426"/>
                    <a:pt x="37357" y="1405"/>
                  </a:cubicBezTo>
                  <a:cubicBezTo>
                    <a:pt x="37357" y="1375"/>
                    <a:pt x="37319" y="1367"/>
                    <a:pt x="37274" y="1367"/>
                  </a:cubicBezTo>
                  <a:cubicBezTo>
                    <a:pt x="37228" y="1367"/>
                    <a:pt x="37175" y="1375"/>
                    <a:pt x="37144" y="1375"/>
                  </a:cubicBezTo>
                  <a:cubicBezTo>
                    <a:pt x="36901" y="1314"/>
                    <a:pt x="36658" y="1253"/>
                    <a:pt x="36445" y="1162"/>
                  </a:cubicBezTo>
                  <a:lnTo>
                    <a:pt x="36202" y="1436"/>
                  </a:lnTo>
                  <a:cubicBezTo>
                    <a:pt x="36183" y="1423"/>
                    <a:pt x="36158" y="1418"/>
                    <a:pt x="36129" y="1418"/>
                  </a:cubicBezTo>
                  <a:cubicBezTo>
                    <a:pt x="36034" y="1418"/>
                    <a:pt x="35896" y="1471"/>
                    <a:pt x="35813" y="1471"/>
                  </a:cubicBezTo>
                  <a:cubicBezTo>
                    <a:pt x="35799" y="1471"/>
                    <a:pt x="35787" y="1469"/>
                    <a:pt x="35777" y="1466"/>
                  </a:cubicBezTo>
                  <a:lnTo>
                    <a:pt x="35230" y="1466"/>
                  </a:lnTo>
                  <a:cubicBezTo>
                    <a:pt x="35017" y="1466"/>
                    <a:pt x="34804" y="1466"/>
                    <a:pt x="34622" y="1496"/>
                  </a:cubicBezTo>
                  <a:lnTo>
                    <a:pt x="34409" y="1588"/>
                  </a:lnTo>
                  <a:cubicBezTo>
                    <a:pt x="34348" y="1527"/>
                    <a:pt x="34318" y="1496"/>
                    <a:pt x="34257" y="1436"/>
                  </a:cubicBezTo>
                  <a:cubicBezTo>
                    <a:pt x="34247" y="1417"/>
                    <a:pt x="34229" y="1410"/>
                    <a:pt x="34208" y="1410"/>
                  </a:cubicBezTo>
                  <a:cubicBezTo>
                    <a:pt x="34160" y="1410"/>
                    <a:pt x="34095" y="1445"/>
                    <a:pt x="34074" y="1466"/>
                  </a:cubicBezTo>
                  <a:cubicBezTo>
                    <a:pt x="33922" y="1466"/>
                    <a:pt x="33801" y="1466"/>
                    <a:pt x="33679" y="1405"/>
                  </a:cubicBezTo>
                  <a:lnTo>
                    <a:pt x="33527" y="1527"/>
                  </a:lnTo>
                  <a:lnTo>
                    <a:pt x="33497" y="1557"/>
                  </a:lnTo>
                  <a:cubicBezTo>
                    <a:pt x="33345" y="1527"/>
                    <a:pt x="33223" y="1496"/>
                    <a:pt x="33071" y="1496"/>
                  </a:cubicBezTo>
                  <a:lnTo>
                    <a:pt x="32950" y="1436"/>
                  </a:lnTo>
                  <a:cubicBezTo>
                    <a:pt x="32936" y="1429"/>
                    <a:pt x="32923" y="1426"/>
                    <a:pt x="32911" y="1426"/>
                  </a:cubicBezTo>
                  <a:cubicBezTo>
                    <a:pt x="32845" y="1426"/>
                    <a:pt x="32806" y="1517"/>
                    <a:pt x="32739" y="1517"/>
                  </a:cubicBezTo>
                  <a:cubicBezTo>
                    <a:pt x="32713" y="1517"/>
                    <a:pt x="32683" y="1503"/>
                    <a:pt x="32646" y="1466"/>
                  </a:cubicBezTo>
                  <a:cubicBezTo>
                    <a:pt x="32637" y="1457"/>
                    <a:pt x="32618" y="1453"/>
                    <a:pt x="32593" y="1453"/>
                  </a:cubicBezTo>
                  <a:cubicBezTo>
                    <a:pt x="32534" y="1453"/>
                    <a:pt x="32446" y="1475"/>
                    <a:pt x="32403" y="1496"/>
                  </a:cubicBezTo>
                  <a:lnTo>
                    <a:pt x="32220" y="1527"/>
                  </a:lnTo>
                  <a:cubicBezTo>
                    <a:pt x="32190" y="1436"/>
                    <a:pt x="32068" y="1375"/>
                    <a:pt x="32008" y="1375"/>
                  </a:cubicBezTo>
                  <a:lnTo>
                    <a:pt x="31704" y="1527"/>
                  </a:lnTo>
                  <a:lnTo>
                    <a:pt x="31400" y="1527"/>
                  </a:lnTo>
                  <a:cubicBezTo>
                    <a:pt x="31248" y="1466"/>
                    <a:pt x="31096" y="1436"/>
                    <a:pt x="30944" y="1405"/>
                  </a:cubicBezTo>
                  <a:lnTo>
                    <a:pt x="30944" y="1588"/>
                  </a:lnTo>
                  <a:cubicBezTo>
                    <a:pt x="30853" y="1527"/>
                    <a:pt x="30731" y="1466"/>
                    <a:pt x="30609" y="1466"/>
                  </a:cubicBezTo>
                  <a:cubicBezTo>
                    <a:pt x="30579" y="1481"/>
                    <a:pt x="30549" y="1489"/>
                    <a:pt x="30518" y="1489"/>
                  </a:cubicBezTo>
                  <a:cubicBezTo>
                    <a:pt x="30488" y="1489"/>
                    <a:pt x="30457" y="1481"/>
                    <a:pt x="30427" y="1466"/>
                  </a:cubicBezTo>
                  <a:lnTo>
                    <a:pt x="30397" y="1466"/>
                  </a:lnTo>
                  <a:cubicBezTo>
                    <a:pt x="30366" y="1496"/>
                    <a:pt x="30305" y="1527"/>
                    <a:pt x="30245" y="1527"/>
                  </a:cubicBezTo>
                  <a:lnTo>
                    <a:pt x="30032" y="1527"/>
                  </a:lnTo>
                  <a:cubicBezTo>
                    <a:pt x="29971" y="1527"/>
                    <a:pt x="29758" y="1496"/>
                    <a:pt x="29697" y="1496"/>
                  </a:cubicBezTo>
                  <a:lnTo>
                    <a:pt x="29363" y="1436"/>
                  </a:lnTo>
                  <a:lnTo>
                    <a:pt x="29333" y="1466"/>
                  </a:lnTo>
                  <a:lnTo>
                    <a:pt x="29181" y="1588"/>
                  </a:lnTo>
                  <a:cubicBezTo>
                    <a:pt x="29123" y="1530"/>
                    <a:pt x="29004" y="1509"/>
                    <a:pt x="28925" y="1509"/>
                  </a:cubicBezTo>
                  <a:cubicBezTo>
                    <a:pt x="28879" y="1509"/>
                    <a:pt x="28846" y="1516"/>
                    <a:pt x="28846" y="1527"/>
                  </a:cubicBezTo>
                  <a:cubicBezTo>
                    <a:pt x="28846" y="1537"/>
                    <a:pt x="28823" y="1540"/>
                    <a:pt x="28789" y="1540"/>
                  </a:cubicBezTo>
                  <a:cubicBezTo>
                    <a:pt x="28721" y="1540"/>
                    <a:pt x="28613" y="1527"/>
                    <a:pt x="28573" y="1527"/>
                  </a:cubicBezTo>
                  <a:cubicBezTo>
                    <a:pt x="28451" y="1527"/>
                    <a:pt x="28360" y="1527"/>
                    <a:pt x="28269" y="1557"/>
                  </a:cubicBezTo>
                  <a:lnTo>
                    <a:pt x="28238" y="1527"/>
                  </a:lnTo>
                  <a:lnTo>
                    <a:pt x="28087" y="1375"/>
                  </a:lnTo>
                  <a:cubicBezTo>
                    <a:pt x="27904" y="1405"/>
                    <a:pt x="27539" y="1466"/>
                    <a:pt x="27266" y="1466"/>
                  </a:cubicBezTo>
                  <a:lnTo>
                    <a:pt x="27023" y="1466"/>
                  </a:lnTo>
                  <a:cubicBezTo>
                    <a:pt x="26974" y="1466"/>
                    <a:pt x="26867" y="1427"/>
                    <a:pt x="26826" y="1427"/>
                  </a:cubicBezTo>
                  <a:cubicBezTo>
                    <a:pt x="26816" y="1427"/>
                    <a:pt x="26810" y="1429"/>
                    <a:pt x="26810" y="1436"/>
                  </a:cubicBezTo>
                  <a:lnTo>
                    <a:pt x="26688" y="1557"/>
                  </a:lnTo>
                  <a:cubicBezTo>
                    <a:pt x="26643" y="1527"/>
                    <a:pt x="26521" y="1519"/>
                    <a:pt x="26396" y="1519"/>
                  </a:cubicBezTo>
                  <a:cubicBezTo>
                    <a:pt x="26270" y="1519"/>
                    <a:pt x="26141" y="1527"/>
                    <a:pt x="26080" y="1527"/>
                  </a:cubicBezTo>
                  <a:cubicBezTo>
                    <a:pt x="25868" y="1527"/>
                    <a:pt x="25685" y="1557"/>
                    <a:pt x="25503" y="1557"/>
                  </a:cubicBezTo>
                  <a:lnTo>
                    <a:pt x="25351" y="1436"/>
                  </a:lnTo>
                  <a:cubicBezTo>
                    <a:pt x="25290" y="1466"/>
                    <a:pt x="25229" y="1496"/>
                    <a:pt x="25199" y="1557"/>
                  </a:cubicBezTo>
                  <a:cubicBezTo>
                    <a:pt x="25193" y="1563"/>
                    <a:pt x="25185" y="1565"/>
                    <a:pt x="25176" y="1565"/>
                  </a:cubicBezTo>
                  <a:cubicBezTo>
                    <a:pt x="25137" y="1565"/>
                    <a:pt x="25077" y="1521"/>
                    <a:pt x="25077" y="1496"/>
                  </a:cubicBezTo>
                  <a:cubicBezTo>
                    <a:pt x="24925" y="1496"/>
                    <a:pt x="24743" y="1527"/>
                    <a:pt x="24621" y="1618"/>
                  </a:cubicBezTo>
                  <a:lnTo>
                    <a:pt x="24409" y="1588"/>
                  </a:lnTo>
                  <a:lnTo>
                    <a:pt x="24257" y="1557"/>
                  </a:lnTo>
                  <a:cubicBezTo>
                    <a:pt x="24234" y="1562"/>
                    <a:pt x="24207" y="1564"/>
                    <a:pt x="24179" y="1564"/>
                  </a:cubicBezTo>
                  <a:cubicBezTo>
                    <a:pt x="24069" y="1564"/>
                    <a:pt x="23928" y="1536"/>
                    <a:pt x="23843" y="1536"/>
                  </a:cubicBezTo>
                  <a:cubicBezTo>
                    <a:pt x="23805" y="1536"/>
                    <a:pt x="23778" y="1541"/>
                    <a:pt x="23770" y="1557"/>
                  </a:cubicBezTo>
                  <a:cubicBezTo>
                    <a:pt x="23753" y="1575"/>
                    <a:pt x="23735" y="1582"/>
                    <a:pt x="23718" y="1582"/>
                  </a:cubicBezTo>
                  <a:cubicBezTo>
                    <a:pt x="23679" y="1582"/>
                    <a:pt x="23649" y="1539"/>
                    <a:pt x="23649" y="1496"/>
                  </a:cubicBezTo>
                  <a:cubicBezTo>
                    <a:pt x="23649" y="1491"/>
                    <a:pt x="23645" y="1488"/>
                    <a:pt x="23640" y="1488"/>
                  </a:cubicBezTo>
                  <a:cubicBezTo>
                    <a:pt x="23616" y="1488"/>
                    <a:pt x="23552" y="1533"/>
                    <a:pt x="23527" y="1557"/>
                  </a:cubicBezTo>
                  <a:cubicBezTo>
                    <a:pt x="23527" y="1561"/>
                    <a:pt x="23524" y="1562"/>
                    <a:pt x="23517" y="1562"/>
                  </a:cubicBezTo>
                  <a:cubicBezTo>
                    <a:pt x="23479" y="1562"/>
                    <a:pt x="23340" y="1509"/>
                    <a:pt x="23253" y="1509"/>
                  </a:cubicBezTo>
                  <a:cubicBezTo>
                    <a:pt x="23227" y="1509"/>
                    <a:pt x="23205" y="1514"/>
                    <a:pt x="23193" y="1527"/>
                  </a:cubicBezTo>
                  <a:cubicBezTo>
                    <a:pt x="23171" y="1571"/>
                    <a:pt x="23116" y="1599"/>
                    <a:pt x="23064" y="1599"/>
                  </a:cubicBezTo>
                  <a:cubicBezTo>
                    <a:pt x="23045" y="1599"/>
                    <a:pt x="23027" y="1596"/>
                    <a:pt x="23010" y="1588"/>
                  </a:cubicBezTo>
                  <a:cubicBezTo>
                    <a:pt x="22889" y="1527"/>
                    <a:pt x="22737" y="1496"/>
                    <a:pt x="22615" y="1496"/>
                  </a:cubicBezTo>
                  <a:lnTo>
                    <a:pt x="22524" y="1557"/>
                  </a:lnTo>
                  <a:cubicBezTo>
                    <a:pt x="22400" y="1610"/>
                    <a:pt x="22277" y="1643"/>
                    <a:pt x="22153" y="1643"/>
                  </a:cubicBezTo>
                  <a:cubicBezTo>
                    <a:pt x="22064" y="1643"/>
                    <a:pt x="21975" y="1626"/>
                    <a:pt x="21886" y="1588"/>
                  </a:cubicBezTo>
                  <a:lnTo>
                    <a:pt x="21673" y="1527"/>
                  </a:lnTo>
                  <a:cubicBezTo>
                    <a:pt x="21491" y="1557"/>
                    <a:pt x="21278" y="1588"/>
                    <a:pt x="21095" y="1618"/>
                  </a:cubicBezTo>
                  <a:cubicBezTo>
                    <a:pt x="21074" y="1639"/>
                    <a:pt x="21053" y="1661"/>
                    <a:pt x="21020" y="1661"/>
                  </a:cubicBezTo>
                  <a:cubicBezTo>
                    <a:pt x="21007" y="1661"/>
                    <a:pt x="20992" y="1657"/>
                    <a:pt x="20974" y="1648"/>
                  </a:cubicBezTo>
                  <a:cubicBezTo>
                    <a:pt x="20944" y="1648"/>
                    <a:pt x="20883" y="1709"/>
                    <a:pt x="20883" y="1739"/>
                  </a:cubicBezTo>
                  <a:cubicBezTo>
                    <a:pt x="20883" y="1745"/>
                    <a:pt x="20878" y="1748"/>
                    <a:pt x="20871" y="1748"/>
                  </a:cubicBezTo>
                  <a:cubicBezTo>
                    <a:pt x="20839" y="1748"/>
                    <a:pt x="20750" y="1703"/>
                    <a:pt x="20700" y="1679"/>
                  </a:cubicBezTo>
                  <a:cubicBezTo>
                    <a:pt x="20668" y="1671"/>
                    <a:pt x="20635" y="1667"/>
                    <a:pt x="20603" y="1667"/>
                  </a:cubicBezTo>
                  <a:cubicBezTo>
                    <a:pt x="20516" y="1667"/>
                    <a:pt x="20433" y="1695"/>
                    <a:pt x="20366" y="1739"/>
                  </a:cubicBezTo>
                  <a:lnTo>
                    <a:pt x="20336" y="1679"/>
                  </a:lnTo>
                  <a:cubicBezTo>
                    <a:pt x="20314" y="1650"/>
                    <a:pt x="20292" y="1640"/>
                    <a:pt x="20270" y="1640"/>
                  </a:cubicBezTo>
                  <a:cubicBezTo>
                    <a:pt x="20223" y="1640"/>
                    <a:pt x="20175" y="1687"/>
                    <a:pt x="20127" y="1687"/>
                  </a:cubicBezTo>
                  <a:cubicBezTo>
                    <a:pt x="20106" y="1687"/>
                    <a:pt x="20084" y="1677"/>
                    <a:pt x="20062" y="1648"/>
                  </a:cubicBezTo>
                  <a:lnTo>
                    <a:pt x="20032" y="1588"/>
                  </a:lnTo>
                  <a:cubicBezTo>
                    <a:pt x="19880" y="1618"/>
                    <a:pt x="19728" y="1648"/>
                    <a:pt x="19606" y="1709"/>
                  </a:cubicBezTo>
                  <a:cubicBezTo>
                    <a:pt x="19582" y="1717"/>
                    <a:pt x="19557" y="1721"/>
                    <a:pt x="19533" y="1721"/>
                  </a:cubicBezTo>
                  <a:cubicBezTo>
                    <a:pt x="19468" y="1721"/>
                    <a:pt x="19407" y="1693"/>
                    <a:pt x="19363" y="1648"/>
                  </a:cubicBezTo>
                  <a:cubicBezTo>
                    <a:pt x="19354" y="1644"/>
                    <a:pt x="19345" y="1642"/>
                    <a:pt x="19335" y="1642"/>
                  </a:cubicBezTo>
                  <a:cubicBezTo>
                    <a:pt x="19277" y="1642"/>
                    <a:pt x="19207" y="1709"/>
                    <a:pt x="19181" y="1709"/>
                  </a:cubicBezTo>
                  <a:cubicBezTo>
                    <a:pt x="19160" y="1709"/>
                    <a:pt x="19072" y="1723"/>
                    <a:pt x="19016" y="1723"/>
                  </a:cubicBezTo>
                  <a:cubicBezTo>
                    <a:pt x="18988" y="1723"/>
                    <a:pt x="18968" y="1719"/>
                    <a:pt x="18968" y="1709"/>
                  </a:cubicBezTo>
                  <a:cubicBezTo>
                    <a:pt x="18946" y="1688"/>
                    <a:pt x="18925" y="1666"/>
                    <a:pt x="18893" y="1666"/>
                  </a:cubicBezTo>
                  <a:cubicBezTo>
                    <a:pt x="18879" y="1666"/>
                    <a:pt x="18864" y="1670"/>
                    <a:pt x="18846" y="1679"/>
                  </a:cubicBezTo>
                  <a:lnTo>
                    <a:pt x="18664" y="1679"/>
                  </a:lnTo>
                  <a:cubicBezTo>
                    <a:pt x="18481" y="1679"/>
                    <a:pt x="18269" y="1709"/>
                    <a:pt x="18117" y="1709"/>
                  </a:cubicBezTo>
                  <a:cubicBezTo>
                    <a:pt x="17995" y="1770"/>
                    <a:pt x="17874" y="1800"/>
                    <a:pt x="17752" y="1831"/>
                  </a:cubicBezTo>
                  <a:lnTo>
                    <a:pt x="17570" y="1831"/>
                  </a:lnTo>
                  <a:cubicBezTo>
                    <a:pt x="17478" y="1831"/>
                    <a:pt x="17357" y="1800"/>
                    <a:pt x="17266" y="1739"/>
                  </a:cubicBezTo>
                  <a:lnTo>
                    <a:pt x="17144" y="1831"/>
                  </a:lnTo>
                  <a:lnTo>
                    <a:pt x="17114" y="1861"/>
                  </a:lnTo>
                  <a:lnTo>
                    <a:pt x="16293" y="1861"/>
                  </a:lnTo>
                  <a:cubicBezTo>
                    <a:pt x="16171" y="1891"/>
                    <a:pt x="16050" y="1922"/>
                    <a:pt x="15898" y="1922"/>
                  </a:cubicBezTo>
                  <a:cubicBezTo>
                    <a:pt x="15871" y="1922"/>
                    <a:pt x="15519" y="1759"/>
                    <a:pt x="15329" y="1759"/>
                  </a:cubicBezTo>
                  <a:cubicBezTo>
                    <a:pt x="15302" y="1759"/>
                    <a:pt x="15279" y="1762"/>
                    <a:pt x="15260" y="1770"/>
                  </a:cubicBezTo>
                  <a:cubicBezTo>
                    <a:pt x="15108" y="1800"/>
                    <a:pt x="14986" y="1831"/>
                    <a:pt x="14864" y="1891"/>
                  </a:cubicBezTo>
                  <a:lnTo>
                    <a:pt x="14834" y="1922"/>
                  </a:lnTo>
                  <a:cubicBezTo>
                    <a:pt x="14743" y="1952"/>
                    <a:pt x="14621" y="2013"/>
                    <a:pt x="14591" y="2013"/>
                  </a:cubicBezTo>
                  <a:lnTo>
                    <a:pt x="14348" y="1800"/>
                  </a:lnTo>
                  <a:cubicBezTo>
                    <a:pt x="14348" y="1927"/>
                    <a:pt x="14305" y="1990"/>
                    <a:pt x="14274" y="1990"/>
                  </a:cubicBezTo>
                  <a:cubicBezTo>
                    <a:pt x="14267" y="1990"/>
                    <a:pt x="14262" y="1988"/>
                    <a:pt x="14256" y="1983"/>
                  </a:cubicBezTo>
                  <a:cubicBezTo>
                    <a:pt x="14248" y="1974"/>
                    <a:pt x="14220" y="1970"/>
                    <a:pt x="14186" y="1970"/>
                  </a:cubicBezTo>
                  <a:cubicBezTo>
                    <a:pt x="14104" y="1970"/>
                    <a:pt x="13983" y="1992"/>
                    <a:pt x="13983" y="2013"/>
                  </a:cubicBezTo>
                  <a:cubicBezTo>
                    <a:pt x="13983" y="2023"/>
                    <a:pt x="13966" y="2027"/>
                    <a:pt x="13940" y="2027"/>
                  </a:cubicBezTo>
                  <a:cubicBezTo>
                    <a:pt x="13888" y="2027"/>
                    <a:pt x="13801" y="2013"/>
                    <a:pt x="13740" y="2013"/>
                  </a:cubicBezTo>
                  <a:cubicBezTo>
                    <a:pt x="13649" y="2013"/>
                    <a:pt x="13527" y="2013"/>
                    <a:pt x="13436" y="2043"/>
                  </a:cubicBezTo>
                  <a:lnTo>
                    <a:pt x="13375" y="2013"/>
                  </a:lnTo>
                  <a:lnTo>
                    <a:pt x="13162" y="1800"/>
                  </a:lnTo>
                  <a:cubicBezTo>
                    <a:pt x="13162" y="1933"/>
                    <a:pt x="13116" y="2019"/>
                    <a:pt x="13084" y="2019"/>
                  </a:cubicBezTo>
                  <a:cubicBezTo>
                    <a:pt x="13079" y="2019"/>
                    <a:pt x="13075" y="2017"/>
                    <a:pt x="13071" y="2013"/>
                  </a:cubicBezTo>
                  <a:cubicBezTo>
                    <a:pt x="13067" y="2009"/>
                    <a:pt x="13061" y="2007"/>
                    <a:pt x="13055" y="2007"/>
                  </a:cubicBezTo>
                  <a:cubicBezTo>
                    <a:pt x="13016" y="2007"/>
                    <a:pt x="12945" y="2078"/>
                    <a:pt x="12919" y="2104"/>
                  </a:cubicBezTo>
                  <a:cubicBezTo>
                    <a:pt x="12912" y="2118"/>
                    <a:pt x="12901" y="2124"/>
                    <a:pt x="12887" y="2124"/>
                  </a:cubicBezTo>
                  <a:cubicBezTo>
                    <a:pt x="12835" y="2124"/>
                    <a:pt x="12740" y="2047"/>
                    <a:pt x="12645" y="1952"/>
                  </a:cubicBezTo>
                  <a:lnTo>
                    <a:pt x="12494" y="2104"/>
                  </a:lnTo>
                  <a:lnTo>
                    <a:pt x="12463" y="2104"/>
                  </a:lnTo>
                  <a:cubicBezTo>
                    <a:pt x="12342" y="2165"/>
                    <a:pt x="12220" y="2165"/>
                    <a:pt x="12068" y="2195"/>
                  </a:cubicBezTo>
                  <a:lnTo>
                    <a:pt x="11916" y="2226"/>
                  </a:lnTo>
                  <a:cubicBezTo>
                    <a:pt x="11886" y="2195"/>
                    <a:pt x="11886" y="2165"/>
                    <a:pt x="11855" y="2135"/>
                  </a:cubicBezTo>
                  <a:cubicBezTo>
                    <a:pt x="11855" y="2119"/>
                    <a:pt x="11848" y="2112"/>
                    <a:pt x="11836" y="2112"/>
                  </a:cubicBezTo>
                  <a:cubicBezTo>
                    <a:pt x="11825" y="2112"/>
                    <a:pt x="11810" y="2119"/>
                    <a:pt x="11794" y="2135"/>
                  </a:cubicBezTo>
                  <a:lnTo>
                    <a:pt x="11764" y="2165"/>
                  </a:lnTo>
                  <a:cubicBezTo>
                    <a:pt x="11764" y="2174"/>
                    <a:pt x="11756" y="2178"/>
                    <a:pt x="11744" y="2178"/>
                  </a:cubicBezTo>
                  <a:cubicBezTo>
                    <a:pt x="11716" y="2178"/>
                    <a:pt x="11664" y="2156"/>
                    <a:pt x="11642" y="2135"/>
                  </a:cubicBezTo>
                  <a:cubicBezTo>
                    <a:pt x="11636" y="2129"/>
                    <a:pt x="11623" y="2126"/>
                    <a:pt x="11605" y="2126"/>
                  </a:cubicBezTo>
                  <a:cubicBezTo>
                    <a:pt x="11533" y="2126"/>
                    <a:pt x="11387" y="2165"/>
                    <a:pt x="11338" y="2165"/>
                  </a:cubicBezTo>
                  <a:lnTo>
                    <a:pt x="10579" y="2165"/>
                  </a:lnTo>
                  <a:lnTo>
                    <a:pt x="10214" y="2317"/>
                  </a:lnTo>
                  <a:lnTo>
                    <a:pt x="10153" y="2256"/>
                  </a:lnTo>
                  <a:lnTo>
                    <a:pt x="10031" y="2104"/>
                  </a:lnTo>
                  <a:cubicBezTo>
                    <a:pt x="9919" y="2142"/>
                    <a:pt x="9806" y="2168"/>
                    <a:pt x="9693" y="2168"/>
                  </a:cubicBezTo>
                  <a:cubicBezTo>
                    <a:pt x="9624" y="2168"/>
                    <a:pt x="9554" y="2158"/>
                    <a:pt x="9484" y="2135"/>
                  </a:cubicBezTo>
                  <a:lnTo>
                    <a:pt x="9484" y="2347"/>
                  </a:lnTo>
                  <a:cubicBezTo>
                    <a:pt x="9460" y="2347"/>
                    <a:pt x="9241" y="2270"/>
                    <a:pt x="9108" y="2270"/>
                  </a:cubicBezTo>
                  <a:cubicBezTo>
                    <a:pt x="9075" y="2270"/>
                    <a:pt x="9047" y="2274"/>
                    <a:pt x="9028" y="2287"/>
                  </a:cubicBezTo>
                  <a:cubicBezTo>
                    <a:pt x="8937" y="2378"/>
                    <a:pt x="8846" y="2408"/>
                    <a:pt x="8755" y="2439"/>
                  </a:cubicBezTo>
                  <a:lnTo>
                    <a:pt x="8390" y="2347"/>
                  </a:lnTo>
                  <a:lnTo>
                    <a:pt x="8329" y="2378"/>
                  </a:lnTo>
                  <a:cubicBezTo>
                    <a:pt x="8296" y="2411"/>
                    <a:pt x="8262" y="2422"/>
                    <a:pt x="8228" y="2422"/>
                  </a:cubicBezTo>
                  <a:cubicBezTo>
                    <a:pt x="8174" y="2422"/>
                    <a:pt x="8120" y="2395"/>
                    <a:pt x="8065" y="2395"/>
                  </a:cubicBezTo>
                  <a:cubicBezTo>
                    <a:pt x="8032" y="2395"/>
                    <a:pt x="7998" y="2405"/>
                    <a:pt x="7965" y="2439"/>
                  </a:cubicBezTo>
                  <a:cubicBezTo>
                    <a:pt x="7945" y="2458"/>
                    <a:pt x="7878" y="2513"/>
                    <a:pt x="7800" y="2513"/>
                  </a:cubicBezTo>
                  <a:cubicBezTo>
                    <a:pt x="7754" y="2513"/>
                    <a:pt x="7705" y="2495"/>
                    <a:pt x="7661" y="2439"/>
                  </a:cubicBezTo>
                  <a:cubicBezTo>
                    <a:pt x="7661" y="2439"/>
                    <a:pt x="7539" y="2499"/>
                    <a:pt x="7539" y="2499"/>
                  </a:cubicBezTo>
                  <a:cubicBezTo>
                    <a:pt x="7539" y="2564"/>
                    <a:pt x="7528" y="2585"/>
                    <a:pt x="7508" y="2585"/>
                  </a:cubicBezTo>
                  <a:cubicBezTo>
                    <a:pt x="7482" y="2585"/>
                    <a:pt x="7439" y="2547"/>
                    <a:pt x="7387" y="2530"/>
                  </a:cubicBezTo>
                  <a:lnTo>
                    <a:pt x="7296" y="2499"/>
                  </a:lnTo>
                  <a:cubicBezTo>
                    <a:pt x="7053" y="2499"/>
                    <a:pt x="6779" y="2469"/>
                    <a:pt x="6536" y="2469"/>
                  </a:cubicBezTo>
                  <a:cubicBezTo>
                    <a:pt x="6414" y="2499"/>
                    <a:pt x="6323" y="2530"/>
                    <a:pt x="6202" y="2560"/>
                  </a:cubicBezTo>
                  <a:lnTo>
                    <a:pt x="6202" y="2773"/>
                  </a:lnTo>
                  <a:cubicBezTo>
                    <a:pt x="6080" y="2712"/>
                    <a:pt x="5958" y="2651"/>
                    <a:pt x="5837" y="2621"/>
                  </a:cubicBezTo>
                  <a:lnTo>
                    <a:pt x="5837" y="2712"/>
                  </a:lnTo>
                  <a:cubicBezTo>
                    <a:pt x="5831" y="2718"/>
                    <a:pt x="5820" y="2721"/>
                    <a:pt x="5806" y="2721"/>
                  </a:cubicBezTo>
                  <a:cubicBezTo>
                    <a:pt x="5749" y="2721"/>
                    <a:pt x="5642" y="2682"/>
                    <a:pt x="5594" y="2682"/>
                  </a:cubicBezTo>
                  <a:cubicBezTo>
                    <a:pt x="5529" y="2703"/>
                    <a:pt x="5450" y="2725"/>
                    <a:pt x="5376" y="2725"/>
                  </a:cubicBezTo>
                  <a:cubicBezTo>
                    <a:pt x="5346" y="2725"/>
                    <a:pt x="5316" y="2721"/>
                    <a:pt x="5290" y="2712"/>
                  </a:cubicBezTo>
                  <a:cubicBezTo>
                    <a:pt x="5229" y="2712"/>
                    <a:pt x="5077" y="2864"/>
                    <a:pt x="5047" y="2925"/>
                  </a:cubicBezTo>
                  <a:cubicBezTo>
                    <a:pt x="5036" y="2935"/>
                    <a:pt x="5016" y="2938"/>
                    <a:pt x="4993" y="2938"/>
                  </a:cubicBezTo>
                  <a:cubicBezTo>
                    <a:pt x="4945" y="2938"/>
                    <a:pt x="4884" y="2925"/>
                    <a:pt x="4864" y="2925"/>
                  </a:cubicBezTo>
                  <a:cubicBezTo>
                    <a:pt x="4773" y="2895"/>
                    <a:pt x="4651" y="2864"/>
                    <a:pt x="4560" y="2864"/>
                  </a:cubicBezTo>
                  <a:cubicBezTo>
                    <a:pt x="4477" y="2864"/>
                    <a:pt x="4369" y="2990"/>
                    <a:pt x="4305" y="2990"/>
                  </a:cubicBezTo>
                  <a:cubicBezTo>
                    <a:pt x="4298" y="2990"/>
                    <a:pt x="4292" y="2988"/>
                    <a:pt x="4287" y="2986"/>
                  </a:cubicBezTo>
                  <a:cubicBezTo>
                    <a:pt x="4195" y="2925"/>
                    <a:pt x="4104" y="2925"/>
                    <a:pt x="3983" y="2925"/>
                  </a:cubicBezTo>
                  <a:lnTo>
                    <a:pt x="3922" y="3016"/>
                  </a:lnTo>
                  <a:lnTo>
                    <a:pt x="3861" y="3077"/>
                  </a:lnTo>
                  <a:cubicBezTo>
                    <a:pt x="3835" y="3128"/>
                    <a:pt x="3788" y="3147"/>
                    <a:pt x="3737" y="3147"/>
                  </a:cubicBezTo>
                  <a:cubicBezTo>
                    <a:pt x="3668" y="3147"/>
                    <a:pt x="3592" y="3112"/>
                    <a:pt x="3557" y="3077"/>
                  </a:cubicBezTo>
                  <a:cubicBezTo>
                    <a:pt x="3541" y="3061"/>
                    <a:pt x="3507" y="3055"/>
                    <a:pt x="3463" y="3055"/>
                  </a:cubicBezTo>
                  <a:cubicBezTo>
                    <a:pt x="3363" y="3055"/>
                    <a:pt x="3217" y="3083"/>
                    <a:pt x="3127" y="3083"/>
                  </a:cubicBezTo>
                  <a:cubicBezTo>
                    <a:pt x="3104" y="3083"/>
                    <a:pt x="3085" y="3081"/>
                    <a:pt x="3071" y="3077"/>
                  </a:cubicBezTo>
                  <a:cubicBezTo>
                    <a:pt x="2980" y="3046"/>
                    <a:pt x="2858" y="3016"/>
                    <a:pt x="2767" y="3016"/>
                  </a:cubicBezTo>
                  <a:lnTo>
                    <a:pt x="2736" y="3046"/>
                  </a:lnTo>
                  <a:lnTo>
                    <a:pt x="2676" y="3107"/>
                  </a:lnTo>
                  <a:cubicBezTo>
                    <a:pt x="2642" y="3157"/>
                    <a:pt x="2590" y="3180"/>
                    <a:pt x="2535" y="3180"/>
                  </a:cubicBezTo>
                  <a:cubicBezTo>
                    <a:pt x="2490" y="3180"/>
                    <a:pt x="2443" y="3165"/>
                    <a:pt x="2402" y="3138"/>
                  </a:cubicBezTo>
                  <a:cubicBezTo>
                    <a:pt x="2402" y="3120"/>
                    <a:pt x="2394" y="3112"/>
                    <a:pt x="2383" y="3112"/>
                  </a:cubicBezTo>
                  <a:cubicBezTo>
                    <a:pt x="2357" y="3112"/>
                    <a:pt x="2311" y="3155"/>
                    <a:pt x="2311" y="3198"/>
                  </a:cubicBezTo>
                  <a:cubicBezTo>
                    <a:pt x="2296" y="3214"/>
                    <a:pt x="2250" y="3214"/>
                    <a:pt x="2208" y="3214"/>
                  </a:cubicBezTo>
                  <a:cubicBezTo>
                    <a:pt x="2167" y="3214"/>
                    <a:pt x="2129" y="3214"/>
                    <a:pt x="2129" y="3229"/>
                  </a:cubicBezTo>
                  <a:cubicBezTo>
                    <a:pt x="2098" y="3259"/>
                    <a:pt x="2068" y="3290"/>
                    <a:pt x="2007" y="3290"/>
                  </a:cubicBezTo>
                  <a:lnTo>
                    <a:pt x="1733" y="3290"/>
                  </a:lnTo>
                  <a:cubicBezTo>
                    <a:pt x="1733" y="3320"/>
                    <a:pt x="1825" y="3350"/>
                    <a:pt x="1855" y="3381"/>
                  </a:cubicBezTo>
                  <a:cubicBezTo>
                    <a:pt x="1885" y="3381"/>
                    <a:pt x="1764" y="3472"/>
                    <a:pt x="1612" y="3594"/>
                  </a:cubicBezTo>
                  <a:lnTo>
                    <a:pt x="1551" y="3502"/>
                  </a:lnTo>
                  <a:lnTo>
                    <a:pt x="1429" y="3290"/>
                  </a:lnTo>
                  <a:cubicBezTo>
                    <a:pt x="1277" y="3320"/>
                    <a:pt x="1156" y="3411"/>
                    <a:pt x="1065" y="3533"/>
                  </a:cubicBezTo>
                  <a:cubicBezTo>
                    <a:pt x="1065" y="3554"/>
                    <a:pt x="1053" y="3564"/>
                    <a:pt x="1033" y="3564"/>
                  </a:cubicBezTo>
                  <a:cubicBezTo>
                    <a:pt x="996" y="3564"/>
                    <a:pt x="930" y="3531"/>
                    <a:pt x="852" y="3472"/>
                  </a:cubicBezTo>
                  <a:lnTo>
                    <a:pt x="761" y="3594"/>
                  </a:lnTo>
                  <a:cubicBezTo>
                    <a:pt x="685" y="3654"/>
                    <a:pt x="624" y="3685"/>
                    <a:pt x="563" y="3685"/>
                  </a:cubicBezTo>
                  <a:cubicBezTo>
                    <a:pt x="502" y="3685"/>
                    <a:pt x="442" y="3654"/>
                    <a:pt x="366" y="3594"/>
                  </a:cubicBezTo>
                  <a:lnTo>
                    <a:pt x="366" y="3594"/>
                  </a:lnTo>
                  <a:cubicBezTo>
                    <a:pt x="335" y="3624"/>
                    <a:pt x="457" y="3837"/>
                    <a:pt x="366" y="3898"/>
                  </a:cubicBezTo>
                  <a:cubicBezTo>
                    <a:pt x="299" y="3942"/>
                    <a:pt x="232" y="3970"/>
                    <a:pt x="165" y="3970"/>
                  </a:cubicBezTo>
                  <a:cubicBezTo>
                    <a:pt x="141" y="3970"/>
                    <a:pt x="116" y="3967"/>
                    <a:pt x="92" y="3958"/>
                  </a:cubicBezTo>
                  <a:cubicBezTo>
                    <a:pt x="62" y="3958"/>
                    <a:pt x="62" y="3989"/>
                    <a:pt x="92" y="4050"/>
                  </a:cubicBezTo>
                  <a:lnTo>
                    <a:pt x="92" y="4080"/>
                  </a:lnTo>
                  <a:cubicBezTo>
                    <a:pt x="92" y="4110"/>
                    <a:pt x="62" y="4141"/>
                    <a:pt x="62" y="4202"/>
                  </a:cubicBezTo>
                  <a:lnTo>
                    <a:pt x="31" y="4353"/>
                  </a:lnTo>
                  <a:cubicBezTo>
                    <a:pt x="92" y="4414"/>
                    <a:pt x="122" y="4505"/>
                    <a:pt x="153" y="4597"/>
                  </a:cubicBezTo>
                  <a:lnTo>
                    <a:pt x="1" y="4688"/>
                  </a:lnTo>
                  <a:lnTo>
                    <a:pt x="1" y="4718"/>
                  </a:lnTo>
                  <a:cubicBezTo>
                    <a:pt x="9" y="4760"/>
                    <a:pt x="20" y="4774"/>
                    <a:pt x="31" y="4774"/>
                  </a:cubicBezTo>
                  <a:cubicBezTo>
                    <a:pt x="57" y="4774"/>
                    <a:pt x="87" y="4707"/>
                    <a:pt x="109" y="4707"/>
                  </a:cubicBezTo>
                  <a:cubicBezTo>
                    <a:pt x="114" y="4707"/>
                    <a:pt x="118" y="4710"/>
                    <a:pt x="122" y="4718"/>
                  </a:cubicBezTo>
                  <a:cubicBezTo>
                    <a:pt x="183" y="4749"/>
                    <a:pt x="335" y="4749"/>
                    <a:pt x="244" y="4870"/>
                  </a:cubicBezTo>
                  <a:lnTo>
                    <a:pt x="153" y="5022"/>
                  </a:lnTo>
                  <a:cubicBezTo>
                    <a:pt x="204" y="5002"/>
                    <a:pt x="247" y="4992"/>
                    <a:pt x="283" y="4992"/>
                  </a:cubicBezTo>
                  <a:cubicBezTo>
                    <a:pt x="355" y="4992"/>
                    <a:pt x="396" y="5032"/>
                    <a:pt x="396" y="5113"/>
                  </a:cubicBezTo>
                  <a:lnTo>
                    <a:pt x="396" y="5144"/>
                  </a:lnTo>
                  <a:cubicBezTo>
                    <a:pt x="396" y="5296"/>
                    <a:pt x="396" y="5448"/>
                    <a:pt x="609" y="5509"/>
                  </a:cubicBezTo>
                  <a:lnTo>
                    <a:pt x="700" y="5539"/>
                  </a:lnTo>
                  <a:cubicBezTo>
                    <a:pt x="761" y="5661"/>
                    <a:pt x="791" y="5782"/>
                    <a:pt x="791" y="5904"/>
                  </a:cubicBezTo>
                  <a:lnTo>
                    <a:pt x="822" y="5995"/>
                  </a:lnTo>
                  <a:cubicBezTo>
                    <a:pt x="974" y="6116"/>
                    <a:pt x="1126" y="6208"/>
                    <a:pt x="1247" y="6329"/>
                  </a:cubicBezTo>
                  <a:lnTo>
                    <a:pt x="1217" y="6724"/>
                  </a:lnTo>
                  <a:lnTo>
                    <a:pt x="1217" y="6785"/>
                  </a:lnTo>
                  <a:cubicBezTo>
                    <a:pt x="1217" y="6816"/>
                    <a:pt x="1369" y="6876"/>
                    <a:pt x="1551" y="6876"/>
                  </a:cubicBezTo>
                  <a:lnTo>
                    <a:pt x="1612" y="6846"/>
                  </a:lnTo>
                  <a:lnTo>
                    <a:pt x="1673" y="6846"/>
                  </a:lnTo>
                  <a:cubicBezTo>
                    <a:pt x="1712" y="6830"/>
                    <a:pt x="1741" y="6823"/>
                    <a:pt x="1761" y="6823"/>
                  </a:cubicBezTo>
                  <a:cubicBezTo>
                    <a:pt x="1817" y="6823"/>
                    <a:pt x="1793" y="6885"/>
                    <a:pt x="1703" y="6998"/>
                  </a:cubicBezTo>
                  <a:lnTo>
                    <a:pt x="1642" y="7059"/>
                  </a:lnTo>
                  <a:cubicBezTo>
                    <a:pt x="1642" y="7119"/>
                    <a:pt x="1703" y="7119"/>
                    <a:pt x="1733" y="7119"/>
                  </a:cubicBezTo>
                  <a:lnTo>
                    <a:pt x="1825" y="7119"/>
                  </a:lnTo>
                  <a:cubicBezTo>
                    <a:pt x="1836" y="7114"/>
                    <a:pt x="1847" y="7111"/>
                    <a:pt x="1856" y="7111"/>
                  </a:cubicBezTo>
                  <a:cubicBezTo>
                    <a:pt x="1897" y="7111"/>
                    <a:pt x="1922" y="7156"/>
                    <a:pt x="1946" y="7180"/>
                  </a:cubicBezTo>
                  <a:lnTo>
                    <a:pt x="1946" y="7241"/>
                  </a:lnTo>
                  <a:lnTo>
                    <a:pt x="1946" y="7302"/>
                  </a:lnTo>
                  <a:cubicBezTo>
                    <a:pt x="1916" y="7332"/>
                    <a:pt x="1794" y="7545"/>
                    <a:pt x="1825" y="7606"/>
                  </a:cubicBezTo>
                  <a:cubicBezTo>
                    <a:pt x="1855" y="7667"/>
                    <a:pt x="1885" y="7697"/>
                    <a:pt x="1916" y="7758"/>
                  </a:cubicBezTo>
                  <a:lnTo>
                    <a:pt x="2007" y="7819"/>
                  </a:lnTo>
                  <a:cubicBezTo>
                    <a:pt x="2007" y="7821"/>
                    <a:pt x="2008" y="7823"/>
                    <a:pt x="2011" y="7823"/>
                  </a:cubicBezTo>
                  <a:cubicBezTo>
                    <a:pt x="2034" y="7823"/>
                    <a:pt x="2165" y="7697"/>
                    <a:pt x="2220" y="7697"/>
                  </a:cubicBezTo>
                  <a:cubicBezTo>
                    <a:pt x="2281" y="7727"/>
                    <a:pt x="2281" y="7971"/>
                    <a:pt x="2220" y="8275"/>
                  </a:cubicBezTo>
                  <a:lnTo>
                    <a:pt x="2767" y="8305"/>
                  </a:lnTo>
                  <a:cubicBezTo>
                    <a:pt x="2797" y="8305"/>
                    <a:pt x="2828" y="8457"/>
                    <a:pt x="2828" y="8518"/>
                  </a:cubicBezTo>
                  <a:lnTo>
                    <a:pt x="2828" y="8578"/>
                  </a:lnTo>
                  <a:cubicBezTo>
                    <a:pt x="2730" y="8578"/>
                    <a:pt x="2516" y="8501"/>
                    <a:pt x="2419" y="8501"/>
                  </a:cubicBezTo>
                  <a:cubicBezTo>
                    <a:pt x="2395" y="8501"/>
                    <a:pt x="2378" y="8506"/>
                    <a:pt x="2372" y="8518"/>
                  </a:cubicBezTo>
                  <a:cubicBezTo>
                    <a:pt x="2341" y="8578"/>
                    <a:pt x="2402" y="8730"/>
                    <a:pt x="2463" y="8761"/>
                  </a:cubicBezTo>
                  <a:cubicBezTo>
                    <a:pt x="2499" y="8770"/>
                    <a:pt x="2534" y="8773"/>
                    <a:pt x="2570" y="8773"/>
                  </a:cubicBezTo>
                  <a:cubicBezTo>
                    <a:pt x="2656" y="8773"/>
                    <a:pt x="2742" y="8752"/>
                    <a:pt x="2828" y="8730"/>
                  </a:cubicBezTo>
                  <a:cubicBezTo>
                    <a:pt x="2919" y="8700"/>
                    <a:pt x="3040" y="8670"/>
                    <a:pt x="3071" y="8639"/>
                  </a:cubicBezTo>
                  <a:lnTo>
                    <a:pt x="3132" y="8609"/>
                  </a:lnTo>
                  <a:lnTo>
                    <a:pt x="3162" y="8578"/>
                  </a:lnTo>
                  <a:cubicBezTo>
                    <a:pt x="3162" y="8570"/>
                    <a:pt x="3170" y="8566"/>
                    <a:pt x="3182" y="8566"/>
                  </a:cubicBezTo>
                  <a:cubicBezTo>
                    <a:pt x="3210" y="8566"/>
                    <a:pt x="3262" y="8587"/>
                    <a:pt x="3284" y="8609"/>
                  </a:cubicBezTo>
                  <a:cubicBezTo>
                    <a:pt x="3344" y="8670"/>
                    <a:pt x="3375" y="8730"/>
                    <a:pt x="3405" y="8822"/>
                  </a:cubicBezTo>
                  <a:lnTo>
                    <a:pt x="3344" y="8913"/>
                  </a:lnTo>
                  <a:cubicBezTo>
                    <a:pt x="3496" y="9004"/>
                    <a:pt x="3648" y="9065"/>
                    <a:pt x="3800" y="9126"/>
                  </a:cubicBezTo>
                  <a:cubicBezTo>
                    <a:pt x="3922" y="9126"/>
                    <a:pt x="4013" y="9095"/>
                    <a:pt x="4104" y="9034"/>
                  </a:cubicBezTo>
                  <a:lnTo>
                    <a:pt x="4165" y="9156"/>
                  </a:lnTo>
                  <a:cubicBezTo>
                    <a:pt x="4195" y="9217"/>
                    <a:pt x="4195" y="9247"/>
                    <a:pt x="4317" y="9247"/>
                  </a:cubicBezTo>
                  <a:lnTo>
                    <a:pt x="4530" y="9217"/>
                  </a:lnTo>
                  <a:cubicBezTo>
                    <a:pt x="4773" y="9308"/>
                    <a:pt x="5077" y="9399"/>
                    <a:pt x="5107" y="9399"/>
                  </a:cubicBezTo>
                  <a:lnTo>
                    <a:pt x="5472" y="9399"/>
                  </a:lnTo>
                  <a:cubicBezTo>
                    <a:pt x="5533" y="9430"/>
                    <a:pt x="5381" y="9551"/>
                    <a:pt x="5138" y="9642"/>
                  </a:cubicBezTo>
                  <a:lnTo>
                    <a:pt x="5168" y="9916"/>
                  </a:lnTo>
                  <a:lnTo>
                    <a:pt x="5077" y="9916"/>
                  </a:lnTo>
                  <a:lnTo>
                    <a:pt x="4925" y="9946"/>
                  </a:lnTo>
                  <a:cubicBezTo>
                    <a:pt x="4864" y="10068"/>
                    <a:pt x="4773" y="10311"/>
                    <a:pt x="4834" y="10311"/>
                  </a:cubicBezTo>
                  <a:cubicBezTo>
                    <a:pt x="4864" y="10326"/>
                    <a:pt x="4895" y="10334"/>
                    <a:pt x="4925" y="10334"/>
                  </a:cubicBezTo>
                  <a:cubicBezTo>
                    <a:pt x="4955" y="10334"/>
                    <a:pt x="4986" y="10326"/>
                    <a:pt x="5016" y="10311"/>
                  </a:cubicBezTo>
                  <a:lnTo>
                    <a:pt x="5016" y="10402"/>
                  </a:lnTo>
                  <a:lnTo>
                    <a:pt x="5016" y="10433"/>
                  </a:lnTo>
                  <a:lnTo>
                    <a:pt x="5016" y="10493"/>
                  </a:lnTo>
                  <a:cubicBezTo>
                    <a:pt x="5016" y="10509"/>
                    <a:pt x="5031" y="10516"/>
                    <a:pt x="5058" y="10516"/>
                  </a:cubicBezTo>
                  <a:cubicBezTo>
                    <a:pt x="5085" y="10516"/>
                    <a:pt x="5123" y="10509"/>
                    <a:pt x="5168" y="10493"/>
                  </a:cubicBezTo>
                  <a:lnTo>
                    <a:pt x="5229" y="10463"/>
                  </a:lnTo>
                  <a:lnTo>
                    <a:pt x="5290" y="10463"/>
                  </a:lnTo>
                  <a:cubicBezTo>
                    <a:pt x="5351" y="10463"/>
                    <a:pt x="5381" y="10554"/>
                    <a:pt x="5381" y="10585"/>
                  </a:cubicBezTo>
                  <a:cubicBezTo>
                    <a:pt x="5270" y="10629"/>
                    <a:pt x="5158" y="10657"/>
                    <a:pt x="5047" y="10657"/>
                  </a:cubicBezTo>
                  <a:cubicBezTo>
                    <a:pt x="5006" y="10657"/>
                    <a:pt x="4966" y="10654"/>
                    <a:pt x="4925" y="10645"/>
                  </a:cubicBezTo>
                  <a:cubicBezTo>
                    <a:pt x="4854" y="10610"/>
                    <a:pt x="4783" y="10595"/>
                    <a:pt x="4736" y="10595"/>
                  </a:cubicBezTo>
                  <a:cubicBezTo>
                    <a:pt x="4703" y="10595"/>
                    <a:pt x="4682" y="10602"/>
                    <a:pt x="4682" y="10615"/>
                  </a:cubicBezTo>
                  <a:lnTo>
                    <a:pt x="4682" y="10645"/>
                  </a:lnTo>
                  <a:lnTo>
                    <a:pt x="4712" y="10767"/>
                  </a:lnTo>
                  <a:cubicBezTo>
                    <a:pt x="4743" y="10919"/>
                    <a:pt x="4743" y="11071"/>
                    <a:pt x="4712" y="11193"/>
                  </a:cubicBezTo>
                  <a:lnTo>
                    <a:pt x="4803" y="11314"/>
                  </a:lnTo>
                  <a:lnTo>
                    <a:pt x="4834" y="11344"/>
                  </a:lnTo>
                  <a:cubicBezTo>
                    <a:pt x="4895" y="11405"/>
                    <a:pt x="5016" y="11436"/>
                    <a:pt x="5107" y="11436"/>
                  </a:cubicBezTo>
                  <a:lnTo>
                    <a:pt x="5107" y="11648"/>
                  </a:lnTo>
                  <a:cubicBezTo>
                    <a:pt x="5229" y="11709"/>
                    <a:pt x="5199" y="11831"/>
                    <a:pt x="5138" y="11831"/>
                  </a:cubicBezTo>
                  <a:cubicBezTo>
                    <a:pt x="5107" y="11831"/>
                    <a:pt x="5533" y="12135"/>
                    <a:pt x="5472" y="12226"/>
                  </a:cubicBezTo>
                  <a:cubicBezTo>
                    <a:pt x="5442" y="12348"/>
                    <a:pt x="5594" y="12500"/>
                    <a:pt x="5685" y="12530"/>
                  </a:cubicBezTo>
                  <a:cubicBezTo>
                    <a:pt x="5746" y="12560"/>
                    <a:pt x="5563" y="12743"/>
                    <a:pt x="5472" y="12743"/>
                  </a:cubicBezTo>
                  <a:lnTo>
                    <a:pt x="5107" y="12743"/>
                  </a:lnTo>
                  <a:cubicBezTo>
                    <a:pt x="4955" y="12773"/>
                    <a:pt x="4834" y="12803"/>
                    <a:pt x="4712" y="12803"/>
                  </a:cubicBezTo>
                  <a:cubicBezTo>
                    <a:pt x="4651" y="12773"/>
                    <a:pt x="4591" y="12773"/>
                    <a:pt x="4499" y="12773"/>
                  </a:cubicBezTo>
                  <a:cubicBezTo>
                    <a:pt x="4486" y="12877"/>
                    <a:pt x="4457" y="12909"/>
                    <a:pt x="4418" y="12909"/>
                  </a:cubicBezTo>
                  <a:cubicBezTo>
                    <a:pt x="4365" y="12909"/>
                    <a:pt x="4296" y="12851"/>
                    <a:pt x="4226" y="12834"/>
                  </a:cubicBezTo>
                  <a:lnTo>
                    <a:pt x="4195" y="12834"/>
                  </a:lnTo>
                  <a:cubicBezTo>
                    <a:pt x="4135" y="12834"/>
                    <a:pt x="4135" y="12895"/>
                    <a:pt x="4165" y="12925"/>
                  </a:cubicBezTo>
                  <a:cubicBezTo>
                    <a:pt x="4098" y="12970"/>
                    <a:pt x="4015" y="12998"/>
                    <a:pt x="3940" y="12998"/>
                  </a:cubicBezTo>
                  <a:cubicBezTo>
                    <a:pt x="3912" y="12998"/>
                    <a:pt x="3886" y="12994"/>
                    <a:pt x="3861" y="12986"/>
                  </a:cubicBezTo>
                  <a:cubicBezTo>
                    <a:pt x="3851" y="12983"/>
                    <a:pt x="3842" y="12981"/>
                    <a:pt x="3832" y="12981"/>
                  </a:cubicBezTo>
                  <a:cubicBezTo>
                    <a:pt x="3751" y="12981"/>
                    <a:pt x="3676" y="13087"/>
                    <a:pt x="3648" y="13168"/>
                  </a:cubicBezTo>
                  <a:cubicBezTo>
                    <a:pt x="3648" y="13204"/>
                    <a:pt x="3607" y="13219"/>
                    <a:pt x="3566" y="13219"/>
                  </a:cubicBezTo>
                  <a:cubicBezTo>
                    <a:pt x="3537" y="13219"/>
                    <a:pt x="3509" y="13211"/>
                    <a:pt x="3496" y="13199"/>
                  </a:cubicBezTo>
                  <a:cubicBezTo>
                    <a:pt x="3496" y="13199"/>
                    <a:pt x="3376" y="13103"/>
                    <a:pt x="3328" y="13103"/>
                  </a:cubicBezTo>
                  <a:cubicBezTo>
                    <a:pt x="3322" y="13103"/>
                    <a:pt x="3317" y="13104"/>
                    <a:pt x="3314" y="13107"/>
                  </a:cubicBezTo>
                  <a:cubicBezTo>
                    <a:pt x="3284" y="13138"/>
                    <a:pt x="3223" y="13199"/>
                    <a:pt x="3192" y="13229"/>
                  </a:cubicBezTo>
                  <a:cubicBezTo>
                    <a:pt x="3071" y="13229"/>
                    <a:pt x="2980" y="13259"/>
                    <a:pt x="2888" y="13259"/>
                  </a:cubicBezTo>
                  <a:cubicBezTo>
                    <a:pt x="2797" y="13259"/>
                    <a:pt x="2706" y="13381"/>
                    <a:pt x="2676" y="13381"/>
                  </a:cubicBezTo>
                  <a:cubicBezTo>
                    <a:pt x="2615" y="13411"/>
                    <a:pt x="2524" y="13442"/>
                    <a:pt x="2463" y="13472"/>
                  </a:cubicBezTo>
                  <a:lnTo>
                    <a:pt x="2463" y="13533"/>
                  </a:lnTo>
                  <a:cubicBezTo>
                    <a:pt x="2433" y="13715"/>
                    <a:pt x="2372" y="13928"/>
                    <a:pt x="2341" y="14110"/>
                  </a:cubicBezTo>
                  <a:lnTo>
                    <a:pt x="2341" y="14171"/>
                  </a:lnTo>
                  <a:cubicBezTo>
                    <a:pt x="2402" y="14262"/>
                    <a:pt x="2341" y="14354"/>
                    <a:pt x="2189" y="14414"/>
                  </a:cubicBezTo>
                  <a:lnTo>
                    <a:pt x="2159" y="14232"/>
                  </a:lnTo>
                  <a:cubicBezTo>
                    <a:pt x="2129" y="14171"/>
                    <a:pt x="2007" y="14080"/>
                    <a:pt x="1946" y="14080"/>
                  </a:cubicBezTo>
                  <a:lnTo>
                    <a:pt x="1673" y="14141"/>
                  </a:lnTo>
                  <a:cubicBezTo>
                    <a:pt x="1627" y="14115"/>
                    <a:pt x="1568" y="14104"/>
                    <a:pt x="1503" y="14104"/>
                  </a:cubicBezTo>
                  <a:cubicBezTo>
                    <a:pt x="1264" y="14104"/>
                    <a:pt x="934" y="14245"/>
                    <a:pt x="791" y="14293"/>
                  </a:cubicBezTo>
                  <a:cubicBezTo>
                    <a:pt x="639" y="14354"/>
                    <a:pt x="609" y="14414"/>
                    <a:pt x="761" y="14414"/>
                  </a:cubicBezTo>
                  <a:lnTo>
                    <a:pt x="791" y="14445"/>
                  </a:lnTo>
                  <a:cubicBezTo>
                    <a:pt x="822" y="14536"/>
                    <a:pt x="882" y="14597"/>
                    <a:pt x="974" y="14597"/>
                  </a:cubicBezTo>
                  <a:cubicBezTo>
                    <a:pt x="1065" y="14627"/>
                    <a:pt x="974" y="14810"/>
                    <a:pt x="943" y="14840"/>
                  </a:cubicBezTo>
                  <a:cubicBezTo>
                    <a:pt x="913" y="14840"/>
                    <a:pt x="852" y="14840"/>
                    <a:pt x="822" y="14870"/>
                  </a:cubicBezTo>
                  <a:cubicBezTo>
                    <a:pt x="761" y="14931"/>
                    <a:pt x="730" y="14992"/>
                    <a:pt x="730" y="15053"/>
                  </a:cubicBezTo>
                  <a:lnTo>
                    <a:pt x="730" y="15083"/>
                  </a:lnTo>
                  <a:cubicBezTo>
                    <a:pt x="852" y="15114"/>
                    <a:pt x="852" y="15174"/>
                    <a:pt x="761" y="15174"/>
                  </a:cubicBezTo>
                  <a:lnTo>
                    <a:pt x="730" y="15205"/>
                  </a:lnTo>
                  <a:cubicBezTo>
                    <a:pt x="709" y="15233"/>
                    <a:pt x="689" y="15243"/>
                    <a:pt x="671" y="15243"/>
                  </a:cubicBezTo>
                  <a:cubicBezTo>
                    <a:pt x="625" y="15243"/>
                    <a:pt x="588" y="15181"/>
                    <a:pt x="552" y="15181"/>
                  </a:cubicBezTo>
                  <a:cubicBezTo>
                    <a:pt x="540" y="15181"/>
                    <a:pt x="529" y="15188"/>
                    <a:pt x="518" y="15205"/>
                  </a:cubicBezTo>
                  <a:cubicBezTo>
                    <a:pt x="457" y="15266"/>
                    <a:pt x="396" y="15357"/>
                    <a:pt x="335" y="15417"/>
                  </a:cubicBezTo>
                  <a:cubicBezTo>
                    <a:pt x="305" y="15478"/>
                    <a:pt x="305" y="15509"/>
                    <a:pt x="274" y="15539"/>
                  </a:cubicBezTo>
                  <a:lnTo>
                    <a:pt x="244" y="15661"/>
                  </a:lnTo>
                  <a:cubicBezTo>
                    <a:pt x="320" y="15761"/>
                    <a:pt x="437" y="15820"/>
                    <a:pt x="527" y="15820"/>
                  </a:cubicBezTo>
                  <a:cubicBezTo>
                    <a:pt x="545" y="15820"/>
                    <a:pt x="563" y="15818"/>
                    <a:pt x="578" y="15813"/>
                  </a:cubicBezTo>
                  <a:lnTo>
                    <a:pt x="639" y="15752"/>
                  </a:lnTo>
                  <a:lnTo>
                    <a:pt x="700" y="15721"/>
                  </a:lnTo>
                  <a:cubicBezTo>
                    <a:pt x="705" y="15720"/>
                    <a:pt x="710" y="15719"/>
                    <a:pt x="715" y="15719"/>
                  </a:cubicBezTo>
                  <a:cubicBezTo>
                    <a:pt x="821" y="15719"/>
                    <a:pt x="815" y="16028"/>
                    <a:pt x="670" y="16086"/>
                  </a:cubicBezTo>
                  <a:cubicBezTo>
                    <a:pt x="518" y="16177"/>
                    <a:pt x="426" y="16299"/>
                    <a:pt x="426" y="16451"/>
                  </a:cubicBezTo>
                  <a:cubicBezTo>
                    <a:pt x="457" y="16573"/>
                    <a:pt x="518" y="16694"/>
                    <a:pt x="578" y="16816"/>
                  </a:cubicBezTo>
                  <a:lnTo>
                    <a:pt x="578" y="16968"/>
                  </a:lnTo>
                  <a:lnTo>
                    <a:pt x="578" y="17028"/>
                  </a:lnTo>
                  <a:cubicBezTo>
                    <a:pt x="560" y="17066"/>
                    <a:pt x="576" y="17092"/>
                    <a:pt x="619" y="17092"/>
                  </a:cubicBezTo>
                  <a:cubicBezTo>
                    <a:pt x="646" y="17092"/>
                    <a:pt x="684" y="17082"/>
                    <a:pt x="730" y="17059"/>
                  </a:cubicBezTo>
                  <a:lnTo>
                    <a:pt x="791" y="17059"/>
                  </a:lnTo>
                  <a:lnTo>
                    <a:pt x="882" y="17089"/>
                  </a:lnTo>
                  <a:cubicBezTo>
                    <a:pt x="822" y="17180"/>
                    <a:pt x="761" y="17241"/>
                    <a:pt x="730" y="17332"/>
                  </a:cubicBezTo>
                  <a:lnTo>
                    <a:pt x="791" y="17393"/>
                  </a:lnTo>
                  <a:lnTo>
                    <a:pt x="882" y="17515"/>
                  </a:lnTo>
                  <a:cubicBezTo>
                    <a:pt x="943" y="17484"/>
                    <a:pt x="1004" y="17424"/>
                    <a:pt x="1095" y="17393"/>
                  </a:cubicBezTo>
                  <a:lnTo>
                    <a:pt x="1095" y="17393"/>
                  </a:lnTo>
                  <a:cubicBezTo>
                    <a:pt x="1065" y="17576"/>
                    <a:pt x="1034" y="17728"/>
                    <a:pt x="1004" y="17880"/>
                  </a:cubicBezTo>
                  <a:cubicBezTo>
                    <a:pt x="974" y="18001"/>
                    <a:pt x="943" y="18335"/>
                    <a:pt x="1034" y="18396"/>
                  </a:cubicBezTo>
                  <a:cubicBezTo>
                    <a:pt x="1080" y="18411"/>
                    <a:pt x="1133" y="18419"/>
                    <a:pt x="1186" y="18419"/>
                  </a:cubicBezTo>
                  <a:cubicBezTo>
                    <a:pt x="1240" y="18419"/>
                    <a:pt x="1293" y="18411"/>
                    <a:pt x="1338" y="18396"/>
                  </a:cubicBezTo>
                  <a:lnTo>
                    <a:pt x="1490" y="18396"/>
                  </a:lnTo>
                  <a:cubicBezTo>
                    <a:pt x="1612" y="18396"/>
                    <a:pt x="1490" y="18700"/>
                    <a:pt x="1399" y="18761"/>
                  </a:cubicBezTo>
                  <a:lnTo>
                    <a:pt x="1126" y="19004"/>
                  </a:lnTo>
                  <a:lnTo>
                    <a:pt x="1186" y="19035"/>
                  </a:lnTo>
                  <a:cubicBezTo>
                    <a:pt x="1247" y="19095"/>
                    <a:pt x="1247" y="19126"/>
                    <a:pt x="1186" y="19156"/>
                  </a:cubicBezTo>
                  <a:cubicBezTo>
                    <a:pt x="1095" y="19217"/>
                    <a:pt x="1034" y="19217"/>
                    <a:pt x="943" y="19247"/>
                  </a:cubicBezTo>
                  <a:cubicBezTo>
                    <a:pt x="791" y="19247"/>
                    <a:pt x="913" y="19278"/>
                    <a:pt x="913" y="19339"/>
                  </a:cubicBezTo>
                  <a:cubicBezTo>
                    <a:pt x="913" y="19430"/>
                    <a:pt x="791" y="19490"/>
                    <a:pt x="1004" y="19490"/>
                  </a:cubicBezTo>
                  <a:cubicBezTo>
                    <a:pt x="1126" y="19490"/>
                    <a:pt x="1277" y="19460"/>
                    <a:pt x="1399" y="19430"/>
                  </a:cubicBezTo>
                  <a:cubicBezTo>
                    <a:pt x="1414" y="19415"/>
                    <a:pt x="1429" y="19407"/>
                    <a:pt x="1448" y="19407"/>
                  </a:cubicBezTo>
                  <a:cubicBezTo>
                    <a:pt x="1467" y="19407"/>
                    <a:pt x="1490" y="19415"/>
                    <a:pt x="1521" y="19430"/>
                  </a:cubicBezTo>
                  <a:lnTo>
                    <a:pt x="1551" y="19460"/>
                  </a:lnTo>
                  <a:cubicBezTo>
                    <a:pt x="1581" y="19490"/>
                    <a:pt x="1642" y="19521"/>
                    <a:pt x="1703" y="19521"/>
                  </a:cubicBezTo>
                  <a:cubicBezTo>
                    <a:pt x="1794" y="19551"/>
                    <a:pt x="1885" y="19551"/>
                    <a:pt x="1977" y="19582"/>
                  </a:cubicBezTo>
                  <a:cubicBezTo>
                    <a:pt x="2068" y="19642"/>
                    <a:pt x="2189" y="19673"/>
                    <a:pt x="2281" y="19734"/>
                  </a:cubicBezTo>
                  <a:cubicBezTo>
                    <a:pt x="2372" y="19794"/>
                    <a:pt x="2463" y="19855"/>
                    <a:pt x="2554" y="19886"/>
                  </a:cubicBezTo>
                  <a:lnTo>
                    <a:pt x="2676" y="19825"/>
                  </a:lnTo>
                  <a:cubicBezTo>
                    <a:pt x="2706" y="19825"/>
                    <a:pt x="2767" y="19855"/>
                    <a:pt x="2767" y="19886"/>
                  </a:cubicBezTo>
                  <a:lnTo>
                    <a:pt x="2828" y="20098"/>
                  </a:lnTo>
                  <a:cubicBezTo>
                    <a:pt x="3040" y="20068"/>
                    <a:pt x="3527" y="20068"/>
                    <a:pt x="3618" y="20068"/>
                  </a:cubicBezTo>
                  <a:cubicBezTo>
                    <a:pt x="3699" y="20068"/>
                    <a:pt x="3794" y="20055"/>
                    <a:pt x="3857" y="20055"/>
                  </a:cubicBezTo>
                  <a:cubicBezTo>
                    <a:pt x="3888" y="20055"/>
                    <a:pt x="3912" y="20058"/>
                    <a:pt x="3922" y="20068"/>
                  </a:cubicBezTo>
                  <a:cubicBezTo>
                    <a:pt x="3952" y="20068"/>
                    <a:pt x="4256" y="20098"/>
                    <a:pt x="4591" y="20129"/>
                  </a:cubicBezTo>
                  <a:lnTo>
                    <a:pt x="4773" y="20372"/>
                  </a:lnTo>
                  <a:cubicBezTo>
                    <a:pt x="4778" y="20367"/>
                    <a:pt x="4795" y="20364"/>
                    <a:pt x="4819" y="20364"/>
                  </a:cubicBezTo>
                  <a:cubicBezTo>
                    <a:pt x="4932" y="20364"/>
                    <a:pt x="5204" y="20419"/>
                    <a:pt x="5229" y="20494"/>
                  </a:cubicBezTo>
                  <a:cubicBezTo>
                    <a:pt x="5242" y="20533"/>
                    <a:pt x="5294" y="20544"/>
                    <a:pt x="5357" y="20544"/>
                  </a:cubicBezTo>
                  <a:cubicBezTo>
                    <a:pt x="5440" y="20544"/>
                    <a:pt x="5542" y="20524"/>
                    <a:pt x="5594" y="20524"/>
                  </a:cubicBezTo>
                  <a:cubicBezTo>
                    <a:pt x="5654" y="20524"/>
                    <a:pt x="5989" y="20646"/>
                    <a:pt x="6110" y="20646"/>
                  </a:cubicBezTo>
                  <a:cubicBezTo>
                    <a:pt x="6164" y="20637"/>
                    <a:pt x="6217" y="20633"/>
                    <a:pt x="6271" y="20633"/>
                  </a:cubicBezTo>
                  <a:cubicBezTo>
                    <a:pt x="6400" y="20633"/>
                    <a:pt x="6529" y="20654"/>
                    <a:pt x="6658" y="20676"/>
                  </a:cubicBezTo>
                  <a:lnTo>
                    <a:pt x="6901" y="20676"/>
                  </a:lnTo>
                  <a:lnTo>
                    <a:pt x="7053" y="20615"/>
                  </a:lnTo>
                  <a:cubicBezTo>
                    <a:pt x="7053" y="20706"/>
                    <a:pt x="7083" y="20737"/>
                    <a:pt x="7174" y="20737"/>
                  </a:cubicBezTo>
                  <a:lnTo>
                    <a:pt x="7265" y="20737"/>
                  </a:lnTo>
                  <a:cubicBezTo>
                    <a:pt x="7296" y="20767"/>
                    <a:pt x="7296" y="20798"/>
                    <a:pt x="7296" y="20798"/>
                  </a:cubicBezTo>
                  <a:lnTo>
                    <a:pt x="7296" y="20858"/>
                  </a:lnTo>
                  <a:cubicBezTo>
                    <a:pt x="7296" y="20897"/>
                    <a:pt x="7311" y="20911"/>
                    <a:pt x="7334" y="20911"/>
                  </a:cubicBezTo>
                  <a:cubicBezTo>
                    <a:pt x="7381" y="20911"/>
                    <a:pt x="7458" y="20849"/>
                    <a:pt x="7478" y="20828"/>
                  </a:cubicBezTo>
                  <a:cubicBezTo>
                    <a:pt x="7491" y="20802"/>
                    <a:pt x="7526" y="20793"/>
                    <a:pt x="7566" y="20793"/>
                  </a:cubicBezTo>
                  <a:cubicBezTo>
                    <a:pt x="7621" y="20793"/>
                    <a:pt x="7686" y="20810"/>
                    <a:pt x="7721" y="20828"/>
                  </a:cubicBezTo>
                  <a:cubicBezTo>
                    <a:pt x="7752" y="20828"/>
                    <a:pt x="7721" y="20889"/>
                    <a:pt x="7630" y="20949"/>
                  </a:cubicBezTo>
                  <a:cubicBezTo>
                    <a:pt x="7613" y="21034"/>
                    <a:pt x="7671" y="21053"/>
                    <a:pt x="7732" y="21053"/>
                  </a:cubicBezTo>
                  <a:cubicBezTo>
                    <a:pt x="7780" y="21053"/>
                    <a:pt x="7829" y="21041"/>
                    <a:pt x="7843" y="21041"/>
                  </a:cubicBezTo>
                  <a:cubicBezTo>
                    <a:pt x="7873" y="21041"/>
                    <a:pt x="7904" y="20980"/>
                    <a:pt x="7904" y="20980"/>
                  </a:cubicBezTo>
                  <a:lnTo>
                    <a:pt x="7934" y="20949"/>
                  </a:lnTo>
                  <a:cubicBezTo>
                    <a:pt x="7939" y="20945"/>
                    <a:pt x="7946" y="20943"/>
                    <a:pt x="7956" y="20943"/>
                  </a:cubicBezTo>
                  <a:cubicBezTo>
                    <a:pt x="8005" y="20943"/>
                    <a:pt x="8107" y="20986"/>
                    <a:pt x="8155" y="20986"/>
                  </a:cubicBezTo>
                  <a:cubicBezTo>
                    <a:pt x="8165" y="20986"/>
                    <a:pt x="8173" y="20984"/>
                    <a:pt x="8177" y="20980"/>
                  </a:cubicBezTo>
                  <a:cubicBezTo>
                    <a:pt x="8192" y="20965"/>
                    <a:pt x="8212" y="20959"/>
                    <a:pt x="8234" y="20959"/>
                  </a:cubicBezTo>
                  <a:cubicBezTo>
                    <a:pt x="8304" y="20959"/>
                    <a:pt x="8397" y="21018"/>
                    <a:pt x="8420" y="21041"/>
                  </a:cubicBezTo>
                  <a:cubicBezTo>
                    <a:pt x="8426" y="21051"/>
                    <a:pt x="8442" y="21055"/>
                    <a:pt x="8465" y="21055"/>
                  </a:cubicBezTo>
                  <a:cubicBezTo>
                    <a:pt x="8555" y="21055"/>
                    <a:pt x="8751" y="20996"/>
                    <a:pt x="8866" y="20996"/>
                  </a:cubicBezTo>
                  <a:cubicBezTo>
                    <a:pt x="8897" y="20996"/>
                    <a:pt x="8921" y="21000"/>
                    <a:pt x="8937" y="21010"/>
                  </a:cubicBezTo>
                  <a:cubicBezTo>
                    <a:pt x="8998" y="21071"/>
                    <a:pt x="9089" y="21101"/>
                    <a:pt x="9180" y="21132"/>
                  </a:cubicBezTo>
                  <a:lnTo>
                    <a:pt x="9241" y="21101"/>
                  </a:lnTo>
                  <a:lnTo>
                    <a:pt x="9302" y="21071"/>
                  </a:lnTo>
                  <a:cubicBezTo>
                    <a:pt x="9322" y="21051"/>
                    <a:pt x="9366" y="21044"/>
                    <a:pt x="9419" y="21044"/>
                  </a:cubicBezTo>
                  <a:cubicBezTo>
                    <a:pt x="9525" y="21044"/>
                    <a:pt x="9667" y="21071"/>
                    <a:pt x="9728" y="21071"/>
                  </a:cubicBezTo>
                  <a:cubicBezTo>
                    <a:pt x="9849" y="21071"/>
                    <a:pt x="10001" y="21041"/>
                    <a:pt x="10031" y="21041"/>
                  </a:cubicBezTo>
                  <a:lnTo>
                    <a:pt x="10366" y="21041"/>
                  </a:lnTo>
                  <a:lnTo>
                    <a:pt x="10457" y="21010"/>
                  </a:lnTo>
                  <a:cubicBezTo>
                    <a:pt x="10491" y="20996"/>
                    <a:pt x="10520" y="20990"/>
                    <a:pt x="10545" y="20990"/>
                  </a:cubicBezTo>
                  <a:cubicBezTo>
                    <a:pt x="10656" y="20990"/>
                    <a:pt x="10687" y="21111"/>
                    <a:pt x="10775" y="21111"/>
                  </a:cubicBezTo>
                  <a:cubicBezTo>
                    <a:pt x="10789" y="21111"/>
                    <a:pt x="10804" y="21108"/>
                    <a:pt x="10822" y="21101"/>
                  </a:cubicBezTo>
                  <a:cubicBezTo>
                    <a:pt x="10844" y="21101"/>
                    <a:pt x="10962" y="21037"/>
                    <a:pt x="11025" y="21037"/>
                  </a:cubicBezTo>
                  <a:cubicBezTo>
                    <a:pt x="11049" y="21037"/>
                    <a:pt x="11065" y="21046"/>
                    <a:pt x="11065" y="21071"/>
                  </a:cubicBezTo>
                  <a:cubicBezTo>
                    <a:pt x="11065" y="21107"/>
                    <a:pt x="11075" y="21121"/>
                    <a:pt x="11084" y="21121"/>
                  </a:cubicBezTo>
                  <a:cubicBezTo>
                    <a:pt x="11090" y="21121"/>
                    <a:pt x="11095" y="21114"/>
                    <a:pt x="11095" y="21101"/>
                  </a:cubicBezTo>
                  <a:cubicBezTo>
                    <a:pt x="11102" y="21095"/>
                    <a:pt x="11112" y="21093"/>
                    <a:pt x="11125" y="21093"/>
                  </a:cubicBezTo>
                  <a:cubicBezTo>
                    <a:pt x="11160" y="21093"/>
                    <a:pt x="11213" y="21110"/>
                    <a:pt x="11248" y="21110"/>
                  </a:cubicBezTo>
                  <a:cubicBezTo>
                    <a:pt x="11261" y="21110"/>
                    <a:pt x="11271" y="21108"/>
                    <a:pt x="11278" y="21101"/>
                  </a:cubicBezTo>
                  <a:cubicBezTo>
                    <a:pt x="11338" y="21041"/>
                    <a:pt x="11490" y="20919"/>
                    <a:pt x="11551" y="20919"/>
                  </a:cubicBezTo>
                  <a:cubicBezTo>
                    <a:pt x="11612" y="20980"/>
                    <a:pt x="11673" y="21010"/>
                    <a:pt x="11734" y="21071"/>
                  </a:cubicBezTo>
                  <a:cubicBezTo>
                    <a:pt x="11741" y="21086"/>
                    <a:pt x="11752" y="21092"/>
                    <a:pt x="11764" y="21092"/>
                  </a:cubicBezTo>
                  <a:cubicBezTo>
                    <a:pt x="11804" y="21092"/>
                    <a:pt x="11863" y="21033"/>
                    <a:pt x="11886" y="21010"/>
                  </a:cubicBezTo>
                  <a:cubicBezTo>
                    <a:pt x="11890" y="21006"/>
                    <a:pt x="11894" y="21004"/>
                    <a:pt x="11900" y="21004"/>
                  </a:cubicBezTo>
                  <a:cubicBezTo>
                    <a:pt x="11939" y="21004"/>
                    <a:pt x="12015" y="21091"/>
                    <a:pt x="12068" y="21223"/>
                  </a:cubicBezTo>
                  <a:lnTo>
                    <a:pt x="12159" y="21101"/>
                  </a:lnTo>
                  <a:cubicBezTo>
                    <a:pt x="12232" y="21000"/>
                    <a:pt x="12284" y="20961"/>
                    <a:pt x="12334" y="20961"/>
                  </a:cubicBezTo>
                  <a:cubicBezTo>
                    <a:pt x="12390" y="20961"/>
                    <a:pt x="12445" y="21008"/>
                    <a:pt x="12524" y="21071"/>
                  </a:cubicBezTo>
                  <a:cubicBezTo>
                    <a:pt x="12554" y="21101"/>
                    <a:pt x="12585" y="21101"/>
                    <a:pt x="12615" y="21101"/>
                  </a:cubicBezTo>
                  <a:cubicBezTo>
                    <a:pt x="12654" y="21062"/>
                    <a:pt x="12693" y="21048"/>
                    <a:pt x="12730" y="21048"/>
                  </a:cubicBezTo>
                  <a:cubicBezTo>
                    <a:pt x="12808" y="21048"/>
                    <a:pt x="12878" y="21111"/>
                    <a:pt x="12919" y="21132"/>
                  </a:cubicBezTo>
                  <a:cubicBezTo>
                    <a:pt x="12980" y="21162"/>
                    <a:pt x="13041" y="21193"/>
                    <a:pt x="13132" y="21223"/>
                  </a:cubicBezTo>
                  <a:lnTo>
                    <a:pt x="13284" y="21253"/>
                  </a:lnTo>
                  <a:cubicBezTo>
                    <a:pt x="13375" y="21223"/>
                    <a:pt x="13497" y="21223"/>
                    <a:pt x="13618" y="21193"/>
                  </a:cubicBezTo>
                  <a:cubicBezTo>
                    <a:pt x="13643" y="21168"/>
                    <a:pt x="13747" y="21124"/>
                    <a:pt x="13802" y="21124"/>
                  </a:cubicBezTo>
                  <a:cubicBezTo>
                    <a:pt x="13815" y="21124"/>
                    <a:pt x="13825" y="21126"/>
                    <a:pt x="13831" y="21132"/>
                  </a:cubicBezTo>
                  <a:cubicBezTo>
                    <a:pt x="13837" y="21138"/>
                    <a:pt x="13846" y="21140"/>
                    <a:pt x="13855" y="21140"/>
                  </a:cubicBezTo>
                  <a:cubicBezTo>
                    <a:pt x="13895" y="21140"/>
                    <a:pt x="13959" y="21101"/>
                    <a:pt x="13983" y="21101"/>
                  </a:cubicBezTo>
                  <a:cubicBezTo>
                    <a:pt x="14026" y="21080"/>
                    <a:pt x="14054" y="21058"/>
                    <a:pt x="14088" y="21058"/>
                  </a:cubicBezTo>
                  <a:cubicBezTo>
                    <a:pt x="14102" y="21058"/>
                    <a:pt x="14117" y="21062"/>
                    <a:pt x="14135" y="21071"/>
                  </a:cubicBezTo>
                  <a:lnTo>
                    <a:pt x="14165" y="21101"/>
                  </a:lnTo>
                  <a:lnTo>
                    <a:pt x="14226" y="21132"/>
                  </a:lnTo>
                  <a:cubicBezTo>
                    <a:pt x="14244" y="21141"/>
                    <a:pt x="14270" y="21144"/>
                    <a:pt x="14298" y="21144"/>
                  </a:cubicBezTo>
                  <a:cubicBezTo>
                    <a:pt x="14365" y="21144"/>
                    <a:pt x="14448" y="21123"/>
                    <a:pt x="14469" y="21101"/>
                  </a:cubicBezTo>
                  <a:cubicBezTo>
                    <a:pt x="14478" y="21093"/>
                    <a:pt x="14492" y="21089"/>
                    <a:pt x="14508" y="21089"/>
                  </a:cubicBezTo>
                  <a:cubicBezTo>
                    <a:pt x="14545" y="21089"/>
                    <a:pt x="14591" y="21110"/>
                    <a:pt x="14591" y="21132"/>
                  </a:cubicBezTo>
                  <a:lnTo>
                    <a:pt x="15412" y="21132"/>
                  </a:lnTo>
                  <a:lnTo>
                    <a:pt x="15928" y="21010"/>
                  </a:lnTo>
                  <a:lnTo>
                    <a:pt x="16080" y="21071"/>
                  </a:lnTo>
                  <a:lnTo>
                    <a:pt x="16263" y="21162"/>
                  </a:lnTo>
                  <a:cubicBezTo>
                    <a:pt x="16290" y="21158"/>
                    <a:pt x="16324" y="21156"/>
                    <a:pt x="16363" y="21156"/>
                  </a:cubicBezTo>
                  <a:cubicBezTo>
                    <a:pt x="16516" y="21156"/>
                    <a:pt x="16740" y="21184"/>
                    <a:pt x="16907" y="21184"/>
                  </a:cubicBezTo>
                  <a:cubicBezTo>
                    <a:pt x="16981" y="21184"/>
                    <a:pt x="17044" y="21178"/>
                    <a:pt x="17083" y="21162"/>
                  </a:cubicBezTo>
                  <a:cubicBezTo>
                    <a:pt x="17296" y="21132"/>
                    <a:pt x="17509" y="21071"/>
                    <a:pt x="17722" y="21071"/>
                  </a:cubicBezTo>
                  <a:cubicBezTo>
                    <a:pt x="17772" y="21061"/>
                    <a:pt x="17826" y="21058"/>
                    <a:pt x="17881" y="21058"/>
                  </a:cubicBezTo>
                  <a:cubicBezTo>
                    <a:pt x="17992" y="21058"/>
                    <a:pt x="18107" y="21071"/>
                    <a:pt x="18208" y="21071"/>
                  </a:cubicBezTo>
                  <a:lnTo>
                    <a:pt x="18329" y="21041"/>
                  </a:lnTo>
                  <a:lnTo>
                    <a:pt x="18512" y="21010"/>
                  </a:lnTo>
                  <a:cubicBezTo>
                    <a:pt x="18603" y="21056"/>
                    <a:pt x="18694" y="21079"/>
                    <a:pt x="18782" y="21079"/>
                  </a:cubicBezTo>
                  <a:cubicBezTo>
                    <a:pt x="18869" y="21079"/>
                    <a:pt x="18953" y="21056"/>
                    <a:pt x="19029" y="21010"/>
                  </a:cubicBezTo>
                  <a:cubicBezTo>
                    <a:pt x="19089" y="20949"/>
                    <a:pt x="19363" y="20949"/>
                    <a:pt x="19454" y="20949"/>
                  </a:cubicBezTo>
                  <a:lnTo>
                    <a:pt x="19758" y="20949"/>
                  </a:lnTo>
                  <a:cubicBezTo>
                    <a:pt x="19910" y="21010"/>
                    <a:pt x="20062" y="21041"/>
                    <a:pt x="20244" y="21041"/>
                  </a:cubicBezTo>
                  <a:cubicBezTo>
                    <a:pt x="20336" y="21010"/>
                    <a:pt x="20457" y="20980"/>
                    <a:pt x="20579" y="20949"/>
                  </a:cubicBezTo>
                  <a:lnTo>
                    <a:pt x="20700" y="21010"/>
                  </a:lnTo>
                  <a:lnTo>
                    <a:pt x="20792" y="21071"/>
                  </a:lnTo>
                  <a:cubicBezTo>
                    <a:pt x="20944" y="21010"/>
                    <a:pt x="21126" y="20980"/>
                    <a:pt x="21308" y="20980"/>
                  </a:cubicBezTo>
                  <a:lnTo>
                    <a:pt x="21399" y="20980"/>
                  </a:lnTo>
                  <a:cubicBezTo>
                    <a:pt x="21472" y="20980"/>
                    <a:pt x="21487" y="21058"/>
                    <a:pt x="21583" y="21058"/>
                  </a:cubicBezTo>
                  <a:cubicBezTo>
                    <a:pt x="21607" y="21058"/>
                    <a:pt x="21637" y="21053"/>
                    <a:pt x="21673" y="21041"/>
                  </a:cubicBezTo>
                  <a:cubicBezTo>
                    <a:pt x="21713" y="21027"/>
                    <a:pt x="21747" y="21021"/>
                    <a:pt x="21775" y="21021"/>
                  </a:cubicBezTo>
                  <a:cubicBezTo>
                    <a:pt x="21876" y="21021"/>
                    <a:pt x="21903" y="21098"/>
                    <a:pt x="21855" y="21193"/>
                  </a:cubicBezTo>
                  <a:lnTo>
                    <a:pt x="21855" y="21253"/>
                  </a:lnTo>
                  <a:cubicBezTo>
                    <a:pt x="21828" y="21281"/>
                    <a:pt x="22127" y="21409"/>
                    <a:pt x="22204" y="21409"/>
                  </a:cubicBezTo>
                  <a:cubicBezTo>
                    <a:pt x="22212" y="21409"/>
                    <a:pt x="22217" y="21408"/>
                    <a:pt x="22220" y="21405"/>
                  </a:cubicBezTo>
                  <a:cubicBezTo>
                    <a:pt x="22281" y="21345"/>
                    <a:pt x="22159" y="21253"/>
                    <a:pt x="22099" y="21223"/>
                  </a:cubicBezTo>
                  <a:cubicBezTo>
                    <a:pt x="22038" y="21193"/>
                    <a:pt x="22038" y="21132"/>
                    <a:pt x="22099" y="21132"/>
                  </a:cubicBezTo>
                  <a:cubicBezTo>
                    <a:pt x="22159" y="21101"/>
                    <a:pt x="22190" y="21010"/>
                    <a:pt x="22220" y="21010"/>
                  </a:cubicBezTo>
                  <a:cubicBezTo>
                    <a:pt x="22229" y="21006"/>
                    <a:pt x="22238" y="21004"/>
                    <a:pt x="22248" y="21004"/>
                  </a:cubicBezTo>
                  <a:cubicBezTo>
                    <a:pt x="22306" y="21004"/>
                    <a:pt x="22381" y="21071"/>
                    <a:pt x="22433" y="21071"/>
                  </a:cubicBezTo>
                  <a:cubicBezTo>
                    <a:pt x="22585" y="21071"/>
                    <a:pt x="22706" y="21071"/>
                    <a:pt x="22767" y="21223"/>
                  </a:cubicBezTo>
                  <a:lnTo>
                    <a:pt x="22798" y="21284"/>
                  </a:lnTo>
                  <a:cubicBezTo>
                    <a:pt x="22889" y="21345"/>
                    <a:pt x="23071" y="21436"/>
                    <a:pt x="23223" y="21466"/>
                  </a:cubicBezTo>
                  <a:lnTo>
                    <a:pt x="23223" y="21557"/>
                  </a:lnTo>
                  <a:lnTo>
                    <a:pt x="23223" y="21618"/>
                  </a:lnTo>
                  <a:cubicBezTo>
                    <a:pt x="23223" y="21635"/>
                    <a:pt x="23228" y="21643"/>
                    <a:pt x="23237" y="21643"/>
                  </a:cubicBezTo>
                  <a:cubicBezTo>
                    <a:pt x="23260" y="21643"/>
                    <a:pt x="23309" y="21593"/>
                    <a:pt x="23375" y="21527"/>
                  </a:cubicBezTo>
                  <a:lnTo>
                    <a:pt x="23466" y="21436"/>
                  </a:lnTo>
                  <a:cubicBezTo>
                    <a:pt x="23588" y="21345"/>
                    <a:pt x="23801" y="21345"/>
                    <a:pt x="23862" y="21162"/>
                  </a:cubicBezTo>
                  <a:cubicBezTo>
                    <a:pt x="23879" y="21110"/>
                    <a:pt x="23947" y="21037"/>
                    <a:pt x="24013" y="21037"/>
                  </a:cubicBezTo>
                  <a:cubicBezTo>
                    <a:pt x="24062" y="21037"/>
                    <a:pt x="24109" y="21077"/>
                    <a:pt x="24135" y="21193"/>
                  </a:cubicBezTo>
                  <a:lnTo>
                    <a:pt x="24135" y="21223"/>
                  </a:lnTo>
                  <a:cubicBezTo>
                    <a:pt x="24196" y="21223"/>
                    <a:pt x="24409" y="21314"/>
                    <a:pt x="24409" y="21345"/>
                  </a:cubicBezTo>
                  <a:cubicBezTo>
                    <a:pt x="24409" y="21436"/>
                    <a:pt x="24378" y="21497"/>
                    <a:pt x="24317" y="21527"/>
                  </a:cubicBezTo>
                  <a:cubicBezTo>
                    <a:pt x="24226" y="21557"/>
                    <a:pt x="24105" y="21588"/>
                    <a:pt x="24013" y="21588"/>
                  </a:cubicBezTo>
                  <a:lnTo>
                    <a:pt x="23953" y="21466"/>
                  </a:lnTo>
                  <a:lnTo>
                    <a:pt x="23953" y="21436"/>
                  </a:lnTo>
                  <a:cubicBezTo>
                    <a:pt x="23941" y="21430"/>
                    <a:pt x="23928" y="21428"/>
                    <a:pt x="23915" y="21428"/>
                  </a:cubicBezTo>
                  <a:cubicBezTo>
                    <a:pt x="23859" y="21428"/>
                    <a:pt x="23795" y="21472"/>
                    <a:pt x="23770" y="21497"/>
                  </a:cubicBezTo>
                  <a:cubicBezTo>
                    <a:pt x="23740" y="21527"/>
                    <a:pt x="23862" y="21588"/>
                    <a:pt x="23892" y="21618"/>
                  </a:cubicBezTo>
                  <a:cubicBezTo>
                    <a:pt x="23953" y="21649"/>
                    <a:pt x="24013" y="21679"/>
                    <a:pt x="24074" y="21709"/>
                  </a:cubicBezTo>
                  <a:cubicBezTo>
                    <a:pt x="24101" y="21709"/>
                    <a:pt x="24176" y="21805"/>
                    <a:pt x="24235" y="21805"/>
                  </a:cubicBezTo>
                  <a:cubicBezTo>
                    <a:pt x="24243" y="21805"/>
                    <a:pt x="24250" y="21804"/>
                    <a:pt x="24257" y="21801"/>
                  </a:cubicBezTo>
                  <a:cubicBezTo>
                    <a:pt x="24348" y="21740"/>
                    <a:pt x="24439" y="21649"/>
                    <a:pt x="24500" y="21557"/>
                  </a:cubicBezTo>
                  <a:lnTo>
                    <a:pt x="24682" y="21557"/>
                  </a:lnTo>
                  <a:cubicBezTo>
                    <a:pt x="24956" y="21557"/>
                    <a:pt x="25229" y="21497"/>
                    <a:pt x="25503" y="21405"/>
                  </a:cubicBezTo>
                  <a:cubicBezTo>
                    <a:pt x="25503" y="21405"/>
                    <a:pt x="25564" y="21436"/>
                    <a:pt x="25564" y="21466"/>
                  </a:cubicBezTo>
                  <a:lnTo>
                    <a:pt x="25564" y="21497"/>
                  </a:lnTo>
                  <a:cubicBezTo>
                    <a:pt x="25503" y="21527"/>
                    <a:pt x="25442" y="21557"/>
                    <a:pt x="25351" y="21588"/>
                  </a:cubicBezTo>
                  <a:cubicBezTo>
                    <a:pt x="25290" y="21588"/>
                    <a:pt x="25017" y="21679"/>
                    <a:pt x="25017" y="21740"/>
                  </a:cubicBezTo>
                  <a:cubicBezTo>
                    <a:pt x="25017" y="21831"/>
                    <a:pt x="24834" y="21892"/>
                    <a:pt x="24773" y="21892"/>
                  </a:cubicBezTo>
                  <a:cubicBezTo>
                    <a:pt x="24713" y="21892"/>
                    <a:pt x="24682" y="21922"/>
                    <a:pt x="24652" y="21953"/>
                  </a:cubicBezTo>
                  <a:lnTo>
                    <a:pt x="25017" y="21953"/>
                  </a:lnTo>
                  <a:cubicBezTo>
                    <a:pt x="25169" y="21892"/>
                    <a:pt x="25290" y="21831"/>
                    <a:pt x="25412" y="21709"/>
                  </a:cubicBezTo>
                  <a:cubicBezTo>
                    <a:pt x="25426" y="21695"/>
                    <a:pt x="25443" y="21689"/>
                    <a:pt x="25462" y="21689"/>
                  </a:cubicBezTo>
                  <a:cubicBezTo>
                    <a:pt x="25522" y="21689"/>
                    <a:pt x="25594" y="21754"/>
                    <a:pt x="25594" y="21801"/>
                  </a:cubicBezTo>
                  <a:cubicBezTo>
                    <a:pt x="25594" y="21831"/>
                    <a:pt x="25533" y="21892"/>
                    <a:pt x="25412" y="21892"/>
                  </a:cubicBezTo>
                  <a:lnTo>
                    <a:pt x="25472" y="22013"/>
                  </a:lnTo>
                  <a:cubicBezTo>
                    <a:pt x="25533" y="21998"/>
                    <a:pt x="25586" y="21991"/>
                    <a:pt x="25640" y="21991"/>
                  </a:cubicBezTo>
                  <a:cubicBezTo>
                    <a:pt x="25693" y="21991"/>
                    <a:pt x="25746" y="21998"/>
                    <a:pt x="25807" y="22013"/>
                  </a:cubicBezTo>
                  <a:cubicBezTo>
                    <a:pt x="25811" y="22017"/>
                    <a:pt x="25815" y="22019"/>
                    <a:pt x="25820" y="22019"/>
                  </a:cubicBezTo>
                  <a:cubicBezTo>
                    <a:pt x="25852" y="22019"/>
                    <a:pt x="25898" y="21937"/>
                    <a:pt x="25898" y="21831"/>
                  </a:cubicBezTo>
                  <a:lnTo>
                    <a:pt x="26020" y="21831"/>
                  </a:lnTo>
                  <a:cubicBezTo>
                    <a:pt x="26060" y="21839"/>
                    <a:pt x="26099" y="21843"/>
                    <a:pt x="26133" y="21843"/>
                  </a:cubicBezTo>
                  <a:cubicBezTo>
                    <a:pt x="26228" y="21843"/>
                    <a:pt x="26293" y="21815"/>
                    <a:pt x="26293" y="21770"/>
                  </a:cubicBezTo>
                  <a:lnTo>
                    <a:pt x="26293" y="21709"/>
                  </a:lnTo>
                  <a:lnTo>
                    <a:pt x="26293" y="21649"/>
                  </a:lnTo>
                  <a:cubicBezTo>
                    <a:pt x="26263" y="21618"/>
                    <a:pt x="26202" y="21436"/>
                    <a:pt x="26263" y="21436"/>
                  </a:cubicBezTo>
                  <a:cubicBezTo>
                    <a:pt x="26266" y="21433"/>
                    <a:pt x="26270" y="21432"/>
                    <a:pt x="26277" y="21432"/>
                  </a:cubicBezTo>
                  <a:cubicBezTo>
                    <a:pt x="26330" y="21432"/>
                    <a:pt x="26492" y="21511"/>
                    <a:pt x="26580" y="21511"/>
                  </a:cubicBezTo>
                  <a:cubicBezTo>
                    <a:pt x="26601" y="21511"/>
                    <a:pt x="26617" y="21507"/>
                    <a:pt x="26628" y="21497"/>
                  </a:cubicBezTo>
                  <a:cubicBezTo>
                    <a:pt x="26645" y="21491"/>
                    <a:pt x="26659" y="21488"/>
                    <a:pt x="26670" y="21488"/>
                  </a:cubicBezTo>
                  <a:cubicBezTo>
                    <a:pt x="26718" y="21488"/>
                    <a:pt x="26713" y="21533"/>
                    <a:pt x="26688" y="21557"/>
                  </a:cubicBezTo>
                  <a:cubicBezTo>
                    <a:pt x="26658" y="21588"/>
                    <a:pt x="26445" y="21709"/>
                    <a:pt x="26506" y="21770"/>
                  </a:cubicBezTo>
                  <a:cubicBezTo>
                    <a:pt x="26536" y="21801"/>
                    <a:pt x="26658" y="21922"/>
                    <a:pt x="26688" y="21953"/>
                  </a:cubicBezTo>
                  <a:cubicBezTo>
                    <a:pt x="26688" y="21974"/>
                    <a:pt x="26719" y="21996"/>
                    <a:pt x="26747" y="21996"/>
                  </a:cubicBezTo>
                  <a:cubicBezTo>
                    <a:pt x="26759" y="21996"/>
                    <a:pt x="26771" y="21992"/>
                    <a:pt x="26779" y="21983"/>
                  </a:cubicBezTo>
                  <a:cubicBezTo>
                    <a:pt x="26810" y="21953"/>
                    <a:pt x="26810" y="21679"/>
                    <a:pt x="26871" y="21588"/>
                  </a:cubicBezTo>
                  <a:cubicBezTo>
                    <a:pt x="26901" y="21497"/>
                    <a:pt x="26931" y="21405"/>
                    <a:pt x="26931" y="21314"/>
                  </a:cubicBezTo>
                  <a:lnTo>
                    <a:pt x="26931" y="21223"/>
                  </a:lnTo>
                  <a:cubicBezTo>
                    <a:pt x="26959" y="21169"/>
                    <a:pt x="27082" y="21066"/>
                    <a:pt x="27130" y="21066"/>
                  </a:cubicBezTo>
                  <a:cubicBezTo>
                    <a:pt x="27136" y="21066"/>
                    <a:pt x="27141" y="21068"/>
                    <a:pt x="27144" y="21071"/>
                  </a:cubicBezTo>
                  <a:lnTo>
                    <a:pt x="27296" y="21345"/>
                  </a:lnTo>
                  <a:lnTo>
                    <a:pt x="27418" y="21405"/>
                  </a:lnTo>
                  <a:lnTo>
                    <a:pt x="27448" y="21436"/>
                  </a:lnTo>
                  <a:cubicBezTo>
                    <a:pt x="27479" y="21527"/>
                    <a:pt x="27661" y="21618"/>
                    <a:pt x="27631" y="21649"/>
                  </a:cubicBezTo>
                  <a:cubicBezTo>
                    <a:pt x="27600" y="21709"/>
                    <a:pt x="27448" y="21892"/>
                    <a:pt x="27418" y="21953"/>
                  </a:cubicBezTo>
                  <a:cubicBezTo>
                    <a:pt x="27404" y="21966"/>
                    <a:pt x="27409" y="21972"/>
                    <a:pt x="27425" y="21972"/>
                  </a:cubicBezTo>
                  <a:cubicBezTo>
                    <a:pt x="27482" y="21972"/>
                    <a:pt x="27675" y="21902"/>
                    <a:pt x="27722" y="21831"/>
                  </a:cubicBezTo>
                  <a:cubicBezTo>
                    <a:pt x="27751" y="21791"/>
                    <a:pt x="27781" y="21755"/>
                    <a:pt x="27813" y="21722"/>
                  </a:cubicBezTo>
                  <a:lnTo>
                    <a:pt x="27813" y="21722"/>
                  </a:lnTo>
                  <a:lnTo>
                    <a:pt x="27813" y="21831"/>
                  </a:lnTo>
                  <a:cubicBezTo>
                    <a:pt x="27813" y="21861"/>
                    <a:pt x="27843" y="21861"/>
                    <a:pt x="27874" y="21861"/>
                  </a:cubicBezTo>
                  <a:lnTo>
                    <a:pt x="28573" y="21861"/>
                  </a:lnTo>
                  <a:cubicBezTo>
                    <a:pt x="28634" y="21861"/>
                    <a:pt x="28755" y="21709"/>
                    <a:pt x="28755" y="21649"/>
                  </a:cubicBezTo>
                  <a:cubicBezTo>
                    <a:pt x="28783" y="21594"/>
                    <a:pt x="28884" y="21366"/>
                    <a:pt x="28948" y="21366"/>
                  </a:cubicBezTo>
                  <a:cubicBezTo>
                    <a:pt x="28955" y="21366"/>
                    <a:pt x="28962" y="21369"/>
                    <a:pt x="28968" y="21375"/>
                  </a:cubicBezTo>
                  <a:cubicBezTo>
                    <a:pt x="28985" y="21386"/>
                    <a:pt x="29001" y="21391"/>
                    <a:pt x="29016" y="21391"/>
                  </a:cubicBezTo>
                  <a:cubicBezTo>
                    <a:pt x="29081" y="21391"/>
                    <a:pt x="29126" y="21297"/>
                    <a:pt x="29150" y="21223"/>
                  </a:cubicBezTo>
                  <a:cubicBezTo>
                    <a:pt x="29150" y="21155"/>
                    <a:pt x="29167" y="21120"/>
                    <a:pt x="29189" y="21120"/>
                  </a:cubicBezTo>
                  <a:cubicBezTo>
                    <a:pt x="29196" y="21120"/>
                    <a:pt x="29204" y="21124"/>
                    <a:pt x="29211" y="21132"/>
                  </a:cubicBezTo>
                  <a:cubicBezTo>
                    <a:pt x="29233" y="21199"/>
                    <a:pt x="29191" y="21363"/>
                    <a:pt x="29297" y="21363"/>
                  </a:cubicBezTo>
                  <a:cubicBezTo>
                    <a:pt x="29336" y="21363"/>
                    <a:pt x="29395" y="21341"/>
                    <a:pt x="29485" y="21284"/>
                  </a:cubicBezTo>
                  <a:cubicBezTo>
                    <a:pt x="29485" y="21284"/>
                    <a:pt x="29606" y="21345"/>
                    <a:pt x="29606" y="21405"/>
                  </a:cubicBezTo>
                  <a:lnTo>
                    <a:pt x="29637" y="21709"/>
                  </a:lnTo>
                  <a:cubicBezTo>
                    <a:pt x="29758" y="21801"/>
                    <a:pt x="29849" y="21861"/>
                    <a:pt x="29971" y="21922"/>
                  </a:cubicBezTo>
                  <a:lnTo>
                    <a:pt x="30062" y="21922"/>
                  </a:lnTo>
                  <a:cubicBezTo>
                    <a:pt x="30123" y="21892"/>
                    <a:pt x="30123" y="21861"/>
                    <a:pt x="30093" y="21801"/>
                  </a:cubicBezTo>
                  <a:cubicBezTo>
                    <a:pt x="30062" y="21801"/>
                    <a:pt x="29789" y="21740"/>
                    <a:pt x="29849" y="21649"/>
                  </a:cubicBezTo>
                  <a:cubicBezTo>
                    <a:pt x="29854" y="21634"/>
                    <a:pt x="29861" y="21628"/>
                    <a:pt x="29871" y="21628"/>
                  </a:cubicBezTo>
                  <a:cubicBezTo>
                    <a:pt x="29916" y="21628"/>
                    <a:pt x="30011" y="21773"/>
                    <a:pt x="30127" y="21773"/>
                  </a:cubicBezTo>
                  <a:cubicBezTo>
                    <a:pt x="30135" y="21773"/>
                    <a:pt x="30144" y="21772"/>
                    <a:pt x="30153" y="21770"/>
                  </a:cubicBezTo>
                  <a:cubicBezTo>
                    <a:pt x="30275" y="21770"/>
                    <a:pt x="30670" y="21770"/>
                    <a:pt x="30761" y="21679"/>
                  </a:cubicBezTo>
                  <a:cubicBezTo>
                    <a:pt x="30853" y="21588"/>
                    <a:pt x="30944" y="21527"/>
                    <a:pt x="30944" y="21527"/>
                  </a:cubicBezTo>
                  <a:lnTo>
                    <a:pt x="30944" y="21527"/>
                  </a:lnTo>
                  <a:cubicBezTo>
                    <a:pt x="31035" y="21588"/>
                    <a:pt x="30883" y="21770"/>
                    <a:pt x="31065" y="21770"/>
                  </a:cubicBezTo>
                  <a:cubicBezTo>
                    <a:pt x="31126" y="21740"/>
                    <a:pt x="31217" y="21649"/>
                    <a:pt x="31248" y="21557"/>
                  </a:cubicBezTo>
                  <a:lnTo>
                    <a:pt x="31308" y="21497"/>
                  </a:lnTo>
                  <a:cubicBezTo>
                    <a:pt x="31308" y="21436"/>
                    <a:pt x="31552" y="21436"/>
                    <a:pt x="31643" y="21436"/>
                  </a:cubicBezTo>
                  <a:cubicBezTo>
                    <a:pt x="31734" y="21466"/>
                    <a:pt x="31704" y="21679"/>
                    <a:pt x="31612" y="21679"/>
                  </a:cubicBezTo>
                  <a:lnTo>
                    <a:pt x="31248" y="21679"/>
                  </a:lnTo>
                  <a:lnTo>
                    <a:pt x="31278" y="21770"/>
                  </a:lnTo>
                  <a:lnTo>
                    <a:pt x="31278" y="21801"/>
                  </a:lnTo>
                  <a:cubicBezTo>
                    <a:pt x="31369" y="21831"/>
                    <a:pt x="31460" y="21831"/>
                    <a:pt x="31552" y="21831"/>
                  </a:cubicBezTo>
                  <a:cubicBezTo>
                    <a:pt x="31576" y="21831"/>
                    <a:pt x="31736" y="21753"/>
                    <a:pt x="31831" y="21753"/>
                  </a:cubicBezTo>
                  <a:cubicBezTo>
                    <a:pt x="31854" y="21753"/>
                    <a:pt x="31874" y="21758"/>
                    <a:pt x="31886" y="21770"/>
                  </a:cubicBezTo>
                  <a:cubicBezTo>
                    <a:pt x="31947" y="21831"/>
                    <a:pt x="32008" y="21892"/>
                    <a:pt x="32068" y="21922"/>
                  </a:cubicBezTo>
                  <a:cubicBezTo>
                    <a:pt x="32099" y="21922"/>
                    <a:pt x="32129" y="21892"/>
                    <a:pt x="32160" y="21861"/>
                  </a:cubicBezTo>
                  <a:lnTo>
                    <a:pt x="32160" y="21831"/>
                  </a:lnTo>
                  <a:cubicBezTo>
                    <a:pt x="32129" y="21801"/>
                    <a:pt x="32312" y="21679"/>
                    <a:pt x="32403" y="21649"/>
                  </a:cubicBezTo>
                  <a:cubicBezTo>
                    <a:pt x="32423" y="21635"/>
                    <a:pt x="32444" y="21629"/>
                    <a:pt x="32464" y="21629"/>
                  </a:cubicBezTo>
                  <a:cubicBezTo>
                    <a:pt x="32533" y="21629"/>
                    <a:pt x="32599" y="21700"/>
                    <a:pt x="32646" y="21770"/>
                  </a:cubicBezTo>
                  <a:lnTo>
                    <a:pt x="32737" y="21801"/>
                  </a:lnTo>
                  <a:lnTo>
                    <a:pt x="32828" y="21831"/>
                  </a:lnTo>
                  <a:cubicBezTo>
                    <a:pt x="32957" y="21809"/>
                    <a:pt x="33071" y="21788"/>
                    <a:pt x="33191" y="21788"/>
                  </a:cubicBezTo>
                  <a:cubicBezTo>
                    <a:pt x="33241" y="21788"/>
                    <a:pt x="33292" y="21792"/>
                    <a:pt x="33345" y="21801"/>
                  </a:cubicBezTo>
                  <a:lnTo>
                    <a:pt x="33558" y="21861"/>
                  </a:lnTo>
                  <a:lnTo>
                    <a:pt x="34074" y="21861"/>
                  </a:lnTo>
                  <a:cubicBezTo>
                    <a:pt x="34257" y="21892"/>
                    <a:pt x="34409" y="21922"/>
                    <a:pt x="34561" y="21922"/>
                  </a:cubicBezTo>
                  <a:lnTo>
                    <a:pt x="34561" y="21649"/>
                  </a:lnTo>
                  <a:cubicBezTo>
                    <a:pt x="34576" y="21625"/>
                    <a:pt x="34600" y="21616"/>
                    <a:pt x="34627" y="21616"/>
                  </a:cubicBezTo>
                  <a:cubicBezTo>
                    <a:pt x="34705" y="21616"/>
                    <a:pt x="34812" y="21695"/>
                    <a:pt x="34834" y="21740"/>
                  </a:cubicBezTo>
                  <a:cubicBezTo>
                    <a:pt x="34846" y="21763"/>
                    <a:pt x="34893" y="21773"/>
                    <a:pt x="34954" y="21773"/>
                  </a:cubicBezTo>
                  <a:cubicBezTo>
                    <a:pt x="35052" y="21773"/>
                    <a:pt x="35185" y="21747"/>
                    <a:pt x="35260" y="21709"/>
                  </a:cubicBezTo>
                  <a:cubicBezTo>
                    <a:pt x="35292" y="21688"/>
                    <a:pt x="35328" y="21678"/>
                    <a:pt x="35364" y="21678"/>
                  </a:cubicBezTo>
                  <a:cubicBezTo>
                    <a:pt x="35430" y="21678"/>
                    <a:pt x="35494" y="21711"/>
                    <a:pt x="35533" y="21770"/>
                  </a:cubicBezTo>
                  <a:lnTo>
                    <a:pt x="35594" y="21801"/>
                  </a:lnTo>
                  <a:lnTo>
                    <a:pt x="35655" y="21861"/>
                  </a:lnTo>
                  <a:cubicBezTo>
                    <a:pt x="35659" y="21863"/>
                    <a:pt x="35663" y="21864"/>
                    <a:pt x="35667" y="21864"/>
                  </a:cubicBezTo>
                  <a:cubicBezTo>
                    <a:pt x="35724" y="21864"/>
                    <a:pt x="35777" y="21673"/>
                    <a:pt x="35777" y="21588"/>
                  </a:cubicBezTo>
                  <a:cubicBezTo>
                    <a:pt x="35789" y="21552"/>
                    <a:pt x="35805" y="21540"/>
                    <a:pt x="35823" y="21540"/>
                  </a:cubicBezTo>
                  <a:cubicBezTo>
                    <a:pt x="35850" y="21540"/>
                    <a:pt x="35880" y="21569"/>
                    <a:pt x="35898" y="21588"/>
                  </a:cubicBezTo>
                  <a:cubicBezTo>
                    <a:pt x="35898" y="21618"/>
                    <a:pt x="36050" y="21740"/>
                    <a:pt x="35989" y="21770"/>
                  </a:cubicBezTo>
                  <a:cubicBezTo>
                    <a:pt x="35929" y="21801"/>
                    <a:pt x="36020" y="21831"/>
                    <a:pt x="36263" y="21861"/>
                  </a:cubicBezTo>
                  <a:lnTo>
                    <a:pt x="36415" y="21892"/>
                  </a:lnTo>
                  <a:lnTo>
                    <a:pt x="36445" y="21892"/>
                  </a:lnTo>
                  <a:lnTo>
                    <a:pt x="36749" y="21861"/>
                  </a:lnTo>
                  <a:lnTo>
                    <a:pt x="36871" y="21831"/>
                  </a:lnTo>
                  <a:cubicBezTo>
                    <a:pt x="36977" y="21831"/>
                    <a:pt x="37084" y="21846"/>
                    <a:pt x="37186" y="21846"/>
                  </a:cubicBezTo>
                  <a:cubicBezTo>
                    <a:pt x="37289" y="21846"/>
                    <a:pt x="37388" y="21831"/>
                    <a:pt x="37479" y="21770"/>
                  </a:cubicBezTo>
                  <a:cubicBezTo>
                    <a:pt x="37496" y="21753"/>
                    <a:pt x="37515" y="21746"/>
                    <a:pt x="37534" y="21746"/>
                  </a:cubicBezTo>
                  <a:cubicBezTo>
                    <a:pt x="37583" y="21746"/>
                    <a:pt x="37631" y="21796"/>
                    <a:pt x="37631" y="21861"/>
                  </a:cubicBezTo>
                  <a:cubicBezTo>
                    <a:pt x="37631" y="21900"/>
                    <a:pt x="37642" y="21912"/>
                    <a:pt x="37659" y="21912"/>
                  </a:cubicBezTo>
                  <a:cubicBezTo>
                    <a:pt x="37683" y="21912"/>
                    <a:pt x="37718" y="21892"/>
                    <a:pt x="37752" y="21892"/>
                  </a:cubicBezTo>
                  <a:lnTo>
                    <a:pt x="37844" y="21861"/>
                  </a:lnTo>
                  <a:cubicBezTo>
                    <a:pt x="37935" y="21861"/>
                    <a:pt x="38026" y="21801"/>
                    <a:pt x="38056" y="21709"/>
                  </a:cubicBezTo>
                  <a:cubicBezTo>
                    <a:pt x="38056" y="21679"/>
                    <a:pt x="38102" y="21664"/>
                    <a:pt x="38174" y="21664"/>
                  </a:cubicBezTo>
                  <a:cubicBezTo>
                    <a:pt x="38246" y="21664"/>
                    <a:pt x="38345" y="21679"/>
                    <a:pt x="38451" y="21709"/>
                  </a:cubicBezTo>
                  <a:lnTo>
                    <a:pt x="38451" y="21892"/>
                  </a:lnTo>
                  <a:cubicBezTo>
                    <a:pt x="38482" y="21907"/>
                    <a:pt x="38512" y="21915"/>
                    <a:pt x="38539" y="21915"/>
                  </a:cubicBezTo>
                  <a:cubicBezTo>
                    <a:pt x="38565" y="21915"/>
                    <a:pt x="38588" y="21907"/>
                    <a:pt x="38603" y="21892"/>
                  </a:cubicBezTo>
                  <a:lnTo>
                    <a:pt x="38695" y="21861"/>
                  </a:lnTo>
                  <a:cubicBezTo>
                    <a:pt x="38718" y="21838"/>
                    <a:pt x="38750" y="21828"/>
                    <a:pt x="38786" y="21828"/>
                  </a:cubicBezTo>
                  <a:cubicBezTo>
                    <a:pt x="38844" y="21828"/>
                    <a:pt x="38912" y="21854"/>
                    <a:pt x="38968" y="21892"/>
                  </a:cubicBezTo>
                  <a:cubicBezTo>
                    <a:pt x="38972" y="21896"/>
                    <a:pt x="38978" y="21898"/>
                    <a:pt x="38986" y="21898"/>
                  </a:cubicBezTo>
                  <a:cubicBezTo>
                    <a:pt x="39031" y="21898"/>
                    <a:pt x="39124" y="21827"/>
                    <a:pt x="39151" y="21801"/>
                  </a:cubicBezTo>
                  <a:cubicBezTo>
                    <a:pt x="39163" y="21788"/>
                    <a:pt x="39197" y="21781"/>
                    <a:pt x="39242" y="21781"/>
                  </a:cubicBezTo>
                  <a:cubicBezTo>
                    <a:pt x="39307" y="21781"/>
                    <a:pt x="39396" y="21795"/>
                    <a:pt x="39485" y="21831"/>
                  </a:cubicBezTo>
                  <a:lnTo>
                    <a:pt x="39576" y="21892"/>
                  </a:lnTo>
                  <a:lnTo>
                    <a:pt x="39758" y="22013"/>
                  </a:lnTo>
                  <a:cubicBezTo>
                    <a:pt x="39827" y="21945"/>
                    <a:pt x="39929" y="21911"/>
                    <a:pt x="40041" y="21911"/>
                  </a:cubicBezTo>
                  <a:cubicBezTo>
                    <a:pt x="40078" y="21911"/>
                    <a:pt x="40116" y="21915"/>
                    <a:pt x="40154" y="21922"/>
                  </a:cubicBezTo>
                  <a:lnTo>
                    <a:pt x="40245" y="21922"/>
                  </a:lnTo>
                  <a:cubicBezTo>
                    <a:pt x="40353" y="21895"/>
                    <a:pt x="40485" y="21796"/>
                    <a:pt x="40535" y="21796"/>
                  </a:cubicBezTo>
                  <a:cubicBezTo>
                    <a:pt x="40541" y="21796"/>
                    <a:pt x="40545" y="21797"/>
                    <a:pt x="40549" y="21801"/>
                  </a:cubicBezTo>
                  <a:lnTo>
                    <a:pt x="40762" y="21892"/>
                  </a:lnTo>
                  <a:cubicBezTo>
                    <a:pt x="40808" y="21799"/>
                    <a:pt x="40854" y="21759"/>
                    <a:pt x="40874" y="21759"/>
                  </a:cubicBezTo>
                  <a:cubicBezTo>
                    <a:pt x="40880" y="21759"/>
                    <a:pt x="40883" y="21763"/>
                    <a:pt x="40883" y="21770"/>
                  </a:cubicBezTo>
                  <a:cubicBezTo>
                    <a:pt x="41035" y="21801"/>
                    <a:pt x="41187" y="21861"/>
                    <a:pt x="41309" y="21861"/>
                  </a:cubicBezTo>
                  <a:lnTo>
                    <a:pt x="41977" y="21861"/>
                  </a:lnTo>
                  <a:cubicBezTo>
                    <a:pt x="42069" y="21861"/>
                    <a:pt x="42129" y="21892"/>
                    <a:pt x="42221" y="21892"/>
                  </a:cubicBezTo>
                  <a:cubicBezTo>
                    <a:pt x="42403" y="21953"/>
                    <a:pt x="42585" y="21983"/>
                    <a:pt x="42768" y="21983"/>
                  </a:cubicBezTo>
                  <a:cubicBezTo>
                    <a:pt x="42859" y="21983"/>
                    <a:pt x="42950" y="21953"/>
                    <a:pt x="43041" y="21892"/>
                  </a:cubicBezTo>
                  <a:lnTo>
                    <a:pt x="43072" y="21861"/>
                  </a:lnTo>
                  <a:lnTo>
                    <a:pt x="43102" y="21801"/>
                  </a:lnTo>
                  <a:cubicBezTo>
                    <a:pt x="43123" y="21780"/>
                    <a:pt x="43144" y="21771"/>
                    <a:pt x="43165" y="21771"/>
                  </a:cubicBezTo>
                  <a:cubicBezTo>
                    <a:pt x="43234" y="21771"/>
                    <a:pt x="43298" y="21861"/>
                    <a:pt x="43345" y="21861"/>
                  </a:cubicBezTo>
                  <a:lnTo>
                    <a:pt x="43862" y="21861"/>
                  </a:lnTo>
                  <a:lnTo>
                    <a:pt x="44014" y="21892"/>
                  </a:lnTo>
                  <a:cubicBezTo>
                    <a:pt x="44121" y="21927"/>
                    <a:pt x="44228" y="21942"/>
                    <a:pt x="44334" y="21942"/>
                  </a:cubicBezTo>
                  <a:cubicBezTo>
                    <a:pt x="44410" y="21942"/>
                    <a:pt x="44485" y="21935"/>
                    <a:pt x="44561" y="21922"/>
                  </a:cubicBezTo>
                  <a:lnTo>
                    <a:pt x="44591" y="21922"/>
                  </a:lnTo>
                  <a:cubicBezTo>
                    <a:pt x="44612" y="21922"/>
                    <a:pt x="44726" y="21936"/>
                    <a:pt x="44819" y="21936"/>
                  </a:cubicBezTo>
                  <a:cubicBezTo>
                    <a:pt x="44865" y="21936"/>
                    <a:pt x="44905" y="21932"/>
                    <a:pt x="44926" y="21922"/>
                  </a:cubicBezTo>
                  <a:cubicBezTo>
                    <a:pt x="44939" y="21916"/>
                    <a:pt x="44960" y="21913"/>
                    <a:pt x="44985" y="21913"/>
                  </a:cubicBezTo>
                  <a:cubicBezTo>
                    <a:pt x="45055" y="21913"/>
                    <a:pt x="45161" y="21931"/>
                    <a:pt x="45231" y="21931"/>
                  </a:cubicBezTo>
                  <a:cubicBezTo>
                    <a:pt x="45257" y="21931"/>
                    <a:pt x="45278" y="21929"/>
                    <a:pt x="45290" y="21922"/>
                  </a:cubicBezTo>
                  <a:cubicBezTo>
                    <a:pt x="45309" y="21916"/>
                    <a:pt x="45338" y="21914"/>
                    <a:pt x="45374" y="21914"/>
                  </a:cubicBezTo>
                  <a:cubicBezTo>
                    <a:pt x="45518" y="21914"/>
                    <a:pt x="45771" y="21953"/>
                    <a:pt x="45868" y="21953"/>
                  </a:cubicBezTo>
                  <a:cubicBezTo>
                    <a:pt x="45990" y="21953"/>
                    <a:pt x="46111" y="21922"/>
                    <a:pt x="46233" y="21892"/>
                  </a:cubicBezTo>
                  <a:lnTo>
                    <a:pt x="46415" y="21892"/>
                  </a:lnTo>
                  <a:cubicBezTo>
                    <a:pt x="46446" y="21899"/>
                    <a:pt x="46474" y="21903"/>
                    <a:pt x="46500" y="21903"/>
                  </a:cubicBezTo>
                  <a:cubicBezTo>
                    <a:pt x="46577" y="21903"/>
                    <a:pt x="46628" y="21869"/>
                    <a:pt x="46628" y="21801"/>
                  </a:cubicBezTo>
                  <a:lnTo>
                    <a:pt x="46628" y="21709"/>
                  </a:lnTo>
                  <a:cubicBezTo>
                    <a:pt x="46597" y="21649"/>
                    <a:pt x="46689" y="21618"/>
                    <a:pt x="46749" y="21618"/>
                  </a:cubicBezTo>
                  <a:cubicBezTo>
                    <a:pt x="46780" y="21618"/>
                    <a:pt x="46810" y="21740"/>
                    <a:pt x="46810" y="21801"/>
                  </a:cubicBezTo>
                  <a:cubicBezTo>
                    <a:pt x="46810" y="21831"/>
                    <a:pt x="46871" y="21922"/>
                    <a:pt x="46993" y="21953"/>
                  </a:cubicBezTo>
                  <a:lnTo>
                    <a:pt x="47114" y="21953"/>
                  </a:lnTo>
                  <a:cubicBezTo>
                    <a:pt x="47145" y="21922"/>
                    <a:pt x="47175" y="21892"/>
                    <a:pt x="47175" y="21892"/>
                  </a:cubicBezTo>
                  <a:cubicBezTo>
                    <a:pt x="47205" y="21892"/>
                    <a:pt x="47661" y="21770"/>
                    <a:pt x="47661" y="21770"/>
                  </a:cubicBezTo>
                  <a:lnTo>
                    <a:pt x="47874" y="21892"/>
                  </a:lnTo>
                  <a:cubicBezTo>
                    <a:pt x="48148" y="21861"/>
                    <a:pt x="48452" y="21831"/>
                    <a:pt x="48756" y="21831"/>
                  </a:cubicBezTo>
                  <a:cubicBezTo>
                    <a:pt x="48877" y="21861"/>
                    <a:pt x="48999" y="21861"/>
                    <a:pt x="49120" y="21861"/>
                  </a:cubicBezTo>
                  <a:cubicBezTo>
                    <a:pt x="49151" y="21861"/>
                    <a:pt x="49394" y="21801"/>
                    <a:pt x="49455" y="21801"/>
                  </a:cubicBezTo>
                  <a:cubicBezTo>
                    <a:pt x="49495" y="21801"/>
                    <a:pt x="49590" y="21787"/>
                    <a:pt x="49657" y="21787"/>
                  </a:cubicBezTo>
                  <a:cubicBezTo>
                    <a:pt x="49691" y="21787"/>
                    <a:pt x="49718" y="21790"/>
                    <a:pt x="49728" y="21801"/>
                  </a:cubicBezTo>
                  <a:cubicBezTo>
                    <a:pt x="49850" y="21831"/>
                    <a:pt x="49971" y="21861"/>
                    <a:pt x="50093" y="21892"/>
                  </a:cubicBezTo>
                  <a:lnTo>
                    <a:pt x="50154" y="21831"/>
                  </a:lnTo>
                  <a:lnTo>
                    <a:pt x="50367" y="21649"/>
                  </a:lnTo>
                  <a:cubicBezTo>
                    <a:pt x="50701" y="21770"/>
                    <a:pt x="51066" y="21831"/>
                    <a:pt x="51400" y="21892"/>
                  </a:cubicBezTo>
                  <a:cubicBezTo>
                    <a:pt x="51552" y="21861"/>
                    <a:pt x="51643" y="21709"/>
                    <a:pt x="51704" y="21679"/>
                  </a:cubicBezTo>
                  <a:cubicBezTo>
                    <a:pt x="51707" y="21672"/>
                    <a:pt x="51714" y="21669"/>
                    <a:pt x="51723" y="21669"/>
                  </a:cubicBezTo>
                  <a:cubicBezTo>
                    <a:pt x="51793" y="21669"/>
                    <a:pt x="52021" y="21861"/>
                    <a:pt x="52130" y="21861"/>
                  </a:cubicBezTo>
                  <a:lnTo>
                    <a:pt x="52829" y="21801"/>
                  </a:lnTo>
                  <a:cubicBezTo>
                    <a:pt x="52874" y="21785"/>
                    <a:pt x="52920" y="21778"/>
                    <a:pt x="52965" y="21778"/>
                  </a:cubicBezTo>
                  <a:cubicBezTo>
                    <a:pt x="53011" y="21778"/>
                    <a:pt x="53057" y="21785"/>
                    <a:pt x="53102" y="21801"/>
                  </a:cubicBezTo>
                  <a:cubicBezTo>
                    <a:pt x="53102" y="21801"/>
                    <a:pt x="53152" y="21926"/>
                    <a:pt x="53207" y="21926"/>
                  </a:cubicBezTo>
                  <a:cubicBezTo>
                    <a:pt x="53213" y="21926"/>
                    <a:pt x="53218" y="21925"/>
                    <a:pt x="53224" y="21922"/>
                  </a:cubicBezTo>
                  <a:cubicBezTo>
                    <a:pt x="53315" y="21892"/>
                    <a:pt x="53406" y="21831"/>
                    <a:pt x="53528" y="21831"/>
                  </a:cubicBezTo>
                  <a:cubicBezTo>
                    <a:pt x="53649" y="21831"/>
                    <a:pt x="53740" y="21861"/>
                    <a:pt x="53832" y="21892"/>
                  </a:cubicBezTo>
                  <a:lnTo>
                    <a:pt x="53984" y="21801"/>
                  </a:lnTo>
                  <a:cubicBezTo>
                    <a:pt x="53992" y="21796"/>
                    <a:pt x="54003" y="21794"/>
                    <a:pt x="54017" y="21794"/>
                  </a:cubicBezTo>
                  <a:cubicBezTo>
                    <a:pt x="54096" y="21794"/>
                    <a:pt x="54249" y="21861"/>
                    <a:pt x="54379" y="21861"/>
                  </a:cubicBezTo>
                  <a:lnTo>
                    <a:pt x="54440" y="21861"/>
                  </a:lnTo>
                  <a:cubicBezTo>
                    <a:pt x="54526" y="21840"/>
                    <a:pt x="54612" y="21818"/>
                    <a:pt x="54698" y="21818"/>
                  </a:cubicBezTo>
                  <a:cubicBezTo>
                    <a:pt x="54733" y="21818"/>
                    <a:pt x="54769" y="21822"/>
                    <a:pt x="54804" y="21831"/>
                  </a:cubicBezTo>
                  <a:lnTo>
                    <a:pt x="54956" y="21831"/>
                  </a:lnTo>
                  <a:cubicBezTo>
                    <a:pt x="54956" y="21801"/>
                    <a:pt x="54926" y="21770"/>
                    <a:pt x="54896" y="21770"/>
                  </a:cubicBezTo>
                  <a:lnTo>
                    <a:pt x="54896" y="21740"/>
                  </a:lnTo>
                  <a:cubicBezTo>
                    <a:pt x="54896" y="21715"/>
                    <a:pt x="54896" y="21671"/>
                    <a:pt x="54928" y="21671"/>
                  </a:cubicBezTo>
                  <a:cubicBezTo>
                    <a:pt x="54935" y="21671"/>
                    <a:pt x="54945" y="21673"/>
                    <a:pt x="54956" y="21679"/>
                  </a:cubicBezTo>
                  <a:cubicBezTo>
                    <a:pt x="55017" y="21709"/>
                    <a:pt x="55047" y="21740"/>
                    <a:pt x="55108" y="21740"/>
                  </a:cubicBezTo>
                  <a:cubicBezTo>
                    <a:pt x="55169" y="21740"/>
                    <a:pt x="55203" y="21699"/>
                    <a:pt x="55246" y="21699"/>
                  </a:cubicBezTo>
                  <a:cubicBezTo>
                    <a:pt x="55267" y="21699"/>
                    <a:pt x="55291" y="21709"/>
                    <a:pt x="55321" y="21740"/>
                  </a:cubicBezTo>
                  <a:cubicBezTo>
                    <a:pt x="55321" y="21746"/>
                    <a:pt x="55325" y="21748"/>
                    <a:pt x="55331" y="21748"/>
                  </a:cubicBezTo>
                  <a:cubicBezTo>
                    <a:pt x="55355" y="21748"/>
                    <a:pt x="55418" y="21709"/>
                    <a:pt x="55443" y="21709"/>
                  </a:cubicBezTo>
                  <a:lnTo>
                    <a:pt x="55564" y="21740"/>
                  </a:lnTo>
                  <a:cubicBezTo>
                    <a:pt x="55610" y="21755"/>
                    <a:pt x="55701" y="21755"/>
                    <a:pt x="55788" y="21755"/>
                  </a:cubicBezTo>
                  <a:cubicBezTo>
                    <a:pt x="55876" y="21755"/>
                    <a:pt x="55959" y="21755"/>
                    <a:pt x="55990" y="21770"/>
                  </a:cubicBezTo>
                  <a:cubicBezTo>
                    <a:pt x="56111" y="21831"/>
                    <a:pt x="56233" y="21831"/>
                    <a:pt x="56355" y="21831"/>
                  </a:cubicBezTo>
                  <a:cubicBezTo>
                    <a:pt x="56367" y="21825"/>
                    <a:pt x="56385" y="21822"/>
                    <a:pt x="56407" y="21822"/>
                  </a:cubicBezTo>
                  <a:cubicBezTo>
                    <a:pt x="56494" y="21822"/>
                    <a:pt x="56640" y="21861"/>
                    <a:pt x="56689" y="21861"/>
                  </a:cubicBezTo>
                  <a:lnTo>
                    <a:pt x="56932" y="21831"/>
                  </a:lnTo>
                  <a:lnTo>
                    <a:pt x="56993" y="21861"/>
                  </a:lnTo>
                  <a:lnTo>
                    <a:pt x="57175" y="21922"/>
                  </a:lnTo>
                  <a:cubicBezTo>
                    <a:pt x="57193" y="21851"/>
                    <a:pt x="57211" y="21821"/>
                    <a:pt x="57229" y="21821"/>
                  </a:cubicBezTo>
                  <a:cubicBezTo>
                    <a:pt x="57241" y="21821"/>
                    <a:pt x="57254" y="21836"/>
                    <a:pt x="57266" y="21861"/>
                  </a:cubicBezTo>
                  <a:cubicBezTo>
                    <a:pt x="57266" y="21887"/>
                    <a:pt x="57294" y="21896"/>
                    <a:pt x="57327" y="21896"/>
                  </a:cubicBezTo>
                  <a:cubicBezTo>
                    <a:pt x="57373" y="21896"/>
                    <a:pt x="57431" y="21879"/>
                    <a:pt x="57449" y="21861"/>
                  </a:cubicBezTo>
                  <a:cubicBezTo>
                    <a:pt x="57475" y="21852"/>
                    <a:pt x="57502" y="21849"/>
                    <a:pt x="57528" y="21849"/>
                  </a:cubicBezTo>
                  <a:cubicBezTo>
                    <a:pt x="57591" y="21849"/>
                    <a:pt x="57649" y="21870"/>
                    <a:pt x="57692" y="21892"/>
                  </a:cubicBezTo>
                  <a:lnTo>
                    <a:pt x="57783" y="21801"/>
                  </a:lnTo>
                  <a:lnTo>
                    <a:pt x="57874" y="21740"/>
                  </a:lnTo>
                  <a:cubicBezTo>
                    <a:pt x="57898" y="21717"/>
                    <a:pt x="57925" y="21707"/>
                    <a:pt x="57954" y="21707"/>
                  </a:cubicBezTo>
                  <a:cubicBezTo>
                    <a:pt x="58000" y="21707"/>
                    <a:pt x="58049" y="21733"/>
                    <a:pt x="58087" y="21770"/>
                  </a:cubicBezTo>
                  <a:cubicBezTo>
                    <a:pt x="58087" y="21831"/>
                    <a:pt x="58300" y="21892"/>
                    <a:pt x="58391" y="21892"/>
                  </a:cubicBezTo>
                  <a:cubicBezTo>
                    <a:pt x="58467" y="21866"/>
                    <a:pt x="58628" y="21756"/>
                    <a:pt x="58733" y="21756"/>
                  </a:cubicBezTo>
                  <a:cubicBezTo>
                    <a:pt x="58753" y="21756"/>
                    <a:pt x="58771" y="21760"/>
                    <a:pt x="58786" y="21770"/>
                  </a:cubicBezTo>
                  <a:cubicBezTo>
                    <a:pt x="58832" y="21785"/>
                    <a:pt x="58885" y="21793"/>
                    <a:pt x="58942" y="21793"/>
                  </a:cubicBezTo>
                  <a:cubicBezTo>
                    <a:pt x="58999" y="21793"/>
                    <a:pt x="59060" y="21785"/>
                    <a:pt x="59121" y="21770"/>
                  </a:cubicBezTo>
                  <a:lnTo>
                    <a:pt x="59242" y="21831"/>
                  </a:lnTo>
                  <a:lnTo>
                    <a:pt x="59424" y="21983"/>
                  </a:lnTo>
                  <a:cubicBezTo>
                    <a:pt x="59546" y="21892"/>
                    <a:pt x="59911" y="21892"/>
                    <a:pt x="60002" y="21861"/>
                  </a:cubicBezTo>
                  <a:cubicBezTo>
                    <a:pt x="60093" y="21801"/>
                    <a:pt x="60215" y="21770"/>
                    <a:pt x="60336" y="21740"/>
                  </a:cubicBezTo>
                  <a:cubicBezTo>
                    <a:pt x="60549" y="21801"/>
                    <a:pt x="60792" y="21831"/>
                    <a:pt x="61005" y="21831"/>
                  </a:cubicBezTo>
                  <a:cubicBezTo>
                    <a:pt x="61127" y="21831"/>
                    <a:pt x="61218" y="21831"/>
                    <a:pt x="61339" y="21801"/>
                  </a:cubicBezTo>
                  <a:cubicBezTo>
                    <a:pt x="61362" y="21801"/>
                    <a:pt x="61453" y="21749"/>
                    <a:pt x="61510" y="21749"/>
                  </a:cubicBezTo>
                  <a:cubicBezTo>
                    <a:pt x="61529" y="21749"/>
                    <a:pt x="61545" y="21755"/>
                    <a:pt x="61552" y="21770"/>
                  </a:cubicBezTo>
                  <a:cubicBezTo>
                    <a:pt x="61560" y="21778"/>
                    <a:pt x="61577" y="21782"/>
                    <a:pt x="61601" y="21782"/>
                  </a:cubicBezTo>
                  <a:cubicBezTo>
                    <a:pt x="61672" y="21782"/>
                    <a:pt x="61803" y="21747"/>
                    <a:pt x="61917" y="21679"/>
                  </a:cubicBezTo>
                  <a:lnTo>
                    <a:pt x="62039" y="21709"/>
                  </a:lnTo>
                  <a:lnTo>
                    <a:pt x="62373" y="21801"/>
                  </a:lnTo>
                  <a:cubicBezTo>
                    <a:pt x="62677" y="21770"/>
                    <a:pt x="63011" y="21770"/>
                    <a:pt x="63315" y="21770"/>
                  </a:cubicBezTo>
                  <a:cubicBezTo>
                    <a:pt x="63406" y="21770"/>
                    <a:pt x="63498" y="21679"/>
                    <a:pt x="63558" y="21588"/>
                  </a:cubicBezTo>
                  <a:cubicBezTo>
                    <a:pt x="63558" y="21584"/>
                    <a:pt x="63560" y="21583"/>
                    <a:pt x="63565" y="21583"/>
                  </a:cubicBezTo>
                  <a:cubicBezTo>
                    <a:pt x="63597" y="21583"/>
                    <a:pt x="63751" y="21682"/>
                    <a:pt x="63832" y="21709"/>
                  </a:cubicBezTo>
                  <a:cubicBezTo>
                    <a:pt x="63850" y="21727"/>
                    <a:pt x="63881" y="21735"/>
                    <a:pt x="63916" y="21735"/>
                  </a:cubicBezTo>
                  <a:cubicBezTo>
                    <a:pt x="64002" y="21735"/>
                    <a:pt x="64114" y="21692"/>
                    <a:pt x="64136" y="21649"/>
                  </a:cubicBezTo>
                  <a:cubicBezTo>
                    <a:pt x="64166" y="21633"/>
                    <a:pt x="64197" y="21626"/>
                    <a:pt x="64227" y="21626"/>
                  </a:cubicBezTo>
                  <a:cubicBezTo>
                    <a:pt x="64257" y="21626"/>
                    <a:pt x="64288" y="21633"/>
                    <a:pt x="64318" y="21649"/>
                  </a:cubicBezTo>
                  <a:lnTo>
                    <a:pt x="64379" y="21679"/>
                  </a:lnTo>
                  <a:cubicBezTo>
                    <a:pt x="64485" y="21755"/>
                    <a:pt x="64539" y="21793"/>
                    <a:pt x="64596" y="21793"/>
                  </a:cubicBezTo>
                  <a:cubicBezTo>
                    <a:pt x="64653" y="21793"/>
                    <a:pt x="64713" y="21755"/>
                    <a:pt x="64835" y="21679"/>
                  </a:cubicBezTo>
                  <a:cubicBezTo>
                    <a:pt x="64896" y="21649"/>
                    <a:pt x="65048" y="21618"/>
                    <a:pt x="65048" y="21557"/>
                  </a:cubicBezTo>
                  <a:lnTo>
                    <a:pt x="65108" y="21497"/>
                  </a:lnTo>
                  <a:cubicBezTo>
                    <a:pt x="65121" y="21491"/>
                    <a:pt x="65134" y="21488"/>
                    <a:pt x="65148" y="21488"/>
                  </a:cubicBezTo>
                  <a:cubicBezTo>
                    <a:pt x="65203" y="21488"/>
                    <a:pt x="65267" y="21527"/>
                    <a:pt x="65291" y="21527"/>
                  </a:cubicBezTo>
                  <a:cubicBezTo>
                    <a:pt x="65306" y="21542"/>
                    <a:pt x="65329" y="21550"/>
                    <a:pt x="65352" y="21550"/>
                  </a:cubicBezTo>
                  <a:cubicBezTo>
                    <a:pt x="65374" y="21550"/>
                    <a:pt x="65397" y="21542"/>
                    <a:pt x="65412" y="21527"/>
                  </a:cubicBezTo>
                  <a:cubicBezTo>
                    <a:pt x="65443" y="21527"/>
                    <a:pt x="65504" y="21649"/>
                    <a:pt x="65504" y="21679"/>
                  </a:cubicBezTo>
                  <a:cubicBezTo>
                    <a:pt x="65504" y="21740"/>
                    <a:pt x="65686" y="21770"/>
                    <a:pt x="65777" y="21770"/>
                  </a:cubicBezTo>
                  <a:lnTo>
                    <a:pt x="66142" y="21770"/>
                  </a:lnTo>
                  <a:cubicBezTo>
                    <a:pt x="66182" y="21770"/>
                    <a:pt x="66291" y="21784"/>
                    <a:pt x="66376" y="21784"/>
                  </a:cubicBezTo>
                  <a:cubicBezTo>
                    <a:pt x="66419" y="21784"/>
                    <a:pt x="66456" y="21780"/>
                    <a:pt x="66476" y="21770"/>
                  </a:cubicBezTo>
                  <a:cubicBezTo>
                    <a:pt x="66598" y="21709"/>
                    <a:pt x="66689" y="21679"/>
                    <a:pt x="66811" y="21679"/>
                  </a:cubicBezTo>
                  <a:cubicBezTo>
                    <a:pt x="66871" y="21709"/>
                    <a:pt x="67054" y="21770"/>
                    <a:pt x="67115" y="21770"/>
                  </a:cubicBezTo>
                  <a:cubicBezTo>
                    <a:pt x="67206" y="21770"/>
                    <a:pt x="67297" y="21770"/>
                    <a:pt x="67388" y="21709"/>
                  </a:cubicBezTo>
                  <a:lnTo>
                    <a:pt x="67510" y="21770"/>
                  </a:lnTo>
                  <a:cubicBezTo>
                    <a:pt x="67571" y="21801"/>
                    <a:pt x="67639" y="21816"/>
                    <a:pt x="67707" y="21816"/>
                  </a:cubicBezTo>
                  <a:cubicBezTo>
                    <a:pt x="67776" y="21816"/>
                    <a:pt x="67844" y="21801"/>
                    <a:pt x="67905" y="21770"/>
                  </a:cubicBezTo>
                  <a:lnTo>
                    <a:pt x="68026" y="21709"/>
                  </a:lnTo>
                  <a:cubicBezTo>
                    <a:pt x="68178" y="21709"/>
                    <a:pt x="68330" y="21740"/>
                    <a:pt x="68482" y="21801"/>
                  </a:cubicBezTo>
                  <a:cubicBezTo>
                    <a:pt x="68489" y="21815"/>
                    <a:pt x="68505" y="21821"/>
                    <a:pt x="68525" y="21821"/>
                  </a:cubicBezTo>
                  <a:cubicBezTo>
                    <a:pt x="68593" y="21821"/>
                    <a:pt x="68716" y="21756"/>
                    <a:pt x="68786" y="21709"/>
                  </a:cubicBezTo>
                  <a:cubicBezTo>
                    <a:pt x="68798" y="21704"/>
                    <a:pt x="68815" y="21701"/>
                    <a:pt x="68836" y="21701"/>
                  </a:cubicBezTo>
                  <a:cubicBezTo>
                    <a:pt x="68924" y="21701"/>
                    <a:pt x="69077" y="21746"/>
                    <a:pt x="69151" y="21770"/>
                  </a:cubicBezTo>
                  <a:cubicBezTo>
                    <a:pt x="69173" y="21776"/>
                    <a:pt x="69193" y="21778"/>
                    <a:pt x="69213" y="21778"/>
                  </a:cubicBezTo>
                  <a:cubicBezTo>
                    <a:pt x="69304" y="21778"/>
                    <a:pt x="69375" y="21724"/>
                    <a:pt x="69425" y="21649"/>
                  </a:cubicBezTo>
                  <a:lnTo>
                    <a:pt x="69516" y="21679"/>
                  </a:lnTo>
                  <a:lnTo>
                    <a:pt x="69729" y="21740"/>
                  </a:lnTo>
                  <a:cubicBezTo>
                    <a:pt x="69911" y="21709"/>
                    <a:pt x="70124" y="21679"/>
                    <a:pt x="70154" y="21679"/>
                  </a:cubicBezTo>
                  <a:cubicBezTo>
                    <a:pt x="70428" y="21740"/>
                    <a:pt x="70701" y="21801"/>
                    <a:pt x="70975" y="21801"/>
                  </a:cubicBezTo>
                  <a:cubicBezTo>
                    <a:pt x="71218" y="21740"/>
                    <a:pt x="71492" y="21709"/>
                    <a:pt x="71765" y="21709"/>
                  </a:cubicBezTo>
                  <a:cubicBezTo>
                    <a:pt x="71820" y="21737"/>
                    <a:pt x="71874" y="21752"/>
                    <a:pt x="71926" y="21752"/>
                  </a:cubicBezTo>
                  <a:cubicBezTo>
                    <a:pt x="71990" y="21752"/>
                    <a:pt x="72049" y="21729"/>
                    <a:pt x="72099" y="21679"/>
                  </a:cubicBezTo>
                  <a:lnTo>
                    <a:pt x="72130" y="21679"/>
                  </a:lnTo>
                  <a:lnTo>
                    <a:pt x="72312" y="21740"/>
                  </a:lnTo>
                  <a:cubicBezTo>
                    <a:pt x="72555" y="21709"/>
                    <a:pt x="72799" y="21679"/>
                    <a:pt x="73042" y="21679"/>
                  </a:cubicBezTo>
                  <a:lnTo>
                    <a:pt x="73163" y="21770"/>
                  </a:lnTo>
                  <a:lnTo>
                    <a:pt x="73346" y="21861"/>
                  </a:lnTo>
                  <a:cubicBezTo>
                    <a:pt x="73558" y="21801"/>
                    <a:pt x="73771" y="21770"/>
                    <a:pt x="73984" y="21770"/>
                  </a:cubicBezTo>
                  <a:cubicBezTo>
                    <a:pt x="74049" y="21749"/>
                    <a:pt x="74235" y="21727"/>
                    <a:pt x="74349" y="21727"/>
                  </a:cubicBezTo>
                  <a:cubicBezTo>
                    <a:pt x="74396" y="21727"/>
                    <a:pt x="74431" y="21731"/>
                    <a:pt x="74440" y="21740"/>
                  </a:cubicBezTo>
                  <a:cubicBezTo>
                    <a:pt x="74450" y="21750"/>
                    <a:pt x="74470" y="21753"/>
                    <a:pt x="74495" y="21753"/>
                  </a:cubicBezTo>
                  <a:cubicBezTo>
                    <a:pt x="74545" y="21753"/>
                    <a:pt x="74612" y="21740"/>
                    <a:pt x="74653" y="21740"/>
                  </a:cubicBezTo>
                  <a:lnTo>
                    <a:pt x="75200" y="21770"/>
                  </a:lnTo>
                  <a:cubicBezTo>
                    <a:pt x="75301" y="21770"/>
                    <a:pt x="75416" y="21784"/>
                    <a:pt x="75499" y="21784"/>
                  </a:cubicBezTo>
                  <a:cubicBezTo>
                    <a:pt x="75541" y="21784"/>
                    <a:pt x="75575" y="21780"/>
                    <a:pt x="75595" y="21770"/>
                  </a:cubicBezTo>
                  <a:cubicBezTo>
                    <a:pt x="75644" y="21770"/>
                    <a:pt x="75751" y="21809"/>
                    <a:pt x="75823" y="21809"/>
                  </a:cubicBezTo>
                  <a:cubicBezTo>
                    <a:pt x="75841" y="21809"/>
                    <a:pt x="75856" y="21807"/>
                    <a:pt x="75869" y="21801"/>
                  </a:cubicBezTo>
                  <a:cubicBezTo>
                    <a:pt x="75929" y="21801"/>
                    <a:pt x="76203" y="21679"/>
                    <a:pt x="76324" y="21679"/>
                  </a:cubicBezTo>
                  <a:lnTo>
                    <a:pt x="76932" y="21679"/>
                  </a:lnTo>
                  <a:cubicBezTo>
                    <a:pt x="77084" y="21709"/>
                    <a:pt x="77236" y="21740"/>
                    <a:pt x="77419" y="21740"/>
                  </a:cubicBezTo>
                  <a:cubicBezTo>
                    <a:pt x="77439" y="21730"/>
                    <a:pt x="77486" y="21726"/>
                    <a:pt x="77545" y="21726"/>
                  </a:cubicBezTo>
                  <a:cubicBezTo>
                    <a:pt x="77662" y="21726"/>
                    <a:pt x="77824" y="21740"/>
                    <a:pt x="77905" y="21740"/>
                  </a:cubicBezTo>
                  <a:cubicBezTo>
                    <a:pt x="78027" y="21709"/>
                    <a:pt x="78270" y="21709"/>
                    <a:pt x="78300" y="21709"/>
                  </a:cubicBezTo>
                  <a:cubicBezTo>
                    <a:pt x="78347" y="21709"/>
                    <a:pt x="78520" y="21799"/>
                    <a:pt x="78597" y="21799"/>
                  </a:cubicBezTo>
                  <a:cubicBezTo>
                    <a:pt x="78620" y="21799"/>
                    <a:pt x="78635" y="21791"/>
                    <a:pt x="78635" y="21770"/>
                  </a:cubicBezTo>
                  <a:cubicBezTo>
                    <a:pt x="78635" y="21735"/>
                    <a:pt x="78645" y="21720"/>
                    <a:pt x="78660" y="21720"/>
                  </a:cubicBezTo>
                  <a:cubicBezTo>
                    <a:pt x="78670" y="21720"/>
                    <a:pt x="78683" y="21727"/>
                    <a:pt x="78695" y="21740"/>
                  </a:cubicBezTo>
                  <a:cubicBezTo>
                    <a:pt x="78695" y="21740"/>
                    <a:pt x="79030" y="21679"/>
                    <a:pt x="79182" y="21679"/>
                  </a:cubicBezTo>
                  <a:cubicBezTo>
                    <a:pt x="79242" y="21694"/>
                    <a:pt x="79303" y="21702"/>
                    <a:pt x="79364" y="21702"/>
                  </a:cubicBezTo>
                  <a:cubicBezTo>
                    <a:pt x="79425" y="21702"/>
                    <a:pt x="79486" y="21694"/>
                    <a:pt x="79546" y="21679"/>
                  </a:cubicBezTo>
                  <a:cubicBezTo>
                    <a:pt x="79638" y="21709"/>
                    <a:pt x="79759" y="21709"/>
                    <a:pt x="79850" y="21709"/>
                  </a:cubicBezTo>
                  <a:cubicBezTo>
                    <a:pt x="79942" y="21709"/>
                    <a:pt x="80124" y="21649"/>
                    <a:pt x="80306" y="21618"/>
                  </a:cubicBezTo>
                  <a:lnTo>
                    <a:pt x="80458" y="21649"/>
                  </a:lnTo>
                  <a:lnTo>
                    <a:pt x="80671" y="21709"/>
                  </a:lnTo>
                  <a:cubicBezTo>
                    <a:pt x="80884" y="21679"/>
                    <a:pt x="81097" y="21649"/>
                    <a:pt x="81309" y="21649"/>
                  </a:cubicBezTo>
                  <a:lnTo>
                    <a:pt x="81431" y="21588"/>
                  </a:lnTo>
                  <a:lnTo>
                    <a:pt x="81583" y="21527"/>
                  </a:lnTo>
                  <a:cubicBezTo>
                    <a:pt x="81658" y="21565"/>
                    <a:pt x="81745" y="21591"/>
                    <a:pt x="81836" y="21591"/>
                  </a:cubicBezTo>
                  <a:cubicBezTo>
                    <a:pt x="81892" y="21591"/>
                    <a:pt x="81950" y="21581"/>
                    <a:pt x="82008" y="21557"/>
                  </a:cubicBezTo>
                  <a:lnTo>
                    <a:pt x="82282" y="21557"/>
                  </a:lnTo>
                  <a:cubicBezTo>
                    <a:pt x="82434" y="21557"/>
                    <a:pt x="82586" y="21588"/>
                    <a:pt x="82768" y="21618"/>
                  </a:cubicBezTo>
                  <a:lnTo>
                    <a:pt x="82890" y="21588"/>
                  </a:lnTo>
                  <a:lnTo>
                    <a:pt x="83012" y="21557"/>
                  </a:lnTo>
                  <a:cubicBezTo>
                    <a:pt x="83039" y="21563"/>
                    <a:pt x="83068" y="21565"/>
                    <a:pt x="83098" y="21565"/>
                  </a:cubicBezTo>
                  <a:cubicBezTo>
                    <a:pt x="83229" y="21565"/>
                    <a:pt x="83374" y="21516"/>
                    <a:pt x="83498" y="21466"/>
                  </a:cubicBezTo>
                  <a:lnTo>
                    <a:pt x="83650" y="21557"/>
                  </a:lnTo>
                  <a:lnTo>
                    <a:pt x="83680" y="21557"/>
                  </a:lnTo>
                  <a:cubicBezTo>
                    <a:pt x="83687" y="21554"/>
                    <a:pt x="83699" y="21552"/>
                    <a:pt x="83714" y="21552"/>
                  </a:cubicBezTo>
                  <a:cubicBezTo>
                    <a:pt x="83792" y="21552"/>
                    <a:pt x="83964" y="21592"/>
                    <a:pt x="84091" y="21592"/>
                  </a:cubicBezTo>
                  <a:cubicBezTo>
                    <a:pt x="84151" y="21592"/>
                    <a:pt x="84202" y="21583"/>
                    <a:pt x="84227" y="21557"/>
                  </a:cubicBezTo>
                  <a:cubicBezTo>
                    <a:pt x="84294" y="21513"/>
                    <a:pt x="84410" y="21485"/>
                    <a:pt x="84479" y="21485"/>
                  </a:cubicBezTo>
                  <a:cubicBezTo>
                    <a:pt x="84504" y="21485"/>
                    <a:pt x="84523" y="21488"/>
                    <a:pt x="84531" y="21497"/>
                  </a:cubicBezTo>
                  <a:cubicBezTo>
                    <a:pt x="84536" y="21501"/>
                    <a:pt x="84544" y="21503"/>
                    <a:pt x="84555" y="21503"/>
                  </a:cubicBezTo>
                  <a:cubicBezTo>
                    <a:pt x="84621" y="21503"/>
                    <a:pt x="84792" y="21436"/>
                    <a:pt x="84896" y="21436"/>
                  </a:cubicBezTo>
                  <a:cubicBezTo>
                    <a:pt x="84987" y="21436"/>
                    <a:pt x="85200" y="21405"/>
                    <a:pt x="85382" y="21375"/>
                  </a:cubicBezTo>
                  <a:lnTo>
                    <a:pt x="85534" y="21405"/>
                  </a:lnTo>
                  <a:lnTo>
                    <a:pt x="85656" y="21436"/>
                  </a:lnTo>
                  <a:cubicBezTo>
                    <a:pt x="85764" y="21409"/>
                    <a:pt x="85993" y="21309"/>
                    <a:pt x="86063" y="21309"/>
                  </a:cubicBezTo>
                  <a:cubicBezTo>
                    <a:pt x="86072" y="21309"/>
                    <a:pt x="86078" y="21311"/>
                    <a:pt x="86082" y="21314"/>
                  </a:cubicBezTo>
                  <a:cubicBezTo>
                    <a:pt x="86294" y="21314"/>
                    <a:pt x="86507" y="21284"/>
                    <a:pt x="86750" y="21253"/>
                  </a:cubicBezTo>
                  <a:cubicBezTo>
                    <a:pt x="86902" y="21253"/>
                    <a:pt x="87085" y="21223"/>
                    <a:pt x="87267" y="21193"/>
                  </a:cubicBezTo>
                  <a:cubicBezTo>
                    <a:pt x="87316" y="21193"/>
                    <a:pt x="87500" y="21232"/>
                    <a:pt x="87603" y="21232"/>
                  </a:cubicBezTo>
                  <a:cubicBezTo>
                    <a:pt x="87629" y="21232"/>
                    <a:pt x="87650" y="21229"/>
                    <a:pt x="87662" y="21223"/>
                  </a:cubicBezTo>
                  <a:cubicBezTo>
                    <a:pt x="87748" y="21202"/>
                    <a:pt x="87849" y="21180"/>
                    <a:pt x="87944" y="21180"/>
                  </a:cubicBezTo>
                  <a:cubicBezTo>
                    <a:pt x="87983" y="21180"/>
                    <a:pt x="88022" y="21184"/>
                    <a:pt x="88057" y="21193"/>
                  </a:cubicBezTo>
                  <a:lnTo>
                    <a:pt x="88209" y="21101"/>
                  </a:lnTo>
                  <a:cubicBezTo>
                    <a:pt x="88331" y="21101"/>
                    <a:pt x="88452" y="21071"/>
                    <a:pt x="88544" y="20980"/>
                  </a:cubicBezTo>
                  <a:lnTo>
                    <a:pt x="88574" y="21041"/>
                  </a:lnTo>
                  <a:cubicBezTo>
                    <a:pt x="88595" y="21076"/>
                    <a:pt x="88620" y="21088"/>
                    <a:pt x="88646" y="21088"/>
                  </a:cubicBezTo>
                  <a:cubicBezTo>
                    <a:pt x="88705" y="21088"/>
                    <a:pt x="88772" y="21023"/>
                    <a:pt x="88823" y="21023"/>
                  </a:cubicBezTo>
                  <a:cubicBezTo>
                    <a:pt x="88845" y="21023"/>
                    <a:pt x="88864" y="21036"/>
                    <a:pt x="88878" y="21071"/>
                  </a:cubicBezTo>
                  <a:cubicBezTo>
                    <a:pt x="88878" y="21071"/>
                    <a:pt x="89014" y="21032"/>
                    <a:pt x="89069" y="21032"/>
                  </a:cubicBezTo>
                  <a:cubicBezTo>
                    <a:pt x="89082" y="21032"/>
                    <a:pt x="89091" y="21035"/>
                    <a:pt x="89091" y="21041"/>
                  </a:cubicBezTo>
                  <a:lnTo>
                    <a:pt x="89212" y="21162"/>
                  </a:lnTo>
                  <a:cubicBezTo>
                    <a:pt x="89334" y="21071"/>
                    <a:pt x="89455" y="20980"/>
                    <a:pt x="89607" y="20919"/>
                  </a:cubicBezTo>
                  <a:lnTo>
                    <a:pt x="90003" y="20919"/>
                  </a:lnTo>
                  <a:cubicBezTo>
                    <a:pt x="90246" y="20919"/>
                    <a:pt x="90519" y="20889"/>
                    <a:pt x="90762" y="20858"/>
                  </a:cubicBezTo>
                  <a:lnTo>
                    <a:pt x="90884" y="20828"/>
                  </a:lnTo>
                  <a:lnTo>
                    <a:pt x="91006" y="20828"/>
                  </a:lnTo>
                  <a:cubicBezTo>
                    <a:pt x="91158" y="20798"/>
                    <a:pt x="91917" y="20767"/>
                    <a:pt x="92161" y="20706"/>
                  </a:cubicBezTo>
                  <a:cubicBezTo>
                    <a:pt x="92373" y="20646"/>
                    <a:pt x="92617" y="20615"/>
                    <a:pt x="92829" y="20615"/>
                  </a:cubicBezTo>
                  <a:lnTo>
                    <a:pt x="92921" y="20585"/>
                  </a:lnTo>
                  <a:lnTo>
                    <a:pt x="93012" y="20524"/>
                  </a:lnTo>
                  <a:cubicBezTo>
                    <a:pt x="93133" y="20494"/>
                    <a:pt x="93225" y="20463"/>
                    <a:pt x="93346" y="20463"/>
                  </a:cubicBezTo>
                  <a:cubicBezTo>
                    <a:pt x="93437" y="20433"/>
                    <a:pt x="93498" y="20402"/>
                    <a:pt x="93589" y="20342"/>
                  </a:cubicBezTo>
                  <a:cubicBezTo>
                    <a:pt x="93620" y="20342"/>
                    <a:pt x="93680" y="20311"/>
                    <a:pt x="93741" y="20311"/>
                  </a:cubicBezTo>
                  <a:lnTo>
                    <a:pt x="93893" y="20342"/>
                  </a:lnTo>
                  <a:lnTo>
                    <a:pt x="93863" y="20281"/>
                  </a:lnTo>
                  <a:lnTo>
                    <a:pt x="93711" y="20068"/>
                  </a:lnTo>
                  <a:cubicBezTo>
                    <a:pt x="93589" y="19916"/>
                    <a:pt x="93468" y="19764"/>
                    <a:pt x="93407" y="19612"/>
                  </a:cubicBezTo>
                  <a:lnTo>
                    <a:pt x="93711" y="19430"/>
                  </a:lnTo>
                  <a:lnTo>
                    <a:pt x="93528" y="19187"/>
                  </a:lnTo>
                  <a:lnTo>
                    <a:pt x="93437" y="19095"/>
                  </a:lnTo>
                  <a:cubicBezTo>
                    <a:pt x="93468" y="19004"/>
                    <a:pt x="93528" y="18913"/>
                    <a:pt x="93559" y="18791"/>
                  </a:cubicBezTo>
                  <a:lnTo>
                    <a:pt x="93468" y="18731"/>
                  </a:lnTo>
                  <a:lnTo>
                    <a:pt x="93407" y="18670"/>
                  </a:lnTo>
                  <a:cubicBezTo>
                    <a:pt x="93407" y="18609"/>
                    <a:pt x="93346" y="18457"/>
                    <a:pt x="93346" y="18366"/>
                  </a:cubicBezTo>
                  <a:lnTo>
                    <a:pt x="93346" y="18305"/>
                  </a:lnTo>
                  <a:lnTo>
                    <a:pt x="93376" y="18153"/>
                  </a:lnTo>
                  <a:cubicBezTo>
                    <a:pt x="93255" y="18153"/>
                    <a:pt x="93376" y="18062"/>
                    <a:pt x="93437" y="17971"/>
                  </a:cubicBezTo>
                  <a:cubicBezTo>
                    <a:pt x="93528" y="17849"/>
                    <a:pt x="93620" y="17758"/>
                    <a:pt x="93711" y="17636"/>
                  </a:cubicBezTo>
                  <a:lnTo>
                    <a:pt x="93559" y="17576"/>
                  </a:lnTo>
                  <a:cubicBezTo>
                    <a:pt x="93316" y="17454"/>
                    <a:pt x="93285" y="17363"/>
                    <a:pt x="93437" y="17211"/>
                  </a:cubicBezTo>
                  <a:lnTo>
                    <a:pt x="93498" y="17150"/>
                  </a:lnTo>
                  <a:cubicBezTo>
                    <a:pt x="93498" y="17028"/>
                    <a:pt x="93437" y="16907"/>
                    <a:pt x="93346" y="16785"/>
                  </a:cubicBezTo>
                  <a:cubicBezTo>
                    <a:pt x="93285" y="16755"/>
                    <a:pt x="93255" y="16694"/>
                    <a:pt x="93285" y="16694"/>
                  </a:cubicBezTo>
                  <a:cubicBezTo>
                    <a:pt x="93285" y="16694"/>
                    <a:pt x="93316" y="16633"/>
                    <a:pt x="93346" y="16603"/>
                  </a:cubicBezTo>
                  <a:cubicBezTo>
                    <a:pt x="93376" y="16603"/>
                    <a:pt x="93376" y="16512"/>
                    <a:pt x="93407" y="16481"/>
                  </a:cubicBezTo>
                  <a:cubicBezTo>
                    <a:pt x="93498" y="16421"/>
                    <a:pt x="93589" y="16329"/>
                    <a:pt x="93680" y="16269"/>
                  </a:cubicBezTo>
                  <a:cubicBezTo>
                    <a:pt x="93741" y="16208"/>
                    <a:pt x="93741" y="16117"/>
                    <a:pt x="93711" y="16086"/>
                  </a:cubicBezTo>
                  <a:lnTo>
                    <a:pt x="93680" y="16086"/>
                  </a:lnTo>
                  <a:cubicBezTo>
                    <a:pt x="93559" y="16086"/>
                    <a:pt x="93468" y="16025"/>
                    <a:pt x="93437" y="15904"/>
                  </a:cubicBezTo>
                  <a:lnTo>
                    <a:pt x="93407" y="15813"/>
                  </a:lnTo>
                  <a:cubicBezTo>
                    <a:pt x="93437" y="15721"/>
                    <a:pt x="93528" y="15661"/>
                    <a:pt x="93620" y="15630"/>
                  </a:cubicBezTo>
                  <a:cubicBezTo>
                    <a:pt x="93680" y="15630"/>
                    <a:pt x="93802" y="15448"/>
                    <a:pt x="93832" y="15448"/>
                  </a:cubicBezTo>
                  <a:cubicBezTo>
                    <a:pt x="93893" y="15448"/>
                    <a:pt x="93924" y="15478"/>
                    <a:pt x="93954" y="15509"/>
                  </a:cubicBezTo>
                  <a:cubicBezTo>
                    <a:pt x="93960" y="15514"/>
                    <a:pt x="93973" y="15517"/>
                    <a:pt x="93992" y="15517"/>
                  </a:cubicBezTo>
                  <a:cubicBezTo>
                    <a:pt x="94072" y="15517"/>
                    <a:pt x="94245" y="15472"/>
                    <a:pt x="94319" y="15448"/>
                  </a:cubicBezTo>
                  <a:cubicBezTo>
                    <a:pt x="94380" y="15417"/>
                    <a:pt x="94319" y="15357"/>
                    <a:pt x="94258" y="15357"/>
                  </a:cubicBezTo>
                  <a:cubicBezTo>
                    <a:pt x="94238" y="15357"/>
                    <a:pt x="94109" y="15384"/>
                    <a:pt x="94026" y="15384"/>
                  </a:cubicBezTo>
                  <a:cubicBezTo>
                    <a:pt x="93984" y="15384"/>
                    <a:pt x="93954" y="15377"/>
                    <a:pt x="93954" y="15357"/>
                  </a:cubicBezTo>
                  <a:cubicBezTo>
                    <a:pt x="93984" y="15296"/>
                    <a:pt x="93954" y="15266"/>
                    <a:pt x="93924" y="15266"/>
                  </a:cubicBezTo>
                  <a:cubicBezTo>
                    <a:pt x="93899" y="15266"/>
                    <a:pt x="93797" y="15304"/>
                    <a:pt x="93726" y="15304"/>
                  </a:cubicBezTo>
                  <a:cubicBezTo>
                    <a:pt x="93708" y="15304"/>
                    <a:pt x="93693" y="15302"/>
                    <a:pt x="93680" y="15296"/>
                  </a:cubicBezTo>
                  <a:lnTo>
                    <a:pt x="93498" y="15174"/>
                  </a:lnTo>
                  <a:cubicBezTo>
                    <a:pt x="93468" y="15144"/>
                    <a:pt x="93650" y="15114"/>
                    <a:pt x="93711" y="15114"/>
                  </a:cubicBezTo>
                  <a:cubicBezTo>
                    <a:pt x="93756" y="15129"/>
                    <a:pt x="93802" y="15136"/>
                    <a:pt x="93848" y="15136"/>
                  </a:cubicBezTo>
                  <a:cubicBezTo>
                    <a:pt x="93893" y="15136"/>
                    <a:pt x="93939" y="15129"/>
                    <a:pt x="93984" y="15114"/>
                  </a:cubicBezTo>
                  <a:cubicBezTo>
                    <a:pt x="94076" y="15114"/>
                    <a:pt x="94167" y="15114"/>
                    <a:pt x="94258" y="15174"/>
                  </a:cubicBezTo>
                  <a:cubicBezTo>
                    <a:pt x="94263" y="15180"/>
                    <a:pt x="94268" y="15182"/>
                    <a:pt x="94271" y="15182"/>
                  </a:cubicBezTo>
                  <a:cubicBezTo>
                    <a:pt x="94287" y="15182"/>
                    <a:pt x="94283" y="15128"/>
                    <a:pt x="94258" y="15053"/>
                  </a:cubicBezTo>
                  <a:lnTo>
                    <a:pt x="94197" y="14992"/>
                  </a:lnTo>
                  <a:lnTo>
                    <a:pt x="94197" y="14962"/>
                  </a:lnTo>
                  <a:cubicBezTo>
                    <a:pt x="94197" y="14901"/>
                    <a:pt x="94440" y="14810"/>
                    <a:pt x="94501" y="14749"/>
                  </a:cubicBezTo>
                  <a:cubicBezTo>
                    <a:pt x="94562" y="14688"/>
                    <a:pt x="94471" y="14536"/>
                    <a:pt x="94440" y="14506"/>
                  </a:cubicBezTo>
                  <a:cubicBezTo>
                    <a:pt x="94410" y="14414"/>
                    <a:pt x="94410" y="14354"/>
                    <a:pt x="94440" y="14262"/>
                  </a:cubicBezTo>
                  <a:lnTo>
                    <a:pt x="94471" y="14171"/>
                  </a:lnTo>
                  <a:lnTo>
                    <a:pt x="94562" y="14019"/>
                  </a:lnTo>
                  <a:cubicBezTo>
                    <a:pt x="94380" y="13959"/>
                    <a:pt x="94349" y="13898"/>
                    <a:pt x="94562" y="13898"/>
                  </a:cubicBezTo>
                  <a:lnTo>
                    <a:pt x="94562" y="13959"/>
                  </a:lnTo>
                  <a:lnTo>
                    <a:pt x="94592" y="14019"/>
                  </a:lnTo>
                  <a:cubicBezTo>
                    <a:pt x="94615" y="14027"/>
                    <a:pt x="94636" y="14031"/>
                    <a:pt x="94655" y="14031"/>
                  </a:cubicBezTo>
                  <a:cubicBezTo>
                    <a:pt x="94712" y="14031"/>
                    <a:pt x="94752" y="13996"/>
                    <a:pt x="94775" y="13928"/>
                  </a:cubicBezTo>
                  <a:lnTo>
                    <a:pt x="94714" y="13898"/>
                  </a:lnTo>
                  <a:cubicBezTo>
                    <a:pt x="94714" y="13867"/>
                    <a:pt x="94775" y="13837"/>
                    <a:pt x="94775" y="13807"/>
                  </a:cubicBezTo>
                  <a:cubicBezTo>
                    <a:pt x="94835" y="13685"/>
                    <a:pt x="94775" y="13655"/>
                    <a:pt x="94653" y="13655"/>
                  </a:cubicBezTo>
                  <a:lnTo>
                    <a:pt x="94501" y="13655"/>
                  </a:lnTo>
                  <a:cubicBezTo>
                    <a:pt x="94471" y="13624"/>
                    <a:pt x="94440" y="13563"/>
                    <a:pt x="94471" y="13533"/>
                  </a:cubicBezTo>
                  <a:cubicBezTo>
                    <a:pt x="94532" y="13472"/>
                    <a:pt x="94562" y="13411"/>
                    <a:pt x="94623" y="13351"/>
                  </a:cubicBezTo>
                  <a:lnTo>
                    <a:pt x="94562" y="13259"/>
                  </a:lnTo>
                  <a:cubicBezTo>
                    <a:pt x="94482" y="13100"/>
                    <a:pt x="94356" y="13010"/>
                    <a:pt x="94265" y="13010"/>
                  </a:cubicBezTo>
                  <a:cubicBezTo>
                    <a:pt x="94252" y="13010"/>
                    <a:pt x="94239" y="13012"/>
                    <a:pt x="94228" y="13016"/>
                  </a:cubicBezTo>
                  <a:lnTo>
                    <a:pt x="94197" y="13016"/>
                  </a:lnTo>
                  <a:cubicBezTo>
                    <a:pt x="94194" y="13020"/>
                    <a:pt x="94190" y="13021"/>
                    <a:pt x="94185" y="13021"/>
                  </a:cubicBezTo>
                  <a:cubicBezTo>
                    <a:pt x="94148" y="13021"/>
                    <a:pt x="94072" y="12918"/>
                    <a:pt x="94045" y="12864"/>
                  </a:cubicBezTo>
                  <a:cubicBezTo>
                    <a:pt x="94015" y="12834"/>
                    <a:pt x="94167" y="12682"/>
                    <a:pt x="94228" y="12651"/>
                  </a:cubicBezTo>
                  <a:cubicBezTo>
                    <a:pt x="94288" y="12621"/>
                    <a:pt x="94076" y="12560"/>
                    <a:pt x="94015" y="12560"/>
                  </a:cubicBezTo>
                  <a:cubicBezTo>
                    <a:pt x="93954" y="12560"/>
                    <a:pt x="93984" y="12408"/>
                    <a:pt x="94015" y="12378"/>
                  </a:cubicBezTo>
                  <a:cubicBezTo>
                    <a:pt x="94045" y="12348"/>
                    <a:pt x="94076" y="12317"/>
                    <a:pt x="94136" y="12317"/>
                  </a:cubicBezTo>
                  <a:lnTo>
                    <a:pt x="94228" y="12348"/>
                  </a:lnTo>
                  <a:cubicBezTo>
                    <a:pt x="94263" y="12383"/>
                    <a:pt x="94309" y="12398"/>
                    <a:pt x="94360" y="12398"/>
                  </a:cubicBezTo>
                  <a:cubicBezTo>
                    <a:pt x="94395" y="12398"/>
                    <a:pt x="94433" y="12391"/>
                    <a:pt x="94471" y="12378"/>
                  </a:cubicBezTo>
                  <a:cubicBezTo>
                    <a:pt x="94471" y="12378"/>
                    <a:pt x="94410" y="12226"/>
                    <a:pt x="94349" y="12104"/>
                  </a:cubicBezTo>
                  <a:cubicBezTo>
                    <a:pt x="94319" y="11983"/>
                    <a:pt x="94197" y="11922"/>
                    <a:pt x="94076" y="11922"/>
                  </a:cubicBezTo>
                  <a:lnTo>
                    <a:pt x="94045" y="11861"/>
                  </a:lnTo>
                  <a:lnTo>
                    <a:pt x="93954" y="11740"/>
                  </a:lnTo>
                  <a:cubicBezTo>
                    <a:pt x="94076" y="11648"/>
                    <a:pt x="94106" y="11527"/>
                    <a:pt x="94045" y="11527"/>
                  </a:cubicBezTo>
                  <a:cubicBezTo>
                    <a:pt x="93954" y="11527"/>
                    <a:pt x="93863" y="11557"/>
                    <a:pt x="93772" y="11618"/>
                  </a:cubicBezTo>
                  <a:lnTo>
                    <a:pt x="93650" y="11496"/>
                  </a:lnTo>
                  <a:cubicBezTo>
                    <a:pt x="93650" y="11496"/>
                    <a:pt x="93620" y="11527"/>
                    <a:pt x="93620" y="11588"/>
                  </a:cubicBezTo>
                  <a:lnTo>
                    <a:pt x="93589" y="11618"/>
                  </a:lnTo>
                  <a:lnTo>
                    <a:pt x="93528" y="11709"/>
                  </a:lnTo>
                  <a:cubicBezTo>
                    <a:pt x="93476" y="11727"/>
                    <a:pt x="93423" y="11744"/>
                    <a:pt x="93365" y="11744"/>
                  </a:cubicBezTo>
                  <a:cubicBezTo>
                    <a:pt x="93322" y="11744"/>
                    <a:pt x="93276" y="11735"/>
                    <a:pt x="93225" y="11709"/>
                  </a:cubicBezTo>
                  <a:cubicBezTo>
                    <a:pt x="93194" y="11679"/>
                    <a:pt x="93255" y="11557"/>
                    <a:pt x="93407" y="11405"/>
                  </a:cubicBezTo>
                  <a:lnTo>
                    <a:pt x="93437" y="11284"/>
                  </a:lnTo>
                  <a:cubicBezTo>
                    <a:pt x="93437" y="11193"/>
                    <a:pt x="93346" y="11071"/>
                    <a:pt x="93285" y="10949"/>
                  </a:cubicBezTo>
                  <a:cubicBezTo>
                    <a:pt x="93288" y="10947"/>
                    <a:pt x="93292" y="10945"/>
                    <a:pt x="93298" y="10945"/>
                  </a:cubicBezTo>
                  <a:cubicBezTo>
                    <a:pt x="93352" y="10945"/>
                    <a:pt x="93534" y="11076"/>
                    <a:pt x="93589" y="11132"/>
                  </a:cubicBezTo>
                  <a:cubicBezTo>
                    <a:pt x="93635" y="11162"/>
                    <a:pt x="93688" y="11177"/>
                    <a:pt x="93741" y="11177"/>
                  </a:cubicBezTo>
                  <a:cubicBezTo>
                    <a:pt x="93794" y="11177"/>
                    <a:pt x="93848" y="11162"/>
                    <a:pt x="93893" y="11132"/>
                  </a:cubicBezTo>
                  <a:cubicBezTo>
                    <a:pt x="93984" y="11132"/>
                    <a:pt x="94076" y="11132"/>
                    <a:pt x="94167" y="11162"/>
                  </a:cubicBezTo>
                  <a:cubicBezTo>
                    <a:pt x="94181" y="11169"/>
                    <a:pt x="94194" y="11173"/>
                    <a:pt x="94204" y="11173"/>
                  </a:cubicBezTo>
                  <a:cubicBezTo>
                    <a:pt x="94239" y="11173"/>
                    <a:pt x="94251" y="11133"/>
                    <a:pt x="94228" y="11041"/>
                  </a:cubicBezTo>
                  <a:lnTo>
                    <a:pt x="94228" y="10980"/>
                  </a:lnTo>
                  <a:lnTo>
                    <a:pt x="94197" y="10858"/>
                  </a:lnTo>
                  <a:cubicBezTo>
                    <a:pt x="94076" y="10858"/>
                    <a:pt x="93954" y="10858"/>
                    <a:pt x="93832" y="10797"/>
                  </a:cubicBezTo>
                  <a:lnTo>
                    <a:pt x="93832" y="10767"/>
                  </a:lnTo>
                  <a:lnTo>
                    <a:pt x="93802" y="10615"/>
                  </a:lnTo>
                  <a:cubicBezTo>
                    <a:pt x="93775" y="10642"/>
                    <a:pt x="93735" y="10657"/>
                    <a:pt x="93697" y="10657"/>
                  </a:cubicBezTo>
                  <a:cubicBezTo>
                    <a:pt x="93650" y="10657"/>
                    <a:pt x="93606" y="10635"/>
                    <a:pt x="93589" y="10585"/>
                  </a:cubicBezTo>
                  <a:lnTo>
                    <a:pt x="93559" y="10585"/>
                  </a:lnTo>
                  <a:cubicBezTo>
                    <a:pt x="93376" y="10585"/>
                    <a:pt x="93437" y="10463"/>
                    <a:pt x="93376" y="10433"/>
                  </a:cubicBezTo>
                  <a:lnTo>
                    <a:pt x="93346" y="10402"/>
                  </a:lnTo>
                  <a:cubicBezTo>
                    <a:pt x="93285" y="10402"/>
                    <a:pt x="93012" y="10372"/>
                    <a:pt x="93012" y="10311"/>
                  </a:cubicBezTo>
                  <a:cubicBezTo>
                    <a:pt x="93012" y="10220"/>
                    <a:pt x="93042" y="10129"/>
                    <a:pt x="93073" y="10037"/>
                  </a:cubicBezTo>
                  <a:cubicBezTo>
                    <a:pt x="93076" y="10034"/>
                    <a:pt x="93082" y="10033"/>
                    <a:pt x="93089" y="10033"/>
                  </a:cubicBezTo>
                  <a:cubicBezTo>
                    <a:pt x="93149" y="10033"/>
                    <a:pt x="93326" y="10129"/>
                    <a:pt x="93407" y="10129"/>
                  </a:cubicBezTo>
                  <a:cubicBezTo>
                    <a:pt x="93620" y="10129"/>
                    <a:pt x="93802" y="10129"/>
                    <a:pt x="94015" y="10159"/>
                  </a:cubicBezTo>
                  <a:cubicBezTo>
                    <a:pt x="94159" y="10221"/>
                    <a:pt x="94317" y="10255"/>
                    <a:pt x="94480" y="10270"/>
                  </a:cubicBezTo>
                  <a:lnTo>
                    <a:pt x="94480" y="10270"/>
                  </a:lnTo>
                  <a:cubicBezTo>
                    <a:pt x="94414" y="10234"/>
                    <a:pt x="94361" y="10194"/>
                    <a:pt x="94349" y="10159"/>
                  </a:cubicBezTo>
                  <a:cubicBezTo>
                    <a:pt x="94334" y="10098"/>
                    <a:pt x="94334" y="10068"/>
                    <a:pt x="94345" y="10068"/>
                  </a:cubicBezTo>
                  <a:cubicBezTo>
                    <a:pt x="94357" y="10068"/>
                    <a:pt x="94380" y="10098"/>
                    <a:pt x="94410" y="10159"/>
                  </a:cubicBezTo>
                  <a:lnTo>
                    <a:pt x="94501" y="10189"/>
                  </a:lnTo>
                  <a:lnTo>
                    <a:pt x="94562" y="10220"/>
                  </a:lnTo>
                  <a:cubicBezTo>
                    <a:pt x="94668" y="10174"/>
                    <a:pt x="94737" y="10151"/>
                    <a:pt x="94771" y="10151"/>
                  </a:cubicBezTo>
                  <a:cubicBezTo>
                    <a:pt x="94805" y="10151"/>
                    <a:pt x="94805" y="10174"/>
                    <a:pt x="94775" y="10220"/>
                  </a:cubicBezTo>
                  <a:lnTo>
                    <a:pt x="94775" y="10271"/>
                  </a:lnTo>
                  <a:lnTo>
                    <a:pt x="94775" y="10271"/>
                  </a:lnTo>
                  <a:cubicBezTo>
                    <a:pt x="94883" y="10253"/>
                    <a:pt x="94990" y="10238"/>
                    <a:pt x="95090" y="10238"/>
                  </a:cubicBezTo>
                  <a:cubicBezTo>
                    <a:pt x="95139" y="10238"/>
                    <a:pt x="95186" y="10241"/>
                    <a:pt x="95231" y="10250"/>
                  </a:cubicBezTo>
                  <a:cubicBezTo>
                    <a:pt x="95322" y="10281"/>
                    <a:pt x="95413" y="10311"/>
                    <a:pt x="95504" y="10311"/>
                  </a:cubicBezTo>
                  <a:cubicBezTo>
                    <a:pt x="95530" y="10285"/>
                    <a:pt x="95553" y="10276"/>
                    <a:pt x="95576" y="10276"/>
                  </a:cubicBezTo>
                  <a:cubicBezTo>
                    <a:pt x="95623" y="10276"/>
                    <a:pt x="95666" y="10316"/>
                    <a:pt x="95717" y="10316"/>
                  </a:cubicBezTo>
                  <a:cubicBezTo>
                    <a:pt x="95727" y="10316"/>
                    <a:pt x="95737" y="10315"/>
                    <a:pt x="95747" y="10311"/>
                  </a:cubicBezTo>
                  <a:lnTo>
                    <a:pt x="95808" y="10281"/>
                  </a:lnTo>
                  <a:cubicBezTo>
                    <a:pt x="95869" y="10250"/>
                    <a:pt x="95778" y="10129"/>
                    <a:pt x="95747" y="10098"/>
                  </a:cubicBezTo>
                  <a:cubicBezTo>
                    <a:pt x="95717" y="10037"/>
                    <a:pt x="95626" y="9825"/>
                    <a:pt x="95717" y="9794"/>
                  </a:cubicBezTo>
                  <a:cubicBezTo>
                    <a:pt x="95808" y="9764"/>
                    <a:pt x="95717" y="9338"/>
                    <a:pt x="95656" y="9217"/>
                  </a:cubicBezTo>
                  <a:cubicBezTo>
                    <a:pt x="95595" y="9065"/>
                    <a:pt x="95565" y="8822"/>
                    <a:pt x="95656" y="8822"/>
                  </a:cubicBezTo>
                  <a:cubicBezTo>
                    <a:pt x="95778" y="8822"/>
                    <a:pt x="95899" y="8791"/>
                    <a:pt x="96021" y="8761"/>
                  </a:cubicBezTo>
                  <a:lnTo>
                    <a:pt x="96051" y="8639"/>
                  </a:lnTo>
                  <a:lnTo>
                    <a:pt x="96051" y="8578"/>
                  </a:lnTo>
                  <a:cubicBezTo>
                    <a:pt x="96051" y="8497"/>
                    <a:pt x="96105" y="8457"/>
                    <a:pt x="96186" y="8457"/>
                  </a:cubicBezTo>
                  <a:cubicBezTo>
                    <a:pt x="96227" y="8457"/>
                    <a:pt x="96274" y="8467"/>
                    <a:pt x="96325" y="8487"/>
                  </a:cubicBezTo>
                  <a:lnTo>
                    <a:pt x="96538" y="8487"/>
                  </a:lnTo>
                  <a:cubicBezTo>
                    <a:pt x="96659" y="8427"/>
                    <a:pt x="96659" y="8335"/>
                    <a:pt x="96538" y="8305"/>
                  </a:cubicBezTo>
                  <a:lnTo>
                    <a:pt x="96416" y="8244"/>
                  </a:lnTo>
                  <a:cubicBezTo>
                    <a:pt x="96386" y="8244"/>
                    <a:pt x="96355" y="8214"/>
                    <a:pt x="96355" y="8153"/>
                  </a:cubicBezTo>
                  <a:cubicBezTo>
                    <a:pt x="96386" y="8123"/>
                    <a:pt x="96416" y="8092"/>
                    <a:pt x="96446" y="8092"/>
                  </a:cubicBezTo>
                  <a:cubicBezTo>
                    <a:pt x="96468" y="8098"/>
                    <a:pt x="96489" y="8100"/>
                    <a:pt x="96508" y="8100"/>
                  </a:cubicBezTo>
                  <a:cubicBezTo>
                    <a:pt x="96600" y="8100"/>
                    <a:pt x="96675" y="8046"/>
                    <a:pt x="96750" y="7971"/>
                  </a:cubicBezTo>
                  <a:cubicBezTo>
                    <a:pt x="96781" y="7940"/>
                    <a:pt x="96781" y="7910"/>
                    <a:pt x="96750" y="7879"/>
                  </a:cubicBezTo>
                  <a:cubicBezTo>
                    <a:pt x="96690" y="7849"/>
                    <a:pt x="96659" y="7849"/>
                    <a:pt x="96598" y="7849"/>
                  </a:cubicBezTo>
                  <a:lnTo>
                    <a:pt x="96568" y="7849"/>
                  </a:lnTo>
                  <a:cubicBezTo>
                    <a:pt x="96564" y="7853"/>
                    <a:pt x="96560" y="7855"/>
                    <a:pt x="96555" y="7855"/>
                  </a:cubicBezTo>
                  <a:cubicBezTo>
                    <a:pt x="96523" y="7855"/>
                    <a:pt x="96477" y="7772"/>
                    <a:pt x="96477" y="7667"/>
                  </a:cubicBezTo>
                  <a:lnTo>
                    <a:pt x="96325" y="7575"/>
                  </a:lnTo>
                  <a:cubicBezTo>
                    <a:pt x="96234" y="7545"/>
                    <a:pt x="96234" y="7484"/>
                    <a:pt x="96173" y="7393"/>
                  </a:cubicBezTo>
                  <a:cubicBezTo>
                    <a:pt x="96120" y="7287"/>
                    <a:pt x="96182" y="7205"/>
                    <a:pt x="96299" y="7205"/>
                  </a:cubicBezTo>
                  <a:cubicBezTo>
                    <a:pt x="96316" y="7205"/>
                    <a:pt x="96335" y="7207"/>
                    <a:pt x="96355" y="7211"/>
                  </a:cubicBezTo>
                  <a:lnTo>
                    <a:pt x="96416" y="7211"/>
                  </a:lnTo>
                  <a:cubicBezTo>
                    <a:pt x="96446" y="7180"/>
                    <a:pt x="96234" y="6846"/>
                    <a:pt x="96112" y="6846"/>
                  </a:cubicBezTo>
                  <a:lnTo>
                    <a:pt x="95231" y="6846"/>
                  </a:lnTo>
                  <a:cubicBezTo>
                    <a:pt x="95109" y="6846"/>
                    <a:pt x="95048" y="6694"/>
                    <a:pt x="95048" y="6633"/>
                  </a:cubicBezTo>
                  <a:cubicBezTo>
                    <a:pt x="95048" y="6572"/>
                    <a:pt x="95291" y="6542"/>
                    <a:pt x="95383" y="6512"/>
                  </a:cubicBezTo>
                  <a:cubicBezTo>
                    <a:pt x="95443" y="6512"/>
                    <a:pt x="95383" y="6481"/>
                    <a:pt x="95200" y="6451"/>
                  </a:cubicBezTo>
                  <a:lnTo>
                    <a:pt x="95018" y="6451"/>
                  </a:lnTo>
                  <a:cubicBezTo>
                    <a:pt x="94835" y="6420"/>
                    <a:pt x="94714" y="6238"/>
                    <a:pt x="94775" y="6025"/>
                  </a:cubicBezTo>
                  <a:lnTo>
                    <a:pt x="94835" y="5904"/>
                  </a:lnTo>
                  <a:cubicBezTo>
                    <a:pt x="94835" y="5752"/>
                    <a:pt x="94714" y="5417"/>
                    <a:pt x="94744" y="5357"/>
                  </a:cubicBezTo>
                  <a:cubicBezTo>
                    <a:pt x="94775" y="5296"/>
                    <a:pt x="94714" y="5205"/>
                    <a:pt x="94592" y="5174"/>
                  </a:cubicBezTo>
                  <a:lnTo>
                    <a:pt x="94532" y="5113"/>
                  </a:lnTo>
                  <a:cubicBezTo>
                    <a:pt x="94519" y="5101"/>
                    <a:pt x="94507" y="5096"/>
                    <a:pt x="94496" y="5096"/>
                  </a:cubicBezTo>
                  <a:cubicBezTo>
                    <a:pt x="94446" y="5096"/>
                    <a:pt x="94404" y="5191"/>
                    <a:pt x="94357" y="5191"/>
                  </a:cubicBezTo>
                  <a:cubicBezTo>
                    <a:pt x="94335" y="5191"/>
                    <a:pt x="94313" y="5171"/>
                    <a:pt x="94288" y="5113"/>
                  </a:cubicBezTo>
                  <a:lnTo>
                    <a:pt x="94258" y="5053"/>
                  </a:lnTo>
                  <a:cubicBezTo>
                    <a:pt x="94197" y="4992"/>
                    <a:pt x="94106" y="4961"/>
                    <a:pt x="94015" y="4901"/>
                  </a:cubicBezTo>
                  <a:cubicBezTo>
                    <a:pt x="94106" y="4870"/>
                    <a:pt x="94228" y="4809"/>
                    <a:pt x="94349" y="4779"/>
                  </a:cubicBezTo>
                  <a:cubicBezTo>
                    <a:pt x="94440" y="4779"/>
                    <a:pt x="94410" y="4171"/>
                    <a:pt x="94319" y="3989"/>
                  </a:cubicBezTo>
                  <a:cubicBezTo>
                    <a:pt x="94246" y="3820"/>
                    <a:pt x="94403" y="3766"/>
                    <a:pt x="94532" y="3766"/>
                  </a:cubicBezTo>
                  <a:cubicBezTo>
                    <a:pt x="94566" y="3766"/>
                    <a:pt x="94598" y="3770"/>
                    <a:pt x="94623" y="3776"/>
                  </a:cubicBezTo>
                  <a:cubicBezTo>
                    <a:pt x="94657" y="3793"/>
                    <a:pt x="94686" y="3800"/>
                    <a:pt x="94710" y="3800"/>
                  </a:cubicBezTo>
                  <a:cubicBezTo>
                    <a:pt x="94774" y="3800"/>
                    <a:pt x="94805" y="3751"/>
                    <a:pt x="94805" y="3685"/>
                  </a:cubicBezTo>
                  <a:lnTo>
                    <a:pt x="94775" y="3624"/>
                  </a:lnTo>
                  <a:lnTo>
                    <a:pt x="94714" y="3563"/>
                  </a:lnTo>
                  <a:cubicBezTo>
                    <a:pt x="94623" y="3502"/>
                    <a:pt x="94562" y="3411"/>
                    <a:pt x="94532" y="3320"/>
                  </a:cubicBezTo>
                  <a:cubicBezTo>
                    <a:pt x="94562" y="3290"/>
                    <a:pt x="94471" y="3290"/>
                    <a:pt x="94380" y="3290"/>
                  </a:cubicBezTo>
                  <a:lnTo>
                    <a:pt x="94319" y="3290"/>
                  </a:lnTo>
                  <a:cubicBezTo>
                    <a:pt x="94288" y="3290"/>
                    <a:pt x="94288" y="3320"/>
                    <a:pt x="94288" y="3320"/>
                  </a:cubicBezTo>
                  <a:cubicBezTo>
                    <a:pt x="94268" y="3320"/>
                    <a:pt x="94234" y="3334"/>
                    <a:pt x="94214" y="3334"/>
                  </a:cubicBezTo>
                  <a:cubicBezTo>
                    <a:pt x="94204" y="3334"/>
                    <a:pt x="94197" y="3330"/>
                    <a:pt x="94197" y="3320"/>
                  </a:cubicBezTo>
                  <a:lnTo>
                    <a:pt x="94197" y="3259"/>
                  </a:lnTo>
                  <a:lnTo>
                    <a:pt x="94258" y="3198"/>
                  </a:lnTo>
                  <a:cubicBezTo>
                    <a:pt x="94349" y="3168"/>
                    <a:pt x="94410" y="3138"/>
                    <a:pt x="94410" y="3107"/>
                  </a:cubicBezTo>
                  <a:cubicBezTo>
                    <a:pt x="94410" y="3077"/>
                    <a:pt x="94380" y="3077"/>
                    <a:pt x="94349" y="3077"/>
                  </a:cubicBezTo>
                  <a:lnTo>
                    <a:pt x="94258" y="3077"/>
                  </a:lnTo>
                  <a:cubicBezTo>
                    <a:pt x="94197" y="2955"/>
                    <a:pt x="94136" y="2834"/>
                    <a:pt x="94136" y="2712"/>
                  </a:cubicBezTo>
                  <a:lnTo>
                    <a:pt x="94106" y="2560"/>
                  </a:lnTo>
                  <a:lnTo>
                    <a:pt x="94106" y="2469"/>
                  </a:lnTo>
                  <a:cubicBezTo>
                    <a:pt x="94106" y="2347"/>
                    <a:pt x="94136" y="2256"/>
                    <a:pt x="94197" y="2135"/>
                  </a:cubicBezTo>
                  <a:lnTo>
                    <a:pt x="94045" y="2104"/>
                  </a:lnTo>
                  <a:cubicBezTo>
                    <a:pt x="94076" y="2043"/>
                    <a:pt x="94045" y="1983"/>
                    <a:pt x="93984" y="1952"/>
                  </a:cubicBezTo>
                  <a:lnTo>
                    <a:pt x="93650" y="1800"/>
                  </a:lnTo>
                  <a:lnTo>
                    <a:pt x="93620" y="1739"/>
                  </a:lnTo>
                  <a:cubicBezTo>
                    <a:pt x="93589" y="1557"/>
                    <a:pt x="93346" y="1557"/>
                    <a:pt x="93316" y="1466"/>
                  </a:cubicBezTo>
                  <a:lnTo>
                    <a:pt x="93255" y="1314"/>
                  </a:lnTo>
                  <a:cubicBezTo>
                    <a:pt x="93042" y="1223"/>
                    <a:pt x="92769" y="1162"/>
                    <a:pt x="92525" y="1132"/>
                  </a:cubicBezTo>
                  <a:cubicBezTo>
                    <a:pt x="92509" y="1137"/>
                    <a:pt x="92492" y="1139"/>
                    <a:pt x="92475" y="1139"/>
                  </a:cubicBezTo>
                  <a:cubicBezTo>
                    <a:pt x="92393" y="1139"/>
                    <a:pt x="92302" y="1085"/>
                    <a:pt x="92252" y="1010"/>
                  </a:cubicBezTo>
                  <a:cubicBezTo>
                    <a:pt x="92252" y="980"/>
                    <a:pt x="92130" y="980"/>
                    <a:pt x="92100" y="980"/>
                  </a:cubicBezTo>
                  <a:cubicBezTo>
                    <a:pt x="92097" y="982"/>
                    <a:pt x="92092" y="984"/>
                    <a:pt x="92084" y="984"/>
                  </a:cubicBezTo>
                  <a:cubicBezTo>
                    <a:pt x="92010" y="984"/>
                    <a:pt x="91721" y="858"/>
                    <a:pt x="91583" y="858"/>
                  </a:cubicBezTo>
                  <a:lnTo>
                    <a:pt x="91249" y="858"/>
                  </a:lnTo>
                  <a:cubicBezTo>
                    <a:pt x="91203" y="881"/>
                    <a:pt x="91051" y="939"/>
                    <a:pt x="90981" y="939"/>
                  </a:cubicBezTo>
                  <a:cubicBezTo>
                    <a:pt x="90959" y="939"/>
                    <a:pt x="90945" y="933"/>
                    <a:pt x="90945" y="919"/>
                  </a:cubicBezTo>
                  <a:cubicBezTo>
                    <a:pt x="90963" y="864"/>
                    <a:pt x="90927" y="853"/>
                    <a:pt x="90888" y="853"/>
                  </a:cubicBezTo>
                  <a:cubicBezTo>
                    <a:pt x="90862" y="853"/>
                    <a:pt x="90835" y="858"/>
                    <a:pt x="90823" y="858"/>
                  </a:cubicBezTo>
                  <a:cubicBezTo>
                    <a:pt x="90811" y="864"/>
                    <a:pt x="90793" y="867"/>
                    <a:pt x="90771" y="867"/>
                  </a:cubicBezTo>
                  <a:cubicBezTo>
                    <a:pt x="90683" y="867"/>
                    <a:pt x="90538" y="828"/>
                    <a:pt x="90489" y="828"/>
                  </a:cubicBezTo>
                  <a:cubicBezTo>
                    <a:pt x="90307" y="828"/>
                    <a:pt x="90124" y="797"/>
                    <a:pt x="89942" y="767"/>
                  </a:cubicBezTo>
                  <a:cubicBezTo>
                    <a:pt x="89820" y="706"/>
                    <a:pt x="89607" y="645"/>
                    <a:pt x="89425" y="615"/>
                  </a:cubicBezTo>
                  <a:lnTo>
                    <a:pt x="89334" y="463"/>
                  </a:lnTo>
                  <a:cubicBezTo>
                    <a:pt x="89334" y="402"/>
                    <a:pt x="89151" y="372"/>
                    <a:pt x="89121" y="372"/>
                  </a:cubicBezTo>
                  <a:cubicBezTo>
                    <a:pt x="89060" y="372"/>
                    <a:pt x="88969" y="432"/>
                    <a:pt x="88939" y="432"/>
                  </a:cubicBezTo>
                  <a:cubicBezTo>
                    <a:pt x="88787" y="402"/>
                    <a:pt x="89000" y="341"/>
                    <a:pt x="88939" y="311"/>
                  </a:cubicBezTo>
                  <a:cubicBezTo>
                    <a:pt x="88834" y="258"/>
                    <a:pt x="88683" y="183"/>
                    <a:pt x="88586" y="183"/>
                  </a:cubicBezTo>
                  <a:cubicBezTo>
                    <a:pt x="88570" y="183"/>
                    <a:pt x="88556" y="185"/>
                    <a:pt x="88544" y="189"/>
                  </a:cubicBezTo>
                  <a:cubicBezTo>
                    <a:pt x="88483" y="220"/>
                    <a:pt x="88422" y="235"/>
                    <a:pt x="88361" y="235"/>
                  </a:cubicBezTo>
                  <a:cubicBezTo>
                    <a:pt x="88300" y="235"/>
                    <a:pt x="88240" y="220"/>
                    <a:pt x="88179" y="189"/>
                  </a:cubicBezTo>
                  <a:cubicBezTo>
                    <a:pt x="88036" y="118"/>
                    <a:pt x="87894" y="89"/>
                    <a:pt x="87751" y="89"/>
                  </a:cubicBezTo>
                  <a:cubicBezTo>
                    <a:pt x="87651" y="89"/>
                    <a:pt x="87550" y="103"/>
                    <a:pt x="87449" y="129"/>
                  </a:cubicBezTo>
                  <a:lnTo>
                    <a:pt x="87237" y="189"/>
                  </a:lnTo>
                  <a:cubicBezTo>
                    <a:pt x="87202" y="155"/>
                    <a:pt x="87168" y="138"/>
                    <a:pt x="87137" y="138"/>
                  </a:cubicBezTo>
                  <a:cubicBezTo>
                    <a:pt x="87086" y="138"/>
                    <a:pt x="87043" y="186"/>
                    <a:pt x="87024" y="280"/>
                  </a:cubicBezTo>
                  <a:lnTo>
                    <a:pt x="86811" y="159"/>
                  </a:lnTo>
                  <a:lnTo>
                    <a:pt x="86689" y="68"/>
                  </a:lnTo>
                  <a:cubicBezTo>
                    <a:pt x="86641" y="60"/>
                    <a:pt x="86592" y="56"/>
                    <a:pt x="86543" y="56"/>
                  </a:cubicBezTo>
                  <a:cubicBezTo>
                    <a:pt x="86411" y="56"/>
                    <a:pt x="86284" y="84"/>
                    <a:pt x="86173" y="129"/>
                  </a:cubicBezTo>
                  <a:cubicBezTo>
                    <a:pt x="86173" y="144"/>
                    <a:pt x="86112" y="151"/>
                    <a:pt x="86044" y="151"/>
                  </a:cubicBezTo>
                  <a:cubicBezTo>
                    <a:pt x="85975" y="151"/>
                    <a:pt x="85899" y="144"/>
                    <a:pt x="85869" y="129"/>
                  </a:cubicBezTo>
                  <a:cubicBezTo>
                    <a:pt x="85778" y="68"/>
                    <a:pt x="85686" y="68"/>
                    <a:pt x="85595" y="68"/>
                  </a:cubicBezTo>
                  <a:cubicBezTo>
                    <a:pt x="85555" y="68"/>
                    <a:pt x="85433" y="41"/>
                    <a:pt x="85375" y="41"/>
                  </a:cubicBezTo>
                  <a:cubicBezTo>
                    <a:pt x="85345" y="41"/>
                    <a:pt x="85332" y="47"/>
                    <a:pt x="85352" y="68"/>
                  </a:cubicBezTo>
                  <a:cubicBezTo>
                    <a:pt x="85364" y="104"/>
                    <a:pt x="85343" y="116"/>
                    <a:pt x="85310" y="116"/>
                  </a:cubicBezTo>
                  <a:cubicBezTo>
                    <a:pt x="85258" y="116"/>
                    <a:pt x="85176" y="86"/>
                    <a:pt x="85139" y="68"/>
                  </a:cubicBezTo>
                  <a:cubicBezTo>
                    <a:pt x="85087" y="68"/>
                    <a:pt x="84923" y="1"/>
                    <a:pt x="84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4" name="Google Shape;4164;p51"/>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COMPARISON</a:t>
            </a:r>
            <a:endParaRPr/>
          </a:p>
        </p:txBody>
      </p:sp>
      <p:graphicFrame>
        <p:nvGraphicFramePr>
          <p:cNvPr id="4165" name="Google Shape;4165;p51"/>
          <p:cNvGraphicFramePr/>
          <p:nvPr/>
        </p:nvGraphicFramePr>
        <p:xfrm>
          <a:off x="717000" y="1401700"/>
          <a:ext cx="3000000" cy="3000000"/>
        </p:xfrm>
        <a:graphic>
          <a:graphicData uri="http://schemas.openxmlformats.org/drawingml/2006/table">
            <a:tbl>
              <a:tblPr>
                <a:noFill/>
                <a:tableStyleId>{64B74A8F-24AF-4897-A83D-56DB7261D193}</a:tableStyleId>
              </a:tblPr>
              <a:tblGrid>
                <a:gridCol w="1736300"/>
                <a:gridCol w="1493425"/>
                <a:gridCol w="1493425"/>
                <a:gridCol w="1493425"/>
                <a:gridCol w="1493425"/>
              </a:tblGrid>
              <a:tr h="657075">
                <a:tc>
                  <a:txBody>
                    <a:bodyPr/>
                    <a:lstStyle/>
                    <a:p>
                      <a:pPr indent="0" lvl="0" marL="0" rtl="0" algn="ctr">
                        <a:spcBef>
                          <a:spcPts val="0"/>
                        </a:spcBef>
                        <a:spcAft>
                          <a:spcPts val="0"/>
                        </a:spcAft>
                        <a:buNone/>
                      </a:pPr>
                      <a:r>
                        <a:t/>
                      </a:r>
                      <a:endParaRPr b="1">
                        <a:solidFill>
                          <a:schemeClr val="lt1"/>
                        </a:solidFill>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sz="2200">
                          <a:solidFill>
                            <a:schemeClr val="accent3"/>
                          </a:solidFill>
                          <a:latin typeface="Poiret One"/>
                          <a:ea typeface="Poiret One"/>
                          <a:cs typeface="Poiret One"/>
                          <a:sym typeface="Poiret One"/>
                        </a:rPr>
                        <a:t>EARTH</a:t>
                      </a:r>
                      <a:endParaRPr b="1" sz="2200">
                        <a:solidFill>
                          <a:schemeClr val="accent3"/>
                        </a:solidFill>
                        <a:latin typeface="Poiret One"/>
                        <a:ea typeface="Poiret One"/>
                        <a:cs typeface="Poiret One"/>
                        <a:sym typeface="Poiret One"/>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sz="2200">
                          <a:solidFill>
                            <a:schemeClr val="accent3"/>
                          </a:solidFill>
                          <a:latin typeface="Poiret One"/>
                          <a:ea typeface="Poiret One"/>
                          <a:cs typeface="Poiret One"/>
                          <a:sym typeface="Poiret One"/>
                        </a:rPr>
                        <a:t>MERCURY</a:t>
                      </a:r>
                      <a:endParaRPr b="1" sz="2200">
                        <a:solidFill>
                          <a:schemeClr val="accent3"/>
                        </a:solidFill>
                        <a:latin typeface="Poiret One"/>
                        <a:ea typeface="Poiret One"/>
                        <a:cs typeface="Poiret One"/>
                        <a:sym typeface="Poiret One"/>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sz="2200">
                          <a:solidFill>
                            <a:schemeClr val="accent3"/>
                          </a:solidFill>
                          <a:latin typeface="Poiret One"/>
                          <a:ea typeface="Poiret One"/>
                          <a:cs typeface="Poiret One"/>
                          <a:sym typeface="Poiret One"/>
                        </a:rPr>
                        <a:t>JUPITER</a:t>
                      </a:r>
                      <a:endParaRPr b="1" sz="2200">
                        <a:solidFill>
                          <a:schemeClr val="accent3"/>
                        </a:solidFill>
                        <a:latin typeface="Poiret One"/>
                        <a:ea typeface="Poiret One"/>
                        <a:cs typeface="Poiret One"/>
                        <a:sym typeface="Poiret One"/>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sz="2200">
                          <a:solidFill>
                            <a:schemeClr val="accent3"/>
                          </a:solidFill>
                          <a:latin typeface="Poiret One"/>
                          <a:ea typeface="Poiret One"/>
                          <a:cs typeface="Poiret One"/>
                          <a:sym typeface="Poiret One"/>
                        </a:rPr>
                        <a:t>MARS</a:t>
                      </a:r>
                      <a:endParaRPr b="1" sz="2200">
                        <a:solidFill>
                          <a:schemeClr val="accent3"/>
                        </a:solidFill>
                        <a:latin typeface="Poiret One"/>
                        <a:ea typeface="Poiret One"/>
                        <a:cs typeface="Poiret One"/>
                        <a:sym typeface="Poiret One"/>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r>
              <a:tr h="504100">
                <a:tc>
                  <a:txBody>
                    <a:bodyPr/>
                    <a:lstStyle/>
                    <a:p>
                      <a:pPr indent="0" lvl="0" marL="0" rtl="0" algn="ctr">
                        <a:spcBef>
                          <a:spcPts val="0"/>
                        </a:spcBef>
                        <a:spcAft>
                          <a:spcPts val="0"/>
                        </a:spcAft>
                        <a:buNone/>
                      </a:pPr>
                      <a:r>
                        <a:rPr lang="en" sz="1600">
                          <a:solidFill>
                            <a:srgbClr val="FFFFFF"/>
                          </a:solidFill>
                          <a:latin typeface="Be Vietnam"/>
                          <a:ea typeface="Be Vietnam"/>
                          <a:cs typeface="Be Vietnam"/>
                          <a:sym typeface="Be Vietnam"/>
                        </a:rPr>
                        <a:t>Symptom 1</a:t>
                      </a:r>
                      <a:r>
                        <a:rPr b="1" lang="en" sz="2000">
                          <a:solidFill>
                            <a:schemeClr val="lt1"/>
                          </a:solidFill>
                          <a:latin typeface="Poiret One"/>
                          <a:ea typeface="Poiret One"/>
                          <a:cs typeface="Poiret One"/>
                          <a:sym typeface="Poiret One"/>
                        </a:rPr>
                        <a:t> </a:t>
                      </a:r>
                      <a:endParaRPr b="1">
                        <a:solidFill>
                          <a:schemeClr val="lt1"/>
                        </a:solidFill>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r>
              <a:tr h="504100">
                <a:tc>
                  <a:txBody>
                    <a:bodyPr/>
                    <a:lstStyle/>
                    <a:p>
                      <a:pPr indent="0" lvl="0" marL="0" rtl="0" algn="ctr">
                        <a:spcBef>
                          <a:spcPts val="0"/>
                        </a:spcBef>
                        <a:spcAft>
                          <a:spcPts val="0"/>
                        </a:spcAft>
                        <a:buClr>
                          <a:schemeClr val="dk1"/>
                        </a:buClr>
                        <a:buSzPts val="1100"/>
                        <a:buFont typeface="Arial"/>
                        <a:buNone/>
                      </a:pPr>
                      <a:r>
                        <a:rPr lang="en" sz="1600">
                          <a:solidFill>
                            <a:srgbClr val="FFFFFF"/>
                          </a:solidFill>
                          <a:latin typeface="Be Vietnam"/>
                          <a:ea typeface="Be Vietnam"/>
                          <a:cs typeface="Be Vietnam"/>
                          <a:sym typeface="Be Vietnam"/>
                        </a:rPr>
                        <a:t>Symptom 2</a:t>
                      </a:r>
                      <a:r>
                        <a:rPr b="1" lang="en" sz="2000">
                          <a:solidFill>
                            <a:schemeClr val="lt1"/>
                          </a:solidFill>
                          <a:latin typeface="Poiret One"/>
                          <a:ea typeface="Poiret One"/>
                          <a:cs typeface="Poiret One"/>
                          <a:sym typeface="Poiret One"/>
                        </a:rPr>
                        <a:t> </a:t>
                      </a:r>
                      <a:endParaRPr b="1">
                        <a:solidFill>
                          <a:schemeClr val="lt1"/>
                        </a:solidFill>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r>
              <a:tr h="504100">
                <a:tc>
                  <a:txBody>
                    <a:bodyPr/>
                    <a:lstStyle/>
                    <a:p>
                      <a:pPr indent="0" lvl="0" marL="0" rtl="0" algn="ctr">
                        <a:spcBef>
                          <a:spcPts val="0"/>
                        </a:spcBef>
                        <a:spcAft>
                          <a:spcPts val="0"/>
                        </a:spcAft>
                        <a:buClr>
                          <a:schemeClr val="dk1"/>
                        </a:buClr>
                        <a:buSzPts val="1100"/>
                        <a:buFont typeface="Arial"/>
                        <a:buNone/>
                      </a:pPr>
                      <a:r>
                        <a:rPr lang="en" sz="1600">
                          <a:solidFill>
                            <a:srgbClr val="FFFFFF"/>
                          </a:solidFill>
                          <a:latin typeface="Be Vietnam"/>
                          <a:ea typeface="Be Vietnam"/>
                          <a:cs typeface="Be Vietnam"/>
                          <a:sym typeface="Be Vietnam"/>
                        </a:rPr>
                        <a:t>Symptom 3</a:t>
                      </a:r>
                      <a:endParaRPr b="1">
                        <a:solidFill>
                          <a:schemeClr val="lt1"/>
                        </a:solidFill>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r>
              <a:tr h="453825">
                <a:tc>
                  <a:txBody>
                    <a:bodyPr/>
                    <a:lstStyle/>
                    <a:p>
                      <a:pPr indent="0" lvl="0" marL="0" rtl="0" algn="ctr">
                        <a:spcBef>
                          <a:spcPts val="0"/>
                        </a:spcBef>
                        <a:spcAft>
                          <a:spcPts val="0"/>
                        </a:spcAft>
                        <a:buClr>
                          <a:schemeClr val="dk1"/>
                        </a:buClr>
                        <a:buSzPts val="1100"/>
                        <a:buFont typeface="Arial"/>
                        <a:buNone/>
                      </a:pPr>
                      <a:r>
                        <a:rPr lang="en" sz="1600">
                          <a:solidFill>
                            <a:srgbClr val="FFFFFF"/>
                          </a:solidFill>
                          <a:latin typeface="Be Vietnam"/>
                          <a:ea typeface="Be Vietnam"/>
                          <a:cs typeface="Be Vietnam"/>
                          <a:sym typeface="Be Vietnam"/>
                        </a:rPr>
                        <a:t>Symptom 4</a:t>
                      </a:r>
                      <a:r>
                        <a:rPr b="1" lang="en" sz="2000">
                          <a:solidFill>
                            <a:schemeClr val="lt1"/>
                          </a:solidFill>
                          <a:latin typeface="Poiret One"/>
                          <a:ea typeface="Poiret One"/>
                          <a:cs typeface="Poiret One"/>
                          <a:sym typeface="Poiret One"/>
                        </a:rPr>
                        <a:t> </a:t>
                      </a:r>
                      <a:endParaRPr b="1">
                        <a:solidFill>
                          <a:schemeClr val="lt1"/>
                        </a:solidFill>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r>
            </a:tbl>
          </a:graphicData>
        </a:graphic>
      </p:graphicFrame>
      <p:sp>
        <p:nvSpPr>
          <p:cNvPr id="4166" name="Google Shape;4166;p51"/>
          <p:cNvSpPr/>
          <p:nvPr/>
        </p:nvSpPr>
        <p:spPr>
          <a:xfrm>
            <a:off x="3034374" y="2135000"/>
            <a:ext cx="339341" cy="338482"/>
          </a:xfrm>
          <a:custGeom>
            <a:rect b="b" l="l" r="r" t="t"/>
            <a:pathLst>
              <a:path extrusionOk="0" h="57516" w="57662">
                <a:moveTo>
                  <a:pt x="23983" y="1"/>
                </a:moveTo>
                <a:lnTo>
                  <a:pt x="23983" y="1"/>
                </a:lnTo>
                <a:cubicBezTo>
                  <a:pt x="23985" y="2"/>
                  <a:pt x="23986" y="3"/>
                  <a:pt x="23988" y="5"/>
                </a:cubicBezTo>
                <a:lnTo>
                  <a:pt x="23988" y="5"/>
                </a:lnTo>
                <a:cubicBezTo>
                  <a:pt x="23987" y="3"/>
                  <a:pt x="23985" y="2"/>
                  <a:pt x="23983" y="1"/>
                </a:cubicBezTo>
                <a:close/>
                <a:moveTo>
                  <a:pt x="40828" y="17959"/>
                </a:moveTo>
                <a:cubicBezTo>
                  <a:pt x="40826" y="17960"/>
                  <a:pt x="40824" y="17962"/>
                  <a:pt x="40822" y="17965"/>
                </a:cubicBezTo>
                <a:cubicBezTo>
                  <a:pt x="40824" y="17963"/>
                  <a:pt x="40826" y="17961"/>
                  <a:pt x="40828" y="17959"/>
                </a:cubicBezTo>
                <a:close/>
                <a:moveTo>
                  <a:pt x="43740" y="22554"/>
                </a:moveTo>
                <a:lnTo>
                  <a:pt x="43740" y="22554"/>
                </a:lnTo>
                <a:cubicBezTo>
                  <a:pt x="44013" y="22615"/>
                  <a:pt x="43709" y="22767"/>
                  <a:pt x="43983" y="22767"/>
                </a:cubicBezTo>
                <a:cubicBezTo>
                  <a:pt x="43922" y="22767"/>
                  <a:pt x="43861" y="22798"/>
                  <a:pt x="43801" y="22828"/>
                </a:cubicBezTo>
                <a:lnTo>
                  <a:pt x="43679" y="22615"/>
                </a:lnTo>
                <a:lnTo>
                  <a:pt x="43740" y="22554"/>
                </a:lnTo>
                <a:close/>
                <a:moveTo>
                  <a:pt x="31538" y="12307"/>
                </a:moveTo>
                <a:cubicBezTo>
                  <a:pt x="31599" y="12307"/>
                  <a:pt x="31655" y="12308"/>
                  <a:pt x="31703" y="12311"/>
                </a:cubicBezTo>
                <a:lnTo>
                  <a:pt x="31673" y="12433"/>
                </a:lnTo>
                <a:cubicBezTo>
                  <a:pt x="32493" y="12463"/>
                  <a:pt x="34378" y="12402"/>
                  <a:pt x="35624" y="12737"/>
                </a:cubicBezTo>
                <a:lnTo>
                  <a:pt x="35472" y="12980"/>
                </a:lnTo>
                <a:cubicBezTo>
                  <a:pt x="35807" y="13010"/>
                  <a:pt x="36111" y="13041"/>
                  <a:pt x="36414" y="13132"/>
                </a:cubicBezTo>
                <a:cubicBezTo>
                  <a:pt x="36749" y="13223"/>
                  <a:pt x="37083" y="13345"/>
                  <a:pt x="37418" y="13497"/>
                </a:cubicBezTo>
                <a:cubicBezTo>
                  <a:pt x="37752" y="13618"/>
                  <a:pt x="38056" y="13770"/>
                  <a:pt x="38299" y="13892"/>
                </a:cubicBezTo>
                <a:cubicBezTo>
                  <a:pt x="38573" y="14044"/>
                  <a:pt x="38785" y="14165"/>
                  <a:pt x="38937" y="14226"/>
                </a:cubicBezTo>
                <a:cubicBezTo>
                  <a:pt x="38937" y="14287"/>
                  <a:pt x="38968" y="14317"/>
                  <a:pt x="38968" y="14348"/>
                </a:cubicBezTo>
                <a:cubicBezTo>
                  <a:pt x="38968" y="14317"/>
                  <a:pt x="38968" y="14317"/>
                  <a:pt x="38998" y="14287"/>
                </a:cubicBezTo>
                <a:lnTo>
                  <a:pt x="39059" y="14317"/>
                </a:lnTo>
                <a:lnTo>
                  <a:pt x="38968" y="14348"/>
                </a:lnTo>
                <a:cubicBezTo>
                  <a:pt x="38998" y="14408"/>
                  <a:pt x="39028" y="14500"/>
                  <a:pt x="38998" y="14560"/>
                </a:cubicBezTo>
                <a:cubicBezTo>
                  <a:pt x="39089" y="14500"/>
                  <a:pt x="39059" y="14469"/>
                  <a:pt x="39089" y="14408"/>
                </a:cubicBezTo>
                <a:lnTo>
                  <a:pt x="39150" y="14408"/>
                </a:lnTo>
                <a:lnTo>
                  <a:pt x="39393" y="14591"/>
                </a:lnTo>
                <a:cubicBezTo>
                  <a:pt x="39332" y="14682"/>
                  <a:pt x="39180" y="14804"/>
                  <a:pt x="39241" y="14895"/>
                </a:cubicBezTo>
                <a:cubicBezTo>
                  <a:pt x="39484" y="15259"/>
                  <a:pt x="39697" y="15655"/>
                  <a:pt x="39910" y="16050"/>
                </a:cubicBezTo>
                <a:cubicBezTo>
                  <a:pt x="40123" y="16415"/>
                  <a:pt x="40366" y="16779"/>
                  <a:pt x="40609" y="17114"/>
                </a:cubicBezTo>
                <a:cubicBezTo>
                  <a:pt x="40548" y="17174"/>
                  <a:pt x="40548" y="17174"/>
                  <a:pt x="40487" y="17174"/>
                </a:cubicBezTo>
                <a:cubicBezTo>
                  <a:pt x="40731" y="17326"/>
                  <a:pt x="40852" y="17509"/>
                  <a:pt x="41065" y="17630"/>
                </a:cubicBezTo>
                <a:cubicBezTo>
                  <a:pt x="41006" y="17749"/>
                  <a:pt x="40917" y="17868"/>
                  <a:pt x="40828" y="17959"/>
                </a:cubicBezTo>
                <a:lnTo>
                  <a:pt x="40828" y="17959"/>
                </a:lnTo>
                <a:cubicBezTo>
                  <a:pt x="40835" y="17953"/>
                  <a:pt x="40844" y="17950"/>
                  <a:pt x="40854" y="17950"/>
                </a:cubicBezTo>
                <a:cubicBezTo>
                  <a:pt x="41046" y="17950"/>
                  <a:pt x="41758" y="18911"/>
                  <a:pt x="41673" y="18968"/>
                </a:cubicBezTo>
                <a:lnTo>
                  <a:pt x="42098" y="18755"/>
                </a:lnTo>
                <a:lnTo>
                  <a:pt x="42098" y="18755"/>
                </a:lnTo>
                <a:cubicBezTo>
                  <a:pt x="42250" y="18998"/>
                  <a:pt x="41673" y="19089"/>
                  <a:pt x="41886" y="19241"/>
                </a:cubicBezTo>
                <a:cubicBezTo>
                  <a:pt x="41989" y="19202"/>
                  <a:pt x="42062" y="19186"/>
                  <a:pt x="42114" y="19186"/>
                </a:cubicBezTo>
                <a:cubicBezTo>
                  <a:pt x="42358" y="19186"/>
                  <a:pt x="42113" y="19554"/>
                  <a:pt x="42310" y="19554"/>
                </a:cubicBezTo>
                <a:cubicBezTo>
                  <a:pt x="42327" y="19554"/>
                  <a:pt x="42347" y="19551"/>
                  <a:pt x="42372" y="19545"/>
                </a:cubicBezTo>
                <a:lnTo>
                  <a:pt x="42372" y="19545"/>
                </a:lnTo>
                <a:cubicBezTo>
                  <a:pt x="42342" y="19576"/>
                  <a:pt x="42372" y="19667"/>
                  <a:pt x="42190" y="19758"/>
                </a:cubicBezTo>
                <a:cubicBezTo>
                  <a:pt x="42272" y="19728"/>
                  <a:pt x="42321" y="19717"/>
                  <a:pt x="42350" y="19717"/>
                </a:cubicBezTo>
                <a:cubicBezTo>
                  <a:pt x="42440" y="19717"/>
                  <a:pt x="42341" y="19826"/>
                  <a:pt x="42433" y="19849"/>
                </a:cubicBezTo>
                <a:cubicBezTo>
                  <a:pt x="42449" y="19853"/>
                  <a:pt x="42463" y="19855"/>
                  <a:pt x="42475" y="19855"/>
                </a:cubicBezTo>
                <a:cubicBezTo>
                  <a:pt x="42548" y="19855"/>
                  <a:pt x="42536" y="19780"/>
                  <a:pt x="42615" y="19728"/>
                </a:cubicBezTo>
                <a:lnTo>
                  <a:pt x="42798" y="19819"/>
                </a:lnTo>
                <a:cubicBezTo>
                  <a:pt x="42745" y="19924"/>
                  <a:pt x="42577" y="20007"/>
                  <a:pt x="42494" y="20007"/>
                </a:cubicBezTo>
                <a:cubicBezTo>
                  <a:pt x="42482" y="20007"/>
                  <a:pt x="42471" y="20005"/>
                  <a:pt x="42463" y="20001"/>
                </a:cubicBezTo>
                <a:lnTo>
                  <a:pt x="42463" y="20001"/>
                </a:lnTo>
                <a:cubicBezTo>
                  <a:pt x="42494" y="20244"/>
                  <a:pt x="42706" y="20852"/>
                  <a:pt x="42858" y="21521"/>
                </a:cubicBezTo>
                <a:cubicBezTo>
                  <a:pt x="42919" y="21825"/>
                  <a:pt x="43010" y="22129"/>
                  <a:pt x="43102" y="22402"/>
                </a:cubicBezTo>
                <a:cubicBezTo>
                  <a:pt x="43132" y="22615"/>
                  <a:pt x="43223" y="22828"/>
                  <a:pt x="43314" y="22980"/>
                </a:cubicBezTo>
                <a:cubicBezTo>
                  <a:pt x="43557" y="22889"/>
                  <a:pt x="43405" y="22798"/>
                  <a:pt x="43649" y="22646"/>
                </a:cubicBezTo>
                <a:cubicBezTo>
                  <a:pt x="43679" y="22737"/>
                  <a:pt x="43709" y="22828"/>
                  <a:pt x="43709" y="22919"/>
                </a:cubicBezTo>
                <a:cubicBezTo>
                  <a:pt x="43588" y="23041"/>
                  <a:pt x="43770" y="23162"/>
                  <a:pt x="43314" y="23375"/>
                </a:cubicBezTo>
                <a:lnTo>
                  <a:pt x="43709" y="23314"/>
                </a:lnTo>
                <a:lnTo>
                  <a:pt x="43497" y="23436"/>
                </a:lnTo>
                <a:cubicBezTo>
                  <a:pt x="44013" y="23861"/>
                  <a:pt x="43740" y="23497"/>
                  <a:pt x="43770" y="24013"/>
                </a:cubicBezTo>
                <a:cubicBezTo>
                  <a:pt x="43801" y="24105"/>
                  <a:pt x="43892" y="24165"/>
                  <a:pt x="43983" y="24196"/>
                </a:cubicBezTo>
                <a:cubicBezTo>
                  <a:pt x="43953" y="24287"/>
                  <a:pt x="43953" y="24378"/>
                  <a:pt x="43983" y="24439"/>
                </a:cubicBezTo>
                <a:cubicBezTo>
                  <a:pt x="44226" y="24865"/>
                  <a:pt x="44652" y="25351"/>
                  <a:pt x="44743" y="25928"/>
                </a:cubicBezTo>
                <a:lnTo>
                  <a:pt x="44712" y="25928"/>
                </a:lnTo>
                <a:lnTo>
                  <a:pt x="44561" y="25776"/>
                </a:lnTo>
                <a:lnTo>
                  <a:pt x="44561" y="25776"/>
                </a:lnTo>
                <a:cubicBezTo>
                  <a:pt x="44561" y="25928"/>
                  <a:pt x="44621" y="26050"/>
                  <a:pt x="44712" y="26172"/>
                </a:cubicBezTo>
                <a:cubicBezTo>
                  <a:pt x="44743" y="26475"/>
                  <a:pt x="44804" y="26779"/>
                  <a:pt x="44925" y="27083"/>
                </a:cubicBezTo>
                <a:cubicBezTo>
                  <a:pt x="44986" y="27296"/>
                  <a:pt x="45077" y="27479"/>
                  <a:pt x="45199" y="27691"/>
                </a:cubicBezTo>
                <a:cubicBezTo>
                  <a:pt x="45472" y="28056"/>
                  <a:pt x="45564" y="28542"/>
                  <a:pt x="45533" y="28998"/>
                </a:cubicBezTo>
                <a:cubicBezTo>
                  <a:pt x="45472" y="28968"/>
                  <a:pt x="45442" y="28938"/>
                  <a:pt x="45412" y="28907"/>
                </a:cubicBezTo>
                <a:lnTo>
                  <a:pt x="45412" y="28907"/>
                </a:lnTo>
                <a:cubicBezTo>
                  <a:pt x="45260" y="29272"/>
                  <a:pt x="45564" y="30001"/>
                  <a:pt x="45351" y="30700"/>
                </a:cubicBezTo>
                <a:cubicBezTo>
                  <a:pt x="45384" y="30601"/>
                  <a:pt x="45472" y="30501"/>
                  <a:pt x="45550" y="30501"/>
                </a:cubicBezTo>
                <a:cubicBezTo>
                  <a:pt x="45614" y="30501"/>
                  <a:pt x="45671" y="30569"/>
                  <a:pt x="45685" y="30761"/>
                </a:cubicBezTo>
                <a:cubicBezTo>
                  <a:pt x="45624" y="31004"/>
                  <a:pt x="45564" y="31217"/>
                  <a:pt x="45564" y="31460"/>
                </a:cubicBezTo>
                <a:cubicBezTo>
                  <a:pt x="45442" y="31460"/>
                  <a:pt x="45320" y="31400"/>
                  <a:pt x="45229" y="31369"/>
                </a:cubicBezTo>
                <a:lnTo>
                  <a:pt x="45229" y="31369"/>
                </a:lnTo>
                <a:cubicBezTo>
                  <a:pt x="45320" y="31582"/>
                  <a:pt x="45564" y="31521"/>
                  <a:pt x="45503" y="31673"/>
                </a:cubicBezTo>
                <a:cubicBezTo>
                  <a:pt x="45491" y="31685"/>
                  <a:pt x="45474" y="31690"/>
                  <a:pt x="45455" y="31690"/>
                </a:cubicBezTo>
                <a:cubicBezTo>
                  <a:pt x="45375" y="31690"/>
                  <a:pt x="45248" y="31606"/>
                  <a:pt x="45199" y="31582"/>
                </a:cubicBezTo>
                <a:lnTo>
                  <a:pt x="45199" y="31582"/>
                </a:lnTo>
                <a:cubicBezTo>
                  <a:pt x="45229" y="31673"/>
                  <a:pt x="45108" y="31734"/>
                  <a:pt x="45260" y="31764"/>
                </a:cubicBezTo>
                <a:cubicBezTo>
                  <a:pt x="45305" y="31749"/>
                  <a:pt x="45351" y="31742"/>
                  <a:pt x="45396" y="31742"/>
                </a:cubicBezTo>
                <a:cubicBezTo>
                  <a:pt x="45442" y="31742"/>
                  <a:pt x="45488" y="31749"/>
                  <a:pt x="45533" y="31764"/>
                </a:cubicBezTo>
                <a:cubicBezTo>
                  <a:pt x="45503" y="32099"/>
                  <a:pt x="45412" y="32403"/>
                  <a:pt x="45260" y="32707"/>
                </a:cubicBezTo>
                <a:cubicBezTo>
                  <a:pt x="45260" y="32707"/>
                  <a:pt x="45320" y="32859"/>
                  <a:pt x="45381" y="33011"/>
                </a:cubicBezTo>
                <a:lnTo>
                  <a:pt x="45472" y="33345"/>
                </a:lnTo>
                <a:cubicBezTo>
                  <a:pt x="45229" y="34500"/>
                  <a:pt x="44895" y="35625"/>
                  <a:pt x="44439" y="36749"/>
                </a:cubicBezTo>
                <a:cubicBezTo>
                  <a:pt x="44105" y="37509"/>
                  <a:pt x="43740" y="38239"/>
                  <a:pt x="43314" y="38968"/>
                </a:cubicBezTo>
                <a:cubicBezTo>
                  <a:pt x="42858" y="39698"/>
                  <a:pt x="42342" y="40397"/>
                  <a:pt x="41764" y="41065"/>
                </a:cubicBezTo>
                <a:cubicBezTo>
                  <a:pt x="41187" y="41704"/>
                  <a:pt x="40579" y="42281"/>
                  <a:pt x="39910" y="42798"/>
                </a:cubicBezTo>
                <a:cubicBezTo>
                  <a:pt x="39241" y="43284"/>
                  <a:pt x="38542" y="43710"/>
                  <a:pt x="37843" y="44075"/>
                </a:cubicBezTo>
                <a:cubicBezTo>
                  <a:pt x="36749" y="44652"/>
                  <a:pt x="35624" y="45078"/>
                  <a:pt x="34439" y="45321"/>
                </a:cubicBezTo>
                <a:lnTo>
                  <a:pt x="34530" y="45260"/>
                </a:lnTo>
                <a:lnTo>
                  <a:pt x="34530" y="45260"/>
                </a:lnTo>
                <a:cubicBezTo>
                  <a:pt x="33358" y="45573"/>
                  <a:pt x="32163" y="45729"/>
                  <a:pt x="30965" y="45729"/>
                </a:cubicBezTo>
                <a:cubicBezTo>
                  <a:pt x="30765" y="45729"/>
                  <a:pt x="30565" y="45725"/>
                  <a:pt x="30366" y="45716"/>
                </a:cubicBezTo>
                <a:cubicBezTo>
                  <a:pt x="28572" y="45686"/>
                  <a:pt x="26809" y="45382"/>
                  <a:pt x="25138" y="44834"/>
                </a:cubicBezTo>
                <a:cubicBezTo>
                  <a:pt x="23405" y="44257"/>
                  <a:pt x="21794" y="43467"/>
                  <a:pt x="20274" y="42494"/>
                </a:cubicBezTo>
                <a:cubicBezTo>
                  <a:pt x="19028" y="41673"/>
                  <a:pt x="17873" y="40731"/>
                  <a:pt x="16870" y="39667"/>
                </a:cubicBezTo>
                <a:cubicBezTo>
                  <a:pt x="16688" y="39272"/>
                  <a:pt x="16505" y="38877"/>
                  <a:pt x="16262" y="38512"/>
                </a:cubicBezTo>
                <a:cubicBezTo>
                  <a:pt x="16049" y="38178"/>
                  <a:pt x="15837" y="37813"/>
                  <a:pt x="15654" y="37418"/>
                </a:cubicBezTo>
                <a:lnTo>
                  <a:pt x="15654" y="37418"/>
                </a:lnTo>
                <a:cubicBezTo>
                  <a:pt x="15719" y="37645"/>
                  <a:pt x="15672" y="37742"/>
                  <a:pt x="15590" y="37742"/>
                </a:cubicBezTo>
                <a:cubicBezTo>
                  <a:pt x="15519" y="37742"/>
                  <a:pt x="15421" y="37667"/>
                  <a:pt x="15350" y="37540"/>
                </a:cubicBezTo>
                <a:cubicBezTo>
                  <a:pt x="15046" y="37023"/>
                  <a:pt x="14925" y="36749"/>
                  <a:pt x="14834" y="36597"/>
                </a:cubicBezTo>
                <a:cubicBezTo>
                  <a:pt x="14742" y="36445"/>
                  <a:pt x="14712" y="36445"/>
                  <a:pt x="14651" y="36445"/>
                </a:cubicBezTo>
                <a:cubicBezTo>
                  <a:pt x="14621" y="36445"/>
                  <a:pt x="14560" y="36445"/>
                  <a:pt x="14469" y="36293"/>
                </a:cubicBezTo>
                <a:cubicBezTo>
                  <a:pt x="14378" y="36202"/>
                  <a:pt x="14317" y="36081"/>
                  <a:pt x="14226" y="35989"/>
                </a:cubicBezTo>
                <a:cubicBezTo>
                  <a:pt x="14165" y="35807"/>
                  <a:pt x="14043" y="35594"/>
                  <a:pt x="13922" y="35321"/>
                </a:cubicBezTo>
                <a:cubicBezTo>
                  <a:pt x="13861" y="35169"/>
                  <a:pt x="13770" y="34956"/>
                  <a:pt x="13648" y="34743"/>
                </a:cubicBezTo>
                <a:cubicBezTo>
                  <a:pt x="13557" y="34530"/>
                  <a:pt x="13496" y="34257"/>
                  <a:pt x="13405" y="33983"/>
                </a:cubicBezTo>
                <a:cubicBezTo>
                  <a:pt x="13192" y="33345"/>
                  <a:pt x="13010" y="32676"/>
                  <a:pt x="12888" y="32007"/>
                </a:cubicBezTo>
                <a:cubicBezTo>
                  <a:pt x="12311" y="28694"/>
                  <a:pt x="12645" y="25290"/>
                  <a:pt x="13891" y="22129"/>
                </a:cubicBezTo>
                <a:cubicBezTo>
                  <a:pt x="14134" y="21551"/>
                  <a:pt x="14408" y="20974"/>
                  <a:pt x="14712" y="20427"/>
                </a:cubicBezTo>
                <a:cubicBezTo>
                  <a:pt x="14864" y="20184"/>
                  <a:pt x="14985" y="19971"/>
                  <a:pt x="15107" y="19788"/>
                </a:cubicBezTo>
                <a:cubicBezTo>
                  <a:pt x="15229" y="19576"/>
                  <a:pt x="15320" y="19454"/>
                  <a:pt x="15411" y="19302"/>
                </a:cubicBezTo>
                <a:cubicBezTo>
                  <a:pt x="15502" y="18968"/>
                  <a:pt x="15624" y="18633"/>
                  <a:pt x="15806" y="18299"/>
                </a:cubicBezTo>
                <a:cubicBezTo>
                  <a:pt x="15989" y="17995"/>
                  <a:pt x="16201" y="17691"/>
                  <a:pt x="16414" y="17357"/>
                </a:cubicBezTo>
                <a:cubicBezTo>
                  <a:pt x="16627" y="17053"/>
                  <a:pt x="16870" y="16840"/>
                  <a:pt x="17083" y="16567"/>
                </a:cubicBezTo>
                <a:cubicBezTo>
                  <a:pt x="17296" y="16323"/>
                  <a:pt x="17508" y="16080"/>
                  <a:pt x="17660" y="15807"/>
                </a:cubicBezTo>
                <a:lnTo>
                  <a:pt x="17660" y="15959"/>
                </a:lnTo>
                <a:cubicBezTo>
                  <a:pt x="17843" y="15776"/>
                  <a:pt x="18025" y="15594"/>
                  <a:pt x="18207" y="15442"/>
                </a:cubicBezTo>
                <a:cubicBezTo>
                  <a:pt x="18511" y="15199"/>
                  <a:pt x="18815" y="14956"/>
                  <a:pt x="19150" y="14743"/>
                </a:cubicBezTo>
                <a:cubicBezTo>
                  <a:pt x="20031" y="14196"/>
                  <a:pt x="20973" y="13740"/>
                  <a:pt x="21977" y="13436"/>
                </a:cubicBezTo>
                <a:cubicBezTo>
                  <a:pt x="24165" y="12676"/>
                  <a:pt x="26749" y="12615"/>
                  <a:pt x="27600" y="12524"/>
                </a:cubicBezTo>
                <a:lnTo>
                  <a:pt x="27387" y="12463"/>
                </a:lnTo>
                <a:cubicBezTo>
                  <a:pt x="27602" y="12406"/>
                  <a:pt x="27824" y="12375"/>
                  <a:pt x="28047" y="12375"/>
                </a:cubicBezTo>
                <a:cubicBezTo>
                  <a:pt x="28295" y="12375"/>
                  <a:pt x="28544" y="12413"/>
                  <a:pt x="28785" y="12493"/>
                </a:cubicBezTo>
                <a:cubicBezTo>
                  <a:pt x="29119" y="12676"/>
                  <a:pt x="29515" y="12828"/>
                  <a:pt x="29910" y="12919"/>
                </a:cubicBezTo>
                <a:cubicBezTo>
                  <a:pt x="29800" y="12450"/>
                  <a:pt x="30939" y="12307"/>
                  <a:pt x="31538" y="12307"/>
                </a:cubicBezTo>
                <a:close/>
                <a:moveTo>
                  <a:pt x="8610" y="48991"/>
                </a:moveTo>
                <a:cubicBezTo>
                  <a:pt x="8637" y="49032"/>
                  <a:pt x="8666" y="49068"/>
                  <a:pt x="8694" y="49090"/>
                </a:cubicBezTo>
                <a:cubicBezTo>
                  <a:pt x="8666" y="49057"/>
                  <a:pt x="8638" y="49024"/>
                  <a:pt x="8610" y="48991"/>
                </a:cubicBezTo>
                <a:close/>
                <a:moveTo>
                  <a:pt x="35749" y="56859"/>
                </a:moveTo>
                <a:cubicBezTo>
                  <a:pt x="35728" y="56863"/>
                  <a:pt x="35706" y="56867"/>
                  <a:pt x="35685" y="56871"/>
                </a:cubicBezTo>
                <a:cubicBezTo>
                  <a:pt x="35692" y="56874"/>
                  <a:pt x="35698" y="56876"/>
                  <a:pt x="35705" y="56876"/>
                </a:cubicBezTo>
                <a:cubicBezTo>
                  <a:pt x="35719" y="56876"/>
                  <a:pt x="35734" y="56870"/>
                  <a:pt x="35749" y="56859"/>
                </a:cubicBezTo>
                <a:close/>
                <a:moveTo>
                  <a:pt x="23988" y="5"/>
                </a:moveTo>
                <a:cubicBezTo>
                  <a:pt x="24089" y="101"/>
                  <a:pt x="21300" y="439"/>
                  <a:pt x="18481" y="1399"/>
                </a:cubicBezTo>
                <a:cubicBezTo>
                  <a:pt x="17144" y="1855"/>
                  <a:pt x="15837" y="2402"/>
                  <a:pt x="14560" y="3071"/>
                </a:cubicBezTo>
                <a:cubicBezTo>
                  <a:pt x="13526" y="3618"/>
                  <a:pt x="12827" y="4074"/>
                  <a:pt x="12767" y="4074"/>
                </a:cubicBezTo>
                <a:lnTo>
                  <a:pt x="12888" y="4560"/>
                </a:lnTo>
                <a:cubicBezTo>
                  <a:pt x="11916" y="5199"/>
                  <a:pt x="11703" y="5199"/>
                  <a:pt x="11520" y="5199"/>
                </a:cubicBezTo>
                <a:cubicBezTo>
                  <a:pt x="11479" y="5193"/>
                  <a:pt x="11438" y="5187"/>
                  <a:pt x="11394" y="5187"/>
                </a:cubicBezTo>
                <a:cubicBezTo>
                  <a:pt x="11212" y="5187"/>
                  <a:pt x="10964" y="5287"/>
                  <a:pt x="10305" y="5898"/>
                </a:cubicBezTo>
                <a:cubicBezTo>
                  <a:pt x="10213" y="6232"/>
                  <a:pt x="10031" y="6506"/>
                  <a:pt x="9757" y="6749"/>
                </a:cubicBezTo>
                <a:cubicBezTo>
                  <a:pt x="9484" y="7022"/>
                  <a:pt x="9180" y="7326"/>
                  <a:pt x="8815" y="7630"/>
                </a:cubicBezTo>
                <a:cubicBezTo>
                  <a:pt x="8116" y="8208"/>
                  <a:pt x="7508" y="8816"/>
                  <a:pt x="7387" y="9211"/>
                </a:cubicBezTo>
                <a:cubicBezTo>
                  <a:pt x="7386" y="9210"/>
                  <a:pt x="7385" y="9210"/>
                  <a:pt x="7384" y="9210"/>
                </a:cubicBezTo>
                <a:cubicBezTo>
                  <a:pt x="7336" y="9210"/>
                  <a:pt x="6791" y="9816"/>
                  <a:pt x="6612" y="9816"/>
                </a:cubicBezTo>
                <a:cubicBezTo>
                  <a:pt x="6591" y="9816"/>
                  <a:pt x="6575" y="9807"/>
                  <a:pt x="6566" y="9788"/>
                </a:cubicBezTo>
                <a:lnTo>
                  <a:pt x="6566" y="9788"/>
                </a:lnTo>
                <a:cubicBezTo>
                  <a:pt x="6657" y="10275"/>
                  <a:pt x="5988" y="10700"/>
                  <a:pt x="5715" y="11278"/>
                </a:cubicBezTo>
                <a:cubicBezTo>
                  <a:pt x="5699" y="11341"/>
                  <a:pt x="5704" y="11365"/>
                  <a:pt x="5723" y="11365"/>
                </a:cubicBezTo>
                <a:cubicBezTo>
                  <a:pt x="5777" y="11365"/>
                  <a:pt x="5945" y="11171"/>
                  <a:pt x="6080" y="11126"/>
                </a:cubicBezTo>
                <a:lnTo>
                  <a:pt x="6080" y="11126"/>
                </a:lnTo>
                <a:lnTo>
                  <a:pt x="5715" y="11764"/>
                </a:lnTo>
                <a:lnTo>
                  <a:pt x="5380" y="12402"/>
                </a:lnTo>
                <a:cubicBezTo>
                  <a:pt x="5210" y="12602"/>
                  <a:pt x="5059" y="12708"/>
                  <a:pt x="4975" y="12708"/>
                </a:cubicBezTo>
                <a:cubicBezTo>
                  <a:pt x="4879" y="12708"/>
                  <a:pt x="4870" y="12571"/>
                  <a:pt x="5016" y="12281"/>
                </a:cubicBezTo>
                <a:lnTo>
                  <a:pt x="5016" y="12281"/>
                </a:lnTo>
                <a:cubicBezTo>
                  <a:pt x="4043" y="13709"/>
                  <a:pt x="3253" y="15199"/>
                  <a:pt x="2584" y="16779"/>
                </a:cubicBezTo>
                <a:cubicBezTo>
                  <a:pt x="2098" y="17904"/>
                  <a:pt x="1672" y="19089"/>
                  <a:pt x="1307" y="20275"/>
                </a:cubicBezTo>
                <a:cubicBezTo>
                  <a:pt x="1155" y="20913"/>
                  <a:pt x="973" y="21551"/>
                  <a:pt x="821" y="22220"/>
                </a:cubicBezTo>
                <a:cubicBezTo>
                  <a:pt x="669" y="22858"/>
                  <a:pt x="578" y="23527"/>
                  <a:pt x="426" y="24226"/>
                </a:cubicBezTo>
                <a:cubicBezTo>
                  <a:pt x="61" y="26779"/>
                  <a:pt x="0" y="29393"/>
                  <a:pt x="244" y="32007"/>
                </a:cubicBezTo>
                <a:cubicBezTo>
                  <a:pt x="426" y="33740"/>
                  <a:pt x="760" y="35473"/>
                  <a:pt x="1277" y="37144"/>
                </a:cubicBezTo>
                <a:cubicBezTo>
                  <a:pt x="1368" y="36567"/>
                  <a:pt x="943" y="35381"/>
                  <a:pt x="1277" y="34834"/>
                </a:cubicBezTo>
                <a:lnTo>
                  <a:pt x="1277" y="34834"/>
                </a:lnTo>
                <a:cubicBezTo>
                  <a:pt x="1763" y="35807"/>
                  <a:pt x="1520" y="36384"/>
                  <a:pt x="1915" y="36749"/>
                </a:cubicBezTo>
                <a:cubicBezTo>
                  <a:pt x="1672" y="37023"/>
                  <a:pt x="1794" y="37600"/>
                  <a:pt x="1946" y="38239"/>
                </a:cubicBezTo>
                <a:cubicBezTo>
                  <a:pt x="2098" y="38847"/>
                  <a:pt x="2341" y="39515"/>
                  <a:pt x="2159" y="40032"/>
                </a:cubicBezTo>
                <a:lnTo>
                  <a:pt x="2614" y="40184"/>
                </a:lnTo>
                <a:lnTo>
                  <a:pt x="2614" y="40761"/>
                </a:lnTo>
                <a:cubicBezTo>
                  <a:pt x="3192" y="41825"/>
                  <a:pt x="3557" y="42403"/>
                  <a:pt x="3769" y="42737"/>
                </a:cubicBezTo>
                <a:cubicBezTo>
                  <a:pt x="3952" y="43072"/>
                  <a:pt x="4013" y="43163"/>
                  <a:pt x="4073" y="43254"/>
                </a:cubicBezTo>
                <a:cubicBezTo>
                  <a:pt x="4408" y="44014"/>
                  <a:pt x="4803" y="44743"/>
                  <a:pt x="5259" y="45442"/>
                </a:cubicBezTo>
                <a:cubicBezTo>
                  <a:pt x="5836" y="46263"/>
                  <a:pt x="6505" y="46962"/>
                  <a:pt x="7235" y="47631"/>
                </a:cubicBezTo>
                <a:cubicBezTo>
                  <a:pt x="7720" y="48031"/>
                  <a:pt x="8179" y="48484"/>
                  <a:pt x="8610" y="48991"/>
                </a:cubicBezTo>
                <a:lnTo>
                  <a:pt x="8610" y="48991"/>
                </a:lnTo>
                <a:cubicBezTo>
                  <a:pt x="8527" y="48862"/>
                  <a:pt x="8469" y="48675"/>
                  <a:pt x="8578" y="48675"/>
                </a:cubicBezTo>
                <a:cubicBezTo>
                  <a:pt x="8627" y="48675"/>
                  <a:pt x="8712" y="48714"/>
                  <a:pt x="8846" y="48816"/>
                </a:cubicBezTo>
                <a:cubicBezTo>
                  <a:pt x="8694" y="49120"/>
                  <a:pt x="10183" y="49789"/>
                  <a:pt x="10153" y="50245"/>
                </a:cubicBezTo>
                <a:cubicBezTo>
                  <a:pt x="10528" y="50550"/>
                  <a:pt x="11500" y="51380"/>
                  <a:pt x="11813" y="51380"/>
                </a:cubicBezTo>
                <a:cubicBezTo>
                  <a:pt x="11899" y="51380"/>
                  <a:pt x="11935" y="51317"/>
                  <a:pt x="11896" y="51163"/>
                </a:cubicBezTo>
                <a:lnTo>
                  <a:pt x="11896" y="51163"/>
                </a:lnTo>
                <a:cubicBezTo>
                  <a:pt x="12024" y="51532"/>
                  <a:pt x="12907" y="52271"/>
                  <a:pt x="12700" y="52271"/>
                </a:cubicBezTo>
                <a:cubicBezTo>
                  <a:pt x="12656" y="52271"/>
                  <a:pt x="12563" y="52238"/>
                  <a:pt x="12402" y="52160"/>
                </a:cubicBezTo>
                <a:lnTo>
                  <a:pt x="12402" y="52160"/>
                </a:lnTo>
                <a:cubicBezTo>
                  <a:pt x="12797" y="52525"/>
                  <a:pt x="13223" y="52829"/>
                  <a:pt x="13678" y="53072"/>
                </a:cubicBezTo>
                <a:lnTo>
                  <a:pt x="13131" y="52555"/>
                </a:lnTo>
                <a:lnTo>
                  <a:pt x="13131" y="52555"/>
                </a:lnTo>
                <a:lnTo>
                  <a:pt x="15137" y="53923"/>
                </a:lnTo>
                <a:cubicBezTo>
                  <a:pt x="15654" y="54318"/>
                  <a:pt x="16262" y="54591"/>
                  <a:pt x="16900" y="54683"/>
                </a:cubicBezTo>
                <a:lnTo>
                  <a:pt x="16323" y="54196"/>
                </a:lnTo>
                <a:lnTo>
                  <a:pt x="16323" y="54196"/>
                </a:lnTo>
                <a:cubicBezTo>
                  <a:pt x="17387" y="54713"/>
                  <a:pt x="18238" y="55139"/>
                  <a:pt x="18511" y="55686"/>
                </a:cubicBezTo>
                <a:lnTo>
                  <a:pt x="17934" y="55503"/>
                </a:lnTo>
                <a:cubicBezTo>
                  <a:pt x="17630" y="55412"/>
                  <a:pt x="17356" y="55291"/>
                  <a:pt x="17356" y="55291"/>
                </a:cubicBezTo>
                <a:lnTo>
                  <a:pt x="17356" y="55291"/>
                </a:lnTo>
                <a:cubicBezTo>
                  <a:pt x="18755" y="56050"/>
                  <a:pt x="20274" y="56537"/>
                  <a:pt x="21855" y="56810"/>
                </a:cubicBezTo>
                <a:lnTo>
                  <a:pt x="21308" y="56628"/>
                </a:lnTo>
                <a:lnTo>
                  <a:pt x="21308" y="56628"/>
                </a:lnTo>
                <a:cubicBezTo>
                  <a:pt x="22341" y="56780"/>
                  <a:pt x="25502" y="57479"/>
                  <a:pt x="28633" y="57509"/>
                </a:cubicBezTo>
                <a:cubicBezTo>
                  <a:pt x="28746" y="57514"/>
                  <a:pt x="28859" y="57516"/>
                  <a:pt x="28972" y="57516"/>
                </a:cubicBezTo>
                <a:cubicBezTo>
                  <a:pt x="29649" y="57516"/>
                  <a:pt x="30322" y="57449"/>
                  <a:pt x="30974" y="57449"/>
                </a:cubicBezTo>
                <a:cubicBezTo>
                  <a:pt x="31734" y="57418"/>
                  <a:pt x="32433" y="57266"/>
                  <a:pt x="33071" y="57175"/>
                </a:cubicBezTo>
                <a:cubicBezTo>
                  <a:pt x="34013" y="57054"/>
                  <a:pt x="34895" y="56810"/>
                  <a:pt x="35776" y="56476"/>
                </a:cubicBezTo>
                <a:lnTo>
                  <a:pt x="35320" y="56385"/>
                </a:lnTo>
                <a:lnTo>
                  <a:pt x="34895" y="56263"/>
                </a:lnTo>
                <a:lnTo>
                  <a:pt x="35655" y="56020"/>
                </a:lnTo>
                <a:lnTo>
                  <a:pt x="36392" y="55725"/>
                </a:lnTo>
                <a:lnTo>
                  <a:pt x="36392" y="55725"/>
                </a:lnTo>
                <a:cubicBezTo>
                  <a:pt x="36225" y="55827"/>
                  <a:pt x="35935" y="56723"/>
                  <a:pt x="35749" y="56859"/>
                </a:cubicBezTo>
                <a:lnTo>
                  <a:pt x="35749" y="56859"/>
                </a:lnTo>
                <a:cubicBezTo>
                  <a:pt x="37308" y="56556"/>
                  <a:pt x="38867" y="56134"/>
                  <a:pt x="40366" y="55564"/>
                </a:cubicBezTo>
                <a:cubicBezTo>
                  <a:pt x="42737" y="54683"/>
                  <a:pt x="44986" y="53467"/>
                  <a:pt x="47023" y="51947"/>
                </a:cubicBezTo>
                <a:cubicBezTo>
                  <a:pt x="49059" y="50397"/>
                  <a:pt x="50852" y="48573"/>
                  <a:pt x="52342" y="46506"/>
                </a:cubicBezTo>
                <a:cubicBezTo>
                  <a:pt x="53254" y="45230"/>
                  <a:pt x="54105" y="43892"/>
                  <a:pt x="54865" y="42524"/>
                </a:cubicBezTo>
                <a:cubicBezTo>
                  <a:pt x="55096" y="42163"/>
                  <a:pt x="55237" y="42040"/>
                  <a:pt x="55324" y="42040"/>
                </a:cubicBezTo>
                <a:cubicBezTo>
                  <a:pt x="55500" y="42040"/>
                  <a:pt x="55452" y="42544"/>
                  <a:pt x="55473" y="42585"/>
                </a:cubicBezTo>
                <a:cubicBezTo>
                  <a:pt x="56020" y="41065"/>
                  <a:pt x="55442" y="41825"/>
                  <a:pt x="55989" y="40579"/>
                </a:cubicBezTo>
                <a:cubicBezTo>
                  <a:pt x="56031" y="40510"/>
                  <a:pt x="56064" y="40482"/>
                  <a:pt x="56091" y="40482"/>
                </a:cubicBezTo>
                <a:cubicBezTo>
                  <a:pt x="56182" y="40482"/>
                  <a:pt x="56195" y="40810"/>
                  <a:pt x="56172" y="40974"/>
                </a:cubicBezTo>
                <a:cubicBezTo>
                  <a:pt x="56384" y="40397"/>
                  <a:pt x="56628" y="39910"/>
                  <a:pt x="56506" y="39819"/>
                </a:cubicBezTo>
                <a:lnTo>
                  <a:pt x="56506" y="39819"/>
                </a:lnTo>
                <a:cubicBezTo>
                  <a:pt x="56334" y="40135"/>
                  <a:pt x="56182" y="40200"/>
                  <a:pt x="56032" y="40200"/>
                </a:cubicBezTo>
                <a:cubicBezTo>
                  <a:pt x="55925" y="40200"/>
                  <a:pt x="55820" y="40167"/>
                  <a:pt x="55708" y="40167"/>
                </a:cubicBezTo>
                <a:cubicBezTo>
                  <a:pt x="55642" y="40167"/>
                  <a:pt x="55574" y="40179"/>
                  <a:pt x="55503" y="40214"/>
                </a:cubicBezTo>
                <a:lnTo>
                  <a:pt x="56080" y="38664"/>
                </a:lnTo>
                <a:cubicBezTo>
                  <a:pt x="56141" y="38786"/>
                  <a:pt x="56141" y="38938"/>
                  <a:pt x="56080" y="39090"/>
                </a:cubicBezTo>
                <a:cubicBezTo>
                  <a:pt x="56141" y="38968"/>
                  <a:pt x="56263" y="38877"/>
                  <a:pt x="56293" y="38786"/>
                </a:cubicBezTo>
                <a:cubicBezTo>
                  <a:pt x="56324" y="38695"/>
                  <a:pt x="56324" y="38603"/>
                  <a:pt x="56293" y="38512"/>
                </a:cubicBezTo>
                <a:cubicBezTo>
                  <a:pt x="56395" y="38512"/>
                  <a:pt x="56482" y="38580"/>
                  <a:pt x="56575" y="38580"/>
                </a:cubicBezTo>
                <a:cubicBezTo>
                  <a:pt x="56621" y="38580"/>
                  <a:pt x="56668" y="38563"/>
                  <a:pt x="56719" y="38512"/>
                </a:cubicBezTo>
                <a:cubicBezTo>
                  <a:pt x="56688" y="38299"/>
                  <a:pt x="56476" y="37995"/>
                  <a:pt x="56719" y="37843"/>
                </a:cubicBezTo>
                <a:lnTo>
                  <a:pt x="56780" y="37843"/>
                </a:lnTo>
                <a:cubicBezTo>
                  <a:pt x="57236" y="37479"/>
                  <a:pt x="56567" y="36992"/>
                  <a:pt x="56992" y="36658"/>
                </a:cubicBezTo>
                <a:lnTo>
                  <a:pt x="56992" y="36658"/>
                </a:lnTo>
                <a:lnTo>
                  <a:pt x="57053" y="36719"/>
                </a:lnTo>
                <a:cubicBezTo>
                  <a:pt x="57266" y="36628"/>
                  <a:pt x="57114" y="36263"/>
                  <a:pt x="57387" y="36020"/>
                </a:cubicBezTo>
                <a:lnTo>
                  <a:pt x="57387" y="36020"/>
                </a:lnTo>
                <a:cubicBezTo>
                  <a:pt x="57348" y="36046"/>
                  <a:pt x="57280" y="36067"/>
                  <a:pt x="57218" y="36067"/>
                </a:cubicBezTo>
                <a:cubicBezTo>
                  <a:pt x="57137" y="36067"/>
                  <a:pt x="57066" y="36032"/>
                  <a:pt x="57084" y="35929"/>
                </a:cubicBezTo>
                <a:cubicBezTo>
                  <a:pt x="57327" y="35655"/>
                  <a:pt x="57205" y="35381"/>
                  <a:pt x="57509" y="35199"/>
                </a:cubicBezTo>
                <a:lnTo>
                  <a:pt x="57266" y="34925"/>
                </a:lnTo>
                <a:cubicBezTo>
                  <a:pt x="57357" y="34470"/>
                  <a:pt x="57448" y="34014"/>
                  <a:pt x="57479" y="33558"/>
                </a:cubicBezTo>
                <a:cubicBezTo>
                  <a:pt x="57570" y="32889"/>
                  <a:pt x="57631" y="32251"/>
                  <a:pt x="57631" y="31582"/>
                </a:cubicBezTo>
                <a:cubicBezTo>
                  <a:pt x="57631" y="30883"/>
                  <a:pt x="57661" y="30184"/>
                  <a:pt x="57631" y="29606"/>
                </a:cubicBezTo>
                <a:cubicBezTo>
                  <a:pt x="57600" y="28998"/>
                  <a:pt x="57570" y="28512"/>
                  <a:pt x="57539" y="28238"/>
                </a:cubicBezTo>
                <a:lnTo>
                  <a:pt x="57539" y="28238"/>
                </a:lnTo>
                <a:lnTo>
                  <a:pt x="57600" y="28299"/>
                </a:lnTo>
                <a:cubicBezTo>
                  <a:pt x="57570" y="27874"/>
                  <a:pt x="57539" y="27327"/>
                  <a:pt x="57479" y="26749"/>
                </a:cubicBezTo>
                <a:cubicBezTo>
                  <a:pt x="57387" y="26141"/>
                  <a:pt x="57357" y="25503"/>
                  <a:pt x="57236" y="24865"/>
                </a:cubicBezTo>
                <a:cubicBezTo>
                  <a:pt x="57144" y="24226"/>
                  <a:pt x="56992" y="23618"/>
                  <a:pt x="56871" y="23041"/>
                </a:cubicBezTo>
                <a:cubicBezTo>
                  <a:pt x="56719" y="22524"/>
                  <a:pt x="56536" y="22038"/>
                  <a:pt x="56324" y="21551"/>
                </a:cubicBezTo>
                <a:cubicBezTo>
                  <a:pt x="56536" y="21217"/>
                  <a:pt x="56415" y="20883"/>
                  <a:pt x="56415" y="20579"/>
                </a:cubicBezTo>
                <a:lnTo>
                  <a:pt x="56415" y="20579"/>
                </a:lnTo>
                <a:cubicBezTo>
                  <a:pt x="56365" y="20679"/>
                  <a:pt x="56278" y="20724"/>
                  <a:pt x="56209" y="20724"/>
                </a:cubicBezTo>
                <a:cubicBezTo>
                  <a:pt x="56154" y="20724"/>
                  <a:pt x="56111" y="20694"/>
                  <a:pt x="56111" y="20640"/>
                </a:cubicBezTo>
                <a:cubicBezTo>
                  <a:pt x="56017" y="20278"/>
                  <a:pt x="55965" y="20235"/>
                  <a:pt x="55904" y="20235"/>
                </a:cubicBezTo>
                <a:cubicBezTo>
                  <a:pt x="55885" y="20235"/>
                  <a:pt x="55865" y="20239"/>
                  <a:pt x="55843" y="20239"/>
                </a:cubicBezTo>
                <a:cubicBezTo>
                  <a:pt x="55776" y="20239"/>
                  <a:pt x="55687" y="20200"/>
                  <a:pt x="55533" y="19880"/>
                </a:cubicBezTo>
                <a:cubicBezTo>
                  <a:pt x="55351" y="19515"/>
                  <a:pt x="55229" y="19150"/>
                  <a:pt x="55108" y="18785"/>
                </a:cubicBezTo>
                <a:cubicBezTo>
                  <a:pt x="54956" y="18329"/>
                  <a:pt x="54773" y="17782"/>
                  <a:pt x="54591" y="17205"/>
                </a:cubicBezTo>
                <a:cubicBezTo>
                  <a:pt x="54530" y="16931"/>
                  <a:pt x="54439" y="16658"/>
                  <a:pt x="54348" y="16384"/>
                </a:cubicBezTo>
                <a:cubicBezTo>
                  <a:pt x="54287" y="16111"/>
                  <a:pt x="54196" y="15867"/>
                  <a:pt x="54105" y="15624"/>
                </a:cubicBezTo>
                <a:cubicBezTo>
                  <a:pt x="54014" y="15290"/>
                  <a:pt x="53922" y="15016"/>
                  <a:pt x="53862" y="14804"/>
                </a:cubicBezTo>
                <a:cubicBezTo>
                  <a:pt x="53862" y="14773"/>
                  <a:pt x="53862" y="14743"/>
                  <a:pt x="53862" y="14712"/>
                </a:cubicBezTo>
                <a:cubicBezTo>
                  <a:pt x="53862" y="14652"/>
                  <a:pt x="53831" y="14591"/>
                  <a:pt x="53831" y="14560"/>
                </a:cubicBezTo>
                <a:cubicBezTo>
                  <a:pt x="53770" y="14348"/>
                  <a:pt x="53679" y="14165"/>
                  <a:pt x="53618" y="14013"/>
                </a:cubicBezTo>
                <a:cubicBezTo>
                  <a:pt x="53436" y="13618"/>
                  <a:pt x="53193" y="13223"/>
                  <a:pt x="52950" y="12828"/>
                </a:cubicBezTo>
                <a:lnTo>
                  <a:pt x="52950" y="12828"/>
                </a:lnTo>
                <a:cubicBezTo>
                  <a:pt x="53071" y="13345"/>
                  <a:pt x="53254" y="13861"/>
                  <a:pt x="53497" y="14348"/>
                </a:cubicBezTo>
                <a:cubicBezTo>
                  <a:pt x="53254" y="14074"/>
                  <a:pt x="53162" y="13740"/>
                  <a:pt x="52919" y="13497"/>
                </a:cubicBezTo>
                <a:lnTo>
                  <a:pt x="52828" y="13405"/>
                </a:lnTo>
                <a:lnTo>
                  <a:pt x="52889" y="13405"/>
                </a:lnTo>
                <a:cubicBezTo>
                  <a:pt x="52737" y="13223"/>
                  <a:pt x="52615" y="13010"/>
                  <a:pt x="52524" y="12797"/>
                </a:cubicBezTo>
                <a:lnTo>
                  <a:pt x="52342" y="12402"/>
                </a:lnTo>
                <a:cubicBezTo>
                  <a:pt x="52345" y="12396"/>
                  <a:pt x="52351" y="12394"/>
                  <a:pt x="52359" y="12394"/>
                </a:cubicBezTo>
                <a:cubicBezTo>
                  <a:pt x="52436" y="12394"/>
                  <a:pt x="52730" y="12633"/>
                  <a:pt x="52950" y="12797"/>
                </a:cubicBezTo>
                <a:cubicBezTo>
                  <a:pt x="52707" y="12433"/>
                  <a:pt x="52463" y="12038"/>
                  <a:pt x="52281" y="11642"/>
                </a:cubicBezTo>
                <a:cubicBezTo>
                  <a:pt x="52247" y="11623"/>
                  <a:pt x="52224" y="11614"/>
                  <a:pt x="52209" y="11614"/>
                </a:cubicBezTo>
                <a:cubicBezTo>
                  <a:pt x="52132" y="11614"/>
                  <a:pt x="52291" y="11854"/>
                  <a:pt x="52342" y="12007"/>
                </a:cubicBezTo>
                <a:cubicBezTo>
                  <a:pt x="52220" y="11886"/>
                  <a:pt x="52068" y="11734"/>
                  <a:pt x="51886" y="11582"/>
                </a:cubicBezTo>
                <a:cubicBezTo>
                  <a:pt x="51521" y="10913"/>
                  <a:pt x="51126" y="10244"/>
                  <a:pt x="50913" y="10092"/>
                </a:cubicBezTo>
                <a:lnTo>
                  <a:pt x="50913" y="10183"/>
                </a:lnTo>
                <a:cubicBezTo>
                  <a:pt x="50396" y="9940"/>
                  <a:pt x="50822" y="9727"/>
                  <a:pt x="50700" y="9332"/>
                </a:cubicBezTo>
                <a:lnTo>
                  <a:pt x="50700" y="9332"/>
                </a:lnTo>
                <a:cubicBezTo>
                  <a:pt x="50609" y="9393"/>
                  <a:pt x="50548" y="9424"/>
                  <a:pt x="50457" y="9454"/>
                </a:cubicBezTo>
                <a:cubicBezTo>
                  <a:pt x="50336" y="9272"/>
                  <a:pt x="50214" y="9120"/>
                  <a:pt x="50062" y="8968"/>
                </a:cubicBezTo>
                <a:cubicBezTo>
                  <a:pt x="48998" y="7813"/>
                  <a:pt x="47813" y="6749"/>
                  <a:pt x="46536" y="5837"/>
                </a:cubicBezTo>
                <a:lnTo>
                  <a:pt x="46627" y="5320"/>
                </a:lnTo>
                <a:lnTo>
                  <a:pt x="46506" y="5320"/>
                </a:lnTo>
                <a:lnTo>
                  <a:pt x="46232" y="5594"/>
                </a:lnTo>
                <a:cubicBezTo>
                  <a:pt x="44591" y="4378"/>
                  <a:pt x="42798" y="3375"/>
                  <a:pt x="40883" y="2615"/>
                </a:cubicBezTo>
                <a:cubicBezTo>
                  <a:pt x="39272" y="1916"/>
                  <a:pt x="37570" y="1399"/>
                  <a:pt x="35837" y="1004"/>
                </a:cubicBezTo>
                <a:cubicBezTo>
                  <a:pt x="34986" y="791"/>
                  <a:pt x="34165" y="670"/>
                  <a:pt x="33314" y="518"/>
                </a:cubicBezTo>
                <a:cubicBezTo>
                  <a:pt x="32463" y="366"/>
                  <a:pt x="31582" y="274"/>
                  <a:pt x="30700" y="244"/>
                </a:cubicBezTo>
                <a:cubicBezTo>
                  <a:pt x="30548" y="122"/>
                  <a:pt x="30761" y="122"/>
                  <a:pt x="30943" y="92"/>
                </a:cubicBezTo>
                <a:cubicBezTo>
                  <a:pt x="30181" y="70"/>
                  <a:pt x="29446" y="52"/>
                  <a:pt x="28724" y="52"/>
                </a:cubicBezTo>
                <a:cubicBezTo>
                  <a:pt x="27432" y="52"/>
                  <a:pt x="26182" y="110"/>
                  <a:pt x="24894" y="305"/>
                </a:cubicBezTo>
                <a:cubicBezTo>
                  <a:pt x="24562" y="275"/>
                  <a:pt x="24260" y="185"/>
                  <a:pt x="23988" y="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1"/>
          <p:cNvSpPr/>
          <p:nvPr/>
        </p:nvSpPr>
        <p:spPr>
          <a:xfrm>
            <a:off x="4525799" y="3142025"/>
            <a:ext cx="339341" cy="338482"/>
          </a:xfrm>
          <a:custGeom>
            <a:rect b="b" l="l" r="r" t="t"/>
            <a:pathLst>
              <a:path extrusionOk="0" h="57516" w="57662">
                <a:moveTo>
                  <a:pt x="23983" y="1"/>
                </a:moveTo>
                <a:lnTo>
                  <a:pt x="23983" y="1"/>
                </a:lnTo>
                <a:cubicBezTo>
                  <a:pt x="23985" y="2"/>
                  <a:pt x="23986" y="3"/>
                  <a:pt x="23988" y="5"/>
                </a:cubicBezTo>
                <a:lnTo>
                  <a:pt x="23988" y="5"/>
                </a:lnTo>
                <a:cubicBezTo>
                  <a:pt x="23987" y="3"/>
                  <a:pt x="23985" y="2"/>
                  <a:pt x="23983" y="1"/>
                </a:cubicBezTo>
                <a:close/>
                <a:moveTo>
                  <a:pt x="40828" y="17959"/>
                </a:moveTo>
                <a:cubicBezTo>
                  <a:pt x="40826" y="17960"/>
                  <a:pt x="40824" y="17962"/>
                  <a:pt x="40822" y="17965"/>
                </a:cubicBezTo>
                <a:cubicBezTo>
                  <a:pt x="40824" y="17963"/>
                  <a:pt x="40826" y="17961"/>
                  <a:pt x="40828" y="17959"/>
                </a:cubicBezTo>
                <a:close/>
                <a:moveTo>
                  <a:pt x="43740" y="22554"/>
                </a:moveTo>
                <a:lnTo>
                  <a:pt x="43740" y="22554"/>
                </a:lnTo>
                <a:cubicBezTo>
                  <a:pt x="44013" y="22615"/>
                  <a:pt x="43709" y="22767"/>
                  <a:pt x="43983" y="22767"/>
                </a:cubicBezTo>
                <a:cubicBezTo>
                  <a:pt x="43922" y="22767"/>
                  <a:pt x="43861" y="22798"/>
                  <a:pt x="43801" y="22828"/>
                </a:cubicBezTo>
                <a:lnTo>
                  <a:pt x="43679" y="22615"/>
                </a:lnTo>
                <a:lnTo>
                  <a:pt x="43740" y="22554"/>
                </a:lnTo>
                <a:close/>
                <a:moveTo>
                  <a:pt x="31538" y="12307"/>
                </a:moveTo>
                <a:cubicBezTo>
                  <a:pt x="31599" y="12307"/>
                  <a:pt x="31655" y="12308"/>
                  <a:pt x="31703" y="12311"/>
                </a:cubicBezTo>
                <a:lnTo>
                  <a:pt x="31673" y="12433"/>
                </a:lnTo>
                <a:cubicBezTo>
                  <a:pt x="32493" y="12463"/>
                  <a:pt x="34378" y="12402"/>
                  <a:pt x="35624" y="12737"/>
                </a:cubicBezTo>
                <a:lnTo>
                  <a:pt x="35472" y="12980"/>
                </a:lnTo>
                <a:cubicBezTo>
                  <a:pt x="35807" y="13010"/>
                  <a:pt x="36111" y="13041"/>
                  <a:pt x="36414" y="13132"/>
                </a:cubicBezTo>
                <a:cubicBezTo>
                  <a:pt x="36749" y="13223"/>
                  <a:pt x="37083" y="13345"/>
                  <a:pt x="37418" y="13497"/>
                </a:cubicBezTo>
                <a:cubicBezTo>
                  <a:pt x="37752" y="13618"/>
                  <a:pt x="38056" y="13770"/>
                  <a:pt x="38299" y="13892"/>
                </a:cubicBezTo>
                <a:cubicBezTo>
                  <a:pt x="38573" y="14044"/>
                  <a:pt x="38785" y="14165"/>
                  <a:pt x="38937" y="14226"/>
                </a:cubicBezTo>
                <a:cubicBezTo>
                  <a:pt x="38937" y="14287"/>
                  <a:pt x="38968" y="14317"/>
                  <a:pt x="38968" y="14348"/>
                </a:cubicBezTo>
                <a:cubicBezTo>
                  <a:pt x="38968" y="14317"/>
                  <a:pt x="38968" y="14317"/>
                  <a:pt x="38998" y="14287"/>
                </a:cubicBezTo>
                <a:lnTo>
                  <a:pt x="39059" y="14317"/>
                </a:lnTo>
                <a:lnTo>
                  <a:pt x="38968" y="14348"/>
                </a:lnTo>
                <a:cubicBezTo>
                  <a:pt x="38998" y="14408"/>
                  <a:pt x="39028" y="14500"/>
                  <a:pt x="38998" y="14560"/>
                </a:cubicBezTo>
                <a:cubicBezTo>
                  <a:pt x="39089" y="14500"/>
                  <a:pt x="39059" y="14469"/>
                  <a:pt x="39089" y="14408"/>
                </a:cubicBezTo>
                <a:lnTo>
                  <a:pt x="39150" y="14408"/>
                </a:lnTo>
                <a:lnTo>
                  <a:pt x="39393" y="14591"/>
                </a:lnTo>
                <a:cubicBezTo>
                  <a:pt x="39332" y="14682"/>
                  <a:pt x="39180" y="14804"/>
                  <a:pt x="39241" y="14895"/>
                </a:cubicBezTo>
                <a:cubicBezTo>
                  <a:pt x="39484" y="15259"/>
                  <a:pt x="39697" y="15655"/>
                  <a:pt x="39910" y="16050"/>
                </a:cubicBezTo>
                <a:cubicBezTo>
                  <a:pt x="40123" y="16415"/>
                  <a:pt x="40366" y="16779"/>
                  <a:pt x="40609" y="17114"/>
                </a:cubicBezTo>
                <a:cubicBezTo>
                  <a:pt x="40548" y="17174"/>
                  <a:pt x="40548" y="17174"/>
                  <a:pt x="40487" y="17174"/>
                </a:cubicBezTo>
                <a:cubicBezTo>
                  <a:pt x="40731" y="17326"/>
                  <a:pt x="40852" y="17509"/>
                  <a:pt x="41065" y="17630"/>
                </a:cubicBezTo>
                <a:cubicBezTo>
                  <a:pt x="41006" y="17749"/>
                  <a:pt x="40917" y="17868"/>
                  <a:pt x="40828" y="17959"/>
                </a:cubicBezTo>
                <a:lnTo>
                  <a:pt x="40828" y="17959"/>
                </a:lnTo>
                <a:cubicBezTo>
                  <a:pt x="40835" y="17953"/>
                  <a:pt x="40844" y="17950"/>
                  <a:pt x="40854" y="17950"/>
                </a:cubicBezTo>
                <a:cubicBezTo>
                  <a:pt x="41046" y="17950"/>
                  <a:pt x="41758" y="18911"/>
                  <a:pt x="41673" y="18968"/>
                </a:cubicBezTo>
                <a:lnTo>
                  <a:pt x="42098" y="18755"/>
                </a:lnTo>
                <a:lnTo>
                  <a:pt x="42098" y="18755"/>
                </a:lnTo>
                <a:cubicBezTo>
                  <a:pt x="42250" y="18998"/>
                  <a:pt x="41673" y="19089"/>
                  <a:pt x="41886" y="19241"/>
                </a:cubicBezTo>
                <a:cubicBezTo>
                  <a:pt x="41989" y="19202"/>
                  <a:pt x="42062" y="19186"/>
                  <a:pt x="42114" y="19186"/>
                </a:cubicBezTo>
                <a:cubicBezTo>
                  <a:pt x="42358" y="19186"/>
                  <a:pt x="42113" y="19554"/>
                  <a:pt x="42310" y="19554"/>
                </a:cubicBezTo>
                <a:cubicBezTo>
                  <a:pt x="42327" y="19554"/>
                  <a:pt x="42347" y="19551"/>
                  <a:pt x="42372" y="19545"/>
                </a:cubicBezTo>
                <a:lnTo>
                  <a:pt x="42372" y="19545"/>
                </a:lnTo>
                <a:cubicBezTo>
                  <a:pt x="42342" y="19576"/>
                  <a:pt x="42372" y="19667"/>
                  <a:pt x="42190" y="19758"/>
                </a:cubicBezTo>
                <a:cubicBezTo>
                  <a:pt x="42272" y="19728"/>
                  <a:pt x="42321" y="19717"/>
                  <a:pt x="42350" y="19717"/>
                </a:cubicBezTo>
                <a:cubicBezTo>
                  <a:pt x="42440" y="19717"/>
                  <a:pt x="42341" y="19826"/>
                  <a:pt x="42433" y="19849"/>
                </a:cubicBezTo>
                <a:cubicBezTo>
                  <a:pt x="42449" y="19853"/>
                  <a:pt x="42463" y="19855"/>
                  <a:pt x="42475" y="19855"/>
                </a:cubicBezTo>
                <a:cubicBezTo>
                  <a:pt x="42548" y="19855"/>
                  <a:pt x="42536" y="19780"/>
                  <a:pt x="42615" y="19728"/>
                </a:cubicBezTo>
                <a:lnTo>
                  <a:pt x="42798" y="19819"/>
                </a:lnTo>
                <a:cubicBezTo>
                  <a:pt x="42745" y="19924"/>
                  <a:pt x="42577" y="20007"/>
                  <a:pt x="42494" y="20007"/>
                </a:cubicBezTo>
                <a:cubicBezTo>
                  <a:pt x="42482" y="20007"/>
                  <a:pt x="42471" y="20005"/>
                  <a:pt x="42463" y="20001"/>
                </a:cubicBezTo>
                <a:lnTo>
                  <a:pt x="42463" y="20001"/>
                </a:lnTo>
                <a:cubicBezTo>
                  <a:pt x="42494" y="20244"/>
                  <a:pt x="42706" y="20852"/>
                  <a:pt x="42858" y="21521"/>
                </a:cubicBezTo>
                <a:cubicBezTo>
                  <a:pt x="42919" y="21825"/>
                  <a:pt x="43010" y="22129"/>
                  <a:pt x="43102" y="22402"/>
                </a:cubicBezTo>
                <a:cubicBezTo>
                  <a:pt x="43132" y="22615"/>
                  <a:pt x="43223" y="22828"/>
                  <a:pt x="43314" y="22980"/>
                </a:cubicBezTo>
                <a:cubicBezTo>
                  <a:pt x="43557" y="22889"/>
                  <a:pt x="43405" y="22798"/>
                  <a:pt x="43649" y="22646"/>
                </a:cubicBezTo>
                <a:cubicBezTo>
                  <a:pt x="43679" y="22737"/>
                  <a:pt x="43709" y="22828"/>
                  <a:pt x="43709" y="22919"/>
                </a:cubicBezTo>
                <a:cubicBezTo>
                  <a:pt x="43588" y="23041"/>
                  <a:pt x="43770" y="23162"/>
                  <a:pt x="43314" y="23375"/>
                </a:cubicBezTo>
                <a:lnTo>
                  <a:pt x="43709" y="23314"/>
                </a:lnTo>
                <a:lnTo>
                  <a:pt x="43497" y="23436"/>
                </a:lnTo>
                <a:cubicBezTo>
                  <a:pt x="44013" y="23861"/>
                  <a:pt x="43740" y="23497"/>
                  <a:pt x="43770" y="24013"/>
                </a:cubicBezTo>
                <a:cubicBezTo>
                  <a:pt x="43801" y="24105"/>
                  <a:pt x="43892" y="24165"/>
                  <a:pt x="43983" y="24196"/>
                </a:cubicBezTo>
                <a:cubicBezTo>
                  <a:pt x="43953" y="24287"/>
                  <a:pt x="43953" y="24378"/>
                  <a:pt x="43983" y="24439"/>
                </a:cubicBezTo>
                <a:cubicBezTo>
                  <a:pt x="44226" y="24865"/>
                  <a:pt x="44652" y="25351"/>
                  <a:pt x="44743" y="25928"/>
                </a:cubicBezTo>
                <a:lnTo>
                  <a:pt x="44712" y="25928"/>
                </a:lnTo>
                <a:lnTo>
                  <a:pt x="44561" y="25776"/>
                </a:lnTo>
                <a:lnTo>
                  <a:pt x="44561" y="25776"/>
                </a:lnTo>
                <a:cubicBezTo>
                  <a:pt x="44561" y="25928"/>
                  <a:pt x="44621" y="26050"/>
                  <a:pt x="44712" y="26172"/>
                </a:cubicBezTo>
                <a:cubicBezTo>
                  <a:pt x="44743" y="26475"/>
                  <a:pt x="44804" y="26779"/>
                  <a:pt x="44925" y="27083"/>
                </a:cubicBezTo>
                <a:cubicBezTo>
                  <a:pt x="44986" y="27296"/>
                  <a:pt x="45077" y="27479"/>
                  <a:pt x="45199" y="27691"/>
                </a:cubicBezTo>
                <a:cubicBezTo>
                  <a:pt x="45472" y="28056"/>
                  <a:pt x="45564" y="28542"/>
                  <a:pt x="45533" y="28998"/>
                </a:cubicBezTo>
                <a:cubicBezTo>
                  <a:pt x="45472" y="28968"/>
                  <a:pt x="45442" y="28938"/>
                  <a:pt x="45412" y="28907"/>
                </a:cubicBezTo>
                <a:lnTo>
                  <a:pt x="45412" y="28907"/>
                </a:lnTo>
                <a:cubicBezTo>
                  <a:pt x="45260" y="29272"/>
                  <a:pt x="45564" y="30001"/>
                  <a:pt x="45351" y="30700"/>
                </a:cubicBezTo>
                <a:cubicBezTo>
                  <a:pt x="45384" y="30601"/>
                  <a:pt x="45472" y="30501"/>
                  <a:pt x="45550" y="30501"/>
                </a:cubicBezTo>
                <a:cubicBezTo>
                  <a:pt x="45614" y="30501"/>
                  <a:pt x="45671" y="30569"/>
                  <a:pt x="45685" y="30761"/>
                </a:cubicBezTo>
                <a:cubicBezTo>
                  <a:pt x="45624" y="31004"/>
                  <a:pt x="45564" y="31217"/>
                  <a:pt x="45564" y="31460"/>
                </a:cubicBezTo>
                <a:cubicBezTo>
                  <a:pt x="45442" y="31460"/>
                  <a:pt x="45320" y="31400"/>
                  <a:pt x="45229" y="31369"/>
                </a:cubicBezTo>
                <a:lnTo>
                  <a:pt x="45229" y="31369"/>
                </a:lnTo>
                <a:cubicBezTo>
                  <a:pt x="45320" y="31582"/>
                  <a:pt x="45564" y="31521"/>
                  <a:pt x="45503" y="31673"/>
                </a:cubicBezTo>
                <a:cubicBezTo>
                  <a:pt x="45491" y="31685"/>
                  <a:pt x="45474" y="31690"/>
                  <a:pt x="45455" y="31690"/>
                </a:cubicBezTo>
                <a:cubicBezTo>
                  <a:pt x="45375" y="31690"/>
                  <a:pt x="45248" y="31606"/>
                  <a:pt x="45199" y="31582"/>
                </a:cubicBezTo>
                <a:lnTo>
                  <a:pt x="45199" y="31582"/>
                </a:lnTo>
                <a:cubicBezTo>
                  <a:pt x="45229" y="31673"/>
                  <a:pt x="45108" y="31734"/>
                  <a:pt x="45260" y="31764"/>
                </a:cubicBezTo>
                <a:cubicBezTo>
                  <a:pt x="45305" y="31749"/>
                  <a:pt x="45351" y="31742"/>
                  <a:pt x="45396" y="31742"/>
                </a:cubicBezTo>
                <a:cubicBezTo>
                  <a:pt x="45442" y="31742"/>
                  <a:pt x="45488" y="31749"/>
                  <a:pt x="45533" y="31764"/>
                </a:cubicBezTo>
                <a:cubicBezTo>
                  <a:pt x="45503" y="32099"/>
                  <a:pt x="45412" y="32403"/>
                  <a:pt x="45260" y="32707"/>
                </a:cubicBezTo>
                <a:cubicBezTo>
                  <a:pt x="45260" y="32707"/>
                  <a:pt x="45320" y="32859"/>
                  <a:pt x="45381" y="33011"/>
                </a:cubicBezTo>
                <a:lnTo>
                  <a:pt x="45472" y="33345"/>
                </a:lnTo>
                <a:cubicBezTo>
                  <a:pt x="45229" y="34500"/>
                  <a:pt x="44895" y="35625"/>
                  <a:pt x="44439" y="36749"/>
                </a:cubicBezTo>
                <a:cubicBezTo>
                  <a:pt x="44105" y="37509"/>
                  <a:pt x="43740" y="38239"/>
                  <a:pt x="43314" y="38968"/>
                </a:cubicBezTo>
                <a:cubicBezTo>
                  <a:pt x="42858" y="39698"/>
                  <a:pt x="42342" y="40397"/>
                  <a:pt x="41764" y="41065"/>
                </a:cubicBezTo>
                <a:cubicBezTo>
                  <a:pt x="41187" y="41704"/>
                  <a:pt x="40579" y="42281"/>
                  <a:pt x="39910" y="42798"/>
                </a:cubicBezTo>
                <a:cubicBezTo>
                  <a:pt x="39241" y="43284"/>
                  <a:pt x="38542" y="43710"/>
                  <a:pt x="37843" y="44075"/>
                </a:cubicBezTo>
                <a:cubicBezTo>
                  <a:pt x="36749" y="44652"/>
                  <a:pt x="35624" y="45078"/>
                  <a:pt x="34439" y="45321"/>
                </a:cubicBezTo>
                <a:lnTo>
                  <a:pt x="34530" y="45260"/>
                </a:lnTo>
                <a:lnTo>
                  <a:pt x="34530" y="45260"/>
                </a:lnTo>
                <a:cubicBezTo>
                  <a:pt x="33358" y="45573"/>
                  <a:pt x="32163" y="45729"/>
                  <a:pt x="30965" y="45729"/>
                </a:cubicBezTo>
                <a:cubicBezTo>
                  <a:pt x="30765" y="45729"/>
                  <a:pt x="30565" y="45725"/>
                  <a:pt x="30366" y="45716"/>
                </a:cubicBezTo>
                <a:cubicBezTo>
                  <a:pt x="28572" y="45686"/>
                  <a:pt x="26809" y="45382"/>
                  <a:pt x="25138" y="44834"/>
                </a:cubicBezTo>
                <a:cubicBezTo>
                  <a:pt x="23405" y="44257"/>
                  <a:pt x="21794" y="43467"/>
                  <a:pt x="20274" y="42494"/>
                </a:cubicBezTo>
                <a:cubicBezTo>
                  <a:pt x="19028" y="41673"/>
                  <a:pt x="17873" y="40731"/>
                  <a:pt x="16870" y="39667"/>
                </a:cubicBezTo>
                <a:cubicBezTo>
                  <a:pt x="16688" y="39272"/>
                  <a:pt x="16505" y="38877"/>
                  <a:pt x="16262" y="38512"/>
                </a:cubicBezTo>
                <a:cubicBezTo>
                  <a:pt x="16049" y="38178"/>
                  <a:pt x="15837" y="37813"/>
                  <a:pt x="15654" y="37418"/>
                </a:cubicBezTo>
                <a:lnTo>
                  <a:pt x="15654" y="37418"/>
                </a:lnTo>
                <a:cubicBezTo>
                  <a:pt x="15719" y="37645"/>
                  <a:pt x="15672" y="37742"/>
                  <a:pt x="15590" y="37742"/>
                </a:cubicBezTo>
                <a:cubicBezTo>
                  <a:pt x="15519" y="37742"/>
                  <a:pt x="15421" y="37667"/>
                  <a:pt x="15350" y="37540"/>
                </a:cubicBezTo>
                <a:cubicBezTo>
                  <a:pt x="15046" y="37023"/>
                  <a:pt x="14925" y="36749"/>
                  <a:pt x="14834" y="36597"/>
                </a:cubicBezTo>
                <a:cubicBezTo>
                  <a:pt x="14742" y="36445"/>
                  <a:pt x="14712" y="36445"/>
                  <a:pt x="14651" y="36445"/>
                </a:cubicBezTo>
                <a:cubicBezTo>
                  <a:pt x="14621" y="36445"/>
                  <a:pt x="14560" y="36445"/>
                  <a:pt x="14469" y="36293"/>
                </a:cubicBezTo>
                <a:cubicBezTo>
                  <a:pt x="14378" y="36202"/>
                  <a:pt x="14317" y="36081"/>
                  <a:pt x="14226" y="35989"/>
                </a:cubicBezTo>
                <a:cubicBezTo>
                  <a:pt x="14165" y="35807"/>
                  <a:pt x="14043" y="35594"/>
                  <a:pt x="13922" y="35321"/>
                </a:cubicBezTo>
                <a:cubicBezTo>
                  <a:pt x="13861" y="35169"/>
                  <a:pt x="13770" y="34956"/>
                  <a:pt x="13648" y="34743"/>
                </a:cubicBezTo>
                <a:cubicBezTo>
                  <a:pt x="13557" y="34530"/>
                  <a:pt x="13496" y="34257"/>
                  <a:pt x="13405" y="33983"/>
                </a:cubicBezTo>
                <a:cubicBezTo>
                  <a:pt x="13192" y="33345"/>
                  <a:pt x="13010" y="32676"/>
                  <a:pt x="12888" y="32007"/>
                </a:cubicBezTo>
                <a:cubicBezTo>
                  <a:pt x="12311" y="28694"/>
                  <a:pt x="12645" y="25290"/>
                  <a:pt x="13891" y="22129"/>
                </a:cubicBezTo>
                <a:cubicBezTo>
                  <a:pt x="14134" y="21551"/>
                  <a:pt x="14408" y="20974"/>
                  <a:pt x="14712" y="20427"/>
                </a:cubicBezTo>
                <a:cubicBezTo>
                  <a:pt x="14864" y="20184"/>
                  <a:pt x="14985" y="19971"/>
                  <a:pt x="15107" y="19788"/>
                </a:cubicBezTo>
                <a:cubicBezTo>
                  <a:pt x="15229" y="19576"/>
                  <a:pt x="15320" y="19454"/>
                  <a:pt x="15411" y="19302"/>
                </a:cubicBezTo>
                <a:cubicBezTo>
                  <a:pt x="15502" y="18968"/>
                  <a:pt x="15624" y="18633"/>
                  <a:pt x="15806" y="18299"/>
                </a:cubicBezTo>
                <a:cubicBezTo>
                  <a:pt x="15989" y="17995"/>
                  <a:pt x="16201" y="17691"/>
                  <a:pt x="16414" y="17357"/>
                </a:cubicBezTo>
                <a:cubicBezTo>
                  <a:pt x="16627" y="17053"/>
                  <a:pt x="16870" y="16840"/>
                  <a:pt x="17083" y="16567"/>
                </a:cubicBezTo>
                <a:cubicBezTo>
                  <a:pt x="17296" y="16323"/>
                  <a:pt x="17508" y="16080"/>
                  <a:pt x="17660" y="15807"/>
                </a:cubicBezTo>
                <a:lnTo>
                  <a:pt x="17660" y="15959"/>
                </a:lnTo>
                <a:cubicBezTo>
                  <a:pt x="17843" y="15776"/>
                  <a:pt x="18025" y="15594"/>
                  <a:pt x="18207" y="15442"/>
                </a:cubicBezTo>
                <a:cubicBezTo>
                  <a:pt x="18511" y="15199"/>
                  <a:pt x="18815" y="14956"/>
                  <a:pt x="19150" y="14743"/>
                </a:cubicBezTo>
                <a:cubicBezTo>
                  <a:pt x="20031" y="14196"/>
                  <a:pt x="20973" y="13740"/>
                  <a:pt x="21977" y="13436"/>
                </a:cubicBezTo>
                <a:cubicBezTo>
                  <a:pt x="24165" y="12676"/>
                  <a:pt x="26749" y="12615"/>
                  <a:pt x="27600" y="12524"/>
                </a:cubicBezTo>
                <a:lnTo>
                  <a:pt x="27387" y="12463"/>
                </a:lnTo>
                <a:cubicBezTo>
                  <a:pt x="27602" y="12406"/>
                  <a:pt x="27824" y="12375"/>
                  <a:pt x="28047" y="12375"/>
                </a:cubicBezTo>
                <a:cubicBezTo>
                  <a:pt x="28295" y="12375"/>
                  <a:pt x="28544" y="12413"/>
                  <a:pt x="28785" y="12493"/>
                </a:cubicBezTo>
                <a:cubicBezTo>
                  <a:pt x="29119" y="12676"/>
                  <a:pt x="29515" y="12828"/>
                  <a:pt x="29910" y="12919"/>
                </a:cubicBezTo>
                <a:cubicBezTo>
                  <a:pt x="29800" y="12450"/>
                  <a:pt x="30939" y="12307"/>
                  <a:pt x="31538" y="12307"/>
                </a:cubicBezTo>
                <a:close/>
                <a:moveTo>
                  <a:pt x="8610" y="48991"/>
                </a:moveTo>
                <a:cubicBezTo>
                  <a:pt x="8637" y="49032"/>
                  <a:pt x="8666" y="49068"/>
                  <a:pt x="8694" y="49090"/>
                </a:cubicBezTo>
                <a:cubicBezTo>
                  <a:pt x="8666" y="49057"/>
                  <a:pt x="8638" y="49024"/>
                  <a:pt x="8610" y="48991"/>
                </a:cubicBezTo>
                <a:close/>
                <a:moveTo>
                  <a:pt x="35749" y="56859"/>
                </a:moveTo>
                <a:cubicBezTo>
                  <a:pt x="35728" y="56863"/>
                  <a:pt x="35706" y="56867"/>
                  <a:pt x="35685" y="56871"/>
                </a:cubicBezTo>
                <a:cubicBezTo>
                  <a:pt x="35692" y="56874"/>
                  <a:pt x="35698" y="56876"/>
                  <a:pt x="35705" y="56876"/>
                </a:cubicBezTo>
                <a:cubicBezTo>
                  <a:pt x="35719" y="56876"/>
                  <a:pt x="35734" y="56870"/>
                  <a:pt x="35749" y="56859"/>
                </a:cubicBezTo>
                <a:close/>
                <a:moveTo>
                  <a:pt x="23988" y="5"/>
                </a:moveTo>
                <a:cubicBezTo>
                  <a:pt x="24089" y="101"/>
                  <a:pt x="21300" y="439"/>
                  <a:pt x="18481" y="1399"/>
                </a:cubicBezTo>
                <a:cubicBezTo>
                  <a:pt x="17144" y="1855"/>
                  <a:pt x="15837" y="2402"/>
                  <a:pt x="14560" y="3071"/>
                </a:cubicBezTo>
                <a:cubicBezTo>
                  <a:pt x="13526" y="3618"/>
                  <a:pt x="12827" y="4074"/>
                  <a:pt x="12767" y="4074"/>
                </a:cubicBezTo>
                <a:lnTo>
                  <a:pt x="12888" y="4560"/>
                </a:lnTo>
                <a:cubicBezTo>
                  <a:pt x="11916" y="5199"/>
                  <a:pt x="11703" y="5199"/>
                  <a:pt x="11520" y="5199"/>
                </a:cubicBezTo>
                <a:cubicBezTo>
                  <a:pt x="11479" y="5193"/>
                  <a:pt x="11438" y="5187"/>
                  <a:pt x="11394" y="5187"/>
                </a:cubicBezTo>
                <a:cubicBezTo>
                  <a:pt x="11212" y="5187"/>
                  <a:pt x="10964" y="5287"/>
                  <a:pt x="10305" y="5898"/>
                </a:cubicBezTo>
                <a:cubicBezTo>
                  <a:pt x="10213" y="6232"/>
                  <a:pt x="10031" y="6506"/>
                  <a:pt x="9757" y="6749"/>
                </a:cubicBezTo>
                <a:cubicBezTo>
                  <a:pt x="9484" y="7022"/>
                  <a:pt x="9180" y="7326"/>
                  <a:pt x="8815" y="7630"/>
                </a:cubicBezTo>
                <a:cubicBezTo>
                  <a:pt x="8116" y="8208"/>
                  <a:pt x="7508" y="8816"/>
                  <a:pt x="7387" y="9211"/>
                </a:cubicBezTo>
                <a:cubicBezTo>
                  <a:pt x="7386" y="9210"/>
                  <a:pt x="7385" y="9210"/>
                  <a:pt x="7384" y="9210"/>
                </a:cubicBezTo>
                <a:cubicBezTo>
                  <a:pt x="7336" y="9210"/>
                  <a:pt x="6791" y="9816"/>
                  <a:pt x="6612" y="9816"/>
                </a:cubicBezTo>
                <a:cubicBezTo>
                  <a:pt x="6591" y="9816"/>
                  <a:pt x="6575" y="9807"/>
                  <a:pt x="6566" y="9788"/>
                </a:cubicBezTo>
                <a:lnTo>
                  <a:pt x="6566" y="9788"/>
                </a:lnTo>
                <a:cubicBezTo>
                  <a:pt x="6657" y="10275"/>
                  <a:pt x="5988" y="10700"/>
                  <a:pt x="5715" y="11278"/>
                </a:cubicBezTo>
                <a:cubicBezTo>
                  <a:pt x="5699" y="11341"/>
                  <a:pt x="5704" y="11365"/>
                  <a:pt x="5723" y="11365"/>
                </a:cubicBezTo>
                <a:cubicBezTo>
                  <a:pt x="5777" y="11365"/>
                  <a:pt x="5945" y="11171"/>
                  <a:pt x="6080" y="11126"/>
                </a:cubicBezTo>
                <a:lnTo>
                  <a:pt x="6080" y="11126"/>
                </a:lnTo>
                <a:lnTo>
                  <a:pt x="5715" y="11764"/>
                </a:lnTo>
                <a:lnTo>
                  <a:pt x="5380" y="12402"/>
                </a:lnTo>
                <a:cubicBezTo>
                  <a:pt x="5210" y="12602"/>
                  <a:pt x="5059" y="12708"/>
                  <a:pt x="4975" y="12708"/>
                </a:cubicBezTo>
                <a:cubicBezTo>
                  <a:pt x="4879" y="12708"/>
                  <a:pt x="4870" y="12571"/>
                  <a:pt x="5016" y="12281"/>
                </a:cubicBezTo>
                <a:lnTo>
                  <a:pt x="5016" y="12281"/>
                </a:lnTo>
                <a:cubicBezTo>
                  <a:pt x="4043" y="13709"/>
                  <a:pt x="3253" y="15199"/>
                  <a:pt x="2584" y="16779"/>
                </a:cubicBezTo>
                <a:cubicBezTo>
                  <a:pt x="2098" y="17904"/>
                  <a:pt x="1672" y="19089"/>
                  <a:pt x="1307" y="20275"/>
                </a:cubicBezTo>
                <a:cubicBezTo>
                  <a:pt x="1155" y="20913"/>
                  <a:pt x="973" y="21551"/>
                  <a:pt x="821" y="22220"/>
                </a:cubicBezTo>
                <a:cubicBezTo>
                  <a:pt x="669" y="22858"/>
                  <a:pt x="578" y="23527"/>
                  <a:pt x="426" y="24226"/>
                </a:cubicBezTo>
                <a:cubicBezTo>
                  <a:pt x="61" y="26779"/>
                  <a:pt x="0" y="29393"/>
                  <a:pt x="244" y="32007"/>
                </a:cubicBezTo>
                <a:cubicBezTo>
                  <a:pt x="426" y="33740"/>
                  <a:pt x="760" y="35473"/>
                  <a:pt x="1277" y="37144"/>
                </a:cubicBezTo>
                <a:cubicBezTo>
                  <a:pt x="1368" y="36567"/>
                  <a:pt x="943" y="35381"/>
                  <a:pt x="1277" y="34834"/>
                </a:cubicBezTo>
                <a:lnTo>
                  <a:pt x="1277" y="34834"/>
                </a:lnTo>
                <a:cubicBezTo>
                  <a:pt x="1763" y="35807"/>
                  <a:pt x="1520" y="36384"/>
                  <a:pt x="1915" y="36749"/>
                </a:cubicBezTo>
                <a:cubicBezTo>
                  <a:pt x="1672" y="37023"/>
                  <a:pt x="1794" y="37600"/>
                  <a:pt x="1946" y="38239"/>
                </a:cubicBezTo>
                <a:cubicBezTo>
                  <a:pt x="2098" y="38847"/>
                  <a:pt x="2341" y="39515"/>
                  <a:pt x="2159" y="40032"/>
                </a:cubicBezTo>
                <a:lnTo>
                  <a:pt x="2614" y="40184"/>
                </a:lnTo>
                <a:lnTo>
                  <a:pt x="2614" y="40761"/>
                </a:lnTo>
                <a:cubicBezTo>
                  <a:pt x="3192" y="41825"/>
                  <a:pt x="3557" y="42403"/>
                  <a:pt x="3769" y="42737"/>
                </a:cubicBezTo>
                <a:cubicBezTo>
                  <a:pt x="3952" y="43072"/>
                  <a:pt x="4013" y="43163"/>
                  <a:pt x="4073" y="43254"/>
                </a:cubicBezTo>
                <a:cubicBezTo>
                  <a:pt x="4408" y="44014"/>
                  <a:pt x="4803" y="44743"/>
                  <a:pt x="5259" y="45442"/>
                </a:cubicBezTo>
                <a:cubicBezTo>
                  <a:pt x="5836" y="46263"/>
                  <a:pt x="6505" y="46962"/>
                  <a:pt x="7235" y="47631"/>
                </a:cubicBezTo>
                <a:cubicBezTo>
                  <a:pt x="7720" y="48031"/>
                  <a:pt x="8179" y="48484"/>
                  <a:pt x="8610" y="48991"/>
                </a:cubicBezTo>
                <a:lnTo>
                  <a:pt x="8610" y="48991"/>
                </a:lnTo>
                <a:cubicBezTo>
                  <a:pt x="8527" y="48862"/>
                  <a:pt x="8469" y="48675"/>
                  <a:pt x="8578" y="48675"/>
                </a:cubicBezTo>
                <a:cubicBezTo>
                  <a:pt x="8627" y="48675"/>
                  <a:pt x="8712" y="48714"/>
                  <a:pt x="8846" y="48816"/>
                </a:cubicBezTo>
                <a:cubicBezTo>
                  <a:pt x="8694" y="49120"/>
                  <a:pt x="10183" y="49789"/>
                  <a:pt x="10153" y="50245"/>
                </a:cubicBezTo>
                <a:cubicBezTo>
                  <a:pt x="10528" y="50550"/>
                  <a:pt x="11500" y="51380"/>
                  <a:pt x="11813" y="51380"/>
                </a:cubicBezTo>
                <a:cubicBezTo>
                  <a:pt x="11899" y="51380"/>
                  <a:pt x="11935" y="51317"/>
                  <a:pt x="11896" y="51163"/>
                </a:cubicBezTo>
                <a:lnTo>
                  <a:pt x="11896" y="51163"/>
                </a:lnTo>
                <a:cubicBezTo>
                  <a:pt x="12024" y="51532"/>
                  <a:pt x="12907" y="52271"/>
                  <a:pt x="12700" y="52271"/>
                </a:cubicBezTo>
                <a:cubicBezTo>
                  <a:pt x="12656" y="52271"/>
                  <a:pt x="12563" y="52238"/>
                  <a:pt x="12402" y="52160"/>
                </a:cubicBezTo>
                <a:lnTo>
                  <a:pt x="12402" y="52160"/>
                </a:lnTo>
                <a:cubicBezTo>
                  <a:pt x="12797" y="52525"/>
                  <a:pt x="13223" y="52829"/>
                  <a:pt x="13678" y="53072"/>
                </a:cubicBezTo>
                <a:lnTo>
                  <a:pt x="13131" y="52555"/>
                </a:lnTo>
                <a:lnTo>
                  <a:pt x="13131" y="52555"/>
                </a:lnTo>
                <a:lnTo>
                  <a:pt x="15137" y="53923"/>
                </a:lnTo>
                <a:cubicBezTo>
                  <a:pt x="15654" y="54318"/>
                  <a:pt x="16262" y="54591"/>
                  <a:pt x="16900" y="54683"/>
                </a:cubicBezTo>
                <a:lnTo>
                  <a:pt x="16323" y="54196"/>
                </a:lnTo>
                <a:lnTo>
                  <a:pt x="16323" y="54196"/>
                </a:lnTo>
                <a:cubicBezTo>
                  <a:pt x="17387" y="54713"/>
                  <a:pt x="18238" y="55139"/>
                  <a:pt x="18511" y="55686"/>
                </a:cubicBezTo>
                <a:lnTo>
                  <a:pt x="17934" y="55503"/>
                </a:lnTo>
                <a:cubicBezTo>
                  <a:pt x="17630" y="55412"/>
                  <a:pt x="17356" y="55291"/>
                  <a:pt x="17356" y="55291"/>
                </a:cubicBezTo>
                <a:lnTo>
                  <a:pt x="17356" y="55291"/>
                </a:lnTo>
                <a:cubicBezTo>
                  <a:pt x="18755" y="56050"/>
                  <a:pt x="20274" y="56537"/>
                  <a:pt x="21855" y="56810"/>
                </a:cubicBezTo>
                <a:lnTo>
                  <a:pt x="21308" y="56628"/>
                </a:lnTo>
                <a:lnTo>
                  <a:pt x="21308" y="56628"/>
                </a:lnTo>
                <a:cubicBezTo>
                  <a:pt x="22341" y="56780"/>
                  <a:pt x="25502" y="57479"/>
                  <a:pt x="28633" y="57509"/>
                </a:cubicBezTo>
                <a:cubicBezTo>
                  <a:pt x="28746" y="57514"/>
                  <a:pt x="28859" y="57516"/>
                  <a:pt x="28972" y="57516"/>
                </a:cubicBezTo>
                <a:cubicBezTo>
                  <a:pt x="29649" y="57516"/>
                  <a:pt x="30322" y="57449"/>
                  <a:pt x="30974" y="57449"/>
                </a:cubicBezTo>
                <a:cubicBezTo>
                  <a:pt x="31734" y="57418"/>
                  <a:pt x="32433" y="57266"/>
                  <a:pt x="33071" y="57175"/>
                </a:cubicBezTo>
                <a:cubicBezTo>
                  <a:pt x="34013" y="57054"/>
                  <a:pt x="34895" y="56810"/>
                  <a:pt x="35776" y="56476"/>
                </a:cubicBezTo>
                <a:lnTo>
                  <a:pt x="35320" y="56385"/>
                </a:lnTo>
                <a:lnTo>
                  <a:pt x="34895" y="56263"/>
                </a:lnTo>
                <a:lnTo>
                  <a:pt x="35655" y="56020"/>
                </a:lnTo>
                <a:lnTo>
                  <a:pt x="36392" y="55725"/>
                </a:lnTo>
                <a:lnTo>
                  <a:pt x="36392" y="55725"/>
                </a:lnTo>
                <a:cubicBezTo>
                  <a:pt x="36225" y="55827"/>
                  <a:pt x="35935" y="56723"/>
                  <a:pt x="35749" y="56859"/>
                </a:cubicBezTo>
                <a:lnTo>
                  <a:pt x="35749" y="56859"/>
                </a:lnTo>
                <a:cubicBezTo>
                  <a:pt x="37308" y="56556"/>
                  <a:pt x="38867" y="56134"/>
                  <a:pt x="40366" y="55564"/>
                </a:cubicBezTo>
                <a:cubicBezTo>
                  <a:pt x="42737" y="54683"/>
                  <a:pt x="44986" y="53467"/>
                  <a:pt x="47023" y="51947"/>
                </a:cubicBezTo>
                <a:cubicBezTo>
                  <a:pt x="49059" y="50397"/>
                  <a:pt x="50852" y="48573"/>
                  <a:pt x="52342" y="46506"/>
                </a:cubicBezTo>
                <a:cubicBezTo>
                  <a:pt x="53254" y="45230"/>
                  <a:pt x="54105" y="43892"/>
                  <a:pt x="54865" y="42524"/>
                </a:cubicBezTo>
                <a:cubicBezTo>
                  <a:pt x="55096" y="42163"/>
                  <a:pt x="55237" y="42040"/>
                  <a:pt x="55324" y="42040"/>
                </a:cubicBezTo>
                <a:cubicBezTo>
                  <a:pt x="55500" y="42040"/>
                  <a:pt x="55452" y="42544"/>
                  <a:pt x="55473" y="42585"/>
                </a:cubicBezTo>
                <a:cubicBezTo>
                  <a:pt x="56020" y="41065"/>
                  <a:pt x="55442" y="41825"/>
                  <a:pt x="55989" y="40579"/>
                </a:cubicBezTo>
                <a:cubicBezTo>
                  <a:pt x="56031" y="40510"/>
                  <a:pt x="56064" y="40482"/>
                  <a:pt x="56091" y="40482"/>
                </a:cubicBezTo>
                <a:cubicBezTo>
                  <a:pt x="56182" y="40482"/>
                  <a:pt x="56195" y="40810"/>
                  <a:pt x="56172" y="40974"/>
                </a:cubicBezTo>
                <a:cubicBezTo>
                  <a:pt x="56384" y="40397"/>
                  <a:pt x="56628" y="39910"/>
                  <a:pt x="56506" y="39819"/>
                </a:cubicBezTo>
                <a:lnTo>
                  <a:pt x="56506" y="39819"/>
                </a:lnTo>
                <a:cubicBezTo>
                  <a:pt x="56334" y="40135"/>
                  <a:pt x="56182" y="40200"/>
                  <a:pt x="56032" y="40200"/>
                </a:cubicBezTo>
                <a:cubicBezTo>
                  <a:pt x="55925" y="40200"/>
                  <a:pt x="55820" y="40167"/>
                  <a:pt x="55708" y="40167"/>
                </a:cubicBezTo>
                <a:cubicBezTo>
                  <a:pt x="55642" y="40167"/>
                  <a:pt x="55574" y="40179"/>
                  <a:pt x="55503" y="40214"/>
                </a:cubicBezTo>
                <a:lnTo>
                  <a:pt x="56080" y="38664"/>
                </a:lnTo>
                <a:cubicBezTo>
                  <a:pt x="56141" y="38786"/>
                  <a:pt x="56141" y="38938"/>
                  <a:pt x="56080" y="39090"/>
                </a:cubicBezTo>
                <a:cubicBezTo>
                  <a:pt x="56141" y="38968"/>
                  <a:pt x="56263" y="38877"/>
                  <a:pt x="56293" y="38786"/>
                </a:cubicBezTo>
                <a:cubicBezTo>
                  <a:pt x="56324" y="38695"/>
                  <a:pt x="56324" y="38603"/>
                  <a:pt x="56293" y="38512"/>
                </a:cubicBezTo>
                <a:cubicBezTo>
                  <a:pt x="56395" y="38512"/>
                  <a:pt x="56482" y="38580"/>
                  <a:pt x="56575" y="38580"/>
                </a:cubicBezTo>
                <a:cubicBezTo>
                  <a:pt x="56621" y="38580"/>
                  <a:pt x="56668" y="38563"/>
                  <a:pt x="56719" y="38512"/>
                </a:cubicBezTo>
                <a:cubicBezTo>
                  <a:pt x="56688" y="38299"/>
                  <a:pt x="56476" y="37995"/>
                  <a:pt x="56719" y="37843"/>
                </a:cubicBezTo>
                <a:lnTo>
                  <a:pt x="56780" y="37843"/>
                </a:lnTo>
                <a:cubicBezTo>
                  <a:pt x="57236" y="37479"/>
                  <a:pt x="56567" y="36992"/>
                  <a:pt x="56992" y="36658"/>
                </a:cubicBezTo>
                <a:lnTo>
                  <a:pt x="56992" y="36658"/>
                </a:lnTo>
                <a:lnTo>
                  <a:pt x="57053" y="36719"/>
                </a:lnTo>
                <a:cubicBezTo>
                  <a:pt x="57266" y="36628"/>
                  <a:pt x="57114" y="36263"/>
                  <a:pt x="57387" y="36020"/>
                </a:cubicBezTo>
                <a:lnTo>
                  <a:pt x="57387" y="36020"/>
                </a:lnTo>
                <a:cubicBezTo>
                  <a:pt x="57348" y="36046"/>
                  <a:pt x="57280" y="36067"/>
                  <a:pt x="57218" y="36067"/>
                </a:cubicBezTo>
                <a:cubicBezTo>
                  <a:pt x="57137" y="36067"/>
                  <a:pt x="57066" y="36032"/>
                  <a:pt x="57084" y="35929"/>
                </a:cubicBezTo>
                <a:cubicBezTo>
                  <a:pt x="57327" y="35655"/>
                  <a:pt x="57205" y="35381"/>
                  <a:pt x="57509" y="35199"/>
                </a:cubicBezTo>
                <a:lnTo>
                  <a:pt x="57266" y="34925"/>
                </a:lnTo>
                <a:cubicBezTo>
                  <a:pt x="57357" y="34470"/>
                  <a:pt x="57448" y="34014"/>
                  <a:pt x="57479" y="33558"/>
                </a:cubicBezTo>
                <a:cubicBezTo>
                  <a:pt x="57570" y="32889"/>
                  <a:pt x="57631" y="32251"/>
                  <a:pt x="57631" y="31582"/>
                </a:cubicBezTo>
                <a:cubicBezTo>
                  <a:pt x="57631" y="30883"/>
                  <a:pt x="57661" y="30184"/>
                  <a:pt x="57631" y="29606"/>
                </a:cubicBezTo>
                <a:cubicBezTo>
                  <a:pt x="57600" y="28998"/>
                  <a:pt x="57570" y="28512"/>
                  <a:pt x="57539" y="28238"/>
                </a:cubicBezTo>
                <a:lnTo>
                  <a:pt x="57539" y="28238"/>
                </a:lnTo>
                <a:lnTo>
                  <a:pt x="57600" y="28299"/>
                </a:lnTo>
                <a:cubicBezTo>
                  <a:pt x="57570" y="27874"/>
                  <a:pt x="57539" y="27327"/>
                  <a:pt x="57479" y="26749"/>
                </a:cubicBezTo>
                <a:cubicBezTo>
                  <a:pt x="57387" y="26141"/>
                  <a:pt x="57357" y="25503"/>
                  <a:pt x="57236" y="24865"/>
                </a:cubicBezTo>
                <a:cubicBezTo>
                  <a:pt x="57144" y="24226"/>
                  <a:pt x="56992" y="23618"/>
                  <a:pt x="56871" y="23041"/>
                </a:cubicBezTo>
                <a:cubicBezTo>
                  <a:pt x="56719" y="22524"/>
                  <a:pt x="56536" y="22038"/>
                  <a:pt x="56324" y="21551"/>
                </a:cubicBezTo>
                <a:cubicBezTo>
                  <a:pt x="56536" y="21217"/>
                  <a:pt x="56415" y="20883"/>
                  <a:pt x="56415" y="20579"/>
                </a:cubicBezTo>
                <a:lnTo>
                  <a:pt x="56415" y="20579"/>
                </a:lnTo>
                <a:cubicBezTo>
                  <a:pt x="56365" y="20679"/>
                  <a:pt x="56278" y="20724"/>
                  <a:pt x="56209" y="20724"/>
                </a:cubicBezTo>
                <a:cubicBezTo>
                  <a:pt x="56154" y="20724"/>
                  <a:pt x="56111" y="20694"/>
                  <a:pt x="56111" y="20640"/>
                </a:cubicBezTo>
                <a:cubicBezTo>
                  <a:pt x="56017" y="20278"/>
                  <a:pt x="55965" y="20235"/>
                  <a:pt x="55904" y="20235"/>
                </a:cubicBezTo>
                <a:cubicBezTo>
                  <a:pt x="55885" y="20235"/>
                  <a:pt x="55865" y="20239"/>
                  <a:pt x="55843" y="20239"/>
                </a:cubicBezTo>
                <a:cubicBezTo>
                  <a:pt x="55776" y="20239"/>
                  <a:pt x="55687" y="20200"/>
                  <a:pt x="55533" y="19880"/>
                </a:cubicBezTo>
                <a:cubicBezTo>
                  <a:pt x="55351" y="19515"/>
                  <a:pt x="55229" y="19150"/>
                  <a:pt x="55108" y="18785"/>
                </a:cubicBezTo>
                <a:cubicBezTo>
                  <a:pt x="54956" y="18329"/>
                  <a:pt x="54773" y="17782"/>
                  <a:pt x="54591" y="17205"/>
                </a:cubicBezTo>
                <a:cubicBezTo>
                  <a:pt x="54530" y="16931"/>
                  <a:pt x="54439" y="16658"/>
                  <a:pt x="54348" y="16384"/>
                </a:cubicBezTo>
                <a:cubicBezTo>
                  <a:pt x="54287" y="16111"/>
                  <a:pt x="54196" y="15867"/>
                  <a:pt x="54105" y="15624"/>
                </a:cubicBezTo>
                <a:cubicBezTo>
                  <a:pt x="54014" y="15290"/>
                  <a:pt x="53922" y="15016"/>
                  <a:pt x="53862" y="14804"/>
                </a:cubicBezTo>
                <a:cubicBezTo>
                  <a:pt x="53862" y="14773"/>
                  <a:pt x="53862" y="14743"/>
                  <a:pt x="53862" y="14712"/>
                </a:cubicBezTo>
                <a:cubicBezTo>
                  <a:pt x="53862" y="14652"/>
                  <a:pt x="53831" y="14591"/>
                  <a:pt x="53831" y="14560"/>
                </a:cubicBezTo>
                <a:cubicBezTo>
                  <a:pt x="53770" y="14348"/>
                  <a:pt x="53679" y="14165"/>
                  <a:pt x="53618" y="14013"/>
                </a:cubicBezTo>
                <a:cubicBezTo>
                  <a:pt x="53436" y="13618"/>
                  <a:pt x="53193" y="13223"/>
                  <a:pt x="52950" y="12828"/>
                </a:cubicBezTo>
                <a:lnTo>
                  <a:pt x="52950" y="12828"/>
                </a:lnTo>
                <a:cubicBezTo>
                  <a:pt x="53071" y="13345"/>
                  <a:pt x="53254" y="13861"/>
                  <a:pt x="53497" y="14348"/>
                </a:cubicBezTo>
                <a:cubicBezTo>
                  <a:pt x="53254" y="14074"/>
                  <a:pt x="53162" y="13740"/>
                  <a:pt x="52919" y="13497"/>
                </a:cubicBezTo>
                <a:lnTo>
                  <a:pt x="52828" y="13405"/>
                </a:lnTo>
                <a:lnTo>
                  <a:pt x="52889" y="13405"/>
                </a:lnTo>
                <a:cubicBezTo>
                  <a:pt x="52737" y="13223"/>
                  <a:pt x="52615" y="13010"/>
                  <a:pt x="52524" y="12797"/>
                </a:cubicBezTo>
                <a:lnTo>
                  <a:pt x="52342" y="12402"/>
                </a:lnTo>
                <a:cubicBezTo>
                  <a:pt x="52345" y="12396"/>
                  <a:pt x="52351" y="12394"/>
                  <a:pt x="52359" y="12394"/>
                </a:cubicBezTo>
                <a:cubicBezTo>
                  <a:pt x="52436" y="12394"/>
                  <a:pt x="52730" y="12633"/>
                  <a:pt x="52950" y="12797"/>
                </a:cubicBezTo>
                <a:cubicBezTo>
                  <a:pt x="52707" y="12433"/>
                  <a:pt x="52463" y="12038"/>
                  <a:pt x="52281" y="11642"/>
                </a:cubicBezTo>
                <a:cubicBezTo>
                  <a:pt x="52247" y="11623"/>
                  <a:pt x="52224" y="11614"/>
                  <a:pt x="52209" y="11614"/>
                </a:cubicBezTo>
                <a:cubicBezTo>
                  <a:pt x="52132" y="11614"/>
                  <a:pt x="52291" y="11854"/>
                  <a:pt x="52342" y="12007"/>
                </a:cubicBezTo>
                <a:cubicBezTo>
                  <a:pt x="52220" y="11886"/>
                  <a:pt x="52068" y="11734"/>
                  <a:pt x="51886" y="11582"/>
                </a:cubicBezTo>
                <a:cubicBezTo>
                  <a:pt x="51521" y="10913"/>
                  <a:pt x="51126" y="10244"/>
                  <a:pt x="50913" y="10092"/>
                </a:cubicBezTo>
                <a:lnTo>
                  <a:pt x="50913" y="10183"/>
                </a:lnTo>
                <a:cubicBezTo>
                  <a:pt x="50396" y="9940"/>
                  <a:pt x="50822" y="9727"/>
                  <a:pt x="50700" y="9332"/>
                </a:cubicBezTo>
                <a:lnTo>
                  <a:pt x="50700" y="9332"/>
                </a:lnTo>
                <a:cubicBezTo>
                  <a:pt x="50609" y="9393"/>
                  <a:pt x="50548" y="9424"/>
                  <a:pt x="50457" y="9454"/>
                </a:cubicBezTo>
                <a:cubicBezTo>
                  <a:pt x="50336" y="9272"/>
                  <a:pt x="50214" y="9120"/>
                  <a:pt x="50062" y="8968"/>
                </a:cubicBezTo>
                <a:cubicBezTo>
                  <a:pt x="48998" y="7813"/>
                  <a:pt x="47813" y="6749"/>
                  <a:pt x="46536" y="5837"/>
                </a:cubicBezTo>
                <a:lnTo>
                  <a:pt x="46627" y="5320"/>
                </a:lnTo>
                <a:lnTo>
                  <a:pt x="46506" y="5320"/>
                </a:lnTo>
                <a:lnTo>
                  <a:pt x="46232" y="5594"/>
                </a:lnTo>
                <a:cubicBezTo>
                  <a:pt x="44591" y="4378"/>
                  <a:pt x="42798" y="3375"/>
                  <a:pt x="40883" y="2615"/>
                </a:cubicBezTo>
                <a:cubicBezTo>
                  <a:pt x="39272" y="1916"/>
                  <a:pt x="37570" y="1399"/>
                  <a:pt x="35837" y="1004"/>
                </a:cubicBezTo>
                <a:cubicBezTo>
                  <a:pt x="34986" y="791"/>
                  <a:pt x="34165" y="670"/>
                  <a:pt x="33314" y="518"/>
                </a:cubicBezTo>
                <a:cubicBezTo>
                  <a:pt x="32463" y="366"/>
                  <a:pt x="31582" y="274"/>
                  <a:pt x="30700" y="244"/>
                </a:cubicBezTo>
                <a:cubicBezTo>
                  <a:pt x="30548" y="122"/>
                  <a:pt x="30761" y="122"/>
                  <a:pt x="30943" y="92"/>
                </a:cubicBezTo>
                <a:cubicBezTo>
                  <a:pt x="30181" y="70"/>
                  <a:pt x="29446" y="52"/>
                  <a:pt x="28724" y="52"/>
                </a:cubicBezTo>
                <a:cubicBezTo>
                  <a:pt x="27432" y="52"/>
                  <a:pt x="26182" y="110"/>
                  <a:pt x="24894" y="305"/>
                </a:cubicBezTo>
                <a:cubicBezTo>
                  <a:pt x="24562" y="275"/>
                  <a:pt x="24260" y="185"/>
                  <a:pt x="23988" y="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1"/>
          <p:cNvSpPr/>
          <p:nvPr/>
        </p:nvSpPr>
        <p:spPr>
          <a:xfrm>
            <a:off x="5998099" y="2135000"/>
            <a:ext cx="339341" cy="338482"/>
          </a:xfrm>
          <a:custGeom>
            <a:rect b="b" l="l" r="r" t="t"/>
            <a:pathLst>
              <a:path extrusionOk="0" h="57516" w="57662">
                <a:moveTo>
                  <a:pt x="23983" y="1"/>
                </a:moveTo>
                <a:lnTo>
                  <a:pt x="23983" y="1"/>
                </a:lnTo>
                <a:cubicBezTo>
                  <a:pt x="23985" y="2"/>
                  <a:pt x="23986" y="3"/>
                  <a:pt x="23988" y="5"/>
                </a:cubicBezTo>
                <a:lnTo>
                  <a:pt x="23988" y="5"/>
                </a:lnTo>
                <a:cubicBezTo>
                  <a:pt x="23987" y="3"/>
                  <a:pt x="23985" y="2"/>
                  <a:pt x="23983" y="1"/>
                </a:cubicBezTo>
                <a:close/>
                <a:moveTo>
                  <a:pt x="40828" y="17959"/>
                </a:moveTo>
                <a:cubicBezTo>
                  <a:pt x="40826" y="17960"/>
                  <a:pt x="40824" y="17962"/>
                  <a:pt x="40822" y="17965"/>
                </a:cubicBezTo>
                <a:cubicBezTo>
                  <a:pt x="40824" y="17963"/>
                  <a:pt x="40826" y="17961"/>
                  <a:pt x="40828" y="17959"/>
                </a:cubicBezTo>
                <a:close/>
                <a:moveTo>
                  <a:pt x="43740" y="22554"/>
                </a:moveTo>
                <a:lnTo>
                  <a:pt x="43740" y="22554"/>
                </a:lnTo>
                <a:cubicBezTo>
                  <a:pt x="44013" y="22615"/>
                  <a:pt x="43709" y="22767"/>
                  <a:pt x="43983" y="22767"/>
                </a:cubicBezTo>
                <a:cubicBezTo>
                  <a:pt x="43922" y="22767"/>
                  <a:pt x="43861" y="22798"/>
                  <a:pt x="43801" y="22828"/>
                </a:cubicBezTo>
                <a:lnTo>
                  <a:pt x="43679" y="22615"/>
                </a:lnTo>
                <a:lnTo>
                  <a:pt x="43740" y="22554"/>
                </a:lnTo>
                <a:close/>
                <a:moveTo>
                  <a:pt x="31538" y="12307"/>
                </a:moveTo>
                <a:cubicBezTo>
                  <a:pt x="31599" y="12307"/>
                  <a:pt x="31655" y="12308"/>
                  <a:pt x="31703" y="12311"/>
                </a:cubicBezTo>
                <a:lnTo>
                  <a:pt x="31673" y="12433"/>
                </a:lnTo>
                <a:cubicBezTo>
                  <a:pt x="32493" y="12463"/>
                  <a:pt x="34378" y="12402"/>
                  <a:pt x="35624" y="12737"/>
                </a:cubicBezTo>
                <a:lnTo>
                  <a:pt x="35472" y="12980"/>
                </a:lnTo>
                <a:cubicBezTo>
                  <a:pt x="35807" y="13010"/>
                  <a:pt x="36111" y="13041"/>
                  <a:pt x="36414" y="13132"/>
                </a:cubicBezTo>
                <a:cubicBezTo>
                  <a:pt x="36749" y="13223"/>
                  <a:pt x="37083" y="13345"/>
                  <a:pt x="37418" y="13497"/>
                </a:cubicBezTo>
                <a:cubicBezTo>
                  <a:pt x="37752" y="13618"/>
                  <a:pt x="38056" y="13770"/>
                  <a:pt x="38299" y="13892"/>
                </a:cubicBezTo>
                <a:cubicBezTo>
                  <a:pt x="38573" y="14044"/>
                  <a:pt x="38785" y="14165"/>
                  <a:pt x="38937" y="14226"/>
                </a:cubicBezTo>
                <a:cubicBezTo>
                  <a:pt x="38937" y="14287"/>
                  <a:pt x="38968" y="14317"/>
                  <a:pt x="38968" y="14348"/>
                </a:cubicBezTo>
                <a:cubicBezTo>
                  <a:pt x="38968" y="14317"/>
                  <a:pt x="38968" y="14317"/>
                  <a:pt x="38998" y="14287"/>
                </a:cubicBezTo>
                <a:lnTo>
                  <a:pt x="39059" y="14317"/>
                </a:lnTo>
                <a:lnTo>
                  <a:pt x="38968" y="14348"/>
                </a:lnTo>
                <a:cubicBezTo>
                  <a:pt x="38998" y="14408"/>
                  <a:pt x="39028" y="14500"/>
                  <a:pt x="38998" y="14560"/>
                </a:cubicBezTo>
                <a:cubicBezTo>
                  <a:pt x="39089" y="14500"/>
                  <a:pt x="39059" y="14469"/>
                  <a:pt x="39089" y="14408"/>
                </a:cubicBezTo>
                <a:lnTo>
                  <a:pt x="39150" y="14408"/>
                </a:lnTo>
                <a:lnTo>
                  <a:pt x="39393" y="14591"/>
                </a:lnTo>
                <a:cubicBezTo>
                  <a:pt x="39332" y="14682"/>
                  <a:pt x="39180" y="14804"/>
                  <a:pt x="39241" y="14895"/>
                </a:cubicBezTo>
                <a:cubicBezTo>
                  <a:pt x="39484" y="15259"/>
                  <a:pt x="39697" y="15655"/>
                  <a:pt x="39910" y="16050"/>
                </a:cubicBezTo>
                <a:cubicBezTo>
                  <a:pt x="40123" y="16415"/>
                  <a:pt x="40366" y="16779"/>
                  <a:pt x="40609" y="17114"/>
                </a:cubicBezTo>
                <a:cubicBezTo>
                  <a:pt x="40548" y="17174"/>
                  <a:pt x="40548" y="17174"/>
                  <a:pt x="40487" y="17174"/>
                </a:cubicBezTo>
                <a:cubicBezTo>
                  <a:pt x="40731" y="17326"/>
                  <a:pt x="40852" y="17509"/>
                  <a:pt x="41065" y="17630"/>
                </a:cubicBezTo>
                <a:cubicBezTo>
                  <a:pt x="41006" y="17749"/>
                  <a:pt x="40917" y="17868"/>
                  <a:pt x="40828" y="17959"/>
                </a:cubicBezTo>
                <a:lnTo>
                  <a:pt x="40828" y="17959"/>
                </a:lnTo>
                <a:cubicBezTo>
                  <a:pt x="40835" y="17953"/>
                  <a:pt x="40844" y="17950"/>
                  <a:pt x="40854" y="17950"/>
                </a:cubicBezTo>
                <a:cubicBezTo>
                  <a:pt x="41046" y="17950"/>
                  <a:pt x="41758" y="18911"/>
                  <a:pt x="41673" y="18968"/>
                </a:cubicBezTo>
                <a:lnTo>
                  <a:pt x="42098" y="18755"/>
                </a:lnTo>
                <a:lnTo>
                  <a:pt x="42098" y="18755"/>
                </a:lnTo>
                <a:cubicBezTo>
                  <a:pt x="42250" y="18998"/>
                  <a:pt x="41673" y="19089"/>
                  <a:pt x="41886" y="19241"/>
                </a:cubicBezTo>
                <a:cubicBezTo>
                  <a:pt x="41989" y="19202"/>
                  <a:pt x="42062" y="19186"/>
                  <a:pt x="42114" y="19186"/>
                </a:cubicBezTo>
                <a:cubicBezTo>
                  <a:pt x="42358" y="19186"/>
                  <a:pt x="42113" y="19554"/>
                  <a:pt x="42310" y="19554"/>
                </a:cubicBezTo>
                <a:cubicBezTo>
                  <a:pt x="42327" y="19554"/>
                  <a:pt x="42347" y="19551"/>
                  <a:pt x="42372" y="19545"/>
                </a:cubicBezTo>
                <a:lnTo>
                  <a:pt x="42372" y="19545"/>
                </a:lnTo>
                <a:cubicBezTo>
                  <a:pt x="42342" y="19576"/>
                  <a:pt x="42372" y="19667"/>
                  <a:pt x="42190" y="19758"/>
                </a:cubicBezTo>
                <a:cubicBezTo>
                  <a:pt x="42272" y="19728"/>
                  <a:pt x="42321" y="19717"/>
                  <a:pt x="42350" y="19717"/>
                </a:cubicBezTo>
                <a:cubicBezTo>
                  <a:pt x="42440" y="19717"/>
                  <a:pt x="42341" y="19826"/>
                  <a:pt x="42433" y="19849"/>
                </a:cubicBezTo>
                <a:cubicBezTo>
                  <a:pt x="42449" y="19853"/>
                  <a:pt x="42463" y="19855"/>
                  <a:pt x="42475" y="19855"/>
                </a:cubicBezTo>
                <a:cubicBezTo>
                  <a:pt x="42548" y="19855"/>
                  <a:pt x="42536" y="19780"/>
                  <a:pt x="42615" y="19728"/>
                </a:cubicBezTo>
                <a:lnTo>
                  <a:pt x="42798" y="19819"/>
                </a:lnTo>
                <a:cubicBezTo>
                  <a:pt x="42745" y="19924"/>
                  <a:pt x="42577" y="20007"/>
                  <a:pt x="42494" y="20007"/>
                </a:cubicBezTo>
                <a:cubicBezTo>
                  <a:pt x="42482" y="20007"/>
                  <a:pt x="42471" y="20005"/>
                  <a:pt x="42463" y="20001"/>
                </a:cubicBezTo>
                <a:lnTo>
                  <a:pt x="42463" y="20001"/>
                </a:lnTo>
                <a:cubicBezTo>
                  <a:pt x="42494" y="20244"/>
                  <a:pt x="42706" y="20852"/>
                  <a:pt x="42858" y="21521"/>
                </a:cubicBezTo>
                <a:cubicBezTo>
                  <a:pt x="42919" y="21825"/>
                  <a:pt x="43010" y="22129"/>
                  <a:pt x="43102" y="22402"/>
                </a:cubicBezTo>
                <a:cubicBezTo>
                  <a:pt x="43132" y="22615"/>
                  <a:pt x="43223" y="22828"/>
                  <a:pt x="43314" y="22980"/>
                </a:cubicBezTo>
                <a:cubicBezTo>
                  <a:pt x="43557" y="22889"/>
                  <a:pt x="43405" y="22798"/>
                  <a:pt x="43649" y="22646"/>
                </a:cubicBezTo>
                <a:cubicBezTo>
                  <a:pt x="43679" y="22737"/>
                  <a:pt x="43709" y="22828"/>
                  <a:pt x="43709" y="22919"/>
                </a:cubicBezTo>
                <a:cubicBezTo>
                  <a:pt x="43588" y="23041"/>
                  <a:pt x="43770" y="23162"/>
                  <a:pt x="43314" y="23375"/>
                </a:cubicBezTo>
                <a:lnTo>
                  <a:pt x="43709" y="23314"/>
                </a:lnTo>
                <a:lnTo>
                  <a:pt x="43497" y="23436"/>
                </a:lnTo>
                <a:cubicBezTo>
                  <a:pt x="44013" y="23861"/>
                  <a:pt x="43740" y="23497"/>
                  <a:pt x="43770" y="24013"/>
                </a:cubicBezTo>
                <a:cubicBezTo>
                  <a:pt x="43801" y="24105"/>
                  <a:pt x="43892" y="24165"/>
                  <a:pt x="43983" y="24196"/>
                </a:cubicBezTo>
                <a:cubicBezTo>
                  <a:pt x="43953" y="24287"/>
                  <a:pt x="43953" y="24378"/>
                  <a:pt x="43983" y="24439"/>
                </a:cubicBezTo>
                <a:cubicBezTo>
                  <a:pt x="44226" y="24865"/>
                  <a:pt x="44652" y="25351"/>
                  <a:pt x="44743" y="25928"/>
                </a:cubicBezTo>
                <a:lnTo>
                  <a:pt x="44712" y="25928"/>
                </a:lnTo>
                <a:lnTo>
                  <a:pt x="44561" y="25776"/>
                </a:lnTo>
                <a:lnTo>
                  <a:pt x="44561" y="25776"/>
                </a:lnTo>
                <a:cubicBezTo>
                  <a:pt x="44561" y="25928"/>
                  <a:pt x="44621" y="26050"/>
                  <a:pt x="44712" y="26172"/>
                </a:cubicBezTo>
                <a:cubicBezTo>
                  <a:pt x="44743" y="26475"/>
                  <a:pt x="44804" y="26779"/>
                  <a:pt x="44925" y="27083"/>
                </a:cubicBezTo>
                <a:cubicBezTo>
                  <a:pt x="44986" y="27296"/>
                  <a:pt x="45077" y="27479"/>
                  <a:pt x="45199" y="27691"/>
                </a:cubicBezTo>
                <a:cubicBezTo>
                  <a:pt x="45472" y="28056"/>
                  <a:pt x="45564" y="28542"/>
                  <a:pt x="45533" y="28998"/>
                </a:cubicBezTo>
                <a:cubicBezTo>
                  <a:pt x="45472" y="28968"/>
                  <a:pt x="45442" y="28938"/>
                  <a:pt x="45412" y="28907"/>
                </a:cubicBezTo>
                <a:lnTo>
                  <a:pt x="45412" y="28907"/>
                </a:lnTo>
                <a:cubicBezTo>
                  <a:pt x="45260" y="29272"/>
                  <a:pt x="45564" y="30001"/>
                  <a:pt x="45351" y="30700"/>
                </a:cubicBezTo>
                <a:cubicBezTo>
                  <a:pt x="45384" y="30601"/>
                  <a:pt x="45472" y="30501"/>
                  <a:pt x="45550" y="30501"/>
                </a:cubicBezTo>
                <a:cubicBezTo>
                  <a:pt x="45614" y="30501"/>
                  <a:pt x="45671" y="30569"/>
                  <a:pt x="45685" y="30761"/>
                </a:cubicBezTo>
                <a:cubicBezTo>
                  <a:pt x="45624" y="31004"/>
                  <a:pt x="45564" y="31217"/>
                  <a:pt x="45564" y="31460"/>
                </a:cubicBezTo>
                <a:cubicBezTo>
                  <a:pt x="45442" y="31460"/>
                  <a:pt x="45320" y="31400"/>
                  <a:pt x="45229" y="31369"/>
                </a:cubicBezTo>
                <a:lnTo>
                  <a:pt x="45229" y="31369"/>
                </a:lnTo>
                <a:cubicBezTo>
                  <a:pt x="45320" y="31582"/>
                  <a:pt x="45564" y="31521"/>
                  <a:pt x="45503" y="31673"/>
                </a:cubicBezTo>
                <a:cubicBezTo>
                  <a:pt x="45491" y="31685"/>
                  <a:pt x="45474" y="31690"/>
                  <a:pt x="45455" y="31690"/>
                </a:cubicBezTo>
                <a:cubicBezTo>
                  <a:pt x="45375" y="31690"/>
                  <a:pt x="45248" y="31606"/>
                  <a:pt x="45199" y="31582"/>
                </a:cubicBezTo>
                <a:lnTo>
                  <a:pt x="45199" y="31582"/>
                </a:lnTo>
                <a:cubicBezTo>
                  <a:pt x="45229" y="31673"/>
                  <a:pt x="45108" y="31734"/>
                  <a:pt x="45260" y="31764"/>
                </a:cubicBezTo>
                <a:cubicBezTo>
                  <a:pt x="45305" y="31749"/>
                  <a:pt x="45351" y="31742"/>
                  <a:pt x="45396" y="31742"/>
                </a:cubicBezTo>
                <a:cubicBezTo>
                  <a:pt x="45442" y="31742"/>
                  <a:pt x="45488" y="31749"/>
                  <a:pt x="45533" y="31764"/>
                </a:cubicBezTo>
                <a:cubicBezTo>
                  <a:pt x="45503" y="32099"/>
                  <a:pt x="45412" y="32403"/>
                  <a:pt x="45260" y="32707"/>
                </a:cubicBezTo>
                <a:cubicBezTo>
                  <a:pt x="45260" y="32707"/>
                  <a:pt x="45320" y="32859"/>
                  <a:pt x="45381" y="33011"/>
                </a:cubicBezTo>
                <a:lnTo>
                  <a:pt x="45472" y="33345"/>
                </a:lnTo>
                <a:cubicBezTo>
                  <a:pt x="45229" y="34500"/>
                  <a:pt x="44895" y="35625"/>
                  <a:pt x="44439" y="36749"/>
                </a:cubicBezTo>
                <a:cubicBezTo>
                  <a:pt x="44105" y="37509"/>
                  <a:pt x="43740" y="38239"/>
                  <a:pt x="43314" y="38968"/>
                </a:cubicBezTo>
                <a:cubicBezTo>
                  <a:pt x="42858" y="39698"/>
                  <a:pt x="42342" y="40397"/>
                  <a:pt x="41764" y="41065"/>
                </a:cubicBezTo>
                <a:cubicBezTo>
                  <a:pt x="41187" y="41704"/>
                  <a:pt x="40579" y="42281"/>
                  <a:pt x="39910" y="42798"/>
                </a:cubicBezTo>
                <a:cubicBezTo>
                  <a:pt x="39241" y="43284"/>
                  <a:pt x="38542" y="43710"/>
                  <a:pt x="37843" y="44075"/>
                </a:cubicBezTo>
                <a:cubicBezTo>
                  <a:pt x="36749" y="44652"/>
                  <a:pt x="35624" y="45078"/>
                  <a:pt x="34439" y="45321"/>
                </a:cubicBezTo>
                <a:lnTo>
                  <a:pt x="34530" y="45260"/>
                </a:lnTo>
                <a:lnTo>
                  <a:pt x="34530" y="45260"/>
                </a:lnTo>
                <a:cubicBezTo>
                  <a:pt x="33358" y="45573"/>
                  <a:pt x="32163" y="45729"/>
                  <a:pt x="30965" y="45729"/>
                </a:cubicBezTo>
                <a:cubicBezTo>
                  <a:pt x="30765" y="45729"/>
                  <a:pt x="30565" y="45725"/>
                  <a:pt x="30366" y="45716"/>
                </a:cubicBezTo>
                <a:cubicBezTo>
                  <a:pt x="28572" y="45686"/>
                  <a:pt x="26809" y="45382"/>
                  <a:pt x="25138" y="44834"/>
                </a:cubicBezTo>
                <a:cubicBezTo>
                  <a:pt x="23405" y="44257"/>
                  <a:pt x="21794" y="43467"/>
                  <a:pt x="20274" y="42494"/>
                </a:cubicBezTo>
                <a:cubicBezTo>
                  <a:pt x="19028" y="41673"/>
                  <a:pt x="17873" y="40731"/>
                  <a:pt x="16870" y="39667"/>
                </a:cubicBezTo>
                <a:cubicBezTo>
                  <a:pt x="16688" y="39272"/>
                  <a:pt x="16505" y="38877"/>
                  <a:pt x="16262" y="38512"/>
                </a:cubicBezTo>
                <a:cubicBezTo>
                  <a:pt x="16049" y="38178"/>
                  <a:pt x="15837" y="37813"/>
                  <a:pt x="15654" y="37418"/>
                </a:cubicBezTo>
                <a:lnTo>
                  <a:pt x="15654" y="37418"/>
                </a:lnTo>
                <a:cubicBezTo>
                  <a:pt x="15719" y="37645"/>
                  <a:pt x="15672" y="37742"/>
                  <a:pt x="15590" y="37742"/>
                </a:cubicBezTo>
                <a:cubicBezTo>
                  <a:pt x="15519" y="37742"/>
                  <a:pt x="15421" y="37667"/>
                  <a:pt x="15350" y="37540"/>
                </a:cubicBezTo>
                <a:cubicBezTo>
                  <a:pt x="15046" y="37023"/>
                  <a:pt x="14925" y="36749"/>
                  <a:pt x="14834" y="36597"/>
                </a:cubicBezTo>
                <a:cubicBezTo>
                  <a:pt x="14742" y="36445"/>
                  <a:pt x="14712" y="36445"/>
                  <a:pt x="14651" y="36445"/>
                </a:cubicBezTo>
                <a:cubicBezTo>
                  <a:pt x="14621" y="36445"/>
                  <a:pt x="14560" y="36445"/>
                  <a:pt x="14469" y="36293"/>
                </a:cubicBezTo>
                <a:cubicBezTo>
                  <a:pt x="14378" y="36202"/>
                  <a:pt x="14317" y="36081"/>
                  <a:pt x="14226" y="35989"/>
                </a:cubicBezTo>
                <a:cubicBezTo>
                  <a:pt x="14165" y="35807"/>
                  <a:pt x="14043" y="35594"/>
                  <a:pt x="13922" y="35321"/>
                </a:cubicBezTo>
                <a:cubicBezTo>
                  <a:pt x="13861" y="35169"/>
                  <a:pt x="13770" y="34956"/>
                  <a:pt x="13648" y="34743"/>
                </a:cubicBezTo>
                <a:cubicBezTo>
                  <a:pt x="13557" y="34530"/>
                  <a:pt x="13496" y="34257"/>
                  <a:pt x="13405" y="33983"/>
                </a:cubicBezTo>
                <a:cubicBezTo>
                  <a:pt x="13192" y="33345"/>
                  <a:pt x="13010" y="32676"/>
                  <a:pt x="12888" y="32007"/>
                </a:cubicBezTo>
                <a:cubicBezTo>
                  <a:pt x="12311" y="28694"/>
                  <a:pt x="12645" y="25290"/>
                  <a:pt x="13891" y="22129"/>
                </a:cubicBezTo>
                <a:cubicBezTo>
                  <a:pt x="14134" y="21551"/>
                  <a:pt x="14408" y="20974"/>
                  <a:pt x="14712" y="20427"/>
                </a:cubicBezTo>
                <a:cubicBezTo>
                  <a:pt x="14864" y="20184"/>
                  <a:pt x="14985" y="19971"/>
                  <a:pt x="15107" y="19788"/>
                </a:cubicBezTo>
                <a:cubicBezTo>
                  <a:pt x="15229" y="19576"/>
                  <a:pt x="15320" y="19454"/>
                  <a:pt x="15411" y="19302"/>
                </a:cubicBezTo>
                <a:cubicBezTo>
                  <a:pt x="15502" y="18968"/>
                  <a:pt x="15624" y="18633"/>
                  <a:pt x="15806" y="18299"/>
                </a:cubicBezTo>
                <a:cubicBezTo>
                  <a:pt x="15989" y="17995"/>
                  <a:pt x="16201" y="17691"/>
                  <a:pt x="16414" y="17357"/>
                </a:cubicBezTo>
                <a:cubicBezTo>
                  <a:pt x="16627" y="17053"/>
                  <a:pt x="16870" y="16840"/>
                  <a:pt x="17083" y="16567"/>
                </a:cubicBezTo>
                <a:cubicBezTo>
                  <a:pt x="17296" y="16323"/>
                  <a:pt x="17508" y="16080"/>
                  <a:pt x="17660" y="15807"/>
                </a:cubicBezTo>
                <a:lnTo>
                  <a:pt x="17660" y="15959"/>
                </a:lnTo>
                <a:cubicBezTo>
                  <a:pt x="17843" y="15776"/>
                  <a:pt x="18025" y="15594"/>
                  <a:pt x="18207" y="15442"/>
                </a:cubicBezTo>
                <a:cubicBezTo>
                  <a:pt x="18511" y="15199"/>
                  <a:pt x="18815" y="14956"/>
                  <a:pt x="19150" y="14743"/>
                </a:cubicBezTo>
                <a:cubicBezTo>
                  <a:pt x="20031" y="14196"/>
                  <a:pt x="20973" y="13740"/>
                  <a:pt x="21977" y="13436"/>
                </a:cubicBezTo>
                <a:cubicBezTo>
                  <a:pt x="24165" y="12676"/>
                  <a:pt x="26749" y="12615"/>
                  <a:pt x="27600" y="12524"/>
                </a:cubicBezTo>
                <a:lnTo>
                  <a:pt x="27387" y="12463"/>
                </a:lnTo>
                <a:cubicBezTo>
                  <a:pt x="27602" y="12406"/>
                  <a:pt x="27824" y="12375"/>
                  <a:pt x="28047" y="12375"/>
                </a:cubicBezTo>
                <a:cubicBezTo>
                  <a:pt x="28295" y="12375"/>
                  <a:pt x="28544" y="12413"/>
                  <a:pt x="28785" y="12493"/>
                </a:cubicBezTo>
                <a:cubicBezTo>
                  <a:pt x="29119" y="12676"/>
                  <a:pt x="29515" y="12828"/>
                  <a:pt x="29910" y="12919"/>
                </a:cubicBezTo>
                <a:cubicBezTo>
                  <a:pt x="29800" y="12450"/>
                  <a:pt x="30939" y="12307"/>
                  <a:pt x="31538" y="12307"/>
                </a:cubicBezTo>
                <a:close/>
                <a:moveTo>
                  <a:pt x="8610" y="48991"/>
                </a:moveTo>
                <a:cubicBezTo>
                  <a:pt x="8637" y="49032"/>
                  <a:pt x="8666" y="49068"/>
                  <a:pt x="8694" y="49090"/>
                </a:cubicBezTo>
                <a:cubicBezTo>
                  <a:pt x="8666" y="49057"/>
                  <a:pt x="8638" y="49024"/>
                  <a:pt x="8610" y="48991"/>
                </a:cubicBezTo>
                <a:close/>
                <a:moveTo>
                  <a:pt x="35749" y="56859"/>
                </a:moveTo>
                <a:cubicBezTo>
                  <a:pt x="35728" y="56863"/>
                  <a:pt x="35706" y="56867"/>
                  <a:pt x="35685" y="56871"/>
                </a:cubicBezTo>
                <a:cubicBezTo>
                  <a:pt x="35692" y="56874"/>
                  <a:pt x="35698" y="56876"/>
                  <a:pt x="35705" y="56876"/>
                </a:cubicBezTo>
                <a:cubicBezTo>
                  <a:pt x="35719" y="56876"/>
                  <a:pt x="35734" y="56870"/>
                  <a:pt x="35749" y="56859"/>
                </a:cubicBezTo>
                <a:close/>
                <a:moveTo>
                  <a:pt x="23988" y="5"/>
                </a:moveTo>
                <a:cubicBezTo>
                  <a:pt x="24089" y="101"/>
                  <a:pt x="21300" y="439"/>
                  <a:pt x="18481" y="1399"/>
                </a:cubicBezTo>
                <a:cubicBezTo>
                  <a:pt x="17144" y="1855"/>
                  <a:pt x="15837" y="2402"/>
                  <a:pt x="14560" y="3071"/>
                </a:cubicBezTo>
                <a:cubicBezTo>
                  <a:pt x="13526" y="3618"/>
                  <a:pt x="12827" y="4074"/>
                  <a:pt x="12767" y="4074"/>
                </a:cubicBezTo>
                <a:lnTo>
                  <a:pt x="12888" y="4560"/>
                </a:lnTo>
                <a:cubicBezTo>
                  <a:pt x="11916" y="5199"/>
                  <a:pt x="11703" y="5199"/>
                  <a:pt x="11520" y="5199"/>
                </a:cubicBezTo>
                <a:cubicBezTo>
                  <a:pt x="11479" y="5193"/>
                  <a:pt x="11438" y="5187"/>
                  <a:pt x="11394" y="5187"/>
                </a:cubicBezTo>
                <a:cubicBezTo>
                  <a:pt x="11212" y="5187"/>
                  <a:pt x="10964" y="5287"/>
                  <a:pt x="10305" y="5898"/>
                </a:cubicBezTo>
                <a:cubicBezTo>
                  <a:pt x="10213" y="6232"/>
                  <a:pt x="10031" y="6506"/>
                  <a:pt x="9757" y="6749"/>
                </a:cubicBezTo>
                <a:cubicBezTo>
                  <a:pt x="9484" y="7022"/>
                  <a:pt x="9180" y="7326"/>
                  <a:pt x="8815" y="7630"/>
                </a:cubicBezTo>
                <a:cubicBezTo>
                  <a:pt x="8116" y="8208"/>
                  <a:pt x="7508" y="8816"/>
                  <a:pt x="7387" y="9211"/>
                </a:cubicBezTo>
                <a:cubicBezTo>
                  <a:pt x="7386" y="9210"/>
                  <a:pt x="7385" y="9210"/>
                  <a:pt x="7384" y="9210"/>
                </a:cubicBezTo>
                <a:cubicBezTo>
                  <a:pt x="7336" y="9210"/>
                  <a:pt x="6791" y="9816"/>
                  <a:pt x="6612" y="9816"/>
                </a:cubicBezTo>
                <a:cubicBezTo>
                  <a:pt x="6591" y="9816"/>
                  <a:pt x="6575" y="9807"/>
                  <a:pt x="6566" y="9788"/>
                </a:cubicBezTo>
                <a:lnTo>
                  <a:pt x="6566" y="9788"/>
                </a:lnTo>
                <a:cubicBezTo>
                  <a:pt x="6657" y="10275"/>
                  <a:pt x="5988" y="10700"/>
                  <a:pt x="5715" y="11278"/>
                </a:cubicBezTo>
                <a:cubicBezTo>
                  <a:pt x="5699" y="11341"/>
                  <a:pt x="5704" y="11365"/>
                  <a:pt x="5723" y="11365"/>
                </a:cubicBezTo>
                <a:cubicBezTo>
                  <a:pt x="5777" y="11365"/>
                  <a:pt x="5945" y="11171"/>
                  <a:pt x="6080" y="11126"/>
                </a:cubicBezTo>
                <a:lnTo>
                  <a:pt x="6080" y="11126"/>
                </a:lnTo>
                <a:lnTo>
                  <a:pt x="5715" y="11764"/>
                </a:lnTo>
                <a:lnTo>
                  <a:pt x="5380" y="12402"/>
                </a:lnTo>
                <a:cubicBezTo>
                  <a:pt x="5210" y="12602"/>
                  <a:pt x="5059" y="12708"/>
                  <a:pt x="4975" y="12708"/>
                </a:cubicBezTo>
                <a:cubicBezTo>
                  <a:pt x="4879" y="12708"/>
                  <a:pt x="4870" y="12571"/>
                  <a:pt x="5016" y="12281"/>
                </a:cubicBezTo>
                <a:lnTo>
                  <a:pt x="5016" y="12281"/>
                </a:lnTo>
                <a:cubicBezTo>
                  <a:pt x="4043" y="13709"/>
                  <a:pt x="3253" y="15199"/>
                  <a:pt x="2584" y="16779"/>
                </a:cubicBezTo>
                <a:cubicBezTo>
                  <a:pt x="2098" y="17904"/>
                  <a:pt x="1672" y="19089"/>
                  <a:pt x="1307" y="20275"/>
                </a:cubicBezTo>
                <a:cubicBezTo>
                  <a:pt x="1155" y="20913"/>
                  <a:pt x="973" y="21551"/>
                  <a:pt x="821" y="22220"/>
                </a:cubicBezTo>
                <a:cubicBezTo>
                  <a:pt x="669" y="22858"/>
                  <a:pt x="578" y="23527"/>
                  <a:pt x="426" y="24226"/>
                </a:cubicBezTo>
                <a:cubicBezTo>
                  <a:pt x="61" y="26779"/>
                  <a:pt x="0" y="29393"/>
                  <a:pt x="244" y="32007"/>
                </a:cubicBezTo>
                <a:cubicBezTo>
                  <a:pt x="426" y="33740"/>
                  <a:pt x="760" y="35473"/>
                  <a:pt x="1277" y="37144"/>
                </a:cubicBezTo>
                <a:cubicBezTo>
                  <a:pt x="1368" y="36567"/>
                  <a:pt x="943" y="35381"/>
                  <a:pt x="1277" y="34834"/>
                </a:cubicBezTo>
                <a:lnTo>
                  <a:pt x="1277" y="34834"/>
                </a:lnTo>
                <a:cubicBezTo>
                  <a:pt x="1763" y="35807"/>
                  <a:pt x="1520" y="36384"/>
                  <a:pt x="1915" y="36749"/>
                </a:cubicBezTo>
                <a:cubicBezTo>
                  <a:pt x="1672" y="37023"/>
                  <a:pt x="1794" y="37600"/>
                  <a:pt x="1946" y="38239"/>
                </a:cubicBezTo>
                <a:cubicBezTo>
                  <a:pt x="2098" y="38847"/>
                  <a:pt x="2341" y="39515"/>
                  <a:pt x="2159" y="40032"/>
                </a:cubicBezTo>
                <a:lnTo>
                  <a:pt x="2614" y="40184"/>
                </a:lnTo>
                <a:lnTo>
                  <a:pt x="2614" y="40761"/>
                </a:lnTo>
                <a:cubicBezTo>
                  <a:pt x="3192" y="41825"/>
                  <a:pt x="3557" y="42403"/>
                  <a:pt x="3769" y="42737"/>
                </a:cubicBezTo>
                <a:cubicBezTo>
                  <a:pt x="3952" y="43072"/>
                  <a:pt x="4013" y="43163"/>
                  <a:pt x="4073" y="43254"/>
                </a:cubicBezTo>
                <a:cubicBezTo>
                  <a:pt x="4408" y="44014"/>
                  <a:pt x="4803" y="44743"/>
                  <a:pt x="5259" y="45442"/>
                </a:cubicBezTo>
                <a:cubicBezTo>
                  <a:pt x="5836" y="46263"/>
                  <a:pt x="6505" y="46962"/>
                  <a:pt x="7235" y="47631"/>
                </a:cubicBezTo>
                <a:cubicBezTo>
                  <a:pt x="7720" y="48031"/>
                  <a:pt x="8179" y="48484"/>
                  <a:pt x="8610" y="48991"/>
                </a:cubicBezTo>
                <a:lnTo>
                  <a:pt x="8610" y="48991"/>
                </a:lnTo>
                <a:cubicBezTo>
                  <a:pt x="8527" y="48862"/>
                  <a:pt x="8469" y="48675"/>
                  <a:pt x="8578" y="48675"/>
                </a:cubicBezTo>
                <a:cubicBezTo>
                  <a:pt x="8627" y="48675"/>
                  <a:pt x="8712" y="48714"/>
                  <a:pt x="8846" y="48816"/>
                </a:cubicBezTo>
                <a:cubicBezTo>
                  <a:pt x="8694" y="49120"/>
                  <a:pt x="10183" y="49789"/>
                  <a:pt x="10153" y="50245"/>
                </a:cubicBezTo>
                <a:cubicBezTo>
                  <a:pt x="10528" y="50550"/>
                  <a:pt x="11500" y="51380"/>
                  <a:pt x="11813" y="51380"/>
                </a:cubicBezTo>
                <a:cubicBezTo>
                  <a:pt x="11899" y="51380"/>
                  <a:pt x="11935" y="51317"/>
                  <a:pt x="11896" y="51163"/>
                </a:cubicBezTo>
                <a:lnTo>
                  <a:pt x="11896" y="51163"/>
                </a:lnTo>
                <a:cubicBezTo>
                  <a:pt x="12024" y="51532"/>
                  <a:pt x="12907" y="52271"/>
                  <a:pt x="12700" y="52271"/>
                </a:cubicBezTo>
                <a:cubicBezTo>
                  <a:pt x="12656" y="52271"/>
                  <a:pt x="12563" y="52238"/>
                  <a:pt x="12402" y="52160"/>
                </a:cubicBezTo>
                <a:lnTo>
                  <a:pt x="12402" y="52160"/>
                </a:lnTo>
                <a:cubicBezTo>
                  <a:pt x="12797" y="52525"/>
                  <a:pt x="13223" y="52829"/>
                  <a:pt x="13678" y="53072"/>
                </a:cubicBezTo>
                <a:lnTo>
                  <a:pt x="13131" y="52555"/>
                </a:lnTo>
                <a:lnTo>
                  <a:pt x="13131" y="52555"/>
                </a:lnTo>
                <a:lnTo>
                  <a:pt x="15137" y="53923"/>
                </a:lnTo>
                <a:cubicBezTo>
                  <a:pt x="15654" y="54318"/>
                  <a:pt x="16262" y="54591"/>
                  <a:pt x="16900" y="54683"/>
                </a:cubicBezTo>
                <a:lnTo>
                  <a:pt x="16323" y="54196"/>
                </a:lnTo>
                <a:lnTo>
                  <a:pt x="16323" y="54196"/>
                </a:lnTo>
                <a:cubicBezTo>
                  <a:pt x="17387" y="54713"/>
                  <a:pt x="18238" y="55139"/>
                  <a:pt x="18511" y="55686"/>
                </a:cubicBezTo>
                <a:lnTo>
                  <a:pt x="17934" y="55503"/>
                </a:lnTo>
                <a:cubicBezTo>
                  <a:pt x="17630" y="55412"/>
                  <a:pt x="17356" y="55291"/>
                  <a:pt x="17356" y="55291"/>
                </a:cubicBezTo>
                <a:lnTo>
                  <a:pt x="17356" y="55291"/>
                </a:lnTo>
                <a:cubicBezTo>
                  <a:pt x="18755" y="56050"/>
                  <a:pt x="20274" y="56537"/>
                  <a:pt x="21855" y="56810"/>
                </a:cubicBezTo>
                <a:lnTo>
                  <a:pt x="21308" y="56628"/>
                </a:lnTo>
                <a:lnTo>
                  <a:pt x="21308" y="56628"/>
                </a:lnTo>
                <a:cubicBezTo>
                  <a:pt x="22341" y="56780"/>
                  <a:pt x="25502" y="57479"/>
                  <a:pt x="28633" y="57509"/>
                </a:cubicBezTo>
                <a:cubicBezTo>
                  <a:pt x="28746" y="57514"/>
                  <a:pt x="28859" y="57516"/>
                  <a:pt x="28972" y="57516"/>
                </a:cubicBezTo>
                <a:cubicBezTo>
                  <a:pt x="29649" y="57516"/>
                  <a:pt x="30322" y="57449"/>
                  <a:pt x="30974" y="57449"/>
                </a:cubicBezTo>
                <a:cubicBezTo>
                  <a:pt x="31734" y="57418"/>
                  <a:pt x="32433" y="57266"/>
                  <a:pt x="33071" y="57175"/>
                </a:cubicBezTo>
                <a:cubicBezTo>
                  <a:pt x="34013" y="57054"/>
                  <a:pt x="34895" y="56810"/>
                  <a:pt x="35776" y="56476"/>
                </a:cubicBezTo>
                <a:lnTo>
                  <a:pt x="35320" y="56385"/>
                </a:lnTo>
                <a:lnTo>
                  <a:pt x="34895" y="56263"/>
                </a:lnTo>
                <a:lnTo>
                  <a:pt x="35655" y="56020"/>
                </a:lnTo>
                <a:lnTo>
                  <a:pt x="36392" y="55725"/>
                </a:lnTo>
                <a:lnTo>
                  <a:pt x="36392" y="55725"/>
                </a:lnTo>
                <a:cubicBezTo>
                  <a:pt x="36225" y="55827"/>
                  <a:pt x="35935" y="56723"/>
                  <a:pt x="35749" y="56859"/>
                </a:cubicBezTo>
                <a:lnTo>
                  <a:pt x="35749" y="56859"/>
                </a:lnTo>
                <a:cubicBezTo>
                  <a:pt x="37308" y="56556"/>
                  <a:pt x="38867" y="56134"/>
                  <a:pt x="40366" y="55564"/>
                </a:cubicBezTo>
                <a:cubicBezTo>
                  <a:pt x="42737" y="54683"/>
                  <a:pt x="44986" y="53467"/>
                  <a:pt x="47023" y="51947"/>
                </a:cubicBezTo>
                <a:cubicBezTo>
                  <a:pt x="49059" y="50397"/>
                  <a:pt x="50852" y="48573"/>
                  <a:pt x="52342" y="46506"/>
                </a:cubicBezTo>
                <a:cubicBezTo>
                  <a:pt x="53254" y="45230"/>
                  <a:pt x="54105" y="43892"/>
                  <a:pt x="54865" y="42524"/>
                </a:cubicBezTo>
                <a:cubicBezTo>
                  <a:pt x="55096" y="42163"/>
                  <a:pt x="55237" y="42040"/>
                  <a:pt x="55324" y="42040"/>
                </a:cubicBezTo>
                <a:cubicBezTo>
                  <a:pt x="55500" y="42040"/>
                  <a:pt x="55452" y="42544"/>
                  <a:pt x="55473" y="42585"/>
                </a:cubicBezTo>
                <a:cubicBezTo>
                  <a:pt x="56020" y="41065"/>
                  <a:pt x="55442" y="41825"/>
                  <a:pt x="55989" y="40579"/>
                </a:cubicBezTo>
                <a:cubicBezTo>
                  <a:pt x="56031" y="40510"/>
                  <a:pt x="56064" y="40482"/>
                  <a:pt x="56091" y="40482"/>
                </a:cubicBezTo>
                <a:cubicBezTo>
                  <a:pt x="56182" y="40482"/>
                  <a:pt x="56195" y="40810"/>
                  <a:pt x="56172" y="40974"/>
                </a:cubicBezTo>
                <a:cubicBezTo>
                  <a:pt x="56384" y="40397"/>
                  <a:pt x="56628" y="39910"/>
                  <a:pt x="56506" y="39819"/>
                </a:cubicBezTo>
                <a:lnTo>
                  <a:pt x="56506" y="39819"/>
                </a:lnTo>
                <a:cubicBezTo>
                  <a:pt x="56334" y="40135"/>
                  <a:pt x="56182" y="40200"/>
                  <a:pt x="56032" y="40200"/>
                </a:cubicBezTo>
                <a:cubicBezTo>
                  <a:pt x="55925" y="40200"/>
                  <a:pt x="55820" y="40167"/>
                  <a:pt x="55708" y="40167"/>
                </a:cubicBezTo>
                <a:cubicBezTo>
                  <a:pt x="55642" y="40167"/>
                  <a:pt x="55574" y="40179"/>
                  <a:pt x="55503" y="40214"/>
                </a:cubicBezTo>
                <a:lnTo>
                  <a:pt x="56080" y="38664"/>
                </a:lnTo>
                <a:cubicBezTo>
                  <a:pt x="56141" y="38786"/>
                  <a:pt x="56141" y="38938"/>
                  <a:pt x="56080" y="39090"/>
                </a:cubicBezTo>
                <a:cubicBezTo>
                  <a:pt x="56141" y="38968"/>
                  <a:pt x="56263" y="38877"/>
                  <a:pt x="56293" y="38786"/>
                </a:cubicBezTo>
                <a:cubicBezTo>
                  <a:pt x="56324" y="38695"/>
                  <a:pt x="56324" y="38603"/>
                  <a:pt x="56293" y="38512"/>
                </a:cubicBezTo>
                <a:cubicBezTo>
                  <a:pt x="56395" y="38512"/>
                  <a:pt x="56482" y="38580"/>
                  <a:pt x="56575" y="38580"/>
                </a:cubicBezTo>
                <a:cubicBezTo>
                  <a:pt x="56621" y="38580"/>
                  <a:pt x="56668" y="38563"/>
                  <a:pt x="56719" y="38512"/>
                </a:cubicBezTo>
                <a:cubicBezTo>
                  <a:pt x="56688" y="38299"/>
                  <a:pt x="56476" y="37995"/>
                  <a:pt x="56719" y="37843"/>
                </a:cubicBezTo>
                <a:lnTo>
                  <a:pt x="56780" y="37843"/>
                </a:lnTo>
                <a:cubicBezTo>
                  <a:pt x="57236" y="37479"/>
                  <a:pt x="56567" y="36992"/>
                  <a:pt x="56992" y="36658"/>
                </a:cubicBezTo>
                <a:lnTo>
                  <a:pt x="56992" y="36658"/>
                </a:lnTo>
                <a:lnTo>
                  <a:pt x="57053" y="36719"/>
                </a:lnTo>
                <a:cubicBezTo>
                  <a:pt x="57266" y="36628"/>
                  <a:pt x="57114" y="36263"/>
                  <a:pt x="57387" y="36020"/>
                </a:cubicBezTo>
                <a:lnTo>
                  <a:pt x="57387" y="36020"/>
                </a:lnTo>
                <a:cubicBezTo>
                  <a:pt x="57348" y="36046"/>
                  <a:pt x="57280" y="36067"/>
                  <a:pt x="57218" y="36067"/>
                </a:cubicBezTo>
                <a:cubicBezTo>
                  <a:pt x="57137" y="36067"/>
                  <a:pt x="57066" y="36032"/>
                  <a:pt x="57084" y="35929"/>
                </a:cubicBezTo>
                <a:cubicBezTo>
                  <a:pt x="57327" y="35655"/>
                  <a:pt x="57205" y="35381"/>
                  <a:pt x="57509" y="35199"/>
                </a:cubicBezTo>
                <a:lnTo>
                  <a:pt x="57266" y="34925"/>
                </a:lnTo>
                <a:cubicBezTo>
                  <a:pt x="57357" y="34470"/>
                  <a:pt x="57448" y="34014"/>
                  <a:pt x="57479" y="33558"/>
                </a:cubicBezTo>
                <a:cubicBezTo>
                  <a:pt x="57570" y="32889"/>
                  <a:pt x="57631" y="32251"/>
                  <a:pt x="57631" y="31582"/>
                </a:cubicBezTo>
                <a:cubicBezTo>
                  <a:pt x="57631" y="30883"/>
                  <a:pt x="57661" y="30184"/>
                  <a:pt x="57631" y="29606"/>
                </a:cubicBezTo>
                <a:cubicBezTo>
                  <a:pt x="57600" y="28998"/>
                  <a:pt x="57570" y="28512"/>
                  <a:pt x="57539" y="28238"/>
                </a:cubicBezTo>
                <a:lnTo>
                  <a:pt x="57539" y="28238"/>
                </a:lnTo>
                <a:lnTo>
                  <a:pt x="57600" y="28299"/>
                </a:lnTo>
                <a:cubicBezTo>
                  <a:pt x="57570" y="27874"/>
                  <a:pt x="57539" y="27327"/>
                  <a:pt x="57479" y="26749"/>
                </a:cubicBezTo>
                <a:cubicBezTo>
                  <a:pt x="57387" y="26141"/>
                  <a:pt x="57357" y="25503"/>
                  <a:pt x="57236" y="24865"/>
                </a:cubicBezTo>
                <a:cubicBezTo>
                  <a:pt x="57144" y="24226"/>
                  <a:pt x="56992" y="23618"/>
                  <a:pt x="56871" y="23041"/>
                </a:cubicBezTo>
                <a:cubicBezTo>
                  <a:pt x="56719" y="22524"/>
                  <a:pt x="56536" y="22038"/>
                  <a:pt x="56324" y="21551"/>
                </a:cubicBezTo>
                <a:cubicBezTo>
                  <a:pt x="56536" y="21217"/>
                  <a:pt x="56415" y="20883"/>
                  <a:pt x="56415" y="20579"/>
                </a:cubicBezTo>
                <a:lnTo>
                  <a:pt x="56415" y="20579"/>
                </a:lnTo>
                <a:cubicBezTo>
                  <a:pt x="56365" y="20679"/>
                  <a:pt x="56278" y="20724"/>
                  <a:pt x="56209" y="20724"/>
                </a:cubicBezTo>
                <a:cubicBezTo>
                  <a:pt x="56154" y="20724"/>
                  <a:pt x="56111" y="20694"/>
                  <a:pt x="56111" y="20640"/>
                </a:cubicBezTo>
                <a:cubicBezTo>
                  <a:pt x="56017" y="20278"/>
                  <a:pt x="55965" y="20235"/>
                  <a:pt x="55904" y="20235"/>
                </a:cubicBezTo>
                <a:cubicBezTo>
                  <a:pt x="55885" y="20235"/>
                  <a:pt x="55865" y="20239"/>
                  <a:pt x="55843" y="20239"/>
                </a:cubicBezTo>
                <a:cubicBezTo>
                  <a:pt x="55776" y="20239"/>
                  <a:pt x="55687" y="20200"/>
                  <a:pt x="55533" y="19880"/>
                </a:cubicBezTo>
                <a:cubicBezTo>
                  <a:pt x="55351" y="19515"/>
                  <a:pt x="55229" y="19150"/>
                  <a:pt x="55108" y="18785"/>
                </a:cubicBezTo>
                <a:cubicBezTo>
                  <a:pt x="54956" y="18329"/>
                  <a:pt x="54773" y="17782"/>
                  <a:pt x="54591" y="17205"/>
                </a:cubicBezTo>
                <a:cubicBezTo>
                  <a:pt x="54530" y="16931"/>
                  <a:pt x="54439" y="16658"/>
                  <a:pt x="54348" y="16384"/>
                </a:cubicBezTo>
                <a:cubicBezTo>
                  <a:pt x="54287" y="16111"/>
                  <a:pt x="54196" y="15867"/>
                  <a:pt x="54105" y="15624"/>
                </a:cubicBezTo>
                <a:cubicBezTo>
                  <a:pt x="54014" y="15290"/>
                  <a:pt x="53922" y="15016"/>
                  <a:pt x="53862" y="14804"/>
                </a:cubicBezTo>
                <a:cubicBezTo>
                  <a:pt x="53862" y="14773"/>
                  <a:pt x="53862" y="14743"/>
                  <a:pt x="53862" y="14712"/>
                </a:cubicBezTo>
                <a:cubicBezTo>
                  <a:pt x="53862" y="14652"/>
                  <a:pt x="53831" y="14591"/>
                  <a:pt x="53831" y="14560"/>
                </a:cubicBezTo>
                <a:cubicBezTo>
                  <a:pt x="53770" y="14348"/>
                  <a:pt x="53679" y="14165"/>
                  <a:pt x="53618" y="14013"/>
                </a:cubicBezTo>
                <a:cubicBezTo>
                  <a:pt x="53436" y="13618"/>
                  <a:pt x="53193" y="13223"/>
                  <a:pt x="52950" y="12828"/>
                </a:cubicBezTo>
                <a:lnTo>
                  <a:pt x="52950" y="12828"/>
                </a:lnTo>
                <a:cubicBezTo>
                  <a:pt x="53071" y="13345"/>
                  <a:pt x="53254" y="13861"/>
                  <a:pt x="53497" y="14348"/>
                </a:cubicBezTo>
                <a:cubicBezTo>
                  <a:pt x="53254" y="14074"/>
                  <a:pt x="53162" y="13740"/>
                  <a:pt x="52919" y="13497"/>
                </a:cubicBezTo>
                <a:lnTo>
                  <a:pt x="52828" y="13405"/>
                </a:lnTo>
                <a:lnTo>
                  <a:pt x="52889" y="13405"/>
                </a:lnTo>
                <a:cubicBezTo>
                  <a:pt x="52737" y="13223"/>
                  <a:pt x="52615" y="13010"/>
                  <a:pt x="52524" y="12797"/>
                </a:cubicBezTo>
                <a:lnTo>
                  <a:pt x="52342" y="12402"/>
                </a:lnTo>
                <a:cubicBezTo>
                  <a:pt x="52345" y="12396"/>
                  <a:pt x="52351" y="12394"/>
                  <a:pt x="52359" y="12394"/>
                </a:cubicBezTo>
                <a:cubicBezTo>
                  <a:pt x="52436" y="12394"/>
                  <a:pt x="52730" y="12633"/>
                  <a:pt x="52950" y="12797"/>
                </a:cubicBezTo>
                <a:cubicBezTo>
                  <a:pt x="52707" y="12433"/>
                  <a:pt x="52463" y="12038"/>
                  <a:pt x="52281" y="11642"/>
                </a:cubicBezTo>
                <a:cubicBezTo>
                  <a:pt x="52247" y="11623"/>
                  <a:pt x="52224" y="11614"/>
                  <a:pt x="52209" y="11614"/>
                </a:cubicBezTo>
                <a:cubicBezTo>
                  <a:pt x="52132" y="11614"/>
                  <a:pt x="52291" y="11854"/>
                  <a:pt x="52342" y="12007"/>
                </a:cubicBezTo>
                <a:cubicBezTo>
                  <a:pt x="52220" y="11886"/>
                  <a:pt x="52068" y="11734"/>
                  <a:pt x="51886" y="11582"/>
                </a:cubicBezTo>
                <a:cubicBezTo>
                  <a:pt x="51521" y="10913"/>
                  <a:pt x="51126" y="10244"/>
                  <a:pt x="50913" y="10092"/>
                </a:cubicBezTo>
                <a:lnTo>
                  <a:pt x="50913" y="10183"/>
                </a:lnTo>
                <a:cubicBezTo>
                  <a:pt x="50396" y="9940"/>
                  <a:pt x="50822" y="9727"/>
                  <a:pt x="50700" y="9332"/>
                </a:cubicBezTo>
                <a:lnTo>
                  <a:pt x="50700" y="9332"/>
                </a:lnTo>
                <a:cubicBezTo>
                  <a:pt x="50609" y="9393"/>
                  <a:pt x="50548" y="9424"/>
                  <a:pt x="50457" y="9454"/>
                </a:cubicBezTo>
                <a:cubicBezTo>
                  <a:pt x="50336" y="9272"/>
                  <a:pt x="50214" y="9120"/>
                  <a:pt x="50062" y="8968"/>
                </a:cubicBezTo>
                <a:cubicBezTo>
                  <a:pt x="48998" y="7813"/>
                  <a:pt x="47813" y="6749"/>
                  <a:pt x="46536" y="5837"/>
                </a:cubicBezTo>
                <a:lnTo>
                  <a:pt x="46627" y="5320"/>
                </a:lnTo>
                <a:lnTo>
                  <a:pt x="46506" y="5320"/>
                </a:lnTo>
                <a:lnTo>
                  <a:pt x="46232" y="5594"/>
                </a:lnTo>
                <a:cubicBezTo>
                  <a:pt x="44591" y="4378"/>
                  <a:pt x="42798" y="3375"/>
                  <a:pt x="40883" y="2615"/>
                </a:cubicBezTo>
                <a:cubicBezTo>
                  <a:pt x="39272" y="1916"/>
                  <a:pt x="37570" y="1399"/>
                  <a:pt x="35837" y="1004"/>
                </a:cubicBezTo>
                <a:cubicBezTo>
                  <a:pt x="34986" y="791"/>
                  <a:pt x="34165" y="670"/>
                  <a:pt x="33314" y="518"/>
                </a:cubicBezTo>
                <a:cubicBezTo>
                  <a:pt x="32463" y="366"/>
                  <a:pt x="31582" y="274"/>
                  <a:pt x="30700" y="244"/>
                </a:cubicBezTo>
                <a:cubicBezTo>
                  <a:pt x="30548" y="122"/>
                  <a:pt x="30761" y="122"/>
                  <a:pt x="30943" y="92"/>
                </a:cubicBezTo>
                <a:cubicBezTo>
                  <a:pt x="30181" y="70"/>
                  <a:pt x="29446" y="52"/>
                  <a:pt x="28724" y="52"/>
                </a:cubicBezTo>
                <a:cubicBezTo>
                  <a:pt x="27432" y="52"/>
                  <a:pt x="26182" y="110"/>
                  <a:pt x="24894" y="305"/>
                </a:cubicBezTo>
                <a:cubicBezTo>
                  <a:pt x="24562" y="275"/>
                  <a:pt x="24260" y="185"/>
                  <a:pt x="23988" y="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1"/>
          <p:cNvSpPr/>
          <p:nvPr/>
        </p:nvSpPr>
        <p:spPr>
          <a:xfrm>
            <a:off x="7534149" y="3142025"/>
            <a:ext cx="339341" cy="338482"/>
          </a:xfrm>
          <a:custGeom>
            <a:rect b="b" l="l" r="r" t="t"/>
            <a:pathLst>
              <a:path extrusionOk="0" h="57516" w="57662">
                <a:moveTo>
                  <a:pt x="23983" y="1"/>
                </a:moveTo>
                <a:lnTo>
                  <a:pt x="23983" y="1"/>
                </a:lnTo>
                <a:cubicBezTo>
                  <a:pt x="23985" y="2"/>
                  <a:pt x="23986" y="3"/>
                  <a:pt x="23988" y="5"/>
                </a:cubicBezTo>
                <a:lnTo>
                  <a:pt x="23988" y="5"/>
                </a:lnTo>
                <a:cubicBezTo>
                  <a:pt x="23987" y="3"/>
                  <a:pt x="23985" y="2"/>
                  <a:pt x="23983" y="1"/>
                </a:cubicBezTo>
                <a:close/>
                <a:moveTo>
                  <a:pt x="40828" y="17959"/>
                </a:moveTo>
                <a:cubicBezTo>
                  <a:pt x="40826" y="17960"/>
                  <a:pt x="40824" y="17962"/>
                  <a:pt x="40822" y="17965"/>
                </a:cubicBezTo>
                <a:cubicBezTo>
                  <a:pt x="40824" y="17963"/>
                  <a:pt x="40826" y="17961"/>
                  <a:pt x="40828" y="17959"/>
                </a:cubicBezTo>
                <a:close/>
                <a:moveTo>
                  <a:pt x="43740" y="22554"/>
                </a:moveTo>
                <a:lnTo>
                  <a:pt x="43740" y="22554"/>
                </a:lnTo>
                <a:cubicBezTo>
                  <a:pt x="44013" y="22615"/>
                  <a:pt x="43709" y="22767"/>
                  <a:pt x="43983" y="22767"/>
                </a:cubicBezTo>
                <a:cubicBezTo>
                  <a:pt x="43922" y="22767"/>
                  <a:pt x="43861" y="22798"/>
                  <a:pt x="43801" y="22828"/>
                </a:cubicBezTo>
                <a:lnTo>
                  <a:pt x="43679" y="22615"/>
                </a:lnTo>
                <a:lnTo>
                  <a:pt x="43740" y="22554"/>
                </a:lnTo>
                <a:close/>
                <a:moveTo>
                  <a:pt x="31538" y="12307"/>
                </a:moveTo>
                <a:cubicBezTo>
                  <a:pt x="31599" y="12307"/>
                  <a:pt x="31655" y="12308"/>
                  <a:pt x="31703" y="12311"/>
                </a:cubicBezTo>
                <a:lnTo>
                  <a:pt x="31673" y="12433"/>
                </a:lnTo>
                <a:cubicBezTo>
                  <a:pt x="32493" y="12463"/>
                  <a:pt x="34378" y="12402"/>
                  <a:pt x="35624" y="12737"/>
                </a:cubicBezTo>
                <a:lnTo>
                  <a:pt x="35472" y="12980"/>
                </a:lnTo>
                <a:cubicBezTo>
                  <a:pt x="35807" y="13010"/>
                  <a:pt x="36111" y="13041"/>
                  <a:pt x="36414" y="13132"/>
                </a:cubicBezTo>
                <a:cubicBezTo>
                  <a:pt x="36749" y="13223"/>
                  <a:pt x="37083" y="13345"/>
                  <a:pt x="37418" y="13497"/>
                </a:cubicBezTo>
                <a:cubicBezTo>
                  <a:pt x="37752" y="13618"/>
                  <a:pt x="38056" y="13770"/>
                  <a:pt x="38299" y="13892"/>
                </a:cubicBezTo>
                <a:cubicBezTo>
                  <a:pt x="38573" y="14044"/>
                  <a:pt x="38785" y="14165"/>
                  <a:pt x="38937" y="14226"/>
                </a:cubicBezTo>
                <a:cubicBezTo>
                  <a:pt x="38937" y="14287"/>
                  <a:pt x="38968" y="14317"/>
                  <a:pt x="38968" y="14348"/>
                </a:cubicBezTo>
                <a:cubicBezTo>
                  <a:pt x="38968" y="14317"/>
                  <a:pt x="38968" y="14317"/>
                  <a:pt x="38998" y="14287"/>
                </a:cubicBezTo>
                <a:lnTo>
                  <a:pt x="39059" y="14317"/>
                </a:lnTo>
                <a:lnTo>
                  <a:pt x="38968" y="14348"/>
                </a:lnTo>
                <a:cubicBezTo>
                  <a:pt x="38998" y="14408"/>
                  <a:pt x="39028" y="14500"/>
                  <a:pt x="38998" y="14560"/>
                </a:cubicBezTo>
                <a:cubicBezTo>
                  <a:pt x="39089" y="14500"/>
                  <a:pt x="39059" y="14469"/>
                  <a:pt x="39089" y="14408"/>
                </a:cubicBezTo>
                <a:lnTo>
                  <a:pt x="39150" y="14408"/>
                </a:lnTo>
                <a:lnTo>
                  <a:pt x="39393" y="14591"/>
                </a:lnTo>
                <a:cubicBezTo>
                  <a:pt x="39332" y="14682"/>
                  <a:pt x="39180" y="14804"/>
                  <a:pt x="39241" y="14895"/>
                </a:cubicBezTo>
                <a:cubicBezTo>
                  <a:pt x="39484" y="15259"/>
                  <a:pt x="39697" y="15655"/>
                  <a:pt x="39910" y="16050"/>
                </a:cubicBezTo>
                <a:cubicBezTo>
                  <a:pt x="40123" y="16415"/>
                  <a:pt x="40366" y="16779"/>
                  <a:pt x="40609" y="17114"/>
                </a:cubicBezTo>
                <a:cubicBezTo>
                  <a:pt x="40548" y="17174"/>
                  <a:pt x="40548" y="17174"/>
                  <a:pt x="40487" y="17174"/>
                </a:cubicBezTo>
                <a:cubicBezTo>
                  <a:pt x="40731" y="17326"/>
                  <a:pt x="40852" y="17509"/>
                  <a:pt x="41065" y="17630"/>
                </a:cubicBezTo>
                <a:cubicBezTo>
                  <a:pt x="41006" y="17749"/>
                  <a:pt x="40917" y="17868"/>
                  <a:pt x="40828" y="17959"/>
                </a:cubicBezTo>
                <a:lnTo>
                  <a:pt x="40828" y="17959"/>
                </a:lnTo>
                <a:cubicBezTo>
                  <a:pt x="40835" y="17953"/>
                  <a:pt x="40844" y="17950"/>
                  <a:pt x="40854" y="17950"/>
                </a:cubicBezTo>
                <a:cubicBezTo>
                  <a:pt x="41046" y="17950"/>
                  <a:pt x="41758" y="18911"/>
                  <a:pt x="41673" y="18968"/>
                </a:cubicBezTo>
                <a:lnTo>
                  <a:pt x="42098" y="18755"/>
                </a:lnTo>
                <a:lnTo>
                  <a:pt x="42098" y="18755"/>
                </a:lnTo>
                <a:cubicBezTo>
                  <a:pt x="42250" y="18998"/>
                  <a:pt x="41673" y="19089"/>
                  <a:pt x="41886" y="19241"/>
                </a:cubicBezTo>
                <a:cubicBezTo>
                  <a:pt x="41989" y="19202"/>
                  <a:pt x="42062" y="19186"/>
                  <a:pt x="42114" y="19186"/>
                </a:cubicBezTo>
                <a:cubicBezTo>
                  <a:pt x="42358" y="19186"/>
                  <a:pt x="42113" y="19554"/>
                  <a:pt x="42310" y="19554"/>
                </a:cubicBezTo>
                <a:cubicBezTo>
                  <a:pt x="42327" y="19554"/>
                  <a:pt x="42347" y="19551"/>
                  <a:pt x="42372" y="19545"/>
                </a:cubicBezTo>
                <a:lnTo>
                  <a:pt x="42372" y="19545"/>
                </a:lnTo>
                <a:cubicBezTo>
                  <a:pt x="42342" y="19576"/>
                  <a:pt x="42372" y="19667"/>
                  <a:pt x="42190" y="19758"/>
                </a:cubicBezTo>
                <a:cubicBezTo>
                  <a:pt x="42272" y="19728"/>
                  <a:pt x="42321" y="19717"/>
                  <a:pt x="42350" y="19717"/>
                </a:cubicBezTo>
                <a:cubicBezTo>
                  <a:pt x="42440" y="19717"/>
                  <a:pt x="42341" y="19826"/>
                  <a:pt x="42433" y="19849"/>
                </a:cubicBezTo>
                <a:cubicBezTo>
                  <a:pt x="42449" y="19853"/>
                  <a:pt x="42463" y="19855"/>
                  <a:pt x="42475" y="19855"/>
                </a:cubicBezTo>
                <a:cubicBezTo>
                  <a:pt x="42548" y="19855"/>
                  <a:pt x="42536" y="19780"/>
                  <a:pt x="42615" y="19728"/>
                </a:cubicBezTo>
                <a:lnTo>
                  <a:pt x="42798" y="19819"/>
                </a:lnTo>
                <a:cubicBezTo>
                  <a:pt x="42745" y="19924"/>
                  <a:pt x="42577" y="20007"/>
                  <a:pt x="42494" y="20007"/>
                </a:cubicBezTo>
                <a:cubicBezTo>
                  <a:pt x="42482" y="20007"/>
                  <a:pt x="42471" y="20005"/>
                  <a:pt x="42463" y="20001"/>
                </a:cubicBezTo>
                <a:lnTo>
                  <a:pt x="42463" y="20001"/>
                </a:lnTo>
                <a:cubicBezTo>
                  <a:pt x="42494" y="20244"/>
                  <a:pt x="42706" y="20852"/>
                  <a:pt x="42858" y="21521"/>
                </a:cubicBezTo>
                <a:cubicBezTo>
                  <a:pt x="42919" y="21825"/>
                  <a:pt x="43010" y="22129"/>
                  <a:pt x="43102" y="22402"/>
                </a:cubicBezTo>
                <a:cubicBezTo>
                  <a:pt x="43132" y="22615"/>
                  <a:pt x="43223" y="22828"/>
                  <a:pt x="43314" y="22980"/>
                </a:cubicBezTo>
                <a:cubicBezTo>
                  <a:pt x="43557" y="22889"/>
                  <a:pt x="43405" y="22798"/>
                  <a:pt x="43649" y="22646"/>
                </a:cubicBezTo>
                <a:cubicBezTo>
                  <a:pt x="43679" y="22737"/>
                  <a:pt x="43709" y="22828"/>
                  <a:pt x="43709" y="22919"/>
                </a:cubicBezTo>
                <a:cubicBezTo>
                  <a:pt x="43588" y="23041"/>
                  <a:pt x="43770" y="23162"/>
                  <a:pt x="43314" y="23375"/>
                </a:cubicBezTo>
                <a:lnTo>
                  <a:pt x="43709" y="23314"/>
                </a:lnTo>
                <a:lnTo>
                  <a:pt x="43497" y="23436"/>
                </a:lnTo>
                <a:cubicBezTo>
                  <a:pt x="44013" y="23861"/>
                  <a:pt x="43740" y="23497"/>
                  <a:pt x="43770" y="24013"/>
                </a:cubicBezTo>
                <a:cubicBezTo>
                  <a:pt x="43801" y="24105"/>
                  <a:pt x="43892" y="24165"/>
                  <a:pt x="43983" y="24196"/>
                </a:cubicBezTo>
                <a:cubicBezTo>
                  <a:pt x="43953" y="24287"/>
                  <a:pt x="43953" y="24378"/>
                  <a:pt x="43983" y="24439"/>
                </a:cubicBezTo>
                <a:cubicBezTo>
                  <a:pt x="44226" y="24865"/>
                  <a:pt x="44652" y="25351"/>
                  <a:pt x="44743" y="25928"/>
                </a:cubicBezTo>
                <a:lnTo>
                  <a:pt x="44712" y="25928"/>
                </a:lnTo>
                <a:lnTo>
                  <a:pt x="44561" y="25776"/>
                </a:lnTo>
                <a:lnTo>
                  <a:pt x="44561" y="25776"/>
                </a:lnTo>
                <a:cubicBezTo>
                  <a:pt x="44561" y="25928"/>
                  <a:pt x="44621" y="26050"/>
                  <a:pt x="44712" y="26172"/>
                </a:cubicBezTo>
                <a:cubicBezTo>
                  <a:pt x="44743" y="26475"/>
                  <a:pt x="44804" y="26779"/>
                  <a:pt x="44925" y="27083"/>
                </a:cubicBezTo>
                <a:cubicBezTo>
                  <a:pt x="44986" y="27296"/>
                  <a:pt x="45077" y="27479"/>
                  <a:pt x="45199" y="27691"/>
                </a:cubicBezTo>
                <a:cubicBezTo>
                  <a:pt x="45472" y="28056"/>
                  <a:pt x="45564" y="28542"/>
                  <a:pt x="45533" y="28998"/>
                </a:cubicBezTo>
                <a:cubicBezTo>
                  <a:pt x="45472" y="28968"/>
                  <a:pt x="45442" y="28938"/>
                  <a:pt x="45412" y="28907"/>
                </a:cubicBezTo>
                <a:lnTo>
                  <a:pt x="45412" y="28907"/>
                </a:lnTo>
                <a:cubicBezTo>
                  <a:pt x="45260" y="29272"/>
                  <a:pt x="45564" y="30001"/>
                  <a:pt x="45351" y="30700"/>
                </a:cubicBezTo>
                <a:cubicBezTo>
                  <a:pt x="45384" y="30601"/>
                  <a:pt x="45472" y="30501"/>
                  <a:pt x="45550" y="30501"/>
                </a:cubicBezTo>
                <a:cubicBezTo>
                  <a:pt x="45614" y="30501"/>
                  <a:pt x="45671" y="30569"/>
                  <a:pt x="45685" y="30761"/>
                </a:cubicBezTo>
                <a:cubicBezTo>
                  <a:pt x="45624" y="31004"/>
                  <a:pt x="45564" y="31217"/>
                  <a:pt x="45564" y="31460"/>
                </a:cubicBezTo>
                <a:cubicBezTo>
                  <a:pt x="45442" y="31460"/>
                  <a:pt x="45320" y="31400"/>
                  <a:pt x="45229" y="31369"/>
                </a:cubicBezTo>
                <a:lnTo>
                  <a:pt x="45229" y="31369"/>
                </a:lnTo>
                <a:cubicBezTo>
                  <a:pt x="45320" y="31582"/>
                  <a:pt x="45564" y="31521"/>
                  <a:pt x="45503" y="31673"/>
                </a:cubicBezTo>
                <a:cubicBezTo>
                  <a:pt x="45491" y="31685"/>
                  <a:pt x="45474" y="31690"/>
                  <a:pt x="45455" y="31690"/>
                </a:cubicBezTo>
                <a:cubicBezTo>
                  <a:pt x="45375" y="31690"/>
                  <a:pt x="45248" y="31606"/>
                  <a:pt x="45199" y="31582"/>
                </a:cubicBezTo>
                <a:lnTo>
                  <a:pt x="45199" y="31582"/>
                </a:lnTo>
                <a:cubicBezTo>
                  <a:pt x="45229" y="31673"/>
                  <a:pt x="45108" y="31734"/>
                  <a:pt x="45260" y="31764"/>
                </a:cubicBezTo>
                <a:cubicBezTo>
                  <a:pt x="45305" y="31749"/>
                  <a:pt x="45351" y="31742"/>
                  <a:pt x="45396" y="31742"/>
                </a:cubicBezTo>
                <a:cubicBezTo>
                  <a:pt x="45442" y="31742"/>
                  <a:pt x="45488" y="31749"/>
                  <a:pt x="45533" y="31764"/>
                </a:cubicBezTo>
                <a:cubicBezTo>
                  <a:pt x="45503" y="32099"/>
                  <a:pt x="45412" y="32403"/>
                  <a:pt x="45260" y="32707"/>
                </a:cubicBezTo>
                <a:cubicBezTo>
                  <a:pt x="45260" y="32707"/>
                  <a:pt x="45320" y="32859"/>
                  <a:pt x="45381" y="33011"/>
                </a:cubicBezTo>
                <a:lnTo>
                  <a:pt x="45472" y="33345"/>
                </a:lnTo>
                <a:cubicBezTo>
                  <a:pt x="45229" y="34500"/>
                  <a:pt x="44895" y="35625"/>
                  <a:pt x="44439" y="36749"/>
                </a:cubicBezTo>
                <a:cubicBezTo>
                  <a:pt x="44105" y="37509"/>
                  <a:pt x="43740" y="38239"/>
                  <a:pt x="43314" y="38968"/>
                </a:cubicBezTo>
                <a:cubicBezTo>
                  <a:pt x="42858" y="39698"/>
                  <a:pt x="42342" y="40397"/>
                  <a:pt x="41764" y="41065"/>
                </a:cubicBezTo>
                <a:cubicBezTo>
                  <a:pt x="41187" y="41704"/>
                  <a:pt x="40579" y="42281"/>
                  <a:pt x="39910" y="42798"/>
                </a:cubicBezTo>
                <a:cubicBezTo>
                  <a:pt x="39241" y="43284"/>
                  <a:pt x="38542" y="43710"/>
                  <a:pt x="37843" y="44075"/>
                </a:cubicBezTo>
                <a:cubicBezTo>
                  <a:pt x="36749" y="44652"/>
                  <a:pt x="35624" y="45078"/>
                  <a:pt x="34439" y="45321"/>
                </a:cubicBezTo>
                <a:lnTo>
                  <a:pt x="34530" y="45260"/>
                </a:lnTo>
                <a:lnTo>
                  <a:pt x="34530" y="45260"/>
                </a:lnTo>
                <a:cubicBezTo>
                  <a:pt x="33358" y="45573"/>
                  <a:pt x="32163" y="45729"/>
                  <a:pt x="30965" y="45729"/>
                </a:cubicBezTo>
                <a:cubicBezTo>
                  <a:pt x="30765" y="45729"/>
                  <a:pt x="30565" y="45725"/>
                  <a:pt x="30366" y="45716"/>
                </a:cubicBezTo>
                <a:cubicBezTo>
                  <a:pt x="28572" y="45686"/>
                  <a:pt x="26809" y="45382"/>
                  <a:pt x="25138" y="44834"/>
                </a:cubicBezTo>
                <a:cubicBezTo>
                  <a:pt x="23405" y="44257"/>
                  <a:pt x="21794" y="43467"/>
                  <a:pt x="20274" y="42494"/>
                </a:cubicBezTo>
                <a:cubicBezTo>
                  <a:pt x="19028" y="41673"/>
                  <a:pt x="17873" y="40731"/>
                  <a:pt x="16870" y="39667"/>
                </a:cubicBezTo>
                <a:cubicBezTo>
                  <a:pt x="16688" y="39272"/>
                  <a:pt x="16505" y="38877"/>
                  <a:pt x="16262" y="38512"/>
                </a:cubicBezTo>
                <a:cubicBezTo>
                  <a:pt x="16049" y="38178"/>
                  <a:pt x="15837" y="37813"/>
                  <a:pt x="15654" y="37418"/>
                </a:cubicBezTo>
                <a:lnTo>
                  <a:pt x="15654" y="37418"/>
                </a:lnTo>
                <a:cubicBezTo>
                  <a:pt x="15719" y="37645"/>
                  <a:pt x="15672" y="37742"/>
                  <a:pt x="15590" y="37742"/>
                </a:cubicBezTo>
                <a:cubicBezTo>
                  <a:pt x="15519" y="37742"/>
                  <a:pt x="15421" y="37667"/>
                  <a:pt x="15350" y="37540"/>
                </a:cubicBezTo>
                <a:cubicBezTo>
                  <a:pt x="15046" y="37023"/>
                  <a:pt x="14925" y="36749"/>
                  <a:pt x="14834" y="36597"/>
                </a:cubicBezTo>
                <a:cubicBezTo>
                  <a:pt x="14742" y="36445"/>
                  <a:pt x="14712" y="36445"/>
                  <a:pt x="14651" y="36445"/>
                </a:cubicBezTo>
                <a:cubicBezTo>
                  <a:pt x="14621" y="36445"/>
                  <a:pt x="14560" y="36445"/>
                  <a:pt x="14469" y="36293"/>
                </a:cubicBezTo>
                <a:cubicBezTo>
                  <a:pt x="14378" y="36202"/>
                  <a:pt x="14317" y="36081"/>
                  <a:pt x="14226" y="35989"/>
                </a:cubicBezTo>
                <a:cubicBezTo>
                  <a:pt x="14165" y="35807"/>
                  <a:pt x="14043" y="35594"/>
                  <a:pt x="13922" y="35321"/>
                </a:cubicBezTo>
                <a:cubicBezTo>
                  <a:pt x="13861" y="35169"/>
                  <a:pt x="13770" y="34956"/>
                  <a:pt x="13648" y="34743"/>
                </a:cubicBezTo>
                <a:cubicBezTo>
                  <a:pt x="13557" y="34530"/>
                  <a:pt x="13496" y="34257"/>
                  <a:pt x="13405" y="33983"/>
                </a:cubicBezTo>
                <a:cubicBezTo>
                  <a:pt x="13192" y="33345"/>
                  <a:pt x="13010" y="32676"/>
                  <a:pt x="12888" y="32007"/>
                </a:cubicBezTo>
                <a:cubicBezTo>
                  <a:pt x="12311" y="28694"/>
                  <a:pt x="12645" y="25290"/>
                  <a:pt x="13891" y="22129"/>
                </a:cubicBezTo>
                <a:cubicBezTo>
                  <a:pt x="14134" y="21551"/>
                  <a:pt x="14408" y="20974"/>
                  <a:pt x="14712" y="20427"/>
                </a:cubicBezTo>
                <a:cubicBezTo>
                  <a:pt x="14864" y="20184"/>
                  <a:pt x="14985" y="19971"/>
                  <a:pt x="15107" y="19788"/>
                </a:cubicBezTo>
                <a:cubicBezTo>
                  <a:pt x="15229" y="19576"/>
                  <a:pt x="15320" y="19454"/>
                  <a:pt x="15411" y="19302"/>
                </a:cubicBezTo>
                <a:cubicBezTo>
                  <a:pt x="15502" y="18968"/>
                  <a:pt x="15624" y="18633"/>
                  <a:pt x="15806" y="18299"/>
                </a:cubicBezTo>
                <a:cubicBezTo>
                  <a:pt x="15989" y="17995"/>
                  <a:pt x="16201" y="17691"/>
                  <a:pt x="16414" y="17357"/>
                </a:cubicBezTo>
                <a:cubicBezTo>
                  <a:pt x="16627" y="17053"/>
                  <a:pt x="16870" y="16840"/>
                  <a:pt x="17083" y="16567"/>
                </a:cubicBezTo>
                <a:cubicBezTo>
                  <a:pt x="17296" y="16323"/>
                  <a:pt x="17508" y="16080"/>
                  <a:pt x="17660" y="15807"/>
                </a:cubicBezTo>
                <a:lnTo>
                  <a:pt x="17660" y="15959"/>
                </a:lnTo>
                <a:cubicBezTo>
                  <a:pt x="17843" y="15776"/>
                  <a:pt x="18025" y="15594"/>
                  <a:pt x="18207" y="15442"/>
                </a:cubicBezTo>
                <a:cubicBezTo>
                  <a:pt x="18511" y="15199"/>
                  <a:pt x="18815" y="14956"/>
                  <a:pt x="19150" y="14743"/>
                </a:cubicBezTo>
                <a:cubicBezTo>
                  <a:pt x="20031" y="14196"/>
                  <a:pt x="20973" y="13740"/>
                  <a:pt x="21977" y="13436"/>
                </a:cubicBezTo>
                <a:cubicBezTo>
                  <a:pt x="24165" y="12676"/>
                  <a:pt x="26749" y="12615"/>
                  <a:pt x="27600" y="12524"/>
                </a:cubicBezTo>
                <a:lnTo>
                  <a:pt x="27387" y="12463"/>
                </a:lnTo>
                <a:cubicBezTo>
                  <a:pt x="27602" y="12406"/>
                  <a:pt x="27824" y="12375"/>
                  <a:pt x="28047" y="12375"/>
                </a:cubicBezTo>
                <a:cubicBezTo>
                  <a:pt x="28295" y="12375"/>
                  <a:pt x="28544" y="12413"/>
                  <a:pt x="28785" y="12493"/>
                </a:cubicBezTo>
                <a:cubicBezTo>
                  <a:pt x="29119" y="12676"/>
                  <a:pt x="29515" y="12828"/>
                  <a:pt x="29910" y="12919"/>
                </a:cubicBezTo>
                <a:cubicBezTo>
                  <a:pt x="29800" y="12450"/>
                  <a:pt x="30939" y="12307"/>
                  <a:pt x="31538" y="12307"/>
                </a:cubicBezTo>
                <a:close/>
                <a:moveTo>
                  <a:pt x="8610" y="48991"/>
                </a:moveTo>
                <a:cubicBezTo>
                  <a:pt x="8637" y="49032"/>
                  <a:pt x="8666" y="49068"/>
                  <a:pt x="8694" y="49090"/>
                </a:cubicBezTo>
                <a:cubicBezTo>
                  <a:pt x="8666" y="49057"/>
                  <a:pt x="8638" y="49024"/>
                  <a:pt x="8610" y="48991"/>
                </a:cubicBezTo>
                <a:close/>
                <a:moveTo>
                  <a:pt x="35749" y="56859"/>
                </a:moveTo>
                <a:cubicBezTo>
                  <a:pt x="35728" y="56863"/>
                  <a:pt x="35706" y="56867"/>
                  <a:pt x="35685" y="56871"/>
                </a:cubicBezTo>
                <a:cubicBezTo>
                  <a:pt x="35692" y="56874"/>
                  <a:pt x="35698" y="56876"/>
                  <a:pt x="35705" y="56876"/>
                </a:cubicBezTo>
                <a:cubicBezTo>
                  <a:pt x="35719" y="56876"/>
                  <a:pt x="35734" y="56870"/>
                  <a:pt x="35749" y="56859"/>
                </a:cubicBezTo>
                <a:close/>
                <a:moveTo>
                  <a:pt x="23988" y="5"/>
                </a:moveTo>
                <a:cubicBezTo>
                  <a:pt x="24089" y="101"/>
                  <a:pt x="21300" y="439"/>
                  <a:pt x="18481" y="1399"/>
                </a:cubicBezTo>
                <a:cubicBezTo>
                  <a:pt x="17144" y="1855"/>
                  <a:pt x="15837" y="2402"/>
                  <a:pt x="14560" y="3071"/>
                </a:cubicBezTo>
                <a:cubicBezTo>
                  <a:pt x="13526" y="3618"/>
                  <a:pt x="12827" y="4074"/>
                  <a:pt x="12767" y="4074"/>
                </a:cubicBezTo>
                <a:lnTo>
                  <a:pt x="12888" y="4560"/>
                </a:lnTo>
                <a:cubicBezTo>
                  <a:pt x="11916" y="5199"/>
                  <a:pt x="11703" y="5199"/>
                  <a:pt x="11520" y="5199"/>
                </a:cubicBezTo>
                <a:cubicBezTo>
                  <a:pt x="11479" y="5193"/>
                  <a:pt x="11438" y="5187"/>
                  <a:pt x="11394" y="5187"/>
                </a:cubicBezTo>
                <a:cubicBezTo>
                  <a:pt x="11212" y="5187"/>
                  <a:pt x="10964" y="5287"/>
                  <a:pt x="10305" y="5898"/>
                </a:cubicBezTo>
                <a:cubicBezTo>
                  <a:pt x="10213" y="6232"/>
                  <a:pt x="10031" y="6506"/>
                  <a:pt x="9757" y="6749"/>
                </a:cubicBezTo>
                <a:cubicBezTo>
                  <a:pt x="9484" y="7022"/>
                  <a:pt x="9180" y="7326"/>
                  <a:pt x="8815" y="7630"/>
                </a:cubicBezTo>
                <a:cubicBezTo>
                  <a:pt x="8116" y="8208"/>
                  <a:pt x="7508" y="8816"/>
                  <a:pt x="7387" y="9211"/>
                </a:cubicBezTo>
                <a:cubicBezTo>
                  <a:pt x="7386" y="9210"/>
                  <a:pt x="7385" y="9210"/>
                  <a:pt x="7384" y="9210"/>
                </a:cubicBezTo>
                <a:cubicBezTo>
                  <a:pt x="7336" y="9210"/>
                  <a:pt x="6791" y="9816"/>
                  <a:pt x="6612" y="9816"/>
                </a:cubicBezTo>
                <a:cubicBezTo>
                  <a:pt x="6591" y="9816"/>
                  <a:pt x="6575" y="9807"/>
                  <a:pt x="6566" y="9788"/>
                </a:cubicBezTo>
                <a:lnTo>
                  <a:pt x="6566" y="9788"/>
                </a:lnTo>
                <a:cubicBezTo>
                  <a:pt x="6657" y="10275"/>
                  <a:pt x="5988" y="10700"/>
                  <a:pt x="5715" y="11278"/>
                </a:cubicBezTo>
                <a:cubicBezTo>
                  <a:pt x="5699" y="11341"/>
                  <a:pt x="5704" y="11365"/>
                  <a:pt x="5723" y="11365"/>
                </a:cubicBezTo>
                <a:cubicBezTo>
                  <a:pt x="5777" y="11365"/>
                  <a:pt x="5945" y="11171"/>
                  <a:pt x="6080" y="11126"/>
                </a:cubicBezTo>
                <a:lnTo>
                  <a:pt x="6080" y="11126"/>
                </a:lnTo>
                <a:lnTo>
                  <a:pt x="5715" y="11764"/>
                </a:lnTo>
                <a:lnTo>
                  <a:pt x="5380" y="12402"/>
                </a:lnTo>
                <a:cubicBezTo>
                  <a:pt x="5210" y="12602"/>
                  <a:pt x="5059" y="12708"/>
                  <a:pt x="4975" y="12708"/>
                </a:cubicBezTo>
                <a:cubicBezTo>
                  <a:pt x="4879" y="12708"/>
                  <a:pt x="4870" y="12571"/>
                  <a:pt x="5016" y="12281"/>
                </a:cubicBezTo>
                <a:lnTo>
                  <a:pt x="5016" y="12281"/>
                </a:lnTo>
                <a:cubicBezTo>
                  <a:pt x="4043" y="13709"/>
                  <a:pt x="3253" y="15199"/>
                  <a:pt x="2584" y="16779"/>
                </a:cubicBezTo>
                <a:cubicBezTo>
                  <a:pt x="2098" y="17904"/>
                  <a:pt x="1672" y="19089"/>
                  <a:pt x="1307" y="20275"/>
                </a:cubicBezTo>
                <a:cubicBezTo>
                  <a:pt x="1155" y="20913"/>
                  <a:pt x="973" y="21551"/>
                  <a:pt x="821" y="22220"/>
                </a:cubicBezTo>
                <a:cubicBezTo>
                  <a:pt x="669" y="22858"/>
                  <a:pt x="578" y="23527"/>
                  <a:pt x="426" y="24226"/>
                </a:cubicBezTo>
                <a:cubicBezTo>
                  <a:pt x="61" y="26779"/>
                  <a:pt x="0" y="29393"/>
                  <a:pt x="244" y="32007"/>
                </a:cubicBezTo>
                <a:cubicBezTo>
                  <a:pt x="426" y="33740"/>
                  <a:pt x="760" y="35473"/>
                  <a:pt x="1277" y="37144"/>
                </a:cubicBezTo>
                <a:cubicBezTo>
                  <a:pt x="1368" y="36567"/>
                  <a:pt x="943" y="35381"/>
                  <a:pt x="1277" y="34834"/>
                </a:cubicBezTo>
                <a:lnTo>
                  <a:pt x="1277" y="34834"/>
                </a:lnTo>
                <a:cubicBezTo>
                  <a:pt x="1763" y="35807"/>
                  <a:pt x="1520" y="36384"/>
                  <a:pt x="1915" y="36749"/>
                </a:cubicBezTo>
                <a:cubicBezTo>
                  <a:pt x="1672" y="37023"/>
                  <a:pt x="1794" y="37600"/>
                  <a:pt x="1946" y="38239"/>
                </a:cubicBezTo>
                <a:cubicBezTo>
                  <a:pt x="2098" y="38847"/>
                  <a:pt x="2341" y="39515"/>
                  <a:pt x="2159" y="40032"/>
                </a:cubicBezTo>
                <a:lnTo>
                  <a:pt x="2614" y="40184"/>
                </a:lnTo>
                <a:lnTo>
                  <a:pt x="2614" y="40761"/>
                </a:lnTo>
                <a:cubicBezTo>
                  <a:pt x="3192" y="41825"/>
                  <a:pt x="3557" y="42403"/>
                  <a:pt x="3769" y="42737"/>
                </a:cubicBezTo>
                <a:cubicBezTo>
                  <a:pt x="3952" y="43072"/>
                  <a:pt x="4013" y="43163"/>
                  <a:pt x="4073" y="43254"/>
                </a:cubicBezTo>
                <a:cubicBezTo>
                  <a:pt x="4408" y="44014"/>
                  <a:pt x="4803" y="44743"/>
                  <a:pt x="5259" y="45442"/>
                </a:cubicBezTo>
                <a:cubicBezTo>
                  <a:pt x="5836" y="46263"/>
                  <a:pt x="6505" y="46962"/>
                  <a:pt x="7235" y="47631"/>
                </a:cubicBezTo>
                <a:cubicBezTo>
                  <a:pt x="7720" y="48031"/>
                  <a:pt x="8179" y="48484"/>
                  <a:pt x="8610" y="48991"/>
                </a:cubicBezTo>
                <a:lnTo>
                  <a:pt x="8610" y="48991"/>
                </a:lnTo>
                <a:cubicBezTo>
                  <a:pt x="8527" y="48862"/>
                  <a:pt x="8469" y="48675"/>
                  <a:pt x="8578" y="48675"/>
                </a:cubicBezTo>
                <a:cubicBezTo>
                  <a:pt x="8627" y="48675"/>
                  <a:pt x="8712" y="48714"/>
                  <a:pt x="8846" y="48816"/>
                </a:cubicBezTo>
                <a:cubicBezTo>
                  <a:pt x="8694" y="49120"/>
                  <a:pt x="10183" y="49789"/>
                  <a:pt x="10153" y="50245"/>
                </a:cubicBezTo>
                <a:cubicBezTo>
                  <a:pt x="10528" y="50550"/>
                  <a:pt x="11500" y="51380"/>
                  <a:pt x="11813" y="51380"/>
                </a:cubicBezTo>
                <a:cubicBezTo>
                  <a:pt x="11899" y="51380"/>
                  <a:pt x="11935" y="51317"/>
                  <a:pt x="11896" y="51163"/>
                </a:cubicBezTo>
                <a:lnTo>
                  <a:pt x="11896" y="51163"/>
                </a:lnTo>
                <a:cubicBezTo>
                  <a:pt x="12024" y="51532"/>
                  <a:pt x="12907" y="52271"/>
                  <a:pt x="12700" y="52271"/>
                </a:cubicBezTo>
                <a:cubicBezTo>
                  <a:pt x="12656" y="52271"/>
                  <a:pt x="12563" y="52238"/>
                  <a:pt x="12402" y="52160"/>
                </a:cubicBezTo>
                <a:lnTo>
                  <a:pt x="12402" y="52160"/>
                </a:lnTo>
                <a:cubicBezTo>
                  <a:pt x="12797" y="52525"/>
                  <a:pt x="13223" y="52829"/>
                  <a:pt x="13678" y="53072"/>
                </a:cubicBezTo>
                <a:lnTo>
                  <a:pt x="13131" y="52555"/>
                </a:lnTo>
                <a:lnTo>
                  <a:pt x="13131" y="52555"/>
                </a:lnTo>
                <a:lnTo>
                  <a:pt x="15137" y="53923"/>
                </a:lnTo>
                <a:cubicBezTo>
                  <a:pt x="15654" y="54318"/>
                  <a:pt x="16262" y="54591"/>
                  <a:pt x="16900" y="54683"/>
                </a:cubicBezTo>
                <a:lnTo>
                  <a:pt x="16323" y="54196"/>
                </a:lnTo>
                <a:lnTo>
                  <a:pt x="16323" y="54196"/>
                </a:lnTo>
                <a:cubicBezTo>
                  <a:pt x="17387" y="54713"/>
                  <a:pt x="18238" y="55139"/>
                  <a:pt x="18511" y="55686"/>
                </a:cubicBezTo>
                <a:lnTo>
                  <a:pt x="17934" y="55503"/>
                </a:lnTo>
                <a:cubicBezTo>
                  <a:pt x="17630" y="55412"/>
                  <a:pt x="17356" y="55291"/>
                  <a:pt x="17356" y="55291"/>
                </a:cubicBezTo>
                <a:lnTo>
                  <a:pt x="17356" y="55291"/>
                </a:lnTo>
                <a:cubicBezTo>
                  <a:pt x="18755" y="56050"/>
                  <a:pt x="20274" y="56537"/>
                  <a:pt x="21855" y="56810"/>
                </a:cubicBezTo>
                <a:lnTo>
                  <a:pt x="21308" y="56628"/>
                </a:lnTo>
                <a:lnTo>
                  <a:pt x="21308" y="56628"/>
                </a:lnTo>
                <a:cubicBezTo>
                  <a:pt x="22341" y="56780"/>
                  <a:pt x="25502" y="57479"/>
                  <a:pt x="28633" y="57509"/>
                </a:cubicBezTo>
                <a:cubicBezTo>
                  <a:pt x="28746" y="57514"/>
                  <a:pt x="28859" y="57516"/>
                  <a:pt x="28972" y="57516"/>
                </a:cubicBezTo>
                <a:cubicBezTo>
                  <a:pt x="29649" y="57516"/>
                  <a:pt x="30322" y="57449"/>
                  <a:pt x="30974" y="57449"/>
                </a:cubicBezTo>
                <a:cubicBezTo>
                  <a:pt x="31734" y="57418"/>
                  <a:pt x="32433" y="57266"/>
                  <a:pt x="33071" y="57175"/>
                </a:cubicBezTo>
                <a:cubicBezTo>
                  <a:pt x="34013" y="57054"/>
                  <a:pt x="34895" y="56810"/>
                  <a:pt x="35776" y="56476"/>
                </a:cubicBezTo>
                <a:lnTo>
                  <a:pt x="35320" y="56385"/>
                </a:lnTo>
                <a:lnTo>
                  <a:pt x="34895" y="56263"/>
                </a:lnTo>
                <a:lnTo>
                  <a:pt x="35655" y="56020"/>
                </a:lnTo>
                <a:lnTo>
                  <a:pt x="36392" y="55725"/>
                </a:lnTo>
                <a:lnTo>
                  <a:pt x="36392" y="55725"/>
                </a:lnTo>
                <a:cubicBezTo>
                  <a:pt x="36225" y="55827"/>
                  <a:pt x="35935" y="56723"/>
                  <a:pt x="35749" y="56859"/>
                </a:cubicBezTo>
                <a:lnTo>
                  <a:pt x="35749" y="56859"/>
                </a:lnTo>
                <a:cubicBezTo>
                  <a:pt x="37308" y="56556"/>
                  <a:pt x="38867" y="56134"/>
                  <a:pt x="40366" y="55564"/>
                </a:cubicBezTo>
                <a:cubicBezTo>
                  <a:pt x="42737" y="54683"/>
                  <a:pt x="44986" y="53467"/>
                  <a:pt x="47023" y="51947"/>
                </a:cubicBezTo>
                <a:cubicBezTo>
                  <a:pt x="49059" y="50397"/>
                  <a:pt x="50852" y="48573"/>
                  <a:pt x="52342" y="46506"/>
                </a:cubicBezTo>
                <a:cubicBezTo>
                  <a:pt x="53254" y="45230"/>
                  <a:pt x="54105" y="43892"/>
                  <a:pt x="54865" y="42524"/>
                </a:cubicBezTo>
                <a:cubicBezTo>
                  <a:pt x="55096" y="42163"/>
                  <a:pt x="55237" y="42040"/>
                  <a:pt x="55324" y="42040"/>
                </a:cubicBezTo>
                <a:cubicBezTo>
                  <a:pt x="55500" y="42040"/>
                  <a:pt x="55452" y="42544"/>
                  <a:pt x="55473" y="42585"/>
                </a:cubicBezTo>
                <a:cubicBezTo>
                  <a:pt x="56020" y="41065"/>
                  <a:pt x="55442" y="41825"/>
                  <a:pt x="55989" y="40579"/>
                </a:cubicBezTo>
                <a:cubicBezTo>
                  <a:pt x="56031" y="40510"/>
                  <a:pt x="56064" y="40482"/>
                  <a:pt x="56091" y="40482"/>
                </a:cubicBezTo>
                <a:cubicBezTo>
                  <a:pt x="56182" y="40482"/>
                  <a:pt x="56195" y="40810"/>
                  <a:pt x="56172" y="40974"/>
                </a:cubicBezTo>
                <a:cubicBezTo>
                  <a:pt x="56384" y="40397"/>
                  <a:pt x="56628" y="39910"/>
                  <a:pt x="56506" y="39819"/>
                </a:cubicBezTo>
                <a:lnTo>
                  <a:pt x="56506" y="39819"/>
                </a:lnTo>
                <a:cubicBezTo>
                  <a:pt x="56334" y="40135"/>
                  <a:pt x="56182" y="40200"/>
                  <a:pt x="56032" y="40200"/>
                </a:cubicBezTo>
                <a:cubicBezTo>
                  <a:pt x="55925" y="40200"/>
                  <a:pt x="55820" y="40167"/>
                  <a:pt x="55708" y="40167"/>
                </a:cubicBezTo>
                <a:cubicBezTo>
                  <a:pt x="55642" y="40167"/>
                  <a:pt x="55574" y="40179"/>
                  <a:pt x="55503" y="40214"/>
                </a:cubicBezTo>
                <a:lnTo>
                  <a:pt x="56080" y="38664"/>
                </a:lnTo>
                <a:cubicBezTo>
                  <a:pt x="56141" y="38786"/>
                  <a:pt x="56141" y="38938"/>
                  <a:pt x="56080" y="39090"/>
                </a:cubicBezTo>
                <a:cubicBezTo>
                  <a:pt x="56141" y="38968"/>
                  <a:pt x="56263" y="38877"/>
                  <a:pt x="56293" y="38786"/>
                </a:cubicBezTo>
                <a:cubicBezTo>
                  <a:pt x="56324" y="38695"/>
                  <a:pt x="56324" y="38603"/>
                  <a:pt x="56293" y="38512"/>
                </a:cubicBezTo>
                <a:cubicBezTo>
                  <a:pt x="56395" y="38512"/>
                  <a:pt x="56482" y="38580"/>
                  <a:pt x="56575" y="38580"/>
                </a:cubicBezTo>
                <a:cubicBezTo>
                  <a:pt x="56621" y="38580"/>
                  <a:pt x="56668" y="38563"/>
                  <a:pt x="56719" y="38512"/>
                </a:cubicBezTo>
                <a:cubicBezTo>
                  <a:pt x="56688" y="38299"/>
                  <a:pt x="56476" y="37995"/>
                  <a:pt x="56719" y="37843"/>
                </a:cubicBezTo>
                <a:lnTo>
                  <a:pt x="56780" y="37843"/>
                </a:lnTo>
                <a:cubicBezTo>
                  <a:pt x="57236" y="37479"/>
                  <a:pt x="56567" y="36992"/>
                  <a:pt x="56992" y="36658"/>
                </a:cubicBezTo>
                <a:lnTo>
                  <a:pt x="56992" y="36658"/>
                </a:lnTo>
                <a:lnTo>
                  <a:pt x="57053" y="36719"/>
                </a:lnTo>
                <a:cubicBezTo>
                  <a:pt x="57266" y="36628"/>
                  <a:pt x="57114" y="36263"/>
                  <a:pt x="57387" y="36020"/>
                </a:cubicBezTo>
                <a:lnTo>
                  <a:pt x="57387" y="36020"/>
                </a:lnTo>
                <a:cubicBezTo>
                  <a:pt x="57348" y="36046"/>
                  <a:pt x="57280" y="36067"/>
                  <a:pt x="57218" y="36067"/>
                </a:cubicBezTo>
                <a:cubicBezTo>
                  <a:pt x="57137" y="36067"/>
                  <a:pt x="57066" y="36032"/>
                  <a:pt x="57084" y="35929"/>
                </a:cubicBezTo>
                <a:cubicBezTo>
                  <a:pt x="57327" y="35655"/>
                  <a:pt x="57205" y="35381"/>
                  <a:pt x="57509" y="35199"/>
                </a:cubicBezTo>
                <a:lnTo>
                  <a:pt x="57266" y="34925"/>
                </a:lnTo>
                <a:cubicBezTo>
                  <a:pt x="57357" y="34470"/>
                  <a:pt x="57448" y="34014"/>
                  <a:pt x="57479" y="33558"/>
                </a:cubicBezTo>
                <a:cubicBezTo>
                  <a:pt x="57570" y="32889"/>
                  <a:pt x="57631" y="32251"/>
                  <a:pt x="57631" y="31582"/>
                </a:cubicBezTo>
                <a:cubicBezTo>
                  <a:pt x="57631" y="30883"/>
                  <a:pt x="57661" y="30184"/>
                  <a:pt x="57631" y="29606"/>
                </a:cubicBezTo>
                <a:cubicBezTo>
                  <a:pt x="57600" y="28998"/>
                  <a:pt x="57570" y="28512"/>
                  <a:pt x="57539" y="28238"/>
                </a:cubicBezTo>
                <a:lnTo>
                  <a:pt x="57539" y="28238"/>
                </a:lnTo>
                <a:lnTo>
                  <a:pt x="57600" y="28299"/>
                </a:lnTo>
                <a:cubicBezTo>
                  <a:pt x="57570" y="27874"/>
                  <a:pt x="57539" y="27327"/>
                  <a:pt x="57479" y="26749"/>
                </a:cubicBezTo>
                <a:cubicBezTo>
                  <a:pt x="57387" y="26141"/>
                  <a:pt x="57357" y="25503"/>
                  <a:pt x="57236" y="24865"/>
                </a:cubicBezTo>
                <a:cubicBezTo>
                  <a:pt x="57144" y="24226"/>
                  <a:pt x="56992" y="23618"/>
                  <a:pt x="56871" y="23041"/>
                </a:cubicBezTo>
                <a:cubicBezTo>
                  <a:pt x="56719" y="22524"/>
                  <a:pt x="56536" y="22038"/>
                  <a:pt x="56324" y="21551"/>
                </a:cubicBezTo>
                <a:cubicBezTo>
                  <a:pt x="56536" y="21217"/>
                  <a:pt x="56415" y="20883"/>
                  <a:pt x="56415" y="20579"/>
                </a:cubicBezTo>
                <a:lnTo>
                  <a:pt x="56415" y="20579"/>
                </a:lnTo>
                <a:cubicBezTo>
                  <a:pt x="56365" y="20679"/>
                  <a:pt x="56278" y="20724"/>
                  <a:pt x="56209" y="20724"/>
                </a:cubicBezTo>
                <a:cubicBezTo>
                  <a:pt x="56154" y="20724"/>
                  <a:pt x="56111" y="20694"/>
                  <a:pt x="56111" y="20640"/>
                </a:cubicBezTo>
                <a:cubicBezTo>
                  <a:pt x="56017" y="20278"/>
                  <a:pt x="55965" y="20235"/>
                  <a:pt x="55904" y="20235"/>
                </a:cubicBezTo>
                <a:cubicBezTo>
                  <a:pt x="55885" y="20235"/>
                  <a:pt x="55865" y="20239"/>
                  <a:pt x="55843" y="20239"/>
                </a:cubicBezTo>
                <a:cubicBezTo>
                  <a:pt x="55776" y="20239"/>
                  <a:pt x="55687" y="20200"/>
                  <a:pt x="55533" y="19880"/>
                </a:cubicBezTo>
                <a:cubicBezTo>
                  <a:pt x="55351" y="19515"/>
                  <a:pt x="55229" y="19150"/>
                  <a:pt x="55108" y="18785"/>
                </a:cubicBezTo>
                <a:cubicBezTo>
                  <a:pt x="54956" y="18329"/>
                  <a:pt x="54773" y="17782"/>
                  <a:pt x="54591" y="17205"/>
                </a:cubicBezTo>
                <a:cubicBezTo>
                  <a:pt x="54530" y="16931"/>
                  <a:pt x="54439" y="16658"/>
                  <a:pt x="54348" y="16384"/>
                </a:cubicBezTo>
                <a:cubicBezTo>
                  <a:pt x="54287" y="16111"/>
                  <a:pt x="54196" y="15867"/>
                  <a:pt x="54105" y="15624"/>
                </a:cubicBezTo>
                <a:cubicBezTo>
                  <a:pt x="54014" y="15290"/>
                  <a:pt x="53922" y="15016"/>
                  <a:pt x="53862" y="14804"/>
                </a:cubicBezTo>
                <a:cubicBezTo>
                  <a:pt x="53862" y="14773"/>
                  <a:pt x="53862" y="14743"/>
                  <a:pt x="53862" y="14712"/>
                </a:cubicBezTo>
                <a:cubicBezTo>
                  <a:pt x="53862" y="14652"/>
                  <a:pt x="53831" y="14591"/>
                  <a:pt x="53831" y="14560"/>
                </a:cubicBezTo>
                <a:cubicBezTo>
                  <a:pt x="53770" y="14348"/>
                  <a:pt x="53679" y="14165"/>
                  <a:pt x="53618" y="14013"/>
                </a:cubicBezTo>
                <a:cubicBezTo>
                  <a:pt x="53436" y="13618"/>
                  <a:pt x="53193" y="13223"/>
                  <a:pt x="52950" y="12828"/>
                </a:cubicBezTo>
                <a:lnTo>
                  <a:pt x="52950" y="12828"/>
                </a:lnTo>
                <a:cubicBezTo>
                  <a:pt x="53071" y="13345"/>
                  <a:pt x="53254" y="13861"/>
                  <a:pt x="53497" y="14348"/>
                </a:cubicBezTo>
                <a:cubicBezTo>
                  <a:pt x="53254" y="14074"/>
                  <a:pt x="53162" y="13740"/>
                  <a:pt x="52919" y="13497"/>
                </a:cubicBezTo>
                <a:lnTo>
                  <a:pt x="52828" y="13405"/>
                </a:lnTo>
                <a:lnTo>
                  <a:pt x="52889" y="13405"/>
                </a:lnTo>
                <a:cubicBezTo>
                  <a:pt x="52737" y="13223"/>
                  <a:pt x="52615" y="13010"/>
                  <a:pt x="52524" y="12797"/>
                </a:cubicBezTo>
                <a:lnTo>
                  <a:pt x="52342" y="12402"/>
                </a:lnTo>
                <a:cubicBezTo>
                  <a:pt x="52345" y="12396"/>
                  <a:pt x="52351" y="12394"/>
                  <a:pt x="52359" y="12394"/>
                </a:cubicBezTo>
                <a:cubicBezTo>
                  <a:pt x="52436" y="12394"/>
                  <a:pt x="52730" y="12633"/>
                  <a:pt x="52950" y="12797"/>
                </a:cubicBezTo>
                <a:cubicBezTo>
                  <a:pt x="52707" y="12433"/>
                  <a:pt x="52463" y="12038"/>
                  <a:pt x="52281" y="11642"/>
                </a:cubicBezTo>
                <a:cubicBezTo>
                  <a:pt x="52247" y="11623"/>
                  <a:pt x="52224" y="11614"/>
                  <a:pt x="52209" y="11614"/>
                </a:cubicBezTo>
                <a:cubicBezTo>
                  <a:pt x="52132" y="11614"/>
                  <a:pt x="52291" y="11854"/>
                  <a:pt x="52342" y="12007"/>
                </a:cubicBezTo>
                <a:cubicBezTo>
                  <a:pt x="52220" y="11886"/>
                  <a:pt x="52068" y="11734"/>
                  <a:pt x="51886" y="11582"/>
                </a:cubicBezTo>
                <a:cubicBezTo>
                  <a:pt x="51521" y="10913"/>
                  <a:pt x="51126" y="10244"/>
                  <a:pt x="50913" y="10092"/>
                </a:cubicBezTo>
                <a:lnTo>
                  <a:pt x="50913" y="10183"/>
                </a:lnTo>
                <a:cubicBezTo>
                  <a:pt x="50396" y="9940"/>
                  <a:pt x="50822" y="9727"/>
                  <a:pt x="50700" y="9332"/>
                </a:cubicBezTo>
                <a:lnTo>
                  <a:pt x="50700" y="9332"/>
                </a:lnTo>
                <a:cubicBezTo>
                  <a:pt x="50609" y="9393"/>
                  <a:pt x="50548" y="9424"/>
                  <a:pt x="50457" y="9454"/>
                </a:cubicBezTo>
                <a:cubicBezTo>
                  <a:pt x="50336" y="9272"/>
                  <a:pt x="50214" y="9120"/>
                  <a:pt x="50062" y="8968"/>
                </a:cubicBezTo>
                <a:cubicBezTo>
                  <a:pt x="48998" y="7813"/>
                  <a:pt x="47813" y="6749"/>
                  <a:pt x="46536" y="5837"/>
                </a:cubicBezTo>
                <a:lnTo>
                  <a:pt x="46627" y="5320"/>
                </a:lnTo>
                <a:lnTo>
                  <a:pt x="46506" y="5320"/>
                </a:lnTo>
                <a:lnTo>
                  <a:pt x="46232" y="5594"/>
                </a:lnTo>
                <a:cubicBezTo>
                  <a:pt x="44591" y="4378"/>
                  <a:pt x="42798" y="3375"/>
                  <a:pt x="40883" y="2615"/>
                </a:cubicBezTo>
                <a:cubicBezTo>
                  <a:pt x="39272" y="1916"/>
                  <a:pt x="37570" y="1399"/>
                  <a:pt x="35837" y="1004"/>
                </a:cubicBezTo>
                <a:cubicBezTo>
                  <a:pt x="34986" y="791"/>
                  <a:pt x="34165" y="670"/>
                  <a:pt x="33314" y="518"/>
                </a:cubicBezTo>
                <a:cubicBezTo>
                  <a:pt x="32463" y="366"/>
                  <a:pt x="31582" y="274"/>
                  <a:pt x="30700" y="244"/>
                </a:cubicBezTo>
                <a:cubicBezTo>
                  <a:pt x="30548" y="122"/>
                  <a:pt x="30761" y="122"/>
                  <a:pt x="30943" y="92"/>
                </a:cubicBezTo>
                <a:cubicBezTo>
                  <a:pt x="30181" y="70"/>
                  <a:pt x="29446" y="52"/>
                  <a:pt x="28724" y="52"/>
                </a:cubicBezTo>
                <a:cubicBezTo>
                  <a:pt x="27432" y="52"/>
                  <a:pt x="26182" y="110"/>
                  <a:pt x="24894" y="305"/>
                </a:cubicBezTo>
                <a:cubicBezTo>
                  <a:pt x="24562" y="275"/>
                  <a:pt x="24260" y="185"/>
                  <a:pt x="23988" y="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1"/>
          <p:cNvSpPr/>
          <p:nvPr/>
        </p:nvSpPr>
        <p:spPr>
          <a:xfrm>
            <a:off x="3034374" y="3658300"/>
            <a:ext cx="339341" cy="338482"/>
          </a:xfrm>
          <a:custGeom>
            <a:rect b="b" l="l" r="r" t="t"/>
            <a:pathLst>
              <a:path extrusionOk="0" h="57516" w="57662">
                <a:moveTo>
                  <a:pt x="23983" y="1"/>
                </a:moveTo>
                <a:lnTo>
                  <a:pt x="23983" y="1"/>
                </a:lnTo>
                <a:cubicBezTo>
                  <a:pt x="23985" y="2"/>
                  <a:pt x="23986" y="3"/>
                  <a:pt x="23988" y="5"/>
                </a:cubicBezTo>
                <a:lnTo>
                  <a:pt x="23988" y="5"/>
                </a:lnTo>
                <a:cubicBezTo>
                  <a:pt x="23987" y="3"/>
                  <a:pt x="23985" y="2"/>
                  <a:pt x="23983" y="1"/>
                </a:cubicBezTo>
                <a:close/>
                <a:moveTo>
                  <a:pt x="40828" y="17959"/>
                </a:moveTo>
                <a:cubicBezTo>
                  <a:pt x="40826" y="17960"/>
                  <a:pt x="40824" y="17962"/>
                  <a:pt x="40822" y="17965"/>
                </a:cubicBezTo>
                <a:cubicBezTo>
                  <a:pt x="40824" y="17963"/>
                  <a:pt x="40826" y="17961"/>
                  <a:pt x="40828" y="17959"/>
                </a:cubicBezTo>
                <a:close/>
                <a:moveTo>
                  <a:pt x="43740" y="22554"/>
                </a:moveTo>
                <a:lnTo>
                  <a:pt x="43740" y="22554"/>
                </a:lnTo>
                <a:cubicBezTo>
                  <a:pt x="44013" y="22615"/>
                  <a:pt x="43709" y="22767"/>
                  <a:pt x="43983" y="22767"/>
                </a:cubicBezTo>
                <a:cubicBezTo>
                  <a:pt x="43922" y="22767"/>
                  <a:pt x="43861" y="22798"/>
                  <a:pt x="43801" y="22828"/>
                </a:cubicBezTo>
                <a:lnTo>
                  <a:pt x="43679" y="22615"/>
                </a:lnTo>
                <a:lnTo>
                  <a:pt x="43740" y="22554"/>
                </a:lnTo>
                <a:close/>
                <a:moveTo>
                  <a:pt x="31538" y="12307"/>
                </a:moveTo>
                <a:cubicBezTo>
                  <a:pt x="31599" y="12307"/>
                  <a:pt x="31655" y="12308"/>
                  <a:pt x="31703" y="12311"/>
                </a:cubicBezTo>
                <a:lnTo>
                  <a:pt x="31673" y="12433"/>
                </a:lnTo>
                <a:cubicBezTo>
                  <a:pt x="32493" y="12463"/>
                  <a:pt x="34378" y="12402"/>
                  <a:pt x="35624" y="12737"/>
                </a:cubicBezTo>
                <a:lnTo>
                  <a:pt x="35472" y="12980"/>
                </a:lnTo>
                <a:cubicBezTo>
                  <a:pt x="35807" y="13010"/>
                  <a:pt x="36111" y="13041"/>
                  <a:pt x="36414" y="13132"/>
                </a:cubicBezTo>
                <a:cubicBezTo>
                  <a:pt x="36749" y="13223"/>
                  <a:pt x="37083" y="13345"/>
                  <a:pt x="37418" y="13497"/>
                </a:cubicBezTo>
                <a:cubicBezTo>
                  <a:pt x="37752" y="13618"/>
                  <a:pt x="38056" y="13770"/>
                  <a:pt x="38299" y="13892"/>
                </a:cubicBezTo>
                <a:cubicBezTo>
                  <a:pt x="38573" y="14044"/>
                  <a:pt x="38785" y="14165"/>
                  <a:pt x="38937" y="14226"/>
                </a:cubicBezTo>
                <a:cubicBezTo>
                  <a:pt x="38937" y="14287"/>
                  <a:pt x="38968" y="14317"/>
                  <a:pt x="38968" y="14348"/>
                </a:cubicBezTo>
                <a:cubicBezTo>
                  <a:pt x="38968" y="14317"/>
                  <a:pt x="38968" y="14317"/>
                  <a:pt x="38998" y="14287"/>
                </a:cubicBezTo>
                <a:lnTo>
                  <a:pt x="39059" y="14317"/>
                </a:lnTo>
                <a:lnTo>
                  <a:pt x="38968" y="14348"/>
                </a:lnTo>
                <a:cubicBezTo>
                  <a:pt x="38998" y="14408"/>
                  <a:pt x="39028" y="14500"/>
                  <a:pt x="38998" y="14560"/>
                </a:cubicBezTo>
                <a:cubicBezTo>
                  <a:pt x="39089" y="14500"/>
                  <a:pt x="39059" y="14469"/>
                  <a:pt x="39089" y="14408"/>
                </a:cubicBezTo>
                <a:lnTo>
                  <a:pt x="39150" y="14408"/>
                </a:lnTo>
                <a:lnTo>
                  <a:pt x="39393" y="14591"/>
                </a:lnTo>
                <a:cubicBezTo>
                  <a:pt x="39332" y="14682"/>
                  <a:pt x="39180" y="14804"/>
                  <a:pt x="39241" y="14895"/>
                </a:cubicBezTo>
                <a:cubicBezTo>
                  <a:pt x="39484" y="15259"/>
                  <a:pt x="39697" y="15655"/>
                  <a:pt x="39910" y="16050"/>
                </a:cubicBezTo>
                <a:cubicBezTo>
                  <a:pt x="40123" y="16415"/>
                  <a:pt x="40366" y="16779"/>
                  <a:pt x="40609" y="17114"/>
                </a:cubicBezTo>
                <a:cubicBezTo>
                  <a:pt x="40548" y="17174"/>
                  <a:pt x="40548" y="17174"/>
                  <a:pt x="40487" y="17174"/>
                </a:cubicBezTo>
                <a:cubicBezTo>
                  <a:pt x="40731" y="17326"/>
                  <a:pt x="40852" y="17509"/>
                  <a:pt x="41065" y="17630"/>
                </a:cubicBezTo>
                <a:cubicBezTo>
                  <a:pt x="41006" y="17749"/>
                  <a:pt x="40917" y="17868"/>
                  <a:pt x="40828" y="17959"/>
                </a:cubicBezTo>
                <a:lnTo>
                  <a:pt x="40828" y="17959"/>
                </a:lnTo>
                <a:cubicBezTo>
                  <a:pt x="40835" y="17953"/>
                  <a:pt x="40844" y="17950"/>
                  <a:pt x="40854" y="17950"/>
                </a:cubicBezTo>
                <a:cubicBezTo>
                  <a:pt x="41046" y="17950"/>
                  <a:pt x="41758" y="18911"/>
                  <a:pt x="41673" y="18968"/>
                </a:cubicBezTo>
                <a:lnTo>
                  <a:pt x="42098" y="18755"/>
                </a:lnTo>
                <a:lnTo>
                  <a:pt x="42098" y="18755"/>
                </a:lnTo>
                <a:cubicBezTo>
                  <a:pt x="42250" y="18998"/>
                  <a:pt x="41673" y="19089"/>
                  <a:pt x="41886" y="19241"/>
                </a:cubicBezTo>
                <a:cubicBezTo>
                  <a:pt x="41989" y="19202"/>
                  <a:pt x="42062" y="19186"/>
                  <a:pt x="42114" y="19186"/>
                </a:cubicBezTo>
                <a:cubicBezTo>
                  <a:pt x="42358" y="19186"/>
                  <a:pt x="42113" y="19554"/>
                  <a:pt x="42310" y="19554"/>
                </a:cubicBezTo>
                <a:cubicBezTo>
                  <a:pt x="42327" y="19554"/>
                  <a:pt x="42347" y="19551"/>
                  <a:pt x="42372" y="19545"/>
                </a:cubicBezTo>
                <a:lnTo>
                  <a:pt x="42372" y="19545"/>
                </a:lnTo>
                <a:cubicBezTo>
                  <a:pt x="42342" y="19576"/>
                  <a:pt x="42372" y="19667"/>
                  <a:pt x="42190" y="19758"/>
                </a:cubicBezTo>
                <a:cubicBezTo>
                  <a:pt x="42272" y="19728"/>
                  <a:pt x="42321" y="19717"/>
                  <a:pt x="42350" y="19717"/>
                </a:cubicBezTo>
                <a:cubicBezTo>
                  <a:pt x="42440" y="19717"/>
                  <a:pt x="42341" y="19826"/>
                  <a:pt x="42433" y="19849"/>
                </a:cubicBezTo>
                <a:cubicBezTo>
                  <a:pt x="42449" y="19853"/>
                  <a:pt x="42463" y="19855"/>
                  <a:pt x="42475" y="19855"/>
                </a:cubicBezTo>
                <a:cubicBezTo>
                  <a:pt x="42548" y="19855"/>
                  <a:pt x="42536" y="19780"/>
                  <a:pt x="42615" y="19728"/>
                </a:cubicBezTo>
                <a:lnTo>
                  <a:pt x="42798" y="19819"/>
                </a:lnTo>
                <a:cubicBezTo>
                  <a:pt x="42745" y="19924"/>
                  <a:pt x="42577" y="20007"/>
                  <a:pt x="42494" y="20007"/>
                </a:cubicBezTo>
                <a:cubicBezTo>
                  <a:pt x="42482" y="20007"/>
                  <a:pt x="42471" y="20005"/>
                  <a:pt x="42463" y="20001"/>
                </a:cubicBezTo>
                <a:lnTo>
                  <a:pt x="42463" y="20001"/>
                </a:lnTo>
                <a:cubicBezTo>
                  <a:pt x="42494" y="20244"/>
                  <a:pt x="42706" y="20852"/>
                  <a:pt x="42858" y="21521"/>
                </a:cubicBezTo>
                <a:cubicBezTo>
                  <a:pt x="42919" y="21825"/>
                  <a:pt x="43010" y="22129"/>
                  <a:pt x="43102" y="22402"/>
                </a:cubicBezTo>
                <a:cubicBezTo>
                  <a:pt x="43132" y="22615"/>
                  <a:pt x="43223" y="22828"/>
                  <a:pt x="43314" y="22980"/>
                </a:cubicBezTo>
                <a:cubicBezTo>
                  <a:pt x="43557" y="22889"/>
                  <a:pt x="43405" y="22798"/>
                  <a:pt x="43649" y="22646"/>
                </a:cubicBezTo>
                <a:cubicBezTo>
                  <a:pt x="43679" y="22737"/>
                  <a:pt x="43709" y="22828"/>
                  <a:pt x="43709" y="22919"/>
                </a:cubicBezTo>
                <a:cubicBezTo>
                  <a:pt x="43588" y="23041"/>
                  <a:pt x="43770" y="23162"/>
                  <a:pt x="43314" y="23375"/>
                </a:cubicBezTo>
                <a:lnTo>
                  <a:pt x="43709" y="23314"/>
                </a:lnTo>
                <a:lnTo>
                  <a:pt x="43497" y="23436"/>
                </a:lnTo>
                <a:cubicBezTo>
                  <a:pt x="44013" y="23861"/>
                  <a:pt x="43740" y="23497"/>
                  <a:pt x="43770" y="24013"/>
                </a:cubicBezTo>
                <a:cubicBezTo>
                  <a:pt x="43801" y="24105"/>
                  <a:pt x="43892" y="24165"/>
                  <a:pt x="43983" y="24196"/>
                </a:cubicBezTo>
                <a:cubicBezTo>
                  <a:pt x="43953" y="24287"/>
                  <a:pt x="43953" y="24378"/>
                  <a:pt x="43983" y="24439"/>
                </a:cubicBezTo>
                <a:cubicBezTo>
                  <a:pt x="44226" y="24865"/>
                  <a:pt x="44652" y="25351"/>
                  <a:pt x="44743" y="25928"/>
                </a:cubicBezTo>
                <a:lnTo>
                  <a:pt x="44712" y="25928"/>
                </a:lnTo>
                <a:lnTo>
                  <a:pt x="44561" y="25776"/>
                </a:lnTo>
                <a:lnTo>
                  <a:pt x="44561" y="25776"/>
                </a:lnTo>
                <a:cubicBezTo>
                  <a:pt x="44561" y="25928"/>
                  <a:pt x="44621" y="26050"/>
                  <a:pt x="44712" y="26172"/>
                </a:cubicBezTo>
                <a:cubicBezTo>
                  <a:pt x="44743" y="26475"/>
                  <a:pt x="44804" y="26779"/>
                  <a:pt x="44925" y="27083"/>
                </a:cubicBezTo>
                <a:cubicBezTo>
                  <a:pt x="44986" y="27296"/>
                  <a:pt x="45077" y="27479"/>
                  <a:pt x="45199" y="27691"/>
                </a:cubicBezTo>
                <a:cubicBezTo>
                  <a:pt x="45472" y="28056"/>
                  <a:pt x="45564" y="28542"/>
                  <a:pt x="45533" y="28998"/>
                </a:cubicBezTo>
                <a:cubicBezTo>
                  <a:pt x="45472" y="28968"/>
                  <a:pt x="45442" y="28938"/>
                  <a:pt x="45412" y="28907"/>
                </a:cubicBezTo>
                <a:lnTo>
                  <a:pt x="45412" y="28907"/>
                </a:lnTo>
                <a:cubicBezTo>
                  <a:pt x="45260" y="29272"/>
                  <a:pt x="45564" y="30001"/>
                  <a:pt x="45351" y="30700"/>
                </a:cubicBezTo>
                <a:cubicBezTo>
                  <a:pt x="45384" y="30601"/>
                  <a:pt x="45472" y="30501"/>
                  <a:pt x="45550" y="30501"/>
                </a:cubicBezTo>
                <a:cubicBezTo>
                  <a:pt x="45614" y="30501"/>
                  <a:pt x="45671" y="30569"/>
                  <a:pt x="45685" y="30761"/>
                </a:cubicBezTo>
                <a:cubicBezTo>
                  <a:pt x="45624" y="31004"/>
                  <a:pt x="45564" y="31217"/>
                  <a:pt x="45564" y="31460"/>
                </a:cubicBezTo>
                <a:cubicBezTo>
                  <a:pt x="45442" y="31460"/>
                  <a:pt x="45320" y="31400"/>
                  <a:pt x="45229" y="31369"/>
                </a:cubicBezTo>
                <a:lnTo>
                  <a:pt x="45229" y="31369"/>
                </a:lnTo>
                <a:cubicBezTo>
                  <a:pt x="45320" y="31582"/>
                  <a:pt x="45564" y="31521"/>
                  <a:pt x="45503" y="31673"/>
                </a:cubicBezTo>
                <a:cubicBezTo>
                  <a:pt x="45491" y="31685"/>
                  <a:pt x="45474" y="31690"/>
                  <a:pt x="45455" y="31690"/>
                </a:cubicBezTo>
                <a:cubicBezTo>
                  <a:pt x="45375" y="31690"/>
                  <a:pt x="45248" y="31606"/>
                  <a:pt x="45199" y="31582"/>
                </a:cubicBezTo>
                <a:lnTo>
                  <a:pt x="45199" y="31582"/>
                </a:lnTo>
                <a:cubicBezTo>
                  <a:pt x="45229" y="31673"/>
                  <a:pt x="45108" y="31734"/>
                  <a:pt x="45260" y="31764"/>
                </a:cubicBezTo>
                <a:cubicBezTo>
                  <a:pt x="45305" y="31749"/>
                  <a:pt x="45351" y="31742"/>
                  <a:pt x="45396" y="31742"/>
                </a:cubicBezTo>
                <a:cubicBezTo>
                  <a:pt x="45442" y="31742"/>
                  <a:pt x="45488" y="31749"/>
                  <a:pt x="45533" y="31764"/>
                </a:cubicBezTo>
                <a:cubicBezTo>
                  <a:pt x="45503" y="32099"/>
                  <a:pt x="45412" y="32403"/>
                  <a:pt x="45260" y="32707"/>
                </a:cubicBezTo>
                <a:cubicBezTo>
                  <a:pt x="45260" y="32707"/>
                  <a:pt x="45320" y="32859"/>
                  <a:pt x="45381" y="33011"/>
                </a:cubicBezTo>
                <a:lnTo>
                  <a:pt x="45472" y="33345"/>
                </a:lnTo>
                <a:cubicBezTo>
                  <a:pt x="45229" y="34500"/>
                  <a:pt x="44895" y="35625"/>
                  <a:pt x="44439" y="36749"/>
                </a:cubicBezTo>
                <a:cubicBezTo>
                  <a:pt x="44105" y="37509"/>
                  <a:pt x="43740" y="38239"/>
                  <a:pt x="43314" y="38968"/>
                </a:cubicBezTo>
                <a:cubicBezTo>
                  <a:pt x="42858" y="39698"/>
                  <a:pt x="42342" y="40397"/>
                  <a:pt x="41764" y="41065"/>
                </a:cubicBezTo>
                <a:cubicBezTo>
                  <a:pt x="41187" y="41704"/>
                  <a:pt x="40579" y="42281"/>
                  <a:pt x="39910" y="42798"/>
                </a:cubicBezTo>
                <a:cubicBezTo>
                  <a:pt x="39241" y="43284"/>
                  <a:pt x="38542" y="43710"/>
                  <a:pt x="37843" y="44075"/>
                </a:cubicBezTo>
                <a:cubicBezTo>
                  <a:pt x="36749" y="44652"/>
                  <a:pt x="35624" y="45078"/>
                  <a:pt x="34439" y="45321"/>
                </a:cubicBezTo>
                <a:lnTo>
                  <a:pt x="34530" y="45260"/>
                </a:lnTo>
                <a:lnTo>
                  <a:pt x="34530" y="45260"/>
                </a:lnTo>
                <a:cubicBezTo>
                  <a:pt x="33358" y="45573"/>
                  <a:pt x="32163" y="45729"/>
                  <a:pt x="30965" y="45729"/>
                </a:cubicBezTo>
                <a:cubicBezTo>
                  <a:pt x="30765" y="45729"/>
                  <a:pt x="30565" y="45725"/>
                  <a:pt x="30366" y="45716"/>
                </a:cubicBezTo>
                <a:cubicBezTo>
                  <a:pt x="28572" y="45686"/>
                  <a:pt x="26809" y="45382"/>
                  <a:pt x="25138" y="44834"/>
                </a:cubicBezTo>
                <a:cubicBezTo>
                  <a:pt x="23405" y="44257"/>
                  <a:pt x="21794" y="43467"/>
                  <a:pt x="20274" y="42494"/>
                </a:cubicBezTo>
                <a:cubicBezTo>
                  <a:pt x="19028" y="41673"/>
                  <a:pt x="17873" y="40731"/>
                  <a:pt x="16870" y="39667"/>
                </a:cubicBezTo>
                <a:cubicBezTo>
                  <a:pt x="16688" y="39272"/>
                  <a:pt x="16505" y="38877"/>
                  <a:pt x="16262" y="38512"/>
                </a:cubicBezTo>
                <a:cubicBezTo>
                  <a:pt x="16049" y="38178"/>
                  <a:pt x="15837" y="37813"/>
                  <a:pt x="15654" y="37418"/>
                </a:cubicBezTo>
                <a:lnTo>
                  <a:pt x="15654" y="37418"/>
                </a:lnTo>
                <a:cubicBezTo>
                  <a:pt x="15719" y="37645"/>
                  <a:pt x="15672" y="37742"/>
                  <a:pt x="15590" y="37742"/>
                </a:cubicBezTo>
                <a:cubicBezTo>
                  <a:pt x="15519" y="37742"/>
                  <a:pt x="15421" y="37667"/>
                  <a:pt x="15350" y="37540"/>
                </a:cubicBezTo>
                <a:cubicBezTo>
                  <a:pt x="15046" y="37023"/>
                  <a:pt x="14925" y="36749"/>
                  <a:pt x="14834" y="36597"/>
                </a:cubicBezTo>
                <a:cubicBezTo>
                  <a:pt x="14742" y="36445"/>
                  <a:pt x="14712" y="36445"/>
                  <a:pt x="14651" y="36445"/>
                </a:cubicBezTo>
                <a:cubicBezTo>
                  <a:pt x="14621" y="36445"/>
                  <a:pt x="14560" y="36445"/>
                  <a:pt x="14469" y="36293"/>
                </a:cubicBezTo>
                <a:cubicBezTo>
                  <a:pt x="14378" y="36202"/>
                  <a:pt x="14317" y="36081"/>
                  <a:pt x="14226" y="35989"/>
                </a:cubicBezTo>
                <a:cubicBezTo>
                  <a:pt x="14165" y="35807"/>
                  <a:pt x="14043" y="35594"/>
                  <a:pt x="13922" y="35321"/>
                </a:cubicBezTo>
                <a:cubicBezTo>
                  <a:pt x="13861" y="35169"/>
                  <a:pt x="13770" y="34956"/>
                  <a:pt x="13648" y="34743"/>
                </a:cubicBezTo>
                <a:cubicBezTo>
                  <a:pt x="13557" y="34530"/>
                  <a:pt x="13496" y="34257"/>
                  <a:pt x="13405" y="33983"/>
                </a:cubicBezTo>
                <a:cubicBezTo>
                  <a:pt x="13192" y="33345"/>
                  <a:pt x="13010" y="32676"/>
                  <a:pt x="12888" y="32007"/>
                </a:cubicBezTo>
                <a:cubicBezTo>
                  <a:pt x="12311" y="28694"/>
                  <a:pt x="12645" y="25290"/>
                  <a:pt x="13891" y="22129"/>
                </a:cubicBezTo>
                <a:cubicBezTo>
                  <a:pt x="14134" y="21551"/>
                  <a:pt x="14408" y="20974"/>
                  <a:pt x="14712" y="20427"/>
                </a:cubicBezTo>
                <a:cubicBezTo>
                  <a:pt x="14864" y="20184"/>
                  <a:pt x="14985" y="19971"/>
                  <a:pt x="15107" y="19788"/>
                </a:cubicBezTo>
                <a:cubicBezTo>
                  <a:pt x="15229" y="19576"/>
                  <a:pt x="15320" y="19454"/>
                  <a:pt x="15411" y="19302"/>
                </a:cubicBezTo>
                <a:cubicBezTo>
                  <a:pt x="15502" y="18968"/>
                  <a:pt x="15624" y="18633"/>
                  <a:pt x="15806" y="18299"/>
                </a:cubicBezTo>
                <a:cubicBezTo>
                  <a:pt x="15989" y="17995"/>
                  <a:pt x="16201" y="17691"/>
                  <a:pt x="16414" y="17357"/>
                </a:cubicBezTo>
                <a:cubicBezTo>
                  <a:pt x="16627" y="17053"/>
                  <a:pt x="16870" y="16840"/>
                  <a:pt x="17083" y="16567"/>
                </a:cubicBezTo>
                <a:cubicBezTo>
                  <a:pt x="17296" y="16323"/>
                  <a:pt x="17508" y="16080"/>
                  <a:pt x="17660" y="15807"/>
                </a:cubicBezTo>
                <a:lnTo>
                  <a:pt x="17660" y="15959"/>
                </a:lnTo>
                <a:cubicBezTo>
                  <a:pt x="17843" y="15776"/>
                  <a:pt x="18025" y="15594"/>
                  <a:pt x="18207" y="15442"/>
                </a:cubicBezTo>
                <a:cubicBezTo>
                  <a:pt x="18511" y="15199"/>
                  <a:pt x="18815" y="14956"/>
                  <a:pt x="19150" y="14743"/>
                </a:cubicBezTo>
                <a:cubicBezTo>
                  <a:pt x="20031" y="14196"/>
                  <a:pt x="20973" y="13740"/>
                  <a:pt x="21977" y="13436"/>
                </a:cubicBezTo>
                <a:cubicBezTo>
                  <a:pt x="24165" y="12676"/>
                  <a:pt x="26749" y="12615"/>
                  <a:pt x="27600" y="12524"/>
                </a:cubicBezTo>
                <a:lnTo>
                  <a:pt x="27387" y="12463"/>
                </a:lnTo>
                <a:cubicBezTo>
                  <a:pt x="27602" y="12406"/>
                  <a:pt x="27824" y="12375"/>
                  <a:pt x="28047" y="12375"/>
                </a:cubicBezTo>
                <a:cubicBezTo>
                  <a:pt x="28295" y="12375"/>
                  <a:pt x="28544" y="12413"/>
                  <a:pt x="28785" y="12493"/>
                </a:cubicBezTo>
                <a:cubicBezTo>
                  <a:pt x="29119" y="12676"/>
                  <a:pt x="29515" y="12828"/>
                  <a:pt x="29910" y="12919"/>
                </a:cubicBezTo>
                <a:cubicBezTo>
                  <a:pt x="29800" y="12450"/>
                  <a:pt x="30939" y="12307"/>
                  <a:pt x="31538" y="12307"/>
                </a:cubicBezTo>
                <a:close/>
                <a:moveTo>
                  <a:pt x="8610" y="48991"/>
                </a:moveTo>
                <a:cubicBezTo>
                  <a:pt x="8637" y="49032"/>
                  <a:pt x="8666" y="49068"/>
                  <a:pt x="8694" y="49090"/>
                </a:cubicBezTo>
                <a:cubicBezTo>
                  <a:pt x="8666" y="49057"/>
                  <a:pt x="8638" y="49024"/>
                  <a:pt x="8610" y="48991"/>
                </a:cubicBezTo>
                <a:close/>
                <a:moveTo>
                  <a:pt x="35749" y="56859"/>
                </a:moveTo>
                <a:cubicBezTo>
                  <a:pt x="35728" y="56863"/>
                  <a:pt x="35706" y="56867"/>
                  <a:pt x="35685" y="56871"/>
                </a:cubicBezTo>
                <a:cubicBezTo>
                  <a:pt x="35692" y="56874"/>
                  <a:pt x="35698" y="56876"/>
                  <a:pt x="35705" y="56876"/>
                </a:cubicBezTo>
                <a:cubicBezTo>
                  <a:pt x="35719" y="56876"/>
                  <a:pt x="35734" y="56870"/>
                  <a:pt x="35749" y="56859"/>
                </a:cubicBezTo>
                <a:close/>
                <a:moveTo>
                  <a:pt x="23988" y="5"/>
                </a:moveTo>
                <a:cubicBezTo>
                  <a:pt x="24089" y="101"/>
                  <a:pt x="21300" y="439"/>
                  <a:pt x="18481" y="1399"/>
                </a:cubicBezTo>
                <a:cubicBezTo>
                  <a:pt x="17144" y="1855"/>
                  <a:pt x="15837" y="2402"/>
                  <a:pt x="14560" y="3071"/>
                </a:cubicBezTo>
                <a:cubicBezTo>
                  <a:pt x="13526" y="3618"/>
                  <a:pt x="12827" y="4074"/>
                  <a:pt x="12767" y="4074"/>
                </a:cubicBezTo>
                <a:lnTo>
                  <a:pt x="12888" y="4560"/>
                </a:lnTo>
                <a:cubicBezTo>
                  <a:pt x="11916" y="5199"/>
                  <a:pt x="11703" y="5199"/>
                  <a:pt x="11520" y="5199"/>
                </a:cubicBezTo>
                <a:cubicBezTo>
                  <a:pt x="11479" y="5193"/>
                  <a:pt x="11438" y="5187"/>
                  <a:pt x="11394" y="5187"/>
                </a:cubicBezTo>
                <a:cubicBezTo>
                  <a:pt x="11212" y="5187"/>
                  <a:pt x="10964" y="5287"/>
                  <a:pt x="10305" y="5898"/>
                </a:cubicBezTo>
                <a:cubicBezTo>
                  <a:pt x="10213" y="6232"/>
                  <a:pt x="10031" y="6506"/>
                  <a:pt x="9757" y="6749"/>
                </a:cubicBezTo>
                <a:cubicBezTo>
                  <a:pt x="9484" y="7022"/>
                  <a:pt x="9180" y="7326"/>
                  <a:pt x="8815" y="7630"/>
                </a:cubicBezTo>
                <a:cubicBezTo>
                  <a:pt x="8116" y="8208"/>
                  <a:pt x="7508" y="8816"/>
                  <a:pt x="7387" y="9211"/>
                </a:cubicBezTo>
                <a:cubicBezTo>
                  <a:pt x="7386" y="9210"/>
                  <a:pt x="7385" y="9210"/>
                  <a:pt x="7384" y="9210"/>
                </a:cubicBezTo>
                <a:cubicBezTo>
                  <a:pt x="7336" y="9210"/>
                  <a:pt x="6791" y="9816"/>
                  <a:pt x="6612" y="9816"/>
                </a:cubicBezTo>
                <a:cubicBezTo>
                  <a:pt x="6591" y="9816"/>
                  <a:pt x="6575" y="9807"/>
                  <a:pt x="6566" y="9788"/>
                </a:cubicBezTo>
                <a:lnTo>
                  <a:pt x="6566" y="9788"/>
                </a:lnTo>
                <a:cubicBezTo>
                  <a:pt x="6657" y="10275"/>
                  <a:pt x="5988" y="10700"/>
                  <a:pt x="5715" y="11278"/>
                </a:cubicBezTo>
                <a:cubicBezTo>
                  <a:pt x="5699" y="11341"/>
                  <a:pt x="5704" y="11365"/>
                  <a:pt x="5723" y="11365"/>
                </a:cubicBezTo>
                <a:cubicBezTo>
                  <a:pt x="5777" y="11365"/>
                  <a:pt x="5945" y="11171"/>
                  <a:pt x="6080" y="11126"/>
                </a:cubicBezTo>
                <a:lnTo>
                  <a:pt x="6080" y="11126"/>
                </a:lnTo>
                <a:lnTo>
                  <a:pt x="5715" y="11764"/>
                </a:lnTo>
                <a:lnTo>
                  <a:pt x="5380" y="12402"/>
                </a:lnTo>
                <a:cubicBezTo>
                  <a:pt x="5210" y="12602"/>
                  <a:pt x="5059" y="12708"/>
                  <a:pt x="4975" y="12708"/>
                </a:cubicBezTo>
                <a:cubicBezTo>
                  <a:pt x="4879" y="12708"/>
                  <a:pt x="4870" y="12571"/>
                  <a:pt x="5016" y="12281"/>
                </a:cubicBezTo>
                <a:lnTo>
                  <a:pt x="5016" y="12281"/>
                </a:lnTo>
                <a:cubicBezTo>
                  <a:pt x="4043" y="13709"/>
                  <a:pt x="3253" y="15199"/>
                  <a:pt x="2584" y="16779"/>
                </a:cubicBezTo>
                <a:cubicBezTo>
                  <a:pt x="2098" y="17904"/>
                  <a:pt x="1672" y="19089"/>
                  <a:pt x="1307" y="20275"/>
                </a:cubicBezTo>
                <a:cubicBezTo>
                  <a:pt x="1155" y="20913"/>
                  <a:pt x="973" y="21551"/>
                  <a:pt x="821" y="22220"/>
                </a:cubicBezTo>
                <a:cubicBezTo>
                  <a:pt x="669" y="22858"/>
                  <a:pt x="578" y="23527"/>
                  <a:pt x="426" y="24226"/>
                </a:cubicBezTo>
                <a:cubicBezTo>
                  <a:pt x="61" y="26779"/>
                  <a:pt x="0" y="29393"/>
                  <a:pt x="244" y="32007"/>
                </a:cubicBezTo>
                <a:cubicBezTo>
                  <a:pt x="426" y="33740"/>
                  <a:pt x="760" y="35473"/>
                  <a:pt x="1277" y="37144"/>
                </a:cubicBezTo>
                <a:cubicBezTo>
                  <a:pt x="1368" y="36567"/>
                  <a:pt x="943" y="35381"/>
                  <a:pt x="1277" y="34834"/>
                </a:cubicBezTo>
                <a:lnTo>
                  <a:pt x="1277" y="34834"/>
                </a:lnTo>
                <a:cubicBezTo>
                  <a:pt x="1763" y="35807"/>
                  <a:pt x="1520" y="36384"/>
                  <a:pt x="1915" y="36749"/>
                </a:cubicBezTo>
                <a:cubicBezTo>
                  <a:pt x="1672" y="37023"/>
                  <a:pt x="1794" y="37600"/>
                  <a:pt x="1946" y="38239"/>
                </a:cubicBezTo>
                <a:cubicBezTo>
                  <a:pt x="2098" y="38847"/>
                  <a:pt x="2341" y="39515"/>
                  <a:pt x="2159" y="40032"/>
                </a:cubicBezTo>
                <a:lnTo>
                  <a:pt x="2614" y="40184"/>
                </a:lnTo>
                <a:lnTo>
                  <a:pt x="2614" y="40761"/>
                </a:lnTo>
                <a:cubicBezTo>
                  <a:pt x="3192" y="41825"/>
                  <a:pt x="3557" y="42403"/>
                  <a:pt x="3769" y="42737"/>
                </a:cubicBezTo>
                <a:cubicBezTo>
                  <a:pt x="3952" y="43072"/>
                  <a:pt x="4013" y="43163"/>
                  <a:pt x="4073" y="43254"/>
                </a:cubicBezTo>
                <a:cubicBezTo>
                  <a:pt x="4408" y="44014"/>
                  <a:pt x="4803" y="44743"/>
                  <a:pt x="5259" y="45442"/>
                </a:cubicBezTo>
                <a:cubicBezTo>
                  <a:pt x="5836" y="46263"/>
                  <a:pt x="6505" y="46962"/>
                  <a:pt x="7235" y="47631"/>
                </a:cubicBezTo>
                <a:cubicBezTo>
                  <a:pt x="7720" y="48031"/>
                  <a:pt x="8179" y="48484"/>
                  <a:pt x="8610" y="48991"/>
                </a:cubicBezTo>
                <a:lnTo>
                  <a:pt x="8610" y="48991"/>
                </a:lnTo>
                <a:cubicBezTo>
                  <a:pt x="8527" y="48862"/>
                  <a:pt x="8469" y="48675"/>
                  <a:pt x="8578" y="48675"/>
                </a:cubicBezTo>
                <a:cubicBezTo>
                  <a:pt x="8627" y="48675"/>
                  <a:pt x="8712" y="48714"/>
                  <a:pt x="8846" y="48816"/>
                </a:cubicBezTo>
                <a:cubicBezTo>
                  <a:pt x="8694" y="49120"/>
                  <a:pt x="10183" y="49789"/>
                  <a:pt x="10153" y="50245"/>
                </a:cubicBezTo>
                <a:cubicBezTo>
                  <a:pt x="10528" y="50550"/>
                  <a:pt x="11500" y="51380"/>
                  <a:pt x="11813" y="51380"/>
                </a:cubicBezTo>
                <a:cubicBezTo>
                  <a:pt x="11899" y="51380"/>
                  <a:pt x="11935" y="51317"/>
                  <a:pt x="11896" y="51163"/>
                </a:cubicBezTo>
                <a:lnTo>
                  <a:pt x="11896" y="51163"/>
                </a:lnTo>
                <a:cubicBezTo>
                  <a:pt x="12024" y="51532"/>
                  <a:pt x="12907" y="52271"/>
                  <a:pt x="12700" y="52271"/>
                </a:cubicBezTo>
                <a:cubicBezTo>
                  <a:pt x="12656" y="52271"/>
                  <a:pt x="12563" y="52238"/>
                  <a:pt x="12402" y="52160"/>
                </a:cubicBezTo>
                <a:lnTo>
                  <a:pt x="12402" y="52160"/>
                </a:lnTo>
                <a:cubicBezTo>
                  <a:pt x="12797" y="52525"/>
                  <a:pt x="13223" y="52829"/>
                  <a:pt x="13678" y="53072"/>
                </a:cubicBezTo>
                <a:lnTo>
                  <a:pt x="13131" y="52555"/>
                </a:lnTo>
                <a:lnTo>
                  <a:pt x="13131" y="52555"/>
                </a:lnTo>
                <a:lnTo>
                  <a:pt x="15137" y="53923"/>
                </a:lnTo>
                <a:cubicBezTo>
                  <a:pt x="15654" y="54318"/>
                  <a:pt x="16262" y="54591"/>
                  <a:pt x="16900" y="54683"/>
                </a:cubicBezTo>
                <a:lnTo>
                  <a:pt x="16323" y="54196"/>
                </a:lnTo>
                <a:lnTo>
                  <a:pt x="16323" y="54196"/>
                </a:lnTo>
                <a:cubicBezTo>
                  <a:pt x="17387" y="54713"/>
                  <a:pt x="18238" y="55139"/>
                  <a:pt x="18511" y="55686"/>
                </a:cubicBezTo>
                <a:lnTo>
                  <a:pt x="17934" y="55503"/>
                </a:lnTo>
                <a:cubicBezTo>
                  <a:pt x="17630" y="55412"/>
                  <a:pt x="17356" y="55291"/>
                  <a:pt x="17356" y="55291"/>
                </a:cubicBezTo>
                <a:lnTo>
                  <a:pt x="17356" y="55291"/>
                </a:lnTo>
                <a:cubicBezTo>
                  <a:pt x="18755" y="56050"/>
                  <a:pt x="20274" y="56537"/>
                  <a:pt x="21855" y="56810"/>
                </a:cubicBezTo>
                <a:lnTo>
                  <a:pt x="21308" y="56628"/>
                </a:lnTo>
                <a:lnTo>
                  <a:pt x="21308" y="56628"/>
                </a:lnTo>
                <a:cubicBezTo>
                  <a:pt x="22341" y="56780"/>
                  <a:pt x="25502" y="57479"/>
                  <a:pt x="28633" y="57509"/>
                </a:cubicBezTo>
                <a:cubicBezTo>
                  <a:pt x="28746" y="57514"/>
                  <a:pt x="28859" y="57516"/>
                  <a:pt x="28972" y="57516"/>
                </a:cubicBezTo>
                <a:cubicBezTo>
                  <a:pt x="29649" y="57516"/>
                  <a:pt x="30322" y="57449"/>
                  <a:pt x="30974" y="57449"/>
                </a:cubicBezTo>
                <a:cubicBezTo>
                  <a:pt x="31734" y="57418"/>
                  <a:pt x="32433" y="57266"/>
                  <a:pt x="33071" y="57175"/>
                </a:cubicBezTo>
                <a:cubicBezTo>
                  <a:pt x="34013" y="57054"/>
                  <a:pt x="34895" y="56810"/>
                  <a:pt x="35776" y="56476"/>
                </a:cubicBezTo>
                <a:lnTo>
                  <a:pt x="35320" y="56385"/>
                </a:lnTo>
                <a:lnTo>
                  <a:pt x="34895" y="56263"/>
                </a:lnTo>
                <a:lnTo>
                  <a:pt x="35655" y="56020"/>
                </a:lnTo>
                <a:lnTo>
                  <a:pt x="36392" y="55725"/>
                </a:lnTo>
                <a:lnTo>
                  <a:pt x="36392" y="55725"/>
                </a:lnTo>
                <a:cubicBezTo>
                  <a:pt x="36225" y="55827"/>
                  <a:pt x="35935" y="56723"/>
                  <a:pt x="35749" y="56859"/>
                </a:cubicBezTo>
                <a:lnTo>
                  <a:pt x="35749" y="56859"/>
                </a:lnTo>
                <a:cubicBezTo>
                  <a:pt x="37308" y="56556"/>
                  <a:pt x="38867" y="56134"/>
                  <a:pt x="40366" y="55564"/>
                </a:cubicBezTo>
                <a:cubicBezTo>
                  <a:pt x="42737" y="54683"/>
                  <a:pt x="44986" y="53467"/>
                  <a:pt x="47023" y="51947"/>
                </a:cubicBezTo>
                <a:cubicBezTo>
                  <a:pt x="49059" y="50397"/>
                  <a:pt x="50852" y="48573"/>
                  <a:pt x="52342" y="46506"/>
                </a:cubicBezTo>
                <a:cubicBezTo>
                  <a:pt x="53254" y="45230"/>
                  <a:pt x="54105" y="43892"/>
                  <a:pt x="54865" y="42524"/>
                </a:cubicBezTo>
                <a:cubicBezTo>
                  <a:pt x="55096" y="42163"/>
                  <a:pt x="55237" y="42040"/>
                  <a:pt x="55324" y="42040"/>
                </a:cubicBezTo>
                <a:cubicBezTo>
                  <a:pt x="55500" y="42040"/>
                  <a:pt x="55452" y="42544"/>
                  <a:pt x="55473" y="42585"/>
                </a:cubicBezTo>
                <a:cubicBezTo>
                  <a:pt x="56020" y="41065"/>
                  <a:pt x="55442" y="41825"/>
                  <a:pt x="55989" y="40579"/>
                </a:cubicBezTo>
                <a:cubicBezTo>
                  <a:pt x="56031" y="40510"/>
                  <a:pt x="56064" y="40482"/>
                  <a:pt x="56091" y="40482"/>
                </a:cubicBezTo>
                <a:cubicBezTo>
                  <a:pt x="56182" y="40482"/>
                  <a:pt x="56195" y="40810"/>
                  <a:pt x="56172" y="40974"/>
                </a:cubicBezTo>
                <a:cubicBezTo>
                  <a:pt x="56384" y="40397"/>
                  <a:pt x="56628" y="39910"/>
                  <a:pt x="56506" y="39819"/>
                </a:cubicBezTo>
                <a:lnTo>
                  <a:pt x="56506" y="39819"/>
                </a:lnTo>
                <a:cubicBezTo>
                  <a:pt x="56334" y="40135"/>
                  <a:pt x="56182" y="40200"/>
                  <a:pt x="56032" y="40200"/>
                </a:cubicBezTo>
                <a:cubicBezTo>
                  <a:pt x="55925" y="40200"/>
                  <a:pt x="55820" y="40167"/>
                  <a:pt x="55708" y="40167"/>
                </a:cubicBezTo>
                <a:cubicBezTo>
                  <a:pt x="55642" y="40167"/>
                  <a:pt x="55574" y="40179"/>
                  <a:pt x="55503" y="40214"/>
                </a:cubicBezTo>
                <a:lnTo>
                  <a:pt x="56080" y="38664"/>
                </a:lnTo>
                <a:cubicBezTo>
                  <a:pt x="56141" y="38786"/>
                  <a:pt x="56141" y="38938"/>
                  <a:pt x="56080" y="39090"/>
                </a:cubicBezTo>
                <a:cubicBezTo>
                  <a:pt x="56141" y="38968"/>
                  <a:pt x="56263" y="38877"/>
                  <a:pt x="56293" y="38786"/>
                </a:cubicBezTo>
                <a:cubicBezTo>
                  <a:pt x="56324" y="38695"/>
                  <a:pt x="56324" y="38603"/>
                  <a:pt x="56293" y="38512"/>
                </a:cubicBezTo>
                <a:cubicBezTo>
                  <a:pt x="56395" y="38512"/>
                  <a:pt x="56482" y="38580"/>
                  <a:pt x="56575" y="38580"/>
                </a:cubicBezTo>
                <a:cubicBezTo>
                  <a:pt x="56621" y="38580"/>
                  <a:pt x="56668" y="38563"/>
                  <a:pt x="56719" y="38512"/>
                </a:cubicBezTo>
                <a:cubicBezTo>
                  <a:pt x="56688" y="38299"/>
                  <a:pt x="56476" y="37995"/>
                  <a:pt x="56719" y="37843"/>
                </a:cubicBezTo>
                <a:lnTo>
                  <a:pt x="56780" y="37843"/>
                </a:lnTo>
                <a:cubicBezTo>
                  <a:pt x="57236" y="37479"/>
                  <a:pt x="56567" y="36992"/>
                  <a:pt x="56992" y="36658"/>
                </a:cubicBezTo>
                <a:lnTo>
                  <a:pt x="56992" y="36658"/>
                </a:lnTo>
                <a:lnTo>
                  <a:pt x="57053" y="36719"/>
                </a:lnTo>
                <a:cubicBezTo>
                  <a:pt x="57266" y="36628"/>
                  <a:pt x="57114" y="36263"/>
                  <a:pt x="57387" y="36020"/>
                </a:cubicBezTo>
                <a:lnTo>
                  <a:pt x="57387" y="36020"/>
                </a:lnTo>
                <a:cubicBezTo>
                  <a:pt x="57348" y="36046"/>
                  <a:pt x="57280" y="36067"/>
                  <a:pt x="57218" y="36067"/>
                </a:cubicBezTo>
                <a:cubicBezTo>
                  <a:pt x="57137" y="36067"/>
                  <a:pt x="57066" y="36032"/>
                  <a:pt x="57084" y="35929"/>
                </a:cubicBezTo>
                <a:cubicBezTo>
                  <a:pt x="57327" y="35655"/>
                  <a:pt x="57205" y="35381"/>
                  <a:pt x="57509" y="35199"/>
                </a:cubicBezTo>
                <a:lnTo>
                  <a:pt x="57266" y="34925"/>
                </a:lnTo>
                <a:cubicBezTo>
                  <a:pt x="57357" y="34470"/>
                  <a:pt x="57448" y="34014"/>
                  <a:pt x="57479" y="33558"/>
                </a:cubicBezTo>
                <a:cubicBezTo>
                  <a:pt x="57570" y="32889"/>
                  <a:pt x="57631" y="32251"/>
                  <a:pt x="57631" y="31582"/>
                </a:cubicBezTo>
                <a:cubicBezTo>
                  <a:pt x="57631" y="30883"/>
                  <a:pt x="57661" y="30184"/>
                  <a:pt x="57631" y="29606"/>
                </a:cubicBezTo>
                <a:cubicBezTo>
                  <a:pt x="57600" y="28998"/>
                  <a:pt x="57570" y="28512"/>
                  <a:pt x="57539" y="28238"/>
                </a:cubicBezTo>
                <a:lnTo>
                  <a:pt x="57539" y="28238"/>
                </a:lnTo>
                <a:lnTo>
                  <a:pt x="57600" y="28299"/>
                </a:lnTo>
                <a:cubicBezTo>
                  <a:pt x="57570" y="27874"/>
                  <a:pt x="57539" y="27327"/>
                  <a:pt x="57479" y="26749"/>
                </a:cubicBezTo>
                <a:cubicBezTo>
                  <a:pt x="57387" y="26141"/>
                  <a:pt x="57357" y="25503"/>
                  <a:pt x="57236" y="24865"/>
                </a:cubicBezTo>
                <a:cubicBezTo>
                  <a:pt x="57144" y="24226"/>
                  <a:pt x="56992" y="23618"/>
                  <a:pt x="56871" y="23041"/>
                </a:cubicBezTo>
                <a:cubicBezTo>
                  <a:pt x="56719" y="22524"/>
                  <a:pt x="56536" y="22038"/>
                  <a:pt x="56324" y="21551"/>
                </a:cubicBezTo>
                <a:cubicBezTo>
                  <a:pt x="56536" y="21217"/>
                  <a:pt x="56415" y="20883"/>
                  <a:pt x="56415" y="20579"/>
                </a:cubicBezTo>
                <a:lnTo>
                  <a:pt x="56415" y="20579"/>
                </a:lnTo>
                <a:cubicBezTo>
                  <a:pt x="56365" y="20679"/>
                  <a:pt x="56278" y="20724"/>
                  <a:pt x="56209" y="20724"/>
                </a:cubicBezTo>
                <a:cubicBezTo>
                  <a:pt x="56154" y="20724"/>
                  <a:pt x="56111" y="20694"/>
                  <a:pt x="56111" y="20640"/>
                </a:cubicBezTo>
                <a:cubicBezTo>
                  <a:pt x="56017" y="20278"/>
                  <a:pt x="55965" y="20235"/>
                  <a:pt x="55904" y="20235"/>
                </a:cubicBezTo>
                <a:cubicBezTo>
                  <a:pt x="55885" y="20235"/>
                  <a:pt x="55865" y="20239"/>
                  <a:pt x="55843" y="20239"/>
                </a:cubicBezTo>
                <a:cubicBezTo>
                  <a:pt x="55776" y="20239"/>
                  <a:pt x="55687" y="20200"/>
                  <a:pt x="55533" y="19880"/>
                </a:cubicBezTo>
                <a:cubicBezTo>
                  <a:pt x="55351" y="19515"/>
                  <a:pt x="55229" y="19150"/>
                  <a:pt x="55108" y="18785"/>
                </a:cubicBezTo>
                <a:cubicBezTo>
                  <a:pt x="54956" y="18329"/>
                  <a:pt x="54773" y="17782"/>
                  <a:pt x="54591" y="17205"/>
                </a:cubicBezTo>
                <a:cubicBezTo>
                  <a:pt x="54530" y="16931"/>
                  <a:pt x="54439" y="16658"/>
                  <a:pt x="54348" y="16384"/>
                </a:cubicBezTo>
                <a:cubicBezTo>
                  <a:pt x="54287" y="16111"/>
                  <a:pt x="54196" y="15867"/>
                  <a:pt x="54105" y="15624"/>
                </a:cubicBezTo>
                <a:cubicBezTo>
                  <a:pt x="54014" y="15290"/>
                  <a:pt x="53922" y="15016"/>
                  <a:pt x="53862" y="14804"/>
                </a:cubicBezTo>
                <a:cubicBezTo>
                  <a:pt x="53862" y="14773"/>
                  <a:pt x="53862" y="14743"/>
                  <a:pt x="53862" y="14712"/>
                </a:cubicBezTo>
                <a:cubicBezTo>
                  <a:pt x="53862" y="14652"/>
                  <a:pt x="53831" y="14591"/>
                  <a:pt x="53831" y="14560"/>
                </a:cubicBezTo>
                <a:cubicBezTo>
                  <a:pt x="53770" y="14348"/>
                  <a:pt x="53679" y="14165"/>
                  <a:pt x="53618" y="14013"/>
                </a:cubicBezTo>
                <a:cubicBezTo>
                  <a:pt x="53436" y="13618"/>
                  <a:pt x="53193" y="13223"/>
                  <a:pt x="52950" y="12828"/>
                </a:cubicBezTo>
                <a:lnTo>
                  <a:pt x="52950" y="12828"/>
                </a:lnTo>
                <a:cubicBezTo>
                  <a:pt x="53071" y="13345"/>
                  <a:pt x="53254" y="13861"/>
                  <a:pt x="53497" y="14348"/>
                </a:cubicBezTo>
                <a:cubicBezTo>
                  <a:pt x="53254" y="14074"/>
                  <a:pt x="53162" y="13740"/>
                  <a:pt x="52919" y="13497"/>
                </a:cubicBezTo>
                <a:lnTo>
                  <a:pt x="52828" y="13405"/>
                </a:lnTo>
                <a:lnTo>
                  <a:pt x="52889" y="13405"/>
                </a:lnTo>
                <a:cubicBezTo>
                  <a:pt x="52737" y="13223"/>
                  <a:pt x="52615" y="13010"/>
                  <a:pt x="52524" y="12797"/>
                </a:cubicBezTo>
                <a:lnTo>
                  <a:pt x="52342" y="12402"/>
                </a:lnTo>
                <a:cubicBezTo>
                  <a:pt x="52345" y="12396"/>
                  <a:pt x="52351" y="12394"/>
                  <a:pt x="52359" y="12394"/>
                </a:cubicBezTo>
                <a:cubicBezTo>
                  <a:pt x="52436" y="12394"/>
                  <a:pt x="52730" y="12633"/>
                  <a:pt x="52950" y="12797"/>
                </a:cubicBezTo>
                <a:cubicBezTo>
                  <a:pt x="52707" y="12433"/>
                  <a:pt x="52463" y="12038"/>
                  <a:pt x="52281" y="11642"/>
                </a:cubicBezTo>
                <a:cubicBezTo>
                  <a:pt x="52247" y="11623"/>
                  <a:pt x="52224" y="11614"/>
                  <a:pt x="52209" y="11614"/>
                </a:cubicBezTo>
                <a:cubicBezTo>
                  <a:pt x="52132" y="11614"/>
                  <a:pt x="52291" y="11854"/>
                  <a:pt x="52342" y="12007"/>
                </a:cubicBezTo>
                <a:cubicBezTo>
                  <a:pt x="52220" y="11886"/>
                  <a:pt x="52068" y="11734"/>
                  <a:pt x="51886" y="11582"/>
                </a:cubicBezTo>
                <a:cubicBezTo>
                  <a:pt x="51521" y="10913"/>
                  <a:pt x="51126" y="10244"/>
                  <a:pt x="50913" y="10092"/>
                </a:cubicBezTo>
                <a:lnTo>
                  <a:pt x="50913" y="10183"/>
                </a:lnTo>
                <a:cubicBezTo>
                  <a:pt x="50396" y="9940"/>
                  <a:pt x="50822" y="9727"/>
                  <a:pt x="50700" y="9332"/>
                </a:cubicBezTo>
                <a:lnTo>
                  <a:pt x="50700" y="9332"/>
                </a:lnTo>
                <a:cubicBezTo>
                  <a:pt x="50609" y="9393"/>
                  <a:pt x="50548" y="9424"/>
                  <a:pt x="50457" y="9454"/>
                </a:cubicBezTo>
                <a:cubicBezTo>
                  <a:pt x="50336" y="9272"/>
                  <a:pt x="50214" y="9120"/>
                  <a:pt x="50062" y="8968"/>
                </a:cubicBezTo>
                <a:cubicBezTo>
                  <a:pt x="48998" y="7813"/>
                  <a:pt x="47813" y="6749"/>
                  <a:pt x="46536" y="5837"/>
                </a:cubicBezTo>
                <a:lnTo>
                  <a:pt x="46627" y="5320"/>
                </a:lnTo>
                <a:lnTo>
                  <a:pt x="46506" y="5320"/>
                </a:lnTo>
                <a:lnTo>
                  <a:pt x="46232" y="5594"/>
                </a:lnTo>
                <a:cubicBezTo>
                  <a:pt x="44591" y="4378"/>
                  <a:pt x="42798" y="3375"/>
                  <a:pt x="40883" y="2615"/>
                </a:cubicBezTo>
                <a:cubicBezTo>
                  <a:pt x="39272" y="1916"/>
                  <a:pt x="37570" y="1399"/>
                  <a:pt x="35837" y="1004"/>
                </a:cubicBezTo>
                <a:cubicBezTo>
                  <a:pt x="34986" y="791"/>
                  <a:pt x="34165" y="670"/>
                  <a:pt x="33314" y="518"/>
                </a:cubicBezTo>
                <a:cubicBezTo>
                  <a:pt x="32463" y="366"/>
                  <a:pt x="31582" y="274"/>
                  <a:pt x="30700" y="244"/>
                </a:cubicBezTo>
                <a:cubicBezTo>
                  <a:pt x="30548" y="122"/>
                  <a:pt x="30761" y="122"/>
                  <a:pt x="30943" y="92"/>
                </a:cubicBezTo>
                <a:cubicBezTo>
                  <a:pt x="30181" y="70"/>
                  <a:pt x="29446" y="52"/>
                  <a:pt x="28724" y="52"/>
                </a:cubicBezTo>
                <a:cubicBezTo>
                  <a:pt x="27432" y="52"/>
                  <a:pt x="26182" y="110"/>
                  <a:pt x="24894" y="305"/>
                </a:cubicBezTo>
                <a:cubicBezTo>
                  <a:pt x="24562" y="275"/>
                  <a:pt x="24260" y="185"/>
                  <a:pt x="23988" y="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1"/>
          <p:cNvSpPr/>
          <p:nvPr/>
        </p:nvSpPr>
        <p:spPr>
          <a:xfrm>
            <a:off x="5998099" y="3658300"/>
            <a:ext cx="339341" cy="338482"/>
          </a:xfrm>
          <a:custGeom>
            <a:rect b="b" l="l" r="r" t="t"/>
            <a:pathLst>
              <a:path extrusionOk="0" h="57516" w="57662">
                <a:moveTo>
                  <a:pt x="23983" y="1"/>
                </a:moveTo>
                <a:lnTo>
                  <a:pt x="23983" y="1"/>
                </a:lnTo>
                <a:cubicBezTo>
                  <a:pt x="23985" y="2"/>
                  <a:pt x="23986" y="3"/>
                  <a:pt x="23988" y="5"/>
                </a:cubicBezTo>
                <a:lnTo>
                  <a:pt x="23988" y="5"/>
                </a:lnTo>
                <a:cubicBezTo>
                  <a:pt x="23987" y="3"/>
                  <a:pt x="23985" y="2"/>
                  <a:pt x="23983" y="1"/>
                </a:cubicBezTo>
                <a:close/>
                <a:moveTo>
                  <a:pt x="40828" y="17959"/>
                </a:moveTo>
                <a:cubicBezTo>
                  <a:pt x="40826" y="17960"/>
                  <a:pt x="40824" y="17962"/>
                  <a:pt x="40822" y="17965"/>
                </a:cubicBezTo>
                <a:cubicBezTo>
                  <a:pt x="40824" y="17963"/>
                  <a:pt x="40826" y="17961"/>
                  <a:pt x="40828" y="17959"/>
                </a:cubicBezTo>
                <a:close/>
                <a:moveTo>
                  <a:pt x="43740" y="22554"/>
                </a:moveTo>
                <a:lnTo>
                  <a:pt x="43740" y="22554"/>
                </a:lnTo>
                <a:cubicBezTo>
                  <a:pt x="44013" y="22615"/>
                  <a:pt x="43709" y="22767"/>
                  <a:pt x="43983" y="22767"/>
                </a:cubicBezTo>
                <a:cubicBezTo>
                  <a:pt x="43922" y="22767"/>
                  <a:pt x="43861" y="22798"/>
                  <a:pt x="43801" y="22828"/>
                </a:cubicBezTo>
                <a:lnTo>
                  <a:pt x="43679" y="22615"/>
                </a:lnTo>
                <a:lnTo>
                  <a:pt x="43740" y="22554"/>
                </a:lnTo>
                <a:close/>
                <a:moveTo>
                  <a:pt x="31538" y="12307"/>
                </a:moveTo>
                <a:cubicBezTo>
                  <a:pt x="31599" y="12307"/>
                  <a:pt x="31655" y="12308"/>
                  <a:pt x="31703" y="12311"/>
                </a:cubicBezTo>
                <a:lnTo>
                  <a:pt x="31673" y="12433"/>
                </a:lnTo>
                <a:cubicBezTo>
                  <a:pt x="32493" y="12463"/>
                  <a:pt x="34378" y="12402"/>
                  <a:pt x="35624" y="12737"/>
                </a:cubicBezTo>
                <a:lnTo>
                  <a:pt x="35472" y="12980"/>
                </a:lnTo>
                <a:cubicBezTo>
                  <a:pt x="35807" y="13010"/>
                  <a:pt x="36111" y="13041"/>
                  <a:pt x="36414" y="13132"/>
                </a:cubicBezTo>
                <a:cubicBezTo>
                  <a:pt x="36749" y="13223"/>
                  <a:pt x="37083" y="13345"/>
                  <a:pt x="37418" y="13497"/>
                </a:cubicBezTo>
                <a:cubicBezTo>
                  <a:pt x="37752" y="13618"/>
                  <a:pt x="38056" y="13770"/>
                  <a:pt x="38299" y="13892"/>
                </a:cubicBezTo>
                <a:cubicBezTo>
                  <a:pt x="38573" y="14044"/>
                  <a:pt x="38785" y="14165"/>
                  <a:pt x="38937" y="14226"/>
                </a:cubicBezTo>
                <a:cubicBezTo>
                  <a:pt x="38937" y="14287"/>
                  <a:pt x="38968" y="14317"/>
                  <a:pt x="38968" y="14348"/>
                </a:cubicBezTo>
                <a:cubicBezTo>
                  <a:pt x="38968" y="14317"/>
                  <a:pt x="38968" y="14317"/>
                  <a:pt x="38998" y="14287"/>
                </a:cubicBezTo>
                <a:lnTo>
                  <a:pt x="39059" y="14317"/>
                </a:lnTo>
                <a:lnTo>
                  <a:pt x="38968" y="14348"/>
                </a:lnTo>
                <a:cubicBezTo>
                  <a:pt x="38998" y="14408"/>
                  <a:pt x="39028" y="14500"/>
                  <a:pt x="38998" y="14560"/>
                </a:cubicBezTo>
                <a:cubicBezTo>
                  <a:pt x="39089" y="14500"/>
                  <a:pt x="39059" y="14469"/>
                  <a:pt x="39089" y="14408"/>
                </a:cubicBezTo>
                <a:lnTo>
                  <a:pt x="39150" y="14408"/>
                </a:lnTo>
                <a:lnTo>
                  <a:pt x="39393" y="14591"/>
                </a:lnTo>
                <a:cubicBezTo>
                  <a:pt x="39332" y="14682"/>
                  <a:pt x="39180" y="14804"/>
                  <a:pt x="39241" y="14895"/>
                </a:cubicBezTo>
                <a:cubicBezTo>
                  <a:pt x="39484" y="15259"/>
                  <a:pt x="39697" y="15655"/>
                  <a:pt x="39910" y="16050"/>
                </a:cubicBezTo>
                <a:cubicBezTo>
                  <a:pt x="40123" y="16415"/>
                  <a:pt x="40366" y="16779"/>
                  <a:pt x="40609" y="17114"/>
                </a:cubicBezTo>
                <a:cubicBezTo>
                  <a:pt x="40548" y="17174"/>
                  <a:pt x="40548" y="17174"/>
                  <a:pt x="40487" y="17174"/>
                </a:cubicBezTo>
                <a:cubicBezTo>
                  <a:pt x="40731" y="17326"/>
                  <a:pt x="40852" y="17509"/>
                  <a:pt x="41065" y="17630"/>
                </a:cubicBezTo>
                <a:cubicBezTo>
                  <a:pt x="41006" y="17749"/>
                  <a:pt x="40917" y="17868"/>
                  <a:pt x="40828" y="17959"/>
                </a:cubicBezTo>
                <a:lnTo>
                  <a:pt x="40828" y="17959"/>
                </a:lnTo>
                <a:cubicBezTo>
                  <a:pt x="40835" y="17953"/>
                  <a:pt x="40844" y="17950"/>
                  <a:pt x="40854" y="17950"/>
                </a:cubicBezTo>
                <a:cubicBezTo>
                  <a:pt x="41046" y="17950"/>
                  <a:pt x="41758" y="18911"/>
                  <a:pt x="41673" y="18968"/>
                </a:cubicBezTo>
                <a:lnTo>
                  <a:pt x="42098" y="18755"/>
                </a:lnTo>
                <a:lnTo>
                  <a:pt x="42098" y="18755"/>
                </a:lnTo>
                <a:cubicBezTo>
                  <a:pt x="42250" y="18998"/>
                  <a:pt x="41673" y="19089"/>
                  <a:pt x="41886" y="19241"/>
                </a:cubicBezTo>
                <a:cubicBezTo>
                  <a:pt x="41989" y="19202"/>
                  <a:pt x="42062" y="19186"/>
                  <a:pt x="42114" y="19186"/>
                </a:cubicBezTo>
                <a:cubicBezTo>
                  <a:pt x="42358" y="19186"/>
                  <a:pt x="42113" y="19554"/>
                  <a:pt x="42310" y="19554"/>
                </a:cubicBezTo>
                <a:cubicBezTo>
                  <a:pt x="42327" y="19554"/>
                  <a:pt x="42347" y="19551"/>
                  <a:pt x="42372" y="19545"/>
                </a:cubicBezTo>
                <a:lnTo>
                  <a:pt x="42372" y="19545"/>
                </a:lnTo>
                <a:cubicBezTo>
                  <a:pt x="42342" y="19576"/>
                  <a:pt x="42372" y="19667"/>
                  <a:pt x="42190" y="19758"/>
                </a:cubicBezTo>
                <a:cubicBezTo>
                  <a:pt x="42272" y="19728"/>
                  <a:pt x="42321" y="19717"/>
                  <a:pt x="42350" y="19717"/>
                </a:cubicBezTo>
                <a:cubicBezTo>
                  <a:pt x="42440" y="19717"/>
                  <a:pt x="42341" y="19826"/>
                  <a:pt x="42433" y="19849"/>
                </a:cubicBezTo>
                <a:cubicBezTo>
                  <a:pt x="42449" y="19853"/>
                  <a:pt x="42463" y="19855"/>
                  <a:pt x="42475" y="19855"/>
                </a:cubicBezTo>
                <a:cubicBezTo>
                  <a:pt x="42548" y="19855"/>
                  <a:pt x="42536" y="19780"/>
                  <a:pt x="42615" y="19728"/>
                </a:cubicBezTo>
                <a:lnTo>
                  <a:pt x="42798" y="19819"/>
                </a:lnTo>
                <a:cubicBezTo>
                  <a:pt x="42745" y="19924"/>
                  <a:pt x="42577" y="20007"/>
                  <a:pt x="42494" y="20007"/>
                </a:cubicBezTo>
                <a:cubicBezTo>
                  <a:pt x="42482" y="20007"/>
                  <a:pt x="42471" y="20005"/>
                  <a:pt x="42463" y="20001"/>
                </a:cubicBezTo>
                <a:lnTo>
                  <a:pt x="42463" y="20001"/>
                </a:lnTo>
                <a:cubicBezTo>
                  <a:pt x="42494" y="20244"/>
                  <a:pt x="42706" y="20852"/>
                  <a:pt x="42858" y="21521"/>
                </a:cubicBezTo>
                <a:cubicBezTo>
                  <a:pt x="42919" y="21825"/>
                  <a:pt x="43010" y="22129"/>
                  <a:pt x="43102" y="22402"/>
                </a:cubicBezTo>
                <a:cubicBezTo>
                  <a:pt x="43132" y="22615"/>
                  <a:pt x="43223" y="22828"/>
                  <a:pt x="43314" y="22980"/>
                </a:cubicBezTo>
                <a:cubicBezTo>
                  <a:pt x="43557" y="22889"/>
                  <a:pt x="43405" y="22798"/>
                  <a:pt x="43649" y="22646"/>
                </a:cubicBezTo>
                <a:cubicBezTo>
                  <a:pt x="43679" y="22737"/>
                  <a:pt x="43709" y="22828"/>
                  <a:pt x="43709" y="22919"/>
                </a:cubicBezTo>
                <a:cubicBezTo>
                  <a:pt x="43588" y="23041"/>
                  <a:pt x="43770" y="23162"/>
                  <a:pt x="43314" y="23375"/>
                </a:cubicBezTo>
                <a:lnTo>
                  <a:pt x="43709" y="23314"/>
                </a:lnTo>
                <a:lnTo>
                  <a:pt x="43497" y="23436"/>
                </a:lnTo>
                <a:cubicBezTo>
                  <a:pt x="44013" y="23861"/>
                  <a:pt x="43740" y="23497"/>
                  <a:pt x="43770" y="24013"/>
                </a:cubicBezTo>
                <a:cubicBezTo>
                  <a:pt x="43801" y="24105"/>
                  <a:pt x="43892" y="24165"/>
                  <a:pt x="43983" y="24196"/>
                </a:cubicBezTo>
                <a:cubicBezTo>
                  <a:pt x="43953" y="24287"/>
                  <a:pt x="43953" y="24378"/>
                  <a:pt x="43983" y="24439"/>
                </a:cubicBezTo>
                <a:cubicBezTo>
                  <a:pt x="44226" y="24865"/>
                  <a:pt x="44652" y="25351"/>
                  <a:pt x="44743" y="25928"/>
                </a:cubicBezTo>
                <a:lnTo>
                  <a:pt x="44712" y="25928"/>
                </a:lnTo>
                <a:lnTo>
                  <a:pt x="44561" y="25776"/>
                </a:lnTo>
                <a:lnTo>
                  <a:pt x="44561" y="25776"/>
                </a:lnTo>
                <a:cubicBezTo>
                  <a:pt x="44561" y="25928"/>
                  <a:pt x="44621" y="26050"/>
                  <a:pt x="44712" y="26172"/>
                </a:cubicBezTo>
                <a:cubicBezTo>
                  <a:pt x="44743" y="26475"/>
                  <a:pt x="44804" y="26779"/>
                  <a:pt x="44925" y="27083"/>
                </a:cubicBezTo>
                <a:cubicBezTo>
                  <a:pt x="44986" y="27296"/>
                  <a:pt x="45077" y="27479"/>
                  <a:pt x="45199" y="27691"/>
                </a:cubicBezTo>
                <a:cubicBezTo>
                  <a:pt x="45472" y="28056"/>
                  <a:pt x="45564" y="28542"/>
                  <a:pt x="45533" y="28998"/>
                </a:cubicBezTo>
                <a:cubicBezTo>
                  <a:pt x="45472" y="28968"/>
                  <a:pt x="45442" y="28938"/>
                  <a:pt x="45412" y="28907"/>
                </a:cubicBezTo>
                <a:lnTo>
                  <a:pt x="45412" y="28907"/>
                </a:lnTo>
                <a:cubicBezTo>
                  <a:pt x="45260" y="29272"/>
                  <a:pt x="45564" y="30001"/>
                  <a:pt x="45351" y="30700"/>
                </a:cubicBezTo>
                <a:cubicBezTo>
                  <a:pt x="45384" y="30601"/>
                  <a:pt x="45472" y="30501"/>
                  <a:pt x="45550" y="30501"/>
                </a:cubicBezTo>
                <a:cubicBezTo>
                  <a:pt x="45614" y="30501"/>
                  <a:pt x="45671" y="30569"/>
                  <a:pt x="45685" y="30761"/>
                </a:cubicBezTo>
                <a:cubicBezTo>
                  <a:pt x="45624" y="31004"/>
                  <a:pt x="45564" y="31217"/>
                  <a:pt x="45564" y="31460"/>
                </a:cubicBezTo>
                <a:cubicBezTo>
                  <a:pt x="45442" y="31460"/>
                  <a:pt x="45320" y="31400"/>
                  <a:pt x="45229" y="31369"/>
                </a:cubicBezTo>
                <a:lnTo>
                  <a:pt x="45229" y="31369"/>
                </a:lnTo>
                <a:cubicBezTo>
                  <a:pt x="45320" y="31582"/>
                  <a:pt x="45564" y="31521"/>
                  <a:pt x="45503" y="31673"/>
                </a:cubicBezTo>
                <a:cubicBezTo>
                  <a:pt x="45491" y="31685"/>
                  <a:pt x="45474" y="31690"/>
                  <a:pt x="45455" y="31690"/>
                </a:cubicBezTo>
                <a:cubicBezTo>
                  <a:pt x="45375" y="31690"/>
                  <a:pt x="45248" y="31606"/>
                  <a:pt x="45199" y="31582"/>
                </a:cubicBezTo>
                <a:lnTo>
                  <a:pt x="45199" y="31582"/>
                </a:lnTo>
                <a:cubicBezTo>
                  <a:pt x="45229" y="31673"/>
                  <a:pt x="45108" y="31734"/>
                  <a:pt x="45260" y="31764"/>
                </a:cubicBezTo>
                <a:cubicBezTo>
                  <a:pt x="45305" y="31749"/>
                  <a:pt x="45351" y="31742"/>
                  <a:pt x="45396" y="31742"/>
                </a:cubicBezTo>
                <a:cubicBezTo>
                  <a:pt x="45442" y="31742"/>
                  <a:pt x="45488" y="31749"/>
                  <a:pt x="45533" y="31764"/>
                </a:cubicBezTo>
                <a:cubicBezTo>
                  <a:pt x="45503" y="32099"/>
                  <a:pt x="45412" y="32403"/>
                  <a:pt x="45260" y="32707"/>
                </a:cubicBezTo>
                <a:cubicBezTo>
                  <a:pt x="45260" y="32707"/>
                  <a:pt x="45320" y="32859"/>
                  <a:pt x="45381" y="33011"/>
                </a:cubicBezTo>
                <a:lnTo>
                  <a:pt x="45472" y="33345"/>
                </a:lnTo>
                <a:cubicBezTo>
                  <a:pt x="45229" y="34500"/>
                  <a:pt x="44895" y="35625"/>
                  <a:pt x="44439" y="36749"/>
                </a:cubicBezTo>
                <a:cubicBezTo>
                  <a:pt x="44105" y="37509"/>
                  <a:pt x="43740" y="38239"/>
                  <a:pt x="43314" y="38968"/>
                </a:cubicBezTo>
                <a:cubicBezTo>
                  <a:pt x="42858" y="39698"/>
                  <a:pt x="42342" y="40397"/>
                  <a:pt x="41764" y="41065"/>
                </a:cubicBezTo>
                <a:cubicBezTo>
                  <a:pt x="41187" y="41704"/>
                  <a:pt x="40579" y="42281"/>
                  <a:pt x="39910" y="42798"/>
                </a:cubicBezTo>
                <a:cubicBezTo>
                  <a:pt x="39241" y="43284"/>
                  <a:pt x="38542" y="43710"/>
                  <a:pt x="37843" y="44075"/>
                </a:cubicBezTo>
                <a:cubicBezTo>
                  <a:pt x="36749" y="44652"/>
                  <a:pt x="35624" y="45078"/>
                  <a:pt x="34439" y="45321"/>
                </a:cubicBezTo>
                <a:lnTo>
                  <a:pt x="34530" y="45260"/>
                </a:lnTo>
                <a:lnTo>
                  <a:pt x="34530" y="45260"/>
                </a:lnTo>
                <a:cubicBezTo>
                  <a:pt x="33358" y="45573"/>
                  <a:pt x="32163" y="45729"/>
                  <a:pt x="30965" y="45729"/>
                </a:cubicBezTo>
                <a:cubicBezTo>
                  <a:pt x="30765" y="45729"/>
                  <a:pt x="30565" y="45725"/>
                  <a:pt x="30366" y="45716"/>
                </a:cubicBezTo>
                <a:cubicBezTo>
                  <a:pt x="28572" y="45686"/>
                  <a:pt x="26809" y="45382"/>
                  <a:pt x="25138" y="44834"/>
                </a:cubicBezTo>
                <a:cubicBezTo>
                  <a:pt x="23405" y="44257"/>
                  <a:pt x="21794" y="43467"/>
                  <a:pt x="20274" y="42494"/>
                </a:cubicBezTo>
                <a:cubicBezTo>
                  <a:pt x="19028" y="41673"/>
                  <a:pt x="17873" y="40731"/>
                  <a:pt x="16870" y="39667"/>
                </a:cubicBezTo>
                <a:cubicBezTo>
                  <a:pt x="16688" y="39272"/>
                  <a:pt x="16505" y="38877"/>
                  <a:pt x="16262" y="38512"/>
                </a:cubicBezTo>
                <a:cubicBezTo>
                  <a:pt x="16049" y="38178"/>
                  <a:pt x="15837" y="37813"/>
                  <a:pt x="15654" y="37418"/>
                </a:cubicBezTo>
                <a:lnTo>
                  <a:pt x="15654" y="37418"/>
                </a:lnTo>
                <a:cubicBezTo>
                  <a:pt x="15719" y="37645"/>
                  <a:pt x="15672" y="37742"/>
                  <a:pt x="15590" y="37742"/>
                </a:cubicBezTo>
                <a:cubicBezTo>
                  <a:pt x="15519" y="37742"/>
                  <a:pt x="15421" y="37667"/>
                  <a:pt x="15350" y="37540"/>
                </a:cubicBezTo>
                <a:cubicBezTo>
                  <a:pt x="15046" y="37023"/>
                  <a:pt x="14925" y="36749"/>
                  <a:pt x="14834" y="36597"/>
                </a:cubicBezTo>
                <a:cubicBezTo>
                  <a:pt x="14742" y="36445"/>
                  <a:pt x="14712" y="36445"/>
                  <a:pt x="14651" y="36445"/>
                </a:cubicBezTo>
                <a:cubicBezTo>
                  <a:pt x="14621" y="36445"/>
                  <a:pt x="14560" y="36445"/>
                  <a:pt x="14469" y="36293"/>
                </a:cubicBezTo>
                <a:cubicBezTo>
                  <a:pt x="14378" y="36202"/>
                  <a:pt x="14317" y="36081"/>
                  <a:pt x="14226" y="35989"/>
                </a:cubicBezTo>
                <a:cubicBezTo>
                  <a:pt x="14165" y="35807"/>
                  <a:pt x="14043" y="35594"/>
                  <a:pt x="13922" y="35321"/>
                </a:cubicBezTo>
                <a:cubicBezTo>
                  <a:pt x="13861" y="35169"/>
                  <a:pt x="13770" y="34956"/>
                  <a:pt x="13648" y="34743"/>
                </a:cubicBezTo>
                <a:cubicBezTo>
                  <a:pt x="13557" y="34530"/>
                  <a:pt x="13496" y="34257"/>
                  <a:pt x="13405" y="33983"/>
                </a:cubicBezTo>
                <a:cubicBezTo>
                  <a:pt x="13192" y="33345"/>
                  <a:pt x="13010" y="32676"/>
                  <a:pt x="12888" y="32007"/>
                </a:cubicBezTo>
                <a:cubicBezTo>
                  <a:pt x="12311" y="28694"/>
                  <a:pt x="12645" y="25290"/>
                  <a:pt x="13891" y="22129"/>
                </a:cubicBezTo>
                <a:cubicBezTo>
                  <a:pt x="14134" y="21551"/>
                  <a:pt x="14408" y="20974"/>
                  <a:pt x="14712" y="20427"/>
                </a:cubicBezTo>
                <a:cubicBezTo>
                  <a:pt x="14864" y="20184"/>
                  <a:pt x="14985" y="19971"/>
                  <a:pt x="15107" y="19788"/>
                </a:cubicBezTo>
                <a:cubicBezTo>
                  <a:pt x="15229" y="19576"/>
                  <a:pt x="15320" y="19454"/>
                  <a:pt x="15411" y="19302"/>
                </a:cubicBezTo>
                <a:cubicBezTo>
                  <a:pt x="15502" y="18968"/>
                  <a:pt x="15624" y="18633"/>
                  <a:pt x="15806" y="18299"/>
                </a:cubicBezTo>
                <a:cubicBezTo>
                  <a:pt x="15989" y="17995"/>
                  <a:pt x="16201" y="17691"/>
                  <a:pt x="16414" y="17357"/>
                </a:cubicBezTo>
                <a:cubicBezTo>
                  <a:pt x="16627" y="17053"/>
                  <a:pt x="16870" y="16840"/>
                  <a:pt x="17083" y="16567"/>
                </a:cubicBezTo>
                <a:cubicBezTo>
                  <a:pt x="17296" y="16323"/>
                  <a:pt x="17508" y="16080"/>
                  <a:pt x="17660" y="15807"/>
                </a:cubicBezTo>
                <a:lnTo>
                  <a:pt x="17660" y="15959"/>
                </a:lnTo>
                <a:cubicBezTo>
                  <a:pt x="17843" y="15776"/>
                  <a:pt x="18025" y="15594"/>
                  <a:pt x="18207" y="15442"/>
                </a:cubicBezTo>
                <a:cubicBezTo>
                  <a:pt x="18511" y="15199"/>
                  <a:pt x="18815" y="14956"/>
                  <a:pt x="19150" y="14743"/>
                </a:cubicBezTo>
                <a:cubicBezTo>
                  <a:pt x="20031" y="14196"/>
                  <a:pt x="20973" y="13740"/>
                  <a:pt x="21977" y="13436"/>
                </a:cubicBezTo>
                <a:cubicBezTo>
                  <a:pt x="24165" y="12676"/>
                  <a:pt x="26749" y="12615"/>
                  <a:pt x="27600" y="12524"/>
                </a:cubicBezTo>
                <a:lnTo>
                  <a:pt x="27387" y="12463"/>
                </a:lnTo>
                <a:cubicBezTo>
                  <a:pt x="27602" y="12406"/>
                  <a:pt x="27824" y="12375"/>
                  <a:pt x="28047" y="12375"/>
                </a:cubicBezTo>
                <a:cubicBezTo>
                  <a:pt x="28295" y="12375"/>
                  <a:pt x="28544" y="12413"/>
                  <a:pt x="28785" y="12493"/>
                </a:cubicBezTo>
                <a:cubicBezTo>
                  <a:pt x="29119" y="12676"/>
                  <a:pt x="29515" y="12828"/>
                  <a:pt x="29910" y="12919"/>
                </a:cubicBezTo>
                <a:cubicBezTo>
                  <a:pt x="29800" y="12450"/>
                  <a:pt x="30939" y="12307"/>
                  <a:pt x="31538" y="12307"/>
                </a:cubicBezTo>
                <a:close/>
                <a:moveTo>
                  <a:pt x="8610" y="48991"/>
                </a:moveTo>
                <a:cubicBezTo>
                  <a:pt x="8637" y="49032"/>
                  <a:pt x="8666" y="49068"/>
                  <a:pt x="8694" y="49090"/>
                </a:cubicBezTo>
                <a:cubicBezTo>
                  <a:pt x="8666" y="49057"/>
                  <a:pt x="8638" y="49024"/>
                  <a:pt x="8610" y="48991"/>
                </a:cubicBezTo>
                <a:close/>
                <a:moveTo>
                  <a:pt x="35749" y="56859"/>
                </a:moveTo>
                <a:cubicBezTo>
                  <a:pt x="35728" y="56863"/>
                  <a:pt x="35706" y="56867"/>
                  <a:pt x="35685" y="56871"/>
                </a:cubicBezTo>
                <a:cubicBezTo>
                  <a:pt x="35692" y="56874"/>
                  <a:pt x="35698" y="56876"/>
                  <a:pt x="35705" y="56876"/>
                </a:cubicBezTo>
                <a:cubicBezTo>
                  <a:pt x="35719" y="56876"/>
                  <a:pt x="35734" y="56870"/>
                  <a:pt x="35749" y="56859"/>
                </a:cubicBezTo>
                <a:close/>
                <a:moveTo>
                  <a:pt x="23988" y="5"/>
                </a:moveTo>
                <a:cubicBezTo>
                  <a:pt x="24089" y="101"/>
                  <a:pt x="21300" y="439"/>
                  <a:pt x="18481" y="1399"/>
                </a:cubicBezTo>
                <a:cubicBezTo>
                  <a:pt x="17144" y="1855"/>
                  <a:pt x="15837" y="2402"/>
                  <a:pt x="14560" y="3071"/>
                </a:cubicBezTo>
                <a:cubicBezTo>
                  <a:pt x="13526" y="3618"/>
                  <a:pt x="12827" y="4074"/>
                  <a:pt x="12767" y="4074"/>
                </a:cubicBezTo>
                <a:lnTo>
                  <a:pt x="12888" y="4560"/>
                </a:lnTo>
                <a:cubicBezTo>
                  <a:pt x="11916" y="5199"/>
                  <a:pt x="11703" y="5199"/>
                  <a:pt x="11520" y="5199"/>
                </a:cubicBezTo>
                <a:cubicBezTo>
                  <a:pt x="11479" y="5193"/>
                  <a:pt x="11438" y="5187"/>
                  <a:pt x="11394" y="5187"/>
                </a:cubicBezTo>
                <a:cubicBezTo>
                  <a:pt x="11212" y="5187"/>
                  <a:pt x="10964" y="5287"/>
                  <a:pt x="10305" y="5898"/>
                </a:cubicBezTo>
                <a:cubicBezTo>
                  <a:pt x="10213" y="6232"/>
                  <a:pt x="10031" y="6506"/>
                  <a:pt x="9757" y="6749"/>
                </a:cubicBezTo>
                <a:cubicBezTo>
                  <a:pt x="9484" y="7022"/>
                  <a:pt x="9180" y="7326"/>
                  <a:pt x="8815" y="7630"/>
                </a:cubicBezTo>
                <a:cubicBezTo>
                  <a:pt x="8116" y="8208"/>
                  <a:pt x="7508" y="8816"/>
                  <a:pt x="7387" y="9211"/>
                </a:cubicBezTo>
                <a:cubicBezTo>
                  <a:pt x="7386" y="9210"/>
                  <a:pt x="7385" y="9210"/>
                  <a:pt x="7384" y="9210"/>
                </a:cubicBezTo>
                <a:cubicBezTo>
                  <a:pt x="7336" y="9210"/>
                  <a:pt x="6791" y="9816"/>
                  <a:pt x="6612" y="9816"/>
                </a:cubicBezTo>
                <a:cubicBezTo>
                  <a:pt x="6591" y="9816"/>
                  <a:pt x="6575" y="9807"/>
                  <a:pt x="6566" y="9788"/>
                </a:cubicBezTo>
                <a:lnTo>
                  <a:pt x="6566" y="9788"/>
                </a:lnTo>
                <a:cubicBezTo>
                  <a:pt x="6657" y="10275"/>
                  <a:pt x="5988" y="10700"/>
                  <a:pt x="5715" y="11278"/>
                </a:cubicBezTo>
                <a:cubicBezTo>
                  <a:pt x="5699" y="11341"/>
                  <a:pt x="5704" y="11365"/>
                  <a:pt x="5723" y="11365"/>
                </a:cubicBezTo>
                <a:cubicBezTo>
                  <a:pt x="5777" y="11365"/>
                  <a:pt x="5945" y="11171"/>
                  <a:pt x="6080" y="11126"/>
                </a:cubicBezTo>
                <a:lnTo>
                  <a:pt x="6080" y="11126"/>
                </a:lnTo>
                <a:lnTo>
                  <a:pt x="5715" y="11764"/>
                </a:lnTo>
                <a:lnTo>
                  <a:pt x="5380" y="12402"/>
                </a:lnTo>
                <a:cubicBezTo>
                  <a:pt x="5210" y="12602"/>
                  <a:pt x="5059" y="12708"/>
                  <a:pt x="4975" y="12708"/>
                </a:cubicBezTo>
                <a:cubicBezTo>
                  <a:pt x="4879" y="12708"/>
                  <a:pt x="4870" y="12571"/>
                  <a:pt x="5016" y="12281"/>
                </a:cubicBezTo>
                <a:lnTo>
                  <a:pt x="5016" y="12281"/>
                </a:lnTo>
                <a:cubicBezTo>
                  <a:pt x="4043" y="13709"/>
                  <a:pt x="3253" y="15199"/>
                  <a:pt x="2584" y="16779"/>
                </a:cubicBezTo>
                <a:cubicBezTo>
                  <a:pt x="2098" y="17904"/>
                  <a:pt x="1672" y="19089"/>
                  <a:pt x="1307" y="20275"/>
                </a:cubicBezTo>
                <a:cubicBezTo>
                  <a:pt x="1155" y="20913"/>
                  <a:pt x="973" y="21551"/>
                  <a:pt x="821" y="22220"/>
                </a:cubicBezTo>
                <a:cubicBezTo>
                  <a:pt x="669" y="22858"/>
                  <a:pt x="578" y="23527"/>
                  <a:pt x="426" y="24226"/>
                </a:cubicBezTo>
                <a:cubicBezTo>
                  <a:pt x="61" y="26779"/>
                  <a:pt x="0" y="29393"/>
                  <a:pt x="244" y="32007"/>
                </a:cubicBezTo>
                <a:cubicBezTo>
                  <a:pt x="426" y="33740"/>
                  <a:pt x="760" y="35473"/>
                  <a:pt x="1277" y="37144"/>
                </a:cubicBezTo>
                <a:cubicBezTo>
                  <a:pt x="1368" y="36567"/>
                  <a:pt x="943" y="35381"/>
                  <a:pt x="1277" y="34834"/>
                </a:cubicBezTo>
                <a:lnTo>
                  <a:pt x="1277" y="34834"/>
                </a:lnTo>
                <a:cubicBezTo>
                  <a:pt x="1763" y="35807"/>
                  <a:pt x="1520" y="36384"/>
                  <a:pt x="1915" y="36749"/>
                </a:cubicBezTo>
                <a:cubicBezTo>
                  <a:pt x="1672" y="37023"/>
                  <a:pt x="1794" y="37600"/>
                  <a:pt x="1946" y="38239"/>
                </a:cubicBezTo>
                <a:cubicBezTo>
                  <a:pt x="2098" y="38847"/>
                  <a:pt x="2341" y="39515"/>
                  <a:pt x="2159" y="40032"/>
                </a:cubicBezTo>
                <a:lnTo>
                  <a:pt x="2614" y="40184"/>
                </a:lnTo>
                <a:lnTo>
                  <a:pt x="2614" y="40761"/>
                </a:lnTo>
                <a:cubicBezTo>
                  <a:pt x="3192" y="41825"/>
                  <a:pt x="3557" y="42403"/>
                  <a:pt x="3769" y="42737"/>
                </a:cubicBezTo>
                <a:cubicBezTo>
                  <a:pt x="3952" y="43072"/>
                  <a:pt x="4013" y="43163"/>
                  <a:pt x="4073" y="43254"/>
                </a:cubicBezTo>
                <a:cubicBezTo>
                  <a:pt x="4408" y="44014"/>
                  <a:pt x="4803" y="44743"/>
                  <a:pt x="5259" y="45442"/>
                </a:cubicBezTo>
                <a:cubicBezTo>
                  <a:pt x="5836" y="46263"/>
                  <a:pt x="6505" y="46962"/>
                  <a:pt x="7235" y="47631"/>
                </a:cubicBezTo>
                <a:cubicBezTo>
                  <a:pt x="7720" y="48031"/>
                  <a:pt x="8179" y="48484"/>
                  <a:pt x="8610" y="48991"/>
                </a:cubicBezTo>
                <a:lnTo>
                  <a:pt x="8610" y="48991"/>
                </a:lnTo>
                <a:cubicBezTo>
                  <a:pt x="8527" y="48862"/>
                  <a:pt x="8469" y="48675"/>
                  <a:pt x="8578" y="48675"/>
                </a:cubicBezTo>
                <a:cubicBezTo>
                  <a:pt x="8627" y="48675"/>
                  <a:pt x="8712" y="48714"/>
                  <a:pt x="8846" y="48816"/>
                </a:cubicBezTo>
                <a:cubicBezTo>
                  <a:pt x="8694" y="49120"/>
                  <a:pt x="10183" y="49789"/>
                  <a:pt x="10153" y="50245"/>
                </a:cubicBezTo>
                <a:cubicBezTo>
                  <a:pt x="10528" y="50550"/>
                  <a:pt x="11500" y="51380"/>
                  <a:pt x="11813" y="51380"/>
                </a:cubicBezTo>
                <a:cubicBezTo>
                  <a:pt x="11899" y="51380"/>
                  <a:pt x="11935" y="51317"/>
                  <a:pt x="11896" y="51163"/>
                </a:cubicBezTo>
                <a:lnTo>
                  <a:pt x="11896" y="51163"/>
                </a:lnTo>
                <a:cubicBezTo>
                  <a:pt x="12024" y="51532"/>
                  <a:pt x="12907" y="52271"/>
                  <a:pt x="12700" y="52271"/>
                </a:cubicBezTo>
                <a:cubicBezTo>
                  <a:pt x="12656" y="52271"/>
                  <a:pt x="12563" y="52238"/>
                  <a:pt x="12402" y="52160"/>
                </a:cubicBezTo>
                <a:lnTo>
                  <a:pt x="12402" y="52160"/>
                </a:lnTo>
                <a:cubicBezTo>
                  <a:pt x="12797" y="52525"/>
                  <a:pt x="13223" y="52829"/>
                  <a:pt x="13678" y="53072"/>
                </a:cubicBezTo>
                <a:lnTo>
                  <a:pt x="13131" y="52555"/>
                </a:lnTo>
                <a:lnTo>
                  <a:pt x="13131" y="52555"/>
                </a:lnTo>
                <a:lnTo>
                  <a:pt x="15137" y="53923"/>
                </a:lnTo>
                <a:cubicBezTo>
                  <a:pt x="15654" y="54318"/>
                  <a:pt x="16262" y="54591"/>
                  <a:pt x="16900" y="54683"/>
                </a:cubicBezTo>
                <a:lnTo>
                  <a:pt x="16323" y="54196"/>
                </a:lnTo>
                <a:lnTo>
                  <a:pt x="16323" y="54196"/>
                </a:lnTo>
                <a:cubicBezTo>
                  <a:pt x="17387" y="54713"/>
                  <a:pt x="18238" y="55139"/>
                  <a:pt x="18511" y="55686"/>
                </a:cubicBezTo>
                <a:lnTo>
                  <a:pt x="17934" y="55503"/>
                </a:lnTo>
                <a:cubicBezTo>
                  <a:pt x="17630" y="55412"/>
                  <a:pt x="17356" y="55291"/>
                  <a:pt x="17356" y="55291"/>
                </a:cubicBezTo>
                <a:lnTo>
                  <a:pt x="17356" y="55291"/>
                </a:lnTo>
                <a:cubicBezTo>
                  <a:pt x="18755" y="56050"/>
                  <a:pt x="20274" y="56537"/>
                  <a:pt x="21855" y="56810"/>
                </a:cubicBezTo>
                <a:lnTo>
                  <a:pt x="21308" y="56628"/>
                </a:lnTo>
                <a:lnTo>
                  <a:pt x="21308" y="56628"/>
                </a:lnTo>
                <a:cubicBezTo>
                  <a:pt x="22341" y="56780"/>
                  <a:pt x="25502" y="57479"/>
                  <a:pt x="28633" y="57509"/>
                </a:cubicBezTo>
                <a:cubicBezTo>
                  <a:pt x="28746" y="57514"/>
                  <a:pt x="28859" y="57516"/>
                  <a:pt x="28972" y="57516"/>
                </a:cubicBezTo>
                <a:cubicBezTo>
                  <a:pt x="29649" y="57516"/>
                  <a:pt x="30322" y="57449"/>
                  <a:pt x="30974" y="57449"/>
                </a:cubicBezTo>
                <a:cubicBezTo>
                  <a:pt x="31734" y="57418"/>
                  <a:pt x="32433" y="57266"/>
                  <a:pt x="33071" y="57175"/>
                </a:cubicBezTo>
                <a:cubicBezTo>
                  <a:pt x="34013" y="57054"/>
                  <a:pt x="34895" y="56810"/>
                  <a:pt x="35776" y="56476"/>
                </a:cubicBezTo>
                <a:lnTo>
                  <a:pt x="35320" y="56385"/>
                </a:lnTo>
                <a:lnTo>
                  <a:pt x="34895" y="56263"/>
                </a:lnTo>
                <a:lnTo>
                  <a:pt x="35655" y="56020"/>
                </a:lnTo>
                <a:lnTo>
                  <a:pt x="36392" y="55725"/>
                </a:lnTo>
                <a:lnTo>
                  <a:pt x="36392" y="55725"/>
                </a:lnTo>
                <a:cubicBezTo>
                  <a:pt x="36225" y="55827"/>
                  <a:pt x="35935" y="56723"/>
                  <a:pt x="35749" y="56859"/>
                </a:cubicBezTo>
                <a:lnTo>
                  <a:pt x="35749" y="56859"/>
                </a:lnTo>
                <a:cubicBezTo>
                  <a:pt x="37308" y="56556"/>
                  <a:pt x="38867" y="56134"/>
                  <a:pt x="40366" y="55564"/>
                </a:cubicBezTo>
                <a:cubicBezTo>
                  <a:pt x="42737" y="54683"/>
                  <a:pt x="44986" y="53467"/>
                  <a:pt x="47023" y="51947"/>
                </a:cubicBezTo>
                <a:cubicBezTo>
                  <a:pt x="49059" y="50397"/>
                  <a:pt x="50852" y="48573"/>
                  <a:pt x="52342" y="46506"/>
                </a:cubicBezTo>
                <a:cubicBezTo>
                  <a:pt x="53254" y="45230"/>
                  <a:pt x="54105" y="43892"/>
                  <a:pt x="54865" y="42524"/>
                </a:cubicBezTo>
                <a:cubicBezTo>
                  <a:pt x="55096" y="42163"/>
                  <a:pt x="55237" y="42040"/>
                  <a:pt x="55324" y="42040"/>
                </a:cubicBezTo>
                <a:cubicBezTo>
                  <a:pt x="55500" y="42040"/>
                  <a:pt x="55452" y="42544"/>
                  <a:pt x="55473" y="42585"/>
                </a:cubicBezTo>
                <a:cubicBezTo>
                  <a:pt x="56020" y="41065"/>
                  <a:pt x="55442" y="41825"/>
                  <a:pt x="55989" y="40579"/>
                </a:cubicBezTo>
                <a:cubicBezTo>
                  <a:pt x="56031" y="40510"/>
                  <a:pt x="56064" y="40482"/>
                  <a:pt x="56091" y="40482"/>
                </a:cubicBezTo>
                <a:cubicBezTo>
                  <a:pt x="56182" y="40482"/>
                  <a:pt x="56195" y="40810"/>
                  <a:pt x="56172" y="40974"/>
                </a:cubicBezTo>
                <a:cubicBezTo>
                  <a:pt x="56384" y="40397"/>
                  <a:pt x="56628" y="39910"/>
                  <a:pt x="56506" y="39819"/>
                </a:cubicBezTo>
                <a:lnTo>
                  <a:pt x="56506" y="39819"/>
                </a:lnTo>
                <a:cubicBezTo>
                  <a:pt x="56334" y="40135"/>
                  <a:pt x="56182" y="40200"/>
                  <a:pt x="56032" y="40200"/>
                </a:cubicBezTo>
                <a:cubicBezTo>
                  <a:pt x="55925" y="40200"/>
                  <a:pt x="55820" y="40167"/>
                  <a:pt x="55708" y="40167"/>
                </a:cubicBezTo>
                <a:cubicBezTo>
                  <a:pt x="55642" y="40167"/>
                  <a:pt x="55574" y="40179"/>
                  <a:pt x="55503" y="40214"/>
                </a:cubicBezTo>
                <a:lnTo>
                  <a:pt x="56080" y="38664"/>
                </a:lnTo>
                <a:cubicBezTo>
                  <a:pt x="56141" y="38786"/>
                  <a:pt x="56141" y="38938"/>
                  <a:pt x="56080" y="39090"/>
                </a:cubicBezTo>
                <a:cubicBezTo>
                  <a:pt x="56141" y="38968"/>
                  <a:pt x="56263" y="38877"/>
                  <a:pt x="56293" y="38786"/>
                </a:cubicBezTo>
                <a:cubicBezTo>
                  <a:pt x="56324" y="38695"/>
                  <a:pt x="56324" y="38603"/>
                  <a:pt x="56293" y="38512"/>
                </a:cubicBezTo>
                <a:cubicBezTo>
                  <a:pt x="56395" y="38512"/>
                  <a:pt x="56482" y="38580"/>
                  <a:pt x="56575" y="38580"/>
                </a:cubicBezTo>
                <a:cubicBezTo>
                  <a:pt x="56621" y="38580"/>
                  <a:pt x="56668" y="38563"/>
                  <a:pt x="56719" y="38512"/>
                </a:cubicBezTo>
                <a:cubicBezTo>
                  <a:pt x="56688" y="38299"/>
                  <a:pt x="56476" y="37995"/>
                  <a:pt x="56719" y="37843"/>
                </a:cubicBezTo>
                <a:lnTo>
                  <a:pt x="56780" y="37843"/>
                </a:lnTo>
                <a:cubicBezTo>
                  <a:pt x="57236" y="37479"/>
                  <a:pt x="56567" y="36992"/>
                  <a:pt x="56992" y="36658"/>
                </a:cubicBezTo>
                <a:lnTo>
                  <a:pt x="56992" y="36658"/>
                </a:lnTo>
                <a:lnTo>
                  <a:pt x="57053" y="36719"/>
                </a:lnTo>
                <a:cubicBezTo>
                  <a:pt x="57266" y="36628"/>
                  <a:pt x="57114" y="36263"/>
                  <a:pt x="57387" y="36020"/>
                </a:cubicBezTo>
                <a:lnTo>
                  <a:pt x="57387" y="36020"/>
                </a:lnTo>
                <a:cubicBezTo>
                  <a:pt x="57348" y="36046"/>
                  <a:pt x="57280" y="36067"/>
                  <a:pt x="57218" y="36067"/>
                </a:cubicBezTo>
                <a:cubicBezTo>
                  <a:pt x="57137" y="36067"/>
                  <a:pt x="57066" y="36032"/>
                  <a:pt x="57084" y="35929"/>
                </a:cubicBezTo>
                <a:cubicBezTo>
                  <a:pt x="57327" y="35655"/>
                  <a:pt x="57205" y="35381"/>
                  <a:pt x="57509" y="35199"/>
                </a:cubicBezTo>
                <a:lnTo>
                  <a:pt x="57266" y="34925"/>
                </a:lnTo>
                <a:cubicBezTo>
                  <a:pt x="57357" y="34470"/>
                  <a:pt x="57448" y="34014"/>
                  <a:pt x="57479" y="33558"/>
                </a:cubicBezTo>
                <a:cubicBezTo>
                  <a:pt x="57570" y="32889"/>
                  <a:pt x="57631" y="32251"/>
                  <a:pt x="57631" y="31582"/>
                </a:cubicBezTo>
                <a:cubicBezTo>
                  <a:pt x="57631" y="30883"/>
                  <a:pt x="57661" y="30184"/>
                  <a:pt x="57631" y="29606"/>
                </a:cubicBezTo>
                <a:cubicBezTo>
                  <a:pt x="57600" y="28998"/>
                  <a:pt x="57570" y="28512"/>
                  <a:pt x="57539" y="28238"/>
                </a:cubicBezTo>
                <a:lnTo>
                  <a:pt x="57539" y="28238"/>
                </a:lnTo>
                <a:lnTo>
                  <a:pt x="57600" y="28299"/>
                </a:lnTo>
                <a:cubicBezTo>
                  <a:pt x="57570" y="27874"/>
                  <a:pt x="57539" y="27327"/>
                  <a:pt x="57479" y="26749"/>
                </a:cubicBezTo>
                <a:cubicBezTo>
                  <a:pt x="57387" y="26141"/>
                  <a:pt x="57357" y="25503"/>
                  <a:pt x="57236" y="24865"/>
                </a:cubicBezTo>
                <a:cubicBezTo>
                  <a:pt x="57144" y="24226"/>
                  <a:pt x="56992" y="23618"/>
                  <a:pt x="56871" y="23041"/>
                </a:cubicBezTo>
                <a:cubicBezTo>
                  <a:pt x="56719" y="22524"/>
                  <a:pt x="56536" y="22038"/>
                  <a:pt x="56324" y="21551"/>
                </a:cubicBezTo>
                <a:cubicBezTo>
                  <a:pt x="56536" y="21217"/>
                  <a:pt x="56415" y="20883"/>
                  <a:pt x="56415" y="20579"/>
                </a:cubicBezTo>
                <a:lnTo>
                  <a:pt x="56415" y="20579"/>
                </a:lnTo>
                <a:cubicBezTo>
                  <a:pt x="56365" y="20679"/>
                  <a:pt x="56278" y="20724"/>
                  <a:pt x="56209" y="20724"/>
                </a:cubicBezTo>
                <a:cubicBezTo>
                  <a:pt x="56154" y="20724"/>
                  <a:pt x="56111" y="20694"/>
                  <a:pt x="56111" y="20640"/>
                </a:cubicBezTo>
                <a:cubicBezTo>
                  <a:pt x="56017" y="20278"/>
                  <a:pt x="55965" y="20235"/>
                  <a:pt x="55904" y="20235"/>
                </a:cubicBezTo>
                <a:cubicBezTo>
                  <a:pt x="55885" y="20235"/>
                  <a:pt x="55865" y="20239"/>
                  <a:pt x="55843" y="20239"/>
                </a:cubicBezTo>
                <a:cubicBezTo>
                  <a:pt x="55776" y="20239"/>
                  <a:pt x="55687" y="20200"/>
                  <a:pt x="55533" y="19880"/>
                </a:cubicBezTo>
                <a:cubicBezTo>
                  <a:pt x="55351" y="19515"/>
                  <a:pt x="55229" y="19150"/>
                  <a:pt x="55108" y="18785"/>
                </a:cubicBezTo>
                <a:cubicBezTo>
                  <a:pt x="54956" y="18329"/>
                  <a:pt x="54773" y="17782"/>
                  <a:pt x="54591" y="17205"/>
                </a:cubicBezTo>
                <a:cubicBezTo>
                  <a:pt x="54530" y="16931"/>
                  <a:pt x="54439" y="16658"/>
                  <a:pt x="54348" y="16384"/>
                </a:cubicBezTo>
                <a:cubicBezTo>
                  <a:pt x="54287" y="16111"/>
                  <a:pt x="54196" y="15867"/>
                  <a:pt x="54105" y="15624"/>
                </a:cubicBezTo>
                <a:cubicBezTo>
                  <a:pt x="54014" y="15290"/>
                  <a:pt x="53922" y="15016"/>
                  <a:pt x="53862" y="14804"/>
                </a:cubicBezTo>
                <a:cubicBezTo>
                  <a:pt x="53862" y="14773"/>
                  <a:pt x="53862" y="14743"/>
                  <a:pt x="53862" y="14712"/>
                </a:cubicBezTo>
                <a:cubicBezTo>
                  <a:pt x="53862" y="14652"/>
                  <a:pt x="53831" y="14591"/>
                  <a:pt x="53831" y="14560"/>
                </a:cubicBezTo>
                <a:cubicBezTo>
                  <a:pt x="53770" y="14348"/>
                  <a:pt x="53679" y="14165"/>
                  <a:pt x="53618" y="14013"/>
                </a:cubicBezTo>
                <a:cubicBezTo>
                  <a:pt x="53436" y="13618"/>
                  <a:pt x="53193" y="13223"/>
                  <a:pt x="52950" y="12828"/>
                </a:cubicBezTo>
                <a:lnTo>
                  <a:pt x="52950" y="12828"/>
                </a:lnTo>
                <a:cubicBezTo>
                  <a:pt x="53071" y="13345"/>
                  <a:pt x="53254" y="13861"/>
                  <a:pt x="53497" y="14348"/>
                </a:cubicBezTo>
                <a:cubicBezTo>
                  <a:pt x="53254" y="14074"/>
                  <a:pt x="53162" y="13740"/>
                  <a:pt x="52919" y="13497"/>
                </a:cubicBezTo>
                <a:lnTo>
                  <a:pt x="52828" y="13405"/>
                </a:lnTo>
                <a:lnTo>
                  <a:pt x="52889" y="13405"/>
                </a:lnTo>
                <a:cubicBezTo>
                  <a:pt x="52737" y="13223"/>
                  <a:pt x="52615" y="13010"/>
                  <a:pt x="52524" y="12797"/>
                </a:cubicBezTo>
                <a:lnTo>
                  <a:pt x="52342" y="12402"/>
                </a:lnTo>
                <a:cubicBezTo>
                  <a:pt x="52345" y="12396"/>
                  <a:pt x="52351" y="12394"/>
                  <a:pt x="52359" y="12394"/>
                </a:cubicBezTo>
                <a:cubicBezTo>
                  <a:pt x="52436" y="12394"/>
                  <a:pt x="52730" y="12633"/>
                  <a:pt x="52950" y="12797"/>
                </a:cubicBezTo>
                <a:cubicBezTo>
                  <a:pt x="52707" y="12433"/>
                  <a:pt x="52463" y="12038"/>
                  <a:pt x="52281" y="11642"/>
                </a:cubicBezTo>
                <a:cubicBezTo>
                  <a:pt x="52247" y="11623"/>
                  <a:pt x="52224" y="11614"/>
                  <a:pt x="52209" y="11614"/>
                </a:cubicBezTo>
                <a:cubicBezTo>
                  <a:pt x="52132" y="11614"/>
                  <a:pt x="52291" y="11854"/>
                  <a:pt x="52342" y="12007"/>
                </a:cubicBezTo>
                <a:cubicBezTo>
                  <a:pt x="52220" y="11886"/>
                  <a:pt x="52068" y="11734"/>
                  <a:pt x="51886" y="11582"/>
                </a:cubicBezTo>
                <a:cubicBezTo>
                  <a:pt x="51521" y="10913"/>
                  <a:pt x="51126" y="10244"/>
                  <a:pt x="50913" y="10092"/>
                </a:cubicBezTo>
                <a:lnTo>
                  <a:pt x="50913" y="10183"/>
                </a:lnTo>
                <a:cubicBezTo>
                  <a:pt x="50396" y="9940"/>
                  <a:pt x="50822" y="9727"/>
                  <a:pt x="50700" y="9332"/>
                </a:cubicBezTo>
                <a:lnTo>
                  <a:pt x="50700" y="9332"/>
                </a:lnTo>
                <a:cubicBezTo>
                  <a:pt x="50609" y="9393"/>
                  <a:pt x="50548" y="9424"/>
                  <a:pt x="50457" y="9454"/>
                </a:cubicBezTo>
                <a:cubicBezTo>
                  <a:pt x="50336" y="9272"/>
                  <a:pt x="50214" y="9120"/>
                  <a:pt x="50062" y="8968"/>
                </a:cubicBezTo>
                <a:cubicBezTo>
                  <a:pt x="48998" y="7813"/>
                  <a:pt x="47813" y="6749"/>
                  <a:pt x="46536" y="5837"/>
                </a:cubicBezTo>
                <a:lnTo>
                  <a:pt x="46627" y="5320"/>
                </a:lnTo>
                <a:lnTo>
                  <a:pt x="46506" y="5320"/>
                </a:lnTo>
                <a:lnTo>
                  <a:pt x="46232" y="5594"/>
                </a:lnTo>
                <a:cubicBezTo>
                  <a:pt x="44591" y="4378"/>
                  <a:pt x="42798" y="3375"/>
                  <a:pt x="40883" y="2615"/>
                </a:cubicBezTo>
                <a:cubicBezTo>
                  <a:pt x="39272" y="1916"/>
                  <a:pt x="37570" y="1399"/>
                  <a:pt x="35837" y="1004"/>
                </a:cubicBezTo>
                <a:cubicBezTo>
                  <a:pt x="34986" y="791"/>
                  <a:pt x="34165" y="670"/>
                  <a:pt x="33314" y="518"/>
                </a:cubicBezTo>
                <a:cubicBezTo>
                  <a:pt x="32463" y="366"/>
                  <a:pt x="31582" y="274"/>
                  <a:pt x="30700" y="244"/>
                </a:cubicBezTo>
                <a:cubicBezTo>
                  <a:pt x="30548" y="122"/>
                  <a:pt x="30761" y="122"/>
                  <a:pt x="30943" y="92"/>
                </a:cubicBezTo>
                <a:cubicBezTo>
                  <a:pt x="30181" y="70"/>
                  <a:pt x="29446" y="52"/>
                  <a:pt x="28724" y="52"/>
                </a:cubicBezTo>
                <a:cubicBezTo>
                  <a:pt x="27432" y="52"/>
                  <a:pt x="26182" y="110"/>
                  <a:pt x="24894" y="305"/>
                </a:cubicBezTo>
                <a:cubicBezTo>
                  <a:pt x="24562" y="275"/>
                  <a:pt x="24260" y="185"/>
                  <a:pt x="23988" y="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2" name="Google Shape;4172;p51"/>
          <p:cNvGrpSpPr/>
          <p:nvPr/>
        </p:nvGrpSpPr>
        <p:grpSpPr>
          <a:xfrm>
            <a:off x="4467549" y="2106878"/>
            <a:ext cx="397595" cy="394723"/>
            <a:chOff x="7030803" y="563820"/>
            <a:chExt cx="2083830" cy="2068780"/>
          </a:xfrm>
        </p:grpSpPr>
        <p:sp>
          <p:nvSpPr>
            <p:cNvPr id="4173" name="Google Shape;4173;p51"/>
            <p:cNvSpPr/>
            <p:nvPr/>
          </p:nvSpPr>
          <p:spPr>
            <a:xfrm rot="-2554597">
              <a:off x="6873154" y="1435106"/>
              <a:ext cx="2367936" cy="456642"/>
            </a:xfrm>
            <a:custGeom>
              <a:rect b="b" l="l" r="r" t="t"/>
              <a:pathLst>
                <a:path extrusionOk="0" h="18265" w="94714">
                  <a:moveTo>
                    <a:pt x="17417" y="2310"/>
                  </a:moveTo>
                  <a:cubicBezTo>
                    <a:pt x="17448" y="2310"/>
                    <a:pt x="17509" y="2341"/>
                    <a:pt x="17539" y="2371"/>
                  </a:cubicBezTo>
                  <a:cubicBezTo>
                    <a:pt x="17539" y="2401"/>
                    <a:pt x="17509" y="2432"/>
                    <a:pt x="17478" y="2462"/>
                  </a:cubicBezTo>
                  <a:cubicBezTo>
                    <a:pt x="17448" y="2493"/>
                    <a:pt x="17387" y="2493"/>
                    <a:pt x="17357" y="2493"/>
                  </a:cubicBezTo>
                  <a:lnTo>
                    <a:pt x="17144" y="2614"/>
                  </a:lnTo>
                  <a:cubicBezTo>
                    <a:pt x="16992" y="2553"/>
                    <a:pt x="17022" y="2432"/>
                    <a:pt x="17235" y="2371"/>
                  </a:cubicBezTo>
                  <a:lnTo>
                    <a:pt x="17417" y="2310"/>
                  </a:lnTo>
                  <a:close/>
                  <a:moveTo>
                    <a:pt x="12341" y="2736"/>
                  </a:moveTo>
                  <a:cubicBezTo>
                    <a:pt x="12433" y="2736"/>
                    <a:pt x="12402" y="2979"/>
                    <a:pt x="12281" y="3040"/>
                  </a:cubicBezTo>
                  <a:cubicBezTo>
                    <a:pt x="12247" y="3051"/>
                    <a:pt x="12214" y="3058"/>
                    <a:pt x="12185" y="3058"/>
                  </a:cubicBezTo>
                  <a:cubicBezTo>
                    <a:pt x="12135" y="3058"/>
                    <a:pt x="12098" y="3037"/>
                    <a:pt x="12098" y="2979"/>
                  </a:cubicBezTo>
                  <a:cubicBezTo>
                    <a:pt x="12129" y="2888"/>
                    <a:pt x="12220" y="2797"/>
                    <a:pt x="12341" y="2736"/>
                  </a:cubicBezTo>
                  <a:close/>
                  <a:moveTo>
                    <a:pt x="82756" y="2780"/>
                  </a:moveTo>
                  <a:cubicBezTo>
                    <a:pt x="82765" y="2780"/>
                    <a:pt x="82768" y="2786"/>
                    <a:pt x="82768" y="2797"/>
                  </a:cubicBezTo>
                  <a:cubicBezTo>
                    <a:pt x="82738" y="2857"/>
                    <a:pt x="82768" y="2888"/>
                    <a:pt x="82799" y="2888"/>
                  </a:cubicBezTo>
                  <a:cubicBezTo>
                    <a:pt x="82829" y="2888"/>
                    <a:pt x="82890" y="2949"/>
                    <a:pt x="82920" y="2979"/>
                  </a:cubicBezTo>
                  <a:cubicBezTo>
                    <a:pt x="82768" y="3009"/>
                    <a:pt x="82647" y="3040"/>
                    <a:pt x="82525" y="3070"/>
                  </a:cubicBezTo>
                  <a:cubicBezTo>
                    <a:pt x="82495" y="3070"/>
                    <a:pt x="82464" y="3040"/>
                    <a:pt x="82434" y="3009"/>
                  </a:cubicBezTo>
                  <a:cubicBezTo>
                    <a:pt x="82403" y="2979"/>
                    <a:pt x="82434" y="2918"/>
                    <a:pt x="82434" y="2918"/>
                  </a:cubicBezTo>
                  <a:lnTo>
                    <a:pt x="82616" y="2888"/>
                  </a:lnTo>
                  <a:cubicBezTo>
                    <a:pt x="82697" y="2807"/>
                    <a:pt x="82738" y="2780"/>
                    <a:pt x="82756" y="2780"/>
                  </a:cubicBezTo>
                  <a:close/>
                  <a:moveTo>
                    <a:pt x="81639" y="3136"/>
                  </a:moveTo>
                  <a:cubicBezTo>
                    <a:pt x="81674" y="3136"/>
                    <a:pt x="81708" y="3144"/>
                    <a:pt x="81735" y="3161"/>
                  </a:cubicBezTo>
                  <a:cubicBezTo>
                    <a:pt x="81856" y="3192"/>
                    <a:pt x="81886" y="3282"/>
                    <a:pt x="81797" y="3313"/>
                  </a:cubicBezTo>
                  <a:lnTo>
                    <a:pt x="81797" y="3313"/>
                  </a:lnTo>
                  <a:cubicBezTo>
                    <a:pt x="81685" y="3308"/>
                    <a:pt x="81576" y="3278"/>
                    <a:pt x="81492" y="3222"/>
                  </a:cubicBezTo>
                  <a:cubicBezTo>
                    <a:pt x="81470" y="3179"/>
                    <a:pt x="81555" y="3136"/>
                    <a:pt x="81639" y="3136"/>
                  </a:cubicBezTo>
                  <a:close/>
                  <a:moveTo>
                    <a:pt x="8542" y="3526"/>
                  </a:moveTo>
                  <a:lnTo>
                    <a:pt x="8724" y="3617"/>
                  </a:lnTo>
                  <a:cubicBezTo>
                    <a:pt x="8697" y="3671"/>
                    <a:pt x="8653" y="3713"/>
                    <a:pt x="8598" y="3743"/>
                  </a:cubicBezTo>
                  <a:lnTo>
                    <a:pt x="8598" y="3743"/>
                  </a:lnTo>
                  <a:cubicBezTo>
                    <a:pt x="8581" y="3721"/>
                    <a:pt x="8564" y="3700"/>
                    <a:pt x="8542" y="3678"/>
                  </a:cubicBezTo>
                  <a:lnTo>
                    <a:pt x="8451" y="3678"/>
                  </a:lnTo>
                  <a:cubicBezTo>
                    <a:pt x="8420" y="3678"/>
                    <a:pt x="8420" y="3617"/>
                    <a:pt x="8420" y="3556"/>
                  </a:cubicBezTo>
                  <a:cubicBezTo>
                    <a:pt x="8420" y="3526"/>
                    <a:pt x="8512" y="3526"/>
                    <a:pt x="8542" y="3526"/>
                  </a:cubicBezTo>
                  <a:close/>
                  <a:moveTo>
                    <a:pt x="10244" y="3496"/>
                  </a:moveTo>
                  <a:cubicBezTo>
                    <a:pt x="10305" y="3496"/>
                    <a:pt x="10366" y="3526"/>
                    <a:pt x="10335" y="3556"/>
                  </a:cubicBezTo>
                  <a:lnTo>
                    <a:pt x="10335" y="3587"/>
                  </a:lnTo>
                  <a:lnTo>
                    <a:pt x="10335" y="3617"/>
                  </a:lnTo>
                  <a:cubicBezTo>
                    <a:pt x="10314" y="3660"/>
                    <a:pt x="10338" y="3703"/>
                    <a:pt x="10375" y="3703"/>
                  </a:cubicBezTo>
                  <a:cubicBezTo>
                    <a:pt x="10391" y="3703"/>
                    <a:pt x="10409" y="3696"/>
                    <a:pt x="10426" y="3678"/>
                  </a:cubicBezTo>
                  <a:lnTo>
                    <a:pt x="10457" y="3678"/>
                  </a:lnTo>
                  <a:cubicBezTo>
                    <a:pt x="10461" y="3676"/>
                    <a:pt x="10465" y="3675"/>
                    <a:pt x="10470" y="3675"/>
                  </a:cubicBezTo>
                  <a:cubicBezTo>
                    <a:pt x="10537" y="3675"/>
                    <a:pt x="10664" y="3860"/>
                    <a:pt x="10578" y="3860"/>
                  </a:cubicBezTo>
                  <a:lnTo>
                    <a:pt x="10001" y="3860"/>
                  </a:lnTo>
                  <a:cubicBezTo>
                    <a:pt x="10001" y="3769"/>
                    <a:pt x="10031" y="3648"/>
                    <a:pt x="10031" y="3648"/>
                  </a:cubicBezTo>
                  <a:cubicBezTo>
                    <a:pt x="10183" y="3648"/>
                    <a:pt x="10183" y="3556"/>
                    <a:pt x="10244" y="3496"/>
                  </a:cubicBezTo>
                  <a:close/>
                  <a:moveTo>
                    <a:pt x="9506" y="3483"/>
                  </a:moveTo>
                  <a:cubicBezTo>
                    <a:pt x="9527" y="3483"/>
                    <a:pt x="9550" y="3487"/>
                    <a:pt x="9575" y="3496"/>
                  </a:cubicBezTo>
                  <a:cubicBezTo>
                    <a:pt x="9667" y="3526"/>
                    <a:pt x="9758" y="3587"/>
                    <a:pt x="9819" y="3678"/>
                  </a:cubicBezTo>
                  <a:lnTo>
                    <a:pt x="9849" y="3739"/>
                  </a:lnTo>
                  <a:cubicBezTo>
                    <a:pt x="9827" y="3805"/>
                    <a:pt x="9758" y="3855"/>
                    <a:pt x="9675" y="3855"/>
                  </a:cubicBezTo>
                  <a:cubicBezTo>
                    <a:pt x="9643" y="3855"/>
                    <a:pt x="9609" y="3847"/>
                    <a:pt x="9575" y="3830"/>
                  </a:cubicBezTo>
                  <a:lnTo>
                    <a:pt x="9484" y="3830"/>
                  </a:lnTo>
                  <a:cubicBezTo>
                    <a:pt x="9423" y="3830"/>
                    <a:pt x="9363" y="3830"/>
                    <a:pt x="9332" y="3860"/>
                  </a:cubicBezTo>
                  <a:lnTo>
                    <a:pt x="9332" y="3982"/>
                  </a:lnTo>
                  <a:cubicBezTo>
                    <a:pt x="9241" y="3982"/>
                    <a:pt x="9180" y="3891"/>
                    <a:pt x="9180" y="3830"/>
                  </a:cubicBezTo>
                  <a:lnTo>
                    <a:pt x="9211" y="3769"/>
                  </a:lnTo>
                  <a:cubicBezTo>
                    <a:pt x="9211" y="3739"/>
                    <a:pt x="9211" y="3678"/>
                    <a:pt x="9211" y="3678"/>
                  </a:cubicBezTo>
                  <a:cubicBezTo>
                    <a:pt x="9315" y="3626"/>
                    <a:pt x="9375" y="3483"/>
                    <a:pt x="9506" y="3483"/>
                  </a:cubicBezTo>
                  <a:close/>
                  <a:moveTo>
                    <a:pt x="9940" y="4316"/>
                  </a:moveTo>
                  <a:lnTo>
                    <a:pt x="10153" y="4347"/>
                  </a:lnTo>
                  <a:cubicBezTo>
                    <a:pt x="10426" y="4408"/>
                    <a:pt x="10639" y="4468"/>
                    <a:pt x="10639" y="4499"/>
                  </a:cubicBezTo>
                  <a:cubicBezTo>
                    <a:pt x="10639" y="4542"/>
                    <a:pt x="10578" y="4585"/>
                    <a:pt x="10500" y="4585"/>
                  </a:cubicBezTo>
                  <a:cubicBezTo>
                    <a:pt x="10467" y="4585"/>
                    <a:pt x="10432" y="4577"/>
                    <a:pt x="10396" y="4560"/>
                  </a:cubicBezTo>
                  <a:lnTo>
                    <a:pt x="10244" y="4560"/>
                  </a:lnTo>
                  <a:cubicBezTo>
                    <a:pt x="10122" y="4560"/>
                    <a:pt x="10001" y="4529"/>
                    <a:pt x="9879" y="4468"/>
                  </a:cubicBezTo>
                  <a:cubicBezTo>
                    <a:pt x="9849" y="4438"/>
                    <a:pt x="9819" y="4408"/>
                    <a:pt x="9819" y="4377"/>
                  </a:cubicBezTo>
                  <a:cubicBezTo>
                    <a:pt x="9849" y="4347"/>
                    <a:pt x="9879" y="4316"/>
                    <a:pt x="9940" y="4316"/>
                  </a:cubicBezTo>
                  <a:close/>
                  <a:moveTo>
                    <a:pt x="8811" y="4402"/>
                  </a:moveTo>
                  <a:cubicBezTo>
                    <a:pt x="8877" y="4402"/>
                    <a:pt x="8979" y="4488"/>
                    <a:pt x="9059" y="4620"/>
                  </a:cubicBezTo>
                  <a:lnTo>
                    <a:pt x="8755" y="4681"/>
                  </a:lnTo>
                  <a:lnTo>
                    <a:pt x="8663" y="4681"/>
                  </a:lnTo>
                  <a:cubicBezTo>
                    <a:pt x="8649" y="4696"/>
                    <a:pt x="8627" y="4702"/>
                    <a:pt x="8604" y="4702"/>
                  </a:cubicBezTo>
                  <a:cubicBezTo>
                    <a:pt x="8529" y="4702"/>
                    <a:pt x="8435" y="4643"/>
                    <a:pt x="8481" y="4620"/>
                  </a:cubicBezTo>
                  <a:lnTo>
                    <a:pt x="8785" y="4408"/>
                  </a:lnTo>
                  <a:cubicBezTo>
                    <a:pt x="8793" y="4404"/>
                    <a:pt x="8802" y="4402"/>
                    <a:pt x="8811" y="4402"/>
                  </a:cubicBezTo>
                  <a:close/>
                  <a:moveTo>
                    <a:pt x="11133" y="4107"/>
                  </a:moveTo>
                  <a:cubicBezTo>
                    <a:pt x="11149" y="4107"/>
                    <a:pt x="11166" y="4114"/>
                    <a:pt x="11186" y="4134"/>
                  </a:cubicBezTo>
                  <a:cubicBezTo>
                    <a:pt x="11217" y="4164"/>
                    <a:pt x="11247" y="4225"/>
                    <a:pt x="11247" y="4256"/>
                  </a:cubicBezTo>
                  <a:lnTo>
                    <a:pt x="11217" y="4347"/>
                  </a:lnTo>
                  <a:cubicBezTo>
                    <a:pt x="11126" y="4468"/>
                    <a:pt x="11156" y="4560"/>
                    <a:pt x="11247" y="4590"/>
                  </a:cubicBezTo>
                  <a:lnTo>
                    <a:pt x="11278" y="4620"/>
                  </a:lnTo>
                  <a:cubicBezTo>
                    <a:pt x="11338" y="4712"/>
                    <a:pt x="11217" y="4772"/>
                    <a:pt x="11126" y="4803"/>
                  </a:cubicBezTo>
                  <a:cubicBezTo>
                    <a:pt x="11065" y="4803"/>
                    <a:pt x="11004" y="4803"/>
                    <a:pt x="10974" y="4772"/>
                  </a:cubicBezTo>
                  <a:lnTo>
                    <a:pt x="10882" y="4681"/>
                  </a:lnTo>
                  <a:cubicBezTo>
                    <a:pt x="10822" y="4590"/>
                    <a:pt x="10943" y="4438"/>
                    <a:pt x="10882" y="4377"/>
                  </a:cubicBezTo>
                  <a:cubicBezTo>
                    <a:pt x="10852" y="4316"/>
                    <a:pt x="10852" y="4225"/>
                    <a:pt x="10882" y="4134"/>
                  </a:cubicBezTo>
                  <a:lnTo>
                    <a:pt x="11034" y="4134"/>
                  </a:lnTo>
                  <a:cubicBezTo>
                    <a:pt x="11075" y="4134"/>
                    <a:pt x="11102" y="4107"/>
                    <a:pt x="11133" y="4107"/>
                  </a:cubicBezTo>
                  <a:close/>
                  <a:moveTo>
                    <a:pt x="10457" y="4742"/>
                  </a:moveTo>
                  <a:cubicBezTo>
                    <a:pt x="10791" y="4863"/>
                    <a:pt x="10882" y="4985"/>
                    <a:pt x="10639" y="4985"/>
                  </a:cubicBezTo>
                  <a:lnTo>
                    <a:pt x="10396" y="4985"/>
                  </a:lnTo>
                  <a:cubicBezTo>
                    <a:pt x="10366" y="4924"/>
                    <a:pt x="10305" y="4863"/>
                    <a:pt x="10274" y="4863"/>
                  </a:cubicBezTo>
                  <a:lnTo>
                    <a:pt x="10183" y="4863"/>
                  </a:lnTo>
                  <a:cubicBezTo>
                    <a:pt x="10153" y="4863"/>
                    <a:pt x="10153" y="4803"/>
                    <a:pt x="10153" y="4742"/>
                  </a:cubicBezTo>
                  <a:close/>
                  <a:moveTo>
                    <a:pt x="87566" y="6443"/>
                  </a:moveTo>
                  <a:cubicBezTo>
                    <a:pt x="87624" y="6443"/>
                    <a:pt x="87667" y="6472"/>
                    <a:pt x="87688" y="6525"/>
                  </a:cubicBezTo>
                  <a:lnTo>
                    <a:pt x="87688" y="6525"/>
                  </a:lnTo>
                  <a:cubicBezTo>
                    <a:pt x="87653" y="6627"/>
                    <a:pt x="87382" y="6839"/>
                    <a:pt x="87297" y="6839"/>
                  </a:cubicBezTo>
                  <a:cubicBezTo>
                    <a:pt x="87206" y="6809"/>
                    <a:pt x="87176" y="6778"/>
                    <a:pt x="87176" y="6748"/>
                  </a:cubicBezTo>
                  <a:lnTo>
                    <a:pt x="87206" y="6748"/>
                  </a:lnTo>
                  <a:cubicBezTo>
                    <a:pt x="87267" y="6718"/>
                    <a:pt x="87358" y="6687"/>
                    <a:pt x="87419" y="6657"/>
                  </a:cubicBezTo>
                  <a:cubicBezTo>
                    <a:pt x="87449" y="6626"/>
                    <a:pt x="87388" y="6535"/>
                    <a:pt x="87419" y="6505"/>
                  </a:cubicBezTo>
                  <a:lnTo>
                    <a:pt x="87449" y="6474"/>
                  </a:lnTo>
                  <a:cubicBezTo>
                    <a:pt x="87492" y="6453"/>
                    <a:pt x="87531" y="6443"/>
                    <a:pt x="87566" y="6443"/>
                  </a:cubicBezTo>
                  <a:close/>
                  <a:moveTo>
                    <a:pt x="88923" y="7361"/>
                  </a:moveTo>
                  <a:cubicBezTo>
                    <a:pt x="88961" y="7361"/>
                    <a:pt x="88990" y="7369"/>
                    <a:pt x="88999" y="7386"/>
                  </a:cubicBezTo>
                  <a:cubicBezTo>
                    <a:pt x="89060" y="7508"/>
                    <a:pt x="89091" y="7629"/>
                    <a:pt x="89091" y="7721"/>
                  </a:cubicBezTo>
                  <a:cubicBezTo>
                    <a:pt x="89091" y="7758"/>
                    <a:pt x="89067" y="7784"/>
                    <a:pt x="89021" y="7784"/>
                  </a:cubicBezTo>
                  <a:cubicBezTo>
                    <a:pt x="88992" y="7784"/>
                    <a:pt x="88955" y="7774"/>
                    <a:pt x="88908" y="7751"/>
                  </a:cubicBezTo>
                  <a:lnTo>
                    <a:pt x="88847" y="7751"/>
                  </a:lnTo>
                  <a:cubicBezTo>
                    <a:pt x="88787" y="7751"/>
                    <a:pt x="88695" y="7812"/>
                    <a:pt x="88635" y="7812"/>
                  </a:cubicBezTo>
                  <a:lnTo>
                    <a:pt x="88331" y="7842"/>
                  </a:lnTo>
                  <a:cubicBezTo>
                    <a:pt x="88386" y="7676"/>
                    <a:pt x="88442" y="7534"/>
                    <a:pt x="88474" y="7534"/>
                  </a:cubicBezTo>
                  <a:cubicBezTo>
                    <a:pt x="88477" y="7534"/>
                    <a:pt x="88480" y="7536"/>
                    <a:pt x="88483" y="7538"/>
                  </a:cubicBezTo>
                  <a:cubicBezTo>
                    <a:pt x="88488" y="7544"/>
                    <a:pt x="88498" y="7546"/>
                    <a:pt x="88510" y="7546"/>
                  </a:cubicBezTo>
                  <a:cubicBezTo>
                    <a:pt x="88565" y="7546"/>
                    <a:pt x="88671" y="7497"/>
                    <a:pt x="88695" y="7447"/>
                  </a:cubicBezTo>
                  <a:cubicBezTo>
                    <a:pt x="88695" y="7404"/>
                    <a:pt x="88832" y="7361"/>
                    <a:pt x="88923" y="7361"/>
                  </a:cubicBezTo>
                  <a:close/>
                  <a:moveTo>
                    <a:pt x="7782" y="7082"/>
                  </a:moveTo>
                  <a:cubicBezTo>
                    <a:pt x="7904" y="7082"/>
                    <a:pt x="8025" y="7113"/>
                    <a:pt x="8147" y="7143"/>
                  </a:cubicBezTo>
                  <a:lnTo>
                    <a:pt x="7995" y="7143"/>
                  </a:lnTo>
                  <a:lnTo>
                    <a:pt x="7934" y="7174"/>
                  </a:lnTo>
                  <a:lnTo>
                    <a:pt x="7600" y="7295"/>
                  </a:lnTo>
                  <a:cubicBezTo>
                    <a:pt x="7569" y="7569"/>
                    <a:pt x="7752" y="7721"/>
                    <a:pt x="7812" y="7721"/>
                  </a:cubicBezTo>
                  <a:cubicBezTo>
                    <a:pt x="7838" y="7708"/>
                    <a:pt x="7863" y="7701"/>
                    <a:pt x="7886" y="7701"/>
                  </a:cubicBezTo>
                  <a:cubicBezTo>
                    <a:pt x="7918" y="7701"/>
                    <a:pt x="7947" y="7715"/>
                    <a:pt x="7964" y="7751"/>
                  </a:cubicBezTo>
                  <a:lnTo>
                    <a:pt x="7904" y="7873"/>
                  </a:lnTo>
                  <a:cubicBezTo>
                    <a:pt x="7851" y="7926"/>
                    <a:pt x="7777" y="7958"/>
                    <a:pt x="7701" y="7958"/>
                  </a:cubicBezTo>
                  <a:cubicBezTo>
                    <a:pt x="7646" y="7958"/>
                    <a:pt x="7590" y="7941"/>
                    <a:pt x="7539" y="7903"/>
                  </a:cubicBezTo>
                  <a:lnTo>
                    <a:pt x="7448" y="7842"/>
                  </a:lnTo>
                  <a:cubicBezTo>
                    <a:pt x="7387" y="7781"/>
                    <a:pt x="7326" y="7721"/>
                    <a:pt x="7265" y="7690"/>
                  </a:cubicBezTo>
                  <a:cubicBezTo>
                    <a:pt x="7174" y="7599"/>
                    <a:pt x="7448" y="7569"/>
                    <a:pt x="7296" y="7478"/>
                  </a:cubicBezTo>
                  <a:cubicBezTo>
                    <a:pt x="7296" y="7447"/>
                    <a:pt x="7326" y="7417"/>
                    <a:pt x="7326" y="7417"/>
                  </a:cubicBezTo>
                  <a:lnTo>
                    <a:pt x="7539" y="7295"/>
                  </a:lnTo>
                  <a:cubicBezTo>
                    <a:pt x="7539" y="7174"/>
                    <a:pt x="7660" y="7113"/>
                    <a:pt x="7782" y="7082"/>
                  </a:cubicBezTo>
                  <a:close/>
                  <a:moveTo>
                    <a:pt x="2645" y="9058"/>
                  </a:moveTo>
                  <a:lnTo>
                    <a:pt x="2645" y="9058"/>
                  </a:lnTo>
                  <a:cubicBezTo>
                    <a:pt x="2676" y="9088"/>
                    <a:pt x="2676" y="9119"/>
                    <a:pt x="2615" y="9149"/>
                  </a:cubicBezTo>
                  <a:lnTo>
                    <a:pt x="2645" y="9210"/>
                  </a:lnTo>
                  <a:lnTo>
                    <a:pt x="2676" y="9332"/>
                  </a:lnTo>
                  <a:cubicBezTo>
                    <a:pt x="2635" y="9352"/>
                    <a:pt x="2578" y="9359"/>
                    <a:pt x="2516" y="9359"/>
                  </a:cubicBezTo>
                  <a:cubicBezTo>
                    <a:pt x="2392" y="9359"/>
                    <a:pt x="2250" y="9332"/>
                    <a:pt x="2189" y="9332"/>
                  </a:cubicBezTo>
                  <a:cubicBezTo>
                    <a:pt x="2098" y="9332"/>
                    <a:pt x="2007" y="9301"/>
                    <a:pt x="1946" y="9240"/>
                  </a:cubicBezTo>
                  <a:lnTo>
                    <a:pt x="1946" y="9180"/>
                  </a:lnTo>
                  <a:cubicBezTo>
                    <a:pt x="1976" y="9149"/>
                    <a:pt x="2037" y="9149"/>
                    <a:pt x="2068" y="9149"/>
                  </a:cubicBezTo>
                  <a:cubicBezTo>
                    <a:pt x="2159" y="9180"/>
                    <a:pt x="2280" y="9210"/>
                    <a:pt x="2372" y="9210"/>
                  </a:cubicBezTo>
                  <a:cubicBezTo>
                    <a:pt x="2493" y="9180"/>
                    <a:pt x="2584" y="9149"/>
                    <a:pt x="2645" y="9058"/>
                  </a:cubicBezTo>
                  <a:close/>
                  <a:moveTo>
                    <a:pt x="1500" y="8832"/>
                  </a:moveTo>
                  <a:cubicBezTo>
                    <a:pt x="1536" y="8832"/>
                    <a:pt x="1669" y="8973"/>
                    <a:pt x="1824" y="9180"/>
                  </a:cubicBezTo>
                  <a:lnTo>
                    <a:pt x="1794" y="9332"/>
                  </a:lnTo>
                  <a:cubicBezTo>
                    <a:pt x="1794" y="9362"/>
                    <a:pt x="1764" y="9392"/>
                    <a:pt x="1703" y="9423"/>
                  </a:cubicBezTo>
                  <a:cubicBezTo>
                    <a:pt x="1672" y="9423"/>
                    <a:pt x="1612" y="9392"/>
                    <a:pt x="1612" y="9362"/>
                  </a:cubicBezTo>
                  <a:lnTo>
                    <a:pt x="1581" y="9240"/>
                  </a:lnTo>
                  <a:cubicBezTo>
                    <a:pt x="1520" y="9119"/>
                    <a:pt x="1520" y="8967"/>
                    <a:pt x="1490" y="8845"/>
                  </a:cubicBezTo>
                  <a:cubicBezTo>
                    <a:pt x="1490" y="8836"/>
                    <a:pt x="1493" y="8832"/>
                    <a:pt x="1500" y="8832"/>
                  </a:cubicBezTo>
                  <a:close/>
                  <a:moveTo>
                    <a:pt x="91188" y="10000"/>
                  </a:moveTo>
                  <a:cubicBezTo>
                    <a:pt x="91300" y="10000"/>
                    <a:pt x="91542" y="10156"/>
                    <a:pt x="91578" y="10156"/>
                  </a:cubicBezTo>
                  <a:cubicBezTo>
                    <a:pt x="91581" y="10156"/>
                    <a:pt x="91583" y="10155"/>
                    <a:pt x="91583" y="10152"/>
                  </a:cubicBezTo>
                  <a:cubicBezTo>
                    <a:pt x="91583" y="10150"/>
                    <a:pt x="91583" y="10149"/>
                    <a:pt x="91583" y="10149"/>
                  </a:cubicBezTo>
                  <a:lnTo>
                    <a:pt x="91583" y="10149"/>
                  </a:lnTo>
                  <a:cubicBezTo>
                    <a:pt x="91587" y="10149"/>
                    <a:pt x="91611" y="10307"/>
                    <a:pt x="91583" y="10335"/>
                  </a:cubicBezTo>
                  <a:cubicBezTo>
                    <a:pt x="91575" y="10343"/>
                    <a:pt x="91562" y="10347"/>
                    <a:pt x="91547" y="10347"/>
                  </a:cubicBezTo>
                  <a:cubicBezTo>
                    <a:pt x="91450" y="10347"/>
                    <a:pt x="91236" y="10201"/>
                    <a:pt x="91157" y="10122"/>
                  </a:cubicBezTo>
                  <a:cubicBezTo>
                    <a:pt x="91036" y="10031"/>
                    <a:pt x="91066" y="10000"/>
                    <a:pt x="91188" y="10000"/>
                  </a:cubicBezTo>
                  <a:close/>
                  <a:moveTo>
                    <a:pt x="943" y="10152"/>
                  </a:moveTo>
                  <a:lnTo>
                    <a:pt x="1004" y="10183"/>
                  </a:lnTo>
                  <a:lnTo>
                    <a:pt x="1095" y="10213"/>
                  </a:lnTo>
                  <a:cubicBezTo>
                    <a:pt x="1217" y="10213"/>
                    <a:pt x="1156" y="10395"/>
                    <a:pt x="1095" y="10456"/>
                  </a:cubicBezTo>
                  <a:cubicBezTo>
                    <a:pt x="1073" y="10478"/>
                    <a:pt x="1044" y="10488"/>
                    <a:pt x="1013" y="10488"/>
                  </a:cubicBezTo>
                  <a:cubicBezTo>
                    <a:pt x="956" y="10488"/>
                    <a:pt x="891" y="10454"/>
                    <a:pt x="852" y="10395"/>
                  </a:cubicBezTo>
                  <a:lnTo>
                    <a:pt x="791" y="10335"/>
                  </a:lnTo>
                  <a:lnTo>
                    <a:pt x="730" y="10274"/>
                  </a:lnTo>
                  <a:cubicBezTo>
                    <a:pt x="791" y="10213"/>
                    <a:pt x="852" y="10152"/>
                    <a:pt x="943" y="10152"/>
                  </a:cubicBezTo>
                  <a:close/>
                  <a:moveTo>
                    <a:pt x="92675" y="10283"/>
                  </a:moveTo>
                  <a:cubicBezTo>
                    <a:pt x="92754" y="10283"/>
                    <a:pt x="92897" y="10311"/>
                    <a:pt x="92986" y="10311"/>
                  </a:cubicBezTo>
                  <a:cubicBezTo>
                    <a:pt x="93009" y="10311"/>
                    <a:pt x="93028" y="10309"/>
                    <a:pt x="93042" y="10304"/>
                  </a:cubicBezTo>
                  <a:cubicBezTo>
                    <a:pt x="93164" y="10304"/>
                    <a:pt x="93224" y="10365"/>
                    <a:pt x="93164" y="10487"/>
                  </a:cubicBezTo>
                  <a:lnTo>
                    <a:pt x="93072" y="10578"/>
                  </a:lnTo>
                  <a:lnTo>
                    <a:pt x="93042" y="10608"/>
                  </a:lnTo>
                  <a:cubicBezTo>
                    <a:pt x="92951" y="10608"/>
                    <a:pt x="92799" y="10578"/>
                    <a:pt x="92768" y="10578"/>
                  </a:cubicBezTo>
                  <a:cubicBezTo>
                    <a:pt x="92708" y="10578"/>
                    <a:pt x="92616" y="10395"/>
                    <a:pt x="92616" y="10304"/>
                  </a:cubicBezTo>
                  <a:cubicBezTo>
                    <a:pt x="92616" y="10288"/>
                    <a:pt x="92639" y="10283"/>
                    <a:pt x="92675" y="10283"/>
                  </a:cubicBezTo>
                  <a:close/>
                  <a:moveTo>
                    <a:pt x="90922" y="10292"/>
                  </a:moveTo>
                  <a:cubicBezTo>
                    <a:pt x="90939" y="10292"/>
                    <a:pt x="90957" y="10295"/>
                    <a:pt x="90975" y="10304"/>
                  </a:cubicBezTo>
                  <a:lnTo>
                    <a:pt x="91036" y="10304"/>
                  </a:lnTo>
                  <a:cubicBezTo>
                    <a:pt x="91157" y="10365"/>
                    <a:pt x="91188" y="10517"/>
                    <a:pt x="91370" y="10517"/>
                  </a:cubicBezTo>
                  <a:lnTo>
                    <a:pt x="91522" y="10517"/>
                  </a:lnTo>
                  <a:cubicBezTo>
                    <a:pt x="91522" y="10639"/>
                    <a:pt x="91340" y="10791"/>
                    <a:pt x="91127" y="10882"/>
                  </a:cubicBezTo>
                  <a:lnTo>
                    <a:pt x="91005" y="10699"/>
                  </a:lnTo>
                  <a:cubicBezTo>
                    <a:pt x="91066" y="10669"/>
                    <a:pt x="91005" y="10578"/>
                    <a:pt x="90884" y="10517"/>
                  </a:cubicBezTo>
                  <a:lnTo>
                    <a:pt x="90853" y="10547"/>
                  </a:lnTo>
                  <a:lnTo>
                    <a:pt x="90701" y="10669"/>
                  </a:lnTo>
                  <a:cubicBezTo>
                    <a:pt x="90671" y="10547"/>
                    <a:pt x="90762" y="10365"/>
                    <a:pt x="90793" y="10335"/>
                  </a:cubicBezTo>
                  <a:cubicBezTo>
                    <a:pt x="90836" y="10313"/>
                    <a:pt x="90879" y="10292"/>
                    <a:pt x="90922" y="10292"/>
                  </a:cubicBezTo>
                  <a:close/>
                  <a:moveTo>
                    <a:pt x="92738" y="10760"/>
                  </a:moveTo>
                  <a:cubicBezTo>
                    <a:pt x="92799" y="10821"/>
                    <a:pt x="92829" y="10882"/>
                    <a:pt x="92860" y="10943"/>
                  </a:cubicBezTo>
                  <a:lnTo>
                    <a:pt x="92951" y="11003"/>
                  </a:lnTo>
                  <a:lnTo>
                    <a:pt x="93042" y="11095"/>
                  </a:lnTo>
                  <a:cubicBezTo>
                    <a:pt x="92996" y="11125"/>
                    <a:pt x="92943" y="11140"/>
                    <a:pt x="92890" y="11140"/>
                  </a:cubicBezTo>
                  <a:cubicBezTo>
                    <a:pt x="92837" y="11140"/>
                    <a:pt x="92784" y="11125"/>
                    <a:pt x="92738" y="11095"/>
                  </a:cubicBezTo>
                  <a:cubicBezTo>
                    <a:pt x="92677" y="11064"/>
                    <a:pt x="92556" y="10851"/>
                    <a:pt x="92586" y="10821"/>
                  </a:cubicBezTo>
                  <a:cubicBezTo>
                    <a:pt x="92616" y="10791"/>
                    <a:pt x="92677" y="10760"/>
                    <a:pt x="92738" y="10760"/>
                  </a:cubicBezTo>
                  <a:close/>
                  <a:moveTo>
                    <a:pt x="15941" y="11394"/>
                  </a:moveTo>
                  <a:cubicBezTo>
                    <a:pt x="15949" y="11394"/>
                    <a:pt x="15955" y="11395"/>
                    <a:pt x="15958" y="11399"/>
                  </a:cubicBezTo>
                  <a:cubicBezTo>
                    <a:pt x="15989" y="11459"/>
                    <a:pt x="15989" y="11520"/>
                    <a:pt x="16019" y="11611"/>
                  </a:cubicBezTo>
                  <a:lnTo>
                    <a:pt x="15898" y="11581"/>
                  </a:lnTo>
                  <a:lnTo>
                    <a:pt x="15685" y="11551"/>
                  </a:lnTo>
                  <a:cubicBezTo>
                    <a:pt x="15667" y="11639"/>
                    <a:pt x="15649" y="11686"/>
                    <a:pt x="15644" y="11686"/>
                  </a:cubicBezTo>
                  <a:cubicBezTo>
                    <a:pt x="15640" y="11686"/>
                    <a:pt x="15642" y="11662"/>
                    <a:pt x="15654" y="11611"/>
                  </a:cubicBezTo>
                  <a:cubicBezTo>
                    <a:pt x="15654" y="11503"/>
                    <a:pt x="15873" y="11394"/>
                    <a:pt x="15941" y="11394"/>
                  </a:cubicBezTo>
                  <a:close/>
                  <a:moveTo>
                    <a:pt x="14560" y="11338"/>
                  </a:moveTo>
                  <a:cubicBezTo>
                    <a:pt x="14712" y="11399"/>
                    <a:pt x="14834" y="11490"/>
                    <a:pt x="14955" y="11611"/>
                  </a:cubicBezTo>
                  <a:cubicBezTo>
                    <a:pt x="15001" y="11656"/>
                    <a:pt x="14861" y="11735"/>
                    <a:pt x="14761" y="11735"/>
                  </a:cubicBezTo>
                  <a:cubicBezTo>
                    <a:pt x="14727" y="11735"/>
                    <a:pt x="14697" y="11726"/>
                    <a:pt x="14682" y="11702"/>
                  </a:cubicBezTo>
                  <a:cubicBezTo>
                    <a:pt x="14627" y="11675"/>
                    <a:pt x="14573" y="11660"/>
                    <a:pt x="14521" y="11660"/>
                  </a:cubicBezTo>
                  <a:cubicBezTo>
                    <a:pt x="14457" y="11660"/>
                    <a:pt x="14398" y="11683"/>
                    <a:pt x="14347" y="11733"/>
                  </a:cubicBezTo>
                  <a:lnTo>
                    <a:pt x="14287" y="11733"/>
                  </a:lnTo>
                  <a:lnTo>
                    <a:pt x="14135" y="11702"/>
                  </a:lnTo>
                  <a:cubicBezTo>
                    <a:pt x="14152" y="11614"/>
                    <a:pt x="14211" y="11567"/>
                    <a:pt x="14294" y="11567"/>
                  </a:cubicBezTo>
                  <a:cubicBezTo>
                    <a:pt x="14352" y="11567"/>
                    <a:pt x="14423" y="11591"/>
                    <a:pt x="14499" y="11642"/>
                  </a:cubicBezTo>
                  <a:lnTo>
                    <a:pt x="14560" y="11338"/>
                  </a:lnTo>
                  <a:close/>
                  <a:moveTo>
                    <a:pt x="12620" y="11409"/>
                  </a:moveTo>
                  <a:cubicBezTo>
                    <a:pt x="12634" y="11409"/>
                    <a:pt x="12652" y="11415"/>
                    <a:pt x="12676" y="11429"/>
                  </a:cubicBezTo>
                  <a:lnTo>
                    <a:pt x="12828" y="11429"/>
                  </a:lnTo>
                  <a:cubicBezTo>
                    <a:pt x="12949" y="11429"/>
                    <a:pt x="12888" y="11611"/>
                    <a:pt x="12828" y="11702"/>
                  </a:cubicBezTo>
                  <a:cubicBezTo>
                    <a:pt x="12814" y="11730"/>
                    <a:pt x="12788" y="11745"/>
                    <a:pt x="12758" y="11745"/>
                  </a:cubicBezTo>
                  <a:cubicBezTo>
                    <a:pt x="12721" y="11745"/>
                    <a:pt x="12679" y="11722"/>
                    <a:pt x="12645" y="11672"/>
                  </a:cubicBezTo>
                  <a:cubicBezTo>
                    <a:pt x="12594" y="11595"/>
                    <a:pt x="12542" y="11409"/>
                    <a:pt x="12620" y="11409"/>
                  </a:cubicBezTo>
                  <a:close/>
                  <a:moveTo>
                    <a:pt x="16718" y="11429"/>
                  </a:moveTo>
                  <a:cubicBezTo>
                    <a:pt x="16779" y="11429"/>
                    <a:pt x="16840" y="11429"/>
                    <a:pt x="16901" y="11459"/>
                  </a:cubicBezTo>
                  <a:lnTo>
                    <a:pt x="16931" y="11490"/>
                  </a:lnTo>
                  <a:cubicBezTo>
                    <a:pt x="16901" y="11611"/>
                    <a:pt x="16810" y="11702"/>
                    <a:pt x="16749" y="11763"/>
                  </a:cubicBezTo>
                  <a:lnTo>
                    <a:pt x="16627" y="11854"/>
                  </a:lnTo>
                  <a:cubicBezTo>
                    <a:pt x="16597" y="11854"/>
                    <a:pt x="16536" y="11824"/>
                    <a:pt x="16506" y="11794"/>
                  </a:cubicBezTo>
                  <a:cubicBezTo>
                    <a:pt x="16506" y="11763"/>
                    <a:pt x="16506" y="11733"/>
                    <a:pt x="16536" y="11702"/>
                  </a:cubicBezTo>
                  <a:lnTo>
                    <a:pt x="16597" y="11672"/>
                  </a:lnTo>
                  <a:cubicBezTo>
                    <a:pt x="16658" y="11642"/>
                    <a:pt x="16627" y="11551"/>
                    <a:pt x="16536" y="11459"/>
                  </a:cubicBezTo>
                  <a:lnTo>
                    <a:pt x="16718" y="11429"/>
                  </a:lnTo>
                  <a:close/>
                  <a:moveTo>
                    <a:pt x="17368" y="11579"/>
                  </a:moveTo>
                  <a:cubicBezTo>
                    <a:pt x="17374" y="11579"/>
                    <a:pt x="17381" y="11579"/>
                    <a:pt x="17387" y="11581"/>
                  </a:cubicBezTo>
                  <a:lnTo>
                    <a:pt x="17387" y="11611"/>
                  </a:lnTo>
                  <a:lnTo>
                    <a:pt x="17387" y="11733"/>
                  </a:lnTo>
                  <a:cubicBezTo>
                    <a:pt x="17342" y="11846"/>
                    <a:pt x="17263" y="11908"/>
                    <a:pt x="17201" y="11908"/>
                  </a:cubicBezTo>
                  <a:cubicBezTo>
                    <a:pt x="17179" y="11908"/>
                    <a:pt x="17160" y="11901"/>
                    <a:pt x="17144" y="11885"/>
                  </a:cubicBezTo>
                  <a:cubicBezTo>
                    <a:pt x="17086" y="11827"/>
                    <a:pt x="17247" y="11579"/>
                    <a:pt x="17368" y="11579"/>
                  </a:cubicBezTo>
                  <a:close/>
                  <a:moveTo>
                    <a:pt x="7404" y="11705"/>
                  </a:moveTo>
                  <a:cubicBezTo>
                    <a:pt x="7427" y="11705"/>
                    <a:pt x="7452" y="11713"/>
                    <a:pt x="7478" y="11733"/>
                  </a:cubicBezTo>
                  <a:lnTo>
                    <a:pt x="7569" y="11794"/>
                  </a:lnTo>
                  <a:lnTo>
                    <a:pt x="7600" y="11824"/>
                  </a:lnTo>
                  <a:cubicBezTo>
                    <a:pt x="7630" y="11854"/>
                    <a:pt x="7630" y="11915"/>
                    <a:pt x="7569" y="11946"/>
                  </a:cubicBezTo>
                  <a:lnTo>
                    <a:pt x="7448" y="11946"/>
                  </a:lnTo>
                  <a:cubicBezTo>
                    <a:pt x="7415" y="11954"/>
                    <a:pt x="7387" y="11958"/>
                    <a:pt x="7363" y="11958"/>
                  </a:cubicBezTo>
                  <a:cubicBezTo>
                    <a:pt x="7298" y="11958"/>
                    <a:pt x="7265" y="11929"/>
                    <a:pt x="7265" y="11885"/>
                  </a:cubicBezTo>
                  <a:cubicBezTo>
                    <a:pt x="7265" y="11813"/>
                    <a:pt x="7321" y="11705"/>
                    <a:pt x="7404" y="11705"/>
                  </a:cubicBezTo>
                  <a:close/>
                  <a:moveTo>
                    <a:pt x="6931" y="11247"/>
                  </a:moveTo>
                  <a:lnTo>
                    <a:pt x="7022" y="11277"/>
                  </a:lnTo>
                  <a:lnTo>
                    <a:pt x="7053" y="11307"/>
                  </a:lnTo>
                  <a:cubicBezTo>
                    <a:pt x="7083" y="11459"/>
                    <a:pt x="7113" y="11581"/>
                    <a:pt x="7083" y="11733"/>
                  </a:cubicBezTo>
                  <a:cubicBezTo>
                    <a:pt x="7022" y="11854"/>
                    <a:pt x="6961" y="11946"/>
                    <a:pt x="6870" y="12037"/>
                  </a:cubicBezTo>
                  <a:cubicBezTo>
                    <a:pt x="6840" y="12067"/>
                    <a:pt x="6809" y="12067"/>
                    <a:pt x="6749" y="12098"/>
                  </a:cubicBezTo>
                  <a:cubicBezTo>
                    <a:pt x="6749" y="12067"/>
                    <a:pt x="6779" y="12037"/>
                    <a:pt x="6809" y="11976"/>
                  </a:cubicBezTo>
                  <a:cubicBezTo>
                    <a:pt x="6809" y="11824"/>
                    <a:pt x="6809" y="11702"/>
                    <a:pt x="6809" y="11581"/>
                  </a:cubicBezTo>
                  <a:lnTo>
                    <a:pt x="6779" y="11520"/>
                  </a:lnTo>
                  <a:lnTo>
                    <a:pt x="6779" y="11459"/>
                  </a:lnTo>
                  <a:cubicBezTo>
                    <a:pt x="6809" y="11368"/>
                    <a:pt x="6870" y="11307"/>
                    <a:pt x="6931" y="11247"/>
                  </a:cubicBezTo>
                  <a:close/>
                  <a:moveTo>
                    <a:pt x="75134" y="11942"/>
                  </a:moveTo>
                  <a:cubicBezTo>
                    <a:pt x="75225" y="11942"/>
                    <a:pt x="75349" y="12073"/>
                    <a:pt x="75321" y="12128"/>
                  </a:cubicBezTo>
                  <a:cubicBezTo>
                    <a:pt x="75312" y="12156"/>
                    <a:pt x="75289" y="12167"/>
                    <a:pt x="75259" y="12167"/>
                  </a:cubicBezTo>
                  <a:cubicBezTo>
                    <a:pt x="75191" y="12167"/>
                    <a:pt x="75090" y="12110"/>
                    <a:pt x="75048" y="12067"/>
                  </a:cubicBezTo>
                  <a:cubicBezTo>
                    <a:pt x="74987" y="12037"/>
                    <a:pt x="75017" y="11946"/>
                    <a:pt x="75078" y="11946"/>
                  </a:cubicBezTo>
                  <a:lnTo>
                    <a:pt x="75108" y="11946"/>
                  </a:lnTo>
                  <a:cubicBezTo>
                    <a:pt x="75117" y="11943"/>
                    <a:pt x="75125" y="11942"/>
                    <a:pt x="75134" y="11942"/>
                  </a:cubicBezTo>
                  <a:close/>
                  <a:moveTo>
                    <a:pt x="68938" y="12006"/>
                  </a:moveTo>
                  <a:cubicBezTo>
                    <a:pt x="69029" y="12006"/>
                    <a:pt x="69121" y="12067"/>
                    <a:pt x="69181" y="12128"/>
                  </a:cubicBezTo>
                  <a:lnTo>
                    <a:pt x="69090" y="12189"/>
                  </a:lnTo>
                  <a:lnTo>
                    <a:pt x="68938" y="12280"/>
                  </a:lnTo>
                  <a:cubicBezTo>
                    <a:pt x="68999" y="12310"/>
                    <a:pt x="68969" y="12432"/>
                    <a:pt x="68908" y="12462"/>
                  </a:cubicBezTo>
                  <a:lnTo>
                    <a:pt x="68847" y="12493"/>
                  </a:lnTo>
                  <a:lnTo>
                    <a:pt x="68786" y="12493"/>
                  </a:lnTo>
                  <a:cubicBezTo>
                    <a:pt x="68725" y="12493"/>
                    <a:pt x="68695" y="12462"/>
                    <a:pt x="68665" y="12402"/>
                  </a:cubicBezTo>
                  <a:lnTo>
                    <a:pt x="68665" y="12280"/>
                  </a:lnTo>
                  <a:lnTo>
                    <a:pt x="68665" y="12250"/>
                  </a:lnTo>
                  <a:cubicBezTo>
                    <a:pt x="68634" y="12128"/>
                    <a:pt x="68725" y="12006"/>
                    <a:pt x="68847" y="12006"/>
                  </a:cubicBezTo>
                  <a:close/>
                  <a:moveTo>
                    <a:pt x="69637" y="12189"/>
                  </a:moveTo>
                  <a:lnTo>
                    <a:pt x="69820" y="12280"/>
                  </a:lnTo>
                  <a:cubicBezTo>
                    <a:pt x="69880" y="12310"/>
                    <a:pt x="69880" y="12402"/>
                    <a:pt x="69820" y="12432"/>
                  </a:cubicBezTo>
                  <a:cubicBezTo>
                    <a:pt x="69728" y="12462"/>
                    <a:pt x="69637" y="12493"/>
                    <a:pt x="69546" y="12523"/>
                  </a:cubicBezTo>
                  <a:lnTo>
                    <a:pt x="69485" y="12523"/>
                  </a:lnTo>
                  <a:cubicBezTo>
                    <a:pt x="69394" y="12523"/>
                    <a:pt x="69364" y="12493"/>
                    <a:pt x="69364" y="12462"/>
                  </a:cubicBezTo>
                  <a:cubicBezTo>
                    <a:pt x="69394" y="12432"/>
                    <a:pt x="69546" y="12280"/>
                    <a:pt x="69637" y="12189"/>
                  </a:cubicBezTo>
                  <a:close/>
                  <a:moveTo>
                    <a:pt x="87328" y="12037"/>
                  </a:moveTo>
                  <a:lnTo>
                    <a:pt x="87480" y="12158"/>
                  </a:lnTo>
                  <a:lnTo>
                    <a:pt x="87510" y="12189"/>
                  </a:lnTo>
                  <a:cubicBezTo>
                    <a:pt x="87540" y="12181"/>
                    <a:pt x="87571" y="12177"/>
                    <a:pt x="87600" y="12177"/>
                  </a:cubicBezTo>
                  <a:cubicBezTo>
                    <a:pt x="87689" y="12177"/>
                    <a:pt x="87768" y="12212"/>
                    <a:pt x="87814" y="12280"/>
                  </a:cubicBezTo>
                  <a:lnTo>
                    <a:pt x="87814" y="12371"/>
                  </a:lnTo>
                  <a:cubicBezTo>
                    <a:pt x="87844" y="12371"/>
                    <a:pt x="87844" y="12432"/>
                    <a:pt x="87875" y="12432"/>
                  </a:cubicBezTo>
                  <a:lnTo>
                    <a:pt x="87966" y="12462"/>
                  </a:lnTo>
                  <a:cubicBezTo>
                    <a:pt x="88027" y="12493"/>
                    <a:pt x="88087" y="12554"/>
                    <a:pt x="88027" y="12584"/>
                  </a:cubicBezTo>
                  <a:lnTo>
                    <a:pt x="87905" y="12554"/>
                  </a:lnTo>
                  <a:cubicBezTo>
                    <a:pt x="87783" y="12554"/>
                    <a:pt x="87662" y="12554"/>
                    <a:pt x="87540" y="12523"/>
                  </a:cubicBezTo>
                  <a:cubicBezTo>
                    <a:pt x="87480" y="12493"/>
                    <a:pt x="87540" y="12402"/>
                    <a:pt x="87601" y="12341"/>
                  </a:cubicBezTo>
                  <a:cubicBezTo>
                    <a:pt x="87632" y="12310"/>
                    <a:pt x="87449" y="12250"/>
                    <a:pt x="87388" y="12250"/>
                  </a:cubicBezTo>
                  <a:cubicBezTo>
                    <a:pt x="87297" y="12250"/>
                    <a:pt x="87267" y="12158"/>
                    <a:pt x="87328" y="12037"/>
                  </a:cubicBezTo>
                  <a:close/>
                  <a:moveTo>
                    <a:pt x="79941" y="12265"/>
                  </a:moveTo>
                  <a:cubicBezTo>
                    <a:pt x="79987" y="12265"/>
                    <a:pt x="80033" y="12280"/>
                    <a:pt x="80063" y="12341"/>
                  </a:cubicBezTo>
                  <a:cubicBezTo>
                    <a:pt x="80124" y="12432"/>
                    <a:pt x="80185" y="12462"/>
                    <a:pt x="80276" y="12493"/>
                  </a:cubicBezTo>
                  <a:lnTo>
                    <a:pt x="80428" y="12554"/>
                  </a:lnTo>
                  <a:cubicBezTo>
                    <a:pt x="80428" y="12590"/>
                    <a:pt x="80395" y="12607"/>
                    <a:pt x="80340" y="12607"/>
                  </a:cubicBezTo>
                  <a:cubicBezTo>
                    <a:pt x="80255" y="12607"/>
                    <a:pt x="80119" y="12566"/>
                    <a:pt x="79972" y="12493"/>
                  </a:cubicBezTo>
                  <a:lnTo>
                    <a:pt x="79759" y="12402"/>
                  </a:lnTo>
                  <a:cubicBezTo>
                    <a:pt x="79729" y="12371"/>
                    <a:pt x="79820" y="12280"/>
                    <a:pt x="79820" y="12280"/>
                  </a:cubicBezTo>
                  <a:cubicBezTo>
                    <a:pt x="79850" y="12280"/>
                    <a:pt x="79896" y="12265"/>
                    <a:pt x="79941" y="12265"/>
                  </a:cubicBezTo>
                  <a:close/>
                  <a:moveTo>
                    <a:pt x="88387" y="12028"/>
                  </a:moveTo>
                  <a:cubicBezTo>
                    <a:pt x="88484" y="12028"/>
                    <a:pt x="88659" y="12067"/>
                    <a:pt x="88756" y="12067"/>
                  </a:cubicBezTo>
                  <a:cubicBezTo>
                    <a:pt x="88847" y="12067"/>
                    <a:pt x="89030" y="12432"/>
                    <a:pt x="88939" y="12523"/>
                  </a:cubicBezTo>
                  <a:cubicBezTo>
                    <a:pt x="88817" y="12614"/>
                    <a:pt x="88574" y="12584"/>
                    <a:pt x="88513" y="12645"/>
                  </a:cubicBezTo>
                  <a:cubicBezTo>
                    <a:pt x="88508" y="12647"/>
                    <a:pt x="88503" y="12647"/>
                    <a:pt x="88498" y="12647"/>
                  </a:cubicBezTo>
                  <a:cubicBezTo>
                    <a:pt x="88422" y="12647"/>
                    <a:pt x="88424" y="12427"/>
                    <a:pt x="88452" y="12341"/>
                  </a:cubicBezTo>
                  <a:cubicBezTo>
                    <a:pt x="88483" y="12250"/>
                    <a:pt x="88422" y="12189"/>
                    <a:pt x="88361" y="12189"/>
                  </a:cubicBezTo>
                  <a:cubicBezTo>
                    <a:pt x="88270" y="12219"/>
                    <a:pt x="88179" y="12250"/>
                    <a:pt x="88087" y="12250"/>
                  </a:cubicBezTo>
                  <a:cubicBezTo>
                    <a:pt x="88148" y="12158"/>
                    <a:pt x="88239" y="12098"/>
                    <a:pt x="88331" y="12037"/>
                  </a:cubicBezTo>
                  <a:cubicBezTo>
                    <a:pt x="88343" y="12031"/>
                    <a:pt x="88362" y="12028"/>
                    <a:pt x="88387" y="12028"/>
                  </a:cubicBezTo>
                  <a:close/>
                  <a:moveTo>
                    <a:pt x="67759" y="12525"/>
                  </a:moveTo>
                  <a:cubicBezTo>
                    <a:pt x="67795" y="12525"/>
                    <a:pt x="67833" y="12533"/>
                    <a:pt x="67874" y="12554"/>
                  </a:cubicBezTo>
                  <a:lnTo>
                    <a:pt x="67935" y="12554"/>
                  </a:lnTo>
                  <a:cubicBezTo>
                    <a:pt x="67996" y="12614"/>
                    <a:pt x="67965" y="12706"/>
                    <a:pt x="67844" y="12766"/>
                  </a:cubicBezTo>
                  <a:lnTo>
                    <a:pt x="67783" y="12797"/>
                  </a:lnTo>
                  <a:cubicBezTo>
                    <a:pt x="67734" y="12797"/>
                    <a:pt x="67681" y="12802"/>
                    <a:pt x="67628" y="12802"/>
                  </a:cubicBezTo>
                  <a:cubicBezTo>
                    <a:pt x="67550" y="12802"/>
                    <a:pt x="67473" y="12791"/>
                    <a:pt x="67418" y="12736"/>
                  </a:cubicBezTo>
                  <a:cubicBezTo>
                    <a:pt x="67388" y="12706"/>
                    <a:pt x="67388" y="12675"/>
                    <a:pt x="67418" y="12645"/>
                  </a:cubicBezTo>
                  <a:cubicBezTo>
                    <a:pt x="67536" y="12621"/>
                    <a:pt x="67636" y="12525"/>
                    <a:pt x="67759" y="12525"/>
                  </a:cubicBezTo>
                  <a:close/>
                  <a:moveTo>
                    <a:pt x="75777" y="12736"/>
                  </a:moveTo>
                  <a:cubicBezTo>
                    <a:pt x="75807" y="12765"/>
                    <a:pt x="75779" y="12824"/>
                    <a:pt x="75721" y="12883"/>
                  </a:cubicBezTo>
                  <a:lnTo>
                    <a:pt x="75721" y="12883"/>
                  </a:lnTo>
                  <a:cubicBezTo>
                    <a:pt x="75721" y="12873"/>
                    <a:pt x="75719" y="12865"/>
                    <a:pt x="75716" y="12858"/>
                  </a:cubicBezTo>
                  <a:cubicBezTo>
                    <a:pt x="75686" y="12736"/>
                    <a:pt x="75747" y="12736"/>
                    <a:pt x="75777" y="12736"/>
                  </a:cubicBezTo>
                  <a:close/>
                  <a:moveTo>
                    <a:pt x="22567" y="12887"/>
                  </a:moveTo>
                  <a:cubicBezTo>
                    <a:pt x="22633" y="12887"/>
                    <a:pt x="22697" y="12920"/>
                    <a:pt x="22737" y="12979"/>
                  </a:cubicBezTo>
                  <a:lnTo>
                    <a:pt x="22767" y="13040"/>
                  </a:lnTo>
                  <a:lnTo>
                    <a:pt x="22828" y="13070"/>
                  </a:lnTo>
                  <a:cubicBezTo>
                    <a:pt x="22828" y="13123"/>
                    <a:pt x="22818" y="13156"/>
                    <a:pt x="22791" y="13156"/>
                  </a:cubicBezTo>
                  <a:cubicBezTo>
                    <a:pt x="22772" y="13156"/>
                    <a:pt x="22744" y="13139"/>
                    <a:pt x="22706" y="13101"/>
                  </a:cubicBezTo>
                  <a:lnTo>
                    <a:pt x="22585" y="13101"/>
                  </a:lnTo>
                  <a:lnTo>
                    <a:pt x="22463" y="13070"/>
                  </a:lnTo>
                  <a:cubicBezTo>
                    <a:pt x="22447" y="13073"/>
                    <a:pt x="22433" y="13074"/>
                    <a:pt x="22421" y="13074"/>
                  </a:cubicBezTo>
                  <a:cubicBezTo>
                    <a:pt x="22302" y="13074"/>
                    <a:pt x="22408" y="12946"/>
                    <a:pt x="22463" y="12918"/>
                  </a:cubicBezTo>
                  <a:cubicBezTo>
                    <a:pt x="22495" y="12897"/>
                    <a:pt x="22532" y="12887"/>
                    <a:pt x="22567" y="12887"/>
                  </a:cubicBezTo>
                  <a:close/>
                  <a:moveTo>
                    <a:pt x="42524" y="12797"/>
                  </a:moveTo>
                  <a:cubicBezTo>
                    <a:pt x="42615" y="12827"/>
                    <a:pt x="42798" y="13010"/>
                    <a:pt x="42737" y="13101"/>
                  </a:cubicBezTo>
                  <a:cubicBezTo>
                    <a:pt x="42701" y="13172"/>
                    <a:pt x="42666" y="13201"/>
                    <a:pt x="42636" y="13201"/>
                  </a:cubicBezTo>
                  <a:cubicBezTo>
                    <a:pt x="42615" y="13201"/>
                    <a:pt x="42598" y="13187"/>
                    <a:pt x="42585" y="13161"/>
                  </a:cubicBezTo>
                  <a:lnTo>
                    <a:pt x="42585" y="13101"/>
                  </a:lnTo>
                  <a:cubicBezTo>
                    <a:pt x="42615" y="12979"/>
                    <a:pt x="42585" y="12918"/>
                    <a:pt x="42433" y="12918"/>
                  </a:cubicBezTo>
                  <a:cubicBezTo>
                    <a:pt x="42403" y="12858"/>
                    <a:pt x="42433" y="12827"/>
                    <a:pt x="42524" y="12827"/>
                  </a:cubicBezTo>
                  <a:lnTo>
                    <a:pt x="42524" y="12797"/>
                  </a:lnTo>
                  <a:close/>
                  <a:moveTo>
                    <a:pt x="16293" y="12584"/>
                  </a:moveTo>
                  <a:cubicBezTo>
                    <a:pt x="16384" y="12614"/>
                    <a:pt x="16445" y="12675"/>
                    <a:pt x="16506" y="12736"/>
                  </a:cubicBezTo>
                  <a:cubicBezTo>
                    <a:pt x="16506" y="12780"/>
                    <a:pt x="16522" y="12809"/>
                    <a:pt x="16543" y="12809"/>
                  </a:cubicBezTo>
                  <a:cubicBezTo>
                    <a:pt x="16550" y="12809"/>
                    <a:pt x="16558" y="12805"/>
                    <a:pt x="16566" y="12797"/>
                  </a:cubicBezTo>
                  <a:lnTo>
                    <a:pt x="16566" y="12675"/>
                  </a:lnTo>
                  <a:cubicBezTo>
                    <a:pt x="16597" y="12645"/>
                    <a:pt x="16627" y="12614"/>
                    <a:pt x="16658" y="12614"/>
                  </a:cubicBezTo>
                  <a:cubicBezTo>
                    <a:pt x="16688" y="12614"/>
                    <a:pt x="16779" y="12645"/>
                    <a:pt x="16779" y="12645"/>
                  </a:cubicBezTo>
                  <a:lnTo>
                    <a:pt x="16779" y="12797"/>
                  </a:lnTo>
                  <a:cubicBezTo>
                    <a:pt x="16870" y="12918"/>
                    <a:pt x="17022" y="13192"/>
                    <a:pt x="16962" y="13222"/>
                  </a:cubicBezTo>
                  <a:cubicBezTo>
                    <a:pt x="16951" y="13233"/>
                    <a:pt x="16938" y="13238"/>
                    <a:pt x="16924" y="13238"/>
                  </a:cubicBezTo>
                  <a:cubicBezTo>
                    <a:pt x="16860" y="13238"/>
                    <a:pt x="16768" y="13129"/>
                    <a:pt x="16718" y="12979"/>
                  </a:cubicBezTo>
                  <a:lnTo>
                    <a:pt x="16232" y="12979"/>
                  </a:lnTo>
                  <a:cubicBezTo>
                    <a:pt x="16232" y="12949"/>
                    <a:pt x="16354" y="12766"/>
                    <a:pt x="16293" y="12706"/>
                  </a:cubicBezTo>
                  <a:cubicBezTo>
                    <a:pt x="16232" y="12675"/>
                    <a:pt x="16202" y="12584"/>
                    <a:pt x="16202" y="12584"/>
                  </a:cubicBezTo>
                  <a:close/>
                  <a:moveTo>
                    <a:pt x="43892" y="13010"/>
                  </a:moveTo>
                  <a:cubicBezTo>
                    <a:pt x="43983" y="13101"/>
                    <a:pt x="44074" y="13161"/>
                    <a:pt x="44135" y="13253"/>
                  </a:cubicBezTo>
                  <a:cubicBezTo>
                    <a:pt x="44156" y="13253"/>
                    <a:pt x="44135" y="13266"/>
                    <a:pt x="44092" y="13266"/>
                  </a:cubicBezTo>
                  <a:cubicBezTo>
                    <a:pt x="44071" y="13266"/>
                    <a:pt x="44044" y="13263"/>
                    <a:pt x="44014" y="13253"/>
                  </a:cubicBezTo>
                  <a:lnTo>
                    <a:pt x="43467" y="13253"/>
                  </a:lnTo>
                  <a:cubicBezTo>
                    <a:pt x="43406" y="13222"/>
                    <a:pt x="43467" y="13131"/>
                    <a:pt x="43588" y="13040"/>
                  </a:cubicBezTo>
                  <a:cubicBezTo>
                    <a:pt x="43624" y="13076"/>
                    <a:pt x="43655" y="13088"/>
                    <a:pt x="43685" y="13088"/>
                  </a:cubicBezTo>
                  <a:cubicBezTo>
                    <a:pt x="43732" y="13088"/>
                    <a:pt x="43776" y="13058"/>
                    <a:pt x="43831" y="13040"/>
                  </a:cubicBezTo>
                  <a:lnTo>
                    <a:pt x="43892" y="13010"/>
                  </a:lnTo>
                  <a:close/>
                  <a:moveTo>
                    <a:pt x="14834" y="12918"/>
                  </a:moveTo>
                  <a:lnTo>
                    <a:pt x="14803" y="12949"/>
                  </a:lnTo>
                  <a:cubicBezTo>
                    <a:pt x="14895" y="12949"/>
                    <a:pt x="15138" y="13010"/>
                    <a:pt x="15107" y="13040"/>
                  </a:cubicBezTo>
                  <a:lnTo>
                    <a:pt x="15107" y="13131"/>
                  </a:lnTo>
                  <a:cubicBezTo>
                    <a:pt x="15138" y="13222"/>
                    <a:pt x="15138" y="13283"/>
                    <a:pt x="15077" y="13344"/>
                  </a:cubicBezTo>
                  <a:lnTo>
                    <a:pt x="14986" y="13344"/>
                  </a:lnTo>
                  <a:cubicBezTo>
                    <a:pt x="14955" y="13313"/>
                    <a:pt x="14895" y="13283"/>
                    <a:pt x="14864" y="13253"/>
                  </a:cubicBezTo>
                  <a:lnTo>
                    <a:pt x="14712" y="13101"/>
                  </a:lnTo>
                  <a:cubicBezTo>
                    <a:pt x="14682" y="13010"/>
                    <a:pt x="14743" y="12918"/>
                    <a:pt x="14834" y="12918"/>
                  </a:cubicBezTo>
                  <a:close/>
                  <a:moveTo>
                    <a:pt x="76025" y="12647"/>
                  </a:moveTo>
                  <a:cubicBezTo>
                    <a:pt x="76174" y="12647"/>
                    <a:pt x="76311" y="12749"/>
                    <a:pt x="76264" y="12797"/>
                  </a:cubicBezTo>
                  <a:cubicBezTo>
                    <a:pt x="76203" y="12827"/>
                    <a:pt x="76416" y="13161"/>
                    <a:pt x="76507" y="13283"/>
                  </a:cubicBezTo>
                  <a:cubicBezTo>
                    <a:pt x="76553" y="13376"/>
                    <a:pt x="76511" y="13416"/>
                    <a:pt x="76461" y="13416"/>
                  </a:cubicBezTo>
                  <a:cubicBezTo>
                    <a:pt x="76446" y="13416"/>
                    <a:pt x="76430" y="13412"/>
                    <a:pt x="76416" y="13405"/>
                  </a:cubicBezTo>
                  <a:cubicBezTo>
                    <a:pt x="76294" y="13344"/>
                    <a:pt x="76203" y="13313"/>
                    <a:pt x="76081" y="13313"/>
                  </a:cubicBezTo>
                  <a:lnTo>
                    <a:pt x="76020" y="13344"/>
                  </a:lnTo>
                  <a:cubicBezTo>
                    <a:pt x="75965" y="13390"/>
                    <a:pt x="75916" y="13405"/>
                    <a:pt x="75869" y="13405"/>
                  </a:cubicBezTo>
                  <a:cubicBezTo>
                    <a:pt x="75774" y="13405"/>
                    <a:pt x="75692" y="13340"/>
                    <a:pt x="75600" y="13340"/>
                  </a:cubicBezTo>
                  <a:cubicBezTo>
                    <a:pt x="75588" y="13340"/>
                    <a:pt x="75577" y="13341"/>
                    <a:pt x="75564" y="13344"/>
                  </a:cubicBezTo>
                  <a:lnTo>
                    <a:pt x="75443" y="13405"/>
                  </a:lnTo>
                  <a:cubicBezTo>
                    <a:pt x="75260" y="13374"/>
                    <a:pt x="75108" y="13313"/>
                    <a:pt x="75108" y="13283"/>
                  </a:cubicBezTo>
                  <a:cubicBezTo>
                    <a:pt x="75108" y="13253"/>
                    <a:pt x="75352" y="13101"/>
                    <a:pt x="75291" y="13040"/>
                  </a:cubicBezTo>
                  <a:cubicBezTo>
                    <a:pt x="75230" y="12979"/>
                    <a:pt x="75139" y="12888"/>
                    <a:pt x="75108" y="12888"/>
                  </a:cubicBezTo>
                  <a:cubicBezTo>
                    <a:pt x="75108" y="12858"/>
                    <a:pt x="75230" y="12827"/>
                    <a:pt x="75291" y="12827"/>
                  </a:cubicBezTo>
                  <a:cubicBezTo>
                    <a:pt x="75352" y="12827"/>
                    <a:pt x="75504" y="13131"/>
                    <a:pt x="75564" y="13161"/>
                  </a:cubicBezTo>
                  <a:cubicBezTo>
                    <a:pt x="75570" y="13163"/>
                    <a:pt x="75575" y="13164"/>
                    <a:pt x="75580" y="13164"/>
                  </a:cubicBezTo>
                  <a:cubicBezTo>
                    <a:pt x="75652" y="13164"/>
                    <a:pt x="75719" y="13008"/>
                    <a:pt x="75722" y="12908"/>
                  </a:cubicBezTo>
                  <a:lnTo>
                    <a:pt x="75722" y="12908"/>
                  </a:lnTo>
                  <a:cubicBezTo>
                    <a:pt x="75730" y="12910"/>
                    <a:pt x="75741" y="12911"/>
                    <a:pt x="75754" y="12911"/>
                  </a:cubicBezTo>
                  <a:cubicBezTo>
                    <a:pt x="75792" y="12911"/>
                    <a:pt x="75853" y="12903"/>
                    <a:pt x="75929" y="12888"/>
                  </a:cubicBezTo>
                  <a:lnTo>
                    <a:pt x="75899" y="12675"/>
                  </a:lnTo>
                  <a:cubicBezTo>
                    <a:pt x="75939" y="12655"/>
                    <a:pt x="75982" y="12647"/>
                    <a:pt x="76025" y="12647"/>
                  </a:cubicBezTo>
                  <a:close/>
                  <a:moveTo>
                    <a:pt x="66347" y="13262"/>
                  </a:moveTo>
                  <a:cubicBezTo>
                    <a:pt x="66389" y="13262"/>
                    <a:pt x="66442" y="13277"/>
                    <a:pt x="66507" y="13313"/>
                  </a:cubicBezTo>
                  <a:lnTo>
                    <a:pt x="66658" y="13405"/>
                  </a:lnTo>
                  <a:cubicBezTo>
                    <a:pt x="66658" y="13405"/>
                    <a:pt x="66689" y="13465"/>
                    <a:pt x="66658" y="13496"/>
                  </a:cubicBezTo>
                  <a:lnTo>
                    <a:pt x="66598" y="13496"/>
                  </a:lnTo>
                  <a:lnTo>
                    <a:pt x="66507" y="13405"/>
                  </a:lnTo>
                  <a:cubicBezTo>
                    <a:pt x="66440" y="13438"/>
                    <a:pt x="66373" y="13462"/>
                    <a:pt x="66321" y="13462"/>
                  </a:cubicBezTo>
                  <a:cubicBezTo>
                    <a:pt x="66279" y="13462"/>
                    <a:pt x="66247" y="13446"/>
                    <a:pt x="66233" y="13405"/>
                  </a:cubicBezTo>
                  <a:cubicBezTo>
                    <a:pt x="66212" y="13341"/>
                    <a:pt x="66250" y="13262"/>
                    <a:pt x="66347" y="13262"/>
                  </a:cubicBezTo>
                  <a:close/>
                  <a:moveTo>
                    <a:pt x="72720" y="12795"/>
                  </a:moveTo>
                  <a:cubicBezTo>
                    <a:pt x="72786" y="12795"/>
                    <a:pt x="72850" y="12829"/>
                    <a:pt x="72890" y="12888"/>
                  </a:cubicBezTo>
                  <a:lnTo>
                    <a:pt x="72829" y="12979"/>
                  </a:lnTo>
                  <a:lnTo>
                    <a:pt x="72738" y="13070"/>
                  </a:lnTo>
                  <a:cubicBezTo>
                    <a:pt x="72757" y="13129"/>
                    <a:pt x="72878" y="13163"/>
                    <a:pt x="72986" y="13163"/>
                  </a:cubicBezTo>
                  <a:cubicBezTo>
                    <a:pt x="73045" y="13163"/>
                    <a:pt x="73100" y="13153"/>
                    <a:pt x="73133" y="13131"/>
                  </a:cubicBezTo>
                  <a:cubicBezTo>
                    <a:pt x="73224" y="13070"/>
                    <a:pt x="73315" y="13040"/>
                    <a:pt x="73437" y="13010"/>
                  </a:cubicBezTo>
                  <a:lnTo>
                    <a:pt x="73528" y="13010"/>
                  </a:lnTo>
                  <a:cubicBezTo>
                    <a:pt x="73538" y="13006"/>
                    <a:pt x="73547" y="13005"/>
                    <a:pt x="73556" y="13005"/>
                  </a:cubicBezTo>
                  <a:cubicBezTo>
                    <a:pt x="73632" y="13005"/>
                    <a:pt x="73680" y="13107"/>
                    <a:pt x="73680" y="13161"/>
                  </a:cubicBezTo>
                  <a:cubicBezTo>
                    <a:pt x="73680" y="13197"/>
                    <a:pt x="73774" y="13212"/>
                    <a:pt x="73852" y="13212"/>
                  </a:cubicBezTo>
                  <a:cubicBezTo>
                    <a:pt x="73907" y="13212"/>
                    <a:pt x="73953" y="13204"/>
                    <a:pt x="73953" y="13192"/>
                  </a:cubicBezTo>
                  <a:cubicBezTo>
                    <a:pt x="73923" y="13131"/>
                    <a:pt x="73923" y="13070"/>
                    <a:pt x="73953" y="13040"/>
                  </a:cubicBezTo>
                  <a:cubicBezTo>
                    <a:pt x="73965" y="13042"/>
                    <a:pt x="73976" y="13043"/>
                    <a:pt x="73985" y="13043"/>
                  </a:cubicBezTo>
                  <a:cubicBezTo>
                    <a:pt x="74097" y="13043"/>
                    <a:pt x="74049" y="12888"/>
                    <a:pt x="74105" y="12888"/>
                  </a:cubicBezTo>
                  <a:cubicBezTo>
                    <a:pt x="74197" y="12888"/>
                    <a:pt x="74288" y="12918"/>
                    <a:pt x="74379" y="12949"/>
                  </a:cubicBezTo>
                  <a:lnTo>
                    <a:pt x="74470" y="12979"/>
                  </a:lnTo>
                  <a:cubicBezTo>
                    <a:pt x="74531" y="12994"/>
                    <a:pt x="74584" y="13002"/>
                    <a:pt x="74637" y="13002"/>
                  </a:cubicBezTo>
                  <a:cubicBezTo>
                    <a:pt x="74691" y="13002"/>
                    <a:pt x="74744" y="12994"/>
                    <a:pt x="74805" y="12979"/>
                  </a:cubicBezTo>
                  <a:lnTo>
                    <a:pt x="74805" y="12918"/>
                  </a:lnTo>
                  <a:cubicBezTo>
                    <a:pt x="74805" y="12850"/>
                    <a:pt x="74839" y="12816"/>
                    <a:pt x="74894" y="12816"/>
                  </a:cubicBezTo>
                  <a:cubicBezTo>
                    <a:pt x="74913" y="12816"/>
                    <a:pt x="74934" y="12820"/>
                    <a:pt x="74957" y="12827"/>
                  </a:cubicBezTo>
                  <a:lnTo>
                    <a:pt x="74987" y="12827"/>
                  </a:lnTo>
                  <a:cubicBezTo>
                    <a:pt x="74957" y="12979"/>
                    <a:pt x="74865" y="13101"/>
                    <a:pt x="74744" y="13192"/>
                  </a:cubicBezTo>
                  <a:cubicBezTo>
                    <a:pt x="74683" y="13253"/>
                    <a:pt x="74653" y="13283"/>
                    <a:pt x="74592" y="13344"/>
                  </a:cubicBezTo>
                  <a:lnTo>
                    <a:pt x="74409" y="13344"/>
                  </a:lnTo>
                  <a:cubicBezTo>
                    <a:pt x="74399" y="13354"/>
                    <a:pt x="74389" y="13357"/>
                    <a:pt x="74379" y="13357"/>
                  </a:cubicBezTo>
                  <a:cubicBezTo>
                    <a:pt x="74359" y="13357"/>
                    <a:pt x="74338" y="13344"/>
                    <a:pt x="74318" y="13344"/>
                  </a:cubicBezTo>
                  <a:cubicBezTo>
                    <a:pt x="74300" y="13335"/>
                    <a:pt x="74283" y="13331"/>
                    <a:pt x="74265" y="13331"/>
                  </a:cubicBezTo>
                  <a:cubicBezTo>
                    <a:pt x="74222" y="13331"/>
                    <a:pt x="74179" y="13353"/>
                    <a:pt x="74136" y="13374"/>
                  </a:cubicBezTo>
                  <a:cubicBezTo>
                    <a:pt x="74130" y="13380"/>
                    <a:pt x="74123" y="13382"/>
                    <a:pt x="74114" y="13382"/>
                  </a:cubicBezTo>
                  <a:cubicBezTo>
                    <a:pt x="74073" y="13382"/>
                    <a:pt x="73998" y="13328"/>
                    <a:pt x="73923" y="13253"/>
                  </a:cubicBezTo>
                  <a:lnTo>
                    <a:pt x="73771" y="13344"/>
                  </a:lnTo>
                  <a:lnTo>
                    <a:pt x="73649" y="13465"/>
                  </a:lnTo>
                  <a:cubicBezTo>
                    <a:pt x="73528" y="13374"/>
                    <a:pt x="73376" y="13374"/>
                    <a:pt x="73254" y="13374"/>
                  </a:cubicBezTo>
                  <a:lnTo>
                    <a:pt x="73102" y="13374"/>
                  </a:lnTo>
                  <a:cubicBezTo>
                    <a:pt x="73042" y="13374"/>
                    <a:pt x="72950" y="13313"/>
                    <a:pt x="72920" y="13313"/>
                  </a:cubicBezTo>
                  <a:cubicBezTo>
                    <a:pt x="72859" y="13344"/>
                    <a:pt x="72829" y="13435"/>
                    <a:pt x="72798" y="13465"/>
                  </a:cubicBezTo>
                  <a:lnTo>
                    <a:pt x="72768" y="13496"/>
                  </a:lnTo>
                  <a:cubicBezTo>
                    <a:pt x="72707" y="13511"/>
                    <a:pt x="72654" y="13519"/>
                    <a:pt x="72601" y="13519"/>
                  </a:cubicBezTo>
                  <a:cubicBezTo>
                    <a:pt x="72548" y="13519"/>
                    <a:pt x="72494" y="13511"/>
                    <a:pt x="72434" y="13496"/>
                  </a:cubicBezTo>
                  <a:lnTo>
                    <a:pt x="72312" y="13496"/>
                  </a:lnTo>
                  <a:cubicBezTo>
                    <a:pt x="72282" y="13496"/>
                    <a:pt x="72251" y="13465"/>
                    <a:pt x="72251" y="13435"/>
                  </a:cubicBezTo>
                  <a:cubicBezTo>
                    <a:pt x="72251" y="13405"/>
                    <a:pt x="72251" y="13344"/>
                    <a:pt x="72282" y="13344"/>
                  </a:cubicBezTo>
                  <a:lnTo>
                    <a:pt x="72373" y="13283"/>
                  </a:lnTo>
                  <a:cubicBezTo>
                    <a:pt x="72464" y="13253"/>
                    <a:pt x="72525" y="13101"/>
                    <a:pt x="72434" y="13101"/>
                  </a:cubicBezTo>
                  <a:cubicBezTo>
                    <a:pt x="72373" y="13070"/>
                    <a:pt x="72555" y="12888"/>
                    <a:pt x="72616" y="12827"/>
                  </a:cubicBezTo>
                  <a:cubicBezTo>
                    <a:pt x="72648" y="12806"/>
                    <a:pt x="72684" y="12795"/>
                    <a:pt x="72720" y="12795"/>
                  </a:cubicBezTo>
                  <a:close/>
                  <a:moveTo>
                    <a:pt x="13702" y="13179"/>
                  </a:moveTo>
                  <a:cubicBezTo>
                    <a:pt x="13745" y="13179"/>
                    <a:pt x="13788" y="13201"/>
                    <a:pt x="13831" y="13222"/>
                  </a:cubicBezTo>
                  <a:cubicBezTo>
                    <a:pt x="13861" y="13283"/>
                    <a:pt x="13861" y="13344"/>
                    <a:pt x="13709" y="13344"/>
                  </a:cubicBezTo>
                  <a:cubicBezTo>
                    <a:pt x="13588" y="13374"/>
                    <a:pt x="13648" y="13465"/>
                    <a:pt x="13618" y="13526"/>
                  </a:cubicBezTo>
                  <a:lnTo>
                    <a:pt x="13588" y="13557"/>
                  </a:lnTo>
                  <a:cubicBezTo>
                    <a:pt x="13557" y="13557"/>
                    <a:pt x="13496" y="13557"/>
                    <a:pt x="13466" y="13526"/>
                  </a:cubicBezTo>
                  <a:cubicBezTo>
                    <a:pt x="13436" y="13496"/>
                    <a:pt x="13588" y="13313"/>
                    <a:pt x="13496" y="13313"/>
                  </a:cubicBezTo>
                  <a:cubicBezTo>
                    <a:pt x="13405" y="13313"/>
                    <a:pt x="13405" y="13283"/>
                    <a:pt x="13527" y="13222"/>
                  </a:cubicBezTo>
                  <a:lnTo>
                    <a:pt x="13648" y="13192"/>
                  </a:lnTo>
                  <a:cubicBezTo>
                    <a:pt x="13666" y="13183"/>
                    <a:pt x="13684" y="13179"/>
                    <a:pt x="13702" y="13179"/>
                  </a:cubicBezTo>
                  <a:close/>
                  <a:moveTo>
                    <a:pt x="17782" y="13040"/>
                  </a:moveTo>
                  <a:lnTo>
                    <a:pt x="17934" y="13101"/>
                  </a:lnTo>
                  <a:lnTo>
                    <a:pt x="18025" y="13101"/>
                  </a:lnTo>
                  <a:cubicBezTo>
                    <a:pt x="18117" y="13131"/>
                    <a:pt x="18086" y="13192"/>
                    <a:pt x="17995" y="13192"/>
                  </a:cubicBezTo>
                  <a:cubicBezTo>
                    <a:pt x="17873" y="13192"/>
                    <a:pt x="17721" y="13587"/>
                    <a:pt x="17691" y="13587"/>
                  </a:cubicBezTo>
                  <a:cubicBezTo>
                    <a:pt x="17682" y="13596"/>
                    <a:pt x="17668" y="13600"/>
                    <a:pt x="17652" y="13600"/>
                  </a:cubicBezTo>
                  <a:cubicBezTo>
                    <a:pt x="17612" y="13600"/>
                    <a:pt x="17561" y="13578"/>
                    <a:pt x="17539" y="13557"/>
                  </a:cubicBezTo>
                  <a:lnTo>
                    <a:pt x="17539" y="13526"/>
                  </a:lnTo>
                  <a:lnTo>
                    <a:pt x="17569" y="13405"/>
                  </a:lnTo>
                  <a:cubicBezTo>
                    <a:pt x="17630" y="13313"/>
                    <a:pt x="17721" y="13131"/>
                    <a:pt x="17782" y="13040"/>
                  </a:cubicBezTo>
                  <a:close/>
                  <a:moveTo>
                    <a:pt x="65534" y="13070"/>
                  </a:moveTo>
                  <a:cubicBezTo>
                    <a:pt x="65625" y="13101"/>
                    <a:pt x="65686" y="13131"/>
                    <a:pt x="65747" y="13161"/>
                  </a:cubicBezTo>
                  <a:cubicBezTo>
                    <a:pt x="65807" y="13192"/>
                    <a:pt x="65899" y="13313"/>
                    <a:pt x="65899" y="13344"/>
                  </a:cubicBezTo>
                  <a:cubicBezTo>
                    <a:pt x="65868" y="13374"/>
                    <a:pt x="65899" y="13435"/>
                    <a:pt x="65990" y="13435"/>
                  </a:cubicBezTo>
                  <a:lnTo>
                    <a:pt x="66020" y="13465"/>
                  </a:lnTo>
                  <a:cubicBezTo>
                    <a:pt x="66051" y="13465"/>
                    <a:pt x="66051" y="13557"/>
                    <a:pt x="66051" y="13557"/>
                  </a:cubicBezTo>
                  <a:cubicBezTo>
                    <a:pt x="66051" y="13587"/>
                    <a:pt x="65990" y="13587"/>
                    <a:pt x="65959" y="13587"/>
                  </a:cubicBezTo>
                  <a:lnTo>
                    <a:pt x="65868" y="13617"/>
                  </a:lnTo>
                  <a:cubicBezTo>
                    <a:pt x="65777" y="13617"/>
                    <a:pt x="65625" y="13587"/>
                    <a:pt x="65564" y="13557"/>
                  </a:cubicBezTo>
                  <a:lnTo>
                    <a:pt x="65503" y="13526"/>
                  </a:lnTo>
                  <a:cubicBezTo>
                    <a:pt x="65473" y="13496"/>
                    <a:pt x="65443" y="13435"/>
                    <a:pt x="65473" y="13374"/>
                  </a:cubicBezTo>
                  <a:lnTo>
                    <a:pt x="65503" y="13344"/>
                  </a:lnTo>
                  <a:cubicBezTo>
                    <a:pt x="65564" y="13313"/>
                    <a:pt x="65564" y="13253"/>
                    <a:pt x="65503" y="13253"/>
                  </a:cubicBezTo>
                  <a:lnTo>
                    <a:pt x="65473" y="13222"/>
                  </a:lnTo>
                  <a:cubicBezTo>
                    <a:pt x="65443" y="13192"/>
                    <a:pt x="65473" y="13131"/>
                    <a:pt x="65503" y="13101"/>
                  </a:cubicBezTo>
                  <a:lnTo>
                    <a:pt x="65534" y="13070"/>
                  </a:lnTo>
                  <a:close/>
                  <a:moveTo>
                    <a:pt x="37783" y="13313"/>
                  </a:moveTo>
                  <a:lnTo>
                    <a:pt x="37904" y="13374"/>
                  </a:lnTo>
                  <a:lnTo>
                    <a:pt x="38056" y="13496"/>
                  </a:lnTo>
                  <a:cubicBezTo>
                    <a:pt x="38080" y="13591"/>
                    <a:pt x="38011" y="13667"/>
                    <a:pt x="37936" y="13667"/>
                  </a:cubicBezTo>
                  <a:cubicBezTo>
                    <a:pt x="37915" y="13667"/>
                    <a:pt x="37894" y="13661"/>
                    <a:pt x="37874" y="13648"/>
                  </a:cubicBezTo>
                  <a:cubicBezTo>
                    <a:pt x="37847" y="13630"/>
                    <a:pt x="37820" y="13610"/>
                    <a:pt x="37794" y="13588"/>
                  </a:cubicBezTo>
                  <a:lnTo>
                    <a:pt x="37794" y="13588"/>
                  </a:lnTo>
                  <a:cubicBezTo>
                    <a:pt x="37813" y="13520"/>
                    <a:pt x="37810" y="13423"/>
                    <a:pt x="37783" y="13313"/>
                  </a:cubicBezTo>
                  <a:close/>
                  <a:moveTo>
                    <a:pt x="44253" y="13412"/>
                  </a:moveTo>
                  <a:cubicBezTo>
                    <a:pt x="44318" y="13412"/>
                    <a:pt x="44378" y="13420"/>
                    <a:pt x="44439" y="13435"/>
                  </a:cubicBezTo>
                  <a:lnTo>
                    <a:pt x="44652" y="13526"/>
                  </a:lnTo>
                  <a:cubicBezTo>
                    <a:pt x="44726" y="13477"/>
                    <a:pt x="44821" y="13427"/>
                    <a:pt x="44920" y="13427"/>
                  </a:cubicBezTo>
                  <a:cubicBezTo>
                    <a:pt x="44942" y="13427"/>
                    <a:pt x="44964" y="13429"/>
                    <a:pt x="44986" y="13435"/>
                  </a:cubicBezTo>
                  <a:cubicBezTo>
                    <a:pt x="45047" y="13465"/>
                    <a:pt x="44956" y="13587"/>
                    <a:pt x="44926" y="13617"/>
                  </a:cubicBezTo>
                  <a:cubicBezTo>
                    <a:pt x="44872" y="13653"/>
                    <a:pt x="44819" y="13668"/>
                    <a:pt x="44771" y="13668"/>
                  </a:cubicBezTo>
                  <a:cubicBezTo>
                    <a:pt x="44738" y="13668"/>
                    <a:pt x="44708" y="13660"/>
                    <a:pt x="44682" y="13648"/>
                  </a:cubicBezTo>
                  <a:cubicBezTo>
                    <a:pt x="44439" y="13648"/>
                    <a:pt x="44196" y="13617"/>
                    <a:pt x="43953" y="13587"/>
                  </a:cubicBezTo>
                  <a:cubicBezTo>
                    <a:pt x="43953" y="13526"/>
                    <a:pt x="43983" y="13465"/>
                    <a:pt x="44014" y="13435"/>
                  </a:cubicBezTo>
                  <a:lnTo>
                    <a:pt x="44044" y="13435"/>
                  </a:lnTo>
                  <a:cubicBezTo>
                    <a:pt x="44120" y="13420"/>
                    <a:pt x="44188" y="13412"/>
                    <a:pt x="44253" y="13412"/>
                  </a:cubicBezTo>
                  <a:close/>
                  <a:moveTo>
                    <a:pt x="63285" y="13344"/>
                  </a:moveTo>
                  <a:cubicBezTo>
                    <a:pt x="63437" y="13374"/>
                    <a:pt x="63528" y="13435"/>
                    <a:pt x="63528" y="13496"/>
                  </a:cubicBezTo>
                  <a:cubicBezTo>
                    <a:pt x="63505" y="13540"/>
                    <a:pt x="63418" y="13569"/>
                    <a:pt x="63361" y="13569"/>
                  </a:cubicBezTo>
                  <a:cubicBezTo>
                    <a:pt x="63340" y="13569"/>
                    <a:pt x="63323" y="13565"/>
                    <a:pt x="63315" y="13557"/>
                  </a:cubicBezTo>
                  <a:cubicBezTo>
                    <a:pt x="63293" y="13535"/>
                    <a:pt x="63226" y="13514"/>
                    <a:pt x="63157" y="13514"/>
                  </a:cubicBezTo>
                  <a:cubicBezTo>
                    <a:pt x="63128" y="13514"/>
                    <a:pt x="63098" y="13517"/>
                    <a:pt x="63072" y="13526"/>
                  </a:cubicBezTo>
                  <a:lnTo>
                    <a:pt x="62981" y="13557"/>
                  </a:lnTo>
                  <a:lnTo>
                    <a:pt x="62889" y="13617"/>
                  </a:lnTo>
                  <a:cubicBezTo>
                    <a:pt x="62851" y="13656"/>
                    <a:pt x="62813" y="13672"/>
                    <a:pt x="62777" y="13672"/>
                  </a:cubicBezTo>
                  <a:cubicBezTo>
                    <a:pt x="62727" y="13672"/>
                    <a:pt x="62682" y="13640"/>
                    <a:pt x="62646" y="13587"/>
                  </a:cubicBezTo>
                  <a:cubicBezTo>
                    <a:pt x="62616" y="13557"/>
                    <a:pt x="62555" y="13374"/>
                    <a:pt x="62616" y="13374"/>
                  </a:cubicBezTo>
                  <a:lnTo>
                    <a:pt x="62616" y="13374"/>
                  </a:lnTo>
                  <a:cubicBezTo>
                    <a:pt x="62628" y="13380"/>
                    <a:pt x="62656" y="13383"/>
                    <a:pt x="62694" y="13383"/>
                  </a:cubicBezTo>
                  <a:cubicBezTo>
                    <a:pt x="62847" y="13383"/>
                    <a:pt x="63163" y="13344"/>
                    <a:pt x="63285" y="13344"/>
                  </a:cubicBezTo>
                  <a:close/>
                  <a:moveTo>
                    <a:pt x="71431" y="12888"/>
                  </a:moveTo>
                  <a:cubicBezTo>
                    <a:pt x="71583" y="13070"/>
                    <a:pt x="71643" y="13222"/>
                    <a:pt x="71552" y="13222"/>
                  </a:cubicBezTo>
                  <a:cubicBezTo>
                    <a:pt x="71339" y="13283"/>
                    <a:pt x="71157" y="13344"/>
                    <a:pt x="70975" y="13435"/>
                  </a:cubicBezTo>
                  <a:cubicBezTo>
                    <a:pt x="70914" y="13496"/>
                    <a:pt x="70975" y="13526"/>
                    <a:pt x="71127" y="13526"/>
                  </a:cubicBezTo>
                  <a:lnTo>
                    <a:pt x="71218" y="13526"/>
                  </a:lnTo>
                  <a:cubicBezTo>
                    <a:pt x="71248" y="13557"/>
                    <a:pt x="71279" y="13587"/>
                    <a:pt x="71309" y="13617"/>
                  </a:cubicBezTo>
                  <a:cubicBezTo>
                    <a:pt x="71309" y="13648"/>
                    <a:pt x="71248" y="13678"/>
                    <a:pt x="71248" y="13678"/>
                  </a:cubicBezTo>
                  <a:lnTo>
                    <a:pt x="71066" y="13678"/>
                  </a:lnTo>
                  <a:cubicBezTo>
                    <a:pt x="70823" y="13648"/>
                    <a:pt x="70610" y="13526"/>
                    <a:pt x="70428" y="13374"/>
                  </a:cubicBezTo>
                  <a:cubicBezTo>
                    <a:pt x="70306" y="13283"/>
                    <a:pt x="70184" y="13192"/>
                    <a:pt x="70063" y="13161"/>
                  </a:cubicBezTo>
                  <a:cubicBezTo>
                    <a:pt x="69972" y="13161"/>
                    <a:pt x="69972" y="13101"/>
                    <a:pt x="70093" y="13070"/>
                  </a:cubicBezTo>
                  <a:lnTo>
                    <a:pt x="70124" y="13010"/>
                  </a:lnTo>
                  <a:cubicBezTo>
                    <a:pt x="70169" y="12979"/>
                    <a:pt x="70200" y="12964"/>
                    <a:pt x="70230" y="12964"/>
                  </a:cubicBezTo>
                  <a:cubicBezTo>
                    <a:pt x="70260" y="12964"/>
                    <a:pt x="70291" y="12979"/>
                    <a:pt x="70336" y="13010"/>
                  </a:cubicBezTo>
                  <a:lnTo>
                    <a:pt x="70367" y="13040"/>
                  </a:lnTo>
                  <a:lnTo>
                    <a:pt x="70853" y="12949"/>
                  </a:lnTo>
                  <a:lnTo>
                    <a:pt x="70975" y="13040"/>
                  </a:lnTo>
                  <a:cubicBezTo>
                    <a:pt x="71035" y="13070"/>
                    <a:pt x="71127" y="13101"/>
                    <a:pt x="71157" y="13101"/>
                  </a:cubicBezTo>
                  <a:lnTo>
                    <a:pt x="71431" y="12888"/>
                  </a:lnTo>
                  <a:close/>
                  <a:moveTo>
                    <a:pt x="17296" y="13010"/>
                  </a:moveTo>
                  <a:cubicBezTo>
                    <a:pt x="17296" y="13010"/>
                    <a:pt x="17326" y="13070"/>
                    <a:pt x="17326" y="13101"/>
                  </a:cubicBezTo>
                  <a:lnTo>
                    <a:pt x="17326" y="13131"/>
                  </a:lnTo>
                  <a:cubicBezTo>
                    <a:pt x="17296" y="13313"/>
                    <a:pt x="17448" y="13526"/>
                    <a:pt x="17113" y="13648"/>
                  </a:cubicBezTo>
                  <a:lnTo>
                    <a:pt x="17083" y="13678"/>
                  </a:lnTo>
                  <a:cubicBezTo>
                    <a:pt x="17047" y="13714"/>
                    <a:pt x="17026" y="13726"/>
                    <a:pt x="17012" y="13726"/>
                  </a:cubicBezTo>
                  <a:cubicBezTo>
                    <a:pt x="16992" y="13726"/>
                    <a:pt x="16992" y="13697"/>
                    <a:pt x="16992" y="13678"/>
                  </a:cubicBezTo>
                  <a:cubicBezTo>
                    <a:pt x="17022" y="13648"/>
                    <a:pt x="17113" y="13405"/>
                    <a:pt x="17113" y="13344"/>
                  </a:cubicBezTo>
                  <a:cubicBezTo>
                    <a:pt x="17113" y="13253"/>
                    <a:pt x="17144" y="13161"/>
                    <a:pt x="17174" y="13070"/>
                  </a:cubicBezTo>
                  <a:cubicBezTo>
                    <a:pt x="17205" y="13040"/>
                    <a:pt x="17235" y="13010"/>
                    <a:pt x="17296" y="13010"/>
                  </a:cubicBezTo>
                  <a:close/>
                  <a:moveTo>
                    <a:pt x="64288" y="13131"/>
                  </a:moveTo>
                  <a:cubicBezTo>
                    <a:pt x="64318" y="13161"/>
                    <a:pt x="64348" y="13222"/>
                    <a:pt x="64379" y="13283"/>
                  </a:cubicBezTo>
                  <a:lnTo>
                    <a:pt x="64652" y="13283"/>
                  </a:lnTo>
                  <a:lnTo>
                    <a:pt x="64713" y="13253"/>
                  </a:lnTo>
                  <a:cubicBezTo>
                    <a:pt x="64763" y="13202"/>
                    <a:pt x="64823" y="13180"/>
                    <a:pt x="64881" y="13180"/>
                  </a:cubicBezTo>
                  <a:cubicBezTo>
                    <a:pt x="64929" y="13180"/>
                    <a:pt x="64976" y="13195"/>
                    <a:pt x="65017" y="13222"/>
                  </a:cubicBezTo>
                  <a:lnTo>
                    <a:pt x="65139" y="13283"/>
                  </a:lnTo>
                  <a:cubicBezTo>
                    <a:pt x="65017" y="13435"/>
                    <a:pt x="64865" y="13587"/>
                    <a:pt x="64713" y="13709"/>
                  </a:cubicBezTo>
                  <a:cubicBezTo>
                    <a:pt x="64662" y="13747"/>
                    <a:pt x="64622" y="13764"/>
                    <a:pt x="64592" y="13764"/>
                  </a:cubicBezTo>
                  <a:cubicBezTo>
                    <a:pt x="64551" y="13764"/>
                    <a:pt x="64531" y="13731"/>
                    <a:pt x="64531" y="13678"/>
                  </a:cubicBezTo>
                  <a:cubicBezTo>
                    <a:pt x="64531" y="13577"/>
                    <a:pt x="64300" y="13413"/>
                    <a:pt x="64187" y="13413"/>
                  </a:cubicBezTo>
                  <a:cubicBezTo>
                    <a:pt x="64164" y="13413"/>
                    <a:pt x="64146" y="13420"/>
                    <a:pt x="64136" y="13435"/>
                  </a:cubicBezTo>
                  <a:cubicBezTo>
                    <a:pt x="64117" y="13464"/>
                    <a:pt x="64100" y="13486"/>
                    <a:pt x="64088" y="13503"/>
                  </a:cubicBezTo>
                  <a:lnTo>
                    <a:pt x="64088" y="13503"/>
                  </a:lnTo>
                  <a:cubicBezTo>
                    <a:pt x="64114" y="13458"/>
                    <a:pt x="64166" y="13360"/>
                    <a:pt x="64166" y="13313"/>
                  </a:cubicBezTo>
                  <a:cubicBezTo>
                    <a:pt x="64136" y="13253"/>
                    <a:pt x="64136" y="13192"/>
                    <a:pt x="64136" y="13131"/>
                  </a:cubicBezTo>
                  <a:close/>
                  <a:moveTo>
                    <a:pt x="37313" y="13518"/>
                  </a:moveTo>
                  <a:cubicBezTo>
                    <a:pt x="37337" y="13518"/>
                    <a:pt x="37357" y="13562"/>
                    <a:pt x="37357" y="13587"/>
                  </a:cubicBezTo>
                  <a:cubicBezTo>
                    <a:pt x="37357" y="13617"/>
                    <a:pt x="37205" y="13678"/>
                    <a:pt x="37023" y="13709"/>
                  </a:cubicBezTo>
                  <a:lnTo>
                    <a:pt x="36871" y="13739"/>
                  </a:lnTo>
                  <a:lnTo>
                    <a:pt x="36719" y="13739"/>
                  </a:lnTo>
                  <a:cubicBezTo>
                    <a:pt x="36567" y="13739"/>
                    <a:pt x="36384" y="13769"/>
                    <a:pt x="36324" y="13769"/>
                  </a:cubicBezTo>
                  <a:lnTo>
                    <a:pt x="36202" y="13769"/>
                  </a:lnTo>
                  <a:cubicBezTo>
                    <a:pt x="36172" y="13739"/>
                    <a:pt x="36202" y="13678"/>
                    <a:pt x="36232" y="13648"/>
                  </a:cubicBezTo>
                  <a:cubicBezTo>
                    <a:pt x="36253" y="13648"/>
                    <a:pt x="36340" y="13675"/>
                    <a:pt x="36406" y="13675"/>
                  </a:cubicBezTo>
                  <a:cubicBezTo>
                    <a:pt x="36438" y="13675"/>
                    <a:pt x="36465" y="13668"/>
                    <a:pt x="36476" y="13648"/>
                  </a:cubicBezTo>
                  <a:cubicBezTo>
                    <a:pt x="36476" y="13587"/>
                    <a:pt x="36810" y="13587"/>
                    <a:pt x="36901" y="13587"/>
                  </a:cubicBezTo>
                  <a:lnTo>
                    <a:pt x="37235" y="13587"/>
                  </a:lnTo>
                  <a:lnTo>
                    <a:pt x="37266" y="13557"/>
                  </a:lnTo>
                  <a:lnTo>
                    <a:pt x="37296" y="13526"/>
                  </a:lnTo>
                  <a:cubicBezTo>
                    <a:pt x="37302" y="13520"/>
                    <a:pt x="37308" y="13518"/>
                    <a:pt x="37313" y="13518"/>
                  </a:cubicBezTo>
                  <a:close/>
                  <a:moveTo>
                    <a:pt x="45716" y="13405"/>
                  </a:moveTo>
                  <a:cubicBezTo>
                    <a:pt x="45868" y="13435"/>
                    <a:pt x="45929" y="13709"/>
                    <a:pt x="45807" y="13739"/>
                  </a:cubicBezTo>
                  <a:cubicBezTo>
                    <a:pt x="45761" y="13769"/>
                    <a:pt x="45708" y="13785"/>
                    <a:pt x="45655" y="13785"/>
                  </a:cubicBezTo>
                  <a:cubicBezTo>
                    <a:pt x="45602" y="13785"/>
                    <a:pt x="45549" y="13769"/>
                    <a:pt x="45503" y="13739"/>
                  </a:cubicBezTo>
                  <a:cubicBezTo>
                    <a:pt x="45412" y="13709"/>
                    <a:pt x="45290" y="13526"/>
                    <a:pt x="45442" y="13405"/>
                  </a:cubicBezTo>
                  <a:close/>
                  <a:moveTo>
                    <a:pt x="54895" y="13283"/>
                  </a:moveTo>
                  <a:cubicBezTo>
                    <a:pt x="54926" y="13313"/>
                    <a:pt x="54895" y="13374"/>
                    <a:pt x="54895" y="13405"/>
                  </a:cubicBezTo>
                  <a:cubicBezTo>
                    <a:pt x="54865" y="13435"/>
                    <a:pt x="54895" y="13496"/>
                    <a:pt x="54987" y="13526"/>
                  </a:cubicBezTo>
                  <a:lnTo>
                    <a:pt x="55078" y="13587"/>
                  </a:lnTo>
                  <a:cubicBezTo>
                    <a:pt x="55108" y="13617"/>
                    <a:pt x="55230" y="13709"/>
                    <a:pt x="55108" y="13769"/>
                  </a:cubicBezTo>
                  <a:lnTo>
                    <a:pt x="55017" y="13830"/>
                  </a:lnTo>
                  <a:cubicBezTo>
                    <a:pt x="54956" y="13769"/>
                    <a:pt x="54895" y="13678"/>
                    <a:pt x="54835" y="13587"/>
                  </a:cubicBezTo>
                  <a:lnTo>
                    <a:pt x="54804" y="13526"/>
                  </a:lnTo>
                  <a:cubicBezTo>
                    <a:pt x="54652" y="13405"/>
                    <a:pt x="54652" y="13344"/>
                    <a:pt x="54865" y="13283"/>
                  </a:cubicBezTo>
                  <a:close/>
                  <a:moveTo>
                    <a:pt x="68634" y="12979"/>
                  </a:moveTo>
                  <a:cubicBezTo>
                    <a:pt x="69090" y="13040"/>
                    <a:pt x="69516" y="13070"/>
                    <a:pt x="69546" y="13070"/>
                  </a:cubicBezTo>
                  <a:lnTo>
                    <a:pt x="69576" y="13070"/>
                  </a:lnTo>
                  <a:cubicBezTo>
                    <a:pt x="69615" y="13045"/>
                    <a:pt x="69648" y="13035"/>
                    <a:pt x="69678" y="13035"/>
                  </a:cubicBezTo>
                  <a:cubicBezTo>
                    <a:pt x="69719" y="13035"/>
                    <a:pt x="69754" y="13053"/>
                    <a:pt x="69789" y="13070"/>
                  </a:cubicBezTo>
                  <a:cubicBezTo>
                    <a:pt x="69941" y="13131"/>
                    <a:pt x="69728" y="13222"/>
                    <a:pt x="69789" y="13253"/>
                  </a:cubicBezTo>
                  <a:lnTo>
                    <a:pt x="69850" y="13313"/>
                  </a:lnTo>
                  <a:cubicBezTo>
                    <a:pt x="69911" y="13374"/>
                    <a:pt x="69880" y="13435"/>
                    <a:pt x="69820" y="13435"/>
                  </a:cubicBezTo>
                  <a:lnTo>
                    <a:pt x="69850" y="13435"/>
                  </a:lnTo>
                  <a:cubicBezTo>
                    <a:pt x="69759" y="13435"/>
                    <a:pt x="69759" y="13769"/>
                    <a:pt x="69728" y="13830"/>
                  </a:cubicBezTo>
                  <a:cubicBezTo>
                    <a:pt x="69724" y="13834"/>
                    <a:pt x="69717" y="13836"/>
                    <a:pt x="69707" y="13836"/>
                  </a:cubicBezTo>
                  <a:cubicBezTo>
                    <a:pt x="69643" y="13836"/>
                    <a:pt x="69461" y="13753"/>
                    <a:pt x="69303" y="13648"/>
                  </a:cubicBezTo>
                  <a:lnTo>
                    <a:pt x="69121" y="13496"/>
                  </a:lnTo>
                  <a:lnTo>
                    <a:pt x="68969" y="13374"/>
                  </a:lnTo>
                  <a:cubicBezTo>
                    <a:pt x="68896" y="13287"/>
                    <a:pt x="68830" y="13249"/>
                    <a:pt x="68782" y="13249"/>
                  </a:cubicBezTo>
                  <a:cubicBezTo>
                    <a:pt x="68728" y="13249"/>
                    <a:pt x="68695" y="13295"/>
                    <a:pt x="68695" y="13374"/>
                  </a:cubicBezTo>
                  <a:lnTo>
                    <a:pt x="68421" y="13344"/>
                  </a:lnTo>
                  <a:lnTo>
                    <a:pt x="68391" y="13344"/>
                  </a:lnTo>
                  <a:cubicBezTo>
                    <a:pt x="68269" y="13405"/>
                    <a:pt x="68117" y="13465"/>
                    <a:pt x="67965" y="13526"/>
                  </a:cubicBezTo>
                  <a:lnTo>
                    <a:pt x="67874" y="13496"/>
                  </a:lnTo>
                  <a:lnTo>
                    <a:pt x="67783" y="13465"/>
                  </a:lnTo>
                  <a:cubicBezTo>
                    <a:pt x="67662" y="13435"/>
                    <a:pt x="67540" y="13435"/>
                    <a:pt x="67418" y="13405"/>
                  </a:cubicBezTo>
                  <a:lnTo>
                    <a:pt x="67236" y="13405"/>
                  </a:lnTo>
                  <a:cubicBezTo>
                    <a:pt x="67212" y="13419"/>
                    <a:pt x="67193" y="13425"/>
                    <a:pt x="67178" y="13425"/>
                  </a:cubicBezTo>
                  <a:cubicBezTo>
                    <a:pt x="67094" y="13425"/>
                    <a:pt x="67124" y="13243"/>
                    <a:pt x="67175" y="13192"/>
                  </a:cubicBezTo>
                  <a:cubicBezTo>
                    <a:pt x="67188" y="13166"/>
                    <a:pt x="67223" y="13157"/>
                    <a:pt x="67261" y="13157"/>
                  </a:cubicBezTo>
                  <a:cubicBezTo>
                    <a:pt x="67312" y="13157"/>
                    <a:pt x="67370" y="13174"/>
                    <a:pt x="67388" y="13192"/>
                  </a:cubicBezTo>
                  <a:cubicBezTo>
                    <a:pt x="67391" y="13195"/>
                    <a:pt x="67396" y="13197"/>
                    <a:pt x="67403" y="13197"/>
                  </a:cubicBezTo>
                  <a:cubicBezTo>
                    <a:pt x="67456" y="13197"/>
                    <a:pt x="67607" y="13094"/>
                    <a:pt x="67662" y="13040"/>
                  </a:cubicBezTo>
                  <a:cubicBezTo>
                    <a:pt x="67677" y="13032"/>
                    <a:pt x="67698" y="13028"/>
                    <a:pt x="67723" y="13028"/>
                  </a:cubicBezTo>
                  <a:cubicBezTo>
                    <a:pt x="67798" y="13028"/>
                    <a:pt x="67912" y="13063"/>
                    <a:pt x="68026" y="13131"/>
                  </a:cubicBezTo>
                  <a:lnTo>
                    <a:pt x="68209" y="13101"/>
                  </a:lnTo>
                  <a:lnTo>
                    <a:pt x="68634" y="12979"/>
                  </a:lnTo>
                  <a:close/>
                  <a:moveTo>
                    <a:pt x="42737" y="13526"/>
                  </a:moveTo>
                  <a:cubicBezTo>
                    <a:pt x="42798" y="13526"/>
                    <a:pt x="43011" y="13709"/>
                    <a:pt x="43011" y="13769"/>
                  </a:cubicBezTo>
                  <a:cubicBezTo>
                    <a:pt x="43011" y="13830"/>
                    <a:pt x="42919" y="13861"/>
                    <a:pt x="42798" y="13861"/>
                  </a:cubicBezTo>
                  <a:lnTo>
                    <a:pt x="42737" y="13830"/>
                  </a:lnTo>
                  <a:lnTo>
                    <a:pt x="42646" y="13769"/>
                  </a:lnTo>
                  <a:cubicBezTo>
                    <a:pt x="42615" y="13648"/>
                    <a:pt x="42646" y="13557"/>
                    <a:pt x="42737" y="13557"/>
                  </a:cubicBezTo>
                  <a:lnTo>
                    <a:pt x="42737" y="13526"/>
                  </a:lnTo>
                  <a:close/>
                  <a:moveTo>
                    <a:pt x="43658" y="13514"/>
                  </a:moveTo>
                  <a:cubicBezTo>
                    <a:pt x="43728" y="13514"/>
                    <a:pt x="43771" y="13529"/>
                    <a:pt x="43771" y="13557"/>
                  </a:cubicBezTo>
                  <a:lnTo>
                    <a:pt x="43771" y="13678"/>
                  </a:lnTo>
                  <a:cubicBezTo>
                    <a:pt x="43771" y="13769"/>
                    <a:pt x="43710" y="13830"/>
                    <a:pt x="43649" y="13861"/>
                  </a:cubicBezTo>
                  <a:lnTo>
                    <a:pt x="43619" y="13861"/>
                  </a:lnTo>
                  <a:cubicBezTo>
                    <a:pt x="43193" y="13769"/>
                    <a:pt x="43102" y="13709"/>
                    <a:pt x="43163" y="13678"/>
                  </a:cubicBezTo>
                  <a:lnTo>
                    <a:pt x="43315" y="13587"/>
                  </a:lnTo>
                  <a:cubicBezTo>
                    <a:pt x="43448" y="13537"/>
                    <a:pt x="43573" y="13514"/>
                    <a:pt x="43658" y="13514"/>
                  </a:cubicBezTo>
                  <a:close/>
                  <a:moveTo>
                    <a:pt x="23894" y="13214"/>
                  </a:moveTo>
                  <a:cubicBezTo>
                    <a:pt x="23911" y="13214"/>
                    <a:pt x="23930" y="13217"/>
                    <a:pt x="23953" y="13222"/>
                  </a:cubicBezTo>
                  <a:cubicBezTo>
                    <a:pt x="23983" y="13222"/>
                    <a:pt x="24013" y="13313"/>
                    <a:pt x="24013" y="13344"/>
                  </a:cubicBezTo>
                  <a:cubicBezTo>
                    <a:pt x="24013" y="13344"/>
                    <a:pt x="23922" y="13374"/>
                    <a:pt x="23922" y="13405"/>
                  </a:cubicBezTo>
                  <a:lnTo>
                    <a:pt x="23892" y="13496"/>
                  </a:lnTo>
                  <a:cubicBezTo>
                    <a:pt x="24044" y="13557"/>
                    <a:pt x="24135" y="13648"/>
                    <a:pt x="24044" y="13678"/>
                  </a:cubicBezTo>
                  <a:lnTo>
                    <a:pt x="23953" y="13678"/>
                  </a:lnTo>
                  <a:cubicBezTo>
                    <a:pt x="23892" y="13678"/>
                    <a:pt x="23801" y="13557"/>
                    <a:pt x="23801" y="13526"/>
                  </a:cubicBezTo>
                  <a:cubicBezTo>
                    <a:pt x="23770" y="13465"/>
                    <a:pt x="23770" y="13435"/>
                    <a:pt x="23740" y="13435"/>
                  </a:cubicBezTo>
                  <a:cubicBezTo>
                    <a:pt x="23709" y="13557"/>
                    <a:pt x="23709" y="13678"/>
                    <a:pt x="23709" y="13800"/>
                  </a:cubicBezTo>
                  <a:cubicBezTo>
                    <a:pt x="23709" y="13861"/>
                    <a:pt x="23664" y="13876"/>
                    <a:pt x="23607" y="13876"/>
                  </a:cubicBezTo>
                  <a:cubicBezTo>
                    <a:pt x="23550" y="13876"/>
                    <a:pt x="23481" y="13861"/>
                    <a:pt x="23436" y="13861"/>
                  </a:cubicBezTo>
                  <a:cubicBezTo>
                    <a:pt x="23345" y="13861"/>
                    <a:pt x="23405" y="13800"/>
                    <a:pt x="23618" y="13769"/>
                  </a:cubicBezTo>
                  <a:lnTo>
                    <a:pt x="23466" y="13648"/>
                  </a:lnTo>
                  <a:cubicBezTo>
                    <a:pt x="23375" y="13557"/>
                    <a:pt x="23497" y="13496"/>
                    <a:pt x="23466" y="13435"/>
                  </a:cubicBezTo>
                  <a:lnTo>
                    <a:pt x="23375" y="13283"/>
                  </a:lnTo>
                  <a:cubicBezTo>
                    <a:pt x="23421" y="13237"/>
                    <a:pt x="23474" y="13215"/>
                    <a:pt x="23527" y="13215"/>
                  </a:cubicBezTo>
                  <a:cubicBezTo>
                    <a:pt x="23580" y="13215"/>
                    <a:pt x="23633" y="13237"/>
                    <a:pt x="23679" y="13283"/>
                  </a:cubicBezTo>
                  <a:cubicBezTo>
                    <a:pt x="23700" y="13305"/>
                    <a:pt x="23737" y="13326"/>
                    <a:pt x="23768" y="13326"/>
                  </a:cubicBezTo>
                  <a:cubicBezTo>
                    <a:pt x="23780" y="13326"/>
                    <a:pt x="23792" y="13322"/>
                    <a:pt x="23801" y="13313"/>
                  </a:cubicBezTo>
                  <a:cubicBezTo>
                    <a:pt x="23801" y="13264"/>
                    <a:pt x="23821" y="13214"/>
                    <a:pt x="23894" y="13214"/>
                  </a:cubicBezTo>
                  <a:close/>
                  <a:moveTo>
                    <a:pt x="11458" y="13515"/>
                  </a:moveTo>
                  <a:cubicBezTo>
                    <a:pt x="11477" y="13515"/>
                    <a:pt x="11498" y="13519"/>
                    <a:pt x="11521" y="13526"/>
                  </a:cubicBezTo>
                  <a:cubicBezTo>
                    <a:pt x="11551" y="13526"/>
                    <a:pt x="11551" y="13557"/>
                    <a:pt x="11551" y="13617"/>
                  </a:cubicBezTo>
                  <a:cubicBezTo>
                    <a:pt x="11581" y="13709"/>
                    <a:pt x="11581" y="13769"/>
                    <a:pt x="11460" y="13769"/>
                  </a:cubicBezTo>
                  <a:cubicBezTo>
                    <a:pt x="11369" y="13800"/>
                    <a:pt x="11308" y="13830"/>
                    <a:pt x="11247" y="13861"/>
                  </a:cubicBezTo>
                  <a:lnTo>
                    <a:pt x="11126" y="13891"/>
                  </a:lnTo>
                  <a:cubicBezTo>
                    <a:pt x="11106" y="13894"/>
                    <a:pt x="11089" y="13896"/>
                    <a:pt x="11072" y="13896"/>
                  </a:cubicBezTo>
                  <a:cubicBezTo>
                    <a:pt x="10932" y="13896"/>
                    <a:pt x="10889" y="13784"/>
                    <a:pt x="10943" y="13648"/>
                  </a:cubicBezTo>
                  <a:lnTo>
                    <a:pt x="10943" y="13648"/>
                  </a:lnTo>
                  <a:lnTo>
                    <a:pt x="11186" y="13678"/>
                  </a:lnTo>
                  <a:cubicBezTo>
                    <a:pt x="11247" y="13678"/>
                    <a:pt x="11308" y="13678"/>
                    <a:pt x="11369" y="13617"/>
                  </a:cubicBezTo>
                  <a:cubicBezTo>
                    <a:pt x="11369" y="13549"/>
                    <a:pt x="11403" y="13515"/>
                    <a:pt x="11458" y="13515"/>
                  </a:cubicBezTo>
                  <a:close/>
                  <a:moveTo>
                    <a:pt x="55716" y="13587"/>
                  </a:moveTo>
                  <a:lnTo>
                    <a:pt x="55959" y="13648"/>
                  </a:lnTo>
                  <a:cubicBezTo>
                    <a:pt x="55971" y="13654"/>
                    <a:pt x="55985" y="13656"/>
                    <a:pt x="55999" y="13656"/>
                  </a:cubicBezTo>
                  <a:cubicBezTo>
                    <a:pt x="56056" y="13656"/>
                    <a:pt x="56129" y="13617"/>
                    <a:pt x="56202" y="13617"/>
                  </a:cubicBezTo>
                  <a:lnTo>
                    <a:pt x="56294" y="13617"/>
                  </a:lnTo>
                  <a:cubicBezTo>
                    <a:pt x="56334" y="13617"/>
                    <a:pt x="56442" y="13604"/>
                    <a:pt x="56528" y="13604"/>
                  </a:cubicBezTo>
                  <a:cubicBezTo>
                    <a:pt x="56570" y="13604"/>
                    <a:pt x="56608" y="13607"/>
                    <a:pt x="56628" y="13617"/>
                  </a:cubicBezTo>
                  <a:cubicBezTo>
                    <a:pt x="56658" y="13648"/>
                    <a:pt x="56871" y="13800"/>
                    <a:pt x="56810" y="13830"/>
                  </a:cubicBezTo>
                  <a:cubicBezTo>
                    <a:pt x="56802" y="13847"/>
                    <a:pt x="56789" y="13855"/>
                    <a:pt x="56772" y="13855"/>
                  </a:cubicBezTo>
                  <a:cubicBezTo>
                    <a:pt x="56729" y="13855"/>
                    <a:pt x="56663" y="13805"/>
                    <a:pt x="56598" y="13739"/>
                  </a:cubicBezTo>
                  <a:lnTo>
                    <a:pt x="56385" y="13861"/>
                  </a:lnTo>
                  <a:lnTo>
                    <a:pt x="56202" y="13921"/>
                  </a:lnTo>
                  <a:cubicBezTo>
                    <a:pt x="55868" y="13891"/>
                    <a:pt x="55655" y="13739"/>
                    <a:pt x="55716" y="13587"/>
                  </a:cubicBezTo>
                  <a:close/>
                  <a:moveTo>
                    <a:pt x="57848" y="13412"/>
                  </a:moveTo>
                  <a:cubicBezTo>
                    <a:pt x="57905" y="13412"/>
                    <a:pt x="57965" y="13420"/>
                    <a:pt x="57996" y="13435"/>
                  </a:cubicBezTo>
                  <a:cubicBezTo>
                    <a:pt x="58087" y="13465"/>
                    <a:pt x="58208" y="13496"/>
                    <a:pt x="58300" y="13496"/>
                  </a:cubicBezTo>
                  <a:cubicBezTo>
                    <a:pt x="58349" y="13471"/>
                    <a:pt x="58537" y="13427"/>
                    <a:pt x="58640" y="13427"/>
                  </a:cubicBezTo>
                  <a:cubicBezTo>
                    <a:pt x="58664" y="13427"/>
                    <a:pt x="58683" y="13429"/>
                    <a:pt x="58695" y="13435"/>
                  </a:cubicBezTo>
                  <a:cubicBezTo>
                    <a:pt x="58725" y="13496"/>
                    <a:pt x="58512" y="13617"/>
                    <a:pt x="58208" y="13739"/>
                  </a:cubicBezTo>
                  <a:lnTo>
                    <a:pt x="58056" y="13617"/>
                  </a:lnTo>
                  <a:lnTo>
                    <a:pt x="58026" y="13617"/>
                  </a:lnTo>
                  <a:cubicBezTo>
                    <a:pt x="58026" y="13596"/>
                    <a:pt x="57996" y="13574"/>
                    <a:pt x="57946" y="13574"/>
                  </a:cubicBezTo>
                  <a:cubicBezTo>
                    <a:pt x="57925" y="13574"/>
                    <a:pt x="57901" y="13578"/>
                    <a:pt x="57874" y="13587"/>
                  </a:cubicBezTo>
                  <a:cubicBezTo>
                    <a:pt x="57753" y="13678"/>
                    <a:pt x="57661" y="13800"/>
                    <a:pt x="57601" y="13921"/>
                  </a:cubicBezTo>
                  <a:lnTo>
                    <a:pt x="57479" y="13921"/>
                  </a:lnTo>
                  <a:cubicBezTo>
                    <a:pt x="57418" y="13921"/>
                    <a:pt x="57388" y="13830"/>
                    <a:pt x="57388" y="13769"/>
                  </a:cubicBezTo>
                  <a:cubicBezTo>
                    <a:pt x="57418" y="13739"/>
                    <a:pt x="57236" y="13739"/>
                    <a:pt x="57175" y="13739"/>
                  </a:cubicBezTo>
                  <a:cubicBezTo>
                    <a:pt x="57114" y="13739"/>
                    <a:pt x="57053" y="13709"/>
                    <a:pt x="57053" y="13709"/>
                  </a:cubicBezTo>
                  <a:cubicBezTo>
                    <a:pt x="57114" y="13648"/>
                    <a:pt x="57175" y="13557"/>
                    <a:pt x="57266" y="13496"/>
                  </a:cubicBezTo>
                  <a:cubicBezTo>
                    <a:pt x="57278" y="13490"/>
                    <a:pt x="57293" y="13488"/>
                    <a:pt x="57310" y="13488"/>
                  </a:cubicBezTo>
                  <a:cubicBezTo>
                    <a:pt x="57382" y="13488"/>
                    <a:pt x="57491" y="13532"/>
                    <a:pt x="57540" y="13557"/>
                  </a:cubicBezTo>
                  <a:cubicBezTo>
                    <a:pt x="57544" y="13561"/>
                    <a:pt x="57550" y="13563"/>
                    <a:pt x="57557" y="13563"/>
                  </a:cubicBezTo>
                  <a:cubicBezTo>
                    <a:pt x="57602" y="13563"/>
                    <a:pt x="57696" y="13488"/>
                    <a:pt x="57722" y="13435"/>
                  </a:cubicBezTo>
                  <a:cubicBezTo>
                    <a:pt x="57737" y="13420"/>
                    <a:pt x="57791" y="13412"/>
                    <a:pt x="57848" y="13412"/>
                  </a:cubicBezTo>
                  <a:close/>
                  <a:moveTo>
                    <a:pt x="59819" y="13526"/>
                  </a:moveTo>
                  <a:cubicBezTo>
                    <a:pt x="59880" y="13526"/>
                    <a:pt x="60063" y="13617"/>
                    <a:pt x="60032" y="13617"/>
                  </a:cubicBezTo>
                  <a:cubicBezTo>
                    <a:pt x="60032" y="13648"/>
                    <a:pt x="60063" y="13678"/>
                    <a:pt x="60154" y="13678"/>
                  </a:cubicBezTo>
                  <a:lnTo>
                    <a:pt x="60215" y="13739"/>
                  </a:lnTo>
                  <a:cubicBezTo>
                    <a:pt x="60275" y="13800"/>
                    <a:pt x="60519" y="13769"/>
                    <a:pt x="60397" y="13891"/>
                  </a:cubicBezTo>
                  <a:cubicBezTo>
                    <a:pt x="60336" y="13921"/>
                    <a:pt x="60275" y="13937"/>
                    <a:pt x="60215" y="13937"/>
                  </a:cubicBezTo>
                  <a:cubicBezTo>
                    <a:pt x="60154" y="13937"/>
                    <a:pt x="60093" y="13921"/>
                    <a:pt x="60032" y="13891"/>
                  </a:cubicBezTo>
                  <a:lnTo>
                    <a:pt x="59911" y="13800"/>
                  </a:lnTo>
                  <a:cubicBezTo>
                    <a:pt x="59759" y="13648"/>
                    <a:pt x="59728" y="13526"/>
                    <a:pt x="59819" y="13526"/>
                  </a:cubicBezTo>
                  <a:close/>
                  <a:moveTo>
                    <a:pt x="41743" y="13044"/>
                  </a:moveTo>
                  <a:cubicBezTo>
                    <a:pt x="41801" y="13044"/>
                    <a:pt x="41865" y="13080"/>
                    <a:pt x="41886" y="13101"/>
                  </a:cubicBezTo>
                  <a:cubicBezTo>
                    <a:pt x="41916" y="13131"/>
                    <a:pt x="41856" y="13253"/>
                    <a:pt x="41795" y="13313"/>
                  </a:cubicBezTo>
                  <a:cubicBezTo>
                    <a:pt x="41734" y="13344"/>
                    <a:pt x="41795" y="13435"/>
                    <a:pt x="41886" y="13496"/>
                  </a:cubicBezTo>
                  <a:lnTo>
                    <a:pt x="42068" y="13496"/>
                  </a:lnTo>
                  <a:cubicBezTo>
                    <a:pt x="42099" y="13481"/>
                    <a:pt x="42152" y="13473"/>
                    <a:pt x="42198" y="13473"/>
                  </a:cubicBezTo>
                  <a:cubicBezTo>
                    <a:pt x="42243" y="13473"/>
                    <a:pt x="42281" y="13481"/>
                    <a:pt x="42281" y="13496"/>
                  </a:cubicBezTo>
                  <a:lnTo>
                    <a:pt x="42342" y="13587"/>
                  </a:lnTo>
                  <a:cubicBezTo>
                    <a:pt x="42433" y="13617"/>
                    <a:pt x="42433" y="13678"/>
                    <a:pt x="42342" y="13678"/>
                  </a:cubicBezTo>
                  <a:lnTo>
                    <a:pt x="42160" y="13678"/>
                  </a:lnTo>
                  <a:cubicBezTo>
                    <a:pt x="42068" y="13709"/>
                    <a:pt x="42008" y="13830"/>
                    <a:pt x="42038" y="13921"/>
                  </a:cubicBezTo>
                  <a:lnTo>
                    <a:pt x="41886" y="13921"/>
                  </a:lnTo>
                  <a:cubicBezTo>
                    <a:pt x="41734" y="13921"/>
                    <a:pt x="41825" y="13800"/>
                    <a:pt x="41795" y="13739"/>
                  </a:cubicBezTo>
                  <a:cubicBezTo>
                    <a:pt x="41704" y="13709"/>
                    <a:pt x="41612" y="13678"/>
                    <a:pt x="41521" y="13678"/>
                  </a:cubicBezTo>
                  <a:cubicBezTo>
                    <a:pt x="41460" y="13678"/>
                    <a:pt x="41400" y="13709"/>
                    <a:pt x="41400" y="13739"/>
                  </a:cubicBezTo>
                  <a:lnTo>
                    <a:pt x="41460" y="13739"/>
                  </a:lnTo>
                  <a:lnTo>
                    <a:pt x="41460" y="13769"/>
                  </a:lnTo>
                  <a:cubicBezTo>
                    <a:pt x="41491" y="13830"/>
                    <a:pt x="41460" y="13891"/>
                    <a:pt x="41400" y="13891"/>
                  </a:cubicBezTo>
                  <a:lnTo>
                    <a:pt x="41339" y="13891"/>
                  </a:lnTo>
                  <a:cubicBezTo>
                    <a:pt x="41217" y="13891"/>
                    <a:pt x="41126" y="13830"/>
                    <a:pt x="41035" y="13830"/>
                  </a:cubicBezTo>
                  <a:cubicBezTo>
                    <a:pt x="40974" y="13830"/>
                    <a:pt x="40913" y="13861"/>
                    <a:pt x="40913" y="13921"/>
                  </a:cubicBezTo>
                  <a:cubicBezTo>
                    <a:pt x="40894" y="13979"/>
                    <a:pt x="40850" y="14000"/>
                    <a:pt x="40805" y="14000"/>
                  </a:cubicBezTo>
                  <a:cubicBezTo>
                    <a:pt x="40780" y="14000"/>
                    <a:pt x="40753" y="13993"/>
                    <a:pt x="40731" y="13982"/>
                  </a:cubicBezTo>
                  <a:lnTo>
                    <a:pt x="40701" y="13952"/>
                  </a:lnTo>
                  <a:cubicBezTo>
                    <a:pt x="40701" y="13921"/>
                    <a:pt x="40594" y="13906"/>
                    <a:pt x="40427" y="13906"/>
                  </a:cubicBezTo>
                  <a:cubicBezTo>
                    <a:pt x="40424" y="13906"/>
                    <a:pt x="40420" y="13906"/>
                    <a:pt x="40417" y="13906"/>
                  </a:cubicBezTo>
                  <a:lnTo>
                    <a:pt x="40417" y="13906"/>
                  </a:lnTo>
                  <a:lnTo>
                    <a:pt x="40397" y="13921"/>
                  </a:lnTo>
                  <a:cubicBezTo>
                    <a:pt x="40376" y="13917"/>
                    <a:pt x="40356" y="13913"/>
                    <a:pt x="40335" y="13908"/>
                  </a:cubicBezTo>
                  <a:lnTo>
                    <a:pt x="40335" y="13908"/>
                  </a:lnTo>
                  <a:cubicBezTo>
                    <a:pt x="40181" y="13912"/>
                    <a:pt x="39990" y="13927"/>
                    <a:pt x="39789" y="13952"/>
                  </a:cubicBezTo>
                  <a:lnTo>
                    <a:pt x="39667" y="13921"/>
                  </a:lnTo>
                  <a:lnTo>
                    <a:pt x="39454" y="13861"/>
                  </a:lnTo>
                  <a:cubicBezTo>
                    <a:pt x="39439" y="13921"/>
                    <a:pt x="39409" y="13952"/>
                    <a:pt x="39371" y="13952"/>
                  </a:cubicBezTo>
                  <a:cubicBezTo>
                    <a:pt x="39333" y="13952"/>
                    <a:pt x="39287" y="13921"/>
                    <a:pt x="39242" y="13861"/>
                  </a:cubicBezTo>
                  <a:lnTo>
                    <a:pt x="39150" y="13800"/>
                  </a:lnTo>
                  <a:lnTo>
                    <a:pt x="38998" y="13709"/>
                  </a:lnTo>
                  <a:cubicBezTo>
                    <a:pt x="39029" y="13617"/>
                    <a:pt x="39059" y="13526"/>
                    <a:pt x="39090" y="13435"/>
                  </a:cubicBezTo>
                  <a:lnTo>
                    <a:pt x="39181" y="13435"/>
                  </a:lnTo>
                  <a:cubicBezTo>
                    <a:pt x="39242" y="13496"/>
                    <a:pt x="39333" y="13587"/>
                    <a:pt x="39394" y="13678"/>
                  </a:cubicBezTo>
                  <a:lnTo>
                    <a:pt x="39576" y="13587"/>
                  </a:lnTo>
                  <a:lnTo>
                    <a:pt x="39637" y="13587"/>
                  </a:lnTo>
                  <a:cubicBezTo>
                    <a:pt x="39653" y="13590"/>
                    <a:pt x="39668" y="13592"/>
                    <a:pt x="39682" y="13592"/>
                  </a:cubicBezTo>
                  <a:cubicBezTo>
                    <a:pt x="39795" y="13592"/>
                    <a:pt x="39816" y="13489"/>
                    <a:pt x="39789" y="13435"/>
                  </a:cubicBezTo>
                  <a:cubicBezTo>
                    <a:pt x="39746" y="13414"/>
                    <a:pt x="39703" y="13392"/>
                    <a:pt x="39670" y="13392"/>
                  </a:cubicBezTo>
                  <a:cubicBezTo>
                    <a:pt x="39657" y="13392"/>
                    <a:pt x="39646" y="13396"/>
                    <a:pt x="39637" y="13405"/>
                  </a:cubicBezTo>
                  <a:lnTo>
                    <a:pt x="39576" y="13405"/>
                  </a:lnTo>
                  <a:cubicBezTo>
                    <a:pt x="39515" y="13405"/>
                    <a:pt x="39485" y="13405"/>
                    <a:pt x="39454" y="13344"/>
                  </a:cubicBezTo>
                  <a:cubicBezTo>
                    <a:pt x="39454" y="13313"/>
                    <a:pt x="39485" y="13253"/>
                    <a:pt x="39515" y="13253"/>
                  </a:cubicBezTo>
                  <a:lnTo>
                    <a:pt x="39637" y="13253"/>
                  </a:lnTo>
                  <a:cubicBezTo>
                    <a:pt x="39700" y="13240"/>
                    <a:pt x="39757" y="13233"/>
                    <a:pt x="39812" y="13233"/>
                  </a:cubicBezTo>
                  <a:cubicBezTo>
                    <a:pt x="39889" y="13233"/>
                    <a:pt x="39961" y="13247"/>
                    <a:pt x="40032" y="13283"/>
                  </a:cubicBezTo>
                  <a:lnTo>
                    <a:pt x="40032" y="13374"/>
                  </a:lnTo>
                  <a:cubicBezTo>
                    <a:pt x="40001" y="13496"/>
                    <a:pt x="40123" y="13648"/>
                    <a:pt x="40184" y="13678"/>
                  </a:cubicBezTo>
                  <a:cubicBezTo>
                    <a:pt x="40336" y="13678"/>
                    <a:pt x="40488" y="13648"/>
                    <a:pt x="40640" y="13587"/>
                  </a:cubicBezTo>
                  <a:cubicBezTo>
                    <a:pt x="40668" y="13568"/>
                    <a:pt x="40688" y="13561"/>
                    <a:pt x="40701" y="13561"/>
                  </a:cubicBezTo>
                  <a:cubicBezTo>
                    <a:pt x="40731" y="13561"/>
                    <a:pt x="40731" y="13596"/>
                    <a:pt x="40731" y="13617"/>
                  </a:cubicBezTo>
                  <a:cubicBezTo>
                    <a:pt x="40688" y="13661"/>
                    <a:pt x="40660" y="13704"/>
                    <a:pt x="40625" y="13737"/>
                  </a:cubicBezTo>
                  <a:lnTo>
                    <a:pt x="40625" y="13737"/>
                  </a:lnTo>
                  <a:cubicBezTo>
                    <a:pt x="40550" y="13728"/>
                    <a:pt x="40473" y="13724"/>
                    <a:pt x="40397" y="13724"/>
                  </a:cubicBezTo>
                  <a:cubicBezTo>
                    <a:pt x="40252" y="13724"/>
                    <a:pt x="40108" y="13739"/>
                    <a:pt x="39971" y="13769"/>
                  </a:cubicBezTo>
                  <a:cubicBezTo>
                    <a:pt x="40076" y="13822"/>
                    <a:pt x="40204" y="13875"/>
                    <a:pt x="40335" y="13908"/>
                  </a:cubicBezTo>
                  <a:lnTo>
                    <a:pt x="40335" y="13908"/>
                  </a:lnTo>
                  <a:cubicBezTo>
                    <a:pt x="40364" y="13907"/>
                    <a:pt x="40391" y="13906"/>
                    <a:pt x="40417" y="13906"/>
                  </a:cubicBezTo>
                  <a:lnTo>
                    <a:pt x="40417" y="13906"/>
                  </a:lnTo>
                  <a:lnTo>
                    <a:pt x="40518" y="13830"/>
                  </a:lnTo>
                  <a:lnTo>
                    <a:pt x="40579" y="13769"/>
                  </a:lnTo>
                  <a:cubicBezTo>
                    <a:pt x="40596" y="13761"/>
                    <a:pt x="40611" y="13750"/>
                    <a:pt x="40625" y="13737"/>
                  </a:cubicBezTo>
                  <a:lnTo>
                    <a:pt x="40625" y="13737"/>
                  </a:lnTo>
                  <a:cubicBezTo>
                    <a:pt x="40692" y="13744"/>
                    <a:pt x="40758" y="13755"/>
                    <a:pt x="40822" y="13769"/>
                  </a:cubicBezTo>
                  <a:lnTo>
                    <a:pt x="40822" y="13739"/>
                  </a:lnTo>
                  <a:cubicBezTo>
                    <a:pt x="40883" y="13587"/>
                    <a:pt x="40974" y="13557"/>
                    <a:pt x="41126" y="13557"/>
                  </a:cubicBezTo>
                  <a:lnTo>
                    <a:pt x="41156" y="13557"/>
                  </a:lnTo>
                  <a:cubicBezTo>
                    <a:pt x="41174" y="13548"/>
                    <a:pt x="41195" y="13544"/>
                    <a:pt x="41215" y="13544"/>
                  </a:cubicBezTo>
                  <a:cubicBezTo>
                    <a:pt x="41265" y="13544"/>
                    <a:pt x="41317" y="13566"/>
                    <a:pt x="41339" y="13587"/>
                  </a:cubicBezTo>
                  <a:cubicBezTo>
                    <a:pt x="41342" y="13590"/>
                    <a:pt x="41347" y="13592"/>
                    <a:pt x="41354" y="13592"/>
                  </a:cubicBezTo>
                  <a:cubicBezTo>
                    <a:pt x="41408" y="13592"/>
                    <a:pt x="41558" y="13492"/>
                    <a:pt x="41612" y="13465"/>
                  </a:cubicBezTo>
                  <a:cubicBezTo>
                    <a:pt x="41673" y="13435"/>
                    <a:pt x="41612" y="13131"/>
                    <a:pt x="41673" y="13070"/>
                  </a:cubicBezTo>
                  <a:cubicBezTo>
                    <a:pt x="41692" y="13051"/>
                    <a:pt x="41717" y="13044"/>
                    <a:pt x="41743" y="13044"/>
                  </a:cubicBezTo>
                  <a:close/>
                  <a:moveTo>
                    <a:pt x="65716" y="13830"/>
                  </a:moveTo>
                  <a:cubicBezTo>
                    <a:pt x="65777" y="13830"/>
                    <a:pt x="65868" y="13830"/>
                    <a:pt x="65899" y="13891"/>
                  </a:cubicBezTo>
                  <a:cubicBezTo>
                    <a:pt x="65929" y="13921"/>
                    <a:pt x="65868" y="14013"/>
                    <a:pt x="65868" y="14043"/>
                  </a:cubicBezTo>
                  <a:lnTo>
                    <a:pt x="65260" y="14043"/>
                  </a:lnTo>
                  <a:cubicBezTo>
                    <a:pt x="65108" y="14013"/>
                    <a:pt x="65048" y="13982"/>
                    <a:pt x="65169" y="13982"/>
                  </a:cubicBezTo>
                  <a:lnTo>
                    <a:pt x="65139" y="13982"/>
                  </a:lnTo>
                  <a:cubicBezTo>
                    <a:pt x="65351" y="13952"/>
                    <a:pt x="65534" y="13891"/>
                    <a:pt x="65716" y="13830"/>
                  </a:cubicBezTo>
                  <a:close/>
                  <a:moveTo>
                    <a:pt x="14375" y="13605"/>
                  </a:moveTo>
                  <a:cubicBezTo>
                    <a:pt x="14388" y="13605"/>
                    <a:pt x="14399" y="13609"/>
                    <a:pt x="14408" y="13617"/>
                  </a:cubicBezTo>
                  <a:lnTo>
                    <a:pt x="14439" y="13617"/>
                  </a:lnTo>
                  <a:cubicBezTo>
                    <a:pt x="14439" y="13709"/>
                    <a:pt x="14408" y="13800"/>
                    <a:pt x="14378" y="13891"/>
                  </a:cubicBezTo>
                  <a:cubicBezTo>
                    <a:pt x="14347" y="13952"/>
                    <a:pt x="14256" y="14073"/>
                    <a:pt x="14195" y="14073"/>
                  </a:cubicBezTo>
                  <a:cubicBezTo>
                    <a:pt x="14191" y="14076"/>
                    <a:pt x="14185" y="14077"/>
                    <a:pt x="14179" y="14077"/>
                  </a:cubicBezTo>
                  <a:cubicBezTo>
                    <a:pt x="14103" y="14077"/>
                    <a:pt x="13915" y="13921"/>
                    <a:pt x="13831" y="13921"/>
                  </a:cubicBezTo>
                  <a:cubicBezTo>
                    <a:pt x="13709" y="13921"/>
                    <a:pt x="13709" y="13891"/>
                    <a:pt x="13831" y="13861"/>
                  </a:cubicBezTo>
                  <a:lnTo>
                    <a:pt x="13922" y="13891"/>
                  </a:lnTo>
                  <a:lnTo>
                    <a:pt x="14165" y="13921"/>
                  </a:lnTo>
                  <a:cubicBezTo>
                    <a:pt x="14226" y="13830"/>
                    <a:pt x="14256" y="13739"/>
                    <a:pt x="14256" y="13648"/>
                  </a:cubicBezTo>
                  <a:lnTo>
                    <a:pt x="14287" y="13648"/>
                  </a:lnTo>
                  <a:cubicBezTo>
                    <a:pt x="14308" y="13626"/>
                    <a:pt x="14345" y="13605"/>
                    <a:pt x="14375" y="13605"/>
                  </a:cubicBezTo>
                  <a:close/>
                  <a:moveTo>
                    <a:pt x="38512" y="13344"/>
                  </a:moveTo>
                  <a:cubicBezTo>
                    <a:pt x="38573" y="13405"/>
                    <a:pt x="38664" y="13496"/>
                    <a:pt x="38694" y="13526"/>
                  </a:cubicBezTo>
                  <a:lnTo>
                    <a:pt x="38725" y="13557"/>
                  </a:lnTo>
                  <a:lnTo>
                    <a:pt x="38968" y="13739"/>
                  </a:lnTo>
                  <a:cubicBezTo>
                    <a:pt x="38846" y="13830"/>
                    <a:pt x="38755" y="13982"/>
                    <a:pt x="38786" y="14013"/>
                  </a:cubicBezTo>
                  <a:cubicBezTo>
                    <a:pt x="38786" y="14043"/>
                    <a:pt x="38755" y="14073"/>
                    <a:pt x="38694" y="14073"/>
                  </a:cubicBezTo>
                  <a:lnTo>
                    <a:pt x="38573" y="14073"/>
                  </a:lnTo>
                  <a:cubicBezTo>
                    <a:pt x="38500" y="14090"/>
                    <a:pt x="38433" y="14097"/>
                    <a:pt x="38375" y="14097"/>
                  </a:cubicBezTo>
                  <a:cubicBezTo>
                    <a:pt x="38217" y="14097"/>
                    <a:pt x="38125" y="14041"/>
                    <a:pt x="38147" y="13952"/>
                  </a:cubicBezTo>
                  <a:lnTo>
                    <a:pt x="38208" y="13891"/>
                  </a:lnTo>
                  <a:lnTo>
                    <a:pt x="38299" y="13769"/>
                  </a:lnTo>
                  <a:cubicBezTo>
                    <a:pt x="38376" y="13795"/>
                    <a:pt x="38443" y="13804"/>
                    <a:pt x="38491" y="13804"/>
                  </a:cubicBezTo>
                  <a:cubicBezTo>
                    <a:pt x="38557" y="13804"/>
                    <a:pt x="38590" y="13787"/>
                    <a:pt x="38573" y="13769"/>
                  </a:cubicBezTo>
                  <a:cubicBezTo>
                    <a:pt x="38451" y="13648"/>
                    <a:pt x="38330" y="13526"/>
                    <a:pt x="38208" y="13435"/>
                  </a:cubicBezTo>
                  <a:cubicBezTo>
                    <a:pt x="38147" y="13374"/>
                    <a:pt x="38208" y="13344"/>
                    <a:pt x="38299" y="13344"/>
                  </a:cubicBezTo>
                  <a:close/>
                  <a:moveTo>
                    <a:pt x="35928" y="13557"/>
                  </a:moveTo>
                  <a:cubicBezTo>
                    <a:pt x="35959" y="13557"/>
                    <a:pt x="36020" y="13617"/>
                    <a:pt x="36050" y="13617"/>
                  </a:cubicBezTo>
                  <a:lnTo>
                    <a:pt x="35898" y="14013"/>
                  </a:lnTo>
                  <a:lnTo>
                    <a:pt x="35868" y="14104"/>
                  </a:lnTo>
                  <a:cubicBezTo>
                    <a:pt x="35861" y="14130"/>
                    <a:pt x="35836" y="14141"/>
                    <a:pt x="35800" y="14141"/>
                  </a:cubicBezTo>
                  <a:cubicBezTo>
                    <a:pt x="35762" y="14141"/>
                    <a:pt x="35712" y="14129"/>
                    <a:pt x="35657" y="14111"/>
                  </a:cubicBezTo>
                  <a:lnTo>
                    <a:pt x="35657" y="14111"/>
                  </a:lnTo>
                  <a:cubicBezTo>
                    <a:pt x="35695" y="14081"/>
                    <a:pt x="35730" y="14032"/>
                    <a:pt x="35746" y="13982"/>
                  </a:cubicBezTo>
                  <a:lnTo>
                    <a:pt x="35776" y="13891"/>
                  </a:lnTo>
                  <a:lnTo>
                    <a:pt x="35837" y="13830"/>
                  </a:lnTo>
                  <a:cubicBezTo>
                    <a:pt x="35776" y="13769"/>
                    <a:pt x="35807" y="13678"/>
                    <a:pt x="35868" y="13617"/>
                  </a:cubicBezTo>
                  <a:lnTo>
                    <a:pt x="35928" y="13557"/>
                  </a:lnTo>
                  <a:close/>
                  <a:moveTo>
                    <a:pt x="53498" y="13885"/>
                  </a:moveTo>
                  <a:cubicBezTo>
                    <a:pt x="53509" y="13885"/>
                    <a:pt x="53519" y="13887"/>
                    <a:pt x="53528" y="13891"/>
                  </a:cubicBezTo>
                  <a:lnTo>
                    <a:pt x="53680" y="13952"/>
                  </a:lnTo>
                  <a:cubicBezTo>
                    <a:pt x="53831" y="14073"/>
                    <a:pt x="53892" y="14195"/>
                    <a:pt x="53831" y="14195"/>
                  </a:cubicBezTo>
                  <a:lnTo>
                    <a:pt x="53831" y="14165"/>
                  </a:lnTo>
                  <a:cubicBezTo>
                    <a:pt x="53771" y="14165"/>
                    <a:pt x="53680" y="14134"/>
                    <a:pt x="53710" y="14104"/>
                  </a:cubicBezTo>
                  <a:cubicBezTo>
                    <a:pt x="53710" y="14073"/>
                    <a:pt x="53649" y="14043"/>
                    <a:pt x="53558" y="14043"/>
                  </a:cubicBezTo>
                  <a:lnTo>
                    <a:pt x="53406" y="14043"/>
                  </a:lnTo>
                  <a:cubicBezTo>
                    <a:pt x="53379" y="14052"/>
                    <a:pt x="53353" y="14056"/>
                    <a:pt x="53328" y="14056"/>
                  </a:cubicBezTo>
                  <a:cubicBezTo>
                    <a:pt x="53269" y="14056"/>
                    <a:pt x="53224" y="14034"/>
                    <a:pt x="53224" y="14013"/>
                  </a:cubicBezTo>
                  <a:cubicBezTo>
                    <a:pt x="53302" y="13960"/>
                    <a:pt x="53426" y="13885"/>
                    <a:pt x="53498" y="13885"/>
                  </a:cubicBezTo>
                  <a:close/>
                  <a:moveTo>
                    <a:pt x="35427" y="14058"/>
                  </a:moveTo>
                  <a:cubicBezTo>
                    <a:pt x="35465" y="14058"/>
                    <a:pt x="35503" y="14073"/>
                    <a:pt x="35533" y="14104"/>
                  </a:cubicBezTo>
                  <a:lnTo>
                    <a:pt x="35564" y="14134"/>
                  </a:lnTo>
                  <a:cubicBezTo>
                    <a:pt x="35569" y="14137"/>
                    <a:pt x="35575" y="14139"/>
                    <a:pt x="35580" y="14139"/>
                  </a:cubicBezTo>
                  <a:lnTo>
                    <a:pt x="35580" y="14139"/>
                  </a:lnTo>
                  <a:cubicBezTo>
                    <a:pt x="35575" y="14158"/>
                    <a:pt x="35570" y="14176"/>
                    <a:pt x="35564" y="14195"/>
                  </a:cubicBezTo>
                  <a:lnTo>
                    <a:pt x="35472" y="14225"/>
                  </a:lnTo>
                  <a:cubicBezTo>
                    <a:pt x="35321" y="14225"/>
                    <a:pt x="35290" y="14195"/>
                    <a:pt x="35321" y="14104"/>
                  </a:cubicBezTo>
                  <a:cubicBezTo>
                    <a:pt x="35351" y="14073"/>
                    <a:pt x="35389" y="14058"/>
                    <a:pt x="35427" y="14058"/>
                  </a:cubicBezTo>
                  <a:close/>
                  <a:moveTo>
                    <a:pt x="35442" y="13617"/>
                  </a:moveTo>
                  <a:cubicBezTo>
                    <a:pt x="35574" y="13670"/>
                    <a:pt x="35637" y="13860"/>
                    <a:pt x="35592" y="14088"/>
                  </a:cubicBezTo>
                  <a:lnTo>
                    <a:pt x="35592" y="14088"/>
                  </a:lnTo>
                  <a:cubicBezTo>
                    <a:pt x="35473" y="14043"/>
                    <a:pt x="35348" y="13980"/>
                    <a:pt x="35290" y="13952"/>
                  </a:cubicBezTo>
                  <a:cubicBezTo>
                    <a:pt x="35194" y="13894"/>
                    <a:pt x="35122" y="13873"/>
                    <a:pt x="35082" y="13873"/>
                  </a:cubicBezTo>
                  <a:cubicBezTo>
                    <a:pt x="35059" y="13873"/>
                    <a:pt x="35047" y="13880"/>
                    <a:pt x="35047" y="13891"/>
                  </a:cubicBezTo>
                  <a:cubicBezTo>
                    <a:pt x="35108" y="13952"/>
                    <a:pt x="35290" y="14043"/>
                    <a:pt x="35169" y="14104"/>
                  </a:cubicBezTo>
                  <a:cubicBezTo>
                    <a:pt x="35144" y="14129"/>
                    <a:pt x="35121" y="14138"/>
                    <a:pt x="35099" y="14138"/>
                  </a:cubicBezTo>
                  <a:cubicBezTo>
                    <a:pt x="35042" y="14138"/>
                    <a:pt x="34992" y="14073"/>
                    <a:pt x="34925" y="14073"/>
                  </a:cubicBezTo>
                  <a:lnTo>
                    <a:pt x="34865" y="14073"/>
                  </a:lnTo>
                  <a:cubicBezTo>
                    <a:pt x="34847" y="14091"/>
                    <a:pt x="34813" y="14099"/>
                    <a:pt x="34773" y="14099"/>
                  </a:cubicBezTo>
                  <a:cubicBezTo>
                    <a:pt x="34674" y="14099"/>
                    <a:pt x="34534" y="14056"/>
                    <a:pt x="34469" y="14013"/>
                  </a:cubicBezTo>
                  <a:cubicBezTo>
                    <a:pt x="34455" y="14003"/>
                    <a:pt x="34440" y="13998"/>
                    <a:pt x="34426" y="13998"/>
                  </a:cubicBezTo>
                  <a:cubicBezTo>
                    <a:pt x="34351" y="13998"/>
                    <a:pt x="34287" y="14114"/>
                    <a:pt x="34287" y="14165"/>
                  </a:cubicBezTo>
                  <a:cubicBezTo>
                    <a:pt x="34287" y="14192"/>
                    <a:pt x="34212" y="14321"/>
                    <a:pt x="34129" y="14321"/>
                  </a:cubicBezTo>
                  <a:cubicBezTo>
                    <a:pt x="34121" y="14321"/>
                    <a:pt x="34113" y="14319"/>
                    <a:pt x="34105" y="14317"/>
                  </a:cubicBezTo>
                  <a:cubicBezTo>
                    <a:pt x="34044" y="14286"/>
                    <a:pt x="33983" y="14256"/>
                    <a:pt x="33922" y="14225"/>
                  </a:cubicBezTo>
                  <a:cubicBezTo>
                    <a:pt x="33869" y="14279"/>
                    <a:pt x="33820" y="14298"/>
                    <a:pt x="33777" y="14298"/>
                  </a:cubicBezTo>
                  <a:cubicBezTo>
                    <a:pt x="33674" y="14298"/>
                    <a:pt x="33600" y="14186"/>
                    <a:pt x="33558" y="14165"/>
                  </a:cubicBezTo>
                  <a:cubicBezTo>
                    <a:pt x="33497" y="14134"/>
                    <a:pt x="33345" y="14134"/>
                    <a:pt x="33375" y="14043"/>
                  </a:cubicBezTo>
                  <a:cubicBezTo>
                    <a:pt x="33406" y="13921"/>
                    <a:pt x="33406" y="13800"/>
                    <a:pt x="33497" y="13739"/>
                  </a:cubicBezTo>
                  <a:lnTo>
                    <a:pt x="33649" y="13648"/>
                  </a:lnTo>
                  <a:cubicBezTo>
                    <a:pt x="33770" y="13769"/>
                    <a:pt x="33831" y="13861"/>
                    <a:pt x="33740" y="13861"/>
                  </a:cubicBezTo>
                  <a:lnTo>
                    <a:pt x="33649" y="13861"/>
                  </a:lnTo>
                  <a:cubicBezTo>
                    <a:pt x="33618" y="13891"/>
                    <a:pt x="33588" y="13921"/>
                    <a:pt x="33588" y="13952"/>
                  </a:cubicBezTo>
                  <a:cubicBezTo>
                    <a:pt x="33588" y="13982"/>
                    <a:pt x="33618" y="14013"/>
                    <a:pt x="33649" y="14043"/>
                  </a:cubicBezTo>
                  <a:lnTo>
                    <a:pt x="33801" y="14073"/>
                  </a:lnTo>
                  <a:lnTo>
                    <a:pt x="34074" y="14073"/>
                  </a:lnTo>
                  <a:cubicBezTo>
                    <a:pt x="34074" y="14043"/>
                    <a:pt x="34165" y="13891"/>
                    <a:pt x="34135" y="13830"/>
                  </a:cubicBezTo>
                  <a:cubicBezTo>
                    <a:pt x="34105" y="13769"/>
                    <a:pt x="34226" y="13648"/>
                    <a:pt x="34287" y="13648"/>
                  </a:cubicBezTo>
                  <a:lnTo>
                    <a:pt x="34500" y="13648"/>
                  </a:lnTo>
                  <a:cubicBezTo>
                    <a:pt x="34621" y="13678"/>
                    <a:pt x="34743" y="13678"/>
                    <a:pt x="34834" y="13678"/>
                  </a:cubicBezTo>
                  <a:cubicBezTo>
                    <a:pt x="35017" y="13678"/>
                    <a:pt x="35169" y="13617"/>
                    <a:pt x="35321" y="13617"/>
                  </a:cubicBezTo>
                  <a:close/>
                  <a:moveTo>
                    <a:pt x="58847" y="14073"/>
                  </a:moveTo>
                  <a:cubicBezTo>
                    <a:pt x="58877" y="14073"/>
                    <a:pt x="58847" y="14256"/>
                    <a:pt x="58695" y="14317"/>
                  </a:cubicBezTo>
                  <a:lnTo>
                    <a:pt x="58573" y="14377"/>
                  </a:lnTo>
                  <a:cubicBezTo>
                    <a:pt x="58391" y="14377"/>
                    <a:pt x="58208" y="14347"/>
                    <a:pt x="58056" y="14317"/>
                  </a:cubicBezTo>
                  <a:cubicBezTo>
                    <a:pt x="58026" y="14286"/>
                    <a:pt x="58026" y="14256"/>
                    <a:pt x="58056" y="14225"/>
                  </a:cubicBezTo>
                  <a:cubicBezTo>
                    <a:pt x="58056" y="14225"/>
                    <a:pt x="58087" y="14195"/>
                    <a:pt x="58117" y="14195"/>
                  </a:cubicBezTo>
                  <a:lnTo>
                    <a:pt x="58269" y="14317"/>
                  </a:lnTo>
                  <a:cubicBezTo>
                    <a:pt x="58452" y="14256"/>
                    <a:pt x="58786" y="14195"/>
                    <a:pt x="58786" y="14134"/>
                  </a:cubicBezTo>
                  <a:cubicBezTo>
                    <a:pt x="58816" y="14073"/>
                    <a:pt x="58816" y="14073"/>
                    <a:pt x="58847" y="14073"/>
                  </a:cubicBezTo>
                  <a:close/>
                  <a:moveTo>
                    <a:pt x="49272" y="13769"/>
                  </a:moveTo>
                  <a:lnTo>
                    <a:pt x="49303" y="13800"/>
                  </a:lnTo>
                  <a:lnTo>
                    <a:pt x="49394" y="13830"/>
                  </a:lnTo>
                  <a:cubicBezTo>
                    <a:pt x="49394" y="13921"/>
                    <a:pt x="49363" y="14043"/>
                    <a:pt x="49333" y="14165"/>
                  </a:cubicBezTo>
                  <a:cubicBezTo>
                    <a:pt x="49303" y="14195"/>
                    <a:pt x="49181" y="14195"/>
                    <a:pt x="49151" y="14195"/>
                  </a:cubicBezTo>
                  <a:cubicBezTo>
                    <a:pt x="49142" y="14186"/>
                    <a:pt x="49130" y="14182"/>
                    <a:pt x="49118" y="14182"/>
                  </a:cubicBezTo>
                  <a:cubicBezTo>
                    <a:pt x="49090" y="14182"/>
                    <a:pt x="49059" y="14204"/>
                    <a:pt x="49059" y="14225"/>
                  </a:cubicBezTo>
                  <a:lnTo>
                    <a:pt x="49151" y="14317"/>
                  </a:lnTo>
                  <a:cubicBezTo>
                    <a:pt x="49242" y="14438"/>
                    <a:pt x="49272" y="14499"/>
                    <a:pt x="49211" y="14499"/>
                  </a:cubicBezTo>
                  <a:lnTo>
                    <a:pt x="49090" y="14499"/>
                  </a:lnTo>
                  <a:cubicBezTo>
                    <a:pt x="48999" y="14499"/>
                    <a:pt x="48907" y="14438"/>
                    <a:pt x="48907" y="14377"/>
                  </a:cubicBezTo>
                  <a:cubicBezTo>
                    <a:pt x="48907" y="14335"/>
                    <a:pt x="48790" y="14278"/>
                    <a:pt x="48718" y="14278"/>
                  </a:cubicBezTo>
                  <a:cubicBezTo>
                    <a:pt x="48687" y="14278"/>
                    <a:pt x="48664" y="14289"/>
                    <a:pt x="48664" y="14317"/>
                  </a:cubicBezTo>
                  <a:cubicBezTo>
                    <a:pt x="48664" y="14333"/>
                    <a:pt x="48648" y="14341"/>
                    <a:pt x="48624" y="14341"/>
                  </a:cubicBezTo>
                  <a:cubicBezTo>
                    <a:pt x="48564" y="14341"/>
                    <a:pt x="48460" y="14291"/>
                    <a:pt x="48482" y="14225"/>
                  </a:cubicBezTo>
                  <a:cubicBezTo>
                    <a:pt x="48543" y="14104"/>
                    <a:pt x="48603" y="14013"/>
                    <a:pt x="48695" y="13921"/>
                  </a:cubicBezTo>
                  <a:lnTo>
                    <a:pt x="48968" y="13921"/>
                  </a:lnTo>
                  <a:cubicBezTo>
                    <a:pt x="49059" y="13861"/>
                    <a:pt x="49151" y="13800"/>
                    <a:pt x="49272" y="13769"/>
                  </a:cubicBezTo>
                  <a:close/>
                  <a:moveTo>
                    <a:pt x="43375" y="14013"/>
                  </a:moveTo>
                  <a:lnTo>
                    <a:pt x="43527" y="14134"/>
                  </a:lnTo>
                  <a:cubicBezTo>
                    <a:pt x="43558" y="14154"/>
                    <a:pt x="43578" y="14161"/>
                    <a:pt x="43594" y="14161"/>
                  </a:cubicBezTo>
                  <a:cubicBezTo>
                    <a:pt x="43625" y="14161"/>
                    <a:pt x="43639" y="14134"/>
                    <a:pt x="43679" y="14134"/>
                  </a:cubicBezTo>
                  <a:cubicBezTo>
                    <a:pt x="43720" y="14114"/>
                    <a:pt x="43759" y="14105"/>
                    <a:pt x="43795" y="14105"/>
                  </a:cubicBezTo>
                  <a:cubicBezTo>
                    <a:pt x="43918" y="14105"/>
                    <a:pt x="44018" y="14202"/>
                    <a:pt x="44135" y="14225"/>
                  </a:cubicBezTo>
                  <a:cubicBezTo>
                    <a:pt x="44196" y="14225"/>
                    <a:pt x="44166" y="14377"/>
                    <a:pt x="44074" y="14438"/>
                  </a:cubicBezTo>
                  <a:lnTo>
                    <a:pt x="43983" y="14499"/>
                  </a:lnTo>
                  <a:cubicBezTo>
                    <a:pt x="43953" y="14519"/>
                    <a:pt x="43916" y="14529"/>
                    <a:pt x="43877" y="14529"/>
                  </a:cubicBezTo>
                  <a:cubicBezTo>
                    <a:pt x="43801" y="14529"/>
                    <a:pt x="43720" y="14489"/>
                    <a:pt x="43679" y="14408"/>
                  </a:cubicBezTo>
                  <a:lnTo>
                    <a:pt x="43558" y="14347"/>
                  </a:lnTo>
                  <a:lnTo>
                    <a:pt x="43436" y="14347"/>
                  </a:lnTo>
                  <a:cubicBezTo>
                    <a:pt x="43345" y="14256"/>
                    <a:pt x="43315" y="14104"/>
                    <a:pt x="43375" y="14013"/>
                  </a:cubicBezTo>
                  <a:close/>
                  <a:moveTo>
                    <a:pt x="45229" y="14189"/>
                  </a:moveTo>
                  <a:cubicBezTo>
                    <a:pt x="45238" y="14189"/>
                    <a:pt x="45248" y="14191"/>
                    <a:pt x="45260" y="14195"/>
                  </a:cubicBezTo>
                  <a:cubicBezTo>
                    <a:pt x="45412" y="14256"/>
                    <a:pt x="45381" y="14499"/>
                    <a:pt x="45199" y="14499"/>
                  </a:cubicBezTo>
                  <a:lnTo>
                    <a:pt x="45047" y="14560"/>
                  </a:lnTo>
                  <a:lnTo>
                    <a:pt x="45017" y="14560"/>
                  </a:lnTo>
                  <a:cubicBezTo>
                    <a:pt x="44956" y="14499"/>
                    <a:pt x="44926" y="14438"/>
                    <a:pt x="44956" y="14377"/>
                  </a:cubicBezTo>
                  <a:lnTo>
                    <a:pt x="45199" y="14377"/>
                  </a:lnTo>
                  <a:cubicBezTo>
                    <a:pt x="45173" y="14272"/>
                    <a:pt x="45169" y="14189"/>
                    <a:pt x="45229" y="14189"/>
                  </a:cubicBezTo>
                  <a:close/>
                  <a:moveTo>
                    <a:pt x="56719" y="14225"/>
                  </a:moveTo>
                  <a:cubicBezTo>
                    <a:pt x="56780" y="14225"/>
                    <a:pt x="56810" y="14317"/>
                    <a:pt x="56780" y="14377"/>
                  </a:cubicBezTo>
                  <a:lnTo>
                    <a:pt x="56719" y="14377"/>
                  </a:lnTo>
                  <a:cubicBezTo>
                    <a:pt x="56598" y="14408"/>
                    <a:pt x="56476" y="14438"/>
                    <a:pt x="56354" y="14468"/>
                  </a:cubicBezTo>
                  <a:lnTo>
                    <a:pt x="56354" y="14529"/>
                  </a:lnTo>
                  <a:lnTo>
                    <a:pt x="56354" y="14560"/>
                  </a:lnTo>
                  <a:cubicBezTo>
                    <a:pt x="56324" y="14590"/>
                    <a:pt x="56263" y="14590"/>
                    <a:pt x="56233" y="14590"/>
                  </a:cubicBezTo>
                  <a:cubicBezTo>
                    <a:pt x="56202" y="14529"/>
                    <a:pt x="56202" y="14468"/>
                    <a:pt x="56202" y="14408"/>
                  </a:cubicBezTo>
                  <a:cubicBezTo>
                    <a:pt x="56202" y="14377"/>
                    <a:pt x="56324" y="14286"/>
                    <a:pt x="56506" y="14256"/>
                  </a:cubicBezTo>
                  <a:lnTo>
                    <a:pt x="56658" y="14225"/>
                  </a:lnTo>
                  <a:close/>
                  <a:moveTo>
                    <a:pt x="69794" y="14091"/>
                  </a:moveTo>
                  <a:cubicBezTo>
                    <a:pt x="69855" y="14091"/>
                    <a:pt x="69929" y="14113"/>
                    <a:pt x="69972" y="14134"/>
                  </a:cubicBezTo>
                  <a:cubicBezTo>
                    <a:pt x="70032" y="14165"/>
                    <a:pt x="70093" y="14225"/>
                    <a:pt x="70063" y="14317"/>
                  </a:cubicBezTo>
                  <a:cubicBezTo>
                    <a:pt x="70039" y="14352"/>
                    <a:pt x="70010" y="14365"/>
                    <a:pt x="69981" y="14365"/>
                  </a:cubicBezTo>
                  <a:cubicBezTo>
                    <a:pt x="69935" y="14365"/>
                    <a:pt x="69887" y="14335"/>
                    <a:pt x="69850" y="14317"/>
                  </a:cubicBezTo>
                  <a:lnTo>
                    <a:pt x="69820" y="14286"/>
                  </a:lnTo>
                  <a:cubicBezTo>
                    <a:pt x="69759" y="14286"/>
                    <a:pt x="69607" y="14499"/>
                    <a:pt x="69546" y="14590"/>
                  </a:cubicBezTo>
                  <a:cubicBezTo>
                    <a:pt x="69536" y="14600"/>
                    <a:pt x="69522" y="14604"/>
                    <a:pt x="69506" y="14604"/>
                  </a:cubicBezTo>
                  <a:cubicBezTo>
                    <a:pt x="69421" y="14604"/>
                    <a:pt x="69268" y="14489"/>
                    <a:pt x="69242" y="14438"/>
                  </a:cubicBezTo>
                  <a:cubicBezTo>
                    <a:pt x="69181" y="14347"/>
                    <a:pt x="69242" y="14225"/>
                    <a:pt x="69364" y="14165"/>
                  </a:cubicBezTo>
                  <a:lnTo>
                    <a:pt x="69485" y="14134"/>
                  </a:lnTo>
                  <a:cubicBezTo>
                    <a:pt x="69516" y="14119"/>
                    <a:pt x="69569" y="14119"/>
                    <a:pt x="69618" y="14119"/>
                  </a:cubicBezTo>
                  <a:cubicBezTo>
                    <a:pt x="69668" y="14119"/>
                    <a:pt x="69713" y="14119"/>
                    <a:pt x="69728" y="14104"/>
                  </a:cubicBezTo>
                  <a:cubicBezTo>
                    <a:pt x="69746" y="14095"/>
                    <a:pt x="69769" y="14091"/>
                    <a:pt x="69794" y="14091"/>
                  </a:cubicBezTo>
                  <a:close/>
                  <a:moveTo>
                    <a:pt x="37631" y="13678"/>
                  </a:moveTo>
                  <a:cubicBezTo>
                    <a:pt x="37651" y="13686"/>
                    <a:pt x="37669" y="13690"/>
                    <a:pt x="37686" y="13690"/>
                  </a:cubicBezTo>
                  <a:cubicBezTo>
                    <a:pt x="37687" y="13690"/>
                    <a:pt x="37687" y="13690"/>
                    <a:pt x="37688" y="13690"/>
                  </a:cubicBezTo>
                  <a:lnTo>
                    <a:pt x="37688" y="13690"/>
                  </a:lnTo>
                  <a:cubicBezTo>
                    <a:pt x="37731" y="13758"/>
                    <a:pt x="37784" y="13836"/>
                    <a:pt x="37843" y="13921"/>
                  </a:cubicBezTo>
                  <a:lnTo>
                    <a:pt x="37783" y="13982"/>
                  </a:lnTo>
                  <a:cubicBezTo>
                    <a:pt x="37741" y="14003"/>
                    <a:pt x="37714" y="14052"/>
                    <a:pt x="37652" y="14052"/>
                  </a:cubicBezTo>
                  <a:cubicBezTo>
                    <a:pt x="37624" y="14052"/>
                    <a:pt x="37588" y="14041"/>
                    <a:pt x="37539" y="14013"/>
                  </a:cubicBezTo>
                  <a:lnTo>
                    <a:pt x="37418" y="13952"/>
                  </a:lnTo>
                  <a:cubicBezTo>
                    <a:pt x="37357" y="14104"/>
                    <a:pt x="37296" y="14620"/>
                    <a:pt x="37175" y="14712"/>
                  </a:cubicBezTo>
                  <a:cubicBezTo>
                    <a:pt x="37142" y="14728"/>
                    <a:pt x="37107" y="14736"/>
                    <a:pt x="37073" y="14736"/>
                  </a:cubicBezTo>
                  <a:cubicBezTo>
                    <a:pt x="36980" y="14736"/>
                    <a:pt x="36893" y="14679"/>
                    <a:pt x="36871" y="14590"/>
                  </a:cubicBezTo>
                  <a:cubicBezTo>
                    <a:pt x="36871" y="14499"/>
                    <a:pt x="36992" y="14438"/>
                    <a:pt x="37053" y="14438"/>
                  </a:cubicBezTo>
                  <a:cubicBezTo>
                    <a:pt x="37083" y="14438"/>
                    <a:pt x="37205" y="14286"/>
                    <a:pt x="37175" y="14256"/>
                  </a:cubicBezTo>
                  <a:cubicBezTo>
                    <a:pt x="37083" y="14165"/>
                    <a:pt x="36962" y="14134"/>
                    <a:pt x="36871" y="14134"/>
                  </a:cubicBezTo>
                  <a:cubicBezTo>
                    <a:pt x="36780" y="14165"/>
                    <a:pt x="36628" y="14225"/>
                    <a:pt x="36476" y="14317"/>
                  </a:cubicBezTo>
                  <a:lnTo>
                    <a:pt x="36384" y="14377"/>
                  </a:lnTo>
                  <a:cubicBezTo>
                    <a:pt x="36324" y="14438"/>
                    <a:pt x="36324" y="14529"/>
                    <a:pt x="36445" y="14529"/>
                  </a:cubicBezTo>
                  <a:lnTo>
                    <a:pt x="36567" y="14529"/>
                  </a:lnTo>
                  <a:cubicBezTo>
                    <a:pt x="36536" y="14620"/>
                    <a:pt x="36445" y="14681"/>
                    <a:pt x="36354" y="14712"/>
                  </a:cubicBezTo>
                  <a:lnTo>
                    <a:pt x="36293" y="14681"/>
                  </a:lnTo>
                  <a:lnTo>
                    <a:pt x="36202" y="14651"/>
                  </a:lnTo>
                  <a:cubicBezTo>
                    <a:pt x="36202" y="14499"/>
                    <a:pt x="36232" y="14347"/>
                    <a:pt x="36293" y="14195"/>
                  </a:cubicBezTo>
                  <a:lnTo>
                    <a:pt x="36354" y="14134"/>
                  </a:lnTo>
                  <a:cubicBezTo>
                    <a:pt x="36384" y="14104"/>
                    <a:pt x="36445" y="14073"/>
                    <a:pt x="36445" y="14043"/>
                  </a:cubicBezTo>
                  <a:cubicBezTo>
                    <a:pt x="36476" y="13952"/>
                    <a:pt x="36567" y="13921"/>
                    <a:pt x="36658" y="13921"/>
                  </a:cubicBezTo>
                  <a:cubicBezTo>
                    <a:pt x="36696" y="13929"/>
                    <a:pt x="36734" y="13933"/>
                    <a:pt x="36771" y="13933"/>
                  </a:cubicBezTo>
                  <a:cubicBezTo>
                    <a:pt x="36884" y="13933"/>
                    <a:pt x="36992" y="13899"/>
                    <a:pt x="37083" y="13830"/>
                  </a:cubicBezTo>
                  <a:lnTo>
                    <a:pt x="37175" y="13709"/>
                  </a:lnTo>
                  <a:cubicBezTo>
                    <a:pt x="37205" y="13769"/>
                    <a:pt x="37258" y="13800"/>
                    <a:pt x="37311" y="13800"/>
                  </a:cubicBezTo>
                  <a:cubicBezTo>
                    <a:pt x="37365" y="13800"/>
                    <a:pt x="37418" y="13769"/>
                    <a:pt x="37448" y="13709"/>
                  </a:cubicBezTo>
                  <a:lnTo>
                    <a:pt x="37539" y="13678"/>
                  </a:lnTo>
                  <a:close/>
                  <a:moveTo>
                    <a:pt x="47874" y="13222"/>
                  </a:moveTo>
                  <a:lnTo>
                    <a:pt x="47965" y="13344"/>
                  </a:lnTo>
                  <a:cubicBezTo>
                    <a:pt x="48041" y="13445"/>
                    <a:pt x="48179" y="13504"/>
                    <a:pt x="48310" y="13504"/>
                  </a:cubicBezTo>
                  <a:cubicBezTo>
                    <a:pt x="48338" y="13504"/>
                    <a:pt x="48365" y="13501"/>
                    <a:pt x="48391" y="13496"/>
                  </a:cubicBezTo>
                  <a:lnTo>
                    <a:pt x="48664" y="13496"/>
                  </a:lnTo>
                  <a:cubicBezTo>
                    <a:pt x="48968" y="13496"/>
                    <a:pt x="49181" y="13405"/>
                    <a:pt x="49151" y="13405"/>
                  </a:cubicBezTo>
                  <a:cubicBezTo>
                    <a:pt x="49120" y="13374"/>
                    <a:pt x="49394" y="13283"/>
                    <a:pt x="49515" y="13283"/>
                  </a:cubicBezTo>
                  <a:cubicBezTo>
                    <a:pt x="49606" y="13313"/>
                    <a:pt x="49728" y="13496"/>
                    <a:pt x="49728" y="13557"/>
                  </a:cubicBezTo>
                  <a:cubicBezTo>
                    <a:pt x="49728" y="13617"/>
                    <a:pt x="49637" y="13678"/>
                    <a:pt x="49515" y="13678"/>
                  </a:cubicBezTo>
                  <a:lnTo>
                    <a:pt x="49485" y="13648"/>
                  </a:lnTo>
                  <a:lnTo>
                    <a:pt x="49394" y="13587"/>
                  </a:lnTo>
                  <a:cubicBezTo>
                    <a:pt x="49303" y="13648"/>
                    <a:pt x="49211" y="13678"/>
                    <a:pt x="49090" y="13709"/>
                  </a:cubicBezTo>
                  <a:lnTo>
                    <a:pt x="48786" y="13648"/>
                  </a:lnTo>
                  <a:lnTo>
                    <a:pt x="48725" y="13709"/>
                  </a:lnTo>
                  <a:lnTo>
                    <a:pt x="48603" y="13769"/>
                  </a:lnTo>
                  <a:cubicBezTo>
                    <a:pt x="48543" y="13709"/>
                    <a:pt x="48512" y="13648"/>
                    <a:pt x="48421" y="13617"/>
                  </a:cubicBezTo>
                  <a:lnTo>
                    <a:pt x="48391" y="13617"/>
                  </a:lnTo>
                  <a:cubicBezTo>
                    <a:pt x="48330" y="13617"/>
                    <a:pt x="48239" y="13648"/>
                    <a:pt x="48178" y="13648"/>
                  </a:cubicBezTo>
                  <a:lnTo>
                    <a:pt x="48117" y="13648"/>
                  </a:lnTo>
                  <a:cubicBezTo>
                    <a:pt x="48105" y="13659"/>
                    <a:pt x="48094" y="13664"/>
                    <a:pt x="48082" y="13664"/>
                  </a:cubicBezTo>
                  <a:cubicBezTo>
                    <a:pt x="48034" y="13664"/>
                    <a:pt x="47990" y="13575"/>
                    <a:pt x="47965" y="13526"/>
                  </a:cubicBezTo>
                  <a:cubicBezTo>
                    <a:pt x="47965" y="13521"/>
                    <a:pt x="47961" y="13519"/>
                    <a:pt x="47954" y="13519"/>
                  </a:cubicBezTo>
                  <a:cubicBezTo>
                    <a:pt x="47916" y="13519"/>
                    <a:pt x="47788" y="13586"/>
                    <a:pt x="47661" y="13739"/>
                  </a:cubicBezTo>
                  <a:lnTo>
                    <a:pt x="47509" y="13800"/>
                  </a:lnTo>
                  <a:cubicBezTo>
                    <a:pt x="47357" y="13861"/>
                    <a:pt x="47388" y="13861"/>
                    <a:pt x="47357" y="13982"/>
                  </a:cubicBezTo>
                  <a:cubicBezTo>
                    <a:pt x="47357" y="14073"/>
                    <a:pt x="47509" y="14073"/>
                    <a:pt x="47540" y="14073"/>
                  </a:cubicBezTo>
                  <a:lnTo>
                    <a:pt x="47631" y="14073"/>
                  </a:lnTo>
                  <a:lnTo>
                    <a:pt x="47661" y="14104"/>
                  </a:lnTo>
                  <a:cubicBezTo>
                    <a:pt x="47661" y="14134"/>
                    <a:pt x="47631" y="14165"/>
                    <a:pt x="47600" y="14165"/>
                  </a:cubicBezTo>
                  <a:lnTo>
                    <a:pt x="47509" y="14165"/>
                  </a:lnTo>
                  <a:cubicBezTo>
                    <a:pt x="47448" y="14165"/>
                    <a:pt x="47357" y="14408"/>
                    <a:pt x="47266" y="14438"/>
                  </a:cubicBezTo>
                  <a:cubicBezTo>
                    <a:pt x="47175" y="14468"/>
                    <a:pt x="47114" y="14499"/>
                    <a:pt x="47053" y="14560"/>
                  </a:cubicBezTo>
                  <a:lnTo>
                    <a:pt x="47053" y="14590"/>
                  </a:lnTo>
                  <a:cubicBezTo>
                    <a:pt x="47175" y="14620"/>
                    <a:pt x="47296" y="14651"/>
                    <a:pt x="47418" y="14681"/>
                  </a:cubicBezTo>
                  <a:lnTo>
                    <a:pt x="47540" y="14742"/>
                  </a:lnTo>
                  <a:lnTo>
                    <a:pt x="47327" y="14742"/>
                  </a:lnTo>
                  <a:cubicBezTo>
                    <a:pt x="47175" y="14712"/>
                    <a:pt x="46992" y="14681"/>
                    <a:pt x="46840" y="14651"/>
                  </a:cubicBezTo>
                  <a:lnTo>
                    <a:pt x="46901" y="14590"/>
                  </a:lnTo>
                  <a:cubicBezTo>
                    <a:pt x="46981" y="14510"/>
                    <a:pt x="46921" y="14336"/>
                    <a:pt x="47090" y="14336"/>
                  </a:cubicBezTo>
                  <a:cubicBezTo>
                    <a:pt x="47114" y="14336"/>
                    <a:pt x="47142" y="14339"/>
                    <a:pt x="47175" y="14347"/>
                  </a:cubicBezTo>
                  <a:cubicBezTo>
                    <a:pt x="47175" y="14347"/>
                    <a:pt x="47266" y="14225"/>
                    <a:pt x="47236" y="14165"/>
                  </a:cubicBezTo>
                  <a:lnTo>
                    <a:pt x="47205" y="14043"/>
                  </a:lnTo>
                  <a:cubicBezTo>
                    <a:pt x="47205" y="13921"/>
                    <a:pt x="47175" y="13800"/>
                    <a:pt x="47114" y="13678"/>
                  </a:cubicBezTo>
                  <a:lnTo>
                    <a:pt x="47053" y="13709"/>
                  </a:lnTo>
                  <a:cubicBezTo>
                    <a:pt x="46992" y="13709"/>
                    <a:pt x="46901" y="13739"/>
                    <a:pt x="46840" y="13800"/>
                  </a:cubicBezTo>
                  <a:lnTo>
                    <a:pt x="46719" y="13861"/>
                  </a:lnTo>
                  <a:cubicBezTo>
                    <a:pt x="46689" y="13800"/>
                    <a:pt x="46840" y="13617"/>
                    <a:pt x="47053" y="13435"/>
                  </a:cubicBezTo>
                  <a:lnTo>
                    <a:pt x="47357" y="13496"/>
                  </a:lnTo>
                  <a:lnTo>
                    <a:pt x="47479" y="13496"/>
                  </a:lnTo>
                  <a:cubicBezTo>
                    <a:pt x="47600" y="13374"/>
                    <a:pt x="47722" y="13283"/>
                    <a:pt x="47874" y="13222"/>
                  </a:cubicBezTo>
                  <a:close/>
                  <a:moveTo>
                    <a:pt x="40539" y="14324"/>
                  </a:moveTo>
                  <a:cubicBezTo>
                    <a:pt x="40557" y="14324"/>
                    <a:pt x="40571" y="14331"/>
                    <a:pt x="40579" y="14347"/>
                  </a:cubicBezTo>
                  <a:cubicBezTo>
                    <a:pt x="40609" y="14377"/>
                    <a:pt x="40518" y="14499"/>
                    <a:pt x="40457" y="14499"/>
                  </a:cubicBezTo>
                  <a:cubicBezTo>
                    <a:pt x="40397" y="14499"/>
                    <a:pt x="40366" y="14529"/>
                    <a:pt x="40366" y="14590"/>
                  </a:cubicBezTo>
                  <a:lnTo>
                    <a:pt x="40488" y="14590"/>
                  </a:lnTo>
                  <a:cubicBezTo>
                    <a:pt x="40518" y="14651"/>
                    <a:pt x="40457" y="14772"/>
                    <a:pt x="40397" y="14772"/>
                  </a:cubicBezTo>
                  <a:cubicBezTo>
                    <a:pt x="40275" y="14712"/>
                    <a:pt x="40153" y="14651"/>
                    <a:pt x="40032" y="14590"/>
                  </a:cubicBezTo>
                  <a:lnTo>
                    <a:pt x="39880" y="14590"/>
                  </a:lnTo>
                  <a:cubicBezTo>
                    <a:pt x="39819" y="14590"/>
                    <a:pt x="39789" y="14560"/>
                    <a:pt x="39758" y="14499"/>
                  </a:cubicBezTo>
                  <a:cubicBezTo>
                    <a:pt x="39758" y="14468"/>
                    <a:pt x="39758" y="14408"/>
                    <a:pt x="39758" y="14377"/>
                  </a:cubicBezTo>
                  <a:cubicBezTo>
                    <a:pt x="39789" y="14362"/>
                    <a:pt x="39811" y="14355"/>
                    <a:pt x="39834" y="14355"/>
                  </a:cubicBezTo>
                  <a:cubicBezTo>
                    <a:pt x="39857" y="14355"/>
                    <a:pt x="39880" y="14362"/>
                    <a:pt x="39910" y="14377"/>
                  </a:cubicBezTo>
                  <a:cubicBezTo>
                    <a:pt x="39971" y="14377"/>
                    <a:pt x="40032" y="14438"/>
                    <a:pt x="40123" y="14438"/>
                  </a:cubicBezTo>
                  <a:lnTo>
                    <a:pt x="40305" y="14499"/>
                  </a:lnTo>
                  <a:cubicBezTo>
                    <a:pt x="40396" y="14386"/>
                    <a:pt x="40486" y="14324"/>
                    <a:pt x="40539" y="14324"/>
                  </a:cubicBezTo>
                  <a:close/>
                  <a:moveTo>
                    <a:pt x="8945" y="14256"/>
                  </a:moveTo>
                  <a:cubicBezTo>
                    <a:pt x="8975" y="14256"/>
                    <a:pt x="9013" y="14286"/>
                    <a:pt x="9059" y="14347"/>
                  </a:cubicBezTo>
                  <a:lnTo>
                    <a:pt x="8937" y="14468"/>
                  </a:lnTo>
                  <a:cubicBezTo>
                    <a:pt x="8907" y="14499"/>
                    <a:pt x="8846" y="14529"/>
                    <a:pt x="8815" y="14620"/>
                  </a:cubicBezTo>
                  <a:cubicBezTo>
                    <a:pt x="8789" y="14699"/>
                    <a:pt x="8808" y="14778"/>
                    <a:pt x="8715" y="14778"/>
                  </a:cubicBezTo>
                  <a:cubicBezTo>
                    <a:pt x="8701" y="14778"/>
                    <a:pt x="8684" y="14777"/>
                    <a:pt x="8663" y="14772"/>
                  </a:cubicBezTo>
                  <a:cubicBezTo>
                    <a:pt x="8633" y="14772"/>
                    <a:pt x="8542" y="14620"/>
                    <a:pt x="8633" y="14560"/>
                  </a:cubicBezTo>
                  <a:cubicBezTo>
                    <a:pt x="8717" y="14504"/>
                    <a:pt x="8672" y="14344"/>
                    <a:pt x="8832" y="14344"/>
                  </a:cubicBezTo>
                  <a:cubicBezTo>
                    <a:pt x="8846" y="14344"/>
                    <a:pt x="8860" y="14345"/>
                    <a:pt x="8876" y="14347"/>
                  </a:cubicBezTo>
                  <a:cubicBezTo>
                    <a:pt x="8891" y="14286"/>
                    <a:pt x="8914" y="14256"/>
                    <a:pt x="8945" y="14256"/>
                  </a:cubicBezTo>
                  <a:close/>
                  <a:moveTo>
                    <a:pt x="45224" y="14738"/>
                  </a:moveTo>
                  <a:cubicBezTo>
                    <a:pt x="45311" y="14738"/>
                    <a:pt x="45406" y="14866"/>
                    <a:pt x="45351" y="14894"/>
                  </a:cubicBezTo>
                  <a:cubicBezTo>
                    <a:pt x="45290" y="14924"/>
                    <a:pt x="45290" y="14985"/>
                    <a:pt x="45290" y="14985"/>
                  </a:cubicBezTo>
                  <a:cubicBezTo>
                    <a:pt x="45230" y="14955"/>
                    <a:pt x="45169" y="14924"/>
                    <a:pt x="45108" y="14894"/>
                  </a:cubicBezTo>
                  <a:cubicBezTo>
                    <a:pt x="45047" y="14864"/>
                    <a:pt x="45078" y="14803"/>
                    <a:pt x="45169" y="14742"/>
                  </a:cubicBezTo>
                  <a:lnTo>
                    <a:pt x="45199" y="14742"/>
                  </a:lnTo>
                  <a:cubicBezTo>
                    <a:pt x="45207" y="14739"/>
                    <a:pt x="45216" y="14738"/>
                    <a:pt x="45224" y="14738"/>
                  </a:cubicBezTo>
                  <a:close/>
                  <a:moveTo>
                    <a:pt x="14038" y="14671"/>
                  </a:moveTo>
                  <a:cubicBezTo>
                    <a:pt x="14169" y="14671"/>
                    <a:pt x="14287" y="14844"/>
                    <a:pt x="14287" y="14924"/>
                  </a:cubicBezTo>
                  <a:cubicBezTo>
                    <a:pt x="14287" y="14963"/>
                    <a:pt x="14305" y="14977"/>
                    <a:pt x="14333" y="14977"/>
                  </a:cubicBezTo>
                  <a:cubicBezTo>
                    <a:pt x="14391" y="14977"/>
                    <a:pt x="14489" y="14915"/>
                    <a:pt x="14530" y="14894"/>
                  </a:cubicBezTo>
                  <a:cubicBezTo>
                    <a:pt x="14545" y="14864"/>
                    <a:pt x="14575" y="14848"/>
                    <a:pt x="14606" y="14848"/>
                  </a:cubicBezTo>
                  <a:cubicBezTo>
                    <a:pt x="14636" y="14848"/>
                    <a:pt x="14667" y="14864"/>
                    <a:pt x="14682" y="14894"/>
                  </a:cubicBezTo>
                  <a:lnTo>
                    <a:pt x="14712" y="14894"/>
                  </a:lnTo>
                  <a:cubicBezTo>
                    <a:pt x="14742" y="14894"/>
                    <a:pt x="14771" y="14893"/>
                    <a:pt x="14800" y="14892"/>
                  </a:cubicBezTo>
                  <a:lnTo>
                    <a:pt x="14800" y="14892"/>
                  </a:lnTo>
                  <a:cubicBezTo>
                    <a:pt x="14743" y="14935"/>
                    <a:pt x="14671" y="14960"/>
                    <a:pt x="14621" y="14985"/>
                  </a:cubicBezTo>
                  <a:lnTo>
                    <a:pt x="14591" y="15016"/>
                  </a:lnTo>
                  <a:cubicBezTo>
                    <a:pt x="14491" y="15091"/>
                    <a:pt x="14370" y="15145"/>
                    <a:pt x="14246" y="15145"/>
                  </a:cubicBezTo>
                  <a:cubicBezTo>
                    <a:pt x="14219" y="15145"/>
                    <a:pt x="14192" y="15143"/>
                    <a:pt x="14165" y="15137"/>
                  </a:cubicBezTo>
                  <a:lnTo>
                    <a:pt x="14013" y="15137"/>
                  </a:lnTo>
                  <a:cubicBezTo>
                    <a:pt x="13892" y="15076"/>
                    <a:pt x="13770" y="14985"/>
                    <a:pt x="13709" y="14894"/>
                  </a:cubicBezTo>
                  <a:cubicBezTo>
                    <a:pt x="13704" y="14884"/>
                    <a:pt x="13696" y="14880"/>
                    <a:pt x="13685" y="14880"/>
                  </a:cubicBezTo>
                  <a:cubicBezTo>
                    <a:pt x="13651" y="14880"/>
                    <a:pt x="13591" y="14927"/>
                    <a:pt x="13547" y="14967"/>
                  </a:cubicBezTo>
                  <a:lnTo>
                    <a:pt x="13547" y="14967"/>
                  </a:lnTo>
                  <a:lnTo>
                    <a:pt x="13527" y="14803"/>
                  </a:lnTo>
                  <a:cubicBezTo>
                    <a:pt x="13527" y="14779"/>
                    <a:pt x="13564" y="14755"/>
                    <a:pt x="13595" y="14746"/>
                  </a:cubicBezTo>
                  <a:lnTo>
                    <a:pt x="13595" y="14746"/>
                  </a:lnTo>
                  <a:cubicBezTo>
                    <a:pt x="13653" y="14777"/>
                    <a:pt x="13712" y="14836"/>
                    <a:pt x="13770" y="14894"/>
                  </a:cubicBezTo>
                  <a:lnTo>
                    <a:pt x="13861" y="14803"/>
                  </a:lnTo>
                  <a:lnTo>
                    <a:pt x="13983" y="14681"/>
                  </a:lnTo>
                  <a:cubicBezTo>
                    <a:pt x="14001" y="14674"/>
                    <a:pt x="14020" y="14671"/>
                    <a:pt x="14038" y="14671"/>
                  </a:cubicBezTo>
                  <a:close/>
                  <a:moveTo>
                    <a:pt x="31973" y="13481"/>
                  </a:moveTo>
                  <a:cubicBezTo>
                    <a:pt x="32015" y="13481"/>
                    <a:pt x="32083" y="13496"/>
                    <a:pt x="32159" y="13526"/>
                  </a:cubicBezTo>
                  <a:lnTo>
                    <a:pt x="32220" y="13709"/>
                  </a:lnTo>
                  <a:lnTo>
                    <a:pt x="32220" y="13739"/>
                  </a:lnTo>
                  <a:cubicBezTo>
                    <a:pt x="32220" y="13761"/>
                    <a:pt x="32228" y="13771"/>
                    <a:pt x="32242" y="13771"/>
                  </a:cubicBezTo>
                  <a:cubicBezTo>
                    <a:pt x="32267" y="13771"/>
                    <a:pt x="32313" y="13737"/>
                    <a:pt x="32372" y="13678"/>
                  </a:cubicBezTo>
                  <a:lnTo>
                    <a:pt x="32433" y="13617"/>
                  </a:lnTo>
                  <a:cubicBezTo>
                    <a:pt x="32463" y="13587"/>
                    <a:pt x="32524" y="13587"/>
                    <a:pt x="32555" y="13587"/>
                  </a:cubicBezTo>
                  <a:lnTo>
                    <a:pt x="32737" y="13921"/>
                  </a:lnTo>
                  <a:cubicBezTo>
                    <a:pt x="32982" y="13832"/>
                    <a:pt x="33194" y="13776"/>
                    <a:pt x="33266" y="13776"/>
                  </a:cubicBezTo>
                  <a:cubicBezTo>
                    <a:pt x="33293" y="13776"/>
                    <a:pt x="33300" y="13783"/>
                    <a:pt x="33284" y="13800"/>
                  </a:cubicBezTo>
                  <a:lnTo>
                    <a:pt x="33254" y="13830"/>
                  </a:lnTo>
                  <a:lnTo>
                    <a:pt x="33162" y="13982"/>
                  </a:lnTo>
                  <a:cubicBezTo>
                    <a:pt x="33151" y="13980"/>
                    <a:pt x="33140" y="13979"/>
                    <a:pt x="33131" y="13979"/>
                  </a:cubicBezTo>
                  <a:cubicBezTo>
                    <a:pt x="33011" y="13979"/>
                    <a:pt x="33015" y="14141"/>
                    <a:pt x="33071" y="14225"/>
                  </a:cubicBezTo>
                  <a:cubicBezTo>
                    <a:pt x="33102" y="14286"/>
                    <a:pt x="32950" y="14408"/>
                    <a:pt x="32737" y="14468"/>
                  </a:cubicBezTo>
                  <a:lnTo>
                    <a:pt x="32463" y="14408"/>
                  </a:lnTo>
                  <a:lnTo>
                    <a:pt x="32372" y="14408"/>
                  </a:lnTo>
                  <a:cubicBezTo>
                    <a:pt x="32281" y="14499"/>
                    <a:pt x="32129" y="14620"/>
                    <a:pt x="32068" y="14620"/>
                  </a:cubicBezTo>
                  <a:cubicBezTo>
                    <a:pt x="32012" y="14592"/>
                    <a:pt x="31748" y="14435"/>
                    <a:pt x="31613" y="14435"/>
                  </a:cubicBezTo>
                  <a:cubicBezTo>
                    <a:pt x="31601" y="14435"/>
                    <a:pt x="31591" y="14436"/>
                    <a:pt x="31582" y="14438"/>
                  </a:cubicBezTo>
                  <a:cubicBezTo>
                    <a:pt x="31460" y="14499"/>
                    <a:pt x="31491" y="14620"/>
                    <a:pt x="31521" y="14620"/>
                  </a:cubicBezTo>
                  <a:cubicBezTo>
                    <a:pt x="31612" y="14712"/>
                    <a:pt x="31734" y="14803"/>
                    <a:pt x="31795" y="14894"/>
                  </a:cubicBezTo>
                  <a:lnTo>
                    <a:pt x="32190" y="14864"/>
                  </a:lnTo>
                  <a:cubicBezTo>
                    <a:pt x="32205" y="14848"/>
                    <a:pt x="32220" y="14841"/>
                    <a:pt x="32235" y="14841"/>
                  </a:cubicBezTo>
                  <a:cubicBezTo>
                    <a:pt x="32251" y="14841"/>
                    <a:pt x="32266" y="14848"/>
                    <a:pt x="32281" y="14864"/>
                  </a:cubicBezTo>
                  <a:lnTo>
                    <a:pt x="32311" y="14864"/>
                  </a:lnTo>
                  <a:cubicBezTo>
                    <a:pt x="32372" y="14924"/>
                    <a:pt x="32311" y="14985"/>
                    <a:pt x="32220" y="15016"/>
                  </a:cubicBezTo>
                  <a:lnTo>
                    <a:pt x="31764" y="15016"/>
                  </a:lnTo>
                  <a:cubicBezTo>
                    <a:pt x="31612" y="15107"/>
                    <a:pt x="31430" y="15168"/>
                    <a:pt x="31278" y="15228"/>
                  </a:cubicBezTo>
                  <a:lnTo>
                    <a:pt x="31217" y="15228"/>
                  </a:lnTo>
                  <a:lnTo>
                    <a:pt x="30761" y="15076"/>
                  </a:lnTo>
                  <a:lnTo>
                    <a:pt x="30609" y="15137"/>
                  </a:lnTo>
                  <a:cubicBezTo>
                    <a:pt x="30560" y="15153"/>
                    <a:pt x="30514" y="15161"/>
                    <a:pt x="30471" y="15161"/>
                  </a:cubicBezTo>
                  <a:cubicBezTo>
                    <a:pt x="30354" y="15161"/>
                    <a:pt x="30267" y="15105"/>
                    <a:pt x="30244" y="15016"/>
                  </a:cubicBezTo>
                  <a:lnTo>
                    <a:pt x="30366" y="14955"/>
                  </a:lnTo>
                  <a:cubicBezTo>
                    <a:pt x="30427" y="14924"/>
                    <a:pt x="30488" y="14924"/>
                    <a:pt x="30548" y="14894"/>
                  </a:cubicBezTo>
                  <a:cubicBezTo>
                    <a:pt x="30670" y="14803"/>
                    <a:pt x="30738" y="14757"/>
                    <a:pt x="30795" y="14757"/>
                  </a:cubicBezTo>
                  <a:cubicBezTo>
                    <a:pt x="30852" y="14757"/>
                    <a:pt x="30898" y="14803"/>
                    <a:pt x="30974" y="14894"/>
                  </a:cubicBezTo>
                  <a:lnTo>
                    <a:pt x="31096" y="15016"/>
                  </a:lnTo>
                  <a:cubicBezTo>
                    <a:pt x="31187" y="14985"/>
                    <a:pt x="31247" y="14742"/>
                    <a:pt x="31187" y="14681"/>
                  </a:cubicBezTo>
                  <a:cubicBezTo>
                    <a:pt x="31096" y="14590"/>
                    <a:pt x="30974" y="14529"/>
                    <a:pt x="30852" y="14529"/>
                  </a:cubicBezTo>
                  <a:lnTo>
                    <a:pt x="30792" y="14560"/>
                  </a:lnTo>
                  <a:cubicBezTo>
                    <a:pt x="30731" y="14560"/>
                    <a:pt x="30697" y="14587"/>
                    <a:pt x="30654" y="14587"/>
                  </a:cubicBezTo>
                  <a:cubicBezTo>
                    <a:pt x="30633" y="14587"/>
                    <a:pt x="30609" y="14580"/>
                    <a:pt x="30579" y="14560"/>
                  </a:cubicBezTo>
                  <a:lnTo>
                    <a:pt x="30518" y="14499"/>
                  </a:lnTo>
                  <a:cubicBezTo>
                    <a:pt x="30427" y="14499"/>
                    <a:pt x="30396" y="14408"/>
                    <a:pt x="30427" y="14347"/>
                  </a:cubicBezTo>
                  <a:lnTo>
                    <a:pt x="30457" y="14286"/>
                  </a:lnTo>
                  <a:cubicBezTo>
                    <a:pt x="30457" y="14256"/>
                    <a:pt x="30457" y="14195"/>
                    <a:pt x="30427" y="14165"/>
                  </a:cubicBezTo>
                  <a:lnTo>
                    <a:pt x="30275" y="14165"/>
                  </a:lnTo>
                  <a:lnTo>
                    <a:pt x="30214" y="14225"/>
                  </a:lnTo>
                  <a:cubicBezTo>
                    <a:pt x="30214" y="14347"/>
                    <a:pt x="30214" y="14468"/>
                    <a:pt x="30214" y="14560"/>
                  </a:cubicBezTo>
                  <a:lnTo>
                    <a:pt x="30275" y="14620"/>
                  </a:lnTo>
                  <a:cubicBezTo>
                    <a:pt x="30336" y="14681"/>
                    <a:pt x="30548" y="14651"/>
                    <a:pt x="30427" y="14803"/>
                  </a:cubicBezTo>
                  <a:cubicBezTo>
                    <a:pt x="30413" y="14816"/>
                    <a:pt x="30393" y="14822"/>
                    <a:pt x="30367" y="14822"/>
                  </a:cubicBezTo>
                  <a:cubicBezTo>
                    <a:pt x="30277" y="14822"/>
                    <a:pt x="30127" y="14746"/>
                    <a:pt x="30032" y="14651"/>
                  </a:cubicBezTo>
                  <a:cubicBezTo>
                    <a:pt x="30026" y="14645"/>
                    <a:pt x="30016" y="14643"/>
                    <a:pt x="30004" y="14643"/>
                  </a:cubicBezTo>
                  <a:cubicBezTo>
                    <a:pt x="29949" y="14643"/>
                    <a:pt x="29838" y="14692"/>
                    <a:pt x="29788" y="14742"/>
                  </a:cubicBezTo>
                  <a:cubicBezTo>
                    <a:pt x="29783" y="14745"/>
                    <a:pt x="29778" y="14746"/>
                    <a:pt x="29773" y="14746"/>
                  </a:cubicBezTo>
                  <a:cubicBezTo>
                    <a:pt x="29723" y="14746"/>
                    <a:pt x="29700" y="14615"/>
                    <a:pt x="29728" y="14560"/>
                  </a:cubicBezTo>
                  <a:cubicBezTo>
                    <a:pt x="29728" y="14538"/>
                    <a:pt x="29720" y="14528"/>
                    <a:pt x="29706" y="14528"/>
                  </a:cubicBezTo>
                  <a:cubicBezTo>
                    <a:pt x="29681" y="14528"/>
                    <a:pt x="29635" y="14562"/>
                    <a:pt x="29576" y="14620"/>
                  </a:cubicBezTo>
                  <a:lnTo>
                    <a:pt x="29333" y="14620"/>
                  </a:lnTo>
                  <a:cubicBezTo>
                    <a:pt x="29315" y="14535"/>
                    <a:pt x="29279" y="14497"/>
                    <a:pt x="29229" y="14497"/>
                  </a:cubicBezTo>
                  <a:cubicBezTo>
                    <a:pt x="29190" y="14497"/>
                    <a:pt x="29142" y="14520"/>
                    <a:pt x="29089" y="14560"/>
                  </a:cubicBezTo>
                  <a:cubicBezTo>
                    <a:pt x="29059" y="14590"/>
                    <a:pt x="29029" y="14620"/>
                    <a:pt x="28998" y="14651"/>
                  </a:cubicBezTo>
                  <a:lnTo>
                    <a:pt x="28968" y="14651"/>
                  </a:lnTo>
                  <a:cubicBezTo>
                    <a:pt x="28907" y="14651"/>
                    <a:pt x="28846" y="14590"/>
                    <a:pt x="28846" y="14560"/>
                  </a:cubicBezTo>
                  <a:cubicBezTo>
                    <a:pt x="28846" y="14529"/>
                    <a:pt x="28846" y="14377"/>
                    <a:pt x="28846" y="14347"/>
                  </a:cubicBezTo>
                  <a:cubicBezTo>
                    <a:pt x="28846" y="14325"/>
                    <a:pt x="28831" y="14304"/>
                    <a:pt x="28822" y="14304"/>
                  </a:cubicBezTo>
                  <a:cubicBezTo>
                    <a:pt x="28818" y="14304"/>
                    <a:pt x="28816" y="14308"/>
                    <a:pt x="28816" y="14317"/>
                  </a:cubicBezTo>
                  <a:lnTo>
                    <a:pt x="28816" y="14347"/>
                  </a:lnTo>
                  <a:cubicBezTo>
                    <a:pt x="28812" y="14351"/>
                    <a:pt x="28805" y="14353"/>
                    <a:pt x="28797" y="14353"/>
                  </a:cubicBezTo>
                  <a:cubicBezTo>
                    <a:pt x="28745" y="14353"/>
                    <a:pt x="28625" y="14282"/>
                    <a:pt x="28573" y="14256"/>
                  </a:cubicBezTo>
                  <a:cubicBezTo>
                    <a:pt x="28567" y="14250"/>
                    <a:pt x="28560" y="14247"/>
                    <a:pt x="28553" y="14247"/>
                  </a:cubicBezTo>
                  <a:cubicBezTo>
                    <a:pt x="28490" y="14247"/>
                    <a:pt x="28402" y="14475"/>
                    <a:pt x="28512" y="14529"/>
                  </a:cubicBezTo>
                  <a:cubicBezTo>
                    <a:pt x="28603" y="14560"/>
                    <a:pt x="28664" y="14681"/>
                    <a:pt x="28664" y="14803"/>
                  </a:cubicBezTo>
                  <a:cubicBezTo>
                    <a:pt x="28603" y="14833"/>
                    <a:pt x="28512" y="14894"/>
                    <a:pt x="28451" y="14924"/>
                  </a:cubicBezTo>
                  <a:cubicBezTo>
                    <a:pt x="28390" y="14924"/>
                    <a:pt x="28238" y="14742"/>
                    <a:pt x="28208" y="14651"/>
                  </a:cubicBezTo>
                  <a:cubicBezTo>
                    <a:pt x="28178" y="14560"/>
                    <a:pt x="27965" y="14560"/>
                    <a:pt x="27874" y="14560"/>
                  </a:cubicBezTo>
                  <a:lnTo>
                    <a:pt x="27570" y="14590"/>
                  </a:lnTo>
                  <a:lnTo>
                    <a:pt x="27387" y="14590"/>
                  </a:lnTo>
                  <a:cubicBezTo>
                    <a:pt x="27366" y="14595"/>
                    <a:pt x="27344" y="14598"/>
                    <a:pt x="27323" y="14598"/>
                  </a:cubicBezTo>
                  <a:cubicBezTo>
                    <a:pt x="27224" y="14598"/>
                    <a:pt x="27133" y="14544"/>
                    <a:pt x="27083" y="14468"/>
                  </a:cubicBezTo>
                  <a:cubicBezTo>
                    <a:pt x="27062" y="14447"/>
                    <a:pt x="27040" y="14426"/>
                    <a:pt x="27008" y="14426"/>
                  </a:cubicBezTo>
                  <a:cubicBezTo>
                    <a:pt x="26995" y="14426"/>
                    <a:pt x="26979" y="14429"/>
                    <a:pt x="26962" y="14438"/>
                  </a:cubicBezTo>
                  <a:lnTo>
                    <a:pt x="26931" y="14438"/>
                  </a:lnTo>
                  <a:cubicBezTo>
                    <a:pt x="26840" y="14468"/>
                    <a:pt x="26931" y="14499"/>
                    <a:pt x="26931" y="14560"/>
                  </a:cubicBezTo>
                  <a:lnTo>
                    <a:pt x="26962" y="14620"/>
                  </a:lnTo>
                  <a:cubicBezTo>
                    <a:pt x="26939" y="14689"/>
                    <a:pt x="26882" y="14723"/>
                    <a:pt x="26829" y="14723"/>
                  </a:cubicBezTo>
                  <a:cubicBezTo>
                    <a:pt x="26812" y="14723"/>
                    <a:pt x="26795" y="14719"/>
                    <a:pt x="26779" y="14712"/>
                  </a:cubicBezTo>
                  <a:lnTo>
                    <a:pt x="26688" y="14681"/>
                  </a:lnTo>
                  <a:lnTo>
                    <a:pt x="26658" y="14651"/>
                  </a:lnTo>
                  <a:cubicBezTo>
                    <a:pt x="26567" y="14590"/>
                    <a:pt x="26658" y="14408"/>
                    <a:pt x="26688" y="14377"/>
                  </a:cubicBezTo>
                  <a:cubicBezTo>
                    <a:pt x="26724" y="14342"/>
                    <a:pt x="26686" y="14327"/>
                    <a:pt x="26637" y="14327"/>
                  </a:cubicBezTo>
                  <a:cubicBezTo>
                    <a:pt x="26602" y="14327"/>
                    <a:pt x="26561" y="14334"/>
                    <a:pt x="26536" y="14347"/>
                  </a:cubicBezTo>
                  <a:cubicBezTo>
                    <a:pt x="26475" y="14377"/>
                    <a:pt x="26415" y="14377"/>
                    <a:pt x="26354" y="14377"/>
                  </a:cubicBezTo>
                  <a:lnTo>
                    <a:pt x="26263" y="14377"/>
                  </a:lnTo>
                  <a:cubicBezTo>
                    <a:pt x="26202" y="14408"/>
                    <a:pt x="26171" y="14438"/>
                    <a:pt x="26171" y="14499"/>
                  </a:cubicBezTo>
                  <a:lnTo>
                    <a:pt x="26202" y="14529"/>
                  </a:lnTo>
                  <a:cubicBezTo>
                    <a:pt x="26232" y="14560"/>
                    <a:pt x="26293" y="14590"/>
                    <a:pt x="26354" y="14620"/>
                  </a:cubicBezTo>
                  <a:cubicBezTo>
                    <a:pt x="26475" y="14651"/>
                    <a:pt x="26597" y="14712"/>
                    <a:pt x="26536" y="14803"/>
                  </a:cubicBezTo>
                  <a:lnTo>
                    <a:pt x="26475" y="14985"/>
                  </a:lnTo>
                  <a:cubicBezTo>
                    <a:pt x="26384" y="14864"/>
                    <a:pt x="25776" y="14894"/>
                    <a:pt x="25594" y="14864"/>
                  </a:cubicBezTo>
                  <a:cubicBezTo>
                    <a:pt x="25442" y="14833"/>
                    <a:pt x="25320" y="14742"/>
                    <a:pt x="25229" y="14620"/>
                  </a:cubicBezTo>
                  <a:cubicBezTo>
                    <a:pt x="25229" y="14590"/>
                    <a:pt x="25412" y="14529"/>
                    <a:pt x="25503" y="14529"/>
                  </a:cubicBezTo>
                  <a:cubicBezTo>
                    <a:pt x="25563" y="14529"/>
                    <a:pt x="25624" y="14499"/>
                    <a:pt x="25594" y="14468"/>
                  </a:cubicBezTo>
                  <a:lnTo>
                    <a:pt x="25442" y="14468"/>
                  </a:lnTo>
                  <a:cubicBezTo>
                    <a:pt x="25290" y="14468"/>
                    <a:pt x="25168" y="14529"/>
                    <a:pt x="25168" y="14651"/>
                  </a:cubicBezTo>
                  <a:lnTo>
                    <a:pt x="25108" y="14742"/>
                  </a:lnTo>
                  <a:cubicBezTo>
                    <a:pt x="25077" y="14772"/>
                    <a:pt x="24956" y="14833"/>
                    <a:pt x="24925" y="14864"/>
                  </a:cubicBezTo>
                  <a:cubicBezTo>
                    <a:pt x="24864" y="14894"/>
                    <a:pt x="24834" y="14955"/>
                    <a:pt x="24804" y="14955"/>
                  </a:cubicBezTo>
                  <a:cubicBezTo>
                    <a:pt x="24779" y="14960"/>
                    <a:pt x="24753" y="14961"/>
                    <a:pt x="24726" y="14961"/>
                  </a:cubicBezTo>
                  <a:cubicBezTo>
                    <a:pt x="24657" y="14961"/>
                    <a:pt x="24581" y="14950"/>
                    <a:pt x="24503" y="14950"/>
                  </a:cubicBezTo>
                  <a:cubicBezTo>
                    <a:pt x="24420" y="14950"/>
                    <a:pt x="24335" y="14963"/>
                    <a:pt x="24256" y="15016"/>
                  </a:cubicBezTo>
                  <a:cubicBezTo>
                    <a:pt x="24252" y="15020"/>
                    <a:pt x="24245" y="15022"/>
                    <a:pt x="24236" y="15022"/>
                  </a:cubicBezTo>
                  <a:cubicBezTo>
                    <a:pt x="24178" y="15022"/>
                    <a:pt x="24035" y="14947"/>
                    <a:pt x="23983" y="14894"/>
                  </a:cubicBezTo>
                  <a:lnTo>
                    <a:pt x="23922" y="14833"/>
                  </a:lnTo>
                  <a:cubicBezTo>
                    <a:pt x="23902" y="14774"/>
                    <a:pt x="23921" y="14741"/>
                    <a:pt x="23969" y="14741"/>
                  </a:cubicBezTo>
                  <a:cubicBezTo>
                    <a:pt x="23996" y="14741"/>
                    <a:pt x="24031" y="14751"/>
                    <a:pt x="24074" y="14772"/>
                  </a:cubicBezTo>
                  <a:lnTo>
                    <a:pt x="24196" y="14681"/>
                  </a:lnTo>
                  <a:lnTo>
                    <a:pt x="24256" y="14651"/>
                  </a:lnTo>
                  <a:cubicBezTo>
                    <a:pt x="24378" y="14651"/>
                    <a:pt x="24530" y="14620"/>
                    <a:pt x="24652" y="14529"/>
                  </a:cubicBezTo>
                  <a:cubicBezTo>
                    <a:pt x="24682" y="14499"/>
                    <a:pt x="24256" y="14499"/>
                    <a:pt x="24074" y="14499"/>
                  </a:cubicBezTo>
                  <a:cubicBezTo>
                    <a:pt x="23927" y="14523"/>
                    <a:pt x="23640" y="14568"/>
                    <a:pt x="23487" y="14568"/>
                  </a:cubicBezTo>
                  <a:cubicBezTo>
                    <a:pt x="23451" y="14568"/>
                    <a:pt x="23423" y="14565"/>
                    <a:pt x="23405" y="14560"/>
                  </a:cubicBezTo>
                  <a:cubicBezTo>
                    <a:pt x="23284" y="14560"/>
                    <a:pt x="23253" y="14408"/>
                    <a:pt x="23284" y="14347"/>
                  </a:cubicBezTo>
                  <a:cubicBezTo>
                    <a:pt x="23299" y="14317"/>
                    <a:pt x="23299" y="14301"/>
                    <a:pt x="23284" y="14301"/>
                  </a:cubicBezTo>
                  <a:cubicBezTo>
                    <a:pt x="23269" y="14301"/>
                    <a:pt x="23238" y="14317"/>
                    <a:pt x="23193" y="14347"/>
                  </a:cubicBezTo>
                  <a:lnTo>
                    <a:pt x="23101" y="14347"/>
                  </a:lnTo>
                  <a:cubicBezTo>
                    <a:pt x="23041" y="14347"/>
                    <a:pt x="23010" y="14377"/>
                    <a:pt x="23010" y="14408"/>
                  </a:cubicBezTo>
                  <a:cubicBezTo>
                    <a:pt x="23010" y="14408"/>
                    <a:pt x="23101" y="14560"/>
                    <a:pt x="23162" y="14742"/>
                  </a:cubicBezTo>
                  <a:lnTo>
                    <a:pt x="23436" y="14681"/>
                  </a:lnTo>
                  <a:cubicBezTo>
                    <a:pt x="23466" y="14681"/>
                    <a:pt x="23497" y="14742"/>
                    <a:pt x="23497" y="14742"/>
                  </a:cubicBezTo>
                  <a:cubicBezTo>
                    <a:pt x="23466" y="14772"/>
                    <a:pt x="23466" y="14803"/>
                    <a:pt x="23436" y="14833"/>
                  </a:cubicBezTo>
                  <a:cubicBezTo>
                    <a:pt x="23418" y="14828"/>
                    <a:pt x="23402" y="14826"/>
                    <a:pt x="23388" y="14826"/>
                  </a:cubicBezTo>
                  <a:cubicBezTo>
                    <a:pt x="23257" y="14826"/>
                    <a:pt x="23286" y="15031"/>
                    <a:pt x="23187" y="15031"/>
                  </a:cubicBezTo>
                  <a:cubicBezTo>
                    <a:pt x="23172" y="15031"/>
                    <a:pt x="23154" y="15027"/>
                    <a:pt x="23132" y="15016"/>
                  </a:cubicBezTo>
                  <a:lnTo>
                    <a:pt x="22858" y="14864"/>
                  </a:lnTo>
                  <a:cubicBezTo>
                    <a:pt x="22767" y="14932"/>
                    <a:pt x="22659" y="14966"/>
                    <a:pt x="22546" y="14966"/>
                  </a:cubicBezTo>
                  <a:cubicBezTo>
                    <a:pt x="22509" y="14966"/>
                    <a:pt x="22471" y="14962"/>
                    <a:pt x="22433" y="14955"/>
                  </a:cubicBezTo>
                  <a:cubicBezTo>
                    <a:pt x="22402" y="14924"/>
                    <a:pt x="22220" y="14803"/>
                    <a:pt x="22159" y="14772"/>
                  </a:cubicBezTo>
                  <a:cubicBezTo>
                    <a:pt x="22098" y="14712"/>
                    <a:pt x="22038" y="14651"/>
                    <a:pt x="21977" y="14590"/>
                  </a:cubicBezTo>
                  <a:lnTo>
                    <a:pt x="21916" y="14590"/>
                  </a:lnTo>
                  <a:lnTo>
                    <a:pt x="21855" y="14620"/>
                  </a:lnTo>
                  <a:cubicBezTo>
                    <a:pt x="21794" y="14712"/>
                    <a:pt x="21734" y="14803"/>
                    <a:pt x="21703" y="14894"/>
                  </a:cubicBezTo>
                  <a:lnTo>
                    <a:pt x="21642" y="14955"/>
                  </a:lnTo>
                  <a:cubicBezTo>
                    <a:pt x="21624" y="14973"/>
                    <a:pt x="21598" y="14978"/>
                    <a:pt x="21568" y="14978"/>
                  </a:cubicBezTo>
                  <a:cubicBezTo>
                    <a:pt x="21536" y="14978"/>
                    <a:pt x="21500" y="14972"/>
                    <a:pt x="21463" y="14972"/>
                  </a:cubicBezTo>
                  <a:cubicBezTo>
                    <a:pt x="21418" y="14972"/>
                    <a:pt x="21374" y="14980"/>
                    <a:pt x="21338" y="15016"/>
                  </a:cubicBezTo>
                  <a:cubicBezTo>
                    <a:pt x="21278" y="14985"/>
                    <a:pt x="21187" y="14955"/>
                    <a:pt x="21095" y="14955"/>
                  </a:cubicBezTo>
                  <a:lnTo>
                    <a:pt x="21035" y="14894"/>
                  </a:lnTo>
                  <a:lnTo>
                    <a:pt x="21004" y="14864"/>
                  </a:lnTo>
                  <a:cubicBezTo>
                    <a:pt x="20700" y="14924"/>
                    <a:pt x="20214" y="15016"/>
                    <a:pt x="19971" y="15076"/>
                  </a:cubicBezTo>
                  <a:lnTo>
                    <a:pt x="19758" y="15016"/>
                  </a:lnTo>
                  <a:lnTo>
                    <a:pt x="19697" y="15016"/>
                  </a:lnTo>
                  <a:cubicBezTo>
                    <a:pt x="19662" y="14992"/>
                    <a:pt x="19627" y="14982"/>
                    <a:pt x="19596" y="14982"/>
                  </a:cubicBezTo>
                  <a:cubicBezTo>
                    <a:pt x="19545" y="14982"/>
                    <a:pt x="19503" y="15008"/>
                    <a:pt x="19484" y="15046"/>
                  </a:cubicBezTo>
                  <a:lnTo>
                    <a:pt x="19424" y="15107"/>
                  </a:lnTo>
                  <a:cubicBezTo>
                    <a:pt x="19393" y="15107"/>
                    <a:pt x="19332" y="15107"/>
                    <a:pt x="19302" y="15076"/>
                  </a:cubicBezTo>
                  <a:cubicBezTo>
                    <a:pt x="19241" y="15046"/>
                    <a:pt x="19484" y="14985"/>
                    <a:pt x="19302" y="14955"/>
                  </a:cubicBezTo>
                  <a:lnTo>
                    <a:pt x="19184" y="14938"/>
                  </a:lnTo>
                  <a:lnTo>
                    <a:pt x="19184" y="14938"/>
                  </a:lnTo>
                  <a:lnTo>
                    <a:pt x="19211" y="14924"/>
                  </a:lnTo>
                  <a:cubicBezTo>
                    <a:pt x="19272" y="14894"/>
                    <a:pt x="19089" y="14712"/>
                    <a:pt x="19028" y="14620"/>
                  </a:cubicBezTo>
                  <a:cubicBezTo>
                    <a:pt x="18979" y="14571"/>
                    <a:pt x="19169" y="14482"/>
                    <a:pt x="19323" y="14482"/>
                  </a:cubicBezTo>
                  <a:cubicBezTo>
                    <a:pt x="19360" y="14482"/>
                    <a:pt x="19395" y="14487"/>
                    <a:pt x="19424" y="14499"/>
                  </a:cubicBezTo>
                  <a:cubicBezTo>
                    <a:pt x="19545" y="14560"/>
                    <a:pt x="19515" y="14620"/>
                    <a:pt x="19454" y="14620"/>
                  </a:cubicBezTo>
                  <a:cubicBezTo>
                    <a:pt x="19393" y="14620"/>
                    <a:pt x="19393" y="14681"/>
                    <a:pt x="19424" y="14712"/>
                  </a:cubicBezTo>
                  <a:cubicBezTo>
                    <a:pt x="19484" y="14772"/>
                    <a:pt x="19545" y="14803"/>
                    <a:pt x="19636" y="14833"/>
                  </a:cubicBezTo>
                  <a:cubicBezTo>
                    <a:pt x="19641" y="14837"/>
                    <a:pt x="19645" y="14839"/>
                    <a:pt x="19651" y="14839"/>
                  </a:cubicBezTo>
                  <a:cubicBezTo>
                    <a:pt x="19683" y="14839"/>
                    <a:pt x="19732" y="14768"/>
                    <a:pt x="19758" y="14742"/>
                  </a:cubicBezTo>
                  <a:cubicBezTo>
                    <a:pt x="19758" y="14681"/>
                    <a:pt x="19849" y="14651"/>
                    <a:pt x="19971" y="14651"/>
                  </a:cubicBezTo>
                  <a:lnTo>
                    <a:pt x="19971" y="14499"/>
                  </a:lnTo>
                  <a:lnTo>
                    <a:pt x="19971" y="14317"/>
                  </a:lnTo>
                  <a:cubicBezTo>
                    <a:pt x="20092" y="14347"/>
                    <a:pt x="20214" y="14377"/>
                    <a:pt x="20335" y="14377"/>
                  </a:cubicBezTo>
                  <a:cubicBezTo>
                    <a:pt x="20359" y="14354"/>
                    <a:pt x="20504" y="14296"/>
                    <a:pt x="20560" y="14296"/>
                  </a:cubicBezTo>
                  <a:cubicBezTo>
                    <a:pt x="20577" y="14296"/>
                    <a:pt x="20586" y="14302"/>
                    <a:pt x="20579" y="14317"/>
                  </a:cubicBezTo>
                  <a:cubicBezTo>
                    <a:pt x="20579" y="14342"/>
                    <a:pt x="20611" y="14352"/>
                    <a:pt x="20653" y="14352"/>
                  </a:cubicBezTo>
                  <a:cubicBezTo>
                    <a:pt x="20711" y="14352"/>
                    <a:pt x="20787" y="14334"/>
                    <a:pt x="20822" y="14317"/>
                  </a:cubicBezTo>
                  <a:cubicBezTo>
                    <a:pt x="20842" y="14303"/>
                    <a:pt x="20863" y="14297"/>
                    <a:pt x="20885" y="14297"/>
                  </a:cubicBezTo>
                  <a:cubicBezTo>
                    <a:pt x="20963" y="14297"/>
                    <a:pt x="21048" y="14374"/>
                    <a:pt x="21095" y="14468"/>
                  </a:cubicBezTo>
                  <a:lnTo>
                    <a:pt x="21278" y="14317"/>
                  </a:lnTo>
                  <a:cubicBezTo>
                    <a:pt x="21323" y="14301"/>
                    <a:pt x="21361" y="14294"/>
                    <a:pt x="21395" y="14294"/>
                  </a:cubicBezTo>
                  <a:cubicBezTo>
                    <a:pt x="21430" y="14294"/>
                    <a:pt x="21460" y="14301"/>
                    <a:pt x="21490" y="14317"/>
                  </a:cubicBezTo>
                  <a:cubicBezTo>
                    <a:pt x="21543" y="14369"/>
                    <a:pt x="21588" y="14389"/>
                    <a:pt x="21628" y="14389"/>
                  </a:cubicBezTo>
                  <a:cubicBezTo>
                    <a:pt x="21705" y="14389"/>
                    <a:pt x="21765" y="14316"/>
                    <a:pt x="21825" y="14256"/>
                  </a:cubicBezTo>
                  <a:lnTo>
                    <a:pt x="22220" y="13952"/>
                  </a:lnTo>
                  <a:cubicBezTo>
                    <a:pt x="22281" y="13952"/>
                    <a:pt x="22311" y="13982"/>
                    <a:pt x="22342" y="13982"/>
                  </a:cubicBezTo>
                  <a:cubicBezTo>
                    <a:pt x="22454" y="14095"/>
                    <a:pt x="22584" y="14157"/>
                    <a:pt x="22717" y="14157"/>
                  </a:cubicBezTo>
                  <a:cubicBezTo>
                    <a:pt x="22764" y="14157"/>
                    <a:pt x="22811" y="14150"/>
                    <a:pt x="22858" y="14134"/>
                  </a:cubicBezTo>
                  <a:lnTo>
                    <a:pt x="23193" y="14104"/>
                  </a:lnTo>
                  <a:cubicBezTo>
                    <a:pt x="23284" y="14138"/>
                    <a:pt x="23379" y="14155"/>
                    <a:pt x="23473" y="14155"/>
                  </a:cubicBezTo>
                  <a:cubicBezTo>
                    <a:pt x="23628" y="14155"/>
                    <a:pt x="23778" y="14108"/>
                    <a:pt x="23892" y="14013"/>
                  </a:cubicBezTo>
                  <a:lnTo>
                    <a:pt x="24196" y="14013"/>
                  </a:lnTo>
                  <a:cubicBezTo>
                    <a:pt x="24198" y="14015"/>
                    <a:pt x="24201" y="14017"/>
                    <a:pt x="24203" y="14017"/>
                  </a:cubicBezTo>
                  <a:cubicBezTo>
                    <a:pt x="24227" y="14017"/>
                    <a:pt x="24234" y="13891"/>
                    <a:pt x="24317" y="13891"/>
                  </a:cubicBezTo>
                  <a:cubicBezTo>
                    <a:pt x="24378" y="13891"/>
                    <a:pt x="24439" y="13952"/>
                    <a:pt x="24530" y="13952"/>
                  </a:cubicBezTo>
                  <a:cubicBezTo>
                    <a:pt x="24568" y="13964"/>
                    <a:pt x="24606" y="13972"/>
                    <a:pt x="24643" y="13972"/>
                  </a:cubicBezTo>
                  <a:cubicBezTo>
                    <a:pt x="24697" y="13972"/>
                    <a:pt x="24750" y="13957"/>
                    <a:pt x="24804" y="13921"/>
                  </a:cubicBezTo>
                  <a:cubicBezTo>
                    <a:pt x="24840" y="13907"/>
                    <a:pt x="24866" y="13901"/>
                    <a:pt x="24885" y="13901"/>
                  </a:cubicBezTo>
                  <a:cubicBezTo>
                    <a:pt x="24944" y="13901"/>
                    <a:pt x="24932" y="13959"/>
                    <a:pt x="24956" y="13982"/>
                  </a:cubicBezTo>
                  <a:cubicBezTo>
                    <a:pt x="24956" y="14013"/>
                    <a:pt x="24986" y="14043"/>
                    <a:pt x="25047" y="14043"/>
                  </a:cubicBezTo>
                  <a:lnTo>
                    <a:pt x="25260" y="14043"/>
                  </a:lnTo>
                  <a:lnTo>
                    <a:pt x="25563" y="14104"/>
                  </a:lnTo>
                  <a:cubicBezTo>
                    <a:pt x="25632" y="14035"/>
                    <a:pt x="25717" y="14001"/>
                    <a:pt x="25807" y="14001"/>
                  </a:cubicBezTo>
                  <a:cubicBezTo>
                    <a:pt x="25837" y="14001"/>
                    <a:pt x="25867" y="14005"/>
                    <a:pt x="25898" y="14013"/>
                  </a:cubicBezTo>
                  <a:cubicBezTo>
                    <a:pt x="25926" y="14069"/>
                    <a:pt x="26110" y="14229"/>
                    <a:pt x="26233" y="14229"/>
                  </a:cubicBezTo>
                  <a:cubicBezTo>
                    <a:pt x="26244" y="14229"/>
                    <a:pt x="26253" y="14228"/>
                    <a:pt x="26263" y="14225"/>
                  </a:cubicBezTo>
                  <a:cubicBezTo>
                    <a:pt x="26384" y="14195"/>
                    <a:pt x="26445" y="14134"/>
                    <a:pt x="26415" y="14073"/>
                  </a:cubicBezTo>
                  <a:lnTo>
                    <a:pt x="26415" y="14043"/>
                  </a:lnTo>
                  <a:cubicBezTo>
                    <a:pt x="26415" y="13982"/>
                    <a:pt x="26445" y="13952"/>
                    <a:pt x="26475" y="13921"/>
                  </a:cubicBezTo>
                  <a:cubicBezTo>
                    <a:pt x="26504" y="13892"/>
                    <a:pt x="26521" y="13882"/>
                    <a:pt x="26531" y="13882"/>
                  </a:cubicBezTo>
                  <a:cubicBezTo>
                    <a:pt x="26553" y="13882"/>
                    <a:pt x="26546" y="13931"/>
                    <a:pt x="26567" y="13952"/>
                  </a:cubicBezTo>
                  <a:lnTo>
                    <a:pt x="26658" y="14073"/>
                  </a:lnTo>
                  <a:cubicBezTo>
                    <a:pt x="26719" y="14013"/>
                    <a:pt x="26779" y="13921"/>
                    <a:pt x="26749" y="13861"/>
                  </a:cubicBezTo>
                  <a:lnTo>
                    <a:pt x="26749" y="13861"/>
                  </a:lnTo>
                  <a:lnTo>
                    <a:pt x="26901" y="13921"/>
                  </a:lnTo>
                  <a:cubicBezTo>
                    <a:pt x="26966" y="13965"/>
                    <a:pt x="27038" y="13973"/>
                    <a:pt x="27113" y="13973"/>
                  </a:cubicBezTo>
                  <a:cubicBezTo>
                    <a:pt x="27163" y="13973"/>
                    <a:pt x="27213" y="13969"/>
                    <a:pt x="27263" y="13969"/>
                  </a:cubicBezTo>
                  <a:cubicBezTo>
                    <a:pt x="27350" y="13969"/>
                    <a:pt x="27434" y="13981"/>
                    <a:pt x="27509" y="14043"/>
                  </a:cubicBezTo>
                  <a:lnTo>
                    <a:pt x="27539" y="14043"/>
                  </a:lnTo>
                  <a:cubicBezTo>
                    <a:pt x="27569" y="14025"/>
                    <a:pt x="27597" y="14018"/>
                    <a:pt x="27623" y="14018"/>
                  </a:cubicBezTo>
                  <a:cubicBezTo>
                    <a:pt x="27734" y="14018"/>
                    <a:pt x="27813" y="14146"/>
                    <a:pt x="27813" y="14195"/>
                  </a:cubicBezTo>
                  <a:cubicBezTo>
                    <a:pt x="27813" y="14256"/>
                    <a:pt x="27722" y="14347"/>
                    <a:pt x="27600" y="14408"/>
                  </a:cubicBezTo>
                  <a:lnTo>
                    <a:pt x="27813" y="14438"/>
                  </a:lnTo>
                  <a:cubicBezTo>
                    <a:pt x="27829" y="14442"/>
                    <a:pt x="27843" y="14444"/>
                    <a:pt x="27854" y="14444"/>
                  </a:cubicBezTo>
                  <a:cubicBezTo>
                    <a:pt x="27927" y="14444"/>
                    <a:pt x="27904" y="14365"/>
                    <a:pt x="27904" y="14286"/>
                  </a:cubicBezTo>
                  <a:lnTo>
                    <a:pt x="27904" y="14225"/>
                  </a:lnTo>
                  <a:cubicBezTo>
                    <a:pt x="27904" y="14139"/>
                    <a:pt x="28068" y="13889"/>
                    <a:pt x="28188" y="13889"/>
                  </a:cubicBezTo>
                  <a:cubicBezTo>
                    <a:pt x="28195" y="13889"/>
                    <a:pt x="28202" y="13889"/>
                    <a:pt x="28208" y="13891"/>
                  </a:cubicBezTo>
                  <a:cubicBezTo>
                    <a:pt x="28240" y="13899"/>
                    <a:pt x="28271" y="13903"/>
                    <a:pt x="28298" y="13903"/>
                  </a:cubicBezTo>
                  <a:cubicBezTo>
                    <a:pt x="28372" y="13903"/>
                    <a:pt x="28421" y="13875"/>
                    <a:pt x="28421" y="13830"/>
                  </a:cubicBezTo>
                  <a:lnTo>
                    <a:pt x="28421" y="13678"/>
                  </a:lnTo>
                  <a:cubicBezTo>
                    <a:pt x="28633" y="13739"/>
                    <a:pt x="28846" y="13800"/>
                    <a:pt x="29059" y="13830"/>
                  </a:cubicBezTo>
                  <a:cubicBezTo>
                    <a:pt x="29241" y="13800"/>
                    <a:pt x="29424" y="13739"/>
                    <a:pt x="29606" y="13678"/>
                  </a:cubicBezTo>
                  <a:lnTo>
                    <a:pt x="29819" y="13617"/>
                  </a:lnTo>
                  <a:lnTo>
                    <a:pt x="29880" y="13617"/>
                  </a:lnTo>
                  <a:cubicBezTo>
                    <a:pt x="30001" y="13617"/>
                    <a:pt x="29971" y="13709"/>
                    <a:pt x="29849" y="13830"/>
                  </a:cubicBezTo>
                  <a:lnTo>
                    <a:pt x="29728" y="13861"/>
                  </a:lnTo>
                  <a:lnTo>
                    <a:pt x="29576" y="13921"/>
                  </a:lnTo>
                  <a:cubicBezTo>
                    <a:pt x="29393" y="13952"/>
                    <a:pt x="29302" y="14043"/>
                    <a:pt x="29333" y="14134"/>
                  </a:cubicBezTo>
                  <a:lnTo>
                    <a:pt x="29515" y="14043"/>
                  </a:lnTo>
                  <a:cubicBezTo>
                    <a:pt x="29667" y="13982"/>
                    <a:pt x="29849" y="14013"/>
                    <a:pt x="29971" y="13830"/>
                  </a:cubicBezTo>
                  <a:lnTo>
                    <a:pt x="30032" y="13769"/>
                  </a:lnTo>
                  <a:cubicBezTo>
                    <a:pt x="30168" y="13754"/>
                    <a:pt x="30313" y="13747"/>
                    <a:pt x="30457" y="13747"/>
                  </a:cubicBezTo>
                  <a:cubicBezTo>
                    <a:pt x="30602" y="13747"/>
                    <a:pt x="30746" y="13754"/>
                    <a:pt x="30883" y="13769"/>
                  </a:cubicBezTo>
                  <a:lnTo>
                    <a:pt x="31369" y="13769"/>
                  </a:lnTo>
                  <a:cubicBezTo>
                    <a:pt x="31643" y="13739"/>
                    <a:pt x="31977" y="13557"/>
                    <a:pt x="31947" y="13526"/>
                  </a:cubicBezTo>
                  <a:cubicBezTo>
                    <a:pt x="31916" y="13496"/>
                    <a:pt x="31931" y="13481"/>
                    <a:pt x="31973" y="13481"/>
                  </a:cubicBezTo>
                  <a:close/>
                  <a:moveTo>
                    <a:pt x="29978" y="14822"/>
                  </a:moveTo>
                  <a:cubicBezTo>
                    <a:pt x="30098" y="14822"/>
                    <a:pt x="30184" y="14856"/>
                    <a:pt x="30184" y="14924"/>
                  </a:cubicBezTo>
                  <a:lnTo>
                    <a:pt x="30153" y="14955"/>
                  </a:lnTo>
                  <a:cubicBezTo>
                    <a:pt x="30153" y="15016"/>
                    <a:pt x="30123" y="15046"/>
                    <a:pt x="30032" y="15076"/>
                  </a:cubicBezTo>
                  <a:cubicBezTo>
                    <a:pt x="29971" y="15137"/>
                    <a:pt x="29971" y="15168"/>
                    <a:pt x="30032" y="15198"/>
                  </a:cubicBezTo>
                  <a:lnTo>
                    <a:pt x="30062" y="15228"/>
                  </a:lnTo>
                  <a:cubicBezTo>
                    <a:pt x="30047" y="15274"/>
                    <a:pt x="30016" y="15297"/>
                    <a:pt x="29982" y="15297"/>
                  </a:cubicBezTo>
                  <a:cubicBezTo>
                    <a:pt x="29948" y="15297"/>
                    <a:pt x="29910" y="15274"/>
                    <a:pt x="29880" y="15228"/>
                  </a:cubicBezTo>
                  <a:lnTo>
                    <a:pt x="29880" y="15168"/>
                  </a:lnTo>
                  <a:cubicBezTo>
                    <a:pt x="29880" y="15076"/>
                    <a:pt x="29880" y="15016"/>
                    <a:pt x="29728" y="15016"/>
                  </a:cubicBezTo>
                  <a:cubicBezTo>
                    <a:pt x="29637" y="15016"/>
                    <a:pt x="29637" y="14864"/>
                    <a:pt x="29728" y="14864"/>
                  </a:cubicBezTo>
                  <a:lnTo>
                    <a:pt x="29849" y="14833"/>
                  </a:lnTo>
                  <a:cubicBezTo>
                    <a:pt x="29895" y="14826"/>
                    <a:pt x="29939" y="14822"/>
                    <a:pt x="29978" y="14822"/>
                  </a:cubicBezTo>
                  <a:close/>
                  <a:moveTo>
                    <a:pt x="18269" y="14225"/>
                  </a:moveTo>
                  <a:cubicBezTo>
                    <a:pt x="18329" y="14225"/>
                    <a:pt x="18329" y="14256"/>
                    <a:pt x="18329" y="14286"/>
                  </a:cubicBezTo>
                  <a:lnTo>
                    <a:pt x="18329" y="14317"/>
                  </a:lnTo>
                  <a:lnTo>
                    <a:pt x="18329" y="14499"/>
                  </a:lnTo>
                  <a:cubicBezTo>
                    <a:pt x="18390" y="14620"/>
                    <a:pt x="18816" y="14712"/>
                    <a:pt x="18876" y="14772"/>
                  </a:cubicBezTo>
                  <a:cubicBezTo>
                    <a:pt x="18937" y="14803"/>
                    <a:pt x="18937" y="14955"/>
                    <a:pt x="18846" y="15046"/>
                  </a:cubicBezTo>
                  <a:lnTo>
                    <a:pt x="18694" y="14894"/>
                  </a:lnTo>
                  <a:lnTo>
                    <a:pt x="18603" y="14894"/>
                  </a:lnTo>
                  <a:cubicBezTo>
                    <a:pt x="18572" y="14894"/>
                    <a:pt x="18512" y="14924"/>
                    <a:pt x="18512" y="14955"/>
                  </a:cubicBezTo>
                  <a:cubicBezTo>
                    <a:pt x="18512" y="14985"/>
                    <a:pt x="18572" y="15046"/>
                    <a:pt x="18572" y="15046"/>
                  </a:cubicBezTo>
                  <a:cubicBezTo>
                    <a:pt x="18626" y="15054"/>
                    <a:pt x="18677" y="15057"/>
                    <a:pt x="18727" y="15057"/>
                  </a:cubicBezTo>
                  <a:cubicBezTo>
                    <a:pt x="18854" y="15057"/>
                    <a:pt x="18972" y="15033"/>
                    <a:pt x="19089" y="14983"/>
                  </a:cubicBezTo>
                  <a:lnTo>
                    <a:pt x="19089" y="14983"/>
                  </a:lnTo>
                  <a:cubicBezTo>
                    <a:pt x="19089" y="15092"/>
                    <a:pt x="19089" y="15217"/>
                    <a:pt x="19089" y="15320"/>
                  </a:cubicBezTo>
                  <a:lnTo>
                    <a:pt x="19028" y="15259"/>
                  </a:lnTo>
                  <a:lnTo>
                    <a:pt x="18846" y="15137"/>
                  </a:lnTo>
                  <a:cubicBezTo>
                    <a:pt x="18664" y="15137"/>
                    <a:pt x="18481" y="15076"/>
                    <a:pt x="18390" y="14924"/>
                  </a:cubicBezTo>
                  <a:cubicBezTo>
                    <a:pt x="18360" y="14833"/>
                    <a:pt x="18481" y="14651"/>
                    <a:pt x="18481" y="14651"/>
                  </a:cubicBezTo>
                  <a:lnTo>
                    <a:pt x="18481" y="14651"/>
                  </a:lnTo>
                  <a:cubicBezTo>
                    <a:pt x="18360" y="14712"/>
                    <a:pt x="18238" y="14803"/>
                    <a:pt x="18147" y="14924"/>
                  </a:cubicBezTo>
                  <a:cubicBezTo>
                    <a:pt x="18147" y="14985"/>
                    <a:pt x="18117" y="15076"/>
                    <a:pt x="18117" y="15168"/>
                  </a:cubicBezTo>
                  <a:lnTo>
                    <a:pt x="18056" y="15198"/>
                  </a:lnTo>
                  <a:cubicBezTo>
                    <a:pt x="17995" y="15228"/>
                    <a:pt x="17904" y="15259"/>
                    <a:pt x="17813" y="15259"/>
                  </a:cubicBezTo>
                  <a:lnTo>
                    <a:pt x="17752" y="15259"/>
                  </a:lnTo>
                  <a:cubicBezTo>
                    <a:pt x="17727" y="15209"/>
                    <a:pt x="17662" y="15160"/>
                    <a:pt x="17622" y="15160"/>
                  </a:cubicBezTo>
                  <a:cubicBezTo>
                    <a:pt x="17613" y="15160"/>
                    <a:pt x="17605" y="15162"/>
                    <a:pt x="17600" y="15168"/>
                  </a:cubicBezTo>
                  <a:lnTo>
                    <a:pt x="17569" y="15198"/>
                  </a:lnTo>
                  <a:lnTo>
                    <a:pt x="17539" y="15228"/>
                  </a:lnTo>
                  <a:lnTo>
                    <a:pt x="17387" y="15228"/>
                  </a:lnTo>
                  <a:lnTo>
                    <a:pt x="17357" y="15168"/>
                  </a:lnTo>
                  <a:lnTo>
                    <a:pt x="17296" y="15107"/>
                  </a:lnTo>
                  <a:cubicBezTo>
                    <a:pt x="17265" y="14985"/>
                    <a:pt x="17296" y="14864"/>
                    <a:pt x="17417" y="14833"/>
                  </a:cubicBezTo>
                  <a:cubicBezTo>
                    <a:pt x="17448" y="14833"/>
                    <a:pt x="17478" y="14833"/>
                    <a:pt x="17509" y="14803"/>
                  </a:cubicBezTo>
                  <a:cubicBezTo>
                    <a:pt x="17417" y="14772"/>
                    <a:pt x="17357" y="14772"/>
                    <a:pt x="17265" y="14772"/>
                  </a:cubicBezTo>
                  <a:cubicBezTo>
                    <a:pt x="17205" y="14772"/>
                    <a:pt x="17113" y="14864"/>
                    <a:pt x="17053" y="14955"/>
                  </a:cubicBezTo>
                  <a:lnTo>
                    <a:pt x="16992" y="15046"/>
                  </a:lnTo>
                  <a:cubicBezTo>
                    <a:pt x="16992" y="15107"/>
                    <a:pt x="16962" y="15168"/>
                    <a:pt x="16901" y="15168"/>
                  </a:cubicBezTo>
                  <a:cubicBezTo>
                    <a:pt x="16840" y="15228"/>
                    <a:pt x="16749" y="15259"/>
                    <a:pt x="16658" y="15259"/>
                  </a:cubicBezTo>
                  <a:cubicBezTo>
                    <a:pt x="16627" y="15259"/>
                    <a:pt x="16597" y="15228"/>
                    <a:pt x="16597" y="15198"/>
                  </a:cubicBezTo>
                  <a:cubicBezTo>
                    <a:pt x="16566" y="15198"/>
                    <a:pt x="16597" y="15137"/>
                    <a:pt x="16597" y="15137"/>
                  </a:cubicBezTo>
                  <a:lnTo>
                    <a:pt x="16688" y="15076"/>
                  </a:lnTo>
                  <a:cubicBezTo>
                    <a:pt x="16840" y="15016"/>
                    <a:pt x="16779" y="14894"/>
                    <a:pt x="16566" y="14833"/>
                  </a:cubicBezTo>
                  <a:lnTo>
                    <a:pt x="16384" y="14772"/>
                  </a:lnTo>
                  <a:cubicBezTo>
                    <a:pt x="16372" y="14772"/>
                    <a:pt x="16350" y="14768"/>
                    <a:pt x="16332" y="14768"/>
                  </a:cubicBezTo>
                  <a:cubicBezTo>
                    <a:pt x="16305" y="14768"/>
                    <a:pt x="16287" y="14779"/>
                    <a:pt x="16323" y="14833"/>
                  </a:cubicBezTo>
                  <a:lnTo>
                    <a:pt x="16323" y="14864"/>
                  </a:lnTo>
                  <a:cubicBezTo>
                    <a:pt x="16354" y="14894"/>
                    <a:pt x="16171" y="14924"/>
                    <a:pt x="15958" y="14924"/>
                  </a:cubicBezTo>
                  <a:lnTo>
                    <a:pt x="15867" y="14742"/>
                  </a:lnTo>
                  <a:lnTo>
                    <a:pt x="15867" y="14738"/>
                  </a:lnTo>
                  <a:lnTo>
                    <a:pt x="15867" y="14738"/>
                  </a:lnTo>
                  <a:cubicBezTo>
                    <a:pt x="15938" y="14724"/>
                    <a:pt x="16009" y="14705"/>
                    <a:pt x="16080" y="14681"/>
                  </a:cubicBezTo>
                  <a:lnTo>
                    <a:pt x="16262" y="14590"/>
                  </a:lnTo>
                  <a:cubicBezTo>
                    <a:pt x="16278" y="14575"/>
                    <a:pt x="16293" y="14567"/>
                    <a:pt x="16308" y="14567"/>
                  </a:cubicBezTo>
                  <a:cubicBezTo>
                    <a:pt x="16323" y="14567"/>
                    <a:pt x="16338" y="14575"/>
                    <a:pt x="16354" y="14590"/>
                  </a:cubicBezTo>
                  <a:lnTo>
                    <a:pt x="16475" y="14681"/>
                  </a:lnTo>
                  <a:lnTo>
                    <a:pt x="16962" y="14529"/>
                  </a:lnTo>
                  <a:lnTo>
                    <a:pt x="17083" y="14620"/>
                  </a:lnTo>
                  <a:cubicBezTo>
                    <a:pt x="17154" y="14651"/>
                    <a:pt x="17222" y="14661"/>
                    <a:pt x="17287" y="14661"/>
                  </a:cubicBezTo>
                  <a:cubicBezTo>
                    <a:pt x="17417" y="14661"/>
                    <a:pt x="17539" y="14620"/>
                    <a:pt x="17661" y="14620"/>
                  </a:cubicBezTo>
                  <a:lnTo>
                    <a:pt x="17873" y="14620"/>
                  </a:lnTo>
                  <a:cubicBezTo>
                    <a:pt x="17879" y="14638"/>
                    <a:pt x="17889" y="14645"/>
                    <a:pt x="17903" y="14645"/>
                  </a:cubicBezTo>
                  <a:cubicBezTo>
                    <a:pt x="17958" y="14645"/>
                    <a:pt x="18067" y="14512"/>
                    <a:pt x="18117" y="14438"/>
                  </a:cubicBezTo>
                  <a:cubicBezTo>
                    <a:pt x="18147" y="14347"/>
                    <a:pt x="18238" y="14225"/>
                    <a:pt x="18269" y="14225"/>
                  </a:cubicBezTo>
                  <a:close/>
                  <a:moveTo>
                    <a:pt x="15803" y="14750"/>
                  </a:moveTo>
                  <a:cubicBezTo>
                    <a:pt x="15770" y="14804"/>
                    <a:pt x="15746" y="14898"/>
                    <a:pt x="15746" y="14955"/>
                  </a:cubicBezTo>
                  <a:cubicBezTo>
                    <a:pt x="15746" y="15016"/>
                    <a:pt x="15928" y="15046"/>
                    <a:pt x="15958" y="15046"/>
                  </a:cubicBezTo>
                  <a:cubicBezTo>
                    <a:pt x="16019" y="15046"/>
                    <a:pt x="16050" y="15107"/>
                    <a:pt x="16080" y="15198"/>
                  </a:cubicBezTo>
                  <a:lnTo>
                    <a:pt x="16050" y="15228"/>
                  </a:lnTo>
                  <a:lnTo>
                    <a:pt x="15958" y="15320"/>
                  </a:lnTo>
                  <a:cubicBezTo>
                    <a:pt x="15853" y="15337"/>
                    <a:pt x="15778" y="15355"/>
                    <a:pt x="15734" y="15355"/>
                  </a:cubicBezTo>
                  <a:cubicBezTo>
                    <a:pt x="15701" y="15355"/>
                    <a:pt x="15685" y="15345"/>
                    <a:pt x="15685" y="15320"/>
                  </a:cubicBezTo>
                  <a:lnTo>
                    <a:pt x="15654" y="15259"/>
                  </a:lnTo>
                  <a:cubicBezTo>
                    <a:pt x="15624" y="15228"/>
                    <a:pt x="15563" y="15168"/>
                    <a:pt x="15533" y="15168"/>
                  </a:cubicBezTo>
                  <a:cubicBezTo>
                    <a:pt x="15411" y="15198"/>
                    <a:pt x="15442" y="15259"/>
                    <a:pt x="15503" y="15320"/>
                  </a:cubicBezTo>
                  <a:lnTo>
                    <a:pt x="15503" y="15350"/>
                  </a:lnTo>
                  <a:cubicBezTo>
                    <a:pt x="15520" y="15368"/>
                    <a:pt x="15497" y="15385"/>
                    <a:pt x="15445" y="15385"/>
                  </a:cubicBezTo>
                  <a:cubicBezTo>
                    <a:pt x="15407" y="15385"/>
                    <a:pt x="15354" y="15376"/>
                    <a:pt x="15290" y="15350"/>
                  </a:cubicBezTo>
                  <a:lnTo>
                    <a:pt x="15199" y="15320"/>
                  </a:lnTo>
                  <a:cubicBezTo>
                    <a:pt x="15168" y="15320"/>
                    <a:pt x="15138" y="15259"/>
                    <a:pt x="15138" y="15259"/>
                  </a:cubicBezTo>
                  <a:cubicBezTo>
                    <a:pt x="15168" y="15168"/>
                    <a:pt x="15229" y="15046"/>
                    <a:pt x="15229" y="15046"/>
                  </a:cubicBezTo>
                  <a:cubicBezTo>
                    <a:pt x="15229" y="15016"/>
                    <a:pt x="15199" y="14985"/>
                    <a:pt x="15168" y="14985"/>
                  </a:cubicBezTo>
                  <a:lnTo>
                    <a:pt x="15077" y="14985"/>
                  </a:lnTo>
                  <a:lnTo>
                    <a:pt x="15047" y="15016"/>
                  </a:lnTo>
                  <a:cubicBezTo>
                    <a:pt x="15047" y="15046"/>
                    <a:pt x="15077" y="15289"/>
                    <a:pt x="15016" y="15350"/>
                  </a:cubicBezTo>
                  <a:cubicBezTo>
                    <a:pt x="14925" y="15411"/>
                    <a:pt x="14834" y="15441"/>
                    <a:pt x="14743" y="15472"/>
                  </a:cubicBezTo>
                  <a:cubicBezTo>
                    <a:pt x="14682" y="15472"/>
                    <a:pt x="14621" y="15289"/>
                    <a:pt x="14621" y="15228"/>
                  </a:cubicBezTo>
                  <a:cubicBezTo>
                    <a:pt x="14621" y="15168"/>
                    <a:pt x="14651" y="15107"/>
                    <a:pt x="14712" y="15076"/>
                  </a:cubicBezTo>
                  <a:lnTo>
                    <a:pt x="14834" y="15076"/>
                  </a:lnTo>
                  <a:cubicBezTo>
                    <a:pt x="14875" y="15035"/>
                    <a:pt x="14889" y="14936"/>
                    <a:pt x="14873" y="14888"/>
                  </a:cubicBezTo>
                  <a:lnTo>
                    <a:pt x="14873" y="14888"/>
                  </a:lnTo>
                  <a:cubicBezTo>
                    <a:pt x="15031" y="14875"/>
                    <a:pt x="15184" y="14841"/>
                    <a:pt x="15320" y="14772"/>
                  </a:cubicBezTo>
                  <a:cubicBezTo>
                    <a:pt x="15330" y="14762"/>
                    <a:pt x="15340" y="14759"/>
                    <a:pt x="15352" y="14759"/>
                  </a:cubicBezTo>
                  <a:cubicBezTo>
                    <a:pt x="15374" y="14759"/>
                    <a:pt x="15401" y="14772"/>
                    <a:pt x="15442" y="14772"/>
                  </a:cubicBezTo>
                  <a:lnTo>
                    <a:pt x="15533" y="14772"/>
                  </a:lnTo>
                  <a:cubicBezTo>
                    <a:pt x="15623" y="14772"/>
                    <a:pt x="15713" y="14765"/>
                    <a:pt x="15803" y="14750"/>
                  </a:cubicBezTo>
                  <a:close/>
                  <a:moveTo>
                    <a:pt x="11521" y="15380"/>
                  </a:moveTo>
                  <a:cubicBezTo>
                    <a:pt x="11612" y="15441"/>
                    <a:pt x="11551" y="15502"/>
                    <a:pt x="11521" y="15532"/>
                  </a:cubicBezTo>
                  <a:cubicBezTo>
                    <a:pt x="11457" y="15532"/>
                    <a:pt x="11394" y="15538"/>
                    <a:pt x="11330" y="15544"/>
                  </a:cubicBezTo>
                  <a:lnTo>
                    <a:pt x="11330" y="15544"/>
                  </a:lnTo>
                  <a:lnTo>
                    <a:pt x="11521" y="15380"/>
                  </a:lnTo>
                  <a:close/>
                  <a:moveTo>
                    <a:pt x="26840" y="15137"/>
                  </a:moveTo>
                  <a:cubicBezTo>
                    <a:pt x="26901" y="15137"/>
                    <a:pt x="26992" y="15198"/>
                    <a:pt x="27083" y="15198"/>
                  </a:cubicBezTo>
                  <a:cubicBezTo>
                    <a:pt x="27326" y="15228"/>
                    <a:pt x="27114" y="15320"/>
                    <a:pt x="27144" y="15350"/>
                  </a:cubicBezTo>
                  <a:lnTo>
                    <a:pt x="27174" y="15411"/>
                  </a:lnTo>
                  <a:cubicBezTo>
                    <a:pt x="27209" y="15434"/>
                    <a:pt x="27200" y="15444"/>
                    <a:pt x="27173" y="15444"/>
                  </a:cubicBezTo>
                  <a:cubicBezTo>
                    <a:pt x="27130" y="15444"/>
                    <a:pt x="27041" y="15418"/>
                    <a:pt x="27022" y="15380"/>
                  </a:cubicBezTo>
                  <a:cubicBezTo>
                    <a:pt x="27007" y="15350"/>
                    <a:pt x="26984" y="15335"/>
                    <a:pt x="26962" y="15335"/>
                  </a:cubicBezTo>
                  <a:cubicBezTo>
                    <a:pt x="26939" y="15335"/>
                    <a:pt x="26916" y="15350"/>
                    <a:pt x="26901" y="15380"/>
                  </a:cubicBezTo>
                  <a:cubicBezTo>
                    <a:pt x="26840" y="15472"/>
                    <a:pt x="26779" y="15563"/>
                    <a:pt x="26719" y="15624"/>
                  </a:cubicBezTo>
                  <a:lnTo>
                    <a:pt x="26688" y="15624"/>
                  </a:lnTo>
                  <a:cubicBezTo>
                    <a:pt x="26627" y="15593"/>
                    <a:pt x="26627" y="15563"/>
                    <a:pt x="26627" y="15532"/>
                  </a:cubicBezTo>
                  <a:lnTo>
                    <a:pt x="26627" y="15472"/>
                  </a:lnTo>
                  <a:cubicBezTo>
                    <a:pt x="26688" y="15380"/>
                    <a:pt x="26719" y="15289"/>
                    <a:pt x="26719" y="15198"/>
                  </a:cubicBezTo>
                  <a:lnTo>
                    <a:pt x="26840" y="15137"/>
                  </a:lnTo>
                  <a:close/>
                  <a:moveTo>
                    <a:pt x="28907" y="14955"/>
                  </a:moveTo>
                  <a:cubicBezTo>
                    <a:pt x="28968" y="14955"/>
                    <a:pt x="29059" y="14985"/>
                    <a:pt x="29059" y="14985"/>
                  </a:cubicBezTo>
                  <a:cubicBezTo>
                    <a:pt x="29076" y="15088"/>
                    <a:pt x="29103" y="15123"/>
                    <a:pt x="29151" y="15123"/>
                  </a:cubicBezTo>
                  <a:cubicBezTo>
                    <a:pt x="29187" y="15123"/>
                    <a:pt x="29236" y="15103"/>
                    <a:pt x="29302" y="15076"/>
                  </a:cubicBezTo>
                  <a:lnTo>
                    <a:pt x="29333" y="15046"/>
                  </a:lnTo>
                  <a:cubicBezTo>
                    <a:pt x="29393" y="15046"/>
                    <a:pt x="29454" y="15107"/>
                    <a:pt x="29454" y="15137"/>
                  </a:cubicBezTo>
                  <a:cubicBezTo>
                    <a:pt x="29454" y="15198"/>
                    <a:pt x="29424" y="15259"/>
                    <a:pt x="29424" y="15320"/>
                  </a:cubicBezTo>
                  <a:lnTo>
                    <a:pt x="29606" y="15289"/>
                  </a:lnTo>
                  <a:cubicBezTo>
                    <a:pt x="29667" y="15289"/>
                    <a:pt x="29728" y="15289"/>
                    <a:pt x="29788" y="15320"/>
                  </a:cubicBezTo>
                  <a:lnTo>
                    <a:pt x="29849" y="15380"/>
                  </a:lnTo>
                  <a:cubicBezTo>
                    <a:pt x="29849" y="15441"/>
                    <a:pt x="29880" y="15532"/>
                    <a:pt x="29880" y="15624"/>
                  </a:cubicBezTo>
                  <a:cubicBezTo>
                    <a:pt x="29849" y="15654"/>
                    <a:pt x="29788" y="15654"/>
                    <a:pt x="29697" y="15654"/>
                  </a:cubicBezTo>
                  <a:lnTo>
                    <a:pt x="29667" y="15563"/>
                  </a:lnTo>
                  <a:cubicBezTo>
                    <a:pt x="29637" y="15532"/>
                    <a:pt x="29606" y="15502"/>
                    <a:pt x="29576" y="15472"/>
                  </a:cubicBezTo>
                  <a:lnTo>
                    <a:pt x="29515" y="15472"/>
                  </a:lnTo>
                  <a:cubicBezTo>
                    <a:pt x="29454" y="15472"/>
                    <a:pt x="29393" y="15532"/>
                    <a:pt x="29393" y="15593"/>
                  </a:cubicBezTo>
                  <a:lnTo>
                    <a:pt x="29454" y="15624"/>
                  </a:lnTo>
                  <a:lnTo>
                    <a:pt x="29454" y="15654"/>
                  </a:lnTo>
                  <a:cubicBezTo>
                    <a:pt x="29515" y="15654"/>
                    <a:pt x="29576" y="15715"/>
                    <a:pt x="29545" y="15775"/>
                  </a:cubicBezTo>
                  <a:lnTo>
                    <a:pt x="29393" y="15775"/>
                  </a:lnTo>
                  <a:cubicBezTo>
                    <a:pt x="29378" y="15779"/>
                    <a:pt x="29362" y="15780"/>
                    <a:pt x="29346" y="15780"/>
                  </a:cubicBezTo>
                  <a:cubicBezTo>
                    <a:pt x="29212" y="15780"/>
                    <a:pt x="29089" y="15665"/>
                    <a:pt x="29089" y="15502"/>
                  </a:cubicBezTo>
                  <a:cubicBezTo>
                    <a:pt x="29089" y="15380"/>
                    <a:pt x="28846" y="15016"/>
                    <a:pt x="28907" y="14955"/>
                  </a:cubicBezTo>
                  <a:close/>
                  <a:moveTo>
                    <a:pt x="19399" y="15615"/>
                  </a:moveTo>
                  <a:cubicBezTo>
                    <a:pt x="19415" y="15615"/>
                    <a:pt x="19460" y="15660"/>
                    <a:pt x="19484" y="15684"/>
                  </a:cubicBezTo>
                  <a:lnTo>
                    <a:pt x="19545" y="15745"/>
                  </a:lnTo>
                  <a:cubicBezTo>
                    <a:pt x="19636" y="15867"/>
                    <a:pt x="19667" y="15958"/>
                    <a:pt x="19667" y="15988"/>
                  </a:cubicBezTo>
                  <a:cubicBezTo>
                    <a:pt x="19636" y="15988"/>
                    <a:pt x="19393" y="15867"/>
                    <a:pt x="19272" y="15867"/>
                  </a:cubicBezTo>
                  <a:lnTo>
                    <a:pt x="19332" y="15867"/>
                  </a:lnTo>
                  <a:lnTo>
                    <a:pt x="19302" y="15715"/>
                  </a:lnTo>
                  <a:cubicBezTo>
                    <a:pt x="19272" y="15684"/>
                    <a:pt x="19363" y="15624"/>
                    <a:pt x="19393" y="15624"/>
                  </a:cubicBezTo>
                  <a:cubicBezTo>
                    <a:pt x="19393" y="15618"/>
                    <a:pt x="19395" y="15615"/>
                    <a:pt x="19399" y="15615"/>
                  </a:cubicBezTo>
                  <a:close/>
                  <a:moveTo>
                    <a:pt x="18329" y="15563"/>
                  </a:moveTo>
                  <a:lnTo>
                    <a:pt x="18360" y="15593"/>
                  </a:lnTo>
                  <a:lnTo>
                    <a:pt x="18512" y="15684"/>
                  </a:lnTo>
                  <a:cubicBezTo>
                    <a:pt x="18420" y="15745"/>
                    <a:pt x="18481" y="15897"/>
                    <a:pt x="18633" y="15958"/>
                  </a:cubicBezTo>
                  <a:lnTo>
                    <a:pt x="18755" y="15988"/>
                  </a:lnTo>
                  <a:lnTo>
                    <a:pt x="18755" y="16079"/>
                  </a:lnTo>
                  <a:cubicBezTo>
                    <a:pt x="18755" y="16110"/>
                    <a:pt x="18724" y="16110"/>
                    <a:pt x="18694" y="16110"/>
                  </a:cubicBezTo>
                  <a:lnTo>
                    <a:pt x="18512" y="16140"/>
                  </a:lnTo>
                  <a:cubicBezTo>
                    <a:pt x="18481" y="16155"/>
                    <a:pt x="18451" y="16163"/>
                    <a:pt x="18420" y="16163"/>
                  </a:cubicBezTo>
                  <a:cubicBezTo>
                    <a:pt x="18390" y="16163"/>
                    <a:pt x="18360" y="16155"/>
                    <a:pt x="18329" y="16140"/>
                  </a:cubicBezTo>
                  <a:cubicBezTo>
                    <a:pt x="18284" y="16125"/>
                    <a:pt x="18231" y="16117"/>
                    <a:pt x="18174" y="16117"/>
                  </a:cubicBezTo>
                  <a:cubicBezTo>
                    <a:pt x="18117" y="16117"/>
                    <a:pt x="18056" y="16125"/>
                    <a:pt x="17995" y="16140"/>
                  </a:cubicBezTo>
                  <a:cubicBezTo>
                    <a:pt x="17987" y="16157"/>
                    <a:pt x="17979" y="16164"/>
                    <a:pt x="17972" y="16164"/>
                  </a:cubicBezTo>
                  <a:cubicBezTo>
                    <a:pt x="17955" y="16164"/>
                    <a:pt x="17950" y="16108"/>
                    <a:pt x="17995" y="16019"/>
                  </a:cubicBezTo>
                  <a:lnTo>
                    <a:pt x="18056" y="16019"/>
                  </a:lnTo>
                  <a:lnTo>
                    <a:pt x="18269" y="15927"/>
                  </a:lnTo>
                  <a:cubicBezTo>
                    <a:pt x="18208" y="15836"/>
                    <a:pt x="18177" y="15715"/>
                    <a:pt x="18177" y="15593"/>
                  </a:cubicBezTo>
                  <a:cubicBezTo>
                    <a:pt x="18177" y="15563"/>
                    <a:pt x="18269" y="15563"/>
                    <a:pt x="18329" y="15563"/>
                  </a:cubicBezTo>
                  <a:close/>
                  <a:moveTo>
                    <a:pt x="12574" y="16093"/>
                  </a:moveTo>
                  <a:cubicBezTo>
                    <a:pt x="12616" y="16093"/>
                    <a:pt x="12651" y="16098"/>
                    <a:pt x="12676" y="16110"/>
                  </a:cubicBezTo>
                  <a:cubicBezTo>
                    <a:pt x="12767" y="16140"/>
                    <a:pt x="12615" y="16231"/>
                    <a:pt x="12372" y="16262"/>
                  </a:cubicBezTo>
                  <a:lnTo>
                    <a:pt x="12159" y="16292"/>
                  </a:lnTo>
                  <a:lnTo>
                    <a:pt x="12129" y="16292"/>
                  </a:lnTo>
                  <a:cubicBezTo>
                    <a:pt x="12095" y="16342"/>
                    <a:pt x="12052" y="16365"/>
                    <a:pt x="12016" y="16365"/>
                  </a:cubicBezTo>
                  <a:cubicBezTo>
                    <a:pt x="11986" y="16365"/>
                    <a:pt x="11960" y="16350"/>
                    <a:pt x="11946" y="16323"/>
                  </a:cubicBezTo>
                  <a:lnTo>
                    <a:pt x="11885" y="16262"/>
                  </a:lnTo>
                  <a:lnTo>
                    <a:pt x="11855" y="16231"/>
                  </a:lnTo>
                  <a:cubicBezTo>
                    <a:pt x="11825" y="16171"/>
                    <a:pt x="11916" y="16171"/>
                    <a:pt x="12037" y="16171"/>
                  </a:cubicBezTo>
                  <a:cubicBezTo>
                    <a:pt x="12135" y="16171"/>
                    <a:pt x="12407" y="16093"/>
                    <a:pt x="12574" y="16093"/>
                  </a:cubicBezTo>
                  <a:close/>
                  <a:moveTo>
                    <a:pt x="11429" y="16019"/>
                  </a:moveTo>
                  <a:lnTo>
                    <a:pt x="11278" y="16171"/>
                  </a:lnTo>
                  <a:cubicBezTo>
                    <a:pt x="11247" y="16201"/>
                    <a:pt x="11247" y="16292"/>
                    <a:pt x="11247" y="16353"/>
                  </a:cubicBezTo>
                  <a:lnTo>
                    <a:pt x="11247" y="16414"/>
                  </a:lnTo>
                  <a:cubicBezTo>
                    <a:pt x="11247" y="16449"/>
                    <a:pt x="11122" y="16464"/>
                    <a:pt x="10994" y="16464"/>
                  </a:cubicBezTo>
                  <a:cubicBezTo>
                    <a:pt x="10903" y="16464"/>
                    <a:pt x="10811" y="16457"/>
                    <a:pt x="10761" y="16444"/>
                  </a:cubicBezTo>
                  <a:cubicBezTo>
                    <a:pt x="10686" y="16407"/>
                    <a:pt x="10634" y="16381"/>
                    <a:pt x="10619" y="16381"/>
                  </a:cubicBezTo>
                  <a:cubicBezTo>
                    <a:pt x="10610" y="16381"/>
                    <a:pt x="10616" y="16391"/>
                    <a:pt x="10639" y="16414"/>
                  </a:cubicBezTo>
                  <a:lnTo>
                    <a:pt x="10700" y="16444"/>
                  </a:lnTo>
                  <a:lnTo>
                    <a:pt x="10730" y="16475"/>
                  </a:lnTo>
                  <a:cubicBezTo>
                    <a:pt x="10822" y="16475"/>
                    <a:pt x="10730" y="16566"/>
                    <a:pt x="10487" y="16627"/>
                  </a:cubicBezTo>
                  <a:lnTo>
                    <a:pt x="10305" y="16687"/>
                  </a:lnTo>
                  <a:lnTo>
                    <a:pt x="10244" y="16687"/>
                  </a:lnTo>
                  <a:cubicBezTo>
                    <a:pt x="10183" y="16687"/>
                    <a:pt x="9910" y="16657"/>
                    <a:pt x="9636" y="16657"/>
                  </a:cubicBezTo>
                  <a:lnTo>
                    <a:pt x="9423" y="16657"/>
                  </a:lnTo>
                  <a:cubicBezTo>
                    <a:pt x="9302" y="16657"/>
                    <a:pt x="9332" y="16657"/>
                    <a:pt x="9302" y="16718"/>
                  </a:cubicBezTo>
                  <a:cubicBezTo>
                    <a:pt x="9271" y="16748"/>
                    <a:pt x="9211" y="16779"/>
                    <a:pt x="9180" y="16779"/>
                  </a:cubicBezTo>
                  <a:lnTo>
                    <a:pt x="8998" y="16748"/>
                  </a:lnTo>
                  <a:cubicBezTo>
                    <a:pt x="8901" y="16690"/>
                    <a:pt x="8793" y="16669"/>
                    <a:pt x="8711" y="16669"/>
                  </a:cubicBezTo>
                  <a:cubicBezTo>
                    <a:pt x="8663" y="16669"/>
                    <a:pt x="8625" y="16676"/>
                    <a:pt x="8603" y="16687"/>
                  </a:cubicBezTo>
                  <a:cubicBezTo>
                    <a:pt x="8572" y="16718"/>
                    <a:pt x="8519" y="16733"/>
                    <a:pt x="8470" y="16733"/>
                  </a:cubicBezTo>
                  <a:cubicBezTo>
                    <a:pt x="8420" y="16733"/>
                    <a:pt x="8375" y="16718"/>
                    <a:pt x="8360" y="16687"/>
                  </a:cubicBezTo>
                  <a:cubicBezTo>
                    <a:pt x="8329" y="16627"/>
                    <a:pt x="8268" y="16444"/>
                    <a:pt x="8360" y="16444"/>
                  </a:cubicBezTo>
                  <a:cubicBezTo>
                    <a:pt x="8420" y="16444"/>
                    <a:pt x="8481" y="16414"/>
                    <a:pt x="8512" y="16353"/>
                  </a:cubicBezTo>
                  <a:cubicBezTo>
                    <a:pt x="8512" y="16323"/>
                    <a:pt x="8572" y="16323"/>
                    <a:pt x="8663" y="16323"/>
                  </a:cubicBezTo>
                  <a:lnTo>
                    <a:pt x="8694" y="16353"/>
                  </a:lnTo>
                  <a:cubicBezTo>
                    <a:pt x="8755" y="16383"/>
                    <a:pt x="8846" y="16444"/>
                    <a:pt x="8907" y="16505"/>
                  </a:cubicBezTo>
                  <a:cubicBezTo>
                    <a:pt x="8952" y="16566"/>
                    <a:pt x="8967" y="16596"/>
                    <a:pt x="8986" y="16596"/>
                  </a:cubicBezTo>
                  <a:cubicBezTo>
                    <a:pt x="9005" y="16596"/>
                    <a:pt x="9028" y="16566"/>
                    <a:pt x="9089" y="16505"/>
                  </a:cubicBezTo>
                  <a:lnTo>
                    <a:pt x="9180" y="16444"/>
                  </a:lnTo>
                  <a:cubicBezTo>
                    <a:pt x="9264" y="16388"/>
                    <a:pt x="9530" y="16228"/>
                    <a:pt x="9666" y="16228"/>
                  </a:cubicBezTo>
                  <a:cubicBezTo>
                    <a:pt x="9677" y="16228"/>
                    <a:pt x="9688" y="16229"/>
                    <a:pt x="9697" y="16231"/>
                  </a:cubicBezTo>
                  <a:cubicBezTo>
                    <a:pt x="9819" y="16292"/>
                    <a:pt x="9970" y="16353"/>
                    <a:pt x="10092" y="16353"/>
                  </a:cubicBezTo>
                  <a:cubicBezTo>
                    <a:pt x="10214" y="16323"/>
                    <a:pt x="10305" y="16292"/>
                    <a:pt x="10426" y="16292"/>
                  </a:cubicBezTo>
                  <a:cubicBezTo>
                    <a:pt x="10487" y="16292"/>
                    <a:pt x="10548" y="16201"/>
                    <a:pt x="10578" y="16110"/>
                  </a:cubicBezTo>
                  <a:lnTo>
                    <a:pt x="10700" y="16140"/>
                  </a:lnTo>
                  <a:lnTo>
                    <a:pt x="11034" y="16231"/>
                  </a:lnTo>
                  <a:cubicBezTo>
                    <a:pt x="11095" y="16079"/>
                    <a:pt x="11278" y="16019"/>
                    <a:pt x="11429" y="16019"/>
                  </a:cubicBezTo>
                  <a:close/>
                  <a:moveTo>
                    <a:pt x="16566" y="16505"/>
                  </a:moveTo>
                  <a:cubicBezTo>
                    <a:pt x="16658" y="16535"/>
                    <a:pt x="16658" y="16596"/>
                    <a:pt x="16536" y="16657"/>
                  </a:cubicBezTo>
                  <a:lnTo>
                    <a:pt x="16506" y="16657"/>
                  </a:lnTo>
                  <a:cubicBezTo>
                    <a:pt x="16481" y="16649"/>
                    <a:pt x="16457" y="16645"/>
                    <a:pt x="16432" y="16645"/>
                  </a:cubicBezTo>
                  <a:cubicBezTo>
                    <a:pt x="16366" y="16645"/>
                    <a:pt x="16299" y="16673"/>
                    <a:pt x="16232" y="16718"/>
                  </a:cubicBezTo>
                  <a:lnTo>
                    <a:pt x="16110" y="16839"/>
                  </a:lnTo>
                  <a:cubicBezTo>
                    <a:pt x="16050" y="16718"/>
                    <a:pt x="16019" y="16627"/>
                    <a:pt x="16050" y="16627"/>
                  </a:cubicBezTo>
                  <a:cubicBezTo>
                    <a:pt x="16202" y="16566"/>
                    <a:pt x="16384" y="16535"/>
                    <a:pt x="16566" y="16505"/>
                  </a:cubicBezTo>
                  <a:close/>
                  <a:moveTo>
                    <a:pt x="13284" y="16475"/>
                  </a:moveTo>
                  <a:lnTo>
                    <a:pt x="13344" y="16566"/>
                  </a:lnTo>
                  <a:cubicBezTo>
                    <a:pt x="13375" y="16687"/>
                    <a:pt x="13253" y="16809"/>
                    <a:pt x="13071" y="16839"/>
                  </a:cubicBezTo>
                  <a:lnTo>
                    <a:pt x="12919" y="16870"/>
                  </a:lnTo>
                  <a:cubicBezTo>
                    <a:pt x="12888" y="16870"/>
                    <a:pt x="12858" y="16839"/>
                    <a:pt x="12828" y="16809"/>
                  </a:cubicBezTo>
                  <a:cubicBezTo>
                    <a:pt x="12828" y="16779"/>
                    <a:pt x="12858" y="16718"/>
                    <a:pt x="12888" y="16718"/>
                  </a:cubicBezTo>
                  <a:cubicBezTo>
                    <a:pt x="12980" y="16687"/>
                    <a:pt x="13101" y="16657"/>
                    <a:pt x="13162" y="16657"/>
                  </a:cubicBezTo>
                  <a:cubicBezTo>
                    <a:pt x="13192" y="16627"/>
                    <a:pt x="13223" y="16566"/>
                    <a:pt x="13162" y="16535"/>
                  </a:cubicBezTo>
                  <a:cubicBezTo>
                    <a:pt x="13162" y="16505"/>
                    <a:pt x="13223" y="16475"/>
                    <a:pt x="13284" y="16475"/>
                  </a:cubicBezTo>
                  <a:close/>
                  <a:moveTo>
                    <a:pt x="13832" y="16480"/>
                  </a:moveTo>
                  <a:cubicBezTo>
                    <a:pt x="13881" y="16480"/>
                    <a:pt x="13932" y="16497"/>
                    <a:pt x="13983" y="16535"/>
                  </a:cubicBezTo>
                  <a:cubicBezTo>
                    <a:pt x="14044" y="16596"/>
                    <a:pt x="14104" y="16657"/>
                    <a:pt x="14135" y="16748"/>
                  </a:cubicBezTo>
                  <a:lnTo>
                    <a:pt x="14135" y="16809"/>
                  </a:lnTo>
                  <a:cubicBezTo>
                    <a:pt x="14135" y="16839"/>
                    <a:pt x="14044" y="16870"/>
                    <a:pt x="14013" y="16870"/>
                  </a:cubicBezTo>
                  <a:cubicBezTo>
                    <a:pt x="13861" y="16870"/>
                    <a:pt x="13831" y="16809"/>
                    <a:pt x="13831" y="16718"/>
                  </a:cubicBezTo>
                  <a:cubicBezTo>
                    <a:pt x="13800" y="16718"/>
                    <a:pt x="13740" y="16718"/>
                    <a:pt x="13709" y="16748"/>
                  </a:cubicBezTo>
                  <a:cubicBezTo>
                    <a:pt x="13705" y="16752"/>
                    <a:pt x="13700" y="16754"/>
                    <a:pt x="13693" y="16754"/>
                  </a:cubicBezTo>
                  <a:cubicBezTo>
                    <a:pt x="13650" y="16754"/>
                    <a:pt x="13569" y="16671"/>
                    <a:pt x="13648" y="16566"/>
                  </a:cubicBezTo>
                  <a:cubicBezTo>
                    <a:pt x="13701" y="16513"/>
                    <a:pt x="13765" y="16480"/>
                    <a:pt x="13832" y="16480"/>
                  </a:cubicBezTo>
                  <a:close/>
                  <a:moveTo>
                    <a:pt x="8025" y="16475"/>
                  </a:moveTo>
                  <a:cubicBezTo>
                    <a:pt x="8086" y="16475"/>
                    <a:pt x="8147" y="16535"/>
                    <a:pt x="8177" y="16596"/>
                  </a:cubicBezTo>
                  <a:lnTo>
                    <a:pt x="8147" y="16596"/>
                  </a:lnTo>
                  <a:cubicBezTo>
                    <a:pt x="7995" y="16657"/>
                    <a:pt x="8025" y="16900"/>
                    <a:pt x="7782" y="16900"/>
                  </a:cubicBezTo>
                  <a:cubicBezTo>
                    <a:pt x="7773" y="16909"/>
                    <a:pt x="7759" y="16913"/>
                    <a:pt x="7742" y="16913"/>
                  </a:cubicBezTo>
                  <a:cubicBezTo>
                    <a:pt x="7701" y="16913"/>
                    <a:pt x="7643" y="16891"/>
                    <a:pt x="7600" y="16870"/>
                  </a:cubicBezTo>
                  <a:lnTo>
                    <a:pt x="7569" y="16809"/>
                  </a:lnTo>
                  <a:cubicBezTo>
                    <a:pt x="7539" y="16779"/>
                    <a:pt x="7630" y="16718"/>
                    <a:pt x="7630" y="16718"/>
                  </a:cubicBezTo>
                  <a:cubicBezTo>
                    <a:pt x="7656" y="16725"/>
                    <a:pt x="7679" y="16729"/>
                    <a:pt x="7699" y="16729"/>
                  </a:cubicBezTo>
                  <a:cubicBezTo>
                    <a:pt x="7845" y="16729"/>
                    <a:pt x="7858" y="16558"/>
                    <a:pt x="7964" y="16505"/>
                  </a:cubicBezTo>
                  <a:lnTo>
                    <a:pt x="8025" y="16475"/>
                  </a:lnTo>
                  <a:close/>
                  <a:moveTo>
                    <a:pt x="15872" y="16515"/>
                  </a:moveTo>
                  <a:cubicBezTo>
                    <a:pt x="15907" y="16515"/>
                    <a:pt x="15928" y="16530"/>
                    <a:pt x="15928" y="16566"/>
                  </a:cubicBezTo>
                  <a:lnTo>
                    <a:pt x="15898" y="16566"/>
                  </a:lnTo>
                  <a:cubicBezTo>
                    <a:pt x="15746" y="16627"/>
                    <a:pt x="15654" y="16748"/>
                    <a:pt x="15563" y="16870"/>
                  </a:cubicBezTo>
                  <a:lnTo>
                    <a:pt x="15563" y="16931"/>
                  </a:lnTo>
                  <a:cubicBezTo>
                    <a:pt x="15542" y="16938"/>
                    <a:pt x="15520" y="16941"/>
                    <a:pt x="15500" y="16941"/>
                  </a:cubicBezTo>
                  <a:cubicBezTo>
                    <a:pt x="15434" y="16941"/>
                    <a:pt x="15381" y="16902"/>
                    <a:pt x="15381" y="16809"/>
                  </a:cubicBezTo>
                  <a:cubicBezTo>
                    <a:pt x="15381" y="16724"/>
                    <a:pt x="15461" y="16532"/>
                    <a:pt x="15570" y="16532"/>
                  </a:cubicBezTo>
                  <a:cubicBezTo>
                    <a:pt x="15578" y="16532"/>
                    <a:pt x="15586" y="16533"/>
                    <a:pt x="15594" y="16535"/>
                  </a:cubicBezTo>
                  <a:lnTo>
                    <a:pt x="15776" y="16535"/>
                  </a:lnTo>
                  <a:cubicBezTo>
                    <a:pt x="15814" y="16523"/>
                    <a:pt x="15846" y="16515"/>
                    <a:pt x="15872" y="16515"/>
                  </a:cubicBezTo>
                  <a:close/>
                  <a:moveTo>
                    <a:pt x="12300" y="16615"/>
                  </a:moveTo>
                  <a:cubicBezTo>
                    <a:pt x="12353" y="16615"/>
                    <a:pt x="12410" y="16649"/>
                    <a:pt x="12433" y="16718"/>
                  </a:cubicBezTo>
                  <a:cubicBezTo>
                    <a:pt x="12460" y="16772"/>
                    <a:pt x="12246" y="17067"/>
                    <a:pt x="12177" y="17067"/>
                  </a:cubicBezTo>
                  <a:cubicBezTo>
                    <a:pt x="12169" y="17067"/>
                    <a:pt x="12162" y="17062"/>
                    <a:pt x="12159" y="17052"/>
                  </a:cubicBezTo>
                  <a:cubicBezTo>
                    <a:pt x="12129" y="16900"/>
                    <a:pt x="12159" y="16748"/>
                    <a:pt x="12250" y="16627"/>
                  </a:cubicBezTo>
                  <a:cubicBezTo>
                    <a:pt x="12265" y="16619"/>
                    <a:pt x="12282" y="16615"/>
                    <a:pt x="12300" y="16615"/>
                  </a:cubicBezTo>
                  <a:close/>
                  <a:moveTo>
                    <a:pt x="3901" y="16918"/>
                  </a:moveTo>
                  <a:cubicBezTo>
                    <a:pt x="3922" y="16918"/>
                    <a:pt x="3939" y="16922"/>
                    <a:pt x="3952" y="16931"/>
                  </a:cubicBezTo>
                  <a:cubicBezTo>
                    <a:pt x="4043" y="16961"/>
                    <a:pt x="4043" y="17022"/>
                    <a:pt x="3952" y="17022"/>
                  </a:cubicBezTo>
                  <a:lnTo>
                    <a:pt x="3891" y="17052"/>
                  </a:lnTo>
                  <a:cubicBezTo>
                    <a:pt x="3739" y="17052"/>
                    <a:pt x="3770" y="17083"/>
                    <a:pt x="3831" y="17174"/>
                  </a:cubicBezTo>
                  <a:cubicBezTo>
                    <a:pt x="3861" y="17174"/>
                    <a:pt x="3739" y="17295"/>
                    <a:pt x="3709" y="17295"/>
                  </a:cubicBezTo>
                  <a:cubicBezTo>
                    <a:pt x="3557" y="17265"/>
                    <a:pt x="3405" y="17234"/>
                    <a:pt x="3253" y="17174"/>
                  </a:cubicBezTo>
                  <a:cubicBezTo>
                    <a:pt x="3253" y="17174"/>
                    <a:pt x="3253" y="17143"/>
                    <a:pt x="3253" y="17113"/>
                  </a:cubicBezTo>
                  <a:cubicBezTo>
                    <a:pt x="3283" y="17083"/>
                    <a:pt x="3344" y="17052"/>
                    <a:pt x="3375" y="17052"/>
                  </a:cubicBezTo>
                  <a:lnTo>
                    <a:pt x="3466" y="17052"/>
                  </a:lnTo>
                  <a:cubicBezTo>
                    <a:pt x="3544" y="17052"/>
                    <a:pt x="3778" y="16918"/>
                    <a:pt x="3901" y="16918"/>
                  </a:cubicBezTo>
                  <a:close/>
                  <a:moveTo>
                    <a:pt x="6203" y="16584"/>
                  </a:moveTo>
                  <a:cubicBezTo>
                    <a:pt x="6213" y="16584"/>
                    <a:pt x="6224" y="16588"/>
                    <a:pt x="6232" y="16596"/>
                  </a:cubicBezTo>
                  <a:lnTo>
                    <a:pt x="6293" y="16627"/>
                  </a:lnTo>
                  <a:lnTo>
                    <a:pt x="6323" y="16657"/>
                  </a:lnTo>
                  <a:cubicBezTo>
                    <a:pt x="6384" y="16718"/>
                    <a:pt x="6262" y="16809"/>
                    <a:pt x="6201" y="16809"/>
                  </a:cubicBezTo>
                  <a:cubicBezTo>
                    <a:pt x="6141" y="16809"/>
                    <a:pt x="5867" y="16961"/>
                    <a:pt x="5897" y="17052"/>
                  </a:cubicBezTo>
                  <a:cubicBezTo>
                    <a:pt x="5906" y="17069"/>
                    <a:pt x="5912" y="17086"/>
                    <a:pt x="5916" y="17100"/>
                  </a:cubicBezTo>
                  <a:lnTo>
                    <a:pt x="5916" y="17100"/>
                  </a:lnTo>
                  <a:cubicBezTo>
                    <a:pt x="5881" y="17077"/>
                    <a:pt x="5768" y="17043"/>
                    <a:pt x="5677" y="17043"/>
                  </a:cubicBezTo>
                  <a:cubicBezTo>
                    <a:pt x="5626" y="17043"/>
                    <a:pt x="5582" y="17054"/>
                    <a:pt x="5563" y="17083"/>
                  </a:cubicBezTo>
                  <a:cubicBezTo>
                    <a:pt x="5442" y="17174"/>
                    <a:pt x="5320" y="17234"/>
                    <a:pt x="5168" y="17295"/>
                  </a:cubicBezTo>
                  <a:cubicBezTo>
                    <a:pt x="5077" y="17295"/>
                    <a:pt x="4986" y="17022"/>
                    <a:pt x="4986" y="16900"/>
                  </a:cubicBezTo>
                  <a:cubicBezTo>
                    <a:pt x="4986" y="16832"/>
                    <a:pt x="5174" y="16746"/>
                    <a:pt x="5293" y="16746"/>
                  </a:cubicBezTo>
                  <a:cubicBezTo>
                    <a:pt x="5333" y="16746"/>
                    <a:pt x="5366" y="16756"/>
                    <a:pt x="5381" y="16779"/>
                  </a:cubicBezTo>
                  <a:cubicBezTo>
                    <a:pt x="5390" y="16806"/>
                    <a:pt x="5422" y="16817"/>
                    <a:pt x="5460" y="16817"/>
                  </a:cubicBezTo>
                  <a:cubicBezTo>
                    <a:pt x="5549" y="16817"/>
                    <a:pt x="5675" y="16760"/>
                    <a:pt x="5654" y="16718"/>
                  </a:cubicBezTo>
                  <a:cubicBezTo>
                    <a:pt x="5636" y="16680"/>
                    <a:pt x="5652" y="16654"/>
                    <a:pt x="5695" y="16654"/>
                  </a:cubicBezTo>
                  <a:cubicBezTo>
                    <a:pt x="5722" y="16654"/>
                    <a:pt x="5760" y="16664"/>
                    <a:pt x="5806" y="16687"/>
                  </a:cubicBezTo>
                  <a:lnTo>
                    <a:pt x="5928" y="16687"/>
                  </a:lnTo>
                  <a:cubicBezTo>
                    <a:pt x="5989" y="16687"/>
                    <a:pt x="6049" y="16687"/>
                    <a:pt x="6110" y="16657"/>
                  </a:cubicBezTo>
                  <a:lnTo>
                    <a:pt x="6141" y="16657"/>
                  </a:lnTo>
                  <a:cubicBezTo>
                    <a:pt x="6141" y="16612"/>
                    <a:pt x="6173" y="16584"/>
                    <a:pt x="6203" y="16584"/>
                  </a:cubicBezTo>
                  <a:close/>
                  <a:moveTo>
                    <a:pt x="86081" y="0"/>
                  </a:moveTo>
                  <a:lnTo>
                    <a:pt x="85473" y="122"/>
                  </a:lnTo>
                  <a:lnTo>
                    <a:pt x="85261" y="152"/>
                  </a:lnTo>
                  <a:lnTo>
                    <a:pt x="85078" y="183"/>
                  </a:lnTo>
                  <a:cubicBezTo>
                    <a:pt x="84957" y="183"/>
                    <a:pt x="84805" y="213"/>
                    <a:pt x="84683" y="274"/>
                  </a:cubicBezTo>
                  <a:cubicBezTo>
                    <a:pt x="84683" y="335"/>
                    <a:pt x="84683" y="426"/>
                    <a:pt x="84622" y="456"/>
                  </a:cubicBezTo>
                  <a:lnTo>
                    <a:pt x="84531" y="487"/>
                  </a:lnTo>
                  <a:cubicBezTo>
                    <a:pt x="84503" y="403"/>
                    <a:pt x="84400" y="270"/>
                    <a:pt x="84336" y="270"/>
                  </a:cubicBezTo>
                  <a:cubicBezTo>
                    <a:pt x="84330" y="270"/>
                    <a:pt x="84324" y="271"/>
                    <a:pt x="84318" y="274"/>
                  </a:cubicBezTo>
                  <a:cubicBezTo>
                    <a:pt x="84304" y="283"/>
                    <a:pt x="84286" y="288"/>
                    <a:pt x="84267" y="288"/>
                  </a:cubicBezTo>
                  <a:cubicBezTo>
                    <a:pt x="84163" y="288"/>
                    <a:pt x="84000" y="168"/>
                    <a:pt x="83923" y="91"/>
                  </a:cubicBezTo>
                  <a:cubicBezTo>
                    <a:pt x="83904" y="73"/>
                    <a:pt x="83883" y="65"/>
                    <a:pt x="83862" y="65"/>
                  </a:cubicBezTo>
                  <a:cubicBezTo>
                    <a:pt x="83815" y="65"/>
                    <a:pt x="83771" y="101"/>
                    <a:pt x="83771" y="122"/>
                  </a:cubicBezTo>
                  <a:cubicBezTo>
                    <a:pt x="83741" y="183"/>
                    <a:pt x="83650" y="213"/>
                    <a:pt x="83528" y="213"/>
                  </a:cubicBezTo>
                  <a:lnTo>
                    <a:pt x="83498" y="183"/>
                  </a:lnTo>
                  <a:cubicBezTo>
                    <a:pt x="83467" y="142"/>
                    <a:pt x="83440" y="129"/>
                    <a:pt x="83414" y="129"/>
                  </a:cubicBezTo>
                  <a:cubicBezTo>
                    <a:pt x="83363" y="129"/>
                    <a:pt x="83315" y="183"/>
                    <a:pt x="83255" y="183"/>
                  </a:cubicBezTo>
                  <a:cubicBezTo>
                    <a:pt x="83224" y="183"/>
                    <a:pt x="83163" y="152"/>
                    <a:pt x="83163" y="91"/>
                  </a:cubicBezTo>
                  <a:lnTo>
                    <a:pt x="83133" y="61"/>
                  </a:lnTo>
                  <a:cubicBezTo>
                    <a:pt x="83133" y="39"/>
                    <a:pt x="83129" y="29"/>
                    <a:pt x="83123" y="29"/>
                  </a:cubicBezTo>
                  <a:cubicBezTo>
                    <a:pt x="83111" y="29"/>
                    <a:pt x="83092" y="63"/>
                    <a:pt x="83072" y="122"/>
                  </a:cubicBezTo>
                  <a:lnTo>
                    <a:pt x="83011" y="152"/>
                  </a:lnTo>
                  <a:cubicBezTo>
                    <a:pt x="82951" y="243"/>
                    <a:pt x="82829" y="183"/>
                    <a:pt x="82768" y="243"/>
                  </a:cubicBezTo>
                  <a:lnTo>
                    <a:pt x="82647" y="304"/>
                  </a:lnTo>
                  <a:cubicBezTo>
                    <a:pt x="82495" y="243"/>
                    <a:pt x="82343" y="213"/>
                    <a:pt x="82191" y="213"/>
                  </a:cubicBezTo>
                  <a:cubicBezTo>
                    <a:pt x="82069" y="274"/>
                    <a:pt x="81948" y="304"/>
                    <a:pt x="81826" y="304"/>
                  </a:cubicBezTo>
                  <a:lnTo>
                    <a:pt x="81400" y="304"/>
                  </a:lnTo>
                  <a:lnTo>
                    <a:pt x="81096" y="335"/>
                  </a:lnTo>
                  <a:lnTo>
                    <a:pt x="81036" y="335"/>
                  </a:lnTo>
                  <a:lnTo>
                    <a:pt x="80489" y="456"/>
                  </a:lnTo>
                  <a:cubicBezTo>
                    <a:pt x="80468" y="466"/>
                    <a:pt x="80445" y="470"/>
                    <a:pt x="80420" y="470"/>
                  </a:cubicBezTo>
                  <a:cubicBezTo>
                    <a:pt x="80370" y="470"/>
                    <a:pt x="80316" y="456"/>
                    <a:pt x="80276" y="456"/>
                  </a:cubicBezTo>
                  <a:lnTo>
                    <a:pt x="80124" y="456"/>
                  </a:lnTo>
                  <a:cubicBezTo>
                    <a:pt x="80017" y="426"/>
                    <a:pt x="79911" y="411"/>
                    <a:pt x="79808" y="411"/>
                  </a:cubicBezTo>
                  <a:cubicBezTo>
                    <a:pt x="79706" y="411"/>
                    <a:pt x="79607" y="426"/>
                    <a:pt x="79516" y="456"/>
                  </a:cubicBezTo>
                  <a:lnTo>
                    <a:pt x="79333" y="395"/>
                  </a:lnTo>
                  <a:cubicBezTo>
                    <a:pt x="79303" y="390"/>
                    <a:pt x="79272" y="389"/>
                    <a:pt x="79240" y="389"/>
                  </a:cubicBezTo>
                  <a:cubicBezTo>
                    <a:pt x="79176" y="389"/>
                    <a:pt x="79111" y="395"/>
                    <a:pt x="79045" y="395"/>
                  </a:cubicBezTo>
                  <a:cubicBezTo>
                    <a:pt x="78946" y="395"/>
                    <a:pt x="78847" y="380"/>
                    <a:pt x="78756" y="304"/>
                  </a:cubicBezTo>
                  <a:lnTo>
                    <a:pt x="78726" y="304"/>
                  </a:lnTo>
                  <a:cubicBezTo>
                    <a:pt x="78634" y="304"/>
                    <a:pt x="78482" y="365"/>
                    <a:pt x="78361" y="395"/>
                  </a:cubicBezTo>
                  <a:lnTo>
                    <a:pt x="78239" y="395"/>
                  </a:lnTo>
                  <a:lnTo>
                    <a:pt x="78057" y="365"/>
                  </a:lnTo>
                  <a:cubicBezTo>
                    <a:pt x="78016" y="405"/>
                    <a:pt x="77952" y="419"/>
                    <a:pt x="77880" y="419"/>
                  </a:cubicBezTo>
                  <a:cubicBezTo>
                    <a:pt x="77736" y="419"/>
                    <a:pt x="77560" y="365"/>
                    <a:pt x="77479" y="365"/>
                  </a:cubicBezTo>
                  <a:cubicBezTo>
                    <a:pt x="77327" y="395"/>
                    <a:pt x="77175" y="426"/>
                    <a:pt x="77023" y="487"/>
                  </a:cubicBezTo>
                  <a:lnTo>
                    <a:pt x="76932" y="487"/>
                  </a:lnTo>
                  <a:cubicBezTo>
                    <a:pt x="76841" y="487"/>
                    <a:pt x="76750" y="426"/>
                    <a:pt x="76659" y="426"/>
                  </a:cubicBezTo>
                  <a:cubicBezTo>
                    <a:pt x="76537" y="426"/>
                    <a:pt x="76446" y="456"/>
                    <a:pt x="76355" y="487"/>
                  </a:cubicBezTo>
                  <a:lnTo>
                    <a:pt x="76112" y="547"/>
                  </a:lnTo>
                  <a:lnTo>
                    <a:pt x="75504" y="578"/>
                  </a:lnTo>
                  <a:cubicBezTo>
                    <a:pt x="75443" y="529"/>
                    <a:pt x="75377" y="514"/>
                    <a:pt x="75309" y="514"/>
                  </a:cubicBezTo>
                  <a:cubicBezTo>
                    <a:pt x="75206" y="514"/>
                    <a:pt x="75096" y="547"/>
                    <a:pt x="74987" y="547"/>
                  </a:cubicBezTo>
                  <a:lnTo>
                    <a:pt x="74805" y="547"/>
                  </a:lnTo>
                  <a:cubicBezTo>
                    <a:pt x="74778" y="553"/>
                    <a:pt x="74753" y="555"/>
                    <a:pt x="74729" y="555"/>
                  </a:cubicBezTo>
                  <a:cubicBezTo>
                    <a:pt x="74612" y="555"/>
                    <a:pt x="74515" y="496"/>
                    <a:pt x="74440" y="395"/>
                  </a:cubicBezTo>
                  <a:cubicBezTo>
                    <a:pt x="74438" y="391"/>
                    <a:pt x="74434" y="389"/>
                    <a:pt x="74428" y="389"/>
                  </a:cubicBezTo>
                  <a:cubicBezTo>
                    <a:pt x="74355" y="389"/>
                    <a:pt x="74001" y="738"/>
                    <a:pt x="73832" y="851"/>
                  </a:cubicBezTo>
                  <a:cubicBezTo>
                    <a:pt x="73753" y="910"/>
                    <a:pt x="73649" y="944"/>
                    <a:pt x="73545" y="944"/>
                  </a:cubicBezTo>
                  <a:cubicBezTo>
                    <a:pt x="73487" y="944"/>
                    <a:pt x="73430" y="934"/>
                    <a:pt x="73376" y="912"/>
                  </a:cubicBezTo>
                  <a:cubicBezTo>
                    <a:pt x="73346" y="882"/>
                    <a:pt x="73376" y="851"/>
                    <a:pt x="73467" y="851"/>
                  </a:cubicBezTo>
                  <a:lnTo>
                    <a:pt x="73498" y="821"/>
                  </a:lnTo>
                  <a:cubicBezTo>
                    <a:pt x="73498" y="790"/>
                    <a:pt x="73528" y="760"/>
                    <a:pt x="73528" y="730"/>
                  </a:cubicBezTo>
                  <a:cubicBezTo>
                    <a:pt x="73528" y="699"/>
                    <a:pt x="73437" y="669"/>
                    <a:pt x="73437" y="669"/>
                  </a:cubicBezTo>
                  <a:lnTo>
                    <a:pt x="73315" y="760"/>
                  </a:lnTo>
                  <a:cubicBezTo>
                    <a:pt x="73102" y="730"/>
                    <a:pt x="72890" y="699"/>
                    <a:pt x="72707" y="699"/>
                  </a:cubicBezTo>
                  <a:lnTo>
                    <a:pt x="72555" y="669"/>
                  </a:lnTo>
                  <a:cubicBezTo>
                    <a:pt x="72475" y="637"/>
                    <a:pt x="72412" y="596"/>
                    <a:pt x="72366" y="596"/>
                  </a:cubicBezTo>
                  <a:cubicBezTo>
                    <a:pt x="72324" y="596"/>
                    <a:pt x="72296" y="629"/>
                    <a:pt x="72282" y="730"/>
                  </a:cubicBezTo>
                  <a:lnTo>
                    <a:pt x="72130" y="730"/>
                  </a:lnTo>
                  <a:cubicBezTo>
                    <a:pt x="72106" y="698"/>
                    <a:pt x="72082" y="687"/>
                    <a:pt x="72059" y="687"/>
                  </a:cubicBezTo>
                  <a:cubicBezTo>
                    <a:pt x="72006" y="687"/>
                    <a:pt x="71957" y="742"/>
                    <a:pt x="71916" y="742"/>
                  </a:cubicBezTo>
                  <a:cubicBezTo>
                    <a:pt x="71906" y="742"/>
                    <a:pt x="71896" y="739"/>
                    <a:pt x="71887" y="730"/>
                  </a:cubicBezTo>
                  <a:cubicBezTo>
                    <a:pt x="71852" y="695"/>
                    <a:pt x="71820" y="683"/>
                    <a:pt x="71790" y="683"/>
                  </a:cubicBezTo>
                  <a:cubicBezTo>
                    <a:pt x="71715" y="683"/>
                    <a:pt x="71656" y="760"/>
                    <a:pt x="71613" y="760"/>
                  </a:cubicBezTo>
                  <a:cubicBezTo>
                    <a:pt x="71595" y="766"/>
                    <a:pt x="71577" y="769"/>
                    <a:pt x="71559" y="769"/>
                  </a:cubicBezTo>
                  <a:cubicBezTo>
                    <a:pt x="71487" y="769"/>
                    <a:pt x="71418" y="730"/>
                    <a:pt x="71370" y="730"/>
                  </a:cubicBezTo>
                  <a:lnTo>
                    <a:pt x="71279" y="730"/>
                  </a:lnTo>
                  <a:cubicBezTo>
                    <a:pt x="71232" y="753"/>
                    <a:pt x="71190" y="763"/>
                    <a:pt x="71154" y="763"/>
                  </a:cubicBezTo>
                  <a:cubicBezTo>
                    <a:pt x="71096" y="763"/>
                    <a:pt x="71054" y="737"/>
                    <a:pt x="71035" y="699"/>
                  </a:cubicBezTo>
                  <a:lnTo>
                    <a:pt x="71005" y="669"/>
                  </a:lnTo>
                  <a:cubicBezTo>
                    <a:pt x="70950" y="669"/>
                    <a:pt x="70844" y="794"/>
                    <a:pt x="70780" y="794"/>
                  </a:cubicBezTo>
                  <a:cubicBezTo>
                    <a:pt x="70773" y="794"/>
                    <a:pt x="70767" y="793"/>
                    <a:pt x="70762" y="790"/>
                  </a:cubicBezTo>
                  <a:cubicBezTo>
                    <a:pt x="70610" y="760"/>
                    <a:pt x="70488" y="730"/>
                    <a:pt x="70336" y="730"/>
                  </a:cubicBezTo>
                  <a:lnTo>
                    <a:pt x="70245" y="821"/>
                  </a:lnTo>
                  <a:cubicBezTo>
                    <a:pt x="70180" y="886"/>
                    <a:pt x="70097" y="916"/>
                    <a:pt x="70016" y="916"/>
                  </a:cubicBezTo>
                  <a:cubicBezTo>
                    <a:pt x="69946" y="916"/>
                    <a:pt x="69876" y="894"/>
                    <a:pt x="69820" y="851"/>
                  </a:cubicBezTo>
                  <a:lnTo>
                    <a:pt x="69485" y="699"/>
                  </a:lnTo>
                  <a:lnTo>
                    <a:pt x="69212" y="790"/>
                  </a:lnTo>
                  <a:lnTo>
                    <a:pt x="69151" y="882"/>
                  </a:lnTo>
                  <a:cubicBezTo>
                    <a:pt x="69060" y="790"/>
                    <a:pt x="68969" y="730"/>
                    <a:pt x="68908" y="639"/>
                  </a:cubicBezTo>
                  <a:cubicBezTo>
                    <a:pt x="68904" y="635"/>
                    <a:pt x="68899" y="633"/>
                    <a:pt x="68894" y="633"/>
                  </a:cubicBezTo>
                  <a:cubicBezTo>
                    <a:pt x="68861" y="633"/>
                    <a:pt x="68809" y="715"/>
                    <a:pt x="68756" y="821"/>
                  </a:cubicBezTo>
                  <a:lnTo>
                    <a:pt x="68634" y="760"/>
                  </a:lnTo>
                  <a:lnTo>
                    <a:pt x="68452" y="669"/>
                  </a:lnTo>
                  <a:cubicBezTo>
                    <a:pt x="68269" y="699"/>
                    <a:pt x="68087" y="699"/>
                    <a:pt x="68026" y="699"/>
                  </a:cubicBezTo>
                  <a:lnTo>
                    <a:pt x="67996" y="699"/>
                  </a:lnTo>
                  <a:cubicBezTo>
                    <a:pt x="67892" y="820"/>
                    <a:pt x="67779" y="853"/>
                    <a:pt x="67655" y="853"/>
                  </a:cubicBezTo>
                  <a:cubicBezTo>
                    <a:pt x="67562" y="853"/>
                    <a:pt x="67463" y="834"/>
                    <a:pt x="67358" y="821"/>
                  </a:cubicBezTo>
                  <a:cubicBezTo>
                    <a:pt x="67266" y="790"/>
                    <a:pt x="67114" y="790"/>
                    <a:pt x="67023" y="760"/>
                  </a:cubicBezTo>
                  <a:lnTo>
                    <a:pt x="66810" y="699"/>
                  </a:lnTo>
                  <a:cubicBezTo>
                    <a:pt x="66810" y="780"/>
                    <a:pt x="66770" y="821"/>
                    <a:pt x="66707" y="821"/>
                  </a:cubicBezTo>
                  <a:cubicBezTo>
                    <a:pt x="66675" y="821"/>
                    <a:pt x="66638" y="811"/>
                    <a:pt x="66598" y="790"/>
                  </a:cubicBezTo>
                  <a:lnTo>
                    <a:pt x="66476" y="760"/>
                  </a:lnTo>
                  <a:cubicBezTo>
                    <a:pt x="66415" y="760"/>
                    <a:pt x="66341" y="814"/>
                    <a:pt x="66262" y="814"/>
                  </a:cubicBezTo>
                  <a:cubicBezTo>
                    <a:pt x="66223" y="814"/>
                    <a:pt x="66182" y="801"/>
                    <a:pt x="66142" y="760"/>
                  </a:cubicBezTo>
                  <a:cubicBezTo>
                    <a:pt x="66020" y="821"/>
                    <a:pt x="65868" y="882"/>
                    <a:pt x="65747" y="912"/>
                  </a:cubicBezTo>
                  <a:cubicBezTo>
                    <a:pt x="65534" y="851"/>
                    <a:pt x="65351" y="821"/>
                    <a:pt x="65139" y="790"/>
                  </a:cubicBezTo>
                  <a:cubicBezTo>
                    <a:pt x="65086" y="808"/>
                    <a:pt x="64973" y="826"/>
                    <a:pt x="64880" y="826"/>
                  </a:cubicBezTo>
                  <a:cubicBezTo>
                    <a:pt x="64813" y="826"/>
                    <a:pt x="64756" y="816"/>
                    <a:pt x="64744" y="790"/>
                  </a:cubicBezTo>
                  <a:cubicBezTo>
                    <a:pt x="64728" y="775"/>
                    <a:pt x="64709" y="770"/>
                    <a:pt x="64688" y="770"/>
                  </a:cubicBezTo>
                  <a:cubicBezTo>
                    <a:pt x="64624" y="770"/>
                    <a:pt x="64538" y="821"/>
                    <a:pt x="64470" y="821"/>
                  </a:cubicBezTo>
                  <a:cubicBezTo>
                    <a:pt x="64348" y="821"/>
                    <a:pt x="64227" y="790"/>
                    <a:pt x="64105" y="730"/>
                  </a:cubicBezTo>
                  <a:lnTo>
                    <a:pt x="64014" y="790"/>
                  </a:lnTo>
                  <a:lnTo>
                    <a:pt x="63923" y="882"/>
                  </a:lnTo>
                  <a:cubicBezTo>
                    <a:pt x="63910" y="875"/>
                    <a:pt x="63890" y="873"/>
                    <a:pt x="63867" y="873"/>
                  </a:cubicBezTo>
                  <a:cubicBezTo>
                    <a:pt x="63802" y="873"/>
                    <a:pt x="63709" y="890"/>
                    <a:pt x="63645" y="890"/>
                  </a:cubicBezTo>
                  <a:cubicBezTo>
                    <a:pt x="63621" y="890"/>
                    <a:pt x="63601" y="888"/>
                    <a:pt x="63589" y="882"/>
                  </a:cubicBezTo>
                  <a:cubicBezTo>
                    <a:pt x="63561" y="826"/>
                    <a:pt x="63331" y="695"/>
                    <a:pt x="63222" y="695"/>
                  </a:cubicBezTo>
                  <a:cubicBezTo>
                    <a:pt x="63211" y="695"/>
                    <a:pt x="63202" y="697"/>
                    <a:pt x="63193" y="699"/>
                  </a:cubicBezTo>
                  <a:cubicBezTo>
                    <a:pt x="63011" y="760"/>
                    <a:pt x="62859" y="790"/>
                    <a:pt x="62677" y="821"/>
                  </a:cubicBezTo>
                  <a:cubicBezTo>
                    <a:pt x="62555" y="790"/>
                    <a:pt x="62464" y="730"/>
                    <a:pt x="62403" y="639"/>
                  </a:cubicBezTo>
                  <a:lnTo>
                    <a:pt x="62312" y="578"/>
                  </a:lnTo>
                  <a:lnTo>
                    <a:pt x="62281" y="547"/>
                  </a:lnTo>
                  <a:cubicBezTo>
                    <a:pt x="62190" y="547"/>
                    <a:pt x="62160" y="639"/>
                    <a:pt x="62160" y="699"/>
                  </a:cubicBezTo>
                  <a:cubicBezTo>
                    <a:pt x="62190" y="730"/>
                    <a:pt x="62130" y="790"/>
                    <a:pt x="62038" y="851"/>
                  </a:cubicBezTo>
                  <a:lnTo>
                    <a:pt x="61917" y="882"/>
                  </a:lnTo>
                  <a:cubicBezTo>
                    <a:pt x="61826" y="882"/>
                    <a:pt x="61734" y="821"/>
                    <a:pt x="61643" y="790"/>
                  </a:cubicBezTo>
                  <a:cubicBezTo>
                    <a:pt x="61598" y="775"/>
                    <a:pt x="61544" y="768"/>
                    <a:pt x="61487" y="768"/>
                  </a:cubicBezTo>
                  <a:cubicBezTo>
                    <a:pt x="61430" y="768"/>
                    <a:pt x="61370" y="775"/>
                    <a:pt x="61309" y="790"/>
                  </a:cubicBezTo>
                  <a:cubicBezTo>
                    <a:pt x="61235" y="852"/>
                    <a:pt x="61166" y="874"/>
                    <a:pt x="61100" y="874"/>
                  </a:cubicBezTo>
                  <a:cubicBezTo>
                    <a:pt x="61003" y="874"/>
                    <a:pt x="60913" y="827"/>
                    <a:pt x="60823" y="790"/>
                  </a:cubicBezTo>
                  <a:cubicBezTo>
                    <a:pt x="60755" y="771"/>
                    <a:pt x="60685" y="761"/>
                    <a:pt x="60614" y="761"/>
                  </a:cubicBezTo>
                  <a:cubicBezTo>
                    <a:pt x="60462" y="761"/>
                    <a:pt x="60309" y="808"/>
                    <a:pt x="60184" y="912"/>
                  </a:cubicBezTo>
                  <a:lnTo>
                    <a:pt x="60154" y="942"/>
                  </a:lnTo>
                  <a:cubicBezTo>
                    <a:pt x="60129" y="951"/>
                    <a:pt x="60105" y="954"/>
                    <a:pt x="60080" y="954"/>
                  </a:cubicBezTo>
                  <a:cubicBezTo>
                    <a:pt x="60014" y="954"/>
                    <a:pt x="59947" y="926"/>
                    <a:pt x="59880" y="882"/>
                  </a:cubicBezTo>
                  <a:lnTo>
                    <a:pt x="59850" y="821"/>
                  </a:lnTo>
                  <a:cubicBezTo>
                    <a:pt x="59814" y="785"/>
                    <a:pt x="59774" y="773"/>
                    <a:pt x="59734" y="773"/>
                  </a:cubicBezTo>
                  <a:cubicBezTo>
                    <a:pt x="59673" y="773"/>
                    <a:pt x="59613" y="802"/>
                    <a:pt x="59576" y="821"/>
                  </a:cubicBezTo>
                  <a:cubicBezTo>
                    <a:pt x="59546" y="836"/>
                    <a:pt x="59508" y="836"/>
                    <a:pt x="59474" y="836"/>
                  </a:cubicBezTo>
                  <a:cubicBezTo>
                    <a:pt x="59440" y="836"/>
                    <a:pt x="59409" y="836"/>
                    <a:pt x="59394" y="851"/>
                  </a:cubicBezTo>
                  <a:cubicBezTo>
                    <a:pt x="59339" y="895"/>
                    <a:pt x="59296" y="911"/>
                    <a:pt x="59260" y="911"/>
                  </a:cubicBezTo>
                  <a:cubicBezTo>
                    <a:pt x="59194" y="911"/>
                    <a:pt x="59148" y="860"/>
                    <a:pt x="59090" y="821"/>
                  </a:cubicBezTo>
                  <a:cubicBezTo>
                    <a:pt x="59029" y="790"/>
                    <a:pt x="58968" y="760"/>
                    <a:pt x="58938" y="730"/>
                  </a:cubicBezTo>
                  <a:cubicBezTo>
                    <a:pt x="58908" y="730"/>
                    <a:pt x="58847" y="760"/>
                    <a:pt x="58847" y="760"/>
                  </a:cubicBezTo>
                  <a:lnTo>
                    <a:pt x="58847" y="821"/>
                  </a:lnTo>
                  <a:cubicBezTo>
                    <a:pt x="58877" y="882"/>
                    <a:pt x="58847" y="882"/>
                    <a:pt x="58786" y="882"/>
                  </a:cubicBezTo>
                  <a:lnTo>
                    <a:pt x="58725" y="851"/>
                  </a:lnTo>
                  <a:cubicBezTo>
                    <a:pt x="58543" y="821"/>
                    <a:pt x="58360" y="821"/>
                    <a:pt x="58208" y="821"/>
                  </a:cubicBezTo>
                  <a:lnTo>
                    <a:pt x="58056" y="821"/>
                  </a:lnTo>
                  <a:cubicBezTo>
                    <a:pt x="57905" y="790"/>
                    <a:pt x="57753" y="760"/>
                    <a:pt x="57601" y="760"/>
                  </a:cubicBezTo>
                  <a:cubicBezTo>
                    <a:pt x="57601" y="841"/>
                    <a:pt x="57574" y="895"/>
                    <a:pt x="57510" y="895"/>
                  </a:cubicBezTo>
                  <a:cubicBezTo>
                    <a:pt x="57479" y="895"/>
                    <a:pt x="57438" y="882"/>
                    <a:pt x="57388" y="851"/>
                  </a:cubicBezTo>
                  <a:lnTo>
                    <a:pt x="57297" y="821"/>
                  </a:lnTo>
                  <a:cubicBezTo>
                    <a:pt x="57175" y="821"/>
                    <a:pt x="56780" y="851"/>
                    <a:pt x="56446" y="882"/>
                  </a:cubicBezTo>
                  <a:lnTo>
                    <a:pt x="56172" y="882"/>
                  </a:lnTo>
                  <a:cubicBezTo>
                    <a:pt x="56081" y="882"/>
                    <a:pt x="55898" y="821"/>
                    <a:pt x="55898" y="821"/>
                  </a:cubicBezTo>
                  <a:cubicBezTo>
                    <a:pt x="55845" y="874"/>
                    <a:pt x="55796" y="894"/>
                    <a:pt x="55751" y="894"/>
                  </a:cubicBezTo>
                  <a:cubicBezTo>
                    <a:pt x="55642" y="894"/>
                    <a:pt x="55550" y="782"/>
                    <a:pt x="55442" y="760"/>
                  </a:cubicBezTo>
                  <a:cubicBezTo>
                    <a:pt x="55415" y="760"/>
                    <a:pt x="55412" y="634"/>
                    <a:pt x="55344" y="634"/>
                  </a:cubicBezTo>
                  <a:cubicBezTo>
                    <a:pt x="55337" y="634"/>
                    <a:pt x="55329" y="636"/>
                    <a:pt x="55321" y="639"/>
                  </a:cubicBezTo>
                  <a:cubicBezTo>
                    <a:pt x="55108" y="699"/>
                    <a:pt x="55351" y="760"/>
                    <a:pt x="55321" y="760"/>
                  </a:cubicBezTo>
                  <a:lnTo>
                    <a:pt x="55169" y="851"/>
                  </a:lnTo>
                  <a:cubicBezTo>
                    <a:pt x="55053" y="909"/>
                    <a:pt x="54938" y="930"/>
                    <a:pt x="54869" y="930"/>
                  </a:cubicBezTo>
                  <a:cubicBezTo>
                    <a:pt x="54829" y="930"/>
                    <a:pt x="54804" y="923"/>
                    <a:pt x="54804" y="912"/>
                  </a:cubicBezTo>
                  <a:lnTo>
                    <a:pt x="54804" y="851"/>
                  </a:lnTo>
                  <a:lnTo>
                    <a:pt x="54804" y="821"/>
                  </a:lnTo>
                  <a:cubicBezTo>
                    <a:pt x="54804" y="798"/>
                    <a:pt x="54791" y="788"/>
                    <a:pt x="54768" y="788"/>
                  </a:cubicBezTo>
                  <a:cubicBezTo>
                    <a:pt x="54730" y="788"/>
                    <a:pt x="54667" y="814"/>
                    <a:pt x="54591" y="851"/>
                  </a:cubicBezTo>
                  <a:lnTo>
                    <a:pt x="54379" y="821"/>
                  </a:lnTo>
                  <a:cubicBezTo>
                    <a:pt x="54333" y="806"/>
                    <a:pt x="54295" y="798"/>
                    <a:pt x="54261" y="798"/>
                  </a:cubicBezTo>
                  <a:cubicBezTo>
                    <a:pt x="54227" y="798"/>
                    <a:pt x="54196" y="806"/>
                    <a:pt x="54166" y="821"/>
                  </a:cubicBezTo>
                  <a:lnTo>
                    <a:pt x="54044" y="821"/>
                  </a:lnTo>
                  <a:cubicBezTo>
                    <a:pt x="53862" y="821"/>
                    <a:pt x="53710" y="790"/>
                    <a:pt x="53558" y="730"/>
                  </a:cubicBezTo>
                  <a:lnTo>
                    <a:pt x="53436" y="790"/>
                  </a:lnTo>
                  <a:lnTo>
                    <a:pt x="53406" y="790"/>
                  </a:lnTo>
                  <a:cubicBezTo>
                    <a:pt x="53376" y="790"/>
                    <a:pt x="53132" y="973"/>
                    <a:pt x="53011" y="973"/>
                  </a:cubicBezTo>
                  <a:cubicBezTo>
                    <a:pt x="53004" y="975"/>
                    <a:pt x="52997" y="976"/>
                    <a:pt x="52989" y="976"/>
                  </a:cubicBezTo>
                  <a:cubicBezTo>
                    <a:pt x="52893" y="976"/>
                    <a:pt x="52735" y="814"/>
                    <a:pt x="52707" y="730"/>
                  </a:cubicBezTo>
                  <a:cubicBezTo>
                    <a:pt x="52697" y="709"/>
                    <a:pt x="52666" y="699"/>
                    <a:pt x="52621" y="699"/>
                  </a:cubicBezTo>
                  <a:cubicBezTo>
                    <a:pt x="52531" y="699"/>
                    <a:pt x="52383" y="740"/>
                    <a:pt x="52221" y="821"/>
                  </a:cubicBezTo>
                  <a:lnTo>
                    <a:pt x="52008" y="790"/>
                  </a:lnTo>
                  <a:cubicBezTo>
                    <a:pt x="51917" y="760"/>
                    <a:pt x="51825" y="730"/>
                    <a:pt x="51734" y="730"/>
                  </a:cubicBezTo>
                  <a:cubicBezTo>
                    <a:pt x="51673" y="730"/>
                    <a:pt x="51613" y="851"/>
                    <a:pt x="51552" y="851"/>
                  </a:cubicBezTo>
                  <a:lnTo>
                    <a:pt x="51369" y="851"/>
                  </a:lnTo>
                  <a:cubicBezTo>
                    <a:pt x="51319" y="901"/>
                    <a:pt x="51260" y="924"/>
                    <a:pt x="51196" y="924"/>
                  </a:cubicBezTo>
                  <a:cubicBezTo>
                    <a:pt x="51144" y="924"/>
                    <a:pt x="51090" y="909"/>
                    <a:pt x="51035" y="882"/>
                  </a:cubicBezTo>
                  <a:cubicBezTo>
                    <a:pt x="50944" y="821"/>
                    <a:pt x="50853" y="760"/>
                    <a:pt x="50731" y="760"/>
                  </a:cubicBezTo>
                  <a:lnTo>
                    <a:pt x="50458" y="760"/>
                  </a:lnTo>
                  <a:cubicBezTo>
                    <a:pt x="50366" y="760"/>
                    <a:pt x="50275" y="821"/>
                    <a:pt x="50184" y="851"/>
                  </a:cubicBezTo>
                  <a:lnTo>
                    <a:pt x="50032" y="942"/>
                  </a:lnTo>
                  <a:cubicBezTo>
                    <a:pt x="49951" y="861"/>
                    <a:pt x="49870" y="821"/>
                    <a:pt x="49825" y="821"/>
                  </a:cubicBezTo>
                  <a:cubicBezTo>
                    <a:pt x="49802" y="821"/>
                    <a:pt x="49789" y="831"/>
                    <a:pt x="49789" y="851"/>
                  </a:cubicBezTo>
                  <a:cubicBezTo>
                    <a:pt x="49785" y="856"/>
                    <a:pt x="49776" y="857"/>
                    <a:pt x="49766" y="857"/>
                  </a:cubicBezTo>
                  <a:cubicBezTo>
                    <a:pt x="49700" y="857"/>
                    <a:pt x="49533" y="790"/>
                    <a:pt x="49455" y="790"/>
                  </a:cubicBezTo>
                  <a:lnTo>
                    <a:pt x="49151" y="760"/>
                  </a:lnTo>
                  <a:lnTo>
                    <a:pt x="49151" y="730"/>
                  </a:lnTo>
                  <a:lnTo>
                    <a:pt x="49090" y="578"/>
                  </a:lnTo>
                  <a:cubicBezTo>
                    <a:pt x="48968" y="608"/>
                    <a:pt x="48877" y="669"/>
                    <a:pt x="48816" y="730"/>
                  </a:cubicBezTo>
                  <a:lnTo>
                    <a:pt x="48786" y="760"/>
                  </a:lnTo>
                  <a:cubicBezTo>
                    <a:pt x="48695" y="790"/>
                    <a:pt x="48603" y="821"/>
                    <a:pt x="48512" y="851"/>
                  </a:cubicBezTo>
                  <a:lnTo>
                    <a:pt x="48391" y="790"/>
                  </a:lnTo>
                  <a:lnTo>
                    <a:pt x="48269" y="760"/>
                  </a:lnTo>
                  <a:cubicBezTo>
                    <a:pt x="48247" y="766"/>
                    <a:pt x="48225" y="768"/>
                    <a:pt x="48205" y="768"/>
                  </a:cubicBezTo>
                  <a:cubicBezTo>
                    <a:pt x="48114" y="768"/>
                    <a:pt x="48040" y="719"/>
                    <a:pt x="47965" y="669"/>
                  </a:cubicBezTo>
                  <a:lnTo>
                    <a:pt x="47965" y="669"/>
                  </a:lnTo>
                  <a:cubicBezTo>
                    <a:pt x="47965" y="760"/>
                    <a:pt x="47965" y="821"/>
                    <a:pt x="47996" y="882"/>
                  </a:cubicBezTo>
                  <a:lnTo>
                    <a:pt x="47692" y="882"/>
                  </a:lnTo>
                  <a:cubicBezTo>
                    <a:pt x="47681" y="851"/>
                    <a:pt x="47661" y="838"/>
                    <a:pt x="47635" y="838"/>
                  </a:cubicBezTo>
                  <a:cubicBezTo>
                    <a:pt x="47583" y="838"/>
                    <a:pt x="47509" y="892"/>
                    <a:pt x="47448" y="973"/>
                  </a:cubicBezTo>
                  <a:lnTo>
                    <a:pt x="47266" y="882"/>
                  </a:lnTo>
                  <a:lnTo>
                    <a:pt x="47114" y="790"/>
                  </a:lnTo>
                  <a:cubicBezTo>
                    <a:pt x="46962" y="821"/>
                    <a:pt x="46810" y="821"/>
                    <a:pt x="46658" y="821"/>
                  </a:cubicBezTo>
                  <a:lnTo>
                    <a:pt x="46202" y="821"/>
                  </a:lnTo>
                  <a:cubicBezTo>
                    <a:pt x="46104" y="845"/>
                    <a:pt x="45966" y="890"/>
                    <a:pt x="45884" y="890"/>
                  </a:cubicBezTo>
                  <a:cubicBezTo>
                    <a:pt x="45865" y="890"/>
                    <a:pt x="45849" y="887"/>
                    <a:pt x="45837" y="882"/>
                  </a:cubicBezTo>
                  <a:cubicBezTo>
                    <a:pt x="45781" y="844"/>
                    <a:pt x="45736" y="830"/>
                    <a:pt x="45699" y="830"/>
                  </a:cubicBezTo>
                  <a:cubicBezTo>
                    <a:pt x="45617" y="830"/>
                    <a:pt x="45575" y="901"/>
                    <a:pt x="45533" y="942"/>
                  </a:cubicBezTo>
                  <a:lnTo>
                    <a:pt x="45412" y="1034"/>
                  </a:lnTo>
                  <a:cubicBezTo>
                    <a:pt x="45381" y="1125"/>
                    <a:pt x="45351" y="1216"/>
                    <a:pt x="45290" y="1307"/>
                  </a:cubicBezTo>
                  <a:cubicBezTo>
                    <a:pt x="45260" y="1307"/>
                    <a:pt x="45199" y="1277"/>
                    <a:pt x="45169" y="1246"/>
                  </a:cubicBezTo>
                  <a:lnTo>
                    <a:pt x="45169" y="1186"/>
                  </a:lnTo>
                  <a:lnTo>
                    <a:pt x="45169" y="1155"/>
                  </a:lnTo>
                  <a:cubicBezTo>
                    <a:pt x="45199" y="1125"/>
                    <a:pt x="44956" y="1003"/>
                    <a:pt x="45017" y="942"/>
                  </a:cubicBezTo>
                  <a:cubicBezTo>
                    <a:pt x="45038" y="921"/>
                    <a:pt x="45037" y="911"/>
                    <a:pt x="45015" y="911"/>
                  </a:cubicBezTo>
                  <a:cubicBezTo>
                    <a:pt x="44976" y="911"/>
                    <a:pt x="44870" y="944"/>
                    <a:pt x="44713" y="1003"/>
                  </a:cubicBezTo>
                  <a:lnTo>
                    <a:pt x="44591" y="973"/>
                  </a:lnTo>
                  <a:cubicBezTo>
                    <a:pt x="44435" y="928"/>
                    <a:pt x="44280" y="900"/>
                    <a:pt x="44124" y="900"/>
                  </a:cubicBezTo>
                  <a:cubicBezTo>
                    <a:pt x="44067" y="900"/>
                    <a:pt x="44010" y="904"/>
                    <a:pt x="43953" y="912"/>
                  </a:cubicBezTo>
                  <a:lnTo>
                    <a:pt x="43679" y="912"/>
                  </a:lnTo>
                  <a:cubicBezTo>
                    <a:pt x="43406" y="942"/>
                    <a:pt x="43041" y="1003"/>
                    <a:pt x="42889" y="1003"/>
                  </a:cubicBezTo>
                  <a:lnTo>
                    <a:pt x="42798" y="942"/>
                  </a:lnTo>
                  <a:cubicBezTo>
                    <a:pt x="42751" y="916"/>
                    <a:pt x="42713" y="905"/>
                    <a:pt x="42682" y="905"/>
                  </a:cubicBezTo>
                  <a:cubicBezTo>
                    <a:pt x="42567" y="905"/>
                    <a:pt x="42528" y="1040"/>
                    <a:pt x="42433" y="1064"/>
                  </a:cubicBezTo>
                  <a:cubicBezTo>
                    <a:pt x="42403" y="1064"/>
                    <a:pt x="42372" y="1003"/>
                    <a:pt x="42312" y="1003"/>
                  </a:cubicBezTo>
                  <a:cubicBezTo>
                    <a:pt x="42181" y="977"/>
                    <a:pt x="41983" y="906"/>
                    <a:pt x="41872" y="906"/>
                  </a:cubicBezTo>
                  <a:cubicBezTo>
                    <a:pt x="41854" y="906"/>
                    <a:pt x="41838" y="908"/>
                    <a:pt x="41825" y="912"/>
                  </a:cubicBezTo>
                  <a:cubicBezTo>
                    <a:pt x="41769" y="950"/>
                    <a:pt x="41730" y="964"/>
                    <a:pt x="41700" y="964"/>
                  </a:cubicBezTo>
                  <a:cubicBezTo>
                    <a:pt x="41634" y="964"/>
                    <a:pt x="41615" y="893"/>
                    <a:pt x="41552" y="851"/>
                  </a:cubicBezTo>
                  <a:lnTo>
                    <a:pt x="41521" y="851"/>
                  </a:lnTo>
                  <a:cubicBezTo>
                    <a:pt x="41491" y="851"/>
                    <a:pt x="41400" y="912"/>
                    <a:pt x="41369" y="942"/>
                  </a:cubicBezTo>
                  <a:cubicBezTo>
                    <a:pt x="41231" y="930"/>
                    <a:pt x="41092" y="922"/>
                    <a:pt x="40956" y="922"/>
                  </a:cubicBezTo>
                  <a:cubicBezTo>
                    <a:pt x="40763" y="922"/>
                    <a:pt x="40575" y="937"/>
                    <a:pt x="40397" y="973"/>
                  </a:cubicBezTo>
                  <a:cubicBezTo>
                    <a:pt x="40305" y="1003"/>
                    <a:pt x="40207" y="1018"/>
                    <a:pt x="40108" y="1018"/>
                  </a:cubicBezTo>
                  <a:cubicBezTo>
                    <a:pt x="40009" y="1018"/>
                    <a:pt x="39910" y="1003"/>
                    <a:pt x="39819" y="973"/>
                  </a:cubicBezTo>
                  <a:cubicBezTo>
                    <a:pt x="39810" y="964"/>
                    <a:pt x="39791" y="960"/>
                    <a:pt x="39767" y="960"/>
                  </a:cubicBezTo>
                  <a:cubicBezTo>
                    <a:pt x="39710" y="960"/>
                    <a:pt x="39628" y="982"/>
                    <a:pt x="39606" y="1003"/>
                  </a:cubicBezTo>
                  <a:cubicBezTo>
                    <a:pt x="39602" y="1007"/>
                    <a:pt x="39594" y="1009"/>
                    <a:pt x="39584" y="1009"/>
                  </a:cubicBezTo>
                  <a:cubicBezTo>
                    <a:pt x="39519" y="1009"/>
                    <a:pt x="39350" y="938"/>
                    <a:pt x="39272" y="912"/>
                  </a:cubicBezTo>
                  <a:cubicBezTo>
                    <a:pt x="39257" y="897"/>
                    <a:pt x="39217" y="891"/>
                    <a:pt x="39163" y="891"/>
                  </a:cubicBezTo>
                  <a:cubicBezTo>
                    <a:pt x="39002" y="891"/>
                    <a:pt x="38717" y="942"/>
                    <a:pt x="38603" y="942"/>
                  </a:cubicBezTo>
                  <a:lnTo>
                    <a:pt x="38269" y="942"/>
                  </a:lnTo>
                  <a:cubicBezTo>
                    <a:pt x="38212" y="977"/>
                    <a:pt x="38168" y="994"/>
                    <a:pt x="38135" y="994"/>
                  </a:cubicBezTo>
                  <a:cubicBezTo>
                    <a:pt x="38080" y="994"/>
                    <a:pt x="38056" y="946"/>
                    <a:pt x="38056" y="851"/>
                  </a:cubicBezTo>
                  <a:cubicBezTo>
                    <a:pt x="37904" y="882"/>
                    <a:pt x="37783" y="912"/>
                    <a:pt x="37661" y="973"/>
                  </a:cubicBezTo>
                  <a:lnTo>
                    <a:pt x="37509" y="973"/>
                  </a:lnTo>
                  <a:cubicBezTo>
                    <a:pt x="37357" y="973"/>
                    <a:pt x="37235" y="1034"/>
                    <a:pt x="37114" y="1125"/>
                  </a:cubicBezTo>
                  <a:cubicBezTo>
                    <a:pt x="37083" y="1094"/>
                    <a:pt x="37053" y="1064"/>
                    <a:pt x="37053" y="1034"/>
                  </a:cubicBezTo>
                  <a:cubicBezTo>
                    <a:pt x="37047" y="1028"/>
                    <a:pt x="37038" y="1025"/>
                    <a:pt x="37027" y="1025"/>
                  </a:cubicBezTo>
                  <a:cubicBezTo>
                    <a:pt x="36980" y="1025"/>
                    <a:pt x="36895" y="1070"/>
                    <a:pt x="36871" y="1094"/>
                  </a:cubicBezTo>
                  <a:cubicBezTo>
                    <a:pt x="36795" y="1110"/>
                    <a:pt x="36719" y="1117"/>
                    <a:pt x="36647" y="1117"/>
                  </a:cubicBezTo>
                  <a:cubicBezTo>
                    <a:pt x="36574" y="1117"/>
                    <a:pt x="36506" y="1110"/>
                    <a:pt x="36445" y="1094"/>
                  </a:cubicBezTo>
                  <a:cubicBezTo>
                    <a:pt x="36263" y="1003"/>
                    <a:pt x="36080" y="912"/>
                    <a:pt x="35898" y="882"/>
                  </a:cubicBezTo>
                  <a:cubicBezTo>
                    <a:pt x="35807" y="882"/>
                    <a:pt x="35716" y="912"/>
                    <a:pt x="35655" y="942"/>
                  </a:cubicBezTo>
                  <a:lnTo>
                    <a:pt x="35472" y="1094"/>
                  </a:lnTo>
                  <a:cubicBezTo>
                    <a:pt x="35442" y="1125"/>
                    <a:pt x="35412" y="1155"/>
                    <a:pt x="35381" y="1155"/>
                  </a:cubicBezTo>
                  <a:cubicBezTo>
                    <a:pt x="35303" y="1155"/>
                    <a:pt x="35225" y="1088"/>
                    <a:pt x="35147" y="1088"/>
                  </a:cubicBezTo>
                  <a:cubicBezTo>
                    <a:pt x="35134" y="1088"/>
                    <a:pt x="35121" y="1090"/>
                    <a:pt x="35108" y="1094"/>
                  </a:cubicBezTo>
                  <a:lnTo>
                    <a:pt x="35017" y="1125"/>
                  </a:lnTo>
                  <a:lnTo>
                    <a:pt x="34530" y="1125"/>
                  </a:lnTo>
                  <a:cubicBezTo>
                    <a:pt x="34469" y="1110"/>
                    <a:pt x="34409" y="1102"/>
                    <a:pt x="34348" y="1102"/>
                  </a:cubicBezTo>
                  <a:cubicBezTo>
                    <a:pt x="34287" y="1102"/>
                    <a:pt x="34226" y="1110"/>
                    <a:pt x="34165" y="1125"/>
                  </a:cubicBezTo>
                  <a:lnTo>
                    <a:pt x="34044" y="1094"/>
                  </a:lnTo>
                  <a:lnTo>
                    <a:pt x="33953" y="1064"/>
                  </a:lnTo>
                  <a:cubicBezTo>
                    <a:pt x="33770" y="1064"/>
                    <a:pt x="33588" y="1094"/>
                    <a:pt x="33406" y="1125"/>
                  </a:cubicBezTo>
                  <a:lnTo>
                    <a:pt x="33284" y="1125"/>
                  </a:lnTo>
                  <a:cubicBezTo>
                    <a:pt x="33260" y="1131"/>
                    <a:pt x="33235" y="1133"/>
                    <a:pt x="33211" y="1133"/>
                  </a:cubicBezTo>
                  <a:cubicBezTo>
                    <a:pt x="33114" y="1133"/>
                    <a:pt x="33017" y="1094"/>
                    <a:pt x="32919" y="1094"/>
                  </a:cubicBezTo>
                  <a:cubicBezTo>
                    <a:pt x="32798" y="1094"/>
                    <a:pt x="32676" y="1125"/>
                    <a:pt x="32524" y="1125"/>
                  </a:cubicBezTo>
                  <a:lnTo>
                    <a:pt x="32311" y="1125"/>
                  </a:lnTo>
                  <a:cubicBezTo>
                    <a:pt x="32197" y="1163"/>
                    <a:pt x="32088" y="1180"/>
                    <a:pt x="31979" y="1180"/>
                  </a:cubicBezTo>
                  <a:cubicBezTo>
                    <a:pt x="31829" y="1180"/>
                    <a:pt x="31680" y="1147"/>
                    <a:pt x="31521" y="1094"/>
                  </a:cubicBezTo>
                  <a:cubicBezTo>
                    <a:pt x="31488" y="1078"/>
                    <a:pt x="31458" y="1071"/>
                    <a:pt x="31430" y="1071"/>
                  </a:cubicBezTo>
                  <a:cubicBezTo>
                    <a:pt x="31355" y="1071"/>
                    <a:pt x="31300" y="1127"/>
                    <a:pt x="31278" y="1216"/>
                  </a:cubicBezTo>
                  <a:lnTo>
                    <a:pt x="31156" y="1125"/>
                  </a:lnTo>
                  <a:cubicBezTo>
                    <a:pt x="31105" y="1099"/>
                    <a:pt x="31064" y="1090"/>
                    <a:pt x="31030" y="1090"/>
                  </a:cubicBezTo>
                  <a:cubicBezTo>
                    <a:pt x="30983" y="1090"/>
                    <a:pt x="30948" y="1107"/>
                    <a:pt x="30913" y="1125"/>
                  </a:cubicBezTo>
                  <a:cubicBezTo>
                    <a:pt x="30883" y="1155"/>
                    <a:pt x="30860" y="1170"/>
                    <a:pt x="30833" y="1170"/>
                  </a:cubicBezTo>
                  <a:cubicBezTo>
                    <a:pt x="30807" y="1170"/>
                    <a:pt x="30776" y="1155"/>
                    <a:pt x="30731" y="1125"/>
                  </a:cubicBezTo>
                  <a:cubicBezTo>
                    <a:pt x="30704" y="1116"/>
                    <a:pt x="30677" y="1112"/>
                    <a:pt x="30651" y="1112"/>
                  </a:cubicBezTo>
                  <a:cubicBezTo>
                    <a:pt x="30586" y="1112"/>
                    <a:pt x="30522" y="1134"/>
                    <a:pt x="30457" y="1155"/>
                  </a:cubicBezTo>
                  <a:lnTo>
                    <a:pt x="30214" y="1307"/>
                  </a:lnTo>
                  <a:cubicBezTo>
                    <a:pt x="30214" y="1189"/>
                    <a:pt x="30141" y="1145"/>
                    <a:pt x="30080" y="1145"/>
                  </a:cubicBezTo>
                  <a:cubicBezTo>
                    <a:pt x="30062" y="1145"/>
                    <a:pt x="30045" y="1148"/>
                    <a:pt x="30032" y="1155"/>
                  </a:cubicBezTo>
                  <a:cubicBezTo>
                    <a:pt x="29971" y="1216"/>
                    <a:pt x="29849" y="1216"/>
                    <a:pt x="29758" y="1216"/>
                  </a:cubicBezTo>
                  <a:lnTo>
                    <a:pt x="29667" y="1216"/>
                  </a:lnTo>
                  <a:cubicBezTo>
                    <a:pt x="29637" y="1277"/>
                    <a:pt x="29606" y="1338"/>
                    <a:pt x="29606" y="1398"/>
                  </a:cubicBezTo>
                  <a:lnTo>
                    <a:pt x="29515" y="1368"/>
                  </a:lnTo>
                  <a:cubicBezTo>
                    <a:pt x="29363" y="1307"/>
                    <a:pt x="29606" y="1246"/>
                    <a:pt x="29545" y="1186"/>
                  </a:cubicBezTo>
                  <a:lnTo>
                    <a:pt x="29545" y="1155"/>
                  </a:lnTo>
                  <a:cubicBezTo>
                    <a:pt x="29515" y="1155"/>
                    <a:pt x="29424" y="1186"/>
                    <a:pt x="29363" y="1246"/>
                  </a:cubicBezTo>
                  <a:lnTo>
                    <a:pt x="29272" y="1277"/>
                  </a:lnTo>
                  <a:lnTo>
                    <a:pt x="29241" y="1277"/>
                  </a:lnTo>
                  <a:cubicBezTo>
                    <a:pt x="29211" y="1246"/>
                    <a:pt x="29181" y="1186"/>
                    <a:pt x="29241" y="1155"/>
                  </a:cubicBezTo>
                  <a:cubicBezTo>
                    <a:pt x="29272" y="1125"/>
                    <a:pt x="29120" y="1125"/>
                    <a:pt x="29059" y="1125"/>
                  </a:cubicBezTo>
                  <a:cubicBezTo>
                    <a:pt x="28998" y="1125"/>
                    <a:pt x="28816" y="1155"/>
                    <a:pt x="28603" y="1216"/>
                  </a:cubicBezTo>
                  <a:lnTo>
                    <a:pt x="28299" y="1216"/>
                  </a:lnTo>
                  <a:cubicBezTo>
                    <a:pt x="28169" y="1216"/>
                    <a:pt x="28016" y="1283"/>
                    <a:pt x="27899" y="1283"/>
                  </a:cubicBezTo>
                  <a:cubicBezTo>
                    <a:pt x="27879" y="1283"/>
                    <a:pt x="27861" y="1281"/>
                    <a:pt x="27843" y="1277"/>
                  </a:cubicBezTo>
                  <a:cubicBezTo>
                    <a:pt x="27767" y="1231"/>
                    <a:pt x="27684" y="1208"/>
                    <a:pt x="27600" y="1208"/>
                  </a:cubicBezTo>
                  <a:cubicBezTo>
                    <a:pt x="27516" y="1208"/>
                    <a:pt x="27433" y="1231"/>
                    <a:pt x="27357" y="1277"/>
                  </a:cubicBezTo>
                  <a:cubicBezTo>
                    <a:pt x="27281" y="1292"/>
                    <a:pt x="27205" y="1300"/>
                    <a:pt x="27129" y="1300"/>
                  </a:cubicBezTo>
                  <a:cubicBezTo>
                    <a:pt x="27053" y="1300"/>
                    <a:pt x="26977" y="1292"/>
                    <a:pt x="26901" y="1277"/>
                  </a:cubicBezTo>
                  <a:lnTo>
                    <a:pt x="26779" y="1186"/>
                  </a:lnTo>
                  <a:cubicBezTo>
                    <a:pt x="26597" y="1216"/>
                    <a:pt x="26475" y="1246"/>
                    <a:pt x="26323" y="1338"/>
                  </a:cubicBezTo>
                  <a:lnTo>
                    <a:pt x="26232" y="1338"/>
                  </a:lnTo>
                  <a:lnTo>
                    <a:pt x="26111" y="1368"/>
                  </a:lnTo>
                  <a:cubicBezTo>
                    <a:pt x="26070" y="1360"/>
                    <a:pt x="26027" y="1356"/>
                    <a:pt x="25983" y="1356"/>
                  </a:cubicBezTo>
                  <a:cubicBezTo>
                    <a:pt x="25863" y="1356"/>
                    <a:pt x="25736" y="1384"/>
                    <a:pt x="25624" y="1429"/>
                  </a:cubicBezTo>
                  <a:lnTo>
                    <a:pt x="25412" y="1368"/>
                  </a:lnTo>
                  <a:cubicBezTo>
                    <a:pt x="25323" y="1361"/>
                    <a:pt x="25234" y="1357"/>
                    <a:pt x="25145" y="1357"/>
                  </a:cubicBezTo>
                  <a:cubicBezTo>
                    <a:pt x="24840" y="1357"/>
                    <a:pt x="24539" y="1402"/>
                    <a:pt x="24256" y="1520"/>
                  </a:cubicBezTo>
                  <a:lnTo>
                    <a:pt x="23649" y="1520"/>
                  </a:lnTo>
                  <a:lnTo>
                    <a:pt x="23527" y="1368"/>
                  </a:lnTo>
                  <a:cubicBezTo>
                    <a:pt x="23466" y="1368"/>
                    <a:pt x="23436" y="1368"/>
                    <a:pt x="23375" y="1398"/>
                  </a:cubicBezTo>
                  <a:lnTo>
                    <a:pt x="23284" y="1459"/>
                  </a:lnTo>
                  <a:cubicBezTo>
                    <a:pt x="23257" y="1464"/>
                    <a:pt x="23226" y="1465"/>
                    <a:pt x="23193" y="1465"/>
                  </a:cubicBezTo>
                  <a:cubicBezTo>
                    <a:pt x="23034" y="1465"/>
                    <a:pt x="22819" y="1422"/>
                    <a:pt x="22721" y="1422"/>
                  </a:cubicBezTo>
                  <a:cubicBezTo>
                    <a:pt x="22700" y="1422"/>
                    <a:pt x="22685" y="1424"/>
                    <a:pt x="22676" y="1429"/>
                  </a:cubicBezTo>
                  <a:cubicBezTo>
                    <a:pt x="22554" y="1520"/>
                    <a:pt x="22433" y="1550"/>
                    <a:pt x="22281" y="1550"/>
                  </a:cubicBezTo>
                  <a:cubicBezTo>
                    <a:pt x="22220" y="1550"/>
                    <a:pt x="22159" y="1550"/>
                    <a:pt x="22098" y="1581"/>
                  </a:cubicBezTo>
                  <a:cubicBezTo>
                    <a:pt x="22038" y="1611"/>
                    <a:pt x="22007" y="1672"/>
                    <a:pt x="21946" y="1702"/>
                  </a:cubicBezTo>
                  <a:lnTo>
                    <a:pt x="21855" y="1672"/>
                  </a:lnTo>
                  <a:cubicBezTo>
                    <a:pt x="21794" y="1642"/>
                    <a:pt x="21673" y="1611"/>
                    <a:pt x="21642" y="1611"/>
                  </a:cubicBezTo>
                  <a:lnTo>
                    <a:pt x="21490" y="1763"/>
                  </a:lnTo>
                  <a:cubicBezTo>
                    <a:pt x="21444" y="1740"/>
                    <a:pt x="21401" y="1730"/>
                    <a:pt x="21364" y="1730"/>
                  </a:cubicBezTo>
                  <a:cubicBezTo>
                    <a:pt x="21256" y="1730"/>
                    <a:pt x="21194" y="1809"/>
                    <a:pt x="21217" y="1854"/>
                  </a:cubicBezTo>
                  <a:cubicBezTo>
                    <a:pt x="21217" y="1915"/>
                    <a:pt x="21338" y="2037"/>
                    <a:pt x="21490" y="2128"/>
                  </a:cubicBezTo>
                  <a:lnTo>
                    <a:pt x="21399" y="2249"/>
                  </a:lnTo>
                  <a:lnTo>
                    <a:pt x="21278" y="2371"/>
                  </a:lnTo>
                  <a:cubicBezTo>
                    <a:pt x="21187" y="2310"/>
                    <a:pt x="21065" y="2249"/>
                    <a:pt x="20943" y="2189"/>
                  </a:cubicBezTo>
                  <a:lnTo>
                    <a:pt x="20883" y="2189"/>
                  </a:lnTo>
                  <a:cubicBezTo>
                    <a:pt x="20700" y="2219"/>
                    <a:pt x="20518" y="2249"/>
                    <a:pt x="20335" y="2249"/>
                  </a:cubicBezTo>
                  <a:cubicBezTo>
                    <a:pt x="20183" y="2249"/>
                    <a:pt x="20183" y="2037"/>
                    <a:pt x="20214" y="1976"/>
                  </a:cubicBezTo>
                  <a:cubicBezTo>
                    <a:pt x="20275" y="1915"/>
                    <a:pt x="20275" y="1854"/>
                    <a:pt x="20275" y="1854"/>
                  </a:cubicBezTo>
                  <a:lnTo>
                    <a:pt x="20275" y="1854"/>
                  </a:lnTo>
                  <a:cubicBezTo>
                    <a:pt x="20163" y="1877"/>
                    <a:pt x="20067" y="1948"/>
                    <a:pt x="19989" y="1948"/>
                  </a:cubicBezTo>
                  <a:cubicBezTo>
                    <a:pt x="19960" y="1948"/>
                    <a:pt x="19934" y="1939"/>
                    <a:pt x="19910" y="1915"/>
                  </a:cubicBezTo>
                  <a:cubicBezTo>
                    <a:pt x="19819" y="1854"/>
                    <a:pt x="19576" y="1915"/>
                    <a:pt x="19576" y="1733"/>
                  </a:cubicBezTo>
                  <a:cubicBezTo>
                    <a:pt x="19576" y="1702"/>
                    <a:pt x="19515" y="1702"/>
                    <a:pt x="19515" y="1702"/>
                  </a:cubicBezTo>
                  <a:cubicBezTo>
                    <a:pt x="19416" y="1764"/>
                    <a:pt x="19307" y="1781"/>
                    <a:pt x="19195" y="1781"/>
                  </a:cubicBezTo>
                  <a:cubicBezTo>
                    <a:pt x="19063" y="1781"/>
                    <a:pt x="18926" y="1758"/>
                    <a:pt x="18794" y="1758"/>
                  </a:cubicBezTo>
                  <a:cubicBezTo>
                    <a:pt x="18760" y="1758"/>
                    <a:pt x="18727" y="1759"/>
                    <a:pt x="18694" y="1763"/>
                  </a:cubicBezTo>
                  <a:cubicBezTo>
                    <a:pt x="18481" y="1794"/>
                    <a:pt x="18299" y="1824"/>
                    <a:pt x="18117" y="1854"/>
                  </a:cubicBezTo>
                  <a:lnTo>
                    <a:pt x="18025" y="1885"/>
                  </a:lnTo>
                  <a:cubicBezTo>
                    <a:pt x="17965" y="1930"/>
                    <a:pt x="17896" y="1953"/>
                    <a:pt x="17828" y="1953"/>
                  </a:cubicBezTo>
                  <a:cubicBezTo>
                    <a:pt x="17759" y="1953"/>
                    <a:pt x="17691" y="1930"/>
                    <a:pt x="17630" y="1885"/>
                  </a:cubicBezTo>
                  <a:cubicBezTo>
                    <a:pt x="17628" y="1882"/>
                    <a:pt x="17625" y="1881"/>
                    <a:pt x="17621" y="1881"/>
                  </a:cubicBezTo>
                  <a:cubicBezTo>
                    <a:pt x="17573" y="1881"/>
                    <a:pt x="17415" y="2044"/>
                    <a:pt x="17387" y="2128"/>
                  </a:cubicBezTo>
                  <a:cubicBezTo>
                    <a:pt x="17378" y="2156"/>
                    <a:pt x="17369" y="2166"/>
                    <a:pt x="17359" y="2166"/>
                  </a:cubicBezTo>
                  <a:cubicBezTo>
                    <a:pt x="17338" y="2166"/>
                    <a:pt x="17317" y="2109"/>
                    <a:pt x="17296" y="2067"/>
                  </a:cubicBezTo>
                  <a:cubicBezTo>
                    <a:pt x="17296" y="2031"/>
                    <a:pt x="17277" y="2019"/>
                    <a:pt x="17251" y="2019"/>
                  </a:cubicBezTo>
                  <a:cubicBezTo>
                    <a:pt x="17210" y="2019"/>
                    <a:pt x="17150" y="2049"/>
                    <a:pt x="17113" y="2067"/>
                  </a:cubicBezTo>
                  <a:cubicBezTo>
                    <a:pt x="17109" y="2071"/>
                    <a:pt x="17105" y="2073"/>
                    <a:pt x="17100" y="2073"/>
                  </a:cubicBezTo>
                  <a:cubicBezTo>
                    <a:pt x="17067" y="2073"/>
                    <a:pt x="17014" y="1994"/>
                    <a:pt x="16962" y="1915"/>
                  </a:cubicBezTo>
                  <a:lnTo>
                    <a:pt x="16779" y="1946"/>
                  </a:lnTo>
                  <a:cubicBezTo>
                    <a:pt x="16675" y="1972"/>
                    <a:pt x="16570" y="2043"/>
                    <a:pt x="16504" y="2043"/>
                  </a:cubicBezTo>
                  <a:cubicBezTo>
                    <a:pt x="16493" y="2043"/>
                    <a:pt x="16484" y="2041"/>
                    <a:pt x="16475" y="2037"/>
                  </a:cubicBezTo>
                  <a:cubicBezTo>
                    <a:pt x="16427" y="2001"/>
                    <a:pt x="16384" y="1989"/>
                    <a:pt x="16346" y="1989"/>
                  </a:cubicBezTo>
                  <a:cubicBezTo>
                    <a:pt x="16287" y="1989"/>
                    <a:pt x="16239" y="2018"/>
                    <a:pt x="16202" y="2037"/>
                  </a:cubicBezTo>
                  <a:cubicBezTo>
                    <a:pt x="16126" y="2052"/>
                    <a:pt x="16050" y="2059"/>
                    <a:pt x="15974" y="2059"/>
                  </a:cubicBezTo>
                  <a:cubicBezTo>
                    <a:pt x="15898" y="2059"/>
                    <a:pt x="15822" y="2052"/>
                    <a:pt x="15746" y="2037"/>
                  </a:cubicBezTo>
                  <a:cubicBezTo>
                    <a:pt x="15719" y="2028"/>
                    <a:pt x="15684" y="2024"/>
                    <a:pt x="15649" y="2024"/>
                  </a:cubicBezTo>
                  <a:cubicBezTo>
                    <a:pt x="15563" y="2024"/>
                    <a:pt x="15472" y="2046"/>
                    <a:pt x="15472" y="2067"/>
                  </a:cubicBezTo>
                  <a:cubicBezTo>
                    <a:pt x="15445" y="2161"/>
                    <a:pt x="15394" y="2190"/>
                    <a:pt x="15338" y="2190"/>
                  </a:cubicBezTo>
                  <a:cubicBezTo>
                    <a:pt x="15268" y="2190"/>
                    <a:pt x="15189" y="2145"/>
                    <a:pt x="15138" y="2128"/>
                  </a:cubicBezTo>
                  <a:cubicBezTo>
                    <a:pt x="15097" y="2101"/>
                    <a:pt x="15062" y="2086"/>
                    <a:pt x="15033" y="2086"/>
                  </a:cubicBezTo>
                  <a:cubicBezTo>
                    <a:pt x="14998" y="2086"/>
                    <a:pt x="14972" y="2108"/>
                    <a:pt x="14955" y="2158"/>
                  </a:cubicBezTo>
                  <a:cubicBezTo>
                    <a:pt x="14925" y="2234"/>
                    <a:pt x="14895" y="2265"/>
                    <a:pt x="14857" y="2265"/>
                  </a:cubicBezTo>
                  <a:cubicBezTo>
                    <a:pt x="14819" y="2265"/>
                    <a:pt x="14773" y="2234"/>
                    <a:pt x="14712" y="2189"/>
                  </a:cubicBezTo>
                  <a:cubicBezTo>
                    <a:pt x="14690" y="2166"/>
                    <a:pt x="14667" y="2095"/>
                    <a:pt x="14609" y="2095"/>
                  </a:cubicBezTo>
                  <a:cubicBezTo>
                    <a:pt x="14588" y="2095"/>
                    <a:pt x="14562" y="2104"/>
                    <a:pt x="14530" y="2128"/>
                  </a:cubicBezTo>
                  <a:lnTo>
                    <a:pt x="14469" y="2189"/>
                  </a:lnTo>
                  <a:cubicBezTo>
                    <a:pt x="14378" y="2249"/>
                    <a:pt x="14226" y="2493"/>
                    <a:pt x="14135" y="2493"/>
                  </a:cubicBezTo>
                  <a:cubicBezTo>
                    <a:pt x="14013" y="2462"/>
                    <a:pt x="13952" y="2401"/>
                    <a:pt x="13892" y="2310"/>
                  </a:cubicBezTo>
                  <a:cubicBezTo>
                    <a:pt x="13892" y="2295"/>
                    <a:pt x="13831" y="2287"/>
                    <a:pt x="13732" y="2287"/>
                  </a:cubicBezTo>
                  <a:cubicBezTo>
                    <a:pt x="13633" y="2287"/>
                    <a:pt x="13496" y="2295"/>
                    <a:pt x="13344" y="2310"/>
                  </a:cubicBezTo>
                  <a:lnTo>
                    <a:pt x="13101" y="2371"/>
                  </a:lnTo>
                  <a:lnTo>
                    <a:pt x="13040" y="2371"/>
                  </a:lnTo>
                  <a:cubicBezTo>
                    <a:pt x="13010" y="2401"/>
                    <a:pt x="12949" y="2493"/>
                    <a:pt x="12888" y="2553"/>
                  </a:cubicBezTo>
                  <a:lnTo>
                    <a:pt x="12797" y="2462"/>
                  </a:lnTo>
                  <a:cubicBezTo>
                    <a:pt x="12737" y="2401"/>
                    <a:pt x="12676" y="2379"/>
                    <a:pt x="12607" y="2379"/>
                  </a:cubicBezTo>
                  <a:cubicBezTo>
                    <a:pt x="12539" y="2379"/>
                    <a:pt x="12463" y="2401"/>
                    <a:pt x="12372" y="2432"/>
                  </a:cubicBezTo>
                  <a:cubicBezTo>
                    <a:pt x="12159" y="2462"/>
                    <a:pt x="11916" y="2493"/>
                    <a:pt x="11673" y="2523"/>
                  </a:cubicBezTo>
                  <a:lnTo>
                    <a:pt x="11581" y="2523"/>
                  </a:lnTo>
                  <a:cubicBezTo>
                    <a:pt x="11551" y="2569"/>
                    <a:pt x="11483" y="2584"/>
                    <a:pt x="11414" y="2584"/>
                  </a:cubicBezTo>
                  <a:cubicBezTo>
                    <a:pt x="11346" y="2584"/>
                    <a:pt x="11278" y="2569"/>
                    <a:pt x="11247" y="2553"/>
                  </a:cubicBezTo>
                  <a:cubicBezTo>
                    <a:pt x="11243" y="2545"/>
                    <a:pt x="11238" y="2541"/>
                    <a:pt x="11231" y="2541"/>
                  </a:cubicBezTo>
                  <a:cubicBezTo>
                    <a:pt x="11193" y="2541"/>
                    <a:pt x="11126" y="2688"/>
                    <a:pt x="11126" y="2766"/>
                  </a:cubicBezTo>
                  <a:cubicBezTo>
                    <a:pt x="11156" y="2857"/>
                    <a:pt x="11156" y="2979"/>
                    <a:pt x="11156" y="3101"/>
                  </a:cubicBezTo>
                  <a:cubicBezTo>
                    <a:pt x="11147" y="3119"/>
                    <a:pt x="11131" y="3127"/>
                    <a:pt x="11115" y="3127"/>
                  </a:cubicBezTo>
                  <a:cubicBezTo>
                    <a:pt x="11078" y="3127"/>
                    <a:pt x="11034" y="3091"/>
                    <a:pt x="11034" y="3070"/>
                  </a:cubicBezTo>
                  <a:cubicBezTo>
                    <a:pt x="11029" y="3065"/>
                    <a:pt x="11018" y="3062"/>
                    <a:pt x="11004" y="3062"/>
                  </a:cubicBezTo>
                  <a:cubicBezTo>
                    <a:pt x="10941" y="3062"/>
                    <a:pt x="10810" y="3112"/>
                    <a:pt x="10761" y="3161"/>
                  </a:cubicBezTo>
                  <a:cubicBezTo>
                    <a:pt x="10754" y="3164"/>
                    <a:pt x="10747" y="3165"/>
                    <a:pt x="10741" y="3165"/>
                  </a:cubicBezTo>
                  <a:cubicBezTo>
                    <a:pt x="10661" y="3165"/>
                    <a:pt x="10609" y="3005"/>
                    <a:pt x="10609" y="2949"/>
                  </a:cubicBezTo>
                  <a:cubicBezTo>
                    <a:pt x="10609" y="2888"/>
                    <a:pt x="10578" y="2827"/>
                    <a:pt x="10548" y="2827"/>
                  </a:cubicBezTo>
                  <a:cubicBezTo>
                    <a:pt x="10457" y="2797"/>
                    <a:pt x="10335" y="2766"/>
                    <a:pt x="10244" y="2766"/>
                  </a:cubicBezTo>
                  <a:lnTo>
                    <a:pt x="10122" y="2766"/>
                  </a:lnTo>
                  <a:cubicBezTo>
                    <a:pt x="10031" y="2766"/>
                    <a:pt x="9940" y="2797"/>
                    <a:pt x="9849" y="2827"/>
                  </a:cubicBezTo>
                  <a:cubicBezTo>
                    <a:pt x="9849" y="2857"/>
                    <a:pt x="9697" y="3131"/>
                    <a:pt x="9545" y="3131"/>
                  </a:cubicBezTo>
                  <a:cubicBezTo>
                    <a:pt x="9423" y="3131"/>
                    <a:pt x="9454" y="3009"/>
                    <a:pt x="9515" y="2979"/>
                  </a:cubicBezTo>
                  <a:cubicBezTo>
                    <a:pt x="9558" y="2957"/>
                    <a:pt x="9509" y="2936"/>
                    <a:pt x="9413" y="2936"/>
                  </a:cubicBezTo>
                  <a:cubicBezTo>
                    <a:pt x="9373" y="2936"/>
                    <a:pt x="9325" y="2940"/>
                    <a:pt x="9271" y="2949"/>
                  </a:cubicBezTo>
                  <a:lnTo>
                    <a:pt x="9089" y="2888"/>
                  </a:lnTo>
                  <a:lnTo>
                    <a:pt x="8907" y="2827"/>
                  </a:lnTo>
                  <a:cubicBezTo>
                    <a:pt x="8755" y="2949"/>
                    <a:pt x="8572" y="3009"/>
                    <a:pt x="8390" y="3009"/>
                  </a:cubicBezTo>
                  <a:lnTo>
                    <a:pt x="8299" y="2979"/>
                  </a:lnTo>
                  <a:lnTo>
                    <a:pt x="8238" y="2979"/>
                  </a:lnTo>
                  <a:cubicBezTo>
                    <a:pt x="8208" y="2979"/>
                    <a:pt x="8177" y="3009"/>
                    <a:pt x="8177" y="3070"/>
                  </a:cubicBezTo>
                  <a:cubicBezTo>
                    <a:pt x="8268" y="3101"/>
                    <a:pt x="8329" y="3161"/>
                    <a:pt x="8420" y="3192"/>
                  </a:cubicBezTo>
                  <a:lnTo>
                    <a:pt x="8512" y="3222"/>
                  </a:lnTo>
                  <a:cubicBezTo>
                    <a:pt x="8529" y="3213"/>
                    <a:pt x="8547" y="3210"/>
                    <a:pt x="8565" y="3210"/>
                  </a:cubicBezTo>
                  <a:cubicBezTo>
                    <a:pt x="8608" y="3210"/>
                    <a:pt x="8651" y="3231"/>
                    <a:pt x="8694" y="3253"/>
                  </a:cubicBezTo>
                  <a:cubicBezTo>
                    <a:pt x="8572" y="3313"/>
                    <a:pt x="8451" y="3374"/>
                    <a:pt x="8299" y="3404"/>
                  </a:cubicBezTo>
                  <a:cubicBezTo>
                    <a:pt x="8208" y="3465"/>
                    <a:pt x="8177" y="3526"/>
                    <a:pt x="8177" y="3556"/>
                  </a:cubicBezTo>
                  <a:cubicBezTo>
                    <a:pt x="8268" y="3617"/>
                    <a:pt x="8360" y="3678"/>
                    <a:pt x="8451" y="3708"/>
                  </a:cubicBezTo>
                  <a:cubicBezTo>
                    <a:pt x="8484" y="3731"/>
                    <a:pt x="8517" y="3749"/>
                    <a:pt x="8549" y="3766"/>
                  </a:cubicBezTo>
                  <a:lnTo>
                    <a:pt x="8549" y="3766"/>
                  </a:lnTo>
                  <a:cubicBezTo>
                    <a:pt x="8491" y="3788"/>
                    <a:pt x="8425" y="3800"/>
                    <a:pt x="8360" y="3800"/>
                  </a:cubicBezTo>
                  <a:lnTo>
                    <a:pt x="8360" y="3860"/>
                  </a:lnTo>
                  <a:lnTo>
                    <a:pt x="8360" y="3921"/>
                  </a:lnTo>
                  <a:cubicBezTo>
                    <a:pt x="8390" y="3952"/>
                    <a:pt x="8238" y="4012"/>
                    <a:pt x="8177" y="4012"/>
                  </a:cubicBezTo>
                  <a:cubicBezTo>
                    <a:pt x="8116" y="4012"/>
                    <a:pt x="8056" y="3982"/>
                    <a:pt x="8056" y="3982"/>
                  </a:cubicBezTo>
                  <a:lnTo>
                    <a:pt x="8177" y="3708"/>
                  </a:lnTo>
                  <a:cubicBezTo>
                    <a:pt x="8208" y="3648"/>
                    <a:pt x="8147" y="3587"/>
                    <a:pt x="8025" y="3556"/>
                  </a:cubicBezTo>
                  <a:lnTo>
                    <a:pt x="8025" y="3678"/>
                  </a:lnTo>
                  <a:cubicBezTo>
                    <a:pt x="8025" y="3708"/>
                    <a:pt x="8056" y="3769"/>
                    <a:pt x="8025" y="3800"/>
                  </a:cubicBezTo>
                  <a:lnTo>
                    <a:pt x="7995" y="3830"/>
                  </a:lnTo>
                  <a:cubicBezTo>
                    <a:pt x="7904" y="3830"/>
                    <a:pt x="7873" y="3830"/>
                    <a:pt x="7873" y="3800"/>
                  </a:cubicBezTo>
                  <a:lnTo>
                    <a:pt x="7873" y="3739"/>
                  </a:lnTo>
                  <a:cubicBezTo>
                    <a:pt x="7843" y="3678"/>
                    <a:pt x="7782" y="3617"/>
                    <a:pt x="7721" y="3556"/>
                  </a:cubicBezTo>
                  <a:lnTo>
                    <a:pt x="7630" y="3496"/>
                  </a:lnTo>
                  <a:lnTo>
                    <a:pt x="7569" y="3465"/>
                  </a:lnTo>
                  <a:cubicBezTo>
                    <a:pt x="7563" y="3463"/>
                    <a:pt x="7558" y="3462"/>
                    <a:pt x="7553" y="3462"/>
                  </a:cubicBezTo>
                  <a:cubicBezTo>
                    <a:pt x="7482" y="3462"/>
                    <a:pt x="7510" y="3652"/>
                    <a:pt x="7539" y="3708"/>
                  </a:cubicBezTo>
                  <a:cubicBezTo>
                    <a:pt x="7600" y="3769"/>
                    <a:pt x="7478" y="3860"/>
                    <a:pt x="7417" y="3891"/>
                  </a:cubicBezTo>
                  <a:cubicBezTo>
                    <a:pt x="7356" y="3921"/>
                    <a:pt x="7630" y="3952"/>
                    <a:pt x="7691" y="3952"/>
                  </a:cubicBezTo>
                  <a:cubicBezTo>
                    <a:pt x="7782" y="3952"/>
                    <a:pt x="7782" y="4012"/>
                    <a:pt x="7752" y="4043"/>
                  </a:cubicBezTo>
                  <a:lnTo>
                    <a:pt x="7691" y="4073"/>
                  </a:lnTo>
                  <a:lnTo>
                    <a:pt x="7478" y="4225"/>
                  </a:lnTo>
                  <a:cubicBezTo>
                    <a:pt x="7355" y="4151"/>
                    <a:pt x="7151" y="4057"/>
                    <a:pt x="7062" y="4057"/>
                  </a:cubicBezTo>
                  <a:cubicBezTo>
                    <a:pt x="7042" y="4057"/>
                    <a:pt x="7028" y="4062"/>
                    <a:pt x="7022" y="4073"/>
                  </a:cubicBezTo>
                  <a:cubicBezTo>
                    <a:pt x="6931" y="4164"/>
                    <a:pt x="6840" y="4225"/>
                    <a:pt x="6718" y="4286"/>
                  </a:cubicBezTo>
                  <a:lnTo>
                    <a:pt x="6657" y="4256"/>
                  </a:lnTo>
                  <a:lnTo>
                    <a:pt x="6414" y="4164"/>
                  </a:lnTo>
                  <a:lnTo>
                    <a:pt x="6414" y="4164"/>
                  </a:lnTo>
                  <a:cubicBezTo>
                    <a:pt x="6262" y="4316"/>
                    <a:pt x="6293" y="4438"/>
                    <a:pt x="6445" y="4438"/>
                  </a:cubicBezTo>
                  <a:lnTo>
                    <a:pt x="6566" y="4468"/>
                  </a:lnTo>
                  <a:lnTo>
                    <a:pt x="6657" y="4529"/>
                  </a:lnTo>
                  <a:cubicBezTo>
                    <a:pt x="6742" y="4571"/>
                    <a:pt x="6833" y="4594"/>
                    <a:pt x="6925" y="4594"/>
                  </a:cubicBezTo>
                  <a:cubicBezTo>
                    <a:pt x="7031" y="4594"/>
                    <a:pt x="7137" y="4564"/>
                    <a:pt x="7235" y="4499"/>
                  </a:cubicBezTo>
                  <a:lnTo>
                    <a:pt x="7417" y="4468"/>
                  </a:lnTo>
                  <a:lnTo>
                    <a:pt x="7630" y="4408"/>
                  </a:lnTo>
                  <a:cubicBezTo>
                    <a:pt x="7727" y="4577"/>
                    <a:pt x="7862" y="4669"/>
                    <a:pt x="7944" y="4669"/>
                  </a:cubicBezTo>
                  <a:cubicBezTo>
                    <a:pt x="7965" y="4669"/>
                    <a:pt x="7982" y="4663"/>
                    <a:pt x="7995" y="4651"/>
                  </a:cubicBezTo>
                  <a:lnTo>
                    <a:pt x="8056" y="4620"/>
                  </a:lnTo>
                  <a:cubicBezTo>
                    <a:pt x="8071" y="4605"/>
                    <a:pt x="8094" y="4598"/>
                    <a:pt x="8113" y="4598"/>
                  </a:cubicBezTo>
                  <a:cubicBezTo>
                    <a:pt x="8132" y="4598"/>
                    <a:pt x="8147" y="4605"/>
                    <a:pt x="8147" y="4620"/>
                  </a:cubicBezTo>
                  <a:cubicBezTo>
                    <a:pt x="8177" y="4651"/>
                    <a:pt x="8208" y="4681"/>
                    <a:pt x="8208" y="4712"/>
                  </a:cubicBezTo>
                  <a:cubicBezTo>
                    <a:pt x="8177" y="4803"/>
                    <a:pt x="8147" y="4863"/>
                    <a:pt x="8116" y="4955"/>
                  </a:cubicBezTo>
                  <a:lnTo>
                    <a:pt x="8360" y="4955"/>
                  </a:lnTo>
                  <a:cubicBezTo>
                    <a:pt x="8420" y="4955"/>
                    <a:pt x="8481" y="4955"/>
                    <a:pt x="8542" y="4985"/>
                  </a:cubicBezTo>
                  <a:lnTo>
                    <a:pt x="8633" y="5046"/>
                  </a:lnTo>
                  <a:cubicBezTo>
                    <a:pt x="8755" y="4955"/>
                    <a:pt x="8876" y="4894"/>
                    <a:pt x="9028" y="4863"/>
                  </a:cubicBezTo>
                  <a:lnTo>
                    <a:pt x="9150" y="4833"/>
                  </a:lnTo>
                  <a:lnTo>
                    <a:pt x="9180" y="4833"/>
                  </a:lnTo>
                  <a:cubicBezTo>
                    <a:pt x="9241" y="4833"/>
                    <a:pt x="9241" y="4772"/>
                    <a:pt x="9241" y="4742"/>
                  </a:cubicBezTo>
                  <a:lnTo>
                    <a:pt x="9211" y="4712"/>
                  </a:lnTo>
                  <a:lnTo>
                    <a:pt x="9180" y="4681"/>
                  </a:lnTo>
                  <a:cubicBezTo>
                    <a:pt x="9089" y="4681"/>
                    <a:pt x="9150" y="4620"/>
                    <a:pt x="9211" y="4590"/>
                  </a:cubicBezTo>
                  <a:cubicBezTo>
                    <a:pt x="9241" y="4590"/>
                    <a:pt x="9150" y="4529"/>
                    <a:pt x="9119" y="4529"/>
                  </a:cubicBezTo>
                  <a:cubicBezTo>
                    <a:pt x="9059" y="4499"/>
                    <a:pt x="9119" y="4438"/>
                    <a:pt x="9211" y="4377"/>
                  </a:cubicBezTo>
                  <a:lnTo>
                    <a:pt x="9271" y="4377"/>
                  </a:lnTo>
                  <a:cubicBezTo>
                    <a:pt x="9363" y="4408"/>
                    <a:pt x="9423" y="4468"/>
                    <a:pt x="9454" y="4529"/>
                  </a:cubicBezTo>
                  <a:lnTo>
                    <a:pt x="9515" y="4651"/>
                  </a:lnTo>
                  <a:cubicBezTo>
                    <a:pt x="9553" y="4766"/>
                    <a:pt x="9616" y="4809"/>
                    <a:pt x="9672" y="4809"/>
                  </a:cubicBezTo>
                  <a:cubicBezTo>
                    <a:pt x="9705" y="4809"/>
                    <a:pt x="9735" y="4795"/>
                    <a:pt x="9758" y="4772"/>
                  </a:cubicBezTo>
                  <a:cubicBezTo>
                    <a:pt x="9764" y="4759"/>
                    <a:pt x="9772" y="4753"/>
                    <a:pt x="9780" y="4753"/>
                  </a:cubicBezTo>
                  <a:cubicBezTo>
                    <a:pt x="9811" y="4753"/>
                    <a:pt x="9849" y="4835"/>
                    <a:pt x="9849" y="4955"/>
                  </a:cubicBezTo>
                  <a:lnTo>
                    <a:pt x="9697" y="5046"/>
                  </a:lnTo>
                  <a:cubicBezTo>
                    <a:pt x="9545" y="5107"/>
                    <a:pt x="9332" y="5137"/>
                    <a:pt x="9241" y="5319"/>
                  </a:cubicBezTo>
                  <a:cubicBezTo>
                    <a:pt x="9220" y="5341"/>
                    <a:pt x="9183" y="5362"/>
                    <a:pt x="9152" y="5362"/>
                  </a:cubicBezTo>
                  <a:cubicBezTo>
                    <a:pt x="9140" y="5362"/>
                    <a:pt x="9128" y="5359"/>
                    <a:pt x="9119" y="5350"/>
                  </a:cubicBezTo>
                  <a:cubicBezTo>
                    <a:pt x="9028" y="5319"/>
                    <a:pt x="8876" y="5259"/>
                    <a:pt x="8846" y="5198"/>
                  </a:cubicBezTo>
                  <a:cubicBezTo>
                    <a:pt x="8826" y="5117"/>
                    <a:pt x="8778" y="5103"/>
                    <a:pt x="8722" y="5103"/>
                  </a:cubicBezTo>
                  <a:cubicBezTo>
                    <a:pt x="8694" y="5103"/>
                    <a:pt x="8663" y="5107"/>
                    <a:pt x="8633" y="5107"/>
                  </a:cubicBezTo>
                  <a:cubicBezTo>
                    <a:pt x="8512" y="5137"/>
                    <a:pt x="8360" y="5198"/>
                    <a:pt x="8238" y="5228"/>
                  </a:cubicBezTo>
                  <a:cubicBezTo>
                    <a:pt x="8178" y="5264"/>
                    <a:pt x="8137" y="5281"/>
                    <a:pt x="8107" y="5281"/>
                  </a:cubicBezTo>
                  <a:cubicBezTo>
                    <a:pt x="8062" y="5281"/>
                    <a:pt x="8044" y="5241"/>
                    <a:pt x="8025" y="5167"/>
                  </a:cubicBezTo>
                  <a:lnTo>
                    <a:pt x="8025" y="5076"/>
                  </a:lnTo>
                  <a:cubicBezTo>
                    <a:pt x="7904" y="5137"/>
                    <a:pt x="7660" y="5441"/>
                    <a:pt x="7569" y="5502"/>
                  </a:cubicBezTo>
                  <a:cubicBezTo>
                    <a:pt x="7537" y="5523"/>
                    <a:pt x="7501" y="5533"/>
                    <a:pt x="7466" y="5533"/>
                  </a:cubicBezTo>
                  <a:cubicBezTo>
                    <a:pt x="7403" y="5533"/>
                    <a:pt x="7346" y="5500"/>
                    <a:pt x="7326" y="5441"/>
                  </a:cubicBezTo>
                  <a:cubicBezTo>
                    <a:pt x="7311" y="5411"/>
                    <a:pt x="7288" y="5395"/>
                    <a:pt x="7261" y="5395"/>
                  </a:cubicBezTo>
                  <a:cubicBezTo>
                    <a:pt x="7235" y="5395"/>
                    <a:pt x="7204" y="5411"/>
                    <a:pt x="7174" y="5441"/>
                  </a:cubicBezTo>
                  <a:lnTo>
                    <a:pt x="7113" y="5502"/>
                  </a:lnTo>
                  <a:cubicBezTo>
                    <a:pt x="7053" y="5532"/>
                    <a:pt x="6992" y="5623"/>
                    <a:pt x="6992" y="5654"/>
                  </a:cubicBezTo>
                  <a:lnTo>
                    <a:pt x="7053" y="5715"/>
                  </a:lnTo>
                  <a:cubicBezTo>
                    <a:pt x="7083" y="5806"/>
                    <a:pt x="7144" y="5867"/>
                    <a:pt x="7174" y="5867"/>
                  </a:cubicBezTo>
                  <a:lnTo>
                    <a:pt x="7174" y="5927"/>
                  </a:lnTo>
                  <a:cubicBezTo>
                    <a:pt x="7193" y="5965"/>
                    <a:pt x="7235" y="5991"/>
                    <a:pt x="7286" y="5991"/>
                  </a:cubicBezTo>
                  <a:cubicBezTo>
                    <a:pt x="7317" y="5991"/>
                    <a:pt x="7352" y="5981"/>
                    <a:pt x="7387" y="5958"/>
                  </a:cubicBezTo>
                  <a:lnTo>
                    <a:pt x="7387" y="6079"/>
                  </a:lnTo>
                  <a:lnTo>
                    <a:pt x="7387" y="6231"/>
                  </a:lnTo>
                  <a:cubicBezTo>
                    <a:pt x="7539" y="6353"/>
                    <a:pt x="7569" y="6474"/>
                    <a:pt x="7448" y="6474"/>
                  </a:cubicBezTo>
                  <a:lnTo>
                    <a:pt x="7356" y="6444"/>
                  </a:lnTo>
                  <a:cubicBezTo>
                    <a:pt x="7306" y="6411"/>
                    <a:pt x="7266" y="6387"/>
                    <a:pt x="7229" y="6387"/>
                  </a:cubicBezTo>
                  <a:cubicBezTo>
                    <a:pt x="7199" y="6387"/>
                    <a:pt x="7171" y="6403"/>
                    <a:pt x="7144" y="6444"/>
                  </a:cubicBezTo>
                  <a:cubicBezTo>
                    <a:pt x="7083" y="6535"/>
                    <a:pt x="6961" y="6505"/>
                    <a:pt x="6870" y="6535"/>
                  </a:cubicBezTo>
                  <a:cubicBezTo>
                    <a:pt x="6809" y="6566"/>
                    <a:pt x="6718" y="6596"/>
                    <a:pt x="6688" y="6657"/>
                  </a:cubicBezTo>
                  <a:lnTo>
                    <a:pt x="6688" y="6687"/>
                  </a:lnTo>
                  <a:lnTo>
                    <a:pt x="6688" y="6718"/>
                  </a:lnTo>
                  <a:cubicBezTo>
                    <a:pt x="6597" y="6809"/>
                    <a:pt x="6505" y="6900"/>
                    <a:pt x="6414" y="6991"/>
                  </a:cubicBezTo>
                  <a:cubicBezTo>
                    <a:pt x="6323" y="7052"/>
                    <a:pt x="6445" y="7113"/>
                    <a:pt x="6475" y="7113"/>
                  </a:cubicBezTo>
                  <a:cubicBezTo>
                    <a:pt x="6505" y="7113"/>
                    <a:pt x="6779" y="7265"/>
                    <a:pt x="6749" y="7295"/>
                  </a:cubicBezTo>
                  <a:cubicBezTo>
                    <a:pt x="6657" y="7356"/>
                    <a:pt x="6597" y="7447"/>
                    <a:pt x="6566" y="7508"/>
                  </a:cubicBezTo>
                  <a:lnTo>
                    <a:pt x="6566" y="7599"/>
                  </a:lnTo>
                  <a:lnTo>
                    <a:pt x="6566" y="7690"/>
                  </a:lnTo>
                  <a:cubicBezTo>
                    <a:pt x="6505" y="7781"/>
                    <a:pt x="6384" y="7842"/>
                    <a:pt x="6262" y="7842"/>
                  </a:cubicBezTo>
                  <a:lnTo>
                    <a:pt x="6201" y="7842"/>
                  </a:lnTo>
                  <a:cubicBezTo>
                    <a:pt x="6171" y="7812"/>
                    <a:pt x="6384" y="7417"/>
                    <a:pt x="6293" y="7356"/>
                  </a:cubicBezTo>
                  <a:cubicBezTo>
                    <a:pt x="6171" y="7265"/>
                    <a:pt x="6080" y="7234"/>
                    <a:pt x="6080" y="7234"/>
                  </a:cubicBezTo>
                  <a:lnTo>
                    <a:pt x="5989" y="7265"/>
                  </a:lnTo>
                  <a:lnTo>
                    <a:pt x="5958" y="7265"/>
                  </a:lnTo>
                  <a:cubicBezTo>
                    <a:pt x="5837" y="7234"/>
                    <a:pt x="5533" y="7113"/>
                    <a:pt x="5472" y="7052"/>
                  </a:cubicBezTo>
                  <a:cubicBezTo>
                    <a:pt x="5466" y="7049"/>
                    <a:pt x="5459" y="7047"/>
                    <a:pt x="5453" y="7047"/>
                  </a:cubicBezTo>
                  <a:cubicBezTo>
                    <a:pt x="5400" y="7047"/>
                    <a:pt x="5357" y="7159"/>
                    <a:pt x="5411" y="7295"/>
                  </a:cubicBezTo>
                  <a:lnTo>
                    <a:pt x="5350" y="7386"/>
                  </a:lnTo>
                  <a:lnTo>
                    <a:pt x="5290" y="7478"/>
                  </a:lnTo>
                  <a:cubicBezTo>
                    <a:pt x="5264" y="7486"/>
                    <a:pt x="5239" y="7490"/>
                    <a:pt x="5216" y="7490"/>
                  </a:cubicBezTo>
                  <a:cubicBezTo>
                    <a:pt x="5078" y="7490"/>
                    <a:pt x="5003" y="7352"/>
                    <a:pt x="5107" y="7326"/>
                  </a:cubicBezTo>
                  <a:cubicBezTo>
                    <a:pt x="5198" y="7326"/>
                    <a:pt x="5229" y="7265"/>
                    <a:pt x="5138" y="7204"/>
                  </a:cubicBezTo>
                  <a:lnTo>
                    <a:pt x="5138" y="7204"/>
                  </a:lnTo>
                  <a:lnTo>
                    <a:pt x="5046" y="7234"/>
                  </a:lnTo>
                  <a:lnTo>
                    <a:pt x="4864" y="7265"/>
                  </a:lnTo>
                  <a:lnTo>
                    <a:pt x="4378" y="7022"/>
                  </a:lnTo>
                  <a:lnTo>
                    <a:pt x="4317" y="7022"/>
                  </a:lnTo>
                  <a:cubicBezTo>
                    <a:pt x="4286" y="7022"/>
                    <a:pt x="4256" y="7052"/>
                    <a:pt x="4256" y="7082"/>
                  </a:cubicBezTo>
                  <a:lnTo>
                    <a:pt x="4256" y="7174"/>
                  </a:lnTo>
                  <a:cubicBezTo>
                    <a:pt x="4256" y="7234"/>
                    <a:pt x="3983" y="7386"/>
                    <a:pt x="3922" y="7386"/>
                  </a:cubicBezTo>
                  <a:cubicBezTo>
                    <a:pt x="3912" y="7390"/>
                    <a:pt x="3903" y="7391"/>
                    <a:pt x="3894" y="7391"/>
                  </a:cubicBezTo>
                  <a:cubicBezTo>
                    <a:pt x="3825" y="7391"/>
                    <a:pt x="3803" y="7289"/>
                    <a:pt x="3831" y="7234"/>
                  </a:cubicBezTo>
                  <a:cubicBezTo>
                    <a:pt x="3831" y="7220"/>
                    <a:pt x="3822" y="7214"/>
                    <a:pt x="3809" y="7214"/>
                  </a:cubicBezTo>
                  <a:cubicBezTo>
                    <a:pt x="3765" y="7214"/>
                    <a:pt x="3664" y="7279"/>
                    <a:pt x="3618" y="7326"/>
                  </a:cubicBezTo>
                  <a:cubicBezTo>
                    <a:pt x="3587" y="7356"/>
                    <a:pt x="3648" y="7538"/>
                    <a:pt x="3679" y="7599"/>
                  </a:cubicBezTo>
                  <a:cubicBezTo>
                    <a:pt x="3709" y="7660"/>
                    <a:pt x="3739" y="7721"/>
                    <a:pt x="3739" y="7781"/>
                  </a:cubicBezTo>
                  <a:lnTo>
                    <a:pt x="3739" y="7812"/>
                  </a:lnTo>
                  <a:cubicBezTo>
                    <a:pt x="3674" y="7877"/>
                    <a:pt x="3592" y="7907"/>
                    <a:pt x="3506" y="7907"/>
                  </a:cubicBezTo>
                  <a:cubicBezTo>
                    <a:pt x="3431" y="7907"/>
                    <a:pt x="3354" y="7885"/>
                    <a:pt x="3283" y="7842"/>
                  </a:cubicBezTo>
                  <a:lnTo>
                    <a:pt x="3253" y="7781"/>
                  </a:lnTo>
                  <a:cubicBezTo>
                    <a:pt x="3247" y="7770"/>
                    <a:pt x="3237" y="7765"/>
                    <a:pt x="3225" y="7765"/>
                  </a:cubicBezTo>
                  <a:cubicBezTo>
                    <a:pt x="3170" y="7765"/>
                    <a:pt x="3065" y="7859"/>
                    <a:pt x="3040" y="7933"/>
                  </a:cubicBezTo>
                  <a:cubicBezTo>
                    <a:pt x="3034" y="7940"/>
                    <a:pt x="3027" y="7943"/>
                    <a:pt x="3021" y="7943"/>
                  </a:cubicBezTo>
                  <a:cubicBezTo>
                    <a:pt x="2973" y="7943"/>
                    <a:pt x="2949" y="7741"/>
                    <a:pt x="2949" y="7660"/>
                  </a:cubicBezTo>
                  <a:cubicBezTo>
                    <a:pt x="2949" y="7599"/>
                    <a:pt x="3101" y="7508"/>
                    <a:pt x="3162" y="7478"/>
                  </a:cubicBezTo>
                  <a:cubicBezTo>
                    <a:pt x="3192" y="7478"/>
                    <a:pt x="3101" y="7447"/>
                    <a:pt x="2949" y="7417"/>
                  </a:cubicBezTo>
                  <a:lnTo>
                    <a:pt x="2797" y="7417"/>
                  </a:lnTo>
                  <a:lnTo>
                    <a:pt x="2645" y="7599"/>
                  </a:lnTo>
                  <a:lnTo>
                    <a:pt x="2584" y="7569"/>
                  </a:lnTo>
                  <a:lnTo>
                    <a:pt x="2493" y="7508"/>
                  </a:lnTo>
                  <a:cubicBezTo>
                    <a:pt x="2402" y="7417"/>
                    <a:pt x="2280" y="7356"/>
                    <a:pt x="2280" y="7356"/>
                  </a:cubicBezTo>
                  <a:cubicBezTo>
                    <a:pt x="2189" y="7447"/>
                    <a:pt x="2128" y="7569"/>
                    <a:pt x="2068" y="7660"/>
                  </a:cubicBezTo>
                  <a:lnTo>
                    <a:pt x="1976" y="7599"/>
                  </a:lnTo>
                  <a:lnTo>
                    <a:pt x="1764" y="7478"/>
                  </a:lnTo>
                  <a:cubicBezTo>
                    <a:pt x="1612" y="7569"/>
                    <a:pt x="1520" y="7721"/>
                    <a:pt x="1551" y="7903"/>
                  </a:cubicBezTo>
                  <a:cubicBezTo>
                    <a:pt x="1581" y="7964"/>
                    <a:pt x="1581" y="8055"/>
                    <a:pt x="1612" y="8146"/>
                  </a:cubicBezTo>
                  <a:cubicBezTo>
                    <a:pt x="1642" y="8177"/>
                    <a:pt x="1642" y="8207"/>
                    <a:pt x="1612" y="8207"/>
                  </a:cubicBezTo>
                  <a:cubicBezTo>
                    <a:pt x="1551" y="8177"/>
                    <a:pt x="1460" y="8146"/>
                    <a:pt x="1399" y="8085"/>
                  </a:cubicBezTo>
                  <a:cubicBezTo>
                    <a:pt x="1369" y="8025"/>
                    <a:pt x="1429" y="7842"/>
                    <a:pt x="1369" y="7781"/>
                  </a:cubicBezTo>
                  <a:lnTo>
                    <a:pt x="1095" y="7781"/>
                  </a:lnTo>
                  <a:cubicBezTo>
                    <a:pt x="1095" y="7812"/>
                    <a:pt x="1065" y="7903"/>
                    <a:pt x="1095" y="7994"/>
                  </a:cubicBezTo>
                  <a:lnTo>
                    <a:pt x="1034" y="8025"/>
                  </a:lnTo>
                  <a:cubicBezTo>
                    <a:pt x="973" y="8116"/>
                    <a:pt x="913" y="8207"/>
                    <a:pt x="730" y="8207"/>
                  </a:cubicBezTo>
                  <a:cubicBezTo>
                    <a:pt x="730" y="8237"/>
                    <a:pt x="791" y="8298"/>
                    <a:pt x="821" y="8298"/>
                  </a:cubicBezTo>
                  <a:cubicBezTo>
                    <a:pt x="848" y="8325"/>
                    <a:pt x="735" y="8491"/>
                    <a:pt x="645" y="8491"/>
                  </a:cubicBezTo>
                  <a:cubicBezTo>
                    <a:pt x="632" y="8491"/>
                    <a:pt x="620" y="8488"/>
                    <a:pt x="609" y="8481"/>
                  </a:cubicBezTo>
                  <a:cubicBezTo>
                    <a:pt x="600" y="8475"/>
                    <a:pt x="590" y="8472"/>
                    <a:pt x="580" y="8472"/>
                  </a:cubicBezTo>
                  <a:cubicBezTo>
                    <a:pt x="489" y="8472"/>
                    <a:pt x="365" y="8702"/>
                    <a:pt x="365" y="8785"/>
                  </a:cubicBezTo>
                  <a:cubicBezTo>
                    <a:pt x="388" y="8874"/>
                    <a:pt x="361" y="8930"/>
                    <a:pt x="321" y="8930"/>
                  </a:cubicBezTo>
                  <a:cubicBezTo>
                    <a:pt x="307" y="8930"/>
                    <a:pt x="291" y="8922"/>
                    <a:pt x="274" y="8906"/>
                  </a:cubicBezTo>
                  <a:lnTo>
                    <a:pt x="122" y="8906"/>
                  </a:lnTo>
                  <a:lnTo>
                    <a:pt x="92" y="8936"/>
                  </a:lnTo>
                  <a:cubicBezTo>
                    <a:pt x="92" y="8967"/>
                    <a:pt x="213" y="9088"/>
                    <a:pt x="244" y="9088"/>
                  </a:cubicBezTo>
                  <a:cubicBezTo>
                    <a:pt x="335" y="9088"/>
                    <a:pt x="426" y="9088"/>
                    <a:pt x="517" y="9058"/>
                  </a:cubicBezTo>
                  <a:cubicBezTo>
                    <a:pt x="546" y="9029"/>
                    <a:pt x="520" y="8752"/>
                    <a:pt x="596" y="8752"/>
                  </a:cubicBezTo>
                  <a:cubicBezTo>
                    <a:pt x="600" y="8752"/>
                    <a:pt x="604" y="8753"/>
                    <a:pt x="609" y="8754"/>
                  </a:cubicBezTo>
                  <a:cubicBezTo>
                    <a:pt x="730" y="8754"/>
                    <a:pt x="730" y="8845"/>
                    <a:pt x="730" y="8876"/>
                  </a:cubicBezTo>
                  <a:cubicBezTo>
                    <a:pt x="700" y="8906"/>
                    <a:pt x="852" y="8967"/>
                    <a:pt x="882" y="8997"/>
                  </a:cubicBezTo>
                  <a:cubicBezTo>
                    <a:pt x="943" y="8997"/>
                    <a:pt x="943" y="9119"/>
                    <a:pt x="943" y="9119"/>
                  </a:cubicBezTo>
                  <a:cubicBezTo>
                    <a:pt x="928" y="9134"/>
                    <a:pt x="928" y="9142"/>
                    <a:pt x="939" y="9142"/>
                  </a:cubicBezTo>
                  <a:cubicBezTo>
                    <a:pt x="951" y="9142"/>
                    <a:pt x="973" y="9134"/>
                    <a:pt x="1004" y="9119"/>
                  </a:cubicBezTo>
                  <a:lnTo>
                    <a:pt x="1065" y="9119"/>
                  </a:lnTo>
                  <a:lnTo>
                    <a:pt x="1186" y="9149"/>
                  </a:lnTo>
                  <a:cubicBezTo>
                    <a:pt x="1338" y="9210"/>
                    <a:pt x="1369" y="9301"/>
                    <a:pt x="1247" y="9362"/>
                  </a:cubicBezTo>
                  <a:lnTo>
                    <a:pt x="1217" y="9362"/>
                  </a:lnTo>
                  <a:cubicBezTo>
                    <a:pt x="1188" y="9343"/>
                    <a:pt x="1166" y="9336"/>
                    <a:pt x="1149" y="9336"/>
                  </a:cubicBezTo>
                  <a:cubicBezTo>
                    <a:pt x="1112" y="9336"/>
                    <a:pt x="1104" y="9371"/>
                    <a:pt x="1125" y="9392"/>
                  </a:cubicBezTo>
                  <a:cubicBezTo>
                    <a:pt x="1125" y="9453"/>
                    <a:pt x="1186" y="9514"/>
                    <a:pt x="1186" y="9514"/>
                  </a:cubicBezTo>
                  <a:lnTo>
                    <a:pt x="1125" y="9605"/>
                  </a:lnTo>
                  <a:cubicBezTo>
                    <a:pt x="1034" y="9544"/>
                    <a:pt x="943" y="9514"/>
                    <a:pt x="852" y="9484"/>
                  </a:cubicBezTo>
                  <a:lnTo>
                    <a:pt x="761" y="9544"/>
                  </a:lnTo>
                  <a:lnTo>
                    <a:pt x="669" y="9605"/>
                  </a:lnTo>
                  <a:cubicBezTo>
                    <a:pt x="548" y="9666"/>
                    <a:pt x="700" y="9727"/>
                    <a:pt x="761" y="9727"/>
                  </a:cubicBezTo>
                  <a:cubicBezTo>
                    <a:pt x="852" y="9757"/>
                    <a:pt x="791" y="9818"/>
                    <a:pt x="639" y="9879"/>
                  </a:cubicBezTo>
                  <a:lnTo>
                    <a:pt x="487" y="9879"/>
                  </a:lnTo>
                  <a:lnTo>
                    <a:pt x="122" y="9909"/>
                  </a:lnTo>
                  <a:cubicBezTo>
                    <a:pt x="61" y="10092"/>
                    <a:pt x="31" y="10244"/>
                    <a:pt x="1" y="10426"/>
                  </a:cubicBezTo>
                  <a:cubicBezTo>
                    <a:pt x="61" y="10456"/>
                    <a:pt x="153" y="10487"/>
                    <a:pt x="213" y="10487"/>
                  </a:cubicBezTo>
                  <a:lnTo>
                    <a:pt x="274" y="10517"/>
                  </a:lnTo>
                  <a:cubicBezTo>
                    <a:pt x="335" y="10578"/>
                    <a:pt x="396" y="10669"/>
                    <a:pt x="396" y="10730"/>
                  </a:cubicBezTo>
                  <a:cubicBezTo>
                    <a:pt x="396" y="10791"/>
                    <a:pt x="396" y="10851"/>
                    <a:pt x="396" y="10912"/>
                  </a:cubicBezTo>
                  <a:lnTo>
                    <a:pt x="396" y="10973"/>
                  </a:lnTo>
                  <a:cubicBezTo>
                    <a:pt x="373" y="11041"/>
                    <a:pt x="453" y="11076"/>
                    <a:pt x="520" y="11076"/>
                  </a:cubicBezTo>
                  <a:cubicBezTo>
                    <a:pt x="542" y="11076"/>
                    <a:pt x="563" y="11072"/>
                    <a:pt x="578" y="11064"/>
                  </a:cubicBezTo>
                  <a:cubicBezTo>
                    <a:pt x="609" y="11064"/>
                    <a:pt x="639" y="10973"/>
                    <a:pt x="609" y="10851"/>
                  </a:cubicBezTo>
                  <a:lnTo>
                    <a:pt x="639" y="10821"/>
                  </a:lnTo>
                  <a:lnTo>
                    <a:pt x="700" y="10791"/>
                  </a:lnTo>
                  <a:cubicBezTo>
                    <a:pt x="821" y="10882"/>
                    <a:pt x="913" y="10943"/>
                    <a:pt x="1034" y="11003"/>
                  </a:cubicBezTo>
                  <a:lnTo>
                    <a:pt x="1186" y="11003"/>
                  </a:lnTo>
                  <a:cubicBezTo>
                    <a:pt x="1186" y="11003"/>
                    <a:pt x="1125" y="11155"/>
                    <a:pt x="1095" y="11155"/>
                  </a:cubicBezTo>
                  <a:cubicBezTo>
                    <a:pt x="1065" y="11155"/>
                    <a:pt x="1186" y="11490"/>
                    <a:pt x="1065" y="11520"/>
                  </a:cubicBezTo>
                  <a:cubicBezTo>
                    <a:pt x="943" y="11581"/>
                    <a:pt x="913" y="11763"/>
                    <a:pt x="913" y="11824"/>
                  </a:cubicBezTo>
                  <a:cubicBezTo>
                    <a:pt x="913" y="11885"/>
                    <a:pt x="943" y="11915"/>
                    <a:pt x="973" y="11976"/>
                  </a:cubicBezTo>
                  <a:lnTo>
                    <a:pt x="1095" y="11976"/>
                  </a:lnTo>
                  <a:lnTo>
                    <a:pt x="1156" y="11854"/>
                  </a:lnTo>
                  <a:cubicBezTo>
                    <a:pt x="1176" y="11773"/>
                    <a:pt x="1250" y="11719"/>
                    <a:pt x="1325" y="11719"/>
                  </a:cubicBezTo>
                  <a:cubicBezTo>
                    <a:pt x="1362" y="11719"/>
                    <a:pt x="1399" y="11733"/>
                    <a:pt x="1429" y="11763"/>
                  </a:cubicBezTo>
                  <a:cubicBezTo>
                    <a:pt x="1452" y="11808"/>
                    <a:pt x="1490" y="11836"/>
                    <a:pt x="1533" y="11836"/>
                  </a:cubicBezTo>
                  <a:cubicBezTo>
                    <a:pt x="1549" y="11836"/>
                    <a:pt x="1565" y="11832"/>
                    <a:pt x="1581" y="11824"/>
                  </a:cubicBezTo>
                  <a:lnTo>
                    <a:pt x="1855" y="11824"/>
                  </a:lnTo>
                  <a:cubicBezTo>
                    <a:pt x="1855" y="11861"/>
                    <a:pt x="1866" y="11875"/>
                    <a:pt x="1882" y="11875"/>
                  </a:cubicBezTo>
                  <a:cubicBezTo>
                    <a:pt x="1920" y="11875"/>
                    <a:pt x="1986" y="11797"/>
                    <a:pt x="2007" y="11733"/>
                  </a:cubicBezTo>
                  <a:cubicBezTo>
                    <a:pt x="2037" y="11642"/>
                    <a:pt x="2098" y="11611"/>
                    <a:pt x="2189" y="11551"/>
                  </a:cubicBezTo>
                  <a:cubicBezTo>
                    <a:pt x="2280" y="11702"/>
                    <a:pt x="2372" y="11854"/>
                    <a:pt x="2463" y="12006"/>
                  </a:cubicBezTo>
                  <a:lnTo>
                    <a:pt x="2828" y="11824"/>
                  </a:lnTo>
                  <a:cubicBezTo>
                    <a:pt x="2888" y="11885"/>
                    <a:pt x="2888" y="11976"/>
                    <a:pt x="2888" y="12067"/>
                  </a:cubicBezTo>
                  <a:lnTo>
                    <a:pt x="2828" y="12128"/>
                  </a:lnTo>
                  <a:lnTo>
                    <a:pt x="2797" y="12158"/>
                  </a:lnTo>
                  <a:cubicBezTo>
                    <a:pt x="2706" y="12158"/>
                    <a:pt x="2615" y="12219"/>
                    <a:pt x="2584" y="12310"/>
                  </a:cubicBezTo>
                  <a:lnTo>
                    <a:pt x="2706" y="12280"/>
                  </a:lnTo>
                  <a:cubicBezTo>
                    <a:pt x="2761" y="12280"/>
                    <a:pt x="2826" y="12247"/>
                    <a:pt x="2850" y="12247"/>
                  </a:cubicBezTo>
                  <a:cubicBezTo>
                    <a:pt x="2866" y="12247"/>
                    <a:pt x="2864" y="12262"/>
                    <a:pt x="2828" y="12310"/>
                  </a:cubicBezTo>
                  <a:cubicBezTo>
                    <a:pt x="2767" y="12462"/>
                    <a:pt x="2797" y="12523"/>
                    <a:pt x="2919" y="12554"/>
                  </a:cubicBezTo>
                  <a:lnTo>
                    <a:pt x="3101" y="12614"/>
                  </a:lnTo>
                  <a:cubicBezTo>
                    <a:pt x="3101" y="12569"/>
                    <a:pt x="3131" y="12554"/>
                    <a:pt x="3169" y="12554"/>
                  </a:cubicBezTo>
                  <a:cubicBezTo>
                    <a:pt x="3207" y="12554"/>
                    <a:pt x="3253" y="12569"/>
                    <a:pt x="3283" y="12584"/>
                  </a:cubicBezTo>
                  <a:cubicBezTo>
                    <a:pt x="3314" y="12599"/>
                    <a:pt x="3435" y="12614"/>
                    <a:pt x="3557" y="12614"/>
                  </a:cubicBezTo>
                  <a:cubicBezTo>
                    <a:pt x="3679" y="12614"/>
                    <a:pt x="3800" y="12599"/>
                    <a:pt x="3831" y="12554"/>
                  </a:cubicBezTo>
                  <a:cubicBezTo>
                    <a:pt x="3867" y="12499"/>
                    <a:pt x="3914" y="12488"/>
                    <a:pt x="3947" y="12488"/>
                  </a:cubicBezTo>
                  <a:cubicBezTo>
                    <a:pt x="3968" y="12488"/>
                    <a:pt x="3983" y="12493"/>
                    <a:pt x="3983" y="12493"/>
                  </a:cubicBezTo>
                  <a:cubicBezTo>
                    <a:pt x="3987" y="12497"/>
                    <a:pt x="3993" y="12499"/>
                    <a:pt x="4000" y="12499"/>
                  </a:cubicBezTo>
                  <a:cubicBezTo>
                    <a:pt x="4046" y="12499"/>
                    <a:pt x="4143" y="12428"/>
                    <a:pt x="4195" y="12402"/>
                  </a:cubicBezTo>
                  <a:cubicBezTo>
                    <a:pt x="4226" y="12341"/>
                    <a:pt x="4438" y="12158"/>
                    <a:pt x="4408" y="12098"/>
                  </a:cubicBezTo>
                  <a:cubicBezTo>
                    <a:pt x="4408" y="12037"/>
                    <a:pt x="4682" y="12006"/>
                    <a:pt x="4803" y="12006"/>
                  </a:cubicBezTo>
                  <a:cubicBezTo>
                    <a:pt x="4925" y="12006"/>
                    <a:pt x="4955" y="12158"/>
                    <a:pt x="4925" y="12189"/>
                  </a:cubicBezTo>
                  <a:cubicBezTo>
                    <a:pt x="4894" y="12250"/>
                    <a:pt x="4925" y="12310"/>
                    <a:pt x="4925" y="12310"/>
                  </a:cubicBezTo>
                  <a:cubicBezTo>
                    <a:pt x="4986" y="12250"/>
                    <a:pt x="5046" y="12219"/>
                    <a:pt x="5077" y="12158"/>
                  </a:cubicBezTo>
                  <a:cubicBezTo>
                    <a:pt x="5090" y="12145"/>
                    <a:pt x="5103" y="12139"/>
                    <a:pt x="5115" y="12139"/>
                  </a:cubicBezTo>
                  <a:cubicBezTo>
                    <a:pt x="5161" y="12139"/>
                    <a:pt x="5198" y="12221"/>
                    <a:pt x="5198" y="12341"/>
                  </a:cubicBezTo>
                  <a:lnTo>
                    <a:pt x="5107" y="12462"/>
                  </a:lnTo>
                  <a:cubicBezTo>
                    <a:pt x="5077" y="12493"/>
                    <a:pt x="5107" y="12554"/>
                    <a:pt x="5138" y="12554"/>
                  </a:cubicBezTo>
                  <a:cubicBezTo>
                    <a:pt x="5158" y="12564"/>
                    <a:pt x="5175" y="12567"/>
                    <a:pt x="5189" y="12567"/>
                  </a:cubicBezTo>
                  <a:cubicBezTo>
                    <a:pt x="5219" y="12567"/>
                    <a:pt x="5239" y="12554"/>
                    <a:pt x="5259" y="12554"/>
                  </a:cubicBezTo>
                  <a:lnTo>
                    <a:pt x="5320" y="12462"/>
                  </a:lnTo>
                  <a:cubicBezTo>
                    <a:pt x="5369" y="12397"/>
                    <a:pt x="5409" y="12367"/>
                    <a:pt x="5436" y="12367"/>
                  </a:cubicBezTo>
                  <a:cubicBezTo>
                    <a:pt x="5459" y="12367"/>
                    <a:pt x="5472" y="12390"/>
                    <a:pt x="5472" y="12432"/>
                  </a:cubicBezTo>
                  <a:lnTo>
                    <a:pt x="5502" y="12432"/>
                  </a:lnTo>
                  <a:cubicBezTo>
                    <a:pt x="5624" y="12462"/>
                    <a:pt x="5715" y="12462"/>
                    <a:pt x="5837" y="12493"/>
                  </a:cubicBezTo>
                  <a:cubicBezTo>
                    <a:pt x="5949" y="12493"/>
                    <a:pt x="5880" y="12648"/>
                    <a:pt x="6012" y="12648"/>
                  </a:cubicBezTo>
                  <a:cubicBezTo>
                    <a:pt x="6023" y="12648"/>
                    <a:pt x="6035" y="12647"/>
                    <a:pt x="6049" y="12645"/>
                  </a:cubicBezTo>
                  <a:lnTo>
                    <a:pt x="6262" y="12614"/>
                  </a:lnTo>
                  <a:cubicBezTo>
                    <a:pt x="6536" y="12614"/>
                    <a:pt x="6718" y="12432"/>
                    <a:pt x="6718" y="12341"/>
                  </a:cubicBezTo>
                  <a:cubicBezTo>
                    <a:pt x="6688" y="12280"/>
                    <a:pt x="6840" y="12189"/>
                    <a:pt x="7022" y="12189"/>
                  </a:cubicBezTo>
                  <a:lnTo>
                    <a:pt x="7113" y="12280"/>
                  </a:lnTo>
                  <a:lnTo>
                    <a:pt x="7296" y="12402"/>
                  </a:lnTo>
                  <a:cubicBezTo>
                    <a:pt x="7539" y="12462"/>
                    <a:pt x="7843" y="12493"/>
                    <a:pt x="7964" y="12523"/>
                  </a:cubicBezTo>
                  <a:lnTo>
                    <a:pt x="8025" y="12584"/>
                  </a:lnTo>
                  <a:cubicBezTo>
                    <a:pt x="8051" y="12610"/>
                    <a:pt x="8074" y="12619"/>
                    <a:pt x="8097" y="12619"/>
                  </a:cubicBezTo>
                  <a:cubicBezTo>
                    <a:pt x="8144" y="12619"/>
                    <a:pt x="8187" y="12579"/>
                    <a:pt x="8238" y="12579"/>
                  </a:cubicBezTo>
                  <a:cubicBezTo>
                    <a:pt x="8248" y="12579"/>
                    <a:pt x="8258" y="12580"/>
                    <a:pt x="8268" y="12584"/>
                  </a:cubicBezTo>
                  <a:lnTo>
                    <a:pt x="8542" y="12736"/>
                  </a:lnTo>
                  <a:lnTo>
                    <a:pt x="8633" y="12736"/>
                  </a:lnTo>
                  <a:cubicBezTo>
                    <a:pt x="8724" y="12645"/>
                    <a:pt x="8876" y="12675"/>
                    <a:pt x="8937" y="12645"/>
                  </a:cubicBezTo>
                  <a:lnTo>
                    <a:pt x="9028" y="12584"/>
                  </a:lnTo>
                  <a:cubicBezTo>
                    <a:pt x="9103" y="12509"/>
                    <a:pt x="9178" y="12454"/>
                    <a:pt x="9203" y="12454"/>
                  </a:cubicBezTo>
                  <a:cubicBezTo>
                    <a:pt x="9208" y="12454"/>
                    <a:pt x="9211" y="12457"/>
                    <a:pt x="9211" y="12462"/>
                  </a:cubicBezTo>
                  <a:cubicBezTo>
                    <a:pt x="9241" y="12462"/>
                    <a:pt x="9302" y="12554"/>
                    <a:pt x="9393" y="12645"/>
                  </a:cubicBezTo>
                  <a:lnTo>
                    <a:pt x="9636" y="12584"/>
                  </a:lnTo>
                  <a:lnTo>
                    <a:pt x="9697" y="12584"/>
                  </a:lnTo>
                  <a:cubicBezTo>
                    <a:pt x="9788" y="12614"/>
                    <a:pt x="9879" y="12675"/>
                    <a:pt x="9940" y="12736"/>
                  </a:cubicBezTo>
                  <a:lnTo>
                    <a:pt x="10031" y="12797"/>
                  </a:lnTo>
                  <a:lnTo>
                    <a:pt x="10214" y="12949"/>
                  </a:lnTo>
                  <a:cubicBezTo>
                    <a:pt x="10335" y="12858"/>
                    <a:pt x="10457" y="12766"/>
                    <a:pt x="10548" y="12675"/>
                  </a:cubicBezTo>
                  <a:lnTo>
                    <a:pt x="10730" y="12675"/>
                  </a:lnTo>
                  <a:cubicBezTo>
                    <a:pt x="10852" y="12645"/>
                    <a:pt x="10913" y="12523"/>
                    <a:pt x="11004" y="12432"/>
                  </a:cubicBezTo>
                  <a:cubicBezTo>
                    <a:pt x="11065" y="12432"/>
                    <a:pt x="11065" y="12706"/>
                    <a:pt x="11034" y="12797"/>
                  </a:cubicBezTo>
                  <a:cubicBezTo>
                    <a:pt x="11009" y="12872"/>
                    <a:pt x="11108" y="12926"/>
                    <a:pt x="11177" y="12926"/>
                  </a:cubicBezTo>
                  <a:cubicBezTo>
                    <a:pt x="11192" y="12926"/>
                    <a:pt x="11206" y="12924"/>
                    <a:pt x="11217" y="12918"/>
                  </a:cubicBezTo>
                  <a:cubicBezTo>
                    <a:pt x="11265" y="12918"/>
                    <a:pt x="11450" y="12841"/>
                    <a:pt x="11553" y="12841"/>
                  </a:cubicBezTo>
                  <a:cubicBezTo>
                    <a:pt x="11579" y="12841"/>
                    <a:pt x="11600" y="12845"/>
                    <a:pt x="11612" y="12858"/>
                  </a:cubicBezTo>
                  <a:cubicBezTo>
                    <a:pt x="11703" y="12949"/>
                    <a:pt x="11764" y="13010"/>
                    <a:pt x="11855" y="13101"/>
                  </a:cubicBezTo>
                  <a:lnTo>
                    <a:pt x="11977" y="13101"/>
                  </a:lnTo>
                  <a:cubicBezTo>
                    <a:pt x="12068" y="13101"/>
                    <a:pt x="12159" y="13192"/>
                    <a:pt x="12250" y="13192"/>
                  </a:cubicBezTo>
                  <a:lnTo>
                    <a:pt x="12372" y="13192"/>
                  </a:lnTo>
                  <a:cubicBezTo>
                    <a:pt x="12463" y="13192"/>
                    <a:pt x="12585" y="13192"/>
                    <a:pt x="12676" y="13222"/>
                  </a:cubicBezTo>
                  <a:cubicBezTo>
                    <a:pt x="12706" y="13253"/>
                    <a:pt x="12706" y="13283"/>
                    <a:pt x="12676" y="13283"/>
                  </a:cubicBezTo>
                  <a:cubicBezTo>
                    <a:pt x="12645" y="13313"/>
                    <a:pt x="12585" y="13344"/>
                    <a:pt x="12554" y="13344"/>
                  </a:cubicBezTo>
                  <a:cubicBezTo>
                    <a:pt x="12519" y="13334"/>
                    <a:pt x="12481" y="13330"/>
                    <a:pt x="12441" y="13330"/>
                  </a:cubicBezTo>
                  <a:cubicBezTo>
                    <a:pt x="12363" y="13330"/>
                    <a:pt x="12279" y="13344"/>
                    <a:pt x="12201" y="13344"/>
                  </a:cubicBezTo>
                  <a:cubicBezTo>
                    <a:pt x="12083" y="13344"/>
                    <a:pt x="11977" y="13313"/>
                    <a:pt x="11916" y="13161"/>
                  </a:cubicBezTo>
                  <a:cubicBezTo>
                    <a:pt x="11855" y="13161"/>
                    <a:pt x="11825" y="13161"/>
                    <a:pt x="11794" y="13192"/>
                  </a:cubicBezTo>
                  <a:lnTo>
                    <a:pt x="11703" y="13253"/>
                  </a:lnTo>
                  <a:cubicBezTo>
                    <a:pt x="11664" y="13312"/>
                    <a:pt x="11612" y="13345"/>
                    <a:pt x="11555" y="13345"/>
                  </a:cubicBezTo>
                  <a:cubicBezTo>
                    <a:pt x="11524" y="13345"/>
                    <a:pt x="11492" y="13335"/>
                    <a:pt x="11460" y="13313"/>
                  </a:cubicBezTo>
                  <a:cubicBezTo>
                    <a:pt x="11456" y="13306"/>
                    <a:pt x="11451" y="13303"/>
                    <a:pt x="11445" y="13303"/>
                  </a:cubicBezTo>
                  <a:cubicBezTo>
                    <a:pt x="11401" y="13303"/>
                    <a:pt x="11304" y="13477"/>
                    <a:pt x="11278" y="13557"/>
                  </a:cubicBezTo>
                  <a:cubicBezTo>
                    <a:pt x="11256" y="13589"/>
                    <a:pt x="11188" y="13598"/>
                    <a:pt x="11103" y="13598"/>
                  </a:cubicBezTo>
                  <a:cubicBezTo>
                    <a:pt x="10986" y="13598"/>
                    <a:pt x="10836" y="13581"/>
                    <a:pt x="10727" y="13581"/>
                  </a:cubicBezTo>
                  <a:cubicBezTo>
                    <a:pt x="10693" y="13581"/>
                    <a:pt x="10663" y="13582"/>
                    <a:pt x="10639" y="13587"/>
                  </a:cubicBezTo>
                  <a:cubicBezTo>
                    <a:pt x="10487" y="13648"/>
                    <a:pt x="10335" y="13739"/>
                    <a:pt x="10214" y="13830"/>
                  </a:cubicBezTo>
                  <a:lnTo>
                    <a:pt x="10244" y="13921"/>
                  </a:lnTo>
                  <a:lnTo>
                    <a:pt x="10274" y="13952"/>
                  </a:lnTo>
                  <a:cubicBezTo>
                    <a:pt x="10139" y="14064"/>
                    <a:pt x="9970" y="14127"/>
                    <a:pt x="9806" y="14127"/>
                  </a:cubicBezTo>
                  <a:cubicBezTo>
                    <a:pt x="9748" y="14127"/>
                    <a:pt x="9691" y="14119"/>
                    <a:pt x="9636" y="14104"/>
                  </a:cubicBezTo>
                  <a:cubicBezTo>
                    <a:pt x="9454" y="14013"/>
                    <a:pt x="9393" y="13891"/>
                    <a:pt x="9423" y="13861"/>
                  </a:cubicBezTo>
                  <a:cubicBezTo>
                    <a:pt x="9484" y="13800"/>
                    <a:pt x="9211" y="13648"/>
                    <a:pt x="9089" y="13617"/>
                  </a:cubicBezTo>
                  <a:cubicBezTo>
                    <a:pt x="8967" y="13617"/>
                    <a:pt x="8876" y="13678"/>
                    <a:pt x="8876" y="13769"/>
                  </a:cubicBezTo>
                  <a:lnTo>
                    <a:pt x="9119" y="13769"/>
                  </a:lnTo>
                  <a:cubicBezTo>
                    <a:pt x="9150" y="13769"/>
                    <a:pt x="9180" y="13769"/>
                    <a:pt x="9180" y="13800"/>
                  </a:cubicBezTo>
                  <a:lnTo>
                    <a:pt x="9180" y="13891"/>
                  </a:lnTo>
                  <a:lnTo>
                    <a:pt x="9028" y="13982"/>
                  </a:lnTo>
                  <a:cubicBezTo>
                    <a:pt x="8904" y="14032"/>
                    <a:pt x="8760" y="14081"/>
                    <a:pt x="8595" y="14081"/>
                  </a:cubicBezTo>
                  <a:cubicBezTo>
                    <a:pt x="8558" y="14081"/>
                    <a:pt x="8520" y="14079"/>
                    <a:pt x="8481" y="14073"/>
                  </a:cubicBezTo>
                  <a:cubicBezTo>
                    <a:pt x="8420" y="14043"/>
                    <a:pt x="8512" y="13739"/>
                    <a:pt x="8451" y="13709"/>
                  </a:cubicBezTo>
                  <a:cubicBezTo>
                    <a:pt x="8420" y="13693"/>
                    <a:pt x="8390" y="13686"/>
                    <a:pt x="8363" y="13686"/>
                  </a:cubicBezTo>
                  <a:cubicBezTo>
                    <a:pt x="8337" y="13686"/>
                    <a:pt x="8314" y="13693"/>
                    <a:pt x="8299" y="13709"/>
                  </a:cubicBezTo>
                  <a:cubicBezTo>
                    <a:pt x="8268" y="13709"/>
                    <a:pt x="8238" y="13921"/>
                    <a:pt x="8177" y="14165"/>
                  </a:cubicBezTo>
                  <a:lnTo>
                    <a:pt x="7843" y="14256"/>
                  </a:lnTo>
                  <a:lnTo>
                    <a:pt x="7752" y="14286"/>
                  </a:lnTo>
                  <a:cubicBezTo>
                    <a:pt x="7721" y="14301"/>
                    <a:pt x="7676" y="14309"/>
                    <a:pt x="7630" y="14309"/>
                  </a:cubicBezTo>
                  <a:cubicBezTo>
                    <a:pt x="7584" y="14309"/>
                    <a:pt x="7539" y="14301"/>
                    <a:pt x="7508" y="14286"/>
                  </a:cubicBezTo>
                  <a:cubicBezTo>
                    <a:pt x="7502" y="14280"/>
                    <a:pt x="7494" y="14278"/>
                    <a:pt x="7484" y="14278"/>
                  </a:cubicBezTo>
                  <a:cubicBezTo>
                    <a:pt x="7443" y="14278"/>
                    <a:pt x="7375" y="14317"/>
                    <a:pt x="7326" y="14317"/>
                  </a:cubicBezTo>
                  <a:cubicBezTo>
                    <a:pt x="7311" y="14332"/>
                    <a:pt x="7296" y="14339"/>
                    <a:pt x="7280" y="14339"/>
                  </a:cubicBezTo>
                  <a:cubicBezTo>
                    <a:pt x="7265" y="14339"/>
                    <a:pt x="7250" y="14332"/>
                    <a:pt x="7235" y="14317"/>
                  </a:cubicBezTo>
                  <a:cubicBezTo>
                    <a:pt x="7174" y="14225"/>
                    <a:pt x="7144" y="14104"/>
                    <a:pt x="7083" y="14013"/>
                  </a:cubicBezTo>
                  <a:lnTo>
                    <a:pt x="6870" y="13952"/>
                  </a:lnTo>
                  <a:lnTo>
                    <a:pt x="6840" y="13952"/>
                  </a:lnTo>
                  <a:cubicBezTo>
                    <a:pt x="6840" y="13861"/>
                    <a:pt x="6779" y="13861"/>
                    <a:pt x="6749" y="13861"/>
                  </a:cubicBezTo>
                  <a:cubicBezTo>
                    <a:pt x="6718" y="13952"/>
                    <a:pt x="6688" y="14043"/>
                    <a:pt x="6657" y="14134"/>
                  </a:cubicBezTo>
                  <a:lnTo>
                    <a:pt x="6353" y="13982"/>
                  </a:lnTo>
                  <a:cubicBezTo>
                    <a:pt x="6338" y="13967"/>
                    <a:pt x="6323" y="13959"/>
                    <a:pt x="6308" y="13959"/>
                  </a:cubicBezTo>
                  <a:cubicBezTo>
                    <a:pt x="6293" y="13959"/>
                    <a:pt x="6277" y="13967"/>
                    <a:pt x="6262" y="13982"/>
                  </a:cubicBezTo>
                  <a:cubicBezTo>
                    <a:pt x="6262" y="13982"/>
                    <a:pt x="6232" y="14043"/>
                    <a:pt x="6232" y="14043"/>
                  </a:cubicBezTo>
                  <a:lnTo>
                    <a:pt x="6445" y="14256"/>
                  </a:lnTo>
                  <a:cubicBezTo>
                    <a:pt x="6232" y="14286"/>
                    <a:pt x="6019" y="14347"/>
                    <a:pt x="5837" y="14408"/>
                  </a:cubicBezTo>
                  <a:lnTo>
                    <a:pt x="5745" y="14377"/>
                  </a:lnTo>
                  <a:lnTo>
                    <a:pt x="5685" y="14317"/>
                  </a:lnTo>
                  <a:cubicBezTo>
                    <a:pt x="5660" y="14216"/>
                    <a:pt x="5572" y="14157"/>
                    <a:pt x="5473" y="14157"/>
                  </a:cubicBezTo>
                  <a:cubicBezTo>
                    <a:pt x="5453" y="14157"/>
                    <a:pt x="5432" y="14159"/>
                    <a:pt x="5411" y="14165"/>
                  </a:cubicBezTo>
                  <a:lnTo>
                    <a:pt x="5320" y="14165"/>
                  </a:lnTo>
                  <a:cubicBezTo>
                    <a:pt x="5320" y="14195"/>
                    <a:pt x="5350" y="14225"/>
                    <a:pt x="5442" y="14225"/>
                  </a:cubicBezTo>
                  <a:lnTo>
                    <a:pt x="5594" y="14225"/>
                  </a:lnTo>
                  <a:cubicBezTo>
                    <a:pt x="5594" y="14286"/>
                    <a:pt x="5594" y="14317"/>
                    <a:pt x="5594" y="14347"/>
                  </a:cubicBezTo>
                  <a:lnTo>
                    <a:pt x="5381" y="14347"/>
                  </a:lnTo>
                  <a:cubicBezTo>
                    <a:pt x="5350" y="14357"/>
                    <a:pt x="5318" y="14361"/>
                    <a:pt x="5285" y="14361"/>
                  </a:cubicBezTo>
                  <a:cubicBezTo>
                    <a:pt x="5122" y="14361"/>
                    <a:pt x="4940" y="14256"/>
                    <a:pt x="4864" y="14256"/>
                  </a:cubicBezTo>
                  <a:cubicBezTo>
                    <a:pt x="4773" y="14256"/>
                    <a:pt x="4651" y="14225"/>
                    <a:pt x="4560" y="14225"/>
                  </a:cubicBezTo>
                  <a:cubicBezTo>
                    <a:pt x="4549" y="14220"/>
                    <a:pt x="4539" y="14217"/>
                    <a:pt x="4530" y="14217"/>
                  </a:cubicBezTo>
                  <a:cubicBezTo>
                    <a:pt x="4492" y="14217"/>
                    <a:pt x="4486" y="14267"/>
                    <a:pt x="4560" y="14317"/>
                  </a:cubicBezTo>
                  <a:lnTo>
                    <a:pt x="4590" y="14317"/>
                  </a:lnTo>
                  <a:cubicBezTo>
                    <a:pt x="4773" y="14408"/>
                    <a:pt x="4590" y="14438"/>
                    <a:pt x="4590" y="14529"/>
                  </a:cubicBezTo>
                  <a:cubicBezTo>
                    <a:pt x="4590" y="14610"/>
                    <a:pt x="4536" y="14637"/>
                    <a:pt x="4482" y="14637"/>
                  </a:cubicBezTo>
                  <a:cubicBezTo>
                    <a:pt x="4455" y="14637"/>
                    <a:pt x="4428" y="14631"/>
                    <a:pt x="4408" y="14620"/>
                  </a:cubicBezTo>
                  <a:lnTo>
                    <a:pt x="4195" y="14529"/>
                  </a:lnTo>
                  <a:cubicBezTo>
                    <a:pt x="3952" y="14620"/>
                    <a:pt x="3557" y="14560"/>
                    <a:pt x="3496" y="14620"/>
                  </a:cubicBezTo>
                  <a:cubicBezTo>
                    <a:pt x="3405" y="14681"/>
                    <a:pt x="3283" y="14742"/>
                    <a:pt x="3192" y="14772"/>
                  </a:cubicBezTo>
                  <a:lnTo>
                    <a:pt x="3162" y="14620"/>
                  </a:lnTo>
                  <a:cubicBezTo>
                    <a:pt x="3143" y="14582"/>
                    <a:pt x="3111" y="14544"/>
                    <a:pt x="3091" y="14544"/>
                  </a:cubicBezTo>
                  <a:cubicBezTo>
                    <a:pt x="3079" y="14544"/>
                    <a:pt x="3071" y="14557"/>
                    <a:pt x="3071" y="14590"/>
                  </a:cubicBezTo>
                  <a:lnTo>
                    <a:pt x="3040" y="14742"/>
                  </a:lnTo>
                  <a:cubicBezTo>
                    <a:pt x="2888" y="14894"/>
                    <a:pt x="2797" y="15076"/>
                    <a:pt x="2706" y="15289"/>
                  </a:cubicBezTo>
                  <a:cubicBezTo>
                    <a:pt x="2686" y="15318"/>
                    <a:pt x="2664" y="15332"/>
                    <a:pt x="2640" y="15332"/>
                  </a:cubicBezTo>
                  <a:cubicBezTo>
                    <a:pt x="2590" y="15332"/>
                    <a:pt x="2534" y="15271"/>
                    <a:pt x="2493" y="15168"/>
                  </a:cubicBezTo>
                  <a:lnTo>
                    <a:pt x="2645" y="14894"/>
                  </a:lnTo>
                  <a:lnTo>
                    <a:pt x="2706" y="14803"/>
                  </a:lnTo>
                  <a:cubicBezTo>
                    <a:pt x="2767" y="14681"/>
                    <a:pt x="2797" y="14560"/>
                    <a:pt x="2797" y="14438"/>
                  </a:cubicBezTo>
                  <a:lnTo>
                    <a:pt x="2797" y="14438"/>
                  </a:lnTo>
                  <a:lnTo>
                    <a:pt x="2706" y="14529"/>
                  </a:lnTo>
                  <a:cubicBezTo>
                    <a:pt x="2693" y="14521"/>
                    <a:pt x="2681" y="14517"/>
                    <a:pt x="2670" y="14517"/>
                  </a:cubicBezTo>
                  <a:cubicBezTo>
                    <a:pt x="2599" y="14517"/>
                    <a:pt x="2554" y="14659"/>
                    <a:pt x="2554" y="14712"/>
                  </a:cubicBezTo>
                  <a:cubicBezTo>
                    <a:pt x="2554" y="14745"/>
                    <a:pt x="2517" y="14769"/>
                    <a:pt x="2464" y="14769"/>
                  </a:cubicBezTo>
                  <a:cubicBezTo>
                    <a:pt x="2421" y="14769"/>
                    <a:pt x="2366" y="14753"/>
                    <a:pt x="2311" y="14712"/>
                  </a:cubicBezTo>
                  <a:lnTo>
                    <a:pt x="2220" y="14651"/>
                  </a:lnTo>
                  <a:lnTo>
                    <a:pt x="2128" y="14560"/>
                  </a:lnTo>
                  <a:cubicBezTo>
                    <a:pt x="1946" y="14499"/>
                    <a:pt x="1885" y="14377"/>
                    <a:pt x="2007" y="14286"/>
                  </a:cubicBezTo>
                  <a:lnTo>
                    <a:pt x="2007" y="14225"/>
                  </a:lnTo>
                  <a:lnTo>
                    <a:pt x="2007" y="14134"/>
                  </a:lnTo>
                  <a:cubicBezTo>
                    <a:pt x="1978" y="14086"/>
                    <a:pt x="1941" y="14069"/>
                    <a:pt x="1902" y="14069"/>
                  </a:cubicBezTo>
                  <a:cubicBezTo>
                    <a:pt x="1819" y="14069"/>
                    <a:pt x="1733" y="14153"/>
                    <a:pt x="1733" y="14195"/>
                  </a:cubicBezTo>
                  <a:cubicBezTo>
                    <a:pt x="1710" y="14263"/>
                    <a:pt x="1585" y="14298"/>
                    <a:pt x="1498" y="14298"/>
                  </a:cubicBezTo>
                  <a:cubicBezTo>
                    <a:pt x="1469" y="14298"/>
                    <a:pt x="1445" y="14294"/>
                    <a:pt x="1429" y="14286"/>
                  </a:cubicBezTo>
                  <a:lnTo>
                    <a:pt x="1429" y="14286"/>
                  </a:lnTo>
                  <a:cubicBezTo>
                    <a:pt x="1369" y="14286"/>
                    <a:pt x="1794" y="14651"/>
                    <a:pt x="1794" y="14742"/>
                  </a:cubicBezTo>
                  <a:cubicBezTo>
                    <a:pt x="1764" y="14803"/>
                    <a:pt x="1642" y="14803"/>
                    <a:pt x="1612" y="14803"/>
                  </a:cubicBezTo>
                  <a:cubicBezTo>
                    <a:pt x="1520" y="14894"/>
                    <a:pt x="1460" y="14985"/>
                    <a:pt x="1399" y="15076"/>
                  </a:cubicBezTo>
                  <a:lnTo>
                    <a:pt x="1247" y="15137"/>
                  </a:lnTo>
                  <a:cubicBezTo>
                    <a:pt x="1156" y="15168"/>
                    <a:pt x="1065" y="15198"/>
                    <a:pt x="973" y="15228"/>
                  </a:cubicBezTo>
                  <a:cubicBezTo>
                    <a:pt x="852" y="15289"/>
                    <a:pt x="1004" y="15380"/>
                    <a:pt x="973" y="15411"/>
                  </a:cubicBezTo>
                  <a:lnTo>
                    <a:pt x="882" y="15502"/>
                  </a:lnTo>
                  <a:lnTo>
                    <a:pt x="548" y="15654"/>
                  </a:lnTo>
                  <a:cubicBezTo>
                    <a:pt x="517" y="15684"/>
                    <a:pt x="578" y="15745"/>
                    <a:pt x="700" y="15775"/>
                  </a:cubicBezTo>
                  <a:lnTo>
                    <a:pt x="730" y="15775"/>
                  </a:lnTo>
                  <a:cubicBezTo>
                    <a:pt x="771" y="15735"/>
                    <a:pt x="808" y="15721"/>
                    <a:pt x="844" y="15721"/>
                  </a:cubicBezTo>
                  <a:cubicBezTo>
                    <a:pt x="916" y="15721"/>
                    <a:pt x="983" y="15775"/>
                    <a:pt x="1065" y="15775"/>
                  </a:cubicBezTo>
                  <a:lnTo>
                    <a:pt x="1186" y="15775"/>
                  </a:lnTo>
                  <a:cubicBezTo>
                    <a:pt x="1308" y="15775"/>
                    <a:pt x="1460" y="15775"/>
                    <a:pt x="1581" y="15745"/>
                  </a:cubicBezTo>
                  <a:lnTo>
                    <a:pt x="1612" y="15867"/>
                  </a:lnTo>
                  <a:lnTo>
                    <a:pt x="1672" y="16019"/>
                  </a:lnTo>
                  <a:cubicBezTo>
                    <a:pt x="1764" y="15988"/>
                    <a:pt x="1824" y="15897"/>
                    <a:pt x="1855" y="15775"/>
                  </a:cubicBezTo>
                  <a:cubicBezTo>
                    <a:pt x="1855" y="15745"/>
                    <a:pt x="1885" y="15715"/>
                    <a:pt x="1976" y="15715"/>
                  </a:cubicBezTo>
                  <a:lnTo>
                    <a:pt x="2007" y="15715"/>
                  </a:lnTo>
                  <a:cubicBezTo>
                    <a:pt x="2037" y="15760"/>
                    <a:pt x="2083" y="15783"/>
                    <a:pt x="2128" y="15783"/>
                  </a:cubicBezTo>
                  <a:cubicBezTo>
                    <a:pt x="2174" y="15783"/>
                    <a:pt x="2220" y="15760"/>
                    <a:pt x="2250" y="15715"/>
                  </a:cubicBezTo>
                  <a:cubicBezTo>
                    <a:pt x="2291" y="15694"/>
                    <a:pt x="2333" y="15631"/>
                    <a:pt x="2393" y="15631"/>
                  </a:cubicBezTo>
                  <a:cubicBezTo>
                    <a:pt x="2421" y="15631"/>
                    <a:pt x="2454" y="15645"/>
                    <a:pt x="2493" y="15684"/>
                  </a:cubicBezTo>
                  <a:cubicBezTo>
                    <a:pt x="2584" y="15654"/>
                    <a:pt x="2706" y="15624"/>
                    <a:pt x="2828" y="15593"/>
                  </a:cubicBezTo>
                  <a:lnTo>
                    <a:pt x="3131" y="15593"/>
                  </a:lnTo>
                  <a:cubicBezTo>
                    <a:pt x="3189" y="15651"/>
                    <a:pt x="3259" y="15672"/>
                    <a:pt x="3311" y="15672"/>
                  </a:cubicBezTo>
                  <a:cubicBezTo>
                    <a:pt x="3340" y="15672"/>
                    <a:pt x="3364" y="15665"/>
                    <a:pt x="3375" y="15654"/>
                  </a:cubicBezTo>
                  <a:cubicBezTo>
                    <a:pt x="3375" y="15650"/>
                    <a:pt x="3377" y="15648"/>
                    <a:pt x="3381" y="15648"/>
                  </a:cubicBezTo>
                  <a:cubicBezTo>
                    <a:pt x="3407" y="15648"/>
                    <a:pt x="3500" y="15719"/>
                    <a:pt x="3527" y="15745"/>
                  </a:cubicBezTo>
                  <a:cubicBezTo>
                    <a:pt x="3533" y="15751"/>
                    <a:pt x="3542" y="15754"/>
                    <a:pt x="3554" y="15754"/>
                  </a:cubicBezTo>
                  <a:cubicBezTo>
                    <a:pt x="3602" y="15754"/>
                    <a:pt x="3685" y="15715"/>
                    <a:pt x="3709" y="15715"/>
                  </a:cubicBezTo>
                  <a:cubicBezTo>
                    <a:pt x="3739" y="15684"/>
                    <a:pt x="3648" y="15532"/>
                    <a:pt x="3587" y="15472"/>
                  </a:cubicBezTo>
                  <a:cubicBezTo>
                    <a:pt x="3527" y="15411"/>
                    <a:pt x="3587" y="15350"/>
                    <a:pt x="3739" y="15350"/>
                  </a:cubicBezTo>
                  <a:lnTo>
                    <a:pt x="3800" y="15472"/>
                  </a:lnTo>
                  <a:cubicBezTo>
                    <a:pt x="3922" y="15502"/>
                    <a:pt x="4013" y="15593"/>
                    <a:pt x="4104" y="15624"/>
                  </a:cubicBezTo>
                  <a:cubicBezTo>
                    <a:pt x="4195" y="15654"/>
                    <a:pt x="4317" y="15624"/>
                    <a:pt x="4378" y="15684"/>
                  </a:cubicBezTo>
                  <a:cubicBezTo>
                    <a:pt x="4403" y="15703"/>
                    <a:pt x="4424" y="15710"/>
                    <a:pt x="4443" y="15710"/>
                  </a:cubicBezTo>
                  <a:cubicBezTo>
                    <a:pt x="4503" y="15710"/>
                    <a:pt x="4544" y="15641"/>
                    <a:pt x="4621" y="15641"/>
                  </a:cubicBezTo>
                  <a:cubicBezTo>
                    <a:pt x="4639" y="15641"/>
                    <a:pt x="4659" y="15645"/>
                    <a:pt x="4682" y="15654"/>
                  </a:cubicBezTo>
                  <a:lnTo>
                    <a:pt x="4803" y="15715"/>
                  </a:lnTo>
                  <a:cubicBezTo>
                    <a:pt x="4834" y="15593"/>
                    <a:pt x="4803" y="15502"/>
                    <a:pt x="4712" y="15472"/>
                  </a:cubicBezTo>
                  <a:cubicBezTo>
                    <a:pt x="4651" y="15441"/>
                    <a:pt x="4742" y="15411"/>
                    <a:pt x="4925" y="15380"/>
                  </a:cubicBezTo>
                  <a:lnTo>
                    <a:pt x="5077" y="15380"/>
                  </a:lnTo>
                  <a:cubicBezTo>
                    <a:pt x="5161" y="15380"/>
                    <a:pt x="5116" y="15536"/>
                    <a:pt x="5204" y="15536"/>
                  </a:cubicBezTo>
                  <a:cubicBezTo>
                    <a:pt x="5211" y="15536"/>
                    <a:pt x="5219" y="15535"/>
                    <a:pt x="5229" y="15532"/>
                  </a:cubicBezTo>
                  <a:cubicBezTo>
                    <a:pt x="5350" y="15532"/>
                    <a:pt x="5442" y="15472"/>
                    <a:pt x="5563" y="15472"/>
                  </a:cubicBezTo>
                  <a:lnTo>
                    <a:pt x="5715" y="15472"/>
                  </a:lnTo>
                  <a:cubicBezTo>
                    <a:pt x="5867" y="15441"/>
                    <a:pt x="6019" y="15350"/>
                    <a:pt x="6049" y="15198"/>
                  </a:cubicBezTo>
                  <a:cubicBezTo>
                    <a:pt x="6049" y="15139"/>
                    <a:pt x="6176" y="15106"/>
                    <a:pt x="6258" y="15106"/>
                  </a:cubicBezTo>
                  <a:cubicBezTo>
                    <a:pt x="6303" y="15106"/>
                    <a:pt x="6334" y="15116"/>
                    <a:pt x="6323" y="15137"/>
                  </a:cubicBezTo>
                  <a:cubicBezTo>
                    <a:pt x="6314" y="15165"/>
                    <a:pt x="6321" y="15176"/>
                    <a:pt x="6337" y="15176"/>
                  </a:cubicBezTo>
                  <a:cubicBezTo>
                    <a:pt x="6374" y="15176"/>
                    <a:pt x="6454" y="15119"/>
                    <a:pt x="6475" y="15076"/>
                  </a:cubicBezTo>
                  <a:cubicBezTo>
                    <a:pt x="6487" y="15065"/>
                    <a:pt x="6504" y="15060"/>
                    <a:pt x="6524" y="15060"/>
                  </a:cubicBezTo>
                  <a:cubicBezTo>
                    <a:pt x="6612" y="15060"/>
                    <a:pt x="6760" y="15149"/>
                    <a:pt x="6809" y="15198"/>
                  </a:cubicBezTo>
                  <a:cubicBezTo>
                    <a:pt x="6823" y="15205"/>
                    <a:pt x="6846" y="15207"/>
                    <a:pt x="6874" y="15207"/>
                  </a:cubicBezTo>
                  <a:cubicBezTo>
                    <a:pt x="6924" y="15207"/>
                    <a:pt x="6989" y="15200"/>
                    <a:pt x="7043" y="15200"/>
                  </a:cubicBezTo>
                  <a:cubicBezTo>
                    <a:pt x="7092" y="15200"/>
                    <a:pt x="7132" y="15206"/>
                    <a:pt x="7144" y="15228"/>
                  </a:cubicBezTo>
                  <a:cubicBezTo>
                    <a:pt x="7144" y="15251"/>
                    <a:pt x="7146" y="15261"/>
                    <a:pt x="7148" y="15261"/>
                  </a:cubicBezTo>
                  <a:cubicBezTo>
                    <a:pt x="7157" y="15261"/>
                    <a:pt x="7174" y="15175"/>
                    <a:pt x="7174" y="15107"/>
                  </a:cubicBezTo>
                  <a:cubicBezTo>
                    <a:pt x="7193" y="15069"/>
                    <a:pt x="7246" y="15043"/>
                    <a:pt x="7321" y="15043"/>
                  </a:cubicBezTo>
                  <a:cubicBezTo>
                    <a:pt x="7366" y="15043"/>
                    <a:pt x="7420" y="15053"/>
                    <a:pt x="7478" y="15076"/>
                  </a:cubicBezTo>
                  <a:lnTo>
                    <a:pt x="7326" y="15198"/>
                  </a:lnTo>
                  <a:lnTo>
                    <a:pt x="7204" y="15320"/>
                  </a:lnTo>
                  <a:cubicBezTo>
                    <a:pt x="7326" y="15320"/>
                    <a:pt x="7478" y="15289"/>
                    <a:pt x="7600" y="15168"/>
                  </a:cubicBezTo>
                  <a:cubicBezTo>
                    <a:pt x="7630" y="15107"/>
                    <a:pt x="7630" y="15016"/>
                    <a:pt x="7539" y="15016"/>
                  </a:cubicBezTo>
                  <a:lnTo>
                    <a:pt x="7508" y="14955"/>
                  </a:lnTo>
                  <a:cubicBezTo>
                    <a:pt x="7508" y="14894"/>
                    <a:pt x="7478" y="14803"/>
                    <a:pt x="7508" y="14742"/>
                  </a:cubicBezTo>
                  <a:cubicBezTo>
                    <a:pt x="7569" y="14712"/>
                    <a:pt x="7660" y="14712"/>
                    <a:pt x="7752" y="14712"/>
                  </a:cubicBezTo>
                  <a:cubicBezTo>
                    <a:pt x="7797" y="14757"/>
                    <a:pt x="7858" y="14780"/>
                    <a:pt x="7919" y="14780"/>
                  </a:cubicBezTo>
                  <a:cubicBezTo>
                    <a:pt x="7980" y="14780"/>
                    <a:pt x="8040" y="14757"/>
                    <a:pt x="8086" y="14712"/>
                  </a:cubicBezTo>
                  <a:lnTo>
                    <a:pt x="8147" y="14681"/>
                  </a:lnTo>
                  <a:cubicBezTo>
                    <a:pt x="8180" y="14676"/>
                    <a:pt x="8211" y="14673"/>
                    <a:pt x="8238" y="14673"/>
                  </a:cubicBezTo>
                  <a:cubicBezTo>
                    <a:pt x="8358" y="14673"/>
                    <a:pt x="8415" y="14723"/>
                    <a:pt x="8390" y="14772"/>
                  </a:cubicBezTo>
                  <a:lnTo>
                    <a:pt x="8329" y="14803"/>
                  </a:lnTo>
                  <a:lnTo>
                    <a:pt x="8238" y="14864"/>
                  </a:lnTo>
                  <a:cubicBezTo>
                    <a:pt x="8116" y="14955"/>
                    <a:pt x="8208" y="15228"/>
                    <a:pt x="8208" y="15289"/>
                  </a:cubicBezTo>
                  <a:cubicBezTo>
                    <a:pt x="8183" y="15364"/>
                    <a:pt x="8178" y="15419"/>
                    <a:pt x="8194" y="15419"/>
                  </a:cubicBezTo>
                  <a:cubicBezTo>
                    <a:pt x="8198" y="15419"/>
                    <a:pt x="8202" y="15416"/>
                    <a:pt x="8208" y="15411"/>
                  </a:cubicBezTo>
                  <a:lnTo>
                    <a:pt x="8208" y="15380"/>
                  </a:lnTo>
                  <a:cubicBezTo>
                    <a:pt x="8238" y="15350"/>
                    <a:pt x="8177" y="15259"/>
                    <a:pt x="8268" y="15228"/>
                  </a:cubicBezTo>
                  <a:cubicBezTo>
                    <a:pt x="8290" y="15223"/>
                    <a:pt x="8309" y="15220"/>
                    <a:pt x="8325" y="15220"/>
                  </a:cubicBezTo>
                  <a:cubicBezTo>
                    <a:pt x="8400" y="15220"/>
                    <a:pt x="8420" y="15275"/>
                    <a:pt x="8420" y="15350"/>
                  </a:cubicBezTo>
                  <a:cubicBezTo>
                    <a:pt x="8451" y="15350"/>
                    <a:pt x="8542" y="15137"/>
                    <a:pt x="8663" y="15107"/>
                  </a:cubicBezTo>
                  <a:cubicBezTo>
                    <a:pt x="8755" y="15046"/>
                    <a:pt x="8846" y="14985"/>
                    <a:pt x="8907" y="14924"/>
                  </a:cubicBezTo>
                  <a:cubicBezTo>
                    <a:pt x="9089" y="14924"/>
                    <a:pt x="9211" y="14985"/>
                    <a:pt x="9332" y="15107"/>
                  </a:cubicBezTo>
                  <a:cubicBezTo>
                    <a:pt x="9393" y="15168"/>
                    <a:pt x="9454" y="15228"/>
                    <a:pt x="9515" y="15289"/>
                  </a:cubicBezTo>
                  <a:cubicBezTo>
                    <a:pt x="9575" y="15289"/>
                    <a:pt x="9606" y="15259"/>
                    <a:pt x="9636" y="15228"/>
                  </a:cubicBezTo>
                  <a:lnTo>
                    <a:pt x="9636" y="15168"/>
                  </a:lnTo>
                  <a:cubicBezTo>
                    <a:pt x="9636" y="15087"/>
                    <a:pt x="9663" y="15046"/>
                    <a:pt x="9717" y="15046"/>
                  </a:cubicBezTo>
                  <a:cubicBezTo>
                    <a:pt x="9744" y="15046"/>
                    <a:pt x="9778" y="15056"/>
                    <a:pt x="9819" y="15076"/>
                  </a:cubicBezTo>
                  <a:lnTo>
                    <a:pt x="9879" y="15107"/>
                  </a:lnTo>
                  <a:cubicBezTo>
                    <a:pt x="10092" y="15046"/>
                    <a:pt x="10305" y="14985"/>
                    <a:pt x="10518" y="14955"/>
                  </a:cubicBezTo>
                  <a:lnTo>
                    <a:pt x="10761" y="15137"/>
                  </a:lnTo>
                  <a:cubicBezTo>
                    <a:pt x="10791" y="15107"/>
                    <a:pt x="10852" y="14985"/>
                    <a:pt x="10882" y="14955"/>
                  </a:cubicBezTo>
                  <a:cubicBezTo>
                    <a:pt x="10882" y="14940"/>
                    <a:pt x="10951" y="14924"/>
                    <a:pt x="11023" y="14924"/>
                  </a:cubicBezTo>
                  <a:cubicBezTo>
                    <a:pt x="11095" y="14924"/>
                    <a:pt x="11171" y="14940"/>
                    <a:pt x="11186" y="14985"/>
                  </a:cubicBezTo>
                  <a:cubicBezTo>
                    <a:pt x="11198" y="15021"/>
                    <a:pt x="11215" y="15033"/>
                    <a:pt x="11231" y="15033"/>
                  </a:cubicBezTo>
                  <a:cubicBezTo>
                    <a:pt x="11255" y="15033"/>
                    <a:pt x="11278" y="15004"/>
                    <a:pt x="11278" y="14985"/>
                  </a:cubicBezTo>
                  <a:cubicBezTo>
                    <a:pt x="11278" y="14964"/>
                    <a:pt x="11384" y="14942"/>
                    <a:pt x="11521" y="14942"/>
                  </a:cubicBezTo>
                  <a:cubicBezTo>
                    <a:pt x="11578" y="14942"/>
                    <a:pt x="11641" y="14946"/>
                    <a:pt x="11703" y="14955"/>
                  </a:cubicBezTo>
                  <a:lnTo>
                    <a:pt x="12098" y="14955"/>
                  </a:lnTo>
                  <a:cubicBezTo>
                    <a:pt x="12106" y="14947"/>
                    <a:pt x="12117" y="14943"/>
                    <a:pt x="12128" y="14943"/>
                  </a:cubicBezTo>
                  <a:cubicBezTo>
                    <a:pt x="12159" y="14943"/>
                    <a:pt x="12198" y="14971"/>
                    <a:pt x="12220" y="15016"/>
                  </a:cubicBezTo>
                  <a:lnTo>
                    <a:pt x="12250" y="15046"/>
                  </a:lnTo>
                  <a:cubicBezTo>
                    <a:pt x="12311" y="15046"/>
                    <a:pt x="12433" y="14833"/>
                    <a:pt x="12493" y="14833"/>
                  </a:cubicBezTo>
                  <a:cubicBezTo>
                    <a:pt x="12615" y="14864"/>
                    <a:pt x="12706" y="14894"/>
                    <a:pt x="12797" y="14985"/>
                  </a:cubicBezTo>
                  <a:cubicBezTo>
                    <a:pt x="12801" y="14989"/>
                    <a:pt x="12806" y="14991"/>
                    <a:pt x="12812" y="14991"/>
                  </a:cubicBezTo>
                  <a:cubicBezTo>
                    <a:pt x="12850" y="14991"/>
                    <a:pt x="12923" y="14901"/>
                    <a:pt x="12949" y="14742"/>
                  </a:cubicBezTo>
                  <a:lnTo>
                    <a:pt x="13253" y="14742"/>
                  </a:lnTo>
                  <a:cubicBezTo>
                    <a:pt x="13284" y="14772"/>
                    <a:pt x="13192" y="14924"/>
                    <a:pt x="13162" y="14955"/>
                  </a:cubicBezTo>
                  <a:cubicBezTo>
                    <a:pt x="13134" y="14982"/>
                    <a:pt x="13282" y="15035"/>
                    <a:pt x="13491" y="15044"/>
                  </a:cubicBezTo>
                  <a:lnTo>
                    <a:pt x="13491" y="15044"/>
                  </a:lnTo>
                  <a:cubicBezTo>
                    <a:pt x="13491" y="15116"/>
                    <a:pt x="13573" y="15245"/>
                    <a:pt x="13679" y="15350"/>
                  </a:cubicBezTo>
                  <a:lnTo>
                    <a:pt x="13922" y="15350"/>
                  </a:lnTo>
                  <a:cubicBezTo>
                    <a:pt x="13983" y="15380"/>
                    <a:pt x="13983" y="15441"/>
                    <a:pt x="13922" y="15502"/>
                  </a:cubicBezTo>
                  <a:lnTo>
                    <a:pt x="13892" y="15502"/>
                  </a:lnTo>
                  <a:cubicBezTo>
                    <a:pt x="13865" y="15507"/>
                    <a:pt x="13839" y="15510"/>
                    <a:pt x="13814" y="15510"/>
                  </a:cubicBezTo>
                  <a:cubicBezTo>
                    <a:pt x="13697" y="15510"/>
                    <a:pt x="13602" y="15455"/>
                    <a:pt x="13527" y="15380"/>
                  </a:cubicBezTo>
                  <a:cubicBezTo>
                    <a:pt x="13405" y="15259"/>
                    <a:pt x="13253" y="15137"/>
                    <a:pt x="13101" y="15016"/>
                  </a:cubicBezTo>
                  <a:cubicBezTo>
                    <a:pt x="13071" y="15016"/>
                    <a:pt x="13010" y="15168"/>
                    <a:pt x="13010" y="15228"/>
                  </a:cubicBezTo>
                  <a:cubicBezTo>
                    <a:pt x="13010" y="15244"/>
                    <a:pt x="12987" y="15251"/>
                    <a:pt x="12957" y="15251"/>
                  </a:cubicBezTo>
                  <a:cubicBezTo>
                    <a:pt x="12926" y="15251"/>
                    <a:pt x="12888" y="15244"/>
                    <a:pt x="12858" y="15228"/>
                  </a:cubicBezTo>
                  <a:lnTo>
                    <a:pt x="12797" y="15228"/>
                  </a:lnTo>
                  <a:cubicBezTo>
                    <a:pt x="12752" y="15213"/>
                    <a:pt x="12699" y="15206"/>
                    <a:pt x="12645" y="15206"/>
                  </a:cubicBezTo>
                  <a:cubicBezTo>
                    <a:pt x="12592" y="15206"/>
                    <a:pt x="12539" y="15213"/>
                    <a:pt x="12493" y="15228"/>
                  </a:cubicBezTo>
                  <a:cubicBezTo>
                    <a:pt x="12493" y="15214"/>
                    <a:pt x="12479" y="15208"/>
                    <a:pt x="12455" y="15208"/>
                  </a:cubicBezTo>
                  <a:cubicBezTo>
                    <a:pt x="12376" y="15208"/>
                    <a:pt x="12199" y="15273"/>
                    <a:pt x="12129" y="15320"/>
                  </a:cubicBezTo>
                  <a:cubicBezTo>
                    <a:pt x="12068" y="15350"/>
                    <a:pt x="11999" y="15365"/>
                    <a:pt x="11931" y="15365"/>
                  </a:cubicBezTo>
                  <a:cubicBezTo>
                    <a:pt x="11863" y="15365"/>
                    <a:pt x="11794" y="15350"/>
                    <a:pt x="11733" y="15320"/>
                  </a:cubicBezTo>
                  <a:lnTo>
                    <a:pt x="11612" y="15289"/>
                  </a:lnTo>
                  <a:cubicBezTo>
                    <a:pt x="11490" y="15259"/>
                    <a:pt x="11369" y="15228"/>
                    <a:pt x="11278" y="15228"/>
                  </a:cubicBezTo>
                  <a:lnTo>
                    <a:pt x="11156" y="15228"/>
                  </a:lnTo>
                  <a:cubicBezTo>
                    <a:pt x="11068" y="15258"/>
                    <a:pt x="11122" y="15401"/>
                    <a:pt x="11290" y="15548"/>
                  </a:cubicBezTo>
                  <a:lnTo>
                    <a:pt x="11290" y="15548"/>
                  </a:lnTo>
                  <a:cubicBezTo>
                    <a:pt x="11215" y="15555"/>
                    <a:pt x="11140" y="15563"/>
                    <a:pt x="11065" y="15563"/>
                  </a:cubicBezTo>
                  <a:cubicBezTo>
                    <a:pt x="10943" y="15624"/>
                    <a:pt x="10761" y="15684"/>
                    <a:pt x="10639" y="15745"/>
                  </a:cubicBezTo>
                  <a:lnTo>
                    <a:pt x="10518" y="15775"/>
                  </a:lnTo>
                  <a:cubicBezTo>
                    <a:pt x="10518" y="15775"/>
                    <a:pt x="10457" y="15715"/>
                    <a:pt x="10457" y="15684"/>
                  </a:cubicBezTo>
                  <a:cubicBezTo>
                    <a:pt x="10457" y="15684"/>
                    <a:pt x="10487" y="15624"/>
                    <a:pt x="10518" y="15624"/>
                  </a:cubicBezTo>
                  <a:lnTo>
                    <a:pt x="10609" y="15624"/>
                  </a:lnTo>
                  <a:cubicBezTo>
                    <a:pt x="10670" y="15624"/>
                    <a:pt x="10366" y="15563"/>
                    <a:pt x="10274" y="15472"/>
                  </a:cubicBezTo>
                  <a:cubicBezTo>
                    <a:pt x="10248" y="15454"/>
                    <a:pt x="10234" y="15446"/>
                    <a:pt x="10229" y="15446"/>
                  </a:cubicBezTo>
                  <a:cubicBezTo>
                    <a:pt x="10216" y="15446"/>
                    <a:pt x="10253" y="15489"/>
                    <a:pt x="10274" y="15532"/>
                  </a:cubicBezTo>
                  <a:cubicBezTo>
                    <a:pt x="10286" y="15556"/>
                    <a:pt x="10258" y="15565"/>
                    <a:pt x="10213" y="15565"/>
                  </a:cubicBezTo>
                  <a:cubicBezTo>
                    <a:pt x="10141" y="15565"/>
                    <a:pt x="10027" y="15540"/>
                    <a:pt x="9970" y="15502"/>
                  </a:cubicBezTo>
                  <a:cubicBezTo>
                    <a:pt x="9940" y="15472"/>
                    <a:pt x="9902" y="15456"/>
                    <a:pt x="9868" y="15456"/>
                  </a:cubicBezTo>
                  <a:cubicBezTo>
                    <a:pt x="9834" y="15456"/>
                    <a:pt x="9803" y="15472"/>
                    <a:pt x="9788" y="15502"/>
                  </a:cubicBezTo>
                  <a:cubicBezTo>
                    <a:pt x="9758" y="15532"/>
                    <a:pt x="9819" y="15593"/>
                    <a:pt x="9879" y="15593"/>
                  </a:cubicBezTo>
                  <a:lnTo>
                    <a:pt x="10001" y="15593"/>
                  </a:lnTo>
                  <a:cubicBezTo>
                    <a:pt x="10001" y="15624"/>
                    <a:pt x="9940" y="15745"/>
                    <a:pt x="9910" y="15806"/>
                  </a:cubicBezTo>
                  <a:cubicBezTo>
                    <a:pt x="9904" y="15811"/>
                    <a:pt x="9893" y="15814"/>
                    <a:pt x="9876" y="15814"/>
                  </a:cubicBezTo>
                  <a:cubicBezTo>
                    <a:pt x="9795" y="15814"/>
                    <a:pt x="9589" y="15755"/>
                    <a:pt x="9363" y="15654"/>
                  </a:cubicBezTo>
                  <a:lnTo>
                    <a:pt x="9636" y="15380"/>
                  </a:lnTo>
                  <a:cubicBezTo>
                    <a:pt x="9601" y="15357"/>
                    <a:pt x="9566" y="15347"/>
                    <a:pt x="9535" y="15347"/>
                  </a:cubicBezTo>
                  <a:cubicBezTo>
                    <a:pt x="9484" y="15347"/>
                    <a:pt x="9442" y="15373"/>
                    <a:pt x="9423" y="15411"/>
                  </a:cubicBezTo>
                  <a:cubicBezTo>
                    <a:pt x="9393" y="15472"/>
                    <a:pt x="9180" y="15532"/>
                    <a:pt x="9089" y="15532"/>
                  </a:cubicBezTo>
                  <a:cubicBezTo>
                    <a:pt x="9028" y="15532"/>
                    <a:pt x="9119" y="15593"/>
                    <a:pt x="9180" y="15593"/>
                  </a:cubicBezTo>
                  <a:cubicBezTo>
                    <a:pt x="9241" y="15624"/>
                    <a:pt x="9332" y="15684"/>
                    <a:pt x="9393" y="15715"/>
                  </a:cubicBezTo>
                  <a:cubicBezTo>
                    <a:pt x="9420" y="15742"/>
                    <a:pt x="9331" y="15757"/>
                    <a:pt x="9219" y="15757"/>
                  </a:cubicBezTo>
                  <a:cubicBezTo>
                    <a:pt x="9081" y="15757"/>
                    <a:pt x="8910" y="15735"/>
                    <a:pt x="8876" y="15684"/>
                  </a:cubicBezTo>
                  <a:cubicBezTo>
                    <a:pt x="8846" y="15563"/>
                    <a:pt x="8755" y="15441"/>
                    <a:pt x="8724" y="15441"/>
                  </a:cubicBezTo>
                  <a:cubicBezTo>
                    <a:pt x="8663" y="15441"/>
                    <a:pt x="8603" y="15654"/>
                    <a:pt x="8542" y="15715"/>
                  </a:cubicBezTo>
                  <a:cubicBezTo>
                    <a:pt x="8497" y="15759"/>
                    <a:pt x="8534" y="15787"/>
                    <a:pt x="8569" y="15787"/>
                  </a:cubicBezTo>
                  <a:cubicBezTo>
                    <a:pt x="8582" y="15787"/>
                    <a:pt x="8595" y="15784"/>
                    <a:pt x="8603" y="15775"/>
                  </a:cubicBezTo>
                  <a:cubicBezTo>
                    <a:pt x="8608" y="15770"/>
                    <a:pt x="8613" y="15767"/>
                    <a:pt x="8617" y="15767"/>
                  </a:cubicBezTo>
                  <a:cubicBezTo>
                    <a:pt x="8633" y="15767"/>
                    <a:pt x="8633" y="15817"/>
                    <a:pt x="8633" y="15867"/>
                  </a:cubicBezTo>
                  <a:lnTo>
                    <a:pt x="8572" y="15897"/>
                  </a:lnTo>
                  <a:lnTo>
                    <a:pt x="8512" y="15958"/>
                  </a:lnTo>
                  <a:cubicBezTo>
                    <a:pt x="8489" y="15965"/>
                    <a:pt x="8464" y="15969"/>
                    <a:pt x="8438" y="15969"/>
                  </a:cubicBezTo>
                  <a:cubicBezTo>
                    <a:pt x="8361" y="15969"/>
                    <a:pt x="8276" y="15935"/>
                    <a:pt x="8208" y="15867"/>
                  </a:cubicBezTo>
                  <a:lnTo>
                    <a:pt x="8086" y="15867"/>
                  </a:lnTo>
                  <a:cubicBezTo>
                    <a:pt x="7995" y="15836"/>
                    <a:pt x="7995" y="15806"/>
                    <a:pt x="7995" y="15715"/>
                  </a:cubicBezTo>
                  <a:lnTo>
                    <a:pt x="7934" y="15593"/>
                  </a:lnTo>
                  <a:cubicBezTo>
                    <a:pt x="7873" y="15624"/>
                    <a:pt x="7812" y="15639"/>
                    <a:pt x="7752" y="15639"/>
                  </a:cubicBezTo>
                  <a:cubicBezTo>
                    <a:pt x="7691" y="15639"/>
                    <a:pt x="7630" y="15624"/>
                    <a:pt x="7569" y="15593"/>
                  </a:cubicBezTo>
                  <a:lnTo>
                    <a:pt x="7478" y="15563"/>
                  </a:lnTo>
                  <a:lnTo>
                    <a:pt x="7326" y="15502"/>
                  </a:lnTo>
                  <a:cubicBezTo>
                    <a:pt x="7204" y="15532"/>
                    <a:pt x="7113" y="15593"/>
                    <a:pt x="7083" y="15715"/>
                  </a:cubicBezTo>
                  <a:cubicBezTo>
                    <a:pt x="7083" y="15745"/>
                    <a:pt x="7174" y="15775"/>
                    <a:pt x="7204" y="15775"/>
                  </a:cubicBezTo>
                  <a:cubicBezTo>
                    <a:pt x="7235" y="15775"/>
                    <a:pt x="7326" y="15927"/>
                    <a:pt x="7387" y="15927"/>
                  </a:cubicBezTo>
                  <a:cubicBezTo>
                    <a:pt x="7400" y="15923"/>
                    <a:pt x="7415" y="15921"/>
                    <a:pt x="7431" y="15921"/>
                  </a:cubicBezTo>
                  <a:cubicBezTo>
                    <a:pt x="7528" y="15921"/>
                    <a:pt x="7669" y="15988"/>
                    <a:pt x="7721" y="15988"/>
                  </a:cubicBezTo>
                  <a:cubicBezTo>
                    <a:pt x="7812" y="15988"/>
                    <a:pt x="7782" y="16049"/>
                    <a:pt x="7691" y="16140"/>
                  </a:cubicBezTo>
                  <a:lnTo>
                    <a:pt x="7326" y="16171"/>
                  </a:lnTo>
                  <a:lnTo>
                    <a:pt x="7174" y="16171"/>
                  </a:lnTo>
                  <a:lnTo>
                    <a:pt x="7144" y="16140"/>
                  </a:lnTo>
                  <a:cubicBezTo>
                    <a:pt x="7133" y="16119"/>
                    <a:pt x="7122" y="16109"/>
                    <a:pt x="7110" y="16109"/>
                  </a:cubicBezTo>
                  <a:cubicBezTo>
                    <a:pt x="7088" y="16109"/>
                    <a:pt x="7061" y="16142"/>
                    <a:pt x="7022" y="16201"/>
                  </a:cubicBezTo>
                  <a:lnTo>
                    <a:pt x="6992" y="16201"/>
                  </a:lnTo>
                  <a:cubicBezTo>
                    <a:pt x="6954" y="16193"/>
                    <a:pt x="6914" y="16190"/>
                    <a:pt x="6873" y="16190"/>
                  </a:cubicBezTo>
                  <a:cubicBezTo>
                    <a:pt x="6752" y="16190"/>
                    <a:pt x="6627" y="16224"/>
                    <a:pt x="6536" y="16292"/>
                  </a:cubicBezTo>
                  <a:cubicBezTo>
                    <a:pt x="6475" y="16231"/>
                    <a:pt x="6414" y="16201"/>
                    <a:pt x="6384" y="16140"/>
                  </a:cubicBezTo>
                  <a:lnTo>
                    <a:pt x="6323" y="16231"/>
                  </a:lnTo>
                  <a:lnTo>
                    <a:pt x="6262" y="16201"/>
                  </a:lnTo>
                  <a:cubicBezTo>
                    <a:pt x="6253" y="16182"/>
                    <a:pt x="6217" y="16175"/>
                    <a:pt x="6169" y="16175"/>
                  </a:cubicBezTo>
                  <a:cubicBezTo>
                    <a:pt x="6061" y="16175"/>
                    <a:pt x="5890" y="16210"/>
                    <a:pt x="5806" y="16231"/>
                  </a:cubicBezTo>
                  <a:cubicBezTo>
                    <a:pt x="5794" y="16240"/>
                    <a:pt x="5778" y="16244"/>
                    <a:pt x="5761" y="16244"/>
                  </a:cubicBezTo>
                  <a:cubicBezTo>
                    <a:pt x="5652" y="16244"/>
                    <a:pt x="5468" y="16097"/>
                    <a:pt x="5442" y="16019"/>
                  </a:cubicBezTo>
                  <a:cubicBezTo>
                    <a:pt x="5424" y="15983"/>
                    <a:pt x="5322" y="15968"/>
                    <a:pt x="5223" y="15968"/>
                  </a:cubicBezTo>
                  <a:cubicBezTo>
                    <a:pt x="5153" y="15968"/>
                    <a:pt x="5084" y="15976"/>
                    <a:pt x="5046" y="15988"/>
                  </a:cubicBezTo>
                  <a:cubicBezTo>
                    <a:pt x="4955" y="15988"/>
                    <a:pt x="4925" y="16079"/>
                    <a:pt x="4925" y="16171"/>
                  </a:cubicBezTo>
                  <a:lnTo>
                    <a:pt x="4925" y="16262"/>
                  </a:lnTo>
                  <a:cubicBezTo>
                    <a:pt x="4894" y="16292"/>
                    <a:pt x="4864" y="16292"/>
                    <a:pt x="4803" y="16323"/>
                  </a:cubicBezTo>
                  <a:cubicBezTo>
                    <a:pt x="4773" y="16323"/>
                    <a:pt x="4712" y="16292"/>
                    <a:pt x="4712" y="16262"/>
                  </a:cubicBezTo>
                  <a:lnTo>
                    <a:pt x="4712" y="16110"/>
                  </a:lnTo>
                  <a:cubicBezTo>
                    <a:pt x="4712" y="15988"/>
                    <a:pt x="4621" y="15867"/>
                    <a:pt x="4499" y="15836"/>
                  </a:cubicBezTo>
                  <a:cubicBezTo>
                    <a:pt x="4438" y="15836"/>
                    <a:pt x="4499" y="15897"/>
                    <a:pt x="4499" y="15958"/>
                  </a:cubicBezTo>
                  <a:cubicBezTo>
                    <a:pt x="4499" y="16019"/>
                    <a:pt x="4530" y="16079"/>
                    <a:pt x="4560" y="16110"/>
                  </a:cubicBezTo>
                  <a:cubicBezTo>
                    <a:pt x="4590" y="16201"/>
                    <a:pt x="4590" y="16262"/>
                    <a:pt x="4621" y="16323"/>
                  </a:cubicBezTo>
                  <a:lnTo>
                    <a:pt x="4469" y="16323"/>
                  </a:lnTo>
                  <a:cubicBezTo>
                    <a:pt x="4378" y="16323"/>
                    <a:pt x="4286" y="16323"/>
                    <a:pt x="4317" y="16414"/>
                  </a:cubicBezTo>
                  <a:cubicBezTo>
                    <a:pt x="4337" y="16551"/>
                    <a:pt x="4267" y="16587"/>
                    <a:pt x="4191" y="16587"/>
                  </a:cubicBezTo>
                  <a:cubicBezTo>
                    <a:pt x="4150" y="16587"/>
                    <a:pt x="4106" y="16577"/>
                    <a:pt x="4074" y="16566"/>
                  </a:cubicBezTo>
                  <a:cubicBezTo>
                    <a:pt x="3891" y="16475"/>
                    <a:pt x="3587" y="16475"/>
                    <a:pt x="3587" y="16231"/>
                  </a:cubicBezTo>
                  <a:lnTo>
                    <a:pt x="3587" y="16171"/>
                  </a:lnTo>
                  <a:cubicBezTo>
                    <a:pt x="3587" y="16126"/>
                    <a:pt x="3539" y="16098"/>
                    <a:pt x="3488" y="16098"/>
                  </a:cubicBezTo>
                  <a:cubicBezTo>
                    <a:pt x="3470" y="16098"/>
                    <a:pt x="3452" y="16102"/>
                    <a:pt x="3435" y="16110"/>
                  </a:cubicBezTo>
                  <a:lnTo>
                    <a:pt x="3344" y="16110"/>
                  </a:lnTo>
                  <a:cubicBezTo>
                    <a:pt x="3283" y="16110"/>
                    <a:pt x="3223" y="16079"/>
                    <a:pt x="3253" y="16019"/>
                  </a:cubicBezTo>
                  <a:cubicBezTo>
                    <a:pt x="3253" y="15988"/>
                    <a:pt x="3101" y="15988"/>
                    <a:pt x="3040" y="15988"/>
                  </a:cubicBezTo>
                  <a:cubicBezTo>
                    <a:pt x="2949" y="15988"/>
                    <a:pt x="3223" y="16231"/>
                    <a:pt x="3314" y="16292"/>
                  </a:cubicBezTo>
                  <a:cubicBezTo>
                    <a:pt x="3375" y="16353"/>
                    <a:pt x="3405" y="16414"/>
                    <a:pt x="3466" y="16475"/>
                  </a:cubicBezTo>
                  <a:cubicBezTo>
                    <a:pt x="3405" y="16475"/>
                    <a:pt x="3344" y="16444"/>
                    <a:pt x="3314" y="16414"/>
                  </a:cubicBezTo>
                  <a:cubicBezTo>
                    <a:pt x="3253" y="16414"/>
                    <a:pt x="3071" y="16535"/>
                    <a:pt x="3010" y="16566"/>
                  </a:cubicBezTo>
                  <a:cubicBezTo>
                    <a:pt x="2949" y="16627"/>
                    <a:pt x="2919" y="16718"/>
                    <a:pt x="2949" y="16779"/>
                  </a:cubicBezTo>
                  <a:cubicBezTo>
                    <a:pt x="2949" y="16839"/>
                    <a:pt x="2888" y="16900"/>
                    <a:pt x="2797" y="16900"/>
                  </a:cubicBezTo>
                  <a:lnTo>
                    <a:pt x="2736" y="16900"/>
                  </a:lnTo>
                  <a:cubicBezTo>
                    <a:pt x="2706" y="16870"/>
                    <a:pt x="2676" y="16809"/>
                    <a:pt x="2615" y="16809"/>
                  </a:cubicBezTo>
                  <a:cubicBezTo>
                    <a:pt x="2460" y="16751"/>
                    <a:pt x="2305" y="16644"/>
                    <a:pt x="2143" y="16644"/>
                  </a:cubicBezTo>
                  <a:cubicBezTo>
                    <a:pt x="2050" y="16644"/>
                    <a:pt x="1954" y="16679"/>
                    <a:pt x="1855" y="16779"/>
                  </a:cubicBezTo>
                  <a:lnTo>
                    <a:pt x="1733" y="16779"/>
                  </a:lnTo>
                  <a:cubicBezTo>
                    <a:pt x="1688" y="16763"/>
                    <a:pt x="1642" y="16756"/>
                    <a:pt x="1596" y="16756"/>
                  </a:cubicBezTo>
                  <a:cubicBezTo>
                    <a:pt x="1551" y="16756"/>
                    <a:pt x="1505" y="16763"/>
                    <a:pt x="1460" y="16779"/>
                  </a:cubicBezTo>
                  <a:cubicBezTo>
                    <a:pt x="1429" y="16794"/>
                    <a:pt x="1407" y="16801"/>
                    <a:pt x="1384" y="16801"/>
                  </a:cubicBezTo>
                  <a:cubicBezTo>
                    <a:pt x="1361" y="16801"/>
                    <a:pt x="1338" y="16794"/>
                    <a:pt x="1308" y="16779"/>
                  </a:cubicBezTo>
                  <a:lnTo>
                    <a:pt x="1247" y="16718"/>
                  </a:lnTo>
                  <a:cubicBezTo>
                    <a:pt x="1234" y="16705"/>
                    <a:pt x="1211" y="16699"/>
                    <a:pt x="1181" y="16699"/>
                  </a:cubicBezTo>
                  <a:cubicBezTo>
                    <a:pt x="1071" y="16699"/>
                    <a:pt x="861" y="16781"/>
                    <a:pt x="669" y="16900"/>
                  </a:cubicBezTo>
                  <a:lnTo>
                    <a:pt x="457" y="16779"/>
                  </a:lnTo>
                  <a:lnTo>
                    <a:pt x="213" y="16687"/>
                  </a:lnTo>
                  <a:lnTo>
                    <a:pt x="213" y="16687"/>
                  </a:lnTo>
                  <a:cubicBezTo>
                    <a:pt x="153" y="16779"/>
                    <a:pt x="244" y="16870"/>
                    <a:pt x="396" y="16870"/>
                  </a:cubicBezTo>
                  <a:lnTo>
                    <a:pt x="487" y="16991"/>
                  </a:lnTo>
                  <a:cubicBezTo>
                    <a:pt x="525" y="17057"/>
                    <a:pt x="563" y="17079"/>
                    <a:pt x="600" y="17079"/>
                  </a:cubicBezTo>
                  <a:cubicBezTo>
                    <a:pt x="677" y="17079"/>
                    <a:pt x="753" y="16989"/>
                    <a:pt x="830" y="16989"/>
                  </a:cubicBezTo>
                  <a:cubicBezTo>
                    <a:pt x="837" y="16989"/>
                    <a:pt x="844" y="16989"/>
                    <a:pt x="852" y="16991"/>
                  </a:cubicBezTo>
                  <a:cubicBezTo>
                    <a:pt x="913" y="17022"/>
                    <a:pt x="943" y="17052"/>
                    <a:pt x="973" y="17083"/>
                  </a:cubicBezTo>
                  <a:lnTo>
                    <a:pt x="1065" y="17113"/>
                  </a:lnTo>
                  <a:cubicBezTo>
                    <a:pt x="1156" y="17174"/>
                    <a:pt x="1186" y="17295"/>
                    <a:pt x="1065" y="17356"/>
                  </a:cubicBezTo>
                  <a:lnTo>
                    <a:pt x="1004" y="17417"/>
                  </a:lnTo>
                  <a:cubicBezTo>
                    <a:pt x="882" y="17478"/>
                    <a:pt x="1034" y="17569"/>
                    <a:pt x="943" y="17660"/>
                  </a:cubicBezTo>
                  <a:cubicBezTo>
                    <a:pt x="882" y="17690"/>
                    <a:pt x="882" y="17842"/>
                    <a:pt x="1095" y="17842"/>
                  </a:cubicBezTo>
                  <a:cubicBezTo>
                    <a:pt x="1125" y="17842"/>
                    <a:pt x="1186" y="17903"/>
                    <a:pt x="1247" y="17903"/>
                  </a:cubicBezTo>
                  <a:lnTo>
                    <a:pt x="1308" y="17903"/>
                  </a:lnTo>
                  <a:cubicBezTo>
                    <a:pt x="1369" y="17873"/>
                    <a:pt x="1429" y="17690"/>
                    <a:pt x="1490" y="17690"/>
                  </a:cubicBezTo>
                  <a:cubicBezTo>
                    <a:pt x="1581" y="17660"/>
                    <a:pt x="1520" y="17599"/>
                    <a:pt x="1399" y="17538"/>
                  </a:cubicBezTo>
                  <a:lnTo>
                    <a:pt x="1277" y="17478"/>
                  </a:lnTo>
                  <a:cubicBezTo>
                    <a:pt x="1247" y="17447"/>
                    <a:pt x="1247" y="17386"/>
                    <a:pt x="1277" y="17356"/>
                  </a:cubicBezTo>
                  <a:cubicBezTo>
                    <a:pt x="1300" y="17334"/>
                    <a:pt x="1322" y="17262"/>
                    <a:pt x="1381" y="17262"/>
                  </a:cubicBezTo>
                  <a:cubicBezTo>
                    <a:pt x="1402" y="17262"/>
                    <a:pt x="1428" y="17271"/>
                    <a:pt x="1460" y="17295"/>
                  </a:cubicBezTo>
                  <a:lnTo>
                    <a:pt x="1490" y="17326"/>
                  </a:lnTo>
                  <a:cubicBezTo>
                    <a:pt x="1612" y="17295"/>
                    <a:pt x="1733" y="17234"/>
                    <a:pt x="1855" y="17174"/>
                  </a:cubicBezTo>
                  <a:lnTo>
                    <a:pt x="2098" y="17174"/>
                  </a:lnTo>
                  <a:cubicBezTo>
                    <a:pt x="2159" y="17174"/>
                    <a:pt x="2220" y="17143"/>
                    <a:pt x="2280" y="17113"/>
                  </a:cubicBezTo>
                  <a:lnTo>
                    <a:pt x="2402" y="17052"/>
                  </a:lnTo>
                  <a:cubicBezTo>
                    <a:pt x="2584" y="17113"/>
                    <a:pt x="2706" y="17234"/>
                    <a:pt x="2736" y="17417"/>
                  </a:cubicBezTo>
                  <a:lnTo>
                    <a:pt x="2797" y="17538"/>
                  </a:lnTo>
                  <a:cubicBezTo>
                    <a:pt x="2828" y="17599"/>
                    <a:pt x="2888" y="17630"/>
                    <a:pt x="2949" y="17660"/>
                  </a:cubicBezTo>
                  <a:lnTo>
                    <a:pt x="2979" y="17660"/>
                  </a:lnTo>
                  <a:cubicBezTo>
                    <a:pt x="3010" y="17660"/>
                    <a:pt x="3040" y="17630"/>
                    <a:pt x="3071" y="17599"/>
                  </a:cubicBezTo>
                  <a:lnTo>
                    <a:pt x="3040" y="17599"/>
                  </a:lnTo>
                  <a:cubicBezTo>
                    <a:pt x="2979" y="17538"/>
                    <a:pt x="2979" y="17478"/>
                    <a:pt x="3071" y="17417"/>
                  </a:cubicBezTo>
                  <a:cubicBezTo>
                    <a:pt x="3101" y="17417"/>
                    <a:pt x="3162" y="17478"/>
                    <a:pt x="3192" y="17508"/>
                  </a:cubicBezTo>
                  <a:cubicBezTo>
                    <a:pt x="3253" y="17538"/>
                    <a:pt x="3253" y="17599"/>
                    <a:pt x="3314" y="17630"/>
                  </a:cubicBezTo>
                  <a:cubicBezTo>
                    <a:pt x="3527" y="17782"/>
                    <a:pt x="3587" y="17934"/>
                    <a:pt x="3405" y="18116"/>
                  </a:cubicBezTo>
                  <a:cubicBezTo>
                    <a:pt x="3413" y="18124"/>
                    <a:pt x="3426" y="18128"/>
                    <a:pt x="3440" y="18128"/>
                  </a:cubicBezTo>
                  <a:cubicBezTo>
                    <a:pt x="3480" y="18128"/>
                    <a:pt x="3535" y="18100"/>
                    <a:pt x="3557" y="18055"/>
                  </a:cubicBezTo>
                  <a:lnTo>
                    <a:pt x="3618" y="18025"/>
                  </a:lnTo>
                  <a:cubicBezTo>
                    <a:pt x="3648" y="17964"/>
                    <a:pt x="3709" y="17934"/>
                    <a:pt x="3739" y="17934"/>
                  </a:cubicBezTo>
                  <a:lnTo>
                    <a:pt x="3922" y="17964"/>
                  </a:lnTo>
                  <a:cubicBezTo>
                    <a:pt x="4074" y="17994"/>
                    <a:pt x="4195" y="18086"/>
                    <a:pt x="4286" y="18207"/>
                  </a:cubicBezTo>
                  <a:lnTo>
                    <a:pt x="4408" y="18146"/>
                  </a:lnTo>
                  <a:cubicBezTo>
                    <a:pt x="4438" y="18146"/>
                    <a:pt x="4408" y="18025"/>
                    <a:pt x="4347" y="17994"/>
                  </a:cubicBezTo>
                  <a:cubicBezTo>
                    <a:pt x="4256" y="17903"/>
                    <a:pt x="4165" y="17812"/>
                    <a:pt x="4074" y="17782"/>
                  </a:cubicBezTo>
                  <a:cubicBezTo>
                    <a:pt x="3952" y="17690"/>
                    <a:pt x="3922" y="17690"/>
                    <a:pt x="4013" y="17660"/>
                  </a:cubicBezTo>
                  <a:cubicBezTo>
                    <a:pt x="4165" y="17538"/>
                    <a:pt x="4317" y="17478"/>
                    <a:pt x="4499" y="17447"/>
                  </a:cubicBezTo>
                  <a:cubicBezTo>
                    <a:pt x="4712" y="17478"/>
                    <a:pt x="4590" y="17721"/>
                    <a:pt x="4742" y="17812"/>
                  </a:cubicBezTo>
                  <a:lnTo>
                    <a:pt x="4742" y="17873"/>
                  </a:lnTo>
                  <a:cubicBezTo>
                    <a:pt x="4784" y="17977"/>
                    <a:pt x="4811" y="18024"/>
                    <a:pt x="4883" y="18024"/>
                  </a:cubicBezTo>
                  <a:cubicBezTo>
                    <a:pt x="4916" y="18024"/>
                    <a:pt x="4958" y="18014"/>
                    <a:pt x="5016" y="17994"/>
                  </a:cubicBezTo>
                  <a:cubicBezTo>
                    <a:pt x="5107" y="17994"/>
                    <a:pt x="5198" y="17934"/>
                    <a:pt x="5259" y="17934"/>
                  </a:cubicBezTo>
                  <a:lnTo>
                    <a:pt x="5502" y="17994"/>
                  </a:lnTo>
                  <a:cubicBezTo>
                    <a:pt x="5624" y="17873"/>
                    <a:pt x="5654" y="17721"/>
                    <a:pt x="5533" y="17599"/>
                  </a:cubicBezTo>
                  <a:cubicBezTo>
                    <a:pt x="5502" y="17569"/>
                    <a:pt x="5715" y="17478"/>
                    <a:pt x="5806" y="17478"/>
                  </a:cubicBezTo>
                  <a:cubicBezTo>
                    <a:pt x="5897" y="17478"/>
                    <a:pt x="5989" y="17478"/>
                    <a:pt x="6080" y="17447"/>
                  </a:cubicBezTo>
                  <a:cubicBezTo>
                    <a:pt x="6080" y="17441"/>
                    <a:pt x="6082" y="17439"/>
                    <a:pt x="6086" y="17439"/>
                  </a:cubicBezTo>
                  <a:cubicBezTo>
                    <a:pt x="6103" y="17439"/>
                    <a:pt x="6147" y="17478"/>
                    <a:pt x="6171" y="17478"/>
                  </a:cubicBezTo>
                  <a:lnTo>
                    <a:pt x="6323" y="17478"/>
                  </a:lnTo>
                  <a:cubicBezTo>
                    <a:pt x="6353" y="17478"/>
                    <a:pt x="6262" y="17265"/>
                    <a:pt x="6323" y="17204"/>
                  </a:cubicBezTo>
                  <a:cubicBezTo>
                    <a:pt x="6347" y="17168"/>
                    <a:pt x="6408" y="17156"/>
                    <a:pt x="6478" y="17156"/>
                  </a:cubicBezTo>
                  <a:cubicBezTo>
                    <a:pt x="6585" y="17156"/>
                    <a:pt x="6712" y="17186"/>
                    <a:pt x="6749" y="17204"/>
                  </a:cubicBezTo>
                  <a:cubicBezTo>
                    <a:pt x="6766" y="17216"/>
                    <a:pt x="6782" y="17221"/>
                    <a:pt x="6797" y="17221"/>
                  </a:cubicBezTo>
                  <a:cubicBezTo>
                    <a:pt x="6861" y="17221"/>
                    <a:pt x="6901" y="17132"/>
                    <a:pt x="6901" y="17083"/>
                  </a:cubicBezTo>
                  <a:cubicBezTo>
                    <a:pt x="6901" y="17047"/>
                    <a:pt x="6880" y="17032"/>
                    <a:pt x="6856" y="17032"/>
                  </a:cubicBezTo>
                  <a:cubicBezTo>
                    <a:pt x="6840" y="17032"/>
                    <a:pt x="6822" y="17040"/>
                    <a:pt x="6809" y="17052"/>
                  </a:cubicBezTo>
                  <a:lnTo>
                    <a:pt x="6779" y="17052"/>
                  </a:lnTo>
                  <a:lnTo>
                    <a:pt x="6688" y="17083"/>
                  </a:lnTo>
                  <a:cubicBezTo>
                    <a:pt x="6627" y="16991"/>
                    <a:pt x="6627" y="16900"/>
                    <a:pt x="6657" y="16809"/>
                  </a:cubicBezTo>
                  <a:lnTo>
                    <a:pt x="6597" y="16718"/>
                  </a:lnTo>
                  <a:cubicBezTo>
                    <a:pt x="6657" y="16687"/>
                    <a:pt x="6688" y="16657"/>
                    <a:pt x="6749" y="16657"/>
                  </a:cubicBezTo>
                  <a:lnTo>
                    <a:pt x="6809" y="16657"/>
                  </a:lnTo>
                  <a:cubicBezTo>
                    <a:pt x="6813" y="16660"/>
                    <a:pt x="6817" y="16662"/>
                    <a:pt x="6822" y="16662"/>
                  </a:cubicBezTo>
                  <a:cubicBezTo>
                    <a:pt x="6865" y="16662"/>
                    <a:pt x="6965" y="16562"/>
                    <a:pt x="6992" y="16535"/>
                  </a:cubicBezTo>
                  <a:cubicBezTo>
                    <a:pt x="6996" y="16527"/>
                    <a:pt x="7005" y="16523"/>
                    <a:pt x="7017" y="16523"/>
                  </a:cubicBezTo>
                  <a:cubicBezTo>
                    <a:pt x="7089" y="16523"/>
                    <a:pt x="7283" y="16657"/>
                    <a:pt x="7387" y="16657"/>
                  </a:cubicBezTo>
                  <a:cubicBezTo>
                    <a:pt x="7478" y="16657"/>
                    <a:pt x="7569" y="16748"/>
                    <a:pt x="7539" y="16870"/>
                  </a:cubicBezTo>
                  <a:lnTo>
                    <a:pt x="7508" y="16991"/>
                  </a:lnTo>
                  <a:cubicBezTo>
                    <a:pt x="7478" y="17022"/>
                    <a:pt x="7448" y="17052"/>
                    <a:pt x="7417" y="17052"/>
                  </a:cubicBezTo>
                  <a:lnTo>
                    <a:pt x="7387" y="17052"/>
                  </a:lnTo>
                  <a:cubicBezTo>
                    <a:pt x="7356" y="17022"/>
                    <a:pt x="7235" y="16748"/>
                    <a:pt x="7083" y="16748"/>
                  </a:cubicBezTo>
                  <a:cubicBezTo>
                    <a:pt x="7072" y="16745"/>
                    <a:pt x="7062" y="16744"/>
                    <a:pt x="7054" y="16744"/>
                  </a:cubicBezTo>
                  <a:cubicBezTo>
                    <a:pt x="6972" y="16744"/>
                    <a:pt x="7028" y="16872"/>
                    <a:pt x="7083" y="16900"/>
                  </a:cubicBezTo>
                  <a:cubicBezTo>
                    <a:pt x="7174" y="16991"/>
                    <a:pt x="7265" y="17113"/>
                    <a:pt x="7326" y="17204"/>
                  </a:cubicBezTo>
                  <a:lnTo>
                    <a:pt x="7539" y="17204"/>
                  </a:lnTo>
                  <a:cubicBezTo>
                    <a:pt x="7645" y="17189"/>
                    <a:pt x="7744" y="17181"/>
                    <a:pt x="7843" y="17181"/>
                  </a:cubicBezTo>
                  <a:cubicBezTo>
                    <a:pt x="7942" y="17181"/>
                    <a:pt x="8040" y="17189"/>
                    <a:pt x="8147" y="17204"/>
                  </a:cubicBezTo>
                  <a:cubicBezTo>
                    <a:pt x="8208" y="17234"/>
                    <a:pt x="8177" y="17295"/>
                    <a:pt x="8056" y="17356"/>
                  </a:cubicBezTo>
                  <a:lnTo>
                    <a:pt x="7964" y="17386"/>
                  </a:lnTo>
                  <a:lnTo>
                    <a:pt x="7904" y="17386"/>
                  </a:lnTo>
                  <a:cubicBezTo>
                    <a:pt x="7873" y="17417"/>
                    <a:pt x="7904" y="17447"/>
                    <a:pt x="7964" y="17447"/>
                  </a:cubicBezTo>
                  <a:lnTo>
                    <a:pt x="8056" y="17690"/>
                  </a:lnTo>
                  <a:cubicBezTo>
                    <a:pt x="8299" y="17660"/>
                    <a:pt x="8633" y="17569"/>
                    <a:pt x="8815" y="17538"/>
                  </a:cubicBezTo>
                  <a:lnTo>
                    <a:pt x="8998" y="17508"/>
                  </a:lnTo>
                  <a:cubicBezTo>
                    <a:pt x="9028" y="17478"/>
                    <a:pt x="8937" y="17417"/>
                    <a:pt x="8876" y="17386"/>
                  </a:cubicBezTo>
                  <a:cubicBezTo>
                    <a:pt x="8785" y="17386"/>
                    <a:pt x="8907" y="17326"/>
                    <a:pt x="9089" y="17326"/>
                  </a:cubicBezTo>
                  <a:lnTo>
                    <a:pt x="9089" y="17356"/>
                  </a:lnTo>
                  <a:cubicBezTo>
                    <a:pt x="9211" y="17599"/>
                    <a:pt x="9515" y="17478"/>
                    <a:pt x="9697" y="17599"/>
                  </a:cubicBezTo>
                  <a:cubicBezTo>
                    <a:pt x="9725" y="17613"/>
                    <a:pt x="9749" y="17619"/>
                    <a:pt x="9769" y="17619"/>
                  </a:cubicBezTo>
                  <a:cubicBezTo>
                    <a:pt x="9836" y="17619"/>
                    <a:pt x="9870" y="17555"/>
                    <a:pt x="9940" y="17508"/>
                  </a:cubicBezTo>
                  <a:cubicBezTo>
                    <a:pt x="10001" y="17417"/>
                    <a:pt x="9970" y="17356"/>
                    <a:pt x="9879" y="17326"/>
                  </a:cubicBezTo>
                  <a:lnTo>
                    <a:pt x="9697" y="17265"/>
                  </a:lnTo>
                  <a:cubicBezTo>
                    <a:pt x="9575" y="17143"/>
                    <a:pt x="9606" y="17022"/>
                    <a:pt x="9788" y="17022"/>
                  </a:cubicBezTo>
                  <a:lnTo>
                    <a:pt x="9940" y="17022"/>
                  </a:lnTo>
                  <a:cubicBezTo>
                    <a:pt x="10034" y="17022"/>
                    <a:pt x="10127" y="16932"/>
                    <a:pt x="10235" y="16932"/>
                  </a:cubicBezTo>
                  <a:cubicBezTo>
                    <a:pt x="10267" y="16932"/>
                    <a:pt x="10300" y="16940"/>
                    <a:pt x="10335" y="16961"/>
                  </a:cubicBezTo>
                  <a:cubicBezTo>
                    <a:pt x="10364" y="16978"/>
                    <a:pt x="10392" y="16985"/>
                    <a:pt x="10418" y="16985"/>
                  </a:cubicBezTo>
                  <a:cubicBezTo>
                    <a:pt x="10493" y="16985"/>
                    <a:pt x="10559" y="16935"/>
                    <a:pt x="10616" y="16935"/>
                  </a:cubicBezTo>
                  <a:cubicBezTo>
                    <a:pt x="10646" y="16935"/>
                    <a:pt x="10674" y="16949"/>
                    <a:pt x="10700" y="16991"/>
                  </a:cubicBezTo>
                  <a:cubicBezTo>
                    <a:pt x="10761" y="16991"/>
                    <a:pt x="10791" y="16991"/>
                    <a:pt x="10822" y="16961"/>
                  </a:cubicBezTo>
                  <a:lnTo>
                    <a:pt x="10882" y="16900"/>
                  </a:lnTo>
                  <a:cubicBezTo>
                    <a:pt x="10898" y="16877"/>
                    <a:pt x="10914" y="16867"/>
                    <a:pt x="10928" y="16867"/>
                  </a:cubicBezTo>
                  <a:cubicBezTo>
                    <a:pt x="10970" y="16867"/>
                    <a:pt x="11004" y="16946"/>
                    <a:pt x="11004" y="16991"/>
                  </a:cubicBezTo>
                  <a:cubicBezTo>
                    <a:pt x="10974" y="17083"/>
                    <a:pt x="10943" y="17174"/>
                    <a:pt x="10882" y="17234"/>
                  </a:cubicBezTo>
                  <a:lnTo>
                    <a:pt x="10822" y="17265"/>
                  </a:lnTo>
                  <a:cubicBezTo>
                    <a:pt x="10809" y="17271"/>
                    <a:pt x="10796" y="17273"/>
                    <a:pt x="10782" y="17273"/>
                  </a:cubicBezTo>
                  <a:cubicBezTo>
                    <a:pt x="10724" y="17273"/>
                    <a:pt x="10651" y="17234"/>
                    <a:pt x="10578" y="17234"/>
                  </a:cubicBezTo>
                  <a:lnTo>
                    <a:pt x="10335" y="17113"/>
                  </a:lnTo>
                  <a:cubicBezTo>
                    <a:pt x="10244" y="17143"/>
                    <a:pt x="10153" y="17174"/>
                    <a:pt x="10122" y="17204"/>
                  </a:cubicBezTo>
                  <a:cubicBezTo>
                    <a:pt x="10092" y="17234"/>
                    <a:pt x="10153" y="17326"/>
                    <a:pt x="10183" y="17356"/>
                  </a:cubicBezTo>
                  <a:cubicBezTo>
                    <a:pt x="10204" y="17417"/>
                    <a:pt x="10220" y="17437"/>
                    <a:pt x="10236" y="17437"/>
                  </a:cubicBezTo>
                  <a:cubicBezTo>
                    <a:pt x="10268" y="17437"/>
                    <a:pt x="10295" y="17356"/>
                    <a:pt x="10335" y="17356"/>
                  </a:cubicBezTo>
                  <a:cubicBezTo>
                    <a:pt x="10361" y="17346"/>
                    <a:pt x="10385" y="17342"/>
                    <a:pt x="10409" y="17342"/>
                  </a:cubicBezTo>
                  <a:cubicBezTo>
                    <a:pt x="10529" y="17342"/>
                    <a:pt x="10634" y="17447"/>
                    <a:pt x="10761" y="17447"/>
                  </a:cubicBezTo>
                  <a:lnTo>
                    <a:pt x="10791" y="17447"/>
                  </a:lnTo>
                  <a:cubicBezTo>
                    <a:pt x="10806" y="17493"/>
                    <a:pt x="10829" y="17516"/>
                    <a:pt x="10852" y="17516"/>
                  </a:cubicBezTo>
                  <a:cubicBezTo>
                    <a:pt x="10875" y="17516"/>
                    <a:pt x="10898" y="17493"/>
                    <a:pt x="10913" y="17447"/>
                  </a:cubicBezTo>
                  <a:lnTo>
                    <a:pt x="10974" y="17447"/>
                  </a:lnTo>
                  <a:lnTo>
                    <a:pt x="11217" y="17356"/>
                  </a:lnTo>
                  <a:cubicBezTo>
                    <a:pt x="11242" y="17206"/>
                    <a:pt x="11308" y="17097"/>
                    <a:pt x="11381" y="17097"/>
                  </a:cubicBezTo>
                  <a:cubicBezTo>
                    <a:pt x="11397" y="17097"/>
                    <a:pt x="11413" y="17102"/>
                    <a:pt x="11429" y="17113"/>
                  </a:cubicBezTo>
                  <a:lnTo>
                    <a:pt x="11429" y="17143"/>
                  </a:lnTo>
                  <a:lnTo>
                    <a:pt x="11369" y="17234"/>
                  </a:lnTo>
                  <a:cubicBezTo>
                    <a:pt x="11308" y="17326"/>
                    <a:pt x="11369" y="17386"/>
                    <a:pt x="11521" y="17386"/>
                  </a:cubicBezTo>
                  <a:lnTo>
                    <a:pt x="11642" y="17295"/>
                  </a:lnTo>
                  <a:cubicBezTo>
                    <a:pt x="11688" y="17280"/>
                    <a:pt x="11733" y="17272"/>
                    <a:pt x="11779" y="17272"/>
                  </a:cubicBezTo>
                  <a:cubicBezTo>
                    <a:pt x="11825" y="17272"/>
                    <a:pt x="11870" y="17280"/>
                    <a:pt x="11916" y="17295"/>
                  </a:cubicBezTo>
                  <a:cubicBezTo>
                    <a:pt x="12007" y="17386"/>
                    <a:pt x="11946" y="17447"/>
                    <a:pt x="11794" y="17447"/>
                  </a:cubicBezTo>
                  <a:lnTo>
                    <a:pt x="11764" y="17447"/>
                  </a:lnTo>
                  <a:cubicBezTo>
                    <a:pt x="11764" y="17538"/>
                    <a:pt x="11703" y="17599"/>
                    <a:pt x="11673" y="17690"/>
                  </a:cubicBezTo>
                  <a:lnTo>
                    <a:pt x="11642" y="17690"/>
                  </a:lnTo>
                  <a:cubicBezTo>
                    <a:pt x="11490" y="17721"/>
                    <a:pt x="11490" y="17782"/>
                    <a:pt x="11551" y="17842"/>
                  </a:cubicBezTo>
                  <a:lnTo>
                    <a:pt x="11612" y="17873"/>
                  </a:lnTo>
                  <a:cubicBezTo>
                    <a:pt x="11733" y="17873"/>
                    <a:pt x="11825" y="17690"/>
                    <a:pt x="11855" y="17630"/>
                  </a:cubicBezTo>
                  <a:cubicBezTo>
                    <a:pt x="11855" y="17569"/>
                    <a:pt x="12037" y="17447"/>
                    <a:pt x="12250" y="17356"/>
                  </a:cubicBezTo>
                  <a:lnTo>
                    <a:pt x="12433" y="17234"/>
                  </a:lnTo>
                  <a:cubicBezTo>
                    <a:pt x="12493" y="17204"/>
                    <a:pt x="12585" y="17204"/>
                    <a:pt x="12615" y="17204"/>
                  </a:cubicBezTo>
                  <a:lnTo>
                    <a:pt x="12645" y="17234"/>
                  </a:lnTo>
                  <a:cubicBezTo>
                    <a:pt x="12656" y="17245"/>
                    <a:pt x="12673" y="17249"/>
                    <a:pt x="12695" y="17249"/>
                  </a:cubicBezTo>
                  <a:cubicBezTo>
                    <a:pt x="12792" y="17249"/>
                    <a:pt x="12982" y="17170"/>
                    <a:pt x="13094" y="17170"/>
                  </a:cubicBezTo>
                  <a:cubicBezTo>
                    <a:pt x="13108" y="17170"/>
                    <a:pt x="13120" y="17171"/>
                    <a:pt x="13132" y="17174"/>
                  </a:cubicBezTo>
                  <a:cubicBezTo>
                    <a:pt x="13253" y="17204"/>
                    <a:pt x="13344" y="17265"/>
                    <a:pt x="13405" y="17356"/>
                  </a:cubicBezTo>
                  <a:cubicBezTo>
                    <a:pt x="13405" y="17417"/>
                    <a:pt x="13466" y="17417"/>
                    <a:pt x="13466" y="17417"/>
                  </a:cubicBezTo>
                  <a:cubicBezTo>
                    <a:pt x="13466" y="17356"/>
                    <a:pt x="13496" y="17326"/>
                    <a:pt x="13496" y="17265"/>
                  </a:cubicBezTo>
                  <a:cubicBezTo>
                    <a:pt x="13496" y="17257"/>
                    <a:pt x="13503" y="17253"/>
                    <a:pt x="13515" y="17253"/>
                  </a:cubicBezTo>
                  <a:cubicBezTo>
                    <a:pt x="13547" y="17253"/>
                    <a:pt x="13620" y="17281"/>
                    <a:pt x="13709" y="17326"/>
                  </a:cubicBezTo>
                  <a:lnTo>
                    <a:pt x="13892" y="17326"/>
                  </a:lnTo>
                  <a:cubicBezTo>
                    <a:pt x="13945" y="17304"/>
                    <a:pt x="13984" y="17294"/>
                    <a:pt x="14005" y="17294"/>
                  </a:cubicBezTo>
                  <a:cubicBezTo>
                    <a:pt x="14042" y="17294"/>
                    <a:pt x="14020" y="17328"/>
                    <a:pt x="13922" y="17386"/>
                  </a:cubicBezTo>
                  <a:lnTo>
                    <a:pt x="13892" y="17478"/>
                  </a:lnTo>
                  <a:lnTo>
                    <a:pt x="13861" y="17538"/>
                  </a:lnTo>
                  <a:cubicBezTo>
                    <a:pt x="13892" y="17660"/>
                    <a:pt x="13770" y="17721"/>
                    <a:pt x="13588" y="17721"/>
                  </a:cubicBezTo>
                  <a:lnTo>
                    <a:pt x="13648" y="17569"/>
                  </a:lnTo>
                  <a:cubicBezTo>
                    <a:pt x="13648" y="17538"/>
                    <a:pt x="13618" y="17508"/>
                    <a:pt x="13588" y="17508"/>
                  </a:cubicBezTo>
                  <a:cubicBezTo>
                    <a:pt x="13496" y="17569"/>
                    <a:pt x="13436" y="17599"/>
                    <a:pt x="13344" y="17660"/>
                  </a:cubicBezTo>
                  <a:lnTo>
                    <a:pt x="13314" y="17690"/>
                  </a:lnTo>
                  <a:cubicBezTo>
                    <a:pt x="13253" y="17660"/>
                    <a:pt x="13192" y="17508"/>
                    <a:pt x="13192" y="17447"/>
                  </a:cubicBezTo>
                  <a:cubicBezTo>
                    <a:pt x="13192" y="17386"/>
                    <a:pt x="13040" y="17356"/>
                    <a:pt x="12980" y="17356"/>
                  </a:cubicBezTo>
                  <a:cubicBezTo>
                    <a:pt x="12919" y="17356"/>
                    <a:pt x="12949" y="17417"/>
                    <a:pt x="12980" y="17417"/>
                  </a:cubicBezTo>
                  <a:cubicBezTo>
                    <a:pt x="13040" y="17478"/>
                    <a:pt x="13071" y="17569"/>
                    <a:pt x="13132" y="17690"/>
                  </a:cubicBezTo>
                  <a:lnTo>
                    <a:pt x="13132" y="17812"/>
                  </a:lnTo>
                  <a:lnTo>
                    <a:pt x="13132" y="17842"/>
                  </a:lnTo>
                  <a:cubicBezTo>
                    <a:pt x="13056" y="17855"/>
                    <a:pt x="12981" y="17862"/>
                    <a:pt x="12905" y="17862"/>
                  </a:cubicBezTo>
                  <a:cubicBezTo>
                    <a:pt x="12798" y="17862"/>
                    <a:pt x="12691" y="17848"/>
                    <a:pt x="12585" y="17812"/>
                  </a:cubicBezTo>
                  <a:lnTo>
                    <a:pt x="12463" y="17630"/>
                  </a:lnTo>
                  <a:cubicBezTo>
                    <a:pt x="12437" y="17604"/>
                    <a:pt x="12401" y="17595"/>
                    <a:pt x="12365" y="17595"/>
                  </a:cubicBezTo>
                  <a:cubicBezTo>
                    <a:pt x="12316" y="17595"/>
                    <a:pt x="12268" y="17612"/>
                    <a:pt x="12250" y="17630"/>
                  </a:cubicBezTo>
                  <a:cubicBezTo>
                    <a:pt x="12250" y="17660"/>
                    <a:pt x="12281" y="17721"/>
                    <a:pt x="12311" y="17751"/>
                  </a:cubicBezTo>
                  <a:lnTo>
                    <a:pt x="12341" y="17812"/>
                  </a:lnTo>
                  <a:cubicBezTo>
                    <a:pt x="12433" y="17873"/>
                    <a:pt x="12372" y="17964"/>
                    <a:pt x="12311" y="17994"/>
                  </a:cubicBezTo>
                  <a:cubicBezTo>
                    <a:pt x="12250" y="18025"/>
                    <a:pt x="12554" y="18116"/>
                    <a:pt x="12676" y="18146"/>
                  </a:cubicBezTo>
                  <a:cubicBezTo>
                    <a:pt x="12708" y="18154"/>
                    <a:pt x="12737" y="18158"/>
                    <a:pt x="12759" y="18158"/>
                  </a:cubicBezTo>
                  <a:cubicBezTo>
                    <a:pt x="12821" y="18158"/>
                    <a:pt x="12842" y="18130"/>
                    <a:pt x="12797" y="18086"/>
                  </a:cubicBezTo>
                  <a:lnTo>
                    <a:pt x="12676" y="18086"/>
                  </a:lnTo>
                  <a:cubicBezTo>
                    <a:pt x="12676" y="18025"/>
                    <a:pt x="12706" y="17934"/>
                    <a:pt x="12767" y="17903"/>
                  </a:cubicBezTo>
                  <a:lnTo>
                    <a:pt x="12858" y="17964"/>
                  </a:lnTo>
                  <a:cubicBezTo>
                    <a:pt x="12980" y="18055"/>
                    <a:pt x="13132" y="18146"/>
                    <a:pt x="13284" y="18238"/>
                  </a:cubicBezTo>
                  <a:cubicBezTo>
                    <a:pt x="13324" y="18251"/>
                    <a:pt x="13365" y="18265"/>
                    <a:pt x="13398" y="18265"/>
                  </a:cubicBezTo>
                  <a:cubicBezTo>
                    <a:pt x="13438" y="18265"/>
                    <a:pt x="13466" y="18244"/>
                    <a:pt x="13466" y="18177"/>
                  </a:cubicBezTo>
                  <a:cubicBezTo>
                    <a:pt x="13466" y="18055"/>
                    <a:pt x="13618" y="18086"/>
                    <a:pt x="13618" y="18055"/>
                  </a:cubicBezTo>
                  <a:lnTo>
                    <a:pt x="13618" y="17934"/>
                  </a:lnTo>
                  <a:lnTo>
                    <a:pt x="13618" y="17903"/>
                  </a:lnTo>
                  <a:cubicBezTo>
                    <a:pt x="13588" y="17873"/>
                    <a:pt x="13770" y="17842"/>
                    <a:pt x="13831" y="17842"/>
                  </a:cubicBezTo>
                  <a:cubicBezTo>
                    <a:pt x="13892" y="17842"/>
                    <a:pt x="13983" y="18025"/>
                    <a:pt x="13922" y="18086"/>
                  </a:cubicBezTo>
                  <a:cubicBezTo>
                    <a:pt x="13831" y="18116"/>
                    <a:pt x="14013" y="18177"/>
                    <a:pt x="14104" y="18207"/>
                  </a:cubicBezTo>
                  <a:cubicBezTo>
                    <a:pt x="14111" y="18210"/>
                    <a:pt x="14117" y="18212"/>
                    <a:pt x="14123" y="18212"/>
                  </a:cubicBezTo>
                  <a:cubicBezTo>
                    <a:pt x="14171" y="18212"/>
                    <a:pt x="14195" y="18113"/>
                    <a:pt x="14195" y="18086"/>
                  </a:cubicBezTo>
                  <a:cubicBezTo>
                    <a:pt x="14195" y="17994"/>
                    <a:pt x="14195" y="17873"/>
                    <a:pt x="14195" y="17782"/>
                  </a:cubicBezTo>
                  <a:lnTo>
                    <a:pt x="14074" y="17690"/>
                  </a:lnTo>
                  <a:cubicBezTo>
                    <a:pt x="14044" y="17690"/>
                    <a:pt x="14104" y="17599"/>
                    <a:pt x="14135" y="17569"/>
                  </a:cubicBezTo>
                  <a:lnTo>
                    <a:pt x="14195" y="17508"/>
                  </a:lnTo>
                  <a:cubicBezTo>
                    <a:pt x="14287" y="17478"/>
                    <a:pt x="14347" y="17417"/>
                    <a:pt x="14287" y="17417"/>
                  </a:cubicBezTo>
                  <a:lnTo>
                    <a:pt x="14226" y="17417"/>
                  </a:lnTo>
                  <a:cubicBezTo>
                    <a:pt x="14195" y="17417"/>
                    <a:pt x="14408" y="17295"/>
                    <a:pt x="14439" y="17234"/>
                  </a:cubicBezTo>
                  <a:cubicBezTo>
                    <a:pt x="14469" y="17143"/>
                    <a:pt x="14530" y="17083"/>
                    <a:pt x="14591" y="17052"/>
                  </a:cubicBezTo>
                  <a:cubicBezTo>
                    <a:pt x="14594" y="17049"/>
                    <a:pt x="14598" y="17047"/>
                    <a:pt x="14602" y="17047"/>
                  </a:cubicBezTo>
                  <a:cubicBezTo>
                    <a:pt x="14634" y="17047"/>
                    <a:pt x="14682" y="17147"/>
                    <a:pt x="14682" y="17174"/>
                  </a:cubicBezTo>
                  <a:cubicBezTo>
                    <a:pt x="14773" y="17265"/>
                    <a:pt x="14864" y="17295"/>
                    <a:pt x="14986" y="17295"/>
                  </a:cubicBezTo>
                  <a:cubicBezTo>
                    <a:pt x="15138" y="17265"/>
                    <a:pt x="15290" y="17234"/>
                    <a:pt x="15472" y="17204"/>
                  </a:cubicBezTo>
                  <a:lnTo>
                    <a:pt x="15624" y="17174"/>
                  </a:lnTo>
                  <a:cubicBezTo>
                    <a:pt x="15654" y="17174"/>
                    <a:pt x="15654" y="17083"/>
                    <a:pt x="15715" y="17052"/>
                  </a:cubicBezTo>
                  <a:lnTo>
                    <a:pt x="15867" y="17052"/>
                  </a:lnTo>
                  <a:cubicBezTo>
                    <a:pt x="15958" y="17083"/>
                    <a:pt x="16019" y="17174"/>
                    <a:pt x="16110" y="17204"/>
                  </a:cubicBezTo>
                  <a:lnTo>
                    <a:pt x="16262" y="17234"/>
                  </a:lnTo>
                  <a:cubicBezTo>
                    <a:pt x="16293" y="17143"/>
                    <a:pt x="16354" y="17052"/>
                    <a:pt x="16384" y="17052"/>
                  </a:cubicBezTo>
                  <a:cubicBezTo>
                    <a:pt x="16475" y="17098"/>
                    <a:pt x="16566" y="17121"/>
                    <a:pt x="16654" y="17121"/>
                  </a:cubicBezTo>
                  <a:cubicBezTo>
                    <a:pt x="16741" y="17121"/>
                    <a:pt x="16825" y="17098"/>
                    <a:pt x="16901" y="17052"/>
                  </a:cubicBezTo>
                  <a:lnTo>
                    <a:pt x="17022" y="17022"/>
                  </a:lnTo>
                  <a:cubicBezTo>
                    <a:pt x="17053" y="17083"/>
                    <a:pt x="17113" y="17174"/>
                    <a:pt x="17174" y="17204"/>
                  </a:cubicBezTo>
                  <a:cubicBezTo>
                    <a:pt x="17180" y="17207"/>
                    <a:pt x="17188" y="17208"/>
                    <a:pt x="17197" y="17208"/>
                  </a:cubicBezTo>
                  <a:cubicBezTo>
                    <a:pt x="17272" y="17208"/>
                    <a:pt x="17459" y="17129"/>
                    <a:pt x="17585" y="17129"/>
                  </a:cubicBezTo>
                  <a:cubicBezTo>
                    <a:pt x="17614" y="17129"/>
                    <a:pt x="17640" y="17133"/>
                    <a:pt x="17661" y="17143"/>
                  </a:cubicBezTo>
                  <a:cubicBezTo>
                    <a:pt x="17696" y="17161"/>
                    <a:pt x="17714" y="17168"/>
                    <a:pt x="17719" y="17168"/>
                  </a:cubicBezTo>
                  <a:cubicBezTo>
                    <a:pt x="17731" y="17168"/>
                    <a:pt x="17673" y="17125"/>
                    <a:pt x="17630" y="17083"/>
                  </a:cubicBezTo>
                  <a:cubicBezTo>
                    <a:pt x="17569" y="17052"/>
                    <a:pt x="17630" y="17022"/>
                    <a:pt x="17782" y="17022"/>
                  </a:cubicBezTo>
                  <a:lnTo>
                    <a:pt x="17873" y="17022"/>
                  </a:lnTo>
                  <a:cubicBezTo>
                    <a:pt x="17965" y="17022"/>
                    <a:pt x="18086" y="17083"/>
                    <a:pt x="18147" y="17083"/>
                  </a:cubicBezTo>
                  <a:cubicBezTo>
                    <a:pt x="18208" y="17083"/>
                    <a:pt x="18360" y="17052"/>
                    <a:pt x="18360" y="17022"/>
                  </a:cubicBezTo>
                  <a:cubicBezTo>
                    <a:pt x="18360" y="16931"/>
                    <a:pt x="18398" y="16908"/>
                    <a:pt x="18447" y="16908"/>
                  </a:cubicBezTo>
                  <a:cubicBezTo>
                    <a:pt x="18496" y="16908"/>
                    <a:pt x="18557" y="16931"/>
                    <a:pt x="18603" y="16931"/>
                  </a:cubicBezTo>
                  <a:lnTo>
                    <a:pt x="18816" y="16870"/>
                  </a:lnTo>
                  <a:cubicBezTo>
                    <a:pt x="18816" y="16921"/>
                    <a:pt x="18843" y="16940"/>
                    <a:pt x="18879" y="16940"/>
                  </a:cubicBezTo>
                  <a:cubicBezTo>
                    <a:pt x="18928" y="16940"/>
                    <a:pt x="18993" y="16905"/>
                    <a:pt x="19028" y="16870"/>
                  </a:cubicBezTo>
                  <a:cubicBezTo>
                    <a:pt x="19050" y="16848"/>
                    <a:pt x="19083" y="16838"/>
                    <a:pt x="19122" y="16838"/>
                  </a:cubicBezTo>
                  <a:cubicBezTo>
                    <a:pt x="19193" y="16838"/>
                    <a:pt x="19284" y="16872"/>
                    <a:pt x="19363" y="16931"/>
                  </a:cubicBezTo>
                  <a:lnTo>
                    <a:pt x="19758" y="16931"/>
                  </a:lnTo>
                  <a:cubicBezTo>
                    <a:pt x="19804" y="16938"/>
                    <a:pt x="19847" y="16942"/>
                    <a:pt x="19887" y="16942"/>
                  </a:cubicBezTo>
                  <a:cubicBezTo>
                    <a:pt x="20005" y="16942"/>
                    <a:pt x="20085" y="16908"/>
                    <a:pt x="20062" y="16839"/>
                  </a:cubicBezTo>
                  <a:lnTo>
                    <a:pt x="20183" y="16809"/>
                  </a:lnTo>
                  <a:cubicBezTo>
                    <a:pt x="20244" y="16809"/>
                    <a:pt x="20305" y="16748"/>
                    <a:pt x="20366" y="16748"/>
                  </a:cubicBezTo>
                  <a:lnTo>
                    <a:pt x="20396" y="16748"/>
                  </a:lnTo>
                  <a:cubicBezTo>
                    <a:pt x="20400" y="16750"/>
                    <a:pt x="20404" y="16751"/>
                    <a:pt x="20408" y="16751"/>
                  </a:cubicBezTo>
                  <a:cubicBezTo>
                    <a:pt x="20478" y="16751"/>
                    <a:pt x="20647" y="16535"/>
                    <a:pt x="20761" y="16535"/>
                  </a:cubicBezTo>
                  <a:cubicBezTo>
                    <a:pt x="20883" y="16566"/>
                    <a:pt x="21004" y="16596"/>
                    <a:pt x="21095" y="16687"/>
                  </a:cubicBezTo>
                  <a:lnTo>
                    <a:pt x="21095" y="16809"/>
                  </a:lnTo>
                  <a:cubicBezTo>
                    <a:pt x="21072" y="16855"/>
                    <a:pt x="21080" y="16870"/>
                    <a:pt x="21101" y="16870"/>
                  </a:cubicBezTo>
                  <a:cubicBezTo>
                    <a:pt x="21136" y="16870"/>
                    <a:pt x="21209" y="16828"/>
                    <a:pt x="21247" y="16809"/>
                  </a:cubicBezTo>
                  <a:cubicBezTo>
                    <a:pt x="21278" y="16748"/>
                    <a:pt x="21521" y="16596"/>
                    <a:pt x="21551" y="16535"/>
                  </a:cubicBezTo>
                  <a:cubicBezTo>
                    <a:pt x="21561" y="16515"/>
                    <a:pt x="21568" y="16505"/>
                    <a:pt x="21572" y="16505"/>
                  </a:cubicBezTo>
                  <a:lnTo>
                    <a:pt x="21572" y="16505"/>
                  </a:lnTo>
                  <a:cubicBezTo>
                    <a:pt x="21578" y="16505"/>
                    <a:pt x="21572" y="16546"/>
                    <a:pt x="21551" y="16627"/>
                  </a:cubicBezTo>
                  <a:lnTo>
                    <a:pt x="21734" y="16657"/>
                  </a:lnTo>
                  <a:lnTo>
                    <a:pt x="21916" y="16687"/>
                  </a:lnTo>
                  <a:cubicBezTo>
                    <a:pt x="21984" y="16619"/>
                    <a:pt x="22087" y="16585"/>
                    <a:pt x="22198" y="16585"/>
                  </a:cubicBezTo>
                  <a:cubicBezTo>
                    <a:pt x="22235" y="16585"/>
                    <a:pt x="22273" y="16589"/>
                    <a:pt x="22311" y="16596"/>
                  </a:cubicBezTo>
                  <a:lnTo>
                    <a:pt x="22372" y="16657"/>
                  </a:lnTo>
                  <a:cubicBezTo>
                    <a:pt x="22463" y="16718"/>
                    <a:pt x="22524" y="16839"/>
                    <a:pt x="22615" y="16900"/>
                  </a:cubicBezTo>
                  <a:cubicBezTo>
                    <a:pt x="22676" y="16870"/>
                    <a:pt x="22706" y="16839"/>
                    <a:pt x="22676" y="16779"/>
                  </a:cubicBezTo>
                  <a:cubicBezTo>
                    <a:pt x="22676" y="16748"/>
                    <a:pt x="22949" y="16657"/>
                    <a:pt x="23041" y="16627"/>
                  </a:cubicBezTo>
                  <a:cubicBezTo>
                    <a:pt x="23078" y="16614"/>
                    <a:pt x="23121" y="16607"/>
                    <a:pt x="23165" y="16607"/>
                  </a:cubicBezTo>
                  <a:cubicBezTo>
                    <a:pt x="23227" y="16607"/>
                    <a:pt x="23291" y="16621"/>
                    <a:pt x="23345" y="16657"/>
                  </a:cubicBezTo>
                  <a:cubicBezTo>
                    <a:pt x="23390" y="16672"/>
                    <a:pt x="23428" y="16680"/>
                    <a:pt x="23466" y="16680"/>
                  </a:cubicBezTo>
                  <a:cubicBezTo>
                    <a:pt x="23504" y="16680"/>
                    <a:pt x="23542" y="16672"/>
                    <a:pt x="23588" y="16657"/>
                  </a:cubicBezTo>
                  <a:lnTo>
                    <a:pt x="23679" y="16627"/>
                  </a:lnTo>
                  <a:cubicBezTo>
                    <a:pt x="23740" y="16596"/>
                    <a:pt x="23861" y="16566"/>
                    <a:pt x="23861" y="16535"/>
                  </a:cubicBezTo>
                  <a:lnTo>
                    <a:pt x="23831" y="16323"/>
                  </a:lnTo>
                  <a:cubicBezTo>
                    <a:pt x="23953" y="16262"/>
                    <a:pt x="24044" y="16171"/>
                    <a:pt x="24135" y="16049"/>
                  </a:cubicBezTo>
                  <a:lnTo>
                    <a:pt x="24135" y="16049"/>
                  </a:lnTo>
                  <a:cubicBezTo>
                    <a:pt x="24135" y="16049"/>
                    <a:pt x="23861" y="16201"/>
                    <a:pt x="23770" y="16262"/>
                  </a:cubicBezTo>
                  <a:cubicBezTo>
                    <a:pt x="23738" y="16283"/>
                    <a:pt x="23706" y="16293"/>
                    <a:pt x="23677" y="16293"/>
                  </a:cubicBezTo>
                  <a:cubicBezTo>
                    <a:pt x="23626" y="16293"/>
                    <a:pt x="23588" y="16260"/>
                    <a:pt x="23588" y="16201"/>
                  </a:cubicBezTo>
                  <a:lnTo>
                    <a:pt x="23405" y="16231"/>
                  </a:lnTo>
                  <a:lnTo>
                    <a:pt x="23223" y="16231"/>
                  </a:lnTo>
                  <a:cubicBezTo>
                    <a:pt x="23253" y="16140"/>
                    <a:pt x="23314" y="16019"/>
                    <a:pt x="23375" y="15927"/>
                  </a:cubicBezTo>
                  <a:cubicBezTo>
                    <a:pt x="23378" y="15924"/>
                    <a:pt x="23383" y="15923"/>
                    <a:pt x="23388" y="15923"/>
                  </a:cubicBezTo>
                  <a:cubicBezTo>
                    <a:pt x="23431" y="15923"/>
                    <a:pt x="23530" y="16022"/>
                    <a:pt x="23557" y="16049"/>
                  </a:cubicBezTo>
                  <a:cubicBezTo>
                    <a:pt x="23561" y="16052"/>
                    <a:pt x="23568" y="16054"/>
                    <a:pt x="23578" y="16054"/>
                  </a:cubicBezTo>
                  <a:cubicBezTo>
                    <a:pt x="23659" y="16054"/>
                    <a:pt x="23935" y="15955"/>
                    <a:pt x="24044" y="15927"/>
                  </a:cubicBezTo>
                  <a:cubicBezTo>
                    <a:pt x="24076" y="15906"/>
                    <a:pt x="24112" y="15896"/>
                    <a:pt x="24148" y="15896"/>
                  </a:cubicBezTo>
                  <a:cubicBezTo>
                    <a:pt x="24213" y="15896"/>
                    <a:pt x="24278" y="15929"/>
                    <a:pt x="24317" y="15988"/>
                  </a:cubicBezTo>
                  <a:cubicBezTo>
                    <a:pt x="24317" y="16019"/>
                    <a:pt x="24591" y="16019"/>
                    <a:pt x="24652" y="16079"/>
                  </a:cubicBezTo>
                  <a:cubicBezTo>
                    <a:pt x="24682" y="16140"/>
                    <a:pt x="24652" y="16201"/>
                    <a:pt x="24560" y="16201"/>
                  </a:cubicBezTo>
                  <a:lnTo>
                    <a:pt x="24469" y="16201"/>
                  </a:lnTo>
                  <a:lnTo>
                    <a:pt x="24044" y="16292"/>
                  </a:lnTo>
                  <a:cubicBezTo>
                    <a:pt x="24155" y="16381"/>
                    <a:pt x="24283" y="16438"/>
                    <a:pt x="24414" y="16438"/>
                  </a:cubicBezTo>
                  <a:cubicBezTo>
                    <a:pt x="24463" y="16438"/>
                    <a:pt x="24512" y="16430"/>
                    <a:pt x="24560" y="16414"/>
                  </a:cubicBezTo>
                  <a:cubicBezTo>
                    <a:pt x="24593" y="16406"/>
                    <a:pt x="24626" y="16402"/>
                    <a:pt x="24658" y="16402"/>
                  </a:cubicBezTo>
                  <a:cubicBezTo>
                    <a:pt x="24745" y="16402"/>
                    <a:pt x="24828" y="16430"/>
                    <a:pt x="24895" y="16475"/>
                  </a:cubicBezTo>
                  <a:cubicBezTo>
                    <a:pt x="24906" y="16486"/>
                    <a:pt x="24918" y="16491"/>
                    <a:pt x="24929" y="16491"/>
                  </a:cubicBezTo>
                  <a:cubicBezTo>
                    <a:pt x="24978" y="16491"/>
                    <a:pt x="25022" y="16402"/>
                    <a:pt x="25047" y="16353"/>
                  </a:cubicBezTo>
                  <a:cubicBezTo>
                    <a:pt x="25047" y="16328"/>
                    <a:pt x="25051" y="16317"/>
                    <a:pt x="25059" y="16317"/>
                  </a:cubicBezTo>
                  <a:cubicBezTo>
                    <a:pt x="25080" y="16317"/>
                    <a:pt x="25124" y="16395"/>
                    <a:pt x="25168" y="16505"/>
                  </a:cubicBezTo>
                  <a:lnTo>
                    <a:pt x="25229" y="16627"/>
                  </a:lnTo>
                  <a:cubicBezTo>
                    <a:pt x="25260" y="16657"/>
                    <a:pt x="25290" y="16687"/>
                    <a:pt x="25351" y="16687"/>
                  </a:cubicBezTo>
                  <a:cubicBezTo>
                    <a:pt x="25472" y="16657"/>
                    <a:pt x="25381" y="16657"/>
                    <a:pt x="25351" y="16596"/>
                  </a:cubicBezTo>
                  <a:cubicBezTo>
                    <a:pt x="25320" y="16535"/>
                    <a:pt x="25351" y="16475"/>
                    <a:pt x="25442" y="16444"/>
                  </a:cubicBezTo>
                  <a:cubicBezTo>
                    <a:pt x="25507" y="16444"/>
                    <a:pt x="25526" y="16522"/>
                    <a:pt x="25586" y="16522"/>
                  </a:cubicBezTo>
                  <a:cubicBezTo>
                    <a:pt x="25611" y="16522"/>
                    <a:pt x="25642" y="16509"/>
                    <a:pt x="25685" y="16475"/>
                  </a:cubicBezTo>
                  <a:cubicBezTo>
                    <a:pt x="25731" y="16459"/>
                    <a:pt x="25784" y="16452"/>
                    <a:pt x="25841" y="16452"/>
                  </a:cubicBezTo>
                  <a:cubicBezTo>
                    <a:pt x="25898" y="16452"/>
                    <a:pt x="25959" y="16459"/>
                    <a:pt x="26019" y="16475"/>
                  </a:cubicBezTo>
                  <a:cubicBezTo>
                    <a:pt x="26050" y="16490"/>
                    <a:pt x="26080" y="16497"/>
                    <a:pt x="26111" y="16497"/>
                  </a:cubicBezTo>
                  <a:cubicBezTo>
                    <a:pt x="26141" y="16497"/>
                    <a:pt x="26171" y="16490"/>
                    <a:pt x="26202" y="16475"/>
                  </a:cubicBezTo>
                  <a:cubicBezTo>
                    <a:pt x="26263" y="16459"/>
                    <a:pt x="26331" y="16452"/>
                    <a:pt x="26399" y="16452"/>
                  </a:cubicBezTo>
                  <a:cubicBezTo>
                    <a:pt x="26468" y="16452"/>
                    <a:pt x="26536" y="16459"/>
                    <a:pt x="26597" y="16475"/>
                  </a:cubicBezTo>
                  <a:cubicBezTo>
                    <a:pt x="26623" y="16485"/>
                    <a:pt x="26648" y="16489"/>
                    <a:pt x="26671" y="16489"/>
                  </a:cubicBezTo>
                  <a:cubicBezTo>
                    <a:pt x="26759" y="16489"/>
                    <a:pt x="26830" y="16430"/>
                    <a:pt x="26918" y="16430"/>
                  </a:cubicBezTo>
                  <a:cubicBezTo>
                    <a:pt x="26941" y="16430"/>
                    <a:pt x="26966" y="16434"/>
                    <a:pt x="26992" y="16444"/>
                  </a:cubicBezTo>
                  <a:lnTo>
                    <a:pt x="27083" y="16475"/>
                  </a:lnTo>
                  <a:cubicBezTo>
                    <a:pt x="27174" y="16475"/>
                    <a:pt x="27266" y="16444"/>
                    <a:pt x="27357" y="16414"/>
                  </a:cubicBezTo>
                  <a:lnTo>
                    <a:pt x="27387" y="16383"/>
                  </a:lnTo>
                  <a:cubicBezTo>
                    <a:pt x="27418" y="16353"/>
                    <a:pt x="27478" y="16323"/>
                    <a:pt x="27509" y="16323"/>
                  </a:cubicBezTo>
                  <a:lnTo>
                    <a:pt x="27661" y="16353"/>
                  </a:lnTo>
                  <a:cubicBezTo>
                    <a:pt x="27722" y="16383"/>
                    <a:pt x="27790" y="16399"/>
                    <a:pt x="27855" y="16399"/>
                  </a:cubicBezTo>
                  <a:cubicBezTo>
                    <a:pt x="27919" y="16399"/>
                    <a:pt x="27980" y="16383"/>
                    <a:pt x="28026" y="16353"/>
                  </a:cubicBezTo>
                  <a:cubicBezTo>
                    <a:pt x="28034" y="16345"/>
                    <a:pt x="28046" y="16341"/>
                    <a:pt x="28062" y="16341"/>
                  </a:cubicBezTo>
                  <a:cubicBezTo>
                    <a:pt x="28105" y="16341"/>
                    <a:pt x="28172" y="16369"/>
                    <a:pt x="28238" y="16414"/>
                  </a:cubicBezTo>
                  <a:lnTo>
                    <a:pt x="28329" y="16475"/>
                  </a:lnTo>
                  <a:lnTo>
                    <a:pt x="28360" y="16475"/>
                  </a:lnTo>
                  <a:cubicBezTo>
                    <a:pt x="28421" y="16475"/>
                    <a:pt x="28481" y="16414"/>
                    <a:pt x="28481" y="16383"/>
                  </a:cubicBezTo>
                  <a:lnTo>
                    <a:pt x="28481" y="16323"/>
                  </a:lnTo>
                  <a:cubicBezTo>
                    <a:pt x="28481" y="16307"/>
                    <a:pt x="28474" y="16307"/>
                    <a:pt x="28466" y="16307"/>
                  </a:cubicBezTo>
                  <a:cubicBezTo>
                    <a:pt x="28459" y="16307"/>
                    <a:pt x="28451" y="16307"/>
                    <a:pt x="28451" y="16292"/>
                  </a:cubicBezTo>
                  <a:cubicBezTo>
                    <a:pt x="28451" y="16262"/>
                    <a:pt x="28421" y="16231"/>
                    <a:pt x="28451" y="16231"/>
                  </a:cubicBezTo>
                  <a:lnTo>
                    <a:pt x="28542" y="16231"/>
                  </a:lnTo>
                  <a:lnTo>
                    <a:pt x="28633" y="16353"/>
                  </a:lnTo>
                  <a:cubicBezTo>
                    <a:pt x="28785" y="16535"/>
                    <a:pt x="28785" y="16657"/>
                    <a:pt x="28664" y="16657"/>
                  </a:cubicBezTo>
                  <a:lnTo>
                    <a:pt x="28603" y="16657"/>
                  </a:lnTo>
                  <a:cubicBezTo>
                    <a:pt x="28573" y="16657"/>
                    <a:pt x="28542" y="16687"/>
                    <a:pt x="28512" y="16718"/>
                  </a:cubicBezTo>
                  <a:cubicBezTo>
                    <a:pt x="28481" y="16809"/>
                    <a:pt x="28603" y="16809"/>
                    <a:pt x="28694" y="16809"/>
                  </a:cubicBezTo>
                  <a:lnTo>
                    <a:pt x="28725" y="16809"/>
                  </a:lnTo>
                  <a:cubicBezTo>
                    <a:pt x="28816" y="16809"/>
                    <a:pt x="28907" y="16779"/>
                    <a:pt x="28968" y="16718"/>
                  </a:cubicBezTo>
                  <a:lnTo>
                    <a:pt x="29089" y="16779"/>
                  </a:lnTo>
                  <a:cubicBezTo>
                    <a:pt x="29120" y="16779"/>
                    <a:pt x="29181" y="16779"/>
                    <a:pt x="29211" y="16748"/>
                  </a:cubicBezTo>
                  <a:cubicBezTo>
                    <a:pt x="29241" y="16718"/>
                    <a:pt x="29241" y="16687"/>
                    <a:pt x="29211" y="16657"/>
                  </a:cubicBezTo>
                  <a:cubicBezTo>
                    <a:pt x="29181" y="16627"/>
                    <a:pt x="29150" y="16596"/>
                    <a:pt x="29089" y="16566"/>
                  </a:cubicBezTo>
                  <a:cubicBezTo>
                    <a:pt x="29029" y="16505"/>
                    <a:pt x="28877" y="16566"/>
                    <a:pt x="28937" y="16414"/>
                  </a:cubicBezTo>
                  <a:lnTo>
                    <a:pt x="28968" y="16353"/>
                  </a:lnTo>
                  <a:cubicBezTo>
                    <a:pt x="28983" y="16330"/>
                    <a:pt x="29005" y="16320"/>
                    <a:pt x="29030" y="16320"/>
                  </a:cubicBezTo>
                  <a:cubicBezTo>
                    <a:pt x="29101" y="16320"/>
                    <a:pt x="29196" y="16399"/>
                    <a:pt x="29241" y="16444"/>
                  </a:cubicBezTo>
                  <a:cubicBezTo>
                    <a:pt x="29250" y="16470"/>
                    <a:pt x="29276" y="16481"/>
                    <a:pt x="29314" y="16481"/>
                  </a:cubicBezTo>
                  <a:cubicBezTo>
                    <a:pt x="29412" y="16481"/>
                    <a:pt x="29592" y="16410"/>
                    <a:pt x="29788" y="16323"/>
                  </a:cubicBezTo>
                  <a:lnTo>
                    <a:pt x="30062" y="16292"/>
                  </a:lnTo>
                  <a:lnTo>
                    <a:pt x="30366" y="16262"/>
                  </a:lnTo>
                  <a:cubicBezTo>
                    <a:pt x="30396" y="16079"/>
                    <a:pt x="30396" y="15897"/>
                    <a:pt x="30366" y="15715"/>
                  </a:cubicBezTo>
                  <a:cubicBezTo>
                    <a:pt x="30366" y="15684"/>
                    <a:pt x="30457" y="15624"/>
                    <a:pt x="30640" y="15593"/>
                  </a:cubicBezTo>
                  <a:lnTo>
                    <a:pt x="30700" y="15715"/>
                  </a:lnTo>
                  <a:cubicBezTo>
                    <a:pt x="30731" y="15745"/>
                    <a:pt x="30670" y="15775"/>
                    <a:pt x="30670" y="15836"/>
                  </a:cubicBezTo>
                  <a:cubicBezTo>
                    <a:pt x="30670" y="15897"/>
                    <a:pt x="30670" y="15958"/>
                    <a:pt x="30700" y="16019"/>
                  </a:cubicBezTo>
                  <a:cubicBezTo>
                    <a:pt x="30700" y="16079"/>
                    <a:pt x="30731" y="16171"/>
                    <a:pt x="30761" y="16171"/>
                  </a:cubicBezTo>
                  <a:cubicBezTo>
                    <a:pt x="30761" y="16171"/>
                    <a:pt x="30700" y="16201"/>
                    <a:pt x="30670" y="16201"/>
                  </a:cubicBezTo>
                  <a:lnTo>
                    <a:pt x="30579" y="16231"/>
                  </a:lnTo>
                  <a:cubicBezTo>
                    <a:pt x="30488" y="16292"/>
                    <a:pt x="30518" y="16475"/>
                    <a:pt x="30548" y="16535"/>
                  </a:cubicBezTo>
                  <a:cubicBezTo>
                    <a:pt x="30553" y="16540"/>
                    <a:pt x="30560" y="16543"/>
                    <a:pt x="30568" y="16543"/>
                  </a:cubicBezTo>
                  <a:cubicBezTo>
                    <a:pt x="30608" y="16543"/>
                    <a:pt x="30680" y="16480"/>
                    <a:pt x="30731" y="16353"/>
                  </a:cubicBezTo>
                  <a:lnTo>
                    <a:pt x="30913" y="16292"/>
                  </a:lnTo>
                  <a:cubicBezTo>
                    <a:pt x="30916" y="16290"/>
                    <a:pt x="30918" y="16289"/>
                    <a:pt x="30922" y="16289"/>
                  </a:cubicBezTo>
                  <a:cubicBezTo>
                    <a:pt x="30944" y="16289"/>
                    <a:pt x="30984" y="16344"/>
                    <a:pt x="31017" y="16344"/>
                  </a:cubicBezTo>
                  <a:cubicBezTo>
                    <a:pt x="31037" y="16344"/>
                    <a:pt x="31055" y="16324"/>
                    <a:pt x="31065" y="16262"/>
                  </a:cubicBezTo>
                  <a:cubicBezTo>
                    <a:pt x="31096" y="16201"/>
                    <a:pt x="31187" y="16140"/>
                    <a:pt x="31278" y="16079"/>
                  </a:cubicBezTo>
                  <a:cubicBezTo>
                    <a:pt x="31308" y="16064"/>
                    <a:pt x="31354" y="16057"/>
                    <a:pt x="31392" y="16057"/>
                  </a:cubicBezTo>
                  <a:cubicBezTo>
                    <a:pt x="31430" y="16057"/>
                    <a:pt x="31460" y="16064"/>
                    <a:pt x="31460" y="16079"/>
                  </a:cubicBezTo>
                  <a:cubicBezTo>
                    <a:pt x="31491" y="16110"/>
                    <a:pt x="31399" y="16171"/>
                    <a:pt x="31399" y="16231"/>
                  </a:cubicBezTo>
                  <a:cubicBezTo>
                    <a:pt x="31430" y="16262"/>
                    <a:pt x="31582" y="16262"/>
                    <a:pt x="31612" y="16262"/>
                  </a:cubicBezTo>
                  <a:cubicBezTo>
                    <a:pt x="31643" y="16262"/>
                    <a:pt x="31825" y="16049"/>
                    <a:pt x="31886" y="15988"/>
                  </a:cubicBezTo>
                  <a:cubicBezTo>
                    <a:pt x="31910" y="15980"/>
                    <a:pt x="31937" y="15976"/>
                    <a:pt x="31964" y="15976"/>
                  </a:cubicBezTo>
                  <a:cubicBezTo>
                    <a:pt x="32038" y="15976"/>
                    <a:pt x="32115" y="16005"/>
                    <a:pt x="32159" y="16049"/>
                  </a:cubicBezTo>
                  <a:lnTo>
                    <a:pt x="32220" y="16110"/>
                  </a:lnTo>
                  <a:cubicBezTo>
                    <a:pt x="32251" y="16140"/>
                    <a:pt x="32311" y="16201"/>
                    <a:pt x="32342" y="16201"/>
                  </a:cubicBezTo>
                  <a:cubicBezTo>
                    <a:pt x="32433" y="16171"/>
                    <a:pt x="32433" y="16079"/>
                    <a:pt x="32372" y="16019"/>
                  </a:cubicBezTo>
                  <a:cubicBezTo>
                    <a:pt x="32281" y="15988"/>
                    <a:pt x="32311" y="15897"/>
                    <a:pt x="32372" y="15867"/>
                  </a:cubicBezTo>
                  <a:cubicBezTo>
                    <a:pt x="32378" y="15861"/>
                    <a:pt x="32386" y="15859"/>
                    <a:pt x="32397" y="15859"/>
                  </a:cubicBezTo>
                  <a:cubicBezTo>
                    <a:pt x="32444" y="15859"/>
                    <a:pt x="32530" y="15908"/>
                    <a:pt x="32555" y="15958"/>
                  </a:cubicBezTo>
                  <a:lnTo>
                    <a:pt x="32615" y="15988"/>
                  </a:lnTo>
                  <a:cubicBezTo>
                    <a:pt x="32615" y="16049"/>
                    <a:pt x="32646" y="16110"/>
                    <a:pt x="32646" y="16140"/>
                  </a:cubicBezTo>
                  <a:cubicBezTo>
                    <a:pt x="32767" y="16201"/>
                    <a:pt x="32858" y="16262"/>
                    <a:pt x="32980" y="16323"/>
                  </a:cubicBezTo>
                  <a:lnTo>
                    <a:pt x="33132" y="16353"/>
                  </a:lnTo>
                  <a:lnTo>
                    <a:pt x="33345" y="16383"/>
                  </a:lnTo>
                  <a:cubicBezTo>
                    <a:pt x="33436" y="16292"/>
                    <a:pt x="33436" y="16171"/>
                    <a:pt x="33406" y="16140"/>
                  </a:cubicBezTo>
                  <a:cubicBezTo>
                    <a:pt x="33375" y="16140"/>
                    <a:pt x="33345" y="15958"/>
                    <a:pt x="33406" y="15927"/>
                  </a:cubicBezTo>
                  <a:cubicBezTo>
                    <a:pt x="33410" y="15923"/>
                    <a:pt x="33416" y="15921"/>
                    <a:pt x="33424" y="15921"/>
                  </a:cubicBezTo>
                  <a:cubicBezTo>
                    <a:pt x="33475" y="15921"/>
                    <a:pt x="33592" y="15997"/>
                    <a:pt x="33618" y="16049"/>
                  </a:cubicBezTo>
                  <a:cubicBezTo>
                    <a:pt x="33626" y="16057"/>
                    <a:pt x="33635" y="16060"/>
                    <a:pt x="33646" y="16060"/>
                  </a:cubicBezTo>
                  <a:cubicBezTo>
                    <a:pt x="33679" y="16060"/>
                    <a:pt x="33725" y="16026"/>
                    <a:pt x="33770" y="15958"/>
                  </a:cubicBezTo>
                  <a:lnTo>
                    <a:pt x="33801" y="15958"/>
                  </a:lnTo>
                  <a:lnTo>
                    <a:pt x="33983" y="15927"/>
                  </a:lnTo>
                  <a:cubicBezTo>
                    <a:pt x="33983" y="16019"/>
                    <a:pt x="34196" y="16323"/>
                    <a:pt x="34317" y="16353"/>
                  </a:cubicBezTo>
                  <a:cubicBezTo>
                    <a:pt x="34469" y="16353"/>
                    <a:pt x="34591" y="16049"/>
                    <a:pt x="34561" y="15927"/>
                  </a:cubicBezTo>
                  <a:cubicBezTo>
                    <a:pt x="34547" y="15874"/>
                    <a:pt x="34557" y="15850"/>
                    <a:pt x="34581" y="15850"/>
                  </a:cubicBezTo>
                  <a:cubicBezTo>
                    <a:pt x="34610" y="15850"/>
                    <a:pt x="34661" y="15890"/>
                    <a:pt x="34713" y="15958"/>
                  </a:cubicBezTo>
                  <a:lnTo>
                    <a:pt x="35077" y="15958"/>
                  </a:lnTo>
                  <a:cubicBezTo>
                    <a:pt x="35260" y="15927"/>
                    <a:pt x="35442" y="15897"/>
                    <a:pt x="35624" y="15836"/>
                  </a:cubicBezTo>
                  <a:lnTo>
                    <a:pt x="35685" y="15867"/>
                  </a:lnTo>
                  <a:cubicBezTo>
                    <a:pt x="35741" y="15894"/>
                    <a:pt x="35785" y="15905"/>
                    <a:pt x="35823" y="15905"/>
                  </a:cubicBezTo>
                  <a:cubicBezTo>
                    <a:pt x="35910" y="15905"/>
                    <a:pt x="35965" y="15848"/>
                    <a:pt x="36050" y="15806"/>
                  </a:cubicBezTo>
                  <a:cubicBezTo>
                    <a:pt x="36050" y="15800"/>
                    <a:pt x="36052" y="15797"/>
                    <a:pt x="36057" y="15797"/>
                  </a:cubicBezTo>
                  <a:cubicBezTo>
                    <a:pt x="36073" y="15797"/>
                    <a:pt x="36117" y="15836"/>
                    <a:pt x="36141" y="15836"/>
                  </a:cubicBezTo>
                  <a:lnTo>
                    <a:pt x="36232" y="15867"/>
                  </a:lnTo>
                  <a:cubicBezTo>
                    <a:pt x="36293" y="15806"/>
                    <a:pt x="36354" y="15715"/>
                    <a:pt x="36384" y="15715"/>
                  </a:cubicBezTo>
                  <a:cubicBezTo>
                    <a:pt x="36445" y="15715"/>
                    <a:pt x="36476" y="15745"/>
                    <a:pt x="36506" y="15775"/>
                  </a:cubicBezTo>
                  <a:cubicBezTo>
                    <a:pt x="36506" y="15806"/>
                    <a:pt x="36415" y="15988"/>
                    <a:pt x="36506" y="16049"/>
                  </a:cubicBezTo>
                  <a:cubicBezTo>
                    <a:pt x="36521" y="16064"/>
                    <a:pt x="36533" y="16070"/>
                    <a:pt x="36545" y="16070"/>
                  </a:cubicBezTo>
                  <a:cubicBezTo>
                    <a:pt x="36581" y="16070"/>
                    <a:pt x="36604" y="16011"/>
                    <a:pt x="36628" y="15988"/>
                  </a:cubicBezTo>
                  <a:cubicBezTo>
                    <a:pt x="36658" y="15927"/>
                    <a:pt x="36688" y="15867"/>
                    <a:pt x="36719" y="15806"/>
                  </a:cubicBezTo>
                  <a:cubicBezTo>
                    <a:pt x="36749" y="15745"/>
                    <a:pt x="36810" y="15654"/>
                    <a:pt x="36840" y="15593"/>
                  </a:cubicBezTo>
                  <a:cubicBezTo>
                    <a:pt x="36848" y="15585"/>
                    <a:pt x="36865" y="15581"/>
                    <a:pt x="36888" y="15581"/>
                  </a:cubicBezTo>
                  <a:cubicBezTo>
                    <a:pt x="36950" y="15581"/>
                    <a:pt x="37055" y="15609"/>
                    <a:pt x="37144" y="15654"/>
                  </a:cubicBezTo>
                  <a:lnTo>
                    <a:pt x="37266" y="15745"/>
                  </a:lnTo>
                  <a:cubicBezTo>
                    <a:pt x="37254" y="15781"/>
                    <a:pt x="37228" y="15793"/>
                    <a:pt x="37199" y="15793"/>
                  </a:cubicBezTo>
                  <a:cubicBezTo>
                    <a:pt x="37154" y="15793"/>
                    <a:pt x="37102" y="15764"/>
                    <a:pt x="37083" y="15745"/>
                  </a:cubicBezTo>
                  <a:cubicBezTo>
                    <a:pt x="37075" y="15736"/>
                    <a:pt x="37058" y="15733"/>
                    <a:pt x="37038" y="15733"/>
                  </a:cubicBezTo>
                  <a:cubicBezTo>
                    <a:pt x="36990" y="15733"/>
                    <a:pt x="36923" y="15754"/>
                    <a:pt x="36901" y="15775"/>
                  </a:cubicBezTo>
                  <a:cubicBezTo>
                    <a:pt x="36871" y="15806"/>
                    <a:pt x="37023" y="15927"/>
                    <a:pt x="37114" y="15958"/>
                  </a:cubicBezTo>
                  <a:cubicBezTo>
                    <a:pt x="37138" y="15966"/>
                    <a:pt x="37163" y="15970"/>
                    <a:pt x="37187" y="15970"/>
                  </a:cubicBezTo>
                  <a:cubicBezTo>
                    <a:pt x="37254" y="15970"/>
                    <a:pt x="37321" y="15942"/>
                    <a:pt x="37387" y="15897"/>
                  </a:cubicBezTo>
                  <a:lnTo>
                    <a:pt x="37448" y="15836"/>
                  </a:lnTo>
                  <a:cubicBezTo>
                    <a:pt x="37509" y="15806"/>
                    <a:pt x="37600" y="15775"/>
                    <a:pt x="37631" y="15775"/>
                  </a:cubicBezTo>
                  <a:lnTo>
                    <a:pt x="37661" y="15836"/>
                  </a:lnTo>
                  <a:cubicBezTo>
                    <a:pt x="37665" y="15845"/>
                    <a:pt x="37671" y="15848"/>
                    <a:pt x="37678" y="15848"/>
                  </a:cubicBezTo>
                  <a:cubicBezTo>
                    <a:pt x="37723" y="15848"/>
                    <a:pt x="37821" y="15698"/>
                    <a:pt x="37874" y="15593"/>
                  </a:cubicBezTo>
                  <a:cubicBezTo>
                    <a:pt x="37881" y="15573"/>
                    <a:pt x="37892" y="15563"/>
                    <a:pt x="37907" y="15563"/>
                  </a:cubicBezTo>
                  <a:cubicBezTo>
                    <a:pt x="37960" y="15563"/>
                    <a:pt x="38060" y="15678"/>
                    <a:pt x="38178" y="15867"/>
                  </a:cubicBezTo>
                  <a:lnTo>
                    <a:pt x="38573" y="15867"/>
                  </a:lnTo>
                  <a:cubicBezTo>
                    <a:pt x="38786" y="15775"/>
                    <a:pt x="39029" y="15745"/>
                    <a:pt x="39242" y="15745"/>
                  </a:cubicBezTo>
                  <a:cubicBezTo>
                    <a:pt x="39258" y="15751"/>
                    <a:pt x="39275" y="15753"/>
                    <a:pt x="39291" y="15753"/>
                  </a:cubicBezTo>
                  <a:cubicBezTo>
                    <a:pt x="39363" y="15753"/>
                    <a:pt x="39424" y="15704"/>
                    <a:pt x="39424" y="15654"/>
                  </a:cubicBezTo>
                  <a:lnTo>
                    <a:pt x="39394" y="15593"/>
                  </a:lnTo>
                  <a:lnTo>
                    <a:pt x="39363" y="15563"/>
                  </a:lnTo>
                  <a:cubicBezTo>
                    <a:pt x="39287" y="15537"/>
                    <a:pt x="39508" y="15427"/>
                    <a:pt x="39671" y="15427"/>
                  </a:cubicBezTo>
                  <a:cubicBezTo>
                    <a:pt x="39704" y="15427"/>
                    <a:pt x="39733" y="15431"/>
                    <a:pt x="39758" y="15441"/>
                  </a:cubicBezTo>
                  <a:cubicBezTo>
                    <a:pt x="39880" y="15472"/>
                    <a:pt x="39971" y="15532"/>
                    <a:pt x="39941" y="15563"/>
                  </a:cubicBezTo>
                  <a:cubicBezTo>
                    <a:pt x="40009" y="15631"/>
                    <a:pt x="40077" y="15665"/>
                    <a:pt x="40159" y="15665"/>
                  </a:cubicBezTo>
                  <a:cubicBezTo>
                    <a:pt x="40186" y="15665"/>
                    <a:pt x="40214" y="15662"/>
                    <a:pt x="40245" y="15654"/>
                  </a:cubicBezTo>
                  <a:cubicBezTo>
                    <a:pt x="40300" y="15598"/>
                    <a:pt x="40356" y="15542"/>
                    <a:pt x="40426" y="15542"/>
                  </a:cubicBezTo>
                  <a:cubicBezTo>
                    <a:pt x="40470" y="15542"/>
                    <a:pt x="40520" y="15565"/>
                    <a:pt x="40579" y="15624"/>
                  </a:cubicBezTo>
                  <a:cubicBezTo>
                    <a:pt x="40585" y="15630"/>
                    <a:pt x="40596" y="15632"/>
                    <a:pt x="40610" y="15632"/>
                  </a:cubicBezTo>
                  <a:cubicBezTo>
                    <a:pt x="40668" y="15632"/>
                    <a:pt x="40780" y="15593"/>
                    <a:pt x="40853" y="15593"/>
                  </a:cubicBezTo>
                  <a:cubicBezTo>
                    <a:pt x="40913" y="15563"/>
                    <a:pt x="40974" y="15563"/>
                    <a:pt x="41035" y="15563"/>
                  </a:cubicBezTo>
                  <a:cubicBezTo>
                    <a:pt x="41065" y="15563"/>
                    <a:pt x="41126" y="15563"/>
                    <a:pt x="41126" y="15593"/>
                  </a:cubicBezTo>
                  <a:cubicBezTo>
                    <a:pt x="41156" y="15654"/>
                    <a:pt x="41126" y="15684"/>
                    <a:pt x="41096" y="15715"/>
                  </a:cubicBezTo>
                  <a:lnTo>
                    <a:pt x="41005" y="15745"/>
                  </a:lnTo>
                  <a:cubicBezTo>
                    <a:pt x="40913" y="15806"/>
                    <a:pt x="40944" y="15867"/>
                    <a:pt x="41126" y="15897"/>
                  </a:cubicBezTo>
                  <a:lnTo>
                    <a:pt x="41217" y="15775"/>
                  </a:lnTo>
                  <a:cubicBezTo>
                    <a:pt x="41238" y="15775"/>
                    <a:pt x="41258" y="15735"/>
                    <a:pt x="41296" y="15735"/>
                  </a:cubicBezTo>
                  <a:cubicBezTo>
                    <a:pt x="41315" y="15735"/>
                    <a:pt x="41339" y="15745"/>
                    <a:pt x="41369" y="15775"/>
                  </a:cubicBezTo>
                  <a:lnTo>
                    <a:pt x="41369" y="15806"/>
                  </a:lnTo>
                  <a:cubicBezTo>
                    <a:pt x="41400" y="15867"/>
                    <a:pt x="41400" y="15897"/>
                    <a:pt x="41369" y="15958"/>
                  </a:cubicBezTo>
                  <a:lnTo>
                    <a:pt x="41491" y="15958"/>
                  </a:lnTo>
                  <a:cubicBezTo>
                    <a:pt x="41552" y="15897"/>
                    <a:pt x="41582" y="15806"/>
                    <a:pt x="41582" y="15715"/>
                  </a:cubicBezTo>
                  <a:cubicBezTo>
                    <a:pt x="41582" y="15654"/>
                    <a:pt x="41704" y="15654"/>
                    <a:pt x="41825" y="15654"/>
                  </a:cubicBezTo>
                  <a:lnTo>
                    <a:pt x="41856" y="15684"/>
                  </a:lnTo>
                  <a:cubicBezTo>
                    <a:pt x="41916" y="15745"/>
                    <a:pt x="41856" y="15806"/>
                    <a:pt x="41734" y="15806"/>
                  </a:cubicBezTo>
                  <a:lnTo>
                    <a:pt x="41704" y="15806"/>
                  </a:lnTo>
                  <a:cubicBezTo>
                    <a:pt x="41673" y="15867"/>
                    <a:pt x="41734" y="15958"/>
                    <a:pt x="41825" y="15958"/>
                  </a:cubicBezTo>
                  <a:cubicBezTo>
                    <a:pt x="41845" y="15927"/>
                    <a:pt x="41866" y="15917"/>
                    <a:pt x="41886" y="15917"/>
                  </a:cubicBezTo>
                  <a:cubicBezTo>
                    <a:pt x="41927" y="15917"/>
                    <a:pt x="41967" y="15958"/>
                    <a:pt x="42008" y="15958"/>
                  </a:cubicBezTo>
                  <a:lnTo>
                    <a:pt x="42068" y="15958"/>
                  </a:lnTo>
                  <a:cubicBezTo>
                    <a:pt x="42190" y="15927"/>
                    <a:pt x="42281" y="15867"/>
                    <a:pt x="42342" y="15806"/>
                  </a:cubicBezTo>
                  <a:lnTo>
                    <a:pt x="42464" y="15836"/>
                  </a:lnTo>
                  <a:lnTo>
                    <a:pt x="42676" y="15897"/>
                  </a:lnTo>
                  <a:cubicBezTo>
                    <a:pt x="42980" y="15897"/>
                    <a:pt x="42980" y="15684"/>
                    <a:pt x="42980" y="15593"/>
                  </a:cubicBezTo>
                  <a:cubicBezTo>
                    <a:pt x="42980" y="15441"/>
                    <a:pt x="42980" y="15289"/>
                    <a:pt x="42950" y="15137"/>
                  </a:cubicBezTo>
                  <a:cubicBezTo>
                    <a:pt x="42919" y="15076"/>
                    <a:pt x="42980" y="14955"/>
                    <a:pt x="43071" y="14924"/>
                  </a:cubicBezTo>
                  <a:lnTo>
                    <a:pt x="43163" y="14894"/>
                  </a:lnTo>
                  <a:cubicBezTo>
                    <a:pt x="43178" y="14879"/>
                    <a:pt x="43185" y="14871"/>
                    <a:pt x="43193" y="14871"/>
                  </a:cubicBezTo>
                  <a:cubicBezTo>
                    <a:pt x="43201" y="14871"/>
                    <a:pt x="43208" y="14879"/>
                    <a:pt x="43223" y="14894"/>
                  </a:cubicBezTo>
                  <a:cubicBezTo>
                    <a:pt x="43254" y="14894"/>
                    <a:pt x="43284" y="14894"/>
                    <a:pt x="43284" y="14924"/>
                  </a:cubicBezTo>
                  <a:cubicBezTo>
                    <a:pt x="43315" y="14985"/>
                    <a:pt x="43345" y="15076"/>
                    <a:pt x="43406" y="15137"/>
                  </a:cubicBezTo>
                  <a:cubicBezTo>
                    <a:pt x="43436" y="15168"/>
                    <a:pt x="43497" y="15198"/>
                    <a:pt x="43558" y="15198"/>
                  </a:cubicBezTo>
                  <a:lnTo>
                    <a:pt x="43649" y="15228"/>
                  </a:lnTo>
                  <a:cubicBezTo>
                    <a:pt x="43675" y="15234"/>
                    <a:pt x="43698" y="15236"/>
                    <a:pt x="43717" y="15236"/>
                  </a:cubicBezTo>
                  <a:cubicBezTo>
                    <a:pt x="43809" y="15236"/>
                    <a:pt x="43821" y="15177"/>
                    <a:pt x="43771" y="15076"/>
                  </a:cubicBezTo>
                  <a:lnTo>
                    <a:pt x="43710" y="14985"/>
                  </a:lnTo>
                  <a:cubicBezTo>
                    <a:pt x="43801" y="14894"/>
                    <a:pt x="43892" y="14864"/>
                    <a:pt x="43983" y="14833"/>
                  </a:cubicBezTo>
                  <a:lnTo>
                    <a:pt x="44135" y="14864"/>
                  </a:lnTo>
                  <a:lnTo>
                    <a:pt x="44287" y="14924"/>
                  </a:lnTo>
                  <a:cubicBezTo>
                    <a:pt x="44287" y="14985"/>
                    <a:pt x="44257" y="15076"/>
                    <a:pt x="44196" y="15137"/>
                  </a:cubicBezTo>
                  <a:cubicBezTo>
                    <a:pt x="44166" y="15137"/>
                    <a:pt x="44257" y="15289"/>
                    <a:pt x="44318" y="15350"/>
                  </a:cubicBezTo>
                  <a:cubicBezTo>
                    <a:pt x="44332" y="15364"/>
                    <a:pt x="44346" y="15370"/>
                    <a:pt x="44360" y="15370"/>
                  </a:cubicBezTo>
                  <a:cubicBezTo>
                    <a:pt x="44405" y="15370"/>
                    <a:pt x="44446" y="15305"/>
                    <a:pt x="44470" y="15259"/>
                  </a:cubicBezTo>
                  <a:cubicBezTo>
                    <a:pt x="44470" y="15255"/>
                    <a:pt x="44475" y="15253"/>
                    <a:pt x="44484" y="15253"/>
                  </a:cubicBezTo>
                  <a:cubicBezTo>
                    <a:pt x="44541" y="15253"/>
                    <a:pt x="44756" y="15328"/>
                    <a:pt x="44834" y="15380"/>
                  </a:cubicBezTo>
                  <a:cubicBezTo>
                    <a:pt x="44926" y="15441"/>
                    <a:pt x="44956" y="15502"/>
                    <a:pt x="44926" y="15532"/>
                  </a:cubicBezTo>
                  <a:cubicBezTo>
                    <a:pt x="44682" y="15563"/>
                    <a:pt x="44470" y="15593"/>
                    <a:pt x="44226" y="15624"/>
                  </a:cubicBezTo>
                  <a:cubicBezTo>
                    <a:pt x="44196" y="15624"/>
                    <a:pt x="44166" y="15684"/>
                    <a:pt x="44166" y="15715"/>
                  </a:cubicBezTo>
                  <a:cubicBezTo>
                    <a:pt x="44226" y="15745"/>
                    <a:pt x="44287" y="15775"/>
                    <a:pt x="44378" y="15775"/>
                  </a:cubicBezTo>
                  <a:lnTo>
                    <a:pt x="44409" y="15927"/>
                  </a:lnTo>
                  <a:lnTo>
                    <a:pt x="44439" y="15958"/>
                  </a:lnTo>
                  <a:cubicBezTo>
                    <a:pt x="44561" y="15836"/>
                    <a:pt x="44652" y="15745"/>
                    <a:pt x="44804" y="15684"/>
                  </a:cubicBezTo>
                  <a:lnTo>
                    <a:pt x="44956" y="15775"/>
                  </a:lnTo>
                  <a:cubicBezTo>
                    <a:pt x="45108" y="15897"/>
                    <a:pt x="45321" y="15958"/>
                    <a:pt x="45503" y="15958"/>
                  </a:cubicBezTo>
                  <a:lnTo>
                    <a:pt x="45716" y="15927"/>
                  </a:lnTo>
                  <a:cubicBezTo>
                    <a:pt x="45929" y="15806"/>
                    <a:pt x="46172" y="15654"/>
                    <a:pt x="46141" y="15624"/>
                  </a:cubicBezTo>
                  <a:cubicBezTo>
                    <a:pt x="46081" y="15593"/>
                    <a:pt x="45959" y="15502"/>
                    <a:pt x="45837" y="15411"/>
                  </a:cubicBezTo>
                  <a:lnTo>
                    <a:pt x="45746" y="15320"/>
                  </a:lnTo>
                  <a:cubicBezTo>
                    <a:pt x="45746" y="15289"/>
                    <a:pt x="45746" y="15228"/>
                    <a:pt x="45777" y="15228"/>
                  </a:cubicBezTo>
                  <a:lnTo>
                    <a:pt x="45929" y="15228"/>
                  </a:lnTo>
                  <a:lnTo>
                    <a:pt x="45959" y="15289"/>
                  </a:lnTo>
                  <a:cubicBezTo>
                    <a:pt x="45965" y="15295"/>
                    <a:pt x="45976" y="15297"/>
                    <a:pt x="45992" y="15297"/>
                  </a:cubicBezTo>
                  <a:cubicBezTo>
                    <a:pt x="46063" y="15297"/>
                    <a:pt x="46219" y="15248"/>
                    <a:pt x="46293" y="15198"/>
                  </a:cubicBezTo>
                  <a:cubicBezTo>
                    <a:pt x="46303" y="15191"/>
                    <a:pt x="46313" y="15188"/>
                    <a:pt x="46323" y="15188"/>
                  </a:cubicBezTo>
                  <a:cubicBezTo>
                    <a:pt x="46403" y="15188"/>
                    <a:pt x="46472" y="15390"/>
                    <a:pt x="46445" y="15472"/>
                  </a:cubicBezTo>
                  <a:cubicBezTo>
                    <a:pt x="46415" y="15563"/>
                    <a:pt x="46597" y="15624"/>
                    <a:pt x="46658" y="15624"/>
                  </a:cubicBezTo>
                  <a:cubicBezTo>
                    <a:pt x="46719" y="15624"/>
                    <a:pt x="46506" y="15472"/>
                    <a:pt x="46537" y="15380"/>
                  </a:cubicBezTo>
                  <a:cubicBezTo>
                    <a:pt x="46537" y="15305"/>
                    <a:pt x="46681" y="15251"/>
                    <a:pt x="46833" y="15251"/>
                  </a:cubicBezTo>
                  <a:cubicBezTo>
                    <a:pt x="46866" y="15251"/>
                    <a:pt x="46899" y="15253"/>
                    <a:pt x="46932" y="15259"/>
                  </a:cubicBezTo>
                  <a:lnTo>
                    <a:pt x="47023" y="15320"/>
                  </a:lnTo>
                  <a:cubicBezTo>
                    <a:pt x="47101" y="15378"/>
                    <a:pt x="47180" y="15412"/>
                    <a:pt x="47267" y="15412"/>
                  </a:cubicBezTo>
                  <a:cubicBezTo>
                    <a:pt x="47314" y="15412"/>
                    <a:pt x="47364" y="15402"/>
                    <a:pt x="47418" y="15380"/>
                  </a:cubicBezTo>
                  <a:cubicBezTo>
                    <a:pt x="47466" y="15344"/>
                    <a:pt x="47523" y="15327"/>
                    <a:pt x="47581" y="15327"/>
                  </a:cubicBezTo>
                  <a:cubicBezTo>
                    <a:pt x="47669" y="15327"/>
                    <a:pt x="47758" y="15368"/>
                    <a:pt x="47813" y="15441"/>
                  </a:cubicBezTo>
                  <a:lnTo>
                    <a:pt x="47904" y="15532"/>
                  </a:lnTo>
                  <a:cubicBezTo>
                    <a:pt x="48026" y="15472"/>
                    <a:pt x="48147" y="15380"/>
                    <a:pt x="48239" y="15289"/>
                  </a:cubicBezTo>
                  <a:lnTo>
                    <a:pt x="48208" y="15259"/>
                  </a:lnTo>
                  <a:lnTo>
                    <a:pt x="48056" y="15137"/>
                  </a:lnTo>
                  <a:cubicBezTo>
                    <a:pt x="48085" y="15130"/>
                    <a:pt x="48115" y="15126"/>
                    <a:pt x="48146" y="15126"/>
                  </a:cubicBezTo>
                  <a:cubicBezTo>
                    <a:pt x="48245" y="15126"/>
                    <a:pt x="48344" y="15166"/>
                    <a:pt x="48391" y="15259"/>
                  </a:cubicBezTo>
                  <a:lnTo>
                    <a:pt x="48482" y="15289"/>
                  </a:lnTo>
                  <a:cubicBezTo>
                    <a:pt x="48526" y="15300"/>
                    <a:pt x="48567" y="15307"/>
                    <a:pt x="48606" y="15307"/>
                  </a:cubicBezTo>
                  <a:cubicBezTo>
                    <a:pt x="48674" y="15307"/>
                    <a:pt x="48739" y="15286"/>
                    <a:pt x="48816" y="15228"/>
                  </a:cubicBezTo>
                  <a:lnTo>
                    <a:pt x="48877" y="15198"/>
                  </a:lnTo>
                  <a:cubicBezTo>
                    <a:pt x="49059" y="15228"/>
                    <a:pt x="49120" y="15320"/>
                    <a:pt x="49059" y="15441"/>
                  </a:cubicBezTo>
                  <a:lnTo>
                    <a:pt x="49059" y="15532"/>
                  </a:lnTo>
                  <a:cubicBezTo>
                    <a:pt x="49181" y="15593"/>
                    <a:pt x="49211" y="15654"/>
                    <a:pt x="49181" y="15654"/>
                  </a:cubicBezTo>
                  <a:lnTo>
                    <a:pt x="49090" y="15654"/>
                  </a:lnTo>
                  <a:cubicBezTo>
                    <a:pt x="48999" y="15654"/>
                    <a:pt x="48968" y="15715"/>
                    <a:pt x="48968" y="15775"/>
                  </a:cubicBezTo>
                  <a:lnTo>
                    <a:pt x="49090" y="15806"/>
                  </a:lnTo>
                  <a:lnTo>
                    <a:pt x="49211" y="15836"/>
                  </a:lnTo>
                  <a:cubicBezTo>
                    <a:pt x="49181" y="15927"/>
                    <a:pt x="49181" y="16019"/>
                    <a:pt x="49181" y="16110"/>
                  </a:cubicBezTo>
                  <a:lnTo>
                    <a:pt x="49242" y="16110"/>
                  </a:lnTo>
                  <a:cubicBezTo>
                    <a:pt x="49333" y="16049"/>
                    <a:pt x="49424" y="15988"/>
                    <a:pt x="49485" y="15897"/>
                  </a:cubicBezTo>
                  <a:cubicBezTo>
                    <a:pt x="49546" y="15867"/>
                    <a:pt x="49363" y="15654"/>
                    <a:pt x="49424" y="15593"/>
                  </a:cubicBezTo>
                  <a:cubicBezTo>
                    <a:pt x="49515" y="15502"/>
                    <a:pt x="49394" y="15441"/>
                    <a:pt x="49333" y="15411"/>
                  </a:cubicBezTo>
                  <a:cubicBezTo>
                    <a:pt x="49303" y="15411"/>
                    <a:pt x="49333" y="15259"/>
                    <a:pt x="49485" y="15107"/>
                  </a:cubicBezTo>
                  <a:lnTo>
                    <a:pt x="49698" y="15107"/>
                  </a:lnTo>
                  <a:cubicBezTo>
                    <a:pt x="49728" y="15137"/>
                    <a:pt x="49758" y="15198"/>
                    <a:pt x="49728" y="15259"/>
                  </a:cubicBezTo>
                  <a:lnTo>
                    <a:pt x="49667" y="15259"/>
                  </a:lnTo>
                  <a:cubicBezTo>
                    <a:pt x="49606" y="15259"/>
                    <a:pt x="49667" y="15350"/>
                    <a:pt x="49698" y="15380"/>
                  </a:cubicBezTo>
                  <a:cubicBezTo>
                    <a:pt x="49700" y="15383"/>
                    <a:pt x="49705" y="15384"/>
                    <a:pt x="49710" y="15384"/>
                  </a:cubicBezTo>
                  <a:cubicBezTo>
                    <a:pt x="49765" y="15384"/>
                    <a:pt x="49946" y="15253"/>
                    <a:pt x="50002" y="15198"/>
                  </a:cubicBezTo>
                  <a:cubicBezTo>
                    <a:pt x="50032" y="15168"/>
                    <a:pt x="50070" y="15152"/>
                    <a:pt x="50108" y="15152"/>
                  </a:cubicBezTo>
                  <a:cubicBezTo>
                    <a:pt x="50146" y="15152"/>
                    <a:pt x="50184" y="15168"/>
                    <a:pt x="50214" y="15198"/>
                  </a:cubicBezTo>
                  <a:lnTo>
                    <a:pt x="50275" y="15228"/>
                  </a:lnTo>
                  <a:lnTo>
                    <a:pt x="50336" y="15289"/>
                  </a:lnTo>
                  <a:cubicBezTo>
                    <a:pt x="50427" y="15350"/>
                    <a:pt x="50488" y="15380"/>
                    <a:pt x="50579" y="15441"/>
                  </a:cubicBezTo>
                  <a:cubicBezTo>
                    <a:pt x="50579" y="15450"/>
                    <a:pt x="50584" y="15454"/>
                    <a:pt x="50593" y="15454"/>
                  </a:cubicBezTo>
                  <a:cubicBezTo>
                    <a:pt x="50612" y="15454"/>
                    <a:pt x="50649" y="15432"/>
                    <a:pt x="50670" y="15411"/>
                  </a:cubicBezTo>
                  <a:lnTo>
                    <a:pt x="50701" y="15380"/>
                  </a:lnTo>
                  <a:lnTo>
                    <a:pt x="50731" y="15350"/>
                  </a:lnTo>
                  <a:cubicBezTo>
                    <a:pt x="50731" y="15289"/>
                    <a:pt x="51035" y="15016"/>
                    <a:pt x="51065" y="14894"/>
                  </a:cubicBezTo>
                  <a:cubicBezTo>
                    <a:pt x="51084" y="14857"/>
                    <a:pt x="51131" y="14845"/>
                    <a:pt x="51191" y="14845"/>
                  </a:cubicBezTo>
                  <a:cubicBezTo>
                    <a:pt x="51293" y="14845"/>
                    <a:pt x="51434" y="14879"/>
                    <a:pt x="51543" y="14879"/>
                  </a:cubicBezTo>
                  <a:cubicBezTo>
                    <a:pt x="51581" y="14879"/>
                    <a:pt x="51616" y="14875"/>
                    <a:pt x="51643" y="14864"/>
                  </a:cubicBezTo>
                  <a:cubicBezTo>
                    <a:pt x="51662" y="14856"/>
                    <a:pt x="51680" y="14853"/>
                    <a:pt x="51696" y="14853"/>
                  </a:cubicBezTo>
                  <a:cubicBezTo>
                    <a:pt x="51807" y="14853"/>
                    <a:pt x="51841" y="15016"/>
                    <a:pt x="51734" y="15016"/>
                  </a:cubicBezTo>
                  <a:cubicBezTo>
                    <a:pt x="51643" y="15046"/>
                    <a:pt x="51582" y="15107"/>
                    <a:pt x="51582" y="15228"/>
                  </a:cubicBezTo>
                  <a:cubicBezTo>
                    <a:pt x="51613" y="15259"/>
                    <a:pt x="51521" y="15472"/>
                    <a:pt x="51582" y="15502"/>
                  </a:cubicBezTo>
                  <a:cubicBezTo>
                    <a:pt x="51643" y="15502"/>
                    <a:pt x="51856" y="15320"/>
                    <a:pt x="52099" y="15076"/>
                  </a:cubicBezTo>
                  <a:lnTo>
                    <a:pt x="52464" y="15289"/>
                  </a:lnTo>
                  <a:lnTo>
                    <a:pt x="52524" y="15289"/>
                  </a:lnTo>
                  <a:cubicBezTo>
                    <a:pt x="52585" y="15289"/>
                    <a:pt x="52707" y="15228"/>
                    <a:pt x="52676" y="15198"/>
                  </a:cubicBezTo>
                  <a:cubicBezTo>
                    <a:pt x="52646" y="15168"/>
                    <a:pt x="52494" y="14985"/>
                    <a:pt x="52524" y="14924"/>
                  </a:cubicBezTo>
                  <a:cubicBezTo>
                    <a:pt x="52524" y="14899"/>
                    <a:pt x="52557" y="14889"/>
                    <a:pt x="52599" y="14889"/>
                  </a:cubicBezTo>
                  <a:cubicBezTo>
                    <a:pt x="52657" y="14889"/>
                    <a:pt x="52733" y="14907"/>
                    <a:pt x="52768" y="14924"/>
                  </a:cubicBezTo>
                  <a:cubicBezTo>
                    <a:pt x="52776" y="14929"/>
                    <a:pt x="52784" y="14930"/>
                    <a:pt x="52792" y="14930"/>
                  </a:cubicBezTo>
                  <a:cubicBezTo>
                    <a:pt x="52844" y="14930"/>
                    <a:pt x="52889" y="14855"/>
                    <a:pt x="52889" y="14803"/>
                  </a:cubicBezTo>
                  <a:cubicBezTo>
                    <a:pt x="52902" y="14777"/>
                    <a:pt x="52926" y="14768"/>
                    <a:pt x="52951" y="14768"/>
                  </a:cubicBezTo>
                  <a:cubicBezTo>
                    <a:pt x="52986" y="14768"/>
                    <a:pt x="53024" y="14785"/>
                    <a:pt x="53041" y="14803"/>
                  </a:cubicBezTo>
                  <a:cubicBezTo>
                    <a:pt x="53072" y="14833"/>
                    <a:pt x="53041" y="14924"/>
                    <a:pt x="52980" y="14985"/>
                  </a:cubicBezTo>
                  <a:lnTo>
                    <a:pt x="53193" y="14985"/>
                  </a:lnTo>
                  <a:cubicBezTo>
                    <a:pt x="53254" y="14985"/>
                    <a:pt x="53284" y="14955"/>
                    <a:pt x="53345" y="14924"/>
                  </a:cubicBezTo>
                  <a:cubicBezTo>
                    <a:pt x="53467" y="15016"/>
                    <a:pt x="53558" y="15137"/>
                    <a:pt x="53649" y="15289"/>
                  </a:cubicBezTo>
                  <a:cubicBezTo>
                    <a:pt x="53680" y="15380"/>
                    <a:pt x="53983" y="15502"/>
                    <a:pt x="54105" y="15532"/>
                  </a:cubicBezTo>
                  <a:cubicBezTo>
                    <a:pt x="54227" y="15532"/>
                    <a:pt x="54196" y="15320"/>
                    <a:pt x="54135" y="15259"/>
                  </a:cubicBezTo>
                  <a:cubicBezTo>
                    <a:pt x="54105" y="15137"/>
                    <a:pt x="54135" y="15046"/>
                    <a:pt x="54196" y="14955"/>
                  </a:cubicBezTo>
                  <a:cubicBezTo>
                    <a:pt x="54211" y="14940"/>
                    <a:pt x="54234" y="14932"/>
                    <a:pt x="54257" y="14932"/>
                  </a:cubicBezTo>
                  <a:cubicBezTo>
                    <a:pt x="54280" y="14932"/>
                    <a:pt x="54303" y="14940"/>
                    <a:pt x="54318" y="14955"/>
                  </a:cubicBezTo>
                  <a:cubicBezTo>
                    <a:pt x="54379" y="15076"/>
                    <a:pt x="54439" y="15168"/>
                    <a:pt x="54531" y="15289"/>
                  </a:cubicBezTo>
                  <a:lnTo>
                    <a:pt x="54743" y="15289"/>
                  </a:lnTo>
                  <a:cubicBezTo>
                    <a:pt x="54804" y="15259"/>
                    <a:pt x="54774" y="15168"/>
                    <a:pt x="54743" y="15168"/>
                  </a:cubicBezTo>
                  <a:lnTo>
                    <a:pt x="55017" y="15168"/>
                  </a:lnTo>
                  <a:cubicBezTo>
                    <a:pt x="55078" y="15168"/>
                    <a:pt x="55139" y="15107"/>
                    <a:pt x="55169" y="15046"/>
                  </a:cubicBezTo>
                  <a:cubicBezTo>
                    <a:pt x="55169" y="15016"/>
                    <a:pt x="55290" y="14894"/>
                    <a:pt x="55351" y="14894"/>
                  </a:cubicBezTo>
                  <a:cubicBezTo>
                    <a:pt x="55360" y="14898"/>
                    <a:pt x="55367" y="14900"/>
                    <a:pt x="55375" y="14900"/>
                  </a:cubicBezTo>
                  <a:cubicBezTo>
                    <a:pt x="55420" y="14900"/>
                    <a:pt x="55447" y="14825"/>
                    <a:pt x="55473" y="14772"/>
                  </a:cubicBezTo>
                  <a:cubicBezTo>
                    <a:pt x="55479" y="14760"/>
                    <a:pt x="55497" y="14755"/>
                    <a:pt x="55521" y="14755"/>
                  </a:cubicBezTo>
                  <a:cubicBezTo>
                    <a:pt x="55588" y="14755"/>
                    <a:pt x="55708" y="14790"/>
                    <a:pt x="55805" y="14790"/>
                  </a:cubicBezTo>
                  <a:cubicBezTo>
                    <a:pt x="55840" y="14790"/>
                    <a:pt x="55873" y="14785"/>
                    <a:pt x="55898" y="14772"/>
                  </a:cubicBezTo>
                  <a:cubicBezTo>
                    <a:pt x="55925" y="14764"/>
                    <a:pt x="55952" y="14760"/>
                    <a:pt x="55976" y="14760"/>
                  </a:cubicBezTo>
                  <a:cubicBezTo>
                    <a:pt x="56035" y="14760"/>
                    <a:pt x="56081" y="14781"/>
                    <a:pt x="56081" y="14803"/>
                  </a:cubicBezTo>
                  <a:lnTo>
                    <a:pt x="56081" y="14864"/>
                  </a:lnTo>
                  <a:cubicBezTo>
                    <a:pt x="56081" y="14921"/>
                    <a:pt x="56130" y="14943"/>
                    <a:pt x="56181" y="14943"/>
                  </a:cubicBezTo>
                  <a:cubicBezTo>
                    <a:pt x="56211" y="14943"/>
                    <a:pt x="56241" y="14936"/>
                    <a:pt x="56263" y="14924"/>
                  </a:cubicBezTo>
                  <a:cubicBezTo>
                    <a:pt x="56294" y="14894"/>
                    <a:pt x="56324" y="14803"/>
                    <a:pt x="56385" y="14803"/>
                  </a:cubicBezTo>
                  <a:lnTo>
                    <a:pt x="56446" y="14772"/>
                  </a:lnTo>
                  <a:cubicBezTo>
                    <a:pt x="56537" y="14772"/>
                    <a:pt x="56537" y="14651"/>
                    <a:pt x="56537" y="14620"/>
                  </a:cubicBezTo>
                  <a:cubicBezTo>
                    <a:pt x="56530" y="14606"/>
                    <a:pt x="56542" y="14600"/>
                    <a:pt x="56567" y="14600"/>
                  </a:cubicBezTo>
                  <a:cubicBezTo>
                    <a:pt x="56650" y="14600"/>
                    <a:pt x="56869" y="14665"/>
                    <a:pt x="56962" y="14712"/>
                  </a:cubicBezTo>
                  <a:cubicBezTo>
                    <a:pt x="57103" y="14740"/>
                    <a:pt x="57269" y="14897"/>
                    <a:pt x="57341" y="14897"/>
                  </a:cubicBezTo>
                  <a:cubicBezTo>
                    <a:pt x="57347" y="14897"/>
                    <a:pt x="57353" y="14896"/>
                    <a:pt x="57357" y="14894"/>
                  </a:cubicBezTo>
                  <a:cubicBezTo>
                    <a:pt x="57368" y="14889"/>
                    <a:pt x="57377" y="14886"/>
                    <a:pt x="57384" y="14886"/>
                  </a:cubicBezTo>
                  <a:cubicBezTo>
                    <a:pt x="57416" y="14886"/>
                    <a:pt x="57407" y="14941"/>
                    <a:pt x="57357" y="15016"/>
                  </a:cubicBezTo>
                  <a:lnTo>
                    <a:pt x="57449" y="15107"/>
                  </a:lnTo>
                  <a:lnTo>
                    <a:pt x="57449" y="15137"/>
                  </a:lnTo>
                  <a:cubicBezTo>
                    <a:pt x="57570" y="15107"/>
                    <a:pt x="57661" y="15046"/>
                    <a:pt x="57753" y="14955"/>
                  </a:cubicBezTo>
                  <a:cubicBezTo>
                    <a:pt x="57783" y="14940"/>
                    <a:pt x="57821" y="14932"/>
                    <a:pt x="57859" y="14932"/>
                  </a:cubicBezTo>
                  <a:cubicBezTo>
                    <a:pt x="57897" y="14932"/>
                    <a:pt x="57935" y="14940"/>
                    <a:pt x="57965" y="14955"/>
                  </a:cubicBezTo>
                  <a:cubicBezTo>
                    <a:pt x="57965" y="14957"/>
                    <a:pt x="57966" y="14957"/>
                    <a:pt x="57966" y="14957"/>
                  </a:cubicBezTo>
                  <a:cubicBezTo>
                    <a:pt x="57976" y="14957"/>
                    <a:pt x="58060" y="14737"/>
                    <a:pt x="58117" y="14651"/>
                  </a:cubicBezTo>
                  <a:cubicBezTo>
                    <a:pt x="58174" y="14613"/>
                    <a:pt x="58253" y="14587"/>
                    <a:pt x="58327" y="14587"/>
                  </a:cubicBezTo>
                  <a:cubicBezTo>
                    <a:pt x="58373" y="14587"/>
                    <a:pt x="58417" y="14597"/>
                    <a:pt x="58452" y="14620"/>
                  </a:cubicBezTo>
                  <a:lnTo>
                    <a:pt x="58482" y="14620"/>
                  </a:lnTo>
                  <a:lnTo>
                    <a:pt x="58634" y="14499"/>
                  </a:lnTo>
                  <a:cubicBezTo>
                    <a:pt x="58756" y="14560"/>
                    <a:pt x="58999" y="14712"/>
                    <a:pt x="59060" y="14712"/>
                  </a:cubicBezTo>
                  <a:cubicBezTo>
                    <a:pt x="59120" y="14681"/>
                    <a:pt x="59364" y="14590"/>
                    <a:pt x="59424" y="14560"/>
                  </a:cubicBezTo>
                  <a:cubicBezTo>
                    <a:pt x="59462" y="14547"/>
                    <a:pt x="59500" y="14540"/>
                    <a:pt x="59535" y="14540"/>
                  </a:cubicBezTo>
                  <a:cubicBezTo>
                    <a:pt x="59586" y="14540"/>
                    <a:pt x="59632" y="14554"/>
                    <a:pt x="59667" y="14590"/>
                  </a:cubicBezTo>
                  <a:cubicBezTo>
                    <a:pt x="59728" y="14651"/>
                    <a:pt x="59789" y="14651"/>
                    <a:pt x="59880" y="14681"/>
                  </a:cubicBezTo>
                  <a:lnTo>
                    <a:pt x="59971" y="14620"/>
                  </a:lnTo>
                  <a:cubicBezTo>
                    <a:pt x="60032" y="14590"/>
                    <a:pt x="60063" y="14529"/>
                    <a:pt x="60093" y="14438"/>
                  </a:cubicBezTo>
                  <a:cubicBezTo>
                    <a:pt x="60096" y="14435"/>
                    <a:pt x="60103" y="14433"/>
                    <a:pt x="60111" y="14433"/>
                  </a:cubicBezTo>
                  <a:cubicBezTo>
                    <a:pt x="60181" y="14433"/>
                    <a:pt x="60407" y="14533"/>
                    <a:pt x="60488" y="14560"/>
                  </a:cubicBezTo>
                  <a:cubicBezTo>
                    <a:pt x="60498" y="14563"/>
                    <a:pt x="60509" y="14564"/>
                    <a:pt x="60522" y="14564"/>
                  </a:cubicBezTo>
                  <a:cubicBezTo>
                    <a:pt x="60623" y="14564"/>
                    <a:pt x="60789" y="14462"/>
                    <a:pt x="60762" y="14408"/>
                  </a:cubicBezTo>
                  <a:cubicBezTo>
                    <a:pt x="60762" y="14398"/>
                    <a:pt x="60766" y="14394"/>
                    <a:pt x="60774" y="14394"/>
                  </a:cubicBezTo>
                  <a:cubicBezTo>
                    <a:pt x="60817" y="14394"/>
                    <a:pt x="60959" y="14513"/>
                    <a:pt x="61035" y="14590"/>
                  </a:cubicBezTo>
                  <a:cubicBezTo>
                    <a:pt x="61073" y="14603"/>
                    <a:pt x="61116" y="14610"/>
                    <a:pt x="61160" y="14610"/>
                  </a:cubicBezTo>
                  <a:cubicBezTo>
                    <a:pt x="61222" y="14610"/>
                    <a:pt x="61286" y="14595"/>
                    <a:pt x="61339" y="14560"/>
                  </a:cubicBezTo>
                  <a:cubicBezTo>
                    <a:pt x="61370" y="14468"/>
                    <a:pt x="61400" y="14408"/>
                    <a:pt x="61400" y="14347"/>
                  </a:cubicBezTo>
                  <a:lnTo>
                    <a:pt x="61400" y="14317"/>
                  </a:lnTo>
                  <a:lnTo>
                    <a:pt x="61400" y="14256"/>
                  </a:lnTo>
                  <a:cubicBezTo>
                    <a:pt x="61339" y="14134"/>
                    <a:pt x="61218" y="14073"/>
                    <a:pt x="61126" y="14073"/>
                  </a:cubicBezTo>
                  <a:lnTo>
                    <a:pt x="61005" y="14043"/>
                  </a:lnTo>
                  <a:cubicBezTo>
                    <a:pt x="60974" y="14013"/>
                    <a:pt x="60944" y="13982"/>
                    <a:pt x="60944" y="13921"/>
                  </a:cubicBezTo>
                  <a:lnTo>
                    <a:pt x="60944" y="13830"/>
                  </a:lnTo>
                  <a:cubicBezTo>
                    <a:pt x="61035" y="13709"/>
                    <a:pt x="61096" y="13557"/>
                    <a:pt x="61096" y="13374"/>
                  </a:cubicBezTo>
                  <a:lnTo>
                    <a:pt x="61430" y="13374"/>
                  </a:lnTo>
                  <a:cubicBezTo>
                    <a:pt x="61522" y="13359"/>
                    <a:pt x="61613" y="13351"/>
                    <a:pt x="61704" y="13351"/>
                  </a:cubicBezTo>
                  <a:cubicBezTo>
                    <a:pt x="61795" y="13351"/>
                    <a:pt x="61886" y="13359"/>
                    <a:pt x="61978" y="13374"/>
                  </a:cubicBezTo>
                  <a:lnTo>
                    <a:pt x="62008" y="13374"/>
                  </a:lnTo>
                  <a:cubicBezTo>
                    <a:pt x="62160" y="13465"/>
                    <a:pt x="61978" y="13435"/>
                    <a:pt x="61978" y="13526"/>
                  </a:cubicBezTo>
                  <a:cubicBezTo>
                    <a:pt x="61978" y="13617"/>
                    <a:pt x="61947" y="13648"/>
                    <a:pt x="61826" y="13648"/>
                  </a:cubicBezTo>
                  <a:lnTo>
                    <a:pt x="61795" y="13648"/>
                  </a:lnTo>
                  <a:cubicBezTo>
                    <a:pt x="61741" y="13648"/>
                    <a:pt x="61519" y="13552"/>
                    <a:pt x="61428" y="13552"/>
                  </a:cubicBezTo>
                  <a:cubicBezTo>
                    <a:pt x="61416" y="13552"/>
                    <a:pt x="61407" y="13553"/>
                    <a:pt x="61400" y="13557"/>
                  </a:cubicBezTo>
                  <a:cubicBezTo>
                    <a:pt x="61339" y="13587"/>
                    <a:pt x="61400" y="13891"/>
                    <a:pt x="61400" y="13982"/>
                  </a:cubicBezTo>
                  <a:cubicBezTo>
                    <a:pt x="61400" y="14073"/>
                    <a:pt x="61461" y="14165"/>
                    <a:pt x="61552" y="14195"/>
                  </a:cubicBezTo>
                  <a:lnTo>
                    <a:pt x="61582" y="14104"/>
                  </a:lnTo>
                  <a:cubicBezTo>
                    <a:pt x="61613" y="14043"/>
                    <a:pt x="61613" y="13952"/>
                    <a:pt x="61643" y="13921"/>
                  </a:cubicBezTo>
                  <a:cubicBezTo>
                    <a:pt x="61655" y="13915"/>
                    <a:pt x="61669" y="13913"/>
                    <a:pt x="61683" y="13913"/>
                  </a:cubicBezTo>
                  <a:cubicBezTo>
                    <a:pt x="61740" y="13913"/>
                    <a:pt x="61813" y="13952"/>
                    <a:pt x="61886" y="13952"/>
                  </a:cubicBezTo>
                  <a:lnTo>
                    <a:pt x="62038" y="13952"/>
                  </a:lnTo>
                  <a:cubicBezTo>
                    <a:pt x="62190" y="14013"/>
                    <a:pt x="62221" y="14104"/>
                    <a:pt x="62190" y="14104"/>
                  </a:cubicBezTo>
                  <a:cubicBezTo>
                    <a:pt x="62145" y="14119"/>
                    <a:pt x="62107" y="14127"/>
                    <a:pt x="62069" y="14127"/>
                  </a:cubicBezTo>
                  <a:cubicBezTo>
                    <a:pt x="62031" y="14127"/>
                    <a:pt x="61993" y="14119"/>
                    <a:pt x="61947" y="14104"/>
                  </a:cubicBezTo>
                  <a:lnTo>
                    <a:pt x="61856" y="14165"/>
                  </a:lnTo>
                  <a:lnTo>
                    <a:pt x="61613" y="14317"/>
                  </a:lnTo>
                  <a:cubicBezTo>
                    <a:pt x="61613" y="14523"/>
                    <a:pt x="61701" y="14664"/>
                    <a:pt x="61821" y="14664"/>
                  </a:cubicBezTo>
                  <a:cubicBezTo>
                    <a:pt x="61842" y="14664"/>
                    <a:pt x="61864" y="14660"/>
                    <a:pt x="61886" y="14651"/>
                  </a:cubicBezTo>
                  <a:lnTo>
                    <a:pt x="61856" y="14499"/>
                  </a:lnTo>
                  <a:cubicBezTo>
                    <a:pt x="61856" y="14438"/>
                    <a:pt x="61886" y="14438"/>
                    <a:pt x="61947" y="14438"/>
                  </a:cubicBezTo>
                  <a:lnTo>
                    <a:pt x="61978" y="14468"/>
                  </a:lnTo>
                  <a:cubicBezTo>
                    <a:pt x="62038" y="14499"/>
                    <a:pt x="62069" y="14560"/>
                    <a:pt x="62099" y="14620"/>
                  </a:cubicBezTo>
                  <a:lnTo>
                    <a:pt x="62130" y="14833"/>
                  </a:lnTo>
                  <a:cubicBezTo>
                    <a:pt x="62281" y="14772"/>
                    <a:pt x="62373" y="14681"/>
                    <a:pt x="62342" y="14651"/>
                  </a:cubicBezTo>
                  <a:cubicBezTo>
                    <a:pt x="62585" y="14560"/>
                    <a:pt x="62829" y="14499"/>
                    <a:pt x="63072" y="14468"/>
                  </a:cubicBezTo>
                  <a:cubicBezTo>
                    <a:pt x="63160" y="14446"/>
                    <a:pt x="63237" y="14432"/>
                    <a:pt x="63298" y="14426"/>
                  </a:cubicBezTo>
                  <a:lnTo>
                    <a:pt x="63298" y="14426"/>
                  </a:lnTo>
                  <a:lnTo>
                    <a:pt x="63383" y="14448"/>
                  </a:lnTo>
                  <a:lnTo>
                    <a:pt x="63383" y="14448"/>
                  </a:lnTo>
                  <a:cubicBezTo>
                    <a:pt x="63388" y="14440"/>
                    <a:pt x="63392" y="14432"/>
                    <a:pt x="63396" y="14424"/>
                  </a:cubicBezTo>
                  <a:lnTo>
                    <a:pt x="63396" y="14424"/>
                  </a:lnTo>
                  <a:cubicBezTo>
                    <a:pt x="63385" y="14423"/>
                    <a:pt x="63373" y="14423"/>
                    <a:pt x="63361" y="14423"/>
                  </a:cubicBezTo>
                  <a:cubicBezTo>
                    <a:pt x="63342" y="14423"/>
                    <a:pt x="63321" y="14424"/>
                    <a:pt x="63298" y="14426"/>
                  </a:cubicBezTo>
                  <a:lnTo>
                    <a:pt x="63298" y="14426"/>
                  </a:lnTo>
                  <a:lnTo>
                    <a:pt x="63224" y="14408"/>
                  </a:lnTo>
                  <a:lnTo>
                    <a:pt x="63041" y="14377"/>
                  </a:lnTo>
                  <a:cubicBezTo>
                    <a:pt x="62950" y="14286"/>
                    <a:pt x="62859" y="14165"/>
                    <a:pt x="62829" y="14043"/>
                  </a:cubicBezTo>
                  <a:lnTo>
                    <a:pt x="62889" y="14043"/>
                  </a:lnTo>
                  <a:cubicBezTo>
                    <a:pt x="62950" y="14073"/>
                    <a:pt x="63315" y="14286"/>
                    <a:pt x="63376" y="14317"/>
                  </a:cubicBezTo>
                  <a:cubicBezTo>
                    <a:pt x="63406" y="14346"/>
                    <a:pt x="63413" y="14384"/>
                    <a:pt x="63396" y="14424"/>
                  </a:cubicBezTo>
                  <a:lnTo>
                    <a:pt x="63396" y="14424"/>
                  </a:lnTo>
                  <a:cubicBezTo>
                    <a:pt x="63442" y="14429"/>
                    <a:pt x="63467" y="14444"/>
                    <a:pt x="63467" y="14468"/>
                  </a:cubicBezTo>
                  <a:lnTo>
                    <a:pt x="63383" y="14448"/>
                  </a:lnTo>
                  <a:lnTo>
                    <a:pt x="63383" y="14448"/>
                  </a:lnTo>
                  <a:cubicBezTo>
                    <a:pt x="63360" y="14483"/>
                    <a:pt x="63318" y="14522"/>
                    <a:pt x="63254" y="14560"/>
                  </a:cubicBezTo>
                  <a:lnTo>
                    <a:pt x="63497" y="14590"/>
                  </a:lnTo>
                  <a:cubicBezTo>
                    <a:pt x="63691" y="14526"/>
                    <a:pt x="64006" y="14461"/>
                    <a:pt x="64206" y="14461"/>
                  </a:cubicBezTo>
                  <a:cubicBezTo>
                    <a:pt x="64289" y="14461"/>
                    <a:pt x="64352" y="14472"/>
                    <a:pt x="64379" y="14499"/>
                  </a:cubicBezTo>
                  <a:cubicBezTo>
                    <a:pt x="64470" y="14620"/>
                    <a:pt x="64531" y="14742"/>
                    <a:pt x="64500" y="14803"/>
                  </a:cubicBezTo>
                  <a:lnTo>
                    <a:pt x="64318" y="14803"/>
                  </a:lnTo>
                  <a:cubicBezTo>
                    <a:pt x="64288" y="14803"/>
                    <a:pt x="64257" y="14833"/>
                    <a:pt x="64257" y="14894"/>
                  </a:cubicBezTo>
                  <a:cubicBezTo>
                    <a:pt x="64257" y="14924"/>
                    <a:pt x="64318" y="14955"/>
                    <a:pt x="64348" y="14955"/>
                  </a:cubicBezTo>
                  <a:lnTo>
                    <a:pt x="64440" y="14955"/>
                  </a:lnTo>
                  <a:cubicBezTo>
                    <a:pt x="64561" y="14894"/>
                    <a:pt x="64652" y="14803"/>
                    <a:pt x="64652" y="14651"/>
                  </a:cubicBezTo>
                  <a:lnTo>
                    <a:pt x="64652" y="14560"/>
                  </a:lnTo>
                  <a:cubicBezTo>
                    <a:pt x="64652" y="14529"/>
                    <a:pt x="64744" y="14499"/>
                    <a:pt x="64774" y="14468"/>
                  </a:cubicBezTo>
                  <a:cubicBezTo>
                    <a:pt x="64804" y="14438"/>
                    <a:pt x="64865" y="14438"/>
                    <a:pt x="64804" y="14408"/>
                  </a:cubicBezTo>
                  <a:cubicBezTo>
                    <a:pt x="64744" y="14347"/>
                    <a:pt x="64744" y="14317"/>
                    <a:pt x="64835" y="14317"/>
                  </a:cubicBezTo>
                  <a:lnTo>
                    <a:pt x="64865" y="14317"/>
                  </a:lnTo>
                  <a:cubicBezTo>
                    <a:pt x="64926" y="14317"/>
                    <a:pt x="64865" y="14620"/>
                    <a:pt x="64835" y="14712"/>
                  </a:cubicBezTo>
                  <a:cubicBezTo>
                    <a:pt x="64804" y="14803"/>
                    <a:pt x="64744" y="14894"/>
                    <a:pt x="64713" y="14894"/>
                  </a:cubicBezTo>
                  <a:cubicBezTo>
                    <a:pt x="64683" y="14894"/>
                    <a:pt x="64713" y="15016"/>
                    <a:pt x="64744" y="15046"/>
                  </a:cubicBezTo>
                  <a:cubicBezTo>
                    <a:pt x="64751" y="15061"/>
                    <a:pt x="64765" y="15066"/>
                    <a:pt x="64783" y="15066"/>
                  </a:cubicBezTo>
                  <a:cubicBezTo>
                    <a:pt x="64838" y="15066"/>
                    <a:pt x="64926" y="15008"/>
                    <a:pt x="64926" y="14985"/>
                  </a:cubicBezTo>
                  <a:cubicBezTo>
                    <a:pt x="64956" y="14894"/>
                    <a:pt x="64987" y="14864"/>
                    <a:pt x="65017" y="14803"/>
                  </a:cubicBezTo>
                  <a:lnTo>
                    <a:pt x="65048" y="14803"/>
                  </a:lnTo>
                  <a:cubicBezTo>
                    <a:pt x="65108" y="14803"/>
                    <a:pt x="65139" y="14833"/>
                    <a:pt x="65169" y="14864"/>
                  </a:cubicBezTo>
                  <a:lnTo>
                    <a:pt x="65169" y="14924"/>
                  </a:lnTo>
                  <a:cubicBezTo>
                    <a:pt x="65169" y="14985"/>
                    <a:pt x="65230" y="15046"/>
                    <a:pt x="65230" y="15046"/>
                  </a:cubicBezTo>
                  <a:cubicBezTo>
                    <a:pt x="65260" y="15046"/>
                    <a:pt x="65321" y="14924"/>
                    <a:pt x="65321" y="14864"/>
                  </a:cubicBezTo>
                  <a:cubicBezTo>
                    <a:pt x="65351" y="14803"/>
                    <a:pt x="65078" y="14651"/>
                    <a:pt x="65078" y="14560"/>
                  </a:cubicBezTo>
                  <a:cubicBezTo>
                    <a:pt x="65078" y="14468"/>
                    <a:pt x="65230" y="14408"/>
                    <a:pt x="65291" y="14408"/>
                  </a:cubicBezTo>
                  <a:cubicBezTo>
                    <a:pt x="65296" y="14413"/>
                    <a:pt x="65303" y="14416"/>
                    <a:pt x="65310" y="14416"/>
                  </a:cubicBezTo>
                  <a:cubicBezTo>
                    <a:pt x="65342" y="14416"/>
                    <a:pt x="65387" y="14366"/>
                    <a:pt x="65412" y="14317"/>
                  </a:cubicBezTo>
                  <a:lnTo>
                    <a:pt x="65625" y="14317"/>
                  </a:lnTo>
                  <a:cubicBezTo>
                    <a:pt x="65706" y="14317"/>
                    <a:pt x="65787" y="14344"/>
                    <a:pt x="65868" y="14344"/>
                  </a:cubicBezTo>
                  <a:cubicBezTo>
                    <a:pt x="65909" y="14344"/>
                    <a:pt x="65949" y="14337"/>
                    <a:pt x="65990" y="14317"/>
                  </a:cubicBezTo>
                  <a:cubicBezTo>
                    <a:pt x="65999" y="14308"/>
                    <a:pt x="66013" y="14304"/>
                    <a:pt x="66030" y="14304"/>
                  </a:cubicBezTo>
                  <a:cubicBezTo>
                    <a:pt x="66071" y="14304"/>
                    <a:pt x="66129" y="14325"/>
                    <a:pt x="66172" y="14347"/>
                  </a:cubicBezTo>
                  <a:cubicBezTo>
                    <a:pt x="66242" y="14347"/>
                    <a:pt x="66258" y="14437"/>
                    <a:pt x="66331" y="14437"/>
                  </a:cubicBezTo>
                  <a:cubicBezTo>
                    <a:pt x="66353" y="14437"/>
                    <a:pt x="66380" y="14429"/>
                    <a:pt x="66415" y="14408"/>
                  </a:cubicBezTo>
                  <a:lnTo>
                    <a:pt x="66476" y="14377"/>
                  </a:lnTo>
                  <a:cubicBezTo>
                    <a:pt x="66503" y="14391"/>
                    <a:pt x="66526" y="14397"/>
                    <a:pt x="66547" y="14397"/>
                  </a:cubicBezTo>
                  <a:cubicBezTo>
                    <a:pt x="66621" y="14397"/>
                    <a:pt x="66658" y="14320"/>
                    <a:pt x="66658" y="14225"/>
                  </a:cubicBezTo>
                  <a:lnTo>
                    <a:pt x="66993" y="14225"/>
                  </a:lnTo>
                  <a:cubicBezTo>
                    <a:pt x="67266" y="14225"/>
                    <a:pt x="67388" y="14499"/>
                    <a:pt x="67266" y="14499"/>
                  </a:cubicBezTo>
                  <a:lnTo>
                    <a:pt x="67418" y="14499"/>
                  </a:lnTo>
                  <a:lnTo>
                    <a:pt x="67601" y="14438"/>
                  </a:lnTo>
                  <a:lnTo>
                    <a:pt x="67844" y="14377"/>
                  </a:lnTo>
                  <a:cubicBezTo>
                    <a:pt x="68044" y="14288"/>
                    <a:pt x="68212" y="14232"/>
                    <a:pt x="68287" y="14232"/>
                  </a:cubicBezTo>
                  <a:cubicBezTo>
                    <a:pt x="68315" y="14232"/>
                    <a:pt x="68330" y="14239"/>
                    <a:pt x="68330" y="14256"/>
                  </a:cubicBezTo>
                  <a:lnTo>
                    <a:pt x="68330" y="14408"/>
                  </a:lnTo>
                  <a:cubicBezTo>
                    <a:pt x="68330" y="14466"/>
                    <a:pt x="68367" y="14487"/>
                    <a:pt x="68417" y="14487"/>
                  </a:cubicBezTo>
                  <a:cubicBezTo>
                    <a:pt x="68446" y="14487"/>
                    <a:pt x="68479" y="14480"/>
                    <a:pt x="68513" y="14468"/>
                  </a:cubicBezTo>
                  <a:cubicBezTo>
                    <a:pt x="68573" y="14438"/>
                    <a:pt x="68513" y="14317"/>
                    <a:pt x="68665" y="14317"/>
                  </a:cubicBezTo>
                  <a:lnTo>
                    <a:pt x="68756" y="14317"/>
                  </a:lnTo>
                  <a:cubicBezTo>
                    <a:pt x="68763" y="14314"/>
                    <a:pt x="68770" y="14313"/>
                    <a:pt x="68777" y="14313"/>
                  </a:cubicBezTo>
                  <a:cubicBezTo>
                    <a:pt x="68864" y="14313"/>
                    <a:pt x="68964" y="14473"/>
                    <a:pt x="68908" y="14529"/>
                  </a:cubicBezTo>
                  <a:cubicBezTo>
                    <a:pt x="68863" y="14574"/>
                    <a:pt x="68802" y="14602"/>
                    <a:pt x="68761" y="14602"/>
                  </a:cubicBezTo>
                  <a:cubicBezTo>
                    <a:pt x="68746" y="14602"/>
                    <a:pt x="68734" y="14598"/>
                    <a:pt x="68725" y="14590"/>
                  </a:cubicBezTo>
                  <a:lnTo>
                    <a:pt x="68634" y="14590"/>
                  </a:lnTo>
                  <a:cubicBezTo>
                    <a:pt x="68634" y="14590"/>
                    <a:pt x="68634" y="14772"/>
                    <a:pt x="68634" y="14803"/>
                  </a:cubicBezTo>
                  <a:cubicBezTo>
                    <a:pt x="68646" y="14826"/>
                    <a:pt x="68680" y="14836"/>
                    <a:pt x="68722" y="14836"/>
                  </a:cubicBezTo>
                  <a:cubicBezTo>
                    <a:pt x="68791" y="14836"/>
                    <a:pt x="68882" y="14810"/>
                    <a:pt x="68938" y="14772"/>
                  </a:cubicBezTo>
                  <a:cubicBezTo>
                    <a:pt x="68945" y="14766"/>
                    <a:pt x="68952" y="14763"/>
                    <a:pt x="68960" y="14763"/>
                  </a:cubicBezTo>
                  <a:cubicBezTo>
                    <a:pt x="69020" y="14763"/>
                    <a:pt x="69104" y="14955"/>
                    <a:pt x="69212" y="14955"/>
                  </a:cubicBezTo>
                  <a:cubicBezTo>
                    <a:pt x="69424" y="14924"/>
                    <a:pt x="69576" y="14833"/>
                    <a:pt x="69728" y="14712"/>
                  </a:cubicBezTo>
                  <a:cubicBezTo>
                    <a:pt x="69748" y="14682"/>
                    <a:pt x="69771" y="14669"/>
                    <a:pt x="69792" y="14669"/>
                  </a:cubicBezTo>
                  <a:cubicBezTo>
                    <a:pt x="69838" y="14669"/>
                    <a:pt x="69880" y="14730"/>
                    <a:pt x="69880" y="14833"/>
                  </a:cubicBezTo>
                  <a:lnTo>
                    <a:pt x="70093" y="14894"/>
                  </a:lnTo>
                  <a:lnTo>
                    <a:pt x="70184" y="14894"/>
                  </a:lnTo>
                  <a:cubicBezTo>
                    <a:pt x="70276" y="14894"/>
                    <a:pt x="70367" y="14833"/>
                    <a:pt x="70397" y="14772"/>
                  </a:cubicBezTo>
                  <a:cubicBezTo>
                    <a:pt x="70397" y="14712"/>
                    <a:pt x="70245" y="14651"/>
                    <a:pt x="70184" y="14651"/>
                  </a:cubicBezTo>
                  <a:cubicBezTo>
                    <a:pt x="70124" y="14651"/>
                    <a:pt x="70154" y="14438"/>
                    <a:pt x="70184" y="14377"/>
                  </a:cubicBezTo>
                  <a:cubicBezTo>
                    <a:pt x="70215" y="14317"/>
                    <a:pt x="70458" y="14225"/>
                    <a:pt x="70549" y="14225"/>
                  </a:cubicBezTo>
                  <a:cubicBezTo>
                    <a:pt x="70671" y="14256"/>
                    <a:pt x="70792" y="14286"/>
                    <a:pt x="70883" y="14377"/>
                  </a:cubicBezTo>
                  <a:lnTo>
                    <a:pt x="71035" y="14347"/>
                  </a:lnTo>
                  <a:lnTo>
                    <a:pt x="71096" y="14317"/>
                  </a:lnTo>
                  <a:cubicBezTo>
                    <a:pt x="71218" y="14317"/>
                    <a:pt x="71218" y="14256"/>
                    <a:pt x="71096" y="14195"/>
                  </a:cubicBezTo>
                  <a:lnTo>
                    <a:pt x="71096" y="14165"/>
                  </a:lnTo>
                  <a:lnTo>
                    <a:pt x="71157" y="14013"/>
                  </a:lnTo>
                  <a:cubicBezTo>
                    <a:pt x="71279" y="14013"/>
                    <a:pt x="71400" y="14104"/>
                    <a:pt x="71461" y="14225"/>
                  </a:cubicBezTo>
                  <a:cubicBezTo>
                    <a:pt x="71461" y="14236"/>
                    <a:pt x="71485" y="14244"/>
                    <a:pt x="71525" y="14244"/>
                  </a:cubicBezTo>
                  <a:cubicBezTo>
                    <a:pt x="71595" y="14244"/>
                    <a:pt x="71710" y="14222"/>
                    <a:pt x="71826" y="14165"/>
                  </a:cubicBezTo>
                  <a:lnTo>
                    <a:pt x="72282" y="14165"/>
                  </a:lnTo>
                  <a:cubicBezTo>
                    <a:pt x="72336" y="14075"/>
                    <a:pt x="72496" y="14049"/>
                    <a:pt x="72637" y="14049"/>
                  </a:cubicBezTo>
                  <a:cubicBezTo>
                    <a:pt x="72734" y="14049"/>
                    <a:pt x="72822" y="14061"/>
                    <a:pt x="72859" y="14073"/>
                  </a:cubicBezTo>
                  <a:cubicBezTo>
                    <a:pt x="72981" y="14134"/>
                    <a:pt x="73163" y="14225"/>
                    <a:pt x="73194" y="14225"/>
                  </a:cubicBezTo>
                  <a:cubicBezTo>
                    <a:pt x="73285" y="14195"/>
                    <a:pt x="73376" y="14165"/>
                    <a:pt x="73467" y="14104"/>
                  </a:cubicBezTo>
                  <a:lnTo>
                    <a:pt x="73619" y="14104"/>
                  </a:lnTo>
                  <a:cubicBezTo>
                    <a:pt x="73619" y="14104"/>
                    <a:pt x="73680" y="14013"/>
                    <a:pt x="73680" y="13982"/>
                  </a:cubicBezTo>
                  <a:cubicBezTo>
                    <a:pt x="73680" y="13877"/>
                    <a:pt x="73680" y="13845"/>
                    <a:pt x="73730" y="13845"/>
                  </a:cubicBezTo>
                  <a:cubicBezTo>
                    <a:pt x="73752" y="13845"/>
                    <a:pt x="73785" y="13851"/>
                    <a:pt x="73832" y="13861"/>
                  </a:cubicBezTo>
                  <a:cubicBezTo>
                    <a:pt x="73872" y="13861"/>
                    <a:pt x="73940" y="13874"/>
                    <a:pt x="73989" y="13874"/>
                  </a:cubicBezTo>
                  <a:cubicBezTo>
                    <a:pt x="74014" y="13874"/>
                    <a:pt x="74035" y="13871"/>
                    <a:pt x="74045" y="13861"/>
                  </a:cubicBezTo>
                  <a:lnTo>
                    <a:pt x="74227" y="13739"/>
                  </a:lnTo>
                  <a:cubicBezTo>
                    <a:pt x="74302" y="13814"/>
                    <a:pt x="74418" y="13868"/>
                    <a:pt x="74542" y="13868"/>
                  </a:cubicBezTo>
                  <a:cubicBezTo>
                    <a:pt x="74568" y="13868"/>
                    <a:pt x="74595" y="13866"/>
                    <a:pt x="74622" y="13861"/>
                  </a:cubicBezTo>
                  <a:cubicBezTo>
                    <a:pt x="74630" y="13856"/>
                    <a:pt x="74637" y="13855"/>
                    <a:pt x="74641" y="13855"/>
                  </a:cubicBezTo>
                  <a:cubicBezTo>
                    <a:pt x="74667" y="13855"/>
                    <a:pt x="74618" y="13930"/>
                    <a:pt x="74592" y="13982"/>
                  </a:cubicBezTo>
                  <a:cubicBezTo>
                    <a:pt x="74586" y="13988"/>
                    <a:pt x="74591" y="13990"/>
                    <a:pt x="74604" y="13990"/>
                  </a:cubicBezTo>
                  <a:cubicBezTo>
                    <a:pt x="74657" y="13990"/>
                    <a:pt x="74841" y="13946"/>
                    <a:pt x="74865" y="13921"/>
                  </a:cubicBezTo>
                  <a:cubicBezTo>
                    <a:pt x="74926" y="13861"/>
                    <a:pt x="74987" y="13830"/>
                    <a:pt x="75048" y="13800"/>
                  </a:cubicBezTo>
                  <a:cubicBezTo>
                    <a:pt x="75078" y="13800"/>
                    <a:pt x="75169" y="13891"/>
                    <a:pt x="75169" y="13921"/>
                  </a:cubicBezTo>
                  <a:cubicBezTo>
                    <a:pt x="75175" y="13927"/>
                    <a:pt x="75183" y="13930"/>
                    <a:pt x="75192" y="13930"/>
                  </a:cubicBezTo>
                  <a:cubicBezTo>
                    <a:pt x="75232" y="13930"/>
                    <a:pt x="75297" y="13885"/>
                    <a:pt x="75321" y="13861"/>
                  </a:cubicBezTo>
                  <a:lnTo>
                    <a:pt x="75473" y="13678"/>
                  </a:lnTo>
                  <a:lnTo>
                    <a:pt x="75564" y="13800"/>
                  </a:lnTo>
                  <a:cubicBezTo>
                    <a:pt x="75625" y="13861"/>
                    <a:pt x="75716" y="13952"/>
                    <a:pt x="75747" y="13952"/>
                  </a:cubicBezTo>
                  <a:cubicBezTo>
                    <a:pt x="75899" y="13891"/>
                    <a:pt x="76020" y="13861"/>
                    <a:pt x="76172" y="13861"/>
                  </a:cubicBezTo>
                  <a:lnTo>
                    <a:pt x="76324" y="13861"/>
                  </a:lnTo>
                  <a:cubicBezTo>
                    <a:pt x="76294" y="13800"/>
                    <a:pt x="76355" y="13739"/>
                    <a:pt x="76416" y="13709"/>
                  </a:cubicBezTo>
                  <a:lnTo>
                    <a:pt x="76476" y="13739"/>
                  </a:lnTo>
                  <a:cubicBezTo>
                    <a:pt x="76598" y="13769"/>
                    <a:pt x="76598" y="13891"/>
                    <a:pt x="76598" y="13982"/>
                  </a:cubicBezTo>
                  <a:cubicBezTo>
                    <a:pt x="76602" y="13984"/>
                    <a:pt x="76607" y="13986"/>
                    <a:pt x="76611" y="13986"/>
                  </a:cubicBezTo>
                  <a:cubicBezTo>
                    <a:pt x="76663" y="13986"/>
                    <a:pt x="76689" y="13826"/>
                    <a:pt x="76689" y="13769"/>
                  </a:cubicBezTo>
                  <a:cubicBezTo>
                    <a:pt x="76689" y="13734"/>
                    <a:pt x="76773" y="13719"/>
                    <a:pt x="76860" y="13719"/>
                  </a:cubicBezTo>
                  <a:cubicBezTo>
                    <a:pt x="76922" y="13719"/>
                    <a:pt x="76986" y="13726"/>
                    <a:pt x="77023" y="13739"/>
                  </a:cubicBezTo>
                  <a:cubicBezTo>
                    <a:pt x="77068" y="13739"/>
                    <a:pt x="77257" y="13675"/>
                    <a:pt x="77380" y="13675"/>
                  </a:cubicBezTo>
                  <a:cubicBezTo>
                    <a:pt x="77426" y="13675"/>
                    <a:pt x="77463" y="13684"/>
                    <a:pt x="77479" y="13709"/>
                  </a:cubicBezTo>
                  <a:cubicBezTo>
                    <a:pt x="77497" y="13744"/>
                    <a:pt x="77536" y="13759"/>
                    <a:pt x="77583" y="13759"/>
                  </a:cubicBezTo>
                  <a:cubicBezTo>
                    <a:pt x="77617" y="13759"/>
                    <a:pt x="77654" y="13752"/>
                    <a:pt x="77692" y="13739"/>
                  </a:cubicBezTo>
                  <a:cubicBezTo>
                    <a:pt x="77692" y="13709"/>
                    <a:pt x="77631" y="13709"/>
                    <a:pt x="77510" y="13709"/>
                  </a:cubicBezTo>
                  <a:lnTo>
                    <a:pt x="77510" y="13587"/>
                  </a:lnTo>
                  <a:lnTo>
                    <a:pt x="77510" y="13526"/>
                  </a:lnTo>
                  <a:cubicBezTo>
                    <a:pt x="77540" y="13465"/>
                    <a:pt x="77571" y="13405"/>
                    <a:pt x="77571" y="13344"/>
                  </a:cubicBezTo>
                  <a:cubicBezTo>
                    <a:pt x="77601" y="13313"/>
                    <a:pt x="77540" y="13313"/>
                    <a:pt x="77479" y="13313"/>
                  </a:cubicBezTo>
                  <a:lnTo>
                    <a:pt x="77267" y="13313"/>
                  </a:lnTo>
                  <a:cubicBezTo>
                    <a:pt x="77191" y="13344"/>
                    <a:pt x="77115" y="13359"/>
                    <a:pt x="77039" y="13359"/>
                  </a:cubicBezTo>
                  <a:cubicBezTo>
                    <a:pt x="76963" y="13359"/>
                    <a:pt x="76887" y="13344"/>
                    <a:pt x="76811" y="13313"/>
                  </a:cubicBezTo>
                  <a:lnTo>
                    <a:pt x="76689" y="13222"/>
                  </a:lnTo>
                  <a:lnTo>
                    <a:pt x="76689" y="13161"/>
                  </a:lnTo>
                  <a:cubicBezTo>
                    <a:pt x="76719" y="13131"/>
                    <a:pt x="76719" y="13131"/>
                    <a:pt x="76750" y="13131"/>
                  </a:cubicBezTo>
                  <a:cubicBezTo>
                    <a:pt x="76841" y="13161"/>
                    <a:pt x="76932" y="13161"/>
                    <a:pt x="77023" y="13192"/>
                  </a:cubicBezTo>
                  <a:lnTo>
                    <a:pt x="77115" y="13192"/>
                  </a:lnTo>
                  <a:cubicBezTo>
                    <a:pt x="77236" y="13192"/>
                    <a:pt x="77358" y="13161"/>
                    <a:pt x="77479" y="13101"/>
                  </a:cubicBezTo>
                  <a:lnTo>
                    <a:pt x="77571" y="13101"/>
                  </a:lnTo>
                  <a:lnTo>
                    <a:pt x="78026" y="13161"/>
                  </a:lnTo>
                  <a:cubicBezTo>
                    <a:pt x="78543" y="13131"/>
                    <a:pt x="78999" y="13070"/>
                    <a:pt x="79090" y="13070"/>
                  </a:cubicBezTo>
                  <a:lnTo>
                    <a:pt x="79333" y="13070"/>
                  </a:lnTo>
                  <a:cubicBezTo>
                    <a:pt x="79485" y="13070"/>
                    <a:pt x="79637" y="12979"/>
                    <a:pt x="79729" y="12827"/>
                  </a:cubicBezTo>
                  <a:cubicBezTo>
                    <a:pt x="79729" y="12807"/>
                    <a:pt x="79742" y="12797"/>
                    <a:pt x="79765" y="12797"/>
                  </a:cubicBezTo>
                  <a:cubicBezTo>
                    <a:pt x="79810" y="12797"/>
                    <a:pt x="79891" y="12837"/>
                    <a:pt x="79972" y="12918"/>
                  </a:cubicBezTo>
                  <a:cubicBezTo>
                    <a:pt x="80005" y="12969"/>
                    <a:pt x="80057" y="12991"/>
                    <a:pt x="80107" y="12991"/>
                  </a:cubicBezTo>
                  <a:cubicBezTo>
                    <a:pt x="80148" y="12991"/>
                    <a:pt x="80188" y="12976"/>
                    <a:pt x="80215" y="12949"/>
                  </a:cubicBezTo>
                  <a:lnTo>
                    <a:pt x="80337" y="12918"/>
                  </a:lnTo>
                  <a:cubicBezTo>
                    <a:pt x="80489" y="13010"/>
                    <a:pt x="80580" y="13161"/>
                    <a:pt x="80489" y="13253"/>
                  </a:cubicBezTo>
                  <a:lnTo>
                    <a:pt x="80367" y="13253"/>
                  </a:lnTo>
                  <a:cubicBezTo>
                    <a:pt x="80337" y="13283"/>
                    <a:pt x="80337" y="13344"/>
                    <a:pt x="80367" y="13374"/>
                  </a:cubicBezTo>
                  <a:lnTo>
                    <a:pt x="80397" y="13405"/>
                  </a:lnTo>
                  <a:lnTo>
                    <a:pt x="80489" y="13405"/>
                  </a:lnTo>
                  <a:cubicBezTo>
                    <a:pt x="80580" y="13405"/>
                    <a:pt x="80671" y="13374"/>
                    <a:pt x="80762" y="13344"/>
                  </a:cubicBezTo>
                  <a:lnTo>
                    <a:pt x="80823" y="13344"/>
                  </a:lnTo>
                  <a:cubicBezTo>
                    <a:pt x="80884" y="13374"/>
                    <a:pt x="80975" y="13435"/>
                    <a:pt x="81005" y="13496"/>
                  </a:cubicBezTo>
                  <a:lnTo>
                    <a:pt x="81248" y="13496"/>
                  </a:lnTo>
                  <a:cubicBezTo>
                    <a:pt x="81400" y="13465"/>
                    <a:pt x="81552" y="13405"/>
                    <a:pt x="81674" y="13283"/>
                  </a:cubicBezTo>
                  <a:cubicBezTo>
                    <a:pt x="81704" y="13253"/>
                    <a:pt x="81613" y="13131"/>
                    <a:pt x="81583" y="13131"/>
                  </a:cubicBezTo>
                  <a:cubicBezTo>
                    <a:pt x="81492" y="13131"/>
                    <a:pt x="81431" y="13161"/>
                    <a:pt x="81370" y="13192"/>
                  </a:cubicBezTo>
                  <a:cubicBezTo>
                    <a:pt x="81340" y="13192"/>
                    <a:pt x="81218" y="13222"/>
                    <a:pt x="81066" y="13222"/>
                  </a:cubicBezTo>
                  <a:lnTo>
                    <a:pt x="80975" y="13253"/>
                  </a:lnTo>
                  <a:lnTo>
                    <a:pt x="80944" y="13253"/>
                  </a:lnTo>
                  <a:cubicBezTo>
                    <a:pt x="80884" y="13253"/>
                    <a:pt x="80853" y="13131"/>
                    <a:pt x="80853" y="13101"/>
                  </a:cubicBezTo>
                  <a:cubicBezTo>
                    <a:pt x="81036" y="13040"/>
                    <a:pt x="81248" y="13010"/>
                    <a:pt x="81431" y="13010"/>
                  </a:cubicBezTo>
                  <a:lnTo>
                    <a:pt x="81826" y="13010"/>
                  </a:lnTo>
                  <a:cubicBezTo>
                    <a:pt x="81917" y="12949"/>
                    <a:pt x="82039" y="12949"/>
                    <a:pt x="82130" y="12918"/>
                  </a:cubicBezTo>
                  <a:cubicBezTo>
                    <a:pt x="82217" y="12947"/>
                    <a:pt x="82331" y="13224"/>
                    <a:pt x="82237" y="13224"/>
                  </a:cubicBezTo>
                  <a:cubicBezTo>
                    <a:pt x="82232" y="13224"/>
                    <a:pt x="82227" y="13224"/>
                    <a:pt x="82221" y="13222"/>
                  </a:cubicBezTo>
                  <a:cubicBezTo>
                    <a:pt x="82069" y="13222"/>
                    <a:pt x="82069" y="13313"/>
                    <a:pt x="82160" y="13465"/>
                  </a:cubicBezTo>
                  <a:lnTo>
                    <a:pt x="82282" y="13496"/>
                  </a:lnTo>
                  <a:lnTo>
                    <a:pt x="82403" y="13526"/>
                  </a:lnTo>
                  <a:cubicBezTo>
                    <a:pt x="82586" y="13465"/>
                    <a:pt x="82555" y="13313"/>
                    <a:pt x="82525" y="13313"/>
                  </a:cubicBezTo>
                  <a:cubicBezTo>
                    <a:pt x="82464" y="13222"/>
                    <a:pt x="82464" y="13131"/>
                    <a:pt x="82495" y="13040"/>
                  </a:cubicBezTo>
                  <a:cubicBezTo>
                    <a:pt x="82647" y="12949"/>
                    <a:pt x="82799" y="12888"/>
                    <a:pt x="83011" y="12858"/>
                  </a:cubicBezTo>
                  <a:lnTo>
                    <a:pt x="83133" y="12949"/>
                  </a:lnTo>
                  <a:lnTo>
                    <a:pt x="83437" y="13101"/>
                  </a:lnTo>
                  <a:cubicBezTo>
                    <a:pt x="83529" y="13027"/>
                    <a:pt x="83643" y="12987"/>
                    <a:pt x="83760" y="12987"/>
                  </a:cubicBezTo>
                  <a:cubicBezTo>
                    <a:pt x="83835" y="12987"/>
                    <a:pt x="83912" y="13004"/>
                    <a:pt x="83984" y="13040"/>
                  </a:cubicBezTo>
                  <a:lnTo>
                    <a:pt x="84075" y="13040"/>
                  </a:lnTo>
                  <a:lnTo>
                    <a:pt x="84166" y="13010"/>
                  </a:lnTo>
                  <a:cubicBezTo>
                    <a:pt x="84212" y="12964"/>
                    <a:pt x="84265" y="12941"/>
                    <a:pt x="84318" y="12941"/>
                  </a:cubicBezTo>
                  <a:cubicBezTo>
                    <a:pt x="84372" y="12941"/>
                    <a:pt x="84425" y="12964"/>
                    <a:pt x="84470" y="13010"/>
                  </a:cubicBezTo>
                  <a:cubicBezTo>
                    <a:pt x="84501" y="13040"/>
                    <a:pt x="84501" y="13101"/>
                    <a:pt x="84440" y="13101"/>
                  </a:cubicBezTo>
                  <a:cubicBezTo>
                    <a:pt x="84418" y="13101"/>
                    <a:pt x="84283" y="13036"/>
                    <a:pt x="84223" y="13036"/>
                  </a:cubicBezTo>
                  <a:cubicBezTo>
                    <a:pt x="84201" y="13036"/>
                    <a:pt x="84189" y="13045"/>
                    <a:pt x="84197" y="13070"/>
                  </a:cubicBezTo>
                  <a:cubicBezTo>
                    <a:pt x="84227" y="13131"/>
                    <a:pt x="84440" y="13253"/>
                    <a:pt x="84501" y="13253"/>
                  </a:cubicBezTo>
                  <a:cubicBezTo>
                    <a:pt x="84592" y="13253"/>
                    <a:pt x="84683" y="12979"/>
                    <a:pt x="84622" y="12858"/>
                  </a:cubicBezTo>
                  <a:cubicBezTo>
                    <a:pt x="84579" y="12792"/>
                    <a:pt x="84708" y="12742"/>
                    <a:pt x="84818" y="12742"/>
                  </a:cubicBezTo>
                  <a:cubicBezTo>
                    <a:pt x="84861" y="12742"/>
                    <a:pt x="84901" y="12749"/>
                    <a:pt x="84926" y="12766"/>
                  </a:cubicBezTo>
                  <a:lnTo>
                    <a:pt x="85169" y="12918"/>
                  </a:lnTo>
                  <a:lnTo>
                    <a:pt x="85291" y="12918"/>
                  </a:lnTo>
                  <a:cubicBezTo>
                    <a:pt x="85443" y="12918"/>
                    <a:pt x="85352" y="12979"/>
                    <a:pt x="85291" y="13010"/>
                  </a:cubicBezTo>
                  <a:cubicBezTo>
                    <a:pt x="85230" y="13040"/>
                    <a:pt x="85504" y="13040"/>
                    <a:pt x="85565" y="13040"/>
                  </a:cubicBezTo>
                  <a:cubicBezTo>
                    <a:pt x="85625" y="13040"/>
                    <a:pt x="85656" y="13010"/>
                    <a:pt x="85625" y="12949"/>
                  </a:cubicBezTo>
                  <a:lnTo>
                    <a:pt x="85625" y="12918"/>
                  </a:lnTo>
                  <a:cubicBezTo>
                    <a:pt x="85625" y="12888"/>
                    <a:pt x="85747" y="12827"/>
                    <a:pt x="85747" y="12827"/>
                  </a:cubicBezTo>
                  <a:lnTo>
                    <a:pt x="85838" y="12918"/>
                  </a:lnTo>
                  <a:cubicBezTo>
                    <a:pt x="85909" y="12954"/>
                    <a:pt x="85981" y="12969"/>
                    <a:pt x="86052" y="12969"/>
                  </a:cubicBezTo>
                  <a:cubicBezTo>
                    <a:pt x="86102" y="12969"/>
                    <a:pt x="86153" y="12961"/>
                    <a:pt x="86203" y="12949"/>
                  </a:cubicBezTo>
                  <a:cubicBezTo>
                    <a:pt x="86216" y="12942"/>
                    <a:pt x="86241" y="12940"/>
                    <a:pt x="86273" y="12940"/>
                  </a:cubicBezTo>
                  <a:cubicBezTo>
                    <a:pt x="86362" y="12940"/>
                    <a:pt x="86505" y="12957"/>
                    <a:pt x="86604" y="12957"/>
                  </a:cubicBezTo>
                  <a:cubicBezTo>
                    <a:pt x="86640" y="12957"/>
                    <a:pt x="86670" y="12955"/>
                    <a:pt x="86689" y="12949"/>
                  </a:cubicBezTo>
                  <a:cubicBezTo>
                    <a:pt x="86811" y="12888"/>
                    <a:pt x="86902" y="12797"/>
                    <a:pt x="86963" y="12675"/>
                  </a:cubicBezTo>
                  <a:cubicBezTo>
                    <a:pt x="86971" y="12667"/>
                    <a:pt x="86983" y="12663"/>
                    <a:pt x="86998" y="12663"/>
                  </a:cubicBezTo>
                  <a:cubicBezTo>
                    <a:pt x="87089" y="12663"/>
                    <a:pt x="87279" y="12805"/>
                    <a:pt x="87358" y="12858"/>
                  </a:cubicBezTo>
                  <a:cubicBezTo>
                    <a:pt x="87449" y="12888"/>
                    <a:pt x="87548" y="12903"/>
                    <a:pt x="87651" y="12903"/>
                  </a:cubicBezTo>
                  <a:cubicBezTo>
                    <a:pt x="87753" y="12903"/>
                    <a:pt x="87859" y="12888"/>
                    <a:pt x="87966" y="12858"/>
                  </a:cubicBezTo>
                  <a:cubicBezTo>
                    <a:pt x="88095" y="12836"/>
                    <a:pt x="88239" y="12815"/>
                    <a:pt x="88377" y="12815"/>
                  </a:cubicBezTo>
                  <a:cubicBezTo>
                    <a:pt x="88434" y="12815"/>
                    <a:pt x="88490" y="12818"/>
                    <a:pt x="88543" y="12827"/>
                  </a:cubicBezTo>
                  <a:lnTo>
                    <a:pt x="88756" y="12797"/>
                  </a:lnTo>
                  <a:lnTo>
                    <a:pt x="88817" y="12797"/>
                  </a:lnTo>
                  <a:cubicBezTo>
                    <a:pt x="88828" y="12802"/>
                    <a:pt x="88840" y="12805"/>
                    <a:pt x="88853" y="12805"/>
                  </a:cubicBezTo>
                  <a:cubicBezTo>
                    <a:pt x="88909" y="12805"/>
                    <a:pt x="88975" y="12755"/>
                    <a:pt x="88999" y="12706"/>
                  </a:cubicBezTo>
                  <a:cubicBezTo>
                    <a:pt x="88999" y="12675"/>
                    <a:pt x="89030" y="12660"/>
                    <a:pt x="89079" y="12660"/>
                  </a:cubicBezTo>
                  <a:cubicBezTo>
                    <a:pt x="89129" y="12660"/>
                    <a:pt x="89197" y="12675"/>
                    <a:pt x="89273" y="12706"/>
                  </a:cubicBezTo>
                  <a:lnTo>
                    <a:pt x="89364" y="12736"/>
                  </a:lnTo>
                  <a:cubicBezTo>
                    <a:pt x="89433" y="12759"/>
                    <a:pt x="89450" y="12868"/>
                    <a:pt x="89532" y="12868"/>
                  </a:cubicBezTo>
                  <a:cubicBezTo>
                    <a:pt x="89559" y="12868"/>
                    <a:pt x="89593" y="12857"/>
                    <a:pt x="89638" y="12827"/>
                  </a:cubicBezTo>
                  <a:cubicBezTo>
                    <a:pt x="89729" y="12766"/>
                    <a:pt x="89850" y="12736"/>
                    <a:pt x="89972" y="12736"/>
                  </a:cubicBezTo>
                  <a:cubicBezTo>
                    <a:pt x="90002" y="12736"/>
                    <a:pt x="90033" y="12766"/>
                    <a:pt x="90033" y="12766"/>
                  </a:cubicBezTo>
                  <a:cubicBezTo>
                    <a:pt x="90101" y="12801"/>
                    <a:pt x="90178" y="12805"/>
                    <a:pt x="90257" y="12805"/>
                  </a:cubicBezTo>
                  <a:cubicBezTo>
                    <a:pt x="90284" y="12805"/>
                    <a:pt x="90310" y="12804"/>
                    <a:pt x="90337" y="12804"/>
                  </a:cubicBezTo>
                  <a:cubicBezTo>
                    <a:pt x="90443" y="12804"/>
                    <a:pt x="90550" y="12812"/>
                    <a:pt x="90641" y="12888"/>
                  </a:cubicBezTo>
                  <a:cubicBezTo>
                    <a:pt x="90641" y="12888"/>
                    <a:pt x="90762" y="12797"/>
                    <a:pt x="90853" y="12797"/>
                  </a:cubicBezTo>
                  <a:lnTo>
                    <a:pt x="90884" y="12797"/>
                  </a:lnTo>
                  <a:cubicBezTo>
                    <a:pt x="90908" y="12809"/>
                    <a:pt x="90926" y="12814"/>
                    <a:pt x="90939" y="12814"/>
                  </a:cubicBezTo>
                  <a:cubicBezTo>
                    <a:pt x="90994" y="12814"/>
                    <a:pt x="90969" y="12730"/>
                    <a:pt x="90945" y="12706"/>
                  </a:cubicBezTo>
                  <a:cubicBezTo>
                    <a:pt x="90914" y="12645"/>
                    <a:pt x="90853" y="12554"/>
                    <a:pt x="90823" y="12493"/>
                  </a:cubicBezTo>
                  <a:cubicBezTo>
                    <a:pt x="90817" y="12481"/>
                    <a:pt x="90804" y="12476"/>
                    <a:pt x="90787" y="12476"/>
                  </a:cubicBezTo>
                  <a:cubicBezTo>
                    <a:pt x="90714" y="12476"/>
                    <a:pt x="90562" y="12560"/>
                    <a:pt x="90489" y="12584"/>
                  </a:cubicBezTo>
                  <a:cubicBezTo>
                    <a:pt x="90468" y="12598"/>
                    <a:pt x="90453" y="12604"/>
                    <a:pt x="90443" y="12604"/>
                  </a:cubicBezTo>
                  <a:cubicBezTo>
                    <a:pt x="90412" y="12604"/>
                    <a:pt x="90435" y="12539"/>
                    <a:pt x="90458" y="12493"/>
                  </a:cubicBezTo>
                  <a:cubicBezTo>
                    <a:pt x="90483" y="12443"/>
                    <a:pt x="90285" y="12394"/>
                    <a:pt x="90162" y="12394"/>
                  </a:cubicBezTo>
                  <a:cubicBezTo>
                    <a:pt x="90134" y="12394"/>
                    <a:pt x="90110" y="12396"/>
                    <a:pt x="90094" y="12402"/>
                  </a:cubicBezTo>
                  <a:cubicBezTo>
                    <a:pt x="90029" y="12423"/>
                    <a:pt x="89949" y="12445"/>
                    <a:pt x="89865" y="12445"/>
                  </a:cubicBezTo>
                  <a:cubicBezTo>
                    <a:pt x="89830" y="12445"/>
                    <a:pt x="89795" y="12441"/>
                    <a:pt x="89759" y="12432"/>
                  </a:cubicBezTo>
                  <a:cubicBezTo>
                    <a:pt x="89698" y="12402"/>
                    <a:pt x="89516" y="12280"/>
                    <a:pt x="89334" y="12158"/>
                  </a:cubicBezTo>
                  <a:lnTo>
                    <a:pt x="89394" y="12037"/>
                  </a:lnTo>
                  <a:lnTo>
                    <a:pt x="89425" y="11976"/>
                  </a:lnTo>
                  <a:cubicBezTo>
                    <a:pt x="89470" y="11946"/>
                    <a:pt x="89516" y="11930"/>
                    <a:pt x="89550" y="11930"/>
                  </a:cubicBezTo>
                  <a:cubicBezTo>
                    <a:pt x="89584" y="11930"/>
                    <a:pt x="89607" y="11946"/>
                    <a:pt x="89607" y="11976"/>
                  </a:cubicBezTo>
                  <a:lnTo>
                    <a:pt x="89607" y="12006"/>
                  </a:lnTo>
                  <a:cubicBezTo>
                    <a:pt x="89546" y="12128"/>
                    <a:pt x="89607" y="12219"/>
                    <a:pt x="89698" y="12219"/>
                  </a:cubicBezTo>
                  <a:lnTo>
                    <a:pt x="89850" y="12189"/>
                  </a:lnTo>
                  <a:cubicBezTo>
                    <a:pt x="89972" y="12189"/>
                    <a:pt x="90094" y="12098"/>
                    <a:pt x="90063" y="12067"/>
                  </a:cubicBezTo>
                  <a:cubicBezTo>
                    <a:pt x="90033" y="12006"/>
                    <a:pt x="90033" y="11976"/>
                    <a:pt x="90033" y="11976"/>
                  </a:cubicBezTo>
                  <a:lnTo>
                    <a:pt x="90124" y="11976"/>
                  </a:lnTo>
                  <a:cubicBezTo>
                    <a:pt x="90215" y="11976"/>
                    <a:pt x="90276" y="12006"/>
                    <a:pt x="90276" y="12037"/>
                  </a:cubicBezTo>
                  <a:lnTo>
                    <a:pt x="90276" y="12098"/>
                  </a:lnTo>
                  <a:cubicBezTo>
                    <a:pt x="90276" y="12158"/>
                    <a:pt x="90306" y="12219"/>
                    <a:pt x="90398" y="12219"/>
                  </a:cubicBezTo>
                  <a:lnTo>
                    <a:pt x="90428" y="12189"/>
                  </a:lnTo>
                  <a:lnTo>
                    <a:pt x="90489" y="12158"/>
                  </a:lnTo>
                  <a:cubicBezTo>
                    <a:pt x="90513" y="12123"/>
                    <a:pt x="90546" y="12110"/>
                    <a:pt x="90579" y="12110"/>
                  </a:cubicBezTo>
                  <a:cubicBezTo>
                    <a:pt x="90631" y="12110"/>
                    <a:pt x="90683" y="12140"/>
                    <a:pt x="90701" y="12158"/>
                  </a:cubicBezTo>
                  <a:cubicBezTo>
                    <a:pt x="90777" y="12174"/>
                    <a:pt x="90861" y="12181"/>
                    <a:pt x="90945" y="12181"/>
                  </a:cubicBezTo>
                  <a:cubicBezTo>
                    <a:pt x="91028" y="12181"/>
                    <a:pt x="91112" y="12174"/>
                    <a:pt x="91188" y="12158"/>
                  </a:cubicBezTo>
                  <a:cubicBezTo>
                    <a:pt x="91233" y="12128"/>
                    <a:pt x="91287" y="12113"/>
                    <a:pt x="91340" y="12113"/>
                  </a:cubicBezTo>
                  <a:cubicBezTo>
                    <a:pt x="91393" y="12113"/>
                    <a:pt x="91446" y="12128"/>
                    <a:pt x="91492" y="12158"/>
                  </a:cubicBezTo>
                  <a:cubicBezTo>
                    <a:pt x="91492" y="12162"/>
                    <a:pt x="91494" y="12163"/>
                    <a:pt x="91497" y="12163"/>
                  </a:cubicBezTo>
                  <a:cubicBezTo>
                    <a:pt x="91524" y="12163"/>
                    <a:pt x="91647" y="12064"/>
                    <a:pt x="91674" y="12037"/>
                  </a:cubicBezTo>
                  <a:cubicBezTo>
                    <a:pt x="91763" y="11992"/>
                    <a:pt x="91852" y="11964"/>
                    <a:pt x="91953" y="11964"/>
                  </a:cubicBezTo>
                  <a:cubicBezTo>
                    <a:pt x="91990" y="11964"/>
                    <a:pt x="92029" y="11968"/>
                    <a:pt x="92069" y="11976"/>
                  </a:cubicBezTo>
                  <a:lnTo>
                    <a:pt x="92282" y="11976"/>
                  </a:lnTo>
                  <a:lnTo>
                    <a:pt x="92252" y="12219"/>
                  </a:lnTo>
                  <a:cubicBezTo>
                    <a:pt x="92464" y="12189"/>
                    <a:pt x="92677" y="12158"/>
                    <a:pt x="92708" y="12128"/>
                  </a:cubicBezTo>
                  <a:cubicBezTo>
                    <a:pt x="92738" y="12067"/>
                    <a:pt x="92799" y="11915"/>
                    <a:pt x="92829" y="11794"/>
                  </a:cubicBezTo>
                  <a:lnTo>
                    <a:pt x="92920" y="11763"/>
                  </a:lnTo>
                  <a:cubicBezTo>
                    <a:pt x="92987" y="11719"/>
                    <a:pt x="93053" y="11626"/>
                    <a:pt x="93155" y="11626"/>
                  </a:cubicBezTo>
                  <a:cubicBezTo>
                    <a:pt x="93193" y="11626"/>
                    <a:pt x="93236" y="11639"/>
                    <a:pt x="93285" y="11672"/>
                  </a:cubicBezTo>
                  <a:lnTo>
                    <a:pt x="93346" y="11733"/>
                  </a:lnTo>
                  <a:cubicBezTo>
                    <a:pt x="93346" y="11824"/>
                    <a:pt x="93346" y="11885"/>
                    <a:pt x="93407" y="11976"/>
                  </a:cubicBezTo>
                  <a:lnTo>
                    <a:pt x="93559" y="11854"/>
                  </a:lnTo>
                  <a:lnTo>
                    <a:pt x="93680" y="11824"/>
                  </a:lnTo>
                  <a:cubicBezTo>
                    <a:pt x="93802" y="11794"/>
                    <a:pt x="93923" y="11733"/>
                    <a:pt x="94015" y="11672"/>
                  </a:cubicBezTo>
                  <a:cubicBezTo>
                    <a:pt x="94045" y="11672"/>
                    <a:pt x="94015" y="11611"/>
                    <a:pt x="93954" y="11581"/>
                  </a:cubicBezTo>
                  <a:lnTo>
                    <a:pt x="93893" y="11581"/>
                  </a:lnTo>
                  <a:cubicBezTo>
                    <a:pt x="93741" y="11581"/>
                    <a:pt x="93741" y="11520"/>
                    <a:pt x="93741" y="11429"/>
                  </a:cubicBezTo>
                  <a:lnTo>
                    <a:pt x="93802" y="11277"/>
                  </a:lnTo>
                  <a:cubicBezTo>
                    <a:pt x="93832" y="11095"/>
                    <a:pt x="93893" y="10639"/>
                    <a:pt x="93802" y="10547"/>
                  </a:cubicBezTo>
                  <a:cubicBezTo>
                    <a:pt x="93650" y="10456"/>
                    <a:pt x="93528" y="10304"/>
                    <a:pt x="93437" y="10183"/>
                  </a:cubicBezTo>
                  <a:lnTo>
                    <a:pt x="93559" y="10092"/>
                  </a:lnTo>
                  <a:cubicBezTo>
                    <a:pt x="93619" y="10061"/>
                    <a:pt x="93711" y="10031"/>
                    <a:pt x="93741" y="10000"/>
                  </a:cubicBezTo>
                  <a:cubicBezTo>
                    <a:pt x="93802" y="9970"/>
                    <a:pt x="93832" y="9879"/>
                    <a:pt x="93832" y="9879"/>
                  </a:cubicBezTo>
                  <a:cubicBezTo>
                    <a:pt x="93650" y="9727"/>
                    <a:pt x="93832" y="9696"/>
                    <a:pt x="93923" y="9666"/>
                  </a:cubicBezTo>
                  <a:lnTo>
                    <a:pt x="94015" y="9666"/>
                  </a:lnTo>
                  <a:cubicBezTo>
                    <a:pt x="94052" y="9653"/>
                    <a:pt x="94090" y="9646"/>
                    <a:pt x="94126" y="9646"/>
                  </a:cubicBezTo>
                  <a:cubicBezTo>
                    <a:pt x="94176" y="9646"/>
                    <a:pt x="94222" y="9661"/>
                    <a:pt x="94258" y="9696"/>
                  </a:cubicBezTo>
                  <a:cubicBezTo>
                    <a:pt x="94279" y="9739"/>
                    <a:pt x="94407" y="9782"/>
                    <a:pt x="94491" y="9782"/>
                  </a:cubicBezTo>
                  <a:cubicBezTo>
                    <a:pt x="94526" y="9782"/>
                    <a:pt x="94553" y="9775"/>
                    <a:pt x="94562" y="9757"/>
                  </a:cubicBezTo>
                  <a:cubicBezTo>
                    <a:pt x="94623" y="9636"/>
                    <a:pt x="94683" y="9544"/>
                    <a:pt x="94714" y="9423"/>
                  </a:cubicBezTo>
                  <a:cubicBezTo>
                    <a:pt x="94714" y="9392"/>
                    <a:pt x="94699" y="9377"/>
                    <a:pt x="94672" y="9377"/>
                  </a:cubicBezTo>
                  <a:cubicBezTo>
                    <a:pt x="94645" y="9377"/>
                    <a:pt x="94607" y="9392"/>
                    <a:pt x="94562" y="9423"/>
                  </a:cubicBezTo>
                  <a:lnTo>
                    <a:pt x="94501" y="9423"/>
                  </a:lnTo>
                  <a:cubicBezTo>
                    <a:pt x="94440" y="9423"/>
                    <a:pt x="94349" y="9392"/>
                    <a:pt x="94288" y="9332"/>
                  </a:cubicBezTo>
                  <a:lnTo>
                    <a:pt x="94197" y="9240"/>
                  </a:lnTo>
                  <a:cubicBezTo>
                    <a:pt x="94167" y="9332"/>
                    <a:pt x="93954" y="9423"/>
                    <a:pt x="93741" y="9453"/>
                  </a:cubicBezTo>
                  <a:lnTo>
                    <a:pt x="93619" y="9392"/>
                  </a:lnTo>
                  <a:lnTo>
                    <a:pt x="93559" y="9332"/>
                  </a:lnTo>
                  <a:cubicBezTo>
                    <a:pt x="93467" y="9301"/>
                    <a:pt x="93407" y="9301"/>
                    <a:pt x="93316" y="9271"/>
                  </a:cubicBezTo>
                  <a:cubicBezTo>
                    <a:pt x="93255" y="9240"/>
                    <a:pt x="93316" y="9149"/>
                    <a:pt x="93316" y="9149"/>
                  </a:cubicBezTo>
                  <a:cubicBezTo>
                    <a:pt x="93320" y="9145"/>
                    <a:pt x="93329" y="9143"/>
                    <a:pt x="93342" y="9143"/>
                  </a:cubicBezTo>
                  <a:cubicBezTo>
                    <a:pt x="93392" y="9143"/>
                    <a:pt x="93493" y="9171"/>
                    <a:pt x="93560" y="9171"/>
                  </a:cubicBezTo>
                  <a:cubicBezTo>
                    <a:pt x="93589" y="9171"/>
                    <a:pt x="93612" y="9165"/>
                    <a:pt x="93619" y="9149"/>
                  </a:cubicBezTo>
                  <a:cubicBezTo>
                    <a:pt x="93680" y="9088"/>
                    <a:pt x="93619" y="8936"/>
                    <a:pt x="93559" y="8906"/>
                  </a:cubicBezTo>
                  <a:cubicBezTo>
                    <a:pt x="93528" y="8876"/>
                    <a:pt x="93650" y="8785"/>
                    <a:pt x="93711" y="8754"/>
                  </a:cubicBezTo>
                  <a:cubicBezTo>
                    <a:pt x="93771" y="8724"/>
                    <a:pt x="93771" y="8693"/>
                    <a:pt x="93741" y="8633"/>
                  </a:cubicBezTo>
                  <a:cubicBezTo>
                    <a:pt x="93741" y="8633"/>
                    <a:pt x="93863" y="8541"/>
                    <a:pt x="93923" y="8541"/>
                  </a:cubicBezTo>
                  <a:cubicBezTo>
                    <a:pt x="93984" y="8420"/>
                    <a:pt x="94045" y="8268"/>
                    <a:pt x="94075" y="8146"/>
                  </a:cubicBezTo>
                  <a:cubicBezTo>
                    <a:pt x="94106" y="8025"/>
                    <a:pt x="93893" y="7964"/>
                    <a:pt x="93832" y="7964"/>
                  </a:cubicBezTo>
                  <a:cubicBezTo>
                    <a:pt x="93680" y="7964"/>
                    <a:pt x="93528" y="7994"/>
                    <a:pt x="93407" y="8055"/>
                  </a:cubicBezTo>
                  <a:cubicBezTo>
                    <a:pt x="93398" y="8058"/>
                    <a:pt x="93390" y="8059"/>
                    <a:pt x="93381" y="8059"/>
                  </a:cubicBezTo>
                  <a:cubicBezTo>
                    <a:pt x="93295" y="8059"/>
                    <a:pt x="93194" y="7931"/>
                    <a:pt x="93194" y="7903"/>
                  </a:cubicBezTo>
                  <a:cubicBezTo>
                    <a:pt x="93194" y="7903"/>
                    <a:pt x="93140" y="7876"/>
                    <a:pt x="93059" y="7876"/>
                  </a:cubicBezTo>
                  <a:cubicBezTo>
                    <a:pt x="93018" y="7876"/>
                    <a:pt x="92971" y="7883"/>
                    <a:pt x="92920" y="7903"/>
                  </a:cubicBezTo>
                  <a:lnTo>
                    <a:pt x="92829" y="7933"/>
                  </a:lnTo>
                  <a:cubicBezTo>
                    <a:pt x="92768" y="7933"/>
                    <a:pt x="92738" y="7964"/>
                    <a:pt x="92708" y="7994"/>
                  </a:cubicBezTo>
                  <a:lnTo>
                    <a:pt x="92647" y="8116"/>
                  </a:lnTo>
                  <a:cubicBezTo>
                    <a:pt x="92677" y="8207"/>
                    <a:pt x="92768" y="8298"/>
                    <a:pt x="92860" y="8329"/>
                  </a:cubicBezTo>
                  <a:lnTo>
                    <a:pt x="93042" y="8329"/>
                  </a:lnTo>
                  <a:cubicBezTo>
                    <a:pt x="93096" y="8274"/>
                    <a:pt x="93175" y="8172"/>
                    <a:pt x="93212" y="8172"/>
                  </a:cubicBezTo>
                  <a:cubicBezTo>
                    <a:pt x="93217" y="8172"/>
                    <a:pt x="93221" y="8173"/>
                    <a:pt x="93224" y="8177"/>
                  </a:cubicBezTo>
                  <a:cubicBezTo>
                    <a:pt x="93285" y="8207"/>
                    <a:pt x="93346" y="8268"/>
                    <a:pt x="93376" y="8329"/>
                  </a:cubicBezTo>
                  <a:cubicBezTo>
                    <a:pt x="93194" y="8420"/>
                    <a:pt x="92981" y="8450"/>
                    <a:pt x="92799" y="8481"/>
                  </a:cubicBezTo>
                  <a:cubicBezTo>
                    <a:pt x="92770" y="8486"/>
                    <a:pt x="92743" y="8489"/>
                    <a:pt x="92719" y="8489"/>
                  </a:cubicBezTo>
                  <a:cubicBezTo>
                    <a:pt x="92615" y="8489"/>
                    <a:pt x="92556" y="8444"/>
                    <a:pt x="92556" y="8420"/>
                  </a:cubicBezTo>
                  <a:cubicBezTo>
                    <a:pt x="92556" y="8359"/>
                    <a:pt x="92586" y="8298"/>
                    <a:pt x="92586" y="8237"/>
                  </a:cubicBezTo>
                  <a:cubicBezTo>
                    <a:pt x="92556" y="8146"/>
                    <a:pt x="92495" y="8085"/>
                    <a:pt x="92434" y="7994"/>
                  </a:cubicBezTo>
                  <a:lnTo>
                    <a:pt x="92373" y="7933"/>
                  </a:lnTo>
                  <a:lnTo>
                    <a:pt x="92282" y="7842"/>
                  </a:lnTo>
                  <a:cubicBezTo>
                    <a:pt x="92191" y="7842"/>
                    <a:pt x="92100" y="7873"/>
                    <a:pt x="92008" y="7903"/>
                  </a:cubicBezTo>
                  <a:lnTo>
                    <a:pt x="91857" y="7873"/>
                  </a:lnTo>
                  <a:cubicBezTo>
                    <a:pt x="91674" y="7873"/>
                    <a:pt x="91401" y="7842"/>
                    <a:pt x="91218" y="7812"/>
                  </a:cubicBezTo>
                  <a:lnTo>
                    <a:pt x="91066" y="7781"/>
                  </a:lnTo>
                  <a:lnTo>
                    <a:pt x="90945" y="7781"/>
                  </a:lnTo>
                  <a:lnTo>
                    <a:pt x="90671" y="7903"/>
                  </a:lnTo>
                  <a:cubicBezTo>
                    <a:pt x="90489" y="7812"/>
                    <a:pt x="90337" y="7599"/>
                    <a:pt x="90306" y="7386"/>
                  </a:cubicBezTo>
                  <a:cubicBezTo>
                    <a:pt x="90306" y="7326"/>
                    <a:pt x="90124" y="7204"/>
                    <a:pt x="89911" y="7143"/>
                  </a:cubicBezTo>
                  <a:lnTo>
                    <a:pt x="89729" y="7174"/>
                  </a:lnTo>
                  <a:lnTo>
                    <a:pt x="89577" y="7204"/>
                  </a:lnTo>
                  <a:cubicBezTo>
                    <a:pt x="89508" y="7238"/>
                    <a:pt x="89449" y="7255"/>
                    <a:pt x="89402" y="7255"/>
                  </a:cubicBezTo>
                  <a:cubicBezTo>
                    <a:pt x="89325" y="7255"/>
                    <a:pt x="89284" y="7208"/>
                    <a:pt x="89303" y="7113"/>
                  </a:cubicBezTo>
                  <a:lnTo>
                    <a:pt x="89303" y="7113"/>
                  </a:lnTo>
                  <a:lnTo>
                    <a:pt x="89030" y="7143"/>
                  </a:lnTo>
                  <a:cubicBezTo>
                    <a:pt x="89013" y="7147"/>
                    <a:pt x="88998" y="7149"/>
                    <a:pt x="88985" y="7149"/>
                  </a:cubicBezTo>
                  <a:cubicBezTo>
                    <a:pt x="88902" y="7149"/>
                    <a:pt x="88886" y="7074"/>
                    <a:pt x="88939" y="7022"/>
                  </a:cubicBezTo>
                  <a:cubicBezTo>
                    <a:pt x="88984" y="6976"/>
                    <a:pt x="89029" y="6898"/>
                    <a:pt x="89124" y="6898"/>
                  </a:cubicBezTo>
                  <a:cubicBezTo>
                    <a:pt x="89157" y="6898"/>
                    <a:pt x="89196" y="6907"/>
                    <a:pt x="89242" y="6930"/>
                  </a:cubicBezTo>
                  <a:cubicBezTo>
                    <a:pt x="89273" y="6961"/>
                    <a:pt x="89334" y="6991"/>
                    <a:pt x="89394" y="6991"/>
                  </a:cubicBezTo>
                  <a:lnTo>
                    <a:pt x="89546" y="6991"/>
                  </a:lnTo>
                  <a:cubicBezTo>
                    <a:pt x="89594" y="6995"/>
                    <a:pt x="89638" y="6997"/>
                    <a:pt x="89680" y="6997"/>
                  </a:cubicBezTo>
                  <a:cubicBezTo>
                    <a:pt x="89962" y="6997"/>
                    <a:pt x="90116" y="6911"/>
                    <a:pt x="90063" y="6778"/>
                  </a:cubicBezTo>
                  <a:lnTo>
                    <a:pt x="90063" y="6778"/>
                  </a:lnTo>
                  <a:lnTo>
                    <a:pt x="89850" y="6870"/>
                  </a:lnTo>
                  <a:cubicBezTo>
                    <a:pt x="89820" y="6885"/>
                    <a:pt x="89797" y="6890"/>
                    <a:pt x="89779" y="6890"/>
                  </a:cubicBezTo>
                  <a:cubicBezTo>
                    <a:pt x="89725" y="6890"/>
                    <a:pt x="89714" y="6839"/>
                    <a:pt x="89668" y="6839"/>
                  </a:cubicBezTo>
                  <a:cubicBezTo>
                    <a:pt x="89486" y="6771"/>
                    <a:pt x="89286" y="6737"/>
                    <a:pt x="89095" y="6737"/>
                  </a:cubicBezTo>
                  <a:cubicBezTo>
                    <a:pt x="89032" y="6737"/>
                    <a:pt x="88969" y="6740"/>
                    <a:pt x="88908" y="6748"/>
                  </a:cubicBezTo>
                  <a:cubicBezTo>
                    <a:pt x="88878" y="6748"/>
                    <a:pt x="88847" y="6718"/>
                    <a:pt x="88817" y="6718"/>
                  </a:cubicBezTo>
                  <a:lnTo>
                    <a:pt x="88665" y="6687"/>
                  </a:lnTo>
                  <a:cubicBezTo>
                    <a:pt x="88574" y="6870"/>
                    <a:pt x="88483" y="7052"/>
                    <a:pt x="88422" y="7234"/>
                  </a:cubicBezTo>
                  <a:cubicBezTo>
                    <a:pt x="88445" y="7303"/>
                    <a:pt x="88416" y="7337"/>
                    <a:pt x="88400" y="7337"/>
                  </a:cubicBezTo>
                  <a:cubicBezTo>
                    <a:pt x="88395" y="7337"/>
                    <a:pt x="88391" y="7333"/>
                    <a:pt x="88391" y="7326"/>
                  </a:cubicBezTo>
                  <a:cubicBezTo>
                    <a:pt x="88331" y="7234"/>
                    <a:pt x="88270" y="7143"/>
                    <a:pt x="88179" y="7082"/>
                  </a:cubicBezTo>
                  <a:lnTo>
                    <a:pt x="88300" y="6900"/>
                  </a:lnTo>
                  <a:lnTo>
                    <a:pt x="88361" y="6809"/>
                  </a:lnTo>
                  <a:cubicBezTo>
                    <a:pt x="88209" y="6778"/>
                    <a:pt x="87966" y="6748"/>
                    <a:pt x="87814" y="6748"/>
                  </a:cubicBezTo>
                  <a:lnTo>
                    <a:pt x="87783" y="6657"/>
                  </a:lnTo>
                  <a:cubicBezTo>
                    <a:pt x="87753" y="6566"/>
                    <a:pt x="87753" y="6505"/>
                    <a:pt x="87814" y="6444"/>
                  </a:cubicBezTo>
                  <a:lnTo>
                    <a:pt x="87875" y="6383"/>
                  </a:lnTo>
                  <a:cubicBezTo>
                    <a:pt x="87891" y="6380"/>
                    <a:pt x="87907" y="6378"/>
                    <a:pt x="87920" y="6378"/>
                  </a:cubicBezTo>
                  <a:cubicBezTo>
                    <a:pt x="88033" y="6378"/>
                    <a:pt x="88054" y="6478"/>
                    <a:pt x="88027" y="6505"/>
                  </a:cubicBezTo>
                  <a:cubicBezTo>
                    <a:pt x="88027" y="6535"/>
                    <a:pt x="88148" y="6596"/>
                    <a:pt x="88300" y="6657"/>
                  </a:cubicBezTo>
                  <a:lnTo>
                    <a:pt x="88300" y="6322"/>
                  </a:lnTo>
                  <a:cubicBezTo>
                    <a:pt x="88422" y="6322"/>
                    <a:pt x="88513" y="6292"/>
                    <a:pt x="88635" y="6262"/>
                  </a:cubicBezTo>
                  <a:cubicBezTo>
                    <a:pt x="88695" y="6262"/>
                    <a:pt x="88665" y="6201"/>
                    <a:pt x="88635" y="6140"/>
                  </a:cubicBezTo>
                  <a:lnTo>
                    <a:pt x="88391" y="6140"/>
                  </a:lnTo>
                  <a:cubicBezTo>
                    <a:pt x="88179" y="6140"/>
                    <a:pt x="87996" y="6019"/>
                    <a:pt x="88027" y="5988"/>
                  </a:cubicBezTo>
                  <a:cubicBezTo>
                    <a:pt x="88027" y="5958"/>
                    <a:pt x="88087" y="5958"/>
                    <a:pt x="88179" y="5958"/>
                  </a:cubicBezTo>
                  <a:lnTo>
                    <a:pt x="88239" y="5988"/>
                  </a:lnTo>
                  <a:cubicBezTo>
                    <a:pt x="88301" y="6009"/>
                    <a:pt x="88349" y="6071"/>
                    <a:pt x="88421" y="6071"/>
                  </a:cubicBezTo>
                  <a:cubicBezTo>
                    <a:pt x="88455" y="6071"/>
                    <a:pt x="88495" y="6058"/>
                    <a:pt x="88543" y="6019"/>
                  </a:cubicBezTo>
                  <a:cubicBezTo>
                    <a:pt x="88589" y="6003"/>
                    <a:pt x="88635" y="5996"/>
                    <a:pt x="88680" y="5996"/>
                  </a:cubicBezTo>
                  <a:cubicBezTo>
                    <a:pt x="88726" y="5996"/>
                    <a:pt x="88771" y="6003"/>
                    <a:pt x="88817" y="6019"/>
                  </a:cubicBezTo>
                  <a:cubicBezTo>
                    <a:pt x="88857" y="6043"/>
                    <a:pt x="88885" y="6052"/>
                    <a:pt x="88903" y="6052"/>
                  </a:cubicBezTo>
                  <a:cubicBezTo>
                    <a:pt x="88953" y="6052"/>
                    <a:pt x="88931" y="5980"/>
                    <a:pt x="88908" y="5958"/>
                  </a:cubicBezTo>
                  <a:lnTo>
                    <a:pt x="88847" y="5867"/>
                  </a:lnTo>
                  <a:cubicBezTo>
                    <a:pt x="88878" y="5806"/>
                    <a:pt x="88969" y="5684"/>
                    <a:pt x="89060" y="5563"/>
                  </a:cubicBezTo>
                  <a:lnTo>
                    <a:pt x="89212" y="5563"/>
                  </a:lnTo>
                  <a:cubicBezTo>
                    <a:pt x="89364" y="5563"/>
                    <a:pt x="89334" y="5441"/>
                    <a:pt x="89303" y="5411"/>
                  </a:cubicBezTo>
                  <a:cubicBezTo>
                    <a:pt x="89303" y="5380"/>
                    <a:pt x="89273" y="5350"/>
                    <a:pt x="89273" y="5350"/>
                  </a:cubicBezTo>
                  <a:lnTo>
                    <a:pt x="89425" y="5167"/>
                  </a:lnTo>
                  <a:cubicBezTo>
                    <a:pt x="89394" y="5015"/>
                    <a:pt x="89303" y="4863"/>
                    <a:pt x="89182" y="4803"/>
                  </a:cubicBezTo>
                  <a:cubicBezTo>
                    <a:pt x="89030" y="4833"/>
                    <a:pt x="88908" y="4863"/>
                    <a:pt x="88756" y="4924"/>
                  </a:cubicBezTo>
                  <a:lnTo>
                    <a:pt x="88574" y="4803"/>
                  </a:lnTo>
                  <a:cubicBezTo>
                    <a:pt x="88483" y="4803"/>
                    <a:pt x="88422" y="4833"/>
                    <a:pt x="88361" y="4863"/>
                  </a:cubicBezTo>
                  <a:lnTo>
                    <a:pt x="88300" y="4955"/>
                  </a:lnTo>
                  <a:cubicBezTo>
                    <a:pt x="88300" y="5046"/>
                    <a:pt x="88087" y="5046"/>
                    <a:pt x="88027" y="5046"/>
                  </a:cubicBezTo>
                  <a:cubicBezTo>
                    <a:pt x="87935" y="5015"/>
                    <a:pt x="87875" y="4833"/>
                    <a:pt x="87875" y="4772"/>
                  </a:cubicBezTo>
                  <a:cubicBezTo>
                    <a:pt x="87875" y="4712"/>
                    <a:pt x="87783" y="4651"/>
                    <a:pt x="87753" y="4651"/>
                  </a:cubicBezTo>
                  <a:cubicBezTo>
                    <a:pt x="87723" y="4651"/>
                    <a:pt x="87692" y="4499"/>
                    <a:pt x="87632" y="4499"/>
                  </a:cubicBezTo>
                  <a:cubicBezTo>
                    <a:pt x="87540" y="4499"/>
                    <a:pt x="87540" y="4468"/>
                    <a:pt x="87601" y="4468"/>
                  </a:cubicBezTo>
                  <a:lnTo>
                    <a:pt x="87632" y="4468"/>
                  </a:lnTo>
                  <a:lnTo>
                    <a:pt x="88027" y="4499"/>
                  </a:lnTo>
                  <a:cubicBezTo>
                    <a:pt x="88118" y="4377"/>
                    <a:pt x="88239" y="4256"/>
                    <a:pt x="88361" y="4134"/>
                  </a:cubicBezTo>
                  <a:cubicBezTo>
                    <a:pt x="88422" y="4134"/>
                    <a:pt x="88361" y="4073"/>
                    <a:pt x="88209" y="4073"/>
                  </a:cubicBezTo>
                  <a:lnTo>
                    <a:pt x="88209" y="4043"/>
                  </a:lnTo>
                  <a:cubicBezTo>
                    <a:pt x="88148" y="3936"/>
                    <a:pt x="88057" y="3906"/>
                    <a:pt x="87966" y="3906"/>
                  </a:cubicBezTo>
                  <a:cubicBezTo>
                    <a:pt x="87875" y="3906"/>
                    <a:pt x="87783" y="3936"/>
                    <a:pt x="87723" y="3952"/>
                  </a:cubicBezTo>
                  <a:lnTo>
                    <a:pt x="87510" y="4043"/>
                  </a:lnTo>
                  <a:cubicBezTo>
                    <a:pt x="87419" y="3952"/>
                    <a:pt x="87388" y="3830"/>
                    <a:pt x="87419" y="3708"/>
                  </a:cubicBezTo>
                  <a:cubicBezTo>
                    <a:pt x="87449" y="3648"/>
                    <a:pt x="87480" y="3648"/>
                    <a:pt x="87510" y="3648"/>
                  </a:cubicBezTo>
                  <a:cubicBezTo>
                    <a:pt x="87488" y="3756"/>
                    <a:pt x="87560" y="3772"/>
                    <a:pt x="87646" y="3772"/>
                  </a:cubicBezTo>
                  <a:cubicBezTo>
                    <a:pt x="87681" y="3772"/>
                    <a:pt x="87718" y="3769"/>
                    <a:pt x="87753" y="3769"/>
                  </a:cubicBezTo>
                  <a:lnTo>
                    <a:pt x="87966" y="3739"/>
                  </a:lnTo>
                  <a:cubicBezTo>
                    <a:pt x="87844" y="3678"/>
                    <a:pt x="87753" y="3587"/>
                    <a:pt x="87662" y="3496"/>
                  </a:cubicBezTo>
                  <a:lnTo>
                    <a:pt x="87723" y="3435"/>
                  </a:lnTo>
                  <a:cubicBezTo>
                    <a:pt x="87753" y="3344"/>
                    <a:pt x="87783" y="3283"/>
                    <a:pt x="87814" y="3192"/>
                  </a:cubicBezTo>
                  <a:lnTo>
                    <a:pt x="87814" y="3161"/>
                  </a:lnTo>
                  <a:cubicBezTo>
                    <a:pt x="87814" y="3161"/>
                    <a:pt x="87723" y="3192"/>
                    <a:pt x="87632" y="3283"/>
                  </a:cubicBezTo>
                  <a:lnTo>
                    <a:pt x="87601" y="3283"/>
                  </a:lnTo>
                  <a:cubicBezTo>
                    <a:pt x="87419" y="3253"/>
                    <a:pt x="87510" y="3161"/>
                    <a:pt x="87571" y="3101"/>
                  </a:cubicBezTo>
                  <a:cubicBezTo>
                    <a:pt x="87540" y="3009"/>
                    <a:pt x="87480" y="2918"/>
                    <a:pt x="87419" y="2857"/>
                  </a:cubicBezTo>
                  <a:lnTo>
                    <a:pt x="87236" y="2857"/>
                  </a:lnTo>
                  <a:cubicBezTo>
                    <a:pt x="87084" y="2857"/>
                    <a:pt x="86963" y="2857"/>
                    <a:pt x="86963" y="2705"/>
                  </a:cubicBezTo>
                  <a:lnTo>
                    <a:pt x="86841" y="2705"/>
                  </a:lnTo>
                  <a:lnTo>
                    <a:pt x="86750" y="2918"/>
                  </a:lnTo>
                  <a:cubicBezTo>
                    <a:pt x="86537" y="2888"/>
                    <a:pt x="86446" y="2705"/>
                    <a:pt x="86446" y="2645"/>
                  </a:cubicBezTo>
                  <a:cubicBezTo>
                    <a:pt x="86507" y="2553"/>
                    <a:pt x="86568" y="2493"/>
                    <a:pt x="86628" y="2462"/>
                  </a:cubicBezTo>
                  <a:lnTo>
                    <a:pt x="86659" y="2462"/>
                  </a:lnTo>
                  <a:lnTo>
                    <a:pt x="86811" y="2523"/>
                  </a:lnTo>
                  <a:cubicBezTo>
                    <a:pt x="86963" y="2493"/>
                    <a:pt x="87054" y="2341"/>
                    <a:pt x="87054" y="2280"/>
                  </a:cubicBezTo>
                  <a:cubicBezTo>
                    <a:pt x="87024" y="2249"/>
                    <a:pt x="87054" y="2189"/>
                    <a:pt x="87115" y="2158"/>
                  </a:cubicBezTo>
                  <a:cubicBezTo>
                    <a:pt x="87267" y="2097"/>
                    <a:pt x="87388" y="1976"/>
                    <a:pt x="87510" y="1854"/>
                  </a:cubicBezTo>
                  <a:cubicBezTo>
                    <a:pt x="87540" y="1733"/>
                    <a:pt x="87571" y="1611"/>
                    <a:pt x="87540" y="1520"/>
                  </a:cubicBezTo>
                  <a:lnTo>
                    <a:pt x="87115" y="1520"/>
                  </a:lnTo>
                  <a:cubicBezTo>
                    <a:pt x="87024" y="1277"/>
                    <a:pt x="87358" y="942"/>
                    <a:pt x="87480" y="882"/>
                  </a:cubicBezTo>
                  <a:cubicBezTo>
                    <a:pt x="87601" y="851"/>
                    <a:pt x="87601" y="730"/>
                    <a:pt x="87480" y="669"/>
                  </a:cubicBezTo>
                  <a:lnTo>
                    <a:pt x="87358" y="608"/>
                  </a:lnTo>
                  <a:cubicBezTo>
                    <a:pt x="87267" y="547"/>
                    <a:pt x="87358" y="487"/>
                    <a:pt x="87358" y="456"/>
                  </a:cubicBezTo>
                  <a:cubicBezTo>
                    <a:pt x="87388" y="426"/>
                    <a:pt x="87328" y="335"/>
                    <a:pt x="87297" y="304"/>
                  </a:cubicBezTo>
                  <a:cubicBezTo>
                    <a:pt x="87252" y="243"/>
                    <a:pt x="87229" y="213"/>
                    <a:pt x="87202" y="213"/>
                  </a:cubicBezTo>
                  <a:cubicBezTo>
                    <a:pt x="87176" y="213"/>
                    <a:pt x="87145" y="243"/>
                    <a:pt x="87084" y="304"/>
                  </a:cubicBezTo>
                  <a:lnTo>
                    <a:pt x="87024" y="304"/>
                  </a:lnTo>
                  <a:cubicBezTo>
                    <a:pt x="87007" y="312"/>
                    <a:pt x="86991" y="316"/>
                    <a:pt x="86975" y="316"/>
                  </a:cubicBezTo>
                  <a:cubicBezTo>
                    <a:pt x="86932" y="316"/>
                    <a:pt x="86894" y="288"/>
                    <a:pt x="86872" y="243"/>
                  </a:cubicBezTo>
                  <a:lnTo>
                    <a:pt x="86872" y="213"/>
                  </a:lnTo>
                  <a:lnTo>
                    <a:pt x="86872" y="183"/>
                  </a:lnTo>
                  <a:cubicBezTo>
                    <a:pt x="86932" y="91"/>
                    <a:pt x="86872" y="91"/>
                    <a:pt x="86750" y="91"/>
                  </a:cubicBezTo>
                  <a:lnTo>
                    <a:pt x="86598" y="91"/>
                  </a:lnTo>
                  <a:cubicBezTo>
                    <a:pt x="86591" y="95"/>
                    <a:pt x="86581" y="96"/>
                    <a:pt x="86568" y="96"/>
                  </a:cubicBezTo>
                  <a:cubicBezTo>
                    <a:pt x="86466" y="96"/>
                    <a:pt x="86189" y="0"/>
                    <a:pt x="86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1"/>
            <p:cNvSpPr/>
            <p:nvPr/>
          </p:nvSpPr>
          <p:spPr>
            <a:xfrm rot="2700000">
              <a:off x="6819017" y="1397400"/>
              <a:ext cx="2523601" cy="400471"/>
            </a:xfrm>
            <a:custGeom>
              <a:rect b="b" l="l" r="r" t="t"/>
              <a:pathLst>
                <a:path extrusionOk="0" h="16019" w="100945">
                  <a:moveTo>
                    <a:pt x="83846" y="323"/>
                  </a:moveTo>
                  <a:cubicBezTo>
                    <a:pt x="83893" y="323"/>
                    <a:pt x="83937" y="345"/>
                    <a:pt x="83954" y="395"/>
                  </a:cubicBezTo>
                  <a:cubicBezTo>
                    <a:pt x="83984" y="426"/>
                    <a:pt x="84015" y="487"/>
                    <a:pt x="84015" y="547"/>
                  </a:cubicBezTo>
                  <a:lnTo>
                    <a:pt x="83984" y="608"/>
                  </a:lnTo>
                  <a:cubicBezTo>
                    <a:pt x="83945" y="667"/>
                    <a:pt x="83893" y="701"/>
                    <a:pt x="83837" y="701"/>
                  </a:cubicBezTo>
                  <a:cubicBezTo>
                    <a:pt x="83806" y="701"/>
                    <a:pt x="83773" y="691"/>
                    <a:pt x="83741" y="669"/>
                  </a:cubicBezTo>
                  <a:lnTo>
                    <a:pt x="83711" y="669"/>
                  </a:lnTo>
                  <a:cubicBezTo>
                    <a:pt x="83650" y="639"/>
                    <a:pt x="83559" y="426"/>
                    <a:pt x="83680" y="395"/>
                  </a:cubicBezTo>
                  <a:lnTo>
                    <a:pt x="83741" y="365"/>
                  </a:lnTo>
                  <a:cubicBezTo>
                    <a:pt x="83768" y="338"/>
                    <a:pt x="83808" y="323"/>
                    <a:pt x="83846" y="323"/>
                  </a:cubicBezTo>
                  <a:close/>
                  <a:moveTo>
                    <a:pt x="81492" y="395"/>
                  </a:moveTo>
                  <a:cubicBezTo>
                    <a:pt x="81613" y="395"/>
                    <a:pt x="81735" y="456"/>
                    <a:pt x="81826" y="517"/>
                  </a:cubicBezTo>
                  <a:cubicBezTo>
                    <a:pt x="81826" y="578"/>
                    <a:pt x="81735" y="639"/>
                    <a:pt x="81613" y="669"/>
                  </a:cubicBezTo>
                  <a:lnTo>
                    <a:pt x="81583" y="699"/>
                  </a:lnTo>
                  <a:cubicBezTo>
                    <a:pt x="81577" y="701"/>
                    <a:pt x="81570" y="702"/>
                    <a:pt x="81565" y="702"/>
                  </a:cubicBezTo>
                  <a:cubicBezTo>
                    <a:pt x="81458" y="702"/>
                    <a:pt x="81434" y="453"/>
                    <a:pt x="81492" y="395"/>
                  </a:cubicBezTo>
                  <a:close/>
                  <a:moveTo>
                    <a:pt x="73467" y="566"/>
                  </a:moveTo>
                  <a:cubicBezTo>
                    <a:pt x="73510" y="566"/>
                    <a:pt x="73520" y="594"/>
                    <a:pt x="73498" y="639"/>
                  </a:cubicBezTo>
                  <a:lnTo>
                    <a:pt x="73498" y="669"/>
                  </a:lnTo>
                  <a:cubicBezTo>
                    <a:pt x="73447" y="720"/>
                    <a:pt x="73310" y="835"/>
                    <a:pt x="73214" y="835"/>
                  </a:cubicBezTo>
                  <a:cubicBezTo>
                    <a:pt x="73195" y="835"/>
                    <a:pt x="73178" y="831"/>
                    <a:pt x="73163" y="821"/>
                  </a:cubicBezTo>
                  <a:lnTo>
                    <a:pt x="73103" y="821"/>
                  </a:lnTo>
                  <a:cubicBezTo>
                    <a:pt x="72981" y="791"/>
                    <a:pt x="73042" y="699"/>
                    <a:pt x="73042" y="639"/>
                  </a:cubicBezTo>
                  <a:lnTo>
                    <a:pt x="73042" y="608"/>
                  </a:lnTo>
                  <a:cubicBezTo>
                    <a:pt x="73057" y="593"/>
                    <a:pt x="73133" y="593"/>
                    <a:pt x="73213" y="593"/>
                  </a:cubicBezTo>
                  <a:cubicBezTo>
                    <a:pt x="73293" y="593"/>
                    <a:pt x="73376" y="593"/>
                    <a:pt x="73407" y="578"/>
                  </a:cubicBezTo>
                  <a:cubicBezTo>
                    <a:pt x="73431" y="570"/>
                    <a:pt x="73451" y="566"/>
                    <a:pt x="73467" y="566"/>
                  </a:cubicBezTo>
                  <a:close/>
                  <a:moveTo>
                    <a:pt x="75990" y="547"/>
                  </a:moveTo>
                  <a:cubicBezTo>
                    <a:pt x="76112" y="547"/>
                    <a:pt x="76142" y="639"/>
                    <a:pt x="76142" y="669"/>
                  </a:cubicBezTo>
                  <a:cubicBezTo>
                    <a:pt x="76112" y="730"/>
                    <a:pt x="76112" y="791"/>
                    <a:pt x="76112" y="851"/>
                  </a:cubicBezTo>
                  <a:cubicBezTo>
                    <a:pt x="76112" y="860"/>
                    <a:pt x="76104" y="864"/>
                    <a:pt x="76091" y="864"/>
                  </a:cubicBezTo>
                  <a:cubicBezTo>
                    <a:pt x="76058" y="864"/>
                    <a:pt x="75994" y="842"/>
                    <a:pt x="75929" y="821"/>
                  </a:cubicBezTo>
                  <a:cubicBezTo>
                    <a:pt x="75838" y="760"/>
                    <a:pt x="75869" y="547"/>
                    <a:pt x="75990" y="547"/>
                  </a:cubicBezTo>
                  <a:close/>
                  <a:moveTo>
                    <a:pt x="57631" y="760"/>
                  </a:moveTo>
                  <a:lnTo>
                    <a:pt x="57844" y="851"/>
                  </a:lnTo>
                  <a:cubicBezTo>
                    <a:pt x="57824" y="969"/>
                    <a:pt x="57754" y="1036"/>
                    <a:pt x="57666" y="1036"/>
                  </a:cubicBezTo>
                  <a:cubicBezTo>
                    <a:pt x="57617" y="1036"/>
                    <a:pt x="57563" y="1016"/>
                    <a:pt x="57510" y="973"/>
                  </a:cubicBezTo>
                  <a:lnTo>
                    <a:pt x="57418" y="912"/>
                  </a:lnTo>
                  <a:cubicBezTo>
                    <a:pt x="57388" y="882"/>
                    <a:pt x="57449" y="821"/>
                    <a:pt x="57570" y="760"/>
                  </a:cubicBezTo>
                  <a:close/>
                  <a:moveTo>
                    <a:pt x="59994" y="748"/>
                  </a:moveTo>
                  <a:cubicBezTo>
                    <a:pt x="60059" y="748"/>
                    <a:pt x="60228" y="890"/>
                    <a:pt x="60306" y="943"/>
                  </a:cubicBezTo>
                  <a:lnTo>
                    <a:pt x="60154" y="1034"/>
                  </a:lnTo>
                  <a:lnTo>
                    <a:pt x="60124" y="1064"/>
                  </a:lnTo>
                  <a:cubicBezTo>
                    <a:pt x="60002" y="1003"/>
                    <a:pt x="59941" y="882"/>
                    <a:pt x="59972" y="760"/>
                  </a:cubicBezTo>
                  <a:cubicBezTo>
                    <a:pt x="59976" y="752"/>
                    <a:pt x="59984" y="748"/>
                    <a:pt x="59994" y="748"/>
                  </a:cubicBezTo>
                  <a:close/>
                  <a:moveTo>
                    <a:pt x="61674" y="821"/>
                  </a:moveTo>
                  <a:lnTo>
                    <a:pt x="61674" y="851"/>
                  </a:lnTo>
                  <a:cubicBezTo>
                    <a:pt x="61765" y="851"/>
                    <a:pt x="62008" y="943"/>
                    <a:pt x="61887" y="1064"/>
                  </a:cubicBezTo>
                  <a:lnTo>
                    <a:pt x="61856" y="1064"/>
                  </a:lnTo>
                  <a:lnTo>
                    <a:pt x="61735" y="1003"/>
                  </a:lnTo>
                  <a:cubicBezTo>
                    <a:pt x="61613" y="912"/>
                    <a:pt x="61583" y="821"/>
                    <a:pt x="61674" y="821"/>
                  </a:cubicBezTo>
                  <a:close/>
                  <a:moveTo>
                    <a:pt x="45139" y="1003"/>
                  </a:moveTo>
                  <a:cubicBezTo>
                    <a:pt x="45169" y="1003"/>
                    <a:pt x="45199" y="1003"/>
                    <a:pt x="45230" y="1034"/>
                  </a:cubicBezTo>
                  <a:lnTo>
                    <a:pt x="45230" y="1155"/>
                  </a:lnTo>
                  <a:cubicBezTo>
                    <a:pt x="45108" y="1186"/>
                    <a:pt x="44987" y="1216"/>
                    <a:pt x="44865" y="1247"/>
                  </a:cubicBezTo>
                  <a:lnTo>
                    <a:pt x="44713" y="1277"/>
                  </a:lnTo>
                  <a:cubicBezTo>
                    <a:pt x="44622" y="1186"/>
                    <a:pt x="44743" y="1125"/>
                    <a:pt x="44987" y="1125"/>
                  </a:cubicBezTo>
                  <a:lnTo>
                    <a:pt x="45139" y="1003"/>
                  </a:lnTo>
                  <a:close/>
                  <a:moveTo>
                    <a:pt x="31659" y="1304"/>
                  </a:moveTo>
                  <a:cubicBezTo>
                    <a:pt x="31730" y="1304"/>
                    <a:pt x="31700" y="1496"/>
                    <a:pt x="31643" y="1581"/>
                  </a:cubicBezTo>
                  <a:cubicBezTo>
                    <a:pt x="31586" y="1618"/>
                    <a:pt x="31542" y="1644"/>
                    <a:pt x="31516" y="1644"/>
                  </a:cubicBezTo>
                  <a:cubicBezTo>
                    <a:pt x="31500" y="1644"/>
                    <a:pt x="31491" y="1634"/>
                    <a:pt x="31491" y="1611"/>
                  </a:cubicBezTo>
                  <a:cubicBezTo>
                    <a:pt x="31491" y="1550"/>
                    <a:pt x="31400" y="1459"/>
                    <a:pt x="31339" y="1459"/>
                  </a:cubicBezTo>
                  <a:cubicBezTo>
                    <a:pt x="31308" y="1459"/>
                    <a:pt x="31308" y="1399"/>
                    <a:pt x="31308" y="1399"/>
                  </a:cubicBezTo>
                  <a:cubicBezTo>
                    <a:pt x="31400" y="1338"/>
                    <a:pt x="31521" y="1307"/>
                    <a:pt x="31643" y="1307"/>
                  </a:cubicBezTo>
                  <a:cubicBezTo>
                    <a:pt x="31649" y="1305"/>
                    <a:pt x="31654" y="1304"/>
                    <a:pt x="31659" y="1304"/>
                  </a:cubicBezTo>
                  <a:close/>
                  <a:moveTo>
                    <a:pt x="25077" y="1459"/>
                  </a:moveTo>
                  <a:cubicBezTo>
                    <a:pt x="25229" y="1459"/>
                    <a:pt x="25381" y="1490"/>
                    <a:pt x="25503" y="1520"/>
                  </a:cubicBezTo>
                  <a:cubicBezTo>
                    <a:pt x="25533" y="1550"/>
                    <a:pt x="25564" y="1581"/>
                    <a:pt x="25503" y="1642"/>
                  </a:cubicBezTo>
                  <a:cubicBezTo>
                    <a:pt x="25453" y="1691"/>
                    <a:pt x="25404" y="1741"/>
                    <a:pt x="25321" y="1741"/>
                  </a:cubicBezTo>
                  <a:cubicBezTo>
                    <a:pt x="25302" y="1741"/>
                    <a:pt x="25282" y="1738"/>
                    <a:pt x="25260" y="1733"/>
                  </a:cubicBezTo>
                  <a:lnTo>
                    <a:pt x="25138" y="1702"/>
                  </a:lnTo>
                  <a:cubicBezTo>
                    <a:pt x="24925" y="1642"/>
                    <a:pt x="24895" y="1581"/>
                    <a:pt x="25017" y="1520"/>
                  </a:cubicBezTo>
                  <a:lnTo>
                    <a:pt x="25077" y="1459"/>
                  </a:lnTo>
                  <a:close/>
                  <a:moveTo>
                    <a:pt x="24429" y="1423"/>
                  </a:moveTo>
                  <a:cubicBezTo>
                    <a:pt x="24516" y="1423"/>
                    <a:pt x="24478" y="1498"/>
                    <a:pt x="24530" y="1550"/>
                  </a:cubicBezTo>
                  <a:lnTo>
                    <a:pt x="24591" y="1611"/>
                  </a:lnTo>
                  <a:cubicBezTo>
                    <a:pt x="24469" y="1672"/>
                    <a:pt x="24348" y="1763"/>
                    <a:pt x="24226" y="1794"/>
                  </a:cubicBezTo>
                  <a:cubicBezTo>
                    <a:pt x="24203" y="1817"/>
                    <a:pt x="24180" y="1827"/>
                    <a:pt x="24160" y="1827"/>
                  </a:cubicBezTo>
                  <a:cubicBezTo>
                    <a:pt x="24128" y="1827"/>
                    <a:pt x="24105" y="1801"/>
                    <a:pt x="24105" y="1763"/>
                  </a:cubicBezTo>
                  <a:lnTo>
                    <a:pt x="24074" y="1763"/>
                  </a:lnTo>
                  <a:cubicBezTo>
                    <a:pt x="24135" y="1642"/>
                    <a:pt x="24196" y="1520"/>
                    <a:pt x="24257" y="1429"/>
                  </a:cubicBezTo>
                  <a:lnTo>
                    <a:pt x="24378" y="1429"/>
                  </a:lnTo>
                  <a:cubicBezTo>
                    <a:pt x="24399" y="1425"/>
                    <a:pt x="24416" y="1423"/>
                    <a:pt x="24429" y="1423"/>
                  </a:cubicBezTo>
                  <a:close/>
                  <a:moveTo>
                    <a:pt x="17478" y="1763"/>
                  </a:moveTo>
                  <a:lnTo>
                    <a:pt x="17600" y="1885"/>
                  </a:lnTo>
                  <a:cubicBezTo>
                    <a:pt x="17782" y="1885"/>
                    <a:pt x="17874" y="1976"/>
                    <a:pt x="17813" y="2098"/>
                  </a:cubicBezTo>
                  <a:lnTo>
                    <a:pt x="17752" y="2158"/>
                  </a:lnTo>
                  <a:cubicBezTo>
                    <a:pt x="17714" y="2209"/>
                    <a:pt x="17681" y="2233"/>
                    <a:pt x="17656" y="2233"/>
                  </a:cubicBezTo>
                  <a:cubicBezTo>
                    <a:pt x="17621" y="2233"/>
                    <a:pt x="17600" y="2186"/>
                    <a:pt x="17600" y="2098"/>
                  </a:cubicBezTo>
                  <a:cubicBezTo>
                    <a:pt x="17539" y="2098"/>
                    <a:pt x="17326" y="2006"/>
                    <a:pt x="17326" y="1946"/>
                  </a:cubicBezTo>
                  <a:cubicBezTo>
                    <a:pt x="17357" y="1885"/>
                    <a:pt x="17418" y="1824"/>
                    <a:pt x="17478" y="1763"/>
                  </a:cubicBezTo>
                  <a:close/>
                  <a:moveTo>
                    <a:pt x="15599" y="1931"/>
                  </a:moveTo>
                  <a:cubicBezTo>
                    <a:pt x="15616" y="1931"/>
                    <a:pt x="15635" y="1936"/>
                    <a:pt x="15655" y="1946"/>
                  </a:cubicBezTo>
                  <a:lnTo>
                    <a:pt x="15776" y="2006"/>
                  </a:lnTo>
                  <a:cubicBezTo>
                    <a:pt x="15801" y="1998"/>
                    <a:pt x="15823" y="1994"/>
                    <a:pt x="15842" y="1994"/>
                  </a:cubicBezTo>
                  <a:cubicBezTo>
                    <a:pt x="15893" y="1994"/>
                    <a:pt x="15920" y="2023"/>
                    <a:pt x="15898" y="2067"/>
                  </a:cubicBezTo>
                  <a:cubicBezTo>
                    <a:pt x="15898" y="2128"/>
                    <a:pt x="15867" y="2189"/>
                    <a:pt x="15867" y="2250"/>
                  </a:cubicBezTo>
                  <a:cubicBezTo>
                    <a:pt x="15867" y="2265"/>
                    <a:pt x="15837" y="2272"/>
                    <a:pt x="15791" y="2272"/>
                  </a:cubicBezTo>
                  <a:cubicBezTo>
                    <a:pt x="15746" y="2272"/>
                    <a:pt x="15685" y="2265"/>
                    <a:pt x="15624" y="2250"/>
                  </a:cubicBezTo>
                  <a:lnTo>
                    <a:pt x="15594" y="2250"/>
                  </a:lnTo>
                  <a:cubicBezTo>
                    <a:pt x="15558" y="2285"/>
                    <a:pt x="15532" y="2298"/>
                    <a:pt x="15509" y="2298"/>
                  </a:cubicBezTo>
                  <a:cubicBezTo>
                    <a:pt x="15474" y="2298"/>
                    <a:pt x="15448" y="2268"/>
                    <a:pt x="15412" y="2250"/>
                  </a:cubicBezTo>
                  <a:cubicBezTo>
                    <a:pt x="15320" y="2189"/>
                    <a:pt x="15320" y="2128"/>
                    <a:pt x="15412" y="2067"/>
                  </a:cubicBezTo>
                  <a:cubicBezTo>
                    <a:pt x="15462" y="2042"/>
                    <a:pt x="15513" y="1931"/>
                    <a:pt x="15599" y="1931"/>
                  </a:cubicBezTo>
                  <a:close/>
                  <a:moveTo>
                    <a:pt x="88878" y="2250"/>
                  </a:moveTo>
                  <a:cubicBezTo>
                    <a:pt x="89060" y="2310"/>
                    <a:pt x="89091" y="2432"/>
                    <a:pt x="89060" y="2432"/>
                  </a:cubicBezTo>
                  <a:cubicBezTo>
                    <a:pt x="88923" y="2432"/>
                    <a:pt x="88761" y="2382"/>
                    <a:pt x="88619" y="2328"/>
                  </a:cubicBezTo>
                  <a:lnTo>
                    <a:pt x="88619" y="2328"/>
                  </a:lnTo>
                  <a:lnTo>
                    <a:pt x="88787" y="2280"/>
                  </a:lnTo>
                  <a:lnTo>
                    <a:pt x="88878" y="2250"/>
                  </a:lnTo>
                  <a:close/>
                  <a:moveTo>
                    <a:pt x="90560" y="2156"/>
                  </a:moveTo>
                  <a:cubicBezTo>
                    <a:pt x="90568" y="2156"/>
                    <a:pt x="90580" y="2182"/>
                    <a:pt x="90580" y="2219"/>
                  </a:cubicBezTo>
                  <a:cubicBezTo>
                    <a:pt x="90580" y="2371"/>
                    <a:pt x="90458" y="2462"/>
                    <a:pt x="90337" y="2462"/>
                  </a:cubicBezTo>
                  <a:lnTo>
                    <a:pt x="90215" y="2432"/>
                  </a:lnTo>
                  <a:lnTo>
                    <a:pt x="90124" y="2402"/>
                  </a:lnTo>
                  <a:cubicBezTo>
                    <a:pt x="90089" y="2407"/>
                    <a:pt x="90061" y="2410"/>
                    <a:pt x="90039" y="2410"/>
                  </a:cubicBezTo>
                  <a:cubicBezTo>
                    <a:pt x="89944" y="2410"/>
                    <a:pt x="89953" y="2365"/>
                    <a:pt x="90003" y="2341"/>
                  </a:cubicBezTo>
                  <a:cubicBezTo>
                    <a:pt x="90063" y="2310"/>
                    <a:pt x="90033" y="2250"/>
                    <a:pt x="90003" y="2219"/>
                  </a:cubicBezTo>
                  <a:cubicBezTo>
                    <a:pt x="89994" y="2210"/>
                    <a:pt x="90011" y="2207"/>
                    <a:pt x="90041" y="2207"/>
                  </a:cubicBezTo>
                  <a:cubicBezTo>
                    <a:pt x="90114" y="2207"/>
                    <a:pt x="90264" y="2228"/>
                    <a:pt x="90307" y="2250"/>
                  </a:cubicBezTo>
                  <a:cubicBezTo>
                    <a:pt x="90331" y="2258"/>
                    <a:pt x="90355" y="2262"/>
                    <a:pt x="90379" y="2262"/>
                  </a:cubicBezTo>
                  <a:cubicBezTo>
                    <a:pt x="90444" y="2262"/>
                    <a:pt x="90505" y="2233"/>
                    <a:pt x="90550" y="2189"/>
                  </a:cubicBezTo>
                  <a:cubicBezTo>
                    <a:pt x="90550" y="2166"/>
                    <a:pt x="90554" y="2156"/>
                    <a:pt x="90560" y="2156"/>
                  </a:cubicBezTo>
                  <a:close/>
                  <a:moveTo>
                    <a:pt x="94501" y="2979"/>
                  </a:moveTo>
                  <a:lnTo>
                    <a:pt x="94683" y="3009"/>
                  </a:lnTo>
                  <a:lnTo>
                    <a:pt x="94775" y="3009"/>
                  </a:lnTo>
                  <a:cubicBezTo>
                    <a:pt x="94927" y="3070"/>
                    <a:pt x="94987" y="3222"/>
                    <a:pt x="94927" y="3313"/>
                  </a:cubicBezTo>
                  <a:cubicBezTo>
                    <a:pt x="94913" y="3332"/>
                    <a:pt x="94889" y="3340"/>
                    <a:pt x="94859" y="3340"/>
                  </a:cubicBezTo>
                  <a:cubicBezTo>
                    <a:pt x="94689" y="3340"/>
                    <a:pt x="94310" y="3091"/>
                    <a:pt x="94258" y="3040"/>
                  </a:cubicBezTo>
                  <a:cubicBezTo>
                    <a:pt x="94197" y="3009"/>
                    <a:pt x="94288" y="2979"/>
                    <a:pt x="94501" y="2979"/>
                  </a:cubicBezTo>
                  <a:close/>
                  <a:moveTo>
                    <a:pt x="11430" y="3344"/>
                  </a:moveTo>
                  <a:cubicBezTo>
                    <a:pt x="11490" y="3344"/>
                    <a:pt x="11551" y="3374"/>
                    <a:pt x="11551" y="3435"/>
                  </a:cubicBezTo>
                  <a:lnTo>
                    <a:pt x="11399" y="3526"/>
                  </a:lnTo>
                  <a:cubicBezTo>
                    <a:pt x="11247" y="3617"/>
                    <a:pt x="11126" y="3678"/>
                    <a:pt x="10974" y="3739"/>
                  </a:cubicBezTo>
                  <a:lnTo>
                    <a:pt x="10974" y="3709"/>
                  </a:lnTo>
                  <a:lnTo>
                    <a:pt x="10943" y="3709"/>
                  </a:lnTo>
                  <a:cubicBezTo>
                    <a:pt x="10974" y="3587"/>
                    <a:pt x="11065" y="3496"/>
                    <a:pt x="11156" y="3405"/>
                  </a:cubicBezTo>
                  <a:cubicBezTo>
                    <a:pt x="11217" y="3374"/>
                    <a:pt x="11338" y="3344"/>
                    <a:pt x="11430" y="3344"/>
                  </a:cubicBezTo>
                  <a:close/>
                  <a:moveTo>
                    <a:pt x="20559" y="3545"/>
                  </a:moveTo>
                  <a:cubicBezTo>
                    <a:pt x="20642" y="3545"/>
                    <a:pt x="20763" y="3573"/>
                    <a:pt x="20852" y="3617"/>
                  </a:cubicBezTo>
                  <a:lnTo>
                    <a:pt x="20974" y="3709"/>
                  </a:lnTo>
                  <a:lnTo>
                    <a:pt x="20974" y="3769"/>
                  </a:lnTo>
                  <a:cubicBezTo>
                    <a:pt x="20974" y="3800"/>
                    <a:pt x="20944" y="3830"/>
                    <a:pt x="20913" y="3830"/>
                  </a:cubicBezTo>
                  <a:lnTo>
                    <a:pt x="20822" y="3830"/>
                  </a:lnTo>
                  <a:cubicBezTo>
                    <a:pt x="20700" y="3800"/>
                    <a:pt x="20579" y="3739"/>
                    <a:pt x="20488" y="3678"/>
                  </a:cubicBezTo>
                  <a:cubicBezTo>
                    <a:pt x="20427" y="3648"/>
                    <a:pt x="20427" y="3587"/>
                    <a:pt x="20488" y="3557"/>
                  </a:cubicBezTo>
                  <a:cubicBezTo>
                    <a:pt x="20504" y="3548"/>
                    <a:pt x="20529" y="3545"/>
                    <a:pt x="20559" y="3545"/>
                  </a:cubicBezTo>
                  <a:close/>
                  <a:moveTo>
                    <a:pt x="14256" y="3769"/>
                  </a:moveTo>
                  <a:cubicBezTo>
                    <a:pt x="14287" y="3800"/>
                    <a:pt x="14317" y="3861"/>
                    <a:pt x="14317" y="3921"/>
                  </a:cubicBezTo>
                  <a:cubicBezTo>
                    <a:pt x="14317" y="3946"/>
                    <a:pt x="14496" y="3990"/>
                    <a:pt x="14597" y="3990"/>
                  </a:cubicBezTo>
                  <a:cubicBezTo>
                    <a:pt x="14621" y="3990"/>
                    <a:pt x="14640" y="3988"/>
                    <a:pt x="14652" y="3982"/>
                  </a:cubicBezTo>
                  <a:cubicBezTo>
                    <a:pt x="14661" y="3979"/>
                    <a:pt x="14670" y="3977"/>
                    <a:pt x="14677" y="3977"/>
                  </a:cubicBezTo>
                  <a:cubicBezTo>
                    <a:pt x="14742" y="3977"/>
                    <a:pt x="14733" y="4086"/>
                    <a:pt x="14652" y="4195"/>
                  </a:cubicBezTo>
                  <a:lnTo>
                    <a:pt x="14378" y="4165"/>
                  </a:lnTo>
                  <a:lnTo>
                    <a:pt x="14226" y="4165"/>
                  </a:lnTo>
                  <a:cubicBezTo>
                    <a:pt x="14060" y="4165"/>
                    <a:pt x="14020" y="4039"/>
                    <a:pt x="14060" y="4039"/>
                  </a:cubicBezTo>
                  <a:cubicBezTo>
                    <a:pt x="14064" y="4039"/>
                    <a:pt x="14069" y="4040"/>
                    <a:pt x="14074" y="4043"/>
                  </a:cubicBezTo>
                  <a:cubicBezTo>
                    <a:pt x="14090" y="4051"/>
                    <a:pt x="14107" y="4055"/>
                    <a:pt x="14122" y="4055"/>
                  </a:cubicBezTo>
                  <a:cubicBezTo>
                    <a:pt x="14163" y="4055"/>
                    <a:pt x="14196" y="4027"/>
                    <a:pt x="14196" y="3982"/>
                  </a:cubicBezTo>
                  <a:cubicBezTo>
                    <a:pt x="14226" y="3921"/>
                    <a:pt x="14226" y="3830"/>
                    <a:pt x="14256" y="3769"/>
                  </a:cubicBezTo>
                  <a:close/>
                  <a:moveTo>
                    <a:pt x="13161" y="3992"/>
                  </a:moveTo>
                  <a:cubicBezTo>
                    <a:pt x="13279" y="3992"/>
                    <a:pt x="13390" y="4039"/>
                    <a:pt x="13466" y="4134"/>
                  </a:cubicBezTo>
                  <a:lnTo>
                    <a:pt x="13497" y="4134"/>
                  </a:lnTo>
                  <a:cubicBezTo>
                    <a:pt x="13360" y="4216"/>
                    <a:pt x="13285" y="4261"/>
                    <a:pt x="13221" y="4261"/>
                  </a:cubicBezTo>
                  <a:cubicBezTo>
                    <a:pt x="13143" y="4261"/>
                    <a:pt x="13083" y="4194"/>
                    <a:pt x="12949" y="4043"/>
                  </a:cubicBezTo>
                  <a:cubicBezTo>
                    <a:pt x="13018" y="4009"/>
                    <a:pt x="13091" y="3992"/>
                    <a:pt x="13161" y="3992"/>
                  </a:cubicBezTo>
                  <a:close/>
                  <a:moveTo>
                    <a:pt x="96659" y="4073"/>
                  </a:moveTo>
                  <a:cubicBezTo>
                    <a:pt x="96720" y="4256"/>
                    <a:pt x="96750" y="4377"/>
                    <a:pt x="96720" y="4408"/>
                  </a:cubicBezTo>
                  <a:cubicBezTo>
                    <a:pt x="96690" y="4423"/>
                    <a:pt x="96652" y="4430"/>
                    <a:pt x="96614" y="4430"/>
                  </a:cubicBezTo>
                  <a:cubicBezTo>
                    <a:pt x="96576" y="4430"/>
                    <a:pt x="96538" y="4423"/>
                    <a:pt x="96507" y="4408"/>
                  </a:cubicBezTo>
                  <a:cubicBezTo>
                    <a:pt x="96477" y="4408"/>
                    <a:pt x="96355" y="4438"/>
                    <a:pt x="96234" y="4499"/>
                  </a:cubicBezTo>
                  <a:lnTo>
                    <a:pt x="96112" y="4529"/>
                  </a:lnTo>
                  <a:lnTo>
                    <a:pt x="96082" y="4529"/>
                  </a:lnTo>
                  <a:cubicBezTo>
                    <a:pt x="95991" y="4438"/>
                    <a:pt x="96021" y="4225"/>
                    <a:pt x="96142" y="4073"/>
                  </a:cubicBezTo>
                  <a:close/>
                  <a:moveTo>
                    <a:pt x="87766" y="10065"/>
                  </a:moveTo>
                  <a:cubicBezTo>
                    <a:pt x="87824" y="10065"/>
                    <a:pt x="87875" y="10071"/>
                    <a:pt x="87905" y="10092"/>
                  </a:cubicBezTo>
                  <a:cubicBezTo>
                    <a:pt x="87996" y="10122"/>
                    <a:pt x="87936" y="10183"/>
                    <a:pt x="87814" y="10183"/>
                  </a:cubicBezTo>
                  <a:cubicBezTo>
                    <a:pt x="87692" y="10183"/>
                    <a:pt x="87328" y="10092"/>
                    <a:pt x="87419" y="10092"/>
                  </a:cubicBezTo>
                  <a:cubicBezTo>
                    <a:pt x="87500" y="10092"/>
                    <a:pt x="87649" y="10065"/>
                    <a:pt x="87766" y="10065"/>
                  </a:cubicBezTo>
                  <a:close/>
                  <a:moveTo>
                    <a:pt x="88865" y="10153"/>
                  </a:moveTo>
                  <a:lnTo>
                    <a:pt x="88865" y="10153"/>
                  </a:lnTo>
                  <a:cubicBezTo>
                    <a:pt x="88827" y="10153"/>
                    <a:pt x="88789" y="10154"/>
                    <a:pt x="88750" y="10156"/>
                  </a:cubicBezTo>
                  <a:lnTo>
                    <a:pt x="88750" y="10156"/>
                  </a:lnTo>
                  <a:cubicBezTo>
                    <a:pt x="88781" y="10173"/>
                    <a:pt x="88813" y="10190"/>
                    <a:pt x="88845" y="10206"/>
                  </a:cubicBezTo>
                  <a:lnTo>
                    <a:pt x="88845" y="10206"/>
                  </a:lnTo>
                  <a:cubicBezTo>
                    <a:pt x="88854" y="10191"/>
                    <a:pt x="88860" y="10172"/>
                    <a:pt x="88865" y="10153"/>
                  </a:cubicBezTo>
                  <a:close/>
                  <a:moveTo>
                    <a:pt x="86568" y="9909"/>
                  </a:moveTo>
                  <a:cubicBezTo>
                    <a:pt x="86689" y="9909"/>
                    <a:pt x="86781" y="9970"/>
                    <a:pt x="86750" y="10031"/>
                  </a:cubicBezTo>
                  <a:cubicBezTo>
                    <a:pt x="86689" y="10122"/>
                    <a:pt x="86598" y="10183"/>
                    <a:pt x="86477" y="10244"/>
                  </a:cubicBezTo>
                  <a:lnTo>
                    <a:pt x="86385" y="10244"/>
                  </a:lnTo>
                  <a:cubicBezTo>
                    <a:pt x="86325" y="10152"/>
                    <a:pt x="86355" y="10061"/>
                    <a:pt x="86416" y="9970"/>
                  </a:cubicBezTo>
                  <a:lnTo>
                    <a:pt x="86507" y="9940"/>
                  </a:lnTo>
                  <a:lnTo>
                    <a:pt x="86568" y="9909"/>
                  </a:lnTo>
                  <a:close/>
                  <a:moveTo>
                    <a:pt x="88753" y="10535"/>
                  </a:moveTo>
                  <a:cubicBezTo>
                    <a:pt x="88814" y="10535"/>
                    <a:pt x="88876" y="10539"/>
                    <a:pt x="88939" y="10548"/>
                  </a:cubicBezTo>
                  <a:cubicBezTo>
                    <a:pt x="89060" y="10548"/>
                    <a:pt x="89000" y="10791"/>
                    <a:pt x="88908" y="10791"/>
                  </a:cubicBezTo>
                  <a:cubicBezTo>
                    <a:pt x="88824" y="10791"/>
                    <a:pt x="88585" y="10635"/>
                    <a:pt x="88453" y="10635"/>
                  </a:cubicBezTo>
                  <a:cubicBezTo>
                    <a:pt x="88442" y="10635"/>
                    <a:pt x="88431" y="10636"/>
                    <a:pt x="88422" y="10639"/>
                  </a:cubicBezTo>
                  <a:cubicBezTo>
                    <a:pt x="88395" y="10648"/>
                    <a:pt x="88374" y="10651"/>
                    <a:pt x="88358" y="10651"/>
                  </a:cubicBezTo>
                  <a:cubicBezTo>
                    <a:pt x="88318" y="10651"/>
                    <a:pt x="88309" y="10630"/>
                    <a:pt x="88331" y="10608"/>
                  </a:cubicBezTo>
                  <a:lnTo>
                    <a:pt x="88331" y="10578"/>
                  </a:lnTo>
                  <a:cubicBezTo>
                    <a:pt x="88460" y="10556"/>
                    <a:pt x="88604" y="10535"/>
                    <a:pt x="88753" y="10535"/>
                  </a:cubicBezTo>
                  <a:close/>
                  <a:moveTo>
                    <a:pt x="89395" y="11368"/>
                  </a:moveTo>
                  <a:cubicBezTo>
                    <a:pt x="89425" y="11368"/>
                    <a:pt x="89425" y="11399"/>
                    <a:pt x="89455" y="11429"/>
                  </a:cubicBezTo>
                  <a:lnTo>
                    <a:pt x="89516" y="11459"/>
                  </a:lnTo>
                  <a:cubicBezTo>
                    <a:pt x="89607" y="11520"/>
                    <a:pt x="89547" y="11611"/>
                    <a:pt x="89425" y="11642"/>
                  </a:cubicBezTo>
                  <a:lnTo>
                    <a:pt x="89334" y="11672"/>
                  </a:lnTo>
                  <a:lnTo>
                    <a:pt x="89243" y="11703"/>
                  </a:lnTo>
                  <a:cubicBezTo>
                    <a:pt x="89236" y="11706"/>
                    <a:pt x="89230" y="11707"/>
                    <a:pt x="89225" y="11707"/>
                  </a:cubicBezTo>
                  <a:cubicBezTo>
                    <a:pt x="89183" y="11707"/>
                    <a:pt x="89189" y="11608"/>
                    <a:pt x="89243" y="11581"/>
                  </a:cubicBezTo>
                  <a:cubicBezTo>
                    <a:pt x="89303" y="11520"/>
                    <a:pt x="89334" y="11490"/>
                    <a:pt x="89334" y="11459"/>
                  </a:cubicBezTo>
                  <a:cubicBezTo>
                    <a:pt x="89303" y="11429"/>
                    <a:pt x="89303" y="11368"/>
                    <a:pt x="89334" y="11368"/>
                  </a:cubicBezTo>
                  <a:close/>
                  <a:moveTo>
                    <a:pt x="98088" y="11581"/>
                  </a:moveTo>
                  <a:cubicBezTo>
                    <a:pt x="98118" y="11642"/>
                    <a:pt x="98240" y="11824"/>
                    <a:pt x="98240" y="11885"/>
                  </a:cubicBezTo>
                  <a:cubicBezTo>
                    <a:pt x="98218" y="11929"/>
                    <a:pt x="98179" y="11958"/>
                    <a:pt x="98136" y="11958"/>
                  </a:cubicBezTo>
                  <a:cubicBezTo>
                    <a:pt x="98120" y="11958"/>
                    <a:pt x="98104" y="11954"/>
                    <a:pt x="98088" y="11946"/>
                  </a:cubicBezTo>
                  <a:cubicBezTo>
                    <a:pt x="98075" y="11933"/>
                    <a:pt x="98057" y="11928"/>
                    <a:pt x="98036" y="11928"/>
                  </a:cubicBezTo>
                  <a:cubicBezTo>
                    <a:pt x="97978" y="11928"/>
                    <a:pt x="97899" y="11963"/>
                    <a:pt x="97851" y="11963"/>
                  </a:cubicBezTo>
                  <a:cubicBezTo>
                    <a:pt x="97834" y="11963"/>
                    <a:pt x="97821" y="11959"/>
                    <a:pt x="97814" y="11946"/>
                  </a:cubicBezTo>
                  <a:lnTo>
                    <a:pt x="97784" y="11946"/>
                  </a:lnTo>
                  <a:cubicBezTo>
                    <a:pt x="97693" y="11915"/>
                    <a:pt x="97601" y="11855"/>
                    <a:pt x="97510" y="11824"/>
                  </a:cubicBezTo>
                  <a:cubicBezTo>
                    <a:pt x="97510" y="11794"/>
                    <a:pt x="97510" y="11763"/>
                    <a:pt x="97510" y="11733"/>
                  </a:cubicBezTo>
                  <a:cubicBezTo>
                    <a:pt x="97632" y="11733"/>
                    <a:pt x="97723" y="11763"/>
                    <a:pt x="97845" y="11794"/>
                  </a:cubicBezTo>
                  <a:lnTo>
                    <a:pt x="97997" y="11672"/>
                  </a:lnTo>
                  <a:lnTo>
                    <a:pt x="98088" y="11581"/>
                  </a:lnTo>
                  <a:close/>
                  <a:moveTo>
                    <a:pt x="99162" y="12390"/>
                  </a:moveTo>
                  <a:cubicBezTo>
                    <a:pt x="99250" y="12390"/>
                    <a:pt x="99296" y="12424"/>
                    <a:pt x="99273" y="12493"/>
                  </a:cubicBezTo>
                  <a:lnTo>
                    <a:pt x="99243" y="12523"/>
                  </a:lnTo>
                  <a:cubicBezTo>
                    <a:pt x="99221" y="12609"/>
                    <a:pt x="99093" y="12695"/>
                    <a:pt x="99020" y="12695"/>
                  </a:cubicBezTo>
                  <a:cubicBezTo>
                    <a:pt x="98990" y="12695"/>
                    <a:pt x="98969" y="12680"/>
                    <a:pt x="98969" y="12645"/>
                  </a:cubicBezTo>
                  <a:lnTo>
                    <a:pt x="98939" y="12645"/>
                  </a:lnTo>
                  <a:cubicBezTo>
                    <a:pt x="98817" y="12554"/>
                    <a:pt x="98878" y="12523"/>
                    <a:pt x="98969" y="12462"/>
                  </a:cubicBezTo>
                  <a:lnTo>
                    <a:pt x="99060" y="12402"/>
                  </a:lnTo>
                  <a:cubicBezTo>
                    <a:pt x="99098" y="12394"/>
                    <a:pt x="99133" y="12390"/>
                    <a:pt x="99162" y="12390"/>
                  </a:cubicBezTo>
                  <a:close/>
                  <a:moveTo>
                    <a:pt x="97932" y="12926"/>
                  </a:moveTo>
                  <a:cubicBezTo>
                    <a:pt x="97974" y="12926"/>
                    <a:pt x="98027" y="12934"/>
                    <a:pt x="98088" y="12949"/>
                  </a:cubicBezTo>
                  <a:lnTo>
                    <a:pt x="98088" y="13040"/>
                  </a:lnTo>
                  <a:cubicBezTo>
                    <a:pt x="98057" y="13040"/>
                    <a:pt x="98301" y="13314"/>
                    <a:pt x="98209" y="13435"/>
                  </a:cubicBezTo>
                  <a:cubicBezTo>
                    <a:pt x="98149" y="13557"/>
                    <a:pt x="98027" y="13618"/>
                    <a:pt x="97997" y="13618"/>
                  </a:cubicBezTo>
                  <a:cubicBezTo>
                    <a:pt x="97966" y="13618"/>
                    <a:pt x="97997" y="13466"/>
                    <a:pt x="97966" y="13405"/>
                  </a:cubicBezTo>
                  <a:cubicBezTo>
                    <a:pt x="97936" y="13344"/>
                    <a:pt x="97966" y="13192"/>
                    <a:pt x="97936" y="13162"/>
                  </a:cubicBezTo>
                  <a:cubicBezTo>
                    <a:pt x="97905" y="13101"/>
                    <a:pt x="97814" y="12979"/>
                    <a:pt x="97845" y="12949"/>
                  </a:cubicBezTo>
                  <a:cubicBezTo>
                    <a:pt x="97860" y="12934"/>
                    <a:pt x="97890" y="12926"/>
                    <a:pt x="97932" y="12926"/>
                  </a:cubicBezTo>
                  <a:close/>
                  <a:moveTo>
                    <a:pt x="9810" y="13775"/>
                  </a:moveTo>
                  <a:cubicBezTo>
                    <a:pt x="9866" y="13775"/>
                    <a:pt x="9888" y="13825"/>
                    <a:pt x="9910" y="13891"/>
                  </a:cubicBezTo>
                  <a:cubicBezTo>
                    <a:pt x="9920" y="13921"/>
                    <a:pt x="9930" y="13932"/>
                    <a:pt x="9941" y="13932"/>
                  </a:cubicBezTo>
                  <a:cubicBezTo>
                    <a:pt x="9964" y="13932"/>
                    <a:pt x="9991" y="13891"/>
                    <a:pt x="10031" y="13891"/>
                  </a:cubicBezTo>
                  <a:lnTo>
                    <a:pt x="10183" y="13830"/>
                  </a:lnTo>
                  <a:lnTo>
                    <a:pt x="10183" y="13830"/>
                  </a:lnTo>
                  <a:cubicBezTo>
                    <a:pt x="10183" y="13952"/>
                    <a:pt x="10153" y="14043"/>
                    <a:pt x="10123" y="14165"/>
                  </a:cubicBezTo>
                  <a:lnTo>
                    <a:pt x="10031" y="14104"/>
                  </a:lnTo>
                  <a:lnTo>
                    <a:pt x="9940" y="14073"/>
                  </a:lnTo>
                  <a:cubicBezTo>
                    <a:pt x="9849" y="13982"/>
                    <a:pt x="9788" y="13891"/>
                    <a:pt x="9728" y="13800"/>
                  </a:cubicBezTo>
                  <a:cubicBezTo>
                    <a:pt x="9761" y="13783"/>
                    <a:pt x="9788" y="13775"/>
                    <a:pt x="9810" y="13775"/>
                  </a:cubicBezTo>
                  <a:close/>
                  <a:moveTo>
                    <a:pt x="24530" y="14317"/>
                  </a:moveTo>
                  <a:cubicBezTo>
                    <a:pt x="24652" y="14317"/>
                    <a:pt x="24804" y="14529"/>
                    <a:pt x="24713" y="14560"/>
                  </a:cubicBezTo>
                  <a:cubicBezTo>
                    <a:pt x="24690" y="14571"/>
                    <a:pt x="24666" y="14576"/>
                    <a:pt x="24642" y="14576"/>
                  </a:cubicBezTo>
                  <a:cubicBezTo>
                    <a:pt x="24538" y="14576"/>
                    <a:pt x="24433" y="14482"/>
                    <a:pt x="24409" y="14408"/>
                  </a:cubicBezTo>
                  <a:cubicBezTo>
                    <a:pt x="24378" y="14347"/>
                    <a:pt x="24439" y="14317"/>
                    <a:pt x="24530" y="14317"/>
                  </a:cubicBezTo>
                  <a:close/>
                  <a:moveTo>
                    <a:pt x="100026" y="14889"/>
                  </a:moveTo>
                  <a:cubicBezTo>
                    <a:pt x="99989" y="14889"/>
                    <a:pt x="99948" y="14894"/>
                    <a:pt x="99912" y="14894"/>
                  </a:cubicBezTo>
                  <a:cubicBezTo>
                    <a:pt x="99820" y="14925"/>
                    <a:pt x="99729" y="14955"/>
                    <a:pt x="99668" y="14955"/>
                  </a:cubicBezTo>
                  <a:lnTo>
                    <a:pt x="99608" y="14955"/>
                  </a:lnTo>
                  <a:cubicBezTo>
                    <a:pt x="99606" y="14954"/>
                    <a:pt x="99605" y="14953"/>
                    <a:pt x="99604" y="14951"/>
                  </a:cubicBezTo>
                  <a:lnTo>
                    <a:pt x="99604" y="14951"/>
                  </a:lnTo>
                  <a:cubicBezTo>
                    <a:pt x="99594" y="15101"/>
                    <a:pt x="99707" y="15203"/>
                    <a:pt x="99834" y="15203"/>
                  </a:cubicBezTo>
                  <a:cubicBezTo>
                    <a:pt x="99850" y="15203"/>
                    <a:pt x="99865" y="15201"/>
                    <a:pt x="99881" y="15198"/>
                  </a:cubicBezTo>
                  <a:lnTo>
                    <a:pt x="100033" y="15137"/>
                  </a:lnTo>
                  <a:cubicBezTo>
                    <a:pt x="100094" y="15107"/>
                    <a:pt x="100124" y="15077"/>
                    <a:pt x="100124" y="14955"/>
                  </a:cubicBezTo>
                  <a:cubicBezTo>
                    <a:pt x="100124" y="14900"/>
                    <a:pt x="100081" y="14889"/>
                    <a:pt x="100026" y="14889"/>
                  </a:cubicBezTo>
                  <a:close/>
                  <a:moveTo>
                    <a:pt x="63330" y="15337"/>
                  </a:moveTo>
                  <a:cubicBezTo>
                    <a:pt x="63343" y="15337"/>
                    <a:pt x="63358" y="15341"/>
                    <a:pt x="63376" y="15350"/>
                  </a:cubicBezTo>
                  <a:cubicBezTo>
                    <a:pt x="63406" y="15380"/>
                    <a:pt x="63558" y="15472"/>
                    <a:pt x="63589" y="15532"/>
                  </a:cubicBezTo>
                  <a:lnTo>
                    <a:pt x="63589" y="15593"/>
                  </a:lnTo>
                  <a:lnTo>
                    <a:pt x="63589" y="15715"/>
                  </a:lnTo>
                  <a:cubicBezTo>
                    <a:pt x="63437" y="15745"/>
                    <a:pt x="63254" y="15745"/>
                    <a:pt x="63102" y="15776"/>
                  </a:cubicBezTo>
                  <a:cubicBezTo>
                    <a:pt x="63072" y="15715"/>
                    <a:pt x="63072" y="15684"/>
                    <a:pt x="63072" y="15624"/>
                  </a:cubicBezTo>
                  <a:cubicBezTo>
                    <a:pt x="63072" y="15593"/>
                    <a:pt x="63163" y="15593"/>
                    <a:pt x="63224" y="15593"/>
                  </a:cubicBezTo>
                  <a:cubicBezTo>
                    <a:pt x="63254" y="15593"/>
                    <a:pt x="63285" y="15441"/>
                    <a:pt x="63285" y="15380"/>
                  </a:cubicBezTo>
                  <a:cubicBezTo>
                    <a:pt x="63285" y="15359"/>
                    <a:pt x="63300" y="15337"/>
                    <a:pt x="63330" y="15337"/>
                  </a:cubicBezTo>
                  <a:close/>
                  <a:moveTo>
                    <a:pt x="81401" y="0"/>
                  </a:moveTo>
                  <a:cubicBezTo>
                    <a:pt x="81309" y="31"/>
                    <a:pt x="81157" y="61"/>
                    <a:pt x="81097" y="91"/>
                  </a:cubicBezTo>
                  <a:cubicBezTo>
                    <a:pt x="80884" y="152"/>
                    <a:pt x="80701" y="183"/>
                    <a:pt x="80489" y="183"/>
                  </a:cubicBezTo>
                  <a:cubicBezTo>
                    <a:pt x="80306" y="152"/>
                    <a:pt x="80154" y="122"/>
                    <a:pt x="79972" y="91"/>
                  </a:cubicBezTo>
                  <a:lnTo>
                    <a:pt x="79820" y="61"/>
                  </a:lnTo>
                  <a:cubicBezTo>
                    <a:pt x="79803" y="56"/>
                    <a:pt x="79790" y="53"/>
                    <a:pt x="79779" y="53"/>
                  </a:cubicBezTo>
                  <a:cubicBezTo>
                    <a:pt x="79731" y="53"/>
                    <a:pt x="79740" y="103"/>
                    <a:pt x="79790" y="152"/>
                  </a:cubicBezTo>
                  <a:cubicBezTo>
                    <a:pt x="79759" y="213"/>
                    <a:pt x="79820" y="274"/>
                    <a:pt x="79942" y="304"/>
                  </a:cubicBezTo>
                  <a:lnTo>
                    <a:pt x="80063" y="365"/>
                  </a:lnTo>
                  <a:lnTo>
                    <a:pt x="80094" y="365"/>
                  </a:lnTo>
                  <a:cubicBezTo>
                    <a:pt x="80094" y="395"/>
                    <a:pt x="80033" y="517"/>
                    <a:pt x="80033" y="517"/>
                  </a:cubicBezTo>
                  <a:cubicBezTo>
                    <a:pt x="80033" y="487"/>
                    <a:pt x="79729" y="335"/>
                    <a:pt x="79668" y="274"/>
                  </a:cubicBezTo>
                  <a:cubicBezTo>
                    <a:pt x="79607" y="213"/>
                    <a:pt x="79516" y="152"/>
                    <a:pt x="79455" y="61"/>
                  </a:cubicBezTo>
                  <a:cubicBezTo>
                    <a:pt x="79435" y="61"/>
                    <a:pt x="79347" y="48"/>
                    <a:pt x="79291" y="48"/>
                  </a:cubicBezTo>
                  <a:cubicBezTo>
                    <a:pt x="79263" y="48"/>
                    <a:pt x="79242" y="51"/>
                    <a:pt x="79242" y="61"/>
                  </a:cubicBezTo>
                  <a:cubicBezTo>
                    <a:pt x="79121" y="152"/>
                    <a:pt x="78999" y="213"/>
                    <a:pt x="78878" y="274"/>
                  </a:cubicBezTo>
                  <a:cubicBezTo>
                    <a:pt x="78787" y="304"/>
                    <a:pt x="78878" y="335"/>
                    <a:pt x="78939" y="335"/>
                  </a:cubicBezTo>
                  <a:cubicBezTo>
                    <a:pt x="79030" y="365"/>
                    <a:pt x="79091" y="426"/>
                    <a:pt x="79151" y="487"/>
                  </a:cubicBezTo>
                  <a:cubicBezTo>
                    <a:pt x="79182" y="517"/>
                    <a:pt x="79182" y="669"/>
                    <a:pt x="79091" y="699"/>
                  </a:cubicBezTo>
                  <a:cubicBezTo>
                    <a:pt x="79078" y="706"/>
                    <a:pt x="79053" y="708"/>
                    <a:pt x="79020" y="708"/>
                  </a:cubicBezTo>
                  <a:cubicBezTo>
                    <a:pt x="78932" y="708"/>
                    <a:pt x="78788" y="691"/>
                    <a:pt x="78690" y="691"/>
                  </a:cubicBezTo>
                  <a:cubicBezTo>
                    <a:pt x="78654" y="691"/>
                    <a:pt x="78623" y="693"/>
                    <a:pt x="78604" y="699"/>
                  </a:cubicBezTo>
                  <a:cubicBezTo>
                    <a:pt x="78555" y="708"/>
                    <a:pt x="78506" y="711"/>
                    <a:pt x="78458" y="711"/>
                  </a:cubicBezTo>
                  <a:cubicBezTo>
                    <a:pt x="78363" y="711"/>
                    <a:pt x="78268" y="697"/>
                    <a:pt x="78173" y="673"/>
                  </a:cubicBezTo>
                  <a:lnTo>
                    <a:pt x="78173" y="673"/>
                  </a:lnTo>
                  <a:cubicBezTo>
                    <a:pt x="78164" y="712"/>
                    <a:pt x="78142" y="765"/>
                    <a:pt x="78106" y="765"/>
                  </a:cubicBezTo>
                  <a:cubicBezTo>
                    <a:pt x="78100" y="765"/>
                    <a:pt x="78094" y="764"/>
                    <a:pt x="78087" y="760"/>
                  </a:cubicBezTo>
                  <a:cubicBezTo>
                    <a:pt x="78067" y="760"/>
                    <a:pt x="77992" y="638"/>
                    <a:pt x="77918" y="575"/>
                  </a:cubicBezTo>
                  <a:lnTo>
                    <a:pt x="77918" y="575"/>
                  </a:lnTo>
                  <a:cubicBezTo>
                    <a:pt x="77967" y="591"/>
                    <a:pt x="78013" y="612"/>
                    <a:pt x="78057" y="639"/>
                  </a:cubicBezTo>
                  <a:cubicBezTo>
                    <a:pt x="78096" y="652"/>
                    <a:pt x="78135" y="663"/>
                    <a:pt x="78173" y="673"/>
                  </a:cubicBezTo>
                  <a:lnTo>
                    <a:pt x="78173" y="673"/>
                  </a:lnTo>
                  <a:cubicBezTo>
                    <a:pt x="78177" y="659"/>
                    <a:pt x="78179" y="646"/>
                    <a:pt x="78179" y="639"/>
                  </a:cubicBezTo>
                  <a:lnTo>
                    <a:pt x="78179" y="608"/>
                  </a:lnTo>
                  <a:cubicBezTo>
                    <a:pt x="78199" y="558"/>
                    <a:pt x="78212" y="527"/>
                    <a:pt x="78217" y="508"/>
                  </a:cubicBezTo>
                  <a:lnTo>
                    <a:pt x="78217" y="508"/>
                  </a:lnTo>
                  <a:cubicBezTo>
                    <a:pt x="77946" y="523"/>
                    <a:pt x="77614" y="530"/>
                    <a:pt x="77510" y="547"/>
                  </a:cubicBezTo>
                  <a:cubicBezTo>
                    <a:pt x="77563" y="540"/>
                    <a:pt x="77614" y="536"/>
                    <a:pt x="77664" y="536"/>
                  </a:cubicBezTo>
                  <a:cubicBezTo>
                    <a:pt x="77715" y="536"/>
                    <a:pt x="77764" y="540"/>
                    <a:pt x="77811" y="548"/>
                  </a:cubicBezTo>
                  <a:lnTo>
                    <a:pt x="77811" y="548"/>
                  </a:lnTo>
                  <a:cubicBezTo>
                    <a:pt x="77812" y="548"/>
                    <a:pt x="77813" y="548"/>
                    <a:pt x="77814" y="547"/>
                  </a:cubicBezTo>
                  <a:cubicBezTo>
                    <a:pt x="77823" y="541"/>
                    <a:pt x="77833" y="539"/>
                    <a:pt x="77843" y="539"/>
                  </a:cubicBezTo>
                  <a:cubicBezTo>
                    <a:pt x="77866" y="539"/>
                    <a:pt x="77892" y="553"/>
                    <a:pt x="77918" y="575"/>
                  </a:cubicBezTo>
                  <a:lnTo>
                    <a:pt x="77918" y="575"/>
                  </a:lnTo>
                  <a:cubicBezTo>
                    <a:pt x="77883" y="563"/>
                    <a:pt x="77848" y="555"/>
                    <a:pt x="77811" y="548"/>
                  </a:cubicBezTo>
                  <a:lnTo>
                    <a:pt x="77811" y="548"/>
                  </a:lnTo>
                  <a:cubicBezTo>
                    <a:pt x="77721" y="579"/>
                    <a:pt x="77631" y="639"/>
                    <a:pt x="77571" y="699"/>
                  </a:cubicBezTo>
                  <a:lnTo>
                    <a:pt x="77449" y="639"/>
                  </a:lnTo>
                  <a:cubicBezTo>
                    <a:pt x="77425" y="650"/>
                    <a:pt x="77406" y="655"/>
                    <a:pt x="77392" y="655"/>
                  </a:cubicBezTo>
                  <a:cubicBezTo>
                    <a:pt x="77335" y="655"/>
                    <a:pt x="77363" y="572"/>
                    <a:pt x="77510" y="547"/>
                  </a:cubicBezTo>
                  <a:lnTo>
                    <a:pt x="77662" y="487"/>
                  </a:lnTo>
                  <a:lnTo>
                    <a:pt x="77692" y="487"/>
                  </a:lnTo>
                  <a:cubicBezTo>
                    <a:pt x="77783" y="456"/>
                    <a:pt x="77875" y="426"/>
                    <a:pt x="77966" y="395"/>
                  </a:cubicBezTo>
                  <a:lnTo>
                    <a:pt x="78118" y="456"/>
                  </a:lnTo>
                  <a:cubicBezTo>
                    <a:pt x="78199" y="477"/>
                    <a:pt x="78226" y="470"/>
                    <a:pt x="78217" y="508"/>
                  </a:cubicBezTo>
                  <a:lnTo>
                    <a:pt x="78217" y="508"/>
                  </a:lnTo>
                  <a:cubicBezTo>
                    <a:pt x="78421" y="497"/>
                    <a:pt x="78591" y="482"/>
                    <a:pt x="78604" y="456"/>
                  </a:cubicBezTo>
                  <a:cubicBezTo>
                    <a:pt x="78665" y="426"/>
                    <a:pt x="78391" y="304"/>
                    <a:pt x="78270" y="304"/>
                  </a:cubicBezTo>
                  <a:cubicBezTo>
                    <a:pt x="78179" y="304"/>
                    <a:pt x="78087" y="274"/>
                    <a:pt x="78027" y="213"/>
                  </a:cubicBezTo>
                  <a:lnTo>
                    <a:pt x="78027" y="183"/>
                  </a:lnTo>
                  <a:cubicBezTo>
                    <a:pt x="78021" y="171"/>
                    <a:pt x="78014" y="166"/>
                    <a:pt x="78007" y="166"/>
                  </a:cubicBezTo>
                  <a:cubicBezTo>
                    <a:pt x="77975" y="166"/>
                    <a:pt x="77935" y="255"/>
                    <a:pt x="77935" y="304"/>
                  </a:cubicBezTo>
                  <a:cubicBezTo>
                    <a:pt x="77929" y="317"/>
                    <a:pt x="77908" y="322"/>
                    <a:pt x="77876" y="322"/>
                  </a:cubicBezTo>
                  <a:cubicBezTo>
                    <a:pt x="77770" y="322"/>
                    <a:pt x="77550" y="269"/>
                    <a:pt x="77398" y="269"/>
                  </a:cubicBezTo>
                  <a:cubicBezTo>
                    <a:pt x="77372" y="269"/>
                    <a:pt x="77348" y="270"/>
                    <a:pt x="77328" y="274"/>
                  </a:cubicBezTo>
                  <a:cubicBezTo>
                    <a:pt x="77211" y="274"/>
                    <a:pt x="76968" y="364"/>
                    <a:pt x="76848" y="364"/>
                  </a:cubicBezTo>
                  <a:cubicBezTo>
                    <a:pt x="76812" y="364"/>
                    <a:pt x="76787" y="356"/>
                    <a:pt x="76780" y="335"/>
                  </a:cubicBezTo>
                  <a:cubicBezTo>
                    <a:pt x="76780" y="311"/>
                    <a:pt x="76736" y="302"/>
                    <a:pt x="76676" y="302"/>
                  </a:cubicBezTo>
                  <a:cubicBezTo>
                    <a:pt x="76579" y="302"/>
                    <a:pt x="76442" y="327"/>
                    <a:pt x="76385" y="365"/>
                  </a:cubicBezTo>
                  <a:cubicBezTo>
                    <a:pt x="76370" y="375"/>
                    <a:pt x="76350" y="379"/>
                    <a:pt x="76326" y="379"/>
                  </a:cubicBezTo>
                  <a:cubicBezTo>
                    <a:pt x="76208" y="379"/>
                    <a:pt x="76005" y="274"/>
                    <a:pt x="75929" y="274"/>
                  </a:cubicBezTo>
                  <a:lnTo>
                    <a:pt x="75717" y="335"/>
                  </a:lnTo>
                  <a:cubicBezTo>
                    <a:pt x="75686" y="335"/>
                    <a:pt x="75504" y="304"/>
                    <a:pt x="75321" y="304"/>
                  </a:cubicBezTo>
                  <a:lnTo>
                    <a:pt x="75139" y="304"/>
                  </a:lnTo>
                  <a:lnTo>
                    <a:pt x="74957" y="487"/>
                  </a:lnTo>
                  <a:lnTo>
                    <a:pt x="74835" y="365"/>
                  </a:lnTo>
                  <a:cubicBezTo>
                    <a:pt x="74835" y="335"/>
                    <a:pt x="74805" y="335"/>
                    <a:pt x="74774" y="335"/>
                  </a:cubicBezTo>
                  <a:cubicBezTo>
                    <a:pt x="74724" y="360"/>
                    <a:pt x="74663" y="375"/>
                    <a:pt x="74603" y="375"/>
                  </a:cubicBezTo>
                  <a:cubicBezTo>
                    <a:pt x="74517" y="375"/>
                    <a:pt x="74433" y="345"/>
                    <a:pt x="74379" y="274"/>
                  </a:cubicBezTo>
                  <a:lnTo>
                    <a:pt x="74288" y="183"/>
                  </a:lnTo>
                  <a:lnTo>
                    <a:pt x="73832" y="304"/>
                  </a:lnTo>
                  <a:lnTo>
                    <a:pt x="73710" y="243"/>
                  </a:lnTo>
                  <a:cubicBezTo>
                    <a:pt x="73648" y="206"/>
                    <a:pt x="73590" y="184"/>
                    <a:pt x="73539" y="184"/>
                  </a:cubicBezTo>
                  <a:cubicBezTo>
                    <a:pt x="73468" y="184"/>
                    <a:pt x="73412" y="228"/>
                    <a:pt x="73376" y="335"/>
                  </a:cubicBezTo>
                  <a:cubicBezTo>
                    <a:pt x="73376" y="362"/>
                    <a:pt x="73352" y="377"/>
                    <a:pt x="73322" y="377"/>
                  </a:cubicBezTo>
                  <a:cubicBezTo>
                    <a:pt x="73285" y="377"/>
                    <a:pt x="73241" y="354"/>
                    <a:pt x="73224" y="304"/>
                  </a:cubicBezTo>
                  <a:lnTo>
                    <a:pt x="73224" y="274"/>
                  </a:lnTo>
                  <a:cubicBezTo>
                    <a:pt x="73218" y="268"/>
                    <a:pt x="73206" y="265"/>
                    <a:pt x="73190" y="265"/>
                  </a:cubicBezTo>
                  <a:cubicBezTo>
                    <a:pt x="73126" y="265"/>
                    <a:pt x="72999" y="304"/>
                    <a:pt x="72951" y="304"/>
                  </a:cubicBezTo>
                  <a:cubicBezTo>
                    <a:pt x="72934" y="312"/>
                    <a:pt x="72918" y="316"/>
                    <a:pt x="72902" y="316"/>
                  </a:cubicBezTo>
                  <a:cubicBezTo>
                    <a:pt x="72859" y="316"/>
                    <a:pt x="72821" y="288"/>
                    <a:pt x="72799" y="243"/>
                  </a:cubicBezTo>
                  <a:cubicBezTo>
                    <a:pt x="72796" y="241"/>
                    <a:pt x="72792" y="239"/>
                    <a:pt x="72788" y="239"/>
                  </a:cubicBezTo>
                  <a:cubicBezTo>
                    <a:pt x="72742" y="239"/>
                    <a:pt x="72611" y="370"/>
                    <a:pt x="72555" y="426"/>
                  </a:cubicBezTo>
                  <a:cubicBezTo>
                    <a:pt x="72534" y="447"/>
                    <a:pt x="72512" y="457"/>
                    <a:pt x="72491" y="457"/>
                  </a:cubicBezTo>
                  <a:cubicBezTo>
                    <a:pt x="72452" y="457"/>
                    <a:pt x="72412" y="424"/>
                    <a:pt x="72373" y="365"/>
                  </a:cubicBezTo>
                  <a:lnTo>
                    <a:pt x="72160" y="365"/>
                  </a:lnTo>
                  <a:cubicBezTo>
                    <a:pt x="72137" y="342"/>
                    <a:pt x="72109" y="332"/>
                    <a:pt x="72082" y="332"/>
                  </a:cubicBezTo>
                  <a:cubicBezTo>
                    <a:pt x="72039" y="332"/>
                    <a:pt x="71997" y="358"/>
                    <a:pt x="71978" y="395"/>
                  </a:cubicBezTo>
                  <a:cubicBezTo>
                    <a:pt x="71978" y="414"/>
                    <a:pt x="71966" y="421"/>
                    <a:pt x="71948" y="421"/>
                  </a:cubicBezTo>
                  <a:cubicBezTo>
                    <a:pt x="71908" y="421"/>
                    <a:pt x="71837" y="386"/>
                    <a:pt x="71796" y="365"/>
                  </a:cubicBezTo>
                  <a:cubicBezTo>
                    <a:pt x="71790" y="359"/>
                    <a:pt x="71779" y="357"/>
                    <a:pt x="71766" y="357"/>
                  </a:cubicBezTo>
                  <a:cubicBezTo>
                    <a:pt x="71710" y="357"/>
                    <a:pt x="71602" y="401"/>
                    <a:pt x="71552" y="426"/>
                  </a:cubicBezTo>
                  <a:cubicBezTo>
                    <a:pt x="71544" y="430"/>
                    <a:pt x="71533" y="432"/>
                    <a:pt x="71520" y="432"/>
                  </a:cubicBezTo>
                  <a:cubicBezTo>
                    <a:pt x="71436" y="432"/>
                    <a:pt x="71270" y="357"/>
                    <a:pt x="71218" y="304"/>
                  </a:cubicBezTo>
                  <a:cubicBezTo>
                    <a:pt x="71188" y="289"/>
                    <a:pt x="71150" y="281"/>
                    <a:pt x="71112" y="281"/>
                  </a:cubicBezTo>
                  <a:cubicBezTo>
                    <a:pt x="71074" y="281"/>
                    <a:pt x="71036" y="289"/>
                    <a:pt x="71005" y="304"/>
                  </a:cubicBezTo>
                  <a:cubicBezTo>
                    <a:pt x="70999" y="310"/>
                    <a:pt x="70983" y="313"/>
                    <a:pt x="70961" y="313"/>
                  </a:cubicBezTo>
                  <a:cubicBezTo>
                    <a:pt x="70873" y="313"/>
                    <a:pt x="70683" y="274"/>
                    <a:pt x="70610" y="274"/>
                  </a:cubicBezTo>
                  <a:cubicBezTo>
                    <a:pt x="70519" y="274"/>
                    <a:pt x="70428" y="335"/>
                    <a:pt x="70367" y="365"/>
                  </a:cubicBezTo>
                  <a:cubicBezTo>
                    <a:pt x="70337" y="426"/>
                    <a:pt x="70276" y="456"/>
                    <a:pt x="70245" y="517"/>
                  </a:cubicBezTo>
                  <a:lnTo>
                    <a:pt x="69941" y="517"/>
                  </a:lnTo>
                  <a:lnTo>
                    <a:pt x="69729" y="456"/>
                  </a:lnTo>
                  <a:cubicBezTo>
                    <a:pt x="69715" y="360"/>
                    <a:pt x="69682" y="326"/>
                    <a:pt x="69643" y="326"/>
                  </a:cubicBezTo>
                  <a:cubicBezTo>
                    <a:pt x="69594" y="326"/>
                    <a:pt x="69535" y="376"/>
                    <a:pt x="69485" y="426"/>
                  </a:cubicBezTo>
                  <a:cubicBezTo>
                    <a:pt x="69378" y="447"/>
                    <a:pt x="69271" y="469"/>
                    <a:pt x="69152" y="469"/>
                  </a:cubicBezTo>
                  <a:cubicBezTo>
                    <a:pt x="69103" y="469"/>
                    <a:pt x="69053" y="465"/>
                    <a:pt x="68999" y="456"/>
                  </a:cubicBezTo>
                  <a:lnTo>
                    <a:pt x="68847" y="395"/>
                  </a:lnTo>
                  <a:cubicBezTo>
                    <a:pt x="68786" y="375"/>
                    <a:pt x="68726" y="365"/>
                    <a:pt x="68672" y="365"/>
                  </a:cubicBezTo>
                  <a:cubicBezTo>
                    <a:pt x="68563" y="365"/>
                    <a:pt x="68482" y="406"/>
                    <a:pt x="68482" y="487"/>
                  </a:cubicBezTo>
                  <a:lnTo>
                    <a:pt x="68422" y="487"/>
                  </a:lnTo>
                  <a:cubicBezTo>
                    <a:pt x="68398" y="498"/>
                    <a:pt x="68381" y="503"/>
                    <a:pt x="68367" y="503"/>
                  </a:cubicBezTo>
                  <a:cubicBezTo>
                    <a:pt x="68308" y="503"/>
                    <a:pt x="68319" y="414"/>
                    <a:pt x="68270" y="365"/>
                  </a:cubicBezTo>
                  <a:cubicBezTo>
                    <a:pt x="68239" y="350"/>
                    <a:pt x="68209" y="342"/>
                    <a:pt x="68178" y="342"/>
                  </a:cubicBezTo>
                  <a:cubicBezTo>
                    <a:pt x="68148" y="342"/>
                    <a:pt x="68118" y="350"/>
                    <a:pt x="68087" y="365"/>
                  </a:cubicBezTo>
                  <a:lnTo>
                    <a:pt x="68057" y="426"/>
                  </a:lnTo>
                  <a:cubicBezTo>
                    <a:pt x="67996" y="426"/>
                    <a:pt x="67540" y="456"/>
                    <a:pt x="67388" y="456"/>
                  </a:cubicBezTo>
                  <a:cubicBezTo>
                    <a:pt x="67296" y="475"/>
                    <a:pt x="67147" y="504"/>
                    <a:pt x="67031" y="504"/>
                  </a:cubicBezTo>
                  <a:cubicBezTo>
                    <a:pt x="66957" y="504"/>
                    <a:pt x="66895" y="492"/>
                    <a:pt x="66871" y="456"/>
                  </a:cubicBezTo>
                  <a:cubicBezTo>
                    <a:pt x="66854" y="421"/>
                    <a:pt x="66805" y="406"/>
                    <a:pt x="66755" y="406"/>
                  </a:cubicBezTo>
                  <a:cubicBezTo>
                    <a:pt x="66719" y="406"/>
                    <a:pt x="66684" y="413"/>
                    <a:pt x="66659" y="426"/>
                  </a:cubicBezTo>
                  <a:lnTo>
                    <a:pt x="66659" y="456"/>
                  </a:lnTo>
                  <a:cubicBezTo>
                    <a:pt x="66641" y="563"/>
                    <a:pt x="66613" y="607"/>
                    <a:pt x="66568" y="607"/>
                  </a:cubicBezTo>
                  <a:cubicBezTo>
                    <a:pt x="66536" y="607"/>
                    <a:pt x="66496" y="585"/>
                    <a:pt x="66446" y="547"/>
                  </a:cubicBezTo>
                  <a:lnTo>
                    <a:pt x="66355" y="487"/>
                  </a:lnTo>
                  <a:cubicBezTo>
                    <a:pt x="66294" y="517"/>
                    <a:pt x="66233" y="547"/>
                    <a:pt x="66172" y="578"/>
                  </a:cubicBezTo>
                  <a:cubicBezTo>
                    <a:pt x="66172" y="578"/>
                    <a:pt x="66040" y="392"/>
                    <a:pt x="65973" y="392"/>
                  </a:cubicBezTo>
                  <a:cubicBezTo>
                    <a:pt x="65968" y="392"/>
                    <a:pt x="65964" y="393"/>
                    <a:pt x="65960" y="395"/>
                  </a:cubicBezTo>
                  <a:cubicBezTo>
                    <a:pt x="65777" y="487"/>
                    <a:pt x="65625" y="547"/>
                    <a:pt x="65473" y="608"/>
                  </a:cubicBezTo>
                  <a:lnTo>
                    <a:pt x="65291" y="517"/>
                  </a:lnTo>
                  <a:cubicBezTo>
                    <a:pt x="65139" y="487"/>
                    <a:pt x="65017" y="456"/>
                    <a:pt x="64896" y="456"/>
                  </a:cubicBezTo>
                  <a:lnTo>
                    <a:pt x="64744" y="456"/>
                  </a:lnTo>
                  <a:cubicBezTo>
                    <a:pt x="64730" y="460"/>
                    <a:pt x="64713" y="461"/>
                    <a:pt x="64693" y="461"/>
                  </a:cubicBezTo>
                  <a:cubicBezTo>
                    <a:pt x="64557" y="461"/>
                    <a:pt x="64295" y="391"/>
                    <a:pt x="64177" y="391"/>
                  </a:cubicBezTo>
                  <a:cubicBezTo>
                    <a:pt x="64160" y="391"/>
                    <a:pt x="64146" y="392"/>
                    <a:pt x="64136" y="395"/>
                  </a:cubicBezTo>
                  <a:cubicBezTo>
                    <a:pt x="64014" y="395"/>
                    <a:pt x="63923" y="639"/>
                    <a:pt x="63923" y="699"/>
                  </a:cubicBezTo>
                  <a:cubicBezTo>
                    <a:pt x="63923" y="757"/>
                    <a:pt x="63862" y="778"/>
                    <a:pt x="63802" y="778"/>
                  </a:cubicBezTo>
                  <a:cubicBezTo>
                    <a:pt x="63767" y="778"/>
                    <a:pt x="63733" y="771"/>
                    <a:pt x="63710" y="760"/>
                  </a:cubicBezTo>
                  <a:cubicBezTo>
                    <a:pt x="63619" y="730"/>
                    <a:pt x="63649" y="699"/>
                    <a:pt x="63710" y="699"/>
                  </a:cubicBezTo>
                  <a:lnTo>
                    <a:pt x="63741" y="669"/>
                  </a:lnTo>
                  <a:cubicBezTo>
                    <a:pt x="63832" y="639"/>
                    <a:pt x="63832" y="517"/>
                    <a:pt x="63771" y="517"/>
                  </a:cubicBezTo>
                  <a:lnTo>
                    <a:pt x="63498" y="517"/>
                  </a:lnTo>
                  <a:cubicBezTo>
                    <a:pt x="63390" y="539"/>
                    <a:pt x="63286" y="549"/>
                    <a:pt x="63195" y="549"/>
                  </a:cubicBezTo>
                  <a:cubicBezTo>
                    <a:pt x="63030" y="549"/>
                    <a:pt x="62909" y="515"/>
                    <a:pt x="62890" y="456"/>
                  </a:cubicBezTo>
                  <a:lnTo>
                    <a:pt x="62586" y="456"/>
                  </a:lnTo>
                  <a:cubicBezTo>
                    <a:pt x="62342" y="487"/>
                    <a:pt x="62069" y="517"/>
                    <a:pt x="61826" y="578"/>
                  </a:cubicBezTo>
                  <a:lnTo>
                    <a:pt x="61552" y="456"/>
                  </a:lnTo>
                  <a:lnTo>
                    <a:pt x="61370" y="456"/>
                  </a:lnTo>
                  <a:lnTo>
                    <a:pt x="61370" y="791"/>
                  </a:lnTo>
                  <a:cubicBezTo>
                    <a:pt x="61157" y="669"/>
                    <a:pt x="60883" y="517"/>
                    <a:pt x="60853" y="487"/>
                  </a:cubicBezTo>
                  <a:cubicBezTo>
                    <a:pt x="60847" y="481"/>
                    <a:pt x="60837" y="478"/>
                    <a:pt x="60825" y="478"/>
                  </a:cubicBezTo>
                  <a:cubicBezTo>
                    <a:pt x="60776" y="478"/>
                    <a:pt x="60689" y="517"/>
                    <a:pt x="60640" y="517"/>
                  </a:cubicBezTo>
                  <a:cubicBezTo>
                    <a:pt x="60580" y="517"/>
                    <a:pt x="60276" y="547"/>
                    <a:pt x="60154" y="578"/>
                  </a:cubicBezTo>
                  <a:cubicBezTo>
                    <a:pt x="60046" y="578"/>
                    <a:pt x="59890" y="482"/>
                    <a:pt x="59792" y="482"/>
                  </a:cubicBezTo>
                  <a:cubicBezTo>
                    <a:pt x="59780" y="482"/>
                    <a:pt x="59769" y="483"/>
                    <a:pt x="59759" y="487"/>
                  </a:cubicBezTo>
                  <a:lnTo>
                    <a:pt x="59424" y="578"/>
                  </a:lnTo>
                  <a:lnTo>
                    <a:pt x="59303" y="578"/>
                  </a:lnTo>
                  <a:cubicBezTo>
                    <a:pt x="59151" y="608"/>
                    <a:pt x="59029" y="578"/>
                    <a:pt x="58908" y="669"/>
                  </a:cubicBezTo>
                  <a:cubicBezTo>
                    <a:pt x="58862" y="684"/>
                    <a:pt x="58817" y="692"/>
                    <a:pt x="58775" y="692"/>
                  </a:cubicBezTo>
                  <a:cubicBezTo>
                    <a:pt x="58733" y="692"/>
                    <a:pt x="58695" y="684"/>
                    <a:pt x="58665" y="669"/>
                  </a:cubicBezTo>
                  <a:lnTo>
                    <a:pt x="58513" y="578"/>
                  </a:lnTo>
                  <a:cubicBezTo>
                    <a:pt x="58391" y="639"/>
                    <a:pt x="58178" y="669"/>
                    <a:pt x="58026" y="699"/>
                  </a:cubicBezTo>
                  <a:lnTo>
                    <a:pt x="58026" y="547"/>
                  </a:lnTo>
                  <a:lnTo>
                    <a:pt x="58026" y="517"/>
                  </a:lnTo>
                  <a:cubicBezTo>
                    <a:pt x="57950" y="502"/>
                    <a:pt x="57867" y="494"/>
                    <a:pt x="57783" y="494"/>
                  </a:cubicBezTo>
                  <a:cubicBezTo>
                    <a:pt x="57700" y="494"/>
                    <a:pt x="57616" y="502"/>
                    <a:pt x="57540" y="517"/>
                  </a:cubicBezTo>
                  <a:cubicBezTo>
                    <a:pt x="57449" y="517"/>
                    <a:pt x="57358" y="578"/>
                    <a:pt x="57297" y="639"/>
                  </a:cubicBezTo>
                  <a:cubicBezTo>
                    <a:pt x="57297" y="644"/>
                    <a:pt x="57292" y="647"/>
                    <a:pt x="57285" y="647"/>
                  </a:cubicBezTo>
                  <a:cubicBezTo>
                    <a:pt x="57254" y="647"/>
                    <a:pt x="57169" y="602"/>
                    <a:pt x="57145" y="578"/>
                  </a:cubicBezTo>
                  <a:cubicBezTo>
                    <a:pt x="56993" y="517"/>
                    <a:pt x="56871" y="487"/>
                    <a:pt x="56719" y="487"/>
                  </a:cubicBezTo>
                  <a:lnTo>
                    <a:pt x="56415" y="487"/>
                  </a:lnTo>
                  <a:cubicBezTo>
                    <a:pt x="56233" y="517"/>
                    <a:pt x="56051" y="578"/>
                    <a:pt x="55899" y="639"/>
                  </a:cubicBezTo>
                  <a:lnTo>
                    <a:pt x="55807" y="578"/>
                  </a:lnTo>
                  <a:cubicBezTo>
                    <a:pt x="55767" y="558"/>
                    <a:pt x="55723" y="547"/>
                    <a:pt x="55679" y="547"/>
                  </a:cubicBezTo>
                  <a:cubicBezTo>
                    <a:pt x="55591" y="547"/>
                    <a:pt x="55503" y="588"/>
                    <a:pt x="55443" y="669"/>
                  </a:cubicBezTo>
                  <a:cubicBezTo>
                    <a:pt x="55199" y="669"/>
                    <a:pt x="54987" y="669"/>
                    <a:pt x="54744" y="699"/>
                  </a:cubicBezTo>
                  <a:lnTo>
                    <a:pt x="54470" y="517"/>
                  </a:lnTo>
                  <a:cubicBezTo>
                    <a:pt x="54257" y="578"/>
                    <a:pt x="54014" y="608"/>
                    <a:pt x="53801" y="608"/>
                  </a:cubicBezTo>
                  <a:cubicBezTo>
                    <a:pt x="53680" y="608"/>
                    <a:pt x="53423" y="662"/>
                    <a:pt x="53247" y="662"/>
                  </a:cubicBezTo>
                  <a:cubicBezTo>
                    <a:pt x="53160" y="662"/>
                    <a:pt x="53092" y="649"/>
                    <a:pt x="53072" y="608"/>
                  </a:cubicBezTo>
                  <a:cubicBezTo>
                    <a:pt x="53044" y="567"/>
                    <a:pt x="53011" y="551"/>
                    <a:pt x="52982" y="551"/>
                  </a:cubicBezTo>
                  <a:cubicBezTo>
                    <a:pt x="52947" y="551"/>
                    <a:pt x="52920" y="575"/>
                    <a:pt x="52920" y="608"/>
                  </a:cubicBezTo>
                  <a:cubicBezTo>
                    <a:pt x="52912" y="623"/>
                    <a:pt x="52895" y="629"/>
                    <a:pt x="52873" y="629"/>
                  </a:cubicBezTo>
                  <a:cubicBezTo>
                    <a:pt x="52806" y="629"/>
                    <a:pt x="52692" y="578"/>
                    <a:pt x="52646" y="578"/>
                  </a:cubicBezTo>
                  <a:lnTo>
                    <a:pt x="51886" y="578"/>
                  </a:lnTo>
                  <a:lnTo>
                    <a:pt x="51187" y="639"/>
                  </a:lnTo>
                  <a:cubicBezTo>
                    <a:pt x="51131" y="681"/>
                    <a:pt x="51068" y="704"/>
                    <a:pt x="51007" y="704"/>
                  </a:cubicBezTo>
                  <a:cubicBezTo>
                    <a:pt x="50938" y="704"/>
                    <a:pt x="50871" y="673"/>
                    <a:pt x="50823" y="608"/>
                  </a:cubicBezTo>
                  <a:lnTo>
                    <a:pt x="50731" y="487"/>
                  </a:lnTo>
                  <a:lnTo>
                    <a:pt x="50245" y="608"/>
                  </a:lnTo>
                  <a:lnTo>
                    <a:pt x="50063" y="608"/>
                  </a:lnTo>
                  <a:cubicBezTo>
                    <a:pt x="49971" y="639"/>
                    <a:pt x="49911" y="699"/>
                    <a:pt x="49850" y="760"/>
                  </a:cubicBezTo>
                  <a:lnTo>
                    <a:pt x="49728" y="760"/>
                  </a:lnTo>
                  <a:cubicBezTo>
                    <a:pt x="49576" y="760"/>
                    <a:pt x="49515" y="699"/>
                    <a:pt x="49424" y="639"/>
                  </a:cubicBezTo>
                  <a:lnTo>
                    <a:pt x="49394" y="608"/>
                  </a:lnTo>
                  <a:cubicBezTo>
                    <a:pt x="49212" y="639"/>
                    <a:pt x="49029" y="669"/>
                    <a:pt x="48847" y="730"/>
                  </a:cubicBezTo>
                  <a:cubicBezTo>
                    <a:pt x="48756" y="745"/>
                    <a:pt x="48664" y="753"/>
                    <a:pt x="48573" y="753"/>
                  </a:cubicBezTo>
                  <a:cubicBezTo>
                    <a:pt x="48482" y="753"/>
                    <a:pt x="48391" y="745"/>
                    <a:pt x="48300" y="730"/>
                  </a:cubicBezTo>
                  <a:cubicBezTo>
                    <a:pt x="48269" y="740"/>
                    <a:pt x="48239" y="743"/>
                    <a:pt x="48208" y="743"/>
                  </a:cubicBezTo>
                  <a:cubicBezTo>
                    <a:pt x="48148" y="743"/>
                    <a:pt x="48087" y="730"/>
                    <a:pt x="48026" y="730"/>
                  </a:cubicBezTo>
                  <a:lnTo>
                    <a:pt x="47965" y="699"/>
                  </a:lnTo>
                  <a:lnTo>
                    <a:pt x="47753" y="578"/>
                  </a:lnTo>
                  <a:cubicBezTo>
                    <a:pt x="47753" y="699"/>
                    <a:pt x="47479" y="669"/>
                    <a:pt x="47388" y="699"/>
                  </a:cubicBezTo>
                  <a:cubicBezTo>
                    <a:pt x="47266" y="699"/>
                    <a:pt x="47084" y="760"/>
                    <a:pt x="47023" y="760"/>
                  </a:cubicBezTo>
                  <a:cubicBezTo>
                    <a:pt x="46962" y="760"/>
                    <a:pt x="46810" y="730"/>
                    <a:pt x="46658" y="730"/>
                  </a:cubicBezTo>
                  <a:lnTo>
                    <a:pt x="46537" y="821"/>
                  </a:lnTo>
                  <a:cubicBezTo>
                    <a:pt x="46415" y="791"/>
                    <a:pt x="46324" y="760"/>
                    <a:pt x="46202" y="730"/>
                  </a:cubicBezTo>
                  <a:cubicBezTo>
                    <a:pt x="46196" y="724"/>
                    <a:pt x="46182" y="721"/>
                    <a:pt x="46162" y="721"/>
                  </a:cubicBezTo>
                  <a:cubicBezTo>
                    <a:pt x="46081" y="721"/>
                    <a:pt x="45911" y="760"/>
                    <a:pt x="45838" y="760"/>
                  </a:cubicBezTo>
                  <a:cubicBezTo>
                    <a:pt x="45731" y="745"/>
                    <a:pt x="45625" y="737"/>
                    <a:pt x="45518" y="737"/>
                  </a:cubicBezTo>
                  <a:cubicBezTo>
                    <a:pt x="45412" y="737"/>
                    <a:pt x="45306" y="745"/>
                    <a:pt x="45199" y="760"/>
                  </a:cubicBezTo>
                  <a:cubicBezTo>
                    <a:pt x="45088" y="805"/>
                    <a:pt x="44960" y="833"/>
                    <a:pt x="44829" y="833"/>
                  </a:cubicBezTo>
                  <a:cubicBezTo>
                    <a:pt x="44780" y="833"/>
                    <a:pt x="44731" y="829"/>
                    <a:pt x="44683" y="821"/>
                  </a:cubicBezTo>
                  <a:cubicBezTo>
                    <a:pt x="44591" y="791"/>
                    <a:pt x="44500" y="730"/>
                    <a:pt x="44439" y="669"/>
                  </a:cubicBezTo>
                  <a:cubicBezTo>
                    <a:pt x="44428" y="657"/>
                    <a:pt x="44410" y="652"/>
                    <a:pt x="44389" y="652"/>
                  </a:cubicBezTo>
                  <a:cubicBezTo>
                    <a:pt x="44301" y="652"/>
                    <a:pt x="44154" y="736"/>
                    <a:pt x="44105" y="760"/>
                  </a:cubicBezTo>
                  <a:cubicBezTo>
                    <a:pt x="44090" y="775"/>
                    <a:pt x="44067" y="783"/>
                    <a:pt x="44040" y="783"/>
                  </a:cubicBezTo>
                  <a:cubicBezTo>
                    <a:pt x="44014" y="783"/>
                    <a:pt x="43983" y="775"/>
                    <a:pt x="43953" y="760"/>
                  </a:cubicBezTo>
                  <a:cubicBezTo>
                    <a:pt x="43892" y="745"/>
                    <a:pt x="43831" y="737"/>
                    <a:pt x="43771" y="737"/>
                  </a:cubicBezTo>
                  <a:cubicBezTo>
                    <a:pt x="43710" y="737"/>
                    <a:pt x="43649" y="745"/>
                    <a:pt x="43588" y="760"/>
                  </a:cubicBezTo>
                  <a:lnTo>
                    <a:pt x="43406" y="730"/>
                  </a:lnTo>
                  <a:lnTo>
                    <a:pt x="43284" y="699"/>
                  </a:lnTo>
                  <a:cubicBezTo>
                    <a:pt x="43163" y="760"/>
                    <a:pt x="43072" y="791"/>
                    <a:pt x="42950" y="821"/>
                  </a:cubicBezTo>
                  <a:cubicBezTo>
                    <a:pt x="42930" y="821"/>
                    <a:pt x="42788" y="794"/>
                    <a:pt x="42669" y="794"/>
                  </a:cubicBezTo>
                  <a:cubicBezTo>
                    <a:pt x="42609" y="794"/>
                    <a:pt x="42555" y="801"/>
                    <a:pt x="42524" y="821"/>
                  </a:cubicBezTo>
                  <a:cubicBezTo>
                    <a:pt x="42507" y="838"/>
                    <a:pt x="42488" y="845"/>
                    <a:pt x="42468" y="845"/>
                  </a:cubicBezTo>
                  <a:cubicBezTo>
                    <a:pt x="42417" y="845"/>
                    <a:pt x="42364" y="796"/>
                    <a:pt x="42342" y="730"/>
                  </a:cubicBezTo>
                  <a:lnTo>
                    <a:pt x="42160" y="760"/>
                  </a:lnTo>
                  <a:lnTo>
                    <a:pt x="41917" y="791"/>
                  </a:lnTo>
                  <a:cubicBezTo>
                    <a:pt x="41795" y="760"/>
                    <a:pt x="41613" y="699"/>
                    <a:pt x="41582" y="699"/>
                  </a:cubicBezTo>
                  <a:lnTo>
                    <a:pt x="41552" y="699"/>
                  </a:lnTo>
                  <a:lnTo>
                    <a:pt x="41400" y="760"/>
                  </a:lnTo>
                  <a:cubicBezTo>
                    <a:pt x="41265" y="760"/>
                    <a:pt x="40962" y="856"/>
                    <a:pt x="40853" y="856"/>
                  </a:cubicBezTo>
                  <a:cubicBezTo>
                    <a:pt x="40840" y="856"/>
                    <a:pt x="40829" y="855"/>
                    <a:pt x="40822" y="851"/>
                  </a:cubicBezTo>
                  <a:cubicBezTo>
                    <a:pt x="40795" y="833"/>
                    <a:pt x="40739" y="829"/>
                    <a:pt x="40669" y="829"/>
                  </a:cubicBezTo>
                  <a:cubicBezTo>
                    <a:pt x="40596" y="829"/>
                    <a:pt x="40508" y="834"/>
                    <a:pt x="40426" y="834"/>
                  </a:cubicBezTo>
                  <a:cubicBezTo>
                    <a:pt x="40324" y="834"/>
                    <a:pt x="40231" y="826"/>
                    <a:pt x="40184" y="791"/>
                  </a:cubicBezTo>
                  <a:cubicBezTo>
                    <a:pt x="40161" y="775"/>
                    <a:pt x="40131" y="768"/>
                    <a:pt x="40096" y="768"/>
                  </a:cubicBezTo>
                  <a:cubicBezTo>
                    <a:pt x="39992" y="768"/>
                    <a:pt x="39850" y="836"/>
                    <a:pt x="39758" y="973"/>
                  </a:cubicBezTo>
                  <a:lnTo>
                    <a:pt x="39515" y="760"/>
                  </a:lnTo>
                  <a:cubicBezTo>
                    <a:pt x="39485" y="760"/>
                    <a:pt x="39424" y="760"/>
                    <a:pt x="39394" y="791"/>
                  </a:cubicBezTo>
                  <a:lnTo>
                    <a:pt x="39303" y="851"/>
                  </a:lnTo>
                  <a:cubicBezTo>
                    <a:pt x="39242" y="836"/>
                    <a:pt x="39181" y="829"/>
                    <a:pt x="39124" y="829"/>
                  </a:cubicBezTo>
                  <a:cubicBezTo>
                    <a:pt x="39067" y="829"/>
                    <a:pt x="39014" y="836"/>
                    <a:pt x="38968" y="851"/>
                  </a:cubicBezTo>
                  <a:lnTo>
                    <a:pt x="38907" y="851"/>
                  </a:lnTo>
                  <a:cubicBezTo>
                    <a:pt x="38813" y="851"/>
                    <a:pt x="38884" y="980"/>
                    <a:pt x="38834" y="980"/>
                  </a:cubicBezTo>
                  <a:cubicBezTo>
                    <a:pt x="38820" y="980"/>
                    <a:pt x="38796" y="970"/>
                    <a:pt x="38755" y="943"/>
                  </a:cubicBezTo>
                  <a:cubicBezTo>
                    <a:pt x="38710" y="927"/>
                    <a:pt x="38672" y="912"/>
                    <a:pt x="38638" y="912"/>
                  </a:cubicBezTo>
                  <a:cubicBezTo>
                    <a:pt x="38603" y="912"/>
                    <a:pt x="38573" y="927"/>
                    <a:pt x="38543" y="973"/>
                  </a:cubicBezTo>
                  <a:lnTo>
                    <a:pt x="38543" y="1064"/>
                  </a:lnTo>
                  <a:lnTo>
                    <a:pt x="38543" y="1095"/>
                  </a:lnTo>
                  <a:cubicBezTo>
                    <a:pt x="38543" y="1106"/>
                    <a:pt x="38539" y="1111"/>
                    <a:pt x="38534" y="1111"/>
                  </a:cubicBezTo>
                  <a:cubicBezTo>
                    <a:pt x="38511" y="1111"/>
                    <a:pt x="38451" y="1028"/>
                    <a:pt x="38451" y="1003"/>
                  </a:cubicBezTo>
                  <a:cubicBezTo>
                    <a:pt x="38421" y="943"/>
                    <a:pt x="38360" y="912"/>
                    <a:pt x="38299" y="882"/>
                  </a:cubicBezTo>
                  <a:lnTo>
                    <a:pt x="38239" y="882"/>
                  </a:lnTo>
                  <a:lnTo>
                    <a:pt x="38117" y="973"/>
                  </a:lnTo>
                  <a:cubicBezTo>
                    <a:pt x="38087" y="912"/>
                    <a:pt x="38026" y="851"/>
                    <a:pt x="37965" y="791"/>
                  </a:cubicBezTo>
                  <a:lnTo>
                    <a:pt x="37935" y="760"/>
                  </a:lnTo>
                  <a:lnTo>
                    <a:pt x="37844" y="699"/>
                  </a:lnTo>
                  <a:cubicBezTo>
                    <a:pt x="37752" y="791"/>
                    <a:pt x="37388" y="821"/>
                    <a:pt x="37296" y="821"/>
                  </a:cubicBezTo>
                  <a:cubicBezTo>
                    <a:pt x="37144" y="851"/>
                    <a:pt x="37023" y="912"/>
                    <a:pt x="36932" y="1034"/>
                  </a:cubicBezTo>
                  <a:cubicBezTo>
                    <a:pt x="36922" y="1054"/>
                    <a:pt x="36908" y="1064"/>
                    <a:pt x="36893" y="1064"/>
                  </a:cubicBezTo>
                  <a:cubicBezTo>
                    <a:pt x="36864" y="1064"/>
                    <a:pt x="36830" y="1024"/>
                    <a:pt x="36810" y="943"/>
                  </a:cubicBezTo>
                  <a:lnTo>
                    <a:pt x="36719" y="912"/>
                  </a:lnTo>
                  <a:cubicBezTo>
                    <a:pt x="36658" y="851"/>
                    <a:pt x="36537" y="821"/>
                    <a:pt x="36445" y="821"/>
                  </a:cubicBezTo>
                  <a:cubicBezTo>
                    <a:pt x="36272" y="879"/>
                    <a:pt x="36098" y="900"/>
                    <a:pt x="35933" y="900"/>
                  </a:cubicBezTo>
                  <a:cubicBezTo>
                    <a:pt x="35837" y="900"/>
                    <a:pt x="35744" y="893"/>
                    <a:pt x="35655" y="882"/>
                  </a:cubicBezTo>
                  <a:lnTo>
                    <a:pt x="35503" y="882"/>
                  </a:lnTo>
                  <a:cubicBezTo>
                    <a:pt x="35381" y="943"/>
                    <a:pt x="35230" y="1247"/>
                    <a:pt x="35351" y="1277"/>
                  </a:cubicBezTo>
                  <a:cubicBezTo>
                    <a:pt x="35473" y="1338"/>
                    <a:pt x="35473" y="1368"/>
                    <a:pt x="35351" y="1399"/>
                  </a:cubicBezTo>
                  <a:lnTo>
                    <a:pt x="35260" y="1459"/>
                  </a:lnTo>
                  <a:lnTo>
                    <a:pt x="35017" y="1550"/>
                  </a:lnTo>
                  <a:cubicBezTo>
                    <a:pt x="34895" y="1490"/>
                    <a:pt x="34743" y="1399"/>
                    <a:pt x="34652" y="1307"/>
                  </a:cubicBezTo>
                  <a:lnTo>
                    <a:pt x="34652" y="1277"/>
                  </a:lnTo>
                  <a:lnTo>
                    <a:pt x="34652" y="1247"/>
                  </a:lnTo>
                  <a:cubicBezTo>
                    <a:pt x="34662" y="1247"/>
                    <a:pt x="34713" y="1250"/>
                    <a:pt x="34777" y="1250"/>
                  </a:cubicBezTo>
                  <a:cubicBezTo>
                    <a:pt x="34905" y="1250"/>
                    <a:pt x="35088" y="1236"/>
                    <a:pt x="35108" y="1155"/>
                  </a:cubicBezTo>
                  <a:cubicBezTo>
                    <a:pt x="35138" y="1095"/>
                    <a:pt x="35169" y="1034"/>
                    <a:pt x="35230" y="973"/>
                  </a:cubicBezTo>
                  <a:cubicBezTo>
                    <a:pt x="35230" y="973"/>
                    <a:pt x="35230" y="943"/>
                    <a:pt x="35199" y="882"/>
                  </a:cubicBezTo>
                  <a:lnTo>
                    <a:pt x="35169" y="882"/>
                  </a:lnTo>
                  <a:lnTo>
                    <a:pt x="35017" y="851"/>
                  </a:lnTo>
                  <a:cubicBezTo>
                    <a:pt x="34865" y="851"/>
                    <a:pt x="34713" y="882"/>
                    <a:pt x="34591" y="943"/>
                  </a:cubicBezTo>
                  <a:cubicBezTo>
                    <a:pt x="34561" y="1034"/>
                    <a:pt x="34530" y="1095"/>
                    <a:pt x="34530" y="1155"/>
                  </a:cubicBezTo>
                  <a:lnTo>
                    <a:pt x="34439" y="1095"/>
                  </a:lnTo>
                  <a:cubicBezTo>
                    <a:pt x="34378" y="1064"/>
                    <a:pt x="34318" y="1034"/>
                    <a:pt x="34318" y="1003"/>
                  </a:cubicBezTo>
                  <a:lnTo>
                    <a:pt x="34318" y="973"/>
                  </a:lnTo>
                  <a:cubicBezTo>
                    <a:pt x="34348" y="912"/>
                    <a:pt x="34318" y="912"/>
                    <a:pt x="34257" y="912"/>
                  </a:cubicBezTo>
                  <a:lnTo>
                    <a:pt x="34226" y="943"/>
                  </a:lnTo>
                  <a:lnTo>
                    <a:pt x="34166" y="973"/>
                  </a:lnTo>
                  <a:cubicBezTo>
                    <a:pt x="34155" y="983"/>
                    <a:pt x="34135" y="987"/>
                    <a:pt x="34109" y="987"/>
                  </a:cubicBezTo>
                  <a:cubicBezTo>
                    <a:pt x="33993" y="987"/>
                    <a:pt x="33752" y="908"/>
                    <a:pt x="33628" y="908"/>
                  </a:cubicBezTo>
                  <a:cubicBezTo>
                    <a:pt x="33613" y="908"/>
                    <a:pt x="33599" y="909"/>
                    <a:pt x="33588" y="912"/>
                  </a:cubicBezTo>
                  <a:lnTo>
                    <a:pt x="33284" y="973"/>
                  </a:lnTo>
                  <a:lnTo>
                    <a:pt x="32950" y="973"/>
                  </a:lnTo>
                  <a:lnTo>
                    <a:pt x="32798" y="1034"/>
                  </a:lnTo>
                  <a:lnTo>
                    <a:pt x="32707" y="1034"/>
                  </a:lnTo>
                  <a:cubicBezTo>
                    <a:pt x="32692" y="1044"/>
                    <a:pt x="32676" y="1048"/>
                    <a:pt x="32658" y="1048"/>
                  </a:cubicBezTo>
                  <a:cubicBezTo>
                    <a:pt x="32569" y="1048"/>
                    <a:pt x="32454" y="933"/>
                    <a:pt x="32403" y="882"/>
                  </a:cubicBezTo>
                  <a:cubicBezTo>
                    <a:pt x="32395" y="867"/>
                    <a:pt x="32381" y="861"/>
                    <a:pt x="32363" y="861"/>
                  </a:cubicBezTo>
                  <a:cubicBezTo>
                    <a:pt x="32306" y="861"/>
                    <a:pt x="32213" y="919"/>
                    <a:pt x="32190" y="943"/>
                  </a:cubicBezTo>
                  <a:cubicBezTo>
                    <a:pt x="32068" y="1034"/>
                    <a:pt x="31977" y="1095"/>
                    <a:pt x="31856" y="1155"/>
                  </a:cubicBezTo>
                  <a:lnTo>
                    <a:pt x="31734" y="1003"/>
                  </a:lnTo>
                  <a:cubicBezTo>
                    <a:pt x="31704" y="988"/>
                    <a:pt x="31681" y="981"/>
                    <a:pt x="31658" y="981"/>
                  </a:cubicBezTo>
                  <a:cubicBezTo>
                    <a:pt x="31635" y="981"/>
                    <a:pt x="31612" y="988"/>
                    <a:pt x="31582" y="1003"/>
                  </a:cubicBezTo>
                  <a:lnTo>
                    <a:pt x="31308" y="1125"/>
                  </a:lnTo>
                  <a:cubicBezTo>
                    <a:pt x="31187" y="1034"/>
                    <a:pt x="31005" y="973"/>
                    <a:pt x="30822" y="973"/>
                  </a:cubicBezTo>
                  <a:cubicBezTo>
                    <a:pt x="30731" y="973"/>
                    <a:pt x="30640" y="973"/>
                    <a:pt x="30579" y="943"/>
                  </a:cubicBezTo>
                  <a:lnTo>
                    <a:pt x="30518" y="1003"/>
                  </a:lnTo>
                  <a:cubicBezTo>
                    <a:pt x="30457" y="1064"/>
                    <a:pt x="30457" y="1125"/>
                    <a:pt x="30397" y="1186"/>
                  </a:cubicBezTo>
                  <a:lnTo>
                    <a:pt x="30366" y="1216"/>
                  </a:lnTo>
                  <a:cubicBezTo>
                    <a:pt x="30305" y="1216"/>
                    <a:pt x="30275" y="1186"/>
                    <a:pt x="30275" y="1155"/>
                  </a:cubicBezTo>
                  <a:lnTo>
                    <a:pt x="30275" y="1064"/>
                  </a:lnTo>
                  <a:cubicBezTo>
                    <a:pt x="30275" y="1034"/>
                    <a:pt x="30214" y="973"/>
                    <a:pt x="30153" y="973"/>
                  </a:cubicBezTo>
                  <a:lnTo>
                    <a:pt x="30123" y="1003"/>
                  </a:lnTo>
                  <a:lnTo>
                    <a:pt x="30032" y="1034"/>
                  </a:lnTo>
                  <a:cubicBezTo>
                    <a:pt x="29971" y="1064"/>
                    <a:pt x="29903" y="1079"/>
                    <a:pt x="29834" y="1079"/>
                  </a:cubicBezTo>
                  <a:cubicBezTo>
                    <a:pt x="29766" y="1079"/>
                    <a:pt x="29697" y="1064"/>
                    <a:pt x="29637" y="1034"/>
                  </a:cubicBezTo>
                  <a:lnTo>
                    <a:pt x="29606" y="1034"/>
                  </a:lnTo>
                  <a:lnTo>
                    <a:pt x="29485" y="943"/>
                  </a:lnTo>
                  <a:cubicBezTo>
                    <a:pt x="29363" y="973"/>
                    <a:pt x="29181" y="1064"/>
                    <a:pt x="29181" y="1095"/>
                  </a:cubicBezTo>
                  <a:cubicBezTo>
                    <a:pt x="29181" y="1155"/>
                    <a:pt x="29120" y="1216"/>
                    <a:pt x="29059" y="1247"/>
                  </a:cubicBezTo>
                  <a:cubicBezTo>
                    <a:pt x="28998" y="1186"/>
                    <a:pt x="28968" y="1095"/>
                    <a:pt x="28907" y="1064"/>
                  </a:cubicBezTo>
                  <a:lnTo>
                    <a:pt x="28846" y="1003"/>
                  </a:lnTo>
                  <a:cubicBezTo>
                    <a:pt x="28755" y="1003"/>
                    <a:pt x="28664" y="973"/>
                    <a:pt x="28573" y="973"/>
                  </a:cubicBezTo>
                  <a:lnTo>
                    <a:pt x="28482" y="1034"/>
                  </a:lnTo>
                  <a:lnTo>
                    <a:pt x="28390" y="1095"/>
                  </a:lnTo>
                  <a:cubicBezTo>
                    <a:pt x="28238" y="1095"/>
                    <a:pt x="28056" y="1095"/>
                    <a:pt x="27904" y="1064"/>
                  </a:cubicBezTo>
                  <a:cubicBezTo>
                    <a:pt x="27894" y="1059"/>
                    <a:pt x="27881" y="1056"/>
                    <a:pt x="27868" y="1056"/>
                  </a:cubicBezTo>
                  <a:cubicBezTo>
                    <a:pt x="27802" y="1056"/>
                    <a:pt x="27701" y="1115"/>
                    <a:pt x="27600" y="1216"/>
                  </a:cubicBezTo>
                  <a:lnTo>
                    <a:pt x="27570" y="1095"/>
                  </a:lnTo>
                  <a:cubicBezTo>
                    <a:pt x="27550" y="1035"/>
                    <a:pt x="27530" y="989"/>
                    <a:pt x="27477" y="989"/>
                  </a:cubicBezTo>
                  <a:cubicBezTo>
                    <a:pt x="27448" y="989"/>
                    <a:pt x="27410" y="1002"/>
                    <a:pt x="27357" y="1034"/>
                  </a:cubicBezTo>
                  <a:lnTo>
                    <a:pt x="27296" y="1064"/>
                  </a:lnTo>
                  <a:cubicBezTo>
                    <a:pt x="27226" y="1064"/>
                    <a:pt x="27030" y="974"/>
                    <a:pt x="26943" y="974"/>
                  </a:cubicBezTo>
                  <a:cubicBezTo>
                    <a:pt x="26917" y="974"/>
                    <a:pt x="26901" y="982"/>
                    <a:pt x="26901" y="1003"/>
                  </a:cubicBezTo>
                  <a:cubicBezTo>
                    <a:pt x="26901" y="1095"/>
                    <a:pt x="26779" y="1095"/>
                    <a:pt x="26719" y="1095"/>
                  </a:cubicBezTo>
                  <a:cubicBezTo>
                    <a:pt x="26597" y="1155"/>
                    <a:pt x="26506" y="1186"/>
                    <a:pt x="26384" y="1216"/>
                  </a:cubicBezTo>
                  <a:cubicBezTo>
                    <a:pt x="26293" y="1216"/>
                    <a:pt x="26050" y="1095"/>
                    <a:pt x="25959" y="1095"/>
                  </a:cubicBezTo>
                  <a:cubicBezTo>
                    <a:pt x="25868" y="1095"/>
                    <a:pt x="25412" y="1247"/>
                    <a:pt x="25229" y="1247"/>
                  </a:cubicBezTo>
                  <a:cubicBezTo>
                    <a:pt x="24956" y="1186"/>
                    <a:pt x="24713" y="1186"/>
                    <a:pt x="24439" y="1186"/>
                  </a:cubicBezTo>
                  <a:cubicBezTo>
                    <a:pt x="24384" y="1213"/>
                    <a:pt x="24324" y="1228"/>
                    <a:pt x="24273" y="1228"/>
                  </a:cubicBezTo>
                  <a:cubicBezTo>
                    <a:pt x="24212" y="1228"/>
                    <a:pt x="24165" y="1206"/>
                    <a:pt x="24165" y="1155"/>
                  </a:cubicBezTo>
                  <a:lnTo>
                    <a:pt x="24165" y="1095"/>
                  </a:lnTo>
                  <a:cubicBezTo>
                    <a:pt x="24013" y="1155"/>
                    <a:pt x="23862" y="1216"/>
                    <a:pt x="23679" y="1277"/>
                  </a:cubicBezTo>
                  <a:cubicBezTo>
                    <a:pt x="23588" y="1277"/>
                    <a:pt x="23466" y="1247"/>
                    <a:pt x="23375" y="1216"/>
                  </a:cubicBezTo>
                  <a:lnTo>
                    <a:pt x="23284" y="1277"/>
                  </a:lnTo>
                  <a:lnTo>
                    <a:pt x="23102" y="1429"/>
                  </a:lnTo>
                  <a:cubicBezTo>
                    <a:pt x="23010" y="1368"/>
                    <a:pt x="22889" y="1368"/>
                    <a:pt x="22798" y="1368"/>
                  </a:cubicBezTo>
                  <a:cubicBezTo>
                    <a:pt x="22767" y="1399"/>
                    <a:pt x="22737" y="1459"/>
                    <a:pt x="22737" y="1490"/>
                  </a:cubicBezTo>
                  <a:cubicBezTo>
                    <a:pt x="22706" y="1550"/>
                    <a:pt x="22737" y="1733"/>
                    <a:pt x="22706" y="1794"/>
                  </a:cubicBezTo>
                  <a:cubicBezTo>
                    <a:pt x="22706" y="1815"/>
                    <a:pt x="22615" y="1837"/>
                    <a:pt x="22497" y="1837"/>
                  </a:cubicBezTo>
                  <a:cubicBezTo>
                    <a:pt x="22449" y="1837"/>
                    <a:pt x="22395" y="1833"/>
                    <a:pt x="22342" y="1824"/>
                  </a:cubicBezTo>
                  <a:lnTo>
                    <a:pt x="22159" y="1824"/>
                  </a:lnTo>
                  <a:lnTo>
                    <a:pt x="22007" y="1794"/>
                  </a:lnTo>
                  <a:cubicBezTo>
                    <a:pt x="21855" y="1794"/>
                    <a:pt x="21703" y="1794"/>
                    <a:pt x="21551" y="1824"/>
                  </a:cubicBezTo>
                  <a:cubicBezTo>
                    <a:pt x="21527" y="1824"/>
                    <a:pt x="21474" y="1819"/>
                    <a:pt x="21416" y="1819"/>
                  </a:cubicBezTo>
                  <a:cubicBezTo>
                    <a:pt x="21330" y="1819"/>
                    <a:pt x="21235" y="1830"/>
                    <a:pt x="21217" y="1885"/>
                  </a:cubicBezTo>
                  <a:cubicBezTo>
                    <a:pt x="21217" y="1929"/>
                    <a:pt x="21136" y="1958"/>
                    <a:pt x="21080" y="1958"/>
                  </a:cubicBezTo>
                  <a:cubicBezTo>
                    <a:pt x="21060" y="1958"/>
                    <a:pt x="21043" y="1954"/>
                    <a:pt x="21035" y="1946"/>
                  </a:cubicBezTo>
                  <a:cubicBezTo>
                    <a:pt x="21035" y="1915"/>
                    <a:pt x="20913" y="1915"/>
                    <a:pt x="20883" y="1885"/>
                  </a:cubicBezTo>
                  <a:cubicBezTo>
                    <a:pt x="20883" y="1854"/>
                    <a:pt x="20883" y="1642"/>
                    <a:pt x="20822" y="1642"/>
                  </a:cubicBezTo>
                  <a:cubicBezTo>
                    <a:pt x="20700" y="1611"/>
                    <a:pt x="20609" y="1581"/>
                    <a:pt x="20518" y="1520"/>
                  </a:cubicBezTo>
                  <a:lnTo>
                    <a:pt x="20366" y="1490"/>
                  </a:lnTo>
                  <a:lnTo>
                    <a:pt x="20305" y="1490"/>
                  </a:lnTo>
                  <a:cubicBezTo>
                    <a:pt x="20298" y="1482"/>
                    <a:pt x="20288" y="1479"/>
                    <a:pt x="20277" y="1479"/>
                  </a:cubicBezTo>
                  <a:cubicBezTo>
                    <a:pt x="20195" y="1479"/>
                    <a:pt x="20024" y="1653"/>
                    <a:pt x="19971" y="1733"/>
                  </a:cubicBezTo>
                  <a:cubicBezTo>
                    <a:pt x="19921" y="1808"/>
                    <a:pt x="19850" y="1862"/>
                    <a:pt x="19810" y="1862"/>
                  </a:cubicBezTo>
                  <a:cubicBezTo>
                    <a:pt x="19801" y="1862"/>
                    <a:pt x="19794" y="1860"/>
                    <a:pt x="19788" y="1854"/>
                  </a:cubicBezTo>
                  <a:lnTo>
                    <a:pt x="19728" y="1824"/>
                  </a:lnTo>
                  <a:lnTo>
                    <a:pt x="19545" y="1763"/>
                  </a:lnTo>
                  <a:cubicBezTo>
                    <a:pt x="19424" y="1854"/>
                    <a:pt x="19333" y="1915"/>
                    <a:pt x="19211" y="1976"/>
                  </a:cubicBezTo>
                  <a:cubicBezTo>
                    <a:pt x="19205" y="1982"/>
                    <a:pt x="19198" y="1984"/>
                    <a:pt x="19191" y="1984"/>
                  </a:cubicBezTo>
                  <a:cubicBezTo>
                    <a:pt x="19158" y="1984"/>
                    <a:pt x="19114" y="1940"/>
                    <a:pt x="19089" y="1915"/>
                  </a:cubicBezTo>
                  <a:lnTo>
                    <a:pt x="19120" y="1854"/>
                  </a:lnTo>
                  <a:lnTo>
                    <a:pt x="19150" y="1824"/>
                  </a:lnTo>
                  <a:cubicBezTo>
                    <a:pt x="19211" y="1763"/>
                    <a:pt x="19272" y="1672"/>
                    <a:pt x="19302" y="1581"/>
                  </a:cubicBezTo>
                  <a:lnTo>
                    <a:pt x="19120" y="1490"/>
                  </a:lnTo>
                  <a:lnTo>
                    <a:pt x="19089" y="1490"/>
                  </a:lnTo>
                  <a:cubicBezTo>
                    <a:pt x="19087" y="1487"/>
                    <a:pt x="19084" y="1486"/>
                    <a:pt x="19080" y="1486"/>
                  </a:cubicBezTo>
                  <a:cubicBezTo>
                    <a:pt x="19028" y="1486"/>
                    <a:pt x="18842" y="1649"/>
                    <a:pt x="18785" y="1733"/>
                  </a:cubicBezTo>
                  <a:cubicBezTo>
                    <a:pt x="18694" y="1854"/>
                    <a:pt x="18603" y="1946"/>
                    <a:pt x="18512" y="2037"/>
                  </a:cubicBezTo>
                  <a:lnTo>
                    <a:pt x="18269" y="2037"/>
                  </a:lnTo>
                  <a:cubicBezTo>
                    <a:pt x="18178" y="2037"/>
                    <a:pt x="18117" y="1915"/>
                    <a:pt x="18147" y="1854"/>
                  </a:cubicBezTo>
                  <a:cubicBezTo>
                    <a:pt x="18147" y="1824"/>
                    <a:pt x="18026" y="1672"/>
                    <a:pt x="17934" y="1611"/>
                  </a:cubicBezTo>
                  <a:cubicBezTo>
                    <a:pt x="17924" y="1601"/>
                    <a:pt x="17908" y="1597"/>
                    <a:pt x="17888" y="1597"/>
                  </a:cubicBezTo>
                  <a:cubicBezTo>
                    <a:pt x="17787" y="1597"/>
                    <a:pt x="17580" y="1702"/>
                    <a:pt x="17478" y="1702"/>
                  </a:cubicBezTo>
                  <a:cubicBezTo>
                    <a:pt x="17296" y="1702"/>
                    <a:pt x="17114" y="1733"/>
                    <a:pt x="16931" y="1733"/>
                  </a:cubicBezTo>
                  <a:cubicBezTo>
                    <a:pt x="16779" y="1794"/>
                    <a:pt x="16658" y="1824"/>
                    <a:pt x="16506" y="1854"/>
                  </a:cubicBezTo>
                  <a:lnTo>
                    <a:pt x="16232" y="1854"/>
                  </a:lnTo>
                  <a:lnTo>
                    <a:pt x="16171" y="1794"/>
                  </a:lnTo>
                  <a:cubicBezTo>
                    <a:pt x="16149" y="1783"/>
                    <a:pt x="16119" y="1775"/>
                    <a:pt x="16083" y="1775"/>
                  </a:cubicBezTo>
                  <a:cubicBezTo>
                    <a:pt x="16022" y="1775"/>
                    <a:pt x="15945" y="1797"/>
                    <a:pt x="15867" y="1854"/>
                  </a:cubicBezTo>
                  <a:cubicBezTo>
                    <a:pt x="15784" y="1799"/>
                    <a:pt x="15715" y="1777"/>
                    <a:pt x="15655" y="1777"/>
                  </a:cubicBezTo>
                  <a:cubicBezTo>
                    <a:pt x="15517" y="1777"/>
                    <a:pt x="15426" y="1891"/>
                    <a:pt x="15320" y="1976"/>
                  </a:cubicBezTo>
                  <a:lnTo>
                    <a:pt x="15077" y="2158"/>
                  </a:lnTo>
                  <a:cubicBezTo>
                    <a:pt x="15002" y="2137"/>
                    <a:pt x="14926" y="2127"/>
                    <a:pt x="14858" y="2127"/>
                  </a:cubicBezTo>
                  <a:cubicBezTo>
                    <a:pt x="14733" y="2127"/>
                    <a:pt x="14630" y="2160"/>
                    <a:pt x="14591" y="2219"/>
                  </a:cubicBezTo>
                  <a:lnTo>
                    <a:pt x="14591" y="2310"/>
                  </a:lnTo>
                  <a:lnTo>
                    <a:pt x="14591" y="2371"/>
                  </a:lnTo>
                  <a:cubicBezTo>
                    <a:pt x="14591" y="2446"/>
                    <a:pt x="14529" y="2501"/>
                    <a:pt x="14456" y="2501"/>
                  </a:cubicBezTo>
                  <a:cubicBezTo>
                    <a:pt x="14441" y="2501"/>
                    <a:pt x="14425" y="2498"/>
                    <a:pt x="14408" y="2493"/>
                  </a:cubicBezTo>
                  <a:cubicBezTo>
                    <a:pt x="14317" y="2462"/>
                    <a:pt x="14226" y="2462"/>
                    <a:pt x="14135" y="2462"/>
                  </a:cubicBezTo>
                  <a:lnTo>
                    <a:pt x="14044" y="2462"/>
                  </a:lnTo>
                  <a:cubicBezTo>
                    <a:pt x="13983" y="2462"/>
                    <a:pt x="13922" y="2614"/>
                    <a:pt x="13892" y="2614"/>
                  </a:cubicBezTo>
                  <a:cubicBezTo>
                    <a:pt x="13770" y="2584"/>
                    <a:pt x="13679" y="2554"/>
                    <a:pt x="13588" y="2523"/>
                  </a:cubicBezTo>
                  <a:lnTo>
                    <a:pt x="13527" y="2523"/>
                  </a:lnTo>
                  <a:cubicBezTo>
                    <a:pt x="13523" y="2519"/>
                    <a:pt x="13519" y="2517"/>
                    <a:pt x="13515" y="2517"/>
                  </a:cubicBezTo>
                  <a:cubicBezTo>
                    <a:pt x="13489" y="2517"/>
                    <a:pt x="13466" y="2592"/>
                    <a:pt x="13466" y="2645"/>
                  </a:cubicBezTo>
                  <a:cubicBezTo>
                    <a:pt x="13466" y="2689"/>
                    <a:pt x="13401" y="2717"/>
                    <a:pt x="13318" y="2717"/>
                  </a:cubicBezTo>
                  <a:cubicBezTo>
                    <a:pt x="13288" y="2717"/>
                    <a:pt x="13256" y="2714"/>
                    <a:pt x="13223" y="2706"/>
                  </a:cubicBezTo>
                  <a:lnTo>
                    <a:pt x="13162" y="2675"/>
                  </a:lnTo>
                  <a:lnTo>
                    <a:pt x="13071" y="2645"/>
                  </a:lnTo>
                  <a:cubicBezTo>
                    <a:pt x="12980" y="2614"/>
                    <a:pt x="12889" y="2584"/>
                    <a:pt x="12797" y="2523"/>
                  </a:cubicBezTo>
                  <a:cubicBezTo>
                    <a:pt x="12797" y="2518"/>
                    <a:pt x="12795" y="2515"/>
                    <a:pt x="12790" y="2515"/>
                  </a:cubicBezTo>
                  <a:cubicBezTo>
                    <a:pt x="12768" y="2515"/>
                    <a:pt x="12701" y="2574"/>
                    <a:pt x="12676" y="2675"/>
                  </a:cubicBezTo>
                  <a:lnTo>
                    <a:pt x="12554" y="2766"/>
                  </a:lnTo>
                  <a:lnTo>
                    <a:pt x="12463" y="2827"/>
                  </a:lnTo>
                  <a:cubicBezTo>
                    <a:pt x="12428" y="2916"/>
                    <a:pt x="12382" y="2963"/>
                    <a:pt x="12344" y="2963"/>
                  </a:cubicBezTo>
                  <a:cubicBezTo>
                    <a:pt x="12317" y="2963"/>
                    <a:pt x="12293" y="2939"/>
                    <a:pt x="12281" y="2888"/>
                  </a:cubicBezTo>
                  <a:lnTo>
                    <a:pt x="12220" y="2797"/>
                  </a:lnTo>
                  <a:lnTo>
                    <a:pt x="12220" y="2766"/>
                  </a:lnTo>
                  <a:cubicBezTo>
                    <a:pt x="12190" y="2751"/>
                    <a:pt x="12159" y="2744"/>
                    <a:pt x="12129" y="2744"/>
                  </a:cubicBezTo>
                  <a:cubicBezTo>
                    <a:pt x="12098" y="2744"/>
                    <a:pt x="12068" y="2751"/>
                    <a:pt x="12038" y="2766"/>
                  </a:cubicBezTo>
                  <a:lnTo>
                    <a:pt x="12038" y="2797"/>
                  </a:lnTo>
                  <a:lnTo>
                    <a:pt x="12038" y="2918"/>
                  </a:lnTo>
                  <a:cubicBezTo>
                    <a:pt x="12068" y="3009"/>
                    <a:pt x="12068" y="3131"/>
                    <a:pt x="12068" y="3222"/>
                  </a:cubicBezTo>
                  <a:cubicBezTo>
                    <a:pt x="11977" y="3131"/>
                    <a:pt x="11916" y="3040"/>
                    <a:pt x="11855" y="2949"/>
                  </a:cubicBezTo>
                  <a:cubicBezTo>
                    <a:pt x="11817" y="2891"/>
                    <a:pt x="11766" y="2870"/>
                    <a:pt x="11711" y="2870"/>
                  </a:cubicBezTo>
                  <a:cubicBezTo>
                    <a:pt x="11679" y="2870"/>
                    <a:pt x="11645" y="2877"/>
                    <a:pt x="11612" y="2888"/>
                  </a:cubicBezTo>
                  <a:cubicBezTo>
                    <a:pt x="11603" y="2897"/>
                    <a:pt x="11586" y="2900"/>
                    <a:pt x="11566" y="2900"/>
                  </a:cubicBezTo>
                  <a:cubicBezTo>
                    <a:pt x="11518" y="2900"/>
                    <a:pt x="11451" y="2879"/>
                    <a:pt x="11430" y="2857"/>
                  </a:cubicBezTo>
                  <a:cubicBezTo>
                    <a:pt x="11421" y="2849"/>
                    <a:pt x="11399" y="2845"/>
                    <a:pt x="11371" y="2845"/>
                  </a:cubicBezTo>
                  <a:cubicBezTo>
                    <a:pt x="11305" y="2845"/>
                    <a:pt x="11208" y="2866"/>
                    <a:pt x="11187" y="2888"/>
                  </a:cubicBezTo>
                  <a:cubicBezTo>
                    <a:pt x="11156" y="2888"/>
                    <a:pt x="11126" y="2949"/>
                    <a:pt x="11156" y="2949"/>
                  </a:cubicBezTo>
                  <a:lnTo>
                    <a:pt x="11156" y="2979"/>
                  </a:lnTo>
                  <a:cubicBezTo>
                    <a:pt x="11156" y="2979"/>
                    <a:pt x="11156" y="3009"/>
                    <a:pt x="11156" y="3040"/>
                  </a:cubicBezTo>
                  <a:cubicBezTo>
                    <a:pt x="11095" y="3070"/>
                    <a:pt x="11065" y="3070"/>
                    <a:pt x="11004" y="3101"/>
                  </a:cubicBezTo>
                  <a:lnTo>
                    <a:pt x="10974" y="3101"/>
                  </a:lnTo>
                  <a:cubicBezTo>
                    <a:pt x="10967" y="3097"/>
                    <a:pt x="10955" y="3096"/>
                    <a:pt x="10939" y="3096"/>
                  </a:cubicBezTo>
                  <a:cubicBezTo>
                    <a:pt x="10830" y="3096"/>
                    <a:pt x="10528" y="3166"/>
                    <a:pt x="10346" y="3166"/>
                  </a:cubicBezTo>
                  <a:cubicBezTo>
                    <a:pt x="10319" y="3166"/>
                    <a:pt x="10295" y="3165"/>
                    <a:pt x="10275" y="3161"/>
                  </a:cubicBezTo>
                  <a:lnTo>
                    <a:pt x="9940" y="3101"/>
                  </a:lnTo>
                  <a:cubicBezTo>
                    <a:pt x="9910" y="3131"/>
                    <a:pt x="9849" y="3192"/>
                    <a:pt x="9849" y="3192"/>
                  </a:cubicBezTo>
                  <a:cubicBezTo>
                    <a:pt x="9910" y="3222"/>
                    <a:pt x="9940" y="3253"/>
                    <a:pt x="10001" y="3283"/>
                  </a:cubicBezTo>
                  <a:cubicBezTo>
                    <a:pt x="10050" y="3283"/>
                    <a:pt x="10079" y="3205"/>
                    <a:pt x="10120" y="3205"/>
                  </a:cubicBezTo>
                  <a:cubicBezTo>
                    <a:pt x="10130" y="3205"/>
                    <a:pt x="10141" y="3210"/>
                    <a:pt x="10153" y="3222"/>
                  </a:cubicBezTo>
                  <a:cubicBezTo>
                    <a:pt x="10183" y="3283"/>
                    <a:pt x="10244" y="3344"/>
                    <a:pt x="10244" y="3374"/>
                  </a:cubicBezTo>
                  <a:lnTo>
                    <a:pt x="10244" y="3435"/>
                  </a:lnTo>
                  <a:cubicBezTo>
                    <a:pt x="10153" y="3465"/>
                    <a:pt x="10305" y="3557"/>
                    <a:pt x="10396" y="3587"/>
                  </a:cubicBezTo>
                  <a:cubicBezTo>
                    <a:pt x="10487" y="3587"/>
                    <a:pt x="10579" y="3587"/>
                    <a:pt x="10579" y="3526"/>
                  </a:cubicBezTo>
                  <a:lnTo>
                    <a:pt x="10579" y="3496"/>
                  </a:lnTo>
                  <a:lnTo>
                    <a:pt x="10579" y="3435"/>
                  </a:lnTo>
                  <a:cubicBezTo>
                    <a:pt x="10548" y="3405"/>
                    <a:pt x="10670" y="3374"/>
                    <a:pt x="10731" y="3374"/>
                  </a:cubicBezTo>
                  <a:cubicBezTo>
                    <a:pt x="10791" y="3374"/>
                    <a:pt x="10822" y="3587"/>
                    <a:pt x="10791" y="3648"/>
                  </a:cubicBezTo>
                  <a:cubicBezTo>
                    <a:pt x="10791" y="3709"/>
                    <a:pt x="10670" y="3800"/>
                    <a:pt x="10518" y="3800"/>
                  </a:cubicBezTo>
                  <a:lnTo>
                    <a:pt x="10366" y="3709"/>
                  </a:lnTo>
                  <a:lnTo>
                    <a:pt x="10183" y="3617"/>
                  </a:lnTo>
                  <a:cubicBezTo>
                    <a:pt x="10031" y="3800"/>
                    <a:pt x="10062" y="3952"/>
                    <a:pt x="10092" y="3952"/>
                  </a:cubicBezTo>
                  <a:lnTo>
                    <a:pt x="10487" y="3952"/>
                  </a:lnTo>
                  <a:lnTo>
                    <a:pt x="10579" y="4073"/>
                  </a:lnTo>
                  <a:cubicBezTo>
                    <a:pt x="10639" y="4073"/>
                    <a:pt x="10639" y="4134"/>
                    <a:pt x="10639" y="4165"/>
                  </a:cubicBezTo>
                  <a:cubicBezTo>
                    <a:pt x="10670" y="4165"/>
                    <a:pt x="10731" y="4073"/>
                    <a:pt x="10731" y="4013"/>
                  </a:cubicBezTo>
                  <a:cubicBezTo>
                    <a:pt x="10731" y="3982"/>
                    <a:pt x="10883" y="3952"/>
                    <a:pt x="10943" y="3952"/>
                  </a:cubicBezTo>
                  <a:cubicBezTo>
                    <a:pt x="10974" y="3952"/>
                    <a:pt x="10974" y="4013"/>
                    <a:pt x="10974" y="4043"/>
                  </a:cubicBezTo>
                  <a:cubicBezTo>
                    <a:pt x="10974" y="4064"/>
                    <a:pt x="11075" y="4099"/>
                    <a:pt x="11148" y="4099"/>
                  </a:cubicBezTo>
                  <a:cubicBezTo>
                    <a:pt x="11181" y="4099"/>
                    <a:pt x="11207" y="4092"/>
                    <a:pt x="11217" y="4073"/>
                  </a:cubicBezTo>
                  <a:cubicBezTo>
                    <a:pt x="11232" y="4043"/>
                    <a:pt x="11270" y="4028"/>
                    <a:pt x="11312" y="4028"/>
                  </a:cubicBezTo>
                  <a:cubicBezTo>
                    <a:pt x="11354" y="4028"/>
                    <a:pt x="11399" y="4043"/>
                    <a:pt x="11430" y="4073"/>
                  </a:cubicBezTo>
                  <a:lnTo>
                    <a:pt x="11521" y="4104"/>
                  </a:lnTo>
                  <a:cubicBezTo>
                    <a:pt x="11538" y="4107"/>
                    <a:pt x="11552" y="4109"/>
                    <a:pt x="11564" y="4109"/>
                  </a:cubicBezTo>
                  <a:cubicBezTo>
                    <a:pt x="11661" y="4109"/>
                    <a:pt x="11619" y="4009"/>
                    <a:pt x="11673" y="3982"/>
                  </a:cubicBezTo>
                  <a:lnTo>
                    <a:pt x="11734" y="3952"/>
                  </a:lnTo>
                  <a:cubicBezTo>
                    <a:pt x="11825" y="3952"/>
                    <a:pt x="11946" y="3982"/>
                    <a:pt x="12038" y="4043"/>
                  </a:cubicBezTo>
                  <a:lnTo>
                    <a:pt x="12038" y="4134"/>
                  </a:lnTo>
                  <a:cubicBezTo>
                    <a:pt x="11946" y="4225"/>
                    <a:pt x="11825" y="4256"/>
                    <a:pt x="11703" y="4286"/>
                  </a:cubicBezTo>
                  <a:lnTo>
                    <a:pt x="11673" y="4286"/>
                  </a:lnTo>
                  <a:cubicBezTo>
                    <a:pt x="11642" y="4316"/>
                    <a:pt x="11582" y="4316"/>
                    <a:pt x="11551" y="4316"/>
                  </a:cubicBezTo>
                  <a:cubicBezTo>
                    <a:pt x="11460" y="4286"/>
                    <a:pt x="11399" y="4256"/>
                    <a:pt x="11308" y="4225"/>
                  </a:cubicBezTo>
                  <a:lnTo>
                    <a:pt x="11247" y="4225"/>
                  </a:lnTo>
                  <a:cubicBezTo>
                    <a:pt x="11231" y="4217"/>
                    <a:pt x="11215" y="4214"/>
                    <a:pt x="11199" y="4214"/>
                  </a:cubicBezTo>
                  <a:cubicBezTo>
                    <a:pt x="11094" y="4214"/>
                    <a:pt x="10992" y="4379"/>
                    <a:pt x="10913" y="4590"/>
                  </a:cubicBezTo>
                  <a:lnTo>
                    <a:pt x="11278" y="4712"/>
                  </a:lnTo>
                  <a:lnTo>
                    <a:pt x="11308" y="4712"/>
                  </a:lnTo>
                  <a:cubicBezTo>
                    <a:pt x="11308" y="4803"/>
                    <a:pt x="11399" y="4894"/>
                    <a:pt x="11490" y="4924"/>
                  </a:cubicBezTo>
                  <a:cubicBezTo>
                    <a:pt x="11521" y="4924"/>
                    <a:pt x="11551" y="4955"/>
                    <a:pt x="11521" y="5016"/>
                  </a:cubicBezTo>
                  <a:lnTo>
                    <a:pt x="11490" y="5076"/>
                  </a:lnTo>
                  <a:lnTo>
                    <a:pt x="11490" y="5107"/>
                  </a:lnTo>
                  <a:cubicBezTo>
                    <a:pt x="11582" y="5137"/>
                    <a:pt x="11665" y="5152"/>
                    <a:pt x="11745" y="5152"/>
                  </a:cubicBezTo>
                  <a:cubicBezTo>
                    <a:pt x="11825" y="5152"/>
                    <a:pt x="11901" y="5137"/>
                    <a:pt x="11977" y="5107"/>
                  </a:cubicBezTo>
                  <a:cubicBezTo>
                    <a:pt x="12098" y="5076"/>
                    <a:pt x="12159" y="4955"/>
                    <a:pt x="12068" y="4833"/>
                  </a:cubicBezTo>
                  <a:lnTo>
                    <a:pt x="12250" y="4803"/>
                  </a:lnTo>
                  <a:lnTo>
                    <a:pt x="12402" y="4772"/>
                  </a:lnTo>
                  <a:lnTo>
                    <a:pt x="12433" y="4772"/>
                  </a:lnTo>
                  <a:cubicBezTo>
                    <a:pt x="12463" y="4772"/>
                    <a:pt x="12494" y="4833"/>
                    <a:pt x="12463" y="4864"/>
                  </a:cubicBezTo>
                  <a:cubicBezTo>
                    <a:pt x="12463" y="4864"/>
                    <a:pt x="12433" y="4985"/>
                    <a:pt x="12402" y="5076"/>
                  </a:cubicBezTo>
                  <a:lnTo>
                    <a:pt x="12402" y="5137"/>
                  </a:lnTo>
                  <a:cubicBezTo>
                    <a:pt x="12418" y="5228"/>
                    <a:pt x="12463" y="5251"/>
                    <a:pt x="12516" y="5251"/>
                  </a:cubicBezTo>
                  <a:cubicBezTo>
                    <a:pt x="12570" y="5251"/>
                    <a:pt x="12630" y="5228"/>
                    <a:pt x="12676" y="5228"/>
                  </a:cubicBezTo>
                  <a:cubicBezTo>
                    <a:pt x="12706" y="5198"/>
                    <a:pt x="12706" y="5137"/>
                    <a:pt x="12706" y="5107"/>
                  </a:cubicBezTo>
                  <a:lnTo>
                    <a:pt x="12645" y="5107"/>
                  </a:lnTo>
                  <a:cubicBezTo>
                    <a:pt x="12494" y="5107"/>
                    <a:pt x="12494" y="5107"/>
                    <a:pt x="12524" y="5016"/>
                  </a:cubicBezTo>
                  <a:lnTo>
                    <a:pt x="12554" y="4985"/>
                  </a:lnTo>
                  <a:cubicBezTo>
                    <a:pt x="12562" y="4971"/>
                    <a:pt x="12581" y="4965"/>
                    <a:pt x="12608" y="4965"/>
                  </a:cubicBezTo>
                  <a:cubicBezTo>
                    <a:pt x="12691" y="4965"/>
                    <a:pt x="12842" y="5023"/>
                    <a:pt x="12889" y="5046"/>
                  </a:cubicBezTo>
                  <a:cubicBezTo>
                    <a:pt x="12980" y="5107"/>
                    <a:pt x="13071" y="5168"/>
                    <a:pt x="13193" y="5168"/>
                  </a:cubicBezTo>
                  <a:cubicBezTo>
                    <a:pt x="13284" y="5168"/>
                    <a:pt x="13345" y="5168"/>
                    <a:pt x="13436" y="5137"/>
                  </a:cubicBezTo>
                  <a:cubicBezTo>
                    <a:pt x="13557" y="5107"/>
                    <a:pt x="13679" y="5107"/>
                    <a:pt x="13801" y="5107"/>
                  </a:cubicBezTo>
                  <a:lnTo>
                    <a:pt x="13953" y="5198"/>
                  </a:lnTo>
                  <a:cubicBezTo>
                    <a:pt x="14036" y="5281"/>
                    <a:pt x="14119" y="5415"/>
                    <a:pt x="14294" y="5415"/>
                  </a:cubicBezTo>
                  <a:cubicBezTo>
                    <a:pt x="14311" y="5415"/>
                    <a:pt x="14329" y="5413"/>
                    <a:pt x="14348" y="5411"/>
                  </a:cubicBezTo>
                  <a:lnTo>
                    <a:pt x="15260" y="5411"/>
                  </a:lnTo>
                  <a:cubicBezTo>
                    <a:pt x="15412" y="5411"/>
                    <a:pt x="15563" y="5411"/>
                    <a:pt x="15715" y="5472"/>
                  </a:cubicBezTo>
                  <a:cubicBezTo>
                    <a:pt x="15733" y="5477"/>
                    <a:pt x="15754" y="5480"/>
                    <a:pt x="15777" y="5480"/>
                  </a:cubicBezTo>
                  <a:cubicBezTo>
                    <a:pt x="15874" y="5480"/>
                    <a:pt x="16012" y="5435"/>
                    <a:pt x="16111" y="5411"/>
                  </a:cubicBezTo>
                  <a:cubicBezTo>
                    <a:pt x="16141" y="5411"/>
                    <a:pt x="16179" y="5418"/>
                    <a:pt x="16213" y="5418"/>
                  </a:cubicBezTo>
                  <a:cubicBezTo>
                    <a:pt x="16247" y="5418"/>
                    <a:pt x="16278" y="5411"/>
                    <a:pt x="16293" y="5380"/>
                  </a:cubicBezTo>
                  <a:cubicBezTo>
                    <a:pt x="16319" y="5328"/>
                    <a:pt x="16323" y="5253"/>
                    <a:pt x="16402" y="5253"/>
                  </a:cubicBezTo>
                  <a:cubicBezTo>
                    <a:pt x="16414" y="5253"/>
                    <a:pt x="16428" y="5255"/>
                    <a:pt x="16445" y="5259"/>
                  </a:cubicBezTo>
                  <a:lnTo>
                    <a:pt x="16506" y="5259"/>
                  </a:lnTo>
                  <a:cubicBezTo>
                    <a:pt x="16567" y="5320"/>
                    <a:pt x="16567" y="5411"/>
                    <a:pt x="16506" y="5472"/>
                  </a:cubicBezTo>
                  <a:lnTo>
                    <a:pt x="16323" y="5472"/>
                  </a:lnTo>
                  <a:cubicBezTo>
                    <a:pt x="16232" y="5563"/>
                    <a:pt x="16141" y="5593"/>
                    <a:pt x="16050" y="5623"/>
                  </a:cubicBezTo>
                  <a:lnTo>
                    <a:pt x="15928" y="5623"/>
                  </a:lnTo>
                  <a:cubicBezTo>
                    <a:pt x="15920" y="5619"/>
                    <a:pt x="15911" y="5617"/>
                    <a:pt x="15902" y="5617"/>
                  </a:cubicBezTo>
                  <a:cubicBezTo>
                    <a:pt x="15844" y="5617"/>
                    <a:pt x="15776" y="5693"/>
                    <a:pt x="15776" y="5745"/>
                  </a:cubicBezTo>
                  <a:cubicBezTo>
                    <a:pt x="15776" y="5752"/>
                    <a:pt x="15768" y="5756"/>
                    <a:pt x="15752" y="5756"/>
                  </a:cubicBezTo>
                  <a:cubicBezTo>
                    <a:pt x="15703" y="5756"/>
                    <a:pt x="15581" y="5716"/>
                    <a:pt x="15442" y="5623"/>
                  </a:cubicBezTo>
                  <a:lnTo>
                    <a:pt x="15168" y="5775"/>
                  </a:lnTo>
                  <a:lnTo>
                    <a:pt x="14925" y="5775"/>
                  </a:lnTo>
                  <a:cubicBezTo>
                    <a:pt x="14773" y="5745"/>
                    <a:pt x="14621" y="5745"/>
                    <a:pt x="14469" y="5745"/>
                  </a:cubicBezTo>
                  <a:lnTo>
                    <a:pt x="14256" y="5745"/>
                  </a:lnTo>
                  <a:cubicBezTo>
                    <a:pt x="14211" y="5745"/>
                    <a:pt x="14135" y="5737"/>
                    <a:pt x="14063" y="5737"/>
                  </a:cubicBezTo>
                  <a:cubicBezTo>
                    <a:pt x="13991" y="5737"/>
                    <a:pt x="13922" y="5745"/>
                    <a:pt x="13892" y="5775"/>
                  </a:cubicBezTo>
                  <a:cubicBezTo>
                    <a:pt x="13831" y="5836"/>
                    <a:pt x="13770" y="5927"/>
                    <a:pt x="13709" y="5988"/>
                  </a:cubicBezTo>
                  <a:cubicBezTo>
                    <a:pt x="13649" y="5988"/>
                    <a:pt x="13466" y="5897"/>
                    <a:pt x="13436" y="5867"/>
                  </a:cubicBezTo>
                  <a:cubicBezTo>
                    <a:pt x="13284" y="5867"/>
                    <a:pt x="13162" y="5867"/>
                    <a:pt x="13041" y="5927"/>
                  </a:cubicBezTo>
                  <a:cubicBezTo>
                    <a:pt x="12980" y="5927"/>
                    <a:pt x="12889" y="5927"/>
                    <a:pt x="12858" y="5867"/>
                  </a:cubicBezTo>
                  <a:cubicBezTo>
                    <a:pt x="12858" y="5861"/>
                    <a:pt x="12854" y="5858"/>
                    <a:pt x="12846" y="5858"/>
                  </a:cubicBezTo>
                  <a:cubicBezTo>
                    <a:pt x="12815" y="5858"/>
                    <a:pt x="12731" y="5903"/>
                    <a:pt x="12706" y="5927"/>
                  </a:cubicBezTo>
                  <a:lnTo>
                    <a:pt x="12402" y="5927"/>
                  </a:lnTo>
                  <a:cubicBezTo>
                    <a:pt x="12281" y="5927"/>
                    <a:pt x="12129" y="5927"/>
                    <a:pt x="12007" y="5958"/>
                  </a:cubicBezTo>
                  <a:cubicBezTo>
                    <a:pt x="11931" y="5973"/>
                    <a:pt x="11855" y="5981"/>
                    <a:pt x="11779" y="5981"/>
                  </a:cubicBezTo>
                  <a:cubicBezTo>
                    <a:pt x="11703" y="5981"/>
                    <a:pt x="11627" y="5973"/>
                    <a:pt x="11551" y="5958"/>
                  </a:cubicBezTo>
                  <a:lnTo>
                    <a:pt x="11399" y="5958"/>
                  </a:lnTo>
                  <a:cubicBezTo>
                    <a:pt x="11247" y="5988"/>
                    <a:pt x="11095" y="6019"/>
                    <a:pt x="10974" y="6079"/>
                  </a:cubicBezTo>
                  <a:cubicBezTo>
                    <a:pt x="10913" y="6079"/>
                    <a:pt x="10913" y="6201"/>
                    <a:pt x="10852" y="6201"/>
                  </a:cubicBezTo>
                  <a:cubicBezTo>
                    <a:pt x="10831" y="6206"/>
                    <a:pt x="10813" y="6209"/>
                    <a:pt x="10798" y="6209"/>
                  </a:cubicBezTo>
                  <a:cubicBezTo>
                    <a:pt x="10731" y="6209"/>
                    <a:pt x="10731" y="6154"/>
                    <a:pt x="10731" y="6079"/>
                  </a:cubicBezTo>
                  <a:lnTo>
                    <a:pt x="10639" y="6079"/>
                  </a:lnTo>
                  <a:cubicBezTo>
                    <a:pt x="10582" y="6137"/>
                    <a:pt x="10499" y="6158"/>
                    <a:pt x="10416" y="6158"/>
                  </a:cubicBezTo>
                  <a:cubicBezTo>
                    <a:pt x="10368" y="6158"/>
                    <a:pt x="10319" y="6151"/>
                    <a:pt x="10275" y="6140"/>
                  </a:cubicBezTo>
                  <a:lnTo>
                    <a:pt x="10062" y="6110"/>
                  </a:lnTo>
                  <a:lnTo>
                    <a:pt x="10062" y="6110"/>
                  </a:lnTo>
                  <a:cubicBezTo>
                    <a:pt x="10080" y="6181"/>
                    <a:pt x="10066" y="6211"/>
                    <a:pt x="10040" y="6211"/>
                  </a:cubicBezTo>
                  <a:cubicBezTo>
                    <a:pt x="10021" y="6211"/>
                    <a:pt x="9996" y="6196"/>
                    <a:pt x="9971" y="6171"/>
                  </a:cubicBezTo>
                  <a:lnTo>
                    <a:pt x="9819" y="6171"/>
                  </a:lnTo>
                  <a:cubicBezTo>
                    <a:pt x="9697" y="6201"/>
                    <a:pt x="9606" y="6231"/>
                    <a:pt x="9484" y="6262"/>
                  </a:cubicBezTo>
                  <a:lnTo>
                    <a:pt x="9393" y="6262"/>
                  </a:lnTo>
                  <a:cubicBezTo>
                    <a:pt x="9363" y="6292"/>
                    <a:pt x="9332" y="6292"/>
                    <a:pt x="9272" y="6323"/>
                  </a:cubicBezTo>
                  <a:cubicBezTo>
                    <a:pt x="9164" y="6344"/>
                    <a:pt x="9057" y="6366"/>
                    <a:pt x="8949" y="6366"/>
                  </a:cubicBezTo>
                  <a:cubicBezTo>
                    <a:pt x="8905" y="6366"/>
                    <a:pt x="8860" y="6362"/>
                    <a:pt x="8816" y="6353"/>
                  </a:cubicBezTo>
                  <a:lnTo>
                    <a:pt x="8724" y="6353"/>
                  </a:lnTo>
                  <a:cubicBezTo>
                    <a:pt x="8603" y="6353"/>
                    <a:pt x="8177" y="6535"/>
                    <a:pt x="8056" y="6535"/>
                  </a:cubicBezTo>
                  <a:cubicBezTo>
                    <a:pt x="7954" y="6535"/>
                    <a:pt x="7718" y="6495"/>
                    <a:pt x="7554" y="6495"/>
                  </a:cubicBezTo>
                  <a:cubicBezTo>
                    <a:pt x="7471" y="6495"/>
                    <a:pt x="7407" y="6505"/>
                    <a:pt x="7387" y="6535"/>
                  </a:cubicBezTo>
                  <a:cubicBezTo>
                    <a:pt x="7348" y="6594"/>
                    <a:pt x="7296" y="6628"/>
                    <a:pt x="7248" y="6628"/>
                  </a:cubicBezTo>
                  <a:cubicBezTo>
                    <a:pt x="7221" y="6628"/>
                    <a:pt x="7196" y="6618"/>
                    <a:pt x="7174" y="6596"/>
                  </a:cubicBezTo>
                  <a:lnTo>
                    <a:pt x="7144" y="6535"/>
                  </a:lnTo>
                  <a:lnTo>
                    <a:pt x="7113" y="6505"/>
                  </a:lnTo>
                  <a:cubicBezTo>
                    <a:pt x="7024" y="6469"/>
                    <a:pt x="6946" y="6455"/>
                    <a:pt x="6865" y="6455"/>
                  </a:cubicBezTo>
                  <a:cubicBezTo>
                    <a:pt x="6809" y="6455"/>
                    <a:pt x="6751" y="6462"/>
                    <a:pt x="6688" y="6475"/>
                  </a:cubicBezTo>
                  <a:lnTo>
                    <a:pt x="6536" y="6535"/>
                  </a:lnTo>
                  <a:cubicBezTo>
                    <a:pt x="6436" y="6586"/>
                    <a:pt x="6335" y="6608"/>
                    <a:pt x="6235" y="6608"/>
                  </a:cubicBezTo>
                  <a:cubicBezTo>
                    <a:pt x="6153" y="6608"/>
                    <a:pt x="6071" y="6593"/>
                    <a:pt x="5989" y="6566"/>
                  </a:cubicBezTo>
                  <a:cubicBezTo>
                    <a:pt x="5928" y="6551"/>
                    <a:pt x="5867" y="6543"/>
                    <a:pt x="5803" y="6543"/>
                  </a:cubicBezTo>
                  <a:cubicBezTo>
                    <a:pt x="5738" y="6543"/>
                    <a:pt x="5670" y="6551"/>
                    <a:pt x="5594" y="6566"/>
                  </a:cubicBezTo>
                  <a:lnTo>
                    <a:pt x="5503" y="6596"/>
                  </a:lnTo>
                  <a:cubicBezTo>
                    <a:pt x="5381" y="6657"/>
                    <a:pt x="5168" y="6748"/>
                    <a:pt x="5077" y="6839"/>
                  </a:cubicBezTo>
                  <a:lnTo>
                    <a:pt x="4925" y="6687"/>
                  </a:lnTo>
                  <a:cubicBezTo>
                    <a:pt x="4918" y="6684"/>
                    <a:pt x="4910" y="6682"/>
                    <a:pt x="4900" y="6682"/>
                  </a:cubicBezTo>
                  <a:cubicBezTo>
                    <a:pt x="4834" y="6682"/>
                    <a:pt x="4709" y="6753"/>
                    <a:pt x="4625" y="6753"/>
                  </a:cubicBezTo>
                  <a:cubicBezTo>
                    <a:pt x="4612" y="6753"/>
                    <a:pt x="4601" y="6752"/>
                    <a:pt x="4591" y="6748"/>
                  </a:cubicBezTo>
                  <a:lnTo>
                    <a:pt x="4317" y="6627"/>
                  </a:lnTo>
                  <a:cubicBezTo>
                    <a:pt x="4195" y="6718"/>
                    <a:pt x="4013" y="6748"/>
                    <a:pt x="3861" y="6748"/>
                  </a:cubicBezTo>
                  <a:cubicBezTo>
                    <a:pt x="3834" y="6739"/>
                    <a:pt x="3810" y="6736"/>
                    <a:pt x="3788" y="6736"/>
                  </a:cubicBezTo>
                  <a:cubicBezTo>
                    <a:pt x="3734" y="6736"/>
                    <a:pt x="3691" y="6757"/>
                    <a:pt x="3648" y="6779"/>
                  </a:cubicBezTo>
                  <a:lnTo>
                    <a:pt x="3588" y="6779"/>
                  </a:lnTo>
                  <a:lnTo>
                    <a:pt x="3284" y="6718"/>
                  </a:lnTo>
                  <a:cubicBezTo>
                    <a:pt x="3149" y="6814"/>
                    <a:pt x="3039" y="6874"/>
                    <a:pt x="2976" y="6874"/>
                  </a:cubicBezTo>
                  <a:cubicBezTo>
                    <a:pt x="2939" y="6874"/>
                    <a:pt x="2919" y="6854"/>
                    <a:pt x="2919" y="6809"/>
                  </a:cubicBezTo>
                  <a:lnTo>
                    <a:pt x="2706" y="6900"/>
                  </a:lnTo>
                  <a:cubicBezTo>
                    <a:pt x="2661" y="6915"/>
                    <a:pt x="2615" y="6923"/>
                    <a:pt x="2569" y="6923"/>
                  </a:cubicBezTo>
                  <a:cubicBezTo>
                    <a:pt x="2524" y="6923"/>
                    <a:pt x="2478" y="6915"/>
                    <a:pt x="2433" y="6900"/>
                  </a:cubicBezTo>
                  <a:cubicBezTo>
                    <a:pt x="2402" y="6870"/>
                    <a:pt x="2357" y="6855"/>
                    <a:pt x="2311" y="6855"/>
                  </a:cubicBezTo>
                  <a:cubicBezTo>
                    <a:pt x="2265" y="6855"/>
                    <a:pt x="2220" y="6870"/>
                    <a:pt x="2189" y="6900"/>
                  </a:cubicBezTo>
                  <a:cubicBezTo>
                    <a:pt x="2176" y="6905"/>
                    <a:pt x="2162" y="6906"/>
                    <a:pt x="2148" y="6906"/>
                  </a:cubicBezTo>
                  <a:cubicBezTo>
                    <a:pt x="2078" y="6906"/>
                    <a:pt x="1997" y="6863"/>
                    <a:pt x="1927" y="6863"/>
                  </a:cubicBezTo>
                  <a:cubicBezTo>
                    <a:pt x="1913" y="6863"/>
                    <a:pt x="1899" y="6865"/>
                    <a:pt x="1885" y="6870"/>
                  </a:cubicBezTo>
                  <a:lnTo>
                    <a:pt x="1794" y="6900"/>
                  </a:lnTo>
                  <a:cubicBezTo>
                    <a:pt x="1673" y="6900"/>
                    <a:pt x="1399" y="6991"/>
                    <a:pt x="1308" y="6991"/>
                  </a:cubicBezTo>
                  <a:cubicBezTo>
                    <a:pt x="1304" y="6990"/>
                    <a:pt x="1300" y="6989"/>
                    <a:pt x="1295" y="6989"/>
                  </a:cubicBezTo>
                  <a:cubicBezTo>
                    <a:pt x="1219" y="6989"/>
                    <a:pt x="1000" y="7204"/>
                    <a:pt x="943" y="7204"/>
                  </a:cubicBezTo>
                  <a:cubicBezTo>
                    <a:pt x="882" y="7174"/>
                    <a:pt x="761" y="7174"/>
                    <a:pt x="670" y="7174"/>
                  </a:cubicBezTo>
                  <a:lnTo>
                    <a:pt x="609" y="7265"/>
                  </a:lnTo>
                  <a:cubicBezTo>
                    <a:pt x="578" y="7295"/>
                    <a:pt x="396" y="7295"/>
                    <a:pt x="335" y="7326"/>
                  </a:cubicBezTo>
                  <a:cubicBezTo>
                    <a:pt x="244" y="7386"/>
                    <a:pt x="183" y="7478"/>
                    <a:pt x="153" y="7599"/>
                  </a:cubicBezTo>
                  <a:cubicBezTo>
                    <a:pt x="122" y="7690"/>
                    <a:pt x="183" y="7782"/>
                    <a:pt x="244" y="7903"/>
                  </a:cubicBezTo>
                  <a:lnTo>
                    <a:pt x="274" y="7994"/>
                  </a:lnTo>
                  <a:cubicBezTo>
                    <a:pt x="305" y="8086"/>
                    <a:pt x="183" y="8207"/>
                    <a:pt x="122" y="8207"/>
                  </a:cubicBezTo>
                  <a:cubicBezTo>
                    <a:pt x="62" y="8238"/>
                    <a:pt x="122" y="8450"/>
                    <a:pt x="62" y="8481"/>
                  </a:cubicBezTo>
                  <a:cubicBezTo>
                    <a:pt x="1" y="8541"/>
                    <a:pt x="92" y="8602"/>
                    <a:pt x="122" y="8633"/>
                  </a:cubicBezTo>
                  <a:cubicBezTo>
                    <a:pt x="183" y="8633"/>
                    <a:pt x="183" y="8754"/>
                    <a:pt x="92" y="8876"/>
                  </a:cubicBezTo>
                  <a:lnTo>
                    <a:pt x="153" y="8937"/>
                  </a:lnTo>
                  <a:lnTo>
                    <a:pt x="335" y="9149"/>
                  </a:lnTo>
                  <a:cubicBezTo>
                    <a:pt x="396" y="9362"/>
                    <a:pt x="487" y="9545"/>
                    <a:pt x="639" y="9727"/>
                  </a:cubicBezTo>
                  <a:lnTo>
                    <a:pt x="548" y="9818"/>
                  </a:lnTo>
                  <a:cubicBezTo>
                    <a:pt x="518" y="9879"/>
                    <a:pt x="548" y="9940"/>
                    <a:pt x="670" y="9970"/>
                  </a:cubicBezTo>
                  <a:lnTo>
                    <a:pt x="791" y="10000"/>
                  </a:lnTo>
                  <a:cubicBezTo>
                    <a:pt x="700" y="10061"/>
                    <a:pt x="609" y="10152"/>
                    <a:pt x="518" y="10213"/>
                  </a:cubicBezTo>
                  <a:cubicBezTo>
                    <a:pt x="457" y="10213"/>
                    <a:pt x="548" y="10335"/>
                    <a:pt x="578" y="10365"/>
                  </a:cubicBezTo>
                  <a:cubicBezTo>
                    <a:pt x="609" y="10426"/>
                    <a:pt x="639" y="10487"/>
                    <a:pt x="609" y="10548"/>
                  </a:cubicBezTo>
                  <a:lnTo>
                    <a:pt x="578" y="10608"/>
                  </a:lnTo>
                  <a:cubicBezTo>
                    <a:pt x="578" y="10730"/>
                    <a:pt x="639" y="10760"/>
                    <a:pt x="730" y="10760"/>
                  </a:cubicBezTo>
                  <a:lnTo>
                    <a:pt x="974" y="10730"/>
                  </a:lnTo>
                  <a:lnTo>
                    <a:pt x="974" y="10730"/>
                  </a:lnTo>
                  <a:cubicBezTo>
                    <a:pt x="943" y="10791"/>
                    <a:pt x="882" y="11004"/>
                    <a:pt x="822" y="11186"/>
                  </a:cubicBezTo>
                  <a:lnTo>
                    <a:pt x="1126" y="11338"/>
                  </a:lnTo>
                  <a:lnTo>
                    <a:pt x="1217" y="11368"/>
                  </a:lnTo>
                  <a:cubicBezTo>
                    <a:pt x="1338" y="11399"/>
                    <a:pt x="1490" y="11429"/>
                    <a:pt x="1612" y="11429"/>
                  </a:cubicBezTo>
                  <a:lnTo>
                    <a:pt x="1733" y="11459"/>
                  </a:lnTo>
                  <a:lnTo>
                    <a:pt x="1946" y="11490"/>
                  </a:lnTo>
                  <a:cubicBezTo>
                    <a:pt x="2129" y="11551"/>
                    <a:pt x="2706" y="11794"/>
                    <a:pt x="2858" y="11824"/>
                  </a:cubicBezTo>
                  <a:cubicBezTo>
                    <a:pt x="3040" y="11855"/>
                    <a:pt x="3223" y="11855"/>
                    <a:pt x="3405" y="11855"/>
                  </a:cubicBezTo>
                  <a:lnTo>
                    <a:pt x="3527" y="11915"/>
                  </a:lnTo>
                  <a:cubicBezTo>
                    <a:pt x="3618" y="11976"/>
                    <a:pt x="3709" y="12007"/>
                    <a:pt x="3800" y="12007"/>
                  </a:cubicBezTo>
                  <a:cubicBezTo>
                    <a:pt x="3827" y="12002"/>
                    <a:pt x="3852" y="12000"/>
                    <a:pt x="3877" y="12000"/>
                  </a:cubicBezTo>
                  <a:cubicBezTo>
                    <a:pt x="3995" y="12000"/>
                    <a:pt x="4089" y="12043"/>
                    <a:pt x="4191" y="12043"/>
                  </a:cubicBezTo>
                  <a:cubicBezTo>
                    <a:pt x="4212" y="12043"/>
                    <a:pt x="4234" y="12041"/>
                    <a:pt x="4256" y="12037"/>
                  </a:cubicBezTo>
                  <a:lnTo>
                    <a:pt x="5168" y="12037"/>
                  </a:lnTo>
                  <a:cubicBezTo>
                    <a:pt x="5259" y="12098"/>
                    <a:pt x="5381" y="12098"/>
                    <a:pt x="5503" y="12098"/>
                  </a:cubicBezTo>
                  <a:lnTo>
                    <a:pt x="5563" y="12128"/>
                  </a:lnTo>
                  <a:lnTo>
                    <a:pt x="5624" y="12189"/>
                  </a:lnTo>
                  <a:lnTo>
                    <a:pt x="5867" y="12371"/>
                  </a:lnTo>
                  <a:cubicBezTo>
                    <a:pt x="5867" y="12402"/>
                    <a:pt x="5776" y="12462"/>
                    <a:pt x="5715" y="12462"/>
                  </a:cubicBezTo>
                  <a:cubicBezTo>
                    <a:pt x="5654" y="12493"/>
                    <a:pt x="5776" y="12554"/>
                    <a:pt x="5958" y="12614"/>
                  </a:cubicBezTo>
                  <a:lnTo>
                    <a:pt x="6019" y="12402"/>
                  </a:lnTo>
                  <a:lnTo>
                    <a:pt x="6050" y="12280"/>
                  </a:lnTo>
                  <a:cubicBezTo>
                    <a:pt x="6202" y="12311"/>
                    <a:pt x="6354" y="12341"/>
                    <a:pt x="6506" y="12432"/>
                  </a:cubicBezTo>
                  <a:cubicBezTo>
                    <a:pt x="6536" y="12462"/>
                    <a:pt x="6566" y="12493"/>
                    <a:pt x="6597" y="12554"/>
                  </a:cubicBezTo>
                  <a:lnTo>
                    <a:pt x="6566" y="12584"/>
                  </a:lnTo>
                  <a:lnTo>
                    <a:pt x="6536" y="12645"/>
                  </a:lnTo>
                  <a:cubicBezTo>
                    <a:pt x="6445" y="12675"/>
                    <a:pt x="6445" y="12797"/>
                    <a:pt x="6536" y="12918"/>
                  </a:cubicBezTo>
                  <a:lnTo>
                    <a:pt x="6627" y="12949"/>
                  </a:lnTo>
                  <a:cubicBezTo>
                    <a:pt x="6718" y="12979"/>
                    <a:pt x="6749" y="13040"/>
                    <a:pt x="6688" y="13101"/>
                  </a:cubicBezTo>
                  <a:lnTo>
                    <a:pt x="6536" y="13101"/>
                  </a:lnTo>
                  <a:lnTo>
                    <a:pt x="6384" y="13010"/>
                  </a:lnTo>
                  <a:cubicBezTo>
                    <a:pt x="6354" y="13070"/>
                    <a:pt x="6323" y="13162"/>
                    <a:pt x="6293" y="13222"/>
                  </a:cubicBezTo>
                  <a:cubicBezTo>
                    <a:pt x="6289" y="13226"/>
                    <a:pt x="6284" y="13227"/>
                    <a:pt x="6276" y="13227"/>
                  </a:cubicBezTo>
                  <a:cubicBezTo>
                    <a:pt x="6211" y="13227"/>
                    <a:pt x="6013" y="13128"/>
                    <a:pt x="5958" y="13101"/>
                  </a:cubicBezTo>
                  <a:cubicBezTo>
                    <a:pt x="5944" y="13091"/>
                    <a:pt x="5927" y="13087"/>
                    <a:pt x="5911" y="13087"/>
                  </a:cubicBezTo>
                  <a:cubicBezTo>
                    <a:pt x="5824" y="13087"/>
                    <a:pt x="5725" y="13202"/>
                    <a:pt x="5776" y="13253"/>
                  </a:cubicBezTo>
                  <a:cubicBezTo>
                    <a:pt x="5837" y="13283"/>
                    <a:pt x="6202" y="13405"/>
                    <a:pt x="6293" y="13496"/>
                  </a:cubicBezTo>
                  <a:cubicBezTo>
                    <a:pt x="6304" y="13503"/>
                    <a:pt x="6315" y="13507"/>
                    <a:pt x="6325" y="13507"/>
                  </a:cubicBezTo>
                  <a:cubicBezTo>
                    <a:pt x="6399" y="13507"/>
                    <a:pt x="6449" y="13340"/>
                    <a:pt x="6475" y="13314"/>
                  </a:cubicBezTo>
                  <a:cubicBezTo>
                    <a:pt x="6486" y="13292"/>
                    <a:pt x="6504" y="13282"/>
                    <a:pt x="6526" y="13282"/>
                  </a:cubicBezTo>
                  <a:cubicBezTo>
                    <a:pt x="6566" y="13282"/>
                    <a:pt x="6618" y="13315"/>
                    <a:pt x="6658" y="13374"/>
                  </a:cubicBezTo>
                  <a:lnTo>
                    <a:pt x="6688" y="13496"/>
                  </a:lnTo>
                  <a:lnTo>
                    <a:pt x="6688" y="13526"/>
                  </a:lnTo>
                  <a:cubicBezTo>
                    <a:pt x="6709" y="13533"/>
                    <a:pt x="6740" y="13535"/>
                    <a:pt x="6777" y="13535"/>
                  </a:cubicBezTo>
                  <a:cubicBezTo>
                    <a:pt x="6843" y="13535"/>
                    <a:pt x="6925" y="13528"/>
                    <a:pt x="6992" y="13528"/>
                  </a:cubicBezTo>
                  <a:cubicBezTo>
                    <a:pt x="7054" y="13528"/>
                    <a:pt x="7102" y="13534"/>
                    <a:pt x="7113" y="13557"/>
                  </a:cubicBezTo>
                  <a:cubicBezTo>
                    <a:pt x="7144" y="13618"/>
                    <a:pt x="7022" y="13861"/>
                    <a:pt x="6962" y="13952"/>
                  </a:cubicBezTo>
                  <a:cubicBezTo>
                    <a:pt x="6901" y="14013"/>
                    <a:pt x="6840" y="14043"/>
                    <a:pt x="6779" y="14104"/>
                  </a:cubicBezTo>
                  <a:lnTo>
                    <a:pt x="6749" y="14104"/>
                  </a:lnTo>
                  <a:cubicBezTo>
                    <a:pt x="6718" y="14104"/>
                    <a:pt x="6688" y="14073"/>
                    <a:pt x="6658" y="14043"/>
                  </a:cubicBezTo>
                  <a:cubicBezTo>
                    <a:pt x="6658" y="14013"/>
                    <a:pt x="6688" y="13952"/>
                    <a:pt x="6658" y="13921"/>
                  </a:cubicBezTo>
                  <a:lnTo>
                    <a:pt x="6627" y="13861"/>
                  </a:lnTo>
                  <a:cubicBezTo>
                    <a:pt x="6621" y="13854"/>
                    <a:pt x="6606" y="13852"/>
                    <a:pt x="6587" y="13852"/>
                  </a:cubicBezTo>
                  <a:cubicBezTo>
                    <a:pt x="6533" y="13852"/>
                    <a:pt x="6443" y="13869"/>
                    <a:pt x="6379" y="13869"/>
                  </a:cubicBezTo>
                  <a:cubicBezTo>
                    <a:pt x="6356" y="13869"/>
                    <a:pt x="6336" y="13867"/>
                    <a:pt x="6323" y="13861"/>
                  </a:cubicBezTo>
                  <a:cubicBezTo>
                    <a:pt x="6309" y="13846"/>
                    <a:pt x="6290" y="13840"/>
                    <a:pt x="6271" y="13840"/>
                  </a:cubicBezTo>
                  <a:cubicBezTo>
                    <a:pt x="6211" y="13840"/>
                    <a:pt x="6141" y="13898"/>
                    <a:pt x="6141" y="13921"/>
                  </a:cubicBezTo>
                  <a:cubicBezTo>
                    <a:pt x="6171" y="13982"/>
                    <a:pt x="6171" y="14043"/>
                    <a:pt x="6141" y="14073"/>
                  </a:cubicBezTo>
                  <a:lnTo>
                    <a:pt x="6110" y="14104"/>
                  </a:lnTo>
                  <a:cubicBezTo>
                    <a:pt x="6019" y="14165"/>
                    <a:pt x="6019" y="14256"/>
                    <a:pt x="6110" y="14256"/>
                  </a:cubicBezTo>
                  <a:cubicBezTo>
                    <a:pt x="6323" y="14286"/>
                    <a:pt x="6171" y="14377"/>
                    <a:pt x="6171" y="14408"/>
                  </a:cubicBezTo>
                  <a:cubicBezTo>
                    <a:pt x="6141" y="14408"/>
                    <a:pt x="6202" y="14499"/>
                    <a:pt x="6232" y="14499"/>
                  </a:cubicBezTo>
                  <a:cubicBezTo>
                    <a:pt x="6270" y="14494"/>
                    <a:pt x="6306" y="14491"/>
                    <a:pt x="6342" y="14491"/>
                  </a:cubicBezTo>
                  <a:cubicBezTo>
                    <a:pt x="6509" y="14491"/>
                    <a:pt x="6659" y="14546"/>
                    <a:pt x="6810" y="14621"/>
                  </a:cubicBezTo>
                  <a:lnTo>
                    <a:pt x="6901" y="14651"/>
                  </a:lnTo>
                  <a:cubicBezTo>
                    <a:pt x="7053" y="14621"/>
                    <a:pt x="7205" y="14621"/>
                    <a:pt x="7357" y="14621"/>
                  </a:cubicBezTo>
                  <a:cubicBezTo>
                    <a:pt x="7448" y="14651"/>
                    <a:pt x="7509" y="14712"/>
                    <a:pt x="7569" y="14803"/>
                  </a:cubicBezTo>
                  <a:lnTo>
                    <a:pt x="7600" y="14803"/>
                  </a:lnTo>
                  <a:cubicBezTo>
                    <a:pt x="7612" y="14809"/>
                    <a:pt x="7624" y="14811"/>
                    <a:pt x="7636" y="14811"/>
                  </a:cubicBezTo>
                  <a:cubicBezTo>
                    <a:pt x="7685" y="14811"/>
                    <a:pt x="7734" y="14773"/>
                    <a:pt x="7782" y="14773"/>
                  </a:cubicBezTo>
                  <a:cubicBezTo>
                    <a:pt x="7843" y="14773"/>
                    <a:pt x="7873" y="14803"/>
                    <a:pt x="7904" y="14833"/>
                  </a:cubicBezTo>
                  <a:cubicBezTo>
                    <a:pt x="7934" y="14894"/>
                    <a:pt x="7965" y="14985"/>
                    <a:pt x="8025" y="14985"/>
                  </a:cubicBezTo>
                  <a:cubicBezTo>
                    <a:pt x="8299" y="15077"/>
                    <a:pt x="8572" y="15137"/>
                    <a:pt x="8846" y="15168"/>
                  </a:cubicBezTo>
                  <a:lnTo>
                    <a:pt x="8998" y="15198"/>
                  </a:lnTo>
                  <a:cubicBezTo>
                    <a:pt x="9089" y="15183"/>
                    <a:pt x="9180" y="15175"/>
                    <a:pt x="9275" y="15175"/>
                  </a:cubicBezTo>
                  <a:cubicBezTo>
                    <a:pt x="9370" y="15175"/>
                    <a:pt x="9469" y="15183"/>
                    <a:pt x="9576" y="15198"/>
                  </a:cubicBezTo>
                  <a:cubicBezTo>
                    <a:pt x="9636" y="15228"/>
                    <a:pt x="9697" y="15259"/>
                    <a:pt x="9788" y="15259"/>
                  </a:cubicBezTo>
                  <a:cubicBezTo>
                    <a:pt x="9857" y="15190"/>
                    <a:pt x="9939" y="15171"/>
                    <a:pt x="10022" y="15171"/>
                  </a:cubicBezTo>
                  <a:cubicBezTo>
                    <a:pt x="10121" y="15171"/>
                    <a:pt x="10222" y="15198"/>
                    <a:pt x="10305" y="15198"/>
                  </a:cubicBezTo>
                  <a:cubicBezTo>
                    <a:pt x="10361" y="15187"/>
                    <a:pt x="10416" y="15180"/>
                    <a:pt x="10470" y="15180"/>
                  </a:cubicBezTo>
                  <a:cubicBezTo>
                    <a:pt x="10564" y="15180"/>
                    <a:pt x="10653" y="15201"/>
                    <a:pt x="10731" y="15259"/>
                  </a:cubicBezTo>
                  <a:cubicBezTo>
                    <a:pt x="10739" y="15263"/>
                    <a:pt x="10749" y="15265"/>
                    <a:pt x="10760" y="15265"/>
                  </a:cubicBezTo>
                  <a:cubicBezTo>
                    <a:pt x="10825" y="15265"/>
                    <a:pt x="10926" y="15198"/>
                    <a:pt x="11004" y="15198"/>
                  </a:cubicBezTo>
                  <a:cubicBezTo>
                    <a:pt x="11069" y="15198"/>
                    <a:pt x="11119" y="15276"/>
                    <a:pt x="11175" y="15276"/>
                  </a:cubicBezTo>
                  <a:cubicBezTo>
                    <a:pt x="11198" y="15276"/>
                    <a:pt x="11221" y="15263"/>
                    <a:pt x="11247" y="15228"/>
                  </a:cubicBezTo>
                  <a:lnTo>
                    <a:pt x="11338" y="15137"/>
                  </a:lnTo>
                  <a:cubicBezTo>
                    <a:pt x="11460" y="15198"/>
                    <a:pt x="11582" y="15259"/>
                    <a:pt x="11703" y="15320"/>
                  </a:cubicBezTo>
                  <a:lnTo>
                    <a:pt x="11825" y="15259"/>
                  </a:lnTo>
                  <a:lnTo>
                    <a:pt x="11916" y="15198"/>
                  </a:lnTo>
                  <a:cubicBezTo>
                    <a:pt x="12098" y="15198"/>
                    <a:pt x="12281" y="15168"/>
                    <a:pt x="12463" y="15107"/>
                  </a:cubicBezTo>
                  <a:lnTo>
                    <a:pt x="12554" y="15198"/>
                  </a:lnTo>
                  <a:lnTo>
                    <a:pt x="12676" y="15289"/>
                  </a:lnTo>
                  <a:cubicBezTo>
                    <a:pt x="12716" y="15269"/>
                    <a:pt x="12770" y="15262"/>
                    <a:pt x="12828" y="15262"/>
                  </a:cubicBezTo>
                  <a:cubicBezTo>
                    <a:pt x="12943" y="15262"/>
                    <a:pt x="13071" y="15289"/>
                    <a:pt x="13132" y="15289"/>
                  </a:cubicBezTo>
                  <a:cubicBezTo>
                    <a:pt x="13284" y="15228"/>
                    <a:pt x="13466" y="15198"/>
                    <a:pt x="13618" y="15198"/>
                  </a:cubicBezTo>
                  <a:lnTo>
                    <a:pt x="14013" y="15198"/>
                  </a:lnTo>
                  <a:cubicBezTo>
                    <a:pt x="14030" y="15204"/>
                    <a:pt x="14047" y="15206"/>
                    <a:pt x="14063" y="15206"/>
                  </a:cubicBezTo>
                  <a:cubicBezTo>
                    <a:pt x="14137" y="15206"/>
                    <a:pt x="14207" y="15157"/>
                    <a:pt x="14256" y="15107"/>
                  </a:cubicBezTo>
                  <a:lnTo>
                    <a:pt x="14378" y="15228"/>
                  </a:lnTo>
                  <a:lnTo>
                    <a:pt x="14408" y="15228"/>
                  </a:lnTo>
                  <a:cubicBezTo>
                    <a:pt x="14484" y="15191"/>
                    <a:pt x="14570" y="15165"/>
                    <a:pt x="14640" y="15165"/>
                  </a:cubicBezTo>
                  <a:cubicBezTo>
                    <a:pt x="14683" y="15165"/>
                    <a:pt x="14720" y="15175"/>
                    <a:pt x="14743" y="15198"/>
                  </a:cubicBezTo>
                  <a:lnTo>
                    <a:pt x="14773" y="15259"/>
                  </a:lnTo>
                  <a:cubicBezTo>
                    <a:pt x="14773" y="15274"/>
                    <a:pt x="14781" y="15282"/>
                    <a:pt x="14792" y="15282"/>
                  </a:cubicBezTo>
                  <a:cubicBezTo>
                    <a:pt x="14804" y="15282"/>
                    <a:pt x="14819" y="15274"/>
                    <a:pt x="14834" y="15259"/>
                  </a:cubicBezTo>
                  <a:lnTo>
                    <a:pt x="14864" y="15259"/>
                  </a:lnTo>
                  <a:lnTo>
                    <a:pt x="14864" y="15228"/>
                  </a:lnTo>
                  <a:cubicBezTo>
                    <a:pt x="14956" y="15213"/>
                    <a:pt x="15039" y="15206"/>
                    <a:pt x="15123" y="15206"/>
                  </a:cubicBezTo>
                  <a:cubicBezTo>
                    <a:pt x="15206" y="15206"/>
                    <a:pt x="15290" y="15213"/>
                    <a:pt x="15381" y="15228"/>
                  </a:cubicBezTo>
                  <a:cubicBezTo>
                    <a:pt x="15503" y="15198"/>
                    <a:pt x="15624" y="15107"/>
                    <a:pt x="15685" y="14985"/>
                  </a:cubicBezTo>
                  <a:cubicBezTo>
                    <a:pt x="15707" y="14964"/>
                    <a:pt x="15743" y="14942"/>
                    <a:pt x="15784" y="14942"/>
                  </a:cubicBezTo>
                  <a:cubicBezTo>
                    <a:pt x="15801" y="14942"/>
                    <a:pt x="15819" y="14946"/>
                    <a:pt x="15837" y="14955"/>
                  </a:cubicBezTo>
                  <a:lnTo>
                    <a:pt x="15867" y="14955"/>
                  </a:lnTo>
                  <a:lnTo>
                    <a:pt x="15989" y="15046"/>
                  </a:lnTo>
                  <a:cubicBezTo>
                    <a:pt x="16080" y="15016"/>
                    <a:pt x="16202" y="15016"/>
                    <a:pt x="16293" y="15016"/>
                  </a:cubicBezTo>
                  <a:lnTo>
                    <a:pt x="16658" y="15137"/>
                  </a:lnTo>
                  <a:lnTo>
                    <a:pt x="16810" y="15046"/>
                  </a:lnTo>
                  <a:cubicBezTo>
                    <a:pt x="16830" y="15036"/>
                    <a:pt x="16850" y="15033"/>
                    <a:pt x="16871" y="15033"/>
                  </a:cubicBezTo>
                  <a:cubicBezTo>
                    <a:pt x="16911" y="15033"/>
                    <a:pt x="16952" y="15046"/>
                    <a:pt x="16992" y="15046"/>
                  </a:cubicBezTo>
                  <a:lnTo>
                    <a:pt x="17053" y="15046"/>
                  </a:lnTo>
                  <a:cubicBezTo>
                    <a:pt x="17056" y="15049"/>
                    <a:pt x="17063" y="15051"/>
                    <a:pt x="17074" y="15051"/>
                  </a:cubicBezTo>
                  <a:cubicBezTo>
                    <a:pt x="17155" y="15051"/>
                    <a:pt x="17435" y="14955"/>
                    <a:pt x="17570" y="14955"/>
                  </a:cubicBezTo>
                  <a:cubicBezTo>
                    <a:pt x="17592" y="14963"/>
                    <a:pt x="17617" y="14966"/>
                    <a:pt x="17643" y="14966"/>
                  </a:cubicBezTo>
                  <a:cubicBezTo>
                    <a:pt x="17720" y="14966"/>
                    <a:pt x="17805" y="14932"/>
                    <a:pt x="17874" y="14864"/>
                  </a:cubicBezTo>
                  <a:lnTo>
                    <a:pt x="17934" y="14955"/>
                  </a:lnTo>
                  <a:cubicBezTo>
                    <a:pt x="17934" y="14985"/>
                    <a:pt x="17874" y="15077"/>
                    <a:pt x="17843" y="15077"/>
                  </a:cubicBezTo>
                  <a:cubicBezTo>
                    <a:pt x="17722" y="15107"/>
                    <a:pt x="17691" y="15168"/>
                    <a:pt x="17752" y="15228"/>
                  </a:cubicBezTo>
                  <a:cubicBezTo>
                    <a:pt x="17764" y="15252"/>
                    <a:pt x="17806" y="15262"/>
                    <a:pt x="17855" y="15262"/>
                  </a:cubicBezTo>
                  <a:cubicBezTo>
                    <a:pt x="17933" y="15262"/>
                    <a:pt x="18026" y="15236"/>
                    <a:pt x="18026" y="15198"/>
                  </a:cubicBezTo>
                  <a:lnTo>
                    <a:pt x="18026" y="14955"/>
                  </a:lnTo>
                  <a:cubicBezTo>
                    <a:pt x="18050" y="14951"/>
                    <a:pt x="18073" y="14949"/>
                    <a:pt x="18097" y="14949"/>
                  </a:cubicBezTo>
                  <a:cubicBezTo>
                    <a:pt x="18255" y="14949"/>
                    <a:pt x="18410" y="15032"/>
                    <a:pt x="18542" y="15137"/>
                  </a:cubicBezTo>
                  <a:cubicBezTo>
                    <a:pt x="18573" y="15198"/>
                    <a:pt x="18664" y="15228"/>
                    <a:pt x="18694" y="15228"/>
                  </a:cubicBezTo>
                  <a:cubicBezTo>
                    <a:pt x="18725" y="15198"/>
                    <a:pt x="18725" y="15168"/>
                    <a:pt x="18694" y="15107"/>
                  </a:cubicBezTo>
                  <a:cubicBezTo>
                    <a:pt x="18755" y="15046"/>
                    <a:pt x="18846" y="15046"/>
                    <a:pt x="18907" y="15016"/>
                  </a:cubicBezTo>
                  <a:lnTo>
                    <a:pt x="18937" y="14985"/>
                  </a:lnTo>
                  <a:cubicBezTo>
                    <a:pt x="18919" y="14931"/>
                    <a:pt x="18978" y="14920"/>
                    <a:pt x="19040" y="14920"/>
                  </a:cubicBezTo>
                  <a:cubicBezTo>
                    <a:pt x="19082" y="14920"/>
                    <a:pt x="19126" y="14925"/>
                    <a:pt x="19150" y="14925"/>
                  </a:cubicBezTo>
                  <a:cubicBezTo>
                    <a:pt x="19211" y="14955"/>
                    <a:pt x="19424" y="15107"/>
                    <a:pt x="19545" y="15137"/>
                  </a:cubicBezTo>
                  <a:cubicBezTo>
                    <a:pt x="19574" y="15144"/>
                    <a:pt x="19603" y="15148"/>
                    <a:pt x="19631" y="15148"/>
                  </a:cubicBezTo>
                  <a:cubicBezTo>
                    <a:pt x="19721" y="15148"/>
                    <a:pt x="19803" y="15109"/>
                    <a:pt x="19849" y="15016"/>
                  </a:cubicBezTo>
                  <a:lnTo>
                    <a:pt x="19910" y="14955"/>
                  </a:lnTo>
                  <a:lnTo>
                    <a:pt x="19940" y="14925"/>
                  </a:lnTo>
                  <a:lnTo>
                    <a:pt x="20244" y="14742"/>
                  </a:lnTo>
                  <a:lnTo>
                    <a:pt x="20336" y="14833"/>
                  </a:lnTo>
                  <a:lnTo>
                    <a:pt x="20396" y="14925"/>
                  </a:lnTo>
                  <a:cubicBezTo>
                    <a:pt x="20518" y="14985"/>
                    <a:pt x="20609" y="15046"/>
                    <a:pt x="20731" y="15107"/>
                  </a:cubicBezTo>
                  <a:lnTo>
                    <a:pt x="20792" y="15046"/>
                  </a:lnTo>
                  <a:lnTo>
                    <a:pt x="20883" y="15016"/>
                  </a:lnTo>
                  <a:cubicBezTo>
                    <a:pt x="20903" y="14996"/>
                    <a:pt x="20928" y="14987"/>
                    <a:pt x="20954" y="14987"/>
                  </a:cubicBezTo>
                  <a:cubicBezTo>
                    <a:pt x="21049" y="14987"/>
                    <a:pt x="21170" y="15090"/>
                    <a:pt x="21217" y="15137"/>
                  </a:cubicBezTo>
                  <a:cubicBezTo>
                    <a:pt x="21232" y="15168"/>
                    <a:pt x="21270" y="15183"/>
                    <a:pt x="21308" y="15183"/>
                  </a:cubicBezTo>
                  <a:cubicBezTo>
                    <a:pt x="21346" y="15183"/>
                    <a:pt x="21384" y="15168"/>
                    <a:pt x="21399" y="15137"/>
                  </a:cubicBezTo>
                  <a:cubicBezTo>
                    <a:pt x="21420" y="15127"/>
                    <a:pt x="21443" y="15124"/>
                    <a:pt x="21467" y="15124"/>
                  </a:cubicBezTo>
                  <a:cubicBezTo>
                    <a:pt x="21514" y="15124"/>
                    <a:pt x="21562" y="15137"/>
                    <a:pt x="21582" y="15137"/>
                  </a:cubicBezTo>
                  <a:cubicBezTo>
                    <a:pt x="21643" y="15107"/>
                    <a:pt x="21703" y="15107"/>
                    <a:pt x="21734" y="15077"/>
                  </a:cubicBezTo>
                  <a:lnTo>
                    <a:pt x="21886" y="15077"/>
                  </a:lnTo>
                  <a:cubicBezTo>
                    <a:pt x="21947" y="15077"/>
                    <a:pt x="22007" y="15046"/>
                    <a:pt x="22038" y="14985"/>
                  </a:cubicBezTo>
                  <a:cubicBezTo>
                    <a:pt x="21977" y="14894"/>
                    <a:pt x="21947" y="14833"/>
                    <a:pt x="21886" y="14742"/>
                  </a:cubicBezTo>
                  <a:lnTo>
                    <a:pt x="21582" y="14742"/>
                  </a:lnTo>
                  <a:cubicBezTo>
                    <a:pt x="21673" y="14681"/>
                    <a:pt x="21764" y="14621"/>
                    <a:pt x="21825" y="14560"/>
                  </a:cubicBezTo>
                  <a:cubicBezTo>
                    <a:pt x="21828" y="14556"/>
                    <a:pt x="21833" y="14555"/>
                    <a:pt x="21838" y="14555"/>
                  </a:cubicBezTo>
                  <a:cubicBezTo>
                    <a:pt x="21881" y="14555"/>
                    <a:pt x="21980" y="14654"/>
                    <a:pt x="22007" y="14681"/>
                  </a:cubicBezTo>
                  <a:cubicBezTo>
                    <a:pt x="22068" y="14742"/>
                    <a:pt x="22129" y="14833"/>
                    <a:pt x="22159" y="14894"/>
                  </a:cubicBezTo>
                  <a:cubicBezTo>
                    <a:pt x="22159" y="14955"/>
                    <a:pt x="22190" y="14985"/>
                    <a:pt x="22251" y="15016"/>
                  </a:cubicBezTo>
                  <a:cubicBezTo>
                    <a:pt x="22281" y="15016"/>
                    <a:pt x="22342" y="14955"/>
                    <a:pt x="22403" y="14864"/>
                  </a:cubicBezTo>
                  <a:lnTo>
                    <a:pt x="22494" y="14773"/>
                  </a:lnTo>
                  <a:lnTo>
                    <a:pt x="22646" y="14773"/>
                  </a:lnTo>
                  <a:cubicBezTo>
                    <a:pt x="22646" y="14833"/>
                    <a:pt x="22646" y="14894"/>
                    <a:pt x="22615" y="14955"/>
                  </a:cubicBezTo>
                  <a:cubicBezTo>
                    <a:pt x="22494" y="15016"/>
                    <a:pt x="22372" y="15077"/>
                    <a:pt x="22251" y="15107"/>
                  </a:cubicBezTo>
                  <a:cubicBezTo>
                    <a:pt x="22159" y="15168"/>
                    <a:pt x="21825" y="15259"/>
                    <a:pt x="21855" y="15320"/>
                  </a:cubicBezTo>
                  <a:cubicBezTo>
                    <a:pt x="21883" y="15361"/>
                    <a:pt x="21947" y="15377"/>
                    <a:pt x="22013" y="15377"/>
                  </a:cubicBezTo>
                  <a:cubicBezTo>
                    <a:pt x="22092" y="15377"/>
                    <a:pt x="22173" y="15353"/>
                    <a:pt x="22190" y="15320"/>
                  </a:cubicBezTo>
                  <a:cubicBezTo>
                    <a:pt x="22220" y="15289"/>
                    <a:pt x="22372" y="15168"/>
                    <a:pt x="22433" y="15168"/>
                  </a:cubicBezTo>
                  <a:cubicBezTo>
                    <a:pt x="22436" y="15169"/>
                    <a:pt x="22441" y="15170"/>
                    <a:pt x="22446" y="15170"/>
                  </a:cubicBezTo>
                  <a:cubicBezTo>
                    <a:pt x="22532" y="15170"/>
                    <a:pt x="22833" y="14948"/>
                    <a:pt x="22919" y="14833"/>
                  </a:cubicBezTo>
                  <a:cubicBezTo>
                    <a:pt x="22937" y="14810"/>
                    <a:pt x="22950" y="14800"/>
                    <a:pt x="22959" y="14800"/>
                  </a:cubicBezTo>
                  <a:cubicBezTo>
                    <a:pt x="22998" y="14800"/>
                    <a:pt x="22968" y="14978"/>
                    <a:pt x="22919" y="15077"/>
                  </a:cubicBezTo>
                  <a:cubicBezTo>
                    <a:pt x="22889" y="15168"/>
                    <a:pt x="22889" y="15259"/>
                    <a:pt x="22919" y="15350"/>
                  </a:cubicBezTo>
                  <a:cubicBezTo>
                    <a:pt x="22934" y="15350"/>
                    <a:pt x="23003" y="15358"/>
                    <a:pt x="23067" y="15358"/>
                  </a:cubicBezTo>
                  <a:cubicBezTo>
                    <a:pt x="23132" y="15358"/>
                    <a:pt x="23193" y="15350"/>
                    <a:pt x="23193" y="15320"/>
                  </a:cubicBezTo>
                  <a:cubicBezTo>
                    <a:pt x="23223" y="15259"/>
                    <a:pt x="23284" y="15077"/>
                    <a:pt x="23345" y="15046"/>
                  </a:cubicBezTo>
                  <a:cubicBezTo>
                    <a:pt x="23406" y="15046"/>
                    <a:pt x="23466" y="15168"/>
                    <a:pt x="23466" y="15228"/>
                  </a:cubicBezTo>
                  <a:cubicBezTo>
                    <a:pt x="23466" y="15259"/>
                    <a:pt x="23558" y="15350"/>
                    <a:pt x="23710" y="15411"/>
                  </a:cubicBezTo>
                  <a:lnTo>
                    <a:pt x="23801" y="15411"/>
                  </a:lnTo>
                  <a:cubicBezTo>
                    <a:pt x="23831" y="15411"/>
                    <a:pt x="23862" y="15411"/>
                    <a:pt x="23862" y="15380"/>
                  </a:cubicBezTo>
                  <a:cubicBezTo>
                    <a:pt x="23801" y="15289"/>
                    <a:pt x="23740" y="15259"/>
                    <a:pt x="23649" y="15198"/>
                  </a:cubicBezTo>
                  <a:cubicBezTo>
                    <a:pt x="23588" y="15168"/>
                    <a:pt x="23710" y="15168"/>
                    <a:pt x="23740" y="15168"/>
                  </a:cubicBezTo>
                  <a:cubicBezTo>
                    <a:pt x="23862" y="15168"/>
                    <a:pt x="23953" y="15198"/>
                    <a:pt x="24044" y="15198"/>
                  </a:cubicBezTo>
                  <a:cubicBezTo>
                    <a:pt x="24105" y="15198"/>
                    <a:pt x="24196" y="15350"/>
                    <a:pt x="24196" y="15411"/>
                  </a:cubicBezTo>
                  <a:cubicBezTo>
                    <a:pt x="24199" y="15416"/>
                    <a:pt x="24202" y="15419"/>
                    <a:pt x="24206" y="15419"/>
                  </a:cubicBezTo>
                  <a:cubicBezTo>
                    <a:pt x="24248" y="15419"/>
                    <a:pt x="24356" y="15160"/>
                    <a:pt x="24439" y="15077"/>
                  </a:cubicBezTo>
                  <a:cubicBezTo>
                    <a:pt x="24530" y="15016"/>
                    <a:pt x="24591" y="14955"/>
                    <a:pt x="24652" y="14894"/>
                  </a:cubicBezTo>
                  <a:cubicBezTo>
                    <a:pt x="24682" y="14864"/>
                    <a:pt x="24804" y="14773"/>
                    <a:pt x="24865" y="14773"/>
                  </a:cubicBezTo>
                  <a:cubicBezTo>
                    <a:pt x="24925" y="14773"/>
                    <a:pt x="24956" y="14833"/>
                    <a:pt x="24986" y="14894"/>
                  </a:cubicBezTo>
                  <a:cubicBezTo>
                    <a:pt x="24986" y="14898"/>
                    <a:pt x="24987" y="14900"/>
                    <a:pt x="24989" y="14900"/>
                  </a:cubicBezTo>
                  <a:cubicBezTo>
                    <a:pt x="25002" y="14900"/>
                    <a:pt x="25055" y="14814"/>
                    <a:pt x="25108" y="14681"/>
                  </a:cubicBezTo>
                  <a:lnTo>
                    <a:pt x="25351" y="14833"/>
                  </a:lnTo>
                  <a:lnTo>
                    <a:pt x="25442" y="14894"/>
                  </a:lnTo>
                  <a:cubicBezTo>
                    <a:pt x="25459" y="14891"/>
                    <a:pt x="25474" y="14890"/>
                    <a:pt x="25487" y="14890"/>
                  </a:cubicBezTo>
                  <a:cubicBezTo>
                    <a:pt x="25624" y="14890"/>
                    <a:pt x="25622" y="15016"/>
                    <a:pt x="25594" y="15016"/>
                  </a:cubicBezTo>
                  <a:lnTo>
                    <a:pt x="25199" y="14925"/>
                  </a:lnTo>
                  <a:lnTo>
                    <a:pt x="25138" y="15107"/>
                  </a:lnTo>
                  <a:cubicBezTo>
                    <a:pt x="25047" y="15107"/>
                    <a:pt x="25229" y="15168"/>
                    <a:pt x="25503" y="15228"/>
                  </a:cubicBezTo>
                  <a:lnTo>
                    <a:pt x="25685" y="15137"/>
                  </a:lnTo>
                  <a:lnTo>
                    <a:pt x="25959" y="15016"/>
                  </a:lnTo>
                  <a:cubicBezTo>
                    <a:pt x="26111" y="15077"/>
                    <a:pt x="26232" y="15228"/>
                    <a:pt x="26263" y="15380"/>
                  </a:cubicBezTo>
                  <a:cubicBezTo>
                    <a:pt x="26248" y="15396"/>
                    <a:pt x="26278" y="15403"/>
                    <a:pt x="26331" y="15403"/>
                  </a:cubicBezTo>
                  <a:cubicBezTo>
                    <a:pt x="26384" y="15403"/>
                    <a:pt x="26460" y="15396"/>
                    <a:pt x="26536" y="15380"/>
                  </a:cubicBezTo>
                  <a:lnTo>
                    <a:pt x="26749" y="15472"/>
                  </a:lnTo>
                  <a:lnTo>
                    <a:pt x="26840" y="15532"/>
                  </a:lnTo>
                  <a:cubicBezTo>
                    <a:pt x="27083" y="15502"/>
                    <a:pt x="27205" y="15380"/>
                    <a:pt x="27205" y="15380"/>
                  </a:cubicBezTo>
                  <a:cubicBezTo>
                    <a:pt x="27175" y="15350"/>
                    <a:pt x="27205" y="15320"/>
                    <a:pt x="27235" y="15320"/>
                  </a:cubicBezTo>
                  <a:lnTo>
                    <a:pt x="27296" y="15320"/>
                  </a:lnTo>
                  <a:cubicBezTo>
                    <a:pt x="27324" y="15320"/>
                    <a:pt x="27628" y="15445"/>
                    <a:pt x="27729" y="15445"/>
                  </a:cubicBezTo>
                  <a:cubicBezTo>
                    <a:pt x="27739" y="15445"/>
                    <a:pt x="27747" y="15444"/>
                    <a:pt x="27752" y="15441"/>
                  </a:cubicBezTo>
                  <a:cubicBezTo>
                    <a:pt x="27843" y="15380"/>
                    <a:pt x="27935" y="15350"/>
                    <a:pt x="27995" y="15289"/>
                  </a:cubicBezTo>
                  <a:lnTo>
                    <a:pt x="28087" y="15380"/>
                  </a:lnTo>
                  <a:lnTo>
                    <a:pt x="28269" y="15532"/>
                  </a:lnTo>
                  <a:cubicBezTo>
                    <a:pt x="28482" y="15411"/>
                    <a:pt x="28542" y="15228"/>
                    <a:pt x="28482" y="15228"/>
                  </a:cubicBezTo>
                  <a:cubicBezTo>
                    <a:pt x="28474" y="15220"/>
                    <a:pt x="28481" y="15217"/>
                    <a:pt x="28496" y="15217"/>
                  </a:cubicBezTo>
                  <a:cubicBezTo>
                    <a:pt x="28538" y="15217"/>
                    <a:pt x="28642" y="15245"/>
                    <a:pt x="28664" y="15289"/>
                  </a:cubicBezTo>
                  <a:cubicBezTo>
                    <a:pt x="28694" y="15350"/>
                    <a:pt x="28725" y="15411"/>
                    <a:pt x="28755" y="15472"/>
                  </a:cubicBezTo>
                  <a:lnTo>
                    <a:pt x="28786" y="15472"/>
                  </a:lnTo>
                  <a:cubicBezTo>
                    <a:pt x="28846" y="15472"/>
                    <a:pt x="28877" y="15441"/>
                    <a:pt x="28907" y="15411"/>
                  </a:cubicBezTo>
                  <a:lnTo>
                    <a:pt x="28968" y="15350"/>
                  </a:lnTo>
                  <a:cubicBezTo>
                    <a:pt x="28998" y="15320"/>
                    <a:pt x="29044" y="15304"/>
                    <a:pt x="29090" y="15304"/>
                  </a:cubicBezTo>
                  <a:cubicBezTo>
                    <a:pt x="29135" y="15304"/>
                    <a:pt x="29181" y="15320"/>
                    <a:pt x="29211" y="15350"/>
                  </a:cubicBezTo>
                  <a:cubicBezTo>
                    <a:pt x="29226" y="15380"/>
                    <a:pt x="29242" y="15396"/>
                    <a:pt x="29257" y="15396"/>
                  </a:cubicBezTo>
                  <a:cubicBezTo>
                    <a:pt x="29272" y="15396"/>
                    <a:pt x="29287" y="15380"/>
                    <a:pt x="29302" y="15350"/>
                  </a:cubicBezTo>
                  <a:lnTo>
                    <a:pt x="29302" y="15320"/>
                  </a:lnTo>
                  <a:cubicBezTo>
                    <a:pt x="29333" y="15289"/>
                    <a:pt x="29272" y="15168"/>
                    <a:pt x="29394" y="15168"/>
                  </a:cubicBezTo>
                  <a:cubicBezTo>
                    <a:pt x="29515" y="15168"/>
                    <a:pt x="29515" y="15228"/>
                    <a:pt x="29515" y="15320"/>
                  </a:cubicBezTo>
                  <a:lnTo>
                    <a:pt x="29515" y="15380"/>
                  </a:lnTo>
                  <a:cubicBezTo>
                    <a:pt x="29515" y="15441"/>
                    <a:pt x="29606" y="15502"/>
                    <a:pt x="29697" y="15502"/>
                  </a:cubicBezTo>
                  <a:lnTo>
                    <a:pt x="29758" y="15502"/>
                  </a:lnTo>
                  <a:cubicBezTo>
                    <a:pt x="29880" y="15502"/>
                    <a:pt x="30001" y="15441"/>
                    <a:pt x="30123" y="15411"/>
                  </a:cubicBezTo>
                  <a:lnTo>
                    <a:pt x="30336" y="15259"/>
                  </a:lnTo>
                  <a:cubicBezTo>
                    <a:pt x="30336" y="15350"/>
                    <a:pt x="30366" y="15441"/>
                    <a:pt x="30397" y="15502"/>
                  </a:cubicBezTo>
                  <a:cubicBezTo>
                    <a:pt x="30397" y="15502"/>
                    <a:pt x="30609" y="15502"/>
                    <a:pt x="30609" y="15472"/>
                  </a:cubicBezTo>
                  <a:cubicBezTo>
                    <a:pt x="30609" y="15441"/>
                    <a:pt x="30647" y="15426"/>
                    <a:pt x="30689" y="15426"/>
                  </a:cubicBezTo>
                  <a:cubicBezTo>
                    <a:pt x="30731" y="15426"/>
                    <a:pt x="30777" y="15441"/>
                    <a:pt x="30792" y="15472"/>
                  </a:cubicBezTo>
                  <a:cubicBezTo>
                    <a:pt x="31005" y="15532"/>
                    <a:pt x="31187" y="15563"/>
                    <a:pt x="31400" y="15593"/>
                  </a:cubicBezTo>
                  <a:cubicBezTo>
                    <a:pt x="31521" y="15593"/>
                    <a:pt x="31643" y="15593"/>
                    <a:pt x="31734" y="15563"/>
                  </a:cubicBezTo>
                  <a:lnTo>
                    <a:pt x="31764" y="15502"/>
                  </a:lnTo>
                  <a:lnTo>
                    <a:pt x="31795" y="15502"/>
                  </a:lnTo>
                  <a:cubicBezTo>
                    <a:pt x="31798" y="15499"/>
                    <a:pt x="31803" y="15498"/>
                    <a:pt x="31810" y="15498"/>
                  </a:cubicBezTo>
                  <a:cubicBezTo>
                    <a:pt x="31879" y="15498"/>
                    <a:pt x="32140" y="15624"/>
                    <a:pt x="32251" y="15624"/>
                  </a:cubicBezTo>
                  <a:cubicBezTo>
                    <a:pt x="32261" y="15626"/>
                    <a:pt x="32271" y="15627"/>
                    <a:pt x="32280" y="15627"/>
                  </a:cubicBezTo>
                  <a:cubicBezTo>
                    <a:pt x="32418" y="15627"/>
                    <a:pt x="32524" y="15437"/>
                    <a:pt x="32524" y="15380"/>
                  </a:cubicBezTo>
                  <a:cubicBezTo>
                    <a:pt x="32524" y="15375"/>
                    <a:pt x="32527" y="15373"/>
                    <a:pt x="32532" y="15373"/>
                  </a:cubicBezTo>
                  <a:cubicBezTo>
                    <a:pt x="32557" y="15373"/>
                    <a:pt x="32642" y="15432"/>
                    <a:pt x="32767" y="15532"/>
                  </a:cubicBezTo>
                  <a:lnTo>
                    <a:pt x="33011" y="15532"/>
                  </a:lnTo>
                  <a:cubicBezTo>
                    <a:pt x="33071" y="15563"/>
                    <a:pt x="33163" y="15563"/>
                    <a:pt x="33223" y="15593"/>
                  </a:cubicBezTo>
                  <a:lnTo>
                    <a:pt x="33345" y="15624"/>
                  </a:lnTo>
                  <a:cubicBezTo>
                    <a:pt x="33497" y="15593"/>
                    <a:pt x="33527" y="15532"/>
                    <a:pt x="33497" y="15532"/>
                  </a:cubicBezTo>
                  <a:cubicBezTo>
                    <a:pt x="33467" y="15532"/>
                    <a:pt x="33527" y="15441"/>
                    <a:pt x="33649" y="15350"/>
                  </a:cubicBezTo>
                  <a:lnTo>
                    <a:pt x="33771" y="15320"/>
                  </a:lnTo>
                  <a:cubicBezTo>
                    <a:pt x="33816" y="15289"/>
                    <a:pt x="33854" y="15274"/>
                    <a:pt x="33892" y="15274"/>
                  </a:cubicBezTo>
                  <a:cubicBezTo>
                    <a:pt x="33930" y="15274"/>
                    <a:pt x="33968" y="15289"/>
                    <a:pt x="34014" y="15320"/>
                  </a:cubicBezTo>
                  <a:cubicBezTo>
                    <a:pt x="34074" y="15380"/>
                    <a:pt x="34014" y="15502"/>
                    <a:pt x="34135" y="15593"/>
                  </a:cubicBezTo>
                  <a:cubicBezTo>
                    <a:pt x="34161" y="15608"/>
                    <a:pt x="34184" y="15614"/>
                    <a:pt x="34206" y="15614"/>
                  </a:cubicBezTo>
                  <a:cubicBezTo>
                    <a:pt x="34284" y="15614"/>
                    <a:pt x="34345" y="15542"/>
                    <a:pt x="34400" y="15542"/>
                  </a:cubicBezTo>
                  <a:cubicBezTo>
                    <a:pt x="34424" y="15542"/>
                    <a:pt x="34447" y="15555"/>
                    <a:pt x="34470" y="15593"/>
                  </a:cubicBezTo>
                  <a:lnTo>
                    <a:pt x="34561" y="15684"/>
                  </a:lnTo>
                  <a:cubicBezTo>
                    <a:pt x="34682" y="15654"/>
                    <a:pt x="34804" y="15654"/>
                    <a:pt x="34926" y="15654"/>
                  </a:cubicBezTo>
                  <a:lnTo>
                    <a:pt x="34986" y="15654"/>
                  </a:lnTo>
                  <a:cubicBezTo>
                    <a:pt x="35017" y="15654"/>
                    <a:pt x="35017" y="15624"/>
                    <a:pt x="35078" y="15624"/>
                  </a:cubicBezTo>
                  <a:lnTo>
                    <a:pt x="35260" y="15624"/>
                  </a:lnTo>
                  <a:cubicBezTo>
                    <a:pt x="35301" y="15664"/>
                    <a:pt x="35335" y="15679"/>
                    <a:pt x="35365" y="15679"/>
                  </a:cubicBezTo>
                  <a:cubicBezTo>
                    <a:pt x="35441" y="15679"/>
                    <a:pt x="35495" y="15590"/>
                    <a:pt x="35570" y="15590"/>
                  </a:cubicBezTo>
                  <a:cubicBezTo>
                    <a:pt x="35578" y="15590"/>
                    <a:pt x="35586" y="15591"/>
                    <a:pt x="35594" y="15593"/>
                  </a:cubicBezTo>
                  <a:lnTo>
                    <a:pt x="35716" y="15654"/>
                  </a:lnTo>
                  <a:cubicBezTo>
                    <a:pt x="35868" y="15654"/>
                    <a:pt x="35989" y="15624"/>
                    <a:pt x="36111" y="15593"/>
                  </a:cubicBezTo>
                  <a:lnTo>
                    <a:pt x="36141" y="15593"/>
                  </a:lnTo>
                  <a:lnTo>
                    <a:pt x="36324" y="15745"/>
                  </a:lnTo>
                  <a:cubicBezTo>
                    <a:pt x="36567" y="15745"/>
                    <a:pt x="36810" y="15684"/>
                    <a:pt x="37053" y="15624"/>
                  </a:cubicBezTo>
                  <a:cubicBezTo>
                    <a:pt x="37053" y="15602"/>
                    <a:pt x="37061" y="15592"/>
                    <a:pt x="37073" y="15592"/>
                  </a:cubicBezTo>
                  <a:cubicBezTo>
                    <a:pt x="37096" y="15592"/>
                    <a:pt x="37136" y="15626"/>
                    <a:pt x="37175" y="15684"/>
                  </a:cubicBezTo>
                  <a:lnTo>
                    <a:pt x="37296" y="15684"/>
                  </a:lnTo>
                  <a:lnTo>
                    <a:pt x="37540" y="15624"/>
                  </a:lnTo>
                  <a:lnTo>
                    <a:pt x="38178" y="15624"/>
                  </a:lnTo>
                  <a:cubicBezTo>
                    <a:pt x="38208" y="15624"/>
                    <a:pt x="38421" y="15654"/>
                    <a:pt x="38664" y="15715"/>
                  </a:cubicBezTo>
                  <a:lnTo>
                    <a:pt x="39090" y="15654"/>
                  </a:lnTo>
                  <a:cubicBezTo>
                    <a:pt x="39090" y="15624"/>
                    <a:pt x="39151" y="15624"/>
                    <a:pt x="39151" y="15624"/>
                  </a:cubicBezTo>
                  <a:lnTo>
                    <a:pt x="39272" y="15745"/>
                  </a:lnTo>
                  <a:cubicBezTo>
                    <a:pt x="39515" y="15715"/>
                    <a:pt x="39728" y="15715"/>
                    <a:pt x="39941" y="15715"/>
                  </a:cubicBezTo>
                  <a:cubicBezTo>
                    <a:pt x="40070" y="15736"/>
                    <a:pt x="40184" y="15758"/>
                    <a:pt x="40293" y="15758"/>
                  </a:cubicBezTo>
                  <a:cubicBezTo>
                    <a:pt x="40338" y="15758"/>
                    <a:pt x="40383" y="15754"/>
                    <a:pt x="40427" y="15745"/>
                  </a:cubicBezTo>
                  <a:cubicBezTo>
                    <a:pt x="40518" y="15715"/>
                    <a:pt x="40610" y="15715"/>
                    <a:pt x="40670" y="15715"/>
                  </a:cubicBezTo>
                  <a:lnTo>
                    <a:pt x="40731" y="15715"/>
                  </a:lnTo>
                  <a:cubicBezTo>
                    <a:pt x="40796" y="15736"/>
                    <a:pt x="40875" y="15758"/>
                    <a:pt x="40927" y="15758"/>
                  </a:cubicBezTo>
                  <a:cubicBezTo>
                    <a:pt x="40949" y="15758"/>
                    <a:pt x="40965" y="15754"/>
                    <a:pt x="40974" y="15745"/>
                  </a:cubicBezTo>
                  <a:cubicBezTo>
                    <a:pt x="41058" y="15695"/>
                    <a:pt x="41151" y="15672"/>
                    <a:pt x="41248" y="15672"/>
                  </a:cubicBezTo>
                  <a:cubicBezTo>
                    <a:pt x="41327" y="15672"/>
                    <a:pt x="41409" y="15687"/>
                    <a:pt x="41491" y="15715"/>
                  </a:cubicBezTo>
                  <a:lnTo>
                    <a:pt x="41643" y="15745"/>
                  </a:lnTo>
                  <a:cubicBezTo>
                    <a:pt x="41765" y="15715"/>
                    <a:pt x="41886" y="15684"/>
                    <a:pt x="42008" y="15684"/>
                  </a:cubicBezTo>
                  <a:cubicBezTo>
                    <a:pt x="42069" y="15733"/>
                    <a:pt x="42120" y="15757"/>
                    <a:pt x="42161" y="15757"/>
                  </a:cubicBezTo>
                  <a:cubicBezTo>
                    <a:pt x="42223" y="15757"/>
                    <a:pt x="42263" y="15703"/>
                    <a:pt x="42281" y="15593"/>
                  </a:cubicBezTo>
                  <a:lnTo>
                    <a:pt x="42433" y="15593"/>
                  </a:lnTo>
                  <a:cubicBezTo>
                    <a:pt x="42494" y="15654"/>
                    <a:pt x="42798" y="15715"/>
                    <a:pt x="42889" y="15745"/>
                  </a:cubicBezTo>
                  <a:lnTo>
                    <a:pt x="43072" y="15806"/>
                  </a:lnTo>
                  <a:cubicBezTo>
                    <a:pt x="43315" y="15745"/>
                    <a:pt x="43588" y="15745"/>
                    <a:pt x="43831" y="15745"/>
                  </a:cubicBezTo>
                  <a:lnTo>
                    <a:pt x="44318" y="15745"/>
                  </a:lnTo>
                  <a:cubicBezTo>
                    <a:pt x="44455" y="15760"/>
                    <a:pt x="44591" y="15768"/>
                    <a:pt x="44728" y="15768"/>
                  </a:cubicBezTo>
                  <a:cubicBezTo>
                    <a:pt x="44865" y="15768"/>
                    <a:pt x="45002" y="15760"/>
                    <a:pt x="45139" y="15745"/>
                  </a:cubicBezTo>
                  <a:cubicBezTo>
                    <a:pt x="45149" y="15724"/>
                    <a:pt x="45179" y="15714"/>
                    <a:pt x="45223" y="15714"/>
                  </a:cubicBezTo>
                  <a:cubicBezTo>
                    <a:pt x="45302" y="15714"/>
                    <a:pt x="45427" y="15747"/>
                    <a:pt x="45564" y="15806"/>
                  </a:cubicBezTo>
                  <a:lnTo>
                    <a:pt x="45777" y="15745"/>
                  </a:lnTo>
                  <a:cubicBezTo>
                    <a:pt x="45830" y="15736"/>
                    <a:pt x="45884" y="15733"/>
                    <a:pt x="45936" y="15733"/>
                  </a:cubicBezTo>
                  <a:cubicBezTo>
                    <a:pt x="46063" y="15733"/>
                    <a:pt x="46186" y="15754"/>
                    <a:pt x="46294" y="15776"/>
                  </a:cubicBezTo>
                  <a:lnTo>
                    <a:pt x="46354" y="15776"/>
                  </a:lnTo>
                  <a:cubicBezTo>
                    <a:pt x="46567" y="15776"/>
                    <a:pt x="46780" y="15715"/>
                    <a:pt x="46993" y="15684"/>
                  </a:cubicBezTo>
                  <a:lnTo>
                    <a:pt x="47236" y="15776"/>
                  </a:lnTo>
                  <a:cubicBezTo>
                    <a:pt x="47266" y="15791"/>
                    <a:pt x="47304" y="15798"/>
                    <a:pt x="47346" y="15798"/>
                  </a:cubicBezTo>
                  <a:cubicBezTo>
                    <a:pt x="47388" y="15798"/>
                    <a:pt x="47433" y="15791"/>
                    <a:pt x="47479" y="15776"/>
                  </a:cubicBezTo>
                  <a:cubicBezTo>
                    <a:pt x="47540" y="15776"/>
                    <a:pt x="47601" y="15715"/>
                    <a:pt x="47692" y="15715"/>
                  </a:cubicBezTo>
                  <a:cubicBezTo>
                    <a:pt x="47753" y="15715"/>
                    <a:pt x="47813" y="15776"/>
                    <a:pt x="47905" y="15776"/>
                  </a:cubicBezTo>
                  <a:lnTo>
                    <a:pt x="47935" y="15776"/>
                  </a:lnTo>
                  <a:cubicBezTo>
                    <a:pt x="48056" y="15654"/>
                    <a:pt x="48178" y="15593"/>
                    <a:pt x="48330" y="15532"/>
                  </a:cubicBezTo>
                  <a:cubicBezTo>
                    <a:pt x="48340" y="15529"/>
                    <a:pt x="48348" y="15528"/>
                    <a:pt x="48354" y="15528"/>
                  </a:cubicBezTo>
                  <a:cubicBezTo>
                    <a:pt x="48402" y="15528"/>
                    <a:pt x="48323" y="15630"/>
                    <a:pt x="48269" y="15684"/>
                  </a:cubicBezTo>
                  <a:cubicBezTo>
                    <a:pt x="48217" y="15711"/>
                    <a:pt x="48300" y="15782"/>
                    <a:pt x="48362" y="15782"/>
                  </a:cubicBezTo>
                  <a:cubicBezTo>
                    <a:pt x="48373" y="15782"/>
                    <a:pt x="48382" y="15780"/>
                    <a:pt x="48391" y="15776"/>
                  </a:cubicBezTo>
                  <a:cubicBezTo>
                    <a:pt x="48396" y="15773"/>
                    <a:pt x="48406" y="15772"/>
                    <a:pt x="48418" y="15772"/>
                  </a:cubicBezTo>
                  <a:cubicBezTo>
                    <a:pt x="48526" y="15772"/>
                    <a:pt x="48876" y="15871"/>
                    <a:pt x="49086" y="15871"/>
                  </a:cubicBezTo>
                  <a:cubicBezTo>
                    <a:pt x="49109" y="15871"/>
                    <a:pt x="49131" y="15870"/>
                    <a:pt x="49151" y="15867"/>
                  </a:cubicBezTo>
                  <a:cubicBezTo>
                    <a:pt x="49272" y="15867"/>
                    <a:pt x="49394" y="15836"/>
                    <a:pt x="49515" y="15836"/>
                  </a:cubicBezTo>
                  <a:lnTo>
                    <a:pt x="49546" y="15836"/>
                  </a:lnTo>
                  <a:cubicBezTo>
                    <a:pt x="49637" y="15776"/>
                    <a:pt x="49683" y="15745"/>
                    <a:pt x="49724" y="15745"/>
                  </a:cubicBezTo>
                  <a:cubicBezTo>
                    <a:pt x="49766" y="15745"/>
                    <a:pt x="49804" y="15776"/>
                    <a:pt x="49880" y="15836"/>
                  </a:cubicBezTo>
                  <a:lnTo>
                    <a:pt x="49911" y="15867"/>
                  </a:lnTo>
                  <a:cubicBezTo>
                    <a:pt x="49916" y="15870"/>
                    <a:pt x="49922" y="15871"/>
                    <a:pt x="49928" y="15871"/>
                  </a:cubicBezTo>
                  <a:cubicBezTo>
                    <a:pt x="49987" y="15871"/>
                    <a:pt x="50063" y="15742"/>
                    <a:pt x="50063" y="15715"/>
                  </a:cubicBezTo>
                  <a:cubicBezTo>
                    <a:pt x="50063" y="15684"/>
                    <a:pt x="50093" y="15654"/>
                    <a:pt x="50123" y="15624"/>
                  </a:cubicBezTo>
                  <a:cubicBezTo>
                    <a:pt x="50154" y="15684"/>
                    <a:pt x="50154" y="15745"/>
                    <a:pt x="50184" y="15806"/>
                  </a:cubicBezTo>
                  <a:cubicBezTo>
                    <a:pt x="50184" y="15836"/>
                    <a:pt x="50336" y="15867"/>
                    <a:pt x="50488" y="15867"/>
                  </a:cubicBezTo>
                  <a:lnTo>
                    <a:pt x="50640" y="15867"/>
                  </a:lnTo>
                  <a:lnTo>
                    <a:pt x="50792" y="15897"/>
                  </a:lnTo>
                  <a:cubicBezTo>
                    <a:pt x="50944" y="15897"/>
                    <a:pt x="51187" y="15867"/>
                    <a:pt x="51309" y="15867"/>
                  </a:cubicBezTo>
                  <a:lnTo>
                    <a:pt x="51552" y="15867"/>
                  </a:lnTo>
                  <a:cubicBezTo>
                    <a:pt x="51579" y="15813"/>
                    <a:pt x="51655" y="15710"/>
                    <a:pt x="51714" y="15710"/>
                  </a:cubicBezTo>
                  <a:cubicBezTo>
                    <a:pt x="51721" y="15710"/>
                    <a:pt x="51728" y="15712"/>
                    <a:pt x="51734" y="15715"/>
                  </a:cubicBezTo>
                  <a:cubicBezTo>
                    <a:pt x="51795" y="15745"/>
                    <a:pt x="51826" y="15806"/>
                    <a:pt x="51856" y="15867"/>
                  </a:cubicBezTo>
                  <a:cubicBezTo>
                    <a:pt x="51947" y="15836"/>
                    <a:pt x="52038" y="15806"/>
                    <a:pt x="52130" y="15776"/>
                  </a:cubicBezTo>
                  <a:lnTo>
                    <a:pt x="52525" y="15776"/>
                  </a:lnTo>
                  <a:cubicBezTo>
                    <a:pt x="52616" y="15776"/>
                    <a:pt x="52707" y="15745"/>
                    <a:pt x="52768" y="15684"/>
                  </a:cubicBezTo>
                  <a:lnTo>
                    <a:pt x="52859" y="15836"/>
                  </a:lnTo>
                  <a:cubicBezTo>
                    <a:pt x="52889" y="15867"/>
                    <a:pt x="53102" y="15867"/>
                    <a:pt x="53254" y="15867"/>
                  </a:cubicBezTo>
                  <a:lnTo>
                    <a:pt x="53467" y="15867"/>
                  </a:lnTo>
                  <a:cubicBezTo>
                    <a:pt x="53560" y="15844"/>
                    <a:pt x="53653" y="15834"/>
                    <a:pt x="53746" y="15834"/>
                  </a:cubicBezTo>
                  <a:cubicBezTo>
                    <a:pt x="53896" y="15834"/>
                    <a:pt x="54046" y="15860"/>
                    <a:pt x="54196" y="15897"/>
                  </a:cubicBezTo>
                  <a:lnTo>
                    <a:pt x="54288" y="15867"/>
                  </a:lnTo>
                  <a:cubicBezTo>
                    <a:pt x="54303" y="15859"/>
                    <a:pt x="54318" y="15856"/>
                    <a:pt x="54331" y="15856"/>
                  </a:cubicBezTo>
                  <a:cubicBezTo>
                    <a:pt x="54396" y="15856"/>
                    <a:pt x="54435" y="15935"/>
                    <a:pt x="54503" y="15935"/>
                  </a:cubicBezTo>
                  <a:cubicBezTo>
                    <a:pt x="54528" y="15935"/>
                    <a:pt x="54557" y="15925"/>
                    <a:pt x="54592" y="15897"/>
                  </a:cubicBezTo>
                  <a:cubicBezTo>
                    <a:pt x="54642" y="15872"/>
                    <a:pt x="54692" y="15857"/>
                    <a:pt x="54740" y="15857"/>
                  </a:cubicBezTo>
                  <a:cubicBezTo>
                    <a:pt x="54809" y="15857"/>
                    <a:pt x="54873" y="15887"/>
                    <a:pt x="54926" y="15958"/>
                  </a:cubicBezTo>
                  <a:cubicBezTo>
                    <a:pt x="55291" y="15897"/>
                    <a:pt x="55625" y="15867"/>
                    <a:pt x="55959" y="15867"/>
                  </a:cubicBezTo>
                  <a:cubicBezTo>
                    <a:pt x="56081" y="15897"/>
                    <a:pt x="56172" y="15897"/>
                    <a:pt x="56294" y="15897"/>
                  </a:cubicBezTo>
                  <a:lnTo>
                    <a:pt x="56324" y="15897"/>
                  </a:lnTo>
                  <a:cubicBezTo>
                    <a:pt x="56335" y="15886"/>
                    <a:pt x="56346" y="15882"/>
                    <a:pt x="56356" y="15882"/>
                  </a:cubicBezTo>
                  <a:cubicBezTo>
                    <a:pt x="56392" y="15882"/>
                    <a:pt x="56430" y="15927"/>
                    <a:pt x="56475" y="15927"/>
                  </a:cubicBezTo>
                  <a:cubicBezTo>
                    <a:pt x="56494" y="15927"/>
                    <a:pt x="56515" y="15919"/>
                    <a:pt x="56537" y="15897"/>
                  </a:cubicBezTo>
                  <a:lnTo>
                    <a:pt x="56567" y="15836"/>
                  </a:lnTo>
                  <a:cubicBezTo>
                    <a:pt x="56593" y="15831"/>
                    <a:pt x="56619" y="15829"/>
                    <a:pt x="56645" y="15829"/>
                  </a:cubicBezTo>
                  <a:cubicBezTo>
                    <a:pt x="56770" y="15829"/>
                    <a:pt x="56887" y="15888"/>
                    <a:pt x="56962" y="15988"/>
                  </a:cubicBezTo>
                  <a:lnTo>
                    <a:pt x="57084" y="15928"/>
                  </a:lnTo>
                  <a:lnTo>
                    <a:pt x="57236" y="15806"/>
                  </a:lnTo>
                  <a:cubicBezTo>
                    <a:pt x="57418" y="15867"/>
                    <a:pt x="57601" y="15897"/>
                    <a:pt x="57783" y="15988"/>
                  </a:cubicBezTo>
                  <a:lnTo>
                    <a:pt x="57905" y="15897"/>
                  </a:lnTo>
                  <a:cubicBezTo>
                    <a:pt x="57921" y="15889"/>
                    <a:pt x="57937" y="15886"/>
                    <a:pt x="57955" y="15886"/>
                  </a:cubicBezTo>
                  <a:cubicBezTo>
                    <a:pt x="58026" y="15886"/>
                    <a:pt x="58104" y="15942"/>
                    <a:pt x="58178" y="15942"/>
                  </a:cubicBezTo>
                  <a:cubicBezTo>
                    <a:pt x="58220" y="15942"/>
                    <a:pt x="58262" y="15924"/>
                    <a:pt x="58300" y="15867"/>
                  </a:cubicBezTo>
                  <a:cubicBezTo>
                    <a:pt x="58482" y="15867"/>
                    <a:pt x="58665" y="15928"/>
                    <a:pt x="58817" y="15988"/>
                  </a:cubicBezTo>
                  <a:lnTo>
                    <a:pt x="58999" y="15867"/>
                  </a:lnTo>
                  <a:cubicBezTo>
                    <a:pt x="59045" y="15852"/>
                    <a:pt x="59090" y="15844"/>
                    <a:pt x="59132" y="15844"/>
                  </a:cubicBezTo>
                  <a:cubicBezTo>
                    <a:pt x="59174" y="15844"/>
                    <a:pt x="59212" y="15852"/>
                    <a:pt x="59242" y="15867"/>
                  </a:cubicBezTo>
                  <a:lnTo>
                    <a:pt x="59455" y="16019"/>
                  </a:lnTo>
                  <a:cubicBezTo>
                    <a:pt x="59698" y="15958"/>
                    <a:pt x="60093" y="15928"/>
                    <a:pt x="60184" y="15928"/>
                  </a:cubicBezTo>
                  <a:cubicBezTo>
                    <a:pt x="60205" y="15917"/>
                    <a:pt x="60245" y="15914"/>
                    <a:pt x="60292" y="15914"/>
                  </a:cubicBezTo>
                  <a:cubicBezTo>
                    <a:pt x="60387" y="15914"/>
                    <a:pt x="60509" y="15928"/>
                    <a:pt x="60549" y="15928"/>
                  </a:cubicBezTo>
                  <a:cubicBezTo>
                    <a:pt x="60671" y="15867"/>
                    <a:pt x="60823" y="15867"/>
                    <a:pt x="60944" y="15867"/>
                  </a:cubicBezTo>
                  <a:lnTo>
                    <a:pt x="61218" y="15928"/>
                  </a:lnTo>
                  <a:lnTo>
                    <a:pt x="61279" y="15928"/>
                  </a:lnTo>
                  <a:cubicBezTo>
                    <a:pt x="61370" y="15928"/>
                    <a:pt x="61461" y="15867"/>
                    <a:pt x="61552" y="15867"/>
                  </a:cubicBezTo>
                  <a:cubicBezTo>
                    <a:pt x="61613" y="15867"/>
                    <a:pt x="61704" y="15867"/>
                    <a:pt x="61795" y="15836"/>
                  </a:cubicBezTo>
                  <a:cubicBezTo>
                    <a:pt x="61856" y="15806"/>
                    <a:pt x="61795" y="15684"/>
                    <a:pt x="61947" y="15684"/>
                  </a:cubicBezTo>
                  <a:lnTo>
                    <a:pt x="62039" y="15684"/>
                  </a:lnTo>
                  <a:cubicBezTo>
                    <a:pt x="62048" y="15681"/>
                    <a:pt x="62059" y="15680"/>
                    <a:pt x="62069" y="15680"/>
                  </a:cubicBezTo>
                  <a:cubicBezTo>
                    <a:pt x="62155" y="15680"/>
                    <a:pt x="62251" y="15782"/>
                    <a:pt x="62251" y="15836"/>
                  </a:cubicBezTo>
                  <a:cubicBezTo>
                    <a:pt x="62356" y="15860"/>
                    <a:pt x="62460" y="15870"/>
                    <a:pt x="62565" y="15870"/>
                  </a:cubicBezTo>
                  <a:cubicBezTo>
                    <a:pt x="62734" y="15870"/>
                    <a:pt x="62903" y="15844"/>
                    <a:pt x="63072" y="15806"/>
                  </a:cubicBezTo>
                  <a:lnTo>
                    <a:pt x="63467" y="15867"/>
                  </a:lnTo>
                  <a:cubicBezTo>
                    <a:pt x="63498" y="15867"/>
                    <a:pt x="63528" y="15776"/>
                    <a:pt x="63558" y="15745"/>
                  </a:cubicBezTo>
                  <a:cubicBezTo>
                    <a:pt x="63649" y="15776"/>
                    <a:pt x="63710" y="15806"/>
                    <a:pt x="63741" y="15836"/>
                  </a:cubicBezTo>
                  <a:lnTo>
                    <a:pt x="63832" y="15897"/>
                  </a:lnTo>
                  <a:lnTo>
                    <a:pt x="63984" y="15958"/>
                  </a:lnTo>
                  <a:cubicBezTo>
                    <a:pt x="64166" y="15897"/>
                    <a:pt x="64349" y="15867"/>
                    <a:pt x="64531" y="15867"/>
                  </a:cubicBezTo>
                  <a:cubicBezTo>
                    <a:pt x="64592" y="15867"/>
                    <a:pt x="64622" y="15806"/>
                    <a:pt x="64622" y="15745"/>
                  </a:cubicBezTo>
                  <a:cubicBezTo>
                    <a:pt x="64592" y="15745"/>
                    <a:pt x="64683" y="15715"/>
                    <a:pt x="64835" y="15715"/>
                  </a:cubicBezTo>
                  <a:lnTo>
                    <a:pt x="64896" y="15928"/>
                  </a:lnTo>
                  <a:cubicBezTo>
                    <a:pt x="65108" y="15897"/>
                    <a:pt x="65990" y="15867"/>
                    <a:pt x="66264" y="15867"/>
                  </a:cubicBezTo>
                  <a:cubicBezTo>
                    <a:pt x="66567" y="15867"/>
                    <a:pt x="66841" y="15836"/>
                    <a:pt x="67145" y="15776"/>
                  </a:cubicBezTo>
                  <a:lnTo>
                    <a:pt x="67267" y="15806"/>
                  </a:lnTo>
                  <a:lnTo>
                    <a:pt x="67449" y="15867"/>
                  </a:lnTo>
                  <a:cubicBezTo>
                    <a:pt x="67550" y="15867"/>
                    <a:pt x="67760" y="15853"/>
                    <a:pt x="67915" y="15853"/>
                  </a:cubicBezTo>
                  <a:cubicBezTo>
                    <a:pt x="67993" y="15853"/>
                    <a:pt x="68057" y="15857"/>
                    <a:pt x="68087" y="15867"/>
                  </a:cubicBezTo>
                  <a:lnTo>
                    <a:pt x="68543" y="15867"/>
                  </a:lnTo>
                  <a:cubicBezTo>
                    <a:pt x="68556" y="15862"/>
                    <a:pt x="68574" y="15861"/>
                    <a:pt x="68596" y="15861"/>
                  </a:cubicBezTo>
                  <a:cubicBezTo>
                    <a:pt x="68726" y="15861"/>
                    <a:pt x="68986" y="15928"/>
                    <a:pt x="69090" y="15928"/>
                  </a:cubicBezTo>
                  <a:cubicBezTo>
                    <a:pt x="69212" y="15897"/>
                    <a:pt x="69516" y="15897"/>
                    <a:pt x="69637" y="15867"/>
                  </a:cubicBezTo>
                  <a:cubicBezTo>
                    <a:pt x="69710" y="15867"/>
                    <a:pt x="69920" y="15789"/>
                    <a:pt x="70031" y="15789"/>
                  </a:cubicBezTo>
                  <a:cubicBezTo>
                    <a:pt x="70059" y="15789"/>
                    <a:pt x="70081" y="15794"/>
                    <a:pt x="70093" y="15806"/>
                  </a:cubicBezTo>
                  <a:cubicBezTo>
                    <a:pt x="70124" y="15826"/>
                    <a:pt x="70174" y="15833"/>
                    <a:pt x="70232" y="15833"/>
                  </a:cubicBezTo>
                  <a:cubicBezTo>
                    <a:pt x="70347" y="15833"/>
                    <a:pt x="70489" y="15806"/>
                    <a:pt x="70549" y="15806"/>
                  </a:cubicBezTo>
                  <a:cubicBezTo>
                    <a:pt x="70640" y="15806"/>
                    <a:pt x="71400" y="15897"/>
                    <a:pt x="71644" y="15897"/>
                  </a:cubicBezTo>
                  <a:cubicBezTo>
                    <a:pt x="71878" y="15897"/>
                    <a:pt x="72180" y="15830"/>
                    <a:pt x="72299" y="15830"/>
                  </a:cubicBezTo>
                  <a:cubicBezTo>
                    <a:pt x="72319" y="15830"/>
                    <a:pt x="72334" y="15832"/>
                    <a:pt x="72343" y="15836"/>
                  </a:cubicBezTo>
                  <a:cubicBezTo>
                    <a:pt x="72354" y="15842"/>
                    <a:pt x="72369" y="15845"/>
                    <a:pt x="72386" y="15845"/>
                  </a:cubicBezTo>
                  <a:cubicBezTo>
                    <a:pt x="72458" y="15845"/>
                    <a:pt x="72567" y="15800"/>
                    <a:pt x="72616" y="15776"/>
                  </a:cubicBezTo>
                  <a:cubicBezTo>
                    <a:pt x="72647" y="15745"/>
                    <a:pt x="72707" y="15715"/>
                    <a:pt x="72768" y="15715"/>
                  </a:cubicBezTo>
                  <a:cubicBezTo>
                    <a:pt x="72799" y="15715"/>
                    <a:pt x="72829" y="15776"/>
                    <a:pt x="72890" y="15836"/>
                  </a:cubicBezTo>
                  <a:lnTo>
                    <a:pt x="73619" y="15836"/>
                  </a:lnTo>
                  <a:cubicBezTo>
                    <a:pt x="73832" y="15867"/>
                    <a:pt x="74045" y="15897"/>
                    <a:pt x="74258" y="15897"/>
                  </a:cubicBezTo>
                  <a:cubicBezTo>
                    <a:pt x="74413" y="15853"/>
                    <a:pt x="74585" y="15824"/>
                    <a:pt x="74762" y="15824"/>
                  </a:cubicBezTo>
                  <a:cubicBezTo>
                    <a:pt x="74826" y="15824"/>
                    <a:pt x="74892" y="15828"/>
                    <a:pt x="74957" y="15836"/>
                  </a:cubicBezTo>
                  <a:lnTo>
                    <a:pt x="75352" y="15836"/>
                  </a:lnTo>
                  <a:cubicBezTo>
                    <a:pt x="75397" y="15821"/>
                    <a:pt x="75641" y="15821"/>
                    <a:pt x="75907" y="15821"/>
                  </a:cubicBezTo>
                  <a:cubicBezTo>
                    <a:pt x="76173" y="15821"/>
                    <a:pt x="76461" y="15821"/>
                    <a:pt x="76598" y="15806"/>
                  </a:cubicBezTo>
                  <a:lnTo>
                    <a:pt x="77358" y="15715"/>
                  </a:lnTo>
                  <a:lnTo>
                    <a:pt x="77480" y="15776"/>
                  </a:lnTo>
                  <a:cubicBezTo>
                    <a:pt x="77515" y="15793"/>
                    <a:pt x="77540" y="15811"/>
                    <a:pt x="77566" y="15811"/>
                  </a:cubicBezTo>
                  <a:cubicBezTo>
                    <a:pt x="77586" y="15811"/>
                    <a:pt x="77606" y="15801"/>
                    <a:pt x="77632" y="15776"/>
                  </a:cubicBezTo>
                  <a:cubicBezTo>
                    <a:pt x="77641" y="15766"/>
                    <a:pt x="77650" y="15763"/>
                    <a:pt x="77661" y="15763"/>
                  </a:cubicBezTo>
                  <a:cubicBezTo>
                    <a:pt x="77701" y="15763"/>
                    <a:pt x="77749" y="15818"/>
                    <a:pt x="77791" y="15818"/>
                  </a:cubicBezTo>
                  <a:cubicBezTo>
                    <a:pt x="77810" y="15818"/>
                    <a:pt x="77828" y="15807"/>
                    <a:pt x="77844" y="15776"/>
                  </a:cubicBezTo>
                  <a:cubicBezTo>
                    <a:pt x="77844" y="15776"/>
                    <a:pt x="77942" y="15815"/>
                    <a:pt x="78012" y="15815"/>
                  </a:cubicBezTo>
                  <a:cubicBezTo>
                    <a:pt x="78029" y="15815"/>
                    <a:pt x="78045" y="15812"/>
                    <a:pt x="78057" y="15806"/>
                  </a:cubicBezTo>
                  <a:cubicBezTo>
                    <a:pt x="78087" y="15791"/>
                    <a:pt x="78125" y="15783"/>
                    <a:pt x="78163" y="15783"/>
                  </a:cubicBezTo>
                  <a:cubicBezTo>
                    <a:pt x="78201" y="15783"/>
                    <a:pt x="78239" y="15791"/>
                    <a:pt x="78270" y="15806"/>
                  </a:cubicBezTo>
                  <a:cubicBezTo>
                    <a:pt x="78324" y="15828"/>
                    <a:pt x="78377" y="15838"/>
                    <a:pt x="78430" y="15838"/>
                  </a:cubicBezTo>
                  <a:cubicBezTo>
                    <a:pt x="78526" y="15838"/>
                    <a:pt x="78617" y="15804"/>
                    <a:pt x="78695" y="15745"/>
                  </a:cubicBezTo>
                  <a:cubicBezTo>
                    <a:pt x="78707" y="15737"/>
                    <a:pt x="78720" y="15734"/>
                    <a:pt x="78735" y="15734"/>
                  </a:cubicBezTo>
                  <a:cubicBezTo>
                    <a:pt x="78812" y="15734"/>
                    <a:pt x="78924" y="15829"/>
                    <a:pt x="79019" y="15829"/>
                  </a:cubicBezTo>
                  <a:cubicBezTo>
                    <a:pt x="79044" y="15829"/>
                    <a:pt x="79068" y="15823"/>
                    <a:pt x="79091" y="15806"/>
                  </a:cubicBezTo>
                  <a:cubicBezTo>
                    <a:pt x="79166" y="15760"/>
                    <a:pt x="79258" y="15738"/>
                    <a:pt x="79349" y="15738"/>
                  </a:cubicBezTo>
                  <a:cubicBezTo>
                    <a:pt x="79440" y="15738"/>
                    <a:pt x="79531" y="15760"/>
                    <a:pt x="79607" y="15806"/>
                  </a:cubicBezTo>
                  <a:lnTo>
                    <a:pt x="79638" y="15836"/>
                  </a:lnTo>
                  <a:cubicBezTo>
                    <a:pt x="79719" y="15836"/>
                    <a:pt x="79992" y="15740"/>
                    <a:pt x="80116" y="15740"/>
                  </a:cubicBezTo>
                  <a:cubicBezTo>
                    <a:pt x="80131" y="15740"/>
                    <a:pt x="80144" y="15742"/>
                    <a:pt x="80154" y="15745"/>
                  </a:cubicBezTo>
                  <a:cubicBezTo>
                    <a:pt x="80192" y="15758"/>
                    <a:pt x="80230" y="15765"/>
                    <a:pt x="80266" y="15765"/>
                  </a:cubicBezTo>
                  <a:cubicBezTo>
                    <a:pt x="80316" y="15765"/>
                    <a:pt x="80362" y="15750"/>
                    <a:pt x="80398" y="15715"/>
                  </a:cubicBezTo>
                  <a:cubicBezTo>
                    <a:pt x="80403" y="15709"/>
                    <a:pt x="80410" y="15707"/>
                    <a:pt x="80418" y="15707"/>
                  </a:cubicBezTo>
                  <a:cubicBezTo>
                    <a:pt x="80450" y="15707"/>
                    <a:pt x="80495" y="15751"/>
                    <a:pt x="80519" y="15776"/>
                  </a:cubicBezTo>
                  <a:cubicBezTo>
                    <a:pt x="80519" y="15782"/>
                    <a:pt x="80526" y="15784"/>
                    <a:pt x="80537" y="15784"/>
                  </a:cubicBezTo>
                  <a:cubicBezTo>
                    <a:pt x="80567" y="15784"/>
                    <a:pt x="80628" y="15767"/>
                    <a:pt x="80668" y="15767"/>
                  </a:cubicBezTo>
                  <a:cubicBezTo>
                    <a:pt x="80683" y="15767"/>
                    <a:pt x="80695" y="15769"/>
                    <a:pt x="80701" y="15776"/>
                  </a:cubicBezTo>
                  <a:cubicBezTo>
                    <a:pt x="80754" y="15776"/>
                    <a:pt x="80895" y="15843"/>
                    <a:pt x="80973" y="15843"/>
                  </a:cubicBezTo>
                  <a:cubicBezTo>
                    <a:pt x="80986" y="15843"/>
                    <a:pt x="80997" y="15841"/>
                    <a:pt x="81005" y="15836"/>
                  </a:cubicBezTo>
                  <a:cubicBezTo>
                    <a:pt x="81009" y="15833"/>
                    <a:pt x="81020" y="15831"/>
                    <a:pt x="81037" y="15831"/>
                  </a:cubicBezTo>
                  <a:cubicBezTo>
                    <a:pt x="81139" y="15831"/>
                    <a:pt x="81457" y="15884"/>
                    <a:pt x="81684" y="15884"/>
                  </a:cubicBezTo>
                  <a:cubicBezTo>
                    <a:pt x="81752" y="15884"/>
                    <a:pt x="81813" y="15879"/>
                    <a:pt x="81857" y="15867"/>
                  </a:cubicBezTo>
                  <a:cubicBezTo>
                    <a:pt x="82039" y="15806"/>
                    <a:pt x="82252" y="15776"/>
                    <a:pt x="82464" y="15745"/>
                  </a:cubicBezTo>
                  <a:cubicBezTo>
                    <a:pt x="82586" y="15776"/>
                    <a:pt x="82708" y="15806"/>
                    <a:pt x="82829" y="15806"/>
                  </a:cubicBezTo>
                  <a:cubicBezTo>
                    <a:pt x="82981" y="15776"/>
                    <a:pt x="83133" y="15715"/>
                    <a:pt x="83255" y="15654"/>
                  </a:cubicBezTo>
                  <a:cubicBezTo>
                    <a:pt x="83271" y="15648"/>
                    <a:pt x="83290" y="15646"/>
                    <a:pt x="83310" y="15646"/>
                  </a:cubicBezTo>
                  <a:cubicBezTo>
                    <a:pt x="83398" y="15646"/>
                    <a:pt x="83503" y="15696"/>
                    <a:pt x="83528" y="15745"/>
                  </a:cubicBezTo>
                  <a:cubicBezTo>
                    <a:pt x="83541" y="15752"/>
                    <a:pt x="83558" y="15754"/>
                    <a:pt x="83577" y="15754"/>
                  </a:cubicBezTo>
                  <a:cubicBezTo>
                    <a:pt x="83630" y="15754"/>
                    <a:pt x="83700" y="15736"/>
                    <a:pt x="83753" y="15736"/>
                  </a:cubicBezTo>
                  <a:cubicBezTo>
                    <a:pt x="83772" y="15736"/>
                    <a:pt x="83789" y="15739"/>
                    <a:pt x="83802" y="15745"/>
                  </a:cubicBezTo>
                  <a:cubicBezTo>
                    <a:pt x="83923" y="15745"/>
                    <a:pt x="84075" y="15745"/>
                    <a:pt x="84227" y="15715"/>
                  </a:cubicBezTo>
                  <a:lnTo>
                    <a:pt x="84349" y="15776"/>
                  </a:lnTo>
                  <a:lnTo>
                    <a:pt x="84531" y="15867"/>
                  </a:lnTo>
                  <a:cubicBezTo>
                    <a:pt x="84744" y="15806"/>
                    <a:pt x="84926" y="15745"/>
                    <a:pt x="85139" y="15715"/>
                  </a:cubicBezTo>
                  <a:cubicBezTo>
                    <a:pt x="85215" y="15730"/>
                    <a:pt x="85291" y="15738"/>
                    <a:pt x="85367" y="15738"/>
                  </a:cubicBezTo>
                  <a:cubicBezTo>
                    <a:pt x="85443" y="15738"/>
                    <a:pt x="85519" y="15730"/>
                    <a:pt x="85595" y="15715"/>
                  </a:cubicBezTo>
                  <a:lnTo>
                    <a:pt x="85747" y="15776"/>
                  </a:lnTo>
                  <a:cubicBezTo>
                    <a:pt x="85758" y="15779"/>
                    <a:pt x="85770" y="15781"/>
                    <a:pt x="85782" y="15781"/>
                  </a:cubicBezTo>
                  <a:cubicBezTo>
                    <a:pt x="85838" y="15781"/>
                    <a:pt x="85909" y="15751"/>
                    <a:pt x="85986" y="15751"/>
                  </a:cubicBezTo>
                  <a:cubicBezTo>
                    <a:pt x="86036" y="15751"/>
                    <a:pt x="86089" y="15764"/>
                    <a:pt x="86142" y="15806"/>
                  </a:cubicBezTo>
                  <a:lnTo>
                    <a:pt x="86173" y="15867"/>
                  </a:lnTo>
                  <a:cubicBezTo>
                    <a:pt x="86294" y="15836"/>
                    <a:pt x="86385" y="15836"/>
                    <a:pt x="86507" y="15806"/>
                  </a:cubicBezTo>
                  <a:cubicBezTo>
                    <a:pt x="86720" y="15745"/>
                    <a:pt x="86933" y="15715"/>
                    <a:pt x="87145" y="15684"/>
                  </a:cubicBezTo>
                  <a:cubicBezTo>
                    <a:pt x="87328" y="15684"/>
                    <a:pt x="87814" y="15684"/>
                    <a:pt x="88270" y="15715"/>
                  </a:cubicBezTo>
                  <a:lnTo>
                    <a:pt x="88696" y="15745"/>
                  </a:lnTo>
                  <a:lnTo>
                    <a:pt x="88787" y="15745"/>
                  </a:lnTo>
                  <a:cubicBezTo>
                    <a:pt x="88814" y="15738"/>
                    <a:pt x="88851" y="15736"/>
                    <a:pt x="88892" y="15736"/>
                  </a:cubicBezTo>
                  <a:cubicBezTo>
                    <a:pt x="88964" y="15736"/>
                    <a:pt x="89048" y="15743"/>
                    <a:pt x="89112" y="15743"/>
                  </a:cubicBezTo>
                  <a:cubicBezTo>
                    <a:pt x="89171" y="15743"/>
                    <a:pt x="89212" y="15737"/>
                    <a:pt x="89212" y="15715"/>
                  </a:cubicBezTo>
                  <a:lnTo>
                    <a:pt x="89212" y="15776"/>
                  </a:lnTo>
                  <a:lnTo>
                    <a:pt x="89395" y="15745"/>
                  </a:lnTo>
                  <a:cubicBezTo>
                    <a:pt x="89486" y="15715"/>
                    <a:pt x="89577" y="15684"/>
                    <a:pt x="89638" y="15684"/>
                  </a:cubicBezTo>
                  <a:cubicBezTo>
                    <a:pt x="89759" y="15684"/>
                    <a:pt x="89851" y="15745"/>
                    <a:pt x="89972" y="15745"/>
                  </a:cubicBezTo>
                  <a:cubicBezTo>
                    <a:pt x="90086" y="15745"/>
                    <a:pt x="90217" y="15694"/>
                    <a:pt x="90301" y="15694"/>
                  </a:cubicBezTo>
                  <a:cubicBezTo>
                    <a:pt x="90329" y="15694"/>
                    <a:pt x="90352" y="15700"/>
                    <a:pt x="90367" y="15715"/>
                  </a:cubicBezTo>
                  <a:lnTo>
                    <a:pt x="90550" y="15806"/>
                  </a:lnTo>
                  <a:cubicBezTo>
                    <a:pt x="90604" y="15751"/>
                    <a:pt x="90714" y="15740"/>
                    <a:pt x="90806" y="15740"/>
                  </a:cubicBezTo>
                  <a:cubicBezTo>
                    <a:pt x="90867" y="15740"/>
                    <a:pt x="90921" y="15745"/>
                    <a:pt x="90945" y="15745"/>
                  </a:cubicBezTo>
                  <a:cubicBezTo>
                    <a:pt x="91127" y="15654"/>
                    <a:pt x="91310" y="15593"/>
                    <a:pt x="91522" y="15563"/>
                  </a:cubicBezTo>
                  <a:cubicBezTo>
                    <a:pt x="91653" y="15563"/>
                    <a:pt x="92029" y="15697"/>
                    <a:pt x="92210" y="15697"/>
                  </a:cubicBezTo>
                  <a:cubicBezTo>
                    <a:pt x="92240" y="15697"/>
                    <a:pt x="92265" y="15693"/>
                    <a:pt x="92282" y="15684"/>
                  </a:cubicBezTo>
                  <a:cubicBezTo>
                    <a:pt x="92404" y="15624"/>
                    <a:pt x="92525" y="15593"/>
                    <a:pt x="92677" y="15593"/>
                  </a:cubicBezTo>
                  <a:cubicBezTo>
                    <a:pt x="92699" y="15615"/>
                    <a:pt x="92781" y="15636"/>
                    <a:pt x="92849" y="15636"/>
                  </a:cubicBezTo>
                  <a:cubicBezTo>
                    <a:pt x="92877" y="15636"/>
                    <a:pt x="92903" y="15633"/>
                    <a:pt x="92921" y="15624"/>
                  </a:cubicBezTo>
                  <a:cubicBezTo>
                    <a:pt x="92951" y="15624"/>
                    <a:pt x="93103" y="15532"/>
                    <a:pt x="93133" y="15532"/>
                  </a:cubicBezTo>
                  <a:cubicBezTo>
                    <a:pt x="93255" y="15563"/>
                    <a:pt x="93376" y="15563"/>
                    <a:pt x="93528" y="15593"/>
                  </a:cubicBezTo>
                  <a:cubicBezTo>
                    <a:pt x="93570" y="15572"/>
                    <a:pt x="93728" y="15537"/>
                    <a:pt x="93842" y="15537"/>
                  </a:cubicBezTo>
                  <a:cubicBezTo>
                    <a:pt x="93893" y="15537"/>
                    <a:pt x="93935" y="15544"/>
                    <a:pt x="93954" y="15563"/>
                  </a:cubicBezTo>
                  <a:cubicBezTo>
                    <a:pt x="93960" y="15569"/>
                    <a:pt x="93969" y="15571"/>
                    <a:pt x="93980" y="15571"/>
                  </a:cubicBezTo>
                  <a:cubicBezTo>
                    <a:pt x="94029" y="15571"/>
                    <a:pt x="94118" y="15527"/>
                    <a:pt x="94167" y="15502"/>
                  </a:cubicBezTo>
                  <a:lnTo>
                    <a:pt x="94471" y="15380"/>
                  </a:lnTo>
                  <a:lnTo>
                    <a:pt x="94471" y="15441"/>
                  </a:lnTo>
                  <a:lnTo>
                    <a:pt x="94471" y="15654"/>
                  </a:lnTo>
                  <a:cubicBezTo>
                    <a:pt x="94611" y="15598"/>
                    <a:pt x="94881" y="15438"/>
                    <a:pt x="94970" y="15438"/>
                  </a:cubicBezTo>
                  <a:cubicBezTo>
                    <a:pt x="94977" y="15438"/>
                    <a:pt x="94983" y="15439"/>
                    <a:pt x="94987" y="15441"/>
                  </a:cubicBezTo>
                  <a:cubicBezTo>
                    <a:pt x="95109" y="15472"/>
                    <a:pt x="95261" y="15472"/>
                    <a:pt x="95383" y="15472"/>
                  </a:cubicBezTo>
                  <a:cubicBezTo>
                    <a:pt x="95474" y="15472"/>
                    <a:pt x="95595" y="15502"/>
                    <a:pt x="95687" y="15532"/>
                  </a:cubicBezTo>
                  <a:cubicBezTo>
                    <a:pt x="95713" y="15532"/>
                    <a:pt x="96051" y="15465"/>
                    <a:pt x="96243" y="15465"/>
                  </a:cubicBezTo>
                  <a:cubicBezTo>
                    <a:pt x="96275" y="15465"/>
                    <a:pt x="96303" y="15467"/>
                    <a:pt x="96325" y="15472"/>
                  </a:cubicBezTo>
                  <a:cubicBezTo>
                    <a:pt x="96446" y="15502"/>
                    <a:pt x="96598" y="15502"/>
                    <a:pt x="96720" y="15502"/>
                  </a:cubicBezTo>
                  <a:lnTo>
                    <a:pt x="96902" y="15502"/>
                  </a:lnTo>
                  <a:cubicBezTo>
                    <a:pt x="96994" y="15487"/>
                    <a:pt x="97085" y="15479"/>
                    <a:pt x="97176" y="15479"/>
                  </a:cubicBezTo>
                  <a:cubicBezTo>
                    <a:pt x="97267" y="15479"/>
                    <a:pt x="97358" y="15487"/>
                    <a:pt x="97450" y="15502"/>
                  </a:cubicBezTo>
                  <a:lnTo>
                    <a:pt x="97601" y="15411"/>
                  </a:lnTo>
                  <a:lnTo>
                    <a:pt x="97723" y="15350"/>
                  </a:lnTo>
                  <a:cubicBezTo>
                    <a:pt x="97905" y="15350"/>
                    <a:pt x="98088" y="15289"/>
                    <a:pt x="98270" y="15198"/>
                  </a:cubicBezTo>
                  <a:cubicBezTo>
                    <a:pt x="98273" y="15195"/>
                    <a:pt x="98277" y="15193"/>
                    <a:pt x="98281" y="15193"/>
                  </a:cubicBezTo>
                  <a:cubicBezTo>
                    <a:pt x="98313" y="15193"/>
                    <a:pt x="98365" y="15296"/>
                    <a:pt x="98392" y="15350"/>
                  </a:cubicBezTo>
                  <a:cubicBezTo>
                    <a:pt x="98392" y="15353"/>
                    <a:pt x="98393" y="15354"/>
                    <a:pt x="98396" y="15354"/>
                  </a:cubicBezTo>
                  <a:cubicBezTo>
                    <a:pt x="98423" y="15354"/>
                    <a:pt x="98580" y="15223"/>
                    <a:pt x="98635" y="15168"/>
                  </a:cubicBezTo>
                  <a:cubicBezTo>
                    <a:pt x="98653" y="15150"/>
                    <a:pt x="98673" y="15143"/>
                    <a:pt x="98693" y="15143"/>
                  </a:cubicBezTo>
                  <a:cubicBezTo>
                    <a:pt x="98741" y="15143"/>
                    <a:pt x="98787" y="15186"/>
                    <a:pt x="98787" y="15228"/>
                  </a:cubicBezTo>
                  <a:cubicBezTo>
                    <a:pt x="98787" y="15289"/>
                    <a:pt x="99060" y="15289"/>
                    <a:pt x="99152" y="15289"/>
                  </a:cubicBezTo>
                  <a:cubicBezTo>
                    <a:pt x="99243" y="15289"/>
                    <a:pt x="99243" y="15168"/>
                    <a:pt x="99152" y="15016"/>
                  </a:cubicBezTo>
                  <a:lnTo>
                    <a:pt x="99364" y="14985"/>
                  </a:lnTo>
                  <a:lnTo>
                    <a:pt x="99592" y="14928"/>
                  </a:lnTo>
                  <a:lnTo>
                    <a:pt x="99592" y="14928"/>
                  </a:lnTo>
                  <a:cubicBezTo>
                    <a:pt x="99594" y="14936"/>
                    <a:pt x="99598" y="14944"/>
                    <a:pt x="99604" y="14951"/>
                  </a:cubicBezTo>
                  <a:lnTo>
                    <a:pt x="99604" y="14951"/>
                  </a:lnTo>
                  <a:cubicBezTo>
                    <a:pt x="99605" y="14943"/>
                    <a:pt x="99606" y="14934"/>
                    <a:pt x="99608" y="14925"/>
                  </a:cubicBezTo>
                  <a:lnTo>
                    <a:pt x="99608" y="14925"/>
                  </a:lnTo>
                  <a:lnTo>
                    <a:pt x="99592" y="14928"/>
                  </a:lnTo>
                  <a:lnTo>
                    <a:pt x="99592" y="14928"/>
                  </a:lnTo>
                  <a:cubicBezTo>
                    <a:pt x="99579" y="14871"/>
                    <a:pt x="99677" y="14803"/>
                    <a:pt x="99729" y="14803"/>
                  </a:cubicBezTo>
                  <a:cubicBezTo>
                    <a:pt x="99760" y="14803"/>
                    <a:pt x="99729" y="14590"/>
                    <a:pt x="99790" y="14560"/>
                  </a:cubicBezTo>
                  <a:cubicBezTo>
                    <a:pt x="99798" y="14556"/>
                    <a:pt x="99807" y="14554"/>
                    <a:pt x="99815" y="14554"/>
                  </a:cubicBezTo>
                  <a:cubicBezTo>
                    <a:pt x="99867" y="14554"/>
                    <a:pt x="99912" y="14625"/>
                    <a:pt x="99912" y="14651"/>
                  </a:cubicBezTo>
                  <a:cubicBezTo>
                    <a:pt x="99917" y="14656"/>
                    <a:pt x="99926" y="14659"/>
                    <a:pt x="99940" y="14659"/>
                  </a:cubicBezTo>
                  <a:cubicBezTo>
                    <a:pt x="100005" y="14659"/>
                    <a:pt x="100161" y="14600"/>
                    <a:pt x="100337" y="14499"/>
                  </a:cubicBezTo>
                  <a:lnTo>
                    <a:pt x="100337" y="14256"/>
                  </a:lnTo>
                  <a:lnTo>
                    <a:pt x="100337" y="14043"/>
                  </a:lnTo>
                  <a:cubicBezTo>
                    <a:pt x="100307" y="13861"/>
                    <a:pt x="100246" y="13709"/>
                    <a:pt x="100094" y="13557"/>
                  </a:cubicBezTo>
                  <a:cubicBezTo>
                    <a:pt x="100064" y="13526"/>
                    <a:pt x="100094" y="13466"/>
                    <a:pt x="100185" y="13374"/>
                  </a:cubicBezTo>
                  <a:lnTo>
                    <a:pt x="100307" y="13374"/>
                  </a:lnTo>
                  <a:cubicBezTo>
                    <a:pt x="100367" y="13466"/>
                    <a:pt x="100428" y="13466"/>
                    <a:pt x="100428" y="13466"/>
                  </a:cubicBezTo>
                  <a:cubicBezTo>
                    <a:pt x="100519" y="13344"/>
                    <a:pt x="100611" y="13283"/>
                    <a:pt x="100702" y="13192"/>
                  </a:cubicBezTo>
                  <a:lnTo>
                    <a:pt x="100945" y="13040"/>
                  </a:lnTo>
                  <a:lnTo>
                    <a:pt x="100945" y="13010"/>
                  </a:lnTo>
                  <a:cubicBezTo>
                    <a:pt x="100945" y="12933"/>
                    <a:pt x="100687" y="12813"/>
                    <a:pt x="100533" y="12813"/>
                  </a:cubicBezTo>
                  <a:cubicBezTo>
                    <a:pt x="100504" y="12813"/>
                    <a:pt x="100478" y="12818"/>
                    <a:pt x="100459" y="12827"/>
                  </a:cubicBezTo>
                  <a:lnTo>
                    <a:pt x="100398" y="12827"/>
                  </a:lnTo>
                  <a:cubicBezTo>
                    <a:pt x="100367" y="12888"/>
                    <a:pt x="100337" y="12979"/>
                    <a:pt x="100337" y="13070"/>
                  </a:cubicBezTo>
                  <a:lnTo>
                    <a:pt x="100246" y="13101"/>
                  </a:lnTo>
                  <a:cubicBezTo>
                    <a:pt x="100185" y="13101"/>
                    <a:pt x="100094" y="13101"/>
                    <a:pt x="100064" y="13070"/>
                  </a:cubicBezTo>
                  <a:cubicBezTo>
                    <a:pt x="100033" y="13010"/>
                    <a:pt x="100033" y="12949"/>
                    <a:pt x="100064" y="12918"/>
                  </a:cubicBezTo>
                  <a:cubicBezTo>
                    <a:pt x="100094" y="12858"/>
                    <a:pt x="100124" y="12827"/>
                    <a:pt x="100185" y="12797"/>
                  </a:cubicBezTo>
                  <a:lnTo>
                    <a:pt x="100337" y="12706"/>
                  </a:lnTo>
                  <a:cubicBezTo>
                    <a:pt x="100550" y="12614"/>
                    <a:pt x="100459" y="12523"/>
                    <a:pt x="100398" y="12493"/>
                  </a:cubicBezTo>
                  <a:cubicBezTo>
                    <a:pt x="100307" y="12493"/>
                    <a:pt x="100307" y="12341"/>
                    <a:pt x="100337" y="12280"/>
                  </a:cubicBezTo>
                  <a:cubicBezTo>
                    <a:pt x="100367" y="12250"/>
                    <a:pt x="100185" y="12189"/>
                    <a:pt x="100155" y="12189"/>
                  </a:cubicBezTo>
                  <a:cubicBezTo>
                    <a:pt x="100094" y="12159"/>
                    <a:pt x="100155" y="12067"/>
                    <a:pt x="100185" y="12037"/>
                  </a:cubicBezTo>
                  <a:cubicBezTo>
                    <a:pt x="100216" y="12007"/>
                    <a:pt x="100185" y="11915"/>
                    <a:pt x="100124" y="11855"/>
                  </a:cubicBezTo>
                  <a:lnTo>
                    <a:pt x="100003" y="11915"/>
                  </a:lnTo>
                  <a:cubicBezTo>
                    <a:pt x="99957" y="11961"/>
                    <a:pt x="99896" y="11984"/>
                    <a:pt x="99832" y="11984"/>
                  </a:cubicBezTo>
                  <a:cubicBezTo>
                    <a:pt x="99767" y="11984"/>
                    <a:pt x="99699" y="11961"/>
                    <a:pt x="99638" y="11915"/>
                  </a:cubicBezTo>
                  <a:cubicBezTo>
                    <a:pt x="99632" y="11909"/>
                    <a:pt x="99625" y="11907"/>
                    <a:pt x="99617" y="11907"/>
                  </a:cubicBezTo>
                  <a:cubicBezTo>
                    <a:pt x="99586" y="11907"/>
                    <a:pt x="99547" y="11946"/>
                    <a:pt x="99547" y="11946"/>
                  </a:cubicBezTo>
                  <a:cubicBezTo>
                    <a:pt x="99542" y="11950"/>
                    <a:pt x="99536" y="11952"/>
                    <a:pt x="99529" y="11952"/>
                  </a:cubicBezTo>
                  <a:cubicBezTo>
                    <a:pt x="99484" y="11952"/>
                    <a:pt x="99390" y="11885"/>
                    <a:pt x="99364" y="11885"/>
                  </a:cubicBezTo>
                  <a:lnTo>
                    <a:pt x="99121" y="11885"/>
                  </a:lnTo>
                  <a:cubicBezTo>
                    <a:pt x="99060" y="11855"/>
                    <a:pt x="99000" y="11763"/>
                    <a:pt x="98969" y="11703"/>
                  </a:cubicBezTo>
                  <a:cubicBezTo>
                    <a:pt x="98951" y="11667"/>
                    <a:pt x="98934" y="11652"/>
                    <a:pt x="98910" y="11652"/>
                  </a:cubicBezTo>
                  <a:cubicBezTo>
                    <a:pt x="98893" y="11652"/>
                    <a:pt x="98873" y="11660"/>
                    <a:pt x="98848" y="11672"/>
                  </a:cubicBezTo>
                  <a:lnTo>
                    <a:pt x="98817" y="11703"/>
                  </a:lnTo>
                  <a:cubicBezTo>
                    <a:pt x="98787" y="11794"/>
                    <a:pt x="98726" y="11855"/>
                    <a:pt x="98696" y="11915"/>
                  </a:cubicBezTo>
                  <a:cubicBezTo>
                    <a:pt x="98681" y="11931"/>
                    <a:pt x="98658" y="11938"/>
                    <a:pt x="98635" y="11938"/>
                  </a:cubicBezTo>
                  <a:cubicBezTo>
                    <a:pt x="98612" y="11938"/>
                    <a:pt x="98589" y="11931"/>
                    <a:pt x="98574" y="11915"/>
                  </a:cubicBezTo>
                  <a:cubicBezTo>
                    <a:pt x="98513" y="11915"/>
                    <a:pt x="98513" y="11824"/>
                    <a:pt x="98513" y="11824"/>
                  </a:cubicBezTo>
                  <a:cubicBezTo>
                    <a:pt x="98696" y="11703"/>
                    <a:pt x="98605" y="11520"/>
                    <a:pt x="98605" y="11399"/>
                  </a:cubicBezTo>
                  <a:cubicBezTo>
                    <a:pt x="98516" y="11386"/>
                    <a:pt x="98433" y="11379"/>
                    <a:pt x="98351" y="11379"/>
                  </a:cubicBezTo>
                  <a:cubicBezTo>
                    <a:pt x="98235" y="11379"/>
                    <a:pt x="98121" y="11393"/>
                    <a:pt x="97997" y="11429"/>
                  </a:cubicBezTo>
                  <a:lnTo>
                    <a:pt x="97814" y="11459"/>
                  </a:lnTo>
                  <a:lnTo>
                    <a:pt x="97784" y="11459"/>
                  </a:lnTo>
                  <a:cubicBezTo>
                    <a:pt x="97781" y="11462"/>
                    <a:pt x="97778" y="11463"/>
                    <a:pt x="97774" y="11463"/>
                  </a:cubicBezTo>
                  <a:cubicBezTo>
                    <a:pt x="97738" y="11463"/>
                    <a:pt x="97660" y="11332"/>
                    <a:pt x="97632" y="11277"/>
                  </a:cubicBezTo>
                  <a:cubicBezTo>
                    <a:pt x="97622" y="11258"/>
                    <a:pt x="97595" y="11251"/>
                    <a:pt x="97561" y="11251"/>
                  </a:cubicBezTo>
                  <a:cubicBezTo>
                    <a:pt x="97484" y="11251"/>
                    <a:pt x="97370" y="11286"/>
                    <a:pt x="97328" y="11307"/>
                  </a:cubicBezTo>
                  <a:lnTo>
                    <a:pt x="97054" y="11429"/>
                  </a:lnTo>
                  <a:lnTo>
                    <a:pt x="97024" y="11429"/>
                  </a:lnTo>
                  <a:lnTo>
                    <a:pt x="96994" y="11399"/>
                  </a:lnTo>
                  <a:cubicBezTo>
                    <a:pt x="96983" y="11377"/>
                    <a:pt x="96957" y="11367"/>
                    <a:pt x="96921" y="11367"/>
                  </a:cubicBezTo>
                  <a:cubicBezTo>
                    <a:pt x="96856" y="11367"/>
                    <a:pt x="96757" y="11401"/>
                    <a:pt x="96659" y="11459"/>
                  </a:cubicBezTo>
                  <a:cubicBezTo>
                    <a:pt x="96623" y="11414"/>
                    <a:pt x="96586" y="11398"/>
                    <a:pt x="96549" y="11398"/>
                  </a:cubicBezTo>
                  <a:cubicBezTo>
                    <a:pt x="96474" y="11398"/>
                    <a:pt x="96399" y="11463"/>
                    <a:pt x="96323" y="11463"/>
                  </a:cubicBezTo>
                  <a:cubicBezTo>
                    <a:pt x="96314" y="11463"/>
                    <a:pt x="96304" y="11462"/>
                    <a:pt x="96294" y="11459"/>
                  </a:cubicBezTo>
                  <a:cubicBezTo>
                    <a:pt x="96234" y="11459"/>
                    <a:pt x="96203" y="11459"/>
                    <a:pt x="96173" y="11520"/>
                  </a:cubicBezTo>
                  <a:lnTo>
                    <a:pt x="96173" y="11551"/>
                  </a:lnTo>
                  <a:cubicBezTo>
                    <a:pt x="96203" y="11581"/>
                    <a:pt x="96446" y="11611"/>
                    <a:pt x="96446" y="11672"/>
                  </a:cubicBezTo>
                  <a:cubicBezTo>
                    <a:pt x="96446" y="11717"/>
                    <a:pt x="96463" y="11745"/>
                    <a:pt x="96483" y="11745"/>
                  </a:cubicBezTo>
                  <a:cubicBezTo>
                    <a:pt x="96491" y="11745"/>
                    <a:pt x="96499" y="11741"/>
                    <a:pt x="96507" y="11733"/>
                  </a:cubicBezTo>
                  <a:lnTo>
                    <a:pt x="96507" y="11703"/>
                  </a:lnTo>
                  <a:cubicBezTo>
                    <a:pt x="96507" y="11617"/>
                    <a:pt x="96492" y="11531"/>
                    <a:pt x="96558" y="11531"/>
                  </a:cubicBezTo>
                  <a:cubicBezTo>
                    <a:pt x="96586" y="11531"/>
                    <a:pt x="96627" y="11545"/>
                    <a:pt x="96690" y="11581"/>
                  </a:cubicBezTo>
                  <a:lnTo>
                    <a:pt x="96872" y="11581"/>
                  </a:lnTo>
                  <a:cubicBezTo>
                    <a:pt x="96994" y="11581"/>
                    <a:pt x="97085" y="11611"/>
                    <a:pt x="97206" y="11672"/>
                  </a:cubicBezTo>
                  <a:lnTo>
                    <a:pt x="97298" y="11733"/>
                  </a:lnTo>
                  <a:cubicBezTo>
                    <a:pt x="97298" y="11763"/>
                    <a:pt x="97237" y="11824"/>
                    <a:pt x="97206" y="11824"/>
                  </a:cubicBezTo>
                  <a:cubicBezTo>
                    <a:pt x="97201" y="11830"/>
                    <a:pt x="97194" y="11832"/>
                    <a:pt x="97185" y="11832"/>
                  </a:cubicBezTo>
                  <a:cubicBezTo>
                    <a:pt x="97144" y="11832"/>
                    <a:pt x="97069" y="11778"/>
                    <a:pt x="96994" y="11703"/>
                  </a:cubicBezTo>
                  <a:lnTo>
                    <a:pt x="96963" y="11703"/>
                  </a:lnTo>
                  <a:lnTo>
                    <a:pt x="96720" y="11794"/>
                  </a:lnTo>
                  <a:cubicBezTo>
                    <a:pt x="96586" y="11844"/>
                    <a:pt x="96452" y="11867"/>
                    <a:pt x="96318" y="11867"/>
                  </a:cubicBezTo>
                  <a:cubicBezTo>
                    <a:pt x="96209" y="11867"/>
                    <a:pt x="96100" y="11852"/>
                    <a:pt x="95991" y="11824"/>
                  </a:cubicBezTo>
                  <a:cubicBezTo>
                    <a:pt x="95930" y="11794"/>
                    <a:pt x="96051" y="11490"/>
                    <a:pt x="95930" y="11459"/>
                  </a:cubicBezTo>
                  <a:cubicBezTo>
                    <a:pt x="95901" y="11452"/>
                    <a:pt x="95874" y="11448"/>
                    <a:pt x="95849" y="11448"/>
                  </a:cubicBezTo>
                  <a:cubicBezTo>
                    <a:pt x="95767" y="11448"/>
                    <a:pt x="95703" y="11488"/>
                    <a:pt x="95656" y="11581"/>
                  </a:cubicBezTo>
                  <a:cubicBezTo>
                    <a:pt x="95656" y="11590"/>
                    <a:pt x="95643" y="11594"/>
                    <a:pt x="95623" y="11594"/>
                  </a:cubicBezTo>
                  <a:cubicBezTo>
                    <a:pt x="95575" y="11594"/>
                    <a:pt x="95486" y="11572"/>
                    <a:pt x="95443" y="11551"/>
                  </a:cubicBezTo>
                  <a:cubicBezTo>
                    <a:pt x="95413" y="11490"/>
                    <a:pt x="95383" y="11399"/>
                    <a:pt x="95413" y="11338"/>
                  </a:cubicBezTo>
                  <a:lnTo>
                    <a:pt x="95413" y="11338"/>
                  </a:lnTo>
                  <a:lnTo>
                    <a:pt x="95322" y="11368"/>
                  </a:lnTo>
                  <a:lnTo>
                    <a:pt x="95018" y="11520"/>
                  </a:lnTo>
                  <a:cubicBezTo>
                    <a:pt x="94744" y="11459"/>
                    <a:pt x="94501" y="11429"/>
                    <a:pt x="94228" y="11429"/>
                  </a:cubicBezTo>
                  <a:cubicBezTo>
                    <a:pt x="94167" y="11490"/>
                    <a:pt x="94136" y="11581"/>
                    <a:pt x="94136" y="11672"/>
                  </a:cubicBezTo>
                  <a:lnTo>
                    <a:pt x="93984" y="11611"/>
                  </a:lnTo>
                  <a:cubicBezTo>
                    <a:pt x="93924" y="11581"/>
                    <a:pt x="93924" y="11490"/>
                    <a:pt x="93893" y="11399"/>
                  </a:cubicBezTo>
                  <a:cubicBezTo>
                    <a:pt x="93832" y="11459"/>
                    <a:pt x="93772" y="11520"/>
                    <a:pt x="93711" y="11581"/>
                  </a:cubicBezTo>
                  <a:cubicBezTo>
                    <a:pt x="93649" y="11643"/>
                    <a:pt x="93671" y="11732"/>
                    <a:pt x="93729" y="11793"/>
                  </a:cubicBezTo>
                  <a:lnTo>
                    <a:pt x="93729" y="11793"/>
                  </a:lnTo>
                  <a:cubicBezTo>
                    <a:pt x="93750" y="11772"/>
                    <a:pt x="93773" y="11753"/>
                    <a:pt x="93802" y="11733"/>
                  </a:cubicBezTo>
                  <a:cubicBezTo>
                    <a:pt x="93832" y="11733"/>
                    <a:pt x="93863" y="11794"/>
                    <a:pt x="93863" y="11855"/>
                  </a:cubicBezTo>
                  <a:lnTo>
                    <a:pt x="94015" y="11855"/>
                  </a:lnTo>
                  <a:lnTo>
                    <a:pt x="94197" y="11794"/>
                  </a:lnTo>
                  <a:cubicBezTo>
                    <a:pt x="94254" y="11786"/>
                    <a:pt x="94311" y="11782"/>
                    <a:pt x="94361" y="11782"/>
                  </a:cubicBezTo>
                  <a:cubicBezTo>
                    <a:pt x="94498" y="11782"/>
                    <a:pt x="94582" y="11810"/>
                    <a:pt x="94471" y="11855"/>
                  </a:cubicBezTo>
                  <a:cubicBezTo>
                    <a:pt x="94427" y="11872"/>
                    <a:pt x="94313" y="11894"/>
                    <a:pt x="94168" y="11918"/>
                  </a:cubicBezTo>
                  <a:lnTo>
                    <a:pt x="94168" y="11918"/>
                  </a:lnTo>
                  <a:cubicBezTo>
                    <a:pt x="94059" y="11901"/>
                    <a:pt x="93948" y="11880"/>
                    <a:pt x="93832" y="11855"/>
                  </a:cubicBezTo>
                  <a:cubicBezTo>
                    <a:pt x="93793" y="11845"/>
                    <a:pt x="93757" y="11822"/>
                    <a:pt x="93729" y="11793"/>
                  </a:cubicBezTo>
                  <a:lnTo>
                    <a:pt x="93729" y="11793"/>
                  </a:lnTo>
                  <a:cubicBezTo>
                    <a:pt x="93685" y="11836"/>
                    <a:pt x="93651" y="11884"/>
                    <a:pt x="93589" y="11946"/>
                  </a:cubicBezTo>
                  <a:lnTo>
                    <a:pt x="93559" y="12007"/>
                  </a:lnTo>
                  <a:cubicBezTo>
                    <a:pt x="93559" y="12007"/>
                    <a:pt x="93560" y="12008"/>
                    <a:pt x="93560" y="12008"/>
                  </a:cubicBezTo>
                  <a:lnTo>
                    <a:pt x="93560" y="12008"/>
                  </a:lnTo>
                  <a:cubicBezTo>
                    <a:pt x="93753" y="11981"/>
                    <a:pt x="93984" y="11948"/>
                    <a:pt x="94168" y="11918"/>
                  </a:cubicBezTo>
                  <a:lnTo>
                    <a:pt x="94168" y="11918"/>
                  </a:lnTo>
                  <a:cubicBezTo>
                    <a:pt x="94318" y="11941"/>
                    <a:pt x="94465" y="11959"/>
                    <a:pt x="94623" y="11976"/>
                  </a:cubicBezTo>
                  <a:lnTo>
                    <a:pt x="94532" y="12037"/>
                  </a:lnTo>
                  <a:lnTo>
                    <a:pt x="94319" y="12128"/>
                  </a:lnTo>
                  <a:cubicBezTo>
                    <a:pt x="94319" y="12010"/>
                    <a:pt x="94246" y="11966"/>
                    <a:pt x="94199" y="11966"/>
                  </a:cubicBezTo>
                  <a:cubicBezTo>
                    <a:pt x="94185" y="11966"/>
                    <a:pt x="94174" y="11969"/>
                    <a:pt x="94167" y="11976"/>
                  </a:cubicBezTo>
                  <a:cubicBezTo>
                    <a:pt x="94167" y="12005"/>
                    <a:pt x="93981" y="12192"/>
                    <a:pt x="93858" y="12192"/>
                  </a:cubicBezTo>
                  <a:cubicBezTo>
                    <a:pt x="93849" y="12192"/>
                    <a:pt x="93840" y="12191"/>
                    <a:pt x="93832" y="12189"/>
                  </a:cubicBezTo>
                  <a:cubicBezTo>
                    <a:pt x="93742" y="12159"/>
                    <a:pt x="93622" y="12069"/>
                    <a:pt x="93560" y="12008"/>
                  </a:cubicBezTo>
                  <a:lnTo>
                    <a:pt x="93560" y="12008"/>
                  </a:lnTo>
                  <a:cubicBezTo>
                    <a:pt x="93375" y="12035"/>
                    <a:pt x="93226" y="12057"/>
                    <a:pt x="93194" y="12067"/>
                  </a:cubicBezTo>
                  <a:cubicBezTo>
                    <a:pt x="93183" y="12070"/>
                    <a:pt x="93175" y="12071"/>
                    <a:pt x="93169" y="12071"/>
                  </a:cubicBezTo>
                  <a:cubicBezTo>
                    <a:pt x="93104" y="12071"/>
                    <a:pt x="93260" y="11940"/>
                    <a:pt x="93316" y="11885"/>
                  </a:cubicBezTo>
                  <a:cubicBezTo>
                    <a:pt x="93373" y="11856"/>
                    <a:pt x="93185" y="11609"/>
                    <a:pt x="93062" y="11609"/>
                  </a:cubicBezTo>
                  <a:cubicBezTo>
                    <a:pt x="93055" y="11609"/>
                    <a:pt x="93049" y="11610"/>
                    <a:pt x="93042" y="11611"/>
                  </a:cubicBezTo>
                  <a:cubicBezTo>
                    <a:pt x="92921" y="11611"/>
                    <a:pt x="92860" y="11490"/>
                    <a:pt x="92890" y="11277"/>
                  </a:cubicBezTo>
                  <a:lnTo>
                    <a:pt x="92921" y="11247"/>
                  </a:lnTo>
                  <a:cubicBezTo>
                    <a:pt x="92981" y="11216"/>
                    <a:pt x="92981" y="11125"/>
                    <a:pt x="92981" y="11095"/>
                  </a:cubicBezTo>
                  <a:lnTo>
                    <a:pt x="92921" y="11034"/>
                  </a:lnTo>
                  <a:cubicBezTo>
                    <a:pt x="92884" y="10997"/>
                    <a:pt x="92839" y="10983"/>
                    <a:pt x="92793" y="10983"/>
                  </a:cubicBezTo>
                  <a:cubicBezTo>
                    <a:pt x="92685" y="10983"/>
                    <a:pt x="92568" y="11061"/>
                    <a:pt x="92525" y="11125"/>
                  </a:cubicBezTo>
                  <a:cubicBezTo>
                    <a:pt x="92519" y="11149"/>
                    <a:pt x="92516" y="11173"/>
                    <a:pt x="92515" y="11196"/>
                  </a:cubicBezTo>
                  <a:lnTo>
                    <a:pt x="92515" y="11196"/>
                  </a:lnTo>
                  <a:cubicBezTo>
                    <a:pt x="92529" y="11194"/>
                    <a:pt x="92542" y="11193"/>
                    <a:pt x="92556" y="11193"/>
                  </a:cubicBezTo>
                  <a:cubicBezTo>
                    <a:pt x="92594" y="11193"/>
                    <a:pt x="92632" y="11201"/>
                    <a:pt x="92677" y="11216"/>
                  </a:cubicBezTo>
                  <a:lnTo>
                    <a:pt x="92677" y="11247"/>
                  </a:lnTo>
                  <a:cubicBezTo>
                    <a:pt x="92677" y="11277"/>
                    <a:pt x="92647" y="11338"/>
                    <a:pt x="92617" y="11338"/>
                  </a:cubicBezTo>
                  <a:lnTo>
                    <a:pt x="92556" y="11338"/>
                  </a:lnTo>
                  <a:cubicBezTo>
                    <a:pt x="92543" y="11321"/>
                    <a:pt x="92532" y="11306"/>
                    <a:pt x="92522" y="11290"/>
                  </a:cubicBezTo>
                  <a:lnTo>
                    <a:pt x="92522" y="11290"/>
                  </a:lnTo>
                  <a:cubicBezTo>
                    <a:pt x="92536" y="11352"/>
                    <a:pt x="92567" y="11410"/>
                    <a:pt x="92617" y="11459"/>
                  </a:cubicBezTo>
                  <a:lnTo>
                    <a:pt x="92434" y="11642"/>
                  </a:lnTo>
                  <a:lnTo>
                    <a:pt x="92039" y="11429"/>
                  </a:lnTo>
                  <a:lnTo>
                    <a:pt x="91796" y="11338"/>
                  </a:lnTo>
                  <a:cubicBezTo>
                    <a:pt x="91674" y="11459"/>
                    <a:pt x="91553" y="11520"/>
                    <a:pt x="91370" y="11551"/>
                  </a:cubicBezTo>
                  <a:lnTo>
                    <a:pt x="91340" y="11520"/>
                  </a:lnTo>
                  <a:lnTo>
                    <a:pt x="91249" y="11429"/>
                  </a:lnTo>
                  <a:cubicBezTo>
                    <a:pt x="91401" y="11277"/>
                    <a:pt x="91614" y="11186"/>
                    <a:pt x="91857" y="11155"/>
                  </a:cubicBezTo>
                  <a:lnTo>
                    <a:pt x="92039" y="11216"/>
                  </a:lnTo>
                  <a:cubicBezTo>
                    <a:pt x="92061" y="11221"/>
                    <a:pt x="92082" y="11223"/>
                    <a:pt x="92100" y="11223"/>
                  </a:cubicBezTo>
                  <a:cubicBezTo>
                    <a:pt x="92191" y="11223"/>
                    <a:pt x="92245" y="11180"/>
                    <a:pt x="92305" y="11180"/>
                  </a:cubicBezTo>
                  <a:cubicBezTo>
                    <a:pt x="92317" y="11180"/>
                    <a:pt x="92330" y="11181"/>
                    <a:pt x="92343" y="11186"/>
                  </a:cubicBezTo>
                  <a:lnTo>
                    <a:pt x="92434" y="11216"/>
                  </a:lnTo>
                  <a:cubicBezTo>
                    <a:pt x="92448" y="11212"/>
                    <a:pt x="92462" y="11208"/>
                    <a:pt x="92474" y="11204"/>
                  </a:cubicBezTo>
                  <a:lnTo>
                    <a:pt x="92474" y="11204"/>
                  </a:lnTo>
                  <a:cubicBezTo>
                    <a:pt x="92487" y="11232"/>
                    <a:pt x="92503" y="11260"/>
                    <a:pt x="92522" y="11290"/>
                  </a:cubicBezTo>
                  <a:lnTo>
                    <a:pt x="92522" y="11290"/>
                  </a:lnTo>
                  <a:cubicBezTo>
                    <a:pt x="92515" y="11260"/>
                    <a:pt x="92513" y="11228"/>
                    <a:pt x="92515" y="11196"/>
                  </a:cubicBezTo>
                  <a:lnTo>
                    <a:pt x="92515" y="11196"/>
                  </a:lnTo>
                  <a:cubicBezTo>
                    <a:pt x="92502" y="11198"/>
                    <a:pt x="92488" y="11201"/>
                    <a:pt x="92474" y="11204"/>
                  </a:cubicBezTo>
                  <a:lnTo>
                    <a:pt x="92474" y="11204"/>
                  </a:lnTo>
                  <a:cubicBezTo>
                    <a:pt x="92445" y="11140"/>
                    <a:pt x="92434" y="11077"/>
                    <a:pt x="92434" y="11004"/>
                  </a:cubicBezTo>
                  <a:lnTo>
                    <a:pt x="92343" y="10943"/>
                  </a:lnTo>
                  <a:lnTo>
                    <a:pt x="92313" y="10912"/>
                  </a:lnTo>
                  <a:cubicBezTo>
                    <a:pt x="92221" y="10943"/>
                    <a:pt x="92130" y="10973"/>
                    <a:pt x="92069" y="11064"/>
                  </a:cubicBezTo>
                  <a:lnTo>
                    <a:pt x="91948" y="11064"/>
                  </a:lnTo>
                  <a:lnTo>
                    <a:pt x="91674" y="11095"/>
                  </a:lnTo>
                  <a:cubicBezTo>
                    <a:pt x="91401" y="10943"/>
                    <a:pt x="91370" y="10791"/>
                    <a:pt x="91614" y="10791"/>
                  </a:cubicBezTo>
                  <a:lnTo>
                    <a:pt x="91917" y="10791"/>
                  </a:lnTo>
                  <a:cubicBezTo>
                    <a:pt x="92009" y="10730"/>
                    <a:pt x="92039" y="10608"/>
                    <a:pt x="92069" y="10517"/>
                  </a:cubicBezTo>
                  <a:lnTo>
                    <a:pt x="92069" y="10426"/>
                  </a:lnTo>
                  <a:cubicBezTo>
                    <a:pt x="92069" y="10365"/>
                    <a:pt x="92039" y="10335"/>
                    <a:pt x="91978" y="10335"/>
                  </a:cubicBezTo>
                  <a:lnTo>
                    <a:pt x="91796" y="10335"/>
                  </a:lnTo>
                  <a:lnTo>
                    <a:pt x="91705" y="10274"/>
                  </a:lnTo>
                  <a:cubicBezTo>
                    <a:pt x="91669" y="10283"/>
                    <a:pt x="91633" y="10287"/>
                    <a:pt x="91599" y="10287"/>
                  </a:cubicBezTo>
                  <a:cubicBezTo>
                    <a:pt x="91515" y="10287"/>
                    <a:pt x="91435" y="10265"/>
                    <a:pt x="91370" y="10244"/>
                  </a:cubicBezTo>
                  <a:lnTo>
                    <a:pt x="91279" y="10213"/>
                  </a:lnTo>
                  <a:lnTo>
                    <a:pt x="91249" y="10213"/>
                  </a:lnTo>
                  <a:cubicBezTo>
                    <a:pt x="91218" y="10213"/>
                    <a:pt x="91006" y="10335"/>
                    <a:pt x="90914" y="10335"/>
                  </a:cubicBezTo>
                  <a:cubicBezTo>
                    <a:pt x="90762" y="10274"/>
                    <a:pt x="90610" y="10274"/>
                    <a:pt x="90458" y="10274"/>
                  </a:cubicBezTo>
                  <a:lnTo>
                    <a:pt x="90307" y="10365"/>
                  </a:lnTo>
                  <a:lnTo>
                    <a:pt x="90276" y="10396"/>
                  </a:lnTo>
                  <a:cubicBezTo>
                    <a:pt x="90185" y="10365"/>
                    <a:pt x="90215" y="10274"/>
                    <a:pt x="90337" y="10183"/>
                  </a:cubicBezTo>
                  <a:lnTo>
                    <a:pt x="90458" y="10183"/>
                  </a:lnTo>
                  <a:cubicBezTo>
                    <a:pt x="90489" y="10152"/>
                    <a:pt x="90337" y="10122"/>
                    <a:pt x="90307" y="10122"/>
                  </a:cubicBezTo>
                  <a:cubicBezTo>
                    <a:pt x="90246" y="10092"/>
                    <a:pt x="90246" y="10031"/>
                    <a:pt x="90246" y="10000"/>
                  </a:cubicBezTo>
                  <a:cubicBezTo>
                    <a:pt x="90276" y="9970"/>
                    <a:pt x="90215" y="9970"/>
                    <a:pt x="90124" y="9970"/>
                  </a:cubicBezTo>
                  <a:lnTo>
                    <a:pt x="90124" y="10000"/>
                  </a:lnTo>
                  <a:lnTo>
                    <a:pt x="90094" y="10061"/>
                  </a:lnTo>
                  <a:cubicBezTo>
                    <a:pt x="90094" y="10082"/>
                    <a:pt x="90078" y="10090"/>
                    <a:pt x="90053" y="10090"/>
                  </a:cubicBezTo>
                  <a:cubicBezTo>
                    <a:pt x="89966" y="10090"/>
                    <a:pt x="89762" y="9994"/>
                    <a:pt x="89668" y="9970"/>
                  </a:cubicBezTo>
                  <a:cubicBezTo>
                    <a:pt x="89648" y="9966"/>
                    <a:pt x="89628" y="9964"/>
                    <a:pt x="89608" y="9964"/>
                  </a:cubicBezTo>
                  <a:cubicBezTo>
                    <a:pt x="89478" y="9964"/>
                    <a:pt x="89356" y="10047"/>
                    <a:pt x="89303" y="10152"/>
                  </a:cubicBezTo>
                  <a:lnTo>
                    <a:pt x="89182" y="10244"/>
                  </a:lnTo>
                  <a:lnTo>
                    <a:pt x="89091" y="10304"/>
                  </a:lnTo>
                  <a:cubicBezTo>
                    <a:pt x="89013" y="10281"/>
                    <a:pt x="88928" y="10246"/>
                    <a:pt x="88845" y="10206"/>
                  </a:cubicBezTo>
                  <a:lnTo>
                    <a:pt x="88845" y="10206"/>
                  </a:lnTo>
                  <a:cubicBezTo>
                    <a:pt x="88832" y="10229"/>
                    <a:pt x="88813" y="10244"/>
                    <a:pt x="88787" y="10244"/>
                  </a:cubicBezTo>
                  <a:cubicBezTo>
                    <a:pt x="88780" y="10247"/>
                    <a:pt x="88774" y="10248"/>
                    <a:pt x="88769" y="10248"/>
                  </a:cubicBezTo>
                  <a:cubicBezTo>
                    <a:pt x="88741" y="10248"/>
                    <a:pt x="88722" y="10213"/>
                    <a:pt x="88710" y="10159"/>
                  </a:cubicBezTo>
                  <a:lnTo>
                    <a:pt x="88710" y="10159"/>
                  </a:lnTo>
                  <a:cubicBezTo>
                    <a:pt x="88723" y="10158"/>
                    <a:pt x="88737" y="10157"/>
                    <a:pt x="88750" y="10156"/>
                  </a:cubicBezTo>
                  <a:lnTo>
                    <a:pt x="88750" y="10156"/>
                  </a:lnTo>
                  <a:cubicBezTo>
                    <a:pt x="88735" y="10148"/>
                    <a:pt x="88719" y="10139"/>
                    <a:pt x="88704" y="10130"/>
                  </a:cubicBezTo>
                  <a:lnTo>
                    <a:pt x="88704" y="10130"/>
                  </a:lnTo>
                  <a:cubicBezTo>
                    <a:pt x="88699" y="10093"/>
                    <a:pt x="88696" y="10048"/>
                    <a:pt x="88696" y="10000"/>
                  </a:cubicBezTo>
                  <a:lnTo>
                    <a:pt x="88600" y="10064"/>
                  </a:lnTo>
                  <a:lnTo>
                    <a:pt x="88600" y="10064"/>
                  </a:lnTo>
                  <a:cubicBezTo>
                    <a:pt x="88481" y="9983"/>
                    <a:pt x="88410" y="9907"/>
                    <a:pt x="88452" y="9879"/>
                  </a:cubicBezTo>
                  <a:cubicBezTo>
                    <a:pt x="88507" y="9825"/>
                    <a:pt x="88658" y="9722"/>
                    <a:pt x="88711" y="9722"/>
                  </a:cubicBezTo>
                  <a:cubicBezTo>
                    <a:pt x="88718" y="9722"/>
                    <a:pt x="88723" y="9724"/>
                    <a:pt x="88726" y="9727"/>
                  </a:cubicBezTo>
                  <a:cubicBezTo>
                    <a:pt x="88787" y="9788"/>
                    <a:pt x="88848" y="9879"/>
                    <a:pt x="88878" y="10000"/>
                  </a:cubicBezTo>
                  <a:cubicBezTo>
                    <a:pt x="88878" y="10032"/>
                    <a:pt x="88878" y="10098"/>
                    <a:pt x="88865" y="10153"/>
                  </a:cubicBezTo>
                  <a:lnTo>
                    <a:pt x="88865" y="10153"/>
                  </a:lnTo>
                  <a:cubicBezTo>
                    <a:pt x="88900" y="10152"/>
                    <a:pt x="88934" y="10152"/>
                    <a:pt x="88969" y="10152"/>
                  </a:cubicBezTo>
                  <a:lnTo>
                    <a:pt x="88969" y="10122"/>
                  </a:lnTo>
                  <a:lnTo>
                    <a:pt x="88969" y="10000"/>
                  </a:lnTo>
                  <a:cubicBezTo>
                    <a:pt x="89000" y="9848"/>
                    <a:pt x="89060" y="9727"/>
                    <a:pt x="89151" y="9666"/>
                  </a:cubicBezTo>
                  <a:cubicBezTo>
                    <a:pt x="89163" y="9661"/>
                    <a:pt x="89174" y="9658"/>
                    <a:pt x="89185" y="9658"/>
                  </a:cubicBezTo>
                  <a:cubicBezTo>
                    <a:pt x="89234" y="9658"/>
                    <a:pt x="89279" y="9708"/>
                    <a:pt x="89303" y="9757"/>
                  </a:cubicBezTo>
                  <a:lnTo>
                    <a:pt x="89395" y="9696"/>
                  </a:lnTo>
                  <a:cubicBezTo>
                    <a:pt x="89425" y="9666"/>
                    <a:pt x="89425" y="9605"/>
                    <a:pt x="89486" y="9605"/>
                  </a:cubicBezTo>
                  <a:lnTo>
                    <a:pt x="89607" y="9575"/>
                  </a:lnTo>
                  <a:cubicBezTo>
                    <a:pt x="89759" y="9545"/>
                    <a:pt x="89942" y="9453"/>
                    <a:pt x="90033" y="9423"/>
                  </a:cubicBezTo>
                  <a:lnTo>
                    <a:pt x="90124" y="9514"/>
                  </a:lnTo>
                  <a:cubicBezTo>
                    <a:pt x="90165" y="9514"/>
                    <a:pt x="90219" y="9528"/>
                    <a:pt x="90268" y="9528"/>
                  </a:cubicBezTo>
                  <a:cubicBezTo>
                    <a:pt x="90293" y="9528"/>
                    <a:pt x="90317" y="9524"/>
                    <a:pt x="90337" y="9514"/>
                  </a:cubicBezTo>
                  <a:lnTo>
                    <a:pt x="90458" y="9514"/>
                  </a:lnTo>
                  <a:cubicBezTo>
                    <a:pt x="90550" y="9529"/>
                    <a:pt x="90641" y="9537"/>
                    <a:pt x="90732" y="9537"/>
                  </a:cubicBezTo>
                  <a:cubicBezTo>
                    <a:pt x="90823" y="9537"/>
                    <a:pt x="90914" y="9529"/>
                    <a:pt x="91006" y="9514"/>
                  </a:cubicBezTo>
                  <a:cubicBezTo>
                    <a:pt x="91092" y="9493"/>
                    <a:pt x="91162" y="9471"/>
                    <a:pt x="91239" y="9471"/>
                  </a:cubicBezTo>
                  <a:cubicBezTo>
                    <a:pt x="91271" y="9471"/>
                    <a:pt x="91304" y="9475"/>
                    <a:pt x="91340" y="9484"/>
                  </a:cubicBezTo>
                  <a:cubicBezTo>
                    <a:pt x="91462" y="9514"/>
                    <a:pt x="91583" y="9545"/>
                    <a:pt x="91735" y="9575"/>
                  </a:cubicBezTo>
                  <a:cubicBezTo>
                    <a:pt x="91766" y="9560"/>
                    <a:pt x="91804" y="9552"/>
                    <a:pt x="91845" y="9552"/>
                  </a:cubicBezTo>
                  <a:cubicBezTo>
                    <a:pt x="91887" y="9552"/>
                    <a:pt x="91933" y="9560"/>
                    <a:pt x="91978" y="9575"/>
                  </a:cubicBezTo>
                  <a:lnTo>
                    <a:pt x="92009" y="9575"/>
                  </a:lnTo>
                  <a:lnTo>
                    <a:pt x="92221" y="9423"/>
                  </a:lnTo>
                  <a:cubicBezTo>
                    <a:pt x="92434" y="9514"/>
                    <a:pt x="92647" y="9575"/>
                    <a:pt x="92708" y="9575"/>
                  </a:cubicBezTo>
                  <a:lnTo>
                    <a:pt x="92738" y="9575"/>
                  </a:lnTo>
                  <a:lnTo>
                    <a:pt x="92890" y="9453"/>
                  </a:lnTo>
                  <a:cubicBezTo>
                    <a:pt x="92966" y="9484"/>
                    <a:pt x="93042" y="9499"/>
                    <a:pt x="93122" y="9499"/>
                  </a:cubicBezTo>
                  <a:cubicBezTo>
                    <a:pt x="93202" y="9499"/>
                    <a:pt x="93285" y="9484"/>
                    <a:pt x="93376" y="9453"/>
                  </a:cubicBezTo>
                  <a:lnTo>
                    <a:pt x="93528" y="9545"/>
                  </a:lnTo>
                  <a:cubicBezTo>
                    <a:pt x="93533" y="9549"/>
                    <a:pt x="93540" y="9551"/>
                    <a:pt x="93549" y="9551"/>
                  </a:cubicBezTo>
                  <a:cubicBezTo>
                    <a:pt x="93576" y="9551"/>
                    <a:pt x="93621" y="9533"/>
                    <a:pt x="93668" y="9533"/>
                  </a:cubicBezTo>
                  <a:cubicBezTo>
                    <a:pt x="93703" y="9533"/>
                    <a:pt x="93739" y="9543"/>
                    <a:pt x="93772" y="9575"/>
                  </a:cubicBezTo>
                  <a:cubicBezTo>
                    <a:pt x="93772" y="9575"/>
                    <a:pt x="93962" y="9469"/>
                    <a:pt x="94095" y="9469"/>
                  </a:cubicBezTo>
                  <a:cubicBezTo>
                    <a:pt x="94122" y="9469"/>
                    <a:pt x="94147" y="9474"/>
                    <a:pt x="94167" y="9484"/>
                  </a:cubicBezTo>
                  <a:cubicBezTo>
                    <a:pt x="94192" y="9501"/>
                    <a:pt x="94220" y="9508"/>
                    <a:pt x="94248" y="9508"/>
                  </a:cubicBezTo>
                  <a:cubicBezTo>
                    <a:pt x="94319" y="9508"/>
                    <a:pt x="94388" y="9458"/>
                    <a:pt x="94410" y="9393"/>
                  </a:cubicBezTo>
                  <a:cubicBezTo>
                    <a:pt x="94562" y="9423"/>
                    <a:pt x="94653" y="9453"/>
                    <a:pt x="94775" y="9514"/>
                  </a:cubicBezTo>
                  <a:cubicBezTo>
                    <a:pt x="94791" y="9522"/>
                    <a:pt x="94806" y="9525"/>
                    <a:pt x="94821" y="9525"/>
                  </a:cubicBezTo>
                  <a:cubicBezTo>
                    <a:pt x="94889" y="9525"/>
                    <a:pt x="94950" y="9458"/>
                    <a:pt x="95015" y="9458"/>
                  </a:cubicBezTo>
                  <a:cubicBezTo>
                    <a:pt x="95045" y="9458"/>
                    <a:pt x="95076" y="9472"/>
                    <a:pt x="95109" y="9514"/>
                  </a:cubicBezTo>
                  <a:cubicBezTo>
                    <a:pt x="95231" y="9453"/>
                    <a:pt x="95322" y="9393"/>
                    <a:pt x="95443" y="9301"/>
                  </a:cubicBezTo>
                  <a:lnTo>
                    <a:pt x="95717" y="9301"/>
                  </a:lnTo>
                  <a:cubicBezTo>
                    <a:pt x="95899" y="9271"/>
                    <a:pt x="96051" y="9210"/>
                    <a:pt x="96203" y="9119"/>
                  </a:cubicBezTo>
                  <a:cubicBezTo>
                    <a:pt x="96264" y="9058"/>
                    <a:pt x="96203" y="8997"/>
                    <a:pt x="96082" y="8997"/>
                  </a:cubicBezTo>
                  <a:lnTo>
                    <a:pt x="96112" y="8845"/>
                  </a:lnTo>
                  <a:lnTo>
                    <a:pt x="96142" y="8724"/>
                  </a:lnTo>
                  <a:cubicBezTo>
                    <a:pt x="96142" y="8572"/>
                    <a:pt x="96082" y="8420"/>
                    <a:pt x="96021" y="8298"/>
                  </a:cubicBezTo>
                  <a:lnTo>
                    <a:pt x="96112" y="8207"/>
                  </a:lnTo>
                  <a:lnTo>
                    <a:pt x="96173" y="8146"/>
                  </a:lnTo>
                  <a:cubicBezTo>
                    <a:pt x="96203" y="8086"/>
                    <a:pt x="96325" y="7903"/>
                    <a:pt x="96325" y="7873"/>
                  </a:cubicBezTo>
                  <a:cubicBezTo>
                    <a:pt x="96325" y="7812"/>
                    <a:pt x="96416" y="7721"/>
                    <a:pt x="96538" y="7660"/>
                  </a:cubicBezTo>
                  <a:lnTo>
                    <a:pt x="96629" y="7599"/>
                  </a:lnTo>
                  <a:cubicBezTo>
                    <a:pt x="96720" y="7417"/>
                    <a:pt x="96781" y="7265"/>
                    <a:pt x="96811" y="7082"/>
                  </a:cubicBezTo>
                  <a:lnTo>
                    <a:pt x="96720" y="6991"/>
                  </a:lnTo>
                  <a:cubicBezTo>
                    <a:pt x="96750" y="6900"/>
                    <a:pt x="96842" y="6809"/>
                    <a:pt x="96933" y="6779"/>
                  </a:cubicBezTo>
                  <a:lnTo>
                    <a:pt x="97054" y="6779"/>
                  </a:lnTo>
                  <a:cubicBezTo>
                    <a:pt x="97115" y="6718"/>
                    <a:pt x="97024" y="6657"/>
                    <a:pt x="96994" y="6627"/>
                  </a:cubicBezTo>
                  <a:cubicBezTo>
                    <a:pt x="96963" y="6596"/>
                    <a:pt x="97237" y="6323"/>
                    <a:pt x="97358" y="6231"/>
                  </a:cubicBezTo>
                  <a:cubicBezTo>
                    <a:pt x="97480" y="6110"/>
                    <a:pt x="97450" y="5988"/>
                    <a:pt x="97419" y="5958"/>
                  </a:cubicBezTo>
                  <a:cubicBezTo>
                    <a:pt x="97358" y="5958"/>
                    <a:pt x="97358" y="5836"/>
                    <a:pt x="97419" y="5715"/>
                  </a:cubicBezTo>
                  <a:lnTo>
                    <a:pt x="97510" y="5654"/>
                  </a:lnTo>
                  <a:lnTo>
                    <a:pt x="97571" y="5593"/>
                  </a:lnTo>
                  <a:cubicBezTo>
                    <a:pt x="97693" y="5563"/>
                    <a:pt x="97753" y="5350"/>
                    <a:pt x="97693" y="5350"/>
                  </a:cubicBezTo>
                  <a:cubicBezTo>
                    <a:pt x="97632" y="5320"/>
                    <a:pt x="97571" y="5289"/>
                    <a:pt x="97510" y="5259"/>
                  </a:cubicBezTo>
                  <a:cubicBezTo>
                    <a:pt x="97510" y="5255"/>
                    <a:pt x="97509" y="5253"/>
                    <a:pt x="97506" y="5253"/>
                  </a:cubicBezTo>
                  <a:cubicBezTo>
                    <a:pt x="97486" y="5253"/>
                    <a:pt x="97407" y="5336"/>
                    <a:pt x="97328" y="5441"/>
                  </a:cubicBezTo>
                  <a:lnTo>
                    <a:pt x="97146" y="5350"/>
                  </a:lnTo>
                  <a:lnTo>
                    <a:pt x="97054" y="5289"/>
                  </a:lnTo>
                  <a:cubicBezTo>
                    <a:pt x="97115" y="5228"/>
                    <a:pt x="96872" y="5107"/>
                    <a:pt x="96750" y="5046"/>
                  </a:cubicBezTo>
                  <a:cubicBezTo>
                    <a:pt x="96629" y="5016"/>
                    <a:pt x="96902" y="4924"/>
                    <a:pt x="96994" y="4924"/>
                  </a:cubicBezTo>
                  <a:cubicBezTo>
                    <a:pt x="97010" y="4916"/>
                    <a:pt x="97048" y="4912"/>
                    <a:pt x="97096" y="4912"/>
                  </a:cubicBezTo>
                  <a:cubicBezTo>
                    <a:pt x="97226" y="4912"/>
                    <a:pt x="97427" y="4941"/>
                    <a:pt x="97450" y="4985"/>
                  </a:cubicBezTo>
                  <a:cubicBezTo>
                    <a:pt x="97461" y="5021"/>
                    <a:pt x="97483" y="5038"/>
                    <a:pt x="97508" y="5038"/>
                  </a:cubicBezTo>
                  <a:cubicBezTo>
                    <a:pt x="97547" y="5038"/>
                    <a:pt x="97595" y="4998"/>
                    <a:pt x="97632" y="4924"/>
                  </a:cubicBezTo>
                  <a:lnTo>
                    <a:pt x="97784" y="5016"/>
                  </a:lnTo>
                  <a:cubicBezTo>
                    <a:pt x="97784" y="5016"/>
                    <a:pt x="97784" y="5046"/>
                    <a:pt x="97814" y="5046"/>
                  </a:cubicBezTo>
                  <a:cubicBezTo>
                    <a:pt x="97852" y="5071"/>
                    <a:pt x="97869" y="5086"/>
                    <a:pt x="97884" y="5086"/>
                  </a:cubicBezTo>
                  <a:cubicBezTo>
                    <a:pt x="97906" y="5086"/>
                    <a:pt x="97925" y="5056"/>
                    <a:pt x="97997" y="4985"/>
                  </a:cubicBezTo>
                  <a:lnTo>
                    <a:pt x="98088" y="4924"/>
                  </a:lnTo>
                  <a:cubicBezTo>
                    <a:pt x="98179" y="4894"/>
                    <a:pt x="98240" y="4803"/>
                    <a:pt x="98209" y="4712"/>
                  </a:cubicBezTo>
                  <a:lnTo>
                    <a:pt x="98179" y="4681"/>
                  </a:lnTo>
                  <a:lnTo>
                    <a:pt x="98057" y="4529"/>
                  </a:lnTo>
                  <a:cubicBezTo>
                    <a:pt x="98057" y="4408"/>
                    <a:pt x="98057" y="4286"/>
                    <a:pt x="98057" y="4165"/>
                  </a:cubicBezTo>
                  <a:cubicBezTo>
                    <a:pt x="98027" y="4165"/>
                    <a:pt x="97723" y="4104"/>
                    <a:pt x="97662" y="4013"/>
                  </a:cubicBezTo>
                  <a:cubicBezTo>
                    <a:pt x="97480" y="3891"/>
                    <a:pt x="97298" y="3769"/>
                    <a:pt x="97085" y="3709"/>
                  </a:cubicBezTo>
                  <a:cubicBezTo>
                    <a:pt x="96902" y="3709"/>
                    <a:pt x="96720" y="3678"/>
                    <a:pt x="96538" y="3648"/>
                  </a:cubicBezTo>
                  <a:cubicBezTo>
                    <a:pt x="96416" y="3587"/>
                    <a:pt x="96294" y="3496"/>
                    <a:pt x="96203" y="3405"/>
                  </a:cubicBezTo>
                  <a:lnTo>
                    <a:pt x="96264" y="3313"/>
                  </a:lnTo>
                  <a:cubicBezTo>
                    <a:pt x="96355" y="3222"/>
                    <a:pt x="96416" y="3131"/>
                    <a:pt x="96477" y="3040"/>
                  </a:cubicBezTo>
                  <a:cubicBezTo>
                    <a:pt x="96507" y="2979"/>
                    <a:pt x="96477" y="2918"/>
                    <a:pt x="96446" y="2857"/>
                  </a:cubicBezTo>
                  <a:cubicBezTo>
                    <a:pt x="96416" y="2812"/>
                    <a:pt x="96386" y="2789"/>
                    <a:pt x="96351" y="2789"/>
                  </a:cubicBezTo>
                  <a:cubicBezTo>
                    <a:pt x="96317" y="2789"/>
                    <a:pt x="96279" y="2812"/>
                    <a:pt x="96234" y="2857"/>
                  </a:cubicBezTo>
                  <a:cubicBezTo>
                    <a:pt x="96207" y="2875"/>
                    <a:pt x="96188" y="2883"/>
                    <a:pt x="96174" y="2883"/>
                  </a:cubicBezTo>
                  <a:cubicBezTo>
                    <a:pt x="96140" y="2883"/>
                    <a:pt x="96134" y="2840"/>
                    <a:pt x="96112" y="2797"/>
                  </a:cubicBezTo>
                  <a:cubicBezTo>
                    <a:pt x="96082" y="2766"/>
                    <a:pt x="96051" y="2736"/>
                    <a:pt x="95991" y="2736"/>
                  </a:cubicBezTo>
                  <a:cubicBezTo>
                    <a:pt x="95899" y="2736"/>
                    <a:pt x="95778" y="2766"/>
                    <a:pt x="95747" y="2827"/>
                  </a:cubicBezTo>
                  <a:lnTo>
                    <a:pt x="95626" y="3070"/>
                  </a:lnTo>
                  <a:cubicBezTo>
                    <a:pt x="95474" y="3009"/>
                    <a:pt x="95413" y="2857"/>
                    <a:pt x="95443" y="2736"/>
                  </a:cubicBezTo>
                  <a:cubicBezTo>
                    <a:pt x="95474" y="2645"/>
                    <a:pt x="95535" y="2554"/>
                    <a:pt x="95565" y="2493"/>
                  </a:cubicBezTo>
                  <a:lnTo>
                    <a:pt x="95443" y="2493"/>
                  </a:lnTo>
                  <a:cubicBezTo>
                    <a:pt x="95383" y="2493"/>
                    <a:pt x="95352" y="2554"/>
                    <a:pt x="95322" y="2584"/>
                  </a:cubicBezTo>
                  <a:cubicBezTo>
                    <a:pt x="95261" y="2584"/>
                    <a:pt x="95261" y="2645"/>
                    <a:pt x="95261" y="2645"/>
                  </a:cubicBezTo>
                  <a:lnTo>
                    <a:pt x="95079" y="2584"/>
                  </a:lnTo>
                  <a:cubicBezTo>
                    <a:pt x="95062" y="2581"/>
                    <a:pt x="95045" y="2580"/>
                    <a:pt x="95027" y="2580"/>
                  </a:cubicBezTo>
                  <a:cubicBezTo>
                    <a:pt x="94848" y="2580"/>
                    <a:pt x="94614" y="2708"/>
                    <a:pt x="94532" y="2736"/>
                  </a:cubicBezTo>
                  <a:cubicBezTo>
                    <a:pt x="94349" y="2706"/>
                    <a:pt x="94197" y="2645"/>
                    <a:pt x="94045" y="2554"/>
                  </a:cubicBezTo>
                  <a:cubicBezTo>
                    <a:pt x="94012" y="2542"/>
                    <a:pt x="93974" y="2535"/>
                    <a:pt x="93937" y="2535"/>
                  </a:cubicBezTo>
                  <a:cubicBezTo>
                    <a:pt x="93873" y="2535"/>
                    <a:pt x="93810" y="2557"/>
                    <a:pt x="93772" y="2614"/>
                  </a:cubicBezTo>
                  <a:cubicBezTo>
                    <a:pt x="93765" y="2618"/>
                    <a:pt x="93758" y="2619"/>
                    <a:pt x="93752" y="2619"/>
                  </a:cubicBezTo>
                  <a:cubicBezTo>
                    <a:pt x="93698" y="2619"/>
                    <a:pt x="93650" y="2517"/>
                    <a:pt x="93650" y="2462"/>
                  </a:cubicBezTo>
                  <a:cubicBezTo>
                    <a:pt x="93650" y="2455"/>
                    <a:pt x="93647" y="2451"/>
                    <a:pt x="93641" y="2451"/>
                  </a:cubicBezTo>
                  <a:cubicBezTo>
                    <a:pt x="93621" y="2451"/>
                    <a:pt x="93575" y="2491"/>
                    <a:pt x="93528" y="2584"/>
                  </a:cubicBezTo>
                  <a:lnTo>
                    <a:pt x="93255" y="2584"/>
                  </a:lnTo>
                  <a:cubicBezTo>
                    <a:pt x="93133" y="2706"/>
                    <a:pt x="92860" y="3009"/>
                    <a:pt x="92921" y="3101"/>
                  </a:cubicBezTo>
                  <a:cubicBezTo>
                    <a:pt x="92956" y="3136"/>
                    <a:pt x="92898" y="3151"/>
                    <a:pt x="92831" y="3151"/>
                  </a:cubicBezTo>
                  <a:cubicBezTo>
                    <a:pt x="92784" y="3151"/>
                    <a:pt x="92733" y="3144"/>
                    <a:pt x="92708" y="3131"/>
                  </a:cubicBezTo>
                  <a:cubicBezTo>
                    <a:pt x="92681" y="3122"/>
                    <a:pt x="92654" y="3118"/>
                    <a:pt x="92628" y="3118"/>
                  </a:cubicBezTo>
                  <a:cubicBezTo>
                    <a:pt x="92566" y="3118"/>
                    <a:pt x="92508" y="3140"/>
                    <a:pt x="92465" y="3161"/>
                  </a:cubicBezTo>
                  <a:cubicBezTo>
                    <a:pt x="92313" y="3161"/>
                    <a:pt x="92191" y="3131"/>
                    <a:pt x="92069" y="3070"/>
                  </a:cubicBezTo>
                  <a:cubicBezTo>
                    <a:pt x="92009" y="3009"/>
                    <a:pt x="91917" y="2888"/>
                    <a:pt x="91917" y="2827"/>
                  </a:cubicBezTo>
                  <a:cubicBezTo>
                    <a:pt x="91917" y="2797"/>
                    <a:pt x="92161" y="2706"/>
                    <a:pt x="92252" y="2706"/>
                  </a:cubicBezTo>
                  <a:cubicBezTo>
                    <a:pt x="92313" y="2706"/>
                    <a:pt x="92221" y="2614"/>
                    <a:pt x="92039" y="2523"/>
                  </a:cubicBezTo>
                  <a:lnTo>
                    <a:pt x="91978" y="2523"/>
                  </a:lnTo>
                  <a:cubicBezTo>
                    <a:pt x="91961" y="2517"/>
                    <a:pt x="91947" y="2515"/>
                    <a:pt x="91935" y="2515"/>
                  </a:cubicBezTo>
                  <a:cubicBezTo>
                    <a:pt x="91887" y="2515"/>
                    <a:pt x="91887" y="2559"/>
                    <a:pt x="91887" y="2584"/>
                  </a:cubicBezTo>
                  <a:cubicBezTo>
                    <a:pt x="91917" y="2584"/>
                    <a:pt x="91826" y="2614"/>
                    <a:pt x="91796" y="2614"/>
                  </a:cubicBezTo>
                  <a:cubicBezTo>
                    <a:pt x="91766" y="2614"/>
                    <a:pt x="91674" y="2432"/>
                    <a:pt x="91583" y="2432"/>
                  </a:cubicBezTo>
                  <a:cubicBezTo>
                    <a:pt x="91492" y="2432"/>
                    <a:pt x="91522" y="2402"/>
                    <a:pt x="91583" y="2371"/>
                  </a:cubicBezTo>
                  <a:cubicBezTo>
                    <a:pt x="91644" y="2371"/>
                    <a:pt x="90945" y="2280"/>
                    <a:pt x="90914" y="2250"/>
                  </a:cubicBezTo>
                  <a:cubicBezTo>
                    <a:pt x="90884" y="2219"/>
                    <a:pt x="90914" y="2128"/>
                    <a:pt x="90945" y="2098"/>
                  </a:cubicBezTo>
                  <a:cubicBezTo>
                    <a:pt x="90975" y="2067"/>
                    <a:pt x="90975" y="2037"/>
                    <a:pt x="90914" y="2006"/>
                  </a:cubicBezTo>
                  <a:lnTo>
                    <a:pt x="90884" y="1976"/>
                  </a:lnTo>
                  <a:lnTo>
                    <a:pt x="90854" y="1946"/>
                  </a:lnTo>
                  <a:cubicBezTo>
                    <a:pt x="90793" y="1915"/>
                    <a:pt x="90975" y="1763"/>
                    <a:pt x="91036" y="1733"/>
                  </a:cubicBezTo>
                  <a:cubicBezTo>
                    <a:pt x="91043" y="1726"/>
                    <a:pt x="91051" y="1723"/>
                    <a:pt x="91060" y="1723"/>
                  </a:cubicBezTo>
                  <a:cubicBezTo>
                    <a:pt x="91134" y="1723"/>
                    <a:pt x="91276" y="1922"/>
                    <a:pt x="91249" y="1976"/>
                  </a:cubicBezTo>
                  <a:cubicBezTo>
                    <a:pt x="91249" y="2067"/>
                    <a:pt x="91279" y="2128"/>
                    <a:pt x="91279" y="2128"/>
                  </a:cubicBezTo>
                  <a:cubicBezTo>
                    <a:pt x="91370" y="2067"/>
                    <a:pt x="91462" y="2006"/>
                    <a:pt x="91522" y="1915"/>
                  </a:cubicBezTo>
                  <a:lnTo>
                    <a:pt x="91614" y="1885"/>
                  </a:lnTo>
                  <a:cubicBezTo>
                    <a:pt x="91674" y="1794"/>
                    <a:pt x="91705" y="1702"/>
                    <a:pt x="91735" y="1581"/>
                  </a:cubicBezTo>
                  <a:cubicBezTo>
                    <a:pt x="91705" y="1520"/>
                    <a:pt x="91674" y="1429"/>
                    <a:pt x="91644" y="1368"/>
                  </a:cubicBezTo>
                  <a:cubicBezTo>
                    <a:pt x="91614" y="1277"/>
                    <a:pt x="91279" y="1247"/>
                    <a:pt x="91279" y="1186"/>
                  </a:cubicBezTo>
                  <a:cubicBezTo>
                    <a:pt x="91257" y="1141"/>
                    <a:pt x="91349" y="1113"/>
                    <a:pt x="91495" y="1113"/>
                  </a:cubicBezTo>
                  <a:cubicBezTo>
                    <a:pt x="91548" y="1113"/>
                    <a:pt x="91609" y="1117"/>
                    <a:pt x="91674" y="1125"/>
                  </a:cubicBezTo>
                  <a:lnTo>
                    <a:pt x="91887" y="1125"/>
                  </a:lnTo>
                  <a:cubicBezTo>
                    <a:pt x="91891" y="1129"/>
                    <a:pt x="91897" y="1131"/>
                    <a:pt x="91903" y="1131"/>
                  </a:cubicBezTo>
                  <a:cubicBezTo>
                    <a:pt x="91941" y="1131"/>
                    <a:pt x="92009" y="1060"/>
                    <a:pt x="92009" y="1034"/>
                  </a:cubicBezTo>
                  <a:lnTo>
                    <a:pt x="92009" y="943"/>
                  </a:lnTo>
                  <a:cubicBezTo>
                    <a:pt x="92009" y="821"/>
                    <a:pt x="91857" y="639"/>
                    <a:pt x="91766" y="639"/>
                  </a:cubicBezTo>
                  <a:cubicBezTo>
                    <a:pt x="91705" y="669"/>
                    <a:pt x="91614" y="791"/>
                    <a:pt x="91674" y="821"/>
                  </a:cubicBezTo>
                  <a:cubicBezTo>
                    <a:pt x="91705" y="821"/>
                    <a:pt x="91705" y="912"/>
                    <a:pt x="91705" y="943"/>
                  </a:cubicBezTo>
                  <a:cubicBezTo>
                    <a:pt x="91705" y="1003"/>
                    <a:pt x="91644" y="1034"/>
                    <a:pt x="91553" y="1034"/>
                  </a:cubicBezTo>
                  <a:cubicBezTo>
                    <a:pt x="91535" y="945"/>
                    <a:pt x="91497" y="898"/>
                    <a:pt x="91438" y="898"/>
                  </a:cubicBezTo>
                  <a:cubicBezTo>
                    <a:pt x="91395" y="898"/>
                    <a:pt x="91343" y="922"/>
                    <a:pt x="91279" y="973"/>
                  </a:cubicBezTo>
                  <a:lnTo>
                    <a:pt x="91249" y="973"/>
                  </a:lnTo>
                  <a:cubicBezTo>
                    <a:pt x="91188" y="973"/>
                    <a:pt x="91158" y="943"/>
                    <a:pt x="91127" y="882"/>
                  </a:cubicBezTo>
                  <a:lnTo>
                    <a:pt x="91127" y="821"/>
                  </a:lnTo>
                  <a:cubicBezTo>
                    <a:pt x="91158" y="791"/>
                    <a:pt x="91188" y="730"/>
                    <a:pt x="91188" y="699"/>
                  </a:cubicBezTo>
                  <a:cubicBezTo>
                    <a:pt x="91127" y="608"/>
                    <a:pt x="91036" y="547"/>
                    <a:pt x="90945" y="487"/>
                  </a:cubicBezTo>
                  <a:cubicBezTo>
                    <a:pt x="90914" y="517"/>
                    <a:pt x="90884" y="578"/>
                    <a:pt x="90884" y="639"/>
                  </a:cubicBezTo>
                  <a:cubicBezTo>
                    <a:pt x="90882" y="640"/>
                    <a:pt x="90881" y="641"/>
                    <a:pt x="90878" y="641"/>
                  </a:cubicBezTo>
                  <a:cubicBezTo>
                    <a:pt x="90838" y="641"/>
                    <a:pt x="90695" y="394"/>
                    <a:pt x="90580" y="365"/>
                  </a:cubicBezTo>
                  <a:cubicBezTo>
                    <a:pt x="90568" y="362"/>
                    <a:pt x="90555" y="360"/>
                    <a:pt x="90543" y="360"/>
                  </a:cubicBezTo>
                  <a:cubicBezTo>
                    <a:pt x="90434" y="360"/>
                    <a:pt x="90334" y="475"/>
                    <a:pt x="90307" y="639"/>
                  </a:cubicBezTo>
                  <a:lnTo>
                    <a:pt x="90063" y="426"/>
                  </a:lnTo>
                  <a:cubicBezTo>
                    <a:pt x="90033" y="456"/>
                    <a:pt x="90003" y="456"/>
                    <a:pt x="89972" y="487"/>
                  </a:cubicBezTo>
                  <a:lnTo>
                    <a:pt x="89820" y="487"/>
                  </a:lnTo>
                  <a:cubicBezTo>
                    <a:pt x="89820" y="517"/>
                    <a:pt x="89486" y="547"/>
                    <a:pt x="89425" y="608"/>
                  </a:cubicBezTo>
                  <a:cubicBezTo>
                    <a:pt x="89379" y="631"/>
                    <a:pt x="89245" y="689"/>
                    <a:pt x="89183" y="689"/>
                  </a:cubicBezTo>
                  <a:cubicBezTo>
                    <a:pt x="89164" y="689"/>
                    <a:pt x="89151" y="684"/>
                    <a:pt x="89151" y="669"/>
                  </a:cubicBezTo>
                  <a:cubicBezTo>
                    <a:pt x="89151" y="639"/>
                    <a:pt x="88969" y="639"/>
                    <a:pt x="88939" y="639"/>
                  </a:cubicBezTo>
                  <a:cubicBezTo>
                    <a:pt x="88898" y="639"/>
                    <a:pt x="88777" y="612"/>
                    <a:pt x="88700" y="612"/>
                  </a:cubicBezTo>
                  <a:cubicBezTo>
                    <a:pt x="88662" y="612"/>
                    <a:pt x="88635" y="618"/>
                    <a:pt x="88635" y="639"/>
                  </a:cubicBezTo>
                  <a:cubicBezTo>
                    <a:pt x="88635" y="669"/>
                    <a:pt x="88604" y="730"/>
                    <a:pt x="88574" y="791"/>
                  </a:cubicBezTo>
                  <a:cubicBezTo>
                    <a:pt x="88574" y="791"/>
                    <a:pt x="88452" y="760"/>
                    <a:pt x="88422" y="730"/>
                  </a:cubicBezTo>
                  <a:cubicBezTo>
                    <a:pt x="88392" y="730"/>
                    <a:pt x="88179" y="608"/>
                    <a:pt x="87936" y="517"/>
                  </a:cubicBezTo>
                  <a:lnTo>
                    <a:pt x="87692" y="608"/>
                  </a:lnTo>
                  <a:lnTo>
                    <a:pt x="87662" y="608"/>
                  </a:lnTo>
                  <a:cubicBezTo>
                    <a:pt x="87657" y="611"/>
                    <a:pt x="87651" y="612"/>
                    <a:pt x="87645" y="612"/>
                  </a:cubicBezTo>
                  <a:cubicBezTo>
                    <a:pt x="87585" y="612"/>
                    <a:pt x="87507" y="484"/>
                    <a:pt x="87480" y="456"/>
                  </a:cubicBezTo>
                  <a:cubicBezTo>
                    <a:pt x="87480" y="441"/>
                    <a:pt x="87472" y="435"/>
                    <a:pt x="87460" y="435"/>
                  </a:cubicBezTo>
                  <a:cubicBezTo>
                    <a:pt x="87423" y="435"/>
                    <a:pt x="87343" y="487"/>
                    <a:pt x="87297" y="487"/>
                  </a:cubicBezTo>
                  <a:cubicBezTo>
                    <a:pt x="87262" y="496"/>
                    <a:pt x="87229" y="499"/>
                    <a:pt x="87197" y="499"/>
                  </a:cubicBezTo>
                  <a:cubicBezTo>
                    <a:pt x="87120" y="499"/>
                    <a:pt x="87049" y="478"/>
                    <a:pt x="86963" y="456"/>
                  </a:cubicBezTo>
                  <a:cubicBezTo>
                    <a:pt x="86952" y="451"/>
                    <a:pt x="86938" y="448"/>
                    <a:pt x="86922" y="448"/>
                  </a:cubicBezTo>
                  <a:cubicBezTo>
                    <a:pt x="86851" y="448"/>
                    <a:pt x="86745" y="498"/>
                    <a:pt x="86720" y="547"/>
                  </a:cubicBezTo>
                  <a:cubicBezTo>
                    <a:pt x="86710" y="558"/>
                    <a:pt x="86696" y="562"/>
                    <a:pt x="86680" y="562"/>
                  </a:cubicBezTo>
                  <a:cubicBezTo>
                    <a:pt x="86609" y="562"/>
                    <a:pt x="86496" y="483"/>
                    <a:pt x="86436" y="483"/>
                  </a:cubicBezTo>
                  <a:cubicBezTo>
                    <a:pt x="86428" y="483"/>
                    <a:pt x="86421" y="484"/>
                    <a:pt x="86416" y="487"/>
                  </a:cubicBezTo>
                  <a:cubicBezTo>
                    <a:pt x="86385" y="517"/>
                    <a:pt x="86325" y="547"/>
                    <a:pt x="86294" y="578"/>
                  </a:cubicBezTo>
                  <a:lnTo>
                    <a:pt x="86264" y="578"/>
                  </a:lnTo>
                  <a:cubicBezTo>
                    <a:pt x="86233" y="578"/>
                    <a:pt x="86112" y="517"/>
                    <a:pt x="86082" y="487"/>
                  </a:cubicBezTo>
                  <a:cubicBezTo>
                    <a:pt x="86078" y="483"/>
                    <a:pt x="86073" y="482"/>
                    <a:pt x="86066" y="482"/>
                  </a:cubicBezTo>
                  <a:cubicBezTo>
                    <a:pt x="86012" y="482"/>
                    <a:pt x="85862" y="578"/>
                    <a:pt x="85808" y="578"/>
                  </a:cubicBezTo>
                  <a:cubicBezTo>
                    <a:pt x="85747" y="578"/>
                    <a:pt x="85717" y="365"/>
                    <a:pt x="85808" y="335"/>
                  </a:cubicBezTo>
                  <a:cubicBezTo>
                    <a:pt x="85899" y="335"/>
                    <a:pt x="85899" y="243"/>
                    <a:pt x="85808" y="152"/>
                  </a:cubicBezTo>
                  <a:lnTo>
                    <a:pt x="85717" y="91"/>
                  </a:lnTo>
                  <a:cubicBezTo>
                    <a:pt x="85656" y="91"/>
                    <a:pt x="85595" y="335"/>
                    <a:pt x="85595" y="395"/>
                  </a:cubicBezTo>
                  <a:cubicBezTo>
                    <a:pt x="85595" y="464"/>
                    <a:pt x="85527" y="498"/>
                    <a:pt x="85428" y="498"/>
                  </a:cubicBezTo>
                  <a:cubicBezTo>
                    <a:pt x="85396" y="498"/>
                    <a:pt x="85360" y="494"/>
                    <a:pt x="85322" y="487"/>
                  </a:cubicBezTo>
                  <a:lnTo>
                    <a:pt x="85200" y="487"/>
                  </a:lnTo>
                  <a:cubicBezTo>
                    <a:pt x="84987" y="456"/>
                    <a:pt x="84987" y="456"/>
                    <a:pt x="84957" y="274"/>
                  </a:cubicBezTo>
                  <a:cubicBezTo>
                    <a:pt x="84957" y="243"/>
                    <a:pt x="84957" y="243"/>
                    <a:pt x="84957" y="243"/>
                  </a:cubicBezTo>
                  <a:cubicBezTo>
                    <a:pt x="84805" y="213"/>
                    <a:pt x="84775" y="122"/>
                    <a:pt x="84683" y="31"/>
                  </a:cubicBezTo>
                  <a:lnTo>
                    <a:pt x="84653" y="0"/>
                  </a:lnTo>
                  <a:cubicBezTo>
                    <a:pt x="84501" y="31"/>
                    <a:pt x="84501" y="183"/>
                    <a:pt x="84623" y="365"/>
                  </a:cubicBezTo>
                  <a:lnTo>
                    <a:pt x="84562" y="487"/>
                  </a:lnTo>
                  <a:lnTo>
                    <a:pt x="84471" y="669"/>
                  </a:lnTo>
                  <a:cubicBezTo>
                    <a:pt x="84258" y="639"/>
                    <a:pt x="84136" y="365"/>
                    <a:pt x="84167" y="335"/>
                  </a:cubicBezTo>
                  <a:cubicBezTo>
                    <a:pt x="84227" y="304"/>
                    <a:pt x="84288" y="274"/>
                    <a:pt x="84349" y="213"/>
                  </a:cubicBezTo>
                  <a:cubicBezTo>
                    <a:pt x="84349" y="183"/>
                    <a:pt x="84288" y="152"/>
                    <a:pt x="84258" y="152"/>
                  </a:cubicBezTo>
                  <a:cubicBezTo>
                    <a:pt x="84045" y="183"/>
                    <a:pt x="83863" y="213"/>
                    <a:pt x="83680" y="213"/>
                  </a:cubicBezTo>
                  <a:cubicBezTo>
                    <a:pt x="83467" y="122"/>
                    <a:pt x="83285" y="91"/>
                    <a:pt x="83103" y="61"/>
                  </a:cubicBezTo>
                  <a:cubicBezTo>
                    <a:pt x="83012" y="61"/>
                    <a:pt x="82981" y="122"/>
                    <a:pt x="82981" y="152"/>
                  </a:cubicBezTo>
                  <a:cubicBezTo>
                    <a:pt x="82981" y="152"/>
                    <a:pt x="82738" y="243"/>
                    <a:pt x="82708" y="304"/>
                  </a:cubicBezTo>
                  <a:cubicBezTo>
                    <a:pt x="82685" y="349"/>
                    <a:pt x="82647" y="377"/>
                    <a:pt x="82628" y="377"/>
                  </a:cubicBezTo>
                  <a:cubicBezTo>
                    <a:pt x="82621" y="377"/>
                    <a:pt x="82616" y="373"/>
                    <a:pt x="82616" y="365"/>
                  </a:cubicBezTo>
                  <a:lnTo>
                    <a:pt x="82616" y="335"/>
                  </a:lnTo>
                  <a:cubicBezTo>
                    <a:pt x="82616" y="274"/>
                    <a:pt x="82647" y="213"/>
                    <a:pt x="82647" y="213"/>
                  </a:cubicBezTo>
                  <a:lnTo>
                    <a:pt x="82556" y="152"/>
                  </a:lnTo>
                  <a:cubicBezTo>
                    <a:pt x="82511" y="130"/>
                    <a:pt x="82441" y="124"/>
                    <a:pt x="82368" y="124"/>
                  </a:cubicBezTo>
                  <a:cubicBezTo>
                    <a:pt x="82288" y="124"/>
                    <a:pt x="82203" y="131"/>
                    <a:pt x="82143" y="131"/>
                  </a:cubicBezTo>
                  <a:cubicBezTo>
                    <a:pt x="82109" y="131"/>
                    <a:pt x="82083" y="129"/>
                    <a:pt x="82069" y="122"/>
                  </a:cubicBezTo>
                  <a:cubicBezTo>
                    <a:pt x="82024" y="107"/>
                    <a:pt x="81970" y="99"/>
                    <a:pt x="81917" y="99"/>
                  </a:cubicBezTo>
                  <a:cubicBezTo>
                    <a:pt x="81864" y="99"/>
                    <a:pt x="81811" y="107"/>
                    <a:pt x="81765" y="122"/>
                  </a:cubicBezTo>
                  <a:cubicBezTo>
                    <a:pt x="81742" y="145"/>
                    <a:pt x="81714" y="155"/>
                    <a:pt x="81687" y="155"/>
                  </a:cubicBezTo>
                  <a:cubicBezTo>
                    <a:pt x="81644" y="155"/>
                    <a:pt x="81602" y="129"/>
                    <a:pt x="81583" y="91"/>
                  </a:cubicBezTo>
                  <a:lnTo>
                    <a:pt x="81522" y="31"/>
                  </a:lnTo>
                  <a:lnTo>
                    <a:pt x="81461" y="31"/>
                  </a:lnTo>
                  <a:lnTo>
                    <a:pt x="814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5" name="Google Shape;4175;p51"/>
          <p:cNvGrpSpPr/>
          <p:nvPr/>
        </p:nvGrpSpPr>
        <p:grpSpPr>
          <a:xfrm>
            <a:off x="3005249" y="2617566"/>
            <a:ext cx="397595" cy="394723"/>
            <a:chOff x="7030803" y="563820"/>
            <a:chExt cx="2083830" cy="2068780"/>
          </a:xfrm>
        </p:grpSpPr>
        <p:sp>
          <p:nvSpPr>
            <p:cNvPr id="4176" name="Google Shape;4176;p51"/>
            <p:cNvSpPr/>
            <p:nvPr/>
          </p:nvSpPr>
          <p:spPr>
            <a:xfrm rot="-2554597">
              <a:off x="6873154" y="1435106"/>
              <a:ext cx="2367936" cy="456642"/>
            </a:xfrm>
            <a:custGeom>
              <a:rect b="b" l="l" r="r" t="t"/>
              <a:pathLst>
                <a:path extrusionOk="0" h="18265" w="94714">
                  <a:moveTo>
                    <a:pt x="17417" y="2310"/>
                  </a:moveTo>
                  <a:cubicBezTo>
                    <a:pt x="17448" y="2310"/>
                    <a:pt x="17509" y="2341"/>
                    <a:pt x="17539" y="2371"/>
                  </a:cubicBezTo>
                  <a:cubicBezTo>
                    <a:pt x="17539" y="2401"/>
                    <a:pt x="17509" y="2432"/>
                    <a:pt x="17478" y="2462"/>
                  </a:cubicBezTo>
                  <a:cubicBezTo>
                    <a:pt x="17448" y="2493"/>
                    <a:pt x="17387" y="2493"/>
                    <a:pt x="17357" y="2493"/>
                  </a:cubicBezTo>
                  <a:lnTo>
                    <a:pt x="17144" y="2614"/>
                  </a:lnTo>
                  <a:cubicBezTo>
                    <a:pt x="16992" y="2553"/>
                    <a:pt x="17022" y="2432"/>
                    <a:pt x="17235" y="2371"/>
                  </a:cubicBezTo>
                  <a:lnTo>
                    <a:pt x="17417" y="2310"/>
                  </a:lnTo>
                  <a:close/>
                  <a:moveTo>
                    <a:pt x="12341" y="2736"/>
                  </a:moveTo>
                  <a:cubicBezTo>
                    <a:pt x="12433" y="2736"/>
                    <a:pt x="12402" y="2979"/>
                    <a:pt x="12281" y="3040"/>
                  </a:cubicBezTo>
                  <a:cubicBezTo>
                    <a:pt x="12247" y="3051"/>
                    <a:pt x="12214" y="3058"/>
                    <a:pt x="12185" y="3058"/>
                  </a:cubicBezTo>
                  <a:cubicBezTo>
                    <a:pt x="12135" y="3058"/>
                    <a:pt x="12098" y="3037"/>
                    <a:pt x="12098" y="2979"/>
                  </a:cubicBezTo>
                  <a:cubicBezTo>
                    <a:pt x="12129" y="2888"/>
                    <a:pt x="12220" y="2797"/>
                    <a:pt x="12341" y="2736"/>
                  </a:cubicBezTo>
                  <a:close/>
                  <a:moveTo>
                    <a:pt x="82756" y="2780"/>
                  </a:moveTo>
                  <a:cubicBezTo>
                    <a:pt x="82765" y="2780"/>
                    <a:pt x="82768" y="2786"/>
                    <a:pt x="82768" y="2797"/>
                  </a:cubicBezTo>
                  <a:cubicBezTo>
                    <a:pt x="82738" y="2857"/>
                    <a:pt x="82768" y="2888"/>
                    <a:pt x="82799" y="2888"/>
                  </a:cubicBezTo>
                  <a:cubicBezTo>
                    <a:pt x="82829" y="2888"/>
                    <a:pt x="82890" y="2949"/>
                    <a:pt x="82920" y="2979"/>
                  </a:cubicBezTo>
                  <a:cubicBezTo>
                    <a:pt x="82768" y="3009"/>
                    <a:pt x="82647" y="3040"/>
                    <a:pt x="82525" y="3070"/>
                  </a:cubicBezTo>
                  <a:cubicBezTo>
                    <a:pt x="82495" y="3070"/>
                    <a:pt x="82464" y="3040"/>
                    <a:pt x="82434" y="3009"/>
                  </a:cubicBezTo>
                  <a:cubicBezTo>
                    <a:pt x="82403" y="2979"/>
                    <a:pt x="82434" y="2918"/>
                    <a:pt x="82434" y="2918"/>
                  </a:cubicBezTo>
                  <a:lnTo>
                    <a:pt x="82616" y="2888"/>
                  </a:lnTo>
                  <a:cubicBezTo>
                    <a:pt x="82697" y="2807"/>
                    <a:pt x="82738" y="2780"/>
                    <a:pt x="82756" y="2780"/>
                  </a:cubicBezTo>
                  <a:close/>
                  <a:moveTo>
                    <a:pt x="81639" y="3136"/>
                  </a:moveTo>
                  <a:cubicBezTo>
                    <a:pt x="81674" y="3136"/>
                    <a:pt x="81708" y="3144"/>
                    <a:pt x="81735" y="3161"/>
                  </a:cubicBezTo>
                  <a:cubicBezTo>
                    <a:pt x="81856" y="3192"/>
                    <a:pt x="81886" y="3282"/>
                    <a:pt x="81797" y="3313"/>
                  </a:cubicBezTo>
                  <a:lnTo>
                    <a:pt x="81797" y="3313"/>
                  </a:lnTo>
                  <a:cubicBezTo>
                    <a:pt x="81685" y="3308"/>
                    <a:pt x="81576" y="3278"/>
                    <a:pt x="81492" y="3222"/>
                  </a:cubicBezTo>
                  <a:cubicBezTo>
                    <a:pt x="81470" y="3179"/>
                    <a:pt x="81555" y="3136"/>
                    <a:pt x="81639" y="3136"/>
                  </a:cubicBezTo>
                  <a:close/>
                  <a:moveTo>
                    <a:pt x="8542" y="3526"/>
                  </a:moveTo>
                  <a:lnTo>
                    <a:pt x="8724" y="3617"/>
                  </a:lnTo>
                  <a:cubicBezTo>
                    <a:pt x="8697" y="3671"/>
                    <a:pt x="8653" y="3713"/>
                    <a:pt x="8598" y="3743"/>
                  </a:cubicBezTo>
                  <a:lnTo>
                    <a:pt x="8598" y="3743"/>
                  </a:lnTo>
                  <a:cubicBezTo>
                    <a:pt x="8581" y="3721"/>
                    <a:pt x="8564" y="3700"/>
                    <a:pt x="8542" y="3678"/>
                  </a:cubicBezTo>
                  <a:lnTo>
                    <a:pt x="8451" y="3678"/>
                  </a:lnTo>
                  <a:cubicBezTo>
                    <a:pt x="8420" y="3678"/>
                    <a:pt x="8420" y="3617"/>
                    <a:pt x="8420" y="3556"/>
                  </a:cubicBezTo>
                  <a:cubicBezTo>
                    <a:pt x="8420" y="3526"/>
                    <a:pt x="8512" y="3526"/>
                    <a:pt x="8542" y="3526"/>
                  </a:cubicBezTo>
                  <a:close/>
                  <a:moveTo>
                    <a:pt x="10244" y="3496"/>
                  </a:moveTo>
                  <a:cubicBezTo>
                    <a:pt x="10305" y="3496"/>
                    <a:pt x="10366" y="3526"/>
                    <a:pt x="10335" y="3556"/>
                  </a:cubicBezTo>
                  <a:lnTo>
                    <a:pt x="10335" y="3587"/>
                  </a:lnTo>
                  <a:lnTo>
                    <a:pt x="10335" y="3617"/>
                  </a:lnTo>
                  <a:cubicBezTo>
                    <a:pt x="10314" y="3660"/>
                    <a:pt x="10338" y="3703"/>
                    <a:pt x="10375" y="3703"/>
                  </a:cubicBezTo>
                  <a:cubicBezTo>
                    <a:pt x="10391" y="3703"/>
                    <a:pt x="10409" y="3696"/>
                    <a:pt x="10426" y="3678"/>
                  </a:cubicBezTo>
                  <a:lnTo>
                    <a:pt x="10457" y="3678"/>
                  </a:lnTo>
                  <a:cubicBezTo>
                    <a:pt x="10461" y="3676"/>
                    <a:pt x="10465" y="3675"/>
                    <a:pt x="10470" y="3675"/>
                  </a:cubicBezTo>
                  <a:cubicBezTo>
                    <a:pt x="10537" y="3675"/>
                    <a:pt x="10664" y="3860"/>
                    <a:pt x="10578" y="3860"/>
                  </a:cubicBezTo>
                  <a:lnTo>
                    <a:pt x="10001" y="3860"/>
                  </a:lnTo>
                  <a:cubicBezTo>
                    <a:pt x="10001" y="3769"/>
                    <a:pt x="10031" y="3648"/>
                    <a:pt x="10031" y="3648"/>
                  </a:cubicBezTo>
                  <a:cubicBezTo>
                    <a:pt x="10183" y="3648"/>
                    <a:pt x="10183" y="3556"/>
                    <a:pt x="10244" y="3496"/>
                  </a:cubicBezTo>
                  <a:close/>
                  <a:moveTo>
                    <a:pt x="9506" y="3483"/>
                  </a:moveTo>
                  <a:cubicBezTo>
                    <a:pt x="9527" y="3483"/>
                    <a:pt x="9550" y="3487"/>
                    <a:pt x="9575" y="3496"/>
                  </a:cubicBezTo>
                  <a:cubicBezTo>
                    <a:pt x="9667" y="3526"/>
                    <a:pt x="9758" y="3587"/>
                    <a:pt x="9819" y="3678"/>
                  </a:cubicBezTo>
                  <a:lnTo>
                    <a:pt x="9849" y="3739"/>
                  </a:lnTo>
                  <a:cubicBezTo>
                    <a:pt x="9827" y="3805"/>
                    <a:pt x="9758" y="3855"/>
                    <a:pt x="9675" y="3855"/>
                  </a:cubicBezTo>
                  <a:cubicBezTo>
                    <a:pt x="9643" y="3855"/>
                    <a:pt x="9609" y="3847"/>
                    <a:pt x="9575" y="3830"/>
                  </a:cubicBezTo>
                  <a:lnTo>
                    <a:pt x="9484" y="3830"/>
                  </a:lnTo>
                  <a:cubicBezTo>
                    <a:pt x="9423" y="3830"/>
                    <a:pt x="9363" y="3830"/>
                    <a:pt x="9332" y="3860"/>
                  </a:cubicBezTo>
                  <a:lnTo>
                    <a:pt x="9332" y="3982"/>
                  </a:lnTo>
                  <a:cubicBezTo>
                    <a:pt x="9241" y="3982"/>
                    <a:pt x="9180" y="3891"/>
                    <a:pt x="9180" y="3830"/>
                  </a:cubicBezTo>
                  <a:lnTo>
                    <a:pt x="9211" y="3769"/>
                  </a:lnTo>
                  <a:cubicBezTo>
                    <a:pt x="9211" y="3739"/>
                    <a:pt x="9211" y="3678"/>
                    <a:pt x="9211" y="3678"/>
                  </a:cubicBezTo>
                  <a:cubicBezTo>
                    <a:pt x="9315" y="3626"/>
                    <a:pt x="9375" y="3483"/>
                    <a:pt x="9506" y="3483"/>
                  </a:cubicBezTo>
                  <a:close/>
                  <a:moveTo>
                    <a:pt x="9940" y="4316"/>
                  </a:moveTo>
                  <a:lnTo>
                    <a:pt x="10153" y="4347"/>
                  </a:lnTo>
                  <a:cubicBezTo>
                    <a:pt x="10426" y="4408"/>
                    <a:pt x="10639" y="4468"/>
                    <a:pt x="10639" y="4499"/>
                  </a:cubicBezTo>
                  <a:cubicBezTo>
                    <a:pt x="10639" y="4542"/>
                    <a:pt x="10578" y="4585"/>
                    <a:pt x="10500" y="4585"/>
                  </a:cubicBezTo>
                  <a:cubicBezTo>
                    <a:pt x="10467" y="4585"/>
                    <a:pt x="10432" y="4577"/>
                    <a:pt x="10396" y="4560"/>
                  </a:cubicBezTo>
                  <a:lnTo>
                    <a:pt x="10244" y="4560"/>
                  </a:lnTo>
                  <a:cubicBezTo>
                    <a:pt x="10122" y="4560"/>
                    <a:pt x="10001" y="4529"/>
                    <a:pt x="9879" y="4468"/>
                  </a:cubicBezTo>
                  <a:cubicBezTo>
                    <a:pt x="9849" y="4438"/>
                    <a:pt x="9819" y="4408"/>
                    <a:pt x="9819" y="4377"/>
                  </a:cubicBezTo>
                  <a:cubicBezTo>
                    <a:pt x="9849" y="4347"/>
                    <a:pt x="9879" y="4316"/>
                    <a:pt x="9940" y="4316"/>
                  </a:cubicBezTo>
                  <a:close/>
                  <a:moveTo>
                    <a:pt x="8811" y="4402"/>
                  </a:moveTo>
                  <a:cubicBezTo>
                    <a:pt x="8877" y="4402"/>
                    <a:pt x="8979" y="4488"/>
                    <a:pt x="9059" y="4620"/>
                  </a:cubicBezTo>
                  <a:lnTo>
                    <a:pt x="8755" y="4681"/>
                  </a:lnTo>
                  <a:lnTo>
                    <a:pt x="8663" y="4681"/>
                  </a:lnTo>
                  <a:cubicBezTo>
                    <a:pt x="8649" y="4696"/>
                    <a:pt x="8627" y="4702"/>
                    <a:pt x="8604" y="4702"/>
                  </a:cubicBezTo>
                  <a:cubicBezTo>
                    <a:pt x="8529" y="4702"/>
                    <a:pt x="8435" y="4643"/>
                    <a:pt x="8481" y="4620"/>
                  </a:cubicBezTo>
                  <a:lnTo>
                    <a:pt x="8785" y="4408"/>
                  </a:lnTo>
                  <a:cubicBezTo>
                    <a:pt x="8793" y="4404"/>
                    <a:pt x="8802" y="4402"/>
                    <a:pt x="8811" y="4402"/>
                  </a:cubicBezTo>
                  <a:close/>
                  <a:moveTo>
                    <a:pt x="11133" y="4107"/>
                  </a:moveTo>
                  <a:cubicBezTo>
                    <a:pt x="11149" y="4107"/>
                    <a:pt x="11166" y="4114"/>
                    <a:pt x="11186" y="4134"/>
                  </a:cubicBezTo>
                  <a:cubicBezTo>
                    <a:pt x="11217" y="4164"/>
                    <a:pt x="11247" y="4225"/>
                    <a:pt x="11247" y="4256"/>
                  </a:cubicBezTo>
                  <a:lnTo>
                    <a:pt x="11217" y="4347"/>
                  </a:lnTo>
                  <a:cubicBezTo>
                    <a:pt x="11126" y="4468"/>
                    <a:pt x="11156" y="4560"/>
                    <a:pt x="11247" y="4590"/>
                  </a:cubicBezTo>
                  <a:lnTo>
                    <a:pt x="11278" y="4620"/>
                  </a:lnTo>
                  <a:cubicBezTo>
                    <a:pt x="11338" y="4712"/>
                    <a:pt x="11217" y="4772"/>
                    <a:pt x="11126" y="4803"/>
                  </a:cubicBezTo>
                  <a:cubicBezTo>
                    <a:pt x="11065" y="4803"/>
                    <a:pt x="11004" y="4803"/>
                    <a:pt x="10974" y="4772"/>
                  </a:cubicBezTo>
                  <a:lnTo>
                    <a:pt x="10882" y="4681"/>
                  </a:lnTo>
                  <a:cubicBezTo>
                    <a:pt x="10822" y="4590"/>
                    <a:pt x="10943" y="4438"/>
                    <a:pt x="10882" y="4377"/>
                  </a:cubicBezTo>
                  <a:cubicBezTo>
                    <a:pt x="10852" y="4316"/>
                    <a:pt x="10852" y="4225"/>
                    <a:pt x="10882" y="4134"/>
                  </a:cubicBezTo>
                  <a:lnTo>
                    <a:pt x="11034" y="4134"/>
                  </a:lnTo>
                  <a:cubicBezTo>
                    <a:pt x="11075" y="4134"/>
                    <a:pt x="11102" y="4107"/>
                    <a:pt x="11133" y="4107"/>
                  </a:cubicBezTo>
                  <a:close/>
                  <a:moveTo>
                    <a:pt x="10457" y="4742"/>
                  </a:moveTo>
                  <a:cubicBezTo>
                    <a:pt x="10791" y="4863"/>
                    <a:pt x="10882" y="4985"/>
                    <a:pt x="10639" y="4985"/>
                  </a:cubicBezTo>
                  <a:lnTo>
                    <a:pt x="10396" y="4985"/>
                  </a:lnTo>
                  <a:cubicBezTo>
                    <a:pt x="10366" y="4924"/>
                    <a:pt x="10305" y="4863"/>
                    <a:pt x="10274" y="4863"/>
                  </a:cubicBezTo>
                  <a:lnTo>
                    <a:pt x="10183" y="4863"/>
                  </a:lnTo>
                  <a:cubicBezTo>
                    <a:pt x="10153" y="4863"/>
                    <a:pt x="10153" y="4803"/>
                    <a:pt x="10153" y="4742"/>
                  </a:cubicBezTo>
                  <a:close/>
                  <a:moveTo>
                    <a:pt x="87566" y="6443"/>
                  </a:moveTo>
                  <a:cubicBezTo>
                    <a:pt x="87624" y="6443"/>
                    <a:pt x="87667" y="6472"/>
                    <a:pt x="87688" y="6525"/>
                  </a:cubicBezTo>
                  <a:lnTo>
                    <a:pt x="87688" y="6525"/>
                  </a:lnTo>
                  <a:cubicBezTo>
                    <a:pt x="87653" y="6627"/>
                    <a:pt x="87382" y="6839"/>
                    <a:pt x="87297" y="6839"/>
                  </a:cubicBezTo>
                  <a:cubicBezTo>
                    <a:pt x="87206" y="6809"/>
                    <a:pt x="87176" y="6778"/>
                    <a:pt x="87176" y="6748"/>
                  </a:cubicBezTo>
                  <a:lnTo>
                    <a:pt x="87206" y="6748"/>
                  </a:lnTo>
                  <a:cubicBezTo>
                    <a:pt x="87267" y="6718"/>
                    <a:pt x="87358" y="6687"/>
                    <a:pt x="87419" y="6657"/>
                  </a:cubicBezTo>
                  <a:cubicBezTo>
                    <a:pt x="87449" y="6626"/>
                    <a:pt x="87388" y="6535"/>
                    <a:pt x="87419" y="6505"/>
                  </a:cubicBezTo>
                  <a:lnTo>
                    <a:pt x="87449" y="6474"/>
                  </a:lnTo>
                  <a:cubicBezTo>
                    <a:pt x="87492" y="6453"/>
                    <a:pt x="87531" y="6443"/>
                    <a:pt x="87566" y="6443"/>
                  </a:cubicBezTo>
                  <a:close/>
                  <a:moveTo>
                    <a:pt x="88923" y="7361"/>
                  </a:moveTo>
                  <a:cubicBezTo>
                    <a:pt x="88961" y="7361"/>
                    <a:pt x="88990" y="7369"/>
                    <a:pt x="88999" y="7386"/>
                  </a:cubicBezTo>
                  <a:cubicBezTo>
                    <a:pt x="89060" y="7508"/>
                    <a:pt x="89091" y="7629"/>
                    <a:pt x="89091" y="7721"/>
                  </a:cubicBezTo>
                  <a:cubicBezTo>
                    <a:pt x="89091" y="7758"/>
                    <a:pt x="89067" y="7784"/>
                    <a:pt x="89021" y="7784"/>
                  </a:cubicBezTo>
                  <a:cubicBezTo>
                    <a:pt x="88992" y="7784"/>
                    <a:pt x="88955" y="7774"/>
                    <a:pt x="88908" y="7751"/>
                  </a:cubicBezTo>
                  <a:lnTo>
                    <a:pt x="88847" y="7751"/>
                  </a:lnTo>
                  <a:cubicBezTo>
                    <a:pt x="88787" y="7751"/>
                    <a:pt x="88695" y="7812"/>
                    <a:pt x="88635" y="7812"/>
                  </a:cubicBezTo>
                  <a:lnTo>
                    <a:pt x="88331" y="7842"/>
                  </a:lnTo>
                  <a:cubicBezTo>
                    <a:pt x="88386" y="7676"/>
                    <a:pt x="88442" y="7534"/>
                    <a:pt x="88474" y="7534"/>
                  </a:cubicBezTo>
                  <a:cubicBezTo>
                    <a:pt x="88477" y="7534"/>
                    <a:pt x="88480" y="7536"/>
                    <a:pt x="88483" y="7538"/>
                  </a:cubicBezTo>
                  <a:cubicBezTo>
                    <a:pt x="88488" y="7544"/>
                    <a:pt x="88498" y="7546"/>
                    <a:pt x="88510" y="7546"/>
                  </a:cubicBezTo>
                  <a:cubicBezTo>
                    <a:pt x="88565" y="7546"/>
                    <a:pt x="88671" y="7497"/>
                    <a:pt x="88695" y="7447"/>
                  </a:cubicBezTo>
                  <a:cubicBezTo>
                    <a:pt x="88695" y="7404"/>
                    <a:pt x="88832" y="7361"/>
                    <a:pt x="88923" y="7361"/>
                  </a:cubicBezTo>
                  <a:close/>
                  <a:moveTo>
                    <a:pt x="7782" y="7082"/>
                  </a:moveTo>
                  <a:cubicBezTo>
                    <a:pt x="7904" y="7082"/>
                    <a:pt x="8025" y="7113"/>
                    <a:pt x="8147" y="7143"/>
                  </a:cubicBezTo>
                  <a:lnTo>
                    <a:pt x="7995" y="7143"/>
                  </a:lnTo>
                  <a:lnTo>
                    <a:pt x="7934" y="7174"/>
                  </a:lnTo>
                  <a:lnTo>
                    <a:pt x="7600" y="7295"/>
                  </a:lnTo>
                  <a:cubicBezTo>
                    <a:pt x="7569" y="7569"/>
                    <a:pt x="7752" y="7721"/>
                    <a:pt x="7812" y="7721"/>
                  </a:cubicBezTo>
                  <a:cubicBezTo>
                    <a:pt x="7838" y="7708"/>
                    <a:pt x="7863" y="7701"/>
                    <a:pt x="7886" y="7701"/>
                  </a:cubicBezTo>
                  <a:cubicBezTo>
                    <a:pt x="7918" y="7701"/>
                    <a:pt x="7947" y="7715"/>
                    <a:pt x="7964" y="7751"/>
                  </a:cubicBezTo>
                  <a:lnTo>
                    <a:pt x="7904" y="7873"/>
                  </a:lnTo>
                  <a:cubicBezTo>
                    <a:pt x="7851" y="7926"/>
                    <a:pt x="7777" y="7958"/>
                    <a:pt x="7701" y="7958"/>
                  </a:cubicBezTo>
                  <a:cubicBezTo>
                    <a:pt x="7646" y="7958"/>
                    <a:pt x="7590" y="7941"/>
                    <a:pt x="7539" y="7903"/>
                  </a:cubicBezTo>
                  <a:lnTo>
                    <a:pt x="7448" y="7842"/>
                  </a:lnTo>
                  <a:cubicBezTo>
                    <a:pt x="7387" y="7781"/>
                    <a:pt x="7326" y="7721"/>
                    <a:pt x="7265" y="7690"/>
                  </a:cubicBezTo>
                  <a:cubicBezTo>
                    <a:pt x="7174" y="7599"/>
                    <a:pt x="7448" y="7569"/>
                    <a:pt x="7296" y="7478"/>
                  </a:cubicBezTo>
                  <a:cubicBezTo>
                    <a:pt x="7296" y="7447"/>
                    <a:pt x="7326" y="7417"/>
                    <a:pt x="7326" y="7417"/>
                  </a:cubicBezTo>
                  <a:lnTo>
                    <a:pt x="7539" y="7295"/>
                  </a:lnTo>
                  <a:cubicBezTo>
                    <a:pt x="7539" y="7174"/>
                    <a:pt x="7660" y="7113"/>
                    <a:pt x="7782" y="7082"/>
                  </a:cubicBezTo>
                  <a:close/>
                  <a:moveTo>
                    <a:pt x="2645" y="9058"/>
                  </a:moveTo>
                  <a:lnTo>
                    <a:pt x="2645" y="9058"/>
                  </a:lnTo>
                  <a:cubicBezTo>
                    <a:pt x="2676" y="9088"/>
                    <a:pt x="2676" y="9119"/>
                    <a:pt x="2615" y="9149"/>
                  </a:cubicBezTo>
                  <a:lnTo>
                    <a:pt x="2645" y="9210"/>
                  </a:lnTo>
                  <a:lnTo>
                    <a:pt x="2676" y="9332"/>
                  </a:lnTo>
                  <a:cubicBezTo>
                    <a:pt x="2635" y="9352"/>
                    <a:pt x="2578" y="9359"/>
                    <a:pt x="2516" y="9359"/>
                  </a:cubicBezTo>
                  <a:cubicBezTo>
                    <a:pt x="2392" y="9359"/>
                    <a:pt x="2250" y="9332"/>
                    <a:pt x="2189" y="9332"/>
                  </a:cubicBezTo>
                  <a:cubicBezTo>
                    <a:pt x="2098" y="9332"/>
                    <a:pt x="2007" y="9301"/>
                    <a:pt x="1946" y="9240"/>
                  </a:cubicBezTo>
                  <a:lnTo>
                    <a:pt x="1946" y="9180"/>
                  </a:lnTo>
                  <a:cubicBezTo>
                    <a:pt x="1976" y="9149"/>
                    <a:pt x="2037" y="9149"/>
                    <a:pt x="2068" y="9149"/>
                  </a:cubicBezTo>
                  <a:cubicBezTo>
                    <a:pt x="2159" y="9180"/>
                    <a:pt x="2280" y="9210"/>
                    <a:pt x="2372" y="9210"/>
                  </a:cubicBezTo>
                  <a:cubicBezTo>
                    <a:pt x="2493" y="9180"/>
                    <a:pt x="2584" y="9149"/>
                    <a:pt x="2645" y="9058"/>
                  </a:cubicBezTo>
                  <a:close/>
                  <a:moveTo>
                    <a:pt x="1500" y="8832"/>
                  </a:moveTo>
                  <a:cubicBezTo>
                    <a:pt x="1536" y="8832"/>
                    <a:pt x="1669" y="8973"/>
                    <a:pt x="1824" y="9180"/>
                  </a:cubicBezTo>
                  <a:lnTo>
                    <a:pt x="1794" y="9332"/>
                  </a:lnTo>
                  <a:cubicBezTo>
                    <a:pt x="1794" y="9362"/>
                    <a:pt x="1764" y="9392"/>
                    <a:pt x="1703" y="9423"/>
                  </a:cubicBezTo>
                  <a:cubicBezTo>
                    <a:pt x="1672" y="9423"/>
                    <a:pt x="1612" y="9392"/>
                    <a:pt x="1612" y="9362"/>
                  </a:cubicBezTo>
                  <a:lnTo>
                    <a:pt x="1581" y="9240"/>
                  </a:lnTo>
                  <a:cubicBezTo>
                    <a:pt x="1520" y="9119"/>
                    <a:pt x="1520" y="8967"/>
                    <a:pt x="1490" y="8845"/>
                  </a:cubicBezTo>
                  <a:cubicBezTo>
                    <a:pt x="1490" y="8836"/>
                    <a:pt x="1493" y="8832"/>
                    <a:pt x="1500" y="8832"/>
                  </a:cubicBezTo>
                  <a:close/>
                  <a:moveTo>
                    <a:pt x="91188" y="10000"/>
                  </a:moveTo>
                  <a:cubicBezTo>
                    <a:pt x="91300" y="10000"/>
                    <a:pt x="91542" y="10156"/>
                    <a:pt x="91578" y="10156"/>
                  </a:cubicBezTo>
                  <a:cubicBezTo>
                    <a:pt x="91581" y="10156"/>
                    <a:pt x="91583" y="10155"/>
                    <a:pt x="91583" y="10152"/>
                  </a:cubicBezTo>
                  <a:cubicBezTo>
                    <a:pt x="91583" y="10150"/>
                    <a:pt x="91583" y="10149"/>
                    <a:pt x="91583" y="10149"/>
                  </a:cubicBezTo>
                  <a:lnTo>
                    <a:pt x="91583" y="10149"/>
                  </a:lnTo>
                  <a:cubicBezTo>
                    <a:pt x="91587" y="10149"/>
                    <a:pt x="91611" y="10307"/>
                    <a:pt x="91583" y="10335"/>
                  </a:cubicBezTo>
                  <a:cubicBezTo>
                    <a:pt x="91575" y="10343"/>
                    <a:pt x="91562" y="10347"/>
                    <a:pt x="91547" y="10347"/>
                  </a:cubicBezTo>
                  <a:cubicBezTo>
                    <a:pt x="91450" y="10347"/>
                    <a:pt x="91236" y="10201"/>
                    <a:pt x="91157" y="10122"/>
                  </a:cubicBezTo>
                  <a:cubicBezTo>
                    <a:pt x="91036" y="10031"/>
                    <a:pt x="91066" y="10000"/>
                    <a:pt x="91188" y="10000"/>
                  </a:cubicBezTo>
                  <a:close/>
                  <a:moveTo>
                    <a:pt x="943" y="10152"/>
                  </a:moveTo>
                  <a:lnTo>
                    <a:pt x="1004" y="10183"/>
                  </a:lnTo>
                  <a:lnTo>
                    <a:pt x="1095" y="10213"/>
                  </a:lnTo>
                  <a:cubicBezTo>
                    <a:pt x="1217" y="10213"/>
                    <a:pt x="1156" y="10395"/>
                    <a:pt x="1095" y="10456"/>
                  </a:cubicBezTo>
                  <a:cubicBezTo>
                    <a:pt x="1073" y="10478"/>
                    <a:pt x="1044" y="10488"/>
                    <a:pt x="1013" y="10488"/>
                  </a:cubicBezTo>
                  <a:cubicBezTo>
                    <a:pt x="956" y="10488"/>
                    <a:pt x="891" y="10454"/>
                    <a:pt x="852" y="10395"/>
                  </a:cubicBezTo>
                  <a:lnTo>
                    <a:pt x="791" y="10335"/>
                  </a:lnTo>
                  <a:lnTo>
                    <a:pt x="730" y="10274"/>
                  </a:lnTo>
                  <a:cubicBezTo>
                    <a:pt x="791" y="10213"/>
                    <a:pt x="852" y="10152"/>
                    <a:pt x="943" y="10152"/>
                  </a:cubicBezTo>
                  <a:close/>
                  <a:moveTo>
                    <a:pt x="92675" y="10283"/>
                  </a:moveTo>
                  <a:cubicBezTo>
                    <a:pt x="92754" y="10283"/>
                    <a:pt x="92897" y="10311"/>
                    <a:pt x="92986" y="10311"/>
                  </a:cubicBezTo>
                  <a:cubicBezTo>
                    <a:pt x="93009" y="10311"/>
                    <a:pt x="93028" y="10309"/>
                    <a:pt x="93042" y="10304"/>
                  </a:cubicBezTo>
                  <a:cubicBezTo>
                    <a:pt x="93164" y="10304"/>
                    <a:pt x="93224" y="10365"/>
                    <a:pt x="93164" y="10487"/>
                  </a:cubicBezTo>
                  <a:lnTo>
                    <a:pt x="93072" y="10578"/>
                  </a:lnTo>
                  <a:lnTo>
                    <a:pt x="93042" y="10608"/>
                  </a:lnTo>
                  <a:cubicBezTo>
                    <a:pt x="92951" y="10608"/>
                    <a:pt x="92799" y="10578"/>
                    <a:pt x="92768" y="10578"/>
                  </a:cubicBezTo>
                  <a:cubicBezTo>
                    <a:pt x="92708" y="10578"/>
                    <a:pt x="92616" y="10395"/>
                    <a:pt x="92616" y="10304"/>
                  </a:cubicBezTo>
                  <a:cubicBezTo>
                    <a:pt x="92616" y="10288"/>
                    <a:pt x="92639" y="10283"/>
                    <a:pt x="92675" y="10283"/>
                  </a:cubicBezTo>
                  <a:close/>
                  <a:moveTo>
                    <a:pt x="90922" y="10292"/>
                  </a:moveTo>
                  <a:cubicBezTo>
                    <a:pt x="90939" y="10292"/>
                    <a:pt x="90957" y="10295"/>
                    <a:pt x="90975" y="10304"/>
                  </a:cubicBezTo>
                  <a:lnTo>
                    <a:pt x="91036" y="10304"/>
                  </a:lnTo>
                  <a:cubicBezTo>
                    <a:pt x="91157" y="10365"/>
                    <a:pt x="91188" y="10517"/>
                    <a:pt x="91370" y="10517"/>
                  </a:cubicBezTo>
                  <a:lnTo>
                    <a:pt x="91522" y="10517"/>
                  </a:lnTo>
                  <a:cubicBezTo>
                    <a:pt x="91522" y="10639"/>
                    <a:pt x="91340" y="10791"/>
                    <a:pt x="91127" y="10882"/>
                  </a:cubicBezTo>
                  <a:lnTo>
                    <a:pt x="91005" y="10699"/>
                  </a:lnTo>
                  <a:cubicBezTo>
                    <a:pt x="91066" y="10669"/>
                    <a:pt x="91005" y="10578"/>
                    <a:pt x="90884" y="10517"/>
                  </a:cubicBezTo>
                  <a:lnTo>
                    <a:pt x="90853" y="10547"/>
                  </a:lnTo>
                  <a:lnTo>
                    <a:pt x="90701" y="10669"/>
                  </a:lnTo>
                  <a:cubicBezTo>
                    <a:pt x="90671" y="10547"/>
                    <a:pt x="90762" y="10365"/>
                    <a:pt x="90793" y="10335"/>
                  </a:cubicBezTo>
                  <a:cubicBezTo>
                    <a:pt x="90836" y="10313"/>
                    <a:pt x="90879" y="10292"/>
                    <a:pt x="90922" y="10292"/>
                  </a:cubicBezTo>
                  <a:close/>
                  <a:moveTo>
                    <a:pt x="92738" y="10760"/>
                  </a:moveTo>
                  <a:cubicBezTo>
                    <a:pt x="92799" y="10821"/>
                    <a:pt x="92829" y="10882"/>
                    <a:pt x="92860" y="10943"/>
                  </a:cubicBezTo>
                  <a:lnTo>
                    <a:pt x="92951" y="11003"/>
                  </a:lnTo>
                  <a:lnTo>
                    <a:pt x="93042" y="11095"/>
                  </a:lnTo>
                  <a:cubicBezTo>
                    <a:pt x="92996" y="11125"/>
                    <a:pt x="92943" y="11140"/>
                    <a:pt x="92890" y="11140"/>
                  </a:cubicBezTo>
                  <a:cubicBezTo>
                    <a:pt x="92837" y="11140"/>
                    <a:pt x="92784" y="11125"/>
                    <a:pt x="92738" y="11095"/>
                  </a:cubicBezTo>
                  <a:cubicBezTo>
                    <a:pt x="92677" y="11064"/>
                    <a:pt x="92556" y="10851"/>
                    <a:pt x="92586" y="10821"/>
                  </a:cubicBezTo>
                  <a:cubicBezTo>
                    <a:pt x="92616" y="10791"/>
                    <a:pt x="92677" y="10760"/>
                    <a:pt x="92738" y="10760"/>
                  </a:cubicBezTo>
                  <a:close/>
                  <a:moveTo>
                    <a:pt x="15941" y="11394"/>
                  </a:moveTo>
                  <a:cubicBezTo>
                    <a:pt x="15949" y="11394"/>
                    <a:pt x="15955" y="11395"/>
                    <a:pt x="15958" y="11399"/>
                  </a:cubicBezTo>
                  <a:cubicBezTo>
                    <a:pt x="15989" y="11459"/>
                    <a:pt x="15989" y="11520"/>
                    <a:pt x="16019" y="11611"/>
                  </a:cubicBezTo>
                  <a:lnTo>
                    <a:pt x="15898" y="11581"/>
                  </a:lnTo>
                  <a:lnTo>
                    <a:pt x="15685" y="11551"/>
                  </a:lnTo>
                  <a:cubicBezTo>
                    <a:pt x="15667" y="11639"/>
                    <a:pt x="15649" y="11686"/>
                    <a:pt x="15644" y="11686"/>
                  </a:cubicBezTo>
                  <a:cubicBezTo>
                    <a:pt x="15640" y="11686"/>
                    <a:pt x="15642" y="11662"/>
                    <a:pt x="15654" y="11611"/>
                  </a:cubicBezTo>
                  <a:cubicBezTo>
                    <a:pt x="15654" y="11503"/>
                    <a:pt x="15873" y="11394"/>
                    <a:pt x="15941" y="11394"/>
                  </a:cubicBezTo>
                  <a:close/>
                  <a:moveTo>
                    <a:pt x="14560" y="11338"/>
                  </a:moveTo>
                  <a:cubicBezTo>
                    <a:pt x="14712" y="11399"/>
                    <a:pt x="14834" y="11490"/>
                    <a:pt x="14955" y="11611"/>
                  </a:cubicBezTo>
                  <a:cubicBezTo>
                    <a:pt x="15001" y="11656"/>
                    <a:pt x="14861" y="11735"/>
                    <a:pt x="14761" y="11735"/>
                  </a:cubicBezTo>
                  <a:cubicBezTo>
                    <a:pt x="14727" y="11735"/>
                    <a:pt x="14697" y="11726"/>
                    <a:pt x="14682" y="11702"/>
                  </a:cubicBezTo>
                  <a:cubicBezTo>
                    <a:pt x="14627" y="11675"/>
                    <a:pt x="14573" y="11660"/>
                    <a:pt x="14521" y="11660"/>
                  </a:cubicBezTo>
                  <a:cubicBezTo>
                    <a:pt x="14457" y="11660"/>
                    <a:pt x="14398" y="11683"/>
                    <a:pt x="14347" y="11733"/>
                  </a:cubicBezTo>
                  <a:lnTo>
                    <a:pt x="14287" y="11733"/>
                  </a:lnTo>
                  <a:lnTo>
                    <a:pt x="14135" y="11702"/>
                  </a:lnTo>
                  <a:cubicBezTo>
                    <a:pt x="14152" y="11614"/>
                    <a:pt x="14211" y="11567"/>
                    <a:pt x="14294" y="11567"/>
                  </a:cubicBezTo>
                  <a:cubicBezTo>
                    <a:pt x="14352" y="11567"/>
                    <a:pt x="14423" y="11591"/>
                    <a:pt x="14499" y="11642"/>
                  </a:cubicBezTo>
                  <a:lnTo>
                    <a:pt x="14560" y="11338"/>
                  </a:lnTo>
                  <a:close/>
                  <a:moveTo>
                    <a:pt x="12620" y="11409"/>
                  </a:moveTo>
                  <a:cubicBezTo>
                    <a:pt x="12634" y="11409"/>
                    <a:pt x="12652" y="11415"/>
                    <a:pt x="12676" y="11429"/>
                  </a:cubicBezTo>
                  <a:lnTo>
                    <a:pt x="12828" y="11429"/>
                  </a:lnTo>
                  <a:cubicBezTo>
                    <a:pt x="12949" y="11429"/>
                    <a:pt x="12888" y="11611"/>
                    <a:pt x="12828" y="11702"/>
                  </a:cubicBezTo>
                  <a:cubicBezTo>
                    <a:pt x="12814" y="11730"/>
                    <a:pt x="12788" y="11745"/>
                    <a:pt x="12758" y="11745"/>
                  </a:cubicBezTo>
                  <a:cubicBezTo>
                    <a:pt x="12721" y="11745"/>
                    <a:pt x="12679" y="11722"/>
                    <a:pt x="12645" y="11672"/>
                  </a:cubicBezTo>
                  <a:cubicBezTo>
                    <a:pt x="12594" y="11595"/>
                    <a:pt x="12542" y="11409"/>
                    <a:pt x="12620" y="11409"/>
                  </a:cubicBezTo>
                  <a:close/>
                  <a:moveTo>
                    <a:pt x="16718" y="11429"/>
                  </a:moveTo>
                  <a:cubicBezTo>
                    <a:pt x="16779" y="11429"/>
                    <a:pt x="16840" y="11429"/>
                    <a:pt x="16901" y="11459"/>
                  </a:cubicBezTo>
                  <a:lnTo>
                    <a:pt x="16931" y="11490"/>
                  </a:lnTo>
                  <a:cubicBezTo>
                    <a:pt x="16901" y="11611"/>
                    <a:pt x="16810" y="11702"/>
                    <a:pt x="16749" y="11763"/>
                  </a:cubicBezTo>
                  <a:lnTo>
                    <a:pt x="16627" y="11854"/>
                  </a:lnTo>
                  <a:cubicBezTo>
                    <a:pt x="16597" y="11854"/>
                    <a:pt x="16536" y="11824"/>
                    <a:pt x="16506" y="11794"/>
                  </a:cubicBezTo>
                  <a:cubicBezTo>
                    <a:pt x="16506" y="11763"/>
                    <a:pt x="16506" y="11733"/>
                    <a:pt x="16536" y="11702"/>
                  </a:cubicBezTo>
                  <a:lnTo>
                    <a:pt x="16597" y="11672"/>
                  </a:lnTo>
                  <a:cubicBezTo>
                    <a:pt x="16658" y="11642"/>
                    <a:pt x="16627" y="11551"/>
                    <a:pt x="16536" y="11459"/>
                  </a:cubicBezTo>
                  <a:lnTo>
                    <a:pt x="16718" y="11429"/>
                  </a:lnTo>
                  <a:close/>
                  <a:moveTo>
                    <a:pt x="17368" y="11579"/>
                  </a:moveTo>
                  <a:cubicBezTo>
                    <a:pt x="17374" y="11579"/>
                    <a:pt x="17381" y="11579"/>
                    <a:pt x="17387" y="11581"/>
                  </a:cubicBezTo>
                  <a:lnTo>
                    <a:pt x="17387" y="11611"/>
                  </a:lnTo>
                  <a:lnTo>
                    <a:pt x="17387" y="11733"/>
                  </a:lnTo>
                  <a:cubicBezTo>
                    <a:pt x="17342" y="11846"/>
                    <a:pt x="17263" y="11908"/>
                    <a:pt x="17201" y="11908"/>
                  </a:cubicBezTo>
                  <a:cubicBezTo>
                    <a:pt x="17179" y="11908"/>
                    <a:pt x="17160" y="11901"/>
                    <a:pt x="17144" y="11885"/>
                  </a:cubicBezTo>
                  <a:cubicBezTo>
                    <a:pt x="17086" y="11827"/>
                    <a:pt x="17247" y="11579"/>
                    <a:pt x="17368" y="11579"/>
                  </a:cubicBezTo>
                  <a:close/>
                  <a:moveTo>
                    <a:pt x="7404" y="11705"/>
                  </a:moveTo>
                  <a:cubicBezTo>
                    <a:pt x="7427" y="11705"/>
                    <a:pt x="7452" y="11713"/>
                    <a:pt x="7478" y="11733"/>
                  </a:cubicBezTo>
                  <a:lnTo>
                    <a:pt x="7569" y="11794"/>
                  </a:lnTo>
                  <a:lnTo>
                    <a:pt x="7600" y="11824"/>
                  </a:lnTo>
                  <a:cubicBezTo>
                    <a:pt x="7630" y="11854"/>
                    <a:pt x="7630" y="11915"/>
                    <a:pt x="7569" y="11946"/>
                  </a:cubicBezTo>
                  <a:lnTo>
                    <a:pt x="7448" y="11946"/>
                  </a:lnTo>
                  <a:cubicBezTo>
                    <a:pt x="7415" y="11954"/>
                    <a:pt x="7387" y="11958"/>
                    <a:pt x="7363" y="11958"/>
                  </a:cubicBezTo>
                  <a:cubicBezTo>
                    <a:pt x="7298" y="11958"/>
                    <a:pt x="7265" y="11929"/>
                    <a:pt x="7265" y="11885"/>
                  </a:cubicBezTo>
                  <a:cubicBezTo>
                    <a:pt x="7265" y="11813"/>
                    <a:pt x="7321" y="11705"/>
                    <a:pt x="7404" y="11705"/>
                  </a:cubicBezTo>
                  <a:close/>
                  <a:moveTo>
                    <a:pt x="6931" y="11247"/>
                  </a:moveTo>
                  <a:lnTo>
                    <a:pt x="7022" y="11277"/>
                  </a:lnTo>
                  <a:lnTo>
                    <a:pt x="7053" y="11307"/>
                  </a:lnTo>
                  <a:cubicBezTo>
                    <a:pt x="7083" y="11459"/>
                    <a:pt x="7113" y="11581"/>
                    <a:pt x="7083" y="11733"/>
                  </a:cubicBezTo>
                  <a:cubicBezTo>
                    <a:pt x="7022" y="11854"/>
                    <a:pt x="6961" y="11946"/>
                    <a:pt x="6870" y="12037"/>
                  </a:cubicBezTo>
                  <a:cubicBezTo>
                    <a:pt x="6840" y="12067"/>
                    <a:pt x="6809" y="12067"/>
                    <a:pt x="6749" y="12098"/>
                  </a:cubicBezTo>
                  <a:cubicBezTo>
                    <a:pt x="6749" y="12067"/>
                    <a:pt x="6779" y="12037"/>
                    <a:pt x="6809" y="11976"/>
                  </a:cubicBezTo>
                  <a:cubicBezTo>
                    <a:pt x="6809" y="11824"/>
                    <a:pt x="6809" y="11702"/>
                    <a:pt x="6809" y="11581"/>
                  </a:cubicBezTo>
                  <a:lnTo>
                    <a:pt x="6779" y="11520"/>
                  </a:lnTo>
                  <a:lnTo>
                    <a:pt x="6779" y="11459"/>
                  </a:lnTo>
                  <a:cubicBezTo>
                    <a:pt x="6809" y="11368"/>
                    <a:pt x="6870" y="11307"/>
                    <a:pt x="6931" y="11247"/>
                  </a:cubicBezTo>
                  <a:close/>
                  <a:moveTo>
                    <a:pt x="75134" y="11942"/>
                  </a:moveTo>
                  <a:cubicBezTo>
                    <a:pt x="75225" y="11942"/>
                    <a:pt x="75349" y="12073"/>
                    <a:pt x="75321" y="12128"/>
                  </a:cubicBezTo>
                  <a:cubicBezTo>
                    <a:pt x="75312" y="12156"/>
                    <a:pt x="75289" y="12167"/>
                    <a:pt x="75259" y="12167"/>
                  </a:cubicBezTo>
                  <a:cubicBezTo>
                    <a:pt x="75191" y="12167"/>
                    <a:pt x="75090" y="12110"/>
                    <a:pt x="75048" y="12067"/>
                  </a:cubicBezTo>
                  <a:cubicBezTo>
                    <a:pt x="74987" y="12037"/>
                    <a:pt x="75017" y="11946"/>
                    <a:pt x="75078" y="11946"/>
                  </a:cubicBezTo>
                  <a:lnTo>
                    <a:pt x="75108" y="11946"/>
                  </a:lnTo>
                  <a:cubicBezTo>
                    <a:pt x="75117" y="11943"/>
                    <a:pt x="75125" y="11942"/>
                    <a:pt x="75134" y="11942"/>
                  </a:cubicBezTo>
                  <a:close/>
                  <a:moveTo>
                    <a:pt x="68938" y="12006"/>
                  </a:moveTo>
                  <a:cubicBezTo>
                    <a:pt x="69029" y="12006"/>
                    <a:pt x="69121" y="12067"/>
                    <a:pt x="69181" y="12128"/>
                  </a:cubicBezTo>
                  <a:lnTo>
                    <a:pt x="69090" y="12189"/>
                  </a:lnTo>
                  <a:lnTo>
                    <a:pt x="68938" y="12280"/>
                  </a:lnTo>
                  <a:cubicBezTo>
                    <a:pt x="68999" y="12310"/>
                    <a:pt x="68969" y="12432"/>
                    <a:pt x="68908" y="12462"/>
                  </a:cubicBezTo>
                  <a:lnTo>
                    <a:pt x="68847" y="12493"/>
                  </a:lnTo>
                  <a:lnTo>
                    <a:pt x="68786" y="12493"/>
                  </a:lnTo>
                  <a:cubicBezTo>
                    <a:pt x="68725" y="12493"/>
                    <a:pt x="68695" y="12462"/>
                    <a:pt x="68665" y="12402"/>
                  </a:cubicBezTo>
                  <a:lnTo>
                    <a:pt x="68665" y="12280"/>
                  </a:lnTo>
                  <a:lnTo>
                    <a:pt x="68665" y="12250"/>
                  </a:lnTo>
                  <a:cubicBezTo>
                    <a:pt x="68634" y="12128"/>
                    <a:pt x="68725" y="12006"/>
                    <a:pt x="68847" y="12006"/>
                  </a:cubicBezTo>
                  <a:close/>
                  <a:moveTo>
                    <a:pt x="69637" y="12189"/>
                  </a:moveTo>
                  <a:lnTo>
                    <a:pt x="69820" y="12280"/>
                  </a:lnTo>
                  <a:cubicBezTo>
                    <a:pt x="69880" y="12310"/>
                    <a:pt x="69880" y="12402"/>
                    <a:pt x="69820" y="12432"/>
                  </a:cubicBezTo>
                  <a:cubicBezTo>
                    <a:pt x="69728" y="12462"/>
                    <a:pt x="69637" y="12493"/>
                    <a:pt x="69546" y="12523"/>
                  </a:cubicBezTo>
                  <a:lnTo>
                    <a:pt x="69485" y="12523"/>
                  </a:lnTo>
                  <a:cubicBezTo>
                    <a:pt x="69394" y="12523"/>
                    <a:pt x="69364" y="12493"/>
                    <a:pt x="69364" y="12462"/>
                  </a:cubicBezTo>
                  <a:cubicBezTo>
                    <a:pt x="69394" y="12432"/>
                    <a:pt x="69546" y="12280"/>
                    <a:pt x="69637" y="12189"/>
                  </a:cubicBezTo>
                  <a:close/>
                  <a:moveTo>
                    <a:pt x="87328" y="12037"/>
                  </a:moveTo>
                  <a:lnTo>
                    <a:pt x="87480" y="12158"/>
                  </a:lnTo>
                  <a:lnTo>
                    <a:pt x="87510" y="12189"/>
                  </a:lnTo>
                  <a:cubicBezTo>
                    <a:pt x="87540" y="12181"/>
                    <a:pt x="87571" y="12177"/>
                    <a:pt x="87600" y="12177"/>
                  </a:cubicBezTo>
                  <a:cubicBezTo>
                    <a:pt x="87689" y="12177"/>
                    <a:pt x="87768" y="12212"/>
                    <a:pt x="87814" y="12280"/>
                  </a:cubicBezTo>
                  <a:lnTo>
                    <a:pt x="87814" y="12371"/>
                  </a:lnTo>
                  <a:cubicBezTo>
                    <a:pt x="87844" y="12371"/>
                    <a:pt x="87844" y="12432"/>
                    <a:pt x="87875" y="12432"/>
                  </a:cubicBezTo>
                  <a:lnTo>
                    <a:pt x="87966" y="12462"/>
                  </a:lnTo>
                  <a:cubicBezTo>
                    <a:pt x="88027" y="12493"/>
                    <a:pt x="88087" y="12554"/>
                    <a:pt x="88027" y="12584"/>
                  </a:cubicBezTo>
                  <a:lnTo>
                    <a:pt x="87905" y="12554"/>
                  </a:lnTo>
                  <a:cubicBezTo>
                    <a:pt x="87783" y="12554"/>
                    <a:pt x="87662" y="12554"/>
                    <a:pt x="87540" y="12523"/>
                  </a:cubicBezTo>
                  <a:cubicBezTo>
                    <a:pt x="87480" y="12493"/>
                    <a:pt x="87540" y="12402"/>
                    <a:pt x="87601" y="12341"/>
                  </a:cubicBezTo>
                  <a:cubicBezTo>
                    <a:pt x="87632" y="12310"/>
                    <a:pt x="87449" y="12250"/>
                    <a:pt x="87388" y="12250"/>
                  </a:cubicBezTo>
                  <a:cubicBezTo>
                    <a:pt x="87297" y="12250"/>
                    <a:pt x="87267" y="12158"/>
                    <a:pt x="87328" y="12037"/>
                  </a:cubicBezTo>
                  <a:close/>
                  <a:moveTo>
                    <a:pt x="79941" y="12265"/>
                  </a:moveTo>
                  <a:cubicBezTo>
                    <a:pt x="79987" y="12265"/>
                    <a:pt x="80033" y="12280"/>
                    <a:pt x="80063" y="12341"/>
                  </a:cubicBezTo>
                  <a:cubicBezTo>
                    <a:pt x="80124" y="12432"/>
                    <a:pt x="80185" y="12462"/>
                    <a:pt x="80276" y="12493"/>
                  </a:cubicBezTo>
                  <a:lnTo>
                    <a:pt x="80428" y="12554"/>
                  </a:lnTo>
                  <a:cubicBezTo>
                    <a:pt x="80428" y="12590"/>
                    <a:pt x="80395" y="12607"/>
                    <a:pt x="80340" y="12607"/>
                  </a:cubicBezTo>
                  <a:cubicBezTo>
                    <a:pt x="80255" y="12607"/>
                    <a:pt x="80119" y="12566"/>
                    <a:pt x="79972" y="12493"/>
                  </a:cubicBezTo>
                  <a:lnTo>
                    <a:pt x="79759" y="12402"/>
                  </a:lnTo>
                  <a:cubicBezTo>
                    <a:pt x="79729" y="12371"/>
                    <a:pt x="79820" y="12280"/>
                    <a:pt x="79820" y="12280"/>
                  </a:cubicBezTo>
                  <a:cubicBezTo>
                    <a:pt x="79850" y="12280"/>
                    <a:pt x="79896" y="12265"/>
                    <a:pt x="79941" y="12265"/>
                  </a:cubicBezTo>
                  <a:close/>
                  <a:moveTo>
                    <a:pt x="88387" y="12028"/>
                  </a:moveTo>
                  <a:cubicBezTo>
                    <a:pt x="88484" y="12028"/>
                    <a:pt x="88659" y="12067"/>
                    <a:pt x="88756" y="12067"/>
                  </a:cubicBezTo>
                  <a:cubicBezTo>
                    <a:pt x="88847" y="12067"/>
                    <a:pt x="89030" y="12432"/>
                    <a:pt x="88939" y="12523"/>
                  </a:cubicBezTo>
                  <a:cubicBezTo>
                    <a:pt x="88817" y="12614"/>
                    <a:pt x="88574" y="12584"/>
                    <a:pt x="88513" y="12645"/>
                  </a:cubicBezTo>
                  <a:cubicBezTo>
                    <a:pt x="88508" y="12647"/>
                    <a:pt x="88503" y="12647"/>
                    <a:pt x="88498" y="12647"/>
                  </a:cubicBezTo>
                  <a:cubicBezTo>
                    <a:pt x="88422" y="12647"/>
                    <a:pt x="88424" y="12427"/>
                    <a:pt x="88452" y="12341"/>
                  </a:cubicBezTo>
                  <a:cubicBezTo>
                    <a:pt x="88483" y="12250"/>
                    <a:pt x="88422" y="12189"/>
                    <a:pt x="88361" y="12189"/>
                  </a:cubicBezTo>
                  <a:cubicBezTo>
                    <a:pt x="88270" y="12219"/>
                    <a:pt x="88179" y="12250"/>
                    <a:pt x="88087" y="12250"/>
                  </a:cubicBezTo>
                  <a:cubicBezTo>
                    <a:pt x="88148" y="12158"/>
                    <a:pt x="88239" y="12098"/>
                    <a:pt x="88331" y="12037"/>
                  </a:cubicBezTo>
                  <a:cubicBezTo>
                    <a:pt x="88343" y="12031"/>
                    <a:pt x="88362" y="12028"/>
                    <a:pt x="88387" y="12028"/>
                  </a:cubicBezTo>
                  <a:close/>
                  <a:moveTo>
                    <a:pt x="67759" y="12525"/>
                  </a:moveTo>
                  <a:cubicBezTo>
                    <a:pt x="67795" y="12525"/>
                    <a:pt x="67833" y="12533"/>
                    <a:pt x="67874" y="12554"/>
                  </a:cubicBezTo>
                  <a:lnTo>
                    <a:pt x="67935" y="12554"/>
                  </a:lnTo>
                  <a:cubicBezTo>
                    <a:pt x="67996" y="12614"/>
                    <a:pt x="67965" y="12706"/>
                    <a:pt x="67844" y="12766"/>
                  </a:cubicBezTo>
                  <a:lnTo>
                    <a:pt x="67783" y="12797"/>
                  </a:lnTo>
                  <a:cubicBezTo>
                    <a:pt x="67734" y="12797"/>
                    <a:pt x="67681" y="12802"/>
                    <a:pt x="67628" y="12802"/>
                  </a:cubicBezTo>
                  <a:cubicBezTo>
                    <a:pt x="67550" y="12802"/>
                    <a:pt x="67473" y="12791"/>
                    <a:pt x="67418" y="12736"/>
                  </a:cubicBezTo>
                  <a:cubicBezTo>
                    <a:pt x="67388" y="12706"/>
                    <a:pt x="67388" y="12675"/>
                    <a:pt x="67418" y="12645"/>
                  </a:cubicBezTo>
                  <a:cubicBezTo>
                    <a:pt x="67536" y="12621"/>
                    <a:pt x="67636" y="12525"/>
                    <a:pt x="67759" y="12525"/>
                  </a:cubicBezTo>
                  <a:close/>
                  <a:moveTo>
                    <a:pt x="75777" y="12736"/>
                  </a:moveTo>
                  <a:cubicBezTo>
                    <a:pt x="75807" y="12765"/>
                    <a:pt x="75779" y="12824"/>
                    <a:pt x="75721" y="12883"/>
                  </a:cubicBezTo>
                  <a:lnTo>
                    <a:pt x="75721" y="12883"/>
                  </a:lnTo>
                  <a:cubicBezTo>
                    <a:pt x="75721" y="12873"/>
                    <a:pt x="75719" y="12865"/>
                    <a:pt x="75716" y="12858"/>
                  </a:cubicBezTo>
                  <a:cubicBezTo>
                    <a:pt x="75686" y="12736"/>
                    <a:pt x="75747" y="12736"/>
                    <a:pt x="75777" y="12736"/>
                  </a:cubicBezTo>
                  <a:close/>
                  <a:moveTo>
                    <a:pt x="22567" y="12887"/>
                  </a:moveTo>
                  <a:cubicBezTo>
                    <a:pt x="22633" y="12887"/>
                    <a:pt x="22697" y="12920"/>
                    <a:pt x="22737" y="12979"/>
                  </a:cubicBezTo>
                  <a:lnTo>
                    <a:pt x="22767" y="13040"/>
                  </a:lnTo>
                  <a:lnTo>
                    <a:pt x="22828" y="13070"/>
                  </a:lnTo>
                  <a:cubicBezTo>
                    <a:pt x="22828" y="13123"/>
                    <a:pt x="22818" y="13156"/>
                    <a:pt x="22791" y="13156"/>
                  </a:cubicBezTo>
                  <a:cubicBezTo>
                    <a:pt x="22772" y="13156"/>
                    <a:pt x="22744" y="13139"/>
                    <a:pt x="22706" y="13101"/>
                  </a:cubicBezTo>
                  <a:lnTo>
                    <a:pt x="22585" y="13101"/>
                  </a:lnTo>
                  <a:lnTo>
                    <a:pt x="22463" y="13070"/>
                  </a:lnTo>
                  <a:cubicBezTo>
                    <a:pt x="22447" y="13073"/>
                    <a:pt x="22433" y="13074"/>
                    <a:pt x="22421" y="13074"/>
                  </a:cubicBezTo>
                  <a:cubicBezTo>
                    <a:pt x="22302" y="13074"/>
                    <a:pt x="22408" y="12946"/>
                    <a:pt x="22463" y="12918"/>
                  </a:cubicBezTo>
                  <a:cubicBezTo>
                    <a:pt x="22495" y="12897"/>
                    <a:pt x="22532" y="12887"/>
                    <a:pt x="22567" y="12887"/>
                  </a:cubicBezTo>
                  <a:close/>
                  <a:moveTo>
                    <a:pt x="42524" y="12797"/>
                  </a:moveTo>
                  <a:cubicBezTo>
                    <a:pt x="42615" y="12827"/>
                    <a:pt x="42798" y="13010"/>
                    <a:pt x="42737" y="13101"/>
                  </a:cubicBezTo>
                  <a:cubicBezTo>
                    <a:pt x="42701" y="13172"/>
                    <a:pt x="42666" y="13201"/>
                    <a:pt x="42636" y="13201"/>
                  </a:cubicBezTo>
                  <a:cubicBezTo>
                    <a:pt x="42615" y="13201"/>
                    <a:pt x="42598" y="13187"/>
                    <a:pt x="42585" y="13161"/>
                  </a:cubicBezTo>
                  <a:lnTo>
                    <a:pt x="42585" y="13101"/>
                  </a:lnTo>
                  <a:cubicBezTo>
                    <a:pt x="42615" y="12979"/>
                    <a:pt x="42585" y="12918"/>
                    <a:pt x="42433" y="12918"/>
                  </a:cubicBezTo>
                  <a:cubicBezTo>
                    <a:pt x="42403" y="12858"/>
                    <a:pt x="42433" y="12827"/>
                    <a:pt x="42524" y="12827"/>
                  </a:cubicBezTo>
                  <a:lnTo>
                    <a:pt x="42524" y="12797"/>
                  </a:lnTo>
                  <a:close/>
                  <a:moveTo>
                    <a:pt x="16293" y="12584"/>
                  </a:moveTo>
                  <a:cubicBezTo>
                    <a:pt x="16384" y="12614"/>
                    <a:pt x="16445" y="12675"/>
                    <a:pt x="16506" y="12736"/>
                  </a:cubicBezTo>
                  <a:cubicBezTo>
                    <a:pt x="16506" y="12780"/>
                    <a:pt x="16522" y="12809"/>
                    <a:pt x="16543" y="12809"/>
                  </a:cubicBezTo>
                  <a:cubicBezTo>
                    <a:pt x="16550" y="12809"/>
                    <a:pt x="16558" y="12805"/>
                    <a:pt x="16566" y="12797"/>
                  </a:cubicBezTo>
                  <a:lnTo>
                    <a:pt x="16566" y="12675"/>
                  </a:lnTo>
                  <a:cubicBezTo>
                    <a:pt x="16597" y="12645"/>
                    <a:pt x="16627" y="12614"/>
                    <a:pt x="16658" y="12614"/>
                  </a:cubicBezTo>
                  <a:cubicBezTo>
                    <a:pt x="16688" y="12614"/>
                    <a:pt x="16779" y="12645"/>
                    <a:pt x="16779" y="12645"/>
                  </a:cubicBezTo>
                  <a:lnTo>
                    <a:pt x="16779" y="12797"/>
                  </a:lnTo>
                  <a:cubicBezTo>
                    <a:pt x="16870" y="12918"/>
                    <a:pt x="17022" y="13192"/>
                    <a:pt x="16962" y="13222"/>
                  </a:cubicBezTo>
                  <a:cubicBezTo>
                    <a:pt x="16951" y="13233"/>
                    <a:pt x="16938" y="13238"/>
                    <a:pt x="16924" y="13238"/>
                  </a:cubicBezTo>
                  <a:cubicBezTo>
                    <a:pt x="16860" y="13238"/>
                    <a:pt x="16768" y="13129"/>
                    <a:pt x="16718" y="12979"/>
                  </a:cubicBezTo>
                  <a:lnTo>
                    <a:pt x="16232" y="12979"/>
                  </a:lnTo>
                  <a:cubicBezTo>
                    <a:pt x="16232" y="12949"/>
                    <a:pt x="16354" y="12766"/>
                    <a:pt x="16293" y="12706"/>
                  </a:cubicBezTo>
                  <a:cubicBezTo>
                    <a:pt x="16232" y="12675"/>
                    <a:pt x="16202" y="12584"/>
                    <a:pt x="16202" y="12584"/>
                  </a:cubicBezTo>
                  <a:close/>
                  <a:moveTo>
                    <a:pt x="43892" y="13010"/>
                  </a:moveTo>
                  <a:cubicBezTo>
                    <a:pt x="43983" y="13101"/>
                    <a:pt x="44074" y="13161"/>
                    <a:pt x="44135" y="13253"/>
                  </a:cubicBezTo>
                  <a:cubicBezTo>
                    <a:pt x="44156" y="13253"/>
                    <a:pt x="44135" y="13266"/>
                    <a:pt x="44092" y="13266"/>
                  </a:cubicBezTo>
                  <a:cubicBezTo>
                    <a:pt x="44071" y="13266"/>
                    <a:pt x="44044" y="13263"/>
                    <a:pt x="44014" y="13253"/>
                  </a:cubicBezTo>
                  <a:lnTo>
                    <a:pt x="43467" y="13253"/>
                  </a:lnTo>
                  <a:cubicBezTo>
                    <a:pt x="43406" y="13222"/>
                    <a:pt x="43467" y="13131"/>
                    <a:pt x="43588" y="13040"/>
                  </a:cubicBezTo>
                  <a:cubicBezTo>
                    <a:pt x="43624" y="13076"/>
                    <a:pt x="43655" y="13088"/>
                    <a:pt x="43685" y="13088"/>
                  </a:cubicBezTo>
                  <a:cubicBezTo>
                    <a:pt x="43732" y="13088"/>
                    <a:pt x="43776" y="13058"/>
                    <a:pt x="43831" y="13040"/>
                  </a:cubicBezTo>
                  <a:lnTo>
                    <a:pt x="43892" y="13010"/>
                  </a:lnTo>
                  <a:close/>
                  <a:moveTo>
                    <a:pt x="14834" y="12918"/>
                  </a:moveTo>
                  <a:lnTo>
                    <a:pt x="14803" y="12949"/>
                  </a:lnTo>
                  <a:cubicBezTo>
                    <a:pt x="14895" y="12949"/>
                    <a:pt x="15138" y="13010"/>
                    <a:pt x="15107" y="13040"/>
                  </a:cubicBezTo>
                  <a:lnTo>
                    <a:pt x="15107" y="13131"/>
                  </a:lnTo>
                  <a:cubicBezTo>
                    <a:pt x="15138" y="13222"/>
                    <a:pt x="15138" y="13283"/>
                    <a:pt x="15077" y="13344"/>
                  </a:cubicBezTo>
                  <a:lnTo>
                    <a:pt x="14986" y="13344"/>
                  </a:lnTo>
                  <a:cubicBezTo>
                    <a:pt x="14955" y="13313"/>
                    <a:pt x="14895" y="13283"/>
                    <a:pt x="14864" y="13253"/>
                  </a:cubicBezTo>
                  <a:lnTo>
                    <a:pt x="14712" y="13101"/>
                  </a:lnTo>
                  <a:cubicBezTo>
                    <a:pt x="14682" y="13010"/>
                    <a:pt x="14743" y="12918"/>
                    <a:pt x="14834" y="12918"/>
                  </a:cubicBezTo>
                  <a:close/>
                  <a:moveTo>
                    <a:pt x="76025" y="12647"/>
                  </a:moveTo>
                  <a:cubicBezTo>
                    <a:pt x="76174" y="12647"/>
                    <a:pt x="76311" y="12749"/>
                    <a:pt x="76264" y="12797"/>
                  </a:cubicBezTo>
                  <a:cubicBezTo>
                    <a:pt x="76203" y="12827"/>
                    <a:pt x="76416" y="13161"/>
                    <a:pt x="76507" y="13283"/>
                  </a:cubicBezTo>
                  <a:cubicBezTo>
                    <a:pt x="76553" y="13376"/>
                    <a:pt x="76511" y="13416"/>
                    <a:pt x="76461" y="13416"/>
                  </a:cubicBezTo>
                  <a:cubicBezTo>
                    <a:pt x="76446" y="13416"/>
                    <a:pt x="76430" y="13412"/>
                    <a:pt x="76416" y="13405"/>
                  </a:cubicBezTo>
                  <a:cubicBezTo>
                    <a:pt x="76294" y="13344"/>
                    <a:pt x="76203" y="13313"/>
                    <a:pt x="76081" y="13313"/>
                  </a:cubicBezTo>
                  <a:lnTo>
                    <a:pt x="76020" y="13344"/>
                  </a:lnTo>
                  <a:cubicBezTo>
                    <a:pt x="75965" y="13390"/>
                    <a:pt x="75916" y="13405"/>
                    <a:pt x="75869" y="13405"/>
                  </a:cubicBezTo>
                  <a:cubicBezTo>
                    <a:pt x="75774" y="13405"/>
                    <a:pt x="75692" y="13340"/>
                    <a:pt x="75600" y="13340"/>
                  </a:cubicBezTo>
                  <a:cubicBezTo>
                    <a:pt x="75588" y="13340"/>
                    <a:pt x="75577" y="13341"/>
                    <a:pt x="75564" y="13344"/>
                  </a:cubicBezTo>
                  <a:lnTo>
                    <a:pt x="75443" y="13405"/>
                  </a:lnTo>
                  <a:cubicBezTo>
                    <a:pt x="75260" y="13374"/>
                    <a:pt x="75108" y="13313"/>
                    <a:pt x="75108" y="13283"/>
                  </a:cubicBezTo>
                  <a:cubicBezTo>
                    <a:pt x="75108" y="13253"/>
                    <a:pt x="75352" y="13101"/>
                    <a:pt x="75291" y="13040"/>
                  </a:cubicBezTo>
                  <a:cubicBezTo>
                    <a:pt x="75230" y="12979"/>
                    <a:pt x="75139" y="12888"/>
                    <a:pt x="75108" y="12888"/>
                  </a:cubicBezTo>
                  <a:cubicBezTo>
                    <a:pt x="75108" y="12858"/>
                    <a:pt x="75230" y="12827"/>
                    <a:pt x="75291" y="12827"/>
                  </a:cubicBezTo>
                  <a:cubicBezTo>
                    <a:pt x="75352" y="12827"/>
                    <a:pt x="75504" y="13131"/>
                    <a:pt x="75564" y="13161"/>
                  </a:cubicBezTo>
                  <a:cubicBezTo>
                    <a:pt x="75570" y="13163"/>
                    <a:pt x="75575" y="13164"/>
                    <a:pt x="75580" y="13164"/>
                  </a:cubicBezTo>
                  <a:cubicBezTo>
                    <a:pt x="75652" y="13164"/>
                    <a:pt x="75719" y="13008"/>
                    <a:pt x="75722" y="12908"/>
                  </a:cubicBezTo>
                  <a:lnTo>
                    <a:pt x="75722" y="12908"/>
                  </a:lnTo>
                  <a:cubicBezTo>
                    <a:pt x="75730" y="12910"/>
                    <a:pt x="75741" y="12911"/>
                    <a:pt x="75754" y="12911"/>
                  </a:cubicBezTo>
                  <a:cubicBezTo>
                    <a:pt x="75792" y="12911"/>
                    <a:pt x="75853" y="12903"/>
                    <a:pt x="75929" y="12888"/>
                  </a:cubicBezTo>
                  <a:lnTo>
                    <a:pt x="75899" y="12675"/>
                  </a:lnTo>
                  <a:cubicBezTo>
                    <a:pt x="75939" y="12655"/>
                    <a:pt x="75982" y="12647"/>
                    <a:pt x="76025" y="12647"/>
                  </a:cubicBezTo>
                  <a:close/>
                  <a:moveTo>
                    <a:pt x="66347" y="13262"/>
                  </a:moveTo>
                  <a:cubicBezTo>
                    <a:pt x="66389" y="13262"/>
                    <a:pt x="66442" y="13277"/>
                    <a:pt x="66507" y="13313"/>
                  </a:cubicBezTo>
                  <a:lnTo>
                    <a:pt x="66658" y="13405"/>
                  </a:lnTo>
                  <a:cubicBezTo>
                    <a:pt x="66658" y="13405"/>
                    <a:pt x="66689" y="13465"/>
                    <a:pt x="66658" y="13496"/>
                  </a:cubicBezTo>
                  <a:lnTo>
                    <a:pt x="66598" y="13496"/>
                  </a:lnTo>
                  <a:lnTo>
                    <a:pt x="66507" y="13405"/>
                  </a:lnTo>
                  <a:cubicBezTo>
                    <a:pt x="66440" y="13438"/>
                    <a:pt x="66373" y="13462"/>
                    <a:pt x="66321" y="13462"/>
                  </a:cubicBezTo>
                  <a:cubicBezTo>
                    <a:pt x="66279" y="13462"/>
                    <a:pt x="66247" y="13446"/>
                    <a:pt x="66233" y="13405"/>
                  </a:cubicBezTo>
                  <a:cubicBezTo>
                    <a:pt x="66212" y="13341"/>
                    <a:pt x="66250" y="13262"/>
                    <a:pt x="66347" y="13262"/>
                  </a:cubicBezTo>
                  <a:close/>
                  <a:moveTo>
                    <a:pt x="72720" y="12795"/>
                  </a:moveTo>
                  <a:cubicBezTo>
                    <a:pt x="72786" y="12795"/>
                    <a:pt x="72850" y="12829"/>
                    <a:pt x="72890" y="12888"/>
                  </a:cubicBezTo>
                  <a:lnTo>
                    <a:pt x="72829" y="12979"/>
                  </a:lnTo>
                  <a:lnTo>
                    <a:pt x="72738" y="13070"/>
                  </a:lnTo>
                  <a:cubicBezTo>
                    <a:pt x="72757" y="13129"/>
                    <a:pt x="72878" y="13163"/>
                    <a:pt x="72986" y="13163"/>
                  </a:cubicBezTo>
                  <a:cubicBezTo>
                    <a:pt x="73045" y="13163"/>
                    <a:pt x="73100" y="13153"/>
                    <a:pt x="73133" y="13131"/>
                  </a:cubicBezTo>
                  <a:cubicBezTo>
                    <a:pt x="73224" y="13070"/>
                    <a:pt x="73315" y="13040"/>
                    <a:pt x="73437" y="13010"/>
                  </a:cubicBezTo>
                  <a:lnTo>
                    <a:pt x="73528" y="13010"/>
                  </a:lnTo>
                  <a:cubicBezTo>
                    <a:pt x="73538" y="13006"/>
                    <a:pt x="73547" y="13005"/>
                    <a:pt x="73556" y="13005"/>
                  </a:cubicBezTo>
                  <a:cubicBezTo>
                    <a:pt x="73632" y="13005"/>
                    <a:pt x="73680" y="13107"/>
                    <a:pt x="73680" y="13161"/>
                  </a:cubicBezTo>
                  <a:cubicBezTo>
                    <a:pt x="73680" y="13197"/>
                    <a:pt x="73774" y="13212"/>
                    <a:pt x="73852" y="13212"/>
                  </a:cubicBezTo>
                  <a:cubicBezTo>
                    <a:pt x="73907" y="13212"/>
                    <a:pt x="73953" y="13204"/>
                    <a:pt x="73953" y="13192"/>
                  </a:cubicBezTo>
                  <a:cubicBezTo>
                    <a:pt x="73923" y="13131"/>
                    <a:pt x="73923" y="13070"/>
                    <a:pt x="73953" y="13040"/>
                  </a:cubicBezTo>
                  <a:cubicBezTo>
                    <a:pt x="73965" y="13042"/>
                    <a:pt x="73976" y="13043"/>
                    <a:pt x="73985" y="13043"/>
                  </a:cubicBezTo>
                  <a:cubicBezTo>
                    <a:pt x="74097" y="13043"/>
                    <a:pt x="74049" y="12888"/>
                    <a:pt x="74105" y="12888"/>
                  </a:cubicBezTo>
                  <a:cubicBezTo>
                    <a:pt x="74197" y="12888"/>
                    <a:pt x="74288" y="12918"/>
                    <a:pt x="74379" y="12949"/>
                  </a:cubicBezTo>
                  <a:lnTo>
                    <a:pt x="74470" y="12979"/>
                  </a:lnTo>
                  <a:cubicBezTo>
                    <a:pt x="74531" y="12994"/>
                    <a:pt x="74584" y="13002"/>
                    <a:pt x="74637" y="13002"/>
                  </a:cubicBezTo>
                  <a:cubicBezTo>
                    <a:pt x="74691" y="13002"/>
                    <a:pt x="74744" y="12994"/>
                    <a:pt x="74805" y="12979"/>
                  </a:cubicBezTo>
                  <a:lnTo>
                    <a:pt x="74805" y="12918"/>
                  </a:lnTo>
                  <a:cubicBezTo>
                    <a:pt x="74805" y="12850"/>
                    <a:pt x="74839" y="12816"/>
                    <a:pt x="74894" y="12816"/>
                  </a:cubicBezTo>
                  <a:cubicBezTo>
                    <a:pt x="74913" y="12816"/>
                    <a:pt x="74934" y="12820"/>
                    <a:pt x="74957" y="12827"/>
                  </a:cubicBezTo>
                  <a:lnTo>
                    <a:pt x="74987" y="12827"/>
                  </a:lnTo>
                  <a:cubicBezTo>
                    <a:pt x="74957" y="12979"/>
                    <a:pt x="74865" y="13101"/>
                    <a:pt x="74744" y="13192"/>
                  </a:cubicBezTo>
                  <a:cubicBezTo>
                    <a:pt x="74683" y="13253"/>
                    <a:pt x="74653" y="13283"/>
                    <a:pt x="74592" y="13344"/>
                  </a:cubicBezTo>
                  <a:lnTo>
                    <a:pt x="74409" y="13344"/>
                  </a:lnTo>
                  <a:cubicBezTo>
                    <a:pt x="74399" y="13354"/>
                    <a:pt x="74389" y="13357"/>
                    <a:pt x="74379" y="13357"/>
                  </a:cubicBezTo>
                  <a:cubicBezTo>
                    <a:pt x="74359" y="13357"/>
                    <a:pt x="74338" y="13344"/>
                    <a:pt x="74318" y="13344"/>
                  </a:cubicBezTo>
                  <a:cubicBezTo>
                    <a:pt x="74300" y="13335"/>
                    <a:pt x="74283" y="13331"/>
                    <a:pt x="74265" y="13331"/>
                  </a:cubicBezTo>
                  <a:cubicBezTo>
                    <a:pt x="74222" y="13331"/>
                    <a:pt x="74179" y="13353"/>
                    <a:pt x="74136" y="13374"/>
                  </a:cubicBezTo>
                  <a:cubicBezTo>
                    <a:pt x="74130" y="13380"/>
                    <a:pt x="74123" y="13382"/>
                    <a:pt x="74114" y="13382"/>
                  </a:cubicBezTo>
                  <a:cubicBezTo>
                    <a:pt x="74073" y="13382"/>
                    <a:pt x="73998" y="13328"/>
                    <a:pt x="73923" y="13253"/>
                  </a:cubicBezTo>
                  <a:lnTo>
                    <a:pt x="73771" y="13344"/>
                  </a:lnTo>
                  <a:lnTo>
                    <a:pt x="73649" y="13465"/>
                  </a:lnTo>
                  <a:cubicBezTo>
                    <a:pt x="73528" y="13374"/>
                    <a:pt x="73376" y="13374"/>
                    <a:pt x="73254" y="13374"/>
                  </a:cubicBezTo>
                  <a:lnTo>
                    <a:pt x="73102" y="13374"/>
                  </a:lnTo>
                  <a:cubicBezTo>
                    <a:pt x="73042" y="13374"/>
                    <a:pt x="72950" y="13313"/>
                    <a:pt x="72920" y="13313"/>
                  </a:cubicBezTo>
                  <a:cubicBezTo>
                    <a:pt x="72859" y="13344"/>
                    <a:pt x="72829" y="13435"/>
                    <a:pt x="72798" y="13465"/>
                  </a:cubicBezTo>
                  <a:lnTo>
                    <a:pt x="72768" y="13496"/>
                  </a:lnTo>
                  <a:cubicBezTo>
                    <a:pt x="72707" y="13511"/>
                    <a:pt x="72654" y="13519"/>
                    <a:pt x="72601" y="13519"/>
                  </a:cubicBezTo>
                  <a:cubicBezTo>
                    <a:pt x="72548" y="13519"/>
                    <a:pt x="72494" y="13511"/>
                    <a:pt x="72434" y="13496"/>
                  </a:cubicBezTo>
                  <a:lnTo>
                    <a:pt x="72312" y="13496"/>
                  </a:lnTo>
                  <a:cubicBezTo>
                    <a:pt x="72282" y="13496"/>
                    <a:pt x="72251" y="13465"/>
                    <a:pt x="72251" y="13435"/>
                  </a:cubicBezTo>
                  <a:cubicBezTo>
                    <a:pt x="72251" y="13405"/>
                    <a:pt x="72251" y="13344"/>
                    <a:pt x="72282" y="13344"/>
                  </a:cubicBezTo>
                  <a:lnTo>
                    <a:pt x="72373" y="13283"/>
                  </a:lnTo>
                  <a:cubicBezTo>
                    <a:pt x="72464" y="13253"/>
                    <a:pt x="72525" y="13101"/>
                    <a:pt x="72434" y="13101"/>
                  </a:cubicBezTo>
                  <a:cubicBezTo>
                    <a:pt x="72373" y="13070"/>
                    <a:pt x="72555" y="12888"/>
                    <a:pt x="72616" y="12827"/>
                  </a:cubicBezTo>
                  <a:cubicBezTo>
                    <a:pt x="72648" y="12806"/>
                    <a:pt x="72684" y="12795"/>
                    <a:pt x="72720" y="12795"/>
                  </a:cubicBezTo>
                  <a:close/>
                  <a:moveTo>
                    <a:pt x="13702" y="13179"/>
                  </a:moveTo>
                  <a:cubicBezTo>
                    <a:pt x="13745" y="13179"/>
                    <a:pt x="13788" y="13201"/>
                    <a:pt x="13831" y="13222"/>
                  </a:cubicBezTo>
                  <a:cubicBezTo>
                    <a:pt x="13861" y="13283"/>
                    <a:pt x="13861" y="13344"/>
                    <a:pt x="13709" y="13344"/>
                  </a:cubicBezTo>
                  <a:cubicBezTo>
                    <a:pt x="13588" y="13374"/>
                    <a:pt x="13648" y="13465"/>
                    <a:pt x="13618" y="13526"/>
                  </a:cubicBezTo>
                  <a:lnTo>
                    <a:pt x="13588" y="13557"/>
                  </a:lnTo>
                  <a:cubicBezTo>
                    <a:pt x="13557" y="13557"/>
                    <a:pt x="13496" y="13557"/>
                    <a:pt x="13466" y="13526"/>
                  </a:cubicBezTo>
                  <a:cubicBezTo>
                    <a:pt x="13436" y="13496"/>
                    <a:pt x="13588" y="13313"/>
                    <a:pt x="13496" y="13313"/>
                  </a:cubicBezTo>
                  <a:cubicBezTo>
                    <a:pt x="13405" y="13313"/>
                    <a:pt x="13405" y="13283"/>
                    <a:pt x="13527" y="13222"/>
                  </a:cubicBezTo>
                  <a:lnTo>
                    <a:pt x="13648" y="13192"/>
                  </a:lnTo>
                  <a:cubicBezTo>
                    <a:pt x="13666" y="13183"/>
                    <a:pt x="13684" y="13179"/>
                    <a:pt x="13702" y="13179"/>
                  </a:cubicBezTo>
                  <a:close/>
                  <a:moveTo>
                    <a:pt x="17782" y="13040"/>
                  </a:moveTo>
                  <a:lnTo>
                    <a:pt x="17934" y="13101"/>
                  </a:lnTo>
                  <a:lnTo>
                    <a:pt x="18025" y="13101"/>
                  </a:lnTo>
                  <a:cubicBezTo>
                    <a:pt x="18117" y="13131"/>
                    <a:pt x="18086" y="13192"/>
                    <a:pt x="17995" y="13192"/>
                  </a:cubicBezTo>
                  <a:cubicBezTo>
                    <a:pt x="17873" y="13192"/>
                    <a:pt x="17721" y="13587"/>
                    <a:pt x="17691" y="13587"/>
                  </a:cubicBezTo>
                  <a:cubicBezTo>
                    <a:pt x="17682" y="13596"/>
                    <a:pt x="17668" y="13600"/>
                    <a:pt x="17652" y="13600"/>
                  </a:cubicBezTo>
                  <a:cubicBezTo>
                    <a:pt x="17612" y="13600"/>
                    <a:pt x="17561" y="13578"/>
                    <a:pt x="17539" y="13557"/>
                  </a:cubicBezTo>
                  <a:lnTo>
                    <a:pt x="17539" y="13526"/>
                  </a:lnTo>
                  <a:lnTo>
                    <a:pt x="17569" y="13405"/>
                  </a:lnTo>
                  <a:cubicBezTo>
                    <a:pt x="17630" y="13313"/>
                    <a:pt x="17721" y="13131"/>
                    <a:pt x="17782" y="13040"/>
                  </a:cubicBezTo>
                  <a:close/>
                  <a:moveTo>
                    <a:pt x="65534" y="13070"/>
                  </a:moveTo>
                  <a:cubicBezTo>
                    <a:pt x="65625" y="13101"/>
                    <a:pt x="65686" y="13131"/>
                    <a:pt x="65747" y="13161"/>
                  </a:cubicBezTo>
                  <a:cubicBezTo>
                    <a:pt x="65807" y="13192"/>
                    <a:pt x="65899" y="13313"/>
                    <a:pt x="65899" y="13344"/>
                  </a:cubicBezTo>
                  <a:cubicBezTo>
                    <a:pt x="65868" y="13374"/>
                    <a:pt x="65899" y="13435"/>
                    <a:pt x="65990" y="13435"/>
                  </a:cubicBezTo>
                  <a:lnTo>
                    <a:pt x="66020" y="13465"/>
                  </a:lnTo>
                  <a:cubicBezTo>
                    <a:pt x="66051" y="13465"/>
                    <a:pt x="66051" y="13557"/>
                    <a:pt x="66051" y="13557"/>
                  </a:cubicBezTo>
                  <a:cubicBezTo>
                    <a:pt x="66051" y="13587"/>
                    <a:pt x="65990" y="13587"/>
                    <a:pt x="65959" y="13587"/>
                  </a:cubicBezTo>
                  <a:lnTo>
                    <a:pt x="65868" y="13617"/>
                  </a:lnTo>
                  <a:cubicBezTo>
                    <a:pt x="65777" y="13617"/>
                    <a:pt x="65625" y="13587"/>
                    <a:pt x="65564" y="13557"/>
                  </a:cubicBezTo>
                  <a:lnTo>
                    <a:pt x="65503" y="13526"/>
                  </a:lnTo>
                  <a:cubicBezTo>
                    <a:pt x="65473" y="13496"/>
                    <a:pt x="65443" y="13435"/>
                    <a:pt x="65473" y="13374"/>
                  </a:cubicBezTo>
                  <a:lnTo>
                    <a:pt x="65503" y="13344"/>
                  </a:lnTo>
                  <a:cubicBezTo>
                    <a:pt x="65564" y="13313"/>
                    <a:pt x="65564" y="13253"/>
                    <a:pt x="65503" y="13253"/>
                  </a:cubicBezTo>
                  <a:lnTo>
                    <a:pt x="65473" y="13222"/>
                  </a:lnTo>
                  <a:cubicBezTo>
                    <a:pt x="65443" y="13192"/>
                    <a:pt x="65473" y="13131"/>
                    <a:pt x="65503" y="13101"/>
                  </a:cubicBezTo>
                  <a:lnTo>
                    <a:pt x="65534" y="13070"/>
                  </a:lnTo>
                  <a:close/>
                  <a:moveTo>
                    <a:pt x="37783" y="13313"/>
                  </a:moveTo>
                  <a:lnTo>
                    <a:pt x="37904" y="13374"/>
                  </a:lnTo>
                  <a:lnTo>
                    <a:pt x="38056" y="13496"/>
                  </a:lnTo>
                  <a:cubicBezTo>
                    <a:pt x="38080" y="13591"/>
                    <a:pt x="38011" y="13667"/>
                    <a:pt x="37936" y="13667"/>
                  </a:cubicBezTo>
                  <a:cubicBezTo>
                    <a:pt x="37915" y="13667"/>
                    <a:pt x="37894" y="13661"/>
                    <a:pt x="37874" y="13648"/>
                  </a:cubicBezTo>
                  <a:cubicBezTo>
                    <a:pt x="37847" y="13630"/>
                    <a:pt x="37820" y="13610"/>
                    <a:pt x="37794" y="13588"/>
                  </a:cubicBezTo>
                  <a:lnTo>
                    <a:pt x="37794" y="13588"/>
                  </a:lnTo>
                  <a:cubicBezTo>
                    <a:pt x="37813" y="13520"/>
                    <a:pt x="37810" y="13423"/>
                    <a:pt x="37783" y="13313"/>
                  </a:cubicBezTo>
                  <a:close/>
                  <a:moveTo>
                    <a:pt x="44253" y="13412"/>
                  </a:moveTo>
                  <a:cubicBezTo>
                    <a:pt x="44318" y="13412"/>
                    <a:pt x="44378" y="13420"/>
                    <a:pt x="44439" y="13435"/>
                  </a:cubicBezTo>
                  <a:lnTo>
                    <a:pt x="44652" y="13526"/>
                  </a:lnTo>
                  <a:cubicBezTo>
                    <a:pt x="44726" y="13477"/>
                    <a:pt x="44821" y="13427"/>
                    <a:pt x="44920" y="13427"/>
                  </a:cubicBezTo>
                  <a:cubicBezTo>
                    <a:pt x="44942" y="13427"/>
                    <a:pt x="44964" y="13429"/>
                    <a:pt x="44986" y="13435"/>
                  </a:cubicBezTo>
                  <a:cubicBezTo>
                    <a:pt x="45047" y="13465"/>
                    <a:pt x="44956" y="13587"/>
                    <a:pt x="44926" y="13617"/>
                  </a:cubicBezTo>
                  <a:cubicBezTo>
                    <a:pt x="44872" y="13653"/>
                    <a:pt x="44819" y="13668"/>
                    <a:pt x="44771" y="13668"/>
                  </a:cubicBezTo>
                  <a:cubicBezTo>
                    <a:pt x="44738" y="13668"/>
                    <a:pt x="44708" y="13660"/>
                    <a:pt x="44682" y="13648"/>
                  </a:cubicBezTo>
                  <a:cubicBezTo>
                    <a:pt x="44439" y="13648"/>
                    <a:pt x="44196" y="13617"/>
                    <a:pt x="43953" y="13587"/>
                  </a:cubicBezTo>
                  <a:cubicBezTo>
                    <a:pt x="43953" y="13526"/>
                    <a:pt x="43983" y="13465"/>
                    <a:pt x="44014" y="13435"/>
                  </a:cubicBezTo>
                  <a:lnTo>
                    <a:pt x="44044" y="13435"/>
                  </a:lnTo>
                  <a:cubicBezTo>
                    <a:pt x="44120" y="13420"/>
                    <a:pt x="44188" y="13412"/>
                    <a:pt x="44253" y="13412"/>
                  </a:cubicBezTo>
                  <a:close/>
                  <a:moveTo>
                    <a:pt x="63285" y="13344"/>
                  </a:moveTo>
                  <a:cubicBezTo>
                    <a:pt x="63437" y="13374"/>
                    <a:pt x="63528" y="13435"/>
                    <a:pt x="63528" y="13496"/>
                  </a:cubicBezTo>
                  <a:cubicBezTo>
                    <a:pt x="63505" y="13540"/>
                    <a:pt x="63418" y="13569"/>
                    <a:pt x="63361" y="13569"/>
                  </a:cubicBezTo>
                  <a:cubicBezTo>
                    <a:pt x="63340" y="13569"/>
                    <a:pt x="63323" y="13565"/>
                    <a:pt x="63315" y="13557"/>
                  </a:cubicBezTo>
                  <a:cubicBezTo>
                    <a:pt x="63293" y="13535"/>
                    <a:pt x="63226" y="13514"/>
                    <a:pt x="63157" y="13514"/>
                  </a:cubicBezTo>
                  <a:cubicBezTo>
                    <a:pt x="63128" y="13514"/>
                    <a:pt x="63098" y="13517"/>
                    <a:pt x="63072" y="13526"/>
                  </a:cubicBezTo>
                  <a:lnTo>
                    <a:pt x="62981" y="13557"/>
                  </a:lnTo>
                  <a:lnTo>
                    <a:pt x="62889" y="13617"/>
                  </a:lnTo>
                  <a:cubicBezTo>
                    <a:pt x="62851" y="13656"/>
                    <a:pt x="62813" y="13672"/>
                    <a:pt x="62777" y="13672"/>
                  </a:cubicBezTo>
                  <a:cubicBezTo>
                    <a:pt x="62727" y="13672"/>
                    <a:pt x="62682" y="13640"/>
                    <a:pt x="62646" y="13587"/>
                  </a:cubicBezTo>
                  <a:cubicBezTo>
                    <a:pt x="62616" y="13557"/>
                    <a:pt x="62555" y="13374"/>
                    <a:pt x="62616" y="13374"/>
                  </a:cubicBezTo>
                  <a:lnTo>
                    <a:pt x="62616" y="13374"/>
                  </a:lnTo>
                  <a:cubicBezTo>
                    <a:pt x="62628" y="13380"/>
                    <a:pt x="62656" y="13383"/>
                    <a:pt x="62694" y="13383"/>
                  </a:cubicBezTo>
                  <a:cubicBezTo>
                    <a:pt x="62847" y="13383"/>
                    <a:pt x="63163" y="13344"/>
                    <a:pt x="63285" y="13344"/>
                  </a:cubicBezTo>
                  <a:close/>
                  <a:moveTo>
                    <a:pt x="71431" y="12888"/>
                  </a:moveTo>
                  <a:cubicBezTo>
                    <a:pt x="71583" y="13070"/>
                    <a:pt x="71643" y="13222"/>
                    <a:pt x="71552" y="13222"/>
                  </a:cubicBezTo>
                  <a:cubicBezTo>
                    <a:pt x="71339" y="13283"/>
                    <a:pt x="71157" y="13344"/>
                    <a:pt x="70975" y="13435"/>
                  </a:cubicBezTo>
                  <a:cubicBezTo>
                    <a:pt x="70914" y="13496"/>
                    <a:pt x="70975" y="13526"/>
                    <a:pt x="71127" y="13526"/>
                  </a:cubicBezTo>
                  <a:lnTo>
                    <a:pt x="71218" y="13526"/>
                  </a:lnTo>
                  <a:cubicBezTo>
                    <a:pt x="71248" y="13557"/>
                    <a:pt x="71279" y="13587"/>
                    <a:pt x="71309" y="13617"/>
                  </a:cubicBezTo>
                  <a:cubicBezTo>
                    <a:pt x="71309" y="13648"/>
                    <a:pt x="71248" y="13678"/>
                    <a:pt x="71248" y="13678"/>
                  </a:cubicBezTo>
                  <a:lnTo>
                    <a:pt x="71066" y="13678"/>
                  </a:lnTo>
                  <a:cubicBezTo>
                    <a:pt x="70823" y="13648"/>
                    <a:pt x="70610" y="13526"/>
                    <a:pt x="70428" y="13374"/>
                  </a:cubicBezTo>
                  <a:cubicBezTo>
                    <a:pt x="70306" y="13283"/>
                    <a:pt x="70184" y="13192"/>
                    <a:pt x="70063" y="13161"/>
                  </a:cubicBezTo>
                  <a:cubicBezTo>
                    <a:pt x="69972" y="13161"/>
                    <a:pt x="69972" y="13101"/>
                    <a:pt x="70093" y="13070"/>
                  </a:cubicBezTo>
                  <a:lnTo>
                    <a:pt x="70124" y="13010"/>
                  </a:lnTo>
                  <a:cubicBezTo>
                    <a:pt x="70169" y="12979"/>
                    <a:pt x="70200" y="12964"/>
                    <a:pt x="70230" y="12964"/>
                  </a:cubicBezTo>
                  <a:cubicBezTo>
                    <a:pt x="70260" y="12964"/>
                    <a:pt x="70291" y="12979"/>
                    <a:pt x="70336" y="13010"/>
                  </a:cubicBezTo>
                  <a:lnTo>
                    <a:pt x="70367" y="13040"/>
                  </a:lnTo>
                  <a:lnTo>
                    <a:pt x="70853" y="12949"/>
                  </a:lnTo>
                  <a:lnTo>
                    <a:pt x="70975" y="13040"/>
                  </a:lnTo>
                  <a:cubicBezTo>
                    <a:pt x="71035" y="13070"/>
                    <a:pt x="71127" y="13101"/>
                    <a:pt x="71157" y="13101"/>
                  </a:cubicBezTo>
                  <a:lnTo>
                    <a:pt x="71431" y="12888"/>
                  </a:lnTo>
                  <a:close/>
                  <a:moveTo>
                    <a:pt x="17296" y="13010"/>
                  </a:moveTo>
                  <a:cubicBezTo>
                    <a:pt x="17296" y="13010"/>
                    <a:pt x="17326" y="13070"/>
                    <a:pt x="17326" y="13101"/>
                  </a:cubicBezTo>
                  <a:lnTo>
                    <a:pt x="17326" y="13131"/>
                  </a:lnTo>
                  <a:cubicBezTo>
                    <a:pt x="17296" y="13313"/>
                    <a:pt x="17448" y="13526"/>
                    <a:pt x="17113" y="13648"/>
                  </a:cubicBezTo>
                  <a:lnTo>
                    <a:pt x="17083" y="13678"/>
                  </a:lnTo>
                  <a:cubicBezTo>
                    <a:pt x="17047" y="13714"/>
                    <a:pt x="17026" y="13726"/>
                    <a:pt x="17012" y="13726"/>
                  </a:cubicBezTo>
                  <a:cubicBezTo>
                    <a:pt x="16992" y="13726"/>
                    <a:pt x="16992" y="13697"/>
                    <a:pt x="16992" y="13678"/>
                  </a:cubicBezTo>
                  <a:cubicBezTo>
                    <a:pt x="17022" y="13648"/>
                    <a:pt x="17113" y="13405"/>
                    <a:pt x="17113" y="13344"/>
                  </a:cubicBezTo>
                  <a:cubicBezTo>
                    <a:pt x="17113" y="13253"/>
                    <a:pt x="17144" y="13161"/>
                    <a:pt x="17174" y="13070"/>
                  </a:cubicBezTo>
                  <a:cubicBezTo>
                    <a:pt x="17205" y="13040"/>
                    <a:pt x="17235" y="13010"/>
                    <a:pt x="17296" y="13010"/>
                  </a:cubicBezTo>
                  <a:close/>
                  <a:moveTo>
                    <a:pt x="64288" y="13131"/>
                  </a:moveTo>
                  <a:cubicBezTo>
                    <a:pt x="64318" y="13161"/>
                    <a:pt x="64348" y="13222"/>
                    <a:pt x="64379" y="13283"/>
                  </a:cubicBezTo>
                  <a:lnTo>
                    <a:pt x="64652" y="13283"/>
                  </a:lnTo>
                  <a:lnTo>
                    <a:pt x="64713" y="13253"/>
                  </a:lnTo>
                  <a:cubicBezTo>
                    <a:pt x="64763" y="13202"/>
                    <a:pt x="64823" y="13180"/>
                    <a:pt x="64881" y="13180"/>
                  </a:cubicBezTo>
                  <a:cubicBezTo>
                    <a:pt x="64929" y="13180"/>
                    <a:pt x="64976" y="13195"/>
                    <a:pt x="65017" y="13222"/>
                  </a:cubicBezTo>
                  <a:lnTo>
                    <a:pt x="65139" y="13283"/>
                  </a:lnTo>
                  <a:cubicBezTo>
                    <a:pt x="65017" y="13435"/>
                    <a:pt x="64865" y="13587"/>
                    <a:pt x="64713" y="13709"/>
                  </a:cubicBezTo>
                  <a:cubicBezTo>
                    <a:pt x="64662" y="13747"/>
                    <a:pt x="64622" y="13764"/>
                    <a:pt x="64592" y="13764"/>
                  </a:cubicBezTo>
                  <a:cubicBezTo>
                    <a:pt x="64551" y="13764"/>
                    <a:pt x="64531" y="13731"/>
                    <a:pt x="64531" y="13678"/>
                  </a:cubicBezTo>
                  <a:cubicBezTo>
                    <a:pt x="64531" y="13577"/>
                    <a:pt x="64300" y="13413"/>
                    <a:pt x="64187" y="13413"/>
                  </a:cubicBezTo>
                  <a:cubicBezTo>
                    <a:pt x="64164" y="13413"/>
                    <a:pt x="64146" y="13420"/>
                    <a:pt x="64136" y="13435"/>
                  </a:cubicBezTo>
                  <a:cubicBezTo>
                    <a:pt x="64117" y="13464"/>
                    <a:pt x="64100" y="13486"/>
                    <a:pt x="64088" y="13503"/>
                  </a:cubicBezTo>
                  <a:lnTo>
                    <a:pt x="64088" y="13503"/>
                  </a:lnTo>
                  <a:cubicBezTo>
                    <a:pt x="64114" y="13458"/>
                    <a:pt x="64166" y="13360"/>
                    <a:pt x="64166" y="13313"/>
                  </a:cubicBezTo>
                  <a:cubicBezTo>
                    <a:pt x="64136" y="13253"/>
                    <a:pt x="64136" y="13192"/>
                    <a:pt x="64136" y="13131"/>
                  </a:cubicBezTo>
                  <a:close/>
                  <a:moveTo>
                    <a:pt x="37313" y="13518"/>
                  </a:moveTo>
                  <a:cubicBezTo>
                    <a:pt x="37337" y="13518"/>
                    <a:pt x="37357" y="13562"/>
                    <a:pt x="37357" y="13587"/>
                  </a:cubicBezTo>
                  <a:cubicBezTo>
                    <a:pt x="37357" y="13617"/>
                    <a:pt x="37205" y="13678"/>
                    <a:pt x="37023" y="13709"/>
                  </a:cubicBezTo>
                  <a:lnTo>
                    <a:pt x="36871" y="13739"/>
                  </a:lnTo>
                  <a:lnTo>
                    <a:pt x="36719" y="13739"/>
                  </a:lnTo>
                  <a:cubicBezTo>
                    <a:pt x="36567" y="13739"/>
                    <a:pt x="36384" y="13769"/>
                    <a:pt x="36324" y="13769"/>
                  </a:cubicBezTo>
                  <a:lnTo>
                    <a:pt x="36202" y="13769"/>
                  </a:lnTo>
                  <a:cubicBezTo>
                    <a:pt x="36172" y="13739"/>
                    <a:pt x="36202" y="13678"/>
                    <a:pt x="36232" y="13648"/>
                  </a:cubicBezTo>
                  <a:cubicBezTo>
                    <a:pt x="36253" y="13648"/>
                    <a:pt x="36340" y="13675"/>
                    <a:pt x="36406" y="13675"/>
                  </a:cubicBezTo>
                  <a:cubicBezTo>
                    <a:pt x="36438" y="13675"/>
                    <a:pt x="36465" y="13668"/>
                    <a:pt x="36476" y="13648"/>
                  </a:cubicBezTo>
                  <a:cubicBezTo>
                    <a:pt x="36476" y="13587"/>
                    <a:pt x="36810" y="13587"/>
                    <a:pt x="36901" y="13587"/>
                  </a:cubicBezTo>
                  <a:lnTo>
                    <a:pt x="37235" y="13587"/>
                  </a:lnTo>
                  <a:lnTo>
                    <a:pt x="37266" y="13557"/>
                  </a:lnTo>
                  <a:lnTo>
                    <a:pt x="37296" y="13526"/>
                  </a:lnTo>
                  <a:cubicBezTo>
                    <a:pt x="37302" y="13520"/>
                    <a:pt x="37308" y="13518"/>
                    <a:pt x="37313" y="13518"/>
                  </a:cubicBezTo>
                  <a:close/>
                  <a:moveTo>
                    <a:pt x="45716" y="13405"/>
                  </a:moveTo>
                  <a:cubicBezTo>
                    <a:pt x="45868" y="13435"/>
                    <a:pt x="45929" y="13709"/>
                    <a:pt x="45807" y="13739"/>
                  </a:cubicBezTo>
                  <a:cubicBezTo>
                    <a:pt x="45761" y="13769"/>
                    <a:pt x="45708" y="13785"/>
                    <a:pt x="45655" y="13785"/>
                  </a:cubicBezTo>
                  <a:cubicBezTo>
                    <a:pt x="45602" y="13785"/>
                    <a:pt x="45549" y="13769"/>
                    <a:pt x="45503" y="13739"/>
                  </a:cubicBezTo>
                  <a:cubicBezTo>
                    <a:pt x="45412" y="13709"/>
                    <a:pt x="45290" y="13526"/>
                    <a:pt x="45442" y="13405"/>
                  </a:cubicBezTo>
                  <a:close/>
                  <a:moveTo>
                    <a:pt x="54895" y="13283"/>
                  </a:moveTo>
                  <a:cubicBezTo>
                    <a:pt x="54926" y="13313"/>
                    <a:pt x="54895" y="13374"/>
                    <a:pt x="54895" y="13405"/>
                  </a:cubicBezTo>
                  <a:cubicBezTo>
                    <a:pt x="54865" y="13435"/>
                    <a:pt x="54895" y="13496"/>
                    <a:pt x="54987" y="13526"/>
                  </a:cubicBezTo>
                  <a:lnTo>
                    <a:pt x="55078" y="13587"/>
                  </a:lnTo>
                  <a:cubicBezTo>
                    <a:pt x="55108" y="13617"/>
                    <a:pt x="55230" y="13709"/>
                    <a:pt x="55108" y="13769"/>
                  </a:cubicBezTo>
                  <a:lnTo>
                    <a:pt x="55017" y="13830"/>
                  </a:lnTo>
                  <a:cubicBezTo>
                    <a:pt x="54956" y="13769"/>
                    <a:pt x="54895" y="13678"/>
                    <a:pt x="54835" y="13587"/>
                  </a:cubicBezTo>
                  <a:lnTo>
                    <a:pt x="54804" y="13526"/>
                  </a:lnTo>
                  <a:cubicBezTo>
                    <a:pt x="54652" y="13405"/>
                    <a:pt x="54652" y="13344"/>
                    <a:pt x="54865" y="13283"/>
                  </a:cubicBezTo>
                  <a:close/>
                  <a:moveTo>
                    <a:pt x="68634" y="12979"/>
                  </a:moveTo>
                  <a:cubicBezTo>
                    <a:pt x="69090" y="13040"/>
                    <a:pt x="69516" y="13070"/>
                    <a:pt x="69546" y="13070"/>
                  </a:cubicBezTo>
                  <a:lnTo>
                    <a:pt x="69576" y="13070"/>
                  </a:lnTo>
                  <a:cubicBezTo>
                    <a:pt x="69615" y="13045"/>
                    <a:pt x="69648" y="13035"/>
                    <a:pt x="69678" y="13035"/>
                  </a:cubicBezTo>
                  <a:cubicBezTo>
                    <a:pt x="69719" y="13035"/>
                    <a:pt x="69754" y="13053"/>
                    <a:pt x="69789" y="13070"/>
                  </a:cubicBezTo>
                  <a:cubicBezTo>
                    <a:pt x="69941" y="13131"/>
                    <a:pt x="69728" y="13222"/>
                    <a:pt x="69789" y="13253"/>
                  </a:cubicBezTo>
                  <a:lnTo>
                    <a:pt x="69850" y="13313"/>
                  </a:lnTo>
                  <a:cubicBezTo>
                    <a:pt x="69911" y="13374"/>
                    <a:pt x="69880" y="13435"/>
                    <a:pt x="69820" y="13435"/>
                  </a:cubicBezTo>
                  <a:lnTo>
                    <a:pt x="69850" y="13435"/>
                  </a:lnTo>
                  <a:cubicBezTo>
                    <a:pt x="69759" y="13435"/>
                    <a:pt x="69759" y="13769"/>
                    <a:pt x="69728" y="13830"/>
                  </a:cubicBezTo>
                  <a:cubicBezTo>
                    <a:pt x="69724" y="13834"/>
                    <a:pt x="69717" y="13836"/>
                    <a:pt x="69707" y="13836"/>
                  </a:cubicBezTo>
                  <a:cubicBezTo>
                    <a:pt x="69643" y="13836"/>
                    <a:pt x="69461" y="13753"/>
                    <a:pt x="69303" y="13648"/>
                  </a:cubicBezTo>
                  <a:lnTo>
                    <a:pt x="69121" y="13496"/>
                  </a:lnTo>
                  <a:lnTo>
                    <a:pt x="68969" y="13374"/>
                  </a:lnTo>
                  <a:cubicBezTo>
                    <a:pt x="68896" y="13287"/>
                    <a:pt x="68830" y="13249"/>
                    <a:pt x="68782" y="13249"/>
                  </a:cubicBezTo>
                  <a:cubicBezTo>
                    <a:pt x="68728" y="13249"/>
                    <a:pt x="68695" y="13295"/>
                    <a:pt x="68695" y="13374"/>
                  </a:cubicBezTo>
                  <a:lnTo>
                    <a:pt x="68421" y="13344"/>
                  </a:lnTo>
                  <a:lnTo>
                    <a:pt x="68391" y="13344"/>
                  </a:lnTo>
                  <a:cubicBezTo>
                    <a:pt x="68269" y="13405"/>
                    <a:pt x="68117" y="13465"/>
                    <a:pt x="67965" y="13526"/>
                  </a:cubicBezTo>
                  <a:lnTo>
                    <a:pt x="67874" y="13496"/>
                  </a:lnTo>
                  <a:lnTo>
                    <a:pt x="67783" y="13465"/>
                  </a:lnTo>
                  <a:cubicBezTo>
                    <a:pt x="67662" y="13435"/>
                    <a:pt x="67540" y="13435"/>
                    <a:pt x="67418" y="13405"/>
                  </a:cubicBezTo>
                  <a:lnTo>
                    <a:pt x="67236" y="13405"/>
                  </a:lnTo>
                  <a:cubicBezTo>
                    <a:pt x="67212" y="13419"/>
                    <a:pt x="67193" y="13425"/>
                    <a:pt x="67178" y="13425"/>
                  </a:cubicBezTo>
                  <a:cubicBezTo>
                    <a:pt x="67094" y="13425"/>
                    <a:pt x="67124" y="13243"/>
                    <a:pt x="67175" y="13192"/>
                  </a:cubicBezTo>
                  <a:cubicBezTo>
                    <a:pt x="67188" y="13166"/>
                    <a:pt x="67223" y="13157"/>
                    <a:pt x="67261" y="13157"/>
                  </a:cubicBezTo>
                  <a:cubicBezTo>
                    <a:pt x="67312" y="13157"/>
                    <a:pt x="67370" y="13174"/>
                    <a:pt x="67388" y="13192"/>
                  </a:cubicBezTo>
                  <a:cubicBezTo>
                    <a:pt x="67391" y="13195"/>
                    <a:pt x="67396" y="13197"/>
                    <a:pt x="67403" y="13197"/>
                  </a:cubicBezTo>
                  <a:cubicBezTo>
                    <a:pt x="67456" y="13197"/>
                    <a:pt x="67607" y="13094"/>
                    <a:pt x="67662" y="13040"/>
                  </a:cubicBezTo>
                  <a:cubicBezTo>
                    <a:pt x="67677" y="13032"/>
                    <a:pt x="67698" y="13028"/>
                    <a:pt x="67723" y="13028"/>
                  </a:cubicBezTo>
                  <a:cubicBezTo>
                    <a:pt x="67798" y="13028"/>
                    <a:pt x="67912" y="13063"/>
                    <a:pt x="68026" y="13131"/>
                  </a:cubicBezTo>
                  <a:lnTo>
                    <a:pt x="68209" y="13101"/>
                  </a:lnTo>
                  <a:lnTo>
                    <a:pt x="68634" y="12979"/>
                  </a:lnTo>
                  <a:close/>
                  <a:moveTo>
                    <a:pt x="42737" y="13526"/>
                  </a:moveTo>
                  <a:cubicBezTo>
                    <a:pt x="42798" y="13526"/>
                    <a:pt x="43011" y="13709"/>
                    <a:pt x="43011" y="13769"/>
                  </a:cubicBezTo>
                  <a:cubicBezTo>
                    <a:pt x="43011" y="13830"/>
                    <a:pt x="42919" y="13861"/>
                    <a:pt x="42798" y="13861"/>
                  </a:cubicBezTo>
                  <a:lnTo>
                    <a:pt x="42737" y="13830"/>
                  </a:lnTo>
                  <a:lnTo>
                    <a:pt x="42646" y="13769"/>
                  </a:lnTo>
                  <a:cubicBezTo>
                    <a:pt x="42615" y="13648"/>
                    <a:pt x="42646" y="13557"/>
                    <a:pt x="42737" y="13557"/>
                  </a:cubicBezTo>
                  <a:lnTo>
                    <a:pt x="42737" y="13526"/>
                  </a:lnTo>
                  <a:close/>
                  <a:moveTo>
                    <a:pt x="43658" y="13514"/>
                  </a:moveTo>
                  <a:cubicBezTo>
                    <a:pt x="43728" y="13514"/>
                    <a:pt x="43771" y="13529"/>
                    <a:pt x="43771" y="13557"/>
                  </a:cubicBezTo>
                  <a:lnTo>
                    <a:pt x="43771" y="13678"/>
                  </a:lnTo>
                  <a:cubicBezTo>
                    <a:pt x="43771" y="13769"/>
                    <a:pt x="43710" y="13830"/>
                    <a:pt x="43649" y="13861"/>
                  </a:cubicBezTo>
                  <a:lnTo>
                    <a:pt x="43619" y="13861"/>
                  </a:lnTo>
                  <a:cubicBezTo>
                    <a:pt x="43193" y="13769"/>
                    <a:pt x="43102" y="13709"/>
                    <a:pt x="43163" y="13678"/>
                  </a:cubicBezTo>
                  <a:lnTo>
                    <a:pt x="43315" y="13587"/>
                  </a:lnTo>
                  <a:cubicBezTo>
                    <a:pt x="43448" y="13537"/>
                    <a:pt x="43573" y="13514"/>
                    <a:pt x="43658" y="13514"/>
                  </a:cubicBezTo>
                  <a:close/>
                  <a:moveTo>
                    <a:pt x="23894" y="13214"/>
                  </a:moveTo>
                  <a:cubicBezTo>
                    <a:pt x="23911" y="13214"/>
                    <a:pt x="23930" y="13217"/>
                    <a:pt x="23953" y="13222"/>
                  </a:cubicBezTo>
                  <a:cubicBezTo>
                    <a:pt x="23983" y="13222"/>
                    <a:pt x="24013" y="13313"/>
                    <a:pt x="24013" y="13344"/>
                  </a:cubicBezTo>
                  <a:cubicBezTo>
                    <a:pt x="24013" y="13344"/>
                    <a:pt x="23922" y="13374"/>
                    <a:pt x="23922" y="13405"/>
                  </a:cubicBezTo>
                  <a:lnTo>
                    <a:pt x="23892" y="13496"/>
                  </a:lnTo>
                  <a:cubicBezTo>
                    <a:pt x="24044" y="13557"/>
                    <a:pt x="24135" y="13648"/>
                    <a:pt x="24044" y="13678"/>
                  </a:cubicBezTo>
                  <a:lnTo>
                    <a:pt x="23953" y="13678"/>
                  </a:lnTo>
                  <a:cubicBezTo>
                    <a:pt x="23892" y="13678"/>
                    <a:pt x="23801" y="13557"/>
                    <a:pt x="23801" y="13526"/>
                  </a:cubicBezTo>
                  <a:cubicBezTo>
                    <a:pt x="23770" y="13465"/>
                    <a:pt x="23770" y="13435"/>
                    <a:pt x="23740" y="13435"/>
                  </a:cubicBezTo>
                  <a:cubicBezTo>
                    <a:pt x="23709" y="13557"/>
                    <a:pt x="23709" y="13678"/>
                    <a:pt x="23709" y="13800"/>
                  </a:cubicBezTo>
                  <a:cubicBezTo>
                    <a:pt x="23709" y="13861"/>
                    <a:pt x="23664" y="13876"/>
                    <a:pt x="23607" y="13876"/>
                  </a:cubicBezTo>
                  <a:cubicBezTo>
                    <a:pt x="23550" y="13876"/>
                    <a:pt x="23481" y="13861"/>
                    <a:pt x="23436" y="13861"/>
                  </a:cubicBezTo>
                  <a:cubicBezTo>
                    <a:pt x="23345" y="13861"/>
                    <a:pt x="23405" y="13800"/>
                    <a:pt x="23618" y="13769"/>
                  </a:cubicBezTo>
                  <a:lnTo>
                    <a:pt x="23466" y="13648"/>
                  </a:lnTo>
                  <a:cubicBezTo>
                    <a:pt x="23375" y="13557"/>
                    <a:pt x="23497" y="13496"/>
                    <a:pt x="23466" y="13435"/>
                  </a:cubicBezTo>
                  <a:lnTo>
                    <a:pt x="23375" y="13283"/>
                  </a:lnTo>
                  <a:cubicBezTo>
                    <a:pt x="23421" y="13237"/>
                    <a:pt x="23474" y="13215"/>
                    <a:pt x="23527" y="13215"/>
                  </a:cubicBezTo>
                  <a:cubicBezTo>
                    <a:pt x="23580" y="13215"/>
                    <a:pt x="23633" y="13237"/>
                    <a:pt x="23679" y="13283"/>
                  </a:cubicBezTo>
                  <a:cubicBezTo>
                    <a:pt x="23700" y="13305"/>
                    <a:pt x="23737" y="13326"/>
                    <a:pt x="23768" y="13326"/>
                  </a:cubicBezTo>
                  <a:cubicBezTo>
                    <a:pt x="23780" y="13326"/>
                    <a:pt x="23792" y="13322"/>
                    <a:pt x="23801" y="13313"/>
                  </a:cubicBezTo>
                  <a:cubicBezTo>
                    <a:pt x="23801" y="13264"/>
                    <a:pt x="23821" y="13214"/>
                    <a:pt x="23894" y="13214"/>
                  </a:cubicBezTo>
                  <a:close/>
                  <a:moveTo>
                    <a:pt x="11458" y="13515"/>
                  </a:moveTo>
                  <a:cubicBezTo>
                    <a:pt x="11477" y="13515"/>
                    <a:pt x="11498" y="13519"/>
                    <a:pt x="11521" y="13526"/>
                  </a:cubicBezTo>
                  <a:cubicBezTo>
                    <a:pt x="11551" y="13526"/>
                    <a:pt x="11551" y="13557"/>
                    <a:pt x="11551" y="13617"/>
                  </a:cubicBezTo>
                  <a:cubicBezTo>
                    <a:pt x="11581" y="13709"/>
                    <a:pt x="11581" y="13769"/>
                    <a:pt x="11460" y="13769"/>
                  </a:cubicBezTo>
                  <a:cubicBezTo>
                    <a:pt x="11369" y="13800"/>
                    <a:pt x="11308" y="13830"/>
                    <a:pt x="11247" y="13861"/>
                  </a:cubicBezTo>
                  <a:lnTo>
                    <a:pt x="11126" y="13891"/>
                  </a:lnTo>
                  <a:cubicBezTo>
                    <a:pt x="11106" y="13894"/>
                    <a:pt x="11089" y="13896"/>
                    <a:pt x="11072" y="13896"/>
                  </a:cubicBezTo>
                  <a:cubicBezTo>
                    <a:pt x="10932" y="13896"/>
                    <a:pt x="10889" y="13784"/>
                    <a:pt x="10943" y="13648"/>
                  </a:cubicBezTo>
                  <a:lnTo>
                    <a:pt x="10943" y="13648"/>
                  </a:lnTo>
                  <a:lnTo>
                    <a:pt x="11186" y="13678"/>
                  </a:lnTo>
                  <a:cubicBezTo>
                    <a:pt x="11247" y="13678"/>
                    <a:pt x="11308" y="13678"/>
                    <a:pt x="11369" y="13617"/>
                  </a:cubicBezTo>
                  <a:cubicBezTo>
                    <a:pt x="11369" y="13549"/>
                    <a:pt x="11403" y="13515"/>
                    <a:pt x="11458" y="13515"/>
                  </a:cubicBezTo>
                  <a:close/>
                  <a:moveTo>
                    <a:pt x="55716" y="13587"/>
                  </a:moveTo>
                  <a:lnTo>
                    <a:pt x="55959" y="13648"/>
                  </a:lnTo>
                  <a:cubicBezTo>
                    <a:pt x="55971" y="13654"/>
                    <a:pt x="55985" y="13656"/>
                    <a:pt x="55999" y="13656"/>
                  </a:cubicBezTo>
                  <a:cubicBezTo>
                    <a:pt x="56056" y="13656"/>
                    <a:pt x="56129" y="13617"/>
                    <a:pt x="56202" y="13617"/>
                  </a:cubicBezTo>
                  <a:lnTo>
                    <a:pt x="56294" y="13617"/>
                  </a:lnTo>
                  <a:cubicBezTo>
                    <a:pt x="56334" y="13617"/>
                    <a:pt x="56442" y="13604"/>
                    <a:pt x="56528" y="13604"/>
                  </a:cubicBezTo>
                  <a:cubicBezTo>
                    <a:pt x="56570" y="13604"/>
                    <a:pt x="56608" y="13607"/>
                    <a:pt x="56628" y="13617"/>
                  </a:cubicBezTo>
                  <a:cubicBezTo>
                    <a:pt x="56658" y="13648"/>
                    <a:pt x="56871" y="13800"/>
                    <a:pt x="56810" y="13830"/>
                  </a:cubicBezTo>
                  <a:cubicBezTo>
                    <a:pt x="56802" y="13847"/>
                    <a:pt x="56789" y="13855"/>
                    <a:pt x="56772" y="13855"/>
                  </a:cubicBezTo>
                  <a:cubicBezTo>
                    <a:pt x="56729" y="13855"/>
                    <a:pt x="56663" y="13805"/>
                    <a:pt x="56598" y="13739"/>
                  </a:cubicBezTo>
                  <a:lnTo>
                    <a:pt x="56385" y="13861"/>
                  </a:lnTo>
                  <a:lnTo>
                    <a:pt x="56202" y="13921"/>
                  </a:lnTo>
                  <a:cubicBezTo>
                    <a:pt x="55868" y="13891"/>
                    <a:pt x="55655" y="13739"/>
                    <a:pt x="55716" y="13587"/>
                  </a:cubicBezTo>
                  <a:close/>
                  <a:moveTo>
                    <a:pt x="57848" y="13412"/>
                  </a:moveTo>
                  <a:cubicBezTo>
                    <a:pt x="57905" y="13412"/>
                    <a:pt x="57965" y="13420"/>
                    <a:pt x="57996" y="13435"/>
                  </a:cubicBezTo>
                  <a:cubicBezTo>
                    <a:pt x="58087" y="13465"/>
                    <a:pt x="58208" y="13496"/>
                    <a:pt x="58300" y="13496"/>
                  </a:cubicBezTo>
                  <a:cubicBezTo>
                    <a:pt x="58349" y="13471"/>
                    <a:pt x="58537" y="13427"/>
                    <a:pt x="58640" y="13427"/>
                  </a:cubicBezTo>
                  <a:cubicBezTo>
                    <a:pt x="58664" y="13427"/>
                    <a:pt x="58683" y="13429"/>
                    <a:pt x="58695" y="13435"/>
                  </a:cubicBezTo>
                  <a:cubicBezTo>
                    <a:pt x="58725" y="13496"/>
                    <a:pt x="58512" y="13617"/>
                    <a:pt x="58208" y="13739"/>
                  </a:cubicBezTo>
                  <a:lnTo>
                    <a:pt x="58056" y="13617"/>
                  </a:lnTo>
                  <a:lnTo>
                    <a:pt x="58026" y="13617"/>
                  </a:lnTo>
                  <a:cubicBezTo>
                    <a:pt x="58026" y="13596"/>
                    <a:pt x="57996" y="13574"/>
                    <a:pt x="57946" y="13574"/>
                  </a:cubicBezTo>
                  <a:cubicBezTo>
                    <a:pt x="57925" y="13574"/>
                    <a:pt x="57901" y="13578"/>
                    <a:pt x="57874" y="13587"/>
                  </a:cubicBezTo>
                  <a:cubicBezTo>
                    <a:pt x="57753" y="13678"/>
                    <a:pt x="57661" y="13800"/>
                    <a:pt x="57601" y="13921"/>
                  </a:cubicBezTo>
                  <a:lnTo>
                    <a:pt x="57479" y="13921"/>
                  </a:lnTo>
                  <a:cubicBezTo>
                    <a:pt x="57418" y="13921"/>
                    <a:pt x="57388" y="13830"/>
                    <a:pt x="57388" y="13769"/>
                  </a:cubicBezTo>
                  <a:cubicBezTo>
                    <a:pt x="57418" y="13739"/>
                    <a:pt x="57236" y="13739"/>
                    <a:pt x="57175" y="13739"/>
                  </a:cubicBezTo>
                  <a:cubicBezTo>
                    <a:pt x="57114" y="13739"/>
                    <a:pt x="57053" y="13709"/>
                    <a:pt x="57053" y="13709"/>
                  </a:cubicBezTo>
                  <a:cubicBezTo>
                    <a:pt x="57114" y="13648"/>
                    <a:pt x="57175" y="13557"/>
                    <a:pt x="57266" y="13496"/>
                  </a:cubicBezTo>
                  <a:cubicBezTo>
                    <a:pt x="57278" y="13490"/>
                    <a:pt x="57293" y="13488"/>
                    <a:pt x="57310" y="13488"/>
                  </a:cubicBezTo>
                  <a:cubicBezTo>
                    <a:pt x="57382" y="13488"/>
                    <a:pt x="57491" y="13532"/>
                    <a:pt x="57540" y="13557"/>
                  </a:cubicBezTo>
                  <a:cubicBezTo>
                    <a:pt x="57544" y="13561"/>
                    <a:pt x="57550" y="13563"/>
                    <a:pt x="57557" y="13563"/>
                  </a:cubicBezTo>
                  <a:cubicBezTo>
                    <a:pt x="57602" y="13563"/>
                    <a:pt x="57696" y="13488"/>
                    <a:pt x="57722" y="13435"/>
                  </a:cubicBezTo>
                  <a:cubicBezTo>
                    <a:pt x="57737" y="13420"/>
                    <a:pt x="57791" y="13412"/>
                    <a:pt x="57848" y="13412"/>
                  </a:cubicBezTo>
                  <a:close/>
                  <a:moveTo>
                    <a:pt x="59819" y="13526"/>
                  </a:moveTo>
                  <a:cubicBezTo>
                    <a:pt x="59880" y="13526"/>
                    <a:pt x="60063" y="13617"/>
                    <a:pt x="60032" y="13617"/>
                  </a:cubicBezTo>
                  <a:cubicBezTo>
                    <a:pt x="60032" y="13648"/>
                    <a:pt x="60063" y="13678"/>
                    <a:pt x="60154" y="13678"/>
                  </a:cubicBezTo>
                  <a:lnTo>
                    <a:pt x="60215" y="13739"/>
                  </a:lnTo>
                  <a:cubicBezTo>
                    <a:pt x="60275" y="13800"/>
                    <a:pt x="60519" y="13769"/>
                    <a:pt x="60397" y="13891"/>
                  </a:cubicBezTo>
                  <a:cubicBezTo>
                    <a:pt x="60336" y="13921"/>
                    <a:pt x="60275" y="13937"/>
                    <a:pt x="60215" y="13937"/>
                  </a:cubicBezTo>
                  <a:cubicBezTo>
                    <a:pt x="60154" y="13937"/>
                    <a:pt x="60093" y="13921"/>
                    <a:pt x="60032" y="13891"/>
                  </a:cubicBezTo>
                  <a:lnTo>
                    <a:pt x="59911" y="13800"/>
                  </a:lnTo>
                  <a:cubicBezTo>
                    <a:pt x="59759" y="13648"/>
                    <a:pt x="59728" y="13526"/>
                    <a:pt x="59819" y="13526"/>
                  </a:cubicBezTo>
                  <a:close/>
                  <a:moveTo>
                    <a:pt x="41743" y="13044"/>
                  </a:moveTo>
                  <a:cubicBezTo>
                    <a:pt x="41801" y="13044"/>
                    <a:pt x="41865" y="13080"/>
                    <a:pt x="41886" y="13101"/>
                  </a:cubicBezTo>
                  <a:cubicBezTo>
                    <a:pt x="41916" y="13131"/>
                    <a:pt x="41856" y="13253"/>
                    <a:pt x="41795" y="13313"/>
                  </a:cubicBezTo>
                  <a:cubicBezTo>
                    <a:pt x="41734" y="13344"/>
                    <a:pt x="41795" y="13435"/>
                    <a:pt x="41886" y="13496"/>
                  </a:cubicBezTo>
                  <a:lnTo>
                    <a:pt x="42068" y="13496"/>
                  </a:lnTo>
                  <a:cubicBezTo>
                    <a:pt x="42099" y="13481"/>
                    <a:pt x="42152" y="13473"/>
                    <a:pt x="42198" y="13473"/>
                  </a:cubicBezTo>
                  <a:cubicBezTo>
                    <a:pt x="42243" y="13473"/>
                    <a:pt x="42281" y="13481"/>
                    <a:pt x="42281" y="13496"/>
                  </a:cubicBezTo>
                  <a:lnTo>
                    <a:pt x="42342" y="13587"/>
                  </a:lnTo>
                  <a:cubicBezTo>
                    <a:pt x="42433" y="13617"/>
                    <a:pt x="42433" y="13678"/>
                    <a:pt x="42342" y="13678"/>
                  </a:cubicBezTo>
                  <a:lnTo>
                    <a:pt x="42160" y="13678"/>
                  </a:lnTo>
                  <a:cubicBezTo>
                    <a:pt x="42068" y="13709"/>
                    <a:pt x="42008" y="13830"/>
                    <a:pt x="42038" y="13921"/>
                  </a:cubicBezTo>
                  <a:lnTo>
                    <a:pt x="41886" y="13921"/>
                  </a:lnTo>
                  <a:cubicBezTo>
                    <a:pt x="41734" y="13921"/>
                    <a:pt x="41825" y="13800"/>
                    <a:pt x="41795" y="13739"/>
                  </a:cubicBezTo>
                  <a:cubicBezTo>
                    <a:pt x="41704" y="13709"/>
                    <a:pt x="41612" y="13678"/>
                    <a:pt x="41521" y="13678"/>
                  </a:cubicBezTo>
                  <a:cubicBezTo>
                    <a:pt x="41460" y="13678"/>
                    <a:pt x="41400" y="13709"/>
                    <a:pt x="41400" y="13739"/>
                  </a:cubicBezTo>
                  <a:lnTo>
                    <a:pt x="41460" y="13739"/>
                  </a:lnTo>
                  <a:lnTo>
                    <a:pt x="41460" y="13769"/>
                  </a:lnTo>
                  <a:cubicBezTo>
                    <a:pt x="41491" y="13830"/>
                    <a:pt x="41460" y="13891"/>
                    <a:pt x="41400" y="13891"/>
                  </a:cubicBezTo>
                  <a:lnTo>
                    <a:pt x="41339" y="13891"/>
                  </a:lnTo>
                  <a:cubicBezTo>
                    <a:pt x="41217" y="13891"/>
                    <a:pt x="41126" y="13830"/>
                    <a:pt x="41035" y="13830"/>
                  </a:cubicBezTo>
                  <a:cubicBezTo>
                    <a:pt x="40974" y="13830"/>
                    <a:pt x="40913" y="13861"/>
                    <a:pt x="40913" y="13921"/>
                  </a:cubicBezTo>
                  <a:cubicBezTo>
                    <a:pt x="40894" y="13979"/>
                    <a:pt x="40850" y="14000"/>
                    <a:pt x="40805" y="14000"/>
                  </a:cubicBezTo>
                  <a:cubicBezTo>
                    <a:pt x="40780" y="14000"/>
                    <a:pt x="40753" y="13993"/>
                    <a:pt x="40731" y="13982"/>
                  </a:cubicBezTo>
                  <a:lnTo>
                    <a:pt x="40701" y="13952"/>
                  </a:lnTo>
                  <a:cubicBezTo>
                    <a:pt x="40701" y="13921"/>
                    <a:pt x="40594" y="13906"/>
                    <a:pt x="40427" y="13906"/>
                  </a:cubicBezTo>
                  <a:cubicBezTo>
                    <a:pt x="40424" y="13906"/>
                    <a:pt x="40420" y="13906"/>
                    <a:pt x="40417" y="13906"/>
                  </a:cubicBezTo>
                  <a:lnTo>
                    <a:pt x="40417" y="13906"/>
                  </a:lnTo>
                  <a:lnTo>
                    <a:pt x="40397" y="13921"/>
                  </a:lnTo>
                  <a:cubicBezTo>
                    <a:pt x="40376" y="13917"/>
                    <a:pt x="40356" y="13913"/>
                    <a:pt x="40335" y="13908"/>
                  </a:cubicBezTo>
                  <a:lnTo>
                    <a:pt x="40335" y="13908"/>
                  </a:lnTo>
                  <a:cubicBezTo>
                    <a:pt x="40181" y="13912"/>
                    <a:pt x="39990" y="13927"/>
                    <a:pt x="39789" y="13952"/>
                  </a:cubicBezTo>
                  <a:lnTo>
                    <a:pt x="39667" y="13921"/>
                  </a:lnTo>
                  <a:lnTo>
                    <a:pt x="39454" y="13861"/>
                  </a:lnTo>
                  <a:cubicBezTo>
                    <a:pt x="39439" y="13921"/>
                    <a:pt x="39409" y="13952"/>
                    <a:pt x="39371" y="13952"/>
                  </a:cubicBezTo>
                  <a:cubicBezTo>
                    <a:pt x="39333" y="13952"/>
                    <a:pt x="39287" y="13921"/>
                    <a:pt x="39242" y="13861"/>
                  </a:cubicBezTo>
                  <a:lnTo>
                    <a:pt x="39150" y="13800"/>
                  </a:lnTo>
                  <a:lnTo>
                    <a:pt x="38998" y="13709"/>
                  </a:lnTo>
                  <a:cubicBezTo>
                    <a:pt x="39029" y="13617"/>
                    <a:pt x="39059" y="13526"/>
                    <a:pt x="39090" y="13435"/>
                  </a:cubicBezTo>
                  <a:lnTo>
                    <a:pt x="39181" y="13435"/>
                  </a:lnTo>
                  <a:cubicBezTo>
                    <a:pt x="39242" y="13496"/>
                    <a:pt x="39333" y="13587"/>
                    <a:pt x="39394" y="13678"/>
                  </a:cubicBezTo>
                  <a:lnTo>
                    <a:pt x="39576" y="13587"/>
                  </a:lnTo>
                  <a:lnTo>
                    <a:pt x="39637" y="13587"/>
                  </a:lnTo>
                  <a:cubicBezTo>
                    <a:pt x="39653" y="13590"/>
                    <a:pt x="39668" y="13592"/>
                    <a:pt x="39682" y="13592"/>
                  </a:cubicBezTo>
                  <a:cubicBezTo>
                    <a:pt x="39795" y="13592"/>
                    <a:pt x="39816" y="13489"/>
                    <a:pt x="39789" y="13435"/>
                  </a:cubicBezTo>
                  <a:cubicBezTo>
                    <a:pt x="39746" y="13414"/>
                    <a:pt x="39703" y="13392"/>
                    <a:pt x="39670" y="13392"/>
                  </a:cubicBezTo>
                  <a:cubicBezTo>
                    <a:pt x="39657" y="13392"/>
                    <a:pt x="39646" y="13396"/>
                    <a:pt x="39637" y="13405"/>
                  </a:cubicBezTo>
                  <a:lnTo>
                    <a:pt x="39576" y="13405"/>
                  </a:lnTo>
                  <a:cubicBezTo>
                    <a:pt x="39515" y="13405"/>
                    <a:pt x="39485" y="13405"/>
                    <a:pt x="39454" y="13344"/>
                  </a:cubicBezTo>
                  <a:cubicBezTo>
                    <a:pt x="39454" y="13313"/>
                    <a:pt x="39485" y="13253"/>
                    <a:pt x="39515" y="13253"/>
                  </a:cubicBezTo>
                  <a:lnTo>
                    <a:pt x="39637" y="13253"/>
                  </a:lnTo>
                  <a:cubicBezTo>
                    <a:pt x="39700" y="13240"/>
                    <a:pt x="39757" y="13233"/>
                    <a:pt x="39812" y="13233"/>
                  </a:cubicBezTo>
                  <a:cubicBezTo>
                    <a:pt x="39889" y="13233"/>
                    <a:pt x="39961" y="13247"/>
                    <a:pt x="40032" y="13283"/>
                  </a:cubicBezTo>
                  <a:lnTo>
                    <a:pt x="40032" y="13374"/>
                  </a:lnTo>
                  <a:cubicBezTo>
                    <a:pt x="40001" y="13496"/>
                    <a:pt x="40123" y="13648"/>
                    <a:pt x="40184" y="13678"/>
                  </a:cubicBezTo>
                  <a:cubicBezTo>
                    <a:pt x="40336" y="13678"/>
                    <a:pt x="40488" y="13648"/>
                    <a:pt x="40640" y="13587"/>
                  </a:cubicBezTo>
                  <a:cubicBezTo>
                    <a:pt x="40668" y="13568"/>
                    <a:pt x="40688" y="13561"/>
                    <a:pt x="40701" y="13561"/>
                  </a:cubicBezTo>
                  <a:cubicBezTo>
                    <a:pt x="40731" y="13561"/>
                    <a:pt x="40731" y="13596"/>
                    <a:pt x="40731" y="13617"/>
                  </a:cubicBezTo>
                  <a:cubicBezTo>
                    <a:pt x="40688" y="13661"/>
                    <a:pt x="40660" y="13704"/>
                    <a:pt x="40625" y="13737"/>
                  </a:cubicBezTo>
                  <a:lnTo>
                    <a:pt x="40625" y="13737"/>
                  </a:lnTo>
                  <a:cubicBezTo>
                    <a:pt x="40550" y="13728"/>
                    <a:pt x="40473" y="13724"/>
                    <a:pt x="40397" y="13724"/>
                  </a:cubicBezTo>
                  <a:cubicBezTo>
                    <a:pt x="40252" y="13724"/>
                    <a:pt x="40108" y="13739"/>
                    <a:pt x="39971" y="13769"/>
                  </a:cubicBezTo>
                  <a:cubicBezTo>
                    <a:pt x="40076" y="13822"/>
                    <a:pt x="40204" y="13875"/>
                    <a:pt x="40335" y="13908"/>
                  </a:cubicBezTo>
                  <a:lnTo>
                    <a:pt x="40335" y="13908"/>
                  </a:lnTo>
                  <a:cubicBezTo>
                    <a:pt x="40364" y="13907"/>
                    <a:pt x="40391" y="13906"/>
                    <a:pt x="40417" y="13906"/>
                  </a:cubicBezTo>
                  <a:lnTo>
                    <a:pt x="40417" y="13906"/>
                  </a:lnTo>
                  <a:lnTo>
                    <a:pt x="40518" y="13830"/>
                  </a:lnTo>
                  <a:lnTo>
                    <a:pt x="40579" y="13769"/>
                  </a:lnTo>
                  <a:cubicBezTo>
                    <a:pt x="40596" y="13761"/>
                    <a:pt x="40611" y="13750"/>
                    <a:pt x="40625" y="13737"/>
                  </a:cubicBezTo>
                  <a:lnTo>
                    <a:pt x="40625" y="13737"/>
                  </a:lnTo>
                  <a:cubicBezTo>
                    <a:pt x="40692" y="13744"/>
                    <a:pt x="40758" y="13755"/>
                    <a:pt x="40822" y="13769"/>
                  </a:cubicBezTo>
                  <a:lnTo>
                    <a:pt x="40822" y="13739"/>
                  </a:lnTo>
                  <a:cubicBezTo>
                    <a:pt x="40883" y="13587"/>
                    <a:pt x="40974" y="13557"/>
                    <a:pt x="41126" y="13557"/>
                  </a:cubicBezTo>
                  <a:lnTo>
                    <a:pt x="41156" y="13557"/>
                  </a:lnTo>
                  <a:cubicBezTo>
                    <a:pt x="41174" y="13548"/>
                    <a:pt x="41195" y="13544"/>
                    <a:pt x="41215" y="13544"/>
                  </a:cubicBezTo>
                  <a:cubicBezTo>
                    <a:pt x="41265" y="13544"/>
                    <a:pt x="41317" y="13566"/>
                    <a:pt x="41339" y="13587"/>
                  </a:cubicBezTo>
                  <a:cubicBezTo>
                    <a:pt x="41342" y="13590"/>
                    <a:pt x="41347" y="13592"/>
                    <a:pt x="41354" y="13592"/>
                  </a:cubicBezTo>
                  <a:cubicBezTo>
                    <a:pt x="41408" y="13592"/>
                    <a:pt x="41558" y="13492"/>
                    <a:pt x="41612" y="13465"/>
                  </a:cubicBezTo>
                  <a:cubicBezTo>
                    <a:pt x="41673" y="13435"/>
                    <a:pt x="41612" y="13131"/>
                    <a:pt x="41673" y="13070"/>
                  </a:cubicBezTo>
                  <a:cubicBezTo>
                    <a:pt x="41692" y="13051"/>
                    <a:pt x="41717" y="13044"/>
                    <a:pt x="41743" y="13044"/>
                  </a:cubicBezTo>
                  <a:close/>
                  <a:moveTo>
                    <a:pt x="65716" y="13830"/>
                  </a:moveTo>
                  <a:cubicBezTo>
                    <a:pt x="65777" y="13830"/>
                    <a:pt x="65868" y="13830"/>
                    <a:pt x="65899" y="13891"/>
                  </a:cubicBezTo>
                  <a:cubicBezTo>
                    <a:pt x="65929" y="13921"/>
                    <a:pt x="65868" y="14013"/>
                    <a:pt x="65868" y="14043"/>
                  </a:cubicBezTo>
                  <a:lnTo>
                    <a:pt x="65260" y="14043"/>
                  </a:lnTo>
                  <a:cubicBezTo>
                    <a:pt x="65108" y="14013"/>
                    <a:pt x="65048" y="13982"/>
                    <a:pt x="65169" y="13982"/>
                  </a:cubicBezTo>
                  <a:lnTo>
                    <a:pt x="65139" y="13982"/>
                  </a:lnTo>
                  <a:cubicBezTo>
                    <a:pt x="65351" y="13952"/>
                    <a:pt x="65534" y="13891"/>
                    <a:pt x="65716" y="13830"/>
                  </a:cubicBezTo>
                  <a:close/>
                  <a:moveTo>
                    <a:pt x="14375" y="13605"/>
                  </a:moveTo>
                  <a:cubicBezTo>
                    <a:pt x="14388" y="13605"/>
                    <a:pt x="14399" y="13609"/>
                    <a:pt x="14408" y="13617"/>
                  </a:cubicBezTo>
                  <a:lnTo>
                    <a:pt x="14439" y="13617"/>
                  </a:lnTo>
                  <a:cubicBezTo>
                    <a:pt x="14439" y="13709"/>
                    <a:pt x="14408" y="13800"/>
                    <a:pt x="14378" y="13891"/>
                  </a:cubicBezTo>
                  <a:cubicBezTo>
                    <a:pt x="14347" y="13952"/>
                    <a:pt x="14256" y="14073"/>
                    <a:pt x="14195" y="14073"/>
                  </a:cubicBezTo>
                  <a:cubicBezTo>
                    <a:pt x="14191" y="14076"/>
                    <a:pt x="14185" y="14077"/>
                    <a:pt x="14179" y="14077"/>
                  </a:cubicBezTo>
                  <a:cubicBezTo>
                    <a:pt x="14103" y="14077"/>
                    <a:pt x="13915" y="13921"/>
                    <a:pt x="13831" y="13921"/>
                  </a:cubicBezTo>
                  <a:cubicBezTo>
                    <a:pt x="13709" y="13921"/>
                    <a:pt x="13709" y="13891"/>
                    <a:pt x="13831" y="13861"/>
                  </a:cubicBezTo>
                  <a:lnTo>
                    <a:pt x="13922" y="13891"/>
                  </a:lnTo>
                  <a:lnTo>
                    <a:pt x="14165" y="13921"/>
                  </a:lnTo>
                  <a:cubicBezTo>
                    <a:pt x="14226" y="13830"/>
                    <a:pt x="14256" y="13739"/>
                    <a:pt x="14256" y="13648"/>
                  </a:cubicBezTo>
                  <a:lnTo>
                    <a:pt x="14287" y="13648"/>
                  </a:lnTo>
                  <a:cubicBezTo>
                    <a:pt x="14308" y="13626"/>
                    <a:pt x="14345" y="13605"/>
                    <a:pt x="14375" y="13605"/>
                  </a:cubicBezTo>
                  <a:close/>
                  <a:moveTo>
                    <a:pt x="38512" y="13344"/>
                  </a:moveTo>
                  <a:cubicBezTo>
                    <a:pt x="38573" y="13405"/>
                    <a:pt x="38664" y="13496"/>
                    <a:pt x="38694" y="13526"/>
                  </a:cubicBezTo>
                  <a:lnTo>
                    <a:pt x="38725" y="13557"/>
                  </a:lnTo>
                  <a:lnTo>
                    <a:pt x="38968" y="13739"/>
                  </a:lnTo>
                  <a:cubicBezTo>
                    <a:pt x="38846" y="13830"/>
                    <a:pt x="38755" y="13982"/>
                    <a:pt x="38786" y="14013"/>
                  </a:cubicBezTo>
                  <a:cubicBezTo>
                    <a:pt x="38786" y="14043"/>
                    <a:pt x="38755" y="14073"/>
                    <a:pt x="38694" y="14073"/>
                  </a:cubicBezTo>
                  <a:lnTo>
                    <a:pt x="38573" y="14073"/>
                  </a:lnTo>
                  <a:cubicBezTo>
                    <a:pt x="38500" y="14090"/>
                    <a:pt x="38433" y="14097"/>
                    <a:pt x="38375" y="14097"/>
                  </a:cubicBezTo>
                  <a:cubicBezTo>
                    <a:pt x="38217" y="14097"/>
                    <a:pt x="38125" y="14041"/>
                    <a:pt x="38147" y="13952"/>
                  </a:cubicBezTo>
                  <a:lnTo>
                    <a:pt x="38208" y="13891"/>
                  </a:lnTo>
                  <a:lnTo>
                    <a:pt x="38299" y="13769"/>
                  </a:lnTo>
                  <a:cubicBezTo>
                    <a:pt x="38376" y="13795"/>
                    <a:pt x="38443" y="13804"/>
                    <a:pt x="38491" y="13804"/>
                  </a:cubicBezTo>
                  <a:cubicBezTo>
                    <a:pt x="38557" y="13804"/>
                    <a:pt x="38590" y="13787"/>
                    <a:pt x="38573" y="13769"/>
                  </a:cubicBezTo>
                  <a:cubicBezTo>
                    <a:pt x="38451" y="13648"/>
                    <a:pt x="38330" y="13526"/>
                    <a:pt x="38208" y="13435"/>
                  </a:cubicBezTo>
                  <a:cubicBezTo>
                    <a:pt x="38147" y="13374"/>
                    <a:pt x="38208" y="13344"/>
                    <a:pt x="38299" y="13344"/>
                  </a:cubicBezTo>
                  <a:close/>
                  <a:moveTo>
                    <a:pt x="35928" y="13557"/>
                  </a:moveTo>
                  <a:cubicBezTo>
                    <a:pt x="35959" y="13557"/>
                    <a:pt x="36020" y="13617"/>
                    <a:pt x="36050" y="13617"/>
                  </a:cubicBezTo>
                  <a:lnTo>
                    <a:pt x="35898" y="14013"/>
                  </a:lnTo>
                  <a:lnTo>
                    <a:pt x="35868" y="14104"/>
                  </a:lnTo>
                  <a:cubicBezTo>
                    <a:pt x="35861" y="14130"/>
                    <a:pt x="35836" y="14141"/>
                    <a:pt x="35800" y="14141"/>
                  </a:cubicBezTo>
                  <a:cubicBezTo>
                    <a:pt x="35762" y="14141"/>
                    <a:pt x="35712" y="14129"/>
                    <a:pt x="35657" y="14111"/>
                  </a:cubicBezTo>
                  <a:lnTo>
                    <a:pt x="35657" y="14111"/>
                  </a:lnTo>
                  <a:cubicBezTo>
                    <a:pt x="35695" y="14081"/>
                    <a:pt x="35730" y="14032"/>
                    <a:pt x="35746" y="13982"/>
                  </a:cubicBezTo>
                  <a:lnTo>
                    <a:pt x="35776" y="13891"/>
                  </a:lnTo>
                  <a:lnTo>
                    <a:pt x="35837" y="13830"/>
                  </a:lnTo>
                  <a:cubicBezTo>
                    <a:pt x="35776" y="13769"/>
                    <a:pt x="35807" y="13678"/>
                    <a:pt x="35868" y="13617"/>
                  </a:cubicBezTo>
                  <a:lnTo>
                    <a:pt x="35928" y="13557"/>
                  </a:lnTo>
                  <a:close/>
                  <a:moveTo>
                    <a:pt x="53498" y="13885"/>
                  </a:moveTo>
                  <a:cubicBezTo>
                    <a:pt x="53509" y="13885"/>
                    <a:pt x="53519" y="13887"/>
                    <a:pt x="53528" y="13891"/>
                  </a:cubicBezTo>
                  <a:lnTo>
                    <a:pt x="53680" y="13952"/>
                  </a:lnTo>
                  <a:cubicBezTo>
                    <a:pt x="53831" y="14073"/>
                    <a:pt x="53892" y="14195"/>
                    <a:pt x="53831" y="14195"/>
                  </a:cubicBezTo>
                  <a:lnTo>
                    <a:pt x="53831" y="14165"/>
                  </a:lnTo>
                  <a:cubicBezTo>
                    <a:pt x="53771" y="14165"/>
                    <a:pt x="53680" y="14134"/>
                    <a:pt x="53710" y="14104"/>
                  </a:cubicBezTo>
                  <a:cubicBezTo>
                    <a:pt x="53710" y="14073"/>
                    <a:pt x="53649" y="14043"/>
                    <a:pt x="53558" y="14043"/>
                  </a:cubicBezTo>
                  <a:lnTo>
                    <a:pt x="53406" y="14043"/>
                  </a:lnTo>
                  <a:cubicBezTo>
                    <a:pt x="53379" y="14052"/>
                    <a:pt x="53353" y="14056"/>
                    <a:pt x="53328" y="14056"/>
                  </a:cubicBezTo>
                  <a:cubicBezTo>
                    <a:pt x="53269" y="14056"/>
                    <a:pt x="53224" y="14034"/>
                    <a:pt x="53224" y="14013"/>
                  </a:cubicBezTo>
                  <a:cubicBezTo>
                    <a:pt x="53302" y="13960"/>
                    <a:pt x="53426" y="13885"/>
                    <a:pt x="53498" y="13885"/>
                  </a:cubicBezTo>
                  <a:close/>
                  <a:moveTo>
                    <a:pt x="35427" y="14058"/>
                  </a:moveTo>
                  <a:cubicBezTo>
                    <a:pt x="35465" y="14058"/>
                    <a:pt x="35503" y="14073"/>
                    <a:pt x="35533" y="14104"/>
                  </a:cubicBezTo>
                  <a:lnTo>
                    <a:pt x="35564" y="14134"/>
                  </a:lnTo>
                  <a:cubicBezTo>
                    <a:pt x="35569" y="14137"/>
                    <a:pt x="35575" y="14139"/>
                    <a:pt x="35580" y="14139"/>
                  </a:cubicBezTo>
                  <a:lnTo>
                    <a:pt x="35580" y="14139"/>
                  </a:lnTo>
                  <a:cubicBezTo>
                    <a:pt x="35575" y="14158"/>
                    <a:pt x="35570" y="14176"/>
                    <a:pt x="35564" y="14195"/>
                  </a:cubicBezTo>
                  <a:lnTo>
                    <a:pt x="35472" y="14225"/>
                  </a:lnTo>
                  <a:cubicBezTo>
                    <a:pt x="35321" y="14225"/>
                    <a:pt x="35290" y="14195"/>
                    <a:pt x="35321" y="14104"/>
                  </a:cubicBezTo>
                  <a:cubicBezTo>
                    <a:pt x="35351" y="14073"/>
                    <a:pt x="35389" y="14058"/>
                    <a:pt x="35427" y="14058"/>
                  </a:cubicBezTo>
                  <a:close/>
                  <a:moveTo>
                    <a:pt x="35442" y="13617"/>
                  </a:moveTo>
                  <a:cubicBezTo>
                    <a:pt x="35574" y="13670"/>
                    <a:pt x="35637" y="13860"/>
                    <a:pt x="35592" y="14088"/>
                  </a:cubicBezTo>
                  <a:lnTo>
                    <a:pt x="35592" y="14088"/>
                  </a:lnTo>
                  <a:cubicBezTo>
                    <a:pt x="35473" y="14043"/>
                    <a:pt x="35348" y="13980"/>
                    <a:pt x="35290" y="13952"/>
                  </a:cubicBezTo>
                  <a:cubicBezTo>
                    <a:pt x="35194" y="13894"/>
                    <a:pt x="35122" y="13873"/>
                    <a:pt x="35082" y="13873"/>
                  </a:cubicBezTo>
                  <a:cubicBezTo>
                    <a:pt x="35059" y="13873"/>
                    <a:pt x="35047" y="13880"/>
                    <a:pt x="35047" y="13891"/>
                  </a:cubicBezTo>
                  <a:cubicBezTo>
                    <a:pt x="35108" y="13952"/>
                    <a:pt x="35290" y="14043"/>
                    <a:pt x="35169" y="14104"/>
                  </a:cubicBezTo>
                  <a:cubicBezTo>
                    <a:pt x="35144" y="14129"/>
                    <a:pt x="35121" y="14138"/>
                    <a:pt x="35099" y="14138"/>
                  </a:cubicBezTo>
                  <a:cubicBezTo>
                    <a:pt x="35042" y="14138"/>
                    <a:pt x="34992" y="14073"/>
                    <a:pt x="34925" y="14073"/>
                  </a:cubicBezTo>
                  <a:lnTo>
                    <a:pt x="34865" y="14073"/>
                  </a:lnTo>
                  <a:cubicBezTo>
                    <a:pt x="34847" y="14091"/>
                    <a:pt x="34813" y="14099"/>
                    <a:pt x="34773" y="14099"/>
                  </a:cubicBezTo>
                  <a:cubicBezTo>
                    <a:pt x="34674" y="14099"/>
                    <a:pt x="34534" y="14056"/>
                    <a:pt x="34469" y="14013"/>
                  </a:cubicBezTo>
                  <a:cubicBezTo>
                    <a:pt x="34455" y="14003"/>
                    <a:pt x="34440" y="13998"/>
                    <a:pt x="34426" y="13998"/>
                  </a:cubicBezTo>
                  <a:cubicBezTo>
                    <a:pt x="34351" y="13998"/>
                    <a:pt x="34287" y="14114"/>
                    <a:pt x="34287" y="14165"/>
                  </a:cubicBezTo>
                  <a:cubicBezTo>
                    <a:pt x="34287" y="14192"/>
                    <a:pt x="34212" y="14321"/>
                    <a:pt x="34129" y="14321"/>
                  </a:cubicBezTo>
                  <a:cubicBezTo>
                    <a:pt x="34121" y="14321"/>
                    <a:pt x="34113" y="14319"/>
                    <a:pt x="34105" y="14317"/>
                  </a:cubicBezTo>
                  <a:cubicBezTo>
                    <a:pt x="34044" y="14286"/>
                    <a:pt x="33983" y="14256"/>
                    <a:pt x="33922" y="14225"/>
                  </a:cubicBezTo>
                  <a:cubicBezTo>
                    <a:pt x="33869" y="14279"/>
                    <a:pt x="33820" y="14298"/>
                    <a:pt x="33777" y="14298"/>
                  </a:cubicBezTo>
                  <a:cubicBezTo>
                    <a:pt x="33674" y="14298"/>
                    <a:pt x="33600" y="14186"/>
                    <a:pt x="33558" y="14165"/>
                  </a:cubicBezTo>
                  <a:cubicBezTo>
                    <a:pt x="33497" y="14134"/>
                    <a:pt x="33345" y="14134"/>
                    <a:pt x="33375" y="14043"/>
                  </a:cubicBezTo>
                  <a:cubicBezTo>
                    <a:pt x="33406" y="13921"/>
                    <a:pt x="33406" y="13800"/>
                    <a:pt x="33497" y="13739"/>
                  </a:cubicBezTo>
                  <a:lnTo>
                    <a:pt x="33649" y="13648"/>
                  </a:lnTo>
                  <a:cubicBezTo>
                    <a:pt x="33770" y="13769"/>
                    <a:pt x="33831" y="13861"/>
                    <a:pt x="33740" y="13861"/>
                  </a:cubicBezTo>
                  <a:lnTo>
                    <a:pt x="33649" y="13861"/>
                  </a:lnTo>
                  <a:cubicBezTo>
                    <a:pt x="33618" y="13891"/>
                    <a:pt x="33588" y="13921"/>
                    <a:pt x="33588" y="13952"/>
                  </a:cubicBezTo>
                  <a:cubicBezTo>
                    <a:pt x="33588" y="13982"/>
                    <a:pt x="33618" y="14013"/>
                    <a:pt x="33649" y="14043"/>
                  </a:cubicBezTo>
                  <a:lnTo>
                    <a:pt x="33801" y="14073"/>
                  </a:lnTo>
                  <a:lnTo>
                    <a:pt x="34074" y="14073"/>
                  </a:lnTo>
                  <a:cubicBezTo>
                    <a:pt x="34074" y="14043"/>
                    <a:pt x="34165" y="13891"/>
                    <a:pt x="34135" y="13830"/>
                  </a:cubicBezTo>
                  <a:cubicBezTo>
                    <a:pt x="34105" y="13769"/>
                    <a:pt x="34226" y="13648"/>
                    <a:pt x="34287" y="13648"/>
                  </a:cubicBezTo>
                  <a:lnTo>
                    <a:pt x="34500" y="13648"/>
                  </a:lnTo>
                  <a:cubicBezTo>
                    <a:pt x="34621" y="13678"/>
                    <a:pt x="34743" y="13678"/>
                    <a:pt x="34834" y="13678"/>
                  </a:cubicBezTo>
                  <a:cubicBezTo>
                    <a:pt x="35017" y="13678"/>
                    <a:pt x="35169" y="13617"/>
                    <a:pt x="35321" y="13617"/>
                  </a:cubicBezTo>
                  <a:close/>
                  <a:moveTo>
                    <a:pt x="58847" y="14073"/>
                  </a:moveTo>
                  <a:cubicBezTo>
                    <a:pt x="58877" y="14073"/>
                    <a:pt x="58847" y="14256"/>
                    <a:pt x="58695" y="14317"/>
                  </a:cubicBezTo>
                  <a:lnTo>
                    <a:pt x="58573" y="14377"/>
                  </a:lnTo>
                  <a:cubicBezTo>
                    <a:pt x="58391" y="14377"/>
                    <a:pt x="58208" y="14347"/>
                    <a:pt x="58056" y="14317"/>
                  </a:cubicBezTo>
                  <a:cubicBezTo>
                    <a:pt x="58026" y="14286"/>
                    <a:pt x="58026" y="14256"/>
                    <a:pt x="58056" y="14225"/>
                  </a:cubicBezTo>
                  <a:cubicBezTo>
                    <a:pt x="58056" y="14225"/>
                    <a:pt x="58087" y="14195"/>
                    <a:pt x="58117" y="14195"/>
                  </a:cubicBezTo>
                  <a:lnTo>
                    <a:pt x="58269" y="14317"/>
                  </a:lnTo>
                  <a:cubicBezTo>
                    <a:pt x="58452" y="14256"/>
                    <a:pt x="58786" y="14195"/>
                    <a:pt x="58786" y="14134"/>
                  </a:cubicBezTo>
                  <a:cubicBezTo>
                    <a:pt x="58816" y="14073"/>
                    <a:pt x="58816" y="14073"/>
                    <a:pt x="58847" y="14073"/>
                  </a:cubicBezTo>
                  <a:close/>
                  <a:moveTo>
                    <a:pt x="49272" y="13769"/>
                  </a:moveTo>
                  <a:lnTo>
                    <a:pt x="49303" y="13800"/>
                  </a:lnTo>
                  <a:lnTo>
                    <a:pt x="49394" y="13830"/>
                  </a:lnTo>
                  <a:cubicBezTo>
                    <a:pt x="49394" y="13921"/>
                    <a:pt x="49363" y="14043"/>
                    <a:pt x="49333" y="14165"/>
                  </a:cubicBezTo>
                  <a:cubicBezTo>
                    <a:pt x="49303" y="14195"/>
                    <a:pt x="49181" y="14195"/>
                    <a:pt x="49151" y="14195"/>
                  </a:cubicBezTo>
                  <a:cubicBezTo>
                    <a:pt x="49142" y="14186"/>
                    <a:pt x="49130" y="14182"/>
                    <a:pt x="49118" y="14182"/>
                  </a:cubicBezTo>
                  <a:cubicBezTo>
                    <a:pt x="49090" y="14182"/>
                    <a:pt x="49059" y="14204"/>
                    <a:pt x="49059" y="14225"/>
                  </a:cubicBezTo>
                  <a:lnTo>
                    <a:pt x="49151" y="14317"/>
                  </a:lnTo>
                  <a:cubicBezTo>
                    <a:pt x="49242" y="14438"/>
                    <a:pt x="49272" y="14499"/>
                    <a:pt x="49211" y="14499"/>
                  </a:cubicBezTo>
                  <a:lnTo>
                    <a:pt x="49090" y="14499"/>
                  </a:lnTo>
                  <a:cubicBezTo>
                    <a:pt x="48999" y="14499"/>
                    <a:pt x="48907" y="14438"/>
                    <a:pt x="48907" y="14377"/>
                  </a:cubicBezTo>
                  <a:cubicBezTo>
                    <a:pt x="48907" y="14335"/>
                    <a:pt x="48790" y="14278"/>
                    <a:pt x="48718" y="14278"/>
                  </a:cubicBezTo>
                  <a:cubicBezTo>
                    <a:pt x="48687" y="14278"/>
                    <a:pt x="48664" y="14289"/>
                    <a:pt x="48664" y="14317"/>
                  </a:cubicBezTo>
                  <a:cubicBezTo>
                    <a:pt x="48664" y="14333"/>
                    <a:pt x="48648" y="14341"/>
                    <a:pt x="48624" y="14341"/>
                  </a:cubicBezTo>
                  <a:cubicBezTo>
                    <a:pt x="48564" y="14341"/>
                    <a:pt x="48460" y="14291"/>
                    <a:pt x="48482" y="14225"/>
                  </a:cubicBezTo>
                  <a:cubicBezTo>
                    <a:pt x="48543" y="14104"/>
                    <a:pt x="48603" y="14013"/>
                    <a:pt x="48695" y="13921"/>
                  </a:cubicBezTo>
                  <a:lnTo>
                    <a:pt x="48968" y="13921"/>
                  </a:lnTo>
                  <a:cubicBezTo>
                    <a:pt x="49059" y="13861"/>
                    <a:pt x="49151" y="13800"/>
                    <a:pt x="49272" y="13769"/>
                  </a:cubicBezTo>
                  <a:close/>
                  <a:moveTo>
                    <a:pt x="43375" y="14013"/>
                  </a:moveTo>
                  <a:lnTo>
                    <a:pt x="43527" y="14134"/>
                  </a:lnTo>
                  <a:cubicBezTo>
                    <a:pt x="43558" y="14154"/>
                    <a:pt x="43578" y="14161"/>
                    <a:pt x="43594" y="14161"/>
                  </a:cubicBezTo>
                  <a:cubicBezTo>
                    <a:pt x="43625" y="14161"/>
                    <a:pt x="43639" y="14134"/>
                    <a:pt x="43679" y="14134"/>
                  </a:cubicBezTo>
                  <a:cubicBezTo>
                    <a:pt x="43720" y="14114"/>
                    <a:pt x="43759" y="14105"/>
                    <a:pt x="43795" y="14105"/>
                  </a:cubicBezTo>
                  <a:cubicBezTo>
                    <a:pt x="43918" y="14105"/>
                    <a:pt x="44018" y="14202"/>
                    <a:pt x="44135" y="14225"/>
                  </a:cubicBezTo>
                  <a:cubicBezTo>
                    <a:pt x="44196" y="14225"/>
                    <a:pt x="44166" y="14377"/>
                    <a:pt x="44074" y="14438"/>
                  </a:cubicBezTo>
                  <a:lnTo>
                    <a:pt x="43983" y="14499"/>
                  </a:lnTo>
                  <a:cubicBezTo>
                    <a:pt x="43953" y="14519"/>
                    <a:pt x="43916" y="14529"/>
                    <a:pt x="43877" y="14529"/>
                  </a:cubicBezTo>
                  <a:cubicBezTo>
                    <a:pt x="43801" y="14529"/>
                    <a:pt x="43720" y="14489"/>
                    <a:pt x="43679" y="14408"/>
                  </a:cubicBezTo>
                  <a:lnTo>
                    <a:pt x="43558" y="14347"/>
                  </a:lnTo>
                  <a:lnTo>
                    <a:pt x="43436" y="14347"/>
                  </a:lnTo>
                  <a:cubicBezTo>
                    <a:pt x="43345" y="14256"/>
                    <a:pt x="43315" y="14104"/>
                    <a:pt x="43375" y="14013"/>
                  </a:cubicBezTo>
                  <a:close/>
                  <a:moveTo>
                    <a:pt x="45229" y="14189"/>
                  </a:moveTo>
                  <a:cubicBezTo>
                    <a:pt x="45238" y="14189"/>
                    <a:pt x="45248" y="14191"/>
                    <a:pt x="45260" y="14195"/>
                  </a:cubicBezTo>
                  <a:cubicBezTo>
                    <a:pt x="45412" y="14256"/>
                    <a:pt x="45381" y="14499"/>
                    <a:pt x="45199" y="14499"/>
                  </a:cubicBezTo>
                  <a:lnTo>
                    <a:pt x="45047" y="14560"/>
                  </a:lnTo>
                  <a:lnTo>
                    <a:pt x="45017" y="14560"/>
                  </a:lnTo>
                  <a:cubicBezTo>
                    <a:pt x="44956" y="14499"/>
                    <a:pt x="44926" y="14438"/>
                    <a:pt x="44956" y="14377"/>
                  </a:cubicBezTo>
                  <a:lnTo>
                    <a:pt x="45199" y="14377"/>
                  </a:lnTo>
                  <a:cubicBezTo>
                    <a:pt x="45173" y="14272"/>
                    <a:pt x="45169" y="14189"/>
                    <a:pt x="45229" y="14189"/>
                  </a:cubicBezTo>
                  <a:close/>
                  <a:moveTo>
                    <a:pt x="56719" y="14225"/>
                  </a:moveTo>
                  <a:cubicBezTo>
                    <a:pt x="56780" y="14225"/>
                    <a:pt x="56810" y="14317"/>
                    <a:pt x="56780" y="14377"/>
                  </a:cubicBezTo>
                  <a:lnTo>
                    <a:pt x="56719" y="14377"/>
                  </a:lnTo>
                  <a:cubicBezTo>
                    <a:pt x="56598" y="14408"/>
                    <a:pt x="56476" y="14438"/>
                    <a:pt x="56354" y="14468"/>
                  </a:cubicBezTo>
                  <a:lnTo>
                    <a:pt x="56354" y="14529"/>
                  </a:lnTo>
                  <a:lnTo>
                    <a:pt x="56354" y="14560"/>
                  </a:lnTo>
                  <a:cubicBezTo>
                    <a:pt x="56324" y="14590"/>
                    <a:pt x="56263" y="14590"/>
                    <a:pt x="56233" y="14590"/>
                  </a:cubicBezTo>
                  <a:cubicBezTo>
                    <a:pt x="56202" y="14529"/>
                    <a:pt x="56202" y="14468"/>
                    <a:pt x="56202" y="14408"/>
                  </a:cubicBezTo>
                  <a:cubicBezTo>
                    <a:pt x="56202" y="14377"/>
                    <a:pt x="56324" y="14286"/>
                    <a:pt x="56506" y="14256"/>
                  </a:cubicBezTo>
                  <a:lnTo>
                    <a:pt x="56658" y="14225"/>
                  </a:lnTo>
                  <a:close/>
                  <a:moveTo>
                    <a:pt x="69794" y="14091"/>
                  </a:moveTo>
                  <a:cubicBezTo>
                    <a:pt x="69855" y="14091"/>
                    <a:pt x="69929" y="14113"/>
                    <a:pt x="69972" y="14134"/>
                  </a:cubicBezTo>
                  <a:cubicBezTo>
                    <a:pt x="70032" y="14165"/>
                    <a:pt x="70093" y="14225"/>
                    <a:pt x="70063" y="14317"/>
                  </a:cubicBezTo>
                  <a:cubicBezTo>
                    <a:pt x="70039" y="14352"/>
                    <a:pt x="70010" y="14365"/>
                    <a:pt x="69981" y="14365"/>
                  </a:cubicBezTo>
                  <a:cubicBezTo>
                    <a:pt x="69935" y="14365"/>
                    <a:pt x="69887" y="14335"/>
                    <a:pt x="69850" y="14317"/>
                  </a:cubicBezTo>
                  <a:lnTo>
                    <a:pt x="69820" y="14286"/>
                  </a:lnTo>
                  <a:cubicBezTo>
                    <a:pt x="69759" y="14286"/>
                    <a:pt x="69607" y="14499"/>
                    <a:pt x="69546" y="14590"/>
                  </a:cubicBezTo>
                  <a:cubicBezTo>
                    <a:pt x="69536" y="14600"/>
                    <a:pt x="69522" y="14604"/>
                    <a:pt x="69506" y="14604"/>
                  </a:cubicBezTo>
                  <a:cubicBezTo>
                    <a:pt x="69421" y="14604"/>
                    <a:pt x="69268" y="14489"/>
                    <a:pt x="69242" y="14438"/>
                  </a:cubicBezTo>
                  <a:cubicBezTo>
                    <a:pt x="69181" y="14347"/>
                    <a:pt x="69242" y="14225"/>
                    <a:pt x="69364" y="14165"/>
                  </a:cubicBezTo>
                  <a:lnTo>
                    <a:pt x="69485" y="14134"/>
                  </a:lnTo>
                  <a:cubicBezTo>
                    <a:pt x="69516" y="14119"/>
                    <a:pt x="69569" y="14119"/>
                    <a:pt x="69618" y="14119"/>
                  </a:cubicBezTo>
                  <a:cubicBezTo>
                    <a:pt x="69668" y="14119"/>
                    <a:pt x="69713" y="14119"/>
                    <a:pt x="69728" y="14104"/>
                  </a:cubicBezTo>
                  <a:cubicBezTo>
                    <a:pt x="69746" y="14095"/>
                    <a:pt x="69769" y="14091"/>
                    <a:pt x="69794" y="14091"/>
                  </a:cubicBezTo>
                  <a:close/>
                  <a:moveTo>
                    <a:pt x="37631" y="13678"/>
                  </a:moveTo>
                  <a:cubicBezTo>
                    <a:pt x="37651" y="13686"/>
                    <a:pt x="37669" y="13690"/>
                    <a:pt x="37686" y="13690"/>
                  </a:cubicBezTo>
                  <a:cubicBezTo>
                    <a:pt x="37687" y="13690"/>
                    <a:pt x="37687" y="13690"/>
                    <a:pt x="37688" y="13690"/>
                  </a:cubicBezTo>
                  <a:lnTo>
                    <a:pt x="37688" y="13690"/>
                  </a:lnTo>
                  <a:cubicBezTo>
                    <a:pt x="37731" y="13758"/>
                    <a:pt x="37784" y="13836"/>
                    <a:pt x="37843" y="13921"/>
                  </a:cubicBezTo>
                  <a:lnTo>
                    <a:pt x="37783" y="13982"/>
                  </a:lnTo>
                  <a:cubicBezTo>
                    <a:pt x="37741" y="14003"/>
                    <a:pt x="37714" y="14052"/>
                    <a:pt x="37652" y="14052"/>
                  </a:cubicBezTo>
                  <a:cubicBezTo>
                    <a:pt x="37624" y="14052"/>
                    <a:pt x="37588" y="14041"/>
                    <a:pt x="37539" y="14013"/>
                  </a:cubicBezTo>
                  <a:lnTo>
                    <a:pt x="37418" y="13952"/>
                  </a:lnTo>
                  <a:cubicBezTo>
                    <a:pt x="37357" y="14104"/>
                    <a:pt x="37296" y="14620"/>
                    <a:pt x="37175" y="14712"/>
                  </a:cubicBezTo>
                  <a:cubicBezTo>
                    <a:pt x="37142" y="14728"/>
                    <a:pt x="37107" y="14736"/>
                    <a:pt x="37073" y="14736"/>
                  </a:cubicBezTo>
                  <a:cubicBezTo>
                    <a:pt x="36980" y="14736"/>
                    <a:pt x="36893" y="14679"/>
                    <a:pt x="36871" y="14590"/>
                  </a:cubicBezTo>
                  <a:cubicBezTo>
                    <a:pt x="36871" y="14499"/>
                    <a:pt x="36992" y="14438"/>
                    <a:pt x="37053" y="14438"/>
                  </a:cubicBezTo>
                  <a:cubicBezTo>
                    <a:pt x="37083" y="14438"/>
                    <a:pt x="37205" y="14286"/>
                    <a:pt x="37175" y="14256"/>
                  </a:cubicBezTo>
                  <a:cubicBezTo>
                    <a:pt x="37083" y="14165"/>
                    <a:pt x="36962" y="14134"/>
                    <a:pt x="36871" y="14134"/>
                  </a:cubicBezTo>
                  <a:cubicBezTo>
                    <a:pt x="36780" y="14165"/>
                    <a:pt x="36628" y="14225"/>
                    <a:pt x="36476" y="14317"/>
                  </a:cubicBezTo>
                  <a:lnTo>
                    <a:pt x="36384" y="14377"/>
                  </a:lnTo>
                  <a:cubicBezTo>
                    <a:pt x="36324" y="14438"/>
                    <a:pt x="36324" y="14529"/>
                    <a:pt x="36445" y="14529"/>
                  </a:cubicBezTo>
                  <a:lnTo>
                    <a:pt x="36567" y="14529"/>
                  </a:lnTo>
                  <a:cubicBezTo>
                    <a:pt x="36536" y="14620"/>
                    <a:pt x="36445" y="14681"/>
                    <a:pt x="36354" y="14712"/>
                  </a:cubicBezTo>
                  <a:lnTo>
                    <a:pt x="36293" y="14681"/>
                  </a:lnTo>
                  <a:lnTo>
                    <a:pt x="36202" y="14651"/>
                  </a:lnTo>
                  <a:cubicBezTo>
                    <a:pt x="36202" y="14499"/>
                    <a:pt x="36232" y="14347"/>
                    <a:pt x="36293" y="14195"/>
                  </a:cubicBezTo>
                  <a:lnTo>
                    <a:pt x="36354" y="14134"/>
                  </a:lnTo>
                  <a:cubicBezTo>
                    <a:pt x="36384" y="14104"/>
                    <a:pt x="36445" y="14073"/>
                    <a:pt x="36445" y="14043"/>
                  </a:cubicBezTo>
                  <a:cubicBezTo>
                    <a:pt x="36476" y="13952"/>
                    <a:pt x="36567" y="13921"/>
                    <a:pt x="36658" y="13921"/>
                  </a:cubicBezTo>
                  <a:cubicBezTo>
                    <a:pt x="36696" y="13929"/>
                    <a:pt x="36734" y="13933"/>
                    <a:pt x="36771" y="13933"/>
                  </a:cubicBezTo>
                  <a:cubicBezTo>
                    <a:pt x="36884" y="13933"/>
                    <a:pt x="36992" y="13899"/>
                    <a:pt x="37083" y="13830"/>
                  </a:cubicBezTo>
                  <a:lnTo>
                    <a:pt x="37175" y="13709"/>
                  </a:lnTo>
                  <a:cubicBezTo>
                    <a:pt x="37205" y="13769"/>
                    <a:pt x="37258" y="13800"/>
                    <a:pt x="37311" y="13800"/>
                  </a:cubicBezTo>
                  <a:cubicBezTo>
                    <a:pt x="37365" y="13800"/>
                    <a:pt x="37418" y="13769"/>
                    <a:pt x="37448" y="13709"/>
                  </a:cubicBezTo>
                  <a:lnTo>
                    <a:pt x="37539" y="13678"/>
                  </a:lnTo>
                  <a:close/>
                  <a:moveTo>
                    <a:pt x="47874" y="13222"/>
                  </a:moveTo>
                  <a:lnTo>
                    <a:pt x="47965" y="13344"/>
                  </a:lnTo>
                  <a:cubicBezTo>
                    <a:pt x="48041" y="13445"/>
                    <a:pt x="48179" y="13504"/>
                    <a:pt x="48310" y="13504"/>
                  </a:cubicBezTo>
                  <a:cubicBezTo>
                    <a:pt x="48338" y="13504"/>
                    <a:pt x="48365" y="13501"/>
                    <a:pt x="48391" y="13496"/>
                  </a:cubicBezTo>
                  <a:lnTo>
                    <a:pt x="48664" y="13496"/>
                  </a:lnTo>
                  <a:cubicBezTo>
                    <a:pt x="48968" y="13496"/>
                    <a:pt x="49181" y="13405"/>
                    <a:pt x="49151" y="13405"/>
                  </a:cubicBezTo>
                  <a:cubicBezTo>
                    <a:pt x="49120" y="13374"/>
                    <a:pt x="49394" y="13283"/>
                    <a:pt x="49515" y="13283"/>
                  </a:cubicBezTo>
                  <a:cubicBezTo>
                    <a:pt x="49606" y="13313"/>
                    <a:pt x="49728" y="13496"/>
                    <a:pt x="49728" y="13557"/>
                  </a:cubicBezTo>
                  <a:cubicBezTo>
                    <a:pt x="49728" y="13617"/>
                    <a:pt x="49637" y="13678"/>
                    <a:pt x="49515" y="13678"/>
                  </a:cubicBezTo>
                  <a:lnTo>
                    <a:pt x="49485" y="13648"/>
                  </a:lnTo>
                  <a:lnTo>
                    <a:pt x="49394" y="13587"/>
                  </a:lnTo>
                  <a:cubicBezTo>
                    <a:pt x="49303" y="13648"/>
                    <a:pt x="49211" y="13678"/>
                    <a:pt x="49090" y="13709"/>
                  </a:cubicBezTo>
                  <a:lnTo>
                    <a:pt x="48786" y="13648"/>
                  </a:lnTo>
                  <a:lnTo>
                    <a:pt x="48725" y="13709"/>
                  </a:lnTo>
                  <a:lnTo>
                    <a:pt x="48603" y="13769"/>
                  </a:lnTo>
                  <a:cubicBezTo>
                    <a:pt x="48543" y="13709"/>
                    <a:pt x="48512" y="13648"/>
                    <a:pt x="48421" y="13617"/>
                  </a:cubicBezTo>
                  <a:lnTo>
                    <a:pt x="48391" y="13617"/>
                  </a:lnTo>
                  <a:cubicBezTo>
                    <a:pt x="48330" y="13617"/>
                    <a:pt x="48239" y="13648"/>
                    <a:pt x="48178" y="13648"/>
                  </a:cubicBezTo>
                  <a:lnTo>
                    <a:pt x="48117" y="13648"/>
                  </a:lnTo>
                  <a:cubicBezTo>
                    <a:pt x="48105" y="13659"/>
                    <a:pt x="48094" y="13664"/>
                    <a:pt x="48082" y="13664"/>
                  </a:cubicBezTo>
                  <a:cubicBezTo>
                    <a:pt x="48034" y="13664"/>
                    <a:pt x="47990" y="13575"/>
                    <a:pt x="47965" y="13526"/>
                  </a:cubicBezTo>
                  <a:cubicBezTo>
                    <a:pt x="47965" y="13521"/>
                    <a:pt x="47961" y="13519"/>
                    <a:pt x="47954" y="13519"/>
                  </a:cubicBezTo>
                  <a:cubicBezTo>
                    <a:pt x="47916" y="13519"/>
                    <a:pt x="47788" y="13586"/>
                    <a:pt x="47661" y="13739"/>
                  </a:cubicBezTo>
                  <a:lnTo>
                    <a:pt x="47509" y="13800"/>
                  </a:lnTo>
                  <a:cubicBezTo>
                    <a:pt x="47357" y="13861"/>
                    <a:pt x="47388" y="13861"/>
                    <a:pt x="47357" y="13982"/>
                  </a:cubicBezTo>
                  <a:cubicBezTo>
                    <a:pt x="47357" y="14073"/>
                    <a:pt x="47509" y="14073"/>
                    <a:pt x="47540" y="14073"/>
                  </a:cubicBezTo>
                  <a:lnTo>
                    <a:pt x="47631" y="14073"/>
                  </a:lnTo>
                  <a:lnTo>
                    <a:pt x="47661" y="14104"/>
                  </a:lnTo>
                  <a:cubicBezTo>
                    <a:pt x="47661" y="14134"/>
                    <a:pt x="47631" y="14165"/>
                    <a:pt x="47600" y="14165"/>
                  </a:cubicBezTo>
                  <a:lnTo>
                    <a:pt x="47509" y="14165"/>
                  </a:lnTo>
                  <a:cubicBezTo>
                    <a:pt x="47448" y="14165"/>
                    <a:pt x="47357" y="14408"/>
                    <a:pt x="47266" y="14438"/>
                  </a:cubicBezTo>
                  <a:cubicBezTo>
                    <a:pt x="47175" y="14468"/>
                    <a:pt x="47114" y="14499"/>
                    <a:pt x="47053" y="14560"/>
                  </a:cubicBezTo>
                  <a:lnTo>
                    <a:pt x="47053" y="14590"/>
                  </a:lnTo>
                  <a:cubicBezTo>
                    <a:pt x="47175" y="14620"/>
                    <a:pt x="47296" y="14651"/>
                    <a:pt x="47418" y="14681"/>
                  </a:cubicBezTo>
                  <a:lnTo>
                    <a:pt x="47540" y="14742"/>
                  </a:lnTo>
                  <a:lnTo>
                    <a:pt x="47327" y="14742"/>
                  </a:lnTo>
                  <a:cubicBezTo>
                    <a:pt x="47175" y="14712"/>
                    <a:pt x="46992" y="14681"/>
                    <a:pt x="46840" y="14651"/>
                  </a:cubicBezTo>
                  <a:lnTo>
                    <a:pt x="46901" y="14590"/>
                  </a:lnTo>
                  <a:cubicBezTo>
                    <a:pt x="46981" y="14510"/>
                    <a:pt x="46921" y="14336"/>
                    <a:pt x="47090" y="14336"/>
                  </a:cubicBezTo>
                  <a:cubicBezTo>
                    <a:pt x="47114" y="14336"/>
                    <a:pt x="47142" y="14339"/>
                    <a:pt x="47175" y="14347"/>
                  </a:cubicBezTo>
                  <a:cubicBezTo>
                    <a:pt x="47175" y="14347"/>
                    <a:pt x="47266" y="14225"/>
                    <a:pt x="47236" y="14165"/>
                  </a:cubicBezTo>
                  <a:lnTo>
                    <a:pt x="47205" y="14043"/>
                  </a:lnTo>
                  <a:cubicBezTo>
                    <a:pt x="47205" y="13921"/>
                    <a:pt x="47175" y="13800"/>
                    <a:pt x="47114" y="13678"/>
                  </a:cubicBezTo>
                  <a:lnTo>
                    <a:pt x="47053" y="13709"/>
                  </a:lnTo>
                  <a:cubicBezTo>
                    <a:pt x="46992" y="13709"/>
                    <a:pt x="46901" y="13739"/>
                    <a:pt x="46840" y="13800"/>
                  </a:cubicBezTo>
                  <a:lnTo>
                    <a:pt x="46719" y="13861"/>
                  </a:lnTo>
                  <a:cubicBezTo>
                    <a:pt x="46689" y="13800"/>
                    <a:pt x="46840" y="13617"/>
                    <a:pt x="47053" y="13435"/>
                  </a:cubicBezTo>
                  <a:lnTo>
                    <a:pt x="47357" y="13496"/>
                  </a:lnTo>
                  <a:lnTo>
                    <a:pt x="47479" y="13496"/>
                  </a:lnTo>
                  <a:cubicBezTo>
                    <a:pt x="47600" y="13374"/>
                    <a:pt x="47722" y="13283"/>
                    <a:pt x="47874" y="13222"/>
                  </a:cubicBezTo>
                  <a:close/>
                  <a:moveTo>
                    <a:pt x="40539" y="14324"/>
                  </a:moveTo>
                  <a:cubicBezTo>
                    <a:pt x="40557" y="14324"/>
                    <a:pt x="40571" y="14331"/>
                    <a:pt x="40579" y="14347"/>
                  </a:cubicBezTo>
                  <a:cubicBezTo>
                    <a:pt x="40609" y="14377"/>
                    <a:pt x="40518" y="14499"/>
                    <a:pt x="40457" y="14499"/>
                  </a:cubicBezTo>
                  <a:cubicBezTo>
                    <a:pt x="40397" y="14499"/>
                    <a:pt x="40366" y="14529"/>
                    <a:pt x="40366" y="14590"/>
                  </a:cubicBezTo>
                  <a:lnTo>
                    <a:pt x="40488" y="14590"/>
                  </a:lnTo>
                  <a:cubicBezTo>
                    <a:pt x="40518" y="14651"/>
                    <a:pt x="40457" y="14772"/>
                    <a:pt x="40397" y="14772"/>
                  </a:cubicBezTo>
                  <a:cubicBezTo>
                    <a:pt x="40275" y="14712"/>
                    <a:pt x="40153" y="14651"/>
                    <a:pt x="40032" y="14590"/>
                  </a:cubicBezTo>
                  <a:lnTo>
                    <a:pt x="39880" y="14590"/>
                  </a:lnTo>
                  <a:cubicBezTo>
                    <a:pt x="39819" y="14590"/>
                    <a:pt x="39789" y="14560"/>
                    <a:pt x="39758" y="14499"/>
                  </a:cubicBezTo>
                  <a:cubicBezTo>
                    <a:pt x="39758" y="14468"/>
                    <a:pt x="39758" y="14408"/>
                    <a:pt x="39758" y="14377"/>
                  </a:cubicBezTo>
                  <a:cubicBezTo>
                    <a:pt x="39789" y="14362"/>
                    <a:pt x="39811" y="14355"/>
                    <a:pt x="39834" y="14355"/>
                  </a:cubicBezTo>
                  <a:cubicBezTo>
                    <a:pt x="39857" y="14355"/>
                    <a:pt x="39880" y="14362"/>
                    <a:pt x="39910" y="14377"/>
                  </a:cubicBezTo>
                  <a:cubicBezTo>
                    <a:pt x="39971" y="14377"/>
                    <a:pt x="40032" y="14438"/>
                    <a:pt x="40123" y="14438"/>
                  </a:cubicBezTo>
                  <a:lnTo>
                    <a:pt x="40305" y="14499"/>
                  </a:lnTo>
                  <a:cubicBezTo>
                    <a:pt x="40396" y="14386"/>
                    <a:pt x="40486" y="14324"/>
                    <a:pt x="40539" y="14324"/>
                  </a:cubicBezTo>
                  <a:close/>
                  <a:moveTo>
                    <a:pt x="8945" y="14256"/>
                  </a:moveTo>
                  <a:cubicBezTo>
                    <a:pt x="8975" y="14256"/>
                    <a:pt x="9013" y="14286"/>
                    <a:pt x="9059" y="14347"/>
                  </a:cubicBezTo>
                  <a:lnTo>
                    <a:pt x="8937" y="14468"/>
                  </a:lnTo>
                  <a:cubicBezTo>
                    <a:pt x="8907" y="14499"/>
                    <a:pt x="8846" y="14529"/>
                    <a:pt x="8815" y="14620"/>
                  </a:cubicBezTo>
                  <a:cubicBezTo>
                    <a:pt x="8789" y="14699"/>
                    <a:pt x="8808" y="14778"/>
                    <a:pt x="8715" y="14778"/>
                  </a:cubicBezTo>
                  <a:cubicBezTo>
                    <a:pt x="8701" y="14778"/>
                    <a:pt x="8684" y="14777"/>
                    <a:pt x="8663" y="14772"/>
                  </a:cubicBezTo>
                  <a:cubicBezTo>
                    <a:pt x="8633" y="14772"/>
                    <a:pt x="8542" y="14620"/>
                    <a:pt x="8633" y="14560"/>
                  </a:cubicBezTo>
                  <a:cubicBezTo>
                    <a:pt x="8717" y="14504"/>
                    <a:pt x="8672" y="14344"/>
                    <a:pt x="8832" y="14344"/>
                  </a:cubicBezTo>
                  <a:cubicBezTo>
                    <a:pt x="8846" y="14344"/>
                    <a:pt x="8860" y="14345"/>
                    <a:pt x="8876" y="14347"/>
                  </a:cubicBezTo>
                  <a:cubicBezTo>
                    <a:pt x="8891" y="14286"/>
                    <a:pt x="8914" y="14256"/>
                    <a:pt x="8945" y="14256"/>
                  </a:cubicBezTo>
                  <a:close/>
                  <a:moveTo>
                    <a:pt x="45224" y="14738"/>
                  </a:moveTo>
                  <a:cubicBezTo>
                    <a:pt x="45311" y="14738"/>
                    <a:pt x="45406" y="14866"/>
                    <a:pt x="45351" y="14894"/>
                  </a:cubicBezTo>
                  <a:cubicBezTo>
                    <a:pt x="45290" y="14924"/>
                    <a:pt x="45290" y="14985"/>
                    <a:pt x="45290" y="14985"/>
                  </a:cubicBezTo>
                  <a:cubicBezTo>
                    <a:pt x="45230" y="14955"/>
                    <a:pt x="45169" y="14924"/>
                    <a:pt x="45108" y="14894"/>
                  </a:cubicBezTo>
                  <a:cubicBezTo>
                    <a:pt x="45047" y="14864"/>
                    <a:pt x="45078" y="14803"/>
                    <a:pt x="45169" y="14742"/>
                  </a:cubicBezTo>
                  <a:lnTo>
                    <a:pt x="45199" y="14742"/>
                  </a:lnTo>
                  <a:cubicBezTo>
                    <a:pt x="45207" y="14739"/>
                    <a:pt x="45216" y="14738"/>
                    <a:pt x="45224" y="14738"/>
                  </a:cubicBezTo>
                  <a:close/>
                  <a:moveTo>
                    <a:pt x="14038" y="14671"/>
                  </a:moveTo>
                  <a:cubicBezTo>
                    <a:pt x="14169" y="14671"/>
                    <a:pt x="14287" y="14844"/>
                    <a:pt x="14287" y="14924"/>
                  </a:cubicBezTo>
                  <a:cubicBezTo>
                    <a:pt x="14287" y="14963"/>
                    <a:pt x="14305" y="14977"/>
                    <a:pt x="14333" y="14977"/>
                  </a:cubicBezTo>
                  <a:cubicBezTo>
                    <a:pt x="14391" y="14977"/>
                    <a:pt x="14489" y="14915"/>
                    <a:pt x="14530" y="14894"/>
                  </a:cubicBezTo>
                  <a:cubicBezTo>
                    <a:pt x="14545" y="14864"/>
                    <a:pt x="14575" y="14848"/>
                    <a:pt x="14606" y="14848"/>
                  </a:cubicBezTo>
                  <a:cubicBezTo>
                    <a:pt x="14636" y="14848"/>
                    <a:pt x="14667" y="14864"/>
                    <a:pt x="14682" y="14894"/>
                  </a:cubicBezTo>
                  <a:lnTo>
                    <a:pt x="14712" y="14894"/>
                  </a:lnTo>
                  <a:cubicBezTo>
                    <a:pt x="14742" y="14894"/>
                    <a:pt x="14771" y="14893"/>
                    <a:pt x="14800" y="14892"/>
                  </a:cubicBezTo>
                  <a:lnTo>
                    <a:pt x="14800" y="14892"/>
                  </a:lnTo>
                  <a:cubicBezTo>
                    <a:pt x="14743" y="14935"/>
                    <a:pt x="14671" y="14960"/>
                    <a:pt x="14621" y="14985"/>
                  </a:cubicBezTo>
                  <a:lnTo>
                    <a:pt x="14591" y="15016"/>
                  </a:lnTo>
                  <a:cubicBezTo>
                    <a:pt x="14491" y="15091"/>
                    <a:pt x="14370" y="15145"/>
                    <a:pt x="14246" y="15145"/>
                  </a:cubicBezTo>
                  <a:cubicBezTo>
                    <a:pt x="14219" y="15145"/>
                    <a:pt x="14192" y="15143"/>
                    <a:pt x="14165" y="15137"/>
                  </a:cubicBezTo>
                  <a:lnTo>
                    <a:pt x="14013" y="15137"/>
                  </a:lnTo>
                  <a:cubicBezTo>
                    <a:pt x="13892" y="15076"/>
                    <a:pt x="13770" y="14985"/>
                    <a:pt x="13709" y="14894"/>
                  </a:cubicBezTo>
                  <a:cubicBezTo>
                    <a:pt x="13704" y="14884"/>
                    <a:pt x="13696" y="14880"/>
                    <a:pt x="13685" y="14880"/>
                  </a:cubicBezTo>
                  <a:cubicBezTo>
                    <a:pt x="13651" y="14880"/>
                    <a:pt x="13591" y="14927"/>
                    <a:pt x="13547" y="14967"/>
                  </a:cubicBezTo>
                  <a:lnTo>
                    <a:pt x="13547" y="14967"/>
                  </a:lnTo>
                  <a:lnTo>
                    <a:pt x="13527" y="14803"/>
                  </a:lnTo>
                  <a:cubicBezTo>
                    <a:pt x="13527" y="14779"/>
                    <a:pt x="13564" y="14755"/>
                    <a:pt x="13595" y="14746"/>
                  </a:cubicBezTo>
                  <a:lnTo>
                    <a:pt x="13595" y="14746"/>
                  </a:lnTo>
                  <a:cubicBezTo>
                    <a:pt x="13653" y="14777"/>
                    <a:pt x="13712" y="14836"/>
                    <a:pt x="13770" y="14894"/>
                  </a:cubicBezTo>
                  <a:lnTo>
                    <a:pt x="13861" y="14803"/>
                  </a:lnTo>
                  <a:lnTo>
                    <a:pt x="13983" y="14681"/>
                  </a:lnTo>
                  <a:cubicBezTo>
                    <a:pt x="14001" y="14674"/>
                    <a:pt x="14020" y="14671"/>
                    <a:pt x="14038" y="14671"/>
                  </a:cubicBezTo>
                  <a:close/>
                  <a:moveTo>
                    <a:pt x="31973" y="13481"/>
                  </a:moveTo>
                  <a:cubicBezTo>
                    <a:pt x="32015" y="13481"/>
                    <a:pt x="32083" y="13496"/>
                    <a:pt x="32159" y="13526"/>
                  </a:cubicBezTo>
                  <a:lnTo>
                    <a:pt x="32220" y="13709"/>
                  </a:lnTo>
                  <a:lnTo>
                    <a:pt x="32220" y="13739"/>
                  </a:lnTo>
                  <a:cubicBezTo>
                    <a:pt x="32220" y="13761"/>
                    <a:pt x="32228" y="13771"/>
                    <a:pt x="32242" y="13771"/>
                  </a:cubicBezTo>
                  <a:cubicBezTo>
                    <a:pt x="32267" y="13771"/>
                    <a:pt x="32313" y="13737"/>
                    <a:pt x="32372" y="13678"/>
                  </a:cubicBezTo>
                  <a:lnTo>
                    <a:pt x="32433" y="13617"/>
                  </a:lnTo>
                  <a:cubicBezTo>
                    <a:pt x="32463" y="13587"/>
                    <a:pt x="32524" y="13587"/>
                    <a:pt x="32555" y="13587"/>
                  </a:cubicBezTo>
                  <a:lnTo>
                    <a:pt x="32737" y="13921"/>
                  </a:lnTo>
                  <a:cubicBezTo>
                    <a:pt x="32982" y="13832"/>
                    <a:pt x="33194" y="13776"/>
                    <a:pt x="33266" y="13776"/>
                  </a:cubicBezTo>
                  <a:cubicBezTo>
                    <a:pt x="33293" y="13776"/>
                    <a:pt x="33300" y="13783"/>
                    <a:pt x="33284" y="13800"/>
                  </a:cubicBezTo>
                  <a:lnTo>
                    <a:pt x="33254" y="13830"/>
                  </a:lnTo>
                  <a:lnTo>
                    <a:pt x="33162" y="13982"/>
                  </a:lnTo>
                  <a:cubicBezTo>
                    <a:pt x="33151" y="13980"/>
                    <a:pt x="33140" y="13979"/>
                    <a:pt x="33131" y="13979"/>
                  </a:cubicBezTo>
                  <a:cubicBezTo>
                    <a:pt x="33011" y="13979"/>
                    <a:pt x="33015" y="14141"/>
                    <a:pt x="33071" y="14225"/>
                  </a:cubicBezTo>
                  <a:cubicBezTo>
                    <a:pt x="33102" y="14286"/>
                    <a:pt x="32950" y="14408"/>
                    <a:pt x="32737" y="14468"/>
                  </a:cubicBezTo>
                  <a:lnTo>
                    <a:pt x="32463" y="14408"/>
                  </a:lnTo>
                  <a:lnTo>
                    <a:pt x="32372" y="14408"/>
                  </a:lnTo>
                  <a:cubicBezTo>
                    <a:pt x="32281" y="14499"/>
                    <a:pt x="32129" y="14620"/>
                    <a:pt x="32068" y="14620"/>
                  </a:cubicBezTo>
                  <a:cubicBezTo>
                    <a:pt x="32012" y="14592"/>
                    <a:pt x="31748" y="14435"/>
                    <a:pt x="31613" y="14435"/>
                  </a:cubicBezTo>
                  <a:cubicBezTo>
                    <a:pt x="31601" y="14435"/>
                    <a:pt x="31591" y="14436"/>
                    <a:pt x="31582" y="14438"/>
                  </a:cubicBezTo>
                  <a:cubicBezTo>
                    <a:pt x="31460" y="14499"/>
                    <a:pt x="31491" y="14620"/>
                    <a:pt x="31521" y="14620"/>
                  </a:cubicBezTo>
                  <a:cubicBezTo>
                    <a:pt x="31612" y="14712"/>
                    <a:pt x="31734" y="14803"/>
                    <a:pt x="31795" y="14894"/>
                  </a:cubicBezTo>
                  <a:lnTo>
                    <a:pt x="32190" y="14864"/>
                  </a:lnTo>
                  <a:cubicBezTo>
                    <a:pt x="32205" y="14848"/>
                    <a:pt x="32220" y="14841"/>
                    <a:pt x="32235" y="14841"/>
                  </a:cubicBezTo>
                  <a:cubicBezTo>
                    <a:pt x="32251" y="14841"/>
                    <a:pt x="32266" y="14848"/>
                    <a:pt x="32281" y="14864"/>
                  </a:cubicBezTo>
                  <a:lnTo>
                    <a:pt x="32311" y="14864"/>
                  </a:lnTo>
                  <a:cubicBezTo>
                    <a:pt x="32372" y="14924"/>
                    <a:pt x="32311" y="14985"/>
                    <a:pt x="32220" y="15016"/>
                  </a:cubicBezTo>
                  <a:lnTo>
                    <a:pt x="31764" y="15016"/>
                  </a:lnTo>
                  <a:cubicBezTo>
                    <a:pt x="31612" y="15107"/>
                    <a:pt x="31430" y="15168"/>
                    <a:pt x="31278" y="15228"/>
                  </a:cubicBezTo>
                  <a:lnTo>
                    <a:pt x="31217" y="15228"/>
                  </a:lnTo>
                  <a:lnTo>
                    <a:pt x="30761" y="15076"/>
                  </a:lnTo>
                  <a:lnTo>
                    <a:pt x="30609" y="15137"/>
                  </a:lnTo>
                  <a:cubicBezTo>
                    <a:pt x="30560" y="15153"/>
                    <a:pt x="30514" y="15161"/>
                    <a:pt x="30471" y="15161"/>
                  </a:cubicBezTo>
                  <a:cubicBezTo>
                    <a:pt x="30354" y="15161"/>
                    <a:pt x="30267" y="15105"/>
                    <a:pt x="30244" y="15016"/>
                  </a:cubicBezTo>
                  <a:lnTo>
                    <a:pt x="30366" y="14955"/>
                  </a:lnTo>
                  <a:cubicBezTo>
                    <a:pt x="30427" y="14924"/>
                    <a:pt x="30488" y="14924"/>
                    <a:pt x="30548" y="14894"/>
                  </a:cubicBezTo>
                  <a:cubicBezTo>
                    <a:pt x="30670" y="14803"/>
                    <a:pt x="30738" y="14757"/>
                    <a:pt x="30795" y="14757"/>
                  </a:cubicBezTo>
                  <a:cubicBezTo>
                    <a:pt x="30852" y="14757"/>
                    <a:pt x="30898" y="14803"/>
                    <a:pt x="30974" y="14894"/>
                  </a:cubicBezTo>
                  <a:lnTo>
                    <a:pt x="31096" y="15016"/>
                  </a:lnTo>
                  <a:cubicBezTo>
                    <a:pt x="31187" y="14985"/>
                    <a:pt x="31247" y="14742"/>
                    <a:pt x="31187" y="14681"/>
                  </a:cubicBezTo>
                  <a:cubicBezTo>
                    <a:pt x="31096" y="14590"/>
                    <a:pt x="30974" y="14529"/>
                    <a:pt x="30852" y="14529"/>
                  </a:cubicBezTo>
                  <a:lnTo>
                    <a:pt x="30792" y="14560"/>
                  </a:lnTo>
                  <a:cubicBezTo>
                    <a:pt x="30731" y="14560"/>
                    <a:pt x="30697" y="14587"/>
                    <a:pt x="30654" y="14587"/>
                  </a:cubicBezTo>
                  <a:cubicBezTo>
                    <a:pt x="30633" y="14587"/>
                    <a:pt x="30609" y="14580"/>
                    <a:pt x="30579" y="14560"/>
                  </a:cubicBezTo>
                  <a:lnTo>
                    <a:pt x="30518" y="14499"/>
                  </a:lnTo>
                  <a:cubicBezTo>
                    <a:pt x="30427" y="14499"/>
                    <a:pt x="30396" y="14408"/>
                    <a:pt x="30427" y="14347"/>
                  </a:cubicBezTo>
                  <a:lnTo>
                    <a:pt x="30457" y="14286"/>
                  </a:lnTo>
                  <a:cubicBezTo>
                    <a:pt x="30457" y="14256"/>
                    <a:pt x="30457" y="14195"/>
                    <a:pt x="30427" y="14165"/>
                  </a:cubicBezTo>
                  <a:lnTo>
                    <a:pt x="30275" y="14165"/>
                  </a:lnTo>
                  <a:lnTo>
                    <a:pt x="30214" y="14225"/>
                  </a:lnTo>
                  <a:cubicBezTo>
                    <a:pt x="30214" y="14347"/>
                    <a:pt x="30214" y="14468"/>
                    <a:pt x="30214" y="14560"/>
                  </a:cubicBezTo>
                  <a:lnTo>
                    <a:pt x="30275" y="14620"/>
                  </a:lnTo>
                  <a:cubicBezTo>
                    <a:pt x="30336" y="14681"/>
                    <a:pt x="30548" y="14651"/>
                    <a:pt x="30427" y="14803"/>
                  </a:cubicBezTo>
                  <a:cubicBezTo>
                    <a:pt x="30413" y="14816"/>
                    <a:pt x="30393" y="14822"/>
                    <a:pt x="30367" y="14822"/>
                  </a:cubicBezTo>
                  <a:cubicBezTo>
                    <a:pt x="30277" y="14822"/>
                    <a:pt x="30127" y="14746"/>
                    <a:pt x="30032" y="14651"/>
                  </a:cubicBezTo>
                  <a:cubicBezTo>
                    <a:pt x="30026" y="14645"/>
                    <a:pt x="30016" y="14643"/>
                    <a:pt x="30004" y="14643"/>
                  </a:cubicBezTo>
                  <a:cubicBezTo>
                    <a:pt x="29949" y="14643"/>
                    <a:pt x="29838" y="14692"/>
                    <a:pt x="29788" y="14742"/>
                  </a:cubicBezTo>
                  <a:cubicBezTo>
                    <a:pt x="29783" y="14745"/>
                    <a:pt x="29778" y="14746"/>
                    <a:pt x="29773" y="14746"/>
                  </a:cubicBezTo>
                  <a:cubicBezTo>
                    <a:pt x="29723" y="14746"/>
                    <a:pt x="29700" y="14615"/>
                    <a:pt x="29728" y="14560"/>
                  </a:cubicBezTo>
                  <a:cubicBezTo>
                    <a:pt x="29728" y="14538"/>
                    <a:pt x="29720" y="14528"/>
                    <a:pt x="29706" y="14528"/>
                  </a:cubicBezTo>
                  <a:cubicBezTo>
                    <a:pt x="29681" y="14528"/>
                    <a:pt x="29635" y="14562"/>
                    <a:pt x="29576" y="14620"/>
                  </a:cubicBezTo>
                  <a:lnTo>
                    <a:pt x="29333" y="14620"/>
                  </a:lnTo>
                  <a:cubicBezTo>
                    <a:pt x="29315" y="14535"/>
                    <a:pt x="29279" y="14497"/>
                    <a:pt x="29229" y="14497"/>
                  </a:cubicBezTo>
                  <a:cubicBezTo>
                    <a:pt x="29190" y="14497"/>
                    <a:pt x="29142" y="14520"/>
                    <a:pt x="29089" y="14560"/>
                  </a:cubicBezTo>
                  <a:cubicBezTo>
                    <a:pt x="29059" y="14590"/>
                    <a:pt x="29029" y="14620"/>
                    <a:pt x="28998" y="14651"/>
                  </a:cubicBezTo>
                  <a:lnTo>
                    <a:pt x="28968" y="14651"/>
                  </a:lnTo>
                  <a:cubicBezTo>
                    <a:pt x="28907" y="14651"/>
                    <a:pt x="28846" y="14590"/>
                    <a:pt x="28846" y="14560"/>
                  </a:cubicBezTo>
                  <a:cubicBezTo>
                    <a:pt x="28846" y="14529"/>
                    <a:pt x="28846" y="14377"/>
                    <a:pt x="28846" y="14347"/>
                  </a:cubicBezTo>
                  <a:cubicBezTo>
                    <a:pt x="28846" y="14325"/>
                    <a:pt x="28831" y="14304"/>
                    <a:pt x="28822" y="14304"/>
                  </a:cubicBezTo>
                  <a:cubicBezTo>
                    <a:pt x="28818" y="14304"/>
                    <a:pt x="28816" y="14308"/>
                    <a:pt x="28816" y="14317"/>
                  </a:cubicBezTo>
                  <a:lnTo>
                    <a:pt x="28816" y="14347"/>
                  </a:lnTo>
                  <a:cubicBezTo>
                    <a:pt x="28812" y="14351"/>
                    <a:pt x="28805" y="14353"/>
                    <a:pt x="28797" y="14353"/>
                  </a:cubicBezTo>
                  <a:cubicBezTo>
                    <a:pt x="28745" y="14353"/>
                    <a:pt x="28625" y="14282"/>
                    <a:pt x="28573" y="14256"/>
                  </a:cubicBezTo>
                  <a:cubicBezTo>
                    <a:pt x="28567" y="14250"/>
                    <a:pt x="28560" y="14247"/>
                    <a:pt x="28553" y="14247"/>
                  </a:cubicBezTo>
                  <a:cubicBezTo>
                    <a:pt x="28490" y="14247"/>
                    <a:pt x="28402" y="14475"/>
                    <a:pt x="28512" y="14529"/>
                  </a:cubicBezTo>
                  <a:cubicBezTo>
                    <a:pt x="28603" y="14560"/>
                    <a:pt x="28664" y="14681"/>
                    <a:pt x="28664" y="14803"/>
                  </a:cubicBezTo>
                  <a:cubicBezTo>
                    <a:pt x="28603" y="14833"/>
                    <a:pt x="28512" y="14894"/>
                    <a:pt x="28451" y="14924"/>
                  </a:cubicBezTo>
                  <a:cubicBezTo>
                    <a:pt x="28390" y="14924"/>
                    <a:pt x="28238" y="14742"/>
                    <a:pt x="28208" y="14651"/>
                  </a:cubicBezTo>
                  <a:cubicBezTo>
                    <a:pt x="28178" y="14560"/>
                    <a:pt x="27965" y="14560"/>
                    <a:pt x="27874" y="14560"/>
                  </a:cubicBezTo>
                  <a:lnTo>
                    <a:pt x="27570" y="14590"/>
                  </a:lnTo>
                  <a:lnTo>
                    <a:pt x="27387" y="14590"/>
                  </a:lnTo>
                  <a:cubicBezTo>
                    <a:pt x="27366" y="14595"/>
                    <a:pt x="27344" y="14598"/>
                    <a:pt x="27323" y="14598"/>
                  </a:cubicBezTo>
                  <a:cubicBezTo>
                    <a:pt x="27224" y="14598"/>
                    <a:pt x="27133" y="14544"/>
                    <a:pt x="27083" y="14468"/>
                  </a:cubicBezTo>
                  <a:cubicBezTo>
                    <a:pt x="27062" y="14447"/>
                    <a:pt x="27040" y="14426"/>
                    <a:pt x="27008" y="14426"/>
                  </a:cubicBezTo>
                  <a:cubicBezTo>
                    <a:pt x="26995" y="14426"/>
                    <a:pt x="26979" y="14429"/>
                    <a:pt x="26962" y="14438"/>
                  </a:cubicBezTo>
                  <a:lnTo>
                    <a:pt x="26931" y="14438"/>
                  </a:lnTo>
                  <a:cubicBezTo>
                    <a:pt x="26840" y="14468"/>
                    <a:pt x="26931" y="14499"/>
                    <a:pt x="26931" y="14560"/>
                  </a:cubicBezTo>
                  <a:lnTo>
                    <a:pt x="26962" y="14620"/>
                  </a:lnTo>
                  <a:cubicBezTo>
                    <a:pt x="26939" y="14689"/>
                    <a:pt x="26882" y="14723"/>
                    <a:pt x="26829" y="14723"/>
                  </a:cubicBezTo>
                  <a:cubicBezTo>
                    <a:pt x="26812" y="14723"/>
                    <a:pt x="26795" y="14719"/>
                    <a:pt x="26779" y="14712"/>
                  </a:cubicBezTo>
                  <a:lnTo>
                    <a:pt x="26688" y="14681"/>
                  </a:lnTo>
                  <a:lnTo>
                    <a:pt x="26658" y="14651"/>
                  </a:lnTo>
                  <a:cubicBezTo>
                    <a:pt x="26567" y="14590"/>
                    <a:pt x="26658" y="14408"/>
                    <a:pt x="26688" y="14377"/>
                  </a:cubicBezTo>
                  <a:cubicBezTo>
                    <a:pt x="26724" y="14342"/>
                    <a:pt x="26686" y="14327"/>
                    <a:pt x="26637" y="14327"/>
                  </a:cubicBezTo>
                  <a:cubicBezTo>
                    <a:pt x="26602" y="14327"/>
                    <a:pt x="26561" y="14334"/>
                    <a:pt x="26536" y="14347"/>
                  </a:cubicBezTo>
                  <a:cubicBezTo>
                    <a:pt x="26475" y="14377"/>
                    <a:pt x="26415" y="14377"/>
                    <a:pt x="26354" y="14377"/>
                  </a:cubicBezTo>
                  <a:lnTo>
                    <a:pt x="26263" y="14377"/>
                  </a:lnTo>
                  <a:cubicBezTo>
                    <a:pt x="26202" y="14408"/>
                    <a:pt x="26171" y="14438"/>
                    <a:pt x="26171" y="14499"/>
                  </a:cubicBezTo>
                  <a:lnTo>
                    <a:pt x="26202" y="14529"/>
                  </a:lnTo>
                  <a:cubicBezTo>
                    <a:pt x="26232" y="14560"/>
                    <a:pt x="26293" y="14590"/>
                    <a:pt x="26354" y="14620"/>
                  </a:cubicBezTo>
                  <a:cubicBezTo>
                    <a:pt x="26475" y="14651"/>
                    <a:pt x="26597" y="14712"/>
                    <a:pt x="26536" y="14803"/>
                  </a:cubicBezTo>
                  <a:lnTo>
                    <a:pt x="26475" y="14985"/>
                  </a:lnTo>
                  <a:cubicBezTo>
                    <a:pt x="26384" y="14864"/>
                    <a:pt x="25776" y="14894"/>
                    <a:pt x="25594" y="14864"/>
                  </a:cubicBezTo>
                  <a:cubicBezTo>
                    <a:pt x="25442" y="14833"/>
                    <a:pt x="25320" y="14742"/>
                    <a:pt x="25229" y="14620"/>
                  </a:cubicBezTo>
                  <a:cubicBezTo>
                    <a:pt x="25229" y="14590"/>
                    <a:pt x="25412" y="14529"/>
                    <a:pt x="25503" y="14529"/>
                  </a:cubicBezTo>
                  <a:cubicBezTo>
                    <a:pt x="25563" y="14529"/>
                    <a:pt x="25624" y="14499"/>
                    <a:pt x="25594" y="14468"/>
                  </a:cubicBezTo>
                  <a:lnTo>
                    <a:pt x="25442" y="14468"/>
                  </a:lnTo>
                  <a:cubicBezTo>
                    <a:pt x="25290" y="14468"/>
                    <a:pt x="25168" y="14529"/>
                    <a:pt x="25168" y="14651"/>
                  </a:cubicBezTo>
                  <a:lnTo>
                    <a:pt x="25108" y="14742"/>
                  </a:lnTo>
                  <a:cubicBezTo>
                    <a:pt x="25077" y="14772"/>
                    <a:pt x="24956" y="14833"/>
                    <a:pt x="24925" y="14864"/>
                  </a:cubicBezTo>
                  <a:cubicBezTo>
                    <a:pt x="24864" y="14894"/>
                    <a:pt x="24834" y="14955"/>
                    <a:pt x="24804" y="14955"/>
                  </a:cubicBezTo>
                  <a:cubicBezTo>
                    <a:pt x="24779" y="14960"/>
                    <a:pt x="24753" y="14961"/>
                    <a:pt x="24726" y="14961"/>
                  </a:cubicBezTo>
                  <a:cubicBezTo>
                    <a:pt x="24657" y="14961"/>
                    <a:pt x="24581" y="14950"/>
                    <a:pt x="24503" y="14950"/>
                  </a:cubicBezTo>
                  <a:cubicBezTo>
                    <a:pt x="24420" y="14950"/>
                    <a:pt x="24335" y="14963"/>
                    <a:pt x="24256" y="15016"/>
                  </a:cubicBezTo>
                  <a:cubicBezTo>
                    <a:pt x="24252" y="15020"/>
                    <a:pt x="24245" y="15022"/>
                    <a:pt x="24236" y="15022"/>
                  </a:cubicBezTo>
                  <a:cubicBezTo>
                    <a:pt x="24178" y="15022"/>
                    <a:pt x="24035" y="14947"/>
                    <a:pt x="23983" y="14894"/>
                  </a:cubicBezTo>
                  <a:lnTo>
                    <a:pt x="23922" y="14833"/>
                  </a:lnTo>
                  <a:cubicBezTo>
                    <a:pt x="23902" y="14774"/>
                    <a:pt x="23921" y="14741"/>
                    <a:pt x="23969" y="14741"/>
                  </a:cubicBezTo>
                  <a:cubicBezTo>
                    <a:pt x="23996" y="14741"/>
                    <a:pt x="24031" y="14751"/>
                    <a:pt x="24074" y="14772"/>
                  </a:cubicBezTo>
                  <a:lnTo>
                    <a:pt x="24196" y="14681"/>
                  </a:lnTo>
                  <a:lnTo>
                    <a:pt x="24256" y="14651"/>
                  </a:lnTo>
                  <a:cubicBezTo>
                    <a:pt x="24378" y="14651"/>
                    <a:pt x="24530" y="14620"/>
                    <a:pt x="24652" y="14529"/>
                  </a:cubicBezTo>
                  <a:cubicBezTo>
                    <a:pt x="24682" y="14499"/>
                    <a:pt x="24256" y="14499"/>
                    <a:pt x="24074" y="14499"/>
                  </a:cubicBezTo>
                  <a:cubicBezTo>
                    <a:pt x="23927" y="14523"/>
                    <a:pt x="23640" y="14568"/>
                    <a:pt x="23487" y="14568"/>
                  </a:cubicBezTo>
                  <a:cubicBezTo>
                    <a:pt x="23451" y="14568"/>
                    <a:pt x="23423" y="14565"/>
                    <a:pt x="23405" y="14560"/>
                  </a:cubicBezTo>
                  <a:cubicBezTo>
                    <a:pt x="23284" y="14560"/>
                    <a:pt x="23253" y="14408"/>
                    <a:pt x="23284" y="14347"/>
                  </a:cubicBezTo>
                  <a:cubicBezTo>
                    <a:pt x="23299" y="14317"/>
                    <a:pt x="23299" y="14301"/>
                    <a:pt x="23284" y="14301"/>
                  </a:cubicBezTo>
                  <a:cubicBezTo>
                    <a:pt x="23269" y="14301"/>
                    <a:pt x="23238" y="14317"/>
                    <a:pt x="23193" y="14347"/>
                  </a:cubicBezTo>
                  <a:lnTo>
                    <a:pt x="23101" y="14347"/>
                  </a:lnTo>
                  <a:cubicBezTo>
                    <a:pt x="23041" y="14347"/>
                    <a:pt x="23010" y="14377"/>
                    <a:pt x="23010" y="14408"/>
                  </a:cubicBezTo>
                  <a:cubicBezTo>
                    <a:pt x="23010" y="14408"/>
                    <a:pt x="23101" y="14560"/>
                    <a:pt x="23162" y="14742"/>
                  </a:cubicBezTo>
                  <a:lnTo>
                    <a:pt x="23436" y="14681"/>
                  </a:lnTo>
                  <a:cubicBezTo>
                    <a:pt x="23466" y="14681"/>
                    <a:pt x="23497" y="14742"/>
                    <a:pt x="23497" y="14742"/>
                  </a:cubicBezTo>
                  <a:cubicBezTo>
                    <a:pt x="23466" y="14772"/>
                    <a:pt x="23466" y="14803"/>
                    <a:pt x="23436" y="14833"/>
                  </a:cubicBezTo>
                  <a:cubicBezTo>
                    <a:pt x="23418" y="14828"/>
                    <a:pt x="23402" y="14826"/>
                    <a:pt x="23388" y="14826"/>
                  </a:cubicBezTo>
                  <a:cubicBezTo>
                    <a:pt x="23257" y="14826"/>
                    <a:pt x="23286" y="15031"/>
                    <a:pt x="23187" y="15031"/>
                  </a:cubicBezTo>
                  <a:cubicBezTo>
                    <a:pt x="23172" y="15031"/>
                    <a:pt x="23154" y="15027"/>
                    <a:pt x="23132" y="15016"/>
                  </a:cubicBezTo>
                  <a:lnTo>
                    <a:pt x="22858" y="14864"/>
                  </a:lnTo>
                  <a:cubicBezTo>
                    <a:pt x="22767" y="14932"/>
                    <a:pt x="22659" y="14966"/>
                    <a:pt x="22546" y="14966"/>
                  </a:cubicBezTo>
                  <a:cubicBezTo>
                    <a:pt x="22509" y="14966"/>
                    <a:pt x="22471" y="14962"/>
                    <a:pt x="22433" y="14955"/>
                  </a:cubicBezTo>
                  <a:cubicBezTo>
                    <a:pt x="22402" y="14924"/>
                    <a:pt x="22220" y="14803"/>
                    <a:pt x="22159" y="14772"/>
                  </a:cubicBezTo>
                  <a:cubicBezTo>
                    <a:pt x="22098" y="14712"/>
                    <a:pt x="22038" y="14651"/>
                    <a:pt x="21977" y="14590"/>
                  </a:cubicBezTo>
                  <a:lnTo>
                    <a:pt x="21916" y="14590"/>
                  </a:lnTo>
                  <a:lnTo>
                    <a:pt x="21855" y="14620"/>
                  </a:lnTo>
                  <a:cubicBezTo>
                    <a:pt x="21794" y="14712"/>
                    <a:pt x="21734" y="14803"/>
                    <a:pt x="21703" y="14894"/>
                  </a:cubicBezTo>
                  <a:lnTo>
                    <a:pt x="21642" y="14955"/>
                  </a:lnTo>
                  <a:cubicBezTo>
                    <a:pt x="21624" y="14973"/>
                    <a:pt x="21598" y="14978"/>
                    <a:pt x="21568" y="14978"/>
                  </a:cubicBezTo>
                  <a:cubicBezTo>
                    <a:pt x="21536" y="14978"/>
                    <a:pt x="21500" y="14972"/>
                    <a:pt x="21463" y="14972"/>
                  </a:cubicBezTo>
                  <a:cubicBezTo>
                    <a:pt x="21418" y="14972"/>
                    <a:pt x="21374" y="14980"/>
                    <a:pt x="21338" y="15016"/>
                  </a:cubicBezTo>
                  <a:cubicBezTo>
                    <a:pt x="21278" y="14985"/>
                    <a:pt x="21187" y="14955"/>
                    <a:pt x="21095" y="14955"/>
                  </a:cubicBezTo>
                  <a:lnTo>
                    <a:pt x="21035" y="14894"/>
                  </a:lnTo>
                  <a:lnTo>
                    <a:pt x="21004" y="14864"/>
                  </a:lnTo>
                  <a:cubicBezTo>
                    <a:pt x="20700" y="14924"/>
                    <a:pt x="20214" y="15016"/>
                    <a:pt x="19971" y="15076"/>
                  </a:cubicBezTo>
                  <a:lnTo>
                    <a:pt x="19758" y="15016"/>
                  </a:lnTo>
                  <a:lnTo>
                    <a:pt x="19697" y="15016"/>
                  </a:lnTo>
                  <a:cubicBezTo>
                    <a:pt x="19662" y="14992"/>
                    <a:pt x="19627" y="14982"/>
                    <a:pt x="19596" y="14982"/>
                  </a:cubicBezTo>
                  <a:cubicBezTo>
                    <a:pt x="19545" y="14982"/>
                    <a:pt x="19503" y="15008"/>
                    <a:pt x="19484" y="15046"/>
                  </a:cubicBezTo>
                  <a:lnTo>
                    <a:pt x="19424" y="15107"/>
                  </a:lnTo>
                  <a:cubicBezTo>
                    <a:pt x="19393" y="15107"/>
                    <a:pt x="19332" y="15107"/>
                    <a:pt x="19302" y="15076"/>
                  </a:cubicBezTo>
                  <a:cubicBezTo>
                    <a:pt x="19241" y="15046"/>
                    <a:pt x="19484" y="14985"/>
                    <a:pt x="19302" y="14955"/>
                  </a:cubicBezTo>
                  <a:lnTo>
                    <a:pt x="19184" y="14938"/>
                  </a:lnTo>
                  <a:lnTo>
                    <a:pt x="19184" y="14938"/>
                  </a:lnTo>
                  <a:lnTo>
                    <a:pt x="19211" y="14924"/>
                  </a:lnTo>
                  <a:cubicBezTo>
                    <a:pt x="19272" y="14894"/>
                    <a:pt x="19089" y="14712"/>
                    <a:pt x="19028" y="14620"/>
                  </a:cubicBezTo>
                  <a:cubicBezTo>
                    <a:pt x="18979" y="14571"/>
                    <a:pt x="19169" y="14482"/>
                    <a:pt x="19323" y="14482"/>
                  </a:cubicBezTo>
                  <a:cubicBezTo>
                    <a:pt x="19360" y="14482"/>
                    <a:pt x="19395" y="14487"/>
                    <a:pt x="19424" y="14499"/>
                  </a:cubicBezTo>
                  <a:cubicBezTo>
                    <a:pt x="19545" y="14560"/>
                    <a:pt x="19515" y="14620"/>
                    <a:pt x="19454" y="14620"/>
                  </a:cubicBezTo>
                  <a:cubicBezTo>
                    <a:pt x="19393" y="14620"/>
                    <a:pt x="19393" y="14681"/>
                    <a:pt x="19424" y="14712"/>
                  </a:cubicBezTo>
                  <a:cubicBezTo>
                    <a:pt x="19484" y="14772"/>
                    <a:pt x="19545" y="14803"/>
                    <a:pt x="19636" y="14833"/>
                  </a:cubicBezTo>
                  <a:cubicBezTo>
                    <a:pt x="19641" y="14837"/>
                    <a:pt x="19645" y="14839"/>
                    <a:pt x="19651" y="14839"/>
                  </a:cubicBezTo>
                  <a:cubicBezTo>
                    <a:pt x="19683" y="14839"/>
                    <a:pt x="19732" y="14768"/>
                    <a:pt x="19758" y="14742"/>
                  </a:cubicBezTo>
                  <a:cubicBezTo>
                    <a:pt x="19758" y="14681"/>
                    <a:pt x="19849" y="14651"/>
                    <a:pt x="19971" y="14651"/>
                  </a:cubicBezTo>
                  <a:lnTo>
                    <a:pt x="19971" y="14499"/>
                  </a:lnTo>
                  <a:lnTo>
                    <a:pt x="19971" y="14317"/>
                  </a:lnTo>
                  <a:cubicBezTo>
                    <a:pt x="20092" y="14347"/>
                    <a:pt x="20214" y="14377"/>
                    <a:pt x="20335" y="14377"/>
                  </a:cubicBezTo>
                  <a:cubicBezTo>
                    <a:pt x="20359" y="14354"/>
                    <a:pt x="20504" y="14296"/>
                    <a:pt x="20560" y="14296"/>
                  </a:cubicBezTo>
                  <a:cubicBezTo>
                    <a:pt x="20577" y="14296"/>
                    <a:pt x="20586" y="14302"/>
                    <a:pt x="20579" y="14317"/>
                  </a:cubicBezTo>
                  <a:cubicBezTo>
                    <a:pt x="20579" y="14342"/>
                    <a:pt x="20611" y="14352"/>
                    <a:pt x="20653" y="14352"/>
                  </a:cubicBezTo>
                  <a:cubicBezTo>
                    <a:pt x="20711" y="14352"/>
                    <a:pt x="20787" y="14334"/>
                    <a:pt x="20822" y="14317"/>
                  </a:cubicBezTo>
                  <a:cubicBezTo>
                    <a:pt x="20842" y="14303"/>
                    <a:pt x="20863" y="14297"/>
                    <a:pt x="20885" y="14297"/>
                  </a:cubicBezTo>
                  <a:cubicBezTo>
                    <a:pt x="20963" y="14297"/>
                    <a:pt x="21048" y="14374"/>
                    <a:pt x="21095" y="14468"/>
                  </a:cubicBezTo>
                  <a:lnTo>
                    <a:pt x="21278" y="14317"/>
                  </a:lnTo>
                  <a:cubicBezTo>
                    <a:pt x="21323" y="14301"/>
                    <a:pt x="21361" y="14294"/>
                    <a:pt x="21395" y="14294"/>
                  </a:cubicBezTo>
                  <a:cubicBezTo>
                    <a:pt x="21430" y="14294"/>
                    <a:pt x="21460" y="14301"/>
                    <a:pt x="21490" y="14317"/>
                  </a:cubicBezTo>
                  <a:cubicBezTo>
                    <a:pt x="21543" y="14369"/>
                    <a:pt x="21588" y="14389"/>
                    <a:pt x="21628" y="14389"/>
                  </a:cubicBezTo>
                  <a:cubicBezTo>
                    <a:pt x="21705" y="14389"/>
                    <a:pt x="21765" y="14316"/>
                    <a:pt x="21825" y="14256"/>
                  </a:cubicBezTo>
                  <a:lnTo>
                    <a:pt x="22220" y="13952"/>
                  </a:lnTo>
                  <a:cubicBezTo>
                    <a:pt x="22281" y="13952"/>
                    <a:pt x="22311" y="13982"/>
                    <a:pt x="22342" y="13982"/>
                  </a:cubicBezTo>
                  <a:cubicBezTo>
                    <a:pt x="22454" y="14095"/>
                    <a:pt x="22584" y="14157"/>
                    <a:pt x="22717" y="14157"/>
                  </a:cubicBezTo>
                  <a:cubicBezTo>
                    <a:pt x="22764" y="14157"/>
                    <a:pt x="22811" y="14150"/>
                    <a:pt x="22858" y="14134"/>
                  </a:cubicBezTo>
                  <a:lnTo>
                    <a:pt x="23193" y="14104"/>
                  </a:lnTo>
                  <a:cubicBezTo>
                    <a:pt x="23284" y="14138"/>
                    <a:pt x="23379" y="14155"/>
                    <a:pt x="23473" y="14155"/>
                  </a:cubicBezTo>
                  <a:cubicBezTo>
                    <a:pt x="23628" y="14155"/>
                    <a:pt x="23778" y="14108"/>
                    <a:pt x="23892" y="14013"/>
                  </a:cubicBezTo>
                  <a:lnTo>
                    <a:pt x="24196" y="14013"/>
                  </a:lnTo>
                  <a:cubicBezTo>
                    <a:pt x="24198" y="14015"/>
                    <a:pt x="24201" y="14017"/>
                    <a:pt x="24203" y="14017"/>
                  </a:cubicBezTo>
                  <a:cubicBezTo>
                    <a:pt x="24227" y="14017"/>
                    <a:pt x="24234" y="13891"/>
                    <a:pt x="24317" y="13891"/>
                  </a:cubicBezTo>
                  <a:cubicBezTo>
                    <a:pt x="24378" y="13891"/>
                    <a:pt x="24439" y="13952"/>
                    <a:pt x="24530" y="13952"/>
                  </a:cubicBezTo>
                  <a:cubicBezTo>
                    <a:pt x="24568" y="13964"/>
                    <a:pt x="24606" y="13972"/>
                    <a:pt x="24643" y="13972"/>
                  </a:cubicBezTo>
                  <a:cubicBezTo>
                    <a:pt x="24697" y="13972"/>
                    <a:pt x="24750" y="13957"/>
                    <a:pt x="24804" y="13921"/>
                  </a:cubicBezTo>
                  <a:cubicBezTo>
                    <a:pt x="24840" y="13907"/>
                    <a:pt x="24866" y="13901"/>
                    <a:pt x="24885" y="13901"/>
                  </a:cubicBezTo>
                  <a:cubicBezTo>
                    <a:pt x="24944" y="13901"/>
                    <a:pt x="24932" y="13959"/>
                    <a:pt x="24956" y="13982"/>
                  </a:cubicBezTo>
                  <a:cubicBezTo>
                    <a:pt x="24956" y="14013"/>
                    <a:pt x="24986" y="14043"/>
                    <a:pt x="25047" y="14043"/>
                  </a:cubicBezTo>
                  <a:lnTo>
                    <a:pt x="25260" y="14043"/>
                  </a:lnTo>
                  <a:lnTo>
                    <a:pt x="25563" y="14104"/>
                  </a:lnTo>
                  <a:cubicBezTo>
                    <a:pt x="25632" y="14035"/>
                    <a:pt x="25717" y="14001"/>
                    <a:pt x="25807" y="14001"/>
                  </a:cubicBezTo>
                  <a:cubicBezTo>
                    <a:pt x="25837" y="14001"/>
                    <a:pt x="25867" y="14005"/>
                    <a:pt x="25898" y="14013"/>
                  </a:cubicBezTo>
                  <a:cubicBezTo>
                    <a:pt x="25926" y="14069"/>
                    <a:pt x="26110" y="14229"/>
                    <a:pt x="26233" y="14229"/>
                  </a:cubicBezTo>
                  <a:cubicBezTo>
                    <a:pt x="26244" y="14229"/>
                    <a:pt x="26253" y="14228"/>
                    <a:pt x="26263" y="14225"/>
                  </a:cubicBezTo>
                  <a:cubicBezTo>
                    <a:pt x="26384" y="14195"/>
                    <a:pt x="26445" y="14134"/>
                    <a:pt x="26415" y="14073"/>
                  </a:cubicBezTo>
                  <a:lnTo>
                    <a:pt x="26415" y="14043"/>
                  </a:lnTo>
                  <a:cubicBezTo>
                    <a:pt x="26415" y="13982"/>
                    <a:pt x="26445" y="13952"/>
                    <a:pt x="26475" y="13921"/>
                  </a:cubicBezTo>
                  <a:cubicBezTo>
                    <a:pt x="26504" y="13892"/>
                    <a:pt x="26521" y="13882"/>
                    <a:pt x="26531" y="13882"/>
                  </a:cubicBezTo>
                  <a:cubicBezTo>
                    <a:pt x="26553" y="13882"/>
                    <a:pt x="26546" y="13931"/>
                    <a:pt x="26567" y="13952"/>
                  </a:cubicBezTo>
                  <a:lnTo>
                    <a:pt x="26658" y="14073"/>
                  </a:lnTo>
                  <a:cubicBezTo>
                    <a:pt x="26719" y="14013"/>
                    <a:pt x="26779" y="13921"/>
                    <a:pt x="26749" y="13861"/>
                  </a:cubicBezTo>
                  <a:lnTo>
                    <a:pt x="26749" y="13861"/>
                  </a:lnTo>
                  <a:lnTo>
                    <a:pt x="26901" y="13921"/>
                  </a:lnTo>
                  <a:cubicBezTo>
                    <a:pt x="26966" y="13965"/>
                    <a:pt x="27038" y="13973"/>
                    <a:pt x="27113" y="13973"/>
                  </a:cubicBezTo>
                  <a:cubicBezTo>
                    <a:pt x="27163" y="13973"/>
                    <a:pt x="27213" y="13969"/>
                    <a:pt x="27263" y="13969"/>
                  </a:cubicBezTo>
                  <a:cubicBezTo>
                    <a:pt x="27350" y="13969"/>
                    <a:pt x="27434" y="13981"/>
                    <a:pt x="27509" y="14043"/>
                  </a:cubicBezTo>
                  <a:lnTo>
                    <a:pt x="27539" y="14043"/>
                  </a:lnTo>
                  <a:cubicBezTo>
                    <a:pt x="27569" y="14025"/>
                    <a:pt x="27597" y="14018"/>
                    <a:pt x="27623" y="14018"/>
                  </a:cubicBezTo>
                  <a:cubicBezTo>
                    <a:pt x="27734" y="14018"/>
                    <a:pt x="27813" y="14146"/>
                    <a:pt x="27813" y="14195"/>
                  </a:cubicBezTo>
                  <a:cubicBezTo>
                    <a:pt x="27813" y="14256"/>
                    <a:pt x="27722" y="14347"/>
                    <a:pt x="27600" y="14408"/>
                  </a:cubicBezTo>
                  <a:lnTo>
                    <a:pt x="27813" y="14438"/>
                  </a:lnTo>
                  <a:cubicBezTo>
                    <a:pt x="27829" y="14442"/>
                    <a:pt x="27843" y="14444"/>
                    <a:pt x="27854" y="14444"/>
                  </a:cubicBezTo>
                  <a:cubicBezTo>
                    <a:pt x="27927" y="14444"/>
                    <a:pt x="27904" y="14365"/>
                    <a:pt x="27904" y="14286"/>
                  </a:cubicBezTo>
                  <a:lnTo>
                    <a:pt x="27904" y="14225"/>
                  </a:lnTo>
                  <a:cubicBezTo>
                    <a:pt x="27904" y="14139"/>
                    <a:pt x="28068" y="13889"/>
                    <a:pt x="28188" y="13889"/>
                  </a:cubicBezTo>
                  <a:cubicBezTo>
                    <a:pt x="28195" y="13889"/>
                    <a:pt x="28202" y="13889"/>
                    <a:pt x="28208" y="13891"/>
                  </a:cubicBezTo>
                  <a:cubicBezTo>
                    <a:pt x="28240" y="13899"/>
                    <a:pt x="28271" y="13903"/>
                    <a:pt x="28298" y="13903"/>
                  </a:cubicBezTo>
                  <a:cubicBezTo>
                    <a:pt x="28372" y="13903"/>
                    <a:pt x="28421" y="13875"/>
                    <a:pt x="28421" y="13830"/>
                  </a:cubicBezTo>
                  <a:lnTo>
                    <a:pt x="28421" y="13678"/>
                  </a:lnTo>
                  <a:cubicBezTo>
                    <a:pt x="28633" y="13739"/>
                    <a:pt x="28846" y="13800"/>
                    <a:pt x="29059" y="13830"/>
                  </a:cubicBezTo>
                  <a:cubicBezTo>
                    <a:pt x="29241" y="13800"/>
                    <a:pt x="29424" y="13739"/>
                    <a:pt x="29606" y="13678"/>
                  </a:cubicBezTo>
                  <a:lnTo>
                    <a:pt x="29819" y="13617"/>
                  </a:lnTo>
                  <a:lnTo>
                    <a:pt x="29880" y="13617"/>
                  </a:lnTo>
                  <a:cubicBezTo>
                    <a:pt x="30001" y="13617"/>
                    <a:pt x="29971" y="13709"/>
                    <a:pt x="29849" y="13830"/>
                  </a:cubicBezTo>
                  <a:lnTo>
                    <a:pt x="29728" y="13861"/>
                  </a:lnTo>
                  <a:lnTo>
                    <a:pt x="29576" y="13921"/>
                  </a:lnTo>
                  <a:cubicBezTo>
                    <a:pt x="29393" y="13952"/>
                    <a:pt x="29302" y="14043"/>
                    <a:pt x="29333" y="14134"/>
                  </a:cubicBezTo>
                  <a:lnTo>
                    <a:pt x="29515" y="14043"/>
                  </a:lnTo>
                  <a:cubicBezTo>
                    <a:pt x="29667" y="13982"/>
                    <a:pt x="29849" y="14013"/>
                    <a:pt x="29971" y="13830"/>
                  </a:cubicBezTo>
                  <a:lnTo>
                    <a:pt x="30032" y="13769"/>
                  </a:lnTo>
                  <a:cubicBezTo>
                    <a:pt x="30168" y="13754"/>
                    <a:pt x="30313" y="13747"/>
                    <a:pt x="30457" y="13747"/>
                  </a:cubicBezTo>
                  <a:cubicBezTo>
                    <a:pt x="30602" y="13747"/>
                    <a:pt x="30746" y="13754"/>
                    <a:pt x="30883" y="13769"/>
                  </a:cubicBezTo>
                  <a:lnTo>
                    <a:pt x="31369" y="13769"/>
                  </a:lnTo>
                  <a:cubicBezTo>
                    <a:pt x="31643" y="13739"/>
                    <a:pt x="31977" y="13557"/>
                    <a:pt x="31947" y="13526"/>
                  </a:cubicBezTo>
                  <a:cubicBezTo>
                    <a:pt x="31916" y="13496"/>
                    <a:pt x="31931" y="13481"/>
                    <a:pt x="31973" y="13481"/>
                  </a:cubicBezTo>
                  <a:close/>
                  <a:moveTo>
                    <a:pt x="29978" y="14822"/>
                  </a:moveTo>
                  <a:cubicBezTo>
                    <a:pt x="30098" y="14822"/>
                    <a:pt x="30184" y="14856"/>
                    <a:pt x="30184" y="14924"/>
                  </a:cubicBezTo>
                  <a:lnTo>
                    <a:pt x="30153" y="14955"/>
                  </a:lnTo>
                  <a:cubicBezTo>
                    <a:pt x="30153" y="15016"/>
                    <a:pt x="30123" y="15046"/>
                    <a:pt x="30032" y="15076"/>
                  </a:cubicBezTo>
                  <a:cubicBezTo>
                    <a:pt x="29971" y="15137"/>
                    <a:pt x="29971" y="15168"/>
                    <a:pt x="30032" y="15198"/>
                  </a:cubicBezTo>
                  <a:lnTo>
                    <a:pt x="30062" y="15228"/>
                  </a:lnTo>
                  <a:cubicBezTo>
                    <a:pt x="30047" y="15274"/>
                    <a:pt x="30016" y="15297"/>
                    <a:pt x="29982" y="15297"/>
                  </a:cubicBezTo>
                  <a:cubicBezTo>
                    <a:pt x="29948" y="15297"/>
                    <a:pt x="29910" y="15274"/>
                    <a:pt x="29880" y="15228"/>
                  </a:cubicBezTo>
                  <a:lnTo>
                    <a:pt x="29880" y="15168"/>
                  </a:lnTo>
                  <a:cubicBezTo>
                    <a:pt x="29880" y="15076"/>
                    <a:pt x="29880" y="15016"/>
                    <a:pt x="29728" y="15016"/>
                  </a:cubicBezTo>
                  <a:cubicBezTo>
                    <a:pt x="29637" y="15016"/>
                    <a:pt x="29637" y="14864"/>
                    <a:pt x="29728" y="14864"/>
                  </a:cubicBezTo>
                  <a:lnTo>
                    <a:pt x="29849" y="14833"/>
                  </a:lnTo>
                  <a:cubicBezTo>
                    <a:pt x="29895" y="14826"/>
                    <a:pt x="29939" y="14822"/>
                    <a:pt x="29978" y="14822"/>
                  </a:cubicBezTo>
                  <a:close/>
                  <a:moveTo>
                    <a:pt x="18269" y="14225"/>
                  </a:moveTo>
                  <a:cubicBezTo>
                    <a:pt x="18329" y="14225"/>
                    <a:pt x="18329" y="14256"/>
                    <a:pt x="18329" y="14286"/>
                  </a:cubicBezTo>
                  <a:lnTo>
                    <a:pt x="18329" y="14317"/>
                  </a:lnTo>
                  <a:lnTo>
                    <a:pt x="18329" y="14499"/>
                  </a:lnTo>
                  <a:cubicBezTo>
                    <a:pt x="18390" y="14620"/>
                    <a:pt x="18816" y="14712"/>
                    <a:pt x="18876" y="14772"/>
                  </a:cubicBezTo>
                  <a:cubicBezTo>
                    <a:pt x="18937" y="14803"/>
                    <a:pt x="18937" y="14955"/>
                    <a:pt x="18846" y="15046"/>
                  </a:cubicBezTo>
                  <a:lnTo>
                    <a:pt x="18694" y="14894"/>
                  </a:lnTo>
                  <a:lnTo>
                    <a:pt x="18603" y="14894"/>
                  </a:lnTo>
                  <a:cubicBezTo>
                    <a:pt x="18572" y="14894"/>
                    <a:pt x="18512" y="14924"/>
                    <a:pt x="18512" y="14955"/>
                  </a:cubicBezTo>
                  <a:cubicBezTo>
                    <a:pt x="18512" y="14985"/>
                    <a:pt x="18572" y="15046"/>
                    <a:pt x="18572" y="15046"/>
                  </a:cubicBezTo>
                  <a:cubicBezTo>
                    <a:pt x="18626" y="15054"/>
                    <a:pt x="18677" y="15057"/>
                    <a:pt x="18727" y="15057"/>
                  </a:cubicBezTo>
                  <a:cubicBezTo>
                    <a:pt x="18854" y="15057"/>
                    <a:pt x="18972" y="15033"/>
                    <a:pt x="19089" y="14983"/>
                  </a:cubicBezTo>
                  <a:lnTo>
                    <a:pt x="19089" y="14983"/>
                  </a:lnTo>
                  <a:cubicBezTo>
                    <a:pt x="19089" y="15092"/>
                    <a:pt x="19089" y="15217"/>
                    <a:pt x="19089" y="15320"/>
                  </a:cubicBezTo>
                  <a:lnTo>
                    <a:pt x="19028" y="15259"/>
                  </a:lnTo>
                  <a:lnTo>
                    <a:pt x="18846" y="15137"/>
                  </a:lnTo>
                  <a:cubicBezTo>
                    <a:pt x="18664" y="15137"/>
                    <a:pt x="18481" y="15076"/>
                    <a:pt x="18390" y="14924"/>
                  </a:cubicBezTo>
                  <a:cubicBezTo>
                    <a:pt x="18360" y="14833"/>
                    <a:pt x="18481" y="14651"/>
                    <a:pt x="18481" y="14651"/>
                  </a:cubicBezTo>
                  <a:lnTo>
                    <a:pt x="18481" y="14651"/>
                  </a:lnTo>
                  <a:cubicBezTo>
                    <a:pt x="18360" y="14712"/>
                    <a:pt x="18238" y="14803"/>
                    <a:pt x="18147" y="14924"/>
                  </a:cubicBezTo>
                  <a:cubicBezTo>
                    <a:pt x="18147" y="14985"/>
                    <a:pt x="18117" y="15076"/>
                    <a:pt x="18117" y="15168"/>
                  </a:cubicBezTo>
                  <a:lnTo>
                    <a:pt x="18056" y="15198"/>
                  </a:lnTo>
                  <a:cubicBezTo>
                    <a:pt x="17995" y="15228"/>
                    <a:pt x="17904" y="15259"/>
                    <a:pt x="17813" y="15259"/>
                  </a:cubicBezTo>
                  <a:lnTo>
                    <a:pt x="17752" y="15259"/>
                  </a:lnTo>
                  <a:cubicBezTo>
                    <a:pt x="17727" y="15209"/>
                    <a:pt x="17662" y="15160"/>
                    <a:pt x="17622" y="15160"/>
                  </a:cubicBezTo>
                  <a:cubicBezTo>
                    <a:pt x="17613" y="15160"/>
                    <a:pt x="17605" y="15162"/>
                    <a:pt x="17600" y="15168"/>
                  </a:cubicBezTo>
                  <a:lnTo>
                    <a:pt x="17569" y="15198"/>
                  </a:lnTo>
                  <a:lnTo>
                    <a:pt x="17539" y="15228"/>
                  </a:lnTo>
                  <a:lnTo>
                    <a:pt x="17387" y="15228"/>
                  </a:lnTo>
                  <a:lnTo>
                    <a:pt x="17357" y="15168"/>
                  </a:lnTo>
                  <a:lnTo>
                    <a:pt x="17296" y="15107"/>
                  </a:lnTo>
                  <a:cubicBezTo>
                    <a:pt x="17265" y="14985"/>
                    <a:pt x="17296" y="14864"/>
                    <a:pt x="17417" y="14833"/>
                  </a:cubicBezTo>
                  <a:cubicBezTo>
                    <a:pt x="17448" y="14833"/>
                    <a:pt x="17478" y="14833"/>
                    <a:pt x="17509" y="14803"/>
                  </a:cubicBezTo>
                  <a:cubicBezTo>
                    <a:pt x="17417" y="14772"/>
                    <a:pt x="17357" y="14772"/>
                    <a:pt x="17265" y="14772"/>
                  </a:cubicBezTo>
                  <a:cubicBezTo>
                    <a:pt x="17205" y="14772"/>
                    <a:pt x="17113" y="14864"/>
                    <a:pt x="17053" y="14955"/>
                  </a:cubicBezTo>
                  <a:lnTo>
                    <a:pt x="16992" y="15046"/>
                  </a:lnTo>
                  <a:cubicBezTo>
                    <a:pt x="16992" y="15107"/>
                    <a:pt x="16962" y="15168"/>
                    <a:pt x="16901" y="15168"/>
                  </a:cubicBezTo>
                  <a:cubicBezTo>
                    <a:pt x="16840" y="15228"/>
                    <a:pt x="16749" y="15259"/>
                    <a:pt x="16658" y="15259"/>
                  </a:cubicBezTo>
                  <a:cubicBezTo>
                    <a:pt x="16627" y="15259"/>
                    <a:pt x="16597" y="15228"/>
                    <a:pt x="16597" y="15198"/>
                  </a:cubicBezTo>
                  <a:cubicBezTo>
                    <a:pt x="16566" y="15198"/>
                    <a:pt x="16597" y="15137"/>
                    <a:pt x="16597" y="15137"/>
                  </a:cubicBezTo>
                  <a:lnTo>
                    <a:pt x="16688" y="15076"/>
                  </a:lnTo>
                  <a:cubicBezTo>
                    <a:pt x="16840" y="15016"/>
                    <a:pt x="16779" y="14894"/>
                    <a:pt x="16566" y="14833"/>
                  </a:cubicBezTo>
                  <a:lnTo>
                    <a:pt x="16384" y="14772"/>
                  </a:lnTo>
                  <a:cubicBezTo>
                    <a:pt x="16372" y="14772"/>
                    <a:pt x="16350" y="14768"/>
                    <a:pt x="16332" y="14768"/>
                  </a:cubicBezTo>
                  <a:cubicBezTo>
                    <a:pt x="16305" y="14768"/>
                    <a:pt x="16287" y="14779"/>
                    <a:pt x="16323" y="14833"/>
                  </a:cubicBezTo>
                  <a:lnTo>
                    <a:pt x="16323" y="14864"/>
                  </a:lnTo>
                  <a:cubicBezTo>
                    <a:pt x="16354" y="14894"/>
                    <a:pt x="16171" y="14924"/>
                    <a:pt x="15958" y="14924"/>
                  </a:cubicBezTo>
                  <a:lnTo>
                    <a:pt x="15867" y="14742"/>
                  </a:lnTo>
                  <a:lnTo>
                    <a:pt x="15867" y="14738"/>
                  </a:lnTo>
                  <a:lnTo>
                    <a:pt x="15867" y="14738"/>
                  </a:lnTo>
                  <a:cubicBezTo>
                    <a:pt x="15938" y="14724"/>
                    <a:pt x="16009" y="14705"/>
                    <a:pt x="16080" y="14681"/>
                  </a:cubicBezTo>
                  <a:lnTo>
                    <a:pt x="16262" y="14590"/>
                  </a:lnTo>
                  <a:cubicBezTo>
                    <a:pt x="16278" y="14575"/>
                    <a:pt x="16293" y="14567"/>
                    <a:pt x="16308" y="14567"/>
                  </a:cubicBezTo>
                  <a:cubicBezTo>
                    <a:pt x="16323" y="14567"/>
                    <a:pt x="16338" y="14575"/>
                    <a:pt x="16354" y="14590"/>
                  </a:cubicBezTo>
                  <a:lnTo>
                    <a:pt x="16475" y="14681"/>
                  </a:lnTo>
                  <a:lnTo>
                    <a:pt x="16962" y="14529"/>
                  </a:lnTo>
                  <a:lnTo>
                    <a:pt x="17083" y="14620"/>
                  </a:lnTo>
                  <a:cubicBezTo>
                    <a:pt x="17154" y="14651"/>
                    <a:pt x="17222" y="14661"/>
                    <a:pt x="17287" y="14661"/>
                  </a:cubicBezTo>
                  <a:cubicBezTo>
                    <a:pt x="17417" y="14661"/>
                    <a:pt x="17539" y="14620"/>
                    <a:pt x="17661" y="14620"/>
                  </a:cubicBezTo>
                  <a:lnTo>
                    <a:pt x="17873" y="14620"/>
                  </a:lnTo>
                  <a:cubicBezTo>
                    <a:pt x="17879" y="14638"/>
                    <a:pt x="17889" y="14645"/>
                    <a:pt x="17903" y="14645"/>
                  </a:cubicBezTo>
                  <a:cubicBezTo>
                    <a:pt x="17958" y="14645"/>
                    <a:pt x="18067" y="14512"/>
                    <a:pt x="18117" y="14438"/>
                  </a:cubicBezTo>
                  <a:cubicBezTo>
                    <a:pt x="18147" y="14347"/>
                    <a:pt x="18238" y="14225"/>
                    <a:pt x="18269" y="14225"/>
                  </a:cubicBezTo>
                  <a:close/>
                  <a:moveTo>
                    <a:pt x="15803" y="14750"/>
                  </a:moveTo>
                  <a:cubicBezTo>
                    <a:pt x="15770" y="14804"/>
                    <a:pt x="15746" y="14898"/>
                    <a:pt x="15746" y="14955"/>
                  </a:cubicBezTo>
                  <a:cubicBezTo>
                    <a:pt x="15746" y="15016"/>
                    <a:pt x="15928" y="15046"/>
                    <a:pt x="15958" y="15046"/>
                  </a:cubicBezTo>
                  <a:cubicBezTo>
                    <a:pt x="16019" y="15046"/>
                    <a:pt x="16050" y="15107"/>
                    <a:pt x="16080" y="15198"/>
                  </a:cubicBezTo>
                  <a:lnTo>
                    <a:pt x="16050" y="15228"/>
                  </a:lnTo>
                  <a:lnTo>
                    <a:pt x="15958" y="15320"/>
                  </a:lnTo>
                  <a:cubicBezTo>
                    <a:pt x="15853" y="15337"/>
                    <a:pt x="15778" y="15355"/>
                    <a:pt x="15734" y="15355"/>
                  </a:cubicBezTo>
                  <a:cubicBezTo>
                    <a:pt x="15701" y="15355"/>
                    <a:pt x="15685" y="15345"/>
                    <a:pt x="15685" y="15320"/>
                  </a:cubicBezTo>
                  <a:lnTo>
                    <a:pt x="15654" y="15259"/>
                  </a:lnTo>
                  <a:cubicBezTo>
                    <a:pt x="15624" y="15228"/>
                    <a:pt x="15563" y="15168"/>
                    <a:pt x="15533" y="15168"/>
                  </a:cubicBezTo>
                  <a:cubicBezTo>
                    <a:pt x="15411" y="15198"/>
                    <a:pt x="15442" y="15259"/>
                    <a:pt x="15503" y="15320"/>
                  </a:cubicBezTo>
                  <a:lnTo>
                    <a:pt x="15503" y="15350"/>
                  </a:lnTo>
                  <a:cubicBezTo>
                    <a:pt x="15520" y="15368"/>
                    <a:pt x="15497" y="15385"/>
                    <a:pt x="15445" y="15385"/>
                  </a:cubicBezTo>
                  <a:cubicBezTo>
                    <a:pt x="15407" y="15385"/>
                    <a:pt x="15354" y="15376"/>
                    <a:pt x="15290" y="15350"/>
                  </a:cubicBezTo>
                  <a:lnTo>
                    <a:pt x="15199" y="15320"/>
                  </a:lnTo>
                  <a:cubicBezTo>
                    <a:pt x="15168" y="15320"/>
                    <a:pt x="15138" y="15259"/>
                    <a:pt x="15138" y="15259"/>
                  </a:cubicBezTo>
                  <a:cubicBezTo>
                    <a:pt x="15168" y="15168"/>
                    <a:pt x="15229" y="15046"/>
                    <a:pt x="15229" y="15046"/>
                  </a:cubicBezTo>
                  <a:cubicBezTo>
                    <a:pt x="15229" y="15016"/>
                    <a:pt x="15199" y="14985"/>
                    <a:pt x="15168" y="14985"/>
                  </a:cubicBezTo>
                  <a:lnTo>
                    <a:pt x="15077" y="14985"/>
                  </a:lnTo>
                  <a:lnTo>
                    <a:pt x="15047" y="15016"/>
                  </a:lnTo>
                  <a:cubicBezTo>
                    <a:pt x="15047" y="15046"/>
                    <a:pt x="15077" y="15289"/>
                    <a:pt x="15016" y="15350"/>
                  </a:cubicBezTo>
                  <a:cubicBezTo>
                    <a:pt x="14925" y="15411"/>
                    <a:pt x="14834" y="15441"/>
                    <a:pt x="14743" y="15472"/>
                  </a:cubicBezTo>
                  <a:cubicBezTo>
                    <a:pt x="14682" y="15472"/>
                    <a:pt x="14621" y="15289"/>
                    <a:pt x="14621" y="15228"/>
                  </a:cubicBezTo>
                  <a:cubicBezTo>
                    <a:pt x="14621" y="15168"/>
                    <a:pt x="14651" y="15107"/>
                    <a:pt x="14712" y="15076"/>
                  </a:cubicBezTo>
                  <a:lnTo>
                    <a:pt x="14834" y="15076"/>
                  </a:lnTo>
                  <a:cubicBezTo>
                    <a:pt x="14875" y="15035"/>
                    <a:pt x="14889" y="14936"/>
                    <a:pt x="14873" y="14888"/>
                  </a:cubicBezTo>
                  <a:lnTo>
                    <a:pt x="14873" y="14888"/>
                  </a:lnTo>
                  <a:cubicBezTo>
                    <a:pt x="15031" y="14875"/>
                    <a:pt x="15184" y="14841"/>
                    <a:pt x="15320" y="14772"/>
                  </a:cubicBezTo>
                  <a:cubicBezTo>
                    <a:pt x="15330" y="14762"/>
                    <a:pt x="15340" y="14759"/>
                    <a:pt x="15352" y="14759"/>
                  </a:cubicBezTo>
                  <a:cubicBezTo>
                    <a:pt x="15374" y="14759"/>
                    <a:pt x="15401" y="14772"/>
                    <a:pt x="15442" y="14772"/>
                  </a:cubicBezTo>
                  <a:lnTo>
                    <a:pt x="15533" y="14772"/>
                  </a:lnTo>
                  <a:cubicBezTo>
                    <a:pt x="15623" y="14772"/>
                    <a:pt x="15713" y="14765"/>
                    <a:pt x="15803" y="14750"/>
                  </a:cubicBezTo>
                  <a:close/>
                  <a:moveTo>
                    <a:pt x="11521" y="15380"/>
                  </a:moveTo>
                  <a:cubicBezTo>
                    <a:pt x="11612" y="15441"/>
                    <a:pt x="11551" y="15502"/>
                    <a:pt x="11521" y="15532"/>
                  </a:cubicBezTo>
                  <a:cubicBezTo>
                    <a:pt x="11457" y="15532"/>
                    <a:pt x="11394" y="15538"/>
                    <a:pt x="11330" y="15544"/>
                  </a:cubicBezTo>
                  <a:lnTo>
                    <a:pt x="11330" y="15544"/>
                  </a:lnTo>
                  <a:lnTo>
                    <a:pt x="11521" y="15380"/>
                  </a:lnTo>
                  <a:close/>
                  <a:moveTo>
                    <a:pt x="26840" y="15137"/>
                  </a:moveTo>
                  <a:cubicBezTo>
                    <a:pt x="26901" y="15137"/>
                    <a:pt x="26992" y="15198"/>
                    <a:pt x="27083" y="15198"/>
                  </a:cubicBezTo>
                  <a:cubicBezTo>
                    <a:pt x="27326" y="15228"/>
                    <a:pt x="27114" y="15320"/>
                    <a:pt x="27144" y="15350"/>
                  </a:cubicBezTo>
                  <a:lnTo>
                    <a:pt x="27174" y="15411"/>
                  </a:lnTo>
                  <a:cubicBezTo>
                    <a:pt x="27209" y="15434"/>
                    <a:pt x="27200" y="15444"/>
                    <a:pt x="27173" y="15444"/>
                  </a:cubicBezTo>
                  <a:cubicBezTo>
                    <a:pt x="27130" y="15444"/>
                    <a:pt x="27041" y="15418"/>
                    <a:pt x="27022" y="15380"/>
                  </a:cubicBezTo>
                  <a:cubicBezTo>
                    <a:pt x="27007" y="15350"/>
                    <a:pt x="26984" y="15335"/>
                    <a:pt x="26962" y="15335"/>
                  </a:cubicBezTo>
                  <a:cubicBezTo>
                    <a:pt x="26939" y="15335"/>
                    <a:pt x="26916" y="15350"/>
                    <a:pt x="26901" y="15380"/>
                  </a:cubicBezTo>
                  <a:cubicBezTo>
                    <a:pt x="26840" y="15472"/>
                    <a:pt x="26779" y="15563"/>
                    <a:pt x="26719" y="15624"/>
                  </a:cubicBezTo>
                  <a:lnTo>
                    <a:pt x="26688" y="15624"/>
                  </a:lnTo>
                  <a:cubicBezTo>
                    <a:pt x="26627" y="15593"/>
                    <a:pt x="26627" y="15563"/>
                    <a:pt x="26627" y="15532"/>
                  </a:cubicBezTo>
                  <a:lnTo>
                    <a:pt x="26627" y="15472"/>
                  </a:lnTo>
                  <a:cubicBezTo>
                    <a:pt x="26688" y="15380"/>
                    <a:pt x="26719" y="15289"/>
                    <a:pt x="26719" y="15198"/>
                  </a:cubicBezTo>
                  <a:lnTo>
                    <a:pt x="26840" y="15137"/>
                  </a:lnTo>
                  <a:close/>
                  <a:moveTo>
                    <a:pt x="28907" y="14955"/>
                  </a:moveTo>
                  <a:cubicBezTo>
                    <a:pt x="28968" y="14955"/>
                    <a:pt x="29059" y="14985"/>
                    <a:pt x="29059" y="14985"/>
                  </a:cubicBezTo>
                  <a:cubicBezTo>
                    <a:pt x="29076" y="15088"/>
                    <a:pt x="29103" y="15123"/>
                    <a:pt x="29151" y="15123"/>
                  </a:cubicBezTo>
                  <a:cubicBezTo>
                    <a:pt x="29187" y="15123"/>
                    <a:pt x="29236" y="15103"/>
                    <a:pt x="29302" y="15076"/>
                  </a:cubicBezTo>
                  <a:lnTo>
                    <a:pt x="29333" y="15046"/>
                  </a:lnTo>
                  <a:cubicBezTo>
                    <a:pt x="29393" y="15046"/>
                    <a:pt x="29454" y="15107"/>
                    <a:pt x="29454" y="15137"/>
                  </a:cubicBezTo>
                  <a:cubicBezTo>
                    <a:pt x="29454" y="15198"/>
                    <a:pt x="29424" y="15259"/>
                    <a:pt x="29424" y="15320"/>
                  </a:cubicBezTo>
                  <a:lnTo>
                    <a:pt x="29606" y="15289"/>
                  </a:lnTo>
                  <a:cubicBezTo>
                    <a:pt x="29667" y="15289"/>
                    <a:pt x="29728" y="15289"/>
                    <a:pt x="29788" y="15320"/>
                  </a:cubicBezTo>
                  <a:lnTo>
                    <a:pt x="29849" y="15380"/>
                  </a:lnTo>
                  <a:cubicBezTo>
                    <a:pt x="29849" y="15441"/>
                    <a:pt x="29880" y="15532"/>
                    <a:pt x="29880" y="15624"/>
                  </a:cubicBezTo>
                  <a:cubicBezTo>
                    <a:pt x="29849" y="15654"/>
                    <a:pt x="29788" y="15654"/>
                    <a:pt x="29697" y="15654"/>
                  </a:cubicBezTo>
                  <a:lnTo>
                    <a:pt x="29667" y="15563"/>
                  </a:lnTo>
                  <a:cubicBezTo>
                    <a:pt x="29637" y="15532"/>
                    <a:pt x="29606" y="15502"/>
                    <a:pt x="29576" y="15472"/>
                  </a:cubicBezTo>
                  <a:lnTo>
                    <a:pt x="29515" y="15472"/>
                  </a:lnTo>
                  <a:cubicBezTo>
                    <a:pt x="29454" y="15472"/>
                    <a:pt x="29393" y="15532"/>
                    <a:pt x="29393" y="15593"/>
                  </a:cubicBezTo>
                  <a:lnTo>
                    <a:pt x="29454" y="15624"/>
                  </a:lnTo>
                  <a:lnTo>
                    <a:pt x="29454" y="15654"/>
                  </a:lnTo>
                  <a:cubicBezTo>
                    <a:pt x="29515" y="15654"/>
                    <a:pt x="29576" y="15715"/>
                    <a:pt x="29545" y="15775"/>
                  </a:cubicBezTo>
                  <a:lnTo>
                    <a:pt x="29393" y="15775"/>
                  </a:lnTo>
                  <a:cubicBezTo>
                    <a:pt x="29378" y="15779"/>
                    <a:pt x="29362" y="15780"/>
                    <a:pt x="29346" y="15780"/>
                  </a:cubicBezTo>
                  <a:cubicBezTo>
                    <a:pt x="29212" y="15780"/>
                    <a:pt x="29089" y="15665"/>
                    <a:pt x="29089" y="15502"/>
                  </a:cubicBezTo>
                  <a:cubicBezTo>
                    <a:pt x="29089" y="15380"/>
                    <a:pt x="28846" y="15016"/>
                    <a:pt x="28907" y="14955"/>
                  </a:cubicBezTo>
                  <a:close/>
                  <a:moveTo>
                    <a:pt x="19399" y="15615"/>
                  </a:moveTo>
                  <a:cubicBezTo>
                    <a:pt x="19415" y="15615"/>
                    <a:pt x="19460" y="15660"/>
                    <a:pt x="19484" y="15684"/>
                  </a:cubicBezTo>
                  <a:lnTo>
                    <a:pt x="19545" y="15745"/>
                  </a:lnTo>
                  <a:cubicBezTo>
                    <a:pt x="19636" y="15867"/>
                    <a:pt x="19667" y="15958"/>
                    <a:pt x="19667" y="15988"/>
                  </a:cubicBezTo>
                  <a:cubicBezTo>
                    <a:pt x="19636" y="15988"/>
                    <a:pt x="19393" y="15867"/>
                    <a:pt x="19272" y="15867"/>
                  </a:cubicBezTo>
                  <a:lnTo>
                    <a:pt x="19332" y="15867"/>
                  </a:lnTo>
                  <a:lnTo>
                    <a:pt x="19302" y="15715"/>
                  </a:lnTo>
                  <a:cubicBezTo>
                    <a:pt x="19272" y="15684"/>
                    <a:pt x="19363" y="15624"/>
                    <a:pt x="19393" y="15624"/>
                  </a:cubicBezTo>
                  <a:cubicBezTo>
                    <a:pt x="19393" y="15618"/>
                    <a:pt x="19395" y="15615"/>
                    <a:pt x="19399" y="15615"/>
                  </a:cubicBezTo>
                  <a:close/>
                  <a:moveTo>
                    <a:pt x="18329" y="15563"/>
                  </a:moveTo>
                  <a:lnTo>
                    <a:pt x="18360" y="15593"/>
                  </a:lnTo>
                  <a:lnTo>
                    <a:pt x="18512" y="15684"/>
                  </a:lnTo>
                  <a:cubicBezTo>
                    <a:pt x="18420" y="15745"/>
                    <a:pt x="18481" y="15897"/>
                    <a:pt x="18633" y="15958"/>
                  </a:cubicBezTo>
                  <a:lnTo>
                    <a:pt x="18755" y="15988"/>
                  </a:lnTo>
                  <a:lnTo>
                    <a:pt x="18755" y="16079"/>
                  </a:lnTo>
                  <a:cubicBezTo>
                    <a:pt x="18755" y="16110"/>
                    <a:pt x="18724" y="16110"/>
                    <a:pt x="18694" y="16110"/>
                  </a:cubicBezTo>
                  <a:lnTo>
                    <a:pt x="18512" y="16140"/>
                  </a:lnTo>
                  <a:cubicBezTo>
                    <a:pt x="18481" y="16155"/>
                    <a:pt x="18451" y="16163"/>
                    <a:pt x="18420" y="16163"/>
                  </a:cubicBezTo>
                  <a:cubicBezTo>
                    <a:pt x="18390" y="16163"/>
                    <a:pt x="18360" y="16155"/>
                    <a:pt x="18329" y="16140"/>
                  </a:cubicBezTo>
                  <a:cubicBezTo>
                    <a:pt x="18284" y="16125"/>
                    <a:pt x="18231" y="16117"/>
                    <a:pt x="18174" y="16117"/>
                  </a:cubicBezTo>
                  <a:cubicBezTo>
                    <a:pt x="18117" y="16117"/>
                    <a:pt x="18056" y="16125"/>
                    <a:pt x="17995" y="16140"/>
                  </a:cubicBezTo>
                  <a:cubicBezTo>
                    <a:pt x="17987" y="16157"/>
                    <a:pt x="17979" y="16164"/>
                    <a:pt x="17972" y="16164"/>
                  </a:cubicBezTo>
                  <a:cubicBezTo>
                    <a:pt x="17955" y="16164"/>
                    <a:pt x="17950" y="16108"/>
                    <a:pt x="17995" y="16019"/>
                  </a:cubicBezTo>
                  <a:lnTo>
                    <a:pt x="18056" y="16019"/>
                  </a:lnTo>
                  <a:lnTo>
                    <a:pt x="18269" y="15927"/>
                  </a:lnTo>
                  <a:cubicBezTo>
                    <a:pt x="18208" y="15836"/>
                    <a:pt x="18177" y="15715"/>
                    <a:pt x="18177" y="15593"/>
                  </a:cubicBezTo>
                  <a:cubicBezTo>
                    <a:pt x="18177" y="15563"/>
                    <a:pt x="18269" y="15563"/>
                    <a:pt x="18329" y="15563"/>
                  </a:cubicBezTo>
                  <a:close/>
                  <a:moveTo>
                    <a:pt x="12574" y="16093"/>
                  </a:moveTo>
                  <a:cubicBezTo>
                    <a:pt x="12616" y="16093"/>
                    <a:pt x="12651" y="16098"/>
                    <a:pt x="12676" y="16110"/>
                  </a:cubicBezTo>
                  <a:cubicBezTo>
                    <a:pt x="12767" y="16140"/>
                    <a:pt x="12615" y="16231"/>
                    <a:pt x="12372" y="16262"/>
                  </a:cubicBezTo>
                  <a:lnTo>
                    <a:pt x="12159" y="16292"/>
                  </a:lnTo>
                  <a:lnTo>
                    <a:pt x="12129" y="16292"/>
                  </a:lnTo>
                  <a:cubicBezTo>
                    <a:pt x="12095" y="16342"/>
                    <a:pt x="12052" y="16365"/>
                    <a:pt x="12016" y="16365"/>
                  </a:cubicBezTo>
                  <a:cubicBezTo>
                    <a:pt x="11986" y="16365"/>
                    <a:pt x="11960" y="16350"/>
                    <a:pt x="11946" y="16323"/>
                  </a:cubicBezTo>
                  <a:lnTo>
                    <a:pt x="11885" y="16262"/>
                  </a:lnTo>
                  <a:lnTo>
                    <a:pt x="11855" y="16231"/>
                  </a:lnTo>
                  <a:cubicBezTo>
                    <a:pt x="11825" y="16171"/>
                    <a:pt x="11916" y="16171"/>
                    <a:pt x="12037" y="16171"/>
                  </a:cubicBezTo>
                  <a:cubicBezTo>
                    <a:pt x="12135" y="16171"/>
                    <a:pt x="12407" y="16093"/>
                    <a:pt x="12574" y="16093"/>
                  </a:cubicBezTo>
                  <a:close/>
                  <a:moveTo>
                    <a:pt x="11429" y="16019"/>
                  </a:moveTo>
                  <a:lnTo>
                    <a:pt x="11278" y="16171"/>
                  </a:lnTo>
                  <a:cubicBezTo>
                    <a:pt x="11247" y="16201"/>
                    <a:pt x="11247" y="16292"/>
                    <a:pt x="11247" y="16353"/>
                  </a:cubicBezTo>
                  <a:lnTo>
                    <a:pt x="11247" y="16414"/>
                  </a:lnTo>
                  <a:cubicBezTo>
                    <a:pt x="11247" y="16449"/>
                    <a:pt x="11122" y="16464"/>
                    <a:pt x="10994" y="16464"/>
                  </a:cubicBezTo>
                  <a:cubicBezTo>
                    <a:pt x="10903" y="16464"/>
                    <a:pt x="10811" y="16457"/>
                    <a:pt x="10761" y="16444"/>
                  </a:cubicBezTo>
                  <a:cubicBezTo>
                    <a:pt x="10686" y="16407"/>
                    <a:pt x="10634" y="16381"/>
                    <a:pt x="10619" y="16381"/>
                  </a:cubicBezTo>
                  <a:cubicBezTo>
                    <a:pt x="10610" y="16381"/>
                    <a:pt x="10616" y="16391"/>
                    <a:pt x="10639" y="16414"/>
                  </a:cubicBezTo>
                  <a:lnTo>
                    <a:pt x="10700" y="16444"/>
                  </a:lnTo>
                  <a:lnTo>
                    <a:pt x="10730" y="16475"/>
                  </a:lnTo>
                  <a:cubicBezTo>
                    <a:pt x="10822" y="16475"/>
                    <a:pt x="10730" y="16566"/>
                    <a:pt x="10487" y="16627"/>
                  </a:cubicBezTo>
                  <a:lnTo>
                    <a:pt x="10305" y="16687"/>
                  </a:lnTo>
                  <a:lnTo>
                    <a:pt x="10244" y="16687"/>
                  </a:lnTo>
                  <a:cubicBezTo>
                    <a:pt x="10183" y="16687"/>
                    <a:pt x="9910" y="16657"/>
                    <a:pt x="9636" y="16657"/>
                  </a:cubicBezTo>
                  <a:lnTo>
                    <a:pt x="9423" y="16657"/>
                  </a:lnTo>
                  <a:cubicBezTo>
                    <a:pt x="9302" y="16657"/>
                    <a:pt x="9332" y="16657"/>
                    <a:pt x="9302" y="16718"/>
                  </a:cubicBezTo>
                  <a:cubicBezTo>
                    <a:pt x="9271" y="16748"/>
                    <a:pt x="9211" y="16779"/>
                    <a:pt x="9180" y="16779"/>
                  </a:cubicBezTo>
                  <a:lnTo>
                    <a:pt x="8998" y="16748"/>
                  </a:lnTo>
                  <a:cubicBezTo>
                    <a:pt x="8901" y="16690"/>
                    <a:pt x="8793" y="16669"/>
                    <a:pt x="8711" y="16669"/>
                  </a:cubicBezTo>
                  <a:cubicBezTo>
                    <a:pt x="8663" y="16669"/>
                    <a:pt x="8625" y="16676"/>
                    <a:pt x="8603" y="16687"/>
                  </a:cubicBezTo>
                  <a:cubicBezTo>
                    <a:pt x="8572" y="16718"/>
                    <a:pt x="8519" y="16733"/>
                    <a:pt x="8470" y="16733"/>
                  </a:cubicBezTo>
                  <a:cubicBezTo>
                    <a:pt x="8420" y="16733"/>
                    <a:pt x="8375" y="16718"/>
                    <a:pt x="8360" y="16687"/>
                  </a:cubicBezTo>
                  <a:cubicBezTo>
                    <a:pt x="8329" y="16627"/>
                    <a:pt x="8268" y="16444"/>
                    <a:pt x="8360" y="16444"/>
                  </a:cubicBezTo>
                  <a:cubicBezTo>
                    <a:pt x="8420" y="16444"/>
                    <a:pt x="8481" y="16414"/>
                    <a:pt x="8512" y="16353"/>
                  </a:cubicBezTo>
                  <a:cubicBezTo>
                    <a:pt x="8512" y="16323"/>
                    <a:pt x="8572" y="16323"/>
                    <a:pt x="8663" y="16323"/>
                  </a:cubicBezTo>
                  <a:lnTo>
                    <a:pt x="8694" y="16353"/>
                  </a:lnTo>
                  <a:cubicBezTo>
                    <a:pt x="8755" y="16383"/>
                    <a:pt x="8846" y="16444"/>
                    <a:pt x="8907" y="16505"/>
                  </a:cubicBezTo>
                  <a:cubicBezTo>
                    <a:pt x="8952" y="16566"/>
                    <a:pt x="8967" y="16596"/>
                    <a:pt x="8986" y="16596"/>
                  </a:cubicBezTo>
                  <a:cubicBezTo>
                    <a:pt x="9005" y="16596"/>
                    <a:pt x="9028" y="16566"/>
                    <a:pt x="9089" y="16505"/>
                  </a:cubicBezTo>
                  <a:lnTo>
                    <a:pt x="9180" y="16444"/>
                  </a:lnTo>
                  <a:cubicBezTo>
                    <a:pt x="9264" y="16388"/>
                    <a:pt x="9530" y="16228"/>
                    <a:pt x="9666" y="16228"/>
                  </a:cubicBezTo>
                  <a:cubicBezTo>
                    <a:pt x="9677" y="16228"/>
                    <a:pt x="9688" y="16229"/>
                    <a:pt x="9697" y="16231"/>
                  </a:cubicBezTo>
                  <a:cubicBezTo>
                    <a:pt x="9819" y="16292"/>
                    <a:pt x="9970" y="16353"/>
                    <a:pt x="10092" y="16353"/>
                  </a:cubicBezTo>
                  <a:cubicBezTo>
                    <a:pt x="10214" y="16323"/>
                    <a:pt x="10305" y="16292"/>
                    <a:pt x="10426" y="16292"/>
                  </a:cubicBezTo>
                  <a:cubicBezTo>
                    <a:pt x="10487" y="16292"/>
                    <a:pt x="10548" y="16201"/>
                    <a:pt x="10578" y="16110"/>
                  </a:cubicBezTo>
                  <a:lnTo>
                    <a:pt x="10700" y="16140"/>
                  </a:lnTo>
                  <a:lnTo>
                    <a:pt x="11034" y="16231"/>
                  </a:lnTo>
                  <a:cubicBezTo>
                    <a:pt x="11095" y="16079"/>
                    <a:pt x="11278" y="16019"/>
                    <a:pt x="11429" y="16019"/>
                  </a:cubicBezTo>
                  <a:close/>
                  <a:moveTo>
                    <a:pt x="16566" y="16505"/>
                  </a:moveTo>
                  <a:cubicBezTo>
                    <a:pt x="16658" y="16535"/>
                    <a:pt x="16658" y="16596"/>
                    <a:pt x="16536" y="16657"/>
                  </a:cubicBezTo>
                  <a:lnTo>
                    <a:pt x="16506" y="16657"/>
                  </a:lnTo>
                  <a:cubicBezTo>
                    <a:pt x="16481" y="16649"/>
                    <a:pt x="16457" y="16645"/>
                    <a:pt x="16432" y="16645"/>
                  </a:cubicBezTo>
                  <a:cubicBezTo>
                    <a:pt x="16366" y="16645"/>
                    <a:pt x="16299" y="16673"/>
                    <a:pt x="16232" y="16718"/>
                  </a:cubicBezTo>
                  <a:lnTo>
                    <a:pt x="16110" y="16839"/>
                  </a:lnTo>
                  <a:cubicBezTo>
                    <a:pt x="16050" y="16718"/>
                    <a:pt x="16019" y="16627"/>
                    <a:pt x="16050" y="16627"/>
                  </a:cubicBezTo>
                  <a:cubicBezTo>
                    <a:pt x="16202" y="16566"/>
                    <a:pt x="16384" y="16535"/>
                    <a:pt x="16566" y="16505"/>
                  </a:cubicBezTo>
                  <a:close/>
                  <a:moveTo>
                    <a:pt x="13284" y="16475"/>
                  </a:moveTo>
                  <a:lnTo>
                    <a:pt x="13344" y="16566"/>
                  </a:lnTo>
                  <a:cubicBezTo>
                    <a:pt x="13375" y="16687"/>
                    <a:pt x="13253" y="16809"/>
                    <a:pt x="13071" y="16839"/>
                  </a:cubicBezTo>
                  <a:lnTo>
                    <a:pt x="12919" y="16870"/>
                  </a:lnTo>
                  <a:cubicBezTo>
                    <a:pt x="12888" y="16870"/>
                    <a:pt x="12858" y="16839"/>
                    <a:pt x="12828" y="16809"/>
                  </a:cubicBezTo>
                  <a:cubicBezTo>
                    <a:pt x="12828" y="16779"/>
                    <a:pt x="12858" y="16718"/>
                    <a:pt x="12888" y="16718"/>
                  </a:cubicBezTo>
                  <a:cubicBezTo>
                    <a:pt x="12980" y="16687"/>
                    <a:pt x="13101" y="16657"/>
                    <a:pt x="13162" y="16657"/>
                  </a:cubicBezTo>
                  <a:cubicBezTo>
                    <a:pt x="13192" y="16627"/>
                    <a:pt x="13223" y="16566"/>
                    <a:pt x="13162" y="16535"/>
                  </a:cubicBezTo>
                  <a:cubicBezTo>
                    <a:pt x="13162" y="16505"/>
                    <a:pt x="13223" y="16475"/>
                    <a:pt x="13284" y="16475"/>
                  </a:cubicBezTo>
                  <a:close/>
                  <a:moveTo>
                    <a:pt x="13832" y="16480"/>
                  </a:moveTo>
                  <a:cubicBezTo>
                    <a:pt x="13881" y="16480"/>
                    <a:pt x="13932" y="16497"/>
                    <a:pt x="13983" y="16535"/>
                  </a:cubicBezTo>
                  <a:cubicBezTo>
                    <a:pt x="14044" y="16596"/>
                    <a:pt x="14104" y="16657"/>
                    <a:pt x="14135" y="16748"/>
                  </a:cubicBezTo>
                  <a:lnTo>
                    <a:pt x="14135" y="16809"/>
                  </a:lnTo>
                  <a:cubicBezTo>
                    <a:pt x="14135" y="16839"/>
                    <a:pt x="14044" y="16870"/>
                    <a:pt x="14013" y="16870"/>
                  </a:cubicBezTo>
                  <a:cubicBezTo>
                    <a:pt x="13861" y="16870"/>
                    <a:pt x="13831" y="16809"/>
                    <a:pt x="13831" y="16718"/>
                  </a:cubicBezTo>
                  <a:cubicBezTo>
                    <a:pt x="13800" y="16718"/>
                    <a:pt x="13740" y="16718"/>
                    <a:pt x="13709" y="16748"/>
                  </a:cubicBezTo>
                  <a:cubicBezTo>
                    <a:pt x="13705" y="16752"/>
                    <a:pt x="13700" y="16754"/>
                    <a:pt x="13693" y="16754"/>
                  </a:cubicBezTo>
                  <a:cubicBezTo>
                    <a:pt x="13650" y="16754"/>
                    <a:pt x="13569" y="16671"/>
                    <a:pt x="13648" y="16566"/>
                  </a:cubicBezTo>
                  <a:cubicBezTo>
                    <a:pt x="13701" y="16513"/>
                    <a:pt x="13765" y="16480"/>
                    <a:pt x="13832" y="16480"/>
                  </a:cubicBezTo>
                  <a:close/>
                  <a:moveTo>
                    <a:pt x="8025" y="16475"/>
                  </a:moveTo>
                  <a:cubicBezTo>
                    <a:pt x="8086" y="16475"/>
                    <a:pt x="8147" y="16535"/>
                    <a:pt x="8177" y="16596"/>
                  </a:cubicBezTo>
                  <a:lnTo>
                    <a:pt x="8147" y="16596"/>
                  </a:lnTo>
                  <a:cubicBezTo>
                    <a:pt x="7995" y="16657"/>
                    <a:pt x="8025" y="16900"/>
                    <a:pt x="7782" y="16900"/>
                  </a:cubicBezTo>
                  <a:cubicBezTo>
                    <a:pt x="7773" y="16909"/>
                    <a:pt x="7759" y="16913"/>
                    <a:pt x="7742" y="16913"/>
                  </a:cubicBezTo>
                  <a:cubicBezTo>
                    <a:pt x="7701" y="16913"/>
                    <a:pt x="7643" y="16891"/>
                    <a:pt x="7600" y="16870"/>
                  </a:cubicBezTo>
                  <a:lnTo>
                    <a:pt x="7569" y="16809"/>
                  </a:lnTo>
                  <a:cubicBezTo>
                    <a:pt x="7539" y="16779"/>
                    <a:pt x="7630" y="16718"/>
                    <a:pt x="7630" y="16718"/>
                  </a:cubicBezTo>
                  <a:cubicBezTo>
                    <a:pt x="7656" y="16725"/>
                    <a:pt x="7679" y="16729"/>
                    <a:pt x="7699" y="16729"/>
                  </a:cubicBezTo>
                  <a:cubicBezTo>
                    <a:pt x="7845" y="16729"/>
                    <a:pt x="7858" y="16558"/>
                    <a:pt x="7964" y="16505"/>
                  </a:cubicBezTo>
                  <a:lnTo>
                    <a:pt x="8025" y="16475"/>
                  </a:lnTo>
                  <a:close/>
                  <a:moveTo>
                    <a:pt x="15872" y="16515"/>
                  </a:moveTo>
                  <a:cubicBezTo>
                    <a:pt x="15907" y="16515"/>
                    <a:pt x="15928" y="16530"/>
                    <a:pt x="15928" y="16566"/>
                  </a:cubicBezTo>
                  <a:lnTo>
                    <a:pt x="15898" y="16566"/>
                  </a:lnTo>
                  <a:cubicBezTo>
                    <a:pt x="15746" y="16627"/>
                    <a:pt x="15654" y="16748"/>
                    <a:pt x="15563" y="16870"/>
                  </a:cubicBezTo>
                  <a:lnTo>
                    <a:pt x="15563" y="16931"/>
                  </a:lnTo>
                  <a:cubicBezTo>
                    <a:pt x="15542" y="16938"/>
                    <a:pt x="15520" y="16941"/>
                    <a:pt x="15500" y="16941"/>
                  </a:cubicBezTo>
                  <a:cubicBezTo>
                    <a:pt x="15434" y="16941"/>
                    <a:pt x="15381" y="16902"/>
                    <a:pt x="15381" y="16809"/>
                  </a:cubicBezTo>
                  <a:cubicBezTo>
                    <a:pt x="15381" y="16724"/>
                    <a:pt x="15461" y="16532"/>
                    <a:pt x="15570" y="16532"/>
                  </a:cubicBezTo>
                  <a:cubicBezTo>
                    <a:pt x="15578" y="16532"/>
                    <a:pt x="15586" y="16533"/>
                    <a:pt x="15594" y="16535"/>
                  </a:cubicBezTo>
                  <a:lnTo>
                    <a:pt x="15776" y="16535"/>
                  </a:lnTo>
                  <a:cubicBezTo>
                    <a:pt x="15814" y="16523"/>
                    <a:pt x="15846" y="16515"/>
                    <a:pt x="15872" y="16515"/>
                  </a:cubicBezTo>
                  <a:close/>
                  <a:moveTo>
                    <a:pt x="12300" y="16615"/>
                  </a:moveTo>
                  <a:cubicBezTo>
                    <a:pt x="12353" y="16615"/>
                    <a:pt x="12410" y="16649"/>
                    <a:pt x="12433" y="16718"/>
                  </a:cubicBezTo>
                  <a:cubicBezTo>
                    <a:pt x="12460" y="16772"/>
                    <a:pt x="12246" y="17067"/>
                    <a:pt x="12177" y="17067"/>
                  </a:cubicBezTo>
                  <a:cubicBezTo>
                    <a:pt x="12169" y="17067"/>
                    <a:pt x="12162" y="17062"/>
                    <a:pt x="12159" y="17052"/>
                  </a:cubicBezTo>
                  <a:cubicBezTo>
                    <a:pt x="12129" y="16900"/>
                    <a:pt x="12159" y="16748"/>
                    <a:pt x="12250" y="16627"/>
                  </a:cubicBezTo>
                  <a:cubicBezTo>
                    <a:pt x="12265" y="16619"/>
                    <a:pt x="12282" y="16615"/>
                    <a:pt x="12300" y="16615"/>
                  </a:cubicBezTo>
                  <a:close/>
                  <a:moveTo>
                    <a:pt x="3901" y="16918"/>
                  </a:moveTo>
                  <a:cubicBezTo>
                    <a:pt x="3922" y="16918"/>
                    <a:pt x="3939" y="16922"/>
                    <a:pt x="3952" y="16931"/>
                  </a:cubicBezTo>
                  <a:cubicBezTo>
                    <a:pt x="4043" y="16961"/>
                    <a:pt x="4043" y="17022"/>
                    <a:pt x="3952" y="17022"/>
                  </a:cubicBezTo>
                  <a:lnTo>
                    <a:pt x="3891" y="17052"/>
                  </a:lnTo>
                  <a:cubicBezTo>
                    <a:pt x="3739" y="17052"/>
                    <a:pt x="3770" y="17083"/>
                    <a:pt x="3831" y="17174"/>
                  </a:cubicBezTo>
                  <a:cubicBezTo>
                    <a:pt x="3861" y="17174"/>
                    <a:pt x="3739" y="17295"/>
                    <a:pt x="3709" y="17295"/>
                  </a:cubicBezTo>
                  <a:cubicBezTo>
                    <a:pt x="3557" y="17265"/>
                    <a:pt x="3405" y="17234"/>
                    <a:pt x="3253" y="17174"/>
                  </a:cubicBezTo>
                  <a:cubicBezTo>
                    <a:pt x="3253" y="17174"/>
                    <a:pt x="3253" y="17143"/>
                    <a:pt x="3253" y="17113"/>
                  </a:cubicBezTo>
                  <a:cubicBezTo>
                    <a:pt x="3283" y="17083"/>
                    <a:pt x="3344" y="17052"/>
                    <a:pt x="3375" y="17052"/>
                  </a:cubicBezTo>
                  <a:lnTo>
                    <a:pt x="3466" y="17052"/>
                  </a:lnTo>
                  <a:cubicBezTo>
                    <a:pt x="3544" y="17052"/>
                    <a:pt x="3778" y="16918"/>
                    <a:pt x="3901" y="16918"/>
                  </a:cubicBezTo>
                  <a:close/>
                  <a:moveTo>
                    <a:pt x="6203" y="16584"/>
                  </a:moveTo>
                  <a:cubicBezTo>
                    <a:pt x="6213" y="16584"/>
                    <a:pt x="6224" y="16588"/>
                    <a:pt x="6232" y="16596"/>
                  </a:cubicBezTo>
                  <a:lnTo>
                    <a:pt x="6293" y="16627"/>
                  </a:lnTo>
                  <a:lnTo>
                    <a:pt x="6323" y="16657"/>
                  </a:lnTo>
                  <a:cubicBezTo>
                    <a:pt x="6384" y="16718"/>
                    <a:pt x="6262" y="16809"/>
                    <a:pt x="6201" y="16809"/>
                  </a:cubicBezTo>
                  <a:cubicBezTo>
                    <a:pt x="6141" y="16809"/>
                    <a:pt x="5867" y="16961"/>
                    <a:pt x="5897" y="17052"/>
                  </a:cubicBezTo>
                  <a:cubicBezTo>
                    <a:pt x="5906" y="17069"/>
                    <a:pt x="5912" y="17086"/>
                    <a:pt x="5916" y="17100"/>
                  </a:cubicBezTo>
                  <a:lnTo>
                    <a:pt x="5916" y="17100"/>
                  </a:lnTo>
                  <a:cubicBezTo>
                    <a:pt x="5881" y="17077"/>
                    <a:pt x="5768" y="17043"/>
                    <a:pt x="5677" y="17043"/>
                  </a:cubicBezTo>
                  <a:cubicBezTo>
                    <a:pt x="5626" y="17043"/>
                    <a:pt x="5582" y="17054"/>
                    <a:pt x="5563" y="17083"/>
                  </a:cubicBezTo>
                  <a:cubicBezTo>
                    <a:pt x="5442" y="17174"/>
                    <a:pt x="5320" y="17234"/>
                    <a:pt x="5168" y="17295"/>
                  </a:cubicBezTo>
                  <a:cubicBezTo>
                    <a:pt x="5077" y="17295"/>
                    <a:pt x="4986" y="17022"/>
                    <a:pt x="4986" y="16900"/>
                  </a:cubicBezTo>
                  <a:cubicBezTo>
                    <a:pt x="4986" y="16832"/>
                    <a:pt x="5174" y="16746"/>
                    <a:pt x="5293" y="16746"/>
                  </a:cubicBezTo>
                  <a:cubicBezTo>
                    <a:pt x="5333" y="16746"/>
                    <a:pt x="5366" y="16756"/>
                    <a:pt x="5381" y="16779"/>
                  </a:cubicBezTo>
                  <a:cubicBezTo>
                    <a:pt x="5390" y="16806"/>
                    <a:pt x="5422" y="16817"/>
                    <a:pt x="5460" y="16817"/>
                  </a:cubicBezTo>
                  <a:cubicBezTo>
                    <a:pt x="5549" y="16817"/>
                    <a:pt x="5675" y="16760"/>
                    <a:pt x="5654" y="16718"/>
                  </a:cubicBezTo>
                  <a:cubicBezTo>
                    <a:pt x="5636" y="16680"/>
                    <a:pt x="5652" y="16654"/>
                    <a:pt x="5695" y="16654"/>
                  </a:cubicBezTo>
                  <a:cubicBezTo>
                    <a:pt x="5722" y="16654"/>
                    <a:pt x="5760" y="16664"/>
                    <a:pt x="5806" y="16687"/>
                  </a:cubicBezTo>
                  <a:lnTo>
                    <a:pt x="5928" y="16687"/>
                  </a:lnTo>
                  <a:cubicBezTo>
                    <a:pt x="5989" y="16687"/>
                    <a:pt x="6049" y="16687"/>
                    <a:pt x="6110" y="16657"/>
                  </a:cubicBezTo>
                  <a:lnTo>
                    <a:pt x="6141" y="16657"/>
                  </a:lnTo>
                  <a:cubicBezTo>
                    <a:pt x="6141" y="16612"/>
                    <a:pt x="6173" y="16584"/>
                    <a:pt x="6203" y="16584"/>
                  </a:cubicBezTo>
                  <a:close/>
                  <a:moveTo>
                    <a:pt x="86081" y="0"/>
                  </a:moveTo>
                  <a:lnTo>
                    <a:pt x="85473" y="122"/>
                  </a:lnTo>
                  <a:lnTo>
                    <a:pt x="85261" y="152"/>
                  </a:lnTo>
                  <a:lnTo>
                    <a:pt x="85078" y="183"/>
                  </a:lnTo>
                  <a:cubicBezTo>
                    <a:pt x="84957" y="183"/>
                    <a:pt x="84805" y="213"/>
                    <a:pt x="84683" y="274"/>
                  </a:cubicBezTo>
                  <a:cubicBezTo>
                    <a:pt x="84683" y="335"/>
                    <a:pt x="84683" y="426"/>
                    <a:pt x="84622" y="456"/>
                  </a:cubicBezTo>
                  <a:lnTo>
                    <a:pt x="84531" y="487"/>
                  </a:lnTo>
                  <a:cubicBezTo>
                    <a:pt x="84503" y="403"/>
                    <a:pt x="84400" y="270"/>
                    <a:pt x="84336" y="270"/>
                  </a:cubicBezTo>
                  <a:cubicBezTo>
                    <a:pt x="84330" y="270"/>
                    <a:pt x="84324" y="271"/>
                    <a:pt x="84318" y="274"/>
                  </a:cubicBezTo>
                  <a:cubicBezTo>
                    <a:pt x="84304" y="283"/>
                    <a:pt x="84286" y="288"/>
                    <a:pt x="84267" y="288"/>
                  </a:cubicBezTo>
                  <a:cubicBezTo>
                    <a:pt x="84163" y="288"/>
                    <a:pt x="84000" y="168"/>
                    <a:pt x="83923" y="91"/>
                  </a:cubicBezTo>
                  <a:cubicBezTo>
                    <a:pt x="83904" y="73"/>
                    <a:pt x="83883" y="65"/>
                    <a:pt x="83862" y="65"/>
                  </a:cubicBezTo>
                  <a:cubicBezTo>
                    <a:pt x="83815" y="65"/>
                    <a:pt x="83771" y="101"/>
                    <a:pt x="83771" y="122"/>
                  </a:cubicBezTo>
                  <a:cubicBezTo>
                    <a:pt x="83741" y="183"/>
                    <a:pt x="83650" y="213"/>
                    <a:pt x="83528" y="213"/>
                  </a:cubicBezTo>
                  <a:lnTo>
                    <a:pt x="83498" y="183"/>
                  </a:lnTo>
                  <a:cubicBezTo>
                    <a:pt x="83467" y="142"/>
                    <a:pt x="83440" y="129"/>
                    <a:pt x="83414" y="129"/>
                  </a:cubicBezTo>
                  <a:cubicBezTo>
                    <a:pt x="83363" y="129"/>
                    <a:pt x="83315" y="183"/>
                    <a:pt x="83255" y="183"/>
                  </a:cubicBezTo>
                  <a:cubicBezTo>
                    <a:pt x="83224" y="183"/>
                    <a:pt x="83163" y="152"/>
                    <a:pt x="83163" y="91"/>
                  </a:cubicBezTo>
                  <a:lnTo>
                    <a:pt x="83133" y="61"/>
                  </a:lnTo>
                  <a:cubicBezTo>
                    <a:pt x="83133" y="39"/>
                    <a:pt x="83129" y="29"/>
                    <a:pt x="83123" y="29"/>
                  </a:cubicBezTo>
                  <a:cubicBezTo>
                    <a:pt x="83111" y="29"/>
                    <a:pt x="83092" y="63"/>
                    <a:pt x="83072" y="122"/>
                  </a:cubicBezTo>
                  <a:lnTo>
                    <a:pt x="83011" y="152"/>
                  </a:lnTo>
                  <a:cubicBezTo>
                    <a:pt x="82951" y="243"/>
                    <a:pt x="82829" y="183"/>
                    <a:pt x="82768" y="243"/>
                  </a:cubicBezTo>
                  <a:lnTo>
                    <a:pt x="82647" y="304"/>
                  </a:lnTo>
                  <a:cubicBezTo>
                    <a:pt x="82495" y="243"/>
                    <a:pt x="82343" y="213"/>
                    <a:pt x="82191" y="213"/>
                  </a:cubicBezTo>
                  <a:cubicBezTo>
                    <a:pt x="82069" y="274"/>
                    <a:pt x="81948" y="304"/>
                    <a:pt x="81826" y="304"/>
                  </a:cubicBezTo>
                  <a:lnTo>
                    <a:pt x="81400" y="304"/>
                  </a:lnTo>
                  <a:lnTo>
                    <a:pt x="81096" y="335"/>
                  </a:lnTo>
                  <a:lnTo>
                    <a:pt x="81036" y="335"/>
                  </a:lnTo>
                  <a:lnTo>
                    <a:pt x="80489" y="456"/>
                  </a:lnTo>
                  <a:cubicBezTo>
                    <a:pt x="80468" y="466"/>
                    <a:pt x="80445" y="470"/>
                    <a:pt x="80420" y="470"/>
                  </a:cubicBezTo>
                  <a:cubicBezTo>
                    <a:pt x="80370" y="470"/>
                    <a:pt x="80316" y="456"/>
                    <a:pt x="80276" y="456"/>
                  </a:cubicBezTo>
                  <a:lnTo>
                    <a:pt x="80124" y="456"/>
                  </a:lnTo>
                  <a:cubicBezTo>
                    <a:pt x="80017" y="426"/>
                    <a:pt x="79911" y="411"/>
                    <a:pt x="79808" y="411"/>
                  </a:cubicBezTo>
                  <a:cubicBezTo>
                    <a:pt x="79706" y="411"/>
                    <a:pt x="79607" y="426"/>
                    <a:pt x="79516" y="456"/>
                  </a:cubicBezTo>
                  <a:lnTo>
                    <a:pt x="79333" y="395"/>
                  </a:lnTo>
                  <a:cubicBezTo>
                    <a:pt x="79303" y="390"/>
                    <a:pt x="79272" y="389"/>
                    <a:pt x="79240" y="389"/>
                  </a:cubicBezTo>
                  <a:cubicBezTo>
                    <a:pt x="79176" y="389"/>
                    <a:pt x="79111" y="395"/>
                    <a:pt x="79045" y="395"/>
                  </a:cubicBezTo>
                  <a:cubicBezTo>
                    <a:pt x="78946" y="395"/>
                    <a:pt x="78847" y="380"/>
                    <a:pt x="78756" y="304"/>
                  </a:cubicBezTo>
                  <a:lnTo>
                    <a:pt x="78726" y="304"/>
                  </a:lnTo>
                  <a:cubicBezTo>
                    <a:pt x="78634" y="304"/>
                    <a:pt x="78482" y="365"/>
                    <a:pt x="78361" y="395"/>
                  </a:cubicBezTo>
                  <a:lnTo>
                    <a:pt x="78239" y="395"/>
                  </a:lnTo>
                  <a:lnTo>
                    <a:pt x="78057" y="365"/>
                  </a:lnTo>
                  <a:cubicBezTo>
                    <a:pt x="78016" y="405"/>
                    <a:pt x="77952" y="419"/>
                    <a:pt x="77880" y="419"/>
                  </a:cubicBezTo>
                  <a:cubicBezTo>
                    <a:pt x="77736" y="419"/>
                    <a:pt x="77560" y="365"/>
                    <a:pt x="77479" y="365"/>
                  </a:cubicBezTo>
                  <a:cubicBezTo>
                    <a:pt x="77327" y="395"/>
                    <a:pt x="77175" y="426"/>
                    <a:pt x="77023" y="487"/>
                  </a:cubicBezTo>
                  <a:lnTo>
                    <a:pt x="76932" y="487"/>
                  </a:lnTo>
                  <a:cubicBezTo>
                    <a:pt x="76841" y="487"/>
                    <a:pt x="76750" y="426"/>
                    <a:pt x="76659" y="426"/>
                  </a:cubicBezTo>
                  <a:cubicBezTo>
                    <a:pt x="76537" y="426"/>
                    <a:pt x="76446" y="456"/>
                    <a:pt x="76355" y="487"/>
                  </a:cubicBezTo>
                  <a:lnTo>
                    <a:pt x="76112" y="547"/>
                  </a:lnTo>
                  <a:lnTo>
                    <a:pt x="75504" y="578"/>
                  </a:lnTo>
                  <a:cubicBezTo>
                    <a:pt x="75443" y="529"/>
                    <a:pt x="75377" y="514"/>
                    <a:pt x="75309" y="514"/>
                  </a:cubicBezTo>
                  <a:cubicBezTo>
                    <a:pt x="75206" y="514"/>
                    <a:pt x="75096" y="547"/>
                    <a:pt x="74987" y="547"/>
                  </a:cubicBezTo>
                  <a:lnTo>
                    <a:pt x="74805" y="547"/>
                  </a:lnTo>
                  <a:cubicBezTo>
                    <a:pt x="74778" y="553"/>
                    <a:pt x="74753" y="555"/>
                    <a:pt x="74729" y="555"/>
                  </a:cubicBezTo>
                  <a:cubicBezTo>
                    <a:pt x="74612" y="555"/>
                    <a:pt x="74515" y="496"/>
                    <a:pt x="74440" y="395"/>
                  </a:cubicBezTo>
                  <a:cubicBezTo>
                    <a:pt x="74438" y="391"/>
                    <a:pt x="74434" y="389"/>
                    <a:pt x="74428" y="389"/>
                  </a:cubicBezTo>
                  <a:cubicBezTo>
                    <a:pt x="74355" y="389"/>
                    <a:pt x="74001" y="738"/>
                    <a:pt x="73832" y="851"/>
                  </a:cubicBezTo>
                  <a:cubicBezTo>
                    <a:pt x="73753" y="910"/>
                    <a:pt x="73649" y="944"/>
                    <a:pt x="73545" y="944"/>
                  </a:cubicBezTo>
                  <a:cubicBezTo>
                    <a:pt x="73487" y="944"/>
                    <a:pt x="73430" y="934"/>
                    <a:pt x="73376" y="912"/>
                  </a:cubicBezTo>
                  <a:cubicBezTo>
                    <a:pt x="73346" y="882"/>
                    <a:pt x="73376" y="851"/>
                    <a:pt x="73467" y="851"/>
                  </a:cubicBezTo>
                  <a:lnTo>
                    <a:pt x="73498" y="821"/>
                  </a:lnTo>
                  <a:cubicBezTo>
                    <a:pt x="73498" y="790"/>
                    <a:pt x="73528" y="760"/>
                    <a:pt x="73528" y="730"/>
                  </a:cubicBezTo>
                  <a:cubicBezTo>
                    <a:pt x="73528" y="699"/>
                    <a:pt x="73437" y="669"/>
                    <a:pt x="73437" y="669"/>
                  </a:cubicBezTo>
                  <a:lnTo>
                    <a:pt x="73315" y="760"/>
                  </a:lnTo>
                  <a:cubicBezTo>
                    <a:pt x="73102" y="730"/>
                    <a:pt x="72890" y="699"/>
                    <a:pt x="72707" y="699"/>
                  </a:cubicBezTo>
                  <a:lnTo>
                    <a:pt x="72555" y="669"/>
                  </a:lnTo>
                  <a:cubicBezTo>
                    <a:pt x="72475" y="637"/>
                    <a:pt x="72412" y="596"/>
                    <a:pt x="72366" y="596"/>
                  </a:cubicBezTo>
                  <a:cubicBezTo>
                    <a:pt x="72324" y="596"/>
                    <a:pt x="72296" y="629"/>
                    <a:pt x="72282" y="730"/>
                  </a:cubicBezTo>
                  <a:lnTo>
                    <a:pt x="72130" y="730"/>
                  </a:lnTo>
                  <a:cubicBezTo>
                    <a:pt x="72106" y="698"/>
                    <a:pt x="72082" y="687"/>
                    <a:pt x="72059" y="687"/>
                  </a:cubicBezTo>
                  <a:cubicBezTo>
                    <a:pt x="72006" y="687"/>
                    <a:pt x="71957" y="742"/>
                    <a:pt x="71916" y="742"/>
                  </a:cubicBezTo>
                  <a:cubicBezTo>
                    <a:pt x="71906" y="742"/>
                    <a:pt x="71896" y="739"/>
                    <a:pt x="71887" y="730"/>
                  </a:cubicBezTo>
                  <a:cubicBezTo>
                    <a:pt x="71852" y="695"/>
                    <a:pt x="71820" y="683"/>
                    <a:pt x="71790" y="683"/>
                  </a:cubicBezTo>
                  <a:cubicBezTo>
                    <a:pt x="71715" y="683"/>
                    <a:pt x="71656" y="760"/>
                    <a:pt x="71613" y="760"/>
                  </a:cubicBezTo>
                  <a:cubicBezTo>
                    <a:pt x="71595" y="766"/>
                    <a:pt x="71577" y="769"/>
                    <a:pt x="71559" y="769"/>
                  </a:cubicBezTo>
                  <a:cubicBezTo>
                    <a:pt x="71487" y="769"/>
                    <a:pt x="71418" y="730"/>
                    <a:pt x="71370" y="730"/>
                  </a:cubicBezTo>
                  <a:lnTo>
                    <a:pt x="71279" y="730"/>
                  </a:lnTo>
                  <a:cubicBezTo>
                    <a:pt x="71232" y="753"/>
                    <a:pt x="71190" y="763"/>
                    <a:pt x="71154" y="763"/>
                  </a:cubicBezTo>
                  <a:cubicBezTo>
                    <a:pt x="71096" y="763"/>
                    <a:pt x="71054" y="737"/>
                    <a:pt x="71035" y="699"/>
                  </a:cubicBezTo>
                  <a:lnTo>
                    <a:pt x="71005" y="669"/>
                  </a:lnTo>
                  <a:cubicBezTo>
                    <a:pt x="70950" y="669"/>
                    <a:pt x="70844" y="794"/>
                    <a:pt x="70780" y="794"/>
                  </a:cubicBezTo>
                  <a:cubicBezTo>
                    <a:pt x="70773" y="794"/>
                    <a:pt x="70767" y="793"/>
                    <a:pt x="70762" y="790"/>
                  </a:cubicBezTo>
                  <a:cubicBezTo>
                    <a:pt x="70610" y="760"/>
                    <a:pt x="70488" y="730"/>
                    <a:pt x="70336" y="730"/>
                  </a:cubicBezTo>
                  <a:lnTo>
                    <a:pt x="70245" y="821"/>
                  </a:lnTo>
                  <a:cubicBezTo>
                    <a:pt x="70180" y="886"/>
                    <a:pt x="70097" y="916"/>
                    <a:pt x="70016" y="916"/>
                  </a:cubicBezTo>
                  <a:cubicBezTo>
                    <a:pt x="69946" y="916"/>
                    <a:pt x="69876" y="894"/>
                    <a:pt x="69820" y="851"/>
                  </a:cubicBezTo>
                  <a:lnTo>
                    <a:pt x="69485" y="699"/>
                  </a:lnTo>
                  <a:lnTo>
                    <a:pt x="69212" y="790"/>
                  </a:lnTo>
                  <a:lnTo>
                    <a:pt x="69151" y="882"/>
                  </a:lnTo>
                  <a:cubicBezTo>
                    <a:pt x="69060" y="790"/>
                    <a:pt x="68969" y="730"/>
                    <a:pt x="68908" y="639"/>
                  </a:cubicBezTo>
                  <a:cubicBezTo>
                    <a:pt x="68904" y="635"/>
                    <a:pt x="68899" y="633"/>
                    <a:pt x="68894" y="633"/>
                  </a:cubicBezTo>
                  <a:cubicBezTo>
                    <a:pt x="68861" y="633"/>
                    <a:pt x="68809" y="715"/>
                    <a:pt x="68756" y="821"/>
                  </a:cubicBezTo>
                  <a:lnTo>
                    <a:pt x="68634" y="760"/>
                  </a:lnTo>
                  <a:lnTo>
                    <a:pt x="68452" y="669"/>
                  </a:lnTo>
                  <a:cubicBezTo>
                    <a:pt x="68269" y="699"/>
                    <a:pt x="68087" y="699"/>
                    <a:pt x="68026" y="699"/>
                  </a:cubicBezTo>
                  <a:lnTo>
                    <a:pt x="67996" y="699"/>
                  </a:lnTo>
                  <a:cubicBezTo>
                    <a:pt x="67892" y="820"/>
                    <a:pt x="67779" y="853"/>
                    <a:pt x="67655" y="853"/>
                  </a:cubicBezTo>
                  <a:cubicBezTo>
                    <a:pt x="67562" y="853"/>
                    <a:pt x="67463" y="834"/>
                    <a:pt x="67358" y="821"/>
                  </a:cubicBezTo>
                  <a:cubicBezTo>
                    <a:pt x="67266" y="790"/>
                    <a:pt x="67114" y="790"/>
                    <a:pt x="67023" y="760"/>
                  </a:cubicBezTo>
                  <a:lnTo>
                    <a:pt x="66810" y="699"/>
                  </a:lnTo>
                  <a:cubicBezTo>
                    <a:pt x="66810" y="780"/>
                    <a:pt x="66770" y="821"/>
                    <a:pt x="66707" y="821"/>
                  </a:cubicBezTo>
                  <a:cubicBezTo>
                    <a:pt x="66675" y="821"/>
                    <a:pt x="66638" y="811"/>
                    <a:pt x="66598" y="790"/>
                  </a:cubicBezTo>
                  <a:lnTo>
                    <a:pt x="66476" y="760"/>
                  </a:lnTo>
                  <a:cubicBezTo>
                    <a:pt x="66415" y="760"/>
                    <a:pt x="66341" y="814"/>
                    <a:pt x="66262" y="814"/>
                  </a:cubicBezTo>
                  <a:cubicBezTo>
                    <a:pt x="66223" y="814"/>
                    <a:pt x="66182" y="801"/>
                    <a:pt x="66142" y="760"/>
                  </a:cubicBezTo>
                  <a:cubicBezTo>
                    <a:pt x="66020" y="821"/>
                    <a:pt x="65868" y="882"/>
                    <a:pt x="65747" y="912"/>
                  </a:cubicBezTo>
                  <a:cubicBezTo>
                    <a:pt x="65534" y="851"/>
                    <a:pt x="65351" y="821"/>
                    <a:pt x="65139" y="790"/>
                  </a:cubicBezTo>
                  <a:cubicBezTo>
                    <a:pt x="65086" y="808"/>
                    <a:pt x="64973" y="826"/>
                    <a:pt x="64880" y="826"/>
                  </a:cubicBezTo>
                  <a:cubicBezTo>
                    <a:pt x="64813" y="826"/>
                    <a:pt x="64756" y="816"/>
                    <a:pt x="64744" y="790"/>
                  </a:cubicBezTo>
                  <a:cubicBezTo>
                    <a:pt x="64728" y="775"/>
                    <a:pt x="64709" y="770"/>
                    <a:pt x="64688" y="770"/>
                  </a:cubicBezTo>
                  <a:cubicBezTo>
                    <a:pt x="64624" y="770"/>
                    <a:pt x="64538" y="821"/>
                    <a:pt x="64470" y="821"/>
                  </a:cubicBezTo>
                  <a:cubicBezTo>
                    <a:pt x="64348" y="821"/>
                    <a:pt x="64227" y="790"/>
                    <a:pt x="64105" y="730"/>
                  </a:cubicBezTo>
                  <a:lnTo>
                    <a:pt x="64014" y="790"/>
                  </a:lnTo>
                  <a:lnTo>
                    <a:pt x="63923" y="882"/>
                  </a:lnTo>
                  <a:cubicBezTo>
                    <a:pt x="63910" y="875"/>
                    <a:pt x="63890" y="873"/>
                    <a:pt x="63867" y="873"/>
                  </a:cubicBezTo>
                  <a:cubicBezTo>
                    <a:pt x="63802" y="873"/>
                    <a:pt x="63709" y="890"/>
                    <a:pt x="63645" y="890"/>
                  </a:cubicBezTo>
                  <a:cubicBezTo>
                    <a:pt x="63621" y="890"/>
                    <a:pt x="63601" y="888"/>
                    <a:pt x="63589" y="882"/>
                  </a:cubicBezTo>
                  <a:cubicBezTo>
                    <a:pt x="63561" y="826"/>
                    <a:pt x="63331" y="695"/>
                    <a:pt x="63222" y="695"/>
                  </a:cubicBezTo>
                  <a:cubicBezTo>
                    <a:pt x="63211" y="695"/>
                    <a:pt x="63202" y="697"/>
                    <a:pt x="63193" y="699"/>
                  </a:cubicBezTo>
                  <a:cubicBezTo>
                    <a:pt x="63011" y="760"/>
                    <a:pt x="62859" y="790"/>
                    <a:pt x="62677" y="821"/>
                  </a:cubicBezTo>
                  <a:cubicBezTo>
                    <a:pt x="62555" y="790"/>
                    <a:pt x="62464" y="730"/>
                    <a:pt x="62403" y="639"/>
                  </a:cubicBezTo>
                  <a:lnTo>
                    <a:pt x="62312" y="578"/>
                  </a:lnTo>
                  <a:lnTo>
                    <a:pt x="62281" y="547"/>
                  </a:lnTo>
                  <a:cubicBezTo>
                    <a:pt x="62190" y="547"/>
                    <a:pt x="62160" y="639"/>
                    <a:pt x="62160" y="699"/>
                  </a:cubicBezTo>
                  <a:cubicBezTo>
                    <a:pt x="62190" y="730"/>
                    <a:pt x="62130" y="790"/>
                    <a:pt x="62038" y="851"/>
                  </a:cubicBezTo>
                  <a:lnTo>
                    <a:pt x="61917" y="882"/>
                  </a:lnTo>
                  <a:cubicBezTo>
                    <a:pt x="61826" y="882"/>
                    <a:pt x="61734" y="821"/>
                    <a:pt x="61643" y="790"/>
                  </a:cubicBezTo>
                  <a:cubicBezTo>
                    <a:pt x="61598" y="775"/>
                    <a:pt x="61544" y="768"/>
                    <a:pt x="61487" y="768"/>
                  </a:cubicBezTo>
                  <a:cubicBezTo>
                    <a:pt x="61430" y="768"/>
                    <a:pt x="61370" y="775"/>
                    <a:pt x="61309" y="790"/>
                  </a:cubicBezTo>
                  <a:cubicBezTo>
                    <a:pt x="61235" y="852"/>
                    <a:pt x="61166" y="874"/>
                    <a:pt x="61100" y="874"/>
                  </a:cubicBezTo>
                  <a:cubicBezTo>
                    <a:pt x="61003" y="874"/>
                    <a:pt x="60913" y="827"/>
                    <a:pt x="60823" y="790"/>
                  </a:cubicBezTo>
                  <a:cubicBezTo>
                    <a:pt x="60755" y="771"/>
                    <a:pt x="60685" y="761"/>
                    <a:pt x="60614" y="761"/>
                  </a:cubicBezTo>
                  <a:cubicBezTo>
                    <a:pt x="60462" y="761"/>
                    <a:pt x="60309" y="808"/>
                    <a:pt x="60184" y="912"/>
                  </a:cubicBezTo>
                  <a:lnTo>
                    <a:pt x="60154" y="942"/>
                  </a:lnTo>
                  <a:cubicBezTo>
                    <a:pt x="60129" y="951"/>
                    <a:pt x="60105" y="954"/>
                    <a:pt x="60080" y="954"/>
                  </a:cubicBezTo>
                  <a:cubicBezTo>
                    <a:pt x="60014" y="954"/>
                    <a:pt x="59947" y="926"/>
                    <a:pt x="59880" y="882"/>
                  </a:cubicBezTo>
                  <a:lnTo>
                    <a:pt x="59850" y="821"/>
                  </a:lnTo>
                  <a:cubicBezTo>
                    <a:pt x="59814" y="785"/>
                    <a:pt x="59774" y="773"/>
                    <a:pt x="59734" y="773"/>
                  </a:cubicBezTo>
                  <a:cubicBezTo>
                    <a:pt x="59673" y="773"/>
                    <a:pt x="59613" y="802"/>
                    <a:pt x="59576" y="821"/>
                  </a:cubicBezTo>
                  <a:cubicBezTo>
                    <a:pt x="59546" y="836"/>
                    <a:pt x="59508" y="836"/>
                    <a:pt x="59474" y="836"/>
                  </a:cubicBezTo>
                  <a:cubicBezTo>
                    <a:pt x="59440" y="836"/>
                    <a:pt x="59409" y="836"/>
                    <a:pt x="59394" y="851"/>
                  </a:cubicBezTo>
                  <a:cubicBezTo>
                    <a:pt x="59339" y="895"/>
                    <a:pt x="59296" y="911"/>
                    <a:pt x="59260" y="911"/>
                  </a:cubicBezTo>
                  <a:cubicBezTo>
                    <a:pt x="59194" y="911"/>
                    <a:pt x="59148" y="860"/>
                    <a:pt x="59090" y="821"/>
                  </a:cubicBezTo>
                  <a:cubicBezTo>
                    <a:pt x="59029" y="790"/>
                    <a:pt x="58968" y="760"/>
                    <a:pt x="58938" y="730"/>
                  </a:cubicBezTo>
                  <a:cubicBezTo>
                    <a:pt x="58908" y="730"/>
                    <a:pt x="58847" y="760"/>
                    <a:pt x="58847" y="760"/>
                  </a:cubicBezTo>
                  <a:lnTo>
                    <a:pt x="58847" y="821"/>
                  </a:lnTo>
                  <a:cubicBezTo>
                    <a:pt x="58877" y="882"/>
                    <a:pt x="58847" y="882"/>
                    <a:pt x="58786" y="882"/>
                  </a:cubicBezTo>
                  <a:lnTo>
                    <a:pt x="58725" y="851"/>
                  </a:lnTo>
                  <a:cubicBezTo>
                    <a:pt x="58543" y="821"/>
                    <a:pt x="58360" y="821"/>
                    <a:pt x="58208" y="821"/>
                  </a:cubicBezTo>
                  <a:lnTo>
                    <a:pt x="58056" y="821"/>
                  </a:lnTo>
                  <a:cubicBezTo>
                    <a:pt x="57905" y="790"/>
                    <a:pt x="57753" y="760"/>
                    <a:pt x="57601" y="760"/>
                  </a:cubicBezTo>
                  <a:cubicBezTo>
                    <a:pt x="57601" y="841"/>
                    <a:pt x="57574" y="895"/>
                    <a:pt x="57510" y="895"/>
                  </a:cubicBezTo>
                  <a:cubicBezTo>
                    <a:pt x="57479" y="895"/>
                    <a:pt x="57438" y="882"/>
                    <a:pt x="57388" y="851"/>
                  </a:cubicBezTo>
                  <a:lnTo>
                    <a:pt x="57297" y="821"/>
                  </a:lnTo>
                  <a:cubicBezTo>
                    <a:pt x="57175" y="821"/>
                    <a:pt x="56780" y="851"/>
                    <a:pt x="56446" y="882"/>
                  </a:cubicBezTo>
                  <a:lnTo>
                    <a:pt x="56172" y="882"/>
                  </a:lnTo>
                  <a:cubicBezTo>
                    <a:pt x="56081" y="882"/>
                    <a:pt x="55898" y="821"/>
                    <a:pt x="55898" y="821"/>
                  </a:cubicBezTo>
                  <a:cubicBezTo>
                    <a:pt x="55845" y="874"/>
                    <a:pt x="55796" y="894"/>
                    <a:pt x="55751" y="894"/>
                  </a:cubicBezTo>
                  <a:cubicBezTo>
                    <a:pt x="55642" y="894"/>
                    <a:pt x="55550" y="782"/>
                    <a:pt x="55442" y="760"/>
                  </a:cubicBezTo>
                  <a:cubicBezTo>
                    <a:pt x="55415" y="760"/>
                    <a:pt x="55412" y="634"/>
                    <a:pt x="55344" y="634"/>
                  </a:cubicBezTo>
                  <a:cubicBezTo>
                    <a:pt x="55337" y="634"/>
                    <a:pt x="55329" y="636"/>
                    <a:pt x="55321" y="639"/>
                  </a:cubicBezTo>
                  <a:cubicBezTo>
                    <a:pt x="55108" y="699"/>
                    <a:pt x="55351" y="760"/>
                    <a:pt x="55321" y="760"/>
                  </a:cubicBezTo>
                  <a:lnTo>
                    <a:pt x="55169" y="851"/>
                  </a:lnTo>
                  <a:cubicBezTo>
                    <a:pt x="55053" y="909"/>
                    <a:pt x="54938" y="930"/>
                    <a:pt x="54869" y="930"/>
                  </a:cubicBezTo>
                  <a:cubicBezTo>
                    <a:pt x="54829" y="930"/>
                    <a:pt x="54804" y="923"/>
                    <a:pt x="54804" y="912"/>
                  </a:cubicBezTo>
                  <a:lnTo>
                    <a:pt x="54804" y="851"/>
                  </a:lnTo>
                  <a:lnTo>
                    <a:pt x="54804" y="821"/>
                  </a:lnTo>
                  <a:cubicBezTo>
                    <a:pt x="54804" y="798"/>
                    <a:pt x="54791" y="788"/>
                    <a:pt x="54768" y="788"/>
                  </a:cubicBezTo>
                  <a:cubicBezTo>
                    <a:pt x="54730" y="788"/>
                    <a:pt x="54667" y="814"/>
                    <a:pt x="54591" y="851"/>
                  </a:cubicBezTo>
                  <a:lnTo>
                    <a:pt x="54379" y="821"/>
                  </a:lnTo>
                  <a:cubicBezTo>
                    <a:pt x="54333" y="806"/>
                    <a:pt x="54295" y="798"/>
                    <a:pt x="54261" y="798"/>
                  </a:cubicBezTo>
                  <a:cubicBezTo>
                    <a:pt x="54227" y="798"/>
                    <a:pt x="54196" y="806"/>
                    <a:pt x="54166" y="821"/>
                  </a:cubicBezTo>
                  <a:lnTo>
                    <a:pt x="54044" y="821"/>
                  </a:lnTo>
                  <a:cubicBezTo>
                    <a:pt x="53862" y="821"/>
                    <a:pt x="53710" y="790"/>
                    <a:pt x="53558" y="730"/>
                  </a:cubicBezTo>
                  <a:lnTo>
                    <a:pt x="53436" y="790"/>
                  </a:lnTo>
                  <a:lnTo>
                    <a:pt x="53406" y="790"/>
                  </a:lnTo>
                  <a:cubicBezTo>
                    <a:pt x="53376" y="790"/>
                    <a:pt x="53132" y="973"/>
                    <a:pt x="53011" y="973"/>
                  </a:cubicBezTo>
                  <a:cubicBezTo>
                    <a:pt x="53004" y="975"/>
                    <a:pt x="52997" y="976"/>
                    <a:pt x="52989" y="976"/>
                  </a:cubicBezTo>
                  <a:cubicBezTo>
                    <a:pt x="52893" y="976"/>
                    <a:pt x="52735" y="814"/>
                    <a:pt x="52707" y="730"/>
                  </a:cubicBezTo>
                  <a:cubicBezTo>
                    <a:pt x="52697" y="709"/>
                    <a:pt x="52666" y="699"/>
                    <a:pt x="52621" y="699"/>
                  </a:cubicBezTo>
                  <a:cubicBezTo>
                    <a:pt x="52531" y="699"/>
                    <a:pt x="52383" y="740"/>
                    <a:pt x="52221" y="821"/>
                  </a:cubicBezTo>
                  <a:lnTo>
                    <a:pt x="52008" y="790"/>
                  </a:lnTo>
                  <a:cubicBezTo>
                    <a:pt x="51917" y="760"/>
                    <a:pt x="51825" y="730"/>
                    <a:pt x="51734" y="730"/>
                  </a:cubicBezTo>
                  <a:cubicBezTo>
                    <a:pt x="51673" y="730"/>
                    <a:pt x="51613" y="851"/>
                    <a:pt x="51552" y="851"/>
                  </a:cubicBezTo>
                  <a:lnTo>
                    <a:pt x="51369" y="851"/>
                  </a:lnTo>
                  <a:cubicBezTo>
                    <a:pt x="51319" y="901"/>
                    <a:pt x="51260" y="924"/>
                    <a:pt x="51196" y="924"/>
                  </a:cubicBezTo>
                  <a:cubicBezTo>
                    <a:pt x="51144" y="924"/>
                    <a:pt x="51090" y="909"/>
                    <a:pt x="51035" y="882"/>
                  </a:cubicBezTo>
                  <a:cubicBezTo>
                    <a:pt x="50944" y="821"/>
                    <a:pt x="50853" y="760"/>
                    <a:pt x="50731" y="760"/>
                  </a:cubicBezTo>
                  <a:lnTo>
                    <a:pt x="50458" y="760"/>
                  </a:lnTo>
                  <a:cubicBezTo>
                    <a:pt x="50366" y="760"/>
                    <a:pt x="50275" y="821"/>
                    <a:pt x="50184" y="851"/>
                  </a:cubicBezTo>
                  <a:lnTo>
                    <a:pt x="50032" y="942"/>
                  </a:lnTo>
                  <a:cubicBezTo>
                    <a:pt x="49951" y="861"/>
                    <a:pt x="49870" y="821"/>
                    <a:pt x="49825" y="821"/>
                  </a:cubicBezTo>
                  <a:cubicBezTo>
                    <a:pt x="49802" y="821"/>
                    <a:pt x="49789" y="831"/>
                    <a:pt x="49789" y="851"/>
                  </a:cubicBezTo>
                  <a:cubicBezTo>
                    <a:pt x="49785" y="856"/>
                    <a:pt x="49776" y="857"/>
                    <a:pt x="49766" y="857"/>
                  </a:cubicBezTo>
                  <a:cubicBezTo>
                    <a:pt x="49700" y="857"/>
                    <a:pt x="49533" y="790"/>
                    <a:pt x="49455" y="790"/>
                  </a:cubicBezTo>
                  <a:lnTo>
                    <a:pt x="49151" y="760"/>
                  </a:lnTo>
                  <a:lnTo>
                    <a:pt x="49151" y="730"/>
                  </a:lnTo>
                  <a:lnTo>
                    <a:pt x="49090" y="578"/>
                  </a:lnTo>
                  <a:cubicBezTo>
                    <a:pt x="48968" y="608"/>
                    <a:pt x="48877" y="669"/>
                    <a:pt x="48816" y="730"/>
                  </a:cubicBezTo>
                  <a:lnTo>
                    <a:pt x="48786" y="760"/>
                  </a:lnTo>
                  <a:cubicBezTo>
                    <a:pt x="48695" y="790"/>
                    <a:pt x="48603" y="821"/>
                    <a:pt x="48512" y="851"/>
                  </a:cubicBezTo>
                  <a:lnTo>
                    <a:pt x="48391" y="790"/>
                  </a:lnTo>
                  <a:lnTo>
                    <a:pt x="48269" y="760"/>
                  </a:lnTo>
                  <a:cubicBezTo>
                    <a:pt x="48247" y="766"/>
                    <a:pt x="48225" y="768"/>
                    <a:pt x="48205" y="768"/>
                  </a:cubicBezTo>
                  <a:cubicBezTo>
                    <a:pt x="48114" y="768"/>
                    <a:pt x="48040" y="719"/>
                    <a:pt x="47965" y="669"/>
                  </a:cubicBezTo>
                  <a:lnTo>
                    <a:pt x="47965" y="669"/>
                  </a:lnTo>
                  <a:cubicBezTo>
                    <a:pt x="47965" y="760"/>
                    <a:pt x="47965" y="821"/>
                    <a:pt x="47996" y="882"/>
                  </a:cubicBezTo>
                  <a:lnTo>
                    <a:pt x="47692" y="882"/>
                  </a:lnTo>
                  <a:cubicBezTo>
                    <a:pt x="47681" y="851"/>
                    <a:pt x="47661" y="838"/>
                    <a:pt x="47635" y="838"/>
                  </a:cubicBezTo>
                  <a:cubicBezTo>
                    <a:pt x="47583" y="838"/>
                    <a:pt x="47509" y="892"/>
                    <a:pt x="47448" y="973"/>
                  </a:cubicBezTo>
                  <a:lnTo>
                    <a:pt x="47266" y="882"/>
                  </a:lnTo>
                  <a:lnTo>
                    <a:pt x="47114" y="790"/>
                  </a:lnTo>
                  <a:cubicBezTo>
                    <a:pt x="46962" y="821"/>
                    <a:pt x="46810" y="821"/>
                    <a:pt x="46658" y="821"/>
                  </a:cubicBezTo>
                  <a:lnTo>
                    <a:pt x="46202" y="821"/>
                  </a:lnTo>
                  <a:cubicBezTo>
                    <a:pt x="46104" y="845"/>
                    <a:pt x="45966" y="890"/>
                    <a:pt x="45884" y="890"/>
                  </a:cubicBezTo>
                  <a:cubicBezTo>
                    <a:pt x="45865" y="890"/>
                    <a:pt x="45849" y="887"/>
                    <a:pt x="45837" y="882"/>
                  </a:cubicBezTo>
                  <a:cubicBezTo>
                    <a:pt x="45781" y="844"/>
                    <a:pt x="45736" y="830"/>
                    <a:pt x="45699" y="830"/>
                  </a:cubicBezTo>
                  <a:cubicBezTo>
                    <a:pt x="45617" y="830"/>
                    <a:pt x="45575" y="901"/>
                    <a:pt x="45533" y="942"/>
                  </a:cubicBezTo>
                  <a:lnTo>
                    <a:pt x="45412" y="1034"/>
                  </a:lnTo>
                  <a:cubicBezTo>
                    <a:pt x="45381" y="1125"/>
                    <a:pt x="45351" y="1216"/>
                    <a:pt x="45290" y="1307"/>
                  </a:cubicBezTo>
                  <a:cubicBezTo>
                    <a:pt x="45260" y="1307"/>
                    <a:pt x="45199" y="1277"/>
                    <a:pt x="45169" y="1246"/>
                  </a:cubicBezTo>
                  <a:lnTo>
                    <a:pt x="45169" y="1186"/>
                  </a:lnTo>
                  <a:lnTo>
                    <a:pt x="45169" y="1155"/>
                  </a:lnTo>
                  <a:cubicBezTo>
                    <a:pt x="45199" y="1125"/>
                    <a:pt x="44956" y="1003"/>
                    <a:pt x="45017" y="942"/>
                  </a:cubicBezTo>
                  <a:cubicBezTo>
                    <a:pt x="45038" y="921"/>
                    <a:pt x="45037" y="911"/>
                    <a:pt x="45015" y="911"/>
                  </a:cubicBezTo>
                  <a:cubicBezTo>
                    <a:pt x="44976" y="911"/>
                    <a:pt x="44870" y="944"/>
                    <a:pt x="44713" y="1003"/>
                  </a:cubicBezTo>
                  <a:lnTo>
                    <a:pt x="44591" y="973"/>
                  </a:lnTo>
                  <a:cubicBezTo>
                    <a:pt x="44435" y="928"/>
                    <a:pt x="44280" y="900"/>
                    <a:pt x="44124" y="900"/>
                  </a:cubicBezTo>
                  <a:cubicBezTo>
                    <a:pt x="44067" y="900"/>
                    <a:pt x="44010" y="904"/>
                    <a:pt x="43953" y="912"/>
                  </a:cubicBezTo>
                  <a:lnTo>
                    <a:pt x="43679" y="912"/>
                  </a:lnTo>
                  <a:cubicBezTo>
                    <a:pt x="43406" y="942"/>
                    <a:pt x="43041" y="1003"/>
                    <a:pt x="42889" y="1003"/>
                  </a:cubicBezTo>
                  <a:lnTo>
                    <a:pt x="42798" y="942"/>
                  </a:lnTo>
                  <a:cubicBezTo>
                    <a:pt x="42751" y="916"/>
                    <a:pt x="42713" y="905"/>
                    <a:pt x="42682" y="905"/>
                  </a:cubicBezTo>
                  <a:cubicBezTo>
                    <a:pt x="42567" y="905"/>
                    <a:pt x="42528" y="1040"/>
                    <a:pt x="42433" y="1064"/>
                  </a:cubicBezTo>
                  <a:cubicBezTo>
                    <a:pt x="42403" y="1064"/>
                    <a:pt x="42372" y="1003"/>
                    <a:pt x="42312" y="1003"/>
                  </a:cubicBezTo>
                  <a:cubicBezTo>
                    <a:pt x="42181" y="977"/>
                    <a:pt x="41983" y="906"/>
                    <a:pt x="41872" y="906"/>
                  </a:cubicBezTo>
                  <a:cubicBezTo>
                    <a:pt x="41854" y="906"/>
                    <a:pt x="41838" y="908"/>
                    <a:pt x="41825" y="912"/>
                  </a:cubicBezTo>
                  <a:cubicBezTo>
                    <a:pt x="41769" y="950"/>
                    <a:pt x="41730" y="964"/>
                    <a:pt x="41700" y="964"/>
                  </a:cubicBezTo>
                  <a:cubicBezTo>
                    <a:pt x="41634" y="964"/>
                    <a:pt x="41615" y="893"/>
                    <a:pt x="41552" y="851"/>
                  </a:cubicBezTo>
                  <a:lnTo>
                    <a:pt x="41521" y="851"/>
                  </a:lnTo>
                  <a:cubicBezTo>
                    <a:pt x="41491" y="851"/>
                    <a:pt x="41400" y="912"/>
                    <a:pt x="41369" y="942"/>
                  </a:cubicBezTo>
                  <a:cubicBezTo>
                    <a:pt x="41231" y="930"/>
                    <a:pt x="41092" y="922"/>
                    <a:pt x="40956" y="922"/>
                  </a:cubicBezTo>
                  <a:cubicBezTo>
                    <a:pt x="40763" y="922"/>
                    <a:pt x="40575" y="937"/>
                    <a:pt x="40397" y="973"/>
                  </a:cubicBezTo>
                  <a:cubicBezTo>
                    <a:pt x="40305" y="1003"/>
                    <a:pt x="40207" y="1018"/>
                    <a:pt x="40108" y="1018"/>
                  </a:cubicBezTo>
                  <a:cubicBezTo>
                    <a:pt x="40009" y="1018"/>
                    <a:pt x="39910" y="1003"/>
                    <a:pt x="39819" y="973"/>
                  </a:cubicBezTo>
                  <a:cubicBezTo>
                    <a:pt x="39810" y="964"/>
                    <a:pt x="39791" y="960"/>
                    <a:pt x="39767" y="960"/>
                  </a:cubicBezTo>
                  <a:cubicBezTo>
                    <a:pt x="39710" y="960"/>
                    <a:pt x="39628" y="982"/>
                    <a:pt x="39606" y="1003"/>
                  </a:cubicBezTo>
                  <a:cubicBezTo>
                    <a:pt x="39602" y="1007"/>
                    <a:pt x="39594" y="1009"/>
                    <a:pt x="39584" y="1009"/>
                  </a:cubicBezTo>
                  <a:cubicBezTo>
                    <a:pt x="39519" y="1009"/>
                    <a:pt x="39350" y="938"/>
                    <a:pt x="39272" y="912"/>
                  </a:cubicBezTo>
                  <a:cubicBezTo>
                    <a:pt x="39257" y="897"/>
                    <a:pt x="39217" y="891"/>
                    <a:pt x="39163" y="891"/>
                  </a:cubicBezTo>
                  <a:cubicBezTo>
                    <a:pt x="39002" y="891"/>
                    <a:pt x="38717" y="942"/>
                    <a:pt x="38603" y="942"/>
                  </a:cubicBezTo>
                  <a:lnTo>
                    <a:pt x="38269" y="942"/>
                  </a:lnTo>
                  <a:cubicBezTo>
                    <a:pt x="38212" y="977"/>
                    <a:pt x="38168" y="994"/>
                    <a:pt x="38135" y="994"/>
                  </a:cubicBezTo>
                  <a:cubicBezTo>
                    <a:pt x="38080" y="994"/>
                    <a:pt x="38056" y="946"/>
                    <a:pt x="38056" y="851"/>
                  </a:cubicBezTo>
                  <a:cubicBezTo>
                    <a:pt x="37904" y="882"/>
                    <a:pt x="37783" y="912"/>
                    <a:pt x="37661" y="973"/>
                  </a:cubicBezTo>
                  <a:lnTo>
                    <a:pt x="37509" y="973"/>
                  </a:lnTo>
                  <a:cubicBezTo>
                    <a:pt x="37357" y="973"/>
                    <a:pt x="37235" y="1034"/>
                    <a:pt x="37114" y="1125"/>
                  </a:cubicBezTo>
                  <a:cubicBezTo>
                    <a:pt x="37083" y="1094"/>
                    <a:pt x="37053" y="1064"/>
                    <a:pt x="37053" y="1034"/>
                  </a:cubicBezTo>
                  <a:cubicBezTo>
                    <a:pt x="37047" y="1028"/>
                    <a:pt x="37038" y="1025"/>
                    <a:pt x="37027" y="1025"/>
                  </a:cubicBezTo>
                  <a:cubicBezTo>
                    <a:pt x="36980" y="1025"/>
                    <a:pt x="36895" y="1070"/>
                    <a:pt x="36871" y="1094"/>
                  </a:cubicBezTo>
                  <a:cubicBezTo>
                    <a:pt x="36795" y="1110"/>
                    <a:pt x="36719" y="1117"/>
                    <a:pt x="36647" y="1117"/>
                  </a:cubicBezTo>
                  <a:cubicBezTo>
                    <a:pt x="36574" y="1117"/>
                    <a:pt x="36506" y="1110"/>
                    <a:pt x="36445" y="1094"/>
                  </a:cubicBezTo>
                  <a:cubicBezTo>
                    <a:pt x="36263" y="1003"/>
                    <a:pt x="36080" y="912"/>
                    <a:pt x="35898" y="882"/>
                  </a:cubicBezTo>
                  <a:cubicBezTo>
                    <a:pt x="35807" y="882"/>
                    <a:pt x="35716" y="912"/>
                    <a:pt x="35655" y="942"/>
                  </a:cubicBezTo>
                  <a:lnTo>
                    <a:pt x="35472" y="1094"/>
                  </a:lnTo>
                  <a:cubicBezTo>
                    <a:pt x="35442" y="1125"/>
                    <a:pt x="35412" y="1155"/>
                    <a:pt x="35381" y="1155"/>
                  </a:cubicBezTo>
                  <a:cubicBezTo>
                    <a:pt x="35303" y="1155"/>
                    <a:pt x="35225" y="1088"/>
                    <a:pt x="35147" y="1088"/>
                  </a:cubicBezTo>
                  <a:cubicBezTo>
                    <a:pt x="35134" y="1088"/>
                    <a:pt x="35121" y="1090"/>
                    <a:pt x="35108" y="1094"/>
                  </a:cubicBezTo>
                  <a:lnTo>
                    <a:pt x="35017" y="1125"/>
                  </a:lnTo>
                  <a:lnTo>
                    <a:pt x="34530" y="1125"/>
                  </a:lnTo>
                  <a:cubicBezTo>
                    <a:pt x="34469" y="1110"/>
                    <a:pt x="34409" y="1102"/>
                    <a:pt x="34348" y="1102"/>
                  </a:cubicBezTo>
                  <a:cubicBezTo>
                    <a:pt x="34287" y="1102"/>
                    <a:pt x="34226" y="1110"/>
                    <a:pt x="34165" y="1125"/>
                  </a:cubicBezTo>
                  <a:lnTo>
                    <a:pt x="34044" y="1094"/>
                  </a:lnTo>
                  <a:lnTo>
                    <a:pt x="33953" y="1064"/>
                  </a:lnTo>
                  <a:cubicBezTo>
                    <a:pt x="33770" y="1064"/>
                    <a:pt x="33588" y="1094"/>
                    <a:pt x="33406" y="1125"/>
                  </a:cubicBezTo>
                  <a:lnTo>
                    <a:pt x="33284" y="1125"/>
                  </a:lnTo>
                  <a:cubicBezTo>
                    <a:pt x="33260" y="1131"/>
                    <a:pt x="33235" y="1133"/>
                    <a:pt x="33211" y="1133"/>
                  </a:cubicBezTo>
                  <a:cubicBezTo>
                    <a:pt x="33114" y="1133"/>
                    <a:pt x="33017" y="1094"/>
                    <a:pt x="32919" y="1094"/>
                  </a:cubicBezTo>
                  <a:cubicBezTo>
                    <a:pt x="32798" y="1094"/>
                    <a:pt x="32676" y="1125"/>
                    <a:pt x="32524" y="1125"/>
                  </a:cubicBezTo>
                  <a:lnTo>
                    <a:pt x="32311" y="1125"/>
                  </a:lnTo>
                  <a:cubicBezTo>
                    <a:pt x="32197" y="1163"/>
                    <a:pt x="32088" y="1180"/>
                    <a:pt x="31979" y="1180"/>
                  </a:cubicBezTo>
                  <a:cubicBezTo>
                    <a:pt x="31829" y="1180"/>
                    <a:pt x="31680" y="1147"/>
                    <a:pt x="31521" y="1094"/>
                  </a:cubicBezTo>
                  <a:cubicBezTo>
                    <a:pt x="31488" y="1078"/>
                    <a:pt x="31458" y="1071"/>
                    <a:pt x="31430" y="1071"/>
                  </a:cubicBezTo>
                  <a:cubicBezTo>
                    <a:pt x="31355" y="1071"/>
                    <a:pt x="31300" y="1127"/>
                    <a:pt x="31278" y="1216"/>
                  </a:cubicBezTo>
                  <a:lnTo>
                    <a:pt x="31156" y="1125"/>
                  </a:lnTo>
                  <a:cubicBezTo>
                    <a:pt x="31105" y="1099"/>
                    <a:pt x="31064" y="1090"/>
                    <a:pt x="31030" y="1090"/>
                  </a:cubicBezTo>
                  <a:cubicBezTo>
                    <a:pt x="30983" y="1090"/>
                    <a:pt x="30948" y="1107"/>
                    <a:pt x="30913" y="1125"/>
                  </a:cubicBezTo>
                  <a:cubicBezTo>
                    <a:pt x="30883" y="1155"/>
                    <a:pt x="30860" y="1170"/>
                    <a:pt x="30833" y="1170"/>
                  </a:cubicBezTo>
                  <a:cubicBezTo>
                    <a:pt x="30807" y="1170"/>
                    <a:pt x="30776" y="1155"/>
                    <a:pt x="30731" y="1125"/>
                  </a:cubicBezTo>
                  <a:cubicBezTo>
                    <a:pt x="30704" y="1116"/>
                    <a:pt x="30677" y="1112"/>
                    <a:pt x="30651" y="1112"/>
                  </a:cubicBezTo>
                  <a:cubicBezTo>
                    <a:pt x="30586" y="1112"/>
                    <a:pt x="30522" y="1134"/>
                    <a:pt x="30457" y="1155"/>
                  </a:cubicBezTo>
                  <a:lnTo>
                    <a:pt x="30214" y="1307"/>
                  </a:lnTo>
                  <a:cubicBezTo>
                    <a:pt x="30214" y="1189"/>
                    <a:pt x="30141" y="1145"/>
                    <a:pt x="30080" y="1145"/>
                  </a:cubicBezTo>
                  <a:cubicBezTo>
                    <a:pt x="30062" y="1145"/>
                    <a:pt x="30045" y="1148"/>
                    <a:pt x="30032" y="1155"/>
                  </a:cubicBezTo>
                  <a:cubicBezTo>
                    <a:pt x="29971" y="1216"/>
                    <a:pt x="29849" y="1216"/>
                    <a:pt x="29758" y="1216"/>
                  </a:cubicBezTo>
                  <a:lnTo>
                    <a:pt x="29667" y="1216"/>
                  </a:lnTo>
                  <a:cubicBezTo>
                    <a:pt x="29637" y="1277"/>
                    <a:pt x="29606" y="1338"/>
                    <a:pt x="29606" y="1398"/>
                  </a:cubicBezTo>
                  <a:lnTo>
                    <a:pt x="29515" y="1368"/>
                  </a:lnTo>
                  <a:cubicBezTo>
                    <a:pt x="29363" y="1307"/>
                    <a:pt x="29606" y="1246"/>
                    <a:pt x="29545" y="1186"/>
                  </a:cubicBezTo>
                  <a:lnTo>
                    <a:pt x="29545" y="1155"/>
                  </a:lnTo>
                  <a:cubicBezTo>
                    <a:pt x="29515" y="1155"/>
                    <a:pt x="29424" y="1186"/>
                    <a:pt x="29363" y="1246"/>
                  </a:cubicBezTo>
                  <a:lnTo>
                    <a:pt x="29272" y="1277"/>
                  </a:lnTo>
                  <a:lnTo>
                    <a:pt x="29241" y="1277"/>
                  </a:lnTo>
                  <a:cubicBezTo>
                    <a:pt x="29211" y="1246"/>
                    <a:pt x="29181" y="1186"/>
                    <a:pt x="29241" y="1155"/>
                  </a:cubicBezTo>
                  <a:cubicBezTo>
                    <a:pt x="29272" y="1125"/>
                    <a:pt x="29120" y="1125"/>
                    <a:pt x="29059" y="1125"/>
                  </a:cubicBezTo>
                  <a:cubicBezTo>
                    <a:pt x="28998" y="1125"/>
                    <a:pt x="28816" y="1155"/>
                    <a:pt x="28603" y="1216"/>
                  </a:cubicBezTo>
                  <a:lnTo>
                    <a:pt x="28299" y="1216"/>
                  </a:lnTo>
                  <a:cubicBezTo>
                    <a:pt x="28169" y="1216"/>
                    <a:pt x="28016" y="1283"/>
                    <a:pt x="27899" y="1283"/>
                  </a:cubicBezTo>
                  <a:cubicBezTo>
                    <a:pt x="27879" y="1283"/>
                    <a:pt x="27861" y="1281"/>
                    <a:pt x="27843" y="1277"/>
                  </a:cubicBezTo>
                  <a:cubicBezTo>
                    <a:pt x="27767" y="1231"/>
                    <a:pt x="27684" y="1208"/>
                    <a:pt x="27600" y="1208"/>
                  </a:cubicBezTo>
                  <a:cubicBezTo>
                    <a:pt x="27516" y="1208"/>
                    <a:pt x="27433" y="1231"/>
                    <a:pt x="27357" y="1277"/>
                  </a:cubicBezTo>
                  <a:cubicBezTo>
                    <a:pt x="27281" y="1292"/>
                    <a:pt x="27205" y="1300"/>
                    <a:pt x="27129" y="1300"/>
                  </a:cubicBezTo>
                  <a:cubicBezTo>
                    <a:pt x="27053" y="1300"/>
                    <a:pt x="26977" y="1292"/>
                    <a:pt x="26901" y="1277"/>
                  </a:cubicBezTo>
                  <a:lnTo>
                    <a:pt x="26779" y="1186"/>
                  </a:lnTo>
                  <a:cubicBezTo>
                    <a:pt x="26597" y="1216"/>
                    <a:pt x="26475" y="1246"/>
                    <a:pt x="26323" y="1338"/>
                  </a:cubicBezTo>
                  <a:lnTo>
                    <a:pt x="26232" y="1338"/>
                  </a:lnTo>
                  <a:lnTo>
                    <a:pt x="26111" y="1368"/>
                  </a:lnTo>
                  <a:cubicBezTo>
                    <a:pt x="26070" y="1360"/>
                    <a:pt x="26027" y="1356"/>
                    <a:pt x="25983" y="1356"/>
                  </a:cubicBezTo>
                  <a:cubicBezTo>
                    <a:pt x="25863" y="1356"/>
                    <a:pt x="25736" y="1384"/>
                    <a:pt x="25624" y="1429"/>
                  </a:cubicBezTo>
                  <a:lnTo>
                    <a:pt x="25412" y="1368"/>
                  </a:lnTo>
                  <a:cubicBezTo>
                    <a:pt x="25323" y="1361"/>
                    <a:pt x="25234" y="1357"/>
                    <a:pt x="25145" y="1357"/>
                  </a:cubicBezTo>
                  <a:cubicBezTo>
                    <a:pt x="24840" y="1357"/>
                    <a:pt x="24539" y="1402"/>
                    <a:pt x="24256" y="1520"/>
                  </a:cubicBezTo>
                  <a:lnTo>
                    <a:pt x="23649" y="1520"/>
                  </a:lnTo>
                  <a:lnTo>
                    <a:pt x="23527" y="1368"/>
                  </a:lnTo>
                  <a:cubicBezTo>
                    <a:pt x="23466" y="1368"/>
                    <a:pt x="23436" y="1368"/>
                    <a:pt x="23375" y="1398"/>
                  </a:cubicBezTo>
                  <a:lnTo>
                    <a:pt x="23284" y="1459"/>
                  </a:lnTo>
                  <a:cubicBezTo>
                    <a:pt x="23257" y="1464"/>
                    <a:pt x="23226" y="1465"/>
                    <a:pt x="23193" y="1465"/>
                  </a:cubicBezTo>
                  <a:cubicBezTo>
                    <a:pt x="23034" y="1465"/>
                    <a:pt x="22819" y="1422"/>
                    <a:pt x="22721" y="1422"/>
                  </a:cubicBezTo>
                  <a:cubicBezTo>
                    <a:pt x="22700" y="1422"/>
                    <a:pt x="22685" y="1424"/>
                    <a:pt x="22676" y="1429"/>
                  </a:cubicBezTo>
                  <a:cubicBezTo>
                    <a:pt x="22554" y="1520"/>
                    <a:pt x="22433" y="1550"/>
                    <a:pt x="22281" y="1550"/>
                  </a:cubicBezTo>
                  <a:cubicBezTo>
                    <a:pt x="22220" y="1550"/>
                    <a:pt x="22159" y="1550"/>
                    <a:pt x="22098" y="1581"/>
                  </a:cubicBezTo>
                  <a:cubicBezTo>
                    <a:pt x="22038" y="1611"/>
                    <a:pt x="22007" y="1672"/>
                    <a:pt x="21946" y="1702"/>
                  </a:cubicBezTo>
                  <a:lnTo>
                    <a:pt x="21855" y="1672"/>
                  </a:lnTo>
                  <a:cubicBezTo>
                    <a:pt x="21794" y="1642"/>
                    <a:pt x="21673" y="1611"/>
                    <a:pt x="21642" y="1611"/>
                  </a:cubicBezTo>
                  <a:lnTo>
                    <a:pt x="21490" y="1763"/>
                  </a:lnTo>
                  <a:cubicBezTo>
                    <a:pt x="21444" y="1740"/>
                    <a:pt x="21401" y="1730"/>
                    <a:pt x="21364" y="1730"/>
                  </a:cubicBezTo>
                  <a:cubicBezTo>
                    <a:pt x="21256" y="1730"/>
                    <a:pt x="21194" y="1809"/>
                    <a:pt x="21217" y="1854"/>
                  </a:cubicBezTo>
                  <a:cubicBezTo>
                    <a:pt x="21217" y="1915"/>
                    <a:pt x="21338" y="2037"/>
                    <a:pt x="21490" y="2128"/>
                  </a:cubicBezTo>
                  <a:lnTo>
                    <a:pt x="21399" y="2249"/>
                  </a:lnTo>
                  <a:lnTo>
                    <a:pt x="21278" y="2371"/>
                  </a:lnTo>
                  <a:cubicBezTo>
                    <a:pt x="21187" y="2310"/>
                    <a:pt x="21065" y="2249"/>
                    <a:pt x="20943" y="2189"/>
                  </a:cubicBezTo>
                  <a:lnTo>
                    <a:pt x="20883" y="2189"/>
                  </a:lnTo>
                  <a:cubicBezTo>
                    <a:pt x="20700" y="2219"/>
                    <a:pt x="20518" y="2249"/>
                    <a:pt x="20335" y="2249"/>
                  </a:cubicBezTo>
                  <a:cubicBezTo>
                    <a:pt x="20183" y="2249"/>
                    <a:pt x="20183" y="2037"/>
                    <a:pt x="20214" y="1976"/>
                  </a:cubicBezTo>
                  <a:cubicBezTo>
                    <a:pt x="20275" y="1915"/>
                    <a:pt x="20275" y="1854"/>
                    <a:pt x="20275" y="1854"/>
                  </a:cubicBezTo>
                  <a:lnTo>
                    <a:pt x="20275" y="1854"/>
                  </a:lnTo>
                  <a:cubicBezTo>
                    <a:pt x="20163" y="1877"/>
                    <a:pt x="20067" y="1948"/>
                    <a:pt x="19989" y="1948"/>
                  </a:cubicBezTo>
                  <a:cubicBezTo>
                    <a:pt x="19960" y="1948"/>
                    <a:pt x="19934" y="1939"/>
                    <a:pt x="19910" y="1915"/>
                  </a:cubicBezTo>
                  <a:cubicBezTo>
                    <a:pt x="19819" y="1854"/>
                    <a:pt x="19576" y="1915"/>
                    <a:pt x="19576" y="1733"/>
                  </a:cubicBezTo>
                  <a:cubicBezTo>
                    <a:pt x="19576" y="1702"/>
                    <a:pt x="19515" y="1702"/>
                    <a:pt x="19515" y="1702"/>
                  </a:cubicBezTo>
                  <a:cubicBezTo>
                    <a:pt x="19416" y="1764"/>
                    <a:pt x="19307" y="1781"/>
                    <a:pt x="19195" y="1781"/>
                  </a:cubicBezTo>
                  <a:cubicBezTo>
                    <a:pt x="19063" y="1781"/>
                    <a:pt x="18926" y="1758"/>
                    <a:pt x="18794" y="1758"/>
                  </a:cubicBezTo>
                  <a:cubicBezTo>
                    <a:pt x="18760" y="1758"/>
                    <a:pt x="18727" y="1759"/>
                    <a:pt x="18694" y="1763"/>
                  </a:cubicBezTo>
                  <a:cubicBezTo>
                    <a:pt x="18481" y="1794"/>
                    <a:pt x="18299" y="1824"/>
                    <a:pt x="18117" y="1854"/>
                  </a:cubicBezTo>
                  <a:lnTo>
                    <a:pt x="18025" y="1885"/>
                  </a:lnTo>
                  <a:cubicBezTo>
                    <a:pt x="17965" y="1930"/>
                    <a:pt x="17896" y="1953"/>
                    <a:pt x="17828" y="1953"/>
                  </a:cubicBezTo>
                  <a:cubicBezTo>
                    <a:pt x="17759" y="1953"/>
                    <a:pt x="17691" y="1930"/>
                    <a:pt x="17630" y="1885"/>
                  </a:cubicBezTo>
                  <a:cubicBezTo>
                    <a:pt x="17628" y="1882"/>
                    <a:pt x="17625" y="1881"/>
                    <a:pt x="17621" y="1881"/>
                  </a:cubicBezTo>
                  <a:cubicBezTo>
                    <a:pt x="17573" y="1881"/>
                    <a:pt x="17415" y="2044"/>
                    <a:pt x="17387" y="2128"/>
                  </a:cubicBezTo>
                  <a:cubicBezTo>
                    <a:pt x="17378" y="2156"/>
                    <a:pt x="17369" y="2166"/>
                    <a:pt x="17359" y="2166"/>
                  </a:cubicBezTo>
                  <a:cubicBezTo>
                    <a:pt x="17338" y="2166"/>
                    <a:pt x="17317" y="2109"/>
                    <a:pt x="17296" y="2067"/>
                  </a:cubicBezTo>
                  <a:cubicBezTo>
                    <a:pt x="17296" y="2031"/>
                    <a:pt x="17277" y="2019"/>
                    <a:pt x="17251" y="2019"/>
                  </a:cubicBezTo>
                  <a:cubicBezTo>
                    <a:pt x="17210" y="2019"/>
                    <a:pt x="17150" y="2049"/>
                    <a:pt x="17113" y="2067"/>
                  </a:cubicBezTo>
                  <a:cubicBezTo>
                    <a:pt x="17109" y="2071"/>
                    <a:pt x="17105" y="2073"/>
                    <a:pt x="17100" y="2073"/>
                  </a:cubicBezTo>
                  <a:cubicBezTo>
                    <a:pt x="17067" y="2073"/>
                    <a:pt x="17014" y="1994"/>
                    <a:pt x="16962" y="1915"/>
                  </a:cubicBezTo>
                  <a:lnTo>
                    <a:pt x="16779" y="1946"/>
                  </a:lnTo>
                  <a:cubicBezTo>
                    <a:pt x="16675" y="1972"/>
                    <a:pt x="16570" y="2043"/>
                    <a:pt x="16504" y="2043"/>
                  </a:cubicBezTo>
                  <a:cubicBezTo>
                    <a:pt x="16493" y="2043"/>
                    <a:pt x="16484" y="2041"/>
                    <a:pt x="16475" y="2037"/>
                  </a:cubicBezTo>
                  <a:cubicBezTo>
                    <a:pt x="16427" y="2001"/>
                    <a:pt x="16384" y="1989"/>
                    <a:pt x="16346" y="1989"/>
                  </a:cubicBezTo>
                  <a:cubicBezTo>
                    <a:pt x="16287" y="1989"/>
                    <a:pt x="16239" y="2018"/>
                    <a:pt x="16202" y="2037"/>
                  </a:cubicBezTo>
                  <a:cubicBezTo>
                    <a:pt x="16126" y="2052"/>
                    <a:pt x="16050" y="2059"/>
                    <a:pt x="15974" y="2059"/>
                  </a:cubicBezTo>
                  <a:cubicBezTo>
                    <a:pt x="15898" y="2059"/>
                    <a:pt x="15822" y="2052"/>
                    <a:pt x="15746" y="2037"/>
                  </a:cubicBezTo>
                  <a:cubicBezTo>
                    <a:pt x="15719" y="2028"/>
                    <a:pt x="15684" y="2024"/>
                    <a:pt x="15649" y="2024"/>
                  </a:cubicBezTo>
                  <a:cubicBezTo>
                    <a:pt x="15563" y="2024"/>
                    <a:pt x="15472" y="2046"/>
                    <a:pt x="15472" y="2067"/>
                  </a:cubicBezTo>
                  <a:cubicBezTo>
                    <a:pt x="15445" y="2161"/>
                    <a:pt x="15394" y="2190"/>
                    <a:pt x="15338" y="2190"/>
                  </a:cubicBezTo>
                  <a:cubicBezTo>
                    <a:pt x="15268" y="2190"/>
                    <a:pt x="15189" y="2145"/>
                    <a:pt x="15138" y="2128"/>
                  </a:cubicBezTo>
                  <a:cubicBezTo>
                    <a:pt x="15097" y="2101"/>
                    <a:pt x="15062" y="2086"/>
                    <a:pt x="15033" y="2086"/>
                  </a:cubicBezTo>
                  <a:cubicBezTo>
                    <a:pt x="14998" y="2086"/>
                    <a:pt x="14972" y="2108"/>
                    <a:pt x="14955" y="2158"/>
                  </a:cubicBezTo>
                  <a:cubicBezTo>
                    <a:pt x="14925" y="2234"/>
                    <a:pt x="14895" y="2265"/>
                    <a:pt x="14857" y="2265"/>
                  </a:cubicBezTo>
                  <a:cubicBezTo>
                    <a:pt x="14819" y="2265"/>
                    <a:pt x="14773" y="2234"/>
                    <a:pt x="14712" y="2189"/>
                  </a:cubicBezTo>
                  <a:cubicBezTo>
                    <a:pt x="14690" y="2166"/>
                    <a:pt x="14667" y="2095"/>
                    <a:pt x="14609" y="2095"/>
                  </a:cubicBezTo>
                  <a:cubicBezTo>
                    <a:pt x="14588" y="2095"/>
                    <a:pt x="14562" y="2104"/>
                    <a:pt x="14530" y="2128"/>
                  </a:cubicBezTo>
                  <a:lnTo>
                    <a:pt x="14469" y="2189"/>
                  </a:lnTo>
                  <a:cubicBezTo>
                    <a:pt x="14378" y="2249"/>
                    <a:pt x="14226" y="2493"/>
                    <a:pt x="14135" y="2493"/>
                  </a:cubicBezTo>
                  <a:cubicBezTo>
                    <a:pt x="14013" y="2462"/>
                    <a:pt x="13952" y="2401"/>
                    <a:pt x="13892" y="2310"/>
                  </a:cubicBezTo>
                  <a:cubicBezTo>
                    <a:pt x="13892" y="2295"/>
                    <a:pt x="13831" y="2287"/>
                    <a:pt x="13732" y="2287"/>
                  </a:cubicBezTo>
                  <a:cubicBezTo>
                    <a:pt x="13633" y="2287"/>
                    <a:pt x="13496" y="2295"/>
                    <a:pt x="13344" y="2310"/>
                  </a:cubicBezTo>
                  <a:lnTo>
                    <a:pt x="13101" y="2371"/>
                  </a:lnTo>
                  <a:lnTo>
                    <a:pt x="13040" y="2371"/>
                  </a:lnTo>
                  <a:cubicBezTo>
                    <a:pt x="13010" y="2401"/>
                    <a:pt x="12949" y="2493"/>
                    <a:pt x="12888" y="2553"/>
                  </a:cubicBezTo>
                  <a:lnTo>
                    <a:pt x="12797" y="2462"/>
                  </a:lnTo>
                  <a:cubicBezTo>
                    <a:pt x="12737" y="2401"/>
                    <a:pt x="12676" y="2379"/>
                    <a:pt x="12607" y="2379"/>
                  </a:cubicBezTo>
                  <a:cubicBezTo>
                    <a:pt x="12539" y="2379"/>
                    <a:pt x="12463" y="2401"/>
                    <a:pt x="12372" y="2432"/>
                  </a:cubicBezTo>
                  <a:cubicBezTo>
                    <a:pt x="12159" y="2462"/>
                    <a:pt x="11916" y="2493"/>
                    <a:pt x="11673" y="2523"/>
                  </a:cubicBezTo>
                  <a:lnTo>
                    <a:pt x="11581" y="2523"/>
                  </a:lnTo>
                  <a:cubicBezTo>
                    <a:pt x="11551" y="2569"/>
                    <a:pt x="11483" y="2584"/>
                    <a:pt x="11414" y="2584"/>
                  </a:cubicBezTo>
                  <a:cubicBezTo>
                    <a:pt x="11346" y="2584"/>
                    <a:pt x="11278" y="2569"/>
                    <a:pt x="11247" y="2553"/>
                  </a:cubicBezTo>
                  <a:cubicBezTo>
                    <a:pt x="11243" y="2545"/>
                    <a:pt x="11238" y="2541"/>
                    <a:pt x="11231" y="2541"/>
                  </a:cubicBezTo>
                  <a:cubicBezTo>
                    <a:pt x="11193" y="2541"/>
                    <a:pt x="11126" y="2688"/>
                    <a:pt x="11126" y="2766"/>
                  </a:cubicBezTo>
                  <a:cubicBezTo>
                    <a:pt x="11156" y="2857"/>
                    <a:pt x="11156" y="2979"/>
                    <a:pt x="11156" y="3101"/>
                  </a:cubicBezTo>
                  <a:cubicBezTo>
                    <a:pt x="11147" y="3119"/>
                    <a:pt x="11131" y="3127"/>
                    <a:pt x="11115" y="3127"/>
                  </a:cubicBezTo>
                  <a:cubicBezTo>
                    <a:pt x="11078" y="3127"/>
                    <a:pt x="11034" y="3091"/>
                    <a:pt x="11034" y="3070"/>
                  </a:cubicBezTo>
                  <a:cubicBezTo>
                    <a:pt x="11029" y="3065"/>
                    <a:pt x="11018" y="3062"/>
                    <a:pt x="11004" y="3062"/>
                  </a:cubicBezTo>
                  <a:cubicBezTo>
                    <a:pt x="10941" y="3062"/>
                    <a:pt x="10810" y="3112"/>
                    <a:pt x="10761" y="3161"/>
                  </a:cubicBezTo>
                  <a:cubicBezTo>
                    <a:pt x="10754" y="3164"/>
                    <a:pt x="10747" y="3165"/>
                    <a:pt x="10741" y="3165"/>
                  </a:cubicBezTo>
                  <a:cubicBezTo>
                    <a:pt x="10661" y="3165"/>
                    <a:pt x="10609" y="3005"/>
                    <a:pt x="10609" y="2949"/>
                  </a:cubicBezTo>
                  <a:cubicBezTo>
                    <a:pt x="10609" y="2888"/>
                    <a:pt x="10578" y="2827"/>
                    <a:pt x="10548" y="2827"/>
                  </a:cubicBezTo>
                  <a:cubicBezTo>
                    <a:pt x="10457" y="2797"/>
                    <a:pt x="10335" y="2766"/>
                    <a:pt x="10244" y="2766"/>
                  </a:cubicBezTo>
                  <a:lnTo>
                    <a:pt x="10122" y="2766"/>
                  </a:lnTo>
                  <a:cubicBezTo>
                    <a:pt x="10031" y="2766"/>
                    <a:pt x="9940" y="2797"/>
                    <a:pt x="9849" y="2827"/>
                  </a:cubicBezTo>
                  <a:cubicBezTo>
                    <a:pt x="9849" y="2857"/>
                    <a:pt x="9697" y="3131"/>
                    <a:pt x="9545" y="3131"/>
                  </a:cubicBezTo>
                  <a:cubicBezTo>
                    <a:pt x="9423" y="3131"/>
                    <a:pt x="9454" y="3009"/>
                    <a:pt x="9515" y="2979"/>
                  </a:cubicBezTo>
                  <a:cubicBezTo>
                    <a:pt x="9558" y="2957"/>
                    <a:pt x="9509" y="2936"/>
                    <a:pt x="9413" y="2936"/>
                  </a:cubicBezTo>
                  <a:cubicBezTo>
                    <a:pt x="9373" y="2936"/>
                    <a:pt x="9325" y="2940"/>
                    <a:pt x="9271" y="2949"/>
                  </a:cubicBezTo>
                  <a:lnTo>
                    <a:pt x="9089" y="2888"/>
                  </a:lnTo>
                  <a:lnTo>
                    <a:pt x="8907" y="2827"/>
                  </a:lnTo>
                  <a:cubicBezTo>
                    <a:pt x="8755" y="2949"/>
                    <a:pt x="8572" y="3009"/>
                    <a:pt x="8390" y="3009"/>
                  </a:cubicBezTo>
                  <a:lnTo>
                    <a:pt x="8299" y="2979"/>
                  </a:lnTo>
                  <a:lnTo>
                    <a:pt x="8238" y="2979"/>
                  </a:lnTo>
                  <a:cubicBezTo>
                    <a:pt x="8208" y="2979"/>
                    <a:pt x="8177" y="3009"/>
                    <a:pt x="8177" y="3070"/>
                  </a:cubicBezTo>
                  <a:cubicBezTo>
                    <a:pt x="8268" y="3101"/>
                    <a:pt x="8329" y="3161"/>
                    <a:pt x="8420" y="3192"/>
                  </a:cubicBezTo>
                  <a:lnTo>
                    <a:pt x="8512" y="3222"/>
                  </a:lnTo>
                  <a:cubicBezTo>
                    <a:pt x="8529" y="3213"/>
                    <a:pt x="8547" y="3210"/>
                    <a:pt x="8565" y="3210"/>
                  </a:cubicBezTo>
                  <a:cubicBezTo>
                    <a:pt x="8608" y="3210"/>
                    <a:pt x="8651" y="3231"/>
                    <a:pt x="8694" y="3253"/>
                  </a:cubicBezTo>
                  <a:cubicBezTo>
                    <a:pt x="8572" y="3313"/>
                    <a:pt x="8451" y="3374"/>
                    <a:pt x="8299" y="3404"/>
                  </a:cubicBezTo>
                  <a:cubicBezTo>
                    <a:pt x="8208" y="3465"/>
                    <a:pt x="8177" y="3526"/>
                    <a:pt x="8177" y="3556"/>
                  </a:cubicBezTo>
                  <a:cubicBezTo>
                    <a:pt x="8268" y="3617"/>
                    <a:pt x="8360" y="3678"/>
                    <a:pt x="8451" y="3708"/>
                  </a:cubicBezTo>
                  <a:cubicBezTo>
                    <a:pt x="8484" y="3731"/>
                    <a:pt x="8517" y="3749"/>
                    <a:pt x="8549" y="3766"/>
                  </a:cubicBezTo>
                  <a:lnTo>
                    <a:pt x="8549" y="3766"/>
                  </a:lnTo>
                  <a:cubicBezTo>
                    <a:pt x="8491" y="3788"/>
                    <a:pt x="8425" y="3800"/>
                    <a:pt x="8360" y="3800"/>
                  </a:cubicBezTo>
                  <a:lnTo>
                    <a:pt x="8360" y="3860"/>
                  </a:lnTo>
                  <a:lnTo>
                    <a:pt x="8360" y="3921"/>
                  </a:lnTo>
                  <a:cubicBezTo>
                    <a:pt x="8390" y="3952"/>
                    <a:pt x="8238" y="4012"/>
                    <a:pt x="8177" y="4012"/>
                  </a:cubicBezTo>
                  <a:cubicBezTo>
                    <a:pt x="8116" y="4012"/>
                    <a:pt x="8056" y="3982"/>
                    <a:pt x="8056" y="3982"/>
                  </a:cubicBezTo>
                  <a:lnTo>
                    <a:pt x="8177" y="3708"/>
                  </a:lnTo>
                  <a:cubicBezTo>
                    <a:pt x="8208" y="3648"/>
                    <a:pt x="8147" y="3587"/>
                    <a:pt x="8025" y="3556"/>
                  </a:cubicBezTo>
                  <a:lnTo>
                    <a:pt x="8025" y="3678"/>
                  </a:lnTo>
                  <a:cubicBezTo>
                    <a:pt x="8025" y="3708"/>
                    <a:pt x="8056" y="3769"/>
                    <a:pt x="8025" y="3800"/>
                  </a:cubicBezTo>
                  <a:lnTo>
                    <a:pt x="7995" y="3830"/>
                  </a:lnTo>
                  <a:cubicBezTo>
                    <a:pt x="7904" y="3830"/>
                    <a:pt x="7873" y="3830"/>
                    <a:pt x="7873" y="3800"/>
                  </a:cubicBezTo>
                  <a:lnTo>
                    <a:pt x="7873" y="3739"/>
                  </a:lnTo>
                  <a:cubicBezTo>
                    <a:pt x="7843" y="3678"/>
                    <a:pt x="7782" y="3617"/>
                    <a:pt x="7721" y="3556"/>
                  </a:cubicBezTo>
                  <a:lnTo>
                    <a:pt x="7630" y="3496"/>
                  </a:lnTo>
                  <a:lnTo>
                    <a:pt x="7569" y="3465"/>
                  </a:lnTo>
                  <a:cubicBezTo>
                    <a:pt x="7563" y="3463"/>
                    <a:pt x="7558" y="3462"/>
                    <a:pt x="7553" y="3462"/>
                  </a:cubicBezTo>
                  <a:cubicBezTo>
                    <a:pt x="7482" y="3462"/>
                    <a:pt x="7510" y="3652"/>
                    <a:pt x="7539" y="3708"/>
                  </a:cubicBezTo>
                  <a:cubicBezTo>
                    <a:pt x="7600" y="3769"/>
                    <a:pt x="7478" y="3860"/>
                    <a:pt x="7417" y="3891"/>
                  </a:cubicBezTo>
                  <a:cubicBezTo>
                    <a:pt x="7356" y="3921"/>
                    <a:pt x="7630" y="3952"/>
                    <a:pt x="7691" y="3952"/>
                  </a:cubicBezTo>
                  <a:cubicBezTo>
                    <a:pt x="7782" y="3952"/>
                    <a:pt x="7782" y="4012"/>
                    <a:pt x="7752" y="4043"/>
                  </a:cubicBezTo>
                  <a:lnTo>
                    <a:pt x="7691" y="4073"/>
                  </a:lnTo>
                  <a:lnTo>
                    <a:pt x="7478" y="4225"/>
                  </a:lnTo>
                  <a:cubicBezTo>
                    <a:pt x="7355" y="4151"/>
                    <a:pt x="7151" y="4057"/>
                    <a:pt x="7062" y="4057"/>
                  </a:cubicBezTo>
                  <a:cubicBezTo>
                    <a:pt x="7042" y="4057"/>
                    <a:pt x="7028" y="4062"/>
                    <a:pt x="7022" y="4073"/>
                  </a:cubicBezTo>
                  <a:cubicBezTo>
                    <a:pt x="6931" y="4164"/>
                    <a:pt x="6840" y="4225"/>
                    <a:pt x="6718" y="4286"/>
                  </a:cubicBezTo>
                  <a:lnTo>
                    <a:pt x="6657" y="4256"/>
                  </a:lnTo>
                  <a:lnTo>
                    <a:pt x="6414" y="4164"/>
                  </a:lnTo>
                  <a:lnTo>
                    <a:pt x="6414" y="4164"/>
                  </a:lnTo>
                  <a:cubicBezTo>
                    <a:pt x="6262" y="4316"/>
                    <a:pt x="6293" y="4438"/>
                    <a:pt x="6445" y="4438"/>
                  </a:cubicBezTo>
                  <a:lnTo>
                    <a:pt x="6566" y="4468"/>
                  </a:lnTo>
                  <a:lnTo>
                    <a:pt x="6657" y="4529"/>
                  </a:lnTo>
                  <a:cubicBezTo>
                    <a:pt x="6742" y="4571"/>
                    <a:pt x="6833" y="4594"/>
                    <a:pt x="6925" y="4594"/>
                  </a:cubicBezTo>
                  <a:cubicBezTo>
                    <a:pt x="7031" y="4594"/>
                    <a:pt x="7137" y="4564"/>
                    <a:pt x="7235" y="4499"/>
                  </a:cubicBezTo>
                  <a:lnTo>
                    <a:pt x="7417" y="4468"/>
                  </a:lnTo>
                  <a:lnTo>
                    <a:pt x="7630" y="4408"/>
                  </a:lnTo>
                  <a:cubicBezTo>
                    <a:pt x="7727" y="4577"/>
                    <a:pt x="7862" y="4669"/>
                    <a:pt x="7944" y="4669"/>
                  </a:cubicBezTo>
                  <a:cubicBezTo>
                    <a:pt x="7965" y="4669"/>
                    <a:pt x="7982" y="4663"/>
                    <a:pt x="7995" y="4651"/>
                  </a:cubicBezTo>
                  <a:lnTo>
                    <a:pt x="8056" y="4620"/>
                  </a:lnTo>
                  <a:cubicBezTo>
                    <a:pt x="8071" y="4605"/>
                    <a:pt x="8094" y="4598"/>
                    <a:pt x="8113" y="4598"/>
                  </a:cubicBezTo>
                  <a:cubicBezTo>
                    <a:pt x="8132" y="4598"/>
                    <a:pt x="8147" y="4605"/>
                    <a:pt x="8147" y="4620"/>
                  </a:cubicBezTo>
                  <a:cubicBezTo>
                    <a:pt x="8177" y="4651"/>
                    <a:pt x="8208" y="4681"/>
                    <a:pt x="8208" y="4712"/>
                  </a:cubicBezTo>
                  <a:cubicBezTo>
                    <a:pt x="8177" y="4803"/>
                    <a:pt x="8147" y="4863"/>
                    <a:pt x="8116" y="4955"/>
                  </a:cubicBezTo>
                  <a:lnTo>
                    <a:pt x="8360" y="4955"/>
                  </a:lnTo>
                  <a:cubicBezTo>
                    <a:pt x="8420" y="4955"/>
                    <a:pt x="8481" y="4955"/>
                    <a:pt x="8542" y="4985"/>
                  </a:cubicBezTo>
                  <a:lnTo>
                    <a:pt x="8633" y="5046"/>
                  </a:lnTo>
                  <a:cubicBezTo>
                    <a:pt x="8755" y="4955"/>
                    <a:pt x="8876" y="4894"/>
                    <a:pt x="9028" y="4863"/>
                  </a:cubicBezTo>
                  <a:lnTo>
                    <a:pt x="9150" y="4833"/>
                  </a:lnTo>
                  <a:lnTo>
                    <a:pt x="9180" y="4833"/>
                  </a:lnTo>
                  <a:cubicBezTo>
                    <a:pt x="9241" y="4833"/>
                    <a:pt x="9241" y="4772"/>
                    <a:pt x="9241" y="4742"/>
                  </a:cubicBezTo>
                  <a:lnTo>
                    <a:pt x="9211" y="4712"/>
                  </a:lnTo>
                  <a:lnTo>
                    <a:pt x="9180" y="4681"/>
                  </a:lnTo>
                  <a:cubicBezTo>
                    <a:pt x="9089" y="4681"/>
                    <a:pt x="9150" y="4620"/>
                    <a:pt x="9211" y="4590"/>
                  </a:cubicBezTo>
                  <a:cubicBezTo>
                    <a:pt x="9241" y="4590"/>
                    <a:pt x="9150" y="4529"/>
                    <a:pt x="9119" y="4529"/>
                  </a:cubicBezTo>
                  <a:cubicBezTo>
                    <a:pt x="9059" y="4499"/>
                    <a:pt x="9119" y="4438"/>
                    <a:pt x="9211" y="4377"/>
                  </a:cubicBezTo>
                  <a:lnTo>
                    <a:pt x="9271" y="4377"/>
                  </a:lnTo>
                  <a:cubicBezTo>
                    <a:pt x="9363" y="4408"/>
                    <a:pt x="9423" y="4468"/>
                    <a:pt x="9454" y="4529"/>
                  </a:cubicBezTo>
                  <a:lnTo>
                    <a:pt x="9515" y="4651"/>
                  </a:lnTo>
                  <a:cubicBezTo>
                    <a:pt x="9553" y="4766"/>
                    <a:pt x="9616" y="4809"/>
                    <a:pt x="9672" y="4809"/>
                  </a:cubicBezTo>
                  <a:cubicBezTo>
                    <a:pt x="9705" y="4809"/>
                    <a:pt x="9735" y="4795"/>
                    <a:pt x="9758" y="4772"/>
                  </a:cubicBezTo>
                  <a:cubicBezTo>
                    <a:pt x="9764" y="4759"/>
                    <a:pt x="9772" y="4753"/>
                    <a:pt x="9780" y="4753"/>
                  </a:cubicBezTo>
                  <a:cubicBezTo>
                    <a:pt x="9811" y="4753"/>
                    <a:pt x="9849" y="4835"/>
                    <a:pt x="9849" y="4955"/>
                  </a:cubicBezTo>
                  <a:lnTo>
                    <a:pt x="9697" y="5046"/>
                  </a:lnTo>
                  <a:cubicBezTo>
                    <a:pt x="9545" y="5107"/>
                    <a:pt x="9332" y="5137"/>
                    <a:pt x="9241" y="5319"/>
                  </a:cubicBezTo>
                  <a:cubicBezTo>
                    <a:pt x="9220" y="5341"/>
                    <a:pt x="9183" y="5362"/>
                    <a:pt x="9152" y="5362"/>
                  </a:cubicBezTo>
                  <a:cubicBezTo>
                    <a:pt x="9140" y="5362"/>
                    <a:pt x="9128" y="5359"/>
                    <a:pt x="9119" y="5350"/>
                  </a:cubicBezTo>
                  <a:cubicBezTo>
                    <a:pt x="9028" y="5319"/>
                    <a:pt x="8876" y="5259"/>
                    <a:pt x="8846" y="5198"/>
                  </a:cubicBezTo>
                  <a:cubicBezTo>
                    <a:pt x="8826" y="5117"/>
                    <a:pt x="8778" y="5103"/>
                    <a:pt x="8722" y="5103"/>
                  </a:cubicBezTo>
                  <a:cubicBezTo>
                    <a:pt x="8694" y="5103"/>
                    <a:pt x="8663" y="5107"/>
                    <a:pt x="8633" y="5107"/>
                  </a:cubicBezTo>
                  <a:cubicBezTo>
                    <a:pt x="8512" y="5137"/>
                    <a:pt x="8360" y="5198"/>
                    <a:pt x="8238" y="5228"/>
                  </a:cubicBezTo>
                  <a:cubicBezTo>
                    <a:pt x="8178" y="5264"/>
                    <a:pt x="8137" y="5281"/>
                    <a:pt x="8107" y="5281"/>
                  </a:cubicBezTo>
                  <a:cubicBezTo>
                    <a:pt x="8062" y="5281"/>
                    <a:pt x="8044" y="5241"/>
                    <a:pt x="8025" y="5167"/>
                  </a:cubicBezTo>
                  <a:lnTo>
                    <a:pt x="8025" y="5076"/>
                  </a:lnTo>
                  <a:cubicBezTo>
                    <a:pt x="7904" y="5137"/>
                    <a:pt x="7660" y="5441"/>
                    <a:pt x="7569" y="5502"/>
                  </a:cubicBezTo>
                  <a:cubicBezTo>
                    <a:pt x="7537" y="5523"/>
                    <a:pt x="7501" y="5533"/>
                    <a:pt x="7466" y="5533"/>
                  </a:cubicBezTo>
                  <a:cubicBezTo>
                    <a:pt x="7403" y="5533"/>
                    <a:pt x="7346" y="5500"/>
                    <a:pt x="7326" y="5441"/>
                  </a:cubicBezTo>
                  <a:cubicBezTo>
                    <a:pt x="7311" y="5411"/>
                    <a:pt x="7288" y="5395"/>
                    <a:pt x="7261" y="5395"/>
                  </a:cubicBezTo>
                  <a:cubicBezTo>
                    <a:pt x="7235" y="5395"/>
                    <a:pt x="7204" y="5411"/>
                    <a:pt x="7174" y="5441"/>
                  </a:cubicBezTo>
                  <a:lnTo>
                    <a:pt x="7113" y="5502"/>
                  </a:lnTo>
                  <a:cubicBezTo>
                    <a:pt x="7053" y="5532"/>
                    <a:pt x="6992" y="5623"/>
                    <a:pt x="6992" y="5654"/>
                  </a:cubicBezTo>
                  <a:lnTo>
                    <a:pt x="7053" y="5715"/>
                  </a:lnTo>
                  <a:cubicBezTo>
                    <a:pt x="7083" y="5806"/>
                    <a:pt x="7144" y="5867"/>
                    <a:pt x="7174" y="5867"/>
                  </a:cubicBezTo>
                  <a:lnTo>
                    <a:pt x="7174" y="5927"/>
                  </a:lnTo>
                  <a:cubicBezTo>
                    <a:pt x="7193" y="5965"/>
                    <a:pt x="7235" y="5991"/>
                    <a:pt x="7286" y="5991"/>
                  </a:cubicBezTo>
                  <a:cubicBezTo>
                    <a:pt x="7317" y="5991"/>
                    <a:pt x="7352" y="5981"/>
                    <a:pt x="7387" y="5958"/>
                  </a:cubicBezTo>
                  <a:lnTo>
                    <a:pt x="7387" y="6079"/>
                  </a:lnTo>
                  <a:lnTo>
                    <a:pt x="7387" y="6231"/>
                  </a:lnTo>
                  <a:cubicBezTo>
                    <a:pt x="7539" y="6353"/>
                    <a:pt x="7569" y="6474"/>
                    <a:pt x="7448" y="6474"/>
                  </a:cubicBezTo>
                  <a:lnTo>
                    <a:pt x="7356" y="6444"/>
                  </a:lnTo>
                  <a:cubicBezTo>
                    <a:pt x="7306" y="6411"/>
                    <a:pt x="7266" y="6387"/>
                    <a:pt x="7229" y="6387"/>
                  </a:cubicBezTo>
                  <a:cubicBezTo>
                    <a:pt x="7199" y="6387"/>
                    <a:pt x="7171" y="6403"/>
                    <a:pt x="7144" y="6444"/>
                  </a:cubicBezTo>
                  <a:cubicBezTo>
                    <a:pt x="7083" y="6535"/>
                    <a:pt x="6961" y="6505"/>
                    <a:pt x="6870" y="6535"/>
                  </a:cubicBezTo>
                  <a:cubicBezTo>
                    <a:pt x="6809" y="6566"/>
                    <a:pt x="6718" y="6596"/>
                    <a:pt x="6688" y="6657"/>
                  </a:cubicBezTo>
                  <a:lnTo>
                    <a:pt x="6688" y="6687"/>
                  </a:lnTo>
                  <a:lnTo>
                    <a:pt x="6688" y="6718"/>
                  </a:lnTo>
                  <a:cubicBezTo>
                    <a:pt x="6597" y="6809"/>
                    <a:pt x="6505" y="6900"/>
                    <a:pt x="6414" y="6991"/>
                  </a:cubicBezTo>
                  <a:cubicBezTo>
                    <a:pt x="6323" y="7052"/>
                    <a:pt x="6445" y="7113"/>
                    <a:pt x="6475" y="7113"/>
                  </a:cubicBezTo>
                  <a:cubicBezTo>
                    <a:pt x="6505" y="7113"/>
                    <a:pt x="6779" y="7265"/>
                    <a:pt x="6749" y="7295"/>
                  </a:cubicBezTo>
                  <a:cubicBezTo>
                    <a:pt x="6657" y="7356"/>
                    <a:pt x="6597" y="7447"/>
                    <a:pt x="6566" y="7508"/>
                  </a:cubicBezTo>
                  <a:lnTo>
                    <a:pt x="6566" y="7599"/>
                  </a:lnTo>
                  <a:lnTo>
                    <a:pt x="6566" y="7690"/>
                  </a:lnTo>
                  <a:cubicBezTo>
                    <a:pt x="6505" y="7781"/>
                    <a:pt x="6384" y="7842"/>
                    <a:pt x="6262" y="7842"/>
                  </a:cubicBezTo>
                  <a:lnTo>
                    <a:pt x="6201" y="7842"/>
                  </a:lnTo>
                  <a:cubicBezTo>
                    <a:pt x="6171" y="7812"/>
                    <a:pt x="6384" y="7417"/>
                    <a:pt x="6293" y="7356"/>
                  </a:cubicBezTo>
                  <a:cubicBezTo>
                    <a:pt x="6171" y="7265"/>
                    <a:pt x="6080" y="7234"/>
                    <a:pt x="6080" y="7234"/>
                  </a:cubicBezTo>
                  <a:lnTo>
                    <a:pt x="5989" y="7265"/>
                  </a:lnTo>
                  <a:lnTo>
                    <a:pt x="5958" y="7265"/>
                  </a:lnTo>
                  <a:cubicBezTo>
                    <a:pt x="5837" y="7234"/>
                    <a:pt x="5533" y="7113"/>
                    <a:pt x="5472" y="7052"/>
                  </a:cubicBezTo>
                  <a:cubicBezTo>
                    <a:pt x="5466" y="7049"/>
                    <a:pt x="5459" y="7047"/>
                    <a:pt x="5453" y="7047"/>
                  </a:cubicBezTo>
                  <a:cubicBezTo>
                    <a:pt x="5400" y="7047"/>
                    <a:pt x="5357" y="7159"/>
                    <a:pt x="5411" y="7295"/>
                  </a:cubicBezTo>
                  <a:lnTo>
                    <a:pt x="5350" y="7386"/>
                  </a:lnTo>
                  <a:lnTo>
                    <a:pt x="5290" y="7478"/>
                  </a:lnTo>
                  <a:cubicBezTo>
                    <a:pt x="5264" y="7486"/>
                    <a:pt x="5239" y="7490"/>
                    <a:pt x="5216" y="7490"/>
                  </a:cubicBezTo>
                  <a:cubicBezTo>
                    <a:pt x="5078" y="7490"/>
                    <a:pt x="5003" y="7352"/>
                    <a:pt x="5107" y="7326"/>
                  </a:cubicBezTo>
                  <a:cubicBezTo>
                    <a:pt x="5198" y="7326"/>
                    <a:pt x="5229" y="7265"/>
                    <a:pt x="5138" y="7204"/>
                  </a:cubicBezTo>
                  <a:lnTo>
                    <a:pt x="5138" y="7204"/>
                  </a:lnTo>
                  <a:lnTo>
                    <a:pt x="5046" y="7234"/>
                  </a:lnTo>
                  <a:lnTo>
                    <a:pt x="4864" y="7265"/>
                  </a:lnTo>
                  <a:lnTo>
                    <a:pt x="4378" y="7022"/>
                  </a:lnTo>
                  <a:lnTo>
                    <a:pt x="4317" y="7022"/>
                  </a:lnTo>
                  <a:cubicBezTo>
                    <a:pt x="4286" y="7022"/>
                    <a:pt x="4256" y="7052"/>
                    <a:pt x="4256" y="7082"/>
                  </a:cubicBezTo>
                  <a:lnTo>
                    <a:pt x="4256" y="7174"/>
                  </a:lnTo>
                  <a:cubicBezTo>
                    <a:pt x="4256" y="7234"/>
                    <a:pt x="3983" y="7386"/>
                    <a:pt x="3922" y="7386"/>
                  </a:cubicBezTo>
                  <a:cubicBezTo>
                    <a:pt x="3912" y="7390"/>
                    <a:pt x="3903" y="7391"/>
                    <a:pt x="3894" y="7391"/>
                  </a:cubicBezTo>
                  <a:cubicBezTo>
                    <a:pt x="3825" y="7391"/>
                    <a:pt x="3803" y="7289"/>
                    <a:pt x="3831" y="7234"/>
                  </a:cubicBezTo>
                  <a:cubicBezTo>
                    <a:pt x="3831" y="7220"/>
                    <a:pt x="3822" y="7214"/>
                    <a:pt x="3809" y="7214"/>
                  </a:cubicBezTo>
                  <a:cubicBezTo>
                    <a:pt x="3765" y="7214"/>
                    <a:pt x="3664" y="7279"/>
                    <a:pt x="3618" y="7326"/>
                  </a:cubicBezTo>
                  <a:cubicBezTo>
                    <a:pt x="3587" y="7356"/>
                    <a:pt x="3648" y="7538"/>
                    <a:pt x="3679" y="7599"/>
                  </a:cubicBezTo>
                  <a:cubicBezTo>
                    <a:pt x="3709" y="7660"/>
                    <a:pt x="3739" y="7721"/>
                    <a:pt x="3739" y="7781"/>
                  </a:cubicBezTo>
                  <a:lnTo>
                    <a:pt x="3739" y="7812"/>
                  </a:lnTo>
                  <a:cubicBezTo>
                    <a:pt x="3674" y="7877"/>
                    <a:pt x="3592" y="7907"/>
                    <a:pt x="3506" y="7907"/>
                  </a:cubicBezTo>
                  <a:cubicBezTo>
                    <a:pt x="3431" y="7907"/>
                    <a:pt x="3354" y="7885"/>
                    <a:pt x="3283" y="7842"/>
                  </a:cubicBezTo>
                  <a:lnTo>
                    <a:pt x="3253" y="7781"/>
                  </a:lnTo>
                  <a:cubicBezTo>
                    <a:pt x="3247" y="7770"/>
                    <a:pt x="3237" y="7765"/>
                    <a:pt x="3225" y="7765"/>
                  </a:cubicBezTo>
                  <a:cubicBezTo>
                    <a:pt x="3170" y="7765"/>
                    <a:pt x="3065" y="7859"/>
                    <a:pt x="3040" y="7933"/>
                  </a:cubicBezTo>
                  <a:cubicBezTo>
                    <a:pt x="3034" y="7940"/>
                    <a:pt x="3027" y="7943"/>
                    <a:pt x="3021" y="7943"/>
                  </a:cubicBezTo>
                  <a:cubicBezTo>
                    <a:pt x="2973" y="7943"/>
                    <a:pt x="2949" y="7741"/>
                    <a:pt x="2949" y="7660"/>
                  </a:cubicBezTo>
                  <a:cubicBezTo>
                    <a:pt x="2949" y="7599"/>
                    <a:pt x="3101" y="7508"/>
                    <a:pt x="3162" y="7478"/>
                  </a:cubicBezTo>
                  <a:cubicBezTo>
                    <a:pt x="3192" y="7478"/>
                    <a:pt x="3101" y="7447"/>
                    <a:pt x="2949" y="7417"/>
                  </a:cubicBezTo>
                  <a:lnTo>
                    <a:pt x="2797" y="7417"/>
                  </a:lnTo>
                  <a:lnTo>
                    <a:pt x="2645" y="7599"/>
                  </a:lnTo>
                  <a:lnTo>
                    <a:pt x="2584" y="7569"/>
                  </a:lnTo>
                  <a:lnTo>
                    <a:pt x="2493" y="7508"/>
                  </a:lnTo>
                  <a:cubicBezTo>
                    <a:pt x="2402" y="7417"/>
                    <a:pt x="2280" y="7356"/>
                    <a:pt x="2280" y="7356"/>
                  </a:cubicBezTo>
                  <a:cubicBezTo>
                    <a:pt x="2189" y="7447"/>
                    <a:pt x="2128" y="7569"/>
                    <a:pt x="2068" y="7660"/>
                  </a:cubicBezTo>
                  <a:lnTo>
                    <a:pt x="1976" y="7599"/>
                  </a:lnTo>
                  <a:lnTo>
                    <a:pt x="1764" y="7478"/>
                  </a:lnTo>
                  <a:cubicBezTo>
                    <a:pt x="1612" y="7569"/>
                    <a:pt x="1520" y="7721"/>
                    <a:pt x="1551" y="7903"/>
                  </a:cubicBezTo>
                  <a:cubicBezTo>
                    <a:pt x="1581" y="7964"/>
                    <a:pt x="1581" y="8055"/>
                    <a:pt x="1612" y="8146"/>
                  </a:cubicBezTo>
                  <a:cubicBezTo>
                    <a:pt x="1642" y="8177"/>
                    <a:pt x="1642" y="8207"/>
                    <a:pt x="1612" y="8207"/>
                  </a:cubicBezTo>
                  <a:cubicBezTo>
                    <a:pt x="1551" y="8177"/>
                    <a:pt x="1460" y="8146"/>
                    <a:pt x="1399" y="8085"/>
                  </a:cubicBezTo>
                  <a:cubicBezTo>
                    <a:pt x="1369" y="8025"/>
                    <a:pt x="1429" y="7842"/>
                    <a:pt x="1369" y="7781"/>
                  </a:cubicBezTo>
                  <a:lnTo>
                    <a:pt x="1095" y="7781"/>
                  </a:lnTo>
                  <a:cubicBezTo>
                    <a:pt x="1095" y="7812"/>
                    <a:pt x="1065" y="7903"/>
                    <a:pt x="1095" y="7994"/>
                  </a:cubicBezTo>
                  <a:lnTo>
                    <a:pt x="1034" y="8025"/>
                  </a:lnTo>
                  <a:cubicBezTo>
                    <a:pt x="973" y="8116"/>
                    <a:pt x="913" y="8207"/>
                    <a:pt x="730" y="8207"/>
                  </a:cubicBezTo>
                  <a:cubicBezTo>
                    <a:pt x="730" y="8237"/>
                    <a:pt x="791" y="8298"/>
                    <a:pt x="821" y="8298"/>
                  </a:cubicBezTo>
                  <a:cubicBezTo>
                    <a:pt x="848" y="8325"/>
                    <a:pt x="735" y="8491"/>
                    <a:pt x="645" y="8491"/>
                  </a:cubicBezTo>
                  <a:cubicBezTo>
                    <a:pt x="632" y="8491"/>
                    <a:pt x="620" y="8488"/>
                    <a:pt x="609" y="8481"/>
                  </a:cubicBezTo>
                  <a:cubicBezTo>
                    <a:pt x="600" y="8475"/>
                    <a:pt x="590" y="8472"/>
                    <a:pt x="580" y="8472"/>
                  </a:cubicBezTo>
                  <a:cubicBezTo>
                    <a:pt x="489" y="8472"/>
                    <a:pt x="365" y="8702"/>
                    <a:pt x="365" y="8785"/>
                  </a:cubicBezTo>
                  <a:cubicBezTo>
                    <a:pt x="388" y="8874"/>
                    <a:pt x="361" y="8930"/>
                    <a:pt x="321" y="8930"/>
                  </a:cubicBezTo>
                  <a:cubicBezTo>
                    <a:pt x="307" y="8930"/>
                    <a:pt x="291" y="8922"/>
                    <a:pt x="274" y="8906"/>
                  </a:cubicBezTo>
                  <a:lnTo>
                    <a:pt x="122" y="8906"/>
                  </a:lnTo>
                  <a:lnTo>
                    <a:pt x="92" y="8936"/>
                  </a:lnTo>
                  <a:cubicBezTo>
                    <a:pt x="92" y="8967"/>
                    <a:pt x="213" y="9088"/>
                    <a:pt x="244" y="9088"/>
                  </a:cubicBezTo>
                  <a:cubicBezTo>
                    <a:pt x="335" y="9088"/>
                    <a:pt x="426" y="9088"/>
                    <a:pt x="517" y="9058"/>
                  </a:cubicBezTo>
                  <a:cubicBezTo>
                    <a:pt x="546" y="9029"/>
                    <a:pt x="520" y="8752"/>
                    <a:pt x="596" y="8752"/>
                  </a:cubicBezTo>
                  <a:cubicBezTo>
                    <a:pt x="600" y="8752"/>
                    <a:pt x="604" y="8753"/>
                    <a:pt x="609" y="8754"/>
                  </a:cubicBezTo>
                  <a:cubicBezTo>
                    <a:pt x="730" y="8754"/>
                    <a:pt x="730" y="8845"/>
                    <a:pt x="730" y="8876"/>
                  </a:cubicBezTo>
                  <a:cubicBezTo>
                    <a:pt x="700" y="8906"/>
                    <a:pt x="852" y="8967"/>
                    <a:pt x="882" y="8997"/>
                  </a:cubicBezTo>
                  <a:cubicBezTo>
                    <a:pt x="943" y="8997"/>
                    <a:pt x="943" y="9119"/>
                    <a:pt x="943" y="9119"/>
                  </a:cubicBezTo>
                  <a:cubicBezTo>
                    <a:pt x="928" y="9134"/>
                    <a:pt x="928" y="9142"/>
                    <a:pt x="939" y="9142"/>
                  </a:cubicBezTo>
                  <a:cubicBezTo>
                    <a:pt x="951" y="9142"/>
                    <a:pt x="973" y="9134"/>
                    <a:pt x="1004" y="9119"/>
                  </a:cubicBezTo>
                  <a:lnTo>
                    <a:pt x="1065" y="9119"/>
                  </a:lnTo>
                  <a:lnTo>
                    <a:pt x="1186" y="9149"/>
                  </a:lnTo>
                  <a:cubicBezTo>
                    <a:pt x="1338" y="9210"/>
                    <a:pt x="1369" y="9301"/>
                    <a:pt x="1247" y="9362"/>
                  </a:cubicBezTo>
                  <a:lnTo>
                    <a:pt x="1217" y="9362"/>
                  </a:lnTo>
                  <a:cubicBezTo>
                    <a:pt x="1188" y="9343"/>
                    <a:pt x="1166" y="9336"/>
                    <a:pt x="1149" y="9336"/>
                  </a:cubicBezTo>
                  <a:cubicBezTo>
                    <a:pt x="1112" y="9336"/>
                    <a:pt x="1104" y="9371"/>
                    <a:pt x="1125" y="9392"/>
                  </a:cubicBezTo>
                  <a:cubicBezTo>
                    <a:pt x="1125" y="9453"/>
                    <a:pt x="1186" y="9514"/>
                    <a:pt x="1186" y="9514"/>
                  </a:cubicBezTo>
                  <a:lnTo>
                    <a:pt x="1125" y="9605"/>
                  </a:lnTo>
                  <a:cubicBezTo>
                    <a:pt x="1034" y="9544"/>
                    <a:pt x="943" y="9514"/>
                    <a:pt x="852" y="9484"/>
                  </a:cubicBezTo>
                  <a:lnTo>
                    <a:pt x="761" y="9544"/>
                  </a:lnTo>
                  <a:lnTo>
                    <a:pt x="669" y="9605"/>
                  </a:lnTo>
                  <a:cubicBezTo>
                    <a:pt x="548" y="9666"/>
                    <a:pt x="700" y="9727"/>
                    <a:pt x="761" y="9727"/>
                  </a:cubicBezTo>
                  <a:cubicBezTo>
                    <a:pt x="852" y="9757"/>
                    <a:pt x="791" y="9818"/>
                    <a:pt x="639" y="9879"/>
                  </a:cubicBezTo>
                  <a:lnTo>
                    <a:pt x="487" y="9879"/>
                  </a:lnTo>
                  <a:lnTo>
                    <a:pt x="122" y="9909"/>
                  </a:lnTo>
                  <a:cubicBezTo>
                    <a:pt x="61" y="10092"/>
                    <a:pt x="31" y="10244"/>
                    <a:pt x="1" y="10426"/>
                  </a:cubicBezTo>
                  <a:cubicBezTo>
                    <a:pt x="61" y="10456"/>
                    <a:pt x="153" y="10487"/>
                    <a:pt x="213" y="10487"/>
                  </a:cubicBezTo>
                  <a:lnTo>
                    <a:pt x="274" y="10517"/>
                  </a:lnTo>
                  <a:cubicBezTo>
                    <a:pt x="335" y="10578"/>
                    <a:pt x="396" y="10669"/>
                    <a:pt x="396" y="10730"/>
                  </a:cubicBezTo>
                  <a:cubicBezTo>
                    <a:pt x="396" y="10791"/>
                    <a:pt x="396" y="10851"/>
                    <a:pt x="396" y="10912"/>
                  </a:cubicBezTo>
                  <a:lnTo>
                    <a:pt x="396" y="10973"/>
                  </a:lnTo>
                  <a:cubicBezTo>
                    <a:pt x="373" y="11041"/>
                    <a:pt x="453" y="11076"/>
                    <a:pt x="520" y="11076"/>
                  </a:cubicBezTo>
                  <a:cubicBezTo>
                    <a:pt x="542" y="11076"/>
                    <a:pt x="563" y="11072"/>
                    <a:pt x="578" y="11064"/>
                  </a:cubicBezTo>
                  <a:cubicBezTo>
                    <a:pt x="609" y="11064"/>
                    <a:pt x="639" y="10973"/>
                    <a:pt x="609" y="10851"/>
                  </a:cubicBezTo>
                  <a:lnTo>
                    <a:pt x="639" y="10821"/>
                  </a:lnTo>
                  <a:lnTo>
                    <a:pt x="700" y="10791"/>
                  </a:lnTo>
                  <a:cubicBezTo>
                    <a:pt x="821" y="10882"/>
                    <a:pt x="913" y="10943"/>
                    <a:pt x="1034" y="11003"/>
                  </a:cubicBezTo>
                  <a:lnTo>
                    <a:pt x="1186" y="11003"/>
                  </a:lnTo>
                  <a:cubicBezTo>
                    <a:pt x="1186" y="11003"/>
                    <a:pt x="1125" y="11155"/>
                    <a:pt x="1095" y="11155"/>
                  </a:cubicBezTo>
                  <a:cubicBezTo>
                    <a:pt x="1065" y="11155"/>
                    <a:pt x="1186" y="11490"/>
                    <a:pt x="1065" y="11520"/>
                  </a:cubicBezTo>
                  <a:cubicBezTo>
                    <a:pt x="943" y="11581"/>
                    <a:pt x="913" y="11763"/>
                    <a:pt x="913" y="11824"/>
                  </a:cubicBezTo>
                  <a:cubicBezTo>
                    <a:pt x="913" y="11885"/>
                    <a:pt x="943" y="11915"/>
                    <a:pt x="973" y="11976"/>
                  </a:cubicBezTo>
                  <a:lnTo>
                    <a:pt x="1095" y="11976"/>
                  </a:lnTo>
                  <a:lnTo>
                    <a:pt x="1156" y="11854"/>
                  </a:lnTo>
                  <a:cubicBezTo>
                    <a:pt x="1176" y="11773"/>
                    <a:pt x="1250" y="11719"/>
                    <a:pt x="1325" y="11719"/>
                  </a:cubicBezTo>
                  <a:cubicBezTo>
                    <a:pt x="1362" y="11719"/>
                    <a:pt x="1399" y="11733"/>
                    <a:pt x="1429" y="11763"/>
                  </a:cubicBezTo>
                  <a:cubicBezTo>
                    <a:pt x="1452" y="11808"/>
                    <a:pt x="1490" y="11836"/>
                    <a:pt x="1533" y="11836"/>
                  </a:cubicBezTo>
                  <a:cubicBezTo>
                    <a:pt x="1549" y="11836"/>
                    <a:pt x="1565" y="11832"/>
                    <a:pt x="1581" y="11824"/>
                  </a:cubicBezTo>
                  <a:lnTo>
                    <a:pt x="1855" y="11824"/>
                  </a:lnTo>
                  <a:cubicBezTo>
                    <a:pt x="1855" y="11861"/>
                    <a:pt x="1866" y="11875"/>
                    <a:pt x="1882" y="11875"/>
                  </a:cubicBezTo>
                  <a:cubicBezTo>
                    <a:pt x="1920" y="11875"/>
                    <a:pt x="1986" y="11797"/>
                    <a:pt x="2007" y="11733"/>
                  </a:cubicBezTo>
                  <a:cubicBezTo>
                    <a:pt x="2037" y="11642"/>
                    <a:pt x="2098" y="11611"/>
                    <a:pt x="2189" y="11551"/>
                  </a:cubicBezTo>
                  <a:cubicBezTo>
                    <a:pt x="2280" y="11702"/>
                    <a:pt x="2372" y="11854"/>
                    <a:pt x="2463" y="12006"/>
                  </a:cubicBezTo>
                  <a:lnTo>
                    <a:pt x="2828" y="11824"/>
                  </a:lnTo>
                  <a:cubicBezTo>
                    <a:pt x="2888" y="11885"/>
                    <a:pt x="2888" y="11976"/>
                    <a:pt x="2888" y="12067"/>
                  </a:cubicBezTo>
                  <a:lnTo>
                    <a:pt x="2828" y="12128"/>
                  </a:lnTo>
                  <a:lnTo>
                    <a:pt x="2797" y="12158"/>
                  </a:lnTo>
                  <a:cubicBezTo>
                    <a:pt x="2706" y="12158"/>
                    <a:pt x="2615" y="12219"/>
                    <a:pt x="2584" y="12310"/>
                  </a:cubicBezTo>
                  <a:lnTo>
                    <a:pt x="2706" y="12280"/>
                  </a:lnTo>
                  <a:cubicBezTo>
                    <a:pt x="2761" y="12280"/>
                    <a:pt x="2826" y="12247"/>
                    <a:pt x="2850" y="12247"/>
                  </a:cubicBezTo>
                  <a:cubicBezTo>
                    <a:pt x="2866" y="12247"/>
                    <a:pt x="2864" y="12262"/>
                    <a:pt x="2828" y="12310"/>
                  </a:cubicBezTo>
                  <a:cubicBezTo>
                    <a:pt x="2767" y="12462"/>
                    <a:pt x="2797" y="12523"/>
                    <a:pt x="2919" y="12554"/>
                  </a:cubicBezTo>
                  <a:lnTo>
                    <a:pt x="3101" y="12614"/>
                  </a:lnTo>
                  <a:cubicBezTo>
                    <a:pt x="3101" y="12569"/>
                    <a:pt x="3131" y="12554"/>
                    <a:pt x="3169" y="12554"/>
                  </a:cubicBezTo>
                  <a:cubicBezTo>
                    <a:pt x="3207" y="12554"/>
                    <a:pt x="3253" y="12569"/>
                    <a:pt x="3283" y="12584"/>
                  </a:cubicBezTo>
                  <a:cubicBezTo>
                    <a:pt x="3314" y="12599"/>
                    <a:pt x="3435" y="12614"/>
                    <a:pt x="3557" y="12614"/>
                  </a:cubicBezTo>
                  <a:cubicBezTo>
                    <a:pt x="3679" y="12614"/>
                    <a:pt x="3800" y="12599"/>
                    <a:pt x="3831" y="12554"/>
                  </a:cubicBezTo>
                  <a:cubicBezTo>
                    <a:pt x="3867" y="12499"/>
                    <a:pt x="3914" y="12488"/>
                    <a:pt x="3947" y="12488"/>
                  </a:cubicBezTo>
                  <a:cubicBezTo>
                    <a:pt x="3968" y="12488"/>
                    <a:pt x="3983" y="12493"/>
                    <a:pt x="3983" y="12493"/>
                  </a:cubicBezTo>
                  <a:cubicBezTo>
                    <a:pt x="3987" y="12497"/>
                    <a:pt x="3993" y="12499"/>
                    <a:pt x="4000" y="12499"/>
                  </a:cubicBezTo>
                  <a:cubicBezTo>
                    <a:pt x="4046" y="12499"/>
                    <a:pt x="4143" y="12428"/>
                    <a:pt x="4195" y="12402"/>
                  </a:cubicBezTo>
                  <a:cubicBezTo>
                    <a:pt x="4226" y="12341"/>
                    <a:pt x="4438" y="12158"/>
                    <a:pt x="4408" y="12098"/>
                  </a:cubicBezTo>
                  <a:cubicBezTo>
                    <a:pt x="4408" y="12037"/>
                    <a:pt x="4682" y="12006"/>
                    <a:pt x="4803" y="12006"/>
                  </a:cubicBezTo>
                  <a:cubicBezTo>
                    <a:pt x="4925" y="12006"/>
                    <a:pt x="4955" y="12158"/>
                    <a:pt x="4925" y="12189"/>
                  </a:cubicBezTo>
                  <a:cubicBezTo>
                    <a:pt x="4894" y="12250"/>
                    <a:pt x="4925" y="12310"/>
                    <a:pt x="4925" y="12310"/>
                  </a:cubicBezTo>
                  <a:cubicBezTo>
                    <a:pt x="4986" y="12250"/>
                    <a:pt x="5046" y="12219"/>
                    <a:pt x="5077" y="12158"/>
                  </a:cubicBezTo>
                  <a:cubicBezTo>
                    <a:pt x="5090" y="12145"/>
                    <a:pt x="5103" y="12139"/>
                    <a:pt x="5115" y="12139"/>
                  </a:cubicBezTo>
                  <a:cubicBezTo>
                    <a:pt x="5161" y="12139"/>
                    <a:pt x="5198" y="12221"/>
                    <a:pt x="5198" y="12341"/>
                  </a:cubicBezTo>
                  <a:lnTo>
                    <a:pt x="5107" y="12462"/>
                  </a:lnTo>
                  <a:cubicBezTo>
                    <a:pt x="5077" y="12493"/>
                    <a:pt x="5107" y="12554"/>
                    <a:pt x="5138" y="12554"/>
                  </a:cubicBezTo>
                  <a:cubicBezTo>
                    <a:pt x="5158" y="12564"/>
                    <a:pt x="5175" y="12567"/>
                    <a:pt x="5189" y="12567"/>
                  </a:cubicBezTo>
                  <a:cubicBezTo>
                    <a:pt x="5219" y="12567"/>
                    <a:pt x="5239" y="12554"/>
                    <a:pt x="5259" y="12554"/>
                  </a:cubicBezTo>
                  <a:lnTo>
                    <a:pt x="5320" y="12462"/>
                  </a:lnTo>
                  <a:cubicBezTo>
                    <a:pt x="5369" y="12397"/>
                    <a:pt x="5409" y="12367"/>
                    <a:pt x="5436" y="12367"/>
                  </a:cubicBezTo>
                  <a:cubicBezTo>
                    <a:pt x="5459" y="12367"/>
                    <a:pt x="5472" y="12390"/>
                    <a:pt x="5472" y="12432"/>
                  </a:cubicBezTo>
                  <a:lnTo>
                    <a:pt x="5502" y="12432"/>
                  </a:lnTo>
                  <a:cubicBezTo>
                    <a:pt x="5624" y="12462"/>
                    <a:pt x="5715" y="12462"/>
                    <a:pt x="5837" y="12493"/>
                  </a:cubicBezTo>
                  <a:cubicBezTo>
                    <a:pt x="5949" y="12493"/>
                    <a:pt x="5880" y="12648"/>
                    <a:pt x="6012" y="12648"/>
                  </a:cubicBezTo>
                  <a:cubicBezTo>
                    <a:pt x="6023" y="12648"/>
                    <a:pt x="6035" y="12647"/>
                    <a:pt x="6049" y="12645"/>
                  </a:cubicBezTo>
                  <a:lnTo>
                    <a:pt x="6262" y="12614"/>
                  </a:lnTo>
                  <a:cubicBezTo>
                    <a:pt x="6536" y="12614"/>
                    <a:pt x="6718" y="12432"/>
                    <a:pt x="6718" y="12341"/>
                  </a:cubicBezTo>
                  <a:cubicBezTo>
                    <a:pt x="6688" y="12280"/>
                    <a:pt x="6840" y="12189"/>
                    <a:pt x="7022" y="12189"/>
                  </a:cubicBezTo>
                  <a:lnTo>
                    <a:pt x="7113" y="12280"/>
                  </a:lnTo>
                  <a:lnTo>
                    <a:pt x="7296" y="12402"/>
                  </a:lnTo>
                  <a:cubicBezTo>
                    <a:pt x="7539" y="12462"/>
                    <a:pt x="7843" y="12493"/>
                    <a:pt x="7964" y="12523"/>
                  </a:cubicBezTo>
                  <a:lnTo>
                    <a:pt x="8025" y="12584"/>
                  </a:lnTo>
                  <a:cubicBezTo>
                    <a:pt x="8051" y="12610"/>
                    <a:pt x="8074" y="12619"/>
                    <a:pt x="8097" y="12619"/>
                  </a:cubicBezTo>
                  <a:cubicBezTo>
                    <a:pt x="8144" y="12619"/>
                    <a:pt x="8187" y="12579"/>
                    <a:pt x="8238" y="12579"/>
                  </a:cubicBezTo>
                  <a:cubicBezTo>
                    <a:pt x="8248" y="12579"/>
                    <a:pt x="8258" y="12580"/>
                    <a:pt x="8268" y="12584"/>
                  </a:cubicBezTo>
                  <a:lnTo>
                    <a:pt x="8542" y="12736"/>
                  </a:lnTo>
                  <a:lnTo>
                    <a:pt x="8633" y="12736"/>
                  </a:lnTo>
                  <a:cubicBezTo>
                    <a:pt x="8724" y="12645"/>
                    <a:pt x="8876" y="12675"/>
                    <a:pt x="8937" y="12645"/>
                  </a:cubicBezTo>
                  <a:lnTo>
                    <a:pt x="9028" y="12584"/>
                  </a:lnTo>
                  <a:cubicBezTo>
                    <a:pt x="9103" y="12509"/>
                    <a:pt x="9178" y="12454"/>
                    <a:pt x="9203" y="12454"/>
                  </a:cubicBezTo>
                  <a:cubicBezTo>
                    <a:pt x="9208" y="12454"/>
                    <a:pt x="9211" y="12457"/>
                    <a:pt x="9211" y="12462"/>
                  </a:cubicBezTo>
                  <a:cubicBezTo>
                    <a:pt x="9241" y="12462"/>
                    <a:pt x="9302" y="12554"/>
                    <a:pt x="9393" y="12645"/>
                  </a:cubicBezTo>
                  <a:lnTo>
                    <a:pt x="9636" y="12584"/>
                  </a:lnTo>
                  <a:lnTo>
                    <a:pt x="9697" y="12584"/>
                  </a:lnTo>
                  <a:cubicBezTo>
                    <a:pt x="9788" y="12614"/>
                    <a:pt x="9879" y="12675"/>
                    <a:pt x="9940" y="12736"/>
                  </a:cubicBezTo>
                  <a:lnTo>
                    <a:pt x="10031" y="12797"/>
                  </a:lnTo>
                  <a:lnTo>
                    <a:pt x="10214" y="12949"/>
                  </a:lnTo>
                  <a:cubicBezTo>
                    <a:pt x="10335" y="12858"/>
                    <a:pt x="10457" y="12766"/>
                    <a:pt x="10548" y="12675"/>
                  </a:cubicBezTo>
                  <a:lnTo>
                    <a:pt x="10730" y="12675"/>
                  </a:lnTo>
                  <a:cubicBezTo>
                    <a:pt x="10852" y="12645"/>
                    <a:pt x="10913" y="12523"/>
                    <a:pt x="11004" y="12432"/>
                  </a:cubicBezTo>
                  <a:cubicBezTo>
                    <a:pt x="11065" y="12432"/>
                    <a:pt x="11065" y="12706"/>
                    <a:pt x="11034" y="12797"/>
                  </a:cubicBezTo>
                  <a:cubicBezTo>
                    <a:pt x="11009" y="12872"/>
                    <a:pt x="11108" y="12926"/>
                    <a:pt x="11177" y="12926"/>
                  </a:cubicBezTo>
                  <a:cubicBezTo>
                    <a:pt x="11192" y="12926"/>
                    <a:pt x="11206" y="12924"/>
                    <a:pt x="11217" y="12918"/>
                  </a:cubicBezTo>
                  <a:cubicBezTo>
                    <a:pt x="11265" y="12918"/>
                    <a:pt x="11450" y="12841"/>
                    <a:pt x="11553" y="12841"/>
                  </a:cubicBezTo>
                  <a:cubicBezTo>
                    <a:pt x="11579" y="12841"/>
                    <a:pt x="11600" y="12845"/>
                    <a:pt x="11612" y="12858"/>
                  </a:cubicBezTo>
                  <a:cubicBezTo>
                    <a:pt x="11703" y="12949"/>
                    <a:pt x="11764" y="13010"/>
                    <a:pt x="11855" y="13101"/>
                  </a:cubicBezTo>
                  <a:lnTo>
                    <a:pt x="11977" y="13101"/>
                  </a:lnTo>
                  <a:cubicBezTo>
                    <a:pt x="12068" y="13101"/>
                    <a:pt x="12159" y="13192"/>
                    <a:pt x="12250" y="13192"/>
                  </a:cubicBezTo>
                  <a:lnTo>
                    <a:pt x="12372" y="13192"/>
                  </a:lnTo>
                  <a:cubicBezTo>
                    <a:pt x="12463" y="13192"/>
                    <a:pt x="12585" y="13192"/>
                    <a:pt x="12676" y="13222"/>
                  </a:cubicBezTo>
                  <a:cubicBezTo>
                    <a:pt x="12706" y="13253"/>
                    <a:pt x="12706" y="13283"/>
                    <a:pt x="12676" y="13283"/>
                  </a:cubicBezTo>
                  <a:cubicBezTo>
                    <a:pt x="12645" y="13313"/>
                    <a:pt x="12585" y="13344"/>
                    <a:pt x="12554" y="13344"/>
                  </a:cubicBezTo>
                  <a:cubicBezTo>
                    <a:pt x="12519" y="13334"/>
                    <a:pt x="12481" y="13330"/>
                    <a:pt x="12441" y="13330"/>
                  </a:cubicBezTo>
                  <a:cubicBezTo>
                    <a:pt x="12363" y="13330"/>
                    <a:pt x="12279" y="13344"/>
                    <a:pt x="12201" y="13344"/>
                  </a:cubicBezTo>
                  <a:cubicBezTo>
                    <a:pt x="12083" y="13344"/>
                    <a:pt x="11977" y="13313"/>
                    <a:pt x="11916" y="13161"/>
                  </a:cubicBezTo>
                  <a:cubicBezTo>
                    <a:pt x="11855" y="13161"/>
                    <a:pt x="11825" y="13161"/>
                    <a:pt x="11794" y="13192"/>
                  </a:cubicBezTo>
                  <a:lnTo>
                    <a:pt x="11703" y="13253"/>
                  </a:lnTo>
                  <a:cubicBezTo>
                    <a:pt x="11664" y="13312"/>
                    <a:pt x="11612" y="13345"/>
                    <a:pt x="11555" y="13345"/>
                  </a:cubicBezTo>
                  <a:cubicBezTo>
                    <a:pt x="11524" y="13345"/>
                    <a:pt x="11492" y="13335"/>
                    <a:pt x="11460" y="13313"/>
                  </a:cubicBezTo>
                  <a:cubicBezTo>
                    <a:pt x="11456" y="13306"/>
                    <a:pt x="11451" y="13303"/>
                    <a:pt x="11445" y="13303"/>
                  </a:cubicBezTo>
                  <a:cubicBezTo>
                    <a:pt x="11401" y="13303"/>
                    <a:pt x="11304" y="13477"/>
                    <a:pt x="11278" y="13557"/>
                  </a:cubicBezTo>
                  <a:cubicBezTo>
                    <a:pt x="11256" y="13589"/>
                    <a:pt x="11188" y="13598"/>
                    <a:pt x="11103" y="13598"/>
                  </a:cubicBezTo>
                  <a:cubicBezTo>
                    <a:pt x="10986" y="13598"/>
                    <a:pt x="10836" y="13581"/>
                    <a:pt x="10727" y="13581"/>
                  </a:cubicBezTo>
                  <a:cubicBezTo>
                    <a:pt x="10693" y="13581"/>
                    <a:pt x="10663" y="13582"/>
                    <a:pt x="10639" y="13587"/>
                  </a:cubicBezTo>
                  <a:cubicBezTo>
                    <a:pt x="10487" y="13648"/>
                    <a:pt x="10335" y="13739"/>
                    <a:pt x="10214" y="13830"/>
                  </a:cubicBezTo>
                  <a:lnTo>
                    <a:pt x="10244" y="13921"/>
                  </a:lnTo>
                  <a:lnTo>
                    <a:pt x="10274" y="13952"/>
                  </a:lnTo>
                  <a:cubicBezTo>
                    <a:pt x="10139" y="14064"/>
                    <a:pt x="9970" y="14127"/>
                    <a:pt x="9806" y="14127"/>
                  </a:cubicBezTo>
                  <a:cubicBezTo>
                    <a:pt x="9748" y="14127"/>
                    <a:pt x="9691" y="14119"/>
                    <a:pt x="9636" y="14104"/>
                  </a:cubicBezTo>
                  <a:cubicBezTo>
                    <a:pt x="9454" y="14013"/>
                    <a:pt x="9393" y="13891"/>
                    <a:pt x="9423" y="13861"/>
                  </a:cubicBezTo>
                  <a:cubicBezTo>
                    <a:pt x="9484" y="13800"/>
                    <a:pt x="9211" y="13648"/>
                    <a:pt x="9089" y="13617"/>
                  </a:cubicBezTo>
                  <a:cubicBezTo>
                    <a:pt x="8967" y="13617"/>
                    <a:pt x="8876" y="13678"/>
                    <a:pt x="8876" y="13769"/>
                  </a:cubicBezTo>
                  <a:lnTo>
                    <a:pt x="9119" y="13769"/>
                  </a:lnTo>
                  <a:cubicBezTo>
                    <a:pt x="9150" y="13769"/>
                    <a:pt x="9180" y="13769"/>
                    <a:pt x="9180" y="13800"/>
                  </a:cubicBezTo>
                  <a:lnTo>
                    <a:pt x="9180" y="13891"/>
                  </a:lnTo>
                  <a:lnTo>
                    <a:pt x="9028" y="13982"/>
                  </a:lnTo>
                  <a:cubicBezTo>
                    <a:pt x="8904" y="14032"/>
                    <a:pt x="8760" y="14081"/>
                    <a:pt x="8595" y="14081"/>
                  </a:cubicBezTo>
                  <a:cubicBezTo>
                    <a:pt x="8558" y="14081"/>
                    <a:pt x="8520" y="14079"/>
                    <a:pt x="8481" y="14073"/>
                  </a:cubicBezTo>
                  <a:cubicBezTo>
                    <a:pt x="8420" y="14043"/>
                    <a:pt x="8512" y="13739"/>
                    <a:pt x="8451" y="13709"/>
                  </a:cubicBezTo>
                  <a:cubicBezTo>
                    <a:pt x="8420" y="13693"/>
                    <a:pt x="8390" y="13686"/>
                    <a:pt x="8363" y="13686"/>
                  </a:cubicBezTo>
                  <a:cubicBezTo>
                    <a:pt x="8337" y="13686"/>
                    <a:pt x="8314" y="13693"/>
                    <a:pt x="8299" y="13709"/>
                  </a:cubicBezTo>
                  <a:cubicBezTo>
                    <a:pt x="8268" y="13709"/>
                    <a:pt x="8238" y="13921"/>
                    <a:pt x="8177" y="14165"/>
                  </a:cubicBezTo>
                  <a:lnTo>
                    <a:pt x="7843" y="14256"/>
                  </a:lnTo>
                  <a:lnTo>
                    <a:pt x="7752" y="14286"/>
                  </a:lnTo>
                  <a:cubicBezTo>
                    <a:pt x="7721" y="14301"/>
                    <a:pt x="7676" y="14309"/>
                    <a:pt x="7630" y="14309"/>
                  </a:cubicBezTo>
                  <a:cubicBezTo>
                    <a:pt x="7584" y="14309"/>
                    <a:pt x="7539" y="14301"/>
                    <a:pt x="7508" y="14286"/>
                  </a:cubicBezTo>
                  <a:cubicBezTo>
                    <a:pt x="7502" y="14280"/>
                    <a:pt x="7494" y="14278"/>
                    <a:pt x="7484" y="14278"/>
                  </a:cubicBezTo>
                  <a:cubicBezTo>
                    <a:pt x="7443" y="14278"/>
                    <a:pt x="7375" y="14317"/>
                    <a:pt x="7326" y="14317"/>
                  </a:cubicBezTo>
                  <a:cubicBezTo>
                    <a:pt x="7311" y="14332"/>
                    <a:pt x="7296" y="14339"/>
                    <a:pt x="7280" y="14339"/>
                  </a:cubicBezTo>
                  <a:cubicBezTo>
                    <a:pt x="7265" y="14339"/>
                    <a:pt x="7250" y="14332"/>
                    <a:pt x="7235" y="14317"/>
                  </a:cubicBezTo>
                  <a:cubicBezTo>
                    <a:pt x="7174" y="14225"/>
                    <a:pt x="7144" y="14104"/>
                    <a:pt x="7083" y="14013"/>
                  </a:cubicBezTo>
                  <a:lnTo>
                    <a:pt x="6870" y="13952"/>
                  </a:lnTo>
                  <a:lnTo>
                    <a:pt x="6840" y="13952"/>
                  </a:lnTo>
                  <a:cubicBezTo>
                    <a:pt x="6840" y="13861"/>
                    <a:pt x="6779" y="13861"/>
                    <a:pt x="6749" y="13861"/>
                  </a:cubicBezTo>
                  <a:cubicBezTo>
                    <a:pt x="6718" y="13952"/>
                    <a:pt x="6688" y="14043"/>
                    <a:pt x="6657" y="14134"/>
                  </a:cubicBezTo>
                  <a:lnTo>
                    <a:pt x="6353" y="13982"/>
                  </a:lnTo>
                  <a:cubicBezTo>
                    <a:pt x="6338" y="13967"/>
                    <a:pt x="6323" y="13959"/>
                    <a:pt x="6308" y="13959"/>
                  </a:cubicBezTo>
                  <a:cubicBezTo>
                    <a:pt x="6293" y="13959"/>
                    <a:pt x="6277" y="13967"/>
                    <a:pt x="6262" y="13982"/>
                  </a:cubicBezTo>
                  <a:cubicBezTo>
                    <a:pt x="6262" y="13982"/>
                    <a:pt x="6232" y="14043"/>
                    <a:pt x="6232" y="14043"/>
                  </a:cubicBezTo>
                  <a:lnTo>
                    <a:pt x="6445" y="14256"/>
                  </a:lnTo>
                  <a:cubicBezTo>
                    <a:pt x="6232" y="14286"/>
                    <a:pt x="6019" y="14347"/>
                    <a:pt x="5837" y="14408"/>
                  </a:cubicBezTo>
                  <a:lnTo>
                    <a:pt x="5745" y="14377"/>
                  </a:lnTo>
                  <a:lnTo>
                    <a:pt x="5685" y="14317"/>
                  </a:lnTo>
                  <a:cubicBezTo>
                    <a:pt x="5660" y="14216"/>
                    <a:pt x="5572" y="14157"/>
                    <a:pt x="5473" y="14157"/>
                  </a:cubicBezTo>
                  <a:cubicBezTo>
                    <a:pt x="5453" y="14157"/>
                    <a:pt x="5432" y="14159"/>
                    <a:pt x="5411" y="14165"/>
                  </a:cubicBezTo>
                  <a:lnTo>
                    <a:pt x="5320" y="14165"/>
                  </a:lnTo>
                  <a:cubicBezTo>
                    <a:pt x="5320" y="14195"/>
                    <a:pt x="5350" y="14225"/>
                    <a:pt x="5442" y="14225"/>
                  </a:cubicBezTo>
                  <a:lnTo>
                    <a:pt x="5594" y="14225"/>
                  </a:lnTo>
                  <a:cubicBezTo>
                    <a:pt x="5594" y="14286"/>
                    <a:pt x="5594" y="14317"/>
                    <a:pt x="5594" y="14347"/>
                  </a:cubicBezTo>
                  <a:lnTo>
                    <a:pt x="5381" y="14347"/>
                  </a:lnTo>
                  <a:cubicBezTo>
                    <a:pt x="5350" y="14357"/>
                    <a:pt x="5318" y="14361"/>
                    <a:pt x="5285" y="14361"/>
                  </a:cubicBezTo>
                  <a:cubicBezTo>
                    <a:pt x="5122" y="14361"/>
                    <a:pt x="4940" y="14256"/>
                    <a:pt x="4864" y="14256"/>
                  </a:cubicBezTo>
                  <a:cubicBezTo>
                    <a:pt x="4773" y="14256"/>
                    <a:pt x="4651" y="14225"/>
                    <a:pt x="4560" y="14225"/>
                  </a:cubicBezTo>
                  <a:cubicBezTo>
                    <a:pt x="4549" y="14220"/>
                    <a:pt x="4539" y="14217"/>
                    <a:pt x="4530" y="14217"/>
                  </a:cubicBezTo>
                  <a:cubicBezTo>
                    <a:pt x="4492" y="14217"/>
                    <a:pt x="4486" y="14267"/>
                    <a:pt x="4560" y="14317"/>
                  </a:cubicBezTo>
                  <a:lnTo>
                    <a:pt x="4590" y="14317"/>
                  </a:lnTo>
                  <a:cubicBezTo>
                    <a:pt x="4773" y="14408"/>
                    <a:pt x="4590" y="14438"/>
                    <a:pt x="4590" y="14529"/>
                  </a:cubicBezTo>
                  <a:cubicBezTo>
                    <a:pt x="4590" y="14610"/>
                    <a:pt x="4536" y="14637"/>
                    <a:pt x="4482" y="14637"/>
                  </a:cubicBezTo>
                  <a:cubicBezTo>
                    <a:pt x="4455" y="14637"/>
                    <a:pt x="4428" y="14631"/>
                    <a:pt x="4408" y="14620"/>
                  </a:cubicBezTo>
                  <a:lnTo>
                    <a:pt x="4195" y="14529"/>
                  </a:lnTo>
                  <a:cubicBezTo>
                    <a:pt x="3952" y="14620"/>
                    <a:pt x="3557" y="14560"/>
                    <a:pt x="3496" y="14620"/>
                  </a:cubicBezTo>
                  <a:cubicBezTo>
                    <a:pt x="3405" y="14681"/>
                    <a:pt x="3283" y="14742"/>
                    <a:pt x="3192" y="14772"/>
                  </a:cubicBezTo>
                  <a:lnTo>
                    <a:pt x="3162" y="14620"/>
                  </a:lnTo>
                  <a:cubicBezTo>
                    <a:pt x="3143" y="14582"/>
                    <a:pt x="3111" y="14544"/>
                    <a:pt x="3091" y="14544"/>
                  </a:cubicBezTo>
                  <a:cubicBezTo>
                    <a:pt x="3079" y="14544"/>
                    <a:pt x="3071" y="14557"/>
                    <a:pt x="3071" y="14590"/>
                  </a:cubicBezTo>
                  <a:lnTo>
                    <a:pt x="3040" y="14742"/>
                  </a:lnTo>
                  <a:cubicBezTo>
                    <a:pt x="2888" y="14894"/>
                    <a:pt x="2797" y="15076"/>
                    <a:pt x="2706" y="15289"/>
                  </a:cubicBezTo>
                  <a:cubicBezTo>
                    <a:pt x="2686" y="15318"/>
                    <a:pt x="2664" y="15332"/>
                    <a:pt x="2640" y="15332"/>
                  </a:cubicBezTo>
                  <a:cubicBezTo>
                    <a:pt x="2590" y="15332"/>
                    <a:pt x="2534" y="15271"/>
                    <a:pt x="2493" y="15168"/>
                  </a:cubicBezTo>
                  <a:lnTo>
                    <a:pt x="2645" y="14894"/>
                  </a:lnTo>
                  <a:lnTo>
                    <a:pt x="2706" y="14803"/>
                  </a:lnTo>
                  <a:cubicBezTo>
                    <a:pt x="2767" y="14681"/>
                    <a:pt x="2797" y="14560"/>
                    <a:pt x="2797" y="14438"/>
                  </a:cubicBezTo>
                  <a:lnTo>
                    <a:pt x="2797" y="14438"/>
                  </a:lnTo>
                  <a:lnTo>
                    <a:pt x="2706" y="14529"/>
                  </a:lnTo>
                  <a:cubicBezTo>
                    <a:pt x="2693" y="14521"/>
                    <a:pt x="2681" y="14517"/>
                    <a:pt x="2670" y="14517"/>
                  </a:cubicBezTo>
                  <a:cubicBezTo>
                    <a:pt x="2599" y="14517"/>
                    <a:pt x="2554" y="14659"/>
                    <a:pt x="2554" y="14712"/>
                  </a:cubicBezTo>
                  <a:cubicBezTo>
                    <a:pt x="2554" y="14745"/>
                    <a:pt x="2517" y="14769"/>
                    <a:pt x="2464" y="14769"/>
                  </a:cubicBezTo>
                  <a:cubicBezTo>
                    <a:pt x="2421" y="14769"/>
                    <a:pt x="2366" y="14753"/>
                    <a:pt x="2311" y="14712"/>
                  </a:cubicBezTo>
                  <a:lnTo>
                    <a:pt x="2220" y="14651"/>
                  </a:lnTo>
                  <a:lnTo>
                    <a:pt x="2128" y="14560"/>
                  </a:lnTo>
                  <a:cubicBezTo>
                    <a:pt x="1946" y="14499"/>
                    <a:pt x="1885" y="14377"/>
                    <a:pt x="2007" y="14286"/>
                  </a:cubicBezTo>
                  <a:lnTo>
                    <a:pt x="2007" y="14225"/>
                  </a:lnTo>
                  <a:lnTo>
                    <a:pt x="2007" y="14134"/>
                  </a:lnTo>
                  <a:cubicBezTo>
                    <a:pt x="1978" y="14086"/>
                    <a:pt x="1941" y="14069"/>
                    <a:pt x="1902" y="14069"/>
                  </a:cubicBezTo>
                  <a:cubicBezTo>
                    <a:pt x="1819" y="14069"/>
                    <a:pt x="1733" y="14153"/>
                    <a:pt x="1733" y="14195"/>
                  </a:cubicBezTo>
                  <a:cubicBezTo>
                    <a:pt x="1710" y="14263"/>
                    <a:pt x="1585" y="14298"/>
                    <a:pt x="1498" y="14298"/>
                  </a:cubicBezTo>
                  <a:cubicBezTo>
                    <a:pt x="1469" y="14298"/>
                    <a:pt x="1445" y="14294"/>
                    <a:pt x="1429" y="14286"/>
                  </a:cubicBezTo>
                  <a:lnTo>
                    <a:pt x="1429" y="14286"/>
                  </a:lnTo>
                  <a:cubicBezTo>
                    <a:pt x="1369" y="14286"/>
                    <a:pt x="1794" y="14651"/>
                    <a:pt x="1794" y="14742"/>
                  </a:cubicBezTo>
                  <a:cubicBezTo>
                    <a:pt x="1764" y="14803"/>
                    <a:pt x="1642" y="14803"/>
                    <a:pt x="1612" y="14803"/>
                  </a:cubicBezTo>
                  <a:cubicBezTo>
                    <a:pt x="1520" y="14894"/>
                    <a:pt x="1460" y="14985"/>
                    <a:pt x="1399" y="15076"/>
                  </a:cubicBezTo>
                  <a:lnTo>
                    <a:pt x="1247" y="15137"/>
                  </a:lnTo>
                  <a:cubicBezTo>
                    <a:pt x="1156" y="15168"/>
                    <a:pt x="1065" y="15198"/>
                    <a:pt x="973" y="15228"/>
                  </a:cubicBezTo>
                  <a:cubicBezTo>
                    <a:pt x="852" y="15289"/>
                    <a:pt x="1004" y="15380"/>
                    <a:pt x="973" y="15411"/>
                  </a:cubicBezTo>
                  <a:lnTo>
                    <a:pt x="882" y="15502"/>
                  </a:lnTo>
                  <a:lnTo>
                    <a:pt x="548" y="15654"/>
                  </a:lnTo>
                  <a:cubicBezTo>
                    <a:pt x="517" y="15684"/>
                    <a:pt x="578" y="15745"/>
                    <a:pt x="700" y="15775"/>
                  </a:cubicBezTo>
                  <a:lnTo>
                    <a:pt x="730" y="15775"/>
                  </a:lnTo>
                  <a:cubicBezTo>
                    <a:pt x="771" y="15735"/>
                    <a:pt x="808" y="15721"/>
                    <a:pt x="844" y="15721"/>
                  </a:cubicBezTo>
                  <a:cubicBezTo>
                    <a:pt x="916" y="15721"/>
                    <a:pt x="983" y="15775"/>
                    <a:pt x="1065" y="15775"/>
                  </a:cubicBezTo>
                  <a:lnTo>
                    <a:pt x="1186" y="15775"/>
                  </a:lnTo>
                  <a:cubicBezTo>
                    <a:pt x="1308" y="15775"/>
                    <a:pt x="1460" y="15775"/>
                    <a:pt x="1581" y="15745"/>
                  </a:cubicBezTo>
                  <a:lnTo>
                    <a:pt x="1612" y="15867"/>
                  </a:lnTo>
                  <a:lnTo>
                    <a:pt x="1672" y="16019"/>
                  </a:lnTo>
                  <a:cubicBezTo>
                    <a:pt x="1764" y="15988"/>
                    <a:pt x="1824" y="15897"/>
                    <a:pt x="1855" y="15775"/>
                  </a:cubicBezTo>
                  <a:cubicBezTo>
                    <a:pt x="1855" y="15745"/>
                    <a:pt x="1885" y="15715"/>
                    <a:pt x="1976" y="15715"/>
                  </a:cubicBezTo>
                  <a:lnTo>
                    <a:pt x="2007" y="15715"/>
                  </a:lnTo>
                  <a:cubicBezTo>
                    <a:pt x="2037" y="15760"/>
                    <a:pt x="2083" y="15783"/>
                    <a:pt x="2128" y="15783"/>
                  </a:cubicBezTo>
                  <a:cubicBezTo>
                    <a:pt x="2174" y="15783"/>
                    <a:pt x="2220" y="15760"/>
                    <a:pt x="2250" y="15715"/>
                  </a:cubicBezTo>
                  <a:cubicBezTo>
                    <a:pt x="2291" y="15694"/>
                    <a:pt x="2333" y="15631"/>
                    <a:pt x="2393" y="15631"/>
                  </a:cubicBezTo>
                  <a:cubicBezTo>
                    <a:pt x="2421" y="15631"/>
                    <a:pt x="2454" y="15645"/>
                    <a:pt x="2493" y="15684"/>
                  </a:cubicBezTo>
                  <a:cubicBezTo>
                    <a:pt x="2584" y="15654"/>
                    <a:pt x="2706" y="15624"/>
                    <a:pt x="2828" y="15593"/>
                  </a:cubicBezTo>
                  <a:lnTo>
                    <a:pt x="3131" y="15593"/>
                  </a:lnTo>
                  <a:cubicBezTo>
                    <a:pt x="3189" y="15651"/>
                    <a:pt x="3259" y="15672"/>
                    <a:pt x="3311" y="15672"/>
                  </a:cubicBezTo>
                  <a:cubicBezTo>
                    <a:pt x="3340" y="15672"/>
                    <a:pt x="3364" y="15665"/>
                    <a:pt x="3375" y="15654"/>
                  </a:cubicBezTo>
                  <a:cubicBezTo>
                    <a:pt x="3375" y="15650"/>
                    <a:pt x="3377" y="15648"/>
                    <a:pt x="3381" y="15648"/>
                  </a:cubicBezTo>
                  <a:cubicBezTo>
                    <a:pt x="3407" y="15648"/>
                    <a:pt x="3500" y="15719"/>
                    <a:pt x="3527" y="15745"/>
                  </a:cubicBezTo>
                  <a:cubicBezTo>
                    <a:pt x="3533" y="15751"/>
                    <a:pt x="3542" y="15754"/>
                    <a:pt x="3554" y="15754"/>
                  </a:cubicBezTo>
                  <a:cubicBezTo>
                    <a:pt x="3602" y="15754"/>
                    <a:pt x="3685" y="15715"/>
                    <a:pt x="3709" y="15715"/>
                  </a:cubicBezTo>
                  <a:cubicBezTo>
                    <a:pt x="3739" y="15684"/>
                    <a:pt x="3648" y="15532"/>
                    <a:pt x="3587" y="15472"/>
                  </a:cubicBezTo>
                  <a:cubicBezTo>
                    <a:pt x="3527" y="15411"/>
                    <a:pt x="3587" y="15350"/>
                    <a:pt x="3739" y="15350"/>
                  </a:cubicBezTo>
                  <a:lnTo>
                    <a:pt x="3800" y="15472"/>
                  </a:lnTo>
                  <a:cubicBezTo>
                    <a:pt x="3922" y="15502"/>
                    <a:pt x="4013" y="15593"/>
                    <a:pt x="4104" y="15624"/>
                  </a:cubicBezTo>
                  <a:cubicBezTo>
                    <a:pt x="4195" y="15654"/>
                    <a:pt x="4317" y="15624"/>
                    <a:pt x="4378" y="15684"/>
                  </a:cubicBezTo>
                  <a:cubicBezTo>
                    <a:pt x="4403" y="15703"/>
                    <a:pt x="4424" y="15710"/>
                    <a:pt x="4443" y="15710"/>
                  </a:cubicBezTo>
                  <a:cubicBezTo>
                    <a:pt x="4503" y="15710"/>
                    <a:pt x="4544" y="15641"/>
                    <a:pt x="4621" y="15641"/>
                  </a:cubicBezTo>
                  <a:cubicBezTo>
                    <a:pt x="4639" y="15641"/>
                    <a:pt x="4659" y="15645"/>
                    <a:pt x="4682" y="15654"/>
                  </a:cubicBezTo>
                  <a:lnTo>
                    <a:pt x="4803" y="15715"/>
                  </a:lnTo>
                  <a:cubicBezTo>
                    <a:pt x="4834" y="15593"/>
                    <a:pt x="4803" y="15502"/>
                    <a:pt x="4712" y="15472"/>
                  </a:cubicBezTo>
                  <a:cubicBezTo>
                    <a:pt x="4651" y="15441"/>
                    <a:pt x="4742" y="15411"/>
                    <a:pt x="4925" y="15380"/>
                  </a:cubicBezTo>
                  <a:lnTo>
                    <a:pt x="5077" y="15380"/>
                  </a:lnTo>
                  <a:cubicBezTo>
                    <a:pt x="5161" y="15380"/>
                    <a:pt x="5116" y="15536"/>
                    <a:pt x="5204" y="15536"/>
                  </a:cubicBezTo>
                  <a:cubicBezTo>
                    <a:pt x="5211" y="15536"/>
                    <a:pt x="5219" y="15535"/>
                    <a:pt x="5229" y="15532"/>
                  </a:cubicBezTo>
                  <a:cubicBezTo>
                    <a:pt x="5350" y="15532"/>
                    <a:pt x="5442" y="15472"/>
                    <a:pt x="5563" y="15472"/>
                  </a:cubicBezTo>
                  <a:lnTo>
                    <a:pt x="5715" y="15472"/>
                  </a:lnTo>
                  <a:cubicBezTo>
                    <a:pt x="5867" y="15441"/>
                    <a:pt x="6019" y="15350"/>
                    <a:pt x="6049" y="15198"/>
                  </a:cubicBezTo>
                  <a:cubicBezTo>
                    <a:pt x="6049" y="15139"/>
                    <a:pt x="6176" y="15106"/>
                    <a:pt x="6258" y="15106"/>
                  </a:cubicBezTo>
                  <a:cubicBezTo>
                    <a:pt x="6303" y="15106"/>
                    <a:pt x="6334" y="15116"/>
                    <a:pt x="6323" y="15137"/>
                  </a:cubicBezTo>
                  <a:cubicBezTo>
                    <a:pt x="6314" y="15165"/>
                    <a:pt x="6321" y="15176"/>
                    <a:pt x="6337" y="15176"/>
                  </a:cubicBezTo>
                  <a:cubicBezTo>
                    <a:pt x="6374" y="15176"/>
                    <a:pt x="6454" y="15119"/>
                    <a:pt x="6475" y="15076"/>
                  </a:cubicBezTo>
                  <a:cubicBezTo>
                    <a:pt x="6487" y="15065"/>
                    <a:pt x="6504" y="15060"/>
                    <a:pt x="6524" y="15060"/>
                  </a:cubicBezTo>
                  <a:cubicBezTo>
                    <a:pt x="6612" y="15060"/>
                    <a:pt x="6760" y="15149"/>
                    <a:pt x="6809" y="15198"/>
                  </a:cubicBezTo>
                  <a:cubicBezTo>
                    <a:pt x="6823" y="15205"/>
                    <a:pt x="6846" y="15207"/>
                    <a:pt x="6874" y="15207"/>
                  </a:cubicBezTo>
                  <a:cubicBezTo>
                    <a:pt x="6924" y="15207"/>
                    <a:pt x="6989" y="15200"/>
                    <a:pt x="7043" y="15200"/>
                  </a:cubicBezTo>
                  <a:cubicBezTo>
                    <a:pt x="7092" y="15200"/>
                    <a:pt x="7132" y="15206"/>
                    <a:pt x="7144" y="15228"/>
                  </a:cubicBezTo>
                  <a:cubicBezTo>
                    <a:pt x="7144" y="15251"/>
                    <a:pt x="7146" y="15261"/>
                    <a:pt x="7148" y="15261"/>
                  </a:cubicBezTo>
                  <a:cubicBezTo>
                    <a:pt x="7157" y="15261"/>
                    <a:pt x="7174" y="15175"/>
                    <a:pt x="7174" y="15107"/>
                  </a:cubicBezTo>
                  <a:cubicBezTo>
                    <a:pt x="7193" y="15069"/>
                    <a:pt x="7246" y="15043"/>
                    <a:pt x="7321" y="15043"/>
                  </a:cubicBezTo>
                  <a:cubicBezTo>
                    <a:pt x="7366" y="15043"/>
                    <a:pt x="7420" y="15053"/>
                    <a:pt x="7478" y="15076"/>
                  </a:cubicBezTo>
                  <a:lnTo>
                    <a:pt x="7326" y="15198"/>
                  </a:lnTo>
                  <a:lnTo>
                    <a:pt x="7204" y="15320"/>
                  </a:lnTo>
                  <a:cubicBezTo>
                    <a:pt x="7326" y="15320"/>
                    <a:pt x="7478" y="15289"/>
                    <a:pt x="7600" y="15168"/>
                  </a:cubicBezTo>
                  <a:cubicBezTo>
                    <a:pt x="7630" y="15107"/>
                    <a:pt x="7630" y="15016"/>
                    <a:pt x="7539" y="15016"/>
                  </a:cubicBezTo>
                  <a:lnTo>
                    <a:pt x="7508" y="14955"/>
                  </a:lnTo>
                  <a:cubicBezTo>
                    <a:pt x="7508" y="14894"/>
                    <a:pt x="7478" y="14803"/>
                    <a:pt x="7508" y="14742"/>
                  </a:cubicBezTo>
                  <a:cubicBezTo>
                    <a:pt x="7569" y="14712"/>
                    <a:pt x="7660" y="14712"/>
                    <a:pt x="7752" y="14712"/>
                  </a:cubicBezTo>
                  <a:cubicBezTo>
                    <a:pt x="7797" y="14757"/>
                    <a:pt x="7858" y="14780"/>
                    <a:pt x="7919" y="14780"/>
                  </a:cubicBezTo>
                  <a:cubicBezTo>
                    <a:pt x="7980" y="14780"/>
                    <a:pt x="8040" y="14757"/>
                    <a:pt x="8086" y="14712"/>
                  </a:cubicBezTo>
                  <a:lnTo>
                    <a:pt x="8147" y="14681"/>
                  </a:lnTo>
                  <a:cubicBezTo>
                    <a:pt x="8180" y="14676"/>
                    <a:pt x="8211" y="14673"/>
                    <a:pt x="8238" y="14673"/>
                  </a:cubicBezTo>
                  <a:cubicBezTo>
                    <a:pt x="8358" y="14673"/>
                    <a:pt x="8415" y="14723"/>
                    <a:pt x="8390" y="14772"/>
                  </a:cubicBezTo>
                  <a:lnTo>
                    <a:pt x="8329" y="14803"/>
                  </a:lnTo>
                  <a:lnTo>
                    <a:pt x="8238" y="14864"/>
                  </a:lnTo>
                  <a:cubicBezTo>
                    <a:pt x="8116" y="14955"/>
                    <a:pt x="8208" y="15228"/>
                    <a:pt x="8208" y="15289"/>
                  </a:cubicBezTo>
                  <a:cubicBezTo>
                    <a:pt x="8183" y="15364"/>
                    <a:pt x="8178" y="15419"/>
                    <a:pt x="8194" y="15419"/>
                  </a:cubicBezTo>
                  <a:cubicBezTo>
                    <a:pt x="8198" y="15419"/>
                    <a:pt x="8202" y="15416"/>
                    <a:pt x="8208" y="15411"/>
                  </a:cubicBezTo>
                  <a:lnTo>
                    <a:pt x="8208" y="15380"/>
                  </a:lnTo>
                  <a:cubicBezTo>
                    <a:pt x="8238" y="15350"/>
                    <a:pt x="8177" y="15259"/>
                    <a:pt x="8268" y="15228"/>
                  </a:cubicBezTo>
                  <a:cubicBezTo>
                    <a:pt x="8290" y="15223"/>
                    <a:pt x="8309" y="15220"/>
                    <a:pt x="8325" y="15220"/>
                  </a:cubicBezTo>
                  <a:cubicBezTo>
                    <a:pt x="8400" y="15220"/>
                    <a:pt x="8420" y="15275"/>
                    <a:pt x="8420" y="15350"/>
                  </a:cubicBezTo>
                  <a:cubicBezTo>
                    <a:pt x="8451" y="15350"/>
                    <a:pt x="8542" y="15137"/>
                    <a:pt x="8663" y="15107"/>
                  </a:cubicBezTo>
                  <a:cubicBezTo>
                    <a:pt x="8755" y="15046"/>
                    <a:pt x="8846" y="14985"/>
                    <a:pt x="8907" y="14924"/>
                  </a:cubicBezTo>
                  <a:cubicBezTo>
                    <a:pt x="9089" y="14924"/>
                    <a:pt x="9211" y="14985"/>
                    <a:pt x="9332" y="15107"/>
                  </a:cubicBezTo>
                  <a:cubicBezTo>
                    <a:pt x="9393" y="15168"/>
                    <a:pt x="9454" y="15228"/>
                    <a:pt x="9515" y="15289"/>
                  </a:cubicBezTo>
                  <a:cubicBezTo>
                    <a:pt x="9575" y="15289"/>
                    <a:pt x="9606" y="15259"/>
                    <a:pt x="9636" y="15228"/>
                  </a:cubicBezTo>
                  <a:lnTo>
                    <a:pt x="9636" y="15168"/>
                  </a:lnTo>
                  <a:cubicBezTo>
                    <a:pt x="9636" y="15087"/>
                    <a:pt x="9663" y="15046"/>
                    <a:pt x="9717" y="15046"/>
                  </a:cubicBezTo>
                  <a:cubicBezTo>
                    <a:pt x="9744" y="15046"/>
                    <a:pt x="9778" y="15056"/>
                    <a:pt x="9819" y="15076"/>
                  </a:cubicBezTo>
                  <a:lnTo>
                    <a:pt x="9879" y="15107"/>
                  </a:lnTo>
                  <a:cubicBezTo>
                    <a:pt x="10092" y="15046"/>
                    <a:pt x="10305" y="14985"/>
                    <a:pt x="10518" y="14955"/>
                  </a:cubicBezTo>
                  <a:lnTo>
                    <a:pt x="10761" y="15137"/>
                  </a:lnTo>
                  <a:cubicBezTo>
                    <a:pt x="10791" y="15107"/>
                    <a:pt x="10852" y="14985"/>
                    <a:pt x="10882" y="14955"/>
                  </a:cubicBezTo>
                  <a:cubicBezTo>
                    <a:pt x="10882" y="14940"/>
                    <a:pt x="10951" y="14924"/>
                    <a:pt x="11023" y="14924"/>
                  </a:cubicBezTo>
                  <a:cubicBezTo>
                    <a:pt x="11095" y="14924"/>
                    <a:pt x="11171" y="14940"/>
                    <a:pt x="11186" y="14985"/>
                  </a:cubicBezTo>
                  <a:cubicBezTo>
                    <a:pt x="11198" y="15021"/>
                    <a:pt x="11215" y="15033"/>
                    <a:pt x="11231" y="15033"/>
                  </a:cubicBezTo>
                  <a:cubicBezTo>
                    <a:pt x="11255" y="15033"/>
                    <a:pt x="11278" y="15004"/>
                    <a:pt x="11278" y="14985"/>
                  </a:cubicBezTo>
                  <a:cubicBezTo>
                    <a:pt x="11278" y="14964"/>
                    <a:pt x="11384" y="14942"/>
                    <a:pt x="11521" y="14942"/>
                  </a:cubicBezTo>
                  <a:cubicBezTo>
                    <a:pt x="11578" y="14942"/>
                    <a:pt x="11641" y="14946"/>
                    <a:pt x="11703" y="14955"/>
                  </a:cubicBezTo>
                  <a:lnTo>
                    <a:pt x="12098" y="14955"/>
                  </a:lnTo>
                  <a:cubicBezTo>
                    <a:pt x="12106" y="14947"/>
                    <a:pt x="12117" y="14943"/>
                    <a:pt x="12128" y="14943"/>
                  </a:cubicBezTo>
                  <a:cubicBezTo>
                    <a:pt x="12159" y="14943"/>
                    <a:pt x="12198" y="14971"/>
                    <a:pt x="12220" y="15016"/>
                  </a:cubicBezTo>
                  <a:lnTo>
                    <a:pt x="12250" y="15046"/>
                  </a:lnTo>
                  <a:cubicBezTo>
                    <a:pt x="12311" y="15046"/>
                    <a:pt x="12433" y="14833"/>
                    <a:pt x="12493" y="14833"/>
                  </a:cubicBezTo>
                  <a:cubicBezTo>
                    <a:pt x="12615" y="14864"/>
                    <a:pt x="12706" y="14894"/>
                    <a:pt x="12797" y="14985"/>
                  </a:cubicBezTo>
                  <a:cubicBezTo>
                    <a:pt x="12801" y="14989"/>
                    <a:pt x="12806" y="14991"/>
                    <a:pt x="12812" y="14991"/>
                  </a:cubicBezTo>
                  <a:cubicBezTo>
                    <a:pt x="12850" y="14991"/>
                    <a:pt x="12923" y="14901"/>
                    <a:pt x="12949" y="14742"/>
                  </a:cubicBezTo>
                  <a:lnTo>
                    <a:pt x="13253" y="14742"/>
                  </a:lnTo>
                  <a:cubicBezTo>
                    <a:pt x="13284" y="14772"/>
                    <a:pt x="13192" y="14924"/>
                    <a:pt x="13162" y="14955"/>
                  </a:cubicBezTo>
                  <a:cubicBezTo>
                    <a:pt x="13134" y="14982"/>
                    <a:pt x="13282" y="15035"/>
                    <a:pt x="13491" y="15044"/>
                  </a:cubicBezTo>
                  <a:lnTo>
                    <a:pt x="13491" y="15044"/>
                  </a:lnTo>
                  <a:cubicBezTo>
                    <a:pt x="13491" y="15116"/>
                    <a:pt x="13573" y="15245"/>
                    <a:pt x="13679" y="15350"/>
                  </a:cubicBezTo>
                  <a:lnTo>
                    <a:pt x="13922" y="15350"/>
                  </a:lnTo>
                  <a:cubicBezTo>
                    <a:pt x="13983" y="15380"/>
                    <a:pt x="13983" y="15441"/>
                    <a:pt x="13922" y="15502"/>
                  </a:cubicBezTo>
                  <a:lnTo>
                    <a:pt x="13892" y="15502"/>
                  </a:lnTo>
                  <a:cubicBezTo>
                    <a:pt x="13865" y="15507"/>
                    <a:pt x="13839" y="15510"/>
                    <a:pt x="13814" y="15510"/>
                  </a:cubicBezTo>
                  <a:cubicBezTo>
                    <a:pt x="13697" y="15510"/>
                    <a:pt x="13602" y="15455"/>
                    <a:pt x="13527" y="15380"/>
                  </a:cubicBezTo>
                  <a:cubicBezTo>
                    <a:pt x="13405" y="15259"/>
                    <a:pt x="13253" y="15137"/>
                    <a:pt x="13101" y="15016"/>
                  </a:cubicBezTo>
                  <a:cubicBezTo>
                    <a:pt x="13071" y="15016"/>
                    <a:pt x="13010" y="15168"/>
                    <a:pt x="13010" y="15228"/>
                  </a:cubicBezTo>
                  <a:cubicBezTo>
                    <a:pt x="13010" y="15244"/>
                    <a:pt x="12987" y="15251"/>
                    <a:pt x="12957" y="15251"/>
                  </a:cubicBezTo>
                  <a:cubicBezTo>
                    <a:pt x="12926" y="15251"/>
                    <a:pt x="12888" y="15244"/>
                    <a:pt x="12858" y="15228"/>
                  </a:cubicBezTo>
                  <a:lnTo>
                    <a:pt x="12797" y="15228"/>
                  </a:lnTo>
                  <a:cubicBezTo>
                    <a:pt x="12752" y="15213"/>
                    <a:pt x="12699" y="15206"/>
                    <a:pt x="12645" y="15206"/>
                  </a:cubicBezTo>
                  <a:cubicBezTo>
                    <a:pt x="12592" y="15206"/>
                    <a:pt x="12539" y="15213"/>
                    <a:pt x="12493" y="15228"/>
                  </a:cubicBezTo>
                  <a:cubicBezTo>
                    <a:pt x="12493" y="15214"/>
                    <a:pt x="12479" y="15208"/>
                    <a:pt x="12455" y="15208"/>
                  </a:cubicBezTo>
                  <a:cubicBezTo>
                    <a:pt x="12376" y="15208"/>
                    <a:pt x="12199" y="15273"/>
                    <a:pt x="12129" y="15320"/>
                  </a:cubicBezTo>
                  <a:cubicBezTo>
                    <a:pt x="12068" y="15350"/>
                    <a:pt x="11999" y="15365"/>
                    <a:pt x="11931" y="15365"/>
                  </a:cubicBezTo>
                  <a:cubicBezTo>
                    <a:pt x="11863" y="15365"/>
                    <a:pt x="11794" y="15350"/>
                    <a:pt x="11733" y="15320"/>
                  </a:cubicBezTo>
                  <a:lnTo>
                    <a:pt x="11612" y="15289"/>
                  </a:lnTo>
                  <a:cubicBezTo>
                    <a:pt x="11490" y="15259"/>
                    <a:pt x="11369" y="15228"/>
                    <a:pt x="11278" y="15228"/>
                  </a:cubicBezTo>
                  <a:lnTo>
                    <a:pt x="11156" y="15228"/>
                  </a:lnTo>
                  <a:cubicBezTo>
                    <a:pt x="11068" y="15258"/>
                    <a:pt x="11122" y="15401"/>
                    <a:pt x="11290" y="15548"/>
                  </a:cubicBezTo>
                  <a:lnTo>
                    <a:pt x="11290" y="15548"/>
                  </a:lnTo>
                  <a:cubicBezTo>
                    <a:pt x="11215" y="15555"/>
                    <a:pt x="11140" y="15563"/>
                    <a:pt x="11065" y="15563"/>
                  </a:cubicBezTo>
                  <a:cubicBezTo>
                    <a:pt x="10943" y="15624"/>
                    <a:pt x="10761" y="15684"/>
                    <a:pt x="10639" y="15745"/>
                  </a:cubicBezTo>
                  <a:lnTo>
                    <a:pt x="10518" y="15775"/>
                  </a:lnTo>
                  <a:cubicBezTo>
                    <a:pt x="10518" y="15775"/>
                    <a:pt x="10457" y="15715"/>
                    <a:pt x="10457" y="15684"/>
                  </a:cubicBezTo>
                  <a:cubicBezTo>
                    <a:pt x="10457" y="15684"/>
                    <a:pt x="10487" y="15624"/>
                    <a:pt x="10518" y="15624"/>
                  </a:cubicBezTo>
                  <a:lnTo>
                    <a:pt x="10609" y="15624"/>
                  </a:lnTo>
                  <a:cubicBezTo>
                    <a:pt x="10670" y="15624"/>
                    <a:pt x="10366" y="15563"/>
                    <a:pt x="10274" y="15472"/>
                  </a:cubicBezTo>
                  <a:cubicBezTo>
                    <a:pt x="10248" y="15454"/>
                    <a:pt x="10234" y="15446"/>
                    <a:pt x="10229" y="15446"/>
                  </a:cubicBezTo>
                  <a:cubicBezTo>
                    <a:pt x="10216" y="15446"/>
                    <a:pt x="10253" y="15489"/>
                    <a:pt x="10274" y="15532"/>
                  </a:cubicBezTo>
                  <a:cubicBezTo>
                    <a:pt x="10286" y="15556"/>
                    <a:pt x="10258" y="15565"/>
                    <a:pt x="10213" y="15565"/>
                  </a:cubicBezTo>
                  <a:cubicBezTo>
                    <a:pt x="10141" y="15565"/>
                    <a:pt x="10027" y="15540"/>
                    <a:pt x="9970" y="15502"/>
                  </a:cubicBezTo>
                  <a:cubicBezTo>
                    <a:pt x="9940" y="15472"/>
                    <a:pt x="9902" y="15456"/>
                    <a:pt x="9868" y="15456"/>
                  </a:cubicBezTo>
                  <a:cubicBezTo>
                    <a:pt x="9834" y="15456"/>
                    <a:pt x="9803" y="15472"/>
                    <a:pt x="9788" y="15502"/>
                  </a:cubicBezTo>
                  <a:cubicBezTo>
                    <a:pt x="9758" y="15532"/>
                    <a:pt x="9819" y="15593"/>
                    <a:pt x="9879" y="15593"/>
                  </a:cubicBezTo>
                  <a:lnTo>
                    <a:pt x="10001" y="15593"/>
                  </a:lnTo>
                  <a:cubicBezTo>
                    <a:pt x="10001" y="15624"/>
                    <a:pt x="9940" y="15745"/>
                    <a:pt x="9910" y="15806"/>
                  </a:cubicBezTo>
                  <a:cubicBezTo>
                    <a:pt x="9904" y="15811"/>
                    <a:pt x="9893" y="15814"/>
                    <a:pt x="9876" y="15814"/>
                  </a:cubicBezTo>
                  <a:cubicBezTo>
                    <a:pt x="9795" y="15814"/>
                    <a:pt x="9589" y="15755"/>
                    <a:pt x="9363" y="15654"/>
                  </a:cubicBezTo>
                  <a:lnTo>
                    <a:pt x="9636" y="15380"/>
                  </a:lnTo>
                  <a:cubicBezTo>
                    <a:pt x="9601" y="15357"/>
                    <a:pt x="9566" y="15347"/>
                    <a:pt x="9535" y="15347"/>
                  </a:cubicBezTo>
                  <a:cubicBezTo>
                    <a:pt x="9484" y="15347"/>
                    <a:pt x="9442" y="15373"/>
                    <a:pt x="9423" y="15411"/>
                  </a:cubicBezTo>
                  <a:cubicBezTo>
                    <a:pt x="9393" y="15472"/>
                    <a:pt x="9180" y="15532"/>
                    <a:pt x="9089" y="15532"/>
                  </a:cubicBezTo>
                  <a:cubicBezTo>
                    <a:pt x="9028" y="15532"/>
                    <a:pt x="9119" y="15593"/>
                    <a:pt x="9180" y="15593"/>
                  </a:cubicBezTo>
                  <a:cubicBezTo>
                    <a:pt x="9241" y="15624"/>
                    <a:pt x="9332" y="15684"/>
                    <a:pt x="9393" y="15715"/>
                  </a:cubicBezTo>
                  <a:cubicBezTo>
                    <a:pt x="9420" y="15742"/>
                    <a:pt x="9331" y="15757"/>
                    <a:pt x="9219" y="15757"/>
                  </a:cubicBezTo>
                  <a:cubicBezTo>
                    <a:pt x="9081" y="15757"/>
                    <a:pt x="8910" y="15735"/>
                    <a:pt x="8876" y="15684"/>
                  </a:cubicBezTo>
                  <a:cubicBezTo>
                    <a:pt x="8846" y="15563"/>
                    <a:pt x="8755" y="15441"/>
                    <a:pt x="8724" y="15441"/>
                  </a:cubicBezTo>
                  <a:cubicBezTo>
                    <a:pt x="8663" y="15441"/>
                    <a:pt x="8603" y="15654"/>
                    <a:pt x="8542" y="15715"/>
                  </a:cubicBezTo>
                  <a:cubicBezTo>
                    <a:pt x="8497" y="15759"/>
                    <a:pt x="8534" y="15787"/>
                    <a:pt x="8569" y="15787"/>
                  </a:cubicBezTo>
                  <a:cubicBezTo>
                    <a:pt x="8582" y="15787"/>
                    <a:pt x="8595" y="15784"/>
                    <a:pt x="8603" y="15775"/>
                  </a:cubicBezTo>
                  <a:cubicBezTo>
                    <a:pt x="8608" y="15770"/>
                    <a:pt x="8613" y="15767"/>
                    <a:pt x="8617" y="15767"/>
                  </a:cubicBezTo>
                  <a:cubicBezTo>
                    <a:pt x="8633" y="15767"/>
                    <a:pt x="8633" y="15817"/>
                    <a:pt x="8633" y="15867"/>
                  </a:cubicBezTo>
                  <a:lnTo>
                    <a:pt x="8572" y="15897"/>
                  </a:lnTo>
                  <a:lnTo>
                    <a:pt x="8512" y="15958"/>
                  </a:lnTo>
                  <a:cubicBezTo>
                    <a:pt x="8489" y="15965"/>
                    <a:pt x="8464" y="15969"/>
                    <a:pt x="8438" y="15969"/>
                  </a:cubicBezTo>
                  <a:cubicBezTo>
                    <a:pt x="8361" y="15969"/>
                    <a:pt x="8276" y="15935"/>
                    <a:pt x="8208" y="15867"/>
                  </a:cubicBezTo>
                  <a:lnTo>
                    <a:pt x="8086" y="15867"/>
                  </a:lnTo>
                  <a:cubicBezTo>
                    <a:pt x="7995" y="15836"/>
                    <a:pt x="7995" y="15806"/>
                    <a:pt x="7995" y="15715"/>
                  </a:cubicBezTo>
                  <a:lnTo>
                    <a:pt x="7934" y="15593"/>
                  </a:lnTo>
                  <a:cubicBezTo>
                    <a:pt x="7873" y="15624"/>
                    <a:pt x="7812" y="15639"/>
                    <a:pt x="7752" y="15639"/>
                  </a:cubicBezTo>
                  <a:cubicBezTo>
                    <a:pt x="7691" y="15639"/>
                    <a:pt x="7630" y="15624"/>
                    <a:pt x="7569" y="15593"/>
                  </a:cubicBezTo>
                  <a:lnTo>
                    <a:pt x="7478" y="15563"/>
                  </a:lnTo>
                  <a:lnTo>
                    <a:pt x="7326" y="15502"/>
                  </a:lnTo>
                  <a:cubicBezTo>
                    <a:pt x="7204" y="15532"/>
                    <a:pt x="7113" y="15593"/>
                    <a:pt x="7083" y="15715"/>
                  </a:cubicBezTo>
                  <a:cubicBezTo>
                    <a:pt x="7083" y="15745"/>
                    <a:pt x="7174" y="15775"/>
                    <a:pt x="7204" y="15775"/>
                  </a:cubicBezTo>
                  <a:cubicBezTo>
                    <a:pt x="7235" y="15775"/>
                    <a:pt x="7326" y="15927"/>
                    <a:pt x="7387" y="15927"/>
                  </a:cubicBezTo>
                  <a:cubicBezTo>
                    <a:pt x="7400" y="15923"/>
                    <a:pt x="7415" y="15921"/>
                    <a:pt x="7431" y="15921"/>
                  </a:cubicBezTo>
                  <a:cubicBezTo>
                    <a:pt x="7528" y="15921"/>
                    <a:pt x="7669" y="15988"/>
                    <a:pt x="7721" y="15988"/>
                  </a:cubicBezTo>
                  <a:cubicBezTo>
                    <a:pt x="7812" y="15988"/>
                    <a:pt x="7782" y="16049"/>
                    <a:pt x="7691" y="16140"/>
                  </a:cubicBezTo>
                  <a:lnTo>
                    <a:pt x="7326" y="16171"/>
                  </a:lnTo>
                  <a:lnTo>
                    <a:pt x="7174" y="16171"/>
                  </a:lnTo>
                  <a:lnTo>
                    <a:pt x="7144" y="16140"/>
                  </a:lnTo>
                  <a:cubicBezTo>
                    <a:pt x="7133" y="16119"/>
                    <a:pt x="7122" y="16109"/>
                    <a:pt x="7110" y="16109"/>
                  </a:cubicBezTo>
                  <a:cubicBezTo>
                    <a:pt x="7088" y="16109"/>
                    <a:pt x="7061" y="16142"/>
                    <a:pt x="7022" y="16201"/>
                  </a:cubicBezTo>
                  <a:lnTo>
                    <a:pt x="6992" y="16201"/>
                  </a:lnTo>
                  <a:cubicBezTo>
                    <a:pt x="6954" y="16193"/>
                    <a:pt x="6914" y="16190"/>
                    <a:pt x="6873" y="16190"/>
                  </a:cubicBezTo>
                  <a:cubicBezTo>
                    <a:pt x="6752" y="16190"/>
                    <a:pt x="6627" y="16224"/>
                    <a:pt x="6536" y="16292"/>
                  </a:cubicBezTo>
                  <a:cubicBezTo>
                    <a:pt x="6475" y="16231"/>
                    <a:pt x="6414" y="16201"/>
                    <a:pt x="6384" y="16140"/>
                  </a:cubicBezTo>
                  <a:lnTo>
                    <a:pt x="6323" y="16231"/>
                  </a:lnTo>
                  <a:lnTo>
                    <a:pt x="6262" y="16201"/>
                  </a:lnTo>
                  <a:cubicBezTo>
                    <a:pt x="6253" y="16182"/>
                    <a:pt x="6217" y="16175"/>
                    <a:pt x="6169" y="16175"/>
                  </a:cubicBezTo>
                  <a:cubicBezTo>
                    <a:pt x="6061" y="16175"/>
                    <a:pt x="5890" y="16210"/>
                    <a:pt x="5806" y="16231"/>
                  </a:cubicBezTo>
                  <a:cubicBezTo>
                    <a:pt x="5794" y="16240"/>
                    <a:pt x="5778" y="16244"/>
                    <a:pt x="5761" y="16244"/>
                  </a:cubicBezTo>
                  <a:cubicBezTo>
                    <a:pt x="5652" y="16244"/>
                    <a:pt x="5468" y="16097"/>
                    <a:pt x="5442" y="16019"/>
                  </a:cubicBezTo>
                  <a:cubicBezTo>
                    <a:pt x="5424" y="15983"/>
                    <a:pt x="5322" y="15968"/>
                    <a:pt x="5223" y="15968"/>
                  </a:cubicBezTo>
                  <a:cubicBezTo>
                    <a:pt x="5153" y="15968"/>
                    <a:pt x="5084" y="15976"/>
                    <a:pt x="5046" y="15988"/>
                  </a:cubicBezTo>
                  <a:cubicBezTo>
                    <a:pt x="4955" y="15988"/>
                    <a:pt x="4925" y="16079"/>
                    <a:pt x="4925" y="16171"/>
                  </a:cubicBezTo>
                  <a:lnTo>
                    <a:pt x="4925" y="16262"/>
                  </a:lnTo>
                  <a:cubicBezTo>
                    <a:pt x="4894" y="16292"/>
                    <a:pt x="4864" y="16292"/>
                    <a:pt x="4803" y="16323"/>
                  </a:cubicBezTo>
                  <a:cubicBezTo>
                    <a:pt x="4773" y="16323"/>
                    <a:pt x="4712" y="16292"/>
                    <a:pt x="4712" y="16262"/>
                  </a:cubicBezTo>
                  <a:lnTo>
                    <a:pt x="4712" y="16110"/>
                  </a:lnTo>
                  <a:cubicBezTo>
                    <a:pt x="4712" y="15988"/>
                    <a:pt x="4621" y="15867"/>
                    <a:pt x="4499" y="15836"/>
                  </a:cubicBezTo>
                  <a:cubicBezTo>
                    <a:pt x="4438" y="15836"/>
                    <a:pt x="4499" y="15897"/>
                    <a:pt x="4499" y="15958"/>
                  </a:cubicBezTo>
                  <a:cubicBezTo>
                    <a:pt x="4499" y="16019"/>
                    <a:pt x="4530" y="16079"/>
                    <a:pt x="4560" y="16110"/>
                  </a:cubicBezTo>
                  <a:cubicBezTo>
                    <a:pt x="4590" y="16201"/>
                    <a:pt x="4590" y="16262"/>
                    <a:pt x="4621" y="16323"/>
                  </a:cubicBezTo>
                  <a:lnTo>
                    <a:pt x="4469" y="16323"/>
                  </a:lnTo>
                  <a:cubicBezTo>
                    <a:pt x="4378" y="16323"/>
                    <a:pt x="4286" y="16323"/>
                    <a:pt x="4317" y="16414"/>
                  </a:cubicBezTo>
                  <a:cubicBezTo>
                    <a:pt x="4337" y="16551"/>
                    <a:pt x="4267" y="16587"/>
                    <a:pt x="4191" y="16587"/>
                  </a:cubicBezTo>
                  <a:cubicBezTo>
                    <a:pt x="4150" y="16587"/>
                    <a:pt x="4106" y="16577"/>
                    <a:pt x="4074" y="16566"/>
                  </a:cubicBezTo>
                  <a:cubicBezTo>
                    <a:pt x="3891" y="16475"/>
                    <a:pt x="3587" y="16475"/>
                    <a:pt x="3587" y="16231"/>
                  </a:cubicBezTo>
                  <a:lnTo>
                    <a:pt x="3587" y="16171"/>
                  </a:lnTo>
                  <a:cubicBezTo>
                    <a:pt x="3587" y="16126"/>
                    <a:pt x="3539" y="16098"/>
                    <a:pt x="3488" y="16098"/>
                  </a:cubicBezTo>
                  <a:cubicBezTo>
                    <a:pt x="3470" y="16098"/>
                    <a:pt x="3452" y="16102"/>
                    <a:pt x="3435" y="16110"/>
                  </a:cubicBezTo>
                  <a:lnTo>
                    <a:pt x="3344" y="16110"/>
                  </a:lnTo>
                  <a:cubicBezTo>
                    <a:pt x="3283" y="16110"/>
                    <a:pt x="3223" y="16079"/>
                    <a:pt x="3253" y="16019"/>
                  </a:cubicBezTo>
                  <a:cubicBezTo>
                    <a:pt x="3253" y="15988"/>
                    <a:pt x="3101" y="15988"/>
                    <a:pt x="3040" y="15988"/>
                  </a:cubicBezTo>
                  <a:cubicBezTo>
                    <a:pt x="2949" y="15988"/>
                    <a:pt x="3223" y="16231"/>
                    <a:pt x="3314" y="16292"/>
                  </a:cubicBezTo>
                  <a:cubicBezTo>
                    <a:pt x="3375" y="16353"/>
                    <a:pt x="3405" y="16414"/>
                    <a:pt x="3466" y="16475"/>
                  </a:cubicBezTo>
                  <a:cubicBezTo>
                    <a:pt x="3405" y="16475"/>
                    <a:pt x="3344" y="16444"/>
                    <a:pt x="3314" y="16414"/>
                  </a:cubicBezTo>
                  <a:cubicBezTo>
                    <a:pt x="3253" y="16414"/>
                    <a:pt x="3071" y="16535"/>
                    <a:pt x="3010" y="16566"/>
                  </a:cubicBezTo>
                  <a:cubicBezTo>
                    <a:pt x="2949" y="16627"/>
                    <a:pt x="2919" y="16718"/>
                    <a:pt x="2949" y="16779"/>
                  </a:cubicBezTo>
                  <a:cubicBezTo>
                    <a:pt x="2949" y="16839"/>
                    <a:pt x="2888" y="16900"/>
                    <a:pt x="2797" y="16900"/>
                  </a:cubicBezTo>
                  <a:lnTo>
                    <a:pt x="2736" y="16900"/>
                  </a:lnTo>
                  <a:cubicBezTo>
                    <a:pt x="2706" y="16870"/>
                    <a:pt x="2676" y="16809"/>
                    <a:pt x="2615" y="16809"/>
                  </a:cubicBezTo>
                  <a:cubicBezTo>
                    <a:pt x="2460" y="16751"/>
                    <a:pt x="2305" y="16644"/>
                    <a:pt x="2143" y="16644"/>
                  </a:cubicBezTo>
                  <a:cubicBezTo>
                    <a:pt x="2050" y="16644"/>
                    <a:pt x="1954" y="16679"/>
                    <a:pt x="1855" y="16779"/>
                  </a:cubicBezTo>
                  <a:lnTo>
                    <a:pt x="1733" y="16779"/>
                  </a:lnTo>
                  <a:cubicBezTo>
                    <a:pt x="1688" y="16763"/>
                    <a:pt x="1642" y="16756"/>
                    <a:pt x="1596" y="16756"/>
                  </a:cubicBezTo>
                  <a:cubicBezTo>
                    <a:pt x="1551" y="16756"/>
                    <a:pt x="1505" y="16763"/>
                    <a:pt x="1460" y="16779"/>
                  </a:cubicBezTo>
                  <a:cubicBezTo>
                    <a:pt x="1429" y="16794"/>
                    <a:pt x="1407" y="16801"/>
                    <a:pt x="1384" y="16801"/>
                  </a:cubicBezTo>
                  <a:cubicBezTo>
                    <a:pt x="1361" y="16801"/>
                    <a:pt x="1338" y="16794"/>
                    <a:pt x="1308" y="16779"/>
                  </a:cubicBezTo>
                  <a:lnTo>
                    <a:pt x="1247" y="16718"/>
                  </a:lnTo>
                  <a:cubicBezTo>
                    <a:pt x="1234" y="16705"/>
                    <a:pt x="1211" y="16699"/>
                    <a:pt x="1181" y="16699"/>
                  </a:cubicBezTo>
                  <a:cubicBezTo>
                    <a:pt x="1071" y="16699"/>
                    <a:pt x="861" y="16781"/>
                    <a:pt x="669" y="16900"/>
                  </a:cubicBezTo>
                  <a:lnTo>
                    <a:pt x="457" y="16779"/>
                  </a:lnTo>
                  <a:lnTo>
                    <a:pt x="213" y="16687"/>
                  </a:lnTo>
                  <a:lnTo>
                    <a:pt x="213" y="16687"/>
                  </a:lnTo>
                  <a:cubicBezTo>
                    <a:pt x="153" y="16779"/>
                    <a:pt x="244" y="16870"/>
                    <a:pt x="396" y="16870"/>
                  </a:cubicBezTo>
                  <a:lnTo>
                    <a:pt x="487" y="16991"/>
                  </a:lnTo>
                  <a:cubicBezTo>
                    <a:pt x="525" y="17057"/>
                    <a:pt x="563" y="17079"/>
                    <a:pt x="600" y="17079"/>
                  </a:cubicBezTo>
                  <a:cubicBezTo>
                    <a:pt x="677" y="17079"/>
                    <a:pt x="753" y="16989"/>
                    <a:pt x="830" y="16989"/>
                  </a:cubicBezTo>
                  <a:cubicBezTo>
                    <a:pt x="837" y="16989"/>
                    <a:pt x="844" y="16989"/>
                    <a:pt x="852" y="16991"/>
                  </a:cubicBezTo>
                  <a:cubicBezTo>
                    <a:pt x="913" y="17022"/>
                    <a:pt x="943" y="17052"/>
                    <a:pt x="973" y="17083"/>
                  </a:cubicBezTo>
                  <a:lnTo>
                    <a:pt x="1065" y="17113"/>
                  </a:lnTo>
                  <a:cubicBezTo>
                    <a:pt x="1156" y="17174"/>
                    <a:pt x="1186" y="17295"/>
                    <a:pt x="1065" y="17356"/>
                  </a:cubicBezTo>
                  <a:lnTo>
                    <a:pt x="1004" y="17417"/>
                  </a:lnTo>
                  <a:cubicBezTo>
                    <a:pt x="882" y="17478"/>
                    <a:pt x="1034" y="17569"/>
                    <a:pt x="943" y="17660"/>
                  </a:cubicBezTo>
                  <a:cubicBezTo>
                    <a:pt x="882" y="17690"/>
                    <a:pt x="882" y="17842"/>
                    <a:pt x="1095" y="17842"/>
                  </a:cubicBezTo>
                  <a:cubicBezTo>
                    <a:pt x="1125" y="17842"/>
                    <a:pt x="1186" y="17903"/>
                    <a:pt x="1247" y="17903"/>
                  </a:cubicBezTo>
                  <a:lnTo>
                    <a:pt x="1308" y="17903"/>
                  </a:lnTo>
                  <a:cubicBezTo>
                    <a:pt x="1369" y="17873"/>
                    <a:pt x="1429" y="17690"/>
                    <a:pt x="1490" y="17690"/>
                  </a:cubicBezTo>
                  <a:cubicBezTo>
                    <a:pt x="1581" y="17660"/>
                    <a:pt x="1520" y="17599"/>
                    <a:pt x="1399" y="17538"/>
                  </a:cubicBezTo>
                  <a:lnTo>
                    <a:pt x="1277" y="17478"/>
                  </a:lnTo>
                  <a:cubicBezTo>
                    <a:pt x="1247" y="17447"/>
                    <a:pt x="1247" y="17386"/>
                    <a:pt x="1277" y="17356"/>
                  </a:cubicBezTo>
                  <a:cubicBezTo>
                    <a:pt x="1300" y="17334"/>
                    <a:pt x="1322" y="17262"/>
                    <a:pt x="1381" y="17262"/>
                  </a:cubicBezTo>
                  <a:cubicBezTo>
                    <a:pt x="1402" y="17262"/>
                    <a:pt x="1428" y="17271"/>
                    <a:pt x="1460" y="17295"/>
                  </a:cubicBezTo>
                  <a:lnTo>
                    <a:pt x="1490" y="17326"/>
                  </a:lnTo>
                  <a:cubicBezTo>
                    <a:pt x="1612" y="17295"/>
                    <a:pt x="1733" y="17234"/>
                    <a:pt x="1855" y="17174"/>
                  </a:cubicBezTo>
                  <a:lnTo>
                    <a:pt x="2098" y="17174"/>
                  </a:lnTo>
                  <a:cubicBezTo>
                    <a:pt x="2159" y="17174"/>
                    <a:pt x="2220" y="17143"/>
                    <a:pt x="2280" y="17113"/>
                  </a:cubicBezTo>
                  <a:lnTo>
                    <a:pt x="2402" y="17052"/>
                  </a:lnTo>
                  <a:cubicBezTo>
                    <a:pt x="2584" y="17113"/>
                    <a:pt x="2706" y="17234"/>
                    <a:pt x="2736" y="17417"/>
                  </a:cubicBezTo>
                  <a:lnTo>
                    <a:pt x="2797" y="17538"/>
                  </a:lnTo>
                  <a:cubicBezTo>
                    <a:pt x="2828" y="17599"/>
                    <a:pt x="2888" y="17630"/>
                    <a:pt x="2949" y="17660"/>
                  </a:cubicBezTo>
                  <a:lnTo>
                    <a:pt x="2979" y="17660"/>
                  </a:lnTo>
                  <a:cubicBezTo>
                    <a:pt x="3010" y="17660"/>
                    <a:pt x="3040" y="17630"/>
                    <a:pt x="3071" y="17599"/>
                  </a:cubicBezTo>
                  <a:lnTo>
                    <a:pt x="3040" y="17599"/>
                  </a:lnTo>
                  <a:cubicBezTo>
                    <a:pt x="2979" y="17538"/>
                    <a:pt x="2979" y="17478"/>
                    <a:pt x="3071" y="17417"/>
                  </a:cubicBezTo>
                  <a:cubicBezTo>
                    <a:pt x="3101" y="17417"/>
                    <a:pt x="3162" y="17478"/>
                    <a:pt x="3192" y="17508"/>
                  </a:cubicBezTo>
                  <a:cubicBezTo>
                    <a:pt x="3253" y="17538"/>
                    <a:pt x="3253" y="17599"/>
                    <a:pt x="3314" y="17630"/>
                  </a:cubicBezTo>
                  <a:cubicBezTo>
                    <a:pt x="3527" y="17782"/>
                    <a:pt x="3587" y="17934"/>
                    <a:pt x="3405" y="18116"/>
                  </a:cubicBezTo>
                  <a:cubicBezTo>
                    <a:pt x="3413" y="18124"/>
                    <a:pt x="3426" y="18128"/>
                    <a:pt x="3440" y="18128"/>
                  </a:cubicBezTo>
                  <a:cubicBezTo>
                    <a:pt x="3480" y="18128"/>
                    <a:pt x="3535" y="18100"/>
                    <a:pt x="3557" y="18055"/>
                  </a:cubicBezTo>
                  <a:lnTo>
                    <a:pt x="3618" y="18025"/>
                  </a:lnTo>
                  <a:cubicBezTo>
                    <a:pt x="3648" y="17964"/>
                    <a:pt x="3709" y="17934"/>
                    <a:pt x="3739" y="17934"/>
                  </a:cubicBezTo>
                  <a:lnTo>
                    <a:pt x="3922" y="17964"/>
                  </a:lnTo>
                  <a:cubicBezTo>
                    <a:pt x="4074" y="17994"/>
                    <a:pt x="4195" y="18086"/>
                    <a:pt x="4286" y="18207"/>
                  </a:cubicBezTo>
                  <a:lnTo>
                    <a:pt x="4408" y="18146"/>
                  </a:lnTo>
                  <a:cubicBezTo>
                    <a:pt x="4438" y="18146"/>
                    <a:pt x="4408" y="18025"/>
                    <a:pt x="4347" y="17994"/>
                  </a:cubicBezTo>
                  <a:cubicBezTo>
                    <a:pt x="4256" y="17903"/>
                    <a:pt x="4165" y="17812"/>
                    <a:pt x="4074" y="17782"/>
                  </a:cubicBezTo>
                  <a:cubicBezTo>
                    <a:pt x="3952" y="17690"/>
                    <a:pt x="3922" y="17690"/>
                    <a:pt x="4013" y="17660"/>
                  </a:cubicBezTo>
                  <a:cubicBezTo>
                    <a:pt x="4165" y="17538"/>
                    <a:pt x="4317" y="17478"/>
                    <a:pt x="4499" y="17447"/>
                  </a:cubicBezTo>
                  <a:cubicBezTo>
                    <a:pt x="4712" y="17478"/>
                    <a:pt x="4590" y="17721"/>
                    <a:pt x="4742" y="17812"/>
                  </a:cubicBezTo>
                  <a:lnTo>
                    <a:pt x="4742" y="17873"/>
                  </a:lnTo>
                  <a:cubicBezTo>
                    <a:pt x="4784" y="17977"/>
                    <a:pt x="4811" y="18024"/>
                    <a:pt x="4883" y="18024"/>
                  </a:cubicBezTo>
                  <a:cubicBezTo>
                    <a:pt x="4916" y="18024"/>
                    <a:pt x="4958" y="18014"/>
                    <a:pt x="5016" y="17994"/>
                  </a:cubicBezTo>
                  <a:cubicBezTo>
                    <a:pt x="5107" y="17994"/>
                    <a:pt x="5198" y="17934"/>
                    <a:pt x="5259" y="17934"/>
                  </a:cubicBezTo>
                  <a:lnTo>
                    <a:pt x="5502" y="17994"/>
                  </a:lnTo>
                  <a:cubicBezTo>
                    <a:pt x="5624" y="17873"/>
                    <a:pt x="5654" y="17721"/>
                    <a:pt x="5533" y="17599"/>
                  </a:cubicBezTo>
                  <a:cubicBezTo>
                    <a:pt x="5502" y="17569"/>
                    <a:pt x="5715" y="17478"/>
                    <a:pt x="5806" y="17478"/>
                  </a:cubicBezTo>
                  <a:cubicBezTo>
                    <a:pt x="5897" y="17478"/>
                    <a:pt x="5989" y="17478"/>
                    <a:pt x="6080" y="17447"/>
                  </a:cubicBezTo>
                  <a:cubicBezTo>
                    <a:pt x="6080" y="17441"/>
                    <a:pt x="6082" y="17439"/>
                    <a:pt x="6086" y="17439"/>
                  </a:cubicBezTo>
                  <a:cubicBezTo>
                    <a:pt x="6103" y="17439"/>
                    <a:pt x="6147" y="17478"/>
                    <a:pt x="6171" y="17478"/>
                  </a:cubicBezTo>
                  <a:lnTo>
                    <a:pt x="6323" y="17478"/>
                  </a:lnTo>
                  <a:cubicBezTo>
                    <a:pt x="6353" y="17478"/>
                    <a:pt x="6262" y="17265"/>
                    <a:pt x="6323" y="17204"/>
                  </a:cubicBezTo>
                  <a:cubicBezTo>
                    <a:pt x="6347" y="17168"/>
                    <a:pt x="6408" y="17156"/>
                    <a:pt x="6478" y="17156"/>
                  </a:cubicBezTo>
                  <a:cubicBezTo>
                    <a:pt x="6585" y="17156"/>
                    <a:pt x="6712" y="17186"/>
                    <a:pt x="6749" y="17204"/>
                  </a:cubicBezTo>
                  <a:cubicBezTo>
                    <a:pt x="6766" y="17216"/>
                    <a:pt x="6782" y="17221"/>
                    <a:pt x="6797" y="17221"/>
                  </a:cubicBezTo>
                  <a:cubicBezTo>
                    <a:pt x="6861" y="17221"/>
                    <a:pt x="6901" y="17132"/>
                    <a:pt x="6901" y="17083"/>
                  </a:cubicBezTo>
                  <a:cubicBezTo>
                    <a:pt x="6901" y="17047"/>
                    <a:pt x="6880" y="17032"/>
                    <a:pt x="6856" y="17032"/>
                  </a:cubicBezTo>
                  <a:cubicBezTo>
                    <a:pt x="6840" y="17032"/>
                    <a:pt x="6822" y="17040"/>
                    <a:pt x="6809" y="17052"/>
                  </a:cubicBezTo>
                  <a:lnTo>
                    <a:pt x="6779" y="17052"/>
                  </a:lnTo>
                  <a:lnTo>
                    <a:pt x="6688" y="17083"/>
                  </a:lnTo>
                  <a:cubicBezTo>
                    <a:pt x="6627" y="16991"/>
                    <a:pt x="6627" y="16900"/>
                    <a:pt x="6657" y="16809"/>
                  </a:cubicBezTo>
                  <a:lnTo>
                    <a:pt x="6597" y="16718"/>
                  </a:lnTo>
                  <a:cubicBezTo>
                    <a:pt x="6657" y="16687"/>
                    <a:pt x="6688" y="16657"/>
                    <a:pt x="6749" y="16657"/>
                  </a:cubicBezTo>
                  <a:lnTo>
                    <a:pt x="6809" y="16657"/>
                  </a:lnTo>
                  <a:cubicBezTo>
                    <a:pt x="6813" y="16660"/>
                    <a:pt x="6817" y="16662"/>
                    <a:pt x="6822" y="16662"/>
                  </a:cubicBezTo>
                  <a:cubicBezTo>
                    <a:pt x="6865" y="16662"/>
                    <a:pt x="6965" y="16562"/>
                    <a:pt x="6992" y="16535"/>
                  </a:cubicBezTo>
                  <a:cubicBezTo>
                    <a:pt x="6996" y="16527"/>
                    <a:pt x="7005" y="16523"/>
                    <a:pt x="7017" y="16523"/>
                  </a:cubicBezTo>
                  <a:cubicBezTo>
                    <a:pt x="7089" y="16523"/>
                    <a:pt x="7283" y="16657"/>
                    <a:pt x="7387" y="16657"/>
                  </a:cubicBezTo>
                  <a:cubicBezTo>
                    <a:pt x="7478" y="16657"/>
                    <a:pt x="7569" y="16748"/>
                    <a:pt x="7539" y="16870"/>
                  </a:cubicBezTo>
                  <a:lnTo>
                    <a:pt x="7508" y="16991"/>
                  </a:lnTo>
                  <a:cubicBezTo>
                    <a:pt x="7478" y="17022"/>
                    <a:pt x="7448" y="17052"/>
                    <a:pt x="7417" y="17052"/>
                  </a:cubicBezTo>
                  <a:lnTo>
                    <a:pt x="7387" y="17052"/>
                  </a:lnTo>
                  <a:cubicBezTo>
                    <a:pt x="7356" y="17022"/>
                    <a:pt x="7235" y="16748"/>
                    <a:pt x="7083" y="16748"/>
                  </a:cubicBezTo>
                  <a:cubicBezTo>
                    <a:pt x="7072" y="16745"/>
                    <a:pt x="7062" y="16744"/>
                    <a:pt x="7054" y="16744"/>
                  </a:cubicBezTo>
                  <a:cubicBezTo>
                    <a:pt x="6972" y="16744"/>
                    <a:pt x="7028" y="16872"/>
                    <a:pt x="7083" y="16900"/>
                  </a:cubicBezTo>
                  <a:cubicBezTo>
                    <a:pt x="7174" y="16991"/>
                    <a:pt x="7265" y="17113"/>
                    <a:pt x="7326" y="17204"/>
                  </a:cubicBezTo>
                  <a:lnTo>
                    <a:pt x="7539" y="17204"/>
                  </a:lnTo>
                  <a:cubicBezTo>
                    <a:pt x="7645" y="17189"/>
                    <a:pt x="7744" y="17181"/>
                    <a:pt x="7843" y="17181"/>
                  </a:cubicBezTo>
                  <a:cubicBezTo>
                    <a:pt x="7942" y="17181"/>
                    <a:pt x="8040" y="17189"/>
                    <a:pt x="8147" y="17204"/>
                  </a:cubicBezTo>
                  <a:cubicBezTo>
                    <a:pt x="8208" y="17234"/>
                    <a:pt x="8177" y="17295"/>
                    <a:pt x="8056" y="17356"/>
                  </a:cubicBezTo>
                  <a:lnTo>
                    <a:pt x="7964" y="17386"/>
                  </a:lnTo>
                  <a:lnTo>
                    <a:pt x="7904" y="17386"/>
                  </a:lnTo>
                  <a:cubicBezTo>
                    <a:pt x="7873" y="17417"/>
                    <a:pt x="7904" y="17447"/>
                    <a:pt x="7964" y="17447"/>
                  </a:cubicBezTo>
                  <a:lnTo>
                    <a:pt x="8056" y="17690"/>
                  </a:lnTo>
                  <a:cubicBezTo>
                    <a:pt x="8299" y="17660"/>
                    <a:pt x="8633" y="17569"/>
                    <a:pt x="8815" y="17538"/>
                  </a:cubicBezTo>
                  <a:lnTo>
                    <a:pt x="8998" y="17508"/>
                  </a:lnTo>
                  <a:cubicBezTo>
                    <a:pt x="9028" y="17478"/>
                    <a:pt x="8937" y="17417"/>
                    <a:pt x="8876" y="17386"/>
                  </a:cubicBezTo>
                  <a:cubicBezTo>
                    <a:pt x="8785" y="17386"/>
                    <a:pt x="8907" y="17326"/>
                    <a:pt x="9089" y="17326"/>
                  </a:cubicBezTo>
                  <a:lnTo>
                    <a:pt x="9089" y="17356"/>
                  </a:lnTo>
                  <a:cubicBezTo>
                    <a:pt x="9211" y="17599"/>
                    <a:pt x="9515" y="17478"/>
                    <a:pt x="9697" y="17599"/>
                  </a:cubicBezTo>
                  <a:cubicBezTo>
                    <a:pt x="9725" y="17613"/>
                    <a:pt x="9749" y="17619"/>
                    <a:pt x="9769" y="17619"/>
                  </a:cubicBezTo>
                  <a:cubicBezTo>
                    <a:pt x="9836" y="17619"/>
                    <a:pt x="9870" y="17555"/>
                    <a:pt x="9940" y="17508"/>
                  </a:cubicBezTo>
                  <a:cubicBezTo>
                    <a:pt x="10001" y="17417"/>
                    <a:pt x="9970" y="17356"/>
                    <a:pt x="9879" y="17326"/>
                  </a:cubicBezTo>
                  <a:lnTo>
                    <a:pt x="9697" y="17265"/>
                  </a:lnTo>
                  <a:cubicBezTo>
                    <a:pt x="9575" y="17143"/>
                    <a:pt x="9606" y="17022"/>
                    <a:pt x="9788" y="17022"/>
                  </a:cubicBezTo>
                  <a:lnTo>
                    <a:pt x="9940" y="17022"/>
                  </a:lnTo>
                  <a:cubicBezTo>
                    <a:pt x="10034" y="17022"/>
                    <a:pt x="10127" y="16932"/>
                    <a:pt x="10235" y="16932"/>
                  </a:cubicBezTo>
                  <a:cubicBezTo>
                    <a:pt x="10267" y="16932"/>
                    <a:pt x="10300" y="16940"/>
                    <a:pt x="10335" y="16961"/>
                  </a:cubicBezTo>
                  <a:cubicBezTo>
                    <a:pt x="10364" y="16978"/>
                    <a:pt x="10392" y="16985"/>
                    <a:pt x="10418" y="16985"/>
                  </a:cubicBezTo>
                  <a:cubicBezTo>
                    <a:pt x="10493" y="16985"/>
                    <a:pt x="10559" y="16935"/>
                    <a:pt x="10616" y="16935"/>
                  </a:cubicBezTo>
                  <a:cubicBezTo>
                    <a:pt x="10646" y="16935"/>
                    <a:pt x="10674" y="16949"/>
                    <a:pt x="10700" y="16991"/>
                  </a:cubicBezTo>
                  <a:cubicBezTo>
                    <a:pt x="10761" y="16991"/>
                    <a:pt x="10791" y="16991"/>
                    <a:pt x="10822" y="16961"/>
                  </a:cubicBezTo>
                  <a:lnTo>
                    <a:pt x="10882" y="16900"/>
                  </a:lnTo>
                  <a:cubicBezTo>
                    <a:pt x="10898" y="16877"/>
                    <a:pt x="10914" y="16867"/>
                    <a:pt x="10928" y="16867"/>
                  </a:cubicBezTo>
                  <a:cubicBezTo>
                    <a:pt x="10970" y="16867"/>
                    <a:pt x="11004" y="16946"/>
                    <a:pt x="11004" y="16991"/>
                  </a:cubicBezTo>
                  <a:cubicBezTo>
                    <a:pt x="10974" y="17083"/>
                    <a:pt x="10943" y="17174"/>
                    <a:pt x="10882" y="17234"/>
                  </a:cubicBezTo>
                  <a:lnTo>
                    <a:pt x="10822" y="17265"/>
                  </a:lnTo>
                  <a:cubicBezTo>
                    <a:pt x="10809" y="17271"/>
                    <a:pt x="10796" y="17273"/>
                    <a:pt x="10782" y="17273"/>
                  </a:cubicBezTo>
                  <a:cubicBezTo>
                    <a:pt x="10724" y="17273"/>
                    <a:pt x="10651" y="17234"/>
                    <a:pt x="10578" y="17234"/>
                  </a:cubicBezTo>
                  <a:lnTo>
                    <a:pt x="10335" y="17113"/>
                  </a:lnTo>
                  <a:cubicBezTo>
                    <a:pt x="10244" y="17143"/>
                    <a:pt x="10153" y="17174"/>
                    <a:pt x="10122" y="17204"/>
                  </a:cubicBezTo>
                  <a:cubicBezTo>
                    <a:pt x="10092" y="17234"/>
                    <a:pt x="10153" y="17326"/>
                    <a:pt x="10183" y="17356"/>
                  </a:cubicBezTo>
                  <a:cubicBezTo>
                    <a:pt x="10204" y="17417"/>
                    <a:pt x="10220" y="17437"/>
                    <a:pt x="10236" y="17437"/>
                  </a:cubicBezTo>
                  <a:cubicBezTo>
                    <a:pt x="10268" y="17437"/>
                    <a:pt x="10295" y="17356"/>
                    <a:pt x="10335" y="17356"/>
                  </a:cubicBezTo>
                  <a:cubicBezTo>
                    <a:pt x="10361" y="17346"/>
                    <a:pt x="10385" y="17342"/>
                    <a:pt x="10409" y="17342"/>
                  </a:cubicBezTo>
                  <a:cubicBezTo>
                    <a:pt x="10529" y="17342"/>
                    <a:pt x="10634" y="17447"/>
                    <a:pt x="10761" y="17447"/>
                  </a:cubicBezTo>
                  <a:lnTo>
                    <a:pt x="10791" y="17447"/>
                  </a:lnTo>
                  <a:cubicBezTo>
                    <a:pt x="10806" y="17493"/>
                    <a:pt x="10829" y="17516"/>
                    <a:pt x="10852" y="17516"/>
                  </a:cubicBezTo>
                  <a:cubicBezTo>
                    <a:pt x="10875" y="17516"/>
                    <a:pt x="10898" y="17493"/>
                    <a:pt x="10913" y="17447"/>
                  </a:cubicBezTo>
                  <a:lnTo>
                    <a:pt x="10974" y="17447"/>
                  </a:lnTo>
                  <a:lnTo>
                    <a:pt x="11217" y="17356"/>
                  </a:lnTo>
                  <a:cubicBezTo>
                    <a:pt x="11242" y="17206"/>
                    <a:pt x="11308" y="17097"/>
                    <a:pt x="11381" y="17097"/>
                  </a:cubicBezTo>
                  <a:cubicBezTo>
                    <a:pt x="11397" y="17097"/>
                    <a:pt x="11413" y="17102"/>
                    <a:pt x="11429" y="17113"/>
                  </a:cubicBezTo>
                  <a:lnTo>
                    <a:pt x="11429" y="17143"/>
                  </a:lnTo>
                  <a:lnTo>
                    <a:pt x="11369" y="17234"/>
                  </a:lnTo>
                  <a:cubicBezTo>
                    <a:pt x="11308" y="17326"/>
                    <a:pt x="11369" y="17386"/>
                    <a:pt x="11521" y="17386"/>
                  </a:cubicBezTo>
                  <a:lnTo>
                    <a:pt x="11642" y="17295"/>
                  </a:lnTo>
                  <a:cubicBezTo>
                    <a:pt x="11688" y="17280"/>
                    <a:pt x="11733" y="17272"/>
                    <a:pt x="11779" y="17272"/>
                  </a:cubicBezTo>
                  <a:cubicBezTo>
                    <a:pt x="11825" y="17272"/>
                    <a:pt x="11870" y="17280"/>
                    <a:pt x="11916" y="17295"/>
                  </a:cubicBezTo>
                  <a:cubicBezTo>
                    <a:pt x="12007" y="17386"/>
                    <a:pt x="11946" y="17447"/>
                    <a:pt x="11794" y="17447"/>
                  </a:cubicBezTo>
                  <a:lnTo>
                    <a:pt x="11764" y="17447"/>
                  </a:lnTo>
                  <a:cubicBezTo>
                    <a:pt x="11764" y="17538"/>
                    <a:pt x="11703" y="17599"/>
                    <a:pt x="11673" y="17690"/>
                  </a:cubicBezTo>
                  <a:lnTo>
                    <a:pt x="11642" y="17690"/>
                  </a:lnTo>
                  <a:cubicBezTo>
                    <a:pt x="11490" y="17721"/>
                    <a:pt x="11490" y="17782"/>
                    <a:pt x="11551" y="17842"/>
                  </a:cubicBezTo>
                  <a:lnTo>
                    <a:pt x="11612" y="17873"/>
                  </a:lnTo>
                  <a:cubicBezTo>
                    <a:pt x="11733" y="17873"/>
                    <a:pt x="11825" y="17690"/>
                    <a:pt x="11855" y="17630"/>
                  </a:cubicBezTo>
                  <a:cubicBezTo>
                    <a:pt x="11855" y="17569"/>
                    <a:pt x="12037" y="17447"/>
                    <a:pt x="12250" y="17356"/>
                  </a:cubicBezTo>
                  <a:lnTo>
                    <a:pt x="12433" y="17234"/>
                  </a:lnTo>
                  <a:cubicBezTo>
                    <a:pt x="12493" y="17204"/>
                    <a:pt x="12585" y="17204"/>
                    <a:pt x="12615" y="17204"/>
                  </a:cubicBezTo>
                  <a:lnTo>
                    <a:pt x="12645" y="17234"/>
                  </a:lnTo>
                  <a:cubicBezTo>
                    <a:pt x="12656" y="17245"/>
                    <a:pt x="12673" y="17249"/>
                    <a:pt x="12695" y="17249"/>
                  </a:cubicBezTo>
                  <a:cubicBezTo>
                    <a:pt x="12792" y="17249"/>
                    <a:pt x="12982" y="17170"/>
                    <a:pt x="13094" y="17170"/>
                  </a:cubicBezTo>
                  <a:cubicBezTo>
                    <a:pt x="13108" y="17170"/>
                    <a:pt x="13120" y="17171"/>
                    <a:pt x="13132" y="17174"/>
                  </a:cubicBezTo>
                  <a:cubicBezTo>
                    <a:pt x="13253" y="17204"/>
                    <a:pt x="13344" y="17265"/>
                    <a:pt x="13405" y="17356"/>
                  </a:cubicBezTo>
                  <a:cubicBezTo>
                    <a:pt x="13405" y="17417"/>
                    <a:pt x="13466" y="17417"/>
                    <a:pt x="13466" y="17417"/>
                  </a:cubicBezTo>
                  <a:cubicBezTo>
                    <a:pt x="13466" y="17356"/>
                    <a:pt x="13496" y="17326"/>
                    <a:pt x="13496" y="17265"/>
                  </a:cubicBezTo>
                  <a:cubicBezTo>
                    <a:pt x="13496" y="17257"/>
                    <a:pt x="13503" y="17253"/>
                    <a:pt x="13515" y="17253"/>
                  </a:cubicBezTo>
                  <a:cubicBezTo>
                    <a:pt x="13547" y="17253"/>
                    <a:pt x="13620" y="17281"/>
                    <a:pt x="13709" y="17326"/>
                  </a:cubicBezTo>
                  <a:lnTo>
                    <a:pt x="13892" y="17326"/>
                  </a:lnTo>
                  <a:cubicBezTo>
                    <a:pt x="13945" y="17304"/>
                    <a:pt x="13984" y="17294"/>
                    <a:pt x="14005" y="17294"/>
                  </a:cubicBezTo>
                  <a:cubicBezTo>
                    <a:pt x="14042" y="17294"/>
                    <a:pt x="14020" y="17328"/>
                    <a:pt x="13922" y="17386"/>
                  </a:cubicBezTo>
                  <a:lnTo>
                    <a:pt x="13892" y="17478"/>
                  </a:lnTo>
                  <a:lnTo>
                    <a:pt x="13861" y="17538"/>
                  </a:lnTo>
                  <a:cubicBezTo>
                    <a:pt x="13892" y="17660"/>
                    <a:pt x="13770" y="17721"/>
                    <a:pt x="13588" y="17721"/>
                  </a:cubicBezTo>
                  <a:lnTo>
                    <a:pt x="13648" y="17569"/>
                  </a:lnTo>
                  <a:cubicBezTo>
                    <a:pt x="13648" y="17538"/>
                    <a:pt x="13618" y="17508"/>
                    <a:pt x="13588" y="17508"/>
                  </a:cubicBezTo>
                  <a:cubicBezTo>
                    <a:pt x="13496" y="17569"/>
                    <a:pt x="13436" y="17599"/>
                    <a:pt x="13344" y="17660"/>
                  </a:cubicBezTo>
                  <a:lnTo>
                    <a:pt x="13314" y="17690"/>
                  </a:lnTo>
                  <a:cubicBezTo>
                    <a:pt x="13253" y="17660"/>
                    <a:pt x="13192" y="17508"/>
                    <a:pt x="13192" y="17447"/>
                  </a:cubicBezTo>
                  <a:cubicBezTo>
                    <a:pt x="13192" y="17386"/>
                    <a:pt x="13040" y="17356"/>
                    <a:pt x="12980" y="17356"/>
                  </a:cubicBezTo>
                  <a:cubicBezTo>
                    <a:pt x="12919" y="17356"/>
                    <a:pt x="12949" y="17417"/>
                    <a:pt x="12980" y="17417"/>
                  </a:cubicBezTo>
                  <a:cubicBezTo>
                    <a:pt x="13040" y="17478"/>
                    <a:pt x="13071" y="17569"/>
                    <a:pt x="13132" y="17690"/>
                  </a:cubicBezTo>
                  <a:lnTo>
                    <a:pt x="13132" y="17812"/>
                  </a:lnTo>
                  <a:lnTo>
                    <a:pt x="13132" y="17842"/>
                  </a:lnTo>
                  <a:cubicBezTo>
                    <a:pt x="13056" y="17855"/>
                    <a:pt x="12981" y="17862"/>
                    <a:pt x="12905" y="17862"/>
                  </a:cubicBezTo>
                  <a:cubicBezTo>
                    <a:pt x="12798" y="17862"/>
                    <a:pt x="12691" y="17848"/>
                    <a:pt x="12585" y="17812"/>
                  </a:cubicBezTo>
                  <a:lnTo>
                    <a:pt x="12463" y="17630"/>
                  </a:lnTo>
                  <a:cubicBezTo>
                    <a:pt x="12437" y="17604"/>
                    <a:pt x="12401" y="17595"/>
                    <a:pt x="12365" y="17595"/>
                  </a:cubicBezTo>
                  <a:cubicBezTo>
                    <a:pt x="12316" y="17595"/>
                    <a:pt x="12268" y="17612"/>
                    <a:pt x="12250" y="17630"/>
                  </a:cubicBezTo>
                  <a:cubicBezTo>
                    <a:pt x="12250" y="17660"/>
                    <a:pt x="12281" y="17721"/>
                    <a:pt x="12311" y="17751"/>
                  </a:cubicBezTo>
                  <a:lnTo>
                    <a:pt x="12341" y="17812"/>
                  </a:lnTo>
                  <a:cubicBezTo>
                    <a:pt x="12433" y="17873"/>
                    <a:pt x="12372" y="17964"/>
                    <a:pt x="12311" y="17994"/>
                  </a:cubicBezTo>
                  <a:cubicBezTo>
                    <a:pt x="12250" y="18025"/>
                    <a:pt x="12554" y="18116"/>
                    <a:pt x="12676" y="18146"/>
                  </a:cubicBezTo>
                  <a:cubicBezTo>
                    <a:pt x="12708" y="18154"/>
                    <a:pt x="12737" y="18158"/>
                    <a:pt x="12759" y="18158"/>
                  </a:cubicBezTo>
                  <a:cubicBezTo>
                    <a:pt x="12821" y="18158"/>
                    <a:pt x="12842" y="18130"/>
                    <a:pt x="12797" y="18086"/>
                  </a:cubicBezTo>
                  <a:lnTo>
                    <a:pt x="12676" y="18086"/>
                  </a:lnTo>
                  <a:cubicBezTo>
                    <a:pt x="12676" y="18025"/>
                    <a:pt x="12706" y="17934"/>
                    <a:pt x="12767" y="17903"/>
                  </a:cubicBezTo>
                  <a:lnTo>
                    <a:pt x="12858" y="17964"/>
                  </a:lnTo>
                  <a:cubicBezTo>
                    <a:pt x="12980" y="18055"/>
                    <a:pt x="13132" y="18146"/>
                    <a:pt x="13284" y="18238"/>
                  </a:cubicBezTo>
                  <a:cubicBezTo>
                    <a:pt x="13324" y="18251"/>
                    <a:pt x="13365" y="18265"/>
                    <a:pt x="13398" y="18265"/>
                  </a:cubicBezTo>
                  <a:cubicBezTo>
                    <a:pt x="13438" y="18265"/>
                    <a:pt x="13466" y="18244"/>
                    <a:pt x="13466" y="18177"/>
                  </a:cubicBezTo>
                  <a:cubicBezTo>
                    <a:pt x="13466" y="18055"/>
                    <a:pt x="13618" y="18086"/>
                    <a:pt x="13618" y="18055"/>
                  </a:cubicBezTo>
                  <a:lnTo>
                    <a:pt x="13618" y="17934"/>
                  </a:lnTo>
                  <a:lnTo>
                    <a:pt x="13618" y="17903"/>
                  </a:lnTo>
                  <a:cubicBezTo>
                    <a:pt x="13588" y="17873"/>
                    <a:pt x="13770" y="17842"/>
                    <a:pt x="13831" y="17842"/>
                  </a:cubicBezTo>
                  <a:cubicBezTo>
                    <a:pt x="13892" y="17842"/>
                    <a:pt x="13983" y="18025"/>
                    <a:pt x="13922" y="18086"/>
                  </a:cubicBezTo>
                  <a:cubicBezTo>
                    <a:pt x="13831" y="18116"/>
                    <a:pt x="14013" y="18177"/>
                    <a:pt x="14104" y="18207"/>
                  </a:cubicBezTo>
                  <a:cubicBezTo>
                    <a:pt x="14111" y="18210"/>
                    <a:pt x="14117" y="18212"/>
                    <a:pt x="14123" y="18212"/>
                  </a:cubicBezTo>
                  <a:cubicBezTo>
                    <a:pt x="14171" y="18212"/>
                    <a:pt x="14195" y="18113"/>
                    <a:pt x="14195" y="18086"/>
                  </a:cubicBezTo>
                  <a:cubicBezTo>
                    <a:pt x="14195" y="17994"/>
                    <a:pt x="14195" y="17873"/>
                    <a:pt x="14195" y="17782"/>
                  </a:cubicBezTo>
                  <a:lnTo>
                    <a:pt x="14074" y="17690"/>
                  </a:lnTo>
                  <a:cubicBezTo>
                    <a:pt x="14044" y="17690"/>
                    <a:pt x="14104" y="17599"/>
                    <a:pt x="14135" y="17569"/>
                  </a:cubicBezTo>
                  <a:lnTo>
                    <a:pt x="14195" y="17508"/>
                  </a:lnTo>
                  <a:cubicBezTo>
                    <a:pt x="14287" y="17478"/>
                    <a:pt x="14347" y="17417"/>
                    <a:pt x="14287" y="17417"/>
                  </a:cubicBezTo>
                  <a:lnTo>
                    <a:pt x="14226" y="17417"/>
                  </a:lnTo>
                  <a:cubicBezTo>
                    <a:pt x="14195" y="17417"/>
                    <a:pt x="14408" y="17295"/>
                    <a:pt x="14439" y="17234"/>
                  </a:cubicBezTo>
                  <a:cubicBezTo>
                    <a:pt x="14469" y="17143"/>
                    <a:pt x="14530" y="17083"/>
                    <a:pt x="14591" y="17052"/>
                  </a:cubicBezTo>
                  <a:cubicBezTo>
                    <a:pt x="14594" y="17049"/>
                    <a:pt x="14598" y="17047"/>
                    <a:pt x="14602" y="17047"/>
                  </a:cubicBezTo>
                  <a:cubicBezTo>
                    <a:pt x="14634" y="17047"/>
                    <a:pt x="14682" y="17147"/>
                    <a:pt x="14682" y="17174"/>
                  </a:cubicBezTo>
                  <a:cubicBezTo>
                    <a:pt x="14773" y="17265"/>
                    <a:pt x="14864" y="17295"/>
                    <a:pt x="14986" y="17295"/>
                  </a:cubicBezTo>
                  <a:cubicBezTo>
                    <a:pt x="15138" y="17265"/>
                    <a:pt x="15290" y="17234"/>
                    <a:pt x="15472" y="17204"/>
                  </a:cubicBezTo>
                  <a:lnTo>
                    <a:pt x="15624" y="17174"/>
                  </a:lnTo>
                  <a:cubicBezTo>
                    <a:pt x="15654" y="17174"/>
                    <a:pt x="15654" y="17083"/>
                    <a:pt x="15715" y="17052"/>
                  </a:cubicBezTo>
                  <a:lnTo>
                    <a:pt x="15867" y="17052"/>
                  </a:lnTo>
                  <a:cubicBezTo>
                    <a:pt x="15958" y="17083"/>
                    <a:pt x="16019" y="17174"/>
                    <a:pt x="16110" y="17204"/>
                  </a:cubicBezTo>
                  <a:lnTo>
                    <a:pt x="16262" y="17234"/>
                  </a:lnTo>
                  <a:cubicBezTo>
                    <a:pt x="16293" y="17143"/>
                    <a:pt x="16354" y="17052"/>
                    <a:pt x="16384" y="17052"/>
                  </a:cubicBezTo>
                  <a:cubicBezTo>
                    <a:pt x="16475" y="17098"/>
                    <a:pt x="16566" y="17121"/>
                    <a:pt x="16654" y="17121"/>
                  </a:cubicBezTo>
                  <a:cubicBezTo>
                    <a:pt x="16741" y="17121"/>
                    <a:pt x="16825" y="17098"/>
                    <a:pt x="16901" y="17052"/>
                  </a:cubicBezTo>
                  <a:lnTo>
                    <a:pt x="17022" y="17022"/>
                  </a:lnTo>
                  <a:cubicBezTo>
                    <a:pt x="17053" y="17083"/>
                    <a:pt x="17113" y="17174"/>
                    <a:pt x="17174" y="17204"/>
                  </a:cubicBezTo>
                  <a:cubicBezTo>
                    <a:pt x="17180" y="17207"/>
                    <a:pt x="17188" y="17208"/>
                    <a:pt x="17197" y="17208"/>
                  </a:cubicBezTo>
                  <a:cubicBezTo>
                    <a:pt x="17272" y="17208"/>
                    <a:pt x="17459" y="17129"/>
                    <a:pt x="17585" y="17129"/>
                  </a:cubicBezTo>
                  <a:cubicBezTo>
                    <a:pt x="17614" y="17129"/>
                    <a:pt x="17640" y="17133"/>
                    <a:pt x="17661" y="17143"/>
                  </a:cubicBezTo>
                  <a:cubicBezTo>
                    <a:pt x="17696" y="17161"/>
                    <a:pt x="17714" y="17168"/>
                    <a:pt x="17719" y="17168"/>
                  </a:cubicBezTo>
                  <a:cubicBezTo>
                    <a:pt x="17731" y="17168"/>
                    <a:pt x="17673" y="17125"/>
                    <a:pt x="17630" y="17083"/>
                  </a:cubicBezTo>
                  <a:cubicBezTo>
                    <a:pt x="17569" y="17052"/>
                    <a:pt x="17630" y="17022"/>
                    <a:pt x="17782" y="17022"/>
                  </a:cubicBezTo>
                  <a:lnTo>
                    <a:pt x="17873" y="17022"/>
                  </a:lnTo>
                  <a:cubicBezTo>
                    <a:pt x="17965" y="17022"/>
                    <a:pt x="18086" y="17083"/>
                    <a:pt x="18147" y="17083"/>
                  </a:cubicBezTo>
                  <a:cubicBezTo>
                    <a:pt x="18208" y="17083"/>
                    <a:pt x="18360" y="17052"/>
                    <a:pt x="18360" y="17022"/>
                  </a:cubicBezTo>
                  <a:cubicBezTo>
                    <a:pt x="18360" y="16931"/>
                    <a:pt x="18398" y="16908"/>
                    <a:pt x="18447" y="16908"/>
                  </a:cubicBezTo>
                  <a:cubicBezTo>
                    <a:pt x="18496" y="16908"/>
                    <a:pt x="18557" y="16931"/>
                    <a:pt x="18603" y="16931"/>
                  </a:cubicBezTo>
                  <a:lnTo>
                    <a:pt x="18816" y="16870"/>
                  </a:lnTo>
                  <a:cubicBezTo>
                    <a:pt x="18816" y="16921"/>
                    <a:pt x="18843" y="16940"/>
                    <a:pt x="18879" y="16940"/>
                  </a:cubicBezTo>
                  <a:cubicBezTo>
                    <a:pt x="18928" y="16940"/>
                    <a:pt x="18993" y="16905"/>
                    <a:pt x="19028" y="16870"/>
                  </a:cubicBezTo>
                  <a:cubicBezTo>
                    <a:pt x="19050" y="16848"/>
                    <a:pt x="19083" y="16838"/>
                    <a:pt x="19122" y="16838"/>
                  </a:cubicBezTo>
                  <a:cubicBezTo>
                    <a:pt x="19193" y="16838"/>
                    <a:pt x="19284" y="16872"/>
                    <a:pt x="19363" y="16931"/>
                  </a:cubicBezTo>
                  <a:lnTo>
                    <a:pt x="19758" y="16931"/>
                  </a:lnTo>
                  <a:cubicBezTo>
                    <a:pt x="19804" y="16938"/>
                    <a:pt x="19847" y="16942"/>
                    <a:pt x="19887" y="16942"/>
                  </a:cubicBezTo>
                  <a:cubicBezTo>
                    <a:pt x="20005" y="16942"/>
                    <a:pt x="20085" y="16908"/>
                    <a:pt x="20062" y="16839"/>
                  </a:cubicBezTo>
                  <a:lnTo>
                    <a:pt x="20183" y="16809"/>
                  </a:lnTo>
                  <a:cubicBezTo>
                    <a:pt x="20244" y="16809"/>
                    <a:pt x="20305" y="16748"/>
                    <a:pt x="20366" y="16748"/>
                  </a:cubicBezTo>
                  <a:lnTo>
                    <a:pt x="20396" y="16748"/>
                  </a:lnTo>
                  <a:cubicBezTo>
                    <a:pt x="20400" y="16750"/>
                    <a:pt x="20404" y="16751"/>
                    <a:pt x="20408" y="16751"/>
                  </a:cubicBezTo>
                  <a:cubicBezTo>
                    <a:pt x="20478" y="16751"/>
                    <a:pt x="20647" y="16535"/>
                    <a:pt x="20761" y="16535"/>
                  </a:cubicBezTo>
                  <a:cubicBezTo>
                    <a:pt x="20883" y="16566"/>
                    <a:pt x="21004" y="16596"/>
                    <a:pt x="21095" y="16687"/>
                  </a:cubicBezTo>
                  <a:lnTo>
                    <a:pt x="21095" y="16809"/>
                  </a:lnTo>
                  <a:cubicBezTo>
                    <a:pt x="21072" y="16855"/>
                    <a:pt x="21080" y="16870"/>
                    <a:pt x="21101" y="16870"/>
                  </a:cubicBezTo>
                  <a:cubicBezTo>
                    <a:pt x="21136" y="16870"/>
                    <a:pt x="21209" y="16828"/>
                    <a:pt x="21247" y="16809"/>
                  </a:cubicBezTo>
                  <a:cubicBezTo>
                    <a:pt x="21278" y="16748"/>
                    <a:pt x="21521" y="16596"/>
                    <a:pt x="21551" y="16535"/>
                  </a:cubicBezTo>
                  <a:cubicBezTo>
                    <a:pt x="21561" y="16515"/>
                    <a:pt x="21568" y="16505"/>
                    <a:pt x="21572" y="16505"/>
                  </a:cubicBezTo>
                  <a:lnTo>
                    <a:pt x="21572" y="16505"/>
                  </a:lnTo>
                  <a:cubicBezTo>
                    <a:pt x="21578" y="16505"/>
                    <a:pt x="21572" y="16546"/>
                    <a:pt x="21551" y="16627"/>
                  </a:cubicBezTo>
                  <a:lnTo>
                    <a:pt x="21734" y="16657"/>
                  </a:lnTo>
                  <a:lnTo>
                    <a:pt x="21916" y="16687"/>
                  </a:lnTo>
                  <a:cubicBezTo>
                    <a:pt x="21984" y="16619"/>
                    <a:pt x="22087" y="16585"/>
                    <a:pt x="22198" y="16585"/>
                  </a:cubicBezTo>
                  <a:cubicBezTo>
                    <a:pt x="22235" y="16585"/>
                    <a:pt x="22273" y="16589"/>
                    <a:pt x="22311" y="16596"/>
                  </a:cubicBezTo>
                  <a:lnTo>
                    <a:pt x="22372" y="16657"/>
                  </a:lnTo>
                  <a:cubicBezTo>
                    <a:pt x="22463" y="16718"/>
                    <a:pt x="22524" y="16839"/>
                    <a:pt x="22615" y="16900"/>
                  </a:cubicBezTo>
                  <a:cubicBezTo>
                    <a:pt x="22676" y="16870"/>
                    <a:pt x="22706" y="16839"/>
                    <a:pt x="22676" y="16779"/>
                  </a:cubicBezTo>
                  <a:cubicBezTo>
                    <a:pt x="22676" y="16748"/>
                    <a:pt x="22949" y="16657"/>
                    <a:pt x="23041" y="16627"/>
                  </a:cubicBezTo>
                  <a:cubicBezTo>
                    <a:pt x="23078" y="16614"/>
                    <a:pt x="23121" y="16607"/>
                    <a:pt x="23165" y="16607"/>
                  </a:cubicBezTo>
                  <a:cubicBezTo>
                    <a:pt x="23227" y="16607"/>
                    <a:pt x="23291" y="16621"/>
                    <a:pt x="23345" y="16657"/>
                  </a:cubicBezTo>
                  <a:cubicBezTo>
                    <a:pt x="23390" y="16672"/>
                    <a:pt x="23428" y="16680"/>
                    <a:pt x="23466" y="16680"/>
                  </a:cubicBezTo>
                  <a:cubicBezTo>
                    <a:pt x="23504" y="16680"/>
                    <a:pt x="23542" y="16672"/>
                    <a:pt x="23588" y="16657"/>
                  </a:cubicBezTo>
                  <a:lnTo>
                    <a:pt x="23679" y="16627"/>
                  </a:lnTo>
                  <a:cubicBezTo>
                    <a:pt x="23740" y="16596"/>
                    <a:pt x="23861" y="16566"/>
                    <a:pt x="23861" y="16535"/>
                  </a:cubicBezTo>
                  <a:lnTo>
                    <a:pt x="23831" y="16323"/>
                  </a:lnTo>
                  <a:cubicBezTo>
                    <a:pt x="23953" y="16262"/>
                    <a:pt x="24044" y="16171"/>
                    <a:pt x="24135" y="16049"/>
                  </a:cubicBezTo>
                  <a:lnTo>
                    <a:pt x="24135" y="16049"/>
                  </a:lnTo>
                  <a:cubicBezTo>
                    <a:pt x="24135" y="16049"/>
                    <a:pt x="23861" y="16201"/>
                    <a:pt x="23770" y="16262"/>
                  </a:cubicBezTo>
                  <a:cubicBezTo>
                    <a:pt x="23738" y="16283"/>
                    <a:pt x="23706" y="16293"/>
                    <a:pt x="23677" y="16293"/>
                  </a:cubicBezTo>
                  <a:cubicBezTo>
                    <a:pt x="23626" y="16293"/>
                    <a:pt x="23588" y="16260"/>
                    <a:pt x="23588" y="16201"/>
                  </a:cubicBezTo>
                  <a:lnTo>
                    <a:pt x="23405" y="16231"/>
                  </a:lnTo>
                  <a:lnTo>
                    <a:pt x="23223" y="16231"/>
                  </a:lnTo>
                  <a:cubicBezTo>
                    <a:pt x="23253" y="16140"/>
                    <a:pt x="23314" y="16019"/>
                    <a:pt x="23375" y="15927"/>
                  </a:cubicBezTo>
                  <a:cubicBezTo>
                    <a:pt x="23378" y="15924"/>
                    <a:pt x="23383" y="15923"/>
                    <a:pt x="23388" y="15923"/>
                  </a:cubicBezTo>
                  <a:cubicBezTo>
                    <a:pt x="23431" y="15923"/>
                    <a:pt x="23530" y="16022"/>
                    <a:pt x="23557" y="16049"/>
                  </a:cubicBezTo>
                  <a:cubicBezTo>
                    <a:pt x="23561" y="16052"/>
                    <a:pt x="23568" y="16054"/>
                    <a:pt x="23578" y="16054"/>
                  </a:cubicBezTo>
                  <a:cubicBezTo>
                    <a:pt x="23659" y="16054"/>
                    <a:pt x="23935" y="15955"/>
                    <a:pt x="24044" y="15927"/>
                  </a:cubicBezTo>
                  <a:cubicBezTo>
                    <a:pt x="24076" y="15906"/>
                    <a:pt x="24112" y="15896"/>
                    <a:pt x="24148" y="15896"/>
                  </a:cubicBezTo>
                  <a:cubicBezTo>
                    <a:pt x="24213" y="15896"/>
                    <a:pt x="24278" y="15929"/>
                    <a:pt x="24317" y="15988"/>
                  </a:cubicBezTo>
                  <a:cubicBezTo>
                    <a:pt x="24317" y="16019"/>
                    <a:pt x="24591" y="16019"/>
                    <a:pt x="24652" y="16079"/>
                  </a:cubicBezTo>
                  <a:cubicBezTo>
                    <a:pt x="24682" y="16140"/>
                    <a:pt x="24652" y="16201"/>
                    <a:pt x="24560" y="16201"/>
                  </a:cubicBezTo>
                  <a:lnTo>
                    <a:pt x="24469" y="16201"/>
                  </a:lnTo>
                  <a:lnTo>
                    <a:pt x="24044" y="16292"/>
                  </a:lnTo>
                  <a:cubicBezTo>
                    <a:pt x="24155" y="16381"/>
                    <a:pt x="24283" y="16438"/>
                    <a:pt x="24414" y="16438"/>
                  </a:cubicBezTo>
                  <a:cubicBezTo>
                    <a:pt x="24463" y="16438"/>
                    <a:pt x="24512" y="16430"/>
                    <a:pt x="24560" y="16414"/>
                  </a:cubicBezTo>
                  <a:cubicBezTo>
                    <a:pt x="24593" y="16406"/>
                    <a:pt x="24626" y="16402"/>
                    <a:pt x="24658" y="16402"/>
                  </a:cubicBezTo>
                  <a:cubicBezTo>
                    <a:pt x="24745" y="16402"/>
                    <a:pt x="24828" y="16430"/>
                    <a:pt x="24895" y="16475"/>
                  </a:cubicBezTo>
                  <a:cubicBezTo>
                    <a:pt x="24906" y="16486"/>
                    <a:pt x="24918" y="16491"/>
                    <a:pt x="24929" y="16491"/>
                  </a:cubicBezTo>
                  <a:cubicBezTo>
                    <a:pt x="24978" y="16491"/>
                    <a:pt x="25022" y="16402"/>
                    <a:pt x="25047" y="16353"/>
                  </a:cubicBezTo>
                  <a:cubicBezTo>
                    <a:pt x="25047" y="16328"/>
                    <a:pt x="25051" y="16317"/>
                    <a:pt x="25059" y="16317"/>
                  </a:cubicBezTo>
                  <a:cubicBezTo>
                    <a:pt x="25080" y="16317"/>
                    <a:pt x="25124" y="16395"/>
                    <a:pt x="25168" y="16505"/>
                  </a:cubicBezTo>
                  <a:lnTo>
                    <a:pt x="25229" y="16627"/>
                  </a:lnTo>
                  <a:cubicBezTo>
                    <a:pt x="25260" y="16657"/>
                    <a:pt x="25290" y="16687"/>
                    <a:pt x="25351" y="16687"/>
                  </a:cubicBezTo>
                  <a:cubicBezTo>
                    <a:pt x="25472" y="16657"/>
                    <a:pt x="25381" y="16657"/>
                    <a:pt x="25351" y="16596"/>
                  </a:cubicBezTo>
                  <a:cubicBezTo>
                    <a:pt x="25320" y="16535"/>
                    <a:pt x="25351" y="16475"/>
                    <a:pt x="25442" y="16444"/>
                  </a:cubicBezTo>
                  <a:cubicBezTo>
                    <a:pt x="25507" y="16444"/>
                    <a:pt x="25526" y="16522"/>
                    <a:pt x="25586" y="16522"/>
                  </a:cubicBezTo>
                  <a:cubicBezTo>
                    <a:pt x="25611" y="16522"/>
                    <a:pt x="25642" y="16509"/>
                    <a:pt x="25685" y="16475"/>
                  </a:cubicBezTo>
                  <a:cubicBezTo>
                    <a:pt x="25731" y="16459"/>
                    <a:pt x="25784" y="16452"/>
                    <a:pt x="25841" y="16452"/>
                  </a:cubicBezTo>
                  <a:cubicBezTo>
                    <a:pt x="25898" y="16452"/>
                    <a:pt x="25959" y="16459"/>
                    <a:pt x="26019" y="16475"/>
                  </a:cubicBezTo>
                  <a:cubicBezTo>
                    <a:pt x="26050" y="16490"/>
                    <a:pt x="26080" y="16497"/>
                    <a:pt x="26111" y="16497"/>
                  </a:cubicBezTo>
                  <a:cubicBezTo>
                    <a:pt x="26141" y="16497"/>
                    <a:pt x="26171" y="16490"/>
                    <a:pt x="26202" y="16475"/>
                  </a:cubicBezTo>
                  <a:cubicBezTo>
                    <a:pt x="26263" y="16459"/>
                    <a:pt x="26331" y="16452"/>
                    <a:pt x="26399" y="16452"/>
                  </a:cubicBezTo>
                  <a:cubicBezTo>
                    <a:pt x="26468" y="16452"/>
                    <a:pt x="26536" y="16459"/>
                    <a:pt x="26597" y="16475"/>
                  </a:cubicBezTo>
                  <a:cubicBezTo>
                    <a:pt x="26623" y="16485"/>
                    <a:pt x="26648" y="16489"/>
                    <a:pt x="26671" y="16489"/>
                  </a:cubicBezTo>
                  <a:cubicBezTo>
                    <a:pt x="26759" y="16489"/>
                    <a:pt x="26830" y="16430"/>
                    <a:pt x="26918" y="16430"/>
                  </a:cubicBezTo>
                  <a:cubicBezTo>
                    <a:pt x="26941" y="16430"/>
                    <a:pt x="26966" y="16434"/>
                    <a:pt x="26992" y="16444"/>
                  </a:cubicBezTo>
                  <a:lnTo>
                    <a:pt x="27083" y="16475"/>
                  </a:lnTo>
                  <a:cubicBezTo>
                    <a:pt x="27174" y="16475"/>
                    <a:pt x="27266" y="16444"/>
                    <a:pt x="27357" y="16414"/>
                  </a:cubicBezTo>
                  <a:lnTo>
                    <a:pt x="27387" y="16383"/>
                  </a:lnTo>
                  <a:cubicBezTo>
                    <a:pt x="27418" y="16353"/>
                    <a:pt x="27478" y="16323"/>
                    <a:pt x="27509" y="16323"/>
                  </a:cubicBezTo>
                  <a:lnTo>
                    <a:pt x="27661" y="16353"/>
                  </a:lnTo>
                  <a:cubicBezTo>
                    <a:pt x="27722" y="16383"/>
                    <a:pt x="27790" y="16399"/>
                    <a:pt x="27855" y="16399"/>
                  </a:cubicBezTo>
                  <a:cubicBezTo>
                    <a:pt x="27919" y="16399"/>
                    <a:pt x="27980" y="16383"/>
                    <a:pt x="28026" y="16353"/>
                  </a:cubicBezTo>
                  <a:cubicBezTo>
                    <a:pt x="28034" y="16345"/>
                    <a:pt x="28046" y="16341"/>
                    <a:pt x="28062" y="16341"/>
                  </a:cubicBezTo>
                  <a:cubicBezTo>
                    <a:pt x="28105" y="16341"/>
                    <a:pt x="28172" y="16369"/>
                    <a:pt x="28238" y="16414"/>
                  </a:cubicBezTo>
                  <a:lnTo>
                    <a:pt x="28329" y="16475"/>
                  </a:lnTo>
                  <a:lnTo>
                    <a:pt x="28360" y="16475"/>
                  </a:lnTo>
                  <a:cubicBezTo>
                    <a:pt x="28421" y="16475"/>
                    <a:pt x="28481" y="16414"/>
                    <a:pt x="28481" y="16383"/>
                  </a:cubicBezTo>
                  <a:lnTo>
                    <a:pt x="28481" y="16323"/>
                  </a:lnTo>
                  <a:cubicBezTo>
                    <a:pt x="28481" y="16307"/>
                    <a:pt x="28474" y="16307"/>
                    <a:pt x="28466" y="16307"/>
                  </a:cubicBezTo>
                  <a:cubicBezTo>
                    <a:pt x="28459" y="16307"/>
                    <a:pt x="28451" y="16307"/>
                    <a:pt x="28451" y="16292"/>
                  </a:cubicBezTo>
                  <a:cubicBezTo>
                    <a:pt x="28451" y="16262"/>
                    <a:pt x="28421" y="16231"/>
                    <a:pt x="28451" y="16231"/>
                  </a:cubicBezTo>
                  <a:lnTo>
                    <a:pt x="28542" y="16231"/>
                  </a:lnTo>
                  <a:lnTo>
                    <a:pt x="28633" y="16353"/>
                  </a:lnTo>
                  <a:cubicBezTo>
                    <a:pt x="28785" y="16535"/>
                    <a:pt x="28785" y="16657"/>
                    <a:pt x="28664" y="16657"/>
                  </a:cubicBezTo>
                  <a:lnTo>
                    <a:pt x="28603" y="16657"/>
                  </a:lnTo>
                  <a:cubicBezTo>
                    <a:pt x="28573" y="16657"/>
                    <a:pt x="28542" y="16687"/>
                    <a:pt x="28512" y="16718"/>
                  </a:cubicBezTo>
                  <a:cubicBezTo>
                    <a:pt x="28481" y="16809"/>
                    <a:pt x="28603" y="16809"/>
                    <a:pt x="28694" y="16809"/>
                  </a:cubicBezTo>
                  <a:lnTo>
                    <a:pt x="28725" y="16809"/>
                  </a:lnTo>
                  <a:cubicBezTo>
                    <a:pt x="28816" y="16809"/>
                    <a:pt x="28907" y="16779"/>
                    <a:pt x="28968" y="16718"/>
                  </a:cubicBezTo>
                  <a:lnTo>
                    <a:pt x="29089" y="16779"/>
                  </a:lnTo>
                  <a:cubicBezTo>
                    <a:pt x="29120" y="16779"/>
                    <a:pt x="29181" y="16779"/>
                    <a:pt x="29211" y="16748"/>
                  </a:cubicBezTo>
                  <a:cubicBezTo>
                    <a:pt x="29241" y="16718"/>
                    <a:pt x="29241" y="16687"/>
                    <a:pt x="29211" y="16657"/>
                  </a:cubicBezTo>
                  <a:cubicBezTo>
                    <a:pt x="29181" y="16627"/>
                    <a:pt x="29150" y="16596"/>
                    <a:pt x="29089" y="16566"/>
                  </a:cubicBezTo>
                  <a:cubicBezTo>
                    <a:pt x="29029" y="16505"/>
                    <a:pt x="28877" y="16566"/>
                    <a:pt x="28937" y="16414"/>
                  </a:cubicBezTo>
                  <a:lnTo>
                    <a:pt x="28968" y="16353"/>
                  </a:lnTo>
                  <a:cubicBezTo>
                    <a:pt x="28983" y="16330"/>
                    <a:pt x="29005" y="16320"/>
                    <a:pt x="29030" y="16320"/>
                  </a:cubicBezTo>
                  <a:cubicBezTo>
                    <a:pt x="29101" y="16320"/>
                    <a:pt x="29196" y="16399"/>
                    <a:pt x="29241" y="16444"/>
                  </a:cubicBezTo>
                  <a:cubicBezTo>
                    <a:pt x="29250" y="16470"/>
                    <a:pt x="29276" y="16481"/>
                    <a:pt x="29314" y="16481"/>
                  </a:cubicBezTo>
                  <a:cubicBezTo>
                    <a:pt x="29412" y="16481"/>
                    <a:pt x="29592" y="16410"/>
                    <a:pt x="29788" y="16323"/>
                  </a:cubicBezTo>
                  <a:lnTo>
                    <a:pt x="30062" y="16292"/>
                  </a:lnTo>
                  <a:lnTo>
                    <a:pt x="30366" y="16262"/>
                  </a:lnTo>
                  <a:cubicBezTo>
                    <a:pt x="30396" y="16079"/>
                    <a:pt x="30396" y="15897"/>
                    <a:pt x="30366" y="15715"/>
                  </a:cubicBezTo>
                  <a:cubicBezTo>
                    <a:pt x="30366" y="15684"/>
                    <a:pt x="30457" y="15624"/>
                    <a:pt x="30640" y="15593"/>
                  </a:cubicBezTo>
                  <a:lnTo>
                    <a:pt x="30700" y="15715"/>
                  </a:lnTo>
                  <a:cubicBezTo>
                    <a:pt x="30731" y="15745"/>
                    <a:pt x="30670" y="15775"/>
                    <a:pt x="30670" y="15836"/>
                  </a:cubicBezTo>
                  <a:cubicBezTo>
                    <a:pt x="30670" y="15897"/>
                    <a:pt x="30670" y="15958"/>
                    <a:pt x="30700" y="16019"/>
                  </a:cubicBezTo>
                  <a:cubicBezTo>
                    <a:pt x="30700" y="16079"/>
                    <a:pt x="30731" y="16171"/>
                    <a:pt x="30761" y="16171"/>
                  </a:cubicBezTo>
                  <a:cubicBezTo>
                    <a:pt x="30761" y="16171"/>
                    <a:pt x="30700" y="16201"/>
                    <a:pt x="30670" y="16201"/>
                  </a:cubicBezTo>
                  <a:lnTo>
                    <a:pt x="30579" y="16231"/>
                  </a:lnTo>
                  <a:cubicBezTo>
                    <a:pt x="30488" y="16292"/>
                    <a:pt x="30518" y="16475"/>
                    <a:pt x="30548" y="16535"/>
                  </a:cubicBezTo>
                  <a:cubicBezTo>
                    <a:pt x="30553" y="16540"/>
                    <a:pt x="30560" y="16543"/>
                    <a:pt x="30568" y="16543"/>
                  </a:cubicBezTo>
                  <a:cubicBezTo>
                    <a:pt x="30608" y="16543"/>
                    <a:pt x="30680" y="16480"/>
                    <a:pt x="30731" y="16353"/>
                  </a:cubicBezTo>
                  <a:lnTo>
                    <a:pt x="30913" y="16292"/>
                  </a:lnTo>
                  <a:cubicBezTo>
                    <a:pt x="30916" y="16290"/>
                    <a:pt x="30918" y="16289"/>
                    <a:pt x="30922" y="16289"/>
                  </a:cubicBezTo>
                  <a:cubicBezTo>
                    <a:pt x="30944" y="16289"/>
                    <a:pt x="30984" y="16344"/>
                    <a:pt x="31017" y="16344"/>
                  </a:cubicBezTo>
                  <a:cubicBezTo>
                    <a:pt x="31037" y="16344"/>
                    <a:pt x="31055" y="16324"/>
                    <a:pt x="31065" y="16262"/>
                  </a:cubicBezTo>
                  <a:cubicBezTo>
                    <a:pt x="31096" y="16201"/>
                    <a:pt x="31187" y="16140"/>
                    <a:pt x="31278" y="16079"/>
                  </a:cubicBezTo>
                  <a:cubicBezTo>
                    <a:pt x="31308" y="16064"/>
                    <a:pt x="31354" y="16057"/>
                    <a:pt x="31392" y="16057"/>
                  </a:cubicBezTo>
                  <a:cubicBezTo>
                    <a:pt x="31430" y="16057"/>
                    <a:pt x="31460" y="16064"/>
                    <a:pt x="31460" y="16079"/>
                  </a:cubicBezTo>
                  <a:cubicBezTo>
                    <a:pt x="31491" y="16110"/>
                    <a:pt x="31399" y="16171"/>
                    <a:pt x="31399" y="16231"/>
                  </a:cubicBezTo>
                  <a:cubicBezTo>
                    <a:pt x="31430" y="16262"/>
                    <a:pt x="31582" y="16262"/>
                    <a:pt x="31612" y="16262"/>
                  </a:cubicBezTo>
                  <a:cubicBezTo>
                    <a:pt x="31643" y="16262"/>
                    <a:pt x="31825" y="16049"/>
                    <a:pt x="31886" y="15988"/>
                  </a:cubicBezTo>
                  <a:cubicBezTo>
                    <a:pt x="31910" y="15980"/>
                    <a:pt x="31937" y="15976"/>
                    <a:pt x="31964" y="15976"/>
                  </a:cubicBezTo>
                  <a:cubicBezTo>
                    <a:pt x="32038" y="15976"/>
                    <a:pt x="32115" y="16005"/>
                    <a:pt x="32159" y="16049"/>
                  </a:cubicBezTo>
                  <a:lnTo>
                    <a:pt x="32220" y="16110"/>
                  </a:lnTo>
                  <a:cubicBezTo>
                    <a:pt x="32251" y="16140"/>
                    <a:pt x="32311" y="16201"/>
                    <a:pt x="32342" y="16201"/>
                  </a:cubicBezTo>
                  <a:cubicBezTo>
                    <a:pt x="32433" y="16171"/>
                    <a:pt x="32433" y="16079"/>
                    <a:pt x="32372" y="16019"/>
                  </a:cubicBezTo>
                  <a:cubicBezTo>
                    <a:pt x="32281" y="15988"/>
                    <a:pt x="32311" y="15897"/>
                    <a:pt x="32372" y="15867"/>
                  </a:cubicBezTo>
                  <a:cubicBezTo>
                    <a:pt x="32378" y="15861"/>
                    <a:pt x="32386" y="15859"/>
                    <a:pt x="32397" y="15859"/>
                  </a:cubicBezTo>
                  <a:cubicBezTo>
                    <a:pt x="32444" y="15859"/>
                    <a:pt x="32530" y="15908"/>
                    <a:pt x="32555" y="15958"/>
                  </a:cubicBezTo>
                  <a:lnTo>
                    <a:pt x="32615" y="15988"/>
                  </a:lnTo>
                  <a:cubicBezTo>
                    <a:pt x="32615" y="16049"/>
                    <a:pt x="32646" y="16110"/>
                    <a:pt x="32646" y="16140"/>
                  </a:cubicBezTo>
                  <a:cubicBezTo>
                    <a:pt x="32767" y="16201"/>
                    <a:pt x="32858" y="16262"/>
                    <a:pt x="32980" y="16323"/>
                  </a:cubicBezTo>
                  <a:lnTo>
                    <a:pt x="33132" y="16353"/>
                  </a:lnTo>
                  <a:lnTo>
                    <a:pt x="33345" y="16383"/>
                  </a:lnTo>
                  <a:cubicBezTo>
                    <a:pt x="33436" y="16292"/>
                    <a:pt x="33436" y="16171"/>
                    <a:pt x="33406" y="16140"/>
                  </a:cubicBezTo>
                  <a:cubicBezTo>
                    <a:pt x="33375" y="16140"/>
                    <a:pt x="33345" y="15958"/>
                    <a:pt x="33406" y="15927"/>
                  </a:cubicBezTo>
                  <a:cubicBezTo>
                    <a:pt x="33410" y="15923"/>
                    <a:pt x="33416" y="15921"/>
                    <a:pt x="33424" y="15921"/>
                  </a:cubicBezTo>
                  <a:cubicBezTo>
                    <a:pt x="33475" y="15921"/>
                    <a:pt x="33592" y="15997"/>
                    <a:pt x="33618" y="16049"/>
                  </a:cubicBezTo>
                  <a:cubicBezTo>
                    <a:pt x="33626" y="16057"/>
                    <a:pt x="33635" y="16060"/>
                    <a:pt x="33646" y="16060"/>
                  </a:cubicBezTo>
                  <a:cubicBezTo>
                    <a:pt x="33679" y="16060"/>
                    <a:pt x="33725" y="16026"/>
                    <a:pt x="33770" y="15958"/>
                  </a:cubicBezTo>
                  <a:lnTo>
                    <a:pt x="33801" y="15958"/>
                  </a:lnTo>
                  <a:lnTo>
                    <a:pt x="33983" y="15927"/>
                  </a:lnTo>
                  <a:cubicBezTo>
                    <a:pt x="33983" y="16019"/>
                    <a:pt x="34196" y="16323"/>
                    <a:pt x="34317" y="16353"/>
                  </a:cubicBezTo>
                  <a:cubicBezTo>
                    <a:pt x="34469" y="16353"/>
                    <a:pt x="34591" y="16049"/>
                    <a:pt x="34561" y="15927"/>
                  </a:cubicBezTo>
                  <a:cubicBezTo>
                    <a:pt x="34547" y="15874"/>
                    <a:pt x="34557" y="15850"/>
                    <a:pt x="34581" y="15850"/>
                  </a:cubicBezTo>
                  <a:cubicBezTo>
                    <a:pt x="34610" y="15850"/>
                    <a:pt x="34661" y="15890"/>
                    <a:pt x="34713" y="15958"/>
                  </a:cubicBezTo>
                  <a:lnTo>
                    <a:pt x="35077" y="15958"/>
                  </a:lnTo>
                  <a:cubicBezTo>
                    <a:pt x="35260" y="15927"/>
                    <a:pt x="35442" y="15897"/>
                    <a:pt x="35624" y="15836"/>
                  </a:cubicBezTo>
                  <a:lnTo>
                    <a:pt x="35685" y="15867"/>
                  </a:lnTo>
                  <a:cubicBezTo>
                    <a:pt x="35741" y="15894"/>
                    <a:pt x="35785" y="15905"/>
                    <a:pt x="35823" y="15905"/>
                  </a:cubicBezTo>
                  <a:cubicBezTo>
                    <a:pt x="35910" y="15905"/>
                    <a:pt x="35965" y="15848"/>
                    <a:pt x="36050" y="15806"/>
                  </a:cubicBezTo>
                  <a:cubicBezTo>
                    <a:pt x="36050" y="15800"/>
                    <a:pt x="36052" y="15797"/>
                    <a:pt x="36057" y="15797"/>
                  </a:cubicBezTo>
                  <a:cubicBezTo>
                    <a:pt x="36073" y="15797"/>
                    <a:pt x="36117" y="15836"/>
                    <a:pt x="36141" y="15836"/>
                  </a:cubicBezTo>
                  <a:lnTo>
                    <a:pt x="36232" y="15867"/>
                  </a:lnTo>
                  <a:cubicBezTo>
                    <a:pt x="36293" y="15806"/>
                    <a:pt x="36354" y="15715"/>
                    <a:pt x="36384" y="15715"/>
                  </a:cubicBezTo>
                  <a:cubicBezTo>
                    <a:pt x="36445" y="15715"/>
                    <a:pt x="36476" y="15745"/>
                    <a:pt x="36506" y="15775"/>
                  </a:cubicBezTo>
                  <a:cubicBezTo>
                    <a:pt x="36506" y="15806"/>
                    <a:pt x="36415" y="15988"/>
                    <a:pt x="36506" y="16049"/>
                  </a:cubicBezTo>
                  <a:cubicBezTo>
                    <a:pt x="36521" y="16064"/>
                    <a:pt x="36533" y="16070"/>
                    <a:pt x="36545" y="16070"/>
                  </a:cubicBezTo>
                  <a:cubicBezTo>
                    <a:pt x="36581" y="16070"/>
                    <a:pt x="36604" y="16011"/>
                    <a:pt x="36628" y="15988"/>
                  </a:cubicBezTo>
                  <a:cubicBezTo>
                    <a:pt x="36658" y="15927"/>
                    <a:pt x="36688" y="15867"/>
                    <a:pt x="36719" y="15806"/>
                  </a:cubicBezTo>
                  <a:cubicBezTo>
                    <a:pt x="36749" y="15745"/>
                    <a:pt x="36810" y="15654"/>
                    <a:pt x="36840" y="15593"/>
                  </a:cubicBezTo>
                  <a:cubicBezTo>
                    <a:pt x="36848" y="15585"/>
                    <a:pt x="36865" y="15581"/>
                    <a:pt x="36888" y="15581"/>
                  </a:cubicBezTo>
                  <a:cubicBezTo>
                    <a:pt x="36950" y="15581"/>
                    <a:pt x="37055" y="15609"/>
                    <a:pt x="37144" y="15654"/>
                  </a:cubicBezTo>
                  <a:lnTo>
                    <a:pt x="37266" y="15745"/>
                  </a:lnTo>
                  <a:cubicBezTo>
                    <a:pt x="37254" y="15781"/>
                    <a:pt x="37228" y="15793"/>
                    <a:pt x="37199" y="15793"/>
                  </a:cubicBezTo>
                  <a:cubicBezTo>
                    <a:pt x="37154" y="15793"/>
                    <a:pt x="37102" y="15764"/>
                    <a:pt x="37083" y="15745"/>
                  </a:cubicBezTo>
                  <a:cubicBezTo>
                    <a:pt x="37075" y="15736"/>
                    <a:pt x="37058" y="15733"/>
                    <a:pt x="37038" y="15733"/>
                  </a:cubicBezTo>
                  <a:cubicBezTo>
                    <a:pt x="36990" y="15733"/>
                    <a:pt x="36923" y="15754"/>
                    <a:pt x="36901" y="15775"/>
                  </a:cubicBezTo>
                  <a:cubicBezTo>
                    <a:pt x="36871" y="15806"/>
                    <a:pt x="37023" y="15927"/>
                    <a:pt x="37114" y="15958"/>
                  </a:cubicBezTo>
                  <a:cubicBezTo>
                    <a:pt x="37138" y="15966"/>
                    <a:pt x="37163" y="15970"/>
                    <a:pt x="37187" y="15970"/>
                  </a:cubicBezTo>
                  <a:cubicBezTo>
                    <a:pt x="37254" y="15970"/>
                    <a:pt x="37321" y="15942"/>
                    <a:pt x="37387" y="15897"/>
                  </a:cubicBezTo>
                  <a:lnTo>
                    <a:pt x="37448" y="15836"/>
                  </a:lnTo>
                  <a:cubicBezTo>
                    <a:pt x="37509" y="15806"/>
                    <a:pt x="37600" y="15775"/>
                    <a:pt x="37631" y="15775"/>
                  </a:cubicBezTo>
                  <a:lnTo>
                    <a:pt x="37661" y="15836"/>
                  </a:lnTo>
                  <a:cubicBezTo>
                    <a:pt x="37665" y="15845"/>
                    <a:pt x="37671" y="15848"/>
                    <a:pt x="37678" y="15848"/>
                  </a:cubicBezTo>
                  <a:cubicBezTo>
                    <a:pt x="37723" y="15848"/>
                    <a:pt x="37821" y="15698"/>
                    <a:pt x="37874" y="15593"/>
                  </a:cubicBezTo>
                  <a:cubicBezTo>
                    <a:pt x="37881" y="15573"/>
                    <a:pt x="37892" y="15563"/>
                    <a:pt x="37907" y="15563"/>
                  </a:cubicBezTo>
                  <a:cubicBezTo>
                    <a:pt x="37960" y="15563"/>
                    <a:pt x="38060" y="15678"/>
                    <a:pt x="38178" y="15867"/>
                  </a:cubicBezTo>
                  <a:lnTo>
                    <a:pt x="38573" y="15867"/>
                  </a:lnTo>
                  <a:cubicBezTo>
                    <a:pt x="38786" y="15775"/>
                    <a:pt x="39029" y="15745"/>
                    <a:pt x="39242" y="15745"/>
                  </a:cubicBezTo>
                  <a:cubicBezTo>
                    <a:pt x="39258" y="15751"/>
                    <a:pt x="39275" y="15753"/>
                    <a:pt x="39291" y="15753"/>
                  </a:cubicBezTo>
                  <a:cubicBezTo>
                    <a:pt x="39363" y="15753"/>
                    <a:pt x="39424" y="15704"/>
                    <a:pt x="39424" y="15654"/>
                  </a:cubicBezTo>
                  <a:lnTo>
                    <a:pt x="39394" y="15593"/>
                  </a:lnTo>
                  <a:lnTo>
                    <a:pt x="39363" y="15563"/>
                  </a:lnTo>
                  <a:cubicBezTo>
                    <a:pt x="39287" y="15537"/>
                    <a:pt x="39508" y="15427"/>
                    <a:pt x="39671" y="15427"/>
                  </a:cubicBezTo>
                  <a:cubicBezTo>
                    <a:pt x="39704" y="15427"/>
                    <a:pt x="39733" y="15431"/>
                    <a:pt x="39758" y="15441"/>
                  </a:cubicBezTo>
                  <a:cubicBezTo>
                    <a:pt x="39880" y="15472"/>
                    <a:pt x="39971" y="15532"/>
                    <a:pt x="39941" y="15563"/>
                  </a:cubicBezTo>
                  <a:cubicBezTo>
                    <a:pt x="40009" y="15631"/>
                    <a:pt x="40077" y="15665"/>
                    <a:pt x="40159" y="15665"/>
                  </a:cubicBezTo>
                  <a:cubicBezTo>
                    <a:pt x="40186" y="15665"/>
                    <a:pt x="40214" y="15662"/>
                    <a:pt x="40245" y="15654"/>
                  </a:cubicBezTo>
                  <a:cubicBezTo>
                    <a:pt x="40300" y="15598"/>
                    <a:pt x="40356" y="15542"/>
                    <a:pt x="40426" y="15542"/>
                  </a:cubicBezTo>
                  <a:cubicBezTo>
                    <a:pt x="40470" y="15542"/>
                    <a:pt x="40520" y="15565"/>
                    <a:pt x="40579" y="15624"/>
                  </a:cubicBezTo>
                  <a:cubicBezTo>
                    <a:pt x="40585" y="15630"/>
                    <a:pt x="40596" y="15632"/>
                    <a:pt x="40610" y="15632"/>
                  </a:cubicBezTo>
                  <a:cubicBezTo>
                    <a:pt x="40668" y="15632"/>
                    <a:pt x="40780" y="15593"/>
                    <a:pt x="40853" y="15593"/>
                  </a:cubicBezTo>
                  <a:cubicBezTo>
                    <a:pt x="40913" y="15563"/>
                    <a:pt x="40974" y="15563"/>
                    <a:pt x="41035" y="15563"/>
                  </a:cubicBezTo>
                  <a:cubicBezTo>
                    <a:pt x="41065" y="15563"/>
                    <a:pt x="41126" y="15563"/>
                    <a:pt x="41126" y="15593"/>
                  </a:cubicBezTo>
                  <a:cubicBezTo>
                    <a:pt x="41156" y="15654"/>
                    <a:pt x="41126" y="15684"/>
                    <a:pt x="41096" y="15715"/>
                  </a:cubicBezTo>
                  <a:lnTo>
                    <a:pt x="41005" y="15745"/>
                  </a:lnTo>
                  <a:cubicBezTo>
                    <a:pt x="40913" y="15806"/>
                    <a:pt x="40944" y="15867"/>
                    <a:pt x="41126" y="15897"/>
                  </a:cubicBezTo>
                  <a:lnTo>
                    <a:pt x="41217" y="15775"/>
                  </a:lnTo>
                  <a:cubicBezTo>
                    <a:pt x="41238" y="15775"/>
                    <a:pt x="41258" y="15735"/>
                    <a:pt x="41296" y="15735"/>
                  </a:cubicBezTo>
                  <a:cubicBezTo>
                    <a:pt x="41315" y="15735"/>
                    <a:pt x="41339" y="15745"/>
                    <a:pt x="41369" y="15775"/>
                  </a:cubicBezTo>
                  <a:lnTo>
                    <a:pt x="41369" y="15806"/>
                  </a:lnTo>
                  <a:cubicBezTo>
                    <a:pt x="41400" y="15867"/>
                    <a:pt x="41400" y="15897"/>
                    <a:pt x="41369" y="15958"/>
                  </a:cubicBezTo>
                  <a:lnTo>
                    <a:pt x="41491" y="15958"/>
                  </a:lnTo>
                  <a:cubicBezTo>
                    <a:pt x="41552" y="15897"/>
                    <a:pt x="41582" y="15806"/>
                    <a:pt x="41582" y="15715"/>
                  </a:cubicBezTo>
                  <a:cubicBezTo>
                    <a:pt x="41582" y="15654"/>
                    <a:pt x="41704" y="15654"/>
                    <a:pt x="41825" y="15654"/>
                  </a:cubicBezTo>
                  <a:lnTo>
                    <a:pt x="41856" y="15684"/>
                  </a:lnTo>
                  <a:cubicBezTo>
                    <a:pt x="41916" y="15745"/>
                    <a:pt x="41856" y="15806"/>
                    <a:pt x="41734" y="15806"/>
                  </a:cubicBezTo>
                  <a:lnTo>
                    <a:pt x="41704" y="15806"/>
                  </a:lnTo>
                  <a:cubicBezTo>
                    <a:pt x="41673" y="15867"/>
                    <a:pt x="41734" y="15958"/>
                    <a:pt x="41825" y="15958"/>
                  </a:cubicBezTo>
                  <a:cubicBezTo>
                    <a:pt x="41845" y="15927"/>
                    <a:pt x="41866" y="15917"/>
                    <a:pt x="41886" y="15917"/>
                  </a:cubicBezTo>
                  <a:cubicBezTo>
                    <a:pt x="41927" y="15917"/>
                    <a:pt x="41967" y="15958"/>
                    <a:pt x="42008" y="15958"/>
                  </a:cubicBezTo>
                  <a:lnTo>
                    <a:pt x="42068" y="15958"/>
                  </a:lnTo>
                  <a:cubicBezTo>
                    <a:pt x="42190" y="15927"/>
                    <a:pt x="42281" y="15867"/>
                    <a:pt x="42342" y="15806"/>
                  </a:cubicBezTo>
                  <a:lnTo>
                    <a:pt x="42464" y="15836"/>
                  </a:lnTo>
                  <a:lnTo>
                    <a:pt x="42676" y="15897"/>
                  </a:lnTo>
                  <a:cubicBezTo>
                    <a:pt x="42980" y="15897"/>
                    <a:pt x="42980" y="15684"/>
                    <a:pt x="42980" y="15593"/>
                  </a:cubicBezTo>
                  <a:cubicBezTo>
                    <a:pt x="42980" y="15441"/>
                    <a:pt x="42980" y="15289"/>
                    <a:pt x="42950" y="15137"/>
                  </a:cubicBezTo>
                  <a:cubicBezTo>
                    <a:pt x="42919" y="15076"/>
                    <a:pt x="42980" y="14955"/>
                    <a:pt x="43071" y="14924"/>
                  </a:cubicBezTo>
                  <a:lnTo>
                    <a:pt x="43163" y="14894"/>
                  </a:lnTo>
                  <a:cubicBezTo>
                    <a:pt x="43178" y="14879"/>
                    <a:pt x="43185" y="14871"/>
                    <a:pt x="43193" y="14871"/>
                  </a:cubicBezTo>
                  <a:cubicBezTo>
                    <a:pt x="43201" y="14871"/>
                    <a:pt x="43208" y="14879"/>
                    <a:pt x="43223" y="14894"/>
                  </a:cubicBezTo>
                  <a:cubicBezTo>
                    <a:pt x="43254" y="14894"/>
                    <a:pt x="43284" y="14894"/>
                    <a:pt x="43284" y="14924"/>
                  </a:cubicBezTo>
                  <a:cubicBezTo>
                    <a:pt x="43315" y="14985"/>
                    <a:pt x="43345" y="15076"/>
                    <a:pt x="43406" y="15137"/>
                  </a:cubicBezTo>
                  <a:cubicBezTo>
                    <a:pt x="43436" y="15168"/>
                    <a:pt x="43497" y="15198"/>
                    <a:pt x="43558" y="15198"/>
                  </a:cubicBezTo>
                  <a:lnTo>
                    <a:pt x="43649" y="15228"/>
                  </a:lnTo>
                  <a:cubicBezTo>
                    <a:pt x="43675" y="15234"/>
                    <a:pt x="43698" y="15236"/>
                    <a:pt x="43717" y="15236"/>
                  </a:cubicBezTo>
                  <a:cubicBezTo>
                    <a:pt x="43809" y="15236"/>
                    <a:pt x="43821" y="15177"/>
                    <a:pt x="43771" y="15076"/>
                  </a:cubicBezTo>
                  <a:lnTo>
                    <a:pt x="43710" y="14985"/>
                  </a:lnTo>
                  <a:cubicBezTo>
                    <a:pt x="43801" y="14894"/>
                    <a:pt x="43892" y="14864"/>
                    <a:pt x="43983" y="14833"/>
                  </a:cubicBezTo>
                  <a:lnTo>
                    <a:pt x="44135" y="14864"/>
                  </a:lnTo>
                  <a:lnTo>
                    <a:pt x="44287" y="14924"/>
                  </a:lnTo>
                  <a:cubicBezTo>
                    <a:pt x="44287" y="14985"/>
                    <a:pt x="44257" y="15076"/>
                    <a:pt x="44196" y="15137"/>
                  </a:cubicBezTo>
                  <a:cubicBezTo>
                    <a:pt x="44166" y="15137"/>
                    <a:pt x="44257" y="15289"/>
                    <a:pt x="44318" y="15350"/>
                  </a:cubicBezTo>
                  <a:cubicBezTo>
                    <a:pt x="44332" y="15364"/>
                    <a:pt x="44346" y="15370"/>
                    <a:pt x="44360" y="15370"/>
                  </a:cubicBezTo>
                  <a:cubicBezTo>
                    <a:pt x="44405" y="15370"/>
                    <a:pt x="44446" y="15305"/>
                    <a:pt x="44470" y="15259"/>
                  </a:cubicBezTo>
                  <a:cubicBezTo>
                    <a:pt x="44470" y="15255"/>
                    <a:pt x="44475" y="15253"/>
                    <a:pt x="44484" y="15253"/>
                  </a:cubicBezTo>
                  <a:cubicBezTo>
                    <a:pt x="44541" y="15253"/>
                    <a:pt x="44756" y="15328"/>
                    <a:pt x="44834" y="15380"/>
                  </a:cubicBezTo>
                  <a:cubicBezTo>
                    <a:pt x="44926" y="15441"/>
                    <a:pt x="44956" y="15502"/>
                    <a:pt x="44926" y="15532"/>
                  </a:cubicBezTo>
                  <a:cubicBezTo>
                    <a:pt x="44682" y="15563"/>
                    <a:pt x="44470" y="15593"/>
                    <a:pt x="44226" y="15624"/>
                  </a:cubicBezTo>
                  <a:cubicBezTo>
                    <a:pt x="44196" y="15624"/>
                    <a:pt x="44166" y="15684"/>
                    <a:pt x="44166" y="15715"/>
                  </a:cubicBezTo>
                  <a:cubicBezTo>
                    <a:pt x="44226" y="15745"/>
                    <a:pt x="44287" y="15775"/>
                    <a:pt x="44378" y="15775"/>
                  </a:cubicBezTo>
                  <a:lnTo>
                    <a:pt x="44409" y="15927"/>
                  </a:lnTo>
                  <a:lnTo>
                    <a:pt x="44439" y="15958"/>
                  </a:lnTo>
                  <a:cubicBezTo>
                    <a:pt x="44561" y="15836"/>
                    <a:pt x="44652" y="15745"/>
                    <a:pt x="44804" y="15684"/>
                  </a:cubicBezTo>
                  <a:lnTo>
                    <a:pt x="44956" y="15775"/>
                  </a:lnTo>
                  <a:cubicBezTo>
                    <a:pt x="45108" y="15897"/>
                    <a:pt x="45321" y="15958"/>
                    <a:pt x="45503" y="15958"/>
                  </a:cubicBezTo>
                  <a:lnTo>
                    <a:pt x="45716" y="15927"/>
                  </a:lnTo>
                  <a:cubicBezTo>
                    <a:pt x="45929" y="15806"/>
                    <a:pt x="46172" y="15654"/>
                    <a:pt x="46141" y="15624"/>
                  </a:cubicBezTo>
                  <a:cubicBezTo>
                    <a:pt x="46081" y="15593"/>
                    <a:pt x="45959" y="15502"/>
                    <a:pt x="45837" y="15411"/>
                  </a:cubicBezTo>
                  <a:lnTo>
                    <a:pt x="45746" y="15320"/>
                  </a:lnTo>
                  <a:cubicBezTo>
                    <a:pt x="45746" y="15289"/>
                    <a:pt x="45746" y="15228"/>
                    <a:pt x="45777" y="15228"/>
                  </a:cubicBezTo>
                  <a:lnTo>
                    <a:pt x="45929" y="15228"/>
                  </a:lnTo>
                  <a:lnTo>
                    <a:pt x="45959" y="15289"/>
                  </a:lnTo>
                  <a:cubicBezTo>
                    <a:pt x="45965" y="15295"/>
                    <a:pt x="45976" y="15297"/>
                    <a:pt x="45992" y="15297"/>
                  </a:cubicBezTo>
                  <a:cubicBezTo>
                    <a:pt x="46063" y="15297"/>
                    <a:pt x="46219" y="15248"/>
                    <a:pt x="46293" y="15198"/>
                  </a:cubicBezTo>
                  <a:cubicBezTo>
                    <a:pt x="46303" y="15191"/>
                    <a:pt x="46313" y="15188"/>
                    <a:pt x="46323" y="15188"/>
                  </a:cubicBezTo>
                  <a:cubicBezTo>
                    <a:pt x="46403" y="15188"/>
                    <a:pt x="46472" y="15390"/>
                    <a:pt x="46445" y="15472"/>
                  </a:cubicBezTo>
                  <a:cubicBezTo>
                    <a:pt x="46415" y="15563"/>
                    <a:pt x="46597" y="15624"/>
                    <a:pt x="46658" y="15624"/>
                  </a:cubicBezTo>
                  <a:cubicBezTo>
                    <a:pt x="46719" y="15624"/>
                    <a:pt x="46506" y="15472"/>
                    <a:pt x="46537" y="15380"/>
                  </a:cubicBezTo>
                  <a:cubicBezTo>
                    <a:pt x="46537" y="15305"/>
                    <a:pt x="46681" y="15251"/>
                    <a:pt x="46833" y="15251"/>
                  </a:cubicBezTo>
                  <a:cubicBezTo>
                    <a:pt x="46866" y="15251"/>
                    <a:pt x="46899" y="15253"/>
                    <a:pt x="46932" y="15259"/>
                  </a:cubicBezTo>
                  <a:lnTo>
                    <a:pt x="47023" y="15320"/>
                  </a:lnTo>
                  <a:cubicBezTo>
                    <a:pt x="47101" y="15378"/>
                    <a:pt x="47180" y="15412"/>
                    <a:pt x="47267" y="15412"/>
                  </a:cubicBezTo>
                  <a:cubicBezTo>
                    <a:pt x="47314" y="15412"/>
                    <a:pt x="47364" y="15402"/>
                    <a:pt x="47418" y="15380"/>
                  </a:cubicBezTo>
                  <a:cubicBezTo>
                    <a:pt x="47466" y="15344"/>
                    <a:pt x="47523" y="15327"/>
                    <a:pt x="47581" y="15327"/>
                  </a:cubicBezTo>
                  <a:cubicBezTo>
                    <a:pt x="47669" y="15327"/>
                    <a:pt x="47758" y="15368"/>
                    <a:pt x="47813" y="15441"/>
                  </a:cubicBezTo>
                  <a:lnTo>
                    <a:pt x="47904" y="15532"/>
                  </a:lnTo>
                  <a:cubicBezTo>
                    <a:pt x="48026" y="15472"/>
                    <a:pt x="48147" y="15380"/>
                    <a:pt x="48239" y="15289"/>
                  </a:cubicBezTo>
                  <a:lnTo>
                    <a:pt x="48208" y="15259"/>
                  </a:lnTo>
                  <a:lnTo>
                    <a:pt x="48056" y="15137"/>
                  </a:lnTo>
                  <a:cubicBezTo>
                    <a:pt x="48085" y="15130"/>
                    <a:pt x="48115" y="15126"/>
                    <a:pt x="48146" y="15126"/>
                  </a:cubicBezTo>
                  <a:cubicBezTo>
                    <a:pt x="48245" y="15126"/>
                    <a:pt x="48344" y="15166"/>
                    <a:pt x="48391" y="15259"/>
                  </a:cubicBezTo>
                  <a:lnTo>
                    <a:pt x="48482" y="15289"/>
                  </a:lnTo>
                  <a:cubicBezTo>
                    <a:pt x="48526" y="15300"/>
                    <a:pt x="48567" y="15307"/>
                    <a:pt x="48606" y="15307"/>
                  </a:cubicBezTo>
                  <a:cubicBezTo>
                    <a:pt x="48674" y="15307"/>
                    <a:pt x="48739" y="15286"/>
                    <a:pt x="48816" y="15228"/>
                  </a:cubicBezTo>
                  <a:lnTo>
                    <a:pt x="48877" y="15198"/>
                  </a:lnTo>
                  <a:cubicBezTo>
                    <a:pt x="49059" y="15228"/>
                    <a:pt x="49120" y="15320"/>
                    <a:pt x="49059" y="15441"/>
                  </a:cubicBezTo>
                  <a:lnTo>
                    <a:pt x="49059" y="15532"/>
                  </a:lnTo>
                  <a:cubicBezTo>
                    <a:pt x="49181" y="15593"/>
                    <a:pt x="49211" y="15654"/>
                    <a:pt x="49181" y="15654"/>
                  </a:cubicBezTo>
                  <a:lnTo>
                    <a:pt x="49090" y="15654"/>
                  </a:lnTo>
                  <a:cubicBezTo>
                    <a:pt x="48999" y="15654"/>
                    <a:pt x="48968" y="15715"/>
                    <a:pt x="48968" y="15775"/>
                  </a:cubicBezTo>
                  <a:lnTo>
                    <a:pt x="49090" y="15806"/>
                  </a:lnTo>
                  <a:lnTo>
                    <a:pt x="49211" y="15836"/>
                  </a:lnTo>
                  <a:cubicBezTo>
                    <a:pt x="49181" y="15927"/>
                    <a:pt x="49181" y="16019"/>
                    <a:pt x="49181" y="16110"/>
                  </a:cubicBezTo>
                  <a:lnTo>
                    <a:pt x="49242" y="16110"/>
                  </a:lnTo>
                  <a:cubicBezTo>
                    <a:pt x="49333" y="16049"/>
                    <a:pt x="49424" y="15988"/>
                    <a:pt x="49485" y="15897"/>
                  </a:cubicBezTo>
                  <a:cubicBezTo>
                    <a:pt x="49546" y="15867"/>
                    <a:pt x="49363" y="15654"/>
                    <a:pt x="49424" y="15593"/>
                  </a:cubicBezTo>
                  <a:cubicBezTo>
                    <a:pt x="49515" y="15502"/>
                    <a:pt x="49394" y="15441"/>
                    <a:pt x="49333" y="15411"/>
                  </a:cubicBezTo>
                  <a:cubicBezTo>
                    <a:pt x="49303" y="15411"/>
                    <a:pt x="49333" y="15259"/>
                    <a:pt x="49485" y="15107"/>
                  </a:cubicBezTo>
                  <a:lnTo>
                    <a:pt x="49698" y="15107"/>
                  </a:lnTo>
                  <a:cubicBezTo>
                    <a:pt x="49728" y="15137"/>
                    <a:pt x="49758" y="15198"/>
                    <a:pt x="49728" y="15259"/>
                  </a:cubicBezTo>
                  <a:lnTo>
                    <a:pt x="49667" y="15259"/>
                  </a:lnTo>
                  <a:cubicBezTo>
                    <a:pt x="49606" y="15259"/>
                    <a:pt x="49667" y="15350"/>
                    <a:pt x="49698" y="15380"/>
                  </a:cubicBezTo>
                  <a:cubicBezTo>
                    <a:pt x="49700" y="15383"/>
                    <a:pt x="49705" y="15384"/>
                    <a:pt x="49710" y="15384"/>
                  </a:cubicBezTo>
                  <a:cubicBezTo>
                    <a:pt x="49765" y="15384"/>
                    <a:pt x="49946" y="15253"/>
                    <a:pt x="50002" y="15198"/>
                  </a:cubicBezTo>
                  <a:cubicBezTo>
                    <a:pt x="50032" y="15168"/>
                    <a:pt x="50070" y="15152"/>
                    <a:pt x="50108" y="15152"/>
                  </a:cubicBezTo>
                  <a:cubicBezTo>
                    <a:pt x="50146" y="15152"/>
                    <a:pt x="50184" y="15168"/>
                    <a:pt x="50214" y="15198"/>
                  </a:cubicBezTo>
                  <a:lnTo>
                    <a:pt x="50275" y="15228"/>
                  </a:lnTo>
                  <a:lnTo>
                    <a:pt x="50336" y="15289"/>
                  </a:lnTo>
                  <a:cubicBezTo>
                    <a:pt x="50427" y="15350"/>
                    <a:pt x="50488" y="15380"/>
                    <a:pt x="50579" y="15441"/>
                  </a:cubicBezTo>
                  <a:cubicBezTo>
                    <a:pt x="50579" y="15450"/>
                    <a:pt x="50584" y="15454"/>
                    <a:pt x="50593" y="15454"/>
                  </a:cubicBezTo>
                  <a:cubicBezTo>
                    <a:pt x="50612" y="15454"/>
                    <a:pt x="50649" y="15432"/>
                    <a:pt x="50670" y="15411"/>
                  </a:cubicBezTo>
                  <a:lnTo>
                    <a:pt x="50701" y="15380"/>
                  </a:lnTo>
                  <a:lnTo>
                    <a:pt x="50731" y="15350"/>
                  </a:lnTo>
                  <a:cubicBezTo>
                    <a:pt x="50731" y="15289"/>
                    <a:pt x="51035" y="15016"/>
                    <a:pt x="51065" y="14894"/>
                  </a:cubicBezTo>
                  <a:cubicBezTo>
                    <a:pt x="51084" y="14857"/>
                    <a:pt x="51131" y="14845"/>
                    <a:pt x="51191" y="14845"/>
                  </a:cubicBezTo>
                  <a:cubicBezTo>
                    <a:pt x="51293" y="14845"/>
                    <a:pt x="51434" y="14879"/>
                    <a:pt x="51543" y="14879"/>
                  </a:cubicBezTo>
                  <a:cubicBezTo>
                    <a:pt x="51581" y="14879"/>
                    <a:pt x="51616" y="14875"/>
                    <a:pt x="51643" y="14864"/>
                  </a:cubicBezTo>
                  <a:cubicBezTo>
                    <a:pt x="51662" y="14856"/>
                    <a:pt x="51680" y="14853"/>
                    <a:pt x="51696" y="14853"/>
                  </a:cubicBezTo>
                  <a:cubicBezTo>
                    <a:pt x="51807" y="14853"/>
                    <a:pt x="51841" y="15016"/>
                    <a:pt x="51734" y="15016"/>
                  </a:cubicBezTo>
                  <a:cubicBezTo>
                    <a:pt x="51643" y="15046"/>
                    <a:pt x="51582" y="15107"/>
                    <a:pt x="51582" y="15228"/>
                  </a:cubicBezTo>
                  <a:cubicBezTo>
                    <a:pt x="51613" y="15259"/>
                    <a:pt x="51521" y="15472"/>
                    <a:pt x="51582" y="15502"/>
                  </a:cubicBezTo>
                  <a:cubicBezTo>
                    <a:pt x="51643" y="15502"/>
                    <a:pt x="51856" y="15320"/>
                    <a:pt x="52099" y="15076"/>
                  </a:cubicBezTo>
                  <a:lnTo>
                    <a:pt x="52464" y="15289"/>
                  </a:lnTo>
                  <a:lnTo>
                    <a:pt x="52524" y="15289"/>
                  </a:lnTo>
                  <a:cubicBezTo>
                    <a:pt x="52585" y="15289"/>
                    <a:pt x="52707" y="15228"/>
                    <a:pt x="52676" y="15198"/>
                  </a:cubicBezTo>
                  <a:cubicBezTo>
                    <a:pt x="52646" y="15168"/>
                    <a:pt x="52494" y="14985"/>
                    <a:pt x="52524" y="14924"/>
                  </a:cubicBezTo>
                  <a:cubicBezTo>
                    <a:pt x="52524" y="14899"/>
                    <a:pt x="52557" y="14889"/>
                    <a:pt x="52599" y="14889"/>
                  </a:cubicBezTo>
                  <a:cubicBezTo>
                    <a:pt x="52657" y="14889"/>
                    <a:pt x="52733" y="14907"/>
                    <a:pt x="52768" y="14924"/>
                  </a:cubicBezTo>
                  <a:cubicBezTo>
                    <a:pt x="52776" y="14929"/>
                    <a:pt x="52784" y="14930"/>
                    <a:pt x="52792" y="14930"/>
                  </a:cubicBezTo>
                  <a:cubicBezTo>
                    <a:pt x="52844" y="14930"/>
                    <a:pt x="52889" y="14855"/>
                    <a:pt x="52889" y="14803"/>
                  </a:cubicBezTo>
                  <a:cubicBezTo>
                    <a:pt x="52902" y="14777"/>
                    <a:pt x="52926" y="14768"/>
                    <a:pt x="52951" y="14768"/>
                  </a:cubicBezTo>
                  <a:cubicBezTo>
                    <a:pt x="52986" y="14768"/>
                    <a:pt x="53024" y="14785"/>
                    <a:pt x="53041" y="14803"/>
                  </a:cubicBezTo>
                  <a:cubicBezTo>
                    <a:pt x="53072" y="14833"/>
                    <a:pt x="53041" y="14924"/>
                    <a:pt x="52980" y="14985"/>
                  </a:cubicBezTo>
                  <a:lnTo>
                    <a:pt x="53193" y="14985"/>
                  </a:lnTo>
                  <a:cubicBezTo>
                    <a:pt x="53254" y="14985"/>
                    <a:pt x="53284" y="14955"/>
                    <a:pt x="53345" y="14924"/>
                  </a:cubicBezTo>
                  <a:cubicBezTo>
                    <a:pt x="53467" y="15016"/>
                    <a:pt x="53558" y="15137"/>
                    <a:pt x="53649" y="15289"/>
                  </a:cubicBezTo>
                  <a:cubicBezTo>
                    <a:pt x="53680" y="15380"/>
                    <a:pt x="53983" y="15502"/>
                    <a:pt x="54105" y="15532"/>
                  </a:cubicBezTo>
                  <a:cubicBezTo>
                    <a:pt x="54227" y="15532"/>
                    <a:pt x="54196" y="15320"/>
                    <a:pt x="54135" y="15259"/>
                  </a:cubicBezTo>
                  <a:cubicBezTo>
                    <a:pt x="54105" y="15137"/>
                    <a:pt x="54135" y="15046"/>
                    <a:pt x="54196" y="14955"/>
                  </a:cubicBezTo>
                  <a:cubicBezTo>
                    <a:pt x="54211" y="14940"/>
                    <a:pt x="54234" y="14932"/>
                    <a:pt x="54257" y="14932"/>
                  </a:cubicBezTo>
                  <a:cubicBezTo>
                    <a:pt x="54280" y="14932"/>
                    <a:pt x="54303" y="14940"/>
                    <a:pt x="54318" y="14955"/>
                  </a:cubicBezTo>
                  <a:cubicBezTo>
                    <a:pt x="54379" y="15076"/>
                    <a:pt x="54439" y="15168"/>
                    <a:pt x="54531" y="15289"/>
                  </a:cubicBezTo>
                  <a:lnTo>
                    <a:pt x="54743" y="15289"/>
                  </a:lnTo>
                  <a:cubicBezTo>
                    <a:pt x="54804" y="15259"/>
                    <a:pt x="54774" y="15168"/>
                    <a:pt x="54743" y="15168"/>
                  </a:cubicBezTo>
                  <a:lnTo>
                    <a:pt x="55017" y="15168"/>
                  </a:lnTo>
                  <a:cubicBezTo>
                    <a:pt x="55078" y="15168"/>
                    <a:pt x="55139" y="15107"/>
                    <a:pt x="55169" y="15046"/>
                  </a:cubicBezTo>
                  <a:cubicBezTo>
                    <a:pt x="55169" y="15016"/>
                    <a:pt x="55290" y="14894"/>
                    <a:pt x="55351" y="14894"/>
                  </a:cubicBezTo>
                  <a:cubicBezTo>
                    <a:pt x="55360" y="14898"/>
                    <a:pt x="55367" y="14900"/>
                    <a:pt x="55375" y="14900"/>
                  </a:cubicBezTo>
                  <a:cubicBezTo>
                    <a:pt x="55420" y="14900"/>
                    <a:pt x="55447" y="14825"/>
                    <a:pt x="55473" y="14772"/>
                  </a:cubicBezTo>
                  <a:cubicBezTo>
                    <a:pt x="55479" y="14760"/>
                    <a:pt x="55497" y="14755"/>
                    <a:pt x="55521" y="14755"/>
                  </a:cubicBezTo>
                  <a:cubicBezTo>
                    <a:pt x="55588" y="14755"/>
                    <a:pt x="55708" y="14790"/>
                    <a:pt x="55805" y="14790"/>
                  </a:cubicBezTo>
                  <a:cubicBezTo>
                    <a:pt x="55840" y="14790"/>
                    <a:pt x="55873" y="14785"/>
                    <a:pt x="55898" y="14772"/>
                  </a:cubicBezTo>
                  <a:cubicBezTo>
                    <a:pt x="55925" y="14764"/>
                    <a:pt x="55952" y="14760"/>
                    <a:pt x="55976" y="14760"/>
                  </a:cubicBezTo>
                  <a:cubicBezTo>
                    <a:pt x="56035" y="14760"/>
                    <a:pt x="56081" y="14781"/>
                    <a:pt x="56081" y="14803"/>
                  </a:cubicBezTo>
                  <a:lnTo>
                    <a:pt x="56081" y="14864"/>
                  </a:lnTo>
                  <a:cubicBezTo>
                    <a:pt x="56081" y="14921"/>
                    <a:pt x="56130" y="14943"/>
                    <a:pt x="56181" y="14943"/>
                  </a:cubicBezTo>
                  <a:cubicBezTo>
                    <a:pt x="56211" y="14943"/>
                    <a:pt x="56241" y="14936"/>
                    <a:pt x="56263" y="14924"/>
                  </a:cubicBezTo>
                  <a:cubicBezTo>
                    <a:pt x="56294" y="14894"/>
                    <a:pt x="56324" y="14803"/>
                    <a:pt x="56385" y="14803"/>
                  </a:cubicBezTo>
                  <a:lnTo>
                    <a:pt x="56446" y="14772"/>
                  </a:lnTo>
                  <a:cubicBezTo>
                    <a:pt x="56537" y="14772"/>
                    <a:pt x="56537" y="14651"/>
                    <a:pt x="56537" y="14620"/>
                  </a:cubicBezTo>
                  <a:cubicBezTo>
                    <a:pt x="56530" y="14606"/>
                    <a:pt x="56542" y="14600"/>
                    <a:pt x="56567" y="14600"/>
                  </a:cubicBezTo>
                  <a:cubicBezTo>
                    <a:pt x="56650" y="14600"/>
                    <a:pt x="56869" y="14665"/>
                    <a:pt x="56962" y="14712"/>
                  </a:cubicBezTo>
                  <a:cubicBezTo>
                    <a:pt x="57103" y="14740"/>
                    <a:pt x="57269" y="14897"/>
                    <a:pt x="57341" y="14897"/>
                  </a:cubicBezTo>
                  <a:cubicBezTo>
                    <a:pt x="57347" y="14897"/>
                    <a:pt x="57353" y="14896"/>
                    <a:pt x="57357" y="14894"/>
                  </a:cubicBezTo>
                  <a:cubicBezTo>
                    <a:pt x="57368" y="14889"/>
                    <a:pt x="57377" y="14886"/>
                    <a:pt x="57384" y="14886"/>
                  </a:cubicBezTo>
                  <a:cubicBezTo>
                    <a:pt x="57416" y="14886"/>
                    <a:pt x="57407" y="14941"/>
                    <a:pt x="57357" y="15016"/>
                  </a:cubicBezTo>
                  <a:lnTo>
                    <a:pt x="57449" y="15107"/>
                  </a:lnTo>
                  <a:lnTo>
                    <a:pt x="57449" y="15137"/>
                  </a:lnTo>
                  <a:cubicBezTo>
                    <a:pt x="57570" y="15107"/>
                    <a:pt x="57661" y="15046"/>
                    <a:pt x="57753" y="14955"/>
                  </a:cubicBezTo>
                  <a:cubicBezTo>
                    <a:pt x="57783" y="14940"/>
                    <a:pt x="57821" y="14932"/>
                    <a:pt x="57859" y="14932"/>
                  </a:cubicBezTo>
                  <a:cubicBezTo>
                    <a:pt x="57897" y="14932"/>
                    <a:pt x="57935" y="14940"/>
                    <a:pt x="57965" y="14955"/>
                  </a:cubicBezTo>
                  <a:cubicBezTo>
                    <a:pt x="57965" y="14957"/>
                    <a:pt x="57966" y="14957"/>
                    <a:pt x="57966" y="14957"/>
                  </a:cubicBezTo>
                  <a:cubicBezTo>
                    <a:pt x="57976" y="14957"/>
                    <a:pt x="58060" y="14737"/>
                    <a:pt x="58117" y="14651"/>
                  </a:cubicBezTo>
                  <a:cubicBezTo>
                    <a:pt x="58174" y="14613"/>
                    <a:pt x="58253" y="14587"/>
                    <a:pt x="58327" y="14587"/>
                  </a:cubicBezTo>
                  <a:cubicBezTo>
                    <a:pt x="58373" y="14587"/>
                    <a:pt x="58417" y="14597"/>
                    <a:pt x="58452" y="14620"/>
                  </a:cubicBezTo>
                  <a:lnTo>
                    <a:pt x="58482" y="14620"/>
                  </a:lnTo>
                  <a:lnTo>
                    <a:pt x="58634" y="14499"/>
                  </a:lnTo>
                  <a:cubicBezTo>
                    <a:pt x="58756" y="14560"/>
                    <a:pt x="58999" y="14712"/>
                    <a:pt x="59060" y="14712"/>
                  </a:cubicBezTo>
                  <a:cubicBezTo>
                    <a:pt x="59120" y="14681"/>
                    <a:pt x="59364" y="14590"/>
                    <a:pt x="59424" y="14560"/>
                  </a:cubicBezTo>
                  <a:cubicBezTo>
                    <a:pt x="59462" y="14547"/>
                    <a:pt x="59500" y="14540"/>
                    <a:pt x="59535" y="14540"/>
                  </a:cubicBezTo>
                  <a:cubicBezTo>
                    <a:pt x="59586" y="14540"/>
                    <a:pt x="59632" y="14554"/>
                    <a:pt x="59667" y="14590"/>
                  </a:cubicBezTo>
                  <a:cubicBezTo>
                    <a:pt x="59728" y="14651"/>
                    <a:pt x="59789" y="14651"/>
                    <a:pt x="59880" y="14681"/>
                  </a:cubicBezTo>
                  <a:lnTo>
                    <a:pt x="59971" y="14620"/>
                  </a:lnTo>
                  <a:cubicBezTo>
                    <a:pt x="60032" y="14590"/>
                    <a:pt x="60063" y="14529"/>
                    <a:pt x="60093" y="14438"/>
                  </a:cubicBezTo>
                  <a:cubicBezTo>
                    <a:pt x="60096" y="14435"/>
                    <a:pt x="60103" y="14433"/>
                    <a:pt x="60111" y="14433"/>
                  </a:cubicBezTo>
                  <a:cubicBezTo>
                    <a:pt x="60181" y="14433"/>
                    <a:pt x="60407" y="14533"/>
                    <a:pt x="60488" y="14560"/>
                  </a:cubicBezTo>
                  <a:cubicBezTo>
                    <a:pt x="60498" y="14563"/>
                    <a:pt x="60509" y="14564"/>
                    <a:pt x="60522" y="14564"/>
                  </a:cubicBezTo>
                  <a:cubicBezTo>
                    <a:pt x="60623" y="14564"/>
                    <a:pt x="60789" y="14462"/>
                    <a:pt x="60762" y="14408"/>
                  </a:cubicBezTo>
                  <a:cubicBezTo>
                    <a:pt x="60762" y="14398"/>
                    <a:pt x="60766" y="14394"/>
                    <a:pt x="60774" y="14394"/>
                  </a:cubicBezTo>
                  <a:cubicBezTo>
                    <a:pt x="60817" y="14394"/>
                    <a:pt x="60959" y="14513"/>
                    <a:pt x="61035" y="14590"/>
                  </a:cubicBezTo>
                  <a:cubicBezTo>
                    <a:pt x="61073" y="14603"/>
                    <a:pt x="61116" y="14610"/>
                    <a:pt x="61160" y="14610"/>
                  </a:cubicBezTo>
                  <a:cubicBezTo>
                    <a:pt x="61222" y="14610"/>
                    <a:pt x="61286" y="14595"/>
                    <a:pt x="61339" y="14560"/>
                  </a:cubicBezTo>
                  <a:cubicBezTo>
                    <a:pt x="61370" y="14468"/>
                    <a:pt x="61400" y="14408"/>
                    <a:pt x="61400" y="14347"/>
                  </a:cubicBezTo>
                  <a:lnTo>
                    <a:pt x="61400" y="14317"/>
                  </a:lnTo>
                  <a:lnTo>
                    <a:pt x="61400" y="14256"/>
                  </a:lnTo>
                  <a:cubicBezTo>
                    <a:pt x="61339" y="14134"/>
                    <a:pt x="61218" y="14073"/>
                    <a:pt x="61126" y="14073"/>
                  </a:cubicBezTo>
                  <a:lnTo>
                    <a:pt x="61005" y="14043"/>
                  </a:lnTo>
                  <a:cubicBezTo>
                    <a:pt x="60974" y="14013"/>
                    <a:pt x="60944" y="13982"/>
                    <a:pt x="60944" y="13921"/>
                  </a:cubicBezTo>
                  <a:lnTo>
                    <a:pt x="60944" y="13830"/>
                  </a:lnTo>
                  <a:cubicBezTo>
                    <a:pt x="61035" y="13709"/>
                    <a:pt x="61096" y="13557"/>
                    <a:pt x="61096" y="13374"/>
                  </a:cubicBezTo>
                  <a:lnTo>
                    <a:pt x="61430" y="13374"/>
                  </a:lnTo>
                  <a:cubicBezTo>
                    <a:pt x="61522" y="13359"/>
                    <a:pt x="61613" y="13351"/>
                    <a:pt x="61704" y="13351"/>
                  </a:cubicBezTo>
                  <a:cubicBezTo>
                    <a:pt x="61795" y="13351"/>
                    <a:pt x="61886" y="13359"/>
                    <a:pt x="61978" y="13374"/>
                  </a:cubicBezTo>
                  <a:lnTo>
                    <a:pt x="62008" y="13374"/>
                  </a:lnTo>
                  <a:cubicBezTo>
                    <a:pt x="62160" y="13465"/>
                    <a:pt x="61978" y="13435"/>
                    <a:pt x="61978" y="13526"/>
                  </a:cubicBezTo>
                  <a:cubicBezTo>
                    <a:pt x="61978" y="13617"/>
                    <a:pt x="61947" y="13648"/>
                    <a:pt x="61826" y="13648"/>
                  </a:cubicBezTo>
                  <a:lnTo>
                    <a:pt x="61795" y="13648"/>
                  </a:lnTo>
                  <a:cubicBezTo>
                    <a:pt x="61741" y="13648"/>
                    <a:pt x="61519" y="13552"/>
                    <a:pt x="61428" y="13552"/>
                  </a:cubicBezTo>
                  <a:cubicBezTo>
                    <a:pt x="61416" y="13552"/>
                    <a:pt x="61407" y="13553"/>
                    <a:pt x="61400" y="13557"/>
                  </a:cubicBezTo>
                  <a:cubicBezTo>
                    <a:pt x="61339" y="13587"/>
                    <a:pt x="61400" y="13891"/>
                    <a:pt x="61400" y="13982"/>
                  </a:cubicBezTo>
                  <a:cubicBezTo>
                    <a:pt x="61400" y="14073"/>
                    <a:pt x="61461" y="14165"/>
                    <a:pt x="61552" y="14195"/>
                  </a:cubicBezTo>
                  <a:lnTo>
                    <a:pt x="61582" y="14104"/>
                  </a:lnTo>
                  <a:cubicBezTo>
                    <a:pt x="61613" y="14043"/>
                    <a:pt x="61613" y="13952"/>
                    <a:pt x="61643" y="13921"/>
                  </a:cubicBezTo>
                  <a:cubicBezTo>
                    <a:pt x="61655" y="13915"/>
                    <a:pt x="61669" y="13913"/>
                    <a:pt x="61683" y="13913"/>
                  </a:cubicBezTo>
                  <a:cubicBezTo>
                    <a:pt x="61740" y="13913"/>
                    <a:pt x="61813" y="13952"/>
                    <a:pt x="61886" y="13952"/>
                  </a:cubicBezTo>
                  <a:lnTo>
                    <a:pt x="62038" y="13952"/>
                  </a:lnTo>
                  <a:cubicBezTo>
                    <a:pt x="62190" y="14013"/>
                    <a:pt x="62221" y="14104"/>
                    <a:pt x="62190" y="14104"/>
                  </a:cubicBezTo>
                  <a:cubicBezTo>
                    <a:pt x="62145" y="14119"/>
                    <a:pt x="62107" y="14127"/>
                    <a:pt x="62069" y="14127"/>
                  </a:cubicBezTo>
                  <a:cubicBezTo>
                    <a:pt x="62031" y="14127"/>
                    <a:pt x="61993" y="14119"/>
                    <a:pt x="61947" y="14104"/>
                  </a:cubicBezTo>
                  <a:lnTo>
                    <a:pt x="61856" y="14165"/>
                  </a:lnTo>
                  <a:lnTo>
                    <a:pt x="61613" y="14317"/>
                  </a:lnTo>
                  <a:cubicBezTo>
                    <a:pt x="61613" y="14523"/>
                    <a:pt x="61701" y="14664"/>
                    <a:pt x="61821" y="14664"/>
                  </a:cubicBezTo>
                  <a:cubicBezTo>
                    <a:pt x="61842" y="14664"/>
                    <a:pt x="61864" y="14660"/>
                    <a:pt x="61886" y="14651"/>
                  </a:cubicBezTo>
                  <a:lnTo>
                    <a:pt x="61856" y="14499"/>
                  </a:lnTo>
                  <a:cubicBezTo>
                    <a:pt x="61856" y="14438"/>
                    <a:pt x="61886" y="14438"/>
                    <a:pt x="61947" y="14438"/>
                  </a:cubicBezTo>
                  <a:lnTo>
                    <a:pt x="61978" y="14468"/>
                  </a:lnTo>
                  <a:cubicBezTo>
                    <a:pt x="62038" y="14499"/>
                    <a:pt x="62069" y="14560"/>
                    <a:pt x="62099" y="14620"/>
                  </a:cubicBezTo>
                  <a:lnTo>
                    <a:pt x="62130" y="14833"/>
                  </a:lnTo>
                  <a:cubicBezTo>
                    <a:pt x="62281" y="14772"/>
                    <a:pt x="62373" y="14681"/>
                    <a:pt x="62342" y="14651"/>
                  </a:cubicBezTo>
                  <a:cubicBezTo>
                    <a:pt x="62585" y="14560"/>
                    <a:pt x="62829" y="14499"/>
                    <a:pt x="63072" y="14468"/>
                  </a:cubicBezTo>
                  <a:cubicBezTo>
                    <a:pt x="63160" y="14446"/>
                    <a:pt x="63237" y="14432"/>
                    <a:pt x="63298" y="14426"/>
                  </a:cubicBezTo>
                  <a:lnTo>
                    <a:pt x="63298" y="14426"/>
                  </a:lnTo>
                  <a:lnTo>
                    <a:pt x="63383" y="14448"/>
                  </a:lnTo>
                  <a:lnTo>
                    <a:pt x="63383" y="14448"/>
                  </a:lnTo>
                  <a:cubicBezTo>
                    <a:pt x="63388" y="14440"/>
                    <a:pt x="63392" y="14432"/>
                    <a:pt x="63396" y="14424"/>
                  </a:cubicBezTo>
                  <a:lnTo>
                    <a:pt x="63396" y="14424"/>
                  </a:lnTo>
                  <a:cubicBezTo>
                    <a:pt x="63385" y="14423"/>
                    <a:pt x="63373" y="14423"/>
                    <a:pt x="63361" y="14423"/>
                  </a:cubicBezTo>
                  <a:cubicBezTo>
                    <a:pt x="63342" y="14423"/>
                    <a:pt x="63321" y="14424"/>
                    <a:pt x="63298" y="14426"/>
                  </a:cubicBezTo>
                  <a:lnTo>
                    <a:pt x="63298" y="14426"/>
                  </a:lnTo>
                  <a:lnTo>
                    <a:pt x="63224" y="14408"/>
                  </a:lnTo>
                  <a:lnTo>
                    <a:pt x="63041" y="14377"/>
                  </a:lnTo>
                  <a:cubicBezTo>
                    <a:pt x="62950" y="14286"/>
                    <a:pt x="62859" y="14165"/>
                    <a:pt x="62829" y="14043"/>
                  </a:cubicBezTo>
                  <a:lnTo>
                    <a:pt x="62889" y="14043"/>
                  </a:lnTo>
                  <a:cubicBezTo>
                    <a:pt x="62950" y="14073"/>
                    <a:pt x="63315" y="14286"/>
                    <a:pt x="63376" y="14317"/>
                  </a:cubicBezTo>
                  <a:cubicBezTo>
                    <a:pt x="63406" y="14346"/>
                    <a:pt x="63413" y="14384"/>
                    <a:pt x="63396" y="14424"/>
                  </a:cubicBezTo>
                  <a:lnTo>
                    <a:pt x="63396" y="14424"/>
                  </a:lnTo>
                  <a:cubicBezTo>
                    <a:pt x="63442" y="14429"/>
                    <a:pt x="63467" y="14444"/>
                    <a:pt x="63467" y="14468"/>
                  </a:cubicBezTo>
                  <a:lnTo>
                    <a:pt x="63383" y="14448"/>
                  </a:lnTo>
                  <a:lnTo>
                    <a:pt x="63383" y="14448"/>
                  </a:lnTo>
                  <a:cubicBezTo>
                    <a:pt x="63360" y="14483"/>
                    <a:pt x="63318" y="14522"/>
                    <a:pt x="63254" y="14560"/>
                  </a:cubicBezTo>
                  <a:lnTo>
                    <a:pt x="63497" y="14590"/>
                  </a:lnTo>
                  <a:cubicBezTo>
                    <a:pt x="63691" y="14526"/>
                    <a:pt x="64006" y="14461"/>
                    <a:pt x="64206" y="14461"/>
                  </a:cubicBezTo>
                  <a:cubicBezTo>
                    <a:pt x="64289" y="14461"/>
                    <a:pt x="64352" y="14472"/>
                    <a:pt x="64379" y="14499"/>
                  </a:cubicBezTo>
                  <a:cubicBezTo>
                    <a:pt x="64470" y="14620"/>
                    <a:pt x="64531" y="14742"/>
                    <a:pt x="64500" y="14803"/>
                  </a:cubicBezTo>
                  <a:lnTo>
                    <a:pt x="64318" y="14803"/>
                  </a:lnTo>
                  <a:cubicBezTo>
                    <a:pt x="64288" y="14803"/>
                    <a:pt x="64257" y="14833"/>
                    <a:pt x="64257" y="14894"/>
                  </a:cubicBezTo>
                  <a:cubicBezTo>
                    <a:pt x="64257" y="14924"/>
                    <a:pt x="64318" y="14955"/>
                    <a:pt x="64348" y="14955"/>
                  </a:cubicBezTo>
                  <a:lnTo>
                    <a:pt x="64440" y="14955"/>
                  </a:lnTo>
                  <a:cubicBezTo>
                    <a:pt x="64561" y="14894"/>
                    <a:pt x="64652" y="14803"/>
                    <a:pt x="64652" y="14651"/>
                  </a:cubicBezTo>
                  <a:lnTo>
                    <a:pt x="64652" y="14560"/>
                  </a:lnTo>
                  <a:cubicBezTo>
                    <a:pt x="64652" y="14529"/>
                    <a:pt x="64744" y="14499"/>
                    <a:pt x="64774" y="14468"/>
                  </a:cubicBezTo>
                  <a:cubicBezTo>
                    <a:pt x="64804" y="14438"/>
                    <a:pt x="64865" y="14438"/>
                    <a:pt x="64804" y="14408"/>
                  </a:cubicBezTo>
                  <a:cubicBezTo>
                    <a:pt x="64744" y="14347"/>
                    <a:pt x="64744" y="14317"/>
                    <a:pt x="64835" y="14317"/>
                  </a:cubicBezTo>
                  <a:lnTo>
                    <a:pt x="64865" y="14317"/>
                  </a:lnTo>
                  <a:cubicBezTo>
                    <a:pt x="64926" y="14317"/>
                    <a:pt x="64865" y="14620"/>
                    <a:pt x="64835" y="14712"/>
                  </a:cubicBezTo>
                  <a:cubicBezTo>
                    <a:pt x="64804" y="14803"/>
                    <a:pt x="64744" y="14894"/>
                    <a:pt x="64713" y="14894"/>
                  </a:cubicBezTo>
                  <a:cubicBezTo>
                    <a:pt x="64683" y="14894"/>
                    <a:pt x="64713" y="15016"/>
                    <a:pt x="64744" y="15046"/>
                  </a:cubicBezTo>
                  <a:cubicBezTo>
                    <a:pt x="64751" y="15061"/>
                    <a:pt x="64765" y="15066"/>
                    <a:pt x="64783" y="15066"/>
                  </a:cubicBezTo>
                  <a:cubicBezTo>
                    <a:pt x="64838" y="15066"/>
                    <a:pt x="64926" y="15008"/>
                    <a:pt x="64926" y="14985"/>
                  </a:cubicBezTo>
                  <a:cubicBezTo>
                    <a:pt x="64956" y="14894"/>
                    <a:pt x="64987" y="14864"/>
                    <a:pt x="65017" y="14803"/>
                  </a:cubicBezTo>
                  <a:lnTo>
                    <a:pt x="65048" y="14803"/>
                  </a:lnTo>
                  <a:cubicBezTo>
                    <a:pt x="65108" y="14803"/>
                    <a:pt x="65139" y="14833"/>
                    <a:pt x="65169" y="14864"/>
                  </a:cubicBezTo>
                  <a:lnTo>
                    <a:pt x="65169" y="14924"/>
                  </a:lnTo>
                  <a:cubicBezTo>
                    <a:pt x="65169" y="14985"/>
                    <a:pt x="65230" y="15046"/>
                    <a:pt x="65230" y="15046"/>
                  </a:cubicBezTo>
                  <a:cubicBezTo>
                    <a:pt x="65260" y="15046"/>
                    <a:pt x="65321" y="14924"/>
                    <a:pt x="65321" y="14864"/>
                  </a:cubicBezTo>
                  <a:cubicBezTo>
                    <a:pt x="65351" y="14803"/>
                    <a:pt x="65078" y="14651"/>
                    <a:pt x="65078" y="14560"/>
                  </a:cubicBezTo>
                  <a:cubicBezTo>
                    <a:pt x="65078" y="14468"/>
                    <a:pt x="65230" y="14408"/>
                    <a:pt x="65291" y="14408"/>
                  </a:cubicBezTo>
                  <a:cubicBezTo>
                    <a:pt x="65296" y="14413"/>
                    <a:pt x="65303" y="14416"/>
                    <a:pt x="65310" y="14416"/>
                  </a:cubicBezTo>
                  <a:cubicBezTo>
                    <a:pt x="65342" y="14416"/>
                    <a:pt x="65387" y="14366"/>
                    <a:pt x="65412" y="14317"/>
                  </a:cubicBezTo>
                  <a:lnTo>
                    <a:pt x="65625" y="14317"/>
                  </a:lnTo>
                  <a:cubicBezTo>
                    <a:pt x="65706" y="14317"/>
                    <a:pt x="65787" y="14344"/>
                    <a:pt x="65868" y="14344"/>
                  </a:cubicBezTo>
                  <a:cubicBezTo>
                    <a:pt x="65909" y="14344"/>
                    <a:pt x="65949" y="14337"/>
                    <a:pt x="65990" y="14317"/>
                  </a:cubicBezTo>
                  <a:cubicBezTo>
                    <a:pt x="65999" y="14308"/>
                    <a:pt x="66013" y="14304"/>
                    <a:pt x="66030" y="14304"/>
                  </a:cubicBezTo>
                  <a:cubicBezTo>
                    <a:pt x="66071" y="14304"/>
                    <a:pt x="66129" y="14325"/>
                    <a:pt x="66172" y="14347"/>
                  </a:cubicBezTo>
                  <a:cubicBezTo>
                    <a:pt x="66242" y="14347"/>
                    <a:pt x="66258" y="14437"/>
                    <a:pt x="66331" y="14437"/>
                  </a:cubicBezTo>
                  <a:cubicBezTo>
                    <a:pt x="66353" y="14437"/>
                    <a:pt x="66380" y="14429"/>
                    <a:pt x="66415" y="14408"/>
                  </a:cubicBezTo>
                  <a:lnTo>
                    <a:pt x="66476" y="14377"/>
                  </a:lnTo>
                  <a:cubicBezTo>
                    <a:pt x="66503" y="14391"/>
                    <a:pt x="66526" y="14397"/>
                    <a:pt x="66547" y="14397"/>
                  </a:cubicBezTo>
                  <a:cubicBezTo>
                    <a:pt x="66621" y="14397"/>
                    <a:pt x="66658" y="14320"/>
                    <a:pt x="66658" y="14225"/>
                  </a:cubicBezTo>
                  <a:lnTo>
                    <a:pt x="66993" y="14225"/>
                  </a:lnTo>
                  <a:cubicBezTo>
                    <a:pt x="67266" y="14225"/>
                    <a:pt x="67388" y="14499"/>
                    <a:pt x="67266" y="14499"/>
                  </a:cubicBezTo>
                  <a:lnTo>
                    <a:pt x="67418" y="14499"/>
                  </a:lnTo>
                  <a:lnTo>
                    <a:pt x="67601" y="14438"/>
                  </a:lnTo>
                  <a:lnTo>
                    <a:pt x="67844" y="14377"/>
                  </a:lnTo>
                  <a:cubicBezTo>
                    <a:pt x="68044" y="14288"/>
                    <a:pt x="68212" y="14232"/>
                    <a:pt x="68287" y="14232"/>
                  </a:cubicBezTo>
                  <a:cubicBezTo>
                    <a:pt x="68315" y="14232"/>
                    <a:pt x="68330" y="14239"/>
                    <a:pt x="68330" y="14256"/>
                  </a:cubicBezTo>
                  <a:lnTo>
                    <a:pt x="68330" y="14408"/>
                  </a:lnTo>
                  <a:cubicBezTo>
                    <a:pt x="68330" y="14466"/>
                    <a:pt x="68367" y="14487"/>
                    <a:pt x="68417" y="14487"/>
                  </a:cubicBezTo>
                  <a:cubicBezTo>
                    <a:pt x="68446" y="14487"/>
                    <a:pt x="68479" y="14480"/>
                    <a:pt x="68513" y="14468"/>
                  </a:cubicBezTo>
                  <a:cubicBezTo>
                    <a:pt x="68573" y="14438"/>
                    <a:pt x="68513" y="14317"/>
                    <a:pt x="68665" y="14317"/>
                  </a:cubicBezTo>
                  <a:lnTo>
                    <a:pt x="68756" y="14317"/>
                  </a:lnTo>
                  <a:cubicBezTo>
                    <a:pt x="68763" y="14314"/>
                    <a:pt x="68770" y="14313"/>
                    <a:pt x="68777" y="14313"/>
                  </a:cubicBezTo>
                  <a:cubicBezTo>
                    <a:pt x="68864" y="14313"/>
                    <a:pt x="68964" y="14473"/>
                    <a:pt x="68908" y="14529"/>
                  </a:cubicBezTo>
                  <a:cubicBezTo>
                    <a:pt x="68863" y="14574"/>
                    <a:pt x="68802" y="14602"/>
                    <a:pt x="68761" y="14602"/>
                  </a:cubicBezTo>
                  <a:cubicBezTo>
                    <a:pt x="68746" y="14602"/>
                    <a:pt x="68734" y="14598"/>
                    <a:pt x="68725" y="14590"/>
                  </a:cubicBezTo>
                  <a:lnTo>
                    <a:pt x="68634" y="14590"/>
                  </a:lnTo>
                  <a:cubicBezTo>
                    <a:pt x="68634" y="14590"/>
                    <a:pt x="68634" y="14772"/>
                    <a:pt x="68634" y="14803"/>
                  </a:cubicBezTo>
                  <a:cubicBezTo>
                    <a:pt x="68646" y="14826"/>
                    <a:pt x="68680" y="14836"/>
                    <a:pt x="68722" y="14836"/>
                  </a:cubicBezTo>
                  <a:cubicBezTo>
                    <a:pt x="68791" y="14836"/>
                    <a:pt x="68882" y="14810"/>
                    <a:pt x="68938" y="14772"/>
                  </a:cubicBezTo>
                  <a:cubicBezTo>
                    <a:pt x="68945" y="14766"/>
                    <a:pt x="68952" y="14763"/>
                    <a:pt x="68960" y="14763"/>
                  </a:cubicBezTo>
                  <a:cubicBezTo>
                    <a:pt x="69020" y="14763"/>
                    <a:pt x="69104" y="14955"/>
                    <a:pt x="69212" y="14955"/>
                  </a:cubicBezTo>
                  <a:cubicBezTo>
                    <a:pt x="69424" y="14924"/>
                    <a:pt x="69576" y="14833"/>
                    <a:pt x="69728" y="14712"/>
                  </a:cubicBezTo>
                  <a:cubicBezTo>
                    <a:pt x="69748" y="14682"/>
                    <a:pt x="69771" y="14669"/>
                    <a:pt x="69792" y="14669"/>
                  </a:cubicBezTo>
                  <a:cubicBezTo>
                    <a:pt x="69838" y="14669"/>
                    <a:pt x="69880" y="14730"/>
                    <a:pt x="69880" y="14833"/>
                  </a:cubicBezTo>
                  <a:lnTo>
                    <a:pt x="70093" y="14894"/>
                  </a:lnTo>
                  <a:lnTo>
                    <a:pt x="70184" y="14894"/>
                  </a:lnTo>
                  <a:cubicBezTo>
                    <a:pt x="70276" y="14894"/>
                    <a:pt x="70367" y="14833"/>
                    <a:pt x="70397" y="14772"/>
                  </a:cubicBezTo>
                  <a:cubicBezTo>
                    <a:pt x="70397" y="14712"/>
                    <a:pt x="70245" y="14651"/>
                    <a:pt x="70184" y="14651"/>
                  </a:cubicBezTo>
                  <a:cubicBezTo>
                    <a:pt x="70124" y="14651"/>
                    <a:pt x="70154" y="14438"/>
                    <a:pt x="70184" y="14377"/>
                  </a:cubicBezTo>
                  <a:cubicBezTo>
                    <a:pt x="70215" y="14317"/>
                    <a:pt x="70458" y="14225"/>
                    <a:pt x="70549" y="14225"/>
                  </a:cubicBezTo>
                  <a:cubicBezTo>
                    <a:pt x="70671" y="14256"/>
                    <a:pt x="70792" y="14286"/>
                    <a:pt x="70883" y="14377"/>
                  </a:cubicBezTo>
                  <a:lnTo>
                    <a:pt x="71035" y="14347"/>
                  </a:lnTo>
                  <a:lnTo>
                    <a:pt x="71096" y="14317"/>
                  </a:lnTo>
                  <a:cubicBezTo>
                    <a:pt x="71218" y="14317"/>
                    <a:pt x="71218" y="14256"/>
                    <a:pt x="71096" y="14195"/>
                  </a:cubicBezTo>
                  <a:lnTo>
                    <a:pt x="71096" y="14165"/>
                  </a:lnTo>
                  <a:lnTo>
                    <a:pt x="71157" y="14013"/>
                  </a:lnTo>
                  <a:cubicBezTo>
                    <a:pt x="71279" y="14013"/>
                    <a:pt x="71400" y="14104"/>
                    <a:pt x="71461" y="14225"/>
                  </a:cubicBezTo>
                  <a:cubicBezTo>
                    <a:pt x="71461" y="14236"/>
                    <a:pt x="71485" y="14244"/>
                    <a:pt x="71525" y="14244"/>
                  </a:cubicBezTo>
                  <a:cubicBezTo>
                    <a:pt x="71595" y="14244"/>
                    <a:pt x="71710" y="14222"/>
                    <a:pt x="71826" y="14165"/>
                  </a:cubicBezTo>
                  <a:lnTo>
                    <a:pt x="72282" y="14165"/>
                  </a:lnTo>
                  <a:cubicBezTo>
                    <a:pt x="72336" y="14075"/>
                    <a:pt x="72496" y="14049"/>
                    <a:pt x="72637" y="14049"/>
                  </a:cubicBezTo>
                  <a:cubicBezTo>
                    <a:pt x="72734" y="14049"/>
                    <a:pt x="72822" y="14061"/>
                    <a:pt x="72859" y="14073"/>
                  </a:cubicBezTo>
                  <a:cubicBezTo>
                    <a:pt x="72981" y="14134"/>
                    <a:pt x="73163" y="14225"/>
                    <a:pt x="73194" y="14225"/>
                  </a:cubicBezTo>
                  <a:cubicBezTo>
                    <a:pt x="73285" y="14195"/>
                    <a:pt x="73376" y="14165"/>
                    <a:pt x="73467" y="14104"/>
                  </a:cubicBezTo>
                  <a:lnTo>
                    <a:pt x="73619" y="14104"/>
                  </a:lnTo>
                  <a:cubicBezTo>
                    <a:pt x="73619" y="14104"/>
                    <a:pt x="73680" y="14013"/>
                    <a:pt x="73680" y="13982"/>
                  </a:cubicBezTo>
                  <a:cubicBezTo>
                    <a:pt x="73680" y="13877"/>
                    <a:pt x="73680" y="13845"/>
                    <a:pt x="73730" y="13845"/>
                  </a:cubicBezTo>
                  <a:cubicBezTo>
                    <a:pt x="73752" y="13845"/>
                    <a:pt x="73785" y="13851"/>
                    <a:pt x="73832" y="13861"/>
                  </a:cubicBezTo>
                  <a:cubicBezTo>
                    <a:pt x="73872" y="13861"/>
                    <a:pt x="73940" y="13874"/>
                    <a:pt x="73989" y="13874"/>
                  </a:cubicBezTo>
                  <a:cubicBezTo>
                    <a:pt x="74014" y="13874"/>
                    <a:pt x="74035" y="13871"/>
                    <a:pt x="74045" y="13861"/>
                  </a:cubicBezTo>
                  <a:lnTo>
                    <a:pt x="74227" y="13739"/>
                  </a:lnTo>
                  <a:cubicBezTo>
                    <a:pt x="74302" y="13814"/>
                    <a:pt x="74418" y="13868"/>
                    <a:pt x="74542" y="13868"/>
                  </a:cubicBezTo>
                  <a:cubicBezTo>
                    <a:pt x="74568" y="13868"/>
                    <a:pt x="74595" y="13866"/>
                    <a:pt x="74622" y="13861"/>
                  </a:cubicBezTo>
                  <a:cubicBezTo>
                    <a:pt x="74630" y="13856"/>
                    <a:pt x="74637" y="13855"/>
                    <a:pt x="74641" y="13855"/>
                  </a:cubicBezTo>
                  <a:cubicBezTo>
                    <a:pt x="74667" y="13855"/>
                    <a:pt x="74618" y="13930"/>
                    <a:pt x="74592" y="13982"/>
                  </a:cubicBezTo>
                  <a:cubicBezTo>
                    <a:pt x="74586" y="13988"/>
                    <a:pt x="74591" y="13990"/>
                    <a:pt x="74604" y="13990"/>
                  </a:cubicBezTo>
                  <a:cubicBezTo>
                    <a:pt x="74657" y="13990"/>
                    <a:pt x="74841" y="13946"/>
                    <a:pt x="74865" y="13921"/>
                  </a:cubicBezTo>
                  <a:cubicBezTo>
                    <a:pt x="74926" y="13861"/>
                    <a:pt x="74987" y="13830"/>
                    <a:pt x="75048" y="13800"/>
                  </a:cubicBezTo>
                  <a:cubicBezTo>
                    <a:pt x="75078" y="13800"/>
                    <a:pt x="75169" y="13891"/>
                    <a:pt x="75169" y="13921"/>
                  </a:cubicBezTo>
                  <a:cubicBezTo>
                    <a:pt x="75175" y="13927"/>
                    <a:pt x="75183" y="13930"/>
                    <a:pt x="75192" y="13930"/>
                  </a:cubicBezTo>
                  <a:cubicBezTo>
                    <a:pt x="75232" y="13930"/>
                    <a:pt x="75297" y="13885"/>
                    <a:pt x="75321" y="13861"/>
                  </a:cubicBezTo>
                  <a:lnTo>
                    <a:pt x="75473" y="13678"/>
                  </a:lnTo>
                  <a:lnTo>
                    <a:pt x="75564" y="13800"/>
                  </a:lnTo>
                  <a:cubicBezTo>
                    <a:pt x="75625" y="13861"/>
                    <a:pt x="75716" y="13952"/>
                    <a:pt x="75747" y="13952"/>
                  </a:cubicBezTo>
                  <a:cubicBezTo>
                    <a:pt x="75899" y="13891"/>
                    <a:pt x="76020" y="13861"/>
                    <a:pt x="76172" y="13861"/>
                  </a:cubicBezTo>
                  <a:lnTo>
                    <a:pt x="76324" y="13861"/>
                  </a:lnTo>
                  <a:cubicBezTo>
                    <a:pt x="76294" y="13800"/>
                    <a:pt x="76355" y="13739"/>
                    <a:pt x="76416" y="13709"/>
                  </a:cubicBezTo>
                  <a:lnTo>
                    <a:pt x="76476" y="13739"/>
                  </a:lnTo>
                  <a:cubicBezTo>
                    <a:pt x="76598" y="13769"/>
                    <a:pt x="76598" y="13891"/>
                    <a:pt x="76598" y="13982"/>
                  </a:cubicBezTo>
                  <a:cubicBezTo>
                    <a:pt x="76602" y="13984"/>
                    <a:pt x="76607" y="13986"/>
                    <a:pt x="76611" y="13986"/>
                  </a:cubicBezTo>
                  <a:cubicBezTo>
                    <a:pt x="76663" y="13986"/>
                    <a:pt x="76689" y="13826"/>
                    <a:pt x="76689" y="13769"/>
                  </a:cubicBezTo>
                  <a:cubicBezTo>
                    <a:pt x="76689" y="13734"/>
                    <a:pt x="76773" y="13719"/>
                    <a:pt x="76860" y="13719"/>
                  </a:cubicBezTo>
                  <a:cubicBezTo>
                    <a:pt x="76922" y="13719"/>
                    <a:pt x="76986" y="13726"/>
                    <a:pt x="77023" y="13739"/>
                  </a:cubicBezTo>
                  <a:cubicBezTo>
                    <a:pt x="77068" y="13739"/>
                    <a:pt x="77257" y="13675"/>
                    <a:pt x="77380" y="13675"/>
                  </a:cubicBezTo>
                  <a:cubicBezTo>
                    <a:pt x="77426" y="13675"/>
                    <a:pt x="77463" y="13684"/>
                    <a:pt x="77479" y="13709"/>
                  </a:cubicBezTo>
                  <a:cubicBezTo>
                    <a:pt x="77497" y="13744"/>
                    <a:pt x="77536" y="13759"/>
                    <a:pt x="77583" y="13759"/>
                  </a:cubicBezTo>
                  <a:cubicBezTo>
                    <a:pt x="77617" y="13759"/>
                    <a:pt x="77654" y="13752"/>
                    <a:pt x="77692" y="13739"/>
                  </a:cubicBezTo>
                  <a:cubicBezTo>
                    <a:pt x="77692" y="13709"/>
                    <a:pt x="77631" y="13709"/>
                    <a:pt x="77510" y="13709"/>
                  </a:cubicBezTo>
                  <a:lnTo>
                    <a:pt x="77510" y="13587"/>
                  </a:lnTo>
                  <a:lnTo>
                    <a:pt x="77510" y="13526"/>
                  </a:lnTo>
                  <a:cubicBezTo>
                    <a:pt x="77540" y="13465"/>
                    <a:pt x="77571" y="13405"/>
                    <a:pt x="77571" y="13344"/>
                  </a:cubicBezTo>
                  <a:cubicBezTo>
                    <a:pt x="77601" y="13313"/>
                    <a:pt x="77540" y="13313"/>
                    <a:pt x="77479" y="13313"/>
                  </a:cubicBezTo>
                  <a:lnTo>
                    <a:pt x="77267" y="13313"/>
                  </a:lnTo>
                  <a:cubicBezTo>
                    <a:pt x="77191" y="13344"/>
                    <a:pt x="77115" y="13359"/>
                    <a:pt x="77039" y="13359"/>
                  </a:cubicBezTo>
                  <a:cubicBezTo>
                    <a:pt x="76963" y="13359"/>
                    <a:pt x="76887" y="13344"/>
                    <a:pt x="76811" y="13313"/>
                  </a:cubicBezTo>
                  <a:lnTo>
                    <a:pt x="76689" y="13222"/>
                  </a:lnTo>
                  <a:lnTo>
                    <a:pt x="76689" y="13161"/>
                  </a:lnTo>
                  <a:cubicBezTo>
                    <a:pt x="76719" y="13131"/>
                    <a:pt x="76719" y="13131"/>
                    <a:pt x="76750" y="13131"/>
                  </a:cubicBezTo>
                  <a:cubicBezTo>
                    <a:pt x="76841" y="13161"/>
                    <a:pt x="76932" y="13161"/>
                    <a:pt x="77023" y="13192"/>
                  </a:cubicBezTo>
                  <a:lnTo>
                    <a:pt x="77115" y="13192"/>
                  </a:lnTo>
                  <a:cubicBezTo>
                    <a:pt x="77236" y="13192"/>
                    <a:pt x="77358" y="13161"/>
                    <a:pt x="77479" y="13101"/>
                  </a:cubicBezTo>
                  <a:lnTo>
                    <a:pt x="77571" y="13101"/>
                  </a:lnTo>
                  <a:lnTo>
                    <a:pt x="78026" y="13161"/>
                  </a:lnTo>
                  <a:cubicBezTo>
                    <a:pt x="78543" y="13131"/>
                    <a:pt x="78999" y="13070"/>
                    <a:pt x="79090" y="13070"/>
                  </a:cubicBezTo>
                  <a:lnTo>
                    <a:pt x="79333" y="13070"/>
                  </a:lnTo>
                  <a:cubicBezTo>
                    <a:pt x="79485" y="13070"/>
                    <a:pt x="79637" y="12979"/>
                    <a:pt x="79729" y="12827"/>
                  </a:cubicBezTo>
                  <a:cubicBezTo>
                    <a:pt x="79729" y="12807"/>
                    <a:pt x="79742" y="12797"/>
                    <a:pt x="79765" y="12797"/>
                  </a:cubicBezTo>
                  <a:cubicBezTo>
                    <a:pt x="79810" y="12797"/>
                    <a:pt x="79891" y="12837"/>
                    <a:pt x="79972" y="12918"/>
                  </a:cubicBezTo>
                  <a:cubicBezTo>
                    <a:pt x="80005" y="12969"/>
                    <a:pt x="80057" y="12991"/>
                    <a:pt x="80107" y="12991"/>
                  </a:cubicBezTo>
                  <a:cubicBezTo>
                    <a:pt x="80148" y="12991"/>
                    <a:pt x="80188" y="12976"/>
                    <a:pt x="80215" y="12949"/>
                  </a:cubicBezTo>
                  <a:lnTo>
                    <a:pt x="80337" y="12918"/>
                  </a:lnTo>
                  <a:cubicBezTo>
                    <a:pt x="80489" y="13010"/>
                    <a:pt x="80580" y="13161"/>
                    <a:pt x="80489" y="13253"/>
                  </a:cubicBezTo>
                  <a:lnTo>
                    <a:pt x="80367" y="13253"/>
                  </a:lnTo>
                  <a:cubicBezTo>
                    <a:pt x="80337" y="13283"/>
                    <a:pt x="80337" y="13344"/>
                    <a:pt x="80367" y="13374"/>
                  </a:cubicBezTo>
                  <a:lnTo>
                    <a:pt x="80397" y="13405"/>
                  </a:lnTo>
                  <a:lnTo>
                    <a:pt x="80489" y="13405"/>
                  </a:lnTo>
                  <a:cubicBezTo>
                    <a:pt x="80580" y="13405"/>
                    <a:pt x="80671" y="13374"/>
                    <a:pt x="80762" y="13344"/>
                  </a:cubicBezTo>
                  <a:lnTo>
                    <a:pt x="80823" y="13344"/>
                  </a:lnTo>
                  <a:cubicBezTo>
                    <a:pt x="80884" y="13374"/>
                    <a:pt x="80975" y="13435"/>
                    <a:pt x="81005" y="13496"/>
                  </a:cubicBezTo>
                  <a:lnTo>
                    <a:pt x="81248" y="13496"/>
                  </a:lnTo>
                  <a:cubicBezTo>
                    <a:pt x="81400" y="13465"/>
                    <a:pt x="81552" y="13405"/>
                    <a:pt x="81674" y="13283"/>
                  </a:cubicBezTo>
                  <a:cubicBezTo>
                    <a:pt x="81704" y="13253"/>
                    <a:pt x="81613" y="13131"/>
                    <a:pt x="81583" y="13131"/>
                  </a:cubicBezTo>
                  <a:cubicBezTo>
                    <a:pt x="81492" y="13131"/>
                    <a:pt x="81431" y="13161"/>
                    <a:pt x="81370" y="13192"/>
                  </a:cubicBezTo>
                  <a:cubicBezTo>
                    <a:pt x="81340" y="13192"/>
                    <a:pt x="81218" y="13222"/>
                    <a:pt x="81066" y="13222"/>
                  </a:cubicBezTo>
                  <a:lnTo>
                    <a:pt x="80975" y="13253"/>
                  </a:lnTo>
                  <a:lnTo>
                    <a:pt x="80944" y="13253"/>
                  </a:lnTo>
                  <a:cubicBezTo>
                    <a:pt x="80884" y="13253"/>
                    <a:pt x="80853" y="13131"/>
                    <a:pt x="80853" y="13101"/>
                  </a:cubicBezTo>
                  <a:cubicBezTo>
                    <a:pt x="81036" y="13040"/>
                    <a:pt x="81248" y="13010"/>
                    <a:pt x="81431" y="13010"/>
                  </a:cubicBezTo>
                  <a:lnTo>
                    <a:pt x="81826" y="13010"/>
                  </a:lnTo>
                  <a:cubicBezTo>
                    <a:pt x="81917" y="12949"/>
                    <a:pt x="82039" y="12949"/>
                    <a:pt x="82130" y="12918"/>
                  </a:cubicBezTo>
                  <a:cubicBezTo>
                    <a:pt x="82217" y="12947"/>
                    <a:pt x="82331" y="13224"/>
                    <a:pt x="82237" y="13224"/>
                  </a:cubicBezTo>
                  <a:cubicBezTo>
                    <a:pt x="82232" y="13224"/>
                    <a:pt x="82227" y="13224"/>
                    <a:pt x="82221" y="13222"/>
                  </a:cubicBezTo>
                  <a:cubicBezTo>
                    <a:pt x="82069" y="13222"/>
                    <a:pt x="82069" y="13313"/>
                    <a:pt x="82160" y="13465"/>
                  </a:cubicBezTo>
                  <a:lnTo>
                    <a:pt x="82282" y="13496"/>
                  </a:lnTo>
                  <a:lnTo>
                    <a:pt x="82403" y="13526"/>
                  </a:lnTo>
                  <a:cubicBezTo>
                    <a:pt x="82586" y="13465"/>
                    <a:pt x="82555" y="13313"/>
                    <a:pt x="82525" y="13313"/>
                  </a:cubicBezTo>
                  <a:cubicBezTo>
                    <a:pt x="82464" y="13222"/>
                    <a:pt x="82464" y="13131"/>
                    <a:pt x="82495" y="13040"/>
                  </a:cubicBezTo>
                  <a:cubicBezTo>
                    <a:pt x="82647" y="12949"/>
                    <a:pt x="82799" y="12888"/>
                    <a:pt x="83011" y="12858"/>
                  </a:cubicBezTo>
                  <a:lnTo>
                    <a:pt x="83133" y="12949"/>
                  </a:lnTo>
                  <a:lnTo>
                    <a:pt x="83437" y="13101"/>
                  </a:lnTo>
                  <a:cubicBezTo>
                    <a:pt x="83529" y="13027"/>
                    <a:pt x="83643" y="12987"/>
                    <a:pt x="83760" y="12987"/>
                  </a:cubicBezTo>
                  <a:cubicBezTo>
                    <a:pt x="83835" y="12987"/>
                    <a:pt x="83912" y="13004"/>
                    <a:pt x="83984" y="13040"/>
                  </a:cubicBezTo>
                  <a:lnTo>
                    <a:pt x="84075" y="13040"/>
                  </a:lnTo>
                  <a:lnTo>
                    <a:pt x="84166" y="13010"/>
                  </a:lnTo>
                  <a:cubicBezTo>
                    <a:pt x="84212" y="12964"/>
                    <a:pt x="84265" y="12941"/>
                    <a:pt x="84318" y="12941"/>
                  </a:cubicBezTo>
                  <a:cubicBezTo>
                    <a:pt x="84372" y="12941"/>
                    <a:pt x="84425" y="12964"/>
                    <a:pt x="84470" y="13010"/>
                  </a:cubicBezTo>
                  <a:cubicBezTo>
                    <a:pt x="84501" y="13040"/>
                    <a:pt x="84501" y="13101"/>
                    <a:pt x="84440" y="13101"/>
                  </a:cubicBezTo>
                  <a:cubicBezTo>
                    <a:pt x="84418" y="13101"/>
                    <a:pt x="84283" y="13036"/>
                    <a:pt x="84223" y="13036"/>
                  </a:cubicBezTo>
                  <a:cubicBezTo>
                    <a:pt x="84201" y="13036"/>
                    <a:pt x="84189" y="13045"/>
                    <a:pt x="84197" y="13070"/>
                  </a:cubicBezTo>
                  <a:cubicBezTo>
                    <a:pt x="84227" y="13131"/>
                    <a:pt x="84440" y="13253"/>
                    <a:pt x="84501" y="13253"/>
                  </a:cubicBezTo>
                  <a:cubicBezTo>
                    <a:pt x="84592" y="13253"/>
                    <a:pt x="84683" y="12979"/>
                    <a:pt x="84622" y="12858"/>
                  </a:cubicBezTo>
                  <a:cubicBezTo>
                    <a:pt x="84579" y="12792"/>
                    <a:pt x="84708" y="12742"/>
                    <a:pt x="84818" y="12742"/>
                  </a:cubicBezTo>
                  <a:cubicBezTo>
                    <a:pt x="84861" y="12742"/>
                    <a:pt x="84901" y="12749"/>
                    <a:pt x="84926" y="12766"/>
                  </a:cubicBezTo>
                  <a:lnTo>
                    <a:pt x="85169" y="12918"/>
                  </a:lnTo>
                  <a:lnTo>
                    <a:pt x="85291" y="12918"/>
                  </a:lnTo>
                  <a:cubicBezTo>
                    <a:pt x="85443" y="12918"/>
                    <a:pt x="85352" y="12979"/>
                    <a:pt x="85291" y="13010"/>
                  </a:cubicBezTo>
                  <a:cubicBezTo>
                    <a:pt x="85230" y="13040"/>
                    <a:pt x="85504" y="13040"/>
                    <a:pt x="85565" y="13040"/>
                  </a:cubicBezTo>
                  <a:cubicBezTo>
                    <a:pt x="85625" y="13040"/>
                    <a:pt x="85656" y="13010"/>
                    <a:pt x="85625" y="12949"/>
                  </a:cubicBezTo>
                  <a:lnTo>
                    <a:pt x="85625" y="12918"/>
                  </a:lnTo>
                  <a:cubicBezTo>
                    <a:pt x="85625" y="12888"/>
                    <a:pt x="85747" y="12827"/>
                    <a:pt x="85747" y="12827"/>
                  </a:cubicBezTo>
                  <a:lnTo>
                    <a:pt x="85838" y="12918"/>
                  </a:lnTo>
                  <a:cubicBezTo>
                    <a:pt x="85909" y="12954"/>
                    <a:pt x="85981" y="12969"/>
                    <a:pt x="86052" y="12969"/>
                  </a:cubicBezTo>
                  <a:cubicBezTo>
                    <a:pt x="86102" y="12969"/>
                    <a:pt x="86153" y="12961"/>
                    <a:pt x="86203" y="12949"/>
                  </a:cubicBezTo>
                  <a:cubicBezTo>
                    <a:pt x="86216" y="12942"/>
                    <a:pt x="86241" y="12940"/>
                    <a:pt x="86273" y="12940"/>
                  </a:cubicBezTo>
                  <a:cubicBezTo>
                    <a:pt x="86362" y="12940"/>
                    <a:pt x="86505" y="12957"/>
                    <a:pt x="86604" y="12957"/>
                  </a:cubicBezTo>
                  <a:cubicBezTo>
                    <a:pt x="86640" y="12957"/>
                    <a:pt x="86670" y="12955"/>
                    <a:pt x="86689" y="12949"/>
                  </a:cubicBezTo>
                  <a:cubicBezTo>
                    <a:pt x="86811" y="12888"/>
                    <a:pt x="86902" y="12797"/>
                    <a:pt x="86963" y="12675"/>
                  </a:cubicBezTo>
                  <a:cubicBezTo>
                    <a:pt x="86971" y="12667"/>
                    <a:pt x="86983" y="12663"/>
                    <a:pt x="86998" y="12663"/>
                  </a:cubicBezTo>
                  <a:cubicBezTo>
                    <a:pt x="87089" y="12663"/>
                    <a:pt x="87279" y="12805"/>
                    <a:pt x="87358" y="12858"/>
                  </a:cubicBezTo>
                  <a:cubicBezTo>
                    <a:pt x="87449" y="12888"/>
                    <a:pt x="87548" y="12903"/>
                    <a:pt x="87651" y="12903"/>
                  </a:cubicBezTo>
                  <a:cubicBezTo>
                    <a:pt x="87753" y="12903"/>
                    <a:pt x="87859" y="12888"/>
                    <a:pt x="87966" y="12858"/>
                  </a:cubicBezTo>
                  <a:cubicBezTo>
                    <a:pt x="88095" y="12836"/>
                    <a:pt x="88239" y="12815"/>
                    <a:pt x="88377" y="12815"/>
                  </a:cubicBezTo>
                  <a:cubicBezTo>
                    <a:pt x="88434" y="12815"/>
                    <a:pt x="88490" y="12818"/>
                    <a:pt x="88543" y="12827"/>
                  </a:cubicBezTo>
                  <a:lnTo>
                    <a:pt x="88756" y="12797"/>
                  </a:lnTo>
                  <a:lnTo>
                    <a:pt x="88817" y="12797"/>
                  </a:lnTo>
                  <a:cubicBezTo>
                    <a:pt x="88828" y="12802"/>
                    <a:pt x="88840" y="12805"/>
                    <a:pt x="88853" y="12805"/>
                  </a:cubicBezTo>
                  <a:cubicBezTo>
                    <a:pt x="88909" y="12805"/>
                    <a:pt x="88975" y="12755"/>
                    <a:pt x="88999" y="12706"/>
                  </a:cubicBezTo>
                  <a:cubicBezTo>
                    <a:pt x="88999" y="12675"/>
                    <a:pt x="89030" y="12660"/>
                    <a:pt x="89079" y="12660"/>
                  </a:cubicBezTo>
                  <a:cubicBezTo>
                    <a:pt x="89129" y="12660"/>
                    <a:pt x="89197" y="12675"/>
                    <a:pt x="89273" y="12706"/>
                  </a:cubicBezTo>
                  <a:lnTo>
                    <a:pt x="89364" y="12736"/>
                  </a:lnTo>
                  <a:cubicBezTo>
                    <a:pt x="89433" y="12759"/>
                    <a:pt x="89450" y="12868"/>
                    <a:pt x="89532" y="12868"/>
                  </a:cubicBezTo>
                  <a:cubicBezTo>
                    <a:pt x="89559" y="12868"/>
                    <a:pt x="89593" y="12857"/>
                    <a:pt x="89638" y="12827"/>
                  </a:cubicBezTo>
                  <a:cubicBezTo>
                    <a:pt x="89729" y="12766"/>
                    <a:pt x="89850" y="12736"/>
                    <a:pt x="89972" y="12736"/>
                  </a:cubicBezTo>
                  <a:cubicBezTo>
                    <a:pt x="90002" y="12736"/>
                    <a:pt x="90033" y="12766"/>
                    <a:pt x="90033" y="12766"/>
                  </a:cubicBezTo>
                  <a:cubicBezTo>
                    <a:pt x="90101" y="12801"/>
                    <a:pt x="90178" y="12805"/>
                    <a:pt x="90257" y="12805"/>
                  </a:cubicBezTo>
                  <a:cubicBezTo>
                    <a:pt x="90284" y="12805"/>
                    <a:pt x="90310" y="12804"/>
                    <a:pt x="90337" y="12804"/>
                  </a:cubicBezTo>
                  <a:cubicBezTo>
                    <a:pt x="90443" y="12804"/>
                    <a:pt x="90550" y="12812"/>
                    <a:pt x="90641" y="12888"/>
                  </a:cubicBezTo>
                  <a:cubicBezTo>
                    <a:pt x="90641" y="12888"/>
                    <a:pt x="90762" y="12797"/>
                    <a:pt x="90853" y="12797"/>
                  </a:cubicBezTo>
                  <a:lnTo>
                    <a:pt x="90884" y="12797"/>
                  </a:lnTo>
                  <a:cubicBezTo>
                    <a:pt x="90908" y="12809"/>
                    <a:pt x="90926" y="12814"/>
                    <a:pt x="90939" y="12814"/>
                  </a:cubicBezTo>
                  <a:cubicBezTo>
                    <a:pt x="90994" y="12814"/>
                    <a:pt x="90969" y="12730"/>
                    <a:pt x="90945" y="12706"/>
                  </a:cubicBezTo>
                  <a:cubicBezTo>
                    <a:pt x="90914" y="12645"/>
                    <a:pt x="90853" y="12554"/>
                    <a:pt x="90823" y="12493"/>
                  </a:cubicBezTo>
                  <a:cubicBezTo>
                    <a:pt x="90817" y="12481"/>
                    <a:pt x="90804" y="12476"/>
                    <a:pt x="90787" y="12476"/>
                  </a:cubicBezTo>
                  <a:cubicBezTo>
                    <a:pt x="90714" y="12476"/>
                    <a:pt x="90562" y="12560"/>
                    <a:pt x="90489" y="12584"/>
                  </a:cubicBezTo>
                  <a:cubicBezTo>
                    <a:pt x="90468" y="12598"/>
                    <a:pt x="90453" y="12604"/>
                    <a:pt x="90443" y="12604"/>
                  </a:cubicBezTo>
                  <a:cubicBezTo>
                    <a:pt x="90412" y="12604"/>
                    <a:pt x="90435" y="12539"/>
                    <a:pt x="90458" y="12493"/>
                  </a:cubicBezTo>
                  <a:cubicBezTo>
                    <a:pt x="90483" y="12443"/>
                    <a:pt x="90285" y="12394"/>
                    <a:pt x="90162" y="12394"/>
                  </a:cubicBezTo>
                  <a:cubicBezTo>
                    <a:pt x="90134" y="12394"/>
                    <a:pt x="90110" y="12396"/>
                    <a:pt x="90094" y="12402"/>
                  </a:cubicBezTo>
                  <a:cubicBezTo>
                    <a:pt x="90029" y="12423"/>
                    <a:pt x="89949" y="12445"/>
                    <a:pt x="89865" y="12445"/>
                  </a:cubicBezTo>
                  <a:cubicBezTo>
                    <a:pt x="89830" y="12445"/>
                    <a:pt x="89795" y="12441"/>
                    <a:pt x="89759" y="12432"/>
                  </a:cubicBezTo>
                  <a:cubicBezTo>
                    <a:pt x="89698" y="12402"/>
                    <a:pt x="89516" y="12280"/>
                    <a:pt x="89334" y="12158"/>
                  </a:cubicBezTo>
                  <a:lnTo>
                    <a:pt x="89394" y="12037"/>
                  </a:lnTo>
                  <a:lnTo>
                    <a:pt x="89425" y="11976"/>
                  </a:lnTo>
                  <a:cubicBezTo>
                    <a:pt x="89470" y="11946"/>
                    <a:pt x="89516" y="11930"/>
                    <a:pt x="89550" y="11930"/>
                  </a:cubicBezTo>
                  <a:cubicBezTo>
                    <a:pt x="89584" y="11930"/>
                    <a:pt x="89607" y="11946"/>
                    <a:pt x="89607" y="11976"/>
                  </a:cubicBezTo>
                  <a:lnTo>
                    <a:pt x="89607" y="12006"/>
                  </a:lnTo>
                  <a:cubicBezTo>
                    <a:pt x="89546" y="12128"/>
                    <a:pt x="89607" y="12219"/>
                    <a:pt x="89698" y="12219"/>
                  </a:cubicBezTo>
                  <a:lnTo>
                    <a:pt x="89850" y="12189"/>
                  </a:lnTo>
                  <a:cubicBezTo>
                    <a:pt x="89972" y="12189"/>
                    <a:pt x="90094" y="12098"/>
                    <a:pt x="90063" y="12067"/>
                  </a:cubicBezTo>
                  <a:cubicBezTo>
                    <a:pt x="90033" y="12006"/>
                    <a:pt x="90033" y="11976"/>
                    <a:pt x="90033" y="11976"/>
                  </a:cubicBezTo>
                  <a:lnTo>
                    <a:pt x="90124" y="11976"/>
                  </a:lnTo>
                  <a:cubicBezTo>
                    <a:pt x="90215" y="11976"/>
                    <a:pt x="90276" y="12006"/>
                    <a:pt x="90276" y="12037"/>
                  </a:cubicBezTo>
                  <a:lnTo>
                    <a:pt x="90276" y="12098"/>
                  </a:lnTo>
                  <a:cubicBezTo>
                    <a:pt x="90276" y="12158"/>
                    <a:pt x="90306" y="12219"/>
                    <a:pt x="90398" y="12219"/>
                  </a:cubicBezTo>
                  <a:lnTo>
                    <a:pt x="90428" y="12189"/>
                  </a:lnTo>
                  <a:lnTo>
                    <a:pt x="90489" y="12158"/>
                  </a:lnTo>
                  <a:cubicBezTo>
                    <a:pt x="90513" y="12123"/>
                    <a:pt x="90546" y="12110"/>
                    <a:pt x="90579" y="12110"/>
                  </a:cubicBezTo>
                  <a:cubicBezTo>
                    <a:pt x="90631" y="12110"/>
                    <a:pt x="90683" y="12140"/>
                    <a:pt x="90701" y="12158"/>
                  </a:cubicBezTo>
                  <a:cubicBezTo>
                    <a:pt x="90777" y="12174"/>
                    <a:pt x="90861" y="12181"/>
                    <a:pt x="90945" y="12181"/>
                  </a:cubicBezTo>
                  <a:cubicBezTo>
                    <a:pt x="91028" y="12181"/>
                    <a:pt x="91112" y="12174"/>
                    <a:pt x="91188" y="12158"/>
                  </a:cubicBezTo>
                  <a:cubicBezTo>
                    <a:pt x="91233" y="12128"/>
                    <a:pt x="91287" y="12113"/>
                    <a:pt x="91340" y="12113"/>
                  </a:cubicBezTo>
                  <a:cubicBezTo>
                    <a:pt x="91393" y="12113"/>
                    <a:pt x="91446" y="12128"/>
                    <a:pt x="91492" y="12158"/>
                  </a:cubicBezTo>
                  <a:cubicBezTo>
                    <a:pt x="91492" y="12162"/>
                    <a:pt x="91494" y="12163"/>
                    <a:pt x="91497" y="12163"/>
                  </a:cubicBezTo>
                  <a:cubicBezTo>
                    <a:pt x="91524" y="12163"/>
                    <a:pt x="91647" y="12064"/>
                    <a:pt x="91674" y="12037"/>
                  </a:cubicBezTo>
                  <a:cubicBezTo>
                    <a:pt x="91763" y="11992"/>
                    <a:pt x="91852" y="11964"/>
                    <a:pt x="91953" y="11964"/>
                  </a:cubicBezTo>
                  <a:cubicBezTo>
                    <a:pt x="91990" y="11964"/>
                    <a:pt x="92029" y="11968"/>
                    <a:pt x="92069" y="11976"/>
                  </a:cubicBezTo>
                  <a:lnTo>
                    <a:pt x="92282" y="11976"/>
                  </a:lnTo>
                  <a:lnTo>
                    <a:pt x="92252" y="12219"/>
                  </a:lnTo>
                  <a:cubicBezTo>
                    <a:pt x="92464" y="12189"/>
                    <a:pt x="92677" y="12158"/>
                    <a:pt x="92708" y="12128"/>
                  </a:cubicBezTo>
                  <a:cubicBezTo>
                    <a:pt x="92738" y="12067"/>
                    <a:pt x="92799" y="11915"/>
                    <a:pt x="92829" y="11794"/>
                  </a:cubicBezTo>
                  <a:lnTo>
                    <a:pt x="92920" y="11763"/>
                  </a:lnTo>
                  <a:cubicBezTo>
                    <a:pt x="92987" y="11719"/>
                    <a:pt x="93053" y="11626"/>
                    <a:pt x="93155" y="11626"/>
                  </a:cubicBezTo>
                  <a:cubicBezTo>
                    <a:pt x="93193" y="11626"/>
                    <a:pt x="93236" y="11639"/>
                    <a:pt x="93285" y="11672"/>
                  </a:cubicBezTo>
                  <a:lnTo>
                    <a:pt x="93346" y="11733"/>
                  </a:lnTo>
                  <a:cubicBezTo>
                    <a:pt x="93346" y="11824"/>
                    <a:pt x="93346" y="11885"/>
                    <a:pt x="93407" y="11976"/>
                  </a:cubicBezTo>
                  <a:lnTo>
                    <a:pt x="93559" y="11854"/>
                  </a:lnTo>
                  <a:lnTo>
                    <a:pt x="93680" y="11824"/>
                  </a:lnTo>
                  <a:cubicBezTo>
                    <a:pt x="93802" y="11794"/>
                    <a:pt x="93923" y="11733"/>
                    <a:pt x="94015" y="11672"/>
                  </a:cubicBezTo>
                  <a:cubicBezTo>
                    <a:pt x="94045" y="11672"/>
                    <a:pt x="94015" y="11611"/>
                    <a:pt x="93954" y="11581"/>
                  </a:cubicBezTo>
                  <a:lnTo>
                    <a:pt x="93893" y="11581"/>
                  </a:lnTo>
                  <a:cubicBezTo>
                    <a:pt x="93741" y="11581"/>
                    <a:pt x="93741" y="11520"/>
                    <a:pt x="93741" y="11429"/>
                  </a:cubicBezTo>
                  <a:lnTo>
                    <a:pt x="93802" y="11277"/>
                  </a:lnTo>
                  <a:cubicBezTo>
                    <a:pt x="93832" y="11095"/>
                    <a:pt x="93893" y="10639"/>
                    <a:pt x="93802" y="10547"/>
                  </a:cubicBezTo>
                  <a:cubicBezTo>
                    <a:pt x="93650" y="10456"/>
                    <a:pt x="93528" y="10304"/>
                    <a:pt x="93437" y="10183"/>
                  </a:cubicBezTo>
                  <a:lnTo>
                    <a:pt x="93559" y="10092"/>
                  </a:lnTo>
                  <a:cubicBezTo>
                    <a:pt x="93619" y="10061"/>
                    <a:pt x="93711" y="10031"/>
                    <a:pt x="93741" y="10000"/>
                  </a:cubicBezTo>
                  <a:cubicBezTo>
                    <a:pt x="93802" y="9970"/>
                    <a:pt x="93832" y="9879"/>
                    <a:pt x="93832" y="9879"/>
                  </a:cubicBezTo>
                  <a:cubicBezTo>
                    <a:pt x="93650" y="9727"/>
                    <a:pt x="93832" y="9696"/>
                    <a:pt x="93923" y="9666"/>
                  </a:cubicBezTo>
                  <a:lnTo>
                    <a:pt x="94015" y="9666"/>
                  </a:lnTo>
                  <a:cubicBezTo>
                    <a:pt x="94052" y="9653"/>
                    <a:pt x="94090" y="9646"/>
                    <a:pt x="94126" y="9646"/>
                  </a:cubicBezTo>
                  <a:cubicBezTo>
                    <a:pt x="94176" y="9646"/>
                    <a:pt x="94222" y="9661"/>
                    <a:pt x="94258" y="9696"/>
                  </a:cubicBezTo>
                  <a:cubicBezTo>
                    <a:pt x="94279" y="9739"/>
                    <a:pt x="94407" y="9782"/>
                    <a:pt x="94491" y="9782"/>
                  </a:cubicBezTo>
                  <a:cubicBezTo>
                    <a:pt x="94526" y="9782"/>
                    <a:pt x="94553" y="9775"/>
                    <a:pt x="94562" y="9757"/>
                  </a:cubicBezTo>
                  <a:cubicBezTo>
                    <a:pt x="94623" y="9636"/>
                    <a:pt x="94683" y="9544"/>
                    <a:pt x="94714" y="9423"/>
                  </a:cubicBezTo>
                  <a:cubicBezTo>
                    <a:pt x="94714" y="9392"/>
                    <a:pt x="94699" y="9377"/>
                    <a:pt x="94672" y="9377"/>
                  </a:cubicBezTo>
                  <a:cubicBezTo>
                    <a:pt x="94645" y="9377"/>
                    <a:pt x="94607" y="9392"/>
                    <a:pt x="94562" y="9423"/>
                  </a:cubicBezTo>
                  <a:lnTo>
                    <a:pt x="94501" y="9423"/>
                  </a:lnTo>
                  <a:cubicBezTo>
                    <a:pt x="94440" y="9423"/>
                    <a:pt x="94349" y="9392"/>
                    <a:pt x="94288" y="9332"/>
                  </a:cubicBezTo>
                  <a:lnTo>
                    <a:pt x="94197" y="9240"/>
                  </a:lnTo>
                  <a:cubicBezTo>
                    <a:pt x="94167" y="9332"/>
                    <a:pt x="93954" y="9423"/>
                    <a:pt x="93741" y="9453"/>
                  </a:cubicBezTo>
                  <a:lnTo>
                    <a:pt x="93619" y="9392"/>
                  </a:lnTo>
                  <a:lnTo>
                    <a:pt x="93559" y="9332"/>
                  </a:lnTo>
                  <a:cubicBezTo>
                    <a:pt x="93467" y="9301"/>
                    <a:pt x="93407" y="9301"/>
                    <a:pt x="93316" y="9271"/>
                  </a:cubicBezTo>
                  <a:cubicBezTo>
                    <a:pt x="93255" y="9240"/>
                    <a:pt x="93316" y="9149"/>
                    <a:pt x="93316" y="9149"/>
                  </a:cubicBezTo>
                  <a:cubicBezTo>
                    <a:pt x="93320" y="9145"/>
                    <a:pt x="93329" y="9143"/>
                    <a:pt x="93342" y="9143"/>
                  </a:cubicBezTo>
                  <a:cubicBezTo>
                    <a:pt x="93392" y="9143"/>
                    <a:pt x="93493" y="9171"/>
                    <a:pt x="93560" y="9171"/>
                  </a:cubicBezTo>
                  <a:cubicBezTo>
                    <a:pt x="93589" y="9171"/>
                    <a:pt x="93612" y="9165"/>
                    <a:pt x="93619" y="9149"/>
                  </a:cubicBezTo>
                  <a:cubicBezTo>
                    <a:pt x="93680" y="9088"/>
                    <a:pt x="93619" y="8936"/>
                    <a:pt x="93559" y="8906"/>
                  </a:cubicBezTo>
                  <a:cubicBezTo>
                    <a:pt x="93528" y="8876"/>
                    <a:pt x="93650" y="8785"/>
                    <a:pt x="93711" y="8754"/>
                  </a:cubicBezTo>
                  <a:cubicBezTo>
                    <a:pt x="93771" y="8724"/>
                    <a:pt x="93771" y="8693"/>
                    <a:pt x="93741" y="8633"/>
                  </a:cubicBezTo>
                  <a:cubicBezTo>
                    <a:pt x="93741" y="8633"/>
                    <a:pt x="93863" y="8541"/>
                    <a:pt x="93923" y="8541"/>
                  </a:cubicBezTo>
                  <a:cubicBezTo>
                    <a:pt x="93984" y="8420"/>
                    <a:pt x="94045" y="8268"/>
                    <a:pt x="94075" y="8146"/>
                  </a:cubicBezTo>
                  <a:cubicBezTo>
                    <a:pt x="94106" y="8025"/>
                    <a:pt x="93893" y="7964"/>
                    <a:pt x="93832" y="7964"/>
                  </a:cubicBezTo>
                  <a:cubicBezTo>
                    <a:pt x="93680" y="7964"/>
                    <a:pt x="93528" y="7994"/>
                    <a:pt x="93407" y="8055"/>
                  </a:cubicBezTo>
                  <a:cubicBezTo>
                    <a:pt x="93398" y="8058"/>
                    <a:pt x="93390" y="8059"/>
                    <a:pt x="93381" y="8059"/>
                  </a:cubicBezTo>
                  <a:cubicBezTo>
                    <a:pt x="93295" y="8059"/>
                    <a:pt x="93194" y="7931"/>
                    <a:pt x="93194" y="7903"/>
                  </a:cubicBezTo>
                  <a:cubicBezTo>
                    <a:pt x="93194" y="7903"/>
                    <a:pt x="93140" y="7876"/>
                    <a:pt x="93059" y="7876"/>
                  </a:cubicBezTo>
                  <a:cubicBezTo>
                    <a:pt x="93018" y="7876"/>
                    <a:pt x="92971" y="7883"/>
                    <a:pt x="92920" y="7903"/>
                  </a:cubicBezTo>
                  <a:lnTo>
                    <a:pt x="92829" y="7933"/>
                  </a:lnTo>
                  <a:cubicBezTo>
                    <a:pt x="92768" y="7933"/>
                    <a:pt x="92738" y="7964"/>
                    <a:pt x="92708" y="7994"/>
                  </a:cubicBezTo>
                  <a:lnTo>
                    <a:pt x="92647" y="8116"/>
                  </a:lnTo>
                  <a:cubicBezTo>
                    <a:pt x="92677" y="8207"/>
                    <a:pt x="92768" y="8298"/>
                    <a:pt x="92860" y="8329"/>
                  </a:cubicBezTo>
                  <a:lnTo>
                    <a:pt x="93042" y="8329"/>
                  </a:lnTo>
                  <a:cubicBezTo>
                    <a:pt x="93096" y="8274"/>
                    <a:pt x="93175" y="8172"/>
                    <a:pt x="93212" y="8172"/>
                  </a:cubicBezTo>
                  <a:cubicBezTo>
                    <a:pt x="93217" y="8172"/>
                    <a:pt x="93221" y="8173"/>
                    <a:pt x="93224" y="8177"/>
                  </a:cubicBezTo>
                  <a:cubicBezTo>
                    <a:pt x="93285" y="8207"/>
                    <a:pt x="93346" y="8268"/>
                    <a:pt x="93376" y="8329"/>
                  </a:cubicBezTo>
                  <a:cubicBezTo>
                    <a:pt x="93194" y="8420"/>
                    <a:pt x="92981" y="8450"/>
                    <a:pt x="92799" y="8481"/>
                  </a:cubicBezTo>
                  <a:cubicBezTo>
                    <a:pt x="92770" y="8486"/>
                    <a:pt x="92743" y="8489"/>
                    <a:pt x="92719" y="8489"/>
                  </a:cubicBezTo>
                  <a:cubicBezTo>
                    <a:pt x="92615" y="8489"/>
                    <a:pt x="92556" y="8444"/>
                    <a:pt x="92556" y="8420"/>
                  </a:cubicBezTo>
                  <a:cubicBezTo>
                    <a:pt x="92556" y="8359"/>
                    <a:pt x="92586" y="8298"/>
                    <a:pt x="92586" y="8237"/>
                  </a:cubicBezTo>
                  <a:cubicBezTo>
                    <a:pt x="92556" y="8146"/>
                    <a:pt x="92495" y="8085"/>
                    <a:pt x="92434" y="7994"/>
                  </a:cubicBezTo>
                  <a:lnTo>
                    <a:pt x="92373" y="7933"/>
                  </a:lnTo>
                  <a:lnTo>
                    <a:pt x="92282" y="7842"/>
                  </a:lnTo>
                  <a:cubicBezTo>
                    <a:pt x="92191" y="7842"/>
                    <a:pt x="92100" y="7873"/>
                    <a:pt x="92008" y="7903"/>
                  </a:cubicBezTo>
                  <a:lnTo>
                    <a:pt x="91857" y="7873"/>
                  </a:lnTo>
                  <a:cubicBezTo>
                    <a:pt x="91674" y="7873"/>
                    <a:pt x="91401" y="7842"/>
                    <a:pt x="91218" y="7812"/>
                  </a:cubicBezTo>
                  <a:lnTo>
                    <a:pt x="91066" y="7781"/>
                  </a:lnTo>
                  <a:lnTo>
                    <a:pt x="90945" y="7781"/>
                  </a:lnTo>
                  <a:lnTo>
                    <a:pt x="90671" y="7903"/>
                  </a:lnTo>
                  <a:cubicBezTo>
                    <a:pt x="90489" y="7812"/>
                    <a:pt x="90337" y="7599"/>
                    <a:pt x="90306" y="7386"/>
                  </a:cubicBezTo>
                  <a:cubicBezTo>
                    <a:pt x="90306" y="7326"/>
                    <a:pt x="90124" y="7204"/>
                    <a:pt x="89911" y="7143"/>
                  </a:cubicBezTo>
                  <a:lnTo>
                    <a:pt x="89729" y="7174"/>
                  </a:lnTo>
                  <a:lnTo>
                    <a:pt x="89577" y="7204"/>
                  </a:lnTo>
                  <a:cubicBezTo>
                    <a:pt x="89508" y="7238"/>
                    <a:pt x="89449" y="7255"/>
                    <a:pt x="89402" y="7255"/>
                  </a:cubicBezTo>
                  <a:cubicBezTo>
                    <a:pt x="89325" y="7255"/>
                    <a:pt x="89284" y="7208"/>
                    <a:pt x="89303" y="7113"/>
                  </a:cubicBezTo>
                  <a:lnTo>
                    <a:pt x="89303" y="7113"/>
                  </a:lnTo>
                  <a:lnTo>
                    <a:pt x="89030" y="7143"/>
                  </a:lnTo>
                  <a:cubicBezTo>
                    <a:pt x="89013" y="7147"/>
                    <a:pt x="88998" y="7149"/>
                    <a:pt x="88985" y="7149"/>
                  </a:cubicBezTo>
                  <a:cubicBezTo>
                    <a:pt x="88902" y="7149"/>
                    <a:pt x="88886" y="7074"/>
                    <a:pt x="88939" y="7022"/>
                  </a:cubicBezTo>
                  <a:cubicBezTo>
                    <a:pt x="88984" y="6976"/>
                    <a:pt x="89029" y="6898"/>
                    <a:pt x="89124" y="6898"/>
                  </a:cubicBezTo>
                  <a:cubicBezTo>
                    <a:pt x="89157" y="6898"/>
                    <a:pt x="89196" y="6907"/>
                    <a:pt x="89242" y="6930"/>
                  </a:cubicBezTo>
                  <a:cubicBezTo>
                    <a:pt x="89273" y="6961"/>
                    <a:pt x="89334" y="6991"/>
                    <a:pt x="89394" y="6991"/>
                  </a:cubicBezTo>
                  <a:lnTo>
                    <a:pt x="89546" y="6991"/>
                  </a:lnTo>
                  <a:cubicBezTo>
                    <a:pt x="89594" y="6995"/>
                    <a:pt x="89638" y="6997"/>
                    <a:pt x="89680" y="6997"/>
                  </a:cubicBezTo>
                  <a:cubicBezTo>
                    <a:pt x="89962" y="6997"/>
                    <a:pt x="90116" y="6911"/>
                    <a:pt x="90063" y="6778"/>
                  </a:cubicBezTo>
                  <a:lnTo>
                    <a:pt x="90063" y="6778"/>
                  </a:lnTo>
                  <a:lnTo>
                    <a:pt x="89850" y="6870"/>
                  </a:lnTo>
                  <a:cubicBezTo>
                    <a:pt x="89820" y="6885"/>
                    <a:pt x="89797" y="6890"/>
                    <a:pt x="89779" y="6890"/>
                  </a:cubicBezTo>
                  <a:cubicBezTo>
                    <a:pt x="89725" y="6890"/>
                    <a:pt x="89714" y="6839"/>
                    <a:pt x="89668" y="6839"/>
                  </a:cubicBezTo>
                  <a:cubicBezTo>
                    <a:pt x="89486" y="6771"/>
                    <a:pt x="89286" y="6737"/>
                    <a:pt x="89095" y="6737"/>
                  </a:cubicBezTo>
                  <a:cubicBezTo>
                    <a:pt x="89032" y="6737"/>
                    <a:pt x="88969" y="6740"/>
                    <a:pt x="88908" y="6748"/>
                  </a:cubicBezTo>
                  <a:cubicBezTo>
                    <a:pt x="88878" y="6748"/>
                    <a:pt x="88847" y="6718"/>
                    <a:pt x="88817" y="6718"/>
                  </a:cubicBezTo>
                  <a:lnTo>
                    <a:pt x="88665" y="6687"/>
                  </a:lnTo>
                  <a:cubicBezTo>
                    <a:pt x="88574" y="6870"/>
                    <a:pt x="88483" y="7052"/>
                    <a:pt x="88422" y="7234"/>
                  </a:cubicBezTo>
                  <a:cubicBezTo>
                    <a:pt x="88445" y="7303"/>
                    <a:pt x="88416" y="7337"/>
                    <a:pt x="88400" y="7337"/>
                  </a:cubicBezTo>
                  <a:cubicBezTo>
                    <a:pt x="88395" y="7337"/>
                    <a:pt x="88391" y="7333"/>
                    <a:pt x="88391" y="7326"/>
                  </a:cubicBezTo>
                  <a:cubicBezTo>
                    <a:pt x="88331" y="7234"/>
                    <a:pt x="88270" y="7143"/>
                    <a:pt x="88179" y="7082"/>
                  </a:cubicBezTo>
                  <a:lnTo>
                    <a:pt x="88300" y="6900"/>
                  </a:lnTo>
                  <a:lnTo>
                    <a:pt x="88361" y="6809"/>
                  </a:lnTo>
                  <a:cubicBezTo>
                    <a:pt x="88209" y="6778"/>
                    <a:pt x="87966" y="6748"/>
                    <a:pt x="87814" y="6748"/>
                  </a:cubicBezTo>
                  <a:lnTo>
                    <a:pt x="87783" y="6657"/>
                  </a:lnTo>
                  <a:cubicBezTo>
                    <a:pt x="87753" y="6566"/>
                    <a:pt x="87753" y="6505"/>
                    <a:pt x="87814" y="6444"/>
                  </a:cubicBezTo>
                  <a:lnTo>
                    <a:pt x="87875" y="6383"/>
                  </a:lnTo>
                  <a:cubicBezTo>
                    <a:pt x="87891" y="6380"/>
                    <a:pt x="87907" y="6378"/>
                    <a:pt x="87920" y="6378"/>
                  </a:cubicBezTo>
                  <a:cubicBezTo>
                    <a:pt x="88033" y="6378"/>
                    <a:pt x="88054" y="6478"/>
                    <a:pt x="88027" y="6505"/>
                  </a:cubicBezTo>
                  <a:cubicBezTo>
                    <a:pt x="88027" y="6535"/>
                    <a:pt x="88148" y="6596"/>
                    <a:pt x="88300" y="6657"/>
                  </a:cubicBezTo>
                  <a:lnTo>
                    <a:pt x="88300" y="6322"/>
                  </a:lnTo>
                  <a:cubicBezTo>
                    <a:pt x="88422" y="6322"/>
                    <a:pt x="88513" y="6292"/>
                    <a:pt x="88635" y="6262"/>
                  </a:cubicBezTo>
                  <a:cubicBezTo>
                    <a:pt x="88695" y="6262"/>
                    <a:pt x="88665" y="6201"/>
                    <a:pt x="88635" y="6140"/>
                  </a:cubicBezTo>
                  <a:lnTo>
                    <a:pt x="88391" y="6140"/>
                  </a:lnTo>
                  <a:cubicBezTo>
                    <a:pt x="88179" y="6140"/>
                    <a:pt x="87996" y="6019"/>
                    <a:pt x="88027" y="5988"/>
                  </a:cubicBezTo>
                  <a:cubicBezTo>
                    <a:pt x="88027" y="5958"/>
                    <a:pt x="88087" y="5958"/>
                    <a:pt x="88179" y="5958"/>
                  </a:cubicBezTo>
                  <a:lnTo>
                    <a:pt x="88239" y="5988"/>
                  </a:lnTo>
                  <a:cubicBezTo>
                    <a:pt x="88301" y="6009"/>
                    <a:pt x="88349" y="6071"/>
                    <a:pt x="88421" y="6071"/>
                  </a:cubicBezTo>
                  <a:cubicBezTo>
                    <a:pt x="88455" y="6071"/>
                    <a:pt x="88495" y="6058"/>
                    <a:pt x="88543" y="6019"/>
                  </a:cubicBezTo>
                  <a:cubicBezTo>
                    <a:pt x="88589" y="6003"/>
                    <a:pt x="88635" y="5996"/>
                    <a:pt x="88680" y="5996"/>
                  </a:cubicBezTo>
                  <a:cubicBezTo>
                    <a:pt x="88726" y="5996"/>
                    <a:pt x="88771" y="6003"/>
                    <a:pt x="88817" y="6019"/>
                  </a:cubicBezTo>
                  <a:cubicBezTo>
                    <a:pt x="88857" y="6043"/>
                    <a:pt x="88885" y="6052"/>
                    <a:pt x="88903" y="6052"/>
                  </a:cubicBezTo>
                  <a:cubicBezTo>
                    <a:pt x="88953" y="6052"/>
                    <a:pt x="88931" y="5980"/>
                    <a:pt x="88908" y="5958"/>
                  </a:cubicBezTo>
                  <a:lnTo>
                    <a:pt x="88847" y="5867"/>
                  </a:lnTo>
                  <a:cubicBezTo>
                    <a:pt x="88878" y="5806"/>
                    <a:pt x="88969" y="5684"/>
                    <a:pt x="89060" y="5563"/>
                  </a:cubicBezTo>
                  <a:lnTo>
                    <a:pt x="89212" y="5563"/>
                  </a:lnTo>
                  <a:cubicBezTo>
                    <a:pt x="89364" y="5563"/>
                    <a:pt x="89334" y="5441"/>
                    <a:pt x="89303" y="5411"/>
                  </a:cubicBezTo>
                  <a:cubicBezTo>
                    <a:pt x="89303" y="5380"/>
                    <a:pt x="89273" y="5350"/>
                    <a:pt x="89273" y="5350"/>
                  </a:cubicBezTo>
                  <a:lnTo>
                    <a:pt x="89425" y="5167"/>
                  </a:lnTo>
                  <a:cubicBezTo>
                    <a:pt x="89394" y="5015"/>
                    <a:pt x="89303" y="4863"/>
                    <a:pt x="89182" y="4803"/>
                  </a:cubicBezTo>
                  <a:cubicBezTo>
                    <a:pt x="89030" y="4833"/>
                    <a:pt x="88908" y="4863"/>
                    <a:pt x="88756" y="4924"/>
                  </a:cubicBezTo>
                  <a:lnTo>
                    <a:pt x="88574" y="4803"/>
                  </a:lnTo>
                  <a:cubicBezTo>
                    <a:pt x="88483" y="4803"/>
                    <a:pt x="88422" y="4833"/>
                    <a:pt x="88361" y="4863"/>
                  </a:cubicBezTo>
                  <a:lnTo>
                    <a:pt x="88300" y="4955"/>
                  </a:lnTo>
                  <a:cubicBezTo>
                    <a:pt x="88300" y="5046"/>
                    <a:pt x="88087" y="5046"/>
                    <a:pt x="88027" y="5046"/>
                  </a:cubicBezTo>
                  <a:cubicBezTo>
                    <a:pt x="87935" y="5015"/>
                    <a:pt x="87875" y="4833"/>
                    <a:pt x="87875" y="4772"/>
                  </a:cubicBezTo>
                  <a:cubicBezTo>
                    <a:pt x="87875" y="4712"/>
                    <a:pt x="87783" y="4651"/>
                    <a:pt x="87753" y="4651"/>
                  </a:cubicBezTo>
                  <a:cubicBezTo>
                    <a:pt x="87723" y="4651"/>
                    <a:pt x="87692" y="4499"/>
                    <a:pt x="87632" y="4499"/>
                  </a:cubicBezTo>
                  <a:cubicBezTo>
                    <a:pt x="87540" y="4499"/>
                    <a:pt x="87540" y="4468"/>
                    <a:pt x="87601" y="4468"/>
                  </a:cubicBezTo>
                  <a:lnTo>
                    <a:pt x="87632" y="4468"/>
                  </a:lnTo>
                  <a:lnTo>
                    <a:pt x="88027" y="4499"/>
                  </a:lnTo>
                  <a:cubicBezTo>
                    <a:pt x="88118" y="4377"/>
                    <a:pt x="88239" y="4256"/>
                    <a:pt x="88361" y="4134"/>
                  </a:cubicBezTo>
                  <a:cubicBezTo>
                    <a:pt x="88422" y="4134"/>
                    <a:pt x="88361" y="4073"/>
                    <a:pt x="88209" y="4073"/>
                  </a:cubicBezTo>
                  <a:lnTo>
                    <a:pt x="88209" y="4043"/>
                  </a:lnTo>
                  <a:cubicBezTo>
                    <a:pt x="88148" y="3936"/>
                    <a:pt x="88057" y="3906"/>
                    <a:pt x="87966" y="3906"/>
                  </a:cubicBezTo>
                  <a:cubicBezTo>
                    <a:pt x="87875" y="3906"/>
                    <a:pt x="87783" y="3936"/>
                    <a:pt x="87723" y="3952"/>
                  </a:cubicBezTo>
                  <a:lnTo>
                    <a:pt x="87510" y="4043"/>
                  </a:lnTo>
                  <a:cubicBezTo>
                    <a:pt x="87419" y="3952"/>
                    <a:pt x="87388" y="3830"/>
                    <a:pt x="87419" y="3708"/>
                  </a:cubicBezTo>
                  <a:cubicBezTo>
                    <a:pt x="87449" y="3648"/>
                    <a:pt x="87480" y="3648"/>
                    <a:pt x="87510" y="3648"/>
                  </a:cubicBezTo>
                  <a:cubicBezTo>
                    <a:pt x="87488" y="3756"/>
                    <a:pt x="87560" y="3772"/>
                    <a:pt x="87646" y="3772"/>
                  </a:cubicBezTo>
                  <a:cubicBezTo>
                    <a:pt x="87681" y="3772"/>
                    <a:pt x="87718" y="3769"/>
                    <a:pt x="87753" y="3769"/>
                  </a:cubicBezTo>
                  <a:lnTo>
                    <a:pt x="87966" y="3739"/>
                  </a:lnTo>
                  <a:cubicBezTo>
                    <a:pt x="87844" y="3678"/>
                    <a:pt x="87753" y="3587"/>
                    <a:pt x="87662" y="3496"/>
                  </a:cubicBezTo>
                  <a:lnTo>
                    <a:pt x="87723" y="3435"/>
                  </a:lnTo>
                  <a:cubicBezTo>
                    <a:pt x="87753" y="3344"/>
                    <a:pt x="87783" y="3283"/>
                    <a:pt x="87814" y="3192"/>
                  </a:cubicBezTo>
                  <a:lnTo>
                    <a:pt x="87814" y="3161"/>
                  </a:lnTo>
                  <a:cubicBezTo>
                    <a:pt x="87814" y="3161"/>
                    <a:pt x="87723" y="3192"/>
                    <a:pt x="87632" y="3283"/>
                  </a:cubicBezTo>
                  <a:lnTo>
                    <a:pt x="87601" y="3283"/>
                  </a:lnTo>
                  <a:cubicBezTo>
                    <a:pt x="87419" y="3253"/>
                    <a:pt x="87510" y="3161"/>
                    <a:pt x="87571" y="3101"/>
                  </a:cubicBezTo>
                  <a:cubicBezTo>
                    <a:pt x="87540" y="3009"/>
                    <a:pt x="87480" y="2918"/>
                    <a:pt x="87419" y="2857"/>
                  </a:cubicBezTo>
                  <a:lnTo>
                    <a:pt x="87236" y="2857"/>
                  </a:lnTo>
                  <a:cubicBezTo>
                    <a:pt x="87084" y="2857"/>
                    <a:pt x="86963" y="2857"/>
                    <a:pt x="86963" y="2705"/>
                  </a:cubicBezTo>
                  <a:lnTo>
                    <a:pt x="86841" y="2705"/>
                  </a:lnTo>
                  <a:lnTo>
                    <a:pt x="86750" y="2918"/>
                  </a:lnTo>
                  <a:cubicBezTo>
                    <a:pt x="86537" y="2888"/>
                    <a:pt x="86446" y="2705"/>
                    <a:pt x="86446" y="2645"/>
                  </a:cubicBezTo>
                  <a:cubicBezTo>
                    <a:pt x="86507" y="2553"/>
                    <a:pt x="86568" y="2493"/>
                    <a:pt x="86628" y="2462"/>
                  </a:cubicBezTo>
                  <a:lnTo>
                    <a:pt x="86659" y="2462"/>
                  </a:lnTo>
                  <a:lnTo>
                    <a:pt x="86811" y="2523"/>
                  </a:lnTo>
                  <a:cubicBezTo>
                    <a:pt x="86963" y="2493"/>
                    <a:pt x="87054" y="2341"/>
                    <a:pt x="87054" y="2280"/>
                  </a:cubicBezTo>
                  <a:cubicBezTo>
                    <a:pt x="87024" y="2249"/>
                    <a:pt x="87054" y="2189"/>
                    <a:pt x="87115" y="2158"/>
                  </a:cubicBezTo>
                  <a:cubicBezTo>
                    <a:pt x="87267" y="2097"/>
                    <a:pt x="87388" y="1976"/>
                    <a:pt x="87510" y="1854"/>
                  </a:cubicBezTo>
                  <a:cubicBezTo>
                    <a:pt x="87540" y="1733"/>
                    <a:pt x="87571" y="1611"/>
                    <a:pt x="87540" y="1520"/>
                  </a:cubicBezTo>
                  <a:lnTo>
                    <a:pt x="87115" y="1520"/>
                  </a:lnTo>
                  <a:cubicBezTo>
                    <a:pt x="87024" y="1277"/>
                    <a:pt x="87358" y="942"/>
                    <a:pt x="87480" y="882"/>
                  </a:cubicBezTo>
                  <a:cubicBezTo>
                    <a:pt x="87601" y="851"/>
                    <a:pt x="87601" y="730"/>
                    <a:pt x="87480" y="669"/>
                  </a:cubicBezTo>
                  <a:lnTo>
                    <a:pt x="87358" y="608"/>
                  </a:lnTo>
                  <a:cubicBezTo>
                    <a:pt x="87267" y="547"/>
                    <a:pt x="87358" y="487"/>
                    <a:pt x="87358" y="456"/>
                  </a:cubicBezTo>
                  <a:cubicBezTo>
                    <a:pt x="87388" y="426"/>
                    <a:pt x="87328" y="335"/>
                    <a:pt x="87297" y="304"/>
                  </a:cubicBezTo>
                  <a:cubicBezTo>
                    <a:pt x="87252" y="243"/>
                    <a:pt x="87229" y="213"/>
                    <a:pt x="87202" y="213"/>
                  </a:cubicBezTo>
                  <a:cubicBezTo>
                    <a:pt x="87176" y="213"/>
                    <a:pt x="87145" y="243"/>
                    <a:pt x="87084" y="304"/>
                  </a:cubicBezTo>
                  <a:lnTo>
                    <a:pt x="87024" y="304"/>
                  </a:lnTo>
                  <a:cubicBezTo>
                    <a:pt x="87007" y="312"/>
                    <a:pt x="86991" y="316"/>
                    <a:pt x="86975" y="316"/>
                  </a:cubicBezTo>
                  <a:cubicBezTo>
                    <a:pt x="86932" y="316"/>
                    <a:pt x="86894" y="288"/>
                    <a:pt x="86872" y="243"/>
                  </a:cubicBezTo>
                  <a:lnTo>
                    <a:pt x="86872" y="213"/>
                  </a:lnTo>
                  <a:lnTo>
                    <a:pt x="86872" y="183"/>
                  </a:lnTo>
                  <a:cubicBezTo>
                    <a:pt x="86932" y="91"/>
                    <a:pt x="86872" y="91"/>
                    <a:pt x="86750" y="91"/>
                  </a:cubicBezTo>
                  <a:lnTo>
                    <a:pt x="86598" y="91"/>
                  </a:lnTo>
                  <a:cubicBezTo>
                    <a:pt x="86591" y="95"/>
                    <a:pt x="86581" y="96"/>
                    <a:pt x="86568" y="96"/>
                  </a:cubicBezTo>
                  <a:cubicBezTo>
                    <a:pt x="86466" y="96"/>
                    <a:pt x="86189" y="0"/>
                    <a:pt x="86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1"/>
            <p:cNvSpPr/>
            <p:nvPr/>
          </p:nvSpPr>
          <p:spPr>
            <a:xfrm rot="2700000">
              <a:off x="6819017" y="1397400"/>
              <a:ext cx="2523601" cy="400471"/>
            </a:xfrm>
            <a:custGeom>
              <a:rect b="b" l="l" r="r" t="t"/>
              <a:pathLst>
                <a:path extrusionOk="0" h="16019" w="100945">
                  <a:moveTo>
                    <a:pt x="83846" y="323"/>
                  </a:moveTo>
                  <a:cubicBezTo>
                    <a:pt x="83893" y="323"/>
                    <a:pt x="83937" y="345"/>
                    <a:pt x="83954" y="395"/>
                  </a:cubicBezTo>
                  <a:cubicBezTo>
                    <a:pt x="83984" y="426"/>
                    <a:pt x="84015" y="487"/>
                    <a:pt x="84015" y="547"/>
                  </a:cubicBezTo>
                  <a:lnTo>
                    <a:pt x="83984" y="608"/>
                  </a:lnTo>
                  <a:cubicBezTo>
                    <a:pt x="83945" y="667"/>
                    <a:pt x="83893" y="701"/>
                    <a:pt x="83837" y="701"/>
                  </a:cubicBezTo>
                  <a:cubicBezTo>
                    <a:pt x="83806" y="701"/>
                    <a:pt x="83773" y="691"/>
                    <a:pt x="83741" y="669"/>
                  </a:cubicBezTo>
                  <a:lnTo>
                    <a:pt x="83711" y="669"/>
                  </a:lnTo>
                  <a:cubicBezTo>
                    <a:pt x="83650" y="639"/>
                    <a:pt x="83559" y="426"/>
                    <a:pt x="83680" y="395"/>
                  </a:cubicBezTo>
                  <a:lnTo>
                    <a:pt x="83741" y="365"/>
                  </a:lnTo>
                  <a:cubicBezTo>
                    <a:pt x="83768" y="338"/>
                    <a:pt x="83808" y="323"/>
                    <a:pt x="83846" y="323"/>
                  </a:cubicBezTo>
                  <a:close/>
                  <a:moveTo>
                    <a:pt x="81492" y="395"/>
                  </a:moveTo>
                  <a:cubicBezTo>
                    <a:pt x="81613" y="395"/>
                    <a:pt x="81735" y="456"/>
                    <a:pt x="81826" y="517"/>
                  </a:cubicBezTo>
                  <a:cubicBezTo>
                    <a:pt x="81826" y="578"/>
                    <a:pt x="81735" y="639"/>
                    <a:pt x="81613" y="669"/>
                  </a:cubicBezTo>
                  <a:lnTo>
                    <a:pt x="81583" y="699"/>
                  </a:lnTo>
                  <a:cubicBezTo>
                    <a:pt x="81577" y="701"/>
                    <a:pt x="81570" y="702"/>
                    <a:pt x="81565" y="702"/>
                  </a:cubicBezTo>
                  <a:cubicBezTo>
                    <a:pt x="81458" y="702"/>
                    <a:pt x="81434" y="453"/>
                    <a:pt x="81492" y="395"/>
                  </a:cubicBezTo>
                  <a:close/>
                  <a:moveTo>
                    <a:pt x="73467" y="566"/>
                  </a:moveTo>
                  <a:cubicBezTo>
                    <a:pt x="73510" y="566"/>
                    <a:pt x="73520" y="594"/>
                    <a:pt x="73498" y="639"/>
                  </a:cubicBezTo>
                  <a:lnTo>
                    <a:pt x="73498" y="669"/>
                  </a:lnTo>
                  <a:cubicBezTo>
                    <a:pt x="73447" y="720"/>
                    <a:pt x="73310" y="835"/>
                    <a:pt x="73214" y="835"/>
                  </a:cubicBezTo>
                  <a:cubicBezTo>
                    <a:pt x="73195" y="835"/>
                    <a:pt x="73178" y="831"/>
                    <a:pt x="73163" y="821"/>
                  </a:cubicBezTo>
                  <a:lnTo>
                    <a:pt x="73103" y="821"/>
                  </a:lnTo>
                  <a:cubicBezTo>
                    <a:pt x="72981" y="791"/>
                    <a:pt x="73042" y="699"/>
                    <a:pt x="73042" y="639"/>
                  </a:cubicBezTo>
                  <a:lnTo>
                    <a:pt x="73042" y="608"/>
                  </a:lnTo>
                  <a:cubicBezTo>
                    <a:pt x="73057" y="593"/>
                    <a:pt x="73133" y="593"/>
                    <a:pt x="73213" y="593"/>
                  </a:cubicBezTo>
                  <a:cubicBezTo>
                    <a:pt x="73293" y="593"/>
                    <a:pt x="73376" y="593"/>
                    <a:pt x="73407" y="578"/>
                  </a:cubicBezTo>
                  <a:cubicBezTo>
                    <a:pt x="73431" y="570"/>
                    <a:pt x="73451" y="566"/>
                    <a:pt x="73467" y="566"/>
                  </a:cubicBezTo>
                  <a:close/>
                  <a:moveTo>
                    <a:pt x="75990" y="547"/>
                  </a:moveTo>
                  <a:cubicBezTo>
                    <a:pt x="76112" y="547"/>
                    <a:pt x="76142" y="639"/>
                    <a:pt x="76142" y="669"/>
                  </a:cubicBezTo>
                  <a:cubicBezTo>
                    <a:pt x="76112" y="730"/>
                    <a:pt x="76112" y="791"/>
                    <a:pt x="76112" y="851"/>
                  </a:cubicBezTo>
                  <a:cubicBezTo>
                    <a:pt x="76112" y="860"/>
                    <a:pt x="76104" y="864"/>
                    <a:pt x="76091" y="864"/>
                  </a:cubicBezTo>
                  <a:cubicBezTo>
                    <a:pt x="76058" y="864"/>
                    <a:pt x="75994" y="842"/>
                    <a:pt x="75929" y="821"/>
                  </a:cubicBezTo>
                  <a:cubicBezTo>
                    <a:pt x="75838" y="760"/>
                    <a:pt x="75869" y="547"/>
                    <a:pt x="75990" y="547"/>
                  </a:cubicBezTo>
                  <a:close/>
                  <a:moveTo>
                    <a:pt x="57631" y="760"/>
                  </a:moveTo>
                  <a:lnTo>
                    <a:pt x="57844" y="851"/>
                  </a:lnTo>
                  <a:cubicBezTo>
                    <a:pt x="57824" y="969"/>
                    <a:pt x="57754" y="1036"/>
                    <a:pt x="57666" y="1036"/>
                  </a:cubicBezTo>
                  <a:cubicBezTo>
                    <a:pt x="57617" y="1036"/>
                    <a:pt x="57563" y="1016"/>
                    <a:pt x="57510" y="973"/>
                  </a:cubicBezTo>
                  <a:lnTo>
                    <a:pt x="57418" y="912"/>
                  </a:lnTo>
                  <a:cubicBezTo>
                    <a:pt x="57388" y="882"/>
                    <a:pt x="57449" y="821"/>
                    <a:pt x="57570" y="760"/>
                  </a:cubicBezTo>
                  <a:close/>
                  <a:moveTo>
                    <a:pt x="59994" y="748"/>
                  </a:moveTo>
                  <a:cubicBezTo>
                    <a:pt x="60059" y="748"/>
                    <a:pt x="60228" y="890"/>
                    <a:pt x="60306" y="943"/>
                  </a:cubicBezTo>
                  <a:lnTo>
                    <a:pt x="60154" y="1034"/>
                  </a:lnTo>
                  <a:lnTo>
                    <a:pt x="60124" y="1064"/>
                  </a:lnTo>
                  <a:cubicBezTo>
                    <a:pt x="60002" y="1003"/>
                    <a:pt x="59941" y="882"/>
                    <a:pt x="59972" y="760"/>
                  </a:cubicBezTo>
                  <a:cubicBezTo>
                    <a:pt x="59976" y="752"/>
                    <a:pt x="59984" y="748"/>
                    <a:pt x="59994" y="748"/>
                  </a:cubicBezTo>
                  <a:close/>
                  <a:moveTo>
                    <a:pt x="61674" y="821"/>
                  </a:moveTo>
                  <a:lnTo>
                    <a:pt x="61674" y="851"/>
                  </a:lnTo>
                  <a:cubicBezTo>
                    <a:pt x="61765" y="851"/>
                    <a:pt x="62008" y="943"/>
                    <a:pt x="61887" y="1064"/>
                  </a:cubicBezTo>
                  <a:lnTo>
                    <a:pt x="61856" y="1064"/>
                  </a:lnTo>
                  <a:lnTo>
                    <a:pt x="61735" y="1003"/>
                  </a:lnTo>
                  <a:cubicBezTo>
                    <a:pt x="61613" y="912"/>
                    <a:pt x="61583" y="821"/>
                    <a:pt x="61674" y="821"/>
                  </a:cubicBezTo>
                  <a:close/>
                  <a:moveTo>
                    <a:pt x="45139" y="1003"/>
                  </a:moveTo>
                  <a:cubicBezTo>
                    <a:pt x="45169" y="1003"/>
                    <a:pt x="45199" y="1003"/>
                    <a:pt x="45230" y="1034"/>
                  </a:cubicBezTo>
                  <a:lnTo>
                    <a:pt x="45230" y="1155"/>
                  </a:lnTo>
                  <a:cubicBezTo>
                    <a:pt x="45108" y="1186"/>
                    <a:pt x="44987" y="1216"/>
                    <a:pt x="44865" y="1247"/>
                  </a:cubicBezTo>
                  <a:lnTo>
                    <a:pt x="44713" y="1277"/>
                  </a:lnTo>
                  <a:cubicBezTo>
                    <a:pt x="44622" y="1186"/>
                    <a:pt x="44743" y="1125"/>
                    <a:pt x="44987" y="1125"/>
                  </a:cubicBezTo>
                  <a:lnTo>
                    <a:pt x="45139" y="1003"/>
                  </a:lnTo>
                  <a:close/>
                  <a:moveTo>
                    <a:pt x="31659" y="1304"/>
                  </a:moveTo>
                  <a:cubicBezTo>
                    <a:pt x="31730" y="1304"/>
                    <a:pt x="31700" y="1496"/>
                    <a:pt x="31643" y="1581"/>
                  </a:cubicBezTo>
                  <a:cubicBezTo>
                    <a:pt x="31586" y="1618"/>
                    <a:pt x="31542" y="1644"/>
                    <a:pt x="31516" y="1644"/>
                  </a:cubicBezTo>
                  <a:cubicBezTo>
                    <a:pt x="31500" y="1644"/>
                    <a:pt x="31491" y="1634"/>
                    <a:pt x="31491" y="1611"/>
                  </a:cubicBezTo>
                  <a:cubicBezTo>
                    <a:pt x="31491" y="1550"/>
                    <a:pt x="31400" y="1459"/>
                    <a:pt x="31339" y="1459"/>
                  </a:cubicBezTo>
                  <a:cubicBezTo>
                    <a:pt x="31308" y="1459"/>
                    <a:pt x="31308" y="1399"/>
                    <a:pt x="31308" y="1399"/>
                  </a:cubicBezTo>
                  <a:cubicBezTo>
                    <a:pt x="31400" y="1338"/>
                    <a:pt x="31521" y="1307"/>
                    <a:pt x="31643" y="1307"/>
                  </a:cubicBezTo>
                  <a:cubicBezTo>
                    <a:pt x="31649" y="1305"/>
                    <a:pt x="31654" y="1304"/>
                    <a:pt x="31659" y="1304"/>
                  </a:cubicBezTo>
                  <a:close/>
                  <a:moveTo>
                    <a:pt x="25077" y="1459"/>
                  </a:moveTo>
                  <a:cubicBezTo>
                    <a:pt x="25229" y="1459"/>
                    <a:pt x="25381" y="1490"/>
                    <a:pt x="25503" y="1520"/>
                  </a:cubicBezTo>
                  <a:cubicBezTo>
                    <a:pt x="25533" y="1550"/>
                    <a:pt x="25564" y="1581"/>
                    <a:pt x="25503" y="1642"/>
                  </a:cubicBezTo>
                  <a:cubicBezTo>
                    <a:pt x="25453" y="1691"/>
                    <a:pt x="25404" y="1741"/>
                    <a:pt x="25321" y="1741"/>
                  </a:cubicBezTo>
                  <a:cubicBezTo>
                    <a:pt x="25302" y="1741"/>
                    <a:pt x="25282" y="1738"/>
                    <a:pt x="25260" y="1733"/>
                  </a:cubicBezTo>
                  <a:lnTo>
                    <a:pt x="25138" y="1702"/>
                  </a:lnTo>
                  <a:cubicBezTo>
                    <a:pt x="24925" y="1642"/>
                    <a:pt x="24895" y="1581"/>
                    <a:pt x="25017" y="1520"/>
                  </a:cubicBezTo>
                  <a:lnTo>
                    <a:pt x="25077" y="1459"/>
                  </a:lnTo>
                  <a:close/>
                  <a:moveTo>
                    <a:pt x="24429" y="1423"/>
                  </a:moveTo>
                  <a:cubicBezTo>
                    <a:pt x="24516" y="1423"/>
                    <a:pt x="24478" y="1498"/>
                    <a:pt x="24530" y="1550"/>
                  </a:cubicBezTo>
                  <a:lnTo>
                    <a:pt x="24591" y="1611"/>
                  </a:lnTo>
                  <a:cubicBezTo>
                    <a:pt x="24469" y="1672"/>
                    <a:pt x="24348" y="1763"/>
                    <a:pt x="24226" y="1794"/>
                  </a:cubicBezTo>
                  <a:cubicBezTo>
                    <a:pt x="24203" y="1817"/>
                    <a:pt x="24180" y="1827"/>
                    <a:pt x="24160" y="1827"/>
                  </a:cubicBezTo>
                  <a:cubicBezTo>
                    <a:pt x="24128" y="1827"/>
                    <a:pt x="24105" y="1801"/>
                    <a:pt x="24105" y="1763"/>
                  </a:cubicBezTo>
                  <a:lnTo>
                    <a:pt x="24074" y="1763"/>
                  </a:lnTo>
                  <a:cubicBezTo>
                    <a:pt x="24135" y="1642"/>
                    <a:pt x="24196" y="1520"/>
                    <a:pt x="24257" y="1429"/>
                  </a:cubicBezTo>
                  <a:lnTo>
                    <a:pt x="24378" y="1429"/>
                  </a:lnTo>
                  <a:cubicBezTo>
                    <a:pt x="24399" y="1425"/>
                    <a:pt x="24416" y="1423"/>
                    <a:pt x="24429" y="1423"/>
                  </a:cubicBezTo>
                  <a:close/>
                  <a:moveTo>
                    <a:pt x="17478" y="1763"/>
                  </a:moveTo>
                  <a:lnTo>
                    <a:pt x="17600" y="1885"/>
                  </a:lnTo>
                  <a:cubicBezTo>
                    <a:pt x="17782" y="1885"/>
                    <a:pt x="17874" y="1976"/>
                    <a:pt x="17813" y="2098"/>
                  </a:cubicBezTo>
                  <a:lnTo>
                    <a:pt x="17752" y="2158"/>
                  </a:lnTo>
                  <a:cubicBezTo>
                    <a:pt x="17714" y="2209"/>
                    <a:pt x="17681" y="2233"/>
                    <a:pt x="17656" y="2233"/>
                  </a:cubicBezTo>
                  <a:cubicBezTo>
                    <a:pt x="17621" y="2233"/>
                    <a:pt x="17600" y="2186"/>
                    <a:pt x="17600" y="2098"/>
                  </a:cubicBezTo>
                  <a:cubicBezTo>
                    <a:pt x="17539" y="2098"/>
                    <a:pt x="17326" y="2006"/>
                    <a:pt x="17326" y="1946"/>
                  </a:cubicBezTo>
                  <a:cubicBezTo>
                    <a:pt x="17357" y="1885"/>
                    <a:pt x="17418" y="1824"/>
                    <a:pt x="17478" y="1763"/>
                  </a:cubicBezTo>
                  <a:close/>
                  <a:moveTo>
                    <a:pt x="15599" y="1931"/>
                  </a:moveTo>
                  <a:cubicBezTo>
                    <a:pt x="15616" y="1931"/>
                    <a:pt x="15635" y="1936"/>
                    <a:pt x="15655" y="1946"/>
                  </a:cubicBezTo>
                  <a:lnTo>
                    <a:pt x="15776" y="2006"/>
                  </a:lnTo>
                  <a:cubicBezTo>
                    <a:pt x="15801" y="1998"/>
                    <a:pt x="15823" y="1994"/>
                    <a:pt x="15842" y="1994"/>
                  </a:cubicBezTo>
                  <a:cubicBezTo>
                    <a:pt x="15893" y="1994"/>
                    <a:pt x="15920" y="2023"/>
                    <a:pt x="15898" y="2067"/>
                  </a:cubicBezTo>
                  <a:cubicBezTo>
                    <a:pt x="15898" y="2128"/>
                    <a:pt x="15867" y="2189"/>
                    <a:pt x="15867" y="2250"/>
                  </a:cubicBezTo>
                  <a:cubicBezTo>
                    <a:pt x="15867" y="2265"/>
                    <a:pt x="15837" y="2272"/>
                    <a:pt x="15791" y="2272"/>
                  </a:cubicBezTo>
                  <a:cubicBezTo>
                    <a:pt x="15746" y="2272"/>
                    <a:pt x="15685" y="2265"/>
                    <a:pt x="15624" y="2250"/>
                  </a:cubicBezTo>
                  <a:lnTo>
                    <a:pt x="15594" y="2250"/>
                  </a:lnTo>
                  <a:cubicBezTo>
                    <a:pt x="15558" y="2285"/>
                    <a:pt x="15532" y="2298"/>
                    <a:pt x="15509" y="2298"/>
                  </a:cubicBezTo>
                  <a:cubicBezTo>
                    <a:pt x="15474" y="2298"/>
                    <a:pt x="15448" y="2268"/>
                    <a:pt x="15412" y="2250"/>
                  </a:cubicBezTo>
                  <a:cubicBezTo>
                    <a:pt x="15320" y="2189"/>
                    <a:pt x="15320" y="2128"/>
                    <a:pt x="15412" y="2067"/>
                  </a:cubicBezTo>
                  <a:cubicBezTo>
                    <a:pt x="15462" y="2042"/>
                    <a:pt x="15513" y="1931"/>
                    <a:pt x="15599" y="1931"/>
                  </a:cubicBezTo>
                  <a:close/>
                  <a:moveTo>
                    <a:pt x="88878" y="2250"/>
                  </a:moveTo>
                  <a:cubicBezTo>
                    <a:pt x="89060" y="2310"/>
                    <a:pt x="89091" y="2432"/>
                    <a:pt x="89060" y="2432"/>
                  </a:cubicBezTo>
                  <a:cubicBezTo>
                    <a:pt x="88923" y="2432"/>
                    <a:pt x="88761" y="2382"/>
                    <a:pt x="88619" y="2328"/>
                  </a:cubicBezTo>
                  <a:lnTo>
                    <a:pt x="88619" y="2328"/>
                  </a:lnTo>
                  <a:lnTo>
                    <a:pt x="88787" y="2280"/>
                  </a:lnTo>
                  <a:lnTo>
                    <a:pt x="88878" y="2250"/>
                  </a:lnTo>
                  <a:close/>
                  <a:moveTo>
                    <a:pt x="90560" y="2156"/>
                  </a:moveTo>
                  <a:cubicBezTo>
                    <a:pt x="90568" y="2156"/>
                    <a:pt x="90580" y="2182"/>
                    <a:pt x="90580" y="2219"/>
                  </a:cubicBezTo>
                  <a:cubicBezTo>
                    <a:pt x="90580" y="2371"/>
                    <a:pt x="90458" y="2462"/>
                    <a:pt x="90337" y="2462"/>
                  </a:cubicBezTo>
                  <a:lnTo>
                    <a:pt x="90215" y="2432"/>
                  </a:lnTo>
                  <a:lnTo>
                    <a:pt x="90124" y="2402"/>
                  </a:lnTo>
                  <a:cubicBezTo>
                    <a:pt x="90089" y="2407"/>
                    <a:pt x="90061" y="2410"/>
                    <a:pt x="90039" y="2410"/>
                  </a:cubicBezTo>
                  <a:cubicBezTo>
                    <a:pt x="89944" y="2410"/>
                    <a:pt x="89953" y="2365"/>
                    <a:pt x="90003" y="2341"/>
                  </a:cubicBezTo>
                  <a:cubicBezTo>
                    <a:pt x="90063" y="2310"/>
                    <a:pt x="90033" y="2250"/>
                    <a:pt x="90003" y="2219"/>
                  </a:cubicBezTo>
                  <a:cubicBezTo>
                    <a:pt x="89994" y="2210"/>
                    <a:pt x="90011" y="2207"/>
                    <a:pt x="90041" y="2207"/>
                  </a:cubicBezTo>
                  <a:cubicBezTo>
                    <a:pt x="90114" y="2207"/>
                    <a:pt x="90264" y="2228"/>
                    <a:pt x="90307" y="2250"/>
                  </a:cubicBezTo>
                  <a:cubicBezTo>
                    <a:pt x="90331" y="2258"/>
                    <a:pt x="90355" y="2262"/>
                    <a:pt x="90379" y="2262"/>
                  </a:cubicBezTo>
                  <a:cubicBezTo>
                    <a:pt x="90444" y="2262"/>
                    <a:pt x="90505" y="2233"/>
                    <a:pt x="90550" y="2189"/>
                  </a:cubicBezTo>
                  <a:cubicBezTo>
                    <a:pt x="90550" y="2166"/>
                    <a:pt x="90554" y="2156"/>
                    <a:pt x="90560" y="2156"/>
                  </a:cubicBezTo>
                  <a:close/>
                  <a:moveTo>
                    <a:pt x="94501" y="2979"/>
                  </a:moveTo>
                  <a:lnTo>
                    <a:pt x="94683" y="3009"/>
                  </a:lnTo>
                  <a:lnTo>
                    <a:pt x="94775" y="3009"/>
                  </a:lnTo>
                  <a:cubicBezTo>
                    <a:pt x="94927" y="3070"/>
                    <a:pt x="94987" y="3222"/>
                    <a:pt x="94927" y="3313"/>
                  </a:cubicBezTo>
                  <a:cubicBezTo>
                    <a:pt x="94913" y="3332"/>
                    <a:pt x="94889" y="3340"/>
                    <a:pt x="94859" y="3340"/>
                  </a:cubicBezTo>
                  <a:cubicBezTo>
                    <a:pt x="94689" y="3340"/>
                    <a:pt x="94310" y="3091"/>
                    <a:pt x="94258" y="3040"/>
                  </a:cubicBezTo>
                  <a:cubicBezTo>
                    <a:pt x="94197" y="3009"/>
                    <a:pt x="94288" y="2979"/>
                    <a:pt x="94501" y="2979"/>
                  </a:cubicBezTo>
                  <a:close/>
                  <a:moveTo>
                    <a:pt x="11430" y="3344"/>
                  </a:moveTo>
                  <a:cubicBezTo>
                    <a:pt x="11490" y="3344"/>
                    <a:pt x="11551" y="3374"/>
                    <a:pt x="11551" y="3435"/>
                  </a:cubicBezTo>
                  <a:lnTo>
                    <a:pt x="11399" y="3526"/>
                  </a:lnTo>
                  <a:cubicBezTo>
                    <a:pt x="11247" y="3617"/>
                    <a:pt x="11126" y="3678"/>
                    <a:pt x="10974" y="3739"/>
                  </a:cubicBezTo>
                  <a:lnTo>
                    <a:pt x="10974" y="3709"/>
                  </a:lnTo>
                  <a:lnTo>
                    <a:pt x="10943" y="3709"/>
                  </a:lnTo>
                  <a:cubicBezTo>
                    <a:pt x="10974" y="3587"/>
                    <a:pt x="11065" y="3496"/>
                    <a:pt x="11156" y="3405"/>
                  </a:cubicBezTo>
                  <a:cubicBezTo>
                    <a:pt x="11217" y="3374"/>
                    <a:pt x="11338" y="3344"/>
                    <a:pt x="11430" y="3344"/>
                  </a:cubicBezTo>
                  <a:close/>
                  <a:moveTo>
                    <a:pt x="20559" y="3545"/>
                  </a:moveTo>
                  <a:cubicBezTo>
                    <a:pt x="20642" y="3545"/>
                    <a:pt x="20763" y="3573"/>
                    <a:pt x="20852" y="3617"/>
                  </a:cubicBezTo>
                  <a:lnTo>
                    <a:pt x="20974" y="3709"/>
                  </a:lnTo>
                  <a:lnTo>
                    <a:pt x="20974" y="3769"/>
                  </a:lnTo>
                  <a:cubicBezTo>
                    <a:pt x="20974" y="3800"/>
                    <a:pt x="20944" y="3830"/>
                    <a:pt x="20913" y="3830"/>
                  </a:cubicBezTo>
                  <a:lnTo>
                    <a:pt x="20822" y="3830"/>
                  </a:lnTo>
                  <a:cubicBezTo>
                    <a:pt x="20700" y="3800"/>
                    <a:pt x="20579" y="3739"/>
                    <a:pt x="20488" y="3678"/>
                  </a:cubicBezTo>
                  <a:cubicBezTo>
                    <a:pt x="20427" y="3648"/>
                    <a:pt x="20427" y="3587"/>
                    <a:pt x="20488" y="3557"/>
                  </a:cubicBezTo>
                  <a:cubicBezTo>
                    <a:pt x="20504" y="3548"/>
                    <a:pt x="20529" y="3545"/>
                    <a:pt x="20559" y="3545"/>
                  </a:cubicBezTo>
                  <a:close/>
                  <a:moveTo>
                    <a:pt x="14256" y="3769"/>
                  </a:moveTo>
                  <a:cubicBezTo>
                    <a:pt x="14287" y="3800"/>
                    <a:pt x="14317" y="3861"/>
                    <a:pt x="14317" y="3921"/>
                  </a:cubicBezTo>
                  <a:cubicBezTo>
                    <a:pt x="14317" y="3946"/>
                    <a:pt x="14496" y="3990"/>
                    <a:pt x="14597" y="3990"/>
                  </a:cubicBezTo>
                  <a:cubicBezTo>
                    <a:pt x="14621" y="3990"/>
                    <a:pt x="14640" y="3988"/>
                    <a:pt x="14652" y="3982"/>
                  </a:cubicBezTo>
                  <a:cubicBezTo>
                    <a:pt x="14661" y="3979"/>
                    <a:pt x="14670" y="3977"/>
                    <a:pt x="14677" y="3977"/>
                  </a:cubicBezTo>
                  <a:cubicBezTo>
                    <a:pt x="14742" y="3977"/>
                    <a:pt x="14733" y="4086"/>
                    <a:pt x="14652" y="4195"/>
                  </a:cubicBezTo>
                  <a:lnTo>
                    <a:pt x="14378" y="4165"/>
                  </a:lnTo>
                  <a:lnTo>
                    <a:pt x="14226" y="4165"/>
                  </a:lnTo>
                  <a:cubicBezTo>
                    <a:pt x="14060" y="4165"/>
                    <a:pt x="14020" y="4039"/>
                    <a:pt x="14060" y="4039"/>
                  </a:cubicBezTo>
                  <a:cubicBezTo>
                    <a:pt x="14064" y="4039"/>
                    <a:pt x="14069" y="4040"/>
                    <a:pt x="14074" y="4043"/>
                  </a:cubicBezTo>
                  <a:cubicBezTo>
                    <a:pt x="14090" y="4051"/>
                    <a:pt x="14107" y="4055"/>
                    <a:pt x="14122" y="4055"/>
                  </a:cubicBezTo>
                  <a:cubicBezTo>
                    <a:pt x="14163" y="4055"/>
                    <a:pt x="14196" y="4027"/>
                    <a:pt x="14196" y="3982"/>
                  </a:cubicBezTo>
                  <a:cubicBezTo>
                    <a:pt x="14226" y="3921"/>
                    <a:pt x="14226" y="3830"/>
                    <a:pt x="14256" y="3769"/>
                  </a:cubicBezTo>
                  <a:close/>
                  <a:moveTo>
                    <a:pt x="13161" y="3992"/>
                  </a:moveTo>
                  <a:cubicBezTo>
                    <a:pt x="13279" y="3992"/>
                    <a:pt x="13390" y="4039"/>
                    <a:pt x="13466" y="4134"/>
                  </a:cubicBezTo>
                  <a:lnTo>
                    <a:pt x="13497" y="4134"/>
                  </a:lnTo>
                  <a:cubicBezTo>
                    <a:pt x="13360" y="4216"/>
                    <a:pt x="13285" y="4261"/>
                    <a:pt x="13221" y="4261"/>
                  </a:cubicBezTo>
                  <a:cubicBezTo>
                    <a:pt x="13143" y="4261"/>
                    <a:pt x="13083" y="4194"/>
                    <a:pt x="12949" y="4043"/>
                  </a:cubicBezTo>
                  <a:cubicBezTo>
                    <a:pt x="13018" y="4009"/>
                    <a:pt x="13091" y="3992"/>
                    <a:pt x="13161" y="3992"/>
                  </a:cubicBezTo>
                  <a:close/>
                  <a:moveTo>
                    <a:pt x="96659" y="4073"/>
                  </a:moveTo>
                  <a:cubicBezTo>
                    <a:pt x="96720" y="4256"/>
                    <a:pt x="96750" y="4377"/>
                    <a:pt x="96720" y="4408"/>
                  </a:cubicBezTo>
                  <a:cubicBezTo>
                    <a:pt x="96690" y="4423"/>
                    <a:pt x="96652" y="4430"/>
                    <a:pt x="96614" y="4430"/>
                  </a:cubicBezTo>
                  <a:cubicBezTo>
                    <a:pt x="96576" y="4430"/>
                    <a:pt x="96538" y="4423"/>
                    <a:pt x="96507" y="4408"/>
                  </a:cubicBezTo>
                  <a:cubicBezTo>
                    <a:pt x="96477" y="4408"/>
                    <a:pt x="96355" y="4438"/>
                    <a:pt x="96234" y="4499"/>
                  </a:cubicBezTo>
                  <a:lnTo>
                    <a:pt x="96112" y="4529"/>
                  </a:lnTo>
                  <a:lnTo>
                    <a:pt x="96082" y="4529"/>
                  </a:lnTo>
                  <a:cubicBezTo>
                    <a:pt x="95991" y="4438"/>
                    <a:pt x="96021" y="4225"/>
                    <a:pt x="96142" y="4073"/>
                  </a:cubicBezTo>
                  <a:close/>
                  <a:moveTo>
                    <a:pt x="87766" y="10065"/>
                  </a:moveTo>
                  <a:cubicBezTo>
                    <a:pt x="87824" y="10065"/>
                    <a:pt x="87875" y="10071"/>
                    <a:pt x="87905" y="10092"/>
                  </a:cubicBezTo>
                  <a:cubicBezTo>
                    <a:pt x="87996" y="10122"/>
                    <a:pt x="87936" y="10183"/>
                    <a:pt x="87814" y="10183"/>
                  </a:cubicBezTo>
                  <a:cubicBezTo>
                    <a:pt x="87692" y="10183"/>
                    <a:pt x="87328" y="10092"/>
                    <a:pt x="87419" y="10092"/>
                  </a:cubicBezTo>
                  <a:cubicBezTo>
                    <a:pt x="87500" y="10092"/>
                    <a:pt x="87649" y="10065"/>
                    <a:pt x="87766" y="10065"/>
                  </a:cubicBezTo>
                  <a:close/>
                  <a:moveTo>
                    <a:pt x="88865" y="10153"/>
                  </a:moveTo>
                  <a:lnTo>
                    <a:pt x="88865" y="10153"/>
                  </a:lnTo>
                  <a:cubicBezTo>
                    <a:pt x="88827" y="10153"/>
                    <a:pt x="88789" y="10154"/>
                    <a:pt x="88750" y="10156"/>
                  </a:cubicBezTo>
                  <a:lnTo>
                    <a:pt x="88750" y="10156"/>
                  </a:lnTo>
                  <a:cubicBezTo>
                    <a:pt x="88781" y="10173"/>
                    <a:pt x="88813" y="10190"/>
                    <a:pt x="88845" y="10206"/>
                  </a:cubicBezTo>
                  <a:lnTo>
                    <a:pt x="88845" y="10206"/>
                  </a:lnTo>
                  <a:cubicBezTo>
                    <a:pt x="88854" y="10191"/>
                    <a:pt x="88860" y="10172"/>
                    <a:pt x="88865" y="10153"/>
                  </a:cubicBezTo>
                  <a:close/>
                  <a:moveTo>
                    <a:pt x="86568" y="9909"/>
                  </a:moveTo>
                  <a:cubicBezTo>
                    <a:pt x="86689" y="9909"/>
                    <a:pt x="86781" y="9970"/>
                    <a:pt x="86750" y="10031"/>
                  </a:cubicBezTo>
                  <a:cubicBezTo>
                    <a:pt x="86689" y="10122"/>
                    <a:pt x="86598" y="10183"/>
                    <a:pt x="86477" y="10244"/>
                  </a:cubicBezTo>
                  <a:lnTo>
                    <a:pt x="86385" y="10244"/>
                  </a:lnTo>
                  <a:cubicBezTo>
                    <a:pt x="86325" y="10152"/>
                    <a:pt x="86355" y="10061"/>
                    <a:pt x="86416" y="9970"/>
                  </a:cubicBezTo>
                  <a:lnTo>
                    <a:pt x="86507" y="9940"/>
                  </a:lnTo>
                  <a:lnTo>
                    <a:pt x="86568" y="9909"/>
                  </a:lnTo>
                  <a:close/>
                  <a:moveTo>
                    <a:pt x="88753" y="10535"/>
                  </a:moveTo>
                  <a:cubicBezTo>
                    <a:pt x="88814" y="10535"/>
                    <a:pt x="88876" y="10539"/>
                    <a:pt x="88939" y="10548"/>
                  </a:cubicBezTo>
                  <a:cubicBezTo>
                    <a:pt x="89060" y="10548"/>
                    <a:pt x="89000" y="10791"/>
                    <a:pt x="88908" y="10791"/>
                  </a:cubicBezTo>
                  <a:cubicBezTo>
                    <a:pt x="88824" y="10791"/>
                    <a:pt x="88585" y="10635"/>
                    <a:pt x="88453" y="10635"/>
                  </a:cubicBezTo>
                  <a:cubicBezTo>
                    <a:pt x="88442" y="10635"/>
                    <a:pt x="88431" y="10636"/>
                    <a:pt x="88422" y="10639"/>
                  </a:cubicBezTo>
                  <a:cubicBezTo>
                    <a:pt x="88395" y="10648"/>
                    <a:pt x="88374" y="10651"/>
                    <a:pt x="88358" y="10651"/>
                  </a:cubicBezTo>
                  <a:cubicBezTo>
                    <a:pt x="88318" y="10651"/>
                    <a:pt x="88309" y="10630"/>
                    <a:pt x="88331" y="10608"/>
                  </a:cubicBezTo>
                  <a:lnTo>
                    <a:pt x="88331" y="10578"/>
                  </a:lnTo>
                  <a:cubicBezTo>
                    <a:pt x="88460" y="10556"/>
                    <a:pt x="88604" y="10535"/>
                    <a:pt x="88753" y="10535"/>
                  </a:cubicBezTo>
                  <a:close/>
                  <a:moveTo>
                    <a:pt x="89395" y="11368"/>
                  </a:moveTo>
                  <a:cubicBezTo>
                    <a:pt x="89425" y="11368"/>
                    <a:pt x="89425" y="11399"/>
                    <a:pt x="89455" y="11429"/>
                  </a:cubicBezTo>
                  <a:lnTo>
                    <a:pt x="89516" y="11459"/>
                  </a:lnTo>
                  <a:cubicBezTo>
                    <a:pt x="89607" y="11520"/>
                    <a:pt x="89547" y="11611"/>
                    <a:pt x="89425" y="11642"/>
                  </a:cubicBezTo>
                  <a:lnTo>
                    <a:pt x="89334" y="11672"/>
                  </a:lnTo>
                  <a:lnTo>
                    <a:pt x="89243" y="11703"/>
                  </a:lnTo>
                  <a:cubicBezTo>
                    <a:pt x="89236" y="11706"/>
                    <a:pt x="89230" y="11707"/>
                    <a:pt x="89225" y="11707"/>
                  </a:cubicBezTo>
                  <a:cubicBezTo>
                    <a:pt x="89183" y="11707"/>
                    <a:pt x="89189" y="11608"/>
                    <a:pt x="89243" y="11581"/>
                  </a:cubicBezTo>
                  <a:cubicBezTo>
                    <a:pt x="89303" y="11520"/>
                    <a:pt x="89334" y="11490"/>
                    <a:pt x="89334" y="11459"/>
                  </a:cubicBezTo>
                  <a:cubicBezTo>
                    <a:pt x="89303" y="11429"/>
                    <a:pt x="89303" y="11368"/>
                    <a:pt x="89334" y="11368"/>
                  </a:cubicBezTo>
                  <a:close/>
                  <a:moveTo>
                    <a:pt x="98088" y="11581"/>
                  </a:moveTo>
                  <a:cubicBezTo>
                    <a:pt x="98118" y="11642"/>
                    <a:pt x="98240" y="11824"/>
                    <a:pt x="98240" y="11885"/>
                  </a:cubicBezTo>
                  <a:cubicBezTo>
                    <a:pt x="98218" y="11929"/>
                    <a:pt x="98179" y="11958"/>
                    <a:pt x="98136" y="11958"/>
                  </a:cubicBezTo>
                  <a:cubicBezTo>
                    <a:pt x="98120" y="11958"/>
                    <a:pt x="98104" y="11954"/>
                    <a:pt x="98088" y="11946"/>
                  </a:cubicBezTo>
                  <a:cubicBezTo>
                    <a:pt x="98075" y="11933"/>
                    <a:pt x="98057" y="11928"/>
                    <a:pt x="98036" y="11928"/>
                  </a:cubicBezTo>
                  <a:cubicBezTo>
                    <a:pt x="97978" y="11928"/>
                    <a:pt x="97899" y="11963"/>
                    <a:pt x="97851" y="11963"/>
                  </a:cubicBezTo>
                  <a:cubicBezTo>
                    <a:pt x="97834" y="11963"/>
                    <a:pt x="97821" y="11959"/>
                    <a:pt x="97814" y="11946"/>
                  </a:cubicBezTo>
                  <a:lnTo>
                    <a:pt x="97784" y="11946"/>
                  </a:lnTo>
                  <a:cubicBezTo>
                    <a:pt x="97693" y="11915"/>
                    <a:pt x="97601" y="11855"/>
                    <a:pt x="97510" y="11824"/>
                  </a:cubicBezTo>
                  <a:cubicBezTo>
                    <a:pt x="97510" y="11794"/>
                    <a:pt x="97510" y="11763"/>
                    <a:pt x="97510" y="11733"/>
                  </a:cubicBezTo>
                  <a:cubicBezTo>
                    <a:pt x="97632" y="11733"/>
                    <a:pt x="97723" y="11763"/>
                    <a:pt x="97845" y="11794"/>
                  </a:cubicBezTo>
                  <a:lnTo>
                    <a:pt x="97997" y="11672"/>
                  </a:lnTo>
                  <a:lnTo>
                    <a:pt x="98088" y="11581"/>
                  </a:lnTo>
                  <a:close/>
                  <a:moveTo>
                    <a:pt x="99162" y="12390"/>
                  </a:moveTo>
                  <a:cubicBezTo>
                    <a:pt x="99250" y="12390"/>
                    <a:pt x="99296" y="12424"/>
                    <a:pt x="99273" y="12493"/>
                  </a:cubicBezTo>
                  <a:lnTo>
                    <a:pt x="99243" y="12523"/>
                  </a:lnTo>
                  <a:cubicBezTo>
                    <a:pt x="99221" y="12609"/>
                    <a:pt x="99093" y="12695"/>
                    <a:pt x="99020" y="12695"/>
                  </a:cubicBezTo>
                  <a:cubicBezTo>
                    <a:pt x="98990" y="12695"/>
                    <a:pt x="98969" y="12680"/>
                    <a:pt x="98969" y="12645"/>
                  </a:cubicBezTo>
                  <a:lnTo>
                    <a:pt x="98939" y="12645"/>
                  </a:lnTo>
                  <a:cubicBezTo>
                    <a:pt x="98817" y="12554"/>
                    <a:pt x="98878" y="12523"/>
                    <a:pt x="98969" y="12462"/>
                  </a:cubicBezTo>
                  <a:lnTo>
                    <a:pt x="99060" y="12402"/>
                  </a:lnTo>
                  <a:cubicBezTo>
                    <a:pt x="99098" y="12394"/>
                    <a:pt x="99133" y="12390"/>
                    <a:pt x="99162" y="12390"/>
                  </a:cubicBezTo>
                  <a:close/>
                  <a:moveTo>
                    <a:pt x="97932" y="12926"/>
                  </a:moveTo>
                  <a:cubicBezTo>
                    <a:pt x="97974" y="12926"/>
                    <a:pt x="98027" y="12934"/>
                    <a:pt x="98088" y="12949"/>
                  </a:cubicBezTo>
                  <a:lnTo>
                    <a:pt x="98088" y="13040"/>
                  </a:lnTo>
                  <a:cubicBezTo>
                    <a:pt x="98057" y="13040"/>
                    <a:pt x="98301" y="13314"/>
                    <a:pt x="98209" y="13435"/>
                  </a:cubicBezTo>
                  <a:cubicBezTo>
                    <a:pt x="98149" y="13557"/>
                    <a:pt x="98027" y="13618"/>
                    <a:pt x="97997" y="13618"/>
                  </a:cubicBezTo>
                  <a:cubicBezTo>
                    <a:pt x="97966" y="13618"/>
                    <a:pt x="97997" y="13466"/>
                    <a:pt x="97966" y="13405"/>
                  </a:cubicBezTo>
                  <a:cubicBezTo>
                    <a:pt x="97936" y="13344"/>
                    <a:pt x="97966" y="13192"/>
                    <a:pt x="97936" y="13162"/>
                  </a:cubicBezTo>
                  <a:cubicBezTo>
                    <a:pt x="97905" y="13101"/>
                    <a:pt x="97814" y="12979"/>
                    <a:pt x="97845" y="12949"/>
                  </a:cubicBezTo>
                  <a:cubicBezTo>
                    <a:pt x="97860" y="12934"/>
                    <a:pt x="97890" y="12926"/>
                    <a:pt x="97932" y="12926"/>
                  </a:cubicBezTo>
                  <a:close/>
                  <a:moveTo>
                    <a:pt x="9810" y="13775"/>
                  </a:moveTo>
                  <a:cubicBezTo>
                    <a:pt x="9866" y="13775"/>
                    <a:pt x="9888" y="13825"/>
                    <a:pt x="9910" y="13891"/>
                  </a:cubicBezTo>
                  <a:cubicBezTo>
                    <a:pt x="9920" y="13921"/>
                    <a:pt x="9930" y="13932"/>
                    <a:pt x="9941" y="13932"/>
                  </a:cubicBezTo>
                  <a:cubicBezTo>
                    <a:pt x="9964" y="13932"/>
                    <a:pt x="9991" y="13891"/>
                    <a:pt x="10031" y="13891"/>
                  </a:cubicBezTo>
                  <a:lnTo>
                    <a:pt x="10183" y="13830"/>
                  </a:lnTo>
                  <a:lnTo>
                    <a:pt x="10183" y="13830"/>
                  </a:lnTo>
                  <a:cubicBezTo>
                    <a:pt x="10183" y="13952"/>
                    <a:pt x="10153" y="14043"/>
                    <a:pt x="10123" y="14165"/>
                  </a:cubicBezTo>
                  <a:lnTo>
                    <a:pt x="10031" y="14104"/>
                  </a:lnTo>
                  <a:lnTo>
                    <a:pt x="9940" y="14073"/>
                  </a:lnTo>
                  <a:cubicBezTo>
                    <a:pt x="9849" y="13982"/>
                    <a:pt x="9788" y="13891"/>
                    <a:pt x="9728" y="13800"/>
                  </a:cubicBezTo>
                  <a:cubicBezTo>
                    <a:pt x="9761" y="13783"/>
                    <a:pt x="9788" y="13775"/>
                    <a:pt x="9810" y="13775"/>
                  </a:cubicBezTo>
                  <a:close/>
                  <a:moveTo>
                    <a:pt x="24530" y="14317"/>
                  </a:moveTo>
                  <a:cubicBezTo>
                    <a:pt x="24652" y="14317"/>
                    <a:pt x="24804" y="14529"/>
                    <a:pt x="24713" y="14560"/>
                  </a:cubicBezTo>
                  <a:cubicBezTo>
                    <a:pt x="24690" y="14571"/>
                    <a:pt x="24666" y="14576"/>
                    <a:pt x="24642" y="14576"/>
                  </a:cubicBezTo>
                  <a:cubicBezTo>
                    <a:pt x="24538" y="14576"/>
                    <a:pt x="24433" y="14482"/>
                    <a:pt x="24409" y="14408"/>
                  </a:cubicBezTo>
                  <a:cubicBezTo>
                    <a:pt x="24378" y="14347"/>
                    <a:pt x="24439" y="14317"/>
                    <a:pt x="24530" y="14317"/>
                  </a:cubicBezTo>
                  <a:close/>
                  <a:moveTo>
                    <a:pt x="100026" y="14889"/>
                  </a:moveTo>
                  <a:cubicBezTo>
                    <a:pt x="99989" y="14889"/>
                    <a:pt x="99948" y="14894"/>
                    <a:pt x="99912" y="14894"/>
                  </a:cubicBezTo>
                  <a:cubicBezTo>
                    <a:pt x="99820" y="14925"/>
                    <a:pt x="99729" y="14955"/>
                    <a:pt x="99668" y="14955"/>
                  </a:cubicBezTo>
                  <a:lnTo>
                    <a:pt x="99608" y="14955"/>
                  </a:lnTo>
                  <a:cubicBezTo>
                    <a:pt x="99606" y="14954"/>
                    <a:pt x="99605" y="14953"/>
                    <a:pt x="99604" y="14951"/>
                  </a:cubicBezTo>
                  <a:lnTo>
                    <a:pt x="99604" y="14951"/>
                  </a:lnTo>
                  <a:cubicBezTo>
                    <a:pt x="99594" y="15101"/>
                    <a:pt x="99707" y="15203"/>
                    <a:pt x="99834" y="15203"/>
                  </a:cubicBezTo>
                  <a:cubicBezTo>
                    <a:pt x="99850" y="15203"/>
                    <a:pt x="99865" y="15201"/>
                    <a:pt x="99881" y="15198"/>
                  </a:cubicBezTo>
                  <a:lnTo>
                    <a:pt x="100033" y="15137"/>
                  </a:lnTo>
                  <a:cubicBezTo>
                    <a:pt x="100094" y="15107"/>
                    <a:pt x="100124" y="15077"/>
                    <a:pt x="100124" y="14955"/>
                  </a:cubicBezTo>
                  <a:cubicBezTo>
                    <a:pt x="100124" y="14900"/>
                    <a:pt x="100081" y="14889"/>
                    <a:pt x="100026" y="14889"/>
                  </a:cubicBezTo>
                  <a:close/>
                  <a:moveTo>
                    <a:pt x="63330" y="15337"/>
                  </a:moveTo>
                  <a:cubicBezTo>
                    <a:pt x="63343" y="15337"/>
                    <a:pt x="63358" y="15341"/>
                    <a:pt x="63376" y="15350"/>
                  </a:cubicBezTo>
                  <a:cubicBezTo>
                    <a:pt x="63406" y="15380"/>
                    <a:pt x="63558" y="15472"/>
                    <a:pt x="63589" y="15532"/>
                  </a:cubicBezTo>
                  <a:lnTo>
                    <a:pt x="63589" y="15593"/>
                  </a:lnTo>
                  <a:lnTo>
                    <a:pt x="63589" y="15715"/>
                  </a:lnTo>
                  <a:cubicBezTo>
                    <a:pt x="63437" y="15745"/>
                    <a:pt x="63254" y="15745"/>
                    <a:pt x="63102" y="15776"/>
                  </a:cubicBezTo>
                  <a:cubicBezTo>
                    <a:pt x="63072" y="15715"/>
                    <a:pt x="63072" y="15684"/>
                    <a:pt x="63072" y="15624"/>
                  </a:cubicBezTo>
                  <a:cubicBezTo>
                    <a:pt x="63072" y="15593"/>
                    <a:pt x="63163" y="15593"/>
                    <a:pt x="63224" y="15593"/>
                  </a:cubicBezTo>
                  <a:cubicBezTo>
                    <a:pt x="63254" y="15593"/>
                    <a:pt x="63285" y="15441"/>
                    <a:pt x="63285" y="15380"/>
                  </a:cubicBezTo>
                  <a:cubicBezTo>
                    <a:pt x="63285" y="15359"/>
                    <a:pt x="63300" y="15337"/>
                    <a:pt x="63330" y="15337"/>
                  </a:cubicBezTo>
                  <a:close/>
                  <a:moveTo>
                    <a:pt x="81401" y="0"/>
                  </a:moveTo>
                  <a:cubicBezTo>
                    <a:pt x="81309" y="31"/>
                    <a:pt x="81157" y="61"/>
                    <a:pt x="81097" y="91"/>
                  </a:cubicBezTo>
                  <a:cubicBezTo>
                    <a:pt x="80884" y="152"/>
                    <a:pt x="80701" y="183"/>
                    <a:pt x="80489" y="183"/>
                  </a:cubicBezTo>
                  <a:cubicBezTo>
                    <a:pt x="80306" y="152"/>
                    <a:pt x="80154" y="122"/>
                    <a:pt x="79972" y="91"/>
                  </a:cubicBezTo>
                  <a:lnTo>
                    <a:pt x="79820" y="61"/>
                  </a:lnTo>
                  <a:cubicBezTo>
                    <a:pt x="79803" y="56"/>
                    <a:pt x="79790" y="53"/>
                    <a:pt x="79779" y="53"/>
                  </a:cubicBezTo>
                  <a:cubicBezTo>
                    <a:pt x="79731" y="53"/>
                    <a:pt x="79740" y="103"/>
                    <a:pt x="79790" y="152"/>
                  </a:cubicBezTo>
                  <a:cubicBezTo>
                    <a:pt x="79759" y="213"/>
                    <a:pt x="79820" y="274"/>
                    <a:pt x="79942" y="304"/>
                  </a:cubicBezTo>
                  <a:lnTo>
                    <a:pt x="80063" y="365"/>
                  </a:lnTo>
                  <a:lnTo>
                    <a:pt x="80094" y="365"/>
                  </a:lnTo>
                  <a:cubicBezTo>
                    <a:pt x="80094" y="395"/>
                    <a:pt x="80033" y="517"/>
                    <a:pt x="80033" y="517"/>
                  </a:cubicBezTo>
                  <a:cubicBezTo>
                    <a:pt x="80033" y="487"/>
                    <a:pt x="79729" y="335"/>
                    <a:pt x="79668" y="274"/>
                  </a:cubicBezTo>
                  <a:cubicBezTo>
                    <a:pt x="79607" y="213"/>
                    <a:pt x="79516" y="152"/>
                    <a:pt x="79455" y="61"/>
                  </a:cubicBezTo>
                  <a:cubicBezTo>
                    <a:pt x="79435" y="61"/>
                    <a:pt x="79347" y="48"/>
                    <a:pt x="79291" y="48"/>
                  </a:cubicBezTo>
                  <a:cubicBezTo>
                    <a:pt x="79263" y="48"/>
                    <a:pt x="79242" y="51"/>
                    <a:pt x="79242" y="61"/>
                  </a:cubicBezTo>
                  <a:cubicBezTo>
                    <a:pt x="79121" y="152"/>
                    <a:pt x="78999" y="213"/>
                    <a:pt x="78878" y="274"/>
                  </a:cubicBezTo>
                  <a:cubicBezTo>
                    <a:pt x="78787" y="304"/>
                    <a:pt x="78878" y="335"/>
                    <a:pt x="78939" y="335"/>
                  </a:cubicBezTo>
                  <a:cubicBezTo>
                    <a:pt x="79030" y="365"/>
                    <a:pt x="79091" y="426"/>
                    <a:pt x="79151" y="487"/>
                  </a:cubicBezTo>
                  <a:cubicBezTo>
                    <a:pt x="79182" y="517"/>
                    <a:pt x="79182" y="669"/>
                    <a:pt x="79091" y="699"/>
                  </a:cubicBezTo>
                  <a:cubicBezTo>
                    <a:pt x="79078" y="706"/>
                    <a:pt x="79053" y="708"/>
                    <a:pt x="79020" y="708"/>
                  </a:cubicBezTo>
                  <a:cubicBezTo>
                    <a:pt x="78932" y="708"/>
                    <a:pt x="78788" y="691"/>
                    <a:pt x="78690" y="691"/>
                  </a:cubicBezTo>
                  <a:cubicBezTo>
                    <a:pt x="78654" y="691"/>
                    <a:pt x="78623" y="693"/>
                    <a:pt x="78604" y="699"/>
                  </a:cubicBezTo>
                  <a:cubicBezTo>
                    <a:pt x="78555" y="708"/>
                    <a:pt x="78506" y="711"/>
                    <a:pt x="78458" y="711"/>
                  </a:cubicBezTo>
                  <a:cubicBezTo>
                    <a:pt x="78363" y="711"/>
                    <a:pt x="78268" y="697"/>
                    <a:pt x="78173" y="673"/>
                  </a:cubicBezTo>
                  <a:lnTo>
                    <a:pt x="78173" y="673"/>
                  </a:lnTo>
                  <a:cubicBezTo>
                    <a:pt x="78164" y="712"/>
                    <a:pt x="78142" y="765"/>
                    <a:pt x="78106" y="765"/>
                  </a:cubicBezTo>
                  <a:cubicBezTo>
                    <a:pt x="78100" y="765"/>
                    <a:pt x="78094" y="764"/>
                    <a:pt x="78087" y="760"/>
                  </a:cubicBezTo>
                  <a:cubicBezTo>
                    <a:pt x="78067" y="760"/>
                    <a:pt x="77992" y="638"/>
                    <a:pt x="77918" y="575"/>
                  </a:cubicBezTo>
                  <a:lnTo>
                    <a:pt x="77918" y="575"/>
                  </a:lnTo>
                  <a:cubicBezTo>
                    <a:pt x="77967" y="591"/>
                    <a:pt x="78013" y="612"/>
                    <a:pt x="78057" y="639"/>
                  </a:cubicBezTo>
                  <a:cubicBezTo>
                    <a:pt x="78096" y="652"/>
                    <a:pt x="78135" y="663"/>
                    <a:pt x="78173" y="673"/>
                  </a:cubicBezTo>
                  <a:lnTo>
                    <a:pt x="78173" y="673"/>
                  </a:lnTo>
                  <a:cubicBezTo>
                    <a:pt x="78177" y="659"/>
                    <a:pt x="78179" y="646"/>
                    <a:pt x="78179" y="639"/>
                  </a:cubicBezTo>
                  <a:lnTo>
                    <a:pt x="78179" y="608"/>
                  </a:lnTo>
                  <a:cubicBezTo>
                    <a:pt x="78199" y="558"/>
                    <a:pt x="78212" y="527"/>
                    <a:pt x="78217" y="508"/>
                  </a:cubicBezTo>
                  <a:lnTo>
                    <a:pt x="78217" y="508"/>
                  </a:lnTo>
                  <a:cubicBezTo>
                    <a:pt x="77946" y="523"/>
                    <a:pt x="77614" y="530"/>
                    <a:pt x="77510" y="547"/>
                  </a:cubicBezTo>
                  <a:cubicBezTo>
                    <a:pt x="77563" y="540"/>
                    <a:pt x="77614" y="536"/>
                    <a:pt x="77664" y="536"/>
                  </a:cubicBezTo>
                  <a:cubicBezTo>
                    <a:pt x="77715" y="536"/>
                    <a:pt x="77764" y="540"/>
                    <a:pt x="77811" y="548"/>
                  </a:cubicBezTo>
                  <a:lnTo>
                    <a:pt x="77811" y="548"/>
                  </a:lnTo>
                  <a:cubicBezTo>
                    <a:pt x="77812" y="548"/>
                    <a:pt x="77813" y="548"/>
                    <a:pt x="77814" y="547"/>
                  </a:cubicBezTo>
                  <a:cubicBezTo>
                    <a:pt x="77823" y="541"/>
                    <a:pt x="77833" y="539"/>
                    <a:pt x="77843" y="539"/>
                  </a:cubicBezTo>
                  <a:cubicBezTo>
                    <a:pt x="77866" y="539"/>
                    <a:pt x="77892" y="553"/>
                    <a:pt x="77918" y="575"/>
                  </a:cubicBezTo>
                  <a:lnTo>
                    <a:pt x="77918" y="575"/>
                  </a:lnTo>
                  <a:cubicBezTo>
                    <a:pt x="77883" y="563"/>
                    <a:pt x="77848" y="555"/>
                    <a:pt x="77811" y="548"/>
                  </a:cubicBezTo>
                  <a:lnTo>
                    <a:pt x="77811" y="548"/>
                  </a:lnTo>
                  <a:cubicBezTo>
                    <a:pt x="77721" y="579"/>
                    <a:pt x="77631" y="639"/>
                    <a:pt x="77571" y="699"/>
                  </a:cubicBezTo>
                  <a:lnTo>
                    <a:pt x="77449" y="639"/>
                  </a:lnTo>
                  <a:cubicBezTo>
                    <a:pt x="77425" y="650"/>
                    <a:pt x="77406" y="655"/>
                    <a:pt x="77392" y="655"/>
                  </a:cubicBezTo>
                  <a:cubicBezTo>
                    <a:pt x="77335" y="655"/>
                    <a:pt x="77363" y="572"/>
                    <a:pt x="77510" y="547"/>
                  </a:cubicBezTo>
                  <a:lnTo>
                    <a:pt x="77662" y="487"/>
                  </a:lnTo>
                  <a:lnTo>
                    <a:pt x="77692" y="487"/>
                  </a:lnTo>
                  <a:cubicBezTo>
                    <a:pt x="77783" y="456"/>
                    <a:pt x="77875" y="426"/>
                    <a:pt x="77966" y="395"/>
                  </a:cubicBezTo>
                  <a:lnTo>
                    <a:pt x="78118" y="456"/>
                  </a:lnTo>
                  <a:cubicBezTo>
                    <a:pt x="78199" y="477"/>
                    <a:pt x="78226" y="470"/>
                    <a:pt x="78217" y="508"/>
                  </a:cubicBezTo>
                  <a:lnTo>
                    <a:pt x="78217" y="508"/>
                  </a:lnTo>
                  <a:cubicBezTo>
                    <a:pt x="78421" y="497"/>
                    <a:pt x="78591" y="482"/>
                    <a:pt x="78604" y="456"/>
                  </a:cubicBezTo>
                  <a:cubicBezTo>
                    <a:pt x="78665" y="426"/>
                    <a:pt x="78391" y="304"/>
                    <a:pt x="78270" y="304"/>
                  </a:cubicBezTo>
                  <a:cubicBezTo>
                    <a:pt x="78179" y="304"/>
                    <a:pt x="78087" y="274"/>
                    <a:pt x="78027" y="213"/>
                  </a:cubicBezTo>
                  <a:lnTo>
                    <a:pt x="78027" y="183"/>
                  </a:lnTo>
                  <a:cubicBezTo>
                    <a:pt x="78021" y="171"/>
                    <a:pt x="78014" y="166"/>
                    <a:pt x="78007" y="166"/>
                  </a:cubicBezTo>
                  <a:cubicBezTo>
                    <a:pt x="77975" y="166"/>
                    <a:pt x="77935" y="255"/>
                    <a:pt x="77935" y="304"/>
                  </a:cubicBezTo>
                  <a:cubicBezTo>
                    <a:pt x="77929" y="317"/>
                    <a:pt x="77908" y="322"/>
                    <a:pt x="77876" y="322"/>
                  </a:cubicBezTo>
                  <a:cubicBezTo>
                    <a:pt x="77770" y="322"/>
                    <a:pt x="77550" y="269"/>
                    <a:pt x="77398" y="269"/>
                  </a:cubicBezTo>
                  <a:cubicBezTo>
                    <a:pt x="77372" y="269"/>
                    <a:pt x="77348" y="270"/>
                    <a:pt x="77328" y="274"/>
                  </a:cubicBezTo>
                  <a:cubicBezTo>
                    <a:pt x="77211" y="274"/>
                    <a:pt x="76968" y="364"/>
                    <a:pt x="76848" y="364"/>
                  </a:cubicBezTo>
                  <a:cubicBezTo>
                    <a:pt x="76812" y="364"/>
                    <a:pt x="76787" y="356"/>
                    <a:pt x="76780" y="335"/>
                  </a:cubicBezTo>
                  <a:cubicBezTo>
                    <a:pt x="76780" y="311"/>
                    <a:pt x="76736" y="302"/>
                    <a:pt x="76676" y="302"/>
                  </a:cubicBezTo>
                  <a:cubicBezTo>
                    <a:pt x="76579" y="302"/>
                    <a:pt x="76442" y="327"/>
                    <a:pt x="76385" y="365"/>
                  </a:cubicBezTo>
                  <a:cubicBezTo>
                    <a:pt x="76370" y="375"/>
                    <a:pt x="76350" y="379"/>
                    <a:pt x="76326" y="379"/>
                  </a:cubicBezTo>
                  <a:cubicBezTo>
                    <a:pt x="76208" y="379"/>
                    <a:pt x="76005" y="274"/>
                    <a:pt x="75929" y="274"/>
                  </a:cubicBezTo>
                  <a:lnTo>
                    <a:pt x="75717" y="335"/>
                  </a:lnTo>
                  <a:cubicBezTo>
                    <a:pt x="75686" y="335"/>
                    <a:pt x="75504" y="304"/>
                    <a:pt x="75321" y="304"/>
                  </a:cubicBezTo>
                  <a:lnTo>
                    <a:pt x="75139" y="304"/>
                  </a:lnTo>
                  <a:lnTo>
                    <a:pt x="74957" y="487"/>
                  </a:lnTo>
                  <a:lnTo>
                    <a:pt x="74835" y="365"/>
                  </a:lnTo>
                  <a:cubicBezTo>
                    <a:pt x="74835" y="335"/>
                    <a:pt x="74805" y="335"/>
                    <a:pt x="74774" y="335"/>
                  </a:cubicBezTo>
                  <a:cubicBezTo>
                    <a:pt x="74724" y="360"/>
                    <a:pt x="74663" y="375"/>
                    <a:pt x="74603" y="375"/>
                  </a:cubicBezTo>
                  <a:cubicBezTo>
                    <a:pt x="74517" y="375"/>
                    <a:pt x="74433" y="345"/>
                    <a:pt x="74379" y="274"/>
                  </a:cubicBezTo>
                  <a:lnTo>
                    <a:pt x="74288" y="183"/>
                  </a:lnTo>
                  <a:lnTo>
                    <a:pt x="73832" y="304"/>
                  </a:lnTo>
                  <a:lnTo>
                    <a:pt x="73710" y="243"/>
                  </a:lnTo>
                  <a:cubicBezTo>
                    <a:pt x="73648" y="206"/>
                    <a:pt x="73590" y="184"/>
                    <a:pt x="73539" y="184"/>
                  </a:cubicBezTo>
                  <a:cubicBezTo>
                    <a:pt x="73468" y="184"/>
                    <a:pt x="73412" y="228"/>
                    <a:pt x="73376" y="335"/>
                  </a:cubicBezTo>
                  <a:cubicBezTo>
                    <a:pt x="73376" y="362"/>
                    <a:pt x="73352" y="377"/>
                    <a:pt x="73322" y="377"/>
                  </a:cubicBezTo>
                  <a:cubicBezTo>
                    <a:pt x="73285" y="377"/>
                    <a:pt x="73241" y="354"/>
                    <a:pt x="73224" y="304"/>
                  </a:cubicBezTo>
                  <a:lnTo>
                    <a:pt x="73224" y="274"/>
                  </a:lnTo>
                  <a:cubicBezTo>
                    <a:pt x="73218" y="268"/>
                    <a:pt x="73206" y="265"/>
                    <a:pt x="73190" y="265"/>
                  </a:cubicBezTo>
                  <a:cubicBezTo>
                    <a:pt x="73126" y="265"/>
                    <a:pt x="72999" y="304"/>
                    <a:pt x="72951" y="304"/>
                  </a:cubicBezTo>
                  <a:cubicBezTo>
                    <a:pt x="72934" y="312"/>
                    <a:pt x="72918" y="316"/>
                    <a:pt x="72902" y="316"/>
                  </a:cubicBezTo>
                  <a:cubicBezTo>
                    <a:pt x="72859" y="316"/>
                    <a:pt x="72821" y="288"/>
                    <a:pt x="72799" y="243"/>
                  </a:cubicBezTo>
                  <a:cubicBezTo>
                    <a:pt x="72796" y="241"/>
                    <a:pt x="72792" y="239"/>
                    <a:pt x="72788" y="239"/>
                  </a:cubicBezTo>
                  <a:cubicBezTo>
                    <a:pt x="72742" y="239"/>
                    <a:pt x="72611" y="370"/>
                    <a:pt x="72555" y="426"/>
                  </a:cubicBezTo>
                  <a:cubicBezTo>
                    <a:pt x="72534" y="447"/>
                    <a:pt x="72512" y="457"/>
                    <a:pt x="72491" y="457"/>
                  </a:cubicBezTo>
                  <a:cubicBezTo>
                    <a:pt x="72452" y="457"/>
                    <a:pt x="72412" y="424"/>
                    <a:pt x="72373" y="365"/>
                  </a:cubicBezTo>
                  <a:lnTo>
                    <a:pt x="72160" y="365"/>
                  </a:lnTo>
                  <a:cubicBezTo>
                    <a:pt x="72137" y="342"/>
                    <a:pt x="72109" y="332"/>
                    <a:pt x="72082" y="332"/>
                  </a:cubicBezTo>
                  <a:cubicBezTo>
                    <a:pt x="72039" y="332"/>
                    <a:pt x="71997" y="358"/>
                    <a:pt x="71978" y="395"/>
                  </a:cubicBezTo>
                  <a:cubicBezTo>
                    <a:pt x="71978" y="414"/>
                    <a:pt x="71966" y="421"/>
                    <a:pt x="71948" y="421"/>
                  </a:cubicBezTo>
                  <a:cubicBezTo>
                    <a:pt x="71908" y="421"/>
                    <a:pt x="71837" y="386"/>
                    <a:pt x="71796" y="365"/>
                  </a:cubicBezTo>
                  <a:cubicBezTo>
                    <a:pt x="71790" y="359"/>
                    <a:pt x="71779" y="357"/>
                    <a:pt x="71766" y="357"/>
                  </a:cubicBezTo>
                  <a:cubicBezTo>
                    <a:pt x="71710" y="357"/>
                    <a:pt x="71602" y="401"/>
                    <a:pt x="71552" y="426"/>
                  </a:cubicBezTo>
                  <a:cubicBezTo>
                    <a:pt x="71544" y="430"/>
                    <a:pt x="71533" y="432"/>
                    <a:pt x="71520" y="432"/>
                  </a:cubicBezTo>
                  <a:cubicBezTo>
                    <a:pt x="71436" y="432"/>
                    <a:pt x="71270" y="357"/>
                    <a:pt x="71218" y="304"/>
                  </a:cubicBezTo>
                  <a:cubicBezTo>
                    <a:pt x="71188" y="289"/>
                    <a:pt x="71150" y="281"/>
                    <a:pt x="71112" y="281"/>
                  </a:cubicBezTo>
                  <a:cubicBezTo>
                    <a:pt x="71074" y="281"/>
                    <a:pt x="71036" y="289"/>
                    <a:pt x="71005" y="304"/>
                  </a:cubicBezTo>
                  <a:cubicBezTo>
                    <a:pt x="70999" y="310"/>
                    <a:pt x="70983" y="313"/>
                    <a:pt x="70961" y="313"/>
                  </a:cubicBezTo>
                  <a:cubicBezTo>
                    <a:pt x="70873" y="313"/>
                    <a:pt x="70683" y="274"/>
                    <a:pt x="70610" y="274"/>
                  </a:cubicBezTo>
                  <a:cubicBezTo>
                    <a:pt x="70519" y="274"/>
                    <a:pt x="70428" y="335"/>
                    <a:pt x="70367" y="365"/>
                  </a:cubicBezTo>
                  <a:cubicBezTo>
                    <a:pt x="70337" y="426"/>
                    <a:pt x="70276" y="456"/>
                    <a:pt x="70245" y="517"/>
                  </a:cubicBezTo>
                  <a:lnTo>
                    <a:pt x="69941" y="517"/>
                  </a:lnTo>
                  <a:lnTo>
                    <a:pt x="69729" y="456"/>
                  </a:lnTo>
                  <a:cubicBezTo>
                    <a:pt x="69715" y="360"/>
                    <a:pt x="69682" y="326"/>
                    <a:pt x="69643" y="326"/>
                  </a:cubicBezTo>
                  <a:cubicBezTo>
                    <a:pt x="69594" y="326"/>
                    <a:pt x="69535" y="376"/>
                    <a:pt x="69485" y="426"/>
                  </a:cubicBezTo>
                  <a:cubicBezTo>
                    <a:pt x="69378" y="447"/>
                    <a:pt x="69271" y="469"/>
                    <a:pt x="69152" y="469"/>
                  </a:cubicBezTo>
                  <a:cubicBezTo>
                    <a:pt x="69103" y="469"/>
                    <a:pt x="69053" y="465"/>
                    <a:pt x="68999" y="456"/>
                  </a:cubicBezTo>
                  <a:lnTo>
                    <a:pt x="68847" y="395"/>
                  </a:lnTo>
                  <a:cubicBezTo>
                    <a:pt x="68786" y="375"/>
                    <a:pt x="68726" y="365"/>
                    <a:pt x="68672" y="365"/>
                  </a:cubicBezTo>
                  <a:cubicBezTo>
                    <a:pt x="68563" y="365"/>
                    <a:pt x="68482" y="406"/>
                    <a:pt x="68482" y="487"/>
                  </a:cubicBezTo>
                  <a:lnTo>
                    <a:pt x="68422" y="487"/>
                  </a:lnTo>
                  <a:cubicBezTo>
                    <a:pt x="68398" y="498"/>
                    <a:pt x="68381" y="503"/>
                    <a:pt x="68367" y="503"/>
                  </a:cubicBezTo>
                  <a:cubicBezTo>
                    <a:pt x="68308" y="503"/>
                    <a:pt x="68319" y="414"/>
                    <a:pt x="68270" y="365"/>
                  </a:cubicBezTo>
                  <a:cubicBezTo>
                    <a:pt x="68239" y="350"/>
                    <a:pt x="68209" y="342"/>
                    <a:pt x="68178" y="342"/>
                  </a:cubicBezTo>
                  <a:cubicBezTo>
                    <a:pt x="68148" y="342"/>
                    <a:pt x="68118" y="350"/>
                    <a:pt x="68087" y="365"/>
                  </a:cubicBezTo>
                  <a:lnTo>
                    <a:pt x="68057" y="426"/>
                  </a:lnTo>
                  <a:cubicBezTo>
                    <a:pt x="67996" y="426"/>
                    <a:pt x="67540" y="456"/>
                    <a:pt x="67388" y="456"/>
                  </a:cubicBezTo>
                  <a:cubicBezTo>
                    <a:pt x="67296" y="475"/>
                    <a:pt x="67147" y="504"/>
                    <a:pt x="67031" y="504"/>
                  </a:cubicBezTo>
                  <a:cubicBezTo>
                    <a:pt x="66957" y="504"/>
                    <a:pt x="66895" y="492"/>
                    <a:pt x="66871" y="456"/>
                  </a:cubicBezTo>
                  <a:cubicBezTo>
                    <a:pt x="66854" y="421"/>
                    <a:pt x="66805" y="406"/>
                    <a:pt x="66755" y="406"/>
                  </a:cubicBezTo>
                  <a:cubicBezTo>
                    <a:pt x="66719" y="406"/>
                    <a:pt x="66684" y="413"/>
                    <a:pt x="66659" y="426"/>
                  </a:cubicBezTo>
                  <a:lnTo>
                    <a:pt x="66659" y="456"/>
                  </a:lnTo>
                  <a:cubicBezTo>
                    <a:pt x="66641" y="563"/>
                    <a:pt x="66613" y="607"/>
                    <a:pt x="66568" y="607"/>
                  </a:cubicBezTo>
                  <a:cubicBezTo>
                    <a:pt x="66536" y="607"/>
                    <a:pt x="66496" y="585"/>
                    <a:pt x="66446" y="547"/>
                  </a:cubicBezTo>
                  <a:lnTo>
                    <a:pt x="66355" y="487"/>
                  </a:lnTo>
                  <a:cubicBezTo>
                    <a:pt x="66294" y="517"/>
                    <a:pt x="66233" y="547"/>
                    <a:pt x="66172" y="578"/>
                  </a:cubicBezTo>
                  <a:cubicBezTo>
                    <a:pt x="66172" y="578"/>
                    <a:pt x="66040" y="392"/>
                    <a:pt x="65973" y="392"/>
                  </a:cubicBezTo>
                  <a:cubicBezTo>
                    <a:pt x="65968" y="392"/>
                    <a:pt x="65964" y="393"/>
                    <a:pt x="65960" y="395"/>
                  </a:cubicBezTo>
                  <a:cubicBezTo>
                    <a:pt x="65777" y="487"/>
                    <a:pt x="65625" y="547"/>
                    <a:pt x="65473" y="608"/>
                  </a:cubicBezTo>
                  <a:lnTo>
                    <a:pt x="65291" y="517"/>
                  </a:lnTo>
                  <a:cubicBezTo>
                    <a:pt x="65139" y="487"/>
                    <a:pt x="65017" y="456"/>
                    <a:pt x="64896" y="456"/>
                  </a:cubicBezTo>
                  <a:lnTo>
                    <a:pt x="64744" y="456"/>
                  </a:lnTo>
                  <a:cubicBezTo>
                    <a:pt x="64730" y="460"/>
                    <a:pt x="64713" y="461"/>
                    <a:pt x="64693" y="461"/>
                  </a:cubicBezTo>
                  <a:cubicBezTo>
                    <a:pt x="64557" y="461"/>
                    <a:pt x="64295" y="391"/>
                    <a:pt x="64177" y="391"/>
                  </a:cubicBezTo>
                  <a:cubicBezTo>
                    <a:pt x="64160" y="391"/>
                    <a:pt x="64146" y="392"/>
                    <a:pt x="64136" y="395"/>
                  </a:cubicBezTo>
                  <a:cubicBezTo>
                    <a:pt x="64014" y="395"/>
                    <a:pt x="63923" y="639"/>
                    <a:pt x="63923" y="699"/>
                  </a:cubicBezTo>
                  <a:cubicBezTo>
                    <a:pt x="63923" y="757"/>
                    <a:pt x="63862" y="778"/>
                    <a:pt x="63802" y="778"/>
                  </a:cubicBezTo>
                  <a:cubicBezTo>
                    <a:pt x="63767" y="778"/>
                    <a:pt x="63733" y="771"/>
                    <a:pt x="63710" y="760"/>
                  </a:cubicBezTo>
                  <a:cubicBezTo>
                    <a:pt x="63619" y="730"/>
                    <a:pt x="63649" y="699"/>
                    <a:pt x="63710" y="699"/>
                  </a:cubicBezTo>
                  <a:lnTo>
                    <a:pt x="63741" y="669"/>
                  </a:lnTo>
                  <a:cubicBezTo>
                    <a:pt x="63832" y="639"/>
                    <a:pt x="63832" y="517"/>
                    <a:pt x="63771" y="517"/>
                  </a:cubicBezTo>
                  <a:lnTo>
                    <a:pt x="63498" y="517"/>
                  </a:lnTo>
                  <a:cubicBezTo>
                    <a:pt x="63390" y="539"/>
                    <a:pt x="63286" y="549"/>
                    <a:pt x="63195" y="549"/>
                  </a:cubicBezTo>
                  <a:cubicBezTo>
                    <a:pt x="63030" y="549"/>
                    <a:pt x="62909" y="515"/>
                    <a:pt x="62890" y="456"/>
                  </a:cubicBezTo>
                  <a:lnTo>
                    <a:pt x="62586" y="456"/>
                  </a:lnTo>
                  <a:cubicBezTo>
                    <a:pt x="62342" y="487"/>
                    <a:pt x="62069" y="517"/>
                    <a:pt x="61826" y="578"/>
                  </a:cubicBezTo>
                  <a:lnTo>
                    <a:pt x="61552" y="456"/>
                  </a:lnTo>
                  <a:lnTo>
                    <a:pt x="61370" y="456"/>
                  </a:lnTo>
                  <a:lnTo>
                    <a:pt x="61370" y="791"/>
                  </a:lnTo>
                  <a:cubicBezTo>
                    <a:pt x="61157" y="669"/>
                    <a:pt x="60883" y="517"/>
                    <a:pt x="60853" y="487"/>
                  </a:cubicBezTo>
                  <a:cubicBezTo>
                    <a:pt x="60847" y="481"/>
                    <a:pt x="60837" y="478"/>
                    <a:pt x="60825" y="478"/>
                  </a:cubicBezTo>
                  <a:cubicBezTo>
                    <a:pt x="60776" y="478"/>
                    <a:pt x="60689" y="517"/>
                    <a:pt x="60640" y="517"/>
                  </a:cubicBezTo>
                  <a:cubicBezTo>
                    <a:pt x="60580" y="517"/>
                    <a:pt x="60276" y="547"/>
                    <a:pt x="60154" y="578"/>
                  </a:cubicBezTo>
                  <a:cubicBezTo>
                    <a:pt x="60046" y="578"/>
                    <a:pt x="59890" y="482"/>
                    <a:pt x="59792" y="482"/>
                  </a:cubicBezTo>
                  <a:cubicBezTo>
                    <a:pt x="59780" y="482"/>
                    <a:pt x="59769" y="483"/>
                    <a:pt x="59759" y="487"/>
                  </a:cubicBezTo>
                  <a:lnTo>
                    <a:pt x="59424" y="578"/>
                  </a:lnTo>
                  <a:lnTo>
                    <a:pt x="59303" y="578"/>
                  </a:lnTo>
                  <a:cubicBezTo>
                    <a:pt x="59151" y="608"/>
                    <a:pt x="59029" y="578"/>
                    <a:pt x="58908" y="669"/>
                  </a:cubicBezTo>
                  <a:cubicBezTo>
                    <a:pt x="58862" y="684"/>
                    <a:pt x="58817" y="692"/>
                    <a:pt x="58775" y="692"/>
                  </a:cubicBezTo>
                  <a:cubicBezTo>
                    <a:pt x="58733" y="692"/>
                    <a:pt x="58695" y="684"/>
                    <a:pt x="58665" y="669"/>
                  </a:cubicBezTo>
                  <a:lnTo>
                    <a:pt x="58513" y="578"/>
                  </a:lnTo>
                  <a:cubicBezTo>
                    <a:pt x="58391" y="639"/>
                    <a:pt x="58178" y="669"/>
                    <a:pt x="58026" y="699"/>
                  </a:cubicBezTo>
                  <a:lnTo>
                    <a:pt x="58026" y="547"/>
                  </a:lnTo>
                  <a:lnTo>
                    <a:pt x="58026" y="517"/>
                  </a:lnTo>
                  <a:cubicBezTo>
                    <a:pt x="57950" y="502"/>
                    <a:pt x="57867" y="494"/>
                    <a:pt x="57783" y="494"/>
                  </a:cubicBezTo>
                  <a:cubicBezTo>
                    <a:pt x="57700" y="494"/>
                    <a:pt x="57616" y="502"/>
                    <a:pt x="57540" y="517"/>
                  </a:cubicBezTo>
                  <a:cubicBezTo>
                    <a:pt x="57449" y="517"/>
                    <a:pt x="57358" y="578"/>
                    <a:pt x="57297" y="639"/>
                  </a:cubicBezTo>
                  <a:cubicBezTo>
                    <a:pt x="57297" y="644"/>
                    <a:pt x="57292" y="647"/>
                    <a:pt x="57285" y="647"/>
                  </a:cubicBezTo>
                  <a:cubicBezTo>
                    <a:pt x="57254" y="647"/>
                    <a:pt x="57169" y="602"/>
                    <a:pt x="57145" y="578"/>
                  </a:cubicBezTo>
                  <a:cubicBezTo>
                    <a:pt x="56993" y="517"/>
                    <a:pt x="56871" y="487"/>
                    <a:pt x="56719" y="487"/>
                  </a:cubicBezTo>
                  <a:lnTo>
                    <a:pt x="56415" y="487"/>
                  </a:lnTo>
                  <a:cubicBezTo>
                    <a:pt x="56233" y="517"/>
                    <a:pt x="56051" y="578"/>
                    <a:pt x="55899" y="639"/>
                  </a:cubicBezTo>
                  <a:lnTo>
                    <a:pt x="55807" y="578"/>
                  </a:lnTo>
                  <a:cubicBezTo>
                    <a:pt x="55767" y="558"/>
                    <a:pt x="55723" y="547"/>
                    <a:pt x="55679" y="547"/>
                  </a:cubicBezTo>
                  <a:cubicBezTo>
                    <a:pt x="55591" y="547"/>
                    <a:pt x="55503" y="588"/>
                    <a:pt x="55443" y="669"/>
                  </a:cubicBezTo>
                  <a:cubicBezTo>
                    <a:pt x="55199" y="669"/>
                    <a:pt x="54987" y="669"/>
                    <a:pt x="54744" y="699"/>
                  </a:cubicBezTo>
                  <a:lnTo>
                    <a:pt x="54470" y="517"/>
                  </a:lnTo>
                  <a:cubicBezTo>
                    <a:pt x="54257" y="578"/>
                    <a:pt x="54014" y="608"/>
                    <a:pt x="53801" y="608"/>
                  </a:cubicBezTo>
                  <a:cubicBezTo>
                    <a:pt x="53680" y="608"/>
                    <a:pt x="53423" y="662"/>
                    <a:pt x="53247" y="662"/>
                  </a:cubicBezTo>
                  <a:cubicBezTo>
                    <a:pt x="53160" y="662"/>
                    <a:pt x="53092" y="649"/>
                    <a:pt x="53072" y="608"/>
                  </a:cubicBezTo>
                  <a:cubicBezTo>
                    <a:pt x="53044" y="567"/>
                    <a:pt x="53011" y="551"/>
                    <a:pt x="52982" y="551"/>
                  </a:cubicBezTo>
                  <a:cubicBezTo>
                    <a:pt x="52947" y="551"/>
                    <a:pt x="52920" y="575"/>
                    <a:pt x="52920" y="608"/>
                  </a:cubicBezTo>
                  <a:cubicBezTo>
                    <a:pt x="52912" y="623"/>
                    <a:pt x="52895" y="629"/>
                    <a:pt x="52873" y="629"/>
                  </a:cubicBezTo>
                  <a:cubicBezTo>
                    <a:pt x="52806" y="629"/>
                    <a:pt x="52692" y="578"/>
                    <a:pt x="52646" y="578"/>
                  </a:cubicBezTo>
                  <a:lnTo>
                    <a:pt x="51886" y="578"/>
                  </a:lnTo>
                  <a:lnTo>
                    <a:pt x="51187" y="639"/>
                  </a:lnTo>
                  <a:cubicBezTo>
                    <a:pt x="51131" y="681"/>
                    <a:pt x="51068" y="704"/>
                    <a:pt x="51007" y="704"/>
                  </a:cubicBezTo>
                  <a:cubicBezTo>
                    <a:pt x="50938" y="704"/>
                    <a:pt x="50871" y="673"/>
                    <a:pt x="50823" y="608"/>
                  </a:cubicBezTo>
                  <a:lnTo>
                    <a:pt x="50731" y="487"/>
                  </a:lnTo>
                  <a:lnTo>
                    <a:pt x="50245" y="608"/>
                  </a:lnTo>
                  <a:lnTo>
                    <a:pt x="50063" y="608"/>
                  </a:lnTo>
                  <a:cubicBezTo>
                    <a:pt x="49971" y="639"/>
                    <a:pt x="49911" y="699"/>
                    <a:pt x="49850" y="760"/>
                  </a:cubicBezTo>
                  <a:lnTo>
                    <a:pt x="49728" y="760"/>
                  </a:lnTo>
                  <a:cubicBezTo>
                    <a:pt x="49576" y="760"/>
                    <a:pt x="49515" y="699"/>
                    <a:pt x="49424" y="639"/>
                  </a:cubicBezTo>
                  <a:lnTo>
                    <a:pt x="49394" y="608"/>
                  </a:lnTo>
                  <a:cubicBezTo>
                    <a:pt x="49212" y="639"/>
                    <a:pt x="49029" y="669"/>
                    <a:pt x="48847" y="730"/>
                  </a:cubicBezTo>
                  <a:cubicBezTo>
                    <a:pt x="48756" y="745"/>
                    <a:pt x="48664" y="753"/>
                    <a:pt x="48573" y="753"/>
                  </a:cubicBezTo>
                  <a:cubicBezTo>
                    <a:pt x="48482" y="753"/>
                    <a:pt x="48391" y="745"/>
                    <a:pt x="48300" y="730"/>
                  </a:cubicBezTo>
                  <a:cubicBezTo>
                    <a:pt x="48269" y="740"/>
                    <a:pt x="48239" y="743"/>
                    <a:pt x="48208" y="743"/>
                  </a:cubicBezTo>
                  <a:cubicBezTo>
                    <a:pt x="48148" y="743"/>
                    <a:pt x="48087" y="730"/>
                    <a:pt x="48026" y="730"/>
                  </a:cubicBezTo>
                  <a:lnTo>
                    <a:pt x="47965" y="699"/>
                  </a:lnTo>
                  <a:lnTo>
                    <a:pt x="47753" y="578"/>
                  </a:lnTo>
                  <a:cubicBezTo>
                    <a:pt x="47753" y="699"/>
                    <a:pt x="47479" y="669"/>
                    <a:pt x="47388" y="699"/>
                  </a:cubicBezTo>
                  <a:cubicBezTo>
                    <a:pt x="47266" y="699"/>
                    <a:pt x="47084" y="760"/>
                    <a:pt x="47023" y="760"/>
                  </a:cubicBezTo>
                  <a:cubicBezTo>
                    <a:pt x="46962" y="760"/>
                    <a:pt x="46810" y="730"/>
                    <a:pt x="46658" y="730"/>
                  </a:cubicBezTo>
                  <a:lnTo>
                    <a:pt x="46537" y="821"/>
                  </a:lnTo>
                  <a:cubicBezTo>
                    <a:pt x="46415" y="791"/>
                    <a:pt x="46324" y="760"/>
                    <a:pt x="46202" y="730"/>
                  </a:cubicBezTo>
                  <a:cubicBezTo>
                    <a:pt x="46196" y="724"/>
                    <a:pt x="46182" y="721"/>
                    <a:pt x="46162" y="721"/>
                  </a:cubicBezTo>
                  <a:cubicBezTo>
                    <a:pt x="46081" y="721"/>
                    <a:pt x="45911" y="760"/>
                    <a:pt x="45838" y="760"/>
                  </a:cubicBezTo>
                  <a:cubicBezTo>
                    <a:pt x="45731" y="745"/>
                    <a:pt x="45625" y="737"/>
                    <a:pt x="45518" y="737"/>
                  </a:cubicBezTo>
                  <a:cubicBezTo>
                    <a:pt x="45412" y="737"/>
                    <a:pt x="45306" y="745"/>
                    <a:pt x="45199" y="760"/>
                  </a:cubicBezTo>
                  <a:cubicBezTo>
                    <a:pt x="45088" y="805"/>
                    <a:pt x="44960" y="833"/>
                    <a:pt x="44829" y="833"/>
                  </a:cubicBezTo>
                  <a:cubicBezTo>
                    <a:pt x="44780" y="833"/>
                    <a:pt x="44731" y="829"/>
                    <a:pt x="44683" y="821"/>
                  </a:cubicBezTo>
                  <a:cubicBezTo>
                    <a:pt x="44591" y="791"/>
                    <a:pt x="44500" y="730"/>
                    <a:pt x="44439" y="669"/>
                  </a:cubicBezTo>
                  <a:cubicBezTo>
                    <a:pt x="44428" y="657"/>
                    <a:pt x="44410" y="652"/>
                    <a:pt x="44389" y="652"/>
                  </a:cubicBezTo>
                  <a:cubicBezTo>
                    <a:pt x="44301" y="652"/>
                    <a:pt x="44154" y="736"/>
                    <a:pt x="44105" y="760"/>
                  </a:cubicBezTo>
                  <a:cubicBezTo>
                    <a:pt x="44090" y="775"/>
                    <a:pt x="44067" y="783"/>
                    <a:pt x="44040" y="783"/>
                  </a:cubicBezTo>
                  <a:cubicBezTo>
                    <a:pt x="44014" y="783"/>
                    <a:pt x="43983" y="775"/>
                    <a:pt x="43953" y="760"/>
                  </a:cubicBezTo>
                  <a:cubicBezTo>
                    <a:pt x="43892" y="745"/>
                    <a:pt x="43831" y="737"/>
                    <a:pt x="43771" y="737"/>
                  </a:cubicBezTo>
                  <a:cubicBezTo>
                    <a:pt x="43710" y="737"/>
                    <a:pt x="43649" y="745"/>
                    <a:pt x="43588" y="760"/>
                  </a:cubicBezTo>
                  <a:lnTo>
                    <a:pt x="43406" y="730"/>
                  </a:lnTo>
                  <a:lnTo>
                    <a:pt x="43284" y="699"/>
                  </a:lnTo>
                  <a:cubicBezTo>
                    <a:pt x="43163" y="760"/>
                    <a:pt x="43072" y="791"/>
                    <a:pt x="42950" y="821"/>
                  </a:cubicBezTo>
                  <a:cubicBezTo>
                    <a:pt x="42930" y="821"/>
                    <a:pt x="42788" y="794"/>
                    <a:pt x="42669" y="794"/>
                  </a:cubicBezTo>
                  <a:cubicBezTo>
                    <a:pt x="42609" y="794"/>
                    <a:pt x="42555" y="801"/>
                    <a:pt x="42524" y="821"/>
                  </a:cubicBezTo>
                  <a:cubicBezTo>
                    <a:pt x="42507" y="838"/>
                    <a:pt x="42488" y="845"/>
                    <a:pt x="42468" y="845"/>
                  </a:cubicBezTo>
                  <a:cubicBezTo>
                    <a:pt x="42417" y="845"/>
                    <a:pt x="42364" y="796"/>
                    <a:pt x="42342" y="730"/>
                  </a:cubicBezTo>
                  <a:lnTo>
                    <a:pt x="42160" y="760"/>
                  </a:lnTo>
                  <a:lnTo>
                    <a:pt x="41917" y="791"/>
                  </a:lnTo>
                  <a:cubicBezTo>
                    <a:pt x="41795" y="760"/>
                    <a:pt x="41613" y="699"/>
                    <a:pt x="41582" y="699"/>
                  </a:cubicBezTo>
                  <a:lnTo>
                    <a:pt x="41552" y="699"/>
                  </a:lnTo>
                  <a:lnTo>
                    <a:pt x="41400" y="760"/>
                  </a:lnTo>
                  <a:cubicBezTo>
                    <a:pt x="41265" y="760"/>
                    <a:pt x="40962" y="856"/>
                    <a:pt x="40853" y="856"/>
                  </a:cubicBezTo>
                  <a:cubicBezTo>
                    <a:pt x="40840" y="856"/>
                    <a:pt x="40829" y="855"/>
                    <a:pt x="40822" y="851"/>
                  </a:cubicBezTo>
                  <a:cubicBezTo>
                    <a:pt x="40795" y="833"/>
                    <a:pt x="40739" y="829"/>
                    <a:pt x="40669" y="829"/>
                  </a:cubicBezTo>
                  <a:cubicBezTo>
                    <a:pt x="40596" y="829"/>
                    <a:pt x="40508" y="834"/>
                    <a:pt x="40426" y="834"/>
                  </a:cubicBezTo>
                  <a:cubicBezTo>
                    <a:pt x="40324" y="834"/>
                    <a:pt x="40231" y="826"/>
                    <a:pt x="40184" y="791"/>
                  </a:cubicBezTo>
                  <a:cubicBezTo>
                    <a:pt x="40161" y="775"/>
                    <a:pt x="40131" y="768"/>
                    <a:pt x="40096" y="768"/>
                  </a:cubicBezTo>
                  <a:cubicBezTo>
                    <a:pt x="39992" y="768"/>
                    <a:pt x="39850" y="836"/>
                    <a:pt x="39758" y="973"/>
                  </a:cubicBezTo>
                  <a:lnTo>
                    <a:pt x="39515" y="760"/>
                  </a:lnTo>
                  <a:cubicBezTo>
                    <a:pt x="39485" y="760"/>
                    <a:pt x="39424" y="760"/>
                    <a:pt x="39394" y="791"/>
                  </a:cubicBezTo>
                  <a:lnTo>
                    <a:pt x="39303" y="851"/>
                  </a:lnTo>
                  <a:cubicBezTo>
                    <a:pt x="39242" y="836"/>
                    <a:pt x="39181" y="829"/>
                    <a:pt x="39124" y="829"/>
                  </a:cubicBezTo>
                  <a:cubicBezTo>
                    <a:pt x="39067" y="829"/>
                    <a:pt x="39014" y="836"/>
                    <a:pt x="38968" y="851"/>
                  </a:cubicBezTo>
                  <a:lnTo>
                    <a:pt x="38907" y="851"/>
                  </a:lnTo>
                  <a:cubicBezTo>
                    <a:pt x="38813" y="851"/>
                    <a:pt x="38884" y="980"/>
                    <a:pt x="38834" y="980"/>
                  </a:cubicBezTo>
                  <a:cubicBezTo>
                    <a:pt x="38820" y="980"/>
                    <a:pt x="38796" y="970"/>
                    <a:pt x="38755" y="943"/>
                  </a:cubicBezTo>
                  <a:cubicBezTo>
                    <a:pt x="38710" y="927"/>
                    <a:pt x="38672" y="912"/>
                    <a:pt x="38638" y="912"/>
                  </a:cubicBezTo>
                  <a:cubicBezTo>
                    <a:pt x="38603" y="912"/>
                    <a:pt x="38573" y="927"/>
                    <a:pt x="38543" y="973"/>
                  </a:cubicBezTo>
                  <a:lnTo>
                    <a:pt x="38543" y="1064"/>
                  </a:lnTo>
                  <a:lnTo>
                    <a:pt x="38543" y="1095"/>
                  </a:lnTo>
                  <a:cubicBezTo>
                    <a:pt x="38543" y="1106"/>
                    <a:pt x="38539" y="1111"/>
                    <a:pt x="38534" y="1111"/>
                  </a:cubicBezTo>
                  <a:cubicBezTo>
                    <a:pt x="38511" y="1111"/>
                    <a:pt x="38451" y="1028"/>
                    <a:pt x="38451" y="1003"/>
                  </a:cubicBezTo>
                  <a:cubicBezTo>
                    <a:pt x="38421" y="943"/>
                    <a:pt x="38360" y="912"/>
                    <a:pt x="38299" y="882"/>
                  </a:cubicBezTo>
                  <a:lnTo>
                    <a:pt x="38239" y="882"/>
                  </a:lnTo>
                  <a:lnTo>
                    <a:pt x="38117" y="973"/>
                  </a:lnTo>
                  <a:cubicBezTo>
                    <a:pt x="38087" y="912"/>
                    <a:pt x="38026" y="851"/>
                    <a:pt x="37965" y="791"/>
                  </a:cubicBezTo>
                  <a:lnTo>
                    <a:pt x="37935" y="760"/>
                  </a:lnTo>
                  <a:lnTo>
                    <a:pt x="37844" y="699"/>
                  </a:lnTo>
                  <a:cubicBezTo>
                    <a:pt x="37752" y="791"/>
                    <a:pt x="37388" y="821"/>
                    <a:pt x="37296" y="821"/>
                  </a:cubicBezTo>
                  <a:cubicBezTo>
                    <a:pt x="37144" y="851"/>
                    <a:pt x="37023" y="912"/>
                    <a:pt x="36932" y="1034"/>
                  </a:cubicBezTo>
                  <a:cubicBezTo>
                    <a:pt x="36922" y="1054"/>
                    <a:pt x="36908" y="1064"/>
                    <a:pt x="36893" y="1064"/>
                  </a:cubicBezTo>
                  <a:cubicBezTo>
                    <a:pt x="36864" y="1064"/>
                    <a:pt x="36830" y="1024"/>
                    <a:pt x="36810" y="943"/>
                  </a:cubicBezTo>
                  <a:lnTo>
                    <a:pt x="36719" y="912"/>
                  </a:lnTo>
                  <a:cubicBezTo>
                    <a:pt x="36658" y="851"/>
                    <a:pt x="36537" y="821"/>
                    <a:pt x="36445" y="821"/>
                  </a:cubicBezTo>
                  <a:cubicBezTo>
                    <a:pt x="36272" y="879"/>
                    <a:pt x="36098" y="900"/>
                    <a:pt x="35933" y="900"/>
                  </a:cubicBezTo>
                  <a:cubicBezTo>
                    <a:pt x="35837" y="900"/>
                    <a:pt x="35744" y="893"/>
                    <a:pt x="35655" y="882"/>
                  </a:cubicBezTo>
                  <a:lnTo>
                    <a:pt x="35503" y="882"/>
                  </a:lnTo>
                  <a:cubicBezTo>
                    <a:pt x="35381" y="943"/>
                    <a:pt x="35230" y="1247"/>
                    <a:pt x="35351" y="1277"/>
                  </a:cubicBezTo>
                  <a:cubicBezTo>
                    <a:pt x="35473" y="1338"/>
                    <a:pt x="35473" y="1368"/>
                    <a:pt x="35351" y="1399"/>
                  </a:cubicBezTo>
                  <a:lnTo>
                    <a:pt x="35260" y="1459"/>
                  </a:lnTo>
                  <a:lnTo>
                    <a:pt x="35017" y="1550"/>
                  </a:lnTo>
                  <a:cubicBezTo>
                    <a:pt x="34895" y="1490"/>
                    <a:pt x="34743" y="1399"/>
                    <a:pt x="34652" y="1307"/>
                  </a:cubicBezTo>
                  <a:lnTo>
                    <a:pt x="34652" y="1277"/>
                  </a:lnTo>
                  <a:lnTo>
                    <a:pt x="34652" y="1247"/>
                  </a:lnTo>
                  <a:cubicBezTo>
                    <a:pt x="34662" y="1247"/>
                    <a:pt x="34713" y="1250"/>
                    <a:pt x="34777" y="1250"/>
                  </a:cubicBezTo>
                  <a:cubicBezTo>
                    <a:pt x="34905" y="1250"/>
                    <a:pt x="35088" y="1236"/>
                    <a:pt x="35108" y="1155"/>
                  </a:cubicBezTo>
                  <a:cubicBezTo>
                    <a:pt x="35138" y="1095"/>
                    <a:pt x="35169" y="1034"/>
                    <a:pt x="35230" y="973"/>
                  </a:cubicBezTo>
                  <a:cubicBezTo>
                    <a:pt x="35230" y="973"/>
                    <a:pt x="35230" y="943"/>
                    <a:pt x="35199" y="882"/>
                  </a:cubicBezTo>
                  <a:lnTo>
                    <a:pt x="35169" y="882"/>
                  </a:lnTo>
                  <a:lnTo>
                    <a:pt x="35017" y="851"/>
                  </a:lnTo>
                  <a:cubicBezTo>
                    <a:pt x="34865" y="851"/>
                    <a:pt x="34713" y="882"/>
                    <a:pt x="34591" y="943"/>
                  </a:cubicBezTo>
                  <a:cubicBezTo>
                    <a:pt x="34561" y="1034"/>
                    <a:pt x="34530" y="1095"/>
                    <a:pt x="34530" y="1155"/>
                  </a:cubicBezTo>
                  <a:lnTo>
                    <a:pt x="34439" y="1095"/>
                  </a:lnTo>
                  <a:cubicBezTo>
                    <a:pt x="34378" y="1064"/>
                    <a:pt x="34318" y="1034"/>
                    <a:pt x="34318" y="1003"/>
                  </a:cubicBezTo>
                  <a:lnTo>
                    <a:pt x="34318" y="973"/>
                  </a:lnTo>
                  <a:cubicBezTo>
                    <a:pt x="34348" y="912"/>
                    <a:pt x="34318" y="912"/>
                    <a:pt x="34257" y="912"/>
                  </a:cubicBezTo>
                  <a:lnTo>
                    <a:pt x="34226" y="943"/>
                  </a:lnTo>
                  <a:lnTo>
                    <a:pt x="34166" y="973"/>
                  </a:lnTo>
                  <a:cubicBezTo>
                    <a:pt x="34155" y="983"/>
                    <a:pt x="34135" y="987"/>
                    <a:pt x="34109" y="987"/>
                  </a:cubicBezTo>
                  <a:cubicBezTo>
                    <a:pt x="33993" y="987"/>
                    <a:pt x="33752" y="908"/>
                    <a:pt x="33628" y="908"/>
                  </a:cubicBezTo>
                  <a:cubicBezTo>
                    <a:pt x="33613" y="908"/>
                    <a:pt x="33599" y="909"/>
                    <a:pt x="33588" y="912"/>
                  </a:cubicBezTo>
                  <a:lnTo>
                    <a:pt x="33284" y="973"/>
                  </a:lnTo>
                  <a:lnTo>
                    <a:pt x="32950" y="973"/>
                  </a:lnTo>
                  <a:lnTo>
                    <a:pt x="32798" y="1034"/>
                  </a:lnTo>
                  <a:lnTo>
                    <a:pt x="32707" y="1034"/>
                  </a:lnTo>
                  <a:cubicBezTo>
                    <a:pt x="32692" y="1044"/>
                    <a:pt x="32676" y="1048"/>
                    <a:pt x="32658" y="1048"/>
                  </a:cubicBezTo>
                  <a:cubicBezTo>
                    <a:pt x="32569" y="1048"/>
                    <a:pt x="32454" y="933"/>
                    <a:pt x="32403" y="882"/>
                  </a:cubicBezTo>
                  <a:cubicBezTo>
                    <a:pt x="32395" y="867"/>
                    <a:pt x="32381" y="861"/>
                    <a:pt x="32363" y="861"/>
                  </a:cubicBezTo>
                  <a:cubicBezTo>
                    <a:pt x="32306" y="861"/>
                    <a:pt x="32213" y="919"/>
                    <a:pt x="32190" y="943"/>
                  </a:cubicBezTo>
                  <a:cubicBezTo>
                    <a:pt x="32068" y="1034"/>
                    <a:pt x="31977" y="1095"/>
                    <a:pt x="31856" y="1155"/>
                  </a:cubicBezTo>
                  <a:lnTo>
                    <a:pt x="31734" y="1003"/>
                  </a:lnTo>
                  <a:cubicBezTo>
                    <a:pt x="31704" y="988"/>
                    <a:pt x="31681" y="981"/>
                    <a:pt x="31658" y="981"/>
                  </a:cubicBezTo>
                  <a:cubicBezTo>
                    <a:pt x="31635" y="981"/>
                    <a:pt x="31612" y="988"/>
                    <a:pt x="31582" y="1003"/>
                  </a:cubicBezTo>
                  <a:lnTo>
                    <a:pt x="31308" y="1125"/>
                  </a:lnTo>
                  <a:cubicBezTo>
                    <a:pt x="31187" y="1034"/>
                    <a:pt x="31005" y="973"/>
                    <a:pt x="30822" y="973"/>
                  </a:cubicBezTo>
                  <a:cubicBezTo>
                    <a:pt x="30731" y="973"/>
                    <a:pt x="30640" y="973"/>
                    <a:pt x="30579" y="943"/>
                  </a:cubicBezTo>
                  <a:lnTo>
                    <a:pt x="30518" y="1003"/>
                  </a:lnTo>
                  <a:cubicBezTo>
                    <a:pt x="30457" y="1064"/>
                    <a:pt x="30457" y="1125"/>
                    <a:pt x="30397" y="1186"/>
                  </a:cubicBezTo>
                  <a:lnTo>
                    <a:pt x="30366" y="1216"/>
                  </a:lnTo>
                  <a:cubicBezTo>
                    <a:pt x="30305" y="1216"/>
                    <a:pt x="30275" y="1186"/>
                    <a:pt x="30275" y="1155"/>
                  </a:cubicBezTo>
                  <a:lnTo>
                    <a:pt x="30275" y="1064"/>
                  </a:lnTo>
                  <a:cubicBezTo>
                    <a:pt x="30275" y="1034"/>
                    <a:pt x="30214" y="973"/>
                    <a:pt x="30153" y="973"/>
                  </a:cubicBezTo>
                  <a:lnTo>
                    <a:pt x="30123" y="1003"/>
                  </a:lnTo>
                  <a:lnTo>
                    <a:pt x="30032" y="1034"/>
                  </a:lnTo>
                  <a:cubicBezTo>
                    <a:pt x="29971" y="1064"/>
                    <a:pt x="29903" y="1079"/>
                    <a:pt x="29834" y="1079"/>
                  </a:cubicBezTo>
                  <a:cubicBezTo>
                    <a:pt x="29766" y="1079"/>
                    <a:pt x="29697" y="1064"/>
                    <a:pt x="29637" y="1034"/>
                  </a:cubicBezTo>
                  <a:lnTo>
                    <a:pt x="29606" y="1034"/>
                  </a:lnTo>
                  <a:lnTo>
                    <a:pt x="29485" y="943"/>
                  </a:lnTo>
                  <a:cubicBezTo>
                    <a:pt x="29363" y="973"/>
                    <a:pt x="29181" y="1064"/>
                    <a:pt x="29181" y="1095"/>
                  </a:cubicBezTo>
                  <a:cubicBezTo>
                    <a:pt x="29181" y="1155"/>
                    <a:pt x="29120" y="1216"/>
                    <a:pt x="29059" y="1247"/>
                  </a:cubicBezTo>
                  <a:cubicBezTo>
                    <a:pt x="28998" y="1186"/>
                    <a:pt x="28968" y="1095"/>
                    <a:pt x="28907" y="1064"/>
                  </a:cubicBezTo>
                  <a:lnTo>
                    <a:pt x="28846" y="1003"/>
                  </a:lnTo>
                  <a:cubicBezTo>
                    <a:pt x="28755" y="1003"/>
                    <a:pt x="28664" y="973"/>
                    <a:pt x="28573" y="973"/>
                  </a:cubicBezTo>
                  <a:lnTo>
                    <a:pt x="28482" y="1034"/>
                  </a:lnTo>
                  <a:lnTo>
                    <a:pt x="28390" y="1095"/>
                  </a:lnTo>
                  <a:cubicBezTo>
                    <a:pt x="28238" y="1095"/>
                    <a:pt x="28056" y="1095"/>
                    <a:pt x="27904" y="1064"/>
                  </a:cubicBezTo>
                  <a:cubicBezTo>
                    <a:pt x="27894" y="1059"/>
                    <a:pt x="27881" y="1056"/>
                    <a:pt x="27868" y="1056"/>
                  </a:cubicBezTo>
                  <a:cubicBezTo>
                    <a:pt x="27802" y="1056"/>
                    <a:pt x="27701" y="1115"/>
                    <a:pt x="27600" y="1216"/>
                  </a:cubicBezTo>
                  <a:lnTo>
                    <a:pt x="27570" y="1095"/>
                  </a:lnTo>
                  <a:cubicBezTo>
                    <a:pt x="27550" y="1035"/>
                    <a:pt x="27530" y="989"/>
                    <a:pt x="27477" y="989"/>
                  </a:cubicBezTo>
                  <a:cubicBezTo>
                    <a:pt x="27448" y="989"/>
                    <a:pt x="27410" y="1002"/>
                    <a:pt x="27357" y="1034"/>
                  </a:cubicBezTo>
                  <a:lnTo>
                    <a:pt x="27296" y="1064"/>
                  </a:lnTo>
                  <a:cubicBezTo>
                    <a:pt x="27226" y="1064"/>
                    <a:pt x="27030" y="974"/>
                    <a:pt x="26943" y="974"/>
                  </a:cubicBezTo>
                  <a:cubicBezTo>
                    <a:pt x="26917" y="974"/>
                    <a:pt x="26901" y="982"/>
                    <a:pt x="26901" y="1003"/>
                  </a:cubicBezTo>
                  <a:cubicBezTo>
                    <a:pt x="26901" y="1095"/>
                    <a:pt x="26779" y="1095"/>
                    <a:pt x="26719" y="1095"/>
                  </a:cubicBezTo>
                  <a:cubicBezTo>
                    <a:pt x="26597" y="1155"/>
                    <a:pt x="26506" y="1186"/>
                    <a:pt x="26384" y="1216"/>
                  </a:cubicBezTo>
                  <a:cubicBezTo>
                    <a:pt x="26293" y="1216"/>
                    <a:pt x="26050" y="1095"/>
                    <a:pt x="25959" y="1095"/>
                  </a:cubicBezTo>
                  <a:cubicBezTo>
                    <a:pt x="25868" y="1095"/>
                    <a:pt x="25412" y="1247"/>
                    <a:pt x="25229" y="1247"/>
                  </a:cubicBezTo>
                  <a:cubicBezTo>
                    <a:pt x="24956" y="1186"/>
                    <a:pt x="24713" y="1186"/>
                    <a:pt x="24439" y="1186"/>
                  </a:cubicBezTo>
                  <a:cubicBezTo>
                    <a:pt x="24384" y="1213"/>
                    <a:pt x="24324" y="1228"/>
                    <a:pt x="24273" y="1228"/>
                  </a:cubicBezTo>
                  <a:cubicBezTo>
                    <a:pt x="24212" y="1228"/>
                    <a:pt x="24165" y="1206"/>
                    <a:pt x="24165" y="1155"/>
                  </a:cubicBezTo>
                  <a:lnTo>
                    <a:pt x="24165" y="1095"/>
                  </a:lnTo>
                  <a:cubicBezTo>
                    <a:pt x="24013" y="1155"/>
                    <a:pt x="23862" y="1216"/>
                    <a:pt x="23679" y="1277"/>
                  </a:cubicBezTo>
                  <a:cubicBezTo>
                    <a:pt x="23588" y="1277"/>
                    <a:pt x="23466" y="1247"/>
                    <a:pt x="23375" y="1216"/>
                  </a:cubicBezTo>
                  <a:lnTo>
                    <a:pt x="23284" y="1277"/>
                  </a:lnTo>
                  <a:lnTo>
                    <a:pt x="23102" y="1429"/>
                  </a:lnTo>
                  <a:cubicBezTo>
                    <a:pt x="23010" y="1368"/>
                    <a:pt x="22889" y="1368"/>
                    <a:pt x="22798" y="1368"/>
                  </a:cubicBezTo>
                  <a:cubicBezTo>
                    <a:pt x="22767" y="1399"/>
                    <a:pt x="22737" y="1459"/>
                    <a:pt x="22737" y="1490"/>
                  </a:cubicBezTo>
                  <a:cubicBezTo>
                    <a:pt x="22706" y="1550"/>
                    <a:pt x="22737" y="1733"/>
                    <a:pt x="22706" y="1794"/>
                  </a:cubicBezTo>
                  <a:cubicBezTo>
                    <a:pt x="22706" y="1815"/>
                    <a:pt x="22615" y="1837"/>
                    <a:pt x="22497" y="1837"/>
                  </a:cubicBezTo>
                  <a:cubicBezTo>
                    <a:pt x="22449" y="1837"/>
                    <a:pt x="22395" y="1833"/>
                    <a:pt x="22342" y="1824"/>
                  </a:cubicBezTo>
                  <a:lnTo>
                    <a:pt x="22159" y="1824"/>
                  </a:lnTo>
                  <a:lnTo>
                    <a:pt x="22007" y="1794"/>
                  </a:lnTo>
                  <a:cubicBezTo>
                    <a:pt x="21855" y="1794"/>
                    <a:pt x="21703" y="1794"/>
                    <a:pt x="21551" y="1824"/>
                  </a:cubicBezTo>
                  <a:cubicBezTo>
                    <a:pt x="21527" y="1824"/>
                    <a:pt x="21474" y="1819"/>
                    <a:pt x="21416" y="1819"/>
                  </a:cubicBezTo>
                  <a:cubicBezTo>
                    <a:pt x="21330" y="1819"/>
                    <a:pt x="21235" y="1830"/>
                    <a:pt x="21217" y="1885"/>
                  </a:cubicBezTo>
                  <a:cubicBezTo>
                    <a:pt x="21217" y="1929"/>
                    <a:pt x="21136" y="1958"/>
                    <a:pt x="21080" y="1958"/>
                  </a:cubicBezTo>
                  <a:cubicBezTo>
                    <a:pt x="21060" y="1958"/>
                    <a:pt x="21043" y="1954"/>
                    <a:pt x="21035" y="1946"/>
                  </a:cubicBezTo>
                  <a:cubicBezTo>
                    <a:pt x="21035" y="1915"/>
                    <a:pt x="20913" y="1915"/>
                    <a:pt x="20883" y="1885"/>
                  </a:cubicBezTo>
                  <a:cubicBezTo>
                    <a:pt x="20883" y="1854"/>
                    <a:pt x="20883" y="1642"/>
                    <a:pt x="20822" y="1642"/>
                  </a:cubicBezTo>
                  <a:cubicBezTo>
                    <a:pt x="20700" y="1611"/>
                    <a:pt x="20609" y="1581"/>
                    <a:pt x="20518" y="1520"/>
                  </a:cubicBezTo>
                  <a:lnTo>
                    <a:pt x="20366" y="1490"/>
                  </a:lnTo>
                  <a:lnTo>
                    <a:pt x="20305" y="1490"/>
                  </a:lnTo>
                  <a:cubicBezTo>
                    <a:pt x="20298" y="1482"/>
                    <a:pt x="20288" y="1479"/>
                    <a:pt x="20277" y="1479"/>
                  </a:cubicBezTo>
                  <a:cubicBezTo>
                    <a:pt x="20195" y="1479"/>
                    <a:pt x="20024" y="1653"/>
                    <a:pt x="19971" y="1733"/>
                  </a:cubicBezTo>
                  <a:cubicBezTo>
                    <a:pt x="19921" y="1808"/>
                    <a:pt x="19850" y="1862"/>
                    <a:pt x="19810" y="1862"/>
                  </a:cubicBezTo>
                  <a:cubicBezTo>
                    <a:pt x="19801" y="1862"/>
                    <a:pt x="19794" y="1860"/>
                    <a:pt x="19788" y="1854"/>
                  </a:cubicBezTo>
                  <a:lnTo>
                    <a:pt x="19728" y="1824"/>
                  </a:lnTo>
                  <a:lnTo>
                    <a:pt x="19545" y="1763"/>
                  </a:lnTo>
                  <a:cubicBezTo>
                    <a:pt x="19424" y="1854"/>
                    <a:pt x="19333" y="1915"/>
                    <a:pt x="19211" y="1976"/>
                  </a:cubicBezTo>
                  <a:cubicBezTo>
                    <a:pt x="19205" y="1982"/>
                    <a:pt x="19198" y="1984"/>
                    <a:pt x="19191" y="1984"/>
                  </a:cubicBezTo>
                  <a:cubicBezTo>
                    <a:pt x="19158" y="1984"/>
                    <a:pt x="19114" y="1940"/>
                    <a:pt x="19089" y="1915"/>
                  </a:cubicBezTo>
                  <a:lnTo>
                    <a:pt x="19120" y="1854"/>
                  </a:lnTo>
                  <a:lnTo>
                    <a:pt x="19150" y="1824"/>
                  </a:lnTo>
                  <a:cubicBezTo>
                    <a:pt x="19211" y="1763"/>
                    <a:pt x="19272" y="1672"/>
                    <a:pt x="19302" y="1581"/>
                  </a:cubicBezTo>
                  <a:lnTo>
                    <a:pt x="19120" y="1490"/>
                  </a:lnTo>
                  <a:lnTo>
                    <a:pt x="19089" y="1490"/>
                  </a:lnTo>
                  <a:cubicBezTo>
                    <a:pt x="19087" y="1487"/>
                    <a:pt x="19084" y="1486"/>
                    <a:pt x="19080" y="1486"/>
                  </a:cubicBezTo>
                  <a:cubicBezTo>
                    <a:pt x="19028" y="1486"/>
                    <a:pt x="18842" y="1649"/>
                    <a:pt x="18785" y="1733"/>
                  </a:cubicBezTo>
                  <a:cubicBezTo>
                    <a:pt x="18694" y="1854"/>
                    <a:pt x="18603" y="1946"/>
                    <a:pt x="18512" y="2037"/>
                  </a:cubicBezTo>
                  <a:lnTo>
                    <a:pt x="18269" y="2037"/>
                  </a:lnTo>
                  <a:cubicBezTo>
                    <a:pt x="18178" y="2037"/>
                    <a:pt x="18117" y="1915"/>
                    <a:pt x="18147" y="1854"/>
                  </a:cubicBezTo>
                  <a:cubicBezTo>
                    <a:pt x="18147" y="1824"/>
                    <a:pt x="18026" y="1672"/>
                    <a:pt x="17934" y="1611"/>
                  </a:cubicBezTo>
                  <a:cubicBezTo>
                    <a:pt x="17924" y="1601"/>
                    <a:pt x="17908" y="1597"/>
                    <a:pt x="17888" y="1597"/>
                  </a:cubicBezTo>
                  <a:cubicBezTo>
                    <a:pt x="17787" y="1597"/>
                    <a:pt x="17580" y="1702"/>
                    <a:pt x="17478" y="1702"/>
                  </a:cubicBezTo>
                  <a:cubicBezTo>
                    <a:pt x="17296" y="1702"/>
                    <a:pt x="17114" y="1733"/>
                    <a:pt x="16931" y="1733"/>
                  </a:cubicBezTo>
                  <a:cubicBezTo>
                    <a:pt x="16779" y="1794"/>
                    <a:pt x="16658" y="1824"/>
                    <a:pt x="16506" y="1854"/>
                  </a:cubicBezTo>
                  <a:lnTo>
                    <a:pt x="16232" y="1854"/>
                  </a:lnTo>
                  <a:lnTo>
                    <a:pt x="16171" y="1794"/>
                  </a:lnTo>
                  <a:cubicBezTo>
                    <a:pt x="16149" y="1783"/>
                    <a:pt x="16119" y="1775"/>
                    <a:pt x="16083" y="1775"/>
                  </a:cubicBezTo>
                  <a:cubicBezTo>
                    <a:pt x="16022" y="1775"/>
                    <a:pt x="15945" y="1797"/>
                    <a:pt x="15867" y="1854"/>
                  </a:cubicBezTo>
                  <a:cubicBezTo>
                    <a:pt x="15784" y="1799"/>
                    <a:pt x="15715" y="1777"/>
                    <a:pt x="15655" y="1777"/>
                  </a:cubicBezTo>
                  <a:cubicBezTo>
                    <a:pt x="15517" y="1777"/>
                    <a:pt x="15426" y="1891"/>
                    <a:pt x="15320" y="1976"/>
                  </a:cubicBezTo>
                  <a:lnTo>
                    <a:pt x="15077" y="2158"/>
                  </a:lnTo>
                  <a:cubicBezTo>
                    <a:pt x="15002" y="2137"/>
                    <a:pt x="14926" y="2127"/>
                    <a:pt x="14858" y="2127"/>
                  </a:cubicBezTo>
                  <a:cubicBezTo>
                    <a:pt x="14733" y="2127"/>
                    <a:pt x="14630" y="2160"/>
                    <a:pt x="14591" y="2219"/>
                  </a:cubicBezTo>
                  <a:lnTo>
                    <a:pt x="14591" y="2310"/>
                  </a:lnTo>
                  <a:lnTo>
                    <a:pt x="14591" y="2371"/>
                  </a:lnTo>
                  <a:cubicBezTo>
                    <a:pt x="14591" y="2446"/>
                    <a:pt x="14529" y="2501"/>
                    <a:pt x="14456" y="2501"/>
                  </a:cubicBezTo>
                  <a:cubicBezTo>
                    <a:pt x="14441" y="2501"/>
                    <a:pt x="14425" y="2498"/>
                    <a:pt x="14408" y="2493"/>
                  </a:cubicBezTo>
                  <a:cubicBezTo>
                    <a:pt x="14317" y="2462"/>
                    <a:pt x="14226" y="2462"/>
                    <a:pt x="14135" y="2462"/>
                  </a:cubicBezTo>
                  <a:lnTo>
                    <a:pt x="14044" y="2462"/>
                  </a:lnTo>
                  <a:cubicBezTo>
                    <a:pt x="13983" y="2462"/>
                    <a:pt x="13922" y="2614"/>
                    <a:pt x="13892" y="2614"/>
                  </a:cubicBezTo>
                  <a:cubicBezTo>
                    <a:pt x="13770" y="2584"/>
                    <a:pt x="13679" y="2554"/>
                    <a:pt x="13588" y="2523"/>
                  </a:cubicBezTo>
                  <a:lnTo>
                    <a:pt x="13527" y="2523"/>
                  </a:lnTo>
                  <a:cubicBezTo>
                    <a:pt x="13523" y="2519"/>
                    <a:pt x="13519" y="2517"/>
                    <a:pt x="13515" y="2517"/>
                  </a:cubicBezTo>
                  <a:cubicBezTo>
                    <a:pt x="13489" y="2517"/>
                    <a:pt x="13466" y="2592"/>
                    <a:pt x="13466" y="2645"/>
                  </a:cubicBezTo>
                  <a:cubicBezTo>
                    <a:pt x="13466" y="2689"/>
                    <a:pt x="13401" y="2717"/>
                    <a:pt x="13318" y="2717"/>
                  </a:cubicBezTo>
                  <a:cubicBezTo>
                    <a:pt x="13288" y="2717"/>
                    <a:pt x="13256" y="2714"/>
                    <a:pt x="13223" y="2706"/>
                  </a:cubicBezTo>
                  <a:lnTo>
                    <a:pt x="13162" y="2675"/>
                  </a:lnTo>
                  <a:lnTo>
                    <a:pt x="13071" y="2645"/>
                  </a:lnTo>
                  <a:cubicBezTo>
                    <a:pt x="12980" y="2614"/>
                    <a:pt x="12889" y="2584"/>
                    <a:pt x="12797" y="2523"/>
                  </a:cubicBezTo>
                  <a:cubicBezTo>
                    <a:pt x="12797" y="2518"/>
                    <a:pt x="12795" y="2515"/>
                    <a:pt x="12790" y="2515"/>
                  </a:cubicBezTo>
                  <a:cubicBezTo>
                    <a:pt x="12768" y="2515"/>
                    <a:pt x="12701" y="2574"/>
                    <a:pt x="12676" y="2675"/>
                  </a:cubicBezTo>
                  <a:lnTo>
                    <a:pt x="12554" y="2766"/>
                  </a:lnTo>
                  <a:lnTo>
                    <a:pt x="12463" y="2827"/>
                  </a:lnTo>
                  <a:cubicBezTo>
                    <a:pt x="12428" y="2916"/>
                    <a:pt x="12382" y="2963"/>
                    <a:pt x="12344" y="2963"/>
                  </a:cubicBezTo>
                  <a:cubicBezTo>
                    <a:pt x="12317" y="2963"/>
                    <a:pt x="12293" y="2939"/>
                    <a:pt x="12281" y="2888"/>
                  </a:cubicBezTo>
                  <a:lnTo>
                    <a:pt x="12220" y="2797"/>
                  </a:lnTo>
                  <a:lnTo>
                    <a:pt x="12220" y="2766"/>
                  </a:lnTo>
                  <a:cubicBezTo>
                    <a:pt x="12190" y="2751"/>
                    <a:pt x="12159" y="2744"/>
                    <a:pt x="12129" y="2744"/>
                  </a:cubicBezTo>
                  <a:cubicBezTo>
                    <a:pt x="12098" y="2744"/>
                    <a:pt x="12068" y="2751"/>
                    <a:pt x="12038" y="2766"/>
                  </a:cubicBezTo>
                  <a:lnTo>
                    <a:pt x="12038" y="2797"/>
                  </a:lnTo>
                  <a:lnTo>
                    <a:pt x="12038" y="2918"/>
                  </a:lnTo>
                  <a:cubicBezTo>
                    <a:pt x="12068" y="3009"/>
                    <a:pt x="12068" y="3131"/>
                    <a:pt x="12068" y="3222"/>
                  </a:cubicBezTo>
                  <a:cubicBezTo>
                    <a:pt x="11977" y="3131"/>
                    <a:pt x="11916" y="3040"/>
                    <a:pt x="11855" y="2949"/>
                  </a:cubicBezTo>
                  <a:cubicBezTo>
                    <a:pt x="11817" y="2891"/>
                    <a:pt x="11766" y="2870"/>
                    <a:pt x="11711" y="2870"/>
                  </a:cubicBezTo>
                  <a:cubicBezTo>
                    <a:pt x="11679" y="2870"/>
                    <a:pt x="11645" y="2877"/>
                    <a:pt x="11612" y="2888"/>
                  </a:cubicBezTo>
                  <a:cubicBezTo>
                    <a:pt x="11603" y="2897"/>
                    <a:pt x="11586" y="2900"/>
                    <a:pt x="11566" y="2900"/>
                  </a:cubicBezTo>
                  <a:cubicBezTo>
                    <a:pt x="11518" y="2900"/>
                    <a:pt x="11451" y="2879"/>
                    <a:pt x="11430" y="2857"/>
                  </a:cubicBezTo>
                  <a:cubicBezTo>
                    <a:pt x="11421" y="2849"/>
                    <a:pt x="11399" y="2845"/>
                    <a:pt x="11371" y="2845"/>
                  </a:cubicBezTo>
                  <a:cubicBezTo>
                    <a:pt x="11305" y="2845"/>
                    <a:pt x="11208" y="2866"/>
                    <a:pt x="11187" y="2888"/>
                  </a:cubicBezTo>
                  <a:cubicBezTo>
                    <a:pt x="11156" y="2888"/>
                    <a:pt x="11126" y="2949"/>
                    <a:pt x="11156" y="2949"/>
                  </a:cubicBezTo>
                  <a:lnTo>
                    <a:pt x="11156" y="2979"/>
                  </a:lnTo>
                  <a:cubicBezTo>
                    <a:pt x="11156" y="2979"/>
                    <a:pt x="11156" y="3009"/>
                    <a:pt x="11156" y="3040"/>
                  </a:cubicBezTo>
                  <a:cubicBezTo>
                    <a:pt x="11095" y="3070"/>
                    <a:pt x="11065" y="3070"/>
                    <a:pt x="11004" y="3101"/>
                  </a:cubicBezTo>
                  <a:lnTo>
                    <a:pt x="10974" y="3101"/>
                  </a:lnTo>
                  <a:cubicBezTo>
                    <a:pt x="10967" y="3097"/>
                    <a:pt x="10955" y="3096"/>
                    <a:pt x="10939" y="3096"/>
                  </a:cubicBezTo>
                  <a:cubicBezTo>
                    <a:pt x="10830" y="3096"/>
                    <a:pt x="10528" y="3166"/>
                    <a:pt x="10346" y="3166"/>
                  </a:cubicBezTo>
                  <a:cubicBezTo>
                    <a:pt x="10319" y="3166"/>
                    <a:pt x="10295" y="3165"/>
                    <a:pt x="10275" y="3161"/>
                  </a:cubicBezTo>
                  <a:lnTo>
                    <a:pt x="9940" y="3101"/>
                  </a:lnTo>
                  <a:cubicBezTo>
                    <a:pt x="9910" y="3131"/>
                    <a:pt x="9849" y="3192"/>
                    <a:pt x="9849" y="3192"/>
                  </a:cubicBezTo>
                  <a:cubicBezTo>
                    <a:pt x="9910" y="3222"/>
                    <a:pt x="9940" y="3253"/>
                    <a:pt x="10001" y="3283"/>
                  </a:cubicBezTo>
                  <a:cubicBezTo>
                    <a:pt x="10050" y="3283"/>
                    <a:pt x="10079" y="3205"/>
                    <a:pt x="10120" y="3205"/>
                  </a:cubicBezTo>
                  <a:cubicBezTo>
                    <a:pt x="10130" y="3205"/>
                    <a:pt x="10141" y="3210"/>
                    <a:pt x="10153" y="3222"/>
                  </a:cubicBezTo>
                  <a:cubicBezTo>
                    <a:pt x="10183" y="3283"/>
                    <a:pt x="10244" y="3344"/>
                    <a:pt x="10244" y="3374"/>
                  </a:cubicBezTo>
                  <a:lnTo>
                    <a:pt x="10244" y="3435"/>
                  </a:lnTo>
                  <a:cubicBezTo>
                    <a:pt x="10153" y="3465"/>
                    <a:pt x="10305" y="3557"/>
                    <a:pt x="10396" y="3587"/>
                  </a:cubicBezTo>
                  <a:cubicBezTo>
                    <a:pt x="10487" y="3587"/>
                    <a:pt x="10579" y="3587"/>
                    <a:pt x="10579" y="3526"/>
                  </a:cubicBezTo>
                  <a:lnTo>
                    <a:pt x="10579" y="3496"/>
                  </a:lnTo>
                  <a:lnTo>
                    <a:pt x="10579" y="3435"/>
                  </a:lnTo>
                  <a:cubicBezTo>
                    <a:pt x="10548" y="3405"/>
                    <a:pt x="10670" y="3374"/>
                    <a:pt x="10731" y="3374"/>
                  </a:cubicBezTo>
                  <a:cubicBezTo>
                    <a:pt x="10791" y="3374"/>
                    <a:pt x="10822" y="3587"/>
                    <a:pt x="10791" y="3648"/>
                  </a:cubicBezTo>
                  <a:cubicBezTo>
                    <a:pt x="10791" y="3709"/>
                    <a:pt x="10670" y="3800"/>
                    <a:pt x="10518" y="3800"/>
                  </a:cubicBezTo>
                  <a:lnTo>
                    <a:pt x="10366" y="3709"/>
                  </a:lnTo>
                  <a:lnTo>
                    <a:pt x="10183" y="3617"/>
                  </a:lnTo>
                  <a:cubicBezTo>
                    <a:pt x="10031" y="3800"/>
                    <a:pt x="10062" y="3952"/>
                    <a:pt x="10092" y="3952"/>
                  </a:cubicBezTo>
                  <a:lnTo>
                    <a:pt x="10487" y="3952"/>
                  </a:lnTo>
                  <a:lnTo>
                    <a:pt x="10579" y="4073"/>
                  </a:lnTo>
                  <a:cubicBezTo>
                    <a:pt x="10639" y="4073"/>
                    <a:pt x="10639" y="4134"/>
                    <a:pt x="10639" y="4165"/>
                  </a:cubicBezTo>
                  <a:cubicBezTo>
                    <a:pt x="10670" y="4165"/>
                    <a:pt x="10731" y="4073"/>
                    <a:pt x="10731" y="4013"/>
                  </a:cubicBezTo>
                  <a:cubicBezTo>
                    <a:pt x="10731" y="3982"/>
                    <a:pt x="10883" y="3952"/>
                    <a:pt x="10943" y="3952"/>
                  </a:cubicBezTo>
                  <a:cubicBezTo>
                    <a:pt x="10974" y="3952"/>
                    <a:pt x="10974" y="4013"/>
                    <a:pt x="10974" y="4043"/>
                  </a:cubicBezTo>
                  <a:cubicBezTo>
                    <a:pt x="10974" y="4064"/>
                    <a:pt x="11075" y="4099"/>
                    <a:pt x="11148" y="4099"/>
                  </a:cubicBezTo>
                  <a:cubicBezTo>
                    <a:pt x="11181" y="4099"/>
                    <a:pt x="11207" y="4092"/>
                    <a:pt x="11217" y="4073"/>
                  </a:cubicBezTo>
                  <a:cubicBezTo>
                    <a:pt x="11232" y="4043"/>
                    <a:pt x="11270" y="4028"/>
                    <a:pt x="11312" y="4028"/>
                  </a:cubicBezTo>
                  <a:cubicBezTo>
                    <a:pt x="11354" y="4028"/>
                    <a:pt x="11399" y="4043"/>
                    <a:pt x="11430" y="4073"/>
                  </a:cubicBezTo>
                  <a:lnTo>
                    <a:pt x="11521" y="4104"/>
                  </a:lnTo>
                  <a:cubicBezTo>
                    <a:pt x="11538" y="4107"/>
                    <a:pt x="11552" y="4109"/>
                    <a:pt x="11564" y="4109"/>
                  </a:cubicBezTo>
                  <a:cubicBezTo>
                    <a:pt x="11661" y="4109"/>
                    <a:pt x="11619" y="4009"/>
                    <a:pt x="11673" y="3982"/>
                  </a:cubicBezTo>
                  <a:lnTo>
                    <a:pt x="11734" y="3952"/>
                  </a:lnTo>
                  <a:cubicBezTo>
                    <a:pt x="11825" y="3952"/>
                    <a:pt x="11946" y="3982"/>
                    <a:pt x="12038" y="4043"/>
                  </a:cubicBezTo>
                  <a:lnTo>
                    <a:pt x="12038" y="4134"/>
                  </a:lnTo>
                  <a:cubicBezTo>
                    <a:pt x="11946" y="4225"/>
                    <a:pt x="11825" y="4256"/>
                    <a:pt x="11703" y="4286"/>
                  </a:cubicBezTo>
                  <a:lnTo>
                    <a:pt x="11673" y="4286"/>
                  </a:lnTo>
                  <a:cubicBezTo>
                    <a:pt x="11642" y="4316"/>
                    <a:pt x="11582" y="4316"/>
                    <a:pt x="11551" y="4316"/>
                  </a:cubicBezTo>
                  <a:cubicBezTo>
                    <a:pt x="11460" y="4286"/>
                    <a:pt x="11399" y="4256"/>
                    <a:pt x="11308" y="4225"/>
                  </a:cubicBezTo>
                  <a:lnTo>
                    <a:pt x="11247" y="4225"/>
                  </a:lnTo>
                  <a:cubicBezTo>
                    <a:pt x="11231" y="4217"/>
                    <a:pt x="11215" y="4214"/>
                    <a:pt x="11199" y="4214"/>
                  </a:cubicBezTo>
                  <a:cubicBezTo>
                    <a:pt x="11094" y="4214"/>
                    <a:pt x="10992" y="4379"/>
                    <a:pt x="10913" y="4590"/>
                  </a:cubicBezTo>
                  <a:lnTo>
                    <a:pt x="11278" y="4712"/>
                  </a:lnTo>
                  <a:lnTo>
                    <a:pt x="11308" y="4712"/>
                  </a:lnTo>
                  <a:cubicBezTo>
                    <a:pt x="11308" y="4803"/>
                    <a:pt x="11399" y="4894"/>
                    <a:pt x="11490" y="4924"/>
                  </a:cubicBezTo>
                  <a:cubicBezTo>
                    <a:pt x="11521" y="4924"/>
                    <a:pt x="11551" y="4955"/>
                    <a:pt x="11521" y="5016"/>
                  </a:cubicBezTo>
                  <a:lnTo>
                    <a:pt x="11490" y="5076"/>
                  </a:lnTo>
                  <a:lnTo>
                    <a:pt x="11490" y="5107"/>
                  </a:lnTo>
                  <a:cubicBezTo>
                    <a:pt x="11582" y="5137"/>
                    <a:pt x="11665" y="5152"/>
                    <a:pt x="11745" y="5152"/>
                  </a:cubicBezTo>
                  <a:cubicBezTo>
                    <a:pt x="11825" y="5152"/>
                    <a:pt x="11901" y="5137"/>
                    <a:pt x="11977" y="5107"/>
                  </a:cubicBezTo>
                  <a:cubicBezTo>
                    <a:pt x="12098" y="5076"/>
                    <a:pt x="12159" y="4955"/>
                    <a:pt x="12068" y="4833"/>
                  </a:cubicBezTo>
                  <a:lnTo>
                    <a:pt x="12250" y="4803"/>
                  </a:lnTo>
                  <a:lnTo>
                    <a:pt x="12402" y="4772"/>
                  </a:lnTo>
                  <a:lnTo>
                    <a:pt x="12433" y="4772"/>
                  </a:lnTo>
                  <a:cubicBezTo>
                    <a:pt x="12463" y="4772"/>
                    <a:pt x="12494" y="4833"/>
                    <a:pt x="12463" y="4864"/>
                  </a:cubicBezTo>
                  <a:cubicBezTo>
                    <a:pt x="12463" y="4864"/>
                    <a:pt x="12433" y="4985"/>
                    <a:pt x="12402" y="5076"/>
                  </a:cubicBezTo>
                  <a:lnTo>
                    <a:pt x="12402" y="5137"/>
                  </a:lnTo>
                  <a:cubicBezTo>
                    <a:pt x="12418" y="5228"/>
                    <a:pt x="12463" y="5251"/>
                    <a:pt x="12516" y="5251"/>
                  </a:cubicBezTo>
                  <a:cubicBezTo>
                    <a:pt x="12570" y="5251"/>
                    <a:pt x="12630" y="5228"/>
                    <a:pt x="12676" y="5228"/>
                  </a:cubicBezTo>
                  <a:cubicBezTo>
                    <a:pt x="12706" y="5198"/>
                    <a:pt x="12706" y="5137"/>
                    <a:pt x="12706" y="5107"/>
                  </a:cubicBezTo>
                  <a:lnTo>
                    <a:pt x="12645" y="5107"/>
                  </a:lnTo>
                  <a:cubicBezTo>
                    <a:pt x="12494" y="5107"/>
                    <a:pt x="12494" y="5107"/>
                    <a:pt x="12524" y="5016"/>
                  </a:cubicBezTo>
                  <a:lnTo>
                    <a:pt x="12554" y="4985"/>
                  </a:lnTo>
                  <a:cubicBezTo>
                    <a:pt x="12562" y="4971"/>
                    <a:pt x="12581" y="4965"/>
                    <a:pt x="12608" y="4965"/>
                  </a:cubicBezTo>
                  <a:cubicBezTo>
                    <a:pt x="12691" y="4965"/>
                    <a:pt x="12842" y="5023"/>
                    <a:pt x="12889" y="5046"/>
                  </a:cubicBezTo>
                  <a:cubicBezTo>
                    <a:pt x="12980" y="5107"/>
                    <a:pt x="13071" y="5168"/>
                    <a:pt x="13193" y="5168"/>
                  </a:cubicBezTo>
                  <a:cubicBezTo>
                    <a:pt x="13284" y="5168"/>
                    <a:pt x="13345" y="5168"/>
                    <a:pt x="13436" y="5137"/>
                  </a:cubicBezTo>
                  <a:cubicBezTo>
                    <a:pt x="13557" y="5107"/>
                    <a:pt x="13679" y="5107"/>
                    <a:pt x="13801" y="5107"/>
                  </a:cubicBezTo>
                  <a:lnTo>
                    <a:pt x="13953" y="5198"/>
                  </a:lnTo>
                  <a:cubicBezTo>
                    <a:pt x="14036" y="5281"/>
                    <a:pt x="14119" y="5415"/>
                    <a:pt x="14294" y="5415"/>
                  </a:cubicBezTo>
                  <a:cubicBezTo>
                    <a:pt x="14311" y="5415"/>
                    <a:pt x="14329" y="5413"/>
                    <a:pt x="14348" y="5411"/>
                  </a:cubicBezTo>
                  <a:lnTo>
                    <a:pt x="15260" y="5411"/>
                  </a:lnTo>
                  <a:cubicBezTo>
                    <a:pt x="15412" y="5411"/>
                    <a:pt x="15563" y="5411"/>
                    <a:pt x="15715" y="5472"/>
                  </a:cubicBezTo>
                  <a:cubicBezTo>
                    <a:pt x="15733" y="5477"/>
                    <a:pt x="15754" y="5480"/>
                    <a:pt x="15777" y="5480"/>
                  </a:cubicBezTo>
                  <a:cubicBezTo>
                    <a:pt x="15874" y="5480"/>
                    <a:pt x="16012" y="5435"/>
                    <a:pt x="16111" y="5411"/>
                  </a:cubicBezTo>
                  <a:cubicBezTo>
                    <a:pt x="16141" y="5411"/>
                    <a:pt x="16179" y="5418"/>
                    <a:pt x="16213" y="5418"/>
                  </a:cubicBezTo>
                  <a:cubicBezTo>
                    <a:pt x="16247" y="5418"/>
                    <a:pt x="16278" y="5411"/>
                    <a:pt x="16293" y="5380"/>
                  </a:cubicBezTo>
                  <a:cubicBezTo>
                    <a:pt x="16319" y="5328"/>
                    <a:pt x="16323" y="5253"/>
                    <a:pt x="16402" y="5253"/>
                  </a:cubicBezTo>
                  <a:cubicBezTo>
                    <a:pt x="16414" y="5253"/>
                    <a:pt x="16428" y="5255"/>
                    <a:pt x="16445" y="5259"/>
                  </a:cubicBezTo>
                  <a:lnTo>
                    <a:pt x="16506" y="5259"/>
                  </a:lnTo>
                  <a:cubicBezTo>
                    <a:pt x="16567" y="5320"/>
                    <a:pt x="16567" y="5411"/>
                    <a:pt x="16506" y="5472"/>
                  </a:cubicBezTo>
                  <a:lnTo>
                    <a:pt x="16323" y="5472"/>
                  </a:lnTo>
                  <a:cubicBezTo>
                    <a:pt x="16232" y="5563"/>
                    <a:pt x="16141" y="5593"/>
                    <a:pt x="16050" y="5623"/>
                  </a:cubicBezTo>
                  <a:lnTo>
                    <a:pt x="15928" y="5623"/>
                  </a:lnTo>
                  <a:cubicBezTo>
                    <a:pt x="15920" y="5619"/>
                    <a:pt x="15911" y="5617"/>
                    <a:pt x="15902" y="5617"/>
                  </a:cubicBezTo>
                  <a:cubicBezTo>
                    <a:pt x="15844" y="5617"/>
                    <a:pt x="15776" y="5693"/>
                    <a:pt x="15776" y="5745"/>
                  </a:cubicBezTo>
                  <a:cubicBezTo>
                    <a:pt x="15776" y="5752"/>
                    <a:pt x="15768" y="5756"/>
                    <a:pt x="15752" y="5756"/>
                  </a:cubicBezTo>
                  <a:cubicBezTo>
                    <a:pt x="15703" y="5756"/>
                    <a:pt x="15581" y="5716"/>
                    <a:pt x="15442" y="5623"/>
                  </a:cubicBezTo>
                  <a:lnTo>
                    <a:pt x="15168" y="5775"/>
                  </a:lnTo>
                  <a:lnTo>
                    <a:pt x="14925" y="5775"/>
                  </a:lnTo>
                  <a:cubicBezTo>
                    <a:pt x="14773" y="5745"/>
                    <a:pt x="14621" y="5745"/>
                    <a:pt x="14469" y="5745"/>
                  </a:cubicBezTo>
                  <a:lnTo>
                    <a:pt x="14256" y="5745"/>
                  </a:lnTo>
                  <a:cubicBezTo>
                    <a:pt x="14211" y="5745"/>
                    <a:pt x="14135" y="5737"/>
                    <a:pt x="14063" y="5737"/>
                  </a:cubicBezTo>
                  <a:cubicBezTo>
                    <a:pt x="13991" y="5737"/>
                    <a:pt x="13922" y="5745"/>
                    <a:pt x="13892" y="5775"/>
                  </a:cubicBezTo>
                  <a:cubicBezTo>
                    <a:pt x="13831" y="5836"/>
                    <a:pt x="13770" y="5927"/>
                    <a:pt x="13709" y="5988"/>
                  </a:cubicBezTo>
                  <a:cubicBezTo>
                    <a:pt x="13649" y="5988"/>
                    <a:pt x="13466" y="5897"/>
                    <a:pt x="13436" y="5867"/>
                  </a:cubicBezTo>
                  <a:cubicBezTo>
                    <a:pt x="13284" y="5867"/>
                    <a:pt x="13162" y="5867"/>
                    <a:pt x="13041" y="5927"/>
                  </a:cubicBezTo>
                  <a:cubicBezTo>
                    <a:pt x="12980" y="5927"/>
                    <a:pt x="12889" y="5927"/>
                    <a:pt x="12858" y="5867"/>
                  </a:cubicBezTo>
                  <a:cubicBezTo>
                    <a:pt x="12858" y="5861"/>
                    <a:pt x="12854" y="5858"/>
                    <a:pt x="12846" y="5858"/>
                  </a:cubicBezTo>
                  <a:cubicBezTo>
                    <a:pt x="12815" y="5858"/>
                    <a:pt x="12731" y="5903"/>
                    <a:pt x="12706" y="5927"/>
                  </a:cubicBezTo>
                  <a:lnTo>
                    <a:pt x="12402" y="5927"/>
                  </a:lnTo>
                  <a:cubicBezTo>
                    <a:pt x="12281" y="5927"/>
                    <a:pt x="12129" y="5927"/>
                    <a:pt x="12007" y="5958"/>
                  </a:cubicBezTo>
                  <a:cubicBezTo>
                    <a:pt x="11931" y="5973"/>
                    <a:pt x="11855" y="5981"/>
                    <a:pt x="11779" y="5981"/>
                  </a:cubicBezTo>
                  <a:cubicBezTo>
                    <a:pt x="11703" y="5981"/>
                    <a:pt x="11627" y="5973"/>
                    <a:pt x="11551" y="5958"/>
                  </a:cubicBezTo>
                  <a:lnTo>
                    <a:pt x="11399" y="5958"/>
                  </a:lnTo>
                  <a:cubicBezTo>
                    <a:pt x="11247" y="5988"/>
                    <a:pt x="11095" y="6019"/>
                    <a:pt x="10974" y="6079"/>
                  </a:cubicBezTo>
                  <a:cubicBezTo>
                    <a:pt x="10913" y="6079"/>
                    <a:pt x="10913" y="6201"/>
                    <a:pt x="10852" y="6201"/>
                  </a:cubicBezTo>
                  <a:cubicBezTo>
                    <a:pt x="10831" y="6206"/>
                    <a:pt x="10813" y="6209"/>
                    <a:pt x="10798" y="6209"/>
                  </a:cubicBezTo>
                  <a:cubicBezTo>
                    <a:pt x="10731" y="6209"/>
                    <a:pt x="10731" y="6154"/>
                    <a:pt x="10731" y="6079"/>
                  </a:cubicBezTo>
                  <a:lnTo>
                    <a:pt x="10639" y="6079"/>
                  </a:lnTo>
                  <a:cubicBezTo>
                    <a:pt x="10582" y="6137"/>
                    <a:pt x="10499" y="6158"/>
                    <a:pt x="10416" y="6158"/>
                  </a:cubicBezTo>
                  <a:cubicBezTo>
                    <a:pt x="10368" y="6158"/>
                    <a:pt x="10319" y="6151"/>
                    <a:pt x="10275" y="6140"/>
                  </a:cubicBezTo>
                  <a:lnTo>
                    <a:pt x="10062" y="6110"/>
                  </a:lnTo>
                  <a:lnTo>
                    <a:pt x="10062" y="6110"/>
                  </a:lnTo>
                  <a:cubicBezTo>
                    <a:pt x="10080" y="6181"/>
                    <a:pt x="10066" y="6211"/>
                    <a:pt x="10040" y="6211"/>
                  </a:cubicBezTo>
                  <a:cubicBezTo>
                    <a:pt x="10021" y="6211"/>
                    <a:pt x="9996" y="6196"/>
                    <a:pt x="9971" y="6171"/>
                  </a:cubicBezTo>
                  <a:lnTo>
                    <a:pt x="9819" y="6171"/>
                  </a:lnTo>
                  <a:cubicBezTo>
                    <a:pt x="9697" y="6201"/>
                    <a:pt x="9606" y="6231"/>
                    <a:pt x="9484" y="6262"/>
                  </a:cubicBezTo>
                  <a:lnTo>
                    <a:pt x="9393" y="6262"/>
                  </a:lnTo>
                  <a:cubicBezTo>
                    <a:pt x="9363" y="6292"/>
                    <a:pt x="9332" y="6292"/>
                    <a:pt x="9272" y="6323"/>
                  </a:cubicBezTo>
                  <a:cubicBezTo>
                    <a:pt x="9164" y="6344"/>
                    <a:pt x="9057" y="6366"/>
                    <a:pt x="8949" y="6366"/>
                  </a:cubicBezTo>
                  <a:cubicBezTo>
                    <a:pt x="8905" y="6366"/>
                    <a:pt x="8860" y="6362"/>
                    <a:pt x="8816" y="6353"/>
                  </a:cubicBezTo>
                  <a:lnTo>
                    <a:pt x="8724" y="6353"/>
                  </a:lnTo>
                  <a:cubicBezTo>
                    <a:pt x="8603" y="6353"/>
                    <a:pt x="8177" y="6535"/>
                    <a:pt x="8056" y="6535"/>
                  </a:cubicBezTo>
                  <a:cubicBezTo>
                    <a:pt x="7954" y="6535"/>
                    <a:pt x="7718" y="6495"/>
                    <a:pt x="7554" y="6495"/>
                  </a:cubicBezTo>
                  <a:cubicBezTo>
                    <a:pt x="7471" y="6495"/>
                    <a:pt x="7407" y="6505"/>
                    <a:pt x="7387" y="6535"/>
                  </a:cubicBezTo>
                  <a:cubicBezTo>
                    <a:pt x="7348" y="6594"/>
                    <a:pt x="7296" y="6628"/>
                    <a:pt x="7248" y="6628"/>
                  </a:cubicBezTo>
                  <a:cubicBezTo>
                    <a:pt x="7221" y="6628"/>
                    <a:pt x="7196" y="6618"/>
                    <a:pt x="7174" y="6596"/>
                  </a:cubicBezTo>
                  <a:lnTo>
                    <a:pt x="7144" y="6535"/>
                  </a:lnTo>
                  <a:lnTo>
                    <a:pt x="7113" y="6505"/>
                  </a:lnTo>
                  <a:cubicBezTo>
                    <a:pt x="7024" y="6469"/>
                    <a:pt x="6946" y="6455"/>
                    <a:pt x="6865" y="6455"/>
                  </a:cubicBezTo>
                  <a:cubicBezTo>
                    <a:pt x="6809" y="6455"/>
                    <a:pt x="6751" y="6462"/>
                    <a:pt x="6688" y="6475"/>
                  </a:cubicBezTo>
                  <a:lnTo>
                    <a:pt x="6536" y="6535"/>
                  </a:lnTo>
                  <a:cubicBezTo>
                    <a:pt x="6436" y="6586"/>
                    <a:pt x="6335" y="6608"/>
                    <a:pt x="6235" y="6608"/>
                  </a:cubicBezTo>
                  <a:cubicBezTo>
                    <a:pt x="6153" y="6608"/>
                    <a:pt x="6071" y="6593"/>
                    <a:pt x="5989" y="6566"/>
                  </a:cubicBezTo>
                  <a:cubicBezTo>
                    <a:pt x="5928" y="6551"/>
                    <a:pt x="5867" y="6543"/>
                    <a:pt x="5803" y="6543"/>
                  </a:cubicBezTo>
                  <a:cubicBezTo>
                    <a:pt x="5738" y="6543"/>
                    <a:pt x="5670" y="6551"/>
                    <a:pt x="5594" y="6566"/>
                  </a:cubicBezTo>
                  <a:lnTo>
                    <a:pt x="5503" y="6596"/>
                  </a:lnTo>
                  <a:cubicBezTo>
                    <a:pt x="5381" y="6657"/>
                    <a:pt x="5168" y="6748"/>
                    <a:pt x="5077" y="6839"/>
                  </a:cubicBezTo>
                  <a:lnTo>
                    <a:pt x="4925" y="6687"/>
                  </a:lnTo>
                  <a:cubicBezTo>
                    <a:pt x="4918" y="6684"/>
                    <a:pt x="4910" y="6682"/>
                    <a:pt x="4900" y="6682"/>
                  </a:cubicBezTo>
                  <a:cubicBezTo>
                    <a:pt x="4834" y="6682"/>
                    <a:pt x="4709" y="6753"/>
                    <a:pt x="4625" y="6753"/>
                  </a:cubicBezTo>
                  <a:cubicBezTo>
                    <a:pt x="4612" y="6753"/>
                    <a:pt x="4601" y="6752"/>
                    <a:pt x="4591" y="6748"/>
                  </a:cubicBezTo>
                  <a:lnTo>
                    <a:pt x="4317" y="6627"/>
                  </a:lnTo>
                  <a:cubicBezTo>
                    <a:pt x="4195" y="6718"/>
                    <a:pt x="4013" y="6748"/>
                    <a:pt x="3861" y="6748"/>
                  </a:cubicBezTo>
                  <a:cubicBezTo>
                    <a:pt x="3834" y="6739"/>
                    <a:pt x="3810" y="6736"/>
                    <a:pt x="3788" y="6736"/>
                  </a:cubicBezTo>
                  <a:cubicBezTo>
                    <a:pt x="3734" y="6736"/>
                    <a:pt x="3691" y="6757"/>
                    <a:pt x="3648" y="6779"/>
                  </a:cubicBezTo>
                  <a:lnTo>
                    <a:pt x="3588" y="6779"/>
                  </a:lnTo>
                  <a:lnTo>
                    <a:pt x="3284" y="6718"/>
                  </a:lnTo>
                  <a:cubicBezTo>
                    <a:pt x="3149" y="6814"/>
                    <a:pt x="3039" y="6874"/>
                    <a:pt x="2976" y="6874"/>
                  </a:cubicBezTo>
                  <a:cubicBezTo>
                    <a:pt x="2939" y="6874"/>
                    <a:pt x="2919" y="6854"/>
                    <a:pt x="2919" y="6809"/>
                  </a:cubicBezTo>
                  <a:lnTo>
                    <a:pt x="2706" y="6900"/>
                  </a:lnTo>
                  <a:cubicBezTo>
                    <a:pt x="2661" y="6915"/>
                    <a:pt x="2615" y="6923"/>
                    <a:pt x="2569" y="6923"/>
                  </a:cubicBezTo>
                  <a:cubicBezTo>
                    <a:pt x="2524" y="6923"/>
                    <a:pt x="2478" y="6915"/>
                    <a:pt x="2433" y="6900"/>
                  </a:cubicBezTo>
                  <a:cubicBezTo>
                    <a:pt x="2402" y="6870"/>
                    <a:pt x="2357" y="6855"/>
                    <a:pt x="2311" y="6855"/>
                  </a:cubicBezTo>
                  <a:cubicBezTo>
                    <a:pt x="2265" y="6855"/>
                    <a:pt x="2220" y="6870"/>
                    <a:pt x="2189" y="6900"/>
                  </a:cubicBezTo>
                  <a:cubicBezTo>
                    <a:pt x="2176" y="6905"/>
                    <a:pt x="2162" y="6906"/>
                    <a:pt x="2148" y="6906"/>
                  </a:cubicBezTo>
                  <a:cubicBezTo>
                    <a:pt x="2078" y="6906"/>
                    <a:pt x="1997" y="6863"/>
                    <a:pt x="1927" y="6863"/>
                  </a:cubicBezTo>
                  <a:cubicBezTo>
                    <a:pt x="1913" y="6863"/>
                    <a:pt x="1899" y="6865"/>
                    <a:pt x="1885" y="6870"/>
                  </a:cubicBezTo>
                  <a:lnTo>
                    <a:pt x="1794" y="6900"/>
                  </a:lnTo>
                  <a:cubicBezTo>
                    <a:pt x="1673" y="6900"/>
                    <a:pt x="1399" y="6991"/>
                    <a:pt x="1308" y="6991"/>
                  </a:cubicBezTo>
                  <a:cubicBezTo>
                    <a:pt x="1304" y="6990"/>
                    <a:pt x="1300" y="6989"/>
                    <a:pt x="1295" y="6989"/>
                  </a:cubicBezTo>
                  <a:cubicBezTo>
                    <a:pt x="1219" y="6989"/>
                    <a:pt x="1000" y="7204"/>
                    <a:pt x="943" y="7204"/>
                  </a:cubicBezTo>
                  <a:cubicBezTo>
                    <a:pt x="882" y="7174"/>
                    <a:pt x="761" y="7174"/>
                    <a:pt x="670" y="7174"/>
                  </a:cubicBezTo>
                  <a:lnTo>
                    <a:pt x="609" y="7265"/>
                  </a:lnTo>
                  <a:cubicBezTo>
                    <a:pt x="578" y="7295"/>
                    <a:pt x="396" y="7295"/>
                    <a:pt x="335" y="7326"/>
                  </a:cubicBezTo>
                  <a:cubicBezTo>
                    <a:pt x="244" y="7386"/>
                    <a:pt x="183" y="7478"/>
                    <a:pt x="153" y="7599"/>
                  </a:cubicBezTo>
                  <a:cubicBezTo>
                    <a:pt x="122" y="7690"/>
                    <a:pt x="183" y="7782"/>
                    <a:pt x="244" y="7903"/>
                  </a:cubicBezTo>
                  <a:lnTo>
                    <a:pt x="274" y="7994"/>
                  </a:lnTo>
                  <a:cubicBezTo>
                    <a:pt x="305" y="8086"/>
                    <a:pt x="183" y="8207"/>
                    <a:pt x="122" y="8207"/>
                  </a:cubicBezTo>
                  <a:cubicBezTo>
                    <a:pt x="62" y="8238"/>
                    <a:pt x="122" y="8450"/>
                    <a:pt x="62" y="8481"/>
                  </a:cubicBezTo>
                  <a:cubicBezTo>
                    <a:pt x="1" y="8541"/>
                    <a:pt x="92" y="8602"/>
                    <a:pt x="122" y="8633"/>
                  </a:cubicBezTo>
                  <a:cubicBezTo>
                    <a:pt x="183" y="8633"/>
                    <a:pt x="183" y="8754"/>
                    <a:pt x="92" y="8876"/>
                  </a:cubicBezTo>
                  <a:lnTo>
                    <a:pt x="153" y="8937"/>
                  </a:lnTo>
                  <a:lnTo>
                    <a:pt x="335" y="9149"/>
                  </a:lnTo>
                  <a:cubicBezTo>
                    <a:pt x="396" y="9362"/>
                    <a:pt x="487" y="9545"/>
                    <a:pt x="639" y="9727"/>
                  </a:cubicBezTo>
                  <a:lnTo>
                    <a:pt x="548" y="9818"/>
                  </a:lnTo>
                  <a:cubicBezTo>
                    <a:pt x="518" y="9879"/>
                    <a:pt x="548" y="9940"/>
                    <a:pt x="670" y="9970"/>
                  </a:cubicBezTo>
                  <a:lnTo>
                    <a:pt x="791" y="10000"/>
                  </a:lnTo>
                  <a:cubicBezTo>
                    <a:pt x="700" y="10061"/>
                    <a:pt x="609" y="10152"/>
                    <a:pt x="518" y="10213"/>
                  </a:cubicBezTo>
                  <a:cubicBezTo>
                    <a:pt x="457" y="10213"/>
                    <a:pt x="548" y="10335"/>
                    <a:pt x="578" y="10365"/>
                  </a:cubicBezTo>
                  <a:cubicBezTo>
                    <a:pt x="609" y="10426"/>
                    <a:pt x="639" y="10487"/>
                    <a:pt x="609" y="10548"/>
                  </a:cubicBezTo>
                  <a:lnTo>
                    <a:pt x="578" y="10608"/>
                  </a:lnTo>
                  <a:cubicBezTo>
                    <a:pt x="578" y="10730"/>
                    <a:pt x="639" y="10760"/>
                    <a:pt x="730" y="10760"/>
                  </a:cubicBezTo>
                  <a:lnTo>
                    <a:pt x="974" y="10730"/>
                  </a:lnTo>
                  <a:lnTo>
                    <a:pt x="974" y="10730"/>
                  </a:lnTo>
                  <a:cubicBezTo>
                    <a:pt x="943" y="10791"/>
                    <a:pt x="882" y="11004"/>
                    <a:pt x="822" y="11186"/>
                  </a:cubicBezTo>
                  <a:lnTo>
                    <a:pt x="1126" y="11338"/>
                  </a:lnTo>
                  <a:lnTo>
                    <a:pt x="1217" y="11368"/>
                  </a:lnTo>
                  <a:cubicBezTo>
                    <a:pt x="1338" y="11399"/>
                    <a:pt x="1490" y="11429"/>
                    <a:pt x="1612" y="11429"/>
                  </a:cubicBezTo>
                  <a:lnTo>
                    <a:pt x="1733" y="11459"/>
                  </a:lnTo>
                  <a:lnTo>
                    <a:pt x="1946" y="11490"/>
                  </a:lnTo>
                  <a:cubicBezTo>
                    <a:pt x="2129" y="11551"/>
                    <a:pt x="2706" y="11794"/>
                    <a:pt x="2858" y="11824"/>
                  </a:cubicBezTo>
                  <a:cubicBezTo>
                    <a:pt x="3040" y="11855"/>
                    <a:pt x="3223" y="11855"/>
                    <a:pt x="3405" y="11855"/>
                  </a:cubicBezTo>
                  <a:lnTo>
                    <a:pt x="3527" y="11915"/>
                  </a:lnTo>
                  <a:cubicBezTo>
                    <a:pt x="3618" y="11976"/>
                    <a:pt x="3709" y="12007"/>
                    <a:pt x="3800" y="12007"/>
                  </a:cubicBezTo>
                  <a:cubicBezTo>
                    <a:pt x="3827" y="12002"/>
                    <a:pt x="3852" y="12000"/>
                    <a:pt x="3877" y="12000"/>
                  </a:cubicBezTo>
                  <a:cubicBezTo>
                    <a:pt x="3995" y="12000"/>
                    <a:pt x="4089" y="12043"/>
                    <a:pt x="4191" y="12043"/>
                  </a:cubicBezTo>
                  <a:cubicBezTo>
                    <a:pt x="4212" y="12043"/>
                    <a:pt x="4234" y="12041"/>
                    <a:pt x="4256" y="12037"/>
                  </a:cubicBezTo>
                  <a:lnTo>
                    <a:pt x="5168" y="12037"/>
                  </a:lnTo>
                  <a:cubicBezTo>
                    <a:pt x="5259" y="12098"/>
                    <a:pt x="5381" y="12098"/>
                    <a:pt x="5503" y="12098"/>
                  </a:cubicBezTo>
                  <a:lnTo>
                    <a:pt x="5563" y="12128"/>
                  </a:lnTo>
                  <a:lnTo>
                    <a:pt x="5624" y="12189"/>
                  </a:lnTo>
                  <a:lnTo>
                    <a:pt x="5867" y="12371"/>
                  </a:lnTo>
                  <a:cubicBezTo>
                    <a:pt x="5867" y="12402"/>
                    <a:pt x="5776" y="12462"/>
                    <a:pt x="5715" y="12462"/>
                  </a:cubicBezTo>
                  <a:cubicBezTo>
                    <a:pt x="5654" y="12493"/>
                    <a:pt x="5776" y="12554"/>
                    <a:pt x="5958" y="12614"/>
                  </a:cubicBezTo>
                  <a:lnTo>
                    <a:pt x="6019" y="12402"/>
                  </a:lnTo>
                  <a:lnTo>
                    <a:pt x="6050" y="12280"/>
                  </a:lnTo>
                  <a:cubicBezTo>
                    <a:pt x="6202" y="12311"/>
                    <a:pt x="6354" y="12341"/>
                    <a:pt x="6506" y="12432"/>
                  </a:cubicBezTo>
                  <a:cubicBezTo>
                    <a:pt x="6536" y="12462"/>
                    <a:pt x="6566" y="12493"/>
                    <a:pt x="6597" y="12554"/>
                  </a:cubicBezTo>
                  <a:lnTo>
                    <a:pt x="6566" y="12584"/>
                  </a:lnTo>
                  <a:lnTo>
                    <a:pt x="6536" y="12645"/>
                  </a:lnTo>
                  <a:cubicBezTo>
                    <a:pt x="6445" y="12675"/>
                    <a:pt x="6445" y="12797"/>
                    <a:pt x="6536" y="12918"/>
                  </a:cubicBezTo>
                  <a:lnTo>
                    <a:pt x="6627" y="12949"/>
                  </a:lnTo>
                  <a:cubicBezTo>
                    <a:pt x="6718" y="12979"/>
                    <a:pt x="6749" y="13040"/>
                    <a:pt x="6688" y="13101"/>
                  </a:cubicBezTo>
                  <a:lnTo>
                    <a:pt x="6536" y="13101"/>
                  </a:lnTo>
                  <a:lnTo>
                    <a:pt x="6384" y="13010"/>
                  </a:lnTo>
                  <a:cubicBezTo>
                    <a:pt x="6354" y="13070"/>
                    <a:pt x="6323" y="13162"/>
                    <a:pt x="6293" y="13222"/>
                  </a:cubicBezTo>
                  <a:cubicBezTo>
                    <a:pt x="6289" y="13226"/>
                    <a:pt x="6284" y="13227"/>
                    <a:pt x="6276" y="13227"/>
                  </a:cubicBezTo>
                  <a:cubicBezTo>
                    <a:pt x="6211" y="13227"/>
                    <a:pt x="6013" y="13128"/>
                    <a:pt x="5958" y="13101"/>
                  </a:cubicBezTo>
                  <a:cubicBezTo>
                    <a:pt x="5944" y="13091"/>
                    <a:pt x="5927" y="13087"/>
                    <a:pt x="5911" y="13087"/>
                  </a:cubicBezTo>
                  <a:cubicBezTo>
                    <a:pt x="5824" y="13087"/>
                    <a:pt x="5725" y="13202"/>
                    <a:pt x="5776" y="13253"/>
                  </a:cubicBezTo>
                  <a:cubicBezTo>
                    <a:pt x="5837" y="13283"/>
                    <a:pt x="6202" y="13405"/>
                    <a:pt x="6293" y="13496"/>
                  </a:cubicBezTo>
                  <a:cubicBezTo>
                    <a:pt x="6304" y="13503"/>
                    <a:pt x="6315" y="13507"/>
                    <a:pt x="6325" y="13507"/>
                  </a:cubicBezTo>
                  <a:cubicBezTo>
                    <a:pt x="6399" y="13507"/>
                    <a:pt x="6449" y="13340"/>
                    <a:pt x="6475" y="13314"/>
                  </a:cubicBezTo>
                  <a:cubicBezTo>
                    <a:pt x="6486" y="13292"/>
                    <a:pt x="6504" y="13282"/>
                    <a:pt x="6526" y="13282"/>
                  </a:cubicBezTo>
                  <a:cubicBezTo>
                    <a:pt x="6566" y="13282"/>
                    <a:pt x="6618" y="13315"/>
                    <a:pt x="6658" y="13374"/>
                  </a:cubicBezTo>
                  <a:lnTo>
                    <a:pt x="6688" y="13496"/>
                  </a:lnTo>
                  <a:lnTo>
                    <a:pt x="6688" y="13526"/>
                  </a:lnTo>
                  <a:cubicBezTo>
                    <a:pt x="6709" y="13533"/>
                    <a:pt x="6740" y="13535"/>
                    <a:pt x="6777" y="13535"/>
                  </a:cubicBezTo>
                  <a:cubicBezTo>
                    <a:pt x="6843" y="13535"/>
                    <a:pt x="6925" y="13528"/>
                    <a:pt x="6992" y="13528"/>
                  </a:cubicBezTo>
                  <a:cubicBezTo>
                    <a:pt x="7054" y="13528"/>
                    <a:pt x="7102" y="13534"/>
                    <a:pt x="7113" y="13557"/>
                  </a:cubicBezTo>
                  <a:cubicBezTo>
                    <a:pt x="7144" y="13618"/>
                    <a:pt x="7022" y="13861"/>
                    <a:pt x="6962" y="13952"/>
                  </a:cubicBezTo>
                  <a:cubicBezTo>
                    <a:pt x="6901" y="14013"/>
                    <a:pt x="6840" y="14043"/>
                    <a:pt x="6779" y="14104"/>
                  </a:cubicBezTo>
                  <a:lnTo>
                    <a:pt x="6749" y="14104"/>
                  </a:lnTo>
                  <a:cubicBezTo>
                    <a:pt x="6718" y="14104"/>
                    <a:pt x="6688" y="14073"/>
                    <a:pt x="6658" y="14043"/>
                  </a:cubicBezTo>
                  <a:cubicBezTo>
                    <a:pt x="6658" y="14013"/>
                    <a:pt x="6688" y="13952"/>
                    <a:pt x="6658" y="13921"/>
                  </a:cubicBezTo>
                  <a:lnTo>
                    <a:pt x="6627" y="13861"/>
                  </a:lnTo>
                  <a:cubicBezTo>
                    <a:pt x="6621" y="13854"/>
                    <a:pt x="6606" y="13852"/>
                    <a:pt x="6587" y="13852"/>
                  </a:cubicBezTo>
                  <a:cubicBezTo>
                    <a:pt x="6533" y="13852"/>
                    <a:pt x="6443" y="13869"/>
                    <a:pt x="6379" y="13869"/>
                  </a:cubicBezTo>
                  <a:cubicBezTo>
                    <a:pt x="6356" y="13869"/>
                    <a:pt x="6336" y="13867"/>
                    <a:pt x="6323" y="13861"/>
                  </a:cubicBezTo>
                  <a:cubicBezTo>
                    <a:pt x="6309" y="13846"/>
                    <a:pt x="6290" y="13840"/>
                    <a:pt x="6271" y="13840"/>
                  </a:cubicBezTo>
                  <a:cubicBezTo>
                    <a:pt x="6211" y="13840"/>
                    <a:pt x="6141" y="13898"/>
                    <a:pt x="6141" y="13921"/>
                  </a:cubicBezTo>
                  <a:cubicBezTo>
                    <a:pt x="6171" y="13982"/>
                    <a:pt x="6171" y="14043"/>
                    <a:pt x="6141" y="14073"/>
                  </a:cubicBezTo>
                  <a:lnTo>
                    <a:pt x="6110" y="14104"/>
                  </a:lnTo>
                  <a:cubicBezTo>
                    <a:pt x="6019" y="14165"/>
                    <a:pt x="6019" y="14256"/>
                    <a:pt x="6110" y="14256"/>
                  </a:cubicBezTo>
                  <a:cubicBezTo>
                    <a:pt x="6323" y="14286"/>
                    <a:pt x="6171" y="14377"/>
                    <a:pt x="6171" y="14408"/>
                  </a:cubicBezTo>
                  <a:cubicBezTo>
                    <a:pt x="6141" y="14408"/>
                    <a:pt x="6202" y="14499"/>
                    <a:pt x="6232" y="14499"/>
                  </a:cubicBezTo>
                  <a:cubicBezTo>
                    <a:pt x="6270" y="14494"/>
                    <a:pt x="6306" y="14491"/>
                    <a:pt x="6342" y="14491"/>
                  </a:cubicBezTo>
                  <a:cubicBezTo>
                    <a:pt x="6509" y="14491"/>
                    <a:pt x="6659" y="14546"/>
                    <a:pt x="6810" y="14621"/>
                  </a:cubicBezTo>
                  <a:lnTo>
                    <a:pt x="6901" y="14651"/>
                  </a:lnTo>
                  <a:cubicBezTo>
                    <a:pt x="7053" y="14621"/>
                    <a:pt x="7205" y="14621"/>
                    <a:pt x="7357" y="14621"/>
                  </a:cubicBezTo>
                  <a:cubicBezTo>
                    <a:pt x="7448" y="14651"/>
                    <a:pt x="7509" y="14712"/>
                    <a:pt x="7569" y="14803"/>
                  </a:cubicBezTo>
                  <a:lnTo>
                    <a:pt x="7600" y="14803"/>
                  </a:lnTo>
                  <a:cubicBezTo>
                    <a:pt x="7612" y="14809"/>
                    <a:pt x="7624" y="14811"/>
                    <a:pt x="7636" y="14811"/>
                  </a:cubicBezTo>
                  <a:cubicBezTo>
                    <a:pt x="7685" y="14811"/>
                    <a:pt x="7734" y="14773"/>
                    <a:pt x="7782" y="14773"/>
                  </a:cubicBezTo>
                  <a:cubicBezTo>
                    <a:pt x="7843" y="14773"/>
                    <a:pt x="7873" y="14803"/>
                    <a:pt x="7904" y="14833"/>
                  </a:cubicBezTo>
                  <a:cubicBezTo>
                    <a:pt x="7934" y="14894"/>
                    <a:pt x="7965" y="14985"/>
                    <a:pt x="8025" y="14985"/>
                  </a:cubicBezTo>
                  <a:cubicBezTo>
                    <a:pt x="8299" y="15077"/>
                    <a:pt x="8572" y="15137"/>
                    <a:pt x="8846" y="15168"/>
                  </a:cubicBezTo>
                  <a:lnTo>
                    <a:pt x="8998" y="15198"/>
                  </a:lnTo>
                  <a:cubicBezTo>
                    <a:pt x="9089" y="15183"/>
                    <a:pt x="9180" y="15175"/>
                    <a:pt x="9275" y="15175"/>
                  </a:cubicBezTo>
                  <a:cubicBezTo>
                    <a:pt x="9370" y="15175"/>
                    <a:pt x="9469" y="15183"/>
                    <a:pt x="9576" y="15198"/>
                  </a:cubicBezTo>
                  <a:cubicBezTo>
                    <a:pt x="9636" y="15228"/>
                    <a:pt x="9697" y="15259"/>
                    <a:pt x="9788" y="15259"/>
                  </a:cubicBezTo>
                  <a:cubicBezTo>
                    <a:pt x="9857" y="15190"/>
                    <a:pt x="9939" y="15171"/>
                    <a:pt x="10022" y="15171"/>
                  </a:cubicBezTo>
                  <a:cubicBezTo>
                    <a:pt x="10121" y="15171"/>
                    <a:pt x="10222" y="15198"/>
                    <a:pt x="10305" y="15198"/>
                  </a:cubicBezTo>
                  <a:cubicBezTo>
                    <a:pt x="10361" y="15187"/>
                    <a:pt x="10416" y="15180"/>
                    <a:pt x="10470" y="15180"/>
                  </a:cubicBezTo>
                  <a:cubicBezTo>
                    <a:pt x="10564" y="15180"/>
                    <a:pt x="10653" y="15201"/>
                    <a:pt x="10731" y="15259"/>
                  </a:cubicBezTo>
                  <a:cubicBezTo>
                    <a:pt x="10739" y="15263"/>
                    <a:pt x="10749" y="15265"/>
                    <a:pt x="10760" y="15265"/>
                  </a:cubicBezTo>
                  <a:cubicBezTo>
                    <a:pt x="10825" y="15265"/>
                    <a:pt x="10926" y="15198"/>
                    <a:pt x="11004" y="15198"/>
                  </a:cubicBezTo>
                  <a:cubicBezTo>
                    <a:pt x="11069" y="15198"/>
                    <a:pt x="11119" y="15276"/>
                    <a:pt x="11175" y="15276"/>
                  </a:cubicBezTo>
                  <a:cubicBezTo>
                    <a:pt x="11198" y="15276"/>
                    <a:pt x="11221" y="15263"/>
                    <a:pt x="11247" y="15228"/>
                  </a:cubicBezTo>
                  <a:lnTo>
                    <a:pt x="11338" y="15137"/>
                  </a:lnTo>
                  <a:cubicBezTo>
                    <a:pt x="11460" y="15198"/>
                    <a:pt x="11582" y="15259"/>
                    <a:pt x="11703" y="15320"/>
                  </a:cubicBezTo>
                  <a:lnTo>
                    <a:pt x="11825" y="15259"/>
                  </a:lnTo>
                  <a:lnTo>
                    <a:pt x="11916" y="15198"/>
                  </a:lnTo>
                  <a:cubicBezTo>
                    <a:pt x="12098" y="15198"/>
                    <a:pt x="12281" y="15168"/>
                    <a:pt x="12463" y="15107"/>
                  </a:cubicBezTo>
                  <a:lnTo>
                    <a:pt x="12554" y="15198"/>
                  </a:lnTo>
                  <a:lnTo>
                    <a:pt x="12676" y="15289"/>
                  </a:lnTo>
                  <a:cubicBezTo>
                    <a:pt x="12716" y="15269"/>
                    <a:pt x="12770" y="15262"/>
                    <a:pt x="12828" y="15262"/>
                  </a:cubicBezTo>
                  <a:cubicBezTo>
                    <a:pt x="12943" y="15262"/>
                    <a:pt x="13071" y="15289"/>
                    <a:pt x="13132" y="15289"/>
                  </a:cubicBezTo>
                  <a:cubicBezTo>
                    <a:pt x="13284" y="15228"/>
                    <a:pt x="13466" y="15198"/>
                    <a:pt x="13618" y="15198"/>
                  </a:cubicBezTo>
                  <a:lnTo>
                    <a:pt x="14013" y="15198"/>
                  </a:lnTo>
                  <a:cubicBezTo>
                    <a:pt x="14030" y="15204"/>
                    <a:pt x="14047" y="15206"/>
                    <a:pt x="14063" y="15206"/>
                  </a:cubicBezTo>
                  <a:cubicBezTo>
                    <a:pt x="14137" y="15206"/>
                    <a:pt x="14207" y="15157"/>
                    <a:pt x="14256" y="15107"/>
                  </a:cubicBezTo>
                  <a:lnTo>
                    <a:pt x="14378" y="15228"/>
                  </a:lnTo>
                  <a:lnTo>
                    <a:pt x="14408" y="15228"/>
                  </a:lnTo>
                  <a:cubicBezTo>
                    <a:pt x="14484" y="15191"/>
                    <a:pt x="14570" y="15165"/>
                    <a:pt x="14640" y="15165"/>
                  </a:cubicBezTo>
                  <a:cubicBezTo>
                    <a:pt x="14683" y="15165"/>
                    <a:pt x="14720" y="15175"/>
                    <a:pt x="14743" y="15198"/>
                  </a:cubicBezTo>
                  <a:lnTo>
                    <a:pt x="14773" y="15259"/>
                  </a:lnTo>
                  <a:cubicBezTo>
                    <a:pt x="14773" y="15274"/>
                    <a:pt x="14781" y="15282"/>
                    <a:pt x="14792" y="15282"/>
                  </a:cubicBezTo>
                  <a:cubicBezTo>
                    <a:pt x="14804" y="15282"/>
                    <a:pt x="14819" y="15274"/>
                    <a:pt x="14834" y="15259"/>
                  </a:cubicBezTo>
                  <a:lnTo>
                    <a:pt x="14864" y="15259"/>
                  </a:lnTo>
                  <a:lnTo>
                    <a:pt x="14864" y="15228"/>
                  </a:lnTo>
                  <a:cubicBezTo>
                    <a:pt x="14956" y="15213"/>
                    <a:pt x="15039" y="15206"/>
                    <a:pt x="15123" y="15206"/>
                  </a:cubicBezTo>
                  <a:cubicBezTo>
                    <a:pt x="15206" y="15206"/>
                    <a:pt x="15290" y="15213"/>
                    <a:pt x="15381" y="15228"/>
                  </a:cubicBezTo>
                  <a:cubicBezTo>
                    <a:pt x="15503" y="15198"/>
                    <a:pt x="15624" y="15107"/>
                    <a:pt x="15685" y="14985"/>
                  </a:cubicBezTo>
                  <a:cubicBezTo>
                    <a:pt x="15707" y="14964"/>
                    <a:pt x="15743" y="14942"/>
                    <a:pt x="15784" y="14942"/>
                  </a:cubicBezTo>
                  <a:cubicBezTo>
                    <a:pt x="15801" y="14942"/>
                    <a:pt x="15819" y="14946"/>
                    <a:pt x="15837" y="14955"/>
                  </a:cubicBezTo>
                  <a:lnTo>
                    <a:pt x="15867" y="14955"/>
                  </a:lnTo>
                  <a:lnTo>
                    <a:pt x="15989" y="15046"/>
                  </a:lnTo>
                  <a:cubicBezTo>
                    <a:pt x="16080" y="15016"/>
                    <a:pt x="16202" y="15016"/>
                    <a:pt x="16293" y="15016"/>
                  </a:cubicBezTo>
                  <a:lnTo>
                    <a:pt x="16658" y="15137"/>
                  </a:lnTo>
                  <a:lnTo>
                    <a:pt x="16810" y="15046"/>
                  </a:lnTo>
                  <a:cubicBezTo>
                    <a:pt x="16830" y="15036"/>
                    <a:pt x="16850" y="15033"/>
                    <a:pt x="16871" y="15033"/>
                  </a:cubicBezTo>
                  <a:cubicBezTo>
                    <a:pt x="16911" y="15033"/>
                    <a:pt x="16952" y="15046"/>
                    <a:pt x="16992" y="15046"/>
                  </a:cubicBezTo>
                  <a:lnTo>
                    <a:pt x="17053" y="15046"/>
                  </a:lnTo>
                  <a:cubicBezTo>
                    <a:pt x="17056" y="15049"/>
                    <a:pt x="17063" y="15051"/>
                    <a:pt x="17074" y="15051"/>
                  </a:cubicBezTo>
                  <a:cubicBezTo>
                    <a:pt x="17155" y="15051"/>
                    <a:pt x="17435" y="14955"/>
                    <a:pt x="17570" y="14955"/>
                  </a:cubicBezTo>
                  <a:cubicBezTo>
                    <a:pt x="17592" y="14963"/>
                    <a:pt x="17617" y="14966"/>
                    <a:pt x="17643" y="14966"/>
                  </a:cubicBezTo>
                  <a:cubicBezTo>
                    <a:pt x="17720" y="14966"/>
                    <a:pt x="17805" y="14932"/>
                    <a:pt x="17874" y="14864"/>
                  </a:cubicBezTo>
                  <a:lnTo>
                    <a:pt x="17934" y="14955"/>
                  </a:lnTo>
                  <a:cubicBezTo>
                    <a:pt x="17934" y="14985"/>
                    <a:pt x="17874" y="15077"/>
                    <a:pt x="17843" y="15077"/>
                  </a:cubicBezTo>
                  <a:cubicBezTo>
                    <a:pt x="17722" y="15107"/>
                    <a:pt x="17691" y="15168"/>
                    <a:pt x="17752" y="15228"/>
                  </a:cubicBezTo>
                  <a:cubicBezTo>
                    <a:pt x="17764" y="15252"/>
                    <a:pt x="17806" y="15262"/>
                    <a:pt x="17855" y="15262"/>
                  </a:cubicBezTo>
                  <a:cubicBezTo>
                    <a:pt x="17933" y="15262"/>
                    <a:pt x="18026" y="15236"/>
                    <a:pt x="18026" y="15198"/>
                  </a:cubicBezTo>
                  <a:lnTo>
                    <a:pt x="18026" y="14955"/>
                  </a:lnTo>
                  <a:cubicBezTo>
                    <a:pt x="18050" y="14951"/>
                    <a:pt x="18073" y="14949"/>
                    <a:pt x="18097" y="14949"/>
                  </a:cubicBezTo>
                  <a:cubicBezTo>
                    <a:pt x="18255" y="14949"/>
                    <a:pt x="18410" y="15032"/>
                    <a:pt x="18542" y="15137"/>
                  </a:cubicBezTo>
                  <a:cubicBezTo>
                    <a:pt x="18573" y="15198"/>
                    <a:pt x="18664" y="15228"/>
                    <a:pt x="18694" y="15228"/>
                  </a:cubicBezTo>
                  <a:cubicBezTo>
                    <a:pt x="18725" y="15198"/>
                    <a:pt x="18725" y="15168"/>
                    <a:pt x="18694" y="15107"/>
                  </a:cubicBezTo>
                  <a:cubicBezTo>
                    <a:pt x="18755" y="15046"/>
                    <a:pt x="18846" y="15046"/>
                    <a:pt x="18907" y="15016"/>
                  </a:cubicBezTo>
                  <a:lnTo>
                    <a:pt x="18937" y="14985"/>
                  </a:lnTo>
                  <a:cubicBezTo>
                    <a:pt x="18919" y="14931"/>
                    <a:pt x="18978" y="14920"/>
                    <a:pt x="19040" y="14920"/>
                  </a:cubicBezTo>
                  <a:cubicBezTo>
                    <a:pt x="19082" y="14920"/>
                    <a:pt x="19126" y="14925"/>
                    <a:pt x="19150" y="14925"/>
                  </a:cubicBezTo>
                  <a:cubicBezTo>
                    <a:pt x="19211" y="14955"/>
                    <a:pt x="19424" y="15107"/>
                    <a:pt x="19545" y="15137"/>
                  </a:cubicBezTo>
                  <a:cubicBezTo>
                    <a:pt x="19574" y="15144"/>
                    <a:pt x="19603" y="15148"/>
                    <a:pt x="19631" y="15148"/>
                  </a:cubicBezTo>
                  <a:cubicBezTo>
                    <a:pt x="19721" y="15148"/>
                    <a:pt x="19803" y="15109"/>
                    <a:pt x="19849" y="15016"/>
                  </a:cubicBezTo>
                  <a:lnTo>
                    <a:pt x="19910" y="14955"/>
                  </a:lnTo>
                  <a:lnTo>
                    <a:pt x="19940" y="14925"/>
                  </a:lnTo>
                  <a:lnTo>
                    <a:pt x="20244" y="14742"/>
                  </a:lnTo>
                  <a:lnTo>
                    <a:pt x="20336" y="14833"/>
                  </a:lnTo>
                  <a:lnTo>
                    <a:pt x="20396" y="14925"/>
                  </a:lnTo>
                  <a:cubicBezTo>
                    <a:pt x="20518" y="14985"/>
                    <a:pt x="20609" y="15046"/>
                    <a:pt x="20731" y="15107"/>
                  </a:cubicBezTo>
                  <a:lnTo>
                    <a:pt x="20792" y="15046"/>
                  </a:lnTo>
                  <a:lnTo>
                    <a:pt x="20883" y="15016"/>
                  </a:lnTo>
                  <a:cubicBezTo>
                    <a:pt x="20903" y="14996"/>
                    <a:pt x="20928" y="14987"/>
                    <a:pt x="20954" y="14987"/>
                  </a:cubicBezTo>
                  <a:cubicBezTo>
                    <a:pt x="21049" y="14987"/>
                    <a:pt x="21170" y="15090"/>
                    <a:pt x="21217" y="15137"/>
                  </a:cubicBezTo>
                  <a:cubicBezTo>
                    <a:pt x="21232" y="15168"/>
                    <a:pt x="21270" y="15183"/>
                    <a:pt x="21308" y="15183"/>
                  </a:cubicBezTo>
                  <a:cubicBezTo>
                    <a:pt x="21346" y="15183"/>
                    <a:pt x="21384" y="15168"/>
                    <a:pt x="21399" y="15137"/>
                  </a:cubicBezTo>
                  <a:cubicBezTo>
                    <a:pt x="21420" y="15127"/>
                    <a:pt x="21443" y="15124"/>
                    <a:pt x="21467" y="15124"/>
                  </a:cubicBezTo>
                  <a:cubicBezTo>
                    <a:pt x="21514" y="15124"/>
                    <a:pt x="21562" y="15137"/>
                    <a:pt x="21582" y="15137"/>
                  </a:cubicBezTo>
                  <a:cubicBezTo>
                    <a:pt x="21643" y="15107"/>
                    <a:pt x="21703" y="15107"/>
                    <a:pt x="21734" y="15077"/>
                  </a:cubicBezTo>
                  <a:lnTo>
                    <a:pt x="21886" y="15077"/>
                  </a:lnTo>
                  <a:cubicBezTo>
                    <a:pt x="21947" y="15077"/>
                    <a:pt x="22007" y="15046"/>
                    <a:pt x="22038" y="14985"/>
                  </a:cubicBezTo>
                  <a:cubicBezTo>
                    <a:pt x="21977" y="14894"/>
                    <a:pt x="21947" y="14833"/>
                    <a:pt x="21886" y="14742"/>
                  </a:cubicBezTo>
                  <a:lnTo>
                    <a:pt x="21582" y="14742"/>
                  </a:lnTo>
                  <a:cubicBezTo>
                    <a:pt x="21673" y="14681"/>
                    <a:pt x="21764" y="14621"/>
                    <a:pt x="21825" y="14560"/>
                  </a:cubicBezTo>
                  <a:cubicBezTo>
                    <a:pt x="21828" y="14556"/>
                    <a:pt x="21833" y="14555"/>
                    <a:pt x="21838" y="14555"/>
                  </a:cubicBezTo>
                  <a:cubicBezTo>
                    <a:pt x="21881" y="14555"/>
                    <a:pt x="21980" y="14654"/>
                    <a:pt x="22007" y="14681"/>
                  </a:cubicBezTo>
                  <a:cubicBezTo>
                    <a:pt x="22068" y="14742"/>
                    <a:pt x="22129" y="14833"/>
                    <a:pt x="22159" y="14894"/>
                  </a:cubicBezTo>
                  <a:cubicBezTo>
                    <a:pt x="22159" y="14955"/>
                    <a:pt x="22190" y="14985"/>
                    <a:pt x="22251" y="15016"/>
                  </a:cubicBezTo>
                  <a:cubicBezTo>
                    <a:pt x="22281" y="15016"/>
                    <a:pt x="22342" y="14955"/>
                    <a:pt x="22403" y="14864"/>
                  </a:cubicBezTo>
                  <a:lnTo>
                    <a:pt x="22494" y="14773"/>
                  </a:lnTo>
                  <a:lnTo>
                    <a:pt x="22646" y="14773"/>
                  </a:lnTo>
                  <a:cubicBezTo>
                    <a:pt x="22646" y="14833"/>
                    <a:pt x="22646" y="14894"/>
                    <a:pt x="22615" y="14955"/>
                  </a:cubicBezTo>
                  <a:cubicBezTo>
                    <a:pt x="22494" y="15016"/>
                    <a:pt x="22372" y="15077"/>
                    <a:pt x="22251" y="15107"/>
                  </a:cubicBezTo>
                  <a:cubicBezTo>
                    <a:pt x="22159" y="15168"/>
                    <a:pt x="21825" y="15259"/>
                    <a:pt x="21855" y="15320"/>
                  </a:cubicBezTo>
                  <a:cubicBezTo>
                    <a:pt x="21883" y="15361"/>
                    <a:pt x="21947" y="15377"/>
                    <a:pt x="22013" y="15377"/>
                  </a:cubicBezTo>
                  <a:cubicBezTo>
                    <a:pt x="22092" y="15377"/>
                    <a:pt x="22173" y="15353"/>
                    <a:pt x="22190" y="15320"/>
                  </a:cubicBezTo>
                  <a:cubicBezTo>
                    <a:pt x="22220" y="15289"/>
                    <a:pt x="22372" y="15168"/>
                    <a:pt x="22433" y="15168"/>
                  </a:cubicBezTo>
                  <a:cubicBezTo>
                    <a:pt x="22436" y="15169"/>
                    <a:pt x="22441" y="15170"/>
                    <a:pt x="22446" y="15170"/>
                  </a:cubicBezTo>
                  <a:cubicBezTo>
                    <a:pt x="22532" y="15170"/>
                    <a:pt x="22833" y="14948"/>
                    <a:pt x="22919" y="14833"/>
                  </a:cubicBezTo>
                  <a:cubicBezTo>
                    <a:pt x="22937" y="14810"/>
                    <a:pt x="22950" y="14800"/>
                    <a:pt x="22959" y="14800"/>
                  </a:cubicBezTo>
                  <a:cubicBezTo>
                    <a:pt x="22998" y="14800"/>
                    <a:pt x="22968" y="14978"/>
                    <a:pt x="22919" y="15077"/>
                  </a:cubicBezTo>
                  <a:cubicBezTo>
                    <a:pt x="22889" y="15168"/>
                    <a:pt x="22889" y="15259"/>
                    <a:pt x="22919" y="15350"/>
                  </a:cubicBezTo>
                  <a:cubicBezTo>
                    <a:pt x="22934" y="15350"/>
                    <a:pt x="23003" y="15358"/>
                    <a:pt x="23067" y="15358"/>
                  </a:cubicBezTo>
                  <a:cubicBezTo>
                    <a:pt x="23132" y="15358"/>
                    <a:pt x="23193" y="15350"/>
                    <a:pt x="23193" y="15320"/>
                  </a:cubicBezTo>
                  <a:cubicBezTo>
                    <a:pt x="23223" y="15259"/>
                    <a:pt x="23284" y="15077"/>
                    <a:pt x="23345" y="15046"/>
                  </a:cubicBezTo>
                  <a:cubicBezTo>
                    <a:pt x="23406" y="15046"/>
                    <a:pt x="23466" y="15168"/>
                    <a:pt x="23466" y="15228"/>
                  </a:cubicBezTo>
                  <a:cubicBezTo>
                    <a:pt x="23466" y="15259"/>
                    <a:pt x="23558" y="15350"/>
                    <a:pt x="23710" y="15411"/>
                  </a:cubicBezTo>
                  <a:lnTo>
                    <a:pt x="23801" y="15411"/>
                  </a:lnTo>
                  <a:cubicBezTo>
                    <a:pt x="23831" y="15411"/>
                    <a:pt x="23862" y="15411"/>
                    <a:pt x="23862" y="15380"/>
                  </a:cubicBezTo>
                  <a:cubicBezTo>
                    <a:pt x="23801" y="15289"/>
                    <a:pt x="23740" y="15259"/>
                    <a:pt x="23649" y="15198"/>
                  </a:cubicBezTo>
                  <a:cubicBezTo>
                    <a:pt x="23588" y="15168"/>
                    <a:pt x="23710" y="15168"/>
                    <a:pt x="23740" y="15168"/>
                  </a:cubicBezTo>
                  <a:cubicBezTo>
                    <a:pt x="23862" y="15168"/>
                    <a:pt x="23953" y="15198"/>
                    <a:pt x="24044" y="15198"/>
                  </a:cubicBezTo>
                  <a:cubicBezTo>
                    <a:pt x="24105" y="15198"/>
                    <a:pt x="24196" y="15350"/>
                    <a:pt x="24196" y="15411"/>
                  </a:cubicBezTo>
                  <a:cubicBezTo>
                    <a:pt x="24199" y="15416"/>
                    <a:pt x="24202" y="15419"/>
                    <a:pt x="24206" y="15419"/>
                  </a:cubicBezTo>
                  <a:cubicBezTo>
                    <a:pt x="24248" y="15419"/>
                    <a:pt x="24356" y="15160"/>
                    <a:pt x="24439" y="15077"/>
                  </a:cubicBezTo>
                  <a:cubicBezTo>
                    <a:pt x="24530" y="15016"/>
                    <a:pt x="24591" y="14955"/>
                    <a:pt x="24652" y="14894"/>
                  </a:cubicBezTo>
                  <a:cubicBezTo>
                    <a:pt x="24682" y="14864"/>
                    <a:pt x="24804" y="14773"/>
                    <a:pt x="24865" y="14773"/>
                  </a:cubicBezTo>
                  <a:cubicBezTo>
                    <a:pt x="24925" y="14773"/>
                    <a:pt x="24956" y="14833"/>
                    <a:pt x="24986" y="14894"/>
                  </a:cubicBezTo>
                  <a:cubicBezTo>
                    <a:pt x="24986" y="14898"/>
                    <a:pt x="24987" y="14900"/>
                    <a:pt x="24989" y="14900"/>
                  </a:cubicBezTo>
                  <a:cubicBezTo>
                    <a:pt x="25002" y="14900"/>
                    <a:pt x="25055" y="14814"/>
                    <a:pt x="25108" y="14681"/>
                  </a:cubicBezTo>
                  <a:lnTo>
                    <a:pt x="25351" y="14833"/>
                  </a:lnTo>
                  <a:lnTo>
                    <a:pt x="25442" y="14894"/>
                  </a:lnTo>
                  <a:cubicBezTo>
                    <a:pt x="25459" y="14891"/>
                    <a:pt x="25474" y="14890"/>
                    <a:pt x="25487" y="14890"/>
                  </a:cubicBezTo>
                  <a:cubicBezTo>
                    <a:pt x="25624" y="14890"/>
                    <a:pt x="25622" y="15016"/>
                    <a:pt x="25594" y="15016"/>
                  </a:cubicBezTo>
                  <a:lnTo>
                    <a:pt x="25199" y="14925"/>
                  </a:lnTo>
                  <a:lnTo>
                    <a:pt x="25138" y="15107"/>
                  </a:lnTo>
                  <a:cubicBezTo>
                    <a:pt x="25047" y="15107"/>
                    <a:pt x="25229" y="15168"/>
                    <a:pt x="25503" y="15228"/>
                  </a:cubicBezTo>
                  <a:lnTo>
                    <a:pt x="25685" y="15137"/>
                  </a:lnTo>
                  <a:lnTo>
                    <a:pt x="25959" y="15016"/>
                  </a:lnTo>
                  <a:cubicBezTo>
                    <a:pt x="26111" y="15077"/>
                    <a:pt x="26232" y="15228"/>
                    <a:pt x="26263" y="15380"/>
                  </a:cubicBezTo>
                  <a:cubicBezTo>
                    <a:pt x="26248" y="15396"/>
                    <a:pt x="26278" y="15403"/>
                    <a:pt x="26331" y="15403"/>
                  </a:cubicBezTo>
                  <a:cubicBezTo>
                    <a:pt x="26384" y="15403"/>
                    <a:pt x="26460" y="15396"/>
                    <a:pt x="26536" y="15380"/>
                  </a:cubicBezTo>
                  <a:lnTo>
                    <a:pt x="26749" y="15472"/>
                  </a:lnTo>
                  <a:lnTo>
                    <a:pt x="26840" y="15532"/>
                  </a:lnTo>
                  <a:cubicBezTo>
                    <a:pt x="27083" y="15502"/>
                    <a:pt x="27205" y="15380"/>
                    <a:pt x="27205" y="15380"/>
                  </a:cubicBezTo>
                  <a:cubicBezTo>
                    <a:pt x="27175" y="15350"/>
                    <a:pt x="27205" y="15320"/>
                    <a:pt x="27235" y="15320"/>
                  </a:cubicBezTo>
                  <a:lnTo>
                    <a:pt x="27296" y="15320"/>
                  </a:lnTo>
                  <a:cubicBezTo>
                    <a:pt x="27324" y="15320"/>
                    <a:pt x="27628" y="15445"/>
                    <a:pt x="27729" y="15445"/>
                  </a:cubicBezTo>
                  <a:cubicBezTo>
                    <a:pt x="27739" y="15445"/>
                    <a:pt x="27747" y="15444"/>
                    <a:pt x="27752" y="15441"/>
                  </a:cubicBezTo>
                  <a:cubicBezTo>
                    <a:pt x="27843" y="15380"/>
                    <a:pt x="27935" y="15350"/>
                    <a:pt x="27995" y="15289"/>
                  </a:cubicBezTo>
                  <a:lnTo>
                    <a:pt x="28087" y="15380"/>
                  </a:lnTo>
                  <a:lnTo>
                    <a:pt x="28269" y="15532"/>
                  </a:lnTo>
                  <a:cubicBezTo>
                    <a:pt x="28482" y="15411"/>
                    <a:pt x="28542" y="15228"/>
                    <a:pt x="28482" y="15228"/>
                  </a:cubicBezTo>
                  <a:cubicBezTo>
                    <a:pt x="28474" y="15220"/>
                    <a:pt x="28481" y="15217"/>
                    <a:pt x="28496" y="15217"/>
                  </a:cubicBezTo>
                  <a:cubicBezTo>
                    <a:pt x="28538" y="15217"/>
                    <a:pt x="28642" y="15245"/>
                    <a:pt x="28664" y="15289"/>
                  </a:cubicBezTo>
                  <a:cubicBezTo>
                    <a:pt x="28694" y="15350"/>
                    <a:pt x="28725" y="15411"/>
                    <a:pt x="28755" y="15472"/>
                  </a:cubicBezTo>
                  <a:lnTo>
                    <a:pt x="28786" y="15472"/>
                  </a:lnTo>
                  <a:cubicBezTo>
                    <a:pt x="28846" y="15472"/>
                    <a:pt x="28877" y="15441"/>
                    <a:pt x="28907" y="15411"/>
                  </a:cubicBezTo>
                  <a:lnTo>
                    <a:pt x="28968" y="15350"/>
                  </a:lnTo>
                  <a:cubicBezTo>
                    <a:pt x="28998" y="15320"/>
                    <a:pt x="29044" y="15304"/>
                    <a:pt x="29090" y="15304"/>
                  </a:cubicBezTo>
                  <a:cubicBezTo>
                    <a:pt x="29135" y="15304"/>
                    <a:pt x="29181" y="15320"/>
                    <a:pt x="29211" y="15350"/>
                  </a:cubicBezTo>
                  <a:cubicBezTo>
                    <a:pt x="29226" y="15380"/>
                    <a:pt x="29242" y="15396"/>
                    <a:pt x="29257" y="15396"/>
                  </a:cubicBezTo>
                  <a:cubicBezTo>
                    <a:pt x="29272" y="15396"/>
                    <a:pt x="29287" y="15380"/>
                    <a:pt x="29302" y="15350"/>
                  </a:cubicBezTo>
                  <a:lnTo>
                    <a:pt x="29302" y="15320"/>
                  </a:lnTo>
                  <a:cubicBezTo>
                    <a:pt x="29333" y="15289"/>
                    <a:pt x="29272" y="15168"/>
                    <a:pt x="29394" y="15168"/>
                  </a:cubicBezTo>
                  <a:cubicBezTo>
                    <a:pt x="29515" y="15168"/>
                    <a:pt x="29515" y="15228"/>
                    <a:pt x="29515" y="15320"/>
                  </a:cubicBezTo>
                  <a:lnTo>
                    <a:pt x="29515" y="15380"/>
                  </a:lnTo>
                  <a:cubicBezTo>
                    <a:pt x="29515" y="15441"/>
                    <a:pt x="29606" y="15502"/>
                    <a:pt x="29697" y="15502"/>
                  </a:cubicBezTo>
                  <a:lnTo>
                    <a:pt x="29758" y="15502"/>
                  </a:lnTo>
                  <a:cubicBezTo>
                    <a:pt x="29880" y="15502"/>
                    <a:pt x="30001" y="15441"/>
                    <a:pt x="30123" y="15411"/>
                  </a:cubicBezTo>
                  <a:lnTo>
                    <a:pt x="30336" y="15259"/>
                  </a:lnTo>
                  <a:cubicBezTo>
                    <a:pt x="30336" y="15350"/>
                    <a:pt x="30366" y="15441"/>
                    <a:pt x="30397" y="15502"/>
                  </a:cubicBezTo>
                  <a:cubicBezTo>
                    <a:pt x="30397" y="15502"/>
                    <a:pt x="30609" y="15502"/>
                    <a:pt x="30609" y="15472"/>
                  </a:cubicBezTo>
                  <a:cubicBezTo>
                    <a:pt x="30609" y="15441"/>
                    <a:pt x="30647" y="15426"/>
                    <a:pt x="30689" y="15426"/>
                  </a:cubicBezTo>
                  <a:cubicBezTo>
                    <a:pt x="30731" y="15426"/>
                    <a:pt x="30777" y="15441"/>
                    <a:pt x="30792" y="15472"/>
                  </a:cubicBezTo>
                  <a:cubicBezTo>
                    <a:pt x="31005" y="15532"/>
                    <a:pt x="31187" y="15563"/>
                    <a:pt x="31400" y="15593"/>
                  </a:cubicBezTo>
                  <a:cubicBezTo>
                    <a:pt x="31521" y="15593"/>
                    <a:pt x="31643" y="15593"/>
                    <a:pt x="31734" y="15563"/>
                  </a:cubicBezTo>
                  <a:lnTo>
                    <a:pt x="31764" y="15502"/>
                  </a:lnTo>
                  <a:lnTo>
                    <a:pt x="31795" y="15502"/>
                  </a:lnTo>
                  <a:cubicBezTo>
                    <a:pt x="31798" y="15499"/>
                    <a:pt x="31803" y="15498"/>
                    <a:pt x="31810" y="15498"/>
                  </a:cubicBezTo>
                  <a:cubicBezTo>
                    <a:pt x="31879" y="15498"/>
                    <a:pt x="32140" y="15624"/>
                    <a:pt x="32251" y="15624"/>
                  </a:cubicBezTo>
                  <a:cubicBezTo>
                    <a:pt x="32261" y="15626"/>
                    <a:pt x="32271" y="15627"/>
                    <a:pt x="32280" y="15627"/>
                  </a:cubicBezTo>
                  <a:cubicBezTo>
                    <a:pt x="32418" y="15627"/>
                    <a:pt x="32524" y="15437"/>
                    <a:pt x="32524" y="15380"/>
                  </a:cubicBezTo>
                  <a:cubicBezTo>
                    <a:pt x="32524" y="15375"/>
                    <a:pt x="32527" y="15373"/>
                    <a:pt x="32532" y="15373"/>
                  </a:cubicBezTo>
                  <a:cubicBezTo>
                    <a:pt x="32557" y="15373"/>
                    <a:pt x="32642" y="15432"/>
                    <a:pt x="32767" y="15532"/>
                  </a:cubicBezTo>
                  <a:lnTo>
                    <a:pt x="33011" y="15532"/>
                  </a:lnTo>
                  <a:cubicBezTo>
                    <a:pt x="33071" y="15563"/>
                    <a:pt x="33163" y="15563"/>
                    <a:pt x="33223" y="15593"/>
                  </a:cubicBezTo>
                  <a:lnTo>
                    <a:pt x="33345" y="15624"/>
                  </a:lnTo>
                  <a:cubicBezTo>
                    <a:pt x="33497" y="15593"/>
                    <a:pt x="33527" y="15532"/>
                    <a:pt x="33497" y="15532"/>
                  </a:cubicBezTo>
                  <a:cubicBezTo>
                    <a:pt x="33467" y="15532"/>
                    <a:pt x="33527" y="15441"/>
                    <a:pt x="33649" y="15350"/>
                  </a:cubicBezTo>
                  <a:lnTo>
                    <a:pt x="33771" y="15320"/>
                  </a:lnTo>
                  <a:cubicBezTo>
                    <a:pt x="33816" y="15289"/>
                    <a:pt x="33854" y="15274"/>
                    <a:pt x="33892" y="15274"/>
                  </a:cubicBezTo>
                  <a:cubicBezTo>
                    <a:pt x="33930" y="15274"/>
                    <a:pt x="33968" y="15289"/>
                    <a:pt x="34014" y="15320"/>
                  </a:cubicBezTo>
                  <a:cubicBezTo>
                    <a:pt x="34074" y="15380"/>
                    <a:pt x="34014" y="15502"/>
                    <a:pt x="34135" y="15593"/>
                  </a:cubicBezTo>
                  <a:cubicBezTo>
                    <a:pt x="34161" y="15608"/>
                    <a:pt x="34184" y="15614"/>
                    <a:pt x="34206" y="15614"/>
                  </a:cubicBezTo>
                  <a:cubicBezTo>
                    <a:pt x="34284" y="15614"/>
                    <a:pt x="34345" y="15542"/>
                    <a:pt x="34400" y="15542"/>
                  </a:cubicBezTo>
                  <a:cubicBezTo>
                    <a:pt x="34424" y="15542"/>
                    <a:pt x="34447" y="15555"/>
                    <a:pt x="34470" y="15593"/>
                  </a:cubicBezTo>
                  <a:lnTo>
                    <a:pt x="34561" y="15684"/>
                  </a:lnTo>
                  <a:cubicBezTo>
                    <a:pt x="34682" y="15654"/>
                    <a:pt x="34804" y="15654"/>
                    <a:pt x="34926" y="15654"/>
                  </a:cubicBezTo>
                  <a:lnTo>
                    <a:pt x="34986" y="15654"/>
                  </a:lnTo>
                  <a:cubicBezTo>
                    <a:pt x="35017" y="15654"/>
                    <a:pt x="35017" y="15624"/>
                    <a:pt x="35078" y="15624"/>
                  </a:cubicBezTo>
                  <a:lnTo>
                    <a:pt x="35260" y="15624"/>
                  </a:lnTo>
                  <a:cubicBezTo>
                    <a:pt x="35301" y="15664"/>
                    <a:pt x="35335" y="15679"/>
                    <a:pt x="35365" y="15679"/>
                  </a:cubicBezTo>
                  <a:cubicBezTo>
                    <a:pt x="35441" y="15679"/>
                    <a:pt x="35495" y="15590"/>
                    <a:pt x="35570" y="15590"/>
                  </a:cubicBezTo>
                  <a:cubicBezTo>
                    <a:pt x="35578" y="15590"/>
                    <a:pt x="35586" y="15591"/>
                    <a:pt x="35594" y="15593"/>
                  </a:cubicBezTo>
                  <a:lnTo>
                    <a:pt x="35716" y="15654"/>
                  </a:lnTo>
                  <a:cubicBezTo>
                    <a:pt x="35868" y="15654"/>
                    <a:pt x="35989" y="15624"/>
                    <a:pt x="36111" y="15593"/>
                  </a:cubicBezTo>
                  <a:lnTo>
                    <a:pt x="36141" y="15593"/>
                  </a:lnTo>
                  <a:lnTo>
                    <a:pt x="36324" y="15745"/>
                  </a:lnTo>
                  <a:cubicBezTo>
                    <a:pt x="36567" y="15745"/>
                    <a:pt x="36810" y="15684"/>
                    <a:pt x="37053" y="15624"/>
                  </a:cubicBezTo>
                  <a:cubicBezTo>
                    <a:pt x="37053" y="15602"/>
                    <a:pt x="37061" y="15592"/>
                    <a:pt x="37073" y="15592"/>
                  </a:cubicBezTo>
                  <a:cubicBezTo>
                    <a:pt x="37096" y="15592"/>
                    <a:pt x="37136" y="15626"/>
                    <a:pt x="37175" y="15684"/>
                  </a:cubicBezTo>
                  <a:lnTo>
                    <a:pt x="37296" y="15684"/>
                  </a:lnTo>
                  <a:lnTo>
                    <a:pt x="37540" y="15624"/>
                  </a:lnTo>
                  <a:lnTo>
                    <a:pt x="38178" y="15624"/>
                  </a:lnTo>
                  <a:cubicBezTo>
                    <a:pt x="38208" y="15624"/>
                    <a:pt x="38421" y="15654"/>
                    <a:pt x="38664" y="15715"/>
                  </a:cubicBezTo>
                  <a:lnTo>
                    <a:pt x="39090" y="15654"/>
                  </a:lnTo>
                  <a:cubicBezTo>
                    <a:pt x="39090" y="15624"/>
                    <a:pt x="39151" y="15624"/>
                    <a:pt x="39151" y="15624"/>
                  </a:cubicBezTo>
                  <a:lnTo>
                    <a:pt x="39272" y="15745"/>
                  </a:lnTo>
                  <a:cubicBezTo>
                    <a:pt x="39515" y="15715"/>
                    <a:pt x="39728" y="15715"/>
                    <a:pt x="39941" y="15715"/>
                  </a:cubicBezTo>
                  <a:cubicBezTo>
                    <a:pt x="40070" y="15736"/>
                    <a:pt x="40184" y="15758"/>
                    <a:pt x="40293" y="15758"/>
                  </a:cubicBezTo>
                  <a:cubicBezTo>
                    <a:pt x="40338" y="15758"/>
                    <a:pt x="40383" y="15754"/>
                    <a:pt x="40427" y="15745"/>
                  </a:cubicBezTo>
                  <a:cubicBezTo>
                    <a:pt x="40518" y="15715"/>
                    <a:pt x="40610" y="15715"/>
                    <a:pt x="40670" y="15715"/>
                  </a:cubicBezTo>
                  <a:lnTo>
                    <a:pt x="40731" y="15715"/>
                  </a:lnTo>
                  <a:cubicBezTo>
                    <a:pt x="40796" y="15736"/>
                    <a:pt x="40875" y="15758"/>
                    <a:pt x="40927" y="15758"/>
                  </a:cubicBezTo>
                  <a:cubicBezTo>
                    <a:pt x="40949" y="15758"/>
                    <a:pt x="40965" y="15754"/>
                    <a:pt x="40974" y="15745"/>
                  </a:cubicBezTo>
                  <a:cubicBezTo>
                    <a:pt x="41058" y="15695"/>
                    <a:pt x="41151" y="15672"/>
                    <a:pt x="41248" y="15672"/>
                  </a:cubicBezTo>
                  <a:cubicBezTo>
                    <a:pt x="41327" y="15672"/>
                    <a:pt x="41409" y="15687"/>
                    <a:pt x="41491" y="15715"/>
                  </a:cubicBezTo>
                  <a:lnTo>
                    <a:pt x="41643" y="15745"/>
                  </a:lnTo>
                  <a:cubicBezTo>
                    <a:pt x="41765" y="15715"/>
                    <a:pt x="41886" y="15684"/>
                    <a:pt x="42008" y="15684"/>
                  </a:cubicBezTo>
                  <a:cubicBezTo>
                    <a:pt x="42069" y="15733"/>
                    <a:pt x="42120" y="15757"/>
                    <a:pt x="42161" y="15757"/>
                  </a:cubicBezTo>
                  <a:cubicBezTo>
                    <a:pt x="42223" y="15757"/>
                    <a:pt x="42263" y="15703"/>
                    <a:pt x="42281" y="15593"/>
                  </a:cubicBezTo>
                  <a:lnTo>
                    <a:pt x="42433" y="15593"/>
                  </a:lnTo>
                  <a:cubicBezTo>
                    <a:pt x="42494" y="15654"/>
                    <a:pt x="42798" y="15715"/>
                    <a:pt x="42889" y="15745"/>
                  </a:cubicBezTo>
                  <a:lnTo>
                    <a:pt x="43072" y="15806"/>
                  </a:lnTo>
                  <a:cubicBezTo>
                    <a:pt x="43315" y="15745"/>
                    <a:pt x="43588" y="15745"/>
                    <a:pt x="43831" y="15745"/>
                  </a:cubicBezTo>
                  <a:lnTo>
                    <a:pt x="44318" y="15745"/>
                  </a:lnTo>
                  <a:cubicBezTo>
                    <a:pt x="44455" y="15760"/>
                    <a:pt x="44591" y="15768"/>
                    <a:pt x="44728" y="15768"/>
                  </a:cubicBezTo>
                  <a:cubicBezTo>
                    <a:pt x="44865" y="15768"/>
                    <a:pt x="45002" y="15760"/>
                    <a:pt x="45139" y="15745"/>
                  </a:cubicBezTo>
                  <a:cubicBezTo>
                    <a:pt x="45149" y="15724"/>
                    <a:pt x="45179" y="15714"/>
                    <a:pt x="45223" y="15714"/>
                  </a:cubicBezTo>
                  <a:cubicBezTo>
                    <a:pt x="45302" y="15714"/>
                    <a:pt x="45427" y="15747"/>
                    <a:pt x="45564" y="15806"/>
                  </a:cubicBezTo>
                  <a:lnTo>
                    <a:pt x="45777" y="15745"/>
                  </a:lnTo>
                  <a:cubicBezTo>
                    <a:pt x="45830" y="15736"/>
                    <a:pt x="45884" y="15733"/>
                    <a:pt x="45936" y="15733"/>
                  </a:cubicBezTo>
                  <a:cubicBezTo>
                    <a:pt x="46063" y="15733"/>
                    <a:pt x="46186" y="15754"/>
                    <a:pt x="46294" y="15776"/>
                  </a:cubicBezTo>
                  <a:lnTo>
                    <a:pt x="46354" y="15776"/>
                  </a:lnTo>
                  <a:cubicBezTo>
                    <a:pt x="46567" y="15776"/>
                    <a:pt x="46780" y="15715"/>
                    <a:pt x="46993" y="15684"/>
                  </a:cubicBezTo>
                  <a:lnTo>
                    <a:pt x="47236" y="15776"/>
                  </a:lnTo>
                  <a:cubicBezTo>
                    <a:pt x="47266" y="15791"/>
                    <a:pt x="47304" y="15798"/>
                    <a:pt x="47346" y="15798"/>
                  </a:cubicBezTo>
                  <a:cubicBezTo>
                    <a:pt x="47388" y="15798"/>
                    <a:pt x="47433" y="15791"/>
                    <a:pt x="47479" y="15776"/>
                  </a:cubicBezTo>
                  <a:cubicBezTo>
                    <a:pt x="47540" y="15776"/>
                    <a:pt x="47601" y="15715"/>
                    <a:pt x="47692" y="15715"/>
                  </a:cubicBezTo>
                  <a:cubicBezTo>
                    <a:pt x="47753" y="15715"/>
                    <a:pt x="47813" y="15776"/>
                    <a:pt x="47905" y="15776"/>
                  </a:cubicBezTo>
                  <a:lnTo>
                    <a:pt x="47935" y="15776"/>
                  </a:lnTo>
                  <a:cubicBezTo>
                    <a:pt x="48056" y="15654"/>
                    <a:pt x="48178" y="15593"/>
                    <a:pt x="48330" y="15532"/>
                  </a:cubicBezTo>
                  <a:cubicBezTo>
                    <a:pt x="48340" y="15529"/>
                    <a:pt x="48348" y="15528"/>
                    <a:pt x="48354" y="15528"/>
                  </a:cubicBezTo>
                  <a:cubicBezTo>
                    <a:pt x="48402" y="15528"/>
                    <a:pt x="48323" y="15630"/>
                    <a:pt x="48269" y="15684"/>
                  </a:cubicBezTo>
                  <a:cubicBezTo>
                    <a:pt x="48217" y="15711"/>
                    <a:pt x="48300" y="15782"/>
                    <a:pt x="48362" y="15782"/>
                  </a:cubicBezTo>
                  <a:cubicBezTo>
                    <a:pt x="48373" y="15782"/>
                    <a:pt x="48382" y="15780"/>
                    <a:pt x="48391" y="15776"/>
                  </a:cubicBezTo>
                  <a:cubicBezTo>
                    <a:pt x="48396" y="15773"/>
                    <a:pt x="48406" y="15772"/>
                    <a:pt x="48418" y="15772"/>
                  </a:cubicBezTo>
                  <a:cubicBezTo>
                    <a:pt x="48526" y="15772"/>
                    <a:pt x="48876" y="15871"/>
                    <a:pt x="49086" y="15871"/>
                  </a:cubicBezTo>
                  <a:cubicBezTo>
                    <a:pt x="49109" y="15871"/>
                    <a:pt x="49131" y="15870"/>
                    <a:pt x="49151" y="15867"/>
                  </a:cubicBezTo>
                  <a:cubicBezTo>
                    <a:pt x="49272" y="15867"/>
                    <a:pt x="49394" y="15836"/>
                    <a:pt x="49515" y="15836"/>
                  </a:cubicBezTo>
                  <a:lnTo>
                    <a:pt x="49546" y="15836"/>
                  </a:lnTo>
                  <a:cubicBezTo>
                    <a:pt x="49637" y="15776"/>
                    <a:pt x="49683" y="15745"/>
                    <a:pt x="49724" y="15745"/>
                  </a:cubicBezTo>
                  <a:cubicBezTo>
                    <a:pt x="49766" y="15745"/>
                    <a:pt x="49804" y="15776"/>
                    <a:pt x="49880" y="15836"/>
                  </a:cubicBezTo>
                  <a:lnTo>
                    <a:pt x="49911" y="15867"/>
                  </a:lnTo>
                  <a:cubicBezTo>
                    <a:pt x="49916" y="15870"/>
                    <a:pt x="49922" y="15871"/>
                    <a:pt x="49928" y="15871"/>
                  </a:cubicBezTo>
                  <a:cubicBezTo>
                    <a:pt x="49987" y="15871"/>
                    <a:pt x="50063" y="15742"/>
                    <a:pt x="50063" y="15715"/>
                  </a:cubicBezTo>
                  <a:cubicBezTo>
                    <a:pt x="50063" y="15684"/>
                    <a:pt x="50093" y="15654"/>
                    <a:pt x="50123" y="15624"/>
                  </a:cubicBezTo>
                  <a:cubicBezTo>
                    <a:pt x="50154" y="15684"/>
                    <a:pt x="50154" y="15745"/>
                    <a:pt x="50184" y="15806"/>
                  </a:cubicBezTo>
                  <a:cubicBezTo>
                    <a:pt x="50184" y="15836"/>
                    <a:pt x="50336" y="15867"/>
                    <a:pt x="50488" y="15867"/>
                  </a:cubicBezTo>
                  <a:lnTo>
                    <a:pt x="50640" y="15867"/>
                  </a:lnTo>
                  <a:lnTo>
                    <a:pt x="50792" y="15897"/>
                  </a:lnTo>
                  <a:cubicBezTo>
                    <a:pt x="50944" y="15897"/>
                    <a:pt x="51187" y="15867"/>
                    <a:pt x="51309" y="15867"/>
                  </a:cubicBezTo>
                  <a:lnTo>
                    <a:pt x="51552" y="15867"/>
                  </a:lnTo>
                  <a:cubicBezTo>
                    <a:pt x="51579" y="15813"/>
                    <a:pt x="51655" y="15710"/>
                    <a:pt x="51714" y="15710"/>
                  </a:cubicBezTo>
                  <a:cubicBezTo>
                    <a:pt x="51721" y="15710"/>
                    <a:pt x="51728" y="15712"/>
                    <a:pt x="51734" y="15715"/>
                  </a:cubicBezTo>
                  <a:cubicBezTo>
                    <a:pt x="51795" y="15745"/>
                    <a:pt x="51826" y="15806"/>
                    <a:pt x="51856" y="15867"/>
                  </a:cubicBezTo>
                  <a:cubicBezTo>
                    <a:pt x="51947" y="15836"/>
                    <a:pt x="52038" y="15806"/>
                    <a:pt x="52130" y="15776"/>
                  </a:cubicBezTo>
                  <a:lnTo>
                    <a:pt x="52525" y="15776"/>
                  </a:lnTo>
                  <a:cubicBezTo>
                    <a:pt x="52616" y="15776"/>
                    <a:pt x="52707" y="15745"/>
                    <a:pt x="52768" y="15684"/>
                  </a:cubicBezTo>
                  <a:lnTo>
                    <a:pt x="52859" y="15836"/>
                  </a:lnTo>
                  <a:cubicBezTo>
                    <a:pt x="52889" y="15867"/>
                    <a:pt x="53102" y="15867"/>
                    <a:pt x="53254" y="15867"/>
                  </a:cubicBezTo>
                  <a:lnTo>
                    <a:pt x="53467" y="15867"/>
                  </a:lnTo>
                  <a:cubicBezTo>
                    <a:pt x="53560" y="15844"/>
                    <a:pt x="53653" y="15834"/>
                    <a:pt x="53746" y="15834"/>
                  </a:cubicBezTo>
                  <a:cubicBezTo>
                    <a:pt x="53896" y="15834"/>
                    <a:pt x="54046" y="15860"/>
                    <a:pt x="54196" y="15897"/>
                  </a:cubicBezTo>
                  <a:lnTo>
                    <a:pt x="54288" y="15867"/>
                  </a:lnTo>
                  <a:cubicBezTo>
                    <a:pt x="54303" y="15859"/>
                    <a:pt x="54318" y="15856"/>
                    <a:pt x="54331" y="15856"/>
                  </a:cubicBezTo>
                  <a:cubicBezTo>
                    <a:pt x="54396" y="15856"/>
                    <a:pt x="54435" y="15935"/>
                    <a:pt x="54503" y="15935"/>
                  </a:cubicBezTo>
                  <a:cubicBezTo>
                    <a:pt x="54528" y="15935"/>
                    <a:pt x="54557" y="15925"/>
                    <a:pt x="54592" y="15897"/>
                  </a:cubicBezTo>
                  <a:cubicBezTo>
                    <a:pt x="54642" y="15872"/>
                    <a:pt x="54692" y="15857"/>
                    <a:pt x="54740" y="15857"/>
                  </a:cubicBezTo>
                  <a:cubicBezTo>
                    <a:pt x="54809" y="15857"/>
                    <a:pt x="54873" y="15887"/>
                    <a:pt x="54926" y="15958"/>
                  </a:cubicBezTo>
                  <a:cubicBezTo>
                    <a:pt x="55291" y="15897"/>
                    <a:pt x="55625" y="15867"/>
                    <a:pt x="55959" y="15867"/>
                  </a:cubicBezTo>
                  <a:cubicBezTo>
                    <a:pt x="56081" y="15897"/>
                    <a:pt x="56172" y="15897"/>
                    <a:pt x="56294" y="15897"/>
                  </a:cubicBezTo>
                  <a:lnTo>
                    <a:pt x="56324" y="15897"/>
                  </a:lnTo>
                  <a:cubicBezTo>
                    <a:pt x="56335" y="15886"/>
                    <a:pt x="56346" y="15882"/>
                    <a:pt x="56356" y="15882"/>
                  </a:cubicBezTo>
                  <a:cubicBezTo>
                    <a:pt x="56392" y="15882"/>
                    <a:pt x="56430" y="15927"/>
                    <a:pt x="56475" y="15927"/>
                  </a:cubicBezTo>
                  <a:cubicBezTo>
                    <a:pt x="56494" y="15927"/>
                    <a:pt x="56515" y="15919"/>
                    <a:pt x="56537" y="15897"/>
                  </a:cubicBezTo>
                  <a:lnTo>
                    <a:pt x="56567" y="15836"/>
                  </a:lnTo>
                  <a:cubicBezTo>
                    <a:pt x="56593" y="15831"/>
                    <a:pt x="56619" y="15829"/>
                    <a:pt x="56645" y="15829"/>
                  </a:cubicBezTo>
                  <a:cubicBezTo>
                    <a:pt x="56770" y="15829"/>
                    <a:pt x="56887" y="15888"/>
                    <a:pt x="56962" y="15988"/>
                  </a:cubicBezTo>
                  <a:lnTo>
                    <a:pt x="57084" y="15928"/>
                  </a:lnTo>
                  <a:lnTo>
                    <a:pt x="57236" y="15806"/>
                  </a:lnTo>
                  <a:cubicBezTo>
                    <a:pt x="57418" y="15867"/>
                    <a:pt x="57601" y="15897"/>
                    <a:pt x="57783" y="15988"/>
                  </a:cubicBezTo>
                  <a:lnTo>
                    <a:pt x="57905" y="15897"/>
                  </a:lnTo>
                  <a:cubicBezTo>
                    <a:pt x="57921" y="15889"/>
                    <a:pt x="57937" y="15886"/>
                    <a:pt x="57955" y="15886"/>
                  </a:cubicBezTo>
                  <a:cubicBezTo>
                    <a:pt x="58026" y="15886"/>
                    <a:pt x="58104" y="15942"/>
                    <a:pt x="58178" y="15942"/>
                  </a:cubicBezTo>
                  <a:cubicBezTo>
                    <a:pt x="58220" y="15942"/>
                    <a:pt x="58262" y="15924"/>
                    <a:pt x="58300" y="15867"/>
                  </a:cubicBezTo>
                  <a:cubicBezTo>
                    <a:pt x="58482" y="15867"/>
                    <a:pt x="58665" y="15928"/>
                    <a:pt x="58817" y="15988"/>
                  </a:cubicBezTo>
                  <a:lnTo>
                    <a:pt x="58999" y="15867"/>
                  </a:lnTo>
                  <a:cubicBezTo>
                    <a:pt x="59045" y="15852"/>
                    <a:pt x="59090" y="15844"/>
                    <a:pt x="59132" y="15844"/>
                  </a:cubicBezTo>
                  <a:cubicBezTo>
                    <a:pt x="59174" y="15844"/>
                    <a:pt x="59212" y="15852"/>
                    <a:pt x="59242" y="15867"/>
                  </a:cubicBezTo>
                  <a:lnTo>
                    <a:pt x="59455" y="16019"/>
                  </a:lnTo>
                  <a:cubicBezTo>
                    <a:pt x="59698" y="15958"/>
                    <a:pt x="60093" y="15928"/>
                    <a:pt x="60184" y="15928"/>
                  </a:cubicBezTo>
                  <a:cubicBezTo>
                    <a:pt x="60205" y="15917"/>
                    <a:pt x="60245" y="15914"/>
                    <a:pt x="60292" y="15914"/>
                  </a:cubicBezTo>
                  <a:cubicBezTo>
                    <a:pt x="60387" y="15914"/>
                    <a:pt x="60509" y="15928"/>
                    <a:pt x="60549" y="15928"/>
                  </a:cubicBezTo>
                  <a:cubicBezTo>
                    <a:pt x="60671" y="15867"/>
                    <a:pt x="60823" y="15867"/>
                    <a:pt x="60944" y="15867"/>
                  </a:cubicBezTo>
                  <a:lnTo>
                    <a:pt x="61218" y="15928"/>
                  </a:lnTo>
                  <a:lnTo>
                    <a:pt x="61279" y="15928"/>
                  </a:lnTo>
                  <a:cubicBezTo>
                    <a:pt x="61370" y="15928"/>
                    <a:pt x="61461" y="15867"/>
                    <a:pt x="61552" y="15867"/>
                  </a:cubicBezTo>
                  <a:cubicBezTo>
                    <a:pt x="61613" y="15867"/>
                    <a:pt x="61704" y="15867"/>
                    <a:pt x="61795" y="15836"/>
                  </a:cubicBezTo>
                  <a:cubicBezTo>
                    <a:pt x="61856" y="15806"/>
                    <a:pt x="61795" y="15684"/>
                    <a:pt x="61947" y="15684"/>
                  </a:cubicBezTo>
                  <a:lnTo>
                    <a:pt x="62039" y="15684"/>
                  </a:lnTo>
                  <a:cubicBezTo>
                    <a:pt x="62048" y="15681"/>
                    <a:pt x="62059" y="15680"/>
                    <a:pt x="62069" y="15680"/>
                  </a:cubicBezTo>
                  <a:cubicBezTo>
                    <a:pt x="62155" y="15680"/>
                    <a:pt x="62251" y="15782"/>
                    <a:pt x="62251" y="15836"/>
                  </a:cubicBezTo>
                  <a:cubicBezTo>
                    <a:pt x="62356" y="15860"/>
                    <a:pt x="62460" y="15870"/>
                    <a:pt x="62565" y="15870"/>
                  </a:cubicBezTo>
                  <a:cubicBezTo>
                    <a:pt x="62734" y="15870"/>
                    <a:pt x="62903" y="15844"/>
                    <a:pt x="63072" y="15806"/>
                  </a:cubicBezTo>
                  <a:lnTo>
                    <a:pt x="63467" y="15867"/>
                  </a:lnTo>
                  <a:cubicBezTo>
                    <a:pt x="63498" y="15867"/>
                    <a:pt x="63528" y="15776"/>
                    <a:pt x="63558" y="15745"/>
                  </a:cubicBezTo>
                  <a:cubicBezTo>
                    <a:pt x="63649" y="15776"/>
                    <a:pt x="63710" y="15806"/>
                    <a:pt x="63741" y="15836"/>
                  </a:cubicBezTo>
                  <a:lnTo>
                    <a:pt x="63832" y="15897"/>
                  </a:lnTo>
                  <a:lnTo>
                    <a:pt x="63984" y="15958"/>
                  </a:lnTo>
                  <a:cubicBezTo>
                    <a:pt x="64166" y="15897"/>
                    <a:pt x="64349" y="15867"/>
                    <a:pt x="64531" y="15867"/>
                  </a:cubicBezTo>
                  <a:cubicBezTo>
                    <a:pt x="64592" y="15867"/>
                    <a:pt x="64622" y="15806"/>
                    <a:pt x="64622" y="15745"/>
                  </a:cubicBezTo>
                  <a:cubicBezTo>
                    <a:pt x="64592" y="15745"/>
                    <a:pt x="64683" y="15715"/>
                    <a:pt x="64835" y="15715"/>
                  </a:cubicBezTo>
                  <a:lnTo>
                    <a:pt x="64896" y="15928"/>
                  </a:lnTo>
                  <a:cubicBezTo>
                    <a:pt x="65108" y="15897"/>
                    <a:pt x="65990" y="15867"/>
                    <a:pt x="66264" y="15867"/>
                  </a:cubicBezTo>
                  <a:cubicBezTo>
                    <a:pt x="66567" y="15867"/>
                    <a:pt x="66841" y="15836"/>
                    <a:pt x="67145" y="15776"/>
                  </a:cubicBezTo>
                  <a:lnTo>
                    <a:pt x="67267" y="15806"/>
                  </a:lnTo>
                  <a:lnTo>
                    <a:pt x="67449" y="15867"/>
                  </a:lnTo>
                  <a:cubicBezTo>
                    <a:pt x="67550" y="15867"/>
                    <a:pt x="67760" y="15853"/>
                    <a:pt x="67915" y="15853"/>
                  </a:cubicBezTo>
                  <a:cubicBezTo>
                    <a:pt x="67993" y="15853"/>
                    <a:pt x="68057" y="15857"/>
                    <a:pt x="68087" y="15867"/>
                  </a:cubicBezTo>
                  <a:lnTo>
                    <a:pt x="68543" y="15867"/>
                  </a:lnTo>
                  <a:cubicBezTo>
                    <a:pt x="68556" y="15862"/>
                    <a:pt x="68574" y="15861"/>
                    <a:pt x="68596" y="15861"/>
                  </a:cubicBezTo>
                  <a:cubicBezTo>
                    <a:pt x="68726" y="15861"/>
                    <a:pt x="68986" y="15928"/>
                    <a:pt x="69090" y="15928"/>
                  </a:cubicBezTo>
                  <a:cubicBezTo>
                    <a:pt x="69212" y="15897"/>
                    <a:pt x="69516" y="15897"/>
                    <a:pt x="69637" y="15867"/>
                  </a:cubicBezTo>
                  <a:cubicBezTo>
                    <a:pt x="69710" y="15867"/>
                    <a:pt x="69920" y="15789"/>
                    <a:pt x="70031" y="15789"/>
                  </a:cubicBezTo>
                  <a:cubicBezTo>
                    <a:pt x="70059" y="15789"/>
                    <a:pt x="70081" y="15794"/>
                    <a:pt x="70093" y="15806"/>
                  </a:cubicBezTo>
                  <a:cubicBezTo>
                    <a:pt x="70124" y="15826"/>
                    <a:pt x="70174" y="15833"/>
                    <a:pt x="70232" y="15833"/>
                  </a:cubicBezTo>
                  <a:cubicBezTo>
                    <a:pt x="70347" y="15833"/>
                    <a:pt x="70489" y="15806"/>
                    <a:pt x="70549" y="15806"/>
                  </a:cubicBezTo>
                  <a:cubicBezTo>
                    <a:pt x="70640" y="15806"/>
                    <a:pt x="71400" y="15897"/>
                    <a:pt x="71644" y="15897"/>
                  </a:cubicBezTo>
                  <a:cubicBezTo>
                    <a:pt x="71878" y="15897"/>
                    <a:pt x="72180" y="15830"/>
                    <a:pt x="72299" y="15830"/>
                  </a:cubicBezTo>
                  <a:cubicBezTo>
                    <a:pt x="72319" y="15830"/>
                    <a:pt x="72334" y="15832"/>
                    <a:pt x="72343" y="15836"/>
                  </a:cubicBezTo>
                  <a:cubicBezTo>
                    <a:pt x="72354" y="15842"/>
                    <a:pt x="72369" y="15845"/>
                    <a:pt x="72386" y="15845"/>
                  </a:cubicBezTo>
                  <a:cubicBezTo>
                    <a:pt x="72458" y="15845"/>
                    <a:pt x="72567" y="15800"/>
                    <a:pt x="72616" y="15776"/>
                  </a:cubicBezTo>
                  <a:cubicBezTo>
                    <a:pt x="72647" y="15745"/>
                    <a:pt x="72707" y="15715"/>
                    <a:pt x="72768" y="15715"/>
                  </a:cubicBezTo>
                  <a:cubicBezTo>
                    <a:pt x="72799" y="15715"/>
                    <a:pt x="72829" y="15776"/>
                    <a:pt x="72890" y="15836"/>
                  </a:cubicBezTo>
                  <a:lnTo>
                    <a:pt x="73619" y="15836"/>
                  </a:lnTo>
                  <a:cubicBezTo>
                    <a:pt x="73832" y="15867"/>
                    <a:pt x="74045" y="15897"/>
                    <a:pt x="74258" y="15897"/>
                  </a:cubicBezTo>
                  <a:cubicBezTo>
                    <a:pt x="74413" y="15853"/>
                    <a:pt x="74585" y="15824"/>
                    <a:pt x="74762" y="15824"/>
                  </a:cubicBezTo>
                  <a:cubicBezTo>
                    <a:pt x="74826" y="15824"/>
                    <a:pt x="74892" y="15828"/>
                    <a:pt x="74957" y="15836"/>
                  </a:cubicBezTo>
                  <a:lnTo>
                    <a:pt x="75352" y="15836"/>
                  </a:lnTo>
                  <a:cubicBezTo>
                    <a:pt x="75397" y="15821"/>
                    <a:pt x="75641" y="15821"/>
                    <a:pt x="75907" y="15821"/>
                  </a:cubicBezTo>
                  <a:cubicBezTo>
                    <a:pt x="76173" y="15821"/>
                    <a:pt x="76461" y="15821"/>
                    <a:pt x="76598" y="15806"/>
                  </a:cubicBezTo>
                  <a:lnTo>
                    <a:pt x="77358" y="15715"/>
                  </a:lnTo>
                  <a:lnTo>
                    <a:pt x="77480" y="15776"/>
                  </a:lnTo>
                  <a:cubicBezTo>
                    <a:pt x="77515" y="15793"/>
                    <a:pt x="77540" y="15811"/>
                    <a:pt x="77566" y="15811"/>
                  </a:cubicBezTo>
                  <a:cubicBezTo>
                    <a:pt x="77586" y="15811"/>
                    <a:pt x="77606" y="15801"/>
                    <a:pt x="77632" y="15776"/>
                  </a:cubicBezTo>
                  <a:cubicBezTo>
                    <a:pt x="77641" y="15766"/>
                    <a:pt x="77650" y="15763"/>
                    <a:pt x="77661" y="15763"/>
                  </a:cubicBezTo>
                  <a:cubicBezTo>
                    <a:pt x="77701" y="15763"/>
                    <a:pt x="77749" y="15818"/>
                    <a:pt x="77791" y="15818"/>
                  </a:cubicBezTo>
                  <a:cubicBezTo>
                    <a:pt x="77810" y="15818"/>
                    <a:pt x="77828" y="15807"/>
                    <a:pt x="77844" y="15776"/>
                  </a:cubicBezTo>
                  <a:cubicBezTo>
                    <a:pt x="77844" y="15776"/>
                    <a:pt x="77942" y="15815"/>
                    <a:pt x="78012" y="15815"/>
                  </a:cubicBezTo>
                  <a:cubicBezTo>
                    <a:pt x="78029" y="15815"/>
                    <a:pt x="78045" y="15812"/>
                    <a:pt x="78057" y="15806"/>
                  </a:cubicBezTo>
                  <a:cubicBezTo>
                    <a:pt x="78087" y="15791"/>
                    <a:pt x="78125" y="15783"/>
                    <a:pt x="78163" y="15783"/>
                  </a:cubicBezTo>
                  <a:cubicBezTo>
                    <a:pt x="78201" y="15783"/>
                    <a:pt x="78239" y="15791"/>
                    <a:pt x="78270" y="15806"/>
                  </a:cubicBezTo>
                  <a:cubicBezTo>
                    <a:pt x="78324" y="15828"/>
                    <a:pt x="78377" y="15838"/>
                    <a:pt x="78430" y="15838"/>
                  </a:cubicBezTo>
                  <a:cubicBezTo>
                    <a:pt x="78526" y="15838"/>
                    <a:pt x="78617" y="15804"/>
                    <a:pt x="78695" y="15745"/>
                  </a:cubicBezTo>
                  <a:cubicBezTo>
                    <a:pt x="78707" y="15737"/>
                    <a:pt x="78720" y="15734"/>
                    <a:pt x="78735" y="15734"/>
                  </a:cubicBezTo>
                  <a:cubicBezTo>
                    <a:pt x="78812" y="15734"/>
                    <a:pt x="78924" y="15829"/>
                    <a:pt x="79019" y="15829"/>
                  </a:cubicBezTo>
                  <a:cubicBezTo>
                    <a:pt x="79044" y="15829"/>
                    <a:pt x="79068" y="15823"/>
                    <a:pt x="79091" y="15806"/>
                  </a:cubicBezTo>
                  <a:cubicBezTo>
                    <a:pt x="79166" y="15760"/>
                    <a:pt x="79258" y="15738"/>
                    <a:pt x="79349" y="15738"/>
                  </a:cubicBezTo>
                  <a:cubicBezTo>
                    <a:pt x="79440" y="15738"/>
                    <a:pt x="79531" y="15760"/>
                    <a:pt x="79607" y="15806"/>
                  </a:cubicBezTo>
                  <a:lnTo>
                    <a:pt x="79638" y="15836"/>
                  </a:lnTo>
                  <a:cubicBezTo>
                    <a:pt x="79719" y="15836"/>
                    <a:pt x="79992" y="15740"/>
                    <a:pt x="80116" y="15740"/>
                  </a:cubicBezTo>
                  <a:cubicBezTo>
                    <a:pt x="80131" y="15740"/>
                    <a:pt x="80144" y="15742"/>
                    <a:pt x="80154" y="15745"/>
                  </a:cubicBezTo>
                  <a:cubicBezTo>
                    <a:pt x="80192" y="15758"/>
                    <a:pt x="80230" y="15765"/>
                    <a:pt x="80266" y="15765"/>
                  </a:cubicBezTo>
                  <a:cubicBezTo>
                    <a:pt x="80316" y="15765"/>
                    <a:pt x="80362" y="15750"/>
                    <a:pt x="80398" y="15715"/>
                  </a:cubicBezTo>
                  <a:cubicBezTo>
                    <a:pt x="80403" y="15709"/>
                    <a:pt x="80410" y="15707"/>
                    <a:pt x="80418" y="15707"/>
                  </a:cubicBezTo>
                  <a:cubicBezTo>
                    <a:pt x="80450" y="15707"/>
                    <a:pt x="80495" y="15751"/>
                    <a:pt x="80519" y="15776"/>
                  </a:cubicBezTo>
                  <a:cubicBezTo>
                    <a:pt x="80519" y="15782"/>
                    <a:pt x="80526" y="15784"/>
                    <a:pt x="80537" y="15784"/>
                  </a:cubicBezTo>
                  <a:cubicBezTo>
                    <a:pt x="80567" y="15784"/>
                    <a:pt x="80628" y="15767"/>
                    <a:pt x="80668" y="15767"/>
                  </a:cubicBezTo>
                  <a:cubicBezTo>
                    <a:pt x="80683" y="15767"/>
                    <a:pt x="80695" y="15769"/>
                    <a:pt x="80701" y="15776"/>
                  </a:cubicBezTo>
                  <a:cubicBezTo>
                    <a:pt x="80754" y="15776"/>
                    <a:pt x="80895" y="15843"/>
                    <a:pt x="80973" y="15843"/>
                  </a:cubicBezTo>
                  <a:cubicBezTo>
                    <a:pt x="80986" y="15843"/>
                    <a:pt x="80997" y="15841"/>
                    <a:pt x="81005" y="15836"/>
                  </a:cubicBezTo>
                  <a:cubicBezTo>
                    <a:pt x="81009" y="15833"/>
                    <a:pt x="81020" y="15831"/>
                    <a:pt x="81037" y="15831"/>
                  </a:cubicBezTo>
                  <a:cubicBezTo>
                    <a:pt x="81139" y="15831"/>
                    <a:pt x="81457" y="15884"/>
                    <a:pt x="81684" y="15884"/>
                  </a:cubicBezTo>
                  <a:cubicBezTo>
                    <a:pt x="81752" y="15884"/>
                    <a:pt x="81813" y="15879"/>
                    <a:pt x="81857" y="15867"/>
                  </a:cubicBezTo>
                  <a:cubicBezTo>
                    <a:pt x="82039" y="15806"/>
                    <a:pt x="82252" y="15776"/>
                    <a:pt x="82464" y="15745"/>
                  </a:cubicBezTo>
                  <a:cubicBezTo>
                    <a:pt x="82586" y="15776"/>
                    <a:pt x="82708" y="15806"/>
                    <a:pt x="82829" y="15806"/>
                  </a:cubicBezTo>
                  <a:cubicBezTo>
                    <a:pt x="82981" y="15776"/>
                    <a:pt x="83133" y="15715"/>
                    <a:pt x="83255" y="15654"/>
                  </a:cubicBezTo>
                  <a:cubicBezTo>
                    <a:pt x="83271" y="15648"/>
                    <a:pt x="83290" y="15646"/>
                    <a:pt x="83310" y="15646"/>
                  </a:cubicBezTo>
                  <a:cubicBezTo>
                    <a:pt x="83398" y="15646"/>
                    <a:pt x="83503" y="15696"/>
                    <a:pt x="83528" y="15745"/>
                  </a:cubicBezTo>
                  <a:cubicBezTo>
                    <a:pt x="83541" y="15752"/>
                    <a:pt x="83558" y="15754"/>
                    <a:pt x="83577" y="15754"/>
                  </a:cubicBezTo>
                  <a:cubicBezTo>
                    <a:pt x="83630" y="15754"/>
                    <a:pt x="83700" y="15736"/>
                    <a:pt x="83753" y="15736"/>
                  </a:cubicBezTo>
                  <a:cubicBezTo>
                    <a:pt x="83772" y="15736"/>
                    <a:pt x="83789" y="15739"/>
                    <a:pt x="83802" y="15745"/>
                  </a:cubicBezTo>
                  <a:cubicBezTo>
                    <a:pt x="83923" y="15745"/>
                    <a:pt x="84075" y="15745"/>
                    <a:pt x="84227" y="15715"/>
                  </a:cubicBezTo>
                  <a:lnTo>
                    <a:pt x="84349" y="15776"/>
                  </a:lnTo>
                  <a:lnTo>
                    <a:pt x="84531" y="15867"/>
                  </a:lnTo>
                  <a:cubicBezTo>
                    <a:pt x="84744" y="15806"/>
                    <a:pt x="84926" y="15745"/>
                    <a:pt x="85139" y="15715"/>
                  </a:cubicBezTo>
                  <a:cubicBezTo>
                    <a:pt x="85215" y="15730"/>
                    <a:pt x="85291" y="15738"/>
                    <a:pt x="85367" y="15738"/>
                  </a:cubicBezTo>
                  <a:cubicBezTo>
                    <a:pt x="85443" y="15738"/>
                    <a:pt x="85519" y="15730"/>
                    <a:pt x="85595" y="15715"/>
                  </a:cubicBezTo>
                  <a:lnTo>
                    <a:pt x="85747" y="15776"/>
                  </a:lnTo>
                  <a:cubicBezTo>
                    <a:pt x="85758" y="15779"/>
                    <a:pt x="85770" y="15781"/>
                    <a:pt x="85782" y="15781"/>
                  </a:cubicBezTo>
                  <a:cubicBezTo>
                    <a:pt x="85838" y="15781"/>
                    <a:pt x="85909" y="15751"/>
                    <a:pt x="85986" y="15751"/>
                  </a:cubicBezTo>
                  <a:cubicBezTo>
                    <a:pt x="86036" y="15751"/>
                    <a:pt x="86089" y="15764"/>
                    <a:pt x="86142" y="15806"/>
                  </a:cubicBezTo>
                  <a:lnTo>
                    <a:pt x="86173" y="15867"/>
                  </a:lnTo>
                  <a:cubicBezTo>
                    <a:pt x="86294" y="15836"/>
                    <a:pt x="86385" y="15836"/>
                    <a:pt x="86507" y="15806"/>
                  </a:cubicBezTo>
                  <a:cubicBezTo>
                    <a:pt x="86720" y="15745"/>
                    <a:pt x="86933" y="15715"/>
                    <a:pt x="87145" y="15684"/>
                  </a:cubicBezTo>
                  <a:cubicBezTo>
                    <a:pt x="87328" y="15684"/>
                    <a:pt x="87814" y="15684"/>
                    <a:pt x="88270" y="15715"/>
                  </a:cubicBezTo>
                  <a:lnTo>
                    <a:pt x="88696" y="15745"/>
                  </a:lnTo>
                  <a:lnTo>
                    <a:pt x="88787" y="15745"/>
                  </a:lnTo>
                  <a:cubicBezTo>
                    <a:pt x="88814" y="15738"/>
                    <a:pt x="88851" y="15736"/>
                    <a:pt x="88892" y="15736"/>
                  </a:cubicBezTo>
                  <a:cubicBezTo>
                    <a:pt x="88964" y="15736"/>
                    <a:pt x="89048" y="15743"/>
                    <a:pt x="89112" y="15743"/>
                  </a:cubicBezTo>
                  <a:cubicBezTo>
                    <a:pt x="89171" y="15743"/>
                    <a:pt x="89212" y="15737"/>
                    <a:pt x="89212" y="15715"/>
                  </a:cubicBezTo>
                  <a:lnTo>
                    <a:pt x="89212" y="15776"/>
                  </a:lnTo>
                  <a:lnTo>
                    <a:pt x="89395" y="15745"/>
                  </a:lnTo>
                  <a:cubicBezTo>
                    <a:pt x="89486" y="15715"/>
                    <a:pt x="89577" y="15684"/>
                    <a:pt x="89638" y="15684"/>
                  </a:cubicBezTo>
                  <a:cubicBezTo>
                    <a:pt x="89759" y="15684"/>
                    <a:pt x="89851" y="15745"/>
                    <a:pt x="89972" y="15745"/>
                  </a:cubicBezTo>
                  <a:cubicBezTo>
                    <a:pt x="90086" y="15745"/>
                    <a:pt x="90217" y="15694"/>
                    <a:pt x="90301" y="15694"/>
                  </a:cubicBezTo>
                  <a:cubicBezTo>
                    <a:pt x="90329" y="15694"/>
                    <a:pt x="90352" y="15700"/>
                    <a:pt x="90367" y="15715"/>
                  </a:cubicBezTo>
                  <a:lnTo>
                    <a:pt x="90550" y="15806"/>
                  </a:lnTo>
                  <a:cubicBezTo>
                    <a:pt x="90604" y="15751"/>
                    <a:pt x="90714" y="15740"/>
                    <a:pt x="90806" y="15740"/>
                  </a:cubicBezTo>
                  <a:cubicBezTo>
                    <a:pt x="90867" y="15740"/>
                    <a:pt x="90921" y="15745"/>
                    <a:pt x="90945" y="15745"/>
                  </a:cubicBezTo>
                  <a:cubicBezTo>
                    <a:pt x="91127" y="15654"/>
                    <a:pt x="91310" y="15593"/>
                    <a:pt x="91522" y="15563"/>
                  </a:cubicBezTo>
                  <a:cubicBezTo>
                    <a:pt x="91653" y="15563"/>
                    <a:pt x="92029" y="15697"/>
                    <a:pt x="92210" y="15697"/>
                  </a:cubicBezTo>
                  <a:cubicBezTo>
                    <a:pt x="92240" y="15697"/>
                    <a:pt x="92265" y="15693"/>
                    <a:pt x="92282" y="15684"/>
                  </a:cubicBezTo>
                  <a:cubicBezTo>
                    <a:pt x="92404" y="15624"/>
                    <a:pt x="92525" y="15593"/>
                    <a:pt x="92677" y="15593"/>
                  </a:cubicBezTo>
                  <a:cubicBezTo>
                    <a:pt x="92699" y="15615"/>
                    <a:pt x="92781" y="15636"/>
                    <a:pt x="92849" y="15636"/>
                  </a:cubicBezTo>
                  <a:cubicBezTo>
                    <a:pt x="92877" y="15636"/>
                    <a:pt x="92903" y="15633"/>
                    <a:pt x="92921" y="15624"/>
                  </a:cubicBezTo>
                  <a:cubicBezTo>
                    <a:pt x="92951" y="15624"/>
                    <a:pt x="93103" y="15532"/>
                    <a:pt x="93133" y="15532"/>
                  </a:cubicBezTo>
                  <a:cubicBezTo>
                    <a:pt x="93255" y="15563"/>
                    <a:pt x="93376" y="15563"/>
                    <a:pt x="93528" y="15593"/>
                  </a:cubicBezTo>
                  <a:cubicBezTo>
                    <a:pt x="93570" y="15572"/>
                    <a:pt x="93728" y="15537"/>
                    <a:pt x="93842" y="15537"/>
                  </a:cubicBezTo>
                  <a:cubicBezTo>
                    <a:pt x="93893" y="15537"/>
                    <a:pt x="93935" y="15544"/>
                    <a:pt x="93954" y="15563"/>
                  </a:cubicBezTo>
                  <a:cubicBezTo>
                    <a:pt x="93960" y="15569"/>
                    <a:pt x="93969" y="15571"/>
                    <a:pt x="93980" y="15571"/>
                  </a:cubicBezTo>
                  <a:cubicBezTo>
                    <a:pt x="94029" y="15571"/>
                    <a:pt x="94118" y="15527"/>
                    <a:pt x="94167" y="15502"/>
                  </a:cubicBezTo>
                  <a:lnTo>
                    <a:pt x="94471" y="15380"/>
                  </a:lnTo>
                  <a:lnTo>
                    <a:pt x="94471" y="15441"/>
                  </a:lnTo>
                  <a:lnTo>
                    <a:pt x="94471" y="15654"/>
                  </a:lnTo>
                  <a:cubicBezTo>
                    <a:pt x="94611" y="15598"/>
                    <a:pt x="94881" y="15438"/>
                    <a:pt x="94970" y="15438"/>
                  </a:cubicBezTo>
                  <a:cubicBezTo>
                    <a:pt x="94977" y="15438"/>
                    <a:pt x="94983" y="15439"/>
                    <a:pt x="94987" y="15441"/>
                  </a:cubicBezTo>
                  <a:cubicBezTo>
                    <a:pt x="95109" y="15472"/>
                    <a:pt x="95261" y="15472"/>
                    <a:pt x="95383" y="15472"/>
                  </a:cubicBezTo>
                  <a:cubicBezTo>
                    <a:pt x="95474" y="15472"/>
                    <a:pt x="95595" y="15502"/>
                    <a:pt x="95687" y="15532"/>
                  </a:cubicBezTo>
                  <a:cubicBezTo>
                    <a:pt x="95713" y="15532"/>
                    <a:pt x="96051" y="15465"/>
                    <a:pt x="96243" y="15465"/>
                  </a:cubicBezTo>
                  <a:cubicBezTo>
                    <a:pt x="96275" y="15465"/>
                    <a:pt x="96303" y="15467"/>
                    <a:pt x="96325" y="15472"/>
                  </a:cubicBezTo>
                  <a:cubicBezTo>
                    <a:pt x="96446" y="15502"/>
                    <a:pt x="96598" y="15502"/>
                    <a:pt x="96720" y="15502"/>
                  </a:cubicBezTo>
                  <a:lnTo>
                    <a:pt x="96902" y="15502"/>
                  </a:lnTo>
                  <a:cubicBezTo>
                    <a:pt x="96994" y="15487"/>
                    <a:pt x="97085" y="15479"/>
                    <a:pt x="97176" y="15479"/>
                  </a:cubicBezTo>
                  <a:cubicBezTo>
                    <a:pt x="97267" y="15479"/>
                    <a:pt x="97358" y="15487"/>
                    <a:pt x="97450" y="15502"/>
                  </a:cubicBezTo>
                  <a:lnTo>
                    <a:pt x="97601" y="15411"/>
                  </a:lnTo>
                  <a:lnTo>
                    <a:pt x="97723" y="15350"/>
                  </a:lnTo>
                  <a:cubicBezTo>
                    <a:pt x="97905" y="15350"/>
                    <a:pt x="98088" y="15289"/>
                    <a:pt x="98270" y="15198"/>
                  </a:cubicBezTo>
                  <a:cubicBezTo>
                    <a:pt x="98273" y="15195"/>
                    <a:pt x="98277" y="15193"/>
                    <a:pt x="98281" y="15193"/>
                  </a:cubicBezTo>
                  <a:cubicBezTo>
                    <a:pt x="98313" y="15193"/>
                    <a:pt x="98365" y="15296"/>
                    <a:pt x="98392" y="15350"/>
                  </a:cubicBezTo>
                  <a:cubicBezTo>
                    <a:pt x="98392" y="15353"/>
                    <a:pt x="98393" y="15354"/>
                    <a:pt x="98396" y="15354"/>
                  </a:cubicBezTo>
                  <a:cubicBezTo>
                    <a:pt x="98423" y="15354"/>
                    <a:pt x="98580" y="15223"/>
                    <a:pt x="98635" y="15168"/>
                  </a:cubicBezTo>
                  <a:cubicBezTo>
                    <a:pt x="98653" y="15150"/>
                    <a:pt x="98673" y="15143"/>
                    <a:pt x="98693" y="15143"/>
                  </a:cubicBezTo>
                  <a:cubicBezTo>
                    <a:pt x="98741" y="15143"/>
                    <a:pt x="98787" y="15186"/>
                    <a:pt x="98787" y="15228"/>
                  </a:cubicBezTo>
                  <a:cubicBezTo>
                    <a:pt x="98787" y="15289"/>
                    <a:pt x="99060" y="15289"/>
                    <a:pt x="99152" y="15289"/>
                  </a:cubicBezTo>
                  <a:cubicBezTo>
                    <a:pt x="99243" y="15289"/>
                    <a:pt x="99243" y="15168"/>
                    <a:pt x="99152" y="15016"/>
                  </a:cubicBezTo>
                  <a:lnTo>
                    <a:pt x="99364" y="14985"/>
                  </a:lnTo>
                  <a:lnTo>
                    <a:pt x="99592" y="14928"/>
                  </a:lnTo>
                  <a:lnTo>
                    <a:pt x="99592" y="14928"/>
                  </a:lnTo>
                  <a:cubicBezTo>
                    <a:pt x="99594" y="14936"/>
                    <a:pt x="99598" y="14944"/>
                    <a:pt x="99604" y="14951"/>
                  </a:cubicBezTo>
                  <a:lnTo>
                    <a:pt x="99604" y="14951"/>
                  </a:lnTo>
                  <a:cubicBezTo>
                    <a:pt x="99605" y="14943"/>
                    <a:pt x="99606" y="14934"/>
                    <a:pt x="99608" y="14925"/>
                  </a:cubicBezTo>
                  <a:lnTo>
                    <a:pt x="99608" y="14925"/>
                  </a:lnTo>
                  <a:lnTo>
                    <a:pt x="99592" y="14928"/>
                  </a:lnTo>
                  <a:lnTo>
                    <a:pt x="99592" y="14928"/>
                  </a:lnTo>
                  <a:cubicBezTo>
                    <a:pt x="99579" y="14871"/>
                    <a:pt x="99677" y="14803"/>
                    <a:pt x="99729" y="14803"/>
                  </a:cubicBezTo>
                  <a:cubicBezTo>
                    <a:pt x="99760" y="14803"/>
                    <a:pt x="99729" y="14590"/>
                    <a:pt x="99790" y="14560"/>
                  </a:cubicBezTo>
                  <a:cubicBezTo>
                    <a:pt x="99798" y="14556"/>
                    <a:pt x="99807" y="14554"/>
                    <a:pt x="99815" y="14554"/>
                  </a:cubicBezTo>
                  <a:cubicBezTo>
                    <a:pt x="99867" y="14554"/>
                    <a:pt x="99912" y="14625"/>
                    <a:pt x="99912" y="14651"/>
                  </a:cubicBezTo>
                  <a:cubicBezTo>
                    <a:pt x="99917" y="14656"/>
                    <a:pt x="99926" y="14659"/>
                    <a:pt x="99940" y="14659"/>
                  </a:cubicBezTo>
                  <a:cubicBezTo>
                    <a:pt x="100005" y="14659"/>
                    <a:pt x="100161" y="14600"/>
                    <a:pt x="100337" y="14499"/>
                  </a:cubicBezTo>
                  <a:lnTo>
                    <a:pt x="100337" y="14256"/>
                  </a:lnTo>
                  <a:lnTo>
                    <a:pt x="100337" y="14043"/>
                  </a:lnTo>
                  <a:cubicBezTo>
                    <a:pt x="100307" y="13861"/>
                    <a:pt x="100246" y="13709"/>
                    <a:pt x="100094" y="13557"/>
                  </a:cubicBezTo>
                  <a:cubicBezTo>
                    <a:pt x="100064" y="13526"/>
                    <a:pt x="100094" y="13466"/>
                    <a:pt x="100185" y="13374"/>
                  </a:cubicBezTo>
                  <a:lnTo>
                    <a:pt x="100307" y="13374"/>
                  </a:lnTo>
                  <a:cubicBezTo>
                    <a:pt x="100367" y="13466"/>
                    <a:pt x="100428" y="13466"/>
                    <a:pt x="100428" y="13466"/>
                  </a:cubicBezTo>
                  <a:cubicBezTo>
                    <a:pt x="100519" y="13344"/>
                    <a:pt x="100611" y="13283"/>
                    <a:pt x="100702" y="13192"/>
                  </a:cubicBezTo>
                  <a:lnTo>
                    <a:pt x="100945" y="13040"/>
                  </a:lnTo>
                  <a:lnTo>
                    <a:pt x="100945" y="13010"/>
                  </a:lnTo>
                  <a:cubicBezTo>
                    <a:pt x="100945" y="12933"/>
                    <a:pt x="100687" y="12813"/>
                    <a:pt x="100533" y="12813"/>
                  </a:cubicBezTo>
                  <a:cubicBezTo>
                    <a:pt x="100504" y="12813"/>
                    <a:pt x="100478" y="12818"/>
                    <a:pt x="100459" y="12827"/>
                  </a:cubicBezTo>
                  <a:lnTo>
                    <a:pt x="100398" y="12827"/>
                  </a:lnTo>
                  <a:cubicBezTo>
                    <a:pt x="100367" y="12888"/>
                    <a:pt x="100337" y="12979"/>
                    <a:pt x="100337" y="13070"/>
                  </a:cubicBezTo>
                  <a:lnTo>
                    <a:pt x="100246" y="13101"/>
                  </a:lnTo>
                  <a:cubicBezTo>
                    <a:pt x="100185" y="13101"/>
                    <a:pt x="100094" y="13101"/>
                    <a:pt x="100064" y="13070"/>
                  </a:cubicBezTo>
                  <a:cubicBezTo>
                    <a:pt x="100033" y="13010"/>
                    <a:pt x="100033" y="12949"/>
                    <a:pt x="100064" y="12918"/>
                  </a:cubicBezTo>
                  <a:cubicBezTo>
                    <a:pt x="100094" y="12858"/>
                    <a:pt x="100124" y="12827"/>
                    <a:pt x="100185" y="12797"/>
                  </a:cubicBezTo>
                  <a:lnTo>
                    <a:pt x="100337" y="12706"/>
                  </a:lnTo>
                  <a:cubicBezTo>
                    <a:pt x="100550" y="12614"/>
                    <a:pt x="100459" y="12523"/>
                    <a:pt x="100398" y="12493"/>
                  </a:cubicBezTo>
                  <a:cubicBezTo>
                    <a:pt x="100307" y="12493"/>
                    <a:pt x="100307" y="12341"/>
                    <a:pt x="100337" y="12280"/>
                  </a:cubicBezTo>
                  <a:cubicBezTo>
                    <a:pt x="100367" y="12250"/>
                    <a:pt x="100185" y="12189"/>
                    <a:pt x="100155" y="12189"/>
                  </a:cubicBezTo>
                  <a:cubicBezTo>
                    <a:pt x="100094" y="12159"/>
                    <a:pt x="100155" y="12067"/>
                    <a:pt x="100185" y="12037"/>
                  </a:cubicBezTo>
                  <a:cubicBezTo>
                    <a:pt x="100216" y="12007"/>
                    <a:pt x="100185" y="11915"/>
                    <a:pt x="100124" y="11855"/>
                  </a:cubicBezTo>
                  <a:lnTo>
                    <a:pt x="100003" y="11915"/>
                  </a:lnTo>
                  <a:cubicBezTo>
                    <a:pt x="99957" y="11961"/>
                    <a:pt x="99896" y="11984"/>
                    <a:pt x="99832" y="11984"/>
                  </a:cubicBezTo>
                  <a:cubicBezTo>
                    <a:pt x="99767" y="11984"/>
                    <a:pt x="99699" y="11961"/>
                    <a:pt x="99638" y="11915"/>
                  </a:cubicBezTo>
                  <a:cubicBezTo>
                    <a:pt x="99632" y="11909"/>
                    <a:pt x="99625" y="11907"/>
                    <a:pt x="99617" y="11907"/>
                  </a:cubicBezTo>
                  <a:cubicBezTo>
                    <a:pt x="99586" y="11907"/>
                    <a:pt x="99547" y="11946"/>
                    <a:pt x="99547" y="11946"/>
                  </a:cubicBezTo>
                  <a:cubicBezTo>
                    <a:pt x="99542" y="11950"/>
                    <a:pt x="99536" y="11952"/>
                    <a:pt x="99529" y="11952"/>
                  </a:cubicBezTo>
                  <a:cubicBezTo>
                    <a:pt x="99484" y="11952"/>
                    <a:pt x="99390" y="11885"/>
                    <a:pt x="99364" y="11885"/>
                  </a:cubicBezTo>
                  <a:lnTo>
                    <a:pt x="99121" y="11885"/>
                  </a:lnTo>
                  <a:cubicBezTo>
                    <a:pt x="99060" y="11855"/>
                    <a:pt x="99000" y="11763"/>
                    <a:pt x="98969" y="11703"/>
                  </a:cubicBezTo>
                  <a:cubicBezTo>
                    <a:pt x="98951" y="11667"/>
                    <a:pt x="98934" y="11652"/>
                    <a:pt x="98910" y="11652"/>
                  </a:cubicBezTo>
                  <a:cubicBezTo>
                    <a:pt x="98893" y="11652"/>
                    <a:pt x="98873" y="11660"/>
                    <a:pt x="98848" y="11672"/>
                  </a:cubicBezTo>
                  <a:lnTo>
                    <a:pt x="98817" y="11703"/>
                  </a:lnTo>
                  <a:cubicBezTo>
                    <a:pt x="98787" y="11794"/>
                    <a:pt x="98726" y="11855"/>
                    <a:pt x="98696" y="11915"/>
                  </a:cubicBezTo>
                  <a:cubicBezTo>
                    <a:pt x="98681" y="11931"/>
                    <a:pt x="98658" y="11938"/>
                    <a:pt x="98635" y="11938"/>
                  </a:cubicBezTo>
                  <a:cubicBezTo>
                    <a:pt x="98612" y="11938"/>
                    <a:pt x="98589" y="11931"/>
                    <a:pt x="98574" y="11915"/>
                  </a:cubicBezTo>
                  <a:cubicBezTo>
                    <a:pt x="98513" y="11915"/>
                    <a:pt x="98513" y="11824"/>
                    <a:pt x="98513" y="11824"/>
                  </a:cubicBezTo>
                  <a:cubicBezTo>
                    <a:pt x="98696" y="11703"/>
                    <a:pt x="98605" y="11520"/>
                    <a:pt x="98605" y="11399"/>
                  </a:cubicBezTo>
                  <a:cubicBezTo>
                    <a:pt x="98516" y="11386"/>
                    <a:pt x="98433" y="11379"/>
                    <a:pt x="98351" y="11379"/>
                  </a:cubicBezTo>
                  <a:cubicBezTo>
                    <a:pt x="98235" y="11379"/>
                    <a:pt x="98121" y="11393"/>
                    <a:pt x="97997" y="11429"/>
                  </a:cubicBezTo>
                  <a:lnTo>
                    <a:pt x="97814" y="11459"/>
                  </a:lnTo>
                  <a:lnTo>
                    <a:pt x="97784" y="11459"/>
                  </a:lnTo>
                  <a:cubicBezTo>
                    <a:pt x="97781" y="11462"/>
                    <a:pt x="97778" y="11463"/>
                    <a:pt x="97774" y="11463"/>
                  </a:cubicBezTo>
                  <a:cubicBezTo>
                    <a:pt x="97738" y="11463"/>
                    <a:pt x="97660" y="11332"/>
                    <a:pt x="97632" y="11277"/>
                  </a:cubicBezTo>
                  <a:cubicBezTo>
                    <a:pt x="97622" y="11258"/>
                    <a:pt x="97595" y="11251"/>
                    <a:pt x="97561" y="11251"/>
                  </a:cubicBezTo>
                  <a:cubicBezTo>
                    <a:pt x="97484" y="11251"/>
                    <a:pt x="97370" y="11286"/>
                    <a:pt x="97328" y="11307"/>
                  </a:cubicBezTo>
                  <a:lnTo>
                    <a:pt x="97054" y="11429"/>
                  </a:lnTo>
                  <a:lnTo>
                    <a:pt x="97024" y="11429"/>
                  </a:lnTo>
                  <a:lnTo>
                    <a:pt x="96994" y="11399"/>
                  </a:lnTo>
                  <a:cubicBezTo>
                    <a:pt x="96983" y="11377"/>
                    <a:pt x="96957" y="11367"/>
                    <a:pt x="96921" y="11367"/>
                  </a:cubicBezTo>
                  <a:cubicBezTo>
                    <a:pt x="96856" y="11367"/>
                    <a:pt x="96757" y="11401"/>
                    <a:pt x="96659" y="11459"/>
                  </a:cubicBezTo>
                  <a:cubicBezTo>
                    <a:pt x="96623" y="11414"/>
                    <a:pt x="96586" y="11398"/>
                    <a:pt x="96549" y="11398"/>
                  </a:cubicBezTo>
                  <a:cubicBezTo>
                    <a:pt x="96474" y="11398"/>
                    <a:pt x="96399" y="11463"/>
                    <a:pt x="96323" y="11463"/>
                  </a:cubicBezTo>
                  <a:cubicBezTo>
                    <a:pt x="96314" y="11463"/>
                    <a:pt x="96304" y="11462"/>
                    <a:pt x="96294" y="11459"/>
                  </a:cubicBezTo>
                  <a:cubicBezTo>
                    <a:pt x="96234" y="11459"/>
                    <a:pt x="96203" y="11459"/>
                    <a:pt x="96173" y="11520"/>
                  </a:cubicBezTo>
                  <a:lnTo>
                    <a:pt x="96173" y="11551"/>
                  </a:lnTo>
                  <a:cubicBezTo>
                    <a:pt x="96203" y="11581"/>
                    <a:pt x="96446" y="11611"/>
                    <a:pt x="96446" y="11672"/>
                  </a:cubicBezTo>
                  <a:cubicBezTo>
                    <a:pt x="96446" y="11717"/>
                    <a:pt x="96463" y="11745"/>
                    <a:pt x="96483" y="11745"/>
                  </a:cubicBezTo>
                  <a:cubicBezTo>
                    <a:pt x="96491" y="11745"/>
                    <a:pt x="96499" y="11741"/>
                    <a:pt x="96507" y="11733"/>
                  </a:cubicBezTo>
                  <a:lnTo>
                    <a:pt x="96507" y="11703"/>
                  </a:lnTo>
                  <a:cubicBezTo>
                    <a:pt x="96507" y="11617"/>
                    <a:pt x="96492" y="11531"/>
                    <a:pt x="96558" y="11531"/>
                  </a:cubicBezTo>
                  <a:cubicBezTo>
                    <a:pt x="96586" y="11531"/>
                    <a:pt x="96627" y="11545"/>
                    <a:pt x="96690" y="11581"/>
                  </a:cubicBezTo>
                  <a:lnTo>
                    <a:pt x="96872" y="11581"/>
                  </a:lnTo>
                  <a:cubicBezTo>
                    <a:pt x="96994" y="11581"/>
                    <a:pt x="97085" y="11611"/>
                    <a:pt x="97206" y="11672"/>
                  </a:cubicBezTo>
                  <a:lnTo>
                    <a:pt x="97298" y="11733"/>
                  </a:lnTo>
                  <a:cubicBezTo>
                    <a:pt x="97298" y="11763"/>
                    <a:pt x="97237" y="11824"/>
                    <a:pt x="97206" y="11824"/>
                  </a:cubicBezTo>
                  <a:cubicBezTo>
                    <a:pt x="97201" y="11830"/>
                    <a:pt x="97194" y="11832"/>
                    <a:pt x="97185" y="11832"/>
                  </a:cubicBezTo>
                  <a:cubicBezTo>
                    <a:pt x="97144" y="11832"/>
                    <a:pt x="97069" y="11778"/>
                    <a:pt x="96994" y="11703"/>
                  </a:cubicBezTo>
                  <a:lnTo>
                    <a:pt x="96963" y="11703"/>
                  </a:lnTo>
                  <a:lnTo>
                    <a:pt x="96720" y="11794"/>
                  </a:lnTo>
                  <a:cubicBezTo>
                    <a:pt x="96586" y="11844"/>
                    <a:pt x="96452" y="11867"/>
                    <a:pt x="96318" y="11867"/>
                  </a:cubicBezTo>
                  <a:cubicBezTo>
                    <a:pt x="96209" y="11867"/>
                    <a:pt x="96100" y="11852"/>
                    <a:pt x="95991" y="11824"/>
                  </a:cubicBezTo>
                  <a:cubicBezTo>
                    <a:pt x="95930" y="11794"/>
                    <a:pt x="96051" y="11490"/>
                    <a:pt x="95930" y="11459"/>
                  </a:cubicBezTo>
                  <a:cubicBezTo>
                    <a:pt x="95901" y="11452"/>
                    <a:pt x="95874" y="11448"/>
                    <a:pt x="95849" y="11448"/>
                  </a:cubicBezTo>
                  <a:cubicBezTo>
                    <a:pt x="95767" y="11448"/>
                    <a:pt x="95703" y="11488"/>
                    <a:pt x="95656" y="11581"/>
                  </a:cubicBezTo>
                  <a:cubicBezTo>
                    <a:pt x="95656" y="11590"/>
                    <a:pt x="95643" y="11594"/>
                    <a:pt x="95623" y="11594"/>
                  </a:cubicBezTo>
                  <a:cubicBezTo>
                    <a:pt x="95575" y="11594"/>
                    <a:pt x="95486" y="11572"/>
                    <a:pt x="95443" y="11551"/>
                  </a:cubicBezTo>
                  <a:cubicBezTo>
                    <a:pt x="95413" y="11490"/>
                    <a:pt x="95383" y="11399"/>
                    <a:pt x="95413" y="11338"/>
                  </a:cubicBezTo>
                  <a:lnTo>
                    <a:pt x="95413" y="11338"/>
                  </a:lnTo>
                  <a:lnTo>
                    <a:pt x="95322" y="11368"/>
                  </a:lnTo>
                  <a:lnTo>
                    <a:pt x="95018" y="11520"/>
                  </a:lnTo>
                  <a:cubicBezTo>
                    <a:pt x="94744" y="11459"/>
                    <a:pt x="94501" y="11429"/>
                    <a:pt x="94228" y="11429"/>
                  </a:cubicBezTo>
                  <a:cubicBezTo>
                    <a:pt x="94167" y="11490"/>
                    <a:pt x="94136" y="11581"/>
                    <a:pt x="94136" y="11672"/>
                  </a:cubicBezTo>
                  <a:lnTo>
                    <a:pt x="93984" y="11611"/>
                  </a:lnTo>
                  <a:cubicBezTo>
                    <a:pt x="93924" y="11581"/>
                    <a:pt x="93924" y="11490"/>
                    <a:pt x="93893" y="11399"/>
                  </a:cubicBezTo>
                  <a:cubicBezTo>
                    <a:pt x="93832" y="11459"/>
                    <a:pt x="93772" y="11520"/>
                    <a:pt x="93711" y="11581"/>
                  </a:cubicBezTo>
                  <a:cubicBezTo>
                    <a:pt x="93649" y="11643"/>
                    <a:pt x="93671" y="11732"/>
                    <a:pt x="93729" y="11793"/>
                  </a:cubicBezTo>
                  <a:lnTo>
                    <a:pt x="93729" y="11793"/>
                  </a:lnTo>
                  <a:cubicBezTo>
                    <a:pt x="93750" y="11772"/>
                    <a:pt x="93773" y="11753"/>
                    <a:pt x="93802" y="11733"/>
                  </a:cubicBezTo>
                  <a:cubicBezTo>
                    <a:pt x="93832" y="11733"/>
                    <a:pt x="93863" y="11794"/>
                    <a:pt x="93863" y="11855"/>
                  </a:cubicBezTo>
                  <a:lnTo>
                    <a:pt x="94015" y="11855"/>
                  </a:lnTo>
                  <a:lnTo>
                    <a:pt x="94197" y="11794"/>
                  </a:lnTo>
                  <a:cubicBezTo>
                    <a:pt x="94254" y="11786"/>
                    <a:pt x="94311" y="11782"/>
                    <a:pt x="94361" y="11782"/>
                  </a:cubicBezTo>
                  <a:cubicBezTo>
                    <a:pt x="94498" y="11782"/>
                    <a:pt x="94582" y="11810"/>
                    <a:pt x="94471" y="11855"/>
                  </a:cubicBezTo>
                  <a:cubicBezTo>
                    <a:pt x="94427" y="11872"/>
                    <a:pt x="94313" y="11894"/>
                    <a:pt x="94168" y="11918"/>
                  </a:cubicBezTo>
                  <a:lnTo>
                    <a:pt x="94168" y="11918"/>
                  </a:lnTo>
                  <a:cubicBezTo>
                    <a:pt x="94059" y="11901"/>
                    <a:pt x="93948" y="11880"/>
                    <a:pt x="93832" y="11855"/>
                  </a:cubicBezTo>
                  <a:cubicBezTo>
                    <a:pt x="93793" y="11845"/>
                    <a:pt x="93757" y="11822"/>
                    <a:pt x="93729" y="11793"/>
                  </a:cubicBezTo>
                  <a:lnTo>
                    <a:pt x="93729" y="11793"/>
                  </a:lnTo>
                  <a:cubicBezTo>
                    <a:pt x="93685" y="11836"/>
                    <a:pt x="93651" y="11884"/>
                    <a:pt x="93589" y="11946"/>
                  </a:cubicBezTo>
                  <a:lnTo>
                    <a:pt x="93559" y="12007"/>
                  </a:lnTo>
                  <a:cubicBezTo>
                    <a:pt x="93559" y="12007"/>
                    <a:pt x="93560" y="12008"/>
                    <a:pt x="93560" y="12008"/>
                  </a:cubicBezTo>
                  <a:lnTo>
                    <a:pt x="93560" y="12008"/>
                  </a:lnTo>
                  <a:cubicBezTo>
                    <a:pt x="93753" y="11981"/>
                    <a:pt x="93984" y="11948"/>
                    <a:pt x="94168" y="11918"/>
                  </a:cubicBezTo>
                  <a:lnTo>
                    <a:pt x="94168" y="11918"/>
                  </a:lnTo>
                  <a:cubicBezTo>
                    <a:pt x="94318" y="11941"/>
                    <a:pt x="94465" y="11959"/>
                    <a:pt x="94623" y="11976"/>
                  </a:cubicBezTo>
                  <a:lnTo>
                    <a:pt x="94532" y="12037"/>
                  </a:lnTo>
                  <a:lnTo>
                    <a:pt x="94319" y="12128"/>
                  </a:lnTo>
                  <a:cubicBezTo>
                    <a:pt x="94319" y="12010"/>
                    <a:pt x="94246" y="11966"/>
                    <a:pt x="94199" y="11966"/>
                  </a:cubicBezTo>
                  <a:cubicBezTo>
                    <a:pt x="94185" y="11966"/>
                    <a:pt x="94174" y="11969"/>
                    <a:pt x="94167" y="11976"/>
                  </a:cubicBezTo>
                  <a:cubicBezTo>
                    <a:pt x="94167" y="12005"/>
                    <a:pt x="93981" y="12192"/>
                    <a:pt x="93858" y="12192"/>
                  </a:cubicBezTo>
                  <a:cubicBezTo>
                    <a:pt x="93849" y="12192"/>
                    <a:pt x="93840" y="12191"/>
                    <a:pt x="93832" y="12189"/>
                  </a:cubicBezTo>
                  <a:cubicBezTo>
                    <a:pt x="93742" y="12159"/>
                    <a:pt x="93622" y="12069"/>
                    <a:pt x="93560" y="12008"/>
                  </a:cubicBezTo>
                  <a:lnTo>
                    <a:pt x="93560" y="12008"/>
                  </a:lnTo>
                  <a:cubicBezTo>
                    <a:pt x="93375" y="12035"/>
                    <a:pt x="93226" y="12057"/>
                    <a:pt x="93194" y="12067"/>
                  </a:cubicBezTo>
                  <a:cubicBezTo>
                    <a:pt x="93183" y="12070"/>
                    <a:pt x="93175" y="12071"/>
                    <a:pt x="93169" y="12071"/>
                  </a:cubicBezTo>
                  <a:cubicBezTo>
                    <a:pt x="93104" y="12071"/>
                    <a:pt x="93260" y="11940"/>
                    <a:pt x="93316" y="11885"/>
                  </a:cubicBezTo>
                  <a:cubicBezTo>
                    <a:pt x="93373" y="11856"/>
                    <a:pt x="93185" y="11609"/>
                    <a:pt x="93062" y="11609"/>
                  </a:cubicBezTo>
                  <a:cubicBezTo>
                    <a:pt x="93055" y="11609"/>
                    <a:pt x="93049" y="11610"/>
                    <a:pt x="93042" y="11611"/>
                  </a:cubicBezTo>
                  <a:cubicBezTo>
                    <a:pt x="92921" y="11611"/>
                    <a:pt x="92860" y="11490"/>
                    <a:pt x="92890" y="11277"/>
                  </a:cubicBezTo>
                  <a:lnTo>
                    <a:pt x="92921" y="11247"/>
                  </a:lnTo>
                  <a:cubicBezTo>
                    <a:pt x="92981" y="11216"/>
                    <a:pt x="92981" y="11125"/>
                    <a:pt x="92981" y="11095"/>
                  </a:cubicBezTo>
                  <a:lnTo>
                    <a:pt x="92921" y="11034"/>
                  </a:lnTo>
                  <a:cubicBezTo>
                    <a:pt x="92884" y="10997"/>
                    <a:pt x="92839" y="10983"/>
                    <a:pt x="92793" y="10983"/>
                  </a:cubicBezTo>
                  <a:cubicBezTo>
                    <a:pt x="92685" y="10983"/>
                    <a:pt x="92568" y="11061"/>
                    <a:pt x="92525" y="11125"/>
                  </a:cubicBezTo>
                  <a:cubicBezTo>
                    <a:pt x="92519" y="11149"/>
                    <a:pt x="92516" y="11173"/>
                    <a:pt x="92515" y="11196"/>
                  </a:cubicBezTo>
                  <a:lnTo>
                    <a:pt x="92515" y="11196"/>
                  </a:lnTo>
                  <a:cubicBezTo>
                    <a:pt x="92529" y="11194"/>
                    <a:pt x="92542" y="11193"/>
                    <a:pt x="92556" y="11193"/>
                  </a:cubicBezTo>
                  <a:cubicBezTo>
                    <a:pt x="92594" y="11193"/>
                    <a:pt x="92632" y="11201"/>
                    <a:pt x="92677" y="11216"/>
                  </a:cubicBezTo>
                  <a:lnTo>
                    <a:pt x="92677" y="11247"/>
                  </a:lnTo>
                  <a:cubicBezTo>
                    <a:pt x="92677" y="11277"/>
                    <a:pt x="92647" y="11338"/>
                    <a:pt x="92617" y="11338"/>
                  </a:cubicBezTo>
                  <a:lnTo>
                    <a:pt x="92556" y="11338"/>
                  </a:lnTo>
                  <a:cubicBezTo>
                    <a:pt x="92543" y="11321"/>
                    <a:pt x="92532" y="11306"/>
                    <a:pt x="92522" y="11290"/>
                  </a:cubicBezTo>
                  <a:lnTo>
                    <a:pt x="92522" y="11290"/>
                  </a:lnTo>
                  <a:cubicBezTo>
                    <a:pt x="92536" y="11352"/>
                    <a:pt x="92567" y="11410"/>
                    <a:pt x="92617" y="11459"/>
                  </a:cubicBezTo>
                  <a:lnTo>
                    <a:pt x="92434" y="11642"/>
                  </a:lnTo>
                  <a:lnTo>
                    <a:pt x="92039" y="11429"/>
                  </a:lnTo>
                  <a:lnTo>
                    <a:pt x="91796" y="11338"/>
                  </a:lnTo>
                  <a:cubicBezTo>
                    <a:pt x="91674" y="11459"/>
                    <a:pt x="91553" y="11520"/>
                    <a:pt x="91370" y="11551"/>
                  </a:cubicBezTo>
                  <a:lnTo>
                    <a:pt x="91340" y="11520"/>
                  </a:lnTo>
                  <a:lnTo>
                    <a:pt x="91249" y="11429"/>
                  </a:lnTo>
                  <a:cubicBezTo>
                    <a:pt x="91401" y="11277"/>
                    <a:pt x="91614" y="11186"/>
                    <a:pt x="91857" y="11155"/>
                  </a:cubicBezTo>
                  <a:lnTo>
                    <a:pt x="92039" y="11216"/>
                  </a:lnTo>
                  <a:cubicBezTo>
                    <a:pt x="92061" y="11221"/>
                    <a:pt x="92082" y="11223"/>
                    <a:pt x="92100" y="11223"/>
                  </a:cubicBezTo>
                  <a:cubicBezTo>
                    <a:pt x="92191" y="11223"/>
                    <a:pt x="92245" y="11180"/>
                    <a:pt x="92305" y="11180"/>
                  </a:cubicBezTo>
                  <a:cubicBezTo>
                    <a:pt x="92317" y="11180"/>
                    <a:pt x="92330" y="11181"/>
                    <a:pt x="92343" y="11186"/>
                  </a:cubicBezTo>
                  <a:lnTo>
                    <a:pt x="92434" y="11216"/>
                  </a:lnTo>
                  <a:cubicBezTo>
                    <a:pt x="92448" y="11212"/>
                    <a:pt x="92462" y="11208"/>
                    <a:pt x="92474" y="11204"/>
                  </a:cubicBezTo>
                  <a:lnTo>
                    <a:pt x="92474" y="11204"/>
                  </a:lnTo>
                  <a:cubicBezTo>
                    <a:pt x="92487" y="11232"/>
                    <a:pt x="92503" y="11260"/>
                    <a:pt x="92522" y="11290"/>
                  </a:cubicBezTo>
                  <a:lnTo>
                    <a:pt x="92522" y="11290"/>
                  </a:lnTo>
                  <a:cubicBezTo>
                    <a:pt x="92515" y="11260"/>
                    <a:pt x="92513" y="11228"/>
                    <a:pt x="92515" y="11196"/>
                  </a:cubicBezTo>
                  <a:lnTo>
                    <a:pt x="92515" y="11196"/>
                  </a:lnTo>
                  <a:cubicBezTo>
                    <a:pt x="92502" y="11198"/>
                    <a:pt x="92488" y="11201"/>
                    <a:pt x="92474" y="11204"/>
                  </a:cubicBezTo>
                  <a:lnTo>
                    <a:pt x="92474" y="11204"/>
                  </a:lnTo>
                  <a:cubicBezTo>
                    <a:pt x="92445" y="11140"/>
                    <a:pt x="92434" y="11077"/>
                    <a:pt x="92434" y="11004"/>
                  </a:cubicBezTo>
                  <a:lnTo>
                    <a:pt x="92343" y="10943"/>
                  </a:lnTo>
                  <a:lnTo>
                    <a:pt x="92313" y="10912"/>
                  </a:lnTo>
                  <a:cubicBezTo>
                    <a:pt x="92221" y="10943"/>
                    <a:pt x="92130" y="10973"/>
                    <a:pt x="92069" y="11064"/>
                  </a:cubicBezTo>
                  <a:lnTo>
                    <a:pt x="91948" y="11064"/>
                  </a:lnTo>
                  <a:lnTo>
                    <a:pt x="91674" y="11095"/>
                  </a:lnTo>
                  <a:cubicBezTo>
                    <a:pt x="91401" y="10943"/>
                    <a:pt x="91370" y="10791"/>
                    <a:pt x="91614" y="10791"/>
                  </a:cubicBezTo>
                  <a:lnTo>
                    <a:pt x="91917" y="10791"/>
                  </a:lnTo>
                  <a:cubicBezTo>
                    <a:pt x="92009" y="10730"/>
                    <a:pt x="92039" y="10608"/>
                    <a:pt x="92069" y="10517"/>
                  </a:cubicBezTo>
                  <a:lnTo>
                    <a:pt x="92069" y="10426"/>
                  </a:lnTo>
                  <a:cubicBezTo>
                    <a:pt x="92069" y="10365"/>
                    <a:pt x="92039" y="10335"/>
                    <a:pt x="91978" y="10335"/>
                  </a:cubicBezTo>
                  <a:lnTo>
                    <a:pt x="91796" y="10335"/>
                  </a:lnTo>
                  <a:lnTo>
                    <a:pt x="91705" y="10274"/>
                  </a:lnTo>
                  <a:cubicBezTo>
                    <a:pt x="91669" y="10283"/>
                    <a:pt x="91633" y="10287"/>
                    <a:pt x="91599" y="10287"/>
                  </a:cubicBezTo>
                  <a:cubicBezTo>
                    <a:pt x="91515" y="10287"/>
                    <a:pt x="91435" y="10265"/>
                    <a:pt x="91370" y="10244"/>
                  </a:cubicBezTo>
                  <a:lnTo>
                    <a:pt x="91279" y="10213"/>
                  </a:lnTo>
                  <a:lnTo>
                    <a:pt x="91249" y="10213"/>
                  </a:lnTo>
                  <a:cubicBezTo>
                    <a:pt x="91218" y="10213"/>
                    <a:pt x="91006" y="10335"/>
                    <a:pt x="90914" y="10335"/>
                  </a:cubicBezTo>
                  <a:cubicBezTo>
                    <a:pt x="90762" y="10274"/>
                    <a:pt x="90610" y="10274"/>
                    <a:pt x="90458" y="10274"/>
                  </a:cubicBezTo>
                  <a:lnTo>
                    <a:pt x="90307" y="10365"/>
                  </a:lnTo>
                  <a:lnTo>
                    <a:pt x="90276" y="10396"/>
                  </a:lnTo>
                  <a:cubicBezTo>
                    <a:pt x="90185" y="10365"/>
                    <a:pt x="90215" y="10274"/>
                    <a:pt x="90337" y="10183"/>
                  </a:cubicBezTo>
                  <a:lnTo>
                    <a:pt x="90458" y="10183"/>
                  </a:lnTo>
                  <a:cubicBezTo>
                    <a:pt x="90489" y="10152"/>
                    <a:pt x="90337" y="10122"/>
                    <a:pt x="90307" y="10122"/>
                  </a:cubicBezTo>
                  <a:cubicBezTo>
                    <a:pt x="90246" y="10092"/>
                    <a:pt x="90246" y="10031"/>
                    <a:pt x="90246" y="10000"/>
                  </a:cubicBezTo>
                  <a:cubicBezTo>
                    <a:pt x="90276" y="9970"/>
                    <a:pt x="90215" y="9970"/>
                    <a:pt x="90124" y="9970"/>
                  </a:cubicBezTo>
                  <a:lnTo>
                    <a:pt x="90124" y="10000"/>
                  </a:lnTo>
                  <a:lnTo>
                    <a:pt x="90094" y="10061"/>
                  </a:lnTo>
                  <a:cubicBezTo>
                    <a:pt x="90094" y="10082"/>
                    <a:pt x="90078" y="10090"/>
                    <a:pt x="90053" y="10090"/>
                  </a:cubicBezTo>
                  <a:cubicBezTo>
                    <a:pt x="89966" y="10090"/>
                    <a:pt x="89762" y="9994"/>
                    <a:pt x="89668" y="9970"/>
                  </a:cubicBezTo>
                  <a:cubicBezTo>
                    <a:pt x="89648" y="9966"/>
                    <a:pt x="89628" y="9964"/>
                    <a:pt x="89608" y="9964"/>
                  </a:cubicBezTo>
                  <a:cubicBezTo>
                    <a:pt x="89478" y="9964"/>
                    <a:pt x="89356" y="10047"/>
                    <a:pt x="89303" y="10152"/>
                  </a:cubicBezTo>
                  <a:lnTo>
                    <a:pt x="89182" y="10244"/>
                  </a:lnTo>
                  <a:lnTo>
                    <a:pt x="89091" y="10304"/>
                  </a:lnTo>
                  <a:cubicBezTo>
                    <a:pt x="89013" y="10281"/>
                    <a:pt x="88928" y="10246"/>
                    <a:pt x="88845" y="10206"/>
                  </a:cubicBezTo>
                  <a:lnTo>
                    <a:pt x="88845" y="10206"/>
                  </a:lnTo>
                  <a:cubicBezTo>
                    <a:pt x="88832" y="10229"/>
                    <a:pt x="88813" y="10244"/>
                    <a:pt x="88787" y="10244"/>
                  </a:cubicBezTo>
                  <a:cubicBezTo>
                    <a:pt x="88780" y="10247"/>
                    <a:pt x="88774" y="10248"/>
                    <a:pt x="88769" y="10248"/>
                  </a:cubicBezTo>
                  <a:cubicBezTo>
                    <a:pt x="88741" y="10248"/>
                    <a:pt x="88722" y="10213"/>
                    <a:pt x="88710" y="10159"/>
                  </a:cubicBezTo>
                  <a:lnTo>
                    <a:pt x="88710" y="10159"/>
                  </a:lnTo>
                  <a:cubicBezTo>
                    <a:pt x="88723" y="10158"/>
                    <a:pt x="88737" y="10157"/>
                    <a:pt x="88750" y="10156"/>
                  </a:cubicBezTo>
                  <a:lnTo>
                    <a:pt x="88750" y="10156"/>
                  </a:lnTo>
                  <a:cubicBezTo>
                    <a:pt x="88735" y="10148"/>
                    <a:pt x="88719" y="10139"/>
                    <a:pt x="88704" y="10130"/>
                  </a:cubicBezTo>
                  <a:lnTo>
                    <a:pt x="88704" y="10130"/>
                  </a:lnTo>
                  <a:cubicBezTo>
                    <a:pt x="88699" y="10093"/>
                    <a:pt x="88696" y="10048"/>
                    <a:pt x="88696" y="10000"/>
                  </a:cubicBezTo>
                  <a:lnTo>
                    <a:pt x="88600" y="10064"/>
                  </a:lnTo>
                  <a:lnTo>
                    <a:pt x="88600" y="10064"/>
                  </a:lnTo>
                  <a:cubicBezTo>
                    <a:pt x="88481" y="9983"/>
                    <a:pt x="88410" y="9907"/>
                    <a:pt x="88452" y="9879"/>
                  </a:cubicBezTo>
                  <a:cubicBezTo>
                    <a:pt x="88507" y="9825"/>
                    <a:pt x="88658" y="9722"/>
                    <a:pt x="88711" y="9722"/>
                  </a:cubicBezTo>
                  <a:cubicBezTo>
                    <a:pt x="88718" y="9722"/>
                    <a:pt x="88723" y="9724"/>
                    <a:pt x="88726" y="9727"/>
                  </a:cubicBezTo>
                  <a:cubicBezTo>
                    <a:pt x="88787" y="9788"/>
                    <a:pt x="88848" y="9879"/>
                    <a:pt x="88878" y="10000"/>
                  </a:cubicBezTo>
                  <a:cubicBezTo>
                    <a:pt x="88878" y="10032"/>
                    <a:pt x="88878" y="10098"/>
                    <a:pt x="88865" y="10153"/>
                  </a:cubicBezTo>
                  <a:lnTo>
                    <a:pt x="88865" y="10153"/>
                  </a:lnTo>
                  <a:cubicBezTo>
                    <a:pt x="88900" y="10152"/>
                    <a:pt x="88934" y="10152"/>
                    <a:pt x="88969" y="10152"/>
                  </a:cubicBezTo>
                  <a:lnTo>
                    <a:pt x="88969" y="10122"/>
                  </a:lnTo>
                  <a:lnTo>
                    <a:pt x="88969" y="10000"/>
                  </a:lnTo>
                  <a:cubicBezTo>
                    <a:pt x="89000" y="9848"/>
                    <a:pt x="89060" y="9727"/>
                    <a:pt x="89151" y="9666"/>
                  </a:cubicBezTo>
                  <a:cubicBezTo>
                    <a:pt x="89163" y="9661"/>
                    <a:pt x="89174" y="9658"/>
                    <a:pt x="89185" y="9658"/>
                  </a:cubicBezTo>
                  <a:cubicBezTo>
                    <a:pt x="89234" y="9658"/>
                    <a:pt x="89279" y="9708"/>
                    <a:pt x="89303" y="9757"/>
                  </a:cubicBezTo>
                  <a:lnTo>
                    <a:pt x="89395" y="9696"/>
                  </a:lnTo>
                  <a:cubicBezTo>
                    <a:pt x="89425" y="9666"/>
                    <a:pt x="89425" y="9605"/>
                    <a:pt x="89486" y="9605"/>
                  </a:cubicBezTo>
                  <a:lnTo>
                    <a:pt x="89607" y="9575"/>
                  </a:lnTo>
                  <a:cubicBezTo>
                    <a:pt x="89759" y="9545"/>
                    <a:pt x="89942" y="9453"/>
                    <a:pt x="90033" y="9423"/>
                  </a:cubicBezTo>
                  <a:lnTo>
                    <a:pt x="90124" y="9514"/>
                  </a:lnTo>
                  <a:cubicBezTo>
                    <a:pt x="90165" y="9514"/>
                    <a:pt x="90219" y="9528"/>
                    <a:pt x="90268" y="9528"/>
                  </a:cubicBezTo>
                  <a:cubicBezTo>
                    <a:pt x="90293" y="9528"/>
                    <a:pt x="90317" y="9524"/>
                    <a:pt x="90337" y="9514"/>
                  </a:cubicBezTo>
                  <a:lnTo>
                    <a:pt x="90458" y="9514"/>
                  </a:lnTo>
                  <a:cubicBezTo>
                    <a:pt x="90550" y="9529"/>
                    <a:pt x="90641" y="9537"/>
                    <a:pt x="90732" y="9537"/>
                  </a:cubicBezTo>
                  <a:cubicBezTo>
                    <a:pt x="90823" y="9537"/>
                    <a:pt x="90914" y="9529"/>
                    <a:pt x="91006" y="9514"/>
                  </a:cubicBezTo>
                  <a:cubicBezTo>
                    <a:pt x="91092" y="9493"/>
                    <a:pt x="91162" y="9471"/>
                    <a:pt x="91239" y="9471"/>
                  </a:cubicBezTo>
                  <a:cubicBezTo>
                    <a:pt x="91271" y="9471"/>
                    <a:pt x="91304" y="9475"/>
                    <a:pt x="91340" y="9484"/>
                  </a:cubicBezTo>
                  <a:cubicBezTo>
                    <a:pt x="91462" y="9514"/>
                    <a:pt x="91583" y="9545"/>
                    <a:pt x="91735" y="9575"/>
                  </a:cubicBezTo>
                  <a:cubicBezTo>
                    <a:pt x="91766" y="9560"/>
                    <a:pt x="91804" y="9552"/>
                    <a:pt x="91845" y="9552"/>
                  </a:cubicBezTo>
                  <a:cubicBezTo>
                    <a:pt x="91887" y="9552"/>
                    <a:pt x="91933" y="9560"/>
                    <a:pt x="91978" y="9575"/>
                  </a:cubicBezTo>
                  <a:lnTo>
                    <a:pt x="92009" y="9575"/>
                  </a:lnTo>
                  <a:lnTo>
                    <a:pt x="92221" y="9423"/>
                  </a:lnTo>
                  <a:cubicBezTo>
                    <a:pt x="92434" y="9514"/>
                    <a:pt x="92647" y="9575"/>
                    <a:pt x="92708" y="9575"/>
                  </a:cubicBezTo>
                  <a:lnTo>
                    <a:pt x="92738" y="9575"/>
                  </a:lnTo>
                  <a:lnTo>
                    <a:pt x="92890" y="9453"/>
                  </a:lnTo>
                  <a:cubicBezTo>
                    <a:pt x="92966" y="9484"/>
                    <a:pt x="93042" y="9499"/>
                    <a:pt x="93122" y="9499"/>
                  </a:cubicBezTo>
                  <a:cubicBezTo>
                    <a:pt x="93202" y="9499"/>
                    <a:pt x="93285" y="9484"/>
                    <a:pt x="93376" y="9453"/>
                  </a:cubicBezTo>
                  <a:lnTo>
                    <a:pt x="93528" y="9545"/>
                  </a:lnTo>
                  <a:cubicBezTo>
                    <a:pt x="93533" y="9549"/>
                    <a:pt x="93540" y="9551"/>
                    <a:pt x="93549" y="9551"/>
                  </a:cubicBezTo>
                  <a:cubicBezTo>
                    <a:pt x="93576" y="9551"/>
                    <a:pt x="93621" y="9533"/>
                    <a:pt x="93668" y="9533"/>
                  </a:cubicBezTo>
                  <a:cubicBezTo>
                    <a:pt x="93703" y="9533"/>
                    <a:pt x="93739" y="9543"/>
                    <a:pt x="93772" y="9575"/>
                  </a:cubicBezTo>
                  <a:cubicBezTo>
                    <a:pt x="93772" y="9575"/>
                    <a:pt x="93962" y="9469"/>
                    <a:pt x="94095" y="9469"/>
                  </a:cubicBezTo>
                  <a:cubicBezTo>
                    <a:pt x="94122" y="9469"/>
                    <a:pt x="94147" y="9474"/>
                    <a:pt x="94167" y="9484"/>
                  </a:cubicBezTo>
                  <a:cubicBezTo>
                    <a:pt x="94192" y="9501"/>
                    <a:pt x="94220" y="9508"/>
                    <a:pt x="94248" y="9508"/>
                  </a:cubicBezTo>
                  <a:cubicBezTo>
                    <a:pt x="94319" y="9508"/>
                    <a:pt x="94388" y="9458"/>
                    <a:pt x="94410" y="9393"/>
                  </a:cubicBezTo>
                  <a:cubicBezTo>
                    <a:pt x="94562" y="9423"/>
                    <a:pt x="94653" y="9453"/>
                    <a:pt x="94775" y="9514"/>
                  </a:cubicBezTo>
                  <a:cubicBezTo>
                    <a:pt x="94791" y="9522"/>
                    <a:pt x="94806" y="9525"/>
                    <a:pt x="94821" y="9525"/>
                  </a:cubicBezTo>
                  <a:cubicBezTo>
                    <a:pt x="94889" y="9525"/>
                    <a:pt x="94950" y="9458"/>
                    <a:pt x="95015" y="9458"/>
                  </a:cubicBezTo>
                  <a:cubicBezTo>
                    <a:pt x="95045" y="9458"/>
                    <a:pt x="95076" y="9472"/>
                    <a:pt x="95109" y="9514"/>
                  </a:cubicBezTo>
                  <a:cubicBezTo>
                    <a:pt x="95231" y="9453"/>
                    <a:pt x="95322" y="9393"/>
                    <a:pt x="95443" y="9301"/>
                  </a:cubicBezTo>
                  <a:lnTo>
                    <a:pt x="95717" y="9301"/>
                  </a:lnTo>
                  <a:cubicBezTo>
                    <a:pt x="95899" y="9271"/>
                    <a:pt x="96051" y="9210"/>
                    <a:pt x="96203" y="9119"/>
                  </a:cubicBezTo>
                  <a:cubicBezTo>
                    <a:pt x="96264" y="9058"/>
                    <a:pt x="96203" y="8997"/>
                    <a:pt x="96082" y="8997"/>
                  </a:cubicBezTo>
                  <a:lnTo>
                    <a:pt x="96112" y="8845"/>
                  </a:lnTo>
                  <a:lnTo>
                    <a:pt x="96142" y="8724"/>
                  </a:lnTo>
                  <a:cubicBezTo>
                    <a:pt x="96142" y="8572"/>
                    <a:pt x="96082" y="8420"/>
                    <a:pt x="96021" y="8298"/>
                  </a:cubicBezTo>
                  <a:lnTo>
                    <a:pt x="96112" y="8207"/>
                  </a:lnTo>
                  <a:lnTo>
                    <a:pt x="96173" y="8146"/>
                  </a:lnTo>
                  <a:cubicBezTo>
                    <a:pt x="96203" y="8086"/>
                    <a:pt x="96325" y="7903"/>
                    <a:pt x="96325" y="7873"/>
                  </a:cubicBezTo>
                  <a:cubicBezTo>
                    <a:pt x="96325" y="7812"/>
                    <a:pt x="96416" y="7721"/>
                    <a:pt x="96538" y="7660"/>
                  </a:cubicBezTo>
                  <a:lnTo>
                    <a:pt x="96629" y="7599"/>
                  </a:lnTo>
                  <a:cubicBezTo>
                    <a:pt x="96720" y="7417"/>
                    <a:pt x="96781" y="7265"/>
                    <a:pt x="96811" y="7082"/>
                  </a:cubicBezTo>
                  <a:lnTo>
                    <a:pt x="96720" y="6991"/>
                  </a:lnTo>
                  <a:cubicBezTo>
                    <a:pt x="96750" y="6900"/>
                    <a:pt x="96842" y="6809"/>
                    <a:pt x="96933" y="6779"/>
                  </a:cubicBezTo>
                  <a:lnTo>
                    <a:pt x="97054" y="6779"/>
                  </a:lnTo>
                  <a:cubicBezTo>
                    <a:pt x="97115" y="6718"/>
                    <a:pt x="97024" y="6657"/>
                    <a:pt x="96994" y="6627"/>
                  </a:cubicBezTo>
                  <a:cubicBezTo>
                    <a:pt x="96963" y="6596"/>
                    <a:pt x="97237" y="6323"/>
                    <a:pt x="97358" y="6231"/>
                  </a:cubicBezTo>
                  <a:cubicBezTo>
                    <a:pt x="97480" y="6110"/>
                    <a:pt x="97450" y="5988"/>
                    <a:pt x="97419" y="5958"/>
                  </a:cubicBezTo>
                  <a:cubicBezTo>
                    <a:pt x="97358" y="5958"/>
                    <a:pt x="97358" y="5836"/>
                    <a:pt x="97419" y="5715"/>
                  </a:cubicBezTo>
                  <a:lnTo>
                    <a:pt x="97510" y="5654"/>
                  </a:lnTo>
                  <a:lnTo>
                    <a:pt x="97571" y="5593"/>
                  </a:lnTo>
                  <a:cubicBezTo>
                    <a:pt x="97693" y="5563"/>
                    <a:pt x="97753" y="5350"/>
                    <a:pt x="97693" y="5350"/>
                  </a:cubicBezTo>
                  <a:cubicBezTo>
                    <a:pt x="97632" y="5320"/>
                    <a:pt x="97571" y="5289"/>
                    <a:pt x="97510" y="5259"/>
                  </a:cubicBezTo>
                  <a:cubicBezTo>
                    <a:pt x="97510" y="5255"/>
                    <a:pt x="97509" y="5253"/>
                    <a:pt x="97506" y="5253"/>
                  </a:cubicBezTo>
                  <a:cubicBezTo>
                    <a:pt x="97486" y="5253"/>
                    <a:pt x="97407" y="5336"/>
                    <a:pt x="97328" y="5441"/>
                  </a:cubicBezTo>
                  <a:lnTo>
                    <a:pt x="97146" y="5350"/>
                  </a:lnTo>
                  <a:lnTo>
                    <a:pt x="97054" y="5289"/>
                  </a:lnTo>
                  <a:cubicBezTo>
                    <a:pt x="97115" y="5228"/>
                    <a:pt x="96872" y="5107"/>
                    <a:pt x="96750" y="5046"/>
                  </a:cubicBezTo>
                  <a:cubicBezTo>
                    <a:pt x="96629" y="5016"/>
                    <a:pt x="96902" y="4924"/>
                    <a:pt x="96994" y="4924"/>
                  </a:cubicBezTo>
                  <a:cubicBezTo>
                    <a:pt x="97010" y="4916"/>
                    <a:pt x="97048" y="4912"/>
                    <a:pt x="97096" y="4912"/>
                  </a:cubicBezTo>
                  <a:cubicBezTo>
                    <a:pt x="97226" y="4912"/>
                    <a:pt x="97427" y="4941"/>
                    <a:pt x="97450" y="4985"/>
                  </a:cubicBezTo>
                  <a:cubicBezTo>
                    <a:pt x="97461" y="5021"/>
                    <a:pt x="97483" y="5038"/>
                    <a:pt x="97508" y="5038"/>
                  </a:cubicBezTo>
                  <a:cubicBezTo>
                    <a:pt x="97547" y="5038"/>
                    <a:pt x="97595" y="4998"/>
                    <a:pt x="97632" y="4924"/>
                  </a:cubicBezTo>
                  <a:lnTo>
                    <a:pt x="97784" y="5016"/>
                  </a:lnTo>
                  <a:cubicBezTo>
                    <a:pt x="97784" y="5016"/>
                    <a:pt x="97784" y="5046"/>
                    <a:pt x="97814" y="5046"/>
                  </a:cubicBezTo>
                  <a:cubicBezTo>
                    <a:pt x="97852" y="5071"/>
                    <a:pt x="97869" y="5086"/>
                    <a:pt x="97884" y="5086"/>
                  </a:cubicBezTo>
                  <a:cubicBezTo>
                    <a:pt x="97906" y="5086"/>
                    <a:pt x="97925" y="5056"/>
                    <a:pt x="97997" y="4985"/>
                  </a:cubicBezTo>
                  <a:lnTo>
                    <a:pt x="98088" y="4924"/>
                  </a:lnTo>
                  <a:cubicBezTo>
                    <a:pt x="98179" y="4894"/>
                    <a:pt x="98240" y="4803"/>
                    <a:pt x="98209" y="4712"/>
                  </a:cubicBezTo>
                  <a:lnTo>
                    <a:pt x="98179" y="4681"/>
                  </a:lnTo>
                  <a:lnTo>
                    <a:pt x="98057" y="4529"/>
                  </a:lnTo>
                  <a:cubicBezTo>
                    <a:pt x="98057" y="4408"/>
                    <a:pt x="98057" y="4286"/>
                    <a:pt x="98057" y="4165"/>
                  </a:cubicBezTo>
                  <a:cubicBezTo>
                    <a:pt x="98027" y="4165"/>
                    <a:pt x="97723" y="4104"/>
                    <a:pt x="97662" y="4013"/>
                  </a:cubicBezTo>
                  <a:cubicBezTo>
                    <a:pt x="97480" y="3891"/>
                    <a:pt x="97298" y="3769"/>
                    <a:pt x="97085" y="3709"/>
                  </a:cubicBezTo>
                  <a:cubicBezTo>
                    <a:pt x="96902" y="3709"/>
                    <a:pt x="96720" y="3678"/>
                    <a:pt x="96538" y="3648"/>
                  </a:cubicBezTo>
                  <a:cubicBezTo>
                    <a:pt x="96416" y="3587"/>
                    <a:pt x="96294" y="3496"/>
                    <a:pt x="96203" y="3405"/>
                  </a:cubicBezTo>
                  <a:lnTo>
                    <a:pt x="96264" y="3313"/>
                  </a:lnTo>
                  <a:cubicBezTo>
                    <a:pt x="96355" y="3222"/>
                    <a:pt x="96416" y="3131"/>
                    <a:pt x="96477" y="3040"/>
                  </a:cubicBezTo>
                  <a:cubicBezTo>
                    <a:pt x="96507" y="2979"/>
                    <a:pt x="96477" y="2918"/>
                    <a:pt x="96446" y="2857"/>
                  </a:cubicBezTo>
                  <a:cubicBezTo>
                    <a:pt x="96416" y="2812"/>
                    <a:pt x="96386" y="2789"/>
                    <a:pt x="96351" y="2789"/>
                  </a:cubicBezTo>
                  <a:cubicBezTo>
                    <a:pt x="96317" y="2789"/>
                    <a:pt x="96279" y="2812"/>
                    <a:pt x="96234" y="2857"/>
                  </a:cubicBezTo>
                  <a:cubicBezTo>
                    <a:pt x="96207" y="2875"/>
                    <a:pt x="96188" y="2883"/>
                    <a:pt x="96174" y="2883"/>
                  </a:cubicBezTo>
                  <a:cubicBezTo>
                    <a:pt x="96140" y="2883"/>
                    <a:pt x="96134" y="2840"/>
                    <a:pt x="96112" y="2797"/>
                  </a:cubicBezTo>
                  <a:cubicBezTo>
                    <a:pt x="96082" y="2766"/>
                    <a:pt x="96051" y="2736"/>
                    <a:pt x="95991" y="2736"/>
                  </a:cubicBezTo>
                  <a:cubicBezTo>
                    <a:pt x="95899" y="2736"/>
                    <a:pt x="95778" y="2766"/>
                    <a:pt x="95747" y="2827"/>
                  </a:cubicBezTo>
                  <a:lnTo>
                    <a:pt x="95626" y="3070"/>
                  </a:lnTo>
                  <a:cubicBezTo>
                    <a:pt x="95474" y="3009"/>
                    <a:pt x="95413" y="2857"/>
                    <a:pt x="95443" y="2736"/>
                  </a:cubicBezTo>
                  <a:cubicBezTo>
                    <a:pt x="95474" y="2645"/>
                    <a:pt x="95535" y="2554"/>
                    <a:pt x="95565" y="2493"/>
                  </a:cubicBezTo>
                  <a:lnTo>
                    <a:pt x="95443" y="2493"/>
                  </a:lnTo>
                  <a:cubicBezTo>
                    <a:pt x="95383" y="2493"/>
                    <a:pt x="95352" y="2554"/>
                    <a:pt x="95322" y="2584"/>
                  </a:cubicBezTo>
                  <a:cubicBezTo>
                    <a:pt x="95261" y="2584"/>
                    <a:pt x="95261" y="2645"/>
                    <a:pt x="95261" y="2645"/>
                  </a:cubicBezTo>
                  <a:lnTo>
                    <a:pt x="95079" y="2584"/>
                  </a:lnTo>
                  <a:cubicBezTo>
                    <a:pt x="95062" y="2581"/>
                    <a:pt x="95045" y="2580"/>
                    <a:pt x="95027" y="2580"/>
                  </a:cubicBezTo>
                  <a:cubicBezTo>
                    <a:pt x="94848" y="2580"/>
                    <a:pt x="94614" y="2708"/>
                    <a:pt x="94532" y="2736"/>
                  </a:cubicBezTo>
                  <a:cubicBezTo>
                    <a:pt x="94349" y="2706"/>
                    <a:pt x="94197" y="2645"/>
                    <a:pt x="94045" y="2554"/>
                  </a:cubicBezTo>
                  <a:cubicBezTo>
                    <a:pt x="94012" y="2542"/>
                    <a:pt x="93974" y="2535"/>
                    <a:pt x="93937" y="2535"/>
                  </a:cubicBezTo>
                  <a:cubicBezTo>
                    <a:pt x="93873" y="2535"/>
                    <a:pt x="93810" y="2557"/>
                    <a:pt x="93772" y="2614"/>
                  </a:cubicBezTo>
                  <a:cubicBezTo>
                    <a:pt x="93765" y="2618"/>
                    <a:pt x="93758" y="2619"/>
                    <a:pt x="93752" y="2619"/>
                  </a:cubicBezTo>
                  <a:cubicBezTo>
                    <a:pt x="93698" y="2619"/>
                    <a:pt x="93650" y="2517"/>
                    <a:pt x="93650" y="2462"/>
                  </a:cubicBezTo>
                  <a:cubicBezTo>
                    <a:pt x="93650" y="2455"/>
                    <a:pt x="93647" y="2451"/>
                    <a:pt x="93641" y="2451"/>
                  </a:cubicBezTo>
                  <a:cubicBezTo>
                    <a:pt x="93621" y="2451"/>
                    <a:pt x="93575" y="2491"/>
                    <a:pt x="93528" y="2584"/>
                  </a:cubicBezTo>
                  <a:lnTo>
                    <a:pt x="93255" y="2584"/>
                  </a:lnTo>
                  <a:cubicBezTo>
                    <a:pt x="93133" y="2706"/>
                    <a:pt x="92860" y="3009"/>
                    <a:pt x="92921" y="3101"/>
                  </a:cubicBezTo>
                  <a:cubicBezTo>
                    <a:pt x="92956" y="3136"/>
                    <a:pt x="92898" y="3151"/>
                    <a:pt x="92831" y="3151"/>
                  </a:cubicBezTo>
                  <a:cubicBezTo>
                    <a:pt x="92784" y="3151"/>
                    <a:pt x="92733" y="3144"/>
                    <a:pt x="92708" y="3131"/>
                  </a:cubicBezTo>
                  <a:cubicBezTo>
                    <a:pt x="92681" y="3122"/>
                    <a:pt x="92654" y="3118"/>
                    <a:pt x="92628" y="3118"/>
                  </a:cubicBezTo>
                  <a:cubicBezTo>
                    <a:pt x="92566" y="3118"/>
                    <a:pt x="92508" y="3140"/>
                    <a:pt x="92465" y="3161"/>
                  </a:cubicBezTo>
                  <a:cubicBezTo>
                    <a:pt x="92313" y="3161"/>
                    <a:pt x="92191" y="3131"/>
                    <a:pt x="92069" y="3070"/>
                  </a:cubicBezTo>
                  <a:cubicBezTo>
                    <a:pt x="92009" y="3009"/>
                    <a:pt x="91917" y="2888"/>
                    <a:pt x="91917" y="2827"/>
                  </a:cubicBezTo>
                  <a:cubicBezTo>
                    <a:pt x="91917" y="2797"/>
                    <a:pt x="92161" y="2706"/>
                    <a:pt x="92252" y="2706"/>
                  </a:cubicBezTo>
                  <a:cubicBezTo>
                    <a:pt x="92313" y="2706"/>
                    <a:pt x="92221" y="2614"/>
                    <a:pt x="92039" y="2523"/>
                  </a:cubicBezTo>
                  <a:lnTo>
                    <a:pt x="91978" y="2523"/>
                  </a:lnTo>
                  <a:cubicBezTo>
                    <a:pt x="91961" y="2517"/>
                    <a:pt x="91947" y="2515"/>
                    <a:pt x="91935" y="2515"/>
                  </a:cubicBezTo>
                  <a:cubicBezTo>
                    <a:pt x="91887" y="2515"/>
                    <a:pt x="91887" y="2559"/>
                    <a:pt x="91887" y="2584"/>
                  </a:cubicBezTo>
                  <a:cubicBezTo>
                    <a:pt x="91917" y="2584"/>
                    <a:pt x="91826" y="2614"/>
                    <a:pt x="91796" y="2614"/>
                  </a:cubicBezTo>
                  <a:cubicBezTo>
                    <a:pt x="91766" y="2614"/>
                    <a:pt x="91674" y="2432"/>
                    <a:pt x="91583" y="2432"/>
                  </a:cubicBezTo>
                  <a:cubicBezTo>
                    <a:pt x="91492" y="2432"/>
                    <a:pt x="91522" y="2402"/>
                    <a:pt x="91583" y="2371"/>
                  </a:cubicBezTo>
                  <a:cubicBezTo>
                    <a:pt x="91644" y="2371"/>
                    <a:pt x="90945" y="2280"/>
                    <a:pt x="90914" y="2250"/>
                  </a:cubicBezTo>
                  <a:cubicBezTo>
                    <a:pt x="90884" y="2219"/>
                    <a:pt x="90914" y="2128"/>
                    <a:pt x="90945" y="2098"/>
                  </a:cubicBezTo>
                  <a:cubicBezTo>
                    <a:pt x="90975" y="2067"/>
                    <a:pt x="90975" y="2037"/>
                    <a:pt x="90914" y="2006"/>
                  </a:cubicBezTo>
                  <a:lnTo>
                    <a:pt x="90884" y="1976"/>
                  </a:lnTo>
                  <a:lnTo>
                    <a:pt x="90854" y="1946"/>
                  </a:lnTo>
                  <a:cubicBezTo>
                    <a:pt x="90793" y="1915"/>
                    <a:pt x="90975" y="1763"/>
                    <a:pt x="91036" y="1733"/>
                  </a:cubicBezTo>
                  <a:cubicBezTo>
                    <a:pt x="91043" y="1726"/>
                    <a:pt x="91051" y="1723"/>
                    <a:pt x="91060" y="1723"/>
                  </a:cubicBezTo>
                  <a:cubicBezTo>
                    <a:pt x="91134" y="1723"/>
                    <a:pt x="91276" y="1922"/>
                    <a:pt x="91249" y="1976"/>
                  </a:cubicBezTo>
                  <a:cubicBezTo>
                    <a:pt x="91249" y="2067"/>
                    <a:pt x="91279" y="2128"/>
                    <a:pt x="91279" y="2128"/>
                  </a:cubicBezTo>
                  <a:cubicBezTo>
                    <a:pt x="91370" y="2067"/>
                    <a:pt x="91462" y="2006"/>
                    <a:pt x="91522" y="1915"/>
                  </a:cubicBezTo>
                  <a:lnTo>
                    <a:pt x="91614" y="1885"/>
                  </a:lnTo>
                  <a:cubicBezTo>
                    <a:pt x="91674" y="1794"/>
                    <a:pt x="91705" y="1702"/>
                    <a:pt x="91735" y="1581"/>
                  </a:cubicBezTo>
                  <a:cubicBezTo>
                    <a:pt x="91705" y="1520"/>
                    <a:pt x="91674" y="1429"/>
                    <a:pt x="91644" y="1368"/>
                  </a:cubicBezTo>
                  <a:cubicBezTo>
                    <a:pt x="91614" y="1277"/>
                    <a:pt x="91279" y="1247"/>
                    <a:pt x="91279" y="1186"/>
                  </a:cubicBezTo>
                  <a:cubicBezTo>
                    <a:pt x="91257" y="1141"/>
                    <a:pt x="91349" y="1113"/>
                    <a:pt x="91495" y="1113"/>
                  </a:cubicBezTo>
                  <a:cubicBezTo>
                    <a:pt x="91548" y="1113"/>
                    <a:pt x="91609" y="1117"/>
                    <a:pt x="91674" y="1125"/>
                  </a:cubicBezTo>
                  <a:lnTo>
                    <a:pt x="91887" y="1125"/>
                  </a:lnTo>
                  <a:cubicBezTo>
                    <a:pt x="91891" y="1129"/>
                    <a:pt x="91897" y="1131"/>
                    <a:pt x="91903" y="1131"/>
                  </a:cubicBezTo>
                  <a:cubicBezTo>
                    <a:pt x="91941" y="1131"/>
                    <a:pt x="92009" y="1060"/>
                    <a:pt x="92009" y="1034"/>
                  </a:cubicBezTo>
                  <a:lnTo>
                    <a:pt x="92009" y="943"/>
                  </a:lnTo>
                  <a:cubicBezTo>
                    <a:pt x="92009" y="821"/>
                    <a:pt x="91857" y="639"/>
                    <a:pt x="91766" y="639"/>
                  </a:cubicBezTo>
                  <a:cubicBezTo>
                    <a:pt x="91705" y="669"/>
                    <a:pt x="91614" y="791"/>
                    <a:pt x="91674" y="821"/>
                  </a:cubicBezTo>
                  <a:cubicBezTo>
                    <a:pt x="91705" y="821"/>
                    <a:pt x="91705" y="912"/>
                    <a:pt x="91705" y="943"/>
                  </a:cubicBezTo>
                  <a:cubicBezTo>
                    <a:pt x="91705" y="1003"/>
                    <a:pt x="91644" y="1034"/>
                    <a:pt x="91553" y="1034"/>
                  </a:cubicBezTo>
                  <a:cubicBezTo>
                    <a:pt x="91535" y="945"/>
                    <a:pt x="91497" y="898"/>
                    <a:pt x="91438" y="898"/>
                  </a:cubicBezTo>
                  <a:cubicBezTo>
                    <a:pt x="91395" y="898"/>
                    <a:pt x="91343" y="922"/>
                    <a:pt x="91279" y="973"/>
                  </a:cubicBezTo>
                  <a:lnTo>
                    <a:pt x="91249" y="973"/>
                  </a:lnTo>
                  <a:cubicBezTo>
                    <a:pt x="91188" y="973"/>
                    <a:pt x="91158" y="943"/>
                    <a:pt x="91127" y="882"/>
                  </a:cubicBezTo>
                  <a:lnTo>
                    <a:pt x="91127" y="821"/>
                  </a:lnTo>
                  <a:cubicBezTo>
                    <a:pt x="91158" y="791"/>
                    <a:pt x="91188" y="730"/>
                    <a:pt x="91188" y="699"/>
                  </a:cubicBezTo>
                  <a:cubicBezTo>
                    <a:pt x="91127" y="608"/>
                    <a:pt x="91036" y="547"/>
                    <a:pt x="90945" y="487"/>
                  </a:cubicBezTo>
                  <a:cubicBezTo>
                    <a:pt x="90914" y="517"/>
                    <a:pt x="90884" y="578"/>
                    <a:pt x="90884" y="639"/>
                  </a:cubicBezTo>
                  <a:cubicBezTo>
                    <a:pt x="90882" y="640"/>
                    <a:pt x="90881" y="641"/>
                    <a:pt x="90878" y="641"/>
                  </a:cubicBezTo>
                  <a:cubicBezTo>
                    <a:pt x="90838" y="641"/>
                    <a:pt x="90695" y="394"/>
                    <a:pt x="90580" y="365"/>
                  </a:cubicBezTo>
                  <a:cubicBezTo>
                    <a:pt x="90568" y="362"/>
                    <a:pt x="90555" y="360"/>
                    <a:pt x="90543" y="360"/>
                  </a:cubicBezTo>
                  <a:cubicBezTo>
                    <a:pt x="90434" y="360"/>
                    <a:pt x="90334" y="475"/>
                    <a:pt x="90307" y="639"/>
                  </a:cubicBezTo>
                  <a:lnTo>
                    <a:pt x="90063" y="426"/>
                  </a:lnTo>
                  <a:cubicBezTo>
                    <a:pt x="90033" y="456"/>
                    <a:pt x="90003" y="456"/>
                    <a:pt x="89972" y="487"/>
                  </a:cubicBezTo>
                  <a:lnTo>
                    <a:pt x="89820" y="487"/>
                  </a:lnTo>
                  <a:cubicBezTo>
                    <a:pt x="89820" y="517"/>
                    <a:pt x="89486" y="547"/>
                    <a:pt x="89425" y="608"/>
                  </a:cubicBezTo>
                  <a:cubicBezTo>
                    <a:pt x="89379" y="631"/>
                    <a:pt x="89245" y="689"/>
                    <a:pt x="89183" y="689"/>
                  </a:cubicBezTo>
                  <a:cubicBezTo>
                    <a:pt x="89164" y="689"/>
                    <a:pt x="89151" y="684"/>
                    <a:pt x="89151" y="669"/>
                  </a:cubicBezTo>
                  <a:cubicBezTo>
                    <a:pt x="89151" y="639"/>
                    <a:pt x="88969" y="639"/>
                    <a:pt x="88939" y="639"/>
                  </a:cubicBezTo>
                  <a:cubicBezTo>
                    <a:pt x="88898" y="639"/>
                    <a:pt x="88777" y="612"/>
                    <a:pt x="88700" y="612"/>
                  </a:cubicBezTo>
                  <a:cubicBezTo>
                    <a:pt x="88662" y="612"/>
                    <a:pt x="88635" y="618"/>
                    <a:pt x="88635" y="639"/>
                  </a:cubicBezTo>
                  <a:cubicBezTo>
                    <a:pt x="88635" y="669"/>
                    <a:pt x="88604" y="730"/>
                    <a:pt x="88574" y="791"/>
                  </a:cubicBezTo>
                  <a:cubicBezTo>
                    <a:pt x="88574" y="791"/>
                    <a:pt x="88452" y="760"/>
                    <a:pt x="88422" y="730"/>
                  </a:cubicBezTo>
                  <a:cubicBezTo>
                    <a:pt x="88392" y="730"/>
                    <a:pt x="88179" y="608"/>
                    <a:pt x="87936" y="517"/>
                  </a:cubicBezTo>
                  <a:lnTo>
                    <a:pt x="87692" y="608"/>
                  </a:lnTo>
                  <a:lnTo>
                    <a:pt x="87662" y="608"/>
                  </a:lnTo>
                  <a:cubicBezTo>
                    <a:pt x="87657" y="611"/>
                    <a:pt x="87651" y="612"/>
                    <a:pt x="87645" y="612"/>
                  </a:cubicBezTo>
                  <a:cubicBezTo>
                    <a:pt x="87585" y="612"/>
                    <a:pt x="87507" y="484"/>
                    <a:pt x="87480" y="456"/>
                  </a:cubicBezTo>
                  <a:cubicBezTo>
                    <a:pt x="87480" y="441"/>
                    <a:pt x="87472" y="435"/>
                    <a:pt x="87460" y="435"/>
                  </a:cubicBezTo>
                  <a:cubicBezTo>
                    <a:pt x="87423" y="435"/>
                    <a:pt x="87343" y="487"/>
                    <a:pt x="87297" y="487"/>
                  </a:cubicBezTo>
                  <a:cubicBezTo>
                    <a:pt x="87262" y="496"/>
                    <a:pt x="87229" y="499"/>
                    <a:pt x="87197" y="499"/>
                  </a:cubicBezTo>
                  <a:cubicBezTo>
                    <a:pt x="87120" y="499"/>
                    <a:pt x="87049" y="478"/>
                    <a:pt x="86963" y="456"/>
                  </a:cubicBezTo>
                  <a:cubicBezTo>
                    <a:pt x="86952" y="451"/>
                    <a:pt x="86938" y="448"/>
                    <a:pt x="86922" y="448"/>
                  </a:cubicBezTo>
                  <a:cubicBezTo>
                    <a:pt x="86851" y="448"/>
                    <a:pt x="86745" y="498"/>
                    <a:pt x="86720" y="547"/>
                  </a:cubicBezTo>
                  <a:cubicBezTo>
                    <a:pt x="86710" y="558"/>
                    <a:pt x="86696" y="562"/>
                    <a:pt x="86680" y="562"/>
                  </a:cubicBezTo>
                  <a:cubicBezTo>
                    <a:pt x="86609" y="562"/>
                    <a:pt x="86496" y="483"/>
                    <a:pt x="86436" y="483"/>
                  </a:cubicBezTo>
                  <a:cubicBezTo>
                    <a:pt x="86428" y="483"/>
                    <a:pt x="86421" y="484"/>
                    <a:pt x="86416" y="487"/>
                  </a:cubicBezTo>
                  <a:cubicBezTo>
                    <a:pt x="86385" y="517"/>
                    <a:pt x="86325" y="547"/>
                    <a:pt x="86294" y="578"/>
                  </a:cubicBezTo>
                  <a:lnTo>
                    <a:pt x="86264" y="578"/>
                  </a:lnTo>
                  <a:cubicBezTo>
                    <a:pt x="86233" y="578"/>
                    <a:pt x="86112" y="517"/>
                    <a:pt x="86082" y="487"/>
                  </a:cubicBezTo>
                  <a:cubicBezTo>
                    <a:pt x="86078" y="483"/>
                    <a:pt x="86073" y="482"/>
                    <a:pt x="86066" y="482"/>
                  </a:cubicBezTo>
                  <a:cubicBezTo>
                    <a:pt x="86012" y="482"/>
                    <a:pt x="85862" y="578"/>
                    <a:pt x="85808" y="578"/>
                  </a:cubicBezTo>
                  <a:cubicBezTo>
                    <a:pt x="85747" y="578"/>
                    <a:pt x="85717" y="365"/>
                    <a:pt x="85808" y="335"/>
                  </a:cubicBezTo>
                  <a:cubicBezTo>
                    <a:pt x="85899" y="335"/>
                    <a:pt x="85899" y="243"/>
                    <a:pt x="85808" y="152"/>
                  </a:cubicBezTo>
                  <a:lnTo>
                    <a:pt x="85717" y="91"/>
                  </a:lnTo>
                  <a:cubicBezTo>
                    <a:pt x="85656" y="91"/>
                    <a:pt x="85595" y="335"/>
                    <a:pt x="85595" y="395"/>
                  </a:cubicBezTo>
                  <a:cubicBezTo>
                    <a:pt x="85595" y="464"/>
                    <a:pt x="85527" y="498"/>
                    <a:pt x="85428" y="498"/>
                  </a:cubicBezTo>
                  <a:cubicBezTo>
                    <a:pt x="85396" y="498"/>
                    <a:pt x="85360" y="494"/>
                    <a:pt x="85322" y="487"/>
                  </a:cubicBezTo>
                  <a:lnTo>
                    <a:pt x="85200" y="487"/>
                  </a:lnTo>
                  <a:cubicBezTo>
                    <a:pt x="84987" y="456"/>
                    <a:pt x="84987" y="456"/>
                    <a:pt x="84957" y="274"/>
                  </a:cubicBezTo>
                  <a:cubicBezTo>
                    <a:pt x="84957" y="243"/>
                    <a:pt x="84957" y="243"/>
                    <a:pt x="84957" y="243"/>
                  </a:cubicBezTo>
                  <a:cubicBezTo>
                    <a:pt x="84805" y="213"/>
                    <a:pt x="84775" y="122"/>
                    <a:pt x="84683" y="31"/>
                  </a:cubicBezTo>
                  <a:lnTo>
                    <a:pt x="84653" y="0"/>
                  </a:lnTo>
                  <a:cubicBezTo>
                    <a:pt x="84501" y="31"/>
                    <a:pt x="84501" y="183"/>
                    <a:pt x="84623" y="365"/>
                  </a:cubicBezTo>
                  <a:lnTo>
                    <a:pt x="84562" y="487"/>
                  </a:lnTo>
                  <a:lnTo>
                    <a:pt x="84471" y="669"/>
                  </a:lnTo>
                  <a:cubicBezTo>
                    <a:pt x="84258" y="639"/>
                    <a:pt x="84136" y="365"/>
                    <a:pt x="84167" y="335"/>
                  </a:cubicBezTo>
                  <a:cubicBezTo>
                    <a:pt x="84227" y="304"/>
                    <a:pt x="84288" y="274"/>
                    <a:pt x="84349" y="213"/>
                  </a:cubicBezTo>
                  <a:cubicBezTo>
                    <a:pt x="84349" y="183"/>
                    <a:pt x="84288" y="152"/>
                    <a:pt x="84258" y="152"/>
                  </a:cubicBezTo>
                  <a:cubicBezTo>
                    <a:pt x="84045" y="183"/>
                    <a:pt x="83863" y="213"/>
                    <a:pt x="83680" y="213"/>
                  </a:cubicBezTo>
                  <a:cubicBezTo>
                    <a:pt x="83467" y="122"/>
                    <a:pt x="83285" y="91"/>
                    <a:pt x="83103" y="61"/>
                  </a:cubicBezTo>
                  <a:cubicBezTo>
                    <a:pt x="83012" y="61"/>
                    <a:pt x="82981" y="122"/>
                    <a:pt x="82981" y="152"/>
                  </a:cubicBezTo>
                  <a:cubicBezTo>
                    <a:pt x="82981" y="152"/>
                    <a:pt x="82738" y="243"/>
                    <a:pt x="82708" y="304"/>
                  </a:cubicBezTo>
                  <a:cubicBezTo>
                    <a:pt x="82685" y="349"/>
                    <a:pt x="82647" y="377"/>
                    <a:pt x="82628" y="377"/>
                  </a:cubicBezTo>
                  <a:cubicBezTo>
                    <a:pt x="82621" y="377"/>
                    <a:pt x="82616" y="373"/>
                    <a:pt x="82616" y="365"/>
                  </a:cubicBezTo>
                  <a:lnTo>
                    <a:pt x="82616" y="335"/>
                  </a:lnTo>
                  <a:cubicBezTo>
                    <a:pt x="82616" y="274"/>
                    <a:pt x="82647" y="213"/>
                    <a:pt x="82647" y="213"/>
                  </a:cubicBezTo>
                  <a:lnTo>
                    <a:pt x="82556" y="152"/>
                  </a:lnTo>
                  <a:cubicBezTo>
                    <a:pt x="82511" y="130"/>
                    <a:pt x="82441" y="124"/>
                    <a:pt x="82368" y="124"/>
                  </a:cubicBezTo>
                  <a:cubicBezTo>
                    <a:pt x="82288" y="124"/>
                    <a:pt x="82203" y="131"/>
                    <a:pt x="82143" y="131"/>
                  </a:cubicBezTo>
                  <a:cubicBezTo>
                    <a:pt x="82109" y="131"/>
                    <a:pt x="82083" y="129"/>
                    <a:pt x="82069" y="122"/>
                  </a:cubicBezTo>
                  <a:cubicBezTo>
                    <a:pt x="82024" y="107"/>
                    <a:pt x="81970" y="99"/>
                    <a:pt x="81917" y="99"/>
                  </a:cubicBezTo>
                  <a:cubicBezTo>
                    <a:pt x="81864" y="99"/>
                    <a:pt x="81811" y="107"/>
                    <a:pt x="81765" y="122"/>
                  </a:cubicBezTo>
                  <a:cubicBezTo>
                    <a:pt x="81742" y="145"/>
                    <a:pt x="81714" y="155"/>
                    <a:pt x="81687" y="155"/>
                  </a:cubicBezTo>
                  <a:cubicBezTo>
                    <a:pt x="81644" y="155"/>
                    <a:pt x="81602" y="129"/>
                    <a:pt x="81583" y="91"/>
                  </a:cubicBezTo>
                  <a:lnTo>
                    <a:pt x="81522" y="31"/>
                  </a:lnTo>
                  <a:lnTo>
                    <a:pt x="81461" y="31"/>
                  </a:lnTo>
                  <a:lnTo>
                    <a:pt x="814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8" name="Google Shape;4178;p51"/>
          <p:cNvGrpSpPr/>
          <p:nvPr/>
        </p:nvGrpSpPr>
        <p:grpSpPr>
          <a:xfrm>
            <a:off x="4496674" y="3630166"/>
            <a:ext cx="397595" cy="394723"/>
            <a:chOff x="7030803" y="563820"/>
            <a:chExt cx="2083830" cy="2068780"/>
          </a:xfrm>
        </p:grpSpPr>
        <p:sp>
          <p:nvSpPr>
            <p:cNvPr id="4179" name="Google Shape;4179;p51"/>
            <p:cNvSpPr/>
            <p:nvPr/>
          </p:nvSpPr>
          <p:spPr>
            <a:xfrm rot="-2554597">
              <a:off x="6873154" y="1435106"/>
              <a:ext cx="2367936" cy="456642"/>
            </a:xfrm>
            <a:custGeom>
              <a:rect b="b" l="l" r="r" t="t"/>
              <a:pathLst>
                <a:path extrusionOk="0" h="18265" w="94714">
                  <a:moveTo>
                    <a:pt x="17417" y="2310"/>
                  </a:moveTo>
                  <a:cubicBezTo>
                    <a:pt x="17448" y="2310"/>
                    <a:pt x="17509" y="2341"/>
                    <a:pt x="17539" y="2371"/>
                  </a:cubicBezTo>
                  <a:cubicBezTo>
                    <a:pt x="17539" y="2401"/>
                    <a:pt x="17509" y="2432"/>
                    <a:pt x="17478" y="2462"/>
                  </a:cubicBezTo>
                  <a:cubicBezTo>
                    <a:pt x="17448" y="2493"/>
                    <a:pt x="17387" y="2493"/>
                    <a:pt x="17357" y="2493"/>
                  </a:cubicBezTo>
                  <a:lnTo>
                    <a:pt x="17144" y="2614"/>
                  </a:lnTo>
                  <a:cubicBezTo>
                    <a:pt x="16992" y="2553"/>
                    <a:pt x="17022" y="2432"/>
                    <a:pt x="17235" y="2371"/>
                  </a:cubicBezTo>
                  <a:lnTo>
                    <a:pt x="17417" y="2310"/>
                  </a:lnTo>
                  <a:close/>
                  <a:moveTo>
                    <a:pt x="12341" y="2736"/>
                  </a:moveTo>
                  <a:cubicBezTo>
                    <a:pt x="12433" y="2736"/>
                    <a:pt x="12402" y="2979"/>
                    <a:pt x="12281" y="3040"/>
                  </a:cubicBezTo>
                  <a:cubicBezTo>
                    <a:pt x="12247" y="3051"/>
                    <a:pt x="12214" y="3058"/>
                    <a:pt x="12185" y="3058"/>
                  </a:cubicBezTo>
                  <a:cubicBezTo>
                    <a:pt x="12135" y="3058"/>
                    <a:pt x="12098" y="3037"/>
                    <a:pt x="12098" y="2979"/>
                  </a:cubicBezTo>
                  <a:cubicBezTo>
                    <a:pt x="12129" y="2888"/>
                    <a:pt x="12220" y="2797"/>
                    <a:pt x="12341" y="2736"/>
                  </a:cubicBezTo>
                  <a:close/>
                  <a:moveTo>
                    <a:pt x="82756" y="2780"/>
                  </a:moveTo>
                  <a:cubicBezTo>
                    <a:pt x="82765" y="2780"/>
                    <a:pt x="82768" y="2786"/>
                    <a:pt x="82768" y="2797"/>
                  </a:cubicBezTo>
                  <a:cubicBezTo>
                    <a:pt x="82738" y="2857"/>
                    <a:pt x="82768" y="2888"/>
                    <a:pt x="82799" y="2888"/>
                  </a:cubicBezTo>
                  <a:cubicBezTo>
                    <a:pt x="82829" y="2888"/>
                    <a:pt x="82890" y="2949"/>
                    <a:pt x="82920" y="2979"/>
                  </a:cubicBezTo>
                  <a:cubicBezTo>
                    <a:pt x="82768" y="3009"/>
                    <a:pt x="82647" y="3040"/>
                    <a:pt x="82525" y="3070"/>
                  </a:cubicBezTo>
                  <a:cubicBezTo>
                    <a:pt x="82495" y="3070"/>
                    <a:pt x="82464" y="3040"/>
                    <a:pt x="82434" y="3009"/>
                  </a:cubicBezTo>
                  <a:cubicBezTo>
                    <a:pt x="82403" y="2979"/>
                    <a:pt x="82434" y="2918"/>
                    <a:pt x="82434" y="2918"/>
                  </a:cubicBezTo>
                  <a:lnTo>
                    <a:pt x="82616" y="2888"/>
                  </a:lnTo>
                  <a:cubicBezTo>
                    <a:pt x="82697" y="2807"/>
                    <a:pt x="82738" y="2780"/>
                    <a:pt x="82756" y="2780"/>
                  </a:cubicBezTo>
                  <a:close/>
                  <a:moveTo>
                    <a:pt x="81639" y="3136"/>
                  </a:moveTo>
                  <a:cubicBezTo>
                    <a:pt x="81674" y="3136"/>
                    <a:pt x="81708" y="3144"/>
                    <a:pt x="81735" y="3161"/>
                  </a:cubicBezTo>
                  <a:cubicBezTo>
                    <a:pt x="81856" y="3192"/>
                    <a:pt x="81886" y="3282"/>
                    <a:pt x="81797" y="3313"/>
                  </a:cubicBezTo>
                  <a:lnTo>
                    <a:pt x="81797" y="3313"/>
                  </a:lnTo>
                  <a:cubicBezTo>
                    <a:pt x="81685" y="3308"/>
                    <a:pt x="81576" y="3278"/>
                    <a:pt x="81492" y="3222"/>
                  </a:cubicBezTo>
                  <a:cubicBezTo>
                    <a:pt x="81470" y="3179"/>
                    <a:pt x="81555" y="3136"/>
                    <a:pt x="81639" y="3136"/>
                  </a:cubicBezTo>
                  <a:close/>
                  <a:moveTo>
                    <a:pt x="8542" y="3526"/>
                  </a:moveTo>
                  <a:lnTo>
                    <a:pt x="8724" y="3617"/>
                  </a:lnTo>
                  <a:cubicBezTo>
                    <a:pt x="8697" y="3671"/>
                    <a:pt x="8653" y="3713"/>
                    <a:pt x="8598" y="3743"/>
                  </a:cubicBezTo>
                  <a:lnTo>
                    <a:pt x="8598" y="3743"/>
                  </a:lnTo>
                  <a:cubicBezTo>
                    <a:pt x="8581" y="3721"/>
                    <a:pt x="8564" y="3700"/>
                    <a:pt x="8542" y="3678"/>
                  </a:cubicBezTo>
                  <a:lnTo>
                    <a:pt x="8451" y="3678"/>
                  </a:lnTo>
                  <a:cubicBezTo>
                    <a:pt x="8420" y="3678"/>
                    <a:pt x="8420" y="3617"/>
                    <a:pt x="8420" y="3556"/>
                  </a:cubicBezTo>
                  <a:cubicBezTo>
                    <a:pt x="8420" y="3526"/>
                    <a:pt x="8512" y="3526"/>
                    <a:pt x="8542" y="3526"/>
                  </a:cubicBezTo>
                  <a:close/>
                  <a:moveTo>
                    <a:pt x="10244" y="3496"/>
                  </a:moveTo>
                  <a:cubicBezTo>
                    <a:pt x="10305" y="3496"/>
                    <a:pt x="10366" y="3526"/>
                    <a:pt x="10335" y="3556"/>
                  </a:cubicBezTo>
                  <a:lnTo>
                    <a:pt x="10335" y="3587"/>
                  </a:lnTo>
                  <a:lnTo>
                    <a:pt x="10335" y="3617"/>
                  </a:lnTo>
                  <a:cubicBezTo>
                    <a:pt x="10314" y="3660"/>
                    <a:pt x="10338" y="3703"/>
                    <a:pt x="10375" y="3703"/>
                  </a:cubicBezTo>
                  <a:cubicBezTo>
                    <a:pt x="10391" y="3703"/>
                    <a:pt x="10409" y="3696"/>
                    <a:pt x="10426" y="3678"/>
                  </a:cubicBezTo>
                  <a:lnTo>
                    <a:pt x="10457" y="3678"/>
                  </a:lnTo>
                  <a:cubicBezTo>
                    <a:pt x="10461" y="3676"/>
                    <a:pt x="10465" y="3675"/>
                    <a:pt x="10470" y="3675"/>
                  </a:cubicBezTo>
                  <a:cubicBezTo>
                    <a:pt x="10537" y="3675"/>
                    <a:pt x="10664" y="3860"/>
                    <a:pt x="10578" y="3860"/>
                  </a:cubicBezTo>
                  <a:lnTo>
                    <a:pt x="10001" y="3860"/>
                  </a:lnTo>
                  <a:cubicBezTo>
                    <a:pt x="10001" y="3769"/>
                    <a:pt x="10031" y="3648"/>
                    <a:pt x="10031" y="3648"/>
                  </a:cubicBezTo>
                  <a:cubicBezTo>
                    <a:pt x="10183" y="3648"/>
                    <a:pt x="10183" y="3556"/>
                    <a:pt x="10244" y="3496"/>
                  </a:cubicBezTo>
                  <a:close/>
                  <a:moveTo>
                    <a:pt x="9506" y="3483"/>
                  </a:moveTo>
                  <a:cubicBezTo>
                    <a:pt x="9527" y="3483"/>
                    <a:pt x="9550" y="3487"/>
                    <a:pt x="9575" y="3496"/>
                  </a:cubicBezTo>
                  <a:cubicBezTo>
                    <a:pt x="9667" y="3526"/>
                    <a:pt x="9758" y="3587"/>
                    <a:pt x="9819" y="3678"/>
                  </a:cubicBezTo>
                  <a:lnTo>
                    <a:pt x="9849" y="3739"/>
                  </a:lnTo>
                  <a:cubicBezTo>
                    <a:pt x="9827" y="3805"/>
                    <a:pt x="9758" y="3855"/>
                    <a:pt x="9675" y="3855"/>
                  </a:cubicBezTo>
                  <a:cubicBezTo>
                    <a:pt x="9643" y="3855"/>
                    <a:pt x="9609" y="3847"/>
                    <a:pt x="9575" y="3830"/>
                  </a:cubicBezTo>
                  <a:lnTo>
                    <a:pt x="9484" y="3830"/>
                  </a:lnTo>
                  <a:cubicBezTo>
                    <a:pt x="9423" y="3830"/>
                    <a:pt x="9363" y="3830"/>
                    <a:pt x="9332" y="3860"/>
                  </a:cubicBezTo>
                  <a:lnTo>
                    <a:pt x="9332" y="3982"/>
                  </a:lnTo>
                  <a:cubicBezTo>
                    <a:pt x="9241" y="3982"/>
                    <a:pt x="9180" y="3891"/>
                    <a:pt x="9180" y="3830"/>
                  </a:cubicBezTo>
                  <a:lnTo>
                    <a:pt x="9211" y="3769"/>
                  </a:lnTo>
                  <a:cubicBezTo>
                    <a:pt x="9211" y="3739"/>
                    <a:pt x="9211" y="3678"/>
                    <a:pt x="9211" y="3678"/>
                  </a:cubicBezTo>
                  <a:cubicBezTo>
                    <a:pt x="9315" y="3626"/>
                    <a:pt x="9375" y="3483"/>
                    <a:pt x="9506" y="3483"/>
                  </a:cubicBezTo>
                  <a:close/>
                  <a:moveTo>
                    <a:pt x="9940" y="4316"/>
                  </a:moveTo>
                  <a:lnTo>
                    <a:pt x="10153" y="4347"/>
                  </a:lnTo>
                  <a:cubicBezTo>
                    <a:pt x="10426" y="4408"/>
                    <a:pt x="10639" y="4468"/>
                    <a:pt x="10639" y="4499"/>
                  </a:cubicBezTo>
                  <a:cubicBezTo>
                    <a:pt x="10639" y="4542"/>
                    <a:pt x="10578" y="4585"/>
                    <a:pt x="10500" y="4585"/>
                  </a:cubicBezTo>
                  <a:cubicBezTo>
                    <a:pt x="10467" y="4585"/>
                    <a:pt x="10432" y="4577"/>
                    <a:pt x="10396" y="4560"/>
                  </a:cubicBezTo>
                  <a:lnTo>
                    <a:pt x="10244" y="4560"/>
                  </a:lnTo>
                  <a:cubicBezTo>
                    <a:pt x="10122" y="4560"/>
                    <a:pt x="10001" y="4529"/>
                    <a:pt x="9879" y="4468"/>
                  </a:cubicBezTo>
                  <a:cubicBezTo>
                    <a:pt x="9849" y="4438"/>
                    <a:pt x="9819" y="4408"/>
                    <a:pt x="9819" y="4377"/>
                  </a:cubicBezTo>
                  <a:cubicBezTo>
                    <a:pt x="9849" y="4347"/>
                    <a:pt x="9879" y="4316"/>
                    <a:pt x="9940" y="4316"/>
                  </a:cubicBezTo>
                  <a:close/>
                  <a:moveTo>
                    <a:pt x="8811" y="4402"/>
                  </a:moveTo>
                  <a:cubicBezTo>
                    <a:pt x="8877" y="4402"/>
                    <a:pt x="8979" y="4488"/>
                    <a:pt x="9059" y="4620"/>
                  </a:cubicBezTo>
                  <a:lnTo>
                    <a:pt x="8755" y="4681"/>
                  </a:lnTo>
                  <a:lnTo>
                    <a:pt x="8663" y="4681"/>
                  </a:lnTo>
                  <a:cubicBezTo>
                    <a:pt x="8649" y="4696"/>
                    <a:pt x="8627" y="4702"/>
                    <a:pt x="8604" y="4702"/>
                  </a:cubicBezTo>
                  <a:cubicBezTo>
                    <a:pt x="8529" y="4702"/>
                    <a:pt x="8435" y="4643"/>
                    <a:pt x="8481" y="4620"/>
                  </a:cubicBezTo>
                  <a:lnTo>
                    <a:pt x="8785" y="4408"/>
                  </a:lnTo>
                  <a:cubicBezTo>
                    <a:pt x="8793" y="4404"/>
                    <a:pt x="8802" y="4402"/>
                    <a:pt x="8811" y="4402"/>
                  </a:cubicBezTo>
                  <a:close/>
                  <a:moveTo>
                    <a:pt x="11133" y="4107"/>
                  </a:moveTo>
                  <a:cubicBezTo>
                    <a:pt x="11149" y="4107"/>
                    <a:pt x="11166" y="4114"/>
                    <a:pt x="11186" y="4134"/>
                  </a:cubicBezTo>
                  <a:cubicBezTo>
                    <a:pt x="11217" y="4164"/>
                    <a:pt x="11247" y="4225"/>
                    <a:pt x="11247" y="4256"/>
                  </a:cubicBezTo>
                  <a:lnTo>
                    <a:pt x="11217" y="4347"/>
                  </a:lnTo>
                  <a:cubicBezTo>
                    <a:pt x="11126" y="4468"/>
                    <a:pt x="11156" y="4560"/>
                    <a:pt x="11247" y="4590"/>
                  </a:cubicBezTo>
                  <a:lnTo>
                    <a:pt x="11278" y="4620"/>
                  </a:lnTo>
                  <a:cubicBezTo>
                    <a:pt x="11338" y="4712"/>
                    <a:pt x="11217" y="4772"/>
                    <a:pt x="11126" y="4803"/>
                  </a:cubicBezTo>
                  <a:cubicBezTo>
                    <a:pt x="11065" y="4803"/>
                    <a:pt x="11004" y="4803"/>
                    <a:pt x="10974" y="4772"/>
                  </a:cubicBezTo>
                  <a:lnTo>
                    <a:pt x="10882" y="4681"/>
                  </a:lnTo>
                  <a:cubicBezTo>
                    <a:pt x="10822" y="4590"/>
                    <a:pt x="10943" y="4438"/>
                    <a:pt x="10882" y="4377"/>
                  </a:cubicBezTo>
                  <a:cubicBezTo>
                    <a:pt x="10852" y="4316"/>
                    <a:pt x="10852" y="4225"/>
                    <a:pt x="10882" y="4134"/>
                  </a:cubicBezTo>
                  <a:lnTo>
                    <a:pt x="11034" y="4134"/>
                  </a:lnTo>
                  <a:cubicBezTo>
                    <a:pt x="11075" y="4134"/>
                    <a:pt x="11102" y="4107"/>
                    <a:pt x="11133" y="4107"/>
                  </a:cubicBezTo>
                  <a:close/>
                  <a:moveTo>
                    <a:pt x="10457" y="4742"/>
                  </a:moveTo>
                  <a:cubicBezTo>
                    <a:pt x="10791" y="4863"/>
                    <a:pt x="10882" y="4985"/>
                    <a:pt x="10639" y="4985"/>
                  </a:cubicBezTo>
                  <a:lnTo>
                    <a:pt x="10396" y="4985"/>
                  </a:lnTo>
                  <a:cubicBezTo>
                    <a:pt x="10366" y="4924"/>
                    <a:pt x="10305" y="4863"/>
                    <a:pt x="10274" y="4863"/>
                  </a:cubicBezTo>
                  <a:lnTo>
                    <a:pt x="10183" y="4863"/>
                  </a:lnTo>
                  <a:cubicBezTo>
                    <a:pt x="10153" y="4863"/>
                    <a:pt x="10153" y="4803"/>
                    <a:pt x="10153" y="4742"/>
                  </a:cubicBezTo>
                  <a:close/>
                  <a:moveTo>
                    <a:pt x="87566" y="6443"/>
                  </a:moveTo>
                  <a:cubicBezTo>
                    <a:pt x="87624" y="6443"/>
                    <a:pt x="87667" y="6472"/>
                    <a:pt x="87688" y="6525"/>
                  </a:cubicBezTo>
                  <a:lnTo>
                    <a:pt x="87688" y="6525"/>
                  </a:lnTo>
                  <a:cubicBezTo>
                    <a:pt x="87653" y="6627"/>
                    <a:pt x="87382" y="6839"/>
                    <a:pt x="87297" y="6839"/>
                  </a:cubicBezTo>
                  <a:cubicBezTo>
                    <a:pt x="87206" y="6809"/>
                    <a:pt x="87176" y="6778"/>
                    <a:pt x="87176" y="6748"/>
                  </a:cubicBezTo>
                  <a:lnTo>
                    <a:pt x="87206" y="6748"/>
                  </a:lnTo>
                  <a:cubicBezTo>
                    <a:pt x="87267" y="6718"/>
                    <a:pt x="87358" y="6687"/>
                    <a:pt x="87419" y="6657"/>
                  </a:cubicBezTo>
                  <a:cubicBezTo>
                    <a:pt x="87449" y="6626"/>
                    <a:pt x="87388" y="6535"/>
                    <a:pt x="87419" y="6505"/>
                  </a:cubicBezTo>
                  <a:lnTo>
                    <a:pt x="87449" y="6474"/>
                  </a:lnTo>
                  <a:cubicBezTo>
                    <a:pt x="87492" y="6453"/>
                    <a:pt x="87531" y="6443"/>
                    <a:pt x="87566" y="6443"/>
                  </a:cubicBezTo>
                  <a:close/>
                  <a:moveTo>
                    <a:pt x="88923" y="7361"/>
                  </a:moveTo>
                  <a:cubicBezTo>
                    <a:pt x="88961" y="7361"/>
                    <a:pt x="88990" y="7369"/>
                    <a:pt x="88999" y="7386"/>
                  </a:cubicBezTo>
                  <a:cubicBezTo>
                    <a:pt x="89060" y="7508"/>
                    <a:pt x="89091" y="7629"/>
                    <a:pt x="89091" y="7721"/>
                  </a:cubicBezTo>
                  <a:cubicBezTo>
                    <a:pt x="89091" y="7758"/>
                    <a:pt x="89067" y="7784"/>
                    <a:pt x="89021" y="7784"/>
                  </a:cubicBezTo>
                  <a:cubicBezTo>
                    <a:pt x="88992" y="7784"/>
                    <a:pt x="88955" y="7774"/>
                    <a:pt x="88908" y="7751"/>
                  </a:cubicBezTo>
                  <a:lnTo>
                    <a:pt x="88847" y="7751"/>
                  </a:lnTo>
                  <a:cubicBezTo>
                    <a:pt x="88787" y="7751"/>
                    <a:pt x="88695" y="7812"/>
                    <a:pt x="88635" y="7812"/>
                  </a:cubicBezTo>
                  <a:lnTo>
                    <a:pt x="88331" y="7842"/>
                  </a:lnTo>
                  <a:cubicBezTo>
                    <a:pt x="88386" y="7676"/>
                    <a:pt x="88442" y="7534"/>
                    <a:pt x="88474" y="7534"/>
                  </a:cubicBezTo>
                  <a:cubicBezTo>
                    <a:pt x="88477" y="7534"/>
                    <a:pt x="88480" y="7536"/>
                    <a:pt x="88483" y="7538"/>
                  </a:cubicBezTo>
                  <a:cubicBezTo>
                    <a:pt x="88488" y="7544"/>
                    <a:pt x="88498" y="7546"/>
                    <a:pt x="88510" y="7546"/>
                  </a:cubicBezTo>
                  <a:cubicBezTo>
                    <a:pt x="88565" y="7546"/>
                    <a:pt x="88671" y="7497"/>
                    <a:pt x="88695" y="7447"/>
                  </a:cubicBezTo>
                  <a:cubicBezTo>
                    <a:pt x="88695" y="7404"/>
                    <a:pt x="88832" y="7361"/>
                    <a:pt x="88923" y="7361"/>
                  </a:cubicBezTo>
                  <a:close/>
                  <a:moveTo>
                    <a:pt x="7782" y="7082"/>
                  </a:moveTo>
                  <a:cubicBezTo>
                    <a:pt x="7904" y="7082"/>
                    <a:pt x="8025" y="7113"/>
                    <a:pt x="8147" y="7143"/>
                  </a:cubicBezTo>
                  <a:lnTo>
                    <a:pt x="7995" y="7143"/>
                  </a:lnTo>
                  <a:lnTo>
                    <a:pt x="7934" y="7174"/>
                  </a:lnTo>
                  <a:lnTo>
                    <a:pt x="7600" y="7295"/>
                  </a:lnTo>
                  <a:cubicBezTo>
                    <a:pt x="7569" y="7569"/>
                    <a:pt x="7752" y="7721"/>
                    <a:pt x="7812" y="7721"/>
                  </a:cubicBezTo>
                  <a:cubicBezTo>
                    <a:pt x="7838" y="7708"/>
                    <a:pt x="7863" y="7701"/>
                    <a:pt x="7886" y="7701"/>
                  </a:cubicBezTo>
                  <a:cubicBezTo>
                    <a:pt x="7918" y="7701"/>
                    <a:pt x="7947" y="7715"/>
                    <a:pt x="7964" y="7751"/>
                  </a:cubicBezTo>
                  <a:lnTo>
                    <a:pt x="7904" y="7873"/>
                  </a:lnTo>
                  <a:cubicBezTo>
                    <a:pt x="7851" y="7926"/>
                    <a:pt x="7777" y="7958"/>
                    <a:pt x="7701" y="7958"/>
                  </a:cubicBezTo>
                  <a:cubicBezTo>
                    <a:pt x="7646" y="7958"/>
                    <a:pt x="7590" y="7941"/>
                    <a:pt x="7539" y="7903"/>
                  </a:cubicBezTo>
                  <a:lnTo>
                    <a:pt x="7448" y="7842"/>
                  </a:lnTo>
                  <a:cubicBezTo>
                    <a:pt x="7387" y="7781"/>
                    <a:pt x="7326" y="7721"/>
                    <a:pt x="7265" y="7690"/>
                  </a:cubicBezTo>
                  <a:cubicBezTo>
                    <a:pt x="7174" y="7599"/>
                    <a:pt x="7448" y="7569"/>
                    <a:pt x="7296" y="7478"/>
                  </a:cubicBezTo>
                  <a:cubicBezTo>
                    <a:pt x="7296" y="7447"/>
                    <a:pt x="7326" y="7417"/>
                    <a:pt x="7326" y="7417"/>
                  </a:cubicBezTo>
                  <a:lnTo>
                    <a:pt x="7539" y="7295"/>
                  </a:lnTo>
                  <a:cubicBezTo>
                    <a:pt x="7539" y="7174"/>
                    <a:pt x="7660" y="7113"/>
                    <a:pt x="7782" y="7082"/>
                  </a:cubicBezTo>
                  <a:close/>
                  <a:moveTo>
                    <a:pt x="2645" y="9058"/>
                  </a:moveTo>
                  <a:lnTo>
                    <a:pt x="2645" y="9058"/>
                  </a:lnTo>
                  <a:cubicBezTo>
                    <a:pt x="2676" y="9088"/>
                    <a:pt x="2676" y="9119"/>
                    <a:pt x="2615" y="9149"/>
                  </a:cubicBezTo>
                  <a:lnTo>
                    <a:pt x="2645" y="9210"/>
                  </a:lnTo>
                  <a:lnTo>
                    <a:pt x="2676" y="9332"/>
                  </a:lnTo>
                  <a:cubicBezTo>
                    <a:pt x="2635" y="9352"/>
                    <a:pt x="2578" y="9359"/>
                    <a:pt x="2516" y="9359"/>
                  </a:cubicBezTo>
                  <a:cubicBezTo>
                    <a:pt x="2392" y="9359"/>
                    <a:pt x="2250" y="9332"/>
                    <a:pt x="2189" y="9332"/>
                  </a:cubicBezTo>
                  <a:cubicBezTo>
                    <a:pt x="2098" y="9332"/>
                    <a:pt x="2007" y="9301"/>
                    <a:pt x="1946" y="9240"/>
                  </a:cubicBezTo>
                  <a:lnTo>
                    <a:pt x="1946" y="9180"/>
                  </a:lnTo>
                  <a:cubicBezTo>
                    <a:pt x="1976" y="9149"/>
                    <a:pt x="2037" y="9149"/>
                    <a:pt x="2068" y="9149"/>
                  </a:cubicBezTo>
                  <a:cubicBezTo>
                    <a:pt x="2159" y="9180"/>
                    <a:pt x="2280" y="9210"/>
                    <a:pt x="2372" y="9210"/>
                  </a:cubicBezTo>
                  <a:cubicBezTo>
                    <a:pt x="2493" y="9180"/>
                    <a:pt x="2584" y="9149"/>
                    <a:pt x="2645" y="9058"/>
                  </a:cubicBezTo>
                  <a:close/>
                  <a:moveTo>
                    <a:pt x="1500" y="8832"/>
                  </a:moveTo>
                  <a:cubicBezTo>
                    <a:pt x="1536" y="8832"/>
                    <a:pt x="1669" y="8973"/>
                    <a:pt x="1824" y="9180"/>
                  </a:cubicBezTo>
                  <a:lnTo>
                    <a:pt x="1794" y="9332"/>
                  </a:lnTo>
                  <a:cubicBezTo>
                    <a:pt x="1794" y="9362"/>
                    <a:pt x="1764" y="9392"/>
                    <a:pt x="1703" y="9423"/>
                  </a:cubicBezTo>
                  <a:cubicBezTo>
                    <a:pt x="1672" y="9423"/>
                    <a:pt x="1612" y="9392"/>
                    <a:pt x="1612" y="9362"/>
                  </a:cubicBezTo>
                  <a:lnTo>
                    <a:pt x="1581" y="9240"/>
                  </a:lnTo>
                  <a:cubicBezTo>
                    <a:pt x="1520" y="9119"/>
                    <a:pt x="1520" y="8967"/>
                    <a:pt x="1490" y="8845"/>
                  </a:cubicBezTo>
                  <a:cubicBezTo>
                    <a:pt x="1490" y="8836"/>
                    <a:pt x="1493" y="8832"/>
                    <a:pt x="1500" y="8832"/>
                  </a:cubicBezTo>
                  <a:close/>
                  <a:moveTo>
                    <a:pt x="91188" y="10000"/>
                  </a:moveTo>
                  <a:cubicBezTo>
                    <a:pt x="91300" y="10000"/>
                    <a:pt x="91542" y="10156"/>
                    <a:pt x="91578" y="10156"/>
                  </a:cubicBezTo>
                  <a:cubicBezTo>
                    <a:pt x="91581" y="10156"/>
                    <a:pt x="91583" y="10155"/>
                    <a:pt x="91583" y="10152"/>
                  </a:cubicBezTo>
                  <a:cubicBezTo>
                    <a:pt x="91583" y="10150"/>
                    <a:pt x="91583" y="10149"/>
                    <a:pt x="91583" y="10149"/>
                  </a:cubicBezTo>
                  <a:lnTo>
                    <a:pt x="91583" y="10149"/>
                  </a:lnTo>
                  <a:cubicBezTo>
                    <a:pt x="91587" y="10149"/>
                    <a:pt x="91611" y="10307"/>
                    <a:pt x="91583" y="10335"/>
                  </a:cubicBezTo>
                  <a:cubicBezTo>
                    <a:pt x="91575" y="10343"/>
                    <a:pt x="91562" y="10347"/>
                    <a:pt x="91547" y="10347"/>
                  </a:cubicBezTo>
                  <a:cubicBezTo>
                    <a:pt x="91450" y="10347"/>
                    <a:pt x="91236" y="10201"/>
                    <a:pt x="91157" y="10122"/>
                  </a:cubicBezTo>
                  <a:cubicBezTo>
                    <a:pt x="91036" y="10031"/>
                    <a:pt x="91066" y="10000"/>
                    <a:pt x="91188" y="10000"/>
                  </a:cubicBezTo>
                  <a:close/>
                  <a:moveTo>
                    <a:pt x="943" y="10152"/>
                  </a:moveTo>
                  <a:lnTo>
                    <a:pt x="1004" y="10183"/>
                  </a:lnTo>
                  <a:lnTo>
                    <a:pt x="1095" y="10213"/>
                  </a:lnTo>
                  <a:cubicBezTo>
                    <a:pt x="1217" y="10213"/>
                    <a:pt x="1156" y="10395"/>
                    <a:pt x="1095" y="10456"/>
                  </a:cubicBezTo>
                  <a:cubicBezTo>
                    <a:pt x="1073" y="10478"/>
                    <a:pt x="1044" y="10488"/>
                    <a:pt x="1013" y="10488"/>
                  </a:cubicBezTo>
                  <a:cubicBezTo>
                    <a:pt x="956" y="10488"/>
                    <a:pt x="891" y="10454"/>
                    <a:pt x="852" y="10395"/>
                  </a:cubicBezTo>
                  <a:lnTo>
                    <a:pt x="791" y="10335"/>
                  </a:lnTo>
                  <a:lnTo>
                    <a:pt x="730" y="10274"/>
                  </a:lnTo>
                  <a:cubicBezTo>
                    <a:pt x="791" y="10213"/>
                    <a:pt x="852" y="10152"/>
                    <a:pt x="943" y="10152"/>
                  </a:cubicBezTo>
                  <a:close/>
                  <a:moveTo>
                    <a:pt x="92675" y="10283"/>
                  </a:moveTo>
                  <a:cubicBezTo>
                    <a:pt x="92754" y="10283"/>
                    <a:pt x="92897" y="10311"/>
                    <a:pt x="92986" y="10311"/>
                  </a:cubicBezTo>
                  <a:cubicBezTo>
                    <a:pt x="93009" y="10311"/>
                    <a:pt x="93028" y="10309"/>
                    <a:pt x="93042" y="10304"/>
                  </a:cubicBezTo>
                  <a:cubicBezTo>
                    <a:pt x="93164" y="10304"/>
                    <a:pt x="93224" y="10365"/>
                    <a:pt x="93164" y="10487"/>
                  </a:cubicBezTo>
                  <a:lnTo>
                    <a:pt x="93072" y="10578"/>
                  </a:lnTo>
                  <a:lnTo>
                    <a:pt x="93042" y="10608"/>
                  </a:lnTo>
                  <a:cubicBezTo>
                    <a:pt x="92951" y="10608"/>
                    <a:pt x="92799" y="10578"/>
                    <a:pt x="92768" y="10578"/>
                  </a:cubicBezTo>
                  <a:cubicBezTo>
                    <a:pt x="92708" y="10578"/>
                    <a:pt x="92616" y="10395"/>
                    <a:pt x="92616" y="10304"/>
                  </a:cubicBezTo>
                  <a:cubicBezTo>
                    <a:pt x="92616" y="10288"/>
                    <a:pt x="92639" y="10283"/>
                    <a:pt x="92675" y="10283"/>
                  </a:cubicBezTo>
                  <a:close/>
                  <a:moveTo>
                    <a:pt x="90922" y="10292"/>
                  </a:moveTo>
                  <a:cubicBezTo>
                    <a:pt x="90939" y="10292"/>
                    <a:pt x="90957" y="10295"/>
                    <a:pt x="90975" y="10304"/>
                  </a:cubicBezTo>
                  <a:lnTo>
                    <a:pt x="91036" y="10304"/>
                  </a:lnTo>
                  <a:cubicBezTo>
                    <a:pt x="91157" y="10365"/>
                    <a:pt x="91188" y="10517"/>
                    <a:pt x="91370" y="10517"/>
                  </a:cubicBezTo>
                  <a:lnTo>
                    <a:pt x="91522" y="10517"/>
                  </a:lnTo>
                  <a:cubicBezTo>
                    <a:pt x="91522" y="10639"/>
                    <a:pt x="91340" y="10791"/>
                    <a:pt x="91127" y="10882"/>
                  </a:cubicBezTo>
                  <a:lnTo>
                    <a:pt x="91005" y="10699"/>
                  </a:lnTo>
                  <a:cubicBezTo>
                    <a:pt x="91066" y="10669"/>
                    <a:pt x="91005" y="10578"/>
                    <a:pt x="90884" y="10517"/>
                  </a:cubicBezTo>
                  <a:lnTo>
                    <a:pt x="90853" y="10547"/>
                  </a:lnTo>
                  <a:lnTo>
                    <a:pt x="90701" y="10669"/>
                  </a:lnTo>
                  <a:cubicBezTo>
                    <a:pt x="90671" y="10547"/>
                    <a:pt x="90762" y="10365"/>
                    <a:pt x="90793" y="10335"/>
                  </a:cubicBezTo>
                  <a:cubicBezTo>
                    <a:pt x="90836" y="10313"/>
                    <a:pt x="90879" y="10292"/>
                    <a:pt x="90922" y="10292"/>
                  </a:cubicBezTo>
                  <a:close/>
                  <a:moveTo>
                    <a:pt x="92738" y="10760"/>
                  </a:moveTo>
                  <a:cubicBezTo>
                    <a:pt x="92799" y="10821"/>
                    <a:pt x="92829" y="10882"/>
                    <a:pt x="92860" y="10943"/>
                  </a:cubicBezTo>
                  <a:lnTo>
                    <a:pt x="92951" y="11003"/>
                  </a:lnTo>
                  <a:lnTo>
                    <a:pt x="93042" y="11095"/>
                  </a:lnTo>
                  <a:cubicBezTo>
                    <a:pt x="92996" y="11125"/>
                    <a:pt x="92943" y="11140"/>
                    <a:pt x="92890" y="11140"/>
                  </a:cubicBezTo>
                  <a:cubicBezTo>
                    <a:pt x="92837" y="11140"/>
                    <a:pt x="92784" y="11125"/>
                    <a:pt x="92738" y="11095"/>
                  </a:cubicBezTo>
                  <a:cubicBezTo>
                    <a:pt x="92677" y="11064"/>
                    <a:pt x="92556" y="10851"/>
                    <a:pt x="92586" y="10821"/>
                  </a:cubicBezTo>
                  <a:cubicBezTo>
                    <a:pt x="92616" y="10791"/>
                    <a:pt x="92677" y="10760"/>
                    <a:pt x="92738" y="10760"/>
                  </a:cubicBezTo>
                  <a:close/>
                  <a:moveTo>
                    <a:pt x="15941" y="11394"/>
                  </a:moveTo>
                  <a:cubicBezTo>
                    <a:pt x="15949" y="11394"/>
                    <a:pt x="15955" y="11395"/>
                    <a:pt x="15958" y="11399"/>
                  </a:cubicBezTo>
                  <a:cubicBezTo>
                    <a:pt x="15989" y="11459"/>
                    <a:pt x="15989" y="11520"/>
                    <a:pt x="16019" y="11611"/>
                  </a:cubicBezTo>
                  <a:lnTo>
                    <a:pt x="15898" y="11581"/>
                  </a:lnTo>
                  <a:lnTo>
                    <a:pt x="15685" y="11551"/>
                  </a:lnTo>
                  <a:cubicBezTo>
                    <a:pt x="15667" y="11639"/>
                    <a:pt x="15649" y="11686"/>
                    <a:pt x="15644" y="11686"/>
                  </a:cubicBezTo>
                  <a:cubicBezTo>
                    <a:pt x="15640" y="11686"/>
                    <a:pt x="15642" y="11662"/>
                    <a:pt x="15654" y="11611"/>
                  </a:cubicBezTo>
                  <a:cubicBezTo>
                    <a:pt x="15654" y="11503"/>
                    <a:pt x="15873" y="11394"/>
                    <a:pt x="15941" y="11394"/>
                  </a:cubicBezTo>
                  <a:close/>
                  <a:moveTo>
                    <a:pt x="14560" y="11338"/>
                  </a:moveTo>
                  <a:cubicBezTo>
                    <a:pt x="14712" y="11399"/>
                    <a:pt x="14834" y="11490"/>
                    <a:pt x="14955" y="11611"/>
                  </a:cubicBezTo>
                  <a:cubicBezTo>
                    <a:pt x="15001" y="11656"/>
                    <a:pt x="14861" y="11735"/>
                    <a:pt x="14761" y="11735"/>
                  </a:cubicBezTo>
                  <a:cubicBezTo>
                    <a:pt x="14727" y="11735"/>
                    <a:pt x="14697" y="11726"/>
                    <a:pt x="14682" y="11702"/>
                  </a:cubicBezTo>
                  <a:cubicBezTo>
                    <a:pt x="14627" y="11675"/>
                    <a:pt x="14573" y="11660"/>
                    <a:pt x="14521" y="11660"/>
                  </a:cubicBezTo>
                  <a:cubicBezTo>
                    <a:pt x="14457" y="11660"/>
                    <a:pt x="14398" y="11683"/>
                    <a:pt x="14347" y="11733"/>
                  </a:cubicBezTo>
                  <a:lnTo>
                    <a:pt x="14287" y="11733"/>
                  </a:lnTo>
                  <a:lnTo>
                    <a:pt x="14135" y="11702"/>
                  </a:lnTo>
                  <a:cubicBezTo>
                    <a:pt x="14152" y="11614"/>
                    <a:pt x="14211" y="11567"/>
                    <a:pt x="14294" y="11567"/>
                  </a:cubicBezTo>
                  <a:cubicBezTo>
                    <a:pt x="14352" y="11567"/>
                    <a:pt x="14423" y="11591"/>
                    <a:pt x="14499" y="11642"/>
                  </a:cubicBezTo>
                  <a:lnTo>
                    <a:pt x="14560" y="11338"/>
                  </a:lnTo>
                  <a:close/>
                  <a:moveTo>
                    <a:pt x="12620" y="11409"/>
                  </a:moveTo>
                  <a:cubicBezTo>
                    <a:pt x="12634" y="11409"/>
                    <a:pt x="12652" y="11415"/>
                    <a:pt x="12676" y="11429"/>
                  </a:cubicBezTo>
                  <a:lnTo>
                    <a:pt x="12828" y="11429"/>
                  </a:lnTo>
                  <a:cubicBezTo>
                    <a:pt x="12949" y="11429"/>
                    <a:pt x="12888" y="11611"/>
                    <a:pt x="12828" y="11702"/>
                  </a:cubicBezTo>
                  <a:cubicBezTo>
                    <a:pt x="12814" y="11730"/>
                    <a:pt x="12788" y="11745"/>
                    <a:pt x="12758" y="11745"/>
                  </a:cubicBezTo>
                  <a:cubicBezTo>
                    <a:pt x="12721" y="11745"/>
                    <a:pt x="12679" y="11722"/>
                    <a:pt x="12645" y="11672"/>
                  </a:cubicBezTo>
                  <a:cubicBezTo>
                    <a:pt x="12594" y="11595"/>
                    <a:pt x="12542" y="11409"/>
                    <a:pt x="12620" y="11409"/>
                  </a:cubicBezTo>
                  <a:close/>
                  <a:moveTo>
                    <a:pt x="16718" y="11429"/>
                  </a:moveTo>
                  <a:cubicBezTo>
                    <a:pt x="16779" y="11429"/>
                    <a:pt x="16840" y="11429"/>
                    <a:pt x="16901" y="11459"/>
                  </a:cubicBezTo>
                  <a:lnTo>
                    <a:pt x="16931" y="11490"/>
                  </a:lnTo>
                  <a:cubicBezTo>
                    <a:pt x="16901" y="11611"/>
                    <a:pt x="16810" y="11702"/>
                    <a:pt x="16749" y="11763"/>
                  </a:cubicBezTo>
                  <a:lnTo>
                    <a:pt x="16627" y="11854"/>
                  </a:lnTo>
                  <a:cubicBezTo>
                    <a:pt x="16597" y="11854"/>
                    <a:pt x="16536" y="11824"/>
                    <a:pt x="16506" y="11794"/>
                  </a:cubicBezTo>
                  <a:cubicBezTo>
                    <a:pt x="16506" y="11763"/>
                    <a:pt x="16506" y="11733"/>
                    <a:pt x="16536" y="11702"/>
                  </a:cubicBezTo>
                  <a:lnTo>
                    <a:pt x="16597" y="11672"/>
                  </a:lnTo>
                  <a:cubicBezTo>
                    <a:pt x="16658" y="11642"/>
                    <a:pt x="16627" y="11551"/>
                    <a:pt x="16536" y="11459"/>
                  </a:cubicBezTo>
                  <a:lnTo>
                    <a:pt x="16718" y="11429"/>
                  </a:lnTo>
                  <a:close/>
                  <a:moveTo>
                    <a:pt x="17368" y="11579"/>
                  </a:moveTo>
                  <a:cubicBezTo>
                    <a:pt x="17374" y="11579"/>
                    <a:pt x="17381" y="11579"/>
                    <a:pt x="17387" y="11581"/>
                  </a:cubicBezTo>
                  <a:lnTo>
                    <a:pt x="17387" y="11611"/>
                  </a:lnTo>
                  <a:lnTo>
                    <a:pt x="17387" y="11733"/>
                  </a:lnTo>
                  <a:cubicBezTo>
                    <a:pt x="17342" y="11846"/>
                    <a:pt x="17263" y="11908"/>
                    <a:pt x="17201" y="11908"/>
                  </a:cubicBezTo>
                  <a:cubicBezTo>
                    <a:pt x="17179" y="11908"/>
                    <a:pt x="17160" y="11901"/>
                    <a:pt x="17144" y="11885"/>
                  </a:cubicBezTo>
                  <a:cubicBezTo>
                    <a:pt x="17086" y="11827"/>
                    <a:pt x="17247" y="11579"/>
                    <a:pt x="17368" y="11579"/>
                  </a:cubicBezTo>
                  <a:close/>
                  <a:moveTo>
                    <a:pt x="7404" y="11705"/>
                  </a:moveTo>
                  <a:cubicBezTo>
                    <a:pt x="7427" y="11705"/>
                    <a:pt x="7452" y="11713"/>
                    <a:pt x="7478" y="11733"/>
                  </a:cubicBezTo>
                  <a:lnTo>
                    <a:pt x="7569" y="11794"/>
                  </a:lnTo>
                  <a:lnTo>
                    <a:pt x="7600" y="11824"/>
                  </a:lnTo>
                  <a:cubicBezTo>
                    <a:pt x="7630" y="11854"/>
                    <a:pt x="7630" y="11915"/>
                    <a:pt x="7569" y="11946"/>
                  </a:cubicBezTo>
                  <a:lnTo>
                    <a:pt x="7448" y="11946"/>
                  </a:lnTo>
                  <a:cubicBezTo>
                    <a:pt x="7415" y="11954"/>
                    <a:pt x="7387" y="11958"/>
                    <a:pt x="7363" y="11958"/>
                  </a:cubicBezTo>
                  <a:cubicBezTo>
                    <a:pt x="7298" y="11958"/>
                    <a:pt x="7265" y="11929"/>
                    <a:pt x="7265" y="11885"/>
                  </a:cubicBezTo>
                  <a:cubicBezTo>
                    <a:pt x="7265" y="11813"/>
                    <a:pt x="7321" y="11705"/>
                    <a:pt x="7404" y="11705"/>
                  </a:cubicBezTo>
                  <a:close/>
                  <a:moveTo>
                    <a:pt x="6931" y="11247"/>
                  </a:moveTo>
                  <a:lnTo>
                    <a:pt x="7022" y="11277"/>
                  </a:lnTo>
                  <a:lnTo>
                    <a:pt x="7053" y="11307"/>
                  </a:lnTo>
                  <a:cubicBezTo>
                    <a:pt x="7083" y="11459"/>
                    <a:pt x="7113" y="11581"/>
                    <a:pt x="7083" y="11733"/>
                  </a:cubicBezTo>
                  <a:cubicBezTo>
                    <a:pt x="7022" y="11854"/>
                    <a:pt x="6961" y="11946"/>
                    <a:pt x="6870" y="12037"/>
                  </a:cubicBezTo>
                  <a:cubicBezTo>
                    <a:pt x="6840" y="12067"/>
                    <a:pt x="6809" y="12067"/>
                    <a:pt x="6749" y="12098"/>
                  </a:cubicBezTo>
                  <a:cubicBezTo>
                    <a:pt x="6749" y="12067"/>
                    <a:pt x="6779" y="12037"/>
                    <a:pt x="6809" y="11976"/>
                  </a:cubicBezTo>
                  <a:cubicBezTo>
                    <a:pt x="6809" y="11824"/>
                    <a:pt x="6809" y="11702"/>
                    <a:pt x="6809" y="11581"/>
                  </a:cubicBezTo>
                  <a:lnTo>
                    <a:pt x="6779" y="11520"/>
                  </a:lnTo>
                  <a:lnTo>
                    <a:pt x="6779" y="11459"/>
                  </a:lnTo>
                  <a:cubicBezTo>
                    <a:pt x="6809" y="11368"/>
                    <a:pt x="6870" y="11307"/>
                    <a:pt x="6931" y="11247"/>
                  </a:cubicBezTo>
                  <a:close/>
                  <a:moveTo>
                    <a:pt x="75134" y="11942"/>
                  </a:moveTo>
                  <a:cubicBezTo>
                    <a:pt x="75225" y="11942"/>
                    <a:pt x="75349" y="12073"/>
                    <a:pt x="75321" y="12128"/>
                  </a:cubicBezTo>
                  <a:cubicBezTo>
                    <a:pt x="75312" y="12156"/>
                    <a:pt x="75289" y="12167"/>
                    <a:pt x="75259" y="12167"/>
                  </a:cubicBezTo>
                  <a:cubicBezTo>
                    <a:pt x="75191" y="12167"/>
                    <a:pt x="75090" y="12110"/>
                    <a:pt x="75048" y="12067"/>
                  </a:cubicBezTo>
                  <a:cubicBezTo>
                    <a:pt x="74987" y="12037"/>
                    <a:pt x="75017" y="11946"/>
                    <a:pt x="75078" y="11946"/>
                  </a:cubicBezTo>
                  <a:lnTo>
                    <a:pt x="75108" y="11946"/>
                  </a:lnTo>
                  <a:cubicBezTo>
                    <a:pt x="75117" y="11943"/>
                    <a:pt x="75125" y="11942"/>
                    <a:pt x="75134" y="11942"/>
                  </a:cubicBezTo>
                  <a:close/>
                  <a:moveTo>
                    <a:pt x="68938" y="12006"/>
                  </a:moveTo>
                  <a:cubicBezTo>
                    <a:pt x="69029" y="12006"/>
                    <a:pt x="69121" y="12067"/>
                    <a:pt x="69181" y="12128"/>
                  </a:cubicBezTo>
                  <a:lnTo>
                    <a:pt x="69090" y="12189"/>
                  </a:lnTo>
                  <a:lnTo>
                    <a:pt x="68938" y="12280"/>
                  </a:lnTo>
                  <a:cubicBezTo>
                    <a:pt x="68999" y="12310"/>
                    <a:pt x="68969" y="12432"/>
                    <a:pt x="68908" y="12462"/>
                  </a:cubicBezTo>
                  <a:lnTo>
                    <a:pt x="68847" y="12493"/>
                  </a:lnTo>
                  <a:lnTo>
                    <a:pt x="68786" y="12493"/>
                  </a:lnTo>
                  <a:cubicBezTo>
                    <a:pt x="68725" y="12493"/>
                    <a:pt x="68695" y="12462"/>
                    <a:pt x="68665" y="12402"/>
                  </a:cubicBezTo>
                  <a:lnTo>
                    <a:pt x="68665" y="12280"/>
                  </a:lnTo>
                  <a:lnTo>
                    <a:pt x="68665" y="12250"/>
                  </a:lnTo>
                  <a:cubicBezTo>
                    <a:pt x="68634" y="12128"/>
                    <a:pt x="68725" y="12006"/>
                    <a:pt x="68847" y="12006"/>
                  </a:cubicBezTo>
                  <a:close/>
                  <a:moveTo>
                    <a:pt x="69637" y="12189"/>
                  </a:moveTo>
                  <a:lnTo>
                    <a:pt x="69820" y="12280"/>
                  </a:lnTo>
                  <a:cubicBezTo>
                    <a:pt x="69880" y="12310"/>
                    <a:pt x="69880" y="12402"/>
                    <a:pt x="69820" y="12432"/>
                  </a:cubicBezTo>
                  <a:cubicBezTo>
                    <a:pt x="69728" y="12462"/>
                    <a:pt x="69637" y="12493"/>
                    <a:pt x="69546" y="12523"/>
                  </a:cubicBezTo>
                  <a:lnTo>
                    <a:pt x="69485" y="12523"/>
                  </a:lnTo>
                  <a:cubicBezTo>
                    <a:pt x="69394" y="12523"/>
                    <a:pt x="69364" y="12493"/>
                    <a:pt x="69364" y="12462"/>
                  </a:cubicBezTo>
                  <a:cubicBezTo>
                    <a:pt x="69394" y="12432"/>
                    <a:pt x="69546" y="12280"/>
                    <a:pt x="69637" y="12189"/>
                  </a:cubicBezTo>
                  <a:close/>
                  <a:moveTo>
                    <a:pt x="87328" y="12037"/>
                  </a:moveTo>
                  <a:lnTo>
                    <a:pt x="87480" y="12158"/>
                  </a:lnTo>
                  <a:lnTo>
                    <a:pt x="87510" y="12189"/>
                  </a:lnTo>
                  <a:cubicBezTo>
                    <a:pt x="87540" y="12181"/>
                    <a:pt x="87571" y="12177"/>
                    <a:pt x="87600" y="12177"/>
                  </a:cubicBezTo>
                  <a:cubicBezTo>
                    <a:pt x="87689" y="12177"/>
                    <a:pt x="87768" y="12212"/>
                    <a:pt x="87814" y="12280"/>
                  </a:cubicBezTo>
                  <a:lnTo>
                    <a:pt x="87814" y="12371"/>
                  </a:lnTo>
                  <a:cubicBezTo>
                    <a:pt x="87844" y="12371"/>
                    <a:pt x="87844" y="12432"/>
                    <a:pt x="87875" y="12432"/>
                  </a:cubicBezTo>
                  <a:lnTo>
                    <a:pt x="87966" y="12462"/>
                  </a:lnTo>
                  <a:cubicBezTo>
                    <a:pt x="88027" y="12493"/>
                    <a:pt x="88087" y="12554"/>
                    <a:pt x="88027" y="12584"/>
                  </a:cubicBezTo>
                  <a:lnTo>
                    <a:pt x="87905" y="12554"/>
                  </a:lnTo>
                  <a:cubicBezTo>
                    <a:pt x="87783" y="12554"/>
                    <a:pt x="87662" y="12554"/>
                    <a:pt x="87540" y="12523"/>
                  </a:cubicBezTo>
                  <a:cubicBezTo>
                    <a:pt x="87480" y="12493"/>
                    <a:pt x="87540" y="12402"/>
                    <a:pt x="87601" y="12341"/>
                  </a:cubicBezTo>
                  <a:cubicBezTo>
                    <a:pt x="87632" y="12310"/>
                    <a:pt x="87449" y="12250"/>
                    <a:pt x="87388" y="12250"/>
                  </a:cubicBezTo>
                  <a:cubicBezTo>
                    <a:pt x="87297" y="12250"/>
                    <a:pt x="87267" y="12158"/>
                    <a:pt x="87328" y="12037"/>
                  </a:cubicBezTo>
                  <a:close/>
                  <a:moveTo>
                    <a:pt x="79941" y="12265"/>
                  </a:moveTo>
                  <a:cubicBezTo>
                    <a:pt x="79987" y="12265"/>
                    <a:pt x="80033" y="12280"/>
                    <a:pt x="80063" y="12341"/>
                  </a:cubicBezTo>
                  <a:cubicBezTo>
                    <a:pt x="80124" y="12432"/>
                    <a:pt x="80185" y="12462"/>
                    <a:pt x="80276" y="12493"/>
                  </a:cubicBezTo>
                  <a:lnTo>
                    <a:pt x="80428" y="12554"/>
                  </a:lnTo>
                  <a:cubicBezTo>
                    <a:pt x="80428" y="12590"/>
                    <a:pt x="80395" y="12607"/>
                    <a:pt x="80340" y="12607"/>
                  </a:cubicBezTo>
                  <a:cubicBezTo>
                    <a:pt x="80255" y="12607"/>
                    <a:pt x="80119" y="12566"/>
                    <a:pt x="79972" y="12493"/>
                  </a:cubicBezTo>
                  <a:lnTo>
                    <a:pt x="79759" y="12402"/>
                  </a:lnTo>
                  <a:cubicBezTo>
                    <a:pt x="79729" y="12371"/>
                    <a:pt x="79820" y="12280"/>
                    <a:pt x="79820" y="12280"/>
                  </a:cubicBezTo>
                  <a:cubicBezTo>
                    <a:pt x="79850" y="12280"/>
                    <a:pt x="79896" y="12265"/>
                    <a:pt x="79941" y="12265"/>
                  </a:cubicBezTo>
                  <a:close/>
                  <a:moveTo>
                    <a:pt x="88387" y="12028"/>
                  </a:moveTo>
                  <a:cubicBezTo>
                    <a:pt x="88484" y="12028"/>
                    <a:pt x="88659" y="12067"/>
                    <a:pt x="88756" y="12067"/>
                  </a:cubicBezTo>
                  <a:cubicBezTo>
                    <a:pt x="88847" y="12067"/>
                    <a:pt x="89030" y="12432"/>
                    <a:pt x="88939" y="12523"/>
                  </a:cubicBezTo>
                  <a:cubicBezTo>
                    <a:pt x="88817" y="12614"/>
                    <a:pt x="88574" y="12584"/>
                    <a:pt x="88513" y="12645"/>
                  </a:cubicBezTo>
                  <a:cubicBezTo>
                    <a:pt x="88508" y="12647"/>
                    <a:pt x="88503" y="12647"/>
                    <a:pt x="88498" y="12647"/>
                  </a:cubicBezTo>
                  <a:cubicBezTo>
                    <a:pt x="88422" y="12647"/>
                    <a:pt x="88424" y="12427"/>
                    <a:pt x="88452" y="12341"/>
                  </a:cubicBezTo>
                  <a:cubicBezTo>
                    <a:pt x="88483" y="12250"/>
                    <a:pt x="88422" y="12189"/>
                    <a:pt x="88361" y="12189"/>
                  </a:cubicBezTo>
                  <a:cubicBezTo>
                    <a:pt x="88270" y="12219"/>
                    <a:pt x="88179" y="12250"/>
                    <a:pt x="88087" y="12250"/>
                  </a:cubicBezTo>
                  <a:cubicBezTo>
                    <a:pt x="88148" y="12158"/>
                    <a:pt x="88239" y="12098"/>
                    <a:pt x="88331" y="12037"/>
                  </a:cubicBezTo>
                  <a:cubicBezTo>
                    <a:pt x="88343" y="12031"/>
                    <a:pt x="88362" y="12028"/>
                    <a:pt x="88387" y="12028"/>
                  </a:cubicBezTo>
                  <a:close/>
                  <a:moveTo>
                    <a:pt x="67759" y="12525"/>
                  </a:moveTo>
                  <a:cubicBezTo>
                    <a:pt x="67795" y="12525"/>
                    <a:pt x="67833" y="12533"/>
                    <a:pt x="67874" y="12554"/>
                  </a:cubicBezTo>
                  <a:lnTo>
                    <a:pt x="67935" y="12554"/>
                  </a:lnTo>
                  <a:cubicBezTo>
                    <a:pt x="67996" y="12614"/>
                    <a:pt x="67965" y="12706"/>
                    <a:pt x="67844" y="12766"/>
                  </a:cubicBezTo>
                  <a:lnTo>
                    <a:pt x="67783" y="12797"/>
                  </a:lnTo>
                  <a:cubicBezTo>
                    <a:pt x="67734" y="12797"/>
                    <a:pt x="67681" y="12802"/>
                    <a:pt x="67628" y="12802"/>
                  </a:cubicBezTo>
                  <a:cubicBezTo>
                    <a:pt x="67550" y="12802"/>
                    <a:pt x="67473" y="12791"/>
                    <a:pt x="67418" y="12736"/>
                  </a:cubicBezTo>
                  <a:cubicBezTo>
                    <a:pt x="67388" y="12706"/>
                    <a:pt x="67388" y="12675"/>
                    <a:pt x="67418" y="12645"/>
                  </a:cubicBezTo>
                  <a:cubicBezTo>
                    <a:pt x="67536" y="12621"/>
                    <a:pt x="67636" y="12525"/>
                    <a:pt x="67759" y="12525"/>
                  </a:cubicBezTo>
                  <a:close/>
                  <a:moveTo>
                    <a:pt x="75777" y="12736"/>
                  </a:moveTo>
                  <a:cubicBezTo>
                    <a:pt x="75807" y="12765"/>
                    <a:pt x="75779" y="12824"/>
                    <a:pt x="75721" y="12883"/>
                  </a:cubicBezTo>
                  <a:lnTo>
                    <a:pt x="75721" y="12883"/>
                  </a:lnTo>
                  <a:cubicBezTo>
                    <a:pt x="75721" y="12873"/>
                    <a:pt x="75719" y="12865"/>
                    <a:pt x="75716" y="12858"/>
                  </a:cubicBezTo>
                  <a:cubicBezTo>
                    <a:pt x="75686" y="12736"/>
                    <a:pt x="75747" y="12736"/>
                    <a:pt x="75777" y="12736"/>
                  </a:cubicBezTo>
                  <a:close/>
                  <a:moveTo>
                    <a:pt x="22567" y="12887"/>
                  </a:moveTo>
                  <a:cubicBezTo>
                    <a:pt x="22633" y="12887"/>
                    <a:pt x="22697" y="12920"/>
                    <a:pt x="22737" y="12979"/>
                  </a:cubicBezTo>
                  <a:lnTo>
                    <a:pt x="22767" y="13040"/>
                  </a:lnTo>
                  <a:lnTo>
                    <a:pt x="22828" y="13070"/>
                  </a:lnTo>
                  <a:cubicBezTo>
                    <a:pt x="22828" y="13123"/>
                    <a:pt x="22818" y="13156"/>
                    <a:pt x="22791" y="13156"/>
                  </a:cubicBezTo>
                  <a:cubicBezTo>
                    <a:pt x="22772" y="13156"/>
                    <a:pt x="22744" y="13139"/>
                    <a:pt x="22706" y="13101"/>
                  </a:cubicBezTo>
                  <a:lnTo>
                    <a:pt x="22585" y="13101"/>
                  </a:lnTo>
                  <a:lnTo>
                    <a:pt x="22463" y="13070"/>
                  </a:lnTo>
                  <a:cubicBezTo>
                    <a:pt x="22447" y="13073"/>
                    <a:pt x="22433" y="13074"/>
                    <a:pt x="22421" y="13074"/>
                  </a:cubicBezTo>
                  <a:cubicBezTo>
                    <a:pt x="22302" y="13074"/>
                    <a:pt x="22408" y="12946"/>
                    <a:pt x="22463" y="12918"/>
                  </a:cubicBezTo>
                  <a:cubicBezTo>
                    <a:pt x="22495" y="12897"/>
                    <a:pt x="22532" y="12887"/>
                    <a:pt x="22567" y="12887"/>
                  </a:cubicBezTo>
                  <a:close/>
                  <a:moveTo>
                    <a:pt x="42524" y="12797"/>
                  </a:moveTo>
                  <a:cubicBezTo>
                    <a:pt x="42615" y="12827"/>
                    <a:pt x="42798" y="13010"/>
                    <a:pt x="42737" y="13101"/>
                  </a:cubicBezTo>
                  <a:cubicBezTo>
                    <a:pt x="42701" y="13172"/>
                    <a:pt x="42666" y="13201"/>
                    <a:pt x="42636" y="13201"/>
                  </a:cubicBezTo>
                  <a:cubicBezTo>
                    <a:pt x="42615" y="13201"/>
                    <a:pt x="42598" y="13187"/>
                    <a:pt x="42585" y="13161"/>
                  </a:cubicBezTo>
                  <a:lnTo>
                    <a:pt x="42585" y="13101"/>
                  </a:lnTo>
                  <a:cubicBezTo>
                    <a:pt x="42615" y="12979"/>
                    <a:pt x="42585" y="12918"/>
                    <a:pt x="42433" y="12918"/>
                  </a:cubicBezTo>
                  <a:cubicBezTo>
                    <a:pt x="42403" y="12858"/>
                    <a:pt x="42433" y="12827"/>
                    <a:pt x="42524" y="12827"/>
                  </a:cubicBezTo>
                  <a:lnTo>
                    <a:pt x="42524" y="12797"/>
                  </a:lnTo>
                  <a:close/>
                  <a:moveTo>
                    <a:pt x="16293" y="12584"/>
                  </a:moveTo>
                  <a:cubicBezTo>
                    <a:pt x="16384" y="12614"/>
                    <a:pt x="16445" y="12675"/>
                    <a:pt x="16506" y="12736"/>
                  </a:cubicBezTo>
                  <a:cubicBezTo>
                    <a:pt x="16506" y="12780"/>
                    <a:pt x="16522" y="12809"/>
                    <a:pt x="16543" y="12809"/>
                  </a:cubicBezTo>
                  <a:cubicBezTo>
                    <a:pt x="16550" y="12809"/>
                    <a:pt x="16558" y="12805"/>
                    <a:pt x="16566" y="12797"/>
                  </a:cubicBezTo>
                  <a:lnTo>
                    <a:pt x="16566" y="12675"/>
                  </a:lnTo>
                  <a:cubicBezTo>
                    <a:pt x="16597" y="12645"/>
                    <a:pt x="16627" y="12614"/>
                    <a:pt x="16658" y="12614"/>
                  </a:cubicBezTo>
                  <a:cubicBezTo>
                    <a:pt x="16688" y="12614"/>
                    <a:pt x="16779" y="12645"/>
                    <a:pt x="16779" y="12645"/>
                  </a:cubicBezTo>
                  <a:lnTo>
                    <a:pt x="16779" y="12797"/>
                  </a:lnTo>
                  <a:cubicBezTo>
                    <a:pt x="16870" y="12918"/>
                    <a:pt x="17022" y="13192"/>
                    <a:pt x="16962" y="13222"/>
                  </a:cubicBezTo>
                  <a:cubicBezTo>
                    <a:pt x="16951" y="13233"/>
                    <a:pt x="16938" y="13238"/>
                    <a:pt x="16924" y="13238"/>
                  </a:cubicBezTo>
                  <a:cubicBezTo>
                    <a:pt x="16860" y="13238"/>
                    <a:pt x="16768" y="13129"/>
                    <a:pt x="16718" y="12979"/>
                  </a:cubicBezTo>
                  <a:lnTo>
                    <a:pt x="16232" y="12979"/>
                  </a:lnTo>
                  <a:cubicBezTo>
                    <a:pt x="16232" y="12949"/>
                    <a:pt x="16354" y="12766"/>
                    <a:pt x="16293" y="12706"/>
                  </a:cubicBezTo>
                  <a:cubicBezTo>
                    <a:pt x="16232" y="12675"/>
                    <a:pt x="16202" y="12584"/>
                    <a:pt x="16202" y="12584"/>
                  </a:cubicBezTo>
                  <a:close/>
                  <a:moveTo>
                    <a:pt x="43892" y="13010"/>
                  </a:moveTo>
                  <a:cubicBezTo>
                    <a:pt x="43983" y="13101"/>
                    <a:pt x="44074" y="13161"/>
                    <a:pt x="44135" y="13253"/>
                  </a:cubicBezTo>
                  <a:cubicBezTo>
                    <a:pt x="44156" y="13253"/>
                    <a:pt x="44135" y="13266"/>
                    <a:pt x="44092" y="13266"/>
                  </a:cubicBezTo>
                  <a:cubicBezTo>
                    <a:pt x="44071" y="13266"/>
                    <a:pt x="44044" y="13263"/>
                    <a:pt x="44014" y="13253"/>
                  </a:cubicBezTo>
                  <a:lnTo>
                    <a:pt x="43467" y="13253"/>
                  </a:lnTo>
                  <a:cubicBezTo>
                    <a:pt x="43406" y="13222"/>
                    <a:pt x="43467" y="13131"/>
                    <a:pt x="43588" y="13040"/>
                  </a:cubicBezTo>
                  <a:cubicBezTo>
                    <a:pt x="43624" y="13076"/>
                    <a:pt x="43655" y="13088"/>
                    <a:pt x="43685" y="13088"/>
                  </a:cubicBezTo>
                  <a:cubicBezTo>
                    <a:pt x="43732" y="13088"/>
                    <a:pt x="43776" y="13058"/>
                    <a:pt x="43831" y="13040"/>
                  </a:cubicBezTo>
                  <a:lnTo>
                    <a:pt x="43892" y="13010"/>
                  </a:lnTo>
                  <a:close/>
                  <a:moveTo>
                    <a:pt x="14834" y="12918"/>
                  </a:moveTo>
                  <a:lnTo>
                    <a:pt x="14803" y="12949"/>
                  </a:lnTo>
                  <a:cubicBezTo>
                    <a:pt x="14895" y="12949"/>
                    <a:pt x="15138" y="13010"/>
                    <a:pt x="15107" y="13040"/>
                  </a:cubicBezTo>
                  <a:lnTo>
                    <a:pt x="15107" y="13131"/>
                  </a:lnTo>
                  <a:cubicBezTo>
                    <a:pt x="15138" y="13222"/>
                    <a:pt x="15138" y="13283"/>
                    <a:pt x="15077" y="13344"/>
                  </a:cubicBezTo>
                  <a:lnTo>
                    <a:pt x="14986" y="13344"/>
                  </a:lnTo>
                  <a:cubicBezTo>
                    <a:pt x="14955" y="13313"/>
                    <a:pt x="14895" y="13283"/>
                    <a:pt x="14864" y="13253"/>
                  </a:cubicBezTo>
                  <a:lnTo>
                    <a:pt x="14712" y="13101"/>
                  </a:lnTo>
                  <a:cubicBezTo>
                    <a:pt x="14682" y="13010"/>
                    <a:pt x="14743" y="12918"/>
                    <a:pt x="14834" y="12918"/>
                  </a:cubicBezTo>
                  <a:close/>
                  <a:moveTo>
                    <a:pt x="76025" y="12647"/>
                  </a:moveTo>
                  <a:cubicBezTo>
                    <a:pt x="76174" y="12647"/>
                    <a:pt x="76311" y="12749"/>
                    <a:pt x="76264" y="12797"/>
                  </a:cubicBezTo>
                  <a:cubicBezTo>
                    <a:pt x="76203" y="12827"/>
                    <a:pt x="76416" y="13161"/>
                    <a:pt x="76507" y="13283"/>
                  </a:cubicBezTo>
                  <a:cubicBezTo>
                    <a:pt x="76553" y="13376"/>
                    <a:pt x="76511" y="13416"/>
                    <a:pt x="76461" y="13416"/>
                  </a:cubicBezTo>
                  <a:cubicBezTo>
                    <a:pt x="76446" y="13416"/>
                    <a:pt x="76430" y="13412"/>
                    <a:pt x="76416" y="13405"/>
                  </a:cubicBezTo>
                  <a:cubicBezTo>
                    <a:pt x="76294" y="13344"/>
                    <a:pt x="76203" y="13313"/>
                    <a:pt x="76081" y="13313"/>
                  </a:cubicBezTo>
                  <a:lnTo>
                    <a:pt x="76020" y="13344"/>
                  </a:lnTo>
                  <a:cubicBezTo>
                    <a:pt x="75965" y="13390"/>
                    <a:pt x="75916" y="13405"/>
                    <a:pt x="75869" y="13405"/>
                  </a:cubicBezTo>
                  <a:cubicBezTo>
                    <a:pt x="75774" y="13405"/>
                    <a:pt x="75692" y="13340"/>
                    <a:pt x="75600" y="13340"/>
                  </a:cubicBezTo>
                  <a:cubicBezTo>
                    <a:pt x="75588" y="13340"/>
                    <a:pt x="75577" y="13341"/>
                    <a:pt x="75564" y="13344"/>
                  </a:cubicBezTo>
                  <a:lnTo>
                    <a:pt x="75443" y="13405"/>
                  </a:lnTo>
                  <a:cubicBezTo>
                    <a:pt x="75260" y="13374"/>
                    <a:pt x="75108" y="13313"/>
                    <a:pt x="75108" y="13283"/>
                  </a:cubicBezTo>
                  <a:cubicBezTo>
                    <a:pt x="75108" y="13253"/>
                    <a:pt x="75352" y="13101"/>
                    <a:pt x="75291" y="13040"/>
                  </a:cubicBezTo>
                  <a:cubicBezTo>
                    <a:pt x="75230" y="12979"/>
                    <a:pt x="75139" y="12888"/>
                    <a:pt x="75108" y="12888"/>
                  </a:cubicBezTo>
                  <a:cubicBezTo>
                    <a:pt x="75108" y="12858"/>
                    <a:pt x="75230" y="12827"/>
                    <a:pt x="75291" y="12827"/>
                  </a:cubicBezTo>
                  <a:cubicBezTo>
                    <a:pt x="75352" y="12827"/>
                    <a:pt x="75504" y="13131"/>
                    <a:pt x="75564" y="13161"/>
                  </a:cubicBezTo>
                  <a:cubicBezTo>
                    <a:pt x="75570" y="13163"/>
                    <a:pt x="75575" y="13164"/>
                    <a:pt x="75580" y="13164"/>
                  </a:cubicBezTo>
                  <a:cubicBezTo>
                    <a:pt x="75652" y="13164"/>
                    <a:pt x="75719" y="13008"/>
                    <a:pt x="75722" y="12908"/>
                  </a:cubicBezTo>
                  <a:lnTo>
                    <a:pt x="75722" y="12908"/>
                  </a:lnTo>
                  <a:cubicBezTo>
                    <a:pt x="75730" y="12910"/>
                    <a:pt x="75741" y="12911"/>
                    <a:pt x="75754" y="12911"/>
                  </a:cubicBezTo>
                  <a:cubicBezTo>
                    <a:pt x="75792" y="12911"/>
                    <a:pt x="75853" y="12903"/>
                    <a:pt x="75929" y="12888"/>
                  </a:cubicBezTo>
                  <a:lnTo>
                    <a:pt x="75899" y="12675"/>
                  </a:lnTo>
                  <a:cubicBezTo>
                    <a:pt x="75939" y="12655"/>
                    <a:pt x="75982" y="12647"/>
                    <a:pt x="76025" y="12647"/>
                  </a:cubicBezTo>
                  <a:close/>
                  <a:moveTo>
                    <a:pt x="66347" y="13262"/>
                  </a:moveTo>
                  <a:cubicBezTo>
                    <a:pt x="66389" y="13262"/>
                    <a:pt x="66442" y="13277"/>
                    <a:pt x="66507" y="13313"/>
                  </a:cubicBezTo>
                  <a:lnTo>
                    <a:pt x="66658" y="13405"/>
                  </a:lnTo>
                  <a:cubicBezTo>
                    <a:pt x="66658" y="13405"/>
                    <a:pt x="66689" y="13465"/>
                    <a:pt x="66658" y="13496"/>
                  </a:cubicBezTo>
                  <a:lnTo>
                    <a:pt x="66598" y="13496"/>
                  </a:lnTo>
                  <a:lnTo>
                    <a:pt x="66507" y="13405"/>
                  </a:lnTo>
                  <a:cubicBezTo>
                    <a:pt x="66440" y="13438"/>
                    <a:pt x="66373" y="13462"/>
                    <a:pt x="66321" y="13462"/>
                  </a:cubicBezTo>
                  <a:cubicBezTo>
                    <a:pt x="66279" y="13462"/>
                    <a:pt x="66247" y="13446"/>
                    <a:pt x="66233" y="13405"/>
                  </a:cubicBezTo>
                  <a:cubicBezTo>
                    <a:pt x="66212" y="13341"/>
                    <a:pt x="66250" y="13262"/>
                    <a:pt x="66347" y="13262"/>
                  </a:cubicBezTo>
                  <a:close/>
                  <a:moveTo>
                    <a:pt x="72720" y="12795"/>
                  </a:moveTo>
                  <a:cubicBezTo>
                    <a:pt x="72786" y="12795"/>
                    <a:pt x="72850" y="12829"/>
                    <a:pt x="72890" y="12888"/>
                  </a:cubicBezTo>
                  <a:lnTo>
                    <a:pt x="72829" y="12979"/>
                  </a:lnTo>
                  <a:lnTo>
                    <a:pt x="72738" y="13070"/>
                  </a:lnTo>
                  <a:cubicBezTo>
                    <a:pt x="72757" y="13129"/>
                    <a:pt x="72878" y="13163"/>
                    <a:pt x="72986" y="13163"/>
                  </a:cubicBezTo>
                  <a:cubicBezTo>
                    <a:pt x="73045" y="13163"/>
                    <a:pt x="73100" y="13153"/>
                    <a:pt x="73133" y="13131"/>
                  </a:cubicBezTo>
                  <a:cubicBezTo>
                    <a:pt x="73224" y="13070"/>
                    <a:pt x="73315" y="13040"/>
                    <a:pt x="73437" y="13010"/>
                  </a:cubicBezTo>
                  <a:lnTo>
                    <a:pt x="73528" y="13010"/>
                  </a:lnTo>
                  <a:cubicBezTo>
                    <a:pt x="73538" y="13006"/>
                    <a:pt x="73547" y="13005"/>
                    <a:pt x="73556" y="13005"/>
                  </a:cubicBezTo>
                  <a:cubicBezTo>
                    <a:pt x="73632" y="13005"/>
                    <a:pt x="73680" y="13107"/>
                    <a:pt x="73680" y="13161"/>
                  </a:cubicBezTo>
                  <a:cubicBezTo>
                    <a:pt x="73680" y="13197"/>
                    <a:pt x="73774" y="13212"/>
                    <a:pt x="73852" y="13212"/>
                  </a:cubicBezTo>
                  <a:cubicBezTo>
                    <a:pt x="73907" y="13212"/>
                    <a:pt x="73953" y="13204"/>
                    <a:pt x="73953" y="13192"/>
                  </a:cubicBezTo>
                  <a:cubicBezTo>
                    <a:pt x="73923" y="13131"/>
                    <a:pt x="73923" y="13070"/>
                    <a:pt x="73953" y="13040"/>
                  </a:cubicBezTo>
                  <a:cubicBezTo>
                    <a:pt x="73965" y="13042"/>
                    <a:pt x="73976" y="13043"/>
                    <a:pt x="73985" y="13043"/>
                  </a:cubicBezTo>
                  <a:cubicBezTo>
                    <a:pt x="74097" y="13043"/>
                    <a:pt x="74049" y="12888"/>
                    <a:pt x="74105" y="12888"/>
                  </a:cubicBezTo>
                  <a:cubicBezTo>
                    <a:pt x="74197" y="12888"/>
                    <a:pt x="74288" y="12918"/>
                    <a:pt x="74379" y="12949"/>
                  </a:cubicBezTo>
                  <a:lnTo>
                    <a:pt x="74470" y="12979"/>
                  </a:lnTo>
                  <a:cubicBezTo>
                    <a:pt x="74531" y="12994"/>
                    <a:pt x="74584" y="13002"/>
                    <a:pt x="74637" y="13002"/>
                  </a:cubicBezTo>
                  <a:cubicBezTo>
                    <a:pt x="74691" y="13002"/>
                    <a:pt x="74744" y="12994"/>
                    <a:pt x="74805" y="12979"/>
                  </a:cubicBezTo>
                  <a:lnTo>
                    <a:pt x="74805" y="12918"/>
                  </a:lnTo>
                  <a:cubicBezTo>
                    <a:pt x="74805" y="12850"/>
                    <a:pt x="74839" y="12816"/>
                    <a:pt x="74894" y="12816"/>
                  </a:cubicBezTo>
                  <a:cubicBezTo>
                    <a:pt x="74913" y="12816"/>
                    <a:pt x="74934" y="12820"/>
                    <a:pt x="74957" y="12827"/>
                  </a:cubicBezTo>
                  <a:lnTo>
                    <a:pt x="74987" y="12827"/>
                  </a:lnTo>
                  <a:cubicBezTo>
                    <a:pt x="74957" y="12979"/>
                    <a:pt x="74865" y="13101"/>
                    <a:pt x="74744" y="13192"/>
                  </a:cubicBezTo>
                  <a:cubicBezTo>
                    <a:pt x="74683" y="13253"/>
                    <a:pt x="74653" y="13283"/>
                    <a:pt x="74592" y="13344"/>
                  </a:cubicBezTo>
                  <a:lnTo>
                    <a:pt x="74409" y="13344"/>
                  </a:lnTo>
                  <a:cubicBezTo>
                    <a:pt x="74399" y="13354"/>
                    <a:pt x="74389" y="13357"/>
                    <a:pt x="74379" y="13357"/>
                  </a:cubicBezTo>
                  <a:cubicBezTo>
                    <a:pt x="74359" y="13357"/>
                    <a:pt x="74338" y="13344"/>
                    <a:pt x="74318" y="13344"/>
                  </a:cubicBezTo>
                  <a:cubicBezTo>
                    <a:pt x="74300" y="13335"/>
                    <a:pt x="74283" y="13331"/>
                    <a:pt x="74265" y="13331"/>
                  </a:cubicBezTo>
                  <a:cubicBezTo>
                    <a:pt x="74222" y="13331"/>
                    <a:pt x="74179" y="13353"/>
                    <a:pt x="74136" y="13374"/>
                  </a:cubicBezTo>
                  <a:cubicBezTo>
                    <a:pt x="74130" y="13380"/>
                    <a:pt x="74123" y="13382"/>
                    <a:pt x="74114" y="13382"/>
                  </a:cubicBezTo>
                  <a:cubicBezTo>
                    <a:pt x="74073" y="13382"/>
                    <a:pt x="73998" y="13328"/>
                    <a:pt x="73923" y="13253"/>
                  </a:cubicBezTo>
                  <a:lnTo>
                    <a:pt x="73771" y="13344"/>
                  </a:lnTo>
                  <a:lnTo>
                    <a:pt x="73649" y="13465"/>
                  </a:lnTo>
                  <a:cubicBezTo>
                    <a:pt x="73528" y="13374"/>
                    <a:pt x="73376" y="13374"/>
                    <a:pt x="73254" y="13374"/>
                  </a:cubicBezTo>
                  <a:lnTo>
                    <a:pt x="73102" y="13374"/>
                  </a:lnTo>
                  <a:cubicBezTo>
                    <a:pt x="73042" y="13374"/>
                    <a:pt x="72950" y="13313"/>
                    <a:pt x="72920" y="13313"/>
                  </a:cubicBezTo>
                  <a:cubicBezTo>
                    <a:pt x="72859" y="13344"/>
                    <a:pt x="72829" y="13435"/>
                    <a:pt x="72798" y="13465"/>
                  </a:cubicBezTo>
                  <a:lnTo>
                    <a:pt x="72768" y="13496"/>
                  </a:lnTo>
                  <a:cubicBezTo>
                    <a:pt x="72707" y="13511"/>
                    <a:pt x="72654" y="13519"/>
                    <a:pt x="72601" y="13519"/>
                  </a:cubicBezTo>
                  <a:cubicBezTo>
                    <a:pt x="72548" y="13519"/>
                    <a:pt x="72494" y="13511"/>
                    <a:pt x="72434" y="13496"/>
                  </a:cubicBezTo>
                  <a:lnTo>
                    <a:pt x="72312" y="13496"/>
                  </a:lnTo>
                  <a:cubicBezTo>
                    <a:pt x="72282" y="13496"/>
                    <a:pt x="72251" y="13465"/>
                    <a:pt x="72251" y="13435"/>
                  </a:cubicBezTo>
                  <a:cubicBezTo>
                    <a:pt x="72251" y="13405"/>
                    <a:pt x="72251" y="13344"/>
                    <a:pt x="72282" y="13344"/>
                  </a:cubicBezTo>
                  <a:lnTo>
                    <a:pt x="72373" y="13283"/>
                  </a:lnTo>
                  <a:cubicBezTo>
                    <a:pt x="72464" y="13253"/>
                    <a:pt x="72525" y="13101"/>
                    <a:pt x="72434" y="13101"/>
                  </a:cubicBezTo>
                  <a:cubicBezTo>
                    <a:pt x="72373" y="13070"/>
                    <a:pt x="72555" y="12888"/>
                    <a:pt x="72616" y="12827"/>
                  </a:cubicBezTo>
                  <a:cubicBezTo>
                    <a:pt x="72648" y="12806"/>
                    <a:pt x="72684" y="12795"/>
                    <a:pt x="72720" y="12795"/>
                  </a:cubicBezTo>
                  <a:close/>
                  <a:moveTo>
                    <a:pt x="13702" y="13179"/>
                  </a:moveTo>
                  <a:cubicBezTo>
                    <a:pt x="13745" y="13179"/>
                    <a:pt x="13788" y="13201"/>
                    <a:pt x="13831" y="13222"/>
                  </a:cubicBezTo>
                  <a:cubicBezTo>
                    <a:pt x="13861" y="13283"/>
                    <a:pt x="13861" y="13344"/>
                    <a:pt x="13709" y="13344"/>
                  </a:cubicBezTo>
                  <a:cubicBezTo>
                    <a:pt x="13588" y="13374"/>
                    <a:pt x="13648" y="13465"/>
                    <a:pt x="13618" y="13526"/>
                  </a:cubicBezTo>
                  <a:lnTo>
                    <a:pt x="13588" y="13557"/>
                  </a:lnTo>
                  <a:cubicBezTo>
                    <a:pt x="13557" y="13557"/>
                    <a:pt x="13496" y="13557"/>
                    <a:pt x="13466" y="13526"/>
                  </a:cubicBezTo>
                  <a:cubicBezTo>
                    <a:pt x="13436" y="13496"/>
                    <a:pt x="13588" y="13313"/>
                    <a:pt x="13496" y="13313"/>
                  </a:cubicBezTo>
                  <a:cubicBezTo>
                    <a:pt x="13405" y="13313"/>
                    <a:pt x="13405" y="13283"/>
                    <a:pt x="13527" y="13222"/>
                  </a:cubicBezTo>
                  <a:lnTo>
                    <a:pt x="13648" y="13192"/>
                  </a:lnTo>
                  <a:cubicBezTo>
                    <a:pt x="13666" y="13183"/>
                    <a:pt x="13684" y="13179"/>
                    <a:pt x="13702" y="13179"/>
                  </a:cubicBezTo>
                  <a:close/>
                  <a:moveTo>
                    <a:pt x="17782" y="13040"/>
                  </a:moveTo>
                  <a:lnTo>
                    <a:pt x="17934" y="13101"/>
                  </a:lnTo>
                  <a:lnTo>
                    <a:pt x="18025" y="13101"/>
                  </a:lnTo>
                  <a:cubicBezTo>
                    <a:pt x="18117" y="13131"/>
                    <a:pt x="18086" y="13192"/>
                    <a:pt x="17995" y="13192"/>
                  </a:cubicBezTo>
                  <a:cubicBezTo>
                    <a:pt x="17873" y="13192"/>
                    <a:pt x="17721" y="13587"/>
                    <a:pt x="17691" y="13587"/>
                  </a:cubicBezTo>
                  <a:cubicBezTo>
                    <a:pt x="17682" y="13596"/>
                    <a:pt x="17668" y="13600"/>
                    <a:pt x="17652" y="13600"/>
                  </a:cubicBezTo>
                  <a:cubicBezTo>
                    <a:pt x="17612" y="13600"/>
                    <a:pt x="17561" y="13578"/>
                    <a:pt x="17539" y="13557"/>
                  </a:cubicBezTo>
                  <a:lnTo>
                    <a:pt x="17539" y="13526"/>
                  </a:lnTo>
                  <a:lnTo>
                    <a:pt x="17569" y="13405"/>
                  </a:lnTo>
                  <a:cubicBezTo>
                    <a:pt x="17630" y="13313"/>
                    <a:pt x="17721" y="13131"/>
                    <a:pt x="17782" y="13040"/>
                  </a:cubicBezTo>
                  <a:close/>
                  <a:moveTo>
                    <a:pt x="65534" y="13070"/>
                  </a:moveTo>
                  <a:cubicBezTo>
                    <a:pt x="65625" y="13101"/>
                    <a:pt x="65686" y="13131"/>
                    <a:pt x="65747" y="13161"/>
                  </a:cubicBezTo>
                  <a:cubicBezTo>
                    <a:pt x="65807" y="13192"/>
                    <a:pt x="65899" y="13313"/>
                    <a:pt x="65899" y="13344"/>
                  </a:cubicBezTo>
                  <a:cubicBezTo>
                    <a:pt x="65868" y="13374"/>
                    <a:pt x="65899" y="13435"/>
                    <a:pt x="65990" y="13435"/>
                  </a:cubicBezTo>
                  <a:lnTo>
                    <a:pt x="66020" y="13465"/>
                  </a:lnTo>
                  <a:cubicBezTo>
                    <a:pt x="66051" y="13465"/>
                    <a:pt x="66051" y="13557"/>
                    <a:pt x="66051" y="13557"/>
                  </a:cubicBezTo>
                  <a:cubicBezTo>
                    <a:pt x="66051" y="13587"/>
                    <a:pt x="65990" y="13587"/>
                    <a:pt x="65959" y="13587"/>
                  </a:cubicBezTo>
                  <a:lnTo>
                    <a:pt x="65868" y="13617"/>
                  </a:lnTo>
                  <a:cubicBezTo>
                    <a:pt x="65777" y="13617"/>
                    <a:pt x="65625" y="13587"/>
                    <a:pt x="65564" y="13557"/>
                  </a:cubicBezTo>
                  <a:lnTo>
                    <a:pt x="65503" y="13526"/>
                  </a:lnTo>
                  <a:cubicBezTo>
                    <a:pt x="65473" y="13496"/>
                    <a:pt x="65443" y="13435"/>
                    <a:pt x="65473" y="13374"/>
                  </a:cubicBezTo>
                  <a:lnTo>
                    <a:pt x="65503" y="13344"/>
                  </a:lnTo>
                  <a:cubicBezTo>
                    <a:pt x="65564" y="13313"/>
                    <a:pt x="65564" y="13253"/>
                    <a:pt x="65503" y="13253"/>
                  </a:cubicBezTo>
                  <a:lnTo>
                    <a:pt x="65473" y="13222"/>
                  </a:lnTo>
                  <a:cubicBezTo>
                    <a:pt x="65443" y="13192"/>
                    <a:pt x="65473" y="13131"/>
                    <a:pt x="65503" y="13101"/>
                  </a:cubicBezTo>
                  <a:lnTo>
                    <a:pt x="65534" y="13070"/>
                  </a:lnTo>
                  <a:close/>
                  <a:moveTo>
                    <a:pt x="37783" y="13313"/>
                  </a:moveTo>
                  <a:lnTo>
                    <a:pt x="37904" y="13374"/>
                  </a:lnTo>
                  <a:lnTo>
                    <a:pt x="38056" y="13496"/>
                  </a:lnTo>
                  <a:cubicBezTo>
                    <a:pt x="38080" y="13591"/>
                    <a:pt x="38011" y="13667"/>
                    <a:pt x="37936" y="13667"/>
                  </a:cubicBezTo>
                  <a:cubicBezTo>
                    <a:pt x="37915" y="13667"/>
                    <a:pt x="37894" y="13661"/>
                    <a:pt x="37874" y="13648"/>
                  </a:cubicBezTo>
                  <a:cubicBezTo>
                    <a:pt x="37847" y="13630"/>
                    <a:pt x="37820" y="13610"/>
                    <a:pt x="37794" y="13588"/>
                  </a:cubicBezTo>
                  <a:lnTo>
                    <a:pt x="37794" y="13588"/>
                  </a:lnTo>
                  <a:cubicBezTo>
                    <a:pt x="37813" y="13520"/>
                    <a:pt x="37810" y="13423"/>
                    <a:pt x="37783" y="13313"/>
                  </a:cubicBezTo>
                  <a:close/>
                  <a:moveTo>
                    <a:pt x="44253" y="13412"/>
                  </a:moveTo>
                  <a:cubicBezTo>
                    <a:pt x="44318" y="13412"/>
                    <a:pt x="44378" y="13420"/>
                    <a:pt x="44439" y="13435"/>
                  </a:cubicBezTo>
                  <a:lnTo>
                    <a:pt x="44652" y="13526"/>
                  </a:lnTo>
                  <a:cubicBezTo>
                    <a:pt x="44726" y="13477"/>
                    <a:pt x="44821" y="13427"/>
                    <a:pt x="44920" y="13427"/>
                  </a:cubicBezTo>
                  <a:cubicBezTo>
                    <a:pt x="44942" y="13427"/>
                    <a:pt x="44964" y="13429"/>
                    <a:pt x="44986" y="13435"/>
                  </a:cubicBezTo>
                  <a:cubicBezTo>
                    <a:pt x="45047" y="13465"/>
                    <a:pt x="44956" y="13587"/>
                    <a:pt x="44926" y="13617"/>
                  </a:cubicBezTo>
                  <a:cubicBezTo>
                    <a:pt x="44872" y="13653"/>
                    <a:pt x="44819" y="13668"/>
                    <a:pt x="44771" y="13668"/>
                  </a:cubicBezTo>
                  <a:cubicBezTo>
                    <a:pt x="44738" y="13668"/>
                    <a:pt x="44708" y="13660"/>
                    <a:pt x="44682" y="13648"/>
                  </a:cubicBezTo>
                  <a:cubicBezTo>
                    <a:pt x="44439" y="13648"/>
                    <a:pt x="44196" y="13617"/>
                    <a:pt x="43953" y="13587"/>
                  </a:cubicBezTo>
                  <a:cubicBezTo>
                    <a:pt x="43953" y="13526"/>
                    <a:pt x="43983" y="13465"/>
                    <a:pt x="44014" y="13435"/>
                  </a:cubicBezTo>
                  <a:lnTo>
                    <a:pt x="44044" y="13435"/>
                  </a:lnTo>
                  <a:cubicBezTo>
                    <a:pt x="44120" y="13420"/>
                    <a:pt x="44188" y="13412"/>
                    <a:pt x="44253" y="13412"/>
                  </a:cubicBezTo>
                  <a:close/>
                  <a:moveTo>
                    <a:pt x="63285" y="13344"/>
                  </a:moveTo>
                  <a:cubicBezTo>
                    <a:pt x="63437" y="13374"/>
                    <a:pt x="63528" y="13435"/>
                    <a:pt x="63528" y="13496"/>
                  </a:cubicBezTo>
                  <a:cubicBezTo>
                    <a:pt x="63505" y="13540"/>
                    <a:pt x="63418" y="13569"/>
                    <a:pt x="63361" y="13569"/>
                  </a:cubicBezTo>
                  <a:cubicBezTo>
                    <a:pt x="63340" y="13569"/>
                    <a:pt x="63323" y="13565"/>
                    <a:pt x="63315" y="13557"/>
                  </a:cubicBezTo>
                  <a:cubicBezTo>
                    <a:pt x="63293" y="13535"/>
                    <a:pt x="63226" y="13514"/>
                    <a:pt x="63157" y="13514"/>
                  </a:cubicBezTo>
                  <a:cubicBezTo>
                    <a:pt x="63128" y="13514"/>
                    <a:pt x="63098" y="13517"/>
                    <a:pt x="63072" y="13526"/>
                  </a:cubicBezTo>
                  <a:lnTo>
                    <a:pt x="62981" y="13557"/>
                  </a:lnTo>
                  <a:lnTo>
                    <a:pt x="62889" y="13617"/>
                  </a:lnTo>
                  <a:cubicBezTo>
                    <a:pt x="62851" y="13656"/>
                    <a:pt x="62813" y="13672"/>
                    <a:pt x="62777" y="13672"/>
                  </a:cubicBezTo>
                  <a:cubicBezTo>
                    <a:pt x="62727" y="13672"/>
                    <a:pt x="62682" y="13640"/>
                    <a:pt x="62646" y="13587"/>
                  </a:cubicBezTo>
                  <a:cubicBezTo>
                    <a:pt x="62616" y="13557"/>
                    <a:pt x="62555" y="13374"/>
                    <a:pt x="62616" y="13374"/>
                  </a:cubicBezTo>
                  <a:lnTo>
                    <a:pt x="62616" y="13374"/>
                  </a:lnTo>
                  <a:cubicBezTo>
                    <a:pt x="62628" y="13380"/>
                    <a:pt x="62656" y="13383"/>
                    <a:pt x="62694" y="13383"/>
                  </a:cubicBezTo>
                  <a:cubicBezTo>
                    <a:pt x="62847" y="13383"/>
                    <a:pt x="63163" y="13344"/>
                    <a:pt x="63285" y="13344"/>
                  </a:cubicBezTo>
                  <a:close/>
                  <a:moveTo>
                    <a:pt x="71431" y="12888"/>
                  </a:moveTo>
                  <a:cubicBezTo>
                    <a:pt x="71583" y="13070"/>
                    <a:pt x="71643" y="13222"/>
                    <a:pt x="71552" y="13222"/>
                  </a:cubicBezTo>
                  <a:cubicBezTo>
                    <a:pt x="71339" y="13283"/>
                    <a:pt x="71157" y="13344"/>
                    <a:pt x="70975" y="13435"/>
                  </a:cubicBezTo>
                  <a:cubicBezTo>
                    <a:pt x="70914" y="13496"/>
                    <a:pt x="70975" y="13526"/>
                    <a:pt x="71127" y="13526"/>
                  </a:cubicBezTo>
                  <a:lnTo>
                    <a:pt x="71218" y="13526"/>
                  </a:lnTo>
                  <a:cubicBezTo>
                    <a:pt x="71248" y="13557"/>
                    <a:pt x="71279" y="13587"/>
                    <a:pt x="71309" y="13617"/>
                  </a:cubicBezTo>
                  <a:cubicBezTo>
                    <a:pt x="71309" y="13648"/>
                    <a:pt x="71248" y="13678"/>
                    <a:pt x="71248" y="13678"/>
                  </a:cubicBezTo>
                  <a:lnTo>
                    <a:pt x="71066" y="13678"/>
                  </a:lnTo>
                  <a:cubicBezTo>
                    <a:pt x="70823" y="13648"/>
                    <a:pt x="70610" y="13526"/>
                    <a:pt x="70428" y="13374"/>
                  </a:cubicBezTo>
                  <a:cubicBezTo>
                    <a:pt x="70306" y="13283"/>
                    <a:pt x="70184" y="13192"/>
                    <a:pt x="70063" y="13161"/>
                  </a:cubicBezTo>
                  <a:cubicBezTo>
                    <a:pt x="69972" y="13161"/>
                    <a:pt x="69972" y="13101"/>
                    <a:pt x="70093" y="13070"/>
                  </a:cubicBezTo>
                  <a:lnTo>
                    <a:pt x="70124" y="13010"/>
                  </a:lnTo>
                  <a:cubicBezTo>
                    <a:pt x="70169" y="12979"/>
                    <a:pt x="70200" y="12964"/>
                    <a:pt x="70230" y="12964"/>
                  </a:cubicBezTo>
                  <a:cubicBezTo>
                    <a:pt x="70260" y="12964"/>
                    <a:pt x="70291" y="12979"/>
                    <a:pt x="70336" y="13010"/>
                  </a:cubicBezTo>
                  <a:lnTo>
                    <a:pt x="70367" y="13040"/>
                  </a:lnTo>
                  <a:lnTo>
                    <a:pt x="70853" y="12949"/>
                  </a:lnTo>
                  <a:lnTo>
                    <a:pt x="70975" y="13040"/>
                  </a:lnTo>
                  <a:cubicBezTo>
                    <a:pt x="71035" y="13070"/>
                    <a:pt x="71127" y="13101"/>
                    <a:pt x="71157" y="13101"/>
                  </a:cubicBezTo>
                  <a:lnTo>
                    <a:pt x="71431" y="12888"/>
                  </a:lnTo>
                  <a:close/>
                  <a:moveTo>
                    <a:pt x="17296" y="13010"/>
                  </a:moveTo>
                  <a:cubicBezTo>
                    <a:pt x="17296" y="13010"/>
                    <a:pt x="17326" y="13070"/>
                    <a:pt x="17326" y="13101"/>
                  </a:cubicBezTo>
                  <a:lnTo>
                    <a:pt x="17326" y="13131"/>
                  </a:lnTo>
                  <a:cubicBezTo>
                    <a:pt x="17296" y="13313"/>
                    <a:pt x="17448" y="13526"/>
                    <a:pt x="17113" y="13648"/>
                  </a:cubicBezTo>
                  <a:lnTo>
                    <a:pt x="17083" y="13678"/>
                  </a:lnTo>
                  <a:cubicBezTo>
                    <a:pt x="17047" y="13714"/>
                    <a:pt x="17026" y="13726"/>
                    <a:pt x="17012" y="13726"/>
                  </a:cubicBezTo>
                  <a:cubicBezTo>
                    <a:pt x="16992" y="13726"/>
                    <a:pt x="16992" y="13697"/>
                    <a:pt x="16992" y="13678"/>
                  </a:cubicBezTo>
                  <a:cubicBezTo>
                    <a:pt x="17022" y="13648"/>
                    <a:pt x="17113" y="13405"/>
                    <a:pt x="17113" y="13344"/>
                  </a:cubicBezTo>
                  <a:cubicBezTo>
                    <a:pt x="17113" y="13253"/>
                    <a:pt x="17144" y="13161"/>
                    <a:pt x="17174" y="13070"/>
                  </a:cubicBezTo>
                  <a:cubicBezTo>
                    <a:pt x="17205" y="13040"/>
                    <a:pt x="17235" y="13010"/>
                    <a:pt x="17296" y="13010"/>
                  </a:cubicBezTo>
                  <a:close/>
                  <a:moveTo>
                    <a:pt x="64288" y="13131"/>
                  </a:moveTo>
                  <a:cubicBezTo>
                    <a:pt x="64318" y="13161"/>
                    <a:pt x="64348" y="13222"/>
                    <a:pt x="64379" y="13283"/>
                  </a:cubicBezTo>
                  <a:lnTo>
                    <a:pt x="64652" y="13283"/>
                  </a:lnTo>
                  <a:lnTo>
                    <a:pt x="64713" y="13253"/>
                  </a:lnTo>
                  <a:cubicBezTo>
                    <a:pt x="64763" y="13202"/>
                    <a:pt x="64823" y="13180"/>
                    <a:pt x="64881" y="13180"/>
                  </a:cubicBezTo>
                  <a:cubicBezTo>
                    <a:pt x="64929" y="13180"/>
                    <a:pt x="64976" y="13195"/>
                    <a:pt x="65017" y="13222"/>
                  </a:cubicBezTo>
                  <a:lnTo>
                    <a:pt x="65139" y="13283"/>
                  </a:lnTo>
                  <a:cubicBezTo>
                    <a:pt x="65017" y="13435"/>
                    <a:pt x="64865" y="13587"/>
                    <a:pt x="64713" y="13709"/>
                  </a:cubicBezTo>
                  <a:cubicBezTo>
                    <a:pt x="64662" y="13747"/>
                    <a:pt x="64622" y="13764"/>
                    <a:pt x="64592" y="13764"/>
                  </a:cubicBezTo>
                  <a:cubicBezTo>
                    <a:pt x="64551" y="13764"/>
                    <a:pt x="64531" y="13731"/>
                    <a:pt x="64531" y="13678"/>
                  </a:cubicBezTo>
                  <a:cubicBezTo>
                    <a:pt x="64531" y="13577"/>
                    <a:pt x="64300" y="13413"/>
                    <a:pt x="64187" y="13413"/>
                  </a:cubicBezTo>
                  <a:cubicBezTo>
                    <a:pt x="64164" y="13413"/>
                    <a:pt x="64146" y="13420"/>
                    <a:pt x="64136" y="13435"/>
                  </a:cubicBezTo>
                  <a:cubicBezTo>
                    <a:pt x="64117" y="13464"/>
                    <a:pt x="64100" y="13486"/>
                    <a:pt x="64088" y="13503"/>
                  </a:cubicBezTo>
                  <a:lnTo>
                    <a:pt x="64088" y="13503"/>
                  </a:lnTo>
                  <a:cubicBezTo>
                    <a:pt x="64114" y="13458"/>
                    <a:pt x="64166" y="13360"/>
                    <a:pt x="64166" y="13313"/>
                  </a:cubicBezTo>
                  <a:cubicBezTo>
                    <a:pt x="64136" y="13253"/>
                    <a:pt x="64136" y="13192"/>
                    <a:pt x="64136" y="13131"/>
                  </a:cubicBezTo>
                  <a:close/>
                  <a:moveTo>
                    <a:pt x="37313" y="13518"/>
                  </a:moveTo>
                  <a:cubicBezTo>
                    <a:pt x="37337" y="13518"/>
                    <a:pt x="37357" y="13562"/>
                    <a:pt x="37357" y="13587"/>
                  </a:cubicBezTo>
                  <a:cubicBezTo>
                    <a:pt x="37357" y="13617"/>
                    <a:pt x="37205" y="13678"/>
                    <a:pt x="37023" y="13709"/>
                  </a:cubicBezTo>
                  <a:lnTo>
                    <a:pt x="36871" y="13739"/>
                  </a:lnTo>
                  <a:lnTo>
                    <a:pt x="36719" y="13739"/>
                  </a:lnTo>
                  <a:cubicBezTo>
                    <a:pt x="36567" y="13739"/>
                    <a:pt x="36384" y="13769"/>
                    <a:pt x="36324" y="13769"/>
                  </a:cubicBezTo>
                  <a:lnTo>
                    <a:pt x="36202" y="13769"/>
                  </a:lnTo>
                  <a:cubicBezTo>
                    <a:pt x="36172" y="13739"/>
                    <a:pt x="36202" y="13678"/>
                    <a:pt x="36232" y="13648"/>
                  </a:cubicBezTo>
                  <a:cubicBezTo>
                    <a:pt x="36253" y="13648"/>
                    <a:pt x="36340" y="13675"/>
                    <a:pt x="36406" y="13675"/>
                  </a:cubicBezTo>
                  <a:cubicBezTo>
                    <a:pt x="36438" y="13675"/>
                    <a:pt x="36465" y="13668"/>
                    <a:pt x="36476" y="13648"/>
                  </a:cubicBezTo>
                  <a:cubicBezTo>
                    <a:pt x="36476" y="13587"/>
                    <a:pt x="36810" y="13587"/>
                    <a:pt x="36901" y="13587"/>
                  </a:cubicBezTo>
                  <a:lnTo>
                    <a:pt x="37235" y="13587"/>
                  </a:lnTo>
                  <a:lnTo>
                    <a:pt x="37266" y="13557"/>
                  </a:lnTo>
                  <a:lnTo>
                    <a:pt x="37296" y="13526"/>
                  </a:lnTo>
                  <a:cubicBezTo>
                    <a:pt x="37302" y="13520"/>
                    <a:pt x="37308" y="13518"/>
                    <a:pt x="37313" y="13518"/>
                  </a:cubicBezTo>
                  <a:close/>
                  <a:moveTo>
                    <a:pt x="45716" y="13405"/>
                  </a:moveTo>
                  <a:cubicBezTo>
                    <a:pt x="45868" y="13435"/>
                    <a:pt x="45929" y="13709"/>
                    <a:pt x="45807" y="13739"/>
                  </a:cubicBezTo>
                  <a:cubicBezTo>
                    <a:pt x="45761" y="13769"/>
                    <a:pt x="45708" y="13785"/>
                    <a:pt x="45655" y="13785"/>
                  </a:cubicBezTo>
                  <a:cubicBezTo>
                    <a:pt x="45602" y="13785"/>
                    <a:pt x="45549" y="13769"/>
                    <a:pt x="45503" y="13739"/>
                  </a:cubicBezTo>
                  <a:cubicBezTo>
                    <a:pt x="45412" y="13709"/>
                    <a:pt x="45290" y="13526"/>
                    <a:pt x="45442" y="13405"/>
                  </a:cubicBezTo>
                  <a:close/>
                  <a:moveTo>
                    <a:pt x="54895" y="13283"/>
                  </a:moveTo>
                  <a:cubicBezTo>
                    <a:pt x="54926" y="13313"/>
                    <a:pt x="54895" y="13374"/>
                    <a:pt x="54895" y="13405"/>
                  </a:cubicBezTo>
                  <a:cubicBezTo>
                    <a:pt x="54865" y="13435"/>
                    <a:pt x="54895" y="13496"/>
                    <a:pt x="54987" y="13526"/>
                  </a:cubicBezTo>
                  <a:lnTo>
                    <a:pt x="55078" y="13587"/>
                  </a:lnTo>
                  <a:cubicBezTo>
                    <a:pt x="55108" y="13617"/>
                    <a:pt x="55230" y="13709"/>
                    <a:pt x="55108" y="13769"/>
                  </a:cubicBezTo>
                  <a:lnTo>
                    <a:pt x="55017" y="13830"/>
                  </a:lnTo>
                  <a:cubicBezTo>
                    <a:pt x="54956" y="13769"/>
                    <a:pt x="54895" y="13678"/>
                    <a:pt x="54835" y="13587"/>
                  </a:cubicBezTo>
                  <a:lnTo>
                    <a:pt x="54804" y="13526"/>
                  </a:lnTo>
                  <a:cubicBezTo>
                    <a:pt x="54652" y="13405"/>
                    <a:pt x="54652" y="13344"/>
                    <a:pt x="54865" y="13283"/>
                  </a:cubicBezTo>
                  <a:close/>
                  <a:moveTo>
                    <a:pt x="68634" y="12979"/>
                  </a:moveTo>
                  <a:cubicBezTo>
                    <a:pt x="69090" y="13040"/>
                    <a:pt x="69516" y="13070"/>
                    <a:pt x="69546" y="13070"/>
                  </a:cubicBezTo>
                  <a:lnTo>
                    <a:pt x="69576" y="13070"/>
                  </a:lnTo>
                  <a:cubicBezTo>
                    <a:pt x="69615" y="13045"/>
                    <a:pt x="69648" y="13035"/>
                    <a:pt x="69678" y="13035"/>
                  </a:cubicBezTo>
                  <a:cubicBezTo>
                    <a:pt x="69719" y="13035"/>
                    <a:pt x="69754" y="13053"/>
                    <a:pt x="69789" y="13070"/>
                  </a:cubicBezTo>
                  <a:cubicBezTo>
                    <a:pt x="69941" y="13131"/>
                    <a:pt x="69728" y="13222"/>
                    <a:pt x="69789" y="13253"/>
                  </a:cubicBezTo>
                  <a:lnTo>
                    <a:pt x="69850" y="13313"/>
                  </a:lnTo>
                  <a:cubicBezTo>
                    <a:pt x="69911" y="13374"/>
                    <a:pt x="69880" y="13435"/>
                    <a:pt x="69820" y="13435"/>
                  </a:cubicBezTo>
                  <a:lnTo>
                    <a:pt x="69850" y="13435"/>
                  </a:lnTo>
                  <a:cubicBezTo>
                    <a:pt x="69759" y="13435"/>
                    <a:pt x="69759" y="13769"/>
                    <a:pt x="69728" y="13830"/>
                  </a:cubicBezTo>
                  <a:cubicBezTo>
                    <a:pt x="69724" y="13834"/>
                    <a:pt x="69717" y="13836"/>
                    <a:pt x="69707" y="13836"/>
                  </a:cubicBezTo>
                  <a:cubicBezTo>
                    <a:pt x="69643" y="13836"/>
                    <a:pt x="69461" y="13753"/>
                    <a:pt x="69303" y="13648"/>
                  </a:cubicBezTo>
                  <a:lnTo>
                    <a:pt x="69121" y="13496"/>
                  </a:lnTo>
                  <a:lnTo>
                    <a:pt x="68969" y="13374"/>
                  </a:lnTo>
                  <a:cubicBezTo>
                    <a:pt x="68896" y="13287"/>
                    <a:pt x="68830" y="13249"/>
                    <a:pt x="68782" y="13249"/>
                  </a:cubicBezTo>
                  <a:cubicBezTo>
                    <a:pt x="68728" y="13249"/>
                    <a:pt x="68695" y="13295"/>
                    <a:pt x="68695" y="13374"/>
                  </a:cubicBezTo>
                  <a:lnTo>
                    <a:pt x="68421" y="13344"/>
                  </a:lnTo>
                  <a:lnTo>
                    <a:pt x="68391" y="13344"/>
                  </a:lnTo>
                  <a:cubicBezTo>
                    <a:pt x="68269" y="13405"/>
                    <a:pt x="68117" y="13465"/>
                    <a:pt x="67965" y="13526"/>
                  </a:cubicBezTo>
                  <a:lnTo>
                    <a:pt x="67874" y="13496"/>
                  </a:lnTo>
                  <a:lnTo>
                    <a:pt x="67783" y="13465"/>
                  </a:lnTo>
                  <a:cubicBezTo>
                    <a:pt x="67662" y="13435"/>
                    <a:pt x="67540" y="13435"/>
                    <a:pt x="67418" y="13405"/>
                  </a:cubicBezTo>
                  <a:lnTo>
                    <a:pt x="67236" y="13405"/>
                  </a:lnTo>
                  <a:cubicBezTo>
                    <a:pt x="67212" y="13419"/>
                    <a:pt x="67193" y="13425"/>
                    <a:pt x="67178" y="13425"/>
                  </a:cubicBezTo>
                  <a:cubicBezTo>
                    <a:pt x="67094" y="13425"/>
                    <a:pt x="67124" y="13243"/>
                    <a:pt x="67175" y="13192"/>
                  </a:cubicBezTo>
                  <a:cubicBezTo>
                    <a:pt x="67188" y="13166"/>
                    <a:pt x="67223" y="13157"/>
                    <a:pt x="67261" y="13157"/>
                  </a:cubicBezTo>
                  <a:cubicBezTo>
                    <a:pt x="67312" y="13157"/>
                    <a:pt x="67370" y="13174"/>
                    <a:pt x="67388" y="13192"/>
                  </a:cubicBezTo>
                  <a:cubicBezTo>
                    <a:pt x="67391" y="13195"/>
                    <a:pt x="67396" y="13197"/>
                    <a:pt x="67403" y="13197"/>
                  </a:cubicBezTo>
                  <a:cubicBezTo>
                    <a:pt x="67456" y="13197"/>
                    <a:pt x="67607" y="13094"/>
                    <a:pt x="67662" y="13040"/>
                  </a:cubicBezTo>
                  <a:cubicBezTo>
                    <a:pt x="67677" y="13032"/>
                    <a:pt x="67698" y="13028"/>
                    <a:pt x="67723" y="13028"/>
                  </a:cubicBezTo>
                  <a:cubicBezTo>
                    <a:pt x="67798" y="13028"/>
                    <a:pt x="67912" y="13063"/>
                    <a:pt x="68026" y="13131"/>
                  </a:cubicBezTo>
                  <a:lnTo>
                    <a:pt x="68209" y="13101"/>
                  </a:lnTo>
                  <a:lnTo>
                    <a:pt x="68634" y="12979"/>
                  </a:lnTo>
                  <a:close/>
                  <a:moveTo>
                    <a:pt x="42737" y="13526"/>
                  </a:moveTo>
                  <a:cubicBezTo>
                    <a:pt x="42798" y="13526"/>
                    <a:pt x="43011" y="13709"/>
                    <a:pt x="43011" y="13769"/>
                  </a:cubicBezTo>
                  <a:cubicBezTo>
                    <a:pt x="43011" y="13830"/>
                    <a:pt x="42919" y="13861"/>
                    <a:pt x="42798" y="13861"/>
                  </a:cubicBezTo>
                  <a:lnTo>
                    <a:pt x="42737" y="13830"/>
                  </a:lnTo>
                  <a:lnTo>
                    <a:pt x="42646" y="13769"/>
                  </a:lnTo>
                  <a:cubicBezTo>
                    <a:pt x="42615" y="13648"/>
                    <a:pt x="42646" y="13557"/>
                    <a:pt x="42737" y="13557"/>
                  </a:cubicBezTo>
                  <a:lnTo>
                    <a:pt x="42737" y="13526"/>
                  </a:lnTo>
                  <a:close/>
                  <a:moveTo>
                    <a:pt x="43658" y="13514"/>
                  </a:moveTo>
                  <a:cubicBezTo>
                    <a:pt x="43728" y="13514"/>
                    <a:pt x="43771" y="13529"/>
                    <a:pt x="43771" y="13557"/>
                  </a:cubicBezTo>
                  <a:lnTo>
                    <a:pt x="43771" y="13678"/>
                  </a:lnTo>
                  <a:cubicBezTo>
                    <a:pt x="43771" y="13769"/>
                    <a:pt x="43710" y="13830"/>
                    <a:pt x="43649" y="13861"/>
                  </a:cubicBezTo>
                  <a:lnTo>
                    <a:pt x="43619" y="13861"/>
                  </a:lnTo>
                  <a:cubicBezTo>
                    <a:pt x="43193" y="13769"/>
                    <a:pt x="43102" y="13709"/>
                    <a:pt x="43163" y="13678"/>
                  </a:cubicBezTo>
                  <a:lnTo>
                    <a:pt x="43315" y="13587"/>
                  </a:lnTo>
                  <a:cubicBezTo>
                    <a:pt x="43448" y="13537"/>
                    <a:pt x="43573" y="13514"/>
                    <a:pt x="43658" y="13514"/>
                  </a:cubicBezTo>
                  <a:close/>
                  <a:moveTo>
                    <a:pt x="23894" y="13214"/>
                  </a:moveTo>
                  <a:cubicBezTo>
                    <a:pt x="23911" y="13214"/>
                    <a:pt x="23930" y="13217"/>
                    <a:pt x="23953" y="13222"/>
                  </a:cubicBezTo>
                  <a:cubicBezTo>
                    <a:pt x="23983" y="13222"/>
                    <a:pt x="24013" y="13313"/>
                    <a:pt x="24013" y="13344"/>
                  </a:cubicBezTo>
                  <a:cubicBezTo>
                    <a:pt x="24013" y="13344"/>
                    <a:pt x="23922" y="13374"/>
                    <a:pt x="23922" y="13405"/>
                  </a:cubicBezTo>
                  <a:lnTo>
                    <a:pt x="23892" y="13496"/>
                  </a:lnTo>
                  <a:cubicBezTo>
                    <a:pt x="24044" y="13557"/>
                    <a:pt x="24135" y="13648"/>
                    <a:pt x="24044" y="13678"/>
                  </a:cubicBezTo>
                  <a:lnTo>
                    <a:pt x="23953" y="13678"/>
                  </a:lnTo>
                  <a:cubicBezTo>
                    <a:pt x="23892" y="13678"/>
                    <a:pt x="23801" y="13557"/>
                    <a:pt x="23801" y="13526"/>
                  </a:cubicBezTo>
                  <a:cubicBezTo>
                    <a:pt x="23770" y="13465"/>
                    <a:pt x="23770" y="13435"/>
                    <a:pt x="23740" y="13435"/>
                  </a:cubicBezTo>
                  <a:cubicBezTo>
                    <a:pt x="23709" y="13557"/>
                    <a:pt x="23709" y="13678"/>
                    <a:pt x="23709" y="13800"/>
                  </a:cubicBezTo>
                  <a:cubicBezTo>
                    <a:pt x="23709" y="13861"/>
                    <a:pt x="23664" y="13876"/>
                    <a:pt x="23607" y="13876"/>
                  </a:cubicBezTo>
                  <a:cubicBezTo>
                    <a:pt x="23550" y="13876"/>
                    <a:pt x="23481" y="13861"/>
                    <a:pt x="23436" y="13861"/>
                  </a:cubicBezTo>
                  <a:cubicBezTo>
                    <a:pt x="23345" y="13861"/>
                    <a:pt x="23405" y="13800"/>
                    <a:pt x="23618" y="13769"/>
                  </a:cubicBezTo>
                  <a:lnTo>
                    <a:pt x="23466" y="13648"/>
                  </a:lnTo>
                  <a:cubicBezTo>
                    <a:pt x="23375" y="13557"/>
                    <a:pt x="23497" y="13496"/>
                    <a:pt x="23466" y="13435"/>
                  </a:cubicBezTo>
                  <a:lnTo>
                    <a:pt x="23375" y="13283"/>
                  </a:lnTo>
                  <a:cubicBezTo>
                    <a:pt x="23421" y="13237"/>
                    <a:pt x="23474" y="13215"/>
                    <a:pt x="23527" y="13215"/>
                  </a:cubicBezTo>
                  <a:cubicBezTo>
                    <a:pt x="23580" y="13215"/>
                    <a:pt x="23633" y="13237"/>
                    <a:pt x="23679" y="13283"/>
                  </a:cubicBezTo>
                  <a:cubicBezTo>
                    <a:pt x="23700" y="13305"/>
                    <a:pt x="23737" y="13326"/>
                    <a:pt x="23768" y="13326"/>
                  </a:cubicBezTo>
                  <a:cubicBezTo>
                    <a:pt x="23780" y="13326"/>
                    <a:pt x="23792" y="13322"/>
                    <a:pt x="23801" y="13313"/>
                  </a:cubicBezTo>
                  <a:cubicBezTo>
                    <a:pt x="23801" y="13264"/>
                    <a:pt x="23821" y="13214"/>
                    <a:pt x="23894" y="13214"/>
                  </a:cubicBezTo>
                  <a:close/>
                  <a:moveTo>
                    <a:pt x="11458" y="13515"/>
                  </a:moveTo>
                  <a:cubicBezTo>
                    <a:pt x="11477" y="13515"/>
                    <a:pt x="11498" y="13519"/>
                    <a:pt x="11521" y="13526"/>
                  </a:cubicBezTo>
                  <a:cubicBezTo>
                    <a:pt x="11551" y="13526"/>
                    <a:pt x="11551" y="13557"/>
                    <a:pt x="11551" y="13617"/>
                  </a:cubicBezTo>
                  <a:cubicBezTo>
                    <a:pt x="11581" y="13709"/>
                    <a:pt x="11581" y="13769"/>
                    <a:pt x="11460" y="13769"/>
                  </a:cubicBezTo>
                  <a:cubicBezTo>
                    <a:pt x="11369" y="13800"/>
                    <a:pt x="11308" y="13830"/>
                    <a:pt x="11247" y="13861"/>
                  </a:cubicBezTo>
                  <a:lnTo>
                    <a:pt x="11126" y="13891"/>
                  </a:lnTo>
                  <a:cubicBezTo>
                    <a:pt x="11106" y="13894"/>
                    <a:pt x="11089" y="13896"/>
                    <a:pt x="11072" y="13896"/>
                  </a:cubicBezTo>
                  <a:cubicBezTo>
                    <a:pt x="10932" y="13896"/>
                    <a:pt x="10889" y="13784"/>
                    <a:pt x="10943" y="13648"/>
                  </a:cubicBezTo>
                  <a:lnTo>
                    <a:pt x="10943" y="13648"/>
                  </a:lnTo>
                  <a:lnTo>
                    <a:pt x="11186" y="13678"/>
                  </a:lnTo>
                  <a:cubicBezTo>
                    <a:pt x="11247" y="13678"/>
                    <a:pt x="11308" y="13678"/>
                    <a:pt x="11369" y="13617"/>
                  </a:cubicBezTo>
                  <a:cubicBezTo>
                    <a:pt x="11369" y="13549"/>
                    <a:pt x="11403" y="13515"/>
                    <a:pt x="11458" y="13515"/>
                  </a:cubicBezTo>
                  <a:close/>
                  <a:moveTo>
                    <a:pt x="55716" y="13587"/>
                  </a:moveTo>
                  <a:lnTo>
                    <a:pt x="55959" y="13648"/>
                  </a:lnTo>
                  <a:cubicBezTo>
                    <a:pt x="55971" y="13654"/>
                    <a:pt x="55985" y="13656"/>
                    <a:pt x="55999" y="13656"/>
                  </a:cubicBezTo>
                  <a:cubicBezTo>
                    <a:pt x="56056" y="13656"/>
                    <a:pt x="56129" y="13617"/>
                    <a:pt x="56202" y="13617"/>
                  </a:cubicBezTo>
                  <a:lnTo>
                    <a:pt x="56294" y="13617"/>
                  </a:lnTo>
                  <a:cubicBezTo>
                    <a:pt x="56334" y="13617"/>
                    <a:pt x="56442" y="13604"/>
                    <a:pt x="56528" y="13604"/>
                  </a:cubicBezTo>
                  <a:cubicBezTo>
                    <a:pt x="56570" y="13604"/>
                    <a:pt x="56608" y="13607"/>
                    <a:pt x="56628" y="13617"/>
                  </a:cubicBezTo>
                  <a:cubicBezTo>
                    <a:pt x="56658" y="13648"/>
                    <a:pt x="56871" y="13800"/>
                    <a:pt x="56810" y="13830"/>
                  </a:cubicBezTo>
                  <a:cubicBezTo>
                    <a:pt x="56802" y="13847"/>
                    <a:pt x="56789" y="13855"/>
                    <a:pt x="56772" y="13855"/>
                  </a:cubicBezTo>
                  <a:cubicBezTo>
                    <a:pt x="56729" y="13855"/>
                    <a:pt x="56663" y="13805"/>
                    <a:pt x="56598" y="13739"/>
                  </a:cubicBezTo>
                  <a:lnTo>
                    <a:pt x="56385" y="13861"/>
                  </a:lnTo>
                  <a:lnTo>
                    <a:pt x="56202" y="13921"/>
                  </a:lnTo>
                  <a:cubicBezTo>
                    <a:pt x="55868" y="13891"/>
                    <a:pt x="55655" y="13739"/>
                    <a:pt x="55716" y="13587"/>
                  </a:cubicBezTo>
                  <a:close/>
                  <a:moveTo>
                    <a:pt x="57848" y="13412"/>
                  </a:moveTo>
                  <a:cubicBezTo>
                    <a:pt x="57905" y="13412"/>
                    <a:pt x="57965" y="13420"/>
                    <a:pt x="57996" y="13435"/>
                  </a:cubicBezTo>
                  <a:cubicBezTo>
                    <a:pt x="58087" y="13465"/>
                    <a:pt x="58208" y="13496"/>
                    <a:pt x="58300" y="13496"/>
                  </a:cubicBezTo>
                  <a:cubicBezTo>
                    <a:pt x="58349" y="13471"/>
                    <a:pt x="58537" y="13427"/>
                    <a:pt x="58640" y="13427"/>
                  </a:cubicBezTo>
                  <a:cubicBezTo>
                    <a:pt x="58664" y="13427"/>
                    <a:pt x="58683" y="13429"/>
                    <a:pt x="58695" y="13435"/>
                  </a:cubicBezTo>
                  <a:cubicBezTo>
                    <a:pt x="58725" y="13496"/>
                    <a:pt x="58512" y="13617"/>
                    <a:pt x="58208" y="13739"/>
                  </a:cubicBezTo>
                  <a:lnTo>
                    <a:pt x="58056" y="13617"/>
                  </a:lnTo>
                  <a:lnTo>
                    <a:pt x="58026" y="13617"/>
                  </a:lnTo>
                  <a:cubicBezTo>
                    <a:pt x="58026" y="13596"/>
                    <a:pt x="57996" y="13574"/>
                    <a:pt x="57946" y="13574"/>
                  </a:cubicBezTo>
                  <a:cubicBezTo>
                    <a:pt x="57925" y="13574"/>
                    <a:pt x="57901" y="13578"/>
                    <a:pt x="57874" y="13587"/>
                  </a:cubicBezTo>
                  <a:cubicBezTo>
                    <a:pt x="57753" y="13678"/>
                    <a:pt x="57661" y="13800"/>
                    <a:pt x="57601" y="13921"/>
                  </a:cubicBezTo>
                  <a:lnTo>
                    <a:pt x="57479" y="13921"/>
                  </a:lnTo>
                  <a:cubicBezTo>
                    <a:pt x="57418" y="13921"/>
                    <a:pt x="57388" y="13830"/>
                    <a:pt x="57388" y="13769"/>
                  </a:cubicBezTo>
                  <a:cubicBezTo>
                    <a:pt x="57418" y="13739"/>
                    <a:pt x="57236" y="13739"/>
                    <a:pt x="57175" y="13739"/>
                  </a:cubicBezTo>
                  <a:cubicBezTo>
                    <a:pt x="57114" y="13739"/>
                    <a:pt x="57053" y="13709"/>
                    <a:pt x="57053" y="13709"/>
                  </a:cubicBezTo>
                  <a:cubicBezTo>
                    <a:pt x="57114" y="13648"/>
                    <a:pt x="57175" y="13557"/>
                    <a:pt x="57266" y="13496"/>
                  </a:cubicBezTo>
                  <a:cubicBezTo>
                    <a:pt x="57278" y="13490"/>
                    <a:pt x="57293" y="13488"/>
                    <a:pt x="57310" y="13488"/>
                  </a:cubicBezTo>
                  <a:cubicBezTo>
                    <a:pt x="57382" y="13488"/>
                    <a:pt x="57491" y="13532"/>
                    <a:pt x="57540" y="13557"/>
                  </a:cubicBezTo>
                  <a:cubicBezTo>
                    <a:pt x="57544" y="13561"/>
                    <a:pt x="57550" y="13563"/>
                    <a:pt x="57557" y="13563"/>
                  </a:cubicBezTo>
                  <a:cubicBezTo>
                    <a:pt x="57602" y="13563"/>
                    <a:pt x="57696" y="13488"/>
                    <a:pt x="57722" y="13435"/>
                  </a:cubicBezTo>
                  <a:cubicBezTo>
                    <a:pt x="57737" y="13420"/>
                    <a:pt x="57791" y="13412"/>
                    <a:pt x="57848" y="13412"/>
                  </a:cubicBezTo>
                  <a:close/>
                  <a:moveTo>
                    <a:pt x="59819" y="13526"/>
                  </a:moveTo>
                  <a:cubicBezTo>
                    <a:pt x="59880" y="13526"/>
                    <a:pt x="60063" y="13617"/>
                    <a:pt x="60032" y="13617"/>
                  </a:cubicBezTo>
                  <a:cubicBezTo>
                    <a:pt x="60032" y="13648"/>
                    <a:pt x="60063" y="13678"/>
                    <a:pt x="60154" y="13678"/>
                  </a:cubicBezTo>
                  <a:lnTo>
                    <a:pt x="60215" y="13739"/>
                  </a:lnTo>
                  <a:cubicBezTo>
                    <a:pt x="60275" y="13800"/>
                    <a:pt x="60519" y="13769"/>
                    <a:pt x="60397" y="13891"/>
                  </a:cubicBezTo>
                  <a:cubicBezTo>
                    <a:pt x="60336" y="13921"/>
                    <a:pt x="60275" y="13937"/>
                    <a:pt x="60215" y="13937"/>
                  </a:cubicBezTo>
                  <a:cubicBezTo>
                    <a:pt x="60154" y="13937"/>
                    <a:pt x="60093" y="13921"/>
                    <a:pt x="60032" y="13891"/>
                  </a:cubicBezTo>
                  <a:lnTo>
                    <a:pt x="59911" y="13800"/>
                  </a:lnTo>
                  <a:cubicBezTo>
                    <a:pt x="59759" y="13648"/>
                    <a:pt x="59728" y="13526"/>
                    <a:pt x="59819" y="13526"/>
                  </a:cubicBezTo>
                  <a:close/>
                  <a:moveTo>
                    <a:pt x="41743" y="13044"/>
                  </a:moveTo>
                  <a:cubicBezTo>
                    <a:pt x="41801" y="13044"/>
                    <a:pt x="41865" y="13080"/>
                    <a:pt x="41886" y="13101"/>
                  </a:cubicBezTo>
                  <a:cubicBezTo>
                    <a:pt x="41916" y="13131"/>
                    <a:pt x="41856" y="13253"/>
                    <a:pt x="41795" y="13313"/>
                  </a:cubicBezTo>
                  <a:cubicBezTo>
                    <a:pt x="41734" y="13344"/>
                    <a:pt x="41795" y="13435"/>
                    <a:pt x="41886" y="13496"/>
                  </a:cubicBezTo>
                  <a:lnTo>
                    <a:pt x="42068" y="13496"/>
                  </a:lnTo>
                  <a:cubicBezTo>
                    <a:pt x="42099" y="13481"/>
                    <a:pt x="42152" y="13473"/>
                    <a:pt x="42198" y="13473"/>
                  </a:cubicBezTo>
                  <a:cubicBezTo>
                    <a:pt x="42243" y="13473"/>
                    <a:pt x="42281" y="13481"/>
                    <a:pt x="42281" y="13496"/>
                  </a:cubicBezTo>
                  <a:lnTo>
                    <a:pt x="42342" y="13587"/>
                  </a:lnTo>
                  <a:cubicBezTo>
                    <a:pt x="42433" y="13617"/>
                    <a:pt x="42433" y="13678"/>
                    <a:pt x="42342" y="13678"/>
                  </a:cubicBezTo>
                  <a:lnTo>
                    <a:pt x="42160" y="13678"/>
                  </a:lnTo>
                  <a:cubicBezTo>
                    <a:pt x="42068" y="13709"/>
                    <a:pt x="42008" y="13830"/>
                    <a:pt x="42038" y="13921"/>
                  </a:cubicBezTo>
                  <a:lnTo>
                    <a:pt x="41886" y="13921"/>
                  </a:lnTo>
                  <a:cubicBezTo>
                    <a:pt x="41734" y="13921"/>
                    <a:pt x="41825" y="13800"/>
                    <a:pt x="41795" y="13739"/>
                  </a:cubicBezTo>
                  <a:cubicBezTo>
                    <a:pt x="41704" y="13709"/>
                    <a:pt x="41612" y="13678"/>
                    <a:pt x="41521" y="13678"/>
                  </a:cubicBezTo>
                  <a:cubicBezTo>
                    <a:pt x="41460" y="13678"/>
                    <a:pt x="41400" y="13709"/>
                    <a:pt x="41400" y="13739"/>
                  </a:cubicBezTo>
                  <a:lnTo>
                    <a:pt x="41460" y="13739"/>
                  </a:lnTo>
                  <a:lnTo>
                    <a:pt x="41460" y="13769"/>
                  </a:lnTo>
                  <a:cubicBezTo>
                    <a:pt x="41491" y="13830"/>
                    <a:pt x="41460" y="13891"/>
                    <a:pt x="41400" y="13891"/>
                  </a:cubicBezTo>
                  <a:lnTo>
                    <a:pt x="41339" y="13891"/>
                  </a:lnTo>
                  <a:cubicBezTo>
                    <a:pt x="41217" y="13891"/>
                    <a:pt x="41126" y="13830"/>
                    <a:pt x="41035" y="13830"/>
                  </a:cubicBezTo>
                  <a:cubicBezTo>
                    <a:pt x="40974" y="13830"/>
                    <a:pt x="40913" y="13861"/>
                    <a:pt x="40913" y="13921"/>
                  </a:cubicBezTo>
                  <a:cubicBezTo>
                    <a:pt x="40894" y="13979"/>
                    <a:pt x="40850" y="14000"/>
                    <a:pt x="40805" y="14000"/>
                  </a:cubicBezTo>
                  <a:cubicBezTo>
                    <a:pt x="40780" y="14000"/>
                    <a:pt x="40753" y="13993"/>
                    <a:pt x="40731" y="13982"/>
                  </a:cubicBezTo>
                  <a:lnTo>
                    <a:pt x="40701" y="13952"/>
                  </a:lnTo>
                  <a:cubicBezTo>
                    <a:pt x="40701" y="13921"/>
                    <a:pt x="40594" y="13906"/>
                    <a:pt x="40427" y="13906"/>
                  </a:cubicBezTo>
                  <a:cubicBezTo>
                    <a:pt x="40424" y="13906"/>
                    <a:pt x="40420" y="13906"/>
                    <a:pt x="40417" y="13906"/>
                  </a:cubicBezTo>
                  <a:lnTo>
                    <a:pt x="40417" y="13906"/>
                  </a:lnTo>
                  <a:lnTo>
                    <a:pt x="40397" y="13921"/>
                  </a:lnTo>
                  <a:cubicBezTo>
                    <a:pt x="40376" y="13917"/>
                    <a:pt x="40356" y="13913"/>
                    <a:pt x="40335" y="13908"/>
                  </a:cubicBezTo>
                  <a:lnTo>
                    <a:pt x="40335" y="13908"/>
                  </a:lnTo>
                  <a:cubicBezTo>
                    <a:pt x="40181" y="13912"/>
                    <a:pt x="39990" y="13927"/>
                    <a:pt x="39789" y="13952"/>
                  </a:cubicBezTo>
                  <a:lnTo>
                    <a:pt x="39667" y="13921"/>
                  </a:lnTo>
                  <a:lnTo>
                    <a:pt x="39454" y="13861"/>
                  </a:lnTo>
                  <a:cubicBezTo>
                    <a:pt x="39439" y="13921"/>
                    <a:pt x="39409" y="13952"/>
                    <a:pt x="39371" y="13952"/>
                  </a:cubicBezTo>
                  <a:cubicBezTo>
                    <a:pt x="39333" y="13952"/>
                    <a:pt x="39287" y="13921"/>
                    <a:pt x="39242" y="13861"/>
                  </a:cubicBezTo>
                  <a:lnTo>
                    <a:pt x="39150" y="13800"/>
                  </a:lnTo>
                  <a:lnTo>
                    <a:pt x="38998" y="13709"/>
                  </a:lnTo>
                  <a:cubicBezTo>
                    <a:pt x="39029" y="13617"/>
                    <a:pt x="39059" y="13526"/>
                    <a:pt x="39090" y="13435"/>
                  </a:cubicBezTo>
                  <a:lnTo>
                    <a:pt x="39181" y="13435"/>
                  </a:lnTo>
                  <a:cubicBezTo>
                    <a:pt x="39242" y="13496"/>
                    <a:pt x="39333" y="13587"/>
                    <a:pt x="39394" y="13678"/>
                  </a:cubicBezTo>
                  <a:lnTo>
                    <a:pt x="39576" y="13587"/>
                  </a:lnTo>
                  <a:lnTo>
                    <a:pt x="39637" y="13587"/>
                  </a:lnTo>
                  <a:cubicBezTo>
                    <a:pt x="39653" y="13590"/>
                    <a:pt x="39668" y="13592"/>
                    <a:pt x="39682" y="13592"/>
                  </a:cubicBezTo>
                  <a:cubicBezTo>
                    <a:pt x="39795" y="13592"/>
                    <a:pt x="39816" y="13489"/>
                    <a:pt x="39789" y="13435"/>
                  </a:cubicBezTo>
                  <a:cubicBezTo>
                    <a:pt x="39746" y="13414"/>
                    <a:pt x="39703" y="13392"/>
                    <a:pt x="39670" y="13392"/>
                  </a:cubicBezTo>
                  <a:cubicBezTo>
                    <a:pt x="39657" y="13392"/>
                    <a:pt x="39646" y="13396"/>
                    <a:pt x="39637" y="13405"/>
                  </a:cubicBezTo>
                  <a:lnTo>
                    <a:pt x="39576" y="13405"/>
                  </a:lnTo>
                  <a:cubicBezTo>
                    <a:pt x="39515" y="13405"/>
                    <a:pt x="39485" y="13405"/>
                    <a:pt x="39454" y="13344"/>
                  </a:cubicBezTo>
                  <a:cubicBezTo>
                    <a:pt x="39454" y="13313"/>
                    <a:pt x="39485" y="13253"/>
                    <a:pt x="39515" y="13253"/>
                  </a:cubicBezTo>
                  <a:lnTo>
                    <a:pt x="39637" y="13253"/>
                  </a:lnTo>
                  <a:cubicBezTo>
                    <a:pt x="39700" y="13240"/>
                    <a:pt x="39757" y="13233"/>
                    <a:pt x="39812" y="13233"/>
                  </a:cubicBezTo>
                  <a:cubicBezTo>
                    <a:pt x="39889" y="13233"/>
                    <a:pt x="39961" y="13247"/>
                    <a:pt x="40032" y="13283"/>
                  </a:cubicBezTo>
                  <a:lnTo>
                    <a:pt x="40032" y="13374"/>
                  </a:lnTo>
                  <a:cubicBezTo>
                    <a:pt x="40001" y="13496"/>
                    <a:pt x="40123" y="13648"/>
                    <a:pt x="40184" y="13678"/>
                  </a:cubicBezTo>
                  <a:cubicBezTo>
                    <a:pt x="40336" y="13678"/>
                    <a:pt x="40488" y="13648"/>
                    <a:pt x="40640" y="13587"/>
                  </a:cubicBezTo>
                  <a:cubicBezTo>
                    <a:pt x="40668" y="13568"/>
                    <a:pt x="40688" y="13561"/>
                    <a:pt x="40701" y="13561"/>
                  </a:cubicBezTo>
                  <a:cubicBezTo>
                    <a:pt x="40731" y="13561"/>
                    <a:pt x="40731" y="13596"/>
                    <a:pt x="40731" y="13617"/>
                  </a:cubicBezTo>
                  <a:cubicBezTo>
                    <a:pt x="40688" y="13661"/>
                    <a:pt x="40660" y="13704"/>
                    <a:pt x="40625" y="13737"/>
                  </a:cubicBezTo>
                  <a:lnTo>
                    <a:pt x="40625" y="13737"/>
                  </a:lnTo>
                  <a:cubicBezTo>
                    <a:pt x="40550" y="13728"/>
                    <a:pt x="40473" y="13724"/>
                    <a:pt x="40397" y="13724"/>
                  </a:cubicBezTo>
                  <a:cubicBezTo>
                    <a:pt x="40252" y="13724"/>
                    <a:pt x="40108" y="13739"/>
                    <a:pt x="39971" y="13769"/>
                  </a:cubicBezTo>
                  <a:cubicBezTo>
                    <a:pt x="40076" y="13822"/>
                    <a:pt x="40204" y="13875"/>
                    <a:pt x="40335" y="13908"/>
                  </a:cubicBezTo>
                  <a:lnTo>
                    <a:pt x="40335" y="13908"/>
                  </a:lnTo>
                  <a:cubicBezTo>
                    <a:pt x="40364" y="13907"/>
                    <a:pt x="40391" y="13906"/>
                    <a:pt x="40417" y="13906"/>
                  </a:cubicBezTo>
                  <a:lnTo>
                    <a:pt x="40417" y="13906"/>
                  </a:lnTo>
                  <a:lnTo>
                    <a:pt x="40518" y="13830"/>
                  </a:lnTo>
                  <a:lnTo>
                    <a:pt x="40579" y="13769"/>
                  </a:lnTo>
                  <a:cubicBezTo>
                    <a:pt x="40596" y="13761"/>
                    <a:pt x="40611" y="13750"/>
                    <a:pt x="40625" y="13737"/>
                  </a:cubicBezTo>
                  <a:lnTo>
                    <a:pt x="40625" y="13737"/>
                  </a:lnTo>
                  <a:cubicBezTo>
                    <a:pt x="40692" y="13744"/>
                    <a:pt x="40758" y="13755"/>
                    <a:pt x="40822" y="13769"/>
                  </a:cubicBezTo>
                  <a:lnTo>
                    <a:pt x="40822" y="13739"/>
                  </a:lnTo>
                  <a:cubicBezTo>
                    <a:pt x="40883" y="13587"/>
                    <a:pt x="40974" y="13557"/>
                    <a:pt x="41126" y="13557"/>
                  </a:cubicBezTo>
                  <a:lnTo>
                    <a:pt x="41156" y="13557"/>
                  </a:lnTo>
                  <a:cubicBezTo>
                    <a:pt x="41174" y="13548"/>
                    <a:pt x="41195" y="13544"/>
                    <a:pt x="41215" y="13544"/>
                  </a:cubicBezTo>
                  <a:cubicBezTo>
                    <a:pt x="41265" y="13544"/>
                    <a:pt x="41317" y="13566"/>
                    <a:pt x="41339" y="13587"/>
                  </a:cubicBezTo>
                  <a:cubicBezTo>
                    <a:pt x="41342" y="13590"/>
                    <a:pt x="41347" y="13592"/>
                    <a:pt x="41354" y="13592"/>
                  </a:cubicBezTo>
                  <a:cubicBezTo>
                    <a:pt x="41408" y="13592"/>
                    <a:pt x="41558" y="13492"/>
                    <a:pt x="41612" y="13465"/>
                  </a:cubicBezTo>
                  <a:cubicBezTo>
                    <a:pt x="41673" y="13435"/>
                    <a:pt x="41612" y="13131"/>
                    <a:pt x="41673" y="13070"/>
                  </a:cubicBezTo>
                  <a:cubicBezTo>
                    <a:pt x="41692" y="13051"/>
                    <a:pt x="41717" y="13044"/>
                    <a:pt x="41743" y="13044"/>
                  </a:cubicBezTo>
                  <a:close/>
                  <a:moveTo>
                    <a:pt x="65716" y="13830"/>
                  </a:moveTo>
                  <a:cubicBezTo>
                    <a:pt x="65777" y="13830"/>
                    <a:pt x="65868" y="13830"/>
                    <a:pt x="65899" y="13891"/>
                  </a:cubicBezTo>
                  <a:cubicBezTo>
                    <a:pt x="65929" y="13921"/>
                    <a:pt x="65868" y="14013"/>
                    <a:pt x="65868" y="14043"/>
                  </a:cubicBezTo>
                  <a:lnTo>
                    <a:pt x="65260" y="14043"/>
                  </a:lnTo>
                  <a:cubicBezTo>
                    <a:pt x="65108" y="14013"/>
                    <a:pt x="65048" y="13982"/>
                    <a:pt x="65169" y="13982"/>
                  </a:cubicBezTo>
                  <a:lnTo>
                    <a:pt x="65139" y="13982"/>
                  </a:lnTo>
                  <a:cubicBezTo>
                    <a:pt x="65351" y="13952"/>
                    <a:pt x="65534" y="13891"/>
                    <a:pt x="65716" y="13830"/>
                  </a:cubicBezTo>
                  <a:close/>
                  <a:moveTo>
                    <a:pt x="14375" y="13605"/>
                  </a:moveTo>
                  <a:cubicBezTo>
                    <a:pt x="14388" y="13605"/>
                    <a:pt x="14399" y="13609"/>
                    <a:pt x="14408" y="13617"/>
                  </a:cubicBezTo>
                  <a:lnTo>
                    <a:pt x="14439" y="13617"/>
                  </a:lnTo>
                  <a:cubicBezTo>
                    <a:pt x="14439" y="13709"/>
                    <a:pt x="14408" y="13800"/>
                    <a:pt x="14378" y="13891"/>
                  </a:cubicBezTo>
                  <a:cubicBezTo>
                    <a:pt x="14347" y="13952"/>
                    <a:pt x="14256" y="14073"/>
                    <a:pt x="14195" y="14073"/>
                  </a:cubicBezTo>
                  <a:cubicBezTo>
                    <a:pt x="14191" y="14076"/>
                    <a:pt x="14185" y="14077"/>
                    <a:pt x="14179" y="14077"/>
                  </a:cubicBezTo>
                  <a:cubicBezTo>
                    <a:pt x="14103" y="14077"/>
                    <a:pt x="13915" y="13921"/>
                    <a:pt x="13831" y="13921"/>
                  </a:cubicBezTo>
                  <a:cubicBezTo>
                    <a:pt x="13709" y="13921"/>
                    <a:pt x="13709" y="13891"/>
                    <a:pt x="13831" y="13861"/>
                  </a:cubicBezTo>
                  <a:lnTo>
                    <a:pt x="13922" y="13891"/>
                  </a:lnTo>
                  <a:lnTo>
                    <a:pt x="14165" y="13921"/>
                  </a:lnTo>
                  <a:cubicBezTo>
                    <a:pt x="14226" y="13830"/>
                    <a:pt x="14256" y="13739"/>
                    <a:pt x="14256" y="13648"/>
                  </a:cubicBezTo>
                  <a:lnTo>
                    <a:pt x="14287" y="13648"/>
                  </a:lnTo>
                  <a:cubicBezTo>
                    <a:pt x="14308" y="13626"/>
                    <a:pt x="14345" y="13605"/>
                    <a:pt x="14375" y="13605"/>
                  </a:cubicBezTo>
                  <a:close/>
                  <a:moveTo>
                    <a:pt x="38512" y="13344"/>
                  </a:moveTo>
                  <a:cubicBezTo>
                    <a:pt x="38573" y="13405"/>
                    <a:pt x="38664" y="13496"/>
                    <a:pt x="38694" y="13526"/>
                  </a:cubicBezTo>
                  <a:lnTo>
                    <a:pt x="38725" y="13557"/>
                  </a:lnTo>
                  <a:lnTo>
                    <a:pt x="38968" y="13739"/>
                  </a:lnTo>
                  <a:cubicBezTo>
                    <a:pt x="38846" y="13830"/>
                    <a:pt x="38755" y="13982"/>
                    <a:pt x="38786" y="14013"/>
                  </a:cubicBezTo>
                  <a:cubicBezTo>
                    <a:pt x="38786" y="14043"/>
                    <a:pt x="38755" y="14073"/>
                    <a:pt x="38694" y="14073"/>
                  </a:cubicBezTo>
                  <a:lnTo>
                    <a:pt x="38573" y="14073"/>
                  </a:lnTo>
                  <a:cubicBezTo>
                    <a:pt x="38500" y="14090"/>
                    <a:pt x="38433" y="14097"/>
                    <a:pt x="38375" y="14097"/>
                  </a:cubicBezTo>
                  <a:cubicBezTo>
                    <a:pt x="38217" y="14097"/>
                    <a:pt x="38125" y="14041"/>
                    <a:pt x="38147" y="13952"/>
                  </a:cubicBezTo>
                  <a:lnTo>
                    <a:pt x="38208" y="13891"/>
                  </a:lnTo>
                  <a:lnTo>
                    <a:pt x="38299" y="13769"/>
                  </a:lnTo>
                  <a:cubicBezTo>
                    <a:pt x="38376" y="13795"/>
                    <a:pt x="38443" y="13804"/>
                    <a:pt x="38491" y="13804"/>
                  </a:cubicBezTo>
                  <a:cubicBezTo>
                    <a:pt x="38557" y="13804"/>
                    <a:pt x="38590" y="13787"/>
                    <a:pt x="38573" y="13769"/>
                  </a:cubicBezTo>
                  <a:cubicBezTo>
                    <a:pt x="38451" y="13648"/>
                    <a:pt x="38330" y="13526"/>
                    <a:pt x="38208" y="13435"/>
                  </a:cubicBezTo>
                  <a:cubicBezTo>
                    <a:pt x="38147" y="13374"/>
                    <a:pt x="38208" y="13344"/>
                    <a:pt x="38299" y="13344"/>
                  </a:cubicBezTo>
                  <a:close/>
                  <a:moveTo>
                    <a:pt x="35928" y="13557"/>
                  </a:moveTo>
                  <a:cubicBezTo>
                    <a:pt x="35959" y="13557"/>
                    <a:pt x="36020" y="13617"/>
                    <a:pt x="36050" y="13617"/>
                  </a:cubicBezTo>
                  <a:lnTo>
                    <a:pt x="35898" y="14013"/>
                  </a:lnTo>
                  <a:lnTo>
                    <a:pt x="35868" y="14104"/>
                  </a:lnTo>
                  <a:cubicBezTo>
                    <a:pt x="35861" y="14130"/>
                    <a:pt x="35836" y="14141"/>
                    <a:pt x="35800" y="14141"/>
                  </a:cubicBezTo>
                  <a:cubicBezTo>
                    <a:pt x="35762" y="14141"/>
                    <a:pt x="35712" y="14129"/>
                    <a:pt x="35657" y="14111"/>
                  </a:cubicBezTo>
                  <a:lnTo>
                    <a:pt x="35657" y="14111"/>
                  </a:lnTo>
                  <a:cubicBezTo>
                    <a:pt x="35695" y="14081"/>
                    <a:pt x="35730" y="14032"/>
                    <a:pt x="35746" y="13982"/>
                  </a:cubicBezTo>
                  <a:lnTo>
                    <a:pt x="35776" y="13891"/>
                  </a:lnTo>
                  <a:lnTo>
                    <a:pt x="35837" y="13830"/>
                  </a:lnTo>
                  <a:cubicBezTo>
                    <a:pt x="35776" y="13769"/>
                    <a:pt x="35807" y="13678"/>
                    <a:pt x="35868" y="13617"/>
                  </a:cubicBezTo>
                  <a:lnTo>
                    <a:pt x="35928" y="13557"/>
                  </a:lnTo>
                  <a:close/>
                  <a:moveTo>
                    <a:pt x="53498" y="13885"/>
                  </a:moveTo>
                  <a:cubicBezTo>
                    <a:pt x="53509" y="13885"/>
                    <a:pt x="53519" y="13887"/>
                    <a:pt x="53528" y="13891"/>
                  </a:cubicBezTo>
                  <a:lnTo>
                    <a:pt x="53680" y="13952"/>
                  </a:lnTo>
                  <a:cubicBezTo>
                    <a:pt x="53831" y="14073"/>
                    <a:pt x="53892" y="14195"/>
                    <a:pt x="53831" y="14195"/>
                  </a:cubicBezTo>
                  <a:lnTo>
                    <a:pt x="53831" y="14165"/>
                  </a:lnTo>
                  <a:cubicBezTo>
                    <a:pt x="53771" y="14165"/>
                    <a:pt x="53680" y="14134"/>
                    <a:pt x="53710" y="14104"/>
                  </a:cubicBezTo>
                  <a:cubicBezTo>
                    <a:pt x="53710" y="14073"/>
                    <a:pt x="53649" y="14043"/>
                    <a:pt x="53558" y="14043"/>
                  </a:cubicBezTo>
                  <a:lnTo>
                    <a:pt x="53406" y="14043"/>
                  </a:lnTo>
                  <a:cubicBezTo>
                    <a:pt x="53379" y="14052"/>
                    <a:pt x="53353" y="14056"/>
                    <a:pt x="53328" y="14056"/>
                  </a:cubicBezTo>
                  <a:cubicBezTo>
                    <a:pt x="53269" y="14056"/>
                    <a:pt x="53224" y="14034"/>
                    <a:pt x="53224" y="14013"/>
                  </a:cubicBezTo>
                  <a:cubicBezTo>
                    <a:pt x="53302" y="13960"/>
                    <a:pt x="53426" y="13885"/>
                    <a:pt x="53498" y="13885"/>
                  </a:cubicBezTo>
                  <a:close/>
                  <a:moveTo>
                    <a:pt x="35427" y="14058"/>
                  </a:moveTo>
                  <a:cubicBezTo>
                    <a:pt x="35465" y="14058"/>
                    <a:pt x="35503" y="14073"/>
                    <a:pt x="35533" y="14104"/>
                  </a:cubicBezTo>
                  <a:lnTo>
                    <a:pt x="35564" y="14134"/>
                  </a:lnTo>
                  <a:cubicBezTo>
                    <a:pt x="35569" y="14137"/>
                    <a:pt x="35575" y="14139"/>
                    <a:pt x="35580" y="14139"/>
                  </a:cubicBezTo>
                  <a:lnTo>
                    <a:pt x="35580" y="14139"/>
                  </a:lnTo>
                  <a:cubicBezTo>
                    <a:pt x="35575" y="14158"/>
                    <a:pt x="35570" y="14176"/>
                    <a:pt x="35564" y="14195"/>
                  </a:cubicBezTo>
                  <a:lnTo>
                    <a:pt x="35472" y="14225"/>
                  </a:lnTo>
                  <a:cubicBezTo>
                    <a:pt x="35321" y="14225"/>
                    <a:pt x="35290" y="14195"/>
                    <a:pt x="35321" y="14104"/>
                  </a:cubicBezTo>
                  <a:cubicBezTo>
                    <a:pt x="35351" y="14073"/>
                    <a:pt x="35389" y="14058"/>
                    <a:pt x="35427" y="14058"/>
                  </a:cubicBezTo>
                  <a:close/>
                  <a:moveTo>
                    <a:pt x="35442" y="13617"/>
                  </a:moveTo>
                  <a:cubicBezTo>
                    <a:pt x="35574" y="13670"/>
                    <a:pt x="35637" y="13860"/>
                    <a:pt x="35592" y="14088"/>
                  </a:cubicBezTo>
                  <a:lnTo>
                    <a:pt x="35592" y="14088"/>
                  </a:lnTo>
                  <a:cubicBezTo>
                    <a:pt x="35473" y="14043"/>
                    <a:pt x="35348" y="13980"/>
                    <a:pt x="35290" y="13952"/>
                  </a:cubicBezTo>
                  <a:cubicBezTo>
                    <a:pt x="35194" y="13894"/>
                    <a:pt x="35122" y="13873"/>
                    <a:pt x="35082" y="13873"/>
                  </a:cubicBezTo>
                  <a:cubicBezTo>
                    <a:pt x="35059" y="13873"/>
                    <a:pt x="35047" y="13880"/>
                    <a:pt x="35047" y="13891"/>
                  </a:cubicBezTo>
                  <a:cubicBezTo>
                    <a:pt x="35108" y="13952"/>
                    <a:pt x="35290" y="14043"/>
                    <a:pt x="35169" y="14104"/>
                  </a:cubicBezTo>
                  <a:cubicBezTo>
                    <a:pt x="35144" y="14129"/>
                    <a:pt x="35121" y="14138"/>
                    <a:pt x="35099" y="14138"/>
                  </a:cubicBezTo>
                  <a:cubicBezTo>
                    <a:pt x="35042" y="14138"/>
                    <a:pt x="34992" y="14073"/>
                    <a:pt x="34925" y="14073"/>
                  </a:cubicBezTo>
                  <a:lnTo>
                    <a:pt x="34865" y="14073"/>
                  </a:lnTo>
                  <a:cubicBezTo>
                    <a:pt x="34847" y="14091"/>
                    <a:pt x="34813" y="14099"/>
                    <a:pt x="34773" y="14099"/>
                  </a:cubicBezTo>
                  <a:cubicBezTo>
                    <a:pt x="34674" y="14099"/>
                    <a:pt x="34534" y="14056"/>
                    <a:pt x="34469" y="14013"/>
                  </a:cubicBezTo>
                  <a:cubicBezTo>
                    <a:pt x="34455" y="14003"/>
                    <a:pt x="34440" y="13998"/>
                    <a:pt x="34426" y="13998"/>
                  </a:cubicBezTo>
                  <a:cubicBezTo>
                    <a:pt x="34351" y="13998"/>
                    <a:pt x="34287" y="14114"/>
                    <a:pt x="34287" y="14165"/>
                  </a:cubicBezTo>
                  <a:cubicBezTo>
                    <a:pt x="34287" y="14192"/>
                    <a:pt x="34212" y="14321"/>
                    <a:pt x="34129" y="14321"/>
                  </a:cubicBezTo>
                  <a:cubicBezTo>
                    <a:pt x="34121" y="14321"/>
                    <a:pt x="34113" y="14319"/>
                    <a:pt x="34105" y="14317"/>
                  </a:cubicBezTo>
                  <a:cubicBezTo>
                    <a:pt x="34044" y="14286"/>
                    <a:pt x="33983" y="14256"/>
                    <a:pt x="33922" y="14225"/>
                  </a:cubicBezTo>
                  <a:cubicBezTo>
                    <a:pt x="33869" y="14279"/>
                    <a:pt x="33820" y="14298"/>
                    <a:pt x="33777" y="14298"/>
                  </a:cubicBezTo>
                  <a:cubicBezTo>
                    <a:pt x="33674" y="14298"/>
                    <a:pt x="33600" y="14186"/>
                    <a:pt x="33558" y="14165"/>
                  </a:cubicBezTo>
                  <a:cubicBezTo>
                    <a:pt x="33497" y="14134"/>
                    <a:pt x="33345" y="14134"/>
                    <a:pt x="33375" y="14043"/>
                  </a:cubicBezTo>
                  <a:cubicBezTo>
                    <a:pt x="33406" y="13921"/>
                    <a:pt x="33406" y="13800"/>
                    <a:pt x="33497" y="13739"/>
                  </a:cubicBezTo>
                  <a:lnTo>
                    <a:pt x="33649" y="13648"/>
                  </a:lnTo>
                  <a:cubicBezTo>
                    <a:pt x="33770" y="13769"/>
                    <a:pt x="33831" y="13861"/>
                    <a:pt x="33740" y="13861"/>
                  </a:cubicBezTo>
                  <a:lnTo>
                    <a:pt x="33649" y="13861"/>
                  </a:lnTo>
                  <a:cubicBezTo>
                    <a:pt x="33618" y="13891"/>
                    <a:pt x="33588" y="13921"/>
                    <a:pt x="33588" y="13952"/>
                  </a:cubicBezTo>
                  <a:cubicBezTo>
                    <a:pt x="33588" y="13982"/>
                    <a:pt x="33618" y="14013"/>
                    <a:pt x="33649" y="14043"/>
                  </a:cubicBezTo>
                  <a:lnTo>
                    <a:pt x="33801" y="14073"/>
                  </a:lnTo>
                  <a:lnTo>
                    <a:pt x="34074" y="14073"/>
                  </a:lnTo>
                  <a:cubicBezTo>
                    <a:pt x="34074" y="14043"/>
                    <a:pt x="34165" y="13891"/>
                    <a:pt x="34135" y="13830"/>
                  </a:cubicBezTo>
                  <a:cubicBezTo>
                    <a:pt x="34105" y="13769"/>
                    <a:pt x="34226" y="13648"/>
                    <a:pt x="34287" y="13648"/>
                  </a:cubicBezTo>
                  <a:lnTo>
                    <a:pt x="34500" y="13648"/>
                  </a:lnTo>
                  <a:cubicBezTo>
                    <a:pt x="34621" y="13678"/>
                    <a:pt x="34743" y="13678"/>
                    <a:pt x="34834" y="13678"/>
                  </a:cubicBezTo>
                  <a:cubicBezTo>
                    <a:pt x="35017" y="13678"/>
                    <a:pt x="35169" y="13617"/>
                    <a:pt x="35321" y="13617"/>
                  </a:cubicBezTo>
                  <a:close/>
                  <a:moveTo>
                    <a:pt x="58847" y="14073"/>
                  </a:moveTo>
                  <a:cubicBezTo>
                    <a:pt x="58877" y="14073"/>
                    <a:pt x="58847" y="14256"/>
                    <a:pt x="58695" y="14317"/>
                  </a:cubicBezTo>
                  <a:lnTo>
                    <a:pt x="58573" y="14377"/>
                  </a:lnTo>
                  <a:cubicBezTo>
                    <a:pt x="58391" y="14377"/>
                    <a:pt x="58208" y="14347"/>
                    <a:pt x="58056" y="14317"/>
                  </a:cubicBezTo>
                  <a:cubicBezTo>
                    <a:pt x="58026" y="14286"/>
                    <a:pt x="58026" y="14256"/>
                    <a:pt x="58056" y="14225"/>
                  </a:cubicBezTo>
                  <a:cubicBezTo>
                    <a:pt x="58056" y="14225"/>
                    <a:pt x="58087" y="14195"/>
                    <a:pt x="58117" y="14195"/>
                  </a:cubicBezTo>
                  <a:lnTo>
                    <a:pt x="58269" y="14317"/>
                  </a:lnTo>
                  <a:cubicBezTo>
                    <a:pt x="58452" y="14256"/>
                    <a:pt x="58786" y="14195"/>
                    <a:pt x="58786" y="14134"/>
                  </a:cubicBezTo>
                  <a:cubicBezTo>
                    <a:pt x="58816" y="14073"/>
                    <a:pt x="58816" y="14073"/>
                    <a:pt x="58847" y="14073"/>
                  </a:cubicBezTo>
                  <a:close/>
                  <a:moveTo>
                    <a:pt x="49272" y="13769"/>
                  </a:moveTo>
                  <a:lnTo>
                    <a:pt x="49303" y="13800"/>
                  </a:lnTo>
                  <a:lnTo>
                    <a:pt x="49394" y="13830"/>
                  </a:lnTo>
                  <a:cubicBezTo>
                    <a:pt x="49394" y="13921"/>
                    <a:pt x="49363" y="14043"/>
                    <a:pt x="49333" y="14165"/>
                  </a:cubicBezTo>
                  <a:cubicBezTo>
                    <a:pt x="49303" y="14195"/>
                    <a:pt x="49181" y="14195"/>
                    <a:pt x="49151" y="14195"/>
                  </a:cubicBezTo>
                  <a:cubicBezTo>
                    <a:pt x="49142" y="14186"/>
                    <a:pt x="49130" y="14182"/>
                    <a:pt x="49118" y="14182"/>
                  </a:cubicBezTo>
                  <a:cubicBezTo>
                    <a:pt x="49090" y="14182"/>
                    <a:pt x="49059" y="14204"/>
                    <a:pt x="49059" y="14225"/>
                  </a:cubicBezTo>
                  <a:lnTo>
                    <a:pt x="49151" y="14317"/>
                  </a:lnTo>
                  <a:cubicBezTo>
                    <a:pt x="49242" y="14438"/>
                    <a:pt x="49272" y="14499"/>
                    <a:pt x="49211" y="14499"/>
                  </a:cubicBezTo>
                  <a:lnTo>
                    <a:pt x="49090" y="14499"/>
                  </a:lnTo>
                  <a:cubicBezTo>
                    <a:pt x="48999" y="14499"/>
                    <a:pt x="48907" y="14438"/>
                    <a:pt x="48907" y="14377"/>
                  </a:cubicBezTo>
                  <a:cubicBezTo>
                    <a:pt x="48907" y="14335"/>
                    <a:pt x="48790" y="14278"/>
                    <a:pt x="48718" y="14278"/>
                  </a:cubicBezTo>
                  <a:cubicBezTo>
                    <a:pt x="48687" y="14278"/>
                    <a:pt x="48664" y="14289"/>
                    <a:pt x="48664" y="14317"/>
                  </a:cubicBezTo>
                  <a:cubicBezTo>
                    <a:pt x="48664" y="14333"/>
                    <a:pt x="48648" y="14341"/>
                    <a:pt x="48624" y="14341"/>
                  </a:cubicBezTo>
                  <a:cubicBezTo>
                    <a:pt x="48564" y="14341"/>
                    <a:pt x="48460" y="14291"/>
                    <a:pt x="48482" y="14225"/>
                  </a:cubicBezTo>
                  <a:cubicBezTo>
                    <a:pt x="48543" y="14104"/>
                    <a:pt x="48603" y="14013"/>
                    <a:pt x="48695" y="13921"/>
                  </a:cubicBezTo>
                  <a:lnTo>
                    <a:pt x="48968" y="13921"/>
                  </a:lnTo>
                  <a:cubicBezTo>
                    <a:pt x="49059" y="13861"/>
                    <a:pt x="49151" y="13800"/>
                    <a:pt x="49272" y="13769"/>
                  </a:cubicBezTo>
                  <a:close/>
                  <a:moveTo>
                    <a:pt x="43375" y="14013"/>
                  </a:moveTo>
                  <a:lnTo>
                    <a:pt x="43527" y="14134"/>
                  </a:lnTo>
                  <a:cubicBezTo>
                    <a:pt x="43558" y="14154"/>
                    <a:pt x="43578" y="14161"/>
                    <a:pt x="43594" y="14161"/>
                  </a:cubicBezTo>
                  <a:cubicBezTo>
                    <a:pt x="43625" y="14161"/>
                    <a:pt x="43639" y="14134"/>
                    <a:pt x="43679" y="14134"/>
                  </a:cubicBezTo>
                  <a:cubicBezTo>
                    <a:pt x="43720" y="14114"/>
                    <a:pt x="43759" y="14105"/>
                    <a:pt x="43795" y="14105"/>
                  </a:cubicBezTo>
                  <a:cubicBezTo>
                    <a:pt x="43918" y="14105"/>
                    <a:pt x="44018" y="14202"/>
                    <a:pt x="44135" y="14225"/>
                  </a:cubicBezTo>
                  <a:cubicBezTo>
                    <a:pt x="44196" y="14225"/>
                    <a:pt x="44166" y="14377"/>
                    <a:pt x="44074" y="14438"/>
                  </a:cubicBezTo>
                  <a:lnTo>
                    <a:pt x="43983" y="14499"/>
                  </a:lnTo>
                  <a:cubicBezTo>
                    <a:pt x="43953" y="14519"/>
                    <a:pt x="43916" y="14529"/>
                    <a:pt x="43877" y="14529"/>
                  </a:cubicBezTo>
                  <a:cubicBezTo>
                    <a:pt x="43801" y="14529"/>
                    <a:pt x="43720" y="14489"/>
                    <a:pt x="43679" y="14408"/>
                  </a:cubicBezTo>
                  <a:lnTo>
                    <a:pt x="43558" y="14347"/>
                  </a:lnTo>
                  <a:lnTo>
                    <a:pt x="43436" y="14347"/>
                  </a:lnTo>
                  <a:cubicBezTo>
                    <a:pt x="43345" y="14256"/>
                    <a:pt x="43315" y="14104"/>
                    <a:pt x="43375" y="14013"/>
                  </a:cubicBezTo>
                  <a:close/>
                  <a:moveTo>
                    <a:pt x="45229" y="14189"/>
                  </a:moveTo>
                  <a:cubicBezTo>
                    <a:pt x="45238" y="14189"/>
                    <a:pt x="45248" y="14191"/>
                    <a:pt x="45260" y="14195"/>
                  </a:cubicBezTo>
                  <a:cubicBezTo>
                    <a:pt x="45412" y="14256"/>
                    <a:pt x="45381" y="14499"/>
                    <a:pt x="45199" y="14499"/>
                  </a:cubicBezTo>
                  <a:lnTo>
                    <a:pt x="45047" y="14560"/>
                  </a:lnTo>
                  <a:lnTo>
                    <a:pt x="45017" y="14560"/>
                  </a:lnTo>
                  <a:cubicBezTo>
                    <a:pt x="44956" y="14499"/>
                    <a:pt x="44926" y="14438"/>
                    <a:pt x="44956" y="14377"/>
                  </a:cubicBezTo>
                  <a:lnTo>
                    <a:pt x="45199" y="14377"/>
                  </a:lnTo>
                  <a:cubicBezTo>
                    <a:pt x="45173" y="14272"/>
                    <a:pt x="45169" y="14189"/>
                    <a:pt x="45229" y="14189"/>
                  </a:cubicBezTo>
                  <a:close/>
                  <a:moveTo>
                    <a:pt x="56719" y="14225"/>
                  </a:moveTo>
                  <a:cubicBezTo>
                    <a:pt x="56780" y="14225"/>
                    <a:pt x="56810" y="14317"/>
                    <a:pt x="56780" y="14377"/>
                  </a:cubicBezTo>
                  <a:lnTo>
                    <a:pt x="56719" y="14377"/>
                  </a:lnTo>
                  <a:cubicBezTo>
                    <a:pt x="56598" y="14408"/>
                    <a:pt x="56476" y="14438"/>
                    <a:pt x="56354" y="14468"/>
                  </a:cubicBezTo>
                  <a:lnTo>
                    <a:pt x="56354" y="14529"/>
                  </a:lnTo>
                  <a:lnTo>
                    <a:pt x="56354" y="14560"/>
                  </a:lnTo>
                  <a:cubicBezTo>
                    <a:pt x="56324" y="14590"/>
                    <a:pt x="56263" y="14590"/>
                    <a:pt x="56233" y="14590"/>
                  </a:cubicBezTo>
                  <a:cubicBezTo>
                    <a:pt x="56202" y="14529"/>
                    <a:pt x="56202" y="14468"/>
                    <a:pt x="56202" y="14408"/>
                  </a:cubicBezTo>
                  <a:cubicBezTo>
                    <a:pt x="56202" y="14377"/>
                    <a:pt x="56324" y="14286"/>
                    <a:pt x="56506" y="14256"/>
                  </a:cubicBezTo>
                  <a:lnTo>
                    <a:pt x="56658" y="14225"/>
                  </a:lnTo>
                  <a:close/>
                  <a:moveTo>
                    <a:pt x="69794" y="14091"/>
                  </a:moveTo>
                  <a:cubicBezTo>
                    <a:pt x="69855" y="14091"/>
                    <a:pt x="69929" y="14113"/>
                    <a:pt x="69972" y="14134"/>
                  </a:cubicBezTo>
                  <a:cubicBezTo>
                    <a:pt x="70032" y="14165"/>
                    <a:pt x="70093" y="14225"/>
                    <a:pt x="70063" y="14317"/>
                  </a:cubicBezTo>
                  <a:cubicBezTo>
                    <a:pt x="70039" y="14352"/>
                    <a:pt x="70010" y="14365"/>
                    <a:pt x="69981" y="14365"/>
                  </a:cubicBezTo>
                  <a:cubicBezTo>
                    <a:pt x="69935" y="14365"/>
                    <a:pt x="69887" y="14335"/>
                    <a:pt x="69850" y="14317"/>
                  </a:cubicBezTo>
                  <a:lnTo>
                    <a:pt x="69820" y="14286"/>
                  </a:lnTo>
                  <a:cubicBezTo>
                    <a:pt x="69759" y="14286"/>
                    <a:pt x="69607" y="14499"/>
                    <a:pt x="69546" y="14590"/>
                  </a:cubicBezTo>
                  <a:cubicBezTo>
                    <a:pt x="69536" y="14600"/>
                    <a:pt x="69522" y="14604"/>
                    <a:pt x="69506" y="14604"/>
                  </a:cubicBezTo>
                  <a:cubicBezTo>
                    <a:pt x="69421" y="14604"/>
                    <a:pt x="69268" y="14489"/>
                    <a:pt x="69242" y="14438"/>
                  </a:cubicBezTo>
                  <a:cubicBezTo>
                    <a:pt x="69181" y="14347"/>
                    <a:pt x="69242" y="14225"/>
                    <a:pt x="69364" y="14165"/>
                  </a:cubicBezTo>
                  <a:lnTo>
                    <a:pt x="69485" y="14134"/>
                  </a:lnTo>
                  <a:cubicBezTo>
                    <a:pt x="69516" y="14119"/>
                    <a:pt x="69569" y="14119"/>
                    <a:pt x="69618" y="14119"/>
                  </a:cubicBezTo>
                  <a:cubicBezTo>
                    <a:pt x="69668" y="14119"/>
                    <a:pt x="69713" y="14119"/>
                    <a:pt x="69728" y="14104"/>
                  </a:cubicBezTo>
                  <a:cubicBezTo>
                    <a:pt x="69746" y="14095"/>
                    <a:pt x="69769" y="14091"/>
                    <a:pt x="69794" y="14091"/>
                  </a:cubicBezTo>
                  <a:close/>
                  <a:moveTo>
                    <a:pt x="37631" y="13678"/>
                  </a:moveTo>
                  <a:cubicBezTo>
                    <a:pt x="37651" y="13686"/>
                    <a:pt x="37669" y="13690"/>
                    <a:pt x="37686" y="13690"/>
                  </a:cubicBezTo>
                  <a:cubicBezTo>
                    <a:pt x="37687" y="13690"/>
                    <a:pt x="37687" y="13690"/>
                    <a:pt x="37688" y="13690"/>
                  </a:cubicBezTo>
                  <a:lnTo>
                    <a:pt x="37688" y="13690"/>
                  </a:lnTo>
                  <a:cubicBezTo>
                    <a:pt x="37731" y="13758"/>
                    <a:pt x="37784" y="13836"/>
                    <a:pt x="37843" y="13921"/>
                  </a:cubicBezTo>
                  <a:lnTo>
                    <a:pt x="37783" y="13982"/>
                  </a:lnTo>
                  <a:cubicBezTo>
                    <a:pt x="37741" y="14003"/>
                    <a:pt x="37714" y="14052"/>
                    <a:pt x="37652" y="14052"/>
                  </a:cubicBezTo>
                  <a:cubicBezTo>
                    <a:pt x="37624" y="14052"/>
                    <a:pt x="37588" y="14041"/>
                    <a:pt x="37539" y="14013"/>
                  </a:cubicBezTo>
                  <a:lnTo>
                    <a:pt x="37418" y="13952"/>
                  </a:lnTo>
                  <a:cubicBezTo>
                    <a:pt x="37357" y="14104"/>
                    <a:pt x="37296" y="14620"/>
                    <a:pt x="37175" y="14712"/>
                  </a:cubicBezTo>
                  <a:cubicBezTo>
                    <a:pt x="37142" y="14728"/>
                    <a:pt x="37107" y="14736"/>
                    <a:pt x="37073" y="14736"/>
                  </a:cubicBezTo>
                  <a:cubicBezTo>
                    <a:pt x="36980" y="14736"/>
                    <a:pt x="36893" y="14679"/>
                    <a:pt x="36871" y="14590"/>
                  </a:cubicBezTo>
                  <a:cubicBezTo>
                    <a:pt x="36871" y="14499"/>
                    <a:pt x="36992" y="14438"/>
                    <a:pt x="37053" y="14438"/>
                  </a:cubicBezTo>
                  <a:cubicBezTo>
                    <a:pt x="37083" y="14438"/>
                    <a:pt x="37205" y="14286"/>
                    <a:pt x="37175" y="14256"/>
                  </a:cubicBezTo>
                  <a:cubicBezTo>
                    <a:pt x="37083" y="14165"/>
                    <a:pt x="36962" y="14134"/>
                    <a:pt x="36871" y="14134"/>
                  </a:cubicBezTo>
                  <a:cubicBezTo>
                    <a:pt x="36780" y="14165"/>
                    <a:pt x="36628" y="14225"/>
                    <a:pt x="36476" y="14317"/>
                  </a:cubicBezTo>
                  <a:lnTo>
                    <a:pt x="36384" y="14377"/>
                  </a:lnTo>
                  <a:cubicBezTo>
                    <a:pt x="36324" y="14438"/>
                    <a:pt x="36324" y="14529"/>
                    <a:pt x="36445" y="14529"/>
                  </a:cubicBezTo>
                  <a:lnTo>
                    <a:pt x="36567" y="14529"/>
                  </a:lnTo>
                  <a:cubicBezTo>
                    <a:pt x="36536" y="14620"/>
                    <a:pt x="36445" y="14681"/>
                    <a:pt x="36354" y="14712"/>
                  </a:cubicBezTo>
                  <a:lnTo>
                    <a:pt x="36293" y="14681"/>
                  </a:lnTo>
                  <a:lnTo>
                    <a:pt x="36202" y="14651"/>
                  </a:lnTo>
                  <a:cubicBezTo>
                    <a:pt x="36202" y="14499"/>
                    <a:pt x="36232" y="14347"/>
                    <a:pt x="36293" y="14195"/>
                  </a:cubicBezTo>
                  <a:lnTo>
                    <a:pt x="36354" y="14134"/>
                  </a:lnTo>
                  <a:cubicBezTo>
                    <a:pt x="36384" y="14104"/>
                    <a:pt x="36445" y="14073"/>
                    <a:pt x="36445" y="14043"/>
                  </a:cubicBezTo>
                  <a:cubicBezTo>
                    <a:pt x="36476" y="13952"/>
                    <a:pt x="36567" y="13921"/>
                    <a:pt x="36658" y="13921"/>
                  </a:cubicBezTo>
                  <a:cubicBezTo>
                    <a:pt x="36696" y="13929"/>
                    <a:pt x="36734" y="13933"/>
                    <a:pt x="36771" y="13933"/>
                  </a:cubicBezTo>
                  <a:cubicBezTo>
                    <a:pt x="36884" y="13933"/>
                    <a:pt x="36992" y="13899"/>
                    <a:pt x="37083" y="13830"/>
                  </a:cubicBezTo>
                  <a:lnTo>
                    <a:pt x="37175" y="13709"/>
                  </a:lnTo>
                  <a:cubicBezTo>
                    <a:pt x="37205" y="13769"/>
                    <a:pt x="37258" y="13800"/>
                    <a:pt x="37311" y="13800"/>
                  </a:cubicBezTo>
                  <a:cubicBezTo>
                    <a:pt x="37365" y="13800"/>
                    <a:pt x="37418" y="13769"/>
                    <a:pt x="37448" y="13709"/>
                  </a:cubicBezTo>
                  <a:lnTo>
                    <a:pt x="37539" y="13678"/>
                  </a:lnTo>
                  <a:close/>
                  <a:moveTo>
                    <a:pt x="47874" y="13222"/>
                  </a:moveTo>
                  <a:lnTo>
                    <a:pt x="47965" y="13344"/>
                  </a:lnTo>
                  <a:cubicBezTo>
                    <a:pt x="48041" y="13445"/>
                    <a:pt x="48179" y="13504"/>
                    <a:pt x="48310" y="13504"/>
                  </a:cubicBezTo>
                  <a:cubicBezTo>
                    <a:pt x="48338" y="13504"/>
                    <a:pt x="48365" y="13501"/>
                    <a:pt x="48391" y="13496"/>
                  </a:cubicBezTo>
                  <a:lnTo>
                    <a:pt x="48664" y="13496"/>
                  </a:lnTo>
                  <a:cubicBezTo>
                    <a:pt x="48968" y="13496"/>
                    <a:pt x="49181" y="13405"/>
                    <a:pt x="49151" y="13405"/>
                  </a:cubicBezTo>
                  <a:cubicBezTo>
                    <a:pt x="49120" y="13374"/>
                    <a:pt x="49394" y="13283"/>
                    <a:pt x="49515" y="13283"/>
                  </a:cubicBezTo>
                  <a:cubicBezTo>
                    <a:pt x="49606" y="13313"/>
                    <a:pt x="49728" y="13496"/>
                    <a:pt x="49728" y="13557"/>
                  </a:cubicBezTo>
                  <a:cubicBezTo>
                    <a:pt x="49728" y="13617"/>
                    <a:pt x="49637" y="13678"/>
                    <a:pt x="49515" y="13678"/>
                  </a:cubicBezTo>
                  <a:lnTo>
                    <a:pt x="49485" y="13648"/>
                  </a:lnTo>
                  <a:lnTo>
                    <a:pt x="49394" y="13587"/>
                  </a:lnTo>
                  <a:cubicBezTo>
                    <a:pt x="49303" y="13648"/>
                    <a:pt x="49211" y="13678"/>
                    <a:pt x="49090" y="13709"/>
                  </a:cubicBezTo>
                  <a:lnTo>
                    <a:pt x="48786" y="13648"/>
                  </a:lnTo>
                  <a:lnTo>
                    <a:pt x="48725" y="13709"/>
                  </a:lnTo>
                  <a:lnTo>
                    <a:pt x="48603" y="13769"/>
                  </a:lnTo>
                  <a:cubicBezTo>
                    <a:pt x="48543" y="13709"/>
                    <a:pt x="48512" y="13648"/>
                    <a:pt x="48421" y="13617"/>
                  </a:cubicBezTo>
                  <a:lnTo>
                    <a:pt x="48391" y="13617"/>
                  </a:lnTo>
                  <a:cubicBezTo>
                    <a:pt x="48330" y="13617"/>
                    <a:pt x="48239" y="13648"/>
                    <a:pt x="48178" y="13648"/>
                  </a:cubicBezTo>
                  <a:lnTo>
                    <a:pt x="48117" y="13648"/>
                  </a:lnTo>
                  <a:cubicBezTo>
                    <a:pt x="48105" y="13659"/>
                    <a:pt x="48094" y="13664"/>
                    <a:pt x="48082" y="13664"/>
                  </a:cubicBezTo>
                  <a:cubicBezTo>
                    <a:pt x="48034" y="13664"/>
                    <a:pt x="47990" y="13575"/>
                    <a:pt x="47965" y="13526"/>
                  </a:cubicBezTo>
                  <a:cubicBezTo>
                    <a:pt x="47965" y="13521"/>
                    <a:pt x="47961" y="13519"/>
                    <a:pt x="47954" y="13519"/>
                  </a:cubicBezTo>
                  <a:cubicBezTo>
                    <a:pt x="47916" y="13519"/>
                    <a:pt x="47788" y="13586"/>
                    <a:pt x="47661" y="13739"/>
                  </a:cubicBezTo>
                  <a:lnTo>
                    <a:pt x="47509" y="13800"/>
                  </a:lnTo>
                  <a:cubicBezTo>
                    <a:pt x="47357" y="13861"/>
                    <a:pt x="47388" y="13861"/>
                    <a:pt x="47357" y="13982"/>
                  </a:cubicBezTo>
                  <a:cubicBezTo>
                    <a:pt x="47357" y="14073"/>
                    <a:pt x="47509" y="14073"/>
                    <a:pt x="47540" y="14073"/>
                  </a:cubicBezTo>
                  <a:lnTo>
                    <a:pt x="47631" y="14073"/>
                  </a:lnTo>
                  <a:lnTo>
                    <a:pt x="47661" y="14104"/>
                  </a:lnTo>
                  <a:cubicBezTo>
                    <a:pt x="47661" y="14134"/>
                    <a:pt x="47631" y="14165"/>
                    <a:pt x="47600" y="14165"/>
                  </a:cubicBezTo>
                  <a:lnTo>
                    <a:pt x="47509" y="14165"/>
                  </a:lnTo>
                  <a:cubicBezTo>
                    <a:pt x="47448" y="14165"/>
                    <a:pt x="47357" y="14408"/>
                    <a:pt x="47266" y="14438"/>
                  </a:cubicBezTo>
                  <a:cubicBezTo>
                    <a:pt x="47175" y="14468"/>
                    <a:pt x="47114" y="14499"/>
                    <a:pt x="47053" y="14560"/>
                  </a:cubicBezTo>
                  <a:lnTo>
                    <a:pt x="47053" y="14590"/>
                  </a:lnTo>
                  <a:cubicBezTo>
                    <a:pt x="47175" y="14620"/>
                    <a:pt x="47296" y="14651"/>
                    <a:pt x="47418" y="14681"/>
                  </a:cubicBezTo>
                  <a:lnTo>
                    <a:pt x="47540" y="14742"/>
                  </a:lnTo>
                  <a:lnTo>
                    <a:pt x="47327" y="14742"/>
                  </a:lnTo>
                  <a:cubicBezTo>
                    <a:pt x="47175" y="14712"/>
                    <a:pt x="46992" y="14681"/>
                    <a:pt x="46840" y="14651"/>
                  </a:cubicBezTo>
                  <a:lnTo>
                    <a:pt x="46901" y="14590"/>
                  </a:lnTo>
                  <a:cubicBezTo>
                    <a:pt x="46981" y="14510"/>
                    <a:pt x="46921" y="14336"/>
                    <a:pt x="47090" y="14336"/>
                  </a:cubicBezTo>
                  <a:cubicBezTo>
                    <a:pt x="47114" y="14336"/>
                    <a:pt x="47142" y="14339"/>
                    <a:pt x="47175" y="14347"/>
                  </a:cubicBezTo>
                  <a:cubicBezTo>
                    <a:pt x="47175" y="14347"/>
                    <a:pt x="47266" y="14225"/>
                    <a:pt x="47236" y="14165"/>
                  </a:cubicBezTo>
                  <a:lnTo>
                    <a:pt x="47205" y="14043"/>
                  </a:lnTo>
                  <a:cubicBezTo>
                    <a:pt x="47205" y="13921"/>
                    <a:pt x="47175" y="13800"/>
                    <a:pt x="47114" y="13678"/>
                  </a:cubicBezTo>
                  <a:lnTo>
                    <a:pt x="47053" y="13709"/>
                  </a:lnTo>
                  <a:cubicBezTo>
                    <a:pt x="46992" y="13709"/>
                    <a:pt x="46901" y="13739"/>
                    <a:pt x="46840" y="13800"/>
                  </a:cubicBezTo>
                  <a:lnTo>
                    <a:pt x="46719" y="13861"/>
                  </a:lnTo>
                  <a:cubicBezTo>
                    <a:pt x="46689" y="13800"/>
                    <a:pt x="46840" y="13617"/>
                    <a:pt x="47053" y="13435"/>
                  </a:cubicBezTo>
                  <a:lnTo>
                    <a:pt x="47357" y="13496"/>
                  </a:lnTo>
                  <a:lnTo>
                    <a:pt x="47479" y="13496"/>
                  </a:lnTo>
                  <a:cubicBezTo>
                    <a:pt x="47600" y="13374"/>
                    <a:pt x="47722" y="13283"/>
                    <a:pt x="47874" y="13222"/>
                  </a:cubicBezTo>
                  <a:close/>
                  <a:moveTo>
                    <a:pt x="40539" y="14324"/>
                  </a:moveTo>
                  <a:cubicBezTo>
                    <a:pt x="40557" y="14324"/>
                    <a:pt x="40571" y="14331"/>
                    <a:pt x="40579" y="14347"/>
                  </a:cubicBezTo>
                  <a:cubicBezTo>
                    <a:pt x="40609" y="14377"/>
                    <a:pt x="40518" y="14499"/>
                    <a:pt x="40457" y="14499"/>
                  </a:cubicBezTo>
                  <a:cubicBezTo>
                    <a:pt x="40397" y="14499"/>
                    <a:pt x="40366" y="14529"/>
                    <a:pt x="40366" y="14590"/>
                  </a:cubicBezTo>
                  <a:lnTo>
                    <a:pt x="40488" y="14590"/>
                  </a:lnTo>
                  <a:cubicBezTo>
                    <a:pt x="40518" y="14651"/>
                    <a:pt x="40457" y="14772"/>
                    <a:pt x="40397" y="14772"/>
                  </a:cubicBezTo>
                  <a:cubicBezTo>
                    <a:pt x="40275" y="14712"/>
                    <a:pt x="40153" y="14651"/>
                    <a:pt x="40032" y="14590"/>
                  </a:cubicBezTo>
                  <a:lnTo>
                    <a:pt x="39880" y="14590"/>
                  </a:lnTo>
                  <a:cubicBezTo>
                    <a:pt x="39819" y="14590"/>
                    <a:pt x="39789" y="14560"/>
                    <a:pt x="39758" y="14499"/>
                  </a:cubicBezTo>
                  <a:cubicBezTo>
                    <a:pt x="39758" y="14468"/>
                    <a:pt x="39758" y="14408"/>
                    <a:pt x="39758" y="14377"/>
                  </a:cubicBezTo>
                  <a:cubicBezTo>
                    <a:pt x="39789" y="14362"/>
                    <a:pt x="39811" y="14355"/>
                    <a:pt x="39834" y="14355"/>
                  </a:cubicBezTo>
                  <a:cubicBezTo>
                    <a:pt x="39857" y="14355"/>
                    <a:pt x="39880" y="14362"/>
                    <a:pt x="39910" y="14377"/>
                  </a:cubicBezTo>
                  <a:cubicBezTo>
                    <a:pt x="39971" y="14377"/>
                    <a:pt x="40032" y="14438"/>
                    <a:pt x="40123" y="14438"/>
                  </a:cubicBezTo>
                  <a:lnTo>
                    <a:pt x="40305" y="14499"/>
                  </a:lnTo>
                  <a:cubicBezTo>
                    <a:pt x="40396" y="14386"/>
                    <a:pt x="40486" y="14324"/>
                    <a:pt x="40539" y="14324"/>
                  </a:cubicBezTo>
                  <a:close/>
                  <a:moveTo>
                    <a:pt x="8945" y="14256"/>
                  </a:moveTo>
                  <a:cubicBezTo>
                    <a:pt x="8975" y="14256"/>
                    <a:pt x="9013" y="14286"/>
                    <a:pt x="9059" y="14347"/>
                  </a:cubicBezTo>
                  <a:lnTo>
                    <a:pt x="8937" y="14468"/>
                  </a:lnTo>
                  <a:cubicBezTo>
                    <a:pt x="8907" y="14499"/>
                    <a:pt x="8846" y="14529"/>
                    <a:pt x="8815" y="14620"/>
                  </a:cubicBezTo>
                  <a:cubicBezTo>
                    <a:pt x="8789" y="14699"/>
                    <a:pt x="8808" y="14778"/>
                    <a:pt x="8715" y="14778"/>
                  </a:cubicBezTo>
                  <a:cubicBezTo>
                    <a:pt x="8701" y="14778"/>
                    <a:pt x="8684" y="14777"/>
                    <a:pt x="8663" y="14772"/>
                  </a:cubicBezTo>
                  <a:cubicBezTo>
                    <a:pt x="8633" y="14772"/>
                    <a:pt x="8542" y="14620"/>
                    <a:pt x="8633" y="14560"/>
                  </a:cubicBezTo>
                  <a:cubicBezTo>
                    <a:pt x="8717" y="14504"/>
                    <a:pt x="8672" y="14344"/>
                    <a:pt x="8832" y="14344"/>
                  </a:cubicBezTo>
                  <a:cubicBezTo>
                    <a:pt x="8846" y="14344"/>
                    <a:pt x="8860" y="14345"/>
                    <a:pt x="8876" y="14347"/>
                  </a:cubicBezTo>
                  <a:cubicBezTo>
                    <a:pt x="8891" y="14286"/>
                    <a:pt x="8914" y="14256"/>
                    <a:pt x="8945" y="14256"/>
                  </a:cubicBezTo>
                  <a:close/>
                  <a:moveTo>
                    <a:pt x="45224" y="14738"/>
                  </a:moveTo>
                  <a:cubicBezTo>
                    <a:pt x="45311" y="14738"/>
                    <a:pt x="45406" y="14866"/>
                    <a:pt x="45351" y="14894"/>
                  </a:cubicBezTo>
                  <a:cubicBezTo>
                    <a:pt x="45290" y="14924"/>
                    <a:pt x="45290" y="14985"/>
                    <a:pt x="45290" y="14985"/>
                  </a:cubicBezTo>
                  <a:cubicBezTo>
                    <a:pt x="45230" y="14955"/>
                    <a:pt x="45169" y="14924"/>
                    <a:pt x="45108" y="14894"/>
                  </a:cubicBezTo>
                  <a:cubicBezTo>
                    <a:pt x="45047" y="14864"/>
                    <a:pt x="45078" y="14803"/>
                    <a:pt x="45169" y="14742"/>
                  </a:cubicBezTo>
                  <a:lnTo>
                    <a:pt x="45199" y="14742"/>
                  </a:lnTo>
                  <a:cubicBezTo>
                    <a:pt x="45207" y="14739"/>
                    <a:pt x="45216" y="14738"/>
                    <a:pt x="45224" y="14738"/>
                  </a:cubicBezTo>
                  <a:close/>
                  <a:moveTo>
                    <a:pt x="14038" y="14671"/>
                  </a:moveTo>
                  <a:cubicBezTo>
                    <a:pt x="14169" y="14671"/>
                    <a:pt x="14287" y="14844"/>
                    <a:pt x="14287" y="14924"/>
                  </a:cubicBezTo>
                  <a:cubicBezTo>
                    <a:pt x="14287" y="14963"/>
                    <a:pt x="14305" y="14977"/>
                    <a:pt x="14333" y="14977"/>
                  </a:cubicBezTo>
                  <a:cubicBezTo>
                    <a:pt x="14391" y="14977"/>
                    <a:pt x="14489" y="14915"/>
                    <a:pt x="14530" y="14894"/>
                  </a:cubicBezTo>
                  <a:cubicBezTo>
                    <a:pt x="14545" y="14864"/>
                    <a:pt x="14575" y="14848"/>
                    <a:pt x="14606" y="14848"/>
                  </a:cubicBezTo>
                  <a:cubicBezTo>
                    <a:pt x="14636" y="14848"/>
                    <a:pt x="14667" y="14864"/>
                    <a:pt x="14682" y="14894"/>
                  </a:cubicBezTo>
                  <a:lnTo>
                    <a:pt x="14712" y="14894"/>
                  </a:lnTo>
                  <a:cubicBezTo>
                    <a:pt x="14742" y="14894"/>
                    <a:pt x="14771" y="14893"/>
                    <a:pt x="14800" y="14892"/>
                  </a:cubicBezTo>
                  <a:lnTo>
                    <a:pt x="14800" y="14892"/>
                  </a:lnTo>
                  <a:cubicBezTo>
                    <a:pt x="14743" y="14935"/>
                    <a:pt x="14671" y="14960"/>
                    <a:pt x="14621" y="14985"/>
                  </a:cubicBezTo>
                  <a:lnTo>
                    <a:pt x="14591" y="15016"/>
                  </a:lnTo>
                  <a:cubicBezTo>
                    <a:pt x="14491" y="15091"/>
                    <a:pt x="14370" y="15145"/>
                    <a:pt x="14246" y="15145"/>
                  </a:cubicBezTo>
                  <a:cubicBezTo>
                    <a:pt x="14219" y="15145"/>
                    <a:pt x="14192" y="15143"/>
                    <a:pt x="14165" y="15137"/>
                  </a:cubicBezTo>
                  <a:lnTo>
                    <a:pt x="14013" y="15137"/>
                  </a:lnTo>
                  <a:cubicBezTo>
                    <a:pt x="13892" y="15076"/>
                    <a:pt x="13770" y="14985"/>
                    <a:pt x="13709" y="14894"/>
                  </a:cubicBezTo>
                  <a:cubicBezTo>
                    <a:pt x="13704" y="14884"/>
                    <a:pt x="13696" y="14880"/>
                    <a:pt x="13685" y="14880"/>
                  </a:cubicBezTo>
                  <a:cubicBezTo>
                    <a:pt x="13651" y="14880"/>
                    <a:pt x="13591" y="14927"/>
                    <a:pt x="13547" y="14967"/>
                  </a:cubicBezTo>
                  <a:lnTo>
                    <a:pt x="13547" y="14967"/>
                  </a:lnTo>
                  <a:lnTo>
                    <a:pt x="13527" y="14803"/>
                  </a:lnTo>
                  <a:cubicBezTo>
                    <a:pt x="13527" y="14779"/>
                    <a:pt x="13564" y="14755"/>
                    <a:pt x="13595" y="14746"/>
                  </a:cubicBezTo>
                  <a:lnTo>
                    <a:pt x="13595" y="14746"/>
                  </a:lnTo>
                  <a:cubicBezTo>
                    <a:pt x="13653" y="14777"/>
                    <a:pt x="13712" y="14836"/>
                    <a:pt x="13770" y="14894"/>
                  </a:cubicBezTo>
                  <a:lnTo>
                    <a:pt x="13861" y="14803"/>
                  </a:lnTo>
                  <a:lnTo>
                    <a:pt x="13983" y="14681"/>
                  </a:lnTo>
                  <a:cubicBezTo>
                    <a:pt x="14001" y="14674"/>
                    <a:pt x="14020" y="14671"/>
                    <a:pt x="14038" y="14671"/>
                  </a:cubicBezTo>
                  <a:close/>
                  <a:moveTo>
                    <a:pt x="31973" y="13481"/>
                  </a:moveTo>
                  <a:cubicBezTo>
                    <a:pt x="32015" y="13481"/>
                    <a:pt x="32083" y="13496"/>
                    <a:pt x="32159" y="13526"/>
                  </a:cubicBezTo>
                  <a:lnTo>
                    <a:pt x="32220" y="13709"/>
                  </a:lnTo>
                  <a:lnTo>
                    <a:pt x="32220" y="13739"/>
                  </a:lnTo>
                  <a:cubicBezTo>
                    <a:pt x="32220" y="13761"/>
                    <a:pt x="32228" y="13771"/>
                    <a:pt x="32242" y="13771"/>
                  </a:cubicBezTo>
                  <a:cubicBezTo>
                    <a:pt x="32267" y="13771"/>
                    <a:pt x="32313" y="13737"/>
                    <a:pt x="32372" y="13678"/>
                  </a:cubicBezTo>
                  <a:lnTo>
                    <a:pt x="32433" y="13617"/>
                  </a:lnTo>
                  <a:cubicBezTo>
                    <a:pt x="32463" y="13587"/>
                    <a:pt x="32524" y="13587"/>
                    <a:pt x="32555" y="13587"/>
                  </a:cubicBezTo>
                  <a:lnTo>
                    <a:pt x="32737" y="13921"/>
                  </a:lnTo>
                  <a:cubicBezTo>
                    <a:pt x="32982" y="13832"/>
                    <a:pt x="33194" y="13776"/>
                    <a:pt x="33266" y="13776"/>
                  </a:cubicBezTo>
                  <a:cubicBezTo>
                    <a:pt x="33293" y="13776"/>
                    <a:pt x="33300" y="13783"/>
                    <a:pt x="33284" y="13800"/>
                  </a:cubicBezTo>
                  <a:lnTo>
                    <a:pt x="33254" y="13830"/>
                  </a:lnTo>
                  <a:lnTo>
                    <a:pt x="33162" y="13982"/>
                  </a:lnTo>
                  <a:cubicBezTo>
                    <a:pt x="33151" y="13980"/>
                    <a:pt x="33140" y="13979"/>
                    <a:pt x="33131" y="13979"/>
                  </a:cubicBezTo>
                  <a:cubicBezTo>
                    <a:pt x="33011" y="13979"/>
                    <a:pt x="33015" y="14141"/>
                    <a:pt x="33071" y="14225"/>
                  </a:cubicBezTo>
                  <a:cubicBezTo>
                    <a:pt x="33102" y="14286"/>
                    <a:pt x="32950" y="14408"/>
                    <a:pt x="32737" y="14468"/>
                  </a:cubicBezTo>
                  <a:lnTo>
                    <a:pt x="32463" y="14408"/>
                  </a:lnTo>
                  <a:lnTo>
                    <a:pt x="32372" y="14408"/>
                  </a:lnTo>
                  <a:cubicBezTo>
                    <a:pt x="32281" y="14499"/>
                    <a:pt x="32129" y="14620"/>
                    <a:pt x="32068" y="14620"/>
                  </a:cubicBezTo>
                  <a:cubicBezTo>
                    <a:pt x="32012" y="14592"/>
                    <a:pt x="31748" y="14435"/>
                    <a:pt x="31613" y="14435"/>
                  </a:cubicBezTo>
                  <a:cubicBezTo>
                    <a:pt x="31601" y="14435"/>
                    <a:pt x="31591" y="14436"/>
                    <a:pt x="31582" y="14438"/>
                  </a:cubicBezTo>
                  <a:cubicBezTo>
                    <a:pt x="31460" y="14499"/>
                    <a:pt x="31491" y="14620"/>
                    <a:pt x="31521" y="14620"/>
                  </a:cubicBezTo>
                  <a:cubicBezTo>
                    <a:pt x="31612" y="14712"/>
                    <a:pt x="31734" y="14803"/>
                    <a:pt x="31795" y="14894"/>
                  </a:cubicBezTo>
                  <a:lnTo>
                    <a:pt x="32190" y="14864"/>
                  </a:lnTo>
                  <a:cubicBezTo>
                    <a:pt x="32205" y="14848"/>
                    <a:pt x="32220" y="14841"/>
                    <a:pt x="32235" y="14841"/>
                  </a:cubicBezTo>
                  <a:cubicBezTo>
                    <a:pt x="32251" y="14841"/>
                    <a:pt x="32266" y="14848"/>
                    <a:pt x="32281" y="14864"/>
                  </a:cubicBezTo>
                  <a:lnTo>
                    <a:pt x="32311" y="14864"/>
                  </a:lnTo>
                  <a:cubicBezTo>
                    <a:pt x="32372" y="14924"/>
                    <a:pt x="32311" y="14985"/>
                    <a:pt x="32220" y="15016"/>
                  </a:cubicBezTo>
                  <a:lnTo>
                    <a:pt x="31764" y="15016"/>
                  </a:lnTo>
                  <a:cubicBezTo>
                    <a:pt x="31612" y="15107"/>
                    <a:pt x="31430" y="15168"/>
                    <a:pt x="31278" y="15228"/>
                  </a:cubicBezTo>
                  <a:lnTo>
                    <a:pt x="31217" y="15228"/>
                  </a:lnTo>
                  <a:lnTo>
                    <a:pt x="30761" y="15076"/>
                  </a:lnTo>
                  <a:lnTo>
                    <a:pt x="30609" y="15137"/>
                  </a:lnTo>
                  <a:cubicBezTo>
                    <a:pt x="30560" y="15153"/>
                    <a:pt x="30514" y="15161"/>
                    <a:pt x="30471" y="15161"/>
                  </a:cubicBezTo>
                  <a:cubicBezTo>
                    <a:pt x="30354" y="15161"/>
                    <a:pt x="30267" y="15105"/>
                    <a:pt x="30244" y="15016"/>
                  </a:cubicBezTo>
                  <a:lnTo>
                    <a:pt x="30366" y="14955"/>
                  </a:lnTo>
                  <a:cubicBezTo>
                    <a:pt x="30427" y="14924"/>
                    <a:pt x="30488" y="14924"/>
                    <a:pt x="30548" y="14894"/>
                  </a:cubicBezTo>
                  <a:cubicBezTo>
                    <a:pt x="30670" y="14803"/>
                    <a:pt x="30738" y="14757"/>
                    <a:pt x="30795" y="14757"/>
                  </a:cubicBezTo>
                  <a:cubicBezTo>
                    <a:pt x="30852" y="14757"/>
                    <a:pt x="30898" y="14803"/>
                    <a:pt x="30974" y="14894"/>
                  </a:cubicBezTo>
                  <a:lnTo>
                    <a:pt x="31096" y="15016"/>
                  </a:lnTo>
                  <a:cubicBezTo>
                    <a:pt x="31187" y="14985"/>
                    <a:pt x="31247" y="14742"/>
                    <a:pt x="31187" y="14681"/>
                  </a:cubicBezTo>
                  <a:cubicBezTo>
                    <a:pt x="31096" y="14590"/>
                    <a:pt x="30974" y="14529"/>
                    <a:pt x="30852" y="14529"/>
                  </a:cubicBezTo>
                  <a:lnTo>
                    <a:pt x="30792" y="14560"/>
                  </a:lnTo>
                  <a:cubicBezTo>
                    <a:pt x="30731" y="14560"/>
                    <a:pt x="30697" y="14587"/>
                    <a:pt x="30654" y="14587"/>
                  </a:cubicBezTo>
                  <a:cubicBezTo>
                    <a:pt x="30633" y="14587"/>
                    <a:pt x="30609" y="14580"/>
                    <a:pt x="30579" y="14560"/>
                  </a:cubicBezTo>
                  <a:lnTo>
                    <a:pt x="30518" y="14499"/>
                  </a:lnTo>
                  <a:cubicBezTo>
                    <a:pt x="30427" y="14499"/>
                    <a:pt x="30396" y="14408"/>
                    <a:pt x="30427" y="14347"/>
                  </a:cubicBezTo>
                  <a:lnTo>
                    <a:pt x="30457" y="14286"/>
                  </a:lnTo>
                  <a:cubicBezTo>
                    <a:pt x="30457" y="14256"/>
                    <a:pt x="30457" y="14195"/>
                    <a:pt x="30427" y="14165"/>
                  </a:cubicBezTo>
                  <a:lnTo>
                    <a:pt x="30275" y="14165"/>
                  </a:lnTo>
                  <a:lnTo>
                    <a:pt x="30214" y="14225"/>
                  </a:lnTo>
                  <a:cubicBezTo>
                    <a:pt x="30214" y="14347"/>
                    <a:pt x="30214" y="14468"/>
                    <a:pt x="30214" y="14560"/>
                  </a:cubicBezTo>
                  <a:lnTo>
                    <a:pt x="30275" y="14620"/>
                  </a:lnTo>
                  <a:cubicBezTo>
                    <a:pt x="30336" y="14681"/>
                    <a:pt x="30548" y="14651"/>
                    <a:pt x="30427" y="14803"/>
                  </a:cubicBezTo>
                  <a:cubicBezTo>
                    <a:pt x="30413" y="14816"/>
                    <a:pt x="30393" y="14822"/>
                    <a:pt x="30367" y="14822"/>
                  </a:cubicBezTo>
                  <a:cubicBezTo>
                    <a:pt x="30277" y="14822"/>
                    <a:pt x="30127" y="14746"/>
                    <a:pt x="30032" y="14651"/>
                  </a:cubicBezTo>
                  <a:cubicBezTo>
                    <a:pt x="30026" y="14645"/>
                    <a:pt x="30016" y="14643"/>
                    <a:pt x="30004" y="14643"/>
                  </a:cubicBezTo>
                  <a:cubicBezTo>
                    <a:pt x="29949" y="14643"/>
                    <a:pt x="29838" y="14692"/>
                    <a:pt x="29788" y="14742"/>
                  </a:cubicBezTo>
                  <a:cubicBezTo>
                    <a:pt x="29783" y="14745"/>
                    <a:pt x="29778" y="14746"/>
                    <a:pt x="29773" y="14746"/>
                  </a:cubicBezTo>
                  <a:cubicBezTo>
                    <a:pt x="29723" y="14746"/>
                    <a:pt x="29700" y="14615"/>
                    <a:pt x="29728" y="14560"/>
                  </a:cubicBezTo>
                  <a:cubicBezTo>
                    <a:pt x="29728" y="14538"/>
                    <a:pt x="29720" y="14528"/>
                    <a:pt x="29706" y="14528"/>
                  </a:cubicBezTo>
                  <a:cubicBezTo>
                    <a:pt x="29681" y="14528"/>
                    <a:pt x="29635" y="14562"/>
                    <a:pt x="29576" y="14620"/>
                  </a:cubicBezTo>
                  <a:lnTo>
                    <a:pt x="29333" y="14620"/>
                  </a:lnTo>
                  <a:cubicBezTo>
                    <a:pt x="29315" y="14535"/>
                    <a:pt x="29279" y="14497"/>
                    <a:pt x="29229" y="14497"/>
                  </a:cubicBezTo>
                  <a:cubicBezTo>
                    <a:pt x="29190" y="14497"/>
                    <a:pt x="29142" y="14520"/>
                    <a:pt x="29089" y="14560"/>
                  </a:cubicBezTo>
                  <a:cubicBezTo>
                    <a:pt x="29059" y="14590"/>
                    <a:pt x="29029" y="14620"/>
                    <a:pt x="28998" y="14651"/>
                  </a:cubicBezTo>
                  <a:lnTo>
                    <a:pt x="28968" y="14651"/>
                  </a:lnTo>
                  <a:cubicBezTo>
                    <a:pt x="28907" y="14651"/>
                    <a:pt x="28846" y="14590"/>
                    <a:pt x="28846" y="14560"/>
                  </a:cubicBezTo>
                  <a:cubicBezTo>
                    <a:pt x="28846" y="14529"/>
                    <a:pt x="28846" y="14377"/>
                    <a:pt x="28846" y="14347"/>
                  </a:cubicBezTo>
                  <a:cubicBezTo>
                    <a:pt x="28846" y="14325"/>
                    <a:pt x="28831" y="14304"/>
                    <a:pt x="28822" y="14304"/>
                  </a:cubicBezTo>
                  <a:cubicBezTo>
                    <a:pt x="28818" y="14304"/>
                    <a:pt x="28816" y="14308"/>
                    <a:pt x="28816" y="14317"/>
                  </a:cubicBezTo>
                  <a:lnTo>
                    <a:pt x="28816" y="14347"/>
                  </a:lnTo>
                  <a:cubicBezTo>
                    <a:pt x="28812" y="14351"/>
                    <a:pt x="28805" y="14353"/>
                    <a:pt x="28797" y="14353"/>
                  </a:cubicBezTo>
                  <a:cubicBezTo>
                    <a:pt x="28745" y="14353"/>
                    <a:pt x="28625" y="14282"/>
                    <a:pt x="28573" y="14256"/>
                  </a:cubicBezTo>
                  <a:cubicBezTo>
                    <a:pt x="28567" y="14250"/>
                    <a:pt x="28560" y="14247"/>
                    <a:pt x="28553" y="14247"/>
                  </a:cubicBezTo>
                  <a:cubicBezTo>
                    <a:pt x="28490" y="14247"/>
                    <a:pt x="28402" y="14475"/>
                    <a:pt x="28512" y="14529"/>
                  </a:cubicBezTo>
                  <a:cubicBezTo>
                    <a:pt x="28603" y="14560"/>
                    <a:pt x="28664" y="14681"/>
                    <a:pt x="28664" y="14803"/>
                  </a:cubicBezTo>
                  <a:cubicBezTo>
                    <a:pt x="28603" y="14833"/>
                    <a:pt x="28512" y="14894"/>
                    <a:pt x="28451" y="14924"/>
                  </a:cubicBezTo>
                  <a:cubicBezTo>
                    <a:pt x="28390" y="14924"/>
                    <a:pt x="28238" y="14742"/>
                    <a:pt x="28208" y="14651"/>
                  </a:cubicBezTo>
                  <a:cubicBezTo>
                    <a:pt x="28178" y="14560"/>
                    <a:pt x="27965" y="14560"/>
                    <a:pt x="27874" y="14560"/>
                  </a:cubicBezTo>
                  <a:lnTo>
                    <a:pt x="27570" y="14590"/>
                  </a:lnTo>
                  <a:lnTo>
                    <a:pt x="27387" y="14590"/>
                  </a:lnTo>
                  <a:cubicBezTo>
                    <a:pt x="27366" y="14595"/>
                    <a:pt x="27344" y="14598"/>
                    <a:pt x="27323" y="14598"/>
                  </a:cubicBezTo>
                  <a:cubicBezTo>
                    <a:pt x="27224" y="14598"/>
                    <a:pt x="27133" y="14544"/>
                    <a:pt x="27083" y="14468"/>
                  </a:cubicBezTo>
                  <a:cubicBezTo>
                    <a:pt x="27062" y="14447"/>
                    <a:pt x="27040" y="14426"/>
                    <a:pt x="27008" y="14426"/>
                  </a:cubicBezTo>
                  <a:cubicBezTo>
                    <a:pt x="26995" y="14426"/>
                    <a:pt x="26979" y="14429"/>
                    <a:pt x="26962" y="14438"/>
                  </a:cubicBezTo>
                  <a:lnTo>
                    <a:pt x="26931" y="14438"/>
                  </a:lnTo>
                  <a:cubicBezTo>
                    <a:pt x="26840" y="14468"/>
                    <a:pt x="26931" y="14499"/>
                    <a:pt x="26931" y="14560"/>
                  </a:cubicBezTo>
                  <a:lnTo>
                    <a:pt x="26962" y="14620"/>
                  </a:lnTo>
                  <a:cubicBezTo>
                    <a:pt x="26939" y="14689"/>
                    <a:pt x="26882" y="14723"/>
                    <a:pt x="26829" y="14723"/>
                  </a:cubicBezTo>
                  <a:cubicBezTo>
                    <a:pt x="26812" y="14723"/>
                    <a:pt x="26795" y="14719"/>
                    <a:pt x="26779" y="14712"/>
                  </a:cubicBezTo>
                  <a:lnTo>
                    <a:pt x="26688" y="14681"/>
                  </a:lnTo>
                  <a:lnTo>
                    <a:pt x="26658" y="14651"/>
                  </a:lnTo>
                  <a:cubicBezTo>
                    <a:pt x="26567" y="14590"/>
                    <a:pt x="26658" y="14408"/>
                    <a:pt x="26688" y="14377"/>
                  </a:cubicBezTo>
                  <a:cubicBezTo>
                    <a:pt x="26724" y="14342"/>
                    <a:pt x="26686" y="14327"/>
                    <a:pt x="26637" y="14327"/>
                  </a:cubicBezTo>
                  <a:cubicBezTo>
                    <a:pt x="26602" y="14327"/>
                    <a:pt x="26561" y="14334"/>
                    <a:pt x="26536" y="14347"/>
                  </a:cubicBezTo>
                  <a:cubicBezTo>
                    <a:pt x="26475" y="14377"/>
                    <a:pt x="26415" y="14377"/>
                    <a:pt x="26354" y="14377"/>
                  </a:cubicBezTo>
                  <a:lnTo>
                    <a:pt x="26263" y="14377"/>
                  </a:lnTo>
                  <a:cubicBezTo>
                    <a:pt x="26202" y="14408"/>
                    <a:pt x="26171" y="14438"/>
                    <a:pt x="26171" y="14499"/>
                  </a:cubicBezTo>
                  <a:lnTo>
                    <a:pt x="26202" y="14529"/>
                  </a:lnTo>
                  <a:cubicBezTo>
                    <a:pt x="26232" y="14560"/>
                    <a:pt x="26293" y="14590"/>
                    <a:pt x="26354" y="14620"/>
                  </a:cubicBezTo>
                  <a:cubicBezTo>
                    <a:pt x="26475" y="14651"/>
                    <a:pt x="26597" y="14712"/>
                    <a:pt x="26536" y="14803"/>
                  </a:cubicBezTo>
                  <a:lnTo>
                    <a:pt x="26475" y="14985"/>
                  </a:lnTo>
                  <a:cubicBezTo>
                    <a:pt x="26384" y="14864"/>
                    <a:pt x="25776" y="14894"/>
                    <a:pt x="25594" y="14864"/>
                  </a:cubicBezTo>
                  <a:cubicBezTo>
                    <a:pt x="25442" y="14833"/>
                    <a:pt x="25320" y="14742"/>
                    <a:pt x="25229" y="14620"/>
                  </a:cubicBezTo>
                  <a:cubicBezTo>
                    <a:pt x="25229" y="14590"/>
                    <a:pt x="25412" y="14529"/>
                    <a:pt x="25503" y="14529"/>
                  </a:cubicBezTo>
                  <a:cubicBezTo>
                    <a:pt x="25563" y="14529"/>
                    <a:pt x="25624" y="14499"/>
                    <a:pt x="25594" y="14468"/>
                  </a:cubicBezTo>
                  <a:lnTo>
                    <a:pt x="25442" y="14468"/>
                  </a:lnTo>
                  <a:cubicBezTo>
                    <a:pt x="25290" y="14468"/>
                    <a:pt x="25168" y="14529"/>
                    <a:pt x="25168" y="14651"/>
                  </a:cubicBezTo>
                  <a:lnTo>
                    <a:pt x="25108" y="14742"/>
                  </a:lnTo>
                  <a:cubicBezTo>
                    <a:pt x="25077" y="14772"/>
                    <a:pt x="24956" y="14833"/>
                    <a:pt x="24925" y="14864"/>
                  </a:cubicBezTo>
                  <a:cubicBezTo>
                    <a:pt x="24864" y="14894"/>
                    <a:pt x="24834" y="14955"/>
                    <a:pt x="24804" y="14955"/>
                  </a:cubicBezTo>
                  <a:cubicBezTo>
                    <a:pt x="24779" y="14960"/>
                    <a:pt x="24753" y="14961"/>
                    <a:pt x="24726" y="14961"/>
                  </a:cubicBezTo>
                  <a:cubicBezTo>
                    <a:pt x="24657" y="14961"/>
                    <a:pt x="24581" y="14950"/>
                    <a:pt x="24503" y="14950"/>
                  </a:cubicBezTo>
                  <a:cubicBezTo>
                    <a:pt x="24420" y="14950"/>
                    <a:pt x="24335" y="14963"/>
                    <a:pt x="24256" y="15016"/>
                  </a:cubicBezTo>
                  <a:cubicBezTo>
                    <a:pt x="24252" y="15020"/>
                    <a:pt x="24245" y="15022"/>
                    <a:pt x="24236" y="15022"/>
                  </a:cubicBezTo>
                  <a:cubicBezTo>
                    <a:pt x="24178" y="15022"/>
                    <a:pt x="24035" y="14947"/>
                    <a:pt x="23983" y="14894"/>
                  </a:cubicBezTo>
                  <a:lnTo>
                    <a:pt x="23922" y="14833"/>
                  </a:lnTo>
                  <a:cubicBezTo>
                    <a:pt x="23902" y="14774"/>
                    <a:pt x="23921" y="14741"/>
                    <a:pt x="23969" y="14741"/>
                  </a:cubicBezTo>
                  <a:cubicBezTo>
                    <a:pt x="23996" y="14741"/>
                    <a:pt x="24031" y="14751"/>
                    <a:pt x="24074" y="14772"/>
                  </a:cubicBezTo>
                  <a:lnTo>
                    <a:pt x="24196" y="14681"/>
                  </a:lnTo>
                  <a:lnTo>
                    <a:pt x="24256" y="14651"/>
                  </a:lnTo>
                  <a:cubicBezTo>
                    <a:pt x="24378" y="14651"/>
                    <a:pt x="24530" y="14620"/>
                    <a:pt x="24652" y="14529"/>
                  </a:cubicBezTo>
                  <a:cubicBezTo>
                    <a:pt x="24682" y="14499"/>
                    <a:pt x="24256" y="14499"/>
                    <a:pt x="24074" y="14499"/>
                  </a:cubicBezTo>
                  <a:cubicBezTo>
                    <a:pt x="23927" y="14523"/>
                    <a:pt x="23640" y="14568"/>
                    <a:pt x="23487" y="14568"/>
                  </a:cubicBezTo>
                  <a:cubicBezTo>
                    <a:pt x="23451" y="14568"/>
                    <a:pt x="23423" y="14565"/>
                    <a:pt x="23405" y="14560"/>
                  </a:cubicBezTo>
                  <a:cubicBezTo>
                    <a:pt x="23284" y="14560"/>
                    <a:pt x="23253" y="14408"/>
                    <a:pt x="23284" y="14347"/>
                  </a:cubicBezTo>
                  <a:cubicBezTo>
                    <a:pt x="23299" y="14317"/>
                    <a:pt x="23299" y="14301"/>
                    <a:pt x="23284" y="14301"/>
                  </a:cubicBezTo>
                  <a:cubicBezTo>
                    <a:pt x="23269" y="14301"/>
                    <a:pt x="23238" y="14317"/>
                    <a:pt x="23193" y="14347"/>
                  </a:cubicBezTo>
                  <a:lnTo>
                    <a:pt x="23101" y="14347"/>
                  </a:lnTo>
                  <a:cubicBezTo>
                    <a:pt x="23041" y="14347"/>
                    <a:pt x="23010" y="14377"/>
                    <a:pt x="23010" y="14408"/>
                  </a:cubicBezTo>
                  <a:cubicBezTo>
                    <a:pt x="23010" y="14408"/>
                    <a:pt x="23101" y="14560"/>
                    <a:pt x="23162" y="14742"/>
                  </a:cubicBezTo>
                  <a:lnTo>
                    <a:pt x="23436" y="14681"/>
                  </a:lnTo>
                  <a:cubicBezTo>
                    <a:pt x="23466" y="14681"/>
                    <a:pt x="23497" y="14742"/>
                    <a:pt x="23497" y="14742"/>
                  </a:cubicBezTo>
                  <a:cubicBezTo>
                    <a:pt x="23466" y="14772"/>
                    <a:pt x="23466" y="14803"/>
                    <a:pt x="23436" y="14833"/>
                  </a:cubicBezTo>
                  <a:cubicBezTo>
                    <a:pt x="23418" y="14828"/>
                    <a:pt x="23402" y="14826"/>
                    <a:pt x="23388" y="14826"/>
                  </a:cubicBezTo>
                  <a:cubicBezTo>
                    <a:pt x="23257" y="14826"/>
                    <a:pt x="23286" y="15031"/>
                    <a:pt x="23187" y="15031"/>
                  </a:cubicBezTo>
                  <a:cubicBezTo>
                    <a:pt x="23172" y="15031"/>
                    <a:pt x="23154" y="15027"/>
                    <a:pt x="23132" y="15016"/>
                  </a:cubicBezTo>
                  <a:lnTo>
                    <a:pt x="22858" y="14864"/>
                  </a:lnTo>
                  <a:cubicBezTo>
                    <a:pt x="22767" y="14932"/>
                    <a:pt x="22659" y="14966"/>
                    <a:pt x="22546" y="14966"/>
                  </a:cubicBezTo>
                  <a:cubicBezTo>
                    <a:pt x="22509" y="14966"/>
                    <a:pt x="22471" y="14962"/>
                    <a:pt x="22433" y="14955"/>
                  </a:cubicBezTo>
                  <a:cubicBezTo>
                    <a:pt x="22402" y="14924"/>
                    <a:pt x="22220" y="14803"/>
                    <a:pt x="22159" y="14772"/>
                  </a:cubicBezTo>
                  <a:cubicBezTo>
                    <a:pt x="22098" y="14712"/>
                    <a:pt x="22038" y="14651"/>
                    <a:pt x="21977" y="14590"/>
                  </a:cubicBezTo>
                  <a:lnTo>
                    <a:pt x="21916" y="14590"/>
                  </a:lnTo>
                  <a:lnTo>
                    <a:pt x="21855" y="14620"/>
                  </a:lnTo>
                  <a:cubicBezTo>
                    <a:pt x="21794" y="14712"/>
                    <a:pt x="21734" y="14803"/>
                    <a:pt x="21703" y="14894"/>
                  </a:cubicBezTo>
                  <a:lnTo>
                    <a:pt x="21642" y="14955"/>
                  </a:lnTo>
                  <a:cubicBezTo>
                    <a:pt x="21624" y="14973"/>
                    <a:pt x="21598" y="14978"/>
                    <a:pt x="21568" y="14978"/>
                  </a:cubicBezTo>
                  <a:cubicBezTo>
                    <a:pt x="21536" y="14978"/>
                    <a:pt x="21500" y="14972"/>
                    <a:pt x="21463" y="14972"/>
                  </a:cubicBezTo>
                  <a:cubicBezTo>
                    <a:pt x="21418" y="14972"/>
                    <a:pt x="21374" y="14980"/>
                    <a:pt x="21338" y="15016"/>
                  </a:cubicBezTo>
                  <a:cubicBezTo>
                    <a:pt x="21278" y="14985"/>
                    <a:pt x="21187" y="14955"/>
                    <a:pt x="21095" y="14955"/>
                  </a:cubicBezTo>
                  <a:lnTo>
                    <a:pt x="21035" y="14894"/>
                  </a:lnTo>
                  <a:lnTo>
                    <a:pt x="21004" y="14864"/>
                  </a:lnTo>
                  <a:cubicBezTo>
                    <a:pt x="20700" y="14924"/>
                    <a:pt x="20214" y="15016"/>
                    <a:pt x="19971" y="15076"/>
                  </a:cubicBezTo>
                  <a:lnTo>
                    <a:pt x="19758" y="15016"/>
                  </a:lnTo>
                  <a:lnTo>
                    <a:pt x="19697" y="15016"/>
                  </a:lnTo>
                  <a:cubicBezTo>
                    <a:pt x="19662" y="14992"/>
                    <a:pt x="19627" y="14982"/>
                    <a:pt x="19596" y="14982"/>
                  </a:cubicBezTo>
                  <a:cubicBezTo>
                    <a:pt x="19545" y="14982"/>
                    <a:pt x="19503" y="15008"/>
                    <a:pt x="19484" y="15046"/>
                  </a:cubicBezTo>
                  <a:lnTo>
                    <a:pt x="19424" y="15107"/>
                  </a:lnTo>
                  <a:cubicBezTo>
                    <a:pt x="19393" y="15107"/>
                    <a:pt x="19332" y="15107"/>
                    <a:pt x="19302" y="15076"/>
                  </a:cubicBezTo>
                  <a:cubicBezTo>
                    <a:pt x="19241" y="15046"/>
                    <a:pt x="19484" y="14985"/>
                    <a:pt x="19302" y="14955"/>
                  </a:cubicBezTo>
                  <a:lnTo>
                    <a:pt x="19184" y="14938"/>
                  </a:lnTo>
                  <a:lnTo>
                    <a:pt x="19184" y="14938"/>
                  </a:lnTo>
                  <a:lnTo>
                    <a:pt x="19211" y="14924"/>
                  </a:lnTo>
                  <a:cubicBezTo>
                    <a:pt x="19272" y="14894"/>
                    <a:pt x="19089" y="14712"/>
                    <a:pt x="19028" y="14620"/>
                  </a:cubicBezTo>
                  <a:cubicBezTo>
                    <a:pt x="18979" y="14571"/>
                    <a:pt x="19169" y="14482"/>
                    <a:pt x="19323" y="14482"/>
                  </a:cubicBezTo>
                  <a:cubicBezTo>
                    <a:pt x="19360" y="14482"/>
                    <a:pt x="19395" y="14487"/>
                    <a:pt x="19424" y="14499"/>
                  </a:cubicBezTo>
                  <a:cubicBezTo>
                    <a:pt x="19545" y="14560"/>
                    <a:pt x="19515" y="14620"/>
                    <a:pt x="19454" y="14620"/>
                  </a:cubicBezTo>
                  <a:cubicBezTo>
                    <a:pt x="19393" y="14620"/>
                    <a:pt x="19393" y="14681"/>
                    <a:pt x="19424" y="14712"/>
                  </a:cubicBezTo>
                  <a:cubicBezTo>
                    <a:pt x="19484" y="14772"/>
                    <a:pt x="19545" y="14803"/>
                    <a:pt x="19636" y="14833"/>
                  </a:cubicBezTo>
                  <a:cubicBezTo>
                    <a:pt x="19641" y="14837"/>
                    <a:pt x="19645" y="14839"/>
                    <a:pt x="19651" y="14839"/>
                  </a:cubicBezTo>
                  <a:cubicBezTo>
                    <a:pt x="19683" y="14839"/>
                    <a:pt x="19732" y="14768"/>
                    <a:pt x="19758" y="14742"/>
                  </a:cubicBezTo>
                  <a:cubicBezTo>
                    <a:pt x="19758" y="14681"/>
                    <a:pt x="19849" y="14651"/>
                    <a:pt x="19971" y="14651"/>
                  </a:cubicBezTo>
                  <a:lnTo>
                    <a:pt x="19971" y="14499"/>
                  </a:lnTo>
                  <a:lnTo>
                    <a:pt x="19971" y="14317"/>
                  </a:lnTo>
                  <a:cubicBezTo>
                    <a:pt x="20092" y="14347"/>
                    <a:pt x="20214" y="14377"/>
                    <a:pt x="20335" y="14377"/>
                  </a:cubicBezTo>
                  <a:cubicBezTo>
                    <a:pt x="20359" y="14354"/>
                    <a:pt x="20504" y="14296"/>
                    <a:pt x="20560" y="14296"/>
                  </a:cubicBezTo>
                  <a:cubicBezTo>
                    <a:pt x="20577" y="14296"/>
                    <a:pt x="20586" y="14302"/>
                    <a:pt x="20579" y="14317"/>
                  </a:cubicBezTo>
                  <a:cubicBezTo>
                    <a:pt x="20579" y="14342"/>
                    <a:pt x="20611" y="14352"/>
                    <a:pt x="20653" y="14352"/>
                  </a:cubicBezTo>
                  <a:cubicBezTo>
                    <a:pt x="20711" y="14352"/>
                    <a:pt x="20787" y="14334"/>
                    <a:pt x="20822" y="14317"/>
                  </a:cubicBezTo>
                  <a:cubicBezTo>
                    <a:pt x="20842" y="14303"/>
                    <a:pt x="20863" y="14297"/>
                    <a:pt x="20885" y="14297"/>
                  </a:cubicBezTo>
                  <a:cubicBezTo>
                    <a:pt x="20963" y="14297"/>
                    <a:pt x="21048" y="14374"/>
                    <a:pt x="21095" y="14468"/>
                  </a:cubicBezTo>
                  <a:lnTo>
                    <a:pt x="21278" y="14317"/>
                  </a:lnTo>
                  <a:cubicBezTo>
                    <a:pt x="21323" y="14301"/>
                    <a:pt x="21361" y="14294"/>
                    <a:pt x="21395" y="14294"/>
                  </a:cubicBezTo>
                  <a:cubicBezTo>
                    <a:pt x="21430" y="14294"/>
                    <a:pt x="21460" y="14301"/>
                    <a:pt x="21490" y="14317"/>
                  </a:cubicBezTo>
                  <a:cubicBezTo>
                    <a:pt x="21543" y="14369"/>
                    <a:pt x="21588" y="14389"/>
                    <a:pt x="21628" y="14389"/>
                  </a:cubicBezTo>
                  <a:cubicBezTo>
                    <a:pt x="21705" y="14389"/>
                    <a:pt x="21765" y="14316"/>
                    <a:pt x="21825" y="14256"/>
                  </a:cubicBezTo>
                  <a:lnTo>
                    <a:pt x="22220" y="13952"/>
                  </a:lnTo>
                  <a:cubicBezTo>
                    <a:pt x="22281" y="13952"/>
                    <a:pt x="22311" y="13982"/>
                    <a:pt x="22342" y="13982"/>
                  </a:cubicBezTo>
                  <a:cubicBezTo>
                    <a:pt x="22454" y="14095"/>
                    <a:pt x="22584" y="14157"/>
                    <a:pt x="22717" y="14157"/>
                  </a:cubicBezTo>
                  <a:cubicBezTo>
                    <a:pt x="22764" y="14157"/>
                    <a:pt x="22811" y="14150"/>
                    <a:pt x="22858" y="14134"/>
                  </a:cubicBezTo>
                  <a:lnTo>
                    <a:pt x="23193" y="14104"/>
                  </a:lnTo>
                  <a:cubicBezTo>
                    <a:pt x="23284" y="14138"/>
                    <a:pt x="23379" y="14155"/>
                    <a:pt x="23473" y="14155"/>
                  </a:cubicBezTo>
                  <a:cubicBezTo>
                    <a:pt x="23628" y="14155"/>
                    <a:pt x="23778" y="14108"/>
                    <a:pt x="23892" y="14013"/>
                  </a:cubicBezTo>
                  <a:lnTo>
                    <a:pt x="24196" y="14013"/>
                  </a:lnTo>
                  <a:cubicBezTo>
                    <a:pt x="24198" y="14015"/>
                    <a:pt x="24201" y="14017"/>
                    <a:pt x="24203" y="14017"/>
                  </a:cubicBezTo>
                  <a:cubicBezTo>
                    <a:pt x="24227" y="14017"/>
                    <a:pt x="24234" y="13891"/>
                    <a:pt x="24317" y="13891"/>
                  </a:cubicBezTo>
                  <a:cubicBezTo>
                    <a:pt x="24378" y="13891"/>
                    <a:pt x="24439" y="13952"/>
                    <a:pt x="24530" y="13952"/>
                  </a:cubicBezTo>
                  <a:cubicBezTo>
                    <a:pt x="24568" y="13964"/>
                    <a:pt x="24606" y="13972"/>
                    <a:pt x="24643" y="13972"/>
                  </a:cubicBezTo>
                  <a:cubicBezTo>
                    <a:pt x="24697" y="13972"/>
                    <a:pt x="24750" y="13957"/>
                    <a:pt x="24804" y="13921"/>
                  </a:cubicBezTo>
                  <a:cubicBezTo>
                    <a:pt x="24840" y="13907"/>
                    <a:pt x="24866" y="13901"/>
                    <a:pt x="24885" y="13901"/>
                  </a:cubicBezTo>
                  <a:cubicBezTo>
                    <a:pt x="24944" y="13901"/>
                    <a:pt x="24932" y="13959"/>
                    <a:pt x="24956" y="13982"/>
                  </a:cubicBezTo>
                  <a:cubicBezTo>
                    <a:pt x="24956" y="14013"/>
                    <a:pt x="24986" y="14043"/>
                    <a:pt x="25047" y="14043"/>
                  </a:cubicBezTo>
                  <a:lnTo>
                    <a:pt x="25260" y="14043"/>
                  </a:lnTo>
                  <a:lnTo>
                    <a:pt x="25563" y="14104"/>
                  </a:lnTo>
                  <a:cubicBezTo>
                    <a:pt x="25632" y="14035"/>
                    <a:pt x="25717" y="14001"/>
                    <a:pt x="25807" y="14001"/>
                  </a:cubicBezTo>
                  <a:cubicBezTo>
                    <a:pt x="25837" y="14001"/>
                    <a:pt x="25867" y="14005"/>
                    <a:pt x="25898" y="14013"/>
                  </a:cubicBezTo>
                  <a:cubicBezTo>
                    <a:pt x="25926" y="14069"/>
                    <a:pt x="26110" y="14229"/>
                    <a:pt x="26233" y="14229"/>
                  </a:cubicBezTo>
                  <a:cubicBezTo>
                    <a:pt x="26244" y="14229"/>
                    <a:pt x="26253" y="14228"/>
                    <a:pt x="26263" y="14225"/>
                  </a:cubicBezTo>
                  <a:cubicBezTo>
                    <a:pt x="26384" y="14195"/>
                    <a:pt x="26445" y="14134"/>
                    <a:pt x="26415" y="14073"/>
                  </a:cubicBezTo>
                  <a:lnTo>
                    <a:pt x="26415" y="14043"/>
                  </a:lnTo>
                  <a:cubicBezTo>
                    <a:pt x="26415" y="13982"/>
                    <a:pt x="26445" y="13952"/>
                    <a:pt x="26475" y="13921"/>
                  </a:cubicBezTo>
                  <a:cubicBezTo>
                    <a:pt x="26504" y="13892"/>
                    <a:pt x="26521" y="13882"/>
                    <a:pt x="26531" y="13882"/>
                  </a:cubicBezTo>
                  <a:cubicBezTo>
                    <a:pt x="26553" y="13882"/>
                    <a:pt x="26546" y="13931"/>
                    <a:pt x="26567" y="13952"/>
                  </a:cubicBezTo>
                  <a:lnTo>
                    <a:pt x="26658" y="14073"/>
                  </a:lnTo>
                  <a:cubicBezTo>
                    <a:pt x="26719" y="14013"/>
                    <a:pt x="26779" y="13921"/>
                    <a:pt x="26749" y="13861"/>
                  </a:cubicBezTo>
                  <a:lnTo>
                    <a:pt x="26749" y="13861"/>
                  </a:lnTo>
                  <a:lnTo>
                    <a:pt x="26901" y="13921"/>
                  </a:lnTo>
                  <a:cubicBezTo>
                    <a:pt x="26966" y="13965"/>
                    <a:pt x="27038" y="13973"/>
                    <a:pt x="27113" y="13973"/>
                  </a:cubicBezTo>
                  <a:cubicBezTo>
                    <a:pt x="27163" y="13973"/>
                    <a:pt x="27213" y="13969"/>
                    <a:pt x="27263" y="13969"/>
                  </a:cubicBezTo>
                  <a:cubicBezTo>
                    <a:pt x="27350" y="13969"/>
                    <a:pt x="27434" y="13981"/>
                    <a:pt x="27509" y="14043"/>
                  </a:cubicBezTo>
                  <a:lnTo>
                    <a:pt x="27539" y="14043"/>
                  </a:lnTo>
                  <a:cubicBezTo>
                    <a:pt x="27569" y="14025"/>
                    <a:pt x="27597" y="14018"/>
                    <a:pt x="27623" y="14018"/>
                  </a:cubicBezTo>
                  <a:cubicBezTo>
                    <a:pt x="27734" y="14018"/>
                    <a:pt x="27813" y="14146"/>
                    <a:pt x="27813" y="14195"/>
                  </a:cubicBezTo>
                  <a:cubicBezTo>
                    <a:pt x="27813" y="14256"/>
                    <a:pt x="27722" y="14347"/>
                    <a:pt x="27600" y="14408"/>
                  </a:cubicBezTo>
                  <a:lnTo>
                    <a:pt x="27813" y="14438"/>
                  </a:lnTo>
                  <a:cubicBezTo>
                    <a:pt x="27829" y="14442"/>
                    <a:pt x="27843" y="14444"/>
                    <a:pt x="27854" y="14444"/>
                  </a:cubicBezTo>
                  <a:cubicBezTo>
                    <a:pt x="27927" y="14444"/>
                    <a:pt x="27904" y="14365"/>
                    <a:pt x="27904" y="14286"/>
                  </a:cubicBezTo>
                  <a:lnTo>
                    <a:pt x="27904" y="14225"/>
                  </a:lnTo>
                  <a:cubicBezTo>
                    <a:pt x="27904" y="14139"/>
                    <a:pt x="28068" y="13889"/>
                    <a:pt x="28188" y="13889"/>
                  </a:cubicBezTo>
                  <a:cubicBezTo>
                    <a:pt x="28195" y="13889"/>
                    <a:pt x="28202" y="13889"/>
                    <a:pt x="28208" y="13891"/>
                  </a:cubicBezTo>
                  <a:cubicBezTo>
                    <a:pt x="28240" y="13899"/>
                    <a:pt x="28271" y="13903"/>
                    <a:pt x="28298" y="13903"/>
                  </a:cubicBezTo>
                  <a:cubicBezTo>
                    <a:pt x="28372" y="13903"/>
                    <a:pt x="28421" y="13875"/>
                    <a:pt x="28421" y="13830"/>
                  </a:cubicBezTo>
                  <a:lnTo>
                    <a:pt x="28421" y="13678"/>
                  </a:lnTo>
                  <a:cubicBezTo>
                    <a:pt x="28633" y="13739"/>
                    <a:pt x="28846" y="13800"/>
                    <a:pt x="29059" y="13830"/>
                  </a:cubicBezTo>
                  <a:cubicBezTo>
                    <a:pt x="29241" y="13800"/>
                    <a:pt x="29424" y="13739"/>
                    <a:pt x="29606" y="13678"/>
                  </a:cubicBezTo>
                  <a:lnTo>
                    <a:pt x="29819" y="13617"/>
                  </a:lnTo>
                  <a:lnTo>
                    <a:pt x="29880" y="13617"/>
                  </a:lnTo>
                  <a:cubicBezTo>
                    <a:pt x="30001" y="13617"/>
                    <a:pt x="29971" y="13709"/>
                    <a:pt x="29849" y="13830"/>
                  </a:cubicBezTo>
                  <a:lnTo>
                    <a:pt x="29728" y="13861"/>
                  </a:lnTo>
                  <a:lnTo>
                    <a:pt x="29576" y="13921"/>
                  </a:lnTo>
                  <a:cubicBezTo>
                    <a:pt x="29393" y="13952"/>
                    <a:pt x="29302" y="14043"/>
                    <a:pt x="29333" y="14134"/>
                  </a:cubicBezTo>
                  <a:lnTo>
                    <a:pt x="29515" y="14043"/>
                  </a:lnTo>
                  <a:cubicBezTo>
                    <a:pt x="29667" y="13982"/>
                    <a:pt x="29849" y="14013"/>
                    <a:pt x="29971" y="13830"/>
                  </a:cubicBezTo>
                  <a:lnTo>
                    <a:pt x="30032" y="13769"/>
                  </a:lnTo>
                  <a:cubicBezTo>
                    <a:pt x="30168" y="13754"/>
                    <a:pt x="30313" y="13747"/>
                    <a:pt x="30457" y="13747"/>
                  </a:cubicBezTo>
                  <a:cubicBezTo>
                    <a:pt x="30602" y="13747"/>
                    <a:pt x="30746" y="13754"/>
                    <a:pt x="30883" y="13769"/>
                  </a:cubicBezTo>
                  <a:lnTo>
                    <a:pt x="31369" y="13769"/>
                  </a:lnTo>
                  <a:cubicBezTo>
                    <a:pt x="31643" y="13739"/>
                    <a:pt x="31977" y="13557"/>
                    <a:pt x="31947" y="13526"/>
                  </a:cubicBezTo>
                  <a:cubicBezTo>
                    <a:pt x="31916" y="13496"/>
                    <a:pt x="31931" y="13481"/>
                    <a:pt x="31973" y="13481"/>
                  </a:cubicBezTo>
                  <a:close/>
                  <a:moveTo>
                    <a:pt x="29978" y="14822"/>
                  </a:moveTo>
                  <a:cubicBezTo>
                    <a:pt x="30098" y="14822"/>
                    <a:pt x="30184" y="14856"/>
                    <a:pt x="30184" y="14924"/>
                  </a:cubicBezTo>
                  <a:lnTo>
                    <a:pt x="30153" y="14955"/>
                  </a:lnTo>
                  <a:cubicBezTo>
                    <a:pt x="30153" y="15016"/>
                    <a:pt x="30123" y="15046"/>
                    <a:pt x="30032" y="15076"/>
                  </a:cubicBezTo>
                  <a:cubicBezTo>
                    <a:pt x="29971" y="15137"/>
                    <a:pt x="29971" y="15168"/>
                    <a:pt x="30032" y="15198"/>
                  </a:cubicBezTo>
                  <a:lnTo>
                    <a:pt x="30062" y="15228"/>
                  </a:lnTo>
                  <a:cubicBezTo>
                    <a:pt x="30047" y="15274"/>
                    <a:pt x="30016" y="15297"/>
                    <a:pt x="29982" y="15297"/>
                  </a:cubicBezTo>
                  <a:cubicBezTo>
                    <a:pt x="29948" y="15297"/>
                    <a:pt x="29910" y="15274"/>
                    <a:pt x="29880" y="15228"/>
                  </a:cubicBezTo>
                  <a:lnTo>
                    <a:pt x="29880" y="15168"/>
                  </a:lnTo>
                  <a:cubicBezTo>
                    <a:pt x="29880" y="15076"/>
                    <a:pt x="29880" y="15016"/>
                    <a:pt x="29728" y="15016"/>
                  </a:cubicBezTo>
                  <a:cubicBezTo>
                    <a:pt x="29637" y="15016"/>
                    <a:pt x="29637" y="14864"/>
                    <a:pt x="29728" y="14864"/>
                  </a:cubicBezTo>
                  <a:lnTo>
                    <a:pt x="29849" y="14833"/>
                  </a:lnTo>
                  <a:cubicBezTo>
                    <a:pt x="29895" y="14826"/>
                    <a:pt x="29939" y="14822"/>
                    <a:pt x="29978" y="14822"/>
                  </a:cubicBezTo>
                  <a:close/>
                  <a:moveTo>
                    <a:pt x="18269" y="14225"/>
                  </a:moveTo>
                  <a:cubicBezTo>
                    <a:pt x="18329" y="14225"/>
                    <a:pt x="18329" y="14256"/>
                    <a:pt x="18329" y="14286"/>
                  </a:cubicBezTo>
                  <a:lnTo>
                    <a:pt x="18329" y="14317"/>
                  </a:lnTo>
                  <a:lnTo>
                    <a:pt x="18329" y="14499"/>
                  </a:lnTo>
                  <a:cubicBezTo>
                    <a:pt x="18390" y="14620"/>
                    <a:pt x="18816" y="14712"/>
                    <a:pt x="18876" y="14772"/>
                  </a:cubicBezTo>
                  <a:cubicBezTo>
                    <a:pt x="18937" y="14803"/>
                    <a:pt x="18937" y="14955"/>
                    <a:pt x="18846" y="15046"/>
                  </a:cubicBezTo>
                  <a:lnTo>
                    <a:pt x="18694" y="14894"/>
                  </a:lnTo>
                  <a:lnTo>
                    <a:pt x="18603" y="14894"/>
                  </a:lnTo>
                  <a:cubicBezTo>
                    <a:pt x="18572" y="14894"/>
                    <a:pt x="18512" y="14924"/>
                    <a:pt x="18512" y="14955"/>
                  </a:cubicBezTo>
                  <a:cubicBezTo>
                    <a:pt x="18512" y="14985"/>
                    <a:pt x="18572" y="15046"/>
                    <a:pt x="18572" y="15046"/>
                  </a:cubicBezTo>
                  <a:cubicBezTo>
                    <a:pt x="18626" y="15054"/>
                    <a:pt x="18677" y="15057"/>
                    <a:pt x="18727" y="15057"/>
                  </a:cubicBezTo>
                  <a:cubicBezTo>
                    <a:pt x="18854" y="15057"/>
                    <a:pt x="18972" y="15033"/>
                    <a:pt x="19089" y="14983"/>
                  </a:cubicBezTo>
                  <a:lnTo>
                    <a:pt x="19089" y="14983"/>
                  </a:lnTo>
                  <a:cubicBezTo>
                    <a:pt x="19089" y="15092"/>
                    <a:pt x="19089" y="15217"/>
                    <a:pt x="19089" y="15320"/>
                  </a:cubicBezTo>
                  <a:lnTo>
                    <a:pt x="19028" y="15259"/>
                  </a:lnTo>
                  <a:lnTo>
                    <a:pt x="18846" y="15137"/>
                  </a:lnTo>
                  <a:cubicBezTo>
                    <a:pt x="18664" y="15137"/>
                    <a:pt x="18481" y="15076"/>
                    <a:pt x="18390" y="14924"/>
                  </a:cubicBezTo>
                  <a:cubicBezTo>
                    <a:pt x="18360" y="14833"/>
                    <a:pt x="18481" y="14651"/>
                    <a:pt x="18481" y="14651"/>
                  </a:cubicBezTo>
                  <a:lnTo>
                    <a:pt x="18481" y="14651"/>
                  </a:lnTo>
                  <a:cubicBezTo>
                    <a:pt x="18360" y="14712"/>
                    <a:pt x="18238" y="14803"/>
                    <a:pt x="18147" y="14924"/>
                  </a:cubicBezTo>
                  <a:cubicBezTo>
                    <a:pt x="18147" y="14985"/>
                    <a:pt x="18117" y="15076"/>
                    <a:pt x="18117" y="15168"/>
                  </a:cubicBezTo>
                  <a:lnTo>
                    <a:pt x="18056" y="15198"/>
                  </a:lnTo>
                  <a:cubicBezTo>
                    <a:pt x="17995" y="15228"/>
                    <a:pt x="17904" y="15259"/>
                    <a:pt x="17813" y="15259"/>
                  </a:cubicBezTo>
                  <a:lnTo>
                    <a:pt x="17752" y="15259"/>
                  </a:lnTo>
                  <a:cubicBezTo>
                    <a:pt x="17727" y="15209"/>
                    <a:pt x="17662" y="15160"/>
                    <a:pt x="17622" y="15160"/>
                  </a:cubicBezTo>
                  <a:cubicBezTo>
                    <a:pt x="17613" y="15160"/>
                    <a:pt x="17605" y="15162"/>
                    <a:pt x="17600" y="15168"/>
                  </a:cubicBezTo>
                  <a:lnTo>
                    <a:pt x="17569" y="15198"/>
                  </a:lnTo>
                  <a:lnTo>
                    <a:pt x="17539" y="15228"/>
                  </a:lnTo>
                  <a:lnTo>
                    <a:pt x="17387" y="15228"/>
                  </a:lnTo>
                  <a:lnTo>
                    <a:pt x="17357" y="15168"/>
                  </a:lnTo>
                  <a:lnTo>
                    <a:pt x="17296" y="15107"/>
                  </a:lnTo>
                  <a:cubicBezTo>
                    <a:pt x="17265" y="14985"/>
                    <a:pt x="17296" y="14864"/>
                    <a:pt x="17417" y="14833"/>
                  </a:cubicBezTo>
                  <a:cubicBezTo>
                    <a:pt x="17448" y="14833"/>
                    <a:pt x="17478" y="14833"/>
                    <a:pt x="17509" y="14803"/>
                  </a:cubicBezTo>
                  <a:cubicBezTo>
                    <a:pt x="17417" y="14772"/>
                    <a:pt x="17357" y="14772"/>
                    <a:pt x="17265" y="14772"/>
                  </a:cubicBezTo>
                  <a:cubicBezTo>
                    <a:pt x="17205" y="14772"/>
                    <a:pt x="17113" y="14864"/>
                    <a:pt x="17053" y="14955"/>
                  </a:cubicBezTo>
                  <a:lnTo>
                    <a:pt x="16992" y="15046"/>
                  </a:lnTo>
                  <a:cubicBezTo>
                    <a:pt x="16992" y="15107"/>
                    <a:pt x="16962" y="15168"/>
                    <a:pt x="16901" y="15168"/>
                  </a:cubicBezTo>
                  <a:cubicBezTo>
                    <a:pt x="16840" y="15228"/>
                    <a:pt x="16749" y="15259"/>
                    <a:pt x="16658" y="15259"/>
                  </a:cubicBezTo>
                  <a:cubicBezTo>
                    <a:pt x="16627" y="15259"/>
                    <a:pt x="16597" y="15228"/>
                    <a:pt x="16597" y="15198"/>
                  </a:cubicBezTo>
                  <a:cubicBezTo>
                    <a:pt x="16566" y="15198"/>
                    <a:pt x="16597" y="15137"/>
                    <a:pt x="16597" y="15137"/>
                  </a:cubicBezTo>
                  <a:lnTo>
                    <a:pt x="16688" y="15076"/>
                  </a:lnTo>
                  <a:cubicBezTo>
                    <a:pt x="16840" y="15016"/>
                    <a:pt x="16779" y="14894"/>
                    <a:pt x="16566" y="14833"/>
                  </a:cubicBezTo>
                  <a:lnTo>
                    <a:pt x="16384" y="14772"/>
                  </a:lnTo>
                  <a:cubicBezTo>
                    <a:pt x="16372" y="14772"/>
                    <a:pt x="16350" y="14768"/>
                    <a:pt x="16332" y="14768"/>
                  </a:cubicBezTo>
                  <a:cubicBezTo>
                    <a:pt x="16305" y="14768"/>
                    <a:pt x="16287" y="14779"/>
                    <a:pt x="16323" y="14833"/>
                  </a:cubicBezTo>
                  <a:lnTo>
                    <a:pt x="16323" y="14864"/>
                  </a:lnTo>
                  <a:cubicBezTo>
                    <a:pt x="16354" y="14894"/>
                    <a:pt x="16171" y="14924"/>
                    <a:pt x="15958" y="14924"/>
                  </a:cubicBezTo>
                  <a:lnTo>
                    <a:pt x="15867" y="14742"/>
                  </a:lnTo>
                  <a:lnTo>
                    <a:pt x="15867" y="14738"/>
                  </a:lnTo>
                  <a:lnTo>
                    <a:pt x="15867" y="14738"/>
                  </a:lnTo>
                  <a:cubicBezTo>
                    <a:pt x="15938" y="14724"/>
                    <a:pt x="16009" y="14705"/>
                    <a:pt x="16080" y="14681"/>
                  </a:cubicBezTo>
                  <a:lnTo>
                    <a:pt x="16262" y="14590"/>
                  </a:lnTo>
                  <a:cubicBezTo>
                    <a:pt x="16278" y="14575"/>
                    <a:pt x="16293" y="14567"/>
                    <a:pt x="16308" y="14567"/>
                  </a:cubicBezTo>
                  <a:cubicBezTo>
                    <a:pt x="16323" y="14567"/>
                    <a:pt x="16338" y="14575"/>
                    <a:pt x="16354" y="14590"/>
                  </a:cubicBezTo>
                  <a:lnTo>
                    <a:pt x="16475" y="14681"/>
                  </a:lnTo>
                  <a:lnTo>
                    <a:pt x="16962" y="14529"/>
                  </a:lnTo>
                  <a:lnTo>
                    <a:pt x="17083" y="14620"/>
                  </a:lnTo>
                  <a:cubicBezTo>
                    <a:pt x="17154" y="14651"/>
                    <a:pt x="17222" y="14661"/>
                    <a:pt x="17287" y="14661"/>
                  </a:cubicBezTo>
                  <a:cubicBezTo>
                    <a:pt x="17417" y="14661"/>
                    <a:pt x="17539" y="14620"/>
                    <a:pt x="17661" y="14620"/>
                  </a:cubicBezTo>
                  <a:lnTo>
                    <a:pt x="17873" y="14620"/>
                  </a:lnTo>
                  <a:cubicBezTo>
                    <a:pt x="17879" y="14638"/>
                    <a:pt x="17889" y="14645"/>
                    <a:pt x="17903" y="14645"/>
                  </a:cubicBezTo>
                  <a:cubicBezTo>
                    <a:pt x="17958" y="14645"/>
                    <a:pt x="18067" y="14512"/>
                    <a:pt x="18117" y="14438"/>
                  </a:cubicBezTo>
                  <a:cubicBezTo>
                    <a:pt x="18147" y="14347"/>
                    <a:pt x="18238" y="14225"/>
                    <a:pt x="18269" y="14225"/>
                  </a:cubicBezTo>
                  <a:close/>
                  <a:moveTo>
                    <a:pt x="15803" y="14750"/>
                  </a:moveTo>
                  <a:cubicBezTo>
                    <a:pt x="15770" y="14804"/>
                    <a:pt x="15746" y="14898"/>
                    <a:pt x="15746" y="14955"/>
                  </a:cubicBezTo>
                  <a:cubicBezTo>
                    <a:pt x="15746" y="15016"/>
                    <a:pt x="15928" y="15046"/>
                    <a:pt x="15958" y="15046"/>
                  </a:cubicBezTo>
                  <a:cubicBezTo>
                    <a:pt x="16019" y="15046"/>
                    <a:pt x="16050" y="15107"/>
                    <a:pt x="16080" y="15198"/>
                  </a:cubicBezTo>
                  <a:lnTo>
                    <a:pt x="16050" y="15228"/>
                  </a:lnTo>
                  <a:lnTo>
                    <a:pt x="15958" y="15320"/>
                  </a:lnTo>
                  <a:cubicBezTo>
                    <a:pt x="15853" y="15337"/>
                    <a:pt x="15778" y="15355"/>
                    <a:pt x="15734" y="15355"/>
                  </a:cubicBezTo>
                  <a:cubicBezTo>
                    <a:pt x="15701" y="15355"/>
                    <a:pt x="15685" y="15345"/>
                    <a:pt x="15685" y="15320"/>
                  </a:cubicBezTo>
                  <a:lnTo>
                    <a:pt x="15654" y="15259"/>
                  </a:lnTo>
                  <a:cubicBezTo>
                    <a:pt x="15624" y="15228"/>
                    <a:pt x="15563" y="15168"/>
                    <a:pt x="15533" y="15168"/>
                  </a:cubicBezTo>
                  <a:cubicBezTo>
                    <a:pt x="15411" y="15198"/>
                    <a:pt x="15442" y="15259"/>
                    <a:pt x="15503" y="15320"/>
                  </a:cubicBezTo>
                  <a:lnTo>
                    <a:pt x="15503" y="15350"/>
                  </a:lnTo>
                  <a:cubicBezTo>
                    <a:pt x="15520" y="15368"/>
                    <a:pt x="15497" y="15385"/>
                    <a:pt x="15445" y="15385"/>
                  </a:cubicBezTo>
                  <a:cubicBezTo>
                    <a:pt x="15407" y="15385"/>
                    <a:pt x="15354" y="15376"/>
                    <a:pt x="15290" y="15350"/>
                  </a:cubicBezTo>
                  <a:lnTo>
                    <a:pt x="15199" y="15320"/>
                  </a:lnTo>
                  <a:cubicBezTo>
                    <a:pt x="15168" y="15320"/>
                    <a:pt x="15138" y="15259"/>
                    <a:pt x="15138" y="15259"/>
                  </a:cubicBezTo>
                  <a:cubicBezTo>
                    <a:pt x="15168" y="15168"/>
                    <a:pt x="15229" y="15046"/>
                    <a:pt x="15229" y="15046"/>
                  </a:cubicBezTo>
                  <a:cubicBezTo>
                    <a:pt x="15229" y="15016"/>
                    <a:pt x="15199" y="14985"/>
                    <a:pt x="15168" y="14985"/>
                  </a:cubicBezTo>
                  <a:lnTo>
                    <a:pt x="15077" y="14985"/>
                  </a:lnTo>
                  <a:lnTo>
                    <a:pt x="15047" y="15016"/>
                  </a:lnTo>
                  <a:cubicBezTo>
                    <a:pt x="15047" y="15046"/>
                    <a:pt x="15077" y="15289"/>
                    <a:pt x="15016" y="15350"/>
                  </a:cubicBezTo>
                  <a:cubicBezTo>
                    <a:pt x="14925" y="15411"/>
                    <a:pt x="14834" y="15441"/>
                    <a:pt x="14743" y="15472"/>
                  </a:cubicBezTo>
                  <a:cubicBezTo>
                    <a:pt x="14682" y="15472"/>
                    <a:pt x="14621" y="15289"/>
                    <a:pt x="14621" y="15228"/>
                  </a:cubicBezTo>
                  <a:cubicBezTo>
                    <a:pt x="14621" y="15168"/>
                    <a:pt x="14651" y="15107"/>
                    <a:pt x="14712" y="15076"/>
                  </a:cubicBezTo>
                  <a:lnTo>
                    <a:pt x="14834" y="15076"/>
                  </a:lnTo>
                  <a:cubicBezTo>
                    <a:pt x="14875" y="15035"/>
                    <a:pt x="14889" y="14936"/>
                    <a:pt x="14873" y="14888"/>
                  </a:cubicBezTo>
                  <a:lnTo>
                    <a:pt x="14873" y="14888"/>
                  </a:lnTo>
                  <a:cubicBezTo>
                    <a:pt x="15031" y="14875"/>
                    <a:pt x="15184" y="14841"/>
                    <a:pt x="15320" y="14772"/>
                  </a:cubicBezTo>
                  <a:cubicBezTo>
                    <a:pt x="15330" y="14762"/>
                    <a:pt x="15340" y="14759"/>
                    <a:pt x="15352" y="14759"/>
                  </a:cubicBezTo>
                  <a:cubicBezTo>
                    <a:pt x="15374" y="14759"/>
                    <a:pt x="15401" y="14772"/>
                    <a:pt x="15442" y="14772"/>
                  </a:cubicBezTo>
                  <a:lnTo>
                    <a:pt x="15533" y="14772"/>
                  </a:lnTo>
                  <a:cubicBezTo>
                    <a:pt x="15623" y="14772"/>
                    <a:pt x="15713" y="14765"/>
                    <a:pt x="15803" y="14750"/>
                  </a:cubicBezTo>
                  <a:close/>
                  <a:moveTo>
                    <a:pt x="11521" y="15380"/>
                  </a:moveTo>
                  <a:cubicBezTo>
                    <a:pt x="11612" y="15441"/>
                    <a:pt x="11551" y="15502"/>
                    <a:pt x="11521" y="15532"/>
                  </a:cubicBezTo>
                  <a:cubicBezTo>
                    <a:pt x="11457" y="15532"/>
                    <a:pt x="11394" y="15538"/>
                    <a:pt x="11330" y="15544"/>
                  </a:cubicBezTo>
                  <a:lnTo>
                    <a:pt x="11330" y="15544"/>
                  </a:lnTo>
                  <a:lnTo>
                    <a:pt x="11521" y="15380"/>
                  </a:lnTo>
                  <a:close/>
                  <a:moveTo>
                    <a:pt x="26840" y="15137"/>
                  </a:moveTo>
                  <a:cubicBezTo>
                    <a:pt x="26901" y="15137"/>
                    <a:pt x="26992" y="15198"/>
                    <a:pt x="27083" y="15198"/>
                  </a:cubicBezTo>
                  <a:cubicBezTo>
                    <a:pt x="27326" y="15228"/>
                    <a:pt x="27114" y="15320"/>
                    <a:pt x="27144" y="15350"/>
                  </a:cubicBezTo>
                  <a:lnTo>
                    <a:pt x="27174" y="15411"/>
                  </a:lnTo>
                  <a:cubicBezTo>
                    <a:pt x="27209" y="15434"/>
                    <a:pt x="27200" y="15444"/>
                    <a:pt x="27173" y="15444"/>
                  </a:cubicBezTo>
                  <a:cubicBezTo>
                    <a:pt x="27130" y="15444"/>
                    <a:pt x="27041" y="15418"/>
                    <a:pt x="27022" y="15380"/>
                  </a:cubicBezTo>
                  <a:cubicBezTo>
                    <a:pt x="27007" y="15350"/>
                    <a:pt x="26984" y="15335"/>
                    <a:pt x="26962" y="15335"/>
                  </a:cubicBezTo>
                  <a:cubicBezTo>
                    <a:pt x="26939" y="15335"/>
                    <a:pt x="26916" y="15350"/>
                    <a:pt x="26901" y="15380"/>
                  </a:cubicBezTo>
                  <a:cubicBezTo>
                    <a:pt x="26840" y="15472"/>
                    <a:pt x="26779" y="15563"/>
                    <a:pt x="26719" y="15624"/>
                  </a:cubicBezTo>
                  <a:lnTo>
                    <a:pt x="26688" y="15624"/>
                  </a:lnTo>
                  <a:cubicBezTo>
                    <a:pt x="26627" y="15593"/>
                    <a:pt x="26627" y="15563"/>
                    <a:pt x="26627" y="15532"/>
                  </a:cubicBezTo>
                  <a:lnTo>
                    <a:pt x="26627" y="15472"/>
                  </a:lnTo>
                  <a:cubicBezTo>
                    <a:pt x="26688" y="15380"/>
                    <a:pt x="26719" y="15289"/>
                    <a:pt x="26719" y="15198"/>
                  </a:cubicBezTo>
                  <a:lnTo>
                    <a:pt x="26840" y="15137"/>
                  </a:lnTo>
                  <a:close/>
                  <a:moveTo>
                    <a:pt x="28907" y="14955"/>
                  </a:moveTo>
                  <a:cubicBezTo>
                    <a:pt x="28968" y="14955"/>
                    <a:pt x="29059" y="14985"/>
                    <a:pt x="29059" y="14985"/>
                  </a:cubicBezTo>
                  <a:cubicBezTo>
                    <a:pt x="29076" y="15088"/>
                    <a:pt x="29103" y="15123"/>
                    <a:pt x="29151" y="15123"/>
                  </a:cubicBezTo>
                  <a:cubicBezTo>
                    <a:pt x="29187" y="15123"/>
                    <a:pt x="29236" y="15103"/>
                    <a:pt x="29302" y="15076"/>
                  </a:cubicBezTo>
                  <a:lnTo>
                    <a:pt x="29333" y="15046"/>
                  </a:lnTo>
                  <a:cubicBezTo>
                    <a:pt x="29393" y="15046"/>
                    <a:pt x="29454" y="15107"/>
                    <a:pt x="29454" y="15137"/>
                  </a:cubicBezTo>
                  <a:cubicBezTo>
                    <a:pt x="29454" y="15198"/>
                    <a:pt x="29424" y="15259"/>
                    <a:pt x="29424" y="15320"/>
                  </a:cubicBezTo>
                  <a:lnTo>
                    <a:pt x="29606" y="15289"/>
                  </a:lnTo>
                  <a:cubicBezTo>
                    <a:pt x="29667" y="15289"/>
                    <a:pt x="29728" y="15289"/>
                    <a:pt x="29788" y="15320"/>
                  </a:cubicBezTo>
                  <a:lnTo>
                    <a:pt x="29849" y="15380"/>
                  </a:lnTo>
                  <a:cubicBezTo>
                    <a:pt x="29849" y="15441"/>
                    <a:pt x="29880" y="15532"/>
                    <a:pt x="29880" y="15624"/>
                  </a:cubicBezTo>
                  <a:cubicBezTo>
                    <a:pt x="29849" y="15654"/>
                    <a:pt x="29788" y="15654"/>
                    <a:pt x="29697" y="15654"/>
                  </a:cubicBezTo>
                  <a:lnTo>
                    <a:pt x="29667" y="15563"/>
                  </a:lnTo>
                  <a:cubicBezTo>
                    <a:pt x="29637" y="15532"/>
                    <a:pt x="29606" y="15502"/>
                    <a:pt x="29576" y="15472"/>
                  </a:cubicBezTo>
                  <a:lnTo>
                    <a:pt x="29515" y="15472"/>
                  </a:lnTo>
                  <a:cubicBezTo>
                    <a:pt x="29454" y="15472"/>
                    <a:pt x="29393" y="15532"/>
                    <a:pt x="29393" y="15593"/>
                  </a:cubicBezTo>
                  <a:lnTo>
                    <a:pt x="29454" y="15624"/>
                  </a:lnTo>
                  <a:lnTo>
                    <a:pt x="29454" y="15654"/>
                  </a:lnTo>
                  <a:cubicBezTo>
                    <a:pt x="29515" y="15654"/>
                    <a:pt x="29576" y="15715"/>
                    <a:pt x="29545" y="15775"/>
                  </a:cubicBezTo>
                  <a:lnTo>
                    <a:pt x="29393" y="15775"/>
                  </a:lnTo>
                  <a:cubicBezTo>
                    <a:pt x="29378" y="15779"/>
                    <a:pt x="29362" y="15780"/>
                    <a:pt x="29346" y="15780"/>
                  </a:cubicBezTo>
                  <a:cubicBezTo>
                    <a:pt x="29212" y="15780"/>
                    <a:pt x="29089" y="15665"/>
                    <a:pt x="29089" y="15502"/>
                  </a:cubicBezTo>
                  <a:cubicBezTo>
                    <a:pt x="29089" y="15380"/>
                    <a:pt x="28846" y="15016"/>
                    <a:pt x="28907" y="14955"/>
                  </a:cubicBezTo>
                  <a:close/>
                  <a:moveTo>
                    <a:pt x="19399" y="15615"/>
                  </a:moveTo>
                  <a:cubicBezTo>
                    <a:pt x="19415" y="15615"/>
                    <a:pt x="19460" y="15660"/>
                    <a:pt x="19484" y="15684"/>
                  </a:cubicBezTo>
                  <a:lnTo>
                    <a:pt x="19545" y="15745"/>
                  </a:lnTo>
                  <a:cubicBezTo>
                    <a:pt x="19636" y="15867"/>
                    <a:pt x="19667" y="15958"/>
                    <a:pt x="19667" y="15988"/>
                  </a:cubicBezTo>
                  <a:cubicBezTo>
                    <a:pt x="19636" y="15988"/>
                    <a:pt x="19393" y="15867"/>
                    <a:pt x="19272" y="15867"/>
                  </a:cubicBezTo>
                  <a:lnTo>
                    <a:pt x="19332" y="15867"/>
                  </a:lnTo>
                  <a:lnTo>
                    <a:pt x="19302" y="15715"/>
                  </a:lnTo>
                  <a:cubicBezTo>
                    <a:pt x="19272" y="15684"/>
                    <a:pt x="19363" y="15624"/>
                    <a:pt x="19393" y="15624"/>
                  </a:cubicBezTo>
                  <a:cubicBezTo>
                    <a:pt x="19393" y="15618"/>
                    <a:pt x="19395" y="15615"/>
                    <a:pt x="19399" y="15615"/>
                  </a:cubicBezTo>
                  <a:close/>
                  <a:moveTo>
                    <a:pt x="18329" y="15563"/>
                  </a:moveTo>
                  <a:lnTo>
                    <a:pt x="18360" y="15593"/>
                  </a:lnTo>
                  <a:lnTo>
                    <a:pt x="18512" y="15684"/>
                  </a:lnTo>
                  <a:cubicBezTo>
                    <a:pt x="18420" y="15745"/>
                    <a:pt x="18481" y="15897"/>
                    <a:pt x="18633" y="15958"/>
                  </a:cubicBezTo>
                  <a:lnTo>
                    <a:pt x="18755" y="15988"/>
                  </a:lnTo>
                  <a:lnTo>
                    <a:pt x="18755" y="16079"/>
                  </a:lnTo>
                  <a:cubicBezTo>
                    <a:pt x="18755" y="16110"/>
                    <a:pt x="18724" y="16110"/>
                    <a:pt x="18694" y="16110"/>
                  </a:cubicBezTo>
                  <a:lnTo>
                    <a:pt x="18512" y="16140"/>
                  </a:lnTo>
                  <a:cubicBezTo>
                    <a:pt x="18481" y="16155"/>
                    <a:pt x="18451" y="16163"/>
                    <a:pt x="18420" y="16163"/>
                  </a:cubicBezTo>
                  <a:cubicBezTo>
                    <a:pt x="18390" y="16163"/>
                    <a:pt x="18360" y="16155"/>
                    <a:pt x="18329" y="16140"/>
                  </a:cubicBezTo>
                  <a:cubicBezTo>
                    <a:pt x="18284" y="16125"/>
                    <a:pt x="18231" y="16117"/>
                    <a:pt x="18174" y="16117"/>
                  </a:cubicBezTo>
                  <a:cubicBezTo>
                    <a:pt x="18117" y="16117"/>
                    <a:pt x="18056" y="16125"/>
                    <a:pt x="17995" y="16140"/>
                  </a:cubicBezTo>
                  <a:cubicBezTo>
                    <a:pt x="17987" y="16157"/>
                    <a:pt x="17979" y="16164"/>
                    <a:pt x="17972" y="16164"/>
                  </a:cubicBezTo>
                  <a:cubicBezTo>
                    <a:pt x="17955" y="16164"/>
                    <a:pt x="17950" y="16108"/>
                    <a:pt x="17995" y="16019"/>
                  </a:cubicBezTo>
                  <a:lnTo>
                    <a:pt x="18056" y="16019"/>
                  </a:lnTo>
                  <a:lnTo>
                    <a:pt x="18269" y="15927"/>
                  </a:lnTo>
                  <a:cubicBezTo>
                    <a:pt x="18208" y="15836"/>
                    <a:pt x="18177" y="15715"/>
                    <a:pt x="18177" y="15593"/>
                  </a:cubicBezTo>
                  <a:cubicBezTo>
                    <a:pt x="18177" y="15563"/>
                    <a:pt x="18269" y="15563"/>
                    <a:pt x="18329" y="15563"/>
                  </a:cubicBezTo>
                  <a:close/>
                  <a:moveTo>
                    <a:pt x="12574" y="16093"/>
                  </a:moveTo>
                  <a:cubicBezTo>
                    <a:pt x="12616" y="16093"/>
                    <a:pt x="12651" y="16098"/>
                    <a:pt x="12676" y="16110"/>
                  </a:cubicBezTo>
                  <a:cubicBezTo>
                    <a:pt x="12767" y="16140"/>
                    <a:pt x="12615" y="16231"/>
                    <a:pt x="12372" y="16262"/>
                  </a:cubicBezTo>
                  <a:lnTo>
                    <a:pt x="12159" y="16292"/>
                  </a:lnTo>
                  <a:lnTo>
                    <a:pt x="12129" y="16292"/>
                  </a:lnTo>
                  <a:cubicBezTo>
                    <a:pt x="12095" y="16342"/>
                    <a:pt x="12052" y="16365"/>
                    <a:pt x="12016" y="16365"/>
                  </a:cubicBezTo>
                  <a:cubicBezTo>
                    <a:pt x="11986" y="16365"/>
                    <a:pt x="11960" y="16350"/>
                    <a:pt x="11946" y="16323"/>
                  </a:cubicBezTo>
                  <a:lnTo>
                    <a:pt x="11885" y="16262"/>
                  </a:lnTo>
                  <a:lnTo>
                    <a:pt x="11855" y="16231"/>
                  </a:lnTo>
                  <a:cubicBezTo>
                    <a:pt x="11825" y="16171"/>
                    <a:pt x="11916" y="16171"/>
                    <a:pt x="12037" y="16171"/>
                  </a:cubicBezTo>
                  <a:cubicBezTo>
                    <a:pt x="12135" y="16171"/>
                    <a:pt x="12407" y="16093"/>
                    <a:pt x="12574" y="16093"/>
                  </a:cubicBezTo>
                  <a:close/>
                  <a:moveTo>
                    <a:pt x="11429" y="16019"/>
                  </a:moveTo>
                  <a:lnTo>
                    <a:pt x="11278" y="16171"/>
                  </a:lnTo>
                  <a:cubicBezTo>
                    <a:pt x="11247" y="16201"/>
                    <a:pt x="11247" y="16292"/>
                    <a:pt x="11247" y="16353"/>
                  </a:cubicBezTo>
                  <a:lnTo>
                    <a:pt x="11247" y="16414"/>
                  </a:lnTo>
                  <a:cubicBezTo>
                    <a:pt x="11247" y="16449"/>
                    <a:pt x="11122" y="16464"/>
                    <a:pt x="10994" y="16464"/>
                  </a:cubicBezTo>
                  <a:cubicBezTo>
                    <a:pt x="10903" y="16464"/>
                    <a:pt x="10811" y="16457"/>
                    <a:pt x="10761" y="16444"/>
                  </a:cubicBezTo>
                  <a:cubicBezTo>
                    <a:pt x="10686" y="16407"/>
                    <a:pt x="10634" y="16381"/>
                    <a:pt x="10619" y="16381"/>
                  </a:cubicBezTo>
                  <a:cubicBezTo>
                    <a:pt x="10610" y="16381"/>
                    <a:pt x="10616" y="16391"/>
                    <a:pt x="10639" y="16414"/>
                  </a:cubicBezTo>
                  <a:lnTo>
                    <a:pt x="10700" y="16444"/>
                  </a:lnTo>
                  <a:lnTo>
                    <a:pt x="10730" y="16475"/>
                  </a:lnTo>
                  <a:cubicBezTo>
                    <a:pt x="10822" y="16475"/>
                    <a:pt x="10730" y="16566"/>
                    <a:pt x="10487" y="16627"/>
                  </a:cubicBezTo>
                  <a:lnTo>
                    <a:pt x="10305" y="16687"/>
                  </a:lnTo>
                  <a:lnTo>
                    <a:pt x="10244" y="16687"/>
                  </a:lnTo>
                  <a:cubicBezTo>
                    <a:pt x="10183" y="16687"/>
                    <a:pt x="9910" y="16657"/>
                    <a:pt x="9636" y="16657"/>
                  </a:cubicBezTo>
                  <a:lnTo>
                    <a:pt x="9423" y="16657"/>
                  </a:lnTo>
                  <a:cubicBezTo>
                    <a:pt x="9302" y="16657"/>
                    <a:pt x="9332" y="16657"/>
                    <a:pt x="9302" y="16718"/>
                  </a:cubicBezTo>
                  <a:cubicBezTo>
                    <a:pt x="9271" y="16748"/>
                    <a:pt x="9211" y="16779"/>
                    <a:pt x="9180" y="16779"/>
                  </a:cubicBezTo>
                  <a:lnTo>
                    <a:pt x="8998" y="16748"/>
                  </a:lnTo>
                  <a:cubicBezTo>
                    <a:pt x="8901" y="16690"/>
                    <a:pt x="8793" y="16669"/>
                    <a:pt x="8711" y="16669"/>
                  </a:cubicBezTo>
                  <a:cubicBezTo>
                    <a:pt x="8663" y="16669"/>
                    <a:pt x="8625" y="16676"/>
                    <a:pt x="8603" y="16687"/>
                  </a:cubicBezTo>
                  <a:cubicBezTo>
                    <a:pt x="8572" y="16718"/>
                    <a:pt x="8519" y="16733"/>
                    <a:pt x="8470" y="16733"/>
                  </a:cubicBezTo>
                  <a:cubicBezTo>
                    <a:pt x="8420" y="16733"/>
                    <a:pt x="8375" y="16718"/>
                    <a:pt x="8360" y="16687"/>
                  </a:cubicBezTo>
                  <a:cubicBezTo>
                    <a:pt x="8329" y="16627"/>
                    <a:pt x="8268" y="16444"/>
                    <a:pt x="8360" y="16444"/>
                  </a:cubicBezTo>
                  <a:cubicBezTo>
                    <a:pt x="8420" y="16444"/>
                    <a:pt x="8481" y="16414"/>
                    <a:pt x="8512" y="16353"/>
                  </a:cubicBezTo>
                  <a:cubicBezTo>
                    <a:pt x="8512" y="16323"/>
                    <a:pt x="8572" y="16323"/>
                    <a:pt x="8663" y="16323"/>
                  </a:cubicBezTo>
                  <a:lnTo>
                    <a:pt x="8694" y="16353"/>
                  </a:lnTo>
                  <a:cubicBezTo>
                    <a:pt x="8755" y="16383"/>
                    <a:pt x="8846" y="16444"/>
                    <a:pt x="8907" y="16505"/>
                  </a:cubicBezTo>
                  <a:cubicBezTo>
                    <a:pt x="8952" y="16566"/>
                    <a:pt x="8967" y="16596"/>
                    <a:pt x="8986" y="16596"/>
                  </a:cubicBezTo>
                  <a:cubicBezTo>
                    <a:pt x="9005" y="16596"/>
                    <a:pt x="9028" y="16566"/>
                    <a:pt x="9089" y="16505"/>
                  </a:cubicBezTo>
                  <a:lnTo>
                    <a:pt x="9180" y="16444"/>
                  </a:lnTo>
                  <a:cubicBezTo>
                    <a:pt x="9264" y="16388"/>
                    <a:pt x="9530" y="16228"/>
                    <a:pt x="9666" y="16228"/>
                  </a:cubicBezTo>
                  <a:cubicBezTo>
                    <a:pt x="9677" y="16228"/>
                    <a:pt x="9688" y="16229"/>
                    <a:pt x="9697" y="16231"/>
                  </a:cubicBezTo>
                  <a:cubicBezTo>
                    <a:pt x="9819" y="16292"/>
                    <a:pt x="9970" y="16353"/>
                    <a:pt x="10092" y="16353"/>
                  </a:cubicBezTo>
                  <a:cubicBezTo>
                    <a:pt x="10214" y="16323"/>
                    <a:pt x="10305" y="16292"/>
                    <a:pt x="10426" y="16292"/>
                  </a:cubicBezTo>
                  <a:cubicBezTo>
                    <a:pt x="10487" y="16292"/>
                    <a:pt x="10548" y="16201"/>
                    <a:pt x="10578" y="16110"/>
                  </a:cubicBezTo>
                  <a:lnTo>
                    <a:pt x="10700" y="16140"/>
                  </a:lnTo>
                  <a:lnTo>
                    <a:pt x="11034" y="16231"/>
                  </a:lnTo>
                  <a:cubicBezTo>
                    <a:pt x="11095" y="16079"/>
                    <a:pt x="11278" y="16019"/>
                    <a:pt x="11429" y="16019"/>
                  </a:cubicBezTo>
                  <a:close/>
                  <a:moveTo>
                    <a:pt x="16566" y="16505"/>
                  </a:moveTo>
                  <a:cubicBezTo>
                    <a:pt x="16658" y="16535"/>
                    <a:pt x="16658" y="16596"/>
                    <a:pt x="16536" y="16657"/>
                  </a:cubicBezTo>
                  <a:lnTo>
                    <a:pt x="16506" y="16657"/>
                  </a:lnTo>
                  <a:cubicBezTo>
                    <a:pt x="16481" y="16649"/>
                    <a:pt x="16457" y="16645"/>
                    <a:pt x="16432" y="16645"/>
                  </a:cubicBezTo>
                  <a:cubicBezTo>
                    <a:pt x="16366" y="16645"/>
                    <a:pt x="16299" y="16673"/>
                    <a:pt x="16232" y="16718"/>
                  </a:cubicBezTo>
                  <a:lnTo>
                    <a:pt x="16110" y="16839"/>
                  </a:lnTo>
                  <a:cubicBezTo>
                    <a:pt x="16050" y="16718"/>
                    <a:pt x="16019" y="16627"/>
                    <a:pt x="16050" y="16627"/>
                  </a:cubicBezTo>
                  <a:cubicBezTo>
                    <a:pt x="16202" y="16566"/>
                    <a:pt x="16384" y="16535"/>
                    <a:pt x="16566" y="16505"/>
                  </a:cubicBezTo>
                  <a:close/>
                  <a:moveTo>
                    <a:pt x="13284" y="16475"/>
                  </a:moveTo>
                  <a:lnTo>
                    <a:pt x="13344" y="16566"/>
                  </a:lnTo>
                  <a:cubicBezTo>
                    <a:pt x="13375" y="16687"/>
                    <a:pt x="13253" y="16809"/>
                    <a:pt x="13071" y="16839"/>
                  </a:cubicBezTo>
                  <a:lnTo>
                    <a:pt x="12919" y="16870"/>
                  </a:lnTo>
                  <a:cubicBezTo>
                    <a:pt x="12888" y="16870"/>
                    <a:pt x="12858" y="16839"/>
                    <a:pt x="12828" y="16809"/>
                  </a:cubicBezTo>
                  <a:cubicBezTo>
                    <a:pt x="12828" y="16779"/>
                    <a:pt x="12858" y="16718"/>
                    <a:pt x="12888" y="16718"/>
                  </a:cubicBezTo>
                  <a:cubicBezTo>
                    <a:pt x="12980" y="16687"/>
                    <a:pt x="13101" y="16657"/>
                    <a:pt x="13162" y="16657"/>
                  </a:cubicBezTo>
                  <a:cubicBezTo>
                    <a:pt x="13192" y="16627"/>
                    <a:pt x="13223" y="16566"/>
                    <a:pt x="13162" y="16535"/>
                  </a:cubicBezTo>
                  <a:cubicBezTo>
                    <a:pt x="13162" y="16505"/>
                    <a:pt x="13223" y="16475"/>
                    <a:pt x="13284" y="16475"/>
                  </a:cubicBezTo>
                  <a:close/>
                  <a:moveTo>
                    <a:pt x="13832" y="16480"/>
                  </a:moveTo>
                  <a:cubicBezTo>
                    <a:pt x="13881" y="16480"/>
                    <a:pt x="13932" y="16497"/>
                    <a:pt x="13983" y="16535"/>
                  </a:cubicBezTo>
                  <a:cubicBezTo>
                    <a:pt x="14044" y="16596"/>
                    <a:pt x="14104" y="16657"/>
                    <a:pt x="14135" y="16748"/>
                  </a:cubicBezTo>
                  <a:lnTo>
                    <a:pt x="14135" y="16809"/>
                  </a:lnTo>
                  <a:cubicBezTo>
                    <a:pt x="14135" y="16839"/>
                    <a:pt x="14044" y="16870"/>
                    <a:pt x="14013" y="16870"/>
                  </a:cubicBezTo>
                  <a:cubicBezTo>
                    <a:pt x="13861" y="16870"/>
                    <a:pt x="13831" y="16809"/>
                    <a:pt x="13831" y="16718"/>
                  </a:cubicBezTo>
                  <a:cubicBezTo>
                    <a:pt x="13800" y="16718"/>
                    <a:pt x="13740" y="16718"/>
                    <a:pt x="13709" y="16748"/>
                  </a:cubicBezTo>
                  <a:cubicBezTo>
                    <a:pt x="13705" y="16752"/>
                    <a:pt x="13700" y="16754"/>
                    <a:pt x="13693" y="16754"/>
                  </a:cubicBezTo>
                  <a:cubicBezTo>
                    <a:pt x="13650" y="16754"/>
                    <a:pt x="13569" y="16671"/>
                    <a:pt x="13648" y="16566"/>
                  </a:cubicBezTo>
                  <a:cubicBezTo>
                    <a:pt x="13701" y="16513"/>
                    <a:pt x="13765" y="16480"/>
                    <a:pt x="13832" y="16480"/>
                  </a:cubicBezTo>
                  <a:close/>
                  <a:moveTo>
                    <a:pt x="8025" y="16475"/>
                  </a:moveTo>
                  <a:cubicBezTo>
                    <a:pt x="8086" y="16475"/>
                    <a:pt x="8147" y="16535"/>
                    <a:pt x="8177" y="16596"/>
                  </a:cubicBezTo>
                  <a:lnTo>
                    <a:pt x="8147" y="16596"/>
                  </a:lnTo>
                  <a:cubicBezTo>
                    <a:pt x="7995" y="16657"/>
                    <a:pt x="8025" y="16900"/>
                    <a:pt x="7782" y="16900"/>
                  </a:cubicBezTo>
                  <a:cubicBezTo>
                    <a:pt x="7773" y="16909"/>
                    <a:pt x="7759" y="16913"/>
                    <a:pt x="7742" y="16913"/>
                  </a:cubicBezTo>
                  <a:cubicBezTo>
                    <a:pt x="7701" y="16913"/>
                    <a:pt x="7643" y="16891"/>
                    <a:pt x="7600" y="16870"/>
                  </a:cubicBezTo>
                  <a:lnTo>
                    <a:pt x="7569" y="16809"/>
                  </a:lnTo>
                  <a:cubicBezTo>
                    <a:pt x="7539" y="16779"/>
                    <a:pt x="7630" y="16718"/>
                    <a:pt x="7630" y="16718"/>
                  </a:cubicBezTo>
                  <a:cubicBezTo>
                    <a:pt x="7656" y="16725"/>
                    <a:pt x="7679" y="16729"/>
                    <a:pt x="7699" y="16729"/>
                  </a:cubicBezTo>
                  <a:cubicBezTo>
                    <a:pt x="7845" y="16729"/>
                    <a:pt x="7858" y="16558"/>
                    <a:pt x="7964" y="16505"/>
                  </a:cubicBezTo>
                  <a:lnTo>
                    <a:pt x="8025" y="16475"/>
                  </a:lnTo>
                  <a:close/>
                  <a:moveTo>
                    <a:pt x="15872" y="16515"/>
                  </a:moveTo>
                  <a:cubicBezTo>
                    <a:pt x="15907" y="16515"/>
                    <a:pt x="15928" y="16530"/>
                    <a:pt x="15928" y="16566"/>
                  </a:cubicBezTo>
                  <a:lnTo>
                    <a:pt x="15898" y="16566"/>
                  </a:lnTo>
                  <a:cubicBezTo>
                    <a:pt x="15746" y="16627"/>
                    <a:pt x="15654" y="16748"/>
                    <a:pt x="15563" y="16870"/>
                  </a:cubicBezTo>
                  <a:lnTo>
                    <a:pt x="15563" y="16931"/>
                  </a:lnTo>
                  <a:cubicBezTo>
                    <a:pt x="15542" y="16938"/>
                    <a:pt x="15520" y="16941"/>
                    <a:pt x="15500" y="16941"/>
                  </a:cubicBezTo>
                  <a:cubicBezTo>
                    <a:pt x="15434" y="16941"/>
                    <a:pt x="15381" y="16902"/>
                    <a:pt x="15381" y="16809"/>
                  </a:cubicBezTo>
                  <a:cubicBezTo>
                    <a:pt x="15381" y="16724"/>
                    <a:pt x="15461" y="16532"/>
                    <a:pt x="15570" y="16532"/>
                  </a:cubicBezTo>
                  <a:cubicBezTo>
                    <a:pt x="15578" y="16532"/>
                    <a:pt x="15586" y="16533"/>
                    <a:pt x="15594" y="16535"/>
                  </a:cubicBezTo>
                  <a:lnTo>
                    <a:pt x="15776" y="16535"/>
                  </a:lnTo>
                  <a:cubicBezTo>
                    <a:pt x="15814" y="16523"/>
                    <a:pt x="15846" y="16515"/>
                    <a:pt x="15872" y="16515"/>
                  </a:cubicBezTo>
                  <a:close/>
                  <a:moveTo>
                    <a:pt x="12300" y="16615"/>
                  </a:moveTo>
                  <a:cubicBezTo>
                    <a:pt x="12353" y="16615"/>
                    <a:pt x="12410" y="16649"/>
                    <a:pt x="12433" y="16718"/>
                  </a:cubicBezTo>
                  <a:cubicBezTo>
                    <a:pt x="12460" y="16772"/>
                    <a:pt x="12246" y="17067"/>
                    <a:pt x="12177" y="17067"/>
                  </a:cubicBezTo>
                  <a:cubicBezTo>
                    <a:pt x="12169" y="17067"/>
                    <a:pt x="12162" y="17062"/>
                    <a:pt x="12159" y="17052"/>
                  </a:cubicBezTo>
                  <a:cubicBezTo>
                    <a:pt x="12129" y="16900"/>
                    <a:pt x="12159" y="16748"/>
                    <a:pt x="12250" y="16627"/>
                  </a:cubicBezTo>
                  <a:cubicBezTo>
                    <a:pt x="12265" y="16619"/>
                    <a:pt x="12282" y="16615"/>
                    <a:pt x="12300" y="16615"/>
                  </a:cubicBezTo>
                  <a:close/>
                  <a:moveTo>
                    <a:pt x="3901" y="16918"/>
                  </a:moveTo>
                  <a:cubicBezTo>
                    <a:pt x="3922" y="16918"/>
                    <a:pt x="3939" y="16922"/>
                    <a:pt x="3952" y="16931"/>
                  </a:cubicBezTo>
                  <a:cubicBezTo>
                    <a:pt x="4043" y="16961"/>
                    <a:pt x="4043" y="17022"/>
                    <a:pt x="3952" y="17022"/>
                  </a:cubicBezTo>
                  <a:lnTo>
                    <a:pt x="3891" y="17052"/>
                  </a:lnTo>
                  <a:cubicBezTo>
                    <a:pt x="3739" y="17052"/>
                    <a:pt x="3770" y="17083"/>
                    <a:pt x="3831" y="17174"/>
                  </a:cubicBezTo>
                  <a:cubicBezTo>
                    <a:pt x="3861" y="17174"/>
                    <a:pt x="3739" y="17295"/>
                    <a:pt x="3709" y="17295"/>
                  </a:cubicBezTo>
                  <a:cubicBezTo>
                    <a:pt x="3557" y="17265"/>
                    <a:pt x="3405" y="17234"/>
                    <a:pt x="3253" y="17174"/>
                  </a:cubicBezTo>
                  <a:cubicBezTo>
                    <a:pt x="3253" y="17174"/>
                    <a:pt x="3253" y="17143"/>
                    <a:pt x="3253" y="17113"/>
                  </a:cubicBezTo>
                  <a:cubicBezTo>
                    <a:pt x="3283" y="17083"/>
                    <a:pt x="3344" y="17052"/>
                    <a:pt x="3375" y="17052"/>
                  </a:cubicBezTo>
                  <a:lnTo>
                    <a:pt x="3466" y="17052"/>
                  </a:lnTo>
                  <a:cubicBezTo>
                    <a:pt x="3544" y="17052"/>
                    <a:pt x="3778" y="16918"/>
                    <a:pt x="3901" y="16918"/>
                  </a:cubicBezTo>
                  <a:close/>
                  <a:moveTo>
                    <a:pt x="6203" y="16584"/>
                  </a:moveTo>
                  <a:cubicBezTo>
                    <a:pt x="6213" y="16584"/>
                    <a:pt x="6224" y="16588"/>
                    <a:pt x="6232" y="16596"/>
                  </a:cubicBezTo>
                  <a:lnTo>
                    <a:pt x="6293" y="16627"/>
                  </a:lnTo>
                  <a:lnTo>
                    <a:pt x="6323" y="16657"/>
                  </a:lnTo>
                  <a:cubicBezTo>
                    <a:pt x="6384" y="16718"/>
                    <a:pt x="6262" y="16809"/>
                    <a:pt x="6201" y="16809"/>
                  </a:cubicBezTo>
                  <a:cubicBezTo>
                    <a:pt x="6141" y="16809"/>
                    <a:pt x="5867" y="16961"/>
                    <a:pt x="5897" y="17052"/>
                  </a:cubicBezTo>
                  <a:cubicBezTo>
                    <a:pt x="5906" y="17069"/>
                    <a:pt x="5912" y="17086"/>
                    <a:pt x="5916" y="17100"/>
                  </a:cubicBezTo>
                  <a:lnTo>
                    <a:pt x="5916" y="17100"/>
                  </a:lnTo>
                  <a:cubicBezTo>
                    <a:pt x="5881" y="17077"/>
                    <a:pt x="5768" y="17043"/>
                    <a:pt x="5677" y="17043"/>
                  </a:cubicBezTo>
                  <a:cubicBezTo>
                    <a:pt x="5626" y="17043"/>
                    <a:pt x="5582" y="17054"/>
                    <a:pt x="5563" y="17083"/>
                  </a:cubicBezTo>
                  <a:cubicBezTo>
                    <a:pt x="5442" y="17174"/>
                    <a:pt x="5320" y="17234"/>
                    <a:pt x="5168" y="17295"/>
                  </a:cubicBezTo>
                  <a:cubicBezTo>
                    <a:pt x="5077" y="17295"/>
                    <a:pt x="4986" y="17022"/>
                    <a:pt x="4986" y="16900"/>
                  </a:cubicBezTo>
                  <a:cubicBezTo>
                    <a:pt x="4986" y="16832"/>
                    <a:pt x="5174" y="16746"/>
                    <a:pt x="5293" y="16746"/>
                  </a:cubicBezTo>
                  <a:cubicBezTo>
                    <a:pt x="5333" y="16746"/>
                    <a:pt x="5366" y="16756"/>
                    <a:pt x="5381" y="16779"/>
                  </a:cubicBezTo>
                  <a:cubicBezTo>
                    <a:pt x="5390" y="16806"/>
                    <a:pt x="5422" y="16817"/>
                    <a:pt x="5460" y="16817"/>
                  </a:cubicBezTo>
                  <a:cubicBezTo>
                    <a:pt x="5549" y="16817"/>
                    <a:pt x="5675" y="16760"/>
                    <a:pt x="5654" y="16718"/>
                  </a:cubicBezTo>
                  <a:cubicBezTo>
                    <a:pt x="5636" y="16680"/>
                    <a:pt x="5652" y="16654"/>
                    <a:pt x="5695" y="16654"/>
                  </a:cubicBezTo>
                  <a:cubicBezTo>
                    <a:pt x="5722" y="16654"/>
                    <a:pt x="5760" y="16664"/>
                    <a:pt x="5806" y="16687"/>
                  </a:cubicBezTo>
                  <a:lnTo>
                    <a:pt x="5928" y="16687"/>
                  </a:lnTo>
                  <a:cubicBezTo>
                    <a:pt x="5989" y="16687"/>
                    <a:pt x="6049" y="16687"/>
                    <a:pt x="6110" y="16657"/>
                  </a:cubicBezTo>
                  <a:lnTo>
                    <a:pt x="6141" y="16657"/>
                  </a:lnTo>
                  <a:cubicBezTo>
                    <a:pt x="6141" y="16612"/>
                    <a:pt x="6173" y="16584"/>
                    <a:pt x="6203" y="16584"/>
                  </a:cubicBezTo>
                  <a:close/>
                  <a:moveTo>
                    <a:pt x="86081" y="0"/>
                  </a:moveTo>
                  <a:lnTo>
                    <a:pt x="85473" y="122"/>
                  </a:lnTo>
                  <a:lnTo>
                    <a:pt x="85261" y="152"/>
                  </a:lnTo>
                  <a:lnTo>
                    <a:pt x="85078" y="183"/>
                  </a:lnTo>
                  <a:cubicBezTo>
                    <a:pt x="84957" y="183"/>
                    <a:pt x="84805" y="213"/>
                    <a:pt x="84683" y="274"/>
                  </a:cubicBezTo>
                  <a:cubicBezTo>
                    <a:pt x="84683" y="335"/>
                    <a:pt x="84683" y="426"/>
                    <a:pt x="84622" y="456"/>
                  </a:cubicBezTo>
                  <a:lnTo>
                    <a:pt x="84531" y="487"/>
                  </a:lnTo>
                  <a:cubicBezTo>
                    <a:pt x="84503" y="403"/>
                    <a:pt x="84400" y="270"/>
                    <a:pt x="84336" y="270"/>
                  </a:cubicBezTo>
                  <a:cubicBezTo>
                    <a:pt x="84330" y="270"/>
                    <a:pt x="84324" y="271"/>
                    <a:pt x="84318" y="274"/>
                  </a:cubicBezTo>
                  <a:cubicBezTo>
                    <a:pt x="84304" y="283"/>
                    <a:pt x="84286" y="288"/>
                    <a:pt x="84267" y="288"/>
                  </a:cubicBezTo>
                  <a:cubicBezTo>
                    <a:pt x="84163" y="288"/>
                    <a:pt x="84000" y="168"/>
                    <a:pt x="83923" y="91"/>
                  </a:cubicBezTo>
                  <a:cubicBezTo>
                    <a:pt x="83904" y="73"/>
                    <a:pt x="83883" y="65"/>
                    <a:pt x="83862" y="65"/>
                  </a:cubicBezTo>
                  <a:cubicBezTo>
                    <a:pt x="83815" y="65"/>
                    <a:pt x="83771" y="101"/>
                    <a:pt x="83771" y="122"/>
                  </a:cubicBezTo>
                  <a:cubicBezTo>
                    <a:pt x="83741" y="183"/>
                    <a:pt x="83650" y="213"/>
                    <a:pt x="83528" y="213"/>
                  </a:cubicBezTo>
                  <a:lnTo>
                    <a:pt x="83498" y="183"/>
                  </a:lnTo>
                  <a:cubicBezTo>
                    <a:pt x="83467" y="142"/>
                    <a:pt x="83440" y="129"/>
                    <a:pt x="83414" y="129"/>
                  </a:cubicBezTo>
                  <a:cubicBezTo>
                    <a:pt x="83363" y="129"/>
                    <a:pt x="83315" y="183"/>
                    <a:pt x="83255" y="183"/>
                  </a:cubicBezTo>
                  <a:cubicBezTo>
                    <a:pt x="83224" y="183"/>
                    <a:pt x="83163" y="152"/>
                    <a:pt x="83163" y="91"/>
                  </a:cubicBezTo>
                  <a:lnTo>
                    <a:pt x="83133" y="61"/>
                  </a:lnTo>
                  <a:cubicBezTo>
                    <a:pt x="83133" y="39"/>
                    <a:pt x="83129" y="29"/>
                    <a:pt x="83123" y="29"/>
                  </a:cubicBezTo>
                  <a:cubicBezTo>
                    <a:pt x="83111" y="29"/>
                    <a:pt x="83092" y="63"/>
                    <a:pt x="83072" y="122"/>
                  </a:cubicBezTo>
                  <a:lnTo>
                    <a:pt x="83011" y="152"/>
                  </a:lnTo>
                  <a:cubicBezTo>
                    <a:pt x="82951" y="243"/>
                    <a:pt x="82829" y="183"/>
                    <a:pt x="82768" y="243"/>
                  </a:cubicBezTo>
                  <a:lnTo>
                    <a:pt x="82647" y="304"/>
                  </a:lnTo>
                  <a:cubicBezTo>
                    <a:pt x="82495" y="243"/>
                    <a:pt x="82343" y="213"/>
                    <a:pt x="82191" y="213"/>
                  </a:cubicBezTo>
                  <a:cubicBezTo>
                    <a:pt x="82069" y="274"/>
                    <a:pt x="81948" y="304"/>
                    <a:pt x="81826" y="304"/>
                  </a:cubicBezTo>
                  <a:lnTo>
                    <a:pt x="81400" y="304"/>
                  </a:lnTo>
                  <a:lnTo>
                    <a:pt x="81096" y="335"/>
                  </a:lnTo>
                  <a:lnTo>
                    <a:pt x="81036" y="335"/>
                  </a:lnTo>
                  <a:lnTo>
                    <a:pt x="80489" y="456"/>
                  </a:lnTo>
                  <a:cubicBezTo>
                    <a:pt x="80468" y="466"/>
                    <a:pt x="80445" y="470"/>
                    <a:pt x="80420" y="470"/>
                  </a:cubicBezTo>
                  <a:cubicBezTo>
                    <a:pt x="80370" y="470"/>
                    <a:pt x="80316" y="456"/>
                    <a:pt x="80276" y="456"/>
                  </a:cubicBezTo>
                  <a:lnTo>
                    <a:pt x="80124" y="456"/>
                  </a:lnTo>
                  <a:cubicBezTo>
                    <a:pt x="80017" y="426"/>
                    <a:pt x="79911" y="411"/>
                    <a:pt x="79808" y="411"/>
                  </a:cubicBezTo>
                  <a:cubicBezTo>
                    <a:pt x="79706" y="411"/>
                    <a:pt x="79607" y="426"/>
                    <a:pt x="79516" y="456"/>
                  </a:cubicBezTo>
                  <a:lnTo>
                    <a:pt x="79333" y="395"/>
                  </a:lnTo>
                  <a:cubicBezTo>
                    <a:pt x="79303" y="390"/>
                    <a:pt x="79272" y="389"/>
                    <a:pt x="79240" y="389"/>
                  </a:cubicBezTo>
                  <a:cubicBezTo>
                    <a:pt x="79176" y="389"/>
                    <a:pt x="79111" y="395"/>
                    <a:pt x="79045" y="395"/>
                  </a:cubicBezTo>
                  <a:cubicBezTo>
                    <a:pt x="78946" y="395"/>
                    <a:pt x="78847" y="380"/>
                    <a:pt x="78756" y="304"/>
                  </a:cubicBezTo>
                  <a:lnTo>
                    <a:pt x="78726" y="304"/>
                  </a:lnTo>
                  <a:cubicBezTo>
                    <a:pt x="78634" y="304"/>
                    <a:pt x="78482" y="365"/>
                    <a:pt x="78361" y="395"/>
                  </a:cubicBezTo>
                  <a:lnTo>
                    <a:pt x="78239" y="395"/>
                  </a:lnTo>
                  <a:lnTo>
                    <a:pt x="78057" y="365"/>
                  </a:lnTo>
                  <a:cubicBezTo>
                    <a:pt x="78016" y="405"/>
                    <a:pt x="77952" y="419"/>
                    <a:pt x="77880" y="419"/>
                  </a:cubicBezTo>
                  <a:cubicBezTo>
                    <a:pt x="77736" y="419"/>
                    <a:pt x="77560" y="365"/>
                    <a:pt x="77479" y="365"/>
                  </a:cubicBezTo>
                  <a:cubicBezTo>
                    <a:pt x="77327" y="395"/>
                    <a:pt x="77175" y="426"/>
                    <a:pt x="77023" y="487"/>
                  </a:cubicBezTo>
                  <a:lnTo>
                    <a:pt x="76932" y="487"/>
                  </a:lnTo>
                  <a:cubicBezTo>
                    <a:pt x="76841" y="487"/>
                    <a:pt x="76750" y="426"/>
                    <a:pt x="76659" y="426"/>
                  </a:cubicBezTo>
                  <a:cubicBezTo>
                    <a:pt x="76537" y="426"/>
                    <a:pt x="76446" y="456"/>
                    <a:pt x="76355" y="487"/>
                  </a:cubicBezTo>
                  <a:lnTo>
                    <a:pt x="76112" y="547"/>
                  </a:lnTo>
                  <a:lnTo>
                    <a:pt x="75504" y="578"/>
                  </a:lnTo>
                  <a:cubicBezTo>
                    <a:pt x="75443" y="529"/>
                    <a:pt x="75377" y="514"/>
                    <a:pt x="75309" y="514"/>
                  </a:cubicBezTo>
                  <a:cubicBezTo>
                    <a:pt x="75206" y="514"/>
                    <a:pt x="75096" y="547"/>
                    <a:pt x="74987" y="547"/>
                  </a:cubicBezTo>
                  <a:lnTo>
                    <a:pt x="74805" y="547"/>
                  </a:lnTo>
                  <a:cubicBezTo>
                    <a:pt x="74778" y="553"/>
                    <a:pt x="74753" y="555"/>
                    <a:pt x="74729" y="555"/>
                  </a:cubicBezTo>
                  <a:cubicBezTo>
                    <a:pt x="74612" y="555"/>
                    <a:pt x="74515" y="496"/>
                    <a:pt x="74440" y="395"/>
                  </a:cubicBezTo>
                  <a:cubicBezTo>
                    <a:pt x="74438" y="391"/>
                    <a:pt x="74434" y="389"/>
                    <a:pt x="74428" y="389"/>
                  </a:cubicBezTo>
                  <a:cubicBezTo>
                    <a:pt x="74355" y="389"/>
                    <a:pt x="74001" y="738"/>
                    <a:pt x="73832" y="851"/>
                  </a:cubicBezTo>
                  <a:cubicBezTo>
                    <a:pt x="73753" y="910"/>
                    <a:pt x="73649" y="944"/>
                    <a:pt x="73545" y="944"/>
                  </a:cubicBezTo>
                  <a:cubicBezTo>
                    <a:pt x="73487" y="944"/>
                    <a:pt x="73430" y="934"/>
                    <a:pt x="73376" y="912"/>
                  </a:cubicBezTo>
                  <a:cubicBezTo>
                    <a:pt x="73346" y="882"/>
                    <a:pt x="73376" y="851"/>
                    <a:pt x="73467" y="851"/>
                  </a:cubicBezTo>
                  <a:lnTo>
                    <a:pt x="73498" y="821"/>
                  </a:lnTo>
                  <a:cubicBezTo>
                    <a:pt x="73498" y="790"/>
                    <a:pt x="73528" y="760"/>
                    <a:pt x="73528" y="730"/>
                  </a:cubicBezTo>
                  <a:cubicBezTo>
                    <a:pt x="73528" y="699"/>
                    <a:pt x="73437" y="669"/>
                    <a:pt x="73437" y="669"/>
                  </a:cubicBezTo>
                  <a:lnTo>
                    <a:pt x="73315" y="760"/>
                  </a:lnTo>
                  <a:cubicBezTo>
                    <a:pt x="73102" y="730"/>
                    <a:pt x="72890" y="699"/>
                    <a:pt x="72707" y="699"/>
                  </a:cubicBezTo>
                  <a:lnTo>
                    <a:pt x="72555" y="669"/>
                  </a:lnTo>
                  <a:cubicBezTo>
                    <a:pt x="72475" y="637"/>
                    <a:pt x="72412" y="596"/>
                    <a:pt x="72366" y="596"/>
                  </a:cubicBezTo>
                  <a:cubicBezTo>
                    <a:pt x="72324" y="596"/>
                    <a:pt x="72296" y="629"/>
                    <a:pt x="72282" y="730"/>
                  </a:cubicBezTo>
                  <a:lnTo>
                    <a:pt x="72130" y="730"/>
                  </a:lnTo>
                  <a:cubicBezTo>
                    <a:pt x="72106" y="698"/>
                    <a:pt x="72082" y="687"/>
                    <a:pt x="72059" y="687"/>
                  </a:cubicBezTo>
                  <a:cubicBezTo>
                    <a:pt x="72006" y="687"/>
                    <a:pt x="71957" y="742"/>
                    <a:pt x="71916" y="742"/>
                  </a:cubicBezTo>
                  <a:cubicBezTo>
                    <a:pt x="71906" y="742"/>
                    <a:pt x="71896" y="739"/>
                    <a:pt x="71887" y="730"/>
                  </a:cubicBezTo>
                  <a:cubicBezTo>
                    <a:pt x="71852" y="695"/>
                    <a:pt x="71820" y="683"/>
                    <a:pt x="71790" y="683"/>
                  </a:cubicBezTo>
                  <a:cubicBezTo>
                    <a:pt x="71715" y="683"/>
                    <a:pt x="71656" y="760"/>
                    <a:pt x="71613" y="760"/>
                  </a:cubicBezTo>
                  <a:cubicBezTo>
                    <a:pt x="71595" y="766"/>
                    <a:pt x="71577" y="769"/>
                    <a:pt x="71559" y="769"/>
                  </a:cubicBezTo>
                  <a:cubicBezTo>
                    <a:pt x="71487" y="769"/>
                    <a:pt x="71418" y="730"/>
                    <a:pt x="71370" y="730"/>
                  </a:cubicBezTo>
                  <a:lnTo>
                    <a:pt x="71279" y="730"/>
                  </a:lnTo>
                  <a:cubicBezTo>
                    <a:pt x="71232" y="753"/>
                    <a:pt x="71190" y="763"/>
                    <a:pt x="71154" y="763"/>
                  </a:cubicBezTo>
                  <a:cubicBezTo>
                    <a:pt x="71096" y="763"/>
                    <a:pt x="71054" y="737"/>
                    <a:pt x="71035" y="699"/>
                  </a:cubicBezTo>
                  <a:lnTo>
                    <a:pt x="71005" y="669"/>
                  </a:lnTo>
                  <a:cubicBezTo>
                    <a:pt x="70950" y="669"/>
                    <a:pt x="70844" y="794"/>
                    <a:pt x="70780" y="794"/>
                  </a:cubicBezTo>
                  <a:cubicBezTo>
                    <a:pt x="70773" y="794"/>
                    <a:pt x="70767" y="793"/>
                    <a:pt x="70762" y="790"/>
                  </a:cubicBezTo>
                  <a:cubicBezTo>
                    <a:pt x="70610" y="760"/>
                    <a:pt x="70488" y="730"/>
                    <a:pt x="70336" y="730"/>
                  </a:cubicBezTo>
                  <a:lnTo>
                    <a:pt x="70245" y="821"/>
                  </a:lnTo>
                  <a:cubicBezTo>
                    <a:pt x="70180" y="886"/>
                    <a:pt x="70097" y="916"/>
                    <a:pt x="70016" y="916"/>
                  </a:cubicBezTo>
                  <a:cubicBezTo>
                    <a:pt x="69946" y="916"/>
                    <a:pt x="69876" y="894"/>
                    <a:pt x="69820" y="851"/>
                  </a:cubicBezTo>
                  <a:lnTo>
                    <a:pt x="69485" y="699"/>
                  </a:lnTo>
                  <a:lnTo>
                    <a:pt x="69212" y="790"/>
                  </a:lnTo>
                  <a:lnTo>
                    <a:pt x="69151" y="882"/>
                  </a:lnTo>
                  <a:cubicBezTo>
                    <a:pt x="69060" y="790"/>
                    <a:pt x="68969" y="730"/>
                    <a:pt x="68908" y="639"/>
                  </a:cubicBezTo>
                  <a:cubicBezTo>
                    <a:pt x="68904" y="635"/>
                    <a:pt x="68899" y="633"/>
                    <a:pt x="68894" y="633"/>
                  </a:cubicBezTo>
                  <a:cubicBezTo>
                    <a:pt x="68861" y="633"/>
                    <a:pt x="68809" y="715"/>
                    <a:pt x="68756" y="821"/>
                  </a:cubicBezTo>
                  <a:lnTo>
                    <a:pt x="68634" y="760"/>
                  </a:lnTo>
                  <a:lnTo>
                    <a:pt x="68452" y="669"/>
                  </a:lnTo>
                  <a:cubicBezTo>
                    <a:pt x="68269" y="699"/>
                    <a:pt x="68087" y="699"/>
                    <a:pt x="68026" y="699"/>
                  </a:cubicBezTo>
                  <a:lnTo>
                    <a:pt x="67996" y="699"/>
                  </a:lnTo>
                  <a:cubicBezTo>
                    <a:pt x="67892" y="820"/>
                    <a:pt x="67779" y="853"/>
                    <a:pt x="67655" y="853"/>
                  </a:cubicBezTo>
                  <a:cubicBezTo>
                    <a:pt x="67562" y="853"/>
                    <a:pt x="67463" y="834"/>
                    <a:pt x="67358" y="821"/>
                  </a:cubicBezTo>
                  <a:cubicBezTo>
                    <a:pt x="67266" y="790"/>
                    <a:pt x="67114" y="790"/>
                    <a:pt x="67023" y="760"/>
                  </a:cubicBezTo>
                  <a:lnTo>
                    <a:pt x="66810" y="699"/>
                  </a:lnTo>
                  <a:cubicBezTo>
                    <a:pt x="66810" y="780"/>
                    <a:pt x="66770" y="821"/>
                    <a:pt x="66707" y="821"/>
                  </a:cubicBezTo>
                  <a:cubicBezTo>
                    <a:pt x="66675" y="821"/>
                    <a:pt x="66638" y="811"/>
                    <a:pt x="66598" y="790"/>
                  </a:cubicBezTo>
                  <a:lnTo>
                    <a:pt x="66476" y="760"/>
                  </a:lnTo>
                  <a:cubicBezTo>
                    <a:pt x="66415" y="760"/>
                    <a:pt x="66341" y="814"/>
                    <a:pt x="66262" y="814"/>
                  </a:cubicBezTo>
                  <a:cubicBezTo>
                    <a:pt x="66223" y="814"/>
                    <a:pt x="66182" y="801"/>
                    <a:pt x="66142" y="760"/>
                  </a:cubicBezTo>
                  <a:cubicBezTo>
                    <a:pt x="66020" y="821"/>
                    <a:pt x="65868" y="882"/>
                    <a:pt x="65747" y="912"/>
                  </a:cubicBezTo>
                  <a:cubicBezTo>
                    <a:pt x="65534" y="851"/>
                    <a:pt x="65351" y="821"/>
                    <a:pt x="65139" y="790"/>
                  </a:cubicBezTo>
                  <a:cubicBezTo>
                    <a:pt x="65086" y="808"/>
                    <a:pt x="64973" y="826"/>
                    <a:pt x="64880" y="826"/>
                  </a:cubicBezTo>
                  <a:cubicBezTo>
                    <a:pt x="64813" y="826"/>
                    <a:pt x="64756" y="816"/>
                    <a:pt x="64744" y="790"/>
                  </a:cubicBezTo>
                  <a:cubicBezTo>
                    <a:pt x="64728" y="775"/>
                    <a:pt x="64709" y="770"/>
                    <a:pt x="64688" y="770"/>
                  </a:cubicBezTo>
                  <a:cubicBezTo>
                    <a:pt x="64624" y="770"/>
                    <a:pt x="64538" y="821"/>
                    <a:pt x="64470" y="821"/>
                  </a:cubicBezTo>
                  <a:cubicBezTo>
                    <a:pt x="64348" y="821"/>
                    <a:pt x="64227" y="790"/>
                    <a:pt x="64105" y="730"/>
                  </a:cubicBezTo>
                  <a:lnTo>
                    <a:pt x="64014" y="790"/>
                  </a:lnTo>
                  <a:lnTo>
                    <a:pt x="63923" y="882"/>
                  </a:lnTo>
                  <a:cubicBezTo>
                    <a:pt x="63910" y="875"/>
                    <a:pt x="63890" y="873"/>
                    <a:pt x="63867" y="873"/>
                  </a:cubicBezTo>
                  <a:cubicBezTo>
                    <a:pt x="63802" y="873"/>
                    <a:pt x="63709" y="890"/>
                    <a:pt x="63645" y="890"/>
                  </a:cubicBezTo>
                  <a:cubicBezTo>
                    <a:pt x="63621" y="890"/>
                    <a:pt x="63601" y="888"/>
                    <a:pt x="63589" y="882"/>
                  </a:cubicBezTo>
                  <a:cubicBezTo>
                    <a:pt x="63561" y="826"/>
                    <a:pt x="63331" y="695"/>
                    <a:pt x="63222" y="695"/>
                  </a:cubicBezTo>
                  <a:cubicBezTo>
                    <a:pt x="63211" y="695"/>
                    <a:pt x="63202" y="697"/>
                    <a:pt x="63193" y="699"/>
                  </a:cubicBezTo>
                  <a:cubicBezTo>
                    <a:pt x="63011" y="760"/>
                    <a:pt x="62859" y="790"/>
                    <a:pt x="62677" y="821"/>
                  </a:cubicBezTo>
                  <a:cubicBezTo>
                    <a:pt x="62555" y="790"/>
                    <a:pt x="62464" y="730"/>
                    <a:pt x="62403" y="639"/>
                  </a:cubicBezTo>
                  <a:lnTo>
                    <a:pt x="62312" y="578"/>
                  </a:lnTo>
                  <a:lnTo>
                    <a:pt x="62281" y="547"/>
                  </a:lnTo>
                  <a:cubicBezTo>
                    <a:pt x="62190" y="547"/>
                    <a:pt x="62160" y="639"/>
                    <a:pt x="62160" y="699"/>
                  </a:cubicBezTo>
                  <a:cubicBezTo>
                    <a:pt x="62190" y="730"/>
                    <a:pt x="62130" y="790"/>
                    <a:pt x="62038" y="851"/>
                  </a:cubicBezTo>
                  <a:lnTo>
                    <a:pt x="61917" y="882"/>
                  </a:lnTo>
                  <a:cubicBezTo>
                    <a:pt x="61826" y="882"/>
                    <a:pt x="61734" y="821"/>
                    <a:pt x="61643" y="790"/>
                  </a:cubicBezTo>
                  <a:cubicBezTo>
                    <a:pt x="61598" y="775"/>
                    <a:pt x="61544" y="768"/>
                    <a:pt x="61487" y="768"/>
                  </a:cubicBezTo>
                  <a:cubicBezTo>
                    <a:pt x="61430" y="768"/>
                    <a:pt x="61370" y="775"/>
                    <a:pt x="61309" y="790"/>
                  </a:cubicBezTo>
                  <a:cubicBezTo>
                    <a:pt x="61235" y="852"/>
                    <a:pt x="61166" y="874"/>
                    <a:pt x="61100" y="874"/>
                  </a:cubicBezTo>
                  <a:cubicBezTo>
                    <a:pt x="61003" y="874"/>
                    <a:pt x="60913" y="827"/>
                    <a:pt x="60823" y="790"/>
                  </a:cubicBezTo>
                  <a:cubicBezTo>
                    <a:pt x="60755" y="771"/>
                    <a:pt x="60685" y="761"/>
                    <a:pt x="60614" y="761"/>
                  </a:cubicBezTo>
                  <a:cubicBezTo>
                    <a:pt x="60462" y="761"/>
                    <a:pt x="60309" y="808"/>
                    <a:pt x="60184" y="912"/>
                  </a:cubicBezTo>
                  <a:lnTo>
                    <a:pt x="60154" y="942"/>
                  </a:lnTo>
                  <a:cubicBezTo>
                    <a:pt x="60129" y="951"/>
                    <a:pt x="60105" y="954"/>
                    <a:pt x="60080" y="954"/>
                  </a:cubicBezTo>
                  <a:cubicBezTo>
                    <a:pt x="60014" y="954"/>
                    <a:pt x="59947" y="926"/>
                    <a:pt x="59880" y="882"/>
                  </a:cubicBezTo>
                  <a:lnTo>
                    <a:pt x="59850" y="821"/>
                  </a:lnTo>
                  <a:cubicBezTo>
                    <a:pt x="59814" y="785"/>
                    <a:pt x="59774" y="773"/>
                    <a:pt x="59734" y="773"/>
                  </a:cubicBezTo>
                  <a:cubicBezTo>
                    <a:pt x="59673" y="773"/>
                    <a:pt x="59613" y="802"/>
                    <a:pt x="59576" y="821"/>
                  </a:cubicBezTo>
                  <a:cubicBezTo>
                    <a:pt x="59546" y="836"/>
                    <a:pt x="59508" y="836"/>
                    <a:pt x="59474" y="836"/>
                  </a:cubicBezTo>
                  <a:cubicBezTo>
                    <a:pt x="59440" y="836"/>
                    <a:pt x="59409" y="836"/>
                    <a:pt x="59394" y="851"/>
                  </a:cubicBezTo>
                  <a:cubicBezTo>
                    <a:pt x="59339" y="895"/>
                    <a:pt x="59296" y="911"/>
                    <a:pt x="59260" y="911"/>
                  </a:cubicBezTo>
                  <a:cubicBezTo>
                    <a:pt x="59194" y="911"/>
                    <a:pt x="59148" y="860"/>
                    <a:pt x="59090" y="821"/>
                  </a:cubicBezTo>
                  <a:cubicBezTo>
                    <a:pt x="59029" y="790"/>
                    <a:pt x="58968" y="760"/>
                    <a:pt x="58938" y="730"/>
                  </a:cubicBezTo>
                  <a:cubicBezTo>
                    <a:pt x="58908" y="730"/>
                    <a:pt x="58847" y="760"/>
                    <a:pt x="58847" y="760"/>
                  </a:cubicBezTo>
                  <a:lnTo>
                    <a:pt x="58847" y="821"/>
                  </a:lnTo>
                  <a:cubicBezTo>
                    <a:pt x="58877" y="882"/>
                    <a:pt x="58847" y="882"/>
                    <a:pt x="58786" y="882"/>
                  </a:cubicBezTo>
                  <a:lnTo>
                    <a:pt x="58725" y="851"/>
                  </a:lnTo>
                  <a:cubicBezTo>
                    <a:pt x="58543" y="821"/>
                    <a:pt x="58360" y="821"/>
                    <a:pt x="58208" y="821"/>
                  </a:cubicBezTo>
                  <a:lnTo>
                    <a:pt x="58056" y="821"/>
                  </a:lnTo>
                  <a:cubicBezTo>
                    <a:pt x="57905" y="790"/>
                    <a:pt x="57753" y="760"/>
                    <a:pt x="57601" y="760"/>
                  </a:cubicBezTo>
                  <a:cubicBezTo>
                    <a:pt x="57601" y="841"/>
                    <a:pt x="57574" y="895"/>
                    <a:pt x="57510" y="895"/>
                  </a:cubicBezTo>
                  <a:cubicBezTo>
                    <a:pt x="57479" y="895"/>
                    <a:pt x="57438" y="882"/>
                    <a:pt x="57388" y="851"/>
                  </a:cubicBezTo>
                  <a:lnTo>
                    <a:pt x="57297" y="821"/>
                  </a:lnTo>
                  <a:cubicBezTo>
                    <a:pt x="57175" y="821"/>
                    <a:pt x="56780" y="851"/>
                    <a:pt x="56446" y="882"/>
                  </a:cubicBezTo>
                  <a:lnTo>
                    <a:pt x="56172" y="882"/>
                  </a:lnTo>
                  <a:cubicBezTo>
                    <a:pt x="56081" y="882"/>
                    <a:pt x="55898" y="821"/>
                    <a:pt x="55898" y="821"/>
                  </a:cubicBezTo>
                  <a:cubicBezTo>
                    <a:pt x="55845" y="874"/>
                    <a:pt x="55796" y="894"/>
                    <a:pt x="55751" y="894"/>
                  </a:cubicBezTo>
                  <a:cubicBezTo>
                    <a:pt x="55642" y="894"/>
                    <a:pt x="55550" y="782"/>
                    <a:pt x="55442" y="760"/>
                  </a:cubicBezTo>
                  <a:cubicBezTo>
                    <a:pt x="55415" y="760"/>
                    <a:pt x="55412" y="634"/>
                    <a:pt x="55344" y="634"/>
                  </a:cubicBezTo>
                  <a:cubicBezTo>
                    <a:pt x="55337" y="634"/>
                    <a:pt x="55329" y="636"/>
                    <a:pt x="55321" y="639"/>
                  </a:cubicBezTo>
                  <a:cubicBezTo>
                    <a:pt x="55108" y="699"/>
                    <a:pt x="55351" y="760"/>
                    <a:pt x="55321" y="760"/>
                  </a:cubicBezTo>
                  <a:lnTo>
                    <a:pt x="55169" y="851"/>
                  </a:lnTo>
                  <a:cubicBezTo>
                    <a:pt x="55053" y="909"/>
                    <a:pt x="54938" y="930"/>
                    <a:pt x="54869" y="930"/>
                  </a:cubicBezTo>
                  <a:cubicBezTo>
                    <a:pt x="54829" y="930"/>
                    <a:pt x="54804" y="923"/>
                    <a:pt x="54804" y="912"/>
                  </a:cubicBezTo>
                  <a:lnTo>
                    <a:pt x="54804" y="851"/>
                  </a:lnTo>
                  <a:lnTo>
                    <a:pt x="54804" y="821"/>
                  </a:lnTo>
                  <a:cubicBezTo>
                    <a:pt x="54804" y="798"/>
                    <a:pt x="54791" y="788"/>
                    <a:pt x="54768" y="788"/>
                  </a:cubicBezTo>
                  <a:cubicBezTo>
                    <a:pt x="54730" y="788"/>
                    <a:pt x="54667" y="814"/>
                    <a:pt x="54591" y="851"/>
                  </a:cubicBezTo>
                  <a:lnTo>
                    <a:pt x="54379" y="821"/>
                  </a:lnTo>
                  <a:cubicBezTo>
                    <a:pt x="54333" y="806"/>
                    <a:pt x="54295" y="798"/>
                    <a:pt x="54261" y="798"/>
                  </a:cubicBezTo>
                  <a:cubicBezTo>
                    <a:pt x="54227" y="798"/>
                    <a:pt x="54196" y="806"/>
                    <a:pt x="54166" y="821"/>
                  </a:cubicBezTo>
                  <a:lnTo>
                    <a:pt x="54044" y="821"/>
                  </a:lnTo>
                  <a:cubicBezTo>
                    <a:pt x="53862" y="821"/>
                    <a:pt x="53710" y="790"/>
                    <a:pt x="53558" y="730"/>
                  </a:cubicBezTo>
                  <a:lnTo>
                    <a:pt x="53436" y="790"/>
                  </a:lnTo>
                  <a:lnTo>
                    <a:pt x="53406" y="790"/>
                  </a:lnTo>
                  <a:cubicBezTo>
                    <a:pt x="53376" y="790"/>
                    <a:pt x="53132" y="973"/>
                    <a:pt x="53011" y="973"/>
                  </a:cubicBezTo>
                  <a:cubicBezTo>
                    <a:pt x="53004" y="975"/>
                    <a:pt x="52997" y="976"/>
                    <a:pt x="52989" y="976"/>
                  </a:cubicBezTo>
                  <a:cubicBezTo>
                    <a:pt x="52893" y="976"/>
                    <a:pt x="52735" y="814"/>
                    <a:pt x="52707" y="730"/>
                  </a:cubicBezTo>
                  <a:cubicBezTo>
                    <a:pt x="52697" y="709"/>
                    <a:pt x="52666" y="699"/>
                    <a:pt x="52621" y="699"/>
                  </a:cubicBezTo>
                  <a:cubicBezTo>
                    <a:pt x="52531" y="699"/>
                    <a:pt x="52383" y="740"/>
                    <a:pt x="52221" y="821"/>
                  </a:cubicBezTo>
                  <a:lnTo>
                    <a:pt x="52008" y="790"/>
                  </a:lnTo>
                  <a:cubicBezTo>
                    <a:pt x="51917" y="760"/>
                    <a:pt x="51825" y="730"/>
                    <a:pt x="51734" y="730"/>
                  </a:cubicBezTo>
                  <a:cubicBezTo>
                    <a:pt x="51673" y="730"/>
                    <a:pt x="51613" y="851"/>
                    <a:pt x="51552" y="851"/>
                  </a:cubicBezTo>
                  <a:lnTo>
                    <a:pt x="51369" y="851"/>
                  </a:lnTo>
                  <a:cubicBezTo>
                    <a:pt x="51319" y="901"/>
                    <a:pt x="51260" y="924"/>
                    <a:pt x="51196" y="924"/>
                  </a:cubicBezTo>
                  <a:cubicBezTo>
                    <a:pt x="51144" y="924"/>
                    <a:pt x="51090" y="909"/>
                    <a:pt x="51035" y="882"/>
                  </a:cubicBezTo>
                  <a:cubicBezTo>
                    <a:pt x="50944" y="821"/>
                    <a:pt x="50853" y="760"/>
                    <a:pt x="50731" y="760"/>
                  </a:cubicBezTo>
                  <a:lnTo>
                    <a:pt x="50458" y="760"/>
                  </a:lnTo>
                  <a:cubicBezTo>
                    <a:pt x="50366" y="760"/>
                    <a:pt x="50275" y="821"/>
                    <a:pt x="50184" y="851"/>
                  </a:cubicBezTo>
                  <a:lnTo>
                    <a:pt x="50032" y="942"/>
                  </a:lnTo>
                  <a:cubicBezTo>
                    <a:pt x="49951" y="861"/>
                    <a:pt x="49870" y="821"/>
                    <a:pt x="49825" y="821"/>
                  </a:cubicBezTo>
                  <a:cubicBezTo>
                    <a:pt x="49802" y="821"/>
                    <a:pt x="49789" y="831"/>
                    <a:pt x="49789" y="851"/>
                  </a:cubicBezTo>
                  <a:cubicBezTo>
                    <a:pt x="49785" y="856"/>
                    <a:pt x="49776" y="857"/>
                    <a:pt x="49766" y="857"/>
                  </a:cubicBezTo>
                  <a:cubicBezTo>
                    <a:pt x="49700" y="857"/>
                    <a:pt x="49533" y="790"/>
                    <a:pt x="49455" y="790"/>
                  </a:cubicBezTo>
                  <a:lnTo>
                    <a:pt x="49151" y="760"/>
                  </a:lnTo>
                  <a:lnTo>
                    <a:pt x="49151" y="730"/>
                  </a:lnTo>
                  <a:lnTo>
                    <a:pt x="49090" y="578"/>
                  </a:lnTo>
                  <a:cubicBezTo>
                    <a:pt x="48968" y="608"/>
                    <a:pt x="48877" y="669"/>
                    <a:pt x="48816" y="730"/>
                  </a:cubicBezTo>
                  <a:lnTo>
                    <a:pt x="48786" y="760"/>
                  </a:lnTo>
                  <a:cubicBezTo>
                    <a:pt x="48695" y="790"/>
                    <a:pt x="48603" y="821"/>
                    <a:pt x="48512" y="851"/>
                  </a:cubicBezTo>
                  <a:lnTo>
                    <a:pt x="48391" y="790"/>
                  </a:lnTo>
                  <a:lnTo>
                    <a:pt x="48269" y="760"/>
                  </a:lnTo>
                  <a:cubicBezTo>
                    <a:pt x="48247" y="766"/>
                    <a:pt x="48225" y="768"/>
                    <a:pt x="48205" y="768"/>
                  </a:cubicBezTo>
                  <a:cubicBezTo>
                    <a:pt x="48114" y="768"/>
                    <a:pt x="48040" y="719"/>
                    <a:pt x="47965" y="669"/>
                  </a:cubicBezTo>
                  <a:lnTo>
                    <a:pt x="47965" y="669"/>
                  </a:lnTo>
                  <a:cubicBezTo>
                    <a:pt x="47965" y="760"/>
                    <a:pt x="47965" y="821"/>
                    <a:pt x="47996" y="882"/>
                  </a:cubicBezTo>
                  <a:lnTo>
                    <a:pt x="47692" y="882"/>
                  </a:lnTo>
                  <a:cubicBezTo>
                    <a:pt x="47681" y="851"/>
                    <a:pt x="47661" y="838"/>
                    <a:pt x="47635" y="838"/>
                  </a:cubicBezTo>
                  <a:cubicBezTo>
                    <a:pt x="47583" y="838"/>
                    <a:pt x="47509" y="892"/>
                    <a:pt x="47448" y="973"/>
                  </a:cubicBezTo>
                  <a:lnTo>
                    <a:pt x="47266" y="882"/>
                  </a:lnTo>
                  <a:lnTo>
                    <a:pt x="47114" y="790"/>
                  </a:lnTo>
                  <a:cubicBezTo>
                    <a:pt x="46962" y="821"/>
                    <a:pt x="46810" y="821"/>
                    <a:pt x="46658" y="821"/>
                  </a:cubicBezTo>
                  <a:lnTo>
                    <a:pt x="46202" y="821"/>
                  </a:lnTo>
                  <a:cubicBezTo>
                    <a:pt x="46104" y="845"/>
                    <a:pt x="45966" y="890"/>
                    <a:pt x="45884" y="890"/>
                  </a:cubicBezTo>
                  <a:cubicBezTo>
                    <a:pt x="45865" y="890"/>
                    <a:pt x="45849" y="887"/>
                    <a:pt x="45837" y="882"/>
                  </a:cubicBezTo>
                  <a:cubicBezTo>
                    <a:pt x="45781" y="844"/>
                    <a:pt x="45736" y="830"/>
                    <a:pt x="45699" y="830"/>
                  </a:cubicBezTo>
                  <a:cubicBezTo>
                    <a:pt x="45617" y="830"/>
                    <a:pt x="45575" y="901"/>
                    <a:pt x="45533" y="942"/>
                  </a:cubicBezTo>
                  <a:lnTo>
                    <a:pt x="45412" y="1034"/>
                  </a:lnTo>
                  <a:cubicBezTo>
                    <a:pt x="45381" y="1125"/>
                    <a:pt x="45351" y="1216"/>
                    <a:pt x="45290" y="1307"/>
                  </a:cubicBezTo>
                  <a:cubicBezTo>
                    <a:pt x="45260" y="1307"/>
                    <a:pt x="45199" y="1277"/>
                    <a:pt x="45169" y="1246"/>
                  </a:cubicBezTo>
                  <a:lnTo>
                    <a:pt x="45169" y="1186"/>
                  </a:lnTo>
                  <a:lnTo>
                    <a:pt x="45169" y="1155"/>
                  </a:lnTo>
                  <a:cubicBezTo>
                    <a:pt x="45199" y="1125"/>
                    <a:pt x="44956" y="1003"/>
                    <a:pt x="45017" y="942"/>
                  </a:cubicBezTo>
                  <a:cubicBezTo>
                    <a:pt x="45038" y="921"/>
                    <a:pt x="45037" y="911"/>
                    <a:pt x="45015" y="911"/>
                  </a:cubicBezTo>
                  <a:cubicBezTo>
                    <a:pt x="44976" y="911"/>
                    <a:pt x="44870" y="944"/>
                    <a:pt x="44713" y="1003"/>
                  </a:cubicBezTo>
                  <a:lnTo>
                    <a:pt x="44591" y="973"/>
                  </a:lnTo>
                  <a:cubicBezTo>
                    <a:pt x="44435" y="928"/>
                    <a:pt x="44280" y="900"/>
                    <a:pt x="44124" y="900"/>
                  </a:cubicBezTo>
                  <a:cubicBezTo>
                    <a:pt x="44067" y="900"/>
                    <a:pt x="44010" y="904"/>
                    <a:pt x="43953" y="912"/>
                  </a:cubicBezTo>
                  <a:lnTo>
                    <a:pt x="43679" y="912"/>
                  </a:lnTo>
                  <a:cubicBezTo>
                    <a:pt x="43406" y="942"/>
                    <a:pt x="43041" y="1003"/>
                    <a:pt x="42889" y="1003"/>
                  </a:cubicBezTo>
                  <a:lnTo>
                    <a:pt x="42798" y="942"/>
                  </a:lnTo>
                  <a:cubicBezTo>
                    <a:pt x="42751" y="916"/>
                    <a:pt x="42713" y="905"/>
                    <a:pt x="42682" y="905"/>
                  </a:cubicBezTo>
                  <a:cubicBezTo>
                    <a:pt x="42567" y="905"/>
                    <a:pt x="42528" y="1040"/>
                    <a:pt x="42433" y="1064"/>
                  </a:cubicBezTo>
                  <a:cubicBezTo>
                    <a:pt x="42403" y="1064"/>
                    <a:pt x="42372" y="1003"/>
                    <a:pt x="42312" y="1003"/>
                  </a:cubicBezTo>
                  <a:cubicBezTo>
                    <a:pt x="42181" y="977"/>
                    <a:pt x="41983" y="906"/>
                    <a:pt x="41872" y="906"/>
                  </a:cubicBezTo>
                  <a:cubicBezTo>
                    <a:pt x="41854" y="906"/>
                    <a:pt x="41838" y="908"/>
                    <a:pt x="41825" y="912"/>
                  </a:cubicBezTo>
                  <a:cubicBezTo>
                    <a:pt x="41769" y="950"/>
                    <a:pt x="41730" y="964"/>
                    <a:pt x="41700" y="964"/>
                  </a:cubicBezTo>
                  <a:cubicBezTo>
                    <a:pt x="41634" y="964"/>
                    <a:pt x="41615" y="893"/>
                    <a:pt x="41552" y="851"/>
                  </a:cubicBezTo>
                  <a:lnTo>
                    <a:pt x="41521" y="851"/>
                  </a:lnTo>
                  <a:cubicBezTo>
                    <a:pt x="41491" y="851"/>
                    <a:pt x="41400" y="912"/>
                    <a:pt x="41369" y="942"/>
                  </a:cubicBezTo>
                  <a:cubicBezTo>
                    <a:pt x="41231" y="930"/>
                    <a:pt x="41092" y="922"/>
                    <a:pt x="40956" y="922"/>
                  </a:cubicBezTo>
                  <a:cubicBezTo>
                    <a:pt x="40763" y="922"/>
                    <a:pt x="40575" y="937"/>
                    <a:pt x="40397" y="973"/>
                  </a:cubicBezTo>
                  <a:cubicBezTo>
                    <a:pt x="40305" y="1003"/>
                    <a:pt x="40207" y="1018"/>
                    <a:pt x="40108" y="1018"/>
                  </a:cubicBezTo>
                  <a:cubicBezTo>
                    <a:pt x="40009" y="1018"/>
                    <a:pt x="39910" y="1003"/>
                    <a:pt x="39819" y="973"/>
                  </a:cubicBezTo>
                  <a:cubicBezTo>
                    <a:pt x="39810" y="964"/>
                    <a:pt x="39791" y="960"/>
                    <a:pt x="39767" y="960"/>
                  </a:cubicBezTo>
                  <a:cubicBezTo>
                    <a:pt x="39710" y="960"/>
                    <a:pt x="39628" y="982"/>
                    <a:pt x="39606" y="1003"/>
                  </a:cubicBezTo>
                  <a:cubicBezTo>
                    <a:pt x="39602" y="1007"/>
                    <a:pt x="39594" y="1009"/>
                    <a:pt x="39584" y="1009"/>
                  </a:cubicBezTo>
                  <a:cubicBezTo>
                    <a:pt x="39519" y="1009"/>
                    <a:pt x="39350" y="938"/>
                    <a:pt x="39272" y="912"/>
                  </a:cubicBezTo>
                  <a:cubicBezTo>
                    <a:pt x="39257" y="897"/>
                    <a:pt x="39217" y="891"/>
                    <a:pt x="39163" y="891"/>
                  </a:cubicBezTo>
                  <a:cubicBezTo>
                    <a:pt x="39002" y="891"/>
                    <a:pt x="38717" y="942"/>
                    <a:pt x="38603" y="942"/>
                  </a:cubicBezTo>
                  <a:lnTo>
                    <a:pt x="38269" y="942"/>
                  </a:lnTo>
                  <a:cubicBezTo>
                    <a:pt x="38212" y="977"/>
                    <a:pt x="38168" y="994"/>
                    <a:pt x="38135" y="994"/>
                  </a:cubicBezTo>
                  <a:cubicBezTo>
                    <a:pt x="38080" y="994"/>
                    <a:pt x="38056" y="946"/>
                    <a:pt x="38056" y="851"/>
                  </a:cubicBezTo>
                  <a:cubicBezTo>
                    <a:pt x="37904" y="882"/>
                    <a:pt x="37783" y="912"/>
                    <a:pt x="37661" y="973"/>
                  </a:cubicBezTo>
                  <a:lnTo>
                    <a:pt x="37509" y="973"/>
                  </a:lnTo>
                  <a:cubicBezTo>
                    <a:pt x="37357" y="973"/>
                    <a:pt x="37235" y="1034"/>
                    <a:pt x="37114" y="1125"/>
                  </a:cubicBezTo>
                  <a:cubicBezTo>
                    <a:pt x="37083" y="1094"/>
                    <a:pt x="37053" y="1064"/>
                    <a:pt x="37053" y="1034"/>
                  </a:cubicBezTo>
                  <a:cubicBezTo>
                    <a:pt x="37047" y="1028"/>
                    <a:pt x="37038" y="1025"/>
                    <a:pt x="37027" y="1025"/>
                  </a:cubicBezTo>
                  <a:cubicBezTo>
                    <a:pt x="36980" y="1025"/>
                    <a:pt x="36895" y="1070"/>
                    <a:pt x="36871" y="1094"/>
                  </a:cubicBezTo>
                  <a:cubicBezTo>
                    <a:pt x="36795" y="1110"/>
                    <a:pt x="36719" y="1117"/>
                    <a:pt x="36647" y="1117"/>
                  </a:cubicBezTo>
                  <a:cubicBezTo>
                    <a:pt x="36574" y="1117"/>
                    <a:pt x="36506" y="1110"/>
                    <a:pt x="36445" y="1094"/>
                  </a:cubicBezTo>
                  <a:cubicBezTo>
                    <a:pt x="36263" y="1003"/>
                    <a:pt x="36080" y="912"/>
                    <a:pt x="35898" y="882"/>
                  </a:cubicBezTo>
                  <a:cubicBezTo>
                    <a:pt x="35807" y="882"/>
                    <a:pt x="35716" y="912"/>
                    <a:pt x="35655" y="942"/>
                  </a:cubicBezTo>
                  <a:lnTo>
                    <a:pt x="35472" y="1094"/>
                  </a:lnTo>
                  <a:cubicBezTo>
                    <a:pt x="35442" y="1125"/>
                    <a:pt x="35412" y="1155"/>
                    <a:pt x="35381" y="1155"/>
                  </a:cubicBezTo>
                  <a:cubicBezTo>
                    <a:pt x="35303" y="1155"/>
                    <a:pt x="35225" y="1088"/>
                    <a:pt x="35147" y="1088"/>
                  </a:cubicBezTo>
                  <a:cubicBezTo>
                    <a:pt x="35134" y="1088"/>
                    <a:pt x="35121" y="1090"/>
                    <a:pt x="35108" y="1094"/>
                  </a:cubicBezTo>
                  <a:lnTo>
                    <a:pt x="35017" y="1125"/>
                  </a:lnTo>
                  <a:lnTo>
                    <a:pt x="34530" y="1125"/>
                  </a:lnTo>
                  <a:cubicBezTo>
                    <a:pt x="34469" y="1110"/>
                    <a:pt x="34409" y="1102"/>
                    <a:pt x="34348" y="1102"/>
                  </a:cubicBezTo>
                  <a:cubicBezTo>
                    <a:pt x="34287" y="1102"/>
                    <a:pt x="34226" y="1110"/>
                    <a:pt x="34165" y="1125"/>
                  </a:cubicBezTo>
                  <a:lnTo>
                    <a:pt x="34044" y="1094"/>
                  </a:lnTo>
                  <a:lnTo>
                    <a:pt x="33953" y="1064"/>
                  </a:lnTo>
                  <a:cubicBezTo>
                    <a:pt x="33770" y="1064"/>
                    <a:pt x="33588" y="1094"/>
                    <a:pt x="33406" y="1125"/>
                  </a:cubicBezTo>
                  <a:lnTo>
                    <a:pt x="33284" y="1125"/>
                  </a:lnTo>
                  <a:cubicBezTo>
                    <a:pt x="33260" y="1131"/>
                    <a:pt x="33235" y="1133"/>
                    <a:pt x="33211" y="1133"/>
                  </a:cubicBezTo>
                  <a:cubicBezTo>
                    <a:pt x="33114" y="1133"/>
                    <a:pt x="33017" y="1094"/>
                    <a:pt x="32919" y="1094"/>
                  </a:cubicBezTo>
                  <a:cubicBezTo>
                    <a:pt x="32798" y="1094"/>
                    <a:pt x="32676" y="1125"/>
                    <a:pt x="32524" y="1125"/>
                  </a:cubicBezTo>
                  <a:lnTo>
                    <a:pt x="32311" y="1125"/>
                  </a:lnTo>
                  <a:cubicBezTo>
                    <a:pt x="32197" y="1163"/>
                    <a:pt x="32088" y="1180"/>
                    <a:pt x="31979" y="1180"/>
                  </a:cubicBezTo>
                  <a:cubicBezTo>
                    <a:pt x="31829" y="1180"/>
                    <a:pt x="31680" y="1147"/>
                    <a:pt x="31521" y="1094"/>
                  </a:cubicBezTo>
                  <a:cubicBezTo>
                    <a:pt x="31488" y="1078"/>
                    <a:pt x="31458" y="1071"/>
                    <a:pt x="31430" y="1071"/>
                  </a:cubicBezTo>
                  <a:cubicBezTo>
                    <a:pt x="31355" y="1071"/>
                    <a:pt x="31300" y="1127"/>
                    <a:pt x="31278" y="1216"/>
                  </a:cubicBezTo>
                  <a:lnTo>
                    <a:pt x="31156" y="1125"/>
                  </a:lnTo>
                  <a:cubicBezTo>
                    <a:pt x="31105" y="1099"/>
                    <a:pt x="31064" y="1090"/>
                    <a:pt x="31030" y="1090"/>
                  </a:cubicBezTo>
                  <a:cubicBezTo>
                    <a:pt x="30983" y="1090"/>
                    <a:pt x="30948" y="1107"/>
                    <a:pt x="30913" y="1125"/>
                  </a:cubicBezTo>
                  <a:cubicBezTo>
                    <a:pt x="30883" y="1155"/>
                    <a:pt x="30860" y="1170"/>
                    <a:pt x="30833" y="1170"/>
                  </a:cubicBezTo>
                  <a:cubicBezTo>
                    <a:pt x="30807" y="1170"/>
                    <a:pt x="30776" y="1155"/>
                    <a:pt x="30731" y="1125"/>
                  </a:cubicBezTo>
                  <a:cubicBezTo>
                    <a:pt x="30704" y="1116"/>
                    <a:pt x="30677" y="1112"/>
                    <a:pt x="30651" y="1112"/>
                  </a:cubicBezTo>
                  <a:cubicBezTo>
                    <a:pt x="30586" y="1112"/>
                    <a:pt x="30522" y="1134"/>
                    <a:pt x="30457" y="1155"/>
                  </a:cubicBezTo>
                  <a:lnTo>
                    <a:pt x="30214" y="1307"/>
                  </a:lnTo>
                  <a:cubicBezTo>
                    <a:pt x="30214" y="1189"/>
                    <a:pt x="30141" y="1145"/>
                    <a:pt x="30080" y="1145"/>
                  </a:cubicBezTo>
                  <a:cubicBezTo>
                    <a:pt x="30062" y="1145"/>
                    <a:pt x="30045" y="1148"/>
                    <a:pt x="30032" y="1155"/>
                  </a:cubicBezTo>
                  <a:cubicBezTo>
                    <a:pt x="29971" y="1216"/>
                    <a:pt x="29849" y="1216"/>
                    <a:pt x="29758" y="1216"/>
                  </a:cubicBezTo>
                  <a:lnTo>
                    <a:pt x="29667" y="1216"/>
                  </a:lnTo>
                  <a:cubicBezTo>
                    <a:pt x="29637" y="1277"/>
                    <a:pt x="29606" y="1338"/>
                    <a:pt x="29606" y="1398"/>
                  </a:cubicBezTo>
                  <a:lnTo>
                    <a:pt x="29515" y="1368"/>
                  </a:lnTo>
                  <a:cubicBezTo>
                    <a:pt x="29363" y="1307"/>
                    <a:pt x="29606" y="1246"/>
                    <a:pt x="29545" y="1186"/>
                  </a:cubicBezTo>
                  <a:lnTo>
                    <a:pt x="29545" y="1155"/>
                  </a:lnTo>
                  <a:cubicBezTo>
                    <a:pt x="29515" y="1155"/>
                    <a:pt x="29424" y="1186"/>
                    <a:pt x="29363" y="1246"/>
                  </a:cubicBezTo>
                  <a:lnTo>
                    <a:pt x="29272" y="1277"/>
                  </a:lnTo>
                  <a:lnTo>
                    <a:pt x="29241" y="1277"/>
                  </a:lnTo>
                  <a:cubicBezTo>
                    <a:pt x="29211" y="1246"/>
                    <a:pt x="29181" y="1186"/>
                    <a:pt x="29241" y="1155"/>
                  </a:cubicBezTo>
                  <a:cubicBezTo>
                    <a:pt x="29272" y="1125"/>
                    <a:pt x="29120" y="1125"/>
                    <a:pt x="29059" y="1125"/>
                  </a:cubicBezTo>
                  <a:cubicBezTo>
                    <a:pt x="28998" y="1125"/>
                    <a:pt x="28816" y="1155"/>
                    <a:pt x="28603" y="1216"/>
                  </a:cubicBezTo>
                  <a:lnTo>
                    <a:pt x="28299" y="1216"/>
                  </a:lnTo>
                  <a:cubicBezTo>
                    <a:pt x="28169" y="1216"/>
                    <a:pt x="28016" y="1283"/>
                    <a:pt x="27899" y="1283"/>
                  </a:cubicBezTo>
                  <a:cubicBezTo>
                    <a:pt x="27879" y="1283"/>
                    <a:pt x="27861" y="1281"/>
                    <a:pt x="27843" y="1277"/>
                  </a:cubicBezTo>
                  <a:cubicBezTo>
                    <a:pt x="27767" y="1231"/>
                    <a:pt x="27684" y="1208"/>
                    <a:pt x="27600" y="1208"/>
                  </a:cubicBezTo>
                  <a:cubicBezTo>
                    <a:pt x="27516" y="1208"/>
                    <a:pt x="27433" y="1231"/>
                    <a:pt x="27357" y="1277"/>
                  </a:cubicBezTo>
                  <a:cubicBezTo>
                    <a:pt x="27281" y="1292"/>
                    <a:pt x="27205" y="1300"/>
                    <a:pt x="27129" y="1300"/>
                  </a:cubicBezTo>
                  <a:cubicBezTo>
                    <a:pt x="27053" y="1300"/>
                    <a:pt x="26977" y="1292"/>
                    <a:pt x="26901" y="1277"/>
                  </a:cubicBezTo>
                  <a:lnTo>
                    <a:pt x="26779" y="1186"/>
                  </a:lnTo>
                  <a:cubicBezTo>
                    <a:pt x="26597" y="1216"/>
                    <a:pt x="26475" y="1246"/>
                    <a:pt x="26323" y="1338"/>
                  </a:cubicBezTo>
                  <a:lnTo>
                    <a:pt x="26232" y="1338"/>
                  </a:lnTo>
                  <a:lnTo>
                    <a:pt x="26111" y="1368"/>
                  </a:lnTo>
                  <a:cubicBezTo>
                    <a:pt x="26070" y="1360"/>
                    <a:pt x="26027" y="1356"/>
                    <a:pt x="25983" y="1356"/>
                  </a:cubicBezTo>
                  <a:cubicBezTo>
                    <a:pt x="25863" y="1356"/>
                    <a:pt x="25736" y="1384"/>
                    <a:pt x="25624" y="1429"/>
                  </a:cubicBezTo>
                  <a:lnTo>
                    <a:pt x="25412" y="1368"/>
                  </a:lnTo>
                  <a:cubicBezTo>
                    <a:pt x="25323" y="1361"/>
                    <a:pt x="25234" y="1357"/>
                    <a:pt x="25145" y="1357"/>
                  </a:cubicBezTo>
                  <a:cubicBezTo>
                    <a:pt x="24840" y="1357"/>
                    <a:pt x="24539" y="1402"/>
                    <a:pt x="24256" y="1520"/>
                  </a:cubicBezTo>
                  <a:lnTo>
                    <a:pt x="23649" y="1520"/>
                  </a:lnTo>
                  <a:lnTo>
                    <a:pt x="23527" y="1368"/>
                  </a:lnTo>
                  <a:cubicBezTo>
                    <a:pt x="23466" y="1368"/>
                    <a:pt x="23436" y="1368"/>
                    <a:pt x="23375" y="1398"/>
                  </a:cubicBezTo>
                  <a:lnTo>
                    <a:pt x="23284" y="1459"/>
                  </a:lnTo>
                  <a:cubicBezTo>
                    <a:pt x="23257" y="1464"/>
                    <a:pt x="23226" y="1465"/>
                    <a:pt x="23193" y="1465"/>
                  </a:cubicBezTo>
                  <a:cubicBezTo>
                    <a:pt x="23034" y="1465"/>
                    <a:pt x="22819" y="1422"/>
                    <a:pt x="22721" y="1422"/>
                  </a:cubicBezTo>
                  <a:cubicBezTo>
                    <a:pt x="22700" y="1422"/>
                    <a:pt x="22685" y="1424"/>
                    <a:pt x="22676" y="1429"/>
                  </a:cubicBezTo>
                  <a:cubicBezTo>
                    <a:pt x="22554" y="1520"/>
                    <a:pt x="22433" y="1550"/>
                    <a:pt x="22281" y="1550"/>
                  </a:cubicBezTo>
                  <a:cubicBezTo>
                    <a:pt x="22220" y="1550"/>
                    <a:pt x="22159" y="1550"/>
                    <a:pt x="22098" y="1581"/>
                  </a:cubicBezTo>
                  <a:cubicBezTo>
                    <a:pt x="22038" y="1611"/>
                    <a:pt x="22007" y="1672"/>
                    <a:pt x="21946" y="1702"/>
                  </a:cubicBezTo>
                  <a:lnTo>
                    <a:pt x="21855" y="1672"/>
                  </a:lnTo>
                  <a:cubicBezTo>
                    <a:pt x="21794" y="1642"/>
                    <a:pt x="21673" y="1611"/>
                    <a:pt x="21642" y="1611"/>
                  </a:cubicBezTo>
                  <a:lnTo>
                    <a:pt x="21490" y="1763"/>
                  </a:lnTo>
                  <a:cubicBezTo>
                    <a:pt x="21444" y="1740"/>
                    <a:pt x="21401" y="1730"/>
                    <a:pt x="21364" y="1730"/>
                  </a:cubicBezTo>
                  <a:cubicBezTo>
                    <a:pt x="21256" y="1730"/>
                    <a:pt x="21194" y="1809"/>
                    <a:pt x="21217" y="1854"/>
                  </a:cubicBezTo>
                  <a:cubicBezTo>
                    <a:pt x="21217" y="1915"/>
                    <a:pt x="21338" y="2037"/>
                    <a:pt x="21490" y="2128"/>
                  </a:cubicBezTo>
                  <a:lnTo>
                    <a:pt x="21399" y="2249"/>
                  </a:lnTo>
                  <a:lnTo>
                    <a:pt x="21278" y="2371"/>
                  </a:lnTo>
                  <a:cubicBezTo>
                    <a:pt x="21187" y="2310"/>
                    <a:pt x="21065" y="2249"/>
                    <a:pt x="20943" y="2189"/>
                  </a:cubicBezTo>
                  <a:lnTo>
                    <a:pt x="20883" y="2189"/>
                  </a:lnTo>
                  <a:cubicBezTo>
                    <a:pt x="20700" y="2219"/>
                    <a:pt x="20518" y="2249"/>
                    <a:pt x="20335" y="2249"/>
                  </a:cubicBezTo>
                  <a:cubicBezTo>
                    <a:pt x="20183" y="2249"/>
                    <a:pt x="20183" y="2037"/>
                    <a:pt x="20214" y="1976"/>
                  </a:cubicBezTo>
                  <a:cubicBezTo>
                    <a:pt x="20275" y="1915"/>
                    <a:pt x="20275" y="1854"/>
                    <a:pt x="20275" y="1854"/>
                  </a:cubicBezTo>
                  <a:lnTo>
                    <a:pt x="20275" y="1854"/>
                  </a:lnTo>
                  <a:cubicBezTo>
                    <a:pt x="20163" y="1877"/>
                    <a:pt x="20067" y="1948"/>
                    <a:pt x="19989" y="1948"/>
                  </a:cubicBezTo>
                  <a:cubicBezTo>
                    <a:pt x="19960" y="1948"/>
                    <a:pt x="19934" y="1939"/>
                    <a:pt x="19910" y="1915"/>
                  </a:cubicBezTo>
                  <a:cubicBezTo>
                    <a:pt x="19819" y="1854"/>
                    <a:pt x="19576" y="1915"/>
                    <a:pt x="19576" y="1733"/>
                  </a:cubicBezTo>
                  <a:cubicBezTo>
                    <a:pt x="19576" y="1702"/>
                    <a:pt x="19515" y="1702"/>
                    <a:pt x="19515" y="1702"/>
                  </a:cubicBezTo>
                  <a:cubicBezTo>
                    <a:pt x="19416" y="1764"/>
                    <a:pt x="19307" y="1781"/>
                    <a:pt x="19195" y="1781"/>
                  </a:cubicBezTo>
                  <a:cubicBezTo>
                    <a:pt x="19063" y="1781"/>
                    <a:pt x="18926" y="1758"/>
                    <a:pt x="18794" y="1758"/>
                  </a:cubicBezTo>
                  <a:cubicBezTo>
                    <a:pt x="18760" y="1758"/>
                    <a:pt x="18727" y="1759"/>
                    <a:pt x="18694" y="1763"/>
                  </a:cubicBezTo>
                  <a:cubicBezTo>
                    <a:pt x="18481" y="1794"/>
                    <a:pt x="18299" y="1824"/>
                    <a:pt x="18117" y="1854"/>
                  </a:cubicBezTo>
                  <a:lnTo>
                    <a:pt x="18025" y="1885"/>
                  </a:lnTo>
                  <a:cubicBezTo>
                    <a:pt x="17965" y="1930"/>
                    <a:pt x="17896" y="1953"/>
                    <a:pt x="17828" y="1953"/>
                  </a:cubicBezTo>
                  <a:cubicBezTo>
                    <a:pt x="17759" y="1953"/>
                    <a:pt x="17691" y="1930"/>
                    <a:pt x="17630" y="1885"/>
                  </a:cubicBezTo>
                  <a:cubicBezTo>
                    <a:pt x="17628" y="1882"/>
                    <a:pt x="17625" y="1881"/>
                    <a:pt x="17621" y="1881"/>
                  </a:cubicBezTo>
                  <a:cubicBezTo>
                    <a:pt x="17573" y="1881"/>
                    <a:pt x="17415" y="2044"/>
                    <a:pt x="17387" y="2128"/>
                  </a:cubicBezTo>
                  <a:cubicBezTo>
                    <a:pt x="17378" y="2156"/>
                    <a:pt x="17369" y="2166"/>
                    <a:pt x="17359" y="2166"/>
                  </a:cubicBezTo>
                  <a:cubicBezTo>
                    <a:pt x="17338" y="2166"/>
                    <a:pt x="17317" y="2109"/>
                    <a:pt x="17296" y="2067"/>
                  </a:cubicBezTo>
                  <a:cubicBezTo>
                    <a:pt x="17296" y="2031"/>
                    <a:pt x="17277" y="2019"/>
                    <a:pt x="17251" y="2019"/>
                  </a:cubicBezTo>
                  <a:cubicBezTo>
                    <a:pt x="17210" y="2019"/>
                    <a:pt x="17150" y="2049"/>
                    <a:pt x="17113" y="2067"/>
                  </a:cubicBezTo>
                  <a:cubicBezTo>
                    <a:pt x="17109" y="2071"/>
                    <a:pt x="17105" y="2073"/>
                    <a:pt x="17100" y="2073"/>
                  </a:cubicBezTo>
                  <a:cubicBezTo>
                    <a:pt x="17067" y="2073"/>
                    <a:pt x="17014" y="1994"/>
                    <a:pt x="16962" y="1915"/>
                  </a:cubicBezTo>
                  <a:lnTo>
                    <a:pt x="16779" y="1946"/>
                  </a:lnTo>
                  <a:cubicBezTo>
                    <a:pt x="16675" y="1972"/>
                    <a:pt x="16570" y="2043"/>
                    <a:pt x="16504" y="2043"/>
                  </a:cubicBezTo>
                  <a:cubicBezTo>
                    <a:pt x="16493" y="2043"/>
                    <a:pt x="16484" y="2041"/>
                    <a:pt x="16475" y="2037"/>
                  </a:cubicBezTo>
                  <a:cubicBezTo>
                    <a:pt x="16427" y="2001"/>
                    <a:pt x="16384" y="1989"/>
                    <a:pt x="16346" y="1989"/>
                  </a:cubicBezTo>
                  <a:cubicBezTo>
                    <a:pt x="16287" y="1989"/>
                    <a:pt x="16239" y="2018"/>
                    <a:pt x="16202" y="2037"/>
                  </a:cubicBezTo>
                  <a:cubicBezTo>
                    <a:pt x="16126" y="2052"/>
                    <a:pt x="16050" y="2059"/>
                    <a:pt x="15974" y="2059"/>
                  </a:cubicBezTo>
                  <a:cubicBezTo>
                    <a:pt x="15898" y="2059"/>
                    <a:pt x="15822" y="2052"/>
                    <a:pt x="15746" y="2037"/>
                  </a:cubicBezTo>
                  <a:cubicBezTo>
                    <a:pt x="15719" y="2028"/>
                    <a:pt x="15684" y="2024"/>
                    <a:pt x="15649" y="2024"/>
                  </a:cubicBezTo>
                  <a:cubicBezTo>
                    <a:pt x="15563" y="2024"/>
                    <a:pt x="15472" y="2046"/>
                    <a:pt x="15472" y="2067"/>
                  </a:cubicBezTo>
                  <a:cubicBezTo>
                    <a:pt x="15445" y="2161"/>
                    <a:pt x="15394" y="2190"/>
                    <a:pt x="15338" y="2190"/>
                  </a:cubicBezTo>
                  <a:cubicBezTo>
                    <a:pt x="15268" y="2190"/>
                    <a:pt x="15189" y="2145"/>
                    <a:pt x="15138" y="2128"/>
                  </a:cubicBezTo>
                  <a:cubicBezTo>
                    <a:pt x="15097" y="2101"/>
                    <a:pt x="15062" y="2086"/>
                    <a:pt x="15033" y="2086"/>
                  </a:cubicBezTo>
                  <a:cubicBezTo>
                    <a:pt x="14998" y="2086"/>
                    <a:pt x="14972" y="2108"/>
                    <a:pt x="14955" y="2158"/>
                  </a:cubicBezTo>
                  <a:cubicBezTo>
                    <a:pt x="14925" y="2234"/>
                    <a:pt x="14895" y="2265"/>
                    <a:pt x="14857" y="2265"/>
                  </a:cubicBezTo>
                  <a:cubicBezTo>
                    <a:pt x="14819" y="2265"/>
                    <a:pt x="14773" y="2234"/>
                    <a:pt x="14712" y="2189"/>
                  </a:cubicBezTo>
                  <a:cubicBezTo>
                    <a:pt x="14690" y="2166"/>
                    <a:pt x="14667" y="2095"/>
                    <a:pt x="14609" y="2095"/>
                  </a:cubicBezTo>
                  <a:cubicBezTo>
                    <a:pt x="14588" y="2095"/>
                    <a:pt x="14562" y="2104"/>
                    <a:pt x="14530" y="2128"/>
                  </a:cubicBezTo>
                  <a:lnTo>
                    <a:pt x="14469" y="2189"/>
                  </a:lnTo>
                  <a:cubicBezTo>
                    <a:pt x="14378" y="2249"/>
                    <a:pt x="14226" y="2493"/>
                    <a:pt x="14135" y="2493"/>
                  </a:cubicBezTo>
                  <a:cubicBezTo>
                    <a:pt x="14013" y="2462"/>
                    <a:pt x="13952" y="2401"/>
                    <a:pt x="13892" y="2310"/>
                  </a:cubicBezTo>
                  <a:cubicBezTo>
                    <a:pt x="13892" y="2295"/>
                    <a:pt x="13831" y="2287"/>
                    <a:pt x="13732" y="2287"/>
                  </a:cubicBezTo>
                  <a:cubicBezTo>
                    <a:pt x="13633" y="2287"/>
                    <a:pt x="13496" y="2295"/>
                    <a:pt x="13344" y="2310"/>
                  </a:cubicBezTo>
                  <a:lnTo>
                    <a:pt x="13101" y="2371"/>
                  </a:lnTo>
                  <a:lnTo>
                    <a:pt x="13040" y="2371"/>
                  </a:lnTo>
                  <a:cubicBezTo>
                    <a:pt x="13010" y="2401"/>
                    <a:pt x="12949" y="2493"/>
                    <a:pt x="12888" y="2553"/>
                  </a:cubicBezTo>
                  <a:lnTo>
                    <a:pt x="12797" y="2462"/>
                  </a:lnTo>
                  <a:cubicBezTo>
                    <a:pt x="12737" y="2401"/>
                    <a:pt x="12676" y="2379"/>
                    <a:pt x="12607" y="2379"/>
                  </a:cubicBezTo>
                  <a:cubicBezTo>
                    <a:pt x="12539" y="2379"/>
                    <a:pt x="12463" y="2401"/>
                    <a:pt x="12372" y="2432"/>
                  </a:cubicBezTo>
                  <a:cubicBezTo>
                    <a:pt x="12159" y="2462"/>
                    <a:pt x="11916" y="2493"/>
                    <a:pt x="11673" y="2523"/>
                  </a:cubicBezTo>
                  <a:lnTo>
                    <a:pt x="11581" y="2523"/>
                  </a:lnTo>
                  <a:cubicBezTo>
                    <a:pt x="11551" y="2569"/>
                    <a:pt x="11483" y="2584"/>
                    <a:pt x="11414" y="2584"/>
                  </a:cubicBezTo>
                  <a:cubicBezTo>
                    <a:pt x="11346" y="2584"/>
                    <a:pt x="11278" y="2569"/>
                    <a:pt x="11247" y="2553"/>
                  </a:cubicBezTo>
                  <a:cubicBezTo>
                    <a:pt x="11243" y="2545"/>
                    <a:pt x="11238" y="2541"/>
                    <a:pt x="11231" y="2541"/>
                  </a:cubicBezTo>
                  <a:cubicBezTo>
                    <a:pt x="11193" y="2541"/>
                    <a:pt x="11126" y="2688"/>
                    <a:pt x="11126" y="2766"/>
                  </a:cubicBezTo>
                  <a:cubicBezTo>
                    <a:pt x="11156" y="2857"/>
                    <a:pt x="11156" y="2979"/>
                    <a:pt x="11156" y="3101"/>
                  </a:cubicBezTo>
                  <a:cubicBezTo>
                    <a:pt x="11147" y="3119"/>
                    <a:pt x="11131" y="3127"/>
                    <a:pt x="11115" y="3127"/>
                  </a:cubicBezTo>
                  <a:cubicBezTo>
                    <a:pt x="11078" y="3127"/>
                    <a:pt x="11034" y="3091"/>
                    <a:pt x="11034" y="3070"/>
                  </a:cubicBezTo>
                  <a:cubicBezTo>
                    <a:pt x="11029" y="3065"/>
                    <a:pt x="11018" y="3062"/>
                    <a:pt x="11004" y="3062"/>
                  </a:cubicBezTo>
                  <a:cubicBezTo>
                    <a:pt x="10941" y="3062"/>
                    <a:pt x="10810" y="3112"/>
                    <a:pt x="10761" y="3161"/>
                  </a:cubicBezTo>
                  <a:cubicBezTo>
                    <a:pt x="10754" y="3164"/>
                    <a:pt x="10747" y="3165"/>
                    <a:pt x="10741" y="3165"/>
                  </a:cubicBezTo>
                  <a:cubicBezTo>
                    <a:pt x="10661" y="3165"/>
                    <a:pt x="10609" y="3005"/>
                    <a:pt x="10609" y="2949"/>
                  </a:cubicBezTo>
                  <a:cubicBezTo>
                    <a:pt x="10609" y="2888"/>
                    <a:pt x="10578" y="2827"/>
                    <a:pt x="10548" y="2827"/>
                  </a:cubicBezTo>
                  <a:cubicBezTo>
                    <a:pt x="10457" y="2797"/>
                    <a:pt x="10335" y="2766"/>
                    <a:pt x="10244" y="2766"/>
                  </a:cubicBezTo>
                  <a:lnTo>
                    <a:pt x="10122" y="2766"/>
                  </a:lnTo>
                  <a:cubicBezTo>
                    <a:pt x="10031" y="2766"/>
                    <a:pt x="9940" y="2797"/>
                    <a:pt x="9849" y="2827"/>
                  </a:cubicBezTo>
                  <a:cubicBezTo>
                    <a:pt x="9849" y="2857"/>
                    <a:pt x="9697" y="3131"/>
                    <a:pt x="9545" y="3131"/>
                  </a:cubicBezTo>
                  <a:cubicBezTo>
                    <a:pt x="9423" y="3131"/>
                    <a:pt x="9454" y="3009"/>
                    <a:pt x="9515" y="2979"/>
                  </a:cubicBezTo>
                  <a:cubicBezTo>
                    <a:pt x="9558" y="2957"/>
                    <a:pt x="9509" y="2936"/>
                    <a:pt x="9413" y="2936"/>
                  </a:cubicBezTo>
                  <a:cubicBezTo>
                    <a:pt x="9373" y="2936"/>
                    <a:pt x="9325" y="2940"/>
                    <a:pt x="9271" y="2949"/>
                  </a:cubicBezTo>
                  <a:lnTo>
                    <a:pt x="9089" y="2888"/>
                  </a:lnTo>
                  <a:lnTo>
                    <a:pt x="8907" y="2827"/>
                  </a:lnTo>
                  <a:cubicBezTo>
                    <a:pt x="8755" y="2949"/>
                    <a:pt x="8572" y="3009"/>
                    <a:pt x="8390" y="3009"/>
                  </a:cubicBezTo>
                  <a:lnTo>
                    <a:pt x="8299" y="2979"/>
                  </a:lnTo>
                  <a:lnTo>
                    <a:pt x="8238" y="2979"/>
                  </a:lnTo>
                  <a:cubicBezTo>
                    <a:pt x="8208" y="2979"/>
                    <a:pt x="8177" y="3009"/>
                    <a:pt x="8177" y="3070"/>
                  </a:cubicBezTo>
                  <a:cubicBezTo>
                    <a:pt x="8268" y="3101"/>
                    <a:pt x="8329" y="3161"/>
                    <a:pt x="8420" y="3192"/>
                  </a:cubicBezTo>
                  <a:lnTo>
                    <a:pt x="8512" y="3222"/>
                  </a:lnTo>
                  <a:cubicBezTo>
                    <a:pt x="8529" y="3213"/>
                    <a:pt x="8547" y="3210"/>
                    <a:pt x="8565" y="3210"/>
                  </a:cubicBezTo>
                  <a:cubicBezTo>
                    <a:pt x="8608" y="3210"/>
                    <a:pt x="8651" y="3231"/>
                    <a:pt x="8694" y="3253"/>
                  </a:cubicBezTo>
                  <a:cubicBezTo>
                    <a:pt x="8572" y="3313"/>
                    <a:pt x="8451" y="3374"/>
                    <a:pt x="8299" y="3404"/>
                  </a:cubicBezTo>
                  <a:cubicBezTo>
                    <a:pt x="8208" y="3465"/>
                    <a:pt x="8177" y="3526"/>
                    <a:pt x="8177" y="3556"/>
                  </a:cubicBezTo>
                  <a:cubicBezTo>
                    <a:pt x="8268" y="3617"/>
                    <a:pt x="8360" y="3678"/>
                    <a:pt x="8451" y="3708"/>
                  </a:cubicBezTo>
                  <a:cubicBezTo>
                    <a:pt x="8484" y="3731"/>
                    <a:pt x="8517" y="3749"/>
                    <a:pt x="8549" y="3766"/>
                  </a:cubicBezTo>
                  <a:lnTo>
                    <a:pt x="8549" y="3766"/>
                  </a:lnTo>
                  <a:cubicBezTo>
                    <a:pt x="8491" y="3788"/>
                    <a:pt x="8425" y="3800"/>
                    <a:pt x="8360" y="3800"/>
                  </a:cubicBezTo>
                  <a:lnTo>
                    <a:pt x="8360" y="3860"/>
                  </a:lnTo>
                  <a:lnTo>
                    <a:pt x="8360" y="3921"/>
                  </a:lnTo>
                  <a:cubicBezTo>
                    <a:pt x="8390" y="3952"/>
                    <a:pt x="8238" y="4012"/>
                    <a:pt x="8177" y="4012"/>
                  </a:cubicBezTo>
                  <a:cubicBezTo>
                    <a:pt x="8116" y="4012"/>
                    <a:pt x="8056" y="3982"/>
                    <a:pt x="8056" y="3982"/>
                  </a:cubicBezTo>
                  <a:lnTo>
                    <a:pt x="8177" y="3708"/>
                  </a:lnTo>
                  <a:cubicBezTo>
                    <a:pt x="8208" y="3648"/>
                    <a:pt x="8147" y="3587"/>
                    <a:pt x="8025" y="3556"/>
                  </a:cubicBezTo>
                  <a:lnTo>
                    <a:pt x="8025" y="3678"/>
                  </a:lnTo>
                  <a:cubicBezTo>
                    <a:pt x="8025" y="3708"/>
                    <a:pt x="8056" y="3769"/>
                    <a:pt x="8025" y="3800"/>
                  </a:cubicBezTo>
                  <a:lnTo>
                    <a:pt x="7995" y="3830"/>
                  </a:lnTo>
                  <a:cubicBezTo>
                    <a:pt x="7904" y="3830"/>
                    <a:pt x="7873" y="3830"/>
                    <a:pt x="7873" y="3800"/>
                  </a:cubicBezTo>
                  <a:lnTo>
                    <a:pt x="7873" y="3739"/>
                  </a:lnTo>
                  <a:cubicBezTo>
                    <a:pt x="7843" y="3678"/>
                    <a:pt x="7782" y="3617"/>
                    <a:pt x="7721" y="3556"/>
                  </a:cubicBezTo>
                  <a:lnTo>
                    <a:pt x="7630" y="3496"/>
                  </a:lnTo>
                  <a:lnTo>
                    <a:pt x="7569" y="3465"/>
                  </a:lnTo>
                  <a:cubicBezTo>
                    <a:pt x="7563" y="3463"/>
                    <a:pt x="7558" y="3462"/>
                    <a:pt x="7553" y="3462"/>
                  </a:cubicBezTo>
                  <a:cubicBezTo>
                    <a:pt x="7482" y="3462"/>
                    <a:pt x="7510" y="3652"/>
                    <a:pt x="7539" y="3708"/>
                  </a:cubicBezTo>
                  <a:cubicBezTo>
                    <a:pt x="7600" y="3769"/>
                    <a:pt x="7478" y="3860"/>
                    <a:pt x="7417" y="3891"/>
                  </a:cubicBezTo>
                  <a:cubicBezTo>
                    <a:pt x="7356" y="3921"/>
                    <a:pt x="7630" y="3952"/>
                    <a:pt x="7691" y="3952"/>
                  </a:cubicBezTo>
                  <a:cubicBezTo>
                    <a:pt x="7782" y="3952"/>
                    <a:pt x="7782" y="4012"/>
                    <a:pt x="7752" y="4043"/>
                  </a:cubicBezTo>
                  <a:lnTo>
                    <a:pt x="7691" y="4073"/>
                  </a:lnTo>
                  <a:lnTo>
                    <a:pt x="7478" y="4225"/>
                  </a:lnTo>
                  <a:cubicBezTo>
                    <a:pt x="7355" y="4151"/>
                    <a:pt x="7151" y="4057"/>
                    <a:pt x="7062" y="4057"/>
                  </a:cubicBezTo>
                  <a:cubicBezTo>
                    <a:pt x="7042" y="4057"/>
                    <a:pt x="7028" y="4062"/>
                    <a:pt x="7022" y="4073"/>
                  </a:cubicBezTo>
                  <a:cubicBezTo>
                    <a:pt x="6931" y="4164"/>
                    <a:pt x="6840" y="4225"/>
                    <a:pt x="6718" y="4286"/>
                  </a:cubicBezTo>
                  <a:lnTo>
                    <a:pt x="6657" y="4256"/>
                  </a:lnTo>
                  <a:lnTo>
                    <a:pt x="6414" y="4164"/>
                  </a:lnTo>
                  <a:lnTo>
                    <a:pt x="6414" y="4164"/>
                  </a:lnTo>
                  <a:cubicBezTo>
                    <a:pt x="6262" y="4316"/>
                    <a:pt x="6293" y="4438"/>
                    <a:pt x="6445" y="4438"/>
                  </a:cubicBezTo>
                  <a:lnTo>
                    <a:pt x="6566" y="4468"/>
                  </a:lnTo>
                  <a:lnTo>
                    <a:pt x="6657" y="4529"/>
                  </a:lnTo>
                  <a:cubicBezTo>
                    <a:pt x="6742" y="4571"/>
                    <a:pt x="6833" y="4594"/>
                    <a:pt x="6925" y="4594"/>
                  </a:cubicBezTo>
                  <a:cubicBezTo>
                    <a:pt x="7031" y="4594"/>
                    <a:pt x="7137" y="4564"/>
                    <a:pt x="7235" y="4499"/>
                  </a:cubicBezTo>
                  <a:lnTo>
                    <a:pt x="7417" y="4468"/>
                  </a:lnTo>
                  <a:lnTo>
                    <a:pt x="7630" y="4408"/>
                  </a:lnTo>
                  <a:cubicBezTo>
                    <a:pt x="7727" y="4577"/>
                    <a:pt x="7862" y="4669"/>
                    <a:pt x="7944" y="4669"/>
                  </a:cubicBezTo>
                  <a:cubicBezTo>
                    <a:pt x="7965" y="4669"/>
                    <a:pt x="7982" y="4663"/>
                    <a:pt x="7995" y="4651"/>
                  </a:cubicBezTo>
                  <a:lnTo>
                    <a:pt x="8056" y="4620"/>
                  </a:lnTo>
                  <a:cubicBezTo>
                    <a:pt x="8071" y="4605"/>
                    <a:pt x="8094" y="4598"/>
                    <a:pt x="8113" y="4598"/>
                  </a:cubicBezTo>
                  <a:cubicBezTo>
                    <a:pt x="8132" y="4598"/>
                    <a:pt x="8147" y="4605"/>
                    <a:pt x="8147" y="4620"/>
                  </a:cubicBezTo>
                  <a:cubicBezTo>
                    <a:pt x="8177" y="4651"/>
                    <a:pt x="8208" y="4681"/>
                    <a:pt x="8208" y="4712"/>
                  </a:cubicBezTo>
                  <a:cubicBezTo>
                    <a:pt x="8177" y="4803"/>
                    <a:pt x="8147" y="4863"/>
                    <a:pt x="8116" y="4955"/>
                  </a:cubicBezTo>
                  <a:lnTo>
                    <a:pt x="8360" y="4955"/>
                  </a:lnTo>
                  <a:cubicBezTo>
                    <a:pt x="8420" y="4955"/>
                    <a:pt x="8481" y="4955"/>
                    <a:pt x="8542" y="4985"/>
                  </a:cubicBezTo>
                  <a:lnTo>
                    <a:pt x="8633" y="5046"/>
                  </a:lnTo>
                  <a:cubicBezTo>
                    <a:pt x="8755" y="4955"/>
                    <a:pt x="8876" y="4894"/>
                    <a:pt x="9028" y="4863"/>
                  </a:cubicBezTo>
                  <a:lnTo>
                    <a:pt x="9150" y="4833"/>
                  </a:lnTo>
                  <a:lnTo>
                    <a:pt x="9180" y="4833"/>
                  </a:lnTo>
                  <a:cubicBezTo>
                    <a:pt x="9241" y="4833"/>
                    <a:pt x="9241" y="4772"/>
                    <a:pt x="9241" y="4742"/>
                  </a:cubicBezTo>
                  <a:lnTo>
                    <a:pt x="9211" y="4712"/>
                  </a:lnTo>
                  <a:lnTo>
                    <a:pt x="9180" y="4681"/>
                  </a:lnTo>
                  <a:cubicBezTo>
                    <a:pt x="9089" y="4681"/>
                    <a:pt x="9150" y="4620"/>
                    <a:pt x="9211" y="4590"/>
                  </a:cubicBezTo>
                  <a:cubicBezTo>
                    <a:pt x="9241" y="4590"/>
                    <a:pt x="9150" y="4529"/>
                    <a:pt x="9119" y="4529"/>
                  </a:cubicBezTo>
                  <a:cubicBezTo>
                    <a:pt x="9059" y="4499"/>
                    <a:pt x="9119" y="4438"/>
                    <a:pt x="9211" y="4377"/>
                  </a:cubicBezTo>
                  <a:lnTo>
                    <a:pt x="9271" y="4377"/>
                  </a:lnTo>
                  <a:cubicBezTo>
                    <a:pt x="9363" y="4408"/>
                    <a:pt x="9423" y="4468"/>
                    <a:pt x="9454" y="4529"/>
                  </a:cubicBezTo>
                  <a:lnTo>
                    <a:pt x="9515" y="4651"/>
                  </a:lnTo>
                  <a:cubicBezTo>
                    <a:pt x="9553" y="4766"/>
                    <a:pt x="9616" y="4809"/>
                    <a:pt x="9672" y="4809"/>
                  </a:cubicBezTo>
                  <a:cubicBezTo>
                    <a:pt x="9705" y="4809"/>
                    <a:pt x="9735" y="4795"/>
                    <a:pt x="9758" y="4772"/>
                  </a:cubicBezTo>
                  <a:cubicBezTo>
                    <a:pt x="9764" y="4759"/>
                    <a:pt x="9772" y="4753"/>
                    <a:pt x="9780" y="4753"/>
                  </a:cubicBezTo>
                  <a:cubicBezTo>
                    <a:pt x="9811" y="4753"/>
                    <a:pt x="9849" y="4835"/>
                    <a:pt x="9849" y="4955"/>
                  </a:cubicBezTo>
                  <a:lnTo>
                    <a:pt x="9697" y="5046"/>
                  </a:lnTo>
                  <a:cubicBezTo>
                    <a:pt x="9545" y="5107"/>
                    <a:pt x="9332" y="5137"/>
                    <a:pt x="9241" y="5319"/>
                  </a:cubicBezTo>
                  <a:cubicBezTo>
                    <a:pt x="9220" y="5341"/>
                    <a:pt x="9183" y="5362"/>
                    <a:pt x="9152" y="5362"/>
                  </a:cubicBezTo>
                  <a:cubicBezTo>
                    <a:pt x="9140" y="5362"/>
                    <a:pt x="9128" y="5359"/>
                    <a:pt x="9119" y="5350"/>
                  </a:cubicBezTo>
                  <a:cubicBezTo>
                    <a:pt x="9028" y="5319"/>
                    <a:pt x="8876" y="5259"/>
                    <a:pt x="8846" y="5198"/>
                  </a:cubicBezTo>
                  <a:cubicBezTo>
                    <a:pt x="8826" y="5117"/>
                    <a:pt x="8778" y="5103"/>
                    <a:pt x="8722" y="5103"/>
                  </a:cubicBezTo>
                  <a:cubicBezTo>
                    <a:pt x="8694" y="5103"/>
                    <a:pt x="8663" y="5107"/>
                    <a:pt x="8633" y="5107"/>
                  </a:cubicBezTo>
                  <a:cubicBezTo>
                    <a:pt x="8512" y="5137"/>
                    <a:pt x="8360" y="5198"/>
                    <a:pt x="8238" y="5228"/>
                  </a:cubicBezTo>
                  <a:cubicBezTo>
                    <a:pt x="8178" y="5264"/>
                    <a:pt x="8137" y="5281"/>
                    <a:pt x="8107" y="5281"/>
                  </a:cubicBezTo>
                  <a:cubicBezTo>
                    <a:pt x="8062" y="5281"/>
                    <a:pt x="8044" y="5241"/>
                    <a:pt x="8025" y="5167"/>
                  </a:cubicBezTo>
                  <a:lnTo>
                    <a:pt x="8025" y="5076"/>
                  </a:lnTo>
                  <a:cubicBezTo>
                    <a:pt x="7904" y="5137"/>
                    <a:pt x="7660" y="5441"/>
                    <a:pt x="7569" y="5502"/>
                  </a:cubicBezTo>
                  <a:cubicBezTo>
                    <a:pt x="7537" y="5523"/>
                    <a:pt x="7501" y="5533"/>
                    <a:pt x="7466" y="5533"/>
                  </a:cubicBezTo>
                  <a:cubicBezTo>
                    <a:pt x="7403" y="5533"/>
                    <a:pt x="7346" y="5500"/>
                    <a:pt x="7326" y="5441"/>
                  </a:cubicBezTo>
                  <a:cubicBezTo>
                    <a:pt x="7311" y="5411"/>
                    <a:pt x="7288" y="5395"/>
                    <a:pt x="7261" y="5395"/>
                  </a:cubicBezTo>
                  <a:cubicBezTo>
                    <a:pt x="7235" y="5395"/>
                    <a:pt x="7204" y="5411"/>
                    <a:pt x="7174" y="5441"/>
                  </a:cubicBezTo>
                  <a:lnTo>
                    <a:pt x="7113" y="5502"/>
                  </a:lnTo>
                  <a:cubicBezTo>
                    <a:pt x="7053" y="5532"/>
                    <a:pt x="6992" y="5623"/>
                    <a:pt x="6992" y="5654"/>
                  </a:cubicBezTo>
                  <a:lnTo>
                    <a:pt x="7053" y="5715"/>
                  </a:lnTo>
                  <a:cubicBezTo>
                    <a:pt x="7083" y="5806"/>
                    <a:pt x="7144" y="5867"/>
                    <a:pt x="7174" y="5867"/>
                  </a:cubicBezTo>
                  <a:lnTo>
                    <a:pt x="7174" y="5927"/>
                  </a:lnTo>
                  <a:cubicBezTo>
                    <a:pt x="7193" y="5965"/>
                    <a:pt x="7235" y="5991"/>
                    <a:pt x="7286" y="5991"/>
                  </a:cubicBezTo>
                  <a:cubicBezTo>
                    <a:pt x="7317" y="5991"/>
                    <a:pt x="7352" y="5981"/>
                    <a:pt x="7387" y="5958"/>
                  </a:cubicBezTo>
                  <a:lnTo>
                    <a:pt x="7387" y="6079"/>
                  </a:lnTo>
                  <a:lnTo>
                    <a:pt x="7387" y="6231"/>
                  </a:lnTo>
                  <a:cubicBezTo>
                    <a:pt x="7539" y="6353"/>
                    <a:pt x="7569" y="6474"/>
                    <a:pt x="7448" y="6474"/>
                  </a:cubicBezTo>
                  <a:lnTo>
                    <a:pt x="7356" y="6444"/>
                  </a:lnTo>
                  <a:cubicBezTo>
                    <a:pt x="7306" y="6411"/>
                    <a:pt x="7266" y="6387"/>
                    <a:pt x="7229" y="6387"/>
                  </a:cubicBezTo>
                  <a:cubicBezTo>
                    <a:pt x="7199" y="6387"/>
                    <a:pt x="7171" y="6403"/>
                    <a:pt x="7144" y="6444"/>
                  </a:cubicBezTo>
                  <a:cubicBezTo>
                    <a:pt x="7083" y="6535"/>
                    <a:pt x="6961" y="6505"/>
                    <a:pt x="6870" y="6535"/>
                  </a:cubicBezTo>
                  <a:cubicBezTo>
                    <a:pt x="6809" y="6566"/>
                    <a:pt x="6718" y="6596"/>
                    <a:pt x="6688" y="6657"/>
                  </a:cubicBezTo>
                  <a:lnTo>
                    <a:pt x="6688" y="6687"/>
                  </a:lnTo>
                  <a:lnTo>
                    <a:pt x="6688" y="6718"/>
                  </a:lnTo>
                  <a:cubicBezTo>
                    <a:pt x="6597" y="6809"/>
                    <a:pt x="6505" y="6900"/>
                    <a:pt x="6414" y="6991"/>
                  </a:cubicBezTo>
                  <a:cubicBezTo>
                    <a:pt x="6323" y="7052"/>
                    <a:pt x="6445" y="7113"/>
                    <a:pt x="6475" y="7113"/>
                  </a:cubicBezTo>
                  <a:cubicBezTo>
                    <a:pt x="6505" y="7113"/>
                    <a:pt x="6779" y="7265"/>
                    <a:pt x="6749" y="7295"/>
                  </a:cubicBezTo>
                  <a:cubicBezTo>
                    <a:pt x="6657" y="7356"/>
                    <a:pt x="6597" y="7447"/>
                    <a:pt x="6566" y="7508"/>
                  </a:cubicBezTo>
                  <a:lnTo>
                    <a:pt x="6566" y="7599"/>
                  </a:lnTo>
                  <a:lnTo>
                    <a:pt x="6566" y="7690"/>
                  </a:lnTo>
                  <a:cubicBezTo>
                    <a:pt x="6505" y="7781"/>
                    <a:pt x="6384" y="7842"/>
                    <a:pt x="6262" y="7842"/>
                  </a:cubicBezTo>
                  <a:lnTo>
                    <a:pt x="6201" y="7842"/>
                  </a:lnTo>
                  <a:cubicBezTo>
                    <a:pt x="6171" y="7812"/>
                    <a:pt x="6384" y="7417"/>
                    <a:pt x="6293" y="7356"/>
                  </a:cubicBezTo>
                  <a:cubicBezTo>
                    <a:pt x="6171" y="7265"/>
                    <a:pt x="6080" y="7234"/>
                    <a:pt x="6080" y="7234"/>
                  </a:cubicBezTo>
                  <a:lnTo>
                    <a:pt x="5989" y="7265"/>
                  </a:lnTo>
                  <a:lnTo>
                    <a:pt x="5958" y="7265"/>
                  </a:lnTo>
                  <a:cubicBezTo>
                    <a:pt x="5837" y="7234"/>
                    <a:pt x="5533" y="7113"/>
                    <a:pt x="5472" y="7052"/>
                  </a:cubicBezTo>
                  <a:cubicBezTo>
                    <a:pt x="5466" y="7049"/>
                    <a:pt x="5459" y="7047"/>
                    <a:pt x="5453" y="7047"/>
                  </a:cubicBezTo>
                  <a:cubicBezTo>
                    <a:pt x="5400" y="7047"/>
                    <a:pt x="5357" y="7159"/>
                    <a:pt x="5411" y="7295"/>
                  </a:cubicBezTo>
                  <a:lnTo>
                    <a:pt x="5350" y="7386"/>
                  </a:lnTo>
                  <a:lnTo>
                    <a:pt x="5290" y="7478"/>
                  </a:lnTo>
                  <a:cubicBezTo>
                    <a:pt x="5264" y="7486"/>
                    <a:pt x="5239" y="7490"/>
                    <a:pt x="5216" y="7490"/>
                  </a:cubicBezTo>
                  <a:cubicBezTo>
                    <a:pt x="5078" y="7490"/>
                    <a:pt x="5003" y="7352"/>
                    <a:pt x="5107" y="7326"/>
                  </a:cubicBezTo>
                  <a:cubicBezTo>
                    <a:pt x="5198" y="7326"/>
                    <a:pt x="5229" y="7265"/>
                    <a:pt x="5138" y="7204"/>
                  </a:cubicBezTo>
                  <a:lnTo>
                    <a:pt x="5138" y="7204"/>
                  </a:lnTo>
                  <a:lnTo>
                    <a:pt x="5046" y="7234"/>
                  </a:lnTo>
                  <a:lnTo>
                    <a:pt x="4864" y="7265"/>
                  </a:lnTo>
                  <a:lnTo>
                    <a:pt x="4378" y="7022"/>
                  </a:lnTo>
                  <a:lnTo>
                    <a:pt x="4317" y="7022"/>
                  </a:lnTo>
                  <a:cubicBezTo>
                    <a:pt x="4286" y="7022"/>
                    <a:pt x="4256" y="7052"/>
                    <a:pt x="4256" y="7082"/>
                  </a:cubicBezTo>
                  <a:lnTo>
                    <a:pt x="4256" y="7174"/>
                  </a:lnTo>
                  <a:cubicBezTo>
                    <a:pt x="4256" y="7234"/>
                    <a:pt x="3983" y="7386"/>
                    <a:pt x="3922" y="7386"/>
                  </a:cubicBezTo>
                  <a:cubicBezTo>
                    <a:pt x="3912" y="7390"/>
                    <a:pt x="3903" y="7391"/>
                    <a:pt x="3894" y="7391"/>
                  </a:cubicBezTo>
                  <a:cubicBezTo>
                    <a:pt x="3825" y="7391"/>
                    <a:pt x="3803" y="7289"/>
                    <a:pt x="3831" y="7234"/>
                  </a:cubicBezTo>
                  <a:cubicBezTo>
                    <a:pt x="3831" y="7220"/>
                    <a:pt x="3822" y="7214"/>
                    <a:pt x="3809" y="7214"/>
                  </a:cubicBezTo>
                  <a:cubicBezTo>
                    <a:pt x="3765" y="7214"/>
                    <a:pt x="3664" y="7279"/>
                    <a:pt x="3618" y="7326"/>
                  </a:cubicBezTo>
                  <a:cubicBezTo>
                    <a:pt x="3587" y="7356"/>
                    <a:pt x="3648" y="7538"/>
                    <a:pt x="3679" y="7599"/>
                  </a:cubicBezTo>
                  <a:cubicBezTo>
                    <a:pt x="3709" y="7660"/>
                    <a:pt x="3739" y="7721"/>
                    <a:pt x="3739" y="7781"/>
                  </a:cubicBezTo>
                  <a:lnTo>
                    <a:pt x="3739" y="7812"/>
                  </a:lnTo>
                  <a:cubicBezTo>
                    <a:pt x="3674" y="7877"/>
                    <a:pt x="3592" y="7907"/>
                    <a:pt x="3506" y="7907"/>
                  </a:cubicBezTo>
                  <a:cubicBezTo>
                    <a:pt x="3431" y="7907"/>
                    <a:pt x="3354" y="7885"/>
                    <a:pt x="3283" y="7842"/>
                  </a:cubicBezTo>
                  <a:lnTo>
                    <a:pt x="3253" y="7781"/>
                  </a:lnTo>
                  <a:cubicBezTo>
                    <a:pt x="3247" y="7770"/>
                    <a:pt x="3237" y="7765"/>
                    <a:pt x="3225" y="7765"/>
                  </a:cubicBezTo>
                  <a:cubicBezTo>
                    <a:pt x="3170" y="7765"/>
                    <a:pt x="3065" y="7859"/>
                    <a:pt x="3040" y="7933"/>
                  </a:cubicBezTo>
                  <a:cubicBezTo>
                    <a:pt x="3034" y="7940"/>
                    <a:pt x="3027" y="7943"/>
                    <a:pt x="3021" y="7943"/>
                  </a:cubicBezTo>
                  <a:cubicBezTo>
                    <a:pt x="2973" y="7943"/>
                    <a:pt x="2949" y="7741"/>
                    <a:pt x="2949" y="7660"/>
                  </a:cubicBezTo>
                  <a:cubicBezTo>
                    <a:pt x="2949" y="7599"/>
                    <a:pt x="3101" y="7508"/>
                    <a:pt x="3162" y="7478"/>
                  </a:cubicBezTo>
                  <a:cubicBezTo>
                    <a:pt x="3192" y="7478"/>
                    <a:pt x="3101" y="7447"/>
                    <a:pt x="2949" y="7417"/>
                  </a:cubicBezTo>
                  <a:lnTo>
                    <a:pt x="2797" y="7417"/>
                  </a:lnTo>
                  <a:lnTo>
                    <a:pt x="2645" y="7599"/>
                  </a:lnTo>
                  <a:lnTo>
                    <a:pt x="2584" y="7569"/>
                  </a:lnTo>
                  <a:lnTo>
                    <a:pt x="2493" y="7508"/>
                  </a:lnTo>
                  <a:cubicBezTo>
                    <a:pt x="2402" y="7417"/>
                    <a:pt x="2280" y="7356"/>
                    <a:pt x="2280" y="7356"/>
                  </a:cubicBezTo>
                  <a:cubicBezTo>
                    <a:pt x="2189" y="7447"/>
                    <a:pt x="2128" y="7569"/>
                    <a:pt x="2068" y="7660"/>
                  </a:cubicBezTo>
                  <a:lnTo>
                    <a:pt x="1976" y="7599"/>
                  </a:lnTo>
                  <a:lnTo>
                    <a:pt x="1764" y="7478"/>
                  </a:lnTo>
                  <a:cubicBezTo>
                    <a:pt x="1612" y="7569"/>
                    <a:pt x="1520" y="7721"/>
                    <a:pt x="1551" y="7903"/>
                  </a:cubicBezTo>
                  <a:cubicBezTo>
                    <a:pt x="1581" y="7964"/>
                    <a:pt x="1581" y="8055"/>
                    <a:pt x="1612" y="8146"/>
                  </a:cubicBezTo>
                  <a:cubicBezTo>
                    <a:pt x="1642" y="8177"/>
                    <a:pt x="1642" y="8207"/>
                    <a:pt x="1612" y="8207"/>
                  </a:cubicBezTo>
                  <a:cubicBezTo>
                    <a:pt x="1551" y="8177"/>
                    <a:pt x="1460" y="8146"/>
                    <a:pt x="1399" y="8085"/>
                  </a:cubicBezTo>
                  <a:cubicBezTo>
                    <a:pt x="1369" y="8025"/>
                    <a:pt x="1429" y="7842"/>
                    <a:pt x="1369" y="7781"/>
                  </a:cubicBezTo>
                  <a:lnTo>
                    <a:pt x="1095" y="7781"/>
                  </a:lnTo>
                  <a:cubicBezTo>
                    <a:pt x="1095" y="7812"/>
                    <a:pt x="1065" y="7903"/>
                    <a:pt x="1095" y="7994"/>
                  </a:cubicBezTo>
                  <a:lnTo>
                    <a:pt x="1034" y="8025"/>
                  </a:lnTo>
                  <a:cubicBezTo>
                    <a:pt x="973" y="8116"/>
                    <a:pt x="913" y="8207"/>
                    <a:pt x="730" y="8207"/>
                  </a:cubicBezTo>
                  <a:cubicBezTo>
                    <a:pt x="730" y="8237"/>
                    <a:pt x="791" y="8298"/>
                    <a:pt x="821" y="8298"/>
                  </a:cubicBezTo>
                  <a:cubicBezTo>
                    <a:pt x="848" y="8325"/>
                    <a:pt x="735" y="8491"/>
                    <a:pt x="645" y="8491"/>
                  </a:cubicBezTo>
                  <a:cubicBezTo>
                    <a:pt x="632" y="8491"/>
                    <a:pt x="620" y="8488"/>
                    <a:pt x="609" y="8481"/>
                  </a:cubicBezTo>
                  <a:cubicBezTo>
                    <a:pt x="600" y="8475"/>
                    <a:pt x="590" y="8472"/>
                    <a:pt x="580" y="8472"/>
                  </a:cubicBezTo>
                  <a:cubicBezTo>
                    <a:pt x="489" y="8472"/>
                    <a:pt x="365" y="8702"/>
                    <a:pt x="365" y="8785"/>
                  </a:cubicBezTo>
                  <a:cubicBezTo>
                    <a:pt x="388" y="8874"/>
                    <a:pt x="361" y="8930"/>
                    <a:pt x="321" y="8930"/>
                  </a:cubicBezTo>
                  <a:cubicBezTo>
                    <a:pt x="307" y="8930"/>
                    <a:pt x="291" y="8922"/>
                    <a:pt x="274" y="8906"/>
                  </a:cubicBezTo>
                  <a:lnTo>
                    <a:pt x="122" y="8906"/>
                  </a:lnTo>
                  <a:lnTo>
                    <a:pt x="92" y="8936"/>
                  </a:lnTo>
                  <a:cubicBezTo>
                    <a:pt x="92" y="8967"/>
                    <a:pt x="213" y="9088"/>
                    <a:pt x="244" y="9088"/>
                  </a:cubicBezTo>
                  <a:cubicBezTo>
                    <a:pt x="335" y="9088"/>
                    <a:pt x="426" y="9088"/>
                    <a:pt x="517" y="9058"/>
                  </a:cubicBezTo>
                  <a:cubicBezTo>
                    <a:pt x="546" y="9029"/>
                    <a:pt x="520" y="8752"/>
                    <a:pt x="596" y="8752"/>
                  </a:cubicBezTo>
                  <a:cubicBezTo>
                    <a:pt x="600" y="8752"/>
                    <a:pt x="604" y="8753"/>
                    <a:pt x="609" y="8754"/>
                  </a:cubicBezTo>
                  <a:cubicBezTo>
                    <a:pt x="730" y="8754"/>
                    <a:pt x="730" y="8845"/>
                    <a:pt x="730" y="8876"/>
                  </a:cubicBezTo>
                  <a:cubicBezTo>
                    <a:pt x="700" y="8906"/>
                    <a:pt x="852" y="8967"/>
                    <a:pt x="882" y="8997"/>
                  </a:cubicBezTo>
                  <a:cubicBezTo>
                    <a:pt x="943" y="8997"/>
                    <a:pt x="943" y="9119"/>
                    <a:pt x="943" y="9119"/>
                  </a:cubicBezTo>
                  <a:cubicBezTo>
                    <a:pt x="928" y="9134"/>
                    <a:pt x="928" y="9142"/>
                    <a:pt x="939" y="9142"/>
                  </a:cubicBezTo>
                  <a:cubicBezTo>
                    <a:pt x="951" y="9142"/>
                    <a:pt x="973" y="9134"/>
                    <a:pt x="1004" y="9119"/>
                  </a:cubicBezTo>
                  <a:lnTo>
                    <a:pt x="1065" y="9119"/>
                  </a:lnTo>
                  <a:lnTo>
                    <a:pt x="1186" y="9149"/>
                  </a:lnTo>
                  <a:cubicBezTo>
                    <a:pt x="1338" y="9210"/>
                    <a:pt x="1369" y="9301"/>
                    <a:pt x="1247" y="9362"/>
                  </a:cubicBezTo>
                  <a:lnTo>
                    <a:pt x="1217" y="9362"/>
                  </a:lnTo>
                  <a:cubicBezTo>
                    <a:pt x="1188" y="9343"/>
                    <a:pt x="1166" y="9336"/>
                    <a:pt x="1149" y="9336"/>
                  </a:cubicBezTo>
                  <a:cubicBezTo>
                    <a:pt x="1112" y="9336"/>
                    <a:pt x="1104" y="9371"/>
                    <a:pt x="1125" y="9392"/>
                  </a:cubicBezTo>
                  <a:cubicBezTo>
                    <a:pt x="1125" y="9453"/>
                    <a:pt x="1186" y="9514"/>
                    <a:pt x="1186" y="9514"/>
                  </a:cubicBezTo>
                  <a:lnTo>
                    <a:pt x="1125" y="9605"/>
                  </a:lnTo>
                  <a:cubicBezTo>
                    <a:pt x="1034" y="9544"/>
                    <a:pt x="943" y="9514"/>
                    <a:pt x="852" y="9484"/>
                  </a:cubicBezTo>
                  <a:lnTo>
                    <a:pt x="761" y="9544"/>
                  </a:lnTo>
                  <a:lnTo>
                    <a:pt x="669" y="9605"/>
                  </a:lnTo>
                  <a:cubicBezTo>
                    <a:pt x="548" y="9666"/>
                    <a:pt x="700" y="9727"/>
                    <a:pt x="761" y="9727"/>
                  </a:cubicBezTo>
                  <a:cubicBezTo>
                    <a:pt x="852" y="9757"/>
                    <a:pt x="791" y="9818"/>
                    <a:pt x="639" y="9879"/>
                  </a:cubicBezTo>
                  <a:lnTo>
                    <a:pt x="487" y="9879"/>
                  </a:lnTo>
                  <a:lnTo>
                    <a:pt x="122" y="9909"/>
                  </a:lnTo>
                  <a:cubicBezTo>
                    <a:pt x="61" y="10092"/>
                    <a:pt x="31" y="10244"/>
                    <a:pt x="1" y="10426"/>
                  </a:cubicBezTo>
                  <a:cubicBezTo>
                    <a:pt x="61" y="10456"/>
                    <a:pt x="153" y="10487"/>
                    <a:pt x="213" y="10487"/>
                  </a:cubicBezTo>
                  <a:lnTo>
                    <a:pt x="274" y="10517"/>
                  </a:lnTo>
                  <a:cubicBezTo>
                    <a:pt x="335" y="10578"/>
                    <a:pt x="396" y="10669"/>
                    <a:pt x="396" y="10730"/>
                  </a:cubicBezTo>
                  <a:cubicBezTo>
                    <a:pt x="396" y="10791"/>
                    <a:pt x="396" y="10851"/>
                    <a:pt x="396" y="10912"/>
                  </a:cubicBezTo>
                  <a:lnTo>
                    <a:pt x="396" y="10973"/>
                  </a:lnTo>
                  <a:cubicBezTo>
                    <a:pt x="373" y="11041"/>
                    <a:pt x="453" y="11076"/>
                    <a:pt x="520" y="11076"/>
                  </a:cubicBezTo>
                  <a:cubicBezTo>
                    <a:pt x="542" y="11076"/>
                    <a:pt x="563" y="11072"/>
                    <a:pt x="578" y="11064"/>
                  </a:cubicBezTo>
                  <a:cubicBezTo>
                    <a:pt x="609" y="11064"/>
                    <a:pt x="639" y="10973"/>
                    <a:pt x="609" y="10851"/>
                  </a:cubicBezTo>
                  <a:lnTo>
                    <a:pt x="639" y="10821"/>
                  </a:lnTo>
                  <a:lnTo>
                    <a:pt x="700" y="10791"/>
                  </a:lnTo>
                  <a:cubicBezTo>
                    <a:pt x="821" y="10882"/>
                    <a:pt x="913" y="10943"/>
                    <a:pt x="1034" y="11003"/>
                  </a:cubicBezTo>
                  <a:lnTo>
                    <a:pt x="1186" y="11003"/>
                  </a:lnTo>
                  <a:cubicBezTo>
                    <a:pt x="1186" y="11003"/>
                    <a:pt x="1125" y="11155"/>
                    <a:pt x="1095" y="11155"/>
                  </a:cubicBezTo>
                  <a:cubicBezTo>
                    <a:pt x="1065" y="11155"/>
                    <a:pt x="1186" y="11490"/>
                    <a:pt x="1065" y="11520"/>
                  </a:cubicBezTo>
                  <a:cubicBezTo>
                    <a:pt x="943" y="11581"/>
                    <a:pt x="913" y="11763"/>
                    <a:pt x="913" y="11824"/>
                  </a:cubicBezTo>
                  <a:cubicBezTo>
                    <a:pt x="913" y="11885"/>
                    <a:pt x="943" y="11915"/>
                    <a:pt x="973" y="11976"/>
                  </a:cubicBezTo>
                  <a:lnTo>
                    <a:pt x="1095" y="11976"/>
                  </a:lnTo>
                  <a:lnTo>
                    <a:pt x="1156" y="11854"/>
                  </a:lnTo>
                  <a:cubicBezTo>
                    <a:pt x="1176" y="11773"/>
                    <a:pt x="1250" y="11719"/>
                    <a:pt x="1325" y="11719"/>
                  </a:cubicBezTo>
                  <a:cubicBezTo>
                    <a:pt x="1362" y="11719"/>
                    <a:pt x="1399" y="11733"/>
                    <a:pt x="1429" y="11763"/>
                  </a:cubicBezTo>
                  <a:cubicBezTo>
                    <a:pt x="1452" y="11808"/>
                    <a:pt x="1490" y="11836"/>
                    <a:pt x="1533" y="11836"/>
                  </a:cubicBezTo>
                  <a:cubicBezTo>
                    <a:pt x="1549" y="11836"/>
                    <a:pt x="1565" y="11832"/>
                    <a:pt x="1581" y="11824"/>
                  </a:cubicBezTo>
                  <a:lnTo>
                    <a:pt x="1855" y="11824"/>
                  </a:lnTo>
                  <a:cubicBezTo>
                    <a:pt x="1855" y="11861"/>
                    <a:pt x="1866" y="11875"/>
                    <a:pt x="1882" y="11875"/>
                  </a:cubicBezTo>
                  <a:cubicBezTo>
                    <a:pt x="1920" y="11875"/>
                    <a:pt x="1986" y="11797"/>
                    <a:pt x="2007" y="11733"/>
                  </a:cubicBezTo>
                  <a:cubicBezTo>
                    <a:pt x="2037" y="11642"/>
                    <a:pt x="2098" y="11611"/>
                    <a:pt x="2189" y="11551"/>
                  </a:cubicBezTo>
                  <a:cubicBezTo>
                    <a:pt x="2280" y="11702"/>
                    <a:pt x="2372" y="11854"/>
                    <a:pt x="2463" y="12006"/>
                  </a:cubicBezTo>
                  <a:lnTo>
                    <a:pt x="2828" y="11824"/>
                  </a:lnTo>
                  <a:cubicBezTo>
                    <a:pt x="2888" y="11885"/>
                    <a:pt x="2888" y="11976"/>
                    <a:pt x="2888" y="12067"/>
                  </a:cubicBezTo>
                  <a:lnTo>
                    <a:pt x="2828" y="12128"/>
                  </a:lnTo>
                  <a:lnTo>
                    <a:pt x="2797" y="12158"/>
                  </a:lnTo>
                  <a:cubicBezTo>
                    <a:pt x="2706" y="12158"/>
                    <a:pt x="2615" y="12219"/>
                    <a:pt x="2584" y="12310"/>
                  </a:cubicBezTo>
                  <a:lnTo>
                    <a:pt x="2706" y="12280"/>
                  </a:lnTo>
                  <a:cubicBezTo>
                    <a:pt x="2761" y="12280"/>
                    <a:pt x="2826" y="12247"/>
                    <a:pt x="2850" y="12247"/>
                  </a:cubicBezTo>
                  <a:cubicBezTo>
                    <a:pt x="2866" y="12247"/>
                    <a:pt x="2864" y="12262"/>
                    <a:pt x="2828" y="12310"/>
                  </a:cubicBezTo>
                  <a:cubicBezTo>
                    <a:pt x="2767" y="12462"/>
                    <a:pt x="2797" y="12523"/>
                    <a:pt x="2919" y="12554"/>
                  </a:cubicBezTo>
                  <a:lnTo>
                    <a:pt x="3101" y="12614"/>
                  </a:lnTo>
                  <a:cubicBezTo>
                    <a:pt x="3101" y="12569"/>
                    <a:pt x="3131" y="12554"/>
                    <a:pt x="3169" y="12554"/>
                  </a:cubicBezTo>
                  <a:cubicBezTo>
                    <a:pt x="3207" y="12554"/>
                    <a:pt x="3253" y="12569"/>
                    <a:pt x="3283" y="12584"/>
                  </a:cubicBezTo>
                  <a:cubicBezTo>
                    <a:pt x="3314" y="12599"/>
                    <a:pt x="3435" y="12614"/>
                    <a:pt x="3557" y="12614"/>
                  </a:cubicBezTo>
                  <a:cubicBezTo>
                    <a:pt x="3679" y="12614"/>
                    <a:pt x="3800" y="12599"/>
                    <a:pt x="3831" y="12554"/>
                  </a:cubicBezTo>
                  <a:cubicBezTo>
                    <a:pt x="3867" y="12499"/>
                    <a:pt x="3914" y="12488"/>
                    <a:pt x="3947" y="12488"/>
                  </a:cubicBezTo>
                  <a:cubicBezTo>
                    <a:pt x="3968" y="12488"/>
                    <a:pt x="3983" y="12493"/>
                    <a:pt x="3983" y="12493"/>
                  </a:cubicBezTo>
                  <a:cubicBezTo>
                    <a:pt x="3987" y="12497"/>
                    <a:pt x="3993" y="12499"/>
                    <a:pt x="4000" y="12499"/>
                  </a:cubicBezTo>
                  <a:cubicBezTo>
                    <a:pt x="4046" y="12499"/>
                    <a:pt x="4143" y="12428"/>
                    <a:pt x="4195" y="12402"/>
                  </a:cubicBezTo>
                  <a:cubicBezTo>
                    <a:pt x="4226" y="12341"/>
                    <a:pt x="4438" y="12158"/>
                    <a:pt x="4408" y="12098"/>
                  </a:cubicBezTo>
                  <a:cubicBezTo>
                    <a:pt x="4408" y="12037"/>
                    <a:pt x="4682" y="12006"/>
                    <a:pt x="4803" y="12006"/>
                  </a:cubicBezTo>
                  <a:cubicBezTo>
                    <a:pt x="4925" y="12006"/>
                    <a:pt x="4955" y="12158"/>
                    <a:pt x="4925" y="12189"/>
                  </a:cubicBezTo>
                  <a:cubicBezTo>
                    <a:pt x="4894" y="12250"/>
                    <a:pt x="4925" y="12310"/>
                    <a:pt x="4925" y="12310"/>
                  </a:cubicBezTo>
                  <a:cubicBezTo>
                    <a:pt x="4986" y="12250"/>
                    <a:pt x="5046" y="12219"/>
                    <a:pt x="5077" y="12158"/>
                  </a:cubicBezTo>
                  <a:cubicBezTo>
                    <a:pt x="5090" y="12145"/>
                    <a:pt x="5103" y="12139"/>
                    <a:pt x="5115" y="12139"/>
                  </a:cubicBezTo>
                  <a:cubicBezTo>
                    <a:pt x="5161" y="12139"/>
                    <a:pt x="5198" y="12221"/>
                    <a:pt x="5198" y="12341"/>
                  </a:cubicBezTo>
                  <a:lnTo>
                    <a:pt x="5107" y="12462"/>
                  </a:lnTo>
                  <a:cubicBezTo>
                    <a:pt x="5077" y="12493"/>
                    <a:pt x="5107" y="12554"/>
                    <a:pt x="5138" y="12554"/>
                  </a:cubicBezTo>
                  <a:cubicBezTo>
                    <a:pt x="5158" y="12564"/>
                    <a:pt x="5175" y="12567"/>
                    <a:pt x="5189" y="12567"/>
                  </a:cubicBezTo>
                  <a:cubicBezTo>
                    <a:pt x="5219" y="12567"/>
                    <a:pt x="5239" y="12554"/>
                    <a:pt x="5259" y="12554"/>
                  </a:cubicBezTo>
                  <a:lnTo>
                    <a:pt x="5320" y="12462"/>
                  </a:lnTo>
                  <a:cubicBezTo>
                    <a:pt x="5369" y="12397"/>
                    <a:pt x="5409" y="12367"/>
                    <a:pt x="5436" y="12367"/>
                  </a:cubicBezTo>
                  <a:cubicBezTo>
                    <a:pt x="5459" y="12367"/>
                    <a:pt x="5472" y="12390"/>
                    <a:pt x="5472" y="12432"/>
                  </a:cubicBezTo>
                  <a:lnTo>
                    <a:pt x="5502" y="12432"/>
                  </a:lnTo>
                  <a:cubicBezTo>
                    <a:pt x="5624" y="12462"/>
                    <a:pt x="5715" y="12462"/>
                    <a:pt x="5837" y="12493"/>
                  </a:cubicBezTo>
                  <a:cubicBezTo>
                    <a:pt x="5949" y="12493"/>
                    <a:pt x="5880" y="12648"/>
                    <a:pt x="6012" y="12648"/>
                  </a:cubicBezTo>
                  <a:cubicBezTo>
                    <a:pt x="6023" y="12648"/>
                    <a:pt x="6035" y="12647"/>
                    <a:pt x="6049" y="12645"/>
                  </a:cubicBezTo>
                  <a:lnTo>
                    <a:pt x="6262" y="12614"/>
                  </a:lnTo>
                  <a:cubicBezTo>
                    <a:pt x="6536" y="12614"/>
                    <a:pt x="6718" y="12432"/>
                    <a:pt x="6718" y="12341"/>
                  </a:cubicBezTo>
                  <a:cubicBezTo>
                    <a:pt x="6688" y="12280"/>
                    <a:pt x="6840" y="12189"/>
                    <a:pt x="7022" y="12189"/>
                  </a:cubicBezTo>
                  <a:lnTo>
                    <a:pt x="7113" y="12280"/>
                  </a:lnTo>
                  <a:lnTo>
                    <a:pt x="7296" y="12402"/>
                  </a:lnTo>
                  <a:cubicBezTo>
                    <a:pt x="7539" y="12462"/>
                    <a:pt x="7843" y="12493"/>
                    <a:pt x="7964" y="12523"/>
                  </a:cubicBezTo>
                  <a:lnTo>
                    <a:pt x="8025" y="12584"/>
                  </a:lnTo>
                  <a:cubicBezTo>
                    <a:pt x="8051" y="12610"/>
                    <a:pt x="8074" y="12619"/>
                    <a:pt x="8097" y="12619"/>
                  </a:cubicBezTo>
                  <a:cubicBezTo>
                    <a:pt x="8144" y="12619"/>
                    <a:pt x="8187" y="12579"/>
                    <a:pt x="8238" y="12579"/>
                  </a:cubicBezTo>
                  <a:cubicBezTo>
                    <a:pt x="8248" y="12579"/>
                    <a:pt x="8258" y="12580"/>
                    <a:pt x="8268" y="12584"/>
                  </a:cubicBezTo>
                  <a:lnTo>
                    <a:pt x="8542" y="12736"/>
                  </a:lnTo>
                  <a:lnTo>
                    <a:pt x="8633" y="12736"/>
                  </a:lnTo>
                  <a:cubicBezTo>
                    <a:pt x="8724" y="12645"/>
                    <a:pt x="8876" y="12675"/>
                    <a:pt x="8937" y="12645"/>
                  </a:cubicBezTo>
                  <a:lnTo>
                    <a:pt x="9028" y="12584"/>
                  </a:lnTo>
                  <a:cubicBezTo>
                    <a:pt x="9103" y="12509"/>
                    <a:pt x="9178" y="12454"/>
                    <a:pt x="9203" y="12454"/>
                  </a:cubicBezTo>
                  <a:cubicBezTo>
                    <a:pt x="9208" y="12454"/>
                    <a:pt x="9211" y="12457"/>
                    <a:pt x="9211" y="12462"/>
                  </a:cubicBezTo>
                  <a:cubicBezTo>
                    <a:pt x="9241" y="12462"/>
                    <a:pt x="9302" y="12554"/>
                    <a:pt x="9393" y="12645"/>
                  </a:cubicBezTo>
                  <a:lnTo>
                    <a:pt x="9636" y="12584"/>
                  </a:lnTo>
                  <a:lnTo>
                    <a:pt x="9697" y="12584"/>
                  </a:lnTo>
                  <a:cubicBezTo>
                    <a:pt x="9788" y="12614"/>
                    <a:pt x="9879" y="12675"/>
                    <a:pt x="9940" y="12736"/>
                  </a:cubicBezTo>
                  <a:lnTo>
                    <a:pt x="10031" y="12797"/>
                  </a:lnTo>
                  <a:lnTo>
                    <a:pt x="10214" y="12949"/>
                  </a:lnTo>
                  <a:cubicBezTo>
                    <a:pt x="10335" y="12858"/>
                    <a:pt x="10457" y="12766"/>
                    <a:pt x="10548" y="12675"/>
                  </a:cubicBezTo>
                  <a:lnTo>
                    <a:pt x="10730" y="12675"/>
                  </a:lnTo>
                  <a:cubicBezTo>
                    <a:pt x="10852" y="12645"/>
                    <a:pt x="10913" y="12523"/>
                    <a:pt x="11004" y="12432"/>
                  </a:cubicBezTo>
                  <a:cubicBezTo>
                    <a:pt x="11065" y="12432"/>
                    <a:pt x="11065" y="12706"/>
                    <a:pt x="11034" y="12797"/>
                  </a:cubicBezTo>
                  <a:cubicBezTo>
                    <a:pt x="11009" y="12872"/>
                    <a:pt x="11108" y="12926"/>
                    <a:pt x="11177" y="12926"/>
                  </a:cubicBezTo>
                  <a:cubicBezTo>
                    <a:pt x="11192" y="12926"/>
                    <a:pt x="11206" y="12924"/>
                    <a:pt x="11217" y="12918"/>
                  </a:cubicBezTo>
                  <a:cubicBezTo>
                    <a:pt x="11265" y="12918"/>
                    <a:pt x="11450" y="12841"/>
                    <a:pt x="11553" y="12841"/>
                  </a:cubicBezTo>
                  <a:cubicBezTo>
                    <a:pt x="11579" y="12841"/>
                    <a:pt x="11600" y="12845"/>
                    <a:pt x="11612" y="12858"/>
                  </a:cubicBezTo>
                  <a:cubicBezTo>
                    <a:pt x="11703" y="12949"/>
                    <a:pt x="11764" y="13010"/>
                    <a:pt x="11855" y="13101"/>
                  </a:cubicBezTo>
                  <a:lnTo>
                    <a:pt x="11977" y="13101"/>
                  </a:lnTo>
                  <a:cubicBezTo>
                    <a:pt x="12068" y="13101"/>
                    <a:pt x="12159" y="13192"/>
                    <a:pt x="12250" y="13192"/>
                  </a:cubicBezTo>
                  <a:lnTo>
                    <a:pt x="12372" y="13192"/>
                  </a:lnTo>
                  <a:cubicBezTo>
                    <a:pt x="12463" y="13192"/>
                    <a:pt x="12585" y="13192"/>
                    <a:pt x="12676" y="13222"/>
                  </a:cubicBezTo>
                  <a:cubicBezTo>
                    <a:pt x="12706" y="13253"/>
                    <a:pt x="12706" y="13283"/>
                    <a:pt x="12676" y="13283"/>
                  </a:cubicBezTo>
                  <a:cubicBezTo>
                    <a:pt x="12645" y="13313"/>
                    <a:pt x="12585" y="13344"/>
                    <a:pt x="12554" y="13344"/>
                  </a:cubicBezTo>
                  <a:cubicBezTo>
                    <a:pt x="12519" y="13334"/>
                    <a:pt x="12481" y="13330"/>
                    <a:pt x="12441" y="13330"/>
                  </a:cubicBezTo>
                  <a:cubicBezTo>
                    <a:pt x="12363" y="13330"/>
                    <a:pt x="12279" y="13344"/>
                    <a:pt x="12201" y="13344"/>
                  </a:cubicBezTo>
                  <a:cubicBezTo>
                    <a:pt x="12083" y="13344"/>
                    <a:pt x="11977" y="13313"/>
                    <a:pt x="11916" y="13161"/>
                  </a:cubicBezTo>
                  <a:cubicBezTo>
                    <a:pt x="11855" y="13161"/>
                    <a:pt x="11825" y="13161"/>
                    <a:pt x="11794" y="13192"/>
                  </a:cubicBezTo>
                  <a:lnTo>
                    <a:pt x="11703" y="13253"/>
                  </a:lnTo>
                  <a:cubicBezTo>
                    <a:pt x="11664" y="13312"/>
                    <a:pt x="11612" y="13345"/>
                    <a:pt x="11555" y="13345"/>
                  </a:cubicBezTo>
                  <a:cubicBezTo>
                    <a:pt x="11524" y="13345"/>
                    <a:pt x="11492" y="13335"/>
                    <a:pt x="11460" y="13313"/>
                  </a:cubicBezTo>
                  <a:cubicBezTo>
                    <a:pt x="11456" y="13306"/>
                    <a:pt x="11451" y="13303"/>
                    <a:pt x="11445" y="13303"/>
                  </a:cubicBezTo>
                  <a:cubicBezTo>
                    <a:pt x="11401" y="13303"/>
                    <a:pt x="11304" y="13477"/>
                    <a:pt x="11278" y="13557"/>
                  </a:cubicBezTo>
                  <a:cubicBezTo>
                    <a:pt x="11256" y="13589"/>
                    <a:pt x="11188" y="13598"/>
                    <a:pt x="11103" y="13598"/>
                  </a:cubicBezTo>
                  <a:cubicBezTo>
                    <a:pt x="10986" y="13598"/>
                    <a:pt x="10836" y="13581"/>
                    <a:pt x="10727" y="13581"/>
                  </a:cubicBezTo>
                  <a:cubicBezTo>
                    <a:pt x="10693" y="13581"/>
                    <a:pt x="10663" y="13582"/>
                    <a:pt x="10639" y="13587"/>
                  </a:cubicBezTo>
                  <a:cubicBezTo>
                    <a:pt x="10487" y="13648"/>
                    <a:pt x="10335" y="13739"/>
                    <a:pt x="10214" y="13830"/>
                  </a:cubicBezTo>
                  <a:lnTo>
                    <a:pt x="10244" y="13921"/>
                  </a:lnTo>
                  <a:lnTo>
                    <a:pt x="10274" y="13952"/>
                  </a:lnTo>
                  <a:cubicBezTo>
                    <a:pt x="10139" y="14064"/>
                    <a:pt x="9970" y="14127"/>
                    <a:pt x="9806" y="14127"/>
                  </a:cubicBezTo>
                  <a:cubicBezTo>
                    <a:pt x="9748" y="14127"/>
                    <a:pt x="9691" y="14119"/>
                    <a:pt x="9636" y="14104"/>
                  </a:cubicBezTo>
                  <a:cubicBezTo>
                    <a:pt x="9454" y="14013"/>
                    <a:pt x="9393" y="13891"/>
                    <a:pt x="9423" y="13861"/>
                  </a:cubicBezTo>
                  <a:cubicBezTo>
                    <a:pt x="9484" y="13800"/>
                    <a:pt x="9211" y="13648"/>
                    <a:pt x="9089" y="13617"/>
                  </a:cubicBezTo>
                  <a:cubicBezTo>
                    <a:pt x="8967" y="13617"/>
                    <a:pt x="8876" y="13678"/>
                    <a:pt x="8876" y="13769"/>
                  </a:cubicBezTo>
                  <a:lnTo>
                    <a:pt x="9119" y="13769"/>
                  </a:lnTo>
                  <a:cubicBezTo>
                    <a:pt x="9150" y="13769"/>
                    <a:pt x="9180" y="13769"/>
                    <a:pt x="9180" y="13800"/>
                  </a:cubicBezTo>
                  <a:lnTo>
                    <a:pt x="9180" y="13891"/>
                  </a:lnTo>
                  <a:lnTo>
                    <a:pt x="9028" y="13982"/>
                  </a:lnTo>
                  <a:cubicBezTo>
                    <a:pt x="8904" y="14032"/>
                    <a:pt x="8760" y="14081"/>
                    <a:pt x="8595" y="14081"/>
                  </a:cubicBezTo>
                  <a:cubicBezTo>
                    <a:pt x="8558" y="14081"/>
                    <a:pt x="8520" y="14079"/>
                    <a:pt x="8481" y="14073"/>
                  </a:cubicBezTo>
                  <a:cubicBezTo>
                    <a:pt x="8420" y="14043"/>
                    <a:pt x="8512" y="13739"/>
                    <a:pt x="8451" y="13709"/>
                  </a:cubicBezTo>
                  <a:cubicBezTo>
                    <a:pt x="8420" y="13693"/>
                    <a:pt x="8390" y="13686"/>
                    <a:pt x="8363" y="13686"/>
                  </a:cubicBezTo>
                  <a:cubicBezTo>
                    <a:pt x="8337" y="13686"/>
                    <a:pt x="8314" y="13693"/>
                    <a:pt x="8299" y="13709"/>
                  </a:cubicBezTo>
                  <a:cubicBezTo>
                    <a:pt x="8268" y="13709"/>
                    <a:pt x="8238" y="13921"/>
                    <a:pt x="8177" y="14165"/>
                  </a:cubicBezTo>
                  <a:lnTo>
                    <a:pt x="7843" y="14256"/>
                  </a:lnTo>
                  <a:lnTo>
                    <a:pt x="7752" y="14286"/>
                  </a:lnTo>
                  <a:cubicBezTo>
                    <a:pt x="7721" y="14301"/>
                    <a:pt x="7676" y="14309"/>
                    <a:pt x="7630" y="14309"/>
                  </a:cubicBezTo>
                  <a:cubicBezTo>
                    <a:pt x="7584" y="14309"/>
                    <a:pt x="7539" y="14301"/>
                    <a:pt x="7508" y="14286"/>
                  </a:cubicBezTo>
                  <a:cubicBezTo>
                    <a:pt x="7502" y="14280"/>
                    <a:pt x="7494" y="14278"/>
                    <a:pt x="7484" y="14278"/>
                  </a:cubicBezTo>
                  <a:cubicBezTo>
                    <a:pt x="7443" y="14278"/>
                    <a:pt x="7375" y="14317"/>
                    <a:pt x="7326" y="14317"/>
                  </a:cubicBezTo>
                  <a:cubicBezTo>
                    <a:pt x="7311" y="14332"/>
                    <a:pt x="7296" y="14339"/>
                    <a:pt x="7280" y="14339"/>
                  </a:cubicBezTo>
                  <a:cubicBezTo>
                    <a:pt x="7265" y="14339"/>
                    <a:pt x="7250" y="14332"/>
                    <a:pt x="7235" y="14317"/>
                  </a:cubicBezTo>
                  <a:cubicBezTo>
                    <a:pt x="7174" y="14225"/>
                    <a:pt x="7144" y="14104"/>
                    <a:pt x="7083" y="14013"/>
                  </a:cubicBezTo>
                  <a:lnTo>
                    <a:pt x="6870" y="13952"/>
                  </a:lnTo>
                  <a:lnTo>
                    <a:pt x="6840" y="13952"/>
                  </a:lnTo>
                  <a:cubicBezTo>
                    <a:pt x="6840" y="13861"/>
                    <a:pt x="6779" y="13861"/>
                    <a:pt x="6749" y="13861"/>
                  </a:cubicBezTo>
                  <a:cubicBezTo>
                    <a:pt x="6718" y="13952"/>
                    <a:pt x="6688" y="14043"/>
                    <a:pt x="6657" y="14134"/>
                  </a:cubicBezTo>
                  <a:lnTo>
                    <a:pt x="6353" y="13982"/>
                  </a:lnTo>
                  <a:cubicBezTo>
                    <a:pt x="6338" y="13967"/>
                    <a:pt x="6323" y="13959"/>
                    <a:pt x="6308" y="13959"/>
                  </a:cubicBezTo>
                  <a:cubicBezTo>
                    <a:pt x="6293" y="13959"/>
                    <a:pt x="6277" y="13967"/>
                    <a:pt x="6262" y="13982"/>
                  </a:cubicBezTo>
                  <a:cubicBezTo>
                    <a:pt x="6262" y="13982"/>
                    <a:pt x="6232" y="14043"/>
                    <a:pt x="6232" y="14043"/>
                  </a:cubicBezTo>
                  <a:lnTo>
                    <a:pt x="6445" y="14256"/>
                  </a:lnTo>
                  <a:cubicBezTo>
                    <a:pt x="6232" y="14286"/>
                    <a:pt x="6019" y="14347"/>
                    <a:pt x="5837" y="14408"/>
                  </a:cubicBezTo>
                  <a:lnTo>
                    <a:pt x="5745" y="14377"/>
                  </a:lnTo>
                  <a:lnTo>
                    <a:pt x="5685" y="14317"/>
                  </a:lnTo>
                  <a:cubicBezTo>
                    <a:pt x="5660" y="14216"/>
                    <a:pt x="5572" y="14157"/>
                    <a:pt x="5473" y="14157"/>
                  </a:cubicBezTo>
                  <a:cubicBezTo>
                    <a:pt x="5453" y="14157"/>
                    <a:pt x="5432" y="14159"/>
                    <a:pt x="5411" y="14165"/>
                  </a:cubicBezTo>
                  <a:lnTo>
                    <a:pt x="5320" y="14165"/>
                  </a:lnTo>
                  <a:cubicBezTo>
                    <a:pt x="5320" y="14195"/>
                    <a:pt x="5350" y="14225"/>
                    <a:pt x="5442" y="14225"/>
                  </a:cubicBezTo>
                  <a:lnTo>
                    <a:pt x="5594" y="14225"/>
                  </a:lnTo>
                  <a:cubicBezTo>
                    <a:pt x="5594" y="14286"/>
                    <a:pt x="5594" y="14317"/>
                    <a:pt x="5594" y="14347"/>
                  </a:cubicBezTo>
                  <a:lnTo>
                    <a:pt x="5381" y="14347"/>
                  </a:lnTo>
                  <a:cubicBezTo>
                    <a:pt x="5350" y="14357"/>
                    <a:pt x="5318" y="14361"/>
                    <a:pt x="5285" y="14361"/>
                  </a:cubicBezTo>
                  <a:cubicBezTo>
                    <a:pt x="5122" y="14361"/>
                    <a:pt x="4940" y="14256"/>
                    <a:pt x="4864" y="14256"/>
                  </a:cubicBezTo>
                  <a:cubicBezTo>
                    <a:pt x="4773" y="14256"/>
                    <a:pt x="4651" y="14225"/>
                    <a:pt x="4560" y="14225"/>
                  </a:cubicBezTo>
                  <a:cubicBezTo>
                    <a:pt x="4549" y="14220"/>
                    <a:pt x="4539" y="14217"/>
                    <a:pt x="4530" y="14217"/>
                  </a:cubicBezTo>
                  <a:cubicBezTo>
                    <a:pt x="4492" y="14217"/>
                    <a:pt x="4486" y="14267"/>
                    <a:pt x="4560" y="14317"/>
                  </a:cubicBezTo>
                  <a:lnTo>
                    <a:pt x="4590" y="14317"/>
                  </a:lnTo>
                  <a:cubicBezTo>
                    <a:pt x="4773" y="14408"/>
                    <a:pt x="4590" y="14438"/>
                    <a:pt x="4590" y="14529"/>
                  </a:cubicBezTo>
                  <a:cubicBezTo>
                    <a:pt x="4590" y="14610"/>
                    <a:pt x="4536" y="14637"/>
                    <a:pt x="4482" y="14637"/>
                  </a:cubicBezTo>
                  <a:cubicBezTo>
                    <a:pt x="4455" y="14637"/>
                    <a:pt x="4428" y="14631"/>
                    <a:pt x="4408" y="14620"/>
                  </a:cubicBezTo>
                  <a:lnTo>
                    <a:pt x="4195" y="14529"/>
                  </a:lnTo>
                  <a:cubicBezTo>
                    <a:pt x="3952" y="14620"/>
                    <a:pt x="3557" y="14560"/>
                    <a:pt x="3496" y="14620"/>
                  </a:cubicBezTo>
                  <a:cubicBezTo>
                    <a:pt x="3405" y="14681"/>
                    <a:pt x="3283" y="14742"/>
                    <a:pt x="3192" y="14772"/>
                  </a:cubicBezTo>
                  <a:lnTo>
                    <a:pt x="3162" y="14620"/>
                  </a:lnTo>
                  <a:cubicBezTo>
                    <a:pt x="3143" y="14582"/>
                    <a:pt x="3111" y="14544"/>
                    <a:pt x="3091" y="14544"/>
                  </a:cubicBezTo>
                  <a:cubicBezTo>
                    <a:pt x="3079" y="14544"/>
                    <a:pt x="3071" y="14557"/>
                    <a:pt x="3071" y="14590"/>
                  </a:cubicBezTo>
                  <a:lnTo>
                    <a:pt x="3040" y="14742"/>
                  </a:lnTo>
                  <a:cubicBezTo>
                    <a:pt x="2888" y="14894"/>
                    <a:pt x="2797" y="15076"/>
                    <a:pt x="2706" y="15289"/>
                  </a:cubicBezTo>
                  <a:cubicBezTo>
                    <a:pt x="2686" y="15318"/>
                    <a:pt x="2664" y="15332"/>
                    <a:pt x="2640" y="15332"/>
                  </a:cubicBezTo>
                  <a:cubicBezTo>
                    <a:pt x="2590" y="15332"/>
                    <a:pt x="2534" y="15271"/>
                    <a:pt x="2493" y="15168"/>
                  </a:cubicBezTo>
                  <a:lnTo>
                    <a:pt x="2645" y="14894"/>
                  </a:lnTo>
                  <a:lnTo>
                    <a:pt x="2706" y="14803"/>
                  </a:lnTo>
                  <a:cubicBezTo>
                    <a:pt x="2767" y="14681"/>
                    <a:pt x="2797" y="14560"/>
                    <a:pt x="2797" y="14438"/>
                  </a:cubicBezTo>
                  <a:lnTo>
                    <a:pt x="2797" y="14438"/>
                  </a:lnTo>
                  <a:lnTo>
                    <a:pt x="2706" y="14529"/>
                  </a:lnTo>
                  <a:cubicBezTo>
                    <a:pt x="2693" y="14521"/>
                    <a:pt x="2681" y="14517"/>
                    <a:pt x="2670" y="14517"/>
                  </a:cubicBezTo>
                  <a:cubicBezTo>
                    <a:pt x="2599" y="14517"/>
                    <a:pt x="2554" y="14659"/>
                    <a:pt x="2554" y="14712"/>
                  </a:cubicBezTo>
                  <a:cubicBezTo>
                    <a:pt x="2554" y="14745"/>
                    <a:pt x="2517" y="14769"/>
                    <a:pt x="2464" y="14769"/>
                  </a:cubicBezTo>
                  <a:cubicBezTo>
                    <a:pt x="2421" y="14769"/>
                    <a:pt x="2366" y="14753"/>
                    <a:pt x="2311" y="14712"/>
                  </a:cubicBezTo>
                  <a:lnTo>
                    <a:pt x="2220" y="14651"/>
                  </a:lnTo>
                  <a:lnTo>
                    <a:pt x="2128" y="14560"/>
                  </a:lnTo>
                  <a:cubicBezTo>
                    <a:pt x="1946" y="14499"/>
                    <a:pt x="1885" y="14377"/>
                    <a:pt x="2007" y="14286"/>
                  </a:cubicBezTo>
                  <a:lnTo>
                    <a:pt x="2007" y="14225"/>
                  </a:lnTo>
                  <a:lnTo>
                    <a:pt x="2007" y="14134"/>
                  </a:lnTo>
                  <a:cubicBezTo>
                    <a:pt x="1978" y="14086"/>
                    <a:pt x="1941" y="14069"/>
                    <a:pt x="1902" y="14069"/>
                  </a:cubicBezTo>
                  <a:cubicBezTo>
                    <a:pt x="1819" y="14069"/>
                    <a:pt x="1733" y="14153"/>
                    <a:pt x="1733" y="14195"/>
                  </a:cubicBezTo>
                  <a:cubicBezTo>
                    <a:pt x="1710" y="14263"/>
                    <a:pt x="1585" y="14298"/>
                    <a:pt x="1498" y="14298"/>
                  </a:cubicBezTo>
                  <a:cubicBezTo>
                    <a:pt x="1469" y="14298"/>
                    <a:pt x="1445" y="14294"/>
                    <a:pt x="1429" y="14286"/>
                  </a:cubicBezTo>
                  <a:lnTo>
                    <a:pt x="1429" y="14286"/>
                  </a:lnTo>
                  <a:cubicBezTo>
                    <a:pt x="1369" y="14286"/>
                    <a:pt x="1794" y="14651"/>
                    <a:pt x="1794" y="14742"/>
                  </a:cubicBezTo>
                  <a:cubicBezTo>
                    <a:pt x="1764" y="14803"/>
                    <a:pt x="1642" y="14803"/>
                    <a:pt x="1612" y="14803"/>
                  </a:cubicBezTo>
                  <a:cubicBezTo>
                    <a:pt x="1520" y="14894"/>
                    <a:pt x="1460" y="14985"/>
                    <a:pt x="1399" y="15076"/>
                  </a:cubicBezTo>
                  <a:lnTo>
                    <a:pt x="1247" y="15137"/>
                  </a:lnTo>
                  <a:cubicBezTo>
                    <a:pt x="1156" y="15168"/>
                    <a:pt x="1065" y="15198"/>
                    <a:pt x="973" y="15228"/>
                  </a:cubicBezTo>
                  <a:cubicBezTo>
                    <a:pt x="852" y="15289"/>
                    <a:pt x="1004" y="15380"/>
                    <a:pt x="973" y="15411"/>
                  </a:cubicBezTo>
                  <a:lnTo>
                    <a:pt x="882" y="15502"/>
                  </a:lnTo>
                  <a:lnTo>
                    <a:pt x="548" y="15654"/>
                  </a:lnTo>
                  <a:cubicBezTo>
                    <a:pt x="517" y="15684"/>
                    <a:pt x="578" y="15745"/>
                    <a:pt x="700" y="15775"/>
                  </a:cubicBezTo>
                  <a:lnTo>
                    <a:pt x="730" y="15775"/>
                  </a:lnTo>
                  <a:cubicBezTo>
                    <a:pt x="771" y="15735"/>
                    <a:pt x="808" y="15721"/>
                    <a:pt x="844" y="15721"/>
                  </a:cubicBezTo>
                  <a:cubicBezTo>
                    <a:pt x="916" y="15721"/>
                    <a:pt x="983" y="15775"/>
                    <a:pt x="1065" y="15775"/>
                  </a:cubicBezTo>
                  <a:lnTo>
                    <a:pt x="1186" y="15775"/>
                  </a:lnTo>
                  <a:cubicBezTo>
                    <a:pt x="1308" y="15775"/>
                    <a:pt x="1460" y="15775"/>
                    <a:pt x="1581" y="15745"/>
                  </a:cubicBezTo>
                  <a:lnTo>
                    <a:pt x="1612" y="15867"/>
                  </a:lnTo>
                  <a:lnTo>
                    <a:pt x="1672" y="16019"/>
                  </a:lnTo>
                  <a:cubicBezTo>
                    <a:pt x="1764" y="15988"/>
                    <a:pt x="1824" y="15897"/>
                    <a:pt x="1855" y="15775"/>
                  </a:cubicBezTo>
                  <a:cubicBezTo>
                    <a:pt x="1855" y="15745"/>
                    <a:pt x="1885" y="15715"/>
                    <a:pt x="1976" y="15715"/>
                  </a:cubicBezTo>
                  <a:lnTo>
                    <a:pt x="2007" y="15715"/>
                  </a:lnTo>
                  <a:cubicBezTo>
                    <a:pt x="2037" y="15760"/>
                    <a:pt x="2083" y="15783"/>
                    <a:pt x="2128" y="15783"/>
                  </a:cubicBezTo>
                  <a:cubicBezTo>
                    <a:pt x="2174" y="15783"/>
                    <a:pt x="2220" y="15760"/>
                    <a:pt x="2250" y="15715"/>
                  </a:cubicBezTo>
                  <a:cubicBezTo>
                    <a:pt x="2291" y="15694"/>
                    <a:pt x="2333" y="15631"/>
                    <a:pt x="2393" y="15631"/>
                  </a:cubicBezTo>
                  <a:cubicBezTo>
                    <a:pt x="2421" y="15631"/>
                    <a:pt x="2454" y="15645"/>
                    <a:pt x="2493" y="15684"/>
                  </a:cubicBezTo>
                  <a:cubicBezTo>
                    <a:pt x="2584" y="15654"/>
                    <a:pt x="2706" y="15624"/>
                    <a:pt x="2828" y="15593"/>
                  </a:cubicBezTo>
                  <a:lnTo>
                    <a:pt x="3131" y="15593"/>
                  </a:lnTo>
                  <a:cubicBezTo>
                    <a:pt x="3189" y="15651"/>
                    <a:pt x="3259" y="15672"/>
                    <a:pt x="3311" y="15672"/>
                  </a:cubicBezTo>
                  <a:cubicBezTo>
                    <a:pt x="3340" y="15672"/>
                    <a:pt x="3364" y="15665"/>
                    <a:pt x="3375" y="15654"/>
                  </a:cubicBezTo>
                  <a:cubicBezTo>
                    <a:pt x="3375" y="15650"/>
                    <a:pt x="3377" y="15648"/>
                    <a:pt x="3381" y="15648"/>
                  </a:cubicBezTo>
                  <a:cubicBezTo>
                    <a:pt x="3407" y="15648"/>
                    <a:pt x="3500" y="15719"/>
                    <a:pt x="3527" y="15745"/>
                  </a:cubicBezTo>
                  <a:cubicBezTo>
                    <a:pt x="3533" y="15751"/>
                    <a:pt x="3542" y="15754"/>
                    <a:pt x="3554" y="15754"/>
                  </a:cubicBezTo>
                  <a:cubicBezTo>
                    <a:pt x="3602" y="15754"/>
                    <a:pt x="3685" y="15715"/>
                    <a:pt x="3709" y="15715"/>
                  </a:cubicBezTo>
                  <a:cubicBezTo>
                    <a:pt x="3739" y="15684"/>
                    <a:pt x="3648" y="15532"/>
                    <a:pt x="3587" y="15472"/>
                  </a:cubicBezTo>
                  <a:cubicBezTo>
                    <a:pt x="3527" y="15411"/>
                    <a:pt x="3587" y="15350"/>
                    <a:pt x="3739" y="15350"/>
                  </a:cubicBezTo>
                  <a:lnTo>
                    <a:pt x="3800" y="15472"/>
                  </a:lnTo>
                  <a:cubicBezTo>
                    <a:pt x="3922" y="15502"/>
                    <a:pt x="4013" y="15593"/>
                    <a:pt x="4104" y="15624"/>
                  </a:cubicBezTo>
                  <a:cubicBezTo>
                    <a:pt x="4195" y="15654"/>
                    <a:pt x="4317" y="15624"/>
                    <a:pt x="4378" y="15684"/>
                  </a:cubicBezTo>
                  <a:cubicBezTo>
                    <a:pt x="4403" y="15703"/>
                    <a:pt x="4424" y="15710"/>
                    <a:pt x="4443" y="15710"/>
                  </a:cubicBezTo>
                  <a:cubicBezTo>
                    <a:pt x="4503" y="15710"/>
                    <a:pt x="4544" y="15641"/>
                    <a:pt x="4621" y="15641"/>
                  </a:cubicBezTo>
                  <a:cubicBezTo>
                    <a:pt x="4639" y="15641"/>
                    <a:pt x="4659" y="15645"/>
                    <a:pt x="4682" y="15654"/>
                  </a:cubicBezTo>
                  <a:lnTo>
                    <a:pt x="4803" y="15715"/>
                  </a:lnTo>
                  <a:cubicBezTo>
                    <a:pt x="4834" y="15593"/>
                    <a:pt x="4803" y="15502"/>
                    <a:pt x="4712" y="15472"/>
                  </a:cubicBezTo>
                  <a:cubicBezTo>
                    <a:pt x="4651" y="15441"/>
                    <a:pt x="4742" y="15411"/>
                    <a:pt x="4925" y="15380"/>
                  </a:cubicBezTo>
                  <a:lnTo>
                    <a:pt x="5077" y="15380"/>
                  </a:lnTo>
                  <a:cubicBezTo>
                    <a:pt x="5161" y="15380"/>
                    <a:pt x="5116" y="15536"/>
                    <a:pt x="5204" y="15536"/>
                  </a:cubicBezTo>
                  <a:cubicBezTo>
                    <a:pt x="5211" y="15536"/>
                    <a:pt x="5219" y="15535"/>
                    <a:pt x="5229" y="15532"/>
                  </a:cubicBezTo>
                  <a:cubicBezTo>
                    <a:pt x="5350" y="15532"/>
                    <a:pt x="5442" y="15472"/>
                    <a:pt x="5563" y="15472"/>
                  </a:cubicBezTo>
                  <a:lnTo>
                    <a:pt x="5715" y="15472"/>
                  </a:lnTo>
                  <a:cubicBezTo>
                    <a:pt x="5867" y="15441"/>
                    <a:pt x="6019" y="15350"/>
                    <a:pt x="6049" y="15198"/>
                  </a:cubicBezTo>
                  <a:cubicBezTo>
                    <a:pt x="6049" y="15139"/>
                    <a:pt x="6176" y="15106"/>
                    <a:pt x="6258" y="15106"/>
                  </a:cubicBezTo>
                  <a:cubicBezTo>
                    <a:pt x="6303" y="15106"/>
                    <a:pt x="6334" y="15116"/>
                    <a:pt x="6323" y="15137"/>
                  </a:cubicBezTo>
                  <a:cubicBezTo>
                    <a:pt x="6314" y="15165"/>
                    <a:pt x="6321" y="15176"/>
                    <a:pt x="6337" y="15176"/>
                  </a:cubicBezTo>
                  <a:cubicBezTo>
                    <a:pt x="6374" y="15176"/>
                    <a:pt x="6454" y="15119"/>
                    <a:pt x="6475" y="15076"/>
                  </a:cubicBezTo>
                  <a:cubicBezTo>
                    <a:pt x="6487" y="15065"/>
                    <a:pt x="6504" y="15060"/>
                    <a:pt x="6524" y="15060"/>
                  </a:cubicBezTo>
                  <a:cubicBezTo>
                    <a:pt x="6612" y="15060"/>
                    <a:pt x="6760" y="15149"/>
                    <a:pt x="6809" y="15198"/>
                  </a:cubicBezTo>
                  <a:cubicBezTo>
                    <a:pt x="6823" y="15205"/>
                    <a:pt x="6846" y="15207"/>
                    <a:pt x="6874" y="15207"/>
                  </a:cubicBezTo>
                  <a:cubicBezTo>
                    <a:pt x="6924" y="15207"/>
                    <a:pt x="6989" y="15200"/>
                    <a:pt x="7043" y="15200"/>
                  </a:cubicBezTo>
                  <a:cubicBezTo>
                    <a:pt x="7092" y="15200"/>
                    <a:pt x="7132" y="15206"/>
                    <a:pt x="7144" y="15228"/>
                  </a:cubicBezTo>
                  <a:cubicBezTo>
                    <a:pt x="7144" y="15251"/>
                    <a:pt x="7146" y="15261"/>
                    <a:pt x="7148" y="15261"/>
                  </a:cubicBezTo>
                  <a:cubicBezTo>
                    <a:pt x="7157" y="15261"/>
                    <a:pt x="7174" y="15175"/>
                    <a:pt x="7174" y="15107"/>
                  </a:cubicBezTo>
                  <a:cubicBezTo>
                    <a:pt x="7193" y="15069"/>
                    <a:pt x="7246" y="15043"/>
                    <a:pt x="7321" y="15043"/>
                  </a:cubicBezTo>
                  <a:cubicBezTo>
                    <a:pt x="7366" y="15043"/>
                    <a:pt x="7420" y="15053"/>
                    <a:pt x="7478" y="15076"/>
                  </a:cubicBezTo>
                  <a:lnTo>
                    <a:pt x="7326" y="15198"/>
                  </a:lnTo>
                  <a:lnTo>
                    <a:pt x="7204" y="15320"/>
                  </a:lnTo>
                  <a:cubicBezTo>
                    <a:pt x="7326" y="15320"/>
                    <a:pt x="7478" y="15289"/>
                    <a:pt x="7600" y="15168"/>
                  </a:cubicBezTo>
                  <a:cubicBezTo>
                    <a:pt x="7630" y="15107"/>
                    <a:pt x="7630" y="15016"/>
                    <a:pt x="7539" y="15016"/>
                  </a:cubicBezTo>
                  <a:lnTo>
                    <a:pt x="7508" y="14955"/>
                  </a:lnTo>
                  <a:cubicBezTo>
                    <a:pt x="7508" y="14894"/>
                    <a:pt x="7478" y="14803"/>
                    <a:pt x="7508" y="14742"/>
                  </a:cubicBezTo>
                  <a:cubicBezTo>
                    <a:pt x="7569" y="14712"/>
                    <a:pt x="7660" y="14712"/>
                    <a:pt x="7752" y="14712"/>
                  </a:cubicBezTo>
                  <a:cubicBezTo>
                    <a:pt x="7797" y="14757"/>
                    <a:pt x="7858" y="14780"/>
                    <a:pt x="7919" y="14780"/>
                  </a:cubicBezTo>
                  <a:cubicBezTo>
                    <a:pt x="7980" y="14780"/>
                    <a:pt x="8040" y="14757"/>
                    <a:pt x="8086" y="14712"/>
                  </a:cubicBezTo>
                  <a:lnTo>
                    <a:pt x="8147" y="14681"/>
                  </a:lnTo>
                  <a:cubicBezTo>
                    <a:pt x="8180" y="14676"/>
                    <a:pt x="8211" y="14673"/>
                    <a:pt x="8238" y="14673"/>
                  </a:cubicBezTo>
                  <a:cubicBezTo>
                    <a:pt x="8358" y="14673"/>
                    <a:pt x="8415" y="14723"/>
                    <a:pt x="8390" y="14772"/>
                  </a:cubicBezTo>
                  <a:lnTo>
                    <a:pt x="8329" y="14803"/>
                  </a:lnTo>
                  <a:lnTo>
                    <a:pt x="8238" y="14864"/>
                  </a:lnTo>
                  <a:cubicBezTo>
                    <a:pt x="8116" y="14955"/>
                    <a:pt x="8208" y="15228"/>
                    <a:pt x="8208" y="15289"/>
                  </a:cubicBezTo>
                  <a:cubicBezTo>
                    <a:pt x="8183" y="15364"/>
                    <a:pt x="8178" y="15419"/>
                    <a:pt x="8194" y="15419"/>
                  </a:cubicBezTo>
                  <a:cubicBezTo>
                    <a:pt x="8198" y="15419"/>
                    <a:pt x="8202" y="15416"/>
                    <a:pt x="8208" y="15411"/>
                  </a:cubicBezTo>
                  <a:lnTo>
                    <a:pt x="8208" y="15380"/>
                  </a:lnTo>
                  <a:cubicBezTo>
                    <a:pt x="8238" y="15350"/>
                    <a:pt x="8177" y="15259"/>
                    <a:pt x="8268" y="15228"/>
                  </a:cubicBezTo>
                  <a:cubicBezTo>
                    <a:pt x="8290" y="15223"/>
                    <a:pt x="8309" y="15220"/>
                    <a:pt x="8325" y="15220"/>
                  </a:cubicBezTo>
                  <a:cubicBezTo>
                    <a:pt x="8400" y="15220"/>
                    <a:pt x="8420" y="15275"/>
                    <a:pt x="8420" y="15350"/>
                  </a:cubicBezTo>
                  <a:cubicBezTo>
                    <a:pt x="8451" y="15350"/>
                    <a:pt x="8542" y="15137"/>
                    <a:pt x="8663" y="15107"/>
                  </a:cubicBezTo>
                  <a:cubicBezTo>
                    <a:pt x="8755" y="15046"/>
                    <a:pt x="8846" y="14985"/>
                    <a:pt x="8907" y="14924"/>
                  </a:cubicBezTo>
                  <a:cubicBezTo>
                    <a:pt x="9089" y="14924"/>
                    <a:pt x="9211" y="14985"/>
                    <a:pt x="9332" y="15107"/>
                  </a:cubicBezTo>
                  <a:cubicBezTo>
                    <a:pt x="9393" y="15168"/>
                    <a:pt x="9454" y="15228"/>
                    <a:pt x="9515" y="15289"/>
                  </a:cubicBezTo>
                  <a:cubicBezTo>
                    <a:pt x="9575" y="15289"/>
                    <a:pt x="9606" y="15259"/>
                    <a:pt x="9636" y="15228"/>
                  </a:cubicBezTo>
                  <a:lnTo>
                    <a:pt x="9636" y="15168"/>
                  </a:lnTo>
                  <a:cubicBezTo>
                    <a:pt x="9636" y="15087"/>
                    <a:pt x="9663" y="15046"/>
                    <a:pt x="9717" y="15046"/>
                  </a:cubicBezTo>
                  <a:cubicBezTo>
                    <a:pt x="9744" y="15046"/>
                    <a:pt x="9778" y="15056"/>
                    <a:pt x="9819" y="15076"/>
                  </a:cubicBezTo>
                  <a:lnTo>
                    <a:pt x="9879" y="15107"/>
                  </a:lnTo>
                  <a:cubicBezTo>
                    <a:pt x="10092" y="15046"/>
                    <a:pt x="10305" y="14985"/>
                    <a:pt x="10518" y="14955"/>
                  </a:cubicBezTo>
                  <a:lnTo>
                    <a:pt x="10761" y="15137"/>
                  </a:lnTo>
                  <a:cubicBezTo>
                    <a:pt x="10791" y="15107"/>
                    <a:pt x="10852" y="14985"/>
                    <a:pt x="10882" y="14955"/>
                  </a:cubicBezTo>
                  <a:cubicBezTo>
                    <a:pt x="10882" y="14940"/>
                    <a:pt x="10951" y="14924"/>
                    <a:pt x="11023" y="14924"/>
                  </a:cubicBezTo>
                  <a:cubicBezTo>
                    <a:pt x="11095" y="14924"/>
                    <a:pt x="11171" y="14940"/>
                    <a:pt x="11186" y="14985"/>
                  </a:cubicBezTo>
                  <a:cubicBezTo>
                    <a:pt x="11198" y="15021"/>
                    <a:pt x="11215" y="15033"/>
                    <a:pt x="11231" y="15033"/>
                  </a:cubicBezTo>
                  <a:cubicBezTo>
                    <a:pt x="11255" y="15033"/>
                    <a:pt x="11278" y="15004"/>
                    <a:pt x="11278" y="14985"/>
                  </a:cubicBezTo>
                  <a:cubicBezTo>
                    <a:pt x="11278" y="14964"/>
                    <a:pt x="11384" y="14942"/>
                    <a:pt x="11521" y="14942"/>
                  </a:cubicBezTo>
                  <a:cubicBezTo>
                    <a:pt x="11578" y="14942"/>
                    <a:pt x="11641" y="14946"/>
                    <a:pt x="11703" y="14955"/>
                  </a:cubicBezTo>
                  <a:lnTo>
                    <a:pt x="12098" y="14955"/>
                  </a:lnTo>
                  <a:cubicBezTo>
                    <a:pt x="12106" y="14947"/>
                    <a:pt x="12117" y="14943"/>
                    <a:pt x="12128" y="14943"/>
                  </a:cubicBezTo>
                  <a:cubicBezTo>
                    <a:pt x="12159" y="14943"/>
                    <a:pt x="12198" y="14971"/>
                    <a:pt x="12220" y="15016"/>
                  </a:cubicBezTo>
                  <a:lnTo>
                    <a:pt x="12250" y="15046"/>
                  </a:lnTo>
                  <a:cubicBezTo>
                    <a:pt x="12311" y="15046"/>
                    <a:pt x="12433" y="14833"/>
                    <a:pt x="12493" y="14833"/>
                  </a:cubicBezTo>
                  <a:cubicBezTo>
                    <a:pt x="12615" y="14864"/>
                    <a:pt x="12706" y="14894"/>
                    <a:pt x="12797" y="14985"/>
                  </a:cubicBezTo>
                  <a:cubicBezTo>
                    <a:pt x="12801" y="14989"/>
                    <a:pt x="12806" y="14991"/>
                    <a:pt x="12812" y="14991"/>
                  </a:cubicBezTo>
                  <a:cubicBezTo>
                    <a:pt x="12850" y="14991"/>
                    <a:pt x="12923" y="14901"/>
                    <a:pt x="12949" y="14742"/>
                  </a:cubicBezTo>
                  <a:lnTo>
                    <a:pt x="13253" y="14742"/>
                  </a:lnTo>
                  <a:cubicBezTo>
                    <a:pt x="13284" y="14772"/>
                    <a:pt x="13192" y="14924"/>
                    <a:pt x="13162" y="14955"/>
                  </a:cubicBezTo>
                  <a:cubicBezTo>
                    <a:pt x="13134" y="14982"/>
                    <a:pt x="13282" y="15035"/>
                    <a:pt x="13491" y="15044"/>
                  </a:cubicBezTo>
                  <a:lnTo>
                    <a:pt x="13491" y="15044"/>
                  </a:lnTo>
                  <a:cubicBezTo>
                    <a:pt x="13491" y="15116"/>
                    <a:pt x="13573" y="15245"/>
                    <a:pt x="13679" y="15350"/>
                  </a:cubicBezTo>
                  <a:lnTo>
                    <a:pt x="13922" y="15350"/>
                  </a:lnTo>
                  <a:cubicBezTo>
                    <a:pt x="13983" y="15380"/>
                    <a:pt x="13983" y="15441"/>
                    <a:pt x="13922" y="15502"/>
                  </a:cubicBezTo>
                  <a:lnTo>
                    <a:pt x="13892" y="15502"/>
                  </a:lnTo>
                  <a:cubicBezTo>
                    <a:pt x="13865" y="15507"/>
                    <a:pt x="13839" y="15510"/>
                    <a:pt x="13814" y="15510"/>
                  </a:cubicBezTo>
                  <a:cubicBezTo>
                    <a:pt x="13697" y="15510"/>
                    <a:pt x="13602" y="15455"/>
                    <a:pt x="13527" y="15380"/>
                  </a:cubicBezTo>
                  <a:cubicBezTo>
                    <a:pt x="13405" y="15259"/>
                    <a:pt x="13253" y="15137"/>
                    <a:pt x="13101" y="15016"/>
                  </a:cubicBezTo>
                  <a:cubicBezTo>
                    <a:pt x="13071" y="15016"/>
                    <a:pt x="13010" y="15168"/>
                    <a:pt x="13010" y="15228"/>
                  </a:cubicBezTo>
                  <a:cubicBezTo>
                    <a:pt x="13010" y="15244"/>
                    <a:pt x="12987" y="15251"/>
                    <a:pt x="12957" y="15251"/>
                  </a:cubicBezTo>
                  <a:cubicBezTo>
                    <a:pt x="12926" y="15251"/>
                    <a:pt x="12888" y="15244"/>
                    <a:pt x="12858" y="15228"/>
                  </a:cubicBezTo>
                  <a:lnTo>
                    <a:pt x="12797" y="15228"/>
                  </a:lnTo>
                  <a:cubicBezTo>
                    <a:pt x="12752" y="15213"/>
                    <a:pt x="12699" y="15206"/>
                    <a:pt x="12645" y="15206"/>
                  </a:cubicBezTo>
                  <a:cubicBezTo>
                    <a:pt x="12592" y="15206"/>
                    <a:pt x="12539" y="15213"/>
                    <a:pt x="12493" y="15228"/>
                  </a:cubicBezTo>
                  <a:cubicBezTo>
                    <a:pt x="12493" y="15214"/>
                    <a:pt x="12479" y="15208"/>
                    <a:pt x="12455" y="15208"/>
                  </a:cubicBezTo>
                  <a:cubicBezTo>
                    <a:pt x="12376" y="15208"/>
                    <a:pt x="12199" y="15273"/>
                    <a:pt x="12129" y="15320"/>
                  </a:cubicBezTo>
                  <a:cubicBezTo>
                    <a:pt x="12068" y="15350"/>
                    <a:pt x="11999" y="15365"/>
                    <a:pt x="11931" y="15365"/>
                  </a:cubicBezTo>
                  <a:cubicBezTo>
                    <a:pt x="11863" y="15365"/>
                    <a:pt x="11794" y="15350"/>
                    <a:pt x="11733" y="15320"/>
                  </a:cubicBezTo>
                  <a:lnTo>
                    <a:pt x="11612" y="15289"/>
                  </a:lnTo>
                  <a:cubicBezTo>
                    <a:pt x="11490" y="15259"/>
                    <a:pt x="11369" y="15228"/>
                    <a:pt x="11278" y="15228"/>
                  </a:cubicBezTo>
                  <a:lnTo>
                    <a:pt x="11156" y="15228"/>
                  </a:lnTo>
                  <a:cubicBezTo>
                    <a:pt x="11068" y="15258"/>
                    <a:pt x="11122" y="15401"/>
                    <a:pt x="11290" y="15548"/>
                  </a:cubicBezTo>
                  <a:lnTo>
                    <a:pt x="11290" y="15548"/>
                  </a:lnTo>
                  <a:cubicBezTo>
                    <a:pt x="11215" y="15555"/>
                    <a:pt x="11140" y="15563"/>
                    <a:pt x="11065" y="15563"/>
                  </a:cubicBezTo>
                  <a:cubicBezTo>
                    <a:pt x="10943" y="15624"/>
                    <a:pt x="10761" y="15684"/>
                    <a:pt x="10639" y="15745"/>
                  </a:cubicBezTo>
                  <a:lnTo>
                    <a:pt x="10518" y="15775"/>
                  </a:lnTo>
                  <a:cubicBezTo>
                    <a:pt x="10518" y="15775"/>
                    <a:pt x="10457" y="15715"/>
                    <a:pt x="10457" y="15684"/>
                  </a:cubicBezTo>
                  <a:cubicBezTo>
                    <a:pt x="10457" y="15684"/>
                    <a:pt x="10487" y="15624"/>
                    <a:pt x="10518" y="15624"/>
                  </a:cubicBezTo>
                  <a:lnTo>
                    <a:pt x="10609" y="15624"/>
                  </a:lnTo>
                  <a:cubicBezTo>
                    <a:pt x="10670" y="15624"/>
                    <a:pt x="10366" y="15563"/>
                    <a:pt x="10274" y="15472"/>
                  </a:cubicBezTo>
                  <a:cubicBezTo>
                    <a:pt x="10248" y="15454"/>
                    <a:pt x="10234" y="15446"/>
                    <a:pt x="10229" y="15446"/>
                  </a:cubicBezTo>
                  <a:cubicBezTo>
                    <a:pt x="10216" y="15446"/>
                    <a:pt x="10253" y="15489"/>
                    <a:pt x="10274" y="15532"/>
                  </a:cubicBezTo>
                  <a:cubicBezTo>
                    <a:pt x="10286" y="15556"/>
                    <a:pt x="10258" y="15565"/>
                    <a:pt x="10213" y="15565"/>
                  </a:cubicBezTo>
                  <a:cubicBezTo>
                    <a:pt x="10141" y="15565"/>
                    <a:pt x="10027" y="15540"/>
                    <a:pt x="9970" y="15502"/>
                  </a:cubicBezTo>
                  <a:cubicBezTo>
                    <a:pt x="9940" y="15472"/>
                    <a:pt x="9902" y="15456"/>
                    <a:pt x="9868" y="15456"/>
                  </a:cubicBezTo>
                  <a:cubicBezTo>
                    <a:pt x="9834" y="15456"/>
                    <a:pt x="9803" y="15472"/>
                    <a:pt x="9788" y="15502"/>
                  </a:cubicBezTo>
                  <a:cubicBezTo>
                    <a:pt x="9758" y="15532"/>
                    <a:pt x="9819" y="15593"/>
                    <a:pt x="9879" y="15593"/>
                  </a:cubicBezTo>
                  <a:lnTo>
                    <a:pt x="10001" y="15593"/>
                  </a:lnTo>
                  <a:cubicBezTo>
                    <a:pt x="10001" y="15624"/>
                    <a:pt x="9940" y="15745"/>
                    <a:pt x="9910" y="15806"/>
                  </a:cubicBezTo>
                  <a:cubicBezTo>
                    <a:pt x="9904" y="15811"/>
                    <a:pt x="9893" y="15814"/>
                    <a:pt x="9876" y="15814"/>
                  </a:cubicBezTo>
                  <a:cubicBezTo>
                    <a:pt x="9795" y="15814"/>
                    <a:pt x="9589" y="15755"/>
                    <a:pt x="9363" y="15654"/>
                  </a:cubicBezTo>
                  <a:lnTo>
                    <a:pt x="9636" y="15380"/>
                  </a:lnTo>
                  <a:cubicBezTo>
                    <a:pt x="9601" y="15357"/>
                    <a:pt x="9566" y="15347"/>
                    <a:pt x="9535" y="15347"/>
                  </a:cubicBezTo>
                  <a:cubicBezTo>
                    <a:pt x="9484" y="15347"/>
                    <a:pt x="9442" y="15373"/>
                    <a:pt x="9423" y="15411"/>
                  </a:cubicBezTo>
                  <a:cubicBezTo>
                    <a:pt x="9393" y="15472"/>
                    <a:pt x="9180" y="15532"/>
                    <a:pt x="9089" y="15532"/>
                  </a:cubicBezTo>
                  <a:cubicBezTo>
                    <a:pt x="9028" y="15532"/>
                    <a:pt x="9119" y="15593"/>
                    <a:pt x="9180" y="15593"/>
                  </a:cubicBezTo>
                  <a:cubicBezTo>
                    <a:pt x="9241" y="15624"/>
                    <a:pt x="9332" y="15684"/>
                    <a:pt x="9393" y="15715"/>
                  </a:cubicBezTo>
                  <a:cubicBezTo>
                    <a:pt x="9420" y="15742"/>
                    <a:pt x="9331" y="15757"/>
                    <a:pt x="9219" y="15757"/>
                  </a:cubicBezTo>
                  <a:cubicBezTo>
                    <a:pt x="9081" y="15757"/>
                    <a:pt x="8910" y="15735"/>
                    <a:pt x="8876" y="15684"/>
                  </a:cubicBezTo>
                  <a:cubicBezTo>
                    <a:pt x="8846" y="15563"/>
                    <a:pt x="8755" y="15441"/>
                    <a:pt x="8724" y="15441"/>
                  </a:cubicBezTo>
                  <a:cubicBezTo>
                    <a:pt x="8663" y="15441"/>
                    <a:pt x="8603" y="15654"/>
                    <a:pt x="8542" y="15715"/>
                  </a:cubicBezTo>
                  <a:cubicBezTo>
                    <a:pt x="8497" y="15759"/>
                    <a:pt x="8534" y="15787"/>
                    <a:pt x="8569" y="15787"/>
                  </a:cubicBezTo>
                  <a:cubicBezTo>
                    <a:pt x="8582" y="15787"/>
                    <a:pt x="8595" y="15784"/>
                    <a:pt x="8603" y="15775"/>
                  </a:cubicBezTo>
                  <a:cubicBezTo>
                    <a:pt x="8608" y="15770"/>
                    <a:pt x="8613" y="15767"/>
                    <a:pt x="8617" y="15767"/>
                  </a:cubicBezTo>
                  <a:cubicBezTo>
                    <a:pt x="8633" y="15767"/>
                    <a:pt x="8633" y="15817"/>
                    <a:pt x="8633" y="15867"/>
                  </a:cubicBezTo>
                  <a:lnTo>
                    <a:pt x="8572" y="15897"/>
                  </a:lnTo>
                  <a:lnTo>
                    <a:pt x="8512" y="15958"/>
                  </a:lnTo>
                  <a:cubicBezTo>
                    <a:pt x="8489" y="15965"/>
                    <a:pt x="8464" y="15969"/>
                    <a:pt x="8438" y="15969"/>
                  </a:cubicBezTo>
                  <a:cubicBezTo>
                    <a:pt x="8361" y="15969"/>
                    <a:pt x="8276" y="15935"/>
                    <a:pt x="8208" y="15867"/>
                  </a:cubicBezTo>
                  <a:lnTo>
                    <a:pt x="8086" y="15867"/>
                  </a:lnTo>
                  <a:cubicBezTo>
                    <a:pt x="7995" y="15836"/>
                    <a:pt x="7995" y="15806"/>
                    <a:pt x="7995" y="15715"/>
                  </a:cubicBezTo>
                  <a:lnTo>
                    <a:pt x="7934" y="15593"/>
                  </a:lnTo>
                  <a:cubicBezTo>
                    <a:pt x="7873" y="15624"/>
                    <a:pt x="7812" y="15639"/>
                    <a:pt x="7752" y="15639"/>
                  </a:cubicBezTo>
                  <a:cubicBezTo>
                    <a:pt x="7691" y="15639"/>
                    <a:pt x="7630" y="15624"/>
                    <a:pt x="7569" y="15593"/>
                  </a:cubicBezTo>
                  <a:lnTo>
                    <a:pt x="7478" y="15563"/>
                  </a:lnTo>
                  <a:lnTo>
                    <a:pt x="7326" y="15502"/>
                  </a:lnTo>
                  <a:cubicBezTo>
                    <a:pt x="7204" y="15532"/>
                    <a:pt x="7113" y="15593"/>
                    <a:pt x="7083" y="15715"/>
                  </a:cubicBezTo>
                  <a:cubicBezTo>
                    <a:pt x="7083" y="15745"/>
                    <a:pt x="7174" y="15775"/>
                    <a:pt x="7204" y="15775"/>
                  </a:cubicBezTo>
                  <a:cubicBezTo>
                    <a:pt x="7235" y="15775"/>
                    <a:pt x="7326" y="15927"/>
                    <a:pt x="7387" y="15927"/>
                  </a:cubicBezTo>
                  <a:cubicBezTo>
                    <a:pt x="7400" y="15923"/>
                    <a:pt x="7415" y="15921"/>
                    <a:pt x="7431" y="15921"/>
                  </a:cubicBezTo>
                  <a:cubicBezTo>
                    <a:pt x="7528" y="15921"/>
                    <a:pt x="7669" y="15988"/>
                    <a:pt x="7721" y="15988"/>
                  </a:cubicBezTo>
                  <a:cubicBezTo>
                    <a:pt x="7812" y="15988"/>
                    <a:pt x="7782" y="16049"/>
                    <a:pt x="7691" y="16140"/>
                  </a:cubicBezTo>
                  <a:lnTo>
                    <a:pt x="7326" y="16171"/>
                  </a:lnTo>
                  <a:lnTo>
                    <a:pt x="7174" y="16171"/>
                  </a:lnTo>
                  <a:lnTo>
                    <a:pt x="7144" y="16140"/>
                  </a:lnTo>
                  <a:cubicBezTo>
                    <a:pt x="7133" y="16119"/>
                    <a:pt x="7122" y="16109"/>
                    <a:pt x="7110" y="16109"/>
                  </a:cubicBezTo>
                  <a:cubicBezTo>
                    <a:pt x="7088" y="16109"/>
                    <a:pt x="7061" y="16142"/>
                    <a:pt x="7022" y="16201"/>
                  </a:cubicBezTo>
                  <a:lnTo>
                    <a:pt x="6992" y="16201"/>
                  </a:lnTo>
                  <a:cubicBezTo>
                    <a:pt x="6954" y="16193"/>
                    <a:pt x="6914" y="16190"/>
                    <a:pt x="6873" y="16190"/>
                  </a:cubicBezTo>
                  <a:cubicBezTo>
                    <a:pt x="6752" y="16190"/>
                    <a:pt x="6627" y="16224"/>
                    <a:pt x="6536" y="16292"/>
                  </a:cubicBezTo>
                  <a:cubicBezTo>
                    <a:pt x="6475" y="16231"/>
                    <a:pt x="6414" y="16201"/>
                    <a:pt x="6384" y="16140"/>
                  </a:cubicBezTo>
                  <a:lnTo>
                    <a:pt x="6323" y="16231"/>
                  </a:lnTo>
                  <a:lnTo>
                    <a:pt x="6262" y="16201"/>
                  </a:lnTo>
                  <a:cubicBezTo>
                    <a:pt x="6253" y="16182"/>
                    <a:pt x="6217" y="16175"/>
                    <a:pt x="6169" y="16175"/>
                  </a:cubicBezTo>
                  <a:cubicBezTo>
                    <a:pt x="6061" y="16175"/>
                    <a:pt x="5890" y="16210"/>
                    <a:pt x="5806" y="16231"/>
                  </a:cubicBezTo>
                  <a:cubicBezTo>
                    <a:pt x="5794" y="16240"/>
                    <a:pt x="5778" y="16244"/>
                    <a:pt x="5761" y="16244"/>
                  </a:cubicBezTo>
                  <a:cubicBezTo>
                    <a:pt x="5652" y="16244"/>
                    <a:pt x="5468" y="16097"/>
                    <a:pt x="5442" y="16019"/>
                  </a:cubicBezTo>
                  <a:cubicBezTo>
                    <a:pt x="5424" y="15983"/>
                    <a:pt x="5322" y="15968"/>
                    <a:pt x="5223" y="15968"/>
                  </a:cubicBezTo>
                  <a:cubicBezTo>
                    <a:pt x="5153" y="15968"/>
                    <a:pt x="5084" y="15976"/>
                    <a:pt x="5046" y="15988"/>
                  </a:cubicBezTo>
                  <a:cubicBezTo>
                    <a:pt x="4955" y="15988"/>
                    <a:pt x="4925" y="16079"/>
                    <a:pt x="4925" y="16171"/>
                  </a:cubicBezTo>
                  <a:lnTo>
                    <a:pt x="4925" y="16262"/>
                  </a:lnTo>
                  <a:cubicBezTo>
                    <a:pt x="4894" y="16292"/>
                    <a:pt x="4864" y="16292"/>
                    <a:pt x="4803" y="16323"/>
                  </a:cubicBezTo>
                  <a:cubicBezTo>
                    <a:pt x="4773" y="16323"/>
                    <a:pt x="4712" y="16292"/>
                    <a:pt x="4712" y="16262"/>
                  </a:cubicBezTo>
                  <a:lnTo>
                    <a:pt x="4712" y="16110"/>
                  </a:lnTo>
                  <a:cubicBezTo>
                    <a:pt x="4712" y="15988"/>
                    <a:pt x="4621" y="15867"/>
                    <a:pt x="4499" y="15836"/>
                  </a:cubicBezTo>
                  <a:cubicBezTo>
                    <a:pt x="4438" y="15836"/>
                    <a:pt x="4499" y="15897"/>
                    <a:pt x="4499" y="15958"/>
                  </a:cubicBezTo>
                  <a:cubicBezTo>
                    <a:pt x="4499" y="16019"/>
                    <a:pt x="4530" y="16079"/>
                    <a:pt x="4560" y="16110"/>
                  </a:cubicBezTo>
                  <a:cubicBezTo>
                    <a:pt x="4590" y="16201"/>
                    <a:pt x="4590" y="16262"/>
                    <a:pt x="4621" y="16323"/>
                  </a:cubicBezTo>
                  <a:lnTo>
                    <a:pt x="4469" y="16323"/>
                  </a:lnTo>
                  <a:cubicBezTo>
                    <a:pt x="4378" y="16323"/>
                    <a:pt x="4286" y="16323"/>
                    <a:pt x="4317" y="16414"/>
                  </a:cubicBezTo>
                  <a:cubicBezTo>
                    <a:pt x="4337" y="16551"/>
                    <a:pt x="4267" y="16587"/>
                    <a:pt x="4191" y="16587"/>
                  </a:cubicBezTo>
                  <a:cubicBezTo>
                    <a:pt x="4150" y="16587"/>
                    <a:pt x="4106" y="16577"/>
                    <a:pt x="4074" y="16566"/>
                  </a:cubicBezTo>
                  <a:cubicBezTo>
                    <a:pt x="3891" y="16475"/>
                    <a:pt x="3587" y="16475"/>
                    <a:pt x="3587" y="16231"/>
                  </a:cubicBezTo>
                  <a:lnTo>
                    <a:pt x="3587" y="16171"/>
                  </a:lnTo>
                  <a:cubicBezTo>
                    <a:pt x="3587" y="16126"/>
                    <a:pt x="3539" y="16098"/>
                    <a:pt x="3488" y="16098"/>
                  </a:cubicBezTo>
                  <a:cubicBezTo>
                    <a:pt x="3470" y="16098"/>
                    <a:pt x="3452" y="16102"/>
                    <a:pt x="3435" y="16110"/>
                  </a:cubicBezTo>
                  <a:lnTo>
                    <a:pt x="3344" y="16110"/>
                  </a:lnTo>
                  <a:cubicBezTo>
                    <a:pt x="3283" y="16110"/>
                    <a:pt x="3223" y="16079"/>
                    <a:pt x="3253" y="16019"/>
                  </a:cubicBezTo>
                  <a:cubicBezTo>
                    <a:pt x="3253" y="15988"/>
                    <a:pt x="3101" y="15988"/>
                    <a:pt x="3040" y="15988"/>
                  </a:cubicBezTo>
                  <a:cubicBezTo>
                    <a:pt x="2949" y="15988"/>
                    <a:pt x="3223" y="16231"/>
                    <a:pt x="3314" y="16292"/>
                  </a:cubicBezTo>
                  <a:cubicBezTo>
                    <a:pt x="3375" y="16353"/>
                    <a:pt x="3405" y="16414"/>
                    <a:pt x="3466" y="16475"/>
                  </a:cubicBezTo>
                  <a:cubicBezTo>
                    <a:pt x="3405" y="16475"/>
                    <a:pt x="3344" y="16444"/>
                    <a:pt x="3314" y="16414"/>
                  </a:cubicBezTo>
                  <a:cubicBezTo>
                    <a:pt x="3253" y="16414"/>
                    <a:pt x="3071" y="16535"/>
                    <a:pt x="3010" y="16566"/>
                  </a:cubicBezTo>
                  <a:cubicBezTo>
                    <a:pt x="2949" y="16627"/>
                    <a:pt x="2919" y="16718"/>
                    <a:pt x="2949" y="16779"/>
                  </a:cubicBezTo>
                  <a:cubicBezTo>
                    <a:pt x="2949" y="16839"/>
                    <a:pt x="2888" y="16900"/>
                    <a:pt x="2797" y="16900"/>
                  </a:cubicBezTo>
                  <a:lnTo>
                    <a:pt x="2736" y="16900"/>
                  </a:lnTo>
                  <a:cubicBezTo>
                    <a:pt x="2706" y="16870"/>
                    <a:pt x="2676" y="16809"/>
                    <a:pt x="2615" y="16809"/>
                  </a:cubicBezTo>
                  <a:cubicBezTo>
                    <a:pt x="2460" y="16751"/>
                    <a:pt x="2305" y="16644"/>
                    <a:pt x="2143" y="16644"/>
                  </a:cubicBezTo>
                  <a:cubicBezTo>
                    <a:pt x="2050" y="16644"/>
                    <a:pt x="1954" y="16679"/>
                    <a:pt x="1855" y="16779"/>
                  </a:cubicBezTo>
                  <a:lnTo>
                    <a:pt x="1733" y="16779"/>
                  </a:lnTo>
                  <a:cubicBezTo>
                    <a:pt x="1688" y="16763"/>
                    <a:pt x="1642" y="16756"/>
                    <a:pt x="1596" y="16756"/>
                  </a:cubicBezTo>
                  <a:cubicBezTo>
                    <a:pt x="1551" y="16756"/>
                    <a:pt x="1505" y="16763"/>
                    <a:pt x="1460" y="16779"/>
                  </a:cubicBezTo>
                  <a:cubicBezTo>
                    <a:pt x="1429" y="16794"/>
                    <a:pt x="1407" y="16801"/>
                    <a:pt x="1384" y="16801"/>
                  </a:cubicBezTo>
                  <a:cubicBezTo>
                    <a:pt x="1361" y="16801"/>
                    <a:pt x="1338" y="16794"/>
                    <a:pt x="1308" y="16779"/>
                  </a:cubicBezTo>
                  <a:lnTo>
                    <a:pt x="1247" y="16718"/>
                  </a:lnTo>
                  <a:cubicBezTo>
                    <a:pt x="1234" y="16705"/>
                    <a:pt x="1211" y="16699"/>
                    <a:pt x="1181" y="16699"/>
                  </a:cubicBezTo>
                  <a:cubicBezTo>
                    <a:pt x="1071" y="16699"/>
                    <a:pt x="861" y="16781"/>
                    <a:pt x="669" y="16900"/>
                  </a:cubicBezTo>
                  <a:lnTo>
                    <a:pt x="457" y="16779"/>
                  </a:lnTo>
                  <a:lnTo>
                    <a:pt x="213" y="16687"/>
                  </a:lnTo>
                  <a:lnTo>
                    <a:pt x="213" y="16687"/>
                  </a:lnTo>
                  <a:cubicBezTo>
                    <a:pt x="153" y="16779"/>
                    <a:pt x="244" y="16870"/>
                    <a:pt x="396" y="16870"/>
                  </a:cubicBezTo>
                  <a:lnTo>
                    <a:pt x="487" y="16991"/>
                  </a:lnTo>
                  <a:cubicBezTo>
                    <a:pt x="525" y="17057"/>
                    <a:pt x="563" y="17079"/>
                    <a:pt x="600" y="17079"/>
                  </a:cubicBezTo>
                  <a:cubicBezTo>
                    <a:pt x="677" y="17079"/>
                    <a:pt x="753" y="16989"/>
                    <a:pt x="830" y="16989"/>
                  </a:cubicBezTo>
                  <a:cubicBezTo>
                    <a:pt x="837" y="16989"/>
                    <a:pt x="844" y="16989"/>
                    <a:pt x="852" y="16991"/>
                  </a:cubicBezTo>
                  <a:cubicBezTo>
                    <a:pt x="913" y="17022"/>
                    <a:pt x="943" y="17052"/>
                    <a:pt x="973" y="17083"/>
                  </a:cubicBezTo>
                  <a:lnTo>
                    <a:pt x="1065" y="17113"/>
                  </a:lnTo>
                  <a:cubicBezTo>
                    <a:pt x="1156" y="17174"/>
                    <a:pt x="1186" y="17295"/>
                    <a:pt x="1065" y="17356"/>
                  </a:cubicBezTo>
                  <a:lnTo>
                    <a:pt x="1004" y="17417"/>
                  </a:lnTo>
                  <a:cubicBezTo>
                    <a:pt x="882" y="17478"/>
                    <a:pt x="1034" y="17569"/>
                    <a:pt x="943" y="17660"/>
                  </a:cubicBezTo>
                  <a:cubicBezTo>
                    <a:pt x="882" y="17690"/>
                    <a:pt x="882" y="17842"/>
                    <a:pt x="1095" y="17842"/>
                  </a:cubicBezTo>
                  <a:cubicBezTo>
                    <a:pt x="1125" y="17842"/>
                    <a:pt x="1186" y="17903"/>
                    <a:pt x="1247" y="17903"/>
                  </a:cubicBezTo>
                  <a:lnTo>
                    <a:pt x="1308" y="17903"/>
                  </a:lnTo>
                  <a:cubicBezTo>
                    <a:pt x="1369" y="17873"/>
                    <a:pt x="1429" y="17690"/>
                    <a:pt x="1490" y="17690"/>
                  </a:cubicBezTo>
                  <a:cubicBezTo>
                    <a:pt x="1581" y="17660"/>
                    <a:pt x="1520" y="17599"/>
                    <a:pt x="1399" y="17538"/>
                  </a:cubicBezTo>
                  <a:lnTo>
                    <a:pt x="1277" y="17478"/>
                  </a:lnTo>
                  <a:cubicBezTo>
                    <a:pt x="1247" y="17447"/>
                    <a:pt x="1247" y="17386"/>
                    <a:pt x="1277" y="17356"/>
                  </a:cubicBezTo>
                  <a:cubicBezTo>
                    <a:pt x="1300" y="17334"/>
                    <a:pt x="1322" y="17262"/>
                    <a:pt x="1381" y="17262"/>
                  </a:cubicBezTo>
                  <a:cubicBezTo>
                    <a:pt x="1402" y="17262"/>
                    <a:pt x="1428" y="17271"/>
                    <a:pt x="1460" y="17295"/>
                  </a:cubicBezTo>
                  <a:lnTo>
                    <a:pt x="1490" y="17326"/>
                  </a:lnTo>
                  <a:cubicBezTo>
                    <a:pt x="1612" y="17295"/>
                    <a:pt x="1733" y="17234"/>
                    <a:pt x="1855" y="17174"/>
                  </a:cubicBezTo>
                  <a:lnTo>
                    <a:pt x="2098" y="17174"/>
                  </a:lnTo>
                  <a:cubicBezTo>
                    <a:pt x="2159" y="17174"/>
                    <a:pt x="2220" y="17143"/>
                    <a:pt x="2280" y="17113"/>
                  </a:cubicBezTo>
                  <a:lnTo>
                    <a:pt x="2402" y="17052"/>
                  </a:lnTo>
                  <a:cubicBezTo>
                    <a:pt x="2584" y="17113"/>
                    <a:pt x="2706" y="17234"/>
                    <a:pt x="2736" y="17417"/>
                  </a:cubicBezTo>
                  <a:lnTo>
                    <a:pt x="2797" y="17538"/>
                  </a:lnTo>
                  <a:cubicBezTo>
                    <a:pt x="2828" y="17599"/>
                    <a:pt x="2888" y="17630"/>
                    <a:pt x="2949" y="17660"/>
                  </a:cubicBezTo>
                  <a:lnTo>
                    <a:pt x="2979" y="17660"/>
                  </a:lnTo>
                  <a:cubicBezTo>
                    <a:pt x="3010" y="17660"/>
                    <a:pt x="3040" y="17630"/>
                    <a:pt x="3071" y="17599"/>
                  </a:cubicBezTo>
                  <a:lnTo>
                    <a:pt x="3040" y="17599"/>
                  </a:lnTo>
                  <a:cubicBezTo>
                    <a:pt x="2979" y="17538"/>
                    <a:pt x="2979" y="17478"/>
                    <a:pt x="3071" y="17417"/>
                  </a:cubicBezTo>
                  <a:cubicBezTo>
                    <a:pt x="3101" y="17417"/>
                    <a:pt x="3162" y="17478"/>
                    <a:pt x="3192" y="17508"/>
                  </a:cubicBezTo>
                  <a:cubicBezTo>
                    <a:pt x="3253" y="17538"/>
                    <a:pt x="3253" y="17599"/>
                    <a:pt x="3314" y="17630"/>
                  </a:cubicBezTo>
                  <a:cubicBezTo>
                    <a:pt x="3527" y="17782"/>
                    <a:pt x="3587" y="17934"/>
                    <a:pt x="3405" y="18116"/>
                  </a:cubicBezTo>
                  <a:cubicBezTo>
                    <a:pt x="3413" y="18124"/>
                    <a:pt x="3426" y="18128"/>
                    <a:pt x="3440" y="18128"/>
                  </a:cubicBezTo>
                  <a:cubicBezTo>
                    <a:pt x="3480" y="18128"/>
                    <a:pt x="3535" y="18100"/>
                    <a:pt x="3557" y="18055"/>
                  </a:cubicBezTo>
                  <a:lnTo>
                    <a:pt x="3618" y="18025"/>
                  </a:lnTo>
                  <a:cubicBezTo>
                    <a:pt x="3648" y="17964"/>
                    <a:pt x="3709" y="17934"/>
                    <a:pt x="3739" y="17934"/>
                  </a:cubicBezTo>
                  <a:lnTo>
                    <a:pt x="3922" y="17964"/>
                  </a:lnTo>
                  <a:cubicBezTo>
                    <a:pt x="4074" y="17994"/>
                    <a:pt x="4195" y="18086"/>
                    <a:pt x="4286" y="18207"/>
                  </a:cubicBezTo>
                  <a:lnTo>
                    <a:pt x="4408" y="18146"/>
                  </a:lnTo>
                  <a:cubicBezTo>
                    <a:pt x="4438" y="18146"/>
                    <a:pt x="4408" y="18025"/>
                    <a:pt x="4347" y="17994"/>
                  </a:cubicBezTo>
                  <a:cubicBezTo>
                    <a:pt x="4256" y="17903"/>
                    <a:pt x="4165" y="17812"/>
                    <a:pt x="4074" y="17782"/>
                  </a:cubicBezTo>
                  <a:cubicBezTo>
                    <a:pt x="3952" y="17690"/>
                    <a:pt x="3922" y="17690"/>
                    <a:pt x="4013" y="17660"/>
                  </a:cubicBezTo>
                  <a:cubicBezTo>
                    <a:pt x="4165" y="17538"/>
                    <a:pt x="4317" y="17478"/>
                    <a:pt x="4499" y="17447"/>
                  </a:cubicBezTo>
                  <a:cubicBezTo>
                    <a:pt x="4712" y="17478"/>
                    <a:pt x="4590" y="17721"/>
                    <a:pt x="4742" y="17812"/>
                  </a:cubicBezTo>
                  <a:lnTo>
                    <a:pt x="4742" y="17873"/>
                  </a:lnTo>
                  <a:cubicBezTo>
                    <a:pt x="4784" y="17977"/>
                    <a:pt x="4811" y="18024"/>
                    <a:pt x="4883" y="18024"/>
                  </a:cubicBezTo>
                  <a:cubicBezTo>
                    <a:pt x="4916" y="18024"/>
                    <a:pt x="4958" y="18014"/>
                    <a:pt x="5016" y="17994"/>
                  </a:cubicBezTo>
                  <a:cubicBezTo>
                    <a:pt x="5107" y="17994"/>
                    <a:pt x="5198" y="17934"/>
                    <a:pt x="5259" y="17934"/>
                  </a:cubicBezTo>
                  <a:lnTo>
                    <a:pt x="5502" y="17994"/>
                  </a:lnTo>
                  <a:cubicBezTo>
                    <a:pt x="5624" y="17873"/>
                    <a:pt x="5654" y="17721"/>
                    <a:pt x="5533" y="17599"/>
                  </a:cubicBezTo>
                  <a:cubicBezTo>
                    <a:pt x="5502" y="17569"/>
                    <a:pt x="5715" y="17478"/>
                    <a:pt x="5806" y="17478"/>
                  </a:cubicBezTo>
                  <a:cubicBezTo>
                    <a:pt x="5897" y="17478"/>
                    <a:pt x="5989" y="17478"/>
                    <a:pt x="6080" y="17447"/>
                  </a:cubicBezTo>
                  <a:cubicBezTo>
                    <a:pt x="6080" y="17441"/>
                    <a:pt x="6082" y="17439"/>
                    <a:pt x="6086" y="17439"/>
                  </a:cubicBezTo>
                  <a:cubicBezTo>
                    <a:pt x="6103" y="17439"/>
                    <a:pt x="6147" y="17478"/>
                    <a:pt x="6171" y="17478"/>
                  </a:cubicBezTo>
                  <a:lnTo>
                    <a:pt x="6323" y="17478"/>
                  </a:lnTo>
                  <a:cubicBezTo>
                    <a:pt x="6353" y="17478"/>
                    <a:pt x="6262" y="17265"/>
                    <a:pt x="6323" y="17204"/>
                  </a:cubicBezTo>
                  <a:cubicBezTo>
                    <a:pt x="6347" y="17168"/>
                    <a:pt x="6408" y="17156"/>
                    <a:pt x="6478" y="17156"/>
                  </a:cubicBezTo>
                  <a:cubicBezTo>
                    <a:pt x="6585" y="17156"/>
                    <a:pt x="6712" y="17186"/>
                    <a:pt x="6749" y="17204"/>
                  </a:cubicBezTo>
                  <a:cubicBezTo>
                    <a:pt x="6766" y="17216"/>
                    <a:pt x="6782" y="17221"/>
                    <a:pt x="6797" y="17221"/>
                  </a:cubicBezTo>
                  <a:cubicBezTo>
                    <a:pt x="6861" y="17221"/>
                    <a:pt x="6901" y="17132"/>
                    <a:pt x="6901" y="17083"/>
                  </a:cubicBezTo>
                  <a:cubicBezTo>
                    <a:pt x="6901" y="17047"/>
                    <a:pt x="6880" y="17032"/>
                    <a:pt x="6856" y="17032"/>
                  </a:cubicBezTo>
                  <a:cubicBezTo>
                    <a:pt x="6840" y="17032"/>
                    <a:pt x="6822" y="17040"/>
                    <a:pt x="6809" y="17052"/>
                  </a:cubicBezTo>
                  <a:lnTo>
                    <a:pt x="6779" y="17052"/>
                  </a:lnTo>
                  <a:lnTo>
                    <a:pt x="6688" y="17083"/>
                  </a:lnTo>
                  <a:cubicBezTo>
                    <a:pt x="6627" y="16991"/>
                    <a:pt x="6627" y="16900"/>
                    <a:pt x="6657" y="16809"/>
                  </a:cubicBezTo>
                  <a:lnTo>
                    <a:pt x="6597" y="16718"/>
                  </a:lnTo>
                  <a:cubicBezTo>
                    <a:pt x="6657" y="16687"/>
                    <a:pt x="6688" y="16657"/>
                    <a:pt x="6749" y="16657"/>
                  </a:cubicBezTo>
                  <a:lnTo>
                    <a:pt x="6809" y="16657"/>
                  </a:lnTo>
                  <a:cubicBezTo>
                    <a:pt x="6813" y="16660"/>
                    <a:pt x="6817" y="16662"/>
                    <a:pt x="6822" y="16662"/>
                  </a:cubicBezTo>
                  <a:cubicBezTo>
                    <a:pt x="6865" y="16662"/>
                    <a:pt x="6965" y="16562"/>
                    <a:pt x="6992" y="16535"/>
                  </a:cubicBezTo>
                  <a:cubicBezTo>
                    <a:pt x="6996" y="16527"/>
                    <a:pt x="7005" y="16523"/>
                    <a:pt x="7017" y="16523"/>
                  </a:cubicBezTo>
                  <a:cubicBezTo>
                    <a:pt x="7089" y="16523"/>
                    <a:pt x="7283" y="16657"/>
                    <a:pt x="7387" y="16657"/>
                  </a:cubicBezTo>
                  <a:cubicBezTo>
                    <a:pt x="7478" y="16657"/>
                    <a:pt x="7569" y="16748"/>
                    <a:pt x="7539" y="16870"/>
                  </a:cubicBezTo>
                  <a:lnTo>
                    <a:pt x="7508" y="16991"/>
                  </a:lnTo>
                  <a:cubicBezTo>
                    <a:pt x="7478" y="17022"/>
                    <a:pt x="7448" y="17052"/>
                    <a:pt x="7417" y="17052"/>
                  </a:cubicBezTo>
                  <a:lnTo>
                    <a:pt x="7387" y="17052"/>
                  </a:lnTo>
                  <a:cubicBezTo>
                    <a:pt x="7356" y="17022"/>
                    <a:pt x="7235" y="16748"/>
                    <a:pt x="7083" y="16748"/>
                  </a:cubicBezTo>
                  <a:cubicBezTo>
                    <a:pt x="7072" y="16745"/>
                    <a:pt x="7062" y="16744"/>
                    <a:pt x="7054" y="16744"/>
                  </a:cubicBezTo>
                  <a:cubicBezTo>
                    <a:pt x="6972" y="16744"/>
                    <a:pt x="7028" y="16872"/>
                    <a:pt x="7083" y="16900"/>
                  </a:cubicBezTo>
                  <a:cubicBezTo>
                    <a:pt x="7174" y="16991"/>
                    <a:pt x="7265" y="17113"/>
                    <a:pt x="7326" y="17204"/>
                  </a:cubicBezTo>
                  <a:lnTo>
                    <a:pt x="7539" y="17204"/>
                  </a:lnTo>
                  <a:cubicBezTo>
                    <a:pt x="7645" y="17189"/>
                    <a:pt x="7744" y="17181"/>
                    <a:pt x="7843" y="17181"/>
                  </a:cubicBezTo>
                  <a:cubicBezTo>
                    <a:pt x="7942" y="17181"/>
                    <a:pt x="8040" y="17189"/>
                    <a:pt x="8147" y="17204"/>
                  </a:cubicBezTo>
                  <a:cubicBezTo>
                    <a:pt x="8208" y="17234"/>
                    <a:pt x="8177" y="17295"/>
                    <a:pt x="8056" y="17356"/>
                  </a:cubicBezTo>
                  <a:lnTo>
                    <a:pt x="7964" y="17386"/>
                  </a:lnTo>
                  <a:lnTo>
                    <a:pt x="7904" y="17386"/>
                  </a:lnTo>
                  <a:cubicBezTo>
                    <a:pt x="7873" y="17417"/>
                    <a:pt x="7904" y="17447"/>
                    <a:pt x="7964" y="17447"/>
                  </a:cubicBezTo>
                  <a:lnTo>
                    <a:pt x="8056" y="17690"/>
                  </a:lnTo>
                  <a:cubicBezTo>
                    <a:pt x="8299" y="17660"/>
                    <a:pt x="8633" y="17569"/>
                    <a:pt x="8815" y="17538"/>
                  </a:cubicBezTo>
                  <a:lnTo>
                    <a:pt x="8998" y="17508"/>
                  </a:lnTo>
                  <a:cubicBezTo>
                    <a:pt x="9028" y="17478"/>
                    <a:pt x="8937" y="17417"/>
                    <a:pt x="8876" y="17386"/>
                  </a:cubicBezTo>
                  <a:cubicBezTo>
                    <a:pt x="8785" y="17386"/>
                    <a:pt x="8907" y="17326"/>
                    <a:pt x="9089" y="17326"/>
                  </a:cubicBezTo>
                  <a:lnTo>
                    <a:pt x="9089" y="17356"/>
                  </a:lnTo>
                  <a:cubicBezTo>
                    <a:pt x="9211" y="17599"/>
                    <a:pt x="9515" y="17478"/>
                    <a:pt x="9697" y="17599"/>
                  </a:cubicBezTo>
                  <a:cubicBezTo>
                    <a:pt x="9725" y="17613"/>
                    <a:pt x="9749" y="17619"/>
                    <a:pt x="9769" y="17619"/>
                  </a:cubicBezTo>
                  <a:cubicBezTo>
                    <a:pt x="9836" y="17619"/>
                    <a:pt x="9870" y="17555"/>
                    <a:pt x="9940" y="17508"/>
                  </a:cubicBezTo>
                  <a:cubicBezTo>
                    <a:pt x="10001" y="17417"/>
                    <a:pt x="9970" y="17356"/>
                    <a:pt x="9879" y="17326"/>
                  </a:cubicBezTo>
                  <a:lnTo>
                    <a:pt x="9697" y="17265"/>
                  </a:lnTo>
                  <a:cubicBezTo>
                    <a:pt x="9575" y="17143"/>
                    <a:pt x="9606" y="17022"/>
                    <a:pt x="9788" y="17022"/>
                  </a:cubicBezTo>
                  <a:lnTo>
                    <a:pt x="9940" y="17022"/>
                  </a:lnTo>
                  <a:cubicBezTo>
                    <a:pt x="10034" y="17022"/>
                    <a:pt x="10127" y="16932"/>
                    <a:pt x="10235" y="16932"/>
                  </a:cubicBezTo>
                  <a:cubicBezTo>
                    <a:pt x="10267" y="16932"/>
                    <a:pt x="10300" y="16940"/>
                    <a:pt x="10335" y="16961"/>
                  </a:cubicBezTo>
                  <a:cubicBezTo>
                    <a:pt x="10364" y="16978"/>
                    <a:pt x="10392" y="16985"/>
                    <a:pt x="10418" y="16985"/>
                  </a:cubicBezTo>
                  <a:cubicBezTo>
                    <a:pt x="10493" y="16985"/>
                    <a:pt x="10559" y="16935"/>
                    <a:pt x="10616" y="16935"/>
                  </a:cubicBezTo>
                  <a:cubicBezTo>
                    <a:pt x="10646" y="16935"/>
                    <a:pt x="10674" y="16949"/>
                    <a:pt x="10700" y="16991"/>
                  </a:cubicBezTo>
                  <a:cubicBezTo>
                    <a:pt x="10761" y="16991"/>
                    <a:pt x="10791" y="16991"/>
                    <a:pt x="10822" y="16961"/>
                  </a:cubicBezTo>
                  <a:lnTo>
                    <a:pt x="10882" y="16900"/>
                  </a:lnTo>
                  <a:cubicBezTo>
                    <a:pt x="10898" y="16877"/>
                    <a:pt x="10914" y="16867"/>
                    <a:pt x="10928" y="16867"/>
                  </a:cubicBezTo>
                  <a:cubicBezTo>
                    <a:pt x="10970" y="16867"/>
                    <a:pt x="11004" y="16946"/>
                    <a:pt x="11004" y="16991"/>
                  </a:cubicBezTo>
                  <a:cubicBezTo>
                    <a:pt x="10974" y="17083"/>
                    <a:pt x="10943" y="17174"/>
                    <a:pt x="10882" y="17234"/>
                  </a:cubicBezTo>
                  <a:lnTo>
                    <a:pt x="10822" y="17265"/>
                  </a:lnTo>
                  <a:cubicBezTo>
                    <a:pt x="10809" y="17271"/>
                    <a:pt x="10796" y="17273"/>
                    <a:pt x="10782" y="17273"/>
                  </a:cubicBezTo>
                  <a:cubicBezTo>
                    <a:pt x="10724" y="17273"/>
                    <a:pt x="10651" y="17234"/>
                    <a:pt x="10578" y="17234"/>
                  </a:cubicBezTo>
                  <a:lnTo>
                    <a:pt x="10335" y="17113"/>
                  </a:lnTo>
                  <a:cubicBezTo>
                    <a:pt x="10244" y="17143"/>
                    <a:pt x="10153" y="17174"/>
                    <a:pt x="10122" y="17204"/>
                  </a:cubicBezTo>
                  <a:cubicBezTo>
                    <a:pt x="10092" y="17234"/>
                    <a:pt x="10153" y="17326"/>
                    <a:pt x="10183" y="17356"/>
                  </a:cubicBezTo>
                  <a:cubicBezTo>
                    <a:pt x="10204" y="17417"/>
                    <a:pt x="10220" y="17437"/>
                    <a:pt x="10236" y="17437"/>
                  </a:cubicBezTo>
                  <a:cubicBezTo>
                    <a:pt x="10268" y="17437"/>
                    <a:pt x="10295" y="17356"/>
                    <a:pt x="10335" y="17356"/>
                  </a:cubicBezTo>
                  <a:cubicBezTo>
                    <a:pt x="10361" y="17346"/>
                    <a:pt x="10385" y="17342"/>
                    <a:pt x="10409" y="17342"/>
                  </a:cubicBezTo>
                  <a:cubicBezTo>
                    <a:pt x="10529" y="17342"/>
                    <a:pt x="10634" y="17447"/>
                    <a:pt x="10761" y="17447"/>
                  </a:cubicBezTo>
                  <a:lnTo>
                    <a:pt x="10791" y="17447"/>
                  </a:lnTo>
                  <a:cubicBezTo>
                    <a:pt x="10806" y="17493"/>
                    <a:pt x="10829" y="17516"/>
                    <a:pt x="10852" y="17516"/>
                  </a:cubicBezTo>
                  <a:cubicBezTo>
                    <a:pt x="10875" y="17516"/>
                    <a:pt x="10898" y="17493"/>
                    <a:pt x="10913" y="17447"/>
                  </a:cubicBezTo>
                  <a:lnTo>
                    <a:pt x="10974" y="17447"/>
                  </a:lnTo>
                  <a:lnTo>
                    <a:pt x="11217" y="17356"/>
                  </a:lnTo>
                  <a:cubicBezTo>
                    <a:pt x="11242" y="17206"/>
                    <a:pt x="11308" y="17097"/>
                    <a:pt x="11381" y="17097"/>
                  </a:cubicBezTo>
                  <a:cubicBezTo>
                    <a:pt x="11397" y="17097"/>
                    <a:pt x="11413" y="17102"/>
                    <a:pt x="11429" y="17113"/>
                  </a:cubicBezTo>
                  <a:lnTo>
                    <a:pt x="11429" y="17143"/>
                  </a:lnTo>
                  <a:lnTo>
                    <a:pt x="11369" y="17234"/>
                  </a:lnTo>
                  <a:cubicBezTo>
                    <a:pt x="11308" y="17326"/>
                    <a:pt x="11369" y="17386"/>
                    <a:pt x="11521" y="17386"/>
                  </a:cubicBezTo>
                  <a:lnTo>
                    <a:pt x="11642" y="17295"/>
                  </a:lnTo>
                  <a:cubicBezTo>
                    <a:pt x="11688" y="17280"/>
                    <a:pt x="11733" y="17272"/>
                    <a:pt x="11779" y="17272"/>
                  </a:cubicBezTo>
                  <a:cubicBezTo>
                    <a:pt x="11825" y="17272"/>
                    <a:pt x="11870" y="17280"/>
                    <a:pt x="11916" y="17295"/>
                  </a:cubicBezTo>
                  <a:cubicBezTo>
                    <a:pt x="12007" y="17386"/>
                    <a:pt x="11946" y="17447"/>
                    <a:pt x="11794" y="17447"/>
                  </a:cubicBezTo>
                  <a:lnTo>
                    <a:pt x="11764" y="17447"/>
                  </a:lnTo>
                  <a:cubicBezTo>
                    <a:pt x="11764" y="17538"/>
                    <a:pt x="11703" y="17599"/>
                    <a:pt x="11673" y="17690"/>
                  </a:cubicBezTo>
                  <a:lnTo>
                    <a:pt x="11642" y="17690"/>
                  </a:lnTo>
                  <a:cubicBezTo>
                    <a:pt x="11490" y="17721"/>
                    <a:pt x="11490" y="17782"/>
                    <a:pt x="11551" y="17842"/>
                  </a:cubicBezTo>
                  <a:lnTo>
                    <a:pt x="11612" y="17873"/>
                  </a:lnTo>
                  <a:cubicBezTo>
                    <a:pt x="11733" y="17873"/>
                    <a:pt x="11825" y="17690"/>
                    <a:pt x="11855" y="17630"/>
                  </a:cubicBezTo>
                  <a:cubicBezTo>
                    <a:pt x="11855" y="17569"/>
                    <a:pt x="12037" y="17447"/>
                    <a:pt x="12250" y="17356"/>
                  </a:cubicBezTo>
                  <a:lnTo>
                    <a:pt x="12433" y="17234"/>
                  </a:lnTo>
                  <a:cubicBezTo>
                    <a:pt x="12493" y="17204"/>
                    <a:pt x="12585" y="17204"/>
                    <a:pt x="12615" y="17204"/>
                  </a:cubicBezTo>
                  <a:lnTo>
                    <a:pt x="12645" y="17234"/>
                  </a:lnTo>
                  <a:cubicBezTo>
                    <a:pt x="12656" y="17245"/>
                    <a:pt x="12673" y="17249"/>
                    <a:pt x="12695" y="17249"/>
                  </a:cubicBezTo>
                  <a:cubicBezTo>
                    <a:pt x="12792" y="17249"/>
                    <a:pt x="12982" y="17170"/>
                    <a:pt x="13094" y="17170"/>
                  </a:cubicBezTo>
                  <a:cubicBezTo>
                    <a:pt x="13108" y="17170"/>
                    <a:pt x="13120" y="17171"/>
                    <a:pt x="13132" y="17174"/>
                  </a:cubicBezTo>
                  <a:cubicBezTo>
                    <a:pt x="13253" y="17204"/>
                    <a:pt x="13344" y="17265"/>
                    <a:pt x="13405" y="17356"/>
                  </a:cubicBezTo>
                  <a:cubicBezTo>
                    <a:pt x="13405" y="17417"/>
                    <a:pt x="13466" y="17417"/>
                    <a:pt x="13466" y="17417"/>
                  </a:cubicBezTo>
                  <a:cubicBezTo>
                    <a:pt x="13466" y="17356"/>
                    <a:pt x="13496" y="17326"/>
                    <a:pt x="13496" y="17265"/>
                  </a:cubicBezTo>
                  <a:cubicBezTo>
                    <a:pt x="13496" y="17257"/>
                    <a:pt x="13503" y="17253"/>
                    <a:pt x="13515" y="17253"/>
                  </a:cubicBezTo>
                  <a:cubicBezTo>
                    <a:pt x="13547" y="17253"/>
                    <a:pt x="13620" y="17281"/>
                    <a:pt x="13709" y="17326"/>
                  </a:cubicBezTo>
                  <a:lnTo>
                    <a:pt x="13892" y="17326"/>
                  </a:lnTo>
                  <a:cubicBezTo>
                    <a:pt x="13945" y="17304"/>
                    <a:pt x="13984" y="17294"/>
                    <a:pt x="14005" y="17294"/>
                  </a:cubicBezTo>
                  <a:cubicBezTo>
                    <a:pt x="14042" y="17294"/>
                    <a:pt x="14020" y="17328"/>
                    <a:pt x="13922" y="17386"/>
                  </a:cubicBezTo>
                  <a:lnTo>
                    <a:pt x="13892" y="17478"/>
                  </a:lnTo>
                  <a:lnTo>
                    <a:pt x="13861" y="17538"/>
                  </a:lnTo>
                  <a:cubicBezTo>
                    <a:pt x="13892" y="17660"/>
                    <a:pt x="13770" y="17721"/>
                    <a:pt x="13588" y="17721"/>
                  </a:cubicBezTo>
                  <a:lnTo>
                    <a:pt x="13648" y="17569"/>
                  </a:lnTo>
                  <a:cubicBezTo>
                    <a:pt x="13648" y="17538"/>
                    <a:pt x="13618" y="17508"/>
                    <a:pt x="13588" y="17508"/>
                  </a:cubicBezTo>
                  <a:cubicBezTo>
                    <a:pt x="13496" y="17569"/>
                    <a:pt x="13436" y="17599"/>
                    <a:pt x="13344" y="17660"/>
                  </a:cubicBezTo>
                  <a:lnTo>
                    <a:pt x="13314" y="17690"/>
                  </a:lnTo>
                  <a:cubicBezTo>
                    <a:pt x="13253" y="17660"/>
                    <a:pt x="13192" y="17508"/>
                    <a:pt x="13192" y="17447"/>
                  </a:cubicBezTo>
                  <a:cubicBezTo>
                    <a:pt x="13192" y="17386"/>
                    <a:pt x="13040" y="17356"/>
                    <a:pt x="12980" y="17356"/>
                  </a:cubicBezTo>
                  <a:cubicBezTo>
                    <a:pt x="12919" y="17356"/>
                    <a:pt x="12949" y="17417"/>
                    <a:pt x="12980" y="17417"/>
                  </a:cubicBezTo>
                  <a:cubicBezTo>
                    <a:pt x="13040" y="17478"/>
                    <a:pt x="13071" y="17569"/>
                    <a:pt x="13132" y="17690"/>
                  </a:cubicBezTo>
                  <a:lnTo>
                    <a:pt x="13132" y="17812"/>
                  </a:lnTo>
                  <a:lnTo>
                    <a:pt x="13132" y="17842"/>
                  </a:lnTo>
                  <a:cubicBezTo>
                    <a:pt x="13056" y="17855"/>
                    <a:pt x="12981" y="17862"/>
                    <a:pt x="12905" y="17862"/>
                  </a:cubicBezTo>
                  <a:cubicBezTo>
                    <a:pt x="12798" y="17862"/>
                    <a:pt x="12691" y="17848"/>
                    <a:pt x="12585" y="17812"/>
                  </a:cubicBezTo>
                  <a:lnTo>
                    <a:pt x="12463" y="17630"/>
                  </a:lnTo>
                  <a:cubicBezTo>
                    <a:pt x="12437" y="17604"/>
                    <a:pt x="12401" y="17595"/>
                    <a:pt x="12365" y="17595"/>
                  </a:cubicBezTo>
                  <a:cubicBezTo>
                    <a:pt x="12316" y="17595"/>
                    <a:pt x="12268" y="17612"/>
                    <a:pt x="12250" y="17630"/>
                  </a:cubicBezTo>
                  <a:cubicBezTo>
                    <a:pt x="12250" y="17660"/>
                    <a:pt x="12281" y="17721"/>
                    <a:pt x="12311" y="17751"/>
                  </a:cubicBezTo>
                  <a:lnTo>
                    <a:pt x="12341" y="17812"/>
                  </a:lnTo>
                  <a:cubicBezTo>
                    <a:pt x="12433" y="17873"/>
                    <a:pt x="12372" y="17964"/>
                    <a:pt x="12311" y="17994"/>
                  </a:cubicBezTo>
                  <a:cubicBezTo>
                    <a:pt x="12250" y="18025"/>
                    <a:pt x="12554" y="18116"/>
                    <a:pt x="12676" y="18146"/>
                  </a:cubicBezTo>
                  <a:cubicBezTo>
                    <a:pt x="12708" y="18154"/>
                    <a:pt x="12737" y="18158"/>
                    <a:pt x="12759" y="18158"/>
                  </a:cubicBezTo>
                  <a:cubicBezTo>
                    <a:pt x="12821" y="18158"/>
                    <a:pt x="12842" y="18130"/>
                    <a:pt x="12797" y="18086"/>
                  </a:cubicBezTo>
                  <a:lnTo>
                    <a:pt x="12676" y="18086"/>
                  </a:lnTo>
                  <a:cubicBezTo>
                    <a:pt x="12676" y="18025"/>
                    <a:pt x="12706" y="17934"/>
                    <a:pt x="12767" y="17903"/>
                  </a:cubicBezTo>
                  <a:lnTo>
                    <a:pt x="12858" y="17964"/>
                  </a:lnTo>
                  <a:cubicBezTo>
                    <a:pt x="12980" y="18055"/>
                    <a:pt x="13132" y="18146"/>
                    <a:pt x="13284" y="18238"/>
                  </a:cubicBezTo>
                  <a:cubicBezTo>
                    <a:pt x="13324" y="18251"/>
                    <a:pt x="13365" y="18265"/>
                    <a:pt x="13398" y="18265"/>
                  </a:cubicBezTo>
                  <a:cubicBezTo>
                    <a:pt x="13438" y="18265"/>
                    <a:pt x="13466" y="18244"/>
                    <a:pt x="13466" y="18177"/>
                  </a:cubicBezTo>
                  <a:cubicBezTo>
                    <a:pt x="13466" y="18055"/>
                    <a:pt x="13618" y="18086"/>
                    <a:pt x="13618" y="18055"/>
                  </a:cubicBezTo>
                  <a:lnTo>
                    <a:pt x="13618" y="17934"/>
                  </a:lnTo>
                  <a:lnTo>
                    <a:pt x="13618" y="17903"/>
                  </a:lnTo>
                  <a:cubicBezTo>
                    <a:pt x="13588" y="17873"/>
                    <a:pt x="13770" y="17842"/>
                    <a:pt x="13831" y="17842"/>
                  </a:cubicBezTo>
                  <a:cubicBezTo>
                    <a:pt x="13892" y="17842"/>
                    <a:pt x="13983" y="18025"/>
                    <a:pt x="13922" y="18086"/>
                  </a:cubicBezTo>
                  <a:cubicBezTo>
                    <a:pt x="13831" y="18116"/>
                    <a:pt x="14013" y="18177"/>
                    <a:pt x="14104" y="18207"/>
                  </a:cubicBezTo>
                  <a:cubicBezTo>
                    <a:pt x="14111" y="18210"/>
                    <a:pt x="14117" y="18212"/>
                    <a:pt x="14123" y="18212"/>
                  </a:cubicBezTo>
                  <a:cubicBezTo>
                    <a:pt x="14171" y="18212"/>
                    <a:pt x="14195" y="18113"/>
                    <a:pt x="14195" y="18086"/>
                  </a:cubicBezTo>
                  <a:cubicBezTo>
                    <a:pt x="14195" y="17994"/>
                    <a:pt x="14195" y="17873"/>
                    <a:pt x="14195" y="17782"/>
                  </a:cubicBezTo>
                  <a:lnTo>
                    <a:pt x="14074" y="17690"/>
                  </a:lnTo>
                  <a:cubicBezTo>
                    <a:pt x="14044" y="17690"/>
                    <a:pt x="14104" y="17599"/>
                    <a:pt x="14135" y="17569"/>
                  </a:cubicBezTo>
                  <a:lnTo>
                    <a:pt x="14195" y="17508"/>
                  </a:lnTo>
                  <a:cubicBezTo>
                    <a:pt x="14287" y="17478"/>
                    <a:pt x="14347" y="17417"/>
                    <a:pt x="14287" y="17417"/>
                  </a:cubicBezTo>
                  <a:lnTo>
                    <a:pt x="14226" y="17417"/>
                  </a:lnTo>
                  <a:cubicBezTo>
                    <a:pt x="14195" y="17417"/>
                    <a:pt x="14408" y="17295"/>
                    <a:pt x="14439" y="17234"/>
                  </a:cubicBezTo>
                  <a:cubicBezTo>
                    <a:pt x="14469" y="17143"/>
                    <a:pt x="14530" y="17083"/>
                    <a:pt x="14591" y="17052"/>
                  </a:cubicBezTo>
                  <a:cubicBezTo>
                    <a:pt x="14594" y="17049"/>
                    <a:pt x="14598" y="17047"/>
                    <a:pt x="14602" y="17047"/>
                  </a:cubicBezTo>
                  <a:cubicBezTo>
                    <a:pt x="14634" y="17047"/>
                    <a:pt x="14682" y="17147"/>
                    <a:pt x="14682" y="17174"/>
                  </a:cubicBezTo>
                  <a:cubicBezTo>
                    <a:pt x="14773" y="17265"/>
                    <a:pt x="14864" y="17295"/>
                    <a:pt x="14986" y="17295"/>
                  </a:cubicBezTo>
                  <a:cubicBezTo>
                    <a:pt x="15138" y="17265"/>
                    <a:pt x="15290" y="17234"/>
                    <a:pt x="15472" y="17204"/>
                  </a:cubicBezTo>
                  <a:lnTo>
                    <a:pt x="15624" y="17174"/>
                  </a:lnTo>
                  <a:cubicBezTo>
                    <a:pt x="15654" y="17174"/>
                    <a:pt x="15654" y="17083"/>
                    <a:pt x="15715" y="17052"/>
                  </a:cubicBezTo>
                  <a:lnTo>
                    <a:pt x="15867" y="17052"/>
                  </a:lnTo>
                  <a:cubicBezTo>
                    <a:pt x="15958" y="17083"/>
                    <a:pt x="16019" y="17174"/>
                    <a:pt x="16110" y="17204"/>
                  </a:cubicBezTo>
                  <a:lnTo>
                    <a:pt x="16262" y="17234"/>
                  </a:lnTo>
                  <a:cubicBezTo>
                    <a:pt x="16293" y="17143"/>
                    <a:pt x="16354" y="17052"/>
                    <a:pt x="16384" y="17052"/>
                  </a:cubicBezTo>
                  <a:cubicBezTo>
                    <a:pt x="16475" y="17098"/>
                    <a:pt x="16566" y="17121"/>
                    <a:pt x="16654" y="17121"/>
                  </a:cubicBezTo>
                  <a:cubicBezTo>
                    <a:pt x="16741" y="17121"/>
                    <a:pt x="16825" y="17098"/>
                    <a:pt x="16901" y="17052"/>
                  </a:cubicBezTo>
                  <a:lnTo>
                    <a:pt x="17022" y="17022"/>
                  </a:lnTo>
                  <a:cubicBezTo>
                    <a:pt x="17053" y="17083"/>
                    <a:pt x="17113" y="17174"/>
                    <a:pt x="17174" y="17204"/>
                  </a:cubicBezTo>
                  <a:cubicBezTo>
                    <a:pt x="17180" y="17207"/>
                    <a:pt x="17188" y="17208"/>
                    <a:pt x="17197" y="17208"/>
                  </a:cubicBezTo>
                  <a:cubicBezTo>
                    <a:pt x="17272" y="17208"/>
                    <a:pt x="17459" y="17129"/>
                    <a:pt x="17585" y="17129"/>
                  </a:cubicBezTo>
                  <a:cubicBezTo>
                    <a:pt x="17614" y="17129"/>
                    <a:pt x="17640" y="17133"/>
                    <a:pt x="17661" y="17143"/>
                  </a:cubicBezTo>
                  <a:cubicBezTo>
                    <a:pt x="17696" y="17161"/>
                    <a:pt x="17714" y="17168"/>
                    <a:pt x="17719" y="17168"/>
                  </a:cubicBezTo>
                  <a:cubicBezTo>
                    <a:pt x="17731" y="17168"/>
                    <a:pt x="17673" y="17125"/>
                    <a:pt x="17630" y="17083"/>
                  </a:cubicBezTo>
                  <a:cubicBezTo>
                    <a:pt x="17569" y="17052"/>
                    <a:pt x="17630" y="17022"/>
                    <a:pt x="17782" y="17022"/>
                  </a:cubicBezTo>
                  <a:lnTo>
                    <a:pt x="17873" y="17022"/>
                  </a:lnTo>
                  <a:cubicBezTo>
                    <a:pt x="17965" y="17022"/>
                    <a:pt x="18086" y="17083"/>
                    <a:pt x="18147" y="17083"/>
                  </a:cubicBezTo>
                  <a:cubicBezTo>
                    <a:pt x="18208" y="17083"/>
                    <a:pt x="18360" y="17052"/>
                    <a:pt x="18360" y="17022"/>
                  </a:cubicBezTo>
                  <a:cubicBezTo>
                    <a:pt x="18360" y="16931"/>
                    <a:pt x="18398" y="16908"/>
                    <a:pt x="18447" y="16908"/>
                  </a:cubicBezTo>
                  <a:cubicBezTo>
                    <a:pt x="18496" y="16908"/>
                    <a:pt x="18557" y="16931"/>
                    <a:pt x="18603" y="16931"/>
                  </a:cubicBezTo>
                  <a:lnTo>
                    <a:pt x="18816" y="16870"/>
                  </a:lnTo>
                  <a:cubicBezTo>
                    <a:pt x="18816" y="16921"/>
                    <a:pt x="18843" y="16940"/>
                    <a:pt x="18879" y="16940"/>
                  </a:cubicBezTo>
                  <a:cubicBezTo>
                    <a:pt x="18928" y="16940"/>
                    <a:pt x="18993" y="16905"/>
                    <a:pt x="19028" y="16870"/>
                  </a:cubicBezTo>
                  <a:cubicBezTo>
                    <a:pt x="19050" y="16848"/>
                    <a:pt x="19083" y="16838"/>
                    <a:pt x="19122" y="16838"/>
                  </a:cubicBezTo>
                  <a:cubicBezTo>
                    <a:pt x="19193" y="16838"/>
                    <a:pt x="19284" y="16872"/>
                    <a:pt x="19363" y="16931"/>
                  </a:cubicBezTo>
                  <a:lnTo>
                    <a:pt x="19758" y="16931"/>
                  </a:lnTo>
                  <a:cubicBezTo>
                    <a:pt x="19804" y="16938"/>
                    <a:pt x="19847" y="16942"/>
                    <a:pt x="19887" y="16942"/>
                  </a:cubicBezTo>
                  <a:cubicBezTo>
                    <a:pt x="20005" y="16942"/>
                    <a:pt x="20085" y="16908"/>
                    <a:pt x="20062" y="16839"/>
                  </a:cubicBezTo>
                  <a:lnTo>
                    <a:pt x="20183" y="16809"/>
                  </a:lnTo>
                  <a:cubicBezTo>
                    <a:pt x="20244" y="16809"/>
                    <a:pt x="20305" y="16748"/>
                    <a:pt x="20366" y="16748"/>
                  </a:cubicBezTo>
                  <a:lnTo>
                    <a:pt x="20396" y="16748"/>
                  </a:lnTo>
                  <a:cubicBezTo>
                    <a:pt x="20400" y="16750"/>
                    <a:pt x="20404" y="16751"/>
                    <a:pt x="20408" y="16751"/>
                  </a:cubicBezTo>
                  <a:cubicBezTo>
                    <a:pt x="20478" y="16751"/>
                    <a:pt x="20647" y="16535"/>
                    <a:pt x="20761" y="16535"/>
                  </a:cubicBezTo>
                  <a:cubicBezTo>
                    <a:pt x="20883" y="16566"/>
                    <a:pt x="21004" y="16596"/>
                    <a:pt x="21095" y="16687"/>
                  </a:cubicBezTo>
                  <a:lnTo>
                    <a:pt x="21095" y="16809"/>
                  </a:lnTo>
                  <a:cubicBezTo>
                    <a:pt x="21072" y="16855"/>
                    <a:pt x="21080" y="16870"/>
                    <a:pt x="21101" y="16870"/>
                  </a:cubicBezTo>
                  <a:cubicBezTo>
                    <a:pt x="21136" y="16870"/>
                    <a:pt x="21209" y="16828"/>
                    <a:pt x="21247" y="16809"/>
                  </a:cubicBezTo>
                  <a:cubicBezTo>
                    <a:pt x="21278" y="16748"/>
                    <a:pt x="21521" y="16596"/>
                    <a:pt x="21551" y="16535"/>
                  </a:cubicBezTo>
                  <a:cubicBezTo>
                    <a:pt x="21561" y="16515"/>
                    <a:pt x="21568" y="16505"/>
                    <a:pt x="21572" y="16505"/>
                  </a:cubicBezTo>
                  <a:lnTo>
                    <a:pt x="21572" y="16505"/>
                  </a:lnTo>
                  <a:cubicBezTo>
                    <a:pt x="21578" y="16505"/>
                    <a:pt x="21572" y="16546"/>
                    <a:pt x="21551" y="16627"/>
                  </a:cubicBezTo>
                  <a:lnTo>
                    <a:pt x="21734" y="16657"/>
                  </a:lnTo>
                  <a:lnTo>
                    <a:pt x="21916" y="16687"/>
                  </a:lnTo>
                  <a:cubicBezTo>
                    <a:pt x="21984" y="16619"/>
                    <a:pt x="22087" y="16585"/>
                    <a:pt x="22198" y="16585"/>
                  </a:cubicBezTo>
                  <a:cubicBezTo>
                    <a:pt x="22235" y="16585"/>
                    <a:pt x="22273" y="16589"/>
                    <a:pt x="22311" y="16596"/>
                  </a:cubicBezTo>
                  <a:lnTo>
                    <a:pt x="22372" y="16657"/>
                  </a:lnTo>
                  <a:cubicBezTo>
                    <a:pt x="22463" y="16718"/>
                    <a:pt x="22524" y="16839"/>
                    <a:pt x="22615" y="16900"/>
                  </a:cubicBezTo>
                  <a:cubicBezTo>
                    <a:pt x="22676" y="16870"/>
                    <a:pt x="22706" y="16839"/>
                    <a:pt x="22676" y="16779"/>
                  </a:cubicBezTo>
                  <a:cubicBezTo>
                    <a:pt x="22676" y="16748"/>
                    <a:pt x="22949" y="16657"/>
                    <a:pt x="23041" y="16627"/>
                  </a:cubicBezTo>
                  <a:cubicBezTo>
                    <a:pt x="23078" y="16614"/>
                    <a:pt x="23121" y="16607"/>
                    <a:pt x="23165" y="16607"/>
                  </a:cubicBezTo>
                  <a:cubicBezTo>
                    <a:pt x="23227" y="16607"/>
                    <a:pt x="23291" y="16621"/>
                    <a:pt x="23345" y="16657"/>
                  </a:cubicBezTo>
                  <a:cubicBezTo>
                    <a:pt x="23390" y="16672"/>
                    <a:pt x="23428" y="16680"/>
                    <a:pt x="23466" y="16680"/>
                  </a:cubicBezTo>
                  <a:cubicBezTo>
                    <a:pt x="23504" y="16680"/>
                    <a:pt x="23542" y="16672"/>
                    <a:pt x="23588" y="16657"/>
                  </a:cubicBezTo>
                  <a:lnTo>
                    <a:pt x="23679" y="16627"/>
                  </a:lnTo>
                  <a:cubicBezTo>
                    <a:pt x="23740" y="16596"/>
                    <a:pt x="23861" y="16566"/>
                    <a:pt x="23861" y="16535"/>
                  </a:cubicBezTo>
                  <a:lnTo>
                    <a:pt x="23831" y="16323"/>
                  </a:lnTo>
                  <a:cubicBezTo>
                    <a:pt x="23953" y="16262"/>
                    <a:pt x="24044" y="16171"/>
                    <a:pt x="24135" y="16049"/>
                  </a:cubicBezTo>
                  <a:lnTo>
                    <a:pt x="24135" y="16049"/>
                  </a:lnTo>
                  <a:cubicBezTo>
                    <a:pt x="24135" y="16049"/>
                    <a:pt x="23861" y="16201"/>
                    <a:pt x="23770" y="16262"/>
                  </a:cubicBezTo>
                  <a:cubicBezTo>
                    <a:pt x="23738" y="16283"/>
                    <a:pt x="23706" y="16293"/>
                    <a:pt x="23677" y="16293"/>
                  </a:cubicBezTo>
                  <a:cubicBezTo>
                    <a:pt x="23626" y="16293"/>
                    <a:pt x="23588" y="16260"/>
                    <a:pt x="23588" y="16201"/>
                  </a:cubicBezTo>
                  <a:lnTo>
                    <a:pt x="23405" y="16231"/>
                  </a:lnTo>
                  <a:lnTo>
                    <a:pt x="23223" y="16231"/>
                  </a:lnTo>
                  <a:cubicBezTo>
                    <a:pt x="23253" y="16140"/>
                    <a:pt x="23314" y="16019"/>
                    <a:pt x="23375" y="15927"/>
                  </a:cubicBezTo>
                  <a:cubicBezTo>
                    <a:pt x="23378" y="15924"/>
                    <a:pt x="23383" y="15923"/>
                    <a:pt x="23388" y="15923"/>
                  </a:cubicBezTo>
                  <a:cubicBezTo>
                    <a:pt x="23431" y="15923"/>
                    <a:pt x="23530" y="16022"/>
                    <a:pt x="23557" y="16049"/>
                  </a:cubicBezTo>
                  <a:cubicBezTo>
                    <a:pt x="23561" y="16052"/>
                    <a:pt x="23568" y="16054"/>
                    <a:pt x="23578" y="16054"/>
                  </a:cubicBezTo>
                  <a:cubicBezTo>
                    <a:pt x="23659" y="16054"/>
                    <a:pt x="23935" y="15955"/>
                    <a:pt x="24044" y="15927"/>
                  </a:cubicBezTo>
                  <a:cubicBezTo>
                    <a:pt x="24076" y="15906"/>
                    <a:pt x="24112" y="15896"/>
                    <a:pt x="24148" y="15896"/>
                  </a:cubicBezTo>
                  <a:cubicBezTo>
                    <a:pt x="24213" y="15896"/>
                    <a:pt x="24278" y="15929"/>
                    <a:pt x="24317" y="15988"/>
                  </a:cubicBezTo>
                  <a:cubicBezTo>
                    <a:pt x="24317" y="16019"/>
                    <a:pt x="24591" y="16019"/>
                    <a:pt x="24652" y="16079"/>
                  </a:cubicBezTo>
                  <a:cubicBezTo>
                    <a:pt x="24682" y="16140"/>
                    <a:pt x="24652" y="16201"/>
                    <a:pt x="24560" y="16201"/>
                  </a:cubicBezTo>
                  <a:lnTo>
                    <a:pt x="24469" y="16201"/>
                  </a:lnTo>
                  <a:lnTo>
                    <a:pt x="24044" y="16292"/>
                  </a:lnTo>
                  <a:cubicBezTo>
                    <a:pt x="24155" y="16381"/>
                    <a:pt x="24283" y="16438"/>
                    <a:pt x="24414" y="16438"/>
                  </a:cubicBezTo>
                  <a:cubicBezTo>
                    <a:pt x="24463" y="16438"/>
                    <a:pt x="24512" y="16430"/>
                    <a:pt x="24560" y="16414"/>
                  </a:cubicBezTo>
                  <a:cubicBezTo>
                    <a:pt x="24593" y="16406"/>
                    <a:pt x="24626" y="16402"/>
                    <a:pt x="24658" y="16402"/>
                  </a:cubicBezTo>
                  <a:cubicBezTo>
                    <a:pt x="24745" y="16402"/>
                    <a:pt x="24828" y="16430"/>
                    <a:pt x="24895" y="16475"/>
                  </a:cubicBezTo>
                  <a:cubicBezTo>
                    <a:pt x="24906" y="16486"/>
                    <a:pt x="24918" y="16491"/>
                    <a:pt x="24929" y="16491"/>
                  </a:cubicBezTo>
                  <a:cubicBezTo>
                    <a:pt x="24978" y="16491"/>
                    <a:pt x="25022" y="16402"/>
                    <a:pt x="25047" y="16353"/>
                  </a:cubicBezTo>
                  <a:cubicBezTo>
                    <a:pt x="25047" y="16328"/>
                    <a:pt x="25051" y="16317"/>
                    <a:pt x="25059" y="16317"/>
                  </a:cubicBezTo>
                  <a:cubicBezTo>
                    <a:pt x="25080" y="16317"/>
                    <a:pt x="25124" y="16395"/>
                    <a:pt x="25168" y="16505"/>
                  </a:cubicBezTo>
                  <a:lnTo>
                    <a:pt x="25229" y="16627"/>
                  </a:lnTo>
                  <a:cubicBezTo>
                    <a:pt x="25260" y="16657"/>
                    <a:pt x="25290" y="16687"/>
                    <a:pt x="25351" y="16687"/>
                  </a:cubicBezTo>
                  <a:cubicBezTo>
                    <a:pt x="25472" y="16657"/>
                    <a:pt x="25381" y="16657"/>
                    <a:pt x="25351" y="16596"/>
                  </a:cubicBezTo>
                  <a:cubicBezTo>
                    <a:pt x="25320" y="16535"/>
                    <a:pt x="25351" y="16475"/>
                    <a:pt x="25442" y="16444"/>
                  </a:cubicBezTo>
                  <a:cubicBezTo>
                    <a:pt x="25507" y="16444"/>
                    <a:pt x="25526" y="16522"/>
                    <a:pt x="25586" y="16522"/>
                  </a:cubicBezTo>
                  <a:cubicBezTo>
                    <a:pt x="25611" y="16522"/>
                    <a:pt x="25642" y="16509"/>
                    <a:pt x="25685" y="16475"/>
                  </a:cubicBezTo>
                  <a:cubicBezTo>
                    <a:pt x="25731" y="16459"/>
                    <a:pt x="25784" y="16452"/>
                    <a:pt x="25841" y="16452"/>
                  </a:cubicBezTo>
                  <a:cubicBezTo>
                    <a:pt x="25898" y="16452"/>
                    <a:pt x="25959" y="16459"/>
                    <a:pt x="26019" y="16475"/>
                  </a:cubicBezTo>
                  <a:cubicBezTo>
                    <a:pt x="26050" y="16490"/>
                    <a:pt x="26080" y="16497"/>
                    <a:pt x="26111" y="16497"/>
                  </a:cubicBezTo>
                  <a:cubicBezTo>
                    <a:pt x="26141" y="16497"/>
                    <a:pt x="26171" y="16490"/>
                    <a:pt x="26202" y="16475"/>
                  </a:cubicBezTo>
                  <a:cubicBezTo>
                    <a:pt x="26263" y="16459"/>
                    <a:pt x="26331" y="16452"/>
                    <a:pt x="26399" y="16452"/>
                  </a:cubicBezTo>
                  <a:cubicBezTo>
                    <a:pt x="26468" y="16452"/>
                    <a:pt x="26536" y="16459"/>
                    <a:pt x="26597" y="16475"/>
                  </a:cubicBezTo>
                  <a:cubicBezTo>
                    <a:pt x="26623" y="16485"/>
                    <a:pt x="26648" y="16489"/>
                    <a:pt x="26671" y="16489"/>
                  </a:cubicBezTo>
                  <a:cubicBezTo>
                    <a:pt x="26759" y="16489"/>
                    <a:pt x="26830" y="16430"/>
                    <a:pt x="26918" y="16430"/>
                  </a:cubicBezTo>
                  <a:cubicBezTo>
                    <a:pt x="26941" y="16430"/>
                    <a:pt x="26966" y="16434"/>
                    <a:pt x="26992" y="16444"/>
                  </a:cubicBezTo>
                  <a:lnTo>
                    <a:pt x="27083" y="16475"/>
                  </a:lnTo>
                  <a:cubicBezTo>
                    <a:pt x="27174" y="16475"/>
                    <a:pt x="27266" y="16444"/>
                    <a:pt x="27357" y="16414"/>
                  </a:cubicBezTo>
                  <a:lnTo>
                    <a:pt x="27387" y="16383"/>
                  </a:lnTo>
                  <a:cubicBezTo>
                    <a:pt x="27418" y="16353"/>
                    <a:pt x="27478" y="16323"/>
                    <a:pt x="27509" y="16323"/>
                  </a:cubicBezTo>
                  <a:lnTo>
                    <a:pt x="27661" y="16353"/>
                  </a:lnTo>
                  <a:cubicBezTo>
                    <a:pt x="27722" y="16383"/>
                    <a:pt x="27790" y="16399"/>
                    <a:pt x="27855" y="16399"/>
                  </a:cubicBezTo>
                  <a:cubicBezTo>
                    <a:pt x="27919" y="16399"/>
                    <a:pt x="27980" y="16383"/>
                    <a:pt x="28026" y="16353"/>
                  </a:cubicBezTo>
                  <a:cubicBezTo>
                    <a:pt x="28034" y="16345"/>
                    <a:pt x="28046" y="16341"/>
                    <a:pt x="28062" y="16341"/>
                  </a:cubicBezTo>
                  <a:cubicBezTo>
                    <a:pt x="28105" y="16341"/>
                    <a:pt x="28172" y="16369"/>
                    <a:pt x="28238" y="16414"/>
                  </a:cubicBezTo>
                  <a:lnTo>
                    <a:pt x="28329" y="16475"/>
                  </a:lnTo>
                  <a:lnTo>
                    <a:pt x="28360" y="16475"/>
                  </a:lnTo>
                  <a:cubicBezTo>
                    <a:pt x="28421" y="16475"/>
                    <a:pt x="28481" y="16414"/>
                    <a:pt x="28481" y="16383"/>
                  </a:cubicBezTo>
                  <a:lnTo>
                    <a:pt x="28481" y="16323"/>
                  </a:lnTo>
                  <a:cubicBezTo>
                    <a:pt x="28481" y="16307"/>
                    <a:pt x="28474" y="16307"/>
                    <a:pt x="28466" y="16307"/>
                  </a:cubicBezTo>
                  <a:cubicBezTo>
                    <a:pt x="28459" y="16307"/>
                    <a:pt x="28451" y="16307"/>
                    <a:pt x="28451" y="16292"/>
                  </a:cubicBezTo>
                  <a:cubicBezTo>
                    <a:pt x="28451" y="16262"/>
                    <a:pt x="28421" y="16231"/>
                    <a:pt x="28451" y="16231"/>
                  </a:cubicBezTo>
                  <a:lnTo>
                    <a:pt x="28542" y="16231"/>
                  </a:lnTo>
                  <a:lnTo>
                    <a:pt x="28633" y="16353"/>
                  </a:lnTo>
                  <a:cubicBezTo>
                    <a:pt x="28785" y="16535"/>
                    <a:pt x="28785" y="16657"/>
                    <a:pt x="28664" y="16657"/>
                  </a:cubicBezTo>
                  <a:lnTo>
                    <a:pt x="28603" y="16657"/>
                  </a:lnTo>
                  <a:cubicBezTo>
                    <a:pt x="28573" y="16657"/>
                    <a:pt x="28542" y="16687"/>
                    <a:pt x="28512" y="16718"/>
                  </a:cubicBezTo>
                  <a:cubicBezTo>
                    <a:pt x="28481" y="16809"/>
                    <a:pt x="28603" y="16809"/>
                    <a:pt x="28694" y="16809"/>
                  </a:cubicBezTo>
                  <a:lnTo>
                    <a:pt x="28725" y="16809"/>
                  </a:lnTo>
                  <a:cubicBezTo>
                    <a:pt x="28816" y="16809"/>
                    <a:pt x="28907" y="16779"/>
                    <a:pt x="28968" y="16718"/>
                  </a:cubicBezTo>
                  <a:lnTo>
                    <a:pt x="29089" y="16779"/>
                  </a:lnTo>
                  <a:cubicBezTo>
                    <a:pt x="29120" y="16779"/>
                    <a:pt x="29181" y="16779"/>
                    <a:pt x="29211" y="16748"/>
                  </a:cubicBezTo>
                  <a:cubicBezTo>
                    <a:pt x="29241" y="16718"/>
                    <a:pt x="29241" y="16687"/>
                    <a:pt x="29211" y="16657"/>
                  </a:cubicBezTo>
                  <a:cubicBezTo>
                    <a:pt x="29181" y="16627"/>
                    <a:pt x="29150" y="16596"/>
                    <a:pt x="29089" y="16566"/>
                  </a:cubicBezTo>
                  <a:cubicBezTo>
                    <a:pt x="29029" y="16505"/>
                    <a:pt x="28877" y="16566"/>
                    <a:pt x="28937" y="16414"/>
                  </a:cubicBezTo>
                  <a:lnTo>
                    <a:pt x="28968" y="16353"/>
                  </a:lnTo>
                  <a:cubicBezTo>
                    <a:pt x="28983" y="16330"/>
                    <a:pt x="29005" y="16320"/>
                    <a:pt x="29030" y="16320"/>
                  </a:cubicBezTo>
                  <a:cubicBezTo>
                    <a:pt x="29101" y="16320"/>
                    <a:pt x="29196" y="16399"/>
                    <a:pt x="29241" y="16444"/>
                  </a:cubicBezTo>
                  <a:cubicBezTo>
                    <a:pt x="29250" y="16470"/>
                    <a:pt x="29276" y="16481"/>
                    <a:pt x="29314" y="16481"/>
                  </a:cubicBezTo>
                  <a:cubicBezTo>
                    <a:pt x="29412" y="16481"/>
                    <a:pt x="29592" y="16410"/>
                    <a:pt x="29788" y="16323"/>
                  </a:cubicBezTo>
                  <a:lnTo>
                    <a:pt x="30062" y="16292"/>
                  </a:lnTo>
                  <a:lnTo>
                    <a:pt x="30366" y="16262"/>
                  </a:lnTo>
                  <a:cubicBezTo>
                    <a:pt x="30396" y="16079"/>
                    <a:pt x="30396" y="15897"/>
                    <a:pt x="30366" y="15715"/>
                  </a:cubicBezTo>
                  <a:cubicBezTo>
                    <a:pt x="30366" y="15684"/>
                    <a:pt x="30457" y="15624"/>
                    <a:pt x="30640" y="15593"/>
                  </a:cubicBezTo>
                  <a:lnTo>
                    <a:pt x="30700" y="15715"/>
                  </a:lnTo>
                  <a:cubicBezTo>
                    <a:pt x="30731" y="15745"/>
                    <a:pt x="30670" y="15775"/>
                    <a:pt x="30670" y="15836"/>
                  </a:cubicBezTo>
                  <a:cubicBezTo>
                    <a:pt x="30670" y="15897"/>
                    <a:pt x="30670" y="15958"/>
                    <a:pt x="30700" y="16019"/>
                  </a:cubicBezTo>
                  <a:cubicBezTo>
                    <a:pt x="30700" y="16079"/>
                    <a:pt x="30731" y="16171"/>
                    <a:pt x="30761" y="16171"/>
                  </a:cubicBezTo>
                  <a:cubicBezTo>
                    <a:pt x="30761" y="16171"/>
                    <a:pt x="30700" y="16201"/>
                    <a:pt x="30670" y="16201"/>
                  </a:cubicBezTo>
                  <a:lnTo>
                    <a:pt x="30579" y="16231"/>
                  </a:lnTo>
                  <a:cubicBezTo>
                    <a:pt x="30488" y="16292"/>
                    <a:pt x="30518" y="16475"/>
                    <a:pt x="30548" y="16535"/>
                  </a:cubicBezTo>
                  <a:cubicBezTo>
                    <a:pt x="30553" y="16540"/>
                    <a:pt x="30560" y="16543"/>
                    <a:pt x="30568" y="16543"/>
                  </a:cubicBezTo>
                  <a:cubicBezTo>
                    <a:pt x="30608" y="16543"/>
                    <a:pt x="30680" y="16480"/>
                    <a:pt x="30731" y="16353"/>
                  </a:cubicBezTo>
                  <a:lnTo>
                    <a:pt x="30913" y="16292"/>
                  </a:lnTo>
                  <a:cubicBezTo>
                    <a:pt x="30916" y="16290"/>
                    <a:pt x="30918" y="16289"/>
                    <a:pt x="30922" y="16289"/>
                  </a:cubicBezTo>
                  <a:cubicBezTo>
                    <a:pt x="30944" y="16289"/>
                    <a:pt x="30984" y="16344"/>
                    <a:pt x="31017" y="16344"/>
                  </a:cubicBezTo>
                  <a:cubicBezTo>
                    <a:pt x="31037" y="16344"/>
                    <a:pt x="31055" y="16324"/>
                    <a:pt x="31065" y="16262"/>
                  </a:cubicBezTo>
                  <a:cubicBezTo>
                    <a:pt x="31096" y="16201"/>
                    <a:pt x="31187" y="16140"/>
                    <a:pt x="31278" y="16079"/>
                  </a:cubicBezTo>
                  <a:cubicBezTo>
                    <a:pt x="31308" y="16064"/>
                    <a:pt x="31354" y="16057"/>
                    <a:pt x="31392" y="16057"/>
                  </a:cubicBezTo>
                  <a:cubicBezTo>
                    <a:pt x="31430" y="16057"/>
                    <a:pt x="31460" y="16064"/>
                    <a:pt x="31460" y="16079"/>
                  </a:cubicBezTo>
                  <a:cubicBezTo>
                    <a:pt x="31491" y="16110"/>
                    <a:pt x="31399" y="16171"/>
                    <a:pt x="31399" y="16231"/>
                  </a:cubicBezTo>
                  <a:cubicBezTo>
                    <a:pt x="31430" y="16262"/>
                    <a:pt x="31582" y="16262"/>
                    <a:pt x="31612" y="16262"/>
                  </a:cubicBezTo>
                  <a:cubicBezTo>
                    <a:pt x="31643" y="16262"/>
                    <a:pt x="31825" y="16049"/>
                    <a:pt x="31886" y="15988"/>
                  </a:cubicBezTo>
                  <a:cubicBezTo>
                    <a:pt x="31910" y="15980"/>
                    <a:pt x="31937" y="15976"/>
                    <a:pt x="31964" y="15976"/>
                  </a:cubicBezTo>
                  <a:cubicBezTo>
                    <a:pt x="32038" y="15976"/>
                    <a:pt x="32115" y="16005"/>
                    <a:pt x="32159" y="16049"/>
                  </a:cubicBezTo>
                  <a:lnTo>
                    <a:pt x="32220" y="16110"/>
                  </a:lnTo>
                  <a:cubicBezTo>
                    <a:pt x="32251" y="16140"/>
                    <a:pt x="32311" y="16201"/>
                    <a:pt x="32342" y="16201"/>
                  </a:cubicBezTo>
                  <a:cubicBezTo>
                    <a:pt x="32433" y="16171"/>
                    <a:pt x="32433" y="16079"/>
                    <a:pt x="32372" y="16019"/>
                  </a:cubicBezTo>
                  <a:cubicBezTo>
                    <a:pt x="32281" y="15988"/>
                    <a:pt x="32311" y="15897"/>
                    <a:pt x="32372" y="15867"/>
                  </a:cubicBezTo>
                  <a:cubicBezTo>
                    <a:pt x="32378" y="15861"/>
                    <a:pt x="32386" y="15859"/>
                    <a:pt x="32397" y="15859"/>
                  </a:cubicBezTo>
                  <a:cubicBezTo>
                    <a:pt x="32444" y="15859"/>
                    <a:pt x="32530" y="15908"/>
                    <a:pt x="32555" y="15958"/>
                  </a:cubicBezTo>
                  <a:lnTo>
                    <a:pt x="32615" y="15988"/>
                  </a:lnTo>
                  <a:cubicBezTo>
                    <a:pt x="32615" y="16049"/>
                    <a:pt x="32646" y="16110"/>
                    <a:pt x="32646" y="16140"/>
                  </a:cubicBezTo>
                  <a:cubicBezTo>
                    <a:pt x="32767" y="16201"/>
                    <a:pt x="32858" y="16262"/>
                    <a:pt x="32980" y="16323"/>
                  </a:cubicBezTo>
                  <a:lnTo>
                    <a:pt x="33132" y="16353"/>
                  </a:lnTo>
                  <a:lnTo>
                    <a:pt x="33345" y="16383"/>
                  </a:lnTo>
                  <a:cubicBezTo>
                    <a:pt x="33436" y="16292"/>
                    <a:pt x="33436" y="16171"/>
                    <a:pt x="33406" y="16140"/>
                  </a:cubicBezTo>
                  <a:cubicBezTo>
                    <a:pt x="33375" y="16140"/>
                    <a:pt x="33345" y="15958"/>
                    <a:pt x="33406" y="15927"/>
                  </a:cubicBezTo>
                  <a:cubicBezTo>
                    <a:pt x="33410" y="15923"/>
                    <a:pt x="33416" y="15921"/>
                    <a:pt x="33424" y="15921"/>
                  </a:cubicBezTo>
                  <a:cubicBezTo>
                    <a:pt x="33475" y="15921"/>
                    <a:pt x="33592" y="15997"/>
                    <a:pt x="33618" y="16049"/>
                  </a:cubicBezTo>
                  <a:cubicBezTo>
                    <a:pt x="33626" y="16057"/>
                    <a:pt x="33635" y="16060"/>
                    <a:pt x="33646" y="16060"/>
                  </a:cubicBezTo>
                  <a:cubicBezTo>
                    <a:pt x="33679" y="16060"/>
                    <a:pt x="33725" y="16026"/>
                    <a:pt x="33770" y="15958"/>
                  </a:cubicBezTo>
                  <a:lnTo>
                    <a:pt x="33801" y="15958"/>
                  </a:lnTo>
                  <a:lnTo>
                    <a:pt x="33983" y="15927"/>
                  </a:lnTo>
                  <a:cubicBezTo>
                    <a:pt x="33983" y="16019"/>
                    <a:pt x="34196" y="16323"/>
                    <a:pt x="34317" y="16353"/>
                  </a:cubicBezTo>
                  <a:cubicBezTo>
                    <a:pt x="34469" y="16353"/>
                    <a:pt x="34591" y="16049"/>
                    <a:pt x="34561" y="15927"/>
                  </a:cubicBezTo>
                  <a:cubicBezTo>
                    <a:pt x="34547" y="15874"/>
                    <a:pt x="34557" y="15850"/>
                    <a:pt x="34581" y="15850"/>
                  </a:cubicBezTo>
                  <a:cubicBezTo>
                    <a:pt x="34610" y="15850"/>
                    <a:pt x="34661" y="15890"/>
                    <a:pt x="34713" y="15958"/>
                  </a:cubicBezTo>
                  <a:lnTo>
                    <a:pt x="35077" y="15958"/>
                  </a:lnTo>
                  <a:cubicBezTo>
                    <a:pt x="35260" y="15927"/>
                    <a:pt x="35442" y="15897"/>
                    <a:pt x="35624" y="15836"/>
                  </a:cubicBezTo>
                  <a:lnTo>
                    <a:pt x="35685" y="15867"/>
                  </a:lnTo>
                  <a:cubicBezTo>
                    <a:pt x="35741" y="15894"/>
                    <a:pt x="35785" y="15905"/>
                    <a:pt x="35823" y="15905"/>
                  </a:cubicBezTo>
                  <a:cubicBezTo>
                    <a:pt x="35910" y="15905"/>
                    <a:pt x="35965" y="15848"/>
                    <a:pt x="36050" y="15806"/>
                  </a:cubicBezTo>
                  <a:cubicBezTo>
                    <a:pt x="36050" y="15800"/>
                    <a:pt x="36052" y="15797"/>
                    <a:pt x="36057" y="15797"/>
                  </a:cubicBezTo>
                  <a:cubicBezTo>
                    <a:pt x="36073" y="15797"/>
                    <a:pt x="36117" y="15836"/>
                    <a:pt x="36141" y="15836"/>
                  </a:cubicBezTo>
                  <a:lnTo>
                    <a:pt x="36232" y="15867"/>
                  </a:lnTo>
                  <a:cubicBezTo>
                    <a:pt x="36293" y="15806"/>
                    <a:pt x="36354" y="15715"/>
                    <a:pt x="36384" y="15715"/>
                  </a:cubicBezTo>
                  <a:cubicBezTo>
                    <a:pt x="36445" y="15715"/>
                    <a:pt x="36476" y="15745"/>
                    <a:pt x="36506" y="15775"/>
                  </a:cubicBezTo>
                  <a:cubicBezTo>
                    <a:pt x="36506" y="15806"/>
                    <a:pt x="36415" y="15988"/>
                    <a:pt x="36506" y="16049"/>
                  </a:cubicBezTo>
                  <a:cubicBezTo>
                    <a:pt x="36521" y="16064"/>
                    <a:pt x="36533" y="16070"/>
                    <a:pt x="36545" y="16070"/>
                  </a:cubicBezTo>
                  <a:cubicBezTo>
                    <a:pt x="36581" y="16070"/>
                    <a:pt x="36604" y="16011"/>
                    <a:pt x="36628" y="15988"/>
                  </a:cubicBezTo>
                  <a:cubicBezTo>
                    <a:pt x="36658" y="15927"/>
                    <a:pt x="36688" y="15867"/>
                    <a:pt x="36719" y="15806"/>
                  </a:cubicBezTo>
                  <a:cubicBezTo>
                    <a:pt x="36749" y="15745"/>
                    <a:pt x="36810" y="15654"/>
                    <a:pt x="36840" y="15593"/>
                  </a:cubicBezTo>
                  <a:cubicBezTo>
                    <a:pt x="36848" y="15585"/>
                    <a:pt x="36865" y="15581"/>
                    <a:pt x="36888" y="15581"/>
                  </a:cubicBezTo>
                  <a:cubicBezTo>
                    <a:pt x="36950" y="15581"/>
                    <a:pt x="37055" y="15609"/>
                    <a:pt x="37144" y="15654"/>
                  </a:cubicBezTo>
                  <a:lnTo>
                    <a:pt x="37266" y="15745"/>
                  </a:lnTo>
                  <a:cubicBezTo>
                    <a:pt x="37254" y="15781"/>
                    <a:pt x="37228" y="15793"/>
                    <a:pt x="37199" y="15793"/>
                  </a:cubicBezTo>
                  <a:cubicBezTo>
                    <a:pt x="37154" y="15793"/>
                    <a:pt x="37102" y="15764"/>
                    <a:pt x="37083" y="15745"/>
                  </a:cubicBezTo>
                  <a:cubicBezTo>
                    <a:pt x="37075" y="15736"/>
                    <a:pt x="37058" y="15733"/>
                    <a:pt x="37038" y="15733"/>
                  </a:cubicBezTo>
                  <a:cubicBezTo>
                    <a:pt x="36990" y="15733"/>
                    <a:pt x="36923" y="15754"/>
                    <a:pt x="36901" y="15775"/>
                  </a:cubicBezTo>
                  <a:cubicBezTo>
                    <a:pt x="36871" y="15806"/>
                    <a:pt x="37023" y="15927"/>
                    <a:pt x="37114" y="15958"/>
                  </a:cubicBezTo>
                  <a:cubicBezTo>
                    <a:pt x="37138" y="15966"/>
                    <a:pt x="37163" y="15970"/>
                    <a:pt x="37187" y="15970"/>
                  </a:cubicBezTo>
                  <a:cubicBezTo>
                    <a:pt x="37254" y="15970"/>
                    <a:pt x="37321" y="15942"/>
                    <a:pt x="37387" y="15897"/>
                  </a:cubicBezTo>
                  <a:lnTo>
                    <a:pt x="37448" y="15836"/>
                  </a:lnTo>
                  <a:cubicBezTo>
                    <a:pt x="37509" y="15806"/>
                    <a:pt x="37600" y="15775"/>
                    <a:pt x="37631" y="15775"/>
                  </a:cubicBezTo>
                  <a:lnTo>
                    <a:pt x="37661" y="15836"/>
                  </a:lnTo>
                  <a:cubicBezTo>
                    <a:pt x="37665" y="15845"/>
                    <a:pt x="37671" y="15848"/>
                    <a:pt x="37678" y="15848"/>
                  </a:cubicBezTo>
                  <a:cubicBezTo>
                    <a:pt x="37723" y="15848"/>
                    <a:pt x="37821" y="15698"/>
                    <a:pt x="37874" y="15593"/>
                  </a:cubicBezTo>
                  <a:cubicBezTo>
                    <a:pt x="37881" y="15573"/>
                    <a:pt x="37892" y="15563"/>
                    <a:pt x="37907" y="15563"/>
                  </a:cubicBezTo>
                  <a:cubicBezTo>
                    <a:pt x="37960" y="15563"/>
                    <a:pt x="38060" y="15678"/>
                    <a:pt x="38178" y="15867"/>
                  </a:cubicBezTo>
                  <a:lnTo>
                    <a:pt x="38573" y="15867"/>
                  </a:lnTo>
                  <a:cubicBezTo>
                    <a:pt x="38786" y="15775"/>
                    <a:pt x="39029" y="15745"/>
                    <a:pt x="39242" y="15745"/>
                  </a:cubicBezTo>
                  <a:cubicBezTo>
                    <a:pt x="39258" y="15751"/>
                    <a:pt x="39275" y="15753"/>
                    <a:pt x="39291" y="15753"/>
                  </a:cubicBezTo>
                  <a:cubicBezTo>
                    <a:pt x="39363" y="15753"/>
                    <a:pt x="39424" y="15704"/>
                    <a:pt x="39424" y="15654"/>
                  </a:cubicBezTo>
                  <a:lnTo>
                    <a:pt x="39394" y="15593"/>
                  </a:lnTo>
                  <a:lnTo>
                    <a:pt x="39363" y="15563"/>
                  </a:lnTo>
                  <a:cubicBezTo>
                    <a:pt x="39287" y="15537"/>
                    <a:pt x="39508" y="15427"/>
                    <a:pt x="39671" y="15427"/>
                  </a:cubicBezTo>
                  <a:cubicBezTo>
                    <a:pt x="39704" y="15427"/>
                    <a:pt x="39733" y="15431"/>
                    <a:pt x="39758" y="15441"/>
                  </a:cubicBezTo>
                  <a:cubicBezTo>
                    <a:pt x="39880" y="15472"/>
                    <a:pt x="39971" y="15532"/>
                    <a:pt x="39941" y="15563"/>
                  </a:cubicBezTo>
                  <a:cubicBezTo>
                    <a:pt x="40009" y="15631"/>
                    <a:pt x="40077" y="15665"/>
                    <a:pt x="40159" y="15665"/>
                  </a:cubicBezTo>
                  <a:cubicBezTo>
                    <a:pt x="40186" y="15665"/>
                    <a:pt x="40214" y="15662"/>
                    <a:pt x="40245" y="15654"/>
                  </a:cubicBezTo>
                  <a:cubicBezTo>
                    <a:pt x="40300" y="15598"/>
                    <a:pt x="40356" y="15542"/>
                    <a:pt x="40426" y="15542"/>
                  </a:cubicBezTo>
                  <a:cubicBezTo>
                    <a:pt x="40470" y="15542"/>
                    <a:pt x="40520" y="15565"/>
                    <a:pt x="40579" y="15624"/>
                  </a:cubicBezTo>
                  <a:cubicBezTo>
                    <a:pt x="40585" y="15630"/>
                    <a:pt x="40596" y="15632"/>
                    <a:pt x="40610" y="15632"/>
                  </a:cubicBezTo>
                  <a:cubicBezTo>
                    <a:pt x="40668" y="15632"/>
                    <a:pt x="40780" y="15593"/>
                    <a:pt x="40853" y="15593"/>
                  </a:cubicBezTo>
                  <a:cubicBezTo>
                    <a:pt x="40913" y="15563"/>
                    <a:pt x="40974" y="15563"/>
                    <a:pt x="41035" y="15563"/>
                  </a:cubicBezTo>
                  <a:cubicBezTo>
                    <a:pt x="41065" y="15563"/>
                    <a:pt x="41126" y="15563"/>
                    <a:pt x="41126" y="15593"/>
                  </a:cubicBezTo>
                  <a:cubicBezTo>
                    <a:pt x="41156" y="15654"/>
                    <a:pt x="41126" y="15684"/>
                    <a:pt x="41096" y="15715"/>
                  </a:cubicBezTo>
                  <a:lnTo>
                    <a:pt x="41005" y="15745"/>
                  </a:lnTo>
                  <a:cubicBezTo>
                    <a:pt x="40913" y="15806"/>
                    <a:pt x="40944" y="15867"/>
                    <a:pt x="41126" y="15897"/>
                  </a:cubicBezTo>
                  <a:lnTo>
                    <a:pt x="41217" y="15775"/>
                  </a:lnTo>
                  <a:cubicBezTo>
                    <a:pt x="41238" y="15775"/>
                    <a:pt x="41258" y="15735"/>
                    <a:pt x="41296" y="15735"/>
                  </a:cubicBezTo>
                  <a:cubicBezTo>
                    <a:pt x="41315" y="15735"/>
                    <a:pt x="41339" y="15745"/>
                    <a:pt x="41369" y="15775"/>
                  </a:cubicBezTo>
                  <a:lnTo>
                    <a:pt x="41369" y="15806"/>
                  </a:lnTo>
                  <a:cubicBezTo>
                    <a:pt x="41400" y="15867"/>
                    <a:pt x="41400" y="15897"/>
                    <a:pt x="41369" y="15958"/>
                  </a:cubicBezTo>
                  <a:lnTo>
                    <a:pt x="41491" y="15958"/>
                  </a:lnTo>
                  <a:cubicBezTo>
                    <a:pt x="41552" y="15897"/>
                    <a:pt x="41582" y="15806"/>
                    <a:pt x="41582" y="15715"/>
                  </a:cubicBezTo>
                  <a:cubicBezTo>
                    <a:pt x="41582" y="15654"/>
                    <a:pt x="41704" y="15654"/>
                    <a:pt x="41825" y="15654"/>
                  </a:cubicBezTo>
                  <a:lnTo>
                    <a:pt x="41856" y="15684"/>
                  </a:lnTo>
                  <a:cubicBezTo>
                    <a:pt x="41916" y="15745"/>
                    <a:pt x="41856" y="15806"/>
                    <a:pt x="41734" y="15806"/>
                  </a:cubicBezTo>
                  <a:lnTo>
                    <a:pt x="41704" y="15806"/>
                  </a:lnTo>
                  <a:cubicBezTo>
                    <a:pt x="41673" y="15867"/>
                    <a:pt x="41734" y="15958"/>
                    <a:pt x="41825" y="15958"/>
                  </a:cubicBezTo>
                  <a:cubicBezTo>
                    <a:pt x="41845" y="15927"/>
                    <a:pt x="41866" y="15917"/>
                    <a:pt x="41886" y="15917"/>
                  </a:cubicBezTo>
                  <a:cubicBezTo>
                    <a:pt x="41927" y="15917"/>
                    <a:pt x="41967" y="15958"/>
                    <a:pt x="42008" y="15958"/>
                  </a:cubicBezTo>
                  <a:lnTo>
                    <a:pt x="42068" y="15958"/>
                  </a:lnTo>
                  <a:cubicBezTo>
                    <a:pt x="42190" y="15927"/>
                    <a:pt x="42281" y="15867"/>
                    <a:pt x="42342" y="15806"/>
                  </a:cubicBezTo>
                  <a:lnTo>
                    <a:pt x="42464" y="15836"/>
                  </a:lnTo>
                  <a:lnTo>
                    <a:pt x="42676" y="15897"/>
                  </a:lnTo>
                  <a:cubicBezTo>
                    <a:pt x="42980" y="15897"/>
                    <a:pt x="42980" y="15684"/>
                    <a:pt x="42980" y="15593"/>
                  </a:cubicBezTo>
                  <a:cubicBezTo>
                    <a:pt x="42980" y="15441"/>
                    <a:pt x="42980" y="15289"/>
                    <a:pt x="42950" y="15137"/>
                  </a:cubicBezTo>
                  <a:cubicBezTo>
                    <a:pt x="42919" y="15076"/>
                    <a:pt x="42980" y="14955"/>
                    <a:pt x="43071" y="14924"/>
                  </a:cubicBezTo>
                  <a:lnTo>
                    <a:pt x="43163" y="14894"/>
                  </a:lnTo>
                  <a:cubicBezTo>
                    <a:pt x="43178" y="14879"/>
                    <a:pt x="43185" y="14871"/>
                    <a:pt x="43193" y="14871"/>
                  </a:cubicBezTo>
                  <a:cubicBezTo>
                    <a:pt x="43201" y="14871"/>
                    <a:pt x="43208" y="14879"/>
                    <a:pt x="43223" y="14894"/>
                  </a:cubicBezTo>
                  <a:cubicBezTo>
                    <a:pt x="43254" y="14894"/>
                    <a:pt x="43284" y="14894"/>
                    <a:pt x="43284" y="14924"/>
                  </a:cubicBezTo>
                  <a:cubicBezTo>
                    <a:pt x="43315" y="14985"/>
                    <a:pt x="43345" y="15076"/>
                    <a:pt x="43406" y="15137"/>
                  </a:cubicBezTo>
                  <a:cubicBezTo>
                    <a:pt x="43436" y="15168"/>
                    <a:pt x="43497" y="15198"/>
                    <a:pt x="43558" y="15198"/>
                  </a:cubicBezTo>
                  <a:lnTo>
                    <a:pt x="43649" y="15228"/>
                  </a:lnTo>
                  <a:cubicBezTo>
                    <a:pt x="43675" y="15234"/>
                    <a:pt x="43698" y="15236"/>
                    <a:pt x="43717" y="15236"/>
                  </a:cubicBezTo>
                  <a:cubicBezTo>
                    <a:pt x="43809" y="15236"/>
                    <a:pt x="43821" y="15177"/>
                    <a:pt x="43771" y="15076"/>
                  </a:cubicBezTo>
                  <a:lnTo>
                    <a:pt x="43710" y="14985"/>
                  </a:lnTo>
                  <a:cubicBezTo>
                    <a:pt x="43801" y="14894"/>
                    <a:pt x="43892" y="14864"/>
                    <a:pt x="43983" y="14833"/>
                  </a:cubicBezTo>
                  <a:lnTo>
                    <a:pt x="44135" y="14864"/>
                  </a:lnTo>
                  <a:lnTo>
                    <a:pt x="44287" y="14924"/>
                  </a:lnTo>
                  <a:cubicBezTo>
                    <a:pt x="44287" y="14985"/>
                    <a:pt x="44257" y="15076"/>
                    <a:pt x="44196" y="15137"/>
                  </a:cubicBezTo>
                  <a:cubicBezTo>
                    <a:pt x="44166" y="15137"/>
                    <a:pt x="44257" y="15289"/>
                    <a:pt x="44318" y="15350"/>
                  </a:cubicBezTo>
                  <a:cubicBezTo>
                    <a:pt x="44332" y="15364"/>
                    <a:pt x="44346" y="15370"/>
                    <a:pt x="44360" y="15370"/>
                  </a:cubicBezTo>
                  <a:cubicBezTo>
                    <a:pt x="44405" y="15370"/>
                    <a:pt x="44446" y="15305"/>
                    <a:pt x="44470" y="15259"/>
                  </a:cubicBezTo>
                  <a:cubicBezTo>
                    <a:pt x="44470" y="15255"/>
                    <a:pt x="44475" y="15253"/>
                    <a:pt x="44484" y="15253"/>
                  </a:cubicBezTo>
                  <a:cubicBezTo>
                    <a:pt x="44541" y="15253"/>
                    <a:pt x="44756" y="15328"/>
                    <a:pt x="44834" y="15380"/>
                  </a:cubicBezTo>
                  <a:cubicBezTo>
                    <a:pt x="44926" y="15441"/>
                    <a:pt x="44956" y="15502"/>
                    <a:pt x="44926" y="15532"/>
                  </a:cubicBezTo>
                  <a:cubicBezTo>
                    <a:pt x="44682" y="15563"/>
                    <a:pt x="44470" y="15593"/>
                    <a:pt x="44226" y="15624"/>
                  </a:cubicBezTo>
                  <a:cubicBezTo>
                    <a:pt x="44196" y="15624"/>
                    <a:pt x="44166" y="15684"/>
                    <a:pt x="44166" y="15715"/>
                  </a:cubicBezTo>
                  <a:cubicBezTo>
                    <a:pt x="44226" y="15745"/>
                    <a:pt x="44287" y="15775"/>
                    <a:pt x="44378" y="15775"/>
                  </a:cubicBezTo>
                  <a:lnTo>
                    <a:pt x="44409" y="15927"/>
                  </a:lnTo>
                  <a:lnTo>
                    <a:pt x="44439" y="15958"/>
                  </a:lnTo>
                  <a:cubicBezTo>
                    <a:pt x="44561" y="15836"/>
                    <a:pt x="44652" y="15745"/>
                    <a:pt x="44804" y="15684"/>
                  </a:cubicBezTo>
                  <a:lnTo>
                    <a:pt x="44956" y="15775"/>
                  </a:lnTo>
                  <a:cubicBezTo>
                    <a:pt x="45108" y="15897"/>
                    <a:pt x="45321" y="15958"/>
                    <a:pt x="45503" y="15958"/>
                  </a:cubicBezTo>
                  <a:lnTo>
                    <a:pt x="45716" y="15927"/>
                  </a:lnTo>
                  <a:cubicBezTo>
                    <a:pt x="45929" y="15806"/>
                    <a:pt x="46172" y="15654"/>
                    <a:pt x="46141" y="15624"/>
                  </a:cubicBezTo>
                  <a:cubicBezTo>
                    <a:pt x="46081" y="15593"/>
                    <a:pt x="45959" y="15502"/>
                    <a:pt x="45837" y="15411"/>
                  </a:cubicBezTo>
                  <a:lnTo>
                    <a:pt x="45746" y="15320"/>
                  </a:lnTo>
                  <a:cubicBezTo>
                    <a:pt x="45746" y="15289"/>
                    <a:pt x="45746" y="15228"/>
                    <a:pt x="45777" y="15228"/>
                  </a:cubicBezTo>
                  <a:lnTo>
                    <a:pt x="45929" y="15228"/>
                  </a:lnTo>
                  <a:lnTo>
                    <a:pt x="45959" y="15289"/>
                  </a:lnTo>
                  <a:cubicBezTo>
                    <a:pt x="45965" y="15295"/>
                    <a:pt x="45976" y="15297"/>
                    <a:pt x="45992" y="15297"/>
                  </a:cubicBezTo>
                  <a:cubicBezTo>
                    <a:pt x="46063" y="15297"/>
                    <a:pt x="46219" y="15248"/>
                    <a:pt x="46293" y="15198"/>
                  </a:cubicBezTo>
                  <a:cubicBezTo>
                    <a:pt x="46303" y="15191"/>
                    <a:pt x="46313" y="15188"/>
                    <a:pt x="46323" y="15188"/>
                  </a:cubicBezTo>
                  <a:cubicBezTo>
                    <a:pt x="46403" y="15188"/>
                    <a:pt x="46472" y="15390"/>
                    <a:pt x="46445" y="15472"/>
                  </a:cubicBezTo>
                  <a:cubicBezTo>
                    <a:pt x="46415" y="15563"/>
                    <a:pt x="46597" y="15624"/>
                    <a:pt x="46658" y="15624"/>
                  </a:cubicBezTo>
                  <a:cubicBezTo>
                    <a:pt x="46719" y="15624"/>
                    <a:pt x="46506" y="15472"/>
                    <a:pt x="46537" y="15380"/>
                  </a:cubicBezTo>
                  <a:cubicBezTo>
                    <a:pt x="46537" y="15305"/>
                    <a:pt x="46681" y="15251"/>
                    <a:pt x="46833" y="15251"/>
                  </a:cubicBezTo>
                  <a:cubicBezTo>
                    <a:pt x="46866" y="15251"/>
                    <a:pt x="46899" y="15253"/>
                    <a:pt x="46932" y="15259"/>
                  </a:cubicBezTo>
                  <a:lnTo>
                    <a:pt x="47023" y="15320"/>
                  </a:lnTo>
                  <a:cubicBezTo>
                    <a:pt x="47101" y="15378"/>
                    <a:pt x="47180" y="15412"/>
                    <a:pt x="47267" y="15412"/>
                  </a:cubicBezTo>
                  <a:cubicBezTo>
                    <a:pt x="47314" y="15412"/>
                    <a:pt x="47364" y="15402"/>
                    <a:pt x="47418" y="15380"/>
                  </a:cubicBezTo>
                  <a:cubicBezTo>
                    <a:pt x="47466" y="15344"/>
                    <a:pt x="47523" y="15327"/>
                    <a:pt x="47581" y="15327"/>
                  </a:cubicBezTo>
                  <a:cubicBezTo>
                    <a:pt x="47669" y="15327"/>
                    <a:pt x="47758" y="15368"/>
                    <a:pt x="47813" y="15441"/>
                  </a:cubicBezTo>
                  <a:lnTo>
                    <a:pt x="47904" y="15532"/>
                  </a:lnTo>
                  <a:cubicBezTo>
                    <a:pt x="48026" y="15472"/>
                    <a:pt x="48147" y="15380"/>
                    <a:pt x="48239" y="15289"/>
                  </a:cubicBezTo>
                  <a:lnTo>
                    <a:pt x="48208" y="15259"/>
                  </a:lnTo>
                  <a:lnTo>
                    <a:pt x="48056" y="15137"/>
                  </a:lnTo>
                  <a:cubicBezTo>
                    <a:pt x="48085" y="15130"/>
                    <a:pt x="48115" y="15126"/>
                    <a:pt x="48146" y="15126"/>
                  </a:cubicBezTo>
                  <a:cubicBezTo>
                    <a:pt x="48245" y="15126"/>
                    <a:pt x="48344" y="15166"/>
                    <a:pt x="48391" y="15259"/>
                  </a:cubicBezTo>
                  <a:lnTo>
                    <a:pt x="48482" y="15289"/>
                  </a:lnTo>
                  <a:cubicBezTo>
                    <a:pt x="48526" y="15300"/>
                    <a:pt x="48567" y="15307"/>
                    <a:pt x="48606" y="15307"/>
                  </a:cubicBezTo>
                  <a:cubicBezTo>
                    <a:pt x="48674" y="15307"/>
                    <a:pt x="48739" y="15286"/>
                    <a:pt x="48816" y="15228"/>
                  </a:cubicBezTo>
                  <a:lnTo>
                    <a:pt x="48877" y="15198"/>
                  </a:lnTo>
                  <a:cubicBezTo>
                    <a:pt x="49059" y="15228"/>
                    <a:pt x="49120" y="15320"/>
                    <a:pt x="49059" y="15441"/>
                  </a:cubicBezTo>
                  <a:lnTo>
                    <a:pt x="49059" y="15532"/>
                  </a:lnTo>
                  <a:cubicBezTo>
                    <a:pt x="49181" y="15593"/>
                    <a:pt x="49211" y="15654"/>
                    <a:pt x="49181" y="15654"/>
                  </a:cubicBezTo>
                  <a:lnTo>
                    <a:pt x="49090" y="15654"/>
                  </a:lnTo>
                  <a:cubicBezTo>
                    <a:pt x="48999" y="15654"/>
                    <a:pt x="48968" y="15715"/>
                    <a:pt x="48968" y="15775"/>
                  </a:cubicBezTo>
                  <a:lnTo>
                    <a:pt x="49090" y="15806"/>
                  </a:lnTo>
                  <a:lnTo>
                    <a:pt x="49211" y="15836"/>
                  </a:lnTo>
                  <a:cubicBezTo>
                    <a:pt x="49181" y="15927"/>
                    <a:pt x="49181" y="16019"/>
                    <a:pt x="49181" y="16110"/>
                  </a:cubicBezTo>
                  <a:lnTo>
                    <a:pt x="49242" y="16110"/>
                  </a:lnTo>
                  <a:cubicBezTo>
                    <a:pt x="49333" y="16049"/>
                    <a:pt x="49424" y="15988"/>
                    <a:pt x="49485" y="15897"/>
                  </a:cubicBezTo>
                  <a:cubicBezTo>
                    <a:pt x="49546" y="15867"/>
                    <a:pt x="49363" y="15654"/>
                    <a:pt x="49424" y="15593"/>
                  </a:cubicBezTo>
                  <a:cubicBezTo>
                    <a:pt x="49515" y="15502"/>
                    <a:pt x="49394" y="15441"/>
                    <a:pt x="49333" y="15411"/>
                  </a:cubicBezTo>
                  <a:cubicBezTo>
                    <a:pt x="49303" y="15411"/>
                    <a:pt x="49333" y="15259"/>
                    <a:pt x="49485" y="15107"/>
                  </a:cubicBezTo>
                  <a:lnTo>
                    <a:pt x="49698" y="15107"/>
                  </a:lnTo>
                  <a:cubicBezTo>
                    <a:pt x="49728" y="15137"/>
                    <a:pt x="49758" y="15198"/>
                    <a:pt x="49728" y="15259"/>
                  </a:cubicBezTo>
                  <a:lnTo>
                    <a:pt x="49667" y="15259"/>
                  </a:lnTo>
                  <a:cubicBezTo>
                    <a:pt x="49606" y="15259"/>
                    <a:pt x="49667" y="15350"/>
                    <a:pt x="49698" y="15380"/>
                  </a:cubicBezTo>
                  <a:cubicBezTo>
                    <a:pt x="49700" y="15383"/>
                    <a:pt x="49705" y="15384"/>
                    <a:pt x="49710" y="15384"/>
                  </a:cubicBezTo>
                  <a:cubicBezTo>
                    <a:pt x="49765" y="15384"/>
                    <a:pt x="49946" y="15253"/>
                    <a:pt x="50002" y="15198"/>
                  </a:cubicBezTo>
                  <a:cubicBezTo>
                    <a:pt x="50032" y="15168"/>
                    <a:pt x="50070" y="15152"/>
                    <a:pt x="50108" y="15152"/>
                  </a:cubicBezTo>
                  <a:cubicBezTo>
                    <a:pt x="50146" y="15152"/>
                    <a:pt x="50184" y="15168"/>
                    <a:pt x="50214" y="15198"/>
                  </a:cubicBezTo>
                  <a:lnTo>
                    <a:pt x="50275" y="15228"/>
                  </a:lnTo>
                  <a:lnTo>
                    <a:pt x="50336" y="15289"/>
                  </a:lnTo>
                  <a:cubicBezTo>
                    <a:pt x="50427" y="15350"/>
                    <a:pt x="50488" y="15380"/>
                    <a:pt x="50579" y="15441"/>
                  </a:cubicBezTo>
                  <a:cubicBezTo>
                    <a:pt x="50579" y="15450"/>
                    <a:pt x="50584" y="15454"/>
                    <a:pt x="50593" y="15454"/>
                  </a:cubicBezTo>
                  <a:cubicBezTo>
                    <a:pt x="50612" y="15454"/>
                    <a:pt x="50649" y="15432"/>
                    <a:pt x="50670" y="15411"/>
                  </a:cubicBezTo>
                  <a:lnTo>
                    <a:pt x="50701" y="15380"/>
                  </a:lnTo>
                  <a:lnTo>
                    <a:pt x="50731" y="15350"/>
                  </a:lnTo>
                  <a:cubicBezTo>
                    <a:pt x="50731" y="15289"/>
                    <a:pt x="51035" y="15016"/>
                    <a:pt x="51065" y="14894"/>
                  </a:cubicBezTo>
                  <a:cubicBezTo>
                    <a:pt x="51084" y="14857"/>
                    <a:pt x="51131" y="14845"/>
                    <a:pt x="51191" y="14845"/>
                  </a:cubicBezTo>
                  <a:cubicBezTo>
                    <a:pt x="51293" y="14845"/>
                    <a:pt x="51434" y="14879"/>
                    <a:pt x="51543" y="14879"/>
                  </a:cubicBezTo>
                  <a:cubicBezTo>
                    <a:pt x="51581" y="14879"/>
                    <a:pt x="51616" y="14875"/>
                    <a:pt x="51643" y="14864"/>
                  </a:cubicBezTo>
                  <a:cubicBezTo>
                    <a:pt x="51662" y="14856"/>
                    <a:pt x="51680" y="14853"/>
                    <a:pt x="51696" y="14853"/>
                  </a:cubicBezTo>
                  <a:cubicBezTo>
                    <a:pt x="51807" y="14853"/>
                    <a:pt x="51841" y="15016"/>
                    <a:pt x="51734" y="15016"/>
                  </a:cubicBezTo>
                  <a:cubicBezTo>
                    <a:pt x="51643" y="15046"/>
                    <a:pt x="51582" y="15107"/>
                    <a:pt x="51582" y="15228"/>
                  </a:cubicBezTo>
                  <a:cubicBezTo>
                    <a:pt x="51613" y="15259"/>
                    <a:pt x="51521" y="15472"/>
                    <a:pt x="51582" y="15502"/>
                  </a:cubicBezTo>
                  <a:cubicBezTo>
                    <a:pt x="51643" y="15502"/>
                    <a:pt x="51856" y="15320"/>
                    <a:pt x="52099" y="15076"/>
                  </a:cubicBezTo>
                  <a:lnTo>
                    <a:pt x="52464" y="15289"/>
                  </a:lnTo>
                  <a:lnTo>
                    <a:pt x="52524" y="15289"/>
                  </a:lnTo>
                  <a:cubicBezTo>
                    <a:pt x="52585" y="15289"/>
                    <a:pt x="52707" y="15228"/>
                    <a:pt x="52676" y="15198"/>
                  </a:cubicBezTo>
                  <a:cubicBezTo>
                    <a:pt x="52646" y="15168"/>
                    <a:pt x="52494" y="14985"/>
                    <a:pt x="52524" y="14924"/>
                  </a:cubicBezTo>
                  <a:cubicBezTo>
                    <a:pt x="52524" y="14899"/>
                    <a:pt x="52557" y="14889"/>
                    <a:pt x="52599" y="14889"/>
                  </a:cubicBezTo>
                  <a:cubicBezTo>
                    <a:pt x="52657" y="14889"/>
                    <a:pt x="52733" y="14907"/>
                    <a:pt x="52768" y="14924"/>
                  </a:cubicBezTo>
                  <a:cubicBezTo>
                    <a:pt x="52776" y="14929"/>
                    <a:pt x="52784" y="14930"/>
                    <a:pt x="52792" y="14930"/>
                  </a:cubicBezTo>
                  <a:cubicBezTo>
                    <a:pt x="52844" y="14930"/>
                    <a:pt x="52889" y="14855"/>
                    <a:pt x="52889" y="14803"/>
                  </a:cubicBezTo>
                  <a:cubicBezTo>
                    <a:pt x="52902" y="14777"/>
                    <a:pt x="52926" y="14768"/>
                    <a:pt x="52951" y="14768"/>
                  </a:cubicBezTo>
                  <a:cubicBezTo>
                    <a:pt x="52986" y="14768"/>
                    <a:pt x="53024" y="14785"/>
                    <a:pt x="53041" y="14803"/>
                  </a:cubicBezTo>
                  <a:cubicBezTo>
                    <a:pt x="53072" y="14833"/>
                    <a:pt x="53041" y="14924"/>
                    <a:pt x="52980" y="14985"/>
                  </a:cubicBezTo>
                  <a:lnTo>
                    <a:pt x="53193" y="14985"/>
                  </a:lnTo>
                  <a:cubicBezTo>
                    <a:pt x="53254" y="14985"/>
                    <a:pt x="53284" y="14955"/>
                    <a:pt x="53345" y="14924"/>
                  </a:cubicBezTo>
                  <a:cubicBezTo>
                    <a:pt x="53467" y="15016"/>
                    <a:pt x="53558" y="15137"/>
                    <a:pt x="53649" y="15289"/>
                  </a:cubicBezTo>
                  <a:cubicBezTo>
                    <a:pt x="53680" y="15380"/>
                    <a:pt x="53983" y="15502"/>
                    <a:pt x="54105" y="15532"/>
                  </a:cubicBezTo>
                  <a:cubicBezTo>
                    <a:pt x="54227" y="15532"/>
                    <a:pt x="54196" y="15320"/>
                    <a:pt x="54135" y="15259"/>
                  </a:cubicBezTo>
                  <a:cubicBezTo>
                    <a:pt x="54105" y="15137"/>
                    <a:pt x="54135" y="15046"/>
                    <a:pt x="54196" y="14955"/>
                  </a:cubicBezTo>
                  <a:cubicBezTo>
                    <a:pt x="54211" y="14940"/>
                    <a:pt x="54234" y="14932"/>
                    <a:pt x="54257" y="14932"/>
                  </a:cubicBezTo>
                  <a:cubicBezTo>
                    <a:pt x="54280" y="14932"/>
                    <a:pt x="54303" y="14940"/>
                    <a:pt x="54318" y="14955"/>
                  </a:cubicBezTo>
                  <a:cubicBezTo>
                    <a:pt x="54379" y="15076"/>
                    <a:pt x="54439" y="15168"/>
                    <a:pt x="54531" y="15289"/>
                  </a:cubicBezTo>
                  <a:lnTo>
                    <a:pt x="54743" y="15289"/>
                  </a:lnTo>
                  <a:cubicBezTo>
                    <a:pt x="54804" y="15259"/>
                    <a:pt x="54774" y="15168"/>
                    <a:pt x="54743" y="15168"/>
                  </a:cubicBezTo>
                  <a:lnTo>
                    <a:pt x="55017" y="15168"/>
                  </a:lnTo>
                  <a:cubicBezTo>
                    <a:pt x="55078" y="15168"/>
                    <a:pt x="55139" y="15107"/>
                    <a:pt x="55169" y="15046"/>
                  </a:cubicBezTo>
                  <a:cubicBezTo>
                    <a:pt x="55169" y="15016"/>
                    <a:pt x="55290" y="14894"/>
                    <a:pt x="55351" y="14894"/>
                  </a:cubicBezTo>
                  <a:cubicBezTo>
                    <a:pt x="55360" y="14898"/>
                    <a:pt x="55367" y="14900"/>
                    <a:pt x="55375" y="14900"/>
                  </a:cubicBezTo>
                  <a:cubicBezTo>
                    <a:pt x="55420" y="14900"/>
                    <a:pt x="55447" y="14825"/>
                    <a:pt x="55473" y="14772"/>
                  </a:cubicBezTo>
                  <a:cubicBezTo>
                    <a:pt x="55479" y="14760"/>
                    <a:pt x="55497" y="14755"/>
                    <a:pt x="55521" y="14755"/>
                  </a:cubicBezTo>
                  <a:cubicBezTo>
                    <a:pt x="55588" y="14755"/>
                    <a:pt x="55708" y="14790"/>
                    <a:pt x="55805" y="14790"/>
                  </a:cubicBezTo>
                  <a:cubicBezTo>
                    <a:pt x="55840" y="14790"/>
                    <a:pt x="55873" y="14785"/>
                    <a:pt x="55898" y="14772"/>
                  </a:cubicBezTo>
                  <a:cubicBezTo>
                    <a:pt x="55925" y="14764"/>
                    <a:pt x="55952" y="14760"/>
                    <a:pt x="55976" y="14760"/>
                  </a:cubicBezTo>
                  <a:cubicBezTo>
                    <a:pt x="56035" y="14760"/>
                    <a:pt x="56081" y="14781"/>
                    <a:pt x="56081" y="14803"/>
                  </a:cubicBezTo>
                  <a:lnTo>
                    <a:pt x="56081" y="14864"/>
                  </a:lnTo>
                  <a:cubicBezTo>
                    <a:pt x="56081" y="14921"/>
                    <a:pt x="56130" y="14943"/>
                    <a:pt x="56181" y="14943"/>
                  </a:cubicBezTo>
                  <a:cubicBezTo>
                    <a:pt x="56211" y="14943"/>
                    <a:pt x="56241" y="14936"/>
                    <a:pt x="56263" y="14924"/>
                  </a:cubicBezTo>
                  <a:cubicBezTo>
                    <a:pt x="56294" y="14894"/>
                    <a:pt x="56324" y="14803"/>
                    <a:pt x="56385" y="14803"/>
                  </a:cubicBezTo>
                  <a:lnTo>
                    <a:pt x="56446" y="14772"/>
                  </a:lnTo>
                  <a:cubicBezTo>
                    <a:pt x="56537" y="14772"/>
                    <a:pt x="56537" y="14651"/>
                    <a:pt x="56537" y="14620"/>
                  </a:cubicBezTo>
                  <a:cubicBezTo>
                    <a:pt x="56530" y="14606"/>
                    <a:pt x="56542" y="14600"/>
                    <a:pt x="56567" y="14600"/>
                  </a:cubicBezTo>
                  <a:cubicBezTo>
                    <a:pt x="56650" y="14600"/>
                    <a:pt x="56869" y="14665"/>
                    <a:pt x="56962" y="14712"/>
                  </a:cubicBezTo>
                  <a:cubicBezTo>
                    <a:pt x="57103" y="14740"/>
                    <a:pt x="57269" y="14897"/>
                    <a:pt x="57341" y="14897"/>
                  </a:cubicBezTo>
                  <a:cubicBezTo>
                    <a:pt x="57347" y="14897"/>
                    <a:pt x="57353" y="14896"/>
                    <a:pt x="57357" y="14894"/>
                  </a:cubicBezTo>
                  <a:cubicBezTo>
                    <a:pt x="57368" y="14889"/>
                    <a:pt x="57377" y="14886"/>
                    <a:pt x="57384" y="14886"/>
                  </a:cubicBezTo>
                  <a:cubicBezTo>
                    <a:pt x="57416" y="14886"/>
                    <a:pt x="57407" y="14941"/>
                    <a:pt x="57357" y="15016"/>
                  </a:cubicBezTo>
                  <a:lnTo>
                    <a:pt x="57449" y="15107"/>
                  </a:lnTo>
                  <a:lnTo>
                    <a:pt x="57449" y="15137"/>
                  </a:lnTo>
                  <a:cubicBezTo>
                    <a:pt x="57570" y="15107"/>
                    <a:pt x="57661" y="15046"/>
                    <a:pt x="57753" y="14955"/>
                  </a:cubicBezTo>
                  <a:cubicBezTo>
                    <a:pt x="57783" y="14940"/>
                    <a:pt x="57821" y="14932"/>
                    <a:pt x="57859" y="14932"/>
                  </a:cubicBezTo>
                  <a:cubicBezTo>
                    <a:pt x="57897" y="14932"/>
                    <a:pt x="57935" y="14940"/>
                    <a:pt x="57965" y="14955"/>
                  </a:cubicBezTo>
                  <a:cubicBezTo>
                    <a:pt x="57965" y="14957"/>
                    <a:pt x="57966" y="14957"/>
                    <a:pt x="57966" y="14957"/>
                  </a:cubicBezTo>
                  <a:cubicBezTo>
                    <a:pt x="57976" y="14957"/>
                    <a:pt x="58060" y="14737"/>
                    <a:pt x="58117" y="14651"/>
                  </a:cubicBezTo>
                  <a:cubicBezTo>
                    <a:pt x="58174" y="14613"/>
                    <a:pt x="58253" y="14587"/>
                    <a:pt x="58327" y="14587"/>
                  </a:cubicBezTo>
                  <a:cubicBezTo>
                    <a:pt x="58373" y="14587"/>
                    <a:pt x="58417" y="14597"/>
                    <a:pt x="58452" y="14620"/>
                  </a:cubicBezTo>
                  <a:lnTo>
                    <a:pt x="58482" y="14620"/>
                  </a:lnTo>
                  <a:lnTo>
                    <a:pt x="58634" y="14499"/>
                  </a:lnTo>
                  <a:cubicBezTo>
                    <a:pt x="58756" y="14560"/>
                    <a:pt x="58999" y="14712"/>
                    <a:pt x="59060" y="14712"/>
                  </a:cubicBezTo>
                  <a:cubicBezTo>
                    <a:pt x="59120" y="14681"/>
                    <a:pt x="59364" y="14590"/>
                    <a:pt x="59424" y="14560"/>
                  </a:cubicBezTo>
                  <a:cubicBezTo>
                    <a:pt x="59462" y="14547"/>
                    <a:pt x="59500" y="14540"/>
                    <a:pt x="59535" y="14540"/>
                  </a:cubicBezTo>
                  <a:cubicBezTo>
                    <a:pt x="59586" y="14540"/>
                    <a:pt x="59632" y="14554"/>
                    <a:pt x="59667" y="14590"/>
                  </a:cubicBezTo>
                  <a:cubicBezTo>
                    <a:pt x="59728" y="14651"/>
                    <a:pt x="59789" y="14651"/>
                    <a:pt x="59880" y="14681"/>
                  </a:cubicBezTo>
                  <a:lnTo>
                    <a:pt x="59971" y="14620"/>
                  </a:lnTo>
                  <a:cubicBezTo>
                    <a:pt x="60032" y="14590"/>
                    <a:pt x="60063" y="14529"/>
                    <a:pt x="60093" y="14438"/>
                  </a:cubicBezTo>
                  <a:cubicBezTo>
                    <a:pt x="60096" y="14435"/>
                    <a:pt x="60103" y="14433"/>
                    <a:pt x="60111" y="14433"/>
                  </a:cubicBezTo>
                  <a:cubicBezTo>
                    <a:pt x="60181" y="14433"/>
                    <a:pt x="60407" y="14533"/>
                    <a:pt x="60488" y="14560"/>
                  </a:cubicBezTo>
                  <a:cubicBezTo>
                    <a:pt x="60498" y="14563"/>
                    <a:pt x="60509" y="14564"/>
                    <a:pt x="60522" y="14564"/>
                  </a:cubicBezTo>
                  <a:cubicBezTo>
                    <a:pt x="60623" y="14564"/>
                    <a:pt x="60789" y="14462"/>
                    <a:pt x="60762" y="14408"/>
                  </a:cubicBezTo>
                  <a:cubicBezTo>
                    <a:pt x="60762" y="14398"/>
                    <a:pt x="60766" y="14394"/>
                    <a:pt x="60774" y="14394"/>
                  </a:cubicBezTo>
                  <a:cubicBezTo>
                    <a:pt x="60817" y="14394"/>
                    <a:pt x="60959" y="14513"/>
                    <a:pt x="61035" y="14590"/>
                  </a:cubicBezTo>
                  <a:cubicBezTo>
                    <a:pt x="61073" y="14603"/>
                    <a:pt x="61116" y="14610"/>
                    <a:pt x="61160" y="14610"/>
                  </a:cubicBezTo>
                  <a:cubicBezTo>
                    <a:pt x="61222" y="14610"/>
                    <a:pt x="61286" y="14595"/>
                    <a:pt x="61339" y="14560"/>
                  </a:cubicBezTo>
                  <a:cubicBezTo>
                    <a:pt x="61370" y="14468"/>
                    <a:pt x="61400" y="14408"/>
                    <a:pt x="61400" y="14347"/>
                  </a:cubicBezTo>
                  <a:lnTo>
                    <a:pt x="61400" y="14317"/>
                  </a:lnTo>
                  <a:lnTo>
                    <a:pt x="61400" y="14256"/>
                  </a:lnTo>
                  <a:cubicBezTo>
                    <a:pt x="61339" y="14134"/>
                    <a:pt x="61218" y="14073"/>
                    <a:pt x="61126" y="14073"/>
                  </a:cubicBezTo>
                  <a:lnTo>
                    <a:pt x="61005" y="14043"/>
                  </a:lnTo>
                  <a:cubicBezTo>
                    <a:pt x="60974" y="14013"/>
                    <a:pt x="60944" y="13982"/>
                    <a:pt x="60944" y="13921"/>
                  </a:cubicBezTo>
                  <a:lnTo>
                    <a:pt x="60944" y="13830"/>
                  </a:lnTo>
                  <a:cubicBezTo>
                    <a:pt x="61035" y="13709"/>
                    <a:pt x="61096" y="13557"/>
                    <a:pt x="61096" y="13374"/>
                  </a:cubicBezTo>
                  <a:lnTo>
                    <a:pt x="61430" y="13374"/>
                  </a:lnTo>
                  <a:cubicBezTo>
                    <a:pt x="61522" y="13359"/>
                    <a:pt x="61613" y="13351"/>
                    <a:pt x="61704" y="13351"/>
                  </a:cubicBezTo>
                  <a:cubicBezTo>
                    <a:pt x="61795" y="13351"/>
                    <a:pt x="61886" y="13359"/>
                    <a:pt x="61978" y="13374"/>
                  </a:cubicBezTo>
                  <a:lnTo>
                    <a:pt x="62008" y="13374"/>
                  </a:lnTo>
                  <a:cubicBezTo>
                    <a:pt x="62160" y="13465"/>
                    <a:pt x="61978" y="13435"/>
                    <a:pt x="61978" y="13526"/>
                  </a:cubicBezTo>
                  <a:cubicBezTo>
                    <a:pt x="61978" y="13617"/>
                    <a:pt x="61947" y="13648"/>
                    <a:pt x="61826" y="13648"/>
                  </a:cubicBezTo>
                  <a:lnTo>
                    <a:pt x="61795" y="13648"/>
                  </a:lnTo>
                  <a:cubicBezTo>
                    <a:pt x="61741" y="13648"/>
                    <a:pt x="61519" y="13552"/>
                    <a:pt x="61428" y="13552"/>
                  </a:cubicBezTo>
                  <a:cubicBezTo>
                    <a:pt x="61416" y="13552"/>
                    <a:pt x="61407" y="13553"/>
                    <a:pt x="61400" y="13557"/>
                  </a:cubicBezTo>
                  <a:cubicBezTo>
                    <a:pt x="61339" y="13587"/>
                    <a:pt x="61400" y="13891"/>
                    <a:pt x="61400" y="13982"/>
                  </a:cubicBezTo>
                  <a:cubicBezTo>
                    <a:pt x="61400" y="14073"/>
                    <a:pt x="61461" y="14165"/>
                    <a:pt x="61552" y="14195"/>
                  </a:cubicBezTo>
                  <a:lnTo>
                    <a:pt x="61582" y="14104"/>
                  </a:lnTo>
                  <a:cubicBezTo>
                    <a:pt x="61613" y="14043"/>
                    <a:pt x="61613" y="13952"/>
                    <a:pt x="61643" y="13921"/>
                  </a:cubicBezTo>
                  <a:cubicBezTo>
                    <a:pt x="61655" y="13915"/>
                    <a:pt x="61669" y="13913"/>
                    <a:pt x="61683" y="13913"/>
                  </a:cubicBezTo>
                  <a:cubicBezTo>
                    <a:pt x="61740" y="13913"/>
                    <a:pt x="61813" y="13952"/>
                    <a:pt x="61886" y="13952"/>
                  </a:cubicBezTo>
                  <a:lnTo>
                    <a:pt x="62038" y="13952"/>
                  </a:lnTo>
                  <a:cubicBezTo>
                    <a:pt x="62190" y="14013"/>
                    <a:pt x="62221" y="14104"/>
                    <a:pt x="62190" y="14104"/>
                  </a:cubicBezTo>
                  <a:cubicBezTo>
                    <a:pt x="62145" y="14119"/>
                    <a:pt x="62107" y="14127"/>
                    <a:pt x="62069" y="14127"/>
                  </a:cubicBezTo>
                  <a:cubicBezTo>
                    <a:pt x="62031" y="14127"/>
                    <a:pt x="61993" y="14119"/>
                    <a:pt x="61947" y="14104"/>
                  </a:cubicBezTo>
                  <a:lnTo>
                    <a:pt x="61856" y="14165"/>
                  </a:lnTo>
                  <a:lnTo>
                    <a:pt x="61613" y="14317"/>
                  </a:lnTo>
                  <a:cubicBezTo>
                    <a:pt x="61613" y="14523"/>
                    <a:pt x="61701" y="14664"/>
                    <a:pt x="61821" y="14664"/>
                  </a:cubicBezTo>
                  <a:cubicBezTo>
                    <a:pt x="61842" y="14664"/>
                    <a:pt x="61864" y="14660"/>
                    <a:pt x="61886" y="14651"/>
                  </a:cubicBezTo>
                  <a:lnTo>
                    <a:pt x="61856" y="14499"/>
                  </a:lnTo>
                  <a:cubicBezTo>
                    <a:pt x="61856" y="14438"/>
                    <a:pt x="61886" y="14438"/>
                    <a:pt x="61947" y="14438"/>
                  </a:cubicBezTo>
                  <a:lnTo>
                    <a:pt x="61978" y="14468"/>
                  </a:lnTo>
                  <a:cubicBezTo>
                    <a:pt x="62038" y="14499"/>
                    <a:pt x="62069" y="14560"/>
                    <a:pt x="62099" y="14620"/>
                  </a:cubicBezTo>
                  <a:lnTo>
                    <a:pt x="62130" y="14833"/>
                  </a:lnTo>
                  <a:cubicBezTo>
                    <a:pt x="62281" y="14772"/>
                    <a:pt x="62373" y="14681"/>
                    <a:pt x="62342" y="14651"/>
                  </a:cubicBezTo>
                  <a:cubicBezTo>
                    <a:pt x="62585" y="14560"/>
                    <a:pt x="62829" y="14499"/>
                    <a:pt x="63072" y="14468"/>
                  </a:cubicBezTo>
                  <a:cubicBezTo>
                    <a:pt x="63160" y="14446"/>
                    <a:pt x="63237" y="14432"/>
                    <a:pt x="63298" y="14426"/>
                  </a:cubicBezTo>
                  <a:lnTo>
                    <a:pt x="63298" y="14426"/>
                  </a:lnTo>
                  <a:lnTo>
                    <a:pt x="63383" y="14448"/>
                  </a:lnTo>
                  <a:lnTo>
                    <a:pt x="63383" y="14448"/>
                  </a:lnTo>
                  <a:cubicBezTo>
                    <a:pt x="63388" y="14440"/>
                    <a:pt x="63392" y="14432"/>
                    <a:pt x="63396" y="14424"/>
                  </a:cubicBezTo>
                  <a:lnTo>
                    <a:pt x="63396" y="14424"/>
                  </a:lnTo>
                  <a:cubicBezTo>
                    <a:pt x="63385" y="14423"/>
                    <a:pt x="63373" y="14423"/>
                    <a:pt x="63361" y="14423"/>
                  </a:cubicBezTo>
                  <a:cubicBezTo>
                    <a:pt x="63342" y="14423"/>
                    <a:pt x="63321" y="14424"/>
                    <a:pt x="63298" y="14426"/>
                  </a:cubicBezTo>
                  <a:lnTo>
                    <a:pt x="63298" y="14426"/>
                  </a:lnTo>
                  <a:lnTo>
                    <a:pt x="63224" y="14408"/>
                  </a:lnTo>
                  <a:lnTo>
                    <a:pt x="63041" y="14377"/>
                  </a:lnTo>
                  <a:cubicBezTo>
                    <a:pt x="62950" y="14286"/>
                    <a:pt x="62859" y="14165"/>
                    <a:pt x="62829" y="14043"/>
                  </a:cubicBezTo>
                  <a:lnTo>
                    <a:pt x="62889" y="14043"/>
                  </a:lnTo>
                  <a:cubicBezTo>
                    <a:pt x="62950" y="14073"/>
                    <a:pt x="63315" y="14286"/>
                    <a:pt x="63376" y="14317"/>
                  </a:cubicBezTo>
                  <a:cubicBezTo>
                    <a:pt x="63406" y="14346"/>
                    <a:pt x="63413" y="14384"/>
                    <a:pt x="63396" y="14424"/>
                  </a:cubicBezTo>
                  <a:lnTo>
                    <a:pt x="63396" y="14424"/>
                  </a:lnTo>
                  <a:cubicBezTo>
                    <a:pt x="63442" y="14429"/>
                    <a:pt x="63467" y="14444"/>
                    <a:pt x="63467" y="14468"/>
                  </a:cubicBezTo>
                  <a:lnTo>
                    <a:pt x="63383" y="14448"/>
                  </a:lnTo>
                  <a:lnTo>
                    <a:pt x="63383" y="14448"/>
                  </a:lnTo>
                  <a:cubicBezTo>
                    <a:pt x="63360" y="14483"/>
                    <a:pt x="63318" y="14522"/>
                    <a:pt x="63254" y="14560"/>
                  </a:cubicBezTo>
                  <a:lnTo>
                    <a:pt x="63497" y="14590"/>
                  </a:lnTo>
                  <a:cubicBezTo>
                    <a:pt x="63691" y="14526"/>
                    <a:pt x="64006" y="14461"/>
                    <a:pt x="64206" y="14461"/>
                  </a:cubicBezTo>
                  <a:cubicBezTo>
                    <a:pt x="64289" y="14461"/>
                    <a:pt x="64352" y="14472"/>
                    <a:pt x="64379" y="14499"/>
                  </a:cubicBezTo>
                  <a:cubicBezTo>
                    <a:pt x="64470" y="14620"/>
                    <a:pt x="64531" y="14742"/>
                    <a:pt x="64500" y="14803"/>
                  </a:cubicBezTo>
                  <a:lnTo>
                    <a:pt x="64318" y="14803"/>
                  </a:lnTo>
                  <a:cubicBezTo>
                    <a:pt x="64288" y="14803"/>
                    <a:pt x="64257" y="14833"/>
                    <a:pt x="64257" y="14894"/>
                  </a:cubicBezTo>
                  <a:cubicBezTo>
                    <a:pt x="64257" y="14924"/>
                    <a:pt x="64318" y="14955"/>
                    <a:pt x="64348" y="14955"/>
                  </a:cubicBezTo>
                  <a:lnTo>
                    <a:pt x="64440" y="14955"/>
                  </a:lnTo>
                  <a:cubicBezTo>
                    <a:pt x="64561" y="14894"/>
                    <a:pt x="64652" y="14803"/>
                    <a:pt x="64652" y="14651"/>
                  </a:cubicBezTo>
                  <a:lnTo>
                    <a:pt x="64652" y="14560"/>
                  </a:lnTo>
                  <a:cubicBezTo>
                    <a:pt x="64652" y="14529"/>
                    <a:pt x="64744" y="14499"/>
                    <a:pt x="64774" y="14468"/>
                  </a:cubicBezTo>
                  <a:cubicBezTo>
                    <a:pt x="64804" y="14438"/>
                    <a:pt x="64865" y="14438"/>
                    <a:pt x="64804" y="14408"/>
                  </a:cubicBezTo>
                  <a:cubicBezTo>
                    <a:pt x="64744" y="14347"/>
                    <a:pt x="64744" y="14317"/>
                    <a:pt x="64835" y="14317"/>
                  </a:cubicBezTo>
                  <a:lnTo>
                    <a:pt x="64865" y="14317"/>
                  </a:lnTo>
                  <a:cubicBezTo>
                    <a:pt x="64926" y="14317"/>
                    <a:pt x="64865" y="14620"/>
                    <a:pt x="64835" y="14712"/>
                  </a:cubicBezTo>
                  <a:cubicBezTo>
                    <a:pt x="64804" y="14803"/>
                    <a:pt x="64744" y="14894"/>
                    <a:pt x="64713" y="14894"/>
                  </a:cubicBezTo>
                  <a:cubicBezTo>
                    <a:pt x="64683" y="14894"/>
                    <a:pt x="64713" y="15016"/>
                    <a:pt x="64744" y="15046"/>
                  </a:cubicBezTo>
                  <a:cubicBezTo>
                    <a:pt x="64751" y="15061"/>
                    <a:pt x="64765" y="15066"/>
                    <a:pt x="64783" y="15066"/>
                  </a:cubicBezTo>
                  <a:cubicBezTo>
                    <a:pt x="64838" y="15066"/>
                    <a:pt x="64926" y="15008"/>
                    <a:pt x="64926" y="14985"/>
                  </a:cubicBezTo>
                  <a:cubicBezTo>
                    <a:pt x="64956" y="14894"/>
                    <a:pt x="64987" y="14864"/>
                    <a:pt x="65017" y="14803"/>
                  </a:cubicBezTo>
                  <a:lnTo>
                    <a:pt x="65048" y="14803"/>
                  </a:lnTo>
                  <a:cubicBezTo>
                    <a:pt x="65108" y="14803"/>
                    <a:pt x="65139" y="14833"/>
                    <a:pt x="65169" y="14864"/>
                  </a:cubicBezTo>
                  <a:lnTo>
                    <a:pt x="65169" y="14924"/>
                  </a:lnTo>
                  <a:cubicBezTo>
                    <a:pt x="65169" y="14985"/>
                    <a:pt x="65230" y="15046"/>
                    <a:pt x="65230" y="15046"/>
                  </a:cubicBezTo>
                  <a:cubicBezTo>
                    <a:pt x="65260" y="15046"/>
                    <a:pt x="65321" y="14924"/>
                    <a:pt x="65321" y="14864"/>
                  </a:cubicBezTo>
                  <a:cubicBezTo>
                    <a:pt x="65351" y="14803"/>
                    <a:pt x="65078" y="14651"/>
                    <a:pt x="65078" y="14560"/>
                  </a:cubicBezTo>
                  <a:cubicBezTo>
                    <a:pt x="65078" y="14468"/>
                    <a:pt x="65230" y="14408"/>
                    <a:pt x="65291" y="14408"/>
                  </a:cubicBezTo>
                  <a:cubicBezTo>
                    <a:pt x="65296" y="14413"/>
                    <a:pt x="65303" y="14416"/>
                    <a:pt x="65310" y="14416"/>
                  </a:cubicBezTo>
                  <a:cubicBezTo>
                    <a:pt x="65342" y="14416"/>
                    <a:pt x="65387" y="14366"/>
                    <a:pt x="65412" y="14317"/>
                  </a:cubicBezTo>
                  <a:lnTo>
                    <a:pt x="65625" y="14317"/>
                  </a:lnTo>
                  <a:cubicBezTo>
                    <a:pt x="65706" y="14317"/>
                    <a:pt x="65787" y="14344"/>
                    <a:pt x="65868" y="14344"/>
                  </a:cubicBezTo>
                  <a:cubicBezTo>
                    <a:pt x="65909" y="14344"/>
                    <a:pt x="65949" y="14337"/>
                    <a:pt x="65990" y="14317"/>
                  </a:cubicBezTo>
                  <a:cubicBezTo>
                    <a:pt x="65999" y="14308"/>
                    <a:pt x="66013" y="14304"/>
                    <a:pt x="66030" y="14304"/>
                  </a:cubicBezTo>
                  <a:cubicBezTo>
                    <a:pt x="66071" y="14304"/>
                    <a:pt x="66129" y="14325"/>
                    <a:pt x="66172" y="14347"/>
                  </a:cubicBezTo>
                  <a:cubicBezTo>
                    <a:pt x="66242" y="14347"/>
                    <a:pt x="66258" y="14437"/>
                    <a:pt x="66331" y="14437"/>
                  </a:cubicBezTo>
                  <a:cubicBezTo>
                    <a:pt x="66353" y="14437"/>
                    <a:pt x="66380" y="14429"/>
                    <a:pt x="66415" y="14408"/>
                  </a:cubicBezTo>
                  <a:lnTo>
                    <a:pt x="66476" y="14377"/>
                  </a:lnTo>
                  <a:cubicBezTo>
                    <a:pt x="66503" y="14391"/>
                    <a:pt x="66526" y="14397"/>
                    <a:pt x="66547" y="14397"/>
                  </a:cubicBezTo>
                  <a:cubicBezTo>
                    <a:pt x="66621" y="14397"/>
                    <a:pt x="66658" y="14320"/>
                    <a:pt x="66658" y="14225"/>
                  </a:cubicBezTo>
                  <a:lnTo>
                    <a:pt x="66993" y="14225"/>
                  </a:lnTo>
                  <a:cubicBezTo>
                    <a:pt x="67266" y="14225"/>
                    <a:pt x="67388" y="14499"/>
                    <a:pt x="67266" y="14499"/>
                  </a:cubicBezTo>
                  <a:lnTo>
                    <a:pt x="67418" y="14499"/>
                  </a:lnTo>
                  <a:lnTo>
                    <a:pt x="67601" y="14438"/>
                  </a:lnTo>
                  <a:lnTo>
                    <a:pt x="67844" y="14377"/>
                  </a:lnTo>
                  <a:cubicBezTo>
                    <a:pt x="68044" y="14288"/>
                    <a:pt x="68212" y="14232"/>
                    <a:pt x="68287" y="14232"/>
                  </a:cubicBezTo>
                  <a:cubicBezTo>
                    <a:pt x="68315" y="14232"/>
                    <a:pt x="68330" y="14239"/>
                    <a:pt x="68330" y="14256"/>
                  </a:cubicBezTo>
                  <a:lnTo>
                    <a:pt x="68330" y="14408"/>
                  </a:lnTo>
                  <a:cubicBezTo>
                    <a:pt x="68330" y="14466"/>
                    <a:pt x="68367" y="14487"/>
                    <a:pt x="68417" y="14487"/>
                  </a:cubicBezTo>
                  <a:cubicBezTo>
                    <a:pt x="68446" y="14487"/>
                    <a:pt x="68479" y="14480"/>
                    <a:pt x="68513" y="14468"/>
                  </a:cubicBezTo>
                  <a:cubicBezTo>
                    <a:pt x="68573" y="14438"/>
                    <a:pt x="68513" y="14317"/>
                    <a:pt x="68665" y="14317"/>
                  </a:cubicBezTo>
                  <a:lnTo>
                    <a:pt x="68756" y="14317"/>
                  </a:lnTo>
                  <a:cubicBezTo>
                    <a:pt x="68763" y="14314"/>
                    <a:pt x="68770" y="14313"/>
                    <a:pt x="68777" y="14313"/>
                  </a:cubicBezTo>
                  <a:cubicBezTo>
                    <a:pt x="68864" y="14313"/>
                    <a:pt x="68964" y="14473"/>
                    <a:pt x="68908" y="14529"/>
                  </a:cubicBezTo>
                  <a:cubicBezTo>
                    <a:pt x="68863" y="14574"/>
                    <a:pt x="68802" y="14602"/>
                    <a:pt x="68761" y="14602"/>
                  </a:cubicBezTo>
                  <a:cubicBezTo>
                    <a:pt x="68746" y="14602"/>
                    <a:pt x="68734" y="14598"/>
                    <a:pt x="68725" y="14590"/>
                  </a:cubicBezTo>
                  <a:lnTo>
                    <a:pt x="68634" y="14590"/>
                  </a:lnTo>
                  <a:cubicBezTo>
                    <a:pt x="68634" y="14590"/>
                    <a:pt x="68634" y="14772"/>
                    <a:pt x="68634" y="14803"/>
                  </a:cubicBezTo>
                  <a:cubicBezTo>
                    <a:pt x="68646" y="14826"/>
                    <a:pt x="68680" y="14836"/>
                    <a:pt x="68722" y="14836"/>
                  </a:cubicBezTo>
                  <a:cubicBezTo>
                    <a:pt x="68791" y="14836"/>
                    <a:pt x="68882" y="14810"/>
                    <a:pt x="68938" y="14772"/>
                  </a:cubicBezTo>
                  <a:cubicBezTo>
                    <a:pt x="68945" y="14766"/>
                    <a:pt x="68952" y="14763"/>
                    <a:pt x="68960" y="14763"/>
                  </a:cubicBezTo>
                  <a:cubicBezTo>
                    <a:pt x="69020" y="14763"/>
                    <a:pt x="69104" y="14955"/>
                    <a:pt x="69212" y="14955"/>
                  </a:cubicBezTo>
                  <a:cubicBezTo>
                    <a:pt x="69424" y="14924"/>
                    <a:pt x="69576" y="14833"/>
                    <a:pt x="69728" y="14712"/>
                  </a:cubicBezTo>
                  <a:cubicBezTo>
                    <a:pt x="69748" y="14682"/>
                    <a:pt x="69771" y="14669"/>
                    <a:pt x="69792" y="14669"/>
                  </a:cubicBezTo>
                  <a:cubicBezTo>
                    <a:pt x="69838" y="14669"/>
                    <a:pt x="69880" y="14730"/>
                    <a:pt x="69880" y="14833"/>
                  </a:cubicBezTo>
                  <a:lnTo>
                    <a:pt x="70093" y="14894"/>
                  </a:lnTo>
                  <a:lnTo>
                    <a:pt x="70184" y="14894"/>
                  </a:lnTo>
                  <a:cubicBezTo>
                    <a:pt x="70276" y="14894"/>
                    <a:pt x="70367" y="14833"/>
                    <a:pt x="70397" y="14772"/>
                  </a:cubicBezTo>
                  <a:cubicBezTo>
                    <a:pt x="70397" y="14712"/>
                    <a:pt x="70245" y="14651"/>
                    <a:pt x="70184" y="14651"/>
                  </a:cubicBezTo>
                  <a:cubicBezTo>
                    <a:pt x="70124" y="14651"/>
                    <a:pt x="70154" y="14438"/>
                    <a:pt x="70184" y="14377"/>
                  </a:cubicBezTo>
                  <a:cubicBezTo>
                    <a:pt x="70215" y="14317"/>
                    <a:pt x="70458" y="14225"/>
                    <a:pt x="70549" y="14225"/>
                  </a:cubicBezTo>
                  <a:cubicBezTo>
                    <a:pt x="70671" y="14256"/>
                    <a:pt x="70792" y="14286"/>
                    <a:pt x="70883" y="14377"/>
                  </a:cubicBezTo>
                  <a:lnTo>
                    <a:pt x="71035" y="14347"/>
                  </a:lnTo>
                  <a:lnTo>
                    <a:pt x="71096" y="14317"/>
                  </a:lnTo>
                  <a:cubicBezTo>
                    <a:pt x="71218" y="14317"/>
                    <a:pt x="71218" y="14256"/>
                    <a:pt x="71096" y="14195"/>
                  </a:cubicBezTo>
                  <a:lnTo>
                    <a:pt x="71096" y="14165"/>
                  </a:lnTo>
                  <a:lnTo>
                    <a:pt x="71157" y="14013"/>
                  </a:lnTo>
                  <a:cubicBezTo>
                    <a:pt x="71279" y="14013"/>
                    <a:pt x="71400" y="14104"/>
                    <a:pt x="71461" y="14225"/>
                  </a:cubicBezTo>
                  <a:cubicBezTo>
                    <a:pt x="71461" y="14236"/>
                    <a:pt x="71485" y="14244"/>
                    <a:pt x="71525" y="14244"/>
                  </a:cubicBezTo>
                  <a:cubicBezTo>
                    <a:pt x="71595" y="14244"/>
                    <a:pt x="71710" y="14222"/>
                    <a:pt x="71826" y="14165"/>
                  </a:cubicBezTo>
                  <a:lnTo>
                    <a:pt x="72282" y="14165"/>
                  </a:lnTo>
                  <a:cubicBezTo>
                    <a:pt x="72336" y="14075"/>
                    <a:pt x="72496" y="14049"/>
                    <a:pt x="72637" y="14049"/>
                  </a:cubicBezTo>
                  <a:cubicBezTo>
                    <a:pt x="72734" y="14049"/>
                    <a:pt x="72822" y="14061"/>
                    <a:pt x="72859" y="14073"/>
                  </a:cubicBezTo>
                  <a:cubicBezTo>
                    <a:pt x="72981" y="14134"/>
                    <a:pt x="73163" y="14225"/>
                    <a:pt x="73194" y="14225"/>
                  </a:cubicBezTo>
                  <a:cubicBezTo>
                    <a:pt x="73285" y="14195"/>
                    <a:pt x="73376" y="14165"/>
                    <a:pt x="73467" y="14104"/>
                  </a:cubicBezTo>
                  <a:lnTo>
                    <a:pt x="73619" y="14104"/>
                  </a:lnTo>
                  <a:cubicBezTo>
                    <a:pt x="73619" y="14104"/>
                    <a:pt x="73680" y="14013"/>
                    <a:pt x="73680" y="13982"/>
                  </a:cubicBezTo>
                  <a:cubicBezTo>
                    <a:pt x="73680" y="13877"/>
                    <a:pt x="73680" y="13845"/>
                    <a:pt x="73730" y="13845"/>
                  </a:cubicBezTo>
                  <a:cubicBezTo>
                    <a:pt x="73752" y="13845"/>
                    <a:pt x="73785" y="13851"/>
                    <a:pt x="73832" y="13861"/>
                  </a:cubicBezTo>
                  <a:cubicBezTo>
                    <a:pt x="73872" y="13861"/>
                    <a:pt x="73940" y="13874"/>
                    <a:pt x="73989" y="13874"/>
                  </a:cubicBezTo>
                  <a:cubicBezTo>
                    <a:pt x="74014" y="13874"/>
                    <a:pt x="74035" y="13871"/>
                    <a:pt x="74045" y="13861"/>
                  </a:cubicBezTo>
                  <a:lnTo>
                    <a:pt x="74227" y="13739"/>
                  </a:lnTo>
                  <a:cubicBezTo>
                    <a:pt x="74302" y="13814"/>
                    <a:pt x="74418" y="13868"/>
                    <a:pt x="74542" y="13868"/>
                  </a:cubicBezTo>
                  <a:cubicBezTo>
                    <a:pt x="74568" y="13868"/>
                    <a:pt x="74595" y="13866"/>
                    <a:pt x="74622" y="13861"/>
                  </a:cubicBezTo>
                  <a:cubicBezTo>
                    <a:pt x="74630" y="13856"/>
                    <a:pt x="74637" y="13855"/>
                    <a:pt x="74641" y="13855"/>
                  </a:cubicBezTo>
                  <a:cubicBezTo>
                    <a:pt x="74667" y="13855"/>
                    <a:pt x="74618" y="13930"/>
                    <a:pt x="74592" y="13982"/>
                  </a:cubicBezTo>
                  <a:cubicBezTo>
                    <a:pt x="74586" y="13988"/>
                    <a:pt x="74591" y="13990"/>
                    <a:pt x="74604" y="13990"/>
                  </a:cubicBezTo>
                  <a:cubicBezTo>
                    <a:pt x="74657" y="13990"/>
                    <a:pt x="74841" y="13946"/>
                    <a:pt x="74865" y="13921"/>
                  </a:cubicBezTo>
                  <a:cubicBezTo>
                    <a:pt x="74926" y="13861"/>
                    <a:pt x="74987" y="13830"/>
                    <a:pt x="75048" y="13800"/>
                  </a:cubicBezTo>
                  <a:cubicBezTo>
                    <a:pt x="75078" y="13800"/>
                    <a:pt x="75169" y="13891"/>
                    <a:pt x="75169" y="13921"/>
                  </a:cubicBezTo>
                  <a:cubicBezTo>
                    <a:pt x="75175" y="13927"/>
                    <a:pt x="75183" y="13930"/>
                    <a:pt x="75192" y="13930"/>
                  </a:cubicBezTo>
                  <a:cubicBezTo>
                    <a:pt x="75232" y="13930"/>
                    <a:pt x="75297" y="13885"/>
                    <a:pt x="75321" y="13861"/>
                  </a:cubicBezTo>
                  <a:lnTo>
                    <a:pt x="75473" y="13678"/>
                  </a:lnTo>
                  <a:lnTo>
                    <a:pt x="75564" y="13800"/>
                  </a:lnTo>
                  <a:cubicBezTo>
                    <a:pt x="75625" y="13861"/>
                    <a:pt x="75716" y="13952"/>
                    <a:pt x="75747" y="13952"/>
                  </a:cubicBezTo>
                  <a:cubicBezTo>
                    <a:pt x="75899" y="13891"/>
                    <a:pt x="76020" y="13861"/>
                    <a:pt x="76172" y="13861"/>
                  </a:cubicBezTo>
                  <a:lnTo>
                    <a:pt x="76324" y="13861"/>
                  </a:lnTo>
                  <a:cubicBezTo>
                    <a:pt x="76294" y="13800"/>
                    <a:pt x="76355" y="13739"/>
                    <a:pt x="76416" y="13709"/>
                  </a:cubicBezTo>
                  <a:lnTo>
                    <a:pt x="76476" y="13739"/>
                  </a:lnTo>
                  <a:cubicBezTo>
                    <a:pt x="76598" y="13769"/>
                    <a:pt x="76598" y="13891"/>
                    <a:pt x="76598" y="13982"/>
                  </a:cubicBezTo>
                  <a:cubicBezTo>
                    <a:pt x="76602" y="13984"/>
                    <a:pt x="76607" y="13986"/>
                    <a:pt x="76611" y="13986"/>
                  </a:cubicBezTo>
                  <a:cubicBezTo>
                    <a:pt x="76663" y="13986"/>
                    <a:pt x="76689" y="13826"/>
                    <a:pt x="76689" y="13769"/>
                  </a:cubicBezTo>
                  <a:cubicBezTo>
                    <a:pt x="76689" y="13734"/>
                    <a:pt x="76773" y="13719"/>
                    <a:pt x="76860" y="13719"/>
                  </a:cubicBezTo>
                  <a:cubicBezTo>
                    <a:pt x="76922" y="13719"/>
                    <a:pt x="76986" y="13726"/>
                    <a:pt x="77023" y="13739"/>
                  </a:cubicBezTo>
                  <a:cubicBezTo>
                    <a:pt x="77068" y="13739"/>
                    <a:pt x="77257" y="13675"/>
                    <a:pt x="77380" y="13675"/>
                  </a:cubicBezTo>
                  <a:cubicBezTo>
                    <a:pt x="77426" y="13675"/>
                    <a:pt x="77463" y="13684"/>
                    <a:pt x="77479" y="13709"/>
                  </a:cubicBezTo>
                  <a:cubicBezTo>
                    <a:pt x="77497" y="13744"/>
                    <a:pt x="77536" y="13759"/>
                    <a:pt x="77583" y="13759"/>
                  </a:cubicBezTo>
                  <a:cubicBezTo>
                    <a:pt x="77617" y="13759"/>
                    <a:pt x="77654" y="13752"/>
                    <a:pt x="77692" y="13739"/>
                  </a:cubicBezTo>
                  <a:cubicBezTo>
                    <a:pt x="77692" y="13709"/>
                    <a:pt x="77631" y="13709"/>
                    <a:pt x="77510" y="13709"/>
                  </a:cubicBezTo>
                  <a:lnTo>
                    <a:pt x="77510" y="13587"/>
                  </a:lnTo>
                  <a:lnTo>
                    <a:pt x="77510" y="13526"/>
                  </a:lnTo>
                  <a:cubicBezTo>
                    <a:pt x="77540" y="13465"/>
                    <a:pt x="77571" y="13405"/>
                    <a:pt x="77571" y="13344"/>
                  </a:cubicBezTo>
                  <a:cubicBezTo>
                    <a:pt x="77601" y="13313"/>
                    <a:pt x="77540" y="13313"/>
                    <a:pt x="77479" y="13313"/>
                  </a:cubicBezTo>
                  <a:lnTo>
                    <a:pt x="77267" y="13313"/>
                  </a:lnTo>
                  <a:cubicBezTo>
                    <a:pt x="77191" y="13344"/>
                    <a:pt x="77115" y="13359"/>
                    <a:pt x="77039" y="13359"/>
                  </a:cubicBezTo>
                  <a:cubicBezTo>
                    <a:pt x="76963" y="13359"/>
                    <a:pt x="76887" y="13344"/>
                    <a:pt x="76811" y="13313"/>
                  </a:cubicBezTo>
                  <a:lnTo>
                    <a:pt x="76689" y="13222"/>
                  </a:lnTo>
                  <a:lnTo>
                    <a:pt x="76689" y="13161"/>
                  </a:lnTo>
                  <a:cubicBezTo>
                    <a:pt x="76719" y="13131"/>
                    <a:pt x="76719" y="13131"/>
                    <a:pt x="76750" y="13131"/>
                  </a:cubicBezTo>
                  <a:cubicBezTo>
                    <a:pt x="76841" y="13161"/>
                    <a:pt x="76932" y="13161"/>
                    <a:pt x="77023" y="13192"/>
                  </a:cubicBezTo>
                  <a:lnTo>
                    <a:pt x="77115" y="13192"/>
                  </a:lnTo>
                  <a:cubicBezTo>
                    <a:pt x="77236" y="13192"/>
                    <a:pt x="77358" y="13161"/>
                    <a:pt x="77479" y="13101"/>
                  </a:cubicBezTo>
                  <a:lnTo>
                    <a:pt x="77571" y="13101"/>
                  </a:lnTo>
                  <a:lnTo>
                    <a:pt x="78026" y="13161"/>
                  </a:lnTo>
                  <a:cubicBezTo>
                    <a:pt x="78543" y="13131"/>
                    <a:pt x="78999" y="13070"/>
                    <a:pt x="79090" y="13070"/>
                  </a:cubicBezTo>
                  <a:lnTo>
                    <a:pt x="79333" y="13070"/>
                  </a:lnTo>
                  <a:cubicBezTo>
                    <a:pt x="79485" y="13070"/>
                    <a:pt x="79637" y="12979"/>
                    <a:pt x="79729" y="12827"/>
                  </a:cubicBezTo>
                  <a:cubicBezTo>
                    <a:pt x="79729" y="12807"/>
                    <a:pt x="79742" y="12797"/>
                    <a:pt x="79765" y="12797"/>
                  </a:cubicBezTo>
                  <a:cubicBezTo>
                    <a:pt x="79810" y="12797"/>
                    <a:pt x="79891" y="12837"/>
                    <a:pt x="79972" y="12918"/>
                  </a:cubicBezTo>
                  <a:cubicBezTo>
                    <a:pt x="80005" y="12969"/>
                    <a:pt x="80057" y="12991"/>
                    <a:pt x="80107" y="12991"/>
                  </a:cubicBezTo>
                  <a:cubicBezTo>
                    <a:pt x="80148" y="12991"/>
                    <a:pt x="80188" y="12976"/>
                    <a:pt x="80215" y="12949"/>
                  </a:cubicBezTo>
                  <a:lnTo>
                    <a:pt x="80337" y="12918"/>
                  </a:lnTo>
                  <a:cubicBezTo>
                    <a:pt x="80489" y="13010"/>
                    <a:pt x="80580" y="13161"/>
                    <a:pt x="80489" y="13253"/>
                  </a:cubicBezTo>
                  <a:lnTo>
                    <a:pt x="80367" y="13253"/>
                  </a:lnTo>
                  <a:cubicBezTo>
                    <a:pt x="80337" y="13283"/>
                    <a:pt x="80337" y="13344"/>
                    <a:pt x="80367" y="13374"/>
                  </a:cubicBezTo>
                  <a:lnTo>
                    <a:pt x="80397" y="13405"/>
                  </a:lnTo>
                  <a:lnTo>
                    <a:pt x="80489" y="13405"/>
                  </a:lnTo>
                  <a:cubicBezTo>
                    <a:pt x="80580" y="13405"/>
                    <a:pt x="80671" y="13374"/>
                    <a:pt x="80762" y="13344"/>
                  </a:cubicBezTo>
                  <a:lnTo>
                    <a:pt x="80823" y="13344"/>
                  </a:lnTo>
                  <a:cubicBezTo>
                    <a:pt x="80884" y="13374"/>
                    <a:pt x="80975" y="13435"/>
                    <a:pt x="81005" y="13496"/>
                  </a:cubicBezTo>
                  <a:lnTo>
                    <a:pt x="81248" y="13496"/>
                  </a:lnTo>
                  <a:cubicBezTo>
                    <a:pt x="81400" y="13465"/>
                    <a:pt x="81552" y="13405"/>
                    <a:pt x="81674" y="13283"/>
                  </a:cubicBezTo>
                  <a:cubicBezTo>
                    <a:pt x="81704" y="13253"/>
                    <a:pt x="81613" y="13131"/>
                    <a:pt x="81583" y="13131"/>
                  </a:cubicBezTo>
                  <a:cubicBezTo>
                    <a:pt x="81492" y="13131"/>
                    <a:pt x="81431" y="13161"/>
                    <a:pt x="81370" y="13192"/>
                  </a:cubicBezTo>
                  <a:cubicBezTo>
                    <a:pt x="81340" y="13192"/>
                    <a:pt x="81218" y="13222"/>
                    <a:pt x="81066" y="13222"/>
                  </a:cubicBezTo>
                  <a:lnTo>
                    <a:pt x="80975" y="13253"/>
                  </a:lnTo>
                  <a:lnTo>
                    <a:pt x="80944" y="13253"/>
                  </a:lnTo>
                  <a:cubicBezTo>
                    <a:pt x="80884" y="13253"/>
                    <a:pt x="80853" y="13131"/>
                    <a:pt x="80853" y="13101"/>
                  </a:cubicBezTo>
                  <a:cubicBezTo>
                    <a:pt x="81036" y="13040"/>
                    <a:pt x="81248" y="13010"/>
                    <a:pt x="81431" y="13010"/>
                  </a:cubicBezTo>
                  <a:lnTo>
                    <a:pt x="81826" y="13010"/>
                  </a:lnTo>
                  <a:cubicBezTo>
                    <a:pt x="81917" y="12949"/>
                    <a:pt x="82039" y="12949"/>
                    <a:pt x="82130" y="12918"/>
                  </a:cubicBezTo>
                  <a:cubicBezTo>
                    <a:pt x="82217" y="12947"/>
                    <a:pt x="82331" y="13224"/>
                    <a:pt x="82237" y="13224"/>
                  </a:cubicBezTo>
                  <a:cubicBezTo>
                    <a:pt x="82232" y="13224"/>
                    <a:pt x="82227" y="13224"/>
                    <a:pt x="82221" y="13222"/>
                  </a:cubicBezTo>
                  <a:cubicBezTo>
                    <a:pt x="82069" y="13222"/>
                    <a:pt x="82069" y="13313"/>
                    <a:pt x="82160" y="13465"/>
                  </a:cubicBezTo>
                  <a:lnTo>
                    <a:pt x="82282" y="13496"/>
                  </a:lnTo>
                  <a:lnTo>
                    <a:pt x="82403" y="13526"/>
                  </a:lnTo>
                  <a:cubicBezTo>
                    <a:pt x="82586" y="13465"/>
                    <a:pt x="82555" y="13313"/>
                    <a:pt x="82525" y="13313"/>
                  </a:cubicBezTo>
                  <a:cubicBezTo>
                    <a:pt x="82464" y="13222"/>
                    <a:pt x="82464" y="13131"/>
                    <a:pt x="82495" y="13040"/>
                  </a:cubicBezTo>
                  <a:cubicBezTo>
                    <a:pt x="82647" y="12949"/>
                    <a:pt x="82799" y="12888"/>
                    <a:pt x="83011" y="12858"/>
                  </a:cubicBezTo>
                  <a:lnTo>
                    <a:pt x="83133" y="12949"/>
                  </a:lnTo>
                  <a:lnTo>
                    <a:pt x="83437" y="13101"/>
                  </a:lnTo>
                  <a:cubicBezTo>
                    <a:pt x="83529" y="13027"/>
                    <a:pt x="83643" y="12987"/>
                    <a:pt x="83760" y="12987"/>
                  </a:cubicBezTo>
                  <a:cubicBezTo>
                    <a:pt x="83835" y="12987"/>
                    <a:pt x="83912" y="13004"/>
                    <a:pt x="83984" y="13040"/>
                  </a:cubicBezTo>
                  <a:lnTo>
                    <a:pt x="84075" y="13040"/>
                  </a:lnTo>
                  <a:lnTo>
                    <a:pt x="84166" y="13010"/>
                  </a:lnTo>
                  <a:cubicBezTo>
                    <a:pt x="84212" y="12964"/>
                    <a:pt x="84265" y="12941"/>
                    <a:pt x="84318" y="12941"/>
                  </a:cubicBezTo>
                  <a:cubicBezTo>
                    <a:pt x="84372" y="12941"/>
                    <a:pt x="84425" y="12964"/>
                    <a:pt x="84470" y="13010"/>
                  </a:cubicBezTo>
                  <a:cubicBezTo>
                    <a:pt x="84501" y="13040"/>
                    <a:pt x="84501" y="13101"/>
                    <a:pt x="84440" y="13101"/>
                  </a:cubicBezTo>
                  <a:cubicBezTo>
                    <a:pt x="84418" y="13101"/>
                    <a:pt x="84283" y="13036"/>
                    <a:pt x="84223" y="13036"/>
                  </a:cubicBezTo>
                  <a:cubicBezTo>
                    <a:pt x="84201" y="13036"/>
                    <a:pt x="84189" y="13045"/>
                    <a:pt x="84197" y="13070"/>
                  </a:cubicBezTo>
                  <a:cubicBezTo>
                    <a:pt x="84227" y="13131"/>
                    <a:pt x="84440" y="13253"/>
                    <a:pt x="84501" y="13253"/>
                  </a:cubicBezTo>
                  <a:cubicBezTo>
                    <a:pt x="84592" y="13253"/>
                    <a:pt x="84683" y="12979"/>
                    <a:pt x="84622" y="12858"/>
                  </a:cubicBezTo>
                  <a:cubicBezTo>
                    <a:pt x="84579" y="12792"/>
                    <a:pt x="84708" y="12742"/>
                    <a:pt x="84818" y="12742"/>
                  </a:cubicBezTo>
                  <a:cubicBezTo>
                    <a:pt x="84861" y="12742"/>
                    <a:pt x="84901" y="12749"/>
                    <a:pt x="84926" y="12766"/>
                  </a:cubicBezTo>
                  <a:lnTo>
                    <a:pt x="85169" y="12918"/>
                  </a:lnTo>
                  <a:lnTo>
                    <a:pt x="85291" y="12918"/>
                  </a:lnTo>
                  <a:cubicBezTo>
                    <a:pt x="85443" y="12918"/>
                    <a:pt x="85352" y="12979"/>
                    <a:pt x="85291" y="13010"/>
                  </a:cubicBezTo>
                  <a:cubicBezTo>
                    <a:pt x="85230" y="13040"/>
                    <a:pt x="85504" y="13040"/>
                    <a:pt x="85565" y="13040"/>
                  </a:cubicBezTo>
                  <a:cubicBezTo>
                    <a:pt x="85625" y="13040"/>
                    <a:pt x="85656" y="13010"/>
                    <a:pt x="85625" y="12949"/>
                  </a:cubicBezTo>
                  <a:lnTo>
                    <a:pt x="85625" y="12918"/>
                  </a:lnTo>
                  <a:cubicBezTo>
                    <a:pt x="85625" y="12888"/>
                    <a:pt x="85747" y="12827"/>
                    <a:pt x="85747" y="12827"/>
                  </a:cubicBezTo>
                  <a:lnTo>
                    <a:pt x="85838" y="12918"/>
                  </a:lnTo>
                  <a:cubicBezTo>
                    <a:pt x="85909" y="12954"/>
                    <a:pt x="85981" y="12969"/>
                    <a:pt x="86052" y="12969"/>
                  </a:cubicBezTo>
                  <a:cubicBezTo>
                    <a:pt x="86102" y="12969"/>
                    <a:pt x="86153" y="12961"/>
                    <a:pt x="86203" y="12949"/>
                  </a:cubicBezTo>
                  <a:cubicBezTo>
                    <a:pt x="86216" y="12942"/>
                    <a:pt x="86241" y="12940"/>
                    <a:pt x="86273" y="12940"/>
                  </a:cubicBezTo>
                  <a:cubicBezTo>
                    <a:pt x="86362" y="12940"/>
                    <a:pt x="86505" y="12957"/>
                    <a:pt x="86604" y="12957"/>
                  </a:cubicBezTo>
                  <a:cubicBezTo>
                    <a:pt x="86640" y="12957"/>
                    <a:pt x="86670" y="12955"/>
                    <a:pt x="86689" y="12949"/>
                  </a:cubicBezTo>
                  <a:cubicBezTo>
                    <a:pt x="86811" y="12888"/>
                    <a:pt x="86902" y="12797"/>
                    <a:pt x="86963" y="12675"/>
                  </a:cubicBezTo>
                  <a:cubicBezTo>
                    <a:pt x="86971" y="12667"/>
                    <a:pt x="86983" y="12663"/>
                    <a:pt x="86998" y="12663"/>
                  </a:cubicBezTo>
                  <a:cubicBezTo>
                    <a:pt x="87089" y="12663"/>
                    <a:pt x="87279" y="12805"/>
                    <a:pt x="87358" y="12858"/>
                  </a:cubicBezTo>
                  <a:cubicBezTo>
                    <a:pt x="87449" y="12888"/>
                    <a:pt x="87548" y="12903"/>
                    <a:pt x="87651" y="12903"/>
                  </a:cubicBezTo>
                  <a:cubicBezTo>
                    <a:pt x="87753" y="12903"/>
                    <a:pt x="87859" y="12888"/>
                    <a:pt x="87966" y="12858"/>
                  </a:cubicBezTo>
                  <a:cubicBezTo>
                    <a:pt x="88095" y="12836"/>
                    <a:pt x="88239" y="12815"/>
                    <a:pt x="88377" y="12815"/>
                  </a:cubicBezTo>
                  <a:cubicBezTo>
                    <a:pt x="88434" y="12815"/>
                    <a:pt x="88490" y="12818"/>
                    <a:pt x="88543" y="12827"/>
                  </a:cubicBezTo>
                  <a:lnTo>
                    <a:pt x="88756" y="12797"/>
                  </a:lnTo>
                  <a:lnTo>
                    <a:pt x="88817" y="12797"/>
                  </a:lnTo>
                  <a:cubicBezTo>
                    <a:pt x="88828" y="12802"/>
                    <a:pt x="88840" y="12805"/>
                    <a:pt x="88853" y="12805"/>
                  </a:cubicBezTo>
                  <a:cubicBezTo>
                    <a:pt x="88909" y="12805"/>
                    <a:pt x="88975" y="12755"/>
                    <a:pt x="88999" y="12706"/>
                  </a:cubicBezTo>
                  <a:cubicBezTo>
                    <a:pt x="88999" y="12675"/>
                    <a:pt x="89030" y="12660"/>
                    <a:pt x="89079" y="12660"/>
                  </a:cubicBezTo>
                  <a:cubicBezTo>
                    <a:pt x="89129" y="12660"/>
                    <a:pt x="89197" y="12675"/>
                    <a:pt x="89273" y="12706"/>
                  </a:cubicBezTo>
                  <a:lnTo>
                    <a:pt x="89364" y="12736"/>
                  </a:lnTo>
                  <a:cubicBezTo>
                    <a:pt x="89433" y="12759"/>
                    <a:pt x="89450" y="12868"/>
                    <a:pt x="89532" y="12868"/>
                  </a:cubicBezTo>
                  <a:cubicBezTo>
                    <a:pt x="89559" y="12868"/>
                    <a:pt x="89593" y="12857"/>
                    <a:pt x="89638" y="12827"/>
                  </a:cubicBezTo>
                  <a:cubicBezTo>
                    <a:pt x="89729" y="12766"/>
                    <a:pt x="89850" y="12736"/>
                    <a:pt x="89972" y="12736"/>
                  </a:cubicBezTo>
                  <a:cubicBezTo>
                    <a:pt x="90002" y="12736"/>
                    <a:pt x="90033" y="12766"/>
                    <a:pt x="90033" y="12766"/>
                  </a:cubicBezTo>
                  <a:cubicBezTo>
                    <a:pt x="90101" y="12801"/>
                    <a:pt x="90178" y="12805"/>
                    <a:pt x="90257" y="12805"/>
                  </a:cubicBezTo>
                  <a:cubicBezTo>
                    <a:pt x="90284" y="12805"/>
                    <a:pt x="90310" y="12804"/>
                    <a:pt x="90337" y="12804"/>
                  </a:cubicBezTo>
                  <a:cubicBezTo>
                    <a:pt x="90443" y="12804"/>
                    <a:pt x="90550" y="12812"/>
                    <a:pt x="90641" y="12888"/>
                  </a:cubicBezTo>
                  <a:cubicBezTo>
                    <a:pt x="90641" y="12888"/>
                    <a:pt x="90762" y="12797"/>
                    <a:pt x="90853" y="12797"/>
                  </a:cubicBezTo>
                  <a:lnTo>
                    <a:pt x="90884" y="12797"/>
                  </a:lnTo>
                  <a:cubicBezTo>
                    <a:pt x="90908" y="12809"/>
                    <a:pt x="90926" y="12814"/>
                    <a:pt x="90939" y="12814"/>
                  </a:cubicBezTo>
                  <a:cubicBezTo>
                    <a:pt x="90994" y="12814"/>
                    <a:pt x="90969" y="12730"/>
                    <a:pt x="90945" y="12706"/>
                  </a:cubicBezTo>
                  <a:cubicBezTo>
                    <a:pt x="90914" y="12645"/>
                    <a:pt x="90853" y="12554"/>
                    <a:pt x="90823" y="12493"/>
                  </a:cubicBezTo>
                  <a:cubicBezTo>
                    <a:pt x="90817" y="12481"/>
                    <a:pt x="90804" y="12476"/>
                    <a:pt x="90787" y="12476"/>
                  </a:cubicBezTo>
                  <a:cubicBezTo>
                    <a:pt x="90714" y="12476"/>
                    <a:pt x="90562" y="12560"/>
                    <a:pt x="90489" y="12584"/>
                  </a:cubicBezTo>
                  <a:cubicBezTo>
                    <a:pt x="90468" y="12598"/>
                    <a:pt x="90453" y="12604"/>
                    <a:pt x="90443" y="12604"/>
                  </a:cubicBezTo>
                  <a:cubicBezTo>
                    <a:pt x="90412" y="12604"/>
                    <a:pt x="90435" y="12539"/>
                    <a:pt x="90458" y="12493"/>
                  </a:cubicBezTo>
                  <a:cubicBezTo>
                    <a:pt x="90483" y="12443"/>
                    <a:pt x="90285" y="12394"/>
                    <a:pt x="90162" y="12394"/>
                  </a:cubicBezTo>
                  <a:cubicBezTo>
                    <a:pt x="90134" y="12394"/>
                    <a:pt x="90110" y="12396"/>
                    <a:pt x="90094" y="12402"/>
                  </a:cubicBezTo>
                  <a:cubicBezTo>
                    <a:pt x="90029" y="12423"/>
                    <a:pt x="89949" y="12445"/>
                    <a:pt x="89865" y="12445"/>
                  </a:cubicBezTo>
                  <a:cubicBezTo>
                    <a:pt x="89830" y="12445"/>
                    <a:pt x="89795" y="12441"/>
                    <a:pt x="89759" y="12432"/>
                  </a:cubicBezTo>
                  <a:cubicBezTo>
                    <a:pt x="89698" y="12402"/>
                    <a:pt x="89516" y="12280"/>
                    <a:pt x="89334" y="12158"/>
                  </a:cubicBezTo>
                  <a:lnTo>
                    <a:pt x="89394" y="12037"/>
                  </a:lnTo>
                  <a:lnTo>
                    <a:pt x="89425" y="11976"/>
                  </a:lnTo>
                  <a:cubicBezTo>
                    <a:pt x="89470" y="11946"/>
                    <a:pt x="89516" y="11930"/>
                    <a:pt x="89550" y="11930"/>
                  </a:cubicBezTo>
                  <a:cubicBezTo>
                    <a:pt x="89584" y="11930"/>
                    <a:pt x="89607" y="11946"/>
                    <a:pt x="89607" y="11976"/>
                  </a:cubicBezTo>
                  <a:lnTo>
                    <a:pt x="89607" y="12006"/>
                  </a:lnTo>
                  <a:cubicBezTo>
                    <a:pt x="89546" y="12128"/>
                    <a:pt x="89607" y="12219"/>
                    <a:pt x="89698" y="12219"/>
                  </a:cubicBezTo>
                  <a:lnTo>
                    <a:pt x="89850" y="12189"/>
                  </a:lnTo>
                  <a:cubicBezTo>
                    <a:pt x="89972" y="12189"/>
                    <a:pt x="90094" y="12098"/>
                    <a:pt x="90063" y="12067"/>
                  </a:cubicBezTo>
                  <a:cubicBezTo>
                    <a:pt x="90033" y="12006"/>
                    <a:pt x="90033" y="11976"/>
                    <a:pt x="90033" y="11976"/>
                  </a:cubicBezTo>
                  <a:lnTo>
                    <a:pt x="90124" y="11976"/>
                  </a:lnTo>
                  <a:cubicBezTo>
                    <a:pt x="90215" y="11976"/>
                    <a:pt x="90276" y="12006"/>
                    <a:pt x="90276" y="12037"/>
                  </a:cubicBezTo>
                  <a:lnTo>
                    <a:pt x="90276" y="12098"/>
                  </a:lnTo>
                  <a:cubicBezTo>
                    <a:pt x="90276" y="12158"/>
                    <a:pt x="90306" y="12219"/>
                    <a:pt x="90398" y="12219"/>
                  </a:cubicBezTo>
                  <a:lnTo>
                    <a:pt x="90428" y="12189"/>
                  </a:lnTo>
                  <a:lnTo>
                    <a:pt x="90489" y="12158"/>
                  </a:lnTo>
                  <a:cubicBezTo>
                    <a:pt x="90513" y="12123"/>
                    <a:pt x="90546" y="12110"/>
                    <a:pt x="90579" y="12110"/>
                  </a:cubicBezTo>
                  <a:cubicBezTo>
                    <a:pt x="90631" y="12110"/>
                    <a:pt x="90683" y="12140"/>
                    <a:pt x="90701" y="12158"/>
                  </a:cubicBezTo>
                  <a:cubicBezTo>
                    <a:pt x="90777" y="12174"/>
                    <a:pt x="90861" y="12181"/>
                    <a:pt x="90945" y="12181"/>
                  </a:cubicBezTo>
                  <a:cubicBezTo>
                    <a:pt x="91028" y="12181"/>
                    <a:pt x="91112" y="12174"/>
                    <a:pt x="91188" y="12158"/>
                  </a:cubicBezTo>
                  <a:cubicBezTo>
                    <a:pt x="91233" y="12128"/>
                    <a:pt x="91287" y="12113"/>
                    <a:pt x="91340" y="12113"/>
                  </a:cubicBezTo>
                  <a:cubicBezTo>
                    <a:pt x="91393" y="12113"/>
                    <a:pt x="91446" y="12128"/>
                    <a:pt x="91492" y="12158"/>
                  </a:cubicBezTo>
                  <a:cubicBezTo>
                    <a:pt x="91492" y="12162"/>
                    <a:pt x="91494" y="12163"/>
                    <a:pt x="91497" y="12163"/>
                  </a:cubicBezTo>
                  <a:cubicBezTo>
                    <a:pt x="91524" y="12163"/>
                    <a:pt x="91647" y="12064"/>
                    <a:pt x="91674" y="12037"/>
                  </a:cubicBezTo>
                  <a:cubicBezTo>
                    <a:pt x="91763" y="11992"/>
                    <a:pt x="91852" y="11964"/>
                    <a:pt x="91953" y="11964"/>
                  </a:cubicBezTo>
                  <a:cubicBezTo>
                    <a:pt x="91990" y="11964"/>
                    <a:pt x="92029" y="11968"/>
                    <a:pt x="92069" y="11976"/>
                  </a:cubicBezTo>
                  <a:lnTo>
                    <a:pt x="92282" y="11976"/>
                  </a:lnTo>
                  <a:lnTo>
                    <a:pt x="92252" y="12219"/>
                  </a:lnTo>
                  <a:cubicBezTo>
                    <a:pt x="92464" y="12189"/>
                    <a:pt x="92677" y="12158"/>
                    <a:pt x="92708" y="12128"/>
                  </a:cubicBezTo>
                  <a:cubicBezTo>
                    <a:pt x="92738" y="12067"/>
                    <a:pt x="92799" y="11915"/>
                    <a:pt x="92829" y="11794"/>
                  </a:cubicBezTo>
                  <a:lnTo>
                    <a:pt x="92920" y="11763"/>
                  </a:lnTo>
                  <a:cubicBezTo>
                    <a:pt x="92987" y="11719"/>
                    <a:pt x="93053" y="11626"/>
                    <a:pt x="93155" y="11626"/>
                  </a:cubicBezTo>
                  <a:cubicBezTo>
                    <a:pt x="93193" y="11626"/>
                    <a:pt x="93236" y="11639"/>
                    <a:pt x="93285" y="11672"/>
                  </a:cubicBezTo>
                  <a:lnTo>
                    <a:pt x="93346" y="11733"/>
                  </a:lnTo>
                  <a:cubicBezTo>
                    <a:pt x="93346" y="11824"/>
                    <a:pt x="93346" y="11885"/>
                    <a:pt x="93407" y="11976"/>
                  </a:cubicBezTo>
                  <a:lnTo>
                    <a:pt x="93559" y="11854"/>
                  </a:lnTo>
                  <a:lnTo>
                    <a:pt x="93680" y="11824"/>
                  </a:lnTo>
                  <a:cubicBezTo>
                    <a:pt x="93802" y="11794"/>
                    <a:pt x="93923" y="11733"/>
                    <a:pt x="94015" y="11672"/>
                  </a:cubicBezTo>
                  <a:cubicBezTo>
                    <a:pt x="94045" y="11672"/>
                    <a:pt x="94015" y="11611"/>
                    <a:pt x="93954" y="11581"/>
                  </a:cubicBezTo>
                  <a:lnTo>
                    <a:pt x="93893" y="11581"/>
                  </a:lnTo>
                  <a:cubicBezTo>
                    <a:pt x="93741" y="11581"/>
                    <a:pt x="93741" y="11520"/>
                    <a:pt x="93741" y="11429"/>
                  </a:cubicBezTo>
                  <a:lnTo>
                    <a:pt x="93802" y="11277"/>
                  </a:lnTo>
                  <a:cubicBezTo>
                    <a:pt x="93832" y="11095"/>
                    <a:pt x="93893" y="10639"/>
                    <a:pt x="93802" y="10547"/>
                  </a:cubicBezTo>
                  <a:cubicBezTo>
                    <a:pt x="93650" y="10456"/>
                    <a:pt x="93528" y="10304"/>
                    <a:pt x="93437" y="10183"/>
                  </a:cubicBezTo>
                  <a:lnTo>
                    <a:pt x="93559" y="10092"/>
                  </a:lnTo>
                  <a:cubicBezTo>
                    <a:pt x="93619" y="10061"/>
                    <a:pt x="93711" y="10031"/>
                    <a:pt x="93741" y="10000"/>
                  </a:cubicBezTo>
                  <a:cubicBezTo>
                    <a:pt x="93802" y="9970"/>
                    <a:pt x="93832" y="9879"/>
                    <a:pt x="93832" y="9879"/>
                  </a:cubicBezTo>
                  <a:cubicBezTo>
                    <a:pt x="93650" y="9727"/>
                    <a:pt x="93832" y="9696"/>
                    <a:pt x="93923" y="9666"/>
                  </a:cubicBezTo>
                  <a:lnTo>
                    <a:pt x="94015" y="9666"/>
                  </a:lnTo>
                  <a:cubicBezTo>
                    <a:pt x="94052" y="9653"/>
                    <a:pt x="94090" y="9646"/>
                    <a:pt x="94126" y="9646"/>
                  </a:cubicBezTo>
                  <a:cubicBezTo>
                    <a:pt x="94176" y="9646"/>
                    <a:pt x="94222" y="9661"/>
                    <a:pt x="94258" y="9696"/>
                  </a:cubicBezTo>
                  <a:cubicBezTo>
                    <a:pt x="94279" y="9739"/>
                    <a:pt x="94407" y="9782"/>
                    <a:pt x="94491" y="9782"/>
                  </a:cubicBezTo>
                  <a:cubicBezTo>
                    <a:pt x="94526" y="9782"/>
                    <a:pt x="94553" y="9775"/>
                    <a:pt x="94562" y="9757"/>
                  </a:cubicBezTo>
                  <a:cubicBezTo>
                    <a:pt x="94623" y="9636"/>
                    <a:pt x="94683" y="9544"/>
                    <a:pt x="94714" y="9423"/>
                  </a:cubicBezTo>
                  <a:cubicBezTo>
                    <a:pt x="94714" y="9392"/>
                    <a:pt x="94699" y="9377"/>
                    <a:pt x="94672" y="9377"/>
                  </a:cubicBezTo>
                  <a:cubicBezTo>
                    <a:pt x="94645" y="9377"/>
                    <a:pt x="94607" y="9392"/>
                    <a:pt x="94562" y="9423"/>
                  </a:cubicBezTo>
                  <a:lnTo>
                    <a:pt x="94501" y="9423"/>
                  </a:lnTo>
                  <a:cubicBezTo>
                    <a:pt x="94440" y="9423"/>
                    <a:pt x="94349" y="9392"/>
                    <a:pt x="94288" y="9332"/>
                  </a:cubicBezTo>
                  <a:lnTo>
                    <a:pt x="94197" y="9240"/>
                  </a:lnTo>
                  <a:cubicBezTo>
                    <a:pt x="94167" y="9332"/>
                    <a:pt x="93954" y="9423"/>
                    <a:pt x="93741" y="9453"/>
                  </a:cubicBezTo>
                  <a:lnTo>
                    <a:pt x="93619" y="9392"/>
                  </a:lnTo>
                  <a:lnTo>
                    <a:pt x="93559" y="9332"/>
                  </a:lnTo>
                  <a:cubicBezTo>
                    <a:pt x="93467" y="9301"/>
                    <a:pt x="93407" y="9301"/>
                    <a:pt x="93316" y="9271"/>
                  </a:cubicBezTo>
                  <a:cubicBezTo>
                    <a:pt x="93255" y="9240"/>
                    <a:pt x="93316" y="9149"/>
                    <a:pt x="93316" y="9149"/>
                  </a:cubicBezTo>
                  <a:cubicBezTo>
                    <a:pt x="93320" y="9145"/>
                    <a:pt x="93329" y="9143"/>
                    <a:pt x="93342" y="9143"/>
                  </a:cubicBezTo>
                  <a:cubicBezTo>
                    <a:pt x="93392" y="9143"/>
                    <a:pt x="93493" y="9171"/>
                    <a:pt x="93560" y="9171"/>
                  </a:cubicBezTo>
                  <a:cubicBezTo>
                    <a:pt x="93589" y="9171"/>
                    <a:pt x="93612" y="9165"/>
                    <a:pt x="93619" y="9149"/>
                  </a:cubicBezTo>
                  <a:cubicBezTo>
                    <a:pt x="93680" y="9088"/>
                    <a:pt x="93619" y="8936"/>
                    <a:pt x="93559" y="8906"/>
                  </a:cubicBezTo>
                  <a:cubicBezTo>
                    <a:pt x="93528" y="8876"/>
                    <a:pt x="93650" y="8785"/>
                    <a:pt x="93711" y="8754"/>
                  </a:cubicBezTo>
                  <a:cubicBezTo>
                    <a:pt x="93771" y="8724"/>
                    <a:pt x="93771" y="8693"/>
                    <a:pt x="93741" y="8633"/>
                  </a:cubicBezTo>
                  <a:cubicBezTo>
                    <a:pt x="93741" y="8633"/>
                    <a:pt x="93863" y="8541"/>
                    <a:pt x="93923" y="8541"/>
                  </a:cubicBezTo>
                  <a:cubicBezTo>
                    <a:pt x="93984" y="8420"/>
                    <a:pt x="94045" y="8268"/>
                    <a:pt x="94075" y="8146"/>
                  </a:cubicBezTo>
                  <a:cubicBezTo>
                    <a:pt x="94106" y="8025"/>
                    <a:pt x="93893" y="7964"/>
                    <a:pt x="93832" y="7964"/>
                  </a:cubicBezTo>
                  <a:cubicBezTo>
                    <a:pt x="93680" y="7964"/>
                    <a:pt x="93528" y="7994"/>
                    <a:pt x="93407" y="8055"/>
                  </a:cubicBezTo>
                  <a:cubicBezTo>
                    <a:pt x="93398" y="8058"/>
                    <a:pt x="93390" y="8059"/>
                    <a:pt x="93381" y="8059"/>
                  </a:cubicBezTo>
                  <a:cubicBezTo>
                    <a:pt x="93295" y="8059"/>
                    <a:pt x="93194" y="7931"/>
                    <a:pt x="93194" y="7903"/>
                  </a:cubicBezTo>
                  <a:cubicBezTo>
                    <a:pt x="93194" y="7903"/>
                    <a:pt x="93140" y="7876"/>
                    <a:pt x="93059" y="7876"/>
                  </a:cubicBezTo>
                  <a:cubicBezTo>
                    <a:pt x="93018" y="7876"/>
                    <a:pt x="92971" y="7883"/>
                    <a:pt x="92920" y="7903"/>
                  </a:cubicBezTo>
                  <a:lnTo>
                    <a:pt x="92829" y="7933"/>
                  </a:lnTo>
                  <a:cubicBezTo>
                    <a:pt x="92768" y="7933"/>
                    <a:pt x="92738" y="7964"/>
                    <a:pt x="92708" y="7994"/>
                  </a:cubicBezTo>
                  <a:lnTo>
                    <a:pt x="92647" y="8116"/>
                  </a:lnTo>
                  <a:cubicBezTo>
                    <a:pt x="92677" y="8207"/>
                    <a:pt x="92768" y="8298"/>
                    <a:pt x="92860" y="8329"/>
                  </a:cubicBezTo>
                  <a:lnTo>
                    <a:pt x="93042" y="8329"/>
                  </a:lnTo>
                  <a:cubicBezTo>
                    <a:pt x="93096" y="8274"/>
                    <a:pt x="93175" y="8172"/>
                    <a:pt x="93212" y="8172"/>
                  </a:cubicBezTo>
                  <a:cubicBezTo>
                    <a:pt x="93217" y="8172"/>
                    <a:pt x="93221" y="8173"/>
                    <a:pt x="93224" y="8177"/>
                  </a:cubicBezTo>
                  <a:cubicBezTo>
                    <a:pt x="93285" y="8207"/>
                    <a:pt x="93346" y="8268"/>
                    <a:pt x="93376" y="8329"/>
                  </a:cubicBezTo>
                  <a:cubicBezTo>
                    <a:pt x="93194" y="8420"/>
                    <a:pt x="92981" y="8450"/>
                    <a:pt x="92799" y="8481"/>
                  </a:cubicBezTo>
                  <a:cubicBezTo>
                    <a:pt x="92770" y="8486"/>
                    <a:pt x="92743" y="8489"/>
                    <a:pt x="92719" y="8489"/>
                  </a:cubicBezTo>
                  <a:cubicBezTo>
                    <a:pt x="92615" y="8489"/>
                    <a:pt x="92556" y="8444"/>
                    <a:pt x="92556" y="8420"/>
                  </a:cubicBezTo>
                  <a:cubicBezTo>
                    <a:pt x="92556" y="8359"/>
                    <a:pt x="92586" y="8298"/>
                    <a:pt x="92586" y="8237"/>
                  </a:cubicBezTo>
                  <a:cubicBezTo>
                    <a:pt x="92556" y="8146"/>
                    <a:pt x="92495" y="8085"/>
                    <a:pt x="92434" y="7994"/>
                  </a:cubicBezTo>
                  <a:lnTo>
                    <a:pt x="92373" y="7933"/>
                  </a:lnTo>
                  <a:lnTo>
                    <a:pt x="92282" y="7842"/>
                  </a:lnTo>
                  <a:cubicBezTo>
                    <a:pt x="92191" y="7842"/>
                    <a:pt x="92100" y="7873"/>
                    <a:pt x="92008" y="7903"/>
                  </a:cubicBezTo>
                  <a:lnTo>
                    <a:pt x="91857" y="7873"/>
                  </a:lnTo>
                  <a:cubicBezTo>
                    <a:pt x="91674" y="7873"/>
                    <a:pt x="91401" y="7842"/>
                    <a:pt x="91218" y="7812"/>
                  </a:cubicBezTo>
                  <a:lnTo>
                    <a:pt x="91066" y="7781"/>
                  </a:lnTo>
                  <a:lnTo>
                    <a:pt x="90945" y="7781"/>
                  </a:lnTo>
                  <a:lnTo>
                    <a:pt x="90671" y="7903"/>
                  </a:lnTo>
                  <a:cubicBezTo>
                    <a:pt x="90489" y="7812"/>
                    <a:pt x="90337" y="7599"/>
                    <a:pt x="90306" y="7386"/>
                  </a:cubicBezTo>
                  <a:cubicBezTo>
                    <a:pt x="90306" y="7326"/>
                    <a:pt x="90124" y="7204"/>
                    <a:pt x="89911" y="7143"/>
                  </a:cubicBezTo>
                  <a:lnTo>
                    <a:pt x="89729" y="7174"/>
                  </a:lnTo>
                  <a:lnTo>
                    <a:pt x="89577" y="7204"/>
                  </a:lnTo>
                  <a:cubicBezTo>
                    <a:pt x="89508" y="7238"/>
                    <a:pt x="89449" y="7255"/>
                    <a:pt x="89402" y="7255"/>
                  </a:cubicBezTo>
                  <a:cubicBezTo>
                    <a:pt x="89325" y="7255"/>
                    <a:pt x="89284" y="7208"/>
                    <a:pt x="89303" y="7113"/>
                  </a:cubicBezTo>
                  <a:lnTo>
                    <a:pt x="89303" y="7113"/>
                  </a:lnTo>
                  <a:lnTo>
                    <a:pt x="89030" y="7143"/>
                  </a:lnTo>
                  <a:cubicBezTo>
                    <a:pt x="89013" y="7147"/>
                    <a:pt x="88998" y="7149"/>
                    <a:pt x="88985" y="7149"/>
                  </a:cubicBezTo>
                  <a:cubicBezTo>
                    <a:pt x="88902" y="7149"/>
                    <a:pt x="88886" y="7074"/>
                    <a:pt x="88939" y="7022"/>
                  </a:cubicBezTo>
                  <a:cubicBezTo>
                    <a:pt x="88984" y="6976"/>
                    <a:pt x="89029" y="6898"/>
                    <a:pt x="89124" y="6898"/>
                  </a:cubicBezTo>
                  <a:cubicBezTo>
                    <a:pt x="89157" y="6898"/>
                    <a:pt x="89196" y="6907"/>
                    <a:pt x="89242" y="6930"/>
                  </a:cubicBezTo>
                  <a:cubicBezTo>
                    <a:pt x="89273" y="6961"/>
                    <a:pt x="89334" y="6991"/>
                    <a:pt x="89394" y="6991"/>
                  </a:cubicBezTo>
                  <a:lnTo>
                    <a:pt x="89546" y="6991"/>
                  </a:lnTo>
                  <a:cubicBezTo>
                    <a:pt x="89594" y="6995"/>
                    <a:pt x="89638" y="6997"/>
                    <a:pt x="89680" y="6997"/>
                  </a:cubicBezTo>
                  <a:cubicBezTo>
                    <a:pt x="89962" y="6997"/>
                    <a:pt x="90116" y="6911"/>
                    <a:pt x="90063" y="6778"/>
                  </a:cubicBezTo>
                  <a:lnTo>
                    <a:pt x="90063" y="6778"/>
                  </a:lnTo>
                  <a:lnTo>
                    <a:pt x="89850" y="6870"/>
                  </a:lnTo>
                  <a:cubicBezTo>
                    <a:pt x="89820" y="6885"/>
                    <a:pt x="89797" y="6890"/>
                    <a:pt x="89779" y="6890"/>
                  </a:cubicBezTo>
                  <a:cubicBezTo>
                    <a:pt x="89725" y="6890"/>
                    <a:pt x="89714" y="6839"/>
                    <a:pt x="89668" y="6839"/>
                  </a:cubicBezTo>
                  <a:cubicBezTo>
                    <a:pt x="89486" y="6771"/>
                    <a:pt x="89286" y="6737"/>
                    <a:pt x="89095" y="6737"/>
                  </a:cubicBezTo>
                  <a:cubicBezTo>
                    <a:pt x="89032" y="6737"/>
                    <a:pt x="88969" y="6740"/>
                    <a:pt x="88908" y="6748"/>
                  </a:cubicBezTo>
                  <a:cubicBezTo>
                    <a:pt x="88878" y="6748"/>
                    <a:pt x="88847" y="6718"/>
                    <a:pt x="88817" y="6718"/>
                  </a:cubicBezTo>
                  <a:lnTo>
                    <a:pt x="88665" y="6687"/>
                  </a:lnTo>
                  <a:cubicBezTo>
                    <a:pt x="88574" y="6870"/>
                    <a:pt x="88483" y="7052"/>
                    <a:pt x="88422" y="7234"/>
                  </a:cubicBezTo>
                  <a:cubicBezTo>
                    <a:pt x="88445" y="7303"/>
                    <a:pt x="88416" y="7337"/>
                    <a:pt x="88400" y="7337"/>
                  </a:cubicBezTo>
                  <a:cubicBezTo>
                    <a:pt x="88395" y="7337"/>
                    <a:pt x="88391" y="7333"/>
                    <a:pt x="88391" y="7326"/>
                  </a:cubicBezTo>
                  <a:cubicBezTo>
                    <a:pt x="88331" y="7234"/>
                    <a:pt x="88270" y="7143"/>
                    <a:pt x="88179" y="7082"/>
                  </a:cubicBezTo>
                  <a:lnTo>
                    <a:pt x="88300" y="6900"/>
                  </a:lnTo>
                  <a:lnTo>
                    <a:pt x="88361" y="6809"/>
                  </a:lnTo>
                  <a:cubicBezTo>
                    <a:pt x="88209" y="6778"/>
                    <a:pt x="87966" y="6748"/>
                    <a:pt x="87814" y="6748"/>
                  </a:cubicBezTo>
                  <a:lnTo>
                    <a:pt x="87783" y="6657"/>
                  </a:lnTo>
                  <a:cubicBezTo>
                    <a:pt x="87753" y="6566"/>
                    <a:pt x="87753" y="6505"/>
                    <a:pt x="87814" y="6444"/>
                  </a:cubicBezTo>
                  <a:lnTo>
                    <a:pt x="87875" y="6383"/>
                  </a:lnTo>
                  <a:cubicBezTo>
                    <a:pt x="87891" y="6380"/>
                    <a:pt x="87907" y="6378"/>
                    <a:pt x="87920" y="6378"/>
                  </a:cubicBezTo>
                  <a:cubicBezTo>
                    <a:pt x="88033" y="6378"/>
                    <a:pt x="88054" y="6478"/>
                    <a:pt x="88027" y="6505"/>
                  </a:cubicBezTo>
                  <a:cubicBezTo>
                    <a:pt x="88027" y="6535"/>
                    <a:pt x="88148" y="6596"/>
                    <a:pt x="88300" y="6657"/>
                  </a:cubicBezTo>
                  <a:lnTo>
                    <a:pt x="88300" y="6322"/>
                  </a:lnTo>
                  <a:cubicBezTo>
                    <a:pt x="88422" y="6322"/>
                    <a:pt x="88513" y="6292"/>
                    <a:pt x="88635" y="6262"/>
                  </a:cubicBezTo>
                  <a:cubicBezTo>
                    <a:pt x="88695" y="6262"/>
                    <a:pt x="88665" y="6201"/>
                    <a:pt x="88635" y="6140"/>
                  </a:cubicBezTo>
                  <a:lnTo>
                    <a:pt x="88391" y="6140"/>
                  </a:lnTo>
                  <a:cubicBezTo>
                    <a:pt x="88179" y="6140"/>
                    <a:pt x="87996" y="6019"/>
                    <a:pt x="88027" y="5988"/>
                  </a:cubicBezTo>
                  <a:cubicBezTo>
                    <a:pt x="88027" y="5958"/>
                    <a:pt x="88087" y="5958"/>
                    <a:pt x="88179" y="5958"/>
                  </a:cubicBezTo>
                  <a:lnTo>
                    <a:pt x="88239" y="5988"/>
                  </a:lnTo>
                  <a:cubicBezTo>
                    <a:pt x="88301" y="6009"/>
                    <a:pt x="88349" y="6071"/>
                    <a:pt x="88421" y="6071"/>
                  </a:cubicBezTo>
                  <a:cubicBezTo>
                    <a:pt x="88455" y="6071"/>
                    <a:pt x="88495" y="6058"/>
                    <a:pt x="88543" y="6019"/>
                  </a:cubicBezTo>
                  <a:cubicBezTo>
                    <a:pt x="88589" y="6003"/>
                    <a:pt x="88635" y="5996"/>
                    <a:pt x="88680" y="5996"/>
                  </a:cubicBezTo>
                  <a:cubicBezTo>
                    <a:pt x="88726" y="5996"/>
                    <a:pt x="88771" y="6003"/>
                    <a:pt x="88817" y="6019"/>
                  </a:cubicBezTo>
                  <a:cubicBezTo>
                    <a:pt x="88857" y="6043"/>
                    <a:pt x="88885" y="6052"/>
                    <a:pt x="88903" y="6052"/>
                  </a:cubicBezTo>
                  <a:cubicBezTo>
                    <a:pt x="88953" y="6052"/>
                    <a:pt x="88931" y="5980"/>
                    <a:pt x="88908" y="5958"/>
                  </a:cubicBezTo>
                  <a:lnTo>
                    <a:pt x="88847" y="5867"/>
                  </a:lnTo>
                  <a:cubicBezTo>
                    <a:pt x="88878" y="5806"/>
                    <a:pt x="88969" y="5684"/>
                    <a:pt x="89060" y="5563"/>
                  </a:cubicBezTo>
                  <a:lnTo>
                    <a:pt x="89212" y="5563"/>
                  </a:lnTo>
                  <a:cubicBezTo>
                    <a:pt x="89364" y="5563"/>
                    <a:pt x="89334" y="5441"/>
                    <a:pt x="89303" y="5411"/>
                  </a:cubicBezTo>
                  <a:cubicBezTo>
                    <a:pt x="89303" y="5380"/>
                    <a:pt x="89273" y="5350"/>
                    <a:pt x="89273" y="5350"/>
                  </a:cubicBezTo>
                  <a:lnTo>
                    <a:pt x="89425" y="5167"/>
                  </a:lnTo>
                  <a:cubicBezTo>
                    <a:pt x="89394" y="5015"/>
                    <a:pt x="89303" y="4863"/>
                    <a:pt x="89182" y="4803"/>
                  </a:cubicBezTo>
                  <a:cubicBezTo>
                    <a:pt x="89030" y="4833"/>
                    <a:pt x="88908" y="4863"/>
                    <a:pt x="88756" y="4924"/>
                  </a:cubicBezTo>
                  <a:lnTo>
                    <a:pt x="88574" y="4803"/>
                  </a:lnTo>
                  <a:cubicBezTo>
                    <a:pt x="88483" y="4803"/>
                    <a:pt x="88422" y="4833"/>
                    <a:pt x="88361" y="4863"/>
                  </a:cubicBezTo>
                  <a:lnTo>
                    <a:pt x="88300" y="4955"/>
                  </a:lnTo>
                  <a:cubicBezTo>
                    <a:pt x="88300" y="5046"/>
                    <a:pt x="88087" y="5046"/>
                    <a:pt x="88027" y="5046"/>
                  </a:cubicBezTo>
                  <a:cubicBezTo>
                    <a:pt x="87935" y="5015"/>
                    <a:pt x="87875" y="4833"/>
                    <a:pt x="87875" y="4772"/>
                  </a:cubicBezTo>
                  <a:cubicBezTo>
                    <a:pt x="87875" y="4712"/>
                    <a:pt x="87783" y="4651"/>
                    <a:pt x="87753" y="4651"/>
                  </a:cubicBezTo>
                  <a:cubicBezTo>
                    <a:pt x="87723" y="4651"/>
                    <a:pt x="87692" y="4499"/>
                    <a:pt x="87632" y="4499"/>
                  </a:cubicBezTo>
                  <a:cubicBezTo>
                    <a:pt x="87540" y="4499"/>
                    <a:pt x="87540" y="4468"/>
                    <a:pt x="87601" y="4468"/>
                  </a:cubicBezTo>
                  <a:lnTo>
                    <a:pt x="87632" y="4468"/>
                  </a:lnTo>
                  <a:lnTo>
                    <a:pt x="88027" y="4499"/>
                  </a:lnTo>
                  <a:cubicBezTo>
                    <a:pt x="88118" y="4377"/>
                    <a:pt x="88239" y="4256"/>
                    <a:pt x="88361" y="4134"/>
                  </a:cubicBezTo>
                  <a:cubicBezTo>
                    <a:pt x="88422" y="4134"/>
                    <a:pt x="88361" y="4073"/>
                    <a:pt x="88209" y="4073"/>
                  </a:cubicBezTo>
                  <a:lnTo>
                    <a:pt x="88209" y="4043"/>
                  </a:lnTo>
                  <a:cubicBezTo>
                    <a:pt x="88148" y="3936"/>
                    <a:pt x="88057" y="3906"/>
                    <a:pt x="87966" y="3906"/>
                  </a:cubicBezTo>
                  <a:cubicBezTo>
                    <a:pt x="87875" y="3906"/>
                    <a:pt x="87783" y="3936"/>
                    <a:pt x="87723" y="3952"/>
                  </a:cubicBezTo>
                  <a:lnTo>
                    <a:pt x="87510" y="4043"/>
                  </a:lnTo>
                  <a:cubicBezTo>
                    <a:pt x="87419" y="3952"/>
                    <a:pt x="87388" y="3830"/>
                    <a:pt x="87419" y="3708"/>
                  </a:cubicBezTo>
                  <a:cubicBezTo>
                    <a:pt x="87449" y="3648"/>
                    <a:pt x="87480" y="3648"/>
                    <a:pt x="87510" y="3648"/>
                  </a:cubicBezTo>
                  <a:cubicBezTo>
                    <a:pt x="87488" y="3756"/>
                    <a:pt x="87560" y="3772"/>
                    <a:pt x="87646" y="3772"/>
                  </a:cubicBezTo>
                  <a:cubicBezTo>
                    <a:pt x="87681" y="3772"/>
                    <a:pt x="87718" y="3769"/>
                    <a:pt x="87753" y="3769"/>
                  </a:cubicBezTo>
                  <a:lnTo>
                    <a:pt x="87966" y="3739"/>
                  </a:lnTo>
                  <a:cubicBezTo>
                    <a:pt x="87844" y="3678"/>
                    <a:pt x="87753" y="3587"/>
                    <a:pt x="87662" y="3496"/>
                  </a:cubicBezTo>
                  <a:lnTo>
                    <a:pt x="87723" y="3435"/>
                  </a:lnTo>
                  <a:cubicBezTo>
                    <a:pt x="87753" y="3344"/>
                    <a:pt x="87783" y="3283"/>
                    <a:pt x="87814" y="3192"/>
                  </a:cubicBezTo>
                  <a:lnTo>
                    <a:pt x="87814" y="3161"/>
                  </a:lnTo>
                  <a:cubicBezTo>
                    <a:pt x="87814" y="3161"/>
                    <a:pt x="87723" y="3192"/>
                    <a:pt x="87632" y="3283"/>
                  </a:cubicBezTo>
                  <a:lnTo>
                    <a:pt x="87601" y="3283"/>
                  </a:lnTo>
                  <a:cubicBezTo>
                    <a:pt x="87419" y="3253"/>
                    <a:pt x="87510" y="3161"/>
                    <a:pt x="87571" y="3101"/>
                  </a:cubicBezTo>
                  <a:cubicBezTo>
                    <a:pt x="87540" y="3009"/>
                    <a:pt x="87480" y="2918"/>
                    <a:pt x="87419" y="2857"/>
                  </a:cubicBezTo>
                  <a:lnTo>
                    <a:pt x="87236" y="2857"/>
                  </a:lnTo>
                  <a:cubicBezTo>
                    <a:pt x="87084" y="2857"/>
                    <a:pt x="86963" y="2857"/>
                    <a:pt x="86963" y="2705"/>
                  </a:cubicBezTo>
                  <a:lnTo>
                    <a:pt x="86841" y="2705"/>
                  </a:lnTo>
                  <a:lnTo>
                    <a:pt x="86750" y="2918"/>
                  </a:lnTo>
                  <a:cubicBezTo>
                    <a:pt x="86537" y="2888"/>
                    <a:pt x="86446" y="2705"/>
                    <a:pt x="86446" y="2645"/>
                  </a:cubicBezTo>
                  <a:cubicBezTo>
                    <a:pt x="86507" y="2553"/>
                    <a:pt x="86568" y="2493"/>
                    <a:pt x="86628" y="2462"/>
                  </a:cubicBezTo>
                  <a:lnTo>
                    <a:pt x="86659" y="2462"/>
                  </a:lnTo>
                  <a:lnTo>
                    <a:pt x="86811" y="2523"/>
                  </a:lnTo>
                  <a:cubicBezTo>
                    <a:pt x="86963" y="2493"/>
                    <a:pt x="87054" y="2341"/>
                    <a:pt x="87054" y="2280"/>
                  </a:cubicBezTo>
                  <a:cubicBezTo>
                    <a:pt x="87024" y="2249"/>
                    <a:pt x="87054" y="2189"/>
                    <a:pt x="87115" y="2158"/>
                  </a:cubicBezTo>
                  <a:cubicBezTo>
                    <a:pt x="87267" y="2097"/>
                    <a:pt x="87388" y="1976"/>
                    <a:pt x="87510" y="1854"/>
                  </a:cubicBezTo>
                  <a:cubicBezTo>
                    <a:pt x="87540" y="1733"/>
                    <a:pt x="87571" y="1611"/>
                    <a:pt x="87540" y="1520"/>
                  </a:cubicBezTo>
                  <a:lnTo>
                    <a:pt x="87115" y="1520"/>
                  </a:lnTo>
                  <a:cubicBezTo>
                    <a:pt x="87024" y="1277"/>
                    <a:pt x="87358" y="942"/>
                    <a:pt x="87480" y="882"/>
                  </a:cubicBezTo>
                  <a:cubicBezTo>
                    <a:pt x="87601" y="851"/>
                    <a:pt x="87601" y="730"/>
                    <a:pt x="87480" y="669"/>
                  </a:cubicBezTo>
                  <a:lnTo>
                    <a:pt x="87358" y="608"/>
                  </a:lnTo>
                  <a:cubicBezTo>
                    <a:pt x="87267" y="547"/>
                    <a:pt x="87358" y="487"/>
                    <a:pt x="87358" y="456"/>
                  </a:cubicBezTo>
                  <a:cubicBezTo>
                    <a:pt x="87388" y="426"/>
                    <a:pt x="87328" y="335"/>
                    <a:pt x="87297" y="304"/>
                  </a:cubicBezTo>
                  <a:cubicBezTo>
                    <a:pt x="87252" y="243"/>
                    <a:pt x="87229" y="213"/>
                    <a:pt x="87202" y="213"/>
                  </a:cubicBezTo>
                  <a:cubicBezTo>
                    <a:pt x="87176" y="213"/>
                    <a:pt x="87145" y="243"/>
                    <a:pt x="87084" y="304"/>
                  </a:cubicBezTo>
                  <a:lnTo>
                    <a:pt x="87024" y="304"/>
                  </a:lnTo>
                  <a:cubicBezTo>
                    <a:pt x="87007" y="312"/>
                    <a:pt x="86991" y="316"/>
                    <a:pt x="86975" y="316"/>
                  </a:cubicBezTo>
                  <a:cubicBezTo>
                    <a:pt x="86932" y="316"/>
                    <a:pt x="86894" y="288"/>
                    <a:pt x="86872" y="243"/>
                  </a:cubicBezTo>
                  <a:lnTo>
                    <a:pt x="86872" y="213"/>
                  </a:lnTo>
                  <a:lnTo>
                    <a:pt x="86872" y="183"/>
                  </a:lnTo>
                  <a:cubicBezTo>
                    <a:pt x="86932" y="91"/>
                    <a:pt x="86872" y="91"/>
                    <a:pt x="86750" y="91"/>
                  </a:cubicBezTo>
                  <a:lnTo>
                    <a:pt x="86598" y="91"/>
                  </a:lnTo>
                  <a:cubicBezTo>
                    <a:pt x="86591" y="95"/>
                    <a:pt x="86581" y="96"/>
                    <a:pt x="86568" y="96"/>
                  </a:cubicBezTo>
                  <a:cubicBezTo>
                    <a:pt x="86466" y="96"/>
                    <a:pt x="86189" y="0"/>
                    <a:pt x="86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1"/>
            <p:cNvSpPr/>
            <p:nvPr/>
          </p:nvSpPr>
          <p:spPr>
            <a:xfrm rot="2700000">
              <a:off x="6819017" y="1397400"/>
              <a:ext cx="2523601" cy="400471"/>
            </a:xfrm>
            <a:custGeom>
              <a:rect b="b" l="l" r="r" t="t"/>
              <a:pathLst>
                <a:path extrusionOk="0" h="16019" w="100945">
                  <a:moveTo>
                    <a:pt x="83846" y="323"/>
                  </a:moveTo>
                  <a:cubicBezTo>
                    <a:pt x="83893" y="323"/>
                    <a:pt x="83937" y="345"/>
                    <a:pt x="83954" y="395"/>
                  </a:cubicBezTo>
                  <a:cubicBezTo>
                    <a:pt x="83984" y="426"/>
                    <a:pt x="84015" y="487"/>
                    <a:pt x="84015" y="547"/>
                  </a:cubicBezTo>
                  <a:lnTo>
                    <a:pt x="83984" y="608"/>
                  </a:lnTo>
                  <a:cubicBezTo>
                    <a:pt x="83945" y="667"/>
                    <a:pt x="83893" y="701"/>
                    <a:pt x="83837" y="701"/>
                  </a:cubicBezTo>
                  <a:cubicBezTo>
                    <a:pt x="83806" y="701"/>
                    <a:pt x="83773" y="691"/>
                    <a:pt x="83741" y="669"/>
                  </a:cubicBezTo>
                  <a:lnTo>
                    <a:pt x="83711" y="669"/>
                  </a:lnTo>
                  <a:cubicBezTo>
                    <a:pt x="83650" y="639"/>
                    <a:pt x="83559" y="426"/>
                    <a:pt x="83680" y="395"/>
                  </a:cubicBezTo>
                  <a:lnTo>
                    <a:pt x="83741" y="365"/>
                  </a:lnTo>
                  <a:cubicBezTo>
                    <a:pt x="83768" y="338"/>
                    <a:pt x="83808" y="323"/>
                    <a:pt x="83846" y="323"/>
                  </a:cubicBezTo>
                  <a:close/>
                  <a:moveTo>
                    <a:pt x="81492" y="395"/>
                  </a:moveTo>
                  <a:cubicBezTo>
                    <a:pt x="81613" y="395"/>
                    <a:pt x="81735" y="456"/>
                    <a:pt x="81826" y="517"/>
                  </a:cubicBezTo>
                  <a:cubicBezTo>
                    <a:pt x="81826" y="578"/>
                    <a:pt x="81735" y="639"/>
                    <a:pt x="81613" y="669"/>
                  </a:cubicBezTo>
                  <a:lnTo>
                    <a:pt x="81583" y="699"/>
                  </a:lnTo>
                  <a:cubicBezTo>
                    <a:pt x="81577" y="701"/>
                    <a:pt x="81570" y="702"/>
                    <a:pt x="81565" y="702"/>
                  </a:cubicBezTo>
                  <a:cubicBezTo>
                    <a:pt x="81458" y="702"/>
                    <a:pt x="81434" y="453"/>
                    <a:pt x="81492" y="395"/>
                  </a:cubicBezTo>
                  <a:close/>
                  <a:moveTo>
                    <a:pt x="73467" y="566"/>
                  </a:moveTo>
                  <a:cubicBezTo>
                    <a:pt x="73510" y="566"/>
                    <a:pt x="73520" y="594"/>
                    <a:pt x="73498" y="639"/>
                  </a:cubicBezTo>
                  <a:lnTo>
                    <a:pt x="73498" y="669"/>
                  </a:lnTo>
                  <a:cubicBezTo>
                    <a:pt x="73447" y="720"/>
                    <a:pt x="73310" y="835"/>
                    <a:pt x="73214" y="835"/>
                  </a:cubicBezTo>
                  <a:cubicBezTo>
                    <a:pt x="73195" y="835"/>
                    <a:pt x="73178" y="831"/>
                    <a:pt x="73163" y="821"/>
                  </a:cubicBezTo>
                  <a:lnTo>
                    <a:pt x="73103" y="821"/>
                  </a:lnTo>
                  <a:cubicBezTo>
                    <a:pt x="72981" y="791"/>
                    <a:pt x="73042" y="699"/>
                    <a:pt x="73042" y="639"/>
                  </a:cubicBezTo>
                  <a:lnTo>
                    <a:pt x="73042" y="608"/>
                  </a:lnTo>
                  <a:cubicBezTo>
                    <a:pt x="73057" y="593"/>
                    <a:pt x="73133" y="593"/>
                    <a:pt x="73213" y="593"/>
                  </a:cubicBezTo>
                  <a:cubicBezTo>
                    <a:pt x="73293" y="593"/>
                    <a:pt x="73376" y="593"/>
                    <a:pt x="73407" y="578"/>
                  </a:cubicBezTo>
                  <a:cubicBezTo>
                    <a:pt x="73431" y="570"/>
                    <a:pt x="73451" y="566"/>
                    <a:pt x="73467" y="566"/>
                  </a:cubicBezTo>
                  <a:close/>
                  <a:moveTo>
                    <a:pt x="75990" y="547"/>
                  </a:moveTo>
                  <a:cubicBezTo>
                    <a:pt x="76112" y="547"/>
                    <a:pt x="76142" y="639"/>
                    <a:pt x="76142" y="669"/>
                  </a:cubicBezTo>
                  <a:cubicBezTo>
                    <a:pt x="76112" y="730"/>
                    <a:pt x="76112" y="791"/>
                    <a:pt x="76112" y="851"/>
                  </a:cubicBezTo>
                  <a:cubicBezTo>
                    <a:pt x="76112" y="860"/>
                    <a:pt x="76104" y="864"/>
                    <a:pt x="76091" y="864"/>
                  </a:cubicBezTo>
                  <a:cubicBezTo>
                    <a:pt x="76058" y="864"/>
                    <a:pt x="75994" y="842"/>
                    <a:pt x="75929" y="821"/>
                  </a:cubicBezTo>
                  <a:cubicBezTo>
                    <a:pt x="75838" y="760"/>
                    <a:pt x="75869" y="547"/>
                    <a:pt x="75990" y="547"/>
                  </a:cubicBezTo>
                  <a:close/>
                  <a:moveTo>
                    <a:pt x="57631" y="760"/>
                  </a:moveTo>
                  <a:lnTo>
                    <a:pt x="57844" y="851"/>
                  </a:lnTo>
                  <a:cubicBezTo>
                    <a:pt x="57824" y="969"/>
                    <a:pt x="57754" y="1036"/>
                    <a:pt x="57666" y="1036"/>
                  </a:cubicBezTo>
                  <a:cubicBezTo>
                    <a:pt x="57617" y="1036"/>
                    <a:pt x="57563" y="1016"/>
                    <a:pt x="57510" y="973"/>
                  </a:cubicBezTo>
                  <a:lnTo>
                    <a:pt x="57418" y="912"/>
                  </a:lnTo>
                  <a:cubicBezTo>
                    <a:pt x="57388" y="882"/>
                    <a:pt x="57449" y="821"/>
                    <a:pt x="57570" y="760"/>
                  </a:cubicBezTo>
                  <a:close/>
                  <a:moveTo>
                    <a:pt x="59994" y="748"/>
                  </a:moveTo>
                  <a:cubicBezTo>
                    <a:pt x="60059" y="748"/>
                    <a:pt x="60228" y="890"/>
                    <a:pt x="60306" y="943"/>
                  </a:cubicBezTo>
                  <a:lnTo>
                    <a:pt x="60154" y="1034"/>
                  </a:lnTo>
                  <a:lnTo>
                    <a:pt x="60124" y="1064"/>
                  </a:lnTo>
                  <a:cubicBezTo>
                    <a:pt x="60002" y="1003"/>
                    <a:pt x="59941" y="882"/>
                    <a:pt x="59972" y="760"/>
                  </a:cubicBezTo>
                  <a:cubicBezTo>
                    <a:pt x="59976" y="752"/>
                    <a:pt x="59984" y="748"/>
                    <a:pt x="59994" y="748"/>
                  </a:cubicBezTo>
                  <a:close/>
                  <a:moveTo>
                    <a:pt x="61674" y="821"/>
                  </a:moveTo>
                  <a:lnTo>
                    <a:pt x="61674" y="851"/>
                  </a:lnTo>
                  <a:cubicBezTo>
                    <a:pt x="61765" y="851"/>
                    <a:pt x="62008" y="943"/>
                    <a:pt x="61887" y="1064"/>
                  </a:cubicBezTo>
                  <a:lnTo>
                    <a:pt x="61856" y="1064"/>
                  </a:lnTo>
                  <a:lnTo>
                    <a:pt x="61735" y="1003"/>
                  </a:lnTo>
                  <a:cubicBezTo>
                    <a:pt x="61613" y="912"/>
                    <a:pt x="61583" y="821"/>
                    <a:pt x="61674" y="821"/>
                  </a:cubicBezTo>
                  <a:close/>
                  <a:moveTo>
                    <a:pt x="45139" y="1003"/>
                  </a:moveTo>
                  <a:cubicBezTo>
                    <a:pt x="45169" y="1003"/>
                    <a:pt x="45199" y="1003"/>
                    <a:pt x="45230" y="1034"/>
                  </a:cubicBezTo>
                  <a:lnTo>
                    <a:pt x="45230" y="1155"/>
                  </a:lnTo>
                  <a:cubicBezTo>
                    <a:pt x="45108" y="1186"/>
                    <a:pt x="44987" y="1216"/>
                    <a:pt x="44865" y="1247"/>
                  </a:cubicBezTo>
                  <a:lnTo>
                    <a:pt x="44713" y="1277"/>
                  </a:lnTo>
                  <a:cubicBezTo>
                    <a:pt x="44622" y="1186"/>
                    <a:pt x="44743" y="1125"/>
                    <a:pt x="44987" y="1125"/>
                  </a:cubicBezTo>
                  <a:lnTo>
                    <a:pt x="45139" y="1003"/>
                  </a:lnTo>
                  <a:close/>
                  <a:moveTo>
                    <a:pt x="31659" y="1304"/>
                  </a:moveTo>
                  <a:cubicBezTo>
                    <a:pt x="31730" y="1304"/>
                    <a:pt x="31700" y="1496"/>
                    <a:pt x="31643" y="1581"/>
                  </a:cubicBezTo>
                  <a:cubicBezTo>
                    <a:pt x="31586" y="1618"/>
                    <a:pt x="31542" y="1644"/>
                    <a:pt x="31516" y="1644"/>
                  </a:cubicBezTo>
                  <a:cubicBezTo>
                    <a:pt x="31500" y="1644"/>
                    <a:pt x="31491" y="1634"/>
                    <a:pt x="31491" y="1611"/>
                  </a:cubicBezTo>
                  <a:cubicBezTo>
                    <a:pt x="31491" y="1550"/>
                    <a:pt x="31400" y="1459"/>
                    <a:pt x="31339" y="1459"/>
                  </a:cubicBezTo>
                  <a:cubicBezTo>
                    <a:pt x="31308" y="1459"/>
                    <a:pt x="31308" y="1399"/>
                    <a:pt x="31308" y="1399"/>
                  </a:cubicBezTo>
                  <a:cubicBezTo>
                    <a:pt x="31400" y="1338"/>
                    <a:pt x="31521" y="1307"/>
                    <a:pt x="31643" y="1307"/>
                  </a:cubicBezTo>
                  <a:cubicBezTo>
                    <a:pt x="31649" y="1305"/>
                    <a:pt x="31654" y="1304"/>
                    <a:pt x="31659" y="1304"/>
                  </a:cubicBezTo>
                  <a:close/>
                  <a:moveTo>
                    <a:pt x="25077" y="1459"/>
                  </a:moveTo>
                  <a:cubicBezTo>
                    <a:pt x="25229" y="1459"/>
                    <a:pt x="25381" y="1490"/>
                    <a:pt x="25503" y="1520"/>
                  </a:cubicBezTo>
                  <a:cubicBezTo>
                    <a:pt x="25533" y="1550"/>
                    <a:pt x="25564" y="1581"/>
                    <a:pt x="25503" y="1642"/>
                  </a:cubicBezTo>
                  <a:cubicBezTo>
                    <a:pt x="25453" y="1691"/>
                    <a:pt x="25404" y="1741"/>
                    <a:pt x="25321" y="1741"/>
                  </a:cubicBezTo>
                  <a:cubicBezTo>
                    <a:pt x="25302" y="1741"/>
                    <a:pt x="25282" y="1738"/>
                    <a:pt x="25260" y="1733"/>
                  </a:cubicBezTo>
                  <a:lnTo>
                    <a:pt x="25138" y="1702"/>
                  </a:lnTo>
                  <a:cubicBezTo>
                    <a:pt x="24925" y="1642"/>
                    <a:pt x="24895" y="1581"/>
                    <a:pt x="25017" y="1520"/>
                  </a:cubicBezTo>
                  <a:lnTo>
                    <a:pt x="25077" y="1459"/>
                  </a:lnTo>
                  <a:close/>
                  <a:moveTo>
                    <a:pt x="24429" y="1423"/>
                  </a:moveTo>
                  <a:cubicBezTo>
                    <a:pt x="24516" y="1423"/>
                    <a:pt x="24478" y="1498"/>
                    <a:pt x="24530" y="1550"/>
                  </a:cubicBezTo>
                  <a:lnTo>
                    <a:pt x="24591" y="1611"/>
                  </a:lnTo>
                  <a:cubicBezTo>
                    <a:pt x="24469" y="1672"/>
                    <a:pt x="24348" y="1763"/>
                    <a:pt x="24226" y="1794"/>
                  </a:cubicBezTo>
                  <a:cubicBezTo>
                    <a:pt x="24203" y="1817"/>
                    <a:pt x="24180" y="1827"/>
                    <a:pt x="24160" y="1827"/>
                  </a:cubicBezTo>
                  <a:cubicBezTo>
                    <a:pt x="24128" y="1827"/>
                    <a:pt x="24105" y="1801"/>
                    <a:pt x="24105" y="1763"/>
                  </a:cubicBezTo>
                  <a:lnTo>
                    <a:pt x="24074" y="1763"/>
                  </a:lnTo>
                  <a:cubicBezTo>
                    <a:pt x="24135" y="1642"/>
                    <a:pt x="24196" y="1520"/>
                    <a:pt x="24257" y="1429"/>
                  </a:cubicBezTo>
                  <a:lnTo>
                    <a:pt x="24378" y="1429"/>
                  </a:lnTo>
                  <a:cubicBezTo>
                    <a:pt x="24399" y="1425"/>
                    <a:pt x="24416" y="1423"/>
                    <a:pt x="24429" y="1423"/>
                  </a:cubicBezTo>
                  <a:close/>
                  <a:moveTo>
                    <a:pt x="17478" y="1763"/>
                  </a:moveTo>
                  <a:lnTo>
                    <a:pt x="17600" y="1885"/>
                  </a:lnTo>
                  <a:cubicBezTo>
                    <a:pt x="17782" y="1885"/>
                    <a:pt x="17874" y="1976"/>
                    <a:pt x="17813" y="2098"/>
                  </a:cubicBezTo>
                  <a:lnTo>
                    <a:pt x="17752" y="2158"/>
                  </a:lnTo>
                  <a:cubicBezTo>
                    <a:pt x="17714" y="2209"/>
                    <a:pt x="17681" y="2233"/>
                    <a:pt x="17656" y="2233"/>
                  </a:cubicBezTo>
                  <a:cubicBezTo>
                    <a:pt x="17621" y="2233"/>
                    <a:pt x="17600" y="2186"/>
                    <a:pt x="17600" y="2098"/>
                  </a:cubicBezTo>
                  <a:cubicBezTo>
                    <a:pt x="17539" y="2098"/>
                    <a:pt x="17326" y="2006"/>
                    <a:pt x="17326" y="1946"/>
                  </a:cubicBezTo>
                  <a:cubicBezTo>
                    <a:pt x="17357" y="1885"/>
                    <a:pt x="17418" y="1824"/>
                    <a:pt x="17478" y="1763"/>
                  </a:cubicBezTo>
                  <a:close/>
                  <a:moveTo>
                    <a:pt x="15599" y="1931"/>
                  </a:moveTo>
                  <a:cubicBezTo>
                    <a:pt x="15616" y="1931"/>
                    <a:pt x="15635" y="1936"/>
                    <a:pt x="15655" y="1946"/>
                  </a:cubicBezTo>
                  <a:lnTo>
                    <a:pt x="15776" y="2006"/>
                  </a:lnTo>
                  <a:cubicBezTo>
                    <a:pt x="15801" y="1998"/>
                    <a:pt x="15823" y="1994"/>
                    <a:pt x="15842" y="1994"/>
                  </a:cubicBezTo>
                  <a:cubicBezTo>
                    <a:pt x="15893" y="1994"/>
                    <a:pt x="15920" y="2023"/>
                    <a:pt x="15898" y="2067"/>
                  </a:cubicBezTo>
                  <a:cubicBezTo>
                    <a:pt x="15898" y="2128"/>
                    <a:pt x="15867" y="2189"/>
                    <a:pt x="15867" y="2250"/>
                  </a:cubicBezTo>
                  <a:cubicBezTo>
                    <a:pt x="15867" y="2265"/>
                    <a:pt x="15837" y="2272"/>
                    <a:pt x="15791" y="2272"/>
                  </a:cubicBezTo>
                  <a:cubicBezTo>
                    <a:pt x="15746" y="2272"/>
                    <a:pt x="15685" y="2265"/>
                    <a:pt x="15624" y="2250"/>
                  </a:cubicBezTo>
                  <a:lnTo>
                    <a:pt x="15594" y="2250"/>
                  </a:lnTo>
                  <a:cubicBezTo>
                    <a:pt x="15558" y="2285"/>
                    <a:pt x="15532" y="2298"/>
                    <a:pt x="15509" y="2298"/>
                  </a:cubicBezTo>
                  <a:cubicBezTo>
                    <a:pt x="15474" y="2298"/>
                    <a:pt x="15448" y="2268"/>
                    <a:pt x="15412" y="2250"/>
                  </a:cubicBezTo>
                  <a:cubicBezTo>
                    <a:pt x="15320" y="2189"/>
                    <a:pt x="15320" y="2128"/>
                    <a:pt x="15412" y="2067"/>
                  </a:cubicBezTo>
                  <a:cubicBezTo>
                    <a:pt x="15462" y="2042"/>
                    <a:pt x="15513" y="1931"/>
                    <a:pt x="15599" y="1931"/>
                  </a:cubicBezTo>
                  <a:close/>
                  <a:moveTo>
                    <a:pt x="88878" y="2250"/>
                  </a:moveTo>
                  <a:cubicBezTo>
                    <a:pt x="89060" y="2310"/>
                    <a:pt x="89091" y="2432"/>
                    <a:pt x="89060" y="2432"/>
                  </a:cubicBezTo>
                  <a:cubicBezTo>
                    <a:pt x="88923" y="2432"/>
                    <a:pt x="88761" y="2382"/>
                    <a:pt x="88619" y="2328"/>
                  </a:cubicBezTo>
                  <a:lnTo>
                    <a:pt x="88619" y="2328"/>
                  </a:lnTo>
                  <a:lnTo>
                    <a:pt x="88787" y="2280"/>
                  </a:lnTo>
                  <a:lnTo>
                    <a:pt x="88878" y="2250"/>
                  </a:lnTo>
                  <a:close/>
                  <a:moveTo>
                    <a:pt x="90560" y="2156"/>
                  </a:moveTo>
                  <a:cubicBezTo>
                    <a:pt x="90568" y="2156"/>
                    <a:pt x="90580" y="2182"/>
                    <a:pt x="90580" y="2219"/>
                  </a:cubicBezTo>
                  <a:cubicBezTo>
                    <a:pt x="90580" y="2371"/>
                    <a:pt x="90458" y="2462"/>
                    <a:pt x="90337" y="2462"/>
                  </a:cubicBezTo>
                  <a:lnTo>
                    <a:pt x="90215" y="2432"/>
                  </a:lnTo>
                  <a:lnTo>
                    <a:pt x="90124" y="2402"/>
                  </a:lnTo>
                  <a:cubicBezTo>
                    <a:pt x="90089" y="2407"/>
                    <a:pt x="90061" y="2410"/>
                    <a:pt x="90039" y="2410"/>
                  </a:cubicBezTo>
                  <a:cubicBezTo>
                    <a:pt x="89944" y="2410"/>
                    <a:pt x="89953" y="2365"/>
                    <a:pt x="90003" y="2341"/>
                  </a:cubicBezTo>
                  <a:cubicBezTo>
                    <a:pt x="90063" y="2310"/>
                    <a:pt x="90033" y="2250"/>
                    <a:pt x="90003" y="2219"/>
                  </a:cubicBezTo>
                  <a:cubicBezTo>
                    <a:pt x="89994" y="2210"/>
                    <a:pt x="90011" y="2207"/>
                    <a:pt x="90041" y="2207"/>
                  </a:cubicBezTo>
                  <a:cubicBezTo>
                    <a:pt x="90114" y="2207"/>
                    <a:pt x="90264" y="2228"/>
                    <a:pt x="90307" y="2250"/>
                  </a:cubicBezTo>
                  <a:cubicBezTo>
                    <a:pt x="90331" y="2258"/>
                    <a:pt x="90355" y="2262"/>
                    <a:pt x="90379" y="2262"/>
                  </a:cubicBezTo>
                  <a:cubicBezTo>
                    <a:pt x="90444" y="2262"/>
                    <a:pt x="90505" y="2233"/>
                    <a:pt x="90550" y="2189"/>
                  </a:cubicBezTo>
                  <a:cubicBezTo>
                    <a:pt x="90550" y="2166"/>
                    <a:pt x="90554" y="2156"/>
                    <a:pt x="90560" y="2156"/>
                  </a:cubicBezTo>
                  <a:close/>
                  <a:moveTo>
                    <a:pt x="94501" y="2979"/>
                  </a:moveTo>
                  <a:lnTo>
                    <a:pt x="94683" y="3009"/>
                  </a:lnTo>
                  <a:lnTo>
                    <a:pt x="94775" y="3009"/>
                  </a:lnTo>
                  <a:cubicBezTo>
                    <a:pt x="94927" y="3070"/>
                    <a:pt x="94987" y="3222"/>
                    <a:pt x="94927" y="3313"/>
                  </a:cubicBezTo>
                  <a:cubicBezTo>
                    <a:pt x="94913" y="3332"/>
                    <a:pt x="94889" y="3340"/>
                    <a:pt x="94859" y="3340"/>
                  </a:cubicBezTo>
                  <a:cubicBezTo>
                    <a:pt x="94689" y="3340"/>
                    <a:pt x="94310" y="3091"/>
                    <a:pt x="94258" y="3040"/>
                  </a:cubicBezTo>
                  <a:cubicBezTo>
                    <a:pt x="94197" y="3009"/>
                    <a:pt x="94288" y="2979"/>
                    <a:pt x="94501" y="2979"/>
                  </a:cubicBezTo>
                  <a:close/>
                  <a:moveTo>
                    <a:pt x="11430" y="3344"/>
                  </a:moveTo>
                  <a:cubicBezTo>
                    <a:pt x="11490" y="3344"/>
                    <a:pt x="11551" y="3374"/>
                    <a:pt x="11551" y="3435"/>
                  </a:cubicBezTo>
                  <a:lnTo>
                    <a:pt x="11399" y="3526"/>
                  </a:lnTo>
                  <a:cubicBezTo>
                    <a:pt x="11247" y="3617"/>
                    <a:pt x="11126" y="3678"/>
                    <a:pt x="10974" y="3739"/>
                  </a:cubicBezTo>
                  <a:lnTo>
                    <a:pt x="10974" y="3709"/>
                  </a:lnTo>
                  <a:lnTo>
                    <a:pt x="10943" y="3709"/>
                  </a:lnTo>
                  <a:cubicBezTo>
                    <a:pt x="10974" y="3587"/>
                    <a:pt x="11065" y="3496"/>
                    <a:pt x="11156" y="3405"/>
                  </a:cubicBezTo>
                  <a:cubicBezTo>
                    <a:pt x="11217" y="3374"/>
                    <a:pt x="11338" y="3344"/>
                    <a:pt x="11430" y="3344"/>
                  </a:cubicBezTo>
                  <a:close/>
                  <a:moveTo>
                    <a:pt x="20559" y="3545"/>
                  </a:moveTo>
                  <a:cubicBezTo>
                    <a:pt x="20642" y="3545"/>
                    <a:pt x="20763" y="3573"/>
                    <a:pt x="20852" y="3617"/>
                  </a:cubicBezTo>
                  <a:lnTo>
                    <a:pt x="20974" y="3709"/>
                  </a:lnTo>
                  <a:lnTo>
                    <a:pt x="20974" y="3769"/>
                  </a:lnTo>
                  <a:cubicBezTo>
                    <a:pt x="20974" y="3800"/>
                    <a:pt x="20944" y="3830"/>
                    <a:pt x="20913" y="3830"/>
                  </a:cubicBezTo>
                  <a:lnTo>
                    <a:pt x="20822" y="3830"/>
                  </a:lnTo>
                  <a:cubicBezTo>
                    <a:pt x="20700" y="3800"/>
                    <a:pt x="20579" y="3739"/>
                    <a:pt x="20488" y="3678"/>
                  </a:cubicBezTo>
                  <a:cubicBezTo>
                    <a:pt x="20427" y="3648"/>
                    <a:pt x="20427" y="3587"/>
                    <a:pt x="20488" y="3557"/>
                  </a:cubicBezTo>
                  <a:cubicBezTo>
                    <a:pt x="20504" y="3548"/>
                    <a:pt x="20529" y="3545"/>
                    <a:pt x="20559" y="3545"/>
                  </a:cubicBezTo>
                  <a:close/>
                  <a:moveTo>
                    <a:pt x="14256" y="3769"/>
                  </a:moveTo>
                  <a:cubicBezTo>
                    <a:pt x="14287" y="3800"/>
                    <a:pt x="14317" y="3861"/>
                    <a:pt x="14317" y="3921"/>
                  </a:cubicBezTo>
                  <a:cubicBezTo>
                    <a:pt x="14317" y="3946"/>
                    <a:pt x="14496" y="3990"/>
                    <a:pt x="14597" y="3990"/>
                  </a:cubicBezTo>
                  <a:cubicBezTo>
                    <a:pt x="14621" y="3990"/>
                    <a:pt x="14640" y="3988"/>
                    <a:pt x="14652" y="3982"/>
                  </a:cubicBezTo>
                  <a:cubicBezTo>
                    <a:pt x="14661" y="3979"/>
                    <a:pt x="14670" y="3977"/>
                    <a:pt x="14677" y="3977"/>
                  </a:cubicBezTo>
                  <a:cubicBezTo>
                    <a:pt x="14742" y="3977"/>
                    <a:pt x="14733" y="4086"/>
                    <a:pt x="14652" y="4195"/>
                  </a:cubicBezTo>
                  <a:lnTo>
                    <a:pt x="14378" y="4165"/>
                  </a:lnTo>
                  <a:lnTo>
                    <a:pt x="14226" y="4165"/>
                  </a:lnTo>
                  <a:cubicBezTo>
                    <a:pt x="14060" y="4165"/>
                    <a:pt x="14020" y="4039"/>
                    <a:pt x="14060" y="4039"/>
                  </a:cubicBezTo>
                  <a:cubicBezTo>
                    <a:pt x="14064" y="4039"/>
                    <a:pt x="14069" y="4040"/>
                    <a:pt x="14074" y="4043"/>
                  </a:cubicBezTo>
                  <a:cubicBezTo>
                    <a:pt x="14090" y="4051"/>
                    <a:pt x="14107" y="4055"/>
                    <a:pt x="14122" y="4055"/>
                  </a:cubicBezTo>
                  <a:cubicBezTo>
                    <a:pt x="14163" y="4055"/>
                    <a:pt x="14196" y="4027"/>
                    <a:pt x="14196" y="3982"/>
                  </a:cubicBezTo>
                  <a:cubicBezTo>
                    <a:pt x="14226" y="3921"/>
                    <a:pt x="14226" y="3830"/>
                    <a:pt x="14256" y="3769"/>
                  </a:cubicBezTo>
                  <a:close/>
                  <a:moveTo>
                    <a:pt x="13161" y="3992"/>
                  </a:moveTo>
                  <a:cubicBezTo>
                    <a:pt x="13279" y="3992"/>
                    <a:pt x="13390" y="4039"/>
                    <a:pt x="13466" y="4134"/>
                  </a:cubicBezTo>
                  <a:lnTo>
                    <a:pt x="13497" y="4134"/>
                  </a:lnTo>
                  <a:cubicBezTo>
                    <a:pt x="13360" y="4216"/>
                    <a:pt x="13285" y="4261"/>
                    <a:pt x="13221" y="4261"/>
                  </a:cubicBezTo>
                  <a:cubicBezTo>
                    <a:pt x="13143" y="4261"/>
                    <a:pt x="13083" y="4194"/>
                    <a:pt x="12949" y="4043"/>
                  </a:cubicBezTo>
                  <a:cubicBezTo>
                    <a:pt x="13018" y="4009"/>
                    <a:pt x="13091" y="3992"/>
                    <a:pt x="13161" y="3992"/>
                  </a:cubicBezTo>
                  <a:close/>
                  <a:moveTo>
                    <a:pt x="96659" y="4073"/>
                  </a:moveTo>
                  <a:cubicBezTo>
                    <a:pt x="96720" y="4256"/>
                    <a:pt x="96750" y="4377"/>
                    <a:pt x="96720" y="4408"/>
                  </a:cubicBezTo>
                  <a:cubicBezTo>
                    <a:pt x="96690" y="4423"/>
                    <a:pt x="96652" y="4430"/>
                    <a:pt x="96614" y="4430"/>
                  </a:cubicBezTo>
                  <a:cubicBezTo>
                    <a:pt x="96576" y="4430"/>
                    <a:pt x="96538" y="4423"/>
                    <a:pt x="96507" y="4408"/>
                  </a:cubicBezTo>
                  <a:cubicBezTo>
                    <a:pt x="96477" y="4408"/>
                    <a:pt x="96355" y="4438"/>
                    <a:pt x="96234" y="4499"/>
                  </a:cubicBezTo>
                  <a:lnTo>
                    <a:pt x="96112" y="4529"/>
                  </a:lnTo>
                  <a:lnTo>
                    <a:pt x="96082" y="4529"/>
                  </a:lnTo>
                  <a:cubicBezTo>
                    <a:pt x="95991" y="4438"/>
                    <a:pt x="96021" y="4225"/>
                    <a:pt x="96142" y="4073"/>
                  </a:cubicBezTo>
                  <a:close/>
                  <a:moveTo>
                    <a:pt x="87766" y="10065"/>
                  </a:moveTo>
                  <a:cubicBezTo>
                    <a:pt x="87824" y="10065"/>
                    <a:pt x="87875" y="10071"/>
                    <a:pt x="87905" y="10092"/>
                  </a:cubicBezTo>
                  <a:cubicBezTo>
                    <a:pt x="87996" y="10122"/>
                    <a:pt x="87936" y="10183"/>
                    <a:pt x="87814" y="10183"/>
                  </a:cubicBezTo>
                  <a:cubicBezTo>
                    <a:pt x="87692" y="10183"/>
                    <a:pt x="87328" y="10092"/>
                    <a:pt x="87419" y="10092"/>
                  </a:cubicBezTo>
                  <a:cubicBezTo>
                    <a:pt x="87500" y="10092"/>
                    <a:pt x="87649" y="10065"/>
                    <a:pt x="87766" y="10065"/>
                  </a:cubicBezTo>
                  <a:close/>
                  <a:moveTo>
                    <a:pt x="88865" y="10153"/>
                  </a:moveTo>
                  <a:lnTo>
                    <a:pt x="88865" y="10153"/>
                  </a:lnTo>
                  <a:cubicBezTo>
                    <a:pt x="88827" y="10153"/>
                    <a:pt x="88789" y="10154"/>
                    <a:pt x="88750" y="10156"/>
                  </a:cubicBezTo>
                  <a:lnTo>
                    <a:pt x="88750" y="10156"/>
                  </a:lnTo>
                  <a:cubicBezTo>
                    <a:pt x="88781" y="10173"/>
                    <a:pt x="88813" y="10190"/>
                    <a:pt x="88845" y="10206"/>
                  </a:cubicBezTo>
                  <a:lnTo>
                    <a:pt x="88845" y="10206"/>
                  </a:lnTo>
                  <a:cubicBezTo>
                    <a:pt x="88854" y="10191"/>
                    <a:pt x="88860" y="10172"/>
                    <a:pt x="88865" y="10153"/>
                  </a:cubicBezTo>
                  <a:close/>
                  <a:moveTo>
                    <a:pt x="86568" y="9909"/>
                  </a:moveTo>
                  <a:cubicBezTo>
                    <a:pt x="86689" y="9909"/>
                    <a:pt x="86781" y="9970"/>
                    <a:pt x="86750" y="10031"/>
                  </a:cubicBezTo>
                  <a:cubicBezTo>
                    <a:pt x="86689" y="10122"/>
                    <a:pt x="86598" y="10183"/>
                    <a:pt x="86477" y="10244"/>
                  </a:cubicBezTo>
                  <a:lnTo>
                    <a:pt x="86385" y="10244"/>
                  </a:lnTo>
                  <a:cubicBezTo>
                    <a:pt x="86325" y="10152"/>
                    <a:pt x="86355" y="10061"/>
                    <a:pt x="86416" y="9970"/>
                  </a:cubicBezTo>
                  <a:lnTo>
                    <a:pt x="86507" y="9940"/>
                  </a:lnTo>
                  <a:lnTo>
                    <a:pt x="86568" y="9909"/>
                  </a:lnTo>
                  <a:close/>
                  <a:moveTo>
                    <a:pt x="88753" y="10535"/>
                  </a:moveTo>
                  <a:cubicBezTo>
                    <a:pt x="88814" y="10535"/>
                    <a:pt x="88876" y="10539"/>
                    <a:pt x="88939" y="10548"/>
                  </a:cubicBezTo>
                  <a:cubicBezTo>
                    <a:pt x="89060" y="10548"/>
                    <a:pt x="89000" y="10791"/>
                    <a:pt x="88908" y="10791"/>
                  </a:cubicBezTo>
                  <a:cubicBezTo>
                    <a:pt x="88824" y="10791"/>
                    <a:pt x="88585" y="10635"/>
                    <a:pt x="88453" y="10635"/>
                  </a:cubicBezTo>
                  <a:cubicBezTo>
                    <a:pt x="88442" y="10635"/>
                    <a:pt x="88431" y="10636"/>
                    <a:pt x="88422" y="10639"/>
                  </a:cubicBezTo>
                  <a:cubicBezTo>
                    <a:pt x="88395" y="10648"/>
                    <a:pt x="88374" y="10651"/>
                    <a:pt x="88358" y="10651"/>
                  </a:cubicBezTo>
                  <a:cubicBezTo>
                    <a:pt x="88318" y="10651"/>
                    <a:pt x="88309" y="10630"/>
                    <a:pt x="88331" y="10608"/>
                  </a:cubicBezTo>
                  <a:lnTo>
                    <a:pt x="88331" y="10578"/>
                  </a:lnTo>
                  <a:cubicBezTo>
                    <a:pt x="88460" y="10556"/>
                    <a:pt x="88604" y="10535"/>
                    <a:pt x="88753" y="10535"/>
                  </a:cubicBezTo>
                  <a:close/>
                  <a:moveTo>
                    <a:pt x="89395" y="11368"/>
                  </a:moveTo>
                  <a:cubicBezTo>
                    <a:pt x="89425" y="11368"/>
                    <a:pt x="89425" y="11399"/>
                    <a:pt x="89455" y="11429"/>
                  </a:cubicBezTo>
                  <a:lnTo>
                    <a:pt x="89516" y="11459"/>
                  </a:lnTo>
                  <a:cubicBezTo>
                    <a:pt x="89607" y="11520"/>
                    <a:pt x="89547" y="11611"/>
                    <a:pt x="89425" y="11642"/>
                  </a:cubicBezTo>
                  <a:lnTo>
                    <a:pt x="89334" y="11672"/>
                  </a:lnTo>
                  <a:lnTo>
                    <a:pt x="89243" y="11703"/>
                  </a:lnTo>
                  <a:cubicBezTo>
                    <a:pt x="89236" y="11706"/>
                    <a:pt x="89230" y="11707"/>
                    <a:pt x="89225" y="11707"/>
                  </a:cubicBezTo>
                  <a:cubicBezTo>
                    <a:pt x="89183" y="11707"/>
                    <a:pt x="89189" y="11608"/>
                    <a:pt x="89243" y="11581"/>
                  </a:cubicBezTo>
                  <a:cubicBezTo>
                    <a:pt x="89303" y="11520"/>
                    <a:pt x="89334" y="11490"/>
                    <a:pt x="89334" y="11459"/>
                  </a:cubicBezTo>
                  <a:cubicBezTo>
                    <a:pt x="89303" y="11429"/>
                    <a:pt x="89303" y="11368"/>
                    <a:pt x="89334" y="11368"/>
                  </a:cubicBezTo>
                  <a:close/>
                  <a:moveTo>
                    <a:pt x="98088" y="11581"/>
                  </a:moveTo>
                  <a:cubicBezTo>
                    <a:pt x="98118" y="11642"/>
                    <a:pt x="98240" y="11824"/>
                    <a:pt x="98240" y="11885"/>
                  </a:cubicBezTo>
                  <a:cubicBezTo>
                    <a:pt x="98218" y="11929"/>
                    <a:pt x="98179" y="11958"/>
                    <a:pt x="98136" y="11958"/>
                  </a:cubicBezTo>
                  <a:cubicBezTo>
                    <a:pt x="98120" y="11958"/>
                    <a:pt x="98104" y="11954"/>
                    <a:pt x="98088" y="11946"/>
                  </a:cubicBezTo>
                  <a:cubicBezTo>
                    <a:pt x="98075" y="11933"/>
                    <a:pt x="98057" y="11928"/>
                    <a:pt x="98036" y="11928"/>
                  </a:cubicBezTo>
                  <a:cubicBezTo>
                    <a:pt x="97978" y="11928"/>
                    <a:pt x="97899" y="11963"/>
                    <a:pt x="97851" y="11963"/>
                  </a:cubicBezTo>
                  <a:cubicBezTo>
                    <a:pt x="97834" y="11963"/>
                    <a:pt x="97821" y="11959"/>
                    <a:pt x="97814" y="11946"/>
                  </a:cubicBezTo>
                  <a:lnTo>
                    <a:pt x="97784" y="11946"/>
                  </a:lnTo>
                  <a:cubicBezTo>
                    <a:pt x="97693" y="11915"/>
                    <a:pt x="97601" y="11855"/>
                    <a:pt x="97510" y="11824"/>
                  </a:cubicBezTo>
                  <a:cubicBezTo>
                    <a:pt x="97510" y="11794"/>
                    <a:pt x="97510" y="11763"/>
                    <a:pt x="97510" y="11733"/>
                  </a:cubicBezTo>
                  <a:cubicBezTo>
                    <a:pt x="97632" y="11733"/>
                    <a:pt x="97723" y="11763"/>
                    <a:pt x="97845" y="11794"/>
                  </a:cubicBezTo>
                  <a:lnTo>
                    <a:pt x="97997" y="11672"/>
                  </a:lnTo>
                  <a:lnTo>
                    <a:pt x="98088" y="11581"/>
                  </a:lnTo>
                  <a:close/>
                  <a:moveTo>
                    <a:pt x="99162" y="12390"/>
                  </a:moveTo>
                  <a:cubicBezTo>
                    <a:pt x="99250" y="12390"/>
                    <a:pt x="99296" y="12424"/>
                    <a:pt x="99273" y="12493"/>
                  </a:cubicBezTo>
                  <a:lnTo>
                    <a:pt x="99243" y="12523"/>
                  </a:lnTo>
                  <a:cubicBezTo>
                    <a:pt x="99221" y="12609"/>
                    <a:pt x="99093" y="12695"/>
                    <a:pt x="99020" y="12695"/>
                  </a:cubicBezTo>
                  <a:cubicBezTo>
                    <a:pt x="98990" y="12695"/>
                    <a:pt x="98969" y="12680"/>
                    <a:pt x="98969" y="12645"/>
                  </a:cubicBezTo>
                  <a:lnTo>
                    <a:pt x="98939" y="12645"/>
                  </a:lnTo>
                  <a:cubicBezTo>
                    <a:pt x="98817" y="12554"/>
                    <a:pt x="98878" y="12523"/>
                    <a:pt x="98969" y="12462"/>
                  </a:cubicBezTo>
                  <a:lnTo>
                    <a:pt x="99060" y="12402"/>
                  </a:lnTo>
                  <a:cubicBezTo>
                    <a:pt x="99098" y="12394"/>
                    <a:pt x="99133" y="12390"/>
                    <a:pt x="99162" y="12390"/>
                  </a:cubicBezTo>
                  <a:close/>
                  <a:moveTo>
                    <a:pt x="97932" y="12926"/>
                  </a:moveTo>
                  <a:cubicBezTo>
                    <a:pt x="97974" y="12926"/>
                    <a:pt x="98027" y="12934"/>
                    <a:pt x="98088" y="12949"/>
                  </a:cubicBezTo>
                  <a:lnTo>
                    <a:pt x="98088" y="13040"/>
                  </a:lnTo>
                  <a:cubicBezTo>
                    <a:pt x="98057" y="13040"/>
                    <a:pt x="98301" y="13314"/>
                    <a:pt x="98209" y="13435"/>
                  </a:cubicBezTo>
                  <a:cubicBezTo>
                    <a:pt x="98149" y="13557"/>
                    <a:pt x="98027" y="13618"/>
                    <a:pt x="97997" y="13618"/>
                  </a:cubicBezTo>
                  <a:cubicBezTo>
                    <a:pt x="97966" y="13618"/>
                    <a:pt x="97997" y="13466"/>
                    <a:pt x="97966" y="13405"/>
                  </a:cubicBezTo>
                  <a:cubicBezTo>
                    <a:pt x="97936" y="13344"/>
                    <a:pt x="97966" y="13192"/>
                    <a:pt x="97936" y="13162"/>
                  </a:cubicBezTo>
                  <a:cubicBezTo>
                    <a:pt x="97905" y="13101"/>
                    <a:pt x="97814" y="12979"/>
                    <a:pt x="97845" y="12949"/>
                  </a:cubicBezTo>
                  <a:cubicBezTo>
                    <a:pt x="97860" y="12934"/>
                    <a:pt x="97890" y="12926"/>
                    <a:pt x="97932" y="12926"/>
                  </a:cubicBezTo>
                  <a:close/>
                  <a:moveTo>
                    <a:pt x="9810" y="13775"/>
                  </a:moveTo>
                  <a:cubicBezTo>
                    <a:pt x="9866" y="13775"/>
                    <a:pt x="9888" y="13825"/>
                    <a:pt x="9910" y="13891"/>
                  </a:cubicBezTo>
                  <a:cubicBezTo>
                    <a:pt x="9920" y="13921"/>
                    <a:pt x="9930" y="13932"/>
                    <a:pt x="9941" y="13932"/>
                  </a:cubicBezTo>
                  <a:cubicBezTo>
                    <a:pt x="9964" y="13932"/>
                    <a:pt x="9991" y="13891"/>
                    <a:pt x="10031" y="13891"/>
                  </a:cubicBezTo>
                  <a:lnTo>
                    <a:pt x="10183" y="13830"/>
                  </a:lnTo>
                  <a:lnTo>
                    <a:pt x="10183" y="13830"/>
                  </a:lnTo>
                  <a:cubicBezTo>
                    <a:pt x="10183" y="13952"/>
                    <a:pt x="10153" y="14043"/>
                    <a:pt x="10123" y="14165"/>
                  </a:cubicBezTo>
                  <a:lnTo>
                    <a:pt x="10031" y="14104"/>
                  </a:lnTo>
                  <a:lnTo>
                    <a:pt x="9940" y="14073"/>
                  </a:lnTo>
                  <a:cubicBezTo>
                    <a:pt x="9849" y="13982"/>
                    <a:pt x="9788" y="13891"/>
                    <a:pt x="9728" y="13800"/>
                  </a:cubicBezTo>
                  <a:cubicBezTo>
                    <a:pt x="9761" y="13783"/>
                    <a:pt x="9788" y="13775"/>
                    <a:pt x="9810" y="13775"/>
                  </a:cubicBezTo>
                  <a:close/>
                  <a:moveTo>
                    <a:pt x="24530" y="14317"/>
                  </a:moveTo>
                  <a:cubicBezTo>
                    <a:pt x="24652" y="14317"/>
                    <a:pt x="24804" y="14529"/>
                    <a:pt x="24713" y="14560"/>
                  </a:cubicBezTo>
                  <a:cubicBezTo>
                    <a:pt x="24690" y="14571"/>
                    <a:pt x="24666" y="14576"/>
                    <a:pt x="24642" y="14576"/>
                  </a:cubicBezTo>
                  <a:cubicBezTo>
                    <a:pt x="24538" y="14576"/>
                    <a:pt x="24433" y="14482"/>
                    <a:pt x="24409" y="14408"/>
                  </a:cubicBezTo>
                  <a:cubicBezTo>
                    <a:pt x="24378" y="14347"/>
                    <a:pt x="24439" y="14317"/>
                    <a:pt x="24530" y="14317"/>
                  </a:cubicBezTo>
                  <a:close/>
                  <a:moveTo>
                    <a:pt x="100026" y="14889"/>
                  </a:moveTo>
                  <a:cubicBezTo>
                    <a:pt x="99989" y="14889"/>
                    <a:pt x="99948" y="14894"/>
                    <a:pt x="99912" y="14894"/>
                  </a:cubicBezTo>
                  <a:cubicBezTo>
                    <a:pt x="99820" y="14925"/>
                    <a:pt x="99729" y="14955"/>
                    <a:pt x="99668" y="14955"/>
                  </a:cubicBezTo>
                  <a:lnTo>
                    <a:pt x="99608" y="14955"/>
                  </a:lnTo>
                  <a:cubicBezTo>
                    <a:pt x="99606" y="14954"/>
                    <a:pt x="99605" y="14953"/>
                    <a:pt x="99604" y="14951"/>
                  </a:cubicBezTo>
                  <a:lnTo>
                    <a:pt x="99604" y="14951"/>
                  </a:lnTo>
                  <a:cubicBezTo>
                    <a:pt x="99594" y="15101"/>
                    <a:pt x="99707" y="15203"/>
                    <a:pt x="99834" y="15203"/>
                  </a:cubicBezTo>
                  <a:cubicBezTo>
                    <a:pt x="99850" y="15203"/>
                    <a:pt x="99865" y="15201"/>
                    <a:pt x="99881" y="15198"/>
                  </a:cubicBezTo>
                  <a:lnTo>
                    <a:pt x="100033" y="15137"/>
                  </a:lnTo>
                  <a:cubicBezTo>
                    <a:pt x="100094" y="15107"/>
                    <a:pt x="100124" y="15077"/>
                    <a:pt x="100124" y="14955"/>
                  </a:cubicBezTo>
                  <a:cubicBezTo>
                    <a:pt x="100124" y="14900"/>
                    <a:pt x="100081" y="14889"/>
                    <a:pt x="100026" y="14889"/>
                  </a:cubicBezTo>
                  <a:close/>
                  <a:moveTo>
                    <a:pt x="63330" y="15337"/>
                  </a:moveTo>
                  <a:cubicBezTo>
                    <a:pt x="63343" y="15337"/>
                    <a:pt x="63358" y="15341"/>
                    <a:pt x="63376" y="15350"/>
                  </a:cubicBezTo>
                  <a:cubicBezTo>
                    <a:pt x="63406" y="15380"/>
                    <a:pt x="63558" y="15472"/>
                    <a:pt x="63589" y="15532"/>
                  </a:cubicBezTo>
                  <a:lnTo>
                    <a:pt x="63589" y="15593"/>
                  </a:lnTo>
                  <a:lnTo>
                    <a:pt x="63589" y="15715"/>
                  </a:lnTo>
                  <a:cubicBezTo>
                    <a:pt x="63437" y="15745"/>
                    <a:pt x="63254" y="15745"/>
                    <a:pt x="63102" y="15776"/>
                  </a:cubicBezTo>
                  <a:cubicBezTo>
                    <a:pt x="63072" y="15715"/>
                    <a:pt x="63072" y="15684"/>
                    <a:pt x="63072" y="15624"/>
                  </a:cubicBezTo>
                  <a:cubicBezTo>
                    <a:pt x="63072" y="15593"/>
                    <a:pt x="63163" y="15593"/>
                    <a:pt x="63224" y="15593"/>
                  </a:cubicBezTo>
                  <a:cubicBezTo>
                    <a:pt x="63254" y="15593"/>
                    <a:pt x="63285" y="15441"/>
                    <a:pt x="63285" y="15380"/>
                  </a:cubicBezTo>
                  <a:cubicBezTo>
                    <a:pt x="63285" y="15359"/>
                    <a:pt x="63300" y="15337"/>
                    <a:pt x="63330" y="15337"/>
                  </a:cubicBezTo>
                  <a:close/>
                  <a:moveTo>
                    <a:pt x="81401" y="0"/>
                  </a:moveTo>
                  <a:cubicBezTo>
                    <a:pt x="81309" y="31"/>
                    <a:pt x="81157" y="61"/>
                    <a:pt x="81097" y="91"/>
                  </a:cubicBezTo>
                  <a:cubicBezTo>
                    <a:pt x="80884" y="152"/>
                    <a:pt x="80701" y="183"/>
                    <a:pt x="80489" y="183"/>
                  </a:cubicBezTo>
                  <a:cubicBezTo>
                    <a:pt x="80306" y="152"/>
                    <a:pt x="80154" y="122"/>
                    <a:pt x="79972" y="91"/>
                  </a:cubicBezTo>
                  <a:lnTo>
                    <a:pt x="79820" y="61"/>
                  </a:lnTo>
                  <a:cubicBezTo>
                    <a:pt x="79803" y="56"/>
                    <a:pt x="79790" y="53"/>
                    <a:pt x="79779" y="53"/>
                  </a:cubicBezTo>
                  <a:cubicBezTo>
                    <a:pt x="79731" y="53"/>
                    <a:pt x="79740" y="103"/>
                    <a:pt x="79790" y="152"/>
                  </a:cubicBezTo>
                  <a:cubicBezTo>
                    <a:pt x="79759" y="213"/>
                    <a:pt x="79820" y="274"/>
                    <a:pt x="79942" y="304"/>
                  </a:cubicBezTo>
                  <a:lnTo>
                    <a:pt x="80063" y="365"/>
                  </a:lnTo>
                  <a:lnTo>
                    <a:pt x="80094" y="365"/>
                  </a:lnTo>
                  <a:cubicBezTo>
                    <a:pt x="80094" y="395"/>
                    <a:pt x="80033" y="517"/>
                    <a:pt x="80033" y="517"/>
                  </a:cubicBezTo>
                  <a:cubicBezTo>
                    <a:pt x="80033" y="487"/>
                    <a:pt x="79729" y="335"/>
                    <a:pt x="79668" y="274"/>
                  </a:cubicBezTo>
                  <a:cubicBezTo>
                    <a:pt x="79607" y="213"/>
                    <a:pt x="79516" y="152"/>
                    <a:pt x="79455" y="61"/>
                  </a:cubicBezTo>
                  <a:cubicBezTo>
                    <a:pt x="79435" y="61"/>
                    <a:pt x="79347" y="48"/>
                    <a:pt x="79291" y="48"/>
                  </a:cubicBezTo>
                  <a:cubicBezTo>
                    <a:pt x="79263" y="48"/>
                    <a:pt x="79242" y="51"/>
                    <a:pt x="79242" y="61"/>
                  </a:cubicBezTo>
                  <a:cubicBezTo>
                    <a:pt x="79121" y="152"/>
                    <a:pt x="78999" y="213"/>
                    <a:pt x="78878" y="274"/>
                  </a:cubicBezTo>
                  <a:cubicBezTo>
                    <a:pt x="78787" y="304"/>
                    <a:pt x="78878" y="335"/>
                    <a:pt x="78939" y="335"/>
                  </a:cubicBezTo>
                  <a:cubicBezTo>
                    <a:pt x="79030" y="365"/>
                    <a:pt x="79091" y="426"/>
                    <a:pt x="79151" y="487"/>
                  </a:cubicBezTo>
                  <a:cubicBezTo>
                    <a:pt x="79182" y="517"/>
                    <a:pt x="79182" y="669"/>
                    <a:pt x="79091" y="699"/>
                  </a:cubicBezTo>
                  <a:cubicBezTo>
                    <a:pt x="79078" y="706"/>
                    <a:pt x="79053" y="708"/>
                    <a:pt x="79020" y="708"/>
                  </a:cubicBezTo>
                  <a:cubicBezTo>
                    <a:pt x="78932" y="708"/>
                    <a:pt x="78788" y="691"/>
                    <a:pt x="78690" y="691"/>
                  </a:cubicBezTo>
                  <a:cubicBezTo>
                    <a:pt x="78654" y="691"/>
                    <a:pt x="78623" y="693"/>
                    <a:pt x="78604" y="699"/>
                  </a:cubicBezTo>
                  <a:cubicBezTo>
                    <a:pt x="78555" y="708"/>
                    <a:pt x="78506" y="711"/>
                    <a:pt x="78458" y="711"/>
                  </a:cubicBezTo>
                  <a:cubicBezTo>
                    <a:pt x="78363" y="711"/>
                    <a:pt x="78268" y="697"/>
                    <a:pt x="78173" y="673"/>
                  </a:cubicBezTo>
                  <a:lnTo>
                    <a:pt x="78173" y="673"/>
                  </a:lnTo>
                  <a:cubicBezTo>
                    <a:pt x="78164" y="712"/>
                    <a:pt x="78142" y="765"/>
                    <a:pt x="78106" y="765"/>
                  </a:cubicBezTo>
                  <a:cubicBezTo>
                    <a:pt x="78100" y="765"/>
                    <a:pt x="78094" y="764"/>
                    <a:pt x="78087" y="760"/>
                  </a:cubicBezTo>
                  <a:cubicBezTo>
                    <a:pt x="78067" y="760"/>
                    <a:pt x="77992" y="638"/>
                    <a:pt x="77918" y="575"/>
                  </a:cubicBezTo>
                  <a:lnTo>
                    <a:pt x="77918" y="575"/>
                  </a:lnTo>
                  <a:cubicBezTo>
                    <a:pt x="77967" y="591"/>
                    <a:pt x="78013" y="612"/>
                    <a:pt x="78057" y="639"/>
                  </a:cubicBezTo>
                  <a:cubicBezTo>
                    <a:pt x="78096" y="652"/>
                    <a:pt x="78135" y="663"/>
                    <a:pt x="78173" y="673"/>
                  </a:cubicBezTo>
                  <a:lnTo>
                    <a:pt x="78173" y="673"/>
                  </a:lnTo>
                  <a:cubicBezTo>
                    <a:pt x="78177" y="659"/>
                    <a:pt x="78179" y="646"/>
                    <a:pt x="78179" y="639"/>
                  </a:cubicBezTo>
                  <a:lnTo>
                    <a:pt x="78179" y="608"/>
                  </a:lnTo>
                  <a:cubicBezTo>
                    <a:pt x="78199" y="558"/>
                    <a:pt x="78212" y="527"/>
                    <a:pt x="78217" y="508"/>
                  </a:cubicBezTo>
                  <a:lnTo>
                    <a:pt x="78217" y="508"/>
                  </a:lnTo>
                  <a:cubicBezTo>
                    <a:pt x="77946" y="523"/>
                    <a:pt x="77614" y="530"/>
                    <a:pt x="77510" y="547"/>
                  </a:cubicBezTo>
                  <a:cubicBezTo>
                    <a:pt x="77563" y="540"/>
                    <a:pt x="77614" y="536"/>
                    <a:pt x="77664" y="536"/>
                  </a:cubicBezTo>
                  <a:cubicBezTo>
                    <a:pt x="77715" y="536"/>
                    <a:pt x="77764" y="540"/>
                    <a:pt x="77811" y="548"/>
                  </a:cubicBezTo>
                  <a:lnTo>
                    <a:pt x="77811" y="548"/>
                  </a:lnTo>
                  <a:cubicBezTo>
                    <a:pt x="77812" y="548"/>
                    <a:pt x="77813" y="548"/>
                    <a:pt x="77814" y="547"/>
                  </a:cubicBezTo>
                  <a:cubicBezTo>
                    <a:pt x="77823" y="541"/>
                    <a:pt x="77833" y="539"/>
                    <a:pt x="77843" y="539"/>
                  </a:cubicBezTo>
                  <a:cubicBezTo>
                    <a:pt x="77866" y="539"/>
                    <a:pt x="77892" y="553"/>
                    <a:pt x="77918" y="575"/>
                  </a:cubicBezTo>
                  <a:lnTo>
                    <a:pt x="77918" y="575"/>
                  </a:lnTo>
                  <a:cubicBezTo>
                    <a:pt x="77883" y="563"/>
                    <a:pt x="77848" y="555"/>
                    <a:pt x="77811" y="548"/>
                  </a:cubicBezTo>
                  <a:lnTo>
                    <a:pt x="77811" y="548"/>
                  </a:lnTo>
                  <a:cubicBezTo>
                    <a:pt x="77721" y="579"/>
                    <a:pt x="77631" y="639"/>
                    <a:pt x="77571" y="699"/>
                  </a:cubicBezTo>
                  <a:lnTo>
                    <a:pt x="77449" y="639"/>
                  </a:lnTo>
                  <a:cubicBezTo>
                    <a:pt x="77425" y="650"/>
                    <a:pt x="77406" y="655"/>
                    <a:pt x="77392" y="655"/>
                  </a:cubicBezTo>
                  <a:cubicBezTo>
                    <a:pt x="77335" y="655"/>
                    <a:pt x="77363" y="572"/>
                    <a:pt x="77510" y="547"/>
                  </a:cubicBezTo>
                  <a:lnTo>
                    <a:pt x="77662" y="487"/>
                  </a:lnTo>
                  <a:lnTo>
                    <a:pt x="77692" y="487"/>
                  </a:lnTo>
                  <a:cubicBezTo>
                    <a:pt x="77783" y="456"/>
                    <a:pt x="77875" y="426"/>
                    <a:pt x="77966" y="395"/>
                  </a:cubicBezTo>
                  <a:lnTo>
                    <a:pt x="78118" y="456"/>
                  </a:lnTo>
                  <a:cubicBezTo>
                    <a:pt x="78199" y="477"/>
                    <a:pt x="78226" y="470"/>
                    <a:pt x="78217" y="508"/>
                  </a:cubicBezTo>
                  <a:lnTo>
                    <a:pt x="78217" y="508"/>
                  </a:lnTo>
                  <a:cubicBezTo>
                    <a:pt x="78421" y="497"/>
                    <a:pt x="78591" y="482"/>
                    <a:pt x="78604" y="456"/>
                  </a:cubicBezTo>
                  <a:cubicBezTo>
                    <a:pt x="78665" y="426"/>
                    <a:pt x="78391" y="304"/>
                    <a:pt x="78270" y="304"/>
                  </a:cubicBezTo>
                  <a:cubicBezTo>
                    <a:pt x="78179" y="304"/>
                    <a:pt x="78087" y="274"/>
                    <a:pt x="78027" y="213"/>
                  </a:cubicBezTo>
                  <a:lnTo>
                    <a:pt x="78027" y="183"/>
                  </a:lnTo>
                  <a:cubicBezTo>
                    <a:pt x="78021" y="171"/>
                    <a:pt x="78014" y="166"/>
                    <a:pt x="78007" y="166"/>
                  </a:cubicBezTo>
                  <a:cubicBezTo>
                    <a:pt x="77975" y="166"/>
                    <a:pt x="77935" y="255"/>
                    <a:pt x="77935" y="304"/>
                  </a:cubicBezTo>
                  <a:cubicBezTo>
                    <a:pt x="77929" y="317"/>
                    <a:pt x="77908" y="322"/>
                    <a:pt x="77876" y="322"/>
                  </a:cubicBezTo>
                  <a:cubicBezTo>
                    <a:pt x="77770" y="322"/>
                    <a:pt x="77550" y="269"/>
                    <a:pt x="77398" y="269"/>
                  </a:cubicBezTo>
                  <a:cubicBezTo>
                    <a:pt x="77372" y="269"/>
                    <a:pt x="77348" y="270"/>
                    <a:pt x="77328" y="274"/>
                  </a:cubicBezTo>
                  <a:cubicBezTo>
                    <a:pt x="77211" y="274"/>
                    <a:pt x="76968" y="364"/>
                    <a:pt x="76848" y="364"/>
                  </a:cubicBezTo>
                  <a:cubicBezTo>
                    <a:pt x="76812" y="364"/>
                    <a:pt x="76787" y="356"/>
                    <a:pt x="76780" y="335"/>
                  </a:cubicBezTo>
                  <a:cubicBezTo>
                    <a:pt x="76780" y="311"/>
                    <a:pt x="76736" y="302"/>
                    <a:pt x="76676" y="302"/>
                  </a:cubicBezTo>
                  <a:cubicBezTo>
                    <a:pt x="76579" y="302"/>
                    <a:pt x="76442" y="327"/>
                    <a:pt x="76385" y="365"/>
                  </a:cubicBezTo>
                  <a:cubicBezTo>
                    <a:pt x="76370" y="375"/>
                    <a:pt x="76350" y="379"/>
                    <a:pt x="76326" y="379"/>
                  </a:cubicBezTo>
                  <a:cubicBezTo>
                    <a:pt x="76208" y="379"/>
                    <a:pt x="76005" y="274"/>
                    <a:pt x="75929" y="274"/>
                  </a:cubicBezTo>
                  <a:lnTo>
                    <a:pt x="75717" y="335"/>
                  </a:lnTo>
                  <a:cubicBezTo>
                    <a:pt x="75686" y="335"/>
                    <a:pt x="75504" y="304"/>
                    <a:pt x="75321" y="304"/>
                  </a:cubicBezTo>
                  <a:lnTo>
                    <a:pt x="75139" y="304"/>
                  </a:lnTo>
                  <a:lnTo>
                    <a:pt x="74957" y="487"/>
                  </a:lnTo>
                  <a:lnTo>
                    <a:pt x="74835" y="365"/>
                  </a:lnTo>
                  <a:cubicBezTo>
                    <a:pt x="74835" y="335"/>
                    <a:pt x="74805" y="335"/>
                    <a:pt x="74774" y="335"/>
                  </a:cubicBezTo>
                  <a:cubicBezTo>
                    <a:pt x="74724" y="360"/>
                    <a:pt x="74663" y="375"/>
                    <a:pt x="74603" y="375"/>
                  </a:cubicBezTo>
                  <a:cubicBezTo>
                    <a:pt x="74517" y="375"/>
                    <a:pt x="74433" y="345"/>
                    <a:pt x="74379" y="274"/>
                  </a:cubicBezTo>
                  <a:lnTo>
                    <a:pt x="74288" y="183"/>
                  </a:lnTo>
                  <a:lnTo>
                    <a:pt x="73832" y="304"/>
                  </a:lnTo>
                  <a:lnTo>
                    <a:pt x="73710" y="243"/>
                  </a:lnTo>
                  <a:cubicBezTo>
                    <a:pt x="73648" y="206"/>
                    <a:pt x="73590" y="184"/>
                    <a:pt x="73539" y="184"/>
                  </a:cubicBezTo>
                  <a:cubicBezTo>
                    <a:pt x="73468" y="184"/>
                    <a:pt x="73412" y="228"/>
                    <a:pt x="73376" y="335"/>
                  </a:cubicBezTo>
                  <a:cubicBezTo>
                    <a:pt x="73376" y="362"/>
                    <a:pt x="73352" y="377"/>
                    <a:pt x="73322" y="377"/>
                  </a:cubicBezTo>
                  <a:cubicBezTo>
                    <a:pt x="73285" y="377"/>
                    <a:pt x="73241" y="354"/>
                    <a:pt x="73224" y="304"/>
                  </a:cubicBezTo>
                  <a:lnTo>
                    <a:pt x="73224" y="274"/>
                  </a:lnTo>
                  <a:cubicBezTo>
                    <a:pt x="73218" y="268"/>
                    <a:pt x="73206" y="265"/>
                    <a:pt x="73190" y="265"/>
                  </a:cubicBezTo>
                  <a:cubicBezTo>
                    <a:pt x="73126" y="265"/>
                    <a:pt x="72999" y="304"/>
                    <a:pt x="72951" y="304"/>
                  </a:cubicBezTo>
                  <a:cubicBezTo>
                    <a:pt x="72934" y="312"/>
                    <a:pt x="72918" y="316"/>
                    <a:pt x="72902" y="316"/>
                  </a:cubicBezTo>
                  <a:cubicBezTo>
                    <a:pt x="72859" y="316"/>
                    <a:pt x="72821" y="288"/>
                    <a:pt x="72799" y="243"/>
                  </a:cubicBezTo>
                  <a:cubicBezTo>
                    <a:pt x="72796" y="241"/>
                    <a:pt x="72792" y="239"/>
                    <a:pt x="72788" y="239"/>
                  </a:cubicBezTo>
                  <a:cubicBezTo>
                    <a:pt x="72742" y="239"/>
                    <a:pt x="72611" y="370"/>
                    <a:pt x="72555" y="426"/>
                  </a:cubicBezTo>
                  <a:cubicBezTo>
                    <a:pt x="72534" y="447"/>
                    <a:pt x="72512" y="457"/>
                    <a:pt x="72491" y="457"/>
                  </a:cubicBezTo>
                  <a:cubicBezTo>
                    <a:pt x="72452" y="457"/>
                    <a:pt x="72412" y="424"/>
                    <a:pt x="72373" y="365"/>
                  </a:cubicBezTo>
                  <a:lnTo>
                    <a:pt x="72160" y="365"/>
                  </a:lnTo>
                  <a:cubicBezTo>
                    <a:pt x="72137" y="342"/>
                    <a:pt x="72109" y="332"/>
                    <a:pt x="72082" y="332"/>
                  </a:cubicBezTo>
                  <a:cubicBezTo>
                    <a:pt x="72039" y="332"/>
                    <a:pt x="71997" y="358"/>
                    <a:pt x="71978" y="395"/>
                  </a:cubicBezTo>
                  <a:cubicBezTo>
                    <a:pt x="71978" y="414"/>
                    <a:pt x="71966" y="421"/>
                    <a:pt x="71948" y="421"/>
                  </a:cubicBezTo>
                  <a:cubicBezTo>
                    <a:pt x="71908" y="421"/>
                    <a:pt x="71837" y="386"/>
                    <a:pt x="71796" y="365"/>
                  </a:cubicBezTo>
                  <a:cubicBezTo>
                    <a:pt x="71790" y="359"/>
                    <a:pt x="71779" y="357"/>
                    <a:pt x="71766" y="357"/>
                  </a:cubicBezTo>
                  <a:cubicBezTo>
                    <a:pt x="71710" y="357"/>
                    <a:pt x="71602" y="401"/>
                    <a:pt x="71552" y="426"/>
                  </a:cubicBezTo>
                  <a:cubicBezTo>
                    <a:pt x="71544" y="430"/>
                    <a:pt x="71533" y="432"/>
                    <a:pt x="71520" y="432"/>
                  </a:cubicBezTo>
                  <a:cubicBezTo>
                    <a:pt x="71436" y="432"/>
                    <a:pt x="71270" y="357"/>
                    <a:pt x="71218" y="304"/>
                  </a:cubicBezTo>
                  <a:cubicBezTo>
                    <a:pt x="71188" y="289"/>
                    <a:pt x="71150" y="281"/>
                    <a:pt x="71112" y="281"/>
                  </a:cubicBezTo>
                  <a:cubicBezTo>
                    <a:pt x="71074" y="281"/>
                    <a:pt x="71036" y="289"/>
                    <a:pt x="71005" y="304"/>
                  </a:cubicBezTo>
                  <a:cubicBezTo>
                    <a:pt x="70999" y="310"/>
                    <a:pt x="70983" y="313"/>
                    <a:pt x="70961" y="313"/>
                  </a:cubicBezTo>
                  <a:cubicBezTo>
                    <a:pt x="70873" y="313"/>
                    <a:pt x="70683" y="274"/>
                    <a:pt x="70610" y="274"/>
                  </a:cubicBezTo>
                  <a:cubicBezTo>
                    <a:pt x="70519" y="274"/>
                    <a:pt x="70428" y="335"/>
                    <a:pt x="70367" y="365"/>
                  </a:cubicBezTo>
                  <a:cubicBezTo>
                    <a:pt x="70337" y="426"/>
                    <a:pt x="70276" y="456"/>
                    <a:pt x="70245" y="517"/>
                  </a:cubicBezTo>
                  <a:lnTo>
                    <a:pt x="69941" y="517"/>
                  </a:lnTo>
                  <a:lnTo>
                    <a:pt x="69729" y="456"/>
                  </a:lnTo>
                  <a:cubicBezTo>
                    <a:pt x="69715" y="360"/>
                    <a:pt x="69682" y="326"/>
                    <a:pt x="69643" y="326"/>
                  </a:cubicBezTo>
                  <a:cubicBezTo>
                    <a:pt x="69594" y="326"/>
                    <a:pt x="69535" y="376"/>
                    <a:pt x="69485" y="426"/>
                  </a:cubicBezTo>
                  <a:cubicBezTo>
                    <a:pt x="69378" y="447"/>
                    <a:pt x="69271" y="469"/>
                    <a:pt x="69152" y="469"/>
                  </a:cubicBezTo>
                  <a:cubicBezTo>
                    <a:pt x="69103" y="469"/>
                    <a:pt x="69053" y="465"/>
                    <a:pt x="68999" y="456"/>
                  </a:cubicBezTo>
                  <a:lnTo>
                    <a:pt x="68847" y="395"/>
                  </a:lnTo>
                  <a:cubicBezTo>
                    <a:pt x="68786" y="375"/>
                    <a:pt x="68726" y="365"/>
                    <a:pt x="68672" y="365"/>
                  </a:cubicBezTo>
                  <a:cubicBezTo>
                    <a:pt x="68563" y="365"/>
                    <a:pt x="68482" y="406"/>
                    <a:pt x="68482" y="487"/>
                  </a:cubicBezTo>
                  <a:lnTo>
                    <a:pt x="68422" y="487"/>
                  </a:lnTo>
                  <a:cubicBezTo>
                    <a:pt x="68398" y="498"/>
                    <a:pt x="68381" y="503"/>
                    <a:pt x="68367" y="503"/>
                  </a:cubicBezTo>
                  <a:cubicBezTo>
                    <a:pt x="68308" y="503"/>
                    <a:pt x="68319" y="414"/>
                    <a:pt x="68270" y="365"/>
                  </a:cubicBezTo>
                  <a:cubicBezTo>
                    <a:pt x="68239" y="350"/>
                    <a:pt x="68209" y="342"/>
                    <a:pt x="68178" y="342"/>
                  </a:cubicBezTo>
                  <a:cubicBezTo>
                    <a:pt x="68148" y="342"/>
                    <a:pt x="68118" y="350"/>
                    <a:pt x="68087" y="365"/>
                  </a:cubicBezTo>
                  <a:lnTo>
                    <a:pt x="68057" y="426"/>
                  </a:lnTo>
                  <a:cubicBezTo>
                    <a:pt x="67996" y="426"/>
                    <a:pt x="67540" y="456"/>
                    <a:pt x="67388" y="456"/>
                  </a:cubicBezTo>
                  <a:cubicBezTo>
                    <a:pt x="67296" y="475"/>
                    <a:pt x="67147" y="504"/>
                    <a:pt x="67031" y="504"/>
                  </a:cubicBezTo>
                  <a:cubicBezTo>
                    <a:pt x="66957" y="504"/>
                    <a:pt x="66895" y="492"/>
                    <a:pt x="66871" y="456"/>
                  </a:cubicBezTo>
                  <a:cubicBezTo>
                    <a:pt x="66854" y="421"/>
                    <a:pt x="66805" y="406"/>
                    <a:pt x="66755" y="406"/>
                  </a:cubicBezTo>
                  <a:cubicBezTo>
                    <a:pt x="66719" y="406"/>
                    <a:pt x="66684" y="413"/>
                    <a:pt x="66659" y="426"/>
                  </a:cubicBezTo>
                  <a:lnTo>
                    <a:pt x="66659" y="456"/>
                  </a:lnTo>
                  <a:cubicBezTo>
                    <a:pt x="66641" y="563"/>
                    <a:pt x="66613" y="607"/>
                    <a:pt x="66568" y="607"/>
                  </a:cubicBezTo>
                  <a:cubicBezTo>
                    <a:pt x="66536" y="607"/>
                    <a:pt x="66496" y="585"/>
                    <a:pt x="66446" y="547"/>
                  </a:cubicBezTo>
                  <a:lnTo>
                    <a:pt x="66355" y="487"/>
                  </a:lnTo>
                  <a:cubicBezTo>
                    <a:pt x="66294" y="517"/>
                    <a:pt x="66233" y="547"/>
                    <a:pt x="66172" y="578"/>
                  </a:cubicBezTo>
                  <a:cubicBezTo>
                    <a:pt x="66172" y="578"/>
                    <a:pt x="66040" y="392"/>
                    <a:pt x="65973" y="392"/>
                  </a:cubicBezTo>
                  <a:cubicBezTo>
                    <a:pt x="65968" y="392"/>
                    <a:pt x="65964" y="393"/>
                    <a:pt x="65960" y="395"/>
                  </a:cubicBezTo>
                  <a:cubicBezTo>
                    <a:pt x="65777" y="487"/>
                    <a:pt x="65625" y="547"/>
                    <a:pt x="65473" y="608"/>
                  </a:cubicBezTo>
                  <a:lnTo>
                    <a:pt x="65291" y="517"/>
                  </a:lnTo>
                  <a:cubicBezTo>
                    <a:pt x="65139" y="487"/>
                    <a:pt x="65017" y="456"/>
                    <a:pt x="64896" y="456"/>
                  </a:cubicBezTo>
                  <a:lnTo>
                    <a:pt x="64744" y="456"/>
                  </a:lnTo>
                  <a:cubicBezTo>
                    <a:pt x="64730" y="460"/>
                    <a:pt x="64713" y="461"/>
                    <a:pt x="64693" y="461"/>
                  </a:cubicBezTo>
                  <a:cubicBezTo>
                    <a:pt x="64557" y="461"/>
                    <a:pt x="64295" y="391"/>
                    <a:pt x="64177" y="391"/>
                  </a:cubicBezTo>
                  <a:cubicBezTo>
                    <a:pt x="64160" y="391"/>
                    <a:pt x="64146" y="392"/>
                    <a:pt x="64136" y="395"/>
                  </a:cubicBezTo>
                  <a:cubicBezTo>
                    <a:pt x="64014" y="395"/>
                    <a:pt x="63923" y="639"/>
                    <a:pt x="63923" y="699"/>
                  </a:cubicBezTo>
                  <a:cubicBezTo>
                    <a:pt x="63923" y="757"/>
                    <a:pt x="63862" y="778"/>
                    <a:pt x="63802" y="778"/>
                  </a:cubicBezTo>
                  <a:cubicBezTo>
                    <a:pt x="63767" y="778"/>
                    <a:pt x="63733" y="771"/>
                    <a:pt x="63710" y="760"/>
                  </a:cubicBezTo>
                  <a:cubicBezTo>
                    <a:pt x="63619" y="730"/>
                    <a:pt x="63649" y="699"/>
                    <a:pt x="63710" y="699"/>
                  </a:cubicBezTo>
                  <a:lnTo>
                    <a:pt x="63741" y="669"/>
                  </a:lnTo>
                  <a:cubicBezTo>
                    <a:pt x="63832" y="639"/>
                    <a:pt x="63832" y="517"/>
                    <a:pt x="63771" y="517"/>
                  </a:cubicBezTo>
                  <a:lnTo>
                    <a:pt x="63498" y="517"/>
                  </a:lnTo>
                  <a:cubicBezTo>
                    <a:pt x="63390" y="539"/>
                    <a:pt x="63286" y="549"/>
                    <a:pt x="63195" y="549"/>
                  </a:cubicBezTo>
                  <a:cubicBezTo>
                    <a:pt x="63030" y="549"/>
                    <a:pt x="62909" y="515"/>
                    <a:pt x="62890" y="456"/>
                  </a:cubicBezTo>
                  <a:lnTo>
                    <a:pt x="62586" y="456"/>
                  </a:lnTo>
                  <a:cubicBezTo>
                    <a:pt x="62342" y="487"/>
                    <a:pt x="62069" y="517"/>
                    <a:pt x="61826" y="578"/>
                  </a:cubicBezTo>
                  <a:lnTo>
                    <a:pt x="61552" y="456"/>
                  </a:lnTo>
                  <a:lnTo>
                    <a:pt x="61370" y="456"/>
                  </a:lnTo>
                  <a:lnTo>
                    <a:pt x="61370" y="791"/>
                  </a:lnTo>
                  <a:cubicBezTo>
                    <a:pt x="61157" y="669"/>
                    <a:pt x="60883" y="517"/>
                    <a:pt x="60853" y="487"/>
                  </a:cubicBezTo>
                  <a:cubicBezTo>
                    <a:pt x="60847" y="481"/>
                    <a:pt x="60837" y="478"/>
                    <a:pt x="60825" y="478"/>
                  </a:cubicBezTo>
                  <a:cubicBezTo>
                    <a:pt x="60776" y="478"/>
                    <a:pt x="60689" y="517"/>
                    <a:pt x="60640" y="517"/>
                  </a:cubicBezTo>
                  <a:cubicBezTo>
                    <a:pt x="60580" y="517"/>
                    <a:pt x="60276" y="547"/>
                    <a:pt x="60154" y="578"/>
                  </a:cubicBezTo>
                  <a:cubicBezTo>
                    <a:pt x="60046" y="578"/>
                    <a:pt x="59890" y="482"/>
                    <a:pt x="59792" y="482"/>
                  </a:cubicBezTo>
                  <a:cubicBezTo>
                    <a:pt x="59780" y="482"/>
                    <a:pt x="59769" y="483"/>
                    <a:pt x="59759" y="487"/>
                  </a:cubicBezTo>
                  <a:lnTo>
                    <a:pt x="59424" y="578"/>
                  </a:lnTo>
                  <a:lnTo>
                    <a:pt x="59303" y="578"/>
                  </a:lnTo>
                  <a:cubicBezTo>
                    <a:pt x="59151" y="608"/>
                    <a:pt x="59029" y="578"/>
                    <a:pt x="58908" y="669"/>
                  </a:cubicBezTo>
                  <a:cubicBezTo>
                    <a:pt x="58862" y="684"/>
                    <a:pt x="58817" y="692"/>
                    <a:pt x="58775" y="692"/>
                  </a:cubicBezTo>
                  <a:cubicBezTo>
                    <a:pt x="58733" y="692"/>
                    <a:pt x="58695" y="684"/>
                    <a:pt x="58665" y="669"/>
                  </a:cubicBezTo>
                  <a:lnTo>
                    <a:pt x="58513" y="578"/>
                  </a:lnTo>
                  <a:cubicBezTo>
                    <a:pt x="58391" y="639"/>
                    <a:pt x="58178" y="669"/>
                    <a:pt x="58026" y="699"/>
                  </a:cubicBezTo>
                  <a:lnTo>
                    <a:pt x="58026" y="547"/>
                  </a:lnTo>
                  <a:lnTo>
                    <a:pt x="58026" y="517"/>
                  </a:lnTo>
                  <a:cubicBezTo>
                    <a:pt x="57950" y="502"/>
                    <a:pt x="57867" y="494"/>
                    <a:pt x="57783" y="494"/>
                  </a:cubicBezTo>
                  <a:cubicBezTo>
                    <a:pt x="57700" y="494"/>
                    <a:pt x="57616" y="502"/>
                    <a:pt x="57540" y="517"/>
                  </a:cubicBezTo>
                  <a:cubicBezTo>
                    <a:pt x="57449" y="517"/>
                    <a:pt x="57358" y="578"/>
                    <a:pt x="57297" y="639"/>
                  </a:cubicBezTo>
                  <a:cubicBezTo>
                    <a:pt x="57297" y="644"/>
                    <a:pt x="57292" y="647"/>
                    <a:pt x="57285" y="647"/>
                  </a:cubicBezTo>
                  <a:cubicBezTo>
                    <a:pt x="57254" y="647"/>
                    <a:pt x="57169" y="602"/>
                    <a:pt x="57145" y="578"/>
                  </a:cubicBezTo>
                  <a:cubicBezTo>
                    <a:pt x="56993" y="517"/>
                    <a:pt x="56871" y="487"/>
                    <a:pt x="56719" y="487"/>
                  </a:cubicBezTo>
                  <a:lnTo>
                    <a:pt x="56415" y="487"/>
                  </a:lnTo>
                  <a:cubicBezTo>
                    <a:pt x="56233" y="517"/>
                    <a:pt x="56051" y="578"/>
                    <a:pt x="55899" y="639"/>
                  </a:cubicBezTo>
                  <a:lnTo>
                    <a:pt x="55807" y="578"/>
                  </a:lnTo>
                  <a:cubicBezTo>
                    <a:pt x="55767" y="558"/>
                    <a:pt x="55723" y="547"/>
                    <a:pt x="55679" y="547"/>
                  </a:cubicBezTo>
                  <a:cubicBezTo>
                    <a:pt x="55591" y="547"/>
                    <a:pt x="55503" y="588"/>
                    <a:pt x="55443" y="669"/>
                  </a:cubicBezTo>
                  <a:cubicBezTo>
                    <a:pt x="55199" y="669"/>
                    <a:pt x="54987" y="669"/>
                    <a:pt x="54744" y="699"/>
                  </a:cubicBezTo>
                  <a:lnTo>
                    <a:pt x="54470" y="517"/>
                  </a:lnTo>
                  <a:cubicBezTo>
                    <a:pt x="54257" y="578"/>
                    <a:pt x="54014" y="608"/>
                    <a:pt x="53801" y="608"/>
                  </a:cubicBezTo>
                  <a:cubicBezTo>
                    <a:pt x="53680" y="608"/>
                    <a:pt x="53423" y="662"/>
                    <a:pt x="53247" y="662"/>
                  </a:cubicBezTo>
                  <a:cubicBezTo>
                    <a:pt x="53160" y="662"/>
                    <a:pt x="53092" y="649"/>
                    <a:pt x="53072" y="608"/>
                  </a:cubicBezTo>
                  <a:cubicBezTo>
                    <a:pt x="53044" y="567"/>
                    <a:pt x="53011" y="551"/>
                    <a:pt x="52982" y="551"/>
                  </a:cubicBezTo>
                  <a:cubicBezTo>
                    <a:pt x="52947" y="551"/>
                    <a:pt x="52920" y="575"/>
                    <a:pt x="52920" y="608"/>
                  </a:cubicBezTo>
                  <a:cubicBezTo>
                    <a:pt x="52912" y="623"/>
                    <a:pt x="52895" y="629"/>
                    <a:pt x="52873" y="629"/>
                  </a:cubicBezTo>
                  <a:cubicBezTo>
                    <a:pt x="52806" y="629"/>
                    <a:pt x="52692" y="578"/>
                    <a:pt x="52646" y="578"/>
                  </a:cubicBezTo>
                  <a:lnTo>
                    <a:pt x="51886" y="578"/>
                  </a:lnTo>
                  <a:lnTo>
                    <a:pt x="51187" y="639"/>
                  </a:lnTo>
                  <a:cubicBezTo>
                    <a:pt x="51131" y="681"/>
                    <a:pt x="51068" y="704"/>
                    <a:pt x="51007" y="704"/>
                  </a:cubicBezTo>
                  <a:cubicBezTo>
                    <a:pt x="50938" y="704"/>
                    <a:pt x="50871" y="673"/>
                    <a:pt x="50823" y="608"/>
                  </a:cubicBezTo>
                  <a:lnTo>
                    <a:pt x="50731" y="487"/>
                  </a:lnTo>
                  <a:lnTo>
                    <a:pt x="50245" y="608"/>
                  </a:lnTo>
                  <a:lnTo>
                    <a:pt x="50063" y="608"/>
                  </a:lnTo>
                  <a:cubicBezTo>
                    <a:pt x="49971" y="639"/>
                    <a:pt x="49911" y="699"/>
                    <a:pt x="49850" y="760"/>
                  </a:cubicBezTo>
                  <a:lnTo>
                    <a:pt x="49728" y="760"/>
                  </a:lnTo>
                  <a:cubicBezTo>
                    <a:pt x="49576" y="760"/>
                    <a:pt x="49515" y="699"/>
                    <a:pt x="49424" y="639"/>
                  </a:cubicBezTo>
                  <a:lnTo>
                    <a:pt x="49394" y="608"/>
                  </a:lnTo>
                  <a:cubicBezTo>
                    <a:pt x="49212" y="639"/>
                    <a:pt x="49029" y="669"/>
                    <a:pt x="48847" y="730"/>
                  </a:cubicBezTo>
                  <a:cubicBezTo>
                    <a:pt x="48756" y="745"/>
                    <a:pt x="48664" y="753"/>
                    <a:pt x="48573" y="753"/>
                  </a:cubicBezTo>
                  <a:cubicBezTo>
                    <a:pt x="48482" y="753"/>
                    <a:pt x="48391" y="745"/>
                    <a:pt x="48300" y="730"/>
                  </a:cubicBezTo>
                  <a:cubicBezTo>
                    <a:pt x="48269" y="740"/>
                    <a:pt x="48239" y="743"/>
                    <a:pt x="48208" y="743"/>
                  </a:cubicBezTo>
                  <a:cubicBezTo>
                    <a:pt x="48148" y="743"/>
                    <a:pt x="48087" y="730"/>
                    <a:pt x="48026" y="730"/>
                  </a:cubicBezTo>
                  <a:lnTo>
                    <a:pt x="47965" y="699"/>
                  </a:lnTo>
                  <a:lnTo>
                    <a:pt x="47753" y="578"/>
                  </a:lnTo>
                  <a:cubicBezTo>
                    <a:pt x="47753" y="699"/>
                    <a:pt x="47479" y="669"/>
                    <a:pt x="47388" y="699"/>
                  </a:cubicBezTo>
                  <a:cubicBezTo>
                    <a:pt x="47266" y="699"/>
                    <a:pt x="47084" y="760"/>
                    <a:pt x="47023" y="760"/>
                  </a:cubicBezTo>
                  <a:cubicBezTo>
                    <a:pt x="46962" y="760"/>
                    <a:pt x="46810" y="730"/>
                    <a:pt x="46658" y="730"/>
                  </a:cubicBezTo>
                  <a:lnTo>
                    <a:pt x="46537" y="821"/>
                  </a:lnTo>
                  <a:cubicBezTo>
                    <a:pt x="46415" y="791"/>
                    <a:pt x="46324" y="760"/>
                    <a:pt x="46202" y="730"/>
                  </a:cubicBezTo>
                  <a:cubicBezTo>
                    <a:pt x="46196" y="724"/>
                    <a:pt x="46182" y="721"/>
                    <a:pt x="46162" y="721"/>
                  </a:cubicBezTo>
                  <a:cubicBezTo>
                    <a:pt x="46081" y="721"/>
                    <a:pt x="45911" y="760"/>
                    <a:pt x="45838" y="760"/>
                  </a:cubicBezTo>
                  <a:cubicBezTo>
                    <a:pt x="45731" y="745"/>
                    <a:pt x="45625" y="737"/>
                    <a:pt x="45518" y="737"/>
                  </a:cubicBezTo>
                  <a:cubicBezTo>
                    <a:pt x="45412" y="737"/>
                    <a:pt x="45306" y="745"/>
                    <a:pt x="45199" y="760"/>
                  </a:cubicBezTo>
                  <a:cubicBezTo>
                    <a:pt x="45088" y="805"/>
                    <a:pt x="44960" y="833"/>
                    <a:pt x="44829" y="833"/>
                  </a:cubicBezTo>
                  <a:cubicBezTo>
                    <a:pt x="44780" y="833"/>
                    <a:pt x="44731" y="829"/>
                    <a:pt x="44683" y="821"/>
                  </a:cubicBezTo>
                  <a:cubicBezTo>
                    <a:pt x="44591" y="791"/>
                    <a:pt x="44500" y="730"/>
                    <a:pt x="44439" y="669"/>
                  </a:cubicBezTo>
                  <a:cubicBezTo>
                    <a:pt x="44428" y="657"/>
                    <a:pt x="44410" y="652"/>
                    <a:pt x="44389" y="652"/>
                  </a:cubicBezTo>
                  <a:cubicBezTo>
                    <a:pt x="44301" y="652"/>
                    <a:pt x="44154" y="736"/>
                    <a:pt x="44105" y="760"/>
                  </a:cubicBezTo>
                  <a:cubicBezTo>
                    <a:pt x="44090" y="775"/>
                    <a:pt x="44067" y="783"/>
                    <a:pt x="44040" y="783"/>
                  </a:cubicBezTo>
                  <a:cubicBezTo>
                    <a:pt x="44014" y="783"/>
                    <a:pt x="43983" y="775"/>
                    <a:pt x="43953" y="760"/>
                  </a:cubicBezTo>
                  <a:cubicBezTo>
                    <a:pt x="43892" y="745"/>
                    <a:pt x="43831" y="737"/>
                    <a:pt x="43771" y="737"/>
                  </a:cubicBezTo>
                  <a:cubicBezTo>
                    <a:pt x="43710" y="737"/>
                    <a:pt x="43649" y="745"/>
                    <a:pt x="43588" y="760"/>
                  </a:cubicBezTo>
                  <a:lnTo>
                    <a:pt x="43406" y="730"/>
                  </a:lnTo>
                  <a:lnTo>
                    <a:pt x="43284" y="699"/>
                  </a:lnTo>
                  <a:cubicBezTo>
                    <a:pt x="43163" y="760"/>
                    <a:pt x="43072" y="791"/>
                    <a:pt x="42950" y="821"/>
                  </a:cubicBezTo>
                  <a:cubicBezTo>
                    <a:pt x="42930" y="821"/>
                    <a:pt x="42788" y="794"/>
                    <a:pt x="42669" y="794"/>
                  </a:cubicBezTo>
                  <a:cubicBezTo>
                    <a:pt x="42609" y="794"/>
                    <a:pt x="42555" y="801"/>
                    <a:pt x="42524" y="821"/>
                  </a:cubicBezTo>
                  <a:cubicBezTo>
                    <a:pt x="42507" y="838"/>
                    <a:pt x="42488" y="845"/>
                    <a:pt x="42468" y="845"/>
                  </a:cubicBezTo>
                  <a:cubicBezTo>
                    <a:pt x="42417" y="845"/>
                    <a:pt x="42364" y="796"/>
                    <a:pt x="42342" y="730"/>
                  </a:cubicBezTo>
                  <a:lnTo>
                    <a:pt x="42160" y="760"/>
                  </a:lnTo>
                  <a:lnTo>
                    <a:pt x="41917" y="791"/>
                  </a:lnTo>
                  <a:cubicBezTo>
                    <a:pt x="41795" y="760"/>
                    <a:pt x="41613" y="699"/>
                    <a:pt x="41582" y="699"/>
                  </a:cubicBezTo>
                  <a:lnTo>
                    <a:pt x="41552" y="699"/>
                  </a:lnTo>
                  <a:lnTo>
                    <a:pt x="41400" y="760"/>
                  </a:lnTo>
                  <a:cubicBezTo>
                    <a:pt x="41265" y="760"/>
                    <a:pt x="40962" y="856"/>
                    <a:pt x="40853" y="856"/>
                  </a:cubicBezTo>
                  <a:cubicBezTo>
                    <a:pt x="40840" y="856"/>
                    <a:pt x="40829" y="855"/>
                    <a:pt x="40822" y="851"/>
                  </a:cubicBezTo>
                  <a:cubicBezTo>
                    <a:pt x="40795" y="833"/>
                    <a:pt x="40739" y="829"/>
                    <a:pt x="40669" y="829"/>
                  </a:cubicBezTo>
                  <a:cubicBezTo>
                    <a:pt x="40596" y="829"/>
                    <a:pt x="40508" y="834"/>
                    <a:pt x="40426" y="834"/>
                  </a:cubicBezTo>
                  <a:cubicBezTo>
                    <a:pt x="40324" y="834"/>
                    <a:pt x="40231" y="826"/>
                    <a:pt x="40184" y="791"/>
                  </a:cubicBezTo>
                  <a:cubicBezTo>
                    <a:pt x="40161" y="775"/>
                    <a:pt x="40131" y="768"/>
                    <a:pt x="40096" y="768"/>
                  </a:cubicBezTo>
                  <a:cubicBezTo>
                    <a:pt x="39992" y="768"/>
                    <a:pt x="39850" y="836"/>
                    <a:pt x="39758" y="973"/>
                  </a:cubicBezTo>
                  <a:lnTo>
                    <a:pt x="39515" y="760"/>
                  </a:lnTo>
                  <a:cubicBezTo>
                    <a:pt x="39485" y="760"/>
                    <a:pt x="39424" y="760"/>
                    <a:pt x="39394" y="791"/>
                  </a:cubicBezTo>
                  <a:lnTo>
                    <a:pt x="39303" y="851"/>
                  </a:lnTo>
                  <a:cubicBezTo>
                    <a:pt x="39242" y="836"/>
                    <a:pt x="39181" y="829"/>
                    <a:pt x="39124" y="829"/>
                  </a:cubicBezTo>
                  <a:cubicBezTo>
                    <a:pt x="39067" y="829"/>
                    <a:pt x="39014" y="836"/>
                    <a:pt x="38968" y="851"/>
                  </a:cubicBezTo>
                  <a:lnTo>
                    <a:pt x="38907" y="851"/>
                  </a:lnTo>
                  <a:cubicBezTo>
                    <a:pt x="38813" y="851"/>
                    <a:pt x="38884" y="980"/>
                    <a:pt x="38834" y="980"/>
                  </a:cubicBezTo>
                  <a:cubicBezTo>
                    <a:pt x="38820" y="980"/>
                    <a:pt x="38796" y="970"/>
                    <a:pt x="38755" y="943"/>
                  </a:cubicBezTo>
                  <a:cubicBezTo>
                    <a:pt x="38710" y="927"/>
                    <a:pt x="38672" y="912"/>
                    <a:pt x="38638" y="912"/>
                  </a:cubicBezTo>
                  <a:cubicBezTo>
                    <a:pt x="38603" y="912"/>
                    <a:pt x="38573" y="927"/>
                    <a:pt x="38543" y="973"/>
                  </a:cubicBezTo>
                  <a:lnTo>
                    <a:pt x="38543" y="1064"/>
                  </a:lnTo>
                  <a:lnTo>
                    <a:pt x="38543" y="1095"/>
                  </a:lnTo>
                  <a:cubicBezTo>
                    <a:pt x="38543" y="1106"/>
                    <a:pt x="38539" y="1111"/>
                    <a:pt x="38534" y="1111"/>
                  </a:cubicBezTo>
                  <a:cubicBezTo>
                    <a:pt x="38511" y="1111"/>
                    <a:pt x="38451" y="1028"/>
                    <a:pt x="38451" y="1003"/>
                  </a:cubicBezTo>
                  <a:cubicBezTo>
                    <a:pt x="38421" y="943"/>
                    <a:pt x="38360" y="912"/>
                    <a:pt x="38299" y="882"/>
                  </a:cubicBezTo>
                  <a:lnTo>
                    <a:pt x="38239" y="882"/>
                  </a:lnTo>
                  <a:lnTo>
                    <a:pt x="38117" y="973"/>
                  </a:lnTo>
                  <a:cubicBezTo>
                    <a:pt x="38087" y="912"/>
                    <a:pt x="38026" y="851"/>
                    <a:pt x="37965" y="791"/>
                  </a:cubicBezTo>
                  <a:lnTo>
                    <a:pt x="37935" y="760"/>
                  </a:lnTo>
                  <a:lnTo>
                    <a:pt x="37844" y="699"/>
                  </a:lnTo>
                  <a:cubicBezTo>
                    <a:pt x="37752" y="791"/>
                    <a:pt x="37388" y="821"/>
                    <a:pt x="37296" y="821"/>
                  </a:cubicBezTo>
                  <a:cubicBezTo>
                    <a:pt x="37144" y="851"/>
                    <a:pt x="37023" y="912"/>
                    <a:pt x="36932" y="1034"/>
                  </a:cubicBezTo>
                  <a:cubicBezTo>
                    <a:pt x="36922" y="1054"/>
                    <a:pt x="36908" y="1064"/>
                    <a:pt x="36893" y="1064"/>
                  </a:cubicBezTo>
                  <a:cubicBezTo>
                    <a:pt x="36864" y="1064"/>
                    <a:pt x="36830" y="1024"/>
                    <a:pt x="36810" y="943"/>
                  </a:cubicBezTo>
                  <a:lnTo>
                    <a:pt x="36719" y="912"/>
                  </a:lnTo>
                  <a:cubicBezTo>
                    <a:pt x="36658" y="851"/>
                    <a:pt x="36537" y="821"/>
                    <a:pt x="36445" y="821"/>
                  </a:cubicBezTo>
                  <a:cubicBezTo>
                    <a:pt x="36272" y="879"/>
                    <a:pt x="36098" y="900"/>
                    <a:pt x="35933" y="900"/>
                  </a:cubicBezTo>
                  <a:cubicBezTo>
                    <a:pt x="35837" y="900"/>
                    <a:pt x="35744" y="893"/>
                    <a:pt x="35655" y="882"/>
                  </a:cubicBezTo>
                  <a:lnTo>
                    <a:pt x="35503" y="882"/>
                  </a:lnTo>
                  <a:cubicBezTo>
                    <a:pt x="35381" y="943"/>
                    <a:pt x="35230" y="1247"/>
                    <a:pt x="35351" y="1277"/>
                  </a:cubicBezTo>
                  <a:cubicBezTo>
                    <a:pt x="35473" y="1338"/>
                    <a:pt x="35473" y="1368"/>
                    <a:pt x="35351" y="1399"/>
                  </a:cubicBezTo>
                  <a:lnTo>
                    <a:pt x="35260" y="1459"/>
                  </a:lnTo>
                  <a:lnTo>
                    <a:pt x="35017" y="1550"/>
                  </a:lnTo>
                  <a:cubicBezTo>
                    <a:pt x="34895" y="1490"/>
                    <a:pt x="34743" y="1399"/>
                    <a:pt x="34652" y="1307"/>
                  </a:cubicBezTo>
                  <a:lnTo>
                    <a:pt x="34652" y="1277"/>
                  </a:lnTo>
                  <a:lnTo>
                    <a:pt x="34652" y="1247"/>
                  </a:lnTo>
                  <a:cubicBezTo>
                    <a:pt x="34662" y="1247"/>
                    <a:pt x="34713" y="1250"/>
                    <a:pt x="34777" y="1250"/>
                  </a:cubicBezTo>
                  <a:cubicBezTo>
                    <a:pt x="34905" y="1250"/>
                    <a:pt x="35088" y="1236"/>
                    <a:pt x="35108" y="1155"/>
                  </a:cubicBezTo>
                  <a:cubicBezTo>
                    <a:pt x="35138" y="1095"/>
                    <a:pt x="35169" y="1034"/>
                    <a:pt x="35230" y="973"/>
                  </a:cubicBezTo>
                  <a:cubicBezTo>
                    <a:pt x="35230" y="973"/>
                    <a:pt x="35230" y="943"/>
                    <a:pt x="35199" y="882"/>
                  </a:cubicBezTo>
                  <a:lnTo>
                    <a:pt x="35169" y="882"/>
                  </a:lnTo>
                  <a:lnTo>
                    <a:pt x="35017" y="851"/>
                  </a:lnTo>
                  <a:cubicBezTo>
                    <a:pt x="34865" y="851"/>
                    <a:pt x="34713" y="882"/>
                    <a:pt x="34591" y="943"/>
                  </a:cubicBezTo>
                  <a:cubicBezTo>
                    <a:pt x="34561" y="1034"/>
                    <a:pt x="34530" y="1095"/>
                    <a:pt x="34530" y="1155"/>
                  </a:cubicBezTo>
                  <a:lnTo>
                    <a:pt x="34439" y="1095"/>
                  </a:lnTo>
                  <a:cubicBezTo>
                    <a:pt x="34378" y="1064"/>
                    <a:pt x="34318" y="1034"/>
                    <a:pt x="34318" y="1003"/>
                  </a:cubicBezTo>
                  <a:lnTo>
                    <a:pt x="34318" y="973"/>
                  </a:lnTo>
                  <a:cubicBezTo>
                    <a:pt x="34348" y="912"/>
                    <a:pt x="34318" y="912"/>
                    <a:pt x="34257" y="912"/>
                  </a:cubicBezTo>
                  <a:lnTo>
                    <a:pt x="34226" y="943"/>
                  </a:lnTo>
                  <a:lnTo>
                    <a:pt x="34166" y="973"/>
                  </a:lnTo>
                  <a:cubicBezTo>
                    <a:pt x="34155" y="983"/>
                    <a:pt x="34135" y="987"/>
                    <a:pt x="34109" y="987"/>
                  </a:cubicBezTo>
                  <a:cubicBezTo>
                    <a:pt x="33993" y="987"/>
                    <a:pt x="33752" y="908"/>
                    <a:pt x="33628" y="908"/>
                  </a:cubicBezTo>
                  <a:cubicBezTo>
                    <a:pt x="33613" y="908"/>
                    <a:pt x="33599" y="909"/>
                    <a:pt x="33588" y="912"/>
                  </a:cubicBezTo>
                  <a:lnTo>
                    <a:pt x="33284" y="973"/>
                  </a:lnTo>
                  <a:lnTo>
                    <a:pt x="32950" y="973"/>
                  </a:lnTo>
                  <a:lnTo>
                    <a:pt x="32798" y="1034"/>
                  </a:lnTo>
                  <a:lnTo>
                    <a:pt x="32707" y="1034"/>
                  </a:lnTo>
                  <a:cubicBezTo>
                    <a:pt x="32692" y="1044"/>
                    <a:pt x="32676" y="1048"/>
                    <a:pt x="32658" y="1048"/>
                  </a:cubicBezTo>
                  <a:cubicBezTo>
                    <a:pt x="32569" y="1048"/>
                    <a:pt x="32454" y="933"/>
                    <a:pt x="32403" y="882"/>
                  </a:cubicBezTo>
                  <a:cubicBezTo>
                    <a:pt x="32395" y="867"/>
                    <a:pt x="32381" y="861"/>
                    <a:pt x="32363" y="861"/>
                  </a:cubicBezTo>
                  <a:cubicBezTo>
                    <a:pt x="32306" y="861"/>
                    <a:pt x="32213" y="919"/>
                    <a:pt x="32190" y="943"/>
                  </a:cubicBezTo>
                  <a:cubicBezTo>
                    <a:pt x="32068" y="1034"/>
                    <a:pt x="31977" y="1095"/>
                    <a:pt x="31856" y="1155"/>
                  </a:cubicBezTo>
                  <a:lnTo>
                    <a:pt x="31734" y="1003"/>
                  </a:lnTo>
                  <a:cubicBezTo>
                    <a:pt x="31704" y="988"/>
                    <a:pt x="31681" y="981"/>
                    <a:pt x="31658" y="981"/>
                  </a:cubicBezTo>
                  <a:cubicBezTo>
                    <a:pt x="31635" y="981"/>
                    <a:pt x="31612" y="988"/>
                    <a:pt x="31582" y="1003"/>
                  </a:cubicBezTo>
                  <a:lnTo>
                    <a:pt x="31308" y="1125"/>
                  </a:lnTo>
                  <a:cubicBezTo>
                    <a:pt x="31187" y="1034"/>
                    <a:pt x="31005" y="973"/>
                    <a:pt x="30822" y="973"/>
                  </a:cubicBezTo>
                  <a:cubicBezTo>
                    <a:pt x="30731" y="973"/>
                    <a:pt x="30640" y="973"/>
                    <a:pt x="30579" y="943"/>
                  </a:cubicBezTo>
                  <a:lnTo>
                    <a:pt x="30518" y="1003"/>
                  </a:lnTo>
                  <a:cubicBezTo>
                    <a:pt x="30457" y="1064"/>
                    <a:pt x="30457" y="1125"/>
                    <a:pt x="30397" y="1186"/>
                  </a:cubicBezTo>
                  <a:lnTo>
                    <a:pt x="30366" y="1216"/>
                  </a:lnTo>
                  <a:cubicBezTo>
                    <a:pt x="30305" y="1216"/>
                    <a:pt x="30275" y="1186"/>
                    <a:pt x="30275" y="1155"/>
                  </a:cubicBezTo>
                  <a:lnTo>
                    <a:pt x="30275" y="1064"/>
                  </a:lnTo>
                  <a:cubicBezTo>
                    <a:pt x="30275" y="1034"/>
                    <a:pt x="30214" y="973"/>
                    <a:pt x="30153" y="973"/>
                  </a:cubicBezTo>
                  <a:lnTo>
                    <a:pt x="30123" y="1003"/>
                  </a:lnTo>
                  <a:lnTo>
                    <a:pt x="30032" y="1034"/>
                  </a:lnTo>
                  <a:cubicBezTo>
                    <a:pt x="29971" y="1064"/>
                    <a:pt x="29903" y="1079"/>
                    <a:pt x="29834" y="1079"/>
                  </a:cubicBezTo>
                  <a:cubicBezTo>
                    <a:pt x="29766" y="1079"/>
                    <a:pt x="29697" y="1064"/>
                    <a:pt x="29637" y="1034"/>
                  </a:cubicBezTo>
                  <a:lnTo>
                    <a:pt x="29606" y="1034"/>
                  </a:lnTo>
                  <a:lnTo>
                    <a:pt x="29485" y="943"/>
                  </a:lnTo>
                  <a:cubicBezTo>
                    <a:pt x="29363" y="973"/>
                    <a:pt x="29181" y="1064"/>
                    <a:pt x="29181" y="1095"/>
                  </a:cubicBezTo>
                  <a:cubicBezTo>
                    <a:pt x="29181" y="1155"/>
                    <a:pt x="29120" y="1216"/>
                    <a:pt x="29059" y="1247"/>
                  </a:cubicBezTo>
                  <a:cubicBezTo>
                    <a:pt x="28998" y="1186"/>
                    <a:pt x="28968" y="1095"/>
                    <a:pt x="28907" y="1064"/>
                  </a:cubicBezTo>
                  <a:lnTo>
                    <a:pt x="28846" y="1003"/>
                  </a:lnTo>
                  <a:cubicBezTo>
                    <a:pt x="28755" y="1003"/>
                    <a:pt x="28664" y="973"/>
                    <a:pt x="28573" y="973"/>
                  </a:cubicBezTo>
                  <a:lnTo>
                    <a:pt x="28482" y="1034"/>
                  </a:lnTo>
                  <a:lnTo>
                    <a:pt x="28390" y="1095"/>
                  </a:lnTo>
                  <a:cubicBezTo>
                    <a:pt x="28238" y="1095"/>
                    <a:pt x="28056" y="1095"/>
                    <a:pt x="27904" y="1064"/>
                  </a:cubicBezTo>
                  <a:cubicBezTo>
                    <a:pt x="27894" y="1059"/>
                    <a:pt x="27881" y="1056"/>
                    <a:pt x="27868" y="1056"/>
                  </a:cubicBezTo>
                  <a:cubicBezTo>
                    <a:pt x="27802" y="1056"/>
                    <a:pt x="27701" y="1115"/>
                    <a:pt x="27600" y="1216"/>
                  </a:cubicBezTo>
                  <a:lnTo>
                    <a:pt x="27570" y="1095"/>
                  </a:lnTo>
                  <a:cubicBezTo>
                    <a:pt x="27550" y="1035"/>
                    <a:pt x="27530" y="989"/>
                    <a:pt x="27477" y="989"/>
                  </a:cubicBezTo>
                  <a:cubicBezTo>
                    <a:pt x="27448" y="989"/>
                    <a:pt x="27410" y="1002"/>
                    <a:pt x="27357" y="1034"/>
                  </a:cubicBezTo>
                  <a:lnTo>
                    <a:pt x="27296" y="1064"/>
                  </a:lnTo>
                  <a:cubicBezTo>
                    <a:pt x="27226" y="1064"/>
                    <a:pt x="27030" y="974"/>
                    <a:pt x="26943" y="974"/>
                  </a:cubicBezTo>
                  <a:cubicBezTo>
                    <a:pt x="26917" y="974"/>
                    <a:pt x="26901" y="982"/>
                    <a:pt x="26901" y="1003"/>
                  </a:cubicBezTo>
                  <a:cubicBezTo>
                    <a:pt x="26901" y="1095"/>
                    <a:pt x="26779" y="1095"/>
                    <a:pt x="26719" y="1095"/>
                  </a:cubicBezTo>
                  <a:cubicBezTo>
                    <a:pt x="26597" y="1155"/>
                    <a:pt x="26506" y="1186"/>
                    <a:pt x="26384" y="1216"/>
                  </a:cubicBezTo>
                  <a:cubicBezTo>
                    <a:pt x="26293" y="1216"/>
                    <a:pt x="26050" y="1095"/>
                    <a:pt x="25959" y="1095"/>
                  </a:cubicBezTo>
                  <a:cubicBezTo>
                    <a:pt x="25868" y="1095"/>
                    <a:pt x="25412" y="1247"/>
                    <a:pt x="25229" y="1247"/>
                  </a:cubicBezTo>
                  <a:cubicBezTo>
                    <a:pt x="24956" y="1186"/>
                    <a:pt x="24713" y="1186"/>
                    <a:pt x="24439" y="1186"/>
                  </a:cubicBezTo>
                  <a:cubicBezTo>
                    <a:pt x="24384" y="1213"/>
                    <a:pt x="24324" y="1228"/>
                    <a:pt x="24273" y="1228"/>
                  </a:cubicBezTo>
                  <a:cubicBezTo>
                    <a:pt x="24212" y="1228"/>
                    <a:pt x="24165" y="1206"/>
                    <a:pt x="24165" y="1155"/>
                  </a:cubicBezTo>
                  <a:lnTo>
                    <a:pt x="24165" y="1095"/>
                  </a:lnTo>
                  <a:cubicBezTo>
                    <a:pt x="24013" y="1155"/>
                    <a:pt x="23862" y="1216"/>
                    <a:pt x="23679" y="1277"/>
                  </a:cubicBezTo>
                  <a:cubicBezTo>
                    <a:pt x="23588" y="1277"/>
                    <a:pt x="23466" y="1247"/>
                    <a:pt x="23375" y="1216"/>
                  </a:cubicBezTo>
                  <a:lnTo>
                    <a:pt x="23284" y="1277"/>
                  </a:lnTo>
                  <a:lnTo>
                    <a:pt x="23102" y="1429"/>
                  </a:lnTo>
                  <a:cubicBezTo>
                    <a:pt x="23010" y="1368"/>
                    <a:pt x="22889" y="1368"/>
                    <a:pt x="22798" y="1368"/>
                  </a:cubicBezTo>
                  <a:cubicBezTo>
                    <a:pt x="22767" y="1399"/>
                    <a:pt x="22737" y="1459"/>
                    <a:pt x="22737" y="1490"/>
                  </a:cubicBezTo>
                  <a:cubicBezTo>
                    <a:pt x="22706" y="1550"/>
                    <a:pt x="22737" y="1733"/>
                    <a:pt x="22706" y="1794"/>
                  </a:cubicBezTo>
                  <a:cubicBezTo>
                    <a:pt x="22706" y="1815"/>
                    <a:pt x="22615" y="1837"/>
                    <a:pt x="22497" y="1837"/>
                  </a:cubicBezTo>
                  <a:cubicBezTo>
                    <a:pt x="22449" y="1837"/>
                    <a:pt x="22395" y="1833"/>
                    <a:pt x="22342" y="1824"/>
                  </a:cubicBezTo>
                  <a:lnTo>
                    <a:pt x="22159" y="1824"/>
                  </a:lnTo>
                  <a:lnTo>
                    <a:pt x="22007" y="1794"/>
                  </a:lnTo>
                  <a:cubicBezTo>
                    <a:pt x="21855" y="1794"/>
                    <a:pt x="21703" y="1794"/>
                    <a:pt x="21551" y="1824"/>
                  </a:cubicBezTo>
                  <a:cubicBezTo>
                    <a:pt x="21527" y="1824"/>
                    <a:pt x="21474" y="1819"/>
                    <a:pt x="21416" y="1819"/>
                  </a:cubicBezTo>
                  <a:cubicBezTo>
                    <a:pt x="21330" y="1819"/>
                    <a:pt x="21235" y="1830"/>
                    <a:pt x="21217" y="1885"/>
                  </a:cubicBezTo>
                  <a:cubicBezTo>
                    <a:pt x="21217" y="1929"/>
                    <a:pt x="21136" y="1958"/>
                    <a:pt x="21080" y="1958"/>
                  </a:cubicBezTo>
                  <a:cubicBezTo>
                    <a:pt x="21060" y="1958"/>
                    <a:pt x="21043" y="1954"/>
                    <a:pt x="21035" y="1946"/>
                  </a:cubicBezTo>
                  <a:cubicBezTo>
                    <a:pt x="21035" y="1915"/>
                    <a:pt x="20913" y="1915"/>
                    <a:pt x="20883" y="1885"/>
                  </a:cubicBezTo>
                  <a:cubicBezTo>
                    <a:pt x="20883" y="1854"/>
                    <a:pt x="20883" y="1642"/>
                    <a:pt x="20822" y="1642"/>
                  </a:cubicBezTo>
                  <a:cubicBezTo>
                    <a:pt x="20700" y="1611"/>
                    <a:pt x="20609" y="1581"/>
                    <a:pt x="20518" y="1520"/>
                  </a:cubicBezTo>
                  <a:lnTo>
                    <a:pt x="20366" y="1490"/>
                  </a:lnTo>
                  <a:lnTo>
                    <a:pt x="20305" y="1490"/>
                  </a:lnTo>
                  <a:cubicBezTo>
                    <a:pt x="20298" y="1482"/>
                    <a:pt x="20288" y="1479"/>
                    <a:pt x="20277" y="1479"/>
                  </a:cubicBezTo>
                  <a:cubicBezTo>
                    <a:pt x="20195" y="1479"/>
                    <a:pt x="20024" y="1653"/>
                    <a:pt x="19971" y="1733"/>
                  </a:cubicBezTo>
                  <a:cubicBezTo>
                    <a:pt x="19921" y="1808"/>
                    <a:pt x="19850" y="1862"/>
                    <a:pt x="19810" y="1862"/>
                  </a:cubicBezTo>
                  <a:cubicBezTo>
                    <a:pt x="19801" y="1862"/>
                    <a:pt x="19794" y="1860"/>
                    <a:pt x="19788" y="1854"/>
                  </a:cubicBezTo>
                  <a:lnTo>
                    <a:pt x="19728" y="1824"/>
                  </a:lnTo>
                  <a:lnTo>
                    <a:pt x="19545" y="1763"/>
                  </a:lnTo>
                  <a:cubicBezTo>
                    <a:pt x="19424" y="1854"/>
                    <a:pt x="19333" y="1915"/>
                    <a:pt x="19211" y="1976"/>
                  </a:cubicBezTo>
                  <a:cubicBezTo>
                    <a:pt x="19205" y="1982"/>
                    <a:pt x="19198" y="1984"/>
                    <a:pt x="19191" y="1984"/>
                  </a:cubicBezTo>
                  <a:cubicBezTo>
                    <a:pt x="19158" y="1984"/>
                    <a:pt x="19114" y="1940"/>
                    <a:pt x="19089" y="1915"/>
                  </a:cubicBezTo>
                  <a:lnTo>
                    <a:pt x="19120" y="1854"/>
                  </a:lnTo>
                  <a:lnTo>
                    <a:pt x="19150" y="1824"/>
                  </a:lnTo>
                  <a:cubicBezTo>
                    <a:pt x="19211" y="1763"/>
                    <a:pt x="19272" y="1672"/>
                    <a:pt x="19302" y="1581"/>
                  </a:cubicBezTo>
                  <a:lnTo>
                    <a:pt x="19120" y="1490"/>
                  </a:lnTo>
                  <a:lnTo>
                    <a:pt x="19089" y="1490"/>
                  </a:lnTo>
                  <a:cubicBezTo>
                    <a:pt x="19087" y="1487"/>
                    <a:pt x="19084" y="1486"/>
                    <a:pt x="19080" y="1486"/>
                  </a:cubicBezTo>
                  <a:cubicBezTo>
                    <a:pt x="19028" y="1486"/>
                    <a:pt x="18842" y="1649"/>
                    <a:pt x="18785" y="1733"/>
                  </a:cubicBezTo>
                  <a:cubicBezTo>
                    <a:pt x="18694" y="1854"/>
                    <a:pt x="18603" y="1946"/>
                    <a:pt x="18512" y="2037"/>
                  </a:cubicBezTo>
                  <a:lnTo>
                    <a:pt x="18269" y="2037"/>
                  </a:lnTo>
                  <a:cubicBezTo>
                    <a:pt x="18178" y="2037"/>
                    <a:pt x="18117" y="1915"/>
                    <a:pt x="18147" y="1854"/>
                  </a:cubicBezTo>
                  <a:cubicBezTo>
                    <a:pt x="18147" y="1824"/>
                    <a:pt x="18026" y="1672"/>
                    <a:pt x="17934" y="1611"/>
                  </a:cubicBezTo>
                  <a:cubicBezTo>
                    <a:pt x="17924" y="1601"/>
                    <a:pt x="17908" y="1597"/>
                    <a:pt x="17888" y="1597"/>
                  </a:cubicBezTo>
                  <a:cubicBezTo>
                    <a:pt x="17787" y="1597"/>
                    <a:pt x="17580" y="1702"/>
                    <a:pt x="17478" y="1702"/>
                  </a:cubicBezTo>
                  <a:cubicBezTo>
                    <a:pt x="17296" y="1702"/>
                    <a:pt x="17114" y="1733"/>
                    <a:pt x="16931" y="1733"/>
                  </a:cubicBezTo>
                  <a:cubicBezTo>
                    <a:pt x="16779" y="1794"/>
                    <a:pt x="16658" y="1824"/>
                    <a:pt x="16506" y="1854"/>
                  </a:cubicBezTo>
                  <a:lnTo>
                    <a:pt x="16232" y="1854"/>
                  </a:lnTo>
                  <a:lnTo>
                    <a:pt x="16171" y="1794"/>
                  </a:lnTo>
                  <a:cubicBezTo>
                    <a:pt x="16149" y="1783"/>
                    <a:pt x="16119" y="1775"/>
                    <a:pt x="16083" y="1775"/>
                  </a:cubicBezTo>
                  <a:cubicBezTo>
                    <a:pt x="16022" y="1775"/>
                    <a:pt x="15945" y="1797"/>
                    <a:pt x="15867" y="1854"/>
                  </a:cubicBezTo>
                  <a:cubicBezTo>
                    <a:pt x="15784" y="1799"/>
                    <a:pt x="15715" y="1777"/>
                    <a:pt x="15655" y="1777"/>
                  </a:cubicBezTo>
                  <a:cubicBezTo>
                    <a:pt x="15517" y="1777"/>
                    <a:pt x="15426" y="1891"/>
                    <a:pt x="15320" y="1976"/>
                  </a:cubicBezTo>
                  <a:lnTo>
                    <a:pt x="15077" y="2158"/>
                  </a:lnTo>
                  <a:cubicBezTo>
                    <a:pt x="15002" y="2137"/>
                    <a:pt x="14926" y="2127"/>
                    <a:pt x="14858" y="2127"/>
                  </a:cubicBezTo>
                  <a:cubicBezTo>
                    <a:pt x="14733" y="2127"/>
                    <a:pt x="14630" y="2160"/>
                    <a:pt x="14591" y="2219"/>
                  </a:cubicBezTo>
                  <a:lnTo>
                    <a:pt x="14591" y="2310"/>
                  </a:lnTo>
                  <a:lnTo>
                    <a:pt x="14591" y="2371"/>
                  </a:lnTo>
                  <a:cubicBezTo>
                    <a:pt x="14591" y="2446"/>
                    <a:pt x="14529" y="2501"/>
                    <a:pt x="14456" y="2501"/>
                  </a:cubicBezTo>
                  <a:cubicBezTo>
                    <a:pt x="14441" y="2501"/>
                    <a:pt x="14425" y="2498"/>
                    <a:pt x="14408" y="2493"/>
                  </a:cubicBezTo>
                  <a:cubicBezTo>
                    <a:pt x="14317" y="2462"/>
                    <a:pt x="14226" y="2462"/>
                    <a:pt x="14135" y="2462"/>
                  </a:cubicBezTo>
                  <a:lnTo>
                    <a:pt x="14044" y="2462"/>
                  </a:lnTo>
                  <a:cubicBezTo>
                    <a:pt x="13983" y="2462"/>
                    <a:pt x="13922" y="2614"/>
                    <a:pt x="13892" y="2614"/>
                  </a:cubicBezTo>
                  <a:cubicBezTo>
                    <a:pt x="13770" y="2584"/>
                    <a:pt x="13679" y="2554"/>
                    <a:pt x="13588" y="2523"/>
                  </a:cubicBezTo>
                  <a:lnTo>
                    <a:pt x="13527" y="2523"/>
                  </a:lnTo>
                  <a:cubicBezTo>
                    <a:pt x="13523" y="2519"/>
                    <a:pt x="13519" y="2517"/>
                    <a:pt x="13515" y="2517"/>
                  </a:cubicBezTo>
                  <a:cubicBezTo>
                    <a:pt x="13489" y="2517"/>
                    <a:pt x="13466" y="2592"/>
                    <a:pt x="13466" y="2645"/>
                  </a:cubicBezTo>
                  <a:cubicBezTo>
                    <a:pt x="13466" y="2689"/>
                    <a:pt x="13401" y="2717"/>
                    <a:pt x="13318" y="2717"/>
                  </a:cubicBezTo>
                  <a:cubicBezTo>
                    <a:pt x="13288" y="2717"/>
                    <a:pt x="13256" y="2714"/>
                    <a:pt x="13223" y="2706"/>
                  </a:cubicBezTo>
                  <a:lnTo>
                    <a:pt x="13162" y="2675"/>
                  </a:lnTo>
                  <a:lnTo>
                    <a:pt x="13071" y="2645"/>
                  </a:lnTo>
                  <a:cubicBezTo>
                    <a:pt x="12980" y="2614"/>
                    <a:pt x="12889" y="2584"/>
                    <a:pt x="12797" y="2523"/>
                  </a:cubicBezTo>
                  <a:cubicBezTo>
                    <a:pt x="12797" y="2518"/>
                    <a:pt x="12795" y="2515"/>
                    <a:pt x="12790" y="2515"/>
                  </a:cubicBezTo>
                  <a:cubicBezTo>
                    <a:pt x="12768" y="2515"/>
                    <a:pt x="12701" y="2574"/>
                    <a:pt x="12676" y="2675"/>
                  </a:cubicBezTo>
                  <a:lnTo>
                    <a:pt x="12554" y="2766"/>
                  </a:lnTo>
                  <a:lnTo>
                    <a:pt x="12463" y="2827"/>
                  </a:lnTo>
                  <a:cubicBezTo>
                    <a:pt x="12428" y="2916"/>
                    <a:pt x="12382" y="2963"/>
                    <a:pt x="12344" y="2963"/>
                  </a:cubicBezTo>
                  <a:cubicBezTo>
                    <a:pt x="12317" y="2963"/>
                    <a:pt x="12293" y="2939"/>
                    <a:pt x="12281" y="2888"/>
                  </a:cubicBezTo>
                  <a:lnTo>
                    <a:pt x="12220" y="2797"/>
                  </a:lnTo>
                  <a:lnTo>
                    <a:pt x="12220" y="2766"/>
                  </a:lnTo>
                  <a:cubicBezTo>
                    <a:pt x="12190" y="2751"/>
                    <a:pt x="12159" y="2744"/>
                    <a:pt x="12129" y="2744"/>
                  </a:cubicBezTo>
                  <a:cubicBezTo>
                    <a:pt x="12098" y="2744"/>
                    <a:pt x="12068" y="2751"/>
                    <a:pt x="12038" y="2766"/>
                  </a:cubicBezTo>
                  <a:lnTo>
                    <a:pt x="12038" y="2797"/>
                  </a:lnTo>
                  <a:lnTo>
                    <a:pt x="12038" y="2918"/>
                  </a:lnTo>
                  <a:cubicBezTo>
                    <a:pt x="12068" y="3009"/>
                    <a:pt x="12068" y="3131"/>
                    <a:pt x="12068" y="3222"/>
                  </a:cubicBezTo>
                  <a:cubicBezTo>
                    <a:pt x="11977" y="3131"/>
                    <a:pt x="11916" y="3040"/>
                    <a:pt x="11855" y="2949"/>
                  </a:cubicBezTo>
                  <a:cubicBezTo>
                    <a:pt x="11817" y="2891"/>
                    <a:pt x="11766" y="2870"/>
                    <a:pt x="11711" y="2870"/>
                  </a:cubicBezTo>
                  <a:cubicBezTo>
                    <a:pt x="11679" y="2870"/>
                    <a:pt x="11645" y="2877"/>
                    <a:pt x="11612" y="2888"/>
                  </a:cubicBezTo>
                  <a:cubicBezTo>
                    <a:pt x="11603" y="2897"/>
                    <a:pt x="11586" y="2900"/>
                    <a:pt x="11566" y="2900"/>
                  </a:cubicBezTo>
                  <a:cubicBezTo>
                    <a:pt x="11518" y="2900"/>
                    <a:pt x="11451" y="2879"/>
                    <a:pt x="11430" y="2857"/>
                  </a:cubicBezTo>
                  <a:cubicBezTo>
                    <a:pt x="11421" y="2849"/>
                    <a:pt x="11399" y="2845"/>
                    <a:pt x="11371" y="2845"/>
                  </a:cubicBezTo>
                  <a:cubicBezTo>
                    <a:pt x="11305" y="2845"/>
                    <a:pt x="11208" y="2866"/>
                    <a:pt x="11187" y="2888"/>
                  </a:cubicBezTo>
                  <a:cubicBezTo>
                    <a:pt x="11156" y="2888"/>
                    <a:pt x="11126" y="2949"/>
                    <a:pt x="11156" y="2949"/>
                  </a:cubicBezTo>
                  <a:lnTo>
                    <a:pt x="11156" y="2979"/>
                  </a:lnTo>
                  <a:cubicBezTo>
                    <a:pt x="11156" y="2979"/>
                    <a:pt x="11156" y="3009"/>
                    <a:pt x="11156" y="3040"/>
                  </a:cubicBezTo>
                  <a:cubicBezTo>
                    <a:pt x="11095" y="3070"/>
                    <a:pt x="11065" y="3070"/>
                    <a:pt x="11004" y="3101"/>
                  </a:cubicBezTo>
                  <a:lnTo>
                    <a:pt x="10974" y="3101"/>
                  </a:lnTo>
                  <a:cubicBezTo>
                    <a:pt x="10967" y="3097"/>
                    <a:pt x="10955" y="3096"/>
                    <a:pt x="10939" y="3096"/>
                  </a:cubicBezTo>
                  <a:cubicBezTo>
                    <a:pt x="10830" y="3096"/>
                    <a:pt x="10528" y="3166"/>
                    <a:pt x="10346" y="3166"/>
                  </a:cubicBezTo>
                  <a:cubicBezTo>
                    <a:pt x="10319" y="3166"/>
                    <a:pt x="10295" y="3165"/>
                    <a:pt x="10275" y="3161"/>
                  </a:cubicBezTo>
                  <a:lnTo>
                    <a:pt x="9940" y="3101"/>
                  </a:lnTo>
                  <a:cubicBezTo>
                    <a:pt x="9910" y="3131"/>
                    <a:pt x="9849" y="3192"/>
                    <a:pt x="9849" y="3192"/>
                  </a:cubicBezTo>
                  <a:cubicBezTo>
                    <a:pt x="9910" y="3222"/>
                    <a:pt x="9940" y="3253"/>
                    <a:pt x="10001" y="3283"/>
                  </a:cubicBezTo>
                  <a:cubicBezTo>
                    <a:pt x="10050" y="3283"/>
                    <a:pt x="10079" y="3205"/>
                    <a:pt x="10120" y="3205"/>
                  </a:cubicBezTo>
                  <a:cubicBezTo>
                    <a:pt x="10130" y="3205"/>
                    <a:pt x="10141" y="3210"/>
                    <a:pt x="10153" y="3222"/>
                  </a:cubicBezTo>
                  <a:cubicBezTo>
                    <a:pt x="10183" y="3283"/>
                    <a:pt x="10244" y="3344"/>
                    <a:pt x="10244" y="3374"/>
                  </a:cubicBezTo>
                  <a:lnTo>
                    <a:pt x="10244" y="3435"/>
                  </a:lnTo>
                  <a:cubicBezTo>
                    <a:pt x="10153" y="3465"/>
                    <a:pt x="10305" y="3557"/>
                    <a:pt x="10396" y="3587"/>
                  </a:cubicBezTo>
                  <a:cubicBezTo>
                    <a:pt x="10487" y="3587"/>
                    <a:pt x="10579" y="3587"/>
                    <a:pt x="10579" y="3526"/>
                  </a:cubicBezTo>
                  <a:lnTo>
                    <a:pt x="10579" y="3496"/>
                  </a:lnTo>
                  <a:lnTo>
                    <a:pt x="10579" y="3435"/>
                  </a:lnTo>
                  <a:cubicBezTo>
                    <a:pt x="10548" y="3405"/>
                    <a:pt x="10670" y="3374"/>
                    <a:pt x="10731" y="3374"/>
                  </a:cubicBezTo>
                  <a:cubicBezTo>
                    <a:pt x="10791" y="3374"/>
                    <a:pt x="10822" y="3587"/>
                    <a:pt x="10791" y="3648"/>
                  </a:cubicBezTo>
                  <a:cubicBezTo>
                    <a:pt x="10791" y="3709"/>
                    <a:pt x="10670" y="3800"/>
                    <a:pt x="10518" y="3800"/>
                  </a:cubicBezTo>
                  <a:lnTo>
                    <a:pt x="10366" y="3709"/>
                  </a:lnTo>
                  <a:lnTo>
                    <a:pt x="10183" y="3617"/>
                  </a:lnTo>
                  <a:cubicBezTo>
                    <a:pt x="10031" y="3800"/>
                    <a:pt x="10062" y="3952"/>
                    <a:pt x="10092" y="3952"/>
                  </a:cubicBezTo>
                  <a:lnTo>
                    <a:pt x="10487" y="3952"/>
                  </a:lnTo>
                  <a:lnTo>
                    <a:pt x="10579" y="4073"/>
                  </a:lnTo>
                  <a:cubicBezTo>
                    <a:pt x="10639" y="4073"/>
                    <a:pt x="10639" y="4134"/>
                    <a:pt x="10639" y="4165"/>
                  </a:cubicBezTo>
                  <a:cubicBezTo>
                    <a:pt x="10670" y="4165"/>
                    <a:pt x="10731" y="4073"/>
                    <a:pt x="10731" y="4013"/>
                  </a:cubicBezTo>
                  <a:cubicBezTo>
                    <a:pt x="10731" y="3982"/>
                    <a:pt x="10883" y="3952"/>
                    <a:pt x="10943" y="3952"/>
                  </a:cubicBezTo>
                  <a:cubicBezTo>
                    <a:pt x="10974" y="3952"/>
                    <a:pt x="10974" y="4013"/>
                    <a:pt x="10974" y="4043"/>
                  </a:cubicBezTo>
                  <a:cubicBezTo>
                    <a:pt x="10974" y="4064"/>
                    <a:pt x="11075" y="4099"/>
                    <a:pt x="11148" y="4099"/>
                  </a:cubicBezTo>
                  <a:cubicBezTo>
                    <a:pt x="11181" y="4099"/>
                    <a:pt x="11207" y="4092"/>
                    <a:pt x="11217" y="4073"/>
                  </a:cubicBezTo>
                  <a:cubicBezTo>
                    <a:pt x="11232" y="4043"/>
                    <a:pt x="11270" y="4028"/>
                    <a:pt x="11312" y="4028"/>
                  </a:cubicBezTo>
                  <a:cubicBezTo>
                    <a:pt x="11354" y="4028"/>
                    <a:pt x="11399" y="4043"/>
                    <a:pt x="11430" y="4073"/>
                  </a:cubicBezTo>
                  <a:lnTo>
                    <a:pt x="11521" y="4104"/>
                  </a:lnTo>
                  <a:cubicBezTo>
                    <a:pt x="11538" y="4107"/>
                    <a:pt x="11552" y="4109"/>
                    <a:pt x="11564" y="4109"/>
                  </a:cubicBezTo>
                  <a:cubicBezTo>
                    <a:pt x="11661" y="4109"/>
                    <a:pt x="11619" y="4009"/>
                    <a:pt x="11673" y="3982"/>
                  </a:cubicBezTo>
                  <a:lnTo>
                    <a:pt x="11734" y="3952"/>
                  </a:lnTo>
                  <a:cubicBezTo>
                    <a:pt x="11825" y="3952"/>
                    <a:pt x="11946" y="3982"/>
                    <a:pt x="12038" y="4043"/>
                  </a:cubicBezTo>
                  <a:lnTo>
                    <a:pt x="12038" y="4134"/>
                  </a:lnTo>
                  <a:cubicBezTo>
                    <a:pt x="11946" y="4225"/>
                    <a:pt x="11825" y="4256"/>
                    <a:pt x="11703" y="4286"/>
                  </a:cubicBezTo>
                  <a:lnTo>
                    <a:pt x="11673" y="4286"/>
                  </a:lnTo>
                  <a:cubicBezTo>
                    <a:pt x="11642" y="4316"/>
                    <a:pt x="11582" y="4316"/>
                    <a:pt x="11551" y="4316"/>
                  </a:cubicBezTo>
                  <a:cubicBezTo>
                    <a:pt x="11460" y="4286"/>
                    <a:pt x="11399" y="4256"/>
                    <a:pt x="11308" y="4225"/>
                  </a:cubicBezTo>
                  <a:lnTo>
                    <a:pt x="11247" y="4225"/>
                  </a:lnTo>
                  <a:cubicBezTo>
                    <a:pt x="11231" y="4217"/>
                    <a:pt x="11215" y="4214"/>
                    <a:pt x="11199" y="4214"/>
                  </a:cubicBezTo>
                  <a:cubicBezTo>
                    <a:pt x="11094" y="4214"/>
                    <a:pt x="10992" y="4379"/>
                    <a:pt x="10913" y="4590"/>
                  </a:cubicBezTo>
                  <a:lnTo>
                    <a:pt x="11278" y="4712"/>
                  </a:lnTo>
                  <a:lnTo>
                    <a:pt x="11308" y="4712"/>
                  </a:lnTo>
                  <a:cubicBezTo>
                    <a:pt x="11308" y="4803"/>
                    <a:pt x="11399" y="4894"/>
                    <a:pt x="11490" y="4924"/>
                  </a:cubicBezTo>
                  <a:cubicBezTo>
                    <a:pt x="11521" y="4924"/>
                    <a:pt x="11551" y="4955"/>
                    <a:pt x="11521" y="5016"/>
                  </a:cubicBezTo>
                  <a:lnTo>
                    <a:pt x="11490" y="5076"/>
                  </a:lnTo>
                  <a:lnTo>
                    <a:pt x="11490" y="5107"/>
                  </a:lnTo>
                  <a:cubicBezTo>
                    <a:pt x="11582" y="5137"/>
                    <a:pt x="11665" y="5152"/>
                    <a:pt x="11745" y="5152"/>
                  </a:cubicBezTo>
                  <a:cubicBezTo>
                    <a:pt x="11825" y="5152"/>
                    <a:pt x="11901" y="5137"/>
                    <a:pt x="11977" y="5107"/>
                  </a:cubicBezTo>
                  <a:cubicBezTo>
                    <a:pt x="12098" y="5076"/>
                    <a:pt x="12159" y="4955"/>
                    <a:pt x="12068" y="4833"/>
                  </a:cubicBezTo>
                  <a:lnTo>
                    <a:pt x="12250" y="4803"/>
                  </a:lnTo>
                  <a:lnTo>
                    <a:pt x="12402" y="4772"/>
                  </a:lnTo>
                  <a:lnTo>
                    <a:pt x="12433" y="4772"/>
                  </a:lnTo>
                  <a:cubicBezTo>
                    <a:pt x="12463" y="4772"/>
                    <a:pt x="12494" y="4833"/>
                    <a:pt x="12463" y="4864"/>
                  </a:cubicBezTo>
                  <a:cubicBezTo>
                    <a:pt x="12463" y="4864"/>
                    <a:pt x="12433" y="4985"/>
                    <a:pt x="12402" y="5076"/>
                  </a:cubicBezTo>
                  <a:lnTo>
                    <a:pt x="12402" y="5137"/>
                  </a:lnTo>
                  <a:cubicBezTo>
                    <a:pt x="12418" y="5228"/>
                    <a:pt x="12463" y="5251"/>
                    <a:pt x="12516" y="5251"/>
                  </a:cubicBezTo>
                  <a:cubicBezTo>
                    <a:pt x="12570" y="5251"/>
                    <a:pt x="12630" y="5228"/>
                    <a:pt x="12676" y="5228"/>
                  </a:cubicBezTo>
                  <a:cubicBezTo>
                    <a:pt x="12706" y="5198"/>
                    <a:pt x="12706" y="5137"/>
                    <a:pt x="12706" y="5107"/>
                  </a:cubicBezTo>
                  <a:lnTo>
                    <a:pt x="12645" y="5107"/>
                  </a:lnTo>
                  <a:cubicBezTo>
                    <a:pt x="12494" y="5107"/>
                    <a:pt x="12494" y="5107"/>
                    <a:pt x="12524" y="5016"/>
                  </a:cubicBezTo>
                  <a:lnTo>
                    <a:pt x="12554" y="4985"/>
                  </a:lnTo>
                  <a:cubicBezTo>
                    <a:pt x="12562" y="4971"/>
                    <a:pt x="12581" y="4965"/>
                    <a:pt x="12608" y="4965"/>
                  </a:cubicBezTo>
                  <a:cubicBezTo>
                    <a:pt x="12691" y="4965"/>
                    <a:pt x="12842" y="5023"/>
                    <a:pt x="12889" y="5046"/>
                  </a:cubicBezTo>
                  <a:cubicBezTo>
                    <a:pt x="12980" y="5107"/>
                    <a:pt x="13071" y="5168"/>
                    <a:pt x="13193" y="5168"/>
                  </a:cubicBezTo>
                  <a:cubicBezTo>
                    <a:pt x="13284" y="5168"/>
                    <a:pt x="13345" y="5168"/>
                    <a:pt x="13436" y="5137"/>
                  </a:cubicBezTo>
                  <a:cubicBezTo>
                    <a:pt x="13557" y="5107"/>
                    <a:pt x="13679" y="5107"/>
                    <a:pt x="13801" y="5107"/>
                  </a:cubicBezTo>
                  <a:lnTo>
                    <a:pt x="13953" y="5198"/>
                  </a:lnTo>
                  <a:cubicBezTo>
                    <a:pt x="14036" y="5281"/>
                    <a:pt x="14119" y="5415"/>
                    <a:pt x="14294" y="5415"/>
                  </a:cubicBezTo>
                  <a:cubicBezTo>
                    <a:pt x="14311" y="5415"/>
                    <a:pt x="14329" y="5413"/>
                    <a:pt x="14348" y="5411"/>
                  </a:cubicBezTo>
                  <a:lnTo>
                    <a:pt x="15260" y="5411"/>
                  </a:lnTo>
                  <a:cubicBezTo>
                    <a:pt x="15412" y="5411"/>
                    <a:pt x="15563" y="5411"/>
                    <a:pt x="15715" y="5472"/>
                  </a:cubicBezTo>
                  <a:cubicBezTo>
                    <a:pt x="15733" y="5477"/>
                    <a:pt x="15754" y="5480"/>
                    <a:pt x="15777" y="5480"/>
                  </a:cubicBezTo>
                  <a:cubicBezTo>
                    <a:pt x="15874" y="5480"/>
                    <a:pt x="16012" y="5435"/>
                    <a:pt x="16111" y="5411"/>
                  </a:cubicBezTo>
                  <a:cubicBezTo>
                    <a:pt x="16141" y="5411"/>
                    <a:pt x="16179" y="5418"/>
                    <a:pt x="16213" y="5418"/>
                  </a:cubicBezTo>
                  <a:cubicBezTo>
                    <a:pt x="16247" y="5418"/>
                    <a:pt x="16278" y="5411"/>
                    <a:pt x="16293" y="5380"/>
                  </a:cubicBezTo>
                  <a:cubicBezTo>
                    <a:pt x="16319" y="5328"/>
                    <a:pt x="16323" y="5253"/>
                    <a:pt x="16402" y="5253"/>
                  </a:cubicBezTo>
                  <a:cubicBezTo>
                    <a:pt x="16414" y="5253"/>
                    <a:pt x="16428" y="5255"/>
                    <a:pt x="16445" y="5259"/>
                  </a:cubicBezTo>
                  <a:lnTo>
                    <a:pt x="16506" y="5259"/>
                  </a:lnTo>
                  <a:cubicBezTo>
                    <a:pt x="16567" y="5320"/>
                    <a:pt x="16567" y="5411"/>
                    <a:pt x="16506" y="5472"/>
                  </a:cubicBezTo>
                  <a:lnTo>
                    <a:pt x="16323" y="5472"/>
                  </a:lnTo>
                  <a:cubicBezTo>
                    <a:pt x="16232" y="5563"/>
                    <a:pt x="16141" y="5593"/>
                    <a:pt x="16050" y="5623"/>
                  </a:cubicBezTo>
                  <a:lnTo>
                    <a:pt x="15928" y="5623"/>
                  </a:lnTo>
                  <a:cubicBezTo>
                    <a:pt x="15920" y="5619"/>
                    <a:pt x="15911" y="5617"/>
                    <a:pt x="15902" y="5617"/>
                  </a:cubicBezTo>
                  <a:cubicBezTo>
                    <a:pt x="15844" y="5617"/>
                    <a:pt x="15776" y="5693"/>
                    <a:pt x="15776" y="5745"/>
                  </a:cubicBezTo>
                  <a:cubicBezTo>
                    <a:pt x="15776" y="5752"/>
                    <a:pt x="15768" y="5756"/>
                    <a:pt x="15752" y="5756"/>
                  </a:cubicBezTo>
                  <a:cubicBezTo>
                    <a:pt x="15703" y="5756"/>
                    <a:pt x="15581" y="5716"/>
                    <a:pt x="15442" y="5623"/>
                  </a:cubicBezTo>
                  <a:lnTo>
                    <a:pt x="15168" y="5775"/>
                  </a:lnTo>
                  <a:lnTo>
                    <a:pt x="14925" y="5775"/>
                  </a:lnTo>
                  <a:cubicBezTo>
                    <a:pt x="14773" y="5745"/>
                    <a:pt x="14621" y="5745"/>
                    <a:pt x="14469" y="5745"/>
                  </a:cubicBezTo>
                  <a:lnTo>
                    <a:pt x="14256" y="5745"/>
                  </a:lnTo>
                  <a:cubicBezTo>
                    <a:pt x="14211" y="5745"/>
                    <a:pt x="14135" y="5737"/>
                    <a:pt x="14063" y="5737"/>
                  </a:cubicBezTo>
                  <a:cubicBezTo>
                    <a:pt x="13991" y="5737"/>
                    <a:pt x="13922" y="5745"/>
                    <a:pt x="13892" y="5775"/>
                  </a:cubicBezTo>
                  <a:cubicBezTo>
                    <a:pt x="13831" y="5836"/>
                    <a:pt x="13770" y="5927"/>
                    <a:pt x="13709" y="5988"/>
                  </a:cubicBezTo>
                  <a:cubicBezTo>
                    <a:pt x="13649" y="5988"/>
                    <a:pt x="13466" y="5897"/>
                    <a:pt x="13436" y="5867"/>
                  </a:cubicBezTo>
                  <a:cubicBezTo>
                    <a:pt x="13284" y="5867"/>
                    <a:pt x="13162" y="5867"/>
                    <a:pt x="13041" y="5927"/>
                  </a:cubicBezTo>
                  <a:cubicBezTo>
                    <a:pt x="12980" y="5927"/>
                    <a:pt x="12889" y="5927"/>
                    <a:pt x="12858" y="5867"/>
                  </a:cubicBezTo>
                  <a:cubicBezTo>
                    <a:pt x="12858" y="5861"/>
                    <a:pt x="12854" y="5858"/>
                    <a:pt x="12846" y="5858"/>
                  </a:cubicBezTo>
                  <a:cubicBezTo>
                    <a:pt x="12815" y="5858"/>
                    <a:pt x="12731" y="5903"/>
                    <a:pt x="12706" y="5927"/>
                  </a:cubicBezTo>
                  <a:lnTo>
                    <a:pt x="12402" y="5927"/>
                  </a:lnTo>
                  <a:cubicBezTo>
                    <a:pt x="12281" y="5927"/>
                    <a:pt x="12129" y="5927"/>
                    <a:pt x="12007" y="5958"/>
                  </a:cubicBezTo>
                  <a:cubicBezTo>
                    <a:pt x="11931" y="5973"/>
                    <a:pt x="11855" y="5981"/>
                    <a:pt x="11779" y="5981"/>
                  </a:cubicBezTo>
                  <a:cubicBezTo>
                    <a:pt x="11703" y="5981"/>
                    <a:pt x="11627" y="5973"/>
                    <a:pt x="11551" y="5958"/>
                  </a:cubicBezTo>
                  <a:lnTo>
                    <a:pt x="11399" y="5958"/>
                  </a:lnTo>
                  <a:cubicBezTo>
                    <a:pt x="11247" y="5988"/>
                    <a:pt x="11095" y="6019"/>
                    <a:pt x="10974" y="6079"/>
                  </a:cubicBezTo>
                  <a:cubicBezTo>
                    <a:pt x="10913" y="6079"/>
                    <a:pt x="10913" y="6201"/>
                    <a:pt x="10852" y="6201"/>
                  </a:cubicBezTo>
                  <a:cubicBezTo>
                    <a:pt x="10831" y="6206"/>
                    <a:pt x="10813" y="6209"/>
                    <a:pt x="10798" y="6209"/>
                  </a:cubicBezTo>
                  <a:cubicBezTo>
                    <a:pt x="10731" y="6209"/>
                    <a:pt x="10731" y="6154"/>
                    <a:pt x="10731" y="6079"/>
                  </a:cubicBezTo>
                  <a:lnTo>
                    <a:pt x="10639" y="6079"/>
                  </a:lnTo>
                  <a:cubicBezTo>
                    <a:pt x="10582" y="6137"/>
                    <a:pt x="10499" y="6158"/>
                    <a:pt x="10416" y="6158"/>
                  </a:cubicBezTo>
                  <a:cubicBezTo>
                    <a:pt x="10368" y="6158"/>
                    <a:pt x="10319" y="6151"/>
                    <a:pt x="10275" y="6140"/>
                  </a:cubicBezTo>
                  <a:lnTo>
                    <a:pt x="10062" y="6110"/>
                  </a:lnTo>
                  <a:lnTo>
                    <a:pt x="10062" y="6110"/>
                  </a:lnTo>
                  <a:cubicBezTo>
                    <a:pt x="10080" y="6181"/>
                    <a:pt x="10066" y="6211"/>
                    <a:pt x="10040" y="6211"/>
                  </a:cubicBezTo>
                  <a:cubicBezTo>
                    <a:pt x="10021" y="6211"/>
                    <a:pt x="9996" y="6196"/>
                    <a:pt x="9971" y="6171"/>
                  </a:cubicBezTo>
                  <a:lnTo>
                    <a:pt x="9819" y="6171"/>
                  </a:lnTo>
                  <a:cubicBezTo>
                    <a:pt x="9697" y="6201"/>
                    <a:pt x="9606" y="6231"/>
                    <a:pt x="9484" y="6262"/>
                  </a:cubicBezTo>
                  <a:lnTo>
                    <a:pt x="9393" y="6262"/>
                  </a:lnTo>
                  <a:cubicBezTo>
                    <a:pt x="9363" y="6292"/>
                    <a:pt x="9332" y="6292"/>
                    <a:pt x="9272" y="6323"/>
                  </a:cubicBezTo>
                  <a:cubicBezTo>
                    <a:pt x="9164" y="6344"/>
                    <a:pt x="9057" y="6366"/>
                    <a:pt x="8949" y="6366"/>
                  </a:cubicBezTo>
                  <a:cubicBezTo>
                    <a:pt x="8905" y="6366"/>
                    <a:pt x="8860" y="6362"/>
                    <a:pt x="8816" y="6353"/>
                  </a:cubicBezTo>
                  <a:lnTo>
                    <a:pt x="8724" y="6353"/>
                  </a:lnTo>
                  <a:cubicBezTo>
                    <a:pt x="8603" y="6353"/>
                    <a:pt x="8177" y="6535"/>
                    <a:pt x="8056" y="6535"/>
                  </a:cubicBezTo>
                  <a:cubicBezTo>
                    <a:pt x="7954" y="6535"/>
                    <a:pt x="7718" y="6495"/>
                    <a:pt x="7554" y="6495"/>
                  </a:cubicBezTo>
                  <a:cubicBezTo>
                    <a:pt x="7471" y="6495"/>
                    <a:pt x="7407" y="6505"/>
                    <a:pt x="7387" y="6535"/>
                  </a:cubicBezTo>
                  <a:cubicBezTo>
                    <a:pt x="7348" y="6594"/>
                    <a:pt x="7296" y="6628"/>
                    <a:pt x="7248" y="6628"/>
                  </a:cubicBezTo>
                  <a:cubicBezTo>
                    <a:pt x="7221" y="6628"/>
                    <a:pt x="7196" y="6618"/>
                    <a:pt x="7174" y="6596"/>
                  </a:cubicBezTo>
                  <a:lnTo>
                    <a:pt x="7144" y="6535"/>
                  </a:lnTo>
                  <a:lnTo>
                    <a:pt x="7113" y="6505"/>
                  </a:lnTo>
                  <a:cubicBezTo>
                    <a:pt x="7024" y="6469"/>
                    <a:pt x="6946" y="6455"/>
                    <a:pt x="6865" y="6455"/>
                  </a:cubicBezTo>
                  <a:cubicBezTo>
                    <a:pt x="6809" y="6455"/>
                    <a:pt x="6751" y="6462"/>
                    <a:pt x="6688" y="6475"/>
                  </a:cubicBezTo>
                  <a:lnTo>
                    <a:pt x="6536" y="6535"/>
                  </a:lnTo>
                  <a:cubicBezTo>
                    <a:pt x="6436" y="6586"/>
                    <a:pt x="6335" y="6608"/>
                    <a:pt x="6235" y="6608"/>
                  </a:cubicBezTo>
                  <a:cubicBezTo>
                    <a:pt x="6153" y="6608"/>
                    <a:pt x="6071" y="6593"/>
                    <a:pt x="5989" y="6566"/>
                  </a:cubicBezTo>
                  <a:cubicBezTo>
                    <a:pt x="5928" y="6551"/>
                    <a:pt x="5867" y="6543"/>
                    <a:pt x="5803" y="6543"/>
                  </a:cubicBezTo>
                  <a:cubicBezTo>
                    <a:pt x="5738" y="6543"/>
                    <a:pt x="5670" y="6551"/>
                    <a:pt x="5594" y="6566"/>
                  </a:cubicBezTo>
                  <a:lnTo>
                    <a:pt x="5503" y="6596"/>
                  </a:lnTo>
                  <a:cubicBezTo>
                    <a:pt x="5381" y="6657"/>
                    <a:pt x="5168" y="6748"/>
                    <a:pt x="5077" y="6839"/>
                  </a:cubicBezTo>
                  <a:lnTo>
                    <a:pt x="4925" y="6687"/>
                  </a:lnTo>
                  <a:cubicBezTo>
                    <a:pt x="4918" y="6684"/>
                    <a:pt x="4910" y="6682"/>
                    <a:pt x="4900" y="6682"/>
                  </a:cubicBezTo>
                  <a:cubicBezTo>
                    <a:pt x="4834" y="6682"/>
                    <a:pt x="4709" y="6753"/>
                    <a:pt x="4625" y="6753"/>
                  </a:cubicBezTo>
                  <a:cubicBezTo>
                    <a:pt x="4612" y="6753"/>
                    <a:pt x="4601" y="6752"/>
                    <a:pt x="4591" y="6748"/>
                  </a:cubicBezTo>
                  <a:lnTo>
                    <a:pt x="4317" y="6627"/>
                  </a:lnTo>
                  <a:cubicBezTo>
                    <a:pt x="4195" y="6718"/>
                    <a:pt x="4013" y="6748"/>
                    <a:pt x="3861" y="6748"/>
                  </a:cubicBezTo>
                  <a:cubicBezTo>
                    <a:pt x="3834" y="6739"/>
                    <a:pt x="3810" y="6736"/>
                    <a:pt x="3788" y="6736"/>
                  </a:cubicBezTo>
                  <a:cubicBezTo>
                    <a:pt x="3734" y="6736"/>
                    <a:pt x="3691" y="6757"/>
                    <a:pt x="3648" y="6779"/>
                  </a:cubicBezTo>
                  <a:lnTo>
                    <a:pt x="3588" y="6779"/>
                  </a:lnTo>
                  <a:lnTo>
                    <a:pt x="3284" y="6718"/>
                  </a:lnTo>
                  <a:cubicBezTo>
                    <a:pt x="3149" y="6814"/>
                    <a:pt x="3039" y="6874"/>
                    <a:pt x="2976" y="6874"/>
                  </a:cubicBezTo>
                  <a:cubicBezTo>
                    <a:pt x="2939" y="6874"/>
                    <a:pt x="2919" y="6854"/>
                    <a:pt x="2919" y="6809"/>
                  </a:cubicBezTo>
                  <a:lnTo>
                    <a:pt x="2706" y="6900"/>
                  </a:lnTo>
                  <a:cubicBezTo>
                    <a:pt x="2661" y="6915"/>
                    <a:pt x="2615" y="6923"/>
                    <a:pt x="2569" y="6923"/>
                  </a:cubicBezTo>
                  <a:cubicBezTo>
                    <a:pt x="2524" y="6923"/>
                    <a:pt x="2478" y="6915"/>
                    <a:pt x="2433" y="6900"/>
                  </a:cubicBezTo>
                  <a:cubicBezTo>
                    <a:pt x="2402" y="6870"/>
                    <a:pt x="2357" y="6855"/>
                    <a:pt x="2311" y="6855"/>
                  </a:cubicBezTo>
                  <a:cubicBezTo>
                    <a:pt x="2265" y="6855"/>
                    <a:pt x="2220" y="6870"/>
                    <a:pt x="2189" y="6900"/>
                  </a:cubicBezTo>
                  <a:cubicBezTo>
                    <a:pt x="2176" y="6905"/>
                    <a:pt x="2162" y="6906"/>
                    <a:pt x="2148" y="6906"/>
                  </a:cubicBezTo>
                  <a:cubicBezTo>
                    <a:pt x="2078" y="6906"/>
                    <a:pt x="1997" y="6863"/>
                    <a:pt x="1927" y="6863"/>
                  </a:cubicBezTo>
                  <a:cubicBezTo>
                    <a:pt x="1913" y="6863"/>
                    <a:pt x="1899" y="6865"/>
                    <a:pt x="1885" y="6870"/>
                  </a:cubicBezTo>
                  <a:lnTo>
                    <a:pt x="1794" y="6900"/>
                  </a:lnTo>
                  <a:cubicBezTo>
                    <a:pt x="1673" y="6900"/>
                    <a:pt x="1399" y="6991"/>
                    <a:pt x="1308" y="6991"/>
                  </a:cubicBezTo>
                  <a:cubicBezTo>
                    <a:pt x="1304" y="6990"/>
                    <a:pt x="1300" y="6989"/>
                    <a:pt x="1295" y="6989"/>
                  </a:cubicBezTo>
                  <a:cubicBezTo>
                    <a:pt x="1219" y="6989"/>
                    <a:pt x="1000" y="7204"/>
                    <a:pt x="943" y="7204"/>
                  </a:cubicBezTo>
                  <a:cubicBezTo>
                    <a:pt x="882" y="7174"/>
                    <a:pt x="761" y="7174"/>
                    <a:pt x="670" y="7174"/>
                  </a:cubicBezTo>
                  <a:lnTo>
                    <a:pt x="609" y="7265"/>
                  </a:lnTo>
                  <a:cubicBezTo>
                    <a:pt x="578" y="7295"/>
                    <a:pt x="396" y="7295"/>
                    <a:pt x="335" y="7326"/>
                  </a:cubicBezTo>
                  <a:cubicBezTo>
                    <a:pt x="244" y="7386"/>
                    <a:pt x="183" y="7478"/>
                    <a:pt x="153" y="7599"/>
                  </a:cubicBezTo>
                  <a:cubicBezTo>
                    <a:pt x="122" y="7690"/>
                    <a:pt x="183" y="7782"/>
                    <a:pt x="244" y="7903"/>
                  </a:cubicBezTo>
                  <a:lnTo>
                    <a:pt x="274" y="7994"/>
                  </a:lnTo>
                  <a:cubicBezTo>
                    <a:pt x="305" y="8086"/>
                    <a:pt x="183" y="8207"/>
                    <a:pt x="122" y="8207"/>
                  </a:cubicBezTo>
                  <a:cubicBezTo>
                    <a:pt x="62" y="8238"/>
                    <a:pt x="122" y="8450"/>
                    <a:pt x="62" y="8481"/>
                  </a:cubicBezTo>
                  <a:cubicBezTo>
                    <a:pt x="1" y="8541"/>
                    <a:pt x="92" y="8602"/>
                    <a:pt x="122" y="8633"/>
                  </a:cubicBezTo>
                  <a:cubicBezTo>
                    <a:pt x="183" y="8633"/>
                    <a:pt x="183" y="8754"/>
                    <a:pt x="92" y="8876"/>
                  </a:cubicBezTo>
                  <a:lnTo>
                    <a:pt x="153" y="8937"/>
                  </a:lnTo>
                  <a:lnTo>
                    <a:pt x="335" y="9149"/>
                  </a:lnTo>
                  <a:cubicBezTo>
                    <a:pt x="396" y="9362"/>
                    <a:pt x="487" y="9545"/>
                    <a:pt x="639" y="9727"/>
                  </a:cubicBezTo>
                  <a:lnTo>
                    <a:pt x="548" y="9818"/>
                  </a:lnTo>
                  <a:cubicBezTo>
                    <a:pt x="518" y="9879"/>
                    <a:pt x="548" y="9940"/>
                    <a:pt x="670" y="9970"/>
                  </a:cubicBezTo>
                  <a:lnTo>
                    <a:pt x="791" y="10000"/>
                  </a:lnTo>
                  <a:cubicBezTo>
                    <a:pt x="700" y="10061"/>
                    <a:pt x="609" y="10152"/>
                    <a:pt x="518" y="10213"/>
                  </a:cubicBezTo>
                  <a:cubicBezTo>
                    <a:pt x="457" y="10213"/>
                    <a:pt x="548" y="10335"/>
                    <a:pt x="578" y="10365"/>
                  </a:cubicBezTo>
                  <a:cubicBezTo>
                    <a:pt x="609" y="10426"/>
                    <a:pt x="639" y="10487"/>
                    <a:pt x="609" y="10548"/>
                  </a:cubicBezTo>
                  <a:lnTo>
                    <a:pt x="578" y="10608"/>
                  </a:lnTo>
                  <a:cubicBezTo>
                    <a:pt x="578" y="10730"/>
                    <a:pt x="639" y="10760"/>
                    <a:pt x="730" y="10760"/>
                  </a:cubicBezTo>
                  <a:lnTo>
                    <a:pt x="974" y="10730"/>
                  </a:lnTo>
                  <a:lnTo>
                    <a:pt x="974" y="10730"/>
                  </a:lnTo>
                  <a:cubicBezTo>
                    <a:pt x="943" y="10791"/>
                    <a:pt x="882" y="11004"/>
                    <a:pt x="822" y="11186"/>
                  </a:cubicBezTo>
                  <a:lnTo>
                    <a:pt x="1126" y="11338"/>
                  </a:lnTo>
                  <a:lnTo>
                    <a:pt x="1217" y="11368"/>
                  </a:lnTo>
                  <a:cubicBezTo>
                    <a:pt x="1338" y="11399"/>
                    <a:pt x="1490" y="11429"/>
                    <a:pt x="1612" y="11429"/>
                  </a:cubicBezTo>
                  <a:lnTo>
                    <a:pt x="1733" y="11459"/>
                  </a:lnTo>
                  <a:lnTo>
                    <a:pt x="1946" y="11490"/>
                  </a:lnTo>
                  <a:cubicBezTo>
                    <a:pt x="2129" y="11551"/>
                    <a:pt x="2706" y="11794"/>
                    <a:pt x="2858" y="11824"/>
                  </a:cubicBezTo>
                  <a:cubicBezTo>
                    <a:pt x="3040" y="11855"/>
                    <a:pt x="3223" y="11855"/>
                    <a:pt x="3405" y="11855"/>
                  </a:cubicBezTo>
                  <a:lnTo>
                    <a:pt x="3527" y="11915"/>
                  </a:lnTo>
                  <a:cubicBezTo>
                    <a:pt x="3618" y="11976"/>
                    <a:pt x="3709" y="12007"/>
                    <a:pt x="3800" y="12007"/>
                  </a:cubicBezTo>
                  <a:cubicBezTo>
                    <a:pt x="3827" y="12002"/>
                    <a:pt x="3852" y="12000"/>
                    <a:pt x="3877" y="12000"/>
                  </a:cubicBezTo>
                  <a:cubicBezTo>
                    <a:pt x="3995" y="12000"/>
                    <a:pt x="4089" y="12043"/>
                    <a:pt x="4191" y="12043"/>
                  </a:cubicBezTo>
                  <a:cubicBezTo>
                    <a:pt x="4212" y="12043"/>
                    <a:pt x="4234" y="12041"/>
                    <a:pt x="4256" y="12037"/>
                  </a:cubicBezTo>
                  <a:lnTo>
                    <a:pt x="5168" y="12037"/>
                  </a:lnTo>
                  <a:cubicBezTo>
                    <a:pt x="5259" y="12098"/>
                    <a:pt x="5381" y="12098"/>
                    <a:pt x="5503" y="12098"/>
                  </a:cubicBezTo>
                  <a:lnTo>
                    <a:pt x="5563" y="12128"/>
                  </a:lnTo>
                  <a:lnTo>
                    <a:pt x="5624" y="12189"/>
                  </a:lnTo>
                  <a:lnTo>
                    <a:pt x="5867" y="12371"/>
                  </a:lnTo>
                  <a:cubicBezTo>
                    <a:pt x="5867" y="12402"/>
                    <a:pt x="5776" y="12462"/>
                    <a:pt x="5715" y="12462"/>
                  </a:cubicBezTo>
                  <a:cubicBezTo>
                    <a:pt x="5654" y="12493"/>
                    <a:pt x="5776" y="12554"/>
                    <a:pt x="5958" y="12614"/>
                  </a:cubicBezTo>
                  <a:lnTo>
                    <a:pt x="6019" y="12402"/>
                  </a:lnTo>
                  <a:lnTo>
                    <a:pt x="6050" y="12280"/>
                  </a:lnTo>
                  <a:cubicBezTo>
                    <a:pt x="6202" y="12311"/>
                    <a:pt x="6354" y="12341"/>
                    <a:pt x="6506" y="12432"/>
                  </a:cubicBezTo>
                  <a:cubicBezTo>
                    <a:pt x="6536" y="12462"/>
                    <a:pt x="6566" y="12493"/>
                    <a:pt x="6597" y="12554"/>
                  </a:cubicBezTo>
                  <a:lnTo>
                    <a:pt x="6566" y="12584"/>
                  </a:lnTo>
                  <a:lnTo>
                    <a:pt x="6536" y="12645"/>
                  </a:lnTo>
                  <a:cubicBezTo>
                    <a:pt x="6445" y="12675"/>
                    <a:pt x="6445" y="12797"/>
                    <a:pt x="6536" y="12918"/>
                  </a:cubicBezTo>
                  <a:lnTo>
                    <a:pt x="6627" y="12949"/>
                  </a:lnTo>
                  <a:cubicBezTo>
                    <a:pt x="6718" y="12979"/>
                    <a:pt x="6749" y="13040"/>
                    <a:pt x="6688" y="13101"/>
                  </a:cubicBezTo>
                  <a:lnTo>
                    <a:pt x="6536" y="13101"/>
                  </a:lnTo>
                  <a:lnTo>
                    <a:pt x="6384" y="13010"/>
                  </a:lnTo>
                  <a:cubicBezTo>
                    <a:pt x="6354" y="13070"/>
                    <a:pt x="6323" y="13162"/>
                    <a:pt x="6293" y="13222"/>
                  </a:cubicBezTo>
                  <a:cubicBezTo>
                    <a:pt x="6289" y="13226"/>
                    <a:pt x="6284" y="13227"/>
                    <a:pt x="6276" y="13227"/>
                  </a:cubicBezTo>
                  <a:cubicBezTo>
                    <a:pt x="6211" y="13227"/>
                    <a:pt x="6013" y="13128"/>
                    <a:pt x="5958" y="13101"/>
                  </a:cubicBezTo>
                  <a:cubicBezTo>
                    <a:pt x="5944" y="13091"/>
                    <a:pt x="5927" y="13087"/>
                    <a:pt x="5911" y="13087"/>
                  </a:cubicBezTo>
                  <a:cubicBezTo>
                    <a:pt x="5824" y="13087"/>
                    <a:pt x="5725" y="13202"/>
                    <a:pt x="5776" y="13253"/>
                  </a:cubicBezTo>
                  <a:cubicBezTo>
                    <a:pt x="5837" y="13283"/>
                    <a:pt x="6202" y="13405"/>
                    <a:pt x="6293" y="13496"/>
                  </a:cubicBezTo>
                  <a:cubicBezTo>
                    <a:pt x="6304" y="13503"/>
                    <a:pt x="6315" y="13507"/>
                    <a:pt x="6325" y="13507"/>
                  </a:cubicBezTo>
                  <a:cubicBezTo>
                    <a:pt x="6399" y="13507"/>
                    <a:pt x="6449" y="13340"/>
                    <a:pt x="6475" y="13314"/>
                  </a:cubicBezTo>
                  <a:cubicBezTo>
                    <a:pt x="6486" y="13292"/>
                    <a:pt x="6504" y="13282"/>
                    <a:pt x="6526" y="13282"/>
                  </a:cubicBezTo>
                  <a:cubicBezTo>
                    <a:pt x="6566" y="13282"/>
                    <a:pt x="6618" y="13315"/>
                    <a:pt x="6658" y="13374"/>
                  </a:cubicBezTo>
                  <a:lnTo>
                    <a:pt x="6688" y="13496"/>
                  </a:lnTo>
                  <a:lnTo>
                    <a:pt x="6688" y="13526"/>
                  </a:lnTo>
                  <a:cubicBezTo>
                    <a:pt x="6709" y="13533"/>
                    <a:pt x="6740" y="13535"/>
                    <a:pt x="6777" y="13535"/>
                  </a:cubicBezTo>
                  <a:cubicBezTo>
                    <a:pt x="6843" y="13535"/>
                    <a:pt x="6925" y="13528"/>
                    <a:pt x="6992" y="13528"/>
                  </a:cubicBezTo>
                  <a:cubicBezTo>
                    <a:pt x="7054" y="13528"/>
                    <a:pt x="7102" y="13534"/>
                    <a:pt x="7113" y="13557"/>
                  </a:cubicBezTo>
                  <a:cubicBezTo>
                    <a:pt x="7144" y="13618"/>
                    <a:pt x="7022" y="13861"/>
                    <a:pt x="6962" y="13952"/>
                  </a:cubicBezTo>
                  <a:cubicBezTo>
                    <a:pt x="6901" y="14013"/>
                    <a:pt x="6840" y="14043"/>
                    <a:pt x="6779" y="14104"/>
                  </a:cubicBezTo>
                  <a:lnTo>
                    <a:pt x="6749" y="14104"/>
                  </a:lnTo>
                  <a:cubicBezTo>
                    <a:pt x="6718" y="14104"/>
                    <a:pt x="6688" y="14073"/>
                    <a:pt x="6658" y="14043"/>
                  </a:cubicBezTo>
                  <a:cubicBezTo>
                    <a:pt x="6658" y="14013"/>
                    <a:pt x="6688" y="13952"/>
                    <a:pt x="6658" y="13921"/>
                  </a:cubicBezTo>
                  <a:lnTo>
                    <a:pt x="6627" y="13861"/>
                  </a:lnTo>
                  <a:cubicBezTo>
                    <a:pt x="6621" y="13854"/>
                    <a:pt x="6606" y="13852"/>
                    <a:pt x="6587" y="13852"/>
                  </a:cubicBezTo>
                  <a:cubicBezTo>
                    <a:pt x="6533" y="13852"/>
                    <a:pt x="6443" y="13869"/>
                    <a:pt x="6379" y="13869"/>
                  </a:cubicBezTo>
                  <a:cubicBezTo>
                    <a:pt x="6356" y="13869"/>
                    <a:pt x="6336" y="13867"/>
                    <a:pt x="6323" y="13861"/>
                  </a:cubicBezTo>
                  <a:cubicBezTo>
                    <a:pt x="6309" y="13846"/>
                    <a:pt x="6290" y="13840"/>
                    <a:pt x="6271" y="13840"/>
                  </a:cubicBezTo>
                  <a:cubicBezTo>
                    <a:pt x="6211" y="13840"/>
                    <a:pt x="6141" y="13898"/>
                    <a:pt x="6141" y="13921"/>
                  </a:cubicBezTo>
                  <a:cubicBezTo>
                    <a:pt x="6171" y="13982"/>
                    <a:pt x="6171" y="14043"/>
                    <a:pt x="6141" y="14073"/>
                  </a:cubicBezTo>
                  <a:lnTo>
                    <a:pt x="6110" y="14104"/>
                  </a:lnTo>
                  <a:cubicBezTo>
                    <a:pt x="6019" y="14165"/>
                    <a:pt x="6019" y="14256"/>
                    <a:pt x="6110" y="14256"/>
                  </a:cubicBezTo>
                  <a:cubicBezTo>
                    <a:pt x="6323" y="14286"/>
                    <a:pt x="6171" y="14377"/>
                    <a:pt x="6171" y="14408"/>
                  </a:cubicBezTo>
                  <a:cubicBezTo>
                    <a:pt x="6141" y="14408"/>
                    <a:pt x="6202" y="14499"/>
                    <a:pt x="6232" y="14499"/>
                  </a:cubicBezTo>
                  <a:cubicBezTo>
                    <a:pt x="6270" y="14494"/>
                    <a:pt x="6306" y="14491"/>
                    <a:pt x="6342" y="14491"/>
                  </a:cubicBezTo>
                  <a:cubicBezTo>
                    <a:pt x="6509" y="14491"/>
                    <a:pt x="6659" y="14546"/>
                    <a:pt x="6810" y="14621"/>
                  </a:cubicBezTo>
                  <a:lnTo>
                    <a:pt x="6901" y="14651"/>
                  </a:lnTo>
                  <a:cubicBezTo>
                    <a:pt x="7053" y="14621"/>
                    <a:pt x="7205" y="14621"/>
                    <a:pt x="7357" y="14621"/>
                  </a:cubicBezTo>
                  <a:cubicBezTo>
                    <a:pt x="7448" y="14651"/>
                    <a:pt x="7509" y="14712"/>
                    <a:pt x="7569" y="14803"/>
                  </a:cubicBezTo>
                  <a:lnTo>
                    <a:pt x="7600" y="14803"/>
                  </a:lnTo>
                  <a:cubicBezTo>
                    <a:pt x="7612" y="14809"/>
                    <a:pt x="7624" y="14811"/>
                    <a:pt x="7636" y="14811"/>
                  </a:cubicBezTo>
                  <a:cubicBezTo>
                    <a:pt x="7685" y="14811"/>
                    <a:pt x="7734" y="14773"/>
                    <a:pt x="7782" y="14773"/>
                  </a:cubicBezTo>
                  <a:cubicBezTo>
                    <a:pt x="7843" y="14773"/>
                    <a:pt x="7873" y="14803"/>
                    <a:pt x="7904" y="14833"/>
                  </a:cubicBezTo>
                  <a:cubicBezTo>
                    <a:pt x="7934" y="14894"/>
                    <a:pt x="7965" y="14985"/>
                    <a:pt x="8025" y="14985"/>
                  </a:cubicBezTo>
                  <a:cubicBezTo>
                    <a:pt x="8299" y="15077"/>
                    <a:pt x="8572" y="15137"/>
                    <a:pt x="8846" y="15168"/>
                  </a:cubicBezTo>
                  <a:lnTo>
                    <a:pt x="8998" y="15198"/>
                  </a:lnTo>
                  <a:cubicBezTo>
                    <a:pt x="9089" y="15183"/>
                    <a:pt x="9180" y="15175"/>
                    <a:pt x="9275" y="15175"/>
                  </a:cubicBezTo>
                  <a:cubicBezTo>
                    <a:pt x="9370" y="15175"/>
                    <a:pt x="9469" y="15183"/>
                    <a:pt x="9576" y="15198"/>
                  </a:cubicBezTo>
                  <a:cubicBezTo>
                    <a:pt x="9636" y="15228"/>
                    <a:pt x="9697" y="15259"/>
                    <a:pt x="9788" y="15259"/>
                  </a:cubicBezTo>
                  <a:cubicBezTo>
                    <a:pt x="9857" y="15190"/>
                    <a:pt x="9939" y="15171"/>
                    <a:pt x="10022" y="15171"/>
                  </a:cubicBezTo>
                  <a:cubicBezTo>
                    <a:pt x="10121" y="15171"/>
                    <a:pt x="10222" y="15198"/>
                    <a:pt x="10305" y="15198"/>
                  </a:cubicBezTo>
                  <a:cubicBezTo>
                    <a:pt x="10361" y="15187"/>
                    <a:pt x="10416" y="15180"/>
                    <a:pt x="10470" y="15180"/>
                  </a:cubicBezTo>
                  <a:cubicBezTo>
                    <a:pt x="10564" y="15180"/>
                    <a:pt x="10653" y="15201"/>
                    <a:pt x="10731" y="15259"/>
                  </a:cubicBezTo>
                  <a:cubicBezTo>
                    <a:pt x="10739" y="15263"/>
                    <a:pt x="10749" y="15265"/>
                    <a:pt x="10760" y="15265"/>
                  </a:cubicBezTo>
                  <a:cubicBezTo>
                    <a:pt x="10825" y="15265"/>
                    <a:pt x="10926" y="15198"/>
                    <a:pt x="11004" y="15198"/>
                  </a:cubicBezTo>
                  <a:cubicBezTo>
                    <a:pt x="11069" y="15198"/>
                    <a:pt x="11119" y="15276"/>
                    <a:pt x="11175" y="15276"/>
                  </a:cubicBezTo>
                  <a:cubicBezTo>
                    <a:pt x="11198" y="15276"/>
                    <a:pt x="11221" y="15263"/>
                    <a:pt x="11247" y="15228"/>
                  </a:cubicBezTo>
                  <a:lnTo>
                    <a:pt x="11338" y="15137"/>
                  </a:lnTo>
                  <a:cubicBezTo>
                    <a:pt x="11460" y="15198"/>
                    <a:pt x="11582" y="15259"/>
                    <a:pt x="11703" y="15320"/>
                  </a:cubicBezTo>
                  <a:lnTo>
                    <a:pt x="11825" y="15259"/>
                  </a:lnTo>
                  <a:lnTo>
                    <a:pt x="11916" y="15198"/>
                  </a:lnTo>
                  <a:cubicBezTo>
                    <a:pt x="12098" y="15198"/>
                    <a:pt x="12281" y="15168"/>
                    <a:pt x="12463" y="15107"/>
                  </a:cubicBezTo>
                  <a:lnTo>
                    <a:pt x="12554" y="15198"/>
                  </a:lnTo>
                  <a:lnTo>
                    <a:pt x="12676" y="15289"/>
                  </a:lnTo>
                  <a:cubicBezTo>
                    <a:pt x="12716" y="15269"/>
                    <a:pt x="12770" y="15262"/>
                    <a:pt x="12828" y="15262"/>
                  </a:cubicBezTo>
                  <a:cubicBezTo>
                    <a:pt x="12943" y="15262"/>
                    <a:pt x="13071" y="15289"/>
                    <a:pt x="13132" y="15289"/>
                  </a:cubicBezTo>
                  <a:cubicBezTo>
                    <a:pt x="13284" y="15228"/>
                    <a:pt x="13466" y="15198"/>
                    <a:pt x="13618" y="15198"/>
                  </a:cubicBezTo>
                  <a:lnTo>
                    <a:pt x="14013" y="15198"/>
                  </a:lnTo>
                  <a:cubicBezTo>
                    <a:pt x="14030" y="15204"/>
                    <a:pt x="14047" y="15206"/>
                    <a:pt x="14063" y="15206"/>
                  </a:cubicBezTo>
                  <a:cubicBezTo>
                    <a:pt x="14137" y="15206"/>
                    <a:pt x="14207" y="15157"/>
                    <a:pt x="14256" y="15107"/>
                  </a:cubicBezTo>
                  <a:lnTo>
                    <a:pt x="14378" y="15228"/>
                  </a:lnTo>
                  <a:lnTo>
                    <a:pt x="14408" y="15228"/>
                  </a:lnTo>
                  <a:cubicBezTo>
                    <a:pt x="14484" y="15191"/>
                    <a:pt x="14570" y="15165"/>
                    <a:pt x="14640" y="15165"/>
                  </a:cubicBezTo>
                  <a:cubicBezTo>
                    <a:pt x="14683" y="15165"/>
                    <a:pt x="14720" y="15175"/>
                    <a:pt x="14743" y="15198"/>
                  </a:cubicBezTo>
                  <a:lnTo>
                    <a:pt x="14773" y="15259"/>
                  </a:lnTo>
                  <a:cubicBezTo>
                    <a:pt x="14773" y="15274"/>
                    <a:pt x="14781" y="15282"/>
                    <a:pt x="14792" y="15282"/>
                  </a:cubicBezTo>
                  <a:cubicBezTo>
                    <a:pt x="14804" y="15282"/>
                    <a:pt x="14819" y="15274"/>
                    <a:pt x="14834" y="15259"/>
                  </a:cubicBezTo>
                  <a:lnTo>
                    <a:pt x="14864" y="15259"/>
                  </a:lnTo>
                  <a:lnTo>
                    <a:pt x="14864" y="15228"/>
                  </a:lnTo>
                  <a:cubicBezTo>
                    <a:pt x="14956" y="15213"/>
                    <a:pt x="15039" y="15206"/>
                    <a:pt x="15123" y="15206"/>
                  </a:cubicBezTo>
                  <a:cubicBezTo>
                    <a:pt x="15206" y="15206"/>
                    <a:pt x="15290" y="15213"/>
                    <a:pt x="15381" y="15228"/>
                  </a:cubicBezTo>
                  <a:cubicBezTo>
                    <a:pt x="15503" y="15198"/>
                    <a:pt x="15624" y="15107"/>
                    <a:pt x="15685" y="14985"/>
                  </a:cubicBezTo>
                  <a:cubicBezTo>
                    <a:pt x="15707" y="14964"/>
                    <a:pt x="15743" y="14942"/>
                    <a:pt x="15784" y="14942"/>
                  </a:cubicBezTo>
                  <a:cubicBezTo>
                    <a:pt x="15801" y="14942"/>
                    <a:pt x="15819" y="14946"/>
                    <a:pt x="15837" y="14955"/>
                  </a:cubicBezTo>
                  <a:lnTo>
                    <a:pt x="15867" y="14955"/>
                  </a:lnTo>
                  <a:lnTo>
                    <a:pt x="15989" y="15046"/>
                  </a:lnTo>
                  <a:cubicBezTo>
                    <a:pt x="16080" y="15016"/>
                    <a:pt x="16202" y="15016"/>
                    <a:pt x="16293" y="15016"/>
                  </a:cubicBezTo>
                  <a:lnTo>
                    <a:pt x="16658" y="15137"/>
                  </a:lnTo>
                  <a:lnTo>
                    <a:pt x="16810" y="15046"/>
                  </a:lnTo>
                  <a:cubicBezTo>
                    <a:pt x="16830" y="15036"/>
                    <a:pt x="16850" y="15033"/>
                    <a:pt x="16871" y="15033"/>
                  </a:cubicBezTo>
                  <a:cubicBezTo>
                    <a:pt x="16911" y="15033"/>
                    <a:pt x="16952" y="15046"/>
                    <a:pt x="16992" y="15046"/>
                  </a:cubicBezTo>
                  <a:lnTo>
                    <a:pt x="17053" y="15046"/>
                  </a:lnTo>
                  <a:cubicBezTo>
                    <a:pt x="17056" y="15049"/>
                    <a:pt x="17063" y="15051"/>
                    <a:pt x="17074" y="15051"/>
                  </a:cubicBezTo>
                  <a:cubicBezTo>
                    <a:pt x="17155" y="15051"/>
                    <a:pt x="17435" y="14955"/>
                    <a:pt x="17570" y="14955"/>
                  </a:cubicBezTo>
                  <a:cubicBezTo>
                    <a:pt x="17592" y="14963"/>
                    <a:pt x="17617" y="14966"/>
                    <a:pt x="17643" y="14966"/>
                  </a:cubicBezTo>
                  <a:cubicBezTo>
                    <a:pt x="17720" y="14966"/>
                    <a:pt x="17805" y="14932"/>
                    <a:pt x="17874" y="14864"/>
                  </a:cubicBezTo>
                  <a:lnTo>
                    <a:pt x="17934" y="14955"/>
                  </a:lnTo>
                  <a:cubicBezTo>
                    <a:pt x="17934" y="14985"/>
                    <a:pt x="17874" y="15077"/>
                    <a:pt x="17843" y="15077"/>
                  </a:cubicBezTo>
                  <a:cubicBezTo>
                    <a:pt x="17722" y="15107"/>
                    <a:pt x="17691" y="15168"/>
                    <a:pt x="17752" y="15228"/>
                  </a:cubicBezTo>
                  <a:cubicBezTo>
                    <a:pt x="17764" y="15252"/>
                    <a:pt x="17806" y="15262"/>
                    <a:pt x="17855" y="15262"/>
                  </a:cubicBezTo>
                  <a:cubicBezTo>
                    <a:pt x="17933" y="15262"/>
                    <a:pt x="18026" y="15236"/>
                    <a:pt x="18026" y="15198"/>
                  </a:cubicBezTo>
                  <a:lnTo>
                    <a:pt x="18026" y="14955"/>
                  </a:lnTo>
                  <a:cubicBezTo>
                    <a:pt x="18050" y="14951"/>
                    <a:pt x="18073" y="14949"/>
                    <a:pt x="18097" y="14949"/>
                  </a:cubicBezTo>
                  <a:cubicBezTo>
                    <a:pt x="18255" y="14949"/>
                    <a:pt x="18410" y="15032"/>
                    <a:pt x="18542" y="15137"/>
                  </a:cubicBezTo>
                  <a:cubicBezTo>
                    <a:pt x="18573" y="15198"/>
                    <a:pt x="18664" y="15228"/>
                    <a:pt x="18694" y="15228"/>
                  </a:cubicBezTo>
                  <a:cubicBezTo>
                    <a:pt x="18725" y="15198"/>
                    <a:pt x="18725" y="15168"/>
                    <a:pt x="18694" y="15107"/>
                  </a:cubicBezTo>
                  <a:cubicBezTo>
                    <a:pt x="18755" y="15046"/>
                    <a:pt x="18846" y="15046"/>
                    <a:pt x="18907" y="15016"/>
                  </a:cubicBezTo>
                  <a:lnTo>
                    <a:pt x="18937" y="14985"/>
                  </a:lnTo>
                  <a:cubicBezTo>
                    <a:pt x="18919" y="14931"/>
                    <a:pt x="18978" y="14920"/>
                    <a:pt x="19040" y="14920"/>
                  </a:cubicBezTo>
                  <a:cubicBezTo>
                    <a:pt x="19082" y="14920"/>
                    <a:pt x="19126" y="14925"/>
                    <a:pt x="19150" y="14925"/>
                  </a:cubicBezTo>
                  <a:cubicBezTo>
                    <a:pt x="19211" y="14955"/>
                    <a:pt x="19424" y="15107"/>
                    <a:pt x="19545" y="15137"/>
                  </a:cubicBezTo>
                  <a:cubicBezTo>
                    <a:pt x="19574" y="15144"/>
                    <a:pt x="19603" y="15148"/>
                    <a:pt x="19631" y="15148"/>
                  </a:cubicBezTo>
                  <a:cubicBezTo>
                    <a:pt x="19721" y="15148"/>
                    <a:pt x="19803" y="15109"/>
                    <a:pt x="19849" y="15016"/>
                  </a:cubicBezTo>
                  <a:lnTo>
                    <a:pt x="19910" y="14955"/>
                  </a:lnTo>
                  <a:lnTo>
                    <a:pt x="19940" y="14925"/>
                  </a:lnTo>
                  <a:lnTo>
                    <a:pt x="20244" y="14742"/>
                  </a:lnTo>
                  <a:lnTo>
                    <a:pt x="20336" y="14833"/>
                  </a:lnTo>
                  <a:lnTo>
                    <a:pt x="20396" y="14925"/>
                  </a:lnTo>
                  <a:cubicBezTo>
                    <a:pt x="20518" y="14985"/>
                    <a:pt x="20609" y="15046"/>
                    <a:pt x="20731" y="15107"/>
                  </a:cubicBezTo>
                  <a:lnTo>
                    <a:pt x="20792" y="15046"/>
                  </a:lnTo>
                  <a:lnTo>
                    <a:pt x="20883" y="15016"/>
                  </a:lnTo>
                  <a:cubicBezTo>
                    <a:pt x="20903" y="14996"/>
                    <a:pt x="20928" y="14987"/>
                    <a:pt x="20954" y="14987"/>
                  </a:cubicBezTo>
                  <a:cubicBezTo>
                    <a:pt x="21049" y="14987"/>
                    <a:pt x="21170" y="15090"/>
                    <a:pt x="21217" y="15137"/>
                  </a:cubicBezTo>
                  <a:cubicBezTo>
                    <a:pt x="21232" y="15168"/>
                    <a:pt x="21270" y="15183"/>
                    <a:pt x="21308" y="15183"/>
                  </a:cubicBezTo>
                  <a:cubicBezTo>
                    <a:pt x="21346" y="15183"/>
                    <a:pt x="21384" y="15168"/>
                    <a:pt x="21399" y="15137"/>
                  </a:cubicBezTo>
                  <a:cubicBezTo>
                    <a:pt x="21420" y="15127"/>
                    <a:pt x="21443" y="15124"/>
                    <a:pt x="21467" y="15124"/>
                  </a:cubicBezTo>
                  <a:cubicBezTo>
                    <a:pt x="21514" y="15124"/>
                    <a:pt x="21562" y="15137"/>
                    <a:pt x="21582" y="15137"/>
                  </a:cubicBezTo>
                  <a:cubicBezTo>
                    <a:pt x="21643" y="15107"/>
                    <a:pt x="21703" y="15107"/>
                    <a:pt x="21734" y="15077"/>
                  </a:cubicBezTo>
                  <a:lnTo>
                    <a:pt x="21886" y="15077"/>
                  </a:lnTo>
                  <a:cubicBezTo>
                    <a:pt x="21947" y="15077"/>
                    <a:pt x="22007" y="15046"/>
                    <a:pt x="22038" y="14985"/>
                  </a:cubicBezTo>
                  <a:cubicBezTo>
                    <a:pt x="21977" y="14894"/>
                    <a:pt x="21947" y="14833"/>
                    <a:pt x="21886" y="14742"/>
                  </a:cubicBezTo>
                  <a:lnTo>
                    <a:pt x="21582" y="14742"/>
                  </a:lnTo>
                  <a:cubicBezTo>
                    <a:pt x="21673" y="14681"/>
                    <a:pt x="21764" y="14621"/>
                    <a:pt x="21825" y="14560"/>
                  </a:cubicBezTo>
                  <a:cubicBezTo>
                    <a:pt x="21828" y="14556"/>
                    <a:pt x="21833" y="14555"/>
                    <a:pt x="21838" y="14555"/>
                  </a:cubicBezTo>
                  <a:cubicBezTo>
                    <a:pt x="21881" y="14555"/>
                    <a:pt x="21980" y="14654"/>
                    <a:pt x="22007" y="14681"/>
                  </a:cubicBezTo>
                  <a:cubicBezTo>
                    <a:pt x="22068" y="14742"/>
                    <a:pt x="22129" y="14833"/>
                    <a:pt x="22159" y="14894"/>
                  </a:cubicBezTo>
                  <a:cubicBezTo>
                    <a:pt x="22159" y="14955"/>
                    <a:pt x="22190" y="14985"/>
                    <a:pt x="22251" y="15016"/>
                  </a:cubicBezTo>
                  <a:cubicBezTo>
                    <a:pt x="22281" y="15016"/>
                    <a:pt x="22342" y="14955"/>
                    <a:pt x="22403" y="14864"/>
                  </a:cubicBezTo>
                  <a:lnTo>
                    <a:pt x="22494" y="14773"/>
                  </a:lnTo>
                  <a:lnTo>
                    <a:pt x="22646" y="14773"/>
                  </a:lnTo>
                  <a:cubicBezTo>
                    <a:pt x="22646" y="14833"/>
                    <a:pt x="22646" y="14894"/>
                    <a:pt x="22615" y="14955"/>
                  </a:cubicBezTo>
                  <a:cubicBezTo>
                    <a:pt x="22494" y="15016"/>
                    <a:pt x="22372" y="15077"/>
                    <a:pt x="22251" y="15107"/>
                  </a:cubicBezTo>
                  <a:cubicBezTo>
                    <a:pt x="22159" y="15168"/>
                    <a:pt x="21825" y="15259"/>
                    <a:pt x="21855" y="15320"/>
                  </a:cubicBezTo>
                  <a:cubicBezTo>
                    <a:pt x="21883" y="15361"/>
                    <a:pt x="21947" y="15377"/>
                    <a:pt x="22013" y="15377"/>
                  </a:cubicBezTo>
                  <a:cubicBezTo>
                    <a:pt x="22092" y="15377"/>
                    <a:pt x="22173" y="15353"/>
                    <a:pt x="22190" y="15320"/>
                  </a:cubicBezTo>
                  <a:cubicBezTo>
                    <a:pt x="22220" y="15289"/>
                    <a:pt x="22372" y="15168"/>
                    <a:pt x="22433" y="15168"/>
                  </a:cubicBezTo>
                  <a:cubicBezTo>
                    <a:pt x="22436" y="15169"/>
                    <a:pt x="22441" y="15170"/>
                    <a:pt x="22446" y="15170"/>
                  </a:cubicBezTo>
                  <a:cubicBezTo>
                    <a:pt x="22532" y="15170"/>
                    <a:pt x="22833" y="14948"/>
                    <a:pt x="22919" y="14833"/>
                  </a:cubicBezTo>
                  <a:cubicBezTo>
                    <a:pt x="22937" y="14810"/>
                    <a:pt x="22950" y="14800"/>
                    <a:pt x="22959" y="14800"/>
                  </a:cubicBezTo>
                  <a:cubicBezTo>
                    <a:pt x="22998" y="14800"/>
                    <a:pt x="22968" y="14978"/>
                    <a:pt x="22919" y="15077"/>
                  </a:cubicBezTo>
                  <a:cubicBezTo>
                    <a:pt x="22889" y="15168"/>
                    <a:pt x="22889" y="15259"/>
                    <a:pt x="22919" y="15350"/>
                  </a:cubicBezTo>
                  <a:cubicBezTo>
                    <a:pt x="22934" y="15350"/>
                    <a:pt x="23003" y="15358"/>
                    <a:pt x="23067" y="15358"/>
                  </a:cubicBezTo>
                  <a:cubicBezTo>
                    <a:pt x="23132" y="15358"/>
                    <a:pt x="23193" y="15350"/>
                    <a:pt x="23193" y="15320"/>
                  </a:cubicBezTo>
                  <a:cubicBezTo>
                    <a:pt x="23223" y="15259"/>
                    <a:pt x="23284" y="15077"/>
                    <a:pt x="23345" y="15046"/>
                  </a:cubicBezTo>
                  <a:cubicBezTo>
                    <a:pt x="23406" y="15046"/>
                    <a:pt x="23466" y="15168"/>
                    <a:pt x="23466" y="15228"/>
                  </a:cubicBezTo>
                  <a:cubicBezTo>
                    <a:pt x="23466" y="15259"/>
                    <a:pt x="23558" y="15350"/>
                    <a:pt x="23710" y="15411"/>
                  </a:cubicBezTo>
                  <a:lnTo>
                    <a:pt x="23801" y="15411"/>
                  </a:lnTo>
                  <a:cubicBezTo>
                    <a:pt x="23831" y="15411"/>
                    <a:pt x="23862" y="15411"/>
                    <a:pt x="23862" y="15380"/>
                  </a:cubicBezTo>
                  <a:cubicBezTo>
                    <a:pt x="23801" y="15289"/>
                    <a:pt x="23740" y="15259"/>
                    <a:pt x="23649" y="15198"/>
                  </a:cubicBezTo>
                  <a:cubicBezTo>
                    <a:pt x="23588" y="15168"/>
                    <a:pt x="23710" y="15168"/>
                    <a:pt x="23740" y="15168"/>
                  </a:cubicBezTo>
                  <a:cubicBezTo>
                    <a:pt x="23862" y="15168"/>
                    <a:pt x="23953" y="15198"/>
                    <a:pt x="24044" y="15198"/>
                  </a:cubicBezTo>
                  <a:cubicBezTo>
                    <a:pt x="24105" y="15198"/>
                    <a:pt x="24196" y="15350"/>
                    <a:pt x="24196" y="15411"/>
                  </a:cubicBezTo>
                  <a:cubicBezTo>
                    <a:pt x="24199" y="15416"/>
                    <a:pt x="24202" y="15419"/>
                    <a:pt x="24206" y="15419"/>
                  </a:cubicBezTo>
                  <a:cubicBezTo>
                    <a:pt x="24248" y="15419"/>
                    <a:pt x="24356" y="15160"/>
                    <a:pt x="24439" y="15077"/>
                  </a:cubicBezTo>
                  <a:cubicBezTo>
                    <a:pt x="24530" y="15016"/>
                    <a:pt x="24591" y="14955"/>
                    <a:pt x="24652" y="14894"/>
                  </a:cubicBezTo>
                  <a:cubicBezTo>
                    <a:pt x="24682" y="14864"/>
                    <a:pt x="24804" y="14773"/>
                    <a:pt x="24865" y="14773"/>
                  </a:cubicBezTo>
                  <a:cubicBezTo>
                    <a:pt x="24925" y="14773"/>
                    <a:pt x="24956" y="14833"/>
                    <a:pt x="24986" y="14894"/>
                  </a:cubicBezTo>
                  <a:cubicBezTo>
                    <a:pt x="24986" y="14898"/>
                    <a:pt x="24987" y="14900"/>
                    <a:pt x="24989" y="14900"/>
                  </a:cubicBezTo>
                  <a:cubicBezTo>
                    <a:pt x="25002" y="14900"/>
                    <a:pt x="25055" y="14814"/>
                    <a:pt x="25108" y="14681"/>
                  </a:cubicBezTo>
                  <a:lnTo>
                    <a:pt x="25351" y="14833"/>
                  </a:lnTo>
                  <a:lnTo>
                    <a:pt x="25442" y="14894"/>
                  </a:lnTo>
                  <a:cubicBezTo>
                    <a:pt x="25459" y="14891"/>
                    <a:pt x="25474" y="14890"/>
                    <a:pt x="25487" y="14890"/>
                  </a:cubicBezTo>
                  <a:cubicBezTo>
                    <a:pt x="25624" y="14890"/>
                    <a:pt x="25622" y="15016"/>
                    <a:pt x="25594" y="15016"/>
                  </a:cubicBezTo>
                  <a:lnTo>
                    <a:pt x="25199" y="14925"/>
                  </a:lnTo>
                  <a:lnTo>
                    <a:pt x="25138" y="15107"/>
                  </a:lnTo>
                  <a:cubicBezTo>
                    <a:pt x="25047" y="15107"/>
                    <a:pt x="25229" y="15168"/>
                    <a:pt x="25503" y="15228"/>
                  </a:cubicBezTo>
                  <a:lnTo>
                    <a:pt x="25685" y="15137"/>
                  </a:lnTo>
                  <a:lnTo>
                    <a:pt x="25959" y="15016"/>
                  </a:lnTo>
                  <a:cubicBezTo>
                    <a:pt x="26111" y="15077"/>
                    <a:pt x="26232" y="15228"/>
                    <a:pt x="26263" y="15380"/>
                  </a:cubicBezTo>
                  <a:cubicBezTo>
                    <a:pt x="26248" y="15396"/>
                    <a:pt x="26278" y="15403"/>
                    <a:pt x="26331" y="15403"/>
                  </a:cubicBezTo>
                  <a:cubicBezTo>
                    <a:pt x="26384" y="15403"/>
                    <a:pt x="26460" y="15396"/>
                    <a:pt x="26536" y="15380"/>
                  </a:cubicBezTo>
                  <a:lnTo>
                    <a:pt x="26749" y="15472"/>
                  </a:lnTo>
                  <a:lnTo>
                    <a:pt x="26840" y="15532"/>
                  </a:lnTo>
                  <a:cubicBezTo>
                    <a:pt x="27083" y="15502"/>
                    <a:pt x="27205" y="15380"/>
                    <a:pt x="27205" y="15380"/>
                  </a:cubicBezTo>
                  <a:cubicBezTo>
                    <a:pt x="27175" y="15350"/>
                    <a:pt x="27205" y="15320"/>
                    <a:pt x="27235" y="15320"/>
                  </a:cubicBezTo>
                  <a:lnTo>
                    <a:pt x="27296" y="15320"/>
                  </a:lnTo>
                  <a:cubicBezTo>
                    <a:pt x="27324" y="15320"/>
                    <a:pt x="27628" y="15445"/>
                    <a:pt x="27729" y="15445"/>
                  </a:cubicBezTo>
                  <a:cubicBezTo>
                    <a:pt x="27739" y="15445"/>
                    <a:pt x="27747" y="15444"/>
                    <a:pt x="27752" y="15441"/>
                  </a:cubicBezTo>
                  <a:cubicBezTo>
                    <a:pt x="27843" y="15380"/>
                    <a:pt x="27935" y="15350"/>
                    <a:pt x="27995" y="15289"/>
                  </a:cubicBezTo>
                  <a:lnTo>
                    <a:pt x="28087" y="15380"/>
                  </a:lnTo>
                  <a:lnTo>
                    <a:pt x="28269" y="15532"/>
                  </a:lnTo>
                  <a:cubicBezTo>
                    <a:pt x="28482" y="15411"/>
                    <a:pt x="28542" y="15228"/>
                    <a:pt x="28482" y="15228"/>
                  </a:cubicBezTo>
                  <a:cubicBezTo>
                    <a:pt x="28474" y="15220"/>
                    <a:pt x="28481" y="15217"/>
                    <a:pt x="28496" y="15217"/>
                  </a:cubicBezTo>
                  <a:cubicBezTo>
                    <a:pt x="28538" y="15217"/>
                    <a:pt x="28642" y="15245"/>
                    <a:pt x="28664" y="15289"/>
                  </a:cubicBezTo>
                  <a:cubicBezTo>
                    <a:pt x="28694" y="15350"/>
                    <a:pt x="28725" y="15411"/>
                    <a:pt x="28755" y="15472"/>
                  </a:cubicBezTo>
                  <a:lnTo>
                    <a:pt x="28786" y="15472"/>
                  </a:lnTo>
                  <a:cubicBezTo>
                    <a:pt x="28846" y="15472"/>
                    <a:pt x="28877" y="15441"/>
                    <a:pt x="28907" y="15411"/>
                  </a:cubicBezTo>
                  <a:lnTo>
                    <a:pt x="28968" y="15350"/>
                  </a:lnTo>
                  <a:cubicBezTo>
                    <a:pt x="28998" y="15320"/>
                    <a:pt x="29044" y="15304"/>
                    <a:pt x="29090" y="15304"/>
                  </a:cubicBezTo>
                  <a:cubicBezTo>
                    <a:pt x="29135" y="15304"/>
                    <a:pt x="29181" y="15320"/>
                    <a:pt x="29211" y="15350"/>
                  </a:cubicBezTo>
                  <a:cubicBezTo>
                    <a:pt x="29226" y="15380"/>
                    <a:pt x="29242" y="15396"/>
                    <a:pt x="29257" y="15396"/>
                  </a:cubicBezTo>
                  <a:cubicBezTo>
                    <a:pt x="29272" y="15396"/>
                    <a:pt x="29287" y="15380"/>
                    <a:pt x="29302" y="15350"/>
                  </a:cubicBezTo>
                  <a:lnTo>
                    <a:pt x="29302" y="15320"/>
                  </a:lnTo>
                  <a:cubicBezTo>
                    <a:pt x="29333" y="15289"/>
                    <a:pt x="29272" y="15168"/>
                    <a:pt x="29394" y="15168"/>
                  </a:cubicBezTo>
                  <a:cubicBezTo>
                    <a:pt x="29515" y="15168"/>
                    <a:pt x="29515" y="15228"/>
                    <a:pt x="29515" y="15320"/>
                  </a:cubicBezTo>
                  <a:lnTo>
                    <a:pt x="29515" y="15380"/>
                  </a:lnTo>
                  <a:cubicBezTo>
                    <a:pt x="29515" y="15441"/>
                    <a:pt x="29606" y="15502"/>
                    <a:pt x="29697" y="15502"/>
                  </a:cubicBezTo>
                  <a:lnTo>
                    <a:pt x="29758" y="15502"/>
                  </a:lnTo>
                  <a:cubicBezTo>
                    <a:pt x="29880" y="15502"/>
                    <a:pt x="30001" y="15441"/>
                    <a:pt x="30123" y="15411"/>
                  </a:cubicBezTo>
                  <a:lnTo>
                    <a:pt x="30336" y="15259"/>
                  </a:lnTo>
                  <a:cubicBezTo>
                    <a:pt x="30336" y="15350"/>
                    <a:pt x="30366" y="15441"/>
                    <a:pt x="30397" y="15502"/>
                  </a:cubicBezTo>
                  <a:cubicBezTo>
                    <a:pt x="30397" y="15502"/>
                    <a:pt x="30609" y="15502"/>
                    <a:pt x="30609" y="15472"/>
                  </a:cubicBezTo>
                  <a:cubicBezTo>
                    <a:pt x="30609" y="15441"/>
                    <a:pt x="30647" y="15426"/>
                    <a:pt x="30689" y="15426"/>
                  </a:cubicBezTo>
                  <a:cubicBezTo>
                    <a:pt x="30731" y="15426"/>
                    <a:pt x="30777" y="15441"/>
                    <a:pt x="30792" y="15472"/>
                  </a:cubicBezTo>
                  <a:cubicBezTo>
                    <a:pt x="31005" y="15532"/>
                    <a:pt x="31187" y="15563"/>
                    <a:pt x="31400" y="15593"/>
                  </a:cubicBezTo>
                  <a:cubicBezTo>
                    <a:pt x="31521" y="15593"/>
                    <a:pt x="31643" y="15593"/>
                    <a:pt x="31734" y="15563"/>
                  </a:cubicBezTo>
                  <a:lnTo>
                    <a:pt x="31764" y="15502"/>
                  </a:lnTo>
                  <a:lnTo>
                    <a:pt x="31795" y="15502"/>
                  </a:lnTo>
                  <a:cubicBezTo>
                    <a:pt x="31798" y="15499"/>
                    <a:pt x="31803" y="15498"/>
                    <a:pt x="31810" y="15498"/>
                  </a:cubicBezTo>
                  <a:cubicBezTo>
                    <a:pt x="31879" y="15498"/>
                    <a:pt x="32140" y="15624"/>
                    <a:pt x="32251" y="15624"/>
                  </a:cubicBezTo>
                  <a:cubicBezTo>
                    <a:pt x="32261" y="15626"/>
                    <a:pt x="32271" y="15627"/>
                    <a:pt x="32280" y="15627"/>
                  </a:cubicBezTo>
                  <a:cubicBezTo>
                    <a:pt x="32418" y="15627"/>
                    <a:pt x="32524" y="15437"/>
                    <a:pt x="32524" y="15380"/>
                  </a:cubicBezTo>
                  <a:cubicBezTo>
                    <a:pt x="32524" y="15375"/>
                    <a:pt x="32527" y="15373"/>
                    <a:pt x="32532" y="15373"/>
                  </a:cubicBezTo>
                  <a:cubicBezTo>
                    <a:pt x="32557" y="15373"/>
                    <a:pt x="32642" y="15432"/>
                    <a:pt x="32767" y="15532"/>
                  </a:cubicBezTo>
                  <a:lnTo>
                    <a:pt x="33011" y="15532"/>
                  </a:lnTo>
                  <a:cubicBezTo>
                    <a:pt x="33071" y="15563"/>
                    <a:pt x="33163" y="15563"/>
                    <a:pt x="33223" y="15593"/>
                  </a:cubicBezTo>
                  <a:lnTo>
                    <a:pt x="33345" y="15624"/>
                  </a:lnTo>
                  <a:cubicBezTo>
                    <a:pt x="33497" y="15593"/>
                    <a:pt x="33527" y="15532"/>
                    <a:pt x="33497" y="15532"/>
                  </a:cubicBezTo>
                  <a:cubicBezTo>
                    <a:pt x="33467" y="15532"/>
                    <a:pt x="33527" y="15441"/>
                    <a:pt x="33649" y="15350"/>
                  </a:cubicBezTo>
                  <a:lnTo>
                    <a:pt x="33771" y="15320"/>
                  </a:lnTo>
                  <a:cubicBezTo>
                    <a:pt x="33816" y="15289"/>
                    <a:pt x="33854" y="15274"/>
                    <a:pt x="33892" y="15274"/>
                  </a:cubicBezTo>
                  <a:cubicBezTo>
                    <a:pt x="33930" y="15274"/>
                    <a:pt x="33968" y="15289"/>
                    <a:pt x="34014" y="15320"/>
                  </a:cubicBezTo>
                  <a:cubicBezTo>
                    <a:pt x="34074" y="15380"/>
                    <a:pt x="34014" y="15502"/>
                    <a:pt x="34135" y="15593"/>
                  </a:cubicBezTo>
                  <a:cubicBezTo>
                    <a:pt x="34161" y="15608"/>
                    <a:pt x="34184" y="15614"/>
                    <a:pt x="34206" y="15614"/>
                  </a:cubicBezTo>
                  <a:cubicBezTo>
                    <a:pt x="34284" y="15614"/>
                    <a:pt x="34345" y="15542"/>
                    <a:pt x="34400" y="15542"/>
                  </a:cubicBezTo>
                  <a:cubicBezTo>
                    <a:pt x="34424" y="15542"/>
                    <a:pt x="34447" y="15555"/>
                    <a:pt x="34470" y="15593"/>
                  </a:cubicBezTo>
                  <a:lnTo>
                    <a:pt x="34561" y="15684"/>
                  </a:lnTo>
                  <a:cubicBezTo>
                    <a:pt x="34682" y="15654"/>
                    <a:pt x="34804" y="15654"/>
                    <a:pt x="34926" y="15654"/>
                  </a:cubicBezTo>
                  <a:lnTo>
                    <a:pt x="34986" y="15654"/>
                  </a:lnTo>
                  <a:cubicBezTo>
                    <a:pt x="35017" y="15654"/>
                    <a:pt x="35017" y="15624"/>
                    <a:pt x="35078" y="15624"/>
                  </a:cubicBezTo>
                  <a:lnTo>
                    <a:pt x="35260" y="15624"/>
                  </a:lnTo>
                  <a:cubicBezTo>
                    <a:pt x="35301" y="15664"/>
                    <a:pt x="35335" y="15679"/>
                    <a:pt x="35365" y="15679"/>
                  </a:cubicBezTo>
                  <a:cubicBezTo>
                    <a:pt x="35441" y="15679"/>
                    <a:pt x="35495" y="15590"/>
                    <a:pt x="35570" y="15590"/>
                  </a:cubicBezTo>
                  <a:cubicBezTo>
                    <a:pt x="35578" y="15590"/>
                    <a:pt x="35586" y="15591"/>
                    <a:pt x="35594" y="15593"/>
                  </a:cubicBezTo>
                  <a:lnTo>
                    <a:pt x="35716" y="15654"/>
                  </a:lnTo>
                  <a:cubicBezTo>
                    <a:pt x="35868" y="15654"/>
                    <a:pt x="35989" y="15624"/>
                    <a:pt x="36111" y="15593"/>
                  </a:cubicBezTo>
                  <a:lnTo>
                    <a:pt x="36141" y="15593"/>
                  </a:lnTo>
                  <a:lnTo>
                    <a:pt x="36324" y="15745"/>
                  </a:lnTo>
                  <a:cubicBezTo>
                    <a:pt x="36567" y="15745"/>
                    <a:pt x="36810" y="15684"/>
                    <a:pt x="37053" y="15624"/>
                  </a:cubicBezTo>
                  <a:cubicBezTo>
                    <a:pt x="37053" y="15602"/>
                    <a:pt x="37061" y="15592"/>
                    <a:pt x="37073" y="15592"/>
                  </a:cubicBezTo>
                  <a:cubicBezTo>
                    <a:pt x="37096" y="15592"/>
                    <a:pt x="37136" y="15626"/>
                    <a:pt x="37175" y="15684"/>
                  </a:cubicBezTo>
                  <a:lnTo>
                    <a:pt x="37296" y="15684"/>
                  </a:lnTo>
                  <a:lnTo>
                    <a:pt x="37540" y="15624"/>
                  </a:lnTo>
                  <a:lnTo>
                    <a:pt x="38178" y="15624"/>
                  </a:lnTo>
                  <a:cubicBezTo>
                    <a:pt x="38208" y="15624"/>
                    <a:pt x="38421" y="15654"/>
                    <a:pt x="38664" y="15715"/>
                  </a:cubicBezTo>
                  <a:lnTo>
                    <a:pt x="39090" y="15654"/>
                  </a:lnTo>
                  <a:cubicBezTo>
                    <a:pt x="39090" y="15624"/>
                    <a:pt x="39151" y="15624"/>
                    <a:pt x="39151" y="15624"/>
                  </a:cubicBezTo>
                  <a:lnTo>
                    <a:pt x="39272" y="15745"/>
                  </a:lnTo>
                  <a:cubicBezTo>
                    <a:pt x="39515" y="15715"/>
                    <a:pt x="39728" y="15715"/>
                    <a:pt x="39941" y="15715"/>
                  </a:cubicBezTo>
                  <a:cubicBezTo>
                    <a:pt x="40070" y="15736"/>
                    <a:pt x="40184" y="15758"/>
                    <a:pt x="40293" y="15758"/>
                  </a:cubicBezTo>
                  <a:cubicBezTo>
                    <a:pt x="40338" y="15758"/>
                    <a:pt x="40383" y="15754"/>
                    <a:pt x="40427" y="15745"/>
                  </a:cubicBezTo>
                  <a:cubicBezTo>
                    <a:pt x="40518" y="15715"/>
                    <a:pt x="40610" y="15715"/>
                    <a:pt x="40670" y="15715"/>
                  </a:cubicBezTo>
                  <a:lnTo>
                    <a:pt x="40731" y="15715"/>
                  </a:lnTo>
                  <a:cubicBezTo>
                    <a:pt x="40796" y="15736"/>
                    <a:pt x="40875" y="15758"/>
                    <a:pt x="40927" y="15758"/>
                  </a:cubicBezTo>
                  <a:cubicBezTo>
                    <a:pt x="40949" y="15758"/>
                    <a:pt x="40965" y="15754"/>
                    <a:pt x="40974" y="15745"/>
                  </a:cubicBezTo>
                  <a:cubicBezTo>
                    <a:pt x="41058" y="15695"/>
                    <a:pt x="41151" y="15672"/>
                    <a:pt x="41248" y="15672"/>
                  </a:cubicBezTo>
                  <a:cubicBezTo>
                    <a:pt x="41327" y="15672"/>
                    <a:pt x="41409" y="15687"/>
                    <a:pt x="41491" y="15715"/>
                  </a:cubicBezTo>
                  <a:lnTo>
                    <a:pt x="41643" y="15745"/>
                  </a:lnTo>
                  <a:cubicBezTo>
                    <a:pt x="41765" y="15715"/>
                    <a:pt x="41886" y="15684"/>
                    <a:pt x="42008" y="15684"/>
                  </a:cubicBezTo>
                  <a:cubicBezTo>
                    <a:pt x="42069" y="15733"/>
                    <a:pt x="42120" y="15757"/>
                    <a:pt x="42161" y="15757"/>
                  </a:cubicBezTo>
                  <a:cubicBezTo>
                    <a:pt x="42223" y="15757"/>
                    <a:pt x="42263" y="15703"/>
                    <a:pt x="42281" y="15593"/>
                  </a:cubicBezTo>
                  <a:lnTo>
                    <a:pt x="42433" y="15593"/>
                  </a:lnTo>
                  <a:cubicBezTo>
                    <a:pt x="42494" y="15654"/>
                    <a:pt x="42798" y="15715"/>
                    <a:pt x="42889" y="15745"/>
                  </a:cubicBezTo>
                  <a:lnTo>
                    <a:pt x="43072" y="15806"/>
                  </a:lnTo>
                  <a:cubicBezTo>
                    <a:pt x="43315" y="15745"/>
                    <a:pt x="43588" y="15745"/>
                    <a:pt x="43831" y="15745"/>
                  </a:cubicBezTo>
                  <a:lnTo>
                    <a:pt x="44318" y="15745"/>
                  </a:lnTo>
                  <a:cubicBezTo>
                    <a:pt x="44455" y="15760"/>
                    <a:pt x="44591" y="15768"/>
                    <a:pt x="44728" y="15768"/>
                  </a:cubicBezTo>
                  <a:cubicBezTo>
                    <a:pt x="44865" y="15768"/>
                    <a:pt x="45002" y="15760"/>
                    <a:pt x="45139" y="15745"/>
                  </a:cubicBezTo>
                  <a:cubicBezTo>
                    <a:pt x="45149" y="15724"/>
                    <a:pt x="45179" y="15714"/>
                    <a:pt x="45223" y="15714"/>
                  </a:cubicBezTo>
                  <a:cubicBezTo>
                    <a:pt x="45302" y="15714"/>
                    <a:pt x="45427" y="15747"/>
                    <a:pt x="45564" y="15806"/>
                  </a:cubicBezTo>
                  <a:lnTo>
                    <a:pt x="45777" y="15745"/>
                  </a:lnTo>
                  <a:cubicBezTo>
                    <a:pt x="45830" y="15736"/>
                    <a:pt x="45884" y="15733"/>
                    <a:pt x="45936" y="15733"/>
                  </a:cubicBezTo>
                  <a:cubicBezTo>
                    <a:pt x="46063" y="15733"/>
                    <a:pt x="46186" y="15754"/>
                    <a:pt x="46294" y="15776"/>
                  </a:cubicBezTo>
                  <a:lnTo>
                    <a:pt x="46354" y="15776"/>
                  </a:lnTo>
                  <a:cubicBezTo>
                    <a:pt x="46567" y="15776"/>
                    <a:pt x="46780" y="15715"/>
                    <a:pt x="46993" y="15684"/>
                  </a:cubicBezTo>
                  <a:lnTo>
                    <a:pt x="47236" y="15776"/>
                  </a:lnTo>
                  <a:cubicBezTo>
                    <a:pt x="47266" y="15791"/>
                    <a:pt x="47304" y="15798"/>
                    <a:pt x="47346" y="15798"/>
                  </a:cubicBezTo>
                  <a:cubicBezTo>
                    <a:pt x="47388" y="15798"/>
                    <a:pt x="47433" y="15791"/>
                    <a:pt x="47479" y="15776"/>
                  </a:cubicBezTo>
                  <a:cubicBezTo>
                    <a:pt x="47540" y="15776"/>
                    <a:pt x="47601" y="15715"/>
                    <a:pt x="47692" y="15715"/>
                  </a:cubicBezTo>
                  <a:cubicBezTo>
                    <a:pt x="47753" y="15715"/>
                    <a:pt x="47813" y="15776"/>
                    <a:pt x="47905" y="15776"/>
                  </a:cubicBezTo>
                  <a:lnTo>
                    <a:pt x="47935" y="15776"/>
                  </a:lnTo>
                  <a:cubicBezTo>
                    <a:pt x="48056" y="15654"/>
                    <a:pt x="48178" y="15593"/>
                    <a:pt x="48330" y="15532"/>
                  </a:cubicBezTo>
                  <a:cubicBezTo>
                    <a:pt x="48340" y="15529"/>
                    <a:pt x="48348" y="15528"/>
                    <a:pt x="48354" y="15528"/>
                  </a:cubicBezTo>
                  <a:cubicBezTo>
                    <a:pt x="48402" y="15528"/>
                    <a:pt x="48323" y="15630"/>
                    <a:pt x="48269" y="15684"/>
                  </a:cubicBezTo>
                  <a:cubicBezTo>
                    <a:pt x="48217" y="15711"/>
                    <a:pt x="48300" y="15782"/>
                    <a:pt x="48362" y="15782"/>
                  </a:cubicBezTo>
                  <a:cubicBezTo>
                    <a:pt x="48373" y="15782"/>
                    <a:pt x="48382" y="15780"/>
                    <a:pt x="48391" y="15776"/>
                  </a:cubicBezTo>
                  <a:cubicBezTo>
                    <a:pt x="48396" y="15773"/>
                    <a:pt x="48406" y="15772"/>
                    <a:pt x="48418" y="15772"/>
                  </a:cubicBezTo>
                  <a:cubicBezTo>
                    <a:pt x="48526" y="15772"/>
                    <a:pt x="48876" y="15871"/>
                    <a:pt x="49086" y="15871"/>
                  </a:cubicBezTo>
                  <a:cubicBezTo>
                    <a:pt x="49109" y="15871"/>
                    <a:pt x="49131" y="15870"/>
                    <a:pt x="49151" y="15867"/>
                  </a:cubicBezTo>
                  <a:cubicBezTo>
                    <a:pt x="49272" y="15867"/>
                    <a:pt x="49394" y="15836"/>
                    <a:pt x="49515" y="15836"/>
                  </a:cubicBezTo>
                  <a:lnTo>
                    <a:pt x="49546" y="15836"/>
                  </a:lnTo>
                  <a:cubicBezTo>
                    <a:pt x="49637" y="15776"/>
                    <a:pt x="49683" y="15745"/>
                    <a:pt x="49724" y="15745"/>
                  </a:cubicBezTo>
                  <a:cubicBezTo>
                    <a:pt x="49766" y="15745"/>
                    <a:pt x="49804" y="15776"/>
                    <a:pt x="49880" y="15836"/>
                  </a:cubicBezTo>
                  <a:lnTo>
                    <a:pt x="49911" y="15867"/>
                  </a:lnTo>
                  <a:cubicBezTo>
                    <a:pt x="49916" y="15870"/>
                    <a:pt x="49922" y="15871"/>
                    <a:pt x="49928" y="15871"/>
                  </a:cubicBezTo>
                  <a:cubicBezTo>
                    <a:pt x="49987" y="15871"/>
                    <a:pt x="50063" y="15742"/>
                    <a:pt x="50063" y="15715"/>
                  </a:cubicBezTo>
                  <a:cubicBezTo>
                    <a:pt x="50063" y="15684"/>
                    <a:pt x="50093" y="15654"/>
                    <a:pt x="50123" y="15624"/>
                  </a:cubicBezTo>
                  <a:cubicBezTo>
                    <a:pt x="50154" y="15684"/>
                    <a:pt x="50154" y="15745"/>
                    <a:pt x="50184" y="15806"/>
                  </a:cubicBezTo>
                  <a:cubicBezTo>
                    <a:pt x="50184" y="15836"/>
                    <a:pt x="50336" y="15867"/>
                    <a:pt x="50488" y="15867"/>
                  </a:cubicBezTo>
                  <a:lnTo>
                    <a:pt x="50640" y="15867"/>
                  </a:lnTo>
                  <a:lnTo>
                    <a:pt x="50792" y="15897"/>
                  </a:lnTo>
                  <a:cubicBezTo>
                    <a:pt x="50944" y="15897"/>
                    <a:pt x="51187" y="15867"/>
                    <a:pt x="51309" y="15867"/>
                  </a:cubicBezTo>
                  <a:lnTo>
                    <a:pt x="51552" y="15867"/>
                  </a:lnTo>
                  <a:cubicBezTo>
                    <a:pt x="51579" y="15813"/>
                    <a:pt x="51655" y="15710"/>
                    <a:pt x="51714" y="15710"/>
                  </a:cubicBezTo>
                  <a:cubicBezTo>
                    <a:pt x="51721" y="15710"/>
                    <a:pt x="51728" y="15712"/>
                    <a:pt x="51734" y="15715"/>
                  </a:cubicBezTo>
                  <a:cubicBezTo>
                    <a:pt x="51795" y="15745"/>
                    <a:pt x="51826" y="15806"/>
                    <a:pt x="51856" y="15867"/>
                  </a:cubicBezTo>
                  <a:cubicBezTo>
                    <a:pt x="51947" y="15836"/>
                    <a:pt x="52038" y="15806"/>
                    <a:pt x="52130" y="15776"/>
                  </a:cubicBezTo>
                  <a:lnTo>
                    <a:pt x="52525" y="15776"/>
                  </a:lnTo>
                  <a:cubicBezTo>
                    <a:pt x="52616" y="15776"/>
                    <a:pt x="52707" y="15745"/>
                    <a:pt x="52768" y="15684"/>
                  </a:cubicBezTo>
                  <a:lnTo>
                    <a:pt x="52859" y="15836"/>
                  </a:lnTo>
                  <a:cubicBezTo>
                    <a:pt x="52889" y="15867"/>
                    <a:pt x="53102" y="15867"/>
                    <a:pt x="53254" y="15867"/>
                  </a:cubicBezTo>
                  <a:lnTo>
                    <a:pt x="53467" y="15867"/>
                  </a:lnTo>
                  <a:cubicBezTo>
                    <a:pt x="53560" y="15844"/>
                    <a:pt x="53653" y="15834"/>
                    <a:pt x="53746" y="15834"/>
                  </a:cubicBezTo>
                  <a:cubicBezTo>
                    <a:pt x="53896" y="15834"/>
                    <a:pt x="54046" y="15860"/>
                    <a:pt x="54196" y="15897"/>
                  </a:cubicBezTo>
                  <a:lnTo>
                    <a:pt x="54288" y="15867"/>
                  </a:lnTo>
                  <a:cubicBezTo>
                    <a:pt x="54303" y="15859"/>
                    <a:pt x="54318" y="15856"/>
                    <a:pt x="54331" y="15856"/>
                  </a:cubicBezTo>
                  <a:cubicBezTo>
                    <a:pt x="54396" y="15856"/>
                    <a:pt x="54435" y="15935"/>
                    <a:pt x="54503" y="15935"/>
                  </a:cubicBezTo>
                  <a:cubicBezTo>
                    <a:pt x="54528" y="15935"/>
                    <a:pt x="54557" y="15925"/>
                    <a:pt x="54592" y="15897"/>
                  </a:cubicBezTo>
                  <a:cubicBezTo>
                    <a:pt x="54642" y="15872"/>
                    <a:pt x="54692" y="15857"/>
                    <a:pt x="54740" y="15857"/>
                  </a:cubicBezTo>
                  <a:cubicBezTo>
                    <a:pt x="54809" y="15857"/>
                    <a:pt x="54873" y="15887"/>
                    <a:pt x="54926" y="15958"/>
                  </a:cubicBezTo>
                  <a:cubicBezTo>
                    <a:pt x="55291" y="15897"/>
                    <a:pt x="55625" y="15867"/>
                    <a:pt x="55959" y="15867"/>
                  </a:cubicBezTo>
                  <a:cubicBezTo>
                    <a:pt x="56081" y="15897"/>
                    <a:pt x="56172" y="15897"/>
                    <a:pt x="56294" y="15897"/>
                  </a:cubicBezTo>
                  <a:lnTo>
                    <a:pt x="56324" y="15897"/>
                  </a:lnTo>
                  <a:cubicBezTo>
                    <a:pt x="56335" y="15886"/>
                    <a:pt x="56346" y="15882"/>
                    <a:pt x="56356" y="15882"/>
                  </a:cubicBezTo>
                  <a:cubicBezTo>
                    <a:pt x="56392" y="15882"/>
                    <a:pt x="56430" y="15927"/>
                    <a:pt x="56475" y="15927"/>
                  </a:cubicBezTo>
                  <a:cubicBezTo>
                    <a:pt x="56494" y="15927"/>
                    <a:pt x="56515" y="15919"/>
                    <a:pt x="56537" y="15897"/>
                  </a:cubicBezTo>
                  <a:lnTo>
                    <a:pt x="56567" y="15836"/>
                  </a:lnTo>
                  <a:cubicBezTo>
                    <a:pt x="56593" y="15831"/>
                    <a:pt x="56619" y="15829"/>
                    <a:pt x="56645" y="15829"/>
                  </a:cubicBezTo>
                  <a:cubicBezTo>
                    <a:pt x="56770" y="15829"/>
                    <a:pt x="56887" y="15888"/>
                    <a:pt x="56962" y="15988"/>
                  </a:cubicBezTo>
                  <a:lnTo>
                    <a:pt x="57084" y="15928"/>
                  </a:lnTo>
                  <a:lnTo>
                    <a:pt x="57236" y="15806"/>
                  </a:lnTo>
                  <a:cubicBezTo>
                    <a:pt x="57418" y="15867"/>
                    <a:pt x="57601" y="15897"/>
                    <a:pt x="57783" y="15988"/>
                  </a:cubicBezTo>
                  <a:lnTo>
                    <a:pt x="57905" y="15897"/>
                  </a:lnTo>
                  <a:cubicBezTo>
                    <a:pt x="57921" y="15889"/>
                    <a:pt x="57937" y="15886"/>
                    <a:pt x="57955" y="15886"/>
                  </a:cubicBezTo>
                  <a:cubicBezTo>
                    <a:pt x="58026" y="15886"/>
                    <a:pt x="58104" y="15942"/>
                    <a:pt x="58178" y="15942"/>
                  </a:cubicBezTo>
                  <a:cubicBezTo>
                    <a:pt x="58220" y="15942"/>
                    <a:pt x="58262" y="15924"/>
                    <a:pt x="58300" y="15867"/>
                  </a:cubicBezTo>
                  <a:cubicBezTo>
                    <a:pt x="58482" y="15867"/>
                    <a:pt x="58665" y="15928"/>
                    <a:pt x="58817" y="15988"/>
                  </a:cubicBezTo>
                  <a:lnTo>
                    <a:pt x="58999" y="15867"/>
                  </a:lnTo>
                  <a:cubicBezTo>
                    <a:pt x="59045" y="15852"/>
                    <a:pt x="59090" y="15844"/>
                    <a:pt x="59132" y="15844"/>
                  </a:cubicBezTo>
                  <a:cubicBezTo>
                    <a:pt x="59174" y="15844"/>
                    <a:pt x="59212" y="15852"/>
                    <a:pt x="59242" y="15867"/>
                  </a:cubicBezTo>
                  <a:lnTo>
                    <a:pt x="59455" y="16019"/>
                  </a:lnTo>
                  <a:cubicBezTo>
                    <a:pt x="59698" y="15958"/>
                    <a:pt x="60093" y="15928"/>
                    <a:pt x="60184" y="15928"/>
                  </a:cubicBezTo>
                  <a:cubicBezTo>
                    <a:pt x="60205" y="15917"/>
                    <a:pt x="60245" y="15914"/>
                    <a:pt x="60292" y="15914"/>
                  </a:cubicBezTo>
                  <a:cubicBezTo>
                    <a:pt x="60387" y="15914"/>
                    <a:pt x="60509" y="15928"/>
                    <a:pt x="60549" y="15928"/>
                  </a:cubicBezTo>
                  <a:cubicBezTo>
                    <a:pt x="60671" y="15867"/>
                    <a:pt x="60823" y="15867"/>
                    <a:pt x="60944" y="15867"/>
                  </a:cubicBezTo>
                  <a:lnTo>
                    <a:pt x="61218" y="15928"/>
                  </a:lnTo>
                  <a:lnTo>
                    <a:pt x="61279" y="15928"/>
                  </a:lnTo>
                  <a:cubicBezTo>
                    <a:pt x="61370" y="15928"/>
                    <a:pt x="61461" y="15867"/>
                    <a:pt x="61552" y="15867"/>
                  </a:cubicBezTo>
                  <a:cubicBezTo>
                    <a:pt x="61613" y="15867"/>
                    <a:pt x="61704" y="15867"/>
                    <a:pt x="61795" y="15836"/>
                  </a:cubicBezTo>
                  <a:cubicBezTo>
                    <a:pt x="61856" y="15806"/>
                    <a:pt x="61795" y="15684"/>
                    <a:pt x="61947" y="15684"/>
                  </a:cubicBezTo>
                  <a:lnTo>
                    <a:pt x="62039" y="15684"/>
                  </a:lnTo>
                  <a:cubicBezTo>
                    <a:pt x="62048" y="15681"/>
                    <a:pt x="62059" y="15680"/>
                    <a:pt x="62069" y="15680"/>
                  </a:cubicBezTo>
                  <a:cubicBezTo>
                    <a:pt x="62155" y="15680"/>
                    <a:pt x="62251" y="15782"/>
                    <a:pt x="62251" y="15836"/>
                  </a:cubicBezTo>
                  <a:cubicBezTo>
                    <a:pt x="62356" y="15860"/>
                    <a:pt x="62460" y="15870"/>
                    <a:pt x="62565" y="15870"/>
                  </a:cubicBezTo>
                  <a:cubicBezTo>
                    <a:pt x="62734" y="15870"/>
                    <a:pt x="62903" y="15844"/>
                    <a:pt x="63072" y="15806"/>
                  </a:cubicBezTo>
                  <a:lnTo>
                    <a:pt x="63467" y="15867"/>
                  </a:lnTo>
                  <a:cubicBezTo>
                    <a:pt x="63498" y="15867"/>
                    <a:pt x="63528" y="15776"/>
                    <a:pt x="63558" y="15745"/>
                  </a:cubicBezTo>
                  <a:cubicBezTo>
                    <a:pt x="63649" y="15776"/>
                    <a:pt x="63710" y="15806"/>
                    <a:pt x="63741" y="15836"/>
                  </a:cubicBezTo>
                  <a:lnTo>
                    <a:pt x="63832" y="15897"/>
                  </a:lnTo>
                  <a:lnTo>
                    <a:pt x="63984" y="15958"/>
                  </a:lnTo>
                  <a:cubicBezTo>
                    <a:pt x="64166" y="15897"/>
                    <a:pt x="64349" y="15867"/>
                    <a:pt x="64531" y="15867"/>
                  </a:cubicBezTo>
                  <a:cubicBezTo>
                    <a:pt x="64592" y="15867"/>
                    <a:pt x="64622" y="15806"/>
                    <a:pt x="64622" y="15745"/>
                  </a:cubicBezTo>
                  <a:cubicBezTo>
                    <a:pt x="64592" y="15745"/>
                    <a:pt x="64683" y="15715"/>
                    <a:pt x="64835" y="15715"/>
                  </a:cubicBezTo>
                  <a:lnTo>
                    <a:pt x="64896" y="15928"/>
                  </a:lnTo>
                  <a:cubicBezTo>
                    <a:pt x="65108" y="15897"/>
                    <a:pt x="65990" y="15867"/>
                    <a:pt x="66264" y="15867"/>
                  </a:cubicBezTo>
                  <a:cubicBezTo>
                    <a:pt x="66567" y="15867"/>
                    <a:pt x="66841" y="15836"/>
                    <a:pt x="67145" y="15776"/>
                  </a:cubicBezTo>
                  <a:lnTo>
                    <a:pt x="67267" y="15806"/>
                  </a:lnTo>
                  <a:lnTo>
                    <a:pt x="67449" y="15867"/>
                  </a:lnTo>
                  <a:cubicBezTo>
                    <a:pt x="67550" y="15867"/>
                    <a:pt x="67760" y="15853"/>
                    <a:pt x="67915" y="15853"/>
                  </a:cubicBezTo>
                  <a:cubicBezTo>
                    <a:pt x="67993" y="15853"/>
                    <a:pt x="68057" y="15857"/>
                    <a:pt x="68087" y="15867"/>
                  </a:cubicBezTo>
                  <a:lnTo>
                    <a:pt x="68543" y="15867"/>
                  </a:lnTo>
                  <a:cubicBezTo>
                    <a:pt x="68556" y="15862"/>
                    <a:pt x="68574" y="15861"/>
                    <a:pt x="68596" y="15861"/>
                  </a:cubicBezTo>
                  <a:cubicBezTo>
                    <a:pt x="68726" y="15861"/>
                    <a:pt x="68986" y="15928"/>
                    <a:pt x="69090" y="15928"/>
                  </a:cubicBezTo>
                  <a:cubicBezTo>
                    <a:pt x="69212" y="15897"/>
                    <a:pt x="69516" y="15897"/>
                    <a:pt x="69637" y="15867"/>
                  </a:cubicBezTo>
                  <a:cubicBezTo>
                    <a:pt x="69710" y="15867"/>
                    <a:pt x="69920" y="15789"/>
                    <a:pt x="70031" y="15789"/>
                  </a:cubicBezTo>
                  <a:cubicBezTo>
                    <a:pt x="70059" y="15789"/>
                    <a:pt x="70081" y="15794"/>
                    <a:pt x="70093" y="15806"/>
                  </a:cubicBezTo>
                  <a:cubicBezTo>
                    <a:pt x="70124" y="15826"/>
                    <a:pt x="70174" y="15833"/>
                    <a:pt x="70232" y="15833"/>
                  </a:cubicBezTo>
                  <a:cubicBezTo>
                    <a:pt x="70347" y="15833"/>
                    <a:pt x="70489" y="15806"/>
                    <a:pt x="70549" y="15806"/>
                  </a:cubicBezTo>
                  <a:cubicBezTo>
                    <a:pt x="70640" y="15806"/>
                    <a:pt x="71400" y="15897"/>
                    <a:pt x="71644" y="15897"/>
                  </a:cubicBezTo>
                  <a:cubicBezTo>
                    <a:pt x="71878" y="15897"/>
                    <a:pt x="72180" y="15830"/>
                    <a:pt x="72299" y="15830"/>
                  </a:cubicBezTo>
                  <a:cubicBezTo>
                    <a:pt x="72319" y="15830"/>
                    <a:pt x="72334" y="15832"/>
                    <a:pt x="72343" y="15836"/>
                  </a:cubicBezTo>
                  <a:cubicBezTo>
                    <a:pt x="72354" y="15842"/>
                    <a:pt x="72369" y="15845"/>
                    <a:pt x="72386" y="15845"/>
                  </a:cubicBezTo>
                  <a:cubicBezTo>
                    <a:pt x="72458" y="15845"/>
                    <a:pt x="72567" y="15800"/>
                    <a:pt x="72616" y="15776"/>
                  </a:cubicBezTo>
                  <a:cubicBezTo>
                    <a:pt x="72647" y="15745"/>
                    <a:pt x="72707" y="15715"/>
                    <a:pt x="72768" y="15715"/>
                  </a:cubicBezTo>
                  <a:cubicBezTo>
                    <a:pt x="72799" y="15715"/>
                    <a:pt x="72829" y="15776"/>
                    <a:pt x="72890" y="15836"/>
                  </a:cubicBezTo>
                  <a:lnTo>
                    <a:pt x="73619" y="15836"/>
                  </a:lnTo>
                  <a:cubicBezTo>
                    <a:pt x="73832" y="15867"/>
                    <a:pt x="74045" y="15897"/>
                    <a:pt x="74258" y="15897"/>
                  </a:cubicBezTo>
                  <a:cubicBezTo>
                    <a:pt x="74413" y="15853"/>
                    <a:pt x="74585" y="15824"/>
                    <a:pt x="74762" y="15824"/>
                  </a:cubicBezTo>
                  <a:cubicBezTo>
                    <a:pt x="74826" y="15824"/>
                    <a:pt x="74892" y="15828"/>
                    <a:pt x="74957" y="15836"/>
                  </a:cubicBezTo>
                  <a:lnTo>
                    <a:pt x="75352" y="15836"/>
                  </a:lnTo>
                  <a:cubicBezTo>
                    <a:pt x="75397" y="15821"/>
                    <a:pt x="75641" y="15821"/>
                    <a:pt x="75907" y="15821"/>
                  </a:cubicBezTo>
                  <a:cubicBezTo>
                    <a:pt x="76173" y="15821"/>
                    <a:pt x="76461" y="15821"/>
                    <a:pt x="76598" y="15806"/>
                  </a:cubicBezTo>
                  <a:lnTo>
                    <a:pt x="77358" y="15715"/>
                  </a:lnTo>
                  <a:lnTo>
                    <a:pt x="77480" y="15776"/>
                  </a:lnTo>
                  <a:cubicBezTo>
                    <a:pt x="77515" y="15793"/>
                    <a:pt x="77540" y="15811"/>
                    <a:pt x="77566" y="15811"/>
                  </a:cubicBezTo>
                  <a:cubicBezTo>
                    <a:pt x="77586" y="15811"/>
                    <a:pt x="77606" y="15801"/>
                    <a:pt x="77632" y="15776"/>
                  </a:cubicBezTo>
                  <a:cubicBezTo>
                    <a:pt x="77641" y="15766"/>
                    <a:pt x="77650" y="15763"/>
                    <a:pt x="77661" y="15763"/>
                  </a:cubicBezTo>
                  <a:cubicBezTo>
                    <a:pt x="77701" y="15763"/>
                    <a:pt x="77749" y="15818"/>
                    <a:pt x="77791" y="15818"/>
                  </a:cubicBezTo>
                  <a:cubicBezTo>
                    <a:pt x="77810" y="15818"/>
                    <a:pt x="77828" y="15807"/>
                    <a:pt x="77844" y="15776"/>
                  </a:cubicBezTo>
                  <a:cubicBezTo>
                    <a:pt x="77844" y="15776"/>
                    <a:pt x="77942" y="15815"/>
                    <a:pt x="78012" y="15815"/>
                  </a:cubicBezTo>
                  <a:cubicBezTo>
                    <a:pt x="78029" y="15815"/>
                    <a:pt x="78045" y="15812"/>
                    <a:pt x="78057" y="15806"/>
                  </a:cubicBezTo>
                  <a:cubicBezTo>
                    <a:pt x="78087" y="15791"/>
                    <a:pt x="78125" y="15783"/>
                    <a:pt x="78163" y="15783"/>
                  </a:cubicBezTo>
                  <a:cubicBezTo>
                    <a:pt x="78201" y="15783"/>
                    <a:pt x="78239" y="15791"/>
                    <a:pt x="78270" y="15806"/>
                  </a:cubicBezTo>
                  <a:cubicBezTo>
                    <a:pt x="78324" y="15828"/>
                    <a:pt x="78377" y="15838"/>
                    <a:pt x="78430" y="15838"/>
                  </a:cubicBezTo>
                  <a:cubicBezTo>
                    <a:pt x="78526" y="15838"/>
                    <a:pt x="78617" y="15804"/>
                    <a:pt x="78695" y="15745"/>
                  </a:cubicBezTo>
                  <a:cubicBezTo>
                    <a:pt x="78707" y="15737"/>
                    <a:pt x="78720" y="15734"/>
                    <a:pt x="78735" y="15734"/>
                  </a:cubicBezTo>
                  <a:cubicBezTo>
                    <a:pt x="78812" y="15734"/>
                    <a:pt x="78924" y="15829"/>
                    <a:pt x="79019" y="15829"/>
                  </a:cubicBezTo>
                  <a:cubicBezTo>
                    <a:pt x="79044" y="15829"/>
                    <a:pt x="79068" y="15823"/>
                    <a:pt x="79091" y="15806"/>
                  </a:cubicBezTo>
                  <a:cubicBezTo>
                    <a:pt x="79166" y="15760"/>
                    <a:pt x="79258" y="15738"/>
                    <a:pt x="79349" y="15738"/>
                  </a:cubicBezTo>
                  <a:cubicBezTo>
                    <a:pt x="79440" y="15738"/>
                    <a:pt x="79531" y="15760"/>
                    <a:pt x="79607" y="15806"/>
                  </a:cubicBezTo>
                  <a:lnTo>
                    <a:pt x="79638" y="15836"/>
                  </a:lnTo>
                  <a:cubicBezTo>
                    <a:pt x="79719" y="15836"/>
                    <a:pt x="79992" y="15740"/>
                    <a:pt x="80116" y="15740"/>
                  </a:cubicBezTo>
                  <a:cubicBezTo>
                    <a:pt x="80131" y="15740"/>
                    <a:pt x="80144" y="15742"/>
                    <a:pt x="80154" y="15745"/>
                  </a:cubicBezTo>
                  <a:cubicBezTo>
                    <a:pt x="80192" y="15758"/>
                    <a:pt x="80230" y="15765"/>
                    <a:pt x="80266" y="15765"/>
                  </a:cubicBezTo>
                  <a:cubicBezTo>
                    <a:pt x="80316" y="15765"/>
                    <a:pt x="80362" y="15750"/>
                    <a:pt x="80398" y="15715"/>
                  </a:cubicBezTo>
                  <a:cubicBezTo>
                    <a:pt x="80403" y="15709"/>
                    <a:pt x="80410" y="15707"/>
                    <a:pt x="80418" y="15707"/>
                  </a:cubicBezTo>
                  <a:cubicBezTo>
                    <a:pt x="80450" y="15707"/>
                    <a:pt x="80495" y="15751"/>
                    <a:pt x="80519" y="15776"/>
                  </a:cubicBezTo>
                  <a:cubicBezTo>
                    <a:pt x="80519" y="15782"/>
                    <a:pt x="80526" y="15784"/>
                    <a:pt x="80537" y="15784"/>
                  </a:cubicBezTo>
                  <a:cubicBezTo>
                    <a:pt x="80567" y="15784"/>
                    <a:pt x="80628" y="15767"/>
                    <a:pt x="80668" y="15767"/>
                  </a:cubicBezTo>
                  <a:cubicBezTo>
                    <a:pt x="80683" y="15767"/>
                    <a:pt x="80695" y="15769"/>
                    <a:pt x="80701" y="15776"/>
                  </a:cubicBezTo>
                  <a:cubicBezTo>
                    <a:pt x="80754" y="15776"/>
                    <a:pt x="80895" y="15843"/>
                    <a:pt x="80973" y="15843"/>
                  </a:cubicBezTo>
                  <a:cubicBezTo>
                    <a:pt x="80986" y="15843"/>
                    <a:pt x="80997" y="15841"/>
                    <a:pt x="81005" y="15836"/>
                  </a:cubicBezTo>
                  <a:cubicBezTo>
                    <a:pt x="81009" y="15833"/>
                    <a:pt x="81020" y="15831"/>
                    <a:pt x="81037" y="15831"/>
                  </a:cubicBezTo>
                  <a:cubicBezTo>
                    <a:pt x="81139" y="15831"/>
                    <a:pt x="81457" y="15884"/>
                    <a:pt x="81684" y="15884"/>
                  </a:cubicBezTo>
                  <a:cubicBezTo>
                    <a:pt x="81752" y="15884"/>
                    <a:pt x="81813" y="15879"/>
                    <a:pt x="81857" y="15867"/>
                  </a:cubicBezTo>
                  <a:cubicBezTo>
                    <a:pt x="82039" y="15806"/>
                    <a:pt x="82252" y="15776"/>
                    <a:pt x="82464" y="15745"/>
                  </a:cubicBezTo>
                  <a:cubicBezTo>
                    <a:pt x="82586" y="15776"/>
                    <a:pt x="82708" y="15806"/>
                    <a:pt x="82829" y="15806"/>
                  </a:cubicBezTo>
                  <a:cubicBezTo>
                    <a:pt x="82981" y="15776"/>
                    <a:pt x="83133" y="15715"/>
                    <a:pt x="83255" y="15654"/>
                  </a:cubicBezTo>
                  <a:cubicBezTo>
                    <a:pt x="83271" y="15648"/>
                    <a:pt x="83290" y="15646"/>
                    <a:pt x="83310" y="15646"/>
                  </a:cubicBezTo>
                  <a:cubicBezTo>
                    <a:pt x="83398" y="15646"/>
                    <a:pt x="83503" y="15696"/>
                    <a:pt x="83528" y="15745"/>
                  </a:cubicBezTo>
                  <a:cubicBezTo>
                    <a:pt x="83541" y="15752"/>
                    <a:pt x="83558" y="15754"/>
                    <a:pt x="83577" y="15754"/>
                  </a:cubicBezTo>
                  <a:cubicBezTo>
                    <a:pt x="83630" y="15754"/>
                    <a:pt x="83700" y="15736"/>
                    <a:pt x="83753" y="15736"/>
                  </a:cubicBezTo>
                  <a:cubicBezTo>
                    <a:pt x="83772" y="15736"/>
                    <a:pt x="83789" y="15739"/>
                    <a:pt x="83802" y="15745"/>
                  </a:cubicBezTo>
                  <a:cubicBezTo>
                    <a:pt x="83923" y="15745"/>
                    <a:pt x="84075" y="15745"/>
                    <a:pt x="84227" y="15715"/>
                  </a:cubicBezTo>
                  <a:lnTo>
                    <a:pt x="84349" y="15776"/>
                  </a:lnTo>
                  <a:lnTo>
                    <a:pt x="84531" y="15867"/>
                  </a:lnTo>
                  <a:cubicBezTo>
                    <a:pt x="84744" y="15806"/>
                    <a:pt x="84926" y="15745"/>
                    <a:pt x="85139" y="15715"/>
                  </a:cubicBezTo>
                  <a:cubicBezTo>
                    <a:pt x="85215" y="15730"/>
                    <a:pt x="85291" y="15738"/>
                    <a:pt x="85367" y="15738"/>
                  </a:cubicBezTo>
                  <a:cubicBezTo>
                    <a:pt x="85443" y="15738"/>
                    <a:pt x="85519" y="15730"/>
                    <a:pt x="85595" y="15715"/>
                  </a:cubicBezTo>
                  <a:lnTo>
                    <a:pt x="85747" y="15776"/>
                  </a:lnTo>
                  <a:cubicBezTo>
                    <a:pt x="85758" y="15779"/>
                    <a:pt x="85770" y="15781"/>
                    <a:pt x="85782" y="15781"/>
                  </a:cubicBezTo>
                  <a:cubicBezTo>
                    <a:pt x="85838" y="15781"/>
                    <a:pt x="85909" y="15751"/>
                    <a:pt x="85986" y="15751"/>
                  </a:cubicBezTo>
                  <a:cubicBezTo>
                    <a:pt x="86036" y="15751"/>
                    <a:pt x="86089" y="15764"/>
                    <a:pt x="86142" y="15806"/>
                  </a:cubicBezTo>
                  <a:lnTo>
                    <a:pt x="86173" y="15867"/>
                  </a:lnTo>
                  <a:cubicBezTo>
                    <a:pt x="86294" y="15836"/>
                    <a:pt x="86385" y="15836"/>
                    <a:pt x="86507" y="15806"/>
                  </a:cubicBezTo>
                  <a:cubicBezTo>
                    <a:pt x="86720" y="15745"/>
                    <a:pt x="86933" y="15715"/>
                    <a:pt x="87145" y="15684"/>
                  </a:cubicBezTo>
                  <a:cubicBezTo>
                    <a:pt x="87328" y="15684"/>
                    <a:pt x="87814" y="15684"/>
                    <a:pt x="88270" y="15715"/>
                  </a:cubicBezTo>
                  <a:lnTo>
                    <a:pt x="88696" y="15745"/>
                  </a:lnTo>
                  <a:lnTo>
                    <a:pt x="88787" y="15745"/>
                  </a:lnTo>
                  <a:cubicBezTo>
                    <a:pt x="88814" y="15738"/>
                    <a:pt x="88851" y="15736"/>
                    <a:pt x="88892" y="15736"/>
                  </a:cubicBezTo>
                  <a:cubicBezTo>
                    <a:pt x="88964" y="15736"/>
                    <a:pt x="89048" y="15743"/>
                    <a:pt x="89112" y="15743"/>
                  </a:cubicBezTo>
                  <a:cubicBezTo>
                    <a:pt x="89171" y="15743"/>
                    <a:pt x="89212" y="15737"/>
                    <a:pt x="89212" y="15715"/>
                  </a:cubicBezTo>
                  <a:lnTo>
                    <a:pt x="89212" y="15776"/>
                  </a:lnTo>
                  <a:lnTo>
                    <a:pt x="89395" y="15745"/>
                  </a:lnTo>
                  <a:cubicBezTo>
                    <a:pt x="89486" y="15715"/>
                    <a:pt x="89577" y="15684"/>
                    <a:pt x="89638" y="15684"/>
                  </a:cubicBezTo>
                  <a:cubicBezTo>
                    <a:pt x="89759" y="15684"/>
                    <a:pt x="89851" y="15745"/>
                    <a:pt x="89972" y="15745"/>
                  </a:cubicBezTo>
                  <a:cubicBezTo>
                    <a:pt x="90086" y="15745"/>
                    <a:pt x="90217" y="15694"/>
                    <a:pt x="90301" y="15694"/>
                  </a:cubicBezTo>
                  <a:cubicBezTo>
                    <a:pt x="90329" y="15694"/>
                    <a:pt x="90352" y="15700"/>
                    <a:pt x="90367" y="15715"/>
                  </a:cubicBezTo>
                  <a:lnTo>
                    <a:pt x="90550" y="15806"/>
                  </a:lnTo>
                  <a:cubicBezTo>
                    <a:pt x="90604" y="15751"/>
                    <a:pt x="90714" y="15740"/>
                    <a:pt x="90806" y="15740"/>
                  </a:cubicBezTo>
                  <a:cubicBezTo>
                    <a:pt x="90867" y="15740"/>
                    <a:pt x="90921" y="15745"/>
                    <a:pt x="90945" y="15745"/>
                  </a:cubicBezTo>
                  <a:cubicBezTo>
                    <a:pt x="91127" y="15654"/>
                    <a:pt x="91310" y="15593"/>
                    <a:pt x="91522" y="15563"/>
                  </a:cubicBezTo>
                  <a:cubicBezTo>
                    <a:pt x="91653" y="15563"/>
                    <a:pt x="92029" y="15697"/>
                    <a:pt x="92210" y="15697"/>
                  </a:cubicBezTo>
                  <a:cubicBezTo>
                    <a:pt x="92240" y="15697"/>
                    <a:pt x="92265" y="15693"/>
                    <a:pt x="92282" y="15684"/>
                  </a:cubicBezTo>
                  <a:cubicBezTo>
                    <a:pt x="92404" y="15624"/>
                    <a:pt x="92525" y="15593"/>
                    <a:pt x="92677" y="15593"/>
                  </a:cubicBezTo>
                  <a:cubicBezTo>
                    <a:pt x="92699" y="15615"/>
                    <a:pt x="92781" y="15636"/>
                    <a:pt x="92849" y="15636"/>
                  </a:cubicBezTo>
                  <a:cubicBezTo>
                    <a:pt x="92877" y="15636"/>
                    <a:pt x="92903" y="15633"/>
                    <a:pt x="92921" y="15624"/>
                  </a:cubicBezTo>
                  <a:cubicBezTo>
                    <a:pt x="92951" y="15624"/>
                    <a:pt x="93103" y="15532"/>
                    <a:pt x="93133" y="15532"/>
                  </a:cubicBezTo>
                  <a:cubicBezTo>
                    <a:pt x="93255" y="15563"/>
                    <a:pt x="93376" y="15563"/>
                    <a:pt x="93528" y="15593"/>
                  </a:cubicBezTo>
                  <a:cubicBezTo>
                    <a:pt x="93570" y="15572"/>
                    <a:pt x="93728" y="15537"/>
                    <a:pt x="93842" y="15537"/>
                  </a:cubicBezTo>
                  <a:cubicBezTo>
                    <a:pt x="93893" y="15537"/>
                    <a:pt x="93935" y="15544"/>
                    <a:pt x="93954" y="15563"/>
                  </a:cubicBezTo>
                  <a:cubicBezTo>
                    <a:pt x="93960" y="15569"/>
                    <a:pt x="93969" y="15571"/>
                    <a:pt x="93980" y="15571"/>
                  </a:cubicBezTo>
                  <a:cubicBezTo>
                    <a:pt x="94029" y="15571"/>
                    <a:pt x="94118" y="15527"/>
                    <a:pt x="94167" y="15502"/>
                  </a:cubicBezTo>
                  <a:lnTo>
                    <a:pt x="94471" y="15380"/>
                  </a:lnTo>
                  <a:lnTo>
                    <a:pt x="94471" y="15441"/>
                  </a:lnTo>
                  <a:lnTo>
                    <a:pt x="94471" y="15654"/>
                  </a:lnTo>
                  <a:cubicBezTo>
                    <a:pt x="94611" y="15598"/>
                    <a:pt x="94881" y="15438"/>
                    <a:pt x="94970" y="15438"/>
                  </a:cubicBezTo>
                  <a:cubicBezTo>
                    <a:pt x="94977" y="15438"/>
                    <a:pt x="94983" y="15439"/>
                    <a:pt x="94987" y="15441"/>
                  </a:cubicBezTo>
                  <a:cubicBezTo>
                    <a:pt x="95109" y="15472"/>
                    <a:pt x="95261" y="15472"/>
                    <a:pt x="95383" y="15472"/>
                  </a:cubicBezTo>
                  <a:cubicBezTo>
                    <a:pt x="95474" y="15472"/>
                    <a:pt x="95595" y="15502"/>
                    <a:pt x="95687" y="15532"/>
                  </a:cubicBezTo>
                  <a:cubicBezTo>
                    <a:pt x="95713" y="15532"/>
                    <a:pt x="96051" y="15465"/>
                    <a:pt x="96243" y="15465"/>
                  </a:cubicBezTo>
                  <a:cubicBezTo>
                    <a:pt x="96275" y="15465"/>
                    <a:pt x="96303" y="15467"/>
                    <a:pt x="96325" y="15472"/>
                  </a:cubicBezTo>
                  <a:cubicBezTo>
                    <a:pt x="96446" y="15502"/>
                    <a:pt x="96598" y="15502"/>
                    <a:pt x="96720" y="15502"/>
                  </a:cubicBezTo>
                  <a:lnTo>
                    <a:pt x="96902" y="15502"/>
                  </a:lnTo>
                  <a:cubicBezTo>
                    <a:pt x="96994" y="15487"/>
                    <a:pt x="97085" y="15479"/>
                    <a:pt x="97176" y="15479"/>
                  </a:cubicBezTo>
                  <a:cubicBezTo>
                    <a:pt x="97267" y="15479"/>
                    <a:pt x="97358" y="15487"/>
                    <a:pt x="97450" y="15502"/>
                  </a:cubicBezTo>
                  <a:lnTo>
                    <a:pt x="97601" y="15411"/>
                  </a:lnTo>
                  <a:lnTo>
                    <a:pt x="97723" y="15350"/>
                  </a:lnTo>
                  <a:cubicBezTo>
                    <a:pt x="97905" y="15350"/>
                    <a:pt x="98088" y="15289"/>
                    <a:pt x="98270" y="15198"/>
                  </a:cubicBezTo>
                  <a:cubicBezTo>
                    <a:pt x="98273" y="15195"/>
                    <a:pt x="98277" y="15193"/>
                    <a:pt x="98281" y="15193"/>
                  </a:cubicBezTo>
                  <a:cubicBezTo>
                    <a:pt x="98313" y="15193"/>
                    <a:pt x="98365" y="15296"/>
                    <a:pt x="98392" y="15350"/>
                  </a:cubicBezTo>
                  <a:cubicBezTo>
                    <a:pt x="98392" y="15353"/>
                    <a:pt x="98393" y="15354"/>
                    <a:pt x="98396" y="15354"/>
                  </a:cubicBezTo>
                  <a:cubicBezTo>
                    <a:pt x="98423" y="15354"/>
                    <a:pt x="98580" y="15223"/>
                    <a:pt x="98635" y="15168"/>
                  </a:cubicBezTo>
                  <a:cubicBezTo>
                    <a:pt x="98653" y="15150"/>
                    <a:pt x="98673" y="15143"/>
                    <a:pt x="98693" y="15143"/>
                  </a:cubicBezTo>
                  <a:cubicBezTo>
                    <a:pt x="98741" y="15143"/>
                    <a:pt x="98787" y="15186"/>
                    <a:pt x="98787" y="15228"/>
                  </a:cubicBezTo>
                  <a:cubicBezTo>
                    <a:pt x="98787" y="15289"/>
                    <a:pt x="99060" y="15289"/>
                    <a:pt x="99152" y="15289"/>
                  </a:cubicBezTo>
                  <a:cubicBezTo>
                    <a:pt x="99243" y="15289"/>
                    <a:pt x="99243" y="15168"/>
                    <a:pt x="99152" y="15016"/>
                  </a:cubicBezTo>
                  <a:lnTo>
                    <a:pt x="99364" y="14985"/>
                  </a:lnTo>
                  <a:lnTo>
                    <a:pt x="99592" y="14928"/>
                  </a:lnTo>
                  <a:lnTo>
                    <a:pt x="99592" y="14928"/>
                  </a:lnTo>
                  <a:cubicBezTo>
                    <a:pt x="99594" y="14936"/>
                    <a:pt x="99598" y="14944"/>
                    <a:pt x="99604" y="14951"/>
                  </a:cubicBezTo>
                  <a:lnTo>
                    <a:pt x="99604" y="14951"/>
                  </a:lnTo>
                  <a:cubicBezTo>
                    <a:pt x="99605" y="14943"/>
                    <a:pt x="99606" y="14934"/>
                    <a:pt x="99608" y="14925"/>
                  </a:cubicBezTo>
                  <a:lnTo>
                    <a:pt x="99608" y="14925"/>
                  </a:lnTo>
                  <a:lnTo>
                    <a:pt x="99592" y="14928"/>
                  </a:lnTo>
                  <a:lnTo>
                    <a:pt x="99592" y="14928"/>
                  </a:lnTo>
                  <a:cubicBezTo>
                    <a:pt x="99579" y="14871"/>
                    <a:pt x="99677" y="14803"/>
                    <a:pt x="99729" y="14803"/>
                  </a:cubicBezTo>
                  <a:cubicBezTo>
                    <a:pt x="99760" y="14803"/>
                    <a:pt x="99729" y="14590"/>
                    <a:pt x="99790" y="14560"/>
                  </a:cubicBezTo>
                  <a:cubicBezTo>
                    <a:pt x="99798" y="14556"/>
                    <a:pt x="99807" y="14554"/>
                    <a:pt x="99815" y="14554"/>
                  </a:cubicBezTo>
                  <a:cubicBezTo>
                    <a:pt x="99867" y="14554"/>
                    <a:pt x="99912" y="14625"/>
                    <a:pt x="99912" y="14651"/>
                  </a:cubicBezTo>
                  <a:cubicBezTo>
                    <a:pt x="99917" y="14656"/>
                    <a:pt x="99926" y="14659"/>
                    <a:pt x="99940" y="14659"/>
                  </a:cubicBezTo>
                  <a:cubicBezTo>
                    <a:pt x="100005" y="14659"/>
                    <a:pt x="100161" y="14600"/>
                    <a:pt x="100337" y="14499"/>
                  </a:cubicBezTo>
                  <a:lnTo>
                    <a:pt x="100337" y="14256"/>
                  </a:lnTo>
                  <a:lnTo>
                    <a:pt x="100337" y="14043"/>
                  </a:lnTo>
                  <a:cubicBezTo>
                    <a:pt x="100307" y="13861"/>
                    <a:pt x="100246" y="13709"/>
                    <a:pt x="100094" y="13557"/>
                  </a:cubicBezTo>
                  <a:cubicBezTo>
                    <a:pt x="100064" y="13526"/>
                    <a:pt x="100094" y="13466"/>
                    <a:pt x="100185" y="13374"/>
                  </a:cubicBezTo>
                  <a:lnTo>
                    <a:pt x="100307" y="13374"/>
                  </a:lnTo>
                  <a:cubicBezTo>
                    <a:pt x="100367" y="13466"/>
                    <a:pt x="100428" y="13466"/>
                    <a:pt x="100428" y="13466"/>
                  </a:cubicBezTo>
                  <a:cubicBezTo>
                    <a:pt x="100519" y="13344"/>
                    <a:pt x="100611" y="13283"/>
                    <a:pt x="100702" y="13192"/>
                  </a:cubicBezTo>
                  <a:lnTo>
                    <a:pt x="100945" y="13040"/>
                  </a:lnTo>
                  <a:lnTo>
                    <a:pt x="100945" y="13010"/>
                  </a:lnTo>
                  <a:cubicBezTo>
                    <a:pt x="100945" y="12933"/>
                    <a:pt x="100687" y="12813"/>
                    <a:pt x="100533" y="12813"/>
                  </a:cubicBezTo>
                  <a:cubicBezTo>
                    <a:pt x="100504" y="12813"/>
                    <a:pt x="100478" y="12818"/>
                    <a:pt x="100459" y="12827"/>
                  </a:cubicBezTo>
                  <a:lnTo>
                    <a:pt x="100398" y="12827"/>
                  </a:lnTo>
                  <a:cubicBezTo>
                    <a:pt x="100367" y="12888"/>
                    <a:pt x="100337" y="12979"/>
                    <a:pt x="100337" y="13070"/>
                  </a:cubicBezTo>
                  <a:lnTo>
                    <a:pt x="100246" y="13101"/>
                  </a:lnTo>
                  <a:cubicBezTo>
                    <a:pt x="100185" y="13101"/>
                    <a:pt x="100094" y="13101"/>
                    <a:pt x="100064" y="13070"/>
                  </a:cubicBezTo>
                  <a:cubicBezTo>
                    <a:pt x="100033" y="13010"/>
                    <a:pt x="100033" y="12949"/>
                    <a:pt x="100064" y="12918"/>
                  </a:cubicBezTo>
                  <a:cubicBezTo>
                    <a:pt x="100094" y="12858"/>
                    <a:pt x="100124" y="12827"/>
                    <a:pt x="100185" y="12797"/>
                  </a:cubicBezTo>
                  <a:lnTo>
                    <a:pt x="100337" y="12706"/>
                  </a:lnTo>
                  <a:cubicBezTo>
                    <a:pt x="100550" y="12614"/>
                    <a:pt x="100459" y="12523"/>
                    <a:pt x="100398" y="12493"/>
                  </a:cubicBezTo>
                  <a:cubicBezTo>
                    <a:pt x="100307" y="12493"/>
                    <a:pt x="100307" y="12341"/>
                    <a:pt x="100337" y="12280"/>
                  </a:cubicBezTo>
                  <a:cubicBezTo>
                    <a:pt x="100367" y="12250"/>
                    <a:pt x="100185" y="12189"/>
                    <a:pt x="100155" y="12189"/>
                  </a:cubicBezTo>
                  <a:cubicBezTo>
                    <a:pt x="100094" y="12159"/>
                    <a:pt x="100155" y="12067"/>
                    <a:pt x="100185" y="12037"/>
                  </a:cubicBezTo>
                  <a:cubicBezTo>
                    <a:pt x="100216" y="12007"/>
                    <a:pt x="100185" y="11915"/>
                    <a:pt x="100124" y="11855"/>
                  </a:cubicBezTo>
                  <a:lnTo>
                    <a:pt x="100003" y="11915"/>
                  </a:lnTo>
                  <a:cubicBezTo>
                    <a:pt x="99957" y="11961"/>
                    <a:pt x="99896" y="11984"/>
                    <a:pt x="99832" y="11984"/>
                  </a:cubicBezTo>
                  <a:cubicBezTo>
                    <a:pt x="99767" y="11984"/>
                    <a:pt x="99699" y="11961"/>
                    <a:pt x="99638" y="11915"/>
                  </a:cubicBezTo>
                  <a:cubicBezTo>
                    <a:pt x="99632" y="11909"/>
                    <a:pt x="99625" y="11907"/>
                    <a:pt x="99617" y="11907"/>
                  </a:cubicBezTo>
                  <a:cubicBezTo>
                    <a:pt x="99586" y="11907"/>
                    <a:pt x="99547" y="11946"/>
                    <a:pt x="99547" y="11946"/>
                  </a:cubicBezTo>
                  <a:cubicBezTo>
                    <a:pt x="99542" y="11950"/>
                    <a:pt x="99536" y="11952"/>
                    <a:pt x="99529" y="11952"/>
                  </a:cubicBezTo>
                  <a:cubicBezTo>
                    <a:pt x="99484" y="11952"/>
                    <a:pt x="99390" y="11885"/>
                    <a:pt x="99364" y="11885"/>
                  </a:cubicBezTo>
                  <a:lnTo>
                    <a:pt x="99121" y="11885"/>
                  </a:lnTo>
                  <a:cubicBezTo>
                    <a:pt x="99060" y="11855"/>
                    <a:pt x="99000" y="11763"/>
                    <a:pt x="98969" y="11703"/>
                  </a:cubicBezTo>
                  <a:cubicBezTo>
                    <a:pt x="98951" y="11667"/>
                    <a:pt x="98934" y="11652"/>
                    <a:pt x="98910" y="11652"/>
                  </a:cubicBezTo>
                  <a:cubicBezTo>
                    <a:pt x="98893" y="11652"/>
                    <a:pt x="98873" y="11660"/>
                    <a:pt x="98848" y="11672"/>
                  </a:cubicBezTo>
                  <a:lnTo>
                    <a:pt x="98817" y="11703"/>
                  </a:lnTo>
                  <a:cubicBezTo>
                    <a:pt x="98787" y="11794"/>
                    <a:pt x="98726" y="11855"/>
                    <a:pt x="98696" y="11915"/>
                  </a:cubicBezTo>
                  <a:cubicBezTo>
                    <a:pt x="98681" y="11931"/>
                    <a:pt x="98658" y="11938"/>
                    <a:pt x="98635" y="11938"/>
                  </a:cubicBezTo>
                  <a:cubicBezTo>
                    <a:pt x="98612" y="11938"/>
                    <a:pt x="98589" y="11931"/>
                    <a:pt x="98574" y="11915"/>
                  </a:cubicBezTo>
                  <a:cubicBezTo>
                    <a:pt x="98513" y="11915"/>
                    <a:pt x="98513" y="11824"/>
                    <a:pt x="98513" y="11824"/>
                  </a:cubicBezTo>
                  <a:cubicBezTo>
                    <a:pt x="98696" y="11703"/>
                    <a:pt x="98605" y="11520"/>
                    <a:pt x="98605" y="11399"/>
                  </a:cubicBezTo>
                  <a:cubicBezTo>
                    <a:pt x="98516" y="11386"/>
                    <a:pt x="98433" y="11379"/>
                    <a:pt x="98351" y="11379"/>
                  </a:cubicBezTo>
                  <a:cubicBezTo>
                    <a:pt x="98235" y="11379"/>
                    <a:pt x="98121" y="11393"/>
                    <a:pt x="97997" y="11429"/>
                  </a:cubicBezTo>
                  <a:lnTo>
                    <a:pt x="97814" y="11459"/>
                  </a:lnTo>
                  <a:lnTo>
                    <a:pt x="97784" y="11459"/>
                  </a:lnTo>
                  <a:cubicBezTo>
                    <a:pt x="97781" y="11462"/>
                    <a:pt x="97778" y="11463"/>
                    <a:pt x="97774" y="11463"/>
                  </a:cubicBezTo>
                  <a:cubicBezTo>
                    <a:pt x="97738" y="11463"/>
                    <a:pt x="97660" y="11332"/>
                    <a:pt x="97632" y="11277"/>
                  </a:cubicBezTo>
                  <a:cubicBezTo>
                    <a:pt x="97622" y="11258"/>
                    <a:pt x="97595" y="11251"/>
                    <a:pt x="97561" y="11251"/>
                  </a:cubicBezTo>
                  <a:cubicBezTo>
                    <a:pt x="97484" y="11251"/>
                    <a:pt x="97370" y="11286"/>
                    <a:pt x="97328" y="11307"/>
                  </a:cubicBezTo>
                  <a:lnTo>
                    <a:pt x="97054" y="11429"/>
                  </a:lnTo>
                  <a:lnTo>
                    <a:pt x="97024" y="11429"/>
                  </a:lnTo>
                  <a:lnTo>
                    <a:pt x="96994" y="11399"/>
                  </a:lnTo>
                  <a:cubicBezTo>
                    <a:pt x="96983" y="11377"/>
                    <a:pt x="96957" y="11367"/>
                    <a:pt x="96921" y="11367"/>
                  </a:cubicBezTo>
                  <a:cubicBezTo>
                    <a:pt x="96856" y="11367"/>
                    <a:pt x="96757" y="11401"/>
                    <a:pt x="96659" y="11459"/>
                  </a:cubicBezTo>
                  <a:cubicBezTo>
                    <a:pt x="96623" y="11414"/>
                    <a:pt x="96586" y="11398"/>
                    <a:pt x="96549" y="11398"/>
                  </a:cubicBezTo>
                  <a:cubicBezTo>
                    <a:pt x="96474" y="11398"/>
                    <a:pt x="96399" y="11463"/>
                    <a:pt x="96323" y="11463"/>
                  </a:cubicBezTo>
                  <a:cubicBezTo>
                    <a:pt x="96314" y="11463"/>
                    <a:pt x="96304" y="11462"/>
                    <a:pt x="96294" y="11459"/>
                  </a:cubicBezTo>
                  <a:cubicBezTo>
                    <a:pt x="96234" y="11459"/>
                    <a:pt x="96203" y="11459"/>
                    <a:pt x="96173" y="11520"/>
                  </a:cubicBezTo>
                  <a:lnTo>
                    <a:pt x="96173" y="11551"/>
                  </a:lnTo>
                  <a:cubicBezTo>
                    <a:pt x="96203" y="11581"/>
                    <a:pt x="96446" y="11611"/>
                    <a:pt x="96446" y="11672"/>
                  </a:cubicBezTo>
                  <a:cubicBezTo>
                    <a:pt x="96446" y="11717"/>
                    <a:pt x="96463" y="11745"/>
                    <a:pt x="96483" y="11745"/>
                  </a:cubicBezTo>
                  <a:cubicBezTo>
                    <a:pt x="96491" y="11745"/>
                    <a:pt x="96499" y="11741"/>
                    <a:pt x="96507" y="11733"/>
                  </a:cubicBezTo>
                  <a:lnTo>
                    <a:pt x="96507" y="11703"/>
                  </a:lnTo>
                  <a:cubicBezTo>
                    <a:pt x="96507" y="11617"/>
                    <a:pt x="96492" y="11531"/>
                    <a:pt x="96558" y="11531"/>
                  </a:cubicBezTo>
                  <a:cubicBezTo>
                    <a:pt x="96586" y="11531"/>
                    <a:pt x="96627" y="11545"/>
                    <a:pt x="96690" y="11581"/>
                  </a:cubicBezTo>
                  <a:lnTo>
                    <a:pt x="96872" y="11581"/>
                  </a:lnTo>
                  <a:cubicBezTo>
                    <a:pt x="96994" y="11581"/>
                    <a:pt x="97085" y="11611"/>
                    <a:pt x="97206" y="11672"/>
                  </a:cubicBezTo>
                  <a:lnTo>
                    <a:pt x="97298" y="11733"/>
                  </a:lnTo>
                  <a:cubicBezTo>
                    <a:pt x="97298" y="11763"/>
                    <a:pt x="97237" y="11824"/>
                    <a:pt x="97206" y="11824"/>
                  </a:cubicBezTo>
                  <a:cubicBezTo>
                    <a:pt x="97201" y="11830"/>
                    <a:pt x="97194" y="11832"/>
                    <a:pt x="97185" y="11832"/>
                  </a:cubicBezTo>
                  <a:cubicBezTo>
                    <a:pt x="97144" y="11832"/>
                    <a:pt x="97069" y="11778"/>
                    <a:pt x="96994" y="11703"/>
                  </a:cubicBezTo>
                  <a:lnTo>
                    <a:pt x="96963" y="11703"/>
                  </a:lnTo>
                  <a:lnTo>
                    <a:pt x="96720" y="11794"/>
                  </a:lnTo>
                  <a:cubicBezTo>
                    <a:pt x="96586" y="11844"/>
                    <a:pt x="96452" y="11867"/>
                    <a:pt x="96318" y="11867"/>
                  </a:cubicBezTo>
                  <a:cubicBezTo>
                    <a:pt x="96209" y="11867"/>
                    <a:pt x="96100" y="11852"/>
                    <a:pt x="95991" y="11824"/>
                  </a:cubicBezTo>
                  <a:cubicBezTo>
                    <a:pt x="95930" y="11794"/>
                    <a:pt x="96051" y="11490"/>
                    <a:pt x="95930" y="11459"/>
                  </a:cubicBezTo>
                  <a:cubicBezTo>
                    <a:pt x="95901" y="11452"/>
                    <a:pt x="95874" y="11448"/>
                    <a:pt x="95849" y="11448"/>
                  </a:cubicBezTo>
                  <a:cubicBezTo>
                    <a:pt x="95767" y="11448"/>
                    <a:pt x="95703" y="11488"/>
                    <a:pt x="95656" y="11581"/>
                  </a:cubicBezTo>
                  <a:cubicBezTo>
                    <a:pt x="95656" y="11590"/>
                    <a:pt x="95643" y="11594"/>
                    <a:pt x="95623" y="11594"/>
                  </a:cubicBezTo>
                  <a:cubicBezTo>
                    <a:pt x="95575" y="11594"/>
                    <a:pt x="95486" y="11572"/>
                    <a:pt x="95443" y="11551"/>
                  </a:cubicBezTo>
                  <a:cubicBezTo>
                    <a:pt x="95413" y="11490"/>
                    <a:pt x="95383" y="11399"/>
                    <a:pt x="95413" y="11338"/>
                  </a:cubicBezTo>
                  <a:lnTo>
                    <a:pt x="95413" y="11338"/>
                  </a:lnTo>
                  <a:lnTo>
                    <a:pt x="95322" y="11368"/>
                  </a:lnTo>
                  <a:lnTo>
                    <a:pt x="95018" y="11520"/>
                  </a:lnTo>
                  <a:cubicBezTo>
                    <a:pt x="94744" y="11459"/>
                    <a:pt x="94501" y="11429"/>
                    <a:pt x="94228" y="11429"/>
                  </a:cubicBezTo>
                  <a:cubicBezTo>
                    <a:pt x="94167" y="11490"/>
                    <a:pt x="94136" y="11581"/>
                    <a:pt x="94136" y="11672"/>
                  </a:cubicBezTo>
                  <a:lnTo>
                    <a:pt x="93984" y="11611"/>
                  </a:lnTo>
                  <a:cubicBezTo>
                    <a:pt x="93924" y="11581"/>
                    <a:pt x="93924" y="11490"/>
                    <a:pt x="93893" y="11399"/>
                  </a:cubicBezTo>
                  <a:cubicBezTo>
                    <a:pt x="93832" y="11459"/>
                    <a:pt x="93772" y="11520"/>
                    <a:pt x="93711" y="11581"/>
                  </a:cubicBezTo>
                  <a:cubicBezTo>
                    <a:pt x="93649" y="11643"/>
                    <a:pt x="93671" y="11732"/>
                    <a:pt x="93729" y="11793"/>
                  </a:cubicBezTo>
                  <a:lnTo>
                    <a:pt x="93729" y="11793"/>
                  </a:lnTo>
                  <a:cubicBezTo>
                    <a:pt x="93750" y="11772"/>
                    <a:pt x="93773" y="11753"/>
                    <a:pt x="93802" y="11733"/>
                  </a:cubicBezTo>
                  <a:cubicBezTo>
                    <a:pt x="93832" y="11733"/>
                    <a:pt x="93863" y="11794"/>
                    <a:pt x="93863" y="11855"/>
                  </a:cubicBezTo>
                  <a:lnTo>
                    <a:pt x="94015" y="11855"/>
                  </a:lnTo>
                  <a:lnTo>
                    <a:pt x="94197" y="11794"/>
                  </a:lnTo>
                  <a:cubicBezTo>
                    <a:pt x="94254" y="11786"/>
                    <a:pt x="94311" y="11782"/>
                    <a:pt x="94361" y="11782"/>
                  </a:cubicBezTo>
                  <a:cubicBezTo>
                    <a:pt x="94498" y="11782"/>
                    <a:pt x="94582" y="11810"/>
                    <a:pt x="94471" y="11855"/>
                  </a:cubicBezTo>
                  <a:cubicBezTo>
                    <a:pt x="94427" y="11872"/>
                    <a:pt x="94313" y="11894"/>
                    <a:pt x="94168" y="11918"/>
                  </a:cubicBezTo>
                  <a:lnTo>
                    <a:pt x="94168" y="11918"/>
                  </a:lnTo>
                  <a:cubicBezTo>
                    <a:pt x="94059" y="11901"/>
                    <a:pt x="93948" y="11880"/>
                    <a:pt x="93832" y="11855"/>
                  </a:cubicBezTo>
                  <a:cubicBezTo>
                    <a:pt x="93793" y="11845"/>
                    <a:pt x="93757" y="11822"/>
                    <a:pt x="93729" y="11793"/>
                  </a:cubicBezTo>
                  <a:lnTo>
                    <a:pt x="93729" y="11793"/>
                  </a:lnTo>
                  <a:cubicBezTo>
                    <a:pt x="93685" y="11836"/>
                    <a:pt x="93651" y="11884"/>
                    <a:pt x="93589" y="11946"/>
                  </a:cubicBezTo>
                  <a:lnTo>
                    <a:pt x="93559" y="12007"/>
                  </a:lnTo>
                  <a:cubicBezTo>
                    <a:pt x="93559" y="12007"/>
                    <a:pt x="93560" y="12008"/>
                    <a:pt x="93560" y="12008"/>
                  </a:cubicBezTo>
                  <a:lnTo>
                    <a:pt x="93560" y="12008"/>
                  </a:lnTo>
                  <a:cubicBezTo>
                    <a:pt x="93753" y="11981"/>
                    <a:pt x="93984" y="11948"/>
                    <a:pt x="94168" y="11918"/>
                  </a:cubicBezTo>
                  <a:lnTo>
                    <a:pt x="94168" y="11918"/>
                  </a:lnTo>
                  <a:cubicBezTo>
                    <a:pt x="94318" y="11941"/>
                    <a:pt x="94465" y="11959"/>
                    <a:pt x="94623" y="11976"/>
                  </a:cubicBezTo>
                  <a:lnTo>
                    <a:pt x="94532" y="12037"/>
                  </a:lnTo>
                  <a:lnTo>
                    <a:pt x="94319" y="12128"/>
                  </a:lnTo>
                  <a:cubicBezTo>
                    <a:pt x="94319" y="12010"/>
                    <a:pt x="94246" y="11966"/>
                    <a:pt x="94199" y="11966"/>
                  </a:cubicBezTo>
                  <a:cubicBezTo>
                    <a:pt x="94185" y="11966"/>
                    <a:pt x="94174" y="11969"/>
                    <a:pt x="94167" y="11976"/>
                  </a:cubicBezTo>
                  <a:cubicBezTo>
                    <a:pt x="94167" y="12005"/>
                    <a:pt x="93981" y="12192"/>
                    <a:pt x="93858" y="12192"/>
                  </a:cubicBezTo>
                  <a:cubicBezTo>
                    <a:pt x="93849" y="12192"/>
                    <a:pt x="93840" y="12191"/>
                    <a:pt x="93832" y="12189"/>
                  </a:cubicBezTo>
                  <a:cubicBezTo>
                    <a:pt x="93742" y="12159"/>
                    <a:pt x="93622" y="12069"/>
                    <a:pt x="93560" y="12008"/>
                  </a:cubicBezTo>
                  <a:lnTo>
                    <a:pt x="93560" y="12008"/>
                  </a:lnTo>
                  <a:cubicBezTo>
                    <a:pt x="93375" y="12035"/>
                    <a:pt x="93226" y="12057"/>
                    <a:pt x="93194" y="12067"/>
                  </a:cubicBezTo>
                  <a:cubicBezTo>
                    <a:pt x="93183" y="12070"/>
                    <a:pt x="93175" y="12071"/>
                    <a:pt x="93169" y="12071"/>
                  </a:cubicBezTo>
                  <a:cubicBezTo>
                    <a:pt x="93104" y="12071"/>
                    <a:pt x="93260" y="11940"/>
                    <a:pt x="93316" y="11885"/>
                  </a:cubicBezTo>
                  <a:cubicBezTo>
                    <a:pt x="93373" y="11856"/>
                    <a:pt x="93185" y="11609"/>
                    <a:pt x="93062" y="11609"/>
                  </a:cubicBezTo>
                  <a:cubicBezTo>
                    <a:pt x="93055" y="11609"/>
                    <a:pt x="93049" y="11610"/>
                    <a:pt x="93042" y="11611"/>
                  </a:cubicBezTo>
                  <a:cubicBezTo>
                    <a:pt x="92921" y="11611"/>
                    <a:pt x="92860" y="11490"/>
                    <a:pt x="92890" y="11277"/>
                  </a:cubicBezTo>
                  <a:lnTo>
                    <a:pt x="92921" y="11247"/>
                  </a:lnTo>
                  <a:cubicBezTo>
                    <a:pt x="92981" y="11216"/>
                    <a:pt x="92981" y="11125"/>
                    <a:pt x="92981" y="11095"/>
                  </a:cubicBezTo>
                  <a:lnTo>
                    <a:pt x="92921" y="11034"/>
                  </a:lnTo>
                  <a:cubicBezTo>
                    <a:pt x="92884" y="10997"/>
                    <a:pt x="92839" y="10983"/>
                    <a:pt x="92793" y="10983"/>
                  </a:cubicBezTo>
                  <a:cubicBezTo>
                    <a:pt x="92685" y="10983"/>
                    <a:pt x="92568" y="11061"/>
                    <a:pt x="92525" y="11125"/>
                  </a:cubicBezTo>
                  <a:cubicBezTo>
                    <a:pt x="92519" y="11149"/>
                    <a:pt x="92516" y="11173"/>
                    <a:pt x="92515" y="11196"/>
                  </a:cubicBezTo>
                  <a:lnTo>
                    <a:pt x="92515" y="11196"/>
                  </a:lnTo>
                  <a:cubicBezTo>
                    <a:pt x="92529" y="11194"/>
                    <a:pt x="92542" y="11193"/>
                    <a:pt x="92556" y="11193"/>
                  </a:cubicBezTo>
                  <a:cubicBezTo>
                    <a:pt x="92594" y="11193"/>
                    <a:pt x="92632" y="11201"/>
                    <a:pt x="92677" y="11216"/>
                  </a:cubicBezTo>
                  <a:lnTo>
                    <a:pt x="92677" y="11247"/>
                  </a:lnTo>
                  <a:cubicBezTo>
                    <a:pt x="92677" y="11277"/>
                    <a:pt x="92647" y="11338"/>
                    <a:pt x="92617" y="11338"/>
                  </a:cubicBezTo>
                  <a:lnTo>
                    <a:pt x="92556" y="11338"/>
                  </a:lnTo>
                  <a:cubicBezTo>
                    <a:pt x="92543" y="11321"/>
                    <a:pt x="92532" y="11306"/>
                    <a:pt x="92522" y="11290"/>
                  </a:cubicBezTo>
                  <a:lnTo>
                    <a:pt x="92522" y="11290"/>
                  </a:lnTo>
                  <a:cubicBezTo>
                    <a:pt x="92536" y="11352"/>
                    <a:pt x="92567" y="11410"/>
                    <a:pt x="92617" y="11459"/>
                  </a:cubicBezTo>
                  <a:lnTo>
                    <a:pt x="92434" y="11642"/>
                  </a:lnTo>
                  <a:lnTo>
                    <a:pt x="92039" y="11429"/>
                  </a:lnTo>
                  <a:lnTo>
                    <a:pt x="91796" y="11338"/>
                  </a:lnTo>
                  <a:cubicBezTo>
                    <a:pt x="91674" y="11459"/>
                    <a:pt x="91553" y="11520"/>
                    <a:pt x="91370" y="11551"/>
                  </a:cubicBezTo>
                  <a:lnTo>
                    <a:pt x="91340" y="11520"/>
                  </a:lnTo>
                  <a:lnTo>
                    <a:pt x="91249" y="11429"/>
                  </a:lnTo>
                  <a:cubicBezTo>
                    <a:pt x="91401" y="11277"/>
                    <a:pt x="91614" y="11186"/>
                    <a:pt x="91857" y="11155"/>
                  </a:cubicBezTo>
                  <a:lnTo>
                    <a:pt x="92039" y="11216"/>
                  </a:lnTo>
                  <a:cubicBezTo>
                    <a:pt x="92061" y="11221"/>
                    <a:pt x="92082" y="11223"/>
                    <a:pt x="92100" y="11223"/>
                  </a:cubicBezTo>
                  <a:cubicBezTo>
                    <a:pt x="92191" y="11223"/>
                    <a:pt x="92245" y="11180"/>
                    <a:pt x="92305" y="11180"/>
                  </a:cubicBezTo>
                  <a:cubicBezTo>
                    <a:pt x="92317" y="11180"/>
                    <a:pt x="92330" y="11181"/>
                    <a:pt x="92343" y="11186"/>
                  </a:cubicBezTo>
                  <a:lnTo>
                    <a:pt x="92434" y="11216"/>
                  </a:lnTo>
                  <a:cubicBezTo>
                    <a:pt x="92448" y="11212"/>
                    <a:pt x="92462" y="11208"/>
                    <a:pt x="92474" y="11204"/>
                  </a:cubicBezTo>
                  <a:lnTo>
                    <a:pt x="92474" y="11204"/>
                  </a:lnTo>
                  <a:cubicBezTo>
                    <a:pt x="92487" y="11232"/>
                    <a:pt x="92503" y="11260"/>
                    <a:pt x="92522" y="11290"/>
                  </a:cubicBezTo>
                  <a:lnTo>
                    <a:pt x="92522" y="11290"/>
                  </a:lnTo>
                  <a:cubicBezTo>
                    <a:pt x="92515" y="11260"/>
                    <a:pt x="92513" y="11228"/>
                    <a:pt x="92515" y="11196"/>
                  </a:cubicBezTo>
                  <a:lnTo>
                    <a:pt x="92515" y="11196"/>
                  </a:lnTo>
                  <a:cubicBezTo>
                    <a:pt x="92502" y="11198"/>
                    <a:pt x="92488" y="11201"/>
                    <a:pt x="92474" y="11204"/>
                  </a:cubicBezTo>
                  <a:lnTo>
                    <a:pt x="92474" y="11204"/>
                  </a:lnTo>
                  <a:cubicBezTo>
                    <a:pt x="92445" y="11140"/>
                    <a:pt x="92434" y="11077"/>
                    <a:pt x="92434" y="11004"/>
                  </a:cubicBezTo>
                  <a:lnTo>
                    <a:pt x="92343" y="10943"/>
                  </a:lnTo>
                  <a:lnTo>
                    <a:pt x="92313" y="10912"/>
                  </a:lnTo>
                  <a:cubicBezTo>
                    <a:pt x="92221" y="10943"/>
                    <a:pt x="92130" y="10973"/>
                    <a:pt x="92069" y="11064"/>
                  </a:cubicBezTo>
                  <a:lnTo>
                    <a:pt x="91948" y="11064"/>
                  </a:lnTo>
                  <a:lnTo>
                    <a:pt x="91674" y="11095"/>
                  </a:lnTo>
                  <a:cubicBezTo>
                    <a:pt x="91401" y="10943"/>
                    <a:pt x="91370" y="10791"/>
                    <a:pt x="91614" y="10791"/>
                  </a:cubicBezTo>
                  <a:lnTo>
                    <a:pt x="91917" y="10791"/>
                  </a:lnTo>
                  <a:cubicBezTo>
                    <a:pt x="92009" y="10730"/>
                    <a:pt x="92039" y="10608"/>
                    <a:pt x="92069" y="10517"/>
                  </a:cubicBezTo>
                  <a:lnTo>
                    <a:pt x="92069" y="10426"/>
                  </a:lnTo>
                  <a:cubicBezTo>
                    <a:pt x="92069" y="10365"/>
                    <a:pt x="92039" y="10335"/>
                    <a:pt x="91978" y="10335"/>
                  </a:cubicBezTo>
                  <a:lnTo>
                    <a:pt x="91796" y="10335"/>
                  </a:lnTo>
                  <a:lnTo>
                    <a:pt x="91705" y="10274"/>
                  </a:lnTo>
                  <a:cubicBezTo>
                    <a:pt x="91669" y="10283"/>
                    <a:pt x="91633" y="10287"/>
                    <a:pt x="91599" y="10287"/>
                  </a:cubicBezTo>
                  <a:cubicBezTo>
                    <a:pt x="91515" y="10287"/>
                    <a:pt x="91435" y="10265"/>
                    <a:pt x="91370" y="10244"/>
                  </a:cubicBezTo>
                  <a:lnTo>
                    <a:pt x="91279" y="10213"/>
                  </a:lnTo>
                  <a:lnTo>
                    <a:pt x="91249" y="10213"/>
                  </a:lnTo>
                  <a:cubicBezTo>
                    <a:pt x="91218" y="10213"/>
                    <a:pt x="91006" y="10335"/>
                    <a:pt x="90914" y="10335"/>
                  </a:cubicBezTo>
                  <a:cubicBezTo>
                    <a:pt x="90762" y="10274"/>
                    <a:pt x="90610" y="10274"/>
                    <a:pt x="90458" y="10274"/>
                  </a:cubicBezTo>
                  <a:lnTo>
                    <a:pt x="90307" y="10365"/>
                  </a:lnTo>
                  <a:lnTo>
                    <a:pt x="90276" y="10396"/>
                  </a:lnTo>
                  <a:cubicBezTo>
                    <a:pt x="90185" y="10365"/>
                    <a:pt x="90215" y="10274"/>
                    <a:pt x="90337" y="10183"/>
                  </a:cubicBezTo>
                  <a:lnTo>
                    <a:pt x="90458" y="10183"/>
                  </a:lnTo>
                  <a:cubicBezTo>
                    <a:pt x="90489" y="10152"/>
                    <a:pt x="90337" y="10122"/>
                    <a:pt x="90307" y="10122"/>
                  </a:cubicBezTo>
                  <a:cubicBezTo>
                    <a:pt x="90246" y="10092"/>
                    <a:pt x="90246" y="10031"/>
                    <a:pt x="90246" y="10000"/>
                  </a:cubicBezTo>
                  <a:cubicBezTo>
                    <a:pt x="90276" y="9970"/>
                    <a:pt x="90215" y="9970"/>
                    <a:pt x="90124" y="9970"/>
                  </a:cubicBezTo>
                  <a:lnTo>
                    <a:pt x="90124" y="10000"/>
                  </a:lnTo>
                  <a:lnTo>
                    <a:pt x="90094" y="10061"/>
                  </a:lnTo>
                  <a:cubicBezTo>
                    <a:pt x="90094" y="10082"/>
                    <a:pt x="90078" y="10090"/>
                    <a:pt x="90053" y="10090"/>
                  </a:cubicBezTo>
                  <a:cubicBezTo>
                    <a:pt x="89966" y="10090"/>
                    <a:pt x="89762" y="9994"/>
                    <a:pt x="89668" y="9970"/>
                  </a:cubicBezTo>
                  <a:cubicBezTo>
                    <a:pt x="89648" y="9966"/>
                    <a:pt x="89628" y="9964"/>
                    <a:pt x="89608" y="9964"/>
                  </a:cubicBezTo>
                  <a:cubicBezTo>
                    <a:pt x="89478" y="9964"/>
                    <a:pt x="89356" y="10047"/>
                    <a:pt x="89303" y="10152"/>
                  </a:cubicBezTo>
                  <a:lnTo>
                    <a:pt x="89182" y="10244"/>
                  </a:lnTo>
                  <a:lnTo>
                    <a:pt x="89091" y="10304"/>
                  </a:lnTo>
                  <a:cubicBezTo>
                    <a:pt x="89013" y="10281"/>
                    <a:pt x="88928" y="10246"/>
                    <a:pt x="88845" y="10206"/>
                  </a:cubicBezTo>
                  <a:lnTo>
                    <a:pt x="88845" y="10206"/>
                  </a:lnTo>
                  <a:cubicBezTo>
                    <a:pt x="88832" y="10229"/>
                    <a:pt x="88813" y="10244"/>
                    <a:pt x="88787" y="10244"/>
                  </a:cubicBezTo>
                  <a:cubicBezTo>
                    <a:pt x="88780" y="10247"/>
                    <a:pt x="88774" y="10248"/>
                    <a:pt x="88769" y="10248"/>
                  </a:cubicBezTo>
                  <a:cubicBezTo>
                    <a:pt x="88741" y="10248"/>
                    <a:pt x="88722" y="10213"/>
                    <a:pt x="88710" y="10159"/>
                  </a:cubicBezTo>
                  <a:lnTo>
                    <a:pt x="88710" y="10159"/>
                  </a:lnTo>
                  <a:cubicBezTo>
                    <a:pt x="88723" y="10158"/>
                    <a:pt x="88737" y="10157"/>
                    <a:pt x="88750" y="10156"/>
                  </a:cubicBezTo>
                  <a:lnTo>
                    <a:pt x="88750" y="10156"/>
                  </a:lnTo>
                  <a:cubicBezTo>
                    <a:pt x="88735" y="10148"/>
                    <a:pt x="88719" y="10139"/>
                    <a:pt x="88704" y="10130"/>
                  </a:cubicBezTo>
                  <a:lnTo>
                    <a:pt x="88704" y="10130"/>
                  </a:lnTo>
                  <a:cubicBezTo>
                    <a:pt x="88699" y="10093"/>
                    <a:pt x="88696" y="10048"/>
                    <a:pt x="88696" y="10000"/>
                  </a:cubicBezTo>
                  <a:lnTo>
                    <a:pt x="88600" y="10064"/>
                  </a:lnTo>
                  <a:lnTo>
                    <a:pt x="88600" y="10064"/>
                  </a:lnTo>
                  <a:cubicBezTo>
                    <a:pt x="88481" y="9983"/>
                    <a:pt x="88410" y="9907"/>
                    <a:pt x="88452" y="9879"/>
                  </a:cubicBezTo>
                  <a:cubicBezTo>
                    <a:pt x="88507" y="9825"/>
                    <a:pt x="88658" y="9722"/>
                    <a:pt x="88711" y="9722"/>
                  </a:cubicBezTo>
                  <a:cubicBezTo>
                    <a:pt x="88718" y="9722"/>
                    <a:pt x="88723" y="9724"/>
                    <a:pt x="88726" y="9727"/>
                  </a:cubicBezTo>
                  <a:cubicBezTo>
                    <a:pt x="88787" y="9788"/>
                    <a:pt x="88848" y="9879"/>
                    <a:pt x="88878" y="10000"/>
                  </a:cubicBezTo>
                  <a:cubicBezTo>
                    <a:pt x="88878" y="10032"/>
                    <a:pt x="88878" y="10098"/>
                    <a:pt x="88865" y="10153"/>
                  </a:cubicBezTo>
                  <a:lnTo>
                    <a:pt x="88865" y="10153"/>
                  </a:lnTo>
                  <a:cubicBezTo>
                    <a:pt x="88900" y="10152"/>
                    <a:pt x="88934" y="10152"/>
                    <a:pt x="88969" y="10152"/>
                  </a:cubicBezTo>
                  <a:lnTo>
                    <a:pt x="88969" y="10122"/>
                  </a:lnTo>
                  <a:lnTo>
                    <a:pt x="88969" y="10000"/>
                  </a:lnTo>
                  <a:cubicBezTo>
                    <a:pt x="89000" y="9848"/>
                    <a:pt x="89060" y="9727"/>
                    <a:pt x="89151" y="9666"/>
                  </a:cubicBezTo>
                  <a:cubicBezTo>
                    <a:pt x="89163" y="9661"/>
                    <a:pt x="89174" y="9658"/>
                    <a:pt x="89185" y="9658"/>
                  </a:cubicBezTo>
                  <a:cubicBezTo>
                    <a:pt x="89234" y="9658"/>
                    <a:pt x="89279" y="9708"/>
                    <a:pt x="89303" y="9757"/>
                  </a:cubicBezTo>
                  <a:lnTo>
                    <a:pt x="89395" y="9696"/>
                  </a:lnTo>
                  <a:cubicBezTo>
                    <a:pt x="89425" y="9666"/>
                    <a:pt x="89425" y="9605"/>
                    <a:pt x="89486" y="9605"/>
                  </a:cubicBezTo>
                  <a:lnTo>
                    <a:pt x="89607" y="9575"/>
                  </a:lnTo>
                  <a:cubicBezTo>
                    <a:pt x="89759" y="9545"/>
                    <a:pt x="89942" y="9453"/>
                    <a:pt x="90033" y="9423"/>
                  </a:cubicBezTo>
                  <a:lnTo>
                    <a:pt x="90124" y="9514"/>
                  </a:lnTo>
                  <a:cubicBezTo>
                    <a:pt x="90165" y="9514"/>
                    <a:pt x="90219" y="9528"/>
                    <a:pt x="90268" y="9528"/>
                  </a:cubicBezTo>
                  <a:cubicBezTo>
                    <a:pt x="90293" y="9528"/>
                    <a:pt x="90317" y="9524"/>
                    <a:pt x="90337" y="9514"/>
                  </a:cubicBezTo>
                  <a:lnTo>
                    <a:pt x="90458" y="9514"/>
                  </a:lnTo>
                  <a:cubicBezTo>
                    <a:pt x="90550" y="9529"/>
                    <a:pt x="90641" y="9537"/>
                    <a:pt x="90732" y="9537"/>
                  </a:cubicBezTo>
                  <a:cubicBezTo>
                    <a:pt x="90823" y="9537"/>
                    <a:pt x="90914" y="9529"/>
                    <a:pt x="91006" y="9514"/>
                  </a:cubicBezTo>
                  <a:cubicBezTo>
                    <a:pt x="91092" y="9493"/>
                    <a:pt x="91162" y="9471"/>
                    <a:pt x="91239" y="9471"/>
                  </a:cubicBezTo>
                  <a:cubicBezTo>
                    <a:pt x="91271" y="9471"/>
                    <a:pt x="91304" y="9475"/>
                    <a:pt x="91340" y="9484"/>
                  </a:cubicBezTo>
                  <a:cubicBezTo>
                    <a:pt x="91462" y="9514"/>
                    <a:pt x="91583" y="9545"/>
                    <a:pt x="91735" y="9575"/>
                  </a:cubicBezTo>
                  <a:cubicBezTo>
                    <a:pt x="91766" y="9560"/>
                    <a:pt x="91804" y="9552"/>
                    <a:pt x="91845" y="9552"/>
                  </a:cubicBezTo>
                  <a:cubicBezTo>
                    <a:pt x="91887" y="9552"/>
                    <a:pt x="91933" y="9560"/>
                    <a:pt x="91978" y="9575"/>
                  </a:cubicBezTo>
                  <a:lnTo>
                    <a:pt x="92009" y="9575"/>
                  </a:lnTo>
                  <a:lnTo>
                    <a:pt x="92221" y="9423"/>
                  </a:lnTo>
                  <a:cubicBezTo>
                    <a:pt x="92434" y="9514"/>
                    <a:pt x="92647" y="9575"/>
                    <a:pt x="92708" y="9575"/>
                  </a:cubicBezTo>
                  <a:lnTo>
                    <a:pt x="92738" y="9575"/>
                  </a:lnTo>
                  <a:lnTo>
                    <a:pt x="92890" y="9453"/>
                  </a:lnTo>
                  <a:cubicBezTo>
                    <a:pt x="92966" y="9484"/>
                    <a:pt x="93042" y="9499"/>
                    <a:pt x="93122" y="9499"/>
                  </a:cubicBezTo>
                  <a:cubicBezTo>
                    <a:pt x="93202" y="9499"/>
                    <a:pt x="93285" y="9484"/>
                    <a:pt x="93376" y="9453"/>
                  </a:cubicBezTo>
                  <a:lnTo>
                    <a:pt x="93528" y="9545"/>
                  </a:lnTo>
                  <a:cubicBezTo>
                    <a:pt x="93533" y="9549"/>
                    <a:pt x="93540" y="9551"/>
                    <a:pt x="93549" y="9551"/>
                  </a:cubicBezTo>
                  <a:cubicBezTo>
                    <a:pt x="93576" y="9551"/>
                    <a:pt x="93621" y="9533"/>
                    <a:pt x="93668" y="9533"/>
                  </a:cubicBezTo>
                  <a:cubicBezTo>
                    <a:pt x="93703" y="9533"/>
                    <a:pt x="93739" y="9543"/>
                    <a:pt x="93772" y="9575"/>
                  </a:cubicBezTo>
                  <a:cubicBezTo>
                    <a:pt x="93772" y="9575"/>
                    <a:pt x="93962" y="9469"/>
                    <a:pt x="94095" y="9469"/>
                  </a:cubicBezTo>
                  <a:cubicBezTo>
                    <a:pt x="94122" y="9469"/>
                    <a:pt x="94147" y="9474"/>
                    <a:pt x="94167" y="9484"/>
                  </a:cubicBezTo>
                  <a:cubicBezTo>
                    <a:pt x="94192" y="9501"/>
                    <a:pt x="94220" y="9508"/>
                    <a:pt x="94248" y="9508"/>
                  </a:cubicBezTo>
                  <a:cubicBezTo>
                    <a:pt x="94319" y="9508"/>
                    <a:pt x="94388" y="9458"/>
                    <a:pt x="94410" y="9393"/>
                  </a:cubicBezTo>
                  <a:cubicBezTo>
                    <a:pt x="94562" y="9423"/>
                    <a:pt x="94653" y="9453"/>
                    <a:pt x="94775" y="9514"/>
                  </a:cubicBezTo>
                  <a:cubicBezTo>
                    <a:pt x="94791" y="9522"/>
                    <a:pt x="94806" y="9525"/>
                    <a:pt x="94821" y="9525"/>
                  </a:cubicBezTo>
                  <a:cubicBezTo>
                    <a:pt x="94889" y="9525"/>
                    <a:pt x="94950" y="9458"/>
                    <a:pt x="95015" y="9458"/>
                  </a:cubicBezTo>
                  <a:cubicBezTo>
                    <a:pt x="95045" y="9458"/>
                    <a:pt x="95076" y="9472"/>
                    <a:pt x="95109" y="9514"/>
                  </a:cubicBezTo>
                  <a:cubicBezTo>
                    <a:pt x="95231" y="9453"/>
                    <a:pt x="95322" y="9393"/>
                    <a:pt x="95443" y="9301"/>
                  </a:cubicBezTo>
                  <a:lnTo>
                    <a:pt x="95717" y="9301"/>
                  </a:lnTo>
                  <a:cubicBezTo>
                    <a:pt x="95899" y="9271"/>
                    <a:pt x="96051" y="9210"/>
                    <a:pt x="96203" y="9119"/>
                  </a:cubicBezTo>
                  <a:cubicBezTo>
                    <a:pt x="96264" y="9058"/>
                    <a:pt x="96203" y="8997"/>
                    <a:pt x="96082" y="8997"/>
                  </a:cubicBezTo>
                  <a:lnTo>
                    <a:pt x="96112" y="8845"/>
                  </a:lnTo>
                  <a:lnTo>
                    <a:pt x="96142" y="8724"/>
                  </a:lnTo>
                  <a:cubicBezTo>
                    <a:pt x="96142" y="8572"/>
                    <a:pt x="96082" y="8420"/>
                    <a:pt x="96021" y="8298"/>
                  </a:cubicBezTo>
                  <a:lnTo>
                    <a:pt x="96112" y="8207"/>
                  </a:lnTo>
                  <a:lnTo>
                    <a:pt x="96173" y="8146"/>
                  </a:lnTo>
                  <a:cubicBezTo>
                    <a:pt x="96203" y="8086"/>
                    <a:pt x="96325" y="7903"/>
                    <a:pt x="96325" y="7873"/>
                  </a:cubicBezTo>
                  <a:cubicBezTo>
                    <a:pt x="96325" y="7812"/>
                    <a:pt x="96416" y="7721"/>
                    <a:pt x="96538" y="7660"/>
                  </a:cubicBezTo>
                  <a:lnTo>
                    <a:pt x="96629" y="7599"/>
                  </a:lnTo>
                  <a:cubicBezTo>
                    <a:pt x="96720" y="7417"/>
                    <a:pt x="96781" y="7265"/>
                    <a:pt x="96811" y="7082"/>
                  </a:cubicBezTo>
                  <a:lnTo>
                    <a:pt x="96720" y="6991"/>
                  </a:lnTo>
                  <a:cubicBezTo>
                    <a:pt x="96750" y="6900"/>
                    <a:pt x="96842" y="6809"/>
                    <a:pt x="96933" y="6779"/>
                  </a:cubicBezTo>
                  <a:lnTo>
                    <a:pt x="97054" y="6779"/>
                  </a:lnTo>
                  <a:cubicBezTo>
                    <a:pt x="97115" y="6718"/>
                    <a:pt x="97024" y="6657"/>
                    <a:pt x="96994" y="6627"/>
                  </a:cubicBezTo>
                  <a:cubicBezTo>
                    <a:pt x="96963" y="6596"/>
                    <a:pt x="97237" y="6323"/>
                    <a:pt x="97358" y="6231"/>
                  </a:cubicBezTo>
                  <a:cubicBezTo>
                    <a:pt x="97480" y="6110"/>
                    <a:pt x="97450" y="5988"/>
                    <a:pt x="97419" y="5958"/>
                  </a:cubicBezTo>
                  <a:cubicBezTo>
                    <a:pt x="97358" y="5958"/>
                    <a:pt x="97358" y="5836"/>
                    <a:pt x="97419" y="5715"/>
                  </a:cubicBezTo>
                  <a:lnTo>
                    <a:pt x="97510" y="5654"/>
                  </a:lnTo>
                  <a:lnTo>
                    <a:pt x="97571" y="5593"/>
                  </a:lnTo>
                  <a:cubicBezTo>
                    <a:pt x="97693" y="5563"/>
                    <a:pt x="97753" y="5350"/>
                    <a:pt x="97693" y="5350"/>
                  </a:cubicBezTo>
                  <a:cubicBezTo>
                    <a:pt x="97632" y="5320"/>
                    <a:pt x="97571" y="5289"/>
                    <a:pt x="97510" y="5259"/>
                  </a:cubicBezTo>
                  <a:cubicBezTo>
                    <a:pt x="97510" y="5255"/>
                    <a:pt x="97509" y="5253"/>
                    <a:pt x="97506" y="5253"/>
                  </a:cubicBezTo>
                  <a:cubicBezTo>
                    <a:pt x="97486" y="5253"/>
                    <a:pt x="97407" y="5336"/>
                    <a:pt x="97328" y="5441"/>
                  </a:cubicBezTo>
                  <a:lnTo>
                    <a:pt x="97146" y="5350"/>
                  </a:lnTo>
                  <a:lnTo>
                    <a:pt x="97054" y="5289"/>
                  </a:lnTo>
                  <a:cubicBezTo>
                    <a:pt x="97115" y="5228"/>
                    <a:pt x="96872" y="5107"/>
                    <a:pt x="96750" y="5046"/>
                  </a:cubicBezTo>
                  <a:cubicBezTo>
                    <a:pt x="96629" y="5016"/>
                    <a:pt x="96902" y="4924"/>
                    <a:pt x="96994" y="4924"/>
                  </a:cubicBezTo>
                  <a:cubicBezTo>
                    <a:pt x="97010" y="4916"/>
                    <a:pt x="97048" y="4912"/>
                    <a:pt x="97096" y="4912"/>
                  </a:cubicBezTo>
                  <a:cubicBezTo>
                    <a:pt x="97226" y="4912"/>
                    <a:pt x="97427" y="4941"/>
                    <a:pt x="97450" y="4985"/>
                  </a:cubicBezTo>
                  <a:cubicBezTo>
                    <a:pt x="97461" y="5021"/>
                    <a:pt x="97483" y="5038"/>
                    <a:pt x="97508" y="5038"/>
                  </a:cubicBezTo>
                  <a:cubicBezTo>
                    <a:pt x="97547" y="5038"/>
                    <a:pt x="97595" y="4998"/>
                    <a:pt x="97632" y="4924"/>
                  </a:cubicBezTo>
                  <a:lnTo>
                    <a:pt x="97784" y="5016"/>
                  </a:lnTo>
                  <a:cubicBezTo>
                    <a:pt x="97784" y="5016"/>
                    <a:pt x="97784" y="5046"/>
                    <a:pt x="97814" y="5046"/>
                  </a:cubicBezTo>
                  <a:cubicBezTo>
                    <a:pt x="97852" y="5071"/>
                    <a:pt x="97869" y="5086"/>
                    <a:pt x="97884" y="5086"/>
                  </a:cubicBezTo>
                  <a:cubicBezTo>
                    <a:pt x="97906" y="5086"/>
                    <a:pt x="97925" y="5056"/>
                    <a:pt x="97997" y="4985"/>
                  </a:cubicBezTo>
                  <a:lnTo>
                    <a:pt x="98088" y="4924"/>
                  </a:lnTo>
                  <a:cubicBezTo>
                    <a:pt x="98179" y="4894"/>
                    <a:pt x="98240" y="4803"/>
                    <a:pt x="98209" y="4712"/>
                  </a:cubicBezTo>
                  <a:lnTo>
                    <a:pt x="98179" y="4681"/>
                  </a:lnTo>
                  <a:lnTo>
                    <a:pt x="98057" y="4529"/>
                  </a:lnTo>
                  <a:cubicBezTo>
                    <a:pt x="98057" y="4408"/>
                    <a:pt x="98057" y="4286"/>
                    <a:pt x="98057" y="4165"/>
                  </a:cubicBezTo>
                  <a:cubicBezTo>
                    <a:pt x="98027" y="4165"/>
                    <a:pt x="97723" y="4104"/>
                    <a:pt x="97662" y="4013"/>
                  </a:cubicBezTo>
                  <a:cubicBezTo>
                    <a:pt x="97480" y="3891"/>
                    <a:pt x="97298" y="3769"/>
                    <a:pt x="97085" y="3709"/>
                  </a:cubicBezTo>
                  <a:cubicBezTo>
                    <a:pt x="96902" y="3709"/>
                    <a:pt x="96720" y="3678"/>
                    <a:pt x="96538" y="3648"/>
                  </a:cubicBezTo>
                  <a:cubicBezTo>
                    <a:pt x="96416" y="3587"/>
                    <a:pt x="96294" y="3496"/>
                    <a:pt x="96203" y="3405"/>
                  </a:cubicBezTo>
                  <a:lnTo>
                    <a:pt x="96264" y="3313"/>
                  </a:lnTo>
                  <a:cubicBezTo>
                    <a:pt x="96355" y="3222"/>
                    <a:pt x="96416" y="3131"/>
                    <a:pt x="96477" y="3040"/>
                  </a:cubicBezTo>
                  <a:cubicBezTo>
                    <a:pt x="96507" y="2979"/>
                    <a:pt x="96477" y="2918"/>
                    <a:pt x="96446" y="2857"/>
                  </a:cubicBezTo>
                  <a:cubicBezTo>
                    <a:pt x="96416" y="2812"/>
                    <a:pt x="96386" y="2789"/>
                    <a:pt x="96351" y="2789"/>
                  </a:cubicBezTo>
                  <a:cubicBezTo>
                    <a:pt x="96317" y="2789"/>
                    <a:pt x="96279" y="2812"/>
                    <a:pt x="96234" y="2857"/>
                  </a:cubicBezTo>
                  <a:cubicBezTo>
                    <a:pt x="96207" y="2875"/>
                    <a:pt x="96188" y="2883"/>
                    <a:pt x="96174" y="2883"/>
                  </a:cubicBezTo>
                  <a:cubicBezTo>
                    <a:pt x="96140" y="2883"/>
                    <a:pt x="96134" y="2840"/>
                    <a:pt x="96112" y="2797"/>
                  </a:cubicBezTo>
                  <a:cubicBezTo>
                    <a:pt x="96082" y="2766"/>
                    <a:pt x="96051" y="2736"/>
                    <a:pt x="95991" y="2736"/>
                  </a:cubicBezTo>
                  <a:cubicBezTo>
                    <a:pt x="95899" y="2736"/>
                    <a:pt x="95778" y="2766"/>
                    <a:pt x="95747" y="2827"/>
                  </a:cubicBezTo>
                  <a:lnTo>
                    <a:pt x="95626" y="3070"/>
                  </a:lnTo>
                  <a:cubicBezTo>
                    <a:pt x="95474" y="3009"/>
                    <a:pt x="95413" y="2857"/>
                    <a:pt x="95443" y="2736"/>
                  </a:cubicBezTo>
                  <a:cubicBezTo>
                    <a:pt x="95474" y="2645"/>
                    <a:pt x="95535" y="2554"/>
                    <a:pt x="95565" y="2493"/>
                  </a:cubicBezTo>
                  <a:lnTo>
                    <a:pt x="95443" y="2493"/>
                  </a:lnTo>
                  <a:cubicBezTo>
                    <a:pt x="95383" y="2493"/>
                    <a:pt x="95352" y="2554"/>
                    <a:pt x="95322" y="2584"/>
                  </a:cubicBezTo>
                  <a:cubicBezTo>
                    <a:pt x="95261" y="2584"/>
                    <a:pt x="95261" y="2645"/>
                    <a:pt x="95261" y="2645"/>
                  </a:cubicBezTo>
                  <a:lnTo>
                    <a:pt x="95079" y="2584"/>
                  </a:lnTo>
                  <a:cubicBezTo>
                    <a:pt x="95062" y="2581"/>
                    <a:pt x="95045" y="2580"/>
                    <a:pt x="95027" y="2580"/>
                  </a:cubicBezTo>
                  <a:cubicBezTo>
                    <a:pt x="94848" y="2580"/>
                    <a:pt x="94614" y="2708"/>
                    <a:pt x="94532" y="2736"/>
                  </a:cubicBezTo>
                  <a:cubicBezTo>
                    <a:pt x="94349" y="2706"/>
                    <a:pt x="94197" y="2645"/>
                    <a:pt x="94045" y="2554"/>
                  </a:cubicBezTo>
                  <a:cubicBezTo>
                    <a:pt x="94012" y="2542"/>
                    <a:pt x="93974" y="2535"/>
                    <a:pt x="93937" y="2535"/>
                  </a:cubicBezTo>
                  <a:cubicBezTo>
                    <a:pt x="93873" y="2535"/>
                    <a:pt x="93810" y="2557"/>
                    <a:pt x="93772" y="2614"/>
                  </a:cubicBezTo>
                  <a:cubicBezTo>
                    <a:pt x="93765" y="2618"/>
                    <a:pt x="93758" y="2619"/>
                    <a:pt x="93752" y="2619"/>
                  </a:cubicBezTo>
                  <a:cubicBezTo>
                    <a:pt x="93698" y="2619"/>
                    <a:pt x="93650" y="2517"/>
                    <a:pt x="93650" y="2462"/>
                  </a:cubicBezTo>
                  <a:cubicBezTo>
                    <a:pt x="93650" y="2455"/>
                    <a:pt x="93647" y="2451"/>
                    <a:pt x="93641" y="2451"/>
                  </a:cubicBezTo>
                  <a:cubicBezTo>
                    <a:pt x="93621" y="2451"/>
                    <a:pt x="93575" y="2491"/>
                    <a:pt x="93528" y="2584"/>
                  </a:cubicBezTo>
                  <a:lnTo>
                    <a:pt x="93255" y="2584"/>
                  </a:lnTo>
                  <a:cubicBezTo>
                    <a:pt x="93133" y="2706"/>
                    <a:pt x="92860" y="3009"/>
                    <a:pt x="92921" y="3101"/>
                  </a:cubicBezTo>
                  <a:cubicBezTo>
                    <a:pt x="92956" y="3136"/>
                    <a:pt x="92898" y="3151"/>
                    <a:pt x="92831" y="3151"/>
                  </a:cubicBezTo>
                  <a:cubicBezTo>
                    <a:pt x="92784" y="3151"/>
                    <a:pt x="92733" y="3144"/>
                    <a:pt x="92708" y="3131"/>
                  </a:cubicBezTo>
                  <a:cubicBezTo>
                    <a:pt x="92681" y="3122"/>
                    <a:pt x="92654" y="3118"/>
                    <a:pt x="92628" y="3118"/>
                  </a:cubicBezTo>
                  <a:cubicBezTo>
                    <a:pt x="92566" y="3118"/>
                    <a:pt x="92508" y="3140"/>
                    <a:pt x="92465" y="3161"/>
                  </a:cubicBezTo>
                  <a:cubicBezTo>
                    <a:pt x="92313" y="3161"/>
                    <a:pt x="92191" y="3131"/>
                    <a:pt x="92069" y="3070"/>
                  </a:cubicBezTo>
                  <a:cubicBezTo>
                    <a:pt x="92009" y="3009"/>
                    <a:pt x="91917" y="2888"/>
                    <a:pt x="91917" y="2827"/>
                  </a:cubicBezTo>
                  <a:cubicBezTo>
                    <a:pt x="91917" y="2797"/>
                    <a:pt x="92161" y="2706"/>
                    <a:pt x="92252" y="2706"/>
                  </a:cubicBezTo>
                  <a:cubicBezTo>
                    <a:pt x="92313" y="2706"/>
                    <a:pt x="92221" y="2614"/>
                    <a:pt x="92039" y="2523"/>
                  </a:cubicBezTo>
                  <a:lnTo>
                    <a:pt x="91978" y="2523"/>
                  </a:lnTo>
                  <a:cubicBezTo>
                    <a:pt x="91961" y="2517"/>
                    <a:pt x="91947" y="2515"/>
                    <a:pt x="91935" y="2515"/>
                  </a:cubicBezTo>
                  <a:cubicBezTo>
                    <a:pt x="91887" y="2515"/>
                    <a:pt x="91887" y="2559"/>
                    <a:pt x="91887" y="2584"/>
                  </a:cubicBezTo>
                  <a:cubicBezTo>
                    <a:pt x="91917" y="2584"/>
                    <a:pt x="91826" y="2614"/>
                    <a:pt x="91796" y="2614"/>
                  </a:cubicBezTo>
                  <a:cubicBezTo>
                    <a:pt x="91766" y="2614"/>
                    <a:pt x="91674" y="2432"/>
                    <a:pt x="91583" y="2432"/>
                  </a:cubicBezTo>
                  <a:cubicBezTo>
                    <a:pt x="91492" y="2432"/>
                    <a:pt x="91522" y="2402"/>
                    <a:pt x="91583" y="2371"/>
                  </a:cubicBezTo>
                  <a:cubicBezTo>
                    <a:pt x="91644" y="2371"/>
                    <a:pt x="90945" y="2280"/>
                    <a:pt x="90914" y="2250"/>
                  </a:cubicBezTo>
                  <a:cubicBezTo>
                    <a:pt x="90884" y="2219"/>
                    <a:pt x="90914" y="2128"/>
                    <a:pt x="90945" y="2098"/>
                  </a:cubicBezTo>
                  <a:cubicBezTo>
                    <a:pt x="90975" y="2067"/>
                    <a:pt x="90975" y="2037"/>
                    <a:pt x="90914" y="2006"/>
                  </a:cubicBezTo>
                  <a:lnTo>
                    <a:pt x="90884" y="1976"/>
                  </a:lnTo>
                  <a:lnTo>
                    <a:pt x="90854" y="1946"/>
                  </a:lnTo>
                  <a:cubicBezTo>
                    <a:pt x="90793" y="1915"/>
                    <a:pt x="90975" y="1763"/>
                    <a:pt x="91036" y="1733"/>
                  </a:cubicBezTo>
                  <a:cubicBezTo>
                    <a:pt x="91043" y="1726"/>
                    <a:pt x="91051" y="1723"/>
                    <a:pt x="91060" y="1723"/>
                  </a:cubicBezTo>
                  <a:cubicBezTo>
                    <a:pt x="91134" y="1723"/>
                    <a:pt x="91276" y="1922"/>
                    <a:pt x="91249" y="1976"/>
                  </a:cubicBezTo>
                  <a:cubicBezTo>
                    <a:pt x="91249" y="2067"/>
                    <a:pt x="91279" y="2128"/>
                    <a:pt x="91279" y="2128"/>
                  </a:cubicBezTo>
                  <a:cubicBezTo>
                    <a:pt x="91370" y="2067"/>
                    <a:pt x="91462" y="2006"/>
                    <a:pt x="91522" y="1915"/>
                  </a:cubicBezTo>
                  <a:lnTo>
                    <a:pt x="91614" y="1885"/>
                  </a:lnTo>
                  <a:cubicBezTo>
                    <a:pt x="91674" y="1794"/>
                    <a:pt x="91705" y="1702"/>
                    <a:pt x="91735" y="1581"/>
                  </a:cubicBezTo>
                  <a:cubicBezTo>
                    <a:pt x="91705" y="1520"/>
                    <a:pt x="91674" y="1429"/>
                    <a:pt x="91644" y="1368"/>
                  </a:cubicBezTo>
                  <a:cubicBezTo>
                    <a:pt x="91614" y="1277"/>
                    <a:pt x="91279" y="1247"/>
                    <a:pt x="91279" y="1186"/>
                  </a:cubicBezTo>
                  <a:cubicBezTo>
                    <a:pt x="91257" y="1141"/>
                    <a:pt x="91349" y="1113"/>
                    <a:pt x="91495" y="1113"/>
                  </a:cubicBezTo>
                  <a:cubicBezTo>
                    <a:pt x="91548" y="1113"/>
                    <a:pt x="91609" y="1117"/>
                    <a:pt x="91674" y="1125"/>
                  </a:cubicBezTo>
                  <a:lnTo>
                    <a:pt x="91887" y="1125"/>
                  </a:lnTo>
                  <a:cubicBezTo>
                    <a:pt x="91891" y="1129"/>
                    <a:pt x="91897" y="1131"/>
                    <a:pt x="91903" y="1131"/>
                  </a:cubicBezTo>
                  <a:cubicBezTo>
                    <a:pt x="91941" y="1131"/>
                    <a:pt x="92009" y="1060"/>
                    <a:pt x="92009" y="1034"/>
                  </a:cubicBezTo>
                  <a:lnTo>
                    <a:pt x="92009" y="943"/>
                  </a:lnTo>
                  <a:cubicBezTo>
                    <a:pt x="92009" y="821"/>
                    <a:pt x="91857" y="639"/>
                    <a:pt x="91766" y="639"/>
                  </a:cubicBezTo>
                  <a:cubicBezTo>
                    <a:pt x="91705" y="669"/>
                    <a:pt x="91614" y="791"/>
                    <a:pt x="91674" y="821"/>
                  </a:cubicBezTo>
                  <a:cubicBezTo>
                    <a:pt x="91705" y="821"/>
                    <a:pt x="91705" y="912"/>
                    <a:pt x="91705" y="943"/>
                  </a:cubicBezTo>
                  <a:cubicBezTo>
                    <a:pt x="91705" y="1003"/>
                    <a:pt x="91644" y="1034"/>
                    <a:pt x="91553" y="1034"/>
                  </a:cubicBezTo>
                  <a:cubicBezTo>
                    <a:pt x="91535" y="945"/>
                    <a:pt x="91497" y="898"/>
                    <a:pt x="91438" y="898"/>
                  </a:cubicBezTo>
                  <a:cubicBezTo>
                    <a:pt x="91395" y="898"/>
                    <a:pt x="91343" y="922"/>
                    <a:pt x="91279" y="973"/>
                  </a:cubicBezTo>
                  <a:lnTo>
                    <a:pt x="91249" y="973"/>
                  </a:lnTo>
                  <a:cubicBezTo>
                    <a:pt x="91188" y="973"/>
                    <a:pt x="91158" y="943"/>
                    <a:pt x="91127" y="882"/>
                  </a:cubicBezTo>
                  <a:lnTo>
                    <a:pt x="91127" y="821"/>
                  </a:lnTo>
                  <a:cubicBezTo>
                    <a:pt x="91158" y="791"/>
                    <a:pt x="91188" y="730"/>
                    <a:pt x="91188" y="699"/>
                  </a:cubicBezTo>
                  <a:cubicBezTo>
                    <a:pt x="91127" y="608"/>
                    <a:pt x="91036" y="547"/>
                    <a:pt x="90945" y="487"/>
                  </a:cubicBezTo>
                  <a:cubicBezTo>
                    <a:pt x="90914" y="517"/>
                    <a:pt x="90884" y="578"/>
                    <a:pt x="90884" y="639"/>
                  </a:cubicBezTo>
                  <a:cubicBezTo>
                    <a:pt x="90882" y="640"/>
                    <a:pt x="90881" y="641"/>
                    <a:pt x="90878" y="641"/>
                  </a:cubicBezTo>
                  <a:cubicBezTo>
                    <a:pt x="90838" y="641"/>
                    <a:pt x="90695" y="394"/>
                    <a:pt x="90580" y="365"/>
                  </a:cubicBezTo>
                  <a:cubicBezTo>
                    <a:pt x="90568" y="362"/>
                    <a:pt x="90555" y="360"/>
                    <a:pt x="90543" y="360"/>
                  </a:cubicBezTo>
                  <a:cubicBezTo>
                    <a:pt x="90434" y="360"/>
                    <a:pt x="90334" y="475"/>
                    <a:pt x="90307" y="639"/>
                  </a:cubicBezTo>
                  <a:lnTo>
                    <a:pt x="90063" y="426"/>
                  </a:lnTo>
                  <a:cubicBezTo>
                    <a:pt x="90033" y="456"/>
                    <a:pt x="90003" y="456"/>
                    <a:pt x="89972" y="487"/>
                  </a:cubicBezTo>
                  <a:lnTo>
                    <a:pt x="89820" y="487"/>
                  </a:lnTo>
                  <a:cubicBezTo>
                    <a:pt x="89820" y="517"/>
                    <a:pt x="89486" y="547"/>
                    <a:pt x="89425" y="608"/>
                  </a:cubicBezTo>
                  <a:cubicBezTo>
                    <a:pt x="89379" y="631"/>
                    <a:pt x="89245" y="689"/>
                    <a:pt x="89183" y="689"/>
                  </a:cubicBezTo>
                  <a:cubicBezTo>
                    <a:pt x="89164" y="689"/>
                    <a:pt x="89151" y="684"/>
                    <a:pt x="89151" y="669"/>
                  </a:cubicBezTo>
                  <a:cubicBezTo>
                    <a:pt x="89151" y="639"/>
                    <a:pt x="88969" y="639"/>
                    <a:pt x="88939" y="639"/>
                  </a:cubicBezTo>
                  <a:cubicBezTo>
                    <a:pt x="88898" y="639"/>
                    <a:pt x="88777" y="612"/>
                    <a:pt x="88700" y="612"/>
                  </a:cubicBezTo>
                  <a:cubicBezTo>
                    <a:pt x="88662" y="612"/>
                    <a:pt x="88635" y="618"/>
                    <a:pt x="88635" y="639"/>
                  </a:cubicBezTo>
                  <a:cubicBezTo>
                    <a:pt x="88635" y="669"/>
                    <a:pt x="88604" y="730"/>
                    <a:pt x="88574" y="791"/>
                  </a:cubicBezTo>
                  <a:cubicBezTo>
                    <a:pt x="88574" y="791"/>
                    <a:pt x="88452" y="760"/>
                    <a:pt x="88422" y="730"/>
                  </a:cubicBezTo>
                  <a:cubicBezTo>
                    <a:pt x="88392" y="730"/>
                    <a:pt x="88179" y="608"/>
                    <a:pt x="87936" y="517"/>
                  </a:cubicBezTo>
                  <a:lnTo>
                    <a:pt x="87692" y="608"/>
                  </a:lnTo>
                  <a:lnTo>
                    <a:pt x="87662" y="608"/>
                  </a:lnTo>
                  <a:cubicBezTo>
                    <a:pt x="87657" y="611"/>
                    <a:pt x="87651" y="612"/>
                    <a:pt x="87645" y="612"/>
                  </a:cubicBezTo>
                  <a:cubicBezTo>
                    <a:pt x="87585" y="612"/>
                    <a:pt x="87507" y="484"/>
                    <a:pt x="87480" y="456"/>
                  </a:cubicBezTo>
                  <a:cubicBezTo>
                    <a:pt x="87480" y="441"/>
                    <a:pt x="87472" y="435"/>
                    <a:pt x="87460" y="435"/>
                  </a:cubicBezTo>
                  <a:cubicBezTo>
                    <a:pt x="87423" y="435"/>
                    <a:pt x="87343" y="487"/>
                    <a:pt x="87297" y="487"/>
                  </a:cubicBezTo>
                  <a:cubicBezTo>
                    <a:pt x="87262" y="496"/>
                    <a:pt x="87229" y="499"/>
                    <a:pt x="87197" y="499"/>
                  </a:cubicBezTo>
                  <a:cubicBezTo>
                    <a:pt x="87120" y="499"/>
                    <a:pt x="87049" y="478"/>
                    <a:pt x="86963" y="456"/>
                  </a:cubicBezTo>
                  <a:cubicBezTo>
                    <a:pt x="86952" y="451"/>
                    <a:pt x="86938" y="448"/>
                    <a:pt x="86922" y="448"/>
                  </a:cubicBezTo>
                  <a:cubicBezTo>
                    <a:pt x="86851" y="448"/>
                    <a:pt x="86745" y="498"/>
                    <a:pt x="86720" y="547"/>
                  </a:cubicBezTo>
                  <a:cubicBezTo>
                    <a:pt x="86710" y="558"/>
                    <a:pt x="86696" y="562"/>
                    <a:pt x="86680" y="562"/>
                  </a:cubicBezTo>
                  <a:cubicBezTo>
                    <a:pt x="86609" y="562"/>
                    <a:pt x="86496" y="483"/>
                    <a:pt x="86436" y="483"/>
                  </a:cubicBezTo>
                  <a:cubicBezTo>
                    <a:pt x="86428" y="483"/>
                    <a:pt x="86421" y="484"/>
                    <a:pt x="86416" y="487"/>
                  </a:cubicBezTo>
                  <a:cubicBezTo>
                    <a:pt x="86385" y="517"/>
                    <a:pt x="86325" y="547"/>
                    <a:pt x="86294" y="578"/>
                  </a:cubicBezTo>
                  <a:lnTo>
                    <a:pt x="86264" y="578"/>
                  </a:lnTo>
                  <a:cubicBezTo>
                    <a:pt x="86233" y="578"/>
                    <a:pt x="86112" y="517"/>
                    <a:pt x="86082" y="487"/>
                  </a:cubicBezTo>
                  <a:cubicBezTo>
                    <a:pt x="86078" y="483"/>
                    <a:pt x="86073" y="482"/>
                    <a:pt x="86066" y="482"/>
                  </a:cubicBezTo>
                  <a:cubicBezTo>
                    <a:pt x="86012" y="482"/>
                    <a:pt x="85862" y="578"/>
                    <a:pt x="85808" y="578"/>
                  </a:cubicBezTo>
                  <a:cubicBezTo>
                    <a:pt x="85747" y="578"/>
                    <a:pt x="85717" y="365"/>
                    <a:pt x="85808" y="335"/>
                  </a:cubicBezTo>
                  <a:cubicBezTo>
                    <a:pt x="85899" y="335"/>
                    <a:pt x="85899" y="243"/>
                    <a:pt x="85808" y="152"/>
                  </a:cubicBezTo>
                  <a:lnTo>
                    <a:pt x="85717" y="91"/>
                  </a:lnTo>
                  <a:cubicBezTo>
                    <a:pt x="85656" y="91"/>
                    <a:pt x="85595" y="335"/>
                    <a:pt x="85595" y="395"/>
                  </a:cubicBezTo>
                  <a:cubicBezTo>
                    <a:pt x="85595" y="464"/>
                    <a:pt x="85527" y="498"/>
                    <a:pt x="85428" y="498"/>
                  </a:cubicBezTo>
                  <a:cubicBezTo>
                    <a:pt x="85396" y="498"/>
                    <a:pt x="85360" y="494"/>
                    <a:pt x="85322" y="487"/>
                  </a:cubicBezTo>
                  <a:lnTo>
                    <a:pt x="85200" y="487"/>
                  </a:lnTo>
                  <a:cubicBezTo>
                    <a:pt x="84987" y="456"/>
                    <a:pt x="84987" y="456"/>
                    <a:pt x="84957" y="274"/>
                  </a:cubicBezTo>
                  <a:cubicBezTo>
                    <a:pt x="84957" y="243"/>
                    <a:pt x="84957" y="243"/>
                    <a:pt x="84957" y="243"/>
                  </a:cubicBezTo>
                  <a:cubicBezTo>
                    <a:pt x="84805" y="213"/>
                    <a:pt x="84775" y="122"/>
                    <a:pt x="84683" y="31"/>
                  </a:cubicBezTo>
                  <a:lnTo>
                    <a:pt x="84653" y="0"/>
                  </a:lnTo>
                  <a:cubicBezTo>
                    <a:pt x="84501" y="31"/>
                    <a:pt x="84501" y="183"/>
                    <a:pt x="84623" y="365"/>
                  </a:cubicBezTo>
                  <a:lnTo>
                    <a:pt x="84562" y="487"/>
                  </a:lnTo>
                  <a:lnTo>
                    <a:pt x="84471" y="669"/>
                  </a:lnTo>
                  <a:cubicBezTo>
                    <a:pt x="84258" y="639"/>
                    <a:pt x="84136" y="365"/>
                    <a:pt x="84167" y="335"/>
                  </a:cubicBezTo>
                  <a:cubicBezTo>
                    <a:pt x="84227" y="304"/>
                    <a:pt x="84288" y="274"/>
                    <a:pt x="84349" y="213"/>
                  </a:cubicBezTo>
                  <a:cubicBezTo>
                    <a:pt x="84349" y="183"/>
                    <a:pt x="84288" y="152"/>
                    <a:pt x="84258" y="152"/>
                  </a:cubicBezTo>
                  <a:cubicBezTo>
                    <a:pt x="84045" y="183"/>
                    <a:pt x="83863" y="213"/>
                    <a:pt x="83680" y="213"/>
                  </a:cubicBezTo>
                  <a:cubicBezTo>
                    <a:pt x="83467" y="122"/>
                    <a:pt x="83285" y="91"/>
                    <a:pt x="83103" y="61"/>
                  </a:cubicBezTo>
                  <a:cubicBezTo>
                    <a:pt x="83012" y="61"/>
                    <a:pt x="82981" y="122"/>
                    <a:pt x="82981" y="152"/>
                  </a:cubicBezTo>
                  <a:cubicBezTo>
                    <a:pt x="82981" y="152"/>
                    <a:pt x="82738" y="243"/>
                    <a:pt x="82708" y="304"/>
                  </a:cubicBezTo>
                  <a:cubicBezTo>
                    <a:pt x="82685" y="349"/>
                    <a:pt x="82647" y="377"/>
                    <a:pt x="82628" y="377"/>
                  </a:cubicBezTo>
                  <a:cubicBezTo>
                    <a:pt x="82621" y="377"/>
                    <a:pt x="82616" y="373"/>
                    <a:pt x="82616" y="365"/>
                  </a:cubicBezTo>
                  <a:lnTo>
                    <a:pt x="82616" y="335"/>
                  </a:lnTo>
                  <a:cubicBezTo>
                    <a:pt x="82616" y="274"/>
                    <a:pt x="82647" y="213"/>
                    <a:pt x="82647" y="213"/>
                  </a:cubicBezTo>
                  <a:lnTo>
                    <a:pt x="82556" y="152"/>
                  </a:lnTo>
                  <a:cubicBezTo>
                    <a:pt x="82511" y="130"/>
                    <a:pt x="82441" y="124"/>
                    <a:pt x="82368" y="124"/>
                  </a:cubicBezTo>
                  <a:cubicBezTo>
                    <a:pt x="82288" y="124"/>
                    <a:pt x="82203" y="131"/>
                    <a:pt x="82143" y="131"/>
                  </a:cubicBezTo>
                  <a:cubicBezTo>
                    <a:pt x="82109" y="131"/>
                    <a:pt x="82083" y="129"/>
                    <a:pt x="82069" y="122"/>
                  </a:cubicBezTo>
                  <a:cubicBezTo>
                    <a:pt x="82024" y="107"/>
                    <a:pt x="81970" y="99"/>
                    <a:pt x="81917" y="99"/>
                  </a:cubicBezTo>
                  <a:cubicBezTo>
                    <a:pt x="81864" y="99"/>
                    <a:pt x="81811" y="107"/>
                    <a:pt x="81765" y="122"/>
                  </a:cubicBezTo>
                  <a:cubicBezTo>
                    <a:pt x="81742" y="145"/>
                    <a:pt x="81714" y="155"/>
                    <a:pt x="81687" y="155"/>
                  </a:cubicBezTo>
                  <a:cubicBezTo>
                    <a:pt x="81644" y="155"/>
                    <a:pt x="81602" y="129"/>
                    <a:pt x="81583" y="91"/>
                  </a:cubicBezTo>
                  <a:lnTo>
                    <a:pt x="81522" y="31"/>
                  </a:lnTo>
                  <a:lnTo>
                    <a:pt x="81461" y="31"/>
                  </a:lnTo>
                  <a:lnTo>
                    <a:pt x="814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1" name="Google Shape;4181;p51"/>
          <p:cNvGrpSpPr/>
          <p:nvPr/>
        </p:nvGrpSpPr>
        <p:grpSpPr>
          <a:xfrm>
            <a:off x="4496674" y="2624441"/>
            <a:ext cx="397595" cy="394723"/>
            <a:chOff x="7030803" y="563820"/>
            <a:chExt cx="2083830" cy="2068780"/>
          </a:xfrm>
        </p:grpSpPr>
        <p:sp>
          <p:nvSpPr>
            <p:cNvPr id="4182" name="Google Shape;4182;p51"/>
            <p:cNvSpPr/>
            <p:nvPr/>
          </p:nvSpPr>
          <p:spPr>
            <a:xfrm rot="-2554597">
              <a:off x="6873154" y="1435106"/>
              <a:ext cx="2367936" cy="456642"/>
            </a:xfrm>
            <a:custGeom>
              <a:rect b="b" l="l" r="r" t="t"/>
              <a:pathLst>
                <a:path extrusionOk="0" h="18265" w="94714">
                  <a:moveTo>
                    <a:pt x="17417" y="2310"/>
                  </a:moveTo>
                  <a:cubicBezTo>
                    <a:pt x="17448" y="2310"/>
                    <a:pt x="17509" y="2341"/>
                    <a:pt x="17539" y="2371"/>
                  </a:cubicBezTo>
                  <a:cubicBezTo>
                    <a:pt x="17539" y="2401"/>
                    <a:pt x="17509" y="2432"/>
                    <a:pt x="17478" y="2462"/>
                  </a:cubicBezTo>
                  <a:cubicBezTo>
                    <a:pt x="17448" y="2493"/>
                    <a:pt x="17387" y="2493"/>
                    <a:pt x="17357" y="2493"/>
                  </a:cubicBezTo>
                  <a:lnTo>
                    <a:pt x="17144" y="2614"/>
                  </a:lnTo>
                  <a:cubicBezTo>
                    <a:pt x="16992" y="2553"/>
                    <a:pt x="17022" y="2432"/>
                    <a:pt x="17235" y="2371"/>
                  </a:cubicBezTo>
                  <a:lnTo>
                    <a:pt x="17417" y="2310"/>
                  </a:lnTo>
                  <a:close/>
                  <a:moveTo>
                    <a:pt x="12341" y="2736"/>
                  </a:moveTo>
                  <a:cubicBezTo>
                    <a:pt x="12433" y="2736"/>
                    <a:pt x="12402" y="2979"/>
                    <a:pt x="12281" y="3040"/>
                  </a:cubicBezTo>
                  <a:cubicBezTo>
                    <a:pt x="12247" y="3051"/>
                    <a:pt x="12214" y="3058"/>
                    <a:pt x="12185" y="3058"/>
                  </a:cubicBezTo>
                  <a:cubicBezTo>
                    <a:pt x="12135" y="3058"/>
                    <a:pt x="12098" y="3037"/>
                    <a:pt x="12098" y="2979"/>
                  </a:cubicBezTo>
                  <a:cubicBezTo>
                    <a:pt x="12129" y="2888"/>
                    <a:pt x="12220" y="2797"/>
                    <a:pt x="12341" y="2736"/>
                  </a:cubicBezTo>
                  <a:close/>
                  <a:moveTo>
                    <a:pt x="82756" y="2780"/>
                  </a:moveTo>
                  <a:cubicBezTo>
                    <a:pt x="82765" y="2780"/>
                    <a:pt x="82768" y="2786"/>
                    <a:pt x="82768" y="2797"/>
                  </a:cubicBezTo>
                  <a:cubicBezTo>
                    <a:pt x="82738" y="2857"/>
                    <a:pt x="82768" y="2888"/>
                    <a:pt x="82799" y="2888"/>
                  </a:cubicBezTo>
                  <a:cubicBezTo>
                    <a:pt x="82829" y="2888"/>
                    <a:pt x="82890" y="2949"/>
                    <a:pt x="82920" y="2979"/>
                  </a:cubicBezTo>
                  <a:cubicBezTo>
                    <a:pt x="82768" y="3009"/>
                    <a:pt x="82647" y="3040"/>
                    <a:pt x="82525" y="3070"/>
                  </a:cubicBezTo>
                  <a:cubicBezTo>
                    <a:pt x="82495" y="3070"/>
                    <a:pt x="82464" y="3040"/>
                    <a:pt x="82434" y="3009"/>
                  </a:cubicBezTo>
                  <a:cubicBezTo>
                    <a:pt x="82403" y="2979"/>
                    <a:pt x="82434" y="2918"/>
                    <a:pt x="82434" y="2918"/>
                  </a:cubicBezTo>
                  <a:lnTo>
                    <a:pt x="82616" y="2888"/>
                  </a:lnTo>
                  <a:cubicBezTo>
                    <a:pt x="82697" y="2807"/>
                    <a:pt x="82738" y="2780"/>
                    <a:pt x="82756" y="2780"/>
                  </a:cubicBezTo>
                  <a:close/>
                  <a:moveTo>
                    <a:pt x="81639" y="3136"/>
                  </a:moveTo>
                  <a:cubicBezTo>
                    <a:pt x="81674" y="3136"/>
                    <a:pt x="81708" y="3144"/>
                    <a:pt x="81735" y="3161"/>
                  </a:cubicBezTo>
                  <a:cubicBezTo>
                    <a:pt x="81856" y="3192"/>
                    <a:pt x="81886" y="3282"/>
                    <a:pt x="81797" y="3313"/>
                  </a:cubicBezTo>
                  <a:lnTo>
                    <a:pt x="81797" y="3313"/>
                  </a:lnTo>
                  <a:cubicBezTo>
                    <a:pt x="81685" y="3308"/>
                    <a:pt x="81576" y="3278"/>
                    <a:pt x="81492" y="3222"/>
                  </a:cubicBezTo>
                  <a:cubicBezTo>
                    <a:pt x="81470" y="3179"/>
                    <a:pt x="81555" y="3136"/>
                    <a:pt x="81639" y="3136"/>
                  </a:cubicBezTo>
                  <a:close/>
                  <a:moveTo>
                    <a:pt x="8542" y="3526"/>
                  </a:moveTo>
                  <a:lnTo>
                    <a:pt x="8724" y="3617"/>
                  </a:lnTo>
                  <a:cubicBezTo>
                    <a:pt x="8697" y="3671"/>
                    <a:pt x="8653" y="3713"/>
                    <a:pt x="8598" y="3743"/>
                  </a:cubicBezTo>
                  <a:lnTo>
                    <a:pt x="8598" y="3743"/>
                  </a:lnTo>
                  <a:cubicBezTo>
                    <a:pt x="8581" y="3721"/>
                    <a:pt x="8564" y="3700"/>
                    <a:pt x="8542" y="3678"/>
                  </a:cubicBezTo>
                  <a:lnTo>
                    <a:pt x="8451" y="3678"/>
                  </a:lnTo>
                  <a:cubicBezTo>
                    <a:pt x="8420" y="3678"/>
                    <a:pt x="8420" y="3617"/>
                    <a:pt x="8420" y="3556"/>
                  </a:cubicBezTo>
                  <a:cubicBezTo>
                    <a:pt x="8420" y="3526"/>
                    <a:pt x="8512" y="3526"/>
                    <a:pt x="8542" y="3526"/>
                  </a:cubicBezTo>
                  <a:close/>
                  <a:moveTo>
                    <a:pt x="10244" y="3496"/>
                  </a:moveTo>
                  <a:cubicBezTo>
                    <a:pt x="10305" y="3496"/>
                    <a:pt x="10366" y="3526"/>
                    <a:pt x="10335" y="3556"/>
                  </a:cubicBezTo>
                  <a:lnTo>
                    <a:pt x="10335" y="3587"/>
                  </a:lnTo>
                  <a:lnTo>
                    <a:pt x="10335" y="3617"/>
                  </a:lnTo>
                  <a:cubicBezTo>
                    <a:pt x="10314" y="3660"/>
                    <a:pt x="10338" y="3703"/>
                    <a:pt x="10375" y="3703"/>
                  </a:cubicBezTo>
                  <a:cubicBezTo>
                    <a:pt x="10391" y="3703"/>
                    <a:pt x="10409" y="3696"/>
                    <a:pt x="10426" y="3678"/>
                  </a:cubicBezTo>
                  <a:lnTo>
                    <a:pt x="10457" y="3678"/>
                  </a:lnTo>
                  <a:cubicBezTo>
                    <a:pt x="10461" y="3676"/>
                    <a:pt x="10465" y="3675"/>
                    <a:pt x="10470" y="3675"/>
                  </a:cubicBezTo>
                  <a:cubicBezTo>
                    <a:pt x="10537" y="3675"/>
                    <a:pt x="10664" y="3860"/>
                    <a:pt x="10578" y="3860"/>
                  </a:cubicBezTo>
                  <a:lnTo>
                    <a:pt x="10001" y="3860"/>
                  </a:lnTo>
                  <a:cubicBezTo>
                    <a:pt x="10001" y="3769"/>
                    <a:pt x="10031" y="3648"/>
                    <a:pt x="10031" y="3648"/>
                  </a:cubicBezTo>
                  <a:cubicBezTo>
                    <a:pt x="10183" y="3648"/>
                    <a:pt x="10183" y="3556"/>
                    <a:pt x="10244" y="3496"/>
                  </a:cubicBezTo>
                  <a:close/>
                  <a:moveTo>
                    <a:pt x="9506" y="3483"/>
                  </a:moveTo>
                  <a:cubicBezTo>
                    <a:pt x="9527" y="3483"/>
                    <a:pt x="9550" y="3487"/>
                    <a:pt x="9575" y="3496"/>
                  </a:cubicBezTo>
                  <a:cubicBezTo>
                    <a:pt x="9667" y="3526"/>
                    <a:pt x="9758" y="3587"/>
                    <a:pt x="9819" y="3678"/>
                  </a:cubicBezTo>
                  <a:lnTo>
                    <a:pt x="9849" y="3739"/>
                  </a:lnTo>
                  <a:cubicBezTo>
                    <a:pt x="9827" y="3805"/>
                    <a:pt x="9758" y="3855"/>
                    <a:pt x="9675" y="3855"/>
                  </a:cubicBezTo>
                  <a:cubicBezTo>
                    <a:pt x="9643" y="3855"/>
                    <a:pt x="9609" y="3847"/>
                    <a:pt x="9575" y="3830"/>
                  </a:cubicBezTo>
                  <a:lnTo>
                    <a:pt x="9484" y="3830"/>
                  </a:lnTo>
                  <a:cubicBezTo>
                    <a:pt x="9423" y="3830"/>
                    <a:pt x="9363" y="3830"/>
                    <a:pt x="9332" y="3860"/>
                  </a:cubicBezTo>
                  <a:lnTo>
                    <a:pt x="9332" y="3982"/>
                  </a:lnTo>
                  <a:cubicBezTo>
                    <a:pt x="9241" y="3982"/>
                    <a:pt x="9180" y="3891"/>
                    <a:pt x="9180" y="3830"/>
                  </a:cubicBezTo>
                  <a:lnTo>
                    <a:pt x="9211" y="3769"/>
                  </a:lnTo>
                  <a:cubicBezTo>
                    <a:pt x="9211" y="3739"/>
                    <a:pt x="9211" y="3678"/>
                    <a:pt x="9211" y="3678"/>
                  </a:cubicBezTo>
                  <a:cubicBezTo>
                    <a:pt x="9315" y="3626"/>
                    <a:pt x="9375" y="3483"/>
                    <a:pt x="9506" y="3483"/>
                  </a:cubicBezTo>
                  <a:close/>
                  <a:moveTo>
                    <a:pt x="9940" y="4316"/>
                  </a:moveTo>
                  <a:lnTo>
                    <a:pt x="10153" y="4347"/>
                  </a:lnTo>
                  <a:cubicBezTo>
                    <a:pt x="10426" y="4408"/>
                    <a:pt x="10639" y="4468"/>
                    <a:pt x="10639" y="4499"/>
                  </a:cubicBezTo>
                  <a:cubicBezTo>
                    <a:pt x="10639" y="4542"/>
                    <a:pt x="10578" y="4585"/>
                    <a:pt x="10500" y="4585"/>
                  </a:cubicBezTo>
                  <a:cubicBezTo>
                    <a:pt x="10467" y="4585"/>
                    <a:pt x="10432" y="4577"/>
                    <a:pt x="10396" y="4560"/>
                  </a:cubicBezTo>
                  <a:lnTo>
                    <a:pt x="10244" y="4560"/>
                  </a:lnTo>
                  <a:cubicBezTo>
                    <a:pt x="10122" y="4560"/>
                    <a:pt x="10001" y="4529"/>
                    <a:pt x="9879" y="4468"/>
                  </a:cubicBezTo>
                  <a:cubicBezTo>
                    <a:pt x="9849" y="4438"/>
                    <a:pt x="9819" y="4408"/>
                    <a:pt x="9819" y="4377"/>
                  </a:cubicBezTo>
                  <a:cubicBezTo>
                    <a:pt x="9849" y="4347"/>
                    <a:pt x="9879" y="4316"/>
                    <a:pt x="9940" y="4316"/>
                  </a:cubicBezTo>
                  <a:close/>
                  <a:moveTo>
                    <a:pt x="8811" y="4402"/>
                  </a:moveTo>
                  <a:cubicBezTo>
                    <a:pt x="8877" y="4402"/>
                    <a:pt x="8979" y="4488"/>
                    <a:pt x="9059" y="4620"/>
                  </a:cubicBezTo>
                  <a:lnTo>
                    <a:pt x="8755" y="4681"/>
                  </a:lnTo>
                  <a:lnTo>
                    <a:pt x="8663" y="4681"/>
                  </a:lnTo>
                  <a:cubicBezTo>
                    <a:pt x="8649" y="4696"/>
                    <a:pt x="8627" y="4702"/>
                    <a:pt x="8604" y="4702"/>
                  </a:cubicBezTo>
                  <a:cubicBezTo>
                    <a:pt x="8529" y="4702"/>
                    <a:pt x="8435" y="4643"/>
                    <a:pt x="8481" y="4620"/>
                  </a:cubicBezTo>
                  <a:lnTo>
                    <a:pt x="8785" y="4408"/>
                  </a:lnTo>
                  <a:cubicBezTo>
                    <a:pt x="8793" y="4404"/>
                    <a:pt x="8802" y="4402"/>
                    <a:pt x="8811" y="4402"/>
                  </a:cubicBezTo>
                  <a:close/>
                  <a:moveTo>
                    <a:pt x="11133" y="4107"/>
                  </a:moveTo>
                  <a:cubicBezTo>
                    <a:pt x="11149" y="4107"/>
                    <a:pt x="11166" y="4114"/>
                    <a:pt x="11186" y="4134"/>
                  </a:cubicBezTo>
                  <a:cubicBezTo>
                    <a:pt x="11217" y="4164"/>
                    <a:pt x="11247" y="4225"/>
                    <a:pt x="11247" y="4256"/>
                  </a:cubicBezTo>
                  <a:lnTo>
                    <a:pt x="11217" y="4347"/>
                  </a:lnTo>
                  <a:cubicBezTo>
                    <a:pt x="11126" y="4468"/>
                    <a:pt x="11156" y="4560"/>
                    <a:pt x="11247" y="4590"/>
                  </a:cubicBezTo>
                  <a:lnTo>
                    <a:pt x="11278" y="4620"/>
                  </a:lnTo>
                  <a:cubicBezTo>
                    <a:pt x="11338" y="4712"/>
                    <a:pt x="11217" y="4772"/>
                    <a:pt x="11126" y="4803"/>
                  </a:cubicBezTo>
                  <a:cubicBezTo>
                    <a:pt x="11065" y="4803"/>
                    <a:pt x="11004" y="4803"/>
                    <a:pt x="10974" y="4772"/>
                  </a:cubicBezTo>
                  <a:lnTo>
                    <a:pt x="10882" y="4681"/>
                  </a:lnTo>
                  <a:cubicBezTo>
                    <a:pt x="10822" y="4590"/>
                    <a:pt x="10943" y="4438"/>
                    <a:pt x="10882" y="4377"/>
                  </a:cubicBezTo>
                  <a:cubicBezTo>
                    <a:pt x="10852" y="4316"/>
                    <a:pt x="10852" y="4225"/>
                    <a:pt x="10882" y="4134"/>
                  </a:cubicBezTo>
                  <a:lnTo>
                    <a:pt x="11034" y="4134"/>
                  </a:lnTo>
                  <a:cubicBezTo>
                    <a:pt x="11075" y="4134"/>
                    <a:pt x="11102" y="4107"/>
                    <a:pt x="11133" y="4107"/>
                  </a:cubicBezTo>
                  <a:close/>
                  <a:moveTo>
                    <a:pt x="10457" y="4742"/>
                  </a:moveTo>
                  <a:cubicBezTo>
                    <a:pt x="10791" y="4863"/>
                    <a:pt x="10882" y="4985"/>
                    <a:pt x="10639" y="4985"/>
                  </a:cubicBezTo>
                  <a:lnTo>
                    <a:pt x="10396" y="4985"/>
                  </a:lnTo>
                  <a:cubicBezTo>
                    <a:pt x="10366" y="4924"/>
                    <a:pt x="10305" y="4863"/>
                    <a:pt x="10274" y="4863"/>
                  </a:cubicBezTo>
                  <a:lnTo>
                    <a:pt x="10183" y="4863"/>
                  </a:lnTo>
                  <a:cubicBezTo>
                    <a:pt x="10153" y="4863"/>
                    <a:pt x="10153" y="4803"/>
                    <a:pt x="10153" y="4742"/>
                  </a:cubicBezTo>
                  <a:close/>
                  <a:moveTo>
                    <a:pt x="87566" y="6443"/>
                  </a:moveTo>
                  <a:cubicBezTo>
                    <a:pt x="87624" y="6443"/>
                    <a:pt x="87667" y="6472"/>
                    <a:pt x="87688" y="6525"/>
                  </a:cubicBezTo>
                  <a:lnTo>
                    <a:pt x="87688" y="6525"/>
                  </a:lnTo>
                  <a:cubicBezTo>
                    <a:pt x="87653" y="6627"/>
                    <a:pt x="87382" y="6839"/>
                    <a:pt x="87297" y="6839"/>
                  </a:cubicBezTo>
                  <a:cubicBezTo>
                    <a:pt x="87206" y="6809"/>
                    <a:pt x="87176" y="6778"/>
                    <a:pt x="87176" y="6748"/>
                  </a:cubicBezTo>
                  <a:lnTo>
                    <a:pt x="87206" y="6748"/>
                  </a:lnTo>
                  <a:cubicBezTo>
                    <a:pt x="87267" y="6718"/>
                    <a:pt x="87358" y="6687"/>
                    <a:pt x="87419" y="6657"/>
                  </a:cubicBezTo>
                  <a:cubicBezTo>
                    <a:pt x="87449" y="6626"/>
                    <a:pt x="87388" y="6535"/>
                    <a:pt x="87419" y="6505"/>
                  </a:cubicBezTo>
                  <a:lnTo>
                    <a:pt x="87449" y="6474"/>
                  </a:lnTo>
                  <a:cubicBezTo>
                    <a:pt x="87492" y="6453"/>
                    <a:pt x="87531" y="6443"/>
                    <a:pt x="87566" y="6443"/>
                  </a:cubicBezTo>
                  <a:close/>
                  <a:moveTo>
                    <a:pt x="88923" y="7361"/>
                  </a:moveTo>
                  <a:cubicBezTo>
                    <a:pt x="88961" y="7361"/>
                    <a:pt x="88990" y="7369"/>
                    <a:pt x="88999" y="7386"/>
                  </a:cubicBezTo>
                  <a:cubicBezTo>
                    <a:pt x="89060" y="7508"/>
                    <a:pt x="89091" y="7629"/>
                    <a:pt x="89091" y="7721"/>
                  </a:cubicBezTo>
                  <a:cubicBezTo>
                    <a:pt x="89091" y="7758"/>
                    <a:pt x="89067" y="7784"/>
                    <a:pt x="89021" y="7784"/>
                  </a:cubicBezTo>
                  <a:cubicBezTo>
                    <a:pt x="88992" y="7784"/>
                    <a:pt x="88955" y="7774"/>
                    <a:pt x="88908" y="7751"/>
                  </a:cubicBezTo>
                  <a:lnTo>
                    <a:pt x="88847" y="7751"/>
                  </a:lnTo>
                  <a:cubicBezTo>
                    <a:pt x="88787" y="7751"/>
                    <a:pt x="88695" y="7812"/>
                    <a:pt x="88635" y="7812"/>
                  </a:cubicBezTo>
                  <a:lnTo>
                    <a:pt x="88331" y="7842"/>
                  </a:lnTo>
                  <a:cubicBezTo>
                    <a:pt x="88386" y="7676"/>
                    <a:pt x="88442" y="7534"/>
                    <a:pt x="88474" y="7534"/>
                  </a:cubicBezTo>
                  <a:cubicBezTo>
                    <a:pt x="88477" y="7534"/>
                    <a:pt x="88480" y="7536"/>
                    <a:pt x="88483" y="7538"/>
                  </a:cubicBezTo>
                  <a:cubicBezTo>
                    <a:pt x="88488" y="7544"/>
                    <a:pt x="88498" y="7546"/>
                    <a:pt x="88510" y="7546"/>
                  </a:cubicBezTo>
                  <a:cubicBezTo>
                    <a:pt x="88565" y="7546"/>
                    <a:pt x="88671" y="7497"/>
                    <a:pt x="88695" y="7447"/>
                  </a:cubicBezTo>
                  <a:cubicBezTo>
                    <a:pt x="88695" y="7404"/>
                    <a:pt x="88832" y="7361"/>
                    <a:pt x="88923" y="7361"/>
                  </a:cubicBezTo>
                  <a:close/>
                  <a:moveTo>
                    <a:pt x="7782" y="7082"/>
                  </a:moveTo>
                  <a:cubicBezTo>
                    <a:pt x="7904" y="7082"/>
                    <a:pt x="8025" y="7113"/>
                    <a:pt x="8147" y="7143"/>
                  </a:cubicBezTo>
                  <a:lnTo>
                    <a:pt x="7995" y="7143"/>
                  </a:lnTo>
                  <a:lnTo>
                    <a:pt x="7934" y="7174"/>
                  </a:lnTo>
                  <a:lnTo>
                    <a:pt x="7600" y="7295"/>
                  </a:lnTo>
                  <a:cubicBezTo>
                    <a:pt x="7569" y="7569"/>
                    <a:pt x="7752" y="7721"/>
                    <a:pt x="7812" y="7721"/>
                  </a:cubicBezTo>
                  <a:cubicBezTo>
                    <a:pt x="7838" y="7708"/>
                    <a:pt x="7863" y="7701"/>
                    <a:pt x="7886" y="7701"/>
                  </a:cubicBezTo>
                  <a:cubicBezTo>
                    <a:pt x="7918" y="7701"/>
                    <a:pt x="7947" y="7715"/>
                    <a:pt x="7964" y="7751"/>
                  </a:cubicBezTo>
                  <a:lnTo>
                    <a:pt x="7904" y="7873"/>
                  </a:lnTo>
                  <a:cubicBezTo>
                    <a:pt x="7851" y="7926"/>
                    <a:pt x="7777" y="7958"/>
                    <a:pt x="7701" y="7958"/>
                  </a:cubicBezTo>
                  <a:cubicBezTo>
                    <a:pt x="7646" y="7958"/>
                    <a:pt x="7590" y="7941"/>
                    <a:pt x="7539" y="7903"/>
                  </a:cubicBezTo>
                  <a:lnTo>
                    <a:pt x="7448" y="7842"/>
                  </a:lnTo>
                  <a:cubicBezTo>
                    <a:pt x="7387" y="7781"/>
                    <a:pt x="7326" y="7721"/>
                    <a:pt x="7265" y="7690"/>
                  </a:cubicBezTo>
                  <a:cubicBezTo>
                    <a:pt x="7174" y="7599"/>
                    <a:pt x="7448" y="7569"/>
                    <a:pt x="7296" y="7478"/>
                  </a:cubicBezTo>
                  <a:cubicBezTo>
                    <a:pt x="7296" y="7447"/>
                    <a:pt x="7326" y="7417"/>
                    <a:pt x="7326" y="7417"/>
                  </a:cubicBezTo>
                  <a:lnTo>
                    <a:pt x="7539" y="7295"/>
                  </a:lnTo>
                  <a:cubicBezTo>
                    <a:pt x="7539" y="7174"/>
                    <a:pt x="7660" y="7113"/>
                    <a:pt x="7782" y="7082"/>
                  </a:cubicBezTo>
                  <a:close/>
                  <a:moveTo>
                    <a:pt x="2645" y="9058"/>
                  </a:moveTo>
                  <a:lnTo>
                    <a:pt x="2645" y="9058"/>
                  </a:lnTo>
                  <a:cubicBezTo>
                    <a:pt x="2676" y="9088"/>
                    <a:pt x="2676" y="9119"/>
                    <a:pt x="2615" y="9149"/>
                  </a:cubicBezTo>
                  <a:lnTo>
                    <a:pt x="2645" y="9210"/>
                  </a:lnTo>
                  <a:lnTo>
                    <a:pt x="2676" y="9332"/>
                  </a:lnTo>
                  <a:cubicBezTo>
                    <a:pt x="2635" y="9352"/>
                    <a:pt x="2578" y="9359"/>
                    <a:pt x="2516" y="9359"/>
                  </a:cubicBezTo>
                  <a:cubicBezTo>
                    <a:pt x="2392" y="9359"/>
                    <a:pt x="2250" y="9332"/>
                    <a:pt x="2189" y="9332"/>
                  </a:cubicBezTo>
                  <a:cubicBezTo>
                    <a:pt x="2098" y="9332"/>
                    <a:pt x="2007" y="9301"/>
                    <a:pt x="1946" y="9240"/>
                  </a:cubicBezTo>
                  <a:lnTo>
                    <a:pt x="1946" y="9180"/>
                  </a:lnTo>
                  <a:cubicBezTo>
                    <a:pt x="1976" y="9149"/>
                    <a:pt x="2037" y="9149"/>
                    <a:pt x="2068" y="9149"/>
                  </a:cubicBezTo>
                  <a:cubicBezTo>
                    <a:pt x="2159" y="9180"/>
                    <a:pt x="2280" y="9210"/>
                    <a:pt x="2372" y="9210"/>
                  </a:cubicBezTo>
                  <a:cubicBezTo>
                    <a:pt x="2493" y="9180"/>
                    <a:pt x="2584" y="9149"/>
                    <a:pt x="2645" y="9058"/>
                  </a:cubicBezTo>
                  <a:close/>
                  <a:moveTo>
                    <a:pt x="1500" y="8832"/>
                  </a:moveTo>
                  <a:cubicBezTo>
                    <a:pt x="1536" y="8832"/>
                    <a:pt x="1669" y="8973"/>
                    <a:pt x="1824" y="9180"/>
                  </a:cubicBezTo>
                  <a:lnTo>
                    <a:pt x="1794" y="9332"/>
                  </a:lnTo>
                  <a:cubicBezTo>
                    <a:pt x="1794" y="9362"/>
                    <a:pt x="1764" y="9392"/>
                    <a:pt x="1703" y="9423"/>
                  </a:cubicBezTo>
                  <a:cubicBezTo>
                    <a:pt x="1672" y="9423"/>
                    <a:pt x="1612" y="9392"/>
                    <a:pt x="1612" y="9362"/>
                  </a:cubicBezTo>
                  <a:lnTo>
                    <a:pt x="1581" y="9240"/>
                  </a:lnTo>
                  <a:cubicBezTo>
                    <a:pt x="1520" y="9119"/>
                    <a:pt x="1520" y="8967"/>
                    <a:pt x="1490" y="8845"/>
                  </a:cubicBezTo>
                  <a:cubicBezTo>
                    <a:pt x="1490" y="8836"/>
                    <a:pt x="1493" y="8832"/>
                    <a:pt x="1500" y="8832"/>
                  </a:cubicBezTo>
                  <a:close/>
                  <a:moveTo>
                    <a:pt x="91188" y="10000"/>
                  </a:moveTo>
                  <a:cubicBezTo>
                    <a:pt x="91300" y="10000"/>
                    <a:pt x="91542" y="10156"/>
                    <a:pt x="91578" y="10156"/>
                  </a:cubicBezTo>
                  <a:cubicBezTo>
                    <a:pt x="91581" y="10156"/>
                    <a:pt x="91583" y="10155"/>
                    <a:pt x="91583" y="10152"/>
                  </a:cubicBezTo>
                  <a:cubicBezTo>
                    <a:pt x="91583" y="10150"/>
                    <a:pt x="91583" y="10149"/>
                    <a:pt x="91583" y="10149"/>
                  </a:cubicBezTo>
                  <a:lnTo>
                    <a:pt x="91583" y="10149"/>
                  </a:lnTo>
                  <a:cubicBezTo>
                    <a:pt x="91587" y="10149"/>
                    <a:pt x="91611" y="10307"/>
                    <a:pt x="91583" y="10335"/>
                  </a:cubicBezTo>
                  <a:cubicBezTo>
                    <a:pt x="91575" y="10343"/>
                    <a:pt x="91562" y="10347"/>
                    <a:pt x="91547" y="10347"/>
                  </a:cubicBezTo>
                  <a:cubicBezTo>
                    <a:pt x="91450" y="10347"/>
                    <a:pt x="91236" y="10201"/>
                    <a:pt x="91157" y="10122"/>
                  </a:cubicBezTo>
                  <a:cubicBezTo>
                    <a:pt x="91036" y="10031"/>
                    <a:pt x="91066" y="10000"/>
                    <a:pt x="91188" y="10000"/>
                  </a:cubicBezTo>
                  <a:close/>
                  <a:moveTo>
                    <a:pt x="943" y="10152"/>
                  </a:moveTo>
                  <a:lnTo>
                    <a:pt x="1004" y="10183"/>
                  </a:lnTo>
                  <a:lnTo>
                    <a:pt x="1095" y="10213"/>
                  </a:lnTo>
                  <a:cubicBezTo>
                    <a:pt x="1217" y="10213"/>
                    <a:pt x="1156" y="10395"/>
                    <a:pt x="1095" y="10456"/>
                  </a:cubicBezTo>
                  <a:cubicBezTo>
                    <a:pt x="1073" y="10478"/>
                    <a:pt x="1044" y="10488"/>
                    <a:pt x="1013" y="10488"/>
                  </a:cubicBezTo>
                  <a:cubicBezTo>
                    <a:pt x="956" y="10488"/>
                    <a:pt x="891" y="10454"/>
                    <a:pt x="852" y="10395"/>
                  </a:cubicBezTo>
                  <a:lnTo>
                    <a:pt x="791" y="10335"/>
                  </a:lnTo>
                  <a:lnTo>
                    <a:pt x="730" y="10274"/>
                  </a:lnTo>
                  <a:cubicBezTo>
                    <a:pt x="791" y="10213"/>
                    <a:pt x="852" y="10152"/>
                    <a:pt x="943" y="10152"/>
                  </a:cubicBezTo>
                  <a:close/>
                  <a:moveTo>
                    <a:pt x="92675" y="10283"/>
                  </a:moveTo>
                  <a:cubicBezTo>
                    <a:pt x="92754" y="10283"/>
                    <a:pt x="92897" y="10311"/>
                    <a:pt x="92986" y="10311"/>
                  </a:cubicBezTo>
                  <a:cubicBezTo>
                    <a:pt x="93009" y="10311"/>
                    <a:pt x="93028" y="10309"/>
                    <a:pt x="93042" y="10304"/>
                  </a:cubicBezTo>
                  <a:cubicBezTo>
                    <a:pt x="93164" y="10304"/>
                    <a:pt x="93224" y="10365"/>
                    <a:pt x="93164" y="10487"/>
                  </a:cubicBezTo>
                  <a:lnTo>
                    <a:pt x="93072" y="10578"/>
                  </a:lnTo>
                  <a:lnTo>
                    <a:pt x="93042" y="10608"/>
                  </a:lnTo>
                  <a:cubicBezTo>
                    <a:pt x="92951" y="10608"/>
                    <a:pt x="92799" y="10578"/>
                    <a:pt x="92768" y="10578"/>
                  </a:cubicBezTo>
                  <a:cubicBezTo>
                    <a:pt x="92708" y="10578"/>
                    <a:pt x="92616" y="10395"/>
                    <a:pt x="92616" y="10304"/>
                  </a:cubicBezTo>
                  <a:cubicBezTo>
                    <a:pt x="92616" y="10288"/>
                    <a:pt x="92639" y="10283"/>
                    <a:pt x="92675" y="10283"/>
                  </a:cubicBezTo>
                  <a:close/>
                  <a:moveTo>
                    <a:pt x="90922" y="10292"/>
                  </a:moveTo>
                  <a:cubicBezTo>
                    <a:pt x="90939" y="10292"/>
                    <a:pt x="90957" y="10295"/>
                    <a:pt x="90975" y="10304"/>
                  </a:cubicBezTo>
                  <a:lnTo>
                    <a:pt x="91036" y="10304"/>
                  </a:lnTo>
                  <a:cubicBezTo>
                    <a:pt x="91157" y="10365"/>
                    <a:pt x="91188" y="10517"/>
                    <a:pt x="91370" y="10517"/>
                  </a:cubicBezTo>
                  <a:lnTo>
                    <a:pt x="91522" y="10517"/>
                  </a:lnTo>
                  <a:cubicBezTo>
                    <a:pt x="91522" y="10639"/>
                    <a:pt x="91340" y="10791"/>
                    <a:pt x="91127" y="10882"/>
                  </a:cubicBezTo>
                  <a:lnTo>
                    <a:pt x="91005" y="10699"/>
                  </a:lnTo>
                  <a:cubicBezTo>
                    <a:pt x="91066" y="10669"/>
                    <a:pt x="91005" y="10578"/>
                    <a:pt x="90884" y="10517"/>
                  </a:cubicBezTo>
                  <a:lnTo>
                    <a:pt x="90853" y="10547"/>
                  </a:lnTo>
                  <a:lnTo>
                    <a:pt x="90701" y="10669"/>
                  </a:lnTo>
                  <a:cubicBezTo>
                    <a:pt x="90671" y="10547"/>
                    <a:pt x="90762" y="10365"/>
                    <a:pt x="90793" y="10335"/>
                  </a:cubicBezTo>
                  <a:cubicBezTo>
                    <a:pt x="90836" y="10313"/>
                    <a:pt x="90879" y="10292"/>
                    <a:pt x="90922" y="10292"/>
                  </a:cubicBezTo>
                  <a:close/>
                  <a:moveTo>
                    <a:pt x="92738" y="10760"/>
                  </a:moveTo>
                  <a:cubicBezTo>
                    <a:pt x="92799" y="10821"/>
                    <a:pt x="92829" y="10882"/>
                    <a:pt x="92860" y="10943"/>
                  </a:cubicBezTo>
                  <a:lnTo>
                    <a:pt x="92951" y="11003"/>
                  </a:lnTo>
                  <a:lnTo>
                    <a:pt x="93042" y="11095"/>
                  </a:lnTo>
                  <a:cubicBezTo>
                    <a:pt x="92996" y="11125"/>
                    <a:pt x="92943" y="11140"/>
                    <a:pt x="92890" y="11140"/>
                  </a:cubicBezTo>
                  <a:cubicBezTo>
                    <a:pt x="92837" y="11140"/>
                    <a:pt x="92784" y="11125"/>
                    <a:pt x="92738" y="11095"/>
                  </a:cubicBezTo>
                  <a:cubicBezTo>
                    <a:pt x="92677" y="11064"/>
                    <a:pt x="92556" y="10851"/>
                    <a:pt x="92586" y="10821"/>
                  </a:cubicBezTo>
                  <a:cubicBezTo>
                    <a:pt x="92616" y="10791"/>
                    <a:pt x="92677" y="10760"/>
                    <a:pt x="92738" y="10760"/>
                  </a:cubicBezTo>
                  <a:close/>
                  <a:moveTo>
                    <a:pt x="15941" y="11394"/>
                  </a:moveTo>
                  <a:cubicBezTo>
                    <a:pt x="15949" y="11394"/>
                    <a:pt x="15955" y="11395"/>
                    <a:pt x="15958" y="11399"/>
                  </a:cubicBezTo>
                  <a:cubicBezTo>
                    <a:pt x="15989" y="11459"/>
                    <a:pt x="15989" y="11520"/>
                    <a:pt x="16019" y="11611"/>
                  </a:cubicBezTo>
                  <a:lnTo>
                    <a:pt x="15898" y="11581"/>
                  </a:lnTo>
                  <a:lnTo>
                    <a:pt x="15685" y="11551"/>
                  </a:lnTo>
                  <a:cubicBezTo>
                    <a:pt x="15667" y="11639"/>
                    <a:pt x="15649" y="11686"/>
                    <a:pt x="15644" y="11686"/>
                  </a:cubicBezTo>
                  <a:cubicBezTo>
                    <a:pt x="15640" y="11686"/>
                    <a:pt x="15642" y="11662"/>
                    <a:pt x="15654" y="11611"/>
                  </a:cubicBezTo>
                  <a:cubicBezTo>
                    <a:pt x="15654" y="11503"/>
                    <a:pt x="15873" y="11394"/>
                    <a:pt x="15941" y="11394"/>
                  </a:cubicBezTo>
                  <a:close/>
                  <a:moveTo>
                    <a:pt x="14560" y="11338"/>
                  </a:moveTo>
                  <a:cubicBezTo>
                    <a:pt x="14712" y="11399"/>
                    <a:pt x="14834" y="11490"/>
                    <a:pt x="14955" y="11611"/>
                  </a:cubicBezTo>
                  <a:cubicBezTo>
                    <a:pt x="15001" y="11656"/>
                    <a:pt x="14861" y="11735"/>
                    <a:pt x="14761" y="11735"/>
                  </a:cubicBezTo>
                  <a:cubicBezTo>
                    <a:pt x="14727" y="11735"/>
                    <a:pt x="14697" y="11726"/>
                    <a:pt x="14682" y="11702"/>
                  </a:cubicBezTo>
                  <a:cubicBezTo>
                    <a:pt x="14627" y="11675"/>
                    <a:pt x="14573" y="11660"/>
                    <a:pt x="14521" y="11660"/>
                  </a:cubicBezTo>
                  <a:cubicBezTo>
                    <a:pt x="14457" y="11660"/>
                    <a:pt x="14398" y="11683"/>
                    <a:pt x="14347" y="11733"/>
                  </a:cubicBezTo>
                  <a:lnTo>
                    <a:pt x="14287" y="11733"/>
                  </a:lnTo>
                  <a:lnTo>
                    <a:pt x="14135" y="11702"/>
                  </a:lnTo>
                  <a:cubicBezTo>
                    <a:pt x="14152" y="11614"/>
                    <a:pt x="14211" y="11567"/>
                    <a:pt x="14294" y="11567"/>
                  </a:cubicBezTo>
                  <a:cubicBezTo>
                    <a:pt x="14352" y="11567"/>
                    <a:pt x="14423" y="11591"/>
                    <a:pt x="14499" y="11642"/>
                  </a:cubicBezTo>
                  <a:lnTo>
                    <a:pt x="14560" y="11338"/>
                  </a:lnTo>
                  <a:close/>
                  <a:moveTo>
                    <a:pt x="12620" y="11409"/>
                  </a:moveTo>
                  <a:cubicBezTo>
                    <a:pt x="12634" y="11409"/>
                    <a:pt x="12652" y="11415"/>
                    <a:pt x="12676" y="11429"/>
                  </a:cubicBezTo>
                  <a:lnTo>
                    <a:pt x="12828" y="11429"/>
                  </a:lnTo>
                  <a:cubicBezTo>
                    <a:pt x="12949" y="11429"/>
                    <a:pt x="12888" y="11611"/>
                    <a:pt x="12828" y="11702"/>
                  </a:cubicBezTo>
                  <a:cubicBezTo>
                    <a:pt x="12814" y="11730"/>
                    <a:pt x="12788" y="11745"/>
                    <a:pt x="12758" y="11745"/>
                  </a:cubicBezTo>
                  <a:cubicBezTo>
                    <a:pt x="12721" y="11745"/>
                    <a:pt x="12679" y="11722"/>
                    <a:pt x="12645" y="11672"/>
                  </a:cubicBezTo>
                  <a:cubicBezTo>
                    <a:pt x="12594" y="11595"/>
                    <a:pt x="12542" y="11409"/>
                    <a:pt x="12620" y="11409"/>
                  </a:cubicBezTo>
                  <a:close/>
                  <a:moveTo>
                    <a:pt x="16718" y="11429"/>
                  </a:moveTo>
                  <a:cubicBezTo>
                    <a:pt x="16779" y="11429"/>
                    <a:pt x="16840" y="11429"/>
                    <a:pt x="16901" y="11459"/>
                  </a:cubicBezTo>
                  <a:lnTo>
                    <a:pt x="16931" y="11490"/>
                  </a:lnTo>
                  <a:cubicBezTo>
                    <a:pt x="16901" y="11611"/>
                    <a:pt x="16810" y="11702"/>
                    <a:pt x="16749" y="11763"/>
                  </a:cubicBezTo>
                  <a:lnTo>
                    <a:pt x="16627" y="11854"/>
                  </a:lnTo>
                  <a:cubicBezTo>
                    <a:pt x="16597" y="11854"/>
                    <a:pt x="16536" y="11824"/>
                    <a:pt x="16506" y="11794"/>
                  </a:cubicBezTo>
                  <a:cubicBezTo>
                    <a:pt x="16506" y="11763"/>
                    <a:pt x="16506" y="11733"/>
                    <a:pt x="16536" y="11702"/>
                  </a:cubicBezTo>
                  <a:lnTo>
                    <a:pt x="16597" y="11672"/>
                  </a:lnTo>
                  <a:cubicBezTo>
                    <a:pt x="16658" y="11642"/>
                    <a:pt x="16627" y="11551"/>
                    <a:pt x="16536" y="11459"/>
                  </a:cubicBezTo>
                  <a:lnTo>
                    <a:pt x="16718" y="11429"/>
                  </a:lnTo>
                  <a:close/>
                  <a:moveTo>
                    <a:pt x="17368" y="11579"/>
                  </a:moveTo>
                  <a:cubicBezTo>
                    <a:pt x="17374" y="11579"/>
                    <a:pt x="17381" y="11579"/>
                    <a:pt x="17387" y="11581"/>
                  </a:cubicBezTo>
                  <a:lnTo>
                    <a:pt x="17387" y="11611"/>
                  </a:lnTo>
                  <a:lnTo>
                    <a:pt x="17387" y="11733"/>
                  </a:lnTo>
                  <a:cubicBezTo>
                    <a:pt x="17342" y="11846"/>
                    <a:pt x="17263" y="11908"/>
                    <a:pt x="17201" y="11908"/>
                  </a:cubicBezTo>
                  <a:cubicBezTo>
                    <a:pt x="17179" y="11908"/>
                    <a:pt x="17160" y="11901"/>
                    <a:pt x="17144" y="11885"/>
                  </a:cubicBezTo>
                  <a:cubicBezTo>
                    <a:pt x="17086" y="11827"/>
                    <a:pt x="17247" y="11579"/>
                    <a:pt x="17368" y="11579"/>
                  </a:cubicBezTo>
                  <a:close/>
                  <a:moveTo>
                    <a:pt x="7404" y="11705"/>
                  </a:moveTo>
                  <a:cubicBezTo>
                    <a:pt x="7427" y="11705"/>
                    <a:pt x="7452" y="11713"/>
                    <a:pt x="7478" y="11733"/>
                  </a:cubicBezTo>
                  <a:lnTo>
                    <a:pt x="7569" y="11794"/>
                  </a:lnTo>
                  <a:lnTo>
                    <a:pt x="7600" y="11824"/>
                  </a:lnTo>
                  <a:cubicBezTo>
                    <a:pt x="7630" y="11854"/>
                    <a:pt x="7630" y="11915"/>
                    <a:pt x="7569" y="11946"/>
                  </a:cubicBezTo>
                  <a:lnTo>
                    <a:pt x="7448" y="11946"/>
                  </a:lnTo>
                  <a:cubicBezTo>
                    <a:pt x="7415" y="11954"/>
                    <a:pt x="7387" y="11958"/>
                    <a:pt x="7363" y="11958"/>
                  </a:cubicBezTo>
                  <a:cubicBezTo>
                    <a:pt x="7298" y="11958"/>
                    <a:pt x="7265" y="11929"/>
                    <a:pt x="7265" y="11885"/>
                  </a:cubicBezTo>
                  <a:cubicBezTo>
                    <a:pt x="7265" y="11813"/>
                    <a:pt x="7321" y="11705"/>
                    <a:pt x="7404" y="11705"/>
                  </a:cubicBezTo>
                  <a:close/>
                  <a:moveTo>
                    <a:pt x="6931" y="11247"/>
                  </a:moveTo>
                  <a:lnTo>
                    <a:pt x="7022" y="11277"/>
                  </a:lnTo>
                  <a:lnTo>
                    <a:pt x="7053" y="11307"/>
                  </a:lnTo>
                  <a:cubicBezTo>
                    <a:pt x="7083" y="11459"/>
                    <a:pt x="7113" y="11581"/>
                    <a:pt x="7083" y="11733"/>
                  </a:cubicBezTo>
                  <a:cubicBezTo>
                    <a:pt x="7022" y="11854"/>
                    <a:pt x="6961" y="11946"/>
                    <a:pt x="6870" y="12037"/>
                  </a:cubicBezTo>
                  <a:cubicBezTo>
                    <a:pt x="6840" y="12067"/>
                    <a:pt x="6809" y="12067"/>
                    <a:pt x="6749" y="12098"/>
                  </a:cubicBezTo>
                  <a:cubicBezTo>
                    <a:pt x="6749" y="12067"/>
                    <a:pt x="6779" y="12037"/>
                    <a:pt x="6809" y="11976"/>
                  </a:cubicBezTo>
                  <a:cubicBezTo>
                    <a:pt x="6809" y="11824"/>
                    <a:pt x="6809" y="11702"/>
                    <a:pt x="6809" y="11581"/>
                  </a:cubicBezTo>
                  <a:lnTo>
                    <a:pt x="6779" y="11520"/>
                  </a:lnTo>
                  <a:lnTo>
                    <a:pt x="6779" y="11459"/>
                  </a:lnTo>
                  <a:cubicBezTo>
                    <a:pt x="6809" y="11368"/>
                    <a:pt x="6870" y="11307"/>
                    <a:pt x="6931" y="11247"/>
                  </a:cubicBezTo>
                  <a:close/>
                  <a:moveTo>
                    <a:pt x="75134" y="11942"/>
                  </a:moveTo>
                  <a:cubicBezTo>
                    <a:pt x="75225" y="11942"/>
                    <a:pt x="75349" y="12073"/>
                    <a:pt x="75321" y="12128"/>
                  </a:cubicBezTo>
                  <a:cubicBezTo>
                    <a:pt x="75312" y="12156"/>
                    <a:pt x="75289" y="12167"/>
                    <a:pt x="75259" y="12167"/>
                  </a:cubicBezTo>
                  <a:cubicBezTo>
                    <a:pt x="75191" y="12167"/>
                    <a:pt x="75090" y="12110"/>
                    <a:pt x="75048" y="12067"/>
                  </a:cubicBezTo>
                  <a:cubicBezTo>
                    <a:pt x="74987" y="12037"/>
                    <a:pt x="75017" y="11946"/>
                    <a:pt x="75078" y="11946"/>
                  </a:cubicBezTo>
                  <a:lnTo>
                    <a:pt x="75108" y="11946"/>
                  </a:lnTo>
                  <a:cubicBezTo>
                    <a:pt x="75117" y="11943"/>
                    <a:pt x="75125" y="11942"/>
                    <a:pt x="75134" y="11942"/>
                  </a:cubicBezTo>
                  <a:close/>
                  <a:moveTo>
                    <a:pt x="68938" y="12006"/>
                  </a:moveTo>
                  <a:cubicBezTo>
                    <a:pt x="69029" y="12006"/>
                    <a:pt x="69121" y="12067"/>
                    <a:pt x="69181" y="12128"/>
                  </a:cubicBezTo>
                  <a:lnTo>
                    <a:pt x="69090" y="12189"/>
                  </a:lnTo>
                  <a:lnTo>
                    <a:pt x="68938" y="12280"/>
                  </a:lnTo>
                  <a:cubicBezTo>
                    <a:pt x="68999" y="12310"/>
                    <a:pt x="68969" y="12432"/>
                    <a:pt x="68908" y="12462"/>
                  </a:cubicBezTo>
                  <a:lnTo>
                    <a:pt x="68847" y="12493"/>
                  </a:lnTo>
                  <a:lnTo>
                    <a:pt x="68786" y="12493"/>
                  </a:lnTo>
                  <a:cubicBezTo>
                    <a:pt x="68725" y="12493"/>
                    <a:pt x="68695" y="12462"/>
                    <a:pt x="68665" y="12402"/>
                  </a:cubicBezTo>
                  <a:lnTo>
                    <a:pt x="68665" y="12280"/>
                  </a:lnTo>
                  <a:lnTo>
                    <a:pt x="68665" y="12250"/>
                  </a:lnTo>
                  <a:cubicBezTo>
                    <a:pt x="68634" y="12128"/>
                    <a:pt x="68725" y="12006"/>
                    <a:pt x="68847" y="12006"/>
                  </a:cubicBezTo>
                  <a:close/>
                  <a:moveTo>
                    <a:pt x="69637" y="12189"/>
                  </a:moveTo>
                  <a:lnTo>
                    <a:pt x="69820" y="12280"/>
                  </a:lnTo>
                  <a:cubicBezTo>
                    <a:pt x="69880" y="12310"/>
                    <a:pt x="69880" y="12402"/>
                    <a:pt x="69820" y="12432"/>
                  </a:cubicBezTo>
                  <a:cubicBezTo>
                    <a:pt x="69728" y="12462"/>
                    <a:pt x="69637" y="12493"/>
                    <a:pt x="69546" y="12523"/>
                  </a:cubicBezTo>
                  <a:lnTo>
                    <a:pt x="69485" y="12523"/>
                  </a:lnTo>
                  <a:cubicBezTo>
                    <a:pt x="69394" y="12523"/>
                    <a:pt x="69364" y="12493"/>
                    <a:pt x="69364" y="12462"/>
                  </a:cubicBezTo>
                  <a:cubicBezTo>
                    <a:pt x="69394" y="12432"/>
                    <a:pt x="69546" y="12280"/>
                    <a:pt x="69637" y="12189"/>
                  </a:cubicBezTo>
                  <a:close/>
                  <a:moveTo>
                    <a:pt x="87328" y="12037"/>
                  </a:moveTo>
                  <a:lnTo>
                    <a:pt x="87480" y="12158"/>
                  </a:lnTo>
                  <a:lnTo>
                    <a:pt x="87510" y="12189"/>
                  </a:lnTo>
                  <a:cubicBezTo>
                    <a:pt x="87540" y="12181"/>
                    <a:pt x="87571" y="12177"/>
                    <a:pt x="87600" y="12177"/>
                  </a:cubicBezTo>
                  <a:cubicBezTo>
                    <a:pt x="87689" y="12177"/>
                    <a:pt x="87768" y="12212"/>
                    <a:pt x="87814" y="12280"/>
                  </a:cubicBezTo>
                  <a:lnTo>
                    <a:pt x="87814" y="12371"/>
                  </a:lnTo>
                  <a:cubicBezTo>
                    <a:pt x="87844" y="12371"/>
                    <a:pt x="87844" y="12432"/>
                    <a:pt x="87875" y="12432"/>
                  </a:cubicBezTo>
                  <a:lnTo>
                    <a:pt x="87966" y="12462"/>
                  </a:lnTo>
                  <a:cubicBezTo>
                    <a:pt x="88027" y="12493"/>
                    <a:pt x="88087" y="12554"/>
                    <a:pt x="88027" y="12584"/>
                  </a:cubicBezTo>
                  <a:lnTo>
                    <a:pt x="87905" y="12554"/>
                  </a:lnTo>
                  <a:cubicBezTo>
                    <a:pt x="87783" y="12554"/>
                    <a:pt x="87662" y="12554"/>
                    <a:pt x="87540" y="12523"/>
                  </a:cubicBezTo>
                  <a:cubicBezTo>
                    <a:pt x="87480" y="12493"/>
                    <a:pt x="87540" y="12402"/>
                    <a:pt x="87601" y="12341"/>
                  </a:cubicBezTo>
                  <a:cubicBezTo>
                    <a:pt x="87632" y="12310"/>
                    <a:pt x="87449" y="12250"/>
                    <a:pt x="87388" y="12250"/>
                  </a:cubicBezTo>
                  <a:cubicBezTo>
                    <a:pt x="87297" y="12250"/>
                    <a:pt x="87267" y="12158"/>
                    <a:pt x="87328" y="12037"/>
                  </a:cubicBezTo>
                  <a:close/>
                  <a:moveTo>
                    <a:pt x="79941" y="12265"/>
                  </a:moveTo>
                  <a:cubicBezTo>
                    <a:pt x="79987" y="12265"/>
                    <a:pt x="80033" y="12280"/>
                    <a:pt x="80063" y="12341"/>
                  </a:cubicBezTo>
                  <a:cubicBezTo>
                    <a:pt x="80124" y="12432"/>
                    <a:pt x="80185" y="12462"/>
                    <a:pt x="80276" y="12493"/>
                  </a:cubicBezTo>
                  <a:lnTo>
                    <a:pt x="80428" y="12554"/>
                  </a:lnTo>
                  <a:cubicBezTo>
                    <a:pt x="80428" y="12590"/>
                    <a:pt x="80395" y="12607"/>
                    <a:pt x="80340" y="12607"/>
                  </a:cubicBezTo>
                  <a:cubicBezTo>
                    <a:pt x="80255" y="12607"/>
                    <a:pt x="80119" y="12566"/>
                    <a:pt x="79972" y="12493"/>
                  </a:cubicBezTo>
                  <a:lnTo>
                    <a:pt x="79759" y="12402"/>
                  </a:lnTo>
                  <a:cubicBezTo>
                    <a:pt x="79729" y="12371"/>
                    <a:pt x="79820" y="12280"/>
                    <a:pt x="79820" y="12280"/>
                  </a:cubicBezTo>
                  <a:cubicBezTo>
                    <a:pt x="79850" y="12280"/>
                    <a:pt x="79896" y="12265"/>
                    <a:pt x="79941" y="12265"/>
                  </a:cubicBezTo>
                  <a:close/>
                  <a:moveTo>
                    <a:pt x="88387" y="12028"/>
                  </a:moveTo>
                  <a:cubicBezTo>
                    <a:pt x="88484" y="12028"/>
                    <a:pt x="88659" y="12067"/>
                    <a:pt x="88756" y="12067"/>
                  </a:cubicBezTo>
                  <a:cubicBezTo>
                    <a:pt x="88847" y="12067"/>
                    <a:pt x="89030" y="12432"/>
                    <a:pt x="88939" y="12523"/>
                  </a:cubicBezTo>
                  <a:cubicBezTo>
                    <a:pt x="88817" y="12614"/>
                    <a:pt x="88574" y="12584"/>
                    <a:pt x="88513" y="12645"/>
                  </a:cubicBezTo>
                  <a:cubicBezTo>
                    <a:pt x="88508" y="12647"/>
                    <a:pt x="88503" y="12647"/>
                    <a:pt x="88498" y="12647"/>
                  </a:cubicBezTo>
                  <a:cubicBezTo>
                    <a:pt x="88422" y="12647"/>
                    <a:pt x="88424" y="12427"/>
                    <a:pt x="88452" y="12341"/>
                  </a:cubicBezTo>
                  <a:cubicBezTo>
                    <a:pt x="88483" y="12250"/>
                    <a:pt x="88422" y="12189"/>
                    <a:pt x="88361" y="12189"/>
                  </a:cubicBezTo>
                  <a:cubicBezTo>
                    <a:pt x="88270" y="12219"/>
                    <a:pt x="88179" y="12250"/>
                    <a:pt x="88087" y="12250"/>
                  </a:cubicBezTo>
                  <a:cubicBezTo>
                    <a:pt x="88148" y="12158"/>
                    <a:pt x="88239" y="12098"/>
                    <a:pt x="88331" y="12037"/>
                  </a:cubicBezTo>
                  <a:cubicBezTo>
                    <a:pt x="88343" y="12031"/>
                    <a:pt x="88362" y="12028"/>
                    <a:pt x="88387" y="12028"/>
                  </a:cubicBezTo>
                  <a:close/>
                  <a:moveTo>
                    <a:pt x="67759" y="12525"/>
                  </a:moveTo>
                  <a:cubicBezTo>
                    <a:pt x="67795" y="12525"/>
                    <a:pt x="67833" y="12533"/>
                    <a:pt x="67874" y="12554"/>
                  </a:cubicBezTo>
                  <a:lnTo>
                    <a:pt x="67935" y="12554"/>
                  </a:lnTo>
                  <a:cubicBezTo>
                    <a:pt x="67996" y="12614"/>
                    <a:pt x="67965" y="12706"/>
                    <a:pt x="67844" y="12766"/>
                  </a:cubicBezTo>
                  <a:lnTo>
                    <a:pt x="67783" y="12797"/>
                  </a:lnTo>
                  <a:cubicBezTo>
                    <a:pt x="67734" y="12797"/>
                    <a:pt x="67681" y="12802"/>
                    <a:pt x="67628" y="12802"/>
                  </a:cubicBezTo>
                  <a:cubicBezTo>
                    <a:pt x="67550" y="12802"/>
                    <a:pt x="67473" y="12791"/>
                    <a:pt x="67418" y="12736"/>
                  </a:cubicBezTo>
                  <a:cubicBezTo>
                    <a:pt x="67388" y="12706"/>
                    <a:pt x="67388" y="12675"/>
                    <a:pt x="67418" y="12645"/>
                  </a:cubicBezTo>
                  <a:cubicBezTo>
                    <a:pt x="67536" y="12621"/>
                    <a:pt x="67636" y="12525"/>
                    <a:pt x="67759" y="12525"/>
                  </a:cubicBezTo>
                  <a:close/>
                  <a:moveTo>
                    <a:pt x="75777" y="12736"/>
                  </a:moveTo>
                  <a:cubicBezTo>
                    <a:pt x="75807" y="12765"/>
                    <a:pt x="75779" y="12824"/>
                    <a:pt x="75721" y="12883"/>
                  </a:cubicBezTo>
                  <a:lnTo>
                    <a:pt x="75721" y="12883"/>
                  </a:lnTo>
                  <a:cubicBezTo>
                    <a:pt x="75721" y="12873"/>
                    <a:pt x="75719" y="12865"/>
                    <a:pt x="75716" y="12858"/>
                  </a:cubicBezTo>
                  <a:cubicBezTo>
                    <a:pt x="75686" y="12736"/>
                    <a:pt x="75747" y="12736"/>
                    <a:pt x="75777" y="12736"/>
                  </a:cubicBezTo>
                  <a:close/>
                  <a:moveTo>
                    <a:pt x="22567" y="12887"/>
                  </a:moveTo>
                  <a:cubicBezTo>
                    <a:pt x="22633" y="12887"/>
                    <a:pt x="22697" y="12920"/>
                    <a:pt x="22737" y="12979"/>
                  </a:cubicBezTo>
                  <a:lnTo>
                    <a:pt x="22767" y="13040"/>
                  </a:lnTo>
                  <a:lnTo>
                    <a:pt x="22828" y="13070"/>
                  </a:lnTo>
                  <a:cubicBezTo>
                    <a:pt x="22828" y="13123"/>
                    <a:pt x="22818" y="13156"/>
                    <a:pt x="22791" y="13156"/>
                  </a:cubicBezTo>
                  <a:cubicBezTo>
                    <a:pt x="22772" y="13156"/>
                    <a:pt x="22744" y="13139"/>
                    <a:pt x="22706" y="13101"/>
                  </a:cubicBezTo>
                  <a:lnTo>
                    <a:pt x="22585" y="13101"/>
                  </a:lnTo>
                  <a:lnTo>
                    <a:pt x="22463" y="13070"/>
                  </a:lnTo>
                  <a:cubicBezTo>
                    <a:pt x="22447" y="13073"/>
                    <a:pt x="22433" y="13074"/>
                    <a:pt x="22421" y="13074"/>
                  </a:cubicBezTo>
                  <a:cubicBezTo>
                    <a:pt x="22302" y="13074"/>
                    <a:pt x="22408" y="12946"/>
                    <a:pt x="22463" y="12918"/>
                  </a:cubicBezTo>
                  <a:cubicBezTo>
                    <a:pt x="22495" y="12897"/>
                    <a:pt x="22532" y="12887"/>
                    <a:pt x="22567" y="12887"/>
                  </a:cubicBezTo>
                  <a:close/>
                  <a:moveTo>
                    <a:pt x="42524" y="12797"/>
                  </a:moveTo>
                  <a:cubicBezTo>
                    <a:pt x="42615" y="12827"/>
                    <a:pt x="42798" y="13010"/>
                    <a:pt x="42737" y="13101"/>
                  </a:cubicBezTo>
                  <a:cubicBezTo>
                    <a:pt x="42701" y="13172"/>
                    <a:pt x="42666" y="13201"/>
                    <a:pt x="42636" y="13201"/>
                  </a:cubicBezTo>
                  <a:cubicBezTo>
                    <a:pt x="42615" y="13201"/>
                    <a:pt x="42598" y="13187"/>
                    <a:pt x="42585" y="13161"/>
                  </a:cubicBezTo>
                  <a:lnTo>
                    <a:pt x="42585" y="13101"/>
                  </a:lnTo>
                  <a:cubicBezTo>
                    <a:pt x="42615" y="12979"/>
                    <a:pt x="42585" y="12918"/>
                    <a:pt x="42433" y="12918"/>
                  </a:cubicBezTo>
                  <a:cubicBezTo>
                    <a:pt x="42403" y="12858"/>
                    <a:pt x="42433" y="12827"/>
                    <a:pt x="42524" y="12827"/>
                  </a:cubicBezTo>
                  <a:lnTo>
                    <a:pt x="42524" y="12797"/>
                  </a:lnTo>
                  <a:close/>
                  <a:moveTo>
                    <a:pt x="16293" y="12584"/>
                  </a:moveTo>
                  <a:cubicBezTo>
                    <a:pt x="16384" y="12614"/>
                    <a:pt x="16445" y="12675"/>
                    <a:pt x="16506" y="12736"/>
                  </a:cubicBezTo>
                  <a:cubicBezTo>
                    <a:pt x="16506" y="12780"/>
                    <a:pt x="16522" y="12809"/>
                    <a:pt x="16543" y="12809"/>
                  </a:cubicBezTo>
                  <a:cubicBezTo>
                    <a:pt x="16550" y="12809"/>
                    <a:pt x="16558" y="12805"/>
                    <a:pt x="16566" y="12797"/>
                  </a:cubicBezTo>
                  <a:lnTo>
                    <a:pt x="16566" y="12675"/>
                  </a:lnTo>
                  <a:cubicBezTo>
                    <a:pt x="16597" y="12645"/>
                    <a:pt x="16627" y="12614"/>
                    <a:pt x="16658" y="12614"/>
                  </a:cubicBezTo>
                  <a:cubicBezTo>
                    <a:pt x="16688" y="12614"/>
                    <a:pt x="16779" y="12645"/>
                    <a:pt x="16779" y="12645"/>
                  </a:cubicBezTo>
                  <a:lnTo>
                    <a:pt x="16779" y="12797"/>
                  </a:lnTo>
                  <a:cubicBezTo>
                    <a:pt x="16870" y="12918"/>
                    <a:pt x="17022" y="13192"/>
                    <a:pt x="16962" y="13222"/>
                  </a:cubicBezTo>
                  <a:cubicBezTo>
                    <a:pt x="16951" y="13233"/>
                    <a:pt x="16938" y="13238"/>
                    <a:pt x="16924" y="13238"/>
                  </a:cubicBezTo>
                  <a:cubicBezTo>
                    <a:pt x="16860" y="13238"/>
                    <a:pt x="16768" y="13129"/>
                    <a:pt x="16718" y="12979"/>
                  </a:cubicBezTo>
                  <a:lnTo>
                    <a:pt x="16232" y="12979"/>
                  </a:lnTo>
                  <a:cubicBezTo>
                    <a:pt x="16232" y="12949"/>
                    <a:pt x="16354" y="12766"/>
                    <a:pt x="16293" y="12706"/>
                  </a:cubicBezTo>
                  <a:cubicBezTo>
                    <a:pt x="16232" y="12675"/>
                    <a:pt x="16202" y="12584"/>
                    <a:pt x="16202" y="12584"/>
                  </a:cubicBezTo>
                  <a:close/>
                  <a:moveTo>
                    <a:pt x="43892" y="13010"/>
                  </a:moveTo>
                  <a:cubicBezTo>
                    <a:pt x="43983" y="13101"/>
                    <a:pt x="44074" y="13161"/>
                    <a:pt x="44135" y="13253"/>
                  </a:cubicBezTo>
                  <a:cubicBezTo>
                    <a:pt x="44156" y="13253"/>
                    <a:pt x="44135" y="13266"/>
                    <a:pt x="44092" y="13266"/>
                  </a:cubicBezTo>
                  <a:cubicBezTo>
                    <a:pt x="44071" y="13266"/>
                    <a:pt x="44044" y="13263"/>
                    <a:pt x="44014" y="13253"/>
                  </a:cubicBezTo>
                  <a:lnTo>
                    <a:pt x="43467" y="13253"/>
                  </a:lnTo>
                  <a:cubicBezTo>
                    <a:pt x="43406" y="13222"/>
                    <a:pt x="43467" y="13131"/>
                    <a:pt x="43588" y="13040"/>
                  </a:cubicBezTo>
                  <a:cubicBezTo>
                    <a:pt x="43624" y="13076"/>
                    <a:pt x="43655" y="13088"/>
                    <a:pt x="43685" y="13088"/>
                  </a:cubicBezTo>
                  <a:cubicBezTo>
                    <a:pt x="43732" y="13088"/>
                    <a:pt x="43776" y="13058"/>
                    <a:pt x="43831" y="13040"/>
                  </a:cubicBezTo>
                  <a:lnTo>
                    <a:pt x="43892" y="13010"/>
                  </a:lnTo>
                  <a:close/>
                  <a:moveTo>
                    <a:pt x="14834" y="12918"/>
                  </a:moveTo>
                  <a:lnTo>
                    <a:pt x="14803" y="12949"/>
                  </a:lnTo>
                  <a:cubicBezTo>
                    <a:pt x="14895" y="12949"/>
                    <a:pt x="15138" y="13010"/>
                    <a:pt x="15107" y="13040"/>
                  </a:cubicBezTo>
                  <a:lnTo>
                    <a:pt x="15107" y="13131"/>
                  </a:lnTo>
                  <a:cubicBezTo>
                    <a:pt x="15138" y="13222"/>
                    <a:pt x="15138" y="13283"/>
                    <a:pt x="15077" y="13344"/>
                  </a:cubicBezTo>
                  <a:lnTo>
                    <a:pt x="14986" y="13344"/>
                  </a:lnTo>
                  <a:cubicBezTo>
                    <a:pt x="14955" y="13313"/>
                    <a:pt x="14895" y="13283"/>
                    <a:pt x="14864" y="13253"/>
                  </a:cubicBezTo>
                  <a:lnTo>
                    <a:pt x="14712" y="13101"/>
                  </a:lnTo>
                  <a:cubicBezTo>
                    <a:pt x="14682" y="13010"/>
                    <a:pt x="14743" y="12918"/>
                    <a:pt x="14834" y="12918"/>
                  </a:cubicBezTo>
                  <a:close/>
                  <a:moveTo>
                    <a:pt x="76025" y="12647"/>
                  </a:moveTo>
                  <a:cubicBezTo>
                    <a:pt x="76174" y="12647"/>
                    <a:pt x="76311" y="12749"/>
                    <a:pt x="76264" y="12797"/>
                  </a:cubicBezTo>
                  <a:cubicBezTo>
                    <a:pt x="76203" y="12827"/>
                    <a:pt x="76416" y="13161"/>
                    <a:pt x="76507" y="13283"/>
                  </a:cubicBezTo>
                  <a:cubicBezTo>
                    <a:pt x="76553" y="13376"/>
                    <a:pt x="76511" y="13416"/>
                    <a:pt x="76461" y="13416"/>
                  </a:cubicBezTo>
                  <a:cubicBezTo>
                    <a:pt x="76446" y="13416"/>
                    <a:pt x="76430" y="13412"/>
                    <a:pt x="76416" y="13405"/>
                  </a:cubicBezTo>
                  <a:cubicBezTo>
                    <a:pt x="76294" y="13344"/>
                    <a:pt x="76203" y="13313"/>
                    <a:pt x="76081" y="13313"/>
                  </a:cubicBezTo>
                  <a:lnTo>
                    <a:pt x="76020" y="13344"/>
                  </a:lnTo>
                  <a:cubicBezTo>
                    <a:pt x="75965" y="13390"/>
                    <a:pt x="75916" y="13405"/>
                    <a:pt x="75869" y="13405"/>
                  </a:cubicBezTo>
                  <a:cubicBezTo>
                    <a:pt x="75774" y="13405"/>
                    <a:pt x="75692" y="13340"/>
                    <a:pt x="75600" y="13340"/>
                  </a:cubicBezTo>
                  <a:cubicBezTo>
                    <a:pt x="75588" y="13340"/>
                    <a:pt x="75577" y="13341"/>
                    <a:pt x="75564" y="13344"/>
                  </a:cubicBezTo>
                  <a:lnTo>
                    <a:pt x="75443" y="13405"/>
                  </a:lnTo>
                  <a:cubicBezTo>
                    <a:pt x="75260" y="13374"/>
                    <a:pt x="75108" y="13313"/>
                    <a:pt x="75108" y="13283"/>
                  </a:cubicBezTo>
                  <a:cubicBezTo>
                    <a:pt x="75108" y="13253"/>
                    <a:pt x="75352" y="13101"/>
                    <a:pt x="75291" y="13040"/>
                  </a:cubicBezTo>
                  <a:cubicBezTo>
                    <a:pt x="75230" y="12979"/>
                    <a:pt x="75139" y="12888"/>
                    <a:pt x="75108" y="12888"/>
                  </a:cubicBezTo>
                  <a:cubicBezTo>
                    <a:pt x="75108" y="12858"/>
                    <a:pt x="75230" y="12827"/>
                    <a:pt x="75291" y="12827"/>
                  </a:cubicBezTo>
                  <a:cubicBezTo>
                    <a:pt x="75352" y="12827"/>
                    <a:pt x="75504" y="13131"/>
                    <a:pt x="75564" y="13161"/>
                  </a:cubicBezTo>
                  <a:cubicBezTo>
                    <a:pt x="75570" y="13163"/>
                    <a:pt x="75575" y="13164"/>
                    <a:pt x="75580" y="13164"/>
                  </a:cubicBezTo>
                  <a:cubicBezTo>
                    <a:pt x="75652" y="13164"/>
                    <a:pt x="75719" y="13008"/>
                    <a:pt x="75722" y="12908"/>
                  </a:cubicBezTo>
                  <a:lnTo>
                    <a:pt x="75722" y="12908"/>
                  </a:lnTo>
                  <a:cubicBezTo>
                    <a:pt x="75730" y="12910"/>
                    <a:pt x="75741" y="12911"/>
                    <a:pt x="75754" y="12911"/>
                  </a:cubicBezTo>
                  <a:cubicBezTo>
                    <a:pt x="75792" y="12911"/>
                    <a:pt x="75853" y="12903"/>
                    <a:pt x="75929" y="12888"/>
                  </a:cubicBezTo>
                  <a:lnTo>
                    <a:pt x="75899" y="12675"/>
                  </a:lnTo>
                  <a:cubicBezTo>
                    <a:pt x="75939" y="12655"/>
                    <a:pt x="75982" y="12647"/>
                    <a:pt x="76025" y="12647"/>
                  </a:cubicBezTo>
                  <a:close/>
                  <a:moveTo>
                    <a:pt x="66347" y="13262"/>
                  </a:moveTo>
                  <a:cubicBezTo>
                    <a:pt x="66389" y="13262"/>
                    <a:pt x="66442" y="13277"/>
                    <a:pt x="66507" y="13313"/>
                  </a:cubicBezTo>
                  <a:lnTo>
                    <a:pt x="66658" y="13405"/>
                  </a:lnTo>
                  <a:cubicBezTo>
                    <a:pt x="66658" y="13405"/>
                    <a:pt x="66689" y="13465"/>
                    <a:pt x="66658" y="13496"/>
                  </a:cubicBezTo>
                  <a:lnTo>
                    <a:pt x="66598" y="13496"/>
                  </a:lnTo>
                  <a:lnTo>
                    <a:pt x="66507" y="13405"/>
                  </a:lnTo>
                  <a:cubicBezTo>
                    <a:pt x="66440" y="13438"/>
                    <a:pt x="66373" y="13462"/>
                    <a:pt x="66321" y="13462"/>
                  </a:cubicBezTo>
                  <a:cubicBezTo>
                    <a:pt x="66279" y="13462"/>
                    <a:pt x="66247" y="13446"/>
                    <a:pt x="66233" y="13405"/>
                  </a:cubicBezTo>
                  <a:cubicBezTo>
                    <a:pt x="66212" y="13341"/>
                    <a:pt x="66250" y="13262"/>
                    <a:pt x="66347" y="13262"/>
                  </a:cubicBezTo>
                  <a:close/>
                  <a:moveTo>
                    <a:pt x="72720" y="12795"/>
                  </a:moveTo>
                  <a:cubicBezTo>
                    <a:pt x="72786" y="12795"/>
                    <a:pt x="72850" y="12829"/>
                    <a:pt x="72890" y="12888"/>
                  </a:cubicBezTo>
                  <a:lnTo>
                    <a:pt x="72829" y="12979"/>
                  </a:lnTo>
                  <a:lnTo>
                    <a:pt x="72738" y="13070"/>
                  </a:lnTo>
                  <a:cubicBezTo>
                    <a:pt x="72757" y="13129"/>
                    <a:pt x="72878" y="13163"/>
                    <a:pt x="72986" y="13163"/>
                  </a:cubicBezTo>
                  <a:cubicBezTo>
                    <a:pt x="73045" y="13163"/>
                    <a:pt x="73100" y="13153"/>
                    <a:pt x="73133" y="13131"/>
                  </a:cubicBezTo>
                  <a:cubicBezTo>
                    <a:pt x="73224" y="13070"/>
                    <a:pt x="73315" y="13040"/>
                    <a:pt x="73437" y="13010"/>
                  </a:cubicBezTo>
                  <a:lnTo>
                    <a:pt x="73528" y="13010"/>
                  </a:lnTo>
                  <a:cubicBezTo>
                    <a:pt x="73538" y="13006"/>
                    <a:pt x="73547" y="13005"/>
                    <a:pt x="73556" y="13005"/>
                  </a:cubicBezTo>
                  <a:cubicBezTo>
                    <a:pt x="73632" y="13005"/>
                    <a:pt x="73680" y="13107"/>
                    <a:pt x="73680" y="13161"/>
                  </a:cubicBezTo>
                  <a:cubicBezTo>
                    <a:pt x="73680" y="13197"/>
                    <a:pt x="73774" y="13212"/>
                    <a:pt x="73852" y="13212"/>
                  </a:cubicBezTo>
                  <a:cubicBezTo>
                    <a:pt x="73907" y="13212"/>
                    <a:pt x="73953" y="13204"/>
                    <a:pt x="73953" y="13192"/>
                  </a:cubicBezTo>
                  <a:cubicBezTo>
                    <a:pt x="73923" y="13131"/>
                    <a:pt x="73923" y="13070"/>
                    <a:pt x="73953" y="13040"/>
                  </a:cubicBezTo>
                  <a:cubicBezTo>
                    <a:pt x="73965" y="13042"/>
                    <a:pt x="73976" y="13043"/>
                    <a:pt x="73985" y="13043"/>
                  </a:cubicBezTo>
                  <a:cubicBezTo>
                    <a:pt x="74097" y="13043"/>
                    <a:pt x="74049" y="12888"/>
                    <a:pt x="74105" y="12888"/>
                  </a:cubicBezTo>
                  <a:cubicBezTo>
                    <a:pt x="74197" y="12888"/>
                    <a:pt x="74288" y="12918"/>
                    <a:pt x="74379" y="12949"/>
                  </a:cubicBezTo>
                  <a:lnTo>
                    <a:pt x="74470" y="12979"/>
                  </a:lnTo>
                  <a:cubicBezTo>
                    <a:pt x="74531" y="12994"/>
                    <a:pt x="74584" y="13002"/>
                    <a:pt x="74637" y="13002"/>
                  </a:cubicBezTo>
                  <a:cubicBezTo>
                    <a:pt x="74691" y="13002"/>
                    <a:pt x="74744" y="12994"/>
                    <a:pt x="74805" y="12979"/>
                  </a:cubicBezTo>
                  <a:lnTo>
                    <a:pt x="74805" y="12918"/>
                  </a:lnTo>
                  <a:cubicBezTo>
                    <a:pt x="74805" y="12850"/>
                    <a:pt x="74839" y="12816"/>
                    <a:pt x="74894" y="12816"/>
                  </a:cubicBezTo>
                  <a:cubicBezTo>
                    <a:pt x="74913" y="12816"/>
                    <a:pt x="74934" y="12820"/>
                    <a:pt x="74957" y="12827"/>
                  </a:cubicBezTo>
                  <a:lnTo>
                    <a:pt x="74987" y="12827"/>
                  </a:lnTo>
                  <a:cubicBezTo>
                    <a:pt x="74957" y="12979"/>
                    <a:pt x="74865" y="13101"/>
                    <a:pt x="74744" y="13192"/>
                  </a:cubicBezTo>
                  <a:cubicBezTo>
                    <a:pt x="74683" y="13253"/>
                    <a:pt x="74653" y="13283"/>
                    <a:pt x="74592" y="13344"/>
                  </a:cubicBezTo>
                  <a:lnTo>
                    <a:pt x="74409" y="13344"/>
                  </a:lnTo>
                  <a:cubicBezTo>
                    <a:pt x="74399" y="13354"/>
                    <a:pt x="74389" y="13357"/>
                    <a:pt x="74379" y="13357"/>
                  </a:cubicBezTo>
                  <a:cubicBezTo>
                    <a:pt x="74359" y="13357"/>
                    <a:pt x="74338" y="13344"/>
                    <a:pt x="74318" y="13344"/>
                  </a:cubicBezTo>
                  <a:cubicBezTo>
                    <a:pt x="74300" y="13335"/>
                    <a:pt x="74283" y="13331"/>
                    <a:pt x="74265" y="13331"/>
                  </a:cubicBezTo>
                  <a:cubicBezTo>
                    <a:pt x="74222" y="13331"/>
                    <a:pt x="74179" y="13353"/>
                    <a:pt x="74136" y="13374"/>
                  </a:cubicBezTo>
                  <a:cubicBezTo>
                    <a:pt x="74130" y="13380"/>
                    <a:pt x="74123" y="13382"/>
                    <a:pt x="74114" y="13382"/>
                  </a:cubicBezTo>
                  <a:cubicBezTo>
                    <a:pt x="74073" y="13382"/>
                    <a:pt x="73998" y="13328"/>
                    <a:pt x="73923" y="13253"/>
                  </a:cubicBezTo>
                  <a:lnTo>
                    <a:pt x="73771" y="13344"/>
                  </a:lnTo>
                  <a:lnTo>
                    <a:pt x="73649" y="13465"/>
                  </a:lnTo>
                  <a:cubicBezTo>
                    <a:pt x="73528" y="13374"/>
                    <a:pt x="73376" y="13374"/>
                    <a:pt x="73254" y="13374"/>
                  </a:cubicBezTo>
                  <a:lnTo>
                    <a:pt x="73102" y="13374"/>
                  </a:lnTo>
                  <a:cubicBezTo>
                    <a:pt x="73042" y="13374"/>
                    <a:pt x="72950" y="13313"/>
                    <a:pt x="72920" y="13313"/>
                  </a:cubicBezTo>
                  <a:cubicBezTo>
                    <a:pt x="72859" y="13344"/>
                    <a:pt x="72829" y="13435"/>
                    <a:pt x="72798" y="13465"/>
                  </a:cubicBezTo>
                  <a:lnTo>
                    <a:pt x="72768" y="13496"/>
                  </a:lnTo>
                  <a:cubicBezTo>
                    <a:pt x="72707" y="13511"/>
                    <a:pt x="72654" y="13519"/>
                    <a:pt x="72601" y="13519"/>
                  </a:cubicBezTo>
                  <a:cubicBezTo>
                    <a:pt x="72548" y="13519"/>
                    <a:pt x="72494" y="13511"/>
                    <a:pt x="72434" y="13496"/>
                  </a:cubicBezTo>
                  <a:lnTo>
                    <a:pt x="72312" y="13496"/>
                  </a:lnTo>
                  <a:cubicBezTo>
                    <a:pt x="72282" y="13496"/>
                    <a:pt x="72251" y="13465"/>
                    <a:pt x="72251" y="13435"/>
                  </a:cubicBezTo>
                  <a:cubicBezTo>
                    <a:pt x="72251" y="13405"/>
                    <a:pt x="72251" y="13344"/>
                    <a:pt x="72282" y="13344"/>
                  </a:cubicBezTo>
                  <a:lnTo>
                    <a:pt x="72373" y="13283"/>
                  </a:lnTo>
                  <a:cubicBezTo>
                    <a:pt x="72464" y="13253"/>
                    <a:pt x="72525" y="13101"/>
                    <a:pt x="72434" y="13101"/>
                  </a:cubicBezTo>
                  <a:cubicBezTo>
                    <a:pt x="72373" y="13070"/>
                    <a:pt x="72555" y="12888"/>
                    <a:pt x="72616" y="12827"/>
                  </a:cubicBezTo>
                  <a:cubicBezTo>
                    <a:pt x="72648" y="12806"/>
                    <a:pt x="72684" y="12795"/>
                    <a:pt x="72720" y="12795"/>
                  </a:cubicBezTo>
                  <a:close/>
                  <a:moveTo>
                    <a:pt x="13702" y="13179"/>
                  </a:moveTo>
                  <a:cubicBezTo>
                    <a:pt x="13745" y="13179"/>
                    <a:pt x="13788" y="13201"/>
                    <a:pt x="13831" y="13222"/>
                  </a:cubicBezTo>
                  <a:cubicBezTo>
                    <a:pt x="13861" y="13283"/>
                    <a:pt x="13861" y="13344"/>
                    <a:pt x="13709" y="13344"/>
                  </a:cubicBezTo>
                  <a:cubicBezTo>
                    <a:pt x="13588" y="13374"/>
                    <a:pt x="13648" y="13465"/>
                    <a:pt x="13618" y="13526"/>
                  </a:cubicBezTo>
                  <a:lnTo>
                    <a:pt x="13588" y="13557"/>
                  </a:lnTo>
                  <a:cubicBezTo>
                    <a:pt x="13557" y="13557"/>
                    <a:pt x="13496" y="13557"/>
                    <a:pt x="13466" y="13526"/>
                  </a:cubicBezTo>
                  <a:cubicBezTo>
                    <a:pt x="13436" y="13496"/>
                    <a:pt x="13588" y="13313"/>
                    <a:pt x="13496" y="13313"/>
                  </a:cubicBezTo>
                  <a:cubicBezTo>
                    <a:pt x="13405" y="13313"/>
                    <a:pt x="13405" y="13283"/>
                    <a:pt x="13527" y="13222"/>
                  </a:cubicBezTo>
                  <a:lnTo>
                    <a:pt x="13648" y="13192"/>
                  </a:lnTo>
                  <a:cubicBezTo>
                    <a:pt x="13666" y="13183"/>
                    <a:pt x="13684" y="13179"/>
                    <a:pt x="13702" y="13179"/>
                  </a:cubicBezTo>
                  <a:close/>
                  <a:moveTo>
                    <a:pt x="17782" y="13040"/>
                  </a:moveTo>
                  <a:lnTo>
                    <a:pt x="17934" y="13101"/>
                  </a:lnTo>
                  <a:lnTo>
                    <a:pt x="18025" y="13101"/>
                  </a:lnTo>
                  <a:cubicBezTo>
                    <a:pt x="18117" y="13131"/>
                    <a:pt x="18086" y="13192"/>
                    <a:pt x="17995" y="13192"/>
                  </a:cubicBezTo>
                  <a:cubicBezTo>
                    <a:pt x="17873" y="13192"/>
                    <a:pt x="17721" y="13587"/>
                    <a:pt x="17691" y="13587"/>
                  </a:cubicBezTo>
                  <a:cubicBezTo>
                    <a:pt x="17682" y="13596"/>
                    <a:pt x="17668" y="13600"/>
                    <a:pt x="17652" y="13600"/>
                  </a:cubicBezTo>
                  <a:cubicBezTo>
                    <a:pt x="17612" y="13600"/>
                    <a:pt x="17561" y="13578"/>
                    <a:pt x="17539" y="13557"/>
                  </a:cubicBezTo>
                  <a:lnTo>
                    <a:pt x="17539" y="13526"/>
                  </a:lnTo>
                  <a:lnTo>
                    <a:pt x="17569" y="13405"/>
                  </a:lnTo>
                  <a:cubicBezTo>
                    <a:pt x="17630" y="13313"/>
                    <a:pt x="17721" y="13131"/>
                    <a:pt x="17782" y="13040"/>
                  </a:cubicBezTo>
                  <a:close/>
                  <a:moveTo>
                    <a:pt x="65534" y="13070"/>
                  </a:moveTo>
                  <a:cubicBezTo>
                    <a:pt x="65625" y="13101"/>
                    <a:pt x="65686" y="13131"/>
                    <a:pt x="65747" y="13161"/>
                  </a:cubicBezTo>
                  <a:cubicBezTo>
                    <a:pt x="65807" y="13192"/>
                    <a:pt x="65899" y="13313"/>
                    <a:pt x="65899" y="13344"/>
                  </a:cubicBezTo>
                  <a:cubicBezTo>
                    <a:pt x="65868" y="13374"/>
                    <a:pt x="65899" y="13435"/>
                    <a:pt x="65990" y="13435"/>
                  </a:cubicBezTo>
                  <a:lnTo>
                    <a:pt x="66020" y="13465"/>
                  </a:lnTo>
                  <a:cubicBezTo>
                    <a:pt x="66051" y="13465"/>
                    <a:pt x="66051" y="13557"/>
                    <a:pt x="66051" y="13557"/>
                  </a:cubicBezTo>
                  <a:cubicBezTo>
                    <a:pt x="66051" y="13587"/>
                    <a:pt x="65990" y="13587"/>
                    <a:pt x="65959" y="13587"/>
                  </a:cubicBezTo>
                  <a:lnTo>
                    <a:pt x="65868" y="13617"/>
                  </a:lnTo>
                  <a:cubicBezTo>
                    <a:pt x="65777" y="13617"/>
                    <a:pt x="65625" y="13587"/>
                    <a:pt x="65564" y="13557"/>
                  </a:cubicBezTo>
                  <a:lnTo>
                    <a:pt x="65503" y="13526"/>
                  </a:lnTo>
                  <a:cubicBezTo>
                    <a:pt x="65473" y="13496"/>
                    <a:pt x="65443" y="13435"/>
                    <a:pt x="65473" y="13374"/>
                  </a:cubicBezTo>
                  <a:lnTo>
                    <a:pt x="65503" y="13344"/>
                  </a:lnTo>
                  <a:cubicBezTo>
                    <a:pt x="65564" y="13313"/>
                    <a:pt x="65564" y="13253"/>
                    <a:pt x="65503" y="13253"/>
                  </a:cubicBezTo>
                  <a:lnTo>
                    <a:pt x="65473" y="13222"/>
                  </a:lnTo>
                  <a:cubicBezTo>
                    <a:pt x="65443" y="13192"/>
                    <a:pt x="65473" y="13131"/>
                    <a:pt x="65503" y="13101"/>
                  </a:cubicBezTo>
                  <a:lnTo>
                    <a:pt x="65534" y="13070"/>
                  </a:lnTo>
                  <a:close/>
                  <a:moveTo>
                    <a:pt x="37783" y="13313"/>
                  </a:moveTo>
                  <a:lnTo>
                    <a:pt x="37904" y="13374"/>
                  </a:lnTo>
                  <a:lnTo>
                    <a:pt x="38056" y="13496"/>
                  </a:lnTo>
                  <a:cubicBezTo>
                    <a:pt x="38080" y="13591"/>
                    <a:pt x="38011" y="13667"/>
                    <a:pt x="37936" y="13667"/>
                  </a:cubicBezTo>
                  <a:cubicBezTo>
                    <a:pt x="37915" y="13667"/>
                    <a:pt x="37894" y="13661"/>
                    <a:pt x="37874" y="13648"/>
                  </a:cubicBezTo>
                  <a:cubicBezTo>
                    <a:pt x="37847" y="13630"/>
                    <a:pt x="37820" y="13610"/>
                    <a:pt x="37794" y="13588"/>
                  </a:cubicBezTo>
                  <a:lnTo>
                    <a:pt x="37794" y="13588"/>
                  </a:lnTo>
                  <a:cubicBezTo>
                    <a:pt x="37813" y="13520"/>
                    <a:pt x="37810" y="13423"/>
                    <a:pt x="37783" y="13313"/>
                  </a:cubicBezTo>
                  <a:close/>
                  <a:moveTo>
                    <a:pt x="44253" y="13412"/>
                  </a:moveTo>
                  <a:cubicBezTo>
                    <a:pt x="44318" y="13412"/>
                    <a:pt x="44378" y="13420"/>
                    <a:pt x="44439" y="13435"/>
                  </a:cubicBezTo>
                  <a:lnTo>
                    <a:pt x="44652" y="13526"/>
                  </a:lnTo>
                  <a:cubicBezTo>
                    <a:pt x="44726" y="13477"/>
                    <a:pt x="44821" y="13427"/>
                    <a:pt x="44920" y="13427"/>
                  </a:cubicBezTo>
                  <a:cubicBezTo>
                    <a:pt x="44942" y="13427"/>
                    <a:pt x="44964" y="13429"/>
                    <a:pt x="44986" y="13435"/>
                  </a:cubicBezTo>
                  <a:cubicBezTo>
                    <a:pt x="45047" y="13465"/>
                    <a:pt x="44956" y="13587"/>
                    <a:pt x="44926" y="13617"/>
                  </a:cubicBezTo>
                  <a:cubicBezTo>
                    <a:pt x="44872" y="13653"/>
                    <a:pt x="44819" y="13668"/>
                    <a:pt x="44771" y="13668"/>
                  </a:cubicBezTo>
                  <a:cubicBezTo>
                    <a:pt x="44738" y="13668"/>
                    <a:pt x="44708" y="13660"/>
                    <a:pt x="44682" y="13648"/>
                  </a:cubicBezTo>
                  <a:cubicBezTo>
                    <a:pt x="44439" y="13648"/>
                    <a:pt x="44196" y="13617"/>
                    <a:pt x="43953" y="13587"/>
                  </a:cubicBezTo>
                  <a:cubicBezTo>
                    <a:pt x="43953" y="13526"/>
                    <a:pt x="43983" y="13465"/>
                    <a:pt x="44014" y="13435"/>
                  </a:cubicBezTo>
                  <a:lnTo>
                    <a:pt x="44044" y="13435"/>
                  </a:lnTo>
                  <a:cubicBezTo>
                    <a:pt x="44120" y="13420"/>
                    <a:pt x="44188" y="13412"/>
                    <a:pt x="44253" y="13412"/>
                  </a:cubicBezTo>
                  <a:close/>
                  <a:moveTo>
                    <a:pt x="63285" y="13344"/>
                  </a:moveTo>
                  <a:cubicBezTo>
                    <a:pt x="63437" y="13374"/>
                    <a:pt x="63528" y="13435"/>
                    <a:pt x="63528" y="13496"/>
                  </a:cubicBezTo>
                  <a:cubicBezTo>
                    <a:pt x="63505" y="13540"/>
                    <a:pt x="63418" y="13569"/>
                    <a:pt x="63361" y="13569"/>
                  </a:cubicBezTo>
                  <a:cubicBezTo>
                    <a:pt x="63340" y="13569"/>
                    <a:pt x="63323" y="13565"/>
                    <a:pt x="63315" y="13557"/>
                  </a:cubicBezTo>
                  <a:cubicBezTo>
                    <a:pt x="63293" y="13535"/>
                    <a:pt x="63226" y="13514"/>
                    <a:pt x="63157" y="13514"/>
                  </a:cubicBezTo>
                  <a:cubicBezTo>
                    <a:pt x="63128" y="13514"/>
                    <a:pt x="63098" y="13517"/>
                    <a:pt x="63072" y="13526"/>
                  </a:cubicBezTo>
                  <a:lnTo>
                    <a:pt x="62981" y="13557"/>
                  </a:lnTo>
                  <a:lnTo>
                    <a:pt x="62889" y="13617"/>
                  </a:lnTo>
                  <a:cubicBezTo>
                    <a:pt x="62851" y="13656"/>
                    <a:pt x="62813" y="13672"/>
                    <a:pt x="62777" y="13672"/>
                  </a:cubicBezTo>
                  <a:cubicBezTo>
                    <a:pt x="62727" y="13672"/>
                    <a:pt x="62682" y="13640"/>
                    <a:pt x="62646" y="13587"/>
                  </a:cubicBezTo>
                  <a:cubicBezTo>
                    <a:pt x="62616" y="13557"/>
                    <a:pt x="62555" y="13374"/>
                    <a:pt x="62616" y="13374"/>
                  </a:cubicBezTo>
                  <a:lnTo>
                    <a:pt x="62616" y="13374"/>
                  </a:lnTo>
                  <a:cubicBezTo>
                    <a:pt x="62628" y="13380"/>
                    <a:pt x="62656" y="13383"/>
                    <a:pt x="62694" y="13383"/>
                  </a:cubicBezTo>
                  <a:cubicBezTo>
                    <a:pt x="62847" y="13383"/>
                    <a:pt x="63163" y="13344"/>
                    <a:pt x="63285" y="13344"/>
                  </a:cubicBezTo>
                  <a:close/>
                  <a:moveTo>
                    <a:pt x="71431" y="12888"/>
                  </a:moveTo>
                  <a:cubicBezTo>
                    <a:pt x="71583" y="13070"/>
                    <a:pt x="71643" y="13222"/>
                    <a:pt x="71552" y="13222"/>
                  </a:cubicBezTo>
                  <a:cubicBezTo>
                    <a:pt x="71339" y="13283"/>
                    <a:pt x="71157" y="13344"/>
                    <a:pt x="70975" y="13435"/>
                  </a:cubicBezTo>
                  <a:cubicBezTo>
                    <a:pt x="70914" y="13496"/>
                    <a:pt x="70975" y="13526"/>
                    <a:pt x="71127" y="13526"/>
                  </a:cubicBezTo>
                  <a:lnTo>
                    <a:pt x="71218" y="13526"/>
                  </a:lnTo>
                  <a:cubicBezTo>
                    <a:pt x="71248" y="13557"/>
                    <a:pt x="71279" y="13587"/>
                    <a:pt x="71309" y="13617"/>
                  </a:cubicBezTo>
                  <a:cubicBezTo>
                    <a:pt x="71309" y="13648"/>
                    <a:pt x="71248" y="13678"/>
                    <a:pt x="71248" y="13678"/>
                  </a:cubicBezTo>
                  <a:lnTo>
                    <a:pt x="71066" y="13678"/>
                  </a:lnTo>
                  <a:cubicBezTo>
                    <a:pt x="70823" y="13648"/>
                    <a:pt x="70610" y="13526"/>
                    <a:pt x="70428" y="13374"/>
                  </a:cubicBezTo>
                  <a:cubicBezTo>
                    <a:pt x="70306" y="13283"/>
                    <a:pt x="70184" y="13192"/>
                    <a:pt x="70063" y="13161"/>
                  </a:cubicBezTo>
                  <a:cubicBezTo>
                    <a:pt x="69972" y="13161"/>
                    <a:pt x="69972" y="13101"/>
                    <a:pt x="70093" y="13070"/>
                  </a:cubicBezTo>
                  <a:lnTo>
                    <a:pt x="70124" y="13010"/>
                  </a:lnTo>
                  <a:cubicBezTo>
                    <a:pt x="70169" y="12979"/>
                    <a:pt x="70200" y="12964"/>
                    <a:pt x="70230" y="12964"/>
                  </a:cubicBezTo>
                  <a:cubicBezTo>
                    <a:pt x="70260" y="12964"/>
                    <a:pt x="70291" y="12979"/>
                    <a:pt x="70336" y="13010"/>
                  </a:cubicBezTo>
                  <a:lnTo>
                    <a:pt x="70367" y="13040"/>
                  </a:lnTo>
                  <a:lnTo>
                    <a:pt x="70853" y="12949"/>
                  </a:lnTo>
                  <a:lnTo>
                    <a:pt x="70975" y="13040"/>
                  </a:lnTo>
                  <a:cubicBezTo>
                    <a:pt x="71035" y="13070"/>
                    <a:pt x="71127" y="13101"/>
                    <a:pt x="71157" y="13101"/>
                  </a:cubicBezTo>
                  <a:lnTo>
                    <a:pt x="71431" y="12888"/>
                  </a:lnTo>
                  <a:close/>
                  <a:moveTo>
                    <a:pt x="17296" y="13010"/>
                  </a:moveTo>
                  <a:cubicBezTo>
                    <a:pt x="17296" y="13010"/>
                    <a:pt x="17326" y="13070"/>
                    <a:pt x="17326" y="13101"/>
                  </a:cubicBezTo>
                  <a:lnTo>
                    <a:pt x="17326" y="13131"/>
                  </a:lnTo>
                  <a:cubicBezTo>
                    <a:pt x="17296" y="13313"/>
                    <a:pt x="17448" y="13526"/>
                    <a:pt x="17113" y="13648"/>
                  </a:cubicBezTo>
                  <a:lnTo>
                    <a:pt x="17083" y="13678"/>
                  </a:lnTo>
                  <a:cubicBezTo>
                    <a:pt x="17047" y="13714"/>
                    <a:pt x="17026" y="13726"/>
                    <a:pt x="17012" y="13726"/>
                  </a:cubicBezTo>
                  <a:cubicBezTo>
                    <a:pt x="16992" y="13726"/>
                    <a:pt x="16992" y="13697"/>
                    <a:pt x="16992" y="13678"/>
                  </a:cubicBezTo>
                  <a:cubicBezTo>
                    <a:pt x="17022" y="13648"/>
                    <a:pt x="17113" y="13405"/>
                    <a:pt x="17113" y="13344"/>
                  </a:cubicBezTo>
                  <a:cubicBezTo>
                    <a:pt x="17113" y="13253"/>
                    <a:pt x="17144" y="13161"/>
                    <a:pt x="17174" y="13070"/>
                  </a:cubicBezTo>
                  <a:cubicBezTo>
                    <a:pt x="17205" y="13040"/>
                    <a:pt x="17235" y="13010"/>
                    <a:pt x="17296" y="13010"/>
                  </a:cubicBezTo>
                  <a:close/>
                  <a:moveTo>
                    <a:pt x="64288" y="13131"/>
                  </a:moveTo>
                  <a:cubicBezTo>
                    <a:pt x="64318" y="13161"/>
                    <a:pt x="64348" y="13222"/>
                    <a:pt x="64379" y="13283"/>
                  </a:cubicBezTo>
                  <a:lnTo>
                    <a:pt x="64652" y="13283"/>
                  </a:lnTo>
                  <a:lnTo>
                    <a:pt x="64713" y="13253"/>
                  </a:lnTo>
                  <a:cubicBezTo>
                    <a:pt x="64763" y="13202"/>
                    <a:pt x="64823" y="13180"/>
                    <a:pt x="64881" y="13180"/>
                  </a:cubicBezTo>
                  <a:cubicBezTo>
                    <a:pt x="64929" y="13180"/>
                    <a:pt x="64976" y="13195"/>
                    <a:pt x="65017" y="13222"/>
                  </a:cubicBezTo>
                  <a:lnTo>
                    <a:pt x="65139" y="13283"/>
                  </a:lnTo>
                  <a:cubicBezTo>
                    <a:pt x="65017" y="13435"/>
                    <a:pt x="64865" y="13587"/>
                    <a:pt x="64713" y="13709"/>
                  </a:cubicBezTo>
                  <a:cubicBezTo>
                    <a:pt x="64662" y="13747"/>
                    <a:pt x="64622" y="13764"/>
                    <a:pt x="64592" y="13764"/>
                  </a:cubicBezTo>
                  <a:cubicBezTo>
                    <a:pt x="64551" y="13764"/>
                    <a:pt x="64531" y="13731"/>
                    <a:pt x="64531" y="13678"/>
                  </a:cubicBezTo>
                  <a:cubicBezTo>
                    <a:pt x="64531" y="13577"/>
                    <a:pt x="64300" y="13413"/>
                    <a:pt x="64187" y="13413"/>
                  </a:cubicBezTo>
                  <a:cubicBezTo>
                    <a:pt x="64164" y="13413"/>
                    <a:pt x="64146" y="13420"/>
                    <a:pt x="64136" y="13435"/>
                  </a:cubicBezTo>
                  <a:cubicBezTo>
                    <a:pt x="64117" y="13464"/>
                    <a:pt x="64100" y="13486"/>
                    <a:pt x="64088" y="13503"/>
                  </a:cubicBezTo>
                  <a:lnTo>
                    <a:pt x="64088" y="13503"/>
                  </a:lnTo>
                  <a:cubicBezTo>
                    <a:pt x="64114" y="13458"/>
                    <a:pt x="64166" y="13360"/>
                    <a:pt x="64166" y="13313"/>
                  </a:cubicBezTo>
                  <a:cubicBezTo>
                    <a:pt x="64136" y="13253"/>
                    <a:pt x="64136" y="13192"/>
                    <a:pt x="64136" y="13131"/>
                  </a:cubicBezTo>
                  <a:close/>
                  <a:moveTo>
                    <a:pt x="37313" y="13518"/>
                  </a:moveTo>
                  <a:cubicBezTo>
                    <a:pt x="37337" y="13518"/>
                    <a:pt x="37357" y="13562"/>
                    <a:pt x="37357" y="13587"/>
                  </a:cubicBezTo>
                  <a:cubicBezTo>
                    <a:pt x="37357" y="13617"/>
                    <a:pt x="37205" y="13678"/>
                    <a:pt x="37023" y="13709"/>
                  </a:cubicBezTo>
                  <a:lnTo>
                    <a:pt x="36871" y="13739"/>
                  </a:lnTo>
                  <a:lnTo>
                    <a:pt x="36719" y="13739"/>
                  </a:lnTo>
                  <a:cubicBezTo>
                    <a:pt x="36567" y="13739"/>
                    <a:pt x="36384" y="13769"/>
                    <a:pt x="36324" y="13769"/>
                  </a:cubicBezTo>
                  <a:lnTo>
                    <a:pt x="36202" y="13769"/>
                  </a:lnTo>
                  <a:cubicBezTo>
                    <a:pt x="36172" y="13739"/>
                    <a:pt x="36202" y="13678"/>
                    <a:pt x="36232" y="13648"/>
                  </a:cubicBezTo>
                  <a:cubicBezTo>
                    <a:pt x="36253" y="13648"/>
                    <a:pt x="36340" y="13675"/>
                    <a:pt x="36406" y="13675"/>
                  </a:cubicBezTo>
                  <a:cubicBezTo>
                    <a:pt x="36438" y="13675"/>
                    <a:pt x="36465" y="13668"/>
                    <a:pt x="36476" y="13648"/>
                  </a:cubicBezTo>
                  <a:cubicBezTo>
                    <a:pt x="36476" y="13587"/>
                    <a:pt x="36810" y="13587"/>
                    <a:pt x="36901" y="13587"/>
                  </a:cubicBezTo>
                  <a:lnTo>
                    <a:pt x="37235" y="13587"/>
                  </a:lnTo>
                  <a:lnTo>
                    <a:pt x="37266" y="13557"/>
                  </a:lnTo>
                  <a:lnTo>
                    <a:pt x="37296" y="13526"/>
                  </a:lnTo>
                  <a:cubicBezTo>
                    <a:pt x="37302" y="13520"/>
                    <a:pt x="37308" y="13518"/>
                    <a:pt x="37313" y="13518"/>
                  </a:cubicBezTo>
                  <a:close/>
                  <a:moveTo>
                    <a:pt x="45716" y="13405"/>
                  </a:moveTo>
                  <a:cubicBezTo>
                    <a:pt x="45868" y="13435"/>
                    <a:pt x="45929" y="13709"/>
                    <a:pt x="45807" y="13739"/>
                  </a:cubicBezTo>
                  <a:cubicBezTo>
                    <a:pt x="45761" y="13769"/>
                    <a:pt x="45708" y="13785"/>
                    <a:pt x="45655" y="13785"/>
                  </a:cubicBezTo>
                  <a:cubicBezTo>
                    <a:pt x="45602" y="13785"/>
                    <a:pt x="45549" y="13769"/>
                    <a:pt x="45503" y="13739"/>
                  </a:cubicBezTo>
                  <a:cubicBezTo>
                    <a:pt x="45412" y="13709"/>
                    <a:pt x="45290" y="13526"/>
                    <a:pt x="45442" y="13405"/>
                  </a:cubicBezTo>
                  <a:close/>
                  <a:moveTo>
                    <a:pt x="54895" y="13283"/>
                  </a:moveTo>
                  <a:cubicBezTo>
                    <a:pt x="54926" y="13313"/>
                    <a:pt x="54895" y="13374"/>
                    <a:pt x="54895" y="13405"/>
                  </a:cubicBezTo>
                  <a:cubicBezTo>
                    <a:pt x="54865" y="13435"/>
                    <a:pt x="54895" y="13496"/>
                    <a:pt x="54987" y="13526"/>
                  </a:cubicBezTo>
                  <a:lnTo>
                    <a:pt x="55078" y="13587"/>
                  </a:lnTo>
                  <a:cubicBezTo>
                    <a:pt x="55108" y="13617"/>
                    <a:pt x="55230" y="13709"/>
                    <a:pt x="55108" y="13769"/>
                  </a:cubicBezTo>
                  <a:lnTo>
                    <a:pt x="55017" y="13830"/>
                  </a:lnTo>
                  <a:cubicBezTo>
                    <a:pt x="54956" y="13769"/>
                    <a:pt x="54895" y="13678"/>
                    <a:pt x="54835" y="13587"/>
                  </a:cubicBezTo>
                  <a:lnTo>
                    <a:pt x="54804" y="13526"/>
                  </a:lnTo>
                  <a:cubicBezTo>
                    <a:pt x="54652" y="13405"/>
                    <a:pt x="54652" y="13344"/>
                    <a:pt x="54865" y="13283"/>
                  </a:cubicBezTo>
                  <a:close/>
                  <a:moveTo>
                    <a:pt x="68634" y="12979"/>
                  </a:moveTo>
                  <a:cubicBezTo>
                    <a:pt x="69090" y="13040"/>
                    <a:pt x="69516" y="13070"/>
                    <a:pt x="69546" y="13070"/>
                  </a:cubicBezTo>
                  <a:lnTo>
                    <a:pt x="69576" y="13070"/>
                  </a:lnTo>
                  <a:cubicBezTo>
                    <a:pt x="69615" y="13045"/>
                    <a:pt x="69648" y="13035"/>
                    <a:pt x="69678" y="13035"/>
                  </a:cubicBezTo>
                  <a:cubicBezTo>
                    <a:pt x="69719" y="13035"/>
                    <a:pt x="69754" y="13053"/>
                    <a:pt x="69789" y="13070"/>
                  </a:cubicBezTo>
                  <a:cubicBezTo>
                    <a:pt x="69941" y="13131"/>
                    <a:pt x="69728" y="13222"/>
                    <a:pt x="69789" y="13253"/>
                  </a:cubicBezTo>
                  <a:lnTo>
                    <a:pt x="69850" y="13313"/>
                  </a:lnTo>
                  <a:cubicBezTo>
                    <a:pt x="69911" y="13374"/>
                    <a:pt x="69880" y="13435"/>
                    <a:pt x="69820" y="13435"/>
                  </a:cubicBezTo>
                  <a:lnTo>
                    <a:pt x="69850" y="13435"/>
                  </a:lnTo>
                  <a:cubicBezTo>
                    <a:pt x="69759" y="13435"/>
                    <a:pt x="69759" y="13769"/>
                    <a:pt x="69728" y="13830"/>
                  </a:cubicBezTo>
                  <a:cubicBezTo>
                    <a:pt x="69724" y="13834"/>
                    <a:pt x="69717" y="13836"/>
                    <a:pt x="69707" y="13836"/>
                  </a:cubicBezTo>
                  <a:cubicBezTo>
                    <a:pt x="69643" y="13836"/>
                    <a:pt x="69461" y="13753"/>
                    <a:pt x="69303" y="13648"/>
                  </a:cubicBezTo>
                  <a:lnTo>
                    <a:pt x="69121" y="13496"/>
                  </a:lnTo>
                  <a:lnTo>
                    <a:pt x="68969" y="13374"/>
                  </a:lnTo>
                  <a:cubicBezTo>
                    <a:pt x="68896" y="13287"/>
                    <a:pt x="68830" y="13249"/>
                    <a:pt x="68782" y="13249"/>
                  </a:cubicBezTo>
                  <a:cubicBezTo>
                    <a:pt x="68728" y="13249"/>
                    <a:pt x="68695" y="13295"/>
                    <a:pt x="68695" y="13374"/>
                  </a:cubicBezTo>
                  <a:lnTo>
                    <a:pt x="68421" y="13344"/>
                  </a:lnTo>
                  <a:lnTo>
                    <a:pt x="68391" y="13344"/>
                  </a:lnTo>
                  <a:cubicBezTo>
                    <a:pt x="68269" y="13405"/>
                    <a:pt x="68117" y="13465"/>
                    <a:pt x="67965" y="13526"/>
                  </a:cubicBezTo>
                  <a:lnTo>
                    <a:pt x="67874" y="13496"/>
                  </a:lnTo>
                  <a:lnTo>
                    <a:pt x="67783" y="13465"/>
                  </a:lnTo>
                  <a:cubicBezTo>
                    <a:pt x="67662" y="13435"/>
                    <a:pt x="67540" y="13435"/>
                    <a:pt x="67418" y="13405"/>
                  </a:cubicBezTo>
                  <a:lnTo>
                    <a:pt x="67236" y="13405"/>
                  </a:lnTo>
                  <a:cubicBezTo>
                    <a:pt x="67212" y="13419"/>
                    <a:pt x="67193" y="13425"/>
                    <a:pt x="67178" y="13425"/>
                  </a:cubicBezTo>
                  <a:cubicBezTo>
                    <a:pt x="67094" y="13425"/>
                    <a:pt x="67124" y="13243"/>
                    <a:pt x="67175" y="13192"/>
                  </a:cubicBezTo>
                  <a:cubicBezTo>
                    <a:pt x="67188" y="13166"/>
                    <a:pt x="67223" y="13157"/>
                    <a:pt x="67261" y="13157"/>
                  </a:cubicBezTo>
                  <a:cubicBezTo>
                    <a:pt x="67312" y="13157"/>
                    <a:pt x="67370" y="13174"/>
                    <a:pt x="67388" y="13192"/>
                  </a:cubicBezTo>
                  <a:cubicBezTo>
                    <a:pt x="67391" y="13195"/>
                    <a:pt x="67396" y="13197"/>
                    <a:pt x="67403" y="13197"/>
                  </a:cubicBezTo>
                  <a:cubicBezTo>
                    <a:pt x="67456" y="13197"/>
                    <a:pt x="67607" y="13094"/>
                    <a:pt x="67662" y="13040"/>
                  </a:cubicBezTo>
                  <a:cubicBezTo>
                    <a:pt x="67677" y="13032"/>
                    <a:pt x="67698" y="13028"/>
                    <a:pt x="67723" y="13028"/>
                  </a:cubicBezTo>
                  <a:cubicBezTo>
                    <a:pt x="67798" y="13028"/>
                    <a:pt x="67912" y="13063"/>
                    <a:pt x="68026" y="13131"/>
                  </a:cubicBezTo>
                  <a:lnTo>
                    <a:pt x="68209" y="13101"/>
                  </a:lnTo>
                  <a:lnTo>
                    <a:pt x="68634" y="12979"/>
                  </a:lnTo>
                  <a:close/>
                  <a:moveTo>
                    <a:pt x="42737" y="13526"/>
                  </a:moveTo>
                  <a:cubicBezTo>
                    <a:pt x="42798" y="13526"/>
                    <a:pt x="43011" y="13709"/>
                    <a:pt x="43011" y="13769"/>
                  </a:cubicBezTo>
                  <a:cubicBezTo>
                    <a:pt x="43011" y="13830"/>
                    <a:pt x="42919" y="13861"/>
                    <a:pt x="42798" y="13861"/>
                  </a:cubicBezTo>
                  <a:lnTo>
                    <a:pt x="42737" y="13830"/>
                  </a:lnTo>
                  <a:lnTo>
                    <a:pt x="42646" y="13769"/>
                  </a:lnTo>
                  <a:cubicBezTo>
                    <a:pt x="42615" y="13648"/>
                    <a:pt x="42646" y="13557"/>
                    <a:pt x="42737" y="13557"/>
                  </a:cubicBezTo>
                  <a:lnTo>
                    <a:pt x="42737" y="13526"/>
                  </a:lnTo>
                  <a:close/>
                  <a:moveTo>
                    <a:pt x="43658" y="13514"/>
                  </a:moveTo>
                  <a:cubicBezTo>
                    <a:pt x="43728" y="13514"/>
                    <a:pt x="43771" y="13529"/>
                    <a:pt x="43771" y="13557"/>
                  </a:cubicBezTo>
                  <a:lnTo>
                    <a:pt x="43771" y="13678"/>
                  </a:lnTo>
                  <a:cubicBezTo>
                    <a:pt x="43771" y="13769"/>
                    <a:pt x="43710" y="13830"/>
                    <a:pt x="43649" y="13861"/>
                  </a:cubicBezTo>
                  <a:lnTo>
                    <a:pt x="43619" y="13861"/>
                  </a:lnTo>
                  <a:cubicBezTo>
                    <a:pt x="43193" y="13769"/>
                    <a:pt x="43102" y="13709"/>
                    <a:pt x="43163" y="13678"/>
                  </a:cubicBezTo>
                  <a:lnTo>
                    <a:pt x="43315" y="13587"/>
                  </a:lnTo>
                  <a:cubicBezTo>
                    <a:pt x="43448" y="13537"/>
                    <a:pt x="43573" y="13514"/>
                    <a:pt x="43658" y="13514"/>
                  </a:cubicBezTo>
                  <a:close/>
                  <a:moveTo>
                    <a:pt x="23894" y="13214"/>
                  </a:moveTo>
                  <a:cubicBezTo>
                    <a:pt x="23911" y="13214"/>
                    <a:pt x="23930" y="13217"/>
                    <a:pt x="23953" y="13222"/>
                  </a:cubicBezTo>
                  <a:cubicBezTo>
                    <a:pt x="23983" y="13222"/>
                    <a:pt x="24013" y="13313"/>
                    <a:pt x="24013" y="13344"/>
                  </a:cubicBezTo>
                  <a:cubicBezTo>
                    <a:pt x="24013" y="13344"/>
                    <a:pt x="23922" y="13374"/>
                    <a:pt x="23922" y="13405"/>
                  </a:cubicBezTo>
                  <a:lnTo>
                    <a:pt x="23892" y="13496"/>
                  </a:lnTo>
                  <a:cubicBezTo>
                    <a:pt x="24044" y="13557"/>
                    <a:pt x="24135" y="13648"/>
                    <a:pt x="24044" y="13678"/>
                  </a:cubicBezTo>
                  <a:lnTo>
                    <a:pt x="23953" y="13678"/>
                  </a:lnTo>
                  <a:cubicBezTo>
                    <a:pt x="23892" y="13678"/>
                    <a:pt x="23801" y="13557"/>
                    <a:pt x="23801" y="13526"/>
                  </a:cubicBezTo>
                  <a:cubicBezTo>
                    <a:pt x="23770" y="13465"/>
                    <a:pt x="23770" y="13435"/>
                    <a:pt x="23740" y="13435"/>
                  </a:cubicBezTo>
                  <a:cubicBezTo>
                    <a:pt x="23709" y="13557"/>
                    <a:pt x="23709" y="13678"/>
                    <a:pt x="23709" y="13800"/>
                  </a:cubicBezTo>
                  <a:cubicBezTo>
                    <a:pt x="23709" y="13861"/>
                    <a:pt x="23664" y="13876"/>
                    <a:pt x="23607" y="13876"/>
                  </a:cubicBezTo>
                  <a:cubicBezTo>
                    <a:pt x="23550" y="13876"/>
                    <a:pt x="23481" y="13861"/>
                    <a:pt x="23436" y="13861"/>
                  </a:cubicBezTo>
                  <a:cubicBezTo>
                    <a:pt x="23345" y="13861"/>
                    <a:pt x="23405" y="13800"/>
                    <a:pt x="23618" y="13769"/>
                  </a:cubicBezTo>
                  <a:lnTo>
                    <a:pt x="23466" y="13648"/>
                  </a:lnTo>
                  <a:cubicBezTo>
                    <a:pt x="23375" y="13557"/>
                    <a:pt x="23497" y="13496"/>
                    <a:pt x="23466" y="13435"/>
                  </a:cubicBezTo>
                  <a:lnTo>
                    <a:pt x="23375" y="13283"/>
                  </a:lnTo>
                  <a:cubicBezTo>
                    <a:pt x="23421" y="13237"/>
                    <a:pt x="23474" y="13215"/>
                    <a:pt x="23527" y="13215"/>
                  </a:cubicBezTo>
                  <a:cubicBezTo>
                    <a:pt x="23580" y="13215"/>
                    <a:pt x="23633" y="13237"/>
                    <a:pt x="23679" y="13283"/>
                  </a:cubicBezTo>
                  <a:cubicBezTo>
                    <a:pt x="23700" y="13305"/>
                    <a:pt x="23737" y="13326"/>
                    <a:pt x="23768" y="13326"/>
                  </a:cubicBezTo>
                  <a:cubicBezTo>
                    <a:pt x="23780" y="13326"/>
                    <a:pt x="23792" y="13322"/>
                    <a:pt x="23801" y="13313"/>
                  </a:cubicBezTo>
                  <a:cubicBezTo>
                    <a:pt x="23801" y="13264"/>
                    <a:pt x="23821" y="13214"/>
                    <a:pt x="23894" y="13214"/>
                  </a:cubicBezTo>
                  <a:close/>
                  <a:moveTo>
                    <a:pt x="11458" y="13515"/>
                  </a:moveTo>
                  <a:cubicBezTo>
                    <a:pt x="11477" y="13515"/>
                    <a:pt x="11498" y="13519"/>
                    <a:pt x="11521" y="13526"/>
                  </a:cubicBezTo>
                  <a:cubicBezTo>
                    <a:pt x="11551" y="13526"/>
                    <a:pt x="11551" y="13557"/>
                    <a:pt x="11551" y="13617"/>
                  </a:cubicBezTo>
                  <a:cubicBezTo>
                    <a:pt x="11581" y="13709"/>
                    <a:pt x="11581" y="13769"/>
                    <a:pt x="11460" y="13769"/>
                  </a:cubicBezTo>
                  <a:cubicBezTo>
                    <a:pt x="11369" y="13800"/>
                    <a:pt x="11308" y="13830"/>
                    <a:pt x="11247" y="13861"/>
                  </a:cubicBezTo>
                  <a:lnTo>
                    <a:pt x="11126" y="13891"/>
                  </a:lnTo>
                  <a:cubicBezTo>
                    <a:pt x="11106" y="13894"/>
                    <a:pt x="11089" y="13896"/>
                    <a:pt x="11072" y="13896"/>
                  </a:cubicBezTo>
                  <a:cubicBezTo>
                    <a:pt x="10932" y="13896"/>
                    <a:pt x="10889" y="13784"/>
                    <a:pt x="10943" y="13648"/>
                  </a:cubicBezTo>
                  <a:lnTo>
                    <a:pt x="10943" y="13648"/>
                  </a:lnTo>
                  <a:lnTo>
                    <a:pt x="11186" y="13678"/>
                  </a:lnTo>
                  <a:cubicBezTo>
                    <a:pt x="11247" y="13678"/>
                    <a:pt x="11308" y="13678"/>
                    <a:pt x="11369" y="13617"/>
                  </a:cubicBezTo>
                  <a:cubicBezTo>
                    <a:pt x="11369" y="13549"/>
                    <a:pt x="11403" y="13515"/>
                    <a:pt x="11458" y="13515"/>
                  </a:cubicBezTo>
                  <a:close/>
                  <a:moveTo>
                    <a:pt x="55716" y="13587"/>
                  </a:moveTo>
                  <a:lnTo>
                    <a:pt x="55959" y="13648"/>
                  </a:lnTo>
                  <a:cubicBezTo>
                    <a:pt x="55971" y="13654"/>
                    <a:pt x="55985" y="13656"/>
                    <a:pt x="55999" y="13656"/>
                  </a:cubicBezTo>
                  <a:cubicBezTo>
                    <a:pt x="56056" y="13656"/>
                    <a:pt x="56129" y="13617"/>
                    <a:pt x="56202" y="13617"/>
                  </a:cubicBezTo>
                  <a:lnTo>
                    <a:pt x="56294" y="13617"/>
                  </a:lnTo>
                  <a:cubicBezTo>
                    <a:pt x="56334" y="13617"/>
                    <a:pt x="56442" y="13604"/>
                    <a:pt x="56528" y="13604"/>
                  </a:cubicBezTo>
                  <a:cubicBezTo>
                    <a:pt x="56570" y="13604"/>
                    <a:pt x="56608" y="13607"/>
                    <a:pt x="56628" y="13617"/>
                  </a:cubicBezTo>
                  <a:cubicBezTo>
                    <a:pt x="56658" y="13648"/>
                    <a:pt x="56871" y="13800"/>
                    <a:pt x="56810" y="13830"/>
                  </a:cubicBezTo>
                  <a:cubicBezTo>
                    <a:pt x="56802" y="13847"/>
                    <a:pt x="56789" y="13855"/>
                    <a:pt x="56772" y="13855"/>
                  </a:cubicBezTo>
                  <a:cubicBezTo>
                    <a:pt x="56729" y="13855"/>
                    <a:pt x="56663" y="13805"/>
                    <a:pt x="56598" y="13739"/>
                  </a:cubicBezTo>
                  <a:lnTo>
                    <a:pt x="56385" y="13861"/>
                  </a:lnTo>
                  <a:lnTo>
                    <a:pt x="56202" y="13921"/>
                  </a:lnTo>
                  <a:cubicBezTo>
                    <a:pt x="55868" y="13891"/>
                    <a:pt x="55655" y="13739"/>
                    <a:pt x="55716" y="13587"/>
                  </a:cubicBezTo>
                  <a:close/>
                  <a:moveTo>
                    <a:pt x="57848" y="13412"/>
                  </a:moveTo>
                  <a:cubicBezTo>
                    <a:pt x="57905" y="13412"/>
                    <a:pt x="57965" y="13420"/>
                    <a:pt x="57996" y="13435"/>
                  </a:cubicBezTo>
                  <a:cubicBezTo>
                    <a:pt x="58087" y="13465"/>
                    <a:pt x="58208" y="13496"/>
                    <a:pt x="58300" y="13496"/>
                  </a:cubicBezTo>
                  <a:cubicBezTo>
                    <a:pt x="58349" y="13471"/>
                    <a:pt x="58537" y="13427"/>
                    <a:pt x="58640" y="13427"/>
                  </a:cubicBezTo>
                  <a:cubicBezTo>
                    <a:pt x="58664" y="13427"/>
                    <a:pt x="58683" y="13429"/>
                    <a:pt x="58695" y="13435"/>
                  </a:cubicBezTo>
                  <a:cubicBezTo>
                    <a:pt x="58725" y="13496"/>
                    <a:pt x="58512" y="13617"/>
                    <a:pt x="58208" y="13739"/>
                  </a:cubicBezTo>
                  <a:lnTo>
                    <a:pt x="58056" y="13617"/>
                  </a:lnTo>
                  <a:lnTo>
                    <a:pt x="58026" y="13617"/>
                  </a:lnTo>
                  <a:cubicBezTo>
                    <a:pt x="58026" y="13596"/>
                    <a:pt x="57996" y="13574"/>
                    <a:pt x="57946" y="13574"/>
                  </a:cubicBezTo>
                  <a:cubicBezTo>
                    <a:pt x="57925" y="13574"/>
                    <a:pt x="57901" y="13578"/>
                    <a:pt x="57874" y="13587"/>
                  </a:cubicBezTo>
                  <a:cubicBezTo>
                    <a:pt x="57753" y="13678"/>
                    <a:pt x="57661" y="13800"/>
                    <a:pt x="57601" y="13921"/>
                  </a:cubicBezTo>
                  <a:lnTo>
                    <a:pt x="57479" y="13921"/>
                  </a:lnTo>
                  <a:cubicBezTo>
                    <a:pt x="57418" y="13921"/>
                    <a:pt x="57388" y="13830"/>
                    <a:pt x="57388" y="13769"/>
                  </a:cubicBezTo>
                  <a:cubicBezTo>
                    <a:pt x="57418" y="13739"/>
                    <a:pt x="57236" y="13739"/>
                    <a:pt x="57175" y="13739"/>
                  </a:cubicBezTo>
                  <a:cubicBezTo>
                    <a:pt x="57114" y="13739"/>
                    <a:pt x="57053" y="13709"/>
                    <a:pt x="57053" y="13709"/>
                  </a:cubicBezTo>
                  <a:cubicBezTo>
                    <a:pt x="57114" y="13648"/>
                    <a:pt x="57175" y="13557"/>
                    <a:pt x="57266" y="13496"/>
                  </a:cubicBezTo>
                  <a:cubicBezTo>
                    <a:pt x="57278" y="13490"/>
                    <a:pt x="57293" y="13488"/>
                    <a:pt x="57310" y="13488"/>
                  </a:cubicBezTo>
                  <a:cubicBezTo>
                    <a:pt x="57382" y="13488"/>
                    <a:pt x="57491" y="13532"/>
                    <a:pt x="57540" y="13557"/>
                  </a:cubicBezTo>
                  <a:cubicBezTo>
                    <a:pt x="57544" y="13561"/>
                    <a:pt x="57550" y="13563"/>
                    <a:pt x="57557" y="13563"/>
                  </a:cubicBezTo>
                  <a:cubicBezTo>
                    <a:pt x="57602" y="13563"/>
                    <a:pt x="57696" y="13488"/>
                    <a:pt x="57722" y="13435"/>
                  </a:cubicBezTo>
                  <a:cubicBezTo>
                    <a:pt x="57737" y="13420"/>
                    <a:pt x="57791" y="13412"/>
                    <a:pt x="57848" y="13412"/>
                  </a:cubicBezTo>
                  <a:close/>
                  <a:moveTo>
                    <a:pt x="59819" y="13526"/>
                  </a:moveTo>
                  <a:cubicBezTo>
                    <a:pt x="59880" y="13526"/>
                    <a:pt x="60063" y="13617"/>
                    <a:pt x="60032" y="13617"/>
                  </a:cubicBezTo>
                  <a:cubicBezTo>
                    <a:pt x="60032" y="13648"/>
                    <a:pt x="60063" y="13678"/>
                    <a:pt x="60154" y="13678"/>
                  </a:cubicBezTo>
                  <a:lnTo>
                    <a:pt x="60215" y="13739"/>
                  </a:lnTo>
                  <a:cubicBezTo>
                    <a:pt x="60275" y="13800"/>
                    <a:pt x="60519" y="13769"/>
                    <a:pt x="60397" y="13891"/>
                  </a:cubicBezTo>
                  <a:cubicBezTo>
                    <a:pt x="60336" y="13921"/>
                    <a:pt x="60275" y="13937"/>
                    <a:pt x="60215" y="13937"/>
                  </a:cubicBezTo>
                  <a:cubicBezTo>
                    <a:pt x="60154" y="13937"/>
                    <a:pt x="60093" y="13921"/>
                    <a:pt x="60032" y="13891"/>
                  </a:cubicBezTo>
                  <a:lnTo>
                    <a:pt x="59911" y="13800"/>
                  </a:lnTo>
                  <a:cubicBezTo>
                    <a:pt x="59759" y="13648"/>
                    <a:pt x="59728" y="13526"/>
                    <a:pt x="59819" y="13526"/>
                  </a:cubicBezTo>
                  <a:close/>
                  <a:moveTo>
                    <a:pt x="41743" y="13044"/>
                  </a:moveTo>
                  <a:cubicBezTo>
                    <a:pt x="41801" y="13044"/>
                    <a:pt x="41865" y="13080"/>
                    <a:pt x="41886" y="13101"/>
                  </a:cubicBezTo>
                  <a:cubicBezTo>
                    <a:pt x="41916" y="13131"/>
                    <a:pt x="41856" y="13253"/>
                    <a:pt x="41795" y="13313"/>
                  </a:cubicBezTo>
                  <a:cubicBezTo>
                    <a:pt x="41734" y="13344"/>
                    <a:pt x="41795" y="13435"/>
                    <a:pt x="41886" y="13496"/>
                  </a:cubicBezTo>
                  <a:lnTo>
                    <a:pt x="42068" y="13496"/>
                  </a:lnTo>
                  <a:cubicBezTo>
                    <a:pt x="42099" y="13481"/>
                    <a:pt x="42152" y="13473"/>
                    <a:pt x="42198" y="13473"/>
                  </a:cubicBezTo>
                  <a:cubicBezTo>
                    <a:pt x="42243" y="13473"/>
                    <a:pt x="42281" y="13481"/>
                    <a:pt x="42281" y="13496"/>
                  </a:cubicBezTo>
                  <a:lnTo>
                    <a:pt x="42342" y="13587"/>
                  </a:lnTo>
                  <a:cubicBezTo>
                    <a:pt x="42433" y="13617"/>
                    <a:pt x="42433" y="13678"/>
                    <a:pt x="42342" y="13678"/>
                  </a:cubicBezTo>
                  <a:lnTo>
                    <a:pt x="42160" y="13678"/>
                  </a:lnTo>
                  <a:cubicBezTo>
                    <a:pt x="42068" y="13709"/>
                    <a:pt x="42008" y="13830"/>
                    <a:pt x="42038" y="13921"/>
                  </a:cubicBezTo>
                  <a:lnTo>
                    <a:pt x="41886" y="13921"/>
                  </a:lnTo>
                  <a:cubicBezTo>
                    <a:pt x="41734" y="13921"/>
                    <a:pt x="41825" y="13800"/>
                    <a:pt x="41795" y="13739"/>
                  </a:cubicBezTo>
                  <a:cubicBezTo>
                    <a:pt x="41704" y="13709"/>
                    <a:pt x="41612" y="13678"/>
                    <a:pt x="41521" y="13678"/>
                  </a:cubicBezTo>
                  <a:cubicBezTo>
                    <a:pt x="41460" y="13678"/>
                    <a:pt x="41400" y="13709"/>
                    <a:pt x="41400" y="13739"/>
                  </a:cubicBezTo>
                  <a:lnTo>
                    <a:pt x="41460" y="13739"/>
                  </a:lnTo>
                  <a:lnTo>
                    <a:pt x="41460" y="13769"/>
                  </a:lnTo>
                  <a:cubicBezTo>
                    <a:pt x="41491" y="13830"/>
                    <a:pt x="41460" y="13891"/>
                    <a:pt x="41400" y="13891"/>
                  </a:cubicBezTo>
                  <a:lnTo>
                    <a:pt x="41339" y="13891"/>
                  </a:lnTo>
                  <a:cubicBezTo>
                    <a:pt x="41217" y="13891"/>
                    <a:pt x="41126" y="13830"/>
                    <a:pt x="41035" y="13830"/>
                  </a:cubicBezTo>
                  <a:cubicBezTo>
                    <a:pt x="40974" y="13830"/>
                    <a:pt x="40913" y="13861"/>
                    <a:pt x="40913" y="13921"/>
                  </a:cubicBezTo>
                  <a:cubicBezTo>
                    <a:pt x="40894" y="13979"/>
                    <a:pt x="40850" y="14000"/>
                    <a:pt x="40805" y="14000"/>
                  </a:cubicBezTo>
                  <a:cubicBezTo>
                    <a:pt x="40780" y="14000"/>
                    <a:pt x="40753" y="13993"/>
                    <a:pt x="40731" y="13982"/>
                  </a:cubicBezTo>
                  <a:lnTo>
                    <a:pt x="40701" y="13952"/>
                  </a:lnTo>
                  <a:cubicBezTo>
                    <a:pt x="40701" y="13921"/>
                    <a:pt x="40594" y="13906"/>
                    <a:pt x="40427" y="13906"/>
                  </a:cubicBezTo>
                  <a:cubicBezTo>
                    <a:pt x="40424" y="13906"/>
                    <a:pt x="40420" y="13906"/>
                    <a:pt x="40417" y="13906"/>
                  </a:cubicBezTo>
                  <a:lnTo>
                    <a:pt x="40417" y="13906"/>
                  </a:lnTo>
                  <a:lnTo>
                    <a:pt x="40397" y="13921"/>
                  </a:lnTo>
                  <a:cubicBezTo>
                    <a:pt x="40376" y="13917"/>
                    <a:pt x="40356" y="13913"/>
                    <a:pt x="40335" y="13908"/>
                  </a:cubicBezTo>
                  <a:lnTo>
                    <a:pt x="40335" y="13908"/>
                  </a:lnTo>
                  <a:cubicBezTo>
                    <a:pt x="40181" y="13912"/>
                    <a:pt x="39990" y="13927"/>
                    <a:pt x="39789" y="13952"/>
                  </a:cubicBezTo>
                  <a:lnTo>
                    <a:pt x="39667" y="13921"/>
                  </a:lnTo>
                  <a:lnTo>
                    <a:pt x="39454" y="13861"/>
                  </a:lnTo>
                  <a:cubicBezTo>
                    <a:pt x="39439" y="13921"/>
                    <a:pt x="39409" y="13952"/>
                    <a:pt x="39371" y="13952"/>
                  </a:cubicBezTo>
                  <a:cubicBezTo>
                    <a:pt x="39333" y="13952"/>
                    <a:pt x="39287" y="13921"/>
                    <a:pt x="39242" y="13861"/>
                  </a:cubicBezTo>
                  <a:lnTo>
                    <a:pt x="39150" y="13800"/>
                  </a:lnTo>
                  <a:lnTo>
                    <a:pt x="38998" y="13709"/>
                  </a:lnTo>
                  <a:cubicBezTo>
                    <a:pt x="39029" y="13617"/>
                    <a:pt x="39059" y="13526"/>
                    <a:pt x="39090" y="13435"/>
                  </a:cubicBezTo>
                  <a:lnTo>
                    <a:pt x="39181" y="13435"/>
                  </a:lnTo>
                  <a:cubicBezTo>
                    <a:pt x="39242" y="13496"/>
                    <a:pt x="39333" y="13587"/>
                    <a:pt x="39394" y="13678"/>
                  </a:cubicBezTo>
                  <a:lnTo>
                    <a:pt x="39576" y="13587"/>
                  </a:lnTo>
                  <a:lnTo>
                    <a:pt x="39637" y="13587"/>
                  </a:lnTo>
                  <a:cubicBezTo>
                    <a:pt x="39653" y="13590"/>
                    <a:pt x="39668" y="13592"/>
                    <a:pt x="39682" y="13592"/>
                  </a:cubicBezTo>
                  <a:cubicBezTo>
                    <a:pt x="39795" y="13592"/>
                    <a:pt x="39816" y="13489"/>
                    <a:pt x="39789" y="13435"/>
                  </a:cubicBezTo>
                  <a:cubicBezTo>
                    <a:pt x="39746" y="13414"/>
                    <a:pt x="39703" y="13392"/>
                    <a:pt x="39670" y="13392"/>
                  </a:cubicBezTo>
                  <a:cubicBezTo>
                    <a:pt x="39657" y="13392"/>
                    <a:pt x="39646" y="13396"/>
                    <a:pt x="39637" y="13405"/>
                  </a:cubicBezTo>
                  <a:lnTo>
                    <a:pt x="39576" y="13405"/>
                  </a:lnTo>
                  <a:cubicBezTo>
                    <a:pt x="39515" y="13405"/>
                    <a:pt x="39485" y="13405"/>
                    <a:pt x="39454" y="13344"/>
                  </a:cubicBezTo>
                  <a:cubicBezTo>
                    <a:pt x="39454" y="13313"/>
                    <a:pt x="39485" y="13253"/>
                    <a:pt x="39515" y="13253"/>
                  </a:cubicBezTo>
                  <a:lnTo>
                    <a:pt x="39637" y="13253"/>
                  </a:lnTo>
                  <a:cubicBezTo>
                    <a:pt x="39700" y="13240"/>
                    <a:pt x="39757" y="13233"/>
                    <a:pt x="39812" y="13233"/>
                  </a:cubicBezTo>
                  <a:cubicBezTo>
                    <a:pt x="39889" y="13233"/>
                    <a:pt x="39961" y="13247"/>
                    <a:pt x="40032" y="13283"/>
                  </a:cubicBezTo>
                  <a:lnTo>
                    <a:pt x="40032" y="13374"/>
                  </a:lnTo>
                  <a:cubicBezTo>
                    <a:pt x="40001" y="13496"/>
                    <a:pt x="40123" y="13648"/>
                    <a:pt x="40184" y="13678"/>
                  </a:cubicBezTo>
                  <a:cubicBezTo>
                    <a:pt x="40336" y="13678"/>
                    <a:pt x="40488" y="13648"/>
                    <a:pt x="40640" y="13587"/>
                  </a:cubicBezTo>
                  <a:cubicBezTo>
                    <a:pt x="40668" y="13568"/>
                    <a:pt x="40688" y="13561"/>
                    <a:pt x="40701" y="13561"/>
                  </a:cubicBezTo>
                  <a:cubicBezTo>
                    <a:pt x="40731" y="13561"/>
                    <a:pt x="40731" y="13596"/>
                    <a:pt x="40731" y="13617"/>
                  </a:cubicBezTo>
                  <a:cubicBezTo>
                    <a:pt x="40688" y="13661"/>
                    <a:pt x="40660" y="13704"/>
                    <a:pt x="40625" y="13737"/>
                  </a:cubicBezTo>
                  <a:lnTo>
                    <a:pt x="40625" y="13737"/>
                  </a:lnTo>
                  <a:cubicBezTo>
                    <a:pt x="40550" y="13728"/>
                    <a:pt x="40473" y="13724"/>
                    <a:pt x="40397" y="13724"/>
                  </a:cubicBezTo>
                  <a:cubicBezTo>
                    <a:pt x="40252" y="13724"/>
                    <a:pt x="40108" y="13739"/>
                    <a:pt x="39971" y="13769"/>
                  </a:cubicBezTo>
                  <a:cubicBezTo>
                    <a:pt x="40076" y="13822"/>
                    <a:pt x="40204" y="13875"/>
                    <a:pt x="40335" y="13908"/>
                  </a:cubicBezTo>
                  <a:lnTo>
                    <a:pt x="40335" y="13908"/>
                  </a:lnTo>
                  <a:cubicBezTo>
                    <a:pt x="40364" y="13907"/>
                    <a:pt x="40391" y="13906"/>
                    <a:pt x="40417" y="13906"/>
                  </a:cubicBezTo>
                  <a:lnTo>
                    <a:pt x="40417" y="13906"/>
                  </a:lnTo>
                  <a:lnTo>
                    <a:pt x="40518" y="13830"/>
                  </a:lnTo>
                  <a:lnTo>
                    <a:pt x="40579" y="13769"/>
                  </a:lnTo>
                  <a:cubicBezTo>
                    <a:pt x="40596" y="13761"/>
                    <a:pt x="40611" y="13750"/>
                    <a:pt x="40625" y="13737"/>
                  </a:cubicBezTo>
                  <a:lnTo>
                    <a:pt x="40625" y="13737"/>
                  </a:lnTo>
                  <a:cubicBezTo>
                    <a:pt x="40692" y="13744"/>
                    <a:pt x="40758" y="13755"/>
                    <a:pt x="40822" y="13769"/>
                  </a:cubicBezTo>
                  <a:lnTo>
                    <a:pt x="40822" y="13739"/>
                  </a:lnTo>
                  <a:cubicBezTo>
                    <a:pt x="40883" y="13587"/>
                    <a:pt x="40974" y="13557"/>
                    <a:pt x="41126" y="13557"/>
                  </a:cubicBezTo>
                  <a:lnTo>
                    <a:pt x="41156" y="13557"/>
                  </a:lnTo>
                  <a:cubicBezTo>
                    <a:pt x="41174" y="13548"/>
                    <a:pt x="41195" y="13544"/>
                    <a:pt x="41215" y="13544"/>
                  </a:cubicBezTo>
                  <a:cubicBezTo>
                    <a:pt x="41265" y="13544"/>
                    <a:pt x="41317" y="13566"/>
                    <a:pt x="41339" y="13587"/>
                  </a:cubicBezTo>
                  <a:cubicBezTo>
                    <a:pt x="41342" y="13590"/>
                    <a:pt x="41347" y="13592"/>
                    <a:pt x="41354" y="13592"/>
                  </a:cubicBezTo>
                  <a:cubicBezTo>
                    <a:pt x="41408" y="13592"/>
                    <a:pt x="41558" y="13492"/>
                    <a:pt x="41612" y="13465"/>
                  </a:cubicBezTo>
                  <a:cubicBezTo>
                    <a:pt x="41673" y="13435"/>
                    <a:pt x="41612" y="13131"/>
                    <a:pt x="41673" y="13070"/>
                  </a:cubicBezTo>
                  <a:cubicBezTo>
                    <a:pt x="41692" y="13051"/>
                    <a:pt x="41717" y="13044"/>
                    <a:pt x="41743" y="13044"/>
                  </a:cubicBezTo>
                  <a:close/>
                  <a:moveTo>
                    <a:pt x="65716" y="13830"/>
                  </a:moveTo>
                  <a:cubicBezTo>
                    <a:pt x="65777" y="13830"/>
                    <a:pt x="65868" y="13830"/>
                    <a:pt x="65899" y="13891"/>
                  </a:cubicBezTo>
                  <a:cubicBezTo>
                    <a:pt x="65929" y="13921"/>
                    <a:pt x="65868" y="14013"/>
                    <a:pt x="65868" y="14043"/>
                  </a:cubicBezTo>
                  <a:lnTo>
                    <a:pt x="65260" y="14043"/>
                  </a:lnTo>
                  <a:cubicBezTo>
                    <a:pt x="65108" y="14013"/>
                    <a:pt x="65048" y="13982"/>
                    <a:pt x="65169" y="13982"/>
                  </a:cubicBezTo>
                  <a:lnTo>
                    <a:pt x="65139" y="13982"/>
                  </a:lnTo>
                  <a:cubicBezTo>
                    <a:pt x="65351" y="13952"/>
                    <a:pt x="65534" y="13891"/>
                    <a:pt x="65716" y="13830"/>
                  </a:cubicBezTo>
                  <a:close/>
                  <a:moveTo>
                    <a:pt x="14375" y="13605"/>
                  </a:moveTo>
                  <a:cubicBezTo>
                    <a:pt x="14388" y="13605"/>
                    <a:pt x="14399" y="13609"/>
                    <a:pt x="14408" y="13617"/>
                  </a:cubicBezTo>
                  <a:lnTo>
                    <a:pt x="14439" y="13617"/>
                  </a:lnTo>
                  <a:cubicBezTo>
                    <a:pt x="14439" y="13709"/>
                    <a:pt x="14408" y="13800"/>
                    <a:pt x="14378" y="13891"/>
                  </a:cubicBezTo>
                  <a:cubicBezTo>
                    <a:pt x="14347" y="13952"/>
                    <a:pt x="14256" y="14073"/>
                    <a:pt x="14195" y="14073"/>
                  </a:cubicBezTo>
                  <a:cubicBezTo>
                    <a:pt x="14191" y="14076"/>
                    <a:pt x="14185" y="14077"/>
                    <a:pt x="14179" y="14077"/>
                  </a:cubicBezTo>
                  <a:cubicBezTo>
                    <a:pt x="14103" y="14077"/>
                    <a:pt x="13915" y="13921"/>
                    <a:pt x="13831" y="13921"/>
                  </a:cubicBezTo>
                  <a:cubicBezTo>
                    <a:pt x="13709" y="13921"/>
                    <a:pt x="13709" y="13891"/>
                    <a:pt x="13831" y="13861"/>
                  </a:cubicBezTo>
                  <a:lnTo>
                    <a:pt x="13922" y="13891"/>
                  </a:lnTo>
                  <a:lnTo>
                    <a:pt x="14165" y="13921"/>
                  </a:lnTo>
                  <a:cubicBezTo>
                    <a:pt x="14226" y="13830"/>
                    <a:pt x="14256" y="13739"/>
                    <a:pt x="14256" y="13648"/>
                  </a:cubicBezTo>
                  <a:lnTo>
                    <a:pt x="14287" y="13648"/>
                  </a:lnTo>
                  <a:cubicBezTo>
                    <a:pt x="14308" y="13626"/>
                    <a:pt x="14345" y="13605"/>
                    <a:pt x="14375" y="13605"/>
                  </a:cubicBezTo>
                  <a:close/>
                  <a:moveTo>
                    <a:pt x="38512" y="13344"/>
                  </a:moveTo>
                  <a:cubicBezTo>
                    <a:pt x="38573" y="13405"/>
                    <a:pt x="38664" y="13496"/>
                    <a:pt x="38694" y="13526"/>
                  </a:cubicBezTo>
                  <a:lnTo>
                    <a:pt x="38725" y="13557"/>
                  </a:lnTo>
                  <a:lnTo>
                    <a:pt x="38968" y="13739"/>
                  </a:lnTo>
                  <a:cubicBezTo>
                    <a:pt x="38846" y="13830"/>
                    <a:pt x="38755" y="13982"/>
                    <a:pt x="38786" y="14013"/>
                  </a:cubicBezTo>
                  <a:cubicBezTo>
                    <a:pt x="38786" y="14043"/>
                    <a:pt x="38755" y="14073"/>
                    <a:pt x="38694" y="14073"/>
                  </a:cubicBezTo>
                  <a:lnTo>
                    <a:pt x="38573" y="14073"/>
                  </a:lnTo>
                  <a:cubicBezTo>
                    <a:pt x="38500" y="14090"/>
                    <a:pt x="38433" y="14097"/>
                    <a:pt x="38375" y="14097"/>
                  </a:cubicBezTo>
                  <a:cubicBezTo>
                    <a:pt x="38217" y="14097"/>
                    <a:pt x="38125" y="14041"/>
                    <a:pt x="38147" y="13952"/>
                  </a:cubicBezTo>
                  <a:lnTo>
                    <a:pt x="38208" y="13891"/>
                  </a:lnTo>
                  <a:lnTo>
                    <a:pt x="38299" y="13769"/>
                  </a:lnTo>
                  <a:cubicBezTo>
                    <a:pt x="38376" y="13795"/>
                    <a:pt x="38443" y="13804"/>
                    <a:pt x="38491" y="13804"/>
                  </a:cubicBezTo>
                  <a:cubicBezTo>
                    <a:pt x="38557" y="13804"/>
                    <a:pt x="38590" y="13787"/>
                    <a:pt x="38573" y="13769"/>
                  </a:cubicBezTo>
                  <a:cubicBezTo>
                    <a:pt x="38451" y="13648"/>
                    <a:pt x="38330" y="13526"/>
                    <a:pt x="38208" y="13435"/>
                  </a:cubicBezTo>
                  <a:cubicBezTo>
                    <a:pt x="38147" y="13374"/>
                    <a:pt x="38208" y="13344"/>
                    <a:pt x="38299" y="13344"/>
                  </a:cubicBezTo>
                  <a:close/>
                  <a:moveTo>
                    <a:pt x="35928" y="13557"/>
                  </a:moveTo>
                  <a:cubicBezTo>
                    <a:pt x="35959" y="13557"/>
                    <a:pt x="36020" y="13617"/>
                    <a:pt x="36050" y="13617"/>
                  </a:cubicBezTo>
                  <a:lnTo>
                    <a:pt x="35898" y="14013"/>
                  </a:lnTo>
                  <a:lnTo>
                    <a:pt x="35868" y="14104"/>
                  </a:lnTo>
                  <a:cubicBezTo>
                    <a:pt x="35861" y="14130"/>
                    <a:pt x="35836" y="14141"/>
                    <a:pt x="35800" y="14141"/>
                  </a:cubicBezTo>
                  <a:cubicBezTo>
                    <a:pt x="35762" y="14141"/>
                    <a:pt x="35712" y="14129"/>
                    <a:pt x="35657" y="14111"/>
                  </a:cubicBezTo>
                  <a:lnTo>
                    <a:pt x="35657" y="14111"/>
                  </a:lnTo>
                  <a:cubicBezTo>
                    <a:pt x="35695" y="14081"/>
                    <a:pt x="35730" y="14032"/>
                    <a:pt x="35746" y="13982"/>
                  </a:cubicBezTo>
                  <a:lnTo>
                    <a:pt x="35776" y="13891"/>
                  </a:lnTo>
                  <a:lnTo>
                    <a:pt x="35837" y="13830"/>
                  </a:lnTo>
                  <a:cubicBezTo>
                    <a:pt x="35776" y="13769"/>
                    <a:pt x="35807" y="13678"/>
                    <a:pt x="35868" y="13617"/>
                  </a:cubicBezTo>
                  <a:lnTo>
                    <a:pt x="35928" y="13557"/>
                  </a:lnTo>
                  <a:close/>
                  <a:moveTo>
                    <a:pt x="53498" y="13885"/>
                  </a:moveTo>
                  <a:cubicBezTo>
                    <a:pt x="53509" y="13885"/>
                    <a:pt x="53519" y="13887"/>
                    <a:pt x="53528" y="13891"/>
                  </a:cubicBezTo>
                  <a:lnTo>
                    <a:pt x="53680" y="13952"/>
                  </a:lnTo>
                  <a:cubicBezTo>
                    <a:pt x="53831" y="14073"/>
                    <a:pt x="53892" y="14195"/>
                    <a:pt x="53831" y="14195"/>
                  </a:cubicBezTo>
                  <a:lnTo>
                    <a:pt x="53831" y="14165"/>
                  </a:lnTo>
                  <a:cubicBezTo>
                    <a:pt x="53771" y="14165"/>
                    <a:pt x="53680" y="14134"/>
                    <a:pt x="53710" y="14104"/>
                  </a:cubicBezTo>
                  <a:cubicBezTo>
                    <a:pt x="53710" y="14073"/>
                    <a:pt x="53649" y="14043"/>
                    <a:pt x="53558" y="14043"/>
                  </a:cubicBezTo>
                  <a:lnTo>
                    <a:pt x="53406" y="14043"/>
                  </a:lnTo>
                  <a:cubicBezTo>
                    <a:pt x="53379" y="14052"/>
                    <a:pt x="53353" y="14056"/>
                    <a:pt x="53328" y="14056"/>
                  </a:cubicBezTo>
                  <a:cubicBezTo>
                    <a:pt x="53269" y="14056"/>
                    <a:pt x="53224" y="14034"/>
                    <a:pt x="53224" y="14013"/>
                  </a:cubicBezTo>
                  <a:cubicBezTo>
                    <a:pt x="53302" y="13960"/>
                    <a:pt x="53426" y="13885"/>
                    <a:pt x="53498" y="13885"/>
                  </a:cubicBezTo>
                  <a:close/>
                  <a:moveTo>
                    <a:pt x="35427" y="14058"/>
                  </a:moveTo>
                  <a:cubicBezTo>
                    <a:pt x="35465" y="14058"/>
                    <a:pt x="35503" y="14073"/>
                    <a:pt x="35533" y="14104"/>
                  </a:cubicBezTo>
                  <a:lnTo>
                    <a:pt x="35564" y="14134"/>
                  </a:lnTo>
                  <a:cubicBezTo>
                    <a:pt x="35569" y="14137"/>
                    <a:pt x="35575" y="14139"/>
                    <a:pt x="35580" y="14139"/>
                  </a:cubicBezTo>
                  <a:lnTo>
                    <a:pt x="35580" y="14139"/>
                  </a:lnTo>
                  <a:cubicBezTo>
                    <a:pt x="35575" y="14158"/>
                    <a:pt x="35570" y="14176"/>
                    <a:pt x="35564" y="14195"/>
                  </a:cubicBezTo>
                  <a:lnTo>
                    <a:pt x="35472" y="14225"/>
                  </a:lnTo>
                  <a:cubicBezTo>
                    <a:pt x="35321" y="14225"/>
                    <a:pt x="35290" y="14195"/>
                    <a:pt x="35321" y="14104"/>
                  </a:cubicBezTo>
                  <a:cubicBezTo>
                    <a:pt x="35351" y="14073"/>
                    <a:pt x="35389" y="14058"/>
                    <a:pt x="35427" y="14058"/>
                  </a:cubicBezTo>
                  <a:close/>
                  <a:moveTo>
                    <a:pt x="35442" y="13617"/>
                  </a:moveTo>
                  <a:cubicBezTo>
                    <a:pt x="35574" y="13670"/>
                    <a:pt x="35637" y="13860"/>
                    <a:pt x="35592" y="14088"/>
                  </a:cubicBezTo>
                  <a:lnTo>
                    <a:pt x="35592" y="14088"/>
                  </a:lnTo>
                  <a:cubicBezTo>
                    <a:pt x="35473" y="14043"/>
                    <a:pt x="35348" y="13980"/>
                    <a:pt x="35290" y="13952"/>
                  </a:cubicBezTo>
                  <a:cubicBezTo>
                    <a:pt x="35194" y="13894"/>
                    <a:pt x="35122" y="13873"/>
                    <a:pt x="35082" y="13873"/>
                  </a:cubicBezTo>
                  <a:cubicBezTo>
                    <a:pt x="35059" y="13873"/>
                    <a:pt x="35047" y="13880"/>
                    <a:pt x="35047" y="13891"/>
                  </a:cubicBezTo>
                  <a:cubicBezTo>
                    <a:pt x="35108" y="13952"/>
                    <a:pt x="35290" y="14043"/>
                    <a:pt x="35169" y="14104"/>
                  </a:cubicBezTo>
                  <a:cubicBezTo>
                    <a:pt x="35144" y="14129"/>
                    <a:pt x="35121" y="14138"/>
                    <a:pt x="35099" y="14138"/>
                  </a:cubicBezTo>
                  <a:cubicBezTo>
                    <a:pt x="35042" y="14138"/>
                    <a:pt x="34992" y="14073"/>
                    <a:pt x="34925" y="14073"/>
                  </a:cubicBezTo>
                  <a:lnTo>
                    <a:pt x="34865" y="14073"/>
                  </a:lnTo>
                  <a:cubicBezTo>
                    <a:pt x="34847" y="14091"/>
                    <a:pt x="34813" y="14099"/>
                    <a:pt x="34773" y="14099"/>
                  </a:cubicBezTo>
                  <a:cubicBezTo>
                    <a:pt x="34674" y="14099"/>
                    <a:pt x="34534" y="14056"/>
                    <a:pt x="34469" y="14013"/>
                  </a:cubicBezTo>
                  <a:cubicBezTo>
                    <a:pt x="34455" y="14003"/>
                    <a:pt x="34440" y="13998"/>
                    <a:pt x="34426" y="13998"/>
                  </a:cubicBezTo>
                  <a:cubicBezTo>
                    <a:pt x="34351" y="13998"/>
                    <a:pt x="34287" y="14114"/>
                    <a:pt x="34287" y="14165"/>
                  </a:cubicBezTo>
                  <a:cubicBezTo>
                    <a:pt x="34287" y="14192"/>
                    <a:pt x="34212" y="14321"/>
                    <a:pt x="34129" y="14321"/>
                  </a:cubicBezTo>
                  <a:cubicBezTo>
                    <a:pt x="34121" y="14321"/>
                    <a:pt x="34113" y="14319"/>
                    <a:pt x="34105" y="14317"/>
                  </a:cubicBezTo>
                  <a:cubicBezTo>
                    <a:pt x="34044" y="14286"/>
                    <a:pt x="33983" y="14256"/>
                    <a:pt x="33922" y="14225"/>
                  </a:cubicBezTo>
                  <a:cubicBezTo>
                    <a:pt x="33869" y="14279"/>
                    <a:pt x="33820" y="14298"/>
                    <a:pt x="33777" y="14298"/>
                  </a:cubicBezTo>
                  <a:cubicBezTo>
                    <a:pt x="33674" y="14298"/>
                    <a:pt x="33600" y="14186"/>
                    <a:pt x="33558" y="14165"/>
                  </a:cubicBezTo>
                  <a:cubicBezTo>
                    <a:pt x="33497" y="14134"/>
                    <a:pt x="33345" y="14134"/>
                    <a:pt x="33375" y="14043"/>
                  </a:cubicBezTo>
                  <a:cubicBezTo>
                    <a:pt x="33406" y="13921"/>
                    <a:pt x="33406" y="13800"/>
                    <a:pt x="33497" y="13739"/>
                  </a:cubicBezTo>
                  <a:lnTo>
                    <a:pt x="33649" y="13648"/>
                  </a:lnTo>
                  <a:cubicBezTo>
                    <a:pt x="33770" y="13769"/>
                    <a:pt x="33831" y="13861"/>
                    <a:pt x="33740" y="13861"/>
                  </a:cubicBezTo>
                  <a:lnTo>
                    <a:pt x="33649" y="13861"/>
                  </a:lnTo>
                  <a:cubicBezTo>
                    <a:pt x="33618" y="13891"/>
                    <a:pt x="33588" y="13921"/>
                    <a:pt x="33588" y="13952"/>
                  </a:cubicBezTo>
                  <a:cubicBezTo>
                    <a:pt x="33588" y="13982"/>
                    <a:pt x="33618" y="14013"/>
                    <a:pt x="33649" y="14043"/>
                  </a:cubicBezTo>
                  <a:lnTo>
                    <a:pt x="33801" y="14073"/>
                  </a:lnTo>
                  <a:lnTo>
                    <a:pt x="34074" y="14073"/>
                  </a:lnTo>
                  <a:cubicBezTo>
                    <a:pt x="34074" y="14043"/>
                    <a:pt x="34165" y="13891"/>
                    <a:pt x="34135" y="13830"/>
                  </a:cubicBezTo>
                  <a:cubicBezTo>
                    <a:pt x="34105" y="13769"/>
                    <a:pt x="34226" y="13648"/>
                    <a:pt x="34287" y="13648"/>
                  </a:cubicBezTo>
                  <a:lnTo>
                    <a:pt x="34500" y="13648"/>
                  </a:lnTo>
                  <a:cubicBezTo>
                    <a:pt x="34621" y="13678"/>
                    <a:pt x="34743" y="13678"/>
                    <a:pt x="34834" y="13678"/>
                  </a:cubicBezTo>
                  <a:cubicBezTo>
                    <a:pt x="35017" y="13678"/>
                    <a:pt x="35169" y="13617"/>
                    <a:pt x="35321" y="13617"/>
                  </a:cubicBezTo>
                  <a:close/>
                  <a:moveTo>
                    <a:pt x="58847" y="14073"/>
                  </a:moveTo>
                  <a:cubicBezTo>
                    <a:pt x="58877" y="14073"/>
                    <a:pt x="58847" y="14256"/>
                    <a:pt x="58695" y="14317"/>
                  </a:cubicBezTo>
                  <a:lnTo>
                    <a:pt x="58573" y="14377"/>
                  </a:lnTo>
                  <a:cubicBezTo>
                    <a:pt x="58391" y="14377"/>
                    <a:pt x="58208" y="14347"/>
                    <a:pt x="58056" y="14317"/>
                  </a:cubicBezTo>
                  <a:cubicBezTo>
                    <a:pt x="58026" y="14286"/>
                    <a:pt x="58026" y="14256"/>
                    <a:pt x="58056" y="14225"/>
                  </a:cubicBezTo>
                  <a:cubicBezTo>
                    <a:pt x="58056" y="14225"/>
                    <a:pt x="58087" y="14195"/>
                    <a:pt x="58117" y="14195"/>
                  </a:cubicBezTo>
                  <a:lnTo>
                    <a:pt x="58269" y="14317"/>
                  </a:lnTo>
                  <a:cubicBezTo>
                    <a:pt x="58452" y="14256"/>
                    <a:pt x="58786" y="14195"/>
                    <a:pt x="58786" y="14134"/>
                  </a:cubicBezTo>
                  <a:cubicBezTo>
                    <a:pt x="58816" y="14073"/>
                    <a:pt x="58816" y="14073"/>
                    <a:pt x="58847" y="14073"/>
                  </a:cubicBezTo>
                  <a:close/>
                  <a:moveTo>
                    <a:pt x="49272" y="13769"/>
                  </a:moveTo>
                  <a:lnTo>
                    <a:pt x="49303" y="13800"/>
                  </a:lnTo>
                  <a:lnTo>
                    <a:pt x="49394" y="13830"/>
                  </a:lnTo>
                  <a:cubicBezTo>
                    <a:pt x="49394" y="13921"/>
                    <a:pt x="49363" y="14043"/>
                    <a:pt x="49333" y="14165"/>
                  </a:cubicBezTo>
                  <a:cubicBezTo>
                    <a:pt x="49303" y="14195"/>
                    <a:pt x="49181" y="14195"/>
                    <a:pt x="49151" y="14195"/>
                  </a:cubicBezTo>
                  <a:cubicBezTo>
                    <a:pt x="49142" y="14186"/>
                    <a:pt x="49130" y="14182"/>
                    <a:pt x="49118" y="14182"/>
                  </a:cubicBezTo>
                  <a:cubicBezTo>
                    <a:pt x="49090" y="14182"/>
                    <a:pt x="49059" y="14204"/>
                    <a:pt x="49059" y="14225"/>
                  </a:cubicBezTo>
                  <a:lnTo>
                    <a:pt x="49151" y="14317"/>
                  </a:lnTo>
                  <a:cubicBezTo>
                    <a:pt x="49242" y="14438"/>
                    <a:pt x="49272" y="14499"/>
                    <a:pt x="49211" y="14499"/>
                  </a:cubicBezTo>
                  <a:lnTo>
                    <a:pt x="49090" y="14499"/>
                  </a:lnTo>
                  <a:cubicBezTo>
                    <a:pt x="48999" y="14499"/>
                    <a:pt x="48907" y="14438"/>
                    <a:pt x="48907" y="14377"/>
                  </a:cubicBezTo>
                  <a:cubicBezTo>
                    <a:pt x="48907" y="14335"/>
                    <a:pt x="48790" y="14278"/>
                    <a:pt x="48718" y="14278"/>
                  </a:cubicBezTo>
                  <a:cubicBezTo>
                    <a:pt x="48687" y="14278"/>
                    <a:pt x="48664" y="14289"/>
                    <a:pt x="48664" y="14317"/>
                  </a:cubicBezTo>
                  <a:cubicBezTo>
                    <a:pt x="48664" y="14333"/>
                    <a:pt x="48648" y="14341"/>
                    <a:pt x="48624" y="14341"/>
                  </a:cubicBezTo>
                  <a:cubicBezTo>
                    <a:pt x="48564" y="14341"/>
                    <a:pt x="48460" y="14291"/>
                    <a:pt x="48482" y="14225"/>
                  </a:cubicBezTo>
                  <a:cubicBezTo>
                    <a:pt x="48543" y="14104"/>
                    <a:pt x="48603" y="14013"/>
                    <a:pt x="48695" y="13921"/>
                  </a:cubicBezTo>
                  <a:lnTo>
                    <a:pt x="48968" y="13921"/>
                  </a:lnTo>
                  <a:cubicBezTo>
                    <a:pt x="49059" y="13861"/>
                    <a:pt x="49151" y="13800"/>
                    <a:pt x="49272" y="13769"/>
                  </a:cubicBezTo>
                  <a:close/>
                  <a:moveTo>
                    <a:pt x="43375" y="14013"/>
                  </a:moveTo>
                  <a:lnTo>
                    <a:pt x="43527" y="14134"/>
                  </a:lnTo>
                  <a:cubicBezTo>
                    <a:pt x="43558" y="14154"/>
                    <a:pt x="43578" y="14161"/>
                    <a:pt x="43594" y="14161"/>
                  </a:cubicBezTo>
                  <a:cubicBezTo>
                    <a:pt x="43625" y="14161"/>
                    <a:pt x="43639" y="14134"/>
                    <a:pt x="43679" y="14134"/>
                  </a:cubicBezTo>
                  <a:cubicBezTo>
                    <a:pt x="43720" y="14114"/>
                    <a:pt x="43759" y="14105"/>
                    <a:pt x="43795" y="14105"/>
                  </a:cubicBezTo>
                  <a:cubicBezTo>
                    <a:pt x="43918" y="14105"/>
                    <a:pt x="44018" y="14202"/>
                    <a:pt x="44135" y="14225"/>
                  </a:cubicBezTo>
                  <a:cubicBezTo>
                    <a:pt x="44196" y="14225"/>
                    <a:pt x="44166" y="14377"/>
                    <a:pt x="44074" y="14438"/>
                  </a:cubicBezTo>
                  <a:lnTo>
                    <a:pt x="43983" y="14499"/>
                  </a:lnTo>
                  <a:cubicBezTo>
                    <a:pt x="43953" y="14519"/>
                    <a:pt x="43916" y="14529"/>
                    <a:pt x="43877" y="14529"/>
                  </a:cubicBezTo>
                  <a:cubicBezTo>
                    <a:pt x="43801" y="14529"/>
                    <a:pt x="43720" y="14489"/>
                    <a:pt x="43679" y="14408"/>
                  </a:cubicBezTo>
                  <a:lnTo>
                    <a:pt x="43558" y="14347"/>
                  </a:lnTo>
                  <a:lnTo>
                    <a:pt x="43436" y="14347"/>
                  </a:lnTo>
                  <a:cubicBezTo>
                    <a:pt x="43345" y="14256"/>
                    <a:pt x="43315" y="14104"/>
                    <a:pt x="43375" y="14013"/>
                  </a:cubicBezTo>
                  <a:close/>
                  <a:moveTo>
                    <a:pt x="45229" y="14189"/>
                  </a:moveTo>
                  <a:cubicBezTo>
                    <a:pt x="45238" y="14189"/>
                    <a:pt x="45248" y="14191"/>
                    <a:pt x="45260" y="14195"/>
                  </a:cubicBezTo>
                  <a:cubicBezTo>
                    <a:pt x="45412" y="14256"/>
                    <a:pt x="45381" y="14499"/>
                    <a:pt x="45199" y="14499"/>
                  </a:cubicBezTo>
                  <a:lnTo>
                    <a:pt x="45047" y="14560"/>
                  </a:lnTo>
                  <a:lnTo>
                    <a:pt x="45017" y="14560"/>
                  </a:lnTo>
                  <a:cubicBezTo>
                    <a:pt x="44956" y="14499"/>
                    <a:pt x="44926" y="14438"/>
                    <a:pt x="44956" y="14377"/>
                  </a:cubicBezTo>
                  <a:lnTo>
                    <a:pt x="45199" y="14377"/>
                  </a:lnTo>
                  <a:cubicBezTo>
                    <a:pt x="45173" y="14272"/>
                    <a:pt x="45169" y="14189"/>
                    <a:pt x="45229" y="14189"/>
                  </a:cubicBezTo>
                  <a:close/>
                  <a:moveTo>
                    <a:pt x="56719" y="14225"/>
                  </a:moveTo>
                  <a:cubicBezTo>
                    <a:pt x="56780" y="14225"/>
                    <a:pt x="56810" y="14317"/>
                    <a:pt x="56780" y="14377"/>
                  </a:cubicBezTo>
                  <a:lnTo>
                    <a:pt x="56719" y="14377"/>
                  </a:lnTo>
                  <a:cubicBezTo>
                    <a:pt x="56598" y="14408"/>
                    <a:pt x="56476" y="14438"/>
                    <a:pt x="56354" y="14468"/>
                  </a:cubicBezTo>
                  <a:lnTo>
                    <a:pt x="56354" y="14529"/>
                  </a:lnTo>
                  <a:lnTo>
                    <a:pt x="56354" y="14560"/>
                  </a:lnTo>
                  <a:cubicBezTo>
                    <a:pt x="56324" y="14590"/>
                    <a:pt x="56263" y="14590"/>
                    <a:pt x="56233" y="14590"/>
                  </a:cubicBezTo>
                  <a:cubicBezTo>
                    <a:pt x="56202" y="14529"/>
                    <a:pt x="56202" y="14468"/>
                    <a:pt x="56202" y="14408"/>
                  </a:cubicBezTo>
                  <a:cubicBezTo>
                    <a:pt x="56202" y="14377"/>
                    <a:pt x="56324" y="14286"/>
                    <a:pt x="56506" y="14256"/>
                  </a:cubicBezTo>
                  <a:lnTo>
                    <a:pt x="56658" y="14225"/>
                  </a:lnTo>
                  <a:close/>
                  <a:moveTo>
                    <a:pt x="69794" y="14091"/>
                  </a:moveTo>
                  <a:cubicBezTo>
                    <a:pt x="69855" y="14091"/>
                    <a:pt x="69929" y="14113"/>
                    <a:pt x="69972" y="14134"/>
                  </a:cubicBezTo>
                  <a:cubicBezTo>
                    <a:pt x="70032" y="14165"/>
                    <a:pt x="70093" y="14225"/>
                    <a:pt x="70063" y="14317"/>
                  </a:cubicBezTo>
                  <a:cubicBezTo>
                    <a:pt x="70039" y="14352"/>
                    <a:pt x="70010" y="14365"/>
                    <a:pt x="69981" y="14365"/>
                  </a:cubicBezTo>
                  <a:cubicBezTo>
                    <a:pt x="69935" y="14365"/>
                    <a:pt x="69887" y="14335"/>
                    <a:pt x="69850" y="14317"/>
                  </a:cubicBezTo>
                  <a:lnTo>
                    <a:pt x="69820" y="14286"/>
                  </a:lnTo>
                  <a:cubicBezTo>
                    <a:pt x="69759" y="14286"/>
                    <a:pt x="69607" y="14499"/>
                    <a:pt x="69546" y="14590"/>
                  </a:cubicBezTo>
                  <a:cubicBezTo>
                    <a:pt x="69536" y="14600"/>
                    <a:pt x="69522" y="14604"/>
                    <a:pt x="69506" y="14604"/>
                  </a:cubicBezTo>
                  <a:cubicBezTo>
                    <a:pt x="69421" y="14604"/>
                    <a:pt x="69268" y="14489"/>
                    <a:pt x="69242" y="14438"/>
                  </a:cubicBezTo>
                  <a:cubicBezTo>
                    <a:pt x="69181" y="14347"/>
                    <a:pt x="69242" y="14225"/>
                    <a:pt x="69364" y="14165"/>
                  </a:cubicBezTo>
                  <a:lnTo>
                    <a:pt x="69485" y="14134"/>
                  </a:lnTo>
                  <a:cubicBezTo>
                    <a:pt x="69516" y="14119"/>
                    <a:pt x="69569" y="14119"/>
                    <a:pt x="69618" y="14119"/>
                  </a:cubicBezTo>
                  <a:cubicBezTo>
                    <a:pt x="69668" y="14119"/>
                    <a:pt x="69713" y="14119"/>
                    <a:pt x="69728" y="14104"/>
                  </a:cubicBezTo>
                  <a:cubicBezTo>
                    <a:pt x="69746" y="14095"/>
                    <a:pt x="69769" y="14091"/>
                    <a:pt x="69794" y="14091"/>
                  </a:cubicBezTo>
                  <a:close/>
                  <a:moveTo>
                    <a:pt x="37631" y="13678"/>
                  </a:moveTo>
                  <a:cubicBezTo>
                    <a:pt x="37651" y="13686"/>
                    <a:pt x="37669" y="13690"/>
                    <a:pt x="37686" y="13690"/>
                  </a:cubicBezTo>
                  <a:cubicBezTo>
                    <a:pt x="37687" y="13690"/>
                    <a:pt x="37687" y="13690"/>
                    <a:pt x="37688" y="13690"/>
                  </a:cubicBezTo>
                  <a:lnTo>
                    <a:pt x="37688" y="13690"/>
                  </a:lnTo>
                  <a:cubicBezTo>
                    <a:pt x="37731" y="13758"/>
                    <a:pt x="37784" y="13836"/>
                    <a:pt x="37843" y="13921"/>
                  </a:cubicBezTo>
                  <a:lnTo>
                    <a:pt x="37783" y="13982"/>
                  </a:lnTo>
                  <a:cubicBezTo>
                    <a:pt x="37741" y="14003"/>
                    <a:pt x="37714" y="14052"/>
                    <a:pt x="37652" y="14052"/>
                  </a:cubicBezTo>
                  <a:cubicBezTo>
                    <a:pt x="37624" y="14052"/>
                    <a:pt x="37588" y="14041"/>
                    <a:pt x="37539" y="14013"/>
                  </a:cubicBezTo>
                  <a:lnTo>
                    <a:pt x="37418" y="13952"/>
                  </a:lnTo>
                  <a:cubicBezTo>
                    <a:pt x="37357" y="14104"/>
                    <a:pt x="37296" y="14620"/>
                    <a:pt x="37175" y="14712"/>
                  </a:cubicBezTo>
                  <a:cubicBezTo>
                    <a:pt x="37142" y="14728"/>
                    <a:pt x="37107" y="14736"/>
                    <a:pt x="37073" y="14736"/>
                  </a:cubicBezTo>
                  <a:cubicBezTo>
                    <a:pt x="36980" y="14736"/>
                    <a:pt x="36893" y="14679"/>
                    <a:pt x="36871" y="14590"/>
                  </a:cubicBezTo>
                  <a:cubicBezTo>
                    <a:pt x="36871" y="14499"/>
                    <a:pt x="36992" y="14438"/>
                    <a:pt x="37053" y="14438"/>
                  </a:cubicBezTo>
                  <a:cubicBezTo>
                    <a:pt x="37083" y="14438"/>
                    <a:pt x="37205" y="14286"/>
                    <a:pt x="37175" y="14256"/>
                  </a:cubicBezTo>
                  <a:cubicBezTo>
                    <a:pt x="37083" y="14165"/>
                    <a:pt x="36962" y="14134"/>
                    <a:pt x="36871" y="14134"/>
                  </a:cubicBezTo>
                  <a:cubicBezTo>
                    <a:pt x="36780" y="14165"/>
                    <a:pt x="36628" y="14225"/>
                    <a:pt x="36476" y="14317"/>
                  </a:cubicBezTo>
                  <a:lnTo>
                    <a:pt x="36384" y="14377"/>
                  </a:lnTo>
                  <a:cubicBezTo>
                    <a:pt x="36324" y="14438"/>
                    <a:pt x="36324" y="14529"/>
                    <a:pt x="36445" y="14529"/>
                  </a:cubicBezTo>
                  <a:lnTo>
                    <a:pt x="36567" y="14529"/>
                  </a:lnTo>
                  <a:cubicBezTo>
                    <a:pt x="36536" y="14620"/>
                    <a:pt x="36445" y="14681"/>
                    <a:pt x="36354" y="14712"/>
                  </a:cubicBezTo>
                  <a:lnTo>
                    <a:pt x="36293" y="14681"/>
                  </a:lnTo>
                  <a:lnTo>
                    <a:pt x="36202" y="14651"/>
                  </a:lnTo>
                  <a:cubicBezTo>
                    <a:pt x="36202" y="14499"/>
                    <a:pt x="36232" y="14347"/>
                    <a:pt x="36293" y="14195"/>
                  </a:cubicBezTo>
                  <a:lnTo>
                    <a:pt x="36354" y="14134"/>
                  </a:lnTo>
                  <a:cubicBezTo>
                    <a:pt x="36384" y="14104"/>
                    <a:pt x="36445" y="14073"/>
                    <a:pt x="36445" y="14043"/>
                  </a:cubicBezTo>
                  <a:cubicBezTo>
                    <a:pt x="36476" y="13952"/>
                    <a:pt x="36567" y="13921"/>
                    <a:pt x="36658" y="13921"/>
                  </a:cubicBezTo>
                  <a:cubicBezTo>
                    <a:pt x="36696" y="13929"/>
                    <a:pt x="36734" y="13933"/>
                    <a:pt x="36771" y="13933"/>
                  </a:cubicBezTo>
                  <a:cubicBezTo>
                    <a:pt x="36884" y="13933"/>
                    <a:pt x="36992" y="13899"/>
                    <a:pt x="37083" y="13830"/>
                  </a:cubicBezTo>
                  <a:lnTo>
                    <a:pt x="37175" y="13709"/>
                  </a:lnTo>
                  <a:cubicBezTo>
                    <a:pt x="37205" y="13769"/>
                    <a:pt x="37258" y="13800"/>
                    <a:pt x="37311" y="13800"/>
                  </a:cubicBezTo>
                  <a:cubicBezTo>
                    <a:pt x="37365" y="13800"/>
                    <a:pt x="37418" y="13769"/>
                    <a:pt x="37448" y="13709"/>
                  </a:cubicBezTo>
                  <a:lnTo>
                    <a:pt x="37539" y="13678"/>
                  </a:lnTo>
                  <a:close/>
                  <a:moveTo>
                    <a:pt x="47874" y="13222"/>
                  </a:moveTo>
                  <a:lnTo>
                    <a:pt x="47965" y="13344"/>
                  </a:lnTo>
                  <a:cubicBezTo>
                    <a:pt x="48041" y="13445"/>
                    <a:pt x="48179" y="13504"/>
                    <a:pt x="48310" y="13504"/>
                  </a:cubicBezTo>
                  <a:cubicBezTo>
                    <a:pt x="48338" y="13504"/>
                    <a:pt x="48365" y="13501"/>
                    <a:pt x="48391" y="13496"/>
                  </a:cubicBezTo>
                  <a:lnTo>
                    <a:pt x="48664" y="13496"/>
                  </a:lnTo>
                  <a:cubicBezTo>
                    <a:pt x="48968" y="13496"/>
                    <a:pt x="49181" y="13405"/>
                    <a:pt x="49151" y="13405"/>
                  </a:cubicBezTo>
                  <a:cubicBezTo>
                    <a:pt x="49120" y="13374"/>
                    <a:pt x="49394" y="13283"/>
                    <a:pt x="49515" y="13283"/>
                  </a:cubicBezTo>
                  <a:cubicBezTo>
                    <a:pt x="49606" y="13313"/>
                    <a:pt x="49728" y="13496"/>
                    <a:pt x="49728" y="13557"/>
                  </a:cubicBezTo>
                  <a:cubicBezTo>
                    <a:pt x="49728" y="13617"/>
                    <a:pt x="49637" y="13678"/>
                    <a:pt x="49515" y="13678"/>
                  </a:cubicBezTo>
                  <a:lnTo>
                    <a:pt x="49485" y="13648"/>
                  </a:lnTo>
                  <a:lnTo>
                    <a:pt x="49394" y="13587"/>
                  </a:lnTo>
                  <a:cubicBezTo>
                    <a:pt x="49303" y="13648"/>
                    <a:pt x="49211" y="13678"/>
                    <a:pt x="49090" y="13709"/>
                  </a:cubicBezTo>
                  <a:lnTo>
                    <a:pt x="48786" y="13648"/>
                  </a:lnTo>
                  <a:lnTo>
                    <a:pt x="48725" y="13709"/>
                  </a:lnTo>
                  <a:lnTo>
                    <a:pt x="48603" y="13769"/>
                  </a:lnTo>
                  <a:cubicBezTo>
                    <a:pt x="48543" y="13709"/>
                    <a:pt x="48512" y="13648"/>
                    <a:pt x="48421" y="13617"/>
                  </a:cubicBezTo>
                  <a:lnTo>
                    <a:pt x="48391" y="13617"/>
                  </a:lnTo>
                  <a:cubicBezTo>
                    <a:pt x="48330" y="13617"/>
                    <a:pt x="48239" y="13648"/>
                    <a:pt x="48178" y="13648"/>
                  </a:cubicBezTo>
                  <a:lnTo>
                    <a:pt x="48117" y="13648"/>
                  </a:lnTo>
                  <a:cubicBezTo>
                    <a:pt x="48105" y="13659"/>
                    <a:pt x="48094" y="13664"/>
                    <a:pt x="48082" y="13664"/>
                  </a:cubicBezTo>
                  <a:cubicBezTo>
                    <a:pt x="48034" y="13664"/>
                    <a:pt x="47990" y="13575"/>
                    <a:pt x="47965" y="13526"/>
                  </a:cubicBezTo>
                  <a:cubicBezTo>
                    <a:pt x="47965" y="13521"/>
                    <a:pt x="47961" y="13519"/>
                    <a:pt x="47954" y="13519"/>
                  </a:cubicBezTo>
                  <a:cubicBezTo>
                    <a:pt x="47916" y="13519"/>
                    <a:pt x="47788" y="13586"/>
                    <a:pt x="47661" y="13739"/>
                  </a:cubicBezTo>
                  <a:lnTo>
                    <a:pt x="47509" y="13800"/>
                  </a:lnTo>
                  <a:cubicBezTo>
                    <a:pt x="47357" y="13861"/>
                    <a:pt x="47388" y="13861"/>
                    <a:pt x="47357" y="13982"/>
                  </a:cubicBezTo>
                  <a:cubicBezTo>
                    <a:pt x="47357" y="14073"/>
                    <a:pt x="47509" y="14073"/>
                    <a:pt x="47540" y="14073"/>
                  </a:cubicBezTo>
                  <a:lnTo>
                    <a:pt x="47631" y="14073"/>
                  </a:lnTo>
                  <a:lnTo>
                    <a:pt x="47661" y="14104"/>
                  </a:lnTo>
                  <a:cubicBezTo>
                    <a:pt x="47661" y="14134"/>
                    <a:pt x="47631" y="14165"/>
                    <a:pt x="47600" y="14165"/>
                  </a:cubicBezTo>
                  <a:lnTo>
                    <a:pt x="47509" y="14165"/>
                  </a:lnTo>
                  <a:cubicBezTo>
                    <a:pt x="47448" y="14165"/>
                    <a:pt x="47357" y="14408"/>
                    <a:pt x="47266" y="14438"/>
                  </a:cubicBezTo>
                  <a:cubicBezTo>
                    <a:pt x="47175" y="14468"/>
                    <a:pt x="47114" y="14499"/>
                    <a:pt x="47053" y="14560"/>
                  </a:cubicBezTo>
                  <a:lnTo>
                    <a:pt x="47053" y="14590"/>
                  </a:lnTo>
                  <a:cubicBezTo>
                    <a:pt x="47175" y="14620"/>
                    <a:pt x="47296" y="14651"/>
                    <a:pt x="47418" y="14681"/>
                  </a:cubicBezTo>
                  <a:lnTo>
                    <a:pt x="47540" y="14742"/>
                  </a:lnTo>
                  <a:lnTo>
                    <a:pt x="47327" y="14742"/>
                  </a:lnTo>
                  <a:cubicBezTo>
                    <a:pt x="47175" y="14712"/>
                    <a:pt x="46992" y="14681"/>
                    <a:pt x="46840" y="14651"/>
                  </a:cubicBezTo>
                  <a:lnTo>
                    <a:pt x="46901" y="14590"/>
                  </a:lnTo>
                  <a:cubicBezTo>
                    <a:pt x="46981" y="14510"/>
                    <a:pt x="46921" y="14336"/>
                    <a:pt x="47090" y="14336"/>
                  </a:cubicBezTo>
                  <a:cubicBezTo>
                    <a:pt x="47114" y="14336"/>
                    <a:pt x="47142" y="14339"/>
                    <a:pt x="47175" y="14347"/>
                  </a:cubicBezTo>
                  <a:cubicBezTo>
                    <a:pt x="47175" y="14347"/>
                    <a:pt x="47266" y="14225"/>
                    <a:pt x="47236" y="14165"/>
                  </a:cubicBezTo>
                  <a:lnTo>
                    <a:pt x="47205" y="14043"/>
                  </a:lnTo>
                  <a:cubicBezTo>
                    <a:pt x="47205" y="13921"/>
                    <a:pt x="47175" y="13800"/>
                    <a:pt x="47114" y="13678"/>
                  </a:cubicBezTo>
                  <a:lnTo>
                    <a:pt x="47053" y="13709"/>
                  </a:lnTo>
                  <a:cubicBezTo>
                    <a:pt x="46992" y="13709"/>
                    <a:pt x="46901" y="13739"/>
                    <a:pt x="46840" y="13800"/>
                  </a:cubicBezTo>
                  <a:lnTo>
                    <a:pt x="46719" y="13861"/>
                  </a:lnTo>
                  <a:cubicBezTo>
                    <a:pt x="46689" y="13800"/>
                    <a:pt x="46840" y="13617"/>
                    <a:pt x="47053" y="13435"/>
                  </a:cubicBezTo>
                  <a:lnTo>
                    <a:pt x="47357" y="13496"/>
                  </a:lnTo>
                  <a:lnTo>
                    <a:pt x="47479" y="13496"/>
                  </a:lnTo>
                  <a:cubicBezTo>
                    <a:pt x="47600" y="13374"/>
                    <a:pt x="47722" y="13283"/>
                    <a:pt x="47874" y="13222"/>
                  </a:cubicBezTo>
                  <a:close/>
                  <a:moveTo>
                    <a:pt x="40539" y="14324"/>
                  </a:moveTo>
                  <a:cubicBezTo>
                    <a:pt x="40557" y="14324"/>
                    <a:pt x="40571" y="14331"/>
                    <a:pt x="40579" y="14347"/>
                  </a:cubicBezTo>
                  <a:cubicBezTo>
                    <a:pt x="40609" y="14377"/>
                    <a:pt x="40518" y="14499"/>
                    <a:pt x="40457" y="14499"/>
                  </a:cubicBezTo>
                  <a:cubicBezTo>
                    <a:pt x="40397" y="14499"/>
                    <a:pt x="40366" y="14529"/>
                    <a:pt x="40366" y="14590"/>
                  </a:cubicBezTo>
                  <a:lnTo>
                    <a:pt x="40488" y="14590"/>
                  </a:lnTo>
                  <a:cubicBezTo>
                    <a:pt x="40518" y="14651"/>
                    <a:pt x="40457" y="14772"/>
                    <a:pt x="40397" y="14772"/>
                  </a:cubicBezTo>
                  <a:cubicBezTo>
                    <a:pt x="40275" y="14712"/>
                    <a:pt x="40153" y="14651"/>
                    <a:pt x="40032" y="14590"/>
                  </a:cubicBezTo>
                  <a:lnTo>
                    <a:pt x="39880" y="14590"/>
                  </a:lnTo>
                  <a:cubicBezTo>
                    <a:pt x="39819" y="14590"/>
                    <a:pt x="39789" y="14560"/>
                    <a:pt x="39758" y="14499"/>
                  </a:cubicBezTo>
                  <a:cubicBezTo>
                    <a:pt x="39758" y="14468"/>
                    <a:pt x="39758" y="14408"/>
                    <a:pt x="39758" y="14377"/>
                  </a:cubicBezTo>
                  <a:cubicBezTo>
                    <a:pt x="39789" y="14362"/>
                    <a:pt x="39811" y="14355"/>
                    <a:pt x="39834" y="14355"/>
                  </a:cubicBezTo>
                  <a:cubicBezTo>
                    <a:pt x="39857" y="14355"/>
                    <a:pt x="39880" y="14362"/>
                    <a:pt x="39910" y="14377"/>
                  </a:cubicBezTo>
                  <a:cubicBezTo>
                    <a:pt x="39971" y="14377"/>
                    <a:pt x="40032" y="14438"/>
                    <a:pt x="40123" y="14438"/>
                  </a:cubicBezTo>
                  <a:lnTo>
                    <a:pt x="40305" y="14499"/>
                  </a:lnTo>
                  <a:cubicBezTo>
                    <a:pt x="40396" y="14386"/>
                    <a:pt x="40486" y="14324"/>
                    <a:pt x="40539" y="14324"/>
                  </a:cubicBezTo>
                  <a:close/>
                  <a:moveTo>
                    <a:pt x="8945" y="14256"/>
                  </a:moveTo>
                  <a:cubicBezTo>
                    <a:pt x="8975" y="14256"/>
                    <a:pt x="9013" y="14286"/>
                    <a:pt x="9059" y="14347"/>
                  </a:cubicBezTo>
                  <a:lnTo>
                    <a:pt x="8937" y="14468"/>
                  </a:lnTo>
                  <a:cubicBezTo>
                    <a:pt x="8907" y="14499"/>
                    <a:pt x="8846" y="14529"/>
                    <a:pt x="8815" y="14620"/>
                  </a:cubicBezTo>
                  <a:cubicBezTo>
                    <a:pt x="8789" y="14699"/>
                    <a:pt x="8808" y="14778"/>
                    <a:pt x="8715" y="14778"/>
                  </a:cubicBezTo>
                  <a:cubicBezTo>
                    <a:pt x="8701" y="14778"/>
                    <a:pt x="8684" y="14777"/>
                    <a:pt x="8663" y="14772"/>
                  </a:cubicBezTo>
                  <a:cubicBezTo>
                    <a:pt x="8633" y="14772"/>
                    <a:pt x="8542" y="14620"/>
                    <a:pt x="8633" y="14560"/>
                  </a:cubicBezTo>
                  <a:cubicBezTo>
                    <a:pt x="8717" y="14504"/>
                    <a:pt x="8672" y="14344"/>
                    <a:pt x="8832" y="14344"/>
                  </a:cubicBezTo>
                  <a:cubicBezTo>
                    <a:pt x="8846" y="14344"/>
                    <a:pt x="8860" y="14345"/>
                    <a:pt x="8876" y="14347"/>
                  </a:cubicBezTo>
                  <a:cubicBezTo>
                    <a:pt x="8891" y="14286"/>
                    <a:pt x="8914" y="14256"/>
                    <a:pt x="8945" y="14256"/>
                  </a:cubicBezTo>
                  <a:close/>
                  <a:moveTo>
                    <a:pt x="45224" y="14738"/>
                  </a:moveTo>
                  <a:cubicBezTo>
                    <a:pt x="45311" y="14738"/>
                    <a:pt x="45406" y="14866"/>
                    <a:pt x="45351" y="14894"/>
                  </a:cubicBezTo>
                  <a:cubicBezTo>
                    <a:pt x="45290" y="14924"/>
                    <a:pt x="45290" y="14985"/>
                    <a:pt x="45290" y="14985"/>
                  </a:cubicBezTo>
                  <a:cubicBezTo>
                    <a:pt x="45230" y="14955"/>
                    <a:pt x="45169" y="14924"/>
                    <a:pt x="45108" y="14894"/>
                  </a:cubicBezTo>
                  <a:cubicBezTo>
                    <a:pt x="45047" y="14864"/>
                    <a:pt x="45078" y="14803"/>
                    <a:pt x="45169" y="14742"/>
                  </a:cubicBezTo>
                  <a:lnTo>
                    <a:pt x="45199" y="14742"/>
                  </a:lnTo>
                  <a:cubicBezTo>
                    <a:pt x="45207" y="14739"/>
                    <a:pt x="45216" y="14738"/>
                    <a:pt x="45224" y="14738"/>
                  </a:cubicBezTo>
                  <a:close/>
                  <a:moveTo>
                    <a:pt x="14038" y="14671"/>
                  </a:moveTo>
                  <a:cubicBezTo>
                    <a:pt x="14169" y="14671"/>
                    <a:pt x="14287" y="14844"/>
                    <a:pt x="14287" y="14924"/>
                  </a:cubicBezTo>
                  <a:cubicBezTo>
                    <a:pt x="14287" y="14963"/>
                    <a:pt x="14305" y="14977"/>
                    <a:pt x="14333" y="14977"/>
                  </a:cubicBezTo>
                  <a:cubicBezTo>
                    <a:pt x="14391" y="14977"/>
                    <a:pt x="14489" y="14915"/>
                    <a:pt x="14530" y="14894"/>
                  </a:cubicBezTo>
                  <a:cubicBezTo>
                    <a:pt x="14545" y="14864"/>
                    <a:pt x="14575" y="14848"/>
                    <a:pt x="14606" y="14848"/>
                  </a:cubicBezTo>
                  <a:cubicBezTo>
                    <a:pt x="14636" y="14848"/>
                    <a:pt x="14667" y="14864"/>
                    <a:pt x="14682" y="14894"/>
                  </a:cubicBezTo>
                  <a:lnTo>
                    <a:pt x="14712" y="14894"/>
                  </a:lnTo>
                  <a:cubicBezTo>
                    <a:pt x="14742" y="14894"/>
                    <a:pt x="14771" y="14893"/>
                    <a:pt x="14800" y="14892"/>
                  </a:cubicBezTo>
                  <a:lnTo>
                    <a:pt x="14800" y="14892"/>
                  </a:lnTo>
                  <a:cubicBezTo>
                    <a:pt x="14743" y="14935"/>
                    <a:pt x="14671" y="14960"/>
                    <a:pt x="14621" y="14985"/>
                  </a:cubicBezTo>
                  <a:lnTo>
                    <a:pt x="14591" y="15016"/>
                  </a:lnTo>
                  <a:cubicBezTo>
                    <a:pt x="14491" y="15091"/>
                    <a:pt x="14370" y="15145"/>
                    <a:pt x="14246" y="15145"/>
                  </a:cubicBezTo>
                  <a:cubicBezTo>
                    <a:pt x="14219" y="15145"/>
                    <a:pt x="14192" y="15143"/>
                    <a:pt x="14165" y="15137"/>
                  </a:cubicBezTo>
                  <a:lnTo>
                    <a:pt x="14013" y="15137"/>
                  </a:lnTo>
                  <a:cubicBezTo>
                    <a:pt x="13892" y="15076"/>
                    <a:pt x="13770" y="14985"/>
                    <a:pt x="13709" y="14894"/>
                  </a:cubicBezTo>
                  <a:cubicBezTo>
                    <a:pt x="13704" y="14884"/>
                    <a:pt x="13696" y="14880"/>
                    <a:pt x="13685" y="14880"/>
                  </a:cubicBezTo>
                  <a:cubicBezTo>
                    <a:pt x="13651" y="14880"/>
                    <a:pt x="13591" y="14927"/>
                    <a:pt x="13547" y="14967"/>
                  </a:cubicBezTo>
                  <a:lnTo>
                    <a:pt x="13547" y="14967"/>
                  </a:lnTo>
                  <a:lnTo>
                    <a:pt x="13527" y="14803"/>
                  </a:lnTo>
                  <a:cubicBezTo>
                    <a:pt x="13527" y="14779"/>
                    <a:pt x="13564" y="14755"/>
                    <a:pt x="13595" y="14746"/>
                  </a:cubicBezTo>
                  <a:lnTo>
                    <a:pt x="13595" y="14746"/>
                  </a:lnTo>
                  <a:cubicBezTo>
                    <a:pt x="13653" y="14777"/>
                    <a:pt x="13712" y="14836"/>
                    <a:pt x="13770" y="14894"/>
                  </a:cubicBezTo>
                  <a:lnTo>
                    <a:pt x="13861" y="14803"/>
                  </a:lnTo>
                  <a:lnTo>
                    <a:pt x="13983" y="14681"/>
                  </a:lnTo>
                  <a:cubicBezTo>
                    <a:pt x="14001" y="14674"/>
                    <a:pt x="14020" y="14671"/>
                    <a:pt x="14038" y="14671"/>
                  </a:cubicBezTo>
                  <a:close/>
                  <a:moveTo>
                    <a:pt x="31973" y="13481"/>
                  </a:moveTo>
                  <a:cubicBezTo>
                    <a:pt x="32015" y="13481"/>
                    <a:pt x="32083" y="13496"/>
                    <a:pt x="32159" y="13526"/>
                  </a:cubicBezTo>
                  <a:lnTo>
                    <a:pt x="32220" y="13709"/>
                  </a:lnTo>
                  <a:lnTo>
                    <a:pt x="32220" y="13739"/>
                  </a:lnTo>
                  <a:cubicBezTo>
                    <a:pt x="32220" y="13761"/>
                    <a:pt x="32228" y="13771"/>
                    <a:pt x="32242" y="13771"/>
                  </a:cubicBezTo>
                  <a:cubicBezTo>
                    <a:pt x="32267" y="13771"/>
                    <a:pt x="32313" y="13737"/>
                    <a:pt x="32372" y="13678"/>
                  </a:cubicBezTo>
                  <a:lnTo>
                    <a:pt x="32433" y="13617"/>
                  </a:lnTo>
                  <a:cubicBezTo>
                    <a:pt x="32463" y="13587"/>
                    <a:pt x="32524" y="13587"/>
                    <a:pt x="32555" y="13587"/>
                  </a:cubicBezTo>
                  <a:lnTo>
                    <a:pt x="32737" y="13921"/>
                  </a:lnTo>
                  <a:cubicBezTo>
                    <a:pt x="32982" y="13832"/>
                    <a:pt x="33194" y="13776"/>
                    <a:pt x="33266" y="13776"/>
                  </a:cubicBezTo>
                  <a:cubicBezTo>
                    <a:pt x="33293" y="13776"/>
                    <a:pt x="33300" y="13783"/>
                    <a:pt x="33284" y="13800"/>
                  </a:cubicBezTo>
                  <a:lnTo>
                    <a:pt x="33254" y="13830"/>
                  </a:lnTo>
                  <a:lnTo>
                    <a:pt x="33162" y="13982"/>
                  </a:lnTo>
                  <a:cubicBezTo>
                    <a:pt x="33151" y="13980"/>
                    <a:pt x="33140" y="13979"/>
                    <a:pt x="33131" y="13979"/>
                  </a:cubicBezTo>
                  <a:cubicBezTo>
                    <a:pt x="33011" y="13979"/>
                    <a:pt x="33015" y="14141"/>
                    <a:pt x="33071" y="14225"/>
                  </a:cubicBezTo>
                  <a:cubicBezTo>
                    <a:pt x="33102" y="14286"/>
                    <a:pt x="32950" y="14408"/>
                    <a:pt x="32737" y="14468"/>
                  </a:cubicBezTo>
                  <a:lnTo>
                    <a:pt x="32463" y="14408"/>
                  </a:lnTo>
                  <a:lnTo>
                    <a:pt x="32372" y="14408"/>
                  </a:lnTo>
                  <a:cubicBezTo>
                    <a:pt x="32281" y="14499"/>
                    <a:pt x="32129" y="14620"/>
                    <a:pt x="32068" y="14620"/>
                  </a:cubicBezTo>
                  <a:cubicBezTo>
                    <a:pt x="32012" y="14592"/>
                    <a:pt x="31748" y="14435"/>
                    <a:pt x="31613" y="14435"/>
                  </a:cubicBezTo>
                  <a:cubicBezTo>
                    <a:pt x="31601" y="14435"/>
                    <a:pt x="31591" y="14436"/>
                    <a:pt x="31582" y="14438"/>
                  </a:cubicBezTo>
                  <a:cubicBezTo>
                    <a:pt x="31460" y="14499"/>
                    <a:pt x="31491" y="14620"/>
                    <a:pt x="31521" y="14620"/>
                  </a:cubicBezTo>
                  <a:cubicBezTo>
                    <a:pt x="31612" y="14712"/>
                    <a:pt x="31734" y="14803"/>
                    <a:pt x="31795" y="14894"/>
                  </a:cubicBezTo>
                  <a:lnTo>
                    <a:pt x="32190" y="14864"/>
                  </a:lnTo>
                  <a:cubicBezTo>
                    <a:pt x="32205" y="14848"/>
                    <a:pt x="32220" y="14841"/>
                    <a:pt x="32235" y="14841"/>
                  </a:cubicBezTo>
                  <a:cubicBezTo>
                    <a:pt x="32251" y="14841"/>
                    <a:pt x="32266" y="14848"/>
                    <a:pt x="32281" y="14864"/>
                  </a:cubicBezTo>
                  <a:lnTo>
                    <a:pt x="32311" y="14864"/>
                  </a:lnTo>
                  <a:cubicBezTo>
                    <a:pt x="32372" y="14924"/>
                    <a:pt x="32311" y="14985"/>
                    <a:pt x="32220" y="15016"/>
                  </a:cubicBezTo>
                  <a:lnTo>
                    <a:pt x="31764" y="15016"/>
                  </a:lnTo>
                  <a:cubicBezTo>
                    <a:pt x="31612" y="15107"/>
                    <a:pt x="31430" y="15168"/>
                    <a:pt x="31278" y="15228"/>
                  </a:cubicBezTo>
                  <a:lnTo>
                    <a:pt x="31217" y="15228"/>
                  </a:lnTo>
                  <a:lnTo>
                    <a:pt x="30761" y="15076"/>
                  </a:lnTo>
                  <a:lnTo>
                    <a:pt x="30609" y="15137"/>
                  </a:lnTo>
                  <a:cubicBezTo>
                    <a:pt x="30560" y="15153"/>
                    <a:pt x="30514" y="15161"/>
                    <a:pt x="30471" y="15161"/>
                  </a:cubicBezTo>
                  <a:cubicBezTo>
                    <a:pt x="30354" y="15161"/>
                    <a:pt x="30267" y="15105"/>
                    <a:pt x="30244" y="15016"/>
                  </a:cubicBezTo>
                  <a:lnTo>
                    <a:pt x="30366" y="14955"/>
                  </a:lnTo>
                  <a:cubicBezTo>
                    <a:pt x="30427" y="14924"/>
                    <a:pt x="30488" y="14924"/>
                    <a:pt x="30548" y="14894"/>
                  </a:cubicBezTo>
                  <a:cubicBezTo>
                    <a:pt x="30670" y="14803"/>
                    <a:pt x="30738" y="14757"/>
                    <a:pt x="30795" y="14757"/>
                  </a:cubicBezTo>
                  <a:cubicBezTo>
                    <a:pt x="30852" y="14757"/>
                    <a:pt x="30898" y="14803"/>
                    <a:pt x="30974" y="14894"/>
                  </a:cubicBezTo>
                  <a:lnTo>
                    <a:pt x="31096" y="15016"/>
                  </a:lnTo>
                  <a:cubicBezTo>
                    <a:pt x="31187" y="14985"/>
                    <a:pt x="31247" y="14742"/>
                    <a:pt x="31187" y="14681"/>
                  </a:cubicBezTo>
                  <a:cubicBezTo>
                    <a:pt x="31096" y="14590"/>
                    <a:pt x="30974" y="14529"/>
                    <a:pt x="30852" y="14529"/>
                  </a:cubicBezTo>
                  <a:lnTo>
                    <a:pt x="30792" y="14560"/>
                  </a:lnTo>
                  <a:cubicBezTo>
                    <a:pt x="30731" y="14560"/>
                    <a:pt x="30697" y="14587"/>
                    <a:pt x="30654" y="14587"/>
                  </a:cubicBezTo>
                  <a:cubicBezTo>
                    <a:pt x="30633" y="14587"/>
                    <a:pt x="30609" y="14580"/>
                    <a:pt x="30579" y="14560"/>
                  </a:cubicBezTo>
                  <a:lnTo>
                    <a:pt x="30518" y="14499"/>
                  </a:lnTo>
                  <a:cubicBezTo>
                    <a:pt x="30427" y="14499"/>
                    <a:pt x="30396" y="14408"/>
                    <a:pt x="30427" y="14347"/>
                  </a:cubicBezTo>
                  <a:lnTo>
                    <a:pt x="30457" y="14286"/>
                  </a:lnTo>
                  <a:cubicBezTo>
                    <a:pt x="30457" y="14256"/>
                    <a:pt x="30457" y="14195"/>
                    <a:pt x="30427" y="14165"/>
                  </a:cubicBezTo>
                  <a:lnTo>
                    <a:pt x="30275" y="14165"/>
                  </a:lnTo>
                  <a:lnTo>
                    <a:pt x="30214" y="14225"/>
                  </a:lnTo>
                  <a:cubicBezTo>
                    <a:pt x="30214" y="14347"/>
                    <a:pt x="30214" y="14468"/>
                    <a:pt x="30214" y="14560"/>
                  </a:cubicBezTo>
                  <a:lnTo>
                    <a:pt x="30275" y="14620"/>
                  </a:lnTo>
                  <a:cubicBezTo>
                    <a:pt x="30336" y="14681"/>
                    <a:pt x="30548" y="14651"/>
                    <a:pt x="30427" y="14803"/>
                  </a:cubicBezTo>
                  <a:cubicBezTo>
                    <a:pt x="30413" y="14816"/>
                    <a:pt x="30393" y="14822"/>
                    <a:pt x="30367" y="14822"/>
                  </a:cubicBezTo>
                  <a:cubicBezTo>
                    <a:pt x="30277" y="14822"/>
                    <a:pt x="30127" y="14746"/>
                    <a:pt x="30032" y="14651"/>
                  </a:cubicBezTo>
                  <a:cubicBezTo>
                    <a:pt x="30026" y="14645"/>
                    <a:pt x="30016" y="14643"/>
                    <a:pt x="30004" y="14643"/>
                  </a:cubicBezTo>
                  <a:cubicBezTo>
                    <a:pt x="29949" y="14643"/>
                    <a:pt x="29838" y="14692"/>
                    <a:pt x="29788" y="14742"/>
                  </a:cubicBezTo>
                  <a:cubicBezTo>
                    <a:pt x="29783" y="14745"/>
                    <a:pt x="29778" y="14746"/>
                    <a:pt x="29773" y="14746"/>
                  </a:cubicBezTo>
                  <a:cubicBezTo>
                    <a:pt x="29723" y="14746"/>
                    <a:pt x="29700" y="14615"/>
                    <a:pt x="29728" y="14560"/>
                  </a:cubicBezTo>
                  <a:cubicBezTo>
                    <a:pt x="29728" y="14538"/>
                    <a:pt x="29720" y="14528"/>
                    <a:pt x="29706" y="14528"/>
                  </a:cubicBezTo>
                  <a:cubicBezTo>
                    <a:pt x="29681" y="14528"/>
                    <a:pt x="29635" y="14562"/>
                    <a:pt x="29576" y="14620"/>
                  </a:cubicBezTo>
                  <a:lnTo>
                    <a:pt x="29333" y="14620"/>
                  </a:lnTo>
                  <a:cubicBezTo>
                    <a:pt x="29315" y="14535"/>
                    <a:pt x="29279" y="14497"/>
                    <a:pt x="29229" y="14497"/>
                  </a:cubicBezTo>
                  <a:cubicBezTo>
                    <a:pt x="29190" y="14497"/>
                    <a:pt x="29142" y="14520"/>
                    <a:pt x="29089" y="14560"/>
                  </a:cubicBezTo>
                  <a:cubicBezTo>
                    <a:pt x="29059" y="14590"/>
                    <a:pt x="29029" y="14620"/>
                    <a:pt x="28998" y="14651"/>
                  </a:cubicBezTo>
                  <a:lnTo>
                    <a:pt x="28968" y="14651"/>
                  </a:lnTo>
                  <a:cubicBezTo>
                    <a:pt x="28907" y="14651"/>
                    <a:pt x="28846" y="14590"/>
                    <a:pt x="28846" y="14560"/>
                  </a:cubicBezTo>
                  <a:cubicBezTo>
                    <a:pt x="28846" y="14529"/>
                    <a:pt x="28846" y="14377"/>
                    <a:pt x="28846" y="14347"/>
                  </a:cubicBezTo>
                  <a:cubicBezTo>
                    <a:pt x="28846" y="14325"/>
                    <a:pt x="28831" y="14304"/>
                    <a:pt x="28822" y="14304"/>
                  </a:cubicBezTo>
                  <a:cubicBezTo>
                    <a:pt x="28818" y="14304"/>
                    <a:pt x="28816" y="14308"/>
                    <a:pt x="28816" y="14317"/>
                  </a:cubicBezTo>
                  <a:lnTo>
                    <a:pt x="28816" y="14347"/>
                  </a:lnTo>
                  <a:cubicBezTo>
                    <a:pt x="28812" y="14351"/>
                    <a:pt x="28805" y="14353"/>
                    <a:pt x="28797" y="14353"/>
                  </a:cubicBezTo>
                  <a:cubicBezTo>
                    <a:pt x="28745" y="14353"/>
                    <a:pt x="28625" y="14282"/>
                    <a:pt x="28573" y="14256"/>
                  </a:cubicBezTo>
                  <a:cubicBezTo>
                    <a:pt x="28567" y="14250"/>
                    <a:pt x="28560" y="14247"/>
                    <a:pt x="28553" y="14247"/>
                  </a:cubicBezTo>
                  <a:cubicBezTo>
                    <a:pt x="28490" y="14247"/>
                    <a:pt x="28402" y="14475"/>
                    <a:pt x="28512" y="14529"/>
                  </a:cubicBezTo>
                  <a:cubicBezTo>
                    <a:pt x="28603" y="14560"/>
                    <a:pt x="28664" y="14681"/>
                    <a:pt x="28664" y="14803"/>
                  </a:cubicBezTo>
                  <a:cubicBezTo>
                    <a:pt x="28603" y="14833"/>
                    <a:pt x="28512" y="14894"/>
                    <a:pt x="28451" y="14924"/>
                  </a:cubicBezTo>
                  <a:cubicBezTo>
                    <a:pt x="28390" y="14924"/>
                    <a:pt x="28238" y="14742"/>
                    <a:pt x="28208" y="14651"/>
                  </a:cubicBezTo>
                  <a:cubicBezTo>
                    <a:pt x="28178" y="14560"/>
                    <a:pt x="27965" y="14560"/>
                    <a:pt x="27874" y="14560"/>
                  </a:cubicBezTo>
                  <a:lnTo>
                    <a:pt x="27570" y="14590"/>
                  </a:lnTo>
                  <a:lnTo>
                    <a:pt x="27387" y="14590"/>
                  </a:lnTo>
                  <a:cubicBezTo>
                    <a:pt x="27366" y="14595"/>
                    <a:pt x="27344" y="14598"/>
                    <a:pt x="27323" y="14598"/>
                  </a:cubicBezTo>
                  <a:cubicBezTo>
                    <a:pt x="27224" y="14598"/>
                    <a:pt x="27133" y="14544"/>
                    <a:pt x="27083" y="14468"/>
                  </a:cubicBezTo>
                  <a:cubicBezTo>
                    <a:pt x="27062" y="14447"/>
                    <a:pt x="27040" y="14426"/>
                    <a:pt x="27008" y="14426"/>
                  </a:cubicBezTo>
                  <a:cubicBezTo>
                    <a:pt x="26995" y="14426"/>
                    <a:pt x="26979" y="14429"/>
                    <a:pt x="26962" y="14438"/>
                  </a:cubicBezTo>
                  <a:lnTo>
                    <a:pt x="26931" y="14438"/>
                  </a:lnTo>
                  <a:cubicBezTo>
                    <a:pt x="26840" y="14468"/>
                    <a:pt x="26931" y="14499"/>
                    <a:pt x="26931" y="14560"/>
                  </a:cubicBezTo>
                  <a:lnTo>
                    <a:pt x="26962" y="14620"/>
                  </a:lnTo>
                  <a:cubicBezTo>
                    <a:pt x="26939" y="14689"/>
                    <a:pt x="26882" y="14723"/>
                    <a:pt x="26829" y="14723"/>
                  </a:cubicBezTo>
                  <a:cubicBezTo>
                    <a:pt x="26812" y="14723"/>
                    <a:pt x="26795" y="14719"/>
                    <a:pt x="26779" y="14712"/>
                  </a:cubicBezTo>
                  <a:lnTo>
                    <a:pt x="26688" y="14681"/>
                  </a:lnTo>
                  <a:lnTo>
                    <a:pt x="26658" y="14651"/>
                  </a:lnTo>
                  <a:cubicBezTo>
                    <a:pt x="26567" y="14590"/>
                    <a:pt x="26658" y="14408"/>
                    <a:pt x="26688" y="14377"/>
                  </a:cubicBezTo>
                  <a:cubicBezTo>
                    <a:pt x="26724" y="14342"/>
                    <a:pt x="26686" y="14327"/>
                    <a:pt x="26637" y="14327"/>
                  </a:cubicBezTo>
                  <a:cubicBezTo>
                    <a:pt x="26602" y="14327"/>
                    <a:pt x="26561" y="14334"/>
                    <a:pt x="26536" y="14347"/>
                  </a:cubicBezTo>
                  <a:cubicBezTo>
                    <a:pt x="26475" y="14377"/>
                    <a:pt x="26415" y="14377"/>
                    <a:pt x="26354" y="14377"/>
                  </a:cubicBezTo>
                  <a:lnTo>
                    <a:pt x="26263" y="14377"/>
                  </a:lnTo>
                  <a:cubicBezTo>
                    <a:pt x="26202" y="14408"/>
                    <a:pt x="26171" y="14438"/>
                    <a:pt x="26171" y="14499"/>
                  </a:cubicBezTo>
                  <a:lnTo>
                    <a:pt x="26202" y="14529"/>
                  </a:lnTo>
                  <a:cubicBezTo>
                    <a:pt x="26232" y="14560"/>
                    <a:pt x="26293" y="14590"/>
                    <a:pt x="26354" y="14620"/>
                  </a:cubicBezTo>
                  <a:cubicBezTo>
                    <a:pt x="26475" y="14651"/>
                    <a:pt x="26597" y="14712"/>
                    <a:pt x="26536" y="14803"/>
                  </a:cubicBezTo>
                  <a:lnTo>
                    <a:pt x="26475" y="14985"/>
                  </a:lnTo>
                  <a:cubicBezTo>
                    <a:pt x="26384" y="14864"/>
                    <a:pt x="25776" y="14894"/>
                    <a:pt x="25594" y="14864"/>
                  </a:cubicBezTo>
                  <a:cubicBezTo>
                    <a:pt x="25442" y="14833"/>
                    <a:pt x="25320" y="14742"/>
                    <a:pt x="25229" y="14620"/>
                  </a:cubicBezTo>
                  <a:cubicBezTo>
                    <a:pt x="25229" y="14590"/>
                    <a:pt x="25412" y="14529"/>
                    <a:pt x="25503" y="14529"/>
                  </a:cubicBezTo>
                  <a:cubicBezTo>
                    <a:pt x="25563" y="14529"/>
                    <a:pt x="25624" y="14499"/>
                    <a:pt x="25594" y="14468"/>
                  </a:cubicBezTo>
                  <a:lnTo>
                    <a:pt x="25442" y="14468"/>
                  </a:lnTo>
                  <a:cubicBezTo>
                    <a:pt x="25290" y="14468"/>
                    <a:pt x="25168" y="14529"/>
                    <a:pt x="25168" y="14651"/>
                  </a:cubicBezTo>
                  <a:lnTo>
                    <a:pt x="25108" y="14742"/>
                  </a:lnTo>
                  <a:cubicBezTo>
                    <a:pt x="25077" y="14772"/>
                    <a:pt x="24956" y="14833"/>
                    <a:pt x="24925" y="14864"/>
                  </a:cubicBezTo>
                  <a:cubicBezTo>
                    <a:pt x="24864" y="14894"/>
                    <a:pt x="24834" y="14955"/>
                    <a:pt x="24804" y="14955"/>
                  </a:cubicBezTo>
                  <a:cubicBezTo>
                    <a:pt x="24779" y="14960"/>
                    <a:pt x="24753" y="14961"/>
                    <a:pt x="24726" y="14961"/>
                  </a:cubicBezTo>
                  <a:cubicBezTo>
                    <a:pt x="24657" y="14961"/>
                    <a:pt x="24581" y="14950"/>
                    <a:pt x="24503" y="14950"/>
                  </a:cubicBezTo>
                  <a:cubicBezTo>
                    <a:pt x="24420" y="14950"/>
                    <a:pt x="24335" y="14963"/>
                    <a:pt x="24256" y="15016"/>
                  </a:cubicBezTo>
                  <a:cubicBezTo>
                    <a:pt x="24252" y="15020"/>
                    <a:pt x="24245" y="15022"/>
                    <a:pt x="24236" y="15022"/>
                  </a:cubicBezTo>
                  <a:cubicBezTo>
                    <a:pt x="24178" y="15022"/>
                    <a:pt x="24035" y="14947"/>
                    <a:pt x="23983" y="14894"/>
                  </a:cubicBezTo>
                  <a:lnTo>
                    <a:pt x="23922" y="14833"/>
                  </a:lnTo>
                  <a:cubicBezTo>
                    <a:pt x="23902" y="14774"/>
                    <a:pt x="23921" y="14741"/>
                    <a:pt x="23969" y="14741"/>
                  </a:cubicBezTo>
                  <a:cubicBezTo>
                    <a:pt x="23996" y="14741"/>
                    <a:pt x="24031" y="14751"/>
                    <a:pt x="24074" y="14772"/>
                  </a:cubicBezTo>
                  <a:lnTo>
                    <a:pt x="24196" y="14681"/>
                  </a:lnTo>
                  <a:lnTo>
                    <a:pt x="24256" y="14651"/>
                  </a:lnTo>
                  <a:cubicBezTo>
                    <a:pt x="24378" y="14651"/>
                    <a:pt x="24530" y="14620"/>
                    <a:pt x="24652" y="14529"/>
                  </a:cubicBezTo>
                  <a:cubicBezTo>
                    <a:pt x="24682" y="14499"/>
                    <a:pt x="24256" y="14499"/>
                    <a:pt x="24074" y="14499"/>
                  </a:cubicBezTo>
                  <a:cubicBezTo>
                    <a:pt x="23927" y="14523"/>
                    <a:pt x="23640" y="14568"/>
                    <a:pt x="23487" y="14568"/>
                  </a:cubicBezTo>
                  <a:cubicBezTo>
                    <a:pt x="23451" y="14568"/>
                    <a:pt x="23423" y="14565"/>
                    <a:pt x="23405" y="14560"/>
                  </a:cubicBezTo>
                  <a:cubicBezTo>
                    <a:pt x="23284" y="14560"/>
                    <a:pt x="23253" y="14408"/>
                    <a:pt x="23284" y="14347"/>
                  </a:cubicBezTo>
                  <a:cubicBezTo>
                    <a:pt x="23299" y="14317"/>
                    <a:pt x="23299" y="14301"/>
                    <a:pt x="23284" y="14301"/>
                  </a:cubicBezTo>
                  <a:cubicBezTo>
                    <a:pt x="23269" y="14301"/>
                    <a:pt x="23238" y="14317"/>
                    <a:pt x="23193" y="14347"/>
                  </a:cubicBezTo>
                  <a:lnTo>
                    <a:pt x="23101" y="14347"/>
                  </a:lnTo>
                  <a:cubicBezTo>
                    <a:pt x="23041" y="14347"/>
                    <a:pt x="23010" y="14377"/>
                    <a:pt x="23010" y="14408"/>
                  </a:cubicBezTo>
                  <a:cubicBezTo>
                    <a:pt x="23010" y="14408"/>
                    <a:pt x="23101" y="14560"/>
                    <a:pt x="23162" y="14742"/>
                  </a:cubicBezTo>
                  <a:lnTo>
                    <a:pt x="23436" y="14681"/>
                  </a:lnTo>
                  <a:cubicBezTo>
                    <a:pt x="23466" y="14681"/>
                    <a:pt x="23497" y="14742"/>
                    <a:pt x="23497" y="14742"/>
                  </a:cubicBezTo>
                  <a:cubicBezTo>
                    <a:pt x="23466" y="14772"/>
                    <a:pt x="23466" y="14803"/>
                    <a:pt x="23436" y="14833"/>
                  </a:cubicBezTo>
                  <a:cubicBezTo>
                    <a:pt x="23418" y="14828"/>
                    <a:pt x="23402" y="14826"/>
                    <a:pt x="23388" y="14826"/>
                  </a:cubicBezTo>
                  <a:cubicBezTo>
                    <a:pt x="23257" y="14826"/>
                    <a:pt x="23286" y="15031"/>
                    <a:pt x="23187" y="15031"/>
                  </a:cubicBezTo>
                  <a:cubicBezTo>
                    <a:pt x="23172" y="15031"/>
                    <a:pt x="23154" y="15027"/>
                    <a:pt x="23132" y="15016"/>
                  </a:cubicBezTo>
                  <a:lnTo>
                    <a:pt x="22858" y="14864"/>
                  </a:lnTo>
                  <a:cubicBezTo>
                    <a:pt x="22767" y="14932"/>
                    <a:pt x="22659" y="14966"/>
                    <a:pt x="22546" y="14966"/>
                  </a:cubicBezTo>
                  <a:cubicBezTo>
                    <a:pt x="22509" y="14966"/>
                    <a:pt x="22471" y="14962"/>
                    <a:pt x="22433" y="14955"/>
                  </a:cubicBezTo>
                  <a:cubicBezTo>
                    <a:pt x="22402" y="14924"/>
                    <a:pt x="22220" y="14803"/>
                    <a:pt x="22159" y="14772"/>
                  </a:cubicBezTo>
                  <a:cubicBezTo>
                    <a:pt x="22098" y="14712"/>
                    <a:pt x="22038" y="14651"/>
                    <a:pt x="21977" y="14590"/>
                  </a:cubicBezTo>
                  <a:lnTo>
                    <a:pt x="21916" y="14590"/>
                  </a:lnTo>
                  <a:lnTo>
                    <a:pt x="21855" y="14620"/>
                  </a:lnTo>
                  <a:cubicBezTo>
                    <a:pt x="21794" y="14712"/>
                    <a:pt x="21734" y="14803"/>
                    <a:pt x="21703" y="14894"/>
                  </a:cubicBezTo>
                  <a:lnTo>
                    <a:pt x="21642" y="14955"/>
                  </a:lnTo>
                  <a:cubicBezTo>
                    <a:pt x="21624" y="14973"/>
                    <a:pt x="21598" y="14978"/>
                    <a:pt x="21568" y="14978"/>
                  </a:cubicBezTo>
                  <a:cubicBezTo>
                    <a:pt x="21536" y="14978"/>
                    <a:pt x="21500" y="14972"/>
                    <a:pt x="21463" y="14972"/>
                  </a:cubicBezTo>
                  <a:cubicBezTo>
                    <a:pt x="21418" y="14972"/>
                    <a:pt x="21374" y="14980"/>
                    <a:pt x="21338" y="15016"/>
                  </a:cubicBezTo>
                  <a:cubicBezTo>
                    <a:pt x="21278" y="14985"/>
                    <a:pt x="21187" y="14955"/>
                    <a:pt x="21095" y="14955"/>
                  </a:cubicBezTo>
                  <a:lnTo>
                    <a:pt x="21035" y="14894"/>
                  </a:lnTo>
                  <a:lnTo>
                    <a:pt x="21004" y="14864"/>
                  </a:lnTo>
                  <a:cubicBezTo>
                    <a:pt x="20700" y="14924"/>
                    <a:pt x="20214" y="15016"/>
                    <a:pt x="19971" y="15076"/>
                  </a:cubicBezTo>
                  <a:lnTo>
                    <a:pt x="19758" y="15016"/>
                  </a:lnTo>
                  <a:lnTo>
                    <a:pt x="19697" y="15016"/>
                  </a:lnTo>
                  <a:cubicBezTo>
                    <a:pt x="19662" y="14992"/>
                    <a:pt x="19627" y="14982"/>
                    <a:pt x="19596" y="14982"/>
                  </a:cubicBezTo>
                  <a:cubicBezTo>
                    <a:pt x="19545" y="14982"/>
                    <a:pt x="19503" y="15008"/>
                    <a:pt x="19484" y="15046"/>
                  </a:cubicBezTo>
                  <a:lnTo>
                    <a:pt x="19424" y="15107"/>
                  </a:lnTo>
                  <a:cubicBezTo>
                    <a:pt x="19393" y="15107"/>
                    <a:pt x="19332" y="15107"/>
                    <a:pt x="19302" y="15076"/>
                  </a:cubicBezTo>
                  <a:cubicBezTo>
                    <a:pt x="19241" y="15046"/>
                    <a:pt x="19484" y="14985"/>
                    <a:pt x="19302" y="14955"/>
                  </a:cubicBezTo>
                  <a:lnTo>
                    <a:pt x="19184" y="14938"/>
                  </a:lnTo>
                  <a:lnTo>
                    <a:pt x="19184" y="14938"/>
                  </a:lnTo>
                  <a:lnTo>
                    <a:pt x="19211" y="14924"/>
                  </a:lnTo>
                  <a:cubicBezTo>
                    <a:pt x="19272" y="14894"/>
                    <a:pt x="19089" y="14712"/>
                    <a:pt x="19028" y="14620"/>
                  </a:cubicBezTo>
                  <a:cubicBezTo>
                    <a:pt x="18979" y="14571"/>
                    <a:pt x="19169" y="14482"/>
                    <a:pt x="19323" y="14482"/>
                  </a:cubicBezTo>
                  <a:cubicBezTo>
                    <a:pt x="19360" y="14482"/>
                    <a:pt x="19395" y="14487"/>
                    <a:pt x="19424" y="14499"/>
                  </a:cubicBezTo>
                  <a:cubicBezTo>
                    <a:pt x="19545" y="14560"/>
                    <a:pt x="19515" y="14620"/>
                    <a:pt x="19454" y="14620"/>
                  </a:cubicBezTo>
                  <a:cubicBezTo>
                    <a:pt x="19393" y="14620"/>
                    <a:pt x="19393" y="14681"/>
                    <a:pt x="19424" y="14712"/>
                  </a:cubicBezTo>
                  <a:cubicBezTo>
                    <a:pt x="19484" y="14772"/>
                    <a:pt x="19545" y="14803"/>
                    <a:pt x="19636" y="14833"/>
                  </a:cubicBezTo>
                  <a:cubicBezTo>
                    <a:pt x="19641" y="14837"/>
                    <a:pt x="19645" y="14839"/>
                    <a:pt x="19651" y="14839"/>
                  </a:cubicBezTo>
                  <a:cubicBezTo>
                    <a:pt x="19683" y="14839"/>
                    <a:pt x="19732" y="14768"/>
                    <a:pt x="19758" y="14742"/>
                  </a:cubicBezTo>
                  <a:cubicBezTo>
                    <a:pt x="19758" y="14681"/>
                    <a:pt x="19849" y="14651"/>
                    <a:pt x="19971" y="14651"/>
                  </a:cubicBezTo>
                  <a:lnTo>
                    <a:pt x="19971" y="14499"/>
                  </a:lnTo>
                  <a:lnTo>
                    <a:pt x="19971" y="14317"/>
                  </a:lnTo>
                  <a:cubicBezTo>
                    <a:pt x="20092" y="14347"/>
                    <a:pt x="20214" y="14377"/>
                    <a:pt x="20335" y="14377"/>
                  </a:cubicBezTo>
                  <a:cubicBezTo>
                    <a:pt x="20359" y="14354"/>
                    <a:pt x="20504" y="14296"/>
                    <a:pt x="20560" y="14296"/>
                  </a:cubicBezTo>
                  <a:cubicBezTo>
                    <a:pt x="20577" y="14296"/>
                    <a:pt x="20586" y="14302"/>
                    <a:pt x="20579" y="14317"/>
                  </a:cubicBezTo>
                  <a:cubicBezTo>
                    <a:pt x="20579" y="14342"/>
                    <a:pt x="20611" y="14352"/>
                    <a:pt x="20653" y="14352"/>
                  </a:cubicBezTo>
                  <a:cubicBezTo>
                    <a:pt x="20711" y="14352"/>
                    <a:pt x="20787" y="14334"/>
                    <a:pt x="20822" y="14317"/>
                  </a:cubicBezTo>
                  <a:cubicBezTo>
                    <a:pt x="20842" y="14303"/>
                    <a:pt x="20863" y="14297"/>
                    <a:pt x="20885" y="14297"/>
                  </a:cubicBezTo>
                  <a:cubicBezTo>
                    <a:pt x="20963" y="14297"/>
                    <a:pt x="21048" y="14374"/>
                    <a:pt x="21095" y="14468"/>
                  </a:cubicBezTo>
                  <a:lnTo>
                    <a:pt x="21278" y="14317"/>
                  </a:lnTo>
                  <a:cubicBezTo>
                    <a:pt x="21323" y="14301"/>
                    <a:pt x="21361" y="14294"/>
                    <a:pt x="21395" y="14294"/>
                  </a:cubicBezTo>
                  <a:cubicBezTo>
                    <a:pt x="21430" y="14294"/>
                    <a:pt x="21460" y="14301"/>
                    <a:pt x="21490" y="14317"/>
                  </a:cubicBezTo>
                  <a:cubicBezTo>
                    <a:pt x="21543" y="14369"/>
                    <a:pt x="21588" y="14389"/>
                    <a:pt x="21628" y="14389"/>
                  </a:cubicBezTo>
                  <a:cubicBezTo>
                    <a:pt x="21705" y="14389"/>
                    <a:pt x="21765" y="14316"/>
                    <a:pt x="21825" y="14256"/>
                  </a:cubicBezTo>
                  <a:lnTo>
                    <a:pt x="22220" y="13952"/>
                  </a:lnTo>
                  <a:cubicBezTo>
                    <a:pt x="22281" y="13952"/>
                    <a:pt x="22311" y="13982"/>
                    <a:pt x="22342" y="13982"/>
                  </a:cubicBezTo>
                  <a:cubicBezTo>
                    <a:pt x="22454" y="14095"/>
                    <a:pt x="22584" y="14157"/>
                    <a:pt x="22717" y="14157"/>
                  </a:cubicBezTo>
                  <a:cubicBezTo>
                    <a:pt x="22764" y="14157"/>
                    <a:pt x="22811" y="14150"/>
                    <a:pt x="22858" y="14134"/>
                  </a:cubicBezTo>
                  <a:lnTo>
                    <a:pt x="23193" y="14104"/>
                  </a:lnTo>
                  <a:cubicBezTo>
                    <a:pt x="23284" y="14138"/>
                    <a:pt x="23379" y="14155"/>
                    <a:pt x="23473" y="14155"/>
                  </a:cubicBezTo>
                  <a:cubicBezTo>
                    <a:pt x="23628" y="14155"/>
                    <a:pt x="23778" y="14108"/>
                    <a:pt x="23892" y="14013"/>
                  </a:cubicBezTo>
                  <a:lnTo>
                    <a:pt x="24196" y="14013"/>
                  </a:lnTo>
                  <a:cubicBezTo>
                    <a:pt x="24198" y="14015"/>
                    <a:pt x="24201" y="14017"/>
                    <a:pt x="24203" y="14017"/>
                  </a:cubicBezTo>
                  <a:cubicBezTo>
                    <a:pt x="24227" y="14017"/>
                    <a:pt x="24234" y="13891"/>
                    <a:pt x="24317" y="13891"/>
                  </a:cubicBezTo>
                  <a:cubicBezTo>
                    <a:pt x="24378" y="13891"/>
                    <a:pt x="24439" y="13952"/>
                    <a:pt x="24530" y="13952"/>
                  </a:cubicBezTo>
                  <a:cubicBezTo>
                    <a:pt x="24568" y="13964"/>
                    <a:pt x="24606" y="13972"/>
                    <a:pt x="24643" y="13972"/>
                  </a:cubicBezTo>
                  <a:cubicBezTo>
                    <a:pt x="24697" y="13972"/>
                    <a:pt x="24750" y="13957"/>
                    <a:pt x="24804" y="13921"/>
                  </a:cubicBezTo>
                  <a:cubicBezTo>
                    <a:pt x="24840" y="13907"/>
                    <a:pt x="24866" y="13901"/>
                    <a:pt x="24885" y="13901"/>
                  </a:cubicBezTo>
                  <a:cubicBezTo>
                    <a:pt x="24944" y="13901"/>
                    <a:pt x="24932" y="13959"/>
                    <a:pt x="24956" y="13982"/>
                  </a:cubicBezTo>
                  <a:cubicBezTo>
                    <a:pt x="24956" y="14013"/>
                    <a:pt x="24986" y="14043"/>
                    <a:pt x="25047" y="14043"/>
                  </a:cubicBezTo>
                  <a:lnTo>
                    <a:pt x="25260" y="14043"/>
                  </a:lnTo>
                  <a:lnTo>
                    <a:pt x="25563" y="14104"/>
                  </a:lnTo>
                  <a:cubicBezTo>
                    <a:pt x="25632" y="14035"/>
                    <a:pt x="25717" y="14001"/>
                    <a:pt x="25807" y="14001"/>
                  </a:cubicBezTo>
                  <a:cubicBezTo>
                    <a:pt x="25837" y="14001"/>
                    <a:pt x="25867" y="14005"/>
                    <a:pt x="25898" y="14013"/>
                  </a:cubicBezTo>
                  <a:cubicBezTo>
                    <a:pt x="25926" y="14069"/>
                    <a:pt x="26110" y="14229"/>
                    <a:pt x="26233" y="14229"/>
                  </a:cubicBezTo>
                  <a:cubicBezTo>
                    <a:pt x="26244" y="14229"/>
                    <a:pt x="26253" y="14228"/>
                    <a:pt x="26263" y="14225"/>
                  </a:cubicBezTo>
                  <a:cubicBezTo>
                    <a:pt x="26384" y="14195"/>
                    <a:pt x="26445" y="14134"/>
                    <a:pt x="26415" y="14073"/>
                  </a:cubicBezTo>
                  <a:lnTo>
                    <a:pt x="26415" y="14043"/>
                  </a:lnTo>
                  <a:cubicBezTo>
                    <a:pt x="26415" y="13982"/>
                    <a:pt x="26445" y="13952"/>
                    <a:pt x="26475" y="13921"/>
                  </a:cubicBezTo>
                  <a:cubicBezTo>
                    <a:pt x="26504" y="13892"/>
                    <a:pt x="26521" y="13882"/>
                    <a:pt x="26531" y="13882"/>
                  </a:cubicBezTo>
                  <a:cubicBezTo>
                    <a:pt x="26553" y="13882"/>
                    <a:pt x="26546" y="13931"/>
                    <a:pt x="26567" y="13952"/>
                  </a:cubicBezTo>
                  <a:lnTo>
                    <a:pt x="26658" y="14073"/>
                  </a:lnTo>
                  <a:cubicBezTo>
                    <a:pt x="26719" y="14013"/>
                    <a:pt x="26779" y="13921"/>
                    <a:pt x="26749" y="13861"/>
                  </a:cubicBezTo>
                  <a:lnTo>
                    <a:pt x="26749" y="13861"/>
                  </a:lnTo>
                  <a:lnTo>
                    <a:pt x="26901" y="13921"/>
                  </a:lnTo>
                  <a:cubicBezTo>
                    <a:pt x="26966" y="13965"/>
                    <a:pt x="27038" y="13973"/>
                    <a:pt x="27113" y="13973"/>
                  </a:cubicBezTo>
                  <a:cubicBezTo>
                    <a:pt x="27163" y="13973"/>
                    <a:pt x="27213" y="13969"/>
                    <a:pt x="27263" y="13969"/>
                  </a:cubicBezTo>
                  <a:cubicBezTo>
                    <a:pt x="27350" y="13969"/>
                    <a:pt x="27434" y="13981"/>
                    <a:pt x="27509" y="14043"/>
                  </a:cubicBezTo>
                  <a:lnTo>
                    <a:pt x="27539" y="14043"/>
                  </a:lnTo>
                  <a:cubicBezTo>
                    <a:pt x="27569" y="14025"/>
                    <a:pt x="27597" y="14018"/>
                    <a:pt x="27623" y="14018"/>
                  </a:cubicBezTo>
                  <a:cubicBezTo>
                    <a:pt x="27734" y="14018"/>
                    <a:pt x="27813" y="14146"/>
                    <a:pt x="27813" y="14195"/>
                  </a:cubicBezTo>
                  <a:cubicBezTo>
                    <a:pt x="27813" y="14256"/>
                    <a:pt x="27722" y="14347"/>
                    <a:pt x="27600" y="14408"/>
                  </a:cubicBezTo>
                  <a:lnTo>
                    <a:pt x="27813" y="14438"/>
                  </a:lnTo>
                  <a:cubicBezTo>
                    <a:pt x="27829" y="14442"/>
                    <a:pt x="27843" y="14444"/>
                    <a:pt x="27854" y="14444"/>
                  </a:cubicBezTo>
                  <a:cubicBezTo>
                    <a:pt x="27927" y="14444"/>
                    <a:pt x="27904" y="14365"/>
                    <a:pt x="27904" y="14286"/>
                  </a:cubicBezTo>
                  <a:lnTo>
                    <a:pt x="27904" y="14225"/>
                  </a:lnTo>
                  <a:cubicBezTo>
                    <a:pt x="27904" y="14139"/>
                    <a:pt x="28068" y="13889"/>
                    <a:pt x="28188" y="13889"/>
                  </a:cubicBezTo>
                  <a:cubicBezTo>
                    <a:pt x="28195" y="13889"/>
                    <a:pt x="28202" y="13889"/>
                    <a:pt x="28208" y="13891"/>
                  </a:cubicBezTo>
                  <a:cubicBezTo>
                    <a:pt x="28240" y="13899"/>
                    <a:pt x="28271" y="13903"/>
                    <a:pt x="28298" y="13903"/>
                  </a:cubicBezTo>
                  <a:cubicBezTo>
                    <a:pt x="28372" y="13903"/>
                    <a:pt x="28421" y="13875"/>
                    <a:pt x="28421" y="13830"/>
                  </a:cubicBezTo>
                  <a:lnTo>
                    <a:pt x="28421" y="13678"/>
                  </a:lnTo>
                  <a:cubicBezTo>
                    <a:pt x="28633" y="13739"/>
                    <a:pt x="28846" y="13800"/>
                    <a:pt x="29059" y="13830"/>
                  </a:cubicBezTo>
                  <a:cubicBezTo>
                    <a:pt x="29241" y="13800"/>
                    <a:pt x="29424" y="13739"/>
                    <a:pt x="29606" y="13678"/>
                  </a:cubicBezTo>
                  <a:lnTo>
                    <a:pt x="29819" y="13617"/>
                  </a:lnTo>
                  <a:lnTo>
                    <a:pt x="29880" y="13617"/>
                  </a:lnTo>
                  <a:cubicBezTo>
                    <a:pt x="30001" y="13617"/>
                    <a:pt x="29971" y="13709"/>
                    <a:pt x="29849" y="13830"/>
                  </a:cubicBezTo>
                  <a:lnTo>
                    <a:pt x="29728" y="13861"/>
                  </a:lnTo>
                  <a:lnTo>
                    <a:pt x="29576" y="13921"/>
                  </a:lnTo>
                  <a:cubicBezTo>
                    <a:pt x="29393" y="13952"/>
                    <a:pt x="29302" y="14043"/>
                    <a:pt x="29333" y="14134"/>
                  </a:cubicBezTo>
                  <a:lnTo>
                    <a:pt x="29515" y="14043"/>
                  </a:lnTo>
                  <a:cubicBezTo>
                    <a:pt x="29667" y="13982"/>
                    <a:pt x="29849" y="14013"/>
                    <a:pt x="29971" y="13830"/>
                  </a:cubicBezTo>
                  <a:lnTo>
                    <a:pt x="30032" y="13769"/>
                  </a:lnTo>
                  <a:cubicBezTo>
                    <a:pt x="30168" y="13754"/>
                    <a:pt x="30313" y="13747"/>
                    <a:pt x="30457" y="13747"/>
                  </a:cubicBezTo>
                  <a:cubicBezTo>
                    <a:pt x="30602" y="13747"/>
                    <a:pt x="30746" y="13754"/>
                    <a:pt x="30883" y="13769"/>
                  </a:cubicBezTo>
                  <a:lnTo>
                    <a:pt x="31369" y="13769"/>
                  </a:lnTo>
                  <a:cubicBezTo>
                    <a:pt x="31643" y="13739"/>
                    <a:pt x="31977" y="13557"/>
                    <a:pt x="31947" y="13526"/>
                  </a:cubicBezTo>
                  <a:cubicBezTo>
                    <a:pt x="31916" y="13496"/>
                    <a:pt x="31931" y="13481"/>
                    <a:pt x="31973" y="13481"/>
                  </a:cubicBezTo>
                  <a:close/>
                  <a:moveTo>
                    <a:pt x="29978" y="14822"/>
                  </a:moveTo>
                  <a:cubicBezTo>
                    <a:pt x="30098" y="14822"/>
                    <a:pt x="30184" y="14856"/>
                    <a:pt x="30184" y="14924"/>
                  </a:cubicBezTo>
                  <a:lnTo>
                    <a:pt x="30153" y="14955"/>
                  </a:lnTo>
                  <a:cubicBezTo>
                    <a:pt x="30153" y="15016"/>
                    <a:pt x="30123" y="15046"/>
                    <a:pt x="30032" y="15076"/>
                  </a:cubicBezTo>
                  <a:cubicBezTo>
                    <a:pt x="29971" y="15137"/>
                    <a:pt x="29971" y="15168"/>
                    <a:pt x="30032" y="15198"/>
                  </a:cubicBezTo>
                  <a:lnTo>
                    <a:pt x="30062" y="15228"/>
                  </a:lnTo>
                  <a:cubicBezTo>
                    <a:pt x="30047" y="15274"/>
                    <a:pt x="30016" y="15297"/>
                    <a:pt x="29982" y="15297"/>
                  </a:cubicBezTo>
                  <a:cubicBezTo>
                    <a:pt x="29948" y="15297"/>
                    <a:pt x="29910" y="15274"/>
                    <a:pt x="29880" y="15228"/>
                  </a:cubicBezTo>
                  <a:lnTo>
                    <a:pt x="29880" y="15168"/>
                  </a:lnTo>
                  <a:cubicBezTo>
                    <a:pt x="29880" y="15076"/>
                    <a:pt x="29880" y="15016"/>
                    <a:pt x="29728" y="15016"/>
                  </a:cubicBezTo>
                  <a:cubicBezTo>
                    <a:pt x="29637" y="15016"/>
                    <a:pt x="29637" y="14864"/>
                    <a:pt x="29728" y="14864"/>
                  </a:cubicBezTo>
                  <a:lnTo>
                    <a:pt x="29849" y="14833"/>
                  </a:lnTo>
                  <a:cubicBezTo>
                    <a:pt x="29895" y="14826"/>
                    <a:pt x="29939" y="14822"/>
                    <a:pt x="29978" y="14822"/>
                  </a:cubicBezTo>
                  <a:close/>
                  <a:moveTo>
                    <a:pt x="18269" y="14225"/>
                  </a:moveTo>
                  <a:cubicBezTo>
                    <a:pt x="18329" y="14225"/>
                    <a:pt x="18329" y="14256"/>
                    <a:pt x="18329" y="14286"/>
                  </a:cubicBezTo>
                  <a:lnTo>
                    <a:pt x="18329" y="14317"/>
                  </a:lnTo>
                  <a:lnTo>
                    <a:pt x="18329" y="14499"/>
                  </a:lnTo>
                  <a:cubicBezTo>
                    <a:pt x="18390" y="14620"/>
                    <a:pt x="18816" y="14712"/>
                    <a:pt x="18876" y="14772"/>
                  </a:cubicBezTo>
                  <a:cubicBezTo>
                    <a:pt x="18937" y="14803"/>
                    <a:pt x="18937" y="14955"/>
                    <a:pt x="18846" y="15046"/>
                  </a:cubicBezTo>
                  <a:lnTo>
                    <a:pt x="18694" y="14894"/>
                  </a:lnTo>
                  <a:lnTo>
                    <a:pt x="18603" y="14894"/>
                  </a:lnTo>
                  <a:cubicBezTo>
                    <a:pt x="18572" y="14894"/>
                    <a:pt x="18512" y="14924"/>
                    <a:pt x="18512" y="14955"/>
                  </a:cubicBezTo>
                  <a:cubicBezTo>
                    <a:pt x="18512" y="14985"/>
                    <a:pt x="18572" y="15046"/>
                    <a:pt x="18572" y="15046"/>
                  </a:cubicBezTo>
                  <a:cubicBezTo>
                    <a:pt x="18626" y="15054"/>
                    <a:pt x="18677" y="15057"/>
                    <a:pt x="18727" y="15057"/>
                  </a:cubicBezTo>
                  <a:cubicBezTo>
                    <a:pt x="18854" y="15057"/>
                    <a:pt x="18972" y="15033"/>
                    <a:pt x="19089" y="14983"/>
                  </a:cubicBezTo>
                  <a:lnTo>
                    <a:pt x="19089" y="14983"/>
                  </a:lnTo>
                  <a:cubicBezTo>
                    <a:pt x="19089" y="15092"/>
                    <a:pt x="19089" y="15217"/>
                    <a:pt x="19089" y="15320"/>
                  </a:cubicBezTo>
                  <a:lnTo>
                    <a:pt x="19028" y="15259"/>
                  </a:lnTo>
                  <a:lnTo>
                    <a:pt x="18846" y="15137"/>
                  </a:lnTo>
                  <a:cubicBezTo>
                    <a:pt x="18664" y="15137"/>
                    <a:pt x="18481" y="15076"/>
                    <a:pt x="18390" y="14924"/>
                  </a:cubicBezTo>
                  <a:cubicBezTo>
                    <a:pt x="18360" y="14833"/>
                    <a:pt x="18481" y="14651"/>
                    <a:pt x="18481" y="14651"/>
                  </a:cubicBezTo>
                  <a:lnTo>
                    <a:pt x="18481" y="14651"/>
                  </a:lnTo>
                  <a:cubicBezTo>
                    <a:pt x="18360" y="14712"/>
                    <a:pt x="18238" y="14803"/>
                    <a:pt x="18147" y="14924"/>
                  </a:cubicBezTo>
                  <a:cubicBezTo>
                    <a:pt x="18147" y="14985"/>
                    <a:pt x="18117" y="15076"/>
                    <a:pt x="18117" y="15168"/>
                  </a:cubicBezTo>
                  <a:lnTo>
                    <a:pt x="18056" y="15198"/>
                  </a:lnTo>
                  <a:cubicBezTo>
                    <a:pt x="17995" y="15228"/>
                    <a:pt x="17904" y="15259"/>
                    <a:pt x="17813" y="15259"/>
                  </a:cubicBezTo>
                  <a:lnTo>
                    <a:pt x="17752" y="15259"/>
                  </a:lnTo>
                  <a:cubicBezTo>
                    <a:pt x="17727" y="15209"/>
                    <a:pt x="17662" y="15160"/>
                    <a:pt x="17622" y="15160"/>
                  </a:cubicBezTo>
                  <a:cubicBezTo>
                    <a:pt x="17613" y="15160"/>
                    <a:pt x="17605" y="15162"/>
                    <a:pt x="17600" y="15168"/>
                  </a:cubicBezTo>
                  <a:lnTo>
                    <a:pt x="17569" y="15198"/>
                  </a:lnTo>
                  <a:lnTo>
                    <a:pt x="17539" y="15228"/>
                  </a:lnTo>
                  <a:lnTo>
                    <a:pt x="17387" y="15228"/>
                  </a:lnTo>
                  <a:lnTo>
                    <a:pt x="17357" y="15168"/>
                  </a:lnTo>
                  <a:lnTo>
                    <a:pt x="17296" y="15107"/>
                  </a:lnTo>
                  <a:cubicBezTo>
                    <a:pt x="17265" y="14985"/>
                    <a:pt x="17296" y="14864"/>
                    <a:pt x="17417" y="14833"/>
                  </a:cubicBezTo>
                  <a:cubicBezTo>
                    <a:pt x="17448" y="14833"/>
                    <a:pt x="17478" y="14833"/>
                    <a:pt x="17509" y="14803"/>
                  </a:cubicBezTo>
                  <a:cubicBezTo>
                    <a:pt x="17417" y="14772"/>
                    <a:pt x="17357" y="14772"/>
                    <a:pt x="17265" y="14772"/>
                  </a:cubicBezTo>
                  <a:cubicBezTo>
                    <a:pt x="17205" y="14772"/>
                    <a:pt x="17113" y="14864"/>
                    <a:pt x="17053" y="14955"/>
                  </a:cubicBezTo>
                  <a:lnTo>
                    <a:pt x="16992" y="15046"/>
                  </a:lnTo>
                  <a:cubicBezTo>
                    <a:pt x="16992" y="15107"/>
                    <a:pt x="16962" y="15168"/>
                    <a:pt x="16901" y="15168"/>
                  </a:cubicBezTo>
                  <a:cubicBezTo>
                    <a:pt x="16840" y="15228"/>
                    <a:pt x="16749" y="15259"/>
                    <a:pt x="16658" y="15259"/>
                  </a:cubicBezTo>
                  <a:cubicBezTo>
                    <a:pt x="16627" y="15259"/>
                    <a:pt x="16597" y="15228"/>
                    <a:pt x="16597" y="15198"/>
                  </a:cubicBezTo>
                  <a:cubicBezTo>
                    <a:pt x="16566" y="15198"/>
                    <a:pt x="16597" y="15137"/>
                    <a:pt x="16597" y="15137"/>
                  </a:cubicBezTo>
                  <a:lnTo>
                    <a:pt x="16688" y="15076"/>
                  </a:lnTo>
                  <a:cubicBezTo>
                    <a:pt x="16840" y="15016"/>
                    <a:pt x="16779" y="14894"/>
                    <a:pt x="16566" y="14833"/>
                  </a:cubicBezTo>
                  <a:lnTo>
                    <a:pt x="16384" y="14772"/>
                  </a:lnTo>
                  <a:cubicBezTo>
                    <a:pt x="16372" y="14772"/>
                    <a:pt x="16350" y="14768"/>
                    <a:pt x="16332" y="14768"/>
                  </a:cubicBezTo>
                  <a:cubicBezTo>
                    <a:pt x="16305" y="14768"/>
                    <a:pt x="16287" y="14779"/>
                    <a:pt x="16323" y="14833"/>
                  </a:cubicBezTo>
                  <a:lnTo>
                    <a:pt x="16323" y="14864"/>
                  </a:lnTo>
                  <a:cubicBezTo>
                    <a:pt x="16354" y="14894"/>
                    <a:pt x="16171" y="14924"/>
                    <a:pt x="15958" y="14924"/>
                  </a:cubicBezTo>
                  <a:lnTo>
                    <a:pt x="15867" y="14742"/>
                  </a:lnTo>
                  <a:lnTo>
                    <a:pt x="15867" y="14738"/>
                  </a:lnTo>
                  <a:lnTo>
                    <a:pt x="15867" y="14738"/>
                  </a:lnTo>
                  <a:cubicBezTo>
                    <a:pt x="15938" y="14724"/>
                    <a:pt x="16009" y="14705"/>
                    <a:pt x="16080" y="14681"/>
                  </a:cubicBezTo>
                  <a:lnTo>
                    <a:pt x="16262" y="14590"/>
                  </a:lnTo>
                  <a:cubicBezTo>
                    <a:pt x="16278" y="14575"/>
                    <a:pt x="16293" y="14567"/>
                    <a:pt x="16308" y="14567"/>
                  </a:cubicBezTo>
                  <a:cubicBezTo>
                    <a:pt x="16323" y="14567"/>
                    <a:pt x="16338" y="14575"/>
                    <a:pt x="16354" y="14590"/>
                  </a:cubicBezTo>
                  <a:lnTo>
                    <a:pt x="16475" y="14681"/>
                  </a:lnTo>
                  <a:lnTo>
                    <a:pt x="16962" y="14529"/>
                  </a:lnTo>
                  <a:lnTo>
                    <a:pt x="17083" y="14620"/>
                  </a:lnTo>
                  <a:cubicBezTo>
                    <a:pt x="17154" y="14651"/>
                    <a:pt x="17222" y="14661"/>
                    <a:pt x="17287" y="14661"/>
                  </a:cubicBezTo>
                  <a:cubicBezTo>
                    <a:pt x="17417" y="14661"/>
                    <a:pt x="17539" y="14620"/>
                    <a:pt x="17661" y="14620"/>
                  </a:cubicBezTo>
                  <a:lnTo>
                    <a:pt x="17873" y="14620"/>
                  </a:lnTo>
                  <a:cubicBezTo>
                    <a:pt x="17879" y="14638"/>
                    <a:pt x="17889" y="14645"/>
                    <a:pt x="17903" y="14645"/>
                  </a:cubicBezTo>
                  <a:cubicBezTo>
                    <a:pt x="17958" y="14645"/>
                    <a:pt x="18067" y="14512"/>
                    <a:pt x="18117" y="14438"/>
                  </a:cubicBezTo>
                  <a:cubicBezTo>
                    <a:pt x="18147" y="14347"/>
                    <a:pt x="18238" y="14225"/>
                    <a:pt x="18269" y="14225"/>
                  </a:cubicBezTo>
                  <a:close/>
                  <a:moveTo>
                    <a:pt x="15803" y="14750"/>
                  </a:moveTo>
                  <a:cubicBezTo>
                    <a:pt x="15770" y="14804"/>
                    <a:pt x="15746" y="14898"/>
                    <a:pt x="15746" y="14955"/>
                  </a:cubicBezTo>
                  <a:cubicBezTo>
                    <a:pt x="15746" y="15016"/>
                    <a:pt x="15928" y="15046"/>
                    <a:pt x="15958" y="15046"/>
                  </a:cubicBezTo>
                  <a:cubicBezTo>
                    <a:pt x="16019" y="15046"/>
                    <a:pt x="16050" y="15107"/>
                    <a:pt x="16080" y="15198"/>
                  </a:cubicBezTo>
                  <a:lnTo>
                    <a:pt x="16050" y="15228"/>
                  </a:lnTo>
                  <a:lnTo>
                    <a:pt x="15958" y="15320"/>
                  </a:lnTo>
                  <a:cubicBezTo>
                    <a:pt x="15853" y="15337"/>
                    <a:pt x="15778" y="15355"/>
                    <a:pt x="15734" y="15355"/>
                  </a:cubicBezTo>
                  <a:cubicBezTo>
                    <a:pt x="15701" y="15355"/>
                    <a:pt x="15685" y="15345"/>
                    <a:pt x="15685" y="15320"/>
                  </a:cubicBezTo>
                  <a:lnTo>
                    <a:pt x="15654" y="15259"/>
                  </a:lnTo>
                  <a:cubicBezTo>
                    <a:pt x="15624" y="15228"/>
                    <a:pt x="15563" y="15168"/>
                    <a:pt x="15533" y="15168"/>
                  </a:cubicBezTo>
                  <a:cubicBezTo>
                    <a:pt x="15411" y="15198"/>
                    <a:pt x="15442" y="15259"/>
                    <a:pt x="15503" y="15320"/>
                  </a:cubicBezTo>
                  <a:lnTo>
                    <a:pt x="15503" y="15350"/>
                  </a:lnTo>
                  <a:cubicBezTo>
                    <a:pt x="15520" y="15368"/>
                    <a:pt x="15497" y="15385"/>
                    <a:pt x="15445" y="15385"/>
                  </a:cubicBezTo>
                  <a:cubicBezTo>
                    <a:pt x="15407" y="15385"/>
                    <a:pt x="15354" y="15376"/>
                    <a:pt x="15290" y="15350"/>
                  </a:cubicBezTo>
                  <a:lnTo>
                    <a:pt x="15199" y="15320"/>
                  </a:lnTo>
                  <a:cubicBezTo>
                    <a:pt x="15168" y="15320"/>
                    <a:pt x="15138" y="15259"/>
                    <a:pt x="15138" y="15259"/>
                  </a:cubicBezTo>
                  <a:cubicBezTo>
                    <a:pt x="15168" y="15168"/>
                    <a:pt x="15229" y="15046"/>
                    <a:pt x="15229" y="15046"/>
                  </a:cubicBezTo>
                  <a:cubicBezTo>
                    <a:pt x="15229" y="15016"/>
                    <a:pt x="15199" y="14985"/>
                    <a:pt x="15168" y="14985"/>
                  </a:cubicBezTo>
                  <a:lnTo>
                    <a:pt x="15077" y="14985"/>
                  </a:lnTo>
                  <a:lnTo>
                    <a:pt x="15047" y="15016"/>
                  </a:lnTo>
                  <a:cubicBezTo>
                    <a:pt x="15047" y="15046"/>
                    <a:pt x="15077" y="15289"/>
                    <a:pt x="15016" y="15350"/>
                  </a:cubicBezTo>
                  <a:cubicBezTo>
                    <a:pt x="14925" y="15411"/>
                    <a:pt x="14834" y="15441"/>
                    <a:pt x="14743" y="15472"/>
                  </a:cubicBezTo>
                  <a:cubicBezTo>
                    <a:pt x="14682" y="15472"/>
                    <a:pt x="14621" y="15289"/>
                    <a:pt x="14621" y="15228"/>
                  </a:cubicBezTo>
                  <a:cubicBezTo>
                    <a:pt x="14621" y="15168"/>
                    <a:pt x="14651" y="15107"/>
                    <a:pt x="14712" y="15076"/>
                  </a:cubicBezTo>
                  <a:lnTo>
                    <a:pt x="14834" y="15076"/>
                  </a:lnTo>
                  <a:cubicBezTo>
                    <a:pt x="14875" y="15035"/>
                    <a:pt x="14889" y="14936"/>
                    <a:pt x="14873" y="14888"/>
                  </a:cubicBezTo>
                  <a:lnTo>
                    <a:pt x="14873" y="14888"/>
                  </a:lnTo>
                  <a:cubicBezTo>
                    <a:pt x="15031" y="14875"/>
                    <a:pt x="15184" y="14841"/>
                    <a:pt x="15320" y="14772"/>
                  </a:cubicBezTo>
                  <a:cubicBezTo>
                    <a:pt x="15330" y="14762"/>
                    <a:pt x="15340" y="14759"/>
                    <a:pt x="15352" y="14759"/>
                  </a:cubicBezTo>
                  <a:cubicBezTo>
                    <a:pt x="15374" y="14759"/>
                    <a:pt x="15401" y="14772"/>
                    <a:pt x="15442" y="14772"/>
                  </a:cubicBezTo>
                  <a:lnTo>
                    <a:pt x="15533" y="14772"/>
                  </a:lnTo>
                  <a:cubicBezTo>
                    <a:pt x="15623" y="14772"/>
                    <a:pt x="15713" y="14765"/>
                    <a:pt x="15803" y="14750"/>
                  </a:cubicBezTo>
                  <a:close/>
                  <a:moveTo>
                    <a:pt x="11521" y="15380"/>
                  </a:moveTo>
                  <a:cubicBezTo>
                    <a:pt x="11612" y="15441"/>
                    <a:pt x="11551" y="15502"/>
                    <a:pt x="11521" y="15532"/>
                  </a:cubicBezTo>
                  <a:cubicBezTo>
                    <a:pt x="11457" y="15532"/>
                    <a:pt x="11394" y="15538"/>
                    <a:pt x="11330" y="15544"/>
                  </a:cubicBezTo>
                  <a:lnTo>
                    <a:pt x="11330" y="15544"/>
                  </a:lnTo>
                  <a:lnTo>
                    <a:pt x="11521" y="15380"/>
                  </a:lnTo>
                  <a:close/>
                  <a:moveTo>
                    <a:pt x="26840" y="15137"/>
                  </a:moveTo>
                  <a:cubicBezTo>
                    <a:pt x="26901" y="15137"/>
                    <a:pt x="26992" y="15198"/>
                    <a:pt x="27083" y="15198"/>
                  </a:cubicBezTo>
                  <a:cubicBezTo>
                    <a:pt x="27326" y="15228"/>
                    <a:pt x="27114" y="15320"/>
                    <a:pt x="27144" y="15350"/>
                  </a:cubicBezTo>
                  <a:lnTo>
                    <a:pt x="27174" y="15411"/>
                  </a:lnTo>
                  <a:cubicBezTo>
                    <a:pt x="27209" y="15434"/>
                    <a:pt x="27200" y="15444"/>
                    <a:pt x="27173" y="15444"/>
                  </a:cubicBezTo>
                  <a:cubicBezTo>
                    <a:pt x="27130" y="15444"/>
                    <a:pt x="27041" y="15418"/>
                    <a:pt x="27022" y="15380"/>
                  </a:cubicBezTo>
                  <a:cubicBezTo>
                    <a:pt x="27007" y="15350"/>
                    <a:pt x="26984" y="15335"/>
                    <a:pt x="26962" y="15335"/>
                  </a:cubicBezTo>
                  <a:cubicBezTo>
                    <a:pt x="26939" y="15335"/>
                    <a:pt x="26916" y="15350"/>
                    <a:pt x="26901" y="15380"/>
                  </a:cubicBezTo>
                  <a:cubicBezTo>
                    <a:pt x="26840" y="15472"/>
                    <a:pt x="26779" y="15563"/>
                    <a:pt x="26719" y="15624"/>
                  </a:cubicBezTo>
                  <a:lnTo>
                    <a:pt x="26688" y="15624"/>
                  </a:lnTo>
                  <a:cubicBezTo>
                    <a:pt x="26627" y="15593"/>
                    <a:pt x="26627" y="15563"/>
                    <a:pt x="26627" y="15532"/>
                  </a:cubicBezTo>
                  <a:lnTo>
                    <a:pt x="26627" y="15472"/>
                  </a:lnTo>
                  <a:cubicBezTo>
                    <a:pt x="26688" y="15380"/>
                    <a:pt x="26719" y="15289"/>
                    <a:pt x="26719" y="15198"/>
                  </a:cubicBezTo>
                  <a:lnTo>
                    <a:pt x="26840" y="15137"/>
                  </a:lnTo>
                  <a:close/>
                  <a:moveTo>
                    <a:pt x="28907" y="14955"/>
                  </a:moveTo>
                  <a:cubicBezTo>
                    <a:pt x="28968" y="14955"/>
                    <a:pt x="29059" y="14985"/>
                    <a:pt x="29059" y="14985"/>
                  </a:cubicBezTo>
                  <a:cubicBezTo>
                    <a:pt x="29076" y="15088"/>
                    <a:pt x="29103" y="15123"/>
                    <a:pt x="29151" y="15123"/>
                  </a:cubicBezTo>
                  <a:cubicBezTo>
                    <a:pt x="29187" y="15123"/>
                    <a:pt x="29236" y="15103"/>
                    <a:pt x="29302" y="15076"/>
                  </a:cubicBezTo>
                  <a:lnTo>
                    <a:pt x="29333" y="15046"/>
                  </a:lnTo>
                  <a:cubicBezTo>
                    <a:pt x="29393" y="15046"/>
                    <a:pt x="29454" y="15107"/>
                    <a:pt x="29454" y="15137"/>
                  </a:cubicBezTo>
                  <a:cubicBezTo>
                    <a:pt x="29454" y="15198"/>
                    <a:pt x="29424" y="15259"/>
                    <a:pt x="29424" y="15320"/>
                  </a:cubicBezTo>
                  <a:lnTo>
                    <a:pt x="29606" y="15289"/>
                  </a:lnTo>
                  <a:cubicBezTo>
                    <a:pt x="29667" y="15289"/>
                    <a:pt x="29728" y="15289"/>
                    <a:pt x="29788" y="15320"/>
                  </a:cubicBezTo>
                  <a:lnTo>
                    <a:pt x="29849" y="15380"/>
                  </a:lnTo>
                  <a:cubicBezTo>
                    <a:pt x="29849" y="15441"/>
                    <a:pt x="29880" y="15532"/>
                    <a:pt x="29880" y="15624"/>
                  </a:cubicBezTo>
                  <a:cubicBezTo>
                    <a:pt x="29849" y="15654"/>
                    <a:pt x="29788" y="15654"/>
                    <a:pt x="29697" y="15654"/>
                  </a:cubicBezTo>
                  <a:lnTo>
                    <a:pt x="29667" y="15563"/>
                  </a:lnTo>
                  <a:cubicBezTo>
                    <a:pt x="29637" y="15532"/>
                    <a:pt x="29606" y="15502"/>
                    <a:pt x="29576" y="15472"/>
                  </a:cubicBezTo>
                  <a:lnTo>
                    <a:pt x="29515" y="15472"/>
                  </a:lnTo>
                  <a:cubicBezTo>
                    <a:pt x="29454" y="15472"/>
                    <a:pt x="29393" y="15532"/>
                    <a:pt x="29393" y="15593"/>
                  </a:cubicBezTo>
                  <a:lnTo>
                    <a:pt x="29454" y="15624"/>
                  </a:lnTo>
                  <a:lnTo>
                    <a:pt x="29454" y="15654"/>
                  </a:lnTo>
                  <a:cubicBezTo>
                    <a:pt x="29515" y="15654"/>
                    <a:pt x="29576" y="15715"/>
                    <a:pt x="29545" y="15775"/>
                  </a:cubicBezTo>
                  <a:lnTo>
                    <a:pt x="29393" y="15775"/>
                  </a:lnTo>
                  <a:cubicBezTo>
                    <a:pt x="29378" y="15779"/>
                    <a:pt x="29362" y="15780"/>
                    <a:pt x="29346" y="15780"/>
                  </a:cubicBezTo>
                  <a:cubicBezTo>
                    <a:pt x="29212" y="15780"/>
                    <a:pt x="29089" y="15665"/>
                    <a:pt x="29089" y="15502"/>
                  </a:cubicBezTo>
                  <a:cubicBezTo>
                    <a:pt x="29089" y="15380"/>
                    <a:pt x="28846" y="15016"/>
                    <a:pt x="28907" y="14955"/>
                  </a:cubicBezTo>
                  <a:close/>
                  <a:moveTo>
                    <a:pt x="19399" y="15615"/>
                  </a:moveTo>
                  <a:cubicBezTo>
                    <a:pt x="19415" y="15615"/>
                    <a:pt x="19460" y="15660"/>
                    <a:pt x="19484" y="15684"/>
                  </a:cubicBezTo>
                  <a:lnTo>
                    <a:pt x="19545" y="15745"/>
                  </a:lnTo>
                  <a:cubicBezTo>
                    <a:pt x="19636" y="15867"/>
                    <a:pt x="19667" y="15958"/>
                    <a:pt x="19667" y="15988"/>
                  </a:cubicBezTo>
                  <a:cubicBezTo>
                    <a:pt x="19636" y="15988"/>
                    <a:pt x="19393" y="15867"/>
                    <a:pt x="19272" y="15867"/>
                  </a:cubicBezTo>
                  <a:lnTo>
                    <a:pt x="19332" y="15867"/>
                  </a:lnTo>
                  <a:lnTo>
                    <a:pt x="19302" y="15715"/>
                  </a:lnTo>
                  <a:cubicBezTo>
                    <a:pt x="19272" y="15684"/>
                    <a:pt x="19363" y="15624"/>
                    <a:pt x="19393" y="15624"/>
                  </a:cubicBezTo>
                  <a:cubicBezTo>
                    <a:pt x="19393" y="15618"/>
                    <a:pt x="19395" y="15615"/>
                    <a:pt x="19399" y="15615"/>
                  </a:cubicBezTo>
                  <a:close/>
                  <a:moveTo>
                    <a:pt x="18329" y="15563"/>
                  </a:moveTo>
                  <a:lnTo>
                    <a:pt x="18360" y="15593"/>
                  </a:lnTo>
                  <a:lnTo>
                    <a:pt x="18512" y="15684"/>
                  </a:lnTo>
                  <a:cubicBezTo>
                    <a:pt x="18420" y="15745"/>
                    <a:pt x="18481" y="15897"/>
                    <a:pt x="18633" y="15958"/>
                  </a:cubicBezTo>
                  <a:lnTo>
                    <a:pt x="18755" y="15988"/>
                  </a:lnTo>
                  <a:lnTo>
                    <a:pt x="18755" y="16079"/>
                  </a:lnTo>
                  <a:cubicBezTo>
                    <a:pt x="18755" y="16110"/>
                    <a:pt x="18724" y="16110"/>
                    <a:pt x="18694" y="16110"/>
                  </a:cubicBezTo>
                  <a:lnTo>
                    <a:pt x="18512" y="16140"/>
                  </a:lnTo>
                  <a:cubicBezTo>
                    <a:pt x="18481" y="16155"/>
                    <a:pt x="18451" y="16163"/>
                    <a:pt x="18420" y="16163"/>
                  </a:cubicBezTo>
                  <a:cubicBezTo>
                    <a:pt x="18390" y="16163"/>
                    <a:pt x="18360" y="16155"/>
                    <a:pt x="18329" y="16140"/>
                  </a:cubicBezTo>
                  <a:cubicBezTo>
                    <a:pt x="18284" y="16125"/>
                    <a:pt x="18231" y="16117"/>
                    <a:pt x="18174" y="16117"/>
                  </a:cubicBezTo>
                  <a:cubicBezTo>
                    <a:pt x="18117" y="16117"/>
                    <a:pt x="18056" y="16125"/>
                    <a:pt x="17995" y="16140"/>
                  </a:cubicBezTo>
                  <a:cubicBezTo>
                    <a:pt x="17987" y="16157"/>
                    <a:pt x="17979" y="16164"/>
                    <a:pt x="17972" y="16164"/>
                  </a:cubicBezTo>
                  <a:cubicBezTo>
                    <a:pt x="17955" y="16164"/>
                    <a:pt x="17950" y="16108"/>
                    <a:pt x="17995" y="16019"/>
                  </a:cubicBezTo>
                  <a:lnTo>
                    <a:pt x="18056" y="16019"/>
                  </a:lnTo>
                  <a:lnTo>
                    <a:pt x="18269" y="15927"/>
                  </a:lnTo>
                  <a:cubicBezTo>
                    <a:pt x="18208" y="15836"/>
                    <a:pt x="18177" y="15715"/>
                    <a:pt x="18177" y="15593"/>
                  </a:cubicBezTo>
                  <a:cubicBezTo>
                    <a:pt x="18177" y="15563"/>
                    <a:pt x="18269" y="15563"/>
                    <a:pt x="18329" y="15563"/>
                  </a:cubicBezTo>
                  <a:close/>
                  <a:moveTo>
                    <a:pt x="12574" y="16093"/>
                  </a:moveTo>
                  <a:cubicBezTo>
                    <a:pt x="12616" y="16093"/>
                    <a:pt x="12651" y="16098"/>
                    <a:pt x="12676" y="16110"/>
                  </a:cubicBezTo>
                  <a:cubicBezTo>
                    <a:pt x="12767" y="16140"/>
                    <a:pt x="12615" y="16231"/>
                    <a:pt x="12372" y="16262"/>
                  </a:cubicBezTo>
                  <a:lnTo>
                    <a:pt x="12159" y="16292"/>
                  </a:lnTo>
                  <a:lnTo>
                    <a:pt x="12129" y="16292"/>
                  </a:lnTo>
                  <a:cubicBezTo>
                    <a:pt x="12095" y="16342"/>
                    <a:pt x="12052" y="16365"/>
                    <a:pt x="12016" y="16365"/>
                  </a:cubicBezTo>
                  <a:cubicBezTo>
                    <a:pt x="11986" y="16365"/>
                    <a:pt x="11960" y="16350"/>
                    <a:pt x="11946" y="16323"/>
                  </a:cubicBezTo>
                  <a:lnTo>
                    <a:pt x="11885" y="16262"/>
                  </a:lnTo>
                  <a:lnTo>
                    <a:pt x="11855" y="16231"/>
                  </a:lnTo>
                  <a:cubicBezTo>
                    <a:pt x="11825" y="16171"/>
                    <a:pt x="11916" y="16171"/>
                    <a:pt x="12037" y="16171"/>
                  </a:cubicBezTo>
                  <a:cubicBezTo>
                    <a:pt x="12135" y="16171"/>
                    <a:pt x="12407" y="16093"/>
                    <a:pt x="12574" y="16093"/>
                  </a:cubicBezTo>
                  <a:close/>
                  <a:moveTo>
                    <a:pt x="11429" y="16019"/>
                  </a:moveTo>
                  <a:lnTo>
                    <a:pt x="11278" y="16171"/>
                  </a:lnTo>
                  <a:cubicBezTo>
                    <a:pt x="11247" y="16201"/>
                    <a:pt x="11247" y="16292"/>
                    <a:pt x="11247" y="16353"/>
                  </a:cubicBezTo>
                  <a:lnTo>
                    <a:pt x="11247" y="16414"/>
                  </a:lnTo>
                  <a:cubicBezTo>
                    <a:pt x="11247" y="16449"/>
                    <a:pt x="11122" y="16464"/>
                    <a:pt x="10994" y="16464"/>
                  </a:cubicBezTo>
                  <a:cubicBezTo>
                    <a:pt x="10903" y="16464"/>
                    <a:pt x="10811" y="16457"/>
                    <a:pt x="10761" y="16444"/>
                  </a:cubicBezTo>
                  <a:cubicBezTo>
                    <a:pt x="10686" y="16407"/>
                    <a:pt x="10634" y="16381"/>
                    <a:pt x="10619" y="16381"/>
                  </a:cubicBezTo>
                  <a:cubicBezTo>
                    <a:pt x="10610" y="16381"/>
                    <a:pt x="10616" y="16391"/>
                    <a:pt x="10639" y="16414"/>
                  </a:cubicBezTo>
                  <a:lnTo>
                    <a:pt x="10700" y="16444"/>
                  </a:lnTo>
                  <a:lnTo>
                    <a:pt x="10730" y="16475"/>
                  </a:lnTo>
                  <a:cubicBezTo>
                    <a:pt x="10822" y="16475"/>
                    <a:pt x="10730" y="16566"/>
                    <a:pt x="10487" y="16627"/>
                  </a:cubicBezTo>
                  <a:lnTo>
                    <a:pt x="10305" y="16687"/>
                  </a:lnTo>
                  <a:lnTo>
                    <a:pt x="10244" y="16687"/>
                  </a:lnTo>
                  <a:cubicBezTo>
                    <a:pt x="10183" y="16687"/>
                    <a:pt x="9910" y="16657"/>
                    <a:pt x="9636" y="16657"/>
                  </a:cubicBezTo>
                  <a:lnTo>
                    <a:pt x="9423" y="16657"/>
                  </a:lnTo>
                  <a:cubicBezTo>
                    <a:pt x="9302" y="16657"/>
                    <a:pt x="9332" y="16657"/>
                    <a:pt x="9302" y="16718"/>
                  </a:cubicBezTo>
                  <a:cubicBezTo>
                    <a:pt x="9271" y="16748"/>
                    <a:pt x="9211" y="16779"/>
                    <a:pt x="9180" y="16779"/>
                  </a:cubicBezTo>
                  <a:lnTo>
                    <a:pt x="8998" y="16748"/>
                  </a:lnTo>
                  <a:cubicBezTo>
                    <a:pt x="8901" y="16690"/>
                    <a:pt x="8793" y="16669"/>
                    <a:pt x="8711" y="16669"/>
                  </a:cubicBezTo>
                  <a:cubicBezTo>
                    <a:pt x="8663" y="16669"/>
                    <a:pt x="8625" y="16676"/>
                    <a:pt x="8603" y="16687"/>
                  </a:cubicBezTo>
                  <a:cubicBezTo>
                    <a:pt x="8572" y="16718"/>
                    <a:pt x="8519" y="16733"/>
                    <a:pt x="8470" y="16733"/>
                  </a:cubicBezTo>
                  <a:cubicBezTo>
                    <a:pt x="8420" y="16733"/>
                    <a:pt x="8375" y="16718"/>
                    <a:pt x="8360" y="16687"/>
                  </a:cubicBezTo>
                  <a:cubicBezTo>
                    <a:pt x="8329" y="16627"/>
                    <a:pt x="8268" y="16444"/>
                    <a:pt x="8360" y="16444"/>
                  </a:cubicBezTo>
                  <a:cubicBezTo>
                    <a:pt x="8420" y="16444"/>
                    <a:pt x="8481" y="16414"/>
                    <a:pt x="8512" y="16353"/>
                  </a:cubicBezTo>
                  <a:cubicBezTo>
                    <a:pt x="8512" y="16323"/>
                    <a:pt x="8572" y="16323"/>
                    <a:pt x="8663" y="16323"/>
                  </a:cubicBezTo>
                  <a:lnTo>
                    <a:pt x="8694" y="16353"/>
                  </a:lnTo>
                  <a:cubicBezTo>
                    <a:pt x="8755" y="16383"/>
                    <a:pt x="8846" y="16444"/>
                    <a:pt x="8907" y="16505"/>
                  </a:cubicBezTo>
                  <a:cubicBezTo>
                    <a:pt x="8952" y="16566"/>
                    <a:pt x="8967" y="16596"/>
                    <a:pt x="8986" y="16596"/>
                  </a:cubicBezTo>
                  <a:cubicBezTo>
                    <a:pt x="9005" y="16596"/>
                    <a:pt x="9028" y="16566"/>
                    <a:pt x="9089" y="16505"/>
                  </a:cubicBezTo>
                  <a:lnTo>
                    <a:pt x="9180" y="16444"/>
                  </a:lnTo>
                  <a:cubicBezTo>
                    <a:pt x="9264" y="16388"/>
                    <a:pt x="9530" y="16228"/>
                    <a:pt x="9666" y="16228"/>
                  </a:cubicBezTo>
                  <a:cubicBezTo>
                    <a:pt x="9677" y="16228"/>
                    <a:pt x="9688" y="16229"/>
                    <a:pt x="9697" y="16231"/>
                  </a:cubicBezTo>
                  <a:cubicBezTo>
                    <a:pt x="9819" y="16292"/>
                    <a:pt x="9970" y="16353"/>
                    <a:pt x="10092" y="16353"/>
                  </a:cubicBezTo>
                  <a:cubicBezTo>
                    <a:pt x="10214" y="16323"/>
                    <a:pt x="10305" y="16292"/>
                    <a:pt x="10426" y="16292"/>
                  </a:cubicBezTo>
                  <a:cubicBezTo>
                    <a:pt x="10487" y="16292"/>
                    <a:pt x="10548" y="16201"/>
                    <a:pt x="10578" y="16110"/>
                  </a:cubicBezTo>
                  <a:lnTo>
                    <a:pt x="10700" y="16140"/>
                  </a:lnTo>
                  <a:lnTo>
                    <a:pt x="11034" y="16231"/>
                  </a:lnTo>
                  <a:cubicBezTo>
                    <a:pt x="11095" y="16079"/>
                    <a:pt x="11278" y="16019"/>
                    <a:pt x="11429" y="16019"/>
                  </a:cubicBezTo>
                  <a:close/>
                  <a:moveTo>
                    <a:pt x="16566" y="16505"/>
                  </a:moveTo>
                  <a:cubicBezTo>
                    <a:pt x="16658" y="16535"/>
                    <a:pt x="16658" y="16596"/>
                    <a:pt x="16536" y="16657"/>
                  </a:cubicBezTo>
                  <a:lnTo>
                    <a:pt x="16506" y="16657"/>
                  </a:lnTo>
                  <a:cubicBezTo>
                    <a:pt x="16481" y="16649"/>
                    <a:pt x="16457" y="16645"/>
                    <a:pt x="16432" y="16645"/>
                  </a:cubicBezTo>
                  <a:cubicBezTo>
                    <a:pt x="16366" y="16645"/>
                    <a:pt x="16299" y="16673"/>
                    <a:pt x="16232" y="16718"/>
                  </a:cubicBezTo>
                  <a:lnTo>
                    <a:pt x="16110" y="16839"/>
                  </a:lnTo>
                  <a:cubicBezTo>
                    <a:pt x="16050" y="16718"/>
                    <a:pt x="16019" y="16627"/>
                    <a:pt x="16050" y="16627"/>
                  </a:cubicBezTo>
                  <a:cubicBezTo>
                    <a:pt x="16202" y="16566"/>
                    <a:pt x="16384" y="16535"/>
                    <a:pt x="16566" y="16505"/>
                  </a:cubicBezTo>
                  <a:close/>
                  <a:moveTo>
                    <a:pt x="13284" y="16475"/>
                  </a:moveTo>
                  <a:lnTo>
                    <a:pt x="13344" y="16566"/>
                  </a:lnTo>
                  <a:cubicBezTo>
                    <a:pt x="13375" y="16687"/>
                    <a:pt x="13253" y="16809"/>
                    <a:pt x="13071" y="16839"/>
                  </a:cubicBezTo>
                  <a:lnTo>
                    <a:pt x="12919" y="16870"/>
                  </a:lnTo>
                  <a:cubicBezTo>
                    <a:pt x="12888" y="16870"/>
                    <a:pt x="12858" y="16839"/>
                    <a:pt x="12828" y="16809"/>
                  </a:cubicBezTo>
                  <a:cubicBezTo>
                    <a:pt x="12828" y="16779"/>
                    <a:pt x="12858" y="16718"/>
                    <a:pt x="12888" y="16718"/>
                  </a:cubicBezTo>
                  <a:cubicBezTo>
                    <a:pt x="12980" y="16687"/>
                    <a:pt x="13101" y="16657"/>
                    <a:pt x="13162" y="16657"/>
                  </a:cubicBezTo>
                  <a:cubicBezTo>
                    <a:pt x="13192" y="16627"/>
                    <a:pt x="13223" y="16566"/>
                    <a:pt x="13162" y="16535"/>
                  </a:cubicBezTo>
                  <a:cubicBezTo>
                    <a:pt x="13162" y="16505"/>
                    <a:pt x="13223" y="16475"/>
                    <a:pt x="13284" y="16475"/>
                  </a:cubicBezTo>
                  <a:close/>
                  <a:moveTo>
                    <a:pt x="13832" y="16480"/>
                  </a:moveTo>
                  <a:cubicBezTo>
                    <a:pt x="13881" y="16480"/>
                    <a:pt x="13932" y="16497"/>
                    <a:pt x="13983" y="16535"/>
                  </a:cubicBezTo>
                  <a:cubicBezTo>
                    <a:pt x="14044" y="16596"/>
                    <a:pt x="14104" y="16657"/>
                    <a:pt x="14135" y="16748"/>
                  </a:cubicBezTo>
                  <a:lnTo>
                    <a:pt x="14135" y="16809"/>
                  </a:lnTo>
                  <a:cubicBezTo>
                    <a:pt x="14135" y="16839"/>
                    <a:pt x="14044" y="16870"/>
                    <a:pt x="14013" y="16870"/>
                  </a:cubicBezTo>
                  <a:cubicBezTo>
                    <a:pt x="13861" y="16870"/>
                    <a:pt x="13831" y="16809"/>
                    <a:pt x="13831" y="16718"/>
                  </a:cubicBezTo>
                  <a:cubicBezTo>
                    <a:pt x="13800" y="16718"/>
                    <a:pt x="13740" y="16718"/>
                    <a:pt x="13709" y="16748"/>
                  </a:cubicBezTo>
                  <a:cubicBezTo>
                    <a:pt x="13705" y="16752"/>
                    <a:pt x="13700" y="16754"/>
                    <a:pt x="13693" y="16754"/>
                  </a:cubicBezTo>
                  <a:cubicBezTo>
                    <a:pt x="13650" y="16754"/>
                    <a:pt x="13569" y="16671"/>
                    <a:pt x="13648" y="16566"/>
                  </a:cubicBezTo>
                  <a:cubicBezTo>
                    <a:pt x="13701" y="16513"/>
                    <a:pt x="13765" y="16480"/>
                    <a:pt x="13832" y="16480"/>
                  </a:cubicBezTo>
                  <a:close/>
                  <a:moveTo>
                    <a:pt x="8025" y="16475"/>
                  </a:moveTo>
                  <a:cubicBezTo>
                    <a:pt x="8086" y="16475"/>
                    <a:pt x="8147" y="16535"/>
                    <a:pt x="8177" y="16596"/>
                  </a:cubicBezTo>
                  <a:lnTo>
                    <a:pt x="8147" y="16596"/>
                  </a:lnTo>
                  <a:cubicBezTo>
                    <a:pt x="7995" y="16657"/>
                    <a:pt x="8025" y="16900"/>
                    <a:pt x="7782" y="16900"/>
                  </a:cubicBezTo>
                  <a:cubicBezTo>
                    <a:pt x="7773" y="16909"/>
                    <a:pt x="7759" y="16913"/>
                    <a:pt x="7742" y="16913"/>
                  </a:cubicBezTo>
                  <a:cubicBezTo>
                    <a:pt x="7701" y="16913"/>
                    <a:pt x="7643" y="16891"/>
                    <a:pt x="7600" y="16870"/>
                  </a:cubicBezTo>
                  <a:lnTo>
                    <a:pt x="7569" y="16809"/>
                  </a:lnTo>
                  <a:cubicBezTo>
                    <a:pt x="7539" y="16779"/>
                    <a:pt x="7630" y="16718"/>
                    <a:pt x="7630" y="16718"/>
                  </a:cubicBezTo>
                  <a:cubicBezTo>
                    <a:pt x="7656" y="16725"/>
                    <a:pt x="7679" y="16729"/>
                    <a:pt x="7699" y="16729"/>
                  </a:cubicBezTo>
                  <a:cubicBezTo>
                    <a:pt x="7845" y="16729"/>
                    <a:pt x="7858" y="16558"/>
                    <a:pt x="7964" y="16505"/>
                  </a:cubicBezTo>
                  <a:lnTo>
                    <a:pt x="8025" y="16475"/>
                  </a:lnTo>
                  <a:close/>
                  <a:moveTo>
                    <a:pt x="15872" y="16515"/>
                  </a:moveTo>
                  <a:cubicBezTo>
                    <a:pt x="15907" y="16515"/>
                    <a:pt x="15928" y="16530"/>
                    <a:pt x="15928" y="16566"/>
                  </a:cubicBezTo>
                  <a:lnTo>
                    <a:pt x="15898" y="16566"/>
                  </a:lnTo>
                  <a:cubicBezTo>
                    <a:pt x="15746" y="16627"/>
                    <a:pt x="15654" y="16748"/>
                    <a:pt x="15563" y="16870"/>
                  </a:cubicBezTo>
                  <a:lnTo>
                    <a:pt x="15563" y="16931"/>
                  </a:lnTo>
                  <a:cubicBezTo>
                    <a:pt x="15542" y="16938"/>
                    <a:pt x="15520" y="16941"/>
                    <a:pt x="15500" y="16941"/>
                  </a:cubicBezTo>
                  <a:cubicBezTo>
                    <a:pt x="15434" y="16941"/>
                    <a:pt x="15381" y="16902"/>
                    <a:pt x="15381" y="16809"/>
                  </a:cubicBezTo>
                  <a:cubicBezTo>
                    <a:pt x="15381" y="16724"/>
                    <a:pt x="15461" y="16532"/>
                    <a:pt x="15570" y="16532"/>
                  </a:cubicBezTo>
                  <a:cubicBezTo>
                    <a:pt x="15578" y="16532"/>
                    <a:pt x="15586" y="16533"/>
                    <a:pt x="15594" y="16535"/>
                  </a:cubicBezTo>
                  <a:lnTo>
                    <a:pt x="15776" y="16535"/>
                  </a:lnTo>
                  <a:cubicBezTo>
                    <a:pt x="15814" y="16523"/>
                    <a:pt x="15846" y="16515"/>
                    <a:pt x="15872" y="16515"/>
                  </a:cubicBezTo>
                  <a:close/>
                  <a:moveTo>
                    <a:pt x="12300" y="16615"/>
                  </a:moveTo>
                  <a:cubicBezTo>
                    <a:pt x="12353" y="16615"/>
                    <a:pt x="12410" y="16649"/>
                    <a:pt x="12433" y="16718"/>
                  </a:cubicBezTo>
                  <a:cubicBezTo>
                    <a:pt x="12460" y="16772"/>
                    <a:pt x="12246" y="17067"/>
                    <a:pt x="12177" y="17067"/>
                  </a:cubicBezTo>
                  <a:cubicBezTo>
                    <a:pt x="12169" y="17067"/>
                    <a:pt x="12162" y="17062"/>
                    <a:pt x="12159" y="17052"/>
                  </a:cubicBezTo>
                  <a:cubicBezTo>
                    <a:pt x="12129" y="16900"/>
                    <a:pt x="12159" y="16748"/>
                    <a:pt x="12250" y="16627"/>
                  </a:cubicBezTo>
                  <a:cubicBezTo>
                    <a:pt x="12265" y="16619"/>
                    <a:pt x="12282" y="16615"/>
                    <a:pt x="12300" y="16615"/>
                  </a:cubicBezTo>
                  <a:close/>
                  <a:moveTo>
                    <a:pt x="3901" y="16918"/>
                  </a:moveTo>
                  <a:cubicBezTo>
                    <a:pt x="3922" y="16918"/>
                    <a:pt x="3939" y="16922"/>
                    <a:pt x="3952" y="16931"/>
                  </a:cubicBezTo>
                  <a:cubicBezTo>
                    <a:pt x="4043" y="16961"/>
                    <a:pt x="4043" y="17022"/>
                    <a:pt x="3952" y="17022"/>
                  </a:cubicBezTo>
                  <a:lnTo>
                    <a:pt x="3891" y="17052"/>
                  </a:lnTo>
                  <a:cubicBezTo>
                    <a:pt x="3739" y="17052"/>
                    <a:pt x="3770" y="17083"/>
                    <a:pt x="3831" y="17174"/>
                  </a:cubicBezTo>
                  <a:cubicBezTo>
                    <a:pt x="3861" y="17174"/>
                    <a:pt x="3739" y="17295"/>
                    <a:pt x="3709" y="17295"/>
                  </a:cubicBezTo>
                  <a:cubicBezTo>
                    <a:pt x="3557" y="17265"/>
                    <a:pt x="3405" y="17234"/>
                    <a:pt x="3253" y="17174"/>
                  </a:cubicBezTo>
                  <a:cubicBezTo>
                    <a:pt x="3253" y="17174"/>
                    <a:pt x="3253" y="17143"/>
                    <a:pt x="3253" y="17113"/>
                  </a:cubicBezTo>
                  <a:cubicBezTo>
                    <a:pt x="3283" y="17083"/>
                    <a:pt x="3344" y="17052"/>
                    <a:pt x="3375" y="17052"/>
                  </a:cubicBezTo>
                  <a:lnTo>
                    <a:pt x="3466" y="17052"/>
                  </a:lnTo>
                  <a:cubicBezTo>
                    <a:pt x="3544" y="17052"/>
                    <a:pt x="3778" y="16918"/>
                    <a:pt x="3901" y="16918"/>
                  </a:cubicBezTo>
                  <a:close/>
                  <a:moveTo>
                    <a:pt x="6203" y="16584"/>
                  </a:moveTo>
                  <a:cubicBezTo>
                    <a:pt x="6213" y="16584"/>
                    <a:pt x="6224" y="16588"/>
                    <a:pt x="6232" y="16596"/>
                  </a:cubicBezTo>
                  <a:lnTo>
                    <a:pt x="6293" y="16627"/>
                  </a:lnTo>
                  <a:lnTo>
                    <a:pt x="6323" y="16657"/>
                  </a:lnTo>
                  <a:cubicBezTo>
                    <a:pt x="6384" y="16718"/>
                    <a:pt x="6262" y="16809"/>
                    <a:pt x="6201" y="16809"/>
                  </a:cubicBezTo>
                  <a:cubicBezTo>
                    <a:pt x="6141" y="16809"/>
                    <a:pt x="5867" y="16961"/>
                    <a:pt x="5897" y="17052"/>
                  </a:cubicBezTo>
                  <a:cubicBezTo>
                    <a:pt x="5906" y="17069"/>
                    <a:pt x="5912" y="17086"/>
                    <a:pt x="5916" y="17100"/>
                  </a:cubicBezTo>
                  <a:lnTo>
                    <a:pt x="5916" y="17100"/>
                  </a:lnTo>
                  <a:cubicBezTo>
                    <a:pt x="5881" y="17077"/>
                    <a:pt x="5768" y="17043"/>
                    <a:pt x="5677" y="17043"/>
                  </a:cubicBezTo>
                  <a:cubicBezTo>
                    <a:pt x="5626" y="17043"/>
                    <a:pt x="5582" y="17054"/>
                    <a:pt x="5563" y="17083"/>
                  </a:cubicBezTo>
                  <a:cubicBezTo>
                    <a:pt x="5442" y="17174"/>
                    <a:pt x="5320" y="17234"/>
                    <a:pt x="5168" y="17295"/>
                  </a:cubicBezTo>
                  <a:cubicBezTo>
                    <a:pt x="5077" y="17295"/>
                    <a:pt x="4986" y="17022"/>
                    <a:pt x="4986" y="16900"/>
                  </a:cubicBezTo>
                  <a:cubicBezTo>
                    <a:pt x="4986" y="16832"/>
                    <a:pt x="5174" y="16746"/>
                    <a:pt x="5293" y="16746"/>
                  </a:cubicBezTo>
                  <a:cubicBezTo>
                    <a:pt x="5333" y="16746"/>
                    <a:pt x="5366" y="16756"/>
                    <a:pt x="5381" y="16779"/>
                  </a:cubicBezTo>
                  <a:cubicBezTo>
                    <a:pt x="5390" y="16806"/>
                    <a:pt x="5422" y="16817"/>
                    <a:pt x="5460" y="16817"/>
                  </a:cubicBezTo>
                  <a:cubicBezTo>
                    <a:pt x="5549" y="16817"/>
                    <a:pt x="5675" y="16760"/>
                    <a:pt x="5654" y="16718"/>
                  </a:cubicBezTo>
                  <a:cubicBezTo>
                    <a:pt x="5636" y="16680"/>
                    <a:pt x="5652" y="16654"/>
                    <a:pt x="5695" y="16654"/>
                  </a:cubicBezTo>
                  <a:cubicBezTo>
                    <a:pt x="5722" y="16654"/>
                    <a:pt x="5760" y="16664"/>
                    <a:pt x="5806" y="16687"/>
                  </a:cubicBezTo>
                  <a:lnTo>
                    <a:pt x="5928" y="16687"/>
                  </a:lnTo>
                  <a:cubicBezTo>
                    <a:pt x="5989" y="16687"/>
                    <a:pt x="6049" y="16687"/>
                    <a:pt x="6110" y="16657"/>
                  </a:cubicBezTo>
                  <a:lnTo>
                    <a:pt x="6141" y="16657"/>
                  </a:lnTo>
                  <a:cubicBezTo>
                    <a:pt x="6141" y="16612"/>
                    <a:pt x="6173" y="16584"/>
                    <a:pt x="6203" y="16584"/>
                  </a:cubicBezTo>
                  <a:close/>
                  <a:moveTo>
                    <a:pt x="86081" y="0"/>
                  </a:moveTo>
                  <a:lnTo>
                    <a:pt x="85473" y="122"/>
                  </a:lnTo>
                  <a:lnTo>
                    <a:pt x="85261" y="152"/>
                  </a:lnTo>
                  <a:lnTo>
                    <a:pt x="85078" y="183"/>
                  </a:lnTo>
                  <a:cubicBezTo>
                    <a:pt x="84957" y="183"/>
                    <a:pt x="84805" y="213"/>
                    <a:pt x="84683" y="274"/>
                  </a:cubicBezTo>
                  <a:cubicBezTo>
                    <a:pt x="84683" y="335"/>
                    <a:pt x="84683" y="426"/>
                    <a:pt x="84622" y="456"/>
                  </a:cubicBezTo>
                  <a:lnTo>
                    <a:pt x="84531" y="487"/>
                  </a:lnTo>
                  <a:cubicBezTo>
                    <a:pt x="84503" y="403"/>
                    <a:pt x="84400" y="270"/>
                    <a:pt x="84336" y="270"/>
                  </a:cubicBezTo>
                  <a:cubicBezTo>
                    <a:pt x="84330" y="270"/>
                    <a:pt x="84324" y="271"/>
                    <a:pt x="84318" y="274"/>
                  </a:cubicBezTo>
                  <a:cubicBezTo>
                    <a:pt x="84304" y="283"/>
                    <a:pt x="84286" y="288"/>
                    <a:pt x="84267" y="288"/>
                  </a:cubicBezTo>
                  <a:cubicBezTo>
                    <a:pt x="84163" y="288"/>
                    <a:pt x="84000" y="168"/>
                    <a:pt x="83923" y="91"/>
                  </a:cubicBezTo>
                  <a:cubicBezTo>
                    <a:pt x="83904" y="73"/>
                    <a:pt x="83883" y="65"/>
                    <a:pt x="83862" y="65"/>
                  </a:cubicBezTo>
                  <a:cubicBezTo>
                    <a:pt x="83815" y="65"/>
                    <a:pt x="83771" y="101"/>
                    <a:pt x="83771" y="122"/>
                  </a:cubicBezTo>
                  <a:cubicBezTo>
                    <a:pt x="83741" y="183"/>
                    <a:pt x="83650" y="213"/>
                    <a:pt x="83528" y="213"/>
                  </a:cubicBezTo>
                  <a:lnTo>
                    <a:pt x="83498" y="183"/>
                  </a:lnTo>
                  <a:cubicBezTo>
                    <a:pt x="83467" y="142"/>
                    <a:pt x="83440" y="129"/>
                    <a:pt x="83414" y="129"/>
                  </a:cubicBezTo>
                  <a:cubicBezTo>
                    <a:pt x="83363" y="129"/>
                    <a:pt x="83315" y="183"/>
                    <a:pt x="83255" y="183"/>
                  </a:cubicBezTo>
                  <a:cubicBezTo>
                    <a:pt x="83224" y="183"/>
                    <a:pt x="83163" y="152"/>
                    <a:pt x="83163" y="91"/>
                  </a:cubicBezTo>
                  <a:lnTo>
                    <a:pt x="83133" y="61"/>
                  </a:lnTo>
                  <a:cubicBezTo>
                    <a:pt x="83133" y="39"/>
                    <a:pt x="83129" y="29"/>
                    <a:pt x="83123" y="29"/>
                  </a:cubicBezTo>
                  <a:cubicBezTo>
                    <a:pt x="83111" y="29"/>
                    <a:pt x="83092" y="63"/>
                    <a:pt x="83072" y="122"/>
                  </a:cubicBezTo>
                  <a:lnTo>
                    <a:pt x="83011" y="152"/>
                  </a:lnTo>
                  <a:cubicBezTo>
                    <a:pt x="82951" y="243"/>
                    <a:pt x="82829" y="183"/>
                    <a:pt x="82768" y="243"/>
                  </a:cubicBezTo>
                  <a:lnTo>
                    <a:pt x="82647" y="304"/>
                  </a:lnTo>
                  <a:cubicBezTo>
                    <a:pt x="82495" y="243"/>
                    <a:pt x="82343" y="213"/>
                    <a:pt x="82191" y="213"/>
                  </a:cubicBezTo>
                  <a:cubicBezTo>
                    <a:pt x="82069" y="274"/>
                    <a:pt x="81948" y="304"/>
                    <a:pt x="81826" y="304"/>
                  </a:cubicBezTo>
                  <a:lnTo>
                    <a:pt x="81400" y="304"/>
                  </a:lnTo>
                  <a:lnTo>
                    <a:pt x="81096" y="335"/>
                  </a:lnTo>
                  <a:lnTo>
                    <a:pt x="81036" y="335"/>
                  </a:lnTo>
                  <a:lnTo>
                    <a:pt x="80489" y="456"/>
                  </a:lnTo>
                  <a:cubicBezTo>
                    <a:pt x="80468" y="466"/>
                    <a:pt x="80445" y="470"/>
                    <a:pt x="80420" y="470"/>
                  </a:cubicBezTo>
                  <a:cubicBezTo>
                    <a:pt x="80370" y="470"/>
                    <a:pt x="80316" y="456"/>
                    <a:pt x="80276" y="456"/>
                  </a:cubicBezTo>
                  <a:lnTo>
                    <a:pt x="80124" y="456"/>
                  </a:lnTo>
                  <a:cubicBezTo>
                    <a:pt x="80017" y="426"/>
                    <a:pt x="79911" y="411"/>
                    <a:pt x="79808" y="411"/>
                  </a:cubicBezTo>
                  <a:cubicBezTo>
                    <a:pt x="79706" y="411"/>
                    <a:pt x="79607" y="426"/>
                    <a:pt x="79516" y="456"/>
                  </a:cubicBezTo>
                  <a:lnTo>
                    <a:pt x="79333" y="395"/>
                  </a:lnTo>
                  <a:cubicBezTo>
                    <a:pt x="79303" y="390"/>
                    <a:pt x="79272" y="389"/>
                    <a:pt x="79240" y="389"/>
                  </a:cubicBezTo>
                  <a:cubicBezTo>
                    <a:pt x="79176" y="389"/>
                    <a:pt x="79111" y="395"/>
                    <a:pt x="79045" y="395"/>
                  </a:cubicBezTo>
                  <a:cubicBezTo>
                    <a:pt x="78946" y="395"/>
                    <a:pt x="78847" y="380"/>
                    <a:pt x="78756" y="304"/>
                  </a:cubicBezTo>
                  <a:lnTo>
                    <a:pt x="78726" y="304"/>
                  </a:lnTo>
                  <a:cubicBezTo>
                    <a:pt x="78634" y="304"/>
                    <a:pt x="78482" y="365"/>
                    <a:pt x="78361" y="395"/>
                  </a:cubicBezTo>
                  <a:lnTo>
                    <a:pt x="78239" y="395"/>
                  </a:lnTo>
                  <a:lnTo>
                    <a:pt x="78057" y="365"/>
                  </a:lnTo>
                  <a:cubicBezTo>
                    <a:pt x="78016" y="405"/>
                    <a:pt x="77952" y="419"/>
                    <a:pt x="77880" y="419"/>
                  </a:cubicBezTo>
                  <a:cubicBezTo>
                    <a:pt x="77736" y="419"/>
                    <a:pt x="77560" y="365"/>
                    <a:pt x="77479" y="365"/>
                  </a:cubicBezTo>
                  <a:cubicBezTo>
                    <a:pt x="77327" y="395"/>
                    <a:pt x="77175" y="426"/>
                    <a:pt x="77023" y="487"/>
                  </a:cubicBezTo>
                  <a:lnTo>
                    <a:pt x="76932" y="487"/>
                  </a:lnTo>
                  <a:cubicBezTo>
                    <a:pt x="76841" y="487"/>
                    <a:pt x="76750" y="426"/>
                    <a:pt x="76659" y="426"/>
                  </a:cubicBezTo>
                  <a:cubicBezTo>
                    <a:pt x="76537" y="426"/>
                    <a:pt x="76446" y="456"/>
                    <a:pt x="76355" y="487"/>
                  </a:cubicBezTo>
                  <a:lnTo>
                    <a:pt x="76112" y="547"/>
                  </a:lnTo>
                  <a:lnTo>
                    <a:pt x="75504" y="578"/>
                  </a:lnTo>
                  <a:cubicBezTo>
                    <a:pt x="75443" y="529"/>
                    <a:pt x="75377" y="514"/>
                    <a:pt x="75309" y="514"/>
                  </a:cubicBezTo>
                  <a:cubicBezTo>
                    <a:pt x="75206" y="514"/>
                    <a:pt x="75096" y="547"/>
                    <a:pt x="74987" y="547"/>
                  </a:cubicBezTo>
                  <a:lnTo>
                    <a:pt x="74805" y="547"/>
                  </a:lnTo>
                  <a:cubicBezTo>
                    <a:pt x="74778" y="553"/>
                    <a:pt x="74753" y="555"/>
                    <a:pt x="74729" y="555"/>
                  </a:cubicBezTo>
                  <a:cubicBezTo>
                    <a:pt x="74612" y="555"/>
                    <a:pt x="74515" y="496"/>
                    <a:pt x="74440" y="395"/>
                  </a:cubicBezTo>
                  <a:cubicBezTo>
                    <a:pt x="74438" y="391"/>
                    <a:pt x="74434" y="389"/>
                    <a:pt x="74428" y="389"/>
                  </a:cubicBezTo>
                  <a:cubicBezTo>
                    <a:pt x="74355" y="389"/>
                    <a:pt x="74001" y="738"/>
                    <a:pt x="73832" y="851"/>
                  </a:cubicBezTo>
                  <a:cubicBezTo>
                    <a:pt x="73753" y="910"/>
                    <a:pt x="73649" y="944"/>
                    <a:pt x="73545" y="944"/>
                  </a:cubicBezTo>
                  <a:cubicBezTo>
                    <a:pt x="73487" y="944"/>
                    <a:pt x="73430" y="934"/>
                    <a:pt x="73376" y="912"/>
                  </a:cubicBezTo>
                  <a:cubicBezTo>
                    <a:pt x="73346" y="882"/>
                    <a:pt x="73376" y="851"/>
                    <a:pt x="73467" y="851"/>
                  </a:cubicBezTo>
                  <a:lnTo>
                    <a:pt x="73498" y="821"/>
                  </a:lnTo>
                  <a:cubicBezTo>
                    <a:pt x="73498" y="790"/>
                    <a:pt x="73528" y="760"/>
                    <a:pt x="73528" y="730"/>
                  </a:cubicBezTo>
                  <a:cubicBezTo>
                    <a:pt x="73528" y="699"/>
                    <a:pt x="73437" y="669"/>
                    <a:pt x="73437" y="669"/>
                  </a:cubicBezTo>
                  <a:lnTo>
                    <a:pt x="73315" y="760"/>
                  </a:lnTo>
                  <a:cubicBezTo>
                    <a:pt x="73102" y="730"/>
                    <a:pt x="72890" y="699"/>
                    <a:pt x="72707" y="699"/>
                  </a:cubicBezTo>
                  <a:lnTo>
                    <a:pt x="72555" y="669"/>
                  </a:lnTo>
                  <a:cubicBezTo>
                    <a:pt x="72475" y="637"/>
                    <a:pt x="72412" y="596"/>
                    <a:pt x="72366" y="596"/>
                  </a:cubicBezTo>
                  <a:cubicBezTo>
                    <a:pt x="72324" y="596"/>
                    <a:pt x="72296" y="629"/>
                    <a:pt x="72282" y="730"/>
                  </a:cubicBezTo>
                  <a:lnTo>
                    <a:pt x="72130" y="730"/>
                  </a:lnTo>
                  <a:cubicBezTo>
                    <a:pt x="72106" y="698"/>
                    <a:pt x="72082" y="687"/>
                    <a:pt x="72059" y="687"/>
                  </a:cubicBezTo>
                  <a:cubicBezTo>
                    <a:pt x="72006" y="687"/>
                    <a:pt x="71957" y="742"/>
                    <a:pt x="71916" y="742"/>
                  </a:cubicBezTo>
                  <a:cubicBezTo>
                    <a:pt x="71906" y="742"/>
                    <a:pt x="71896" y="739"/>
                    <a:pt x="71887" y="730"/>
                  </a:cubicBezTo>
                  <a:cubicBezTo>
                    <a:pt x="71852" y="695"/>
                    <a:pt x="71820" y="683"/>
                    <a:pt x="71790" y="683"/>
                  </a:cubicBezTo>
                  <a:cubicBezTo>
                    <a:pt x="71715" y="683"/>
                    <a:pt x="71656" y="760"/>
                    <a:pt x="71613" y="760"/>
                  </a:cubicBezTo>
                  <a:cubicBezTo>
                    <a:pt x="71595" y="766"/>
                    <a:pt x="71577" y="769"/>
                    <a:pt x="71559" y="769"/>
                  </a:cubicBezTo>
                  <a:cubicBezTo>
                    <a:pt x="71487" y="769"/>
                    <a:pt x="71418" y="730"/>
                    <a:pt x="71370" y="730"/>
                  </a:cubicBezTo>
                  <a:lnTo>
                    <a:pt x="71279" y="730"/>
                  </a:lnTo>
                  <a:cubicBezTo>
                    <a:pt x="71232" y="753"/>
                    <a:pt x="71190" y="763"/>
                    <a:pt x="71154" y="763"/>
                  </a:cubicBezTo>
                  <a:cubicBezTo>
                    <a:pt x="71096" y="763"/>
                    <a:pt x="71054" y="737"/>
                    <a:pt x="71035" y="699"/>
                  </a:cubicBezTo>
                  <a:lnTo>
                    <a:pt x="71005" y="669"/>
                  </a:lnTo>
                  <a:cubicBezTo>
                    <a:pt x="70950" y="669"/>
                    <a:pt x="70844" y="794"/>
                    <a:pt x="70780" y="794"/>
                  </a:cubicBezTo>
                  <a:cubicBezTo>
                    <a:pt x="70773" y="794"/>
                    <a:pt x="70767" y="793"/>
                    <a:pt x="70762" y="790"/>
                  </a:cubicBezTo>
                  <a:cubicBezTo>
                    <a:pt x="70610" y="760"/>
                    <a:pt x="70488" y="730"/>
                    <a:pt x="70336" y="730"/>
                  </a:cubicBezTo>
                  <a:lnTo>
                    <a:pt x="70245" y="821"/>
                  </a:lnTo>
                  <a:cubicBezTo>
                    <a:pt x="70180" y="886"/>
                    <a:pt x="70097" y="916"/>
                    <a:pt x="70016" y="916"/>
                  </a:cubicBezTo>
                  <a:cubicBezTo>
                    <a:pt x="69946" y="916"/>
                    <a:pt x="69876" y="894"/>
                    <a:pt x="69820" y="851"/>
                  </a:cubicBezTo>
                  <a:lnTo>
                    <a:pt x="69485" y="699"/>
                  </a:lnTo>
                  <a:lnTo>
                    <a:pt x="69212" y="790"/>
                  </a:lnTo>
                  <a:lnTo>
                    <a:pt x="69151" y="882"/>
                  </a:lnTo>
                  <a:cubicBezTo>
                    <a:pt x="69060" y="790"/>
                    <a:pt x="68969" y="730"/>
                    <a:pt x="68908" y="639"/>
                  </a:cubicBezTo>
                  <a:cubicBezTo>
                    <a:pt x="68904" y="635"/>
                    <a:pt x="68899" y="633"/>
                    <a:pt x="68894" y="633"/>
                  </a:cubicBezTo>
                  <a:cubicBezTo>
                    <a:pt x="68861" y="633"/>
                    <a:pt x="68809" y="715"/>
                    <a:pt x="68756" y="821"/>
                  </a:cubicBezTo>
                  <a:lnTo>
                    <a:pt x="68634" y="760"/>
                  </a:lnTo>
                  <a:lnTo>
                    <a:pt x="68452" y="669"/>
                  </a:lnTo>
                  <a:cubicBezTo>
                    <a:pt x="68269" y="699"/>
                    <a:pt x="68087" y="699"/>
                    <a:pt x="68026" y="699"/>
                  </a:cubicBezTo>
                  <a:lnTo>
                    <a:pt x="67996" y="699"/>
                  </a:lnTo>
                  <a:cubicBezTo>
                    <a:pt x="67892" y="820"/>
                    <a:pt x="67779" y="853"/>
                    <a:pt x="67655" y="853"/>
                  </a:cubicBezTo>
                  <a:cubicBezTo>
                    <a:pt x="67562" y="853"/>
                    <a:pt x="67463" y="834"/>
                    <a:pt x="67358" y="821"/>
                  </a:cubicBezTo>
                  <a:cubicBezTo>
                    <a:pt x="67266" y="790"/>
                    <a:pt x="67114" y="790"/>
                    <a:pt x="67023" y="760"/>
                  </a:cubicBezTo>
                  <a:lnTo>
                    <a:pt x="66810" y="699"/>
                  </a:lnTo>
                  <a:cubicBezTo>
                    <a:pt x="66810" y="780"/>
                    <a:pt x="66770" y="821"/>
                    <a:pt x="66707" y="821"/>
                  </a:cubicBezTo>
                  <a:cubicBezTo>
                    <a:pt x="66675" y="821"/>
                    <a:pt x="66638" y="811"/>
                    <a:pt x="66598" y="790"/>
                  </a:cubicBezTo>
                  <a:lnTo>
                    <a:pt x="66476" y="760"/>
                  </a:lnTo>
                  <a:cubicBezTo>
                    <a:pt x="66415" y="760"/>
                    <a:pt x="66341" y="814"/>
                    <a:pt x="66262" y="814"/>
                  </a:cubicBezTo>
                  <a:cubicBezTo>
                    <a:pt x="66223" y="814"/>
                    <a:pt x="66182" y="801"/>
                    <a:pt x="66142" y="760"/>
                  </a:cubicBezTo>
                  <a:cubicBezTo>
                    <a:pt x="66020" y="821"/>
                    <a:pt x="65868" y="882"/>
                    <a:pt x="65747" y="912"/>
                  </a:cubicBezTo>
                  <a:cubicBezTo>
                    <a:pt x="65534" y="851"/>
                    <a:pt x="65351" y="821"/>
                    <a:pt x="65139" y="790"/>
                  </a:cubicBezTo>
                  <a:cubicBezTo>
                    <a:pt x="65086" y="808"/>
                    <a:pt x="64973" y="826"/>
                    <a:pt x="64880" y="826"/>
                  </a:cubicBezTo>
                  <a:cubicBezTo>
                    <a:pt x="64813" y="826"/>
                    <a:pt x="64756" y="816"/>
                    <a:pt x="64744" y="790"/>
                  </a:cubicBezTo>
                  <a:cubicBezTo>
                    <a:pt x="64728" y="775"/>
                    <a:pt x="64709" y="770"/>
                    <a:pt x="64688" y="770"/>
                  </a:cubicBezTo>
                  <a:cubicBezTo>
                    <a:pt x="64624" y="770"/>
                    <a:pt x="64538" y="821"/>
                    <a:pt x="64470" y="821"/>
                  </a:cubicBezTo>
                  <a:cubicBezTo>
                    <a:pt x="64348" y="821"/>
                    <a:pt x="64227" y="790"/>
                    <a:pt x="64105" y="730"/>
                  </a:cubicBezTo>
                  <a:lnTo>
                    <a:pt x="64014" y="790"/>
                  </a:lnTo>
                  <a:lnTo>
                    <a:pt x="63923" y="882"/>
                  </a:lnTo>
                  <a:cubicBezTo>
                    <a:pt x="63910" y="875"/>
                    <a:pt x="63890" y="873"/>
                    <a:pt x="63867" y="873"/>
                  </a:cubicBezTo>
                  <a:cubicBezTo>
                    <a:pt x="63802" y="873"/>
                    <a:pt x="63709" y="890"/>
                    <a:pt x="63645" y="890"/>
                  </a:cubicBezTo>
                  <a:cubicBezTo>
                    <a:pt x="63621" y="890"/>
                    <a:pt x="63601" y="888"/>
                    <a:pt x="63589" y="882"/>
                  </a:cubicBezTo>
                  <a:cubicBezTo>
                    <a:pt x="63561" y="826"/>
                    <a:pt x="63331" y="695"/>
                    <a:pt x="63222" y="695"/>
                  </a:cubicBezTo>
                  <a:cubicBezTo>
                    <a:pt x="63211" y="695"/>
                    <a:pt x="63202" y="697"/>
                    <a:pt x="63193" y="699"/>
                  </a:cubicBezTo>
                  <a:cubicBezTo>
                    <a:pt x="63011" y="760"/>
                    <a:pt x="62859" y="790"/>
                    <a:pt x="62677" y="821"/>
                  </a:cubicBezTo>
                  <a:cubicBezTo>
                    <a:pt x="62555" y="790"/>
                    <a:pt x="62464" y="730"/>
                    <a:pt x="62403" y="639"/>
                  </a:cubicBezTo>
                  <a:lnTo>
                    <a:pt x="62312" y="578"/>
                  </a:lnTo>
                  <a:lnTo>
                    <a:pt x="62281" y="547"/>
                  </a:lnTo>
                  <a:cubicBezTo>
                    <a:pt x="62190" y="547"/>
                    <a:pt x="62160" y="639"/>
                    <a:pt x="62160" y="699"/>
                  </a:cubicBezTo>
                  <a:cubicBezTo>
                    <a:pt x="62190" y="730"/>
                    <a:pt x="62130" y="790"/>
                    <a:pt x="62038" y="851"/>
                  </a:cubicBezTo>
                  <a:lnTo>
                    <a:pt x="61917" y="882"/>
                  </a:lnTo>
                  <a:cubicBezTo>
                    <a:pt x="61826" y="882"/>
                    <a:pt x="61734" y="821"/>
                    <a:pt x="61643" y="790"/>
                  </a:cubicBezTo>
                  <a:cubicBezTo>
                    <a:pt x="61598" y="775"/>
                    <a:pt x="61544" y="768"/>
                    <a:pt x="61487" y="768"/>
                  </a:cubicBezTo>
                  <a:cubicBezTo>
                    <a:pt x="61430" y="768"/>
                    <a:pt x="61370" y="775"/>
                    <a:pt x="61309" y="790"/>
                  </a:cubicBezTo>
                  <a:cubicBezTo>
                    <a:pt x="61235" y="852"/>
                    <a:pt x="61166" y="874"/>
                    <a:pt x="61100" y="874"/>
                  </a:cubicBezTo>
                  <a:cubicBezTo>
                    <a:pt x="61003" y="874"/>
                    <a:pt x="60913" y="827"/>
                    <a:pt x="60823" y="790"/>
                  </a:cubicBezTo>
                  <a:cubicBezTo>
                    <a:pt x="60755" y="771"/>
                    <a:pt x="60685" y="761"/>
                    <a:pt x="60614" y="761"/>
                  </a:cubicBezTo>
                  <a:cubicBezTo>
                    <a:pt x="60462" y="761"/>
                    <a:pt x="60309" y="808"/>
                    <a:pt x="60184" y="912"/>
                  </a:cubicBezTo>
                  <a:lnTo>
                    <a:pt x="60154" y="942"/>
                  </a:lnTo>
                  <a:cubicBezTo>
                    <a:pt x="60129" y="951"/>
                    <a:pt x="60105" y="954"/>
                    <a:pt x="60080" y="954"/>
                  </a:cubicBezTo>
                  <a:cubicBezTo>
                    <a:pt x="60014" y="954"/>
                    <a:pt x="59947" y="926"/>
                    <a:pt x="59880" y="882"/>
                  </a:cubicBezTo>
                  <a:lnTo>
                    <a:pt x="59850" y="821"/>
                  </a:lnTo>
                  <a:cubicBezTo>
                    <a:pt x="59814" y="785"/>
                    <a:pt x="59774" y="773"/>
                    <a:pt x="59734" y="773"/>
                  </a:cubicBezTo>
                  <a:cubicBezTo>
                    <a:pt x="59673" y="773"/>
                    <a:pt x="59613" y="802"/>
                    <a:pt x="59576" y="821"/>
                  </a:cubicBezTo>
                  <a:cubicBezTo>
                    <a:pt x="59546" y="836"/>
                    <a:pt x="59508" y="836"/>
                    <a:pt x="59474" y="836"/>
                  </a:cubicBezTo>
                  <a:cubicBezTo>
                    <a:pt x="59440" y="836"/>
                    <a:pt x="59409" y="836"/>
                    <a:pt x="59394" y="851"/>
                  </a:cubicBezTo>
                  <a:cubicBezTo>
                    <a:pt x="59339" y="895"/>
                    <a:pt x="59296" y="911"/>
                    <a:pt x="59260" y="911"/>
                  </a:cubicBezTo>
                  <a:cubicBezTo>
                    <a:pt x="59194" y="911"/>
                    <a:pt x="59148" y="860"/>
                    <a:pt x="59090" y="821"/>
                  </a:cubicBezTo>
                  <a:cubicBezTo>
                    <a:pt x="59029" y="790"/>
                    <a:pt x="58968" y="760"/>
                    <a:pt x="58938" y="730"/>
                  </a:cubicBezTo>
                  <a:cubicBezTo>
                    <a:pt x="58908" y="730"/>
                    <a:pt x="58847" y="760"/>
                    <a:pt x="58847" y="760"/>
                  </a:cubicBezTo>
                  <a:lnTo>
                    <a:pt x="58847" y="821"/>
                  </a:lnTo>
                  <a:cubicBezTo>
                    <a:pt x="58877" y="882"/>
                    <a:pt x="58847" y="882"/>
                    <a:pt x="58786" y="882"/>
                  </a:cubicBezTo>
                  <a:lnTo>
                    <a:pt x="58725" y="851"/>
                  </a:lnTo>
                  <a:cubicBezTo>
                    <a:pt x="58543" y="821"/>
                    <a:pt x="58360" y="821"/>
                    <a:pt x="58208" y="821"/>
                  </a:cubicBezTo>
                  <a:lnTo>
                    <a:pt x="58056" y="821"/>
                  </a:lnTo>
                  <a:cubicBezTo>
                    <a:pt x="57905" y="790"/>
                    <a:pt x="57753" y="760"/>
                    <a:pt x="57601" y="760"/>
                  </a:cubicBezTo>
                  <a:cubicBezTo>
                    <a:pt x="57601" y="841"/>
                    <a:pt x="57574" y="895"/>
                    <a:pt x="57510" y="895"/>
                  </a:cubicBezTo>
                  <a:cubicBezTo>
                    <a:pt x="57479" y="895"/>
                    <a:pt x="57438" y="882"/>
                    <a:pt x="57388" y="851"/>
                  </a:cubicBezTo>
                  <a:lnTo>
                    <a:pt x="57297" y="821"/>
                  </a:lnTo>
                  <a:cubicBezTo>
                    <a:pt x="57175" y="821"/>
                    <a:pt x="56780" y="851"/>
                    <a:pt x="56446" y="882"/>
                  </a:cubicBezTo>
                  <a:lnTo>
                    <a:pt x="56172" y="882"/>
                  </a:lnTo>
                  <a:cubicBezTo>
                    <a:pt x="56081" y="882"/>
                    <a:pt x="55898" y="821"/>
                    <a:pt x="55898" y="821"/>
                  </a:cubicBezTo>
                  <a:cubicBezTo>
                    <a:pt x="55845" y="874"/>
                    <a:pt x="55796" y="894"/>
                    <a:pt x="55751" y="894"/>
                  </a:cubicBezTo>
                  <a:cubicBezTo>
                    <a:pt x="55642" y="894"/>
                    <a:pt x="55550" y="782"/>
                    <a:pt x="55442" y="760"/>
                  </a:cubicBezTo>
                  <a:cubicBezTo>
                    <a:pt x="55415" y="760"/>
                    <a:pt x="55412" y="634"/>
                    <a:pt x="55344" y="634"/>
                  </a:cubicBezTo>
                  <a:cubicBezTo>
                    <a:pt x="55337" y="634"/>
                    <a:pt x="55329" y="636"/>
                    <a:pt x="55321" y="639"/>
                  </a:cubicBezTo>
                  <a:cubicBezTo>
                    <a:pt x="55108" y="699"/>
                    <a:pt x="55351" y="760"/>
                    <a:pt x="55321" y="760"/>
                  </a:cubicBezTo>
                  <a:lnTo>
                    <a:pt x="55169" y="851"/>
                  </a:lnTo>
                  <a:cubicBezTo>
                    <a:pt x="55053" y="909"/>
                    <a:pt x="54938" y="930"/>
                    <a:pt x="54869" y="930"/>
                  </a:cubicBezTo>
                  <a:cubicBezTo>
                    <a:pt x="54829" y="930"/>
                    <a:pt x="54804" y="923"/>
                    <a:pt x="54804" y="912"/>
                  </a:cubicBezTo>
                  <a:lnTo>
                    <a:pt x="54804" y="851"/>
                  </a:lnTo>
                  <a:lnTo>
                    <a:pt x="54804" y="821"/>
                  </a:lnTo>
                  <a:cubicBezTo>
                    <a:pt x="54804" y="798"/>
                    <a:pt x="54791" y="788"/>
                    <a:pt x="54768" y="788"/>
                  </a:cubicBezTo>
                  <a:cubicBezTo>
                    <a:pt x="54730" y="788"/>
                    <a:pt x="54667" y="814"/>
                    <a:pt x="54591" y="851"/>
                  </a:cubicBezTo>
                  <a:lnTo>
                    <a:pt x="54379" y="821"/>
                  </a:lnTo>
                  <a:cubicBezTo>
                    <a:pt x="54333" y="806"/>
                    <a:pt x="54295" y="798"/>
                    <a:pt x="54261" y="798"/>
                  </a:cubicBezTo>
                  <a:cubicBezTo>
                    <a:pt x="54227" y="798"/>
                    <a:pt x="54196" y="806"/>
                    <a:pt x="54166" y="821"/>
                  </a:cubicBezTo>
                  <a:lnTo>
                    <a:pt x="54044" y="821"/>
                  </a:lnTo>
                  <a:cubicBezTo>
                    <a:pt x="53862" y="821"/>
                    <a:pt x="53710" y="790"/>
                    <a:pt x="53558" y="730"/>
                  </a:cubicBezTo>
                  <a:lnTo>
                    <a:pt x="53436" y="790"/>
                  </a:lnTo>
                  <a:lnTo>
                    <a:pt x="53406" y="790"/>
                  </a:lnTo>
                  <a:cubicBezTo>
                    <a:pt x="53376" y="790"/>
                    <a:pt x="53132" y="973"/>
                    <a:pt x="53011" y="973"/>
                  </a:cubicBezTo>
                  <a:cubicBezTo>
                    <a:pt x="53004" y="975"/>
                    <a:pt x="52997" y="976"/>
                    <a:pt x="52989" y="976"/>
                  </a:cubicBezTo>
                  <a:cubicBezTo>
                    <a:pt x="52893" y="976"/>
                    <a:pt x="52735" y="814"/>
                    <a:pt x="52707" y="730"/>
                  </a:cubicBezTo>
                  <a:cubicBezTo>
                    <a:pt x="52697" y="709"/>
                    <a:pt x="52666" y="699"/>
                    <a:pt x="52621" y="699"/>
                  </a:cubicBezTo>
                  <a:cubicBezTo>
                    <a:pt x="52531" y="699"/>
                    <a:pt x="52383" y="740"/>
                    <a:pt x="52221" y="821"/>
                  </a:cubicBezTo>
                  <a:lnTo>
                    <a:pt x="52008" y="790"/>
                  </a:lnTo>
                  <a:cubicBezTo>
                    <a:pt x="51917" y="760"/>
                    <a:pt x="51825" y="730"/>
                    <a:pt x="51734" y="730"/>
                  </a:cubicBezTo>
                  <a:cubicBezTo>
                    <a:pt x="51673" y="730"/>
                    <a:pt x="51613" y="851"/>
                    <a:pt x="51552" y="851"/>
                  </a:cubicBezTo>
                  <a:lnTo>
                    <a:pt x="51369" y="851"/>
                  </a:lnTo>
                  <a:cubicBezTo>
                    <a:pt x="51319" y="901"/>
                    <a:pt x="51260" y="924"/>
                    <a:pt x="51196" y="924"/>
                  </a:cubicBezTo>
                  <a:cubicBezTo>
                    <a:pt x="51144" y="924"/>
                    <a:pt x="51090" y="909"/>
                    <a:pt x="51035" y="882"/>
                  </a:cubicBezTo>
                  <a:cubicBezTo>
                    <a:pt x="50944" y="821"/>
                    <a:pt x="50853" y="760"/>
                    <a:pt x="50731" y="760"/>
                  </a:cubicBezTo>
                  <a:lnTo>
                    <a:pt x="50458" y="760"/>
                  </a:lnTo>
                  <a:cubicBezTo>
                    <a:pt x="50366" y="760"/>
                    <a:pt x="50275" y="821"/>
                    <a:pt x="50184" y="851"/>
                  </a:cubicBezTo>
                  <a:lnTo>
                    <a:pt x="50032" y="942"/>
                  </a:lnTo>
                  <a:cubicBezTo>
                    <a:pt x="49951" y="861"/>
                    <a:pt x="49870" y="821"/>
                    <a:pt x="49825" y="821"/>
                  </a:cubicBezTo>
                  <a:cubicBezTo>
                    <a:pt x="49802" y="821"/>
                    <a:pt x="49789" y="831"/>
                    <a:pt x="49789" y="851"/>
                  </a:cubicBezTo>
                  <a:cubicBezTo>
                    <a:pt x="49785" y="856"/>
                    <a:pt x="49776" y="857"/>
                    <a:pt x="49766" y="857"/>
                  </a:cubicBezTo>
                  <a:cubicBezTo>
                    <a:pt x="49700" y="857"/>
                    <a:pt x="49533" y="790"/>
                    <a:pt x="49455" y="790"/>
                  </a:cubicBezTo>
                  <a:lnTo>
                    <a:pt x="49151" y="760"/>
                  </a:lnTo>
                  <a:lnTo>
                    <a:pt x="49151" y="730"/>
                  </a:lnTo>
                  <a:lnTo>
                    <a:pt x="49090" y="578"/>
                  </a:lnTo>
                  <a:cubicBezTo>
                    <a:pt x="48968" y="608"/>
                    <a:pt x="48877" y="669"/>
                    <a:pt x="48816" y="730"/>
                  </a:cubicBezTo>
                  <a:lnTo>
                    <a:pt x="48786" y="760"/>
                  </a:lnTo>
                  <a:cubicBezTo>
                    <a:pt x="48695" y="790"/>
                    <a:pt x="48603" y="821"/>
                    <a:pt x="48512" y="851"/>
                  </a:cubicBezTo>
                  <a:lnTo>
                    <a:pt x="48391" y="790"/>
                  </a:lnTo>
                  <a:lnTo>
                    <a:pt x="48269" y="760"/>
                  </a:lnTo>
                  <a:cubicBezTo>
                    <a:pt x="48247" y="766"/>
                    <a:pt x="48225" y="768"/>
                    <a:pt x="48205" y="768"/>
                  </a:cubicBezTo>
                  <a:cubicBezTo>
                    <a:pt x="48114" y="768"/>
                    <a:pt x="48040" y="719"/>
                    <a:pt x="47965" y="669"/>
                  </a:cubicBezTo>
                  <a:lnTo>
                    <a:pt x="47965" y="669"/>
                  </a:lnTo>
                  <a:cubicBezTo>
                    <a:pt x="47965" y="760"/>
                    <a:pt x="47965" y="821"/>
                    <a:pt x="47996" y="882"/>
                  </a:cubicBezTo>
                  <a:lnTo>
                    <a:pt x="47692" y="882"/>
                  </a:lnTo>
                  <a:cubicBezTo>
                    <a:pt x="47681" y="851"/>
                    <a:pt x="47661" y="838"/>
                    <a:pt x="47635" y="838"/>
                  </a:cubicBezTo>
                  <a:cubicBezTo>
                    <a:pt x="47583" y="838"/>
                    <a:pt x="47509" y="892"/>
                    <a:pt x="47448" y="973"/>
                  </a:cubicBezTo>
                  <a:lnTo>
                    <a:pt x="47266" y="882"/>
                  </a:lnTo>
                  <a:lnTo>
                    <a:pt x="47114" y="790"/>
                  </a:lnTo>
                  <a:cubicBezTo>
                    <a:pt x="46962" y="821"/>
                    <a:pt x="46810" y="821"/>
                    <a:pt x="46658" y="821"/>
                  </a:cubicBezTo>
                  <a:lnTo>
                    <a:pt x="46202" y="821"/>
                  </a:lnTo>
                  <a:cubicBezTo>
                    <a:pt x="46104" y="845"/>
                    <a:pt x="45966" y="890"/>
                    <a:pt x="45884" y="890"/>
                  </a:cubicBezTo>
                  <a:cubicBezTo>
                    <a:pt x="45865" y="890"/>
                    <a:pt x="45849" y="887"/>
                    <a:pt x="45837" y="882"/>
                  </a:cubicBezTo>
                  <a:cubicBezTo>
                    <a:pt x="45781" y="844"/>
                    <a:pt x="45736" y="830"/>
                    <a:pt x="45699" y="830"/>
                  </a:cubicBezTo>
                  <a:cubicBezTo>
                    <a:pt x="45617" y="830"/>
                    <a:pt x="45575" y="901"/>
                    <a:pt x="45533" y="942"/>
                  </a:cubicBezTo>
                  <a:lnTo>
                    <a:pt x="45412" y="1034"/>
                  </a:lnTo>
                  <a:cubicBezTo>
                    <a:pt x="45381" y="1125"/>
                    <a:pt x="45351" y="1216"/>
                    <a:pt x="45290" y="1307"/>
                  </a:cubicBezTo>
                  <a:cubicBezTo>
                    <a:pt x="45260" y="1307"/>
                    <a:pt x="45199" y="1277"/>
                    <a:pt x="45169" y="1246"/>
                  </a:cubicBezTo>
                  <a:lnTo>
                    <a:pt x="45169" y="1186"/>
                  </a:lnTo>
                  <a:lnTo>
                    <a:pt x="45169" y="1155"/>
                  </a:lnTo>
                  <a:cubicBezTo>
                    <a:pt x="45199" y="1125"/>
                    <a:pt x="44956" y="1003"/>
                    <a:pt x="45017" y="942"/>
                  </a:cubicBezTo>
                  <a:cubicBezTo>
                    <a:pt x="45038" y="921"/>
                    <a:pt x="45037" y="911"/>
                    <a:pt x="45015" y="911"/>
                  </a:cubicBezTo>
                  <a:cubicBezTo>
                    <a:pt x="44976" y="911"/>
                    <a:pt x="44870" y="944"/>
                    <a:pt x="44713" y="1003"/>
                  </a:cubicBezTo>
                  <a:lnTo>
                    <a:pt x="44591" y="973"/>
                  </a:lnTo>
                  <a:cubicBezTo>
                    <a:pt x="44435" y="928"/>
                    <a:pt x="44280" y="900"/>
                    <a:pt x="44124" y="900"/>
                  </a:cubicBezTo>
                  <a:cubicBezTo>
                    <a:pt x="44067" y="900"/>
                    <a:pt x="44010" y="904"/>
                    <a:pt x="43953" y="912"/>
                  </a:cubicBezTo>
                  <a:lnTo>
                    <a:pt x="43679" y="912"/>
                  </a:lnTo>
                  <a:cubicBezTo>
                    <a:pt x="43406" y="942"/>
                    <a:pt x="43041" y="1003"/>
                    <a:pt x="42889" y="1003"/>
                  </a:cubicBezTo>
                  <a:lnTo>
                    <a:pt x="42798" y="942"/>
                  </a:lnTo>
                  <a:cubicBezTo>
                    <a:pt x="42751" y="916"/>
                    <a:pt x="42713" y="905"/>
                    <a:pt x="42682" y="905"/>
                  </a:cubicBezTo>
                  <a:cubicBezTo>
                    <a:pt x="42567" y="905"/>
                    <a:pt x="42528" y="1040"/>
                    <a:pt x="42433" y="1064"/>
                  </a:cubicBezTo>
                  <a:cubicBezTo>
                    <a:pt x="42403" y="1064"/>
                    <a:pt x="42372" y="1003"/>
                    <a:pt x="42312" y="1003"/>
                  </a:cubicBezTo>
                  <a:cubicBezTo>
                    <a:pt x="42181" y="977"/>
                    <a:pt x="41983" y="906"/>
                    <a:pt x="41872" y="906"/>
                  </a:cubicBezTo>
                  <a:cubicBezTo>
                    <a:pt x="41854" y="906"/>
                    <a:pt x="41838" y="908"/>
                    <a:pt x="41825" y="912"/>
                  </a:cubicBezTo>
                  <a:cubicBezTo>
                    <a:pt x="41769" y="950"/>
                    <a:pt x="41730" y="964"/>
                    <a:pt x="41700" y="964"/>
                  </a:cubicBezTo>
                  <a:cubicBezTo>
                    <a:pt x="41634" y="964"/>
                    <a:pt x="41615" y="893"/>
                    <a:pt x="41552" y="851"/>
                  </a:cubicBezTo>
                  <a:lnTo>
                    <a:pt x="41521" y="851"/>
                  </a:lnTo>
                  <a:cubicBezTo>
                    <a:pt x="41491" y="851"/>
                    <a:pt x="41400" y="912"/>
                    <a:pt x="41369" y="942"/>
                  </a:cubicBezTo>
                  <a:cubicBezTo>
                    <a:pt x="41231" y="930"/>
                    <a:pt x="41092" y="922"/>
                    <a:pt x="40956" y="922"/>
                  </a:cubicBezTo>
                  <a:cubicBezTo>
                    <a:pt x="40763" y="922"/>
                    <a:pt x="40575" y="937"/>
                    <a:pt x="40397" y="973"/>
                  </a:cubicBezTo>
                  <a:cubicBezTo>
                    <a:pt x="40305" y="1003"/>
                    <a:pt x="40207" y="1018"/>
                    <a:pt x="40108" y="1018"/>
                  </a:cubicBezTo>
                  <a:cubicBezTo>
                    <a:pt x="40009" y="1018"/>
                    <a:pt x="39910" y="1003"/>
                    <a:pt x="39819" y="973"/>
                  </a:cubicBezTo>
                  <a:cubicBezTo>
                    <a:pt x="39810" y="964"/>
                    <a:pt x="39791" y="960"/>
                    <a:pt x="39767" y="960"/>
                  </a:cubicBezTo>
                  <a:cubicBezTo>
                    <a:pt x="39710" y="960"/>
                    <a:pt x="39628" y="982"/>
                    <a:pt x="39606" y="1003"/>
                  </a:cubicBezTo>
                  <a:cubicBezTo>
                    <a:pt x="39602" y="1007"/>
                    <a:pt x="39594" y="1009"/>
                    <a:pt x="39584" y="1009"/>
                  </a:cubicBezTo>
                  <a:cubicBezTo>
                    <a:pt x="39519" y="1009"/>
                    <a:pt x="39350" y="938"/>
                    <a:pt x="39272" y="912"/>
                  </a:cubicBezTo>
                  <a:cubicBezTo>
                    <a:pt x="39257" y="897"/>
                    <a:pt x="39217" y="891"/>
                    <a:pt x="39163" y="891"/>
                  </a:cubicBezTo>
                  <a:cubicBezTo>
                    <a:pt x="39002" y="891"/>
                    <a:pt x="38717" y="942"/>
                    <a:pt x="38603" y="942"/>
                  </a:cubicBezTo>
                  <a:lnTo>
                    <a:pt x="38269" y="942"/>
                  </a:lnTo>
                  <a:cubicBezTo>
                    <a:pt x="38212" y="977"/>
                    <a:pt x="38168" y="994"/>
                    <a:pt x="38135" y="994"/>
                  </a:cubicBezTo>
                  <a:cubicBezTo>
                    <a:pt x="38080" y="994"/>
                    <a:pt x="38056" y="946"/>
                    <a:pt x="38056" y="851"/>
                  </a:cubicBezTo>
                  <a:cubicBezTo>
                    <a:pt x="37904" y="882"/>
                    <a:pt x="37783" y="912"/>
                    <a:pt x="37661" y="973"/>
                  </a:cubicBezTo>
                  <a:lnTo>
                    <a:pt x="37509" y="973"/>
                  </a:lnTo>
                  <a:cubicBezTo>
                    <a:pt x="37357" y="973"/>
                    <a:pt x="37235" y="1034"/>
                    <a:pt x="37114" y="1125"/>
                  </a:cubicBezTo>
                  <a:cubicBezTo>
                    <a:pt x="37083" y="1094"/>
                    <a:pt x="37053" y="1064"/>
                    <a:pt x="37053" y="1034"/>
                  </a:cubicBezTo>
                  <a:cubicBezTo>
                    <a:pt x="37047" y="1028"/>
                    <a:pt x="37038" y="1025"/>
                    <a:pt x="37027" y="1025"/>
                  </a:cubicBezTo>
                  <a:cubicBezTo>
                    <a:pt x="36980" y="1025"/>
                    <a:pt x="36895" y="1070"/>
                    <a:pt x="36871" y="1094"/>
                  </a:cubicBezTo>
                  <a:cubicBezTo>
                    <a:pt x="36795" y="1110"/>
                    <a:pt x="36719" y="1117"/>
                    <a:pt x="36647" y="1117"/>
                  </a:cubicBezTo>
                  <a:cubicBezTo>
                    <a:pt x="36574" y="1117"/>
                    <a:pt x="36506" y="1110"/>
                    <a:pt x="36445" y="1094"/>
                  </a:cubicBezTo>
                  <a:cubicBezTo>
                    <a:pt x="36263" y="1003"/>
                    <a:pt x="36080" y="912"/>
                    <a:pt x="35898" y="882"/>
                  </a:cubicBezTo>
                  <a:cubicBezTo>
                    <a:pt x="35807" y="882"/>
                    <a:pt x="35716" y="912"/>
                    <a:pt x="35655" y="942"/>
                  </a:cubicBezTo>
                  <a:lnTo>
                    <a:pt x="35472" y="1094"/>
                  </a:lnTo>
                  <a:cubicBezTo>
                    <a:pt x="35442" y="1125"/>
                    <a:pt x="35412" y="1155"/>
                    <a:pt x="35381" y="1155"/>
                  </a:cubicBezTo>
                  <a:cubicBezTo>
                    <a:pt x="35303" y="1155"/>
                    <a:pt x="35225" y="1088"/>
                    <a:pt x="35147" y="1088"/>
                  </a:cubicBezTo>
                  <a:cubicBezTo>
                    <a:pt x="35134" y="1088"/>
                    <a:pt x="35121" y="1090"/>
                    <a:pt x="35108" y="1094"/>
                  </a:cubicBezTo>
                  <a:lnTo>
                    <a:pt x="35017" y="1125"/>
                  </a:lnTo>
                  <a:lnTo>
                    <a:pt x="34530" y="1125"/>
                  </a:lnTo>
                  <a:cubicBezTo>
                    <a:pt x="34469" y="1110"/>
                    <a:pt x="34409" y="1102"/>
                    <a:pt x="34348" y="1102"/>
                  </a:cubicBezTo>
                  <a:cubicBezTo>
                    <a:pt x="34287" y="1102"/>
                    <a:pt x="34226" y="1110"/>
                    <a:pt x="34165" y="1125"/>
                  </a:cubicBezTo>
                  <a:lnTo>
                    <a:pt x="34044" y="1094"/>
                  </a:lnTo>
                  <a:lnTo>
                    <a:pt x="33953" y="1064"/>
                  </a:lnTo>
                  <a:cubicBezTo>
                    <a:pt x="33770" y="1064"/>
                    <a:pt x="33588" y="1094"/>
                    <a:pt x="33406" y="1125"/>
                  </a:cubicBezTo>
                  <a:lnTo>
                    <a:pt x="33284" y="1125"/>
                  </a:lnTo>
                  <a:cubicBezTo>
                    <a:pt x="33260" y="1131"/>
                    <a:pt x="33235" y="1133"/>
                    <a:pt x="33211" y="1133"/>
                  </a:cubicBezTo>
                  <a:cubicBezTo>
                    <a:pt x="33114" y="1133"/>
                    <a:pt x="33017" y="1094"/>
                    <a:pt x="32919" y="1094"/>
                  </a:cubicBezTo>
                  <a:cubicBezTo>
                    <a:pt x="32798" y="1094"/>
                    <a:pt x="32676" y="1125"/>
                    <a:pt x="32524" y="1125"/>
                  </a:cubicBezTo>
                  <a:lnTo>
                    <a:pt x="32311" y="1125"/>
                  </a:lnTo>
                  <a:cubicBezTo>
                    <a:pt x="32197" y="1163"/>
                    <a:pt x="32088" y="1180"/>
                    <a:pt x="31979" y="1180"/>
                  </a:cubicBezTo>
                  <a:cubicBezTo>
                    <a:pt x="31829" y="1180"/>
                    <a:pt x="31680" y="1147"/>
                    <a:pt x="31521" y="1094"/>
                  </a:cubicBezTo>
                  <a:cubicBezTo>
                    <a:pt x="31488" y="1078"/>
                    <a:pt x="31458" y="1071"/>
                    <a:pt x="31430" y="1071"/>
                  </a:cubicBezTo>
                  <a:cubicBezTo>
                    <a:pt x="31355" y="1071"/>
                    <a:pt x="31300" y="1127"/>
                    <a:pt x="31278" y="1216"/>
                  </a:cubicBezTo>
                  <a:lnTo>
                    <a:pt x="31156" y="1125"/>
                  </a:lnTo>
                  <a:cubicBezTo>
                    <a:pt x="31105" y="1099"/>
                    <a:pt x="31064" y="1090"/>
                    <a:pt x="31030" y="1090"/>
                  </a:cubicBezTo>
                  <a:cubicBezTo>
                    <a:pt x="30983" y="1090"/>
                    <a:pt x="30948" y="1107"/>
                    <a:pt x="30913" y="1125"/>
                  </a:cubicBezTo>
                  <a:cubicBezTo>
                    <a:pt x="30883" y="1155"/>
                    <a:pt x="30860" y="1170"/>
                    <a:pt x="30833" y="1170"/>
                  </a:cubicBezTo>
                  <a:cubicBezTo>
                    <a:pt x="30807" y="1170"/>
                    <a:pt x="30776" y="1155"/>
                    <a:pt x="30731" y="1125"/>
                  </a:cubicBezTo>
                  <a:cubicBezTo>
                    <a:pt x="30704" y="1116"/>
                    <a:pt x="30677" y="1112"/>
                    <a:pt x="30651" y="1112"/>
                  </a:cubicBezTo>
                  <a:cubicBezTo>
                    <a:pt x="30586" y="1112"/>
                    <a:pt x="30522" y="1134"/>
                    <a:pt x="30457" y="1155"/>
                  </a:cubicBezTo>
                  <a:lnTo>
                    <a:pt x="30214" y="1307"/>
                  </a:lnTo>
                  <a:cubicBezTo>
                    <a:pt x="30214" y="1189"/>
                    <a:pt x="30141" y="1145"/>
                    <a:pt x="30080" y="1145"/>
                  </a:cubicBezTo>
                  <a:cubicBezTo>
                    <a:pt x="30062" y="1145"/>
                    <a:pt x="30045" y="1148"/>
                    <a:pt x="30032" y="1155"/>
                  </a:cubicBezTo>
                  <a:cubicBezTo>
                    <a:pt x="29971" y="1216"/>
                    <a:pt x="29849" y="1216"/>
                    <a:pt x="29758" y="1216"/>
                  </a:cubicBezTo>
                  <a:lnTo>
                    <a:pt x="29667" y="1216"/>
                  </a:lnTo>
                  <a:cubicBezTo>
                    <a:pt x="29637" y="1277"/>
                    <a:pt x="29606" y="1338"/>
                    <a:pt x="29606" y="1398"/>
                  </a:cubicBezTo>
                  <a:lnTo>
                    <a:pt x="29515" y="1368"/>
                  </a:lnTo>
                  <a:cubicBezTo>
                    <a:pt x="29363" y="1307"/>
                    <a:pt x="29606" y="1246"/>
                    <a:pt x="29545" y="1186"/>
                  </a:cubicBezTo>
                  <a:lnTo>
                    <a:pt x="29545" y="1155"/>
                  </a:lnTo>
                  <a:cubicBezTo>
                    <a:pt x="29515" y="1155"/>
                    <a:pt x="29424" y="1186"/>
                    <a:pt x="29363" y="1246"/>
                  </a:cubicBezTo>
                  <a:lnTo>
                    <a:pt x="29272" y="1277"/>
                  </a:lnTo>
                  <a:lnTo>
                    <a:pt x="29241" y="1277"/>
                  </a:lnTo>
                  <a:cubicBezTo>
                    <a:pt x="29211" y="1246"/>
                    <a:pt x="29181" y="1186"/>
                    <a:pt x="29241" y="1155"/>
                  </a:cubicBezTo>
                  <a:cubicBezTo>
                    <a:pt x="29272" y="1125"/>
                    <a:pt x="29120" y="1125"/>
                    <a:pt x="29059" y="1125"/>
                  </a:cubicBezTo>
                  <a:cubicBezTo>
                    <a:pt x="28998" y="1125"/>
                    <a:pt x="28816" y="1155"/>
                    <a:pt x="28603" y="1216"/>
                  </a:cubicBezTo>
                  <a:lnTo>
                    <a:pt x="28299" y="1216"/>
                  </a:lnTo>
                  <a:cubicBezTo>
                    <a:pt x="28169" y="1216"/>
                    <a:pt x="28016" y="1283"/>
                    <a:pt x="27899" y="1283"/>
                  </a:cubicBezTo>
                  <a:cubicBezTo>
                    <a:pt x="27879" y="1283"/>
                    <a:pt x="27861" y="1281"/>
                    <a:pt x="27843" y="1277"/>
                  </a:cubicBezTo>
                  <a:cubicBezTo>
                    <a:pt x="27767" y="1231"/>
                    <a:pt x="27684" y="1208"/>
                    <a:pt x="27600" y="1208"/>
                  </a:cubicBezTo>
                  <a:cubicBezTo>
                    <a:pt x="27516" y="1208"/>
                    <a:pt x="27433" y="1231"/>
                    <a:pt x="27357" y="1277"/>
                  </a:cubicBezTo>
                  <a:cubicBezTo>
                    <a:pt x="27281" y="1292"/>
                    <a:pt x="27205" y="1300"/>
                    <a:pt x="27129" y="1300"/>
                  </a:cubicBezTo>
                  <a:cubicBezTo>
                    <a:pt x="27053" y="1300"/>
                    <a:pt x="26977" y="1292"/>
                    <a:pt x="26901" y="1277"/>
                  </a:cubicBezTo>
                  <a:lnTo>
                    <a:pt x="26779" y="1186"/>
                  </a:lnTo>
                  <a:cubicBezTo>
                    <a:pt x="26597" y="1216"/>
                    <a:pt x="26475" y="1246"/>
                    <a:pt x="26323" y="1338"/>
                  </a:cubicBezTo>
                  <a:lnTo>
                    <a:pt x="26232" y="1338"/>
                  </a:lnTo>
                  <a:lnTo>
                    <a:pt x="26111" y="1368"/>
                  </a:lnTo>
                  <a:cubicBezTo>
                    <a:pt x="26070" y="1360"/>
                    <a:pt x="26027" y="1356"/>
                    <a:pt x="25983" y="1356"/>
                  </a:cubicBezTo>
                  <a:cubicBezTo>
                    <a:pt x="25863" y="1356"/>
                    <a:pt x="25736" y="1384"/>
                    <a:pt x="25624" y="1429"/>
                  </a:cubicBezTo>
                  <a:lnTo>
                    <a:pt x="25412" y="1368"/>
                  </a:lnTo>
                  <a:cubicBezTo>
                    <a:pt x="25323" y="1361"/>
                    <a:pt x="25234" y="1357"/>
                    <a:pt x="25145" y="1357"/>
                  </a:cubicBezTo>
                  <a:cubicBezTo>
                    <a:pt x="24840" y="1357"/>
                    <a:pt x="24539" y="1402"/>
                    <a:pt x="24256" y="1520"/>
                  </a:cubicBezTo>
                  <a:lnTo>
                    <a:pt x="23649" y="1520"/>
                  </a:lnTo>
                  <a:lnTo>
                    <a:pt x="23527" y="1368"/>
                  </a:lnTo>
                  <a:cubicBezTo>
                    <a:pt x="23466" y="1368"/>
                    <a:pt x="23436" y="1368"/>
                    <a:pt x="23375" y="1398"/>
                  </a:cubicBezTo>
                  <a:lnTo>
                    <a:pt x="23284" y="1459"/>
                  </a:lnTo>
                  <a:cubicBezTo>
                    <a:pt x="23257" y="1464"/>
                    <a:pt x="23226" y="1465"/>
                    <a:pt x="23193" y="1465"/>
                  </a:cubicBezTo>
                  <a:cubicBezTo>
                    <a:pt x="23034" y="1465"/>
                    <a:pt x="22819" y="1422"/>
                    <a:pt x="22721" y="1422"/>
                  </a:cubicBezTo>
                  <a:cubicBezTo>
                    <a:pt x="22700" y="1422"/>
                    <a:pt x="22685" y="1424"/>
                    <a:pt x="22676" y="1429"/>
                  </a:cubicBezTo>
                  <a:cubicBezTo>
                    <a:pt x="22554" y="1520"/>
                    <a:pt x="22433" y="1550"/>
                    <a:pt x="22281" y="1550"/>
                  </a:cubicBezTo>
                  <a:cubicBezTo>
                    <a:pt x="22220" y="1550"/>
                    <a:pt x="22159" y="1550"/>
                    <a:pt x="22098" y="1581"/>
                  </a:cubicBezTo>
                  <a:cubicBezTo>
                    <a:pt x="22038" y="1611"/>
                    <a:pt x="22007" y="1672"/>
                    <a:pt x="21946" y="1702"/>
                  </a:cubicBezTo>
                  <a:lnTo>
                    <a:pt x="21855" y="1672"/>
                  </a:lnTo>
                  <a:cubicBezTo>
                    <a:pt x="21794" y="1642"/>
                    <a:pt x="21673" y="1611"/>
                    <a:pt x="21642" y="1611"/>
                  </a:cubicBezTo>
                  <a:lnTo>
                    <a:pt x="21490" y="1763"/>
                  </a:lnTo>
                  <a:cubicBezTo>
                    <a:pt x="21444" y="1740"/>
                    <a:pt x="21401" y="1730"/>
                    <a:pt x="21364" y="1730"/>
                  </a:cubicBezTo>
                  <a:cubicBezTo>
                    <a:pt x="21256" y="1730"/>
                    <a:pt x="21194" y="1809"/>
                    <a:pt x="21217" y="1854"/>
                  </a:cubicBezTo>
                  <a:cubicBezTo>
                    <a:pt x="21217" y="1915"/>
                    <a:pt x="21338" y="2037"/>
                    <a:pt x="21490" y="2128"/>
                  </a:cubicBezTo>
                  <a:lnTo>
                    <a:pt x="21399" y="2249"/>
                  </a:lnTo>
                  <a:lnTo>
                    <a:pt x="21278" y="2371"/>
                  </a:lnTo>
                  <a:cubicBezTo>
                    <a:pt x="21187" y="2310"/>
                    <a:pt x="21065" y="2249"/>
                    <a:pt x="20943" y="2189"/>
                  </a:cubicBezTo>
                  <a:lnTo>
                    <a:pt x="20883" y="2189"/>
                  </a:lnTo>
                  <a:cubicBezTo>
                    <a:pt x="20700" y="2219"/>
                    <a:pt x="20518" y="2249"/>
                    <a:pt x="20335" y="2249"/>
                  </a:cubicBezTo>
                  <a:cubicBezTo>
                    <a:pt x="20183" y="2249"/>
                    <a:pt x="20183" y="2037"/>
                    <a:pt x="20214" y="1976"/>
                  </a:cubicBezTo>
                  <a:cubicBezTo>
                    <a:pt x="20275" y="1915"/>
                    <a:pt x="20275" y="1854"/>
                    <a:pt x="20275" y="1854"/>
                  </a:cubicBezTo>
                  <a:lnTo>
                    <a:pt x="20275" y="1854"/>
                  </a:lnTo>
                  <a:cubicBezTo>
                    <a:pt x="20163" y="1877"/>
                    <a:pt x="20067" y="1948"/>
                    <a:pt x="19989" y="1948"/>
                  </a:cubicBezTo>
                  <a:cubicBezTo>
                    <a:pt x="19960" y="1948"/>
                    <a:pt x="19934" y="1939"/>
                    <a:pt x="19910" y="1915"/>
                  </a:cubicBezTo>
                  <a:cubicBezTo>
                    <a:pt x="19819" y="1854"/>
                    <a:pt x="19576" y="1915"/>
                    <a:pt x="19576" y="1733"/>
                  </a:cubicBezTo>
                  <a:cubicBezTo>
                    <a:pt x="19576" y="1702"/>
                    <a:pt x="19515" y="1702"/>
                    <a:pt x="19515" y="1702"/>
                  </a:cubicBezTo>
                  <a:cubicBezTo>
                    <a:pt x="19416" y="1764"/>
                    <a:pt x="19307" y="1781"/>
                    <a:pt x="19195" y="1781"/>
                  </a:cubicBezTo>
                  <a:cubicBezTo>
                    <a:pt x="19063" y="1781"/>
                    <a:pt x="18926" y="1758"/>
                    <a:pt x="18794" y="1758"/>
                  </a:cubicBezTo>
                  <a:cubicBezTo>
                    <a:pt x="18760" y="1758"/>
                    <a:pt x="18727" y="1759"/>
                    <a:pt x="18694" y="1763"/>
                  </a:cubicBezTo>
                  <a:cubicBezTo>
                    <a:pt x="18481" y="1794"/>
                    <a:pt x="18299" y="1824"/>
                    <a:pt x="18117" y="1854"/>
                  </a:cubicBezTo>
                  <a:lnTo>
                    <a:pt x="18025" y="1885"/>
                  </a:lnTo>
                  <a:cubicBezTo>
                    <a:pt x="17965" y="1930"/>
                    <a:pt x="17896" y="1953"/>
                    <a:pt x="17828" y="1953"/>
                  </a:cubicBezTo>
                  <a:cubicBezTo>
                    <a:pt x="17759" y="1953"/>
                    <a:pt x="17691" y="1930"/>
                    <a:pt x="17630" y="1885"/>
                  </a:cubicBezTo>
                  <a:cubicBezTo>
                    <a:pt x="17628" y="1882"/>
                    <a:pt x="17625" y="1881"/>
                    <a:pt x="17621" y="1881"/>
                  </a:cubicBezTo>
                  <a:cubicBezTo>
                    <a:pt x="17573" y="1881"/>
                    <a:pt x="17415" y="2044"/>
                    <a:pt x="17387" y="2128"/>
                  </a:cubicBezTo>
                  <a:cubicBezTo>
                    <a:pt x="17378" y="2156"/>
                    <a:pt x="17369" y="2166"/>
                    <a:pt x="17359" y="2166"/>
                  </a:cubicBezTo>
                  <a:cubicBezTo>
                    <a:pt x="17338" y="2166"/>
                    <a:pt x="17317" y="2109"/>
                    <a:pt x="17296" y="2067"/>
                  </a:cubicBezTo>
                  <a:cubicBezTo>
                    <a:pt x="17296" y="2031"/>
                    <a:pt x="17277" y="2019"/>
                    <a:pt x="17251" y="2019"/>
                  </a:cubicBezTo>
                  <a:cubicBezTo>
                    <a:pt x="17210" y="2019"/>
                    <a:pt x="17150" y="2049"/>
                    <a:pt x="17113" y="2067"/>
                  </a:cubicBezTo>
                  <a:cubicBezTo>
                    <a:pt x="17109" y="2071"/>
                    <a:pt x="17105" y="2073"/>
                    <a:pt x="17100" y="2073"/>
                  </a:cubicBezTo>
                  <a:cubicBezTo>
                    <a:pt x="17067" y="2073"/>
                    <a:pt x="17014" y="1994"/>
                    <a:pt x="16962" y="1915"/>
                  </a:cubicBezTo>
                  <a:lnTo>
                    <a:pt x="16779" y="1946"/>
                  </a:lnTo>
                  <a:cubicBezTo>
                    <a:pt x="16675" y="1972"/>
                    <a:pt x="16570" y="2043"/>
                    <a:pt x="16504" y="2043"/>
                  </a:cubicBezTo>
                  <a:cubicBezTo>
                    <a:pt x="16493" y="2043"/>
                    <a:pt x="16484" y="2041"/>
                    <a:pt x="16475" y="2037"/>
                  </a:cubicBezTo>
                  <a:cubicBezTo>
                    <a:pt x="16427" y="2001"/>
                    <a:pt x="16384" y="1989"/>
                    <a:pt x="16346" y="1989"/>
                  </a:cubicBezTo>
                  <a:cubicBezTo>
                    <a:pt x="16287" y="1989"/>
                    <a:pt x="16239" y="2018"/>
                    <a:pt x="16202" y="2037"/>
                  </a:cubicBezTo>
                  <a:cubicBezTo>
                    <a:pt x="16126" y="2052"/>
                    <a:pt x="16050" y="2059"/>
                    <a:pt x="15974" y="2059"/>
                  </a:cubicBezTo>
                  <a:cubicBezTo>
                    <a:pt x="15898" y="2059"/>
                    <a:pt x="15822" y="2052"/>
                    <a:pt x="15746" y="2037"/>
                  </a:cubicBezTo>
                  <a:cubicBezTo>
                    <a:pt x="15719" y="2028"/>
                    <a:pt x="15684" y="2024"/>
                    <a:pt x="15649" y="2024"/>
                  </a:cubicBezTo>
                  <a:cubicBezTo>
                    <a:pt x="15563" y="2024"/>
                    <a:pt x="15472" y="2046"/>
                    <a:pt x="15472" y="2067"/>
                  </a:cubicBezTo>
                  <a:cubicBezTo>
                    <a:pt x="15445" y="2161"/>
                    <a:pt x="15394" y="2190"/>
                    <a:pt x="15338" y="2190"/>
                  </a:cubicBezTo>
                  <a:cubicBezTo>
                    <a:pt x="15268" y="2190"/>
                    <a:pt x="15189" y="2145"/>
                    <a:pt x="15138" y="2128"/>
                  </a:cubicBezTo>
                  <a:cubicBezTo>
                    <a:pt x="15097" y="2101"/>
                    <a:pt x="15062" y="2086"/>
                    <a:pt x="15033" y="2086"/>
                  </a:cubicBezTo>
                  <a:cubicBezTo>
                    <a:pt x="14998" y="2086"/>
                    <a:pt x="14972" y="2108"/>
                    <a:pt x="14955" y="2158"/>
                  </a:cubicBezTo>
                  <a:cubicBezTo>
                    <a:pt x="14925" y="2234"/>
                    <a:pt x="14895" y="2265"/>
                    <a:pt x="14857" y="2265"/>
                  </a:cubicBezTo>
                  <a:cubicBezTo>
                    <a:pt x="14819" y="2265"/>
                    <a:pt x="14773" y="2234"/>
                    <a:pt x="14712" y="2189"/>
                  </a:cubicBezTo>
                  <a:cubicBezTo>
                    <a:pt x="14690" y="2166"/>
                    <a:pt x="14667" y="2095"/>
                    <a:pt x="14609" y="2095"/>
                  </a:cubicBezTo>
                  <a:cubicBezTo>
                    <a:pt x="14588" y="2095"/>
                    <a:pt x="14562" y="2104"/>
                    <a:pt x="14530" y="2128"/>
                  </a:cubicBezTo>
                  <a:lnTo>
                    <a:pt x="14469" y="2189"/>
                  </a:lnTo>
                  <a:cubicBezTo>
                    <a:pt x="14378" y="2249"/>
                    <a:pt x="14226" y="2493"/>
                    <a:pt x="14135" y="2493"/>
                  </a:cubicBezTo>
                  <a:cubicBezTo>
                    <a:pt x="14013" y="2462"/>
                    <a:pt x="13952" y="2401"/>
                    <a:pt x="13892" y="2310"/>
                  </a:cubicBezTo>
                  <a:cubicBezTo>
                    <a:pt x="13892" y="2295"/>
                    <a:pt x="13831" y="2287"/>
                    <a:pt x="13732" y="2287"/>
                  </a:cubicBezTo>
                  <a:cubicBezTo>
                    <a:pt x="13633" y="2287"/>
                    <a:pt x="13496" y="2295"/>
                    <a:pt x="13344" y="2310"/>
                  </a:cubicBezTo>
                  <a:lnTo>
                    <a:pt x="13101" y="2371"/>
                  </a:lnTo>
                  <a:lnTo>
                    <a:pt x="13040" y="2371"/>
                  </a:lnTo>
                  <a:cubicBezTo>
                    <a:pt x="13010" y="2401"/>
                    <a:pt x="12949" y="2493"/>
                    <a:pt x="12888" y="2553"/>
                  </a:cubicBezTo>
                  <a:lnTo>
                    <a:pt x="12797" y="2462"/>
                  </a:lnTo>
                  <a:cubicBezTo>
                    <a:pt x="12737" y="2401"/>
                    <a:pt x="12676" y="2379"/>
                    <a:pt x="12607" y="2379"/>
                  </a:cubicBezTo>
                  <a:cubicBezTo>
                    <a:pt x="12539" y="2379"/>
                    <a:pt x="12463" y="2401"/>
                    <a:pt x="12372" y="2432"/>
                  </a:cubicBezTo>
                  <a:cubicBezTo>
                    <a:pt x="12159" y="2462"/>
                    <a:pt x="11916" y="2493"/>
                    <a:pt x="11673" y="2523"/>
                  </a:cubicBezTo>
                  <a:lnTo>
                    <a:pt x="11581" y="2523"/>
                  </a:lnTo>
                  <a:cubicBezTo>
                    <a:pt x="11551" y="2569"/>
                    <a:pt x="11483" y="2584"/>
                    <a:pt x="11414" y="2584"/>
                  </a:cubicBezTo>
                  <a:cubicBezTo>
                    <a:pt x="11346" y="2584"/>
                    <a:pt x="11278" y="2569"/>
                    <a:pt x="11247" y="2553"/>
                  </a:cubicBezTo>
                  <a:cubicBezTo>
                    <a:pt x="11243" y="2545"/>
                    <a:pt x="11238" y="2541"/>
                    <a:pt x="11231" y="2541"/>
                  </a:cubicBezTo>
                  <a:cubicBezTo>
                    <a:pt x="11193" y="2541"/>
                    <a:pt x="11126" y="2688"/>
                    <a:pt x="11126" y="2766"/>
                  </a:cubicBezTo>
                  <a:cubicBezTo>
                    <a:pt x="11156" y="2857"/>
                    <a:pt x="11156" y="2979"/>
                    <a:pt x="11156" y="3101"/>
                  </a:cubicBezTo>
                  <a:cubicBezTo>
                    <a:pt x="11147" y="3119"/>
                    <a:pt x="11131" y="3127"/>
                    <a:pt x="11115" y="3127"/>
                  </a:cubicBezTo>
                  <a:cubicBezTo>
                    <a:pt x="11078" y="3127"/>
                    <a:pt x="11034" y="3091"/>
                    <a:pt x="11034" y="3070"/>
                  </a:cubicBezTo>
                  <a:cubicBezTo>
                    <a:pt x="11029" y="3065"/>
                    <a:pt x="11018" y="3062"/>
                    <a:pt x="11004" y="3062"/>
                  </a:cubicBezTo>
                  <a:cubicBezTo>
                    <a:pt x="10941" y="3062"/>
                    <a:pt x="10810" y="3112"/>
                    <a:pt x="10761" y="3161"/>
                  </a:cubicBezTo>
                  <a:cubicBezTo>
                    <a:pt x="10754" y="3164"/>
                    <a:pt x="10747" y="3165"/>
                    <a:pt x="10741" y="3165"/>
                  </a:cubicBezTo>
                  <a:cubicBezTo>
                    <a:pt x="10661" y="3165"/>
                    <a:pt x="10609" y="3005"/>
                    <a:pt x="10609" y="2949"/>
                  </a:cubicBezTo>
                  <a:cubicBezTo>
                    <a:pt x="10609" y="2888"/>
                    <a:pt x="10578" y="2827"/>
                    <a:pt x="10548" y="2827"/>
                  </a:cubicBezTo>
                  <a:cubicBezTo>
                    <a:pt x="10457" y="2797"/>
                    <a:pt x="10335" y="2766"/>
                    <a:pt x="10244" y="2766"/>
                  </a:cubicBezTo>
                  <a:lnTo>
                    <a:pt x="10122" y="2766"/>
                  </a:lnTo>
                  <a:cubicBezTo>
                    <a:pt x="10031" y="2766"/>
                    <a:pt x="9940" y="2797"/>
                    <a:pt x="9849" y="2827"/>
                  </a:cubicBezTo>
                  <a:cubicBezTo>
                    <a:pt x="9849" y="2857"/>
                    <a:pt x="9697" y="3131"/>
                    <a:pt x="9545" y="3131"/>
                  </a:cubicBezTo>
                  <a:cubicBezTo>
                    <a:pt x="9423" y="3131"/>
                    <a:pt x="9454" y="3009"/>
                    <a:pt x="9515" y="2979"/>
                  </a:cubicBezTo>
                  <a:cubicBezTo>
                    <a:pt x="9558" y="2957"/>
                    <a:pt x="9509" y="2936"/>
                    <a:pt x="9413" y="2936"/>
                  </a:cubicBezTo>
                  <a:cubicBezTo>
                    <a:pt x="9373" y="2936"/>
                    <a:pt x="9325" y="2940"/>
                    <a:pt x="9271" y="2949"/>
                  </a:cubicBezTo>
                  <a:lnTo>
                    <a:pt x="9089" y="2888"/>
                  </a:lnTo>
                  <a:lnTo>
                    <a:pt x="8907" y="2827"/>
                  </a:lnTo>
                  <a:cubicBezTo>
                    <a:pt x="8755" y="2949"/>
                    <a:pt x="8572" y="3009"/>
                    <a:pt x="8390" y="3009"/>
                  </a:cubicBezTo>
                  <a:lnTo>
                    <a:pt x="8299" y="2979"/>
                  </a:lnTo>
                  <a:lnTo>
                    <a:pt x="8238" y="2979"/>
                  </a:lnTo>
                  <a:cubicBezTo>
                    <a:pt x="8208" y="2979"/>
                    <a:pt x="8177" y="3009"/>
                    <a:pt x="8177" y="3070"/>
                  </a:cubicBezTo>
                  <a:cubicBezTo>
                    <a:pt x="8268" y="3101"/>
                    <a:pt x="8329" y="3161"/>
                    <a:pt x="8420" y="3192"/>
                  </a:cubicBezTo>
                  <a:lnTo>
                    <a:pt x="8512" y="3222"/>
                  </a:lnTo>
                  <a:cubicBezTo>
                    <a:pt x="8529" y="3213"/>
                    <a:pt x="8547" y="3210"/>
                    <a:pt x="8565" y="3210"/>
                  </a:cubicBezTo>
                  <a:cubicBezTo>
                    <a:pt x="8608" y="3210"/>
                    <a:pt x="8651" y="3231"/>
                    <a:pt x="8694" y="3253"/>
                  </a:cubicBezTo>
                  <a:cubicBezTo>
                    <a:pt x="8572" y="3313"/>
                    <a:pt x="8451" y="3374"/>
                    <a:pt x="8299" y="3404"/>
                  </a:cubicBezTo>
                  <a:cubicBezTo>
                    <a:pt x="8208" y="3465"/>
                    <a:pt x="8177" y="3526"/>
                    <a:pt x="8177" y="3556"/>
                  </a:cubicBezTo>
                  <a:cubicBezTo>
                    <a:pt x="8268" y="3617"/>
                    <a:pt x="8360" y="3678"/>
                    <a:pt x="8451" y="3708"/>
                  </a:cubicBezTo>
                  <a:cubicBezTo>
                    <a:pt x="8484" y="3731"/>
                    <a:pt x="8517" y="3749"/>
                    <a:pt x="8549" y="3766"/>
                  </a:cubicBezTo>
                  <a:lnTo>
                    <a:pt x="8549" y="3766"/>
                  </a:lnTo>
                  <a:cubicBezTo>
                    <a:pt x="8491" y="3788"/>
                    <a:pt x="8425" y="3800"/>
                    <a:pt x="8360" y="3800"/>
                  </a:cubicBezTo>
                  <a:lnTo>
                    <a:pt x="8360" y="3860"/>
                  </a:lnTo>
                  <a:lnTo>
                    <a:pt x="8360" y="3921"/>
                  </a:lnTo>
                  <a:cubicBezTo>
                    <a:pt x="8390" y="3952"/>
                    <a:pt x="8238" y="4012"/>
                    <a:pt x="8177" y="4012"/>
                  </a:cubicBezTo>
                  <a:cubicBezTo>
                    <a:pt x="8116" y="4012"/>
                    <a:pt x="8056" y="3982"/>
                    <a:pt x="8056" y="3982"/>
                  </a:cubicBezTo>
                  <a:lnTo>
                    <a:pt x="8177" y="3708"/>
                  </a:lnTo>
                  <a:cubicBezTo>
                    <a:pt x="8208" y="3648"/>
                    <a:pt x="8147" y="3587"/>
                    <a:pt x="8025" y="3556"/>
                  </a:cubicBezTo>
                  <a:lnTo>
                    <a:pt x="8025" y="3678"/>
                  </a:lnTo>
                  <a:cubicBezTo>
                    <a:pt x="8025" y="3708"/>
                    <a:pt x="8056" y="3769"/>
                    <a:pt x="8025" y="3800"/>
                  </a:cubicBezTo>
                  <a:lnTo>
                    <a:pt x="7995" y="3830"/>
                  </a:lnTo>
                  <a:cubicBezTo>
                    <a:pt x="7904" y="3830"/>
                    <a:pt x="7873" y="3830"/>
                    <a:pt x="7873" y="3800"/>
                  </a:cubicBezTo>
                  <a:lnTo>
                    <a:pt x="7873" y="3739"/>
                  </a:lnTo>
                  <a:cubicBezTo>
                    <a:pt x="7843" y="3678"/>
                    <a:pt x="7782" y="3617"/>
                    <a:pt x="7721" y="3556"/>
                  </a:cubicBezTo>
                  <a:lnTo>
                    <a:pt x="7630" y="3496"/>
                  </a:lnTo>
                  <a:lnTo>
                    <a:pt x="7569" y="3465"/>
                  </a:lnTo>
                  <a:cubicBezTo>
                    <a:pt x="7563" y="3463"/>
                    <a:pt x="7558" y="3462"/>
                    <a:pt x="7553" y="3462"/>
                  </a:cubicBezTo>
                  <a:cubicBezTo>
                    <a:pt x="7482" y="3462"/>
                    <a:pt x="7510" y="3652"/>
                    <a:pt x="7539" y="3708"/>
                  </a:cubicBezTo>
                  <a:cubicBezTo>
                    <a:pt x="7600" y="3769"/>
                    <a:pt x="7478" y="3860"/>
                    <a:pt x="7417" y="3891"/>
                  </a:cubicBezTo>
                  <a:cubicBezTo>
                    <a:pt x="7356" y="3921"/>
                    <a:pt x="7630" y="3952"/>
                    <a:pt x="7691" y="3952"/>
                  </a:cubicBezTo>
                  <a:cubicBezTo>
                    <a:pt x="7782" y="3952"/>
                    <a:pt x="7782" y="4012"/>
                    <a:pt x="7752" y="4043"/>
                  </a:cubicBezTo>
                  <a:lnTo>
                    <a:pt x="7691" y="4073"/>
                  </a:lnTo>
                  <a:lnTo>
                    <a:pt x="7478" y="4225"/>
                  </a:lnTo>
                  <a:cubicBezTo>
                    <a:pt x="7355" y="4151"/>
                    <a:pt x="7151" y="4057"/>
                    <a:pt x="7062" y="4057"/>
                  </a:cubicBezTo>
                  <a:cubicBezTo>
                    <a:pt x="7042" y="4057"/>
                    <a:pt x="7028" y="4062"/>
                    <a:pt x="7022" y="4073"/>
                  </a:cubicBezTo>
                  <a:cubicBezTo>
                    <a:pt x="6931" y="4164"/>
                    <a:pt x="6840" y="4225"/>
                    <a:pt x="6718" y="4286"/>
                  </a:cubicBezTo>
                  <a:lnTo>
                    <a:pt x="6657" y="4256"/>
                  </a:lnTo>
                  <a:lnTo>
                    <a:pt x="6414" y="4164"/>
                  </a:lnTo>
                  <a:lnTo>
                    <a:pt x="6414" y="4164"/>
                  </a:lnTo>
                  <a:cubicBezTo>
                    <a:pt x="6262" y="4316"/>
                    <a:pt x="6293" y="4438"/>
                    <a:pt x="6445" y="4438"/>
                  </a:cubicBezTo>
                  <a:lnTo>
                    <a:pt x="6566" y="4468"/>
                  </a:lnTo>
                  <a:lnTo>
                    <a:pt x="6657" y="4529"/>
                  </a:lnTo>
                  <a:cubicBezTo>
                    <a:pt x="6742" y="4571"/>
                    <a:pt x="6833" y="4594"/>
                    <a:pt x="6925" y="4594"/>
                  </a:cubicBezTo>
                  <a:cubicBezTo>
                    <a:pt x="7031" y="4594"/>
                    <a:pt x="7137" y="4564"/>
                    <a:pt x="7235" y="4499"/>
                  </a:cubicBezTo>
                  <a:lnTo>
                    <a:pt x="7417" y="4468"/>
                  </a:lnTo>
                  <a:lnTo>
                    <a:pt x="7630" y="4408"/>
                  </a:lnTo>
                  <a:cubicBezTo>
                    <a:pt x="7727" y="4577"/>
                    <a:pt x="7862" y="4669"/>
                    <a:pt x="7944" y="4669"/>
                  </a:cubicBezTo>
                  <a:cubicBezTo>
                    <a:pt x="7965" y="4669"/>
                    <a:pt x="7982" y="4663"/>
                    <a:pt x="7995" y="4651"/>
                  </a:cubicBezTo>
                  <a:lnTo>
                    <a:pt x="8056" y="4620"/>
                  </a:lnTo>
                  <a:cubicBezTo>
                    <a:pt x="8071" y="4605"/>
                    <a:pt x="8094" y="4598"/>
                    <a:pt x="8113" y="4598"/>
                  </a:cubicBezTo>
                  <a:cubicBezTo>
                    <a:pt x="8132" y="4598"/>
                    <a:pt x="8147" y="4605"/>
                    <a:pt x="8147" y="4620"/>
                  </a:cubicBezTo>
                  <a:cubicBezTo>
                    <a:pt x="8177" y="4651"/>
                    <a:pt x="8208" y="4681"/>
                    <a:pt x="8208" y="4712"/>
                  </a:cubicBezTo>
                  <a:cubicBezTo>
                    <a:pt x="8177" y="4803"/>
                    <a:pt x="8147" y="4863"/>
                    <a:pt x="8116" y="4955"/>
                  </a:cubicBezTo>
                  <a:lnTo>
                    <a:pt x="8360" y="4955"/>
                  </a:lnTo>
                  <a:cubicBezTo>
                    <a:pt x="8420" y="4955"/>
                    <a:pt x="8481" y="4955"/>
                    <a:pt x="8542" y="4985"/>
                  </a:cubicBezTo>
                  <a:lnTo>
                    <a:pt x="8633" y="5046"/>
                  </a:lnTo>
                  <a:cubicBezTo>
                    <a:pt x="8755" y="4955"/>
                    <a:pt x="8876" y="4894"/>
                    <a:pt x="9028" y="4863"/>
                  </a:cubicBezTo>
                  <a:lnTo>
                    <a:pt x="9150" y="4833"/>
                  </a:lnTo>
                  <a:lnTo>
                    <a:pt x="9180" y="4833"/>
                  </a:lnTo>
                  <a:cubicBezTo>
                    <a:pt x="9241" y="4833"/>
                    <a:pt x="9241" y="4772"/>
                    <a:pt x="9241" y="4742"/>
                  </a:cubicBezTo>
                  <a:lnTo>
                    <a:pt x="9211" y="4712"/>
                  </a:lnTo>
                  <a:lnTo>
                    <a:pt x="9180" y="4681"/>
                  </a:lnTo>
                  <a:cubicBezTo>
                    <a:pt x="9089" y="4681"/>
                    <a:pt x="9150" y="4620"/>
                    <a:pt x="9211" y="4590"/>
                  </a:cubicBezTo>
                  <a:cubicBezTo>
                    <a:pt x="9241" y="4590"/>
                    <a:pt x="9150" y="4529"/>
                    <a:pt x="9119" y="4529"/>
                  </a:cubicBezTo>
                  <a:cubicBezTo>
                    <a:pt x="9059" y="4499"/>
                    <a:pt x="9119" y="4438"/>
                    <a:pt x="9211" y="4377"/>
                  </a:cubicBezTo>
                  <a:lnTo>
                    <a:pt x="9271" y="4377"/>
                  </a:lnTo>
                  <a:cubicBezTo>
                    <a:pt x="9363" y="4408"/>
                    <a:pt x="9423" y="4468"/>
                    <a:pt x="9454" y="4529"/>
                  </a:cubicBezTo>
                  <a:lnTo>
                    <a:pt x="9515" y="4651"/>
                  </a:lnTo>
                  <a:cubicBezTo>
                    <a:pt x="9553" y="4766"/>
                    <a:pt x="9616" y="4809"/>
                    <a:pt x="9672" y="4809"/>
                  </a:cubicBezTo>
                  <a:cubicBezTo>
                    <a:pt x="9705" y="4809"/>
                    <a:pt x="9735" y="4795"/>
                    <a:pt x="9758" y="4772"/>
                  </a:cubicBezTo>
                  <a:cubicBezTo>
                    <a:pt x="9764" y="4759"/>
                    <a:pt x="9772" y="4753"/>
                    <a:pt x="9780" y="4753"/>
                  </a:cubicBezTo>
                  <a:cubicBezTo>
                    <a:pt x="9811" y="4753"/>
                    <a:pt x="9849" y="4835"/>
                    <a:pt x="9849" y="4955"/>
                  </a:cubicBezTo>
                  <a:lnTo>
                    <a:pt x="9697" y="5046"/>
                  </a:lnTo>
                  <a:cubicBezTo>
                    <a:pt x="9545" y="5107"/>
                    <a:pt x="9332" y="5137"/>
                    <a:pt x="9241" y="5319"/>
                  </a:cubicBezTo>
                  <a:cubicBezTo>
                    <a:pt x="9220" y="5341"/>
                    <a:pt x="9183" y="5362"/>
                    <a:pt x="9152" y="5362"/>
                  </a:cubicBezTo>
                  <a:cubicBezTo>
                    <a:pt x="9140" y="5362"/>
                    <a:pt x="9128" y="5359"/>
                    <a:pt x="9119" y="5350"/>
                  </a:cubicBezTo>
                  <a:cubicBezTo>
                    <a:pt x="9028" y="5319"/>
                    <a:pt x="8876" y="5259"/>
                    <a:pt x="8846" y="5198"/>
                  </a:cubicBezTo>
                  <a:cubicBezTo>
                    <a:pt x="8826" y="5117"/>
                    <a:pt x="8778" y="5103"/>
                    <a:pt x="8722" y="5103"/>
                  </a:cubicBezTo>
                  <a:cubicBezTo>
                    <a:pt x="8694" y="5103"/>
                    <a:pt x="8663" y="5107"/>
                    <a:pt x="8633" y="5107"/>
                  </a:cubicBezTo>
                  <a:cubicBezTo>
                    <a:pt x="8512" y="5137"/>
                    <a:pt x="8360" y="5198"/>
                    <a:pt x="8238" y="5228"/>
                  </a:cubicBezTo>
                  <a:cubicBezTo>
                    <a:pt x="8178" y="5264"/>
                    <a:pt x="8137" y="5281"/>
                    <a:pt x="8107" y="5281"/>
                  </a:cubicBezTo>
                  <a:cubicBezTo>
                    <a:pt x="8062" y="5281"/>
                    <a:pt x="8044" y="5241"/>
                    <a:pt x="8025" y="5167"/>
                  </a:cubicBezTo>
                  <a:lnTo>
                    <a:pt x="8025" y="5076"/>
                  </a:lnTo>
                  <a:cubicBezTo>
                    <a:pt x="7904" y="5137"/>
                    <a:pt x="7660" y="5441"/>
                    <a:pt x="7569" y="5502"/>
                  </a:cubicBezTo>
                  <a:cubicBezTo>
                    <a:pt x="7537" y="5523"/>
                    <a:pt x="7501" y="5533"/>
                    <a:pt x="7466" y="5533"/>
                  </a:cubicBezTo>
                  <a:cubicBezTo>
                    <a:pt x="7403" y="5533"/>
                    <a:pt x="7346" y="5500"/>
                    <a:pt x="7326" y="5441"/>
                  </a:cubicBezTo>
                  <a:cubicBezTo>
                    <a:pt x="7311" y="5411"/>
                    <a:pt x="7288" y="5395"/>
                    <a:pt x="7261" y="5395"/>
                  </a:cubicBezTo>
                  <a:cubicBezTo>
                    <a:pt x="7235" y="5395"/>
                    <a:pt x="7204" y="5411"/>
                    <a:pt x="7174" y="5441"/>
                  </a:cubicBezTo>
                  <a:lnTo>
                    <a:pt x="7113" y="5502"/>
                  </a:lnTo>
                  <a:cubicBezTo>
                    <a:pt x="7053" y="5532"/>
                    <a:pt x="6992" y="5623"/>
                    <a:pt x="6992" y="5654"/>
                  </a:cubicBezTo>
                  <a:lnTo>
                    <a:pt x="7053" y="5715"/>
                  </a:lnTo>
                  <a:cubicBezTo>
                    <a:pt x="7083" y="5806"/>
                    <a:pt x="7144" y="5867"/>
                    <a:pt x="7174" y="5867"/>
                  </a:cubicBezTo>
                  <a:lnTo>
                    <a:pt x="7174" y="5927"/>
                  </a:lnTo>
                  <a:cubicBezTo>
                    <a:pt x="7193" y="5965"/>
                    <a:pt x="7235" y="5991"/>
                    <a:pt x="7286" y="5991"/>
                  </a:cubicBezTo>
                  <a:cubicBezTo>
                    <a:pt x="7317" y="5991"/>
                    <a:pt x="7352" y="5981"/>
                    <a:pt x="7387" y="5958"/>
                  </a:cubicBezTo>
                  <a:lnTo>
                    <a:pt x="7387" y="6079"/>
                  </a:lnTo>
                  <a:lnTo>
                    <a:pt x="7387" y="6231"/>
                  </a:lnTo>
                  <a:cubicBezTo>
                    <a:pt x="7539" y="6353"/>
                    <a:pt x="7569" y="6474"/>
                    <a:pt x="7448" y="6474"/>
                  </a:cubicBezTo>
                  <a:lnTo>
                    <a:pt x="7356" y="6444"/>
                  </a:lnTo>
                  <a:cubicBezTo>
                    <a:pt x="7306" y="6411"/>
                    <a:pt x="7266" y="6387"/>
                    <a:pt x="7229" y="6387"/>
                  </a:cubicBezTo>
                  <a:cubicBezTo>
                    <a:pt x="7199" y="6387"/>
                    <a:pt x="7171" y="6403"/>
                    <a:pt x="7144" y="6444"/>
                  </a:cubicBezTo>
                  <a:cubicBezTo>
                    <a:pt x="7083" y="6535"/>
                    <a:pt x="6961" y="6505"/>
                    <a:pt x="6870" y="6535"/>
                  </a:cubicBezTo>
                  <a:cubicBezTo>
                    <a:pt x="6809" y="6566"/>
                    <a:pt x="6718" y="6596"/>
                    <a:pt x="6688" y="6657"/>
                  </a:cubicBezTo>
                  <a:lnTo>
                    <a:pt x="6688" y="6687"/>
                  </a:lnTo>
                  <a:lnTo>
                    <a:pt x="6688" y="6718"/>
                  </a:lnTo>
                  <a:cubicBezTo>
                    <a:pt x="6597" y="6809"/>
                    <a:pt x="6505" y="6900"/>
                    <a:pt x="6414" y="6991"/>
                  </a:cubicBezTo>
                  <a:cubicBezTo>
                    <a:pt x="6323" y="7052"/>
                    <a:pt x="6445" y="7113"/>
                    <a:pt x="6475" y="7113"/>
                  </a:cubicBezTo>
                  <a:cubicBezTo>
                    <a:pt x="6505" y="7113"/>
                    <a:pt x="6779" y="7265"/>
                    <a:pt x="6749" y="7295"/>
                  </a:cubicBezTo>
                  <a:cubicBezTo>
                    <a:pt x="6657" y="7356"/>
                    <a:pt x="6597" y="7447"/>
                    <a:pt x="6566" y="7508"/>
                  </a:cubicBezTo>
                  <a:lnTo>
                    <a:pt x="6566" y="7599"/>
                  </a:lnTo>
                  <a:lnTo>
                    <a:pt x="6566" y="7690"/>
                  </a:lnTo>
                  <a:cubicBezTo>
                    <a:pt x="6505" y="7781"/>
                    <a:pt x="6384" y="7842"/>
                    <a:pt x="6262" y="7842"/>
                  </a:cubicBezTo>
                  <a:lnTo>
                    <a:pt x="6201" y="7842"/>
                  </a:lnTo>
                  <a:cubicBezTo>
                    <a:pt x="6171" y="7812"/>
                    <a:pt x="6384" y="7417"/>
                    <a:pt x="6293" y="7356"/>
                  </a:cubicBezTo>
                  <a:cubicBezTo>
                    <a:pt x="6171" y="7265"/>
                    <a:pt x="6080" y="7234"/>
                    <a:pt x="6080" y="7234"/>
                  </a:cubicBezTo>
                  <a:lnTo>
                    <a:pt x="5989" y="7265"/>
                  </a:lnTo>
                  <a:lnTo>
                    <a:pt x="5958" y="7265"/>
                  </a:lnTo>
                  <a:cubicBezTo>
                    <a:pt x="5837" y="7234"/>
                    <a:pt x="5533" y="7113"/>
                    <a:pt x="5472" y="7052"/>
                  </a:cubicBezTo>
                  <a:cubicBezTo>
                    <a:pt x="5466" y="7049"/>
                    <a:pt x="5459" y="7047"/>
                    <a:pt x="5453" y="7047"/>
                  </a:cubicBezTo>
                  <a:cubicBezTo>
                    <a:pt x="5400" y="7047"/>
                    <a:pt x="5357" y="7159"/>
                    <a:pt x="5411" y="7295"/>
                  </a:cubicBezTo>
                  <a:lnTo>
                    <a:pt x="5350" y="7386"/>
                  </a:lnTo>
                  <a:lnTo>
                    <a:pt x="5290" y="7478"/>
                  </a:lnTo>
                  <a:cubicBezTo>
                    <a:pt x="5264" y="7486"/>
                    <a:pt x="5239" y="7490"/>
                    <a:pt x="5216" y="7490"/>
                  </a:cubicBezTo>
                  <a:cubicBezTo>
                    <a:pt x="5078" y="7490"/>
                    <a:pt x="5003" y="7352"/>
                    <a:pt x="5107" y="7326"/>
                  </a:cubicBezTo>
                  <a:cubicBezTo>
                    <a:pt x="5198" y="7326"/>
                    <a:pt x="5229" y="7265"/>
                    <a:pt x="5138" y="7204"/>
                  </a:cubicBezTo>
                  <a:lnTo>
                    <a:pt x="5138" y="7204"/>
                  </a:lnTo>
                  <a:lnTo>
                    <a:pt x="5046" y="7234"/>
                  </a:lnTo>
                  <a:lnTo>
                    <a:pt x="4864" y="7265"/>
                  </a:lnTo>
                  <a:lnTo>
                    <a:pt x="4378" y="7022"/>
                  </a:lnTo>
                  <a:lnTo>
                    <a:pt x="4317" y="7022"/>
                  </a:lnTo>
                  <a:cubicBezTo>
                    <a:pt x="4286" y="7022"/>
                    <a:pt x="4256" y="7052"/>
                    <a:pt x="4256" y="7082"/>
                  </a:cubicBezTo>
                  <a:lnTo>
                    <a:pt x="4256" y="7174"/>
                  </a:lnTo>
                  <a:cubicBezTo>
                    <a:pt x="4256" y="7234"/>
                    <a:pt x="3983" y="7386"/>
                    <a:pt x="3922" y="7386"/>
                  </a:cubicBezTo>
                  <a:cubicBezTo>
                    <a:pt x="3912" y="7390"/>
                    <a:pt x="3903" y="7391"/>
                    <a:pt x="3894" y="7391"/>
                  </a:cubicBezTo>
                  <a:cubicBezTo>
                    <a:pt x="3825" y="7391"/>
                    <a:pt x="3803" y="7289"/>
                    <a:pt x="3831" y="7234"/>
                  </a:cubicBezTo>
                  <a:cubicBezTo>
                    <a:pt x="3831" y="7220"/>
                    <a:pt x="3822" y="7214"/>
                    <a:pt x="3809" y="7214"/>
                  </a:cubicBezTo>
                  <a:cubicBezTo>
                    <a:pt x="3765" y="7214"/>
                    <a:pt x="3664" y="7279"/>
                    <a:pt x="3618" y="7326"/>
                  </a:cubicBezTo>
                  <a:cubicBezTo>
                    <a:pt x="3587" y="7356"/>
                    <a:pt x="3648" y="7538"/>
                    <a:pt x="3679" y="7599"/>
                  </a:cubicBezTo>
                  <a:cubicBezTo>
                    <a:pt x="3709" y="7660"/>
                    <a:pt x="3739" y="7721"/>
                    <a:pt x="3739" y="7781"/>
                  </a:cubicBezTo>
                  <a:lnTo>
                    <a:pt x="3739" y="7812"/>
                  </a:lnTo>
                  <a:cubicBezTo>
                    <a:pt x="3674" y="7877"/>
                    <a:pt x="3592" y="7907"/>
                    <a:pt x="3506" y="7907"/>
                  </a:cubicBezTo>
                  <a:cubicBezTo>
                    <a:pt x="3431" y="7907"/>
                    <a:pt x="3354" y="7885"/>
                    <a:pt x="3283" y="7842"/>
                  </a:cubicBezTo>
                  <a:lnTo>
                    <a:pt x="3253" y="7781"/>
                  </a:lnTo>
                  <a:cubicBezTo>
                    <a:pt x="3247" y="7770"/>
                    <a:pt x="3237" y="7765"/>
                    <a:pt x="3225" y="7765"/>
                  </a:cubicBezTo>
                  <a:cubicBezTo>
                    <a:pt x="3170" y="7765"/>
                    <a:pt x="3065" y="7859"/>
                    <a:pt x="3040" y="7933"/>
                  </a:cubicBezTo>
                  <a:cubicBezTo>
                    <a:pt x="3034" y="7940"/>
                    <a:pt x="3027" y="7943"/>
                    <a:pt x="3021" y="7943"/>
                  </a:cubicBezTo>
                  <a:cubicBezTo>
                    <a:pt x="2973" y="7943"/>
                    <a:pt x="2949" y="7741"/>
                    <a:pt x="2949" y="7660"/>
                  </a:cubicBezTo>
                  <a:cubicBezTo>
                    <a:pt x="2949" y="7599"/>
                    <a:pt x="3101" y="7508"/>
                    <a:pt x="3162" y="7478"/>
                  </a:cubicBezTo>
                  <a:cubicBezTo>
                    <a:pt x="3192" y="7478"/>
                    <a:pt x="3101" y="7447"/>
                    <a:pt x="2949" y="7417"/>
                  </a:cubicBezTo>
                  <a:lnTo>
                    <a:pt x="2797" y="7417"/>
                  </a:lnTo>
                  <a:lnTo>
                    <a:pt x="2645" y="7599"/>
                  </a:lnTo>
                  <a:lnTo>
                    <a:pt x="2584" y="7569"/>
                  </a:lnTo>
                  <a:lnTo>
                    <a:pt x="2493" y="7508"/>
                  </a:lnTo>
                  <a:cubicBezTo>
                    <a:pt x="2402" y="7417"/>
                    <a:pt x="2280" y="7356"/>
                    <a:pt x="2280" y="7356"/>
                  </a:cubicBezTo>
                  <a:cubicBezTo>
                    <a:pt x="2189" y="7447"/>
                    <a:pt x="2128" y="7569"/>
                    <a:pt x="2068" y="7660"/>
                  </a:cubicBezTo>
                  <a:lnTo>
                    <a:pt x="1976" y="7599"/>
                  </a:lnTo>
                  <a:lnTo>
                    <a:pt x="1764" y="7478"/>
                  </a:lnTo>
                  <a:cubicBezTo>
                    <a:pt x="1612" y="7569"/>
                    <a:pt x="1520" y="7721"/>
                    <a:pt x="1551" y="7903"/>
                  </a:cubicBezTo>
                  <a:cubicBezTo>
                    <a:pt x="1581" y="7964"/>
                    <a:pt x="1581" y="8055"/>
                    <a:pt x="1612" y="8146"/>
                  </a:cubicBezTo>
                  <a:cubicBezTo>
                    <a:pt x="1642" y="8177"/>
                    <a:pt x="1642" y="8207"/>
                    <a:pt x="1612" y="8207"/>
                  </a:cubicBezTo>
                  <a:cubicBezTo>
                    <a:pt x="1551" y="8177"/>
                    <a:pt x="1460" y="8146"/>
                    <a:pt x="1399" y="8085"/>
                  </a:cubicBezTo>
                  <a:cubicBezTo>
                    <a:pt x="1369" y="8025"/>
                    <a:pt x="1429" y="7842"/>
                    <a:pt x="1369" y="7781"/>
                  </a:cubicBezTo>
                  <a:lnTo>
                    <a:pt x="1095" y="7781"/>
                  </a:lnTo>
                  <a:cubicBezTo>
                    <a:pt x="1095" y="7812"/>
                    <a:pt x="1065" y="7903"/>
                    <a:pt x="1095" y="7994"/>
                  </a:cubicBezTo>
                  <a:lnTo>
                    <a:pt x="1034" y="8025"/>
                  </a:lnTo>
                  <a:cubicBezTo>
                    <a:pt x="973" y="8116"/>
                    <a:pt x="913" y="8207"/>
                    <a:pt x="730" y="8207"/>
                  </a:cubicBezTo>
                  <a:cubicBezTo>
                    <a:pt x="730" y="8237"/>
                    <a:pt x="791" y="8298"/>
                    <a:pt x="821" y="8298"/>
                  </a:cubicBezTo>
                  <a:cubicBezTo>
                    <a:pt x="848" y="8325"/>
                    <a:pt x="735" y="8491"/>
                    <a:pt x="645" y="8491"/>
                  </a:cubicBezTo>
                  <a:cubicBezTo>
                    <a:pt x="632" y="8491"/>
                    <a:pt x="620" y="8488"/>
                    <a:pt x="609" y="8481"/>
                  </a:cubicBezTo>
                  <a:cubicBezTo>
                    <a:pt x="600" y="8475"/>
                    <a:pt x="590" y="8472"/>
                    <a:pt x="580" y="8472"/>
                  </a:cubicBezTo>
                  <a:cubicBezTo>
                    <a:pt x="489" y="8472"/>
                    <a:pt x="365" y="8702"/>
                    <a:pt x="365" y="8785"/>
                  </a:cubicBezTo>
                  <a:cubicBezTo>
                    <a:pt x="388" y="8874"/>
                    <a:pt x="361" y="8930"/>
                    <a:pt x="321" y="8930"/>
                  </a:cubicBezTo>
                  <a:cubicBezTo>
                    <a:pt x="307" y="8930"/>
                    <a:pt x="291" y="8922"/>
                    <a:pt x="274" y="8906"/>
                  </a:cubicBezTo>
                  <a:lnTo>
                    <a:pt x="122" y="8906"/>
                  </a:lnTo>
                  <a:lnTo>
                    <a:pt x="92" y="8936"/>
                  </a:lnTo>
                  <a:cubicBezTo>
                    <a:pt x="92" y="8967"/>
                    <a:pt x="213" y="9088"/>
                    <a:pt x="244" y="9088"/>
                  </a:cubicBezTo>
                  <a:cubicBezTo>
                    <a:pt x="335" y="9088"/>
                    <a:pt x="426" y="9088"/>
                    <a:pt x="517" y="9058"/>
                  </a:cubicBezTo>
                  <a:cubicBezTo>
                    <a:pt x="546" y="9029"/>
                    <a:pt x="520" y="8752"/>
                    <a:pt x="596" y="8752"/>
                  </a:cubicBezTo>
                  <a:cubicBezTo>
                    <a:pt x="600" y="8752"/>
                    <a:pt x="604" y="8753"/>
                    <a:pt x="609" y="8754"/>
                  </a:cubicBezTo>
                  <a:cubicBezTo>
                    <a:pt x="730" y="8754"/>
                    <a:pt x="730" y="8845"/>
                    <a:pt x="730" y="8876"/>
                  </a:cubicBezTo>
                  <a:cubicBezTo>
                    <a:pt x="700" y="8906"/>
                    <a:pt x="852" y="8967"/>
                    <a:pt x="882" y="8997"/>
                  </a:cubicBezTo>
                  <a:cubicBezTo>
                    <a:pt x="943" y="8997"/>
                    <a:pt x="943" y="9119"/>
                    <a:pt x="943" y="9119"/>
                  </a:cubicBezTo>
                  <a:cubicBezTo>
                    <a:pt x="928" y="9134"/>
                    <a:pt x="928" y="9142"/>
                    <a:pt x="939" y="9142"/>
                  </a:cubicBezTo>
                  <a:cubicBezTo>
                    <a:pt x="951" y="9142"/>
                    <a:pt x="973" y="9134"/>
                    <a:pt x="1004" y="9119"/>
                  </a:cubicBezTo>
                  <a:lnTo>
                    <a:pt x="1065" y="9119"/>
                  </a:lnTo>
                  <a:lnTo>
                    <a:pt x="1186" y="9149"/>
                  </a:lnTo>
                  <a:cubicBezTo>
                    <a:pt x="1338" y="9210"/>
                    <a:pt x="1369" y="9301"/>
                    <a:pt x="1247" y="9362"/>
                  </a:cubicBezTo>
                  <a:lnTo>
                    <a:pt x="1217" y="9362"/>
                  </a:lnTo>
                  <a:cubicBezTo>
                    <a:pt x="1188" y="9343"/>
                    <a:pt x="1166" y="9336"/>
                    <a:pt x="1149" y="9336"/>
                  </a:cubicBezTo>
                  <a:cubicBezTo>
                    <a:pt x="1112" y="9336"/>
                    <a:pt x="1104" y="9371"/>
                    <a:pt x="1125" y="9392"/>
                  </a:cubicBezTo>
                  <a:cubicBezTo>
                    <a:pt x="1125" y="9453"/>
                    <a:pt x="1186" y="9514"/>
                    <a:pt x="1186" y="9514"/>
                  </a:cubicBezTo>
                  <a:lnTo>
                    <a:pt x="1125" y="9605"/>
                  </a:lnTo>
                  <a:cubicBezTo>
                    <a:pt x="1034" y="9544"/>
                    <a:pt x="943" y="9514"/>
                    <a:pt x="852" y="9484"/>
                  </a:cubicBezTo>
                  <a:lnTo>
                    <a:pt x="761" y="9544"/>
                  </a:lnTo>
                  <a:lnTo>
                    <a:pt x="669" y="9605"/>
                  </a:lnTo>
                  <a:cubicBezTo>
                    <a:pt x="548" y="9666"/>
                    <a:pt x="700" y="9727"/>
                    <a:pt x="761" y="9727"/>
                  </a:cubicBezTo>
                  <a:cubicBezTo>
                    <a:pt x="852" y="9757"/>
                    <a:pt x="791" y="9818"/>
                    <a:pt x="639" y="9879"/>
                  </a:cubicBezTo>
                  <a:lnTo>
                    <a:pt x="487" y="9879"/>
                  </a:lnTo>
                  <a:lnTo>
                    <a:pt x="122" y="9909"/>
                  </a:lnTo>
                  <a:cubicBezTo>
                    <a:pt x="61" y="10092"/>
                    <a:pt x="31" y="10244"/>
                    <a:pt x="1" y="10426"/>
                  </a:cubicBezTo>
                  <a:cubicBezTo>
                    <a:pt x="61" y="10456"/>
                    <a:pt x="153" y="10487"/>
                    <a:pt x="213" y="10487"/>
                  </a:cubicBezTo>
                  <a:lnTo>
                    <a:pt x="274" y="10517"/>
                  </a:lnTo>
                  <a:cubicBezTo>
                    <a:pt x="335" y="10578"/>
                    <a:pt x="396" y="10669"/>
                    <a:pt x="396" y="10730"/>
                  </a:cubicBezTo>
                  <a:cubicBezTo>
                    <a:pt x="396" y="10791"/>
                    <a:pt x="396" y="10851"/>
                    <a:pt x="396" y="10912"/>
                  </a:cubicBezTo>
                  <a:lnTo>
                    <a:pt x="396" y="10973"/>
                  </a:lnTo>
                  <a:cubicBezTo>
                    <a:pt x="373" y="11041"/>
                    <a:pt x="453" y="11076"/>
                    <a:pt x="520" y="11076"/>
                  </a:cubicBezTo>
                  <a:cubicBezTo>
                    <a:pt x="542" y="11076"/>
                    <a:pt x="563" y="11072"/>
                    <a:pt x="578" y="11064"/>
                  </a:cubicBezTo>
                  <a:cubicBezTo>
                    <a:pt x="609" y="11064"/>
                    <a:pt x="639" y="10973"/>
                    <a:pt x="609" y="10851"/>
                  </a:cubicBezTo>
                  <a:lnTo>
                    <a:pt x="639" y="10821"/>
                  </a:lnTo>
                  <a:lnTo>
                    <a:pt x="700" y="10791"/>
                  </a:lnTo>
                  <a:cubicBezTo>
                    <a:pt x="821" y="10882"/>
                    <a:pt x="913" y="10943"/>
                    <a:pt x="1034" y="11003"/>
                  </a:cubicBezTo>
                  <a:lnTo>
                    <a:pt x="1186" y="11003"/>
                  </a:lnTo>
                  <a:cubicBezTo>
                    <a:pt x="1186" y="11003"/>
                    <a:pt x="1125" y="11155"/>
                    <a:pt x="1095" y="11155"/>
                  </a:cubicBezTo>
                  <a:cubicBezTo>
                    <a:pt x="1065" y="11155"/>
                    <a:pt x="1186" y="11490"/>
                    <a:pt x="1065" y="11520"/>
                  </a:cubicBezTo>
                  <a:cubicBezTo>
                    <a:pt x="943" y="11581"/>
                    <a:pt x="913" y="11763"/>
                    <a:pt x="913" y="11824"/>
                  </a:cubicBezTo>
                  <a:cubicBezTo>
                    <a:pt x="913" y="11885"/>
                    <a:pt x="943" y="11915"/>
                    <a:pt x="973" y="11976"/>
                  </a:cubicBezTo>
                  <a:lnTo>
                    <a:pt x="1095" y="11976"/>
                  </a:lnTo>
                  <a:lnTo>
                    <a:pt x="1156" y="11854"/>
                  </a:lnTo>
                  <a:cubicBezTo>
                    <a:pt x="1176" y="11773"/>
                    <a:pt x="1250" y="11719"/>
                    <a:pt x="1325" y="11719"/>
                  </a:cubicBezTo>
                  <a:cubicBezTo>
                    <a:pt x="1362" y="11719"/>
                    <a:pt x="1399" y="11733"/>
                    <a:pt x="1429" y="11763"/>
                  </a:cubicBezTo>
                  <a:cubicBezTo>
                    <a:pt x="1452" y="11808"/>
                    <a:pt x="1490" y="11836"/>
                    <a:pt x="1533" y="11836"/>
                  </a:cubicBezTo>
                  <a:cubicBezTo>
                    <a:pt x="1549" y="11836"/>
                    <a:pt x="1565" y="11832"/>
                    <a:pt x="1581" y="11824"/>
                  </a:cubicBezTo>
                  <a:lnTo>
                    <a:pt x="1855" y="11824"/>
                  </a:lnTo>
                  <a:cubicBezTo>
                    <a:pt x="1855" y="11861"/>
                    <a:pt x="1866" y="11875"/>
                    <a:pt x="1882" y="11875"/>
                  </a:cubicBezTo>
                  <a:cubicBezTo>
                    <a:pt x="1920" y="11875"/>
                    <a:pt x="1986" y="11797"/>
                    <a:pt x="2007" y="11733"/>
                  </a:cubicBezTo>
                  <a:cubicBezTo>
                    <a:pt x="2037" y="11642"/>
                    <a:pt x="2098" y="11611"/>
                    <a:pt x="2189" y="11551"/>
                  </a:cubicBezTo>
                  <a:cubicBezTo>
                    <a:pt x="2280" y="11702"/>
                    <a:pt x="2372" y="11854"/>
                    <a:pt x="2463" y="12006"/>
                  </a:cubicBezTo>
                  <a:lnTo>
                    <a:pt x="2828" y="11824"/>
                  </a:lnTo>
                  <a:cubicBezTo>
                    <a:pt x="2888" y="11885"/>
                    <a:pt x="2888" y="11976"/>
                    <a:pt x="2888" y="12067"/>
                  </a:cubicBezTo>
                  <a:lnTo>
                    <a:pt x="2828" y="12128"/>
                  </a:lnTo>
                  <a:lnTo>
                    <a:pt x="2797" y="12158"/>
                  </a:lnTo>
                  <a:cubicBezTo>
                    <a:pt x="2706" y="12158"/>
                    <a:pt x="2615" y="12219"/>
                    <a:pt x="2584" y="12310"/>
                  </a:cubicBezTo>
                  <a:lnTo>
                    <a:pt x="2706" y="12280"/>
                  </a:lnTo>
                  <a:cubicBezTo>
                    <a:pt x="2761" y="12280"/>
                    <a:pt x="2826" y="12247"/>
                    <a:pt x="2850" y="12247"/>
                  </a:cubicBezTo>
                  <a:cubicBezTo>
                    <a:pt x="2866" y="12247"/>
                    <a:pt x="2864" y="12262"/>
                    <a:pt x="2828" y="12310"/>
                  </a:cubicBezTo>
                  <a:cubicBezTo>
                    <a:pt x="2767" y="12462"/>
                    <a:pt x="2797" y="12523"/>
                    <a:pt x="2919" y="12554"/>
                  </a:cubicBezTo>
                  <a:lnTo>
                    <a:pt x="3101" y="12614"/>
                  </a:lnTo>
                  <a:cubicBezTo>
                    <a:pt x="3101" y="12569"/>
                    <a:pt x="3131" y="12554"/>
                    <a:pt x="3169" y="12554"/>
                  </a:cubicBezTo>
                  <a:cubicBezTo>
                    <a:pt x="3207" y="12554"/>
                    <a:pt x="3253" y="12569"/>
                    <a:pt x="3283" y="12584"/>
                  </a:cubicBezTo>
                  <a:cubicBezTo>
                    <a:pt x="3314" y="12599"/>
                    <a:pt x="3435" y="12614"/>
                    <a:pt x="3557" y="12614"/>
                  </a:cubicBezTo>
                  <a:cubicBezTo>
                    <a:pt x="3679" y="12614"/>
                    <a:pt x="3800" y="12599"/>
                    <a:pt x="3831" y="12554"/>
                  </a:cubicBezTo>
                  <a:cubicBezTo>
                    <a:pt x="3867" y="12499"/>
                    <a:pt x="3914" y="12488"/>
                    <a:pt x="3947" y="12488"/>
                  </a:cubicBezTo>
                  <a:cubicBezTo>
                    <a:pt x="3968" y="12488"/>
                    <a:pt x="3983" y="12493"/>
                    <a:pt x="3983" y="12493"/>
                  </a:cubicBezTo>
                  <a:cubicBezTo>
                    <a:pt x="3987" y="12497"/>
                    <a:pt x="3993" y="12499"/>
                    <a:pt x="4000" y="12499"/>
                  </a:cubicBezTo>
                  <a:cubicBezTo>
                    <a:pt x="4046" y="12499"/>
                    <a:pt x="4143" y="12428"/>
                    <a:pt x="4195" y="12402"/>
                  </a:cubicBezTo>
                  <a:cubicBezTo>
                    <a:pt x="4226" y="12341"/>
                    <a:pt x="4438" y="12158"/>
                    <a:pt x="4408" y="12098"/>
                  </a:cubicBezTo>
                  <a:cubicBezTo>
                    <a:pt x="4408" y="12037"/>
                    <a:pt x="4682" y="12006"/>
                    <a:pt x="4803" y="12006"/>
                  </a:cubicBezTo>
                  <a:cubicBezTo>
                    <a:pt x="4925" y="12006"/>
                    <a:pt x="4955" y="12158"/>
                    <a:pt x="4925" y="12189"/>
                  </a:cubicBezTo>
                  <a:cubicBezTo>
                    <a:pt x="4894" y="12250"/>
                    <a:pt x="4925" y="12310"/>
                    <a:pt x="4925" y="12310"/>
                  </a:cubicBezTo>
                  <a:cubicBezTo>
                    <a:pt x="4986" y="12250"/>
                    <a:pt x="5046" y="12219"/>
                    <a:pt x="5077" y="12158"/>
                  </a:cubicBezTo>
                  <a:cubicBezTo>
                    <a:pt x="5090" y="12145"/>
                    <a:pt x="5103" y="12139"/>
                    <a:pt x="5115" y="12139"/>
                  </a:cubicBezTo>
                  <a:cubicBezTo>
                    <a:pt x="5161" y="12139"/>
                    <a:pt x="5198" y="12221"/>
                    <a:pt x="5198" y="12341"/>
                  </a:cubicBezTo>
                  <a:lnTo>
                    <a:pt x="5107" y="12462"/>
                  </a:lnTo>
                  <a:cubicBezTo>
                    <a:pt x="5077" y="12493"/>
                    <a:pt x="5107" y="12554"/>
                    <a:pt x="5138" y="12554"/>
                  </a:cubicBezTo>
                  <a:cubicBezTo>
                    <a:pt x="5158" y="12564"/>
                    <a:pt x="5175" y="12567"/>
                    <a:pt x="5189" y="12567"/>
                  </a:cubicBezTo>
                  <a:cubicBezTo>
                    <a:pt x="5219" y="12567"/>
                    <a:pt x="5239" y="12554"/>
                    <a:pt x="5259" y="12554"/>
                  </a:cubicBezTo>
                  <a:lnTo>
                    <a:pt x="5320" y="12462"/>
                  </a:lnTo>
                  <a:cubicBezTo>
                    <a:pt x="5369" y="12397"/>
                    <a:pt x="5409" y="12367"/>
                    <a:pt x="5436" y="12367"/>
                  </a:cubicBezTo>
                  <a:cubicBezTo>
                    <a:pt x="5459" y="12367"/>
                    <a:pt x="5472" y="12390"/>
                    <a:pt x="5472" y="12432"/>
                  </a:cubicBezTo>
                  <a:lnTo>
                    <a:pt x="5502" y="12432"/>
                  </a:lnTo>
                  <a:cubicBezTo>
                    <a:pt x="5624" y="12462"/>
                    <a:pt x="5715" y="12462"/>
                    <a:pt x="5837" y="12493"/>
                  </a:cubicBezTo>
                  <a:cubicBezTo>
                    <a:pt x="5949" y="12493"/>
                    <a:pt x="5880" y="12648"/>
                    <a:pt x="6012" y="12648"/>
                  </a:cubicBezTo>
                  <a:cubicBezTo>
                    <a:pt x="6023" y="12648"/>
                    <a:pt x="6035" y="12647"/>
                    <a:pt x="6049" y="12645"/>
                  </a:cubicBezTo>
                  <a:lnTo>
                    <a:pt x="6262" y="12614"/>
                  </a:lnTo>
                  <a:cubicBezTo>
                    <a:pt x="6536" y="12614"/>
                    <a:pt x="6718" y="12432"/>
                    <a:pt x="6718" y="12341"/>
                  </a:cubicBezTo>
                  <a:cubicBezTo>
                    <a:pt x="6688" y="12280"/>
                    <a:pt x="6840" y="12189"/>
                    <a:pt x="7022" y="12189"/>
                  </a:cubicBezTo>
                  <a:lnTo>
                    <a:pt x="7113" y="12280"/>
                  </a:lnTo>
                  <a:lnTo>
                    <a:pt x="7296" y="12402"/>
                  </a:lnTo>
                  <a:cubicBezTo>
                    <a:pt x="7539" y="12462"/>
                    <a:pt x="7843" y="12493"/>
                    <a:pt x="7964" y="12523"/>
                  </a:cubicBezTo>
                  <a:lnTo>
                    <a:pt x="8025" y="12584"/>
                  </a:lnTo>
                  <a:cubicBezTo>
                    <a:pt x="8051" y="12610"/>
                    <a:pt x="8074" y="12619"/>
                    <a:pt x="8097" y="12619"/>
                  </a:cubicBezTo>
                  <a:cubicBezTo>
                    <a:pt x="8144" y="12619"/>
                    <a:pt x="8187" y="12579"/>
                    <a:pt x="8238" y="12579"/>
                  </a:cubicBezTo>
                  <a:cubicBezTo>
                    <a:pt x="8248" y="12579"/>
                    <a:pt x="8258" y="12580"/>
                    <a:pt x="8268" y="12584"/>
                  </a:cubicBezTo>
                  <a:lnTo>
                    <a:pt x="8542" y="12736"/>
                  </a:lnTo>
                  <a:lnTo>
                    <a:pt x="8633" y="12736"/>
                  </a:lnTo>
                  <a:cubicBezTo>
                    <a:pt x="8724" y="12645"/>
                    <a:pt x="8876" y="12675"/>
                    <a:pt x="8937" y="12645"/>
                  </a:cubicBezTo>
                  <a:lnTo>
                    <a:pt x="9028" y="12584"/>
                  </a:lnTo>
                  <a:cubicBezTo>
                    <a:pt x="9103" y="12509"/>
                    <a:pt x="9178" y="12454"/>
                    <a:pt x="9203" y="12454"/>
                  </a:cubicBezTo>
                  <a:cubicBezTo>
                    <a:pt x="9208" y="12454"/>
                    <a:pt x="9211" y="12457"/>
                    <a:pt x="9211" y="12462"/>
                  </a:cubicBezTo>
                  <a:cubicBezTo>
                    <a:pt x="9241" y="12462"/>
                    <a:pt x="9302" y="12554"/>
                    <a:pt x="9393" y="12645"/>
                  </a:cubicBezTo>
                  <a:lnTo>
                    <a:pt x="9636" y="12584"/>
                  </a:lnTo>
                  <a:lnTo>
                    <a:pt x="9697" y="12584"/>
                  </a:lnTo>
                  <a:cubicBezTo>
                    <a:pt x="9788" y="12614"/>
                    <a:pt x="9879" y="12675"/>
                    <a:pt x="9940" y="12736"/>
                  </a:cubicBezTo>
                  <a:lnTo>
                    <a:pt x="10031" y="12797"/>
                  </a:lnTo>
                  <a:lnTo>
                    <a:pt x="10214" y="12949"/>
                  </a:lnTo>
                  <a:cubicBezTo>
                    <a:pt x="10335" y="12858"/>
                    <a:pt x="10457" y="12766"/>
                    <a:pt x="10548" y="12675"/>
                  </a:cubicBezTo>
                  <a:lnTo>
                    <a:pt x="10730" y="12675"/>
                  </a:lnTo>
                  <a:cubicBezTo>
                    <a:pt x="10852" y="12645"/>
                    <a:pt x="10913" y="12523"/>
                    <a:pt x="11004" y="12432"/>
                  </a:cubicBezTo>
                  <a:cubicBezTo>
                    <a:pt x="11065" y="12432"/>
                    <a:pt x="11065" y="12706"/>
                    <a:pt x="11034" y="12797"/>
                  </a:cubicBezTo>
                  <a:cubicBezTo>
                    <a:pt x="11009" y="12872"/>
                    <a:pt x="11108" y="12926"/>
                    <a:pt x="11177" y="12926"/>
                  </a:cubicBezTo>
                  <a:cubicBezTo>
                    <a:pt x="11192" y="12926"/>
                    <a:pt x="11206" y="12924"/>
                    <a:pt x="11217" y="12918"/>
                  </a:cubicBezTo>
                  <a:cubicBezTo>
                    <a:pt x="11265" y="12918"/>
                    <a:pt x="11450" y="12841"/>
                    <a:pt x="11553" y="12841"/>
                  </a:cubicBezTo>
                  <a:cubicBezTo>
                    <a:pt x="11579" y="12841"/>
                    <a:pt x="11600" y="12845"/>
                    <a:pt x="11612" y="12858"/>
                  </a:cubicBezTo>
                  <a:cubicBezTo>
                    <a:pt x="11703" y="12949"/>
                    <a:pt x="11764" y="13010"/>
                    <a:pt x="11855" y="13101"/>
                  </a:cubicBezTo>
                  <a:lnTo>
                    <a:pt x="11977" y="13101"/>
                  </a:lnTo>
                  <a:cubicBezTo>
                    <a:pt x="12068" y="13101"/>
                    <a:pt x="12159" y="13192"/>
                    <a:pt x="12250" y="13192"/>
                  </a:cubicBezTo>
                  <a:lnTo>
                    <a:pt x="12372" y="13192"/>
                  </a:lnTo>
                  <a:cubicBezTo>
                    <a:pt x="12463" y="13192"/>
                    <a:pt x="12585" y="13192"/>
                    <a:pt x="12676" y="13222"/>
                  </a:cubicBezTo>
                  <a:cubicBezTo>
                    <a:pt x="12706" y="13253"/>
                    <a:pt x="12706" y="13283"/>
                    <a:pt x="12676" y="13283"/>
                  </a:cubicBezTo>
                  <a:cubicBezTo>
                    <a:pt x="12645" y="13313"/>
                    <a:pt x="12585" y="13344"/>
                    <a:pt x="12554" y="13344"/>
                  </a:cubicBezTo>
                  <a:cubicBezTo>
                    <a:pt x="12519" y="13334"/>
                    <a:pt x="12481" y="13330"/>
                    <a:pt x="12441" y="13330"/>
                  </a:cubicBezTo>
                  <a:cubicBezTo>
                    <a:pt x="12363" y="13330"/>
                    <a:pt x="12279" y="13344"/>
                    <a:pt x="12201" y="13344"/>
                  </a:cubicBezTo>
                  <a:cubicBezTo>
                    <a:pt x="12083" y="13344"/>
                    <a:pt x="11977" y="13313"/>
                    <a:pt x="11916" y="13161"/>
                  </a:cubicBezTo>
                  <a:cubicBezTo>
                    <a:pt x="11855" y="13161"/>
                    <a:pt x="11825" y="13161"/>
                    <a:pt x="11794" y="13192"/>
                  </a:cubicBezTo>
                  <a:lnTo>
                    <a:pt x="11703" y="13253"/>
                  </a:lnTo>
                  <a:cubicBezTo>
                    <a:pt x="11664" y="13312"/>
                    <a:pt x="11612" y="13345"/>
                    <a:pt x="11555" y="13345"/>
                  </a:cubicBezTo>
                  <a:cubicBezTo>
                    <a:pt x="11524" y="13345"/>
                    <a:pt x="11492" y="13335"/>
                    <a:pt x="11460" y="13313"/>
                  </a:cubicBezTo>
                  <a:cubicBezTo>
                    <a:pt x="11456" y="13306"/>
                    <a:pt x="11451" y="13303"/>
                    <a:pt x="11445" y="13303"/>
                  </a:cubicBezTo>
                  <a:cubicBezTo>
                    <a:pt x="11401" y="13303"/>
                    <a:pt x="11304" y="13477"/>
                    <a:pt x="11278" y="13557"/>
                  </a:cubicBezTo>
                  <a:cubicBezTo>
                    <a:pt x="11256" y="13589"/>
                    <a:pt x="11188" y="13598"/>
                    <a:pt x="11103" y="13598"/>
                  </a:cubicBezTo>
                  <a:cubicBezTo>
                    <a:pt x="10986" y="13598"/>
                    <a:pt x="10836" y="13581"/>
                    <a:pt x="10727" y="13581"/>
                  </a:cubicBezTo>
                  <a:cubicBezTo>
                    <a:pt x="10693" y="13581"/>
                    <a:pt x="10663" y="13582"/>
                    <a:pt x="10639" y="13587"/>
                  </a:cubicBezTo>
                  <a:cubicBezTo>
                    <a:pt x="10487" y="13648"/>
                    <a:pt x="10335" y="13739"/>
                    <a:pt x="10214" y="13830"/>
                  </a:cubicBezTo>
                  <a:lnTo>
                    <a:pt x="10244" y="13921"/>
                  </a:lnTo>
                  <a:lnTo>
                    <a:pt x="10274" y="13952"/>
                  </a:lnTo>
                  <a:cubicBezTo>
                    <a:pt x="10139" y="14064"/>
                    <a:pt x="9970" y="14127"/>
                    <a:pt x="9806" y="14127"/>
                  </a:cubicBezTo>
                  <a:cubicBezTo>
                    <a:pt x="9748" y="14127"/>
                    <a:pt x="9691" y="14119"/>
                    <a:pt x="9636" y="14104"/>
                  </a:cubicBezTo>
                  <a:cubicBezTo>
                    <a:pt x="9454" y="14013"/>
                    <a:pt x="9393" y="13891"/>
                    <a:pt x="9423" y="13861"/>
                  </a:cubicBezTo>
                  <a:cubicBezTo>
                    <a:pt x="9484" y="13800"/>
                    <a:pt x="9211" y="13648"/>
                    <a:pt x="9089" y="13617"/>
                  </a:cubicBezTo>
                  <a:cubicBezTo>
                    <a:pt x="8967" y="13617"/>
                    <a:pt x="8876" y="13678"/>
                    <a:pt x="8876" y="13769"/>
                  </a:cubicBezTo>
                  <a:lnTo>
                    <a:pt x="9119" y="13769"/>
                  </a:lnTo>
                  <a:cubicBezTo>
                    <a:pt x="9150" y="13769"/>
                    <a:pt x="9180" y="13769"/>
                    <a:pt x="9180" y="13800"/>
                  </a:cubicBezTo>
                  <a:lnTo>
                    <a:pt x="9180" y="13891"/>
                  </a:lnTo>
                  <a:lnTo>
                    <a:pt x="9028" y="13982"/>
                  </a:lnTo>
                  <a:cubicBezTo>
                    <a:pt x="8904" y="14032"/>
                    <a:pt x="8760" y="14081"/>
                    <a:pt x="8595" y="14081"/>
                  </a:cubicBezTo>
                  <a:cubicBezTo>
                    <a:pt x="8558" y="14081"/>
                    <a:pt x="8520" y="14079"/>
                    <a:pt x="8481" y="14073"/>
                  </a:cubicBezTo>
                  <a:cubicBezTo>
                    <a:pt x="8420" y="14043"/>
                    <a:pt x="8512" y="13739"/>
                    <a:pt x="8451" y="13709"/>
                  </a:cubicBezTo>
                  <a:cubicBezTo>
                    <a:pt x="8420" y="13693"/>
                    <a:pt x="8390" y="13686"/>
                    <a:pt x="8363" y="13686"/>
                  </a:cubicBezTo>
                  <a:cubicBezTo>
                    <a:pt x="8337" y="13686"/>
                    <a:pt x="8314" y="13693"/>
                    <a:pt x="8299" y="13709"/>
                  </a:cubicBezTo>
                  <a:cubicBezTo>
                    <a:pt x="8268" y="13709"/>
                    <a:pt x="8238" y="13921"/>
                    <a:pt x="8177" y="14165"/>
                  </a:cubicBezTo>
                  <a:lnTo>
                    <a:pt x="7843" y="14256"/>
                  </a:lnTo>
                  <a:lnTo>
                    <a:pt x="7752" y="14286"/>
                  </a:lnTo>
                  <a:cubicBezTo>
                    <a:pt x="7721" y="14301"/>
                    <a:pt x="7676" y="14309"/>
                    <a:pt x="7630" y="14309"/>
                  </a:cubicBezTo>
                  <a:cubicBezTo>
                    <a:pt x="7584" y="14309"/>
                    <a:pt x="7539" y="14301"/>
                    <a:pt x="7508" y="14286"/>
                  </a:cubicBezTo>
                  <a:cubicBezTo>
                    <a:pt x="7502" y="14280"/>
                    <a:pt x="7494" y="14278"/>
                    <a:pt x="7484" y="14278"/>
                  </a:cubicBezTo>
                  <a:cubicBezTo>
                    <a:pt x="7443" y="14278"/>
                    <a:pt x="7375" y="14317"/>
                    <a:pt x="7326" y="14317"/>
                  </a:cubicBezTo>
                  <a:cubicBezTo>
                    <a:pt x="7311" y="14332"/>
                    <a:pt x="7296" y="14339"/>
                    <a:pt x="7280" y="14339"/>
                  </a:cubicBezTo>
                  <a:cubicBezTo>
                    <a:pt x="7265" y="14339"/>
                    <a:pt x="7250" y="14332"/>
                    <a:pt x="7235" y="14317"/>
                  </a:cubicBezTo>
                  <a:cubicBezTo>
                    <a:pt x="7174" y="14225"/>
                    <a:pt x="7144" y="14104"/>
                    <a:pt x="7083" y="14013"/>
                  </a:cubicBezTo>
                  <a:lnTo>
                    <a:pt x="6870" y="13952"/>
                  </a:lnTo>
                  <a:lnTo>
                    <a:pt x="6840" y="13952"/>
                  </a:lnTo>
                  <a:cubicBezTo>
                    <a:pt x="6840" y="13861"/>
                    <a:pt x="6779" y="13861"/>
                    <a:pt x="6749" y="13861"/>
                  </a:cubicBezTo>
                  <a:cubicBezTo>
                    <a:pt x="6718" y="13952"/>
                    <a:pt x="6688" y="14043"/>
                    <a:pt x="6657" y="14134"/>
                  </a:cubicBezTo>
                  <a:lnTo>
                    <a:pt x="6353" y="13982"/>
                  </a:lnTo>
                  <a:cubicBezTo>
                    <a:pt x="6338" y="13967"/>
                    <a:pt x="6323" y="13959"/>
                    <a:pt x="6308" y="13959"/>
                  </a:cubicBezTo>
                  <a:cubicBezTo>
                    <a:pt x="6293" y="13959"/>
                    <a:pt x="6277" y="13967"/>
                    <a:pt x="6262" y="13982"/>
                  </a:cubicBezTo>
                  <a:cubicBezTo>
                    <a:pt x="6262" y="13982"/>
                    <a:pt x="6232" y="14043"/>
                    <a:pt x="6232" y="14043"/>
                  </a:cubicBezTo>
                  <a:lnTo>
                    <a:pt x="6445" y="14256"/>
                  </a:lnTo>
                  <a:cubicBezTo>
                    <a:pt x="6232" y="14286"/>
                    <a:pt x="6019" y="14347"/>
                    <a:pt x="5837" y="14408"/>
                  </a:cubicBezTo>
                  <a:lnTo>
                    <a:pt x="5745" y="14377"/>
                  </a:lnTo>
                  <a:lnTo>
                    <a:pt x="5685" y="14317"/>
                  </a:lnTo>
                  <a:cubicBezTo>
                    <a:pt x="5660" y="14216"/>
                    <a:pt x="5572" y="14157"/>
                    <a:pt x="5473" y="14157"/>
                  </a:cubicBezTo>
                  <a:cubicBezTo>
                    <a:pt x="5453" y="14157"/>
                    <a:pt x="5432" y="14159"/>
                    <a:pt x="5411" y="14165"/>
                  </a:cubicBezTo>
                  <a:lnTo>
                    <a:pt x="5320" y="14165"/>
                  </a:lnTo>
                  <a:cubicBezTo>
                    <a:pt x="5320" y="14195"/>
                    <a:pt x="5350" y="14225"/>
                    <a:pt x="5442" y="14225"/>
                  </a:cubicBezTo>
                  <a:lnTo>
                    <a:pt x="5594" y="14225"/>
                  </a:lnTo>
                  <a:cubicBezTo>
                    <a:pt x="5594" y="14286"/>
                    <a:pt x="5594" y="14317"/>
                    <a:pt x="5594" y="14347"/>
                  </a:cubicBezTo>
                  <a:lnTo>
                    <a:pt x="5381" y="14347"/>
                  </a:lnTo>
                  <a:cubicBezTo>
                    <a:pt x="5350" y="14357"/>
                    <a:pt x="5318" y="14361"/>
                    <a:pt x="5285" y="14361"/>
                  </a:cubicBezTo>
                  <a:cubicBezTo>
                    <a:pt x="5122" y="14361"/>
                    <a:pt x="4940" y="14256"/>
                    <a:pt x="4864" y="14256"/>
                  </a:cubicBezTo>
                  <a:cubicBezTo>
                    <a:pt x="4773" y="14256"/>
                    <a:pt x="4651" y="14225"/>
                    <a:pt x="4560" y="14225"/>
                  </a:cubicBezTo>
                  <a:cubicBezTo>
                    <a:pt x="4549" y="14220"/>
                    <a:pt x="4539" y="14217"/>
                    <a:pt x="4530" y="14217"/>
                  </a:cubicBezTo>
                  <a:cubicBezTo>
                    <a:pt x="4492" y="14217"/>
                    <a:pt x="4486" y="14267"/>
                    <a:pt x="4560" y="14317"/>
                  </a:cubicBezTo>
                  <a:lnTo>
                    <a:pt x="4590" y="14317"/>
                  </a:lnTo>
                  <a:cubicBezTo>
                    <a:pt x="4773" y="14408"/>
                    <a:pt x="4590" y="14438"/>
                    <a:pt x="4590" y="14529"/>
                  </a:cubicBezTo>
                  <a:cubicBezTo>
                    <a:pt x="4590" y="14610"/>
                    <a:pt x="4536" y="14637"/>
                    <a:pt x="4482" y="14637"/>
                  </a:cubicBezTo>
                  <a:cubicBezTo>
                    <a:pt x="4455" y="14637"/>
                    <a:pt x="4428" y="14631"/>
                    <a:pt x="4408" y="14620"/>
                  </a:cubicBezTo>
                  <a:lnTo>
                    <a:pt x="4195" y="14529"/>
                  </a:lnTo>
                  <a:cubicBezTo>
                    <a:pt x="3952" y="14620"/>
                    <a:pt x="3557" y="14560"/>
                    <a:pt x="3496" y="14620"/>
                  </a:cubicBezTo>
                  <a:cubicBezTo>
                    <a:pt x="3405" y="14681"/>
                    <a:pt x="3283" y="14742"/>
                    <a:pt x="3192" y="14772"/>
                  </a:cubicBezTo>
                  <a:lnTo>
                    <a:pt x="3162" y="14620"/>
                  </a:lnTo>
                  <a:cubicBezTo>
                    <a:pt x="3143" y="14582"/>
                    <a:pt x="3111" y="14544"/>
                    <a:pt x="3091" y="14544"/>
                  </a:cubicBezTo>
                  <a:cubicBezTo>
                    <a:pt x="3079" y="14544"/>
                    <a:pt x="3071" y="14557"/>
                    <a:pt x="3071" y="14590"/>
                  </a:cubicBezTo>
                  <a:lnTo>
                    <a:pt x="3040" y="14742"/>
                  </a:lnTo>
                  <a:cubicBezTo>
                    <a:pt x="2888" y="14894"/>
                    <a:pt x="2797" y="15076"/>
                    <a:pt x="2706" y="15289"/>
                  </a:cubicBezTo>
                  <a:cubicBezTo>
                    <a:pt x="2686" y="15318"/>
                    <a:pt x="2664" y="15332"/>
                    <a:pt x="2640" y="15332"/>
                  </a:cubicBezTo>
                  <a:cubicBezTo>
                    <a:pt x="2590" y="15332"/>
                    <a:pt x="2534" y="15271"/>
                    <a:pt x="2493" y="15168"/>
                  </a:cubicBezTo>
                  <a:lnTo>
                    <a:pt x="2645" y="14894"/>
                  </a:lnTo>
                  <a:lnTo>
                    <a:pt x="2706" y="14803"/>
                  </a:lnTo>
                  <a:cubicBezTo>
                    <a:pt x="2767" y="14681"/>
                    <a:pt x="2797" y="14560"/>
                    <a:pt x="2797" y="14438"/>
                  </a:cubicBezTo>
                  <a:lnTo>
                    <a:pt x="2797" y="14438"/>
                  </a:lnTo>
                  <a:lnTo>
                    <a:pt x="2706" y="14529"/>
                  </a:lnTo>
                  <a:cubicBezTo>
                    <a:pt x="2693" y="14521"/>
                    <a:pt x="2681" y="14517"/>
                    <a:pt x="2670" y="14517"/>
                  </a:cubicBezTo>
                  <a:cubicBezTo>
                    <a:pt x="2599" y="14517"/>
                    <a:pt x="2554" y="14659"/>
                    <a:pt x="2554" y="14712"/>
                  </a:cubicBezTo>
                  <a:cubicBezTo>
                    <a:pt x="2554" y="14745"/>
                    <a:pt x="2517" y="14769"/>
                    <a:pt x="2464" y="14769"/>
                  </a:cubicBezTo>
                  <a:cubicBezTo>
                    <a:pt x="2421" y="14769"/>
                    <a:pt x="2366" y="14753"/>
                    <a:pt x="2311" y="14712"/>
                  </a:cubicBezTo>
                  <a:lnTo>
                    <a:pt x="2220" y="14651"/>
                  </a:lnTo>
                  <a:lnTo>
                    <a:pt x="2128" y="14560"/>
                  </a:lnTo>
                  <a:cubicBezTo>
                    <a:pt x="1946" y="14499"/>
                    <a:pt x="1885" y="14377"/>
                    <a:pt x="2007" y="14286"/>
                  </a:cubicBezTo>
                  <a:lnTo>
                    <a:pt x="2007" y="14225"/>
                  </a:lnTo>
                  <a:lnTo>
                    <a:pt x="2007" y="14134"/>
                  </a:lnTo>
                  <a:cubicBezTo>
                    <a:pt x="1978" y="14086"/>
                    <a:pt x="1941" y="14069"/>
                    <a:pt x="1902" y="14069"/>
                  </a:cubicBezTo>
                  <a:cubicBezTo>
                    <a:pt x="1819" y="14069"/>
                    <a:pt x="1733" y="14153"/>
                    <a:pt x="1733" y="14195"/>
                  </a:cubicBezTo>
                  <a:cubicBezTo>
                    <a:pt x="1710" y="14263"/>
                    <a:pt x="1585" y="14298"/>
                    <a:pt x="1498" y="14298"/>
                  </a:cubicBezTo>
                  <a:cubicBezTo>
                    <a:pt x="1469" y="14298"/>
                    <a:pt x="1445" y="14294"/>
                    <a:pt x="1429" y="14286"/>
                  </a:cubicBezTo>
                  <a:lnTo>
                    <a:pt x="1429" y="14286"/>
                  </a:lnTo>
                  <a:cubicBezTo>
                    <a:pt x="1369" y="14286"/>
                    <a:pt x="1794" y="14651"/>
                    <a:pt x="1794" y="14742"/>
                  </a:cubicBezTo>
                  <a:cubicBezTo>
                    <a:pt x="1764" y="14803"/>
                    <a:pt x="1642" y="14803"/>
                    <a:pt x="1612" y="14803"/>
                  </a:cubicBezTo>
                  <a:cubicBezTo>
                    <a:pt x="1520" y="14894"/>
                    <a:pt x="1460" y="14985"/>
                    <a:pt x="1399" y="15076"/>
                  </a:cubicBezTo>
                  <a:lnTo>
                    <a:pt x="1247" y="15137"/>
                  </a:lnTo>
                  <a:cubicBezTo>
                    <a:pt x="1156" y="15168"/>
                    <a:pt x="1065" y="15198"/>
                    <a:pt x="973" y="15228"/>
                  </a:cubicBezTo>
                  <a:cubicBezTo>
                    <a:pt x="852" y="15289"/>
                    <a:pt x="1004" y="15380"/>
                    <a:pt x="973" y="15411"/>
                  </a:cubicBezTo>
                  <a:lnTo>
                    <a:pt x="882" y="15502"/>
                  </a:lnTo>
                  <a:lnTo>
                    <a:pt x="548" y="15654"/>
                  </a:lnTo>
                  <a:cubicBezTo>
                    <a:pt x="517" y="15684"/>
                    <a:pt x="578" y="15745"/>
                    <a:pt x="700" y="15775"/>
                  </a:cubicBezTo>
                  <a:lnTo>
                    <a:pt x="730" y="15775"/>
                  </a:lnTo>
                  <a:cubicBezTo>
                    <a:pt x="771" y="15735"/>
                    <a:pt x="808" y="15721"/>
                    <a:pt x="844" y="15721"/>
                  </a:cubicBezTo>
                  <a:cubicBezTo>
                    <a:pt x="916" y="15721"/>
                    <a:pt x="983" y="15775"/>
                    <a:pt x="1065" y="15775"/>
                  </a:cubicBezTo>
                  <a:lnTo>
                    <a:pt x="1186" y="15775"/>
                  </a:lnTo>
                  <a:cubicBezTo>
                    <a:pt x="1308" y="15775"/>
                    <a:pt x="1460" y="15775"/>
                    <a:pt x="1581" y="15745"/>
                  </a:cubicBezTo>
                  <a:lnTo>
                    <a:pt x="1612" y="15867"/>
                  </a:lnTo>
                  <a:lnTo>
                    <a:pt x="1672" y="16019"/>
                  </a:lnTo>
                  <a:cubicBezTo>
                    <a:pt x="1764" y="15988"/>
                    <a:pt x="1824" y="15897"/>
                    <a:pt x="1855" y="15775"/>
                  </a:cubicBezTo>
                  <a:cubicBezTo>
                    <a:pt x="1855" y="15745"/>
                    <a:pt x="1885" y="15715"/>
                    <a:pt x="1976" y="15715"/>
                  </a:cubicBezTo>
                  <a:lnTo>
                    <a:pt x="2007" y="15715"/>
                  </a:lnTo>
                  <a:cubicBezTo>
                    <a:pt x="2037" y="15760"/>
                    <a:pt x="2083" y="15783"/>
                    <a:pt x="2128" y="15783"/>
                  </a:cubicBezTo>
                  <a:cubicBezTo>
                    <a:pt x="2174" y="15783"/>
                    <a:pt x="2220" y="15760"/>
                    <a:pt x="2250" y="15715"/>
                  </a:cubicBezTo>
                  <a:cubicBezTo>
                    <a:pt x="2291" y="15694"/>
                    <a:pt x="2333" y="15631"/>
                    <a:pt x="2393" y="15631"/>
                  </a:cubicBezTo>
                  <a:cubicBezTo>
                    <a:pt x="2421" y="15631"/>
                    <a:pt x="2454" y="15645"/>
                    <a:pt x="2493" y="15684"/>
                  </a:cubicBezTo>
                  <a:cubicBezTo>
                    <a:pt x="2584" y="15654"/>
                    <a:pt x="2706" y="15624"/>
                    <a:pt x="2828" y="15593"/>
                  </a:cubicBezTo>
                  <a:lnTo>
                    <a:pt x="3131" y="15593"/>
                  </a:lnTo>
                  <a:cubicBezTo>
                    <a:pt x="3189" y="15651"/>
                    <a:pt x="3259" y="15672"/>
                    <a:pt x="3311" y="15672"/>
                  </a:cubicBezTo>
                  <a:cubicBezTo>
                    <a:pt x="3340" y="15672"/>
                    <a:pt x="3364" y="15665"/>
                    <a:pt x="3375" y="15654"/>
                  </a:cubicBezTo>
                  <a:cubicBezTo>
                    <a:pt x="3375" y="15650"/>
                    <a:pt x="3377" y="15648"/>
                    <a:pt x="3381" y="15648"/>
                  </a:cubicBezTo>
                  <a:cubicBezTo>
                    <a:pt x="3407" y="15648"/>
                    <a:pt x="3500" y="15719"/>
                    <a:pt x="3527" y="15745"/>
                  </a:cubicBezTo>
                  <a:cubicBezTo>
                    <a:pt x="3533" y="15751"/>
                    <a:pt x="3542" y="15754"/>
                    <a:pt x="3554" y="15754"/>
                  </a:cubicBezTo>
                  <a:cubicBezTo>
                    <a:pt x="3602" y="15754"/>
                    <a:pt x="3685" y="15715"/>
                    <a:pt x="3709" y="15715"/>
                  </a:cubicBezTo>
                  <a:cubicBezTo>
                    <a:pt x="3739" y="15684"/>
                    <a:pt x="3648" y="15532"/>
                    <a:pt x="3587" y="15472"/>
                  </a:cubicBezTo>
                  <a:cubicBezTo>
                    <a:pt x="3527" y="15411"/>
                    <a:pt x="3587" y="15350"/>
                    <a:pt x="3739" y="15350"/>
                  </a:cubicBezTo>
                  <a:lnTo>
                    <a:pt x="3800" y="15472"/>
                  </a:lnTo>
                  <a:cubicBezTo>
                    <a:pt x="3922" y="15502"/>
                    <a:pt x="4013" y="15593"/>
                    <a:pt x="4104" y="15624"/>
                  </a:cubicBezTo>
                  <a:cubicBezTo>
                    <a:pt x="4195" y="15654"/>
                    <a:pt x="4317" y="15624"/>
                    <a:pt x="4378" y="15684"/>
                  </a:cubicBezTo>
                  <a:cubicBezTo>
                    <a:pt x="4403" y="15703"/>
                    <a:pt x="4424" y="15710"/>
                    <a:pt x="4443" y="15710"/>
                  </a:cubicBezTo>
                  <a:cubicBezTo>
                    <a:pt x="4503" y="15710"/>
                    <a:pt x="4544" y="15641"/>
                    <a:pt x="4621" y="15641"/>
                  </a:cubicBezTo>
                  <a:cubicBezTo>
                    <a:pt x="4639" y="15641"/>
                    <a:pt x="4659" y="15645"/>
                    <a:pt x="4682" y="15654"/>
                  </a:cubicBezTo>
                  <a:lnTo>
                    <a:pt x="4803" y="15715"/>
                  </a:lnTo>
                  <a:cubicBezTo>
                    <a:pt x="4834" y="15593"/>
                    <a:pt x="4803" y="15502"/>
                    <a:pt x="4712" y="15472"/>
                  </a:cubicBezTo>
                  <a:cubicBezTo>
                    <a:pt x="4651" y="15441"/>
                    <a:pt x="4742" y="15411"/>
                    <a:pt x="4925" y="15380"/>
                  </a:cubicBezTo>
                  <a:lnTo>
                    <a:pt x="5077" y="15380"/>
                  </a:lnTo>
                  <a:cubicBezTo>
                    <a:pt x="5161" y="15380"/>
                    <a:pt x="5116" y="15536"/>
                    <a:pt x="5204" y="15536"/>
                  </a:cubicBezTo>
                  <a:cubicBezTo>
                    <a:pt x="5211" y="15536"/>
                    <a:pt x="5219" y="15535"/>
                    <a:pt x="5229" y="15532"/>
                  </a:cubicBezTo>
                  <a:cubicBezTo>
                    <a:pt x="5350" y="15532"/>
                    <a:pt x="5442" y="15472"/>
                    <a:pt x="5563" y="15472"/>
                  </a:cubicBezTo>
                  <a:lnTo>
                    <a:pt x="5715" y="15472"/>
                  </a:lnTo>
                  <a:cubicBezTo>
                    <a:pt x="5867" y="15441"/>
                    <a:pt x="6019" y="15350"/>
                    <a:pt x="6049" y="15198"/>
                  </a:cubicBezTo>
                  <a:cubicBezTo>
                    <a:pt x="6049" y="15139"/>
                    <a:pt x="6176" y="15106"/>
                    <a:pt x="6258" y="15106"/>
                  </a:cubicBezTo>
                  <a:cubicBezTo>
                    <a:pt x="6303" y="15106"/>
                    <a:pt x="6334" y="15116"/>
                    <a:pt x="6323" y="15137"/>
                  </a:cubicBezTo>
                  <a:cubicBezTo>
                    <a:pt x="6314" y="15165"/>
                    <a:pt x="6321" y="15176"/>
                    <a:pt x="6337" y="15176"/>
                  </a:cubicBezTo>
                  <a:cubicBezTo>
                    <a:pt x="6374" y="15176"/>
                    <a:pt x="6454" y="15119"/>
                    <a:pt x="6475" y="15076"/>
                  </a:cubicBezTo>
                  <a:cubicBezTo>
                    <a:pt x="6487" y="15065"/>
                    <a:pt x="6504" y="15060"/>
                    <a:pt x="6524" y="15060"/>
                  </a:cubicBezTo>
                  <a:cubicBezTo>
                    <a:pt x="6612" y="15060"/>
                    <a:pt x="6760" y="15149"/>
                    <a:pt x="6809" y="15198"/>
                  </a:cubicBezTo>
                  <a:cubicBezTo>
                    <a:pt x="6823" y="15205"/>
                    <a:pt x="6846" y="15207"/>
                    <a:pt x="6874" y="15207"/>
                  </a:cubicBezTo>
                  <a:cubicBezTo>
                    <a:pt x="6924" y="15207"/>
                    <a:pt x="6989" y="15200"/>
                    <a:pt x="7043" y="15200"/>
                  </a:cubicBezTo>
                  <a:cubicBezTo>
                    <a:pt x="7092" y="15200"/>
                    <a:pt x="7132" y="15206"/>
                    <a:pt x="7144" y="15228"/>
                  </a:cubicBezTo>
                  <a:cubicBezTo>
                    <a:pt x="7144" y="15251"/>
                    <a:pt x="7146" y="15261"/>
                    <a:pt x="7148" y="15261"/>
                  </a:cubicBezTo>
                  <a:cubicBezTo>
                    <a:pt x="7157" y="15261"/>
                    <a:pt x="7174" y="15175"/>
                    <a:pt x="7174" y="15107"/>
                  </a:cubicBezTo>
                  <a:cubicBezTo>
                    <a:pt x="7193" y="15069"/>
                    <a:pt x="7246" y="15043"/>
                    <a:pt x="7321" y="15043"/>
                  </a:cubicBezTo>
                  <a:cubicBezTo>
                    <a:pt x="7366" y="15043"/>
                    <a:pt x="7420" y="15053"/>
                    <a:pt x="7478" y="15076"/>
                  </a:cubicBezTo>
                  <a:lnTo>
                    <a:pt x="7326" y="15198"/>
                  </a:lnTo>
                  <a:lnTo>
                    <a:pt x="7204" y="15320"/>
                  </a:lnTo>
                  <a:cubicBezTo>
                    <a:pt x="7326" y="15320"/>
                    <a:pt x="7478" y="15289"/>
                    <a:pt x="7600" y="15168"/>
                  </a:cubicBezTo>
                  <a:cubicBezTo>
                    <a:pt x="7630" y="15107"/>
                    <a:pt x="7630" y="15016"/>
                    <a:pt x="7539" y="15016"/>
                  </a:cubicBezTo>
                  <a:lnTo>
                    <a:pt x="7508" y="14955"/>
                  </a:lnTo>
                  <a:cubicBezTo>
                    <a:pt x="7508" y="14894"/>
                    <a:pt x="7478" y="14803"/>
                    <a:pt x="7508" y="14742"/>
                  </a:cubicBezTo>
                  <a:cubicBezTo>
                    <a:pt x="7569" y="14712"/>
                    <a:pt x="7660" y="14712"/>
                    <a:pt x="7752" y="14712"/>
                  </a:cubicBezTo>
                  <a:cubicBezTo>
                    <a:pt x="7797" y="14757"/>
                    <a:pt x="7858" y="14780"/>
                    <a:pt x="7919" y="14780"/>
                  </a:cubicBezTo>
                  <a:cubicBezTo>
                    <a:pt x="7980" y="14780"/>
                    <a:pt x="8040" y="14757"/>
                    <a:pt x="8086" y="14712"/>
                  </a:cubicBezTo>
                  <a:lnTo>
                    <a:pt x="8147" y="14681"/>
                  </a:lnTo>
                  <a:cubicBezTo>
                    <a:pt x="8180" y="14676"/>
                    <a:pt x="8211" y="14673"/>
                    <a:pt x="8238" y="14673"/>
                  </a:cubicBezTo>
                  <a:cubicBezTo>
                    <a:pt x="8358" y="14673"/>
                    <a:pt x="8415" y="14723"/>
                    <a:pt x="8390" y="14772"/>
                  </a:cubicBezTo>
                  <a:lnTo>
                    <a:pt x="8329" y="14803"/>
                  </a:lnTo>
                  <a:lnTo>
                    <a:pt x="8238" y="14864"/>
                  </a:lnTo>
                  <a:cubicBezTo>
                    <a:pt x="8116" y="14955"/>
                    <a:pt x="8208" y="15228"/>
                    <a:pt x="8208" y="15289"/>
                  </a:cubicBezTo>
                  <a:cubicBezTo>
                    <a:pt x="8183" y="15364"/>
                    <a:pt x="8178" y="15419"/>
                    <a:pt x="8194" y="15419"/>
                  </a:cubicBezTo>
                  <a:cubicBezTo>
                    <a:pt x="8198" y="15419"/>
                    <a:pt x="8202" y="15416"/>
                    <a:pt x="8208" y="15411"/>
                  </a:cubicBezTo>
                  <a:lnTo>
                    <a:pt x="8208" y="15380"/>
                  </a:lnTo>
                  <a:cubicBezTo>
                    <a:pt x="8238" y="15350"/>
                    <a:pt x="8177" y="15259"/>
                    <a:pt x="8268" y="15228"/>
                  </a:cubicBezTo>
                  <a:cubicBezTo>
                    <a:pt x="8290" y="15223"/>
                    <a:pt x="8309" y="15220"/>
                    <a:pt x="8325" y="15220"/>
                  </a:cubicBezTo>
                  <a:cubicBezTo>
                    <a:pt x="8400" y="15220"/>
                    <a:pt x="8420" y="15275"/>
                    <a:pt x="8420" y="15350"/>
                  </a:cubicBezTo>
                  <a:cubicBezTo>
                    <a:pt x="8451" y="15350"/>
                    <a:pt x="8542" y="15137"/>
                    <a:pt x="8663" y="15107"/>
                  </a:cubicBezTo>
                  <a:cubicBezTo>
                    <a:pt x="8755" y="15046"/>
                    <a:pt x="8846" y="14985"/>
                    <a:pt x="8907" y="14924"/>
                  </a:cubicBezTo>
                  <a:cubicBezTo>
                    <a:pt x="9089" y="14924"/>
                    <a:pt x="9211" y="14985"/>
                    <a:pt x="9332" y="15107"/>
                  </a:cubicBezTo>
                  <a:cubicBezTo>
                    <a:pt x="9393" y="15168"/>
                    <a:pt x="9454" y="15228"/>
                    <a:pt x="9515" y="15289"/>
                  </a:cubicBezTo>
                  <a:cubicBezTo>
                    <a:pt x="9575" y="15289"/>
                    <a:pt x="9606" y="15259"/>
                    <a:pt x="9636" y="15228"/>
                  </a:cubicBezTo>
                  <a:lnTo>
                    <a:pt x="9636" y="15168"/>
                  </a:lnTo>
                  <a:cubicBezTo>
                    <a:pt x="9636" y="15087"/>
                    <a:pt x="9663" y="15046"/>
                    <a:pt x="9717" y="15046"/>
                  </a:cubicBezTo>
                  <a:cubicBezTo>
                    <a:pt x="9744" y="15046"/>
                    <a:pt x="9778" y="15056"/>
                    <a:pt x="9819" y="15076"/>
                  </a:cubicBezTo>
                  <a:lnTo>
                    <a:pt x="9879" y="15107"/>
                  </a:lnTo>
                  <a:cubicBezTo>
                    <a:pt x="10092" y="15046"/>
                    <a:pt x="10305" y="14985"/>
                    <a:pt x="10518" y="14955"/>
                  </a:cubicBezTo>
                  <a:lnTo>
                    <a:pt x="10761" y="15137"/>
                  </a:lnTo>
                  <a:cubicBezTo>
                    <a:pt x="10791" y="15107"/>
                    <a:pt x="10852" y="14985"/>
                    <a:pt x="10882" y="14955"/>
                  </a:cubicBezTo>
                  <a:cubicBezTo>
                    <a:pt x="10882" y="14940"/>
                    <a:pt x="10951" y="14924"/>
                    <a:pt x="11023" y="14924"/>
                  </a:cubicBezTo>
                  <a:cubicBezTo>
                    <a:pt x="11095" y="14924"/>
                    <a:pt x="11171" y="14940"/>
                    <a:pt x="11186" y="14985"/>
                  </a:cubicBezTo>
                  <a:cubicBezTo>
                    <a:pt x="11198" y="15021"/>
                    <a:pt x="11215" y="15033"/>
                    <a:pt x="11231" y="15033"/>
                  </a:cubicBezTo>
                  <a:cubicBezTo>
                    <a:pt x="11255" y="15033"/>
                    <a:pt x="11278" y="15004"/>
                    <a:pt x="11278" y="14985"/>
                  </a:cubicBezTo>
                  <a:cubicBezTo>
                    <a:pt x="11278" y="14964"/>
                    <a:pt x="11384" y="14942"/>
                    <a:pt x="11521" y="14942"/>
                  </a:cubicBezTo>
                  <a:cubicBezTo>
                    <a:pt x="11578" y="14942"/>
                    <a:pt x="11641" y="14946"/>
                    <a:pt x="11703" y="14955"/>
                  </a:cubicBezTo>
                  <a:lnTo>
                    <a:pt x="12098" y="14955"/>
                  </a:lnTo>
                  <a:cubicBezTo>
                    <a:pt x="12106" y="14947"/>
                    <a:pt x="12117" y="14943"/>
                    <a:pt x="12128" y="14943"/>
                  </a:cubicBezTo>
                  <a:cubicBezTo>
                    <a:pt x="12159" y="14943"/>
                    <a:pt x="12198" y="14971"/>
                    <a:pt x="12220" y="15016"/>
                  </a:cubicBezTo>
                  <a:lnTo>
                    <a:pt x="12250" y="15046"/>
                  </a:lnTo>
                  <a:cubicBezTo>
                    <a:pt x="12311" y="15046"/>
                    <a:pt x="12433" y="14833"/>
                    <a:pt x="12493" y="14833"/>
                  </a:cubicBezTo>
                  <a:cubicBezTo>
                    <a:pt x="12615" y="14864"/>
                    <a:pt x="12706" y="14894"/>
                    <a:pt x="12797" y="14985"/>
                  </a:cubicBezTo>
                  <a:cubicBezTo>
                    <a:pt x="12801" y="14989"/>
                    <a:pt x="12806" y="14991"/>
                    <a:pt x="12812" y="14991"/>
                  </a:cubicBezTo>
                  <a:cubicBezTo>
                    <a:pt x="12850" y="14991"/>
                    <a:pt x="12923" y="14901"/>
                    <a:pt x="12949" y="14742"/>
                  </a:cubicBezTo>
                  <a:lnTo>
                    <a:pt x="13253" y="14742"/>
                  </a:lnTo>
                  <a:cubicBezTo>
                    <a:pt x="13284" y="14772"/>
                    <a:pt x="13192" y="14924"/>
                    <a:pt x="13162" y="14955"/>
                  </a:cubicBezTo>
                  <a:cubicBezTo>
                    <a:pt x="13134" y="14982"/>
                    <a:pt x="13282" y="15035"/>
                    <a:pt x="13491" y="15044"/>
                  </a:cubicBezTo>
                  <a:lnTo>
                    <a:pt x="13491" y="15044"/>
                  </a:lnTo>
                  <a:cubicBezTo>
                    <a:pt x="13491" y="15116"/>
                    <a:pt x="13573" y="15245"/>
                    <a:pt x="13679" y="15350"/>
                  </a:cubicBezTo>
                  <a:lnTo>
                    <a:pt x="13922" y="15350"/>
                  </a:lnTo>
                  <a:cubicBezTo>
                    <a:pt x="13983" y="15380"/>
                    <a:pt x="13983" y="15441"/>
                    <a:pt x="13922" y="15502"/>
                  </a:cubicBezTo>
                  <a:lnTo>
                    <a:pt x="13892" y="15502"/>
                  </a:lnTo>
                  <a:cubicBezTo>
                    <a:pt x="13865" y="15507"/>
                    <a:pt x="13839" y="15510"/>
                    <a:pt x="13814" y="15510"/>
                  </a:cubicBezTo>
                  <a:cubicBezTo>
                    <a:pt x="13697" y="15510"/>
                    <a:pt x="13602" y="15455"/>
                    <a:pt x="13527" y="15380"/>
                  </a:cubicBezTo>
                  <a:cubicBezTo>
                    <a:pt x="13405" y="15259"/>
                    <a:pt x="13253" y="15137"/>
                    <a:pt x="13101" y="15016"/>
                  </a:cubicBezTo>
                  <a:cubicBezTo>
                    <a:pt x="13071" y="15016"/>
                    <a:pt x="13010" y="15168"/>
                    <a:pt x="13010" y="15228"/>
                  </a:cubicBezTo>
                  <a:cubicBezTo>
                    <a:pt x="13010" y="15244"/>
                    <a:pt x="12987" y="15251"/>
                    <a:pt x="12957" y="15251"/>
                  </a:cubicBezTo>
                  <a:cubicBezTo>
                    <a:pt x="12926" y="15251"/>
                    <a:pt x="12888" y="15244"/>
                    <a:pt x="12858" y="15228"/>
                  </a:cubicBezTo>
                  <a:lnTo>
                    <a:pt x="12797" y="15228"/>
                  </a:lnTo>
                  <a:cubicBezTo>
                    <a:pt x="12752" y="15213"/>
                    <a:pt x="12699" y="15206"/>
                    <a:pt x="12645" y="15206"/>
                  </a:cubicBezTo>
                  <a:cubicBezTo>
                    <a:pt x="12592" y="15206"/>
                    <a:pt x="12539" y="15213"/>
                    <a:pt x="12493" y="15228"/>
                  </a:cubicBezTo>
                  <a:cubicBezTo>
                    <a:pt x="12493" y="15214"/>
                    <a:pt x="12479" y="15208"/>
                    <a:pt x="12455" y="15208"/>
                  </a:cubicBezTo>
                  <a:cubicBezTo>
                    <a:pt x="12376" y="15208"/>
                    <a:pt x="12199" y="15273"/>
                    <a:pt x="12129" y="15320"/>
                  </a:cubicBezTo>
                  <a:cubicBezTo>
                    <a:pt x="12068" y="15350"/>
                    <a:pt x="11999" y="15365"/>
                    <a:pt x="11931" y="15365"/>
                  </a:cubicBezTo>
                  <a:cubicBezTo>
                    <a:pt x="11863" y="15365"/>
                    <a:pt x="11794" y="15350"/>
                    <a:pt x="11733" y="15320"/>
                  </a:cubicBezTo>
                  <a:lnTo>
                    <a:pt x="11612" y="15289"/>
                  </a:lnTo>
                  <a:cubicBezTo>
                    <a:pt x="11490" y="15259"/>
                    <a:pt x="11369" y="15228"/>
                    <a:pt x="11278" y="15228"/>
                  </a:cubicBezTo>
                  <a:lnTo>
                    <a:pt x="11156" y="15228"/>
                  </a:lnTo>
                  <a:cubicBezTo>
                    <a:pt x="11068" y="15258"/>
                    <a:pt x="11122" y="15401"/>
                    <a:pt x="11290" y="15548"/>
                  </a:cubicBezTo>
                  <a:lnTo>
                    <a:pt x="11290" y="15548"/>
                  </a:lnTo>
                  <a:cubicBezTo>
                    <a:pt x="11215" y="15555"/>
                    <a:pt x="11140" y="15563"/>
                    <a:pt x="11065" y="15563"/>
                  </a:cubicBezTo>
                  <a:cubicBezTo>
                    <a:pt x="10943" y="15624"/>
                    <a:pt x="10761" y="15684"/>
                    <a:pt x="10639" y="15745"/>
                  </a:cubicBezTo>
                  <a:lnTo>
                    <a:pt x="10518" y="15775"/>
                  </a:lnTo>
                  <a:cubicBezTo>
                    <a:pt x="10518" y="15775"/>
                    <a:pt x="10457" y="15715"/>
                    <a:pt x="10457" y="15684"/>
                  </a:cubicBezTo>
                  <a:cubicBezTo>
                    <a:pt x="10457" y="15684"/>
                    <a:pt x="10487" y="15624"/>
                    <a:pt x="10518" y="15624"/>
                  </a:cubicBezTo>
                  <a:lnTo>
                    <a:pt x="10609" y="15624"/>
                  </a:lnTo>
                  <a:cubicBezTo>
                    <a:pt x="10670" y="15624"/>
                    <a:pt x="10366" y="15563"/>
                    <a:pt x="10274" y="15472"/>
                  </a:cubicBezTo>
                  <a:cubicBezTo>
                    <a:pt x="10248" y="15454"/>
                    <a:pt x="10234" y="15446"/>
                    <a:pt x="10229" y="15446"/>
                  </a:cubicBezTo>
                  <a:cubicBezTo>
                    <a:pt x="10216" y="15446"/>
                    <a:pt x="10253" y="15489"/>
                    <a:pt x="10274" y="15532"/>
                  </a:cubicBezTo>
                  <a:cubicBezTo>
                    <a:pt x="10286" y="15556"/>
                    <a:pt x="10258" y="15565"/>
                    <a:pt x="10213" y="15565"/>
                  </a:cubicBezTo>
                  <a:cubicBezTo>
                    <a:pt x="10141" y="15565"/>
                    <a:pt x="10027" y="15540"/>
                    <a:pt x="9970" y="15502"/>
                  </a:cubicBezTo>
                  <a:cubicBezTo>
                    <a:pt x="9940" y="15472"/>
                    <a:pt x="9902" y="15456"/>
                    <a:pt x="9868" y="15456"/>
                  </a:cubicBezTo>
                  <a:cubicBezTo>
                    <a:pt x="9834" y="15456"/>
                    <a:pt x="9803" y="15472"/>
                    <a:pt x="9788" y="15502"/>
                  </a:cubicBezTo>
                  <a:cubicBezTo>
                    <a:pt x="9758" y="15532"/>
                    <a:pt x="9819" y="15593"/>
                    <a:pt x="9879" y="15593"/>
                  </a:cubicBezTo>
                  <a:lnTo>
                    <a:pt x="10001" y="15593"/>
                  </a:lnTo>
                  <a:cubicBezTo>
                    <a:pt x="10001" y="15624"/>
                    <a:pt x="9940" y="15745"/>
                    <a:pt x="9910" y="15806"/>
                  </a:cubicBezTo>
                  <a:cubicBezTo>
                    <a:pt x="9904" y="15811"/>
                    <a:pt x="9893" y="15814"/>
                    <a:pt x="9876" y="15814"/>
                  </a:cubicBezTo>
                  <a:cubicBezTo>
                    <a:pt x="9795" y="15814"/>
                    <a:pt x="9589" y="15755"/>
                    <a:pt x="9363" y="15654"/>
                  </a:cubicBezTo>
                  <a:lnTo>
                    <a:pt x="9636" y="15380"/>
                  </a:lnTo>
                  <a:cubicBezTo>
                    <a:pt x="9601" y="15357"/>
                    <a:pt x="9566" y="15347"/>
                    <a:pt x="9535" y="15347"/>
                  </a:cubicBezTo>
                  <a:cubicBezTo>
                    <a:pt x="9484" y="15347"/>
                    <a:pt x="9442" y="15373"/>
                    <a:pt x="9423" y="15411"/>
                  </a:cubicBezTo>
                  <a:cubicBezTo>
                    <a:pt x="9393" y="15472"/>
                    <a:pt x="9180" y="15532"/>
                    <a:pt x="9089" y="15532"/>
                  </a:cubicBezTo>
                  <a:cubicBezTo>
                    <a:pt x="9028" y="15532"/>
                    <a:pt x="9119" y="15593"/>
                    <a:pt x="9180" y="15593"/>
                  </a:cubicBezTo>
                  <a:cubicBezTo>
                    <a:pt x="9241" y="15624"/>
                    <a:pt x="9332" y="15684"/>
                    <a:pt x="9393" y="15715"/>
                  </a:cubicBezTo>
                  <a:cubicBezTo>
                    <a:pt x="9420" y="15742"/>
                    <a:pt x="9331" y="15757"/>
                    <a:pt x="9219" y="15757"/>
                  </a:cubicBezTo>
                  <a:cubicBezTo>
                    <a:pt x="9081" y="15757"/>
                    <a:pt x="8910" y="15735"/>
                    <a:pt x="8876" y="15684"/>
                  </a:cubicBezTo>
                  <a:cubicBezTo>
                    <a:pt x="8846" y="15563"/>
                    <a:pt x="8755" y="15441"/>
                    <a:pt x="8724" y="15441"/>
                  </a:cubicBezTo>
                  <a:cubicBezTo>
                    <a:pt x="8663" y="15441"/>
                    <a:pt x="8603" y="15654"/>
                    <a:pt x="8542" y="15715"/>
                  </a:cubicBezTo>
                  <a:cubicBezTo>
                    <a:pt x="8497" y="15759"/>
                    <a:pt x="8534" y="15787"/>
                    <a:pt x="8569" y="15787"/>
                  </a:cubicBezTo>
                  <a:cubicBezTo>
                    <a:pt x="8582" y="15787"/>
                    <a:pt x="8595" y="15784"/>
                    <a:pt x="8603" y="15775"/>
                  </a:cubicBezTo>
                  <a:cubicBezTo>
                    <a:pt x="8608" y="15770"/>
                    <a:pt x="8613" y="15767"/>
                    <a:pt x="8617" y="15767"/>
                  </a:cubicBezTo>
                  <a:cubicBezTo>
                    <a:pt x="8633" y="15767"/>
                    <a:pt x="8633" y="15817"/>
                    <a:pt x="8633" y="15867"/>
                  </a:cubicBezTo>
                  <a:lnTo>
                    <a:pt x="8572" y="15897"/>
                  </a:lnTo>
                  <a:lnTo>
                    <a:pt x="8512" y="15958"/>
                  </a:lnTo>
                  <a:cubicBezTo>
                    <a:pt x="8489" y="15965"/>
                    <a:pt x="8464" y="15969"/>
                    <a:pt x="8438" y="15969"/>
                  </a:cubicBezTo>
                  <a:cubicBezTo>
                    <a:pt x="8361" y="15969"/>
                    <a:pt x="8276" y="15935"/>
                    <a:pt x="8208" y="15867"/>
                  </a:cubicBezTo>
                  <a:lnTo>
                    <a:pt x="8086" y="15867"/>
                  </a:lnTo>
                  <a:cubicBezTo>
                    <a:pt x="7995" y="15836"/>
                    <a:pt x="7995" y="15806"/>
                    <a:pt x="7995" y="15715"/>
                  </a:cubicBezTo>
                  <a:lnTo>
                    <a:pt x="7934" y="15593"/>
                  </a:lnTo>
                  <a:cubicBezTo>
                    <a:pt x="7873" y="15624"/>
                    <a:pt x="7812" y="15639"/>
                    <a:pt x="7752" y="15639"/>
                  </a:cubicBezTo>
                  <a:cubicBezTo>
                    <a:pt x="7691" y="15639"/>
                    <a:pt x="7630" y="15624"/>
                    <a:pt x="7569" y="15593"/>
                  </a:cubicBezTo>
                  <a:lnTo>
                    <a:pt x="7478" y="15563"/>
                  </a:lnTo>
                  <a:lnTo>
                    <a:pt x="7326" y="15502"/>
                  </a:lnTo>
                  <a:cubicBezTo>
                    <a:pt x="7204" y="15532"/>
                    <a:pt x="7113" y="15593"/>
                    <a:pt x="7083" y="15715"/>
                  </a:cubicBezTo>
                  <a:cubicBezTo>
                    <a:pt x="7083" y="15745"/>
                    <a:pt x="7174" y="15775"/>
                    <a:pt x="7204" y="15775"/>
                  </a:cubicBezTo>
                  <a:cubicBezTo>
                    <a:pt x="7235" y="15775"/>
                    <a:pt x="7326" y="15927"/>
                    <a:pt x="7387" y="15927"/>
                  </a:cubicBezTo>
                  <a:cubicBezTo>
                    <a:pt x="7400" y="15923"/>
                    <a:pt x="7415" y="15921"/>
                    <a:pt x="7431" y="15921"/>
                  </a:cubicBezTo>
                  <a:cubicBezTo>
                    <a:pt x="7528" y="15921"/>
                    <a:pt x="7669" y="15988"/>
                    <a:pt x="7721" y="15988"/>
                  </a:cubicBezTo>
                  <a:cubicBezTo>
                    <a:pt x="7812" y="15988"/>
                    <a:pt x="7782" y="16049"/>
                    <a:pt x="7691" y="16140"/>
                  </a:cubicBezTo>
                  <a:lnTo>
                    <a:pt x="7326" y="16171"/>
                  </a:lnTo>
                  <a:lnTo>
                    <a:pt x="7174" y="16171"/>
                  </a:lnTo>
                  <a:lnTo>
                    <a:pt x="7144" y="16140"/>
                  </a:lnTo>
                  <a:cubicBezTo>
                    <a:pt x="7133" y="16119"/>
                    <a:pt x="7122" y="16109"/>
                    <a:pt x="7110" y="16109"/>
                  </a:cubicBezTo>
                  <a:cubicBezTo>
                    <a:pt x="7088" y="16109"/>
                    <a:pt x="7061" y="16142"/>
                    <a:pt x="7022" y="16201"/>
                  </a:cubicBezTo>
                  <a:lnTo>
                    <a:pt x="6992" y="16201"/>
                  </a:lnTo>
                  <a:cubicBezTo>
                    <a:pt x="6954" y="16193"/>
                    <a:pt x="6914" y="16190"/>
                    <a:pt x="6873" y="16190"/>
                  </a:cubicBezTo>
                  <a:cubicBezTo>
                    <a:pt x="6752" y="16190"/>
                    <a:pt x="6627" y="16224"/>
                    <a:pt x="6536" y="16292"/>
                  </a:cubicBezTo>
                  <a:cubicBezTo>
                    <a:pt x="6475" y="16231"/>
                    <a:pt x="6414" y="16201"/>
                    <a:pt x="6384" y="16140"/>
                  </a:cubicBezTo>
                  <a:lnTo>
                    <a:pt x="6323" y="16231"/>
                  </a:lnTo>
                  <a:lnTo>
                    <a:pt x="6262" y="16201"/>
                  </a:lnTo>
                  <a:cubicBezTo>
                    <a:pt x="6253" y="16182"/>
                    <a:pt x="6217" y="16175"/>
                    <a:pt x="6169" y="16175"/>
                  </a:cubicBezTo>
                  <a:cubicBezTo>
                    <a:pt x="6061" y="16175"/>
                    <a:pt x="5890" y="16210"/>
                    <a:pt x="5806" y="16231"/>
                  </a:cubicBezTo>
                  <a:cubicBezTo>
                    <a:pt x="5794" y="16240"/>
                    <a:pt x="5778" y="16244"/>
                    <a:pt x="5761" y="16244"/>
                  </a:cubicBezTo>
                  <a:cubicBezTo>
                    <a:pt x="5652" y="16244"/>
                    <a:pt x="5468" y="16097"/>
                    <a:pt x="5442" y="16019"/>
                  </a:cubicBezTo>
                  <a:cubicBezTo>
                    <a:pt x="5424" y="15983"/>
                    <a:pt x="5322" y="15968"/>
                    <a:pt x="5223" y="15968"/>
                  </a:cubicBezTo>
                  <a:cubicBezTo>
                    <a:pt x="5153" y="15968"/>
                    <a:pt x="5084" y="15976"/>
                    <a:pt x="5046" y="15988"/>
                  </a:cubicBezTo>
                  <a:cubicBezTo>
                    <a:pt x="4955" y="15988"/>
                    <a:pt x="4925" y="16079"/>
                    <a:pt x="4925" y="16171"/>
                  </a:cubicBezTo>
                  <a:lnTo>
                    <a:pt x="4925" y="16262"/>
                  </a:lnTo>
                  <a:cubicBezTo>
                    <a:pt x="4894" y="16292"/>
                    <a:pt x="4864" y="16292"/>
                    <a:pt x="4803" y="16323"/>
                  </a:cubicBezTo>
                  <a:cubicBezTo>
                    <a:pt x="4773" y="16323"/>
                    <a:pt x="4712" y="16292"/>
                    <a:pt x="4712" y="16262"/>
                  </a:cubicBezTo>
                  <a:lnTo>
                    <a:pt x="4712" y="16110"/>
                  </a:lnTo>
                  <a:cubicBezTo>
                    <a:pt x="4712" y="15988"/>
                    <a:pt x="4621" y="15867"/>
                    <a:pt x="4499" y="15836"/>
                  </a:cubicBezTo>
                  <a:cubicBezTo>
                    <a:pt x="4438" y="15836"/>
                    <a:pt x="4499" y="15897"/>
                    <a:pt x="4499" y="15958"/>
                  </a:cubicBezTo>
                  <a:cubicBezTo>
                    <a:pt x="4499" y="16019"/>
                    <a:pt x="4530" y="16079"/>
                    <a:pt x="4560" y="16110"/>
                  </a:cubicBezTo>
                  <a:cubicBezTo>
                    <a:pt x="4590" y="16201"/>
                    <a:pt x="4590" y="16262"/>
                    <a:pt x="4621" y="16323"/>
                  </a:cubicBezTo>
                  <a:lnTo>
                    <a:pt x="4469" y="16323"/>
                  </a:lnTo>
                  <a:cubicBezTo>
                    <a:pt x="4378" y="16323"/>
                    <a:pt x="4286" y="16323"/>
                    <a:pt x="4317" y="16414"/>
                  </a:cubicBezTo>
                  <a:cubicBezTo>
                    <a:pt x="4337" y="16551"/>
                    <a:pt x="4267" y="16587"/>
                    <a:pt x="4191" y="16587"/>
                  </a:cubicBezTo>
                  <a:cubicBezTo>
                    <a:pt x="4150" y="16587"/>
                    <a:pt x="4106" y="16577"/>
                    <a:pt x="4074" y="16566"/>
                  </a:cubicBezTo>
                  <a:cubicBezTo>
                    <a:pt x="3891" y="16475"/>
                    <a:pt x="3587" y="16475"/>
                    <a:pt x="3587" y="16231"/>
                  </a:cubicBezTo>
                  <a:lnTo>
                    <a:pt x="3587" y="16171"/>
                  </a:lnTo>
                  <a:cubicBezTo>
                    <a:pt x="3587" y="16126"/>
                    <a:pt x="3539" y="16098"/>
                    <a:pt x="3488" y="16098"/>
                  </a:cubicBezTo>
                  <a:cubicBezTo>
                    <a:pt x="3470" y="16098"/>
                    <a:pt x="3452" y="16102"/>
                    <a:pt x="3435" y="16110"/>
                  </a:cubicBezTo>
                  <a:lnTo>
                    <a:pt x="3344" y="16110"/>
                  </a:lnTo>
                  <a:cubicBezTo>
                    <a:pt x="3283" y="16110"/>
                    <a:pt x="3223" y="16079"/>
                    <a:pt x="3253" y="16019"/>
                  </a:cubicBezTo>
                  <a:cubicBezTo>
                    <a:pt x="3253" y="15988"/>
                    <a:pt x="3101" y="15988"/>
                    <a:pt x="3040" y="15988"/>
                  </a:cubicBezTo>
                  <a:cubicBezTo>
                    <a:pt x="2949" y="15988"/>
                    <a:pt x="3223" y="16231"/>
                    <a:pt x="3314" y="16292"/>
                  </a:cubicBezTo>
                  <a:cubicBezTo>
                    <a:pt x="3375" y="16353"/>
                    <a:pt x="3405" y="16414"/>
                    <a:pt x="3466" y="16475"/>
                  </a:cubicBezTo>
                  <a:cubicBezTo>
                    <a:pt x="3405" y="16475"/>
                    <a:pt x="3344" y="16444"/>
                    <a:pt x="3314" y="16414"/>
                  </a:cubicBezTo>
                  <a:cubicBezTo>
                    <a:pt x="3253" y="16414"/>
                    <a:pt x="3071" y="16535"/>
                    <a:pt x="3010" y="16566"/>
                  </a:cubicBezTo>
                  <a:cubicBezTo>
                    <a:pt x="2949" y="16627"/>
                    <a:pt x="2919" y="16718"/>
                    <a:pt x="2949" y="16779"/>
                  </a:cubicBezTo>
                  <a:cubicBezTo>
                    <a:pt x="2949" y="16839"/>
                    <a:pt x="2888" y="16900"/>
                    <a:pt x="2797" y="16900"/>
                  </a:cubicBezTo>
                  <a:lnTo>
                    <a:pt x="2736" y="16900"/>
                  </a:lnTo>
                  <a:cubicBezTo>
                    <a:pt x="2706" y="16870"/>
                    <a:pt x="2676" y="16809"/>
                    <a:pt x="2615" y="16809"/>
                  </a:cubicBezTo>
                  <a:cubicBezTo>
                    <a:pt x="2460" y="16751"/>
                    <a:pt x="2305" y="16644"/>
                    <a:pt x="2143" y="16644"/>
                  </a:cubicBezTo>
                  <a:cubicBezTo>
                    <a:pt x="2050" y="16644"/>
                    <a:pt x="1954" y="16679"/>
                    <a:pt x="1855" y="16779"/>
                  </a:cubicBezTo>
                  <a:lnTo>
                    <a:pt x="1733" y="16779"/>
                  </a:lnTo>
                  <a:cubicBezTo>
                    <a:pt x="1688" y="16763"/>
                    <a:pt x="1642" y="16756"/>
                    <a:pt x="1596" y="16756"/>
                  </a:cubicBezTo>
                  <a:cubicBezTo>
                    <a:pt x="1551" y="16756"/>
                    <a:pt x="1505" y="16763"/>
                    <a:pt x="1460" y="16779"/>
                  </a:cubicBezTo>
                  <a:cubicBezTo>
                    <a:pt x="1429" y="16794"/>
                    <a:pt x="1407" y="16801"/>
                    <a:pt x="1384" y="16801"/>
                  </a:cubicBezTo>
                  <a:cubicBezTo>
                    <a:pt x="1361" y="16801"/>
                    <a:pt x="1338" y="16794"/>
                    <a:pt x="1308" y="16779"/>
                  </a:cubicBezTo>
                  <a:lnTo>
                    <a:pt x="1247" y="16718"/>
                  </a:lnTo>
                  <a:cubicBezTo>
                    <a:pt x="1234" y="16705"/>
                    <a:pt x="1211" y="16699"/>
                    <a:pt x="1181" y="16699"/>
                  </a:cubicBezTo>
                  <a:cubicBezTo>
                    <a:pt x="1071" y="16699"/>
                    <a:pt x="861" y="16781"/>
                    <a:pt x="669" y="16900"/>
                  </a:cubicBezTo>
                  <a:lnTo>
                    <a:pt x="457" y="16779"/>
                  </a:lnTo>
                  <a:lnTo>
                    <a:pt x="213" y="16687"/>
                  </a:lnTo>
                  <a:lnTo>
                    <a:pt x="213" y="16687"/>
                  </a:lnTo>
                  <a:cubicBezTo>
                    <a:pt x="153" y="16779"/>
                    <a:pt x="244" y="16870"/>
                    <a:pt x="396" y="16870"/>
                  </a:cubicBezTo>
                  <a:lnTo>
                    <a:pt x="487" y="16991"/>
                  </a:lnTo>
                  <a:cubicBezTo>
                    <a:pt x="525" y="17057"/>
                    <a:pt x="563" y="17079"/>
                    <a:pt x="600" y="17079"/>
                  </a:cubicBezTo>
                  <a:cubicBezTo>
                    <a:pt x="677" y="17079"/>
                    <a:pt x="753" y="16989"/>
                    <a:pt x="830" y="16989"/>
                  </a:cubicBezTo>
                  <a:cubicBezTo>
                    <a:pt x="837" y="16989"/>
                    <a:pt x="844" y="16989"/>
                    <a:pt x="852" y="16991"/>
                  </a:cubicBezTo>
                  <a:cubicBezTo>
                    <a:pt x="913" y="17022"/>
                    <a:pt x="943" y="17052"/>
                    <a:pt x="973" y="17083"/>
                  </a:cubicBezTo>
                  <a:lnTo>
                    <a:pt x="1065" y="17113"/>
                  </a:lnTo>
                  <a:cubicBezTo>
                    <a:pt x="1156" y="17174"/>
                    <a:pt x="1186" y="17295"/>
                    <a:pt x="1065" y="17356"/>
                  </a:cubicBezTo>
                  <a:lnTo>
                    <a:pt x="1004" y="17417"/>
                  </a:lnTo>
                  <a:cubicBezTo>
                    <a:pt x="882" y="17478"/>
                    <a:pt x="1034" y="17569"/>
                    <a:pt x="943" y="17660"/>
                  </a:cubicBezTo>
                  <a:cubicBezTo>
                    <a:pt x="882" y="17690"/>
                    <a:pt x="882" y="17842"/>
                    <a:pt x="1095" y="17842"/>
                  </a:cubicBezTo>
                  <a:cubicBezTo>
                    <a:pt x="1125" y="17842"/>
                    <a:pt x="1186" y="17903"/>
                    <a:pt x="1247" y="17903"/>
                  </a:cubicBezTo>
                  <a:lnTo>
                    <a:pt x="1308" y="17903"/>
                  </a:lnTo>
                  <a:cubicBezTo>
                    <a:pt x="1369" y="17873"/>
                    <a:pt x="1429" y="17690"/>
                    <a:pt x="1490" y="17690"/>
                  </a:cubicBezTo>
                  <a:cubicBezTo>
                    <a:pt x="1581" y="17660"/>
                    <a:pt x="1520" y="17599"/>
                    <a:pt x="1399" y="17538"/>
                  </a:cubicBezTo>
                  <a:lnTo>
                    <a:pt x="1277" y="17478"/>
                  </a:lnTo>
                  <a:cubicBezTo>
                    <a:pt x="1247" y="17447"/>
                    <a:pt x="1247" y="17386"/>
                    <a:pt x="1277" y="17356"/>
                  </a:cubicBezTo>
                  <a:cubicBezTo>
                    <a:pt x="1300" y="17334"/>
                    <a:pt x="1322" y="17262"/>
                    <a:pt x="1381" y="17262"/>
                  </a:cubicBezTo>
                  <a:cubicBezTo>
                    <a:pt x="1402" y="17262"/>
                    <a:pt x="1428" y="17271"/>
                    <a:pt x="1460" y="17295"/>
                  </a:cubicBezTo>
                  <a:lnTo>
                    <a:pt x="1490" y="17326"/>
                  </a:lnTo>
                  <a:cubicBezTo>
                    <a:pt x="1612" y="17295"/>
                    <a:pt x="1733" y="17234"/>
                    <a:pt x="1855" y="17174"/>
                  </a:cubicBezTo>
                  <a:lnTo>
                    <a:pt x="2098" y="17174"/>
                  </a:lnTo>
                  <a:cubicBezTo>
                    <a:pt x="2159" y="17174"/>
                    <a:pt x="2220" y="17143"/>
                    <a:pt x="2280" y="17113"/>
                  </a:cubicBezTo>
                  <a:lnTo>
                    <a:pt x="2402" y="17052"/>
                  </a:lnTo>
                  <a:cubicBezTo>
                    <a:pt x="2584" y="17113"/>
                    <a:pt x="2706" y="17234"/>
                    <a:pt x="2736" y="17417"/>
                  </a:cubicBezTo>
                  <a:lnTo>
                    <a:pt x="2797" y="17538"/>
                  </a:lnTo>
                  <a:cubicBezTo>
                    <a:pt x="2828" y="17599"/>
                    <a:pt x="2888" y="17630"/>
                    <a:pt x="2949" y="17660"/>
                  </a:cubicBezTo>
                  <a:lnTo>
                    <a:pt x="2979" y="17660"/>
                  </a:lnTo>
                  <a:cubicBezTo>
                    <a:pt x="3010" y="17660"/>
                    <a:pt x="3040" y="17630"/>
                    <a:pt x="3071" y="17599"/>
                  </a:cubicBezTo>
                  <a:lnTo>
                    <a:pt x="3040" y="17599"/>
                  </a:lnTo>
                  <a:cubicBezTo>
                    <a:pt x="2979" y="17538"/>
                    <a:pt x="2979" y="17478"/>
                    <a:pt x="3071" y="17417"/>
                  </a:cubicBezTo>
                  <a:cubicBezTo>
                    <a:pt x="3101" y="17417"/>
                    <a:pt x="3162" y="17478"/>
                    <a:pt x="3192" y="17508"/>
                  </a:cubicBezTo>
                  <a:cubicBezTo>
                    <a:pt x="3253" y="17538"/>
                    <a:pt x="3253" y="17599"/>
                    <a:pt x="3314" y="17630"/>
                  </a:cubicBezTo>
                  <a:cubicBezTo>
                    <a:pt x="3527" y="17782"/>
                    <a:pt x="3587" y="17934"/>
                    <a:pt x="3405" y="18116"/>
                  </a:cubicBezTo>
                  <a:cubicBezTo>
                    <a:pt x="3413" y="18124"/>
                    <a:pt x="3426" y="18128"/>
                    <a:pt x="3440" y="18128"/>
                  </a:cubicBezTo>
                  <a:cubicBezTo>
                    <a:pt x="3480" y="18128"/>
                    <a:pt x="3535" y="18100"/>
                    <a:pt x="3557" y="18055"/>
                  </a:cubicBezTo>
                  <a:lnTo>
                    <a:pt x="3618" y="18025"/>
                  </a:lnTo>
                  <a:cubicBezTo>
                    <a:pt x="3648" y="17964"/>
                    <a:pt x="3709" y="17934"/>
                    <a:pt x="3739" y="17934"/>
                  </a:cubicBezTo>
                  <a:lnTo>
                    <a:pt x="3922" y="17964"/>
                  </a:lnTo>
                  <a:cubicBezTo>
                    <a:pt x="4074" y="17994"/>
                    <a:pt x="4195" y="18086"/>
                    <a:pt x="4286" y="18207"/>
                  </a:cubicBezTo>
                  <a:lnTo>
                    <a:pt x="4408" y="18146"/>
                  </a:lnTo>
                  <a:cubicBezTo>
                    <a:pt x="4438" y="18146"/>
                    <a:pt x="4408" y="18025"/>
                    <a:pt x="4347" y="17994"/>
                  </a:cubicBezTo>
                  <a:cubicBezTo>
                    <a:pt x="4256" y="17903"/>
                    <a:pt x="4165" y="17812"/>
                    <a:pt x="4074" y="17782"/>
                  </a:cubicBezTo>
                  <a:cubicBezTo>
                    <a:pt x="3952" y="17690"/>
                    <a:pt x="3922" y="17690"/>
                    <a:pt x="4013" y="17660"/>
                  </a:cubicBezTo>
                  <a:cubicBezTo>
                    <a:pt x="4165" y="17538"/>
                    <a:pt x="4317" y="17478"/>
                    <a:pt x="4499" y="17447"/>
                  </a:cubicBezTo>
                  <a:cubicBezTo>
                    <a:pt x="4712" y="17478"/>
                    <a:pt x="4590" y="17721"/>
                    <a:pt x="4742" y="17812"/>
                  </a:cubicBezTo>
                  <a:lnTo>
                    <a:pt x="4742" y="17873"/>
                  </a:lnTo>
                  <a:cubicBezTo>
                    <a:pt x="4784" y="17977"/>
                    <a:pt x="4811" y="18024"/>
                    <a:pt x="4883" y="18024"/>
                  </a:cubicBezTo>
                  <a:cubicBezTo>
                    <a:pt x="4916" y="18024"/>
                    <a:pt x="4958" y="18014"/>
                    <a:pt x="5016" y="17994"/>
                  </a:cubicBezTo>
                  <a:cubicBezTo>
                    <a:pt x="5107" y="17994"/>
                    <a:pt x="5198" y="17934"/>
                    <a:pt x="5259" y="17934"/>
                  </a:cubicBezTo>
                  <a:lnTo>
                    <a:pt x="5502" y="17994"/>
                  </a:lnTo>
                  <a:cubicBezTo>
                    <a:pt x="5624" y="17873"/>
                    <a:pt x="5654" y="17721"/>
                    <a:pt x="5533" y="17599"/>
                  </a:cubicBezTo>
                  <a:cubicBezTo>
                    <a:pt x="5502" y="17569"/>
                    <a:pt x="5715" y="17478"/>
                    <a:pt x="5806" y="17478"/>
                  </a:cubicBezTo>
                  <a:cubicBezTo>
                    <a:pt x="5897" y="17478"/>
                    <a:pt x="5989" y="17478"/>
                    <a:pt x="6080" y="17447"/>
                  </a:cubicBezTo>
                  <a:cubicBezTo>
                    <a:pt x="6080" y="17441"/>
                    <a:pt x="6082" y="17439"/>
                    <a:pt x="6086" y="17439"/>
                  </a:cubicBezTo>
                  <a:cubicBezTo>
                    <a:pt x="6103" y="17439"/>
                    <a:pt x="6147" y="17478"/>
                    <a:pt x="6171" y="17478"/>
                  </a:cubicBezTo>
                  <a:lnTo>
                    <a:pt x="6323" y="17478"/>
                  </a:lnTo>
                  <a:cubicBezTo>
                    <a:pt x="6353" y="17478"/>
                    <a:pt x="6262" y="17265"/>
                    <a:pt x="6323" y="17204"/>
                  </a:cubicBezTo>
                  <a:cubicBezTo>
                    <a:pt x="6347" y="17168"/>
                    <a:pt x="6408" y="17156"/>
                    <a:pt x="6478" y="17156"/>
                  </a:cubicBezTo>
                  <a:cubicBezTo>
                    <a:pt x="6585" y="17156"/>
                    <a:pt x="6712" y="17186"/>
                    <a:pt x="6749" y="17204"/>
                  </a:cubicBezTo>
                  <a:cubicBezTo>
                    <a:pt x="6766" y="17216"/>
                    <a:pt x="6782" y="17221"/>
                    <a:pt x="6797" y="17221"/>
                  </a:cubicBezTo>
                  <a:cubicBezTo>
                    <a:pt x="6861" y="17221"/>
                    <a:pt x="6901" y="17132"/>
                    <a:pt x="6901" y="17083"/>
                  </a:cubicBezTo>
                  <a:cubicBezTo>
                    <a:pt x="6901" y="17047"/>
                    <a:pt x="6880" y="17032"/>
                    <a:pt x="6856" y="17032"/>
                  </a:cubicBezTo>
                  <a:cubicBezTo>
                    <a:pt x="6840" y="17032"/>
                    <a:pt x="6822" y="17040"/>
                    <a:pt x="6809" y="17052"/>
                  </a:cubicBezTo>
                  <a:lnTo>
                    <a:pt x="6779" y="17052"/>
                  </a:lnTo>
                  <a:lnTo>
                    <a:pt x="6688" y="17083"/>
                  </a:lnTo>
                  <a:cubicBezTo>
                    <a:pt x="6627" y="16991"/>
                    <a:pt x="6627" y="16900"/>
                    <a:pt x="6657" y="16809"/>
                  </a:cubicBezTo>
                  <a:lnTo>
                    <a:pt x="6597" y="16718"/>
                  </a:lnTo>
                  <a:cubicBezTo>
                    <a:pt x="6657" y="16687"/>
                    <a:pt x="6688" y="16657"/>
                    <a:pt x="6749" y="16657"/>
                  </a:cubicBezTo>
                  <a:lnTo>
                    <a:pt x="6809" y="16657"/>
                  </a:lnTo>
                  <a:cubicBezTo>
                    <a:pt x="6813" y="16660"/>
                    <a:pt x="6817" y="16662"/>
                    <a:pt x="6822" y="16662"/>
                  </a:cubicBezTo>
                  <a:cubicBezTo>
                    <a:pt x="6865" y="16662"/>
                    <a:pt x="6965" y="16562"/>
                    <a:pt x="6992" y="16535"/>
                  </a:cubicBezTo>
                  <a:cubicBezTo>
                    <a:pt x="6996" y="16527"/>
                    <a:pt x="7005" y="16523"/>
                    <a:pt x="7017" y="16523"/>
                  </a:cubicBezTo>
                  <a:cubicBezTo>
                    <a:pt x="7089" y="16523"/>
                    <a:pt x="7283" y="16657"/>
                    <a:pt x="7387" y="16657"/>
                  </a:cubicBezTo>
                  <a:cubicBezTo>
                    <a:pt x="7478" y="16657"/>
                    <a:pt x="7569" y="16748"/>
                    <a:pt x="7539" y="16870"/>
                  </a:cubicBezTo>
                  <a:lnTo>
                    <a:pt x="7508" y="16991"/>
                  </a:lnTo>
                  <a:cubicBezTo>
                    <a:pt x="7478" y="17022"/>
                    <a:pt x="7448" y="17052"/>
                    <a:pt x="7417" y="17052"/>
                  </a:cubicBezTo>
                  <a:lnTo>
                    <a:pt x="7387" y="17052"/>
                  </a:lnTo>
                  <a:cubicBezTo>
                    <a:pt x="7356" y="17022"/>
                    <a:pt x="7235" y="16748"/>
                    <a:pt x="7083" y="16748"/>
                  </a:cubicBezTo>
                  <a:cubicBezTo>
                    <a:pt x="7072" y="16745"/>
                    <a:pt x="7062" y="16744"/>
                    <a:pt x="7054" y="16744"/>
                  </a:cubicBezTo>
                  <a:cubicBezTo>
                    <a:pt x="6972" y="16744"/>
                    <a:pt x="7028" y="16872"/>
                    <a:pt x="7083" y="16900"/>
                  </a:cubicBezTo>
                  <a:cubicBezTo>
                    <a:pt x="7174" y="16991"/>
                    <a:pt x="7265" y="17113"/>
                    <a:pt x="7326" y="17204"/>
                  </a:cubicBezTo>
                  <a:lnTo>
                    <a:pt x="7539" y="17204"/>
                  </a:lnTo>
                  <a:cubicBezTo>
                    <a:pt x="7645" y="17189"/>
                    <a:pt x="7744" y="17181"/>
                    <a:pt x="7843" y="17181"/>
                  </a:cubicBezTo>
                  <a:cubicBezTo>
                    <a:pt x="7942" y="17181"/>
                    <a:pt x="8040" y="17189"/>
                    <a:pt x="8147" y="17204"/>
                  </a:cubicBezTo>
                  <a:cubicBezTo>
                    <a:pt x="8208" y="17234"/>
                    <a:pt x="8177" y="17295"/>
                    <a:pt x="8056" y="17356"/>
                  </a:cubicBezTo>
                  <a:lnTo>
                    <a:pt x="7964" y="17386"/>
                  </a:lnTo>
                  <a:lnTo>
                    <a:pt x="7904" y="17386"/>
                  </a:lnTo>
                  <a:cubicBezTo>
                    <a:pt x="7873" y="17417"/>
                    <a:pt x="7904" y="17447"/>
                    <a:pt x="7964" y="17447"/>
                  </a:cubicBezTo>
                  <a:lnTo>
                    <a:pt x="8056" y="17690"/>
                  </a:lnTo>
                  <a:cubicBezTo>
                    <a:pt x="8299" y="17660"/>
                    <a:pt x="8633" y="17569"/>
                    <a:pt x="8815" y="17538"/>
                  </a:cubicBezTo>
                  <a:lnTo>
                    <a:pt x="8998" y="17508"/>
                  </a:lnTo>
                  <a:cubicBezTo>
                    <a:pt x="9028" y="17478"/>
                    <a:pt x="8937" y="17417"/>
                    <a:pt x="8876" y="17386"/>
                  </a:cubicBezTo>
                  <a:cubicBezTo>
                    <a:pt x="8785" y="17386"/>
                    <a:pt x="8907" y="17326"/>
                    <a:pt x="9089" y="17326"/>
                  </a:cubicBezTo>
                  <a:lnTo>
                    <a:pt x="9089" y="17356"/>
                  </a:lnTo>
                  <a:cubicBezTo>
                    <a:pt x="9211" y="17599"/>
                    <a:pt x="9515" y="17478"/>
                    <a:pt x="9697" y="17599"/>
                  </a:cubicBezTo>
                  <a:cubicBezTo>
                    <a:pt x="9725" y="17613"/>
                    <a:pt x="9749" y="17619"/>
                    <a:pt x="9769" y="17619"/>
                  </a:cubicBezTo>
                  <a:cubicBezTo>
                    <a:pt x="9836" y="17619"/>
                    <a:pt x="9870" y="17555"/>
                    <a:pt x="9940" y="17508"/>
                  </a:cubicBezTo>
                  <a:cubicBezTo>
                    <a:pt x="10001" y="17417"/>
                    <a:pt x="9970" y="17356"/>
                    <a:pt x="9879" y="17326"/>
                  </a:cubicBezTo>
                  <a:lnTo>
                    <a:pt x="9697" y="17265"/>
                  </a:lnTo>
                  <a:cubicBezTo>
                    <a:pt x="9575" y="17143"/>
                    <a:pt x="9606" y="17022"/>
                    <a:pt x="9788" y="17022"/>
                  </a:cubicBezTo>
                  <a:lnTo>
                    <a:pt x="9940" y="17022"/>
                  </a:lnTo>
                  <a:cubicBezTo>
                    <a:pt x="10034" y="17022"/>
                    <a:pt x="10127" y="16932"/>
                    <a:pt x="10235" y="16932"/>
                  </a:cubicBezTo>
                  <a:cubicBezTo>
                    <a:pt x="10267" y="16932"/>
                    <a:pt x="10300" y="16940"/>
                    <a:pt x="10335" y="16961"/>
                  </a:cubicBezTo>
                  <a:cubicBezTo>
                    <a:pt x="10364" y="16978"/>
                    <a:pt x="10392" y="16985"/>
                    <a:pt x="10418" y="16985"/>
                  </a:cubicBezTo>
                  <a:cubicBezTo>
                    <a:pt x="10493" y="16985"/>
                    <a:pt x="10559" y="16935"/>
                    <a:pt x="10616" y="16935"/>
                  </a:cubicBezTo>
                  <a:cubicBezTo>
                    <a:pt x="10646" y="16935"/>
                    <a:pt x="10674" y="16949"/>
                    <a:pt x="10700" y="16991"/>
                  </a:cubicBezTo>
                  <a:cubicBezTo>
                    <a:pt x="10761" y="16991"/>
                    <a:pt x="10791" y="16991"/>
                    <a:pt x="10822" y="16961"/>
                  </a:cubicBezTo>
                  <a:lnTo>
                    <a:pt x="10882" y="16900"/>
                  </a:lnTo>
                  <a:cubicBezTo>
                    <a:pt x="10898" y="16877"/>
                    <a:pt x="10914" y="16867"/>
                    <a:pt x="10928" y="16867"/>
                  </a:cubicBezTo>
                  <a:cubicBezTo>
                    <a:pt x="10970" y="16867"/>
                    <a:pt x="11004" y="16946"/>
                    <a:pt x="11004" y="16991"/>
                  </a:cubicBezTo>
                  <a:cubicBezTo>
                    <a:pt x="10974" y="17083"/>
                    <a:pt x="10943" y="17174"/>
                    <a:pt x="10882" y="17234"/>
                  </a:cubicBezTo>
                  <a:lnTo>
                    <a:pt x="10822" y="17265"/>
                  </a:lnTo>
                  <a:cubicBezTo>
                    <a:pt x="10809" y="17271"/>
                    <a:pt x="10796" y="17273"/>
                    <a:pt x="10782" y="17273"/>
                  </a:cubicBezTo>
                  <a:cubicBezTo>
                    <a:pt x="10724" y="17273"/>
                    <a:pt x="10651" y="17234"/>
                    <a:pt x="10578" y="17234"/>
                  </a:cubicBezTo>
                  <a:lnTo>
                    <a:pt x="10335" y="17113"/>
                  </a:lnTo>
                  <a:cubicBezTo>
                    <a:pt x="10244" y="17143"/>
                    <a:pt x="10153" y="17174"/>
                    <a:pt x="10122" y="17204"/>
                  </a:cubicBezTo>
                  <a:cubicBezTo>
                    <a:pt x="10092" y="17234"/>
                    <a:pt x="10153" y="17326"/>
                    <a:pt x="10183" y="17356"/>
                  </a:cubicBezTo>
                  <a:cubicBezTo>
                    <a:pt x="10204" y="17417"/>
                    <a:pt x="10220" y="17437"/>
                    <a:pt x="10236" y="17437"/>
                  </a:cubicBezTo>
                  <a:cubicBezTo>
                    <a:pt x="10268" y="17437"/>
                    <a:pt x="10295" y="17356"/>
                    <a:pt x="10335" y="17356"/>
                  </a:cubicBezTo>
                  <a:cubicBezTo>
                    <a:pt x="10361" y="17346"/>
                    <a:pt x="10385" y="17342"/>
                    <a:pt x="10409" y="17342"/>
                  </a:cubicBezTo>
                  <a:cubicBezTo>
                    <a:pt x="10529" y="17342"/>
                    <a:pt x="10634" y="17447"/>
                    <a:pt x="10761" y="17447"/>
                  </a:cubicBezTo>
                  <a:lnTo>
                    <a:pt x="10791" y="17447"/>
                  </a:lnTo>
                  <a:cubicBezTo>
                    <a:pt x="10806" y="17493"/>
                    <a:pt x="10829" y="17516"/>
                    <a:pt x="10852" y="17516"/>
                  </a:cubicBezTo>
                  <a:cubicBezTo>
                    <a:pt x="10875" y="17516"/>
                    <a:pt x="10898" y="17493"/>
                    <a:pt x="10913" y="17447"/>
                  </a:cubicBezTo>
                  <a:lnTo>
                    <a:pt x="10974" y="17447"/>
                  </a:lnTo>
                  <a:lnTo>
                    <a:pt x="11217" y="17356"/>
                  </a:lnTo>
                  <a:cubicBezTo>
                    <a:pt x="11242" y="17206"/>
                    <a:pt x="11308" y="17097"/>
                    <a:pt x="11381" y="17097"/>
                  </a:cubicBezTo>
                  <a:cubicBezTo>
                    <a:pt x="11397" y="17097"/>
                    <a:pt x="11413" y="17102"/>
                    <a:pt x="11429" y="17113"/>
                  </a:cubicBezTo>
                  <a:lnTo>
                    <a:pt x="11429" y="17143"/>
                  </a:lnTo>
                  <a:lnTo>
                    <a:pt x="11369" y="17234"/>
                  </a:lnTo>
                  <a:cubicBezTo>
                    <a:pt x="11308" y="17326"/>
                    <a:pt x="11369" y="17386"/>
                    <a:pt x="11521" y="17386"/>
                  </a:cubicBezTo>
                  <a:lnTo>
                    <a:pt x="11642" y="17295"/>
                  </a:lnTo>
                  <a:cubicBezTo>
                    <a:pt x="11688" y="17280"/>
                    <a:pt x="11733" y="17272"/>
                    <a:pt x="11779" y="17272"/>
                  </a:cubicBezTo>
                  <a:cubicBezTo>
                    <a:pt x="11825" y="17272"/>
                    <a:pt x="11870" y="17280"/>
                    <a:pt x="11916" y="17295"/>
                  </a:cubicBezTo>
                  <a:cubicBezTo>
                    <a:pt x="12007" y="17386"/>
                    <a:pt x="11946" y="17447"/>
                    <a:pt x="11794" y="17447"/>
                  </a:cubicBezTo>
                  <a:lnTo>
                    <a:pt x="11764" y="17447"/>
                  </a:lnTo>
                  <a:cubicBezTo>
                    <a:pt x="11764" y="17538"/>
                    <a:pt x="11703" y="17599"/>
                    <a:pt x="11673" y="17690"/>
                  </a:cubicBezTo>
                  <a:lnTo>
                    <a:pt x="11642" y="17690"/>
                  </a:lnTo>
                  <a:cubicBezTo>
                    <a:pt x="11490" y="17721"/>
                    <a:pt x="11490" y="17782"/>
                    <a:pt x="11551" y="17842"/>
                  </a:cubicBezTo>
                  <a:lnTo>
                    <a:pt x="11612" y="17873"/>
                  </a:lnTo>
                  <a:cubicBezTo>
                    <a:pt x="11733" y="17873"/>
                    <a:pt x="11825" y="17690"/>
                    <a:pt x="11855" y="17630"/>
                  </a:cubicBezTo>
                  <a:cubicBezTo>
                    <a:pt x="11855" y="17569"/>
                    <a:pt x="12037" y="17447"/>
                    <a:pt x="12250" y="17356"/>
                  </a:cubicBezTo>
                  <a:lnTo>
                    <a:pt x="12433" y="17234"/>
                  </a:lnTo>
                  <a:cubicBezTo>
                    <a:pt x="12493" y="17204"/>
                    <a:pt x="12585" y="17204"/>
                    <a:pt x="12615" y="17204"/>
                  </a:cubicBezTo>
                  <a:lnTo>
                    <a:pt x="12645" y="17234"/>
                  </a:lnTo>
                  <a:cubicBezTo>
                    <a:pt x="12656" y="17245"/>
                    <a:pt x="12673" y="17249"/>
                    <a:pt x="12695" y="17249"/>
                  </a:cubicBezTo>
                  <a:cubicBezTo>
                    <a:pt x="12792" y="17249"/>
                    <a:pt x="12982" y="17170"/>
                    <a:pt x="13094" y="17170"/>
                  </a:cubicBezTo>
                  <a:cubicBezTo>
                    <a:pt x="13108" y="17170"/>
                    <a:pt x="13120" y="17171"/>
                    <a:pt x="13132" y="17174"/>
                  </a:cubicBezTo>
                  <a:cubicBezTo>
                    <a:pt x="13253" y="17204"/>
                    <a:pt x="13344" y="17265"/>
                    <a:pt x="13405" y="17356"/>
                  </a:cubicBezTo>
                  <a:cubicBezTo>
                    <a:pt x="13405" y="17417"/>
                    <a:pt x="13466" y="17417"/>
                    <a:pt x="13466" y="17417"/>
                  </a:cubicBezTo>
                  <a:cubicBezTo>
                    <a:pt x="13466" y="17356"/>
                    <a:pt x="13496" y="17326"/>
                    <a:pt x="13496" y="17265"/>
                  </a:cubicBezTo>
                  <a:cubicBezTo>
                    <a:pt x="13496" y="17257"/>
                    <a:pt x="13503" y="17253"/>
                    <a:pt x="13515" y="17253"/>
                  </a:cubicBezTo>
                  <a:cubicBezTo>
                    <a:pt x="13547" y="17253"/>
                    <a:pt x="13620" y="17281"/>
                    <a:pt x="13709" y="17326"/>
                  </a:cubicBezTo>
                  <a:lnTo>
                    <a:pt x="13892" y="17326"/>
                  </a:lnTo>
                  <a:cubicBezTo>
                    <a:pt x="13945" y="17304"/>
                    <a:pt x="13984" y="17294"/>
                    <a:pt x="14005" y="17294"/>
                  </a:cubicBezTo>
                  <a:cubicBezTo>
                    <a:pt x="14042" y="17294"/>
                    <a:pt x="14020" y="17328"/>
                    <a:pt x="13922" y="17386"/>
                  </a:cubicBezTo>
                  <a:lnTo>
                    <a:pt x="13892" y="17478"/>
                  </a:lnTo>
                  <a:lnTo>
                    <a:pt x="13861" y="17538"/>
                  </a:lnTo>
                  <a:cubicBezTo>
                    <a:pt x="13892" y="17660"/>
                    <a:pt x="13770" y="17721"/>
                    <a:pt x="13588" y="17721"/>
                  </a:cubicBezTo>
                  <a:lnTo>
                    <a:pt x="13648" y="17569"/>
                  </a:lnTo>
                  <a:cubicBezTo>
                    <a:pt x="13648" y="17538"/>
                    <a:pt x="13618" y="17508"/>
                    <a:pt x="13588" y="17508"/>
                  </a:cubicBezTo>
                  <a:cubicBezTo>
                    <a:pt x="13496" y="17569"/>
                    <a:pt x="13436" y="17599"/>
                    <a:pt x="13344" y="17660"/>
                  </a:cubicBezTo>
                  <a:lnTo>
                    <a:pt x="13314" y="17690"/>
                  </a:lnTo>
                  <a:cubicBezTo>
                    <a:pt x="13253" y="17660"/>
                    <a:pt x="13192" y="17508"/>
                    <a:pt x="13192" y="17447"/>
                  </a:cubicBezTo>
                  <a:cubicBezTo>
                    <a:pt x="13192" y="17386"/>
                    <a:pt x="13040" y="17356"/>
                    <a:pt x="12980" y="17356"/>
                  </a:cubicBezTo>
                  <a:cubicBezTo>
                    <a:pt x="12919" y="17356"/>
                    <a:pt x="12949" y="17417"/>
                    <a:pt x="12980" y="17417"/>
                  </a:cubicBezTo>
                  <a:cubicBezTo>
                    <a:pt x="13040" y="17478"/>
                    <a:pt x="13071" y="17569"/>
                    <a:pt x="13132" y="17690"/>
                  </a:cubicBezTo>
                  <a:lnTo>
                    <a:pt x="13132" y="17812"/>
                  </a:lnTo>
                  <a:lnTo>
                    <a:pt x="13132" y="17842"/>
                  </a:lnTo>
                  <a:cubicBezTo>
                    <a:pt x="13056" y="17855"/>
                    <a:pt x="12981" y="17862"/>
                    <a:pt x="12905" y="17862"/>
                  </a:cubicBezTo>
                  <a:cubicBezTo>
                    <a:pt x="12798" y="17862"/>
                    <a:pt x="12691" y="17848"/>
                    <a:pt x="12585" y="17812"/>
                  </a:cubicBezTo>
                  <a:lnTo>
                    <a:pt x="12463" y="17630"/>
                  </a:lnTo>
                  <a:cubicBezTo>
                    <a:pt x="12437" y="17604"/>
                    <a:pt x="12401" y="17595"/>
                    <a:pt x="12365" y="17595"/>
                  </a:cubicBezTo>
                  <a:cubicBezTo>
                    <a:pt x="12316" y="17595"/>
                    <a:pt x="12268" y="17612"/>
                    <a:pt x="12250" y="17630"/>
                  </a:cubicBezTo>
                  <a:cubicBezTo>
                    <a:pt x="12250" y="17660"/>
                    <a:pt x="12281" y="17721"/>
                    <a:pt x="12311" y="17751"/>
                  </a:cubicBezTo>
                  <a:lnTo>
                    <a:pt x="12341" y="17812"/>
                  </a:lnTo>
                  <a:cubicBezTo>
                    <a:pt x="12433" y="17873"/>
                    <a:pt x="12372" y="17964"/>
                    <a:pt x="12311" y="17994"/>
                  </a:cubicBezTo>
                  <a:cubicBezTo>
                    <a:pt x="12250" y="18025"/>
                    <a:pt x="12554" y="18116"/>
                    <a:pt x="12676" y="18146"/>
                  </a:cubicBezTo>
                  <a:cubicBezTo>
                    <a:pt x="12708" y="18154"/>
                    <a:pt x="12737" y="18158"/>
                    <a:pt x="12759" y="18158"/>
                  </a:cubicBezTo>
                  <a:cubicBezTo>
                    <a:pt x="12821" y="18158"/>
                    <a:pt x="12842" y="18130"/>
                    <a:pt x="12797" y="18086"/>
                  </a:cubicBezTo>
                  <a:lnTo>
                    <a:pt x="12676" y="18086"/>
                  </a:lnTo>
                  <a:cubicBezTo>
                    <a:pt x="12676" y="18025"/>
                    <a:pt x="12706" y="17934"/>
                    <a:pt x="12767" y="17903"/>
                  </a:cubicBezTo>
                  <a:lnTo>
                    <a:pt x="12858" y="17964"/>
                  </a:lnTo>
                  <a:cubicBezTo>
                    <a:pt x="12980" y="18055"/>
                    <a:pt x="13132" y="18146"/>
                    <a:pt x="13284" y="18238"/>
                  </a:cubicBezTo>
                  <a:cubicBezTo>
                    <a:pt x="13324" y="18251"/>
                    <a:pt x="13365" y="18265"/>
                    <a:pt x="13398" y="18265"/>
                  </a:cubicBezTo>
                  <a:cubicBezTo>
                    <a:pt x="13438" y="18265"/>
                    <a:pt x="13466" y="18244"/>
                    <a:pt x="13466" y="18177"/>
                  </a:cubicBezTo>
                  <a:cubicBezTo>
                    <a:pt x="13466" y="18055"/>
                    <a:pt x="13618" y="18086"/>
                    <a:pt x="13618" y="18055"/>
                  </a:cubicBezTo>
                  <a:lnTo>
                    <a:pt x="13618" y="17934"/>
                  </a:lnTo>
                  <a:lnTo>
                    <a:pt x="13618" y="17903"/>
                  </a:lnTo>
                  <a:cubicBezTo>
                    <a:pt x="13588" y="17873"/>
                    <a:pt x="13770" y="17842"/>
                    <a:pt x="13831" y="17842"/>
                  </a:cubicBezTo>
                  <a:cubicBezTo>
                    <a:pt x="13892" y="17842"/>
                    <a:pt x="13983" y="18025"/>
                    <a:pt x="13922" y="18086"/>
                  </a:cubicBezTo>
                  <a:cubicBezTo>
                    <a:pt x="13831" y="18116"/>
                    <a:pt x="14013" y="18177"/>
                    <a:pt x="14104" y="18207"/>
                  </a:cubicBezTo>
                  <a:cubicBezTo>
                    <a:pt x="14111" y="18210"/>
                    <a:pt x="14117" y="18212"/>
                    <a:pt x="14123" y="18212"/>
                  </a:cubicBezTo>
                  <a:cubicBezTo>
                    <a:pt x="14171" y="18212"/>
                    <a:pt x="14195" y="18113"/>
                    <a:pt x="14195" y="18086"/>
                  </a:cubicBezTo>
                  <a:cubicBezTo>
                    <a:pt x="14195" y="17994"/>
                    <a:pt x="14195" y="17873"/>
                    <a:pt x="14195" y="17782"/>
                  </a:cubicBezTo>
                  <a:lnTo>
                    <a:pt x="14074" y="17690"/>
                  </a:lnTo>
                  <a:cubicBezTo>
                    <a:pt x="14044" y="17690"/>
                    <a:pt x="14104" y="17599"/>
                    <a:pt x="14135" y="17569"/>
                  </a:cubicBezTo>
                  <a:lnTo>
                    <a:pt x="14195" y="17508"/>
                  </a:lnTo>
                  <a:cubicBezTo>
                    <a:pt x="14287" y="17478"/>
                    <a:pt x="14347" y="17417"/>
                    <a:pt x="14287" y="17417"/>
                  </a:cubicBezTo>
                  <a:lnTo>
                    <a:pt x="14226" y="17417"/>
                  </a:lnTo>
                  <a:cubicBezTo>
                    <a:pt x="14195" y="17417"/>
                    <a:pt x="14408" y="17295"/>
                    <a:pt x="14439" y="17234"/>
                  </a:cubicBezTo>
                  <a:cubicBezTo>
                    <a:pt x="14469" y="17143"/>
                    <a:pt x="14530" y="17083"/>
                    <a:pt x="14591" y="17052"/>
                  </a:cubicBezTo>
                  <a:cubicBezTo>
                    <a:pt x="14594" y="17049"/>
                    <a:pt x="14598" y="17047"/>
                    <a:pt x="14602" y="17047"/>
                  </a:cubicBezTo>
                  <a:cubicBezTo>
                    <a:pt x="14634" y="17047"/>
                    <a:pt x="14682" y="17147"/>
                    <a:pt x="14682" y="17174"/>
                  </a:cubicBezTo>
                  <a:cubicBezTo>
                    <a:pt x="14773" y="17265"/>
                    <a:pt x="14864" y="17295"/>
                    <a:pt x="14986" y="17295"/>
                  </a:cubicBezTo>
                  <a:cubicBezTo>
                    <a:pt x="15138" y="17265"/>
                    <a:pt x="15290" y="17234"/>
                    <a:pt x="15472" y="17204"/>
                  </a:cubicBezTo>
                  <a:lnTo>
                    <a:pt x="15624" y="17174"/>
                  </a:lnTo>
                  <a:cubicBezTo>
                    <a:pt x="15654" y="17174"/>
                    <a:pt x="15654" y="17083"/>
                    <a:pt x="15715" y="17052"/>
                  </a:cubicBezTo>
                  <a:lnTo>
                    <a:pt x="15867" y="17052"/>
                  </a:lnTo>
                  <a:cubicBezTo>
                    <a:pt x="15958" y="17083"/>
                    <a:pt x="16019" y="17174"/>
                    <a:pt x="16110" y="17204"/>
                  </a:cubicBezTo>
                  <a:lnTo>
                    <a:pt x="16262" y="17234"/>
                  </a:lnTo>
                  <a:cubicBezTo>
                    <a:pt x="16293" y="17143"/>
                    <a:pt x="16354" y="17052"/>
                    <a:pt x="16384" y="17052"/>
                  </a:cubicBezTo>
                  <a:cubicBezTo>
                    <a:pt x="16475" y="17098"/>
                    <a:pt x="16566" y="17121"/>
                    <a:pt x="16654" y="17121"/>
                  </a:cubicBezTo>
                  <a:cubicBezTo>
                    <a:pt x="16741" y="17121"/>
                    <a:pt x="16825" y="17098"/>
                    <a:pt x="16901" y="17052"/>
                  </a:cubicBezTo>
                  <a:lnTo>
                    <a:pt x="17022" y="17022"/>
                  </a:lnTo>
                  <a:cubicBezTo>
                    <a:pt x="17053" y="17083"/>
                    <a:pt x="17113" y="17174"/>
                    <a:pt x="17174" y="17204"/>
                  </a:cubicBezTo>
                  <a:cubicBezTo>
                    <a:pt x="17180" y="17207"/>
                    <a:pt x="17188" y="17208"/>
                    <a:pt x="17197" y="17208"/>
                  </a:cubicBezTo>
                  <a:cubicBezTo>
                    <a:pt x="17272" y="17208"/>
                    <a:pt x="17459" y="17129"/>
                    <a:pt x="17585" y="17129"/>
                  </a:cubicBezTo>
                  <a:cubicBezTo>
                    <a:pt x="17614" y="17129"/>
                    <a:pt x="17640" y="17133"/>
                    <a:pt x="17661" y="17143"/>
                  </a:cubicBezTo>
                  <a:cubicBezTo>
                    <a:pt x="17696" y="17161"/>
                    <a:pt x="17714" y="17168"/>
                    <a:pt x="17719" y="17168"/>
                  </a:cubicBezTo>
                  <a:cubicBezTo>
                    <a:pt x="17731" y="17168"/>
                    <a:pt x="17673" y="17125"/>
                    <a:pt x="17630" y="17083"/>
                  </a:cubicBezTo>
                  <a:cubicBezTo>
                    <a:pt x="17569" y="17052"/>
                    <a:pt x="17630" y="17022"/>
                    <a:pt x="17782" y="17022"/>
                  </a:cubicBezTo>
                  <a:lnTo>
                    <a:pt x="17873" y="17022"/>
                  </a:lnTo>
                  <a:cubicBezTo>
                    <a:pt x="17965" y="17022"/>
                    <a:pt x="18086" y="17083"/>
                    <a:pt x="18147" y="17083"/>
                  </a:cubicBezTo>
                  <a:cubicBezTo>
                    <a:pt x="18208" y="17083"/>
                    <a:pt x="18360" y="17052"/>
                    <a:pt x="18360" y="17022"/>
                  </a:cubicBezTo>
                  <a:cubicBezTo>
                    <a:pt x="18360" y="16931"/>
                    <a:pt x="18398" y="16908"/>
                    <a:pt x="18447" y="16908"/>
                  </a:cubicBezTo>
                  <a:cubicBezTo>
                    <a:pt x="18496" y="16908"/>
                    <a:pt x="18557" y="16931"/>
                    <a:pt x="18603" y="16931"/>
                  </a:cubicBezTo>
                  <a:lnTo>
                    <a:pt x="18816" y="16870"/>
                  </a:lnTo>
                  <a:cubicBezTo>
                    <a:pt x="18816" y="16921"/>
                    <a:pt x="18843" y="16940"/>
                    <a:pt x="18879" y="16940"/>
                  </a:cubicBezTo>
                  <a:cubicBezTo>
                    <a:pt x="18928" y="16940"/>
                    <a:pt x="18993" y="16905"/>
                    <a:pt x="19028" y="16870"/>
                  </a:cubicBezTo>
                  <a:cubicBezTo>
                    <a:pt x="19050" y="16848"/>
                    <a:pt x="19083" y="16838"/>
                    <a:pt x="19122" y="16838"/>
                  </a:cubicBezTo>
                  <a:cubicBezTo>
                    <a:pt x="19193" y="16838"/>
                    <a:pt x="19284" y="16872"/>
                    <a:pt x="19363" y="16931"/>
                  </a:cubicBezTo>
                  <a:lnTo>
                    <a:pt x="19758" y="16931"/>
                  </a:lnTo>
                  <a:cubicBezTo>
                    <a:pt x="19804" y="16938"/>
                    <a:pt x="19847" y="16942"/>
                    <a:pt x="19887" y="16942"/>
                  </a:cubicBezTo>
                  <a:cubicBezTo>
                    <a:pt x="20005" y="16942"/>
                    <a:pt x="20085" y="16908"/>
                    <a:pt x="20062" y="16839"/>
                  </a:cubicBezTo>
                  <a:lnTo>
                    <a:pt x="20183" y="16809"/>
                  </a:lnTo>
                  <a:cubicBezTo>
                    <a:pt x="20244" y="16809"/>
                    <a:pt x="20305" y="16748"/>
                    <a:pt x="20366" y="16748"/>
                  </a:cubicBezTo>
                  <a:lnTo>
                    <a:pt x="20396" y="16748"/>
                  </a:lnTo>
                  <a:cubicBezTo>
                    <a:pt x="20400" y="16750"/>
                    <a:pt x="20404" y="16751"/>
                    <a:pt x="20408" y="16751"/>
                  </a:cubicBezTo>
                  <a:cubicBezTo>
                    <a:pt x="20478" y="16751"/>
                    <a:pt x="20647" y="16535"/>
                    <a:pt x="20761" y="16535"/>
                  </a:cubicBezTo>
                  <a:cubicBezTo>
                    <a:pt x="20883" y="16566"/>
                    <a:pt x="21004" y="16596"/>
                    <a:pt x="21095" y="16687"/>
                  </a:cubicBezTo>
                  <a:lnTo>
                    <a:pt x="21095" y="16809"/>
                  </a:lnTo>
                  <a:cubicBezTo>
                    <a:pt x="21072" y="16855"/>
                    <a:pt x="21080" y="16870"/>
                    <a:pt x="21101" y="16870"/>
                  </a:cubicBezTo>
                  <a:cubicBezTo>
                    <a:pt x="21136" y="16870"/>
                    <a:pt x="21209" y="16828"/>
                    <a:pt x="21247" y="16809"/>
                  </a:cubicBezTo>
                  <a:cubicBezTo>
                    <a:pt x="21278" y="16748"/>
                    <a:pt x="21521" y="16596"/>
                    <a:pt x="21551" y="16535"/>
                  </a:cubicBezTo>
                  <a:cubicBezTo>
                    <a:pt x="21561" y="16515"/>
                    <a:pt x="21568" y="16505"/>
                    <a:pt x="21572" y="16505"/>
                  </a:cubicBezTo>
                  <a:lnTo>
                    <a:pt x="21572" y="16505"/>
                  </a:lnTo>
                  <a:cubicBezTo>
                    <a:pt x="21578" y="16505"/>
                    <a:pt x="21572" y="16546"/>
                    <a:pt x="21551" y="16627"/>
                  </a:cubicBezTo>
                  <a:lnTo>
                    <a:pt x="21734" y="16657"/>
                  </a:lnTo>
                  <a:lnTo>
                    <a:pt x="21916" y="16687"/>
                  </a:lnTo>
                  <a:cubicBezTo>
                    <a:pt x="21984" y="16619"/>
                    <a:pt x="22087" y="16585"/>
                    <a:pt x="22198" y="16585"/>
                  </a:cubicBezTo>
                  <a:cubicBezTo>
                    <a:pt x="22235" y="16585"/>
                    <a:pt x="22273" y="16589"/>
                    <a:pt x="22311" y="16596"/>
                  </a:cubicBezTo>
                  <a:lnTo>
                    <a:pt x="22372" y="16657"/>
                  </a:lnTo>
                  <a:cubicBezTo>
                    <a:pt x="22463" y="16718"/>
                    <a:pt x="22524" y="16839"/>
                    <a:pt x="22615" y="16900"/>
                  </a:cubicBezTo>
                  <a:cubicBezTo>
                    <a:pt x="22676" y="16870"/>
                    <a:pt x="22706" y="16839"/>
                    <a:pt x="22676" y="16779"/>
                  </a:cubicBezTo>
                  <a:cubicBezTo>
                    <a:pt x="22676" y="16748"/>
                    <a:pt x="22949" y="16657"/>
                    <a:pt x="23041" y="16627"/>
                  </a:cubicBezTo>
                  <a:cubicBezTo>
                    <a:pt x="23078" y="16614"/>
                    <a:pt x="23121" y="16607"/>
                    <a:pt x="23165" y="16607"/>
                  </a:cubicBezTo>
                  <a:cubicBezTo>
                    <a:pt x="23227" y="16607"/>
                    <a:pt x="23291" y="16621"/>
                    <a:pt x="23345" y="16657"/>
                  </a:cubicBezTo>
                  <a:cubicBezTo>
                    <a:pt x="23390" y="16672"/>
                    <a:pt x="23428" y="16680"/>
                    <a:pt x="23466" y="16680"/>
                  </a:cubicBezTo>
                  <a:cubicBezTo>
                    <a:pt x="23504" y="16680"/>
                    <a:pt x="23542" y="16672"/>
                    <a:pt x="23588" y="16657"/>
                  </a:cubicBezTo>
                  <a:lnTo>
                    <a:pt x="23679" y="16627"/>
                  </a:lnTo>
                  <a:cubicBezTo>
                    <a:pt x="23740" y="16596"/>
                    <a:pt x="23861" y="16566"/>
                    <a:pt x="23861" y="16535"/>
                  </a:cubicBezTo>
                  <a:lnTo>
                    <a:pt x="23831" y="16323"/>
                  </a:lnTo>
                  <a:cubicBezTo>
                    <a:pt x="23953" y="16262"/>
                    <a:pt x="24044" y="16171"/>
                    <a:pt x="24135" y="16049"/>
                  </a:cubicBezTo>
                  <a:lnTo>
                    <a:pt x="24135" y="16049"/>
                  </a:lnTo>
                  <a:cubicBezTo>
                    <a:pt x="24135" y="16049"/>
                    <a:pt x="23861" y="16201"/>
                    <a:pt x="23770" y="16262"/>
                  </a:cubicBezTo>
                  <a:cubicBezTo>
                    <a:pt x="23738" y="16283"/>
                    <a:pt x="23706" y="16293"/>
                    <a:pt x="23677" y="16293"/>
                  </a:cubicBezTo>
                  <a:cubicBezTo>
                    <a:pt x="23626" y="16293"/>
                    <a:pt x="23588" y="16260"/>
                    <a:pt x="23588" y="16201"/>
                  </a:cubicBezTo>
                  <a:lnTo>
                    <a:pt x="23405" y="16231"/>
                  </a:lnTo>
                  <a:lnTo>
                    <a:pt x="23223" y="16231"/>
                  </a:lnTo>
                  <a:cubicBezTo>
                    <a:pt x="23253" y="16140"/>
                    <a:pt x="23314" y="16019"/>
                    <a:pt x="23375" y="15927"/>
                  </a:cubicBezTo>
                  <a:cubicBezTo>
                    <a:pt x="23378" y="15924"/>
                    <a:pt x="23383" y="15923"/>
                    <a:pt x="23388" y="15923"/>
                  </a:cubicBezTo>
                  <a:cubicBezTo>
                    <a:pt x="23431" y="15923"/>
                    <a:pt x="23530" y="16022"/>
                    <a:pt x="23557" y="16049"/>
                  </a:cubicBezTo>
                  <a:cubicBezTo>
                    <a:pt x="23561" y="16052"/>
                    <a:pt x="23568" y="16054"/>
                    <a:pt x="23578" y="16054"/>
                  </a:cubicBezTo>
                  <a:cubicBezTo>
                    <a:pt x="23659" y="16054"/>
                    <a:pt x="23935" y="15955"/>
                    <a:pt x="24044" y="15927"/>
                  </a:cubicBezTo>
                  <a:cubicBezTo>
                    <a:pt x="24076" y="15906"/>
                    <a:pt x="24112" y="15896"/>
                    <a:pt x="24148" y="15896"/>
                  </a:cubicBezTo>
                  <a:cubicBezTo>
                    <a:pt x="24213" y="15896"/>
                    <a:pt x="24278" y="15929"/>
                    <a:pt x="24317" y="15988"/>
                  </a:cubicBezTo>
                  <a:cubicBezTo>
                    <a:pt x="24317" y="16019"/>
                    <a:pt x="24591" y="16019"/>
                    <a:pt x="24652" y="16079"/>
                  </a:cubicBezTo>
                  <a:cubicBezTo>
                    <a:pt x="24682" y="16140"/>
                    <a:pt x="24652" y="16201"/>
                    <a:pt x="24560" y="16201"/>
                  </a:cubicBezTo>
                  <a:lnTo>
                    <a:pt x="24469" y="16201"/>
                  </a:lnTo>
                  <a:lnTo>
                    <a:pt x="24044" y="16292"/>
                  </a:lnTo>
                  <a:cubicBezTo>
                    <a:pt x="24155" y="16381"/>
                    <a:pt x="24283" y="16438"/>
                    <a:pt x="24414" y="16438"/>
                  </a:cubicBezTo>
                  <a:cubicBezTo>
                    <a:pt x="24463" y="16438"/>
                    <a:pt x="24512" y="16430"/>
                    <a:pt x="24560" y="16414"/>
                  </a:cubicBezTo>
                  <a:cubicBezTo>
                    <a:pt x="24593" y="16406"/>
                    <a:pt x="24626" y="16402"/>
                    <a:pt x="24658" y="16402"/>
                  </a:cubicBezTo>
                  <a:cubicBezTo>
                    <a:pt x="24745" y="16402"/>
                    <a:pt x="24828" y="16430"/>
                    <a:pt x="24895" y="16475"/>
                  </a:cubicBezTo>
                  <a:cubicBezTo>
                    <a:pt x="24906" y="16486"/>
                    <a:pt x="24918" y="16491"/>
                    <a:pt x="24929" y="16491"/>
                  </a:cubicBezTo>
                  <a:cubicBezTo>
                    <a:pt x="24978" y="16491"/>
                    <a:pt x="25022" y="16402"/>
                    <a:pt x="25047" y="16353"/>
                  </a:cubicBezTo>
                  <a:cubicBezTo>
                    <a:pt x="25047" y="16328"/>
                    <a:pt x="25051" y="16317"/>
                    <a:pt x="25059" y="16317"/>
                  </a:cubicBezTo>
                  <a:cubicBezTo>
                    <a:pt x="25080" y="16317"/>
                    <a:pt x="25124" y="16395"/>
                    <a:pt x="25168" y="16505"/>
                  </a:cubicBezTo>
                  <a:lnTo>
                    <a:pt x="25229" y="16627"/>
                  </a:lnTo>
                  <a:cubicBezTo>
                    <a:pt x="25260" y="16657"/>
                    <a:pt x="25290" y="16687"/>
                    <a:pt x="25351" y="16687"/>
                  </a:cubicBezTo>
                  <a:cubicBezTo>
                    <a:pt x="25472" y="16657"/>
                    <a:pt x="25381" y="16657"/>
                    <a:pt x="25351" y="16596"/>
                  </a:cubicBezTo>
                  <a:cubicBezTo>
                    <a:pt x="25320" y="16535"/>
                    <a:pt x="25351" y="16475"/>
                    <a:pt x="25442" y="16444"/>
                  </a:cubicBezTo>
                  <a:cubicBezTo>
                    <a:pt x="25507" y="16444"/>
                    <a:pt x="25526" y="16522"/>
                    <a:pt x="25586" y="16522"/>
                  </a:cubicBezTo>
                  <a:cubicBezTo>
                    <a:pt x="25611" y="16522"/>
                    <a:pt x="25642" y="16509"/>
                    <a:pt x="25685" y="16475"/>
                  </a:cubicBezTo>
                  <a:cubicBezTo>
                    <a:pt x="25731" y="16459"/>
                    <a:pt x="25784" y="16452"/>
                    <a:pt x="25841" y="16452"/>
                  </a:cubicBezTo>
                  <a:cubicBezTo>
                    <a:pt x="25898" y="16452"/>
                    <a:pt x="25959" y="16459"/>
                    <a:pt x="26019" y="16475"/>
                  </a:cubicBezTo>
                  <a:cubicBezTo>
                    <a:pt x="26050" y="16490"/>
                    <a:pt x="26080" y="16497"/>
                    <a:pt x="26111" y="16497"/>
                  </a:cubicBezTo>
                  <a:cubicBezTo>
                    <a:pt x="26141" y="16497"/>
                    <a:pt x="26171" y="16490"/>
                    <a:pt x="26202" y="16475"/>
                  </a:cubicBezTo>
                  <a:cubicBezTo>
                    <a:pt x="26263" y="16459"/>
                    <a:pt x="26331" y="16452"/>
                    <a:pt x="26399" y="16452"/>
                  </a:cubicBezTo>
                  <a:cubicBezTo>
                    <a:pt x="26468" y="16452"/>
                    <a:pt x="26536" y="16459"/>
                    <a:pt x="26597" y="16475"/>
                  </a:cubicBezTo>
                  <a:cubicBezTo>
                    <a:pt x="26623" y="16485"/>
                    <a:pt x="26648" y="16489"/>
                    <a:pt x="26671" y="16489"/>
                  </a:cubicBezTo>
                  <a:cubicBezTo>
                    <a:pt x="26759" y="16489"/>
                    <a:pt x="26830" y="16430"/>
                    <a:pt x="26918" y="16430"/>
                  </a:cubicBezTo>
                  <a:cubicBezTo>
                    <a:pt x="26941" y="16430"/>
                    <a:pt x="26966" y="16434"/>
                    <a:pt x="26992" y="16444"/>
                  </a:cubicBezTo>
                  <a:lnTo>
                    <a:pt x="27083" y="16475"/>
                  </a:lnTo>
                  <a:cubicBezTo>
                    <a:pt x="27174" y="16475"/>
                    <a:pt x="27266" y="16444"/>
                    <a:pt x="27357" y="16414"/>
                  </a:cubicBezTo>
                  <a:lnTo>
                    <a:pt x="27387" y="16383"/>
                  </a:lnTo>
                  <a:cubicBezTo>
                    <a:pt x="27418" y="16353"/>
                    <a:pt x="27478" y="16323"/>
                    <a:pt x="27509" y="16323"/>
                  </a:cubicBezTo>
                  <a:lnTo>
                    <a:pt x="27661" y="16353"/>
                  </a:lnTo>
                  <a:cubicBezTo>
                    <a:pt x="27722" y="16383"/>
                    <a:pt x="27790" y="16399"/>
                    <a:pt x="27855" y="16399"/>
                  </a:cubicBezTo>
                  <a:cubicBezTo>
                    <a:pt x="27919" y="16399"/>
                    <a:pt x="27980" y="16383"/>
                    <a:pt x="28026" y="16353"/>
                  </a:cubicBezTo>
                  <a:cubicBezTo>
                    <a:pt x="28034" y="16345"/>
                    <a:pt x="28046" y="16341"/>
                    <a:pt x="28062" y="16341"/>
                  </a:cubicBezTo>
                  <a:cubicBezTo>
                    <a:pt x="28105" y="16341"/>
                    <a:pt x="28172" y="16369"/>
                    <a:pt x="28238" y="16414"/>
                  </a:cubicBezTo>
                  <a:lnTo>
                    <a:pt x="28329" y="16475"/>
                  </a:lnTo>
                  <a:lnTo>
                    <a:pt x="28360" y="16475"/>
                  </a:lnTo>
                  <a:cubicBezTo>
                    <a:pt x="28421" y="16475"/>
                    <a:pt x="28481" y="16414"/>
                    <a:pt x="28481" y="16383"/>
                  </a:cubicBezTo>
                  <a:lnTo>
                    <a:pt x="28481" y="16323"/>
                  </a:lnTo>
                  <a:cubicBezTo>
                    <a:pt x="28481" y="16307"/>
                    <a:pt x="28474" y="16307"/>
                    <a:pt x="28466" y="16307"/>
                  </a:cubicBezTo>
                  <a:cubicBezTo>
                    <a:pt x="28459" y="16307"/>
                    <a:pt x="28451" y="16307"/>
                    <a:pt x="28451" y="16292"/>
                  </a:cubicBezTo>
                  <a:cubicBezTo>
                    <a:pt x="28451" y="16262"/>
                    <a:pt x="28421" y="16231"/>
                    <a:pt x="28451" y="16231"/>
                  </a:cubicBezTo>
                  <a:lnTo>
                    <a:pt x="28542" y="16231"/>
                  </a:lnTo>
                  <a:lnTo>
                    <a:pt x="28633" y="16353"/>
                  </a:lnTo>
                  <a:cubicBezTo>
                    <a:pt x="28785" y="16535"/>
                    <a:pt x="28785" y="16657"/>
                    <a:pt x="28664" y="16657"/>
                  </a:cubicBezTo>
                  <a:lnTo>
                    <a:pt x="28603" y="16657"/>
                  </a:lnTo>
                  <a:cubicBezTo>
                    <a:pt x="28573" y="16657"/>
                    <a:pt x="28542" y="16687"/>
                    <a:pt x="28512" y="16718"/>
                  </a:cubicBezTo>
                  <a:cubicBezTo>
                    <a:pt x="28481" y="16809"/>
                    <a:pt x="28603" y="16809"/>
                    <a:pt x="28694" y="16809"/>
                  </a:cubicBezTo>
                  <a:lnTo>
                    <a:pt x="28725" y="16809"/>
                  </a:lnTo>
                  <a:cubicBezTo>
                    <a:pt x="28816" y="16809"/>
                    <a:pt x="28907" y="16779"/>
                    <a:pt x="28968" y="16718"/>
                  </a:cubicBezTo>
                  <a:lnTo>
                    <a:pt x="29089" y="16779"/>
                  </a:lnTo>
                  <a:cubicBezTo>
                    <a:pt x="29120" y="16779"/>
                    <a:pt x="29181" y="16779"/>
                    <a:pt x="29211" y="16748"/>
                  </a:cubicBezTo>
                  <a:cubicBezTo>
                    <a:pt x="29241" y="16718"/>
                    <a:pt x="29241" y="16687"/>
                    <a:pt x="29211" y="16657"/>
                  </a:cubicBezTo>
                  <a:cubicBezTo>
                    <a:pt x="29181" y="16627"/>
                    <a:pt x="29150" y="16596"/>
                    <a:pt x="29089" y="16566"/>
                  </a:cubicBezTo>
                  <a:cubicBezTo>
                    <a:pt x="29029" y="16505"/>
                    <a:pt x="28877" y="16566"/>
                    <a:pt x="28937" y="16414"/>
                  </a:cubicBezTo>
                  <a:lnTo>
                    <a:pt x="28968" y="16353"/>
                  </a:lnTo>
                  <a:cubicBezTo>
                    <a:pt x="28983" y="16330"/>
                    <a:pt x="29005" y="16320"/>
                    <a:pt x="29030" y="16320"/>
                  </a:cubicBezTo>
                  <a:cubicBezTo>
                    <a:pt x="29101" y="16320"/>
                    <a:pt x="29196" y="16399"/>
                    <a:pt x="29241" y="16444"/>
                  </a:cubicBezTo>
                  <a:cubicBezTo>
                    <a:pt x="29250" y="16470"/>
                    <a:pt x="29276" y="16481"/>
                    <a:pt x="29314" y="16481"/>
                  </a:cubicBezTo>
                  <a:cubicBezTo>
                    <a:pt x="29412" y="16481"/>
                    <a:pt x="29592" y="16410"/>
                    <a:pt x="29788" y="16323"/>
                  </a:cubicBezTo>
                  <a:lnTo>
                    <a:pt x="30062" y="16292"/>
                  </a:lnTo>
                  <a:lnTo>
                    <a:pt x="30366" y="16262"/>
                  </a:lnTo>
                  <a:cubicBezTo>
                    <a:pt x="30396" y="16079"/>
                    <a:pt x="30396" y="15897"/>
                    <a:pt x="30366" y="15715"/>
                  </a:cubicBezTo>
                  <a:cubicBezTo>
                    <a:pt x="30366" y="15684"/>
                    <a:pt x="30457" y="15624"/>
                    <a:pt x="30640" y="15593"/>
                  </a:cubicBezTo>
                  <a:lnTo>
                    <a:pt x="30700" y="15715"/>
                  </a:lnTo>
                  <a:cubicBezTo>
                    <a:pt x="30731" y="15745"/>
                    <a:pt x="30670" y="15775"/>
                    <a:pt x="30670" y="15836"/>
                  </a:cubicBezTo>
                  <a:cubicBezTo>
                    <a:pt x="30670" y="15897"/>
                    <a:pt x="30670" y="15958"/>
                    <a:pt x="30700" y="16019"/>
                  </a:cubicBezTo>
                  <a:cubicBezTo>
                    <a:pt x="30700" y="16079"/>
                    <a:pt x="30731" y="16171"/>
                    <a:pt x="30761" y="16171"/>
                  </a:cubicBezTo>
                  <a:cubicBezTo>
                    <a:pt x="30761" y="16171"/>
                    <a:pt x="30700" y="16201"/>
                    <a:pt x="30670" y="16201"/>
                  </a:cubicBezTo>
                  <a:lnTo>
                    <a:pt x="30579" y="16231"/>
                  </a:lnTo>
                  <a:cubicBezTo>
                    <a:pt x="30488" y="16292"/>
                    <a:pt x="30518" y="16475"/>
                    <a:pt x="30548" y="16535"/>
                  </a:cubicBezTo>
                  <a:cubicBezTo>
                    <a:pt x="30553" y="16540"/>
                    <a:pt x="30560" y="16543"/>
                    <a:pt x="30568" y="16543"/>
                  </a:cubicBezTo>
                  <a:cubicBezTo>
                    <a:pt x="30608" y="16543"/>
                    <a:pt x="30680" y="16480"/>
                    <a:pt x="30731" y="16353"/>
                  </a:cubicBezTo>
                  <a:lnTo>
                    <a:pt x="30913" y="16292"/>
                  </a:lnTo>
                  <a:cubicBezTo>
                    <a:pt x="30916" y="16290"/>
                    <a:pt x="30918" y="16289"/>
                    <a:pt x="30922" y="16289"/>
                  </a:cubicBezTo>
                  <a:cubicBezTo>
                    <a:pt x="30944" y="16289"/>
                    <a:pt x="30984" y="16344"/>
                    <a:pt x="31017" y="16344"/>
                  </a:cubicBezTo>
                  <a:cubicBezTo>
                    <a:pt x="31037" y="16344"/>
                    <a:pt x="31055" y="16324"/>
                    <a:pt x="31065" y="16262"/>
                  </a:cubicBezTo>
                  <a:cubicBezTo>
                    <a:pt x="31096" y="16201"/>
                    <a:pt x="31187" y="16140"/>
                    <a:pt x="31278" y="16079"/>
                  </a:cubicBezTo>
                  <a:cubicBezTo>
                    <a:pt x="31308" y="16064"/>
                    <a:pt x="31354" y="16057"/>
                    <a:pt x="31392" y="16057"/>
                  </a:cubicBezTo>
                  <a:cubicBezTo>
                    <a:pt x="31430" y="16057"/>
                    <a:pt x="31460" y="16064"/>
                    <a:pt x="31460" y="16079"/>
                  </a:cubicBezTo>
                  <a:cubicBezTo>
                    <a:pt x="31491" y="16110"/>
                    <a:pt x="31399" y="16171"/>
                    <a:pt x="31399" y="16231"/>
                  </a:cubicBezTo>
                  <a:cubicBezTo>
                    <a:pt x="31430" y="16262"/>
                    <a:pt x="31582" y="16262"/>
                    <a:pt x="31612" y="16262"/>
                  </a:cubicBezTo>
                  <a:cubicBezTo>
                    <a:pt x="31643" y="16262"/>
                    <a:pt x="31825" y="16049"/>
                    <a:pt x="31886" y="15988"/>
                  </a:cubicBezTo>
                  <a:cubicBezTo>
                    <a:pt x="31910" y="15980"/>
                    <a:pt x="31937" y="15976"/>
                    <a:pt x="31964" y="15976"/>
                  </a:cubicBezTo>
                  <a:cubicBezTo>
                    <a:pt x="32038" y="15976"/>
                    <a:pt x="32115" y="16005"/>
                    <a:pt x="32159" y="16049"/>
                  </a:cubicBezTo>
                  <a:lnTo>
                    <a:pt x="32220" y="16110"/>
                  </a:lnTo>
                  <a:cubicBezTo>
                    <a:pt x="32251" y="16140"/>
                    <a:pt x="32311" y="16201"/>
                    <a:pt x="32342" y="16201"/>
                  </a:cubicBezTo>
                  <a:cubicBezTo>
                    <a:pt x="32433" y="16171"/>
                    <a:pt x="32433" y="16079"/>
                    <a:pt x="32372" y="16019"/>
                  </a:cubicBezTo>
                  <a:cubicBezTo>
                    <a:pt x="32281" y="15988"/>
                    <a:pt x="32311" y="15897"/>
                    <a:pt x="32372" y="15867"/>
                  </a:cubicBezTo>
                  <a:cubicBezTo>
                    <a:pt x="32378" y="15861"/>
                    <a:pt x="32386" y="15859"/>
                    <a:pt x="32397" y="15859"/>
                  </a:cubicBezTo>
                  <a:cubicBezTo>
                    <a:pt x="32444" y="15859"/>
                    <a:pt x="32530" y="15908"/>
                    <a:pt x="32555" y="15958"/>
                  </a:cubicBezTo>
                  <a:lnTo>
                    <a:pt x="32615" y="15988"/>
                  </a:lnTo>
                  <a:cubicBezTo>
                    <a:pt x="32615" y="16049"/>
                    <a:pt x="32646" y="16110"/>
                    <a:pt x="32646" y="16140"/>
                  </a:cubicBezTo>
                  <a:cubicBezTo>
                    <a:pt x="32767" y="16201"/>
                    <a:pt x="32858" y="16262"/>
                    <a:pt x="32980" y="16323"/>
                  </a:cubicBezTo>
                  <a:lnTo>
                    <a:pt x="33132" y="16353"/>
                  </a:lnTo>
                  <a:lnTo>
                    <a:pt x="33345" y="16383"/>
                  </a:lnTo>
                  <a:cubicBezTo>
                    <a:pt x="33436" y="16292"/>
                    <a:pt x="33436" y="16171"/>
                    <a:pt x="33406" y="16140"/>
                  </a:cubicBezTo>
                  <a:cubicBezTo>
                    <a:pt x="33375" y="16140"/>
                    <a:pt x="33345" y="15958"/>
                    <a:pt x="33406" y="15927"/>
                  </a:cubicBezTo>
                  <a:cubicBezTo>
                    <a:pt x="33410" y="15923"/>
                    <a:pt x="33416" y="15921"/>
                    <a:pt x="33424" y="15921"/>
                  </a:cubicBezTo>
                  <a:cubicBezTo>
                    <a:pt x="33475" y="15921"/>
                    <a:pt x="33592" y="15997"/>
                    <a:pt x="33618" y="16049"/>
                  </a:cubicBezTo>
                  <a:cubicBezTo>
                    <a:pt x="33626" y="16057"/>
                    <a:pt x="33635" y="16060"/>
                    <a:pt x="33646" y="16060"/>
                  </a:cubicBezTo>
                  <a:cubicBezTo>
                    <a:pt x="33679" y="16060"/>
                    <a:pt x="33725" y="16026"/>
                    <a:pt x="33770" y="15958"/>
                  </a:cubicBezTo>
                  <a:lnTo>
                    <a:pt x="33801" y="15958"/>
                  </a:lnTo>
                  <a:lnTo>
                    <a:pt x="33983" y="15927"/>
                  </a:lnTo>
                  <a:cubicBezTo>
                    <a:pt x="33983" y="16019"/>
                    <a:pt x="34196" y="16323"/>
                    <a:pt x="34317" y="16353"/>
                  </a:cubicBezTo>
                  <a:cubicBezTo>
                    <a:pt x="34469" y="16353"/>
                    <a:pt x="34591" y="16049"/>
                    <a:pt x="34561" y="15927"/>
                  </a:cubicBezTo>
                  <a:cubicBezTo>
                    <a:pt x="34547" y="15874"/>
                    <a:pt x="34557" y="15850"/>
                    <a:pt x="34581" y="15850"/>
                  </a:cubicBezTo>
                  <a:cubicBezTo>
                    <a:pt x="34610" y="15850"/>
                    <a:pt x="34661" y="15890"/>
                    <a:pt x="34713" y="15958"/>
                  </a:cubicBezTo>
                  <a:lnTo>
                    <a:pt x="35077" y="15958"/>
                  </a:lnTo>
                  <a:cubicBezTo>
                    <a:pt x="35260" y="15927"/>
                    <a:pt x="35442" y="15897"/>
                    <a:pt x="35624" y="15836"/>
                  </a:cubicBezTo>
                  <a:lnTo>
                    <a:pt x="35685" y="15867"/>
                  </a:lnTo>
                  <a:cubicBezTo>
                    <a:pt x="35741" y="15894"/>
                    <a:pt x="35785" y="15905"/>
                    <a:pt x="35823" y="15905"/>
                  </a:cubicBezTo>
                  <a:cubicBezTo>
                    <a:pt x="35910" y="15905"/>
                    <a:pt x="35965" y="15848"/>
                    <a:pt x="36050" y="15806"/>
                  </a:cubicBezTo>
                  <a:cubicBezTo>
                    <a:pt x="36050" y="15800"/>
                    <a:pt x="36052" y="15797"/>
                    <a:pt x="36057" y="15797"/>
                  </a:cubicBezTo>
                  <a:cubicBezTo>
                    <a:pt x="36073" y="15797"/>
                    <a:pt x="36117" y="15836"/>
                    <a:pt x="36141" y="15836"/>
                  </a:cubicBezTo>
                  <a:lnTo>
                    <a:pt x="36232" y="15867"/>
                  </a:lnTo>
                  <a:cubicBezTo>
                    <a:pt x="36293" y="15806"/>
                    <a:pt x="36354" y="15715"/>
                    <a:pt x="36384" y="15715"/>
                  </a:cubicBezTo>
                  <a:cubicBezTo>
                    <a:pt x="36445" y="15715"/>
                    <a:pt x="36476" y="15745"/>
                    <a:pt x="36506" y="15775"/>
                  </a:cubicBezTo>
                  <a:cubicBezTo>
                    <a:pt x="36506" y="15806"/>
                    <a:pt x="36415" y="15988"/>
                    <a:pt x="36506" y="16049"/>
                  </a:cubicBezTo>
                  <a:cubicBezTo>
                    <a:pt x="36521" y="16064"/>
                    <a:pt x="36533" y="16070"/>
                    <a:pt x="36545" y="16070"/>
                  </a:cubicBezTo>
                  <a:cubicBezTo>
                    <a:pt x="36581" y="16070"/>
                    <a:pt x="36604" y="16011"/>
                    <a:pt x="36628" y="15988"/>
                  </a:cubicBezTo>
                  <a:cubicBezTo>
                    <a:pt x="36658" y="15927"/>
                    <a:pt x="36688" y="15867"/>
                    <a:pt x="36719" y="15806"/>
                  </a:cubicBezTo>
                  <a:cubicBezTo>
                    <a:pt x="36749" y="15745"/>
                    <a:pt x="36810" y="15654"/>
                    <a:pt x="36840" y="15593"/>
                  </a:cubicBezTo>
                  <a:cubicBezTo>
                    <a:pt x="36848" y="15585"/>
                    <a:pt x="36865" y="15581"/>
                    <a:pt x="36888" y="15581"/>
                  </a:cubicBezTo>
                  <a:cubicBezTo>
                    <a:pt x="36950" y="15581"/>
                    <a:pt x="37055" y="15609"/>
                    <a:pt x="37144" y="15654"/>
                  </a:cubicBezTo>
                  <a:lnTo>
                    <a:pt x="37266" y="15745"/>
                  </a:lnTo>
                  <a:cubicBezTo>
                    <a:pt x="37254" y="15781"/>
                    <a:pt x="37228" y="15793"/>
                    <a:pt x="37199" y="15793"/>
                  </a:cubicBezTo>
                  <a:cubicBezTo>
                    <a:pt x="37154" y="15793"/>
                    <a:pt x="37102" y="15764"/>
                    <a:pt x="37083" y="15745"/>
                  </a:cubicBezTo>
                  <a:cubicBezTo>
                    <a:pt x="37075" y="15736"/>
                    <a:pt x="37058" y="15733"/>
                    <a:pt x="37038" y="15733"/>
                  </a:cubicBezTo>
                  <a:cubicBezTo>
                    <a:pt x="36990" y="15733"/>
                    <a:pt x="36923" y="15754"/>
                    <a:pt x="36901" y="15775"/>
                  </a:cubicBezTo>
                  <a:cubicBezTo>
                    <a:pt x="36871" y="15806"/>
                    <a:pt x="37023" y="15927"/>
                    <a:pt x="37114" y="15958"/>
                  </a:cubicBezTo>
                  <a:cubicBezTo>
                    <a:pt x="37138" y="15966"/>
                    <a:pt x="37163" y="15970"/>
                    <a:pt x="37187" y="15970"/>
                  </a:cubicBezTo>
                  <a:cubicBezTo>
                    <a:pt x="37254" y="15970"/>
                    <a:pt x="37321" y="15942"/>
                    <a:pt x="37387" y="15897"/>
                  </a:cubicBezTo>
                  <a:lnTo>
                    <a:pt x="37448" y="15836"/>
                  </a:lnTo>
                  <a:cubicBezTo>
                    <a:pt x="37509" y="15806"/>
                    <a:pt x="37600" y="15775"/>
                    <a:pt x="37631" y="15775"/>
                  </a:cubicBezTo>
                  <a:lnTo>
                    <a:pt x="37661" y="15836"/>
                  </a:lnTo>
                  <a:cubicBezTo>
                    <a:pt x="37665" y="15845"/>
                    <a:pt x="37671" y="15848"/>
                    <a:pt x="37678" y="15848"/>
                  </a:cubicBezTo>
                  <a:cubicBezTo>
                    <a:pt x="37723" y="15848"/>
                    <a:pt x="37821" y="15698"/>
                    <a:pt x="37874" y="15593"/>
                  </a:cubicBezTo>
                  <a:cubicBezTo>
                    <a:pt x="37881" y="15573"/>
                    <a:pt x="37892" y="15563"/>
                    <a:pt x="37907" y="15563"/>
                  </a:cubicBezTo>
                  <a:cubicBezTo>
                    <a:pt x="37960" y="15563"/>
                    <a:pt x="38060" y="15678"/>
                    <a:pt x="38178" y="15867"/>
                  </a:cubicBezTo>
                  <a:lnTo>
                    <a:pt x="38573" y="15867"/>
                  </a:lnTo>
                  <a:cubicBezTo>
                    <a:pt x="38786" y="15775"/>
                    <a:pt x="39029" y="15745"/>
                    <a:pt x="39242" y="15745"/>
                  </a:cubicBezTo>
                  <a:cubicBezTo>
                    <a:pt x="39258" y="15751"/>
                    <a:pt x="39275" y="15753"/>
                    <a:pt x="39291" y="15753"/>
                  </a:cubicBezTo>
                  <a:cubicBezTo>
                    <a:pt x="39363" y="15753"/>
                    <a:pt x="39424" y="15704"/>
                    <a:pt x="39424" y="15654"/>
                  </a:cubicBezTo>
                  <a:lnTo>
                    <a:pt x="39394" y="15593"/>
                  </a:lnTo>
                  <a:lnTo>
                    <a:pt x="39363" y="15563"/>
                  </a:lnTo>
                  <a:cubicBezTo>
                    <a:pt x="39287" y="15537"/>
                    <a:pt x="39508" y="15427"/>
                    <a:pt x="39671" y="15427"/>
                  </a:cubicBezTo>
                  <a:cubicBezTo>
                    <a:pt x="39704" y="15427"/>
                    <a:pt x="39733" y="15431"/>
                    <a:pt x="39758" y="15441"/>
                  </a:cubicBezTo>
                  <a:cubicBezTo>
                    <a:pt x="39880" y="15472"/>
                    <a:pt x="39971" y="15532"/>
                    <a:pt x="39941" y="15563"/>
                  </a:cubicBezTo>
                  <a:cubicBezTo>
                    <a:pt x="40009" y="15631"/>
                    <a:pt x="40077" y="15665"/>
                    <a:pt x="40159" y="15665"/>
                  </a:cubicBezTo>
                  <a:cubicBezTo>
                    <a:pt x="40186" y="15665"/>
                    <a:pt x="40214" y="15662"/>
                    <a:pt x="40245" y="15654"/>
                  </a:cubicBezTo>
                  <a:cubicBezTo>
                    <a:pt x="40300" y="15598"/>
                    <a:pt x="40356" y="15542"/>
                    <a:pt x="40426" y="15542"/>
                  </a:cubicBezTo>
                  <a:cubicBezTo>
                    <a:pt x="40470" y="15542"/>
                    <a:pt x="40520" y="15565"/>
                    <a:pt x="40579" y="15624"/>
                  </a:cubicBezTo>
                  <a:cubicBezTo>
                    <a:pt x="40585" y="15630"/>
                    <a:pt x="40596" y="15632"/>
                    <a:pt x="40610" y="15632"/>
                  </a:cubicBezTo>
                  <a:cubicBezTo>
                    <a:pt x="40668" y="15632"/>
                    <a:pt x="40780" y="15593"/>
                    <a:pt x="40853" y="15593"/>
                  </a:cubicBezTo>
                  <a:cubicBezTo>
                    <a:pt x="40913" y="15563"/>
                    <a:pt x="40974" y="15563"/>
                    <a:pt x="41035" y="15563"/>
                  </a:cubicBezTo>
                  <a:cubicBezTo>
                    <a:pt x="41065" y="15563"/>
                    <a:pt x="41126" y="15563"/>
                    <a:pt x="41126" y="15593"/>
                  </a:cubicBezTo>
                  <a:cubicBezTo>
                    <a:pt x="41156" y="15654"/>
                    <a:pt x="41126" y="15684"/>
                    <a:pt x="41096" y="15715"/>
                  </a:cubicBezTo>
                  <a:lnTo>
                    <a:pt x="41005" y="15745"/>
                  </a:lnTo>
                  <a:cubicBezTo>
                    <a:pt x="40913" y="15806"/>
                    <a:pt x="40944" y="15867"/>
                    <a:pt x="41126" y="15897"/>
                  </a:cubicBezTo>
                  <a:lnTo>
                    <a:pt x="41217" y="15775"/>
                  </a:lnTo>
                  <a:cubicBezTo>
                    <a:pt x="41238" y="15775"/>
                    <a:pt x="41258" y="15735"/>
                    <a:pt x="41296" y="15735"/>
                  </a:cubicBezTo>
                  <a:cubicBezTo>
                    <a:pt x="41315" y="15735"/>
                    <a:pt x="41339" y="15745"/>
                    <a:pt x="41369" y="15775"/>
                  </a:cubicBezTo>
                  <a:lnTo>
                    <a:pt x="41369" y="15806"/>
                  </a:lnTo>
                  <a:cubicBezTo>
                    <a:pt x="41400" y="15867"/>
                    <a:pt x="41400" y="15897"/>
                    <a:pt x="41369" y="15958"/>
                  </a:cubicBezTo>
                  <a:lnTo>
                    <a:pt x="41491" y="15958"/>
                  </a:lnTo>
                  <a:cubicBezTo>
                    <a:pt x="41552" y="15897"/>
                    <a:pt x="41582" y="15806"/>
                    <a:pt x="41582" y="15715"/>
                  </a:cubicBezTo>
                  <a:cubicBezTo>
                    <a:pt x="41582" y="15654"/>
                    <a:pt x="41704" y="15654"/>
                    <a:pt x="41825" y="15654"/>
                  </a:cubicBezTo>
                  <a:lnTo>
                    <a:pt x="41856" y="15684"/>
                  </a:lnTo>
                  <a:cubicBezTo>
                    <a:pt x="41916" y="15745"/>
                    <a:pt x="41856" y="15806"/>
                    <a:pt x="41734" y="15806"/>
                  </a:cubicBezTo>
                  <a:lnTo>
                    <a:pt x="41704" y="15806"/>
                  </a:lnTo>
                  <a:cubicBezTo>
                    <a:pt x="41673" y="15867"/>
                    <a:pt x="41734" y="15958"/>
                    <a:pt x="41825" y="15958"/>
                  </a:cubicBezTo>
                  <a:cubicBezTo>
                    <a:pt x="41845" y="15927"/>
                    <a:pt x="41866" y="15917"/>
                    <a:pt x="41886" y="15917"/>
                  </a:cubicBezTo>
                  <a:cubicBezTo>
                    <a:pt x="41927" y="15917"/>
                    <a:pt x="41967" y="15958"/>
                    <a:pt x="42008" y="15958"/>
                  </a:cubicBezTo>
                  <a:lnTo>
                    <a:pt x="42068" y="15958"/>
                  </a:lnTo>
                  <a:cubicBezTo>
                    <a:pt x="42190" y="15927"/>
                    <a:pt x="42281" y="15867"/>
                    <a:pt x="42342" y="15806"/>
                  </a:cubicBezTo>
                  <a:lnTo>
                    <a:pt x="42464" y="15836"/>
                  </a:lnTo>
                  <a:lnTo>
                    <a:pt x="42676" y="15897"/>
                  </a:lnTo>
                  <a:cubicBezTo>
                    <a:pt x="42980" y="15897"/>
                    <a:pt x="42980" y="15684"/>
                    <a:pt x="42980" y="15593"/>
                  </a:cubicBezTo>
                  <a:cubicBezTo>
                    <a:pt x="42980" y="15441"/>
                    <a:pt x="42980" y="15289"/>
                    <a:pt x="42950" y="15137"/>
                  </a:cubicBezTo>
                  <a:cubicBezTo>
                    <a:pt x="42919" y="15076"/>
                    <a:pt x="42980" y="14955"/>
                    <a:pt x="43071" y="14924"/>
                  </a:cubicBezTo>
                  <a:lnTo>
                    <a:pt x="43163" y="14894"/>
                  </a:lnTo>
                  <a:cubicBezTo>
                    <a:pt x="43178" y="14879"/>
                    <a:pt x="43185" y="14871"/>
                    <a:pt x="43193" y="14871"/>
                  </a:cubicBezTo>
                  <a:cubicBezTo>
                    <a:pt x="43201" y="14871"/>
                    <a:pt x="43208" y="14879"/>
                    <a:pt x="43223" y="14894"/>
                  </a:cubicBezTo>
                  <a:cubicBezTo>
                    <a:pt x="43254" y="14894"/>
                    <a:pt x="43284" y="14894"/>
                    <a:pt x="43284" y="14924"/>
                  </a:cubicBezTo>
                  <a:cubicBezTo>
                    <a:pt x="43315" y="14985"/>
                    <a:pt x="43345" y="15076"/>
                    <a:pt x="43406" y="15137"/>
                  </a:cubicBezTo>
                  <a:cubicBezTo>
                    <a:pt x="43436" y="15168"/>
                    <a:pt x="43497" y="15198"/>
                    <a:pt x="43558" y="15198"/>
                  </a:cubicBezTo>
                  <a:lnTo>
                    <a:pt x="43649" y="15228"/>
                  </a:lnTo>
                  <a:cubicBezTo>
                    <a:pt x="43675" y="15234"/>
                    <a:pt x="43698" y="15236"/>
                    <a:pt x="43717" y="15236"/>
                  </a:cubicBezTo>
                  <a:cubicBezTo>
                    <a:pt x="43809" y="15236"/>
                    <a:pt x="43821" y="15177"/>
                    <a:pt x="43771" y="15076"/>
                  </a:cubicBezTo>
                  <a:lnTo>
                    <a:pt x="43710" y="14985"/>
                  </a:lnTo>
                  <a:cubicBezTo>
                    <a:pt x="43801" y="14894"/>
                    <a:pt x="43892" y="14864"/>
                    <a:pt x="43983" y="14833"/>
                  </a:cubicBezTo>
                  <a:lnTo>
                    <a:pt x="44135" y="14864"/>
                  </a:lnTo>
                  <a:lnTo>
                    <a:pt x="44287" y="14924"/>
                  </a:lnTo>
                  <a:cubicBezTo>
                    <a:pt x="44287" y="14985"/>
                    <a:pt x="44257" y="15076"/>
                    <a:pt x="44196" y="15137"/>
                  </a:cubicBezTo>
                  <a:cubicBezTo>
                    <a:pt x="44166" y="15137"/>
                    <a:pt x="44257" y="15289"/>
                    <a:pt x="44318" y="15350"/>
                  </a:cubicBezTo>
                  <a:cubicBezTo>
                    <a:pt x="44332" y="15364"/>
                    <a:pt x="44346" y="15370"/>
                    <a:pt x="44360" y="15370"/>
                  </a:cubicBezTo>
                  <a:cubicBezTo>
                    <a:pt x="44405" y="15370"/>
                    <a:pt x="44446" y="15305"/>
                    <a:pt x="44470" y="15259"/>
                  </a:cubicBezTo>
                  <a:cubicBezTo>
                    <a:pt x="44470" y="15255"/>
                    <a:pt x="44475" y="15253"/>
                    <a:pt x="44484" y="15253"/>
                  </a:cubicBezTo>
                  <a:cubicBezTo>
                    <a:pt x="44541" y="15253"/>
                    <a:pt x="44756" y="15328"/>
                    <a:pt x="44834" y="15380"/>
                  </a:cubicBezTo>
                  <a:cubicBezTo>
                    <a:pt x="44926" y="15441"/>
                    <a:pt x="44956" y="15502"/>
                    <a:pt x="44926" y="15532"/>
                  </a:cubicBezTo>
                  <a:cubicBezTo>
                    <a:pt x="44682" y="15563"/>
                    <a:pt x="44470" y="15593"/>
                    <a:pt x="44226" y="15624"/>
                  </a:cubicBezTo>
                  <a:cubicBezTo>
                    <a:pt x="44196" y="15624"/>
                    <a:pt x="44166" y="15684"/>
                    <a:pt x="44166" y="15715"/>
                  </a:cubicBezTo>
                  <a:cubicBezTo>
                    <a:pt x="44226" y="15745"/>
                    <a:pt x="44287" y="15775"/>
                    <a:pt x="44378" y="15775"/>
                  </a:cubicBezTo>
                  <a:lnTo>
                    <a:pt x="44409" y="15927"/>
                  </a:lnTo>
                  <a:lnTo>
                    <a:pt x="44439" y="15958"/>
                  </a:lnTo>
                  <a:cubicBezTo>
                    <a:pt x="44561" y="15836"/>
                    <a:pt x="44652" y="15745"/>
                    <a:pt x="44804" y="15684"/>
                  </a:cubicBezTo>
                  <a:lnTo>
                    <a:pt x="44956" y="15775"/>
                  </a:lnTo>
                  <a:cubicBezTo>
                    <a:pt x="45108" y="15897"/>
                    <a:pt x="45321" y="15958"/>
                    <a:pt x="45503" y="15958"/>
                  </a:cubicBezTo>
                  <a:lnTo>
                    <a:pt x="45716" y="15927"/>
                  </a:lnTo>
                  <a:cubicBezTo>
                    <a:pt x="45929" y="15806"/>
                    <a:pt x="46172" y="15654"/>
                    <a:pt x="46141" y="15624"/>
                  </a:cubicBezTo>
                  <a:cubicBezTo>
                    <a:pt x="46081" y="15593"/>
                    <a:pt x="45959" y="15502"/>
                    <a:pt x="45837" y="15411"/>
                  </a:cubicBezTo>
                  <a:lnTo>
                    <a:pt x="45746" y="15320"/>
                  </a:lnTo>
                  <a:cubicBezTo>
                    <a:pt x="45746" y="15289"/>
                    <a:pt x="45746" y="15228"/>
                    <a:pt x="45777" y="15228"/>
                  </a:cubicBezTo>
                  <a:lnTo>
                    <a:pt x="45929" y="15228"/>
                  </a:lnTo>
                  <a:lnTo>
                    <a:pt x="45959" y="15289"/>
                  </a:lnTo>
                  <a:cubicBezTo>
                    <a:pt x="45965" y="15295"/>
                    <a:pt x="45976" y="15297"/>
                    <a:pt x="45992" y="15297"/>
                  </a:cubicBezTo>
                  <a:cubicBezTo>
                    <a:pt x="46063" y="15297"/>
                    <a:pt x="46219" y="15248"/>
                    <a:pt x="46293" y="15198"/>
                  </a:cubicBezTo>
                  <a:cubicBezTo>
                    <a:pt x="46303" y="15191"/>
                    <a:pt x="46313" y="15188"/>
                    <a:pt x="46323" y="15188"/>
                  </a:cubicBezTo>
                  <a:cubicBezTo>
                    <a:pt x="46403" y="15188"/>
                    <a:pt x="46472" y="15390"/>
                    <a:pt x="46445" y="15472"/>
                  </a:cubicBezTo>
                  <a:cubicBezTo>
                    <a:pt x="46415" y="15563"/>
                    <a:pt x="46597" y="15624"/>
                    <a:pt x="46658" y="15624"/>
                  </a:cubicBezTo>
                  <a:cubicBezTo>
                    <a:pt x="46719" y="15624"/>
                    <a:pt x="46506" y="15472"/>
                    <a:pt x="46537" y="15380"/>
                  </a:cubicBezTo>
                  <a:cubicBezTo>
                    <a:pt x="46537" y="15305"/>
                    <a:pt x="46681" y="15251"/>
                    <a:pt x="46833" y="15251"/>
                  </a:cubicBezTo>
                  <a:cubicBezTo>
                    <a:pt x="46866" y="15251"/>
                    <a:pt x="46899" y="15253"/>
                    <a:pt x="46932" y="15259"/>
                  </a:cubicBezTo>
                  <a:lnTo>
                    <a:pt x="47023" y="15320"/>
                  </a:lnTo>
                  <a:cubicBezTo>
                    <a:pt x="47101" y="15378"/>
                    <a:pt x="47180" y="15412"/>
                    <a:pt x="47267" y="15412"/>
                  </a:cubicBezTo>
                  <a:cubicBezTo>
                    <a:pt x="47314" y="15412"/>
                    <a:pt x="47364" y="15402"/>
                    <a:pt x="47418" y="15380"/>
                  </a:cubicBezTo>
                  <a:cubicBezTo>
                    <a:pt x="47466" y="15344"/>
                    <a:pt x="47523" y="15327"/>
                    <a:pt x="47581" y="15327"/>
                  </a:cubicBezTo>
                  <a:cubicBezTo>
                    <a:pt x="47669" y="15327"/>
                    <a:pt x="47758" y="15368"/>
                    <a:pt x="47813" y="15441"/>
                  </a:cubicBezTo>
                  <a:lnTo>
                    <a:pt x="47904" y="15532"/>
                  </a:lnTo>
                  <a:cubicBezTo>
                    <a:pt x="48026" y="15472"/>
                    <a:pt x="48147" y="15380"/>
                    <a:pt x="48239" y="15289"/>
                  </a:cubicBezTo>
                  <a:lnTo>
                    <a:pt x="48208" y="15259"/>
                  </a:lnTo>
                  <a:lnTo>
                    <a:pt x="48056" y="15137"/>
                  </a:lnTo>
                  <a:cubicBezTo>
                    <a:pt x="48085" y="15130"/>
                    <a:pt x="48115" y="15126"/>
                    <a:pt x="48146" y="15126"/>
                  </a:cubicBezTo>
                  <a:cubicBezTo>
                    <a:pt x="48245" y="15126"/>
                    <a:pt x="48344" y="15166"/>
                    <a:pt x="48391" y="15259"/>
                  </a:cubicBezTo>
                  <a:lnTo>
                    <a:pt x="48482" y="15289"/>
                  </a:lnTo>
                  <a:cubicBezTo>
                    <a:pt x="48526" y="15300"/>
                    <a:pt x="48567" y="15307"/>
                    <a:pt x="48606" y="15307"/>
                  </a:cubicBezTo>
                  <a:cubicBezTo>
                    <a:pt x="48674" y="15307"/>
                    <a:pt x="48739" y="15286"/>
                    <a:pt x="48816" y="15228"/>
                  </a:cubicBezTo>
                  <a:lnTo>
                    <a:pt x="48877" y="15198"/>
                  </a:lnTo>
                  <a:cubicBezTo>
                    <a:pt x="49059" y="15228"/>
                    <a:pt x="49120" y="15320"/>
                    <a:pt x="49059" y="15441"/>
                  </a:cubicBezTo>
                  <a:lnTo>
                    <a:pt x="49059" y="15532"/>
                  </a:lnTo>
                  <a:cubicBezTo>
                    <a:pt x="49181" y="15593"/>
                    <a:pt x="49211" y="15654"/>
                    <a:pt x="49181" y="15654"/>
                  </a:cubicBezTo>
                  <a:lnTo>
                    <a:pt x="49090" y="15654"/>
                  </a:lnTo>
                  <a:cubicBezTo>
                    <a:pt x="48999" y="15654"/>
                    <a:pt x="48968" y="15715"/>
                    <a:pt x="48968" y="15775"/>
                  </a:cubicBezTo>
                  <a:lnTo>
                    <a:pt x="49090" y="15806"/>
                  </a:lnTo>
                  <a:lnTo>
                    <a:pt x="49211" y="15836"/>
                  </a:lnTo>
                  <a:cubicBezTo>
                    <a:pt x="49181" y="15927"/>
                    <a:pt x="49181" y="16019"/>
                    <a:pt x="49181" y="16110"/>
                  </a:cubicBezTo>
                  <a:lnTo>
                    <a:pt x="49242" y="16110"/>
                  </a:lnTo>
                  <a:cubicBezTo>
                    <a:pt x="49333" y="16049"/>
                    <a:pt x="49424" y="15988"/>
                    <a:pt x="49485" y="15897"/>
                  </a:cubicBezTo>
                  <a:cubicBezTo>
                    <a:pt x="49546" y="15867"/>
                    <a:pt x="49363" y="15654"/>
                    <a:pt x="49424" y="15593"/>
                  </a:cubicBezTo>
                  <a:cubicBezTo>
                    <a:pt x="49515" y="15502"/>
                    <a:pt x="49394" y="15441"/>
                    <a:pt x="49333" y="15411"/>
                  </a:cubicBezTo>
                  <a:cubicBezTo>
                    <a:pt x="49303" y="15411"/>
                    <a:pt x="49333" y="15259"/>
                    <a:pt x="49485" y="15107"/>
                  </a:cubicBezTo>
                  <a:lnTo>
                    <a:pt x="49698" y="15107"/>
                  </a:lnTo>
                  <a:cubicBezTo>
                    <a:pt x="49728" y="15137"/>
                    <a:pt x="49758" y="15198"/>
                    <a:pt x="49728" y="15259"/>
                  </a:cubicBezTo>
                  <a:lnTo>
                    <a:pt x="49667" y="15259"/>
                  </a:lnTo>
                  <a:cubicBezTo>
                    <a:pt x="49606" y="15259"/>
                    <a:pt x="49667" y="15350"/>
                    <a:pt x="49698" y="15380"/>
                  </a:cubicBezTo>
                  <a:cubicBezTo>
                    <a:pt x="49700" y="15383"/>
                    <a:pt x="49705" y="15384"/>
                    <a:pt x="49710" y="15384"/>
                  </a:cubicBezTo>
                  <a:cubicBezTo>
                    <a:pt x="49765" y="15384"/>
                    <a:pt x="49946" y="15253"/>
                    <a:pt x="50002" y="15198"/>
                  </a:cubicBezTo>
                  <a:cubicBezTo>
                    <a:pt x="50032" y="15168"/>
                    <a:pt x="50070" y="15152"/>
                    <a:pt x="50108" y="15152"/>
                  </a:cubicBezTo>
                  <a:cubicBezTo>
                    <a:pt x="50146" y="15152"/>
                    <a:pt x="50184" y="15168"/>
                    <a:pt x="50214" y="15198"/>
                  </a:cubicBezTo>
                  <a:lnTo>
                    <a:pt x="50275" y="15228"/>
                  </a:lnTo>
                  <a:lnTo>
                    <a:pt x="50336" y="15289"/>
                  </a:lnTo>
                  <a:cubicBezTo>
                    <a:pt x="50427" y="15350"/>
                    <a:pt x="50488" y="15380"/>
                    <a:pt x="50579" y="15441"/>
                  </a:cubicBezTo>
                  <a:cubicBezTo>
                    <a:pt x="50579" y="15450"/>
                    <a:pt x="50584" y="15454"/>
                    <a:pt x="50593" y="15454"/>
                  </a:cubicBezTo>
                  <a:cubicBezTo>
                    <a:pt x="50612" y="15454"/>
                    <a:pt x="50649" y="15432"/>
                    <a:pt x="50670" y="15411"/>
                  </a:cubicBezTo>
                  <a:lnTo>
                    <a:pt x="50701" y="15380"/>
                  </a:lnTo>
                  <a:lnTo>
                    <a:pt x="50731" y="15350"/>
                  </a:lnTo>
                  <a:cubicBezTo>
                    <a:pt x="50731" y="15289"/>
                    <a:pt x="51035" y="15016"/>
                    <a:pt x="51065" y="14894"/>
                  </a:cubicBezTo>
                  <a:cubicBezTo>
                    <a:pt x="51084" y="14857"/>
                    <a:pt x="51131" y="14845"/>
                    <a:pt x="51191" y="14845"/>
                  </a:cubicBezTo>
                  <a:cubicBezTo>
                    <a:pt x="51293" y="14845"/>
                    <a:pt x="51434" y="14879"/>
                    <a:pt x="51543" y="14879"/>
                  </a:cubicBezTo>
                  <a:cubicBezTo>
                    <a:pt x="51581" y="14879"/>
                    <a:pt x="51616" y="14875"/>
                    <a:pt x="51643" y="14864"/>
                  </a:cubicBezTo>
                  <a:cubicBezTo>
                    <a:pt x="51662" y="14856"/>
                    <a:pt x="51680" y="14853"/>
                    <a:pt x="51696" y="14853"/>
                  </a:cubicBezTo>
                  <a:cubicBezTo>
                    <a:pt x="51807" y="14853"/>
                    <a:pt x="51841" y="15016"/>
                    <a:pt x="51734" y="15016"/>
                  </a:cubicBezTo>
                  <a:cubicBezTo>
                    <a:pt x="51643" y="15046"/>
                    <a:pt x="51582" y="15107"/>
                    <a:pt x="51582" y="15228"/>
                  </a:cubicBezTo>
                  <a:cubicBezTo>
                    <a:pt x="51613" y="15259"/>
                    <a:pt x="51521" y="15472"/>
                    <a:pt x="51582" y="15502"/>
                  </a:cubicBezTo>
                  <a:cubicBezTo>
                    <a:pt x="51643" y="15502"/>
                    <a:pt x="51856" y="15320"/>
                    <a:pt x="52099" y="15076"/>
                  </a:cubicBezTo>
                  <a:lnTo>
                    <a:pt x="52464" y="15289"/>
                  </a:lnTo>
                  <a:lnTo>
                    <a:pt x="52524" y="15289"/>
                  </a:lnTo>
                  <a:cubicBezTo>
                    <a:pt x="52585" y="15289"/>
                    <a:pt x="52707" y="15228"/>
                    <a:pt x="52676" y="15198"/>
                  </a:cubicBezTo>
                  <a:cubicBezTo>
                    <a:pt x="52646" y="15168"/>
                    <a:pt x="52494" y="14985"/>
                    <a:pt x="52524" y="14924"/>
                  </a:cubicBezTo>
                  <a:cubicBezTo>
                    <a:pt x="52524" y="14899"/>
                    <a:pt x="52557" y="14889"/>
                    <a:pt x="52599" y="14889"/>
                  </a:cubicBezTo>
                  <a:cubicBezTo>
                    <a:pt x="52657" y="14889"/>
                    <a:pt x="52733" y="14907"/>
                    <a:pt x="52768" y="14924"/>
                  </a:cubicBezTo>
                  <a:cubicBezTo>
                    <a:pt x="52776" y="14929"/>
                    <a:pt x="52784" y="14930"/>
                    <a:pt x="52792" y="14930"/>
                  </a:cubicBezTo>
                  <a:cubicBezTo>
                    <a:pt x="52844" y="14930"/>
                    <a:pt x="52889" y="14855"/>
                    <a:pt x="52889" y="14803"/>
                  </a:cubicBezTo>
                  <a:cubicBezTo>
                    <a:pt x="52902" y="14777"/>
                    <a:pt x="52926" y="14768"/>
                    <a:pt x="52951" y="14768"/>
                  </a:cubicBezTo>
                  <a:cubicBezTo>
                    <a:pt x="52986" y="14768"/>
                    <a:pt x="53024" y="14785"/>
                    <a:pt x="53041" y="14803"/>
                  </a:cubicBezTo>
                  <a:cubicBezTo>
                    <a:pt x="53072" y="14833"/>
                    <a:pt x="53041" y="14924"/>
                    <a:pt x="52980" y="14985"/>
                  </a:cubicBezTo>
                  <a:lnTo>
                    <a:pt x="53193" y="14985"/>
                  </a:lnTo>
                  <a:cubicBezTo>
                    <a:pt x="53254" y="14985"/>
                    <a:pt x="53284" y="14955"/>
                    <a:pt x="53345" y="14924"/>
                  </a:cubicBezTo>
                  <a:cubicBezTo>
                    <a:pt x="53467" y="15016"/>
                    <a:pt x="53558" y="15137"/>
                    <a:pt x="53649" y="15289"/>
                  </a:cubicBezTo>
                  <a:cubicBezTo>
                    <a:pt x="53680" y="15380"/>
                    <a:pt x="53983" y="15502"/>
                    <a:pt x="54105" y="15532"/>
                  </a:cubicBezTo>
                  <a:cubicBezTo>
                    <a:pt x="54227" y="15532"/>
                    <a:pt x="54196" y="15320"/>
                    <a:pt x="54135" y="15259"/>
                  </a:cubicBezTo>
                  <a:cubicBezTo>
                    <a:pt x="54105" y="15137"/>
                    <a:pt x="54135" y="15046"/>
                    <a:pt x="54196" y="14955"/>
                  </a:cubicBezTo>
                  <a:cubicBezTo>
                    <a:pt x="54211" y="14940"/>
                    <a:pt x="54234" y="14932"/>
                    <a:pt x="54257" y="14932"/>
                  </a:cubicBezTo>
                  <a:cubicBezTo>
                    <a:pt x="54280" y="14932"/>
                    <a:pt x="54303" y="14940"/>
                    <a:pt x="54318" y="14955"/>
                  </a:cubicBezTo>
                  <a:cubicBezTo>
                    <a:pt x="54379" y="15076"/>
                    <a:pt x="54439" y="15168"/>
                    <a:pt x="54531" y="15289"/>
                  </a:cubicBezTo>
                  <a:lnTo>
                    <a:pt x="54743" y="15289"/>
                  </a:lnTo>
                  <a:cubicBezTo>
                    <a:pt x="54804" y="15259"/>
                    <a:pt x="54774" y="15168"/>
                    <a:pt x="54743" y="15168"/>
                  </a:cubicBezTo>
                  <a:lnTo>
                    <a:pt x="55017" y="15168"/>
                  </a:lnTo>
                  <a:cubicBezTo>
                    <a:pt x="55078" y="15168"/>
                    <a:pt x="55139" y="15107"/>
                    <a:pt x="55169" y="15046"/>
                  </a:cubicBezTo>
                  <a:cubicBezTo>
                    <a:pt x="55169" y="15016"/>
                    <a:pt x="55290" y="14894"/>
                    <a:pt x="55351" y="14894"/>
                  </a:cubicBezTo>
                  <a:cubicBezTo>
                    <a:pt x="55360" y="14898"/>
                    <a:pt x="55367" y="14900"/>
                    <a:pt x="55375" y="14900"/>
                  </a:cubicBezTo>
                  <a:cubicBezTo>
                    <a:pt x="55420" y="14900"/>
                    <a:pt x="55447" y="14825"/>
                    <a:pt x="55473" y="14772"/>
                  </a:cubicBezTo>
                  <a:cubicBezTo>
                    <a:pt x="55479" y="14760"/>
                    <a:pt x="55497" y="14755"/>
                    <a:pt x="55521" y="14755"/>
                  </a:cubicBezTo>
                  <a:cubicBezTo>
                    <a:pt x="55588" y="14755"/>
                    <a:pt x="55708" y="14790"/>
                    <a:pt x="55805" y="14790"/>
                  </a:cubicBezTo>
                  <a:cubicBezTo>
                    <a:pt x="55840" y="14790"/>
                    <a:pt x="55873" y="14785"/>
                    <a:pt x="55898" y="14772"/>
                  </a:cubicBezTo>
                  <a:cubicBezTo>
                    <a:pt x="55925" y="14764"/>
                    <a:pt x="55952" y="14760"/>
                    <a:pt x="55976" y="14760"/>
                  </a:cubicBezTo>
                  <a:cubicBezTo>
                    <a:pt x="56035" y="14760"/>
                    <a:pt x="56081" y="14781"/>
                    <a:pt x="56081" y="14803"/>
                  </a:cubicBezTo>
                  <a:lnTo>
                    <a:pt x="56081" y="14864"/>
                  </a:lnTo>
                  <a:cubicBezTo>
                    <a:pt x="56081" y="14921"/>
                    <a:pt x="56130" y="14943"/>
                    <a:pt x="56181" y="14943"/>
                  </a:cubicBezTo>
                  <a:cubicBezTo>
                    <a:pt x="56211" y="14943"/>
                    <a:pt x="56241" y="14936"/>
                    <a:pt x="56263" y="14924"/>
                  </a:cubicBezTo>
                  <a:cubicBezTo>
                    <a:pt x="56294" y="14894"/>
                    <a:pt x="56324" y="14803"/>
                    <a:pt x="56385" y="14803"/>
                  </a:cubicBezTo>
                  <a:lnTo>
                    <a:pt x="56446" y="14772"/>
                  </a:lnTo>
                  <a:cubicBezTo>
                    <a:pt x="56537" y="14772"/>
                    <a:pt x="56537" y="14651"/>
                    <a:pt x="56537" y="14620"/>
                  </a:cubicBezTo>
                  <a:cubicBezTo>
                    <a:pt x="56530" y="14606"/>
                    <a:pt x="56542" y="14600"/>
                    <a:pt x="56567" y="14600"/>
                  </a:cubicBezTo>
                  <a:cubicBezTo>
                    <a:pt x="56650" y="14600"/>
                    <a:pt x="56869" y="14665"/>
                    <a:pt x="56962" y="14712"/>
                  </a:cubicBezTo>
                  <a:cubicBezTo>
                    <a:pt x="57103" y="14740"/>
                    <a:pt x="57269" y="14897"/>
                    <a:pt x="57341" y="14897"/>
                  </a:cubicBezTo>
                  <a:cubicBezTo>
                    <a:pt x="57347" y="14897"/>
                    <a:pt x="57353" y="14896"/>
                    <a:pt x="57357" y="14894"/>
                  </a:cubicBezTo>
                  <a:cubicBezTo>
                    <a:pt x="57368" y="14889"/>
                    <a:pt x="57377" y="14886"/>
                    <a:pt x="57384" y="14886"/>
                  </a:cubicBezTo>
                  <a:cubicBezTo>
                    <a:pt x="57416" y="14886"/>
                    <a:pt x="57407" y="14941"/>
                    <a:pt x="57357" y="15016"/>
                  </a:cubicBezTo>
                  <a:lnTo>
                    <a:pt x="57449" y="15107"/>
                  </a:lnTo>
                  <a:lnTo>
                    <a:pt x="57449" y="15137"/>
                  </a:lnTo>
                  <a:cubicBezTo>
                    <a:pt x="57570" y="15107"/>
                    <a:pt x="57661" y="15046"/>
                    <a:pt x="57753" y="14955"/>
                  </a:cubicBezTo>
                  <a:cubicBezTo>
                    <a:pt x="57783" y="14940"/>
                    <a:pt x="57821" y="14932"/>
                    <a:pt x="57859" y="14932"/>
                  </a:cubicBezTo>
                  <a:cubicBezTo>
                    <a:pt x="57897" y="14932"/>
                    <a:pt x="57935" y="14940"/>
                    <a:pt x="57965" y="14955"/>
                  </a:cubicBezTo>
                  <a:cubicBezTo>
                    <a:pt x="57965" y="14957"/>
                    <a:pt x="57966" y="14957"/>
                    <a:pt x="57966" y="14957"/>
                  </a:cubicBezTo>
                  <a:cubicBezTo>
                    <a:pt x="57976" y="14957"/>
                    <a:pt x="58060" y="14737"/>
                    <a:pt x="58117" y="14651"/>
                  </a:cubicBezTo>
                  <a:cubicBezTo>
                    <a:pt x="58174" y="14613"/>
                    <a:pt x="58253" y="14587"/>
                    <a:pt x="58327" y="14587"/>
                  </a:cubicBezTo>
                  <a:cubicBezTo>
                    <a:pt x="58373" y="14587"/>
                    <a:pt x="58417" y="14597"/>
                    <a:pt x="58452" y="14620"/>
                  </a:cubicBezTo>
                  <a:lnTo>
                    <a:pt x="58482" y="14620"/>
                  </a:lnTo>
                  <a:lnTo>
                    <a:pt x="58634" y="14499"/>
                  </a:lnTo>
                  <a:cubicBezTo>
                    <a:pt x="58756" y="14560"/>
                    <a:pt x="58999" y="14712"/>
                    <a:pt x="59060" y="14712"/>
                  </a:cubicBezTo>
                  <a:cubicBezTo>
                    <a:pt x="59120" y="14681"/>
                    <a:pt x="59364" y="14590"/>
                    <a:pt x="59424" y="14560"/>
                  </a:cubicBezTo>
                  <a:cubicBezTo>
                    <a:pt x="59462" y="14547"/>
                    <a:pt x="59500" y="14540"/>
                    <a:pt x="59535" y="14540"/>
                  </a:cubicBezTo>
                  <a:cubicBezTo>
                    <a:pt x="59586" y="14540"/>
                    <a:pt x="59632" y="14554"/>
                    <a:pt x="59667" y="14590"/>
                  </a:cubicBezTo>
                  <a:cubicBezTo>
                    <a:pt x="59728" y="14651"/>
                    <a:pt x="59789" y="14651"/>
                    <a:pt x="59880" y="14681"/>
                  </a:cubicBezTo>
                  <a:lnTo>
                    <a:pt x="59971" y="14620"/>
                  </a:lnTo>
                  <a:cubicBezTo>
                    <a:pt x="60032" y="14590"/>
                    <a:pt x="60063" y="14529"/>
                    <a:pt x="60093" y="14438"/>
                  </a:cubicBezTo>
                  <a:cubicBezTo>
                    <a:pt x="60096" y="14435"/>
                    <a:pt x="60103" y="14433"/>
                    <a:pt x="60111" y="14433"/>
                  </a:cubicBezTo>
                  <a:cubicBezTo>
                    <a:pt x="60181" y="14433"/>
                    <a:pt x="60407" y="14533"/>
                    <a:pt x="60488" y="14560"/>
                  </a:cubicBezTo>
                  <a:cubicBezTo>
                    <a:pt x="60498" y="14563"/>
                    <a:pt x="60509" y="14564"/>
                    <a:pt x="60522" y="14564"/>
                  </a:cubicBezTo>
                  <a:cubicBezTo>
                    <a:pt x="60623" y="14564"/>
                    <a:pt x="60789" y="14462"/>
                    <a:pt x="60762" y="14408"/>
                  </a:cubicBezTo>
                  <a:cubicBezTo>
                    <a:pt x="60762" y="14398"/>
                    <a:pt x="60766" y="14394"/>
                    <a:pt x="60774" y="14394"/>
                  </a:cubicBezTo>
                  <a:cubicBezTo>
                    <a:pt x="60817" y="14394"/>
                    <a:pt x="60959" y="14513"/>
                    <a:pt x="61035" y="14590"/>
                  </a:cubicBezTo>
                  <a:cubicBezTo>
                    <a:pt x="61073" y="14603"/>
                    <a:pt x="61116" y="14610"/>
                    <a:pt x="61160" y="14610"/>
                  </a:cubicBezTo>
                  <a:cubicBezTo>
                    <a:pt x="61222" y="14610"/>
                    <a:pt x="61286" y="14595"/>
                    <a:pt x="61339" y="14560"/>
                  </a:cubicBezTo>
                  <a:cubicBezTo>
                    <a:pt x="61370" y="14468"/>
                    <a:pt x="61400" y="14408"/>
                    <a:pt x="61400" y="14347"/>
                  </a:cubicBezTo>
                  <a:lnTo>
                    <a:pt x="61400" y="14317"/>
                  </a:lnTo>
                  <a:lnTo>
                    <a:pt x="61400" y="14256"/>
                  </a:lnTo>
                  <a:cubicBezTo>
                    <a:pt x="61339" y="14134"/>
                    <a:pt x="61218" y="14073"/>
                    <a:pt x="61126" y="14073"/>
                  </a:cubicBezTo>
                  <a:lnTo>
                    <a:pt x="61005" y="14043"/>
                  </a:lnTo>
                  <a:cubicBezTo>
                    <a:pt x="60974" y="14013"/>
                    <a:pt x="60944" y="13982"/>
                    <a:pt x="60944" y="13921"/>
                  </a:cubicBezTo>
                  <a:lnTo>
                    <a:pt x="60944" y="13830"/>
                  </a:lnTo>
                  <a:cubicBezTo>
                    <a:pt x="61035" y="13709"/>
                    <a:pt x="61096" y="13557"/>
                    <a:pt x="61096" y="13374"/>
                  </a:cubicBezTo>
                  <a:lnTo>
                    <a:pt x="61430" y="13374"/>
                  </a:lnTo>
                  <a:cubicBezTo>
                    <a:pt x="61522" y="13359"/>
                    <a:pt x="61613" y="13351"/>
                    <a:pt x="61704" y="13351"/>
                  </a:cubicBezTo>
                  <a:cubicBezTo>
                    <a:pt x="61795" y="13351"/>
                    <a:pt x="61886" y="13359"/>
                    <a:pt x="61978" y="13374"/>
                  </a:cubicBezTo>
                  <a:lnTo>
                    <a:pt x="62008" y="13374"/>
                  </a:lnTo>
                  <a:cubicBezTo>
                    <a:pt x="62160" y="13465"/>
                    <a:pt x="61978" y="13435"/>
                    <a:pt x="61978" y="13526"/>
                  </a:cubicBezTo>
                  <a:cubicBezTo>
                    <a:pt x="61978" y="13617"/>
                    <a:pt x="61947" y="13648"/>
                    <a:pt x="61826" y="13648"/>
                  </a:cubicBezTo>
                  <a:lnTo>
                    <a:pt x="61795" y="13648"/>
                  </a:lnTo>
                  <a:cubicBezTo>
                    <a:pt x="61741" y="13648"/>
                    <a:pt x="61519" y="13552"/>
                    <a:pt x="61428" y="13552"/>
                  </a:cubicBezTo>
                  <a:cubicBezTo>
                    <a:pt x="61416" y="13552"/>
                    <a:pt x="61407" y="13553"/>
                    <a:pt x="61400" y="13557"/>
                  </a:cubicBezTo>
                  <a:cubicBezTo>
                    <a:pt x="61339" y="13587"/>
                    <a:pt x="61400" y="13891"/>
                    <a:pt x="61400" y="13982"/>
                  </a:cubicBezTo>
                  <a:cubicBezTo>
                    <a:pt x="61400" y="14073"/>
                    <a:pt x="61461" y="14165"/>
                    <a:pt x="61552" y="14195"/>
                  </a:cubicBezTo>
                  <a:lnTo>
                    <a:pt x="61582" y="14104"/>
                  </a:lnTo>
                  <a:cubicBezTo>
                    <a:pt x="61613" y="14043"/>
                    <a:pt x="61613" y="13952"/>
                    <a:pt x="61643" y="13921"/>
                  </a:cubicBezTo>
                  <a:cubicBezTo>
                    <a:pt x="61655" y="13915"/>
                    <a:pt x="61669" y="13913"/>
                    <a:pt x="61683" y="13913"/>
                  </a:cubicBezTo>
                  <a:cubicBezTo>
                    <a:pt x="61740" y="13913"/>
                    <a:pt x="61813" y="13952"/>
                    <a:pt x="61886" y="13952"/>
                  </a:cubicBezTo>
                  <a:lnTo>
                    <a:pt x="62038" y="13952"/>
                  </a:lnTo>
                  <a:cubicBezTo>
                    <a:pt x="62190" y="14013"/>
                    <a:pt x="62221" y="14104"/>
                    <a:pt x="62190" y="14104"/>
                  </a:cubicBezTo>
                  <a:cubicBezTo>
                    <a:pt x="62145" y="14119"/>
                    <a:pt x="62107" y="14127"/>
                    <a:pt x="62069" y="14127"/>
                  </a:cubicBezTo>
                  <a:cubicBezTo>
                    <a:pt x="62031" y="14127"/>
                    <a:pt x="61993" y="14119"/>
                    <a:pt x="61947" y="14104"/>
                  </a:cubicBezTo>
                  <a:lnTo>
                    <a:pt x="61856" y="14165"/>
                  </a:lnTo>
                  <a:lnTo>
                    <a:pt x="61613" y="14317"/>
                  </a:lnTo>
                  <a:cubicBezTo>
                    <a:pt x="61613" y="14523"/>
                    <a:pt x="61701" y="14664"/>
                    <a:pt x="61821" y="14664"/>
                  </a:cubicBezTo>
                  <a:cubicBezTo>
                    <a:pt x="61842" y="14664"/>
                    <a:pt x="61864" y="14660"/>
                    <a:pt x="61886" y="14651"/>
                  </a:cubicBezTo>
                  <a:lnTo>
                    <a:pt x="61856" y="14499"/>
                  </a:lnTo>
                  <a:cubicBezTo>
                    <a:pt x="61856" y="14438"/>
                    <a:pt x="61886" y="14438"/>
                    <a:pt x="61947" y="14438"/>
                  </a:cubicBezTo>
                  <a:lnTo>
                    <a:pt x="61978" y="14468"/>
                  </a:lnTo>
                  <a:cubicBezTo>
                    <a:pt x="62038" y="14499"/>
                    <a:pt x="62069" y="14560"/>
                    <a:pt x="62099" y="14620"/>
                  </a:cubicBezTo>
                  <a:lnTo>
                    <a:pt x="62130" y="14833"/>
                  </a:lnTo>
                  <a:cubicBezTo>
                    <a:pt x="62281" y="14772"/>
                    <a:pt x="62373" y="14681"/>
                    <a:pt x="62342" y="14651"/>
                  </a:cubicBezTo>
                  <a:cubicBezTo>
                    <a:pt x="62585" y="14560"/>
                    <a:pt x="62829" y="14499"/>
                    <a:pt x="63072" y="14468"/>
                  </a:cubicBezTo>
                  <a:cubicBezTo>
                    <a:pt x="63160" y="14446"/>
                    <a:pt x="63237" y="14432"/>
                    <a:pt x="63298" y="14426"/>
                  </a:cubicBezTo>
                  <a:lnTo>
                    <a:pt x="63298" y="14426"/>
                  </a:lnTo>
                  <a:lnTo>
                    <a:pt x="63383" y="14448"/>
                  </a:lnTo>
                  <a:lnTo>
                    <a:pt x="63383" y="14448"/>
                  </a:lnTo>
                  <a:cubicBezTo>
                    <a:pt x="63388" y="14440"/>
                    <a:pt x="63392" y="14432"/>
                    <a:pt x="63396" y="14424"/>
                  </a:cubicBezTo>
                  <a:lnTo>
                    <a:pt x="63396" y="14424"/>
                  </a:lnTo>
                  <a:cubicBezTo>
                    <a:pt x="63385" y="14423"/>
                    <a:pt x="63373" y="14423"/>
                    <a:pt x="63361" y="14423"/>
                  </a:cubicBezTo>
                  <a:cubicBezTo>
                    <a:pt x="63342" y="14423"/>
                    <a:pt x="63321" y="14424"/>
                    <a:pt x="63298" y="14426"/>
                  </a:cubicBezTo>
                  <a:lnTo>
                    <a:pt x="63298" y="14426"/>
                  </a:lnTo>
                  <a:lnTo>
                    <a:pt x="63224" y="14408"/>
                  </a:lnTo>
                  <a:lnTo>
                    <a:pt x="63041" y="14377"/>
                  </a:lnTo>
                  <a:cubicBezTo>
                    <a:pt x="62950" y="14286"/>
                    <a:pt x="62859" y="14165"/>
                    <a:pt x="62829" y="14043"/>
                  </a:cubicBezTo>
                  <a:lnTo>
                    <a:pt x="62889" y="14043"/>
                  </a:lnTo>
                  <a:cubicBezTo>
                    <a:pt x="62950" y="14073"/>
                    <a:pt x="63315" y="14286"/>
                    <a:pt x="63376" y="14317"/>
                  </a:cubicBezTo>
                  <a:cubicBezTo>
                    <a:pt x="63406" y="14346"/>
                    <a:pt x="63413" y="14384"/>
                    <a:pt x="63396" y="14424"/>
                  </a:cubicBezTo>
                  <a:lnTo>
                    <a:pt x="63396" y="14424"/>
                  </a:lnTo>
                  <a:cubicBezTo>
                    <a:pt x="63442" y="14429"/>
                    <a:pt x="63467" y="14444"/>
                    <a:pt x="63467" y="14468"/>
                  </a:cubicBezTo>
                  <a:lnTo>
                    <a:pt x="63383" y="14448"/>
                  </a:lnTo>
                  <a:lnTo>
                    <a:pt x="63383" y="14448"/>
                  </a:lnTo>
                  <a:cubicBezTo>
                    <a:pt x="63360" y="14483"/>
                    <a:pt x="63318" y="14522"/>
                    <a:pt x="63254" y="14560"/>
                  </a:cubicBezTo>
                  <a:lnTo>
                    <a:pt x="63497" y="14590"/>
                  </a:lnTo>
                  <a:cubicBezTo>
                    <a:pt x="63691" y="14526"/>
                    <a:pt x="64006" y="14461"/>
                    <a:pt x="64206" y="14461"/>
                  </a:cubicBezTo>
                  <a:cubicBezTo>
                    <a:pt x="64289" y="14461"/>
                    <a:pt x="64352" y="14472"/>
                    <a:pt x="64379" y="14499"/>
                  </a:cubicBezTo>
                  <a:cubicBezTo>
                    <a:pt x="64470" y="14620"/>
                    <a:pt x="64531" y="14742"/>
                    <a:pt x="64500" y="14803"/>
                  </a:cubicBezTo>
                  <a:lnTo>
                    <a:pt x="64318" y="14803"/>
                  </a:lnTo>
                  <a:cubicBezTo>
                    <a:pt x="64288" y="14803"/>
                    <a:pt x="64257" y="14833"/>
                    <a:pt x="64257" y="14894"/>
                  </a:cubicBezTo>
                  <a:cubicBezTo>
                    <a:pt x="64257" y="14924"/>
                    <a:pt x="64318" y="14955"/>
                    <a:pt x="64348" y="14955"/>
                  </a:cubicBezTo>
                  <a:lnTo>
                    <a:pt x="64440" y="14955"/>
                  </a:lnTo>
                  <a:cubicBezTo>
                    <a:pt x="64561" y="14894"/>
                    <a:pt x="64652" y="14803"/>
                    <a:pt x="64652" y="14651"/>
                  </a:cubicBezTo>
                  <a:lnTo>
                    <a:pt x="64652" y="14560"/>
                  </a:lnTo>
                  <a:cubicBezTo>
                    <a:pt x="64652" y="14529"/>
                    <a:pt x="64744" y="14499"/>
                    <a:pt x="64774" y="14468"/>
                  </a:cubicBezTo>
                  <a:cubicBezTo>
                    <a:pt x="64804" y="14438"/>
                    <a:pt x="64865" y="14438"/>
                    <a:pt x="64804" y="14408"/>
                  </a:cubicBezTo>
                  <a:cubicBezTo>
                    <a:pt x="64744" y="14347"/>
                    <a:pt x="64744" y="14317"/>
                    <a:pt x="64835" y="14317"/>
                  </a:cubicBezTo>
                  <a:lnTo>
                    <a:pt x="64865" y="14317"/>
                  </a:lnTo>
                  <a:cubicBezTo>
                    <a:pt x="64926" y="14317"/>
                    <a:pt x="64865" y="14620"/>
                    <a:pt x="64835" y="14712"/>
                  </a:cubicBezTo>
                  <a:cubicBezTo>
                    <a:pt x="64804" y="14803"/>
                    <a:pt x="64744" y="14894"/>
                    <a:pt x="64713" y="14894"/>
                  </a:cubicBezTo>
                  <a:cubicBezTo>
                    <a:pt x="64683" y="14894"/>
                    <a:pt x="64713" y="15016"/>
                    <a:pt x="64744" y="15046"/>
                  </a:cubicBezTo>
                  <a:cubicBezTo>
                    <a:pt x="64751" y="15061"/>
                    <a:pt x="64765" y="15066"/>
                    <a:pt x="64783" y="15066"/>
                  </a:cubicBezTo>
                  <a:cubicBezTo>
                    <a:pt x="64838" y="15066"/>
                    <a:pt x="64926" y="15008"/>
                    <a:pt x="64926" y="14985"/>
                  </a:cubicBezTo>
                  <a:cubicBezTo>
                    <a:pt x="64956" y="14894"/>
                    <a:pt x="64987" y="14864"/>
                    <a:pt x="65017" y="14803"/>
                  </a:cubicBezTo>
                  <a:lnTo>
                    <a:pt x="65048" y="14803"/>
                  </a:lnTo>
                  <a:cubicBezTo>
                    <a:pt x="65108" y="14803"/>
                    <a:pt x="65139" y="14833"/>
                    <a:pt x="65169" y="14864"/>
                  </a:cubicBezTo>
                  <a:lnTo>
                    <a:pt x="65169" y="14924"/>
                  </a:lnTo>
                  <a:cubicBezTo>
                    <a:pt x="65169" y="14985"/>
                    <a:pt x="65230" y="15046"/>
                    <a:pt x="65230" y="15046"/>
                  </a:cubicBezTo>
                  <a:cubicBezTo>
                    <a:pt x="65260" y="15046"/>
                    <a:pt x="65321" y="14924"/>
                    <a:pt x="65321" y="14864"/>
                  </a:cubicBezTo>
                  <a:cubicBezTo>
                    <a:pt x="65351" y="14803"/>
                    <a:pt x="65078" y="14651"/>
                    <a:pt x="65078" y="14560"/>
                  </a:cubicBezTo>
                  <a:cubicBezTo>
                    <a:pt x="65078" y="14468"/>
                    <a:pt x="65230" y="14408"/>
                    <a:pt x="65291" y="14408"/>
                  </a:cubicBezTo>
                  <a:cubicBezTo>
                    <a:pt x="65296" y="14413"/>
                    <a:pt x="65303" y="14416"/>
                    <a:pt x="65310" y="14416"/>
                  </a:cubicBezTo>
                  <a:cubicBezTo>
                    <a:pt x="65342" y="14416"/>
                    <a:pt x="65387" y="14366"/>
                    <a:pt x="65412" y="14317"/>
                  </a:cubicBezTo>
                  <a:lnTo>
                    <a:pt x="65625" y="14317"/>
                  </a:lnTo>
                  <a:cubicBezTo>
                    <a:pt x="65706" y="14317"/>
                    <a:pt x="65787" y="14344"/>
                    <a:pt x="65868" y="14344"/>
                  </a:cubicBezTo>
                  <a:cubicBezTo>
                    <a:pt x="65909" y="14344"/>
                    <a:pt x="65949" y="14337"/>
                    <a:pt x="65990" y="14317"/>
                  </a:cubicBezTo>
                  <a:cubicBezTo>
                    <a:pt x="65999" y="14308"/>
                    <a:pt x="66013" y="14304"/>
                    <a:pt x="66030" y="14304"/>
                  </a:cubicBezTo>
                  <a:cubicBezTo>
                    <a:pt x="66071" y="14304"/>
                    <a:pt x="66129" y="14325"/>
                    <a:pt x="66172" y="14347"/>
                  </a:cubicBezTo>
                  <a:cubicBezTo>
                    <a:pt x="66242" y="14347"/>
                    <a:pt x="66258" y="14437"/>
                    <a:pt x="66331" y="14437"/>
                  </a:cubicBezTo>
                  <a:cubicBezTo>
                    <a:pt x="66353" y="14437"/>
                    <a:pt x="66380" y="14429"/>
                    <a:pt x="66415" y="14408"/>
                  </a:cubicBezTo>
                  <a:lnTo>
                    <a:pt x="66476" y="14377"/>
                  </a:lnTo>
                  <a:cubicBezTo>
                    <a:pt x="66503" y="14391"/>
                    <a:pt x="66526" y="14397"/>
                    <a:pt x="66547" y="14397"/>
                  </a:cubicBezTo>
                  <a:cubicBezTo>
                    <a:pt x="66621" y="14397"/>
                    <a:pt x="66658" y="14320"/>
                    <a:pt x="66658" y="14225"/>
                  </a:cubicBezTo>
                  <a:lnTo>
                    <a:pt x="66993" y="14225"/>
                  </a:lnTo>
                  <a:cubicBezTo>
                    <a:pt x="67266" y="14225"/>
                    <a:pt x="67388" y="14499"/>
                    <a:pt x="67266" y="14499"/>
                  </a:cubicBezTo>
                  <a:lnTo>
                    <a:pt x="67418" y="14499"/>
                  </a:lnTo>
                  <a:lnTo>
                    <a:pt x="67601" y="14438"/>
                  </a:lnTo>
                  <a:lnTo>
                    <a:pt x="67844" y="14377"/>
                  </a:lnTo>
                  <a:cubicBezTo>
                    <a:pt x="68044" y="14288"/>
                    <a:pt x="68212" y="14232"/>
                    <a:pt x="68287" y="14232"/>
                  </a:cubicBezTo>
                  <a:cubicBezTo>
                    <a:pt x="68315" y="14232"/>
                    <a:pt x="68330" y="14239"/>
                    <a:pt x="68330" y="14256"/>
                  </a:cubicBezTo>
                  <a:lnTo>
                    <a:pt x="68330" y="14408"/>
                  </a:lnTo>
                  <a:cubicBezTo>
                    <a:pt x="68330" y="14466"/>
                    <a:pt x="68367" y="14487"/>
                    <a:pt x="68417" y="14487"/>
                  </a:cubicBezTo>
                  <a:cubicBezTo>
                    <a:pt x="68446" y="14487"/>
                    <a:pt x="68479" y="14480"/>
                    <a:pt x="68513" y="14468"/>
                  </a:cubicBezTo>
                  <a:cubicBezTo>
                    <a:pt x="68573" y="14438"/>
                    <a:pt x="68513" y="14317"/>
                    <a:pt x="68665" y="14317"/>
                  </a:cubicBezTo>
                  <a:lnTo>
                    <a:pt x="68756" y="14317"/>
                  </a:lnTo>
                  <a:cubicBezTo>
                    <a:pt x="68763" y="14314"/>
                    <a:pt x="68770" y="14313"/>
                    <a:pt x="68777" y="14313"/>
                  </a:cubicBezTo>
                  <a:cubicBezTo>
                    <a:pt x="68864" y="14313"/>
                    <a:pt x="68964" y="14473"/>
                    <a:pt x="68908" y="14529"/>
                  </a:cubicBezTo>
                  <a:cubicBezTo>
                    <a:pt x="68863" y="14574"/>
                    <a:pt x="68802" y="14602"/>
                    <a:pt x="68761" y="14602"/>
                  </a:cubicBezTo>
                  <a:cubicBezTo>
                    <a:pt x="68746" y="14602"/>
                    <a:pt x="68734" y="14598"/>
                    <a:pt x="68725" y="14590"/>
                  </a:cubicBezTo>
                  <a:lnTo>
                    <a:pt x="68634" y="14590"/>
                  </a:lnTo>
                  <a:cubicBezTo>
                    <a:pt x="68634" y="14590"/>
                    <a:pt x="68634" y="14772"/>
                    <a:pt x="68634" y="14803"/>
                  </a:cubicBezTo>
                  <a:cubicBezTo>
                    <a:pt x="68646" y="14826"/>
                    <a:pt x="68680" y="14836"/>
                    <a:pt x="68722" y="14836"/>
                  </a:cubicBezTo>
                  <a:cubicBezTo>
                    <a:pt x="68791" y="14836"/>
                    <a:pt x="68882" y="14810"/>
                    <a:pt x="68938" y="14772"/>
                  </a:cubicBezTo>
                  <a:cubicBezTo>
                    <a:pt x="68945" y="14766"/>
                    <a:pt x="68952" y="14763"/>
                    <a:pt x="68960" y="14763"/>
                  </a:cubicBezTo>
                  <a:cubicBezTo>
                    <a:pt x="69020" y="14763"/>
                    <a:pt x="69104" y="14955"/>
                    <a:pt x="69212" y="14955"/>
                  </a:cubicBezTo>
                  <a:cubicBezTo>
                    <a:pt x="69424" y="14924"/>
                    <a:pt x="69576" y="14833"/>
                    <a:pt x="69728" y="14712"/>
                  </a:cubicBezTo>
                  <a:cubicBezTo>
                    <a:pt x="69748" y="14682"/>
                    <a:pt x="69771" y="14669"/>
                    <a:pt x="69792" y="14669"/>
                  </a:cubicBezTo>
                  <a:cubicBezTo>
                    <a:pt x="69838" y="14669"/>
                    <a:pt x="69880" y="14730"/>
                    <a:pt x="69880" y="14833"/>
                  </a:cubicBezTo>
                  <a:lnTo>
                    <a:pt x="70093" y="14894"/>
                  </a:lnTo>
                  <a:lnTo>
                    <a:pt x="70184" y="14894"/>
                  </a:lnTo>
                  <a:cubicBezTo>
                    <a:pt x="70276" y="14894"/>
                    <a:pt x="70367" y="14833"/>
                    <a:pt x="70397" y="14772"/>
                  </a:cubicBezTo>
                  <a:cubicBezTo>
                    <a:pt x="70397" y="14712"/>
                    <a:pt x="70245" y="14651"/>
                    <a:pt x="70184" y="14651"/>
                  </a:cubicBezTo>
                  <a:cubicBezTo>
                    <a:pt x="70124" y="14651"/>
                    <a:pt x="70154" y="14438"/>
                    <a:pt x="70184" y="14377"/>
                  </a:cubicBezTo>
                  <a:cubicBezTo>
                    <a:pt x="70215" y="14317"/>
                    <a:pt x="70458" y="14225"/>
                    <a:pt x="70549" y="14225"/>
                  </a:cubicBezTo>
                  <a:cubicBezTo>
                    <a:pt x="70671" y="14256"/>
                    <a:pt x="70792" y="14286"/>
                    <a:pt x="70883" y="14377"/>
                  </a:cubicBezTo>
                  <a:lnTo>
                    <a:pt x="71035" y="14347"/>
                  </a:lnTo>
                  <a:lnTo>
                    <a:pt x="71096" y="14317"/>
                  </a:lnTo>
                  <a:cubicBezTo>
                    <a:pt x="71218" y="14317"/>
                    <a:pt x="71218" y="14256"/>
                    <a:pt x="71096" y="14195"/>
                  </a:cubicBezTo>
                  <a:lnTo>
                    <a:pt x="71096" y="14165"/>
                  </a:lnTo>
                  <a:lnTo>
                    <a:pt x="71157" y="14013"/>
                  </a:lnTo>
                  <a:cubicBezTo>
                    <a:pt x="71279" y="14013"/>
                    <a:pt x="71400" y="14104"/>
                    <a:pt x="71461" y="14225"/>
                  </a:cubicBezTo>
                  <a:cubicBezTo>
                    <a:pt x="71461" y="14236"/>
                    <a:pt x="71485" y="14244"/>
                    <a:pt x="71525" y="14244"/>
                  </a:cubicBezTo>
                  <a:cubicBezTo>
                    <a:pt x="71595" y="14244"/>
                    <a:pt x="71710" y="14222"/>
                    <a:pt x="71826" y="14165"/>
                  </a:cubicBezTo>
                  <a:lnTo>
                    <a:pt x="72282" y="14165"/>
                  </a:lnTo>
                  <a:cubicBezTo>
                    <a:pt x="72336" y="14075"/>
                    <a:pt x="72496" y="14049"/>
                    <a:pt x="72637" y="14049"/>
                  </a:cubicBezTo>
                  <a:cubicBezTo>
                    <a:pt x="72734" y="14049"/>
                    <a:pt x="72822" y="14061"/>
                    <a:pt x="72859" y="14073"/>
                  </a:cubicBezTo>
                  <a:cubicBezTo>
                    <a:pt x="72981" y="14134"/>
                    <a:pt x="73163" y="14225"/>
                    <a:pt x="73194" y="14225"/>
                  </a:cubicBezTo>
                  <a:cubicBezTo>
                    <a:pt x="73285" y="14195"/>
                    <a:pt x="73376" y="14165"/>
                    <a:pt x="73467" y="14104"/>
                  </a:cubicBezTo>
                  <a:lnTo>
                    <a:pt x="73619" y="14104"/>
                  </a:lnTo>
                  <a:cubicBezTo>
                    <a:pt x="73619" y="14104"/>
                    <a:pt x="73680" y="14013"/>
                    <a:pt x="73680" y="13982"/>
                  </a:cubicBezTo>
                  <a:cubicBezTo>
                    <a:pt x="73680" y="13877"/>
                    <a:pt x="73680" y="13845"/>
                    <a:pt x="73730" y="13845"/>
                  </a:cubicBezTo>
                  <a:cubicBezTo>
                    <a:pt x="73752" y="13845"/>
                    <a:pt x="73785" y="13851"/>
                    <a:pt x="73832" y="13861"/>
                  </a:cubicBezTo>
                  <a:cubicBezTo>
                    <a:pt x="73872" y="13861"/>
                    <a:pt x="73940" y="13874"/>
                    <a:pt x="73989" y="13874"/>
                  </a:cubicBezTo>
                  <a:cubicBezTo>
                    <a:pt x="74014" y="13874"/>
                    <a:pt x="74035" y="13871"/>
                    <a:pt x="74045" y="13861"/>
                  </a:cubicBezTo>
                  <a:lnTo>
                    <a:pt x="74227" y="13739"/>
                  </a:lnTo>
                  <a:cubicBezTo>
                    <a:pt x="74302" y="13814"/>
                    <a:pt x="74418" y="13868"/>
                    <a:pt x="74542" y="13868"/>
                  </a:cubicBezTo>
                  <a:cubicBezTo>
                    <a:pt x="74568" y="13868"/>
                    <a:pt x="74595" y="13866"/>
                    <a:pt x="74622" y="13861"/>
                  </a:cubicBezTo>
                  <a:cubicBezTo>
                    <a:pt x="74630" y="13856"/>
                    <a:pt x="74637" y="13855"/>
                    <a:pt x="74641" y="13855"/>
                  </a:cubicBezTo>
                  <a:cubicBezTo>
                    <a:pt x="74667" y="13855"/>
                    <a:pt x="74618" y="13930"/>
                    <a:pt x="74592" y="13982"/>
                  </a:cubicBezTo>
                  <a:cubicBezTo>
                    <a:pt x="74586" y="13988"/>
                    <a:pt x="74591" y="13990"/>
                    <a:pt x="74604" y="13990"/>
                  </a:cubicBezTo>
                  <a:cubicBezTo>
                    <a:pt x="74657" y="13990"/>
                    <a:pt x="74841" y="13946"/>
                    <a:pt x="74865" y="13921"/>
                  </a:cubicBezTo>
                  <a:cubicBezTo>
                    <a:pt x="74926" y="13861"/>
                    <a:pt x="74987" y="13830"/>
                    <a:pt x="75048" y="13800"/>
                  </a:cubicBezTo>
                  <a:cubicBezTo>
                    <a:pt x="75078" y="13800"/>
                    <a:pt x="75169" y="13891"/>
                    <a:pt x="75169" y="13921"/>
                  </a:cubicBezTo>
                  <a:cubicBezTo>
                    <a:pt x="75175" y="13927"/>
                    <a:pt x="75183" y="13930"/>
                    <a:pt x="75192" y="13930"/>
                  </a:cubicBezTo>
                  <a:cubicBezTo>
                    <a:pt x="75232" y="13930"/>
                    <a:pt x="75297" y="13885"/>
                    <a:pt x="75321" y="13861"/>
                  </a:cubicBezTo>
                  <a:lnTo>
                    <a:pt x="75473" y="13678"/>
                  </a:lnTo>
                  <a:lnTo>
                    <a:pt x="75564" y="13800"/>
                  </a:lnTo>
                  <a:cubicBezTo>
                    <a:pt x="75625" y="13861"/>
                    <a:pt x="75716" y="13952"/>
                    <a:pt x="75747" y="13952"/>
                  </a:cubicBezTo>
                  <a:cubicBezTo>
                    <a:pt x="75899" y="13891"/>
                    <a:pt x="76020" y="13861"/>
                    <a:pt x="76172" y="13861"/>
                  </a:cubicBezTo>
                  <a:lnTo>
                    <a:pt x="76324" y="13861"/>
                  </a:lnTo>
                  <a:cubicBezTo>
                    <a:pt x="76294" y="13800"/>
                    <a:pt x="76355" y="13739"/>
                    <a:pt x="76416" y="13709"/>
                  </a:cubicBezTo>
                  <a:lnTo>
                    <a:pt x="76476" y="13739"/>
                  </a:lnTo>
                  <a:cubicBezTo>
                    <a:pt x="76598" y="13769"/>
                    <a:pt x="76598" y="13891"/>
                    <a:pt x="76598" y="13982"/>
                  </a:cubicBezTo>
                  <a:cubicBezTo>
                    <a:pt x="76602" y="13984"/>
                    <a:pt x="76607" y="13986"/>
                    <a:pt x="76611" y="13986"/>
                  </a:cubicBezTo>
                  <a:cubicBezTo>
                    <a:pt x="76663" y="13986"/>
                    <a:pt x="76689" y="13826"/>
                    <a:pt x="76689" y="13769"/>
                  </a:cubicBezTo>
                  <a:cubicBezTo>
                    <a:pt x="76689" y="13734"/>
                    <a:pt x="76773" y="13719"/>
                    <a:pt x="76860" y="13719"/>
                  </a:cubicBezTo>
                  <a:cubicBezTo>
                    <a:pt x="76922" y="13719"/>
                    <a:pt x="76986" y="13726"/>
                    <a:pt x="77023" y="13739"/>
                  </a:cubicBezTo>
                  <a:cubicBezTo>
                    <a:pt x="77068" y="13739"/>
                    <a:pt x="77257" y="13675"/>
                    <a:pt x="77380" y="13675"/>
                  </a:cubicBezTo>
                  <a:cubicBezTo>
                    <a:pt x="77426" y="13675"/>
                    <a:pt x="77463" y="13684"/>
                    <a:pt x="77479" y="13709"/>
                  </a:cubicBezTo>
                  <a:cubicBezTo>
                    <a:pt x="77497" y="13744"/>
                    <a:pt x="77536" y="13759"/>
                    <a:pt x="77583" y="13759"/>
                  </a:cubicBezTo>
                  <a:cubicBezTo>
                    <a:pt x="77617" y="13759"/>
                    <a:pt x="77654" y="13752"/>
                    <a:pt x="77692" y="13739"/>
                  </a:cubicBezTo>
                  <a:cubicBezTo>
                    <a:pt x="77692" y="13709"/>
                    <a:pt x="77631" y="13709"/>
                    <a:pt x="77510" y="13709"/>
                  </a:cubicBezTo>
                  <a:lnTo>
                    <a:pt x="77510" y="13587"/>
                  </a:lnTo>
                  <a:lnTo>
                    <a:pt x="77510" y="13526"/>
                  </a:lnTo>
                  <a:cubicBezTo>
                    <a:pt x="77540" y="13465"/>
                    <a:pt x="77571" y="13405"/>
                    <a:pt x="77571" y="13344"/>
                  </a:cubicBezTo>
                  <a:cubicBezTo>
                    <a:pt x="77601" y="13313"/>
                    <a:pt x="77540" y="13313"/>
                    <a:pt x="77479" y="13313"/>
                  </a:cubicBezTo>
                  <a:lnTo>
                    <a:pt x="77267" y="13313"/>
                  </a:lnTo>
                  <a:cubicBezTo>
                    <a:pt x="77191" y="13344"/>
                    <a:pt x="77115" y="13359"/>
                    <a:pt x="77039" y="13359"/>
                  </a:cubicBezTo>
                  <a:cubicBezTo>
                    <a:pt x="76963" y="13359"/>
                    <a:pt x="76887" y="13344"/>
                    <a:pt x="76811" y="13313"/>
                  </a:cubicBezTo>
                  <a:lnTo>
                    <a:pt x="76689" y="13222"/>
                  </a:lnTo>
                  <a:lnTo>
                    <a:pt x="76689" y="13161"/>
                  </a:lnTo>
                  <a:cubicBezTo>
                    <a:pt x="76719" y="13131"/>
                    <a:pt x="76719" y="13131"/>
                    <a:pt x="76750" y="13131"/>
                  </a:cubicBezTo>
                  <a:cubicBezTo>
                    <a:pt x="76841" y="13161"/>
                    <a:pt x="76932" y="13161"/>
                    <a:pt x="77023" y="13192"/>
                  </a:cubicBezTo>
                  <a:lnTo>
                    <a:pt x="77115" y="13192"/>
                  </a:lnTo>
                  <a:cubicBezTo>
                    <a:pt x="77236" y="13192"/>
                    <a:pt x="77358" y="13161"/>
                    <a:pt x="77479" y="13101"/>
                  </a:cubicBezTo>
                  <a:lnTo>
                    <a:pt x="77571" y="13101"/>
                  </a:lnTo>
                  <a:lnTo>
                    <a:pt x="78026" y="13161"/>
                  </a:lnTo>
                  <a:cubicBezTo>
                    <a:pt x="78543" y="13131"/>
                    <a:pt x="78999" y="13070"/>
                    <a:pt x="79090" y="13070"/>
                  </a:cubicBezTo>
                  <a:lnTo>
                    <a:pt x="79333" y="13070"/>
                  </a:lnTo>
                  <a:cubicBezTo>
                    <a:pt x="79485" y="13070"/>
                    <a:pt x="79637" y="12979"/>
                    <a:pt x="79729" y="12827"/>
                  </a:cubicBezTo>
                  <a:cubicBezTo>
                    <a:pt x="79729" y="12807"/>
                    <a:pt x="79742" y="12797"/>
                    <a:pt x="79765" y="12797"/>
                  </a:cubicBezTo>
                  <a:cubicBezTo>
                    <a:pt x="79810" y="12797"/>
                    <a:pt x="79891" y="12837"/>
                    <a:pt x="79972" y="12918"/>
                  </a:cubicBezTo>
                  <a:cubicBezTo>
                    <a:pt x="80005" y="12969"/>
                    <a:pt x="80057" y="12991"/>
                    <a:pt x="80107" y="12991"/>
                  </a:cubicBezTo>
                  <a:cubicBezTo>
                    <a:pt x="80148" y="12991"/>
                    <a:pt x="80188" y="12976"/>
                    <a:pt x="80215" y="12949"/>
                  </a:cubicBezTo>
                  <a:lnTo>
                    <a:pt x="80337" y="12918"/>
                  </a:lnTo>
                  <a:cubicBezTo>
                    <a:pt x="80489" y="13010"/>
                    <a:pt x="80580" y="13161"/>
                    <a:pt x="80489" y="13253"/>
                  </a:cubicBezTo>
                  <a:lnTo>
                    <a:pt x="80367" y="13253"/>
                  </a:lnTo>
                  <a:cubicBezTo>
                    <a:pt x="80337" y="13283"/>
                    <a:pt x="80337" y="13344"/>
                    <a:pt x="80367" y="13374"/>
                  </a:cubicBezTo>
                  <a:lnTo>
                    <a:pt x="80397" y="13405"/>
                  </a:lnTo>
                  <a:lnTo>
                    <a:pt x="80489" y="13405"/>
                  </a:lnTo>
                  <a:cubicBezTo>
                    <a:pt x="80580" y="13405"/>
                    <a:pt x="80671" y="13374"/>
                    <a:pt x="80762" y="13344"/>
                  </a:cubicBezTo>
                  <a:lnTo>
                    <a:pt x="80823" y="13344"/>
                  </a:lnTo>
                  <a:cubicBezTo>
                    <a:pt x="80884" y="13374"/>
                    <a:pt x="80975" y="13435"/>
                    <a:pt x="81005" y="13496"/>
                  </a:cubicBezTo>
                  <a:lnTo>
                    <a:pt x="81248" y="13496"/>
                  </a:lnTo>
                  <a:cubicBezTo>
                    <a:pt x="81400" y="13465"/>
                    <a:pt x="81552" y="13405"/>
                    <a:pt x="81674" y="13283"/>
                  </a:cubicBezTo>
                  <a:cubicBezTo>
                    <a:pt x="81704" y="13253"/>
                    <a:pt x="81613" y="13131"/>
                    <a:pt x="81583" y="13131"/>
                  </a:cubicBezTo>
                  <a:cubicBezTo>
                    <a:pt x="81492" y="13131"/>
                    <a:pt x="81431" y="13161"/>
                    <a:pt x="81370" y="13192"/>
                  </a:cubicBezTo>
                  <a:cubicBezTo>
                    <a:pt x="81340" y="13192"/>
                    <a:pt x="81218" y="13222"/>
                    <a:pt x="81066" y="13222"/>
                  </a:cubicBezTo>
                  <a:lnTo>
                    <a:pt x="80975" y="13253"/>
                  </a:lnTo>
                  <a:lnTo>
                    <a:pt x="80944" y="13253"/>
                  </a:lnTo>
                  <a:cubicBezTo>
                    <a:pt x="80884" y="13253"/>
                    <a:pt x="80853" y="13131"/>
                    <a:pt x="80853" y="13101"/>
                  </a:cubicBezTo>
                  <a:cubicBezTo>
                    <a:pt x="81036" y="13040"/>
                    <a:pt x="81248" y="13010"/>
                    <a:pt x="81431" y="13010"/>
                  </a:cubicBezTo>
                  <a:lnTo>
                    <a:pt x="81826" y="13010"/>
                  </a:lnTo>
                  <a:cubicBezTo>
                    <a:pt x="81917" y="12949"/>
                    <a:pt x="82039" y="12949"/>
                    <a:pt x="82130" y="12918"/>
                  </a:cubicBezTo>
                  <a:cubicBezTo>
                    <a:pt x="82217" y="12947"/>
                    <a:pt x="82331" y="13224"/>
                    <a:pt x="82237" y="13224"/>
                  </a:cubicBezTo>
                  <a:cubicBezTo>
                    <a:pt x="82232" y="13224"/>
                    <a:pt x="82227" y="13224"/>
                    <a:pt x="82221" y="13222"/>
                  </a:cubicBezTo>
                  <a:cubicBezTo>
                    <a:pt x="82069" y="13222"/>
                    <a:pt x="82069" y="13313"/>
                    <a:pt x="82160" y="13465"/>
                  </a:cubicBezTo>
                  <a:lnTo>
                    <a:pt x="82282" y="13496"/>
                  </a:lnTo>
                  <a:lnTo>
                    <a:pt x="82403" y="13526"/>
                  </a:lnTo>
                  <a:cubicBezTo>
                    <a:pt x="82586" y="13465"/>
                    <a:pt x="82555" y="13313"/>
                    <a:pt x="82525" y="13313"/>
                  </a:cubicBezTo>
                  <a:cubicBezTo>
                    <a:pt x="82464" y="13222"/>
                    <a:pt x="82464" y="13131"/>
                    <a:pt x="82495" y="13040"/>
                  </a:cubicBezTo>
                  <a:cubicBezTo>
                    <a:pt x="82647" y="12949"/>
                    <a:pt x="82799" y="12888"/>
                    <a:pt x="83011" y="12858"/>
                  </a:cubicBezTo>
                  <a:lnTo>
                    <a:pt x="83133" y="12949"/>
                  </a:lnTo>
                  <a:lnTo>
                    <a:pt x="83437" y="13101"/>
                  </a:lnTo>
                  <a:cubicBezTo>
                    <a:pt x="83529" y="13027"/>
                    <a:pt x="83643" y="12987"/>
                    <a:pt x="83760" y="12987"/>
                  </a:cubicBezTo>
                  <a:cubicBezTo>
                    <a:pt x="83835" y="12987"/>
                    <a:pt x="83912" y="13004"/>
                    <a:pt x="83984" y="13040"/>
                  </a:cubicBezTo>
                  <a:lnTo>
                    <a:pt x="84075" y="13040"/>
                  </a:lnTo>
                  <a:lnTo>
                    <a:pt x="84166" y="13010"/>
                  </a:lnTo>
                  <a:cubicBezTo>
                    <a:pt x="84212" y="12964"/>
                    <a:pt x="84265" y="12941"/>
                    <a:pt x="84318" y="12941"/>
                  </a:cubicBezTo>
                  <a:cubicBezTo>
                    <a:pt x="84372" y="12941"/>
                    <a:pt x="84425" y="12964"/>
                    <a:pt x="84470" y="13010"/>
                  </a:cubicBezTo>
                  <a:cubicBezTo>
                    <a:pt x="84501" y="13040"/>
                    <a:pt x="84501" y="13101"/>
                    <a:pt x="84440" y="13101"/>
                  </a:cubicBezTo>
                  <a:cubicBezTo>
                    <a:pt x="84418" y="13101"/>
                    <a:pt x="84283" y="13036"/>
                    <a:pt x="84223" y="13036"/>
                  </a:cubicBezTo>
                  <a:cubicBezTo>
                    <a:pt x="84201" y="13036"/>
                    <a:pt x="84189" y="13045"/>
                    <a:pt x="84197" y="13070"/>
                  </a:cubicBezTo>
                  <a:cubicBezTo>
                    <a:pt x="84227" y="13131"/>
                    <a:pt x="84440" y="13253"/>
                    <a:pt x="84501" y="13253"/>
                  </a:cubicBezTo>
                  <a:cubicBezTo>
                    <a:pt x="84592" y="13253"/>
                    <a:pt x="84683" y="12979"/>
                    <a:pt x="84622" y="12858"/>
                  </a:cubicBezTo>
                  <a:cubicBezTo>
                    <a:pt x="84579" y="12792"/>
                    <a:pt x="84708" y="12742"/>
                    <a:pt x="84818" y="12742"/>
                  </a:cubicBezTo>
                  <a:cubicBezTo>
                    <a:pt x="84861" y="12742"/>
                    <a:pt x="84901" y="12749"/>
                    <a:pt x="84926" y="12766"/>
                  </a:cubicBezTo>
                  <a:lnTo>
                    <a:pt x="85169" y="12918"/>
                  </a:lnTo>
                  <a:lnTo>
                    <a:pt x="85291" y="12918"/>
                  </a:lnTo>
                  <a:cubicBezTo>
                    <a:pt x="85443" y="12918"/>
                    <a:pt x="85352" y="12979"/>
                    <a:pt x="85291" y="13010"/>
                  </a:cubicBezTo>
                  <a:cubicBezTo>
                    <a:pt x="85230" y="13040"/>
                    <a:pt x="85504" y="13040"/>
                    <a:pt x="85565" y="13040"/>
                  </a:cubicBezTo>
                  <a:cubicBezTo>
                    <a:pt x="85625" y="13040"/>
                    <a:pt x="85656" y="13010"/>
                    <a:pt x="85625" y="12949"/>
                  </a:cubicBezTo>
                  <a:lnTo>
                    <a:pt x="85625" y="12918"/>
                  </a:lnTo>
                  <a:cubicBezTo>
                    <a:pt x="85625" y="12888"/>
                    <a:pt x="85747" y="12827"/>
                    <a:pt x="85747" y="12827"/>
                  </a:cubicBezTo>
                  <a:lnTo>
                    <a:pt x="85838" y="12918"/>
                  </a:lnTo>
                  <a:cubicBezTo>
                    <a:pt x="85909" y="12954"/>
                    <a:pt x="85981" y="12969"/>
                    <a:pt x="86052" y="12969"/>
                  </a:cubicBezTo>
                  <a:cubicBezTo>
                    <a:pt x="86102" y="12969"/>
                    <a:pt x="86153" y="12961"/>
                    <a:pt x="86203" y="12949"/>
                  </a:cubicBezTo>
                  <a:cubicBezTo>
                    <a:pt x="86216" y="12942"/>
                    <a:pt x="86241" y="12940"/>
                    <a:pt x="86273" y="12940"/>
                  </a:cubicBezTo>
                  <a:cubicBezTo>
                    <a:pt x="86362" y="12940"/>
                    <a:pt x="86505" y="12957"/>
                    <a:pt x="86604" y="12957"/>
                  </a:cubicBezTo>
                  <a:cubicBezTo>
                    <a:pt x="86640" y="12957"/>
                    <a:pt x="86670" y="12955"/>
                    <a:pt x="86689" y="12949"/>
                  </a:cubicBezTo>
                  <a:cubicBezTo>
                    <a:pt x="86811" y="12888"/>
                    <a:pt x="86902" y="12797"/>
                    <a:pt x="86963" y="12675"/>
                  </a:cubicBezTo>
                  <a:cubicBezTo>
                    <a:pt x="86971" y="12667"/>
                    <a:pt x="86983" y="12663"/>
                    <a:pt x="86998" y="12663"/>
                  </a:cubicBezTo>
                  <a:cubicBezTo>
                    <a:pt x="87089" y="12663"/>
                    <a:pt x="87279" y="12805"/>
                    <a:pt x="87358" y="12858"/>
                  </a:cubicBezTo>
                  <a:cubicBezTo>
                    <a:pt x="87449" y="12888"/>
                    <a:pt x="87548" y="12903"/>
                    <a:pt x="87651" y="12903"/>
                  </a:cubicBezTo>
                  <a:cubicBezTo>
                    <a:pt x="87753" y="12903"/>
                    <a:pt x="87859" y="12888"/>
                    <a:pt x="87966" y="12858"/>
                  </a:cubicBezTo>
                  <a:cubicBezTo>
                    <a:pt x="88095" y="12836"/>
                    <a:pt x="88239" y="12815"/>
                    <a:pt x="88377" y="12815"/>
                  </a:cubicBezTo>
                  <a:cubicBezTo>
                    <a:pt x="88434" y="12815"/>
                    <a:pt x="88490" y="12818"/>
                    <a:pt x="88543" y="12827"/>
                  </a:cubicBezTo>
                  <a:lnTo>
                    <a:pt x="88756" y="12797"/>
                  </a:lnTo>
                  <a:lnTo>
                    <a:pt x="88817" y="12797"/>
                  </a:lnTo>
                  <a:cubicBezTo>
                    <a:pt x="88828" y="12802"/>
                    <a:pt x="88840" y="12805"/>
                    <a:pt x="88853" y="12805"/>
                  </a:cubicBezTo>
                  <a:cubicBezTo>
                    <a:pt x="88909" y="12805"/>
                    <a:pt x="88975" y="12755"/>
                    <a:pt x="88999" y="12706"/>
                  </a:cubicBezTo>
                  <a:cubicBezTo>
                    <a:pt x="88999" y="12675"/>
                    <a:pt x="89030" y="12660"/>
                    <a:pt x="89079" y="12660"/>
                  </a:cubicBezTo>
                  <a:cubicBezTo>
                    <a:pt x="89129" y="12660"/>
                    <a:pt x="89197" y="12675"/>
                    <a:pt x="89273" y="12706"/>
                  </a:cubicBezTo>
                  <a:lnTo>
                    <a:pt x="89364" y="12736"/>
                  </a:lnTo>
                  <a:cubicBezTo>
                    <a:pt x="89433" y="12759"/>
                    <a:pt x="89450" y="12868"/>
                    <a:pt x="89532" y="12868"/>
                  </a:cubicBezTo>
                  <a:cubicBezTo>
                    <a:pt x="89559" y="12868"/>
                    <a:pt x="89593" y="12857"/>
                    <a:pt x="89638" y="12827"/>
                  </a:cubicBezTo>
                  <a:cubicBezTo>
                    <a:pt x="89729" y="12766"/>
                    <a:pt x="89850" y="12736"/>
                    <a:pt x="89972" y="12736"/>
                  </a:cubicBezTo>
                  <a:cubicBezTo>
                    <a:pt x="90002" y="12736"/>
                    <a:pt x="90033" y="12766"/>
                    <a:pt x="90033" y="12766"/>
                  </a:cubicBezTo>
                  <a:cubicBezTo>
                    <a:pt x="90101" y="12801"/>
                    <a:pt x="90178" y="12805"/>
                    <a:pt x="90257" y="12805"/>
                  </a:cubicBezTo>
                  <a:cubicBezTo>
                    <a:pt x="90284" y="12805"/>
                    <a:pt x="90310" y="12804"/>
                    <a:pt x="90337" y="12804"/>
                  </a:cubicBezTo>
                  <a:cubicBezTo>
                    <a:pt x="90443" y="12804"/>
                    <a:pt x="90550" y="12812"/>
                    <a:pt x="90641" y="12888"/>
                  </a:cubicBezTo>
                  <a:cubicBezTo>
                    <a:pt x="90641" y="12888"/>
                    <a:pt x="90762" y="12797"/>
                    <a:pt x="90853" y="12797"/>
                  </a:cubicBezTo>
                  <a:lnTo>
                    <a:pt x="90884" y="12797"/>
                  </a:lnTo>
                  <a:cubicBezTo>
                    <a:pt x="90908" y="12809"/>
                    <a:pt x="90926" y="12814"/>
                    <a:pt x="90939" y="12814"/>
                  </a:cubicBezTo>
                  <a:cubicBezTo>
                    <a:pt x="90994" y="12814"/>
                    <a:pt x="90969" y="12730"/>
                    <a:pt x="90945" y="12706"/>
                  </a:cubicBezTo>
                  <a:cubicBezTo>
                    <a:pt x="90914" y="12645"/>
                    <a:pt x="90853" y="12554"/>
                    <a:pt x="90823" y="12493"/>
                  </a:cubicBezTo>
                  <a:cubicBezTo>
                    <a:pt x="90817" y="12481"/>
                    <a:pt x="90804" y="12476"/>
                    <a:pt x="90787" y="12476"/>
                  </a:cubicBezTo>
                  <a:cubicBezTo>
                    <a:pt x="90714" y="12476"/>
                    <a:pt x="90562" y="12560"/>
                    <a:pt x="90489" y="12584"/>
                  </a:cubicBezTo>
                  <a:cubicBezTo>
                    <a:pt x="90468" y="12598"/>
                    <a:pt x="90453" y="12604"/>
                    <a:pt x="90443" y="12604"/>
                  </a:cubicBezTo>
                  <a:cubicBezTo>
                    <a:pt x="90412" y="12604"/>
                    <a:pt x="90435" y="12539"/>
                    <a:pt x="90458" y="12493"/>
                  </a:cubicBezTo>
                  <a:cubicBezTo>
                    <a:pt x="90483" y="12443"/>
                    <a:pt x="90285" y="12394"/>
                    <a:pt x="90162" y="12394"/>
                  </a:cubicBezTo>
                  <a:cubicBezTo>
                    <a:pt x="90134" y="12394"/>
                    <a:pt x="90110" y="12396"/>
                    <a:pt x="90094" y="12402"/>
                  </a:cubicBezTo>
                  <a:cubicBezTo>
                    <a:pt x="90029" y="12423"/>
                    <a:pt x="89949" y="12445"/>
                    <a:pt x="89865" y="12445"/>
                  </a:cubicBezTo>
                  <a:cubicBezTo>
                    <a:pt x="89830" y="12445"/>
                    <a:pt x="89795" y="12441"/>
                    <a:pt x="89759" y="12432"/>
                  </a:cubicBezTo>
                  <a:cubicBezTo>
                    <a:pt x="89698" y="12402"/>
                    <a:pt x="89516" y="12280"/>
                    <a:pt x="89334" y="12158"/>
                  </a:cubicBezTo>
                  <a:lnTo>
                    <a:pt x="89394" y="12037"/>
                  </a:lnTo>
                  <a:lnTo>
                    <a:pt x="89425" y="11976"/>
                  </a:lnTo>
                  <a:cubicBezTo>
                    <a:pt x="89470" y="11946"/>
                    <a:pt x="89516" y="11930"/>
                    <a:pt x="89550" y="11930"/>
                  </a:cubicBezTo>
                  <a:cubicBezTo>
                    <a:pt x="89584" y="11930"/>
                    <a:pt x="89607" y="11946"/>
                    <a:pt x="89607" y="11976"/>
                  </a:cubicBezTo>
                  <a:lnTo>
                    <a:pt x="89607" y="12006"/>
                  </a:lnTo>
                  <a:cubicBezTo>
                    <a:pt x="89546" y="12128"/>
                    <a:pt x="89607" y="12219"/>
                    <a:pt x="89698" y="12219"/>
                  </a:cubicBezTo>
                  <a:lnTo>
                    <a:pt x="89850" y="12189"/>
                  </a:lnTo>
                  <a:cubicBezTo>
                    <a:pt x="89972" y="12189"/>
                    <a:pt x="90094" y="12098"/>
                    <a:pt x="90063" y="12067"/>
                  </a:cubicBezTo>
                  <a:cubicBezTo>
                    <a:pt x="90033" y="12006"/>
                    <a:pt x="90033" y="11976"/>
                    <a:pt x="90033" y="11976"/>
                  </a:cubicBezTo>
                  <a:lnTo>
                    <a:pt x="90124" y="11976"/>
                  </a:lnTo>
                  <a:cubicBezTo>
                    <a:pt x="90215" y="11976"/>
                    <a:pt x="90276" y="12006"/>
                    <a:pt x="90276" y="12037"/>
                  </a:cubicBezTo>
                  <a:lnTo>
                    <a:pt x="90276" y="12098"/>
                  </a:lnTo>
                  <a:cubicBezTo>
                    <a:pt x="90276" y="12158"/>
                    <a:pt x="90306" y="12219"/>
                    <a:pt x="90398" y="12219"/>
                  </a:cubicBezTo>
                  <a:lnTo>
                    <a:pt x="90428" y="12189"/>
                  </a:lnTo>
                  <a:lnTo>
                    <a:pt x="90489" y="12158"/>
                  </a:lnTo>
                  <a:cubicBezTo>
                    <a:pt x="90513" y="12123"/>
                    <a:pt x="90546" y="12110"/>
                    <a:pt x="90579" y="12110"/>
                  </a:cubicBezTo>
                  <a:cubicBezTo>
                    <a:pt x="90631" y="12110"/>
                    <a:pt x="90683" y="12140"/>
                    <a:pt x="90701" y="12158"/>
                  </a:cubicBezTo>
                  <a:cubicBezTo>
                    <a:pt x="90777" y="12174"/>
                    <a:pt x="90861" y="12181"/>
                    <a:pt x="90945" y="12181"/>
                  </a:cubicBezTo>
                  <a:cubicBezTo>
                    <a:pt x="91028" y="12181"/>
                    <a:pt x="91112" y="12174"/>
                    <a:pt x="91188" y="12158"/>
                  </a:cubicBezTo>
                  <a:cubicBezTo>
                    <a:pt x="91233" y="12128"/>
                    <a:pt x="91287" y="12113"/>
                    <a:pt x="91340" y="12113"/>
                  </a:cubicBezTo>
                  <a:cubicBezTo>
                    <a:pt x="91393" y="12113"/>
                    <a:pt x="91446" y="12128"/>
                    <a:pt x="91492" y="12158"/>
                  </a:cubicBezTo>
                  <a:cubicBezTo>
                    <a:pt x="91492" y="12162"/>
                    <a:pt x="91494" y="12163"/>
                    <a:pt x="91497" y="12163"/>
                  </a:cubicBezTo>
                  <a:cubicBezTo>
                    <a:pt x="91524" y="12163"/>
                    <a:pt x="91647" y="12064"/>
                    <a:pt x="91674" y="12037"/>
                  </a:cubicBezTo>
                  <a:cubicBezTo>
                    <a:pt x="91763" y="11992"/>
                    <a:pt x="91852" y="11964"/>
                    <a:pt x="91953" y="11964"/>
                  </a:cubicBezTo>
                  <a:cubicBezTo>
                    <a:pt x="91990" y="11964"/>
                    <a:pt x="92029" y="11968"/>
                    <a:pt x="92069" y="11976"/>
                  </a:cubicBezTo>
                  <a:lnTo>
                    <a:pt x="92282" y="11976"/>
                  </a:lnTo>
                  <a:lnTo>
                    <a:pt x="92252" y="12219"/>
                  </a:lnTo>
                  <a:cubicBezTo>
                    <a:pt x="92464" y="12189"/>
                    <a:pt x="92677" y="12158"/>
                    <a:pt x="92708" y="12128"/>
                  </a:cubicBezTo>
                  <a:cubicBezTo>
                    <a:pt x="92738" y="12067"/>
                    <a:pt x="92799" y="11915"/>
                    <a:pt x="92829" y="11794"/>
                  </a:cubicBezTo>
                  <a:lnTo>
                    <a:pt x="92920" y="11763"/>
                  </a:lnTo>
                  <a:cubicBezTo>
                    <a:pt x="92987" y="11719"/>
                    <a:pt x="93053" y="11626"/>
                    <a:pt x="93155" y="11626"/>
                  </a:cubicBezTo>
                  <a:cubicBezTo>
                    <a:pt x="93193" y="11626"/>
                    <a:pt x="93236" y="11639"/>
                    <a:pt x="93285" y="11672"/>
                  </a:cubicBezTo>
                  <a:lnTo>
                    <a:pt x="93346" y="11733"/>
                  </a:lnTo>
                  <a:cubicBezTo>
                    <a:pt x="93346" y="11824"/>
                    <a:pt x="93346" y="11885"/>
                    <a:pt x="93407" y="11976"/>
                  </a:cubicBezTo>
                  <a:lnTo>
                    <a:pt x="93559" y="11854"/>
                  </a:lnTo>
                  <a:lnTo>
                    <a:pt x="93680" y="11824"/>
                  </a:lnTo>
                  <a:cubicBezTo>
                    <a:pt x="93802" y="11794"/>
                    <a:pt x="93923" y="11733"/>
                    <a:pt x="94015" y="11672"/>
                  </a:cubicBezTo>
                  <a:cubicBezTo>
                    <a:pt x="94045" y="11672"/>
                    <a:pt x="94015" y="11611"/>
                    <a:pt x="93954" y="11581"/>
                  </a:cubicBezTo>
                  <a:lnTo>
                    <a:pt x="93893" y="11581"/>
                  </a:lnTo>
                  <a:cubicBezTo>
                    <a:pt x="93741" y="11581"/>
                    <a:pt x="93741" y="11520"/>
                    <a:pt x="93741" y="11429"/>
                  </a:cubicBezTo>
                  <a:lnTo>
                    <a:pt x="93802" y="11277"/>
                  </a:lnTo>
                  <a:cubicBezTo>
                    <a:pt x="93832" y="11095"/>
                    <a:pt x="93893" y="10639"/>
                    <a:pt x="93802" y="10547"/>
                  </a:cubicBezTo>
                  <a:cubicBezTo>
                    <a:pt x="93650" y="10456"/>
                    <a:pt x="93528" y="10304"/>
                    <a:pt x="93437" y="10183"/>
                  </a:cubicBezTo>
                  <a:lnTo>
                    <a:pt x="93559" y="10092"/>
                  </a:lnTo>
                  <a:cubicBezTo>
                    <a:pt x="93619" y="10061"/>
                    <a:pt x="93711" y="10031"/>
                    <a:pt x="93741" y="10000"/>
                  </a:cubicBezTo>
                  <a:cubicBezTo>
                    <a:pt x="93802" y="9970"/>
                    <a:pt x="93832" y="9879"/>
                    <a:pt x="93832" y="9879"/>
                  </a:cubicBezTo>
                  <a:cubicBezTo>
                    <a:pt x="93650" y="9727"/>
                    <a:pt x="93832" y="9696"/>
                    <a:pt x="93923" y="9666"/>
                  </a:cubicBezTo>
                  <a:lnTo>
                    <a:pt x="94015" y="9666"/>
                  </a:lnTo>
                  <a:cubicBezTo>
                    <a:pt x="94052" y="9653"/>
                    <a:pt x="94090" y="9646"/>
                    <a:pt x="94126" y="9646"/>
                  </a:cubicBezTo>
                  <a:cubicBezTo>
                    <a:pt x="94176" y="9646"/>
                    <a:pt x="94222" y="9661"/>
                    <a:pt x="94258" y="9696"/>
                  </a:cubicBezTo>
                  <a:cubicBezTo>
                    <a:pt x="94279" y="9739"/>
                    <a:pt x="94407" y="9782"/>
                    <a:pt x="94491" y="9782"/>
                  </a:cubicBezTo>
                  <a:cubicBezTo>
                    <a:pt x="94526" y="9782"/>
                    <a:pt x="94553" y="9775"/>
                    <a:pt x="94562" y="9757"/>
                  </a:cubicBezTo>
                  <a:cubicBezTo>
                    <a:pt x="94623" y="9636"/>
                    <a:pt x="94683" y="9544"/>
                    <a:pt x="94714" y="9423"/>
                  </a:cubicBezTo>
                  <a:cubicBezTo>
                    <a:pt x="94714" y="9392"/>
                    <a:pt x="94699" y="9377"/>
                    <a:pt x="94672" y="9377"/>
                  </a:cubicBezTo>
                  <a:cubicBezTo>
                    <a:pt x="94645" y="9377"/>
                    <a:pt x="94607" y="9392"/>
                    <a:pt x="94562" y="9423"/>
                  </a:cubicBezTo>
                  <a:lnTo>
                    <a:pt x="94501" y="9423"/>
                  </a:lnTo>
                  <a:cubicBezTo>
                    <a:pt x="94440" y="9423"/>
                    <a:pt x="94349" y="9392"/>
                    <a:pt x="94288" y="9332"/>
                  </a:cubicBezTo>
                  <a:lnTo>
                    <a:pt x="94197" y="9240"/>
                  </a:lnTo>
                  <a:cubicBezTo>
                    <a:pt x="94167" y="9332"/>
                    <a:pt x="93954" y="9423"/>
                    <a:pt x="93741" y="9453"/>
                  </a:cubicBezTo>
                  <a:lnTo>
                    <a:pt x="93619" y="9392"/>
                  </a:lnTo>
                  <a:lnTo>
                    <a:pt x="93559" y="9332"/>
                  </a:lnTo>
                  <a:cubicBezTo>
                    <a:pt x="93467" y="9301"/>
                    <a:pt x="93407" y="9301"/>
                    <a:pt x="93316" y="9271"/>
                  </a:cubicBezTo>
                  <a:cubicBezTo>
                    <a:pt x="93255" y="9240"/>
                    <a:pt x="93316" y="9149"/>
                    <a:pt x="93316" y="9149"/>
                  </a:cubicBezTo>
                  <a:cubicBezTo>
                    <a:pt x="93320" y="9145"/>
                    <a:pt x="93329" y="9143"/>
                    <a:pt x="93342" y="9143"/>
                  </a:cubicBezTo>
                  <a:cubicBezTo>
                    <a:pt x="93392" y="9143"/>
                    <a:pt x="93493" y="9171"/>
                    <a:pt x="93560" y="9171"/>
                  </a:cubicBezTo>
                  <a:cubicBezTo>
                    <a:pt x="93589" y="9171"/>
                    <a:pt x="93612" y="9165"/>
                    <a:pt x="93619" y="9149"/>
                  </a:cubicBezTo>
                  <a:cubicBezTo>
                    <a:pt x="93680" y="9088"/>
                    <a:pt x="93619" y="8936"/>
                    <a:pt x="93559" y="8906"/>
                  </a:cubicBezTo>
                  <a:cubicBezTo>
                    <a:pt x="93528" y="8876"/>
                    <a:pt x="93650" y="8785"/>
                    <a:pt x="93711" y="8754"/>
                  </a:cubicBezTo>
                  <a:cubicBezTo>
                    <a:pt x="93771" y="8724"/>
                    <a:pt x="93771" y="8693"/>
                    <a:pt x="93741" y="8633"/>
                  </a:cubicBezTo>
                  <a:cubicBezTo>
                    <a:pt x="93741" y="8633"/>
                    <a:pt x="93863" y="8541"/>
                    <a:pt x="93923" y="8541"/>
                  </a:cubicBezTo>
                  <a:cubicBezTo>
                    <a:pt x="93984" y="8420"/>
                    <a:pt x="94045" y="8268"/>
                    <a:pt x="94075" y="8146"/>
                  </a:cubicBezTo>
                  <a:cubicBezTo>
                    <a:pt x="94106" y="8025"/>
                    <a:pt x="93893" y="7964"/>
                    <a:pt x="93832" y="7964"/>
                  </a:cubicBezTo>
                  <a:cubicBezTo>
                    <a:pt x="93680" y="7964"/>
                    <a:pt x="93528" y="7994"/>
                    <a:pt x="93407" y="8055"/>
                  </a:cubicBezTo>
                  <a:cubicBezTo>
                    <a:pt x="93398" y="8058"/>
                    <a:pt x="93390" y="8059"/>
                    <a:pt x="93381" y="8059"/>
                  </a:cubicBezTo>
                  <a:cubicBezTo>
                    <a:pt x="93295" y="8059"/>
                    <a:pt x="93194" y="7931"/>
                    <a:pt x="93194" y="7903"/>
                  </a:cubicBezTo>
                  <a:cubicBezTo>
                    <a:pt x="93194" y="7903"/>
                    <a:pt x="93140" y="7876"/>
                    <a:pt x="93059" y="7876"/>
                  </a:cubicBezTo>
                  <a:cubicBezTo>
                    <a:pt x="93018" y="7876"/>
                    <a:pt x="92971" y="7883"/>
                    <a:pt x="92920" y="7903"/>
                  </a:cubicBezTo>
                  <a:lnTo>
                    <a:pt x="92829" y="7933"/>
                  </a:lnTo>
                  <a:cubicBezTo>
                    <a:pt x="92768" y="7933"/>
                    <a:pt x="92738" y="7964"/>
                    <a:pt x="92708" y="7994"/>
                  </a:cubicBezTo>
                  <a:lnTo>
                    <a:pt x="92647" y="8116"/>
                  </a:lnTo>
                  <a:cubicBezTo>
                    <a:pt x="92677" y="8207"/>
                    <a:pt x="92768" y="8298"/>
                    <a:pt x="92860" y="8329"/>
                  </a:cubicBezTo>
                  <a:lnTo>
                    <a:pt x="93042" y="8329"/>
                  </a:lnTo>
                  <a:cubicBezTo>
                    <a:pt x="93096" y="8274"/>
                    <a:pt x="93175" y="8172"/>
                    <a:pt x="93212" y="8172"/>
                  </a:cubicBezTo>
                  <a:cubicBezTo>
                    <a:pt x="93217" y="8172"/>
                    <a:pt x="93221" y="8173"/>
                    <a:pt x="93224" y="8177"/>
                  </a:cubicBezTo>
                  <a:cubicBezTo>
                    <a:pt x="93285" y="8207"/>
                    <a:pt x="93346" y="8268"/>
                    <a:pt x="93376" y="8329"/>
                  </a:cubicBezTo>
                  <a:cubicBezTo>
                    <a:pt x="93194" y="8420"/>
                    <a:pt x="92981" y="8450"/>
                    <a:pt x="92799" y="8481"/>
                  </a:cubicBezTo>
                  <a:cubicBezTo>
                    <a:pt x="92770" y="8486"/>
                    <a:pt x="92743" y="8489"/>
                    <a:pt x="92719" y="8489"/>
                  </a:cubicBezTo>
                  <a:cubicBezTo>
                    <a:pt x="92615" y="8489"/>
                    <a:pt x="92556" y="8444"/>
                    <a:pt x="92556" y="8420"/>
                  </a:cubicBezTo>
                  <a:cubicBezTo>
                    <a:pt x="92556" y="8359"/>
                    <a:pt x="92586" y="8298"/>
                    <a:pt x="92586" y="8237"/>
                  </a:cubicBezTo>
                  <a:cubicBezTo>
                    <a:pt x="92556" y="8146"/>
                    <a:pt x="92495" y="8085"/>
                    <a:pt x="92434" y="7994"/>
                  </a:cubicBezTo>
                  <a:lnTo>
                    <a:pt x="92373" y="7933"/>
                  </a:lnTo>
                  <a:lnTo>
                    <a:pt x="92282" y="7842"/>
                  </a:lnTo>
                  <a:cubicBezTo>
                    <a:pt x="92191" y="7842"/>
                    <a:pt x="92100" y="7873"/>
                    <a:pt x="92008" y="7903"/>
                  </a:cubicBezTo>
                  <a:lnTo>
                    <a:pt x="91857" y="7873"/>
                  </a:lnTo>
                  <a:cubicBezTo>
                    <a:pt x="91674" y="7873"/>
                    <a:pt x="91401" y="7842"/>
                    <a:pt x="91218" y="7812"/>
                  </a:cubicBezTo>
                  <a:lnTo>
                    <a:pt x="91066" y="7781"/>
                  </a:lnTo>
                  <a:lnTo>
                    <a:pt x="90945" y="7781"/>
                  </a:lnTo>
                  <a:lnTo>
                    <a:pt x="90671" y="7903"/>
                  </a:lnTo>
                  <a:cubicBezTo>
                    <a:pt x="90489" y="7812"/>
                    <a:pt x="90337" y="7599"/>
                    <a:pt x="90306" y="7386"/>
                  </a:cubicBezTo>
                  <a:cubicBezTo>
                    <a:pt x="90306" y="7326"/>
                    <a:pt x="90124" y="7204"/>
                    <a:pt x="89911" y="7143"/>
                  </a:cubicBezTo>
                  <a:lnTo>
                    <a:pt x="89729" y="7174"/>
                  </a:lnTo>
                  <a:lnTo>
                    <a:pt x="89577" y="7204"/>
                  </a:lnTo>
                  <a:cubicBezTo>
                    <a:pt x="89508" y="7238"/>
                    <a:pt x="89449" y="7255"/>
                    <a:pt x="89402" y="7255"/>
                  </a:cubicBezTo>
                  <a:cubicBezTo>
                    <a:pt x="89325" y="7255"/>
                    <a:pt x="89284" y="7208"/>
                    <a:pt x="89303" y="7113"/>
                  </a:cubicBezTo>
                  <a:lnTo>
                    <a:pt x="89303" y="7113"/>
                  </a:lnTo>
                  <a:lnTo>
                    <a:pt x="89030" y="7143"/>
                  </a:lnTo>
                  <a:cubicBezTo>
                    <a:pt x="89013" y="7147"/>
                    <a:pt x="88998" y="7149"/>
                    <a:pt x="88985" y="7149"/>
                  </a:cubicBezTo>
                  <a:cubicBezTo>
                    <a:pt x="88902" y="7149"/>
                    <a:pt x="88886" y="7074"/>
                    <a:pt x="88939" y="7022"/>
                  </a:cubicBezTo>
                  <a:cubicBezTo>
                    <a:pt x="88984" y="6976"/>
                    <a:pt x="89029" y="6898"/>
                    <a:pt x="89124" y="6898"/>
                  </a:cubicBezTo>
                  <a:cubicBezTo>
                    <a:pt x="89157" y="6898"/>
                    <a:pt x="89196" y="6907"/>
                    <a:pt x="89242" y="6930"/>
                  </a:cubicBezTo>
                  <a:cubicBezTo>
                    <a:pt x="89273" y="6961"/>
                    <a:pt x="89334" y="6991"/>
                    <a:pt x="89394" y="6991"/>
                  </a:cubicBezTo>
                  <a:lnTo>
                    <a:pt x="89546" y="6991"/>
                  </a:lnTo>
                  <a:cubicBezTo>
                    <a:pt x="89594" y="6995"/>
                    <a:pt x="89638" y="6997"/>
                    <a:pt x="89680" y="6997"/>
                  </a:cubicBezTo>
                  <a:cubicBezTo>
                    <a:pt x="89962" y="6997"/>
                    <a:pt x="90116" y="6911"/>
                    <a:pt x="90063" y="6778"/>
                  </a:cubicBezTo>
                  <a:lnTo>
                    <a:pt x="90063" y="6778"/>
                  </a:lnTo>
                  <a:lnTo>
                    <a:pt x="89850" y="6870"/>
                  </a:lnTo>
                  <a:cubicBezTo>
                    <a:pt x="89820" y="6885"/>
                    <a:pt x="89797" y="6890"/>
                    <a:pt x="89779" y="6890"/>
                  </a:cubicBezTo>
                  <a:cubicBezTo>
                    <a:pt x="89725" y="6890"/>
                    <a:pt x="89714" y="6839"/>
                    <a:pt x="89668" y="6839"/>
                  </a:cubicBezTo>
                  <a:cubicBezTo>
                    <a:pt x="89486" y="6771"/>
                    <a:pt x="89286" y="6737"/>
                    <a:pt x="89095" y="6737"/>
                  </a:cubicBezTo>
                  <a:cubicBezTo>
                    <a:pt x="89032" y="6737"/>
                    <a:pt x="88969" y="6740"/>
                    <a:pt x="88908" y="6748"/>
                  </a:cubicBezTo>
                  <a:cubicBezTo>
                    <a:pt x="88878" y="6748"/>
                    <a:pt x="88847" y="6718"/>
                    <a:pt x="88817" y="6718"/>
                  </a:cubicBezTo>
                  <a:lnTo>
                    <a:pt x="88665" y="6687"/>
                  </a:lnTo>
                  <a:cubicBezTo>
                    <a:pt x="88574" y="6870"/>
                    <a:pt x="88483" y="7052"/>
                    <a:pt x="88422" y="7234"/>
                  </a:cubicBezTo>
                  <a:cubicBezTo>
                    <a:pt x="88445" y="7303"/>
                    <a:pt x="88416" y="7337"/>
                    <a:pt x="88400" y="7337"/>
                  </a:cubicBezTo>
                  <a:cubicBezTo>
                    <a:pt x="88395" y="7337"/>
                    <a:pt x="88391" y="7333"/>
                    <a:pt x="88391" y="7326"/>
                  </a:cubicBezTo>
                  <a:cubicBezTo>
                    <a:pt x="88331" y="7234"/>
                    <a:pt x="88270" y="7143"/>
                    <a:pt x="88179" y="7082"/>
                  </a:cubicBezTo>
                  <a:lnTo>
                    <a:pt x="88300" y="6900"/>
                  </a:lnTo>
                  <a:lnTo>
                    <a:pt x="88361" y="6809"/>
                  </a:lnTo>
                  <a:cubicBezTo>
                    <a:pt x="88209" y="6778"/>
                    <a:pt x="87966" y="6748"/>
                    <a:pt x="87814" y="6748"/>
                  </a:cubicBezTo>
                  <a:lnTo>
                    <a:pt x="87783" y="6657"/>
                  </a:lnTo>
                  <a:cubicBezTo>
                    <a:pt x="87753" y="6566"/>
                    <a:pt x="87753" y="6505"/>
                    <a:pt x="87814" y="6444"/>
                  </a:cubicBezTo>
                  <a:lnTo>
                    <a:pt x="87875" y="6383"/>
                  </a:lnTo>
                  <a:cubicBezTo>
                    <a:pt x="87891" y="6380"/>
                    <a:pt x="87907" y="6378"/>
                    <a:pt x="87920" y="6378"/>
                  </a:cubicBezTo>
                  <a:cubicBezTo>
                    <a:pt x="88033" y="6378"/>
                    <a:pt x="88054" y="6478"/>
                    <a:pt x="88027" y="6505"/>
                  </a:cubicBezTo>
                  <a:cubicBezTo>
                    <a:pt x="88027" y="6535"/>
                    <a:pt x="88148" y="6596"/>
                    <a:pt x="88300" y="6657"/>
                  </a:cubicBezTo>
                  <a:lnTo>
                    <a:pt x="88300" y="6322"/>
                  </a:lnTo>
                  <a:cubicBezTo>
                    <a:pt x="88422" y="6322"/>
                    <a:pt x="88513" y="6292"/>
                    <a:pt x="88635" y="6262"/>
                  </a:cubicBezTo>
                  <a:cubicBezTo>
                    <a:pt x="88695" y="6262"/>
                    <a:pt x="88665" y="6201"/>
                    <a:pt x="88635" y="6140"/>
                  </a:cubicBezTo>
                  <a:lnTo>
                    <a:pt x="88391" y="6140"/>
                  </a:lnTo>
                  <a:cubicBezTo>
                    <a:pt x="88179" y="6140"/>
                    <a:pt x="87996" y="6019"/>
                    <a:pt x="88027" y="5988"/>
                  </a:cubicBezTo>
                  <a:cubicBezTo>
                    <a:pt x="88027" y="5958"/>
                    <a:pt x="88087" y="5958"/>
                    <a:pt x="88179" y="5958"/>
                  </a:cubicBezTo>
                  <a:lnTo>
                    <a:pt x="88239" y="5988"/>
                  </a:lnTo>
                  <a:cubicBezTo>
                    <a:pt x="88301" y="6009"/>
                    <a:pt x="88349" y="6071"/>
                    <a:pt x="88421" y="6071"/>
                  </a:cubicBezTo>
                  <a:cubicBezTo>
                    <a:pt x="88455" y="6071"/>
                    <a:pt x="88495" y="6058"/>
                    <a:pt x="88543" y="6019"/>
                  </a:cubicBezTo>
                  <a:cubicBezTo>
                    <a:pt x="88589" y="6003"/>
                    <a:pt x="88635" y="5996"/>
                    <a:pt x="88680" y="5996"/>
                  </a:cubicBezTo>
                  <a:cubicBezTo>
                    <a:pt x="88726" y="5996"/>
                    <a:pt x="88771" y="6003"/>
                    <a:pt x="88817" y="6019"/>
                  </a:cubicBezTo>
                  <a:cubicBezTo>
                    <a:pt x="88857" y="6043"/>
                    <a:pt x="88885" y="6052"/>
                    <a:pt x="88903" y="6052"/>
                  </a:cubicBezTo>
                  <a:cubicBezTo>
                    <a:pt x="88953" y="6052"/>
                    <a:pt x="88931" y="5980"/>
                    <a:pt x="88908" y="5958"/>
                  </a:cubicBezTo>
                  <a:lnTo>
                    <a:pt x="88847" y="5867"/>
                  </a:lnTo>
                  <a:cubicBezTo>
                    <a:pt x="88878" y="5806"/>
                    <a:pt x="88969" y="5684"/>
                    <a:pt x="89060" y="5563"/>
                  </a:cubicBezTo>
                  <a:lnTo>
                    <a:pt x="89212" y="5563"/>
                  </a:lnTo>
                  <a:cubicBezTo>
                    <a:pt x="89364" y="5563"/>
                    <a:pt x="89334" y="5441"/>
                    <a:pt x="89303" y="5411"/>
                  </a:cubicBezTo>
                  <a:cubicBezTo>
                    <a:pt x="89303" y="5380"/>
                    <a:pt x="89273" y="5350"/>
                    <a:pt x="89273" y="5350"/>
                  </a:cubicBezTo>
                  <a:lnTo>
                    <a:pt x="89425" y="5167"/>
                  </a:lnTo>
                  <a:cubicBezTo>
                    <a:pt x="89394" y="5015"/>
                    <a:pt x="89303" y="4863"/>
                    <a:pt x="89182" y="4803"/>
                  </a:cubicBezTo>
                  <a:cubicBezTo>
                    <a:pt x="89030" y="4833"/>
                    <a:pt x="88908" y="4863"/>
                    <a:pt x="88756" y="4924"/>
                  </a:cubicBezTo>
                  <a:lnTo>
                    <a:pt x="88574" y="4803"/>
                  </a:lnTo>
                  <a:cubicBezTo>
                    <a:pt x="88483" y="4803"/>
                    <a:pt x="88422" y="4833"/>
                    <a:pt x="88361" y="4863"/>
                  </a:cubicBezTo>
                  <a:lnTo>
                    <a:pt x="88300" y="4955"/>
                  </a:lnTo>
                  <a:cubicBezTo>
                    <a:pt x="88300" y="5046"/>
                    <a:pt x="88087" y="5046"/>
                    <a:pt x="88027" y="5046"/>
                  </a:cubicBezTo>
                  <a:cubicBezTo>
                    <a:pt x="87935" y="5015"/>
                    <a:pt x="87875" y="4833"/>
                    <a:pt x="87875" y="4772"/>
                  </a:cubicBezTo>
                  <a:cubicBezTo>
                    <a:pt x="87875" y="4712"/>
                    <a:pt x="87783" y="4651"/>
                    <a:pt x="87753" y="4651"/>
                  </a:cubicBezTo>
                  <a:cubicBezTo>
                    <a:pt x="87723" y="4651"/>
                    <a:pt x="87692" y="4499"/>
                    <a:pt x="87632" y="4499"/>
                  </a:cubicBezTo>
                  <a:cubicBezTo>
                    <a:pt x="87540" y="4499"/>
                    <a:pt x="87540" y="4468"/>
                    <a:pt x="87601" y="4468"/>
                  </a:cubicBezTo>
                  <a:lnTo>
                    <a:pt x="87632" y="4468"/>
                  </a:lnTo>
                  <a:lnTo>
                    <a:pt x="88027" y="4499"/>
                  </a:lnTo>
                  <a:cubicBezTo>
                    <a:pt x="88118" y="4377"/>
                    <a:pt x="88239" y="4256"/>
                    <a:pt x="88361" y="4134"/>
                  </a:cubicBezTo>
                  <a:cubicBezTo>
                    <a:pt x="88422" y="4134"/>
                    <a:pt x="88361" y="4073"/>
                    <a:pt x="88209" y="4073"/>
                  </a:cubicBezTo>
                  <a:lnTo>
                    <a:pt x="88209" y="4043"/>
                  </a:lnTo>
                  <a:cubicBezTo>
                    <a:pt x="88148" y="3936"/>
                    <a:pt x="88057" y="3906"/>
                    <a:pt x="87966" y="3906"/>
                  </a:cubicBezTo>
                  <a:cubicBezTo>
                    <a:pt x="87875" y="3906"/>
                    <a:pt x="87783" y="3936"/>
                    <a:pt x="87723" y="3952"/>
                  </a:cubicBezTo>
                  <a:lnTo>
                    <a:pt x="87510" y="4043"/>
                  </a:lnTo>
                  <a:cubicBezTo>
                    <a:pt x="87419" y="3952"/>
                    <a:pt x="87388" y="3830"/>
                    <a:pt x="87419" y="3708"/>
                  </a:cubicBezTo>
                  <a:cubicBezTo>
                    <a:pt x="87449" y="3648"/>
                    <a:pt x="87480" y="3648"/>
                    <a:pt x="87510" y="3648"/>
                  </a:cubicBezTo>
                  <a:cubicBezTo>
                    <a:pt x="87488" y="3756"/>
                    <a:pt x="87560" y="3772"/>
                    <a:pt x="87646" y="3772"/>
                  </a:cubicBezTo>
                  <a:cubicBezTo>
                    <a:pt x="87681" y="3772"/>
                    <a:pt x="87718" y="3769"/>
                    <a:pt x="87753" y="3769"/>
                  </a:cubicBezTo>
                  <a:lnTo>
                    <a:pt x="87966" y="3739"/>
                  </a:lnTo>
                  <a:cubicBezTo>
                    <a:pt x="87844" y="3678"/>
                    <a:pt x="87753" y="3587"/>
                    <a:pt x="87662" y="3496"/>
                  </a:cubicBezTo>
                  <a:lnTo>
                    <a:pt x="87723" y="3435"/>
                  </a:lnTo>
                  <a:cubicBezTo>
                    <a:pt x="87753" y="3344"/>
                    <a:pt x="87783" y="3283"/>
                    <a:pt x="87814" y="3192"/>
                  </a:cubicBezTo>
                  <a:lnTo>
                    <a:pt x="87814" y="3161"/>
                  </a:lnTo>
                  <a:cubicBezTo>
                    <a:pt x="87814" y="3161"/>
                    <a:pt x="87723" y="3192"/>
                    <a:pt x="87632" y="3283"/>
                  </a:cubicBezTo>
                  <a:lnTo>
                    <a:pt x="87601" y="3283"/>
                  </a:lnTo>
                  <a:cubicBezTo>
                    <a:pt x="87419" y="3253"/>
                    <a:pt x="87510" y="3161"/>
                    <a:pt x="87571" y="3101"/>
                  </a:cubicBezTo>
                  <a:cubicBezTo>
                    <a:pt x="87540" y="3009"/>
                    <a:pt x="87480" y="2918"/>
                    <a:pt x="87419" y="2857"/>
                  </a:cubicBezTo>
                  <a:lnTo>
                    <a:pt x="87236" y="2857"/>
                  </a:lnTo>
                  <a:cubicBezTo>
                    <a:pt x="87084" y="2857"/>
                    <a:pt x="86963" y="2857"/>
                    <a:pt x="86963" y="2705"/>
                  </a:cubicBezTo>
                  <a:lnTo>
                    <a:pt x="86841" y="2705"/>
                  </a:lnTo>
                  <a:lnTo>
                    <a:pt x="86750" y="2918"/>
                  </a:lnTo>
                  <a:cubicBezTo>
                    <a:pt x="86537" y="2888"/>
                    <a:pt x="86446" y="2705"/>
                    <a:pt x="86446" y="2645"/>
                  </a:cubicBezTo>
                  <a:cubicBezTo>
                    <a:pt x="86507" y="2553"/>
                    <a:pt x="86568" y="2493"/>
                    <a:pt x="86628" y="2462"/>
                  </a:cubicBezTo>
                  <a:lnTo>
                    <a:pt x="86659" y="2462"/>
                  </a:lnTo>
                  <a:lnTo>
                    <a:pt x="86811" y="2523"/>
                  </a:lnTo>
                  <a:cubicBezTo>
                    <a:pt x="86963" y="2493"/>
                    <a:pt x="87054" y="2341"/>
                    <a:pt x="87054" y="2280"/>
                  </a:cubicBezTo>
                  <a:cubicBezTo>
                    <a:pt x="87024" y="2249"/>
                    <a:pt x="87054" y="2189"/>
                    <a:pt x="87115" y="2158"/>
                  </a:cubicBezTo>
                  <a:cubicBezTo>
                    <a:pt x="87267" y="2097"/>
                    <a:pt x="87388" y="1976"/>
                    <a:pt x="87510" y="1854"/>
                  </a:cubicBezTo>
                  <a:cubicBezTo>
                    <a:pt x="87540" y="1733"/>
                    <a:pt x="87571" y="1611"/>
                    <a:pt x="87540" y="1520"/>
                  </a:cubicBezTo>
                  <a:lnTo>
                    <a:pt x="87115" y="1520"/>
                  </a:lnTo>
                  <a:cubicBezTo>
                    <a:pt x="87024" y="1277"/>
                    <a:pt x="87358" y="942"/>
                    <a:pt x="87480" y="882"/>
                  </a:cubicBezTo>
                  <a:cubicBezTo>
                    <a:pt x="87601" y="851"/>
                    <a:pt x="87601" y="730"/>
                    <a:pt x="87480" y="669"/>
                  </a:cubicBezTo>
                  <a:lnTo>
                    <a:pt x="87358" y="608"/>
                  </a:lnTo>
                  <a:cubicBezTo>
                    <a:pt x="87267" y="547"/>
                    <a:pt x="87358" y="487"/>
                    <a:pt x="87358" y="456"/>
                  </a:cubicBezTo>
                  <a:cubicBezTo>
                    <a:pt x="87388" y="426"/>
                    <a:pt x="87328" y="335"/>
                    <a:pt x="87297" y="304"/>
                  </a:cubicBezTo>
                  <a:cubicBezTo>
                    <a:pt x="87252" y="243"/>
                    <a:pt x="87229" y="213"/>
                    <a:pt x="87202" y="213"/>
                  </a:cubicBezTo>
                  <a:cubicBezTo>
                    <a:pt x="87176" y="213"/>
                    <a:pt x="87145" y="243"/>
                    <a:pt x="87084" y="304"/>
                  </a:cubicBezTo>
                  <a:lnTo>
                    <a:pt x="87024" y="304"/>
                  </a:lnTo>
                  <a:cubicBezTo>
                    <a:pt x="87007" y="312"/>
                    <a:pt x="86991" y="316"/>
                    <a:pt x="86975" y="316"/>
                  </a:cubicBezTo>
                  <a:cubicBezTo>
                    <a:pt x="86932" y="316"/>
                    <a:pt x="86894" y="288"/>
                    <a:pt x="86872" y="243"/>
                  </a:cubicBezTo>
                  <a:lnTo>
                    <a:pt x="86872" y="213"/>
                  </a:lnTo>
                  <a:lnTo>
                    <a:pt x="86872" y="183"/>
                  </a:lnTo>
                  <a:cubicBezTo>
                    <a:pt x="86932" y="91"/>
                    <a:pt x="86872" y="91"/>
                    <a:pt x="86750" y="91"/>
                  </a:cubicBezTo>
                  <a:lnTo>
                    <a:pt x="86598" y="91"/>
                  </a:lnTo>
                  <a:cubicBezTo>
                    <a:pt x="86591" y="95"/>
                    <a:pt x="86581" y="96"/>
                    <a:pt x="86568" y="96"/>
                  </a:cubicBezTo>
                  <a:cubicBezTo>
                    <a:pt x="86466" y="96"/>
                    <a:pt x="86189" y="0"/>
                    <a:pt x="86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1"/>
            <p:cNvSpPr/>
            <p:nvPr/>
          </p:nvSpPr>
          <p:spPr>
            <a:xfrm rot="2700000">
              <a:off x="6819017" y="1397400"/>
              <a:ext cx="2523601" cy="400471"/>
            </a:xfrm>
            <a:custGeom>
              <a:rect b="b" l="l" r="r" t="t"/>
              <a:pathLst>
                <a:path extrusionOk="0" h="16019" w="100945">
                  <a:moveTo>
                    <a:pt x="83846" y="323"/>
                  </a:moveTo>
                  <a:cubicBezTo>
                    <a:pt x="83893" y="323"/>
                    <a:pt x="83937" y="345"/>
                    <a:pt x="83954" y="395"/>
                  </a:cubicBezTo>
                  <a:cubicBezTo>
                    <a:pt x="83984" y="426"/>
                    <a:pt x="84015" y="487"/>
                    <a:pt x="84015" y="547"/>
                  </a:cubicBezTo>
                  <a:lnTo>
                    <a:pt x="83984" y="608"/>
                  </a:lnTo>
                  <a:cubicBezTo>
                    <a:pt x="83945" y="667"/>
                    <a:pt x="83893" y="701"/>
                    <a:pt x="83837" y="701"/>
                  </a:cubicBezTo>
                  <a:cubicBezTo>
                    <a:pt x="83806" y="701"/>
                    <a:pt x="83773" y="691"/>
                    <a:pt x="83741" y="669"/>
                  </a:cubicBezTo>
                  <a:lnTo>
                    <a:pt x="83711" y="669"/>
                  </a:lnTo>
                  <a:cubicBezTo>
                    <a:pt x="83650" y="639"/>
                    <a:pt x="83559" y="426"/>
                    <a:pt x="83680" y="395"/>
                  </a:cubicBezTo>
                  <a:lnTo>
                    <a:pt x="83741" y="365"/>
                  </a:lnTo>
                  <a:cubicBezTo>
                    <a:pt x="83768" y="338"/>
                    <a:pt x="83808" y="323"/>
                    <a:pt x="83846" y="323"/>
                  </a:cubicBezTo>
                  <a:close/>
                  <a:moveTo>
                    <a:pt x="81492" y="395"/>
                  </a:moveTo>
                  <a:cubicBezTo>
                    <a:pt x="81613" y="395"/>
                    <a:pt x="81735" y="456"/>
                    <a:pt x="81826" y="517"/>
                  </a:cubicBezTo>
                  <a:cubicBezTo>
                    <a:pt x="81826" y="578"/>
                    <a:pt x="81735" y="639"/>
                    <a:pt x="81613" y="669"/>
                  </a:cubicBezTo>
                  <a:lnTo>
                    <a:pt x="81583" y="699"/>
                  </a:lnTo>
                  <a:cubicBezTo>
                    <a:pt x="81577" y="701"/>
                    <a:pt x="81570" y="702"/>
                    <a:pt x="81565" y="702"/>
                  </a:cubicBezTo>
                  <a:cubicBezTo>
                    <a:pt x="81458" y="702"/>
                    <a:pt x="81434" y="453"/>
                    <a:pt x="81492" y="395"/>
                  </a:cubicBezTo>
                  <a:close/>
                  <a:moveTo>
                    <a:pt x="73467" y="566"/>
                  </a:moveTo>
                  <a:cubicBezTo>
                    <a:pt x="73510" y="566"/>
                    <a:pt x="73520" y="594"/>
                    <a:pt x="73498" y="639"/>
                  </a:cubicBezTo>
                  <a:lnTo>
                    <a:pt x="73498" y="669"/>
                  </a:lnTo>
                  <a:cubicBezTo>
                    <a:pt x="73447" y="720"/>
                    <a:pt x="73310" y="835"/>
                    <a:pt x="73214" y="835"/>
                  </a:cubicBezTo>
                  <a:cubicBezTo>
                    <a:pt x="73195" y="835"/>
                    <a:pt x="73178" y="831"/>
                    <a:pt x="73163" y="821"/>
                  </a:cubicBezTo>
                  <a:lnTo>
                    <a:pt x="73103" y="821"/>
                  </a:lnTo>
                  <a:cubicBezTo>
                    <a:pt x="72981" y="791"/>
                    <a:pt x="73042" y="699"/>
                    <a:pt x="73042" y="639"/>
                  </a:cubicBezTo>
                  <a:lnTo>
                    <a:pt x="73042" y="608"/>
                  </a:lnTo>
                  <a:cubicBezTo>
                    <a:pt x="73057" y="593"/>
                    <a:pt x="73133" y="593"/>
                    <a:pt x="73213" y="593"/>
                  </a:cubicBezTo>
                  <a:cubicBezTo>
                    <a:pt x="73293" y="593"/>
                    <a:pt x="73376" y="593"/>
                    <a:pt x="73407" y="578"/>
                  </a:cubicBezTo>
                  <a:cubicBezTo>
                    <a:pt x="73431" y="570"/>
                    <a:pt x="73451" y="566"/>
                    <a:pt x="73467" y="566"/>
                  </a:cubicBezTo>
                  <a:close/>
                  <a:moveTo>
                    <a:pt x="75990" y="547"/>
                  </a:moveTo>
                  <a:cubicBezTo>
                    <a:pt x="76112" y="547"/>
                    <a:pt x="76142" y="639"/>
                    <a:pt x="76142" y="669"/>
                  </a:cubicBezTo>
                  <a:cubicBezTo>
                    <a:pt x="76112" y="730"/>
                    <a:pt x="76112" y="791"/>
                    <a:pt x="76112" y="851"/>
                  </a:cubicBezTo>
                  <a:cubicBezTo>
                    <a:pt x="76112" y="860"/>
                    <a:pt x="76104" y="864"/>
                    <a:pt x="76091" y="864"/>
                  </a:cubicBezTo>
                  <a:cubicBezTo>
                    <a:pt x="76058" y="864"/>
                    <a:pt x="75994" y="842"/>
                    <a:pt x="75929" y="821"/>
                  </a:cubicBezTo>
                  <a:cubicBezTo>
                    <a:pt x="75838" y="760"/>
                    <a:pt x="75869" y="547"/>
                    <a:pt x="75990" y="547"/>
                  </a:cubicBezTo>
                  <a:close/>
                  <a:moveTo>
                    <a:pt x="57631" y="760"/>
                  </a:moveTo>
                  <a:lnTo>
                    <a:pt x="57844" y="851"/>
                  </a:lnTo>
                  <a:cubicBezTo>
                    <a:pt x="57824" y="969"/>
                    <a:pt x="57754" y="1036"/>
                    <a:pt x="57666" y="1036"/>
                  </a:cubicBezTo>
                  <a:cubicBezTo>
                    <a:pt x="57617" y="1036"/>
                    <a:pt x="57563" y="1016"/>
                    <a:pt x="57510" y="973"/>
                  </a:cubicBezTo>
                  <a:lnTo>
                    <a:pt x="57418" y="912"/>
                  </a:lnTo>
                  <a:cubicBezTo>
                    <a:pt x="57388" y="882"/>
                    <a:pt x="57449" y="821"/>
                    <a:pt x="57570" y="760"/>
                  </a:cubicBezTo>
                  <a:close/>
                  <a:moveTo>
                    <a:pt x="59994" y="748"/>
                  </a:moveTo>
                  <a:cubicBezTo>
                    <a:pt x="60059" y="748"/>
                    <a:pt x="60228" y="890"/>
                    <a:pt x="60306" y="943"/>
                  </a:cubicBezTo>
                  <a:lnTo>
                    <a:pt x="60154" y="1034"/>
                  </a:lnTo>
                  <a:lnTo>
                    <a:pt x="60124" y="1064"/>
                  </a:lnTo>
                  <a:cubicBezTo>
                    <a:pt x="60002" y="1003"/>
                    <a:pt x="59941" y="882"/>
                    <a:pt x="59972" y="760"/>
                  </a:cubicBezTo>
                  <a:cubicBezTo>
                    <a:pt x="59976" y="752"/>
                    <a:pt x="59984" y="748"/>
                    <a:pt x="59994" y="748"/>
                  </a:cubicBezTo>
                  <a:close/>
                  <a:moveTo>
                    <a:pt x="61674" y="821"/>
                  </a:moveTo>
                  <a:lnTo>
                    <a:pt x="61674" y="851"/>
                  </a:lnTo>
                  <a:cubicBezTo>
                    <a:pt x="61765" y="851"/>
                    <a:pt x="62008" y="943"/>
                    <a:pt x="61887" y="1064"/>
                  </a:cubicBezTo>
                  <a:lnTo>
                    <a:pt x="61856" y="1064"/>
                  </a:lnTo>
                  <a:lnTo>
                    <a:pt x="61735" y="1003"/>
                  </a:lnTo>
                  <a:cubicBezTo>
                    <a:pt x="61613" y="912"/>
                    <a:pt x="61583" y="821"/>
                    <a:pt x="61674" y="821"/>
                  </a:cubicBezTo>
                  <a:close/>
                  <a:moveTo>
                    <a:pt x="45139" y="1003"/>
                  </a:moveTo>
                  <a:cubicBezTo>
                    <a:pt x="45169" y="1003"/>
                    <a:pt x="45199" y="1003"/>
                    <a:pt x="45230" y="1034"/>
                  </a:cubicBezTo>
                  <a:lnTo>
                    <a:pt x="45230" y="1155"/>
                  </a:lnTo>
                  <a:cubicBezTo>
                    <a:pt x="45108" y="1186"/>
                    <a:pt x="44987" y="1216"/>
                    <a:pt x="44865" y="1247"/>
                  </a:cubicBezTo>
                  <a:lnTo>
                    <a:pt x="44713" y="1277"/>
                  </a:lnTo>
                  <a:cubicBezTo>
                    <a:pt x="44622" y="1186"/>
                    <a:pt x="44743" y="1125"/>
                    <a:pt x="44987" y="1125"/>
                  </a:cubicBezTo>
                  <a:lnTo>
                    <a:pt x="45139" y="1003"/>
                  </a:lnTo>
                  <a:close/>
                  <a:moveTo>
                    <a:pt x="31659" y="1304"/>
                  </a:moveTo>
                  <a:cubicBezTo>
                    <a:pt x="31730" y="1304"/>
                    <a:pt x="31700" y="1496"/>
                    <a:pt x="31643" y="1581"/>
                  </a:cubicBezTo>
                  <a:cubicBezTo>
                    <a:pt x="31586" y="1618"/>
                    <a:pt x="31542" y="1644"/>
                    <a:pt x="31516" y="1644"/>
                  </a:cubicBezTo>
                  <a:cubicBezTo>
                    <a:pt x="31500" y="1644"/>
                    <a:pt x="31491" y="1634"/>
                    <a:pt x="31491" y="1611"/>
                  </a:cubicBezTo>
                  <a:cubicBezTo>
                    <a:pt x="31491" y="1550"/>
                    <a:pt x="31400" y="1459"/>
                    <a:pt x="31339" y="1459"/>
                  </a:cubicBezTo>
                  <a:cubicBezTo>
                    <a:pt x="31308" y="1459"/>
                    <a:pt x="31308" y="1399"/>
                    <a:pt x="31308" y="1399"/>
                  </a:cubicBezTo>
                  <a:cubicBezTo>
                    <a:pt x="31400" y="1338"/>
                    <a:pt x="31521" y="1307"/>
                    <a:pt x="31643" y="1307"/>
                  </a:cubicBezTo>
                  <a:cubicBezTo>
                    <a:pt x="31649" y="1305"/>
                    <a:pt x="31654" y="1304"/>
                    <a:pt x="31659" y="1304"/>
                  </a:cubicBezTo>
                  <a:close/>
                  <a:moveTo>
                    <a:pt x="25077" y="1459"/>
                  </a:moveTo>
                  <a:cubicBezTo>
                    <a:pt x="25229" y="1459"/>
                    <a:pt x="25381" y="1490"/>
                    <a:pt x="25503" y="1520"/>
                  </a:cubicBezTo>
                  <a:cubicBezTo>
                    <a:pt x="25533" y="1550"/>
                    <a:pt x="25564" y="1581"/>
                    <a:pt x="25503" y="1642"/>
                  </a:cubicBezTo>
                  <a:cubicBezTo>
                    <a:pt x="25453" y="1691"/>
                    <a:pt x="25404" y="1741"/>
                    <a:pt x="25321" y="1741"/>
                  </a:cubicBezTo>
                  <a:cubicBezTo>
                    <a:pt x="25302" y="1741"/>
                    <a:pt x="25282" y="1738"/>
                    <a:pt x="25260" y="1733"/>
                  </a:cubicBezTo>
                  <a:lnTo>
                    <a:pt x="25138" y="1702"/>
                  </a:lnTo>
                  <a:cubicBezTo>
                    <a:pt x="24925" y="1642"/>
                    <a:pt x="24895" y="1581"/>
                    <a:pt x="25017" y="1520"/>
                  </a:cubicBezTo>
                  <a:lnTo>
                    <a:pt x="25077" y="1459"/>
                  </a:lnTo>
                  <a:close/>
                  <a:moveTo>
                    <a:pt x="24429" y="1423"/>
                  </a:moveTo>
                  <a:cubicBezTo>
                    <a:pt x="24516" y="1423"/>
                    <a:pt x="24478" y="1498"/>
                    <a:pt x="24530" y="1550"/>
                  </a:cubicBezTo>
                  <a:lnTo>
                    <a:pt x="24591" y="1611"/>
                  </a:lnTo>
                  <a:cubicBezTo>
                    <a:pt x="24469" y="1672"/>
                    <a:pt x="24348" y="1763"/>
                    <a:pt x="24226" y="1794"/>
                  </a:cubicBezTo>
                  <a:cubicBezTo>
                    <a:pt x="24203" y="1817"/>
                    <a:pt x="24180" y="1827"/>
                    <a:pt x="24160" y="1827"/>
                  </a:cubicBezTo>
                  <a:cubicBezTo>
                    <a:pt x="24128" y="1827"/>
                    <a:pt x="24105" y="1801"/>
                    <a:pt x="24105" y="1763"/>
                  </a:cubicBezTo>
                  <a:lnTo>
                    <a:pt x="24074" y="1763"/>
                  </a:lnTo>
                  <a:cubicBezTo>
                    <a:pt x="24135" y="1642"/>
                    <a:pt x="24196" y="1520"/>
                    <a:pt x="24257" y="1429"/>
                  </a:cubicBezTo>
                  <a:lnTo>
                    <a:pt x="24378" y="1429"/>
                  </a:lnTo>
                  <a:cubicBezTo>
                    <a:pt x="24399" y="1425"/>
                    <a:pt x="24416" y="1423"/>
                    <a:pt x="24429" y="1423"/>
                  </a:cubicBezTo>
                  <a:close/>
                  <a:moveTo>
                    <a:pt x="17478" y="1763"/>
                  </a:moveTo>
                  <a:lnTo>
                    <a:pt x="17600" y="1885"/>
                  </a:lnTo>
                  <a:cubicBezTo>
                    <a:pt x="17782" y="1885"/>
                    <a:pt x="17874" y="1976"/>
                    <a:pt x="17813" y="2098"/>
                  </a:cubicBezTo>
                  <a:lnTo>
                    <a:pt x="17752" y="2158"/>
                  </a:lnTo>
                  <a:cubicBezTo>
                    <a:pt x="17714" y="2209"/>
                    <a:pt x="17681" y="2233"/>
                    <a:pt x="17656" y="2233"/>
                  </a:cubicBezTo>
                  <a:cubicBezTo>
                    <a:pt x="17621" y="2233"/>
                    <a:pt x="17600" y="2186"/>
                    <a:pt x="17600" y="2098"/>
                  </a:cubicBezTo>
                  <a:cubicBezTo>
                    <a:pt x="17539" y="2098"/>
                    <a:pt x="17326" y="2006"/>
                    <a:pt x="17326" y="1946"/>
                  </a:cubicBezTo>
                  <a:cubicBezTo>
                    <a:pt x="17357" y="1885"/>
                    <a:pt x="17418" y="1824"/>
                    <a:pt x="17478" y="1763"/>
                  </a:cubicBezTo>
                  <a:close/>
                  <a:moveTo>
                    <a:pt x="15599" y="1931"/>
                  </a:moveTo>
                  <a:cubicBezTo>
                    <a:pt x="15616" y="1931"/>
                    <a:pt x="15635" y="1936"/>
                    <a:pt x="15655" y="1946"/>
                  </a:cubicBezTo>
                  <a:lnTo>
                    <a:pt x="15776" y="2006"/>
                  </a:lnTo>
                  <a:cubicBezTo>
                    <a:pt x="15801" y="1998"/>
                    <a:pt x="15823" y="1994"/>
                    <a:pt x="15842" y="1994"/>
                  </a:cubicBezTo>
                  <a:cubicBezTo>
                    <a:pt x="15893" y="1994"/>
                    <a:pt x="15920" y="2023"/>
                    <a:pt x="15898" y="2067"/>
                  </a:cubicBezTo>
                  <a:cubicBezTo>
                    <a:pt x="15898" y="2128"/>
                    <a:pt x="15867" y="2189"/>
                    <a:pt x="15867" y="2250"/>
                  </a:cubicBezTo>
                  <a:cubicBezTo>
                    <a:pt x="15867" y="2265"/>
                    <a:pt x="15837" y="2272"/>
                    <a:pt x="15791" y="2272"/>
                  </a:cubicBezTo>
                  <a:cubicBezTo>
                    <a:pt x="15746" y="2272"/>
                    <a:pt x="15685" y="2265"/>
                    <a:pt x="15624" y="2250"/>
                  </a:cubicBezTo>
                  <a:lnTo>
                    <a:pt x="15594" y="2250"/>
                  </a:lnTo>
                  <a:cubicBezTo>
                    <a:pt x="15558" y="2285"/>
                    <a:pt x="15532" y="2298"/>
                    <a:pt x="15509" y="2298"/>
                  </a:cubicBezTo>
                  <a:cubicBezTo>
                    <a:pt x="15474" y="2298"/>
                    <a:pt x="15448" y="2268"/>
                    <a:pt x="15412" y="2250"/>
                  </a:cubicBezTo>
                  <a:cubicBezTo>
                    <a:pt x="15320" y="2189"/>
                    <a:pt x="15320" y="2128"/>
                    <a:pt x="15412" y="2067"/>
                  </a:cubicBezTo>
                  <a:cubicBezTo>
                    <a:pt x="15462" y="2042"/>
                    <a:pt x="15513" y="1931"/>
                    <a:pt x="15599" y="1931"/>
                  </a:cubicBezTo>
                  <a:close/>
                  <a:moveTo>
                    <a:pt x="88878" y="2250"/>
                  </a:moveTo>
                  <a:cubicBezTo>
                    <a:pt x="89060" y="2310"/>
                    <a:pt x="89091" y="2432"/>
                    <a:pt x="89060" y="2432"/>
                  </a:cubicBezTo>
                  <a:cubicBezTo>
                    <a:pt x="88923" y="2432"/>
                    <a:pt x="88761" y="2382"/>
                    <a:pt x="88619" y="2328"/>
                  </a:cubicBezTo>
                  <a:lnTo>
                    <a:pt x="88619" y="2328"/>
                  </a:lnTo>
                  <a:lnTo>
                    <a:pt x="88787" y="2280"/>
                  </a:lnTo>
                  <a:lnTo>
                    <a:pt x="88878" y="2250"/>
                  </a:lnTo>
                  <a:close/>
                  <a:moveTo>
                    <a:pt x="90560" y="2156"/>
                  </a:moveTo>
                  <a:cubicBezTo>
                    <a:pt x="90568" y="2156"/>
                    <a:pt x="90580" y="2182"/>
                    <a:pt x="90580" y="2219"/>
                  </a:cubicBezTo>
                  <a:cubicBezTo>
                    <a:pt x="90580" y="2371"/>
                    <a:pt x="90458" y="2462"/>
                    <a:pt x="90337" y="2462"/>
                  </a:cubicBezTo>
                  <a:lnTo>
                    <a:pt x="90215" y="2432"/>
                  </a:lnTo>
                  <a:lnTo>
                    <a:pt x="90124" y="2402"/>
                  </a:lnTo>
                  <a:cubicBezTo>
                    <a:pt x="90089" y="2407"/>
                    <a:pt x="90061" y="2410"/>
                    <a:pt x="90039" y="2410"/>
                  </a:cubicBezTo>
                  <a:cubicBezTo>
                    <a:pt x="89944" y="2410"/>
                    <a:pt x="89953" y="2365"/>
                    <a:pt x="90003" y="2341"/>
                  </a:cubicBezTo>
                  <a:cubicBezTo>
                    <a:pt x="90063" y="2310"/>
                    <a:pt x="90033" y="2250"/>
                    <a:pt x="90003" y="2219"/>
                  </a:cubicBezTo>
                  <a:cubicBezTo>
                    <a:pt x="89994" y="2210"/>
                    <a:pt x="90011" y="2207"/>
                    <a:pt x="90041" y="2207"/>
                  </a:cubicBezTo>
                  <a:cubicBezTo>
                    <a:pt x="90114" y="2207"/>
                    <a:pt x="90264" y="2228"/>
                    <a:pt x="90307" y="2250"/>
                  </a:cubicBezTo>
                  <a:cubicBezTo>
                    <a:pt x="90331" y="2258"/>
                    <a:pt x="90355" y="2262"/>
                    <a:pt x="90379" y="2262"/>
                  </a:cubicBezTo>
                  <a:cubicBezTo>
                    <a:pt x="90444" y="2262"/>
                    <a:pt x="90505" y="2233"/>
                    <a:pt x="90550" y="2189"/>
                  </a:cubicBezTo>
                  <a:cubicBezTo>
                    <a:pt x="90550" y="2166"/>
                    <a:pt x="90554" y="2156"/>
                    <a:pt x="90560" y="2156"/>
                  </a:cubicBezTo>
                  <a:close/>
                  <a:moveTo>
                    <a:pt x="94501" y="2979"/>
                  </a:moveTo>
                  <a:lnTo>
                    <a:pt x="94683" y="3009"/>
                  </a:lnTo>
                  <a:lnTo>
                    <a:pt x="94775" y="3009"/>
                  </a:lnTo>
                  <a:cubicBezTo>
                    <a:pt x="94927" y="3070"/>
                    <a:pt x="94987" y="3222"/>
                    <a:pt x="94927" y="3313"/>
                  </a:cubicBezTo>
                  <a:cubicBezTo>
                    <a:pt x="94913" y="3332"/>
                    <a:pt x="94889" y="3340"/>
                    <a:pt x="94859" y="3340"/>
                  </a:cubicBezTo>
                  <a:cubicBezTo>
                    <a:pt x="94689" y="3340"/>
                    <a:pt x="94310" y="3091"/>
                    <a:pt x="94258" y="3040"/>
                  </a:cubicBezTo>
                  <a:cubicBezTo>
                    <a:pt x="94197" y="3009"/>
                    <a:pt x="94288" y="2979"/>
                    <a:pt x="94501" y="2979"/>
                  </a:cubicBezTo>
                  <a:close/>
                  <a:moveTo>
                    <a:pt x="11430" y="3344"/>
                  </a:moveTo>
                  <a:cubicBezTo>
                    <a:pt x="11490" y="3344"/>
                    <a:pt x="11551" y="3374"/>
                    <a:pt x="11551" y="3435"/>
                  </a:cubicBezTo>
                  <a:lnTo>
                    <a:pt x="11399" y="3526"/>
                  </a:lnTo>
                  <a:cubicBezTo>
                    <a:pt x="11247" y="3617"/>
                    <a:pt x="11126" y="3678"/>
                    <a:pt x="10974" y="3739"/>
                  </a:cubicBezTo>
                  <a:lnTo>
                    <a:pt x="10974" y="3709"/>
                  </a:lnTo>
                  <a:lnTo>
                    <a:pt x="10943" y="3709"/>
                  </a:lnTo>
                  <a:cubicBezTo>
                    <a:pt x="10974" y="3587"/>
                    <a:pt x="11065" y="3496"/>
                    <a:pt x="11156" y="3405"/>
                  </a:cubicBezTo>
                  <a:cubicBezTo>
                    <a:pt x="11217" y="3374"/>
                    <a:pt x="11338" y="3344"/>
                    <a:pt x="11430" y="3344"/>
                  </a:cubicBezTo>
                  <a:close/>
                  <a:moveTo>
                    <a:pt x="20559" y="3545"/>
                  </a:moveTo>
                  <a:cubicBezTo>
                    <a:pt x="20642" y="3545"/>
                    <a:pt x="20763" y="3573"/>
                    <a:pt x="20852" y="3617"/>
                  </a:cubicBezTo>
                  <a:lnTo>
                    <a:pt x="20974" y="3709"/>
                  </a:lnTo>
                  <a:lnTo>
                    <a:pt x="20974" y="3769"/>
                  </a:lnTo>
                  <a:cubicBezTo>
                    <a:pt x="20974" y="3800"/>
                    <a:pt x="20944" y="3830"/>
                    <a:pt x="20913" y="3830"/>
                  </a:cubicBezTo>
                  <a:lnTo>
                    <a:pt x="20822" y="3830"/>
                  </a:lnTo>
                  <a:cubicBezTo>
                    <a:pt x="20700" y="3800"/>
                    <a:pt x="20579" y="3739"/>
                    <a:pt x="20488" y="3678"/>
                  </a:cubicBezTo>
                  <a:cubicBezTo>
                    <a:pt x="20427" y="3648"/>
                    <a:pt x="20427" y="3587"/>
                    <a:pt x="20488" y="3557"/>
                  </a:cubicBezTo>
                  <a:cubicBezTo>
                    <a:pt x="20504" y="3548"/>
                    <a:pt x="20529" y="3545"/>
                    <a:pt x="20559" y="3545"/>
                  </a:cubicBezTo>
                  <a:close/>
                  <a:moveTo>
                    <a:pt x="14256" y="3769"/>
                  </a:moveTo>
                  <a:cubicBezTo>
                    <a:pt x="14287" y="3800"/>
                    <a:pt x="14317" y="3861"/>
                    <a:pt x="14317" y="3921"/>
                  </a:cubicBezTo>
                  <a:cubicBezTo>
                    <a:pt x="14317" y="3946"/>
                    <a:pt x="14496" y="3990"/>
                    <a:pt x="14597" y="3990"/>
                  </a:cubicBezTo>
                  <a:cubicBezTo>
                    <a:pt x="14621" y="3990"/>
                    <a:pt x="14640" y="3988"/>
                    <a:pt x="14652" y="3982"/>
                  </a:cubicBezTo>
                  <a:cubicBezTo>
                    <a:pt x="14661" y="3979"/>
                    <a:pt x="14670" y="3977"/>
                    <a:pt x="14677" y="3977"/>
                  </a:cubicBezTo>
                  <a:cubicBezTo>
                    <a:pt x="14742" y="3977"/>
                    <a:pt x="14733" y="4086"/>
                    <a:pt x="14652" y="4195"/>
                  </a:cubicBezTo>
                  <a:lnTo>
                    <a:pt x="14378" y="4165"/>
                  </a:lnTo>
                  <a:lnTo>
                    <a:pt x="14226" y="4165"/>
                  </a:lnTo>
                  <a:cubicBezTo>
                    <a:pt x="14060" y="4165"/>
                    <a:pt x="14020" y="4039"/>
                    <a:pt x="14060" y="4039"/>
                  </a:cubicBezTo>
                  <a:cubicBezTo>
                    <a:pt x="14064" y="4039"/>
                    <a:pt x="14069" y="4040"/>
                    <a:pt x="14074" y="4043"/>
                  </a:cubicBezTo>
                  <a:cubicBezTo>
                    <a:pt x="14090" y="4051"/>
                    <a:pt x="14107" y="4055"/>
                    <a:pt x="14122" y="4055"/>
                  </a:cubicBezTo>
                  <a:cubicBezTo>
                    <a:pt x="14163" y="4055"/>
                    <a:pt x="14196" y="4027"/>
                    <a:pt x="14196" y="3982"/>
                  </a:cubicBezTo>
                  <a:cubicBezTo>
                    <a:pt x="14226" y="3921"/>
                    <a:pt x="14226" y="3830"/>
                    <a:pt x="14256" y="3769"/>
                  </a:cubicBezTo>
                  <a:close/>
                  <a:moveTo>
                    <a:pt x="13161" y="3992"/>
                  </a:moveTo>
                  <a:cubicBezTo>
                    <a:pt x="13279" y="3992"/>
                    <a:pt x="13390" y="4039"/>
                    <a:pt x="13466" y="4134"/>
                  </a:cubicBezTo>
                  <a:lnTo>
                    <a:pt x="13497" y="4134"/>
                  </a:lnTo>
                  <a:cubicBezTo>
                    <a:pt x="13360" y="4216"/>
                    <a:pt x="13285" y="4261"/>
                    <a:pt x="13221" y="4261"/>
                  </a:cubicBezTo>
                  <a:cubicBezTo>
                    <a:pt x="13143" y="4261"/>
                    <a:pt x="13083" y="4194"/>
                    <a:pt x="12949" y="4043"/>
                  </a:cubicBezTo>
                  <a:cubicBezTo>
                    <a:pt x="13018" y="4009"/>
                    <a:pt x="13091" y="3992"/>
                    <a:pt x="13161" y="3992"/>
                  </a:cubicBezTo>
                  <a:close/>
                  <a:moveTo>
                    <a:pt x="96659" y="4073"/>
                  </a:moveTo>
                  <a:cubicBezTo>
                    <a:pt x="96720" y="4256"/>
                    <a:pt x="96750" y="4377"/>
                    <a:pt x="96720" y="4408"/>
                  </a:cubicBezTo>
                  <a:cubicBezTo>
                    <a:pt x="96690" y="4423"/>
                    <a:pt x="96652" y="4430"/>
                    <a:pt x="96614" y="4430"/>
                  </a:cubicBezTo>
                  <a:cubicBezTo>
                    <a:pt x="96576" y="4430"/>
                    <a:pt x="96538" y="4423"/>
                    <a:pt x="96507" y="4408"/>
                  </a:cubicBezTo>
                  <a:cubicBezTo>
                    <a:pt x="96477" y="4408"/>
                    <a:pt x="96355" y="4438"/>
                    <a:pt x="96234" y="4499"/>
                  </a:cubicBezTo>
                  <a:lnTo>
                    <a:pt x="96112" y="4529"/>
                  </a:lnTo>
                  <a:lnTo>
                    <a:pt x="96082" y="4529"/>
                  </a:lnTo>
                  <a:cubicBezTo>
                    <a:pt x="95991" y="4438"/>
                    <a:pt x="96021" y="4225"/>
                    <a:pt x="96142" y="4073"/>
                  </a:cubicBezTo>
                  <a:close/>
                  <a:moveTo>
                    <a:pt x="87766" y="10065"/>
                  </a:moveTo>
                  <a:cubicBezTo>
                    <a:pt x="87824" y="10065"/>
                    <a:pt x="87875" y="10071"/>
                    <a:pt x="87905" y="10092"/>
                  </a:cubicBezTo>
                  <a:cubicBezTo>
                    <a:pt x="87996" y="10122"/>
                    <a:pt x="87936" y="10183"/>
                    <a:pt x="87814" y="10183"/>
                  </a:cubicBezTo>
                  <a:cubicBezTo>
                    <a:pt x="87692" y="10183"/>
                    <a:pt x="87328" y="10092"/>
                    <a:pt x="87419" y="10092"/>
                  </a:cubicBezTo>
                  <a:cubicBezTo>
                    <a:pt x="87500" y="10092"/>
                    <a:pt x="87649" y="10065"/>
                    <a:pt x="87766" y="10065"/>
                  </a:cubicBezTo>
                  <a:close/>
                  <a:moveTo>
                    <a:pt x="88865" y="10153"/>
                  </a:moveTo>
                  <a:lnTo>
                    <a:pt x="88865" y="10153"/>
                  </a:lnTo>
                  <a:cubicBezTo>
                    <a:pt x="88827" y="10153"/>
                    <a:pt x="88789" y="10154"/>
                    <a:pt x="88750" y="10156"/>
                  </a:cubicBezTo>
                  <a:lnTo>
                    <a:pt x="88750" y="10156"/>
                  </a:lnTo>
                  <a:cubicBezTo>
                    <a:pt x="88781" y="10173"/>
                    <a:pt x="88813" y="10190"/>
                    <a:pt x="88845" y="10206"/>
                  </a:cubicBezTo>
                  <a:lnTo>
                    <a:pt x="88845" y="10206"/>
                  </a:lnTo>
                  <a:cubicBezTo>
                    <a:pt x="88854" y="10191"/>
                    <a:pt x="88860" y="10172"/>
                    <a:pt x="88865" y="10153"/>
                  </a:cubicBezTo>
                  <a:close/>
                  <a:moveTo>
                    <a:pt x="86568" y="9909"/>
                  </a:moveTo>
                  <a:cubicBezTo>
                    <a:pt x="86689" y="9909"/>
                    <a:pt x="86781" y="9970"/>
                    <a:pt x="86750" y="10031"/>
                  </a:cubicBezTo>
                  <a:cubicBezTo>
                    <a:pt x="86689" y="10122"/>
                    <a:pt x="86598" y="10183"/>
                    <a:pt x="86477" y="10244"/>
                  </a:cubicBezTo>
                  <a:lnTo>
                    <a:pt x="86385" y="10244"/>
                  </a:lnTo>
                  <a:cubicBezTo>
                    <a:pt x="86325" y="10152"/>
                    <a:pt x="86355" y="10061"/>
                    <a:pt x="86416" y="9970"/>
                  </a:cubicBezTo>
                  <a:lnTo>
                    <a:pt x="86507" y="9940"/>
                  </a:lnTo>
                  <a:lnTo>
                    <a:pt x="86568" y="9909"/>
                  </a:lnTo>
                  <a:close/>
                  <a:moveTo>
                    <a:pt x="88753" y="10535"/>
                  </a:moveTo>
                  <a:cubicBezTo>
                    <a:pt x="88814" y="10535"/>
                    <a:pt x="88876" y="10539"/>
                    <a:pt x="88939" y="10548"/>
                  </a:cubicBezTo>
                  <a:cubicBezTo>
                    <a:pt x="89060" y="10548"/>
                    <a:pt x="89000" y="10791"/>
                    <a:pt x="88908" y="10791"/>
                  </a:cubicBezTo>
                  <a:cubicBezTo>
                    <a:pt x="88824" y="10791"/>
                    <a:pt x="88585" y="10635"/>
                    <a:pt x="88453" y="10635"/>
                  </a:cubicBezTo>
                  <a:cubicBezTo>
                    <a:pt x="88442" y="10635"/>
                    <a:pt x="88431" y="10636"/>
                    <a:pt x="88422" y="10639"/>
                  </a:cubicBezTo>
                  <a:cubicBezTo>
                    <a:pt x="88395" y="10648"/>
                    <a:pt x="88374" y="10651"/>
                    <a:pt x="88358" y="10651"/>
                  </a:cubicBezTo>
                  <a:cubicBezTo>
                    <a:pt x="88318" y="10651"/>
                    <a:pt x="88309" y="10630"/>
                    <a:pt x="88331" y="10608"/>
                  </a:cubicBezTo>
                  <a:lnTo>
                    <a:pt x="88331" y="10578"/>
                  </a:lnTo>
                  <a:cubicBezTo>
                    <a:pt x="88460" y="10556"/>
                    <a:pt x="88604" y="10535"/>
                    <a:pt x="88753" y="10535"/>
                  </a:cubicBezTo>
                  <a:close/>
                  <a:moveTo>
                    <a:pt x="89395" y="11368"/>
                  </a:moveTo>
                  <a:cubicBezTo>
                    <a:pt x="89425" y="11368"/>
                    <a:pt x="89425" y="11399"/>
                    <a:pt x="89455" y="11429"/>
                  </a:cubicBezTo>
                  <a:lnTo>
                    <a:pt x="89516" y="11459"/>
                  </a:lnTo>
                  <a:cubicBezTo>
                    <a:pt x="89607" y="11520"/>
                    <a:pt x="89547" y="11611"/>
                    <a:pt x="89425" y="11642"/>
                  </a:cubicBezTo>
                  <a:lnTo>
                    <a:pt x="89334" y="11672"/>
                  </a:lnTo>
                  <a:lnTo>
                    <a:pt x="89243" y="11703"/>
                  </a:lnTo>
                  <a:cubicBezTo>
                    <a:pt x="89236" y="11706"/>
                    <a:pt x="89230" y="11707"/>
                    <a:pt x="89225" y="11707"/>
                  </a:cubicBezTo>
                  <a:cubicBezTo>
                    <a:pt x="89183" y="11707"/>
                    <a:pt x="89189" y="11608"/>
                    <a:pt x="89243" y="11581"/>
                  </a:cubicBezTo>
                  <a:cubicBezTo>
                    <a:pt x="89303" y="11520"/>
                    <a:pt x="89334" y="11490"/>
                    <a:pt x="89334" y="11459"/>
                  </a:cubicBezTo>
                  <a:cubicBezTo>
                    <a:pt x="89303" y="11429"/>
                    <a:pt x="89303" y="11368"/>
                    <a:pt x="89334" y="11368"/>
                  </a:cubicBezTo>
                  <a:close/>
                  <a:moveTo>
                    <a:pt x="98088" y="11581"/>
                  </a:moveTo>
                  <a:cubicBezTo>
                    <a:pt x="98118" y="11642"/>
                    <a:pt x="98240" y="11824"/>
                    <a:pt x="98240" y="11885"/>
                  </a:cubicBezTo>
                  <a:cubicBezTo>
                    <a:pt x="98218" y="11929"/>
                    <a:pt x="98179" y="11958"/>
                    <a:pt x="98136" y="11958"/>
                  </a:cubicBezTo>
                  <a:cubicBezTo>
                    <a:pt x="98120" y="11958"/>
                    <a:pt x="98104" y="11954"/>
                    <a:pt x="98088" y="11946"/>
                  </a:cubicBezTo>
                  <a:cubicBezTo>
                    <a:pt x="98075" y="11933"/>
                    <a:pt x="98057" y="11928"/>
                    <a:pt x="98036" y="11928"/>
                  </a:cubicBezTo>
                  <a:cubicBezTo>
                    <a:pt x="97978" y="11928"/>
                    <a:pt x="97899" y="11963"/>
                    <a:pt x="97851" y="11963"/>
                  </a:cubicBezTo>
                  <a:cubicBezTo>
                    <a:pt x="97834" y="11963"/>
                    <a:pt x="97821" y="11959"/>
                    <a:pt x="97814" y="11946"/>
                  </a:cubicBezTo>
                  <a:lnTo>
                    <a:pt x="97784" y="11946"/>
                  </a:lnTo>
                  <a:cubicBezTo>
                    <a:pt x="97693" y="11915"/>
                    <a:pt x="97601" y="11855"/>
                    <a:pt x="97510" y="11824"/>
                  </a:cubicBezTo>
                  <a:cubicBezTo>
                    <a:pt x="97510" y="11794"/>
                    <a:pt x="97510" y="11763"/>
                    <a:pt x="97510" y="11733"/>
                  </a:cubicBezTo>
                  <a:cubicBezTo>
                    <a:pt x="97632" y="11733"/>
                    <a:pt x="97723" y="11763"/>
                    <a:pt x="97845" y="11794"/>
                  </a:cubicBezTo>
                  <a:lnTo>
                    <a:pt x="97997" y="11672"/>
                  </a:lnTo>
                  <a:lnTo>
                    <a:pt x="98088" y="11581"/>
                  </a:lnTo>
                  <a:close/>
                  <a:moveTo>
                    <a:pt x="99162" y="12390"/>
                  </a:moveTo>
                  <a:cubicBezTo>
                    <a:pt x="99250" y="12390"/>
                    <a:pt x="99296" y="12424"/>
                    <a:pt x="99273" y="12493"/>
                  </a:cubicBezTo>
                  <a:lnTo>
                    <a:pt x="99243" y="12523"/>
                  </a:lnTo>
                  <a:cubicBezTo>
                    <a:pt x="99221" y="12609"/>
                    <a:pt x="99093" y="12695"/>
                    <a:pt x="99020" y="12695"/>
                  </a:cubicBezTo>
                  <a:cubicBezTo>
                    <a:pt x="98990" y="12695"/>
                    <a:pt x="98969" y="12680"/>
                    <a:pt x="98969" y="12645"/>
                  </a:cubicBezTo>
                  <a:lnTo>
                    <a:pt x="98939" y="12645"/>
                  </a:lnTo>
                  <a:cubicBezTo>
                    <a:pt x="98817" y="12554"/>
                    <a:pt x="98878" y="12523"/>
                    <a:pt x="98969" y="12462"/>
                  </a:cubicBezTo>
                  <a:lnTo>
                    <a:pt x="99060" y="12402"/>
                  </a:lnTo>
                  <a:cubicBezTo>
                    <a:pt x="99098" y="12394"/>
                    <a:pt x="99133" y="12390"/>
                    <a:pt x="99162" y="12390"/>
                  </a:cubicBezTo>
                  <a:close/>
                  <a:moveTo>
                    <a:pt x="97932" y="12926"/>
                  </a:moveTo>
                  <a:cubicBezTo>
                    <a:pt x="97974" y="12926"/>
                    <a:pt x="98027" y="12934"/>
                    <a:pt x="98088" y="12949"/>
                  </a:cubicBezTo>
                  <a:lnTo>
                    <a:pt x="98088" y="13040"/>
                  </a:lnTo>
                  <a:cubicBezTo>
                    <a:pt x="98057" y="13040"/>
                    <a:pt x="98301" y="13314"/>
                    <a:pt x="98209" y="13435"/>
                  </a:cubicBezTo>
                  <a:cubicBezTo>
                    <a:pt x="98149" y="13557"/>
                    <a:pt x="98027" y="13618"/>
                    <a:pt x="97997" y="13618"/>
                  </a:cubicBezTo>
                  <a:cubicBezTo>
                    <a:pt x="97966" y="13618"/>
                    <a:pt x="97997" y="13466"/>
                    <a:pt x="97966" y="13405"/>
                  </a:cubicBezTo>
                  <a:cubicBezTo>
                    <a:pt x="97936" y="13344"/>
                    <a:pt x="97966" y="13192"/>
                    <a:pt x="97936" y="13162"/>
                  </a:cubicBezTo>
                  <a:cubicBezTo>
                    <a:pt x="97905" y="13101"/>
                    <a:pt x="97814" y="12979"/>
                    <a:pt x="97845" y="12949"/>
                  </a:cubicBezTo>
                  <a:cubicBezTo>
                    <a:pt x="97860" y="12934"/>
                    <a:pt x="97890" y="12926"/>
                    <a:pt x="97932" y="12926"/>
                  </a:cubicBezTo>
                  <a:close/>
                  <a:moveTo>
                    <a:pt x="9810" y="13775"/>
                  </a:moveTo>
                  <a:cubicBezTo>
                    <a:pt x="9866" y="13775"/>
                    <a:pt x="9888" y="13825"/>
                    <a:pt x="9910" y="13891"/>
                  </a:cubicBezTo>
                  <a:cubicBezTo>
                    <a:pt x="9920" y="13921"/>
                    <a:pt x="9930" y="13932"/>
                    <a:pt x="9941" y="13932"/>
                  </a:cubicBezTo>
                  <a:cubicBezTo>
                    <a:pt x="9964" y="13932"/>
                    <a:pt x="9991" y="13891"/>
                    <a:pt x="10031" y="13891"/>
                  </a:cubicBezTo>
                  <a:lnTo>
                    <a:pt x="10183" y="13830"/>
                  </a:lnTo>
                  <a:lnTo>
                    <a:pt x="10183" y="13830"/>
                  </a:lnTo>
                  <a:cubicBezTo>
                    <a:pt x="10183" y="13952"/>
                    <a:pt x="10153" y="14043"/>
                    <a:pt x="10123" y="14165"/>
                  </a:cubicBezTo>
                  <a:lnTo>
                    <a:pt x="10031" y="14104"/>
                  </a:lnTo>
                  <a:lnTo>
                    <a:pt x="9940" y="14073"/>
                  </a:lnTo>
                  <a:cubicBezTo>
                    <a:pt x="9849" y="13982"/>
                    <a:pt x="9788" y="13891"/>
                    <a:pt x="9728" y="13800"/>
                  </a:cubicBezTo>
                  <a:cubicBezTo>
                    <a:pt x="9761" y="13783"/>
                    <a:pt x="9788" y="13775"/>
                    <a:pt x="9810" y="13775"/>
                  </a:cubicBezTo>
                  <a:close/>
                  <a:moveTo>
                    <a:pt x="24530" y="14317"/>
                  </a:moveTo>
                  <a:cubicBezTo>
                    <a:pt x="24652" y="14317"/>
                    <a:pt x="24804" y="14529"/>
                    <a:pt x="24713" y="14560"/>
                  </a:cubicBezTo>
                  <a:cubicBezTo>
                    <a:pt x="24690" y="14571"/>
                    <a:pt x="24666" y="14576"/>
                    <a:pt x="24642" y="14576"/>
                  </a:cubicBezTo>
                  <a:cubicBezTo>
                    <a:pt x="24538" y="14576"/>
                    <a:pt x="24433" y="14482"/>
                    <a:pt x="24409" y="14408"/>
                  </a:cubicBezTo>
                  <a:cubicBezTo>
                    <a:pt x="24378" y="14347"/>
                    <a:pt x="24439" y="14317"/>
                    <a:pt x="24530" y="14317"/>
                  </a:cubicBezTo>
                  <a:close/>
                  <a:moveTo>
                    <a:pt x="100026" y="14889"/>
                  </a:moveTo>
                  <a:cubicBezTo>
                    <a:pt x="99989" y="14889"/>
                    <a:pt x="99948" y="14894"/>
                    <a:pt x="99912" y="14894"/>
                  </a:cubicBezTo>
                  <a:cubicBezTo>
                    <a:pt x="99820" y="14925"/>
                    <a:pt x="99729" y="14955"/>
                    <a:pt x="99668" y="14955"/>
                  </a:cubicBezTo>
                  <a:lnTo>
                    <a:pt x="99608" y="14955"/>
                  </a:lnTo>
                  <a:cubicBezTo>
                    <a:pt x="99606" y="14954"/>
                    <a:pt x="99605" y="14953"/>
                    <a:pt x="99604" y="14951"/>
                  </a:cubicBezTo>
                  <a:lnTo>
                    <a:pt x="99604" y="14951"/>
                  </a:lnTo>
                  <a:cubicBezTo>
                    <a:pt x="99594" y="15101"/>
                    <a:pt x="99707" y="15203"/>
                    <a:pt x="99834" y="15203"/>
                  </a:cubicBezTo>
                  <a:cubicBezTo>
                    <a:pt x="99850" y="15203"/>
                    <a:pt x="99865" y="15201"/>
                    <a:pt x="99881" y="15198"/>
                  </a:cubicBezTo>
                  <a:lnTo>
                    <a:pt x="100033" y="15137"/>
                  </a:lnTo>
                  <a:cubicBezTo>
                    <a:pt x="100094" y="15107"/>
                    <a:pt x="100124" y="15077"/>
                    <a:pt x="100124" y="14955"/>
                  </a:cubicBezTo>
                  <a:cubicBezTo>
                    <a:pt x="100124" y="14900"/>
                    <a:pt x="100081" y="14889"/>
                    <a:pt x="100026" y="14889"/>
                  </a:cubicBezTo>
                  <a:close/>
                  <a:moveTo>
                    <a:pt x="63330" y="15337"/>
                  </a:moveTo>
                  <a:cubicBezTo>
                    <a:pt x="63343" y="15337"/>
                    <a:pt x="63358" y="15341"/>
                    <a:pt x="63376" y="15350"/>
                  </a:cubicBezTo>
                  <a:cubicBezTo>
                    <a:pt x="63406" y="15380"/>
                    <a:pt x="63558" y="15472"/>
                    <a:pt x="63589" y="15532"/>
                  </a:cubicBezTo>
                  <a:lnTo>
                    <a:pt x="63589" y="15593"/>
                  </a:lnTo>
                  <a:lnTo>
                    <a:pt x="63589" y="15715"/>
                  </a:lnTo>
                  <a:cubicBezTo>
                    <a:pt x="63437" y="15745"/>
                    <a:pt x="63254" y="15745"/>
                    <a:pt x="63102" y="15776"/>
                  </a:cubicBezTo>
                  <a:cubicBezTo>
                    <a:pt x="63072" y="15715"/>
                    <a:pt x="63072" y="15684"/>
                    <a:pt x="63072" y="15624"/>
                  </a:cubicBezTo>
                  <a:cubicBezTo>
                    <a:pt x="63072" y="15593"/>
                    <a:pt x="63163" y="15593"/>
                    <a:pt x="63224" y="15593"/>
                  </a:cubicBezTo>
                  <a:cubicBezTo>
                    <a:pt x="63254" y="15593"/>
                    <a:pt x="63285" y="15441"/>
                    <a:pt x="63285" y="15380"/>
                  </a:cubicBezTo>
                  <a:cubicBezTo>
                    <a:pt x="63285" y="15359"/>
                    <a:pt x="63300" y="15337"/>
                    <a:pt x="63330" y="15337"/>
                  </a:cubicBezTo>
                  <a:close/>
                  <a:moveTo>
                    <a:pt x="81401" y="0"/>
                  </a:moveTo>
                  <a:cubicBezTo>
                    <a:pt x="81309" y="31"/>
                    <a:pt x="81157" y="61"/>
                    <a:pt x="81097" y="91"/>
                  </a:cubicBezTo>
                  <a:cubicBezTo>
                    <a:pt x="80884" y="152"/>
                    <a:pt x="80701" y="183"/>
                    <a:pt x="80489" y="183"/>
                  </a:cubicBezTo>
                  <a:cubicBezTo>
                    <a:pt x="80306" y="152"/>
                    <a:pt x="80154" y="122"/>
                    <a:pt x="79972" y="91"/>
                  </a:cubicBezTo>
                  <a:lnTo>
                    <a:pt x="79820" y="61"/>
                  </a:lnTo>
                  <a:cubicBezTo>
                    <a:pt x="79803" y="56"/>
                    <a:pt x="79790" y="53"/>
                    <a:pt x="79779" y="53"/>
                  </a:cubicBezTo>
                  <a:cubicBezTo>
                    <a:pt x="79731" y="53"/>
                    <a:pt x="79740" y="103"/>
                    <a:pt x="79790" y="152"/>
                  </a:cubicBezTo>
                  <a:cubicBezTo>
                    <a:pt x="79759" y="213"/>
                    <a:pt x="79820" y="274"/>
                    <a:pt x="79942" y="304"/>
                  </a:cubicBezTo>
                  <a:lnTo>
                    <a:pt x="80063" y="365"/>
                  </a:lnTo>
                  <a:lnTo>
                    <a:pt x="80094" y="365"/>
                  </a:lnTo>
                  <a:cubicBezTo>
                    <a:pt x="80094" y="395"/>
                    <a:pt x="80033" y="517"/>
                    <a:pt x="80033" y="517"/>
                  </a:cubicBezTo>
                  <a:cubicBezTo>
                    <a:pt x="80033" y="487"/>
                    <a:pt x="79729" y="335"/>
                    <a:pt x="79668" y="274"/>
                  </a:cubicBezTo>
                  <a:cubicBezTo>
                    <a:pt x="79607" y="213"/>
                    <a:pt x="79516" y="152"/>
                    <a:pt x="79455" y="61"/>
                  </a:cubicBezTo>
                  <a:cubicBezTo>
                    <a:pt x="79435" y="61"/>
                    <a:pt x="79347" y="48"/>
                    <a:pt x="79291" y="48"/>
                  </a:cubicBezTo>
                  <a:cubicBezTo>
                    <a:pt x="79263" y="48"/>
                    <a:pt x="79242" y="51"/>
                    <a:pt x="79242" y="61"/>
                  </a:cubicBezTo>
                  <a:cubicBezTo>
                    <a:pt x="79121" y="152"/>
                    <a:pt x="78999" y="213"/>
                    <a:pt x="78878" y="274"/>
                  </a:cubicBezTo>
                  <a:cubicBezTo>
                    <a:pt x="78787" y="304"/>
                    <a:pt x="78878" y="335"/>
                    <a:pt x="78939" y="335"/>
                  </a:cubicBezTo>
                  <a:cubicBezTo>
                    <a:pt x="79030" y="365"/>
                    <a:pt x="79091" y="426"/>
                    <a:pt x="79151" y="487"/>
                  </a:cubicBezTo>
                  <a:cubicBezTo>
                    <a:pt x="79182" y="517"/>
                    <a:pt x="79182" y="669"/>
                    <a:pt x="79091" y="699"/>
                  </a:cubicBezTo>
                  <a:cubicBezTo>
                    <a:pt x="79078" y="706"/>
                    <a:pt x="79053" y="708"/>
                    <a:pt x="79020" y="708"/>
                  </a:cubicBezTo>
                  <a:cubicBezTo>
                    <a:pt x="78932" y="708"/>
                    <a:pt x="78788" y="691"/>
                    <a:pt x="78690" y="691"/>
                  </a:cubicBezTo>
                  <a:cubicBezTo>
                    <a:pt x="78654" y="691"/>
                    <a:pt x="78623" y="693"/>
                    <a:pt x="78604" y="699"/>
                  </a:cubicBezTo>
                  <a:cubicBezTo>
                    <a:pt x="78555" y="708"/>
                    <a:pt x="78506" y="711"/>
                    <a:pt x="78458" y="711"/>
                  </a:cubicBezTo>
                  <a:cubicBezTo>
                    <a:pt x="78363" y="711"/>
                    <a:pt x="78268" y="697"/>
                    <a:pt x="78173" y="673"/>
                  </a:cubicBezTo>
                  <a:lnTo>
                    <a:pt x="78173" y="673"/>
                  </a:lnTo>
                  <a:cubicBezTo>
                    <a:pt x="78164" y="712"/>
                    <a:pt x="78142" y="765"/>
                    <a:pt x="78106" y="765"/>
                  </a:cubicBezTo>
                  <a:cubicBezTo>
                    <a:pt x="78100" y="765"/>
                    <a:pt x="78094" y="764"/>
                    <a:pt x="78087" y="760"/>
                  </a:cubicBezTo>
                  <a:cubicBezTo>
                    <a:pt x="78067" y="760"/>
                    <a:pt x="77992" y="638"/>
                    <a:pt x="77918" y="575"/>
                  </a:cubicBezTo>
                  <a:lnTo>
                    <a:pt x="77918" y="575"/>
                  </a:lnTo>
                  <a:cubicBezTo>
                    <a:pt x="77967" y="591"/>
                    <a:pt x="78013" y="612"/>
                    <a:pt x="78057" y="639"/>
                  </a:cubicBezTo>
                  <a:cubicBezTo>
                    <a:pt x="78096" y="652"/>
                    <a:pt x="78135" y="663"/>
                    <a:pt x="78173" y="673"/>
                  </a:cubicBezTo>
                  <a:lnTo>
                    <a:pt x="78173" y="673"/>
                  </a:lnTo>
                  <a:cubicBezTo>
                    <a:pt x="78177" y="659"/>
                    <a:pt x="78179" y="646"/>
                    <a:pt x="78179" y="639"/>
                  </a:cubicBezTo>
                  <a:lnTo>
                    <a:pt x="78179" y="608"/>
                  </a:lnTo>
                  <a:cubicBezTo>
                    <a:pt x="78199" y="558"/>
                    <a:pt x="78212" y="527"/>
                    <a:pt x="78217" y="508"/>
                  </a:cubicBezTo>
                  <a:lnTo>
                    <a:pt x="78217" y="508"/>
                  </a:lnTo>
                  <a:cubicBezTo>
                    <a:pt x="77946" y="523"/>
                    <a:pt x="77614" y="530"/>
                    <a:pt x="77510" y="547"/>
                  </a:cubicBezTo>
                  <a:cubicBezTo>
                    <a:pt x="77563" y="540"/>
                    <a:pt x="77614" y="536"/>
                    <a:pt x="77664" y="536"/>
                  </a:cubicBezTo>
                  <a:cubicBezTo>
                    <a:pt x="77715" y="536"/>
                    <a:pt x="77764" y="540"/>
                    <a:pt x="77811" y="548"/>
                  </a:cubicBezTo>
                  <a:lnTo>
                    <a:pt x="77811" y="548"/>
                  </a:lnTo>
                  <a:cubicBezTo>
                    <a:pt x="77812" y="548"/>
                    <a:pt x="77813" y="548"/>
                    <a:pt x="77814" y="547"/>
                  </a:cubicBezTo>
                  <a:cubicBezTo>
                    <a:pt x="77823" y="541"/>
                    <a:pt x="77833" y="539"/>
                    <a:pt x="77843" y="539"/>
                  </a:cubicBezTo>
                  <a:cubicBezTo>
                    <a:pt x="77866" y="539"/>
                    <a:pt x="77892" y="553"/>
                    <a:pt x="77918" y="575"/>
                  </a:cubicBezTo>
                  <a:lnTo>
                    <a:pt x="77918" y="575"/>
                  </a:lnTo>
                  <a:cubicBezTo>
                    <a:pt x="77883" y="563"/>
                    <a:pt x="77848" y="555"/>
                    <a:pt x="77811" y="548"/>
                  </a:cubicBezTo>
                  <a:lnTo>
                    <a:pt x="77811" y="548"/>
                  </a:lnTo>
                  <a:cubicBezTo>
                    <a:pt x="77721" y="579"/>
                    <a:pt x="77631" y="639"/>
                    <a:pt x="77571" y="699"/>
                  </a:cubicBezTo>
                  <a:lnTo>
                    <a:pt x="77449" y="639"/>
                  </a:lnTo>
                  <a:cubicBezTo>
                    <a:pt x="77425" y="650"/>
                    <a:pt x="77406" y="655"/>
                    <a:pt x="77392" y="655"/>
                  </a:cubicBezTo>
                  <a:cubicBezTo>
                    <a:pt x="77335" y="655"/>
                    <a:pt x="77363" y="572"/>
                    <a:pt x="77510" y="547"/>
                  </a:cubicBezTo>
                  <a:lnTo>
                    <a:pt x="77662" y="487"/>
                  </a:lnTo>
                  <a:lnTo>
                    <a:pt x="77692" y="487"/>
                  </a:lnTo>
                  <a:cubicBezTo>
                    <a:pt x="77783" y="456"/>
                    <a:pt x="77875" y="426"/>
                    <a:pt x="77966" y="395"/>
                  </a:cubicBezTo>
                  <a:lnTo>
                    <a:pt x="78118" y="456"/>
                  </a:lnTo>
                  <a:cubicBezTo>
                    <a:pt x="78199" y="477"/>
                    <a:pt x="78226" y="470"/>
                    <a:pt x="78217" y="508"/>
                  </a:cubicBezTo>
                  <a:lnTo>
                    <a:pt x="78217" y="508"/>
                  </a:lnTo>
                  <a:cubicBezTo>
                    <a:pt x="78421" y="497"/>
                    <a:pt x="78591" y="482"/>
                    <a:pt x="78604" y="456"/>
                  </a:cubicBezTo>
                  <a:cubicBezTo>
                    <a:pt x="78665" y="426"/>
                    <a:pt x="78391" y="304"/>
                    <a:pt x="78270" y="304"/>
                  </a:cubicBezTo>
                  <a:cubicBezTo>
                    <a:pt x="78179" y="304"/>
                    <a:pt x="78087" y="274"/>
                    <a:pt x="78027" y="213"/>
                  </a:cubicBezTo>
                  <a:lnTo>
                    <a:pt x="78027" y="183"/>
                  </a:lnTo>
                  <a:cubicBezTo>
                    <a:pt x="78021" y="171"/>
                    <a:pt x="78014" y="166"/>
                    <a:pt x="78007" y="166"/>
                  </a:cubicBezTo>
                  <a:cubicBezTo>
                    <a:pt x="77975" y="166"/>
                    <a:pt x="77935" y="255"/>
                    <a:pt x="77935" y="304"/>
                  </a:cubicBezTo>
                  <a:cubicBezTo>
                    <a:pt x="77929" y="317"/>
                    <a:pt x="77908" y="322"/>
                    <a:pt x="77876" y="322"/>
                  </a:cubicBezTo>
                  <a:cubicBezTo>
                    <a:pt x="77770" y="322"/>
                    <a:pt x="77550" y="269"/>
                    <a:pt x="77398" y="269"/>
                  </a:cubicBezTo>
                  <a:cubicBezTo>
                    <a:pt x="77372" y="269"/>
                    <a:pt x="77348" y="270"/>
                    <a:pt x="77328" y="274"/>
                  </a:cubicBezTo>
                  <a:cubicBezTo>
                    <a:pt x="77211" y="274"/>
                    <a:pt x="76968" y="364"/>
                    <a:pt x="76848" y="364"/>
                  </a:cubicBezTo>
                  <a:cubicBezTo>
                    <a:pt x="76812" y="364"/>
                    <a:pt x="76787" y="356"/>
                    <a:pt x="76780" y="335"/>
                  </a:cubicBezTo>
                  <a:cubicBezTo>
                    <a:pt x="76780" y="311"/>
                    <a:pt x="76736" y="302"/>
                    <a:pt x="76676" y="302"/>
                  </a:cubicBezTo>
                  <a:cubicBezTo>
                    <a:pt x="76579" y="302"/>
                    <a:pt x="76442" y="327"/>
                    <a:pt x="76385" y="365"/>
                  </a:cubicBezTo>
                  <a:cubicBezTo>
                    <a:pt x="76370" y="375"/>
                    <a:pt x="76350" y="379"/>
                    <a:pt x="76326" y="379"/>
                  </a:cubicBezTo>
                  <a:cubicBezTo>
                    <a:pt x="76208" y="379"/>
                    <a:pt x="76005" y="274"/>
                    <a:pt x="75929" y="274"/>
                  </a:cubicBezTo>
                  <a:lnTo>
                    <a:pt x="75717" y="335"/>
                  </a:lnTo>
                  <a:cubicBezTo>
                    <a:pt x="75686" y="335"/>
                    <a:pt x="75504" y="304"/>
                    <a:pt x="75321" y="304"/>
                  </a:cubicBezTo>
                  <a:lnTo>
                    <a:pt x="75139" y="304"/>
                  </a:lnTo>
                  <a:lnTo>
                    <a:pt x="74957" y="487"/>
                  </a:lnTo>
                  <a:lnTo>
                    <a:pt x="74835" y="365"/>
                  </a:lnTo>
                  <a:cubicBezTo>
                    <a:pt x="74835" y="335"/>
                    <a:pt x="74805" y="335"/>
                    <a:pt x="74774" y="335"/>
                  </a:cubicBezTo>
                  <a:cubicBezTo>
                    <a:pt x="74724" y="360"/>
                    <a:pt x="74663" y="375"/>
                    <a:pt x="74603" y="375"/>
                  </a:cubicBezTo>
                  <a:cubicBezTo>
                    <a:pt x="74517" y="375"/>
                    <a:pt x="74433" y="345"/>
                    <a:pt x="74379" y="274"/>
                  </a:cubicBezTo>
                  <a:lnTo>
                    <a:pt x="74288" y="183"/>
                  </a:lnTo>
                  <a:lnTo>
                    <a:pt x="73832" y="304"/>
                  </a:lnTo>
                  <a:lnTo>
                    <a:pt x="73710" y="243"/>
                  </a:lnTo>
                  <a:cubicBezTo>
                    <a:pt x="73648" y="206"/>
                    <a:pt x="73590" y="184"/>
                    <a:pt x="73539" y="184"/>
                  </a:cubicBezTo>
                  <a:cubicBezTo>
                    <a:pt x="73468" y="184"/>
                    <a:pt x="73412" y="228"/>
                    <a:pt x="73376" y="335"/>
                  </a:cubicBezTo>
                  <a:cubicBezTo>
                    <a:pt x="73376" y="362"/>
                    <a:pt x="73352" y="377"/>
                    <a:pt x="73322" y="377"/>
                  </a:cubicBezTo>
                  <a:cubicBezTo>
                    <a:pt x="73285" y="377"/>
                    <a:pt x="73241" y="354"/>
                    <a:pt x="73224" y="304"/>
                  </a:cubicBezTo>
                  <a:lnTo>
                    <a:pt x="73224" y="274"/>
                  </a:lnTo>
                  <a:cubicBezTo>
                    <a:pt x="73218" y="268"/>
                    <a:pt x="73206" y="265"/>
                    <a:pt x="73190" y="265"/>
                  </a:cubicBezTo>
                  <a:cubicBezTo>
                    <a:pt x="73126" y="265"/>
                    <a:pt x="72999" y="304"/>
                    <a:pt x="72951" y="304"/>
                  </a:cubicBezTo>
                  <a:cubicBezTo>
                    <a:pt x="72934" y="312"/>
                    <a:pt x="72918" y="316"/>
                    <a:pt x="72902" y="316"/>
                  </a:cubicBezTo>
                  <a:cubicBezTo>
                    <a:pt x="72859" y="316"/>
                    <a:pt x="72821" y="288"/>
                    <a:pt x="72799" y="243"/>
                  </a:cubicBezTo>
                  <a:cubicBezTo>
                    <a:pt x="72796" y="241"/>
                    <a:pt x="72792" y="239"/>
                    <a:pt x="72788" y="239"/>
                  </a:cubicBezTo>
                  <a:cubicBezTo>
                    <a:pt x="72742" y="239"/>
                    <a:pt x="72611" y="370"/>
                    <a:pt x="72555" y="426"/>
                  </a:cubicBezTo>
                  <a:cubicBezTo>
                    <a:pt x="72534" y="447"/>
                    <a:pt x="72512" y="457"/>
                    <a:pt x="72491" y="457"/>
                  </a:cubicBezTo>
                  <a:cubicBezTo>
                    <a:pt x="72452" y="457"/>
                    <a:pt x="72412" y="424"/>
                    <a:pt x="72373" y="365"/>
                  </a:cubicBezTo>
                  <a:lnTo>
                    <a:pt x="72160" y="365"/>
                  </a:lnTo>
                  <a:cubicBezTo>
                    <a:pt x="72137" y="342"/>
                    <a:pt x="72109" y="332"/>
                    <a:pt x="72082" y="332"/>
                  </a:cubicBezTo>
                  <a:cubicBezTo>
                    <a:pt x="72039" y="332"/>
                    <a:pt x="71997" y="358"/>
                    <a:pt x="71978" y="395"/>
                  </a:cubicBezTo>
                  <a:cubicBezTo>
                    <a:pt x="71978" y="414"/>
                    <a:pt x="71966" y="421"/>
                    <a:pt x="71948" y="421"/>
                  </a:cubicBezTo>
                  <a:cubicBezTo>
                    <a:pt x="71908" y="421"/>
                    <a:pt x="71837" y="386"/>
                    <a:pt x="71796" y="365"/>
                  </a:cubicBezTo>
                  <a:cubicBezTo>
                    <a:pt x="71790" y="359"/>
                    <a:pt x="71779" y="357"/>
                    <a:pt x="71766" y="357"/>
                  </a:cubicBezTo>
                  <a:cubicBezTo>
                    <a:pt x="71710" y="357"/>
                    <a:pt x="71602" y="401"/>
                    <a:pt x="71552" y="426"/>
                  </a:cubicBezTo>
                  <a:cubicBezTo>
                    <a:pt x="71544" y="430"/>
                    <a:pt x="71533" y="432"/>
                    <a:pt x="71520" y="432"/>
                  </a:cubicBezTo>
                  <a:cubicBezTo>
                    <a:pt x="71436" y="432"/>
                    <a:pt x="71270" y="357"/>
                    <a:pt x="71218" y="304"/>
                  </a:cubicBezTo>
                  <a:cubicBezTo>
                    <a:pt x="71188" y="289"/>
                    <a:pt x="71150" y="281"/>
                    <a:pt x="71112" y="281"/>
                  </a:cubicBezTo>
                  <a:cubicBezTo>
                    <a:pt x="71074" y="281"/>
                    <a:pt x="71036" y="289"/>
                    <a:pt x="71005" y="304"/>
                  </a:cubicBezTo>
                  <a:cubicBezTo>
                    <a:pt x="70999" y="310"/>
                    <a:pt x="70983" y="313"/>
                    <a:pt x="70961" y="313"/>
                  </a:cubicBezTo>
                  <a:cubicBezTo>
                    <a:pt x="70873" y="313"/>
                    <a:pt x="70683" y="274"/>
                    <a:pt x="70610" y="274"/>
                  </a:cubicBezTo>
                  <a:cubicBezTo>
                    <a:pt x="70519" y="274"/>
                    <a:pt x="70428" y="335"/>
                    <a:pt x="70367" y="365"/>
                  </a:cubicBezTo>
                  <a:cubicBezTo>
                    <a:pt x="70337" y="426"/>
                    <a:pt x="70276" y="456"/>
                    <a:pt x="70245" y="517"/>
                  </a:cubicBezTo>
                  <a:lnTo>
                    <a:pt x="69941" y="517"/>
                  </a:lnTo>
                  <a:lnTo>
                    <a:pt x="69729" y="456"/>
                  </a:lnTo>
                  <a:cubicBezTo>
                    <a:pt x="69715" y="360"/>
                    <a:pt x="69682" y="326"/>
                    <a:pt x="69643" y="326"/>
                  </a:cubicBezTo>
                  <a:cubicBezTo>
                    <a:pt x="69594" y="326"/>
                    <a:pt x="69535" y="376"/>
                    <a:pt x="69485" y="426"/>
                  </a:cubicBezTo>
                  <a:cubicBezTo>
                    <a:pt x="69378" y="447"/>
                    <a:pt x="69271" y="469"/>
                    <a:pt x="69152" y="469"/>
                  </a:cubicBezTo>
                  <a:cubicBezTo>
                    <a:pt x="69103" y="469"/>
                    <a:pt x="69053" y="465"/>
                    <a:pt x="68999" y="456"/>
                  </a:cubicBezTo>
                  <a:lnTo>
                    <a:pt x="68847" y="395"/>
                  </a:lnTo>
                  <a:cubicBezTo>
                    <a:pt x="68786" y="375"/>
                    <a:pt x="68726" y="365"/>
                    <a:pt x="68672" y="365"/>
                  </a:cubicBezTo>
                  <a:cubicBezTo>
                    <a:pt x="68563" y="365"/>
                    <a:pt x="68482" y="406"/>
                    <a:pt x="68482" y="487"/>
                  </a:cubicBezTo>
                  <a:lnTo>
                    <a:pt x="68422" y="487"/>
                  </a:lnTo>
                  <a:cubicBezTo>
                    <a:pt x="68398" y="498"/>
                    <a:pt x="68381" y="503"/>
                    <a:pt x="68367" y="503"/>
                  </a:cubicBezTo>
                  <a:cubicBezTo>
                    <a:pt x="68308" y="503"/>
                    <a:pt x="68319" y="414"/>
                    <a:pt x="68270" y="365"/>
                  </a:cubicBezTo>
                  <a:cubicBezTo>
                    <a:pt x="68239" y="350"/>
                    <a:pt x="68209" y="342"/>
                    <a:pt x="68178" y="342"/>
                  </a:cubicBezTo>
                  <a:cubicBezTo>
                    <a:pt x="68148" y="342"/>
                    <a:pt x="68118" y="350"/>
                    <a:pt x="68087" y="365"/>
                  </a:cubicBezTo>
                  <a:lnTo>
                    <a:pt x="68057" y="426"/>
                  </a:lnTo>
                  <a:cubicBezTo>
                    <a:pt x="67996" y="426"/>
                    <a:pt x="67540" y="456"/>
                    <a:pt x="67388" y="456"/>
                  </a:cubicBezTo>
                  <a:cubicBezTo>
                    <a:pt x="67296" y="475"/>
                    <a:pt x="67147" y="504"/>
                    <a:pt x="67031" y="504"/>
                  </a:cubicBezTo>
                  <a:cubicBezTo>
                    <a:pt x="66957" y="504"/>
                    <a:pt x="66895" y="492"/>
                    <a:pt x="66871" y="456"/>
                  </a:cubicBezTo>
                  <a:cubicBezTo>
                    <a:pt x="66854" y="421"/>
                    <a:pt x="66805" y="406"/>
                    <a:pt x="66755" y="406"/>
                  </a:cubicBezTo>
                  <a:cubicBezTo>
                    <a:pt x="66719" y="406"/>
                    <a:pt x="66684" y="413"/>
                    <a:pt x="66659" y="426"/>
                  </a:cubicBezTo>
                  <a:lnTo>
                    <a:pt x="66659" y="456"/>
                  </a:lnTo>
                  <a:cubicBezTo>
                    <a:pt x="66641" y="563"/>
                    <a:pt x="66613" y="607"/>
                    <a:pt x="66568" y="607"/>
                  </a:cubicBezTo>
                  <a:cubicBezTo>
                    <a:pt x="66536" y="607"/>
                    <a:pt x="66496" y="585"/>
                    <a:pt x="66446" y="547"/>
                  </a:cubicBezTo>
                  <a:lnTo>
                    <a:pt x="66355" y="487"/>
                  </a:lnTo>
                  <a:cubicBezTo>
                    <a:pt x="66294" y="517"/>
                    <a:pt x="66233" y="547"/>
                    <a:pt x="66172" y="578"/>
                  </a:cubicBezTo>
                  <a:cubicBezTo>
                    <a:pt x="66172" y="578"/>
                    <a:pt x="66040" y="392"/>
                    <a:pt x="65973" y="392"/>
                  </a:cubicBezTo>
                  <a:cubicBezTo>
                    <a:pt x="65968" y="392"/>
                    <a:pt x="65964" y="393"/>
                    <a:pt x="65960" y="395"/>
                  </a:cubicBezTo>
                  <a:cubicBezTo>
                    <a:pt x="65777" y="487"/>
                    <a:pt x="65625" y="547"/>
                    <a:pt x="65473" y="608"/>
                  </a:cubicBezTo>
                  <a:lnTo>
                    <a:pt x="65291" y="517"/>
                  </a:lnTo>
                  <a:cubicBezTo>
                    <a:pt x="65139" y="487"/>
                    <a:pt x="65017" y="456"/>
                    <a:pt x="64896" y="456"/>
                  </a:cubicBezTo>
                  <a:lnTo>
                    <a:pt x="64744" y="456"/>
                  </a:lnTo>
                  <a:cubicBezTo>
                    <a:pt x="64730" y="460"/>
                    <a:pt x="64713" y="461"/>
                    <a:pt x="64693" y="461"/>
                  </a:cubicBezTo>
                  <a:cubicBezTo>
                    <a:pt x="64557" y="461"/>
                    <a:pt x="64295" y="391"/>
                    <a:pt x="64177" y="391"/>
                  </a:cubicBezTo>
                  <a:cubicBezTo>
                    <a:pt x="64160" y="391"/>
                    <a:pt x="64146" y="392"/>
                    <a:pt x="64136" y="395"/>
                  </a:cubicBezTo>
                  <a:cubicBezTo>
                    <a:pt x="64014" y="395"/>
                    <a:pt x="63923" y="639"/>
                    <a:pt x="63923" y="699"/>
                  </a:cubicBezTo>
                  <a:cubicBezTo>
                    <a:pt x="63923" y="757"/>
                    <a:pt x="63862" y="778"/>
                    <a:pt x="63802" y="778"/>
                  </a:cubicBezTo>
                  <a:cubicBezTo>
                    <a:pt x="63767" y="778"/>
                    <a:pt x="63733" y="771"/>
                    <a:pt x="63710" y="760"/>
                  </a:cubicBezTo>
                  <a:cubicBezTo>
                    <a:pt x="63619" y="730"/>
                    <a:pt x="63649" y="699"/>
                    <a:pt x="63710" y="699"/>
                  </a:cubicBezTo>
                  <a:lnTo>
                    <a:pt x="63741" y="669"/>
                  </a:lnTo>
                  <a:cubicBezTo>
                    <a:pt x="63832" y="639"/>
                    <a:pt x="63832" y="517"/>
                    <a:pt x="63771" y="517"/>
                  </a:cubicBezTo>
                  <a:lnTo>
                    <a:pt x="63498" y="517"/>
                  </a:lnTo>
                  <a:cubicBezTo>
                    <a:pt x="63390" y="539"/>
                    <a:pt x="63286" y="549"/>
                    <a:pt x="63195" y="549"/>
                  </a:cubicBezTo>
                  <a:cubicBezTo>
                    <a:pt x="63030" y="549"/>
                    <a:pt x="62909" y="515"/>
                    <a:pt x="62890" y="456"/>
                  </a:cubicBezTo>
                  <a:lnTo>
                    <a:pt x="62586" y="456"/>
                  </a:lnTo>
                  <a:cubicBezTo>
                    <a:pt x="62342" y="487"/>
                    <a:pt x="62069" y="517"/>
                    <a:pt x="61826" y="578"/>
                  </a:cubicBezTo>
                  <a:lnTo>
                    <a:pt x="61552" y="456"/>
                  </a:lnTo>
                  <a:lnTo>
                    <a:pt x="61370" y="456"/>
                  </a:lnTo>
                  <a:lnTo>
                    <a:pt x="61370" y="791"/>
                  </a:lnTo>
                  <a:cubicBezTo>
                    <a:pt x="61157" y="669"/>
                    <a:pt x="60883" y="517"/>
                    <a:pt x="60853" y="487"/>
                  </a:cubicBezTo>
                  <a:cubicBezTo>
                    <a:pt x="60847" y="481"/>
                    <a:pt x="60837" y="478"/>
                    <a:pt x="60825" y="478"/>
                  </a:cubicBezTo>
                  <a:cubicBezTo>
                    <a:pt x="60776" y="478"/>
                    <a:pt x="60689" y="517"/>
                    <a:pt x="60640" y="517"/>
                  </a:cubicBezTo>
                  <a:cubicBezTo>
                    <a:pt x="60580" y="517"/>
                    <a:pt x="60276" y="547"/>
                    <a:pt x="60154" y="578"/>
                  </a:cubicBezTo>
                  <a:cubicBezTo>
                    <a:pt x="60046" y="578"/>
                    <a:pt x="59890" y="482"/>
                    <a:pt x="59792" y="482"/>
                  </a:cubicBezTo>
                  <a:cubicBezTo>
                    <a:pt x="59780" y="482"/>
                    <a:pt x="59769" y="483"/>
                    <a:pt x="59759" y="487"/>
                  </a:cubicBezTo>
                  <a:lnTo>
                    <a:pt x="59424" y="578"/>
                  </a:lnTo>
                  <a:lnTo>
                    <a:pt x="59303" y="578"/>
                  </a:lnTo>
                  <a:cubicBezTo>
                    <a:pt x="59151" y="608"/>
                    <a:pt x="59029" y="578"/>
                    <a:pt x="58908" y="669"/>
                  </a:cubicBezTo>
                  <a:cubicBezTo>
                    <a:pt x="58862" y="684"/>
                    <a:pt x="58817" y="692"/>
                    <a:pt x="58775" y="692"/>
                  </a:cubicBezTo>
                  <a:cubicBezTo>
                    <a:pt x="58733" y="692"/>
                    <a:pt x="58695" y="684"/>
                    <a:pt x="58665" y="669"/>
                  </a:cubicBezTo>
                  <a:lnTo>
                    <a:pt x="58513" y="578"/>
                  </a:lnTo>
                  <a:cubicBezTo>
                    <a:pt x="58391" y="639"/>
                    <a:pt x="58178" y="669"/>
                    <a:pt x="58026" y="699"/>
                  </a:cubicBezTo>
                  <a:lnTo>
                    <a:pt x="58026" y="547"/>
                  </a:lnTo>
                  <a:lnTo>
                    <a:pt x="58026" y="517"/>
                  </a:lnTo>
                  <a:cubicBezTo>
                    <a:pt x="57950" y="502"/>
                    <a:pt x="57867" y="494"/>
                    <a:pt x="57783" y="494"/>
                  </a:cubicBezTo>
                  <a:cubicBezTo>
                    <a:pt x="57700" y="494"/>
                    <a:pt x="57616" y="502"/>
                    <a:pt x="57540" y="517"/>
                  </a:cubicBezTo>
                  <a:cubicBezTo>
                    <a:pt x="57449" y="517"/>
                    <a:pt x="57358" y="578"/>
                    <a:pt x="57297" y="639"/>
                  </a:cubicBezTo>
                  <a:cubicBezTo>
                    <a:pt x="57297" y="644"/>
                    <a:pt x="57292" y="647"/>
                    <a:pt x="57285" y="647"/>
                  </a:cubicBezTo>
                  <a:cubicBezTo>
                    <a:pt x="57254" y="647"/>
                    <a:pt x="57169" y="602"/>
                    <a:pt x="57145" y="578"/>
                  </a:cubicBezTo>
                  <a:cubicBezTo>
                    <a:pt x="56993" y="517"/>
                    <a:pt x="56871" y="487"/>
                    <a:pt x="56719" y="487"/>
                  </a:cubicBezTo>
                  <a:lnTo>
                    <a:pt x="56415" y="487"/>
                  </a:lnTo>
                  <a:cubicBezTo>
                    <a:pt x="56233" y="517"/>
                    <a:pt x="56051" y="578"/>
                    <a:pt x="55899" y="639"/>
                  </a:cubicBezTo>
                  <a:lnTo>
                    <a:pt x="55807" y="578"/>
                  </a:lnTo>
                  <a:cubicBezTo>
                    <a:pt x="55767" y="558"/>
                    <a:pt x="55723" y="547"/>
                    <a:pt x="55679" y="547"/>
                  </a:cubicBezTo>
                  <a:cubicBezTo>
                    <a:pt x="55591" y="547"/>
                    <a:pt x="55503" y="588"/>
                    <a:pt x="55443" y="669"/>
                  </a:cubicBezTo>
                  <a:cubicBezTo>
                    <a:pt x="55199" y="669"/>
                    <a:pt x="54987" y="669"/>
                    <a:pt x="54744" y="699"/>
                  </a:cubicBezTo>
                  <a:lnTo>
                    <a:pt x="54470" y="517"/>
                  </a:lnTo>
                  <a:cubicBezTo>
                    <a:pt x="54257" y="578"/>
                    <a:pt x="54014" y="608"/>
                    <a:pt x="53801" y="608"/>
                  </a:cubicBezTo>
                  <a:cubicBezTo>
                    <a:pt x="53680" y="608"/>
                    <a:pt x="53423" y="662"/>
                    <a:pt x="53247" y="662"/>
                  </a:cubicBezTo>
                  <a:cubicBezTo>
                    <a:pt x="53160" y="662"/>
                    <a:pt x="53092" y="649"/>
                    <a:pt x="53072" y="608"/>
                  </a:cubicBezTo>
                  <a:cubicBezTo>
                    <a:pt x="53044" y="567"/>
                    <a:pt x="53011" y="551"/>
                    <a:pt x="52982" y="551"/>
                  </a:cubicBezTo>
                  <a:cubicBezTo>
                    <a:pt x="52947" y="551"/>
                    <a:pt x="52920" y="575"/>
                    <a:pt x="52920" y="608"/>
                  </a:cubicBezTo>
                  <a:cubicBezTo>
                    <a:pt x="52912" y="623"/>
                    <a:pt x="52895" y="629"/>
                    <a:pt x="52873" y="629"/>
                  </a:cubicBezTo>
                  <a:cubicBezTo>
                    <a:pt x="52806" y="629"/>
                    <a:pt x="52692" y="578"/>
                    <a:pt x="52646" y="578"/>
                  </a:cubicBezTo>
                  <a:lnTo>
                    <a:pt x="51886" y="578"/>
                  </a:lnTo>
                  <a:lnTo>
                    <a:pt x="51187" y="639"/>
                  </a:lnTo>
                  <a:cubicBezTo>
                    <a:pt x="51131" y="681"/>
                    <a:pt x="51068" y="704"/>
                    <a:pt x="51007" y="704"/>
                  </a:cubicBezTo>
                  <a:cubicBezTo>
                    <a:pt x="50938" y="704"/>
                    <a:pt x="50871" y="673"/>
                    <a:pt x="50823" y="608"/>
                  </a:cubicBezTo>
                  <a:lnTo>
                    <a:pt x="50731" y="487"/>
                  </a:lnTo>
                  <a:lnTo>
                    <a:pt x="50245" y="608"/>
                  </a:lnTo>
                  <a:lnTo>
                    <a:pt x="50063" y="608"/>
                  </a:lnTo>
                  <a:cubicBezTo>
                    <a:pt x="49971" y="639"/>
                    <a:pt x="49911" y="699"/>
                    <a:pt x="49850" y="760"/>
                  </a:cubicBezTo>
                  <a:lnTo>
                    <a:pt x="49728" y="760"/>
                  </a:lnTo>
                  <a:cubicBezTo>
                    <a:pt x="49576" y="760"/>
                    <a:pt x="49515" y="699"/>
                    <a:pt x="49424" y="639"/>
                  </a:cubicBezTo>
                  <a:lnTo>
                    <a:pt x="49394" y="608"/>
                  </a:lnTo>
                  <a:cubicBezTo>
                    <a:pt x="49212" y="639"/>
                    <a:pt x="49029" y="669"/>
                    <a:pt x="48847" y="730"/>
                  </a:cubicBezTo>
                  <a:cubicBezTo>
                    <a:pt x="48756" y="745"/>
                    <a:pt x="48664" y="753"/>
                    <a:pt x="48573" y="753"/>
                  </a:cubicBezTo>
                  <a:cubicBezTo>
                    <a:pt x="48482" y="753"/>
                    <a:pt x="48391" y="745"/>
                    <a:pt x="48300" y="730"/>
                  </a:cubicBezTo>
                  <a:cubicBezTo>
                    <a:pt x="48269" y="740"/>
                    <a:pt x="48239" y="743"/>
                    <a:pt x="48208" y="743"/>
                  </a:cubicBezTo>
                  <a:cubicBezTo>
                    <a:pt x="48148" y="743"/>
                    <a:pt x="48087" y="730"/>
                    <a:pt x="48026" y="730"/>
                  </a:cubicBezTo>
                  <a:lnTo>
                    <a:pt x="47965" y="699"/>
                  </a:lnTo>
                  <a:lnTo>
                    <a:pt x="47753" y="578"/>
                  </a:lnTo>
                  <a:cubicBezTo>
                    <a:pt x="47753" y="699"/>
                    <a:pt x="47479" y="669"/>
                    <a:pt x="47388" y="699"/>
                  </a:cubicBezTo>
                  <a:cubicBezTo>
                    <a:pt x="47266" y="699"/>
                    <a:pt x="47084" y="760"/>
                    <a:pt x="47023" y="760"/>
                  </a:cubicBezTo>
                  <a:cubicBezTo>
                    <a:pt x="46962" y="760"/>
                    <a:pt x="46810" y="730"/>
                    <a:pt x="46658" y="730"/>
                  </a:cubicBezTo>
                  <a:lnTo>
                    <a:pt x="46537" y="821"/>
                  </a:lnTo>
                  <a:cubicBezTo>
                    <a:pt x="46415" y="791"/>
                    <a:pt x="46324" y="760"/>
                    <a:pt x="46202" y="730"/>
                  </a:cubicBezTo>
                  <a:cubicBezTo>
                    <a:pt x="46196" y="724"/>
                    <a:pt x="46182" y="721"/>
                    <a:pt x="46162" y="721"/>
                  </a:cubicBezTo>
                  <a:cubicBezTo>
                    <a:pt x="46081" y="721"/>
                    <a:pt x="45911" y="760"/>
                    <a:pt x="45838" y="760"/>
                  </a:cubicBezTo>
                  <a:cubicBezTo>
                    <a:pt x="45731" y="745"/>
                    <a:pt x="45625" y="737"/>
                    <a:pt x="45518" y="737"/>
                  </a:cubicBezTo>
                  <a:cubicBezTo>
                    <a:pt x="45412" y="737"/>
                    <a:pt x="45306" y="745"/>
                    <a:pt x="45199" y="760"/>
                  </a:cubicBezTo>
                  <a:cubicBezTo>
                    <a:pt x="45088" y="805"/>
                    <a:pt x="44960" y="833"/>
                    <a:pt x="44829" y="833"/>
                  </a:cubicBezTo>
                  <a:cubicBezTo>
                    <a:pt x="44780" y="833"/>
                    <a:pt x="44731" y="829"/>
                    <a:pt x="44683" y="821"/>
                  </a:cubicBezTo>
                  <a:cubicBezTo>
                    <a:pt x="44591" y="791"/>
                    <a:pt x="44500" y="730"/>
                    <a:pt x="44439" y="669"/>
                  </a:cubicBezTo>
                  <a:cubicBezTo>
                    <a:pt x="44428" y="657"/>
                    <a:pt x="44410" y="652"/>
                    <a:pt x="44389" y="652"/>
                  </a:cubicBezTo>
                  <a:cubicBezTo>
                    <a:pt x="44301" y="652"/>
                    <a:pt x="44154" y="736"/>
                    <a:pt x="44105" y="760"/>
                  </a:cubicBezTo>
                  <a:cubicBezTo>
                    <a:pt x="44090" y="775"/>
                    <a:pt x="44067" y="783"/>
                    <a:pt x="44040" y="783"/>
                  </a:cubicBezTo>
                  <a:cubicBezTo>
                    <a:pt x="44014" y="783"/>
                    <a:pt x="43983" y="775"/>
                    <a:pt x="43953" y="760"/>
                  </a:cubicBezTo>
                  <a:cubicBezTo>
                    <a:pt x="43892" y="745"/>
                    <a:pt x="43831" y="737"/>
                    <a:pt x="43771" y="737"/>
                  </a:cubicBezTo>
                  <a:cubicBezTo>
                    <a:pt x="43710" y="737"/>
                    <a:pt x="43649" y="745"/>
                    <a:pt x="43588" y="760"/>
                  </a:cubicBezTo>
                  <a:lnTo>
                    <a:pt x="43406" y="730"/>
                  </a:lnTo>
                  <a:lnTo>
                    <a:pt x="43284" y="699"/>
                  </a:lnTo>
                  <a:cubicBezTo>
                    <a:pt x="43163" y="760"/>
                    <a:pt x="43072" y="791"/>
                    <a:pt x="42950" y="821"/>
                  </a:cubicBezTo>
                  <a:cubicBezTo>
                    <a:pt x="42930" y="821"/>
                    <a:pt x="42788" y="794"/>
                    <a:pt x="42669" y="794"/>
                  </a:cubicBezTo>
                  <a:cubicBezTo>
                    <a:pt x="42609" y="794"/>
                    <a:pt x="42555" y="801"/>
                    <a:pt x="42524" y="821"/>
                  </a:cubicBezTo>
                  <a:cubicBezTo>
                    <a:pt x="42507" y="838"/>
                    <a:pt x="42488" y="845"/>
                    <a:pt x="42468" y="845"/>
                  </a:cubicBezTo>
                  <a:cubicBezTo>
                    <a:pt x="42417" y="845"/>
                    <a:pt x="42364" y="796"/>
                    <a:pt x="42342" y="730"/>
                  </a:cubicBezTo>
                  <a:lnTo>
                    <a:pt x="42160" y="760"/>
                  </a:lnTo>
                  <a:lnTo>
                    <a:pt x="41917" y="791"/>
                  </a:lnTo>
                  <a:cubicBezTo>
                    <a:pt x="41795" y="760"/>
                    <a:pt x="41613" y="699"/>
                    <a:pt x="41582" y="699"/>
                  </a:cubicBezTo>
                  <a:lnTo>
                    <a:pt x="41552" y="699"/>
                  </a:lnTo>
                  <a:lnTo>
                    <a:pt x="41400" y="760"/>
                  </a:lnTo>
                  <a:cubicBezTo>
                    <a:pt x="41265" y="760"/>
                    <a:pt x="40962" y="856"/>
                    <a:pt x="40853" y="856"/>
                  </a:cubicBezTo>
                  <a:cubicBezTo>
                    <a:pt x="40840" y="856"/>
                    <a:pt x="40829" y="855"/>
                    <a:pt x="40822" y="851"/>
                  </a:cubicBezTo>
                  <a:cubicBezTo>
                    <a:pt x="40795" y="833"/>
                    <a:pt x="40739" y="829"/>
                    <a:pt x="40669" y="829"/>
                  </a:cubicBezTo>
                  <a:cubicBezTo>
                    <a:pt x="40596" y="829"/>
                    <a:pt x="40508" y="834"/>
                    <a:pt x="40426" y="834"/>
                  </a:cubicBezTo>
                  <a:cubicBezTo>
                    <a:pt x="40324" y="834"/>
                    <a:pt x="40231" y="826"/>
                    <a:pt x="40184" y="791"/>
                  </a:cubicBezTo>
                  <a:cubicBezTo>
                    <a:pt x="40161" y="775"/>
                    <a:pt x="40131" y="768"/>
                    <a:pt x="40096" y="768"/>
                  </a:cubicBezTo>
                  <a:cubicBezTo>
                    <a:pt x="39992" y="768"/>
                    <a:pt x="39850" y="836"/>
                    <a:pt x="39758" y="973"/>
                  </a:cubicBezTo>
                  <a:lnTo>
                    <a:pt x="39515" y="760"/>
                  </a:lnTo>
                  <a:cubicBezTo>
                    <a:pt x="39485" y="760"/>
                    <a:pt x="39424" y="760"/>
                    <a:pt x="39394" y="791"/>
                  </a:cubicBezTo>
                  <a:lnTo>
                    <a:pt x="39303" y="851"/>
                  </a:lnTo>
                  <a:cubicBezTo>
                    <a:pt x="39242" y="836"/>
                    <a:pt x="39181" y="829"/>
                    <a:pt x="39124" y="829"/>
                  </a:cubicBezTo>
                  <a:cubicBezTo>
                    <a:pt x="39067" y="829"/>
                    <a:pt x="39014" y="836"/>
                    <a:pt x="38968" y="851"/>
                  </a:cubicBezTo>
                  <a:lnTo>
                    <a:pt x="38907" y="851"/>
                  </a:lnTo>
                  <a:cubicBezTo>
                    <a:pt x="38813" y="851"/>
                    <a:pt x="38884" y="980"/>
                    <a:pt x="38834" y="980"/>
                  </a:cubicBezTo>
                  <a:cubicBezTo>
                    <a:pt x="38820" y="980"/>
                    <a:pt x="38796" y="970"/>
                    <a:pt x="38755" y="943"/>
                  </a:cubicBezTo>
                  <a:cubicBezTo>
                    <a:pt x="38710" y="927"/>
                    <a:pt x="38672" y="912"/>
                    <a:pt x="38638" y="912"/>
                  </a:cubicBezTo>
                  <a:cubicBezTo>
                    <a:pt x="38603" y="912"/>
                    <a:pt x="38573" y="927"/>
                    <a:pt x="38543" y="973"/>
                  </a:cubicBezTo>
                  <a:lnTo>
                    <a:pt x="38543" y="1064"/>
                  </a:lnTo>
                  <a:lnTo>
                    <a:pt x="38543" y="1095"/>
                  </a:lnTo>
                  <a:cubicBezTo>
                    <a:pt x="38543" y="1106"/>
                    <a:pt x="38539" y="1111"/>
                    <a:pt x="38534" y="1111"/>
                  </a:cubicBezTo>
                  <a:cubicBezTo>
                    <a:pt x="38511" y="1111"/>
                    <a:pt x="38451" y="1028"/>
                    <a:pt x="38451" y="1003"/>
                  </a:cubicBezTo>
                  <a:cubicBezTo>
                    <a:pt x="38421" y="943"/>
                    <a:pt x="38360" y="912"/>
                    <a:pt x="38299" y="882"/>
                  </a:cubicBezTo>
                  <a:lnTo>
                    <a:pt x="38239" y="882"/>
                  </a:lnTo>
                  <a:lnTo>
                    <a:pt x="38117" y="973"/>
                  </a:lnTo>
                  <a:cubicBezTo>
                    <a:pt x="38087" y="912"/>
                    <a:pt x="38026" y="851"/>
                    <a:pt x="37965" y="791"/>
                  </a:cubicBezTo>
                  <a:lnTo>
                    <a:pt x="37935" y="760"/>
                  </a:lnTo>
                  <a:lnTo>
                    <a:pt x="37844" y="699"/>
                  </a:lnTo>
                  <a:cubicBezTo>
                    <a:pt x="37752" y="791"/>
                    <a:pt x="37388" y="821"/>
                    <a:pt x="37296" y="821"/>
                  </a:cubicBezTo>
                  <a:cubicBezTo>
                    <a:pt x="37144" y="851"/>
                    <a:pt x="37023" y="912"/>
                    <a:pt x="36932" y="1034"/>
                  </a:cubicBezTo>
                  <a:cubicBezTo>
                    <a:pt x="36922" y="1054"/>
                    <a:pt x="36908" y="1064"/>
                    <a:pt x="36893" y="1064"/>
                  </a:cubicBezTo>
                  <a:cubicBezTo>
                    <a:pt x="36864" y="1064"/>
                    <a:pt x="36830" y="1024"/>
                    <a:pt x="36810" y="943"/>
                  </a:cubicBezTo>
                  <a:lnTo>
                    <a:pt x="36719" y="912"/>
                  </a:lnTo>
                  <a:cubicBezTo>
                    <a:pt x="36658" y="851"/>
                    <a:pt x="36537" y="821"/>
                    <a:pt x="36445" y="821"/>
                  </a:cubicBezTo>
                  <a:cubicBezTo>
                    <a:pt x="36272" y="879"/>
                    <a:pt x="36098" y="900"/>
                    <a:pt x="35933" y="900"/>
                  </a:cubicBezTo>
                  <a:cubicBezTo>
                    <a:pt x="35837" y="900"/>
                    <a:pt x="35744" y="893"/>
                    <a:pt x="35655" y="882"/>
                  </a:cubicBezTo>
                  <a:lnTo>
                    <a:pt x="35503" y="882"/>
                  </a:lnTo>
                  <a:cubicBezTo>
                    <a:pt x="35381" y="943"/>
                    <a:pt x="35230" y="1247"/>
                    <a:pt x="35351" y="1277"/>
                  </a:cubicBezTo>
                  <a:cubicBezTo>
                    <a:pt x="35473" y="1338"/>
                    <a:pt x="35473" y="1368"/>
                    <a:pt x="35351" y="1399"/>
                  </a:cubicBezTo>
                  <a:lnTo>
                    <a:pt x="35260" y="1459"/>
                  </a:lnTo>
                  <a:lnTo>
                    <a:pt x="35017" y="1550"/>
                  </a:lnTo>
                  <a:cubicBezTo>
                    <a:pt x="34895" y="1490"/>
                    <a:pt x="34743" y="1399"/>
                    <a:pt x="34652" y="1307"/>
                  </a:cubicBezTo>
                  <a:lnTo>
                    <a:pt x="34652" y="1277"/>
                  </a:lnTo>
                  <a:lnTo>
                    <a:pt x="34652" y="1247"/>
                  </a:lnTo>
                  <a:cubicBezTo>
                    <a:pt x="34662" y="1247"/>
                    <a:pt x="34713" y="1250"/>
                    <a:pt x="34777" y="1250"/>
                  </a:cubicBezTo>
                  <a:cubicBezTo>
                    <a:pt x="34905" y="1250"/>
                    <a:pt x="35088" y="1236"/>
                    <a:pt x="35108" y="1155"/>
                  </a:cubicBezTo>
                  <a:cubicBezTo>
                    <a:pt x="35138" y="1095"/>
                    <a:pt x="35169" y="1034"/>
                    <a:pt x="35230" y="973"/>
                  </a:cubicBezTo>
                  <a:cubicBezTo>
                    <a:pt x="35230" y="973"/>
                    <a:pt x="35230" y="943"/>
                    <a:pt x="35199" y="882"/>
                  </a:cubicBezTo>
                  <a:lnTo>
                    <a:pt x="35169" y="882"/>
                  </a:lnTo>
                  <a:lnTo>
                    <a:pt x="35017" y="851"/>
                  </a:lnTo>
                  <a:cubicBezTo>
                    <a:pt x="34865" y="851"/>
                    <a:pt x="34713" y="882"/>
                    <a:pt x="34591" y="943"/>
                  </a:cubicBezTo>
                  <a:cubicBezTo>
                    <a:pt x="34561" y="1034"/>
                    <a:pt x="34530" y="1095"/>
                    <a:pt x="34530" y="1155"/>
                  </a:cubicBezTo>
                  <a:lnTo>
                    <a:pt x="34439" y="1095"/>
                  </a:lnTo>
                  <a:cubicBezTo>
                    <a:pt x="34378" y="1064"/>
                    <a:pt x="34318" y="1034"/>
                    <a:pt x="34318" y="1003"/>
                  </a:cubicBezTo>
                  <a:lnTo>
                    <a:pt x="34318" y="973"/>
                  </a:lnTo>
                  <a:cubicBezTo>
                    <a:pt x="34348" y="912"/>
                    <a:pt x="34318" y="912"/>
                    <a:pt x="34257" y="912"/>
                  </a:cubicBezTo>
                  <a:lnTo>
                    <a:pt x="34226" y="943"/>
                  </a:lnTo>
                  <a:lnTo>
                    <a:pt x="34166" y="973"/>
                  </a:lnTo>
                  <a:cubicBezTo>
                    <a:pt x="34155" y="983"/>
                    <a:pt x="34135" y="987"/>
                    <a:pt x="34109" y="987"/>
                  </a:cubicBezTo>
                  <a:cubicBezTo>
                    <a:pt x="33993" y="987"/>
                    <a:pt x="33752" y="908"/>
                    <a:pt x="33628" y="908"/>
                  </a:cubicBezTo>
                  <a:cubicBezTo>
                    <a:pt x="33613" y="908"/>
                    <a:pt x="33599" y="909"/>
                    <a:pt x="33588" y="912"/>
                  </a:cubicBezTo>
                  <a:lnTo>
                    <a:pt x="33284" y="973"/>
                  </a:lnTo>
                  <a:lnTo>
                    <a:pt x="32950" y="973"/>
                  </a:lnTo>
                  <a:lnTo>
                    <a:pt x="32798" y="1034"/>
                  </a:lnTo>
                  <a:lnTo>
                    <a:pt x="32707" y="1034"/>
                  </a:lnTo>
                  <a:cubicBezTo>
                    <a:pt x="32692" y="1044"/>
                    <a:pt x="32676" y="1048"/>
                    <a:pt x="32658" y="1048"/>
                  </a:cubicBezTo>
                  <a:cubicBezTo>
                    <a:pt x="32569" y="1048"/>
                    <a:pt x="32454" y="933"/>
                    <a:pt x="32403" y="882"/>
                  </a:cubicBezTo>
                  <a:cubicBezTo>
                    <a:pt x="32395" y="867"/>
                    <a:pt x="32381" y="861"/>
                    <a:pt x="32363" y="861"/>
                  </a:cubicBezTo>
                  <a:cubicBezTo>
                    <a:pt x="32306" y="861"/>
                    <a:pt x="32213" y="919"/>
                    <a:pt x="32190" y="943"/>
                  </a:cubicBezTo>
                  <a:cubicBezTo>
                    <a:pt x="32068" y="1034"/>
                    <a:pt x="31977" y="1095"/>
                    <a:pt x="31856" y="1155"/>
                  </a:cubicBezTo>
                  <a:lnTo>
                    <a:pt x="31734" y="1003"/>
                  </a:lnTo>
                  <a:cubicBezTo>
                    <a:pt x="31704" y="988"/>
                    <a:pt x="31681" y="981"/>
                    <a:pt x="31658" y="981"/>
                  </a:cubicBezTo>
                  <a:cubicBezTo>
                    <a:pt x="31635" y="981"/>
                    <a:pt x="31612" y="988"/>
                    <a:pt x="31582" y="1003"/>
                  </a:cubicBezTo>
                  <a:lnTo>
                    <a:pt x="31308" y="1125"/>
                  </a:lnTo>
                  <a:cubicBezTo>
                    <a:pt x="31187" y="1034"/>
                    <a:pt x="31005" y="973"/>
                    <a:pt x="30822" y="973"/>
                  </a:cubicBezTo>
                  <a:cubicBezTo>
                    <a:pt x="30731" y="973"/>
                    <a:pt x="30640" y="973"/>
                    <a:pt x="30579" y="943"/>
                  </a:cubicBezTo>
                  <a:lnTo>
                    <a:pt x="30518" y="1003"/>
                  </a:lnTo>
                  <a:cubicBezTo>
                    <a:pt x="30457" y="1064"/>
                    <a:pt x="30457" y="1125"/>
                    <a:pt x="30397" y="1186"/>
                  </a:cubicBezTo>
                  <a:lnTo>
                    <a:pt x="30366" y="1216"/>
                  </a:lnTo>
                  <a:cubicBezTo>
                    <a:pt x="30305" y="1216"/>
                    <a:pt x="30275" y="1186"/>
                    <a:pt x="30275" y="1155"/>
                  </a:cubicBezTo>
                  <a:lnTo>
                    <a:pt x="30275" y="1064"/>
                  </a:lnTo>
                  <a:cubicBezTo>
                    <a:pt x="30275" y="1034"/>
                    <a:pt x="30214" y="973"/>
                    <a:pt x="30153" y="973"/>
                  </a:cubicBezTo>
                  <a:lnTo>
                    <a:pt x="30123" y="1003"/>
                  </a:lnTo>
                  <a:lnTo>
                    <a:pt x="30032" y="1034"/>
                  </a:lnTo>
                  <a:cubicBezTo>
                    <a:pt x="29971" y="1064"/>
                    <a:pt x="29903" y="1079"/>
                    <a:pt x="29834" y="1079"/>
                  </a:cubicBezTo>
                  <a:cubicBezTo>
                    <a:pt x="29766" y="1079"/>
                    <a:pt x="29697" y="1064"/>
                    <a:pt x="29637" y="1034"/>
                  </a:cubicBezTo>
                  <a:lnTo>
                    <a:pt x="29606" y="1034"/>
                  </a:lnTo>
                  <a:lnTo>
                    <a:pt x="29485" y="943"/>
                  </a:lnTo>
                  <a:cubicBezTo>
                    <a:pt x="29363" y="973"/>
                    <a:pt x="29181" y="1064"/>
                    <a:pt x="29181" y="1095"/>
                  </a:cubicBezTo>
                  <a:cubicBezTo>
                    <a:pt x="29181" y="1155"/>
                    <a:pt x="29120" y="1216"/>
                    <a:pt x="29059" y="1247"/>
                  </a:cubicBezTo>
                  <a:cubicBezTo>
                    <a:pt x="28998" y="1186"/>
                    <a:pt x="28968" y="1095"/>
                    <a:pt x="28907" y="1064"/>
                  </a:cubicBezTo>
                  <a:lnTo>
                    <a:pt x="28846" y="1003"/>
                  </a:lnTo>
                  <a:cubicBezTo>
                    <a:pt x="28755" y="1003"/>
                    <a:pt x="28664" y="973"/>
                    <a:pt x="28573" y="973"/>
                  </a:cubicBezTo>
                  <a:lnTo>
                    <a:pt x="28482" y="1034"/>
                  </a:lnTo>
                  <a:lnTo>
                    <a:pt x="28390" y="1095"/>
                  </a:lnTo>
                  <a:cubicBezTo>
                    <a:pt x="28238" y="1095"/>
                    <a:pt x="28056" y="1095"/>
                    <a:pt x="27904" y="1064"/>
                  </a:cubicBezTo>
                  <a:cubicBezTo>
                    <a:pt x="27894" y="1059"/>
                    <a:pt x="27881" y="1056"/>
                    <a:pt x="27868" y="1056"/>
                  </a:cubicBezTo>
                  <a:cubicBezTo>
                    <a:pt x="27802" y="1056"/>
                    <a:pt x="27701" y="1115"/>
                    <a:pt x="27600" y="1216"/>
                  </a:cubicBezTo>
                  <a:lnTo>
                    <a:pt x="27570" y="1095"/>
                  </a:lnTo>
                  <a:cubicBezTo>
                    <a:pt x="27550" y="1035"/>
                    <a:pt x="27530" y="989"/>
                    <a:pt x="27477" y="989"/>
                  </a:cubicBezTo>
                  <a:cubicBezTo>
                    <a:pt x="27448" y="989"/>
                    <a:pt x="27410" y="1002"/>
                    <a:pt x="27357" y="1034"/>
                  </a:cubicBezTo>
                  <a:lnTo>
                    <a:pt x="27296" y="1064"/>
                  </a:lnTo>
                  <a:cubicBezTo>
                    <a:pt x="27226" y="1064"/>
                    <a:pt x="27030" y="974"/>
                    <a:pt x="26943" y="974"/>
                  </a:cubicBezTo>
                  <a:cubicBezTo>
                    <a:pt x="26917" y="974"/>
                    <a:pt x="26901" y="982"/>
                    <a:pt x="26901" y="1003"/>
                  </a:cubicBezTo>
                  <a:cubicBezTo>
                    <a:pt x="26901" y="1095"/>
                    <a:pt x="26779" y="1095"/>
                    <a:pt x="26719" y="1095"/>
                  </a:cubicBezTo>
                  <a:cubicBezTo>
                    <a:pt x="26597" y="1155"/>
                    <a:pt x="26506" y="1186"/>
                    <a:pt x="26384" y="1216"/>
                  </a:cubicBezTo>
                  <a:cubicBezTo>
                    <a:pt x="26293" y="1216"/>
                    <a:pt x="26050" y="1095"/>
                    <a:pt x="25959" y="1095"/>
                  </a:cubicBezTo>
                  <a:cubicBezTo>
                    <a:pt x="25868" y="1095"/>
                    <a:pt x="25412" y="1247"/>
                    <a:pt x="25229" y="1247"/>
                  </a:cubicBezTo>
                  <a:cubicBezTo>
                    <a:pt x="24956" y="1186"/>
                    <a:pt x="24713" y="1186"/>
                    <a:pt x="24439" y="1186"/>
                  </a:cubicBezTo>
                  <a:cubicBezTo>
                    <a:pt x="24384" y="1213"/>
                    <a:pt x="24324" y="1228"/>
                    <a:pt x="24273" y="1228"/>
                  </a:cubicBezTo>
                  <a:cubicBezTo>
                    <a:pt x="24212" y="1228"/>
                    <a:pt x="24165" y="1206"/>
                    <a:pt x="24165" y="1155"/>
                  </a:cubicBezTo>
                  <a:lnTo>
                    <a:pt x="24165" y="1095"/>
                  </a:lnTo>
                  <a:cubicBezTo>
                    <a:pt x="24013" y="1155"/>
                    <a:pt x="23862" y="1216"/>
                    <a:pt x="23679" y="1277"/>
                  </a:cubicBezTo>
                  <a:cubicBezTo>
                    <a:pt x="23588" y="1277"/>
                    <a:pt x="23466" y="1247"/>
                    <a:pt x="23375" y="1216"/>
                  </a:cubicBezTo>
                  <a:lnTo>
                    <a:pt x="23284" y="1277"/>
                  </a:lnTo>
                  <a:lnTo>
                    <a:pt x="23102" y="1429"/>
                  </a:lnTo>
                  <a:cubicBezTo>
                    <a:pt x="23010" y="1368"/>
                    <a:pt x="22889" y="1368"/>
                    <a:pt x="22798" y="1368"/>
                  </a:cubicBezTo>
                  <a:cubicBezTo>
                    <a:pt x="22767" y="1399"/>
                    <a:pt x="22737" y="1459"/>
                    <a:pt x="22737" y="1490"/>
                  </a:cubicBezTo>
                  <a:cubicBezTo>
                    <a:pt x="22706" y="1550"/>
                    <a:pt x="22737" y="1733"/>
                    <a:pt x="22706" y="1794"/>
                  </a:cubicBezTo>
                  <a:cubicBezTo>
                    <a:pt x="22706" y="1815"/>
                    <a:pt x="22615" y="1837"/>
                    <a:pt x="22497" y="1837"/>
                  </a:cubicBezTo>
                  <a:cubicBezTo>
                    <a:pt x="22449" y="1837"/>
                    <a:pt x="22395" y="1833"/>
                    <a:pt x="22342" y="1824"/>
                  </a:cubicBezTo>
                  <a:lnTo>
                    <a:pt x="22159" y="1824"/>
                  </a:lnTo>
                  <a:lnTo>
                    <a:pt x="22007" y="1794"/>
                  </a:lnTo>
                  <a:cubicBezTo>
                    <a:pt x="21855" y="1794"/>
                    <a:pt x="21703" y="1794"/>
                    <a:pt x="21551" y="1824"/>
                  </a:cubicBezTo>
                  <a:cubicBezTo>
                    <a:pt x="21527" y="1824"/>
                    <a:pt x="21474" y="1819"/>
                    <a:pt x="21416" y="1819"/>
                  </a:cubicBezTo>
                  <a:cubicBezTo>
                    <a:pt x="21330" y="1819"/>
                    <a:pt x="21235" y="1830"/>
                    <a:pt x="21217" y="1885"/>
                  </a:cubicBezTo>
                  <a:cubicBezTo>
                    <a:pt x="21217" y="1929"/>
                    <a:pt x="21136" y="1958"/>
                    <a:pt x="21080" y="1958"/>
                  </a:cubicBezTo>
                  <a:cubicBezTo>
                    <a:pt x="21060" y="1958"/>
                    <a:pt x="21043" y="1954"/>
                    <a:pt x="21035" y="1946"/>
                  </a:cubicBezTo>
                  <a:cubicBezTo>
                    <a:pt x="21035" y="1915"/>
                    <a:pt x="20913" y="1915"/>
                    <a:pt x="20883" y="1885"/>
                  </a:cubicBezTo>
                  <a:cubicBezTo>
                    <a:pt x="20883" y="1854"/>
                    <a:pt x="20883" y="1642"/>
                    <a:pt x="20822" y="1642"/>
                  </a:cubicBezTo>
                  <a:cubicBezTo>
                    <a:pt x="20700" y="1611"/>
                    <a:pt x="20609" y="1581"/>
                    <a:pt x="20518" y="1520"/>
                  </a:cubicBezTo>
                  <a:lnTo>
                    <a:pt x="20366" y="1490"/>
                  </a:lnTo>
                  <a:lnTo>
                    <a:pt x="20305" y="1490"/>
                  </a:lnTo>
                  <a:cubicBezTo>
                    <a:pt x="20298" y="1482"/>
                    <a:pt x="20288" y="1479"/>
                    <a:pt x="20277" y="1479"/>
                  </a:cubicBezTo>
                  <a:cubicBezTo>
                    <a:pt x="20195" y="1479"/>
                    <a:pt x="20024" y="1653"/>
                    <a:pt x="19971" y="1733"/>
                  </a:cubicBezTo>
                  <a:cubicBezTo>
                    <a:pt x="19921" y="1808"/>
                    <a:pt x="19850" y="1862"/>
                    <a:pt x="19810" y="1862"/>
                  </a:cubicBezTo>
                  <a:cubicBezTo>
                    <a:pt x="19801" y="1862"/>
                    <a:pt x="19794" y="1860"/>
                    <a:pt x="19788" y="1854"/>
                  </a:cubicBezTo>
                  <a:lnTo>
                    <a:pt x="19728" y="1824"/>
                  </a:lnTo>
                  <a:lnTo>
                    <a:pt x="19545" y="1763"/>
                  </a:lnTo>
                  <a:cubicBezTo>
                    <a:pt x="19424" y="1854"/>
                    <a:pt x="19333" y="1915"/>
                    <a:pt x="19211" y="1976"/>
                  </a:cubicBezTo>
                  <a:cubicBezTo>
                    <a:pt x="19205" y="1982"/>
                    <a:pt x="19198" y="1984"/>
                    <a:pt x="19191" y="1984"/>
                  </a:cubicBezTo>
                  <a:cubicBezTo>
                    <a:pt x="19158" y="1984"/>
                    <a:pt x="19114" y="1940"/>
                    <a:pt x="19089" y="1915"/>
                  </a:cubicBezTo>
                  <a:lnTo>
                    <a:pt x="19120" y="1854"/>
                  </a:lnTo>
                  <a:lnTo>
                    <a:pt x="19150" y="1824"/>
                  </a:lnTo>
                  <a:cubicBezTo>
                    <a:pt x="19211" y="1763"/>
                    <a:pt x="19272" y="1672"/>
                    <a:pt x="19302" y="1581"/>
                  </a:cubicBezTo>
                  <a:lnTo>
                    <a:pt x="19120" y="1490"/>
                  </a:lnTo>
                  <a:lnTo>
                    <a:pt x="19089" y="1490"/>
                  </a:lnTo>
                  <a:cubicBezTo>
                    <a:pt x="19087" y="1487"/>
                    <a:pt x="19084" y="1486"/>
                    <a:pt x="19080" y="1486"/>
                  </a:cubicBezTo>
                  <a:cubicBezTo>
                    <a:pt x="19028" y="1486"/>
                    <a:pt x="18842" y="1649"/>
                    <a:pt x="18785" y="1733"/>
                  </a:cubicBezTo>
                  <a:cubicBezTo>
                    <a:pt x="18694" y="1854"/>
                    <a:pt x="18603" y="1946"/>
                    <a:pt x="18512" y="2037"/>
                  </a:cubicBezTo>
                  <a:lnTo>
                    <a:pt x="18269" y="2037"/>
                  </a:lnTo>
                  <a:cubicBezTo>
                    <a:pt x="18178" y="2037"/>
                    <a:pt x="18117" y="1915"/>
                    <a:pt x="18147" y="1854"/>
                  </a:cubicBezTo>
                  <a:cubicBezTo>
                    <a:pt x="18147" y="1824"/>
                    <a:pt x="18026" y="1672"/>
                    <a:pt x="17934" y="1611"/>
                  </a:cubicBezTo>
                  <a:cubicBezTo>
                    <a:pt x="17924" y="1601"/>
                    <a:pt x="17908" y="1597"/>
                    <a:pt x="17888" y="1597"/>
                  </a:cubicBezTo>
                  <a:cubicBezTo>
                    <a:pt x="17787" y="1597"/>
                    <a:pt x="17580" y="1702"/>
                    <a:pt x="17478" y="1702"/>
                  </a:cubicBezTo>
                  <a:cubicBezTo>
                    <a:pt x="17296" y="1702"/>
                    <a:pt x="17114" y="1733"/>
                    <a:pt x="16931" y="1733"/>
                  </a:cubicBezTo>
                  <a:cubicBezTo>
                    <a:pt x="16779" y="1794"/>
                    <a:pt x="16658" y="1824"/>
                    <a:pt x="16506" y="1854"/>
                  </a:cubicBezTo>
                  <a:lnTo>
                    <a:pt x="16232" y="1854"/>
                  </a:lnTo>
                  <a:lnTo>
                    <a:pt x="16171" y="1794"/>
                  </a:lnTo>
                  <a:cubicBezTo>
                    <a:pt x="16149" y="1783"/>
                    <a:pt x="16119" y="1775"/>
                    <a:pt x="16083" y="1775"/>
                  </a:cubicBezTo>
                  <a:cubicBezTo>
                    <a:pt x="16022" y="1775"/>
                    <a:pt x="15945" y="1797"/>
                    <a:pt x="15867" y="1854"/>
                  </a:cubicBezTo>
                  <a:cubicBezTo>
                    <a:pt x="15784" y="1799"/>
                    <a:pt x="15715" y="1777"/>
                    <a:pt x="15655" y="1777"/>
                  </a:cubicBezTo>
                  <a:cubicBezTo>
                    <a:pt x="15517" y="1777"/>
                    <a:pt x="15426" y="1891"/>
                    <a:pt x="15320" y="1976"/>
                  </a:cubicBezTo>
                  <a:lnTo>
                    <a:pt x="15077" y="2158"/>
                  </a:lnTo>
                  <a:cubicBezTo>
                    <a:pt x="15002" y="2137"/>
                    <a:pt x="14926" y="2127"/>
                    <a:pt x="14858" y="2127"/>
                  </a:cubicBezTo>
                  <a:cubicBezTo>
                    <a:pt x="14733" y="2127"/>
                    <a:pt x="14630" y="2160"/>
                    <a:pt x="14591" y="2219"/>
                  </a:cubicBezTo>
                  <a:lnTo>
                    <a:pt x="14591" y="2310"/>
                  </a:lnTo>
                  <a:lnTo>
                    <a:pt x="14591" y="2371"/>
                  </a:lnTo>
                  <a:cubicBezTo>
                    <a:pt x="14591" y="2446"/>
                    <a:pt x="14529" y="2501"/>
                    <a:pt x="14456" y="2501"/>
                  </a:cubicBezTo>
                  <a:cubicBezTo>
                    <a:pt x="14441" y="2501"/>
                    <a:pt x="14425" y="2498"/>
                    <a:pt x="14408" y="2493"/>
                  </a:cubicBezTo>
                  <a:cubicBezTo>
                    <a:pt x="14317" y="2462"/>
                    <a:pt x="14226" y="2462"/>
                    <a:pt x="14135" y="2462"/>
                  </a:cubicBezTo>
                  <a:lnTo>
                    <a:pt x="14044" y="2462"/>
                  </a:lnTo>
                  <a:cubicBezTo>
                    <a:pt x="13983" y="2462"/>
                    <a:pt x="13922" y="2614"/>
                    <a:pt x="13892" y="2614"/>
                  </a:cubicBezTo>
                  <a:cubicBezTo>
                    <a:pt x="13770" y="2584"/>
                    <a:pt x="13679" y="2554"/>
                    <a:pt x="13588" y="2523"/>
                  </a:cubicBezTo>
                  <a:lnTo>
                    <a:pt x="13527" y="2523"/>
                  </a:lnTo>
                  <a:cubicBezTo>
                    <a:pt x="13523" y="2519"/>
                    <a:pt x="13519" y="2517"/>
                    <a:pt x="13515" y="2517"/>
                  </a:cubicBezTo>
                  <a:cubicBezTo>
                    <a:pt x="13489" y="2517"/>
                    <a:pt x="13466" y="2592"/>
                    <a:pt x="13466" y="2645"/>
                  </a:cubicBezTo>
                  <a:cubicBezTo>
                    <a:pt x="13466" y="2689"/>
                    <a:pt x="13401" y="2717"/>
                    <a:pt x="13318" y="2717"/>
                  </a:cubicBezTo>
                  <a:cubicBezTo>
                    <a:pt x="13288" y="2717"/>
                    <a:pt x="13256" y="2714"/>
                    <a:pt x="13223" y="2706"/>
                  </a:cubicBezTo>
                  <a:lnTo>
                    <a:pt x="13162" y="2675"/>
                  </a:lnTo>
                  <a:lnTo>
                    <a:pt x="13071" y="2645"/>
                  </a:lnTo>
                  <a:cubicBezTo>
                    <a:pt x="12980" y="2614"/>
                    <a:pt x="12889" y="2584"/>
                    <a:pt x="12797" y="2523"/>
                  </a:cubicBezTo>
                  <a:cubicBezTo>
                    <a:pt x="12797" y="2518"/>
                    <a:pt x="12795" y="2515"/>
                    <a:pt x="12790" y="2515"/>
                  </a:cubicBezTo>
                  <a:cubicBezTo>
                    <a:pt x="12768" y="2515"/>
                    <a:pt x="12701" y="2574"/>
                    <a:pt x="12676" y="2675"/>
                  </a:cubicBezTo>
                  <a:lnTo>
                    <a:pt x="12554" y="2766"/>
                  </a:lnTo>
                  <a:lnTo>
                    <a:pt x="12463" y="2827"/>
                  </a:lnTo>
                  <a:cubicBezTo>
                    <a:pt x="12428" y="2916"/>
                    <a:pt x="12382" y="2963"/>
                    <a:pt x="12344" y="2963"/>
                  </a:cubicBezTo>
                  <a:cubicBezTo>
                    <a:pt x="12317" y="2963"/>
                    <a:pt x="12293" y="2939"/>
                    <a:pt x="12281" y="2888"/>
                  </a:cubicBezTo>
                  <a:lnTo>
                    <a:pt x="12220" y="2797"/>
                  </a:lnTo>
                  <a:lnTo>
                    <a:pt x="12220" y="2766"/>
                  </a:lnTo>
                  <a:cubicBezTo>
                    <a:pt x="12190" y="2751"/>
                    <a:pt x="12159" y="2744"/>
                    <a:pt x="12129" y="2744"/>
                  </a:cubicBezTo>
                  <a:cubicBezTo>
                    <a:pt x="12098" y="2744"/>
                    <a:pt x="12068" y="2751"/>
                    <a:pt x="12038" y="2766"/>
                  </a:cubicBezTo>
                  <a:lnTo>
                    <a:pt x="12038" y="2797"/>
                  </a:lnTo>
                  <a:lnTo>
                    <a:pt x="12038" y="2918"/>
                  </a:lnTo>
                  <a:cubicBezTo>
                    <a:pt x="12068" y="3009"/>
                    <a:pt x="12068" y="3131"/>
                    <a:pt x="12068" y="3222"/>
                  </a:cubicBezTo>
                  <a:cubicBezTo>
                    <a:pt x="11977" y="3131"/>
                    <a:pt x="11916" y="3040"/>
                    <a:pt x="11855" y="2949"/>
                  </a:cubicBezTo>
                  <a:cubicBezTo>
                    <a:pt x="11817" y="2891"/>
                    <a:pt x="11766" y="2870"/>
                    <a:pt x="11711" y="2870"/>
                  </a:cubicBezTo>
                  <a:cubicBezTo>
                    <a:pt x="11679" y="2870"/>
                    <a:pt x="11645" y="2877"/>
                    <a:pt x="11612" y="2888"/>
                  </a:cubicBezTo>
                  <a:cubicBezTo>
                    <a:pt x="11603" y="2897"/>
                    <a:pt x="11586" y="2900"/>
                    <a:pt x="11566" y="2900"/>
                  </a:cubicBezTo>
                  <a:cubicBezTo>
                    <a:pt x="11518" y="2900"/>
                    <a:pt x="11451" y="2879"/>
                    <a:pt x="11430" y="2857"/>
                  </a:cubicBezTo>
                  <a:cubicBezTo>
                    <a:pt x="11421" y="2849"/>
                    <a:pt x="11399" y="2845"/>
                    <a:pt x="11371" y="2845"/>
                  </a:cubicBezTo>
                  <a:cubicBezTo>
                    <a:pt x="11305" y="2845"/>
                    <a:pt x="11208" y="2866"/>
                    <a:pt x="11187" y="2888"/>
                  </a:cubicBezTo>
                  <a:cubicBezTo>
                    <a:pt x="11156" y="2888"/>
                    <a:pt x="11126" y="2949"/>
                    <a:pt x="11156" y="2949"/>
                  </a:cubicBezTo>
                  <a:lnTo>
                    <a:pt x="11156" y="2979"/>
                  </a:lnTo>
                  <a:cubicBezTo>
                    <a:pt x="11156" y="2979"/>
                    <a:pt x="11156" y="3009"/>
                    <a:pt x="11156" y="3040"/>
                  </a:cubicBezTo>
                  <a:cubicBezTo>
                    <a:pt x="11095" y="3070"/>
                    <a:pt x="11065" y="3070"/>
                    <a:pt x="11004" y="3101"/>
                  </a:cubicBezTo>
                  <a:lnTo>
                    <a:pt x="10974" y="3101"/>
                  </a:lnTo>
                  <a:cubicBezTo>
                    <a:pt x="10967" y="3097"/>
                    <a:pt x="10955" y="3096"/>
                    <a:pt x="10939" y="3096"/>
                  </a:cubicBezTo>
                  <a:cubicBezTo>
                    <a:pt x="10830" y="3096"/>
                    <a:pt x="10528" y="3166"/>
                    <a:pt x="10346" y="3166"/>
                  </a:cubicBezTo>
                  <a:cubicBezTo>
                    <a:pt x="10319" y="3166"/>
                    <a:pt x="10295" y="3165"/>
                    <a:pt x="10275" y="3161"/>
                  </a:cubicBezTo>
                  <a:lnTo>
                    <a:pt x="9940" y="3101"/>
                  </a:lnTo>
                  <a:cubicBezTo>
                    <a:pt x="9910" y="3131"/>
                    <a:pt x="9849" y="3192"/>
                    <a:pt x="9849" y="3192"/>
                  </a:cubicBezTo>
                  <a:cubicBezTo>
                    <a:pt x="9910" y="3222"/>
                    <a:pt x="9940" y="3253"/>
                    <a:pt x="10001" y="3283"/>
                  </a:cubicBezTo>
                  <a:cubicBezTo>
                    <a:pt x="10050" y="3283"/>
                    <a:pt x="10079" y="3205"/>
                    <a:pt x="10120" y="3205"/>
                  </a:cubicBezTo>
                  <a:cubicBezTo>
                    <a:pt x="10130" y="3205"/>
                    <a:pt x="10141" y="3210"/>
                    <a:pt x="10153" y="3222"/>
                  </a:cubicBezTo>
                  <a:cubicBezTo>
                    <a:pt x="10183" y="3283"/>
                    <a:pt x="10244" y="3344"/>
                    <a:pt x="10244" y="3374"/>
                  </a:cubicBezTo>
                  <a:lnTo>
                    <a:pt x="10244" y="3435"/>
                  </a:lnTo>
                  <a:cubicBezTo>
                    <a:pt x="10153" y="3465"/>
                    <a:pt x="10305" y="3557"/>
                    <a:pt x="10396" y="3587"/>
                  </a:cubicBezTo>
                  <a:cubicBezTo>
                    <a:pt x="10487" y="3587"/>
                    <a:pt x="10579" y="3587"/>
                    <a:pt x="10579" y="3526"/>
                  </a:cubicBezTo>
                  <a:lnTo>
                    <a:pt x="10579" y="3496"/>
                  </a:lnTo>
                  <a:lnTo>
                    <a:pt x="10579" y="3435"/>
                  </a:lnTo>
                  <a:cubicBezTo>
                    <a:pt x="10548" y="3405"/>
                    <a:pt x="10670" y="3374"/>
                    <a:pt x="10731" y="3374"/>
                  </a:cubicBezTo>
                  <a:cubicBezTo>
                    <a:pt x="10791" y="3374"/>
                    <a:pt x="10822" y="3587"/>
                    <a:pt x="10791" y="3648"/>
                  </a:cubicBezTo>
                  <a:cubicBezTo>
                    <a:pt x="10791" y="3709"/>
                    <a:pt x="10670" y="3800"/>
                    <a:pt x="10518" y="3800"/>
                  </a:cubicBezTo>
                  <a:lnTo>
                    <a:pt x="10366" y="3709"/>
                  </a:lnTo>
                  <a:lnTo>
                    <a:pt x="10183" y="3617"/>
                  </a:lnTo>
                  <a:cubicBezTo>
                    <a:pt x="10031" y="3800"/>
                    <a:pt x="10062" y="3952"/>
                    <a:pt x="10092" y="3952"/>
                  </a:cubicBezTo>
                  <a:lnTo>
                    <a:pt x="10487" y="3952"/>
                  </a:lnTo>
                  <a:lnTo>
                    <a:pt x="10579" y="4073"/>
                  </a:lnTo>
                  <a:cubicBezTo>
                    <a:pt x="10639" y="4073"/>
                    <a:pt x="10639" y="4134"/>
                    <a:pt x="10639" y="4165"/>
                  </a:cubicBezTo>
                  <a:cubicBezTo>
                    <a:pt x="10670" y="4165"/>
                    <a:pt x="10731" y="4073"/>
                    <a:pt x="10731" y="4013"/>
                  </a:cubicBezTo>
                  <a:cubicBezTo>
                    <a:pt x="10731" y="3982"/>
                    <a:pt x="10883" y="3952"/>
                    <a:pt x="10943" y="3952"/>
                  </a:cubicBezTo>
                  <a:cubicBezTo>
                    <a:pt x="10974" y="3952"/>
                    <a:pt x="10974" y="4013"/>
                    <a:pt x="10974" y="4043"/>
                  </a:cubicBezTo>
                  <a:cubicBezTo>
                    <a:pt x="10974" y="4064"/>
                    <a:pt x="11075" y="4099"/>
                    <a:pt x="11148" y="4099"/>
                  </a:cubicBezTo>
                  <a:cubicBezTo>
                    <a:pt x="11181" y="4099"/>
                    <a:pt x="11207" y="4092"/>
                    <a:pt x="11217" y="4073"/>
                  </a:cubicBezTo>
                  <a:cubicBezTo>
                    <a:pt x="11232" y="4043"/>
                    <a:pt x="11270" y="4028"/>
                    <a:pt x="11312" y="4028"/>
                  </a:cubicBezTo>
                  <a:cubicBezTo>
                    <a:pt x="11354" y="4028"/>
                    <a:pt x="11399" y="4043"/>
                    <a:pt x="11430" y="4073"/>
                  </a:cubicBezTo>
                  <a:lnTo>
                    <a:pt x="11521" y="4104"/>
                  </a:lnTo>
                  <a:cubicBezTo>
                    <a:pt x="11538" y="4107"/>
                    <a:pt x="11552" y="4109"/>
                    <a:pt x="11564" y="4109"/>
                  </a:cubicBezTo>
                  <a:cubicBezTo>
                    <a:pt x="11661" y="4109"/>
                    <a:pt x="11619" y="4009"/>
                    <a:pt x="11673" y="3982"/>
                  </a:cubicBezTo>
                  <a:lnTo>
                    <a:pt x="11734" y="3952"/>
                  </a:lnTo>
                  <a:cubicBezTo>
                    <a:pt x="11825" y="3952"/>
                    <a:pt x="11946" y="3982"/>
                    <a:pt x="12038" y="4043"/>
                  </a:cubicBezTo>
                  <a:lnTo>
                    <a:pt x="12038" y="4134"/>
                  </a:lnTo>
                  <a:cubicBezTo>
                    <a:pt x="11946" y="4225"/>
                    <a:pt x="11825" y="4256"/>
                    <a:pt x="11703" y="4286"/>
                  </a:cubicBezTo>
                  <a:lnTo>
                    <a:pt x="11673" y="4286"/>
                  </a:lnTo>
                  <a:cubicBezTo>
                    <a:pt x="11642" y="4316"/>
                    <a:pt x="11582" y="4316"/>
                    <a:pt x="11551" y="4316"/>
                  </a:cubicBezTo>
                  <a:cubicBezTo>
                    <a:pt x="11460" y="4286"/>
                    <a:pt x="11399" y="4256"/>
                    <a:pt x="11308" y="4225"/>
                  </a:cubicBezTo>
                  <a:lnTo>
                    <a:pt x="11247" y="4225"/>
                  </a:lnTo>
                  <a:cubicBezTo>
                    <a:pt x="11231" y="4217"/>
                    <a:pt x="11215" y="4214"/>
                    <a:pt x="11199" y="4214"/>
                  </a:cubicBezTo>
                  <a:cubicBezTo>
                    <a:pt x="11094" y="4214"/>
                    <a:pt x="10992" y="4379"/>
                    <a:pt x="10913" y="4590"/>
                  </a:cubicBezTo>
                  <a:lnTo>
                    <a:pt x="11278" y="4712"/>
                  </a:lnTo>
                  <a:lnTo>
                    <a:pt x="11308" y="4712"/>
                  </a:lnTo>
                  <a:cubicBezTo>
                    <a:pt x="11308" y="4803"/>
                    <a:pt x="11399" y="4894"/>
                    <a:pt x="11490" y="4924"/>
                  </a:cubicBezTo>
                  <a:cubicBezTo>
                    <a:pt x="11521" y="4924"/>
                    <a:pt x="11551" y="4955"/>
                    <a:pt x="11521" y="5016"/>
                  </a:cubicBezTo>
                  <a:lnTo>
                    <a:pt x="11490" y="5076"/>
                  </a:lnTo>
                  <a:lnTo>
                    <a:pt x="11490" y="5107"/>
                  </a:lnTo>
                  <a:cubicBezTo>
                    <a:pt x="11582" y="5137"/>
                    <a:pt x="11665" y="5152"/>
                    <a:pt x="11745" y="5152"/>
                  </a:cubicBezTo>
                  <a:cubicBezTo>
                    <a:pt x="11825" y="5152"/>
                    <a:pt x="11901" y="5137"/>
                    <a:pt x="11977" y="5107"/>
                  </a:cubicBezTo>
                  <a:cubicBezTo>
                    <a:pt x="12098" y="5076"/>
                    <a:pt x="12159" y="4955"/>
                    <a:pt x="12068" y="4833"/>
                  </a:cubicBezTo>
                  <a:lnTo>
                    <a:pt x="12250" y="4803"/>
                  </a:lnTo>
                  <a:lnTo>
                    <a:pt x="12402" y="4772"/>
                  </a:lnTo>
                  <a:lnTo>
                    <a:pt x="12433" y="4772"/>
                  </a:lnTo>
                  <a:cubicBezTo>
                    <a:pt x="12463" y="4772"/>
                    <a:pt x="12494" y="4833"/>
                    <a:pt x="12463" y="4864"/>
                  </a:cubicBezTo>
                  <a:cubicBezTo>
                    <a:pt x="12463" y="4864"/>
                    <a:pt x="12433" y="4985"/>
                    <a:pt x="12402" y="5076"/>
                  </a:cubicBezTo>
                  <a:lnTo>
                    <a:pt x="12402" y="5137"/>
                  </a:lnTo>
                  <a:cubicBezTo>
                    <a:pt x="12418" y="5228"/>
                    <a:pt x="12463" y="5251"/>
                    <a:pt x="12516" y="5251"/>
                  </a:cubicBezTo>
                  <a:cubicBezTo>
                    <a:pt x="12570" y="5251"/>
                    <a:pt x="12630" y="5228"/>
                    <a:pt x="12676" y="5228"/>
                  </a:cubicBezTo>
                  <a:cubicBezTo>
                    <a:pt x="12706" y="5198"/>
                    <a:pt x="12706" y="5137"/>
                    <a:pt x="12706" y="5107"/>
                  </a:cubicBezTo>
                  <a:lnTo>
                    <a:pt x="12645" y="5107"/>
                  </a:lnTo>
                  <a:cubicBezTo>
                    <a:pt x="12494" y="5107"/>
                    <a:pt x="12494" y="5107"/>
                    <a:pt x="12524" y="5016"/>
                  </a:cubicBezTo>
                  <a:lnTo>
                    <a:pt x="12554" y="4985"/>
                  </a:lnTo>
                  <a:cubicBezTo>
                    <a:pt x="12562" y="4971"/>
                    <a:pt x="12581" y="4965"/>
                    <a:pt x="12608" y="4965"/>
                  </a:cubicBezTo>
                  <a:cubicBezTo>
                    <a:pt x="12691" y="4965"/>
                    <a:pt x="12842" y="5023"/>
                    <a:pt x="12889" y="5046"/>
                  </a:cubicBezTo>
                  <a:cubicBezTo>
                    <a:pt x="12980" y="5107"/>
                    <a:pt x="13071" y="5168"/>
                    <a:pt x="13193" y="5168"/>
                  </a:cubicBezTo>
                  <a:cubicBezTo>
                    <a:pt x="13284" y="5168"/>
                    <a:pt x="13345" y="5168"/>
                    <a:pt x="13436" y="5137"/>
                  </a:cubicBezTo>
                  <a:cubicBezTo>
                    <a:pt x="13557" y="5107"/>
                    <a:pt x="13679" y="5107"/>
                    <a:pt x="13801" y="5107"/>
                  </a:cubicBezTo>
                  <a:lnTo>
                    <a:pt x="13953" y="5198"/>
                  </a:lnTo>
                  <a:cubicBezTo>
                    <a:pt x="14036" y="5281"/>
                    <a:pt x="14119" y="5415"/>
                    <a:pt x="14294" y="5415"/>
                  </a:cubicBezTo>
                  <a:cubicBezTo>
                    <a:pt x="14311" y="5415"/>
                    <a:pt x="14329" y="5413"/>
                    <a:pt x="14348" y="5411"/>
                  </a:cubicBezTo>
                  <a:lnTo>
                    <a:pt x="15260" y="5411"/>
                  </a:lnTo>
                  <a:cubicBezTo>
                    <a:pt x="15412" y="5411"/>
                    <a:pt x="15563" y="5411"/>
                    <a:pt x="15715" y="5472"/>
                  </a:cubicBezTo>
                  <a:cubicBezTo>
                    <a:pt x="15733" y="5477"/>
                    <a:pt x="15754" y="5480"/>
                    <a:pt x="15777" y="5480"/>
                  </a:cubicBezTo>
                  <a:cubicBezTo>
                    <a:pt x="15874" y="5480"/>
                    <a:pt x="16012" y="5435"/>
                    <a:pt x="16111" y="5411"/>
                  </a:cubicBezTo>
                  <a:cubicBezTo>
                    <a:pt x="16141" y="5411"/>
                    <a:pt x="16179" y="5418"/>
                    <a:pt x="16213" y="5418"/>
                  </a:cubicBezTo>
                  <a:cubicBezTo>
                    <a:pt x="16247" y="5418"/>
                    <a:pt x="16278" y="5411"/>
                    <a:pt x="16293" y="5380"/>
                  </a:cubicBezTo>
                  <a:cubicBezTo>
                    <a:pt x="16319" y="5328"/>
                    <a:pt x="16323" y="5253"/>
                    <a:pt x="16402" y="5253"/>
                  </a:cubicBezTo>
                  <a:cubicBezTo>
                    <a:pt x="16414" y="5253"/>
                    <a:pt x="16428" y="5255"/>
                    <a:pt x="16445" y="5259"/>
                  </a:cubicBezTo>
                  <a:lnTo>
                    <a:pt x="16506" y="5259"/>
                  </a:lnTo>
                  <a:cubicBezTo>
                    <a:pt x="16567" y="5320"/>
                    <a:pt x="16567" y="5411"/>
                    <a:pt x="16506" y="5472"/>
                  </a:cubicBezTo>
                  <a:lnTo>
                    <a:pt x="16323" y="5472"/>
                  </a:lnTo>
                  <a:cubicBezTo>
                    <a:pt x="16232" y="5563"/>
                    <a:pt x="16141" y="5593"/>
                    <a:pt x="16050" y="5623"/>
                  </a:cubicBezTo>
                  <a:lnTo>
                    <a:pt x="15928" y="5623"/>
                  </a:lnTo>
                  <a:cubicBezTo>
                    <a:pt x="15920" y="5619"/>
                    <a:pt x="15911" y="5617"/>
                    <a:pt x="15902" y="5617"/>
                  </a:cubicBezTo>
                  <a:cubicBezTo>
                    <a:pt x="15844" y="5617"/>
                    <a:pt x="15776" y="5693"/>
                    <a:pt x="15776" y="5745"/>
                  </a:cubicBezTo>
                  <a:cubicBezTo>
                    <a:pt x="15776" y="5752"/>
                    <a:pt x="15768" y="5756"/>
                    <a:pt x="15752" y="5756"/>
                  </a:cubicBezTo>
                  <a:cubicBezTo>
                    <a:pt x="15703" y="5756"/>
                    <a:pt x="15581" y="5716"/>
                    <a:pt x="15442" y="5623"/>
                  </a:cubicBezTo>
                  <a:lnTo>
                    <a:pt x="15168" y="5775"/>
                  </a:lnTo>
                  <a:lnTo>
                    <a:pt x="14925" y="5775"/>
                  </a:lnTo>
                  <a:cubicBezTo>
                    <a:pt x="14773" y="5745"/>
                    <a:pt x="14621" y="5745"/>
                    <a:pt x="14469" y="5745"/>
                  </a:cubicBezTo>
                  <a:lnTo>
                    <a:pt x="14256" y="5745"/>
                  </a:lnTo>
                  <a:cubicBezTo>
                    <a:pt x="14211" y="5745"/>
                    <a:pt x="14135" y="5737"/>
                    <a:pt x="14063" y="5737"/>
                  </a:cubicBezTo>
                  <a:cubicBezTo>
                    <a:pt x="13991" y="5737"/>
                    <a:pt x="13922" y="5745"/>
                    <a:pt x="13892" y="5775"/>
                  </a:cubicBezTo>
                  <a:cubicBezTo>
                    <a:pt x="13831" y="5836"/>
                    <a:pt x="13770" y="5927"/>
                    <a:pt x="13709" y="5988"/>
                  </a:cubicBezTo>
                  <a:cubicBezTo>
                    <a:pt x="13649" y="5988"/>
                    <a:pt x="13466" y="5897"/>
                    <a:pt x="13436" y="5867"/>
                  </a:cubicBezTo>
                  <a:cubicBezTo>
                    <a:pt x="13284" y="5867"/>
                    <a:pt x="13162" y="5867"/>
                    <a:pt x="13041" y="5927"/>
                  </a:cubicBezTo>
                  <a:cubicBezTo>
                    <a:pt x="12980" y="5927"/>
                    <a:pt x="12889" y="5927"/>
                    <a:pt x="12858" y="5867"/>
                  </a:cubicBezTo>
                  <a:cubicBezTo>
                    <a:pt x="12858" y="5861"/>
                    <a:pt x="12854" y="5858"/>
                    <a:pt x="12846" y="5858"/>
                  </a:cubicBezTo>
                  <a:cubicBezTo>
                    <a:pt x="12815" y="5858"/>
                    <a:pt x="12731" y="5903"/>
                    <a:pt x="12706" y="5927"/>
                  </a:cubicBezTo>
                  <a:lnTo>
                    <a:pt x="12402" y="5927"/>
                  </a:lnTo>
                  <a:cubicBezTo>
                    <a:pt x="12281" y="5927"/>
                    <a:pt x="12129" y="5927"/>
                    <a:pt x="12007" y="5958"/>
                  </a:cubicBezTo>
                  <a:cubicBezTo>
                    <a:pt x="11931" y="5973"/>
                    <a:pt x="11855" y="5981"/>
                    <a:pt x="11779" y="5981"/>
                  </a:cubicBezTo>
                  <a:cubicBezTo>
                    <a:pt x="11703" y="5981"/>
                    <a:pt x="11627" y="5973"/>
                    <a:pt x="11551" y="5958"/>
                  </a:cubicBezTo>
                  <a:lnTo>
                    <a:pt x="11399" y="5958"/>
                  </a:lnTo>
                  <a:cubicBezTo>
                    <a:pt x="11247" y="5988"/>
                    <a:pt x="11095" y="6019"/>
                    <a:pt x="10974" y="6079"/>
                  </a:cubicBezTo>
                  <a:cubicBezTo>
                    <a:pt x="10913" y="6079"/>
                    <a:pt x="10913" y="6201"/>
                    <a:pt x="10852" y="6201"/>
                  </a:cubicBezTo>
                  <a:cubicBezTo>
                    <a:pt x="10831" y="6206"/>
                    <a:pt x="10813" y="6209"/>
                    <a:pt x="10798" y="6209"/>
                  </a:cubicBezTo>
                  <a:cubicBezTo>
                    <a:pt x="10731" y="6209"/>
                    <a:pt x="10731" y="6154"/>
                    <a:pt x="10731" y="6079"/>
                  </a:cubicBezTo>
                  <a:lnTo>
                    <a:pt x="10639" y="6079"/>
                  </a:lnTo>
                  <a:cubicBezTo>
                    <a:pt x="10582" y="6137"/>
                    <a:pt x="10499" y="6158"/>
                    <a:pt x="10416" y="6158"/>
                  </a:cubicBezTo>
                  <a:cubicBezTo>
                    <a:pt x="10368" y="6158"/>
                    <a:pt x="10319" y="6151"/>
                    <a:pt x="10275" y="6140"/>
                  </a:cubicBezTo>
                  <a:lnTo>
                    <a:pt x="10062" y="6110"/>
                  </a:lnTo>
                  <a:lnTo>
                    <a:pt x="10062" y="6110"/>
                  </a:lnTo>
                  <a:cubicBezTo>
                    <a:pt x="10080" y="6181"/>
                    <a:pt x="10066" y="6211"/>
                    <a:pt x="10040" y="6211"/>
                  </a:cubicBezTo>
                  <a:cubicBezTo>
                    <a:pt x="10021" y="6211"/>
                    <a:pt x="9996" y="6196"/>
                    <a:pt x="9971" y="6171"/>
                  </a:cubicBezTo>
                  <a:lnTo>
                    <a:pt x="9819" y="6171"/>
                  </a:lnTo>
                  <a:cubicBezTo>
                    <a:pt x="9697" y="6201"/>
                    <a:pt x="9606" y="6231"/>
                    <a:pt x="9484" y="6262"/>
                  </a:cubicBezTo>
                  <a:lnTo>
                    <a:pt x="9393" y="6262"/>
                  </a:lnTo>
                  <a:cubicBezTo>
                    <a:pt x="9363" y="6292"/>
                    <a:pt x="9332" y="6292"/>
                    <a:pt x="9272" y="6323"/>
                  </a:cubicBezTo>
                  <a:cubicBezTo>
                    <a:pt x="9164" y="6344"/>
                    <a:pt x="9057" y="6366"/>
                    <a:pt x="8949" y="6366"/>
                  </a:cubicBezTo>
                  <a:cubicBezTo>
                    <a:pt x="8905" y="6366"/>
                    <a:pt x="8860" y="6362"/>
                    <a:pt x="8816" y="6353"/>
                  </a:cubicBezTo>
                  <a:lnTo>
                    <a:pt x="8724" y="6353"/>
                  </a:lnTo>
                  <a:cubicBezTo>
                    <a:pt x="8603" y="6353"/>
                    <a:pt x="8177" y="6535"/>
                    <a:pt x="8056" y="6535"/>
                  </a:cubicBezTo>
                  <a:cubicBezTo>
                    <a:pt x="7954" y="6535"/>
                    <a:pt x="7718" y="6495"/>
                    <a:pt x="7554" y="6495"/>
                  </a:cubicBezTo>
                  <a:cubicBezTo>
                    <a:pt x="7471" y="6495"/>
                    <a:pt x="7407" y="6505"/>
                    <a:pt x="7387" y="6535"/>
                  </a:cubicBezTo>
                  <a:cubicBezTo>
                    <a:pt x="7348" y="6594"/>
                    <a:pt x="7296" y="6628"/>
                    <a:pt x="7248" y="6628"/>
                  </a:cubicBezTo>
                  <a:cubicBezTo>
                    <a:pt x="7221" y="6628"/>
                    <a:pt x="7196" y="6618"/>
                    <a:pt x="7174" y="6596"/>
                  </a:cubicBezTo>
                  <a:lnTo>
                    <a:pt x="7144" y="6535"/>
                  </a:lnTo>
                  <a:lnTo>
                    <a:pt x="7113" y="6505"/>
                  </a:lnTo>
                  <a:cubicBezTo>
                    <a:pt x="7024" y="6469"/>
                    <a:pt x="6946" y="6455"/>
                    <a:pt x="6865" y="6455"/>
                  </a:cubicBezTo>
                  <a:cubicBezTo>
                    <a:pt x="6809" y="6455"/>
                    <a:pt x="6751" y="6462"/>
                    <a:pt x="6688" y="6475"/>
                  </a:cubicBezTo>
                  <a:lnTo>
                    <a:pt x="6536" y="6535"/>
                  </a:lnTo>
                  <a:cubicBezTo>
                    <a:pt x="6436" y="6586"/>
                    <a:pt x="6335" y="6608"/>
                    <a:pt x="6235" y="6608"/>
                  </a:cubicBezTo>
                  <a:cubicBezTo>
                    <a:pt x="6153" y="6608"/>
                    <a:pt x="6071" y="6593"/>
                    <a:pt x="5989" y="6566"/>
                  </a:cubicBezTo>
                  <a:cubicBezTo>
                    <a:pt x="5928" y="6551"/>
                    <a:pt x="5867" y="6543"/>
                    <a:pt x="5803" y="6543"/>
                  </a:cubicBezTo>
                  <a:cubicBezTo>
                    <a:pt x="5738" y="6543"/>
                    <a:pt x="5670" y="6551"/>
                    <a:pt x="5594" y="6566"/>
                  </a:cubicBezTo>
                  <a:lnTo>
                    <a:pt x="5503" y="6596"/>
                  </a:lnTo>
                  <a:cubicBezTo>
                    <a:pt x="5381" y="6657"/>
                    <a:pt x="5168" y="6748"/>
                    <a:pt x="5077" y="6839"/>
                  </a:cubicBezTo>
                  <a:lnTo>
                    <a:pt x="4925" y="6687"/>
                  </a:lnTo>
                  <a:cubicBezTo>
                    <a:pt x="4918" y="6684"/>
                    <a:pt x="4910" y="6682"/>
                    <a:pt x="4900" y="6682"/>
                  </a:cubicBezTo>
                  <a:cubicBezTo>
                    <a:pt x="4834" y="6682"/>
                    <a:pt x="4709" y="6753"/>
                    <a:pt x="4625" y="6753"/>
                  </a:cubicBezTo>
                  <a:cubicBezTo>
                    <a:pt x="4612" y="6753"/>
                    <a:pt x="4601" y="6752"/>
                    <a:pt x="4591" y="6748"/>
                  </a:cubicBezTo>
                  <a:lnTo>
                    <a:pt x="4317" y="6627"/>
                  </a:lnTo>
                  <a:cubicBezTo>
                    <a:pt x="4195" y="6718"/>
                    <a:pt x="4013" y="6748"/>
                    <a:pt x="3861" y="6748"/>
                  </a:cubicBezTo>
                  <a:cubicBezTo>
                    <a:pt x="3834" y="6739"/>
                    <a:pt x="3810" y="6736"/>
                    <a:pt x="3788" y="6736"/>
                  </a:cubicBezTo>
                  <a:cubicBezTo>
                    <a:pt x="3734" y="6736"/>
                    <a:pt x="3691" y="6757"/>
                    <a:pt x="3648" y="6779"/>
                  </a:cubicBezTo>
                  <a:lnTo>
                    <a:pt x="3588" y="6779"/>
                  </a:lnTo>
                  <a:lnTo>
                    <a:pt x="3284" y="6718"/>
                  </a:lnTo>
                  <a:cubicBezTo>
                    <a:pt x="3149" y="6814"/>
                    <a:pt x="3039" y="6874"/>
                    <a:pt x="2976" y="6874"/>
                  </a:cubicBezTo>
                  <a:cubicBezTo>
                    <a:pt x="2939" y="6874"/>
                    <a:pt x="2919" y="6854"/>
                    <a:pt x="2919" y="6809"/>
                  </a:cubicBezTo>
                  <a:lnTo>
                    <a:pt x="2706" y="6900"/>
                  </a:lnTo>
                  <a:cubicBezTo>
                    <a:pt x="2661" y="6915"/>
                    <a:pt x="2615" y="6923"/>
                    <a:pt x="2569" y="6923"/>
                  </a:cubicBezTo>
                  <a:cubicBezTo>
                    <a:pt x="2524" y="6923"/>
                    <a:pt x="2478" y="6915"/>
                    <a:pt x="2433" y="6900"/>
                  </a:cubicBezTo>
                  <a:cubicBezTo>
                    <a:pt x="2402" y="6870"/>
                    <a:pt x="2357" y="6855"/>
                    <a:pt x="2311" y="6855"/>
                  </a:cubicBezTo>
                  <a:cubicBezTo>
                    <a:pt x="2265" y="6855"/>
                    <a:pt x="2220" y="6870"/>
                    <a:pt x="2189" y="6900"/>
                  </a:cubicBezTo>
                  <a:cubicBezTo>
                    <a:pt x="2176" y="6905"/>
                    <a:pt x="2162" y="6906"/>
                    <a:pt x="2148" y="6906"/>
                  </a:cubicBezTo>
                  <a:cubicBezTo>
                    <a:pt x="2078" y="6906"/>
                    <a:pt x="1997" y="6863"/>
                    <a:pt x="1927" y="6863"/>
                  </a:cubicBezTo>
                  <a:cubicBezTo>
                    <a:pt x="1913" y="6863"/>
                    <a:pt x="1899" y="6865"/>
                    <a:pt x="1885" y="6870"/>
                  </a:cubicBezTo>
                  <a:lnTo>
                    <a:pt x="1794" y="6900"/>
                  </a:lnTo>
                  <a:cubicBezTo>
                    <a:pt x="1673" y="6900"/>
                    <a:pt x="1399" y="6991"/>
                    <a:pt x="1308" y="6991"/>
                  </a:cubicBezTo>
                  <a:cubicBezTo>
                    <a:pt x="1304" y="6990"/>
                    <a:pt x="1300" y="6989"/>
                    <a:pt x="1295" y="6989"/>
                  </a:cubicBezTo>
                  <a:cubicBezTo>
                    <a:pt x="1219" y="6989"/>
                    <a:pt x="1000" y="7204"/>
                    <a:pt x="943" y="7204"/>
                  </a:cubicBezTo>
                  <a:cubicBezTo>
                    <a:pt x="882" y="7174"/>
                    <a:pt x="761" y="7174"/>
                    <a:pt x="670" y="7174"/>
                  </a:cubicBezTo>
                  <a:lnTo>
                    <a:pt x="609" y="7265"/>
                  </a:lnTo>
                  <a:cubicBezTo>
                    <a:pt x="578" y="7295"/>
                    <a:pt x="396" y="7295"/>
                    <a:pt x="335" y="7326"/>
                  </a:cubicBezTo>
                  <a:cubicBezTo>
                    <a:pt x="244" y="7386"/>
                    <a:pt x="183" y="7478"/>
                    <a:pt x="153" y="7599"/>
                  </a:cubicBezTo>
                  <a:cubicBezTo>
                    <a:pt x="122" y="7690"/>
                    <a:pt x="183" y="7782"/>
                    <a:pt x="244" y="7903"/>
                  </a:cubicBezTo>
                  <a:lnTo>
                    <a:pt x="274" y="7994"/>
                  </a:lnTo>
                  <a:cubicBezTo>
                    <a:pt x="305" y="8086"/>
                    <a:pt x="183" y="8207"/>
                    <a:pt x="122" y="8207"/>
                  </a:cubicBezTo>
                  <a:cubicBezTo>
                    <a:pt x="62" y="8238"/>
                    <a:pt x="122" y="8450"/>
                    <a:pt x="62" y="8481"/>
                  </a:cubicBezTo>
                  <a:cubicBezTo>
                    <a:pt x="1" y="8541"/>
                    <a:pt x="92" y="8602"/>
                    <a:pt x="122" y="8633"/>
                  </a:cubicBezTo>
                  <a:cubicBezTo>
                    <a:pt x="183" y="8633"/>
                    <a:pt x="183" y="8754"/>
                    <a:pt x="92" y="8876"/>
                  </a:cubicBezTo>
                  <a:lnTo>
                    <a:pt x="153" y="8937"/>
                  </a:lnTo>
                  <a:lnTo>
                    <a:pt x="335" y="9149"/>
                  </a:lnTo>
                  <a:cubicBezTo>
                    <a:pt x="396" y="9362"/>
                    <a:pt x="487" y="9545"/>
                    <a:pt x="639" y="9727"/>
                  </a:cubicBezTo>
                  <a:lnTo>
                    <a:pt x="548" y="9818"/>
                  </a:lnTo>
                  <a:cubicBezTo>
                    <a:pt x="518" y="9879"/>
                    <a:pt x="548" y="9940"/>
                    <a:pt x="670" y="9970"/>
                  </a:cubicBezTo>
                  <a:lnTo>
                    <a:pt x="791" y="10000"/>
                  </a:lnTo>
                  <a:cubicBezTo>
                    <a:pt x="700" y="10061"/>
                    <a:pt x="609" y="10152"/>
                    <a:pt x="518" y="10213"/>
                  </a:cubicBezTo>
                  <a:cubicBezTo>
                    <a:pt x="457" y="10213"/>
                    <a:pt x="548" y="10335"/>
                    <a:pt x="578" y="10365"/>
                  </a:cubicBezTo>
                  <a:cubicBezTo>
                    <a:pt x="609" y="10426"/>
                    <a:pt x="639" y="10487"/>
                    <a:pt x="609" y="10548"/>
                  </a:cubicBezTo>
                  <a:lnTo>
                    <a:pt x="578" y="10608"/>
                  </a:lnTo>
                  <a:cubicBezTo>
                    <a:pt x="578" y="10730"/>
                    <a:pt x="639" y="10760"/>
                    <a:pt x="730" y="10760"/>
                  </a:cubicBezTo>
                  <a:lnTo>
                    <a:pt x="974" y="10730"/>
                  </a:lnTo>
                  <a:lnTo>
                    <a:pt x="974" y="10730"/>
                  </a:lnTo>
                  <a:cubicBezTo>
                    <a:pt x="943" y="10791"/>
                    <a:pt x="882" y="11004"/>
                    <a:pt x="822" y="11186"/>
                  </a:cubicBezTo>
                  <a:lnTo>
                    <a:pt x="1126" y="11338"/>
                  </a:lnTo>
                  <a:lnTo>
                    <a:pt x="1217" y="11368"/>
                  </a:lnTo>
                  <a:cubicBezTo>
                    <a:pt x="1338" y="11399"/>
                    <a:pt x="1490" y="11429"/>
                    <a:pt x="1612" y="11429"/>
                  </a:cubicBezTo>
                  <a:lnTo>
                    <a:pt x="1733" y="11459"/>
                  </a:lnTo>
                  <a:lnTo>
                    <a:pt x="1946" y="11490"/>
                  </a:lnTo>
                  <a:cubicBezTo>
                    <a:pt x="2129" y="11551"/>
                    <a:pt x="2706" y="11794"/>
                    <a:pt x="2858" y="11824"/>
                  </a:cubicBezTo>
                  <a:cubicBezTo>
                    <a:pt x="3040" y="11855"/>
                    <a:pt x="3223" y="11855"/>
                    <a:pt x="3405" y="11855"/>
                  </a:cubicBezTo>
                  <a:lnTo>
                    <a:pt x="3527" y="11915"/>
                  </a:lnTo>
                  <a:cubicBezTo>
                    <a:pt x="3618" y="11976"/>
                    <a:pt x="3709" y="12007"/>
                    <a:pt x="3800" y="12007"/>
                  </a:cubicBezTo>
                  <a:cubicBezTo>
                    <a:pt x="3827" y="12002"/>
                    <a:pt x="3852" y="12000"/>
                    <a:pt x="3877" y="12000"/>
                  </a:cubicBezTo>
                  <a:cubicBezTo>
                    <a:pt x="3995" y="12000"/>
                    <a:pt x="4089" y="12043"/>
                    <a:pt x="4191" y="12043"/>
                  </a:cubicBezTo>
                  <a:cubicBezTo>
                    <a:pt x="4212" y="12043"/>
                    <a:pt x="4234" y="12041"/>
                    <a:pt x="4256" y="12037"/>
                  </a:cubicBezTo>
                  <a:lnTo>
                    <a:pt x="5168" y="12037"/>
                  </a:lnTo>
                  <a:cubicBezTo>
                    <a:pt x="5259" y="12098"/>
                    <a:pt x="5381" y="12098"/>
                    <a:pt x="5503" y="12098"/>
                  </a:cubicBezTo>
                  <a:lnTo>
                    <a:pt x="5563" y="12128"/>
                  </a:lnTo>
                  <a:lnTo>
                    <a:pt x="5624" y="12189"/>
                  </a:lnTo>
                  <a:lnTo>
                    <a:pt x="5867" y="12371"/>
                  </a:lnTo>
                  <a:cubicBezTo>
                    <a:pt x="5867" y="12402"/>
                    <a:pt x="5776" y="12462"/>
                    <a:pt x="5715" y="12462"/>
                  </a:cubicBezTo>
                  <a:cubicBezTo>
                    <a:pt x="5654" y="12493"/>
                    <a:pt x="5776" y="12554"/>
                    <a:pt x="5958" y="12614"/>
                  </a:cubicBezTo>
                  <a:lnTo>
                    <a:pt x="6019" y="12402"/>
                  </a:lnTo>
                  <a:lnTo>
                    <a:pt x="6050" y="12280"/>
                  </a:lnTo>
                  <a:cubicBezTo>
                    <a:pt x="6202" y="12311"/>
                    <a:pt x="6354" y="12341"/>
                    <a:pt x="6506" y="12432"/>
                  </a:cubicBezTo>
                  <a:cubicBezTo>
                    <a:pt x="6536" y="12462"/>
                    <a:pt x="6566" y="12493"/>
                    <a:pt x="6597" y="12554"/>
                  </a:cubicBezTo>
                  <a:lnTo>
                    <a:pt x="6566" y="12584"/>
                  </a:lnTo>
                  <a:lnTo>
                    <a:pt x="6536" y="12645"/>
                  </a:lnTo>
                  <a:cubicBezTo>
                    <a:pt x="6445" y="12675"/>
                    <a:pt x="6445" y="12797"/>
                    <a:pt x="6536" y="12918"/>
                  </a:cubicBezTo>
                  <a:lnTo>
                    <a:pt x="6627" y="12949"/>
                  </a:lnTo>
                  <a:cubicBezTo>
                    <a:pt x="6718" y="12979"/>
                    <a:pt x="6749" y="13040"/>
                    <a:pt x="6688" y="13101"/>
                  </a:cubicBezTo>
                  <a:lnTo>
                    <a:pt x="6536" y="13101"/>
                  </a:lnTo>
                  <a:lnTo>
                    <a:pt x="6384" y="13010"/>
                  </a:lnTo>
                  <a:cubicBezTo>
                    <a:pt x="6354" y="13070"/>
                    <a:pt x="6323" y="13162"/>
                    <a:pt x="6293" y="13222"/>
                  </a:cubicBezTo>
                  <a:cubicBezTo>
                    <a:pt x="6289" y="13226"/>
                    <a:pt x="6284" y="13227"/>
                    <a:pt x="6276" y="13227"/>
                  </a:cubicBezTo>
                  <a:cubicBezTo>
                    <a:pt x="6211" y="13227"/>
                    <a:pt x="6013" y="13128"/>
                    <a:pt x="5958" y="13101"/>
                  </a:cubicBezTo>
                  <a:cubicBezTo>
                    <a:pt x="5944" y="13091"/>
                    <a:pt x="5927" y="13087"/>
                    <a:pt x="5911" y="13087"/>
                  </a:cubicBezTo>
                  <a:cubicBezTo>
                    <a:pt x="5824" y="13087"/>
                    <a:pt x="5725" y="13202"/>
                    <a:pt x="5776" y="13253"/>
                  </a:cubicBezTo>
                  <a:cubicBezTo>
                    <a:pt x="5837" y="13283"/>
                    <a:pt x="6202" y="13405"/>
                    <a:pt x="6293" y="13496"/>
                  </a:cubicBezTo>
                  <a:cubicBezTo>
                    <a:pt x="6304" y="13503"/>
                    <a:pt x="6315" y="13507"/>
                    <a:pt x="6325" y="13507"/>
                  </a:cubicBezTo>
                  <a:cubicBezTo>
                    <a:pt x="6399" y="13507"/>
                    <a:pt x="6449" y="13340"/>
                    <a:pt x="6475" y="13314"/>
                  </a:cubicBezTo>
                  <a:cubicBezTo>
                    <a:pt x="6486" y="13292"/>
                    <a:pt x="6504" y="13282"/>
                    <a:pt x="6526" y="13282"/>
                  </a:cubicBezTo>
                  <a:cubicBezTo>
                    <a:pt x="6566" y="13282"/>
                    <a:pt x="6618" y="13315"/>
                    <a:pt x="6658" y="13374"/>
                  </a:cubicBezTo>
                  <a:lnTo>
                    <a:pt x="6688" y="13496"/>
                  </a:lnTo>
                  <a:lnTo>
                    <a:pt x="6688" y="13526"/>
                  </a:lnTo>
                  <a:cubicBezTo>
                    <a:pt x="6709" y="13533"/>
                    <a:pt x="6740" y="13535"/>
                    <a:pt x="6777" y="13535"/>
                  </a:cubicBezTo>
                  <a:cubicBezTo>
                    <a:pt x="6843" y="13535"/>
                    <a:pt x="6925" y="13528"/>
                    <a:pt x="6992" y="13528"/>
                  </a:cubicBezTo>
                  <a:cubicBezTo>
                    <a:pt x="7054" y="13528"/>
                    <a:pt x="7102" y="13534"/>
                    <a:pt x="7113" y="13557"/>
                  </a:cubicBezTo>
                  <a:cubicBezTo>
                    <a:pt x="7144" y="13618"/>
                    <a:pt x="7022" y="13861"/>
                    <a:pt x="6962" y="13952"/>
                  </a:cubicBezTo>
                  <a:cubicBezTo>
                    <a:pt x="6901" y="14013"/>
                    <a:pt x="6840" y="14043"/>
                    <a:pt x="6779" y="14104"/>
                  </a:cubicBezTo>
                  <a:lnTo>
                    <a:pt x="6749" y="14104"/>
                  </a:lnTo>
                  <a:cubicBezTo>
                    <a:pt x="6718" y="14104"/>
                    <a:pt x="6688" y="14073"/>
                    <a:pt x="6658" y="14043"/>
                  </a:cubicBezTo>
                  <a:cubicBezTo>
                    <a:pt x="6658" y="14013"/>
                    <a:pt x="6688" y="13952"/>
                    <a:pt x="6658" y="13921"/>
                  </a:cubicBezTo>
                  <a:lnTo>
                    <a:pt x="6627" y="13861"/>
                  </a:lnTo>
                  <a:cubicBezTo>
                    <a:pt x="6621" y="13854"/>
                    <a:pt x="6606" y="13852"/>
                    <a:pt x="6587" y="13852"/>
                  </a:cubicBezTo>
                  <a:cubicBezTo>
                    <a:pt x="6533" y="13852"/>
                    <a:pt x="6443" y="13869"/>
                    <a:pt x="6379" y="13869"/>
                  </a:cubicBezTo>
                  <a:cubicBezTo>
                    <a:pt x="6356" y="13869"/>
                    <a:pt x="6336" y="13867"/>
                    <a:pt x="6323" y="13861"/>
                  </a:cubicBezTo>
                  <a:cubicBezTo>
                    <a:pt x="6309" y="13846"/>
                    <a:pt x="6290" y="13840"/>
                    <a:pt x="6271" y="13840"/>
                  </a:cubicBezTo>
                  <a:cubicBezTo>
                    <a:pt x="6211" y="13840"/>
                    <a:pt x="6141" y="13898"/>
                    <a:pt x="6141" y="13921"/>
                  </a:cubicBezTo>
                  <a:cubicBezTo>
                    <a:pt x="6171" y="13982"/>
                    <a:pt x="6171" y="14043"/>
                    <a:pt x="6141" y="14073"/>
                  </a:cubicBezTo>
                  <a:lnTo>
                    <a:pt x="6110" y="14104"/>
                  </a:lnTo>
                  <a:cubicBezTo>
                    <a:pt x="6019" y="14165"/>
                    <a:pt x="6019" y="14256"/>
                    <a:pt x="6110" y="14256"/>
                  </a:cubicBezTo>
                  <a:cubicBezTo>
                    <a:pt x="6323" y="14286"/>
                    <a:pt x="6171" y="14377"/>
                    <a:pt x="6171" y="14408"/>
                  </a:cubicBezTo>
                  <a:cubicBezTo>
                    <a:pt x="6141" y="14408"/>
                    <a:pt x="6202" y="14499"/>
                    <a:pt x="6232" y="14499"/>
                  </a:cubicBezTo>
                  <a:cubicBezTo>
                    <a:pt x="6270" y="14494"/>
                    <a:pt x="6306" y="14491"/>
                    <a:pt x="6342" y="14491"/>
                  </a:cubicBezTo>
                  <a:cubicBezTo>
                    <a:pt x="6509" y="14491"/>
                    <a:pt x="6659" y="14546"/>
                    <a:pt x="6810" y="14621"/>
                  </a:cubicBezTo>
                  <a:lnTo>
                    <a:pt x="6901" y="14651"/>
                  </a:lnTo>
                  <a:cubicBezTo>
                    <a:pt x="7053" y="14621"/>
                    <a:pt x="7205" y="14621"/>
                    <a:pt x="7357" y="14621"/>
                  </a:cubicBezTo>
                  <a:cubicBezTo>
                    <a:pt x="7448" y="14651"/>
                    <a:pt x="7509" y="14712"/>
                    <a:pt x="7569" y="14803"/>
                  </a:cubicBezTo>
                  <a:lnTo>
                    <a:pt x="7600" y="14803"/>
                  </a:lnTo>
                  <a:cubicBezTo>
                    <a:pt x="7612" y="14809"/>
                    <a:pt x="7624" y="14811"/>
                    <a:pt x="7636" y="14811"/>
                  </a:cubicBezTo>
                  <a:cubicBezTo>
                    <a:pt x="7685" y="14811"/>
                    <a:pt x="7734" y="14773"/>
                    <a:pt x="7782" y="14773"/>
                  </a:cubicBezTo>
                  <a:cubicBezTo>
                    <a:pt x="7843" y="14773"/>
                    <a:pt x="7873" y="14803"/>
                    <a:pt x="7904" y="14833"/>
                  </a:cubicBezTo>
                  <a:cubicBezTo>
                    <a:pt x="7934" y="14894"/>
                    <a:pt x="7965" y="14985"/>
                    <a:pt x="8025" y="14985"/>
                  </a:cubicBezTo>
                  <a:cubicBezTo>
                    <a:pt x="8299" y="15077"/>
                    <a:pt x="8572" y="15137"/>
                    <a:pt x="8846" y="15168"/>
                  </a:cubicBezTo>
                  <a:lnTo>
                    <a:pt x="8998" y="15198"/>
                  </a:lnTo>
                  <a:cubicBezTo>
                    <a:pt x="9089" y="15183"/>
                    <a:pt x="9180" y="15175"/>
                    <a:pt x="9275" y="15175"/>
                  </a:cubicBezTo>
                  <a:cubicBezTo>
                    <a:pt x="9370" y="15175"/>
                    <a:pt x="9469" y="15183"/>
                    <a:pt x="9576" y="15198"/>
                  </a:cubicBezTo>
                  <a:cubicBezTo>
                    <a:pt x="9636" y="15228"/>
                    <a:pt x="9697" y="15259"/>
                    <a:pt x="9788" y="15259"/>
                  </a:cubicBezTo>
                  <a:cubicBezTo>
                    <a:pt x="9857" y="15190"/>
                    <a:pt x="9939" y="15171"/>
                    <a:pt x="10022" y="15171"/>
                  </a:cubicBezTo>
                  <a:cubicBezTo>
                    <a:pt x="10121" y="15171"/>
                    <a:pt x="10222" y="15198"/>
                    <a:pt x="10305" y="15198"/>
                  </a:cubicBezTo>
                  <a:cubicBezTo>
                    <a:pt x="10361" y="15187"/>
                    <a:pt x="10416" y="15180"/>
                    <a:pt x="10470" y="15180"/>
                  </a:cubicBezTo>
                  <a:cubicBezTo>
                    <a:pt x="10564" y="15180"/>
                    <a:pt x="10653" y="15201"/>
                    <a:pt x="10731" y="15259"/>
                  </a:cubicBezTo>
                  <a:cubicBezTo>
                    <a:pt x="10739" y="15263"/>
                    <a:pt x="10749" y="15265"/>
                    <a:pt x="10760" y="15265"/>
                  </a:cubicBezTo>
                  <a:cubicBezTo>
                    <a:pt x="10825" y="15265"/>
                    <a:pt x="10926" y="15198"/>
                    <a:pt x="11004" y="15198"/>
                  </a:cubicBezTo>
                  <a:cubicBezTo>
                    <a:pt x="11069" y="15198"/>
                    <a:pt x="11119" y="15276"/>
                    <a:pt x="11175" y="15276"/>
                  </a:cubicBezTo>
                  <a:cubicBezTo>
                    <a:pt x="11198" y="15276"/>
                    <a:pt x="11221" y="15263"/>
                    <a:pt x="11247" y="15228"/>
                  </a:cubicBezTo>
                  <a:lnTo>
                    <a:pt x="11338" y="15137"/>
                  </a:lnTo>
                  <a:cubicBezTo>
                    <a:pt x="11460" y="15198"/>
                    <a:pt x="11582" y="15259"/>
                    <a:pt x="11703" y="15320"/>
                  </a:cubicBezTo>
                  <a:lnTo>
                    <a:pt x="11825" y="15259"/>
                  </a:lnTo>
                  <a:lnTo>
                    <a:pt x="11916" y="15198"/>
                  </a:lnTo>
                  <a:cubicBezTo>
                    <a:pt x="12098" y="15198"/>
                    <a:pt x="12281" y="15168"/>
                    <a:pt x="12463" y="15107"/>
                  </a:cubicBezTo>
                  <a:lnTo>
                    <a:pt x="12554" y="15198"/>
                  </a:lnTo>
                  <a:lnTo>
                    <a:pt x="12676" y="15289"/>
                  </a:lnTo>
                  <a:cubicBezTo>
                    <a:pt x="12716" y="15269"/>
                    <a:pt x="12770" y="15262"/>
                    <a:pt x="12828" y="15262"/>
                  </a:cubicBezTo>
                  <a:cubicBezTo>
                    <a:pt x="12943" y="15262"/>
                    <a:pt x="13071" y="15289"/>
                    <a:pt x="13132" y="15289"/>
                  </a:cubicBezTo>
                  <a:cubicBezTo>
                    <a:pt x="13284" y="15228"/>
                    <a:pt x="13466" y="15198"/>
                    <a:pt x="13618" y="15198"/>
                  </a:cubicBezTo>
                  <a:lnTo>
                    <a:pt x="14013" y="15198"/>
                  </a:lnTo>
                  <a:cubicBezTo>
                    <a:pt x="14030" y="15204"/>
                    <a:pt x="14047" y="15206"/>
                    <a:pt x="14063" y="15206"/>
                  </a:cubicBezTo>
                  <a:cubicBezTo>
                    <a:pt x="14137" y="15206"/>
                    <a:pt x="14207" y="15157"/>
                    <a:pt x="14256" y="15107"/>
                  </a:cubicBezTo>
                  <a:lnTo>
                    <a:pt x="14378" y="15228"/>
                  </a:lnTo>
                  <a:lnTo>
                    <a:pt x="14408" y="15228"/>
                  </a:lnTo>
                  <a:cubicBezTo>
                    <a:pt x="14484" y="15191"/>
                    <a:pt x="14570" y="15165"/>
                    <a:pt x="14640" y="15165"/>
                  </a:cubicBezTo>
                  <a:cubicBezTo>
                    <a:pt x="14683" y="15165"/>
                    <a:pt x="14720" y="15175"/>
                    <a:pt x="14743" y="15198"/>
                  </a:cubicBezTo>
                  <a:lnTo>
                    <a:pt x="14773" y="15259"/>
                  </a:lnTo>
                  <a:cubicBezTo>
                    <a:pt x="14773" y="15274"/>
                    <a:pt x="14781" y="15282"/>
                    <a:pt x="14792" y="15282"/>
                  </a:cubicBezTo>
                  <a:cubicBezTo>
                    <a:pt x="14804" y="15282"/>
                    <a:pt x="14819" y="15274"/>
                    <a:pt x="14834" y="15259"/>
                  </a:cubicBezTo>
                  <a:lnTo>
                    <a:pt x="14864" y="15259"/>
                  </a:lnTo>
                  <a:lnTo>
                    <a:pt x="14864" y="15228"/>
                  </a:lnTo>
                  <a:cubicBezTo>
                    <a:pt x="14956" y="15213"/>
                    <a:pt x="15039" y="15206"/>
                    <a:pt x="15123" y="15206"/>
                  </a:cubicBezTo>
                  <a:cubicBezTo>
                    <a:pt x="15206" y="15206"/>
                    <a:pt x="15290" y="15213"/>
                    <a:pt x="15381" y="15228"/>
                  </a:cubicBezTo>
                  <a:cubicBezTo>
                    <a:pt x="15503" y="15198"/>
                    <a:pt x="15624" y="15107"/>
                    <a:pt x="15685" y="14985"/>
                  </a:cubicBezTo>
                  <a:cubicBezTo>
                    <a:pt x="15707" y="14964"/>
                    <a:pt x="15743" y="14942"/>
                    <a:pt x="15784" y="14942"/>
                  </a:cubicBezTo>
                  <a:cubicBezTo>
                    <a:pt x="15801" y="14942"/>
                    <a:pt x="15819" y="14946"/>
                    <a:pt x="15837" y="14955"/>
                  </a:cubicBezTo>
                  <a:lnTo>
                    <a:pt x="15867" y="14955"/>
                  </a:lnTo>
                  <a:lnTo>
                    <a:pt x="15989" y="15046"/>
                  </a:lnTo>
                  <a:cubicBezTo>
                    <a:pt x="16080" y="15016"/>
                    <a:pt x="16202" y="15016"/>
                    <a:pt x="16293" y="15016"/>
                  </a:cubicBezTo>
                  <a:lnTo>
                    <a:pt x="16658" y="15137"/>
                  </a:lnTo>
                  <a:lnTo>
                    <a:pt x="16810" y="15046"/>
                  </a:lnTo>
                  <a:cubicBezTo>
                    <a:pt x="16830" y="15036"/>
                    <a:pt x="16850" y="15033"/>
                    <a:pt x="16871" y="15033"/>
                  </a:cubicBezTo>
                  <a:cubicBezTo>
                    <a:pt x="16911" y="15033"/>
                    <a:pt x="16952" y="15046"/>
                    <a:pt x="16992" y="15046"/>
                  </a:cubicBezTo>
                  <a:lnTo>
                    <a:pt x="17053" y="15046"/>
                  </a:lnTo>
                  <a:cubicBezTo>
                    <a:pt x="17056" y="15049"/>
                    <a:pt x="17063" y="15051"/>
                    <a:pt x="17074" y="15051"/>
                  </a:cubicBezTo>
                  <a:cubicBezTo>
                    <a:pt x="17155" y="15051"/>
                    <a:pt x="17435" y="14955"/>
                    <a:pt x="17570" y="14955"/>
                  </a:cubicBezTo>
                  <a:cubicBezTo>
                    <a:pt x="17592" y="14963"/>
                    <a:pt x="17617" y="14966"/>
                    <a:pt x="17643" y="14966"/>
                  </a:cubicBezTo>
                  <a:cubicBezTo>
                    <a:pt x="17720" y="14966"/>
                    <a:pt x="17805" y="14932"/>
                    <a:pt x="17874" y="14864"/>
                  </a:cubicBezTo>
                  <a:lnTo>
                    <a:pt x="17934" y="14955"/>
                  </a:lnTo>
                  <a:cubicBezTo>
                    <a:pt x="17934" y="14985"/>
                    <a:pt x="17874" y="15077"/>
                    <a:pt x="17843" y="15077"/>
                  </a:cubicBezTo>
                  <a:cubicBezTo>
                    <a:pt x="17722" y="15107"/>
                    <a:pt x="17691" y="15168"/>
                    <a:pt x="17752" y="15228"/>
                  </a:cubicBezTo>
                  <a:cubicBezTo>
                    <a:pt x="17764" y="15252"/>
                    <a:pt x="17806" y="15262"/>
                    <a:pt x="17855" y="15262"/>
                  </a:cubicBezTo>
                  <a:cubicBezTo>
                    <a:pt x="17933" y="15262"/>
                    <a:pt x="18026" y="15236"/>
                    <a:pt x="18026" y="15198"/>
                  </a:cubicBezTo>
                  <a:lnTo>
                    <a:pt x="18026" y="14955"/>
                  </a:lnTo>
                  <a:cubicBezTo>
                    <a:pt x="18050" y="14951"/>
                    <a:pt x="18073" y="14949"/>
                    <a:pt x="18097" y="14949"/>
                  </a:cubicBezTo>
                  <a:cubicBezTo>
                    <a:pt x="18255" y="14949"/>
                    <a:pt x="18410" y="15032"/>
                    <a:pt x="18542" y="15137"/>
                  </a:cubicBezTo>
                  <a:cubicBezTo>
                    <a:pt x="18573" y="15198"/>
                    <a:pt x="18664" y="15228"/>
                    <a:pt x="18694" y="15228"/>
                  </a:cubicBezTo>
                  <a:cubicBezTo>
                    <a:pt x="18725" y="15198"/>
                    <a:pt x="18725" y="15168"/>
                    <a:pt x="18694" y="15107"/>
                  </a:cubicBezTo>
                  <a:cubicBezTo>
                    <a:pt x="18755" y="15046"/>
                    <a:pt x="18846" y="15046"/>
                    <a:pt x="18907" y="15016"/>
                  </a:cubicBezTo>
                  <a:lnTo>
                    <a:pt x="18937" y="14985"/>
                  </a:lnTo>
                  <a:cubicBezTo>
                    <a:pt x="18919" y="14931"/>
                    <a:pt x="18978" y="14920"/>
                    <a:pt x="19040" y="14920"/>
                  </a:cubicBezTo>
                  <a:cubicBezTo>
                    <a:pt x="19082" y="14920"/>
                    <a:pt x="19126" y="14925"/>
                    <a:pt x="19150" y="14925"/>
                  </a:cubicBezTo>
                  <a:cubicBezTo>
                    <a:pt x="19211" y="14955"/>
                    <a:pt x="19424" y="15107"/>
                    <a:pt x="19545" y="15137"/>
                  </a:cubicBezTo>
                  <a:cubicBezTo>
                    <a:pt x="19574" y="15144"/>
                    <a:pt x="19603" y="15148"/>
                    <a:pt x="19631" y="15148"/>
                  </a:cubicBezTo>
                  <a:cubicBezTo>
                    <a:pt x="19721" y="15148"/>
                    <a:pt x="19803" y="15109"/>
                    <a:pt x="19849" y="15016"/>
                  </a:cubicBezTo>
                  <a:lnTo>
                    <a:pt x="19910" y="14955"/>
                  </a:lnTo>
                  <a:lnTo>
                    <a:pt x="19940" y="14925"/>
                  </a:lnTo>
                  <a:lnTo>
                    <a:pt x="20244" y="14742"/>
                  </a:lnTo>
                  <a:lnTo>
                    <a:pt x="20336" y="14833"/>
                  </a:lnTo>
                  <a:lnTo>
                    <a:pt x="20396" y="14925"/>
                  </a:lnTo>
                  <a:cubicBezTo>
                    <a:pt x="20518" y="14985"/>
                    <a:pt x="20609" y="15046"/>
                    <a:pt x="20731" y="15107"/>
                  </a:cubicBezTo>
                  <a:lnTo>
                    <a:pt x="20792" y="15046"/>
                  </a:lnTo>
                  <a:lnTo>
                    <a:pt x="20883" y="15016"/>
                  </a:lnTo>
                  <a:cubicBezTo>
                    <a:pt x="20903" y="14996"/>
                    <a:pt x="20928" y="14987"/>
                    <a:pt x="20954" y="14987"/>
                  </a:cubicBezTo>
                  <a:cubicBezTo>
                    <a:pt x="21049" y="14987"/>
                    <a:pt x="21170" y="15090"/>
                    <a:pt x="21217" y="15137"/>
                  </a:cubicBezTo>
                  <a:cubicBezTo>
                    <a:pt x="21232" y="15168"/>
                    <a:pt x="21270" y="15183"/>
                    <a:pt x="21308" y="15183"/>
                  </a:cubicBezTo>
                  <a:cubicBezTo>
                    <a:pt x="21346" y="15183"/>
                    <a:pt x="21384" y="15168"/>
                    <a:pt x="21399" y="15137"/>
                  </a:cubicBezTo>
                  <a:cubicBezTo>
                    <a:pt x="21420" y="15127"/>
                    <a:pt x="21443" y="15124"/>
                    <a:pt x="21467" y="15124"/>
                  </a:cubicBezTo>
                  <a:cubicBezTo>
                    <a:pt x="21514" y="15124"/>
                    <a:pt x="21562" y="15137"/>
                    <a:pt x="21582" y="15137"/>
                  </a:cubicBezTo>
                  <a:cubicBezTo>
                    <a:pt x="21643" y="15107"/>
                    <a:pt x="21703" y="15107"/>
                    <a:pt x="21734" y="15077"/>
                  </a:cubicBezTo>
                  <a:lnTo>
                    <a:pt x="21886" y="15077"/>
                  </a:lnTo>
                  <a:cubicBezTo>
                    <a:pt x="21947" y="15077"/>
                    <a:pt x="22007" y="15046"/>
                    <a:pt x="22038" y="14985"/>
                  </a:cubicBezTo>
                  <a:cubicBezTo>
                    <a:pt x="21977" y="14894"/>
                    <a:pt x="21947" y="14833"/>
                    <a:pt x="21886" y="14742"/>
                  </a:cubicBezTo>
                  <a:lnTo>
                    <a:pt x="21582" y="14742"/>
                  </a:lnTo>
                  <a:cubicBezTo>
                    <a:pt x="21673" y="14681"/>
                    <a:pt x="21764" y="14621"/>
                    <a:pt x="21825" y="14560"/>
                  </a:cubicBezTo>
                  <a:cubicBezTo>
                    <a:pt x="21828" y="14556"/>
                    <a:pt x="21833" y="14555"/>
                    <a:pt x="21838" y="14555"/>
                  </a:cubicBezTo>
                  <a:cubicBezTo>
                    <a:pt x="21881" y="14555"/>
                    <a:pt x="21980" y="14654"/>
                    <a:pt x="22007" y="14681"/>
                  </a:cubicBezTo>
                  <a:cubicBezTo>
                    <a:pt x="22068" y="14742"/>
                    <a:pt x="22129" y="14833"/>
                    <a:pt x="22159" y="14894"/>
                  </a:cubicBezTo>
                  <a:cubicBezTo>
                    <a:pt x="22159" y="14955"/>
                    <a:pt x="22190" y="14985"/>
                    <a:pt x="22251" y="15016"/>
                  </a:cubicBezTo>
                  <a:cubicBezTo>
                    <a:pt x="22281" y="15016"/>
                    <a:pt x="22342" y="14955"/>
                    <a:pt x="22403" y="14864"/>
                  </a:cubicBezTo>
                  <a:lnTo>
                    <a:pt x="22494" y="14773"/>
                  </a:lnTo>
                  <a:lnTo>
                    <a:pt x="22646" y="14773"/>
                  </a:lnTo>
                  <a:cubicBezTo>
                    <a:pt x="22646" y="14833"/>
                    <a:pt x="22646" y="14894"/>
                    <a:pt x="22615" y="14955"/>
                  </a:cubicBezTo>
                  <a:cubicBezTo>
                    <a:pt x="22494" y="15016"/>
                    <a:pt x="22372" y="15077"/>
                    <a:pt x="22251" y="15107"/>
                  </a:cubicBezTo>
                  <a:cubicBezTo>
                    <a:pt x="22159" y="15168"/>
                    <a:pt x="21825" y="15259"/>
                    <a:pt x="21855" y="15320"/>
                  </a:cubicBezTo>
                  <a:cubicBezTo>
                    <a:pt x="21883" y="15361"/>
                    <a:pt x="21947" y="15377"/>
                    <a:pt x="22013" y="15377"/>
                  </a:cubicBezTo>
                  <a:cubicBezTo>
                    <a:pt x="22092" y="15377"/>
                    <a:pt x="22173" y="15353"/>
                    <a:pt x="22190" y="15320"/>
                  </a:cubicBezTo>
                  <a:cubicBezTo>
                    <a:pt x="22220" y="15289"/>
                    <a:pt x="22372" y="15168"/>
                    <a:pt x="22433" y="15168"/>
                  </a:cubicBezTo>
                  <a:cubicBezTo>
                    <a:pt x="22436" y="15169"/>
                    <a:pt x="22441" y="15170"/>
                    <a:pt x="22446" y="15170"/>
                  </a:cubicBezTo>
                  <a:cubicBezTo>
                    <a:pt x="22532" y="15170"/>
                    <a:pt x="22833" y="14948"/>
                    <a:pt x="22919" y="14833"/>
                  </a:cubicBezTo>
                  <a:cubicBezTo>
                    <a:pt x="22937" y="14810"/>
                    <a:pt x="22950" y="14800"/>
                    <a:pt x="22959" y="14800"/>
                  </a:cubicBezTo>
                  <a:cubicBezTo>
                    <a:pt x="22998" y="14800"/>
                    <a:pt x="22968" y="14978"/>
                    <a:pt x="22919" y="15077"/>
                  </a:cubicBezTo>
                  <a:cubicBezTo>
                    <a:pt x="22889" y="15168"/>
                    <a:pt x="22889" y="15259"/>
                    <a:pt x="22919" y="15350"/>
                  </a:cubicBezTo>
                  <a:cubicBezTo>
                    <a:pt x="22934" y="15350"/>
                    <a:pt x="23003" y="15358"/>
                    <a:pt x="23067" y="15358"/>
                  </a:cubicBezTo>
                  <a:cubicBezTo>
                    <a:pt x="23132" y="15358"/>
                    <a:pt x="23193" y="15350"/>
                    <a:pt x="23193" y="15320"/>
                  </a:cubicBezTo>
                  <a:cubicBezTo>
                    <a:pt x="23223" y="15259"/>
                    <a:pt x="23284" y="15077"/>
                    <a:pt x="23345" y="15046"/>
                  </a:cubicBezTo>
                  <a:cubicBezTo>
                    <a:pt x="23406" y="15046"/>
                    <a:pt x="23466" y="15168"/>
                    <a:pt x="23466" y="15228"/>
                  </a:cubicBezTo>
                  <a:cubicBezTo>
                    <a:pt x="23466" y="15259"/>
                    <a:pt x="23558" y="15350"/>
                    <a:pt x="23710" y="15411"/>
                  </a:cubicBezTo>
                  <a:lnTo>
                    <a:pt x="23801" y="15411"/>
                  </a:lnTo>
                  <a:cubicBezTo>
                    <a:pt x="23831" y="15411"/>
                    <a:pt x="23862" y="15411"/>
                    <a:pt x="23862" y="15380"/>
                  </a:cubicBezTo>
                  <a:cubicBezTo>
                    <a:pt x="23801" y="15289"/>
                    <a:pt x="23740" y="15259"/>
                    <a:pt x="23649" y="15198"/>
                  </a:cubicBezTo>
                  <a:cubicBezTo>
                    <a:pt x="23588" y="15168"/>
                    <a:pt x="23710" y="15168"/>
                    <a:pt x="23740" y="15168"/>
                  </a:cubicBezTo>
                  <a:cubicBezTo>
                    <a:pt x="23862" y="15168"/>
                    <a:pt x="23953" y="15198"/>
                    <a:pt x="24044" y="15198"/>
                  </a:cubicBezTo>
                  <a:cubicBezTo>
                    <a:pt x="24105" y="15198"/>
                    <a:pt x="24196" y="15350"/>
                    <a:pt x="24196" y="15411"/>
                  </a:cubicBezTo>
                  <a:cubicBezTo>
                    <a:pt x="24199" y="15416"/>
                    <a:pt x="24202" y="15419"/>
                    <a:pt x="24206" y="15419"/>
                  </a:cubicBezTo>
                  <a:cubicBezTo>
                    <a:pt x="24248" y="15419"/>
                    <a:pt x="24356" y="15160"/>
                    <a:pt x="24439" y="15077"/>
                  </a:cubicBezTo>
                  <a:cubicBezTo>
                    <a:pt x="24530" y="15016"/>
                    <a:pt x="24591" y="14955"/>
                    <a:pt x="24652" y="14894"/>
                  </a:cubicBezTo>
                  <a:cubicBezTo>
                    <a:pt x="24682" y="14864"/>
                    <a:pt x="24804" y="14773"/>
                    <a:pt x="24865" y="14773"/>
                  </a:cubicBezTo>
                  <a:cubicBezTo>
                    <a:pt x="24925" y="14773"/>
                    <a:pt x="24956" y="14833"/>
                    <a:pt x="24986" y="14894"/>
                  </a:cubicBezTo>
                  <a:cubicBezTo>
                    <a:pt x="24986" y="14898"/>
                    <a:pt x="24987" y="14900"/>
                    <a:pt x="24989" y="14900"/>
                  </a:cubicBezTo>
                  <a:cubicBezTo>
                    <a:pt x="25002" y="14900"/>
                    <a:pt x="25055" y="14814"/>
                    <a:pt x="25108" y="14681"/>
                  </a:cubicBezTo>
                  <a:lnTo>
                    <a:pt x="25351" y="14833"/>
                  </a:lnTo>
                  <a:lnTo>
                    <a:pt x="25442" y="14894"/>
                  </a:lnTo>
                  <a:cubicBezTo>
                    <a:pt x="25459" y="14891"/>
                    <a:pt x="25474" y="14890"/>
                    <a:pt x="25487" y="14890"/>
                  </a:cubicBezTo>
                  <a:cubicBezTo>
                    <a:pt x="25624" y="14890"/>
                    <a:pt x="25622" y="15016"/>
                    <a:pt x="25594" y="15016"/>
                  </a:cubicBezTo>
                  <a:lnTo>
                    <a:pt x="25199" y="14925"/>
                  </a:lnTo>
                  <a:lnTo>
                    <a:pt x="25138" y="15107"/>
                  </a:lnTo>
                  <a:cubicBezTo>
                    <a:pt x="25047" y="15107"/>
                    <a:pt x="25229" y="15168"/>
                    <a:pt x="25503" y="15228"/>
                  </a:cubicBezTo>
                  <a:lnTo>
                    <a:pt x="25685" y="15137"/>
                  </a:lnTo>
                  <a:lnTo>
                    <a:pt x="25959" y="15016"/>
                  </a:lnTo>
                  <a:cubicBezTo>
                    <a:pt x="26111" y="15077"/>
                    <a:pt x="26232" y="15228"/>
                    <a:pt x="26263" y="15380"/>
                  </a:cubicBezTo>
                  <a:cubicBezTo>
                    <a:pt x="26248" y="15396"/>
                    <a:pt x="26278" y="15403"/>
                    <a:pt x="26331" y="15403"/>
                  </a:cubicBezTo>
                  <a:cubicBezTo>
                    <a:pt x="26384" y="15403"/>
                    <a:pt x="26460" y="15396"/>
                    <a:pt x="26536" y="15380"/>
                  </a:cubicBezTo>
                  <a:lnTo>
                    <a:pt x="26749" y="15472"/>
                  </a:lnTo>
                  <a:lnTo>
                    <a:pt x="26840" y="15532"/>
                  </a:lnTo>
                  <a:cubicBezTo>
                    <a:pt x="27083" y="15502"/>
                    <a:pt x="27205" y="15380"/>
                    <a:pt x="27205" y="15380"/>
                  </a:cubicBezTo>
                  <a:cubicBezTo>
                    <a:pt x="27175" y="15350"/>
                    <a:pt x="27205" y="15320"/>
                    <a:pt x="27235" y="15320"/>
                  </a:cubicBezTo>
                  <a:lnTo>
                    <a:pt x="27296" y="15320"/>
                  </a:lnTo>
                  <a:cubicBezTo>
                    <a:pt x="27324" y="15320"/>
                    <a:pt x="27628" y="15445"/>
                    <a:pt x="27729" y="15445"/>
                  </a:cubicBezTo>
                  <a:cubicBezTo>
                    <a:pt x="27739" y="15445"/>
                    <a:pt x="27747" y="15444"/>
                    <a:pt x="27752" y="15441"/>
                  </a:cubicBezTo>
                  <a:cubicBezTo>
                    <a:pt x="27843" y="15380"/>
                    <a:pt x="27935" y="15350"/>
                    <a:pt x="27995" y="15289"/>
                  </a:cubicBezTo>
                  <a:lnTo>
                    <a:pt x="28087" y="15380"/>
                  </a:lnTo>
                  <a:lnTo>
                    <a:pt x="28269" y="15532"/>
                  </a:lnTo>
                  <a:cubicBezTo>
                    <a:pt x="28482" y="15411"/>
                    <a:pt x="28542" y="15228"/>
                    <a:pt x="28482" y="15228"/>
                  </a:cubicBezTo>
                  <a:cubicBezTo>
                    <a:pt x="28474" y="15220"/>
                    <a:pt x="28481" y="15217"/>
                    <a:pt x="28496" y="15217"/>
                  </a:cubicBezTo>
                  <a:cubicBezTo>
                    <a:pt x="28538" y="15217"/>
                    <a:pt x="28642" y="15245"/>
                    <a:pt x="28664" y="15289"/>
                  </a:cubicBezTo>
                  <a:cubicBezTo>
                    <a:pt x="28694" y="15350"/>
                    <a:pt x="28725" y="15411"/>
                    <a:pt x="28755" y="15472"/>
                  </a:cubicBezTo>
                  <a:lnTo>
                    <a:pt x="28786" y="15472"/>
                  </a:lnTo>
                  <a:cubicBezTo>
                    <a:pt x="28846" y="15472"/>
                    <a:pt x="28877" y="15441"/>
                    <a:pt x="28907" y="15411"/>
                  </a:cubicBezTo>
                  <a:lnTo>
                    <a:pt x="28968" y="15350"/>
                  </a:lnTo>
                  <a:cubicBezTo>
                    <a:pt x="28998" y="15320"/>
                    <a:pt x="29044" y="15304"/>
                    <a:pt x="29090" y="15304"/>
                  </a:cubicBezTo>
                  <a:cubicBezTo>
                    <a:pt x="29135" y="15304"/>
                    <a:pt x="29181" y="15320"/>
                    <a:pt x="29211" y="15350"/>
                  </a:cubicBezTo>
                  <a:cubicBezTo>
                    <a:pt x="29226" y="15380"/>
                    <a:pt x="29242" y="15396"/>
                    <a:pt x="29257" y="15396"/>
                  </a:cubicBezTo>
                  <a:cubicBezTo>
                    <a:pt x="29272" y="15396"/>
                    <a:pt x="29287" y="15380"/>
                    <a:pt x="29302" y="15350"/>
                  </a:cubicBezTo>
                  <a:lnTo>
                    <a:pt x="29302" y="15320"/>
                  </a:lnTo>
                  <a:cubicBezTo>
                    <a:pt x="29333" y="15289"/>
                    <a:pt x="29272" y="15168"/>
                    <a:pt x="29394" y="15168"/>
                  </a:cubicBezTo>
                  <a:cubicBezTo>
                    <a:pt x="29515" y="15168"/>
                    <a:pt x="29515" y="15228"/>
                    <a:pt x="29515" y="15320"/>
                  </a:cubicBezTo>
                  <a:lnTo>
                    <a:pt x="29515" y="15380"/>
                  </a:lnTo>
                  <a:cubicBezTo>
                    <a:pt x="29515" y="15441"/>
                    <a:pt x="29606" y="15502"/>
                    <a:pt x="29697" y="15502"/>
                  </a:cubicBezTo>
                  <a:lnTo>
                    <a:pt x="29758" y="15502"/>
                  </a:lnTo>
                  <a:cubicBezTo>
                    <a:pt x="29880" y="15502"/>
                    <a:pt x="30001" y="15441"/>
                    <a:pt x="30123" y="15411"/>
                  </a:cubicBezTo>
                  <a:lnTo>
                    <a:pt x="30336" y="15259"/>
                  </a:lnTo>
                  <a:cubicBezTo>
                    <a:pt x="30336" y="15350"/>
                    <a:pt x="30366" y="15441"/>
                    <a:pt x="30397" y="15502"/>
                  </a:cubicBezTo>
                  <a:cubicBezTo>
                    <a:pt x="30397" y="15502"/>
                    <a:pt x="30609" y="15502"/>
                    <a:pt x="30609" y="15472"/>
                  </a:cubicBezTo>
                  <a:cubicBezTo>
                    <a:pt x="30609" y="15441"/>
                    <a:pt x="30647" y="15426"/>
                    <a:pt x="30689" y="15426"/>
                  </a:cubicBezTo>
                  <a:cubicBezTo>
                    <a:pt x="30731" y="15426"/>
                    <a:pt x="30777" y="15441"/>
                    <a:pt x="30792" y="15472"/>
                  </a:cubicBezTo>
                  <a:cubicBezTo>
                    <a:pt x="31005" y="15532"/>
                    <a:pt x="31187" y="15563"/>
                    <a:pt x="31400" y="15593"/>
                  </a:cubicBezTo>
                  <a:cubicBezTo>
                    <a:pt x="31521" y="15593"/>
                    <a:pt x="31643" y="15593"/>
                    <a:pt x="31734" y="15563"/>
                  </a:cubicBezTo>
                  <a:lnTo>
                    <a:pt x="31764" y="15502"/>
                  </a:lnTo>
                  <a:lnTo>
                    <a:pt x="31795" y="15502"/>
                  </a:lnTo>
                  <a:cubicBezTo>
                    <a:pt x="31798" y="15499"/>
                    <a:pt x="31803" y="15498"/>
                    <a:pt x="31810" y="15498"/>
                  </a:cubicBezTo>
                  <a:cubicBezTo>
                    <a:pt x="31879" y="15498"/>
                    <a:pt x="32140" y="15624"/>
                    <a:pt x="32251" y="15624"/>
                  </a:cubicBezTo>
                  <a:cubicBezTo>
                    <a:pt x="32261" y="15626"/>
                    <a:pt x="32271" y="15627"/>
                    <a:pt x="32280" y="15627"/>
                  </a:cubicBezTo>
                  <a:cubicBezTo>
                    <a:pt x="32418" y="15627"/>
                    <a:pt x="32524" y="15437"/>
                    <a:pt x="32524" y="15380"/>
                  </a:cubicBezTo>
                  <a:cubicBezTo>
                    <a:pt x="32524" y="15375"/>
                    <a:pt x="32527" y="15373"/>
                    <a:pt x="32532" y="15373"/>
                  </a:cubicBezTo>
                  <a:cubicBezTo>
                    <a:pt x="32557" y="15373"/>
                    <a:pt x="32642" y="15432"/>
                    <a:pt x="32767" y="15532"/>
                  </a:cubicBezTo>
                  <a:lnTo>
                    <a:pt x="33011" y="15532"/>
                  </a:lnTo>
                  <a:cubicBezTo>
                    <a:pt x="33071" y="15563"/>
                    <a:pt x="33163" y="15563"/>
                    <a:pt x="33223" y="15593"/>
                  </a:cubicBezTo>
                  <a:lnTo>
                    <a:pt x="33345" y="15624"/>
                  </a:lnTo>
                  <a:cubicBezTo>
                    <a:pt x="33497" y="15593"/>
                    <a:pt x="33527" y="15532"/>
                    <a:pt x="33497" y="15532"/>
                  </a:cubicBezTo>
                  <a:cubicBezTo>
                    <a:pt x="33467" y="15532"/>
                    <a:pt x="33527" y="15441"/>
                    <a:pt x="33649" y="15350"/>
                  </a:cubicBezTo>
                  <a:lnTo>
                    <a:pt x="33771" y="15320"/>
                  </a:lnTo>
                  <a:cubicBezTo>
                    <a:pt x="33816" y="15289"/>
                    <a:pt x="33854" y="15274"/>
                    <a:pt x="33892" y="15274"/>
                  </a:cubicBezTo>
                  <a:cubicBezTo>
                    <a:pt x="33930" y="15274"/>
                    <a:pt x="33968" y="15289"/>
                    <a:pt x="34014" y="15320"/>
                  </a:cubicBezTo>
                  <a:cubicBezTo>
                    <a:pt x="34074" y="15380"/>
                    <a:pt x="34014" y="15502"/>
                    <a:pt x="34135" y="15593"/>
                  </a:cubicBezTo>
                  <a:cubicBezTo>
                    <a:pt x="34161" y="15608"/>
                    <a:pt x="34184" y="15614"/>
                    <a:pt x="34206" y="15614"/>
                  </a:cubicBezTo>
                  <a:cubicBezTo>
                    <a:pt x="34284" y="15614"/>
                    <a:pt x="34345" y="15542"/>
                    <a:pt x="34400" y="15542"/>
                  </a:cubicBezTo>
                  <a:cubicBezTo>
                    <a:pt x="34424" y="15542"/>
                    <a:pt x="34447" y="15555"/>
                    <a:pt x="34470" y="15593"/>
                  </a:cubicBezTo>
                  <a:lnTo>
                    <a:pt x="34561" y="15684"/>
                  </a:lnTo>
                  <a:cubicBezTo>
                    <a:pt x="34682" y="15654"/>
                    <a:pt x="34804" y="15654"/>
                    <a:pt x="34926" y="15654"/>
                  </a:cubicBezTo>
                  <a:lnTo>
                    <a:pt x="34986" y="15654"/>
                  </a:lnTo>
                  <a:cubicBezTo>
                    <a:pt x="35017" y="15654"/>
                    <a:pt x="35017" y="15624"/>
                    <a:pt x="35078" y="15624"/>
                  </a:cubicBezTo>
                  <a:lnTo>
                    <a:pt x="35260" y="15624"/>
                  </a:lnTo>
                  <a:cubicBezTo>
                    <a:pt x="35301" y="15664"/>
                    <a:pt x="35335" y="15679"/>
                    <a:pt x="35365" y="15679"/>
                  </a:cubicBezTo>
                  <a:cubicBezTo>
                    <a:pt x="35441" y="15679"/>
                    <a:pt x="35495" y="15590"/>
                    <a:pt x="35570" y="15590"/>
                  </a:cubicBezTo>
                  <a:cubicBezTo>
                    <a:pt x="35578" y="15590"/>
                    <a:pt x="35586" y="15591"/>
                    <a:pt x="35594" y="15593"/>
                  </a:cubicBezTo>
                  <a:lnTo>
                    <a:pt x="35716" y="15654"/>
                  </a:lnTo>
                  <a:cubicBezTo>
                    <a:pt x="35868" y="15654"/>
                    <a:pt x="35989" y="15624"/>
                    <a:pt x="36111" y="15593"/>
                  </a:cubicBezTo>
                  <a:lnTo>
                    <a:pt x="36141" y="15593"/>
                  </a:lnTo>
                  <a:lnTo>
                    <a:pt x="36324" y="15745"/>
                  </a:lnTo>
                  <a:cubicBezTo>
                    <a:pt x="36567" y="15745"/>
                    <a:pt x="36810" y="15684"/>
                    <a:pt x="37053" y="15624"/>
                  </a:cubicBezTo>
                  <a:cubicBezTo>
                    <a:pt x="37053" y="15602"/>
                    <a:pt x="37061" y="15592"/>
                    <a:pt x="37073" y="15592"/>
                  </a:cubicBezTo>
                  <a:cubicBezTo>
                    <a:pt x="37096" y="15592"/>
                    <a:pt x="37136" y="15626"/>
                    <a:pt x="37175" y="15684"/>
                  </a:cubicBezTo>
                  <a:lnTo>
                    <a:pt x="37296" y="15684"/>
                  </a:lnTo>
                  <a:lnTo>
                    <a:pt x="37540" y="15624"/>
                  </a:lnTo>
                  <a:lnTo>
                    <a:pt x="38178" y="15624"/>
                  </a:lnTo>
                  <a:cubicBezTo>
                    <a:pt x="38208" y="15624"/>
                    <a:pt x="38421" y="15654"/>
                    <a:pt x="38664" y="15715"/>
                  </a:cubicBezTo>
                  <a:lnTo>
                    <a:pt x="39090" y="15654"/>
                  </a:lnTo>
                  <a:cubicBezTo>
                    <a:pt x="39090" y="15624"/>
                    <a:pt x="39151" y="15624"/>
                    <a:pt x="39151" y="15624"/>
                  </a:cubicBezTo>
                  <a:lnTo>
                    <a:pt x="39272" y="15745"/>
                  </a:lnTo>
                  <a:cubicBezTo>
                    <a:pt x="39515" y="15715"/>
                    <a:pt x="39728" y="15715"/>
                    <a:pt x="39941" y="15715"/>
                  </a:cubicBezTo>
                  <a:cubicBezTo>
                    <a:pt x="40070" y="15736"/>
                    <a:pt x="40184" y="15758"/>
                    <a:pt x="40293" y="15758"/>
                  </a:cubicBezTo>
                  <a:cubicBezTo>
                    <a:pt x="40338" y="15758"/>
                    <a:pt x="40383" y="15754"/>
                    <a:pt x="40427" y="15745"/>
                  </a:cubicBezTo>
                  <a:cubicBezTo>
                    <a:pt x="40518" y="15715"/>
                    <a:pt x="40610" y="15715"/>
                    <a:pt x="40670" y="15715"/>
                  </a:cubicBezTo>
                  <a:lnTo>
                    <a:pt x="40731" y="15715"/>
                  </a:lnTo>
                  <a:cubicBezTo>
                    <a:pt x="40796" y="15736"/>
                    <a:pt x="40875" y="15758"/>
                    <a:pt x="40927" y="15758"/>
                  </a:cubicBezTo>
                  <a:cubicBezTo>
                    <a:pt x="40949" y="15758"/>
                    <a:pt x="40965" y="15754"/>
                    <a:pt x="40974" y="15745"/>
                  </a:cubicBezTo>
                  <a:cubicBezTo>
                    <a:pt x="41058" y="15695"/>
                    <a:pt x="41151" y="15672"/>
                    <a:pt x="41248" y="15672"/>
                  </a:cubicBezTo>
                  <a:cubicBezTo>
                    <a:pt x="41327" y="15672"/>
                    <a:pt x="41409" y="15687"/>
                    <a:pt x="41491" y="15715"/>
                  </a:cubicBezTo>
                  <a:lnTo>
                    <a:pt x="41643" y="15745"/>
                  </a:lnTo>
                  <a:cubicBezTo>
                    <a:pt x="41765" y="15715"/>
                    <a:pt x="41886" y="15684"/>
                    <a:pt x="42008" y="15684"/>
                  </a:cubicBezTo>
                  <a:cubicBezTo>
                    <a:pt x="42069" y="15733"/>
                    <a:pt x="42120" y="15757"/>
                    <a:pt x="42161" y="15757"/>
                  </a:cubicBezTo>
                  <a:cubicBezTo>
                    <a:pt x="42223" y="15757"/>
                    <a:pt x="42263" y="15703"/>
                    <a:pt x="42281" y="15593"/>
                  </a:cubicBezTo>
                  <a:lnTo>
                    <a:pt x="42433" y="15593"/>
                  </a:lnTo>
                  <a:cubicBezTo>
                    <a:pt x="42494" y="15654"/>
                    <a:pt x="42798" y="15715"/>
                    <a:pt x="42889" y="15745"/>
                  </a:cubicBezTo>
                  <a:lnTo>
                    <a:pt x="43072" y="15806"/>
                  </a:lnTo>
                  <a:cubicBezTo>
                    <a:pt x="43315" y="15745"/>
                    <a:pt x="43588" y="15745"/>
                    <a:pt x="43831" y="15745"/>
                  </a:cubicBezTo>
                  <a:lnTo>
                    <a:pt x="44318" y="15745"/>
                  </a:lnTo>
                  <a:cubicBezTo>
                    <a:pt x="44455" y="15760"/>
                    <a:pt x="44591" y="15768"/>
                    <a:pt x="44728" y="15768"/>
                  </a:cubicBezTo>
                  <a:cubicBezTo>
                    <a:pt x="44865" y="15768"/>
                    <a:pt x="45002" y="15760"/>
                    <a:pt x="45139" y="15745"/>
                  </a:cubicBezTo>
                  <a:cubicBezTo>
                    <a:pt x="45149" y="15724"/>
                    <a:pt x="45179" y="15714"/>
                    <a:pt x="45223" y="15714"/>
                  </a:cubicBezTo>
                  <a:cubicBezTo>
                    <a:pt x="45302" y="15714"/>
                    <a:pt x="45427" y="15747"/>
                    <a:pt x="45564" y="15806"/>
                  </a:cubicBezTo>
                  <a:lnTo>
                    <a:pt x="45777" y="15745"/>
                  </a:lnTo>
                  <a:cubicBezTo>
                    <a:pt x="45830" y="15736"/>
                    <a:pt x="45884" y="15733"/>
                    <a:pt x="45936" y="15733"/>
                  </a:cubicBezTo>
                  <a:cubicBezTo>
                    <a:pt x="46063" y="15733"/>
                    <a:pt x="46186" y="15754"/>
                    <a:pt x="46294" y="15776"/>
                  </a:cubicBezTo>
                  <a:lnTo>
                    <a:pt x="46354" y="15776"/>
                  </a:lnTo>
                  <a:cubicBezTo>
                    <a:pt x="46567" y="15776"/>
                    <a:pt x="46780" y="15715"/>
                    <a:pt x="46993" y="15684"/>
                  </a:cubicBezTo>
                  <a:lnTo>
                    <a:pt x="47236" y="15776"/>
                  </a:lnTo>
                  <a:cubicBezTo>
                    <a:pt x="47266" y="15791"/>
                    <a:pt x="47304" y="15798"/>
                    <a:pt x="47346" y="15798"/>
                  </a:cubicBezTo>
                  <a:cubicBezTo>
                    <a:pt x="47388" y="15798"/>
                    <a:pt x="47433" y="15791"/>
                    <a:pt x="47479" y="15776"/>
                  </a:cubicBezTo>
                  <a:cubicBezTo>
                    <a:pt x="47540" y="15776"/>
                    <a:pt x="47601" y="15715"/>
                    <a:pt x="47692" y="15715"/>
                  </a:cubicBezTo>
                  <a:cubicBezTo>
                    <a:pt x="47753" y="15715"/>
                    <a:pt x="47813" y="15776"/>
                    <a:pt x="47905" y="15776"/>
                  </a:cubicBezTo>
                  <a:lnTo>
                    <a:pt x="47935" y="15776"/>
                  </a:lnTo>
                  <a:cubicBezTo>
                    <a:pt x="48056" y="15654"/>
                    <a:pt x="48178" y="15593"/>
                    <a:pt x="48330" y="15532"/>
                  </a:cubicBezTo>
                  <a:cubicBezTo>
                    <a:pt x="48340" y="15529"/>
                    <a:pt x="48348" y="15528"/>
                    <a:pt x="48354" y="15528"/>
                  </a:cubicBezTo>
                  <a:cubicBezTo>
                    <a:pt x="48402" y="15528"/>
                    <a:pt x="48323" y="15630"/>
                    <a:pt x="48269" y="15684"/>
                  </a:cubicBezTo>
                  <a:cubicBezTo>
                    <a:pt x="48217" y="15711"/>
                    <a:pt x="48300" y="15782"/>
                    <a:pt x="48362" y="15782"/>
                  </a:cubicBezTo>
                  <a:cubicBezTo>
                    <a:pt x="48373" y="15782"/>
                    <a:pt x="48382" y="15780"/>
                    <a:pt x="48391" y="15776"/>
                  </a:cubicBezTo>
                  <a:cubicBezTo>
                    <a:pt x="48396" y="15773"/>
                    <a:pt x="48406" y="15772"/>
                    <a:pt x="48418" y="15772"/>
                  </a:cubicBezTo>
                  <a:cubicBezTo>
                    <a:pt x="48526" y="15772"/>
                    <a:pt x="48876" y="15871"/>
                    <a:pt x="49086" y="15871"/>
                  </a:cubicBezTo>
                  <a:cubicBezTo>
                    <a:pt x="49109" y="15871"/>
                    <a:pt x="49131" y="15870"/>
                    <a:pt x="49151" y="15867"/>
                  </a:cubicBezTo>
                  <a:cubicBezTo>
                    <a:pt x="49272" y="15867"/>
                    <a:pt x="49394" y="15836"/>
                    <a:pt x="49515" y="15836"/>
                  </a:cubicBezTo>
                  <a:lnTo>
                    <a:pt x="49546" y="15836"/>
                  </a:lnTo>
                  <a:cubicBezTo>
                    <a:pt x="49637" y="15776"/>
                    <a:pt x="49683" y="15745"/>
                    <a:pt x="49724" y="15745"/>
                  </a:cubicBezTo>
                  <a:cubicBezTo>
                    <a:pt x="49766" y="15745"/>
                    <a:pt x="49804" y="15776"/>
                    <a:pt x="49880" y="15836"/>
                  </a:cubicBezTo>
                  <a:lnTo>
                    <a:pt x="49911" y="15867"/>
                  </a:lnTo>
                  <a:cubicBezTo>
                    <a:pt x="49916" y="15870"/>
                    <a:pt x="49922" y="15871"/>
                    <a:pt x="49928" y="15871"/>
                  </a:cubicBezTo>
                  <a:cubicBezTo>
                    <a:pt x="49987" y="15871"/>
                    <a:pt x="50063" y="15742"/>
                    <a:pt x="50063" y="15715"/>
                  </a:cubicBezTo>
                  <a:cubicBezTo>
                    <a:pt x="50063" y="15684"/>
                    <a:pt x="50093" y="15654"/>
                    <a:pt x="50123" y="15624"/>
                  </a:cubicBezTo>
                  <a:cubicBezTo>
                    <a:pt x="50154" y="15684"/>
                    <a:pt x="50154" y="15745"/>
                    <a:pt x="50184" y="15806"/>
                  </a:cubicBezTo>
                  <a:cubicBezTo>
                    <a:pt x="50184" y="15836"/>
                    <a:pt x="50336" y="15867"/>
                    <a:pt x="50488" y="15867"/>
                  </a:cubicBezTo>
                  <a:lnTo>
                    <a:pt x="50640" y="15867"/>
                  </a:lnTo>
                  <a:lnTo>
                    <a:pt x="50792" y="15897"/>
                  </a:lnTo>
                  <a:cubicBezTo>
                    <a:pt x="50944" y="15897"/>
                    <a:pt x="51187" y="15867"/>
                    <a:pt x="51309" y="15867"/>
                  </a:cubicBezTo>
                  <a:lnTo>
                    <a:pt x="51552" y="15867"/>
                  </a:lnTo>
                  <a:cubicBezTo>
                    <a:pt x="51579" y="15813"/>
                    <a:pt x="51655" y="15710"/>
                    <a:pt x="51714" y="15710"/>
                  </a:cubicBezTo>
                  <a:cubicBezTo>
                    <a:pt x="51721" y="15710"/>
                    <a:pt x="51728" y="15712"/>
                    <a:pt x="51734" y="15715"/>
                  </a:cubicBezTo>
                  <a:cubicBezTo>
                    <a:pt x="51795" y="15745"/>
                    <a:pt x="51826" y="15806"/>
                    <a:pt x="51856" y="15867"/>
                  </a:cubicBezTo>
                  <a:cubicBezTo>
                    <a:pt x="51947" y="15836"/>
                    <a:pt x="52038" y="15806"/>
                    <a:pt x="52130" y="15776"/>
                  </a:cubicBezTo>
                  <a:lnTo>
                    <a:pt x="52525" y="15776"/>
                  </a:lnTo>
                  <a:cubicBezTo>
                    <a:pt x="52616" y="15776"/>
                    <a:pt x="52707" y="15745"/>
                    <a:pt x="52768" y="15684"/>
                  </a:cubicBezTo>
                  <a:lnTo>
                    <a:pt x="52859" y="15836"/>
                  </a:lnTo>
                  <a:cubicBezTo>
                    <a:pt x="52889" y="15867"/>
                    <a:pt x="53102" y="15867"/>
                    <a:pt x="53254" y="15867"/>
                  </a:cubicBezTo>
                  <a:lnTo>
                    <a:pt x="53467" y="15867"/>
                  </a:lnTo>
                  <a:cubicBezTo>
                    <a:pt x="53560" y="15844"/>
                    <a:pt x="53653" y="15834"/>
                    <a:pt x="53746" y="15834"/>
                  </a:cubicBezTo>
                  <a:cubicBezTo>
                    <a:pt x="53896" y="15834"/>
                    <a:pt x="54046" y="15860"/>
                    <a:pt x="54196" y="15897"/>
                  </a:cubicBezTo>
                  <a:lnTo>
                    <a:pt x="54288" y="15867"/>
                  </a:lnTo>
                  <a:cubicBezTo>
                    <a:pt x="54303" y="15859"/>
                    <a:pt x="54318" y="15856"/>
                    <a:pt x="54331" y="15856"/>
                  </a:cubicBezTo>
                  <a:cubicBezTo>
                    <a:pt x="54396" y="15856"/>
                    <a:pt x="54435" y="15935"/>
                    <a:pt x="54503" y="15935"/>
                  </a:cubicBezTo>
                  <a:cubicBezTo>
                    <a:pt x="54528" y="15935"/>
                    <a:pt x="54557" y="15925"/>
                    <a:pt x="54592" y="15897"/>
                  </a:cubicBezTo>
                  <a:cubicBezTo>
                    <a:pt x="54642" y="15872"/>
                    <a:pt x="54692" y="15857"/>
                    <a:pt x="54740" y="15857"/>
                  </a:cubicBezTo>
                  <a:cubicBezTo>
                    <a:pt x="54809" y="15857"/>
                    <a:pt x="54873" y="15887"/>
                    <a:pt x="54926" y="15958"/>
                  </a:cubicBezTo>
                  <a:cubicBezTo>
                    <a:pt x="55291" y="15897"/>
                    <a:pt x="55625" y="15867"/>
                    <a:pt x="55959" y="15867"/>
                  </a:cubicBezTo>
                  <a:cubicBezTo>
                    <a:pt x="56081" y="15897"/>
                    <a:pt x="56172" y="15897"/>
                    <a:pt x="56294" y="15897"/>
                  </a:cubicBezTo>
                  <a:lnTo>
                    <a:pt x="56324" y="15897"/>
                  </a:lnTo>
                  <a:cubicBezTo>
                    <a:pt x="56335" y="15886"/>
                    <a:pt x="56346" y="15882"/>
                    <a:pt x="56356" y="15882"/>
                  </a:cubicBezTo>
                  <a:cubicBezTo>
                    <a:pt x="56392" y="15882"/>
                    <a:pt x="56430" y="15927"/>
                    <a:pt x="56475" y="15927"/>
                  </a:cubicBezTo>
                  <a:cubicBezTo>
                    <a:pt x="56494" y="15927"/>
                    <a:pt x="56515" y="15919"/>
                    <a:pt x="56537" y="15897"/>
                  </a:cubicBezTo>
                  <a:lnTo>
                    <a:pt x="56567" y="15836"/>
                  </a:lnTo>
                  <a:cubicBezTo>
                    <a:pt x="56593" y="15831"/>
                    <a:pt x="56619" y="15829"/>
                    <a:pt x="56645" y="15829"/>
                  </a:cubicBezTo>
                  <a:cubicBezTo>
                    <a:pt x="56770" y="15829"/>
                    <a:pt x="56887" y="15888"/>
                    <a:pt x="56962" y="15988"/>
                  </a:cubicBezTo>
                  <a:lnTo>
                    <a:pt x="57084" y="15928"/>
                  </a:lnTo>
                  <a:lnTo>
                    <a:pt x="57236" y="15806"/>
                  </a:lnTo>
                  <a:cubicBezTo>
                    <a:pt x="57418" y="15867"/>
                    <a:pt x="57601" y="15897"/>
                    <a:pt x="57783" y="15988"/>
                  </a:cubicBezTo>
                  <a:lnTo>
                    <a:pt x="57905" y="15897"/>
                  </a:lnTo>
                  <a:cubicBezTo>
                    <a:pt x="57921" y="15889"/>
                    <a:pt x="57937" y="15886"/>
                    <a:pt x="57955" y="15886"/>
                  </a:cubicBezTo>
                  <a:cubicBezTo>
                    <a:pt x="58026" y="15886"/>
                    <a:pt x="58104" y="15942"/>
                    <a:pt x="58178" y="15942"/>
                  </a:cubicBezTo>
                  <a:cubicBezTo>
                    <a:pt x="58220" y="15942"/>
                    <a:pt x="58262" y="15924"/>
                    <a:pt x="58300" y="15867"/>
                  </a:cubicBezTo>
                  <a:cubicBezTo>
                    <a:pt x="58482" y="15867"/>
                    <a:pt x="58665" y="15928"/>
                    <a:pt x="58817" y="15988"/>
                  </a:cubicBezTo>
                  <a:lnTo>
                    <a:pt x="58999" y="15867"/>
                  </a:lnTo>
                  <a:cubicBezTo>
                    <a:pt x="59045" y="15852"/>
                    <a:pt x="59090" y="15844"/>
                    <a:pt x="59132" y="15844"/>
                  </a:cubicBezTo>
                  <a:cubicBezTo>
                    <a:pt x="59174" y="15844"/>
                    <a:pt x="59212" y="15852"/>
                    <a:pt x="59242" y="15867"/>
                  </a:cubicBezTo>
                  <a:lnTo>
                    <a:pt x="59455" y="16019"/>
                  </a:lnTo>
                  <a:cubicBezTo>
                    <a:pt x="59698" y="15958"/>
                    <a:pt x="60093" y="15928"/>
                    <a:pt x="60184" y="15928"/>
                  </a:cubicBezTo>
                  <a:cubicBezTo>
                    <a:pt x="60205" y="15917"/>
                    <a:pt x="60245" y="15914"/>
                    <a:pt x="60292" y="15914"/>
                  </a:cubicBezTo>
                  <a:cubicBezTo>
                    <a:pt x="60387" y="15914"/>
                    <a:pt x="60509" y="15928"/>
                    <a:pt x="60549" y="15928"/>
                  </a:cubicBezTo>
                  <a:cubicBezTo>
                    <a:pt x="60671" y="15867"/>
                    <a:pt x="60823" y="15867"/>
                    <a:pt x="60944" y="15867"/>
                  </a:cubicBezTo>
                  <a:lnTo>
                    <a:pt x="61218" y="15928"/>
                  </a:lnTo>
                  <a:lnTo>
                    <a:pt x="61279" y="15928"/>
                  </a:lnTo>
                  <a:cubicBezTo>
                    <a:pt x="61370" y="15928"/>
                    <a:pt x="61461" y="15867"/>
                    <a:pt x="61552" y="15867"/>
                  </a:cubicBezTo>
                  <a:cubicBezTo>
                    <a:pt x="61613" y="15867"/>
                    <a:pt x="61704" y="15867"/>
                    <a:pt x="61795" y="15836"/>
                  </a:cubicBezTo>
                  <a:cubicBezTo>
                    <a:pt x="61856" y="15806"/>
                    <a:pt x="61795" y="15684"/>
                    <a:pt x="61947" y="15684"/>
                  </a:cubicBezTo>
                  <a:lnTo>
                    <a:pt x="62039" y="15684"/>
                  </a:lnTo>
                  <a:cubicBezTo>
                    <a:pt x="62048" y="15681"/>
                    <a:pt x="62059" y="15680"/>
                    <a:pt x="62069" y="15680"/>
                  </a:cubicBezTo>
                  <a:cubicBezTo>
                    <a:pt x="62155" y="15680"/>
                    <a:pt x="62251" y="15782"/>
                    <a:pt x="62251" y="15836"/>
                  </a:cubicBezTo>
                  <a:cubicBezTo>
                    <a:pt x="62356" y="15860"/>
                    <a:pt x="62460" y="15870"/>
                    <a:pt x="62565" y="15870"/>
                  </a:cubicBezTo>
                  <a:cubicBezTo>
                    <a:pt x="62734" y="15870"/>
                    <a:pt x="62903" y="15844"/>
                    <a:pt x="63072" y="15806"/>
                  </a:cubicBezTo>
                  <a:lnTo>
                    <a:pt x="63467" y="15867"/>
                  </a:lnTo>
                  <a:cubicBezTo>
                    <a:pt x="63498" y="15867"/>
                    <a:pt x="63528" y="15776"/>
                    <a:pt x="63558" y="15745"/>
                  </a:cubicBezTo>
                  <a:cubicBezTo>
                    <a:pt x="63649" y="15776"/>
                    <a:pt x="63710" y="15806"/>
                    <a:pt x="63741" y="15836"/>
                  </a:cubicBezTo>
                  <a:lnTo>
                    <a:pt x="63832" y="15897"/>
                  </a:lnTo>
                  <a:lnTo>
                    <a:pt x="63984" y="15958"/>
                  </a:lnTo>
                  <a:cubicBezTo>
                    <a:pt x="64166" y="15897"/>
                    <a:pt x="64349" y="15867"/>
                    <a:pt x="64531" y="15867"/>
                  </a:cubicBezTo>
                  <a:cubicBezTo>
                    <a:pt x="64592" y="15867"/>
                    <a:pt x="64622" y="15806"/>
                    <a:pt x="64622" y="15745"/>
                  </a:cubicBezTo>
                  <a:cubicBezTo>
                    <a:pt x="64592" y="15745"/>
                    <a:pt x="64683" y="15715"/>
                    <a:pt x="64835" y="15715"/>
                  </a:cubicBezTo>
                  <a:lnTo>
                    <a:pt x="64896" y="15928"/>
                  </a:lnTo>
                  <a:cubicBezTo>
                    <a:pt x="65108" y="15897"/>
                    <a:pt x="65990" y="15867"/>
                    <a:pt x="66264" y="15867"/>
                  </a:cubicBezTo>
                  <a:cubicBezTo>
                    <a:pt x="66567" y="15867"/>
                    <a:pt x="66841" y="15836"/>
                    <a:pt x="67145" y="15776"/>
                  </a:cubicBezTo>
                  <a:lnTo>
                    <a:pt x="67267" y="15806"/>
                  </a:lnTo>
                  <a:lnTo>
                    <a:pt x="67449" y="15867"/>
                  </a:lnTo>
                  <a:cubicBezTo>
                    <a:pt x="67550" y="15867"/>
                    <a:pt x="67760" y="15853"/>
                    <a:pt x="67915" y="15853"/>
                  </a:cubicBezTo>
                  <a:cubicBezTo>
                    <a:pt x="67993" y="15853"/>
                    <a:pt x="68057" y="15857"/>
                    <a:pt x="68087" y="15867"/>
                  </a:cubicBezTo>
                  <a:lnTo>
                    <a:pt x="68543" y="15867"/>
                  </a:lnTo>
                  <a:cubicBezTo>
                    <a:pt x="68556" y="15862"/>
                    <a:pt x="68574" y="15861"/>
                    <a:pt x="68596" y="15861"/>
                  </a:cubicBezTo>
                  <a:cubicBezTo>
                    <a:pt x="68726" y="15861"/>
                    <a:pt x="68986" y="15928"/>
                    <a:pt x="69090" y="15928"/>
                  </a:cubicBezTo>
                  <a:cubicBezTo>
                    <a:pt x="69212" y="15897"/>
                    <a:pt x="69516" y="15897"/>
                    <a:pt x="69637" y="15867"/>
                  </a:cubicBezTo>
                  <a:cubicBezTo>
                    <a:pt x="69710" y="15867"/>
                    <a:pt x="69920" y="15789"/>
                    <a:pt x="70031" y="15789"/>
                  </a:cubicBezTo>
                  <a:cubicBezTo>
                    <a:pt x="70059" y="15789"/>
                    <a:pt x="70081" y="15794"/>
                    <a:pt x="70093" y="15806"/>
                  </a:cubicBezTo>
                  <a:cubicBezTo>
                    <a:pt x="70124" y="15826"/>
                    <a:pt x="70174" y="15833"/>
                    <a:pt x="70232" y="15833"/>
                  </a:cubicBezTo>
                  <a:cubicBezTo>
                    <a:pt x="70347" y="15833"/>
                    <a:pt x="70489" y="15806"/>
                    <a:pt x="70549" y="15806"/>
                  </a:cubicBezTo>
                  <a:cubicBezTo>
                    <a:pt x="70640" y="15806"/>
                    <a:pt x="71400" y="15897"/>
                    <a:pt x="71644" y="15897"/>
                  </a:cubicBezTo>
                  <a:cubicBezTo>
                    <a:pt x="71878" y="15897"/>
                    <a:pt x="72180" y="15830"/>
                    <a:pt x="72299" y="15830"/>
                  </a:cubicBezTo>
                  <a:cubicBezTo>
                    <a:pt x="72319" y="15830"/>
                    <a:pt x="72334" y="15832"/>
                    <a:pt x="72343" y="15836"/>
                  </a:cubicBezTo>
                  <a:cubicBezTo>
                    <a:pt x="72354" y="15842"/>
                    <a:pt x="72369" y="15845"/>
                    <a:pt x="72386" y="15845"/>
                  </a:cubicBezTo>
                  <a:cubicBezTo>
                    <a:pt x="72458" y="15845"/>
                    <a:pt x="72567" y="15800"/>
                    <a:pt x="72616" y="15776"/>
                  </a:cubicBezTo>
                  <a:cubicBezTo>
                    <a:pt x="72647" y="15745"/>
                    <a:pt x="72707" y="15715"/>
                    <a:pt x="72768" y="15715"/>
                  </a:cubicBezTo>
                  <a:cubicBezTo>
                    <a:pt x="72799" y="15715"/>
                    <a:pt x="72829" y="15776"/>
                    <a:pt x="72890" y="15836"/>
                  </a:cubicBezTo>
                  <a:lnTo>
                    <a:pt x="73619" y="15836"/>
                  </a:lnTo>
                  <a:cubicBezTo>
                    <a:pt x="73832" y="15867"/>
                    <a:pt x="74045" y="15897"/>
                    <a:pt x="74258" y="15897"/>
                  </a:cubicBezTo>
                  <a:cubicBezTo>
                    <a:pt x="74413" y="15853"/>
                    <a:pt x="74585" y="15824"/>
                    <a:pt x="74762" y="15824"/>
                  </a:cubicBezTo>
                  <a:cubicBezTo>
                    <a:pt x="74826" y="15824"/>
                    <a:pt x="74892" y="15828"/>
                    <a:pt x="74957" y="15836"/>
                  </a:cubicBezTo>
                  <a:lnTo>
                    <a:pt x="75352" y="15836"/>
                  </a:lnTo>
                  <a:cubicBezTo>
                    <a:pt x="75397" y="15821"/>
                    <a:pt x="75641" y="15821"/>
                    <a:pt x="75907" y="15821"/>
                  </a:cubicBezTo>
                  <a:cubicBezTo>
                    <a:pt x="76173" y="15821"/>
                    <a:pt x="76461" y="15821"/>
                    <a:pt x="76598" y="15806"/>
                  </a:cubicBezTo>
                  <a:lnTo>
                    <a:pt x="77358" y="15715"/>
                  </a:lnTo>
                  <a:lnTo>
                    <a:pt x="77480" y="15776"/>
                  </a:lnTo>
                  <a:cubicBezTo>
                    <a:pt x="77515" y="15793"/>
                    <a:pt x="77540" y="15811"/>
                    <a:pt x="77566" y="15811"/>
                  </a:cubicBezTo>
                  <a:cubicBezTo>
                    <a:pt x="77586" y="15811"/>
                    <a:pt x="77606" y="15801"/>
                    <a:pt x="77632" y="15776"/>
                  </a:cubicBezTo>
                  <a:cubicBezTo>
                    <a:pt x="77641" y="15766"/>
                    <a:pt x="77650" y="15763"/>
                    <a:pt x="77661" y="15763"/>
                  </a:cubicBezTo>
                  <a:cubicBezTo>
                    <a:pt x="77701" y="15763"/>
                    <a:pt x="77749" y="15818"/>
                    <a:pt x="77791" y="15818"/>
                  </a:cubicBezTo>
                  <a:cubicBezTo>
                    <a:pt x="77810" y="15818"/>
                    <a:pt x="77828" y="15807"/>
                    <a:pt x="77844" y="15776"/>
                  </a:cubicBezTo>
                  <a:cubicBezTo>
                    <a:pt x="77844" y="15776"/>
                    <a:pt x="77942" y="15815"/>
                    <a:pt x="78012" y="15815"/>
                  </a:cubicBezTo>
                  <a:cubicBezTo>
                    <a:pt x="78029" y="15815"/>
                    <a:pt x="78045" y="15812"/>
                    <a:pt x="78057" y="15806"/>
                  </a:cubicBezTo>
                  <a:cubicBezTo>
                    <a:pt x="78087" y="15791"/>
                    <a:pt x="78125" y="15783"/>
                    <a:pt x="78163" y="15783"/>
                  </a:cubicBezTo>
                  <a:cubicBezTo>
                    <a:pt x="78201" y="15783"/>
                    <a:pt x="78239" y="15791"/>
                    <a:pt x="78270" y="15806"/>
                  </a:cubicBezTo>
                  <a:cubicBezTo>
                    <a:pt x="78324" y="15828"/>
                    <a:pt x="78377" y="15838"/>
                    <a:pt x="78430" y="15838"/>
                  </a:cubicBezTo>
                  <a:cubicBezTo>
                    <a:pt x="78526" y="15838"/>
                    <a:pt x="78617" y="15804"/>
                    <a:pt x="78695" y="15745"/>
                  </a:cubicBezTo>
                  <a:cubicBezTo>
                    <a:pt x="78707" y="15737"/>
                    <a:pt x="78720" y="15734"/>
                    <a:pt x="78735" y="15734"/>
                  </a:cubicBezTo>
                  <a:cubicBezTo>
                    <a:pt x="78812" y="15734"/>
                    <a:pt x="78924" y="15829"/>
                    <a:pt x="79019" y="15829"/>
                  </a:cubicBezTo>
                  <a:cubicBezTo>
                    <a:pt x="79044" y="15829"/>
                    <a:pt x="79068" y="15823"/>
                    <a:pt x="79091" y="15806"/>
                  </a:cubicBezTo>
                  <a:cubicBezTo>
                    <a:pt x="79166" y="15760"/>
                    <a:pt x="79258" y="15738"/>
                    <a:pt x="79349" y="15738"/>
                  </a:cubicBezTo>
                  <a:cubicBezTo>
                    <a:pt x="79440" y="15738"/>
                    <a:pt x="79531" y="15760"/>
                    <a:pt x="79607" y="15806"/>
                  </a:cubicBezTo>
                  <a:lnTo>
                    <a:pt x="79638" y="15836"/>
                  </a:lnTo>
                  <a:cubicBezTo>
                    <a:pt x="79719" y="15836"/>
                    <a:pt x="79992" y="15740"/>
                    <a:pt x="80116" y="15740"/>
                  </a:cubicBezTo>
                  <a:cubicBezTo>
                    <a:pt x="80131" y="15740"/>
                    <a:pt x="80144" y="15742"/>
                    <a:pt x="80154" y="15745"/>
                  </a:cubicBezTo>
                  <a:cubicBezTo>
                    <a:pt x="80192" y="15758"/>
                    <a:pt x="80230" y="15765"/>
                    <a:pt x="80266" y="15765"/>
                  </a:cubicBezTo>
                  <a:cubicBezTo>
                    <a:pt x="80316" y="15765"/>
                    <a:pt x="80362" y="15750"/>
                    <a:pt x="80398" y="15715"/>
                  </a:cubicBezTo>
                  <a:cubicBezTo>
                    <a:pt x="80403" y="15709"/>
                    <a:pt x="80410" y="15707"/>
                    <a:pt x="80418" y="15707"/>
                  </a:cubicBezTo>
                  <a:cubicBezTo>
                    <a:pt x="80450" y="15707"/>
                    <a:pt x="80495" y="15751"/>
                    <a:pt x="80519" y="15776"/>
                  </a:cubicBezTo>
                  <a:cubicBezTo>
                    <a:pt x="80519" y="15782"/>
                    <a:pt x="80526" y="15784"/>
                    <a:pt x="80537" y="15784"/>
                  </a:cubicBezTo>
                  <a:cubicBezTo>
                    <a:pt x="80567" y="15784"/>
                    <a:pt x="80628" y="15767"/>
                    <a:pt x="80668" y="15767"/>
                  </a:cubicBezTo>
                  <a:cubicBezTo>
                    <a:pt x="80683" y="15767"/>
                    <a:pt x="80695" y="15769"/>
                    <a:pt x="80701" y="15776"/>
                  </a:cubicBezTo>
                  <a:cubicBezTo>
                    <a:pt x="80754" y="15776"/>
                    <a:pt x="80895" y="15843"/>
                    <a:pt x="80973" y="15843"/>
                  </a:cubicBezTo>
                  <a:cubicBezTo>
                    <a:pt x="80986" y="15843"/>
                    <a:pt x="80997" y="15841"/>
                    <a:pt x="81005" y="15836"/>
                  </a:cubicBezTo>
                  <a:cubicBezTo>
                    <a:pt x="81009" y="15833"/>
                    <a:pt x="81020" y="15831"/>
                    <a:pt x="81037" y="15831"/>
                  </a:cubicBezTo>
                  <a:cubicBezTo>
                    <a:pt x="81139" y="15831"/>
                    <a:pt x="81457" y="15884"/>
                    <a:pt x="81684" y="15884"/>
                  </a:cubicBezTo>
                  <a:cubicBezTo>
                    <a:pt x="81752" y="15884"/>
                    <a:pt x="81813" y="15879"/>
                    <a:pt x="81857" y="15867"/>
                  </a:cubicBezTo>
                  <a:cubicBezTo>
                    <a:pt x="82039" y="15806"/>
                    <a:pt x="82252" y="15776"/>
                    <a:pt x="82464" y="15745"/>
                  </a:cubicBezTo>
                  <a:cubicBezTo>
                    <a:pt x="82586" y="15776"/>
                    <a:pt x="82708" y="15806"/>
                    <a:pt x="82829" y="15806"/>
                  </a:cubicBezTo>
                  <a:cubicBezTo>
                    <a:pt x="82981" y="15776"/>
                    <a:pt x="83133" y="15715"/>
                    <a:pt x="83255" y="15654"/>
                  </a:cubicBezTo>
                  <a:cubicBezTo>
                    <a:pt x="83271" y="15648"/>
                    <a:pt x="83290" y="15646"/>
                    <a:pt x="83310" y="15646"/>
                  </a:cubicBezTo>
                  <a:cubicBezTo>
                    <a:pt x="83398" y="15646"/>
                    <a:pt x="83503" y="15696"/>
                    <a:pt x="83528" y="15745"/>
                  </a:cubicBezTo>
                  <a:cubicBezTo>
                    <a:pt x="83541" y="15752"/>
                    <a:pt x="83558" y="15754"/>
                    <a:pt x="83577" y="15754"/>
                  </a:cubicBezTo>
                  <a:cubicBezTo>
                    <a:pt x="83630" y="15754"/>
                    <a:pt x="83700" y="15736"/>
                    <a:pt x="83753" y="15736"/>
                  </a:cubicBezTo>
                  <a:cubicBezTo>
                    <a:pt x="83772" y="15736"/>
                    <a:pt x="83789" y="15739"/>
                    <a:pt x="83802" y="15745"/>
                  </a:cubicBezTo>
                  <a:cubicBezTo>
                    <a:pt x="83923" y="15745"/>
                    <a:pt x="84075" y="15745"/>
                    <a:pt x="84227" y="15715"/>
                  </a:cubicBezTo>
                  <a:lnTo>
                    <a:pt x="84349" y="15776"/>
                  </a:lnTo>
                  <a:lnTo>
                    <a:pt x="84531" y="15867"/>
                  </a:lnTo>
                  <a:cubicBezTo>
                    <a:pt x="84744" y="15806"/>
                    <a:pt x="84926" y="15745"/>
                    <a:pt x="85139" y="15715"/>
                  </a:cubicBezTo>
                  <a:cubicBezTo>
                    <a:pt x="85215" y="15730"/>
                    <a:pt x="85291" y="15738"/>
                    <a:pt x="85367" y="15738"/>
                  </a:cubicBezTo>
                  <a:cubicBezTo>
                    <a:pt x="85443" y="15738"/>
                    <a:pt x="85519" y="15730"/>
                    <a:pt x="85595" y="15715"/>
                  </a:cubicBezTo>
                  <a:lnTo>
                    <a:pt x="85747" y="15776"/>
                  </a:lnTo>
                  <a:cubicBezTo>
                    <a:pt x="85758" y="15779"/>
                    <a:pt x="85770" y="15781"/>
                    <a:pt x="85782" y="15781"/>
                  </a:cubicBezTo>
                  <a:cubicBezTo>
                    <a:pt x="85838" y="15781"/>
                    <a:pt x="85909" y="15751"/>
                    <a:pt x="85986" y="15751"/>
                  </a:cubicBezTo>
                  <a:cubicBezTo>
                    <a:pt x="86036" y="15751"/>
                    <a:pt x="86089" y="15764"/>
                    <a:pt x="86142" y="15806"/>
                  </a:cubicBezTo>
                  <a:lnTo>
                    <a:pt x="86173" y="15867"/>
                  </a:lnTo>
                  <a:cubicBezTo>
                    <a:pt x="86294" y="15836"/>
                    <a:pt x="86385" y="15836"/>
                    <a:pt x="86507" y="15806"/>
                  </a:cubicBezTo>
                  <a:cubicBezTo>
                    <a:pt x="86720" y="15745"/>
                    <a:pt x="86933" y="15715"/>
                    <a:pt x="87145" y="15684"/>
                  </a:cubicBezTo>
                  <a:cubicBezTo>
                    <a:pt x="87328" y="15684"/>
                    <a:pt x="87814" y="15684"/>
                    <a:pt x="88270" y="15715"/>
                  </a:cubicBezTo>
                  <a:lnTo>
                    <a:pt x="88696" y="15745"/>
                  </a:lnTo>
                  <a:lnTo>
                    <a:pt x="88787" y="15745"/>
                  </a:lnTo>
                  <a:cubicBezTo>
                    <a:pt x="88814" y="15738"/>
                    <a:pt x="88851" y="15736"/>
                    <a:pt x="88892" y="15736"/>
                  </a:cubicBezTo>
                  <a:cubicBezTo>
                    <a:pt x="88964" y="15736"/>
                    <a:pt x="89048" y="15743"/>
                    <a:pt x="89112" y="15743"/>
                  </a:cubicBezTo>
                  <a:cubicBezTo>
                    <a:pt x="89171" y="15743"/>
                    <a:pt x="89212" y="15737"/>
                    <a:pt x="89212" y="15715"/>
                  </a:cubicBezTo>
                  <a:lnTo>
                    <a:pt x="89212" y="15776"/>
                  </a:lnTo>
                  <a:lnTo>
                    <a:pt x="89395" y="15745"/>
                  </a:lnTo>
                  <a:cubicBezTo>
                    <a:pt x="89486" y="15715"/>
                    <a:pt x="89577" y="15684"/>
                    <a:pt x="89638" y="15684"/>
                  </a:cubicBezTo>
                  <a:cubicBezTo>
                    <a:pt x="89759" y="15684"/>
                    <a:pt x="89851" y="15745"/>
                    <a:pt x="89972" y="15745"/>
                  </a:cubicBezTo>
                  <a:cubicBezTo>
                    <a:pt x="90086" y="15745"/>
                    <a:pt x="90217" y="15694"/>
                    <a:pt x="90301" y="15694"/>
                  </a:cubicBezTo>
                  <a:cubicBezTo>
                    <a:pt x="90329" y="15694"/>
                    <a:pt x="90352" y="15700"/>
                    <a:pt x="90367" y="15715"/>
                  </a:cubicBezTo>
                  <a:lnTo>
                    <a:pt x="90550" y="15806"/>
                  </a:lnTo>
                  <a:cubicBezTo>
                    <a:pt x="90604" y="15751"/>
                    <a:pt x="90714" y="15740"/>
                    <a:pt x="90806" y="15740"/>
                  </a:cubicBezTo>
                  <a:cubicBezTo>
                    <a:pt x="90867" y="15740"/>
                    <a:pt x="90921" y="15745"/>
                    <a:pt x="90945" y="15745"/>
                  </a:cubicBezTo>
                  <a:cubicBezTo>
                    <a:pt x="91127" y="15654"/>
                    <a:pt x="91310" y="15593"/>
                    <a:pt x="91522" y="15563"/>
                  </a:cubicBezTo>
                  <a:cubicBezTo>
                    <a:pt x="91653" y="15563"/>
                    <a:pt x="92029" y="15697"/>
                    <a:pt x="92210" y="15697"/>
                  </a:cubicBezTo>
                  <a:cubicBezTo>
                    <a:pt x="92240" y="15697"/>
                    <a:pt x="92265" y="15693"/>
                    <a:pt x="92282" y="15684"/>
                  </a:cubicBezTo>
                  <a:cubicBezTo>
                    <a:pt x="92404" y="15624"/>
                    <a:pt x="92525" y="15593"/>
                    <a:pt x="92677" y="15593"/>
                  </a:cubicBezTo>
                  <a:cubicBezTo>
                    <a:pt x="92699" y="15615"/>
                    <a:pt x="92781" y="15636"/>
                    <a:pt x="92849" y="15636"/>
                  </a:cubicBezTo>
                  <a:cubicBezTo>
                    <a:pt x="92877" y="15636"/>
                    <a:pt x="92903" y="15633"/>
                    <a:pt x="92921" y="15624"/>
                  </a:cubicBezTo>
                  <a:cubicBezTo>
                    <a:pt x="92951" y="15624"/>
                    <a:pt x="93103" y="15532"/>
                    <a:pt x="93133" y="15532"/>
                  </a:cubicBezTo>
                  <a:cubicBezTo>
                    <a:pt x="93255" y="15563"/>
                    <a:pt x="93376" y="15563"/>
                    <a:pt x="93528" y="15593"/>
                  </a:cubicBezTo>
                  <a:cubicBezTo>
                    <a:pt x="93570" y="15572"/>
                    <a:pt x="93728" y="15537"/>
                    <a:pt x="93842" y="15537"/>
                  </a:cubicBezTo>
                  <a:cubicBezTo>
                    <a:pt x="93893" y="15537"/>
                    <a:pt x="93935" y="15544"/>
                    <a:pt x="93954" y="15563"/>
                  </a:cubicBezTo>
                  <a:cubicBezTo>
                    <a:pt x="93960" y="15569"/>
                    <a:pt x="93969" y="15571"/>
                    <a:pt x="93980" y="15571"/>
                  </a:cubicBezTo>
                  <a:cubicBezTo>
                    <a:pt x="94029" y="15571"/>
                    <a:pt x="94118" y="15527"/>
                    <a:pt x="94167" y="15502"/>
                  </a:cubicBezTo>
                  <a:lnTo>
                    <a:pt x="94471" y="15380"/>
                  </a:lnTo>
                  <a:lnTo>
                    <a:pt x="94471" y="15441"/>
                  </a:lnTo>
                  <a:lnTo>
                    <a:pt x="94471" y="15654"/>
                  </a:lnTo>
                  <a:cubicBezTo>
                    <a:pt x="94611" y="15598"/>
                    <a:pt x="94881" y="15438"/>
                    <a:pt x="94970" y="15438"/>
                  </a:cubicBezTo>
                  <a:cubicBezTo>
                    <a:pt x="94977" y="15438"/>
                    <a:pt x="94983" y="15439"/>
                    <a:pt x="94987" y="15441"/>
                  </a:cubicBezTo>
                  <a:cubicBezTo>
                    <a:pt x="95109" y="15472"/>
                    <a:pt x="95261" y="15472"/>
                    <a:pt x="95383" y="15472"/>
                  </a:cubicBezTo>
                  <a:cubicBezTo>
                    <a:pt x="95474" y="15472"/>
                    <a:pt x="95595" y="15502"/>
                    <a:pt x="95687" y="15532"/>
                  </a:cubicBezTo>
                  <a:cubicBezTo>
                    <a:pt x="95713" y="15532"/>
                    <a:pt x="96051" y="15465"/>
                    <a:pt x="96243" y="15465"/>
                  </a:cubicBezTo>
                  <a:cubicBezTo>
                    <a:pt x="96275" y="15465"/>
                    <a:pt x="96303" y="15467"/>
                    <a:pt x="96325" y="15472"/>
                  </a:cubicBezTo>
                  <a:cubicBezTo>
                    <a:pt x="96446" y="15502"/>
                    <a:pt x="96598" y="15502"/>
                    <a:pt x="96720" y="15502"/>
                  </a:cubicBezTo>
                  <a:lnTo>
                    <a:pt x="96902" y="15502"/>
                  </a:lnTo>
                  <a:cubicBezTo>
                    <a:pt x="96994" y="15487"/>
                    <a:pt x="97085" y="15479"/>
                    <a:pt x="97176" y="15479"/>
                  </a:cubicBezTo>
                  <a:cubicBezTo>
                    <a:pt x="97267" y="15479"/>
                    <a:pt x="97358" y="15487"/>
                    <a:pt x="97450" y="15502"/>
                  </a:cubicBezTo>
                  <a:lnTo>
                    <a:pt x="97601" y="15411"/>
                  </a:lnTo>
                  <a:lnTo>
                    <a:pt x="97723" y="15350"/>
                  </a:lnTo>
                  <a:cubicBezTo>
                    <a:pt x="97905" y="15350"/>
                    <a:pt x="98088" y="15289"/>
                    <a:pt x="98270" y="15198"/>
                  </a:cubicBezTo>
                  <a:cubicBezTo>
                    <a:pt x="98273" y="15195"/>
                    <a:pt x="98277" y="15193"/>
                    <a:pt x="98281" y="15193"/>
                  </a:cubicBezTo>
                  <a:cubicBezTo>
                    <a:pt x="98313" y="15193"/>
                    <a:pt x="98365" y="15296"/>
                    <a:pt x="98392" y="15350"/>
                  </a:cubicBezTo>
                  <a:cubicBezTo>
                    <a:pt x="98392" y="15353"/>
                    <a:pt x="98393" y="15354"/>
                    <a:pt x="98396" y="15354"/>
                  </a:cubicBezTo>
                  <a:cubicBezTo>
                    <a:pt x="98423" y="15354"/>
                    <a:pt x="98580" y="15223"/>
                    <a:pt x="98635" y="15168"/>
                  </a:cubicBezTo>
                  <a:cubicBezTo>
                    <a:pt x="98653" y="15150"/>
                    <a:pt x="98673" y="15143"/>
                    <a:pt x="98693" y="15143"/>
                  </a:cubicBezTo>
                  <a:cubicBezTo>
                    <a:pt x="98741" y="15143"/>
                    <a:pt x="98787" y="15186"/>
                    <a:pt x="98787" y="15228"/>
                  </a:cubicBezTo>
                  <a:cubicBezTo>
                    <a:pt x="98787" y="15289"/>
                    <a:pt x="99060" y="15289"/>
                    <a:pt x="99152" y="15289"/>
                  </a:cubicBezTo>
                  <a:cubicBezTo>
                    <a:pt x="99243" y="15289"/>
                    <a:pt x="99243" y="15168"/>
                    <a:pt x="99152" y="15016"/>
                  </a:cubicBezTo>
                  <a:lnTo>
                    <a:pt x="99364" y="14985"/>
                  </a:lnTo>
                  <a:lnTo>
                    <a:pt x="99592" y="14928"/>
                  </a:lnTo>
                  <a:lnTo>
                    <a:pt x="99592" y="14928"/>
                  </a:lnTo>
                  <a:cubicBezTo>
                    <a:pt x="99594" y="14936"/>
                    <a:pt x="99598" y="14944"/>
                    <a:pt x="99604" y="14951"/>
                  </a:cubicBezTo>
                  <a:lnTo>
                    <a:pt x="99604" y="14951"/>
                  </a:lnTo>
                  <a:cubicBezTo>
                    <a:pt x="99605" y="14943"/>
                    <a:pt x="99606" y="14934"/>
                    <a:pt x="99608" y="14925"/>
                  </a:cubicBezTo>
                  <a:lnTo>
                    <a:pt x="99608" y="14925"/>
                  </a:lnTo>
                  <a:lnTo>
                    <a:pt x="99592" y="14928"/>
                  </a:lnTo>
                  <a:lnTo>
                    <a:pt x="99592" y="14928"/>
                  </a:lnTo>
                  <a:cubicBezTo>
                    <a:pt x="99579" y="14871"/>
                    <a:pt x="99677" y="14803"/>
                    <a:pt x="99729" y="14803"/>
                  </a:cubicBezTo>
                  <a:cubicBezTo>
                    <a:pt x="99760" y="14803"/>
                    <a:pt x="99729" y="14590"/>
                    <a:pt x="99790" y="14560"/>
                  </a:cubicBezTo>
                  <a:cubicBezTo>
                    <a:pt x="99798" y="14556"/>
                    <a:pt x="99807" y="14554"/>
                    <a:pt x="99815" y="14554"/>
                  </a:cubicBezTo>
                  <a:cubicBezTo>
                    <a:pt x="99867" y="14554"/>
                    <a:pt x="99912" y="14625"/>
                    <a:pt x="99912" y="14651"/>
                  </a:cubicBezTo>
                  <a:cubicBezTo>
                    <a:pt x="99917" y="14656"/>
                    <a:pt x="99926" y="14659"/>
                    <a:pt x="99940" y="14659"/>
                  </a:cubicBezTo>
                  <a:cubicBezTo>
                    <a:pt x="100005" y="14659"/>
                    <a:pt x="100161" y="14600"/>
                    <a:pt x="100337" y="14499"/>
                  </a:cubicBezTo>
                  <a:lnTo>
                    <a:pt x="100337" y="14256"/>
                  </a:lnTo>
                  <a:lnTo>
                    <a:pt x="100337" y="14043"/>
                  </a:lnTo>
                  <a:cubicBezTo>
                    <a:pt x="100307" y="13861"/>
                    <a:pt x="100246" y="13709"/>
                    <a:pt x="100094" y="13557"/>
                  </a:cubicBezTo>
                  <a:cubicBezTo>
                    <a:pt x="100064" y="13526"/>
                    <a:pt x="100094" y="13466"/>
                    <a:pt x="100185" y="13374"/>
                  </a:cubicBezTo>
                  <a:lnTo>
                    <a:pt x="100307" y="13374"/>
                  </a:lnTo>
                  <a:cubicBezTo>
                    <a:pt x="100367" y="13466"/>
                    <a:pt x="100428" y="13466"/>
                    <a:pt x="100428" y="13466"/>
                  </a:cubicBezTo>
                  <a:cubicBezTo>
                    <a:pt x="100519" y="13344"/>
                    <a:pt x="100611" y="13283"/>
                    <a:pt x="100702" y="13192"/>
                  </a:cubicBezTo>
                  <a:lnTo>
                    <a:pt x="100945" y="13040"/>
                  </a:lnTo>
                  <a:lnTo>
                    <a:pt x="100945" y="13010"/>
                  </a:lnTo>
                  <a:cubicBezTo>
                    <a:pt x="100945" y="12933"/>
                    <a:pt x="100687" y="12813"/>
                    <a:pt x="100533" y="12813"/>
                  </a:cubicBezTo>
                  <a:cubicBezTo>
                    <a:pt x="100504" y="12813"/>
                    <a:pt x="100478" y="12818"/>
                    <a:pt x="100459" y="12827"/>
                  </a:cubicBezTo>
                  <a:lnTo>
                    <a:pt x="100398" y="12827"/>
                  </a:lnTo>
                  <a:cubicBezTo>
                    <a:pt x="100367" y="12888"/>
                    <a:pt x="100337" y="12979"/>
                    <a:pt x="100337" y="13070"/>
                  </a:cubicBezTo>
                  <a:lnTo>
                    <a:pt x="100246" y="13101"/>
                  </a:lnTo>
                  <a:cubicBezTo>
                    <a:pt x="100185" y="13101"/>
                    <a:pt x="100094" y="13101"/>
                    <a:pt x="100064" y="13070"/>
                  </a:cubicBezTo>
                  <a:cubicBezTo>
                    <a:pt x="100033" y="13010"/>
                    <a:pt x="100033" y="12949"/>
                    <a:pt x="100064" y="12918"/>
                  </a:cubicBezTo>
                  <a:cubicBezTo>
                    <a:pt x="100094" y="12858"/>
                    <a:pt x="100124" y="12827"/>
                    <a:pt x="100185" y="12797"/>
                  </a:cubicBezTo>
                  <a:lnTo>
                    <a:pt x="100337" y="12706"/>
                  </a:lnTo>
                  <a:cubicBezTo>
                    <a:pt x="100550" y="12614"/>
                    <a:pt x="100459" y="12523"/>
                    <a:pt x="100398" y="12493"/>
                  </a:cubicBezTo>
                  <a:cubicBezTo>
                    <a:pt x="100307" y="12493"/>
                    <a:pt x="100307" y="12341"/>
                    <a:pt x="100337" y="12280"/>
                  </a:cubicBezTo>
                  <a:cubicBezTo>
                    <a:pt x="100367" y="12250"/>
                    <a:pt x="100185" y="12189"/>
                    <a:pt x="100155" y="12189"/>
                  </a:cubicBezTo>
                  <a:cubicBezTo>
                    <a:pt x="100094" y="12159"/>
                    <a:pt x="100155" y="12067"/>
                    <a:pt x="100185" y="12037"/>
                  </a:cubicBezTo>
                  <a:cubicBezTo>
                    <a:pt x="100216" y="12007"/>
                    <a:pt x="100185" y="11915"/>
                    <a:pt x="100124" y="11855"/>
                  </a:cubicBezTo>
                  <a:lnTo>
                    <a:pt x="100003" y="11915"/>
                  </a:lnTo>
                  <a:cubicBezTo>
                    <a:pt x="99957" y="11961"/>
                    <a:pt x="99896" y="11984"/>
                    <a:pt x="99832" y="11984"/>
                  </a:cubicBezTo>
                  <a:cubicBezTo>
                    <a:pt x="99767" y="11984"/>
                    <a:pt x="99699" y="11961"/>
                    <a:pt x="99638" y="11915"/>
                  </a:cubicBezTo>
                  <a:cubicBezTo>
                    <a:pt x="99632" y="11909"/>
                    <a:pt x="99625" y="11907"/>
                    <a:pt x="99617" y="11907"/>
                  </a:cubicBezTo>
                  <a:cubicBezTo>
                    <a:pt x="99586" y="11907"/>
                    <a:pt x="99547" y="11946"/>
                    <a:pt x="99547" y="11946"/>
                  </a:cubicBezTo>
                  <a:cubicBezTo>
                    <a:pt x="99542" y="11950"/>
                    <a:pt x="99536" y="11952"/>
                    <a:pt x="99529" y="11952"/>
                  </a:cubicBezTo>
                  <a:cubicBezTo>
                    <a:pt x="99484" y="11952"/>
                    <a:pt x="99390" y="11885"/>
                    <a:pt x="99364" y="11885"/>
                  </a:cubicBezTo>
                  <a:lnTo>
                    <a:pt x="99121" y="11885"/>
                  </a:lnTo>
                  <a:cubicBezTo>
                    <a:pt x="99060" y="11855"/>
                    <a:pt x="99000" y="11763"/>
                    <a:pt x="98969" y="11703"/>
                  </a:cubicBezTo>
                  <a:cubicBezTo>
                    <a:pt x="98951" y="11667"/>
                    <a:pt x="98934" y="11652"/>
                    <a:pt x="98910" y="11652"/>
                  </a:cubicBezTo>
                  <a:cubicBezTo>
                    <a:pt x="98893" y="11652"/>
                    <a:pt x="98873" y="11660"/>
                    <a:pt x="98848" y="11672"/>
                  </a:cubicBezTo>
                  <a:lnTo>
                    <a:pt x="98817" y="11703"/>
                  </a:lnTo>
                  <a:cubicBezTo>
                    <a:pt x="98787" y="11794"/>
                    <a:pt x="98726" y="11855"/>
                    <a:pt x="98696" y="11915"/>
                  </a:cubicBezTo>
                  <a:cubicBezTo>
                    <a:pt x="98681" y="11931"/>
                    <a:pt x="98658" y="11938"/>
                    <a:pt x="98635" y="11938"/>
                  </a:cubicBezTo>
                  <a:cubicBezTo>
                    <a:pt x="98612" y="11938"/>
                    <a:pt x="98589" y="11931"/>
                    <a:pt x="98574" y="11915"/>
                  </a:cubicBezTo>
                  <a:cubicBezTo>
                    <a:pt x="98513" y="11915"/>
                    <a:pt x="98513" y="11824"/>
                    <a:pt x="98513" y="11824"/>
                  </a:cubicBezTo>
                  <a:cubicBezTo>
                    <a:pt x="98696" y="11703"/>
                    <a:pt x="98605" y="11520"/>
                    <a:pt x="98605" y="11399"/>
                  </a:cubicBezTo>
                  <a:cubicBezTo>
                    <a:pt x="98516" y="11386"/>
                    <a:pt x="98433" y="11379"/>
                    <a:pt x="98351" y="11379"/>
                  </a:cubicBezTo>
                  <a:cubicBezTo>
                    <a:pt x="98235" y="11379"/>
                    <a:pt x="98121" y="11393"/>
                    <a:pt x="97997" y="11429"/>
                  </a:cubicBezTo>
                  <a:lnTo>
                    <a:pt x="97814" y="11459"/>
                  </a:lnTo>
                  <a:lnTo>
                    <a:pt x="97784" y="11459"/>
                  </a:lnTo>
                  <a:cubicBezTo>
                    <a:pt x="97781" y="11462"/>
                    <a:pt x="97778" y="11463"/>
                    <a:pt x="97774" y="11463"/>
                  </a:cubicBezTo>
                  <a:cubicBezTo>
                    <a:pt x="97738" y="11463"/>
                    <a:pt x="97660" y="11332"/>
                    <a:pt x="97632" y="11277"/>
                  </a:cubicBezTo>
                  <a:cubicBezTo>
                    <a:pt x="97622" y="11258"/>
                    <a:pt x="97595" y="11251"/>
                    <a:pt x="97561" y="11251"/>
                  </a:cubicBezTo>
                  <a:cubicBezTo>
                    <a:pt x="97484" y="11251"/>
                    <a:pt x="97370" y="11286"/>
                    <a:pt x="97328" y="11307"/>
                  </a:cubicBezTo>
                  <a:lnTo>
                    <a:pt x="97054" y="11429"/>
                  </a:lnTo>
                  <a:lnTo>
                    <a:pt x="97024" y="11429"/>
                  </a:lnTo>
                  <a:lnTo>
                    <a:pt x="96994" y="11399"/>
                  </a:lnTo>
                  <a:cubicBezTo>
                    <a:pt x="96983" y="11377"/>
                    <a:pt x="96957" y="11367"/>
                    <a:pt x="96921" y="11367"/>
                  </a:cubicBezTo>
                  <a:cubicBezTo>
                    <a:pt x="96856" y="11367"/>
                    <a:pt x="96757" y="11401"/>
                    <a:pt x="96659" y="11459"/>
                  </a:cubicBezTo>
                  <a:cubicBezTo>
                    <a:pt x="96623" y="11414"/>
                    <a:pt x="96586" y="11398"/>
                    <a:pt x="96549" y="11398"/>
                  </a:cubicBezTo>
                  <a:cubicBezTo>
                    <a:pt x="96474" y="11398"/>
                    <a:pt x="96399" y="11463"/>
                    <a:pt x="96323" y="11463"/>
                  </a:cubicBezTo>
                  <a:cubicBezTo>
                    <a:pt x="96314" y="11463"/>
                    <a:pt x="96304" y="11462"/>
                    <a:pt x="96294" y="11459"/>
                  </a:cubicBezTo>
                  <a:cubicBezTo>
                    <a:pt x="96234" y="11459"/>
                    <a:pt x="96203" y="11459"/>
                    <a:pt x="96173" y="11520"/>
                  </a:cubicBezTo>
                  <a:lnTo>
                    <a:pt x="96173" y="11551"/>
                  </a:lnTo>
                  <a:cubicBezTo>
                    <a:pt x="96203" y="11581"/>
                    <a:pt x="96446" y="11611"/>
                    <a:pt x="96446" y="11672"/>
                  </a:cubicBezTo>
                  <a:cubicBezTo>
                    <a:pt x="96446" y="11717"/>
                    <a:pt x="96463" y="11745"/>
                    <a:pt x="96483" y="11745"/>
                  </a:cubicBezTo>
                  <a:cubicBezTo>
                    <a:pt x="96491" y="11745"/>
                    <a:pt x="96499" y="11741"/>
                    <a:pt x="96507" y="11733"/>
                  </a:cubicBezTo>
                  <a:lnTo>
                    <a:pt x="96507" y="11703"/>
                  </a:lnTo>
                  <a:cubicBezTo>
                    <a:pt x="96507" y="11617"/>
                    <a:pt x="96492" y="11531"/>
                    <a:pt x="96558" y="11531"/>
                  </a:cubicBezTo>
                  <a:cubicBezTo>
                    <a:pt x="96586" y="11531"/>
                    <a:pt x="96627" y="11545"/>
                    <a:pt x="96690" y="11581"/>
                  </a:cubicBezTo>
                  <a:lnTo>
                    <a:pt x="96872" y="11581"/>
                  </a:lnTo>
                  <a:cubicBezTo>
                    <a:pt x="96994" y="11581"/>
                    <a:pt x="97085" y="11611"/>
                    <a:pt x="97206" y="11672"/>
                  </a:cubicBezTo>
                  <a:lnTo>
                    <a:pt x="97298" y="11733"/>
                  </a:lnTo>
                  <a:cubicBezTo>
                    <a:pt x="97298" y="11763"/>
                    <a:pt x="97237" y="11824"/>
                    <a:pt x="97206" y="11824"/>
                  </a:cubicBezTo>
                  <a:cubicBezTo>
                    <a:pt x="97201" y="11830"/>
                    <a:pt x="97194" y="11832"/>
                    <a:pt x="97185" y="11832"/>
                  </a:cubicBezTo>
                  <a:cubicBezTo>
                    <a:pt x="97144" y="11832"/>
                    <a:pt x="97069" y="11778"/>
                    <a:pt x="96994" y="11703"/>
                  </a:cubicBezTo>
                  <a:lnTo>
                    <a:pt x="96963" y="11703"/>
                  </a:lnTo>
                  <a:lnTo>
                    <a:pt x="96720" y="11794"/>
                  </a:lnTo>
                  <a:cubicBezTo>
                    <a:pt x="96586" y="11844"/>
                    <a:pt x="96452" y="11867"/>
                    <a:pt x="96318" y="11867"/>
                  </a:cubicBezTo>
                  <a:cubicBezTo>
                    <a:pt x="96209" y="11867"/>
                    <a:pt x="96100" y="11852"/>
                    <a:pt x="95991" y="11824"/>
                  </a:cubicBezTo>
                  <a:cubicBezTo>
                    <a:pt x="95930" y="11794"/>
                    <a:pt x="96051" y="11490"/>
                    <a:pt x="95930" y="11459"/>
                  </a:cubicBezTo>
                  <a:cubicBezTo>
                    <a:pt x="95901" y="11452"/>
                    <a:pt x="95874" y="11448"/>
                    <a:pt x="95849" y="11448"/>
                  </a:cubicBezTo>
                  <a:cubicBezTo>
                    <a:pt x="95767" y="11448"/>
                    <a:pt x="95703" y="11488"/>
                    <a:pt x="95656" y="11581"/>
                  </a:cubicBezTo>
                  <a:cubicBezTo>
                    <a:pt x="95656" y="11590"/>
                    <a:pt x="95643" y="11594"/>
                    <a:pt x="95623" y="11594"/>
                  </a:cubicBezTo>
                  <a:cubicBezTo>
                    <a:pt x="95575" y="11594"/>
                    <a:pt x="95486" y="11572"/>
                    <a:pt x="95443" y="11551"/>
                  </a:cubicBezTo>
                  <a:cubicBezTo>
                    <a:pt x="95413" y="11490"/>
                    <a:pt x="95383" y="11399"/>
                    <a:pt x="95413" y="11338"/>
                  </a:cubicBezTo>
                  <a:lnTo>
                    <a:pt x="95413" y="11338"/>
                  </a:lnTo>
                  <a:lnTo>
                    <a:pt x="95322" y="11368"/>
                  </a:lnTo>
                  <a:lnTo>
                    <a:pt x="95018" y="11520"/>
                  </a:lnTo>
                  <a:cubicBezTo>
                    <a:pt x="94744" y="11459"/>
                    <a:pt x="94501" y="11429"/>
                    <a:pt x="94228" y="11429"/>
                  </a:cubicBezTo>
                  <a:cubicBezTo>
                    <a:pt x="94167" y="11490"/>
                    <a:pt x="94136" y="11581"/>
                    <a:pt x="94136" y="11672"/>
                  </a:cubicBezTo>
                  <a:lnTo>
                    <a:pt x="93984" y="11611"/>
                  </a:lnTo>
                  <a:cubicBezTo>
                    <a:pt x="93924" y="11581"/>
                    <a:pt x="93924" y="11490"/>
                    <a:pt x="93893" y="11399"/>
                  </a:cubicBezTo>
                  <a:cubicBezTo>
                    <a:pt x="93832" y="11459"/>
                    <a:pt x="93772" y="11520"/>
                    <a:pt x="93711" y="11581"/>
                  </a:cubicBezTo>
                  <a:cubicBezTo>
                    <a:pt x="93649" y="11643"/>
                    <a:pt x="93671" y="11732"/>
                    <a:pt x="93729" y="11793"/>
                  </a:cubicBezTo>
                  <a:lnTo>
                    <a:pt x="93729" y="11793"/>
                  </a:lnTo>
                  <a:cubicBezTo>
                    <a:pt x="93750" y="11772"/>
                    <a:pt x="93773" y="11753"/>
                    <a:pt x="93802" y="11733"/>
                  </a:cubicBezTo>
                  <a:cubicBezTo>
                    <a:pt x="93832" y="11733"/>
                    <a:pt x="93863" y="11794"/>
                    <a:pt x="93863" y="11855"/>
                  </a:cubicBezTo>
                  <a:lnTo>
                    <a:pt x="94015" y="11855"/>
                  </a:lnTo>
                  <a:lnTo>
                    <a:pt x="94197" y="11794"/>
                  </a:lnTo>
                  <a:cubicBezTo>
                    <a:pt x="94254" y="11786"/>
                    <a:pt x="94311" y="11782"/>
                    <a:pt x="94361" y="11782"/>
                  </a:cubicBezTo>
                  <a:cubicBezTo>
                    <a:pt x="94498" y="11782"/>
                    <a:pt x="94582" y="11810"/>
                    <a:pt x="94471" y="11855"/>
                  </a:cubicBezTo>
                  <a:cubicBezTo>
                    <a:pt x="94427" y="11872"/>
                    <a:pt x="94313" y="11894"/>
                    <a:pt x="94168" y="11918"/>
                  </a:cubicBezTo>
                  <a:lnTo>
                    <a:pt x="94168" y="11918"/>
                  </a:lnTo>
                  <a:cubicBezTo>
                    <a:pt x="94059" y="11901"/>
                    <a:pt x="93948" y="11880"/>
                    <a:pt x="93832" y="11855"/>
                  </a:cubicBezTo>
                  <a:cubicBezTo>
                    <a:pt x="93793" y="11845"/>
                    <a:pt x="93757" y="11822"/>
                    <a:pt x="93729" y="11793"/>
                  </a:cubicBezTo>
                  <a:lnTo>
                    <a:pt x="93729" y="11793"/>
                  </a:lnTo>
                  <a:cubicBezTo>
                    <a:pt x="93685" y="11836"/>
                    <a:pt x="93651" y="11884"/>
                    <a:pt x="93589" y="11946"/>
                  </a:cubicBezTo>
                  <a:lnTo>
                    <a:pt x="93559" y="12007"/>
                  </a:lnTo>
                  <a:cubicBezTo>
                    <a:pt x="93559" y="12007"/>
                    <a:pt x="93560" y="12008"/>
                    <a:pt x="93560" y="12008"/>
                  </a:cubicBezTo>
                  <a:lnTo>
                    <a:pt x="93560" y="12008"/>
                  </a:lnTo>
                  <a:cubicBezTo>
                    <a:pt x="93753" y="11981"/>
                    <a:pt x="93984" y="11948"/>
                    <a:pt x="94168" y="11918"/>
                  </a:cubicBezTo>
                  <a:lnTo>
                    <a:pt x="94168" y="11918"/>
                  </a:lnTo>
                  <a:cubicBezTo>
                    <a:pt x="94318" y="11941"/>
                    <a:pt x="94465" y="11959"/>
                    <a:pt x="94623" y="11976"/>
                  </a:cubicBezTo>
                  <a:lnTo>
                    <a:pt x="94532" y="12037"/>
                  </a:lnTo>
                  <a:lnTo>
                    <a:pt x="94319" y="12128"/>
                  </a:lnTo>
                  <a:cubicBezTo>
                    <a:pt x="94319" y="12010"/>
                    <a:pt x="94246" y="11966"/>
                    <a:pt x="94199" y="11966"/>
                  </a:cubicBezTo>
                  <a:cubicBezTo>
                    <a:pt x="94185" y="11966"/>
                    <a:pt x="94174" y="11969"/>
                    <a:pt x="94167" y="11976"/>
                  </a:cubicBezTo>
                  <a:cubicBezTo>
                    <a:pt x="94167" y="12005"/>
                    <a:pt x="93981" y="12192"/>
                    <a:pt x="93858" y="12192"/>
                  </a:cubicBezTo>
                  <a:cubicBezTo>
                    <a:pt x="93849" y="12192"/>
                    <a:pt x="93840" y="12191"/>
                    <a:pt x="93832" y="12189"/>
                  </a:cubicBezTo>
                  <a:cubicBezTo>
                    <a:pt x="93742" y="12159"/>
                    <a:pt x="93622" y="12069"/>
                    <a:pt x="93560" y="12008"/>
                  </a:cubicBezTo>
                  <a:lnTo>
                    <a:pt x="93560" y="12008"/>
                  </a:lnTo>
                  <a:cubicBezTo>
                    <a:pt x="93375" y="12035"/>
                    <a:pt x="93226" y="12057"/>
                    <a:pt x="93194" y="12067"/>
                  </a:cubicBezTo>
                  <a:cubicBezTo>
                    <a:pt x="93183" y="12070"/>
                    <a:pt x="93175" y="12071"/>
                    <a:pt x="93169" y="12071"/>
                  </a:cubicBezTo>
                  <a:cubicBezTo>
                    <a:pt x="93104" y="12071"/>
                    <a:pt x="93260" y="11940"/>
                    <a:pt x="93316" y="11885"/>
                  </a:cubicBezTo>
                  <a:cubicBezTo>
                    <a:pt x="93373" y="11856"/>
                    <a:pt x="93185" y="11609"/>
                    <a:pt x="93062" y="11609"/>
                  </a:cubicBezTo>
                  <a:cubicBezTo>
                    <a:pt x="93055" y="11609"/>
                    <a:pt x="93049" y="11610"/>
                    <a:pt x="93042" y="11611"/>
                  </a:cubicBezTo>
                  <a:cubicBezTo>
                    <a:pt x="92921" y="11611"/>
                    <a:pt x="92860" y="11490"/>
                    <a:pt x="92890" y="11277"/>
                  </a:cubicBezTo>
                  <a:lnTo>
                    <a:pt x="92921" y="11247"/>
                  </a:lnTo>
                  <a:cubicBezTo>
                    <a:pt x="92981" y="11216"/>
                    <a:pt x="92981" y="11125"/>
                    <a:pt x="92981" y="11095"/>
                  </a:cubicBezTo>
                  <a:lnTo>
                    <a:pt x="92921" y="11034"/>
                  </a:lnTo>
                  <a:cubicBezTo>
                    <a:pt x="92884" y="10997"/>
                    <a:pt x="92839" y="10983"/>
                    <a:pt x="92793" y="10983"/>
                  </a:cubicBezTo>
                  <a:cubicBezTo>
                    <a:pt x="92685" y="10983"/>
                    <a:pt x="92568" y="11061"/>
                    <a:pt x="92525" y="11125"/>
                  </a:cubicBezTo>
                  <a:cubicBezTo>
                    <a:pt x="92519" y="11149"/>
                    <a:pt x="92516" y="11173"/>
                    <a:pt x="92515" y="11196"/>
                  </a:cubicBezTo>
                  <a:lnTo>
                    <a:pt x="92515" y="11196"/>
                  </a:lnTo>
                  <a:cubicBezTo>
                    <a:pt x="92529" y="11194"/>
                    <a:pt x="92542" y="11193"/>
                    <a:pt x="92556" y="11193"/>
                  </a:cubicBezTo>
                  <a:cubicBezTo>
                    <a:pt x="92594" y="11193"/>
                    <a:pt x="92632" y="11201"/>
                    <a:pt x="92677" y="11216"/>
                  </a:cubicBezTo>
                  <a:lnTo>
                    <a:pt x="92677" y="11247"/>
                  </a:lnTo>
                  <a:cubicBezTo>
                    <a:pt x="92677" y="11277"/>
                    <a:pt x="92647" y="11338"/>
                    <a:pt x="92617" y="11338"/>
                  </a:cubicBezTo>
                  <a:lnTo>
                    <a:pt x="92556" y="11338"/>
                  </a:lnTo>
                  <a:cubicBezTo>
                    <a:pt x="92543" y="11321"/>
                    <a:pt x="92532" y="11306"/>
                    <a:pt x="92522" y="11290"/>
                  </a:cubicBezTo>
                  <a:lnTo>
                    <a:pt x="92522" y="11290"/>
                  </a:lnTo>
                  <a:cubicBezTo>
                    <a:pt x="92536" y="11352"/>
                    <a:pt x="92567" y="11410"/>
                    <a:pt x="92617" y="11459"/>
                  </a:cubicBezTo>
                  <a:lnTo>
                    <a:pt x="92434" y="11642"/>
                  </a:lnTo>
                  <a:lnTo>
                    <a:pt x="92039" y="11429"/>
                  </a:lnTo>
                  <a:lnTo>
                    <a:pt x="91796" y="11338"/>
                  </a:lnTo>
                  <a:cubicBezTo>
                    <a:pt x="91674" y="11459"/>
                    <a:pt x="91553" y="11520"/>
                    <a:pt x="91370" y="11551"/>
                  </a:cubicBezTo>
                  <a:lnTo>
                    <a:pt x="91340" y="11520"/>
                  </a:lnTo>
                  <a:lnTo>
                    <a:pt x="91249" y="11429"/>
                  </a:lnTo>
                  <a:cubicBezTo>
                    <a:pt x="91401" y="11277"/>
                    <a:pt x="91614" y="11186"/>
                    <a:pt x="91857" y="11155"/>
                  </a:cubicBezTo>
                  <a:lnTo>
                    <a:pt x="92039" y="11216"/>
                  </a:lnTo>
                  <a:cubicBezTo>
                    <a:pt x="92061" y="11221"/>
                    <a:pt x="92082" y="11223"/>
                    <a:pt x="92100" y="11223"/>
                  </a:cubicBezTo>
                  <a:cubicBezTo>
                    <a:pt x="92191" y="11223"/>
                    <a:pt x="92245" y="11180"/>
                    <a:pt x="92305" y="11180"/>
                  </a:cubicBezTo>
                  <a:cubicBezTo>
                    <a:pt x="92317" y="11180"/>
                    <a:pt x="92330" y="11181"/>
                    <a:pt x="92343" y="11186"/>
                  </a:cubicBezTo>
                  <a:lnTo>
                    <a:pt x="92434" y="11216"/>
                  </a:lnTo>
                  <a:cubicBezTo>
                    <a:pt x="92448" y="11212"/>
                    <a:pt x="92462" y="11208"/>
                    <a:pt x="92474" y="11204"/>
                  </a:cubicBezTo>
                  <a:lnTo>
                    <a:pt x="92474" y="11204"/>
                  </a:lnTo>
                  <a:cubicBezTo>
                    <a:pt x="92487" y="11232"/>
                    <a:pt x="92503" y="11260"/>
                    <a:pt x="92522" y="11290"/>
                  </a:cubicBezTo>
                  <a:lnTo>
                    <a:pt x="92522" y="11290"/>
                  </a:lnTo>
                  <a:cubicBezTo>
                    <a:pt x="92515" y="11260"/>
                    <a:pt x="92513" y="11228"/>
                    <a:pt x="92515" y="11196"/>
                  </a:cubicBezTo>
                  <a:lnTo>
                    <a:pt x="92515" y="11196"/>
                  </a:lnTo>
                  <a:cubicBezTo>
                    <a:pt x="92502" y="11198"/>
                    <a:pt x="92488" y="11201"/>
                    <a:pt x="92474" y="11204"/>
                  </a:cubicBezTo>
                  <a:lnTo>
                    <a:pt x="92474" y="11204"/>
                  </a:lnTo>
                  <a:cubicBezTo>
                    <a:pt x="92445" y="11140"/>
                    <a:pt x="92434" y="11077"/>
                    <a:pt x="92434" y="11004"/>
                  </a:cubicBezTo>
                  <a:lnTo>
                    <a:pt x="92343" y="10943"/>
                  </a:lnTo>
                  <a:lnTo>
                    <a:pt x="92313" y="10912"/>
                  </a:lnTo>
                  <a:cubicBezTo>
                    <a:pt x="92221" y="10943"/>
                    <a:pt x="92130" y="10973"/>
                    <a:pt x="92069" y="11064"/>
                  </a:cubicBezTo>
                  <a:lnTo>
                    <a:pt x="91948" y="11064"/>
                  </a:lnTo>
                  <a:lnTo>
                    <a:pt x="91674" y="11095"/>
                  </a:lnTo>
                  <a:cubicBezTo>
                    <a:pt x="91401" y="10943"/>
                    <a:pt x="91370" y="10791"/>
                    <a:pt x="91614" y="10791"/>
                  </a:cubicBezTo>
                  <a:lnTo>
                    <a:pt x="91917" y="10791"/>
                  </a:lnTo>
                  <a:cubicBezTo>
                    <a:pt x="92009" y="10730"/>
                    <a:pt x="92039" y="10608"/>
                    <a:pt x="92069" y="10517"/>
                  </a:cubicBezTo>
                  <a:lnTo>
                    <a:pt x="92069" y="10426"/>
                  </a:lnTo>
                  <a:cubicBezTo>
                    <a:pt x="92069" y="10365"/>
                    <a:pt x="92039" y="10335"/>
                    <a:pt x="91978" y="10335"/>
                  </a:cubicBezTo>
                  <a:lnTo>
                    <a:pt x="91796" y="10335"/>
                  </a:lnTo>
                  <a:lnTo>
                    <a:pt x="91705" y="10274"/>
                  </a:lnTo>
                  <a:cubicBezTo>
                    <a:pt x="91669" y="10283"/>
                    <a:pt x="91633" y="10287"/>
                    <a:pt x="91599" y="10287"/>
                  </a:cubicBezTo>
                  <a:cubicBezTo>
                    <a:pt x="91515" y="10287"/>
                    <a:pt x="91435" y="10265"/>
                    <a:pt x="91370" y="10244"/>
                  </a:cubicBezTo>
                  <a:lnTo>
                    <a:pt x="91279" y="10213"/>
                  </a:lnTo>
                  <a:lnTo>
                    <a:pt x="91249" y="10213"/>
                  </a:lnTo>
                  <a:cubicBezTo>
                    <a:pt x="91218" y="10213"/>
                    <a:pt x="91006" y="10335"/>
                    <a:pt x="90914" y="10335"/>
                  </a:cubicBezTo>
                  <a:cubicBezTo>
                    <a:pt x="90762" y="10274"/>
                    <a:pt x="90610" y="10274"/>
                    <a:pt x="90458" y="10274"/>
                  </a:cubicBezTo>
                  <a:lnTo>
                    <a:pt x="90307" y="10365"/>
                  </a:lnTo>
                  <a:lnTo>
                    <a:pt x="90276" y="10396"/>
                  </a:lnTo>
                  <a:cubicBezTo>
                    <a:pt x="90185" y="10365"/>
                    <a:pt x="90215" y="10274"/>
                    <a:pt x="90337" y="10183"/>
                  </a:cubicBezTo>
                  <a:lnTo>
                    <a:pt x="90458" y="10183"/>
                  </a:lnTo>
                  <a:cubicBezTo>
                    <a:pt x="90489" y="10152"/>
                    <a:pt x="90337" y="10122"/>
                    <a:pt x="90307" y="10122"/>
                  </a:cubicBezTo>
                  <a:cubicBezTo>
                    <a:pt x="90246" y="10092"/>
                    <a:pt x="90246" y="10031"/>
                    <a:pt x="90246" y="10000"/>
                  </a:cubicBezTo>
                  <a:cubicBezTo>
                    <a:pt x="90276" y="9970"/>
                    <a:pt x="90215" y="9970"/>
                    <a:pt x="90124" y="9970"/>
                  </a:cubicBezTo>
                  <a:lnTo>
                    <a:pt x="90124" y="10000"/>
                  </a:lnTo>
                  <a:lnTo>
                    <a:pt x="90094" y="10061"/>
                  </a:lnTo>
                  <a:cubicBezTo>
                    <a:pt x="90094" y="10082"/>
                    <a:pt x="90078" y="10090"/>
                    <a:pt x="90053" y="10090"/>
                  </a:cubicBezTo>
                  <a:cubicBezTo>
                    <a:pt x="89966" y="10090"/>
                    <a:pt x="89762" y="9994"/>
                    <a:pt x="89668" y="9970"/>
                  </a:cubicBezTo>
                  <a:cubicBezTo>
                    <a:pt x="89648" y="9966"/>
                    <a:pt x="89628" y="9964"/>
                    <a:pt x="89608" y="9964"/>
                  </a:cubicBezTo>
                  <a:cubicBezTo>
                    <a:pt x="89478" y="9964"/>
                    <a:pt x="89356" y="10047"/>
                    <a:pt x="89303" y="10152"/>
                  </a:cubicBezTo>
                  <a:lnTo>
                    <a:pt x="89182" y="10244"/>
                  </a:lnTo>
                  <a:lnTo>
                    <a:pt x="89091" y="10304"/>
                  </a:lnTo>
                  <a:cubicBezTo>
                    <a:pt x="89013" y="10281"/>
                    <a:pt x="88928" y="10246"/>
                    <a:pt x="88845" y="10206"/>
                  </a:cubicBezTo>
                  <a:lnTo>
                    <a:pt x="88845" y="10206"/>
                  </a:lnTo>
                  <a:cubicBezTo>
                    <a:pt x="88832" y="10229"/>
                    <a:pt x="88813" y="10244"/>
                    <a:pt x="88787" y="10244"/>
                  </a:cubicBezTo>
                  <a:cubicBezTo>
                    <a:pt x="88780" y="10247"/>
                    <a:pt x="88774" y="10248"/>
                    <a:pt x="88769" y="10248"/>
                  </a:cubicBezTo>
                  <a:cubicBezTo>
                    <a:pt x="88741" y="10248"/>
                    <a:pt x="88722" y="10213"/>
                    <a:pt x="88710" y="10159"/>
                  </a:cubicBezTo>
                  <a:lnTo>
                    <a:pt x="88710" y="10159"/>
                  </a:lnTo>
                  <a:cubicBezTo>
                    <a:pt x="88723" y="10158"/>
                    <a:pt x="88737" y="10157"/>
                    <a:pt x="88750" y="10156"/>
                  </a:cubicBezTo>
                  <a:lnTo>
                    <a:pt x="88750" y="10156"/>
                  </a:lnTo>
                  <a:cubicBezTo>
                    <a:pt x="88735" y="10148"/>
                    <a:pt x="88719" y="10139"/>
                    <a:pt x="88704" y="10130"/>
                  </a:cubicBezTo>
                  <a:lnTo>
                    <a:pt x="88704" y="10130"/>
                  </a:lnTo>
                  <a:cubicBezTo>
                    <a:pt x="88699" y="10093"/>
                    <a:pt x="88696" y="10048"/>
                    <a:pt x="88696" y="10000"/>
                  </a:cubicBezTo>
                  <a:lnTo>
                    <a:pt x="88600" y="10064"/>
                  </a:lnTo>
                  <a:lnTo>
                    <a:pt x="88600" y="10064"/>
                  </a:lnTo>
                  <a:cubicBezTo>
                    <a:pt x="88481" y="9983"/>
                    <a:pt x="88410" y="9907"/>
                    <a:pt x="88452" y="9879"/>
                  </a:cubicBezTo>
                  <a:cubicBezTo>
                    <a:pt x="88507" y="9825"/>
                    <a:pt x="88658" y="9722"/>
                    <a:pt x="88711" y="9722"/>
                  </a:cubicBezTo>
                  <a:cubicBezTo>
                    <a:pt x="88718" y="9722"/>
                    <a:pt x="88723" y="9724"/>
                    <a:pt x="88726" y="9727"/>
                  </a:cubicBezTo>
                  <a:cubicBezTo>
                    <a:pt x="88787" y="9788"/>
                    <a:pt x="88848" y="9879"/>
                    <a:pt x="88878" y="10000"/>
                  </a:cubicBezTo>
                  <a:cubicBezTo>
                    <a:pt x="88878" y="10032"/>
                    <a:pt x="88878" y="10098"/>
                    <a:pt x="88865" y="10153"/>
                  </a:cubicBezTo>
                  <a:lnTo>
                    <a:pt x="88865" y="10153"/>
                  </a:lnTo>
                  <a:cubicBezTo>
                    <a:pt x="88900" y="10152"/>
                    <a:pt x="88934" y="10152"/>
                    <a:pt x="88969" y="10152"/>
                  </a:cubicBezTo>
                  <a:lnTo>
                    <a:pt x="88969" y="10122"/>
                  </a:lnTo>
                  <a:lnTo>
                    <a:pt x="88969" y="10000"/>
                  </a:lnTo>
                  <a:cubicBezTo>
                    <a:pt x="89000" y="9848"/>
                    <a:pt x="89060" y="9727"/>
                    <a:pt x="89151" y="9666"/>
                  </a:cubicBezTo>
                  <a:cubicBezTo>
                    <a:pt x="89163" y="9661"/>
                    <a:pt x="89174" y="9658"/>
                    <a:pt x="89185" y="9658"/>
                  </a:cubicBezTo>
                  <a:cubicBezTo>
                    <a:pt x="89234" y="9658"/>
                    <a:pt x="89279" y="9708"/>
                    <a:pt x="89303" y="9757"/>
                  </a:cubicBezTo>
                  <a:lnTo>
                    <a:pt x="89395" y="9696"/>
                  </a:lnTo>
                  <a:cubicBezTo>
                    <a:pt x="89425" y="9666"/>
                    <a:pt x="89425" y="9605"/>
                    <a:pt x="89486" y="9605"/>
                  </a:cubicBezTo>
                  <a:lnTo>
                    <a:pt x="89607" y="9575"/>
                  </a:lnTo>
                  <a:cubicBezTo>
                    <a:pt x="89759" y="9545"/>
                    <a:pt x="89942" y="9453"/>
                    <a:pt x="90033" y="9423"/>
                  </a:cubicBezTo>
                  <a:lnTo>
                    <a:pt x="90124" y="9514"/>
                  </a:lnTo>
                  <a:cubicBezTo>
                    <a:pt x="90165" y="9514"/>
                    <a:pt x="90219" y="9528"/>
                    <a:pt x="90268" y="9528"/>
                  </a:cubicBezTo>
                  <a:cubicBezTo>
                    <a:pt x="90293" y="9528"/>
                    <a:pt x="90317" y="9524"/>
                    <a:pt x="90337" y="9514"/>
                  </a:cubicBezTo>
                  <a:lnTo>
                    <a:pt x="90458" y="9514"/>
                  </a:lnTo>
                  <a:cubicBezTo>
                    <a:pt x="90550" y="9529"/>
                    <a:pt x="90641" y="9537"/>
                    <a:pt x="90732" y="9537"/>
                  </a:cubicBezTo>
                  <a:cubicBezTo>
                    <a:pt x="90823" y="9537"/>
                    <a:pt x="90914" y="9529"/>
                    <a:pt x="91006" y="9514"/>
                  </a:cubicBezTo>
                  <a:cubicBezTo>
                    <a:pt x="91092" y="9493"/>
                    <a:pt x="91162" y="9471"/>
                    <a:pt x="91239" y="9471"/>
                  </a:cubicBezTo>
                  <a:cubicBezTo>
                    <a:pt x="91271" y="9471"/>
                    <a:pt x="91304" y="9475"/>
                    <a:pt x="91340" y="9484"/>
                  </a:cubicBezTo>
                  <a:cubicBezTo>
                    <a:pt x="91462" y="9514"/>
                    <a:pt x="91583" y="9545"/>
                    <a:pt x="91735" y="9575"/>
                  </a:cubicBezTo>
                  <a:cubicBezTo>
                    <a:pt x="91766" y="9560"/>
                    <a:pt x="91804" y="9552"/>
                    <a:pt x="91845" y="9552"/>
                  </a:cubicBezTo>
                  <a:cubicBezTo>
                    <a:pt x="91887" y="9552"/>
                    <a:pt x="91933" y="9560"/>
                    <a:pt x="91978" y="9575"/>
                  </a:cubicBezTo>
                  <a:lnTo>
                    <a:pt x="92009" y="9575"/>
                  </a:lnTo>
                  <a:lnTo>
                    <a:pt x="92221" y="9423"/>
                  </a:lnTo>
                  <a:cubicBezTo>
                    <a:pt x="92434" y="9514"/>
                    <a:pt x="92647" y="9575"/>
                    <a:pt x="92708" y="9575"/>
                  </a:cubicBezTo>
                  <a:lnTo>
                    <a:pt x="92738" y="9575"/>
                  </a:lnTo>
                  <a:lnTo>
                    <a:pt x="92890" y="9453"/>
                  </a:lnTo>
                  <a:cubicBezTo>
                    <a:pt x="92966" y="9484"/>
                    <a:pt x="93042" y="9499"/>
                    <a:pt x="93122" y="9499"/>
                  </a:cubicBezTo>
                  <a:cubicBezTo>
                    <a:pt x="93202" y="9499"/>
                    <a:pt x="93285" y="9484"/>
                    <a:pt x="93376" y="9453"/>
                  </a:cubicBezTo>
                  <a:lnTo>
                    <a:pt x="93528" y="9545"/>
                  </a:lnTo>
                  <a:cubicBezTo>
                    <a:pt x="93533" y="9549"/>
                    <a:pt x="93540" y="9551"/>
                    <a:pt x="93549" y="9551"/>
                  </a:cubicBezTo>
                  <a:cubicBezTo>
                    <a:pt x="93576" y="9551"/>
                    <a:pt x="93621" y="9533"/>
                    <a:pt x="93668" y="9533"/>
                  </a:cubicBezTo>
                  <a:cubicBezTo>
                    <a:pt x="93703" y="9533"/>
                    <a:pt x="93739" y="9543"/>
                    <a:pt x="93772" y="9575"/>
                  </a:cubicBezTo>
                  <a:cubicBezTo>
                    <a:pt x="93772" y="9575"/>
                    <a:pt x="93962" y="9469"/>
                    <a:pt x="94095" y="9469"/>
                  </a:cubicBezTo>
                  <a:cubicBezTo>
                    <a:pt x="94122" y="9469"/>
                    <a:pt x="94147" y="9474"/>
                    <a:pt x="94167" y="9484"/>
                  </a:cubicBezTo>
                  <a:cubicBezTo>
                    <a:pt x="94192" y="9501"/>
                    <a:pt x="94220" y="9508"/>
                    <a:pt x="94248" y="9508"/>
                  </a:cubicBezTo>
                  <a:cubicBezTo>
                    <a:pt x="94319" y="9508"/>
                    <a:pt x="94388" y="9458"/>
                    <a:pt x="94410" y="9393"/>
                  </a:cubicBezTo>
                  <a:cubicBezTo>
                    <a:pt x="94562" y="9423"/>
                    <a:pt x="94653" y="9453"/>
                    <a:pt x="94775" y="9514"/>
                  </a:cubicBezTo>
                  <a:cubicBezTo>
                    <a:pt x="94791" y="9522"/>
                    <a:pt x="94806" y="9525"/>
                    <a:pt x="94821" y="9525"/>
                  </a:cubicBezTo>
                  <a:cubicBezTo>
                    <a:pt x="94889" y="9525"/>
                    <a:pt x="94950" y="9458"/>
                    <a:pt x="95015" y="9458"/>
                  </a:cubicBezTo>
                  <a:cubicBezTo>
                    <a:pt x="95045" y="9458"/>
                    <a:pt x="95076" y="9472"/>
                    <a:pt x="95109" y="9514"/>
                  </a:cubicBezTo>
                  <a:cubicBezTo>
                    <a:pt x="95231" y="9453"/>
                    <a:pt x="95322" y="9393"/>
                    <a:pt x="95443" y="9301"/>
                  </a:cubicBezTo>
                  <a:lnTo>
                    <a:pt x="95717" y="9301"/>
                  </a:lnTo>
                  <a:cubicBezTo>
                    <a:pt x="95899" y="9271"/>
                    <a:pt x="96051" y="9210"/>
                    <a:pt x="96203" y="9119"/>
                  </a:cubicBezTo>
                  <a:cubicBezTo>
                    <a:pt x="96264" y="9058"/>
                    <a:pt x="96203" y="8997"/>
                    <a:pt x="96082" y="8997"/>
                  </a:cubicBezTo>
                  <a:lnTo>
                    <a:pt x="96112" y="8845"/>
                  </a:lnTo>
                  <a:lnTo>
                    <a:pt x="96142" y="8724"/>
                  </a:lnTo>
                  <a:cubicBezTo>
                    <a:pt x="96142" y="8572"/>
                    <a:pt x="96082" y="8420"/>
                    <a:pt x="96021" y="8298"/>
                  </a:cubicBezTo>
                  <a:lnTo>
                    <a:pt x="96112" y="8207"/>
                  </a:lnTo>
                  <a:lnTo>
                    <a:pt x="96173" y="8146"/>
                  </a:lnTo>
                  <a:cubicBezTo>
                    <a:pt x="96203" y="8086"/>
                    <a:pt x="96325" y="7903"/>
                    <a:pt x="96325" y="7873"/>
                  </a:cubicBezTo>
                  <a:cubicBezTo>
                    <a:pt x="96325" y="7812"/>
                    <a:pt x="96416" y="7721"/>
                    <a:pt x="96538" y="7660"/>
                  </a:cubicBezTo>
                  <a:lnTo>
                    <a:pt x="96629" y="7599"/>
                  </a:lnTo>
                  <a:cubicBezTo>
                    <a:pt x="96720" y="7417"/>
                    <a:pt x="96781" y="7265"/>
                    <a:pt x="96811" y="7082"/>
                  </a:cubicBezTo>
                  <a:lnTo>
                    <a:pt x="96720" y="6991"/>
                  </a:lnTo>
                  <a:cubicBezTo>
                    <a:pt x="96750" y="6900"/>
                    <a:pt x="96842" y="6809"/>
                    <a:pt x="96933" y="6779"/>
                  </a:cubicBezTo>
                  <a:lnTo>
                    <a:pt x="97054" y="6779"/>
                  </a:lnTo>
                  <a:cubicBezTo>
                    <a:pt x="97115" y="6718"/>
                    <a:pt x="97024" y="6657"/>
                    <a:pt x="96994" y="6627"/>
                  </a:cubicBezTo>
                  <a:cubicBezTo>
                    <a:pt x="96963" y="6596"/>
                    <a:pt x="97237" y="6323"/>
                    <a:pt x="97358" y="6231"/>
                  </a:cubicBezTo>
                  <a:cubicBezTo>
                    <a:pt x="97480" y="6110"/>
                    <a:pt x="97450" y="5988"/>
                    <a:pt x="97419" y="5958"/>
                  </a:cubicBezTo>
                  <a:cubicBezTo>
                    <a:pt x="97358" y="5958"/>
                    <a:pt x="97358" y="5836"/>
                    <a:pt x="97419" y="5715"/>
                  </a:cubicBezTo>
                  <a:lnTo>
                    <a:pt x="97510" y="5654"/>
                  </a:lnTo>
                  <a:lnTo>
                    <a:pt x="97571" y="5593"/>
                  </a:lnTo>
                  <a:cubicBezTo>
                    <a:pt x="97693" y="5563"/>
                    <a:pt x="97753" y="5350"/>
                    <a:pt x="97693" y="5350"/>
                  </a:cubicBezTo>
                  <a:cubicBezTo>
                    <a:pt x="97632" y="5320"/>
                    <a:pt x="97571" y="5289"/>
                    <a:pt x="97510" y="5259"/>
                  </a:cubicBezTo>
                  <a:cubicBezTo>
                    <a:pt x="97510" y="5255"/>
                    <a:pt x="97509" y="5253"/>
                    <a:pt x="97506" y="5253"/>
                  </a:cubicBezTo>
                  <a:cubicBezTo>
                    <a:pt x="97486" y="5253"/>
                    <a:pt x="97407" y="5336"/>
                    <a:pt x="97328" y="5441"/>
                  </a:cubicBezTo>
                  <a:lnTo>
                    <a:pt x="97146" y="5350"/>
                  </a:lnTo>
                  <a:lnTo>
                    <a:pt x="97054" y="5289"/>
                  </a:lnTo>
                  <a:cubicBezTo>
                    <a:pt x="97115" y="5228"/>
                    <a:pt x="96872" y="5107"/>
                    <a:pt x="96750" y="5046"/>
                  </a:cubicBezTo>
                  <a:cubicBezTo>
                    <a:pt x="96629" y="5016"/>
                    <a:pt x="96902" y="4924"/>
                    <a:pt x="96994" y="4924"/>
                  </a:cubicBezTo>
                  <a:cubicBezTo>
                    <a:pt x="97010" y="4916"/>
                    <a:pt x="97048" y="4912"/>
                    <a:pt x="97096" y="4912"/>
                  </a:cubicBezTo>
                  <a:cubicBezTo>
                    <a:pt x="97226" y="4912"/>
                    <a:pt x="97427" y="4941"/>
                    <a:pt x="97450" y="4985"/>
                  </a:cubicBezTo>
                  <a:cubicBezTo>
                    <a:pt x="97461" y="5021"/>
                    <a:pt x="97483" y="5038"/>
                    <a:pt x="97508" y="5038"/>
                  </a:cubicBezTo>
                  <a:cubicBezTo>
                    <a:pt x="97547" y="5038"/>
                    <a:pt x="97595" y="4998"/>
                    <a:pt x="97632" y="4924"/>
                  </a:cubicBezTo>
                  <a:lnTo>
                    <a:pt x="97784" y="5016"/>
                  </a:lnTo>
                  <a:cubicBezTo>
                    <a:pt x="97784" y="5016"/>
                    <a:pt x="97784" y="5046"/>
                    <a:pt x="97814" y="5046"/>
                  </a:cubicBezTo>
                  <a:cubicBezTo>
                    <a:pt x="97852" y="5071"/>
                    <a:pt x="97869" y="5086"/>
                    <a:pt x="97884" y="5086"/>
                  </a:cubicBezTo>
                  <a:cubicBezTo>
                    <a:pt x="97906" y="5086"/>
                    <a:pt x="97925" y="5056"/>
                    <a:pt x="97997" y="4985"/>
                  </a:cubicBezTo>
                  <a:lnTo>
                    <a:pt x="98088" y="4924"/>
                  </a:lnTo>
                  <a:cubicBezTo>
                    <a:pt x="98179" y="4894"/>
                    <a:pt x="98240" y="4803"/>
                    <a:pt x="98209" y="4712"/>
                  </a:cubicBezTo>
                  <a:lnTo>
                    <a:pt x="98179" y="4681"/>
                  </a:lnTo>
                  <a:lnTo>
                    <a:pt x="98057" y="4529"/>
                  </a:lnTo>
                  <a:cubicBezTo>
                    <a:pt x="98057" y="4408"/>
                    <a:pt x="98057" y="4286"/>
                    <a:pt x="98057" y="4165"/>
                  </a:cubicBezTo>
                  <a:cubicBezTo>
                    <a:pt x="98027" y="4165"/>
                    <a:pt x="97723" y="4104"/>
                    <a:pt x="97662" y="4013"/>
                  </a:cubicBezTo>
                  <a:cubicBezTo>
                    <a:pt x="97480" y="3891"/>
                    <a:pt x="97298" y="3769"/>
                    <a:pt x="97085" y="3709"/>
                  </a:cubicBezTo>
                  <a:cubicBezTo>
                    <a:pt x="96902" y="3709"/>
                    <a:pt x="96720" y="3678"/>
                    <a:pt x="96538" y="3648"/>
                  </a:cubicBezTo>
                  <a:cubicBezTo>
                    <a:pt x="96416" y="3587"/>
                    <a:pt x="96294" y="3496"/>
                    <a:pt x="96203" y="3405"/>
                  </a:cubicBezTo>
                  <a:lnTo>
                    <a:pt x="96264" y="3313"/>
                  </a:lnTo>
                  <a:cubicBezTo>
                    <a:pt x="96355" y="3222"/>
                    <a:pt x="96416" y="3131"/>
                    <a:pt x="96477" y="3040"/>
                  </a:cubicBezTo>
                  <a:cubicBezTo>
                    <a:pt x="96507" y="2979"/>
                    <a:pt x="96477" y="2918"/>
                    <a:pt x="96446" y="2857"/>
                  </a:cubicBezTo>
                  <a:cubicBezTo>
                    <a:pt x="96416" y="2812"/>
                    <a:pt x="96386" y="2789"/>
                    <a:pt x="96351" y="2789"/>
                  </a:cubicBezTo>
                  <a:cubicBezTo>
                    <a:pt x="96317" y="2789"/>
                    <a:pt x="96279" y="2812"/>
                    <a:pt x="96234" y="2857"/>
                  </a:cubicBezTo>
                  <a:cubicBezTo>
                    <a:pt x="96207" y="2875"/>
                    <a:pt x="96188" y="2883"/>
                    <a:pt x="96174" y="2883"/>
                  </a:cubicBezTo>
                  <a:cubicBezTo>
                    <a:pt x="96140" y="2883"/>
                    <a:pt x="96134" y="2840"/>
                    <a:pt x="96112" y="2797"/>
                  </a:cubicBezTo>
                  <a:cubicBezTo>
                    <a:pt x="96082" y="2766"/>
                    <a:pt x="96051" y="2736"/>
                    <a:pt x="95991" y="2736"/>
                  </a:cubicBezTo>
                  <a:cubicBezTo>
                    <a:pt x="95899" y="2736"/>
                    <a:pt x="95778" y="2766"/>
                    <a:pt x="95747" y="2827"/>
                  </a:cubicBezTo>
                  <a:lnTo>
                    <a:pt x="95626" y="3070"/>
                  </a:lnTo>
                  <a:cubicBezTo>
                    <a:pt x="95474" y="3009"/>
                    <a:pt x="95413" y="2857"/>
                    <a:pt x="95443" y="2736"/>
                  </a:cubicBezTo>
                  <a:cubicBezTo>
                    <a:pt x="95474" y="2645"/>
                    <a:pt x="95535" y="2554"/>
                    <a:pt x="95565" y="2493"/>
                  </a:cubicBezTo>
                  <a:lnTo>
                    <a:pt x="95443" y="2493"/>
                  </a:lnTo>
                  <a:cubicBezTo>
                    <a:pt x="95383" y="2493"/>
                    <a:pt x="95352" y="2554"/>
                    <a:pt x="95322" y="2584"/>
                  </a:cubicBezTo>
                  <a:cubicBezTo>
                    <a:pt x="95261" y="2584"/>
                    <a:pt x="95261" y="2645"/>
                    <a:pt x="95261" y="2645"/>
                  </a:cubicBezTo>
                  <a:lnTo>
                    <a:pt x="95079" y="2584"/>
                  </a:lnTo>
                  <a:cubicBezTo>
                    <a:pt x="95062" y="2581"/>
                    <a:pt x="95045" y="2580"/>
                    <a:pt x="95027" y="2580"/>
                  </a:cubicBezTo>
                  <a:cubicBezTo>
                    <a:pt x="94848" y="2580"/>
                    <a:pt x="94614" y="2708"/>
                    <a:pt x="94532" y="2736"/>
                  </a:cubicBezTo>
                  <a:cubicBezTo>
                    <a:pt x="94349" y="2706"/>
                    <a:pt x="94197" y="2645"/>
                    <a:pt x="94045" y="2554"/>
                  </a:cubicBezTo>
                  <a:cubicBezTo>
                    <a:pt x="94012" y="2542"/>
                    <a:pt x="93974" y="2535"/>
                    <a:pt x="93937" y="2535"/>
                  </a:cubicBezTo>
                  <a:cubicBezTo>
                    <a:pt x="93873" y="2535"/>
                    <a:pt x="93810" y="2557"/>
                    <a:pt x="93772" y="2614"/>
                  </a:cubicBezTo>
                  <a:cubicBezTo>
                    <a:pt x="93765" y="2618"/>
                    <a:pt x="93758" y="2619"/>
                    <a:pt x="93752" y="2619"/>
                  </a:cubicBezTo>
                  <a:cubicBezTo>
                    <a:pt x="93698" y="2619"/>
                    <a:pt x="93650" y="2517"/>
                    <a:pt x="93650" y="2462"/>
                  </a:cubicBezTo>
                  <a:cubicBezTo>
                    <a:pt x="93650" y="2455"/>
                    <a:pt x="93647" y="2451"/>
                    <a:pt x="93641" y="2451"/>
                  </a:cubicBezTo>
                  <a:cubicBezTo>
                    <a:pt x="93621" y="2451"/>
                    <a:pt x="93575" y="2491"/>
                    <a:pt x="93528" y="2584"/>
                  </a:cubicBezTo>
                  <a:lnTo>
                    <a:pt x="93255" y="2584"/>
                  </a:lnTo>
                  <a:cubicBezTo>
                    <a:pt x="93133" y="2706"/>
                    <a:pt x="92860" y="3009"/>
                    <a:pt x="92921" y="3101"/>
                  </a:cubicBezTo>
                  <a:cubicBezTo>
                    <a:pt x="92956" y="3136"/>
                    <a:pt x="92898" y="3151"/>
                    <a:pt x="92831" y="3151"/>
                  </a:cubicBezTo>
                  <a:cubicBezTo>
                    <a:pt x="92784" y="3151"/>
                    <a:pt x="92733" y="3144"/>
                    <a:pt x="92708" y="3131"/>
                  </a:cubicBezTo>
                  <a:cubicBezTo>
                    <a:pt x="92681" y="3122"/>
                    <a:pt x="92654" y="3118"/>
                    <a:pt x="92628" y="3118"/>
                  </a:cubicBezTo>
                  <a:cubicBezTo>
                    <a:pt x="92566" y="3118"/>
                    <a:pt x="92508" y="3140"/>
                    <a:pt x="92465" y="3161"/>
                  </a:cubicBezTo>
                  <a:cubicBezTo>
                    <a:pt x="92313" y="3161"/>
                    <a:pt x="92191" y="3131"/>
                    <a:pt x="92069" y="3070"/>
                  </a:cubicBezTo>
                  <a:cubicBezTo>
                    <a:pt x="92009" y="3009"/>
                    <a:pt x="91917" y="2888"/>
                    <a:pt x="91917" y="2827"/>
                  </a:cubicBezTo>
                  <a:cubicBezTo>
                    <a:pt x="91917" y="2797"/>
                    <a:pt x="92161" y="2706"/>
                    <a:pt x="92252" y="2706"/>
                  </a:cubicBezTo>
                  <a:cubicBezTo>
                    <a:pt x="92313" y="2706"/>
                    <a:pt x="92221" y="2614"/>
                    <a:pt x="92039" y="2523"/>
                  </a:cubicBezTo>
                  <a:lnTo>
                    <a:pt x="91978" y="2523"/>
                  </a:lnTo>
                  <a:cubicBezTo>
                    <a:pt x="91961" y="2517"/>
                    <a:pt x="91947" y="2515"/>
                    <a:pt x="91935" y="2515"/>
                  </a:cubicBezTo>
                  <a:cubicBezTo>
                    <a:pt x="91887" y="2515"/>
                    <a:pt x="91887" y="2559"/>
                    <a:pt x="91887" y="2584"/>
                  </a:cubicBezTo>
                  <a:cubicBezTo>
                    <a:pt x="91917" y="2584"/>
                    <a:pt x="91826" y="2614"/>
                    <a:pt x="91796" y="2614"/>
                  </a:cubicBezTo>
                  <a:cubicBezTo>
                    <a:pt x="91766" y="2614"/>
                    <a:pt x="91674" y="2432"/>
                    <a:pt x="91583" y="2432"/>
                  </a:cubicBezTo>
                  <a:cubicBezTo>
                    <a:pt x="91492" y="2432"/>
                    <a:pt x="91522" y="2402"/>
                    <a:pt x="91583" y="2371"/>
                  </a:cubicBezTo>
                  <a:cubicBezTo>
                    <a:pt x="91644" y="2371"/>
                    <a:pt x="90945" y="2280"/>
                    <a:pt x="90914" y="2250"/>
                  </a:cubicBezTo>
                  <a:cubicBezTo>
                    <a:pt x="90884" y="2219"/>
                    <a:pt x="90914" y="2128"/>
                    <a:pt x="90945" y="2098"/>
                  </a:cubicBezTo>
                  <a:cubicBezTo>
                    <a:pt x="90975" y="2067"/>
                    <a:pt x="90975" y="2037"/>
                    <a:pt x="90914" y="2006"/>
                  </a:cubicBezTo>
                  <a:lnTo>
                    <a:pt x="90884" y="1976"/>
                  </a:lnTo>
                  <a:lnTo>
                    <a:pt x="90854" y="1946"/>
                  </a:lnTo>
                  <a:cubicBezTo>
                    <a:pt x="90793" y="1915"/>
                    <a:pt x="90975" y="1763"/>
                    <a:pt x="91036" y="1733"/>
                  </a:cubicBezTo>
                  <a:cubicBezTo>
                    <a:pt x="91043" y="1726"/>
                    <a:pt x="91051" y="1723"/>
                    <a:pt x="91060" y="1723"/>
                  </a:cubicBezTo>
                  <a:cubicBezTo>
                    <a:pt x="91134" y="1723"/>
                    <a:pt x="91276" y="1922"/>
                    <a:pt x="91249" y="1976"/>
                  </a:cubicBezTo>
                  <a:cubicBezTo>
                    <a:pt x="91249" y="2067"/>
                    <a:pt x="91279" y="2128"/>
                    <a:pt x="91279" y="2128"/>
                  </a:cubicBezTo>
                  <a:cubicBezTo>
                    <a:pt x="91370" y="2067"/>
                    <a:pt x="91462" y="2006"/>
                    <a:pt x="91522" y="1915"/>
                  </a:cubicBezTo>
                  <a:lnTo>
                    <a:pt x="91614" y="1885"/>
                  </a:lnTo>
                  <a:cubicBezTo>
                    <a:pt x="91674" y="1794"/>
                    <a:pt x="91705" y="1702"/>
                    <a:pt x="91735" y="1581"/>
                  </a:cubicBezTo>
                  <a:cubicBezTo>
                    <a:pt x="91705" y="1520"/>
                    <a:pt x="91674" y="1429"/>
                    <a:pt x="91644" y="1368"/>
                  </a:cubicBezTo>
                  <a:cubicBezTo>
                    <a:pt x="91614" y="1277"/>
                    <a:pt x="91279" y="1247"/>
                    <a:pt x="91279" y="1186"/>
                  </a:cubicBezTo>
                  <a:cubicBezTo>
                    <a:pt x="91257" y="1141"/>
                    <a:pt x="91349" y="1113"/>
                    <a:pt x="91495" y="1113"/>
                  </a:cubicBezTo>
                  <a:cubicBezTo>
                    <a:pt x="91548" y="1113"/>
                    <a:pt x="91609" y="1117"/>
                    <a:pt x="91674" y="1125"/>
                  </a:cubicBezTo>
                  <a:lnTo>
                    <a:pt x="91887" y="1125"/>
                  </a:lnTo>
                  <a:cubicBezTo>
                    <a:pt x="91891" y="1129"/>
                    <a:pt x="91897" y="1131"/>
                    <a:pt x="91903" y="1131"/>
                  </a:cubicBezTo>
                  <a:cubicBezTo>
                    <a:pt x="91941" y="1131"/>
                    <a:pt x="92009" y="1060"/>
                    <a:pt x="92009" y="1034"/>
                  </a:cubicBezTo>
                  <a:lnTo>
                    <a:pt x="92009" y="943"/>
                  </a:lnTo>
                  <a:cubicBezTo>
                    <a:pt x="92009" y="821"/>
                    <a:pt x="91857" y="639"/>
                    <a:pt x="91766" y="639"/>
                  </a:cubicBezTo>
                  <a:cubicBezTo>
                    <a:pt x="91705" y="669"/>
                    <a:pt x="91614" y="791"/>
                    <a:pt x="91674" y="821"/>
                  </a:cubicBezTo>
                  <a:cubicBezTo>
                    <a:pt x="91705" y="821"/>
                    <a:pt x="91705" y="912"/>
                    <a:pt x="91705" y="943"/>
                  </a:cubicBezTo>
                  <a:cubicBezTo>
                    <a:pt x="91705" y="1003"/>
                    <a:pt x="91644" y="1034"/>
                    <a:pt x="91553" y="1034"/>
                  </a:cubicBezTo>
                  <a:cubicBezTo>
                    <a:pt x="91535" y="945"/>
                    <a:pt x="91497" y="898"/>
                    <a:pt x="91438" y="898"/>
                  </a:cubicBezTo>
                  <a:cubicBezTo>
                    <a:pt x="91395" y="898"/>
                    <a:pt x="91343" y="922"/>
                    <a:pt x="91279" y="973"/>
                  </a:cubicBezTo>
                  <a:lnTo>
                    <a:pt x="91249" y="973"/>
                  </a:lnTo>
                  <a:cubicBezTo>
                    <a:pt x="91188" y="973"/>
                    <a:pt x="91158" y="943"/>
                    <a:pt x="91127" y="882"/>
                  </a:cubicBezTo>
                  <a:lnTo>
                    <a:pt x="91127" y="821"/>
                  </a:lnTo>
                  <a:cubicBezTo>
                    <a:pt x="91158" y="791"/>
                    <a:pt x="91188" y="730"/>
                    <a:pt x="91188" y="699"/>
                  </a:cubicBezTo>
                  <a:cubicBezTo>
                    <a:pt x="91127" y="608"/>
                    <a:pt x="91036" y="547"/>
                    <a:pt x="90945" y="487"/>
                  </a:cubicBezTo>
                  <a:cubicBezTo>
                    <a:pt x="90914" y="517"/>
                    <a:pt x="90884" y="578"/>
                    <a:pt x="90884" y="639"/>
                  </a:cubicBezTo>
                  <a:cubicBezTo>
                    <a:pt x="90882" y="640"/>
                    <a:pt x="90881" y="641"/>
                    <a:pt x="90878" y="641"/>
                  </a:cubicBezTo>
                  <a:cubicBezTo>
                    <a:pt x="90838" y="641"/>
                    <a:pt x="90695" y="394"/>
                    <a:pt x="90580" y="365"/>
                  </a:cubicBezTo>
                  <a:cubicBezTo>
                    <a:pt x="90568" y="362"/>
                    <a:pt x="90555" y="360"/>
                    <a:pt x="90543" y="360"/>
                  </a:cubicBezTo>
                  <a:cubicBezTo>
                    <a:pt x="90434" y="360"/>
                    <a:pt x="90334" y="475"/>
                    <a:pt x="90307" y="639"/>
                  </a:cubicBezTo>
                  <a:lnTo>
                    <a:pt x="90063" y="426"/>
                  </a:lnTo>
                  <a:cubicBezTo>
                    <a:pt x="90033" y="456"/>
                    <a:pt x="90003" y="456"/>
                    <a:pt x="89972" y="487"/>
                  </a:cubicBezTo>
                  <a:lnTo>
                    <a:pt x="89820" y="487"/>
                  </a:lnTo>
                  <a:cubicBezTo>
                    <a:pt x="89820" y="517"/>
                    <a:pt x="89486" y="547"/>
                    <a:pt x="89425" y="608"/>
                  </a:cubicBezTo>
                  <a:cubicBezTo>
                    <a:pt x="89379" y="631"/>
                    <a:pt x="89245" y="689"/>
                    <a:pt x="89183" y="689"/>
                  </a:cubicBezTo>
                  <a:cubicBezTo>
                    <a:pt x="89164" y="689"/>
                    <a:pt x="89151" y="684"/>
                    <a:pt x="89151" y="669"/>
                  </a:cubicBezTo>
                  <a:cubicBezTo>
                    <a:pt x="89151" y="639"/>
                    <a:pt x="88969" y="639"/>
                    <a:pt x="88939" y="639"/>
                  </a:cubicBezTo>
                  <a:cubicBezTo>
                    <a:pt x="88898" y="639"/>
                    <a:pt x="88777" y="612"/>
                    <a:pt x="88700" y="612"/>
                  </a:cubicBezTo>
                  <a:cubicBezTo>
                    <a:pt x="88662" y="612"/>
                    <a:pt x="88635" y="618"/>
                    <a:pt x="88635" y="639"/>
                  </a:cubicBezTo>
                  <a:cubicBezTo>
                    <a:pt x="88635" y="669"/>
                    <a:pt x="88604" y="730"/>
                    <a:pt x="88574" y="791"/>
                  </a:cubicBezTo>
                  <a:cubicBezTo>
                    <a:pt x="88574" y="791"/>
                    <a:pt x="88452" y="760"/>
                    <a:pt x="88422" y="730"/>
                  </a:cubicBezTo>
                  <a:cubicBezTo>
                    <a:pt x="88392" y="730"/>
                    <a:pt x="88179" y="608"/>
                    <a:pt x="87936" y="517"/>
                  </a:cubicBezTo>
                  <a:lnTo>
                    <a:pt x="87692" y="608"/>
                  </a:lnTo>
                  <a:lnTo>
                    <a:pt x="87662" y="608"/>
                  </a:lnTo>
                  <a:cubicBezTo>
                    <a:pt x="87657" y="611"/>
                    <a:pt x="87651" y="612"/>
                    <a:pt x="87645" y="612"/>
                  </a:cubicBezTo>
                  <a:cubicBezTo>
                    <a:pt x="87585" y="612"/>
                    <a:pt x="87507" y="484"/>
                    <a:pt x="87480" y="456"/>
                  </a:cubicBezTo>
                  <a:cubicBezTo>
                    <a:pt x="87480" y="441"/>
                    <a:pt x="87472" y="435"/>
                    <a:pt x="87460" y="435"/>
                  </a:cubicBezTo>
                  <a:cubicBezTo>
                    <a:pt x="87423" y="435"/>
                    <a:pt x="87343" y="487"/>
                    <a:pt x="87297" y="487"/>
                  </a:cubicBezTo>
                  <a:cubicBezTo>
                    <a:pt x="87262" y="496"/>
                    <a:pt x="87229" y="499"/>
                    <a:pt x="87197" y="499"/>
                  </a:cubicBezTo>
                  <a:cubicBezTo>
                    <a:pt x="87120" y="499"/>
                    <a:pt x="87049" y="478"/>
                    <a:pt x="86963" y="456"/>
                  </a:cubicBezTo>
                  <a:cubicBezTo>
                    <a:pt x="86952" y="451"/>
                    <a:pt x="86938" y="448"/>
                    <a:pt x="86922" y="448"/>
                  </a:cubicBezTo>
                  <a:cubicBezTo>
                    <a:pt x="86851" y="448"/>
                    <a:pt x="86745" y="498"/>
                    <a:pt x="86720" y="547"/>
                  </a:cubicBezTo>
                  <a:cubicBezTo>
                    <a:pt x="86710" y="558"/>
                    <a:pt x="86696" y="562"/>
                    <a:pt x="86680" y="562"/>
                  </a:cubicBezTo>
                  <a:cubicBezTo>
                    <a:pt x="86609" y="562"/>
                    <a:pt x="86496" y="483"/>
                    <a:pt x="86436" y="483"/>
                  </a:cubicBezTo>
                  <a:cubicBezTo>
                    <a:pt x="86428" y="483"/>
                    <a:pt x="86421" y="484"/>
                    <a:pt x="86416" y="487"/>
                  </a:cubicBezTo>
                  <a:cubicBezTo>
                    <a:pt x="86385" y="517"/>
                    <a:pt x="86325" y="547"/>
                    <a:pt x="86294" y="578"/>
                  </a:cubicBezTo>
                  <a:lnTo>
                    <a:pt x="86264" y="578"/>
                  </a:lnTo>
                  <a:cubicBezTo>
                    <a:pt x="86233" y="578"/>
                    <a:pt x="86112" y="517"/>
                    <a:pt x="86082" y="487"/>
                  </a:cubicBezTo>
                  <a:cubicBezTo>
                    <a:pt x="86078" y="483"/>
                    <a:pt x="86073" y="482"/>
                    <a:pt x="86066" y="482"/>
                  </a:cubicBezTo>
                  <a:cubicBezTo>
                    <a:pt x="86012" y="482"/>
                    <a:pt x="85862" y="578"/>
                    <a:pt x="85808" y="578"/>
                  </a:cubicBezTo>
                  <a:cubicBezTo>
                    <a:pt x="85747" y="578"/>
                    <a:pt x="85717" y="365"/>
                    <a:pt x="85808" y="335"/>
                  </a:cubicBezTo>
                  <a:cubicBezTo>
                    <a:pt x="85899" y="335"/>
                    <a:pt x="85899" y="243"/>
                    <a:pt x="85808" y="152"/>
                  </a:cubicBezTo>
                  <a:lnTo>
                    <a:pt x="85717" y="91"/>
                  </a:lnTo>
                  <a:cubicBezTo>
                    <a:pt x="85656" y="91"/>
                    <a:pt x="85595" y="335"/>
                    <a:pt x="85595" y="395"/>
                  </a:cubicBezTo>
                  <a:cubicBezTo>
                    <a:pt x="85595" y="464"/>
                    <a:pt x="85527" y="498"/>
                    <a:pt x="85428" y="498"/>
                  </a:cubicBezTo>
                  <a:cubicBezTo>
                    <a:pt x="85396" y="498"/>
                    <a:pt x="85360" y="494"/>
                    <a:pt x="85322" y="487"/>
                  </a:cubicBezTo>
                  <a:lnTo>
                    <a:pt x="85200" y="487"/>
                  </a:lnTo>
                  <a:cubicBezTo>
                    <a:pt x="84987" y="456"/>
                    <a:pt x="84987" y="456"/>
                    <a:pt x="84957" y="274"/>
                  </a:cubicBezTo>
                  <a:cubicBezTo>
                    <a:pt x="84957" y="243"/>
                    <a:pt x="84957" y="243"/>
                    <a:pt x="84957" y="243"/>
                  </a:cubicBezTo>
                  <a:cubicBezTo>
                    <a:pt x="84805" y="213"/>
                    <a:pt x="84775" y="122"/>
                    <a:pt x="84683" y="31"/>
                  </a:cubicBezTo>
                  <a:lnTo>
                    <a:pt x="84653" y="0"/>
                  </a:lnTo>
                  <a:cubicBezTo>
                    <a:pt x="84501" y="31"/>
                    <a:pt x="84501" y="183"/>
                    <a:pt x="84623" y="365"/>
                  </a:cubicBezTo>
                  <a:lnTo>
                    <a:pt x="84562" y="487"/>
                  </a:lnTo>
                  <a:lnTo>
                    <a:pt x="84471" y="669"/>
                  </a:lnTo>
                  <a:cubicBezTo>
                    <a:pt x="84258" y="639"/>
                    <a:pt x="84136" y="365"/>
                    <a:pt x="84167" y="335"/>
                  </a:cubicBezTo>
                  <a:cubicBezTo>
                    <a:pt x="84227" y="304"/>
                    <a:pt x="84288" y="274"/>
                    <a:pt x="84349" y="213"/>
                  </a:cubicBezTo>
                  <a:cubicBezTo>
                    <a:pt x="84349" y="183"/>
                    <a:pt x="84288" y="152"/>
                    <a:pt x="84258" y="152"/>
                  </a:cubicBezTo>
                  <a:cubicBezTo>
                    <a:pt x="84045" y="183"/>
                    <a:pt x="83863" y="213"/>
                    <a:pt x="83680" y="213"/>
                  </a:cubicBezTo>
                  <a:cubicBezTo>
                    <a:pt x="83467" y="122"/>
                    <a:pt x="83285" y="91"/>
                    <a:pt x="83103" y="61"/>
                  </a:cubicBezTo>
                  <a:cubicBezTo>
                    <a:pt x="83012" y="61"/>
                    <a:pt x="82981" y="122"/>
                    <a:pt x="82981" y="152"/>
                  </a:cubicBezTo>
                  <a:cubicBezTo>
                    <a:pt x="82981" y="152"/>
                    <a:pt x="82738" y="243"/>
                    <a:pt x="82708" y="304"/>
                  </a:cubicBezTo>
                  <a:cubicBezTo>
                    <a:pt x="82685" y="349"/>
                    <a:pt x="82647" y="377"/>
                    <a:pt x="82628" y="377"/>
                  </a:cubicBezTo>
                  <a:cubicBezTo>
                    <a:pt x="82621" y="377"/>
                    <a:pt x="82616" y="373"/>
                    <a:pt x="82616" y="365"/>
                  </a:cubicBezTo>
                  <a:lnTo>
                    <a:pt x="82616" y="335"/>
                  </a:lnTo>
                  <a:cubicBezTo>
                    <a:pt x="82616" y="274"/>
                    <a:pt x="82647" y="213"/>
                    <a:pt x="82647" y="213"/>
                  </a:cubicBezTo>
                  <a:lnTo>
                    <a:pt x="82556" y="152"/>
                  </a:lnTo>
                  <a:cubicBezTo>
                    <a:pt x="82511" y="130"/>
                    <a:pt x="82441" y="124"/>
                    <a:pt x="82368" y="124"/>
                  </a:cubicBezTo>
                  <a:cubicBezTo>
                    <a:pt x="82288" y="124"/>
                    <a:pt x="82203" y="131"/>
                    <a:pt x="82143" y="131"/>
                  </a:cubicBezTo>
                  <a:cubicBezTo>
                    <a:pt x="82109" y="131"/>
                    <a:pt x="82083" y="129"/>
                    <a:pt x="82069" y="122"/>
                  </a:cubicBezTo>
                  <a:cubicBezTo>
                    <a:pt x="82024" y="107"/>
                    <a:pt x="81970" y="99"/>
                    <a:pt x="81917" y="99"/>
                  </a:cubicBezTo>
                  <a:cubicBezTo>
                    <a:pt x="81864" y="99"/>
                    <a:pt x="81811" y="107"/>
                    <a:pt x="81765" y="122"/>
                  </a:cubicBezTo>
                  <a:cubicBezTo>
                    <a:pt x="81742" y="145"/>
                    <a:pt x="81714" y="155"/>
                    <a:pt x="81687" y="155"/>
                  </a:cubicBezTo>
                  <a:cubicBezTo>
                    <a:pt x="81644" y="155"/>
                    <a:pt x="81602" y="129"/>
                    <a:pt x="81583" y="91"/>
                  </a:cubicBezTo>
                  <a:lnTo>
                    <a:pt x="81522" y="31"/>
                  </a:lnTo>
                  <a:lnTo>
                    <a:pt x="81461" y="31"/>
                  </a:lnTo>
                  <a:lnTo>
                    <a:pt x="814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4" name="Google Shape;4184;p51"/>
          <p:cNvGrpSpPr/>
          <p:nvPr/>
        </p:nvGrpSpPr>
        <p:grpSpPr>
          <a:xfrm>
            <a:off x="3005249" y="3113891"/>
            <a:ext cx="397595" cy="394723"/>
            <a:chOff x="7030803" y="563820"/>
            <a:chExt cx="2083830" cy="2068780"/>
          </a:xfrm>
        </p:grpSpPr>
        <p:sp>
          <p:nvSpPr>
            <p:cNvPr id="4185" name="Google Shape;4185;p51"/>
            <p:cNvSpPr/>
            <p:nvPr/>
          </p:nvSpPr>
          <p:spPr>
            <a:xfrm rot="-2554597">
              <a:off x="6873154" y="1435106"/>
              <a:ext cx="2367936" cy="456642"/>
            </a:xfrm>
            <a:custGeom>
              <a:rect b="b" l="l" r="r" t="t"/>
              <a:pathLst>
                <a:path extrusionOk="0" h="18265" w="94714">
                  <a:moveTo>
                    <a:pt x="17417" y="2310"/>
                  </a:moveTo>
                  <a:cubicBezTo>
                    <a:pt x="17448" y="2310"/>
                    <a:pt x="17509" y="2341"/>
                    <a:pt x="17539" y="2371"/>
                  </a:cubicBezTo>
                  <a:cubicBezTo>
                    <a:pt x="17539" y="2401"/>
                    <a:pt x="17509" y="2432"/>
                    <a:pt x="17478" y="2462"/>
                  </a:cubicBezTo>
                  <a:cubicBezTo>
                    <a:pt x="17448" y="2493"/>
                    <a:pt x="17387" y="2493"/>
                    <a:pt x="17357" y="2493"/>
                  </a:cubicBezTo>
                  <a:lnTo>
                    <a:pt x="17144" y="2614"/>
                  </a:lnTo>
                  <a:cubicBezTo>
                    <a:pt x="16992" y="2553"/>
                    <a:pt x="17022" y="2432"/>
                    <a:pt x="17235" y="2371"/>
                  </a:cubicBezTo>
                  <a:lnTo>
                    <a:pt x="17417" y="2310"/>
                  </a:lnTo>
                  <a:close/>
                  <a:moveTo>
                    <a:pt x="12341" y="2736"/>
                  </a:moveTo>
                  <a:cubicBezTo>
                    <a:pt x="12433" y="2736"/>
                    <a:pt x="12402" y="2979"/>
                    <a:pt x="12281" y="3040"/>
                  </a:cubicBezTo>
                  <a:cubicBezTo>
                    <a:pt x="12247" y="3051"/>
                    <a:pt x="12214" y="3058"/>
                    <a:pt x="12185" y="3058"/>
                  </a:cubicBezTo>
                  <a:cubicBezTo>
                    <a:pt x="12135" y="3058"/>
                    <a:pt x="12098" y="3037"/>
                    <a:pt x="12098" y="2979"/>
                  </a:cubicBezTo>
                  <a:cubicBezTo>
                    <a:pt x="12129" y="2888"/>
                    <a:pt x="12220" y="2797"/>
                    <a:pt x="12341" y="2736"/>
                  </a:cubicBezTo>
                  <a:close/>
                  <a:moveTo>
                    <a:pt x="82756" y="2780"/>
                  </a:moveTo>
                  <a:cubicBezTo>
                    <a:pt x="82765" y="2780"/>
                    <a:pt x="82768" y="2786"/>
                    <a:pt x="82768" y="2797"/>
                  </a:cubicBezTo>
                  <a:cubicBezTo>
                    <a:pt x="82738" y="2857"/>
                    <a:pt x="82768" y="2888"/>
                    <a:pt x="82799" y="2888"/>
                  </a:cubicBezTo>
                  <a:cubicBezTo>
                    <a:pt x="82829" y="2888"/>
                    <a:pt x="82890" y="2949"/>
                    <a:pt x="82920" y="2979"/>
                  </a:cubicBezTo>
                  <a:cubicBezTo>
                    <a:pt x="82768" y="3009"/>
                    <a:pt x="82647" y="3040"/>
                    <a:pt x="82525" y="3070"/>
                  </a:cubicBezTo>
                  <a:cubicBezTo>
                    <a:pt x="82495" y="3070"/>
                    <a:pt x="82464" y="3040"/>
                    <a:pt x="82434" y="3009"/>
                  </a:cubicBezTo>
                  <a:cubicBezTo>
                    <a:pt x="82403" y="2979"/>
                    <a:pt x="82434" y="2918"/>
                    <a:pt x="82434" y="2918"/>
                  </a:cubicBezTo>
                  <a:lnTo>
                    <a:pt x="82616" y="2888"/>
                  </a:lnTo>
                  <a:cubicBezTo>
                    <a:pt x="82697" y="2807"/>
                    <a:pt x="82738" y="2780"/>
                    <a:pt x="82756" y="2780"/>
                  </a:cubicBezTo>
                  <a:close/>
                  <a:moveTo>
                    <a:pt x="81639" y="3136"/>
                  </a:moveTo>
                  <a:cubicBezTo>
                    <a:pt x="81674" y="3136"/>
                    <a:pt x="81708" y="3144"/>
                    <a:pt x="81735" y="3161"/>
                  </a:cubicBezTo>
                  <a:cubicBezTo>
                    <a:pt x="81856" y="3192"/>
                    <a:pt x="81886" y="3282"/>
                    <a:pt x="81797" y="3313"/>
                  </a:cubicBezTo>
                  <a:lnTo>
                    <a:pt x="81797" y="3313"/>
                  </a:lnTo>
                  <a:cubicBezTo>
                    <a:pt x="81685" y="3308"/>
                    <a:pt x="81576" y="3278"/>
                    <a:pt x="81492" y="3222"/>
                  </a:cubicBezTo>
                  <a:cubicBezTo>
                    <a:pt x="81470" y="3179"/>
                    <a:pt x="81555" y="3136"/>
                    <a:pt x="81639" y="3136"/>
                  </a:cubicBezTo>
                  <a:close/>
                  <a:moveTo>
                    <a:pt x="8542" y="3526"/>
                  </a:moveTo>
                  <a:lnTo>
                    <a:pt x="8724" y="3617"/>
                  </a:lnTo>
                  <a:cubicBezTo>
                    <a:pt x="8697" y="3671"/>
                    <a:pt x="8653" y="3713"/>
                    <a:pt x="8598" y="3743"/>
                  </a:cubicBezTo>
                  <a:lnTo>
                    <a:pt x="8598" y="3743"/>
                  </a:lnTo>
                  <a:cubicBezTo>
                    <a:pt x="8581" y="3721"/>
                    <a:pt x="8564" y="3700"/>
                    <a:pt x="8542" y="3678"/>
                  </a:cubicBezTo>
                  <a:lnTo>
                    <a:pt x="8451" y="3678"/>
                  </a:lnTo>
                  <a:cubicBezTo>
                    <a:pt x="8420" y="3678"/>
                    <a:pt x="8420" y="3617"/>
                    <a:pt x="8420" y="3556"/>
                  </a:cubicBezTo>
                  <a:cubicBezTo>
                    <a:pt x="8420" y="3526"/>
                    <a:pt x="8512" y="3526"/>
                    <a:pt x="8542" y="3526"/>
                  </a:cubicBezTo>
                  <a:close/>
                  <a:moveTo>
                    <a:pt x="10244" y="3496"/>
                  </a:moveTo>
                  <a:cubicBezTo>
                    <a:pt x="10305" y="3496"/>
                    <a:pt x="10366" y="3526"/>
                    <a:pt x="10335" y="3556"/>
                  </a:cubicBezTo>
                  <a:lnTo>
                    <a:pt x="10335" y="3587"/>
                  </a:lnTo>
                  <a:lnTo>
                    <a:pt x="10335" y="3617"/>
                  </a:lnTo>
                  <a:cubicBezTo>
                    <a:pt x="10314" y="3660"/>
                    <a:pt x="10338" y="3703"/>
                    <a:pt x="10375" y="3703"/>
                  </a:cubicBezTo>
                  <a:cubicBezTo>
                    <a:pt x="10391" y="3703"/>
                    <a:pt x="10409" y="3696"/>
                    <a:pt x="10426" y="3678"/>
                  </a:cubicBezTo>
                  <a:lnTo>
                    <a:pt x="10457" y="3678"/>
                  </a:lnTo>
                  <a:cubicBezTo>
                    <a:pt x="10461" y="3676"/>
                    <a:pt x="10465" y="3675"/>
                    <a:pt x="10470" y="3675"/>
                  </a:cubicBezTo>
                  <a:cubicBezTo>
                    <a:pt x="10537" y="3675"/>
                    <a:pt x="10664" y="3860"/>
                    <a:pt x="10578" y="3860"/>
                  </a:cubicBezTo>
                  <a:lnTo>
                    <a:pt x="10001" y="3860"/>
                  </a:lnTo>
                  <a:cubicBezTo>
                    <a:pt x="10001" y="3769"/>
                    <a:pt x="10031" y="3648"/>
                    <a:pt x="10031" y="3648"/>
                  </a:cubicBezTo>
                  <a:cubicBezTo>
                    <a:pt x="10183" y="3648"/>
                    <a:pt x="10183" y="3556"/>
                    <a:pt x="10244" y="3496"/>
                  </a:cubicBezTo>
                  <a:close/>
                  <a:moveTo>
                    <a:pt x="9506" y="3483"/>
                  </a:moveTo>
                  <a:cubicBezTo>
                    <a:pt x="9527" y="3483"/>
                    <a:pt x="9550" y="3487"/>
                    <a:pt x="9575" y="3496"/>
                  </a:cubicBezTo>
                  <a:cubicBezTo>
                    <a:pt x="9667" y="3526"/>
                    <a:pt x="9758" y="3587"/>
                    <a:pt x="9819" y="3678"/>
                  </a:cubicBezTo>
                  <a:lnTo>
                    <a:pt x="9849" y="3739"/>
                  </a:lnTo>
                  <a:cubicBezTo>
                    <a:pt x="9827" y="3805"/>
                    <a:pt x="9758" y="3855"/>
                    <a:pt x="9675" y="3855"/>
                  </a:cubicBezTo>
                  <a:cubicBezTo>
                    <a:pt x="9643" y="3855"/>
                    <a:pt x="9609" y="3847"/>
                    <a:pt x="9575" y="3830"/>
                  </a:cubicBezTo>
                  <a:lnTo>
                    <a:pt x="9484" y="3830"/>
                  </a:lnTo>
                  <a:cubicBezTo>
                    <a:pt x="9423" y="3830"/>
                    <a:pt x="9363" y="3830"/>
                    <a:pt x="9332" y="3860"/>
                  </a:cubicBezTo>
                  <a:lnTo>
                    <a:pt x="9332" y="3982"/>
                  </a:lnTo>
                  <a:cubicBezTo>
                    <a:pt x="9241" y="3982"/>
                    <a:pt x="9180" y="3891"/>
                    <a:pt x="9180" y="3830"/>
                  </a:cubicBezTo>
                  <a:lnTo>
                    <a:pt x="9211" y="3769"/>
                  </a:lnTo>
                  <a:cubicBezTo>
                    <a:pt x="9211" y="3739"/>
                    <a:pt x="9211" y="3678"/>
                    <a:pt x="9211" y="3678"/>
                  </a:cubicBezTo>
                  <a:cubicBezTo>
                    <a:pt x="9315" y="3626"/>
                    <a:pt x="9375" y="3483"/>
                    <a:pt x="9506" y="3483"/>
                  </a:cubicBezTo>
                  <a:close/>
                  <a:moveTo>
                    <a:pt x="9940" y="4316"/>
                  </a:moveTo>
                  <a:lnTo>
                    <a:pt x="10153" y="4347"/>
                  </a:lnTo>
                  <a:cubicBezTo>
                    <a:pt x="10426" y="4408"/>
                    <a:pt x="10639" y="4468"/>
                    <a:pt x="10639" y="4499"/>
                  </a:cubicBezTo>
                  <a:cubicBezTo>
                    <a:pt x="10639" y="4542"/>
                    <a:pt x="10578" y="4585"/>
                    <a:pt x="10500" y="4585"/>
                  </a:cubicBezTo>
                  <a:cubicBezTo>
                    <a:pt x="10467" y="4585"/>
                    <a:pt x="10432" y="4577"/>
                    <a:pt x="10396" y="4560"/>
                  </a:cubicBezTo>
                  <a:lnTo>
                    <a:pt x="10244" y="4560"/>
                  </a:lnTo>
                  <a:cubicBezTo>
                    <a:pt x="10122" y="4560"/>
                    <a:pt x="10001" y="4529"/>
                    <a:pt x="9879" y="4468"/>
                  </a:cubicBezTo>
                  <a:cubicBezTo>
                    <a:pt x="9849" y="4438"/>
                    <a:pt x="9819" y="4408"/>
                    <a:pt x="9819" y="4377"/>
                  </a:cubicBezTo>
                  <a:cubicBezTo>
                    <a:pt x="9849" y="4347"/>
                    <a:pt x="9879" y="4316"/>
                    <a:pt x="9940" y="4316"/>
                  </a:cubicBezTo>
                  <a:close/>
                  <a:moveTo>
                    <a:pt x="8811" y="4402"/>
                  </a:moveTo>
                  <a:cubicBezTo>
                    <a:pt x="8877" y="4402"/>
                    <a:pt x="8979" y="4488"/>
                    <a:pt x="9059" y="4620"/>
                  </a:cubicBezTo>
                  <a:lnTo>
                    <a:pt x="8755" y="4681"/>
                  </a:lnTo>
                  <a:lnTo>
                    <a:pt x="8663" y="4681"/>
                  </a:lnTo>
                  <a:cubicBezTo>
                    <a:pt x="8649" y="4696"/>
                    <a:pt x="8627" y="4702"/>
                    <a:pt x="8604" y="4702"/>
                  </a:cubicBezTo>
                  <a:cubicBezTo>
                    <a:pt x="8529" y="4702"/>
                    <a:pt x="8435" y="4643"/>
                    <a:pt x="8481" y="4620"/>
                  </a:cubicBezTo>
                  <a:lnTo>
                    <a:pt x="8785" y="4408"/>
                  </a:lnTo>
                  <a:cubicBezTo>
                    <a:pt x="8793" y="4404"/>
                    <a:pt x="8802" y="4402"/>
                    <a:pt x="8811" y="4402"/>
                  </a:cubicBezTo>
                  <a:close/>
                  <a:moveTo>
                    <a:pt x="11133" y="4107"/>
                  </a:moveTo>
                  <a:cubicBezTo>
                    <a:pt x="11149" y="4107"/>
                    <a:pt x="11166" y="4114"/>
                    <a:pt x="11186" y="4134"/>
                  </a:cubicBezTo>
                  <a:cubicBezTo>
                    <a:pt x="11217" y="4164"/>
                    <a:pt x="11247" y="4225"/>
                    <a:pt x="11247" y="4256"/>
                  </a:cubicBezTo>
                  <a:lnTo>
                    <a:pt x="11217" y="4347"/>
                  </a:lnTo>
                  <a:cubicBezTo>
                    <a:pt x="11126" y="4468"/>
                    <a:pt x="11156" y="4560"/>
                    <a:pt x="11247" y="4590"/>
                  </a:cubicBezTo>
                  <a:lnTo>
                    <a:pt x="11278" y="4620"/>
                  </a:lnTo>
                  <a:cubicBezTo>
                    <a:pt x="11338" y="4712"/>
                    <a:pt x="11217" y="4772"/>
                    <a:pt x="11126" y="4803"/>
                  </a:cubicBezTo>
                  <a:cubicBezTo>
                    <a:pt x="11065" y="4803"/>
                    <a:pt x="11004" y="4803"/>
                    <a:pt x="10974" y="4772"/>
                  </a:cubicBezTo>
                  <a:lnTo>
                    <a:pt x="10882" y="4681"/>
                  </a:lnTo>
                  <a:cubicBezTo>
                    <a:pt x="10822" y="4590"/>
                    <a:pt x="10943" y="4438"/>
                    <a:pt x="10882" y="4377"/>
                  </a:cubicBezTo>
                  <a:cubicBezTo>
                    <a:pt x="10852" y="4316"/>
                    <a:pt x="10852" y="4225"/>
                    <a:pt x="10882" y="4134"/>
                  </a:cubicBezTo>
                  <a:lnTo>
                    <a:pt x="11034" y="4134"/>
                  </a:lnTo>
                  <a:cubicBezTo>
                    <a:pt x="11075" y="4134"/>
                    <a:pt x="11102" y="4107"/>
                    <a:pt x="11133" y="4107"/>
                  </a:cubicBezTo>
                  <a:close/>
                  <a:moveTo>
                    <a:pt x="10457" y="4742"/>
                  </a:moveTo>
                  <a:cubicBezTo>
                    <a:pt x="10791" y="4863"/>
                    <a:pt x="10882" y="4985"/>
                    <a:pt x="10639" y="4985"/>
                  </a:cubicBezTo>
                  <a:lnTo>
                    <a:pt x="10396" y="4985"/>
                  </a:lnTo>
                  <a:cubicBezTo>
                    <a:pt x="10366" y="4924"/>
                    <a:pt x="10305" y="4863"/>
                    <a:pt x="10274" y="4863"/>
                  </a:cubicBezTo>
                  <a:lnTo>
                    <a:pt x="10183" y="4863"/>
                  </a:lnTo>
                  <a:cubicBezTo>
                    <a:pt x="10153" y="4863"/>
                    <a:pt x="10153" y="4803"/>
                    <a:pt x="10153" y="4742"/>
                  </a:cubicBezTo>
                  <a:close/>
                  <a:moveTo>
                    <a:pt x="87566" y="6443"/>
                  </a:moveTo>
                  <a:cubicBezTo>
                    <a:pt x="87624" y="6443"/>
                    <a:pt x="87667" y="6472"/>
                    <a:pt x="87688" y="6525"/>
                  </a:cubicBezTo>
                  <a:lnTo>
                    <a:pt x="87688" y="6525"/>
                  </a:lnTo>
                  <a:cubicBezTo>
                    <a:pt x="87653" y="6627"/>
                    <a:pt x="87382" y="6839"/>
                    <a:pt x="87297" y="6839"/>
                  </a:cubicBezTo>
                  <a:cubicBezTo>
                    <a:pt x="87206" y="6809"/>
                    <a:pt x="87176" y="6778"/>
                    <a:pt x="87176" y="6748"/>
                  </a:cubicBezTo>
                  <a:lnTo>
                    <a:pt x="87206" y="6748"/>
                  </a:lnTo>
                  <a:cubicBezTo>
                    <a:pt x="87267" y="6718"/>
                    <a:pt x="87358" y="6687"/>
                    <a:pt x="87419" y="6657"/>
                  </a:cubicBezTo>
                  <a:cubicBezTo>
                    <a:pt x="87449" y="6626"/>
                    <a:pt x="87388" y="6535"/>
                    <a:pt x="87419" y="6505"/>
                  </a:cubicBezTo>
                  <a:lnTo>
                    <a:pt x="87449" y="6474"/>
                  </a:lnTo>
                  <a:cubicBezTo>
                    <a:pt x="87492" y="6453"/>
                    <a:pt x="87531" y="6443"/>
                    <a:pt x="87566" y="6443"/>
                  </a:cubicBezTo>
                  <a:close/>
                  <a:moveTo>
                    <a:pt x="88923" y="7361"/>
                  </a:moveTo>
                  <a:cubicBezTo>
                    <a:pt x="88961" y="7361"/>
                    <a:pt x="88990" y="7369"/>
                    <a:pt x="88999" y="7386"/>
                  </a:cubicBezTo>
                  <a:cubicBezTo>
                    <a:pt x="89060" y="7508"/>
                    <a:pt x="89091" y="7629"/>
                    <a:pt x="89091" y="7721"/>
                  </a:cubicBezTo>
                  <a:cubicBezTo>
                    <a:pt x="89091" y="7758"/>
                    <a:pt x="89067" y="7784"/>
                    <a:pt x="89021" y="7784"/>
                  </a:cubicBezTo>
                  <a:cubicBezTo>
                    <a:pt x="88992" y="7784"/>
                    <a:pt x="88955" y="7774"/>
                    <a:pt x="88908" y="7751"/>
                  </a:cubicBezTo>
                  <a:lnTo>
                    <a:pt x="88847" y="7751"/>
                  </a:lnTo>
                  <a:cubicBezTo>
                    <a:pt x="88787" y="7751"/>
                    <a:pt x="88695" y="7812"/>
                    <a:pt x="88635" y="7812"/>
                  </a:cubicBezTo>
                  <a:lnTo>
                    <a:pt x="88331" y="7842"/>
                  </a:lnTo>
                  <a:cubicBezTo>
                    <a:pt x="88386" y="7676"/>
                    <a:pt x="88442" y="7534"/>
                    <a:pt x="88474" y="7534"/>
                  </a:cubicBezTo>
                  <a:cubicBezTo>
                    <a:pt x="88477" y="7534"/>
                    <a:pt x="88480" y="7536"/>
                    <a:pt x="88483" y="7538"/>
                  </a:cubicBezTo>
                  <a:cubicBezTo>
                    <a:pt x="88488" y="7544"/>
                    <a:pt x="88498" y="7546"/>
                    <a:pt x="88510" y="7546"/>
                  </a:cubicBezTo>
                  <a:cubicBezTo>
                    <a:pt x="88565" y="7546"/>
                    <a:pt x="88671" y="7497"/>
                    <a:pt x="88695" y="7447"/>
                  </a:cubicBezTo>
                  <a:cubicBezTo>
                    <a:pt x="88695" y="7404"/>
                    <a:pt x="88832" y="7361"/>
                    <a:pt x="88923" y="7361"/>
                  </a:cubicBezTo>
                  <a:close/>
                  <a:moveTo>
                    <a:pt x="7782" y="7082"/>
                  </a:moveTo>
                  <a:cubicBezTo>
                    <a:pt x="7904" y="7082"/>
                    <a:pt x="8025" y="7113"/>
                    <a:pt x="8147" y="7143"/>
                  </a:cubicBezTo>
                  <a:lnTo>
                    <a:pt x="7995" y="7143"/>
                  </a:lnTo>
                  <a:lnTo>
                    <a:pt x="7934" y="7174"/>
                  </a:lnTo>
                  <a:lnTo>
                    <a:pt x="7600" y="7295"/>
                  </a:lnTo>
                  <a:cubicBezTo>
                    <a:pt x="7569" y="7569"/>
                    <a:pt x="7752" y="7721"/>
                    <a:pt x="7812" y="7721"/>
                  </a:cubicBezTo>
                  <a:cubicBezTo>
                    <a:pt x="7838" y="7708"/>
                    <a:pt x="7863" y="7701"/>
                    <a:pt x="7886" y="7701"/>
                  </a:cubicBezTo>
                  <a:cubicBezTo>
                    <a:pt x="7918" y="7701"/>
                    <a:pt x="7947" y="7715"/>
                    <a:pt x="7964" y="7751"/>
                  </a:cubicBezTo>
                  <a:lnTo>
                    <a:pt x="7904" y="7873"/>
                  </a:lnTo>
                  <a:cubicBezTo>
                    <a:pt x="7851" y="7926"/>
                    <a:pt x="7777" y="7958"/>
                    <a:pt x="7701" y="7958"/>
                  </a:cubicBezTo>
                  <a:cubicBezTo>
                    <a:pt x="7646" y="7958"/>
                    <a:pt x="7590" y="7941"/>
                    <a:pt x="7539" y="7903"/>
                  </a:cubicBezTo>
                  <a:lnTo>
                    <a:pt x="7448" y="7842"/>
                  </a:lnTo>
                  <a:cubicBezTo>
                    <a:pt x="7387" y="7781"/>
                    <a:pt x="7326" y="7721"/>
                    <a:pt x="7265" y="7690"/>
                  </a:cubicBezTo>
                  <a:cubicBezTo>
                    <a:pt x="7174" y="7599"/>
                    <a:pt x="7448" y="7569"/>
                    <a:pt x="7296" y="7478"/>
                  </a:cubicBezTo>
                  <a:cubicBezTo>
                    <a:pt x="7296" y="7447"/>
                    <a:pt x="7326" y="7417"/>
                    <a:pt x="7326" y="7417"/>
                  </a:cubicBezTo>
                  <a:lnTo>
                    <a:pt x="7539" y="7295"/>
                  </a:lnTo>
                  <a:cubicBezTo>
                    <a:pt x="7539" y="7174"/>
                    <a:pt x="7660" y="7113"/>
                    <a:pt x="7782" y="7082"/>
                  </a:cubicBezTo>
                  <a:close/>
                  <a:moveTo>
                    <a:pt x="2645" y="9058"/>
                  </a:moveTo>
                  <a:lnTo>
                    <a:pt x="2645" y="9058"/>
                  </a:lnTo>
                  <a:cubicBezTo>
                    <a:pt x="2676" y="9088"/>
                    <a:pt x="2676" y="9119"/>
                    <a:pt x="2615" y="9149"/>
                  </a:cubicBezTo>
                  <a:lnTo>
                    <a:pt x="2645" y="9210"/>
                  </a:lnTo>
                  <a:lnTo>
                    <a:pt x="2676" y="9332"/>
                  </a:lnTo>
                  <a:cubicBezTo>
                    <a:pt x="2635" y="9352"/>
                    <a:pt x="2578" y="9359"/>
                    <a:pt x="2516" y="9359"/>
                  </a:cubicBezTo>
                  <a:cubicBezTo>
                    <a:pt x="2392" y="9359"/>
                    <a:pt x="2250" y="9332"/>
                    <a:pt x="2189" y="9332"/>
                  </a:cubicBezTo>
                  <a:cubicBezTo>
                    <a:pt x="2098" y="9332"/>
                    <a:pt x="2007" y="9301"/>
                    <a:pt x="1946" y="9240"/>
                  </a:cubicBezTo>
                  <a:lnTo>
                    <a:pt x="1946" y="9180"/>
                  </a:lnTo>
                  <a:cubicBezTo>
                    <a:pt x="1976" y="9149"/>
                    <a:pt x="2037" y="9149"/>
                    <a:pt x="2068" y="9149"/>
                  </a:cubicBezTo>
                  <a:cubicBezTo>
                    <a:pt x="2159" y="9180"/>
                    <a:pt x="2280" y="9210"/>
                    <a:pt x="2372" y="9210"/>
                  </a:cubicBezTo>
                  <a:cubicBezTo>
                    <a:pt x="2493" y="9180"/>
                    <a:pt x="2584" y="9149"/>
                    <a:pt x="2645" y="9058"/>
                  </a:cubicBezTo>
                  <a:close/>
                  <a:moveTo>
                    <a:pt x="1500" y="8832"/>
                  </a:moveTo>
                  <a:cubicBezTo>
                    <a:pt x="1536" y="8832"/>
                    <a:pt x="1669" y="8973"/>
                    <a:pt x="1824" y="9180"/>
                  </a:cubicBezTo>
                  <a:lnTo>
                    <a:pt x="1794" y="9332"/>
                  </a:lnTo>
                  <a:cubicBezTo>
                    <a:pt x="1794" y="9362"/>
                    <a:pt x="1764" y="9392"/>
                    <a:pt x="1703" y="9423"/>
                  </a:cubicBezTo>
                  <a:cubicBezTo>
                    <a:pt x="1672" y="9423"/>
                    <a:pt x="1612" y="9392"/>
                    <a:pt x="1612" y="9362"/>
                  </a:cubicBezTo>
                  <a:lnTo>
                    <a:pt x="1581" y="9240"/>
                  </a:lnTo>
                  <a:cubicBezTo>
                    <a:pt x="1520" y="9119"/>
                    <a:pt x="1520" y="8967"/>
                    <a:pt x="1490" y="8845"/>
                  </a:cubicBezTo>
                  <a:cubicBezTo>
                    <a:pt x="1490" y="8836"/>
                    <a:pt x="1493" y="8832"/>
                    <a:pt x="1500" y="8832"/>
                  </a:cubicBezTo>
                  <a:close/>
                  <a:moveTo>
                    <a:pt x="91188" y="10000"/>
                  </a:moveTo>
                  <a:cubicBezTo>
                    <a:pt x="91300" y="10000"/>
                    <a:pt x="91542" y="10156"/>
                    <a:pt x="91578" y="10156"/>
                  </a:cubicBezTo>
                  <a:cubicBezTo>
                    <a:pt x="91581" y="10156"/>
                    <a:pt x="91583" y="10155"/>
                    <a:pt x="91583" y="10152"/>
                  </a:cubicBezTo>
                  <a:cubicBezTo>
                    <a:pt x="91583" y="10150"/>
                    <a:pt x="91583" y="10149"/>
                    <a:pt x="91583" y="10149"/>
                  </a:cubicBezTo>
                  <a:lnTo>
                    <a:pt x="91583" y="10149"/>
                  </a:lnTo>
                  <a:cubicBezTo>
                    <a:pt x="91587" y="10149"/>
                    <a:pt x="91611" y="10307"/>
                    <a:pt x="91583" y="10335"/>
                  </a:cubicBezTo>
                  <a:cubicBezTo>
                    <a:pt x="91575" y="10343"/>
                    <a:pt x="91562" y="10347"/>
                    <a:pt x="91547" y="10347"/>
                  </a:cubicBezTo>
                  <a:cubicBezTo>
                    <a:pt x="91450" y="10347"/>
                    <a:pt x="91236" y="10201"/>
                    <a:pt x="91157" y="10122"/>
                  </a:cubicBezTo>
                  <a:cubicBezTo>
                    <a:pt x="91036" y="10031"/>
                    <a:pt x="91066" y="10000"/>
                    <a:pt x="91188" y="10000"/>
                  </a:cubicBezTo>
                  <a:close/>
                  <a:moveTo>
                    <a:pt x="943" y="10152"/>
                  </a:moveTo>
                  <a:lnTo>
                    <a:pt x="1004" y="10183"/>
                  </a:lnTo>
                  <a:lnTo>
                    <a:pt x="1095" y="10213"/>
                  </a:lnTo>
                  <a:cubicBezTo>
                    <a:pt x="1217" y="10213"/>
                    <a:pt x="1156" y="10395"/>
                    <a:pt x="1095" y="10456"/>
                  </a:cubicBezTo>
                  <a:cubicBezTo>
                    <a:pt x="1073" y="10478"/>
                    <a:pt x="1044" y="10488"/>
                    <a:pt x="1013" y="10488"/>
                  </a:cubicBezTo>
                  <a:cubicBezTo>
                    <a:pt x="956" y="10488"/>
                    <a:pt x="891" y="10454"/>
                    <a:pt x="852" y="10395"/>
                  </a:cubicBezTo>
                  <a:lnTo>
                    <a:pt x="791" y="10335"/>
                  </a:lnTo>
                  <a:lnTo>
                    <a:pt x="730" y="10274"/>
                  </a:lnTo>
                  <a:cubicBezTo>
                    <a:pt x="791" y="10213"/>
                    <a:pt x="852" y="10152"/>
                    <a:pt x="943" y="10152"/>
                  </a:cubicBezTo>
                  <a:close/>
                  <a:moveTo>
                    <a:pt x="92675" y="10283"/>
                  </a:moveTo>
                  <a:cubicBezTo>
                    <a:pt x="92754" y="10283"/>
                    <a:pt x="92897" y="10311"/>
                    <a:pt x="92986" y="10311"/>
                  </a:cubicBezTo>
                  <a:cubicBezTo>
                    <a:pt x="93009" y="10311"/>
                    <a:pt x="93028" y="10309"/>
                    <a:pt x="93042" y="10304"/>
                  </a:cubicBezTo>
                  <a:cubicBezTo>
                    <a:pt x="93164" y="10304"/>
                    <a:pt x="93224" y="10365"/>
                    <a:pt x="93164" y="10487"/>
                  </a:cubicBezTo>
                  <a:lnTo>
                    <a:pt x="93072" y="10578"/>
                  </a:lnTo>
                  <a:lnTo>
                    <a:pt x="93042" y="10608"/>
                  </a:lnTo>
                  <a:cubicBezTo>
                    <a:pt x="92951" y="10608"/>
                    <a:pt x="92799" y="10578"/>
                    <a:pt x="92768" y="10578"/>
                  </a:cubicBezTo>
                  <a:cubicBezTo>
                    <a:pt x="92708" y="10578"/>
                    <a:pt x="92616" y="10395"/>
                    <a:pt x="92616" y="10304"/>
                  </a:cubicBezTo>
                  <a:cubicBezTo>
                    <a:pt x="92616" y="10288"/>
                    <a:pt x="92639" y="10283"/>
                    <a:pt x="92675" y="10283"/>
                  </a:cubicBezTo>
                  <a:close/>
                  <a:moveTo>
                    <a:pt x="90922" y="10292"/>
                  </a:moveTo>
                  <a:cubicBezTo>
                    <a:pt x="90939" y="10292"/>
                    <a:pt x="90957" y="10295"/>
                    <a:pt x="90975" y="10304"/>
                  </a:cubicBezTo>
                  <a:lnTo>
                    <a:pt x="91036" y="10304"/>
                  </a:lnTo>
                  <a:cubicBezTo>
                    <a:pt x="91157" y="10365"/>
                    <a:pt x="91188" y="10517"/>
                    <a:pt x="91370" y="10517"/>
                  </a:cubicBezTo>
                  <a:lnTo>
                    <a:pt x="91522" y="10517"/>
                  </a:lnTo>
                  <a:cubicBezTo>
                    <a:pt x="91522" y="10639"/>
                    <a:pt x="91340" y="10791"/>
                    <a:pt x="91127" y="10882"/>
                  </a:cubicBezTo>
                  <a:lnTo>
                    <a:pt x="91005" y="10699"/>
                  </a:lnTo>
                  <a:cubicBezTo>
                    <a:pt x="91066" y="10669"/>
                    <a:pt x="91005" y="10578"/>
                    <a:pt x="90884" y="10517"/>
                  </a:cubicBezTo>
                  <a:lnTo>
                    <a:pt x="90853" y="10547"/>
                  </a:lnTo>
                  <a:lnTo>
                    <a:pt x="90701" y="10669"/>
                  </a:lnTo>
                  <a:cubicBezTo>
                    <a:pt x="90671" y="10547"/>
                    <a:pt x="90762" y="10365"/>
                    <a:pt x="90793" y="10335"/>
                  </a:cubicBezTo>
                  <a:cubicBezTo>
                    <a:pt x="90836" y="10313"/>
                    <a:pt x="90879" y="10292"/>
                    <a:pt x="90922" y="10292"/>
                  </a:cubicBezTo>
                  <a:close/>
                  <a:moveTo>
                    <a:pt x="92738" y="10760"/>
                  </a:moveTo>
                  <a:cubicBezTo>
                    <a:pt x="92799" y="10821"/>
                    <a:pt x="92829" y="10882"/>
                    <a:pt x="92860" y="10943"/>
                  </a:cubicBezTo>
                  <a:lnTo>
                    <a:pt x="92951" y="11003"/>
                  </a:lnTo>
                  <a:lnTo>
                    <a:pt x="93042" y="11095"/>
                  </a:lnTo>
                  <a:cubicBezTo>
                    <a:pt x="92996" y="11125"/>
                    <a:pt x="92943" y="11140"/>
                    <a:pt x="92890" y="11140"/>
                  </a:cubicBezTo>
                  <a:cubicBezTo>
                    <a:pt x="92837" y="11140"/>
                    <a:pt x="92784" y="11125"/>
                    <a:pt x="92738" y="11095"/>
                  </a:cubicBezTo>
                  <a:cubicBezTo>
                    <a:pt x="92677" y="11064"/>
                    <a:pt x="92556" y="10851"/>
                    <a:pt x="92586" y="10821"/>
                  </a:cubicBezTo>
                  <a:cubicBezTo>
                    <a:pt x="92616" y="10791"/>
                    <a:pt x="92677" y="10760"/>
                    <a:pt x="92738" y="10760"/>
                  </a:cubicBezTo>
                  <a:close/>
                  <a:moveTo>
                    <a:pt x="15941" y="11394"/>
                  </a:moveTo>
                  <a:cubicBezTo>
                    <a:pt x="15949" y="11394"/>
                    <a:pt x="15955" y="11395"/>
                    <a:pt x="15958" y="11399"/>
                  </a:cubicBezTo>
                  <a:cubicBezTo>
                    <a:pt x="15989" y="11459"/>
                    <a:pt x="15989" y="11520"/>
                    <a:pt x="16019" y="11611"/>
                  </a:cubicBezTo>
                  <a:lnTo>
                    <a:pt x="15898" y="11581"/>
                  </a:lnTo>
                  <a:lnTo>
                    <a:pt x="15685" y="11551"/>
                  </a:lnTo>
                  <a:cubicBezTo>
                    <a:pt x="15667" y="11639"/>
                    <a:pt x="15649" y="11686"/>
                    <a:pt x="15644" y="11686"/>
                  </a:cubicBezTo>
                  <a:cubicBezTo>
                    <a:pt x="15640" y="11686"/>
                    <a:pt x="15642" y="11662"/>
                    <a:pt x="15654" y="11611"/>
                  </a:cubicBezTo>
                  <a:cubicBezTo>
                    <a:pt x="15654" y="11503"/>
                    <a:pt x="15873" y="11394"/>
                    <a:pt x="15941" y="11394"/>
                  </a:cubicBezTo>
                  <a:close/>
                  <a:moveTo>
                    <a:pt x="14560" y="11338"/>
                  </a:moveTo>
                  <a:cubicBezTo>
                    <a:pt x="14712" y="11399"/>
                    <a:pt x="14834" y="11490"/>
                    <a:pt x="14955" y="11611"/>
                  </a:cubicBezTo>
                  <a:cubicBezTo>
                    <a:pt x="15001" y="11656"/>
                    <a:pt x="14861" y="11735"/>
                    <a:pt x="14761" y="11735"/>
                  </a:cubicBezTo>
                  <a:cubicBezTo>
                    <a:pt x="14727" y="11735"/>
                    <a:pt x="14697" y="11726"/>
                    <a:pt x="14682" y="11702"/>
                  </a:cubicBezTo>
                  <a:cubicBezTo>
                    <a:pt x="14627" y="11675"/>
                    <a:pt x="14573" y="11660"/>
                    <a:pt x="14521" y="11660"/>
                  </a:cubicBezTo>
                  <a:cubicBezTo>
                    <a:pt x="14457" y="11660"/>
                    <a:pt x="14398" y="11683"/>
                    <a:pt x="14347" y="11733"/>
                  </a:cubicBezTo>
                  <a:lnTo>
                    <a:pt x="14287" y="11733"/>
                  </a:lnTo>
                  <a:lnTo>
                    <a:pt x="14135" y="11702"/>
                  </a:lnTo>
                  <a:cubicBezTo>
                    <a:pt x="14152" y="11614"/>
                    <a:pt x="14211" y="11567"/>
                    <a:pt x="14294" y="11567"/>
                  </a:cubicBezTo>
                  <a:cubicBezTo>
                    <a:pt x="14352" y="11567"/>
                    <a:pt x="14423" y="11591"/>
                    <a:pt x="14499" y="11642"/>
                  </a:cubicBezTo>
                  <a:lnTo>
                    <a:pt x="14560" y="11338"/>
                  </a:lnTo>
                  <a:close/>
                  <a:moveTo>
                    <a:pt x="12620" y="11409"/>
                  </a:moveTo>
                  <a:cubicBezTo>
                    <a:pt x="12634" y="11409"/>
                    <a:pt x="12652" y="11415"/>
                    <a:pt x="12676" y="11429"/>
                  </a:cubicBezTo>
                  <a:lnTo>
                    <a:pt x="12828" y="11429"/>
                  </a:lnTo>
                  <a:cubicBezTo>
                    <a:pt x="12949" y="11429"/>
                    <a:pt x="12888" y="11611"/>
                    <a:pt x="12828" y="11702"/>
                  </a:cubicBezTo>
                  <a:cubicBezTo>
                    <a:pt x="12814" y="11730"/>
                    <a:pt x="12788" y="11745"/>
                    <a:pt x="12758" y="11745"/>
                  </a:cubicBezTo>
                  <a:cubicBezTo>
                    <a:pt x="12721" y="11745"/>
                    <a:pt x="12679" y="11722"/>
                    <a:pt x="12645" y="11672"/>
                  </a:cubicBezTo>
                  <a:cubicBezTo>
                    <a:pt x="12594" y="11595"/>
                    <a:pt x="12542" y="11409"/>
                    <a:pt x="12620" y="11409"/>
                  </a:cubicBezTo>
                  <a:close/>
                  <a:moveTo>
                    <a:pt x="16718" y="11429"/>
                  </a:moveTo>
                  <a:cubicBezTo>
                    <a:pt x="16779" y="11429"/>
                    <a:pt x="16840" y="11429"/>
                    <a:pt x="16901" y="11459"/>
                  </a:cubicBezTo>
                  <a:lnTo>
                    <a:pt x="16931" y="11490"/>
                  </a:lnTo>
                  <a:cubicBezTo>
                    <a:pt x="16901" y="11611"/>
                    <a:pt x="16810" y="11702"/>
                    <a:pt x="16749" y="11763"/>
                  </a:cubicBezTo>
                  <a:lnTo>
                    <a:pt x="16627" y="11854"/>
                  </a:lnTo>
                  <a:cubicBezTo>
                    <a:pt x="16597" y="11854"/>
                    <a:pt x="16536" y="11824"/>
                    <a:pt x="16506" y="11794"/>
                  </a:cubicBezTo>
                  <a:cubicBezTo>
                    <a:pt x="16506" y="11763"/>
                    <a:pt x="16506" y="11733"/>
                    <a:pt x="16536" y="11702"/>
                  </a:cubicBezTo>
                  <a:lnTo>
                    <a:pt x="16597" y="11672"/>
                  </a:lnTo>
                  <a:cubicBezTo>
                    <a:pt x="16658" y="11642"/>
                    <a:pt x="16627" y="11551"/>
                    <a:pt x="16536" y="11459"/>
                  </a:cubicBezTo>
                  <a:lnTo>
                    <a:pt x="16718" y="11429"/>
                  </a:lnTo>
                  <a:close/>
                  <a:moveTo>
                    <a:pt x="17368" y="11579"/>
                  </a:moveTo>
                  <a:cubicBezTo>
                    <a:pt x="17374" y="11579"/>
                    <a:pt x="17381" y="11579"/>
                    <a:pt x="17387" y="11581"/>
                  </a:cubicBezTo>
                  <a:lnTo>
                    <a:pt x="17387" y="11611"/>
                  </a:lnTo>
                  <a:lnTo>
                    <a:pt x="17387" y="11733"/>
                  </a:lnTo>
                  <a:cubicBezTo>
                    <a:pt x="17342" y="11846"/>
                    <a:pt x="17263" y="11908"/>
                    <a:pt x="17201" y="11908"/>
                  </a:cubicBezTo>
                  <a:cubicBezTo>
                    <a:pt x="17179" y="11908"/>
                    <a:pt x="17160" y="11901"/>
                    <a:pt x="17144" y="11885"/>
                  </a:cubicBezTo>
                  <a:cubicBezTo>
                    <a:pt x="17086" y="11827"/>
                    <a:pt x="17247" y="11579"/>
                    <a:pt x="17368" y="11579"/>
                  </a:cubicBezTo>
                  <a:close/>
                  <a:moveTo>
                    <a:pt x="7404" y="11705"/>
                  </a:moveTo>
                  <a:cubicBezTo>
                    <a:pt x="7427" y="11705"/>
                    <a:pt x="7452" y="11713"/>
                    <a:pt x="7478" y="11733"/>
                  </a:cubicBezTo>
                  <a:lnTo>
                    <a:pt x="7569" y="11794"/>
                  </a:lnTo>
                  <a:lnTo>
                    <a:pt x="7600" y="11824"/>
                  </a:lnTo>
                  <a:cubicBezTo>
                    <a:pt x="7630" y="11854"/>
                    <a:pt x="7630" y="11915"/>
                    <a:pt x="7569" y="11946"/>
                  </a:cubicBezTo>
                  <a:lnTo>
                    <a:pt x="7448" y="11946"/>
                  </a:lnTo>
                  <a:cubicBezTo>
                    <a:pt x="7415" y="11954"/>
                    <a:pt x="7387" y="11958"/>
                    <a:pt x="7363" y="11958"/>
                  </a:cubicBezTo>
                  <a:cubicBezTo>
                    <a:pt x="7298" y="11958"/>
                    <a:pt x="7265" y="11929"/>
                    <a:pt x="7265" y="11885"/>
                  </a:cubicBezTo>
                  <a:cubicBezTo>
                    <a:pt x="7265" y="11813"/>
                    <a:pt x="7321" y="11705"/>
                    <a:pt x="7404" y="11705"/>
                  </a:cubicBezTo>
                  <a:close/>
                  <a:moveTo>
                    <a:pt x="6931" y="11247"/>
                  </a:moveTo>
                  <a:lnTo>
                    <a:pt x="7022" y="11277"/>
                  </a:lnTo>
                  <a:lnTo>
                    <a:pt x="7053" y="11307"/>
                  </a:lnTo>
                  <a:cubicBezTo>
                    <a:pt x="7083" y="11459"/>
                    <a:pt x="7113" y="11581"/>
                    <a:pt x="7083" y="11733"/>
                  </a:cubicBezTo>
                  <a:cubicBezTo>
                    <a:pt x="7022" y="11854"/>
                    <a:pt x="6961" y="11946"/>
                    <a:pt x="6870" y="12037"/>
                  </a:cubicBezTo>
                  <a:cubicBezTo>
                    <a:pt x="6840" y="12067"/>
                    <a:pt x="6809" y="12067"/>
                    <a:pt x="6749" y="12098"/>
                  </a:cubicBezTo>
                  <a:cubicBezTo>
                    <a:pt x="6749" y="12067"/>
                    <a:pt x="6779" y="12037"/>
                    <a:pt x="6809" y="11976"/>
                  </a:cubicBezTo>
                  <a:cubicBezTo>
                    <a:pt x="6809" y="11824"/>
                    <a:pt x="6809" y="11702"/>
                    <a:pt x="6809" y="11581"/>
                  </a:cubicBezTo>
                  <a:lnTo>
                    <a:pt x="6779" y="11520"/>
                  </a:lnTo>
                  <a:lnTo>
                    <a:pt x="6779" y="11459"/>
                  </a:lnTo>
                  <a:cubicBezTo>
                    <a:pt x="6809" y="11368"/>
                    <a:pt x="6870" y="11307"/>
                    <a:pt x="6931" y="11247"/>
                  </a:cubicBezTo>
                  <a:close/>
                  <a:moveTo>
                    <a:pt x="75134" y="11942"/>
                  </a:moveTo>
                  <a:cubicBezTo>
                    <a:pt x="75225" y="11942"/>
                    <a:pt x="75349" y="12073"/>
                    <a:pt x="75321" y="12128"/>
                  </a:cubicBezTo>
                  <a:cubicBezTo>
                    <a:pt x="75312" y="12156"/>
                    <a:pt x="75289" y="12167"/>
                    <a:pt x="75259" y="12167"/>
                  </a:cubicBezTo>
                  <a:cubicBezTo>
                    <a:pt x="75191" y="12167"/>
                    <a:pt x="75090" y="12110"/>
                    <a:pt x="75048" y="12067"/>
                  </a:cubicBezTo>
                  <a:cubicBezTo>
                    <a:pt x="74987" y="12037"/>
                    <a:pt x="75017" y="11946"/>
                    <a:pt x="75078" y="11946"/>
                  </a:cubicBezTo>
                  <a:lnTo>
                    <a:pt x="75108" y="11946"/>
                  </a:lnTo>
                  <a:cubicBezTo>
                    <a:pt x="75117" y="11943"/>
                    <a:pt x="75125" y="11942"/>
                    <a:pt x="75134" y="11942"/>
                  </a:cubicBezTo>
                  <a:close/>
                  <a:moveTo>
                    <a:pt x="68938" y="12006"/>
                  </a:moveTo>
                  <a:cubicBezTo>
                    <a:pt x="69029" y="12006"/>
                    <a:pt x="69121" y="12067"/>
                    <a:pt x="69181" y="12128"/>
                  </a:cubicBezTo>
                  <a:lnTo>
                    <a:pt x="69090" y="12189"/>
                  </a:lnTo>
                  <a:lnTo>
                    <a:pt x="68938" y="12280"/>
                  </a:lnTo>
                  <a:cubicBezTo>
                    <a:pt x="68999" y="12310"/>
                    <a:pt x="68969" y="12432"/>
                    <a:pt x="68908" y="12462"/>
                  </a:cubicBezTo>
                  <a:lnTo>
                    <a:pt x="68847" y="12493"/>
                  </a:lnTo>
                  <a:lnTo>
                    <a:pt x="68786" y="12493"/>
                  </a:lnTo>
                  <a:cubicBezTo>
                    <a:pt x="68725" y="12493"/>
                    <a:pt x="68695" y="12462"/>
                    <a:pt x="68665" y="12402"/>
                  </a:cubicBezTo>
                  <a:lnTo>
                    <a:pt x="68665" y="12280"/>
                  </a:lnTo>
                  <a:lnTo>
                    <a:pt x="68665" y="12250"/>
                  </a:lnTo>
                  <a:cubicBezTo>
                    <a:pt x="68634" y="12128"/>
                    <a:pt x="68725" y="12006"/>
                    <a:pt x="68847" y="12006"/>
                  </a:cubicBezTo>
                  <a:close/>
                  <a:moveTo>
                    <a:pt x="69637" y="12189"/>
                  </a:moveTo>
                  <a:lnTo>
                    <a:pt x="69820" y="12280"/>
                  </a:lnTo>
                  <a:cubicBezTo>
                    <a:pt x="69880" y="12310"/>
                    <a:pt x="69880" y="12402"/>
                    <a:pt x="69820" y="12432"/>
                  </a:cubicBezTo>
                  <a:cubicBezTo>
                    <a:pt x="69728" y="12462"/>
                    <a:pt x="69637" y="12493"/>
                    <a:pt x="69546" y="12523"/>
                  </a:cubicBezTo>
                  <a:lnTo>
                    <a:pt x="69485" y="12523"/>
                  </a:lnTo>
                  <a:cubicBezTo>
                    <a:pt x="69394" y="12523"/>
                    <a:pt x="69364" y="12493"/>
                    <a:pt x="69364" y="12462"/>
                  </a:cubicBezTo>
                  <a:cubicBezTo>
                    <a:pt x="69394" y="12432"/>
                    <a:pt x="69546" y="12280"/>
                    <a:pt x="69637" y="12189"/>
                  </a:cubicBezTo>
                  <a:close/>
                  <a:moveTo>
                    <a:pt x="87328" y="12037"/>
                  </a:moveTo>
                  <a:lnTo>
                    <a:pt x="87480" y="12158"/>
                  </a:lnTo>
                  <a:lnTo>
                    <a:pt x="87510" y="12189"/>
                  </a:lnTo>
                  <a:cubicBezTo>
                    <a:pt x="87540" y="12181"/>
                    <a:pt x="87571" y="12177"/>
                    <a:pt x="87600" y="12177"/>
                  </a:cubicBezTo>
                  <a:cubicBezTo>
                    <a:pt x="87689" y="12177"/>
                    <a:pt x="87768" y="12212"/>
                    <a:pt x="87814" y="12280"/>
                  </a:cubicBezTo>
                  <a:lnTo>
                    <a:pt x="87814" y="12371"/>
                  </a:lnTo>
                  <a:cubicBezTo>
                    <a:pt x="87844" y="12371"/>
                    <a:pt x="87844" y="12432"/>
                    <a:pt x="87875" y="12432"/>
                  </a:cubicBezTo>
                  <a:lnTo>
                    <a:pt x="87966" y="12462"/>
                  </a:lnTo>
                  <a:cubicBezTo>
                    <a:pt x="88027" y="12493"/>
                    <a:pt x="88087" y="12554"/>
                    <a:pt x="88027" y="12584"/>
                  </a:cubicBezTo>
                  <a:lnTo>
                    <a:pt x="87905" y="12554"/>
                  </a:lnTo>
                  <a:cubicBezTo>
                    <a:pt x="87783" y="12554"/>
                    <a:pt x="87662" y="12554"/>
                    <a:pt x="87540" y="12523"/>
                  </a:cubicBezTo>
                  <a:cubicBezTo>
                    <a:pt x="87480" y="12493"/>
                    <a:pt x="87540" y="12402"/>
                    <a:pt x="87601" y="12341"/>
                  </a:cubicBezTo>
                  <a:cubicBezTo>
                    <a:pt x="87632" y="12310"/>
                    <a:pt x="87449" y="12250"/>
                    <a:pt x="87388" y="12250"/>
                  </a:cubicBezTo>
                  <a:cubicBezTo>
                    <a:pt x="87297" y="12250"/>
                    <a:pt x="87267" y="12158"/>
                    <a:pt x="87328" y="12037"/>
                  </a:cubicBezTo>
                  <a:close/>
                  <a:moveTo>
                    <a:pt x="79941" y="12265"/>
                  </a:moveTo>
                  <a:cubicBezTo>
                    <a:pt x="79987" y="12265"/>
                    <a:pt x="80033" y="12280"/>
                    <a:pt x="80063" y="12341"/>
                  </a:cubicBezTo>
                  <a:cubicBezTo>
                    <a:pt x="80124" y="12432"/>
                    <a:pt x="80185" y="12462"/>
                    <a:pt x="80276" y="12493"/>
                  </a:cubicBezTo>
                  <a:lnTo>
                    <a:pt x="80428" y="12554"/>
                  </a:lnTo>
                  <a:cubicBezTo>
                    <a:pt x="80428" y="12590"/>
                    <a:pt x="80395" y="12607"/>
                    <a:pt x="80340" y="12607"/>
                  </a:cubicBezTo>
                  <a:cubicBezTo>
                    <a:pt x="80255" y="12607"/>
                    <a:pt x="80119" y="12566"/>
                    <a:pt x="79972" y="12493"/>
                  </a:cubicBezTo>
                  <a:lnTo>
                    <a:pt x="79759" y="12402"/>
                  </a:lnTo>
                  <a:cubicBezTo>
                    <a:pt x="79729" y="12371"/>
                    <a:pt x="79820" y="12280"/>
                    <a:pt x="79820" y="12280"/>
                  </a:cubicBezTo>
                  <a:cubicBezTo>
                    <a:pt x="79850" y="12280"/>
                    <a:pt x="79896" y="12265"/>
                    <a:pt x="79941" y="12265"/>
                  </a:cubicBezTo>
                  <a:close/>
                  <a:moveTo>
                    <a:pt x="88387" y="12028"/>
                  </a:moveTo>
                  <a:cubicBezTo>
                    <a:pt x="88484" y="12028"/>
                    <a:pt x="88659" y="12067"/>
                    <a:pt x="88756" y="12067"/>
                  </a:cubicBezTo>
                  <a:cubicBezTo>
                    <a:pt x="88847" y="12067"/>
                    <a:pt x="89030" y="12432"/>
                    <a:pt x="88939" y="12523"/>
                  </a:cubicBezTo>
                  <a:cubicBezTo>
                    <a:pt x="88817" y="12614"/>
                    <a:pt x="88574" y="12584"/>
                    <a:pt x="88513" y="12645"/>
                  </a:cubicBezTo>
                  <a:cubicBezTo>
                    <a:pt x="88508" y="12647"/>
                    <a:pt x="88503" y="12647"/>
                    <a:pt x="88498" y="12647"/>
                  </a:cubicBezTo>
                  <a:cubicBezTo>
                    <a:pt x="88422" y="12647"/>
                    <a:pt x="88424" y="12427"/>
                    <a:pt x="88452" y="12341"/>
                  </a:cubicBezTo>
                  <a:cubicBezTo>
                    <a:pt x="88483" y="12250"/>
                    <a:pt x="88422" y="12189"/>
                    <a:pt x="88361" y="12189"/>
                  </a:cubicBezTo>
                  <a:cubicBezTo>
                    <a:pt x="88270" y="12219"/>
                    <a:pt x="88179" y="12250"/>
                    <a:pt x="88087" y="12250"/>
                  </a:cubicBezTo>
                  <a:cubicBezTo>
                    <a:pt x="88148" y="12158"/>
                    <a:pt x="88239" y="12098"/>
                    <a:pt x="88331" y="12037"/>
                  </a:cubicBezTo>
                  <a:cubicBezTo>
                    <a:pt x="88343" y="12031"/>
                    <a:pt x="88362" y="12028"/>
                    <a:pt x="88387" y="12028"/>
                  </a:cubicBezTo>
                  <a:close/>
                  <a:moveTo>
                    <a:pt x="67759" y="12525"/>
                  </a:moveTo>
                  <a:cubicBezTo>
                    <a:pt x="67795" y="12525"/>
                    <a:pt x="67833" y="12533"/>
                    <a:pt x="67874" y="12554"/>
                  </a:cubicBezTo>
                  <a:lnTo>
                    <a:pt x="67935" y="12554"/>
                  </a:lnTo>
                  <a:cubicBezTo>
                    <a:pt x="67996" y="12614"/>
                    <a:pt x="67965" y="12706"/>
                    <a:pt x="67844" y="12766"/>
                  </a:cubicBezTo>
                  <a:lnTo>
                    <a:pt x="67783" y="12797"/>
                  </a:lnTo>
                  <a:cubicBezTo>
                    <a:pt x="67734" y="12797"/>
                    <a:pt x="67681" y="12802"/>
                    <a:pt x="67628" y="12802"/>
                  </a:cubicBezTo>
                  <a:cubicBezTo>
                    <a:pt x="67550" y="12802"/>
                    <a:pt x="67473" y="12791"/>
                    <a:pt x="67418" y="12736"/>
                  </a:cubicBezTo>
                  <a:cubicBezTo>
                    <a:pt x="67388" y="12706"/>
                    <a:pt x="67388" y="12675"/>
                    <a:pt x="67418" y="12645"/>
                  </a:cubicBezTo>
                  <a:cubicBezTo>
                    <a:pt x="67536" y="12621"/>
                    <a:pt x="67636" y="12525"/>
                    <a:pt x="67759" y="12525"/>
                  </a:cubicBezTo>
                  <a:close/>
                  <a:moveTo>
                    <a:pt x="75777" y="12736"/>
                  </a:moveTo>
                  <a:cubicBezTo>
                    <a:pt x="75807" y="12765"/>
                    <a:pt x="75779" y="12824"/>
                    <a:pt x="75721" y="12883"/>
                  </a:cubicBezTo>
                  <a:lnTo>
                    <a:pt x="75721" y="12883"/>
                  </a:lnTo>
                  <a:cubicBezTo>
                    <a:pt x="75721" y="12873"/>
                    <a:pt x="75719" y="12865"/>
                    <a:pt x="75716" y="12858"/>
                  </a:cubicBezTo>
                  <a:cubicBezTo>
                    <a:pt x="75686" y="12736"/>
                    <a:pt x="75747" y="12736"/>
                    <a:pt x="75777" y="12736"/>
                  </a:cubicBezTo>
                  <a:close/>
                  <a:moveTo>
                    <a:pt x="22567" y="12887"/>
                  </a:moveTo>
                  <a:cubicBezTo>
                    <a:pt x="22633" y="12887"/>
                    <a:pt x="22697" y="12920"/>
                    <a:pt x="22737" y="12979"/>
                  </a:cubicBezTo>
                  <a:lnTo>
                    <a:pt x="22767" y="13040"/>
                  </a:lnTo>
                  <a:lnTo>
                    <a:pt x="22828" y="13070"/>
                  </a:lnTo>
                  <a:cubicBezTo>
                    <a:pt x="22828" y="13123"/>
                    <a:pt x="22818" y="13156"/>
                    <a:pt x="22791" y="13156"/>
                  </a:cubicBezTo>
                  <a:cubicBezTo>
                    <a:pt x="22772" y="13156"/>
                    <a:pt x="22744" y="13139"/>
                    <a:pt x="22706" y="13101"/>
                  </a:cubicBezTo>
                  <a:lnTo>
                    <a:pt x="22585" y="13101"/>
                  </a:lnTo>
                  <a:lnTo>
                    <a:pt x="22463" y="13070"/>
                  </a:lnTo>
                  <a:cubicBezTo>
                    <a:pt x="22447" y="13073"/>
                    <a:pt x="22433" y="13074"/>
                    <a:pt x="22421" y="13074"/>
                  </a:cubicBezTo>
                  <a:cubicBezTo>
                    <a:pt x="22302" y="13074"/>
                    <a:pt x="22408" y="12946"/>
                    <a:pt x="22463" y="12918"/>
                  </a:cubicBezTo>
                  <a:cubicBezTo>
                    <a:pt x="22495" y="12897"/>
                    <a:pt x="22532" y="12887"/>
                    <a:pt x="22567" y="12887"/>
                  </a:cubicBezTo>
                  <a:close/>
                  <a:moveTo>
                    <a:pt x="42524" y="12797"/>
                  </a:moveTo>
                  <a:cubicBezTo>
                    <a:pt x="42615" y="12827"/>
                    <a:pt x="42798" y="13010"/>
                    <a:pt x="42737" y="13101"/>
                  </a:cubicBezTo>
                  <a:cubicBezTo>
                    <a:pt x="42701" y="13172"/>
                    <a:pt x="42666" y="13201"/>
                    <a:pt x="42636" y="13201"/>
                  </a:cubicBezTo>
                  <a:cubicBezTo>
                    <a:pt x="42615" y="13201"/>
                    <a:pt x="42598" y="13187"/>
                    <a:pt x="42585" y="13161"/>
                  </a:cubicBezTo>
                  <a:lnTo>
                    <a:pt x="42585" y="13101"/>
                  </a:lnTo>
                  <a:cubicBezTo>
                    <a:pt x="42615" y="12979"/>
                    <a:pt x="42585" y="12918"/>
                    <a:pt x="42433" y="12918"/>
                  </a:cubicBezTo>
                  <a:cubicBezTo>
                    <a:pt x="42403" y="12858"/>
                    <a:pt x="42433" y="12827"/>
                    <a:pt x="42524" y="12827"/>
                  </a:cubicBezTo>
                  <a:lnTo>
                    <a:pt x="42524" y="12797"/>
                  </a:lnTo>
                  <a:close/>
                  <a:moveTo>
                    <a:pt x="16293" y="12584"/>
                  </a:moveTo>
                  <a:cubicBezTo>
                    <a:pt x="16384" y="12614"/>
                    <a:pt x="16445" y="12675"/>
                    <a:pt x="16506" y="12736"/>
                  </a:cubicBezTo>
                  <a:cubicBezTo>
                    <a:pt x="16506" y="12780"/>
                    <a:pt x="16522" y="12809"/>
                    <a:pt x="16543" y="12809"/>
                  </a:cubicBezTo>
                  <a:cubicBezTo>
                    <a:pt x="16550" y="12809"/>
                    <a:pt x="16558" y="12805"/>
                    <a:pt x="16566" y="12797"/>
                  </a:cubicBezTo>
                  <a:lnTo>
                    <a:pt x="16566" y="12675"/>
                  </a:lnTo>
                  <a:cubicBezTo>
                    <a:pt x="16597" y="12645"/>
                    <a:pt x="16627" y="12614"/>
                    <a:pt x="16658" y="12614"/>
                  </a:cubicBezTo>
                  <a:cubicBezTo>
                    <a:pt x="16688" y="12614"/>
                    <a:pt x="16779" y="12645"/>
                    <a:pt x="16779" y="12645"/>
                  </a:cubicBezTo>
                  <a:lnTo>
                    <a:pt x="16779" y="12797"/>
                  </a:lnTo>
                  <a:cubicBezTo>
                    <a:pt x="16870" y="12918"/>
                    <a:pt x="17022" y="13192"/>
                    <a:pt x="16962" y="13222"/>
                  </a:cubicBezTo>
                  <a:cubicBezTo>
                    <a:pt x="16951" y="13233"/>
                    <a:pt x="16938" y="13238"/>
                    <a:pt x="16924" y="13238"/>
                  </a:cubicBezTo>
                  <a:cubicBezTo>
                    <a:pt x="16860" y="13238"/>
                    <a:pt x="16768" y="13129"/>
                    <a:pt x="16718" y="12979"/>
                  </a:cubicBezTo>
                  <a:lnTo>
                    <a:pt x="16232" y="12979"/>
                  </a:lnTo>
                  <a:cubicBezTo>
                    <a:pt x="16232" y="12949"/>
                    <a:pt x="16354" y="12766"/>
                    <a:pt x="16293" y="12706"/>
                  </a:cubicBezTo>
                  <a:cubicBezTo>
                    <a:pt x="16232" y="12675"/>
                    <a:pt x="16202" y="12584"/>
                    <a:pt x="16202" y="12584"/>
                  </a:cubicBezTo>
                  <a:close/>
                  <a:moveTo>
                    <a:pt x="43892" y="13010"/>
                  </a:moveTo>
                  <a:cubicBezTo>
                    <a:pt x="43983" y="13101"/>
                    <a:pt x="44074" y="13161"/>
                    <a:pt x="44135" y="13253"/>
                  </a:cubicBezTo>
                  <a:cubicBezTo>
                    <a:pt x="44156" y="13253"/>
                    <a:pt x="44135" y="13266"/>
                    <a:pt x="44092" y="13266"/>
                  </a:cubicBezTo>
                  <a:cubicBezTo>
                    <a:pt x="44071" y="13266"/>
                    <a:pt x="44044" y="13263"/>
                    <a:pt x="44014" y="13253"/>
                  </a:cubicBezTo>
                  <a:lnTo>
                    <a:pt x="43467" y="13253"/>
                  </a:lnTo>
                  <a:cubicBezTo>
                    <a:pt x="43406" y="13222"/>
                    <a:pt x="43467" y="13131"/>
                    <a:pt x="43588" y="13040"/>
                  </a:cubicBezTo>
                  <a:cubicBezTo>
                    <a:pt x="43624" y="13076"/>
                    <a:pt x="43655" y="13088"/>
                    <a:pt x="43685" y="13088"/>
                  </a:cubicBezTo>
                  <a:cubicBezTo>
                    <a:pt x="43732" y="13088"/>
                    <a:pt x="43776" y="13058"/>
                    <a:pt x="43831" y="13040"/>
                  </a:cubicBezTo>
                  <a:lnTo>
                    <a:pt x="43892" y="13010"/>
                  </a:lnTo>
                  <a:close/>
                  <a:moveTo>
                    <a:pt x="14834" y="12918"/>
                  </a:moveTo>
                  <a:lnTo>
                    <a:pt x="14803" y="12949"/>
                  </a:lnTo>
                  <a:cubicBezTo>
                    <a:pt x="14895" y="12949"/>
                    <a:pt x="15138" y="13010"/>
                    <a:pt x="15107" y="13040"/>
                  </a:cubicBezTo>
                  <a:lnTo>
                    <a:pt x="15107" y="13131"/>
                  </a:lnTo>
                  <a:cubicBezTo>
                    <a:pt x="15138" y="13222"/>
                    <a:pt x="15138" y="13283"/>
                    <a:pt x="15077" y="13344"/>
                  </a:cubicBezTo>
                  <a:lnTo>
                    <a:pt x="14986" y="13344"/>
                  </a:lnTo>
                  <a:cubicBezTo>
                    <a:pt x="14955" y="13313"/>
                    <a:pt x="14895" y="13283"/>
                    <a:pt x="14864" y="13253"/>
                  </a:cubicBezTo>
                  <a:lnTo>
                    <a:pt x="14712" y="13101"/>
                  </a:lnTo>
                  <a:cubicBezTo>
                    <a:pt x="14682" y="13010"/>
                    <a:pt x="14743" y="12918"/>
                    <a:pt x="14834" y="12918"/>
                  </a:cubicBezTo>
                  <a:close/>
                  <a:moveTo>
                    <a:pt x="76025" y="12647"/>
                  </a:moveTo>
                  <a:cubicBezTo>
                    <a:pt x="76174" y="12647"/>
                    <a:pt x="76311" y="12749"/>
                    <a:pt x="76264" y="12797"/>
                  </a:cubicBezTo>
                  <a:cubicBezTo>
                    <a:pt x="76203" y="12827"/>
                    <a:pt x="76416" y="13161"/>
                    <a:pt x="76507" y="13283"/>
                  </a:cubicBezTo>
                  <a:cubicBezTo>
                    <a:pt x="76553" y="13376"/>
                    <a:pt x="76511" y="13416"/>
                    <a:pt x="76461" y="13416"/>
                  </a:cubicBezTo>
                  <a:cubicBezTo>
                    <a:pt x="76446" y="13416"/>
                    <a:pt x="76430" y="13412"/>
                    <a:pt x="76416" y="13405"/>
                  </a:cubicBezTo>
                  <a:cubicBezTo>
                    <a:pt x="76294" y="13344"/>
                    <a:pt x="76203" y="13313"/>
                    <a:pt x="76081" y="13313"/>
                  </a:cubicBezTo>
                  <a:lnTo>
                    <a:pt x="76020" y="13344"/>
                  </a:lnTo>
                  <a:cubicBezTo>
                    <a:pt x="75965" y="13390"/>
                    <a:pt x="75916" y="13405"/>
                    <a:pt x="75869" y="13405"/>
                  </a:cubicBezTo>
                  <a:cubicBezTo>
                    <a:pt x="75774" y="13405"/>
                    <a:pt x="75692" y="13340"/>
                    <a:pt x="75600" y="13340"/>
                  </a:cubicBezTo>
                  <a:cubicBezTo>
                    <a:pt x="75588" y="13340"/>
                    <a:pt x="75577" y="13341"/>
                    <a:pt x="75564" y="13344"/>
                  </a:cubicBezTo>
                  <a:lnTo>
                    <a:pt x="75443" y="13405"/>
                  </a:lnTo>
                  <a:cubicBezTo>
                    <a:pt x="75260" y="13374"/>
                    <a:pt x="75108" y="13313"/>
                    <a:pt x="75108" y="13283"/>
                  </a:cubicBezTo>
                  <a:cubicBezTo>
                    <a:pt x="75108" y="13253"/>
                    <a:pt x="75352" y="13101"/>
                    <a:pt x="75291" y="13040"/>
                  </a:cubicBezTo>
                  <a:cubicBezTo>
                    <a:pt x="75230" y="12979"/>
                    <a:pt x="75139" y="12888"/>
                    <a:pt x="75108" y="12888"/>
                  </a:cubicBezTo>
                  <a:cubicBezTo>
                    <a:pt x="75108" y="12858"/>
                    <a:pt x="75230" y="12827"/>
                    <a:pt x="75291" y="12827"/>
                  </a:cubicBezTo>
                  <a:cubicBezTo>
                    <a:pt x="75352" y="12827"/>
                    <a:pt x="75504" y="13131"/>
                    <a:pt x="75564" y="13161"/>
                  </a:cubicBezTo>
                  <a:cubicBezTo>
                    <a:pt x="75570" y="13163"/>
                    <a:pt x="75575" y="13164"/>
                    <a:pt x="75580" y="13164"/>
                  </a:cubicBezTo>
                  <a:cubicBezTo>
                    <a:pt x="75652" y="13164"/>
                    <a:pt x="75719" y="13008"/>
                    <a:pt x="75722" y="12908"/>
                  </a:cubicBezTo>
                  <a:lnTo>
                    <a:pt x="75722" y="12908"/>
                  </a:lnTo>
                  <a:cubicBezTo>
                    <a:pt x="75730" y="12910"/>
                    <a:pt x="75741" y="12911"/>
                    <a:pt x="75754" y="12911"/>
                  </a:cubicBezTo>
                  <a:cubicBezTo>
                    <a:pt x="75792" y="12911"/>
                    <a:pt x="75853" y="12903"/>
                    <a:pt x="75929" y="12888"/>
                  </a:cubicBezTo>
                  <a:lnTo>
                    <a:pt x="75899" y="12675"/>
                  </a:lnTo>
                  <a:cubicBezTo>
                    <a:pt x="75939" y="12655"/>
                    <a:pt x="75982" y="12647"/>
                    <a:pt x="76025" y="12647"/>
                  </a:cubicBezTo>
                  <a:close/>
                  <a:moveTo>
                    <a:pt x="66347" y="13262"/>
                  </a:moveTo>
                  <a:cubicBezTo>
                    <a:pt x="66389" y="13262"/>
                    <a:pt x="66442" y="13277"/>
                    <a:pt x="66507" y="13313"/>
                  </a:cubicBezTo>
                  <a:lnTo>
                    <a:pt x="66658" y="13405"/>
                  </a:lnTo>
                  <a:cubicBezTo>
                    <a:pt x="66658" y="13405"/>
                    <a:pt x="66689" y="13465"/>
                    <a:pt x="66658" y="13496"/>
                  </a:cubicBezTo>
                  <a:lnTo>
                    <a:pt x="66598" y="13496"/>
                  </a:lnTo>
                  <a:lnTo>
                    <a:pt x="66507" y="13405"/>
                  </a:lnTo>
                  <a:cubicBezTo>
                    <a:pt x="66440" y="13438"/>
                    <a:pt x="66373" y="13462"/>
                    <a:pt x="66321" y="13462"/>
                  </a:cubicBezTo>
                  <a:cubicBezTo>
                    <a:pt x="66279" y="13462"/>
                    <a:pt x="66247" y="13446"/>
                    <a:pt x="66233" y="13405"/>
                  </a:cubicBezTo>
                  <a:cubicBezTo>
                    <a:pt x="66212" y="13341"/>
                    <a:pt x="66250" y="13262"/>
                    <a:pt x="66347" y="13262"/>
                  </a:cubicBezTo>
                  <a:close/>
                  <a:moveTo>
                    <a:pt x="72720" y="12795"/>
                  </a:moveTo>
                  <a:cubicBezTo>
                    <a:pt x="72786" y="12795"/>
                    <a:pt x="72850" y="12829"/>
                    <a:pt x="72890" y="12888"/>
                  </a:cubicBezTo>
                  <a:lnTo>
                    <a:pt x="72829" y="12979"/>
                  </a:lnTo>
                  <a:lnTo>
                    <a:pt x="72738" y="13070"/>
                  </a:lnTo>
                  <a:cubicBezTo>
                    <a:pt x="72757" y="13129"/>
                    <a:pt x="72878" y="13163"/>
                    <a:pt x="72986" y="13163"/>
                  </a:cubicBezTo>
                  <a:cubicBezTo>
                    <a:pt x="73045" y="13163"/>
                    <a:pt x="73100" y="13153"/>
                    <a:pt x="73133" y="13131"/>
                  </a:cubicBezTo>
                  <a:cubicBezTo>
                    <a:pt x="73224" y="13070"/>
                    <a:pt x="73315" y="13040"/>
                    <a:pt x="73437" y="13010"/>
                  </a:cubicBezTo>
                  <a:lnTo>
                    <a:pt x="73528" y="13010"/>
                  </a:lnTo>
                  <a:cubicBezTo>
                    <a:pt x="73538" y="13006"/>
                    <a:pt x="73547" y="13005"/>
                    <a:pt x="73556" y="13005"/>
                  </a:cubicBezTo>
                  <a:cubicBezTo>
                    <a:pt x="73632" y="13005"/>
                    <a:pt x="73680" y="13107"/>
                    <a:pt x="73680" y="13161"/>
                  </a:cubicBezTo>
                  <a:cubicBezTo>
                    <a:pt x="73680" y="13197"/>
                    <a:pt x="73774" y="13212"/>
                    <a:pt x="73852" y="13212"/>
                  </a:cubicBezTo>
                  <a:cubicBezTo>
                    <a:pt x="73907" y="13212"/>
                    <a:pt x="73953" y="13204"/>
                    <a:pt x="73953" y="13192"/>
                  </a:cubicBezTo>
                  <a:cubicBezTo>
                    <a:pt x="73923" y="13131"/>
                    <a:pt x="73923" y="13070"/>
                    <a:pt x="73953" y="13040"/>
                  </a:cubicBezTo>
                  <a:cubicBezTo>
                    <a:pt x="73965" y="13042"/>
                    <a:pt x="73976" y="13043"/>
                    <a:pt x="73985" y="13043"/>
                  </a:cubicBezTo>
                  <a:cubicBezTo>
                    <a:pt x="74097" y="13043"/>
                    <a:pt x="74049" y="12888"/>
                    <a:pt x="74105" y="12888"/>
                  </a:cubicBezTo>
                  <a:cubicBezTo>
                    <a:pt x="74197" y="12888"/>
                    <a:pt x="74288" y="12918"/>
                    <a:pt x="74379" y="12949"/>
                  </a:cubicBezTo>
                  <a:lnTo>
                    <a:pt x="74470" y="12979"/>
                  </a:lnTo>
                  <a:cubicBezTo>
                    <a:pt x="74531" y="12994"/>
                    <a:pt x="74584" y="13002"/>
                    <a:pt x="74637" y="13002"/>
                  </a:cubicBezTo>
                  <a:cubicBezTo>
                    <a:pt x="74691" y="13002"/>
                    <a:pt x="74744" y="12994"/>
                    <a:pt x="74805" y="12979"/>
                  </a:cubicBezTo>
                  <a:lnTo>
                    <a:pt x="74805" y="12918"/>
                  </a:lnTo>
                  <a:cubicBezTo>
                    <a:pt x="74805" y="12850"/>
                    <a:pt x="74839" y="12816"/>
                    <a:pt x="74894" y="12816"/>
                  </a:cubicBezTo>
                  <a:cubicBezTo>
                    <a:pt x="74913" y="12816"/>
                    <a:pt x="74934" y="12820"/>
                    <a:pt x="74957" y="12827"/>
                  </a:cubicBezTo>
                  <a:lnTo>
                    <a:pt x="74987" y="12827"/>
                  </a:lnTo>
                  <a:cubicBezTo>
                    <a:pt x="74957" y="12979"/>
                    <a:pt x="74865" y="13101"/>
                    <a:pt x="74744" y="13192"/>
                  </a:cubicBezTo>
                  <a:cubicBezTo>
                    <a:pt x="74683" y="13253"/>
                    <a:pt x="74653" y="13283"/>
                    <a:pt x="74592" y="13344"/>
                  </a:cubicBezTo>
                  <a:lnTo>
                    <a:pt x="74409" y="13344"/>
                  </a:lnTo>
                  <a:cubicBezTo>
                    <a:pt x="74399" y="13354"/>
                    <a:pt x="74389" y="13357"/>
                    <a:pt x="74379" y="13357"/>
                  </a:cubicBezTo>
                  <a:cubicBezTo>
                    <a:pt x="74359" y="13357"/>
                    <a:pt x="74338" y="13344"/>
                    <a:pt x="74318" y="13344"/>
                  </a:cubicBezTo>
                  <a:cubicBezTo>
                    <a:pt x="74300" y="13335"/>
                    <a:pt x="74283" y="13331"/>
                    <a:pt x="74265" y="13331"/>
                  </a:cubicBezTo>
                  <a:cubicBezTo>
                    <a:pt x="74222" y="13331"/>
                    <a:pt x="74179" y="13353"/>
                    <a:pt x="74136" y="13374"/>
                  </a:cubicBezTo>
                  <a:cubicBezTo>
                    <a:pt x="74130" y="13380"/>
                    <a:pt x="74123" y="13382"/>
                    <a:pt x="74114" y="13382"/>
                  </a:cubicBezTo>
                  <a:cubicBezTo>
                    <a:pt x="74073" y="13382"/>
                    <a:pt x="73998" y="13328"/>
                    <a:pt x="73923" y="13253"/>
                  </a:cubicBezTo>
                  <a:lnTo>
                    <a:pt x="73771" y="13344"/>
                  </a:lnTo>
                  <a:lnTo>
                    <a:pt x="73649" y="13465"/>
                  </a:lnTo>
                  <a:cubicBezTo>
                    <a:pt x="73528" y="13374"/>
                    <a:pt x="73376" y="13374"/>
                    <a:pt x="73254" y="13374"/>
                  </a:cubicBezTo>
                  <a:lnTo>
                    <a:pt x="73102" y="13374"/>
                  </a:lnTo>
                  <a:cubicBezTo>
                    <a:pt x="73042" y="13374"/>
                    <a:pt x="72950" y="13313"/>
                    <a:pt x="72920" y="13313"/>
                  </a:cubicBezTo>
                  <a:cubicBezTo>
                    <a:pt x="72859" y="13344"/>
                    <a:pt x="72829" y="13435"/>
                    <a:pt x="72798" y="13465"/>
                  </a:cubicBezTo>
                  <a:lnTo>
                    <a:pt x="72768" y="13496"/>
                  </a:lnTo>
                  <a:cubicBezTo>
                    <a:pt x="72707" y="13511"/>
                    <a:pt x="72654" y="13519"/>
                    <a:pt x="72601" y="13519"/>
                  </a:cubicBezTo>
                  <a:cubicBezTo>
                    <a:pt x="72548" y="13519"/>
                    <a:pt x="72494" y="13511"/>
                    <a:pt x="72434" y="13496"/>
                  </a:cubicBezTo>
                  <a:lnTo>
                    <a:pt x="72312" y="13496"/>
                  </a:lnTo>
                  <a:cubicBezTo>
                    <a:pt x="72282" y="13496"/>
                    <a:pt x="72251" y="13465"/>
                    <a:pt x="72251" y="13435"/>
                  </a:cubicBezTo>
                  <a:cubicBezTo>
                    <a:pt x="72251" y="13405"/>
                    <a:pt x="72251" y="13344"/>
                    <a:pt x="72282" y="13344"/>
                  </a:cubicBezTo>
                  <a:lnTo>
                    <a:pt x="72373" y="13283"/>
                  </a:lnTo>
                  <a:cubicBezTo>
                    <a:pt x="72464" y="13253"/>
                    <a:pt x="72525" y="13101"/>
                    <a:pt x="72434" y="13101"/>
                  </a:cubicBezTo>
                  <a:cubicBezTo>
                    <a:pt x="72373" y="13070"/>
                    <a:pt x="72555" y="12888"/>
                    <a:pt x="72616" y="12827"/>
                  </a:cubicBezTo>
                  <a:cubicBezTo>
                    <a:pt x="72648" y="12806"/>
                    <a:pt x="72684" y="12795"/>
                    <a:pt x="72720" y="12795"/>
                  </a:cubicBezTo>
                  <a:close/>
                  <a:moveTo>
                    <a:pt x="13702" y="13179"/>
                  </a:moveTo>
                  <a:cubicBezTo>
                    <a:pt x="13745" y="13179"/>
                    <a:pt x="13788" y="13201"/>
                    <a:pt x="13831" y="13222"/>
                  </a:cubicBezTo>
                  <a:cubicBezTo>
                    <a:pt x="13861" y="13283"/>
                    <a:pt x="13861" y="13344"/>
                    <a:pt x="13709" y="13344"/>
                  </a:cubicBezTo>
                  <a:cubicBezTo>
                    <a:pt x="13588" y="13374"/>
                    <a:pt x="13648" y="13465"/>
                    <a:pt x="13618" y="13526"/>
                  </a:cubicBezTo>
                  <a:lnTo>
                    <a:pt x="13588" y="13557"/>
                  </a:lnTo>
                  <a:cubicBezTo>
                    <a:pt x="13557" y="13557"/>
                    <a:pt x="13496" y="13557"/>
                    <a:pt x="13466" y="13526"/>
                  </a:cubicBezTo>
                  <a:cubicBezTo>
                    <a:pt x="13436" y="13496"/>
                    <a:pt x="13588" y="13313"/>
                    <a:pt x="13496" y="13313"/>
                  </a:cubicBezTo>
                  <a:cubicBezTo>
                    <a:pt x="13405" y="13313"/>
                    <a:pt x="13405" y="13283"/>
                    <a:pt x="13527" y="13222"/>
                  </a:cubicBezTo>
                  <a:lnTo>
                    <a:pt x="13648" y="13192"/>
                  </a:lnTo>
                  <a:cubicBezTo>
                    <a:pt x="13666" y="13183"/>
                    <a:pt x="13684" y="13179"/>
                    <a:pt x="13702" y="13179"/>
                  </a:cubicBezTo>
                  <a:close/>
                  <a:moveTo>
                    <a:pt x="17782" y="13040"/>
                  </a:moveTo>
                  <a:lnTo>
                    <a:pt x="17934" y="13101"/>
                  </a:lnTo>
                  <a:lnTo>
                    <a:pt x="18025" y="13101"/>
                  </a:lnTo>
                  <a:cubicBezTo>
                    <a:pt x="18117" y="13131"/>
                    <a:pt x="18086" y="13192"/>
                    <a:pt x="17995" y="13192"/>
                  </a:cubicBezTo>
                  <a:cubicBezTo>
                    <a:pt x="17873" y="13192"/>
                    <a:pt x="17721" y="13587"/>
                    <a:pt x="17691" y="13587"/>
                  </a:cubicBezTo>
                  <a:cubicBezTo>
                    <a:pt x="17682" y="13596"/>
                    <a:pt x="17668" y="13600"/>
                    <a:pt x="17652" y="13600"/>
                  </a:cubicBezTo>
                  <a:cubicBezTo>
                    <a:pt x="17612" y="13600"/>
                    <a:pt x="17561" y="13578"/>
                    <a:pt x="17539" y="13557"/>
                  </a:cubicBezTo>
                  <a:lnTo>
                    <a:pt x="17539" y="13526"/>
                  </a:lnTo>
                  <a:lnTo>
                    <a:pt x="17569" y="13405"/>
                  </a:lnTo>
                  <a:cubicBezTo>
                    <a:pt x="17630" y="13313"/>
                    <a:pt x="17721" y="13131"/>
                    <a:pt x="17782" y="13040"/>
                  </a:cubicBezTo>
                  <a:close/>
                  <a:moveTo>
                    <a:pt x="65534" y="13070"/>
                  </a:moveTo>
                  <a:cubicBezTo>
                    <a:pt x="65625" y="13101"/>
                    <a:pt x="65686" y="13131"/>
                    <a:pt x="65747" y="13161"/>
                  </a:cubicBezTo>
                  <a:cubicBezTo>
                    <a:pt x="65807" y="13192"/>
                    <a:pt x="65899" y="13313"/>
                    <a:pt x="65899" y="13344"/>
                  </a:cubicBezTo>
                  <a:cubicBezTo>
                    <a:pt x="65868" y="13374"/>
                    <a:pt x="65899" y="13435"/>
                    <a:pt x="65990" y="13435"/>
                  </a:cubicBezTo>
                  <a:lnTo>
                    <a:pt x="66020" y="13465"/>
                  </a:lnTo>
                  <a:cubicBezTo>
                    <a:pt x="66051" y="13465"/>
                    <a:pt x="66051" y="13557"/>
                    <a:pt x="66051" y="13557"/>
                  </a:cubicBezTo>
                  <a:cubicBezTo>
                    <a:pt x="66051" y="13587"/>
                    <a:pt x="65990" y="13587"/>
                    <a:pt x="65959" y="13587"/>
                  </a:cubicBezTo>
                  <a:lnTo>
                    <a:pt x="65868" y="13617"/>
                  </a:lnTo>
                  <a:cubicBezTo>
                    <a:pt x="65777" y="13617"/>
                    <a:pt x="65625" y="13587"/>
                    <a:pt x="65564" y="13557"/>
                  </a:cubicBezTo>
                  <a:lnTo>
                    <a:pt x="65503" y="13526"/>
                  </a:lnTo>
                  <a:cubicBezTo>
                    <a:pt x="65473" y="13496"/>
                    <a:pt x="65443" y="13435"/>
                    <a:pt x="65473" y="13374"/>
                  </a:cubicBezTo>
                  <a:lnTo>
                    <a:pt x="65503" y="13344"/>
                  </a:lnTo>
                  <a:cubicBezTo>
                    <a:pt x="65564" y="13313"/>
                    <a:pt x="65564" y="13253"/>
                    <a:pt x="65503" y="13253"/>
                  </a:cubicBezTo>
                  <a:lnTo>
                    <a:pt x="65473" y="13222"/>
                  </a:lnTo>
                  <a:cubicBezTo>
                    <a:pt x="65443" y="13192"/>
                    <a:pt x="65473" y="13131"/>
                    <a:pt x="65503" y="13101"/>
                  </a:cubicBezTo>
                  <a:lnTo>
                    <a:pt x="65534" y="13070"/>
                  </a:lnTo>
                  <a:close/>
                  <a:moveTo>
                    <a:pt x="37783" y="13313"/>
                  </a:moveTo>
                  <a:lnTo>
                    <a:pt x="37904" y="13374"/>
                  </a:lnTo>
                  <a:lnTo>
                    <a:pt x="38056" y="13496"/>
                  </a:lnTo>
                  <a:cubicBezTo>
                    <a:pt x="38080" y="13591"/>
                    <a:pt x="38011" y="13667"/>
                    <a:pt x="37936" y="13667"/>
                  </a:cubicBezTo>
                  <a:cubicBezTo>
                    <a:pt x="37915" y="13667"/>
                    <a:pt x="37894" y="13661"/>
                    <a:pt x="37874" y="13648"/>
                  </a:cubicBezTo>
                  <a:cubicBezTo>
                    <a:pt x="37847" y="13630"/>
                    <a:pt x="37820" y="13610"/>
                    <a:pt x="37794" y="13588"/>
                  </a:cubicBezTo>
                  <a:lnTo>
                    <a:pt x="37794" y="13588"/>
                  </a:lnTo>
                  <a:cubicBezTo>
                    <a:pt x="37813" y="13520"/>
                    <a:pt x="37810" y="13423"/>
                    <a:pt x="37783" y="13313"/>
                  </a:cubicBezTo>
                  <a:close/>
                  <a:moveTo>
                    <a:pt x="44253" y="13412"/>
                  </a:moveTo>
                  <a:cubicBezTo>
                    <a:pt x="44318" y="13412"/>
                    <a:pt x="44378" y="13420"/>
                    <a:pt x="44439" y="13435"/>
                  </a:cubicBezTo>
                  <a:lnTo>
                    <a:pt x="44652" y="13526"/>
                  </a:lnTo>
                  <a:cubicBezTo>
                    <a:pt x="44726" y="13477"/>
                    <a:pt x="44821" y="13427"/>
                    <a:pt x="44920" y="13427"/>
                  </a:cubicBezTo>
                  <a:cubicBezTo>
                    <a:pt x="44942" y="13427"/>
                    <a:pt x="44964" y="13429"/>
                    <a:pt x="44986" y="13435"/>
                  </a:cubicBezTo>
                  <a:cubicBezTo>
                    <a:pt x="45047" y="13465"/>
                    <a:pt x="44956" y="13587"/>
                    <a:pt x="44926" y="13617"/>
                  </a:cubicBezTo>
                  <a:cubicBezTo>
                    <a:pt x="44872" y="13653"/>
                    <a:pt x="44819" y="13668"/>
                    <a:pt x="44771" y="13668"/>
                  </a:cubicBezTo>
                  <a:cubicBezTo>
                    <a:pt x="44738" y="13668"/>
                    <a:pt x="44708" y="13660"/>
                    <a:pt x="44682" y="13648"/>
                  </a:cubicBezTo>
                  <a:cubicBezTo>
                    <a:pt x="44439" y="13648"/>
                    <a:pt x="44196" y="13617"/>
                    <a:pt x="43953" y="13587"/>
                  </a:cubicBezTo>
                  <a:cubicBezTo>
                    <a:pt x="43953" y="13526"/>
                    <a:pt x="43983" y="13465"/>
                    <a:pt x="44014" y="13435"/>
                  </a:cubicBezTo>
                  <a:lnTo>
                    <a:pt x="44044" y="13435"/>
                  </a:lnTo>
                  <a:cubicBezTo>
                    <a:pt x="44120" y="13420"/>
                    <a:pt x="44188" y="13412"/>
                    <a:pt x="44253" y="13412"/>
                  </a:cubicBezTo>
                  <a:close/>
                  <a:moveTo>
                    <a:pt x="63285" y="13344"/>
                  </a:moveTo>
                  <a:cubicBezTo>
                    <a:pt x="63437" y="13374"/>
                    <a:pt x="63528" y="13435"/>
                    <a:pt x="63528" y="13496"/>
                  </a:cubicBezTo>
                  <a:cubicBezTo>
                    <a:pt x="63505" y="13540"/>
                    <a:pt x="63418" y="13569"/>
                    <a:pt x="63361" y="13569"/>
                  </a:cubicBezTo>
                  <a:cubicBezTo>
                    <a:pt x="63340" y="13569"/>
                    <a:pt x="63323" y="13565"/>
                    <a:pt x="63315" y="13557"/>
                  </a:cubicBezTo>
                  <a:cubicBezTo>
                    <a:pt x="63293" y="13535"/>
                    <a:pt x="63226" y="13514"/>
                    <a:pt x="63157" y="13514"/>
                  </a:cubicBezTo>
                  <a:cubicBezTo>
                    <a:pt x="63128" y="13514"/>
                    <a:pt x="63098" y="13517"/>
                    <a:pt x="63072" y="13526"/>
                  </a:cubicBezTo>
                  <a:lnTo>
                    <a:pt x="62981" y="13557"/>
                  </a:lnTo>
                  <a:lnTo>
                    <a:pt x="62889" y="13617"/>
                  </a:lnTo>
                  <a:cubicBezTo>
                    <a:pt x="62851" y="13656"/>
                    <a:pt x="62813" y="13672"/>
                    <a:pt x="62777" y="13672"/>
                  </a:cubicBezTo>
                  <a:cubicBezTo>
                    <a:pt x="62727" y="13672"/>
                    <a:pt x="62682" y="13640"/>
                    <a:pt x="62646" y="13587"/>
                  </a:cubicBezTo>
                  <a:cubicBezTo>
                    <a:pt x="62616" y="13557"/>
                    <a:pt x="62555" y="13374"/>
                    <a:pt x="62616" y="13374"/>
                  </a:cubicBezTo>
                  <a:lnTo>
                    <a:pt x="62616" y="13374"/>
                  </a:lnTo>
                  <a:cubicBezTo>
                    <a:pt x="62628" y="13380"/>
                    <a:pt x="62656" y="13383"/>
                    <a:pt x="62694" y="13383"/>
                  </a:cubicBezTo>
                  <a:cubicBezTo>
                    <a:pt x="62847" y="13383"/>
                    <a:pt x="63163" y="13344"/>
                    <a:pt x="63285" y="13344"/>
                  </a:cubicBezTo>
                  <a:close/>
                  <a:moveTo>
                    <a:pt x="71431" y="12888"/>
                  </a:moveTo>
                  <a:cubicBezTo>
                    <a:pt x="71583" y="13070"/>
                    <a:pt x="71643" y="13222"/>
                    <a:pt x="71552" y="13222"/>
                  </a:cubicBezTo>
                  <a:cubicBezTo>
                    <a:pt x="71339" y="13283"/>
                    <a:pt x="71157" y="13344"/>
                    <a:pt x="70975" y="13435"/>
                  </a:cubicBezTo>
                  <a:cubicBezTo>
                    <a:pt x="70914" y="13496"/>
                    <a:pt x="70975" y="13526"/>
                    <a:pt x="71127" y="13526"/>
                  </a:cubicBezTo>
                  <a:lnTo>
                    <a:pt x="71218" y="13526"/>
                  </a:lnTo>
                  <a:cubicBezTo>
                    <a:pt x="71248" y="13557"/>
                    <a:pt x="71279" y="13587"/>
                    <a:pt x="71309" y="13617"/>
                  </a:cubicBezTo>
                  <a:cubicBezTo>
                    <a:pt x="71309" y="13648"/>
                    <a:pt x="71248" y="13678"/>
                    <a:pt x="71248" y="13678"/>
                  </a:cubicBezTo>
                  <a:lnTo>
                    <a:pt x="71066" y="13678"/>
                  </a:lnTo>
                  <a:cubicBezTo>
                    <a:pt x="70823" y="13648"/>
                    <a:pt x="70610" y="13526"/>
                    <a:pt x="70428" y="13374"/>
                  </a:cubicBezTo>
                  <a:cubicBezTo>
                    <a:pt x="70306" y="13283"/>
                    <a:pt x="70184" y="13192"/>
                    <a:pt x="70063" y="13161"/>
                  </a:cubicBezTo>
                  <a:cubicBezTo>
                    <a:pt x="69972" y="13161"/>
                    <a:pt x="69972" y="13101"/>
                    <a:pt x="70093" y="13070"/>
                  </a:cubicBezTo>
                  <a:lnTo>
                    <a:pt x="70124" y="13010"/>
                  </a:lnTo>
                  <a:cubicBezTo>
                    <a:pt x="70169" y="12979"/>
                    <a:pt x="70200" y="12964"/>
                    <a:pt x="70230" y="12964"/>
                  </a:cubicBezTo>
                  <a:cubicBezTo>
                    <a:pt x="70260" y="12964"/>
                    <a:pt x="70291" y="12979"/>
                    <a:pt x="70336" y="13010"/>
                  </a:cubicBezTo>
                  <a:lnTo>
                    <a:pt x="70367" y="13040"/>
                  </a:lnTo>
                  <a:lnTo>
                    <a:pt x="70853" y="12949"/>
                  </a:lnTo>
                  <a:lnTo>
                    <a:pt x="70975" y="13040"/>
                  </a:lnTo>
                  <a:cubicBezTo>
                    <a:pt x="71035" y="13070"/>
                    <a:pt x="71127" y="13101"/>
                    <a:pt x="71157" y="13101"/>
                  </a:cubicBezTo>
                  <a:lnTo>
                    <a:pt x="71431" y="12888"/>
                  </a:lnTo>
                  <a:close/>
                  <a:moveTo>
                    <a:pt x="17296" y="13010"/>
                  </a:moveTo>
                  <a:cubicBezTo>
                    <a:pt x="17296" y="13010"/>
                    <a:pt x="17326" y="13070"/>
                    <a:pt x="17326" y="13101"/>
                  </a:cubicBezTo>
                  <a:lnTo>
                    <a:pt x="17326" y="13131"/>
                  </a:lnTo>
                  <a:cubicBezTo>
                    <a:pt x="17296" y="13313"/>
                    <a:pt x="17448" y="13526"/>
                    <a:pt x="17113" y="13648"/>
                  </a:cubicBezTo>
                  <a:lnTo>
                    <a:pt x="17083" y="13678"/>
                  </a:lnTo>
                  <a:cubicBezTo>
                    <a:pt x="17047" y="13714"/>
                    <a:pt x="17026" y="13726"/>
                    <a:pt x="17012" y="13726"/>
                  </a:cubicBezTo>
                  <a:cubicBezTo>
                    <a:pt x="16992" y="13726"/>
                    <a:pt x="16992" y="13697"/>
                    <a:pt x="16992" y="13678"/>
                  </a:cubicBezTo>
                  <a:cubicBezTo>
                    <a:pt x="17022" y="13648"/>
                    <a:pt x="17113" y="13405"/>
                    <a:pt x="17113" y="13344"/>
                  </a:cubicBezTo>
                  <a:cubicBezTo>
                    <a:pt x="17113" y="13253"/>
                    <a:pt x="17144" y="13161"/>
                    <a:pt x="17174" y="13070"/>
                  </a:cubicBezTo>
                  <a:cubicBezTo>
                    <a:pt x="17205" y="13040"/>
                    <a:pt x="17235" y="13010"/>
                    <a:pt x="17296" y="13010"/>
                  </a:cubicBezTo>
                  <a:close/>
                  <a:moveTo>
                    <a:pt x="64288" y="13131"/>
                  </a:moveTo>
                  <a:cubicBezTo>
                    <a:pt x="64318" y="13161"/>
                    <a:pt x="64348" y="13222"/>
                    <a:pt x="64379" y="13283"/>
                  </a:cubicBezTo>
                  <a:lnTo>
                    <a:pt x="64652" y="13283"/>
                  </a:lnTo>
                  <a:lnTo>
                    <a:pt x="64713" y="13253"/>
                  </a:lnTo>
                  <a:cubicBezTo>
                    <a:pt x="64763" y="13202"/>
                    <a:pt x="64823" y="13180"/>
                    <a:pt x="64881" y="13180"/>
                  </a:cubicBezTo>
                  <a:cubicBezTo>
                    <a:pt x="64929" y="13180"/>
                    <a:pt x="64976" y="13195"/>
                    <a:pt x="65017" y="13222"/>
                  </a:cubicBezTo>
                  <a:lnTo>
                    <a:pt x="65139" y="13283"/>
                  </a:lnTo>
                  <a:cubicBezTo>
                    <a:pt x="65017" y="13435"/>
                    <a:pt x="64865" y="13587"/>
                    <a:pt x="64713" y="13709"/>
                  </a:cubicBezTo>
                  <a:cubicBezTo>
                    <a:pt x="64662" y="13747"/>
                    <a:pt x="64622" y="13764"/>
                    <a:pt x="64592" y="13764"/>
                  </a:cubicBezTo>
                  <a:cubicBezTo>
                    <a:pt x="64551" y="13764"/>
                    <a:pt x="64531" y="13731"/>
                    <a:pt x="64531" y="13678"/>
                  </a:cubicBezTo>
                  <a:cubicBezTo>
                    <a:pt x="64531" y="13577"/>
                    <a:pt x="64300" y="13413"/>
                    <a:pt x="64187" y="13413"/>
                  </a:cubicBezTo>
                  <a:cubicBezTo>
                    <a:pt x="64164" y="13413"/>
                    <a:pt x="64146" y="13420"/>
                    <a:pt x="64136" y="13435"/>
                  </a:cubicBezTo>
                  <a:cubicBezTo>
                    <a:pt x="64117" y="13464"/>
                    <a:pt x="64100" y="13486"/>
                    <a:pt x="64088" y="13503"/>
                  </a:cubicBezTo>
                  <a:lnTo>
                    <a:pt x="64088" y="13503"/>
                  </a:lnTo>
                  <a:cubicBezTo>
                    <a:pt x="64114" y="13458"/>
                    <a:pt x="64166" y="13360"/>
                    <a:pt x="64166" y="13313"/>
                  </a:cubicBezTo>
                  <a:cubicBezTo>
                    <a:pt x="64136" y="13253"/>
                    <a:pt x="64136" y="13192"/>
                    <a:pt x="64136" y="13131"/>
                  </a:cubicBezTo>
                  <a:close/>
                  <a:moveTo>
                    <a:pt x="37313" y="13518"/>
                  </a:moveTo>
                  <a:cubicBezTo>
                    <a:pt x="37337" y="13518"/>
                    <a:pt x="37357" y="13562"/>
                    <a:pt x="37357" y="13587"/>
                  </a:cubicBezTo>
                  <a:cubicBezTo>
                    <a:pt x="37357" y="13617"/>
                    <a:pt x="37205" y="13678"/>
                    <a:pt x="37023" y="13709"/>
                  </a:cubicBezTo>
                  <a:lnTo>
                    <a:pt x="36871" y="13739"/>
                  </a:lnTo>
                  <a:lnTo>
                    <a:pt x="36719" y="13739"/>
                  </a:lnTo>
                  <a:cubicBezTo>
                    <a:pt x="36567" y="13739"/>
                    <a:pt x="36384" y="13769"/>
                    <a:pt x="36324" y="13769"/>
                  </a:cubicBezTo>
                  <a:lnTo>
                    <a:pt x="36202" y="13769"/>
                  </a:lnTo>
                  <a:cubicBezTo>
                    <a:pt x="36172" y="13739"/>
                    <a:pt x="36202" y="13678"/>
                    <a:pt x="36232" y="13648"/>
                  </a:cubicBezTo>
                  <a:cubicBezTo>
                    <a:pt x="36253" y="13648"/>
                    <a:pt x="36340" y="13675"/>
                    <a:pt x="36406" y="13675"/>
                  </a:cubicBezTo>
                  <a:cubicBezTo>
                    <a:pt x="36438" y="13675"/>
                    <a:pt x="36465" y="13668"/>
                    <a:pt x="36476" y="13648"/>
                  </a:cubicBezTo>
                  <a:cubicBezTo>
                    <a:pt x="36476" y="13587"/>
                    <a:pt x="36810" y="13587"/>
                    <a:pt x="36901" y="13587"/>
                  </a:cubicBezTo>
                  <a:lnTo>
                    <a:pt x="37235" y="13587"/>
                  </a:lnTo>
                  <a:lnTo>
                    <a:pt x="37266" y="13557"/>
                  </a:lnTo>
                  <a:lnTo>
                    <a:pt x="37296" y="13526"/>
                  </a:lnTo>
                  <a:cubicBezTo>
                    <a:pt x="37302" y="13520"/>
                    <a:pt x="37308" y="13518"/>
                    <a:pt x="37313" y="13518"/>
                  </a:cubicBezTo>
                  <a:close/>
                  <a:moveTo>
                    <a:pt x="45716" y="13405"/>
                  </a:moveTo>
                  <a:cubicBezTo>
                    <a:pt x="45868" y="13435"/>
                    <a:pt x="45929" y="13709"/>
                    <a:pt x="45807" y="13739"/>
                  </a:cubicBezTo>
                  <a:cubicBezTo>
                    <a:pt x="45761" y="13769"/>
                    <a:pt x="45708" y="13785"/>
                    <a:pt x="45655" y="13785"/>
                  </a:cubicBezTo>
                  <a:cubicBezTo>
                    <a:pt x="45602" y="13785"/>
                    <a:pt x="45549" y="13769"/>
                    <a:pt x="45503" y="13739"/>
                  </a:cubicBezTo>
                  <a:cubicBezTo>
                    <a:pt x="45412" y="13709"/>
                    <a:pt x="45290" y="13526"/>
                    <a:pt x="45442" y="13405"/>
                  </a:cubicBezTo>
                  <a:close/>
                  <a:moveTo>
                    <a:pt x="54895" y="13283"/>
                  </a:moveTo>
                  <a:cubicBezTo>
                    <a:pt x="54926" y="13313"/>
                    <a:pt x="54895" y="13374"/>
                    <a:pt x="54895" y="13405"/>
                  </a:cubicBezTo>
                  <a:cubicBezTo>
                    <a:pt x="54865" y="13435"/>
                    <a:pt x="54895" y="13496"/>
                    <a:pt x="54987" y="13526"/>
                  </a:cubicBezTo>
                  <a:lnTo>
                    <a:pt x="55078" y="13587"/>
                  </a:lnTo>
                  <a:cubicBezTo>
                    <a:pt x="55108" y="13617"/>
                    <a:pt x="55230" y="13709"/>
                    <a:pt x="55108" y="13769"/>
                  </a:cubicBezTo>
                  <a:lnTo>
                    <a:pt x="55017" y="13830"/>
                  </a:lnTo>
                  <a:cubicBezTo>
                    <a:pt x="54956" y="13769"/>
                    <a:pt x="54895" y="13678"/>
                    <a:pt x="54835" y="13587"/>
                  </a:cubicBezTo>
                  <a:lnTo>
                    <a:pt x="54804" y="13526"/>
                  </a:lnTo>
                  <a:cubicBezTo>
                    <a:pt x="54652" y="13405"/>
                    <a:pt x="54652" y="13344"/>
                    <a:pt x="54865" y="13283"/>
                  </a:cubicBezTo>
                  <a:close/>
                  <a:moveTo>
                    <a:pt x="68634" y="12979"/>
                  </a:moveTo>
                  <a:cubicBezTo>
                    <a:pt x="69090" y="13040"/>
                    <a:pt x="69516" y="13070"/>
                    <a:pt x="69546" y="13070"/>
                  </a:cubicBezTo>
                  <a:lnTo>
                    <a:pt x="69576" y="13070"/>
                  </a:lnTo>
                  <a:cubicBezTo>
                    <a:pt x="69615" y="13045"/>
                    <a:pt x="69648" y="13035"/>
                    <a:pt x="69678" y="13035"/>
                  </a:cubicBezTo>
                  <a:cubicBezTo>
                    <a:pt x="69719" y="13035"/>
                    <a:pt x="69754" y="13053"/>
                    <a:pt x="69789" y="13070"/>
                  </a:cubicBezTo>
                  <a:cubicBezTo>
                    <a:pt x="69941" y="13131"/>
                    <a:pt x="69728" y="13222"/>
                    <a:pt x="69789" y="13253"/>
                  </a:cubicBezTo>
                  <a:lnTo>
                    <a:pt x="69850" y="13313"/>
                  </a:lnTo>
                  <a:cubicBezTo>
                    <a:pt x="69911" y="13374"/>
                    <a:pt x="69880" y="13435"/>
                    <a:pt x="69820" y="13435"/>
                  </a:cubicBezTo>
                  <a:lnTo>
                    <a:pt x="69850" y="13435"/>
                  </a:lnTo>
                  <a:cubicBezTo>
                    <a:pt x="69759" y="13435"/>
                    <a:pt x="69759" y="13769"/>
                    <a:pt x="69728" y="13830"/>
                  </a:cubicBezTo>
                  <a:cubicBezTo>
                    <a:pt x="69724" y="13834"/>
                    <a:pt x="69717" y="13836"/>
                    <a:pt x="69707" y="13836"/>
                  </a:cubicBezTo>
                  <a:cubicBezTo>
                    <a:pt x="69643" y="13836"/>
                    <a:pt x="69461" y="13753"/>
                    <a:pt x="69303" y="13648"/>
                  </a:cubicBezTo>
                  <a:lnTo>
                    <a:pt x="69121" y="13496"/>
                  </a:lnTo>
                  <a:lnTo>
                    <a:pt x="68969" y="13374"/>
                  </a:lnTo>
                  <a:cubicBezTo>
                    <a:pt x="68896" y="13287"/>
                    <a:pt x="68830" y="13249"/>
                    <a:pt x="68782" y="13249"/>
                  </a:cubicBezTo>
                  <a:cubicBezTo>
                    <a:pt x="68728" y="13249"/>
                    <a:pt x="68695" y="13295"/>
                    <a:pt x="68695" y="13374"/>
                  </a:cubicBezTo>
                  <a:lnTo>
                    <a:pt x="68421" y="13344"/>
                  </a:lnTo>
                  <a:lnTo>
                    <a:pt x="68391" y="13344"/>
                  </a:lnTo>
                  <a:cubicBezTo>
                    <a:pt x="68269" y="13405"/>
                    <a:pt x="68117" y="13465"/>
                    <a:pt x="67965" y="13526"/>
                  </a:cubicBezTo>
                  <a:lnTo>
                    <a:pt x="67874" y="13496"/>
                  </a:lnTo>
                  <a:lnTo>
                    <a:pt x="67783" y="13465"/>
                  </a:lnTo>
                  <a:cubicBezTo>
                    <a:pt x="67662" y="13435"/>
                    <a:pt x="67540" y="13435"/>
                    <a:pt x="67418" y="13405"/>
                  </a:cubicBezTo>
                  <a:lnTo>
                    <a:pt x="67236" y="13405"/>
                  </a:lnTo>
                  <a:cubicBezTo>
                    <a:pt x="67212" y="13419"/>
                    <a:pt x="67193" y="13425"/>
                    <a:pt x="67178" y="13425"/>
                  </a:cubicBezTo>
                  <a:cubicBezTo>
                    <a:pt x="67094" y="13425"/>
                    <a:pt x="67124" y="13243"/>
                    <a:pt x="67175" y="13192"/>
                  </a:cubicBezTo>
                  <a:cubicBezTo>
                    <a:pt x="67188" y="13166"/>
                    <a:pt x="67223" y="13157"/>
                    <a:pt x="67261" y="13157"/>
                  </a:cubicBezTo>
                  <a:cubicBezTo>
                    <a:pt x="67312" y="13157"/>
                    <a:pt x="67370" y="13174"/>
                    <a:pt x="67388" y="13192"/>
                  </a:cubicBezTo>
                  <a:cubicBezTo>
                    <a:pt x="67391" y="13195"/>
                    <a:pt x="67396" y="13197"/>
                    <a:pt x="67403" y="13197"/>
                  </a:cubicBezTo>
                  <a:cubicBezTo>
                    <a:pt x="67456" y="13197"/>
                    <a:pt x="67607" y="13094"/>
                    <a:pt x="67662" y="13040"/>
                  </a:cubicBezTo>
                  <a:cubicBezTo>
                    <a:pt x="67677" y="13032"/>
                    <a:pt x="67698" y="13028"/>
                    <a:pt x="67723" y="13028"/>
                  </a:cubicBezTo>
                  <a:cubicBezTo>
                    <a:pt x="67798" y="13028"/>
                    <a:pt x="67912" y="13063"/>
                    <a:pt x="68026" y="13131"/>
                  </a:cubicBezTo>
                  <a:lnTo>
                    <a:pt x="68209" y="13101"/>
                  </a:lnTo>
                  <a:lnTo>
                    <a:pt x="68634" y="12979"/>
                  </a:lnTo>
                  <a:close/>
                  <a:moveTo>
                    <a:pt x="42737" y="13526"/>
                  </a:moveTo>
                  <a:cubicBezTo>
                    <a:pt x="42798" y="13526"/>
                    <a:pt x="43011" y="13709"/>
                    <a:pt x="43011" y="13769"/>
                  </a:cubicBezTo>
                  <a:cubicBezTo>
                    <a:pt x="43011" y="13830"/>
                    <a:pt x="42919" y="13861"/>
                    <a:pt x="42798" y="13861"/>
                  </a:cubicBezTo>
                  <a:lnTo>
                    <a:pt x="42737" y="13830"/>
                  </a:lnTo>
                  <a:lnTo>
                    <a:pt x="42646" y="13769"/>
                  </a:lnTo>
                  <a:cubicBezTo>
                    <a:pt x="42615" y="13648"/>
                    <a:pt x="42646" y="13557"/>
                    <a:pt x="42737" y="13557"/>
                  </a:cubicBezTo>
                  <a:lnTo>
                    <a:pt x="42737" y="13526"/>
                  </a:lnTo>
                  <a:close/>
                  <a:moveTo>
                    <a:pt x="43658" y="13514"/>
                  </a:moveTo>
                  <a:cubicBezTo>
                    <a:pt x="43728" y="13514"/>
                    <a:pt x="43771" y="13529"/>
                    <a:pt x="43771" y="13557"/>
                  </a:cubicBezTo>
                  <a:lnTo>
                    <a:pt x="43771" y="13678"/>
                  </a:lnTo>
                  <a:cubicBezTo>
                    <a:pt x="43771" y="13769"/>
                    <a:pt x="43710" y="13830"/>
                    <a:pt x="43649" y="13861"/>
                  </a:cubicBezTo>
                  <a:lnTo>
                    <a:pt x="43619" y="13861"/>
                  </a:lnTo>
                  <a:cubicBezTo>
                    <a:pt x="43193" y="13769"/>
                    <a:pt x="43102" y="13709"/>
                    <a:pt x="43163" y="13678"/>
                  </a:cubicBezTo>
                  <a:lnTo>
                    <a:pt x="43315" y="13587"/>
                  </a:lnTo>
                  <a:cubicBezTo>
                    <a:pt x="43448" y="13537"/>
                    <a:pt x="43573" y="13514"/>
                    <a:pt x="43658" y="13514"/>
                  </a:cubicBezTo>
                  <a:close/>
                  <a:moveTo>
                    <a:pt x="23894" y="13214"/>
                  </a:moveTo>
                  <a:cubicBezTo>
                    <a:pt x="23911" y="13214"/>
                    <a:pt x="23930" y="13217"/>
                    <a:pt x="23953" y="13222"/>
                  </a:cubicBezTo>
                  <a:cubicBezTo>
                    <a:pt x="23983" y="13222"/>
                    <a:pt x="24013" y="13313"/>
                    <a:pt x="24013" y="13344"/>
                  </a:cubicBezTo>
                  <a:cubicBezTo>
                    <a:pt x="24013" y="13344"/>
                    <a:pt x="23922" y="13374"/>
                    <a:pt x="23922" y="13405"/>
                  </a:cubicBezTo>
                  <a:lnTo>
                    <a:pt x="23892" y="13496"/>
                  </a:lnTo>
                  <a:cubicBezTo>
                    <a:pt x="24044" y="13557"/>
                    <a:pt x="24135" y="13648"/>
                    <a:pt x="24044" y="13678"/>
                  </a:cubicBezTo>
                  <a:lnTo>
                    <a:pt x="23953" y="13678"/>
                  </a:lnTo>
                  <a:cubicBezTo>
                    <a:pt x="23892" y="13678"/>
                    <a:pt x="23801" y="13557"/>
                    <a:pt x="23801" y="13526"/>
                  </a:cubicBezTo>
                  <a:cubicBezTo>
                    <a:pt x="23770" y="13465"/>
                    <a:pt x="23770" y="13435"/>
                    <a:pt x="23740" y="13435"/>
                  </a:cubicBezTo>
                  <a:cubicBezTo>
                    <a:pt x="23709" y="13557"/>
                    <a:pt x="23709" y="13678"/>
                    <a:pt x="23709" y="13800"/>
                  </a:cubicBezTo>
                  <a:cubicBezTo>
                    <a:pt x="23709" y="13861"/>
                    <a:pt x="23664" y="13876"/>
                    <a:pt x="23607" y="13876"/>
                  </a:cubicBezTo>
                  <a:cubicBezTo>
                    <a:pt x="23550" y="13876"/>
                    <a:pt x="23481" y="13861"/>
                    <a:pt x="23436" y="13861"/>
                  </a:cubicBezTo>
                  <a:cubicBezTo>
                    <a:pt x="23345" y="13861"/>
                    <a:pt x="23405" y="13800"/>
                    <a:pt x="23618" y="13769"/>
                  </a:cubicBezTo>
                  <a:lnTo>
                    <a:pt x="23466" y="13648"/>
                  </a:lnTo>
                  <a:cubicBezTo>
                    <a:pt x="23375" y="13557"/>
                    <a:pt x="23497" y="13496"/>
                    <a:pt x="23466" y="13435"/>
                  </a:cubicBezTo>
                  <a:lnTo>
                    <a:pt x="23375" y="13283"/>
                  </a:lnTo>
                  <a:cubicBezTo>
                    <a:pt x="23421" y="13237"/>
                    <a:pt x="23474" y="13215"/>
                    <a:pt x="23527" y="13215"/>
                  </a:cubicBezTo>
                  <a:cubicBezTo>
                    <a:pt x="23580" y="13215"/>
                    <a:pt x="23633" y="13237"/>
                    <a:pt x="23679" y="13283"/>
                  </a:cubicBezTo>
                  <a:cubicBezTo>
                    <a:pt x="23700" y="13305"/>
                    <a:pt x="23737" y="13326"/>
                    <a:pt x="23768" y="13326"/>
                  </a:cubicBezTo>
                  <a:cubicBezTo>
                    <a:pt x="23780" y="13326"/>
                    <a:pt x="23792" y="13322"/>
                    <a:pt x="23801" y="13313"/>
                  </a:cubicBezTo>
                  <a:cubicBezTo>
                    <a:pt x="23801" y="13264"/>
                    <a:pt x="23821" y="13214"/>
                    <a:pt x="23894" y="13214"/>
                  </a:cubicBezTo>
                  <a:close/>
                  <a:moveTo>
                    <a:pt x="11458" y="13515"/>
                  </a:moveTo>
                  <a:cubicBezTo>
                    <a:pt x="11477" y="13515"/>
                    <a:pt x="11498" y="13519"/>
                    <a:pt x="11521" y="13526"/>
                  </a:cubicBezTo>
                  <a:cubicBezTo>
                    <a:pt x="11551" y="13526"/>
                    <a:pt x="11551" y="13557"/>
                    <a:pt x="11551" y="13617"/>
                  </a:cubicBezTo>
                  <a:cubicBezTo>
                    <a:pt x="11581" y="13709"/>
                    <a:pt x="11581" y="13769"/>
                    <a:pt x="11460" y="13769"/>
                  </a:cubicBezTo>
                  <a:cubicBezTo>
                    <a:pt x="11369" y="13800"/>
                    <a:pt x="11308" y="13830"/>
                    <a:pt x="11247" y="13861"/>
                  </a:cubicBezTo>
                  <a:lnTo>
                    <a:pt x="11126" y="13891"/>
                  </a:lnTo>
                  <a:cubicBezTo>
                    <a:pt x="11106" y="13894"/>
                    <a:pt x="11089" y="13896"/>
                    <a:pt x="11072" y="13896"/>
                  </a:cubicBezTo>
                  <a:cubicBezTo>
                    <a:pt x="10932" y="13896"/>
                    <a:pt x="10889" y="13784"/>
                    <a:pt x="10943" y="13648"/>
                  </a:cubicBezTo>
                  <a:lnTo>
                    <a:pt x="10943" y="13648"/>
                  </a:lnTo>
                  <a:lnTo>
                    <a:pt x="11186" y="13678"/>
                  </a:lnTo>
                  <a:cubicBezTo>
                    <a:pt x="11247" y="13678"/>
                    <a:pt x="11308" y="13678"/>
                    <a:pt x="11369" y="13617"/>
                  </a:cubicBezTo>
                  <a:cubicBezTo>
                    <a:pt x="11369" y="13549"/>
                    <a:pt x="11403" y="13515"/>
                    <a:pt x="11458" y="13515"/>
                  </a:cubicBezTo>
                  <a:close/>
                  <a:moveTo>
                    <a:pt x="55716" y="13587"/>
                  </a:moveTo>
                  <a:lnTo>
                    <a:pt x="55959" y="13648"/>
                  </a:lnTo>
                  <a:cubicBezTo>
                    <a:pt x="55971" y="13654"/>
                    <a:pt x="55985" y="13656"/>
                    <a:pt x="55999" y="13656"/>
                  </a:cubicBezTo>
                  <a:cubicBezTo>
                    <a:pt x="56056" y="13656"/>
                    <a:pt x="56129" y="13617"/>
                    <a:pt x="56202" y="13617"/>
                  </a:cubicBezTo>
                  <a:lnTo>
                    <a:pt x="56294" y="13617"/>
                  </a:lnTo>
                  <a:cubicBezTo>
                    <a:pt x="56334" y="13617"/>
                    <a:pt x="56442" y="13604"/>
                    <a:pt x="56528" y="13604"/>
                  </a:cubicBezTo>
                  <a:cubicBezTo>
                    <a:pt x="56570" y="13604"/>
                    <a:pt x="56608" y="13607"/>
                    <a:pt x="56628" y="13617"/>
                  </a:cubicBezTo>
                  <a:cubicBezTo>
                    <a:pt x="56658" y="13648"/>
                    <a:pt x="56871" y="13800"/>
                    <a:pt x="56810" y="13830"/>
                  </a:cubicBezTo>
                  <a:cubicBezTo>
                    <a:pt x="56802" y="13847"/>
                    <a:pt x="56789" y="13855"/>
                    <a:pt x="56772" y="13855"/>
                  </a:cubicBezTo>
                  <a:cubicBezTo>
                    <a:pt x="56729" y="13855"/>
                    <a:pt x="56663" y="13805"/>
                    <a:pt x="56598" y="13739"/>
                  </a:cubicBezTo>
                  <a:lnTo>
                    <a:pt x="56385" y="13861"/>
                  </a:lnTo>
                  <a:lnTo>
                    <a:pt x="56202" y="13921"/>
                  </a:lnTo>
                  <a:cubicBezTo>
                    <a:pt x="55868" y="13891"/>
                    <a:pt x="55655" y="13739"/>
                    <a:pt x="55716" y="13587"/>
                  </a:cubicBezTo>
                  <a:close/>
                  <a:moveTo>
                    <a:pt x="57848" y="13412"/>
                  </a:moveTo>
                  <a:cubicBezTo>
                    <a:pt x="57905" y="13412"/>
                    <a:pt x="57965" y="13420"/>
                    <a:pt x="57996" y="13435"/>
                  </a:cubicBezTo>
                  <a:cubicBezTo>
                    <a:pt x="58087" y="13465"/>
                    <a:pt x="58208" y="13496"/>
                    <a:pt x="58300" y="13496"/>
                  </a:cubicBezTo>
                  <a:cubicBezTo>
                    <a:pt x="58349" y="13471"/>
                    <a:pt x="58537" y="13427"/>
                    <a:pt x="58640" y="13427"/>
                  </a:cubicBezTo>
                  <a:cubicBezTo>
                    <a:pt x="58664" y="13427"/>
                    <a:pt x="58683" y="13429"/>
                    <a:pt x="58695" y="13435"/>
                  </a:cubicBezTo>
                  <a:cubicBezTo>
                    <a:pt x="58725" y="13496"/>
                    <a:pt x="58512" y="13617"/>
                    <a:pt x="58208" y="13739"/>
                  </a:cubicBezTo>
                  <a:lnTo>
                    <a:pt x="58056" y="13617"/>
                  </a:lnTo>
                  <a:lnTo>
                    <a:pt x="58026" y="13617"/>
                  </a:lnTo>
                  <a:cubicBezTo>
                    <a:pt x="58026" y="13596"/>
                    <a:pt x="57996" y="13574"/>
                    <a:pt x="57946" y="13574"/>
                  </a:cubicBezTo>
                  <a:cubicBezTo>
                    <a:pt x="57925" y="13574"/>
                    <a:pt x="57901" y="13578"/>
                    <a:pt x="57874" y="13587"/>
                  </a:cubicBezTo>
                  <a:cubicBezTo>
                    <a:pt x="57753" y="13678"/>
                    <a:pt x="57661" y="13800"/>
                    <a:pt x="57601" y="13921"/>
                  </a:cubicBezTo>
                  <a:lnTo>
                    <a:pt x="57479" y="13921"/>
                  </a:lnTo>
                  <a:cubicBezTo>
                    <a:pt x="57418" y="13921"/>
                    <a:pt x="57388" y="13830"/>
                    <a:pt x="57388" y="13769"/>
                  </a:cubicBezTo>
                  <a:cubicBezTo>
                    <a:pt x="57418" y="13739"/>
                    <a:pt x="57236" y="13739"/>
                    <a:pt x="57175" y="13739"/>
                  </a:cubicBezTo>
                  <a:cubicBezTo>
                    <a:pt x="57114" y="13739"/>
                    <a:pt x="57053" y="13709"/>
                    <a:pt x="57053" y="13709"/>
                  </a:cubicBezTo>
                  <a:cubicBezTo>
                    <a:pt x="57114" y="13648"/>
                    <a:pt x="57175" y="13557"/>
                    <a:pt x="57266" y="13496"/>
                  </a:cubicBezTo>
                  <a:cubicBezTo>
                    <a:pt x="57278" y="13490"/>
                    <a:pt x="57293" y="13488"/>
                    <a:pt x="57310" y="13488"/>
                  </a:cubicBezTo>
                  <a:cubicBezTo>
                    <a:pt x="57382" y="13488"/>
                    <a:pt x="57491" y="13532"/>
                    <a:pt x="57540" y="13557"/>
                  </a:cubicBezTo>
                  <a:cubicBezTo>
                    <a:pt x="57544" y="13561"/>
                    <a:pt x="57550" y="13563"/>
                    <a:pt x="57557" y="13563"/>
                  </a:cubicBezTo>
                  <a:cubicBezTo>
                    <a:pt x="57602" y="13563"/>
                    <a:pt x="57696" y="13488"/>
                    <a:pt x="57722" y="13435"/>
                  </a:cubicBezTo>
                  <a:cubicBezTo>
                    <a:pt x="57737" y="13420"/>
                    <a:pt x="57791" y="13412"/>
                    <a:pt x="57848" y="13412"/>
                  </a:cubicBezTo>
                  <a:close/>
                  <a:moveTo>
                    <a:pt x="59819" y="13526"/>
                  </a:moveTo>
                  <a:cubicBezTo>
                    <a:pt x="59880" y="13526"/>
                    <a:pt x="60063" y="13617"/>
                    <a:pt x="60032" y="13617"/>
                  </a:cubicBezTo>
                  <a:cubicBezTo>
                    <a:pt x="60032" y="13648"/>
                    <a:pt x="60063" y="13678"/>
                    <a:pt x="60154" y="13678"/>
                  </a:cubicBezTo>
                  <a:lnTo>
                    <a:pt x="60215" y="13739"/>
                  </a:lnTo>
                  <a:cubicBezTo>
                    <a:pt x="60275" y="13800"/>
                    <a:pt x="60519" y="13769"/>
                    <a:pt x="60397" y="13891"/>
                  </a:cubicBezTo>
                  <a:cubicBezTo>
                    <a:pt x="60336" y="13921"/>
                    <a:pt x="60275" y="13937"/>
                    <a:pt x="60215" y="13937"/>
                  </a:cubicBezTo>
                  <a:cubicBezTo>
                    <a:pt x="60154" y="13937"/>
                    <a:pt x="60093" y="13921"/>
                    <a:pt x="60032" y="13891"/>
                  </a:cubicBezTo>
                  <a:lnTo>
                    <a:pt x="59911" y="13800"/>
                  </a:lnTo>
                  <a:cubicBezTo>
                    <a:pt x="59759" y="13648"/>
                    <a:pt x="59728" y="13526"/>
                    <a:pt x="59819" y="13526"/>
                  </a:cubicBezTo>
                  <a:close/>
                  <a:moveTo>
                    <a:pt x="41743" y="13044"/>
                  </a:moveTo>
                  <a:cubicBezTo>
                    <a:pt x="41801" y="13044"/>
                    <a:pt x="41865" y="13080"/>
                    <a:pt x="41886" y="13101"/>
                  </a:cubicBezTo>
                  <a:cubicBezTo>
                    <a:pt x="41916" y="13131"/>
                    <a:pt x="41856" y="13253"/>
                    <a:pt x="41795" y="13313"/>
                  </a:cubicBezTo>
                  <a:cubicBezTo>
                    <a:pt x="41734" y="13344"/>
                    <a:pt x="41795" y="13435"/>
                    <a:pt x="41886" y="13496"/>
                  </a:cubicBezTo>
                  <a:lnTo>
                    <a:pt x="42068" y="13496"/>
                  </a:lnTo>
                  <a:cubicBezTo>
                    <a:pt x="42099" y="13481"/>
                    <a:pt x="42152" y="13473"/>
                    <a:pt x="42198" y="13473"/>
                  </a:cubicBezTo>
                  <a:cubicBezTo>
                    <a:pt x="42243" y="13473"/>
                    <a:pt x="42281" y="13481"/>
                    <a:pt x="42281" y="13496"/>
                  </a:cubicBezTo>
                  <a:lnTo>
                    <a:pt x="42342" y="13587"/>
                  </a:lnTo>
                  <a:cubicBezTo>
                    <a:pt x="42433" y="13617"/>
                    <a:pt x="42433" y="13678"/>
                    <a:pt x="42342" y="13678"/>
                  </a:cubicBezTo>
                  <a:lnTo>
                    <a:pt x="42160" y="13678"/>
                  </a:lnTo>
                  <a:cubicBezTo>
                    <a:pt x="42068" y="13709"/>
                    <a:pt x="42008" y="13830"/>
                    <a:pt x="42038" y="13921"/>
                  </a:cubicBezTo>
                  <a:lnTo>
                    <a:pt x="41886" y="13921"/>
                  </a:lnTo>
                  <a:cubicBezTo>
                    <a:pt x="41734" y="13921"/>
                    <a:pt x="41825" y="13800"/>
                    <a:pt x="41795" y="13739"/>
                  </a:cubicBezTo>
                  <a:cubicBezTo>
                    <a:pt x="41704" y="13709"/>
                    <a:pt x="41612" y="13678"/>
                    <a:pt x="41521" y="13678"/>
                  </a:cubicBezTo>
                  <a:cubicBezTo>
                    <a:pt x="41460" y="13678"/>
                    <a:pt x="41400" y="13709"/>
                    <a:pt x="41400" y="13739"/>
                  </a:cubicBezTo>
                  <a:lnTo>
                    <a:pt x="41460" y="13739"/>
                  </a:lnTo>
                  <a:lnTo>
                    <a:pt x="41460" y="13769"/>
                  </a:lnTo>
                  <a:cubicBezTo>
                    <a:pt x="41491" y="13830"/>
                    <a:pt x="41460" y="13891"/>
                    <a:pt x="41400" y="13891"/>
                  </a:cubicBezTo>
                  <a:lnTo>
                    <a:pt x="41339" y="13891"/>
                  </a:lnTo>
                  <a:cubicBezTo>
                    <a:pt x="41217" y="13891"/>
                    <a:pt x="41126" y="13830"/>
                    <a:pt x="41035" y="13830"/>
                  </a:cubicBezTo>
                  <a:cubicBezTo>
                    <a:pt x="40974" y="13830"/>
                    <a:pt x="40913" y="13861"/>
                    <a:pt x="40913" y="13921"/>
                  </a:cubicBezTo>
                  <a:cubicBezTo>
                    <a:pt x="40894" y="13979"/>
                    <a:pt x="40850" y="14000"/>
                    <a:pt x="40805" y="14000"/>
                  </a:cubicBezTo>
                  <a:cubicBezTo>
                    <a:pt x="40780" y="14000"/>
                    <a:pt x="40753" y="13993"/>
                    <a:pt x="40731" y="13982"/>
                  </a:cubicBezTo>
                  <a:lnTo>
                    <a:pt x="40701" y="13952"/>
                  </a:lnTo>
                  <a:cubicBezTo>
                    <a:pt x="40701" y="13921"/>
                    <a:pt x="40594" y="13906"/>
                    <a:pt x="40427" y="13906"/>
                  </a:cubicBezTo>
                  <a:cubicBezTo>
                    <a:pt x="40424" y="13906"/>
                    <a:pt x="40420" y="13906"/>
                    <a:pt x="40417" y="13906"/>
                  </a:cubicBezTo>
                  <a:lnTo>
                    <a:pt x="40417" y="13906"/>
                  </a:lnTo>
                  <a:lnTo>
                    <a:pt x="40397" y="13921"/>
                  </a:lnTo>
                  <a:cubicBezTo>
                    <a:pt x="40376" y="13917"/>
                    <a:pt x="40356" y="13913"/>
                    <a:pt x="40335" y="13908"/>
                  </a:cubicBezTo>
                  <a:lnTo>
                    <a:pt x="40335" y="13908"/>
                  </a:lnTo>
                  <a:cubicBezTo>
                    <a:pt x="40181" y="13912"/>
                    <a:pt x="39990" y="13927"/>
                    <a:pt x="39789" y="13952"/>
                  </a:cubicBezTo>
                  <a:lnTo>
                    <a:pt x="39667" y="13921"/>
                  </a:lnTo>
                  <a:lnTo>
                    <a:pt x="39454" y="13861"/>
                  </a:lnTo>
                  <a:cubicBezTo>
                    <a:pt x="39439" y="13921"/>
                    <a:pt x="39409" y="13952"/>
                    <a:pt x="39371" y="13952"/>
                  </a:cubicBezTo>
                  <a:cubicBezTo>
                    <a:pt x="39333" y="13952"/>
                    <a:pt x="39287" y="13921"/>
                    <a:pt x="39242" y="13861"/>
                  </a:cubicBezTo>
                  <a:lnTo>
                    <a:pt x="39150" y="13800"/>
                  </a:lnTo>
                  <a:lnTo>
                    <a:pt x="38998" y="13709"/>
                  </a:lnTo>
                  <a:cubicBezTo>
                    <a:pt x="39029" y="13617"/>
                    <a:pt x="39059" y="13526"/>
                    <a:pt x="39090" y="13435"/>
                  </a:cubicBezTo>
                  <a:lnTo>
                    <a:pt x="39181" y="13435"/>
                  </a:lnTo>
                  <a:cubicBezTo>
                    <a:pt x="39242" y="13496"/>
                    <a:pt x="39333" y="13587"/>
                    <a:pt x="39394" y="13678"/>
                  </a:cubicBezTo>
                  <a:lnTo>
                    <a:pt x="39576" y="13587"/>
                  </a:lnTo>
                  <a:lnTo>
                    <a:pt x="39637" y="13587"/>
                  </a:lnTo>
                  <a:cubicBezTo>
                    <a:pt x="39653" y="13590"/>
                    <a:pt x="39668" y="13592"/>
                    <a:pt x="39682" y="13592"/>
                  </a:cubicBezTo>
                  <a:cubicBezTo>
                    <a:pt x="39795" y="13592"/>
                    <a:pt x="39816" y="13489"/>
                    <a:pt x="39789" y="13435"/>
                  </a:cubicBezTo>
                  <a:cubicBezTo>
                    <a:pt x="39746" y="13414"/>
                    <a:pt x="39703" y="13392"/>
                    <a:pt x="39670" y="13392"/>
                  </a:cubicBezTo>
                  <a:cubicBezTo>
                    <a:pt x="39657" y="13392"/>
                    <a:pt x="39646" y="13396"/>
                    <a:pt x="39637" y="13405"/>
                  </a:cubicBezTo>
                  <a:lnTo>
                    <a:pt x="39576" y="13405"/>
                  </a:lnTo>
                  <a:cubicBezTo>
                    <a:pt x="39515" y="13405"/>
                    <a:pt x="39485" y="13405"/>
                    <a:pt x="39454" y="13344"/>
                  </a:cubicBezTo>
                  <a:cubicBezTo>
                    <a:pt x="39454" y="13313"/>
                    <a:pt x="39485" y="13253"/>
                    <a:pt x="39515" y="13253"/>
                  </a:cubicBezTo>
                  <a:lnTo>
                    <a:pt x="39637" y="13253"/>
                  </a:lnTo>
                  <a:cubicBezTo>
                    <a:pt x="39700" y="13240"/>
                    <a:pt x="39757" y="13233"/>
                    <a:pt x="39812" y="13233"/>
                  </a:cubicBezTo>
                  <a:cubicBezTo>
                    <a:pt x="39889" y="13233"/>
                    <a:pt x="39961" y="13247"/>
                    <a:pt x="40032" y="13283"/>
                  </a:cubicBezTo>
                  <a:lnTo>
                    <a:pt x="40032" y="13374"/>
                  </a:lnTo>
                  <a:cubicBezTo>
                    <a:pt x="40001" y="13496"/>
                    <a:pt x="40123" y="13648"/>
                    <a:pt x="40184" y="13678"/>
                  </a:cubicBezTo>
                  <a:cubicBezTo>
                    <a:pt x="40336" y="13678"/>
                    <a:pt x="40488" y="13648"/>
                    <a:pt x="40640" y="13587"/>
                  </a:cubicBezTo>
                  <a:cubicBezTo>
                    <a:pt x="40668" y="13568"/>
                    <a:pt x="40688" y="13561"/>
                    <a:pt x="40701" y="13561"/>
                  </a:cubicBezTo>
                  <a:cubicBezTo>
                    <a:pt x="40731" y="13561"/>
                    <a:pt x="40731" y="13596"/>
                    <a:pt x="40731" y="13617"/>
                  </a:cubicBezTo>
                  <a:cubicBezTo>
                    <a:pt x="40688" y="13661"/>
                    <a:pt x="40660" y="13704"/>
                    <a:pt x="40625" y="13737"/>
                  </a:cubicBezTo>
                  <a:lnTo>
                    <a:pt x="40625" y="13737"/>
                  </a:lnTo>
                  <a:cubicBezTo>
                    <a:pt x="40550" y="13728"/>
                    <a:pt x="40473" y="13724"/>
                    <a:pt x="40397" y="13724"/>
                  </a:cubicBezTo>
                  <a:cubicBezTo>
                    <a:pt x="40252" y="13724"/>
                    <a:pt x="40108" y="13739"/>
                    <a:pt x="39971" y="13769"/>
                  </a:cubicBezTo>
                  <a:cubicBezTo>
                    <a:pt x="40076" y="13822"/>
                    <a:pt x="40204" y="13875"/>
                    <a:pt x="40335" y="13908"/>
                  </a:cubicBezTo>
                  <a:lnTo>
                    <a:pt x="40335" y="13908"/>
                  </a:lnTo>
                  <a:cubicBezTo>
                    <a:pt x="40364" y="13907"/>
                    <a:pt x="40391" y="13906"/>
                    <a:pt x="40417" y="13906"/>
                  </a:cubicBezTo>
                  <a:lnTo>
                    <a:pt x="40417" y="13906"/>
                  </a:lnTo>
                  <a:lnTo>
                    <a:pt x="40518" y="13830"/>
                  </a:lnTo>
                  <a:lnTo>
                    <a:pt x="40579" y="13769"/>
                  </a:lnTo>
                  <a:cubicBezTo>
                    <a:pt x="40596" y="13761"/>
                    <a:pt x="40611" y="13750"/>
                    <a:pt x="40625" y="13737"/>
                  </a:cubicBezTo>
                  <a:lnTo>
                    <a:pt x="40625" y="13737"/>
                  </a:lnTo>
                  <a:cubicBezTo>
                    <a:pt x="40692" y="13744"/>
                    <a:pt x="40758" y="13755"/>
                    <a:pt x="40822" y="13769"/>
                  </a:cubicBezTo>
                  <a:lnTo>
                    <a:pt x="40822" y="13739"/>
                  </a:lnTo>
                  <a:cubicBezTo>
                    <a:pt x="40883" y="13587"/>
                    <a:pt x="40974" y="13557"/>
                    <a:pt x="41126" y="13557"/>
                  </a:cubicBezTo>
                  <a:lnTo>
                    <a:pt x="41156" y="13557"/>
                  </a:lnTo>
                  <a:cubicBezTo>
                    <a:pt x="41174" y="13548"/>
                    <a:pt x="41195" y="13544"/>
                    <a:pt x="41215" y="13544"/>
                  </a:cubicBezTo>
                  <a:cubicBezTo>
                    <a:pt x="41265" y="13544"/>
                    <a:pt x="41317" y="13566"/>
                    <a:pt x="41339" y="13587"/>
                  </a:cubicBezTo>
                  <a:cubicBezTo>
                    <a:pt x="41342" y="13590"/>
                    <a:pt x="41347" y="13592"/>
                    <a:pt x="41354" y="13592"/>
                  </a:cubicBezTo>
                  <a:cubicBezTo>
                    <a:pt x="41408" y="13592"/>
                    <a:pt x="41558" y="13492"/>
                    <a:pt x="41612" y="13465"/>
                  </a:cubicBezTo>
                  <a:cubicBezTo>
                    <a:pt x="41673" y="13435"/>
                    <a:pt x="41612" y="13131"/>
                    <a:pt x="41673" y="13070"/>
                  </a:cubicBezTo>
                  <a:cubicBezTo>
                    <a:pt x="41692" y="13051"/>
                    <a:pt x="41717" y="13044"/>
                    <a:pt x="41743" y="13044"/>
                  </a:cubicBezTo>
                  <a:close/>
                  <a:moveTo>
                    <a:pt x="65716" y="13830"/>
                  </a:moveTo>
                  <a:cubicBezTo>
                    <a:pt x="65777" y="13830"/>
                    <a:pt x="65868" y="13830"/>
                    <a:pt x="65899" y="13891"/>
                  </a:cubicBezTo>
                  <a:cubicBezTo>
                    <a:pt x="65929" y="13921"/>
                    <a:pt x="65868" y="14013"/>
                    <a:pt x="65868" y="14043"/>
                  </a:cubicBezTo>
                  <a:lnTo>
                    <a:pt x="65260" y="14043"/>
                  </a:lnTo>
                  <a:cubicBezTo>
                    <a:pt x="65108" y="14013"/>
                    <a:pt x="65048" y="13982"/>
                    <a:pt x="65169" y="13982"/>
                  </a:cubicBezTo>
                  <a:lnTo>
                    <a:pt x="65139" y="13982"/>
                  </a:lnTo>
                  <a:cubicBezTo>
                    <a:pt x="65351" y="13952"/>
                    <a:pt x="65534" y="13891"/>
                    <a:pt x="65716" y="13830"/>
                  </a:cubicBezTo>
                  <a:close/>
                  <a:moveTo>
                    <a:pt x="14375" y="13605"/>
                  </a:moveTo>
                  <a:cubicBezTo>
                    <a:pt x="14388" y="13605"/>
                    <a:pt x="14399" y="13609"/>
                    <a:pt x="14408" y="13617"/>
                  </a:cubicBezTo>
                  <a:lnTo>
                    <a:pt x="14439" y="13617"/>
                  </a:lnTo>
                  <a:cubicBezTo>
                    <a:pt x="14439" y="13709"/>
                    <a:pt x="14408" y="13800"/>
                    <a:pt x="14378" y="13891"/>
                  </a:cubicBezTo>
                  <a:cubicBezTo>
                    <a:pt x="14347" y="13952"/>
                    <a:pt x="14256" y="14073"/>
                    <a:pt x="14195" y="14073"/>
                  </a:cubicBezTo>
                  <a:cubicBezTo>
                    <a:pt x="14191" y="14076"/>
                    <a:pt x="14185" y="14077"/>
                    <a:pt x="14179" y="14077"/>
                  </a:cubicBezTo>
                  <a:cubicBezTo>
                    <a:pt x="14103" y="14077"/>
                    <a:pt x="13915" y="13921"/>
                    <a:pt x="13831" y="13921"/>
                  </a:cubicBezTo>
                  <a:cubicBezTo>
                    <a:pt x="13709" y="13921"/>
                    <a:pt x="13709" y="13891"/>
                    <a:pt x="13831" y="13861"/>
                  </a:cubicBezTo>
                  <a:lnTo>
                    <a:pt x="13922" y="13891"/>
                  </a:lnTo>
                  <a:lnTo>
                    <a:pt x="14165" y="13921"/>
                  </a:lnTo>
                  <a:cubicBezTo>
                    <a:pt x="14226" y="13830"/>
                    <a:pt x="14256" y="13739"/>
                    <a:pt x="14256" y="13648"/>
                  </a:cubicBezTo>
                  <a:lnTo>
                    <a:pt x="14287" y="13648"/>
                  </a:lnTo>
                  <a:cubicBezTo>
                    <a:pt x="14308" y="13626"/>
                    <a:pt x="14345" y="13605"/>
                    <a:pt x="14375" y="13605"/>
                  </a:cubicBezTo>
                  <a:close/>
                  <a:moveTo>
                    <a:pt x="38512" y="13344"/>
                  </a:moveTo>
                  <a:cubicBezTo>
                    <a:pt x="38573" y="13405"/>
                    <a:pt x="38664" y="13496"/>
                    <a:pt x="38694" y="13526"/>
                  </a:cubicBezTo>
                  <a:lnTo>
                    <a:pt x="38725" y="13557"/>
                  </a:lnTo>
                  <a:lnTo>
                    <a:pt x="38968" y="13739"/>
                  </a:lnTo>
                  <a:cubicBezTo>
                    <a:pt x="38846" y="13830"/>
                    <a:pt x="38755" y="13982"/>
                    <a:pt x="38786" y="14013"/>
                  </a:cubicBezTo>
                  <a:cubicBezTo>
                    <a:pt x="38786" y="14043"/>
                    <a:pt x="38755" y="14073"/>
                    <a:pt x="38694" y="14073"/>
                  </a:cubicBezTo>
                  <a:lnTo>
                    <a:pt x="38573" y="14073"/>
                  </a:lnTo>
                  <a:cubicBezTo>
                    <a:pt x="38500" y="14090"/>
                    <a:pt x="38433" y="14097"/>
                    <a:pt x="38375" y="14097"/>
                  </a:cubicBezTo>
                  <a:cubicBezTo>
                    <a:pt x="38217" y="14097"/>
                    <a:pt x="38125" y="14041"/>
                    <a:pt x="38147" y="13952"/>
                  </a:cubicBezTo>
                  <a:lnTo>
                    <a:pt x="38208" y="13891"/>
                  </a:lnTo>
                  <a:lnTo>
                    <a:pt x="38299" y="13769"/>
                  </a:lnTo>
                  <a:cubicBezTo>
                    <a:pt x="38376" y="13795"/>
                    <a:pt x="38443" y="13804"/>
                    <a:pt x="38491" y="13804"/>
                  </a:cubicBezTo>
                  <a:cubicBezTo>
                    <a:pt x="38557" y="13804"/>
                    <a:pt x="38590" y="13787"/>
                    <a:pt x="38573" y="13769"/>
                  </a:cubicBezTo>
                  <a:cubicBezTo>
                    <a:pt x="38451" y="13648"/>
                    <a:pt x="38330" y="13526"/>
                    <a:pt x="38208" y="13435"/>
                  </a:cubicBezTo>
                  <a:cubicBezTo>
                    <a:pt x="38147" y="13374"/>
                    <a:pt x="38208" y="13344"/>
                    <a:pt x="38299" y="13344"/>
                  </a:cubicBezTo>
                  <a:close/>
                  <a:moveTo>
                    <a:pt x="35928" y="13557"/>
                  </a:moveTo>
                  <a:cubicBezTo>
                    <a:pt x="35959" y="13557"/>
                    <a:pt x="36020" y="13617"/>
                    <a:pt x="36050" y="13617"/>
                  </a:cubicBezTo>
                  <a:lnTo>
                    <a:pt x="35898" y="14013"/>
                  </a:lnTo>
                  <a:lnTo>
                    <a:pt x="35868" y="14104"/>
                  </a:lnTo>
                  <a:cubicBezTo>
                    <a:pt x="35861" y="14130"/>
                    <a:pt x="35836" y="14141"/>
                    <a:pt x="35800" y="14141"/>
                  </a:cubicBezTo>
                  <a:cubicBezTo>
                    <a:pt x="35762" y="14141"/>
                    <a:pt x="35712" y="14129"/>
                    <a:pt x="35657" y="14111"/>
                  </a:cubicBezTo>
                  <a:lnTo>
                    <a:pt x="35657" y="14111"/>
                  </a:lnTo>
                  <a:cubicBezTo>
                    <a:pt x="35695" y="14081"/>
                    <a:pt x="35730" y="14032"/>
                    <a:pt x="35746" y="13982"/>
                  </a:cubicBezTo>
                  <a:lnTo>
                    <a:pt x="35776" y="13891"/>
                  </a:lnTo>
                  <a:lnTo>
                    <a:pt x="35837" y="13830"/>
                  </a:lnTo>
                  <a:cubicBezTo>
                    <a:pt x="35776" y="13769"/>
                    <a:pt x="35807" y="13678"/>
                    <a:pt x="35868" y="13617"/>
                  </a:cubicBezTo>
                  <a:lnTo>
                    <a:pt x="35928" y="13557"/>
                  </a:lnTo>
                  <a:close/>
                  <a:moveTo>
                    <a:pt x="53498" y="13885"/>
                  </a:moveTo>
                  <a:cubicBezTo>
                    <a:pt x="53509" y="13885"/>
                    <a:pt x="53519" y="13887"/>
                    <a:pt x="53528" y="13891"/>
                  </a:cubicBezTo>
                  <a:lnTo>
                    <a:pt x="53680" y="13952"/>
                  </a:lnTo>
                  <a:cubicBezTo>
                    <a:pt x="53831" y="14073"/>
                    <a:pt x="53892" y="14195"/>
                    <a:pt x="53831" y="14195"/>
                  </a:cubicBezTo>
                  <a:lnTo>
                    <a:pt x="53831" y="14165"/>
                  </a:lnTo>
                  <a:cubicBezTo>
                    <a:pt x="53771" y="14165"/>
                    <a:pt x="53680" y="14134"/>
                    <a:pt x="53710" y="14104"/>
                  </a:cubicBezTo>
                  <a:cubicBezTo>
                    <a:pt x="53710" y="14073"/>
                    <a:pt x="53649" y="14043"/>
                    <a:pt x="53558" y="14043"/>
                  </a:cubicBezTo>
                  <a:lnTo>
                    <a:pt x="53406" y="14043"/>
                  </a:lnTo>
                  <a:cubicBezTo>
                    <a:pt x="53379" y="14052"/>
                    <a:pt x="53353" y="14056"/>
                    <a:pt x="53328" y="14056"/>
                  </a:cubicBezTo>
                  <a:cubicBezTo>
                    <a:pt x="53269" y="14056"/>
                    <a:pt x="53224" y="14034"/>
                    <a:pt x="53224" y="14013"/>
                  </a:cubicBezTo>
                  <a:cubicBezTo>
                    <a:pt x="53302" y="13960"/>
                    <a:pt x="53426" y="13885"/>
                    <a:pt x="53498" y="13885"/>
                  </a:cubicBezTo>
                  <a:close/>
                  <a:moveTo>
                    <a:pt x="35427" y="14058"/>
                  </a:moveTo>
                  <a:cubicBezTo>
                    <a:pt x="35465" y="14058"/>
                    <a:pt x="35503" y="14073"/>
                    <a:pt x="35533" y="14104"/>
                  </a:cubicBezTo>
                  <a:lnTo>
                    <a:pt x="35564" y="14134"/>
                  </a:lnTo>
                  <a:cubicBezTo>
                    <a:pt x="35569" y="14137"/>
                    <a:pt x="35575" y="14139"/>
                    <a:pt x="35580" y="14139"/>
                  </a:cubicBezTo>
                  <a:lnTo>
                    <a:pt x="35580" y="14139"/>
                  </a:lnTo>
                  <a:cubicBezTo>
                    <a:pt x="35575" y="14158"/>
                    <a:pt x="35570" y="14176"/>
                    <a:pt x="35564" y="14195"/>
                  </a:cubicBezTo>
                  <a:lnTo>
                    <a:pt x="35472" y="14225"/>
                  </a:lnTo>
                  <a:cubicBezTo>
                    <a:pt x="35321" y="14225"/>
                    <a:pt x="35290" y="14195"/>
                    <a:pt x="35321" y="14104"/>
                  </a:cubicBezTo>
                  <a:cubicBezTo>
                    <a:pt x="35351" y="14073"/>
                    <a:pt x="35389" y="14058"/>
                    <a:pt x="35427" y="14058"/>
                  </a:cubicBezTo>
                  <a:close/>
                  <a:moveTo>
                    <a:pt x="35442" y="13617"/>
                  </a:moveTo>
                  <a:cubicBezTo>
                    <a:pt x="35574" y="13670"/>
                    <a:pt x="35637" y="13860"/>
                    <a:pt x="35592" y="14088"/>
                  </a:cubicBezTo>
                  <a:lnTo>
                    <a:pt x="35592" y="14088"/>
                  </a:lnTo>
                  <a:cubicBezTo>
                    <a:pt x="35473" y="14043"/>
                    <a:pt x="35348" y="13980"/>
                    <a:pt x="35290" y="13952"/>
                  </a:cubicBezTo>
                  <a:cubicBezTo>
                    <a:pt x="35194" y="13894"/>
                    <a:pt x="35122" y="13873"/>
                    <a:pt x="35082" y="13873"/>
                  </a:cubicBezTo>
                  <a:cubicBezTo>
                    <a:pt x="35059" y="13873"/>
                    <a:pt x="35047" y="13880"/>
                    <a:pt x="35047" y="13891"/>
                  </a:cubicBezTo>
                  <a:cubicBezTo>
                    <a:pt x="35108" y="13952"/>
                    <a:pt x="35290" y="14043"/>
                    <a:pt x="35169" y="14104"/>
                  </a:cubicBezTo>
                  <a:cubicBezTo>
                    <a:pt x="35144" y="14129"/>
                    <a:pt x="35121" y="14138"/>
                    <a:pt x="35099" y="14138"/>
                  </a:cubicBezTo>
                  <a:cubicBezTo>
                    <a:pt x="35042" y="14138"/>
                    <a:pt x="34992" y="14073"/>
                    <a:pt x="34925" y="14073"/>
                  </a:cubicBezTo>
                  <a:lnTo>
                    <a:pt x="34865" y="14073"/>
                  </a:lnTo>
                  <a:cubicBezTo>
                    <a:pt x="34847" y="14091"/>
                    <a:pt x="34813" y="14099"/>
                    <a:pt x="34773" y="14099"/>
                  </a:cubicBezTo>
                  <a:cubicBezTo>
                    <a:pt x="34674" y="14099"/>
                    <a:pt x="34534" y="14056"/>
                    <a:pt x="34469" y="14013"/>
                  </a:cubicBezTo>
                  <a:cubicBezTo>
                    <a:pt x="34455" y="14003"/>
                    <a:pt x="34440" y="13998"/>
                    <a:pt x="34426" y="13998"/>
                  </a:cubicBezTo>
                  <a:cubicBezTo>
                    <a:pt x="34351" y="13998"/>
                    <a:pt x="34287" y="14114"/>
                    <a:pt x="34287" y="14165"/>
                  </a:cubicBezTo>
                  <a:cubicBezTo>
                    <a:pt x="34287" y="14192"/>
                    <a:pt x="34212" y="14321"/>
                    <a:pt x="34129" y="14321"/>
                  </a:cubicBezTo>
                  <a:cubicBezTo>
                    <a:pt x="34121" y="14321"/>
                    <a:pt x="34113" y="14319"/>
                    <a:pt x="34105" y="14317"/>
                  </a:cubicBezTo>
                  <a:cubicBezTo>
                    <a:pt x="34044" y="14286"/>
                    <a:pt x="33983" y="14256"/>
                    <a:pt x="33922" y="14225"/>
                  </a:cubicBezTo>
                  <a:cubicBezTo>
                    <a:pt x="33869" y="14279"/>
                    <a:pt x="33820" y="14298"/>
                    <a:pt x="33777" y="14298"/>
                  </a:cubicBezTo>
                  <a:cubicBezTo>
                    <a:pt x="33674" y="14298"/>
                    <a:pt x="33600" y="14186"/>
                    <a:pt x="33558" y="14165"/>
                  </a:cubicBezTo>
                  <a:cubicBezTo>
                    <a:pt x="33497" y="14134"/>
                    <a:pt x="33345" y="14134"/>
                    <a:pt x="33375" y="14043"/>
                  </a:cubicBezTo>
                  <a:cubicBezTo>
                    <a:pt x="33406" y="13921"/>
                    <a:pt x="33406" y="13800"/>
                    <a:pt x="33497" y="13739"/>
                  </a:cubicBezTo>
                  <a:lnTo>
                    <a:pt x="33649" y="13648"/>
                  </a:lnTo>
                  <a:cubicBezTo>
                    <a:pt x="33770" y="13769"/>
                    <a:pt x="33831" y="13861"/>
                    <a:pt x="33740" y="13861"/>
                  </a:cubicBezTo>
                  <a:lnTo>
                    <a:pt x="33649" y="13861"/>
                  </a:lnTo>
                  <a:cubicBezTo>
                    <a:pt x="33618" y="13891"/>
                    <a:pt x="33588" y="13921"/>
                    <a:pt x="33588" y="13952"/>
                  </a:cubicBezTo>
                  <a:cubicBezTo>
                    <a:pt x="33588" y="13982"/>
                    <a:pt x="33618" y="14013"/>
                    <a:pt x="33649" y="14043"/>
                  </a:cubicBezTo>
                  <a:lnTo>
                    <a:pt x="33801" y="14073"/>
                  </a:lnTo>
                  <a:lnTo>
                    <a:pt x="34074" y="14073"/>
                  </a:lnTo>
                  <a:cubicBezTo>
                    <a:pt x="34074" y="14043"/>
                    <a:pt x="34165" y="13891"/>
                    <a:pt x="34135" y="13830"/>
                  </a:cubicBezTo>
                  <a:cubicBezTo>
                    <a:pt x="34105" y="13769"/>
                    <a:pt x="34226" y="13648"/>
                    <a:pt x="34287" y="13648"/>
                  </a:cubicBezTo>
                  <a:lnTo>
                    <a:pt x="34500" y="13648"/>
                  </a:lnTo>
                  <a:cubicBezTo>
                    <a:pt x="34621" y="13678"/>
                    <a:pt x="34743" y="13678"/>
                    <a:pt x="34834" y="13678"/>
                  </a:cubicBezTo>
                  <a:cubicBezTo>
                    <a:pt x="35017" y="13678"/>
                    <a:pt x="35169" y="13617"/>
                    <a:pt x="35321" y="13617"/>
                  </a:cubicBezTo>
                  <a:close/>
                  <a:moveTo>
                    <a:pt x="58847" y="14073"/>
                  </a:moveTo>
                  <a:cubicBezTo>
                    <a:pt x="58877" y="14073"/>
                    <a:pt x="58847" y="14256"/>
                    <a:pt x="58695" y="14317"/>
                  </a:cubicBezTo>
                  <a:lnTo>
                    <a:pt x="58573" y="14377"/>
                  </a:lnTo>
                  <a:cubicBezTo>
                    <a:pt x="58391" y="14377"/>
                    <a:pt x="58208" y="14347"/>
                    <a:pt x="58056" y="14317"/>
                  </a:cubicBezTo>
                  <a:cubicBezTo>
                    <a:pt x="58026" y="14286"/>
                    <a:pt x="58026" y="14256"/>
                    <a:pt x="58056" y="14225"/>
                  </a:cubicBezTo>
                  <a:cubicBezTo>
                    <a:pt x="58056" y="14225"/>
                    <a:pt x="58087" y="14195"/>
                    <a:pt x="58117" y="14195"/>
                  </a:cubicBezTo>
                  <a:lnTo>
                    <a:pt x="58269" y="14317"/>
                  </a:lnTo>
                  <a:cubicBezTo>
                    <a:pt x="58452" y="14256"/>
                    <a:pt x="58786" y="14195"/>
                    <a:pt x="58786" y="14134"/>
                  </a:cubicBezTo>
                  <a:cubicBezTo>
                    <a:pt x="58816" y="14073"/>
                    <a:pt x="58816" y="14073"/>
                    <a:pt x="58847" y="14073"/>
                  </a:cubicBezTo>
                  <a:close/>
                  <a:moveTo>
                    <a:pt x="49272" y="13769"/>
                  </a:moveTo>
                  <a:lnTo>
                    <a:pt x="49303" y="13800"/>
                  </a:lnTo>
                  <a:lnTo>
                    <a:pt x="49394" y="13830"/>
                  </a:lnTo>
                  <a:cubicBezTo>
                    <a:pt x="49394" y="13921"/>
                    <a:pt x="49363" y="14043"/>
                    <a:pt x="49333" y="14165"/>
                  </a:cubicBezTo>
                  <a:cubicBezTo>
                    <a:pt x="49303" y="14195"/>
                    <a:pt x="49181" y="14195"/>
                    <a:pt x="49151" y="14195"/>
                  </a:cubicBezTo>
                  <a:cubicBezTo>
                    <a:pt x="49142" y="14186"/>
                    <a:pt x="49130" y="14182"/>
                    <a:pt x="49118" y="14182"/>
                  </a:cubicBezTo>
                  <a:cubicBezTo>
                    <a:pt x="49090" y="14182"/>
                    <a:pt x="49059" y="14204"/>
                    <a:pt x="49059" y="14225"/>
                  </a:cubicBezTo>
                  <a:lnTo>
                    <a:pt x="49151" y="14317"/>
                  </a:lnTo>
                  <a:cubicBezTo>
                    <a:pt x="49242" y="14438"/>
                    <a:pt x="49272" y="14499"/>
                    <a:pt x="49211" y="14499"/>
                  </a:cubicBezTo>
                  <a:lnTo>
                    <a:pt x="49090" y="14499"/>
                  </a:lnTo>
                  <a:cubicBezTo>
                    <a:pt x="48999" y="14499"/>
                    <a:pt x="48907" y="14438"/>
                    <a:pt x="48907" y="14377"/>
                  </a:cubicBezTo>
                  <a:cubicBezTo>
                    <a:pt x="48907" y="14335"/>
                    <a:pt x="48790" y="14278"/>
                    <a:pt x="48718" y="14278"/>
                  </a:cubicBezTo>
                  <a:cubicBezTo>
                    <a:pt x="48687" y="14278"/>
                    <a:pt x="48664" y="14289"/>
                    <a:pt x="48664" y="14317"/>
                  </a:cubicBezTo>
                  <a:cubicBezTo>
                    <a:pt x="48664" y="14333"/>
                    <a:pt x="48648" y="14341"/>
                    <a:pt x="48624" y="14341"/>
                  </a:cubicBezTo>
                  <a:cubicBezTo>
                    <a:pt x="48564" y="14341"/>
                    <a:pt x="48460" y="14291"/>
                    <a:pt x="48482" y="14225"/>
                  </a:cubicBezTo>
                  <a:cubicBezTo>
                    <a:pt x="48543" y="14104"/>
                    <a:pt x="48603" y="14013"/>
                    <a:pt x="48695" y="13921"/>
                  </a:cubicBezTo>
                  <a:lnTo>
                    <a:pt x="48968" y="13921"/>
                  </a:lnTo>
                  <a:cubicBezTo>
                    <a:pt x="49059" y="13861"/>
                    <a:pt x="49151" y="13800"/>
                    <a:pt x="49272" y="13769"/>
                  </a:cubicBezTo>
                  <a:close/>
                  <a:moveTo>
                    <a:pt x="43375" y="14013"/>
                  </a:moveTo>
                  <a:lnTo>
                    <a:pt x="43527" y="14134"/>
                  </a:lnTo>
                  <a:cubicBezTo>
                    <a:pt x="43558" y="14154"/>
                    <a:pt x="43578" y="14161"/>
                    <a:pt x="43594" y="14161"/>
                  </a:cubicBezTo>
                  <a:cubicBezTo>
                    <a:pt x="43625" y="14161"/>
                    <a:pt x="43639" y="14134"/>
                    <a:pt x="43679" y="14134"/>
                  </a:cubicBezTo>
                  <a:cubicBezTo>
                    <a:pt x="43720" y="14114"/>
                    <a:pt x="43759" y="14105"/>
                    <a:pt x="43795" y="14105"/>
                  </a:cubicBezTo>
                  <a:cubicBezTo>
                    <a:pt x="43918" y="14105"/>
                    <a:pt x="44018" y="14202"/>
                    <a:pt x="44135" y="14225"/>
                  </a:cubicBezTo>
                  <a:cubicBezTo>
                    <a:pt x="44196" y="14225"/>
                    <a:pt x="44166" y="14377"/>
                    <a:pt x="44074" y="14438"/>
                  </a:cubicBezTo>
                  <a:lnTo>
                    <a:pt x="43983" y="14499"/>
                  </a:lnTo>
                  <a:cubicBezTo>
                    <a:pt x="43953" y="14519"/>
                    <a:pt x="43916" y="14529"/>
                    <a:pt x="43877" y="14529"/>
                  </a:cubicBezTo>
                  <a:cubicBezTo>
                    <a:pt x="43801" y="14529"/>
                    <a:pt x="43720" y="14489"/>
                    <a:pt x="43679" y="14408"/>
                  </a:cubicBezTo>
                  <a:lnTo>
                    <a:pt x="43558" y="14347"/>
                  </a:lnTo>
                  <a:lnTo>
                    <a:pt x="43436" y="14347"/>
                  </a:lnTo>
                  <a:cubicBezTo>
                    <a:pt x="43345" y="14256"/>
                    <a:pt x="43315" y="14104"/>
                    <a:pt x="43375" y="14013"/>
                  </a:cubicBezTo>
                  <a:close/>
                  <a:moveTo>
                    <a:pt x="45229" y="14189"/>
                  </a:moveTo>
                  <a:cubicBezTo>
                    <a:pt x="45238" y="14189"/>
                    <a:pt x="45248" y="14191"/>
                    <a:pt x="45260" y="14195"/>
                  </a:cubicBezTo>
                  <a:cubicBezTo>
                    <a:pt x="45412" y="14256"/>
                    <a:pt x="45381" y="14499"/>
                    <a:pt x="45199" y="14499"/>
                  </a:cubicBezTo>
                  <a:lnTo>
                    <a:pt x="45047" y="14560"/>
                  </a:lnTo>
                  <a:lnTo>
                    <a:pt x="45017" y="14560"/>
                  </a:lnTo>
                  <a:cubicBezTo>
                    <a:pt x="44956" y="14499"/>
                    <a:pt x="44926" y="14438"/>
                    <a:pt x="44956" y="14377"/>
                  </a:cubicBezTo>
                  <a:lnTo>
                    <a:pt x="45199" y="14377"/>
                  </a:lnTo>
                  <a:cubicBezTo>
                    <a:pt x="45173" y="14272"/>
                    <a:pt x="45169" y="14189"/>
                    <a:pt x="45229" y="14189"/>
                  </a:cubicBezTo>
                  <a:close/>
                  <a:moveTo>
                    <a:pt x="56719" y="14225"/>
                  </a:moveTo>
                  <a:cubicBezTo>
                    <a:pt x="56780" y="14225"/>
                    <a:pt x="56810" y="14317"/>
                    <a:pt x="56780" y="14377"/>
                  </a:cubicBezTo>
                  <a:lnTo>
                    <a:pt x="56719" y="14377"/>
                  </a:lnTo>
                  <a:cubicBezTo>
                    <a:pt x="56598" y="14408"/>
                    <a:pt x="56476" y="14438"/>
                    <a:pt x="56354" y="14468"/>
                  </a:cubicBezTo>
                  <a:lnTo>
                    <a:pt x="56354" y="14529"/>
                  </a:lnTo>
                  <a:lnTo>
                    <a:pt x="56354" y="14560"/>
                  </a:lnTo>
                  <a:cubicBezTo>
                    <a:pt x="56324" y="14590"/>
                    <a:pt x="56263" y="14590"/>
                    <a:pt x="56233" y="14590"/>
                  </a:cubicBezTo>
                  <a:cubicBezTo>
                    <a:pt x="56202" y="14529"/>
                    <a:pt x="56202" y="14468"/>
                    <a:pt x="56202" y="14408"/>
                  </a:cubicBezTo>
                  <a:cubicBezTo>
                    <a:pt x="56202" y="14377"/>
                    <a:pt x="56324" y="14286"/>
                    <a:pt x="56506" y="14256"/>
                  </a:cubicBezTo>
                  <a:lnTo>
                    <a:pt x="56658" y="14225"/>
                  </a:lnTo>
                  <a:close/>
                  <a:moveTo>
                    <a:pt x="69794" y="14091"/>
                  </a:moveTo>
                  <a:cubicBezTo>
                    <a:pt x="69855" y="14091"/>
                    <a:pt x="69929" y="14113"/>
                    <a:pt x="69972" y="14134"/>
                  </a:cubicBezTo>
                  <a:cubicBezTo>
                    <a:pt x="70032" y="14165"/>
                    <a:pt x="70093" y="14225"/>
                    <a:pt x="70063" y="14317"/>
                  </a:cubicBezTo>
                  <a:cubicBezTo>
                    <a:pt x="70039" y="14352"/>
                    <a:pt x="70010" y="14365"/>
                    <a:pt x="69981" y="14365"/>
                  </a:cubicBezTo>
                  <a:cubicBezTo>
                    <a:pt x="69935" y="14365"/>
                    <a:pt x="69887" y="14335"/>
                    <a:pt x="69850" y="14317"/>
                  </a:cubicBezTo>
                  <a:lnTo>
                    <a:pt x="69820" y="14286"/>
                  </a:lnTo>
                  <a:cubicBezTo>
                    <a:pt x="69759" y="14286"/>
                    <a:pt x="69607" y="14499"/>
                    <a:pt x="69546" y="14590"/>
                  </a:cubicBezTo>
                  <a:cubicBezTo>
                    <a:pt x="69536" y="14600"/>
                    <a:pt x="69522" y="14604"/>
                    <a:pt x="69506" y="14604"/>
                  </a:cubicBezTo>
                  <a:cubicBezTo>
                    <a:pt x="69421" y="14604"/>
                    <a:pt x="69268" y="14489"/>
                    <a:pt x="69242" y="14438"/>
                  </a:cubicBezTo>
                  <a:cubicBezTo>
                    <a:pt x="69181" y="14347"/>
                    <a:pt x="69242" y="14225"/>
                    <a:pt x="69364" y="14165"/>
                  </a:cubicBezTo>
                  <a:lnTo>
                    <a:pt x="69485" y="14134"/>
                  </a:lnTo>
                  <a:cubicBezTo>
                    <a:pt x="69516" y="14119"/>
                    <a:pt x="69569" y="14119"/>
                    <a:pt x="69618" y="14119"/>
                  </a:cubicBezTo>
                  <a:cubicBezTo>
                    <a:pt x="69668" y="14119"/>
                    <a:pt x="69713" y="14119"/>
                    <a:pt x="69728" y="14104"/>
                  </a:cubicBezTo>
                  <a:cubicBezTo>
                    <a:pt x="69746" y="14095"/>
                    <a:pt x="69769" y="14091"/>
                    <a:pt x="69794" y="14091"/>
                  </a:cubicBezTo>
                  <a:close/>
                  <a:moveTo>
                    <a:pt x="37631" y="13678"/>
                  </a:moveTo>
                  <a:cubicBezTo>
                    <a:pt x="37651" y="13686"/>
                    <a:pt x="37669" y="13690"/>
                    <a:pt x="37686" y="13690"/>
                  </a:cubicBezTo>
                  <a:cubicBezTo>
                    <a:pt x="37687" y="13690"/>
                    <a:pt x="37687" y="13690"/>
                    <a:pt x="37688" y="13690"/>
                  </a:cubicBezTo>
                  <a:lnTo>
                    <a:pt x="37688" y="13690"/>
                  </a:lnTo>
                  <a:cubicBezTo>
                    <a:pt x="37731" y="13758"/>
                    <a:pt x="37784" y="13836"/>
                    <a:pt x="37843" y="13921"/>
                  </a:cubicBezTo>
                  <a:lnTo>
                    <a:pt x="37783" y="13982"/>
                  </a:lnTo>
                  <a:cubicBezTo>
                    <a:pt x="37741" y="14003"/>
                    <a:pt x="37714" y="14052"/>
                    <a:pt x="37652" y="14052"/>
                  </a:cubicBezTo>
                  <a:cubicBezTo>
                    <a:pt x="37624" y="14052"/>
                    <a:pt x="37588" y="14041"/>
                    <a:pt x="37539" y="14013"/>
                  </a:cubicBezTo>
                  <a:lnTo>
                    <a:pt x="37418" y="13952"/>
                  </a:lnTo>
                  <a:cubicBezTo>
                    <a:pt x="37357" y="14104"/>
                    <a:pt x="37296" y="14620"/>
                    <a:pt x="37175" y="14712"/>
                  </a:cubicBezTo>
                  <a:cubicBezTo>
                    <a:pt x="37142" y="14728"/>
                    <a:pt x="37107" y="14736"/>
                    <a:pt x="37073" y="14736"/>
                  </a:cubicBezTo>
                  <a:cubicBezTo>
                    <a:pt x="36980" y="14736"/>
                    <a:pt x="36893" y="14679"/>
                    <a:pt x="36871" y="14590"/>
                  </a:cubicBezTo>
                  <a:cubicBezTo>
                    <a:pt x="36871" y="14499"/>
                    <a:pt x="36992" y="14438"/>
                    <a:pt x="37053" y="14438"/>
                  </a:cubicBezTo>
                  <a:cubicBezTo>
                    <a:pt x="37083" y="14438"/>
                    <a:pt x="37205" y="14286"/>
                    <a:pt x="37175" y="14256"/>
                  </a:cubicBezTo>
                  <a:cubicBezTo>
                    <a:pt x="37083" y="14165"/>
                    <a:pt x="36962" y="14134"/>
                    <a:pt x="36871" y="14134"/>
                  </a:cubicBezTo>
                  <a:cubicBezTo>
                    <a:pt x="36780" y="14165"/>
                    <a:pt x="36628" y="14225"/>
                    <a:pt x="36476" y="14317"/>
                  </a:cubicBezTo>
                  <a:lnTo>
                    <a:pt x="36384" y="14377"/>
                  </a:lnTo>
                  <a:cubicBezTo>
                    <a:pt x="36324" y="14438"/>
                    <a:pt x="36324" y="14529"/>
                    <a:pt x="36445" y="14529"/>
                  </a:cubicBezTo>
                  <a:lnTo>
                    <a:pt x="36567" y="14529"/>
                  </a:lnTo>
                  <a:cubicBezTo>
                    <a:pt x="36536" y="14620"/>
                    <a:pt x="36445" y="14681"/>
                    <a:pt x="36354" y="14712"/>
                  </a:cubicBezTo>
                  <a:lnTo>
                    <a:pt x="36293" y="14681"/>
                  </a:lnTo>
                  <a:lnTo>
                    <a:pt x="36202" y="14651"/>
                  </a:lnTo>
                  <a:cubicBezTo>
                    <a:pt x="36202" y="14499"/>
                    <a:pt x="36232" y="14347"/>
                    <a:pt x="36293" y="14195"/>
                  </a:cubicBezTo>
                  <a:lnTo>
                    <a:pt x="36354" y="14134"/>
                  </a:lnTo>
                  <a:cubicBezTo>
                    <a:pt x="36384" y="14104"/>
                    <a:pt x="36445" y="14073"/>
                    <a:pt x="36445" y="14043"/>
                  </a:cubicBezTo>
                  <a:cubicBezTo>
                    <a:pt x="36476" y="13952"/>
                    <a:pt x="36567" y="13921"/>
                    <a:pt x="36658" y="13921"/>
                  </a:cubicBezTo>
                  <a:cubicBezTo>
                    <a:pt x="36696" y="13929"/>
                    <a:pt x="36734" y="13933"/>
                    <a:pt x="36771" y="13933"/>
                  </a:cubicBezTo>
                  <a:cubicBezTo>
                    <a:pt x="36884" y="13933"/>
                    <a:pt x="36992" y="13899"/>
                    <a:pt x="37083" y="13830"/>
                  </a:cubicBezTo>
                  <a:lnTo>
                    <a:pt x="37175" y="13709"/>
                  </a:lnTo>
                  <a:cubicBezTo>
                    <a:pt x="37205" y="13769"/>
                    <a:pt x="37258" y="13800"/>
                    <a:pt x="37311" y="13800"/>
                  </a:cubicBezTo>
                  <a:cubicBezTo>
                    <a:pt x="37365" y="13800"/>
                    <a:pt x="37418" y="13769"/>
                    <a:pt x="37448" y="13709"/>
                  </a:cubicBezTo>
                  <a:lnTo>
                    <a:pt x="37539" y="13678"/>
                  </a:lnTo>
                  <a:close/>
                  <a:moveTo>
                    <a:pt x="47874" y="13222"/>
                  </a:moveTo>
                  <a:lnTo>
                    <a:pt x="47965" y="13344"/>
                  </a:lnTo>
                  <a:cubicBezTo>
                    <a:pt x="48041" y="13445"/>
                    <a:pt x="48179" y="13504"/>
                    <a:pt x="48310" y="13504"/>
                  </a:cubicBezTo>
                  <a:cubicBezTo>
                    <a:pt x="48338" y="13504"/>
                    <a:pt x="48365" y="13501"/>
                    <a:pt x="48391" y="13496"/>
                  </a:cubicBezTo>
                  <a:lnTo>
                    <a:pt x="48664" y="13496"/>
                  </a:lnTo>
                  <a:cubicBezTo>
                    <a:pt x="48968" y="13496"/>
                    <a:pt x="49181" y="13405"/>
                    <a:pt x="49151" y="13405"/>
                  </a:cubicBezTo>
                  <a:cubicBezTo>
                    <a:pt x="49120" y="13374"/>
                    <a:pt x="49394" y="13283"/>
                    <a:pt x="49515" y="13283"/>
                  </a:cubicBezTo>
                  <a:cubicBezTo>
                    <a:pt x="49606" y="13313"/>
                    <a:pt x="49728" y="13496"/>
                    <a:pt x="49728" y="13557"/>
                  </a:cubicBezTo>
                  <a:cubicBezTo>
                    <a:pt x="49728" y="13617"/>
                    <a:pt x="49637" y="13678"/>
                    <a:pt x="49515" y="13678"/>
                  </a:cubicBezTo>
                  <a:lnTo>
                    <a:pt x="49485" y="13648"/>
                  </a:lnTo>
                  <a:lnTo>
                    <a:pt x="49394" y="13587"/>
                  </a:lnTo>
                  <a:cubicBezTo>
                    <a:pt x="49303" y="13648"/>
                    <a:pt x="49211" y="13678"/>
                    <a:pt x="49090" y="13709"/>
                  </a:cubicBezTo>
                  <a:lnTo>
                    <a:pt x="48786" y="13648"/>
                  </a:lnTo>
                  <a:lnTo>
                    <a:pt x="48725" y="13709"/>
                  </a:lnTo>
                  <a:lnTo>
                    <a:pt x="48603" y="13769"/>
                  </a:lnTo>
                  <a:cubicBezTo>
                    <a:pt x="48543" y="13709"/>
                    <a:pt x="48512" y="13648"/>
                    <a:pt x="48421" y="13617"/>
                  </a:cubicBezTo>
                  <a:lnTo>
                    <a:pt x="48391" y="13617"/>
                  </a:lnTo>
                  <a:cubicBezTo>
                    <a:pt x="48330" y="13617"/>
                    <a:pt x="48239" y="13648"/>
                    <a:pt x="48178" y="13648"/>
                  </a:cubicBezTo>
                  <a:lnTo>
                    <a:pt x="48117" y="13648"/>
                  </a:lnTo>
                  <a:cubicBezTo>
                    <a:pt x="48105" y="13659"/>
                    <a:pt x="48094" y="13664"/>
                    <a:pt x="48082" y="13664"/>
                  </a:cubicBezTo>
                  <a:cubicBezTo>
                    <a:pt x="48034" y="13664"/>
                    <a:pt x="47990" y="13575"/>
                    <a:pt x="47965" y="13526"/>
                  </a:cubicBezTo>
                  <a:cubicBezTo>
                    <a:pt x="47965" y="13521"/>
                    <a:pt x="47961" y="13519"/>
                    <a:pt x="47954" y="13519"/>
                  </a:cubicBezTo>
                  <a:cubicBezTo>
                    <a:pt x="47916" y="13519"/>
                    <a:pt x="47788" y="13586"/>
                    <a:pt x="47661" y="13739"/>
                  </a:cubicBezTo>
                  <a:lnTo>
                    <a:pt x="47509" y="13800"/>
                  </a:lnTo>
                  <a:cubicBezTo>
                    <a:pt x="47357" y="13861"/>
                    <a:pt x="47388" y="13861"/>
                    <a:pt x="47357" y="13982"/>
                  </a:cubicBezTo>
                  <a:cubicBezTo>
                    <a:pt x="47357" y="14073"/>
                    <a:pt x="47509" y="14073"/>
                    <a:pt x="47540" y="14073"/>
                  </a:cubicBezTo>
                  <a:lnTo>
                    <a:pt x="47631" y="14073"/>
                  </a:lnTo>
                  <a:lnTo>
                    <a:pt x="47661" y="14104"/>
                  </a:lnTo>
                  <a:cubicBezTo>
                    <a:pt x="47661" y="14134"/>
                    <a:pt x="47631" y="14165"/>
                    <a:pt x="47600" y="14165"/>
                  </a:cubicBezTo>
                  <a:lnTo>
                    <a:pt x="47509" y="14165"/>
                  </a:lnTo>
                  <a:cubicBezTo>
                    <a:pt x="47448" y="14165"/>
                    <a:pt x="47357" y="14408"/>
                    <a:pt x="47266" y="14438"/>
                  </a:cubicBezTo>
                  <a:cubicBezTo>
                    <a:pt x="47175" y="14468"/>
                    <a:pt x="47114" y="14499"/>
                    <a:pt x="47053" y="14560"/>
                  </a:cubicBezTo>
                  <a:lnTo>
                    <a:pt x="47053" y="14590"/>
                  </a:lnTo>
                  <a:cubicBezTo>
                    <a:pt x="47175" y="14620"/>
                    <a:pt x="47296" y="14651"/>
                    <a:pt x="47418" y="14681"/>
                  </a:cubicBezTo>
                  <a:lnTo>
                    <a:pt x="47540" y="14742"/>
                  </a:lnTo>
                  <a:lnTo>
                    <a:pt x="47327" y="14742"/>
                  </a:lnTo>
                  <a:cubicBezTo>
                    <a:pt x="47175" y="14712"/>
                    <a:pt x="46992" y="14681"/>
                    <a:pt x="46840" y="14651"/>
                  </a:cubicBezTo>
                  <a:lnTo>
                    <a:pt x="46901" y="14590"/>
                  </a:lnTo>
                  <a:cubicBezTo>
                    <a:pt x="46981" y="14510"/>
                    <a:pt x="46921" y="14336"/>
                    <a:pt x="47090" y="14336"/>
                  </a:cubicBezTo>
                  <a:cubicBezTo>
                    <a:pt x="47114" y="14336"/>
                    <a:pt x="47142" y="14339"/>
                    <a:pt x="47175" y="14347"/>
                  </a:cubicBezTo>
                  <a:cubicBezTo>
                    <a:pt x="47175" y="14347"/>
                    <a:pt x="47266" y="14225"/>
                    <a:pt x="47236" y="14165"/>
                  </a:cubicBezTo>
                  <a:lnTo>
                    <a:pt x="47205" y="14043"/>
                  </a:lnTo>
                  <a:cubicBezTo>
                    <a:pt x="47205" y="13921"/>
                    <a:pt x="47175" y="13800"/>
                    <a:pt x="47114" y="13678"/>
                  </a:cubicBezTo>
                  <a:lnTo>
                    <a:pt x="47053" y="13709"/>
                  </a:lnTo>
                  <a:cubicBezTo>
                    <a:pt x="46992" y="13709"/>
                    <a:pt x="46901" y="13739"/>
                    <a:pt x="46840" y="13800"/>
                  </a:cubicBezTo>
                  <a:lnTo>
                    <a:pt x="46719" y="13861"/>
                  </a:lnTo>
                  <a:cubicBezTo>
                    <a:pt x="46689" y="13800"/>
                    <a:pt x="46840" y="13617"/>
                    <a:pt x="47053" y="13435"/>
                  </a:cubicBezTo>
                  <a:lnTo>
                    <a:pt x="47357" y="13496"/>
                  </a:lnTo>
                  <a:lnTo>
                    <a:pt x="47479" y="13496"/>
                  </a:lnTo>
                  <a:cubicBezTo>
                    <a:pt x="47600" y="13374"/>
                    <a:pt x="47722" y="13283"/>
                    <a:pt x="47874" y="13222"/>
                  </a:cubicBezTo>
                  <a:close/>
                  <a:moveTo>
                    <a:pt x="40539" y="14324"/>
                  </a:moveTo>
                  <a:cubicBezTo>
                    <a:pt x="40557" y="14324"/>
                    <a:pt x="40571" y="14331"/>
                    <a:pt x="40579" y="14347"/>
                  </a:cubicBezTo>
                  <a:cubicBezTo>
                    <a:pt x="40609" y="14377"/>
                    <a:pt x="40518" y="14499"/>
                    <a:pt x="40457" y="14499"/>
                  </a:cubicBezTo>
                  <a:cubicBezTo>
                    <a:pt x="40397" y="14499"/>
                    <a:pt x="40366" y="14529"/>
                    <a:pt x="40366" y="14590"/>
                  </a:cubicBezTo>
                  <a:lnTo>
                    <a:pt x="40488" y="14590"/>
                  </a:lnTo>
                  <a:cubicBezTo>
                    <a:pt x="40518" y="14651"/>
                    <a:pt x="40457" y="14772"/>
                    <a:pt x="40397" y="14772"/>
                  </a:cubicBezTo>
                  <a:cubicBezTo>
                    <a:pt x="40275" y="14712"/>
                    <a:pt x="40153" y="14651"/>
                    <a:pt x="40032" y="14590"/>
                  </a:cubicBezTo>
                  <a:lnTo>
                    <a:pt x="39880" y="14590"/>
                  </a:lnTo>
                  <a:cubicBezTo>
                    <a:pt x="39819" y="14590"/>
                    <a:pt x="39789" y="14560"/>
                    <a:pt x="39758" y="14499"/>
                  </a:cubicBezTo>
                  <a:cubicBezTo>
                    <a:pt x="39758" y="14468"/>
                    <a:pt x="39758" y="14408"/>
                    <a:pt x="39758" y="14377"/>
                  </a:cubicBezTo>
                  <a:cubicBezTo>
                    <a:pt x="39789" y="14362"/>
                    <a:pt x="39811" y="14355"/>
                    <a:pt x="39834" y="14355"/>
                  </a:cubicBezTo>
                  <a:cubicBezTo>
                    <a:pt x="39857" y="14355"/>
                    <a:pt x="39880" y="14362"/>
                    <a:pt x="39910" y="14377"/>
                  </a:cubicBezTo>
                  <a:cubicBezTo>
                    <a:pt x="39971" y="14377"/>
                    <a:pt x="40032" y="14438"/>
                    <a:pt x="40123" y="14438"/>
                  </a:cubicBezTo>
                  <a:lnTo>
                    <a:pt x="40305" y="14499"/>
                  </a:lnTo>
                  <a:cubicBezTo>
                    <a:pt x="40396" y="14386"/>
                    <a:pt x="40486" y="14324"/>
                    <a:pt x="40539" y="14324"/>
                  </a:cubicBezTo>
                  <a:close/>
                  <a:moveTo>
                    <a:pt x="8945" y="14256"/>
                  </a:moveTo>
                  <a:cubicBezTo>
                    <a:pt x="8975" y="14256"/>
                    <a:pt x="9013" y="14286"/>
                    <a:pt x="9059" y="14347"/>
                  </a:cubicBezTo>
                  <a:lnTo>
                    <a:pt x="8937" y="14468"/>
                  </a:lnTo>
                  <a:cubicBezTo>
                    <a:pt x="8907" y="14499"/>
                    <a:pt x="8846" y="14529"/>
                    <a:pt x="8815" y="14620"/>
                  </a:cubicBezTo>
                  <a:cubicBezTo>
                    <a:pt x="8789" y="14699"/>
                    <a:pt x="8808" y="14778"/>
                    <a:pt x="8715" y="14778"/>
                  </a:cubicBezTo>
                  <a:cubicBezTo>
                    <a:pt x="8701" y="14778"/>
                    <a:pt x="8684" y="14777"/>
                    <a:pt x="8663" y="14772"/>
                  </a:cubicBezTo>
                  <a:cubicBezTo>
                    <a:pt x="8633" y="14772"/>
                    <a:pt x="8542" y="14620"/>
                    <a:pt x="8633" y="14560"/>
                  </a:cubicBezTo>
                  <a:cubicBezTo>
                    <a:pt x="8717" y="14504"/>
                    <a:pt x="8672" y="14344"/>
                    <a:pt x="8832" y="14344"/>
                  </a:cubicBezTo>
                  <a:cubicBezTo>
                    <a:pt x="8846" y="14344"/>
                    <a:pt x="8860" y="14345"/>
                    <a:pt x="8876" y="14347"/>
                  </a:cubicBezTo>
                  <a:cubicBezTo>
                    <a:pt x="8891" y="14286"/>
                    <a:pt x="8914" y="14256"/>
                    <a:pt x="8945" y="14256"/>
                  </a:cubicBezTo>
                  <a:close/>
                  <a:moveTo>
                    <a:pt x="45224" y="14738"/>
                  </a:moveTo>
                  <a:cubicBezTo>
                    <a:pt x="45311" y="14738"/>
                    <a:pt x="45406" y="14866"/>
                    <a:pt x="45351" y="14894"/>
                  </a:cubicBezTo>
                  <a:cubicBezTo>
                    <a:pt x="45290" y="14924"/>
                    <a:pt x="45290" y="14985"/>
                    <a:pt x="45290" y="14985"/>
                  </a:cubicBezTo>
                  <a:cubicBezTo>
                    <a:pt x="45230" y="14955"/>
                    <a:pt x="45169" y="14924"/>
                    <a:pt x="45108" y="14894"/>
                  </a:cubicBezTo>
                  <a:cubicBezTo>
                    <a:pt x="45047" y="14864"/>
                    <a:pt x="45078" y="14803"/>
                    <a:pt x="45169" y="14742"/>
                  </a:cubicBezTo>
                  <a:lnTo>
                    <a:pt x="45199" y="14742"/>
                  </a:lnTo>
                  <a:cubicBezTo>
                    <a:pt x="45207" y="14739"/>
                    <a:pt x="45216" y="14738"/>
                    <a:pt x="45224" y="14738"/>
                  </a:cubicBezTo>
                  <a:close/>
                  <a:moveTo>
                    <a:pt x="14038" y="14671"/>
                  </a:moveTo>
                  <a:cubicBezTo>
                    <a:pt x="14169" y="14671"/>
                    <a:pt x="14287" y="14844"/>
                    <a:pt x="14287" y="14924"/>
                  </a:cubicBezTo>
                  <a:cubicBezTo>
                    <a:pt x="14287" y="14963"/>
                    <a:pt x="14305" y="14977"/>
                    <a:pt x="14333" y="14977"/>
                  </a:cubicBezTo>
                  <a:cubicBezTo>
                    <a:pt x="14391" y="14977"/>
                    <a:pt x="14489" y="14915"/>
                    <a:pt x="14530" y="14894"/>
                  </a:cubicBezTo>
                  <a:cubicBezTo>
                    <a:pt x="14545" y="14864"/>
                    <a:pt x="14575" y="14848"/>
                    <a:pt x="14606" y="14848"/>
                  </a:cubicBezTo>
                  <a:cubicBezTo>
                    <a:pt x="14636" y="14848"/>
                    <a:pt x="14667" y="14864"/>
                    <a:pt x="14682" y="14894"/>
                  </a:cubicBezTo>
                  <a:lnTo>
                    <a:pt x="14712" y="14894"/>
                  </a:lnTo>
                  <a:cubicBezTo>
                    <a:pt x="14742" y="14894"/>
                    <a:pt x="14771" y="14893"/>
                    <a:pt x="14800" y="14892"/>
                  </a:cubicBezTo>
                  <a:lnTo>
                    <a:pt x="14800" y="14892"/>
                  </a:lnTo>
                  <a:cubicBezTo>
                    <a:pt x="14743" y="14935"/>
                    <a:pt x="14671" y="14960"/>
                    <a:pt x="14621" y="14985"/>
                  </a:cubicBezTo>
                  <a:lnTo>
                    <a:pt x="14591" y="15016"/>
                  </a:lnTo>
                  <a:cubicBezTo>
                    <a:pt x="14491" y="15091"/>
                    <a:pt x="14370" y="15145"/>
                    <a:pt x="14246" y="15145"/>
                  </a:cubicBezTo>
                  <a:cubicBezTo>
                    <a:pt x="14219" y="15145"/>
                    <a:pt x="14192" y="15143"/>
                    <a:pt x="14165" y="15137"/>
                  </a:cubicBezTo>
                  <a:lnTo>
                    <a:pt x="14013" y="15137"/>
                  </a:lnTo>
                  <a:cubicBezTo>
                    <a:pt x="13892" y="15076"/>
                    <a:pt x="13770" y="14985"/>
                    <a:pt x="13709" y="14894"/>
                  </a:cubicBezTo>
                  <a:cubicBezTo>
                    <a:pt x="13704" y="14884"/>
                    <a:pt x="13696" y="14880"/>
                    <a:pt x="13685" y="14880"/>
                  </a:cubicBezTo>
                  <a:cubicBezTo>
                    <a:pt x="13651" y="14880"/>
                    <a:pt x="13591" y="14927"/>
                    <a:pt x="13547" y="14967"/>
                  </a:cubicBezTo>
                  <a:lnTo>
                    <a:pt x="13547" y="14967"/>
                  </a:lnTo>
                  <a:lnTo>
                    <a:pt x="13527" y="14803"/>
                  </a:lnTo>
                  <a:cubicBezTo>
                    <a:pt x="13527" y="14779"/>
                    <a:pt x="13564" y="14755"/>
                    <a:pt x="13595" y="14746"/>
                  </a:cubicBezTo>
                  <a:lnTo>
                    <a:pt x="13595" y="14746"/>
                  </a:lnTo>
                  <a:cubicBezTo>
                    <a:pt x="13653" y="14777"/>
                    <a:pt x="13712" y="14836"/>
                    <a:pt x="13770" y="14894"/>
                  </a:cubicBezTo>
                  <a:lnTo>
                    <a:pt x="13861" y="14803"/>
                  </a:lnTo>
                  <a:lnTo>
                    <a:pt x="13983" y="14681"/>
                  </a:lnTo>
                  <a:cubicBezTo>
                    <a:pt x="14001" y="14674"/>
                    <a:pt x="14020" y="14671"/>
                    <a:pt x="14038" y="14671"/>
                  </a:cubicBezTo>
                  <a:close/>
                  <a:moveTo>
                    <a:pt x="31973" y="13481"/>
                  </a:moveTo>
                  <a:cubicBezTo>
                    <a:pt x="32015" y="13481"/>
                    <a:pt x="32083" y="13496"/>
                    <a:pt x="32159" y="13526"/>
                  </a:cubicBezTo>
                  <a:lnTo>
                    <a:pt x="32220" y="13709"/>
                  </a:lnTo>
                  <a:lnTo>
                    <a:pt x="32220" y="13739"/>
                  </a:lnTo>
                  <a:cubicBezTo>
                    <a:pt x="32220" y="13761"/>
                    <a:pt x="32228" y="13771"/>
                    <a:pt x="32242" y="13771"/>
                  </a:cubicBezTo>
                  <a:cubicBezTo>
                    <a:pt x="32267" y="13771"/>
                    <a:pt x="32313" y="13737"/>
                    <a:pt x="32372" y="13678"/>
                  </a:cubicBezTo>
                  <a:lnTo>
                    <a:pt x="32433" y="13617"/>
                  </a:lnTo>
                  <a:cubicBezTo>
                    <a:pt x="32463" y="13587"/>
                    <a:pt x="32524" y="13587"/>
                    <a:pt x="32555" y="13587"/>
                  </a:cubicBezTo>
                  <a:lnTo>
                    <a:pt x="32737" y="13921"/>
                  </a:lnTo>
                  <a:cubicBezTo>
                    <a:pt x="32982" y="13832"/>
                    <a:pt x="33194" y="13776"/>
                    <a:pt x="33266" y="13776"/>
                  </a:cubicBezTo>
                  <a:cubicBezTo>
                    <a:pt x="33293" y="13776"/>
                    <a:pt x="33300" y="13783"/>
                    <a:pt x="33284" y="13800"/>
                  </a:cubicBezTo>
                  <a:lnTo>
                    <a:pt x="33254" y="13830"/>
                  </a:lnTo>
                  <a:lnTo>
                    <a:pt x="33162" y="13982"/>
                  </a:lnTo>
                  <a:cubicBezTo>
                    <a:pt x="33151" y="13980"/>
                    <a:pt x="33140" y="13979"/>
                    <a:pt x="33131" y="13979"/>
                  </a:cubicBezTo>
                  <a:cubicBezTo>
                    <a:pt x="33011" y="13979"/>
                    <a:pt x="33015" y="14141"/>
                    <a:pt x="33071" y="14225"/>
                  </a:cubicBezTo>
                  <a:cubicBezTo>
                    <a:pt x="33102" y="14286"/>
                    <a:pt x="32950" y="14408"/>
                    <a:pt x="32737" y="14468"/>
                  </a:cubicBezTo>
                  <a:lnTo>
                    <a:pt x="32463" y="14408"/>
                  </a:lnTo>
                  <a:lnTo>
                    <a:pt x="32372" y="14408"/>
                  </a:lnTo>
                  <a:cubicBezTo>
                    <a:pt x="32281" y="14499"/>
                    <a:pt x="32129" y="14620"/>
                    <a:pt x="32068" y="14620"/>
                  </a:cubicBezTo>
                  <a:cubicBezTo>
                    <a:pt x="32012" y="14592"/>
                    <a:pt x="31748" y="14435"/>
                    <a:pt x="31613" y="14435"/>
                  </a:cubicBezTo>
                  <a:cubicBezTo>
                    <a:pt x="31601" y="14435"/>
                    <a:pt x="31591" y="14436"/>
                    <a:pt x="31582" y="14438"/>
                  </a:cubicBezTo>
                  <a:cubicBezTo>
                    <a:pt x="31460" y="14499"/>
                    <a:pt x="31491" y="14620"/>
                    <a:pt x="31521" y="14620"/>
                  </a:cubicBezTo>
                  <a:cubicBezTo>
                    <a:pt x="31612" y="14712"/>
                    <a:pt x="31734" y="14803"/>
                    <a:pt x="31795" y="14894"/>
                  </a:cubicBezTo>
                  <a:lnTo>
                    <a:pt x="32190" y="14864"/>
                  </a:lnTo>
                  <a:cubicBezTo>
                    <a:pt x="32205" y="14848"/>
                    <a:pt x="32220" y="14841"/>
                    <a:pt x="32235" y="14841"/>
                  </a:cubicBezTo>
                  <a:cubicBezTo>
                    <a:pt x="32251" y="14841"/>
                    <a:pt x="32266" y="14848"/>
                    <a:pt x="32281" y="14864"/>
                  </a:cubicBezTo>
                  <a:lnTo>
                    <a:pt x="32311" y="14864"/>
                  </a:lnTo>
                  <a:cubicBezTo>
                    <a:pt x="32372" y="14924"/>
                    <a:pt x="32311" y="14985"/>
                    <a:pt x="32220" y="15016"/>
                  </a:cubicBezTo>
                  <a:lnTo>
                    <a:pt x="31764" y="15016"/>
                  </a:lnTo>
                  <a:cubicBezTo>
                    <a:pt x="31612" y="15107"/>
                    <a:pt x="31430" y="15168"/>
                    <a:pt x="31278" y="15228"/>
                  </a:cubicBezTo>
                  <a:lnTo>
                    <a:pt x="31217" y="15228"/>
                  </a:lnTo>
                  <a:lnTo>
                    <a:pt x="30761" y="15076"/>
                  </a:lnTo>
                  <a:lnTo>
                    <a:pt x="30609" y="15137"/>
                  </a:lnTo>
                  <a:cubicBezTo>
                    <a:pt x="30560" y="15153"/>
                    <a:pt x="30514" y="15161"/>
                    <a:pt x="30471" y="15161"/>
                  </a:cubicBezTo>
                  <a:cubicBezTo>
                    <a:pt x="30354" y="15161"/>
                    <a:pt x="30267" y="15105"/>
                    <a:pt x="30244" y="15016"/>
                  </a:cubicBezTo>
                  <a:lnTo>
                    <a:pt x="30366" y="14955"/>
                  </a:lnTo>
                  <a:cubicBezTo>
                    <a:pt x="30427" y="14924"/>
                    <a:pt x="30488" y="14924"/>
                    <a:pt x="30548" y="14894"/>
                  </a:cubicBezTo>
                  <a:cubicBezTo>
                    <a:pt x="30670" y="14803"/>
                    <a:pt x="30738" y="14757"/>
                    <a:pt x="30795" y="14757"/>
                  </a:cubicBezTo>
                  <a:cubicBezTo>
                    <a:pt x="30852" y="14757"/>
                    <a:pt x="30898" y="14803"/>
                    <a:pt x="30974" y="14894"/>
                  </a:cubicBezTo>
                  <a:lnTo>
                    <a:pt x="31096" y="15016"/>
                  </a:lnTo>
                  <a:cubicBezTo>
                    <a:pt x="31187" y="14985"/>
                    <a:pt x="31247" y="14742"/>
                    <a:pt x="31187" y="14681"/>
                  </a:cubicBezTo>
                  <a:cubicBezTo>
                    <a:pt x="31096" y="14590"/>
                    <a:pt x="30974" y="14529"/>
                    <a:pt x="30852" y="14529"/>
                  </a:cubicBezTo>
                  <a:lnTo>
                    <a:pt x="30792" y="14560"/>
                  </a:lnTo>
                  <a:cubicBezTo>
                    <a:pt x="30731" y="14560"/>
                    <a:pt x="30697" y="14587"/>
                    <a:pt x="30654" y="14587"/>
                  </a:cubicBezTo>
                  <a:cubicBezTo>
                    <a:pt x="30633" y="14587"/>
                    <a:pt x="30609" y="14580"/>
                    <a:pt x="30579" y="14560"/>
                  </a:cubicBezTo>
                  <a:lnTo>
                    <a:pt x="30518" y="14499"/>
                  </a:lnTo>
                  <a:cubicBezTo>
                    <a:pt x="30427" y="14499"/>
                    <a:pt x="30396" y="14408"/>
                    <a:pt x="30427" y="14347"/>
                  </a:cubicBezTo>
                  <a:lnTo>
                    <a:pt x="30457" y="14286"/>
                  </a:lnTo>
                  <a:cubicBezTo>
                    <a:pt x="30457" y="14256"/>
                    <a:pt x="30457" y="14195"/>
                    <a:pt x="30427" y="14165"/>
                  </a:cubicBezTo>
                  <a:lnTo>
                    <a:pt x="30275" y="14165"/>
                  </a:lnTo>
                  <a:lnTo>
                    <a:pt x="30214" y="14225"/>
                  </a:lnTo>
                  <a:cubicBezTo>
                    <a:pt x="30214" y="14347"/>
                    <a:pt x="30214" y="14468"/>
                    <a:pt x="30214" y="14560"/>
                  </a:cubicBezTo>
                  <a:lnTo>
                    <a:pt x="30275" y="14620"/>
                  </a:lnTo>
                  <a:cubicBezTo>
                    <a:pt x="30336" y="14681"/>
                    <a:pt x="30548" y="14651"/>
                    <a:pt x="30427" y="14803"/>
                  </a:cubicBezTo>
                  <a:cubicBezTo>
                    <a:pt x="30413" y="14816"/>
                    <a:pt x="30393" y="14822"/>
                    <a:pt x="30367" y="14822"/>
                  </a:cubicBezTo>
                  <a:cubicBezTo>
                    <a:pt x="30277" y="14822"/>
                    <a:pt x="30127" y="14746"/>
                    <a:pt x="30032" y="14651"/>
                  </a:cubicBezTo>
                  <a:cubicBezTo>
                    <a:pt x="30026" y="14645"/>
                    <a:pt x="30016" y="14643"/>
                    <a:pt x="30004" y="14643"/>
                  </a:cubicBezTo>
                  <a:cubicBezTo>
                    <a:pt x="29949" y="14643"/>
                    <a:pt x="29838" y="14692"/>
                    <a:pt x="29788" y="14742"/>
                  </a:cubicBezTo>
                  <a:cubicBezTo>
                    <a:pt x="29783" y="14745"/>
                    <a:pt x="29778" y="14746"/>
                    <a:pt x="29773" y="14746"/>
                  </a:cubicBezTo>
                  <a:cubicBezTo>
                    <a:pt x="29723" y="14746"/>
                    <a:pt x="29700" y="14615"/>
                    <a:pt x="29728" y="14560"/>
                  </a:cubicBezTo>
                  <a:cubicBezTo>
                    <a:pt x="29728" y="14538"/>
                    <a:pt x="29720" y="14528"/>
                    <a:pt x="29706" y="14528"/>
                  </a:cubicBezTo>
                  <a:cubicBezTo>
                    <a:pt x="29681" y="14528"/>
                    <a:pt x="29635" y="14562"/>
                    <a:pt x="29576" y="14620"/>
                  </a:cubicBezTo>
                  <a:lnTo>
                    <a:pt x="29333" y="14620"/>
                  </a:lnTo>
                  <a:cubicBezTo>
                    <a:pt x="29315" y="14535"/>
                    <a:pt x="29279" y="14497"/>
                    <a:pt x="29229" y="14497"/>
                  </a:cubicBezTo>
                  <a:cubicBezTo>
                    <a:pt x="29190" y="14497"/>
                    <a:pt x="29142" y="14520"/>
                    <a:pt x="29089" y="14560"/>
                  </a:cubicBezTo>
                  <a:cubicBezTo>
                    <a:pt x="29059" y="14590"/>
                    <a:pt x="29029" y="14620"/>
                    <a:pt x="28998" y="14651"/>
                  </a:cubicBezTo>
                  <a:lnTo>
                    <a:pt x="28968" y="14651"/>
                  </a:lnTo>
                  <a:cubicBezTo>
                    <a:pt x="28907" y="14651"/>
                    <a:pt x="28846" y="14590"/>
                    <a:pt x="28846" y="14560"/>
                  </a:cubicBezTo>
                  <a:cubicBezTo>
                    <a:pt x="28846" y="14529"/>
                    <a:pt x="28846" y="14377"/>
                    <a:pt x="28846" y="14347"/>
                  </a:cubicBezTo>
                  <a:cubicBezTo>
                    <a:pt x="28846" y="14325"/>
                    <a:pt x="28831" y="14304"/>
                    <a:pt x="28822" y="14304"/>
                  </a:cubicBezTo>
                  <a:cubicBezTo>
                    <a:pt x="28818" y="14304"/>
                    <a:pt x="28816" y="14308"/>
                    <a:pt x="28816" y="14317"/>
                  </a:cubicBezTo>
                  <a:lnTo>
                    <a:pt x="28816" y="14347"/>
                  </a:lnTo>
                  <a:cubicBezTo>
                    <a:pt x="28812" y="14351"/>
                    <a:pt x="28805" y="14353"/>
                    <a:pt x="28797" y="14353"/>
                  </a:cubicBezTo>
                  <a:cubicBezTo>
                    <a:pt x="28745" y="14353"/>
                    <a:pt x="28625" y="14282"/>
                    <a:pt x="28573" y="14256"/>
                  </a:cubicBezTo>
                  <a:cubicBezTo>
                    <a:pt x="28567" y="14250"/>
                    <a:pt x="28560" y="14247"/>
                    <a:pt x="28553" y="14247"/>
                  </a:cubicBezTo>
                  <a:cubicBezTo>
                    <a:pt x="28490" y="14247"/>
                    <a:pt x="28402" y="14475"/>
                    <a:pt x="28512" y="14529"/>
                  </a:cubicBezTo>
                  <a:cubicBezTo>
                    <a:pt x="28603" y="14560"/>
                    <a:pt x="28664" y="14681"/>
                    <a:pt x="28664" y="14803"/>
                  </a:cubicBezTo>
                  <a:cubicBezTo>
                    <a:pt x="28603" y="14833"/>
                    <a:pt x="28512" y="14894"/>
                    <a:pt x="28451" y="14924"/>
                  </a:cubicBezTo>
                  <a:cubicBezTo>
                    <a:pt x="28390" y="14924"/>
                    <a:pt x="28238" y="14742"/>
                    <a:pt x="28208" y="14651"/>
                  </a:cubicBezTo>
                  <a:cubicBezTo>
                    <a:pt x="28178" y="14560"/>
                    <a:pt x="27965" y="14560"/>
                    <a:pt x="27874" y="14560"/>
                  </a:cubicBezTo>
                  <a:lnTo>
                    <a:pt x="27570" y="14590"/>
                  </a:lnTo>
                  <a:lnTo>
                    <a:pt x="27387" y="14590"/>
                  </a:lnTo>
                  <a:cubicBezTo>
                    <a:pt x="27366" y="14595"/>
                    <a:pt x="27344" y="14598"/>
                    <a:pt x="27323" y="14598"/>
                  </a:cubicBezTo>
                  <a:cubicBezTo>
                    <a:pt x="27224" y="14598"/>
                    <a:pt x="27133" y="14544"/>
                    <a:pt x="27083" y="14468"/>
                  </a:cubicBezTo>
                  <a:cubicBezTo>
                    <a:pt x="27062" y="14447"/>
                    <a:pt x="27040" y="14426"/>
                    <a:pt x="27008" y="14426"/>
                  </a:cubicBezTo>
                  <a:cubicBezTo>
                    <a:pt x="26995" y="14426"/>
                    <a:pt x="26979" y="14429"/>
                    <a:pt x="26962" y="14438"/>
                  </a:cubicBezTo>
                  <a:lnTo>
                    <a:pt x="26931" y="14438"/>
                  </a:lnTo>
                  <a:cubicBezTo>
                    <a:pt x="26840" y="14468"/>
                    <a:pt x="26931" y="14499"/>
                    <a:pt x="26931" y="14560"/>
                  </a:cubicBezTo>
                  <a:lnTo>
                    <a:pt x="26962" y="14620"/>
                  </a:lnTo>
                  <a:cubicBezTo>
                    <a:pt x="26939" y="14689"/>
                    <a:pt x="26882" y="14723"/>
                    <a:pt x="26829" y="14723"/>
                  </a:cubicBezTo>
                  <a:cubicBezTo>
                    <a:pt x="26812" y="14723"/>
                    <a:pt x="26795" y="14719"/>
                    <a:pt x="26779" y="14712"/>
                  </a:cubicBezTo>
                  <a:lnTo>
                    <a:pt x="26688" y="14681"/>
                  </a:lnTo>
                  <a:lnTo>
                    <a:pt x="26658" y="14651"/>
                  </a:lnTo>
                  <a:cubicBezTo>
                    <a:pt x="26567" y="14590"/>
                    <a:pt x="26658" y="14408"/>
                    <a:pt x="26688" y="14377"/>
                  </a:cubicBezTo>
                  <a:cubicBezTo>
                    <a:pt x="26724" y="14342"/>
                    <a:pt x="26686" y="14327"/>
                    <a:pt x="26637" y="14327"/>
                  </a:cubicBezTo>
                  <a:cubicBezTo>
                    <a:pt x="26602" y="14327"/>
                    <a:pt x="26561" y="14334"/>
                    <a:pt x="26536" y="14347"/>
                  </a:cubicBezTo>
                  <a:cubicBezTo>
                    <a:pt x="26475" y="14377"/>
                    <a:pt x="26415" y="14377"/>
                    <a:pt x="26354" y="14377"/>
                  </a:cubicBezTo>
                  <a:lnTo>
                    <a:pt x="26263" y="14377"/>
                  </a:lnTo>
                  <a:cubicBezTo>
                    <a:pt x="26202" y="14408"/>
                    <a:pt x="26171" y="14438"/>
                    <a:pt x="26171" y="14499"/>
                  </a:cubicBezTo>
                  <a:lnTo>
                    <a:pt x="26202" y="14529"/>
                  </a:lnTo>
                  <a:cubicBezTo>
                    <a:pt x="26232" y="14560"/>
                    <a:pt x="26293" y="14590"/>
                    <a:pt x="26354" y="14620"/>
                  </a:cubicBezTo>
                  <a:cubicBezTo>
                    <a:pt x="26475" y="14651"/>
                    <a:pt x="26597" y="14712"/>
                    <a:pt x="26536" y="14803"/>
                  </a:cubicBezTo>
                  <a:lnTo>
                    <a:pt x="26475" y="14985"/>
                  </a:lnTo>
                  <a:cubicBezTo>
                    <a:pt x="26384" y="14864"/>
                    <a:pt x="25776" y="14894"/>
                    <a:pt x="25594" y="14864"/>
                  </a:cubicBezTo>
                  <a:cubicBezTo>
                    <a:pt x="25442" y="14833"/>
                    <a:pt x="25320" y="14742"/>
                    <a:pt x="25229" y="14620"/>
                  </a:cubicBezTo>
                  <a:cubicBezTo>
                    <a:pt x="25229" y="14590"/>
                    <a:pt x="25412" y="14529"/>
                    <a:pt x="25503" y="14529"/>
                  </a:cubicBezTo>
                  <a:cubicBezTo>
                    <a:pt x="25563" y="14529"/>
                    <a:pt x="25624" y="14499"/>
                    <a:pt x="25594" y="14468"/>
                  </a:cubicBezTo>
                  <a:lnTo>
                    <a:pt x="25442" y="14468"/>
                  </a:lnTo>
                  <a:cubicBezTo>
                    <a:pt x="25290" y="14468"/>
                    <a:pt x="25168" y="14529"/>
                    <a:pt x="25168" y="14651"/>
                  </a:cubicBezTo>
                  <a:lnTo>
                    <a:pt x="25108" y="14742"/>
                  </a:lnTo>
                  <a:cubicBezTo>
                    <a:pt x="25077" y="14772"/>
                    <a:pt x="24956" y="14833"/>
                    <a:pt x="24925" y="14864"/>
                  </a:cubicBezTo>
                  <a:cubicBezTo>
                    <a:pt x="24864" y="14894"/>
                    <a:pt x="24834" y="14955"/>
                    <a:pt x="24804" y="14955"/>
                  </a:cubicBezTo>
                  <a:cubicBezTo>
                    <a:pt x="24779" y="14960"/>
                    <a:pt x="24753" y="14961"/>
                    <a:pt x="24726" y="14961"/>
                  </a:cubicBezTo>
                  <a:cubicBezTo>
                    <a:pt x="24657" y="14961"/>
                    <a:pt x="24581" y="14950"/>
                    <a:pt x="24503" y="14950"/>
                  </a:cubicBezTo>
                  <a:cubicBezTo>
                    <a:pt x="24420" y="14950"/>
                    <a:pt x="24335" y="14963"/>
                    <a:pt x="24256" y="15016"/>
                  </a:cubicBezTo>
                  <a:cubicBezTo>
                    <a:pt x="24252" y="15020"/>
                    <a:pt x="24245" y="15022"/>
                    <a:pt x="24236" y="15022"/>
                  </a:cubicBezTo>
                  <a:cubicBezTo>
                    <a:pt x="24178" y="15022"/>
                    <a:pt x="24035" y="14947"/>
                    <a:pt x="23983" y="14894"/>
                  </a:cubicBezTo>
                  <a:lnTo>
                    <a:pt x="23922" y="14833"/>
                  </a:lnTo>
                  <a:cubicBezTo>
                    <a:pt x="23902" y="14774"/>
                    <a:pt x="23921" y="14741"/>
                    <a:pt x="23969" y="14741"/>
                  </a:cubicBezTo>
                  <a:cubicBezTo>
                    <a:pt x="23996" y="14741"/>
                    <a:pt x="24031" y="14751"/>
                    <a:pt x="24074" y="14772"/>
                  </a:cubicBezTo>
                  <a:lnTo>
                    <a:pt x="24196" y="14681"/>
                  </a:lnTo>
                  <a:lnTo>
                    <a:pt x="24256" y="14651"/>
                  </a:lnTo>
                  <a:cubicBezTo>
                    <a:pt x="24378" y="14651"/>
                    <a:pt x="24530" y="14620"/>
                    <a:pt x="24652" y="14529"/>
                  </a:cubicBezTo>
                  <a:cubicBezTo>
                    <a:pt x="24682" y="14499"/>
                    <a:pt x="24256" y="14499"/>
                    <a:pt x="24074" y="14499"/>
                  </a:cubicBezTo>
                  <a:cubicBezTo>
                    <a:pt x="23927" y="14523"/>
                    <a:pt x="23640" y="14568"/>
                    <a:pt x="23487" y="14568"/>
                  </a:cubicBezTo>
                  <a:cubicBezTo>
                    <a:pt x="23451" y="14568"/>
                    <a:pt x="23423" y="14565"/>
                    <a:pt x="23405" y="14560"/>
                  </a:cubicBezTo>
                  <a:cubicBezTo>
                    <a:pt x="23284" y="14560"/>
                    <a:pt x="23253" y="14408"/>
                    <a:pt x="23284" y="14347"/>
                  </a:cubicBezTo>
                  <a:cubicBezTo>
                    <a:pt x="23299" y="14317"/>
                    <a:pt x="23299" y="14301"/>
                    <a:pt x="23284" y="14301"/>
                  </a:cubicBezTo>
                  <a:cubicBezTo>
                    <a:pt x="23269" y="14301"/>
                    <a:pt x="23238" y="14317"/>
                    <a:pt x="23193" y="14347"/>
                  </a:cubicBezTo>
                  <a:lnTo>
                    <a:pt x="23101" y="14347"/>
                  </a:lnTo>
                  <a:cubicBezTo>
                    <a:pt x="23041" y="14347"/>
                    <a:pt x="23010" y="14377"/>
                    <a:pt x="23010" y="14408"/>
                  </a:cubicBezTo>
                  <a:cubicBezTo>
                    <a:pt x="23010" y="14408"/>
                    <a:pt x="23101" y="14560"/>
                    <a:pt x="23162" y="14742"/>
                  </a:cubicBezTo>
                  <a:lnTo>
                    <a:pt x="23436" y="14681"/>
                  </a:lnTo>
                  <a:cubicBezTo>
                    <a:pt x="23466" y="14681"/>
                    <a:pt x="23497" y="14742"/>
                    <a:pt x="23497" y="14742"/>
                  </a:cubicBezTo>
                  <a:cubicBezTo>
                    <a:pt x="23466" y="14772"/>
                    <a:pt x="23466" y="14803"/>
                    <a:pt x="23436" y="14833"/>
                  </a:cubicBezTo>
                  <a:cubicBezTo>
                    <a:pt x="23418" y="14828"/>
                    <a:pt x="23402" y="14826"/>
                    <a:pt x="23388" y="14826"/>
                  </a:cubicBezTo>
                  <a:cubicBezTo>
                    <a:pt x="23257" y="14826"/>
                    <a:pt x="23286" y="15031"/>
                    <a:pt x="23187" y="15031"/>
                  </a:cubicBezTo>
                  <a:cubicBezTo>
                    <a:pt x="23172" y="15031"/>
                    <a:pt x="23154" y="15027"/>
                    <a:pt x="23132" y="15016"/>
                  </a:cubicBezTo>
                  <a:lnTo>
                    <a:pt x="22858" y="14864"/>
                  </a:lnTo>
                  <a:cubicBezTo>
                    <a:pt x="22767" y="14932"/>
                    <a:pt x="22659" y="14966"/>
                    <a:pt x="22546" y="14966"/>
                  </a:cubicBezTo>
                  <a:cubicBezTo>
                    <a:pt x="22509" y="14966"/>
                    <a:pt x="22471" y="14962"/>
                    <a:pt x="22433" y="14955"/>
                  </a:cubicBezTo>
                  <a:cubicBezTo>
                    <a:pt x="22402" y="14924"/>
                    <a:pt x="22220" y="14803"/>
                    <a:pt x="22159" y="14772"/>
                  </a:cubicBezTo>
                  <a:cubicBezTo>
                    <a:pt x="22098" y="14712"/>
                    <a:pt x="22038" y="14651"/>
                    <a:pt x="21977" y="14590"/>
                  </a:cubicBezTo>
                  <a:lnTo>
                    <a:pt x="21916" y="14590"/>
                  </a:lnTo>
                  <a:lnTo>
                    <a:pt x="21855" y="14620"/>
                  </a:lnTo>
                  <a:cubicBezTo>
                    <a:pt x="21794" y="14712"/>
                    <a:pt x="21734" y="14803"/>
                    <a:pt x="21703" y="14894"/>
                  </a:cubicBezTo>
                  <a:lnTo>
                    <a:pt x="21642" y="14955"/>
                  </a:lnTo>
                  <a:cubicBezTo>
                    <a:pt x="21624" y="14973"/>
                    <a:pt x="21598" y="14978"/>
                    <a:pt x="21568" y="14978"/>
                  </a:cubicBezTo>
                  <a:cubicBezTo>
                    <a:pt x="21536" y="14978"/>
                    <a:pt x="21500" y="14972"/>
                    <a:pt x="21463" y="14972"/>
                  </a:cubicBezTo>
                  <a:cubicBezTo>
                    <a:pt x="21418" y="14972"/>
                    <a:pt x="21374" y="14980"/>
                    <a:pt x="21338" y="15016"/>
                  </a:cubicBezTo>
                  <a:cubicBezTo>
                    <a:pt x="21278" y="14985"/>
                    <a:pt x="21187" y="14955"/>
                    <a:pt x="21095" y="14955"/>
                  </a:cubicBezTo>
                  <a:lnTo>
                    <a:pt x="21035" y="14894"/>
                  </a:lnTo>
                  <a:lnTo>
                    <a:pt x="21004" y="14864"/>
                  </a:lnTo>
                  <a:cubicBezTo>
                    <a:pt x="20700" y="14924"/>
                    <a:pt x="20214" y="15016"/>
                    <a:pt x="19971" y="15076"/>
                  </a:cubicBezTo>
                  <a:lnTo>
                    <a:pt x="19758" y="15016"/>
                  </a:lnTo>
                  <a:lnTo>
                    <a:pt x="19697" y="15016"/>
                  </a:lnTo>
                  <a:cubicBezTo>
                    <a:pt x="19662" y="14992"/>
                    <a:pt x="19627" y="14982"/>
                    <a:pt x="19596" y="14982"/>
                  </a:cubicBezTo>
                  <a:cubicBezTo>
                    <a:pt x="19545" y="14982"/>
                    <a:pt x="19503" y="15008"/>
                    <a:pt x="19484" y="15046"/>
                  </a:cubicBezTo>
                  <a:lnTo>
                    <a:pt x="19424" y="15107"/>
                  </a:lnTo>
                  <a:cubicBezTo>
                    <a:pt x="19393" y="15107"/>
                    <a:pt x="19332" y="15107"/>
                    <a:pt x="19302" y="15076"/>
                  </a:cubicBezTo>
                  <a:cubicBezTo>
                    <a:pt x="19241" y="15046"/>
                    <a:pt x="19484" y="14985"/>
                    <a:pt x="19302" y="14955"/>
                  </a:cubicBezTo>
                  <a:lnTo>
                    <a:pt x="19184" y="14938"/>
                  </a:lnTo>
                  <a:lnTo>
                    <a:pt x="19184" y="14938"/>
                  </a:lnTo>
                  <a:lnTo>
                    <a:pt x="19211" y="14924"/>
                  </a:lnTo>
                  <a:cubicBezTo>
                    <a:pt x="19272" y="14894"/>
                    <a:pt x="19089" y="14712"/>
                    <a:pt x="19028" y="14620"/>
                  </a:cubicBezTo>
                  <a:cubicBezTo>
                    <a:pt x="18979" y="14571"/>
                    <a:pt x="19169" y="14482"/>
                    <a:pt x="19323" y="14482"/>
                  </a:cubicBezTo>
                  <a:cubicBezTo>
                    <a:pt x="19360" y="14482"/>
                    <a:pt x="19395" y="14487"/>
                    <a:pt x="19424" y="14499"/>
                  </a:cubicBezTo>
                  <a:cubicBezTo>
                    <a:pt x="19545" y="14560"/>
                    <a:pt x="19515" y="14620"/>
                    <a:pt x="19454" y="14620"/>
                  </a:cubicBezTo>
                  <a:cubicBezTo>
                    <a:pt x="19393" y="14620"/>
                    <a:pt x="19393" y="14681"/>
                    <a:pt x="19424" y="14712"/>
                  </a:cubicBezTo>
                  <a:cubicBezTo>
                    <a:pt x="19484" y="14772"/>
                    <a:pt x="19545" y="14803"/>
                    <a:pt x="19636" y="14833"/>
                  </a:cubicBezTo>
                  <a:cubicBezTo>
                    <a:pt x="19641" y="14837"/>
                    <a:pt x="19645" y="14839"/>
                    <a:pt x="19651" y="14839"/>
                  </a:cubicBezTo>
                  <a:cubicBezTo>
                    <a:pt x="19683" y="14839"/>
                    <a:pt x="19732" y="14768"/>
                    <a:pt x="19758" y="14742"/>
                  </a:cubicBezTo>
                  <a:cubicBezTo>
                    <a:pt x="19758" y="14681"/>
                    <a:pt x="19849" y="14651"/>
                    <a:pt x="19971" y="14651"/>
                  </a:cubicBezTo>
                  <a:lnTo>
                    <a:pt x="19971" y="14499"/>
                  </a:lnTo>
                  <a:lnTo>
                    <a:pt x="19971" y="14317"/>
                  </a:lnTo>
                  <a:cubicBezTo>
                    <a:pt x="20092" y="14347"/>
                    <a:pt x="20214" y="14377"/>
                    <a:pt x="20335" y="14377"/>
                  </a:cubicBezTo>
                  <a:cubicBezTo>
                    <a:pt x="20359" y="14354"/>
                    <a:pt x="20504" y="14296"/>
                    <a:pt x="20560" y="14296"/>
                  </a:cubicBezTo>
                  <a:cubicBezTo>
                    <a:pt x="20577" y="14296"/>
                    <a:pt x="20586" y="14302"/>
                    <a:pt x="20579" y="14317"/>
                  </a:cubicBezTo>
                  <a:cubicBezTo>
                    <a:pt x="20579" y="14342"/>
                    <a:pt x="20611" y="14352"/>
                    <a:pt x="20653" y="14352"/>
                  </a:cubicBezTo>
                  <a:cubicBezTo>
                    <a:pt x="20711" y="14352"/>
                    <a:pt x="20787" y="14334"/>
                    <a:pt x="20822" y="14317"/>
                  </a:cubicBezTo>
                  <a:cubicBezTo>
                    <a:pt x="20842" y="14303"/>
                    <a:pt x="20863" y="14297"/>
                    <a:pt x="20885" y="14297"/>
                  </a:cubicBezTo>
                  <a:cubicBezTo>
                    <a:pt x="20963" y="14297"/>
                    <a:pt x="21048" y="14374"/>
                    <a:pt x="21095" y="14468"/>
                  </a:cubicBezTo>
                  <a:lnTo>
                    <a:pt x="21278" y="14317"/>
                  </a:lnTo>
                  <a:cubicBezTo>
                    <a:pt x="21323" y="14301"/>
                    <a:pt x="21361" y="14294"/>
                    <a:pt x="21395" y="14294"/>
                  </a:cubicBezTo>
                  <a:cubicBezTo>
                    <a:pt x="21430" y="14294"/>
                    <a:pt x="21460" y="14301"/>
                    <a:pt x="21490" y="14317"/>
                  </a:cubicBezTo>
                  <a:cubicBezTo>
                    <a:pt x="21543" y="14369"/>
                    <a:pt x="21588" y="14389"/>
                    <a:pt x="21628" y="14389"/>
                  </a:cubicBezTo>
                  <a:cubicBezTo>
                    <a:pt x="21705" y="14389"/>
                    <a:pt x="21765" y="14316"/>
                    <a:pt x="21825" y="14256"/>
                  </a:cubicBezTo>
                  <a:lnTo>
                    <a:pt x="22220" y="13952"/>
                  </a:lnTo>
                  <a:cubicBezTo>
                    <a:pt x="22281" y="13952"/>
                    <a:pt x="22311" y="13982"/>
                    <a:pt x="22342" y="13982"/>
                  </a:cubicBezTo>
                  <a:cubicBezTo>
                    <a:pt x="22454" y="14095"/>
                    <a:pt x="22584" y="14157"/>
                    <a:pt x="22717" y="14157"/>
                  </a:cubicBezTo>
                  <a:cubicBezTo>
                    <a:pt x="22764" y="14157"/>
                    <a:pt x="22811" y="14150"/>
                    <a:pt x="22858" y="14134"/>
                  </a:cubicBezTo>
                  <a:lnTo>
                    <a:pt x="23193" y="14104"/>
                  </a:lnTo>
                  <a:cubicBezTo>
                    <a:pt x="23284" y="14138"/>
                    <a:pt x="23379" y="14155"/>
                    <a:pt x="23473" y="14155"/>
                  </a:cubicBezTo>
                  <a:cubicBezTo>
                    <a:pt x="23628" y="14155"/>
                    <a:pt x="23778" y="14108"/>
                    <a:pt x="23892" y="14013"/>
                  </a:cubicBezTo>
                  <a:lnTo>
                    <a:pt x="24196" y="14013"/>
                  </a:lnTo>
                  <a:cubicBezTo>
                    <a:pt x="24198" y="14015"/>
                    <a:pt x="24201" y="14017"/>
                    <a:pt x="24203" y="14017"/>
                  </a:cubicBezTo>
                  <a:cubicBezTo>
                    <a:pt x="24227" y="14017"/>
                    <a:pt x="24234" y="13891"/>
                    <a:pt x="24317" y="13891"/>
                  </a:cubicBezTo>
                  <a:cubicBezTo>
                    <a:pt x="24378" y="13891"/>
                    <a:pt x="24439" y="13952"/>
                    <a:pt x="24530" y="13952"/>
                  </a:cubicBezTo>
                  <a:cubicBezTo>
                    <a:pt x="24568" y="13964"/>
                    <a:pt x="24606" y="13972"/>
                    <a:pt x="24643" y="13972"/>
                  </a:cubicBezTo>
                  <a:cubicBezTo>
                    <a:pt x="24697" y="13972"/>
                    <a:pt x="24750" y="13957"/>
                    <a:pt x="24804" y="13921"/>
                  </a:cubicBezTo>
                  <a:cubicBezTo>
                    <a:pt x="24840" y="13907"/>
                    <a:pt x="24866" y="13901"/>
                    <a:pt x="24885" y="13901"/>
                  </a:cubicBezTo>
                  <a:cubicBezTo>
                    <a:pt x="24944" y="13901"/>
                    <a:pt x="24932" y="13959"/>
                    <a:pt x="24956" y="13982"/>
                  </a:cubicBezTo>
                  <a:cubicBezTo>
                    <a:pt x="24956" y="14013"/>
                    <a:pt x="24986" y="14043"/>
                    <a:pt x="25047" y="14043"/>
                  </a:cubicBezTo>
                  <a:lnTo>
                    <a:pt x="25260" y="14043"/>
                  </a:lnTo>
                  <a:lnTo>
                    <a:pt x="25563" y="14104"/>
                  </a:lnTo>
                  <a:cubicBezTo>
                    <a:pt x="25632" y="14035"/>
                    <a:pt x="25717" y="14001"/>
                    <a:pt x="25807" y="14001"/>
                  </a:cubicBezTo>
                  <a:cubicBezTo>
                    <a:pt x="25837" y="14001"/>
                    <a:pt x="25867" y="14005"/>
                    <a:pt x="25898" y="14013"/>
                  </a:cubicBezTo>
                  <a:cubicBezTo>
                    <a:pt x="25926" y="14069"/>
                    <a:pt x="26110" y="14229"/>
                    <a:pt x="26233" y="14229"/>
                  </a:cubicBezTo>
                  <a:cubicBezTo>
                    <a:pt x="26244" y="14229"/>
                    <a:pt x="26253" y="14228"/>
                    <a:pt x="26263" y="14225"/>
                  </a:cubicBezTo>
                  <a:cubicBezTo>
                    <a:pt x="26384" y="14195"/>
                    <a:pt x="26445" y="14134"/>
                    <a:pt x="26415" y="14073"/>
                  </a:cubicBezTo>
                  <a:lnTo>
                    <a:pt x="26415" y="14043"/>
                  </a:lnTo>
                  <a:cubicBezTo>
                    <a:pt x="26415" y="13982"/>
                    <a:pt x="26445" y="13952"/>
                    <a:pt x="26475" y="13921"/>
                  </a:cubicBezTo>
                  <a:cubicBezTo>
                    <a:pt x="26504" y="13892"/>
                    <a:pt x="26521" y="13882"/>
                    <a:pt x="26531" y="13882"/>
                  </a:cubicBezTo>
                  <a:cubicBezTo>
                    <a:pt x="26553" y="13882"/>
                    <a:pt x="26546" y="13931"/>
                    <a:pt x="26567" y="13952"/>
                  </a:cubicBezTo>
                  <a:lnTo>
                    <a:pt x="26658" y="14073"/>
                  </a:lnTo>
                  <a:cubicBezTo>
                    <a:pt x="26719" y="14013"/>
                    <a:pt x="26779" y="13921"/>
                    <a:pt x="26749" y="13861"/>
                  </a:cubicBezTo>
                  <a:lnTo>
                    <a:pt x="26749" y="13861"/>
                  </a:lnTo>
                  <a:lnTo>
                    <a:pt x="26901" y="13921"/>
                  </a:lnTo>
                  <a:cubicBezTo>
                    <a:pt x="26966" y="13965"/>
                    <a:pt x="27038" y="13973"/>
                    <a:pt x="27113" y="13973"/>
                  </a:cubicBezTo>
                  <a:cubicBezTo>
                    <a:pt x="27163" y="13973"/>
                    <a:pt x="27213" y="13969"/>
                    <a:pt x="27263" y="13969"/>
                  </a:cubicBezTo>
                  <a:cubicBezTo>
                    <a:pt x="27350" y="13969"/>
                    <a:pt x="27434" y="13981"/>
                    <a:pt x="27509" y="14043"/>
                  </a:cubicBezTo>
                  <a:lnTo>
                    <a:pt x="27539" y="14043"/>
                  </a:lnTo>
                  <a:cubicBezTo>
                    <a:pt x="27569" y="14025"/>
                    <a:pt x="27597" y="14018"/>
                    <a:pt x="27623" y="14018"/>
                  </a:cubicBezTo>
                  <a:cubicBezTo>
                    <a:pt x="27734" y="14018"/>
                    <a:pt x="27813" y="14146"/>
                    <a:pt x="27813" y="14195"/>
                  </a:cubicBezTo>
                  <a:cubicBezTo>
                    <a:pt x="27813" y="14256"/>
                    <a:pt x="27722" y="14347"/>
                    <a:pt x="27600" y="14408"/>
                  </a:cubicBezTo>
                  <a:lnTo>
                    <a:pt x="27813" y="14438"/>
                  </a:lnTo>
                  <a:cubicBezTo>
                    <a:pt x="27829" y="14442"/>
                    <a:pt x="27843" y="14444"/>
                    <a:pt x="27854" y="14444"/>
                  </a:cubicBezTo>
                  <a:cubicBezTo>
                    <a:pt x="27927" y="14444"/>
                    <a:pt x="27904" y="14365"/>
                    <a:pt x="27904" y="14286"/>
                  </a:cubicBezTo>
                  <a:lnTo>
                    <a:pt x="27904" y="14225"/>
                  </a:lnTo>
                  <a:cubicBezTo>
                    <a:pt x="27904" y="14139"/>
                    <a:pt x="28068" y="13889"/>
                    <a:pt x="28188" y="13889"/>
                  </a:cubicBezTo>
                  <a:cubicBezTo>
                    <a:pt x="28195" y="13889"/>
                    <a:pt x="28202" y="13889"/>
                    <a:pt x="28208" y="13891"/>
                  </a:cubicBezTo>
                  <a:cubicBezTo>
                    <a:pt x="28240" y="13899"/>
                    <a:pt x="28271" y="13903"/>
                    <a:pt x="28298" y="13903"/>
                  </a:cubicBezTo>
                  <a:cubicBezTo>
                    <a:pt x="28372" y="13903"/>
                    <a:pt x="28421" y="13875"/>
                    <a:pt x="28421" y="13830"/>
                  </a:cubicBezTo>
                  <a:lnTo>
                    <a:pt x="28421" y="13678"/>
                  </a:lnTo>
                  <a:cubicBezTo>
                    <a:pt x="28633" y="13739"/>
                    <a:pt x="28846" y="13800"/>
                    <a:pt x="29059" y="13830"/>
                  </a:cubicBezTo>
                  <a:cubicBezTo>
                    <a:pt x="29241" y="13800"/>
                    <a:pt x="29424" y="13739"/>
                    <a:pt x="29606" y="13678"/>
                  </a:cubicBezTo>
                  <a:lnTo>
                    <a:pt x="29819" y="13617"/>
                  </a:lnTo>
                  <a:lnTo>
                    <a:pt x="29880" y="13617"/>
                  </a:lnTo>
                  <a:cubicBezTo>
                    <a:pt x="30001" y="13617"/>
                    <a:pt x="29971" y="13709"/>
                    <a:pt x="29849" y="13830"/>
                  </a:cubicBezTo>
                  <a:lnTo>
                    <a:pt x="29728" y="13861"/>
                  </a:lnTo>
                  <a:lnTo>
                    <a:pt x="29576" y="13921"/>
                  </a:lnTo>
                  <a:cubicBezTo>
                    <a:pt x="29393" y="13952"/>
                    <a:pt x="29302" y="14043"/>
                    <a:pt x="29333" y="14134"/>
                  </a:cubicBezTo>
                  <a:lnTo>
                    <a:pt x="29515" y="14043"/>
                  </a:lnTo>
                  <a:cubicBezTo>
                    <a:pt x="29667" y="13982"/>
                    <a:pt x="29849" y="14013"/>
                    <a:pt x="29971" y="13830"/>
                  </a:cubicBezTo>
                  <a:lnTo>
                    <a:pt x="30032" y="13769"/>
                  </a:lnTo>
                  <a:cubicBezTo>
                    <a:pt x="30168" y="13754"/>
                    <a:pt x="30313" y="13747"/>
                    <a:pt x="30457" y="13747"/>
                  </a:cubicBezTo>
                  <a:cubicBezTo>
                    <a:pt x="30602" y="13747"/>
                    <a:pt x="30746" y="13754"/>
                    <a:pt x="30883" y="13769"/>
                  </a:cubicBezTo>
                  <a:lnTo>
                    <a:pt x="31369" y="13769"/>
                  </a:lnTo>
                  <a:cubicBezTo>
                    <a:pt x="31643" y="13739"/>
                    <a:pt x="31977" y="13557"/>
                    <a:pt x="31947" y="13526"/>
                  </a:cubicBezTo>
                  <a:cubicBezTo>
                    <a:pt x="31916" y="13496"/>
                    <a:pt x="31931" y="13481"/>
                    <a:pt x="31973" y="13481"/>
                  </a:cubicBezTo>
                  <a:close/>
                  <a:moveTo>
                    <a:pt x="29978" y="14822"/>
                  </a:moveTo>
                  <a:cubicBezTo>
                    <a:pt x="30098" y="14822"/>
                    <a:pt x="30184" y="14856"/>
                    <a:pt x="30184" y="14924"/>
                  </a:cubicBezTo>
                  <a:lnTo>
                    <a:pt x="30153" y="14955"/>
                  </a:lnTo>
                  <a:cubicBezTo>
                    <a:pt x="30153" y="15016"/>
                    <a:pt x="30123" y="15046"/>
                    <a:pt x="30032" y="15076"/>
                  </a:cubicBezTo>
                  <a:cubicBezTo>
                    <a:pt x="29971" y="15137"/>
                    <a:pt x="29971" y="15168"/>
                    <a:pt x="30032" y="15198"/>
                  </a:cubicBezTo>
                  <a:lnTo>
                    <a:pt x="30062" y="15228"/>
                  </a:lnTo>
                  <a:cubicBezTo>
                    <a:pt x="30047" y="15274"/>
                    <a:pt x="30016" y="15297"/>
                    <a:pt x="29982" y="15297"/>
                  </a:cubicBezTo>
                  <a:cubicBezTo>
                    <a:pt x="29948" y="15297"/>
                    <a:pt x="29910" y="15274"/>
                    <a:pt x="29880" y="15228"/>
                  </a:cubicBezTo>
                  <a:lnTo>
                    <a:pt x="29880" y="15168"/>
                  </a:lnTo>
                  <a:cubicBezTo>
                    <a:pt x="29880" y="15076"/>
                    <a:pt x="29880" y="15016"/>
                    <a:pt x="29728" y="15016"/>
                  </a:cubicBezTo>
                  <a:cubicBezTo>
                    <a:pt x="29637" y="15016"/>
                    <a:pt x="29637" y="14864"/>
                    <a:pt x="29728" y="14864"/>
                  </a:cubicBezTo>
                  <a:lnTo>
                    <a:pt x="29849" y="14833"/>
                  </a:lnTo>
                  <a:cubicBezTo>
                    <a:pt x="29895" y="14826"/>
                    <a:pt x="29939" y="14822"/>
                    <a:pt x="29978" y="14822"/>
                  </a:cubicBezTo>
                  <a:close/>
                  <a:moveTo>
                    <a:pt x="18269" y="14225"/>
                  </a:moveTo>
                  <a:cubicBezTo>
                    <a:pt x="18329" y="14225"/>
                    <a:pt x="18329" y="14256"/>
                    <a:pt x="18329" y="14286"/>
                  </a:cubicBezTo>
                  <a:lnTo>
                    <a:pt x="18329" y="14317"/>
                  </a:lnTo>
                  <a:lnTo>
                    <a:pt x="18329" y="14499"/>
                  </a:lnTo>
                  <a:cubicBezTo>
                    <a:pt x="18390" y="14620"/>
                    <a:pt x="18816" y="14712"/>
                    <a:pt x="18876" y="14772"/>
                  </a:cubicBezTo>
                  <a:cubicBezTo>
                    <a:pt x="18937" y="14803"/>
                    <a:pt x="18937" y="14955"/>
                    <a:pt x="18846" y="15046"/>
                  </a:cubicBezTo>
                  <a:lnTo>
                    <a:pt x="18694" y="14894"/>
                  </a:lnTo>
                  <a:lnTo>
                    <a:pt x="18603" y="14894"/>
                  </a:lnTo>
                  <a:cubicBezTo>
                    <a:pt x="18572" y="14894"/>
                    <a:pt x="18512" y="14924"/>
                    <a:pt x="18512" y="14955"/>
                  </a:cubicBezTo>
                  <a:cubicBezTo>
                    <a:pt x="18512" y="14985"/>
                    <a:pt x="18572" y="15046"/>
                    <a:pt x="18572" y="15046"/>
                  </a:cubicBezTo>
                  <a:cubicBezTo>
                    <a:pt x="18626" y="15054"/>
                    <a:pt x="18677" y="15057"/>
                    <a:pt x="18727" y="15057"/>
                  </a:cubicBezTo>
                  <a:cubicBezTo>
                    <a:pt x="18854" y="15057"/>
                    <a:pt x="18972" y="15033"/>
                    <a:pt x="19089" y="14983"/>
                  </a:cubicBezTo>
                  <a:lnTo>
                    <a:pt x="19089" y="14983"/>
                  </a:lnTo>
                  <a:cubicBezTo>
                    <a:pt x="19089" y="15092"/>
                    <a:pt x="19089" y="15217"/>
                    <a:pt x="19089" y="15320"/>
                  </a:cubicBezTo>
                  <a:lnTo>
                    <a:pt x="19028" y="15259"/>
                  </a:lnTo>
                  <a:lnTo>
                    <a:pt x="18846" y="15137"/>
                  </a:lnTo>
                  <a:cubicBezTo>
                    <a:pt x="18664" y="15137"/>
                    <a:pt x="18481" y="15076"/>
                    <a:pt x="18390" y="14924"/>
                  </a:cubicBezTo>
                  <a:cubicBezTo>
                    <a:pt x="18360" y="14833"/>
                    <a:pt x="18481" y="14651"/>
                    <a:pt x="18481" y="14651"/>
                  </a:cubicBezTo>
                  <a:lnTo>
                    <a:pt x="18481" y="14651"/>
                  </a:lnTo>
                  <a:cubicBezTo>
                    <a:pt x="18360" y="14712"/>
                    <a:pt x="18238" y="14803"/>
                    <a:pt x="18147" y="14924"/>
                  </a:cubicBezTo>
                  <a:cubicBezTo>
                    <a:pt x="18147" y="14985"/>
                    <a:pt x="18117" y="15076"/>
                    <a:pt x="18117" y="15168"/>
                  </a:cubicBezTo>
                  <a:lnTo>
                    <a:pt x="18056" y="15198"/>
                  </a:lnTo>
                  <a:cubicBezTo>
                    <a:pt x="17995" y="15228"/>
                    <a:pt x="17904" y="15259"/>
                    <a:pt x="17813" y="15259"/>
                  </a:cubicBezTo>
                  <a:lnTo>
                    <a:pt x="17752" y="15259"/>
                  </a:lnTo>
                  <a:cubicBezTo>
                    <a:pt x="17727" y="15209"/>
                    <a:pt x="17662" y="15160"/>
                    <a:pt x="17622" y="15160"/>
                  </a:cubicBezTo>
                  <a:cubicBezTo>
                    <a:pt x="17613" y="15160"/>
                    <a:pt x="17605" y="15162"/>
                    <a:pt x="17600" y="15168"/>
                  </a:cubicBezTo>
                  <a:lnTo>
                    <a:pt x="17569" y="15198"/>
                  </a:lnTo>
                  <a:lnTo>
                    <a:pt x="17539" y="15228"/>
                  </a:lnTo>
                  <a:lnTo>
                    <a:pt x="17387" y="15228"/>
                  </a:lnTo>
                  <a:lnTo>
                    <a:pt x="17357" y="15168"/>
                  </a:lnTo>
                  <a:lnTo>
                    <a:pt x="17296" y="15107"/>
                  </a:lnTo>
                  <a:cubicBezTo>
                    <a:pt x="17265" y="14985"/>
                    <a:pt x="17296" y="14864"/>
                    <a:pt x="17417" y="14833"/>
                  </a:cubicBezTo>
                  <a:cubicBezTo>
                    <a:pt x="17448" y="14833"/>
                    <a:pt x="17478" y="14833"/>
                    <a:pt x="17509" y="14803"/>
                  </a:cubicBezTo>
                  <a:cubicBezTo>
                    <a:pt x="17417" y="14772"/>
                    <a:pt x="17357" y="14772"/>
                    <a:pt x="17265" y="14772"/>
                  </a:cubicBezTo>
                  <a:cubicBezTo>
                    <a:pt x="17205" y="14772"/>
                    <a:pt x="17113" y="14864"/>
                    <a:pt x="17053" y="14955"/>
                  </a:cubicBezTo>
                  <a:lnTo>
                    <a:pt x="16992" y="15046"/>
                  </a:lnTo>
                  <a:cubicBezTo>
                    <a:pt x="16992" y="15107"/>
                    <a:pt x="16962" y="15168"/>
                    <a:pt x="16901" y="15168"/>
                  </a:cubicBezTo>
                  <a:cubicBezTo>
                    <a:pt x="16840" y="15228"/>
                    <a:pt x="16749" y="15259"/>
                    <a:pt x="16658" y="15259"/>
                  </a:cubicBezTo>
                  <a:cubicBezTo>
                    <a:pt x="16627" y="15259"/>
                    <a:pt x="16597" y="15228"/>
                    <a:pt x="16597" y="15198"/>
                  </a:cubicBezTo>
                  <a:cubicBezTo>
                    <a:pt x="16566" y="15198"/>
                    <a:pt x="16597" y="15137"/>
                    <a:pt x="16597" y="15137"/>
                  </a:cubicBezTo>
                  <a:lnTo>
                    <a:pt x="16688" y="15076"/>
                  </a:lnTo>
                  <a:cubicBezTo>
                    <a:pt x="16840" y="15016"/>
                    <a:pt x="16779" y="14894"/>
                    <a:pt x="16566" y="14833"/>
                  </a:cubicBezTo>
                  <a:lnTo>
                    <a:pt x="16384" y="14772"/>
                  </a:lnTo>
                  <a:cubicBezTo>
                    <a:pt x="16372" y="14772"/>
                    <a:pt x="16350" y="14768"/>
                    <a:pt x="16332" y="14768"/>
                  </a:cubicBezTo>
                  <a:cubicBezTo>
                    <a:pt x="16305" y="14768"/>
                    <a:pt x="16287" y="14779"/>
                    <a:pt x="16323" y="14833"/>
                  </a:cubicBezTo>
                  <a:lnTo>
                    <a:pt x="16323" y="14864"/>
                  </a:lnTo>
                  <a:cubicBezTo>
                    <a:pt x="16354" y="14894"/>
                    <a:pt x="16171" y="14924"/>
                    <a:pt x="15958" y="14924"/>
                  </a:cubicBezTo>
                  <a:lnTo>
                    <a:pt x="15867" y="14742"/>
                  </a:lnTo>
                  <a:lnTo>
                    <a:pt x="15867" y="14738"/>
                  </a:lnTo>
                  <a:lnTo>
                    <a:pt x="15867" y="14738"/>
                  </a:lnTo>
                  <a:cubicBezTo>
                    <a:pt x="15938" y="14724"/>
                    <a:pt x="16009" y="14705"/>
                    <a:pt x="16080" y="14681"/>
                  </a:cubicBezTo>
                  <a:lnTo>
                    <a:pt x="16262" y="14590"/>
                  </a:lnTo>
                  <a:cubicBezTo>
                    <a:pt x="16278" y="14575"/>
                    <a:pt x="16293" y="14567"/>
                    <a:pt x="16308" y="14567"/>
                  </a:cubicBezTo>
                  <a:cubicBezTo>
                    <a:pt x="16323" y="14567"/>
                    <a:pt x="16338" y="14575"/>
                    <a:pt x="16354" y="14590"/>
                  </a:cubicBezTo>
                  <a:lnTo>
                    <a:pt x="16475" y="14681"/>
                  </a:lnTo>
                  <a:lnTo>
                    <a:pt x="16962" y="14529"/>
                  </a:lnTo>
                  <a:lnTo>
                    <a:pt x="17083" y="14620"/>
                  </a:lnTo>
                  <a:cubicBezTo>
                    <a:pt x="17154" y="14651"/>
                    <a:pt x="17222" y="14661"/>
                    <a:pt x="17287" y="14661"/>
                  </a:cubicBezTo>
                  <a:cubicBezTo>
                    <a:pt x="17417" y="14661"/>
                    <a:pt x="17539" y="14620"/>
                    <a:pt x="17661" y="14620"/>
                  </a:cubicBezTo>
                  <a:lnTo>
                    <a:pt x="17873" y="14620"/>
                  </a:lnTo>
                  <a:cubicBezTo>
                    <a:pt x="17879" y="14638"/>
                    <a:pt x="17889" y="14645"/>
                    <a:pt x="17903" y="14645"/>
                  </a:cubicBezTo>
                  <a:cubicBezTo>
                    <a:pt x="17958" y="14645"/>
                    <a:pt x="18067" y="14512"/>
                    <a:pt x="18117" y="14438"/>
                  </a:cubicBezTo>
                  <a:cubicBezTo>
                    <a:pt x="18147" y="14347"/>
                    <a:pt x="18238" y="14225"/>
                    <a:pt x="18269" y="14225"/>
                  </a:cubicBezTo>
                  <a:close/>
                  <a:moveTo>
                    <a:pt x="15803" y="14750"/>
                  </a:moveTo>
                  <a:cubicBezTo>
                    <a:pt x="15770" y="14804"/>
                    <a:pt x="15746" y="14898"/>
                    <a:pt x="15746" y="14955"/>
                  </a:cubicBezTo>
                  <a:cubicBezTo>
                    <a:pt x="15746" y="15016"/>
                    <a:pt x="15928" y="15046"/>
                    <a:pt x="15958" y="15046"/>
                  </a:cubicBezTo>
                  <a:cubicBezTo>
                    <a:pt x="16019" y="15046"/>
                    <a:pt x="16050" y="15107"/>
                    <a:pt x="16080" y="15198"/>
                  </a:cubicBezTo>
                  <a:lnTo>
                    <a:pt x="16050" y="15228"/>
                  </a:lnTo>
                  <a:lnTo>
                    <a:pt x="15958" y="15320"/>
                  </a:lnTo>
                  <a:cubicBezTo>
                    <a:pt x="15853" y="15337"/>
                    <a:pt x="15778" y="15355"/>
                    <a:pt x="15734" y="15355"/>
                  </a:cubicBezTo>
                  <a:cubicBezTo>
                    <a:pt x="15701" y="15355"/>
                    <a:pt x="15685" y="15345"/>
                    <a:pt x="15685" y="15320"/>
                  </a:cubicBezTo>
                  <a:lnTo>
                    <a:pt x="15654" y="15259"/>
                  </a:lnTo>
                  <a:cubicBezTo>
                    <a:pt x="15624" y="15228"/>
                    <a:pt x="15563" y="15168"/>
                    <a:pt x="15533" y="15168"/>
                  </a:cubicBezTo>
                  <a:cubicBezTo>
                    <a:pt x="15411" y="15198"/>
                    <a:pt x="15442" y="15259"/>
                    <a:pt x="15503" y="15320"/>
                  </a:cubicBezTo>
                  <a:lnTo>
                    <a:pt x="15503" y="15350"/>
                  </a:lnTo>
                  <a:cubicBezTo>
                    <a:pt x="15520" y="15368"/>
                    <a:pt x="15497" y="15385"/>
                    <a:pt x="15445" y="15385"/>
                  </a:cubicBezTo>
                  <a:cubicBezTo>
                    <a:pt x="15407" y="15385"/>
                    <a:pt x="15354" y="15376"/>
                    <a:pt x="15290" y="15350"/>
                  </a:cubicBezTo>
                  <a:lnTo>
                    <a:pt x="15199" y="15320"/>
                  </a:lnTo>
                  <a:cubicBezTo>
                    <a:pt x="15168" y="15320"/>
                    <a:pt x="15138" y="15259"/>
                    <a:pt x="15138" y="15259"/>
                  </a:cubicBezTo>
                  <a:cubicBezTo>
                    <a:pt x="15168" y="15168"/>
                    <a:pt x="15229" y="15046"/>
                    <a:pt x="15229" y="15046"/>
                  </a:cubicBezTo>
                  <a:cubicBezTo>
                    <a:pt x="15229" y="15016"/>
                    <a:pt x="15199" y="14985"/>
                    <a:pt x="15168" y="14985"/>
                  </a:cubicBezTo>
                  <a:lnTo>
                    <a:pt x="15077" y="14985"/>
                  </a:lnTo>
                  <a:lnTo>
                    <a:pt x="15047" y="15016"/>
                  </a:lnTo>
                  <a:cubicBezTo>
                    <a:pt x="15047" y="15046"/>
                    <a:pt x="15077" y="15289"/>
                    <a:pt x="15016" y="15350"/>
                  </a:cubicBezTo>
                  <a:cubicBezTo>
                    <a:pt x="14925" y="15411"/>
                    <a:pt x="14834" y="15441"/>
                    <a:pt x="14743" y="15472"/>
                  </a:cubicBezTo>
                  <a:cubicBezTo>
                    <a:pt x="14682" y="15472"/>
                    <a:pt x="14621" y="15289"/>
                    <a:pt x="14621" y="15228"/>
                  </a:cubicBezTo>
                  <a:cubicBezTo>
                    <a:pt x="14621" y="15168"/>
                    <a:pt x="14651" y="15107"/>
                    <a:pt x="14712" y="15076"/>
                  </a:cubicBezTo>
                  <a:lnTo>
                    <a:pt x="14834" y="15076"/>
                  </a:lnTo>
                  <a:cubicBezTo>
                    <a:pt x="14875" y="15035"/>
                    <a:pt x="14889" y="14936"/>
                    <a:pt x="14873" y="14888"/>
                  </a:cubicBezTo>
                  <a:lnTo>
                    <a:pt x="14873" y="14888"/>
                  </a:lnTo>
                  <a:cubicBezTo>
                    <a:pt x="15031" y="14875"/>
                    <a:pt x="15184" y="14841"/>
                    <a:pt x="15320" y="14772"/>
                  </a:cubicBezTo>
                  <a:cubicBezTo>
                    <a:pt x="15330" y="14762"/>
                    <a:pt x="15340" y="14759"/>
                    <a:pt x="15352" y="14759"/>
                  </a:cubicBezTo>
                  <a:cubicBezTo>
                    <a:pt x="15374" y="14759"/>
                    <a:pt x="15401" y="14772"/>
                    <a:pt x="15442" y="14772"/>
                  </a:cubicBezTo>
                  <a:lnTo>
                    <a:pt x="15533" y="14772"/>
                  </a:lnTo>
                  <a:cubicBezTo>
                    <a:pt x="15623" y="14772"/>
                    <a:pt x="15713" y="14765"/>
                    <a:pt x="15803" y="14750"/>
                  </a:cubicBezTo>
                  <a:close/>
                  <a:moveTo>
                    <a:pt x="11521" y="15380"/>
                  </a:moveTo>
                  <a:cubicBezTo>
                    <a:pt x="11612" y="15441"/>
                    <a:pt x="11551" y="15502"/>
                    <a:pt x="11521" y="15532"/>
                  </a:cubicBezTo>
                  <a:cubicBezTo>
                    <a:pt x="11457" y="15532"/>
                    <a:pt x="11394" y="15538"/>
                    <a:pt x="11330" y="15544"/>
                  </a:cubicBezTo>
                  <a:lnTo>
                    <a:pt x="11330" y="15544"/>
                  </a:lnTo>
                  <a:lnTo>
                    <a:pt x="11521" y="15380"/>
                  </a:lnTo>
                  <a:close/>
                  <a:moveTo>
                    <a:pt x="26840" y="15137"/>
                  </a:moveTo>
                  <a:cubicBezTo>
                    <a:pt x="26901" y="15137"/>
                    <a:pt x="26992" y="15198"/>
                    <a:pt x="27083" y="15198"/>
                  </a:cubicBezTo>
                  <a:cubicBezTo>
                    <a:pt x="27326" y="15228"/>
                    <a:pt x="27114" y="15320"/>
                    <a:pt x="27144" y="15350"/>
                  </a:cubicBezTo>
                  <a:lnTo>
                    <a:pt x="27174" y="15411"/>
                  </a:lnTo>
                  <a:cubicBezTo>
                    <a:pt x="27209" y="15434"/>
                    <a:pt x="27200" y="15444"/>
                    <a:pt x="27173" y="15444"/>
                  </a:cubicBezTo>
                  <a:cubicBezTo>
                    <a:pt x="27130" y="15444"/>
                    <a:pt x="27041" y="15418"/>
                    <a:pt x="27022" y="15380"/>
                  </a:cubicBezTo>
                  <a:cubicBezTo>
                    <a:pt x="27007" y="15350"/>
                    <a:pt x="26984" y="15335"/>
                    <a:pt x="26962" y="15335"/>
                  </a:cubicBezTo>
                  <a:cubicBezTo>
                    <a:pt x="26939" y="15335"/>
                    <a:pt x="26916" y="15350"/>
                    <a:pt x="26901" y="15380"/>
                  </a:cubicBezTo>
                  <a:cubicBezTo>
                    <a:pt x="26840" y="15472"/>
                    <a:pt x="26779" y="15563"/>
                    <a:pt x="26719" y="15624"/>
                  </a:cubicBezTo>
                  <a:lnTo>
                    <a:pt x="26688" y="15624"/>
                  </a:lnTo>
                  <a:cubicBezTo>
                    <a:pt x="26627" y="15593"/>
                    <a:pt x="26627" y="15563"/>
                    <a:pt x="26627" y="15532"/>
                  </a:cubicBezTo>
                  <a:lnTo>
                    <a:pt x="26627" y="15472"/>
                  </a:lnTo>
                  <a:cubicBezTo>
                    <a:pt x="26688" y="15380"/>
                    <a:pt x="26719" y="15289"/>
                    <a:pt x="26719" y="15198"/>
                  </a:cubicBezTo>
                  <a:lnTo>
                    <a:pt x="26840" y="15137"/>
                  </a:lnTo>
                  <a:close/>
                  <a:moveTo>
                    <a:pt x="28907" y="14955"/>
                  </a:moveTo>
                  <a:cubicBezTo>
                    <a:pt x="28968" y="14955"/>
                    <a:pt x="29059" y="14985"/>
                    <a:pt x="29059" y="14985"/>
                  </a:cubicBezTo>
                  <a:cubicBezTo>
                    <a:pt x="29076" y="15088"/>
                    <a:pt x="29103" y="15123"/>
                    <a:pt x="29151" y="15123"/>
                  </a:cubicBezTo>
                  <a:cubicBezTo>
                    <a:pt x="29187" y="15123"/>
                    <a:pt x="29236" y="15103"/>
                    <a:pt x="29302" y="15076"/>
                  </a:cubicBezTo>
                  <a:lnTo>
                    <a:pt x="29333" y="15046"/>
                  </a:lnTo>
                  <a:cubicBezTo>
                    <a:pt x="29393" y="15046"/>
                    <a:pt x="29454" y="15107"/>
                    <a:pt x="29454" y="15137"/>
                  </a:cubicBezTo>
                  <a:cubicBezTo>
                    <a:pt x="29454" y="15198"/>
                    <a:pt x="29424" y="15259"/>
                    <a:pt x="29424" y="15320"/>
                  </a:cubicBezTo>
                  <a:lnTo>
                    <a:pt x="29606" y="15289"/>
                  </a:lnTo>
                  <a:cubicBezTo>
                    <a:pt x="29667" y="15289"/>
                    <a:pt x="29728" y="15289"/>
                    <a:pt x="29788" y="15320"/>
                  </a:cubicBezTo>
                  <a:lnTo>
                    <a:pt x="29849" y="15380"/>
                  </a:lnTo>
                  <a:cubicBezTo>
                    <a:pt x="29849" y="15441"/>
                    <a:pt x="29880" y="15532"/>
                    <a:pt x="29880" y="15624"/>
                  </a:cubicBezTo>
                  <a:cubicBezTo>
                    <a:pt x="29849" y="15654"/>
                    <a:pt x="29788" y="15654"/>
                    <a:pt x="29697" y="15654"/>
                  </a:cubicBezTo>
                  <a:lnTo>
                    <a:pt x="29667" y="15563"/>
                  </a:lnTo>
                  <a:cubicBezTo>
                    <a:pt x="29637" y="15532"/>
                    <a:pt x="29606" y="15502"/>
                    <a:pt x="29576" y="15472"/>
                  </a:cubicBezTo>
                  <a:lnTo>
                    <a:pt x="29515" y="15472"/>
                  </a:lnTo>
                  <a:cubicBezTo>
                    <a:pt x="29454" y="15472"/>
                    <a:pt x="29393" y="15532"/>
                    <a:pt x="29393" y="15593"/>
                  </a:cubicBezTo>
                  <a:lnTo>
                    <a:pt x="29454" y="15624"/>
                  </a:lnTo>
                  <a:lnTo>
                    <a:pt x="29454" y="15654"/>
                  </a:lnTo>
                  <a:cubicBezTo>
                    <a:pt x="29515" y="15654"/>
                    <a:pt x="29576" y="15715"/>
                    <a:pt x="29545" y="15775"/>
                  </a:cubicBezTo>
                  <a:lnTo>
                    <a:pt x="29393" y="15775"/>
                  </a:lnTo>
                  <a:cubicBezTo>
                    <a:pt x="29378" y="15779"/>
                    <a:pt x="29362" y="15780"/>
                    <a:pt x="29346" y="15780"/>
                  </a:cubicBezTo>
                  <a:cubicBezTo>
                    <a:pt x="29212" y="15780"/>
                    <a:pt x="29089" y="15665"/>
                    <a:pt x="29089" y="15502"/>
                  </a:cubicBezTo>
                  <a:cubicBezTo>
                    <a:pt x="29089" y="15380"/>
                    <a:pt x="28846" y="15016"/>
                    <a:pt x="28907" y="14955"/>
                  </a:cubicBezTo>
                  <a:close/>
                  <a:moveTo>
                    <a:pt x="19399" y="15615"/>
                  </a:moveTo>
                  <a:cubicBezTo>
                    <a:pt x="19415" y="15615"/>
                    <a:pt x="19460" y="15660"/>
                    <a:pt x="19484" y="15684"/>
                  </a:cubicBezTo>
                  <a:lnTo>
                    <a:pt x="19545" y="15745"/>
                  </a:lnTo>
                  <a:cubicBezTo>
                    <a:pt x="19636" y="15867"/>
                    <a:pt x="19667" y="15958"/>
                    <a:pt x="19667" y="15988"/>
                  </a:cubicBezTo>
                  <a:cubicBezTo>
                    <a:pt x="19636" y="15988"/>
                    <a:pt x="19393" y="15867"/>
                    <a:pt x="19272" y="15867"/>
                  </a:cubicBezTo>
                  <a:lnTo>
                    <a:pt x="19332" y="15867"/>
                  </a:lnTo>
                  <a:lnTo>
                    <a:pt x="19302" y="15715"/>
                  </a:lnTo>
                  <a:cubicBezTo>
                    <a:pt x="19272" y="15684"/>
                    <a:pt x="19363" y="15624"/>
                    <a:pt x="19393" y="15624"/>
                  </a:cubicBezTo>
                  <a:cubicBezTo>
                    <a:pt x="19393" y="15618"/>
                    <a:pt x="19395" y="15615"/>
                    <a:pt x="19399" y="15615"/>
                  </a:cubicBezTo>
                  <a:close/>
                  <a:moveTo>
                    <a:pt x="18329" y="15563"/>
                  </a:moveTo>
                  <a:lnTo>
                    <a:pt x="18360" y="15593"/>
                  </a:lnTo>
                  <a:lnTo>
                    <a:pt x="18512" y="15684"/>
                  </a:lnTo>
                  <a:cubicBezTo>
                    <a:pt x="18420" y="15745"/>
                    <a:pt x="18481" y="15897"/>
                    <a:pt x="18633" y="15958"/>
                  </a:cubicBezTo>
                  <a:lnTo>
                    <a:pt x="18755" y="15988"/>
                  </a:lnTo>
                  <a:lnTo>
                    <a:pt x="18755" y="16079"/>
                  </a:lnTo>
                  <a:cubicBezTo>
                    <a:pt x="18755" y="16110"/>
                    <a:pt x="18724" y="16110"/>
                    <a:pt x="18694" y="16110"/>
                  </a:cubicBezTo>
                  <a:lnTo>
                    <a:pt x="18512" y="16140"/>
                  </a:lnTo>
                  <a:cubicBezTo>
                    <a:pt x="18481" y="16155"/>
                    <a:pt x="18451" y="16163"/>
                    <a:pt x="18420" y="16163"/>
                  </a:cubicBezTo>
                  <a:cubicBezTo>
                    <a:pt x="18390" y="16163"/>
                    <a:pt x="18360" y="16155"/>
                    <a:pt x="18329" y="16140"/>
                  </a:cubicBezTo>
                  <a:cubicBezTo>
                    <a:pt x="18284" y="16125"/>
                    <a:pt x="18231" y="16117"/>
                    <a:pt x="18174" y="16117"/>
                  </a:cubicBezTo>
                  <a:cubicBezTo>
                    <a:pt x="18117" y="16117"/>
                    <a:pt x="18056" y="16125"/>
                    <a:pt x="17995" y="16140"/>
                  </a:cubicBezTo>
                  <a:cubicBezTo>
                    <a:pt x="17987" y="16157"/>
                    <a:pt x="17979" y="16164"/>
                    <a:pt x="17972" y="16164"/>
                  </a:cubicBezTo>
                  <a:cubicBezTo>
                    <a:pt x="17955" y="16164"/>
                    <a:pt x="17950" y="16108"/>
                    <a:pt x="17995" y="16019"/>
                  </a:cubicBezTo>
                  <a:lnTo>
                    <a:pt x="18056" y="16019"/>
                  </a:lnTo>
                  <a:lnTo>
                    <a:pt x="18269" y="15927"/>
                  </a:lnTo>
                  <a:cubicBezTo>
                    <a:pt x="18208" y="15836"/>
                    <a:pt x="18177" y="15715"/>
                    <a:pt x="18177" y="15593"/>
                  </a:cubicBezTo>
                  <a:cubicBezTo>
                    <a:pt x="18177" y="15563"/>
                    <a:pt x="18269" y="15563"/>
                    <a:pt x="18329" y="15563"/>
                  </a:cubicBezTo>
                  <a:close/>
                  <a:moveTo>
                    <a:pt x="12574" y="16093"/>
                  </a:moveTo>
                  <a:cubicBezTo>
                    <a:pt x="12616" y="16093"/>
                    <a:pt x="12651" y="16098"/>
                    <a:pt x="12676" y="16110"/>
                  </a:cubicBezTo>
                  <a:cubicBezTo>
                    <a:pt x="12767" y="16140"/>
                    <a:pt x="12615" y="16231"/>
                    <a:pt x="12372" y="16262"/>
                  </a:cubicBezTo>
                  <a:lnTo>
                    <a:pt x="12159" y="16292"/>
                  </a:lnTo>
                  <a:lnTo>
                    <a:pt x="12129" y="16292"/>
                  </a:lnTo>
                  <a:cubicBezTo>
                    <a:pt x="12095" y="16342"/>
                    <a:pt x="12052" y="16365"/>
                    <a:pt x="12016" y="16365"/>
                  </a:cubicBezTo>
                  <a:cubicBezTo>
                    <a:pt x="11986" y="16365"/>
                    <a:pt x="11960" y="16350"/>
                    <a:pt x="11946" y="16323"/>
                  </a:cubicBezTo>
                  <a:lnTo>
                    <a:pt x="11885" y="16262"/>
                  </a:lnTo>
                  <a:lnTo>
                    <a:pt x="11855" y="16231"/>
                  </a:lnTo>
                  <a:cubicBezTo>
                    <a:pt x="11825" y="16171"/>
                    <a:pt x="11916" y="16171"/>
                    <a:pt x="12037" y="16171"/>
                  </a:cubicBezTo>
                  <a:cubicBezTo>
                    <a:pt x="12135" y="16171"/>
                    <a:pt x="12407" y="16093"/>
                    <a:pt x="12574" y="16093"/>
                  </a:cubicBezTo>
                  <a:close/>
                  <a:moveTo>
                    <a:pt x="11429" y="16019"/>
                  </a:moveTo>
                  <a:lnTo>
                    <a:pt x="11278" y="16171"/>
                  </a:lnTo>
                  <a:cubicBezTo>
                    <a:pt x="11247" y="16201"/>
                    <a:pt x="11247" y="16292"/>
                    <a:pt x="11247" y="16353"/>
                  </a:cubicBezTo>
                  <a:lnTo>
                    <a:pt x="11247" y="16414"/>
                  </a:lnTo>
                  <a:cubicBezTo>
                    <a:pt x="11247" y="16449"/>
                    <a:pt x="11122" y="16464"/>
                    <a:pt x="10994" y="16464"/>
                  </a:cubicBezTo>
                  <a:cubicBezTo>
                    <a:pt x="10903" y="16464"/>
                    <a:pt x="10811" y="16457"/>
                    <a:pt x="10761" y="16444"/>
                  </a:cubicBezTo>
                  <a:cubicBezTo>
                    <a:pt x="10686" y="16407"/>
                    <a:pt x="10634" y="16381"/>
                    <a:pt x="10619" y="16381"/>
                  </a:cubicBezTo>
                  <a:cubicBezTo>
                    <a:pt x="10610" y="16381"/>
                    <a:pt x="10616" y="16391"/>
                    <a:pt x="10639" y="16414"/>
                  </a:cubicBezTo>
                  <a:lnTo>
                    <a:pt x="10700" y="16444"/>
                  </a:lnTo>
                  <a:lnTo>
                    <a:pt x="10730" y="16475"/>
                  </a:lnTo>
                  <a:cubicBezTo>
                    <a:pt x="10822" y="16475"/>
                    <a:pt x="10730" y="16566"/>
                    <a:pt x="10487" y="16627"/>
                  </a:cubicBezTo>
                  <a:lnTo>
                    <a:pt x="10305" y="16687"/>
                  </a:lnTo>
                  <a:lnTo>
                    <a:pt x="10244" y="16687"/>
                  </a:lnTo>
                  <a:cubicBezTo>
                    <a:pt x="10183" y="16687"/>
                    <a:pt x="9910" y="16657"/>
                    <a:pt x="9636" y="16657"/>
                  </a:cubicBezTo>
                  <a:lnTo>
                    <a:pt x="9423" y="16657"/>
                  </a:lnTo>
                  <a:cubicBezTo>
                    <a:pt x="9302" y="16657"/>
                    <a:pt x="9332" y="16657"/>
                    <a:pt x="9302" y="16718"/>
                  </a:cubicBezTo>
                  <a:cubicBezTo>
                    <a:pt x="9271" y="16748"/>
                    <a:pt x="9211" y="16779"/>
                    <a:pt x="9180" y="16779"/>
                  </a:cubicBezTo>
                  <a:lnTo>
                    <a:pt x="8998" y="16748"/>
                  </a:lnTo>
                  <a:cubicBezTo>
                    <a:pt x="8901" y="16690"/>
                    <a:pt x="8793" y="16669"/>
                    <a:pt x="8711" y="16669"/>
                  </a:cubicBezTo>
                  <a:cubicBezTo>
                    <a:pt x="8663" y="16669"/>
                    <a:pt x="8625" y="16676"/>
                    <a:pt x="8603" y="16687"/>
                  </a:cubicBezTo>
                  <a:cubicBezTo>
                    <a:pt x="8572" y="16718"/>
                    <a:pt x="8519" y="16733"/>
                    <a:pt x="8470" y="16733"/>
                  </a:cubicBezTo>
                  <a:cubicBezTo>
                    <a:pt x="8420" y="16733"/>
                    <a:pt x="8375" y="16718"/>
                    <a:pt x="8360" y="16687"/>
                  </a:cubicBezTo>
                  <a:cubicBezTo>
                    <a:pt x="8329" y="16627"/>
                    <a:pt x="8268" y="16444"/>
                    <a:pt x="8360" y="16444"/>
                  </a:cubicBezTo>
                  <a:cubicBezTo>
                    <a:pt x="8420" y="16444"/>
                    <a:pt x="8481" y="16414"/>
                    <a:pt x="8512" y="16353"/>
                  </a:cubicBezTo>
                  <a:cubicBezTo>
                    <a:pt x="8512" y="16323"/>
                    <a:pt x="8572" y="16323"/>
                    <a:pt x="8663" y="16323"/>
                  </a:cubicBezTo>
                  <a:lnTo>
                    <a:pt x="8694" y="16353"/>
                  </a:lnTo>
                  <a:cubicBezTo>
                    <a:pt x="8755" y="16383"/>
                    <a:pt x="8846" y="16444"/>
                    <a:pt x="8907" y="16505"/>
                  </a:cubicBezTo>
                  <a:cubicBezTo>
                    <a:pt x="8952" y="16566"/>
                    <a:pt x="8967" y="16596"/>
                    <a:pt x="8986" y="16596"/>
                  </a:cubicBezTo>
                  <a:cubicBezTo>
                    <a:pt x="9005" y="16596"/>
                    <a:pt x="9028" y="16566"/>
                    <a:pt x="9089" y="16505"/>
                  </a:cubicBezTo>
                  <a:lnTo>
                    <a:pt x="9180" y="16444"/>
                  </a:lnTo>
                  <a:cubicBezTo>
                    <a:pt x="9264" y="16388"/>
                    <a:pt x="9530" y="16228"/>
                    <a:pt x="9666" y="16228"/>
                  </a:cubicBezTo>
                  <a:cubicBezTo>
                    <a:pt x="9677" y="16228"/>
                    <a:pt x="9688" y="16229"/>
                    <a:pt x="9697" y="16231"/>
                  </a:cubicBezTo>
                  <a:cubicBezTo>
                    <a:pt x="9819" y="16292"/>
                    <a:pt x="9970" y="16353"/>
                    <a:pt x="10092" y="16353"/>
                  </a:cubicBezTo>
                  <a:cubicBezTo>
                    <a:pt x="10214" y="16323"/>
                    <a:pt x="10305" y="16292"/>
                    <a:pt x="10426" y="16292"/>
                  </a:cubicBezTo>
                  <a:cubicBezTo>
                    <a:pt x="10487" y="16292"/>
                    <a:pt x="10548" y="16201"/>
                    <a:pt x="10578" y="16110"/>
                  </a:cubicBezTo>
                  <a:lnTo>
                    <a:pt x="10700" y="16140"/>
                  </a:lnTo>
                  <a:lnTo>
                    <a:pt x="11034" y="16231"/>
                  </a:lnTo>
                  <a:cubicBezTo>
                    <a:pt x="11095" y="16079"/>
                    <a:pt x="11278" y="16019"/>
                    <a:pt x="11429" y="16019"/>
                  </a:cubicBezTo>
                  <a:close/>
                  <a:moveTo>
                    <a:pt x="16566" y="16505"/>
                  </a:moveTo>
                  <a:cubicBezTo>
                    <a:pt x="16658" y="16535"/>
                    <a:pt x="16658" y="16596"/>
                    <a:pt x="16536" y="16657"/>
                  </a:cubicBezTo>
                  <a:lnTo>
                    <a:pt x="16506" y="16657"/>
                  </a:lnTo>
                  <a:cubicBezTo>
                    <a:pt x="16481" y="16649"/>
                    <a:pt x="16457" y="16645"/>
                    <a:pt x="16432" y="16645"/>
                  </a:cubicBezTo>
                  <a:cubicBezTo>
                    <a:pt x="16366" y="16645"/>
                    <a:pt x="16299" y="16673"/>
                    <a:pt x="16232" y="16718"/>
                  </a:cubicBezTo>
                  <a:lnTo>
                    <a:pt x="16110" y="16839"/>
                  </a:lnTo>
                  <a:cubicBezTo>
                    <a:pt x="16050" y="16718"/>
                    <a:pt x="16019" y="16627"/>
                    <a:pt x="16050" y="16627"/>
                  </a:cubicBezTo>
                  <a:cubicBezTo>
                    <a:pt x="16202" y="16566"/>
                    <a:pt x="16384" y="16535"/>
                    <a:pt x="16566" y="16505"/>
                  </a:cubicBezTo>
                  <a:close/>
                  <a:moveTo>
                    <a:pt x="13284" y="16475"/>
                  </a:moveTo>
                  <a:lnTo>
                    <a:pt x="13344" y="16566"/>
                  </a:lnTo>
                  <a:cubicBezTo>
                    <a:pt x="13375" y="16687"/>
                    <a:pt x="13253" y="16809"/>
                    <a:pt x="13071" y="16839"/>
                  </a:cubicBezTo>
                  <a:lnTo>
                    <a:pt x="12919" y="16870"/>
                  </a:lnTo>
                  <a:cubicBezTo>
                    <a:pt x="12888" y="16870"/>
                    <a:pt x="12858" y="16839"/>
                    <a:pt x="12828" y="16809"/>
                  </a:cubicBezTo>
                  <a:cubicBezTo>
                    <a:pt x="12828" y="16779"/>
                    <a:pt x="12858" y="16718"/>
                    <a:pt x="12888" y="16718"/>
                  </a:cubicBezTo>
                  <a:cubicBezTo>
                    <a:pt x="12980" y="16687"/>
                    <a:pt x="13101" y="16657"/>
                    <a:pt x="13162" y="16657"/>
                  </a:cubicBezTo>
                  <a:cubicBezTo>
                    <a:pt x="13192" y="16627"/>
                    <a:pt x="13223" y="16566"/>
                    <a:pt x="13162" y="16535"/>
                  </a:cubicBezTo>
                  <a:cubicBezTo>
                    <a:pt x="13162" y="16505"/>
                    <a:pt x="13223" y="16475"/>
                    <a:pt x="13284" y="16475"/>
                  </a:cubicBezTo>
                  <a:close/>
                  <a:moveTo>
                    <a:pt x="13832" y="16480"/>
                  </a:moveTo>
                  <a:cubicBezTo>
                    <a:pt x="13881" y="16480"/>
                    <a:pt x="13932" y="16497"/>
                    <a:pt x="13983" y="16535"/>
                  </a:cubicBezTo>
                  <a:cubicBezTo>
                    <a:pt x="14044" y="16596"/>
                    <a:pt x="14104" y="16657"/>
                    <a:pt x="14135" y="16748"/>
                  </a:cubicBezTo>
                  <a:lnTo>
                    <a:pt x="14135" y="16809"/>
                  </a:lnTo>
                  <a:cubicBezTo>
                    <a:pt x="14135" y="16839"/>
                    <a:pt x="14044" y="16870"/>
                    <a:pt x="14013" y="16870"/>
                  </a:cubicBezTo>
                  <a:cubicBezTo>
                    <a:pt x="13861" y="16870"/>
                    <a:pt x="13831" y="16809"/>
                    <a:pt x="13831" y="16718"/>
                  </a:cubicBezTo>
                  <a:cubicBezTo>
                    <a:pt x="13800" y="16718"/>
                    <a:pt x="13740" y="16718"/>
                    <a:pt x="13709" y="16748"/>
                  </a:cubicBezTo>
                  <a:cubicBezTo>
                    <a:pt x="13705" y="16752"/>
                    <a:pt x="13700" y="16754"/>
                    <a:pt x="13693" y="16754"/>
                  </a:cubicBezTo>
                  <a:cubicBezTo>
                    <a:pt x="13650" y="16754"/>
                    <a:pt x="13569" y="16671"/>
                    <a:pt x="13648" y="16566"/>
                  </a:cubicBezTo>
                  <a:cubicBezTo>
                    <a:pt x="13701" y="16513"/>
                    <a:pt x="13765" y="16480"/>
                    <a:pt x="13832" y="16480"/>
                  </a:cubicBezTo>
                  <a:close/>
                  <a:moveTo>
                    <a:pt x="8025" y="16475"/>
                  </a:moveTo>
                  <a:cubicBezTo>
                    <a:pt x="8086" y="16475"/>
                    <a:pt x="8147" y="16535"/>
                    <a:pt x="8177" y="16596"/>
                  </a:cubicBezTo>
                  <a:lnTo>
                    <a:pt x="8147" y="16596"/>
                  </a:lnTo>
                  <a:cubicBezTo>
                    <a:pt x="7995" y="16657"/>
                    <a:pt x="8025" y="16900"/>
                    <a:pt x="7782" y="16900"/>
                  </a:cubicBezTo>
                  <a:cubicBezTo>
                    <a:pt x="7773" y="16909"/>
                    <a:pt x="7759" y="16913"/>
                    <a:pt x="7742" y="16913"/>
                  </a:cubicBezTo>
                  <a:cubicBezTo>
                    <a:pt x="7701" y="16913"/>
                    <a:pt x="7643" y="16891"/>
                    <a:pt x="7600" y="16870"/>
                  </a:cubicBezTo>
                  <a:lnTo>
                    <a:pt x="7569" y="16809"/>
                  </a:lnTo>
                  <a:cubicBezTo>
                    <a:pt x="7539" y="16779"/>
                    <a:pt x="7630" y="16718"/>
                    <a:pt x="7630" y="16718"/>
                  </a:cubicBezTo>
                  <a:cubicBezTo>
                    <a:pt x="7656" y="16725"/>
                    <a:pt x="7679" y="16729"/>
                    <a:pt x="7699" y="16729"/>
                  </a:cubicBezTo>
                  <a:cubicBezTo>
                    <a:pt x="7845" y="16729"/>
                    <a:pt x="7858" y="16558"/>
                    <a:pt x="7964" y="16505"/>
                  </a:cubicBezTo>
                  <a:lnTo>
                    <a:pt x="8025" y="16475"/>
                  </a:lnTo>
                  <a:close/>
                  <a:moveTo>
                    <a:pt x="15872" y="16515"/>
                  </a:moveTo>
                  <a:cubicBezTo>
                    <a:pt x="15907" y="16515"/>
                    <a:pt x="15928" y="16530"/>
                    <a:pt x="15928" y="16566"/>
                  </a:cubicBezTo>
                  <a:lnTo>
                    <a:pt x="15898" y="16566"/>
                  </a:lnTo>
                  <a:cubicBezTo>
                    <a:pt x="15746" y="16627"/>
                    <a:pt x="15654" y="16748"/>
                    <a:pt x="15563" y="16870"/>
                  </a:cubicBezTo>
                  <a:lnTo>
                    <a:pt x="15563" y="16931"/>
                  </a:lnTo>
                  <a:cubicBezTo>
                    <a:pt x="15542" y="16938"/>
                    <a:pt x="15520" y="16941"/>
                    <a:pt x="15500" y="16941"/>
                  </a:cubicBezTo>
                  <a:cubicBezTo>
                    <a:pt x="15434" y="16941"/>
                    <a:pt x="15381" y="16902"/>
                    <a:pt x="15381" y="16809"/>
                  </a:cubicBezTo>
                  <a:cubicBezTo>
                    <a:pt x="15381" y="16724"/>
                    <a:pt x="15461" y="16532"/>
                    <a:pt x="15570" y="16532"/>
                  </a:cubicBezTo>
                  <a:cubicBezTo>
                    <a:pt x="15578" y="16532"/>
                    <a:pt x="15586" y="16533"/>
                    <a:pt x="15594" y="16535"/>
                  </a:cubicBezTo>
                  <a:lnTo>
                    <a:pt x="15776" y="16535"/>
                  </a:lnTo>
                  <a:cubicBezTo>
                    <a:pt x="15814" y="16523"/>
                    <a:pt x="15846" y="16515"/>
                    <a:pt x="15872" y="16515"/>
                  </a:cubicBezTo>
                  <a:close/>
                  <a:moveTo>
                    <a:pt x="12300" y="16615"/>
                  </a:moveTo>
                  <a:cubicBezTo>
                    <a:pt x="12353" y="16615"/>
                    <a:pt x="12410" y="16649"/>
                    <a:pt x="12433" y="16718"/>
                  </a:cubicBezTo>
                  <a:cubicBezTo>
                    <a:pt x="12460" y="16772"/>
                    <a:pt x="12246" y="17067"/>
                    <a:pt x="12177" y="17067"/>
                  </a:cubicBezTo>
                  <a:cubicBezTo>
                    <a:pt x="12169" y="17067"/>
                    <a:pt x="12162" y="17062"/>
                    <a:pt x="12159" y="17052"/>
                  </a:cubicBezTo>
                  <a:cubicBezTo>
                    <a:pt x="12129" y="16900"/>
                    <a:pt x="12159" y="16748"/>
                    <a:pt x="12250" y="16627"/>
                  </a:cubicBezTo>
                  <a:cubicBezTo>
                    <a:pt x="12265" y="16619"/>
                    <a:pt x="12282" y="16615"/>
                    <a:pt x="12300" y="16615"/>
                  </a:cubicBezTo>
                  <a:close/>
                  <a:moveTo>
                    <a:pt x="3901" y="16918"/>
                  </a:moveTo>
                  <a:cubicBezTo>
                    <a:pt x="3922" y="16918"/>
                    <a:pt x="3939" y="16922"/>
                    <a:pt x="3952" y="16931"/>
                  </a:cubicBezTo>
                  <a:cubicBezTo>
                    <a:pt x="4043" y="16961"/>
                    <a:pt x="4043" y="17022"/>
                    <a:pt x="3952" y="17022"/>
                  </a:cubicBezTo>
                  <a:lnTo>
                    <a:pt x="3891" y="17052"/>
                  </a:lnTo>
                  <a:cubicBezTo>
                    <a:pt x="3739" y="17052"/>
                    <a:pt x="3770" y="17083"/>
                    <a:pt x="3831" y="17174"/>
                  </a:cubicBezTo>
                  <a:cubicBezTo>
                    <a:pt x="3861" y="17174"/>
                    <a:pt x="3739" y="17295"/>
                    <a:pt x="3709" y="17295"/>
                  </a:cubicBezTo>
                  <a:cubicBezTo>
                    <a:pt x="3557" y="17265"/>
                    <a:pt x="3405" y="17234"/>
                    <a:pt x="3253" y="17174"/>
                  </a:cubicBezTo>
                  <a:cubicBezTo>
                    <a:pt x="3253" y="17174"/>
                    <a:pt x="3253" y="17143"/>
                    <a:pt x="3253" y="17113"/>
                  </a:cubicBezTo>
                  <a:cubicBezTo>
                    <a:pt x="3283" y="17083"/>
                    <a:pt x="3344" y="17052"/>
                    <a:pt x="3375" y="17052"/>
                  </a:cubicBezTo>
                  <a:lnTo>
                    <a:pt x="3466" y="17052"/>
                  </a:lnTo>
                  <a:cubicBezTo>
                    <a:pt x="3544" y="17052"/>
                    <a:pt x="3778" y="16918"/>
                    <a:pt x="3901" y="16918"/>
                  </a:cubicBezTo>
                  <a:close/>
                  <a:moveTo>
                    <a:pt x="6203" y="16584"/>
                  </a:moveTo>
                  <a:cubicBezTo>
                    <a:pt x="6213" y="16584"/>
                    <a:pt x="6224" y="16588"/>
                    <a:pt x="6232" y="16596"/>
                  </a:cubicBezTo>
                  <a:lnTo>
                    <a:pt x="6293" y="16627"/>
                  </a:lnTo>
                  <a:lnTo>
                    <a:pt x="6323" y="16657"/>
                  </a:lnTo>
                  <a:cubicBezTo>
                    <a:pt x="6384" y="16718"/>
                    <a:pt x="6262" y="16809"/>
                    <a:pt x="6201" y="16809"/>
                  </a:cubicBezTo>
                  <a:cubicBezTo>
                    <a:pt x="6141" y="16809"/>
                    <a:pt x="5867" y="16961"/>
                    <a:pt x="5897" y="17052"/>
                  </a:cubicBezTo>
                  <a:cubicBezTo>
                    <a:pt x="5906" y="17069"/>
                    <a:pt x="5912" y="17086"/>
                    <a:pt x="5916" y="17100"/>
                  </a:cubicBezTo>
                  <a:lnTo>
                    <a:pt x="5916" y="17100"/>
                  </a:lnTo>
                  <a:cubicBezTo>
                    <a:pt x="5881" y="17077"/>
                    <a:pt x="5768" y="17043"/>
                    <a:pt x="5677" y="17043"/>
                  </a:cubicBezTo>
                  <a:cubicBezTo>
                    <a:pt x="5626" y="17043"/>
                    <a:pt x="5582" y="17054"/>
                    <a:pt x="5563" y="17083"/>
                  </a:cubicBezTo>
                  <a:cubicBezTo>
                    <a:pt x="5442" y="17174"/>
                    <a:pt x="5320" y="17234"/>
                    <a:pt x="5168" y="17295"/>
                  </a:cubicBezTo>
                  <a:cubicBezTo>
                    <a:pt x="5077" y="17295"/>
                    <a:pt x="4986" y="17022"/>
                    <a:pt x="4986" y="16900"/>
                  </a:cubicBezTo>
                  <a:cubicBezTo>
                    <a:pt x="4986" y="16832"/>
                    <a:pt x="5174" y="16746"/>
                    <a:pt x="5293" y="16746"/>
                  </a:cubicBezTo>
                  <a:cubicBezTo>
                    <a:pt x="5333" y="16746"/>
                    <a:pt x="5366" y="16756"/>
                    <a:pt x="5381" y="16779"/>
                  </a:cubicBezTo>
                  <a:cubicBezTo>
                    <a:pt x="5390" y="16806"/>
                    <a:pt x="5422" y="16817"/>
                    <a:pt x="5460" y="16817"/>
                  </a:cubicBezTo>
                  <a:cubicBezTo>
                    <a:pt x="5549" y="16817"/>
                    <a:pt x="5675" y="16760"/>
                    <a:pt x="5654" y="16718"/>
                  </a:cubicBezTo>
                  <a:cubicBezTo>
                    <a:pt x="5636" y="16680"/>
                    <a:pt x="5652" y="16654"/>
                    <a:pt x="5695" y="16654"/>
                  </a:cubicBezTo>
                  <a:cubicBezTo>
                    <a:pt x="5722" y="16654"/>
                    <a:pt x="5760" y="16664"/>
                    <a:pt x="5806" y="16687"/>
                  </a:cubicBezTo>
                  <a:lnTo>
                    <a:pt x="5928" y="16687"/>
                  </a:lnTo>
                  <a:cubicBezTo>
                    <a:pt x="5989" y="16687"/>
                    <a:pt x="6049" y="16687"/>
                    <a:pt x="6110" y="16657"/>
                  </a:cubicBezTo>
                  <a:lnTo>
                    <a:pt x="6141" y="16657"/>
                  </a:lnTo>
                  <a:cubicBezTo>
                    <a:pt x="6141" y="16612"/>
                    <a:pt x="6173" y="16584"/>
                    <a:pt x="6203" y="16584"/>
                  </a:cubicBezTo>
                  <a:close/>
                  <a:moveTo>
                    <a:pt x="86081" y="0"/>
                  </a:moveTo>
                  <a:lnTo>
                    <a:pt x="85473" y="122"/>
                  </a:lnTo>
                  <a:lnTo>
                    <a:pt x="85261" y="152"/>
                  </a:lnTo>
                  <a:lnTo>
                    <a:pt x="85078" y="183"/>
                  </a:lnTo>
                  <a:cubicBezTo>
                    <a:pt x="84957" y="183"/>
                    <a:pt x="84805" y="213"/>
                    <a:pt x="84683" y="274"/>
                  </a:cubicBezTo>
                  <a:cubicBezTo>
                    <a:pt x="84683" y="335"/>
                    <a:pt x="84683" y="426"/>
                    <a:pt x="84622" y="456"/>
                  </a:cubicBezTo>
                  <a:lnTo>
                    <a:pt x="84531" y="487"/>
                  </a:lnTo>
                  <a:cubicBezTo>
                    <a:pt x="84503" y="403"/>
                    <a:pt x="84400" y="270"/>
                    <a:pt x="84336" y="270"/>
                  </a:cubicBezTo>
                  <a:cubicBezTo>
                    <a:pt x="84330" y="270"/>
                    <a:pt x="84324" y="271"/>
                    <a:pt x="84318" y="274"/>
                  </a:cubicBezTo>
                  <a:cubicBezTo>
                    <a:pt x="84304" y="283"/>
                    <a:pt x="84286" y="288"/>
                    <a:pt x="84267" y="288"/>
                  </a:cubicBezTo>
                  <a:cubicBezTo>
                    <a:pt x="84163" y="288"/>
                    <a:pt x="84000" y="168"/>
                    <a:pt x="83923" y="91"/>
                  </a:cubicBezTo>
                  <a:cubicBezTo>
                    <a:pt x="83904" y="73"/>
                    <a:pt x="83883" y="65"/>
                    <a:pt x="83862" y="65"/>
                  </a:cubicBezTo>
                  <a:cubicBezTo>
                    <a:pt x="83815" y="65"/>
                    <a:pt x="83771" y="101"/>
                    <a:pt x="83771" y="122"/>
                  </a:cubicBezTo>
                  <a:cubicBezTo>
                    <a:pt x="83741" y="183"/>
                    <a:pt x="83650" y="213"/>
                    <a:pt x="83528" y="213"/>
                  </a:cubicBezTo>
                  <a:lnTo>
                    <a:pt x="83498" y="183"/>
                  </a:lnTo>
                  <a:cubicBezTo>
                    <a:pt x="83467" y="142"/>
                    <a:pt x="83440" y="129"/>
                    <a:pt x="83414" y="129"/>
                  </a:cubicBezTo>
                  <a:cubicBezTo>
                    <a:pt x="83363" y="129"/>
                    <a:pt x="83315" y="183"/>
                    <a:pt x="83255" y="183"/>
                  </a:cubicBezTo>
                  <a:cubicBezTo>
                    <a:pt x="83224" y="183"/>
                    <a:pt x="83163" y="152"/>
                    <a:pt x="83163" y="91"/>
                  </a:cubicBezTo>
                  <a:lnTo>
                    <a:pt x="83133" y="61"/>
                  </a:lnTo>
                  <a:cubicBezTo>
                    <a:pt x="83133" y="39"/>
                    <a:pt x="83129" y="29"/>
                    <a:pt x="83123" y="29"/>
                  </a:cubicBezTo>
                  <a:cubicBezTo>
                    <a:pt x="83111" y="29"/>
                    <a:pt x="83092" y="63"/>
                    <a:pt x="83072" y="122"/>
                  </a:cubicBezTo>
                  <a:lnTo>
                    <a:pt x="83011" y="152"/>
                  </a:lnTo>
                  <a:cubicBezTo>
                    <a:pt x="82951" y="243"/>
                    <a:pt x="82829" y="183"/>
                    <a:pt x="82768" y="243"/>
                  </a:cubicBezTo>
                  <a:lnTo>
                    <a:pt x="82647" y="304"/>
                  </a:lnTo>
                  <a:cubicBezTo>
                    <a:pt x="82495" y="243"/>
                    <a:pt x="82343" y="213"/>
                    <a:pt x="82191" y="213"/>
                  </a:cubicBezTo>
                  <a:cubicBezTo>
                    <a:pt x="82069" y="274"/>
                    <a:pt x="81948" y="304"/>
                    <a:pt x="81826" y="304"/>
                  </a:cubicBezTo>
                  <a:lnTo>
                    <a:pt x="81400" y="304"/>
                  </a:lnTo>
                  <a:lnTo>
                    <a:pt x="81096" y="335"/>
                  </a:lnTo>
                  <a:lnTo>
                    <a:pt x="81036" y="335"/>
                  </a:lnTo>
                  <a:lnTo>
                    <a:pt x="80489" y="456"/>
                  </a:lnTo>
                  <a:cubicBezTo>
                    <a:pt x="80468" y="466"/>
                    <a:pt x="80445" y="470"/>
                    <a:pt x="80420" y="470"/>
                  </a:cubicBezTo>
                  <a:cubicBezTo>
                    <a:pt x="80370" y="470"/>
                    <a:pt x="80316" y="456"/>
                    <a:pt x="80276" y="456"/>
                  </a:cubicBezTo>
                  <a:lnTo>
                    <a:pt x="80124" y="456"/>
                  </a:lnTo>
                  <a:cubicBezTo>
                    <a:pt x="80017" y="426"/>
                    <a:pt x="79911" y="411"/>
                    <a:pt x="79808" y="411"/>
                  </a:cubicBezTo>
                  <a:cubicBezTo>
                    <a:pt x="79706" y="411"/>
                    <a:pt x="79607" y="426"/>
                    <a:pt x="79516" y="456"/>
                  </a:cubicBezTo>
                  <a:lnTo>
                    <a:pt x="79333" y="395"/>
                  </a:lnTo>
                  <a:cubicBezTo>
                    <a:pt x="79303" y="390"/>
                    <a:pt x="79272" y="389"/>
                    <a:pt x="79240" y="389"/>
                  </a:cubicBezTo>
                  <a:cubicBezTo>
                    <a:pt x="79176" y="389"/>
                    <a:pt x="79111" y="395"/>
                    <a:pt x="79045" y="395"/>
                  </a:cubicBezTo>
                  <a:cubicBezTo>
                    <a:pt x="78946" y="395"/>
                    <a:pt x="78847" y="380"/>
                    <a:pt x="78756" y="304"/>
                  </a:cubicBezTo>
                  <a:lnTo>
                    <a:pt x="78726" y="304"/>
                  </a:lnTo>
                  <a:cubicBezTo>
                    <a:pt x="78634" y="304"/>
                    <a:pt x="78482" y="365"/>
                    <a:pt x="78361" y="395"/>
                  </a:cubicBezTo>
                  <a:lnTo>
                    <a:pt x="78239" y="395"/>
                  </a:lnTo>
                  <a:lnTo>
                    <a:pt x="78057" y="365"/>
                  </a:lnTo>
                  <a:cubicBezTo>
                    <a:pt x="78016" y="405"/>
                    <a:pt x="77952" y="419"/>
                    <a:pt x="77880" y="419"/>
                  </a:cubicBezTo>
                  <a:cubicBezTo>
                    <a:pt x="77736" y="419"/>
                    <a:pt x="77560" y="365"/>
                    <a:pt x="77479" y="365"/>
                  </a:cubicBezTo>
                  <a:cubicBezTo>
                    <a:pt x="77327" y="395"/>
                    <a:pt x="77175" y="426"/>
                    <a:pt x="77023" y="487"/>
                  </a:cubicBezTo>
                  <a:lnTo>
                    <a:pt x="76932" y="487"/>
                  </a:lnTo>
                  <a:cubicBezTo>
                    <a:pt x="76841" y="487"/>
                    <a:pt x="76750" y="426"/>
                    <a:pt x="76659" y="426"/>
                  </a:cubicBezTo>
                  <a:cubicBezTo>
                    <a:pt x="76537" y="426"/>
                    <a:pt x="76446" y="456"/>
                    <a:pt x="76355" y="487"/>
                  </a:cubicBezTo>
                  <a:lnTo>
                    <a:pt x="76112" y="547"/>
                  </a:lnTo>
                  <a:lnTo>
                    <a:pt x="75504" y="578"/>
                  </a:lnTo>
                  <a:cubicBezTo>
                    <a:pt x="75443" y="529"/>
                    <a:pt x="75377" y="514"/>
                    <a:pt x="75309" y="514"/>
                  </a:cubicBezTo>
                  <a:cubicBezTo>
                    <a:pt x="75206" y="514"/>
                    <a:pt x="75096" y="547"/>
                    <a:pt x="74987" y="547"/>
                  </a:cubicBezTo>
                  <a:lnTo>
                    <a:pt x="74805" y="547"/>
                  </a:lnTo>
                  <a:cubicBezTo>
                    <a:pt x="74778" y="553"/>
                    <a:pt x="74753" y="555"/>
                    <a:pt x="74729" y="555"/>
                  </a:cubicBezTo>
                  <a:cubicBezTo>
                    <a:pt x="74612" y="555"/>
                    <a:pt x="74515" y="496"/>
                    <a:pt x="74440" y="395"/>
                  </a:cubicBezTo>
                  <a:cubicBezTo>
                    <a:pt x="74438" y="391"/>
                    <a:pt x="74434" y="389"/>
                    <a:pt x="74428" y="389"/>
                  </a:cubicBezTo>
                  <a:cubicBezTo>
                    <a:pt x="74355" y="389"/>
                    <a:pt x="74001" y="738"/>
                    <a:pt x="73832" y="851"/>
                  </a:cubicBezTo>
                  <a:cubicBezTo>
                    <a:pt x="73753" y="910"/>
                    <a:pt x="73649" y="944"/>
                    <a:pt x="73545" y="944"/>
                  </a:cubicBezTo>
                  <a:cubicBezTo>
                    <a:pt x="73487" y="944"/>
                    <a:pt x="73430" y="934"/>
                    <a:pt x="73376" y="912"/>
                  </a:cubicBezTo>
                  <a:cubicBezTo>
                    <a:pt x="73346" y="882"/>
                    <a:pt x="73376" y="851"/>
                    <a:pt x="73467" y="851"/>
                  </a:cubicBezTo>
                  <a:lnTo>
                    <a:pt x="73498" y="821"/>
                  </a:lnTo>
                  <a:cubicBezTo>
                    <a:pt x="73498" y="790"/>
                    <a:pt x="73528" y="760"/>
                    <a:pt x="73528" y="730"/>
                  </a:cubicBezTo>
                  <a:cubicBezTo>
                    <a:pt x="73528" y="699"/>
                    <a:pt x="73437" y="669"/>
                    <a:pt x="73437" y="669"/>
                  </a:cubicBezTo>
                  <a:lnTo>
                    <a:pt x="73315" y="760"/>
                  </a:lnTo>
                  <a:cubicBezTo>
                    <a:pt x="73102" y="730"/>
                    <a:pt x="72890" y="699"/>
                    <a:pt x="72707" y="699"/>
                  </a:cubicBezTo>
                  <a:lnTo>
                    <a:pt x="72555" y="669"/>
                  </a:lnTo>
                  <a:cubicBezTo>
                    <a:pt x="72475" y="637"/>
                    <a:pt x="72412" y="596"/>
                    <a:pt x="72366" y="596"/>
                  </a:cubicBezTo>
                  <a:cubicBezTo>
                    <a:pt x="72324" y="596"/>
                    <a:pt x="72296" y="629"/>
                    <a:pt x="72282" y="730"/>
                  </a:cubicBezTo>
                  <a:lnTo>
                    <a:pt x="72130" y="730"/>
                  </a:lnTo>
                  <a:cubicBezTo>
                    <a:pt x="72106" y="698"/>
                    <a:pt x="72082" y="687"/>
                    <a:pt x="72059" y="687"/>
                  </a:cubicBezTo>
                  <a:cubicBezTo>
                    <a:pt x="72006" y="687"/>
                    <a:pt x="71957" y="742"/>
                    <a:pt x="71916" y="742"/>
                  </a:cubicBezTo>
                  <a:cubicBezTo>
                    <a:pt x="71906" y="742"/>
                    <a:pt x="71896" y="739"/>
                    <a:pt x="71887" y="730"/>
                  </a:cubicBezTo>
                  <a:cubicBezTo>
                    <a:pt x="71852" y="695"/>
                    <a:pt x="71820" y="683"/>
                    <a:pt x="71790" y="683"/>
                  </a:cubicBezTo>
                  <a:cubicBezTo>
                    <a:pt x="71715" y="683"/>
                    <a:pt x="71656" y="760"/>
                    <a:pt x="71613" y="760"/>
                  </a:cubicBezTo>
                  <a:cubicBezTo>
                    <a:pt x="71595" y="766"/>
                    <a:pt x="71577" y="769"/>
                    <a:pt x="71559" y="769"/>
                  </a:cubicBezTo>
                  <a:cubicBezTo>
                    <a:pt x="71487" y="769"/>
                    <a:pt x="71418" y="730"/>
                    <a:pt x="71370" y="730"/>
                  </a:cubicBezTo>
                  <a:lnTo>
                    <a:pt x="71279" y="730"/>
                  </a:lnTo>
                  <a:cubicBezTo>
                    <a:pt x="71232" y="753"/>
                    <a:pt x="71190" y="763"/>
                    <a:pt x="71154" y="763"/>
                  </a:cubicBezTo>
                  <a:cubicBezTo>
                    <a:pt x="71096" y="763"/>
                    <a:pt x="71054" y="737"/>
                    <a:pt x="71035" y="699"/>
                  </a:cubicBezTo>
                  <a:lnTo>
                    <a:pt x="71005" y="669"/>
                  </a:lnTo>
                  <a:cubicBezTo>
                    <a:pt x="70950" y="669"/>
                    <a:pt x="70844" y="794"/>
                    <a:pt x="70780" y="794"/>
                  </a:cubicBezTo>
                  <a:cubicBezTo>
                    <a:pt x="70773" y="794"/>
                    <a:pt x="70767" y="793"/>
                    <a:pt x="70762" y="790"/>
                  </a:cubicBezTo>
                  <a:cubicBezTo>
                    <a:pt x="70610" y="760"/>
                    <a:pt x="70488" y="730"/>
                    <a:pt x="70336" y="730"/>
                  </a:cubicBezTo>
                  <a:lnTo>
                    <a:pt x="70245" y="821"/>
                  </a:lnTo>
                  <a:cubicBezTo>
                    <a:pt x="70180" y="886"/>
                    <a:pt x="70097" y="916"/>
                    <a:pt x="70016" y="916"/>
                  </a:cubicBezTo>
                  <a:cubicBezTo>
                    <a:pt x="69946" y="916"/>
                    <a:pt x="69876" y="894"/>
                    <a:pt x="69820" y="851"/>
                  </a:cubicBezTo>
                  <a:lnTo>
                    <a:pt x="69485" y="699"/>
                  </a:lnTo>
                  <a:lnTo>
                    <a:pt x="69212" y="790"/>
                  </a:lnTo>
                  <a:lnTo>
                    <a:pt x="69151" y="882"/>
                  </a:lnTo>
                  <a:cubicBezTo>
                    <a:pt x="69060" y="790"/>
                    <a:pt x="68969" y="730"/>
                    <a:pt x="68908" y="639"/>
                  </a:cubicBezTo>
                  <a:cubicBezTo>
                    <a:pt x="68904" y="635"/>
                    <a:pt x="68899" y="633"/>
                    <a:pt x="68894" y="633"/>
                  </a:cubicBezTo>
                  <a:cubicBezTo>
                    <a:pt x="68861" y="633"/>
                    <a:pt x="68809" y="715"/>
                    <a:pt x="68756" y="821"/>
                  </a:cubicBezTo>
                  <a:lnTo>
                    <a:pt x="68634" y="760"/>
                  </a:lnTo>
                  <a:lnTo>
                    <a:pt x="68452" y="669"/>
                  </a:lnTo>
                  <a:cubicBezTo>
                    <a:pt x="68269" y="699"/>
                    <a:pt x="68087" y="699"/>
                    <a:pt x="68026" y="699"/>
                  </a:cubicBezTo>
                  <a:lnTo>
                    <a:pt x="67996" y="699"/>
                  </a:lnTo>
                  <a:cubicBezTo>
                    <a:pt x="67892" y="820"/>
                    <a:pt x="67779" y="853"/>
                    <a:pt x="67655" y="853"/>
                  </a:cubicBezTo>
                  <a:cubicBezTo>
                    <a:pt x="67562" y="853"/>
                    <a:pt x="67463" y="834"/>
                    <a:pt x="67358" y="821"/>
                  </a:cubicBezTo>
                  <a:cubicBezTo>
                    <a:pt x="67266" y="790"/>
                    <a:pt x="67114" y="790"/>
                    <a:pt x="67023" y="760"/>
                  </a:cubicBezTo>
                  <a:lnTo>
                    <a:pt x="66810" y="699"/>
                  </a:lnTo>
                  <a:cubicBezTo>
                    <a:pt x="66810" y="780"/>
                    <a:pt x="66770" y="821"/>
                    <a:pt x="66707" y="821"/>
                  </a:cubicBezTo>
                  <a:cubicBezTo>
                    <a:pt x="66675" y="821"/>
                    <a:pt x="66638" y="811"/>
                    <a:pt x="66598" y="790"/>
                  </a:cubicBezTo>
                  <a:lnTo>
                    <a:pt x="66476" y="760"/>
                  </a:lnTo>
                  <a:cubicBezTo>
                    <a:pt x="66415" y="760"/>
                    <a:pt x="66341" y="814"/>
                    <a:pt x="66262" y="814"/>
                  </a:cubicBezTo>
                  <a:cubicBezTo>
                    <a:pt x="66223" y="814"/>
                    <a:pt x="66182" y="801"/>
                    <a:pt x="66142" y="760"/>
                  </a:cubicBezTo>
                  <a:cubicBezTo>
                    <a:pt x="66020" y="821"/>
                    <a:pt x="65868" y="882"/>
                    <a:pt x="65747" y="912"/>
                  </a:cubicBezTo>
                  <a:cubicBezTo>
                    <a:pt x="65534" y="851"/>
                    <a:pt x="65351" y="821"/>
                    <a:pt x="65139" y="790"/>
                  </a:cubicBezTo>
                  <a:cubicBezTo>
                    <a:pt x="65086" y="808"/>
                    <a:pt x="64973" y="826"/>
                    <a:pt x="64880" y="826"/>
                  </a:cubicBezTo>
                  <a:cubicBezTo>
                    <a:pt x="64813" y="826"/>
                    <a:pt x="64756" y="816"/>
                    <a:pt x="64744" y="790"/>
                  </a:cubicBezTo>
                  <a:cubicBezTo>
                    <a:pt x="64728" y="775"/>
                    <a:pt x="64709" y="770"/>
                    <a:pt x="64688" y="770"/>
                  </a:cubicBezTo>
                  <a:cubicBezTo>
                    <a:pt x="64624" y="770"/>
                    <a:pt x="64538" y="821"/>
                    <a:pt x="64470" y="821"/>
                  </a:cubicBezTo>
                  <a:cubicBezTo>
                    <a:pt x="64348" y="821"/>
                    <a:pt x="64227" y="790"/>
                    <a:pt x="64105" y="730"/>
                  </a:cubicBezTo>
                  <a:lnTo>
                    <a:pt x="64014" y="790"/>
                  </a:lnTo>
                  <a:lnTo>
                    <a:pt x="63923" y="882"/>
                  </a:lnTo>
                  <a:cubicBezTo>
                    <a:pt x="63910" y="875"/>
                    <a:pt x="63890" y="873"/>
                    <a:pt x="63867" y="873"/>
                  </a:cubicBezTo>
                  <a:cubicBezTo>
                    <a:pt x="63802" y="873"/>
                    <a:pt x="63709" y="890"/>
                    <a:pt x="63645" y="890"/>
                  </a:cubicBezTo>
                  <a:cubicBezTo>
                    <a:pt x="63621" y="890"/>
                    <a:pt x="63601" y="888"/>
                    <a:pt x="63589" y="882"/>
                  </a:cubicBezTo>
                  <a:cubicBezTo>
                    <a:pt x="63561" y="826"/>
                    <a:pt x="63331" y="695"/>
                    <a:pt x="63222" y="695"/>
                  </a:cubicBezTo>
                  <a:cubicBezTo>
                    <a:pt x="63211" y="695"/>
                    <a:pt x="63202" y="697"/>
                    <a:pt x="63193" y="699"/>
                  </a:cubicBezTo>
                  <a:cubicBezTo>
                    <a:pt x="63011" y="760"/>
                    <a:pt x="62859" y="790"/>
                    <a:pt x="62677" y="821"/>
                  </a:cubicBezTo>
                  <a:cubicBezTo>
                    <a:pt x="62555" y="790"/>
                    <a:pt x="62464" y="730"/>
                    <a:pt x="62403" y="639"/>
                  </a:cubicBezTo>
                  <a:lnTo>
                    <a:pt x="62312" y="578"/>
                  </a:lnTo>
                  <a:lnTo>
                    <a:pt x="62281" y="547"/>
                  </a:lnTo>
                  <a:cubicBezTo>
                    <a:pt x="62190" y="547"/>
                    <a:pt x="62160" y="639"/>
                    <a:pt x="62160" y="699"/>
                  </a:cubicBezTo>
                  <a:cubicBezTo>
                    <a:pt x="62190" y="730"/>
                    <a:pt x="62130" y="790"/>
                    <a:pt x="62038" y="851"/>
                  </a:cubicBezTo>
                  <a:lnTo>
                    <a:pt x="61917" y="882"/>
                  </a:lnTo>
                  <a:cubicBezTo>
                    <a:pt x="61826" y="882"/>
                    <a:pt x="61734" y="821"/>
                    <a:pt x="61643" y="790"/>
                  </a:cubicBezTo>
                  <a:cubicBezTo>
                    <a:pt x="61598" y="775"/>
                    <a:pt x="61544" y="768"/>
                    <a:pt x="61487" y="768"/>
                  </a:cubicBezTo>
                  <a:cubicBezTo>
                    <a:pt x="61430" y="768"/>
                    <a:pt x="61370" y="775"/>
                    <a:pt x="61309" y="790"/>
                  </a:cubicBezTo>
                  <a:cubicBezTo>
                    <a:pt x="61235" y="852"/>
                    <a:pt x="61166" y="874"/>
                    <a:pt x="61100" y="874"/>
                  </a:cubicBezTo>
                  <a:cubicBezTo>
                    <a:pt x="61003" y="874"/>
                    <a:pt x="60913" y="827"/>
                    <a:pt x="60823" y="790"/>
                  </a:cubicBezTo>
                  <a:cubicBezTo>
                    <a:pt x="60755" y="771"/>
                    <a:pt x="60685" y="761"/>
                    <a:pt x="60614" y="761"/>
                  </a:cubicBezTo>
                  <a:cubicBezTo>
                    <a:pt x="60462" y="761"/>
                    <a:pt x="60309" y="808"/>
                    <a:pt x="60184" y="912"/>
                  </a:cubicBezTo>
                  <a:lnTo>
                    <a:pt x="60154" y="942"/>
                  </a:lnTo>
                  <a:cubicBezTo>
                    <a:pt x="60129" y="951"/>
                    <a:pt x="60105" y="954"/>
                    <a:pt x="60080" y="954"/>
                  </a:cubicBezTo>
                  <a:cubicBezTo>
                    <a:pt x="60014" y="954"/>
                    <a:pt x="59947" y="926"/>
                    <a:pt x="59880" y="882"/>
                  </a:cubicBezTo>
                  <a:lnTo>
                    <a:pt x="59850" y="821"/>
                  </a:lnTo>
                  <a:cubicBezTo>
                    <a:pt x="59814" y="785"/>
                    <a:pt x="59774" y="773"/>
                    <a:pt x="59734" y="773"/>
                  </a:cubicBezTo>
                  <a:cubicBezTo>
                    <a:pt x="59673" y="773"/>
                    <a:pt x="59613" y="802"/>
                    <a:pt x="59576" y="821"/>
                  </a:cubicBezTo>
                  <a:cubicBezTo>
                    <a:pt x="59546" y="836"/>
                    <a:pt x="59508" y="836"/>
                    <a:pt x="59474" y="836"/>
                  </a:cubicBezTo>
                  <a:cubicBezTo>
                    <a:pt x="59440" y="836"/>
                    <a:pt x="59409" y="836"/>
                    <a:pt x="59394" y="851"/>
                  </a:cubicBezTo>
                  <a:cubicBezTo>
                    <a:pt x="59339" y="895"/>
                    <a:pt x="59296" y="911"/>
                    <a:pt x="59260" y="911"/>
                  </a:cubicBezTo>
                  <a:cubicBezTo>
                    <a:pt x="59194" y="911"/>
                    <a:pt x="59148" y="860"/>
                    <a:pt x="59090" y="821"/>
                  </a:cubicBezTo>
                  <a:cubicBezTo>
                    <a:pt x="59029" y="790"/>
                    <a:pt x="58968" y="760"/>
                    <a:pt x="58938" y="730"/>
                  </a:cubicBezTo>
                  <a:cubicBezTo>
                    <a:pt x="58908" y="730"/>
                    <a:pt x="58847" y="760"/>
                    <a:pt x="58847" y="760"/>
                  </a:cubicBezTo>
                  <a:lnTo>
                    <a:pt x="58847" y="821"/>
                  </a:lnTo>
                  <a:cubicBezTo>
                    <a:pt x="58877" y="882"/>
                    <a:pt x="58847" y="882"/>
                    <a:pt x="58786" y="882"/>
                  </a:cubicBezTo>
                  <a:lnTo>
                    <a:pt x="58725" y="851"/>
                  </a:lnTo>
                  <a:cubicBezTo>
                    <a:pt x="58543" y="821"/>
                    <a:pt x="58360" y="821"/>
                    <a:pt x="58208" y="821"/>
                  </a:cubicBezTo>
                  <a:lnTo>
                    <a:pt x="58056" y="821"/>
                  </a:lnTo>
                  <a:cubicBezTo>
                    <a:pt x="57905" y="790"/>
                    <a:pt x="57753" y="760"/>
                    <a:pt x="57601" y="760"/>
                  </a:cubicBezTo>
                  <a:cubicBezTo>
                    <a:pt x="57601" y="841"/>
                    <a:pt x="57574" y="895"/>
                    <a:pt x="57510" y="895"/>
                  </a:cubicBezTo>
                  <a:cubicBezTo>
                    <a:pt x="57479" y="895"/>
                    <a:pt x="57438" y="882"/>
                    <a:pt x="57388" y="851"/>
                  </a:cubicBezTo>
                  <a:lnTo>
                    <a:pt x="57297" y="821"/>
                  </a:lnTo>
                  <a:cubicBezTo>
                    <a:pt x="57175" y="821"/>
                    <a:pt x="56780" y="851"/>
                    <a:pt x="56446" y="882"/>
                  </a:cubicBezTo>
                  <a:lnTo>
                    <a:pt x="56172" y="882"/>
                  </a:lnTo>
                  <a:cubicBezTo>
                    <a:pt x="56081" y="882"/>
                    <a:pt x="55898" y="821"/>
                    <a:pt x="55898" y="821"/>
                  </a:cubicBezTo>
                  <a:cubicBezTo>
                    <a:pt x="55845" y="874"/>
                    <a:pt x="55796" y="894"/>
                    <a:pt x="55751" y="894"/>
                  </a:cubicBezTo>
                  <a:cubicBezTo>
                    <a:pt x="55642" y="894"/>
                    <a:pt x="55550" y="782"/>
                    <a:pt x="55442" y="760"/>
                  </a:cubicBezTo>
                  <a:cubicBezTo>
                    <a:pt x="55415" y="760"/>
                    <a:pt x="55412" y="634"/>
                    <a:pt x="55344" y="634"/>
                  </a:cubicBezTo>
                  <a:cubicBezTo>
                    <a:pt x="55337" y="634"/>
                    <a:pt x="55329" y="636"/>
                    <a:pt x="55321" y="639"/>
                  </a:cubicBezTo>
                  <a:cubicBezTo>
                    <a:pt x="55108" y="699"/>
                    <a:pt x="55351" y="760"/>
                    <a:pt x="55321" y="760"/>
                  </a:cubicBezTo>
                  <a:lnTo>
                    <a:pt x="55169" y="851"/>
                  </a:lnTo>
                  <a:cubicBezTo>
                    <a:pt x="55053" y="909"/>
                    <a:pt x="54938" y="930"/>
                    <a:pt x="54869" y="930"/>
                  </a:cubicBezTo>
                  <a:cubicBezTo>
                    <a:pt x="54829" y="930"/>
                    <a:pt x="54804" y="923"/>
                    <a:pt x="54804" y="912"/>
                  </a:cubicBezTo>
                  <a:lnTo>
                    <a:pt x="54804" y="851"/>
                  </a:lnTo>
                  <a:lnTo>
                    <a:pt x="54804" y="821"/>
                  </a:lnTo>
                  <a:cubicBezTo>
                    <a:pt x="54804" y="798"/>
                    <a:pt x="54791" y="788"/>
                    <a:pt x="54768" y="788"/>
                  </a:cubicBezTo>
                  <a:cubicBezTo>
                    <a:pt x="54730" y="788"/>
                    <a:pt x="54667" y="814"/>
                    <a:pt x="54591" y="851"/>
                  </a:cubicBezTo>
                  <a:lnTo>
                    <a:pt x="54379" y="821"/>
                  </a:lnTo>
                  <a:cubicBezTo>
                    <a:pt x="54333" y="806"/>
                    <a:pt x="54295" y="798"/>
                    <a:pt x="54261" y="798"/>
                  </a:cubicBezTo>
                  <a:cubicBezTo>
                    <a:pt x="54227" y="798"/>
                    <a:pt x="54196" y="806"/>
                    <a:pt x="54166" y="821"/>
                  </a:cubicBezTo>
                  <a:lnTo>
                    <a:pt x="54044" y="821"/>
                  </a:lnTo>
                  <a:cubicBezTo>
                    <a:pt x="53862" y="821"/>
                    <a:pt x="53710" y="790"/>
                    <a:pt x="53558" y="730"/>
                  </a:cubicBezTo>
                  <a:lnTo>
                    <a:pt x="53436" y="790"/>
                  </a:lnTo>
                  <a:lnTo>
                    <a:pt x="53406" y="790"/>
                  </a:lnTo>
                  <a:cubicBezTo>
                    <a:pt x="53376" y="790"/>
                    <a:pt x="53132" y="973"/>
                    <a:pt x="53011" y="973"/>
                  </a:cubicBezTo>
                  <a:cubicBezTo>
                    <a:pt x="53004" y="975"/>
                    <a:pt x="52997" y="976"/>
                    <a:pt x="52989" y="976"/>
                  </a:cubicBezTo>
                  <a:cubicBezTo>
                    <a:pt x="52893" y="976"/>
                    <a:pt x="52735" y="814"/>
                    <a:pt x="52707" y="730"/>
                  </a:cubicBezTo>
                  <a:cubicBezTo>
                    <a:pt x="52697" y="709"/>
                    <a:pt x="52666" y="699"/>
                    <a:pt x="52621" y="699"/>
                  </a:cubicBezTo>
                  <a:cubicBezTo>
                    <a:pt x="52531" y="699"/>
                    <a:pt x="52383" y="740"/>
                    <a:pt x="52221" y="821"/>
                  </a:cubicBezTo>
                  <a:lnTo>
                    <a:pt x="52008" y="790"/>
                  </a:lnTo>
                  <a:cubicBezTo>
                    <a:pt x="51917" y="760"/>
                    <a:pt x="51825" y="730"/>
                    <a:pt x="51734" y="730"/>
                  </a:cubicBezTo>
                  <a:cubicBezTo>
                    <a:pt x="51673" y="730"/>
                    <a:pt x="51613" y="851"/>
                    <a:pt x="51552" y="851"/>
                  </a:cubicBezTo>
                  <a:lnTo>
                    <a:pt x="51369" y="851"/>
                  </a:lnTo>
                  <a:cubicBezTo>
                    <a:pt x="51319" y="901"/>
                    <a:pt x="51260" y="924"/>
                    <a:pt x="51196" y="924"/>
                  </a:cubicBezTo>
                  <a:cubicBezTo>
                    <a:pt x="51144" y="924"/>
                    <a:pt x="51090" y="909"/>
                    <a:pt x="51035" y="882"/>
                  </a:cubicBezTo>
                  <a:cubicBezTo>
                    <a:pt x="50944" y="821"/>
                    <a:pt x="50853" y="760"/>
                    <a:pt x="50731" y="760"/>
                  </a:cubicBezTo>
                  <a:lnTo>
                    <a:pt x="50458" y="760"/>
                  </a:lnTo>
                  <a:cubicBezTo>
                    <a:pt x="50366" y="760"/>
                    <a:pt x="50275" y="821"/>
                    <a:pt x="50184" y="851"/>
                  </a:cubicBezTo>
                  <a:lnTo>
                    <a:pt x="50032" y="942"/>
                  </a:lnTo>
                  <a:cubicBezTo>
                    <a:pt x="49951" y="861"/>
                    <a:pt x="49870" y="821"/>
                    <a:pt x="49825" y="821"/>
                  </a:cubicBezTo>
                  <a:cubicBezTo>
                    <a:pt x="49802" y="821"/>
                    <a:pt x="49789" y="831"/>
                    <a:pt x="49789" y="851"/>
                  </a:cubicBezTo>
                  <a:cubicBezTo>
                    <a:pt x="49785" y="856"/>
                    <a:pt x="49776" y="857"/>
                    <a:pt x="49766" y="857"/>
                  </a:cubicBezTo>
                  <a:cubicBezTo>
                    <a:pt x="49700" y="857"/>
                    <a:pt x="49533" y="790"/>
                    <a:pt x="49455" y="790"/>
                  </a:cubicBezTo>
                  <a:lnTo>
                    <a:pt x="49151" y="760"/>
                  </a:lnTo>
                  <a:lnTo>
                    <a:pt x="49151" y="730"/>
                  </a:lnTo>
                  <a:lnTo>
                    <a:pt x="49090" y="578"/>
                  </a:lnTo>
                  <a:cubicBezTo>
                    <a:pt x="48968" y="608"/>
                    <a:pt x="48877" y="669"/>
                    <a:pt x="48816" y="730"/>
                  </a:cubicBezTo>
                  <a:lnTo>
                    <a:pt x="48786" y="760"/>
                  </a:lnTo>
                  <a:cubicBezTo>
                    <a:pt x="48695" y="790"/>
                    <a:pt x="48603" y="821"/>
                    <a:pt x="48512" y="851"/>
                  </a:cubicBezTo>
                  <a:lnTo>
                    <a:pt x="48391" y="790"/>
                  </a:lnTo>
                  <a:lnTo>
                    <a:pt x="48269" y="760"/>
                  </a:lnTo>
                  <a:cubicBezTo>
                    <a:pt x="48247" y="766"/>
                    <a:pt x="48225" y="768"/>
                    <a:pt x="48205" y="768"/>
                  </a:cubicBezTo>
                  <a:cubicBezTo>
                    <a:pt x="48114" y="768"/>
                    <a:pt x="48040" y="719"/>
                    <a:pt x="47965" y="669"/>
                  </a:cubicBezTo>
                  <a:lnTo>
                    <a:pt x="47965" y="669"/>
                  </a:lnTo>
                  <a:cubicBezTo>
                    <a:pt x="47965" y="760"/>
                    <a:pt x="47965" y="821"/>
                    <a:pt x="47996" y="882"/>
                  </a:cubicBezTo>
                  <a:lnTo>
                    <a:pt x="47692" y="882"/>
                  </a:lnTo>
                  <a:cubicBezTo>
                    <a:pt x="47681" y="851"/>
                    <a:pt x="47661" y="838"/>
                    <a:pt x="47635" y="838"/>
                  </a:cubicBezTo>
                  <a:cubicBezTo>
                    <a:pt x="47583" y="838"/>
                    <a:pt x="47509" y="892"/>
                    <a:pt x="47448" y="973"/>
                  </a:cubicBezTo>
                  <a:lnTo>
                    <a:pt x="47266" y="882"/>
                  </a:lnTo>
                  <a:lnTo>
                    <a:pt x="47114" y="790"/>
                  </a:lnTo>
                  <a:cubicBezTo>
                    <a:pt x="46962" y="821"/>
                    <a:pt x="46810" y="821"/>
                    <a:pt x="46658" y="821"/>
                  </a:cubicBezTo>
                  <a:lnTo>
                    <a:pt x="46202" y="821"/>
                  </a:lnTo>
                  <a:cubicBezTo>
                    <a:pt x="46104" y="845"/>
                    <a:pt x="45966" y="890"/>
                    <a:pt x="45884" y="890"/>
                  </a:cubicBezTo>
                  <a:cubicBezTo>
                    <a:pt x="45865" y="890"/>
                    <a:pt x="45849" y="887"/>
                    <a:pt x="45837" y="882"/>
                  </a:cubicBezTo>
                  <a:cubicBezTo>
                    <a:pt x="45781" y="844"/>
                    <a:pt x="45736" y="830"/>
                    <a:pt x="45699" y="830"/>
                  </a:cubicBezTo>
                  <a:cubicBezTo>
                    <a:pt x="45617" y="830"/>
                    <a:pt x="45575" y="901"/>
                    <a:pt x="45533" y="942"/>
                  </a:cubicBezTo>
                  <a:lnTo>
                    <a:pt x="45412" y="1034"/>
                  </a:lnTo>
                  <a:cubicBezTo>
                    <a:pt x="45381" y="1125"/>
                    <a:pt x="45351" y="1216"/>
                    <a:pt x="45290" y="1307"/>
                  </a:cubicBezTo>
                  <a:cubicBezTo>
                    <a:pt x="45260" y="1307"/>
                    <a:pt x="45199" y="1277"/>
                    <a:pt x="45169" y="1246"/>
                  </a:cubicBezTo>
                  <a:lnTo>
                    <a:pt x="45169" y="1186"/>
                  </a:lnTo>
                  <a:lnTo>
                    <a:pt x="45169" y="1155"/>
                  </a:lnTo>
                  <a:cubicBezTo>
                    <a:pt x="45199" y="1125"/>
                    <a:pt x="44956" y="1003"/>
                    <a:pt x="45017" y="942"/>
                  </a:cubicBezTo>
                  <a:cubicBezTo>
                    <a:pt x="45038" y="921"/>
                    <a:pt x="45037" y="911"/>
                    <a:pt x="45015" y="911"/>
                  </a:cubicBezTo>
                  <a:cubicBezTo>
                    <a:pt x="44976" y="911"/>
                    <a:pt x="44870" y="944"/>
                    <a:pt x="44713" y="1003"/>
                  </a:cubicBezTo>
                  <a:lnTo>
                    <a:pt x="44591" y="973"/>
                  </a:lnTo>
                  <a:cubicBezTo>
                    <a:pt x="44435" y="928"/>
                    <a:pt x="44280" y="900"/>
                    <a:pt x="44124" y="900"/>
                  </a:cubicBezTo>
                  <a:cubicBezTo>
                    <a:pt x="44067" y="900"/>
                    <a:pt x="44010" y="904"/>
                    <a:pt x="43953" y="912"/>
                  </a:cubicBezTo>
                  <a:lnTo>
                    <a:pt x="43679" y="912"/>
                  </a:lnTo>
                  <a:cubicBezTo>
                    <a:pt x="43406" y="942"/>
                    <a:pt x="43041" y="1003"/>
                    <a:pt x="42889" y="1003"/>
                  </a:cubicBezTo>
                  <a:lnTo>
                    <a:pt x="42798" y="942"/>
                  </a:lnTo>
                  <a:cubicBezTo>
                    <a:pt x="42751" y="916"/>
                    <a:pt x="42713" y="905"/>
                    <a:pt x="42682" y="905"/>
                  </a:cubicBezTo>
                  <a:cubicBezTo>
                    <a:pt x="42567" y="905"/>
                    <a:pt x="42528" y="1040"/>
                    <a:pt x="42433" y="1064"/>
                  </a:cubicBezTo>
                  <a:cubicBezTo>
                    <a:pt x="42403" y="1064"/>
                    <a:pt x="42372" y="1003"/>
                    <a:pt x="42312" y="1003"/>
                  </a:cubicBezTo>
                  <a:cubicBezTo>
                    <a:pt x="42181" y="977"/>
                    <a:pt x="41983" y="906"/>
                    <a:pt x="41872" y="906"/>
                  </a:cubicBezTo>
                  <a:cubicBezTo>
                    <a:pt x="41854" y="906"/>
                    <a:pt x="41838" y="908"/>
                    <a:pt x="41825" y="912"/>
                  </a:cubicBezTo>
                  <a:cubicBezTo>
                    <a:pt x="41769" y="950"/>
                    <a:pt x="41730" y="964"/>
                    <a:pt x="41700" y="964"/>
                  </a:cubicBezTo>
                  <a:cubicBezTo>
                    <a:pt x="41634" y="964"/>
                    <a:pt x="41615" y="893"/>
                    <a:pt x="41552" y="851"/>
                  </a:cubicBezTo>
                  <a:lnTo>
                    <a:pt x="41521" y="851"/>
                  </a:lnTo>
                  <a:cubicBezTo>
                    <a:pt x="41491" y="851"/>
                    <a:pt x="41400" y="912"/>
                    <a:pt x="41369" y="942"/>
                  </a:cubicBezTo>
                  <a:cubicBezTo>
                    <a:pt x="41231" y="930"/>
                    <a:pt x="41092" y="922"/>
                    <a:pt x="40956" y="922"/>
                  </a:cubicBezTo>
                  <a:cubicBezTo>
                    <a:pt x="40763" y="922"/>
                    <a:pt x="40575" y="937"/>
                    <a:pt x="40397" y="973"/>
                  </a:cubicBezTo>
                  <a:cubicBezTo>
                    <a:pt x="40305" y="1003"/>
                    <a:pt x="40207" y="1018"/>
                    <a:pt x="40108" y="1018"/>
                  </a:cubicBezTo>
                  <a:cubicBezTo>
                    <a:pt x="40009" y="1018"/>
                    <a:pt x="39910" y="1003"/>
                    <a:pt x="39819" y="973"/>
                  </a:cubicBezTo>
                  <a:cubicBezTo>
                    <a:pt x="39810" y="964"/>
                    <a:pt x="39791" y="960"/>
                    <a:pt x="39767" y="960"/>
                  </a:cubicBezTo>
                  <a:cubicBezTo>
                    <a:pt x="39710" y="960"/>
                    <a:pt x="39628" y="982"/>
                    <a:pt x="39606" y="1003"/>
                  </a:cubicBezTo>
                  <a:cubicBezTo>
                    <a:pt x="39602" y="1007"/>
                    <a:pt x="39594" y="1009"/>
                    <a:pt x="39584" y="1009"/>
                  </a:cubicBezTo>
                  <a:cubicBezTo>
                    <a:pt x="39519" y="1009"/>
                    <a:pt x="39350" y="938"/>
                    <a:pt x="39272" y="912"/>
                  </a:cubicBezTo>
                  <a:cubicBezTo>
                    <a:pt x="39257" y="897"/>
                    <a:pt x="39217" y="891"/>
                    <a:pt x="39163" y="891"/>
                  </a:cubicBezTo>
                  <a:cubicBezTo>
                    <a:pt x="39002" y="891"/>
                    <a:pt x="38717" y="942"/>
                    <a:pt x="38603" y="942"/>
                  </a:cubicBezTo>
                  <a:lnTo>
                    <a:pt x="38269" y="942"/>
                  </a:lnTo>
                  <a:cubicBezTo>
                    <a:pt x="38212" y="977"/>
                    <a:pt x="38168" y="994"/>
                    <a:pt x="38135" y="994"/>
                  </a:cubicBezTo>
                  <a:cubicBezTo>
                    <a:pt x="38080" y="994"/>
                    <a:pt x="38056" y="946"/>
                    <a:pt x="38056" y="851"/>
                  </a:cubicBezTo>
                  <a:cubicBezTo>
                    <a:pt x="37904" y="882"/>
                    <a:pt x="37783" y="912"/>
                    <a:pt x="37661" y="973"/>
                  </a:cubicBezTo>
                  <a:lnTo>
                    <a:pt x="37509" y="973"/>
                  </a:lnTo>
                  <a:cubicBezTo>
                    <a:pt x="37357" y="973"/>
                    <a:pt x="37235" y="1034"/>
                    <a:pt x="37114" y="1125"/>
                  </a:cubicBezTo>
                  <a:cubicBezTo>
                    <a:pt x="37083" y="1094"/>
                    <a:pt x="37053" y="1064"/>
                    <a:pt x="37053" y="1034"/>
                  </a:cubicBezTo>
                  <a:cubicBezTo>
                    <a:pt x="37047" y="1028"/>
                    <a:pt x="37038" y="1025"/>
                    <a:pt x="37027" y="1025"/>
                  </a:cubicBezTo>
                  <a:cubicBezTo>
                    <a:pt x="36980" y="1025"/>
                    <a:pt x="36895" y="1070"/>
                    <a:pt x="36871" y="1094"/>
                  </a:cubicBezTo>
                  <a:cubicBezTo>
                    <a:pt x="36795" y="1110"/>
                    <a:pt x="36719" y="1117"/>
                    <a:pt x="36647" y="1117"/>
                  </a:cubicBezTo>
                  <a:cubicBezTo>
                    <a:pt x="36574" y="1117"/>
                    <a:pt x="36506" y="1110"/>
                    <a:pt x="36445" y="1094"/>
                  </a:cubicBezTo>
                  <a:cubicBezTo>
                    <a:pt x="36263" y="1003"/>
                    <a:pt x="36080" y="912"/>
                    <a:pt x="35898" y="882"/>
                  </a:cubicBezTo>
                  <a:cubicBezTo>
                    <a:pt x="35807" y="882"/>
                    <a:pt x="35716" y="912"/>
                    <a:pt x="35655" y="942"/>
                  </a:cubicBezTo>
                  <a:lnTo>
                    <a:pt x="35472" y="1094"/>
                  </a:lnTo>
                  <a:cubicBezTo>
                    <a:pt x="35442" y="1125"/>
                    <a:pt x="35412" y="1155"/>
                    <a:pt x="35381" y="1155"/>
                  </a:cubicBezTo>
                  <a:cubicBezTo>
                    <a:pt x="35303" y="1155"/>
                    <a:pt x="35225" y="1088"/>
                    <a:pt x="35147" y="1088"/>
                  </a:cubicBezTo>
                  <a:cubicBezTo>
                    <a:pt x="35134" y="1088"/>
                    <a:pt x="35121" y="1090"/>
                    <a:pt x="35108" y="1094"/>
                  </a:cubicBezTo>
                  <a:lnTo>
                    <a:pt x="35017" y="1125"/>
                  </a:lnTo>
                  <a:lnTo>
                    <a:pt x="34530" y="1125"/>
                  </a:lnTo>
                  <a:cubicBezTo>
                    <a:pt x="34469" y="1110"/>
                    <a:pt x="34409" y="1102"/>
                    <a:pt x="34348" y="1102"/>
                  </a:cubicBezTo>
                  <a:cubicBezTo>
                    <a:pt x="34287" y="1102"/>
                    <a:pt x="34226" y="1110"/>
                    <a:pt x="34165" y="1125"/>
                  </a:cubicBezTo>
                  <a:lnTo>
                    <a:pt x="34044" y="1094"/>
                  </a:lnTo>
                  <a:lnTo>
                    <a:pt x="33953" y="1064"/>
                  </a:lnTo>
                  <a:cubicBezTo>
                    <a:pt x="33770" y="1064"/>
                    <a:pt x="33588" y="1094"/>
                    <a:pt x="33406" y="1125"/>
                  </a:cubicBezTo>
                  <a:lnTo>
                    <a:pt x="33284" y="1125"/>
                  </a:lnTo>
                  <a:cubicBezTo>
                    <a:pt x="33260" y="1131"/>
                    <a:pt x="33235" y="1133"/>
                    <a:pt x="33211" y="1133"/>
                  </a:cubicBezTo>
                  <a:cubicBezTo>
                    <a:pt x="33114" y="1133"/>
                    <a:pt x="33017" y="1094"/>
                    <a:pt x="32919" y="1094"/>
                  </a:cubicBezTo>
                  <a:cubicBezTo>
                    <a:pt x="32798" y="1094"/>
                    <a:pt x="32676" y="1125"/>
                    <a:pt x="32524" y="1125"/>
                  </a:cubicBezTo>
                  <a:lnTo>
                    <a:pt x="32311" y="1125"/>
                  </a:lnTo>
                  <a:cubicBezTo>
                    <a:pt x="32197" y="1163"/>
                    <a:pt x="32088" y="1180"/>
                    <a:pt x="31979" y="1180"/>
                  </a:cubicBezTo>
                  <a:cubicBezTo>
                    <a:pt x="31829" y="1180"/>
                    <a:pt x="31680" y="1147"/>
                    <a:pt x="31521" y="1094"/>
                  </a:cubicBezTo>
                  <a:cubicBezTo>
                    <a:pt x="31488" y="1078"/>
                    <a:pt x="31458" y="1071"/>
                    <a:pt x="31430" y="1071"/>
                  </a:cubicBezTo>
                  <a:cubicBezTo>
                    <a:pt x="31355" y="1071"/>
                    <a:pt x="31300" y="1127"/>
                    <a:pt x="31278" y="1216"/>
                  </a:cubicBezTo>
                  <a:lnTo>
                    <a:pt x="31156" y="1125"/>
                  </a:lnTo>
                  <a:cubicBezTo>
                    <a:pt x="31105" y="1099"/>
                    <a:pt x="31064" y="1090"/>
                    <a:pt x="31030" y="1090"/>
                  </a:cubicBezTo>
                  <a:cubicBezTo>
                    <a:pt x="30983" y="1090"/>
                    <a:pt x="30948" y="1107"/>
                    <a:pt x="30913" y="1125"/>
                  </a:cubicBezTo>
                  <a:cubicBezTo>
                    <a:pt x="30883" y="1155"/>
                    <a:pt x="30860" y="1170"/>
                    <a:pt x="30833" y="1170"/>
                  </a:cubicBezTo>
                  <a:cubicBezTo>
                    <a:pt x="30807" y="1170"/>
                    <a:pt x="30776" y="1155"/>
                    <a:pt x="30731" y="1125"/>
                  </a:cubicBezTo>
                  <a:cubicBezTo>
                    <a:pt x="30704" y="1116"/>
                    <a:pt x="30677" y="1112"/>
                    <a:pt x="30651" y="1112"/>
                  </a:cubicBezTo>
                  <a:cubicBezTo>
                    <a:pt x="30586" y="1112"/>
                    <a:pt x="30522" y="1134"/>
                    <a:pt x="30457" y="1155"/>
                  </a:cubicBezTo>
                  <a:lnTo>
                    <a:pt x="30214" y="1307"/>
                  </a:lnTo>
                  <a:cubicBezTo>
                    <a:pt x="30214" y="1189"/>
                    <a:pt x="30141" y="1145"/>
                    <a:pt x="30080" y="1145"/>
                  </a:cubicBezTo>
                  <a:cubicBezTo>
                    <a:pt x="30062" y="1145"/>
                    <a:pt x="30045" y="1148"/>
                    <a:pt x="30032" y="1155"/>
                  </a:cubicBezTo>
                  <a:cubicBezTo>
                    <a:pt x="29971" y="1216"/>
                    <a:pt x="29849" y="1216"/>
                    <a:pt x="29758" y="1216"/>
                  </a:cubicBezTo>
                  <a:lnTo>
                    <a:pt x="29667" y="1216"/>
                  </a:lnTo>
                  <a:cubicBezTo>
                    <a:pt x="29637" y="1277"/>
                    <a:pt x="29606" y="1338"/>
                    <a:pt x="29606" y="1398"/>
                  </a:cubicBezTo>
                  <a:lnTo>
                    <a:pt x="29515" y="1368"/>
                  </a:lnTo>
                  <a:cubicBezTo>
                    <a:pt x="29363" y="1307"/>
                    <a:pt x="29606" y="1246"/>
                    <a:pt x="29545" y="1186"/>
                  </a:cubicBezTo>
                  <a:lnTo>
                    <a:pt x="29545" y="1155"/>
                  </a:lnTo>
                  <a:cubicBezTo>
                    <a:pt x="29515" y="1155"/>
                    <a:pt x="29424" y="1186"/>
                    <a:pt x="29363" y="1246"/>
                  </a:cubicBezTo>
                  <a:lnTo>
                    <a:pt x="29272" y="1277"/>
                  </a:lnTo>
                  <a:lnTo>
                    <a:pt x="29241" y="1277"/>
                  </a:lnTo>
                  <a:cubicBezTo>
                    <a:pt x="29211" y="1246"/>
                    <a:pt x="29181" y="1186"/>
                    <a:pt x="29241" y="1155"/>
                  </a:cubicBezTo>
                  <a:cubicBezTo>
                    <a:pt x="29272" y="1125"/>
                    <a:pt x="29120" y="1125"/>
                    <a:pt x="29059" y="1125"/>
                  </a:cubicBezTo>
                  <a:cubicBezTo>
                    <a:pt x="28998" y="1125"/>
                    <a:pt x="28816" y="1155"/>
                    <a:pt x="28603" y="1216"/>
                  </a:cubicBezTo>
                  <a:lnTo>
                    <a:pt x="28299" y="1216"/>
                  </a:lnTo>
                  <a:cubicBezTo>
                    <a:pt x="28169" y="1216"/>
                    <a:pt x="28016" y="1283"/>
                    <a:pt x="27899" y="1283"/>
                  </a:cubicBezTo>
                  <a:cubicBezTo>
                    <a:pt x="27879" y="1283"/>
                    <a:pt x="27861" y="1281"/>
                    <a:pt x="27843" y="1277"/>
                  </a:cubicBezTo>
                  <a:cubicBezTo>
                    <a:pt x="27767" y="1231"/>
                    <a:pt x="27684" y="1208"/>
                    <a:pt x="27600" y="1208"/>
                  </a:cubicBezTo>
                  <a:cubicBezTo>
                    <a:pt x="27516" y="1208"/>
                    <a:pt x="27433" y="1231"/>
                    <a:pt x="27357" y="1277"/>
                  </a:cubicBezTo>
                  <a:cubicBezTo>
                    <a:pt x="27281" y="1292"/>
                    <a:pt x="27205" y="1300"/>
                    <a:pt x="27129" y="1300"/>
                  </a:cubicBezTo>
                  <a:cubicBezTo>
                    <a:pt x="27053" y="1300"/>
                    <a:pt x="26977" y="1292"/>
                    <a:pt x="26901" y="1277"/>
                  </a:cubicBezTo>
                  <a:lnTo>
                    <a:pt x="26779" y="1186"/>
                  </a:lnTo>
                  <a:cubicBezTo>
                    <a:pt x="26597" y="1216"/>
                    <a:pt x="26475" y="1246"/>
                    <a:pt x="26323" y="1338"/>
                  </a:cubicBezTo>
                  <a:lnTo>
                    <a:pt x="26232" y="1338"/>
                  </a:lnTo>
                  <a:lnTo>
                    <a:pt x="26111" y="1368"/>
                  </a:lnTo>
                  <a:cubicBezTo>
                    <a:pt x="26070" y="1360"/>
                    <a:pt x="26027" y="1356"/>
                    <a:pt x="25983" y="1356"/>
                  </a:cubicBezTo>
                  <a:cubicBezTo>
                    <a:pt x="25863" y="1356"/>
                    <a:pt x="25736" y="1384"/>
                    <a:pt x="25624" y="1429"/>
                  </a:cubicBezTo>
                  <a:lnTo>
                    <a:pt x="25412" y="1368"/>
                  </a:lnTo>
                  <a:cubicBezTo>
                    <a:pt x="25323" y="1361"/>
                    <a:pt x="25234" y="1357"/>
                    <a:pt x="25145" y="1357"/>
                  </a:cubicBezTo>
                  <a:cubicBezTo>
                    <a:pt x="24840" y="1357"/>
                    <a:pt x="24539" y="1402"/>
                    <a:pt x="24256" y="1520"/>
                  </a:cubicBezTo>
                  <a:lnTo>
                    <a:pt x="23649" y="1520"/>
                  </a:lnTo>
                  <a:lnTo>
                    <a:pt x="23527" y="1368"/>
                  </a:lnTo>
                  <a:cubicBezTo>
                    <a:pt x="23466" y="1368"/>
                    <a:pt x="23436" y="1368"/>
                    <a:pt x="23375" y="1398"/>
                  </a:cubicBezTo>
                  <a:lnTo>
                    <a:pt x="23284" y="1459"/>
                  </a:lnTo>
                  <a:cubicBezTo>
                    <a:pt x="23257" y="1464"/>
                    <a:pt x="23226" y="1465"/>
                    <a:pt x="23193" y="1465"/>
                  </a:cubicBezTo>
                  <a:cubicBezTo>
                    <a:pt x="23034" y="1465"/>
                    <a:pt x="22819" y="1422"/>
                    <a:pt x="22721" y="1422"/>
                  </a:cubicBezTo>
                  <a:cubicBezTo>
                    <a:pt x="22700" y="1422"/>
                    <a:pt x="22685" y="1424"/>
                    <a:pt x="22676" y="1429"/>
                  </a:cubicBezTo>
                  <a:cubicBezTo>
                    <a:pt x="22554" y="1520"/>
                    <a:pt x="22433" y="1550"/>
                    <a:pt x="22281" y="1550"/>
                  </a:cubicBezTo>
                  <a:cubicBezTo>
                    <a:pt x="22220" y="1550"/>
                    <a:pt x="22159" y="1550"/>
                    <a:pt x="22098" y="1581"/>
                  </a:cubicBezTo>
                  <a:cubicBezTo>
                    <a:pt x="22038" y="1611"/>
                    <a:pt x="22007" y="1672"/>
                    <a:pt x="21946" y="1702"/>
                  </a:cubicBezTo>
                  <a:lnTo>
                    <a:pt x="21855" y="1672"/>
                  </a:lnTo>
                  <a:cubicBezTo>
                    <a:pt x="21794" y="1642"/>
                    <a:pt x="21673" y="1611"/>
                    <a:pt x="21642" y="1611"/>
                  </a:cubicBezTo>
                  <a:lnTo>
                    <a:pt x="21490" y="1763"/>
                  </a:lnTo>
                  <a:cubicBezTo>
                    <a:pt x="21444" y="1740"/>
                    <a:pt x="21401" y="1730"/>
                    <a:pt x="21364" y="1730"/>
                  </a:cubicBezTo>
                  <a:cubicBezTo>
                    <a:pt x="21256" y="1730"/>
                    <a:pt x="21194" y="1809"/>
                    <a:pt x="21217" y="1854"/>
                  </a:cubicBezTo>
                  <a:cubicBezTo>
                    <a:pt x="21217" y="1915"/>
                    <a:pt x="21338" y="2037"/>
                    <a:pt x="21490" y="2128"/>
                  </a:cubicBezTo>
                  <a:lnTo>
                    <a:pt x="21399" y="2249"/>
                  </a:lnTo>
                  <a:lnTo>
                    <a:pt x="21278" y="2371"/>
                  </a:lnTo>
                  <a:cubicBezTo>
                    <a:pt x="21187" y="2310"/>
                    <a:pt x="21065" y="2249"/>
                    <a:pt x="20943" y="2189"/>
                  </a:cubicBezTo>
                  <a:lnTo>
                    <a:pt x="20883" y="2189"/>
                  </a:lnTo>
                  <a:cubicBezTo>
                    <a:pt x="20700" y="2219"/>
                    <a:pt x="20518" y="2249"/>
                    <a:pt x="20335" y="2249"/>
                  </a:cubicBezTo>
                  <a:cubicBezTo>
                    <a:pt x="20183" y="2249"/>
                    <a:pt x="20183" y="2037"/>
                    <a:pt x="20214" y="1976"/>
                  </a:cubicBezTo>
                  <a:cubicBezTo>
                    <a:pt x="20275" y="1915"/>
                    <a:pt x="20275" y="1854"/>
                    <a:pt x="20275" y="1854"/>
                  </a:cubicBezTo>
                  <a:lnTo>
                    <a:pt x="20275" y="1854"/>
                  </a:lnTo>
                  <a:cubicBezTo>
                    <a:pt x="20163" y="1877"/>
                    <a:pt x="20067" y="1948"/>
                    <a:pt x="19989" y="1948"/>
                  </a:cubicBezTo>
                  <a:cubicBezTo>
                    <a:pt x="19960" y="1948"/>
                    <a:pt x="19934" y="1939"/>
                    <a:pt x="19910" y="1915"/>
                  </a:cubicBezTo>
                  <a:cubicBezTo>
                    <a:pt x="19819" y="1854"/>
                    <a:pt x="19576" y="1915"/>
                    <a:pt x="19576" y="1733"/>
                  </a:cubicBezTo>
                  <a:cubicBezTo>
                    <a:pt x="19576" y="1702"/>
                    <a:pt x="19515" y="1702"/>
                    <a:pt x="19515" y="1702"/>
                  </a:cubicBezTo>
                  <a:cubicBezTo>
                    <a:pt x="19416" y="1764"/>
                    <a:pt x="19307" y="1781"/>
                    <a:pt x="19195" y="1781"/>
                  </a:cubicBezTo>
                  <a:cubicBezTo>
                    <a:pt x="19063" y="1781"/>
                    <a:pt x="18926" y="1758"/>
                    <a:pt x="18794" y="1758"/>
                  </a:cubicBezTo>
                  <a:cubicBezTo>
                    <a:pt x="18760" y="1758"/>
                    <a:pt x="18727" y="1759"/>
                    <a:pt x="18694" y="1763"/>
                  </a:cubicBezTo>
                  <a:cubicBezTo>
                    <a:pt x="18481" y="1794"/>
                    <a:pt x="18299" y="1824"/>
                    <a:pt x="18117" y="1854"/>
                  </a:cubicBezTo>
                  <a:lnTo>
                    <a:pt x="18025" y="1885"/>
                  </a:lnTo>
                  <a:cubicBezTo>
                    <a:pt x="17965" y="1930"/>
                    <a:pt x="17896" y="1953"/>
                    <a:pt x="17828" y="1953"/>
                  </a:cubicBezTo>
                  <a:cubicBezTo>
                    <a:pt x="17759" y="1953"/>
                    <a:pt x="17691" y="1930"/>
                    <a:pt x="17630" y="1885"/>
                  </a:cubicBezTo>
                  <a:cubicBezTo>
                    <a:pt x="17628" y="1882"/>
                    <a:pt x="17625" y="1881"/>
                    <a:pt x="17621" y="1881"/>
                  </a:cubicBezTo>
                  <a:cubicBezTo>
                    <a:pt x="17573" y="1881"/>
                    <a:pt x="17415" y="2044"/>
                    <a:pt x="17387" y="2128"/>
                  </a:cubicBezTo>
                  <a:cubicBezTo>
                    <a:pt x="17378" y="2156"/>
                    <a:pt x="17369" y="2166"/>
                    <a:pt x="17359" y="2166"/>
                  </a:cubicBezTo>
                  <a:cubicBezTo>
                    <a:pt x="17338" y="2166"/>
                    <a:pt x="17317" y="2109"/>
                    <a:pt x="17296" y="2067"/>
                  </a:cubicBezTo>
                  <a:cubicBezTo>
                    <a:pt x="17296" y="2031"/>
                    <a:pt x="17277" y="2019"/>
                    <a:pt x="17251" y="2019"/>
                  </a:cubicBezTo>
                  <a:cubicBezTo>
                    <a:pt x="17210" y="2019"/>
                    <a:pt x="17150" y="2049"/>
                    <a:pt x="17113" y="2067"/>
                  </a:cubicBezTo>
                  <a:cubicBezTo>
                    <a:pt x="17109" y="2071"/>
                    <a:pt x="17105" y="2073"/>
                    <a:pt x="17100" y="2073"/>
                  </a:cubicBezTo>
                  <a:cubicBezTo>
                    <a:pt x="17067" y="2073"/>
                    <a:pt x="17014" y="1994"/>
                    <a:pt x="16962" y="1915"/>
                  </a:cubicBezTo>
                  <a:lnTo>
                    <a:pt x="16779" y="1946"/>
                  </a:lnTo>
                  <a:cubicBezTo>
                    <a:pt x="16675" y="1972"/>
                    <a:pt x="16570" y="2043"/>
                    <a:pt x="16504" y="2043"/>
                  </a:cubicBezTo>
                  <a:cubicBezTo>
                    <a:pt x="16493" y="2043"/>
                    <a:pt x="16484" y="2041"/>
                    <a:pt x="16475" y="2037"/>
                  </a:cubicBezTo>
                  <a:cubicBezTo>
                    <a:pt x="16427" y="2001"/>
                    <a:pt x="16384" y="1989"/>
                    <a:pt x="16346" y="1989"/>
                  </a:cubicBezTo>
                  <a:cubicBezTo>
                    <a:pt x="16287" y="1989"/>
                    <a:pt x="16239" y="2018"/>
                    <a:pt x="16202" y="2037"/>
                  </a:cubicBezTo>
                  <a:cubicBezTo>
                    <a:pt x="16126" y="2052"/>
                    <a:pt x="16050" y="2059"/>
                    <a:pt x="15974" y="2059"/>
                  </a:cubicBezTo>
                  <a:cubicBezTo>
                    <a:pt x="15898" y="2059"/>
                    <a:pt x="15822" y="2052"/>
                    <a:pt x="15746" y="2037"/>
                  </a:cubicBezTo>
                  <a:cubicBezTo>
                    <a:pt x="15719" y="2028"/>
                    <a:pt x="15684" y="2024"/>
                    <a:pt x="15649" y="2024"/>
                  </a:cubicBezTo>
                  <a:cubicBezTo>
                    <a:pt x="15563" y="2024"/>
                    <a:pt x="15472" y="2046"/>
                    <a:pt x="15472" y="2067"/>
                  </a:cubicBezTo>
                  <a:cubicBezTo>
                    <a:pt x="15445" y="2161"/>
                    <a:pt x="15394" y="2190"/>
                    <a:pt x="15338" y="2190"/>
                  </a:cubicBezTo>
                  <a:cubicBezTo>
                    <a:pt x="15268" y="2190"/>
                    <a:pt x="15189" y="2145"/>
                    <a:pt x="15138" y="2128"/>
                  </a:cubicBezTo>
                  <a:cubicBezTo>
                    <a:pt x="15097" y="2101"/>
                    <a:pt x="15062" y="2086"/>
                    <a:pt x="15033" y="2086"/>
                  </a:cubicBezTo>
                  <a:cubicBezTo>
                    <a:pt x="14998" y="2086"/>
                    <a:pt x="14972" y="2108"/>
                    <a:pt x="14955" y="2158"/>
                  </a:cubicBezTo>
                  <a:cubicBezTo>
                    <a:pt x="14925" y="2234"/>
                    <a:pt x="14895" y="2265"/>
                    <a:pt x="14857" y="2265"/>
                  </a:cubicBezTo>
                  <a:cubicBezTo>
                    <a:pt x="14819" y="2265"/>
                    <a:pt x="14773" y="2234"/>
                    <a:pt x="14712" y="2189"/>
                  </a:cubicBezTo>
                  <a:cubicBezTo>
                    <a:pt x="14690" y="2166"/>
                    <a:pt x="14667" y="2095"/>
                    <a:pt x="14609" y="2095"/>
                  </a:cubicBezTo>
                  <a:cubicBezTo>
                    <a:pt x="14588" y="2095"/>
                    <a:pt x="14562" y="2104"/>
                    <a:pt x="14530" y="2128"/>
                  </a:cubicBezTo>
                  <a:lnTo>
                    <a:pt x="14469" y="2189"/>
                  </a:lnTo>
                  <a:cubicBezTo>
                    <a:pt x="14378" y="2249"/>
                    <a:pt x="14226" y="2493"/>
                    <a:pt x="14135" y="2493"/>
                  </a:cubicBezTo>
                  <a:cubicBezTo>
                    <a:pt x="14013" y="2462"/>
                    <a:pt x="13952" y="2401"/>
                    <a:pt x="13892" y="2310"/>
                  </a:cubicBezTo>
                  <a:cubicBezTo>
                    <a:pt x="13892" y="2295"/>
                    <a:pt x="13831" y="2287"/>
                    <a:pt x="13732" y="2287"/>
                  </a:cubicBezTo>
                  <a:cubicBezTo>
                    <a:pt x="13633" y="2287"/>
                    <a:pt x="13496" y="2295"/>
                    <a:pt x="13344" y="2310"/>
                  </a:cubicBezTo>
                  <a:lnTo>
                    <a:pt x="13101" y="2371"/>
                  </a:lnTo>
                  <a:lnTo>
                    <a:pt x="13040" y="2371"/>
                  </a:lnTo>
                  <a:cubicBezTo>
                    <a:pt x="13010" y="2401"/>
                    <a:pt x="12949" y="2493"/>
                    <a:pt x="12888" y="2553"/>
                  </a:cubicBezTo>
                  <a:lnTo>
                    <a:pt x="12797" y="2462"/>
                  </a:lnTo>
                  <a:cubicBezTo>
                    <a:pt x="12737" y="2401"/>
                    <a:pt x="12676" y="2379"/>
                    <a:pt x="12607" y="2379"/>
                  </a:cubicBezTo>
                  <a:cubicBezTo>
                    <a:pt x="12539" y="2379"/>
                    <a:pt x="12463" y="2401"/>
                    <a:pt x="12372" y="2432"/>
                  </a:cubicBezTo>
                  <a:cubicBezTo>
                    <a:pt x="12159" y="2462"/>
                    <a:pt x="11916" y="2493"/>
                    <a:pt x="11673" y="2523"/>
                  </a:cubicBezTo>
                  <a:lnTo>
                    <a:pt x="11581" y="2523"/>
                  </a:lnTo>
                  <a:cubicBezTo>
                    <a:pt x="11551" y="2569"/>
                    <a:pt x="11483" y="2584"/>
                    <a:pt x="11414" y="2584"/>
                  </a:cubicBezTo>
                  <a:cubicBezTo>
                    <a:pt x="11346" y="2584"/>
                    <a:pt x="11278" y="2569"/>
                    <a:pt x="11247" y="2553"/>
                  </a:cubicBezTo>
                  <a:cubicBezTo>
                    <a:pt x="11243" y="2545"/>
                    <a:pt x="11238" y="2541"/>
                    <a:pt x="11231" y="2541"/>
                  </a:cubicBezTo>
                  <a:cubicBezTo>
                    <a:pt x="11193" y="2541"/>
                    <a:pt x="11126" y="2688"/>
                    <a:pt x="11126" y="2766"/>
                  </a:cubicBezTo>
                  <a:cubicBezTo>
                    <a:pt x="11156" y="2857"/>
                    <a:pt x="11156" y="2979"/>
                    <a:pt x="11156" y="3101"/>
                  </a:cubicBezTo>
                  <a:cubicBezTo>
                    <a:pt x="11147" y="3119"/>
                    <a:pt x="11131" y="3127"/>
                    <a:pt x="11115" y="3127"/>
                  </a:cubicBezTo>
                  <a:cubicBezTo>
                    <a:pt x="11078" y="3127"/>
                    <a:pt x="11034" y="3091"/>
                    <a:pt x="11034" y="3070"/>
                  </a:cubicBezTo>
                  <a:cubicBezTo>
                    <a:pt x="11029" y="3065"/>
                    <a:pt x="11018" y="3062"/>
                    <a:pt x="11004" y="3062"/>
                  </a:cubicBezTo>
                  <a:cubicBezTo>
                    <a:pt x="10941" y="3062"/>
                    <a:pt x="10810" y="3112"/>
                    <a:pt x="10761" y="3161"/>
                  </a:cubicBezTo>
                  <a:cubicBezTo>
                    <a:pt x="10754" y="3164"/>
                    <a:pt x="10747" y="3165"/>
                    <a:pt x="10741" y="3165"/>
                  </a:cubicBezTo>
                  <a:cubicBezTo>
                    <a:pt x="10661" y="3165"/>
                    <a:pt x="10609" y="3005"/>
                    <a:pt x="10609" y="2949"/>
                  </a:cubicBezTo>
                  <a:cubicBezTo>
                    <a:pt x="10609" y="2888"/>
                    <a:pt x="10578" y="2827"/>
                    <a:pt x="10548" y="2827"/>
                  </a:cubicBezTo>
                  <a:cubicBezTo>
                    <a:pt x="10457" y="2797"/>
                    <a:pt x="10335" y="2766"/>
                    <a:pt x="10244" y="2766"/>
                  </a:cubicBezTo>
                  <a:lnTo>
                    <a:pt x="10122" y="2766"/>
                  </a:lnTo>
                  <a:cubicBezTo>
                    <a:pt x="10031" y="2766"/>
                    <a:pt x="9940" y="2797"/>
                    <a:pt x="9849" y="2827"/>
                  </a:cubicBezTo>
                  <a:cubicBezTo>
                    <a:pt x="9849" y="2857"/>
                    <a:pt x="9697" y="3131"/>
                    <a:pt x="9545" y="3131"/>
                  </a:cubicBezTo>
                  <a:cubicBezTo>
                    <a:pt x="9423" y="3131"/>
                    <a:pt x="9454" y="3009"/>
                    <a:pt x="9515" y="2979"/>
                  </a:cubicBezTo>
                  <a:cubicBezTo>
                    <a:pt x="9558" y="2957"/>
                    <a:pt x="9509" y="2936"/>
                    <a:pt x="9413" y="2936"/>
                  </a:cubicBezTo>
                  <a:cubicBezTo>
                    <a:pt x="9373" y="2936"/>
                    <a:pt x="9325" y="2940"/>
                    <a:pt x="9271" y="2949"/>
                  </a:cubicBezTo>
                  <a:lnTo>
                    <a:pt x="9089" y="2888"/>
                  </a:lnTo>
                  <a:lnTo>
                    <a:pt x="8907" y="2827"/>
                  </a:lnTo>
                  <a:cubicBezTo>
                    <a:pt x="8755" y="2949"/>
                    <a:pt x="8572" y="3009"/>
                    <a:pt x="8390" y="3009"/>
                  </a:cubicBezTo>
                  <a:lnTo>
                    <a:pt x="8299" y="2979"/>
                  </a:lnTo>
                  <a:lnTo>
                    <a:pt x="8238" y="2979"/>
                  </a:lnTo>
                  <a:cubicBezTo>
                    <a:pt x="8208" y="2979"/>
                    <a:pt x="8177" y="3009"/>
                    <a:pt x="8177" y="3070"/>
                  </a:cubicBezTo>
                  <a:cubicBezTo>
                    <a:pt x="8268" y="3101"/>
                    <a:pt x="8329" y="3161"/>
                    <a:pt x="8420" y="3192"/>
                  </a:cubicBezTo>
                  <a:lnTo>
                    <a:pt x="8512" y="3222"/>
                  </a:lnTo>
                  <a:cubicBezTo>
                    <a:pt x="8529" y="3213"/>
                    <a:pt x="8547" y="3210"/>
                    <a:pt x="8565" y="3210"/>
                  </a:cubicBezTo>
                  <a:cubicBezTo>
                    <a:pt x="8608" y="3210"/>
                    <a:pt x="8651" y="3231"/>
                    <a:pt x="8694" y="3253"/>
                  </a:cubicBezTo>
                  <a:cubicBezTo>
                    <a:pt x="8572" y="3313"/>
                    <a:pt x="8451" y="3374"/>
                    <a:pt x="8299" y="3404"/>
                  </a:cubicBezTo>
                  <a:cubicBezTo>
                    <a:pt x="8208" y="3465"/>
                    <a:pt x="8177" y="3526"/>
                    <a:pt x="8177" y="3556"/>
                  </a:cubicBezTo>
                  <a:cubicBezTo>
                    <a:pt x="8268" y="3617"/>
                    <a:pt x="8360" y="3678"/>
                    <a:pt x="8451" y="3708"/>
                  </a:cubicBezTo>
                  <a:cubicBezTo>
                    <a:pt x="8484" y="3731"/>
                    <a:pt x="8517" y="3749"/>
                    <a:pt x="8549" y="3766"/>
                  </a:cubicBezTo>
                  <a:lnTo>
                    <a:pt x="8549" y="3766"/>
                  </a:lnTo>
                  <a:cubicBezTo>
                    <a:pt x="8491" y="3788"/>
                    <a:pt x="8425" y="3800"/>
                    <a:pt x="8360" y="3800"/>
                  </a:cubicBezTo>
                  <a:lnTo>
                    <a:pt x="8360" y="3860"/>
                  </a:lnTo>
                  <a:lnTo>
                    <a:pt x="8360" y="3921"/>
                  </a:lnTo>
                  <a:cubicBezTo>
                    <a:pt x="8390" y="3952"/>
                    <a:pt x="8238" y="4012"/>
                    <a:pt x="8177" y="4012"/>
                  </a:cubicBezTo>
                  <a:cubicBezTo>
                    <a:pt x="8116" y="4012"/>
                    <a:pt x="8056" y="3982"/>
                    <a:pt x="8056" y="3982"/>
                  </a:cubicBezTo>
                  <a:lnTo>
                    <a:pt x="8177" y="3708"/>
                  </a:lnTo>
                  <a:cubicBezTo>
                    <a:pt x="8208" y="3648"/>
                    <a:pt x="8147" y="3587"/>
                    <a:pt x="8025" y="3556"/>
                  </a:cubicBezTo>
                  <a:lnTo>
                    <a:pt x="8025" y="3678"/>
                  </a:lnTo>
                  <a:cubicBezTo>
                    <a:pt x="8025" y="3708"/>
                    <a:pt x="8056" y="3769"/>
                    <a:pt x="8025" y="3800"/>
                  </a:cubicBezTo>
                  <a:lnTo>
                    <a:pt x="7995" y="3830"/>
                  </a:lnTo>
                  <a:cubicBezTo>
                    <a:pt x="7904" y="3830"/>
                    <a:pt x="7873" y="3830"/>
                    <a:pt x="7873" y="3800"/>
                  </a:cubicBezTo>
                  <a:lnTo>
                    <a:pt x="7873" y="3739"/>
                  </a:lnTo>
                  <a:cubicBezTo>
                    <a:pt x="7843" y="3678"/>
                    <a:pt x="7782" y="3617"/>
                    <a:pt x="7721" y="3556"/>
                  </a:cubicBezTo>
                  <a:lnTo>
                    <a:pt x="7630" y="3496"/>
                  </a:lnTo>
                  <a:lnTo>
                    <a:pt x="7569" y="3465"/>
                  </a:lnTo>
                  <a:cubicBezTo>
                    <a:pt x="7563" y="3463"/>
                    <a:pt x="7558" y="3462"/>
                    <a:pt x="7553" y="3462"/>
                  </a:cubicBezTo>
                  <a:cubicBezTo>
                    <a:pt x="7482" y="3462"/>
                    <a:pt x="7510" y="3652"/>
                    <a:pt x="7539" y="3708"/>
                  </a:cubicBezTo>
                  <a:cubicBezTo>
                    <a:pt x="7600" y="3769"/>
                    <a:pt x="7478" y="3860"/>
                    <a:pt x="7417" y="3891"/>
                  </a:cubicBezTo>
                  <a:cubicBezTo>
                    <a:pt x="7356" y="3921"/>
                    <a:pt x="7630" y="3952"/>
                    <a:pt x="7691" y="3952"/>
                  </a:cubicBezTo>
                  <a:cubicBezTo>
                    <a:pt x="7782" y="3952"/>
                    <a:pt x="7782" y="4012"/>
                    <a:pt x="7752" y="4043"/>
                  </a:cubicBezTo>
                  <a:lnTo>
                    <a:pt x="7691" y="4073"/>
                  </a:lnTo>
                  <a:lnTo>
                    <a:pt x="7478" y="4225"/>
                  </a:lnTo>
                  <a:cubicBezTo>
                    <a:pt x="7355" y="4151"/>
                    <a:pt x="7151" y="4057"/>
                    <a:pt x="7062" y="4057"/>
                  </a:cubicBezTo>
                  <a:cubicBezTo>
                    <a:pt x="7042" y="4057"/>
                    <a:pt x="7028" y="4062"/>
                    <a:pt x="7022" y="4073"/>
                  </a:cubicBezTo>
                  <a:cubicBezTo>
                    <a:pt x="6931" y="4164"/>
                    <a:pt x="6840" y="4225"/>
                    <a:pt x="6718" y="4286"/>
                  </a:cubicBezTo>
                  <a:lnTo>
                    <a:pt x="6657" y="4256"/>
                  </a:lnTo>
                  <a:lnTo>
                    <a:pt x="6414" y="4164"/>
                  </a:lnTo>
                  <a:lnTo>
                    <a:pt x="6414" y="4164"/>
                  </a:lnTo>
                  <a:cubicBezTo>
                    <a:pt x="6262" y="4316"/>
                    <a:pt x="6293" y="4438"/>
                    <a:pt x="6445" y="4438"/>
                  </a:cubicBezTo>
                  <a:lnTo>
                    <a:pt x="6566" y="4468"/>
                  </a:lnTo>
                  <a:lnTo>
                    <a:pt x="6657" y="4529"/>
                  </a:lnTo>
                  <a:cubicBezTo>
                    <a:pt x="6742" y="4571"/>
                    <a:pt x="6833" y="4594"/>
                    <a:pt x="6925" y="4594"/>
                  </a:cubicBezTo>
                  <a:cubicBezTo>
                    <a:pt x="7031" y="4594"/>
                    <a:pt x="7137" y="4564"/>
                    <a:pt x="7235" y="4499"/>
                  </a:cubicBezTo>
                  <a:lnTo>
                    <a:pt x="7417" y="4468"/>
                  </a:lnTo>
                  <a:lnTo>
                    <a:pt x="7630" y="4408"/>
                  </a:lnTo>
                  <a:cubicBezTo>
                    <a:pt x="7727" y="4577"/>
                    <a:pt x="7862" y="4669"/>
                    <a:pt x="7944" y="4669"/>
                  </a:cubicBezTo>
                  <a:cubicBezTo>
                    <a:pt x="7965" y="4669"/>
                    <a:pt x="7982" y="4663"/>
                    <a:pt x="7995" y="4651"/>
                  </a:cubicBezTo>
                  <a:lnTo>
                    <a:pt x="8056" y="4620"/>
                  </a:lnTo>
                  <a:cubicBezTo>
                    <a:pt x="8071" y="4605"/>
                    <a:pt x="8094" y="4598"/>
                    <a:pt x="8113" y="4598"/>
                  </a:cubicBezTo>
                  <a:cubicBezTo>
                    <a:pt x="8132" y="4598"/>
                    <a:pt x="8147" y="4605"/>
                    <a:pt x="8147" y="4620"/>
                  </a:cubicBezTo>
                  <a:cubicBezTo>
                    <a:pt x="8177" y="4651"/>
                    <a:pt x="8208" y="4681"/>
                    <a:pt x="8208" y="4712"/>
                  </a:cubicBezTo>
                  <a:cubicBezTo>
                    <a:pt x="8177" y="4803"/>
                    <a:pt x="8147" y="4863"/>
                    <a:pt x="8116" y="4955"/>
                  </a:cubicBezTo>
                  <a:lnTo>
                    <a:pt x="8360" y="4955"/>
                  </a:lnTo>
                  <a:cubicBezTo>
                    <a:pt x="8420" y="4955"/>
                    <a:pt x="8481" y="4955"/>
                    <a:pt x="8542" y="4985"/>
                  </a:cubicBezTo>
                  <a:lnTo>
                    <a:pt x="8633" y="5046"/>
                  </a:lnTo>
                  <a:cubicBezTo>
                    <a:pt x="8755" y="4955"/>
                    <a:pt x="8876" y="4894"/>
                    <a:pt x="9028" y="4863"/>
                  </a:cubicBezTo>
                  <a:lnTo>
                    <a:pt x="9150" y="4833"/>
                  </a:lnTo>
                  <a:lnTo>
                    <a:pt x="9180" y="4833"/>
                  </a:lnTo>
                  <a:cubicBezTo>
                    <a:pt x="9241" y="4833"/>
                    <a:pt x="9241" y="4772"/>
                    <a:pt x="9241" y="4742"/>
                  </a:cubicBezTo>
                  <a:lnTo>
                    <a:pt x="9211" y="4712"/>
                  </a:lnTo>
                  <a:lnTo>
                    <a:pt x="9180" y="4681"/>
                  </a:lnTo>
                  <a:cubicBezTo>
                    <a:pt x="9089" y="4681"/>
                    <a:pt x="9150" y="4620"/>
                    <a:pt x="9211" y="4590"/>
                  </a:cubicBezTo>
                  <a:cubicBezTo>
                    <a:pt x="9241" y="4590"/>
                    <a:pt x="9150" y="4529"/>
                    <a:pt x="9119" y="4529"/>
                  </a:cubicBezTo>
                  <a:cubicBezTo>
                    <a:pt x="9059" y="4499"/>
                    <a:pt x="9119" y="4438"/>
                    <a:pt x="9211" y="4377"/>
                  </a:cubicBezTo>
                  <a:lnTo>
                    <a:pt x="9271" y="4377"/>
                  </a:lnTo>
                  <a:cubicBezTo>
                    <a:pt x="9363" y="4408"/>
                    <a:pt x="9423" y="4468"/>
                    <a:pt x="9454" y="4529"/>
                  </a:cubicBezTo>
                  <a:lnTo>
                    <a:pt x="9515" y="4651"/>
                  </a:lnTo>
                  <a:cubicBezTo>
                    <a:pt x="9553" y="4766"/>
                    <a:pt x="9616" y="4809"/>
                    <a:pt x="9672" y="4809"/>
                  </a:cubicBezTo>
                  <a:cubicBezTo>
                    <a:pt x="9705" y="4809"/>
                    <a:pt x="9735" y="4795"/>
                    <a:pt x="9758" y="4772"/>
                  </a:cubicBezTo>
                  <a:cubicBezTo>
                    <a:pt x="9764" y="4759"/>
                    <a:pt x="9772" y="4753"/>
                    <a:pt x="9780" y="4753"/>
                  </a:cubicBezTo>
                  <a:cubicBezTo>
                    <a:pt x="9811" y="4753"/>
                    <a:pt x="9849" y="4835"/>
                    <a:pt x="9849" y="4955"/>
                  </a:cubicBezTo>
                  <a:lnTo>
                    <a:pt x="9697" y="5046"/>
                  </a:lnTo>
                  <a:cubicBezTo>
                    <a:pt x="9545" y="5107"/>
                    <a:pt x="9332" y="5137"/>
                    <a:pt x="9241" y="5319"/>
                  </a:cubicBezTo>
                  <a:cubicBezTo>
                    <a:pt x="9220" y="5341"/>
                    <a:pt x="9183" y="5362"/>
                    <a:pt x="9152" y="5362"/>
                  </a:cubicBezTo>
                  <a:cubicBezTo>
                    <a:pt x="9140" y="5362"/>
                    <a:pt x="9128" y="5359"/>
                    <a:pt x="9119" y="5350"/>
                  </a:cubicBezTo>
                  <a:cubicBezTo>
                    <a:pt x="9028" y="5319"/>
                    <a:pt x="8876" y="5259"/>
                    <a:pt x="8846" y="5198"/>
                  </a:cubicBezTo>
                  <a:cubicBezTo>
                    <a:pt x="8826" y="5117"/>
                    <a:pt x="8778" y="5103"/>
                    <a:pt x="8722" y="5103"/>
                  </a:cubicBezTo>
                  <a:cubicBezTo>
                    <a:pt x="8694" y="5103"/>
                    <a:pt x="8663" y="5107"/>
                    <a:pt x="8633" y="5107"/>
                  </a:cubicBezTo>
                  <a:cubicBezTo>
                    <a:pt x="8512" y="5137"/>
                    <a:pt x="8360" y="5198"/>
                    <a:pt x="8238" y="5228"/>
                  </a:cubicBezTo>
                  <a:cubicBezTo>
                    <a:pt x="8178" y="5264"/>
                    <a:pt x="8137" y="5281"/>
                    <a:pt x="8107" y="5281"/>
                  </a:cubicBezTo>
                  <a:cubicBezTo>
                    <a:pt x="8062" y="5281"/>
                    <a:pt x="8044" y="5241"/>
                    <a:pt x="8025" y="5167"/>
                  </a:cubicBezTo>
                  <a:lnTo>
                    <a:pt x="8025" y="5076"/>
                  </a:lnTo>
                  <a:cubicBezTo>
                    <a:pt x="7904" y="5137"/>
                    <a:pt x="7660" y="5441"/>
                    <a:pt x="7569" y="5502"/>
                  </a:cubicBezTo>
                  <a:cubicBezTo>
                    <a:pt x="7537" y="5523"/>
                    <a:pt x="7501" y="5533"/>
                    <a:pt x="7466" y="5533"/>
                  </a:cubicBezTo>
                  <a:cubicBezTo>
                    <a:pt x="7403" y="5533"/>
                    <a:pt x="7346" y="5500"/>
                    <a:pt x="7326" y="5441"/>
                  </a:cubicBezTo>
                  <a:cubicBezTo>
                    <a:pt x="7311" y="5411"/>
                    <a:pt x="7288" y="5395"/>
                    <a:pt x="7261" y="5395"/>
                  </a:cubicBezTo>
                  <a:cubicBezTo>
                    <a:pt x="7235" y="5395"/>
                    <a:pt x="7204" y="5411"/>
                    <a:pt x="7174" y="5441"/>
                  </a:cubicBezTo>
                  <a:lnTo>
                    <a:pt x="7113" y="5502"/>
                  </a:lnTo>
                  <a:cubicBezTo>
                    <a:pt x="7053" y="5532"/>
                    <a:pt x="6992" y="5623"/>
                    <a:pt x="6992" y="5654"/>
                  </a:cubicBezTo>
                  <a:lnTo>
                    <a:pt x="7053" y="5715"/>
                  </a:lnTo>
                  <a:cubicBezTo>
                    <a:pt x="7083" y="5806"/>
                    <a:pt x="7144" y="5867"/>
                    <a:pt x="7174" y="5867"/>
                  </a:cubicBezTo>
                  <a:lnTo>
                    <a:pt x="7174" y="5927"/>
                  </a:lnTo>
                  <a:cubicBezTo>
                    <a:pt x="7193" y="5965"/>
                    <a:pt x="7235" y="5991"/>
                    <a:pt x="7286" y="5991"/>
                  </a:cubicBezTo>
                  <a:cubicBezTo>
                    <a:pt x="7317" y="5991"/>
                    <a:pt x="7352" y="5981"/>
                    <a:pt x="7387" y="5958"/>
                  </a:cubicBezTo>
                  <a:lnTo>
                    <a:pt x="7387" y="6079"/>
                  </a:lnTo>
                  <a:lnTo>
                    <a:pt x="7387" y="6231"/>
                  </a:lnTo>
                  <a:cubicBezTo>
                    <a:pt x="7539" y="6353"/>
                    <a:pt x="7569" y="6474"/>
                    <a:pt x="7448" y="6474"/>
                  </a:cubicBezTo>
                  <a:lnTo>
                    <a:pt x="7356" y="6444"/>
                  </a:lnTo>
                  <a:cubicBezTo>
                    <a:pt x="7306" y="6411"/>
                    <a:pt x="7266" y="6387"/>
                    <a:pt x="7229" y="6387"/>
                  </a:cubicBezTo>
                  <a:cubicBezTo>
                    <a:pt x="7199" y="6387"/>
                    <a:pt x="7171" y="6403"/>
                    <a:pt x="7144" y="6444"/>
                  </a:cubicBezTo>
                  <a:cubicBezTo>
                    <a:pt x="7083" y="6535"/>
                    <a:pt x="6961" y="6505"/>
                    <a:pt x="6870" y="6535"/>
                  </a:cubicBezTo>
                  <a:cubicBezTo>
                    <a:pt x="6809" y="6566"/>
                    <a:pt x="6718" y="6596"/>
                    <a:pt x="6688" y="6657"/>
                  </a:cubicBezTo>
                  <a:lnTo>
                    <a:pt x="6688" y="6687"/>
                  </a:lnTo>
                  <a:lnTo>
                    <a:pt x="6688" y="6718"/>
                  </a:lnTo>
                  <a:cubicBezTo>
                    <a:pt x="6597" y="6809"/>
                    <a:pt x="6505" y="6900"/>
                    <a:pt x="6414" y="6991"/>
                  </a:cubicBezTo>
                  <a:cubicBezTo>
                    <a:pt x="6323" y="7052"/>
                    <a:pt x="6445" y="7113"/>
                    <a:pt x="6475" y="7113"/>
                  </a:cubicBezTo>
                  <a:cubicBezTo>
                    <a:pt x="6505" y="7113"/>
                    <a:pt x="6779" y="7265"/>
                    <a:pt x="6749" y="7295"/>
                  </a:cubicBezTo>
                  <a:cubicBezTo>
                    <a:pt x="6657" y="7356"/>
                    <a:pt x="6597" y="7447"/>
                    <a:pt x="6566" y="7508"/>
                  </a:cubicBezTo>
                  <a:lnTo>
                    <a:pt x="6566" y="7599"/>
                  </a:lnTo>
                  <a:lnTo>
                    <a:pt x="6566" y="7690"/>
                  </a:lnTo>
                  <a:cubicBezTo>
                    <a:pt x="6505" y="7781"/>
                    <a:pt x="6384" y="7842"/>
                    <a:pt x="6262" y="7842"/>
                  </a:cubicBezTo>
                  <a:lnTo>
                    <a:pt x="6201" y="7842"/>
                  </a:lnTo>
                  <a:cubicBezTo>
                    <a:pt x="6171" y="7812"/>
                    <a:pt x="6384" y="7417"/>
                    <a:pt x="6293" y="7356"/>
                  </a:cubicBezTo>
                  <a:cubicBezTo>
                    <a:pt x="6171" y="7265"/>
                    <a:pt x="6080" y="7234"/>
                    <a:pt x="6080" y="7234"/>
                  </a:cubicBezTo>
                  <a:lnTo>
                    <a:pt x="5989" y="7265"/>
                  </a:lnTo>
                  <a:lnTo>
                    <a:pt x="5958" y="7265"/>
                  </a:lnTo>
                  <a:cubicBezTo>
                    <a:pt x="5837" y="7234"/>
                    <a:pt x="5533" y="7113"/>
                    <a:pt x="5472" y="7052"/>
                  </a:cubicBezTo>
                  <a:cubicBezTo>
                    <a:pt x="5466" y="7049"/>
                    <a:pt x="5459" y="7047"/>
                    <a:pt x="5453" y="7047"/>
                  </a:cubicBezTo>
                  <a:cubicBezTo>
                    <a:pt x="5400" y="7047"/>
                    <a:pt x="5357" y="7159"/>
                    <a:pt x="5411" y="7295"/>
                  </a:cubicBezTo>
                  <a:lnTo>
                    <a:pt x="5350" y="7386"/>
                  </a:lnTo>
                  <a:lnTo>
                    <a:pt x="5290" y="7478"/>
                  </a:lnTo>
                  <a:cubicBezTo>
                    <a:pt x="5264" y="7486"/>
                    <a:pt x="5239" y="7490"/>
                    <a:pt x="5216" y="7490"/>
                  </a:cubicBezTo>
                  <a:cubicBezTo>
                    <a:pt x="5078" y="7490"/>
                    <a:pt x="5003" y="7352"/>
                    <a:pt x="5107" y="7326"/>
                  </a:cubicBezTo>
                  <a:cubicBezTo>
                    <a:pt x="5198" y="7326"/>
                    <a:pt x="5229" y="7265"/>
                    <a:pt x="5138" y="7204"/>
                  </a:cubicBezTo>
                  <a:lnTo>
                    <a:pt x="5138" y="7204"/>
                  </a:lnTo>
                  <a:lnTo>
                    <a:pt x="5046" y="7234"/>
                  </a:lnTo>
                  <a:lnTo>
                    <a:pt x="4864" y="7265"/>
                  </a:lnTo>
                  <a:lnTo>
                    <a:pt x="4378" y="7022"/>
                  </a:lnTo>
                  <a:lnTo>
                    <a:pt x="4317" y="7022"/>
                  </a:lnTo>
                  <a:cubicBezTo>
                    <a:pt x="4286" y="7022"/>
                    <a:pt x="4256" y="7052"/>
                    <a:pt x="4256" y="7082"/>
                  </a:cubicBezTo>
                  <a:lnTo>
                    <a:pt x="4256" y="7174"/>
                  </a:lnTo>
                  <a:cubicBezTo>
                    <a:pt x="4256" y="7234"/>
                    <a:pt x="3983" y="7386"/>
                    <a:pt x="3922" y="7386"/>
                  </a:cubicBezTo>
                  <a:cubicBezTo>
                    <a:pt x="3912" y="7390"/>
                    <a:pt x="3903" y="7391"/>
                    <a:pt x="3894" y="7391"/>
                  </a:cubicBezTo>
                  <a:cubicBezTo>
                    <a:pt x="3825" y="7391"/>
                    <a:pt x="3803" y="7289"/>
                    <a:pt x="3831" y="7234"/>
                  </a:cubicBezTo>
                  <a:cubicBezTo>
                    <a:pt x="3831" y="7220"/>
                    <a:pt x="3822" y="7214"/>
                    <a:pt x="3809" y="7214"/>
                  </a:cubicBezTo>
                  <a:cubicBezTo>
                    <a:pt x="3765" y="7214"/>
                    <a:pt x="3664" y="7279"/>
                    <a:pt x="3618" y="7326"/>
                  </a:cubicBezTo>
                  <a:cubicBezTo>
                    <a:pt x="3587" y="7356"/>
                    <a:pt x="3648" y="7538"/>
                    <a:pt x="3679" y="7599"/>
                  </a:cubicBezTo>
                  <a:cubicBezTo>
                    <a:pt x="3709" y="7660"/>
                    <a:pt x="3739" y="7721"/>
                    <a:pt x="3739" y="7781"/>
                  </a:cubicBezTo>
                  <a:lnTo>
                    <a:pt x="3739" y="7812"/>
                  </a:lnTo>
                  <a:cubicBezTo>
                    <a:pt x="3674" y="7877"/>
                    <a:pt x="3592" y="7907"/>
                    <a:pt x="3506" y="7907"/>
                  </a:cubicBezTo>
                  <a:cubicBezTo>
                    <a:pt x="3431" y="7907"/>
                    <a:pt x="3354" y="7885"/>
                    <a:pt x="3283" y="7842"/>
                  </a:cubicBezTo>
                  <a:lnTo>
                    <a:pt x="3253" y="7781"/>
                  </a:lnTo>
                  <a:cubicBezTo>
                    <a:pt x="3247" y="7770"/>
                    <a:pt x="3237" y="7765"/>
                    <a:pt x="3225" y="7765"/>
                  </a:cubicBezTo>
                  <a:cubicBezTo>
                    <a:pt x="3170" y="7765"/>
                    <a:pt x="3065" y="7859"/>
                    <a:pt x="3040" y="7933"/>
                  </a:cubicBezTo>
                  <a:cubicBezTo>
                    <a:pt x="3034" y="7940"/>
                    <a:pt x="3027" y="7943"/>
                    <a:pt x="3021" y="7943"/>
                  </a:cubicBezTo>
                  <a:cubicBezTo>
                    <a:pt x="2973" y="7943"/>
                    <a:pt x="2949" y="7741"/>
                    <a:pt x="2949" y="7660"/>
                  </a:cubicBezTo>
                  <a:cubicBezTo>
                    <a:pt x="2949" y="7599"/>
                    <a:pt x="3101" y="7508"/>
                    <a:pt x="3162" y="7478"/>
                  </a:cubicBezTo>
                  <a:cubicBezTo>
                    <a:pt x="3192" y="7478"/>
                    <a:pt x="3101" y="7447"/>
                    <a:pt x="2949" y="7417"/>
                  </a:cubicBezTo>
                  <a:lnTo>
                    <a:pt x="2797" y="7417"/>
                  </a:lnTo>
                  <a:lnTo>
                    <a:pt x="2645" y="7599"/>
                  </a:lnTo>
                  <a:lnTo>
                    <a:pt x="2584" y="7569"/>
                  </a:lnTo>
                  <a:lnTo>
                    <a:pt x="2493" y="7508"/>
                  </a:lnTo>
                  <a:cubicBezTo>
                    <a:pt x="2402" y="7417"/>
                    <a:pt x="2280" y="7356"/>
                    <a:pt x="2280" y="7356"/>
                  </a:cubicBezTo>
                  <a:cubicBezTo>
                    <a:pt x="2189" y="7447"/>
                    <a:pt x="2128" y="7569"/>
                    <a:pt x="2068" y="7660"/>
                  </a:cubicBezTo>
                  <a:lnTo>
                    <a:pt x="1976" y="7599"/>
                  </a:lnTo>
                  <a:lnTo>
                    <a:pt x="1764" y="7478"/>
                  </a:lnTo>
                  <a:cubicBezTo>
                    <a:pt x="1612" y="7569"/>
                    <a:pt x="1520" y="7721"/>
                    <a:pt x="1551" y="7903"/>
                  </a:cubicBezTo>
                  <a:cubicBezTo>
                    <a:pt x="1581" y="7964"/>
                    <a:pt x="1581" y="8055"/>
                    <a:pt x="1612" y="8146"/>
                  </a:cubicBezTo>
                  <a:cubicBezTo>
                    <a:pt x="1642" y="8177"/>
                    <a:pt x="1642" y="8207"/>
                    <a:pt x="1612" y="8207"/>
                  </a:cubicBezTo>
                  <a:cubicBezTo>
                    <a:pt x="1551" y="8177"/>
                    <a:pt x="1460" y="8146"/>
                    <a:pt x="1399" y="8085"/>
                  </a:cubicBezTo>
                  <a:cubicBezTo>
                    <a:pt x="1369" y="8025"/>
                    <a:pt x="1429" y="7842"/>
                    <a:pt x="1369" y="7781"/>
                  </a:cubicBezTo>
                  <a:lnTo>
                    <a:pt x="1095" y="7781"/>
                  </a:lnTo>
                  <a:cubicBezTo>
                    <a:pt x="1095" y="7812"/>
                    <a:pt x="1065" y="7903"/>
                    <a:pt x="1095" y="7994"/>
                  </a:cubicBezTo>
                  <a:lnTo>
                    <a:pt x="1034" y="8025"/>
                  </a:lnTo>
                  <a:cubicBezTo>
                    <a:pt x="973" y="8116"/>
                    <a:pt x="913" y="8207"/>
                    <a:pt x="730" y="8207"/>
                  </a:cubicBezTo>
                  <a:cubicBezTo>
                    <a:pt x="730" y="8237"/>
                    <a:pt x="791" y="8298"/>
                    <a:pt x="821" y="8298"/>
                  </a:cubicBezTo>
                  <a:cubicBezTo>
                    <a:pt x="848" y="8325"/>
                    <a:pt x="735" y="8491"/>
                    <a:pt x="645" y="8491"/>
                  </a:cubicBezTo>
                  <a:cubicBezTo>
                    <a:pt x="632" y="8491"/>
                    <a:pt x="620" y="8488"/>
                    <a:pt x="609" y="8481"/>
                  </a:cubicBezTo>
                  <a:cubicBezTo>
                    <a:pt x="600" y="8475"/>
                    <a:pt x="590" y="8472"/>
                    <a:pt x="580" y="8472"/>
                  </a:cubicBezTo>
                  <a:cubicBezTo>
                    <a:pt x="489" y="8472"/>
                    <a:pt x="365" y="8702"/>
                    <a:pt x="365" y="8785"/>
                  </a:cubicBezTo>
                  <a:cubicBezTo>
                    <a:pt x="388" y="8874"/>
                    <a:pt x="361" y="8930"/>
                    <a:pt x="321" y="8930"/>
                  </a:cubicBezTo>
                  <a:cubicBezTo>
                    <a:pt x="307" y="8930"/>
                    <a:pt x="291" y="8922"/>
                    <a:pt x="274" y="8906"/>
                  </a:cubicBezTo>
                  <a:lnTo>
                    <a:pt x="122" y="8906"/>
                  </a:lnTo>
                  <a:lnTo>
                    <a:pt x="92" y="8936"/>
                  </a:lnTo>
                  <a:cubicBezTo>
                    <a:pt x="92" y="8967"/>
                    <a:pt x="213" y="9088"/>
                    <a:pt x="244" y="9088"/>
                  </a:cubicBezTo>
                  <a:cubicBezTo>
                    <a:pt x="335" y="9088"/>
                    <a:pt x="426" y="9088"/>
                    <a:pt x="517" y="9058"/>
                  </a:cubicBezTo>
                  <a:cubicBezTo>
                    <a:pt x="546" y="9029"/>
                    <a:pt x="520" y="8752"/>
                    <a:pt x="596" y="8752"/>
                  </a:cubicBezTo>
                  <a:cubicBezTo>
                    <a:pt x="600" y="8752"/>
                    <a:pt x="604" y="8753"/>
                    <a:pt x="609" y="8754"/>
                  </a:cubicBezTo>
                  <a:cubicBezTo>
                    <a:pt x="730" y="8754"/>
                    <a:pt x="730" y="8845"/>
                    <a:pt x="730" y="8876"/>
                  </a:cubicBezTo>
                  <a:cubicBezTo>
                    <a:pt x="700" y="8906"/>
                    <a:pt x="852" y="8967"/>
                    <a:pt x="882" y="8997"/>
                  </a:cubicBezTo>
                  <a:cubicBezTo>
                    <a:pt x="943" y="8997"/>
                    <a:pt x="943" y="9119"/>
                    <a:pt x="943" y="9119"/>
                  </a:cubicBezTo>
                  <a:cubicBezTo>
                    <a:pt x="928" y="9134"/>
                    <a:pt x="928" y="9142"/>
                    <a:pt x="939" y="9142"/>
                  </a:cubicBezTo>
                  <a:cubicBezTo>
                    <a:pt x="951" y="9142"/>
                    <a:pt x="973" y="9134"/>
                    <a:pt x="1004" y="9119"/>
                  </a:cubicBezTo>
                  <a:lnTo>
                    <a:pt x="1065" y="9119"/>
                  </a:lnTo>
                  <a:lnTo>
                    <a:pt x="1186" y="9149"/>
                  </a:lnTo>
                  <a:cubicBezTo>
                    <a:pt x="1338" y="9210"/>
                    <a:pt x="1369" y="9301"/>
                    <a:pt x="1247" y="9362"/>
                  </a:cubicBezTo>
                  <a:lnTo>
                    <a:pt x="1217" y="9362"/>
                  </a:lnTo>
                  <a:cubicBezTo>
                    <a:pt x="1188" y="9343"/>
                    <a:pt x="1166" y="9336"/>
                    <a:pt x="1149" y="9336"/>
                  </a:cubicBezTo>
                  <a:cubicBezTo>
                    <a:pt x="1112" y="9336"/>
                    <a:pt x="1104" y="9371"/>
                    <a:pt x="1125" y="9392"/>
                  </a:cubicBezTo>
                  <a:cubicBezTo>
                    <a:pt x="1125" y="9453"/>
                    <a:pt x="1186" y="9514"/>
                    <a:pt x="1186" y="9514"/>
                  </a:cubicBezTo>
                  <a:lnTo>
                    <a:pt x="1125" y="9605"/>
                  </a:lnTo>
                  <a:cubicBezTo>
                    <a:pt x="1034" y="9544"/>
                    <a:pt x="943" y="9514"/>
                    <a:pt x="852" y="9484"/>
                  </a:cubicBezTo>
                  <a:lnTo>
                    <a:pt x="761" y="9544"/>
                  </a:lnTo>
                  <a:lnTo>
                    <a:pt x="669" y="9605"/>
                  </a:lnTo>
                  <a:cubicBezTo>
                    <a:pt x="548" y="9666"/>
                    <a:pt x="700" y="9727"/>
                    <a:pt x="761" y="9727"/>
                  </a:cubicBezTo>
                  <a:cubicBezTo>
                    <a:pt x="852" y="9757"/>
                    <a:pt x="791" y="9818"/>
                    <a:pt x="639" y="9879"/>
                  </a:cubicBezTo>
                  <a:lnTo>
                    <a:pt x="487" y="9879"/>
                  </a:lnTo>
                  <a:lnTo>
                    <a:pt x="122" y="9909"/>
                  </a:lnTo>
                  <a:cubicBezTo>
                    <a:pt x="61" y="10092"/>
                    <a:pt x="31" y="10244"/>
                    <a:pt x="1" y="10426"/>
                  </a:cubicBezTo>
                  <a:cubicBezTo>
                    <a:pt x="61" y="10456"/>
                    <a:pt x="153" y="10487"/>
                    <a:pt x="213" y="10487"/>
                  </a:cubicBezTo>
                  <a:lnTo>
                    <a:pt x="274" y="10517"/>
                  </a:lnTo>
                  <a:cubicBezTo>
                    <a:pt x="335" y="10578"/>
                    <a:pt x="396" y="10669"/>
                    <a:pt x="396" y="10730"/>
                  </a:cubicBezTo>
                  <a:cubicBezTo>
                    <a:pt x="396" y="10791"/>
                    <a:pt x="396" y="10851"/>
                    <a:pt x="396" y="10912"/>
                  </a:cubicBezTo>
                  <a:lnTo>
                    <a:pt x="396" y="10973"/>
                  </a:lnTo>
                  <a:cubicBezTo>
                    <a:pt x="373" y="11041"/>
                    <a:pt x="453" y="11076"/>
                    <a:pt x="520" y="11076"/>
                  </a:cubicBezTo>
                  <a:cubicBezTo>
                    <a:pt x="542" y="11076"/>
                    <a:pt x="563" y="11072"/>
                    <a:pt x="578" y="11064"/>
                  </a:cubicBezTo>
                  <a:cubicBezTo>
                    <a:pt x="609" y="11064"/>
                    <a:pt x="639" y="10973"/>
                    <a:pt x="609" y="10851"/>
                  </a:cubicBezTo>
                  <a:lnTo>
                    <a:pt x="639" y="10821"/>
                  </a:lnTo>
                  <a:lnTo>
                    <a:pt x="700" y="10791"/>
                  </a:lnTo>
                  <a:cubicBezTo>
                    <a:pt x="821" y="10882"/>
                    <a:pt x="913" y="10943"/>
                    <a:pt x="1034" y="11003"/>
                  </a:cubicBezTo>
                  <a:lnTo>
                    <a:pt x="1186" y="11003"/>
                  </a:lnTo>
                  <a:cubicBezTo>
                    <a:pt x="1186" y="11003"/>
                    <a:pt x="1125" y="11155"/>
                    <a:pt x="1095" y="11155"/>
                  </a:cubicBezTo>
                  <a:cubicBezTo>
                    <a:pt x="1065" y="11155"/>
                    <a:pt x="1186" y="11490"/>
                    <a:pt x="1065" y="11520"/>
                  </a:cubicBezTo>
                  <a:cubicBezTo>
                    <a:pt x="943" y="11581"/>
                    <a:pt x="913" y="11763"/>
                    <a:pt x="913" y="11824"/>
                  </a:cubicBezTo>
                  <a:cubicBezTo>
                    <a:pt x="913" y="11885"/>
                    <a:pt x="943" y="11915"/>
                    <a:pt x="973" y="11976"/>
                  </a:cubicBezTo>
                  <a:lnTo>
                    <a:pt x="1095" y="11976"/>
                  </a:lnTo>
                  <a:lnTo>
                    <a:pt x="1156" y="11854"/>
                  </a:lnTo>
                  <a:cubicBezTo>
                    <a:pt x="1176" y="11773"/>
                    <a:pt x="1250" y="11719"/>
                    <a:pt x="1325" y="11719"/>
                  </a:cubicBezTo>
                  <a:cubicBezTo>
                    <a:pt x="1362" y="11719"/>
                    <a:pt x="1399" y="11733"/>
                    <a:pt x="1429" y="11763"/>
                  </a:cubicBezTo>
                  <a:cubicBezTo>
                    <a:pt x="1452" y="11808"/>
                    <a:pt x="1490" y="11836"/>
                    <a:pt x="1533" y="11836"/>
                  </a:cubicBezTo>
                  <a:cubicBezTo>
                    <a:pt x="1549" y="11836"/>
                    <a:pt x="1565" y="11832"/>
                    <a:pt x="1581" y="11824"/>
                  </a:cubicBezTo>
                  <a:lnTo>
                    <a:pt x="1855" y="11824"/>
                  </a:lnTo>
                  <a:cubicBezTo>
                    <a:pt x="1855" y="11861"/>
                    <a:pt x="1866" y="11875"/>
                    <a:pt x="1882" y="11875"/>
                  </a:cubicBezTo>
                  <a:cubicBezTo>
                    <a:pt x="1920" y="11875"/>
                    <a:pt x="1986" y="11797"/>
                    <a:pt x="2007" y="11733"/>
                  </a:cubicBezTo>
                  <a:cubicBezTo>
                    <a:pt x="2037" y="11642"/>
                    <a:pt x="2098" y="11611"/>
                    <a:pt x="2189" y="11551"/>
                  </a:cubicBezTo>
                  <a:cubicBezTo>
                    <a:pt x="2280" y="11702"/>
                    <a:pt x="2372" y="11854"/>
                    <a:pt x="2463" y="12006"/>
                  </a:cubicBezTo>
                  <a:lnTo>
                    <a:pt x="2828" y="11824"/>
                  </a:lnTo>
                  <a:cubicBezTo>
                    <a:pt x="2888" y="11885"/>
                    <a:pt x="2888" y="11976"/>
                    <a:pt x="2888" y="12067"/>
                  </a:cubicBezTo>
                  <a:lnTo>
                    <a:pt x="2828" y="12128"/>
                  </a:lnTo>
                  <a:lnTo>
                    <a:pt x="2797" y="12158"/>
                  </a:lnTo>
                  <a:cubicBezTo>
                    <a:pt x="2706" y="12158"/>
                    <a:pt x="2615" y="12219"/>
                    <a:pt x="2584" y="12310"/>
                  </a:cubicBezTo>
                  <a:lnTo>
                    <a:pt x="2706" y="12280"/>
                  </a:lnTo>
                  <a:cubicBezTo>
                    <a:pt x="2761" y="12280"/>
                    <a:pt x="2826" y="12247"/>
                    <a:pt x="2850" y="12247"/>
                  </a:cubicBezTo>
                  <a:cubicBezTo>
                    <a:pt x="2866" y="12247"/>
                    <a:pt x="2864" y="12262"/>
                    <a:pt x="2828" y="12310"/>
                  </a:cubicBezTo>
                  <a:cubicBezTo>
                    <a:pt x="2767" y="12462"/>
                    <a:pt x="2797" y="12523"/>
                    <a:pt x="2919" y="12554"/>
                  </a:cubicBezTo>
                  <a:lnTo>
                    <a:pt x="3101" y="12614"/>
                  </a:lnTo>
                  <a:cubicBezTo>
                    <a:pt x="3101" y="12569"/>
                    <a:pt x="3131" y="12554"/>
                    <a:pt x="3169" y="12554"/>
                  </a:cubicBezTo>
                  <a:cubicBezTo>
                    <a:pt x="3207" y="12554"/>
                    <a:pt x="3253" y="12569"/>
                    <a:pt x="3283" y="12584"/>
                  </a:cubicBezTo>
                  <a:cubicBezTo>
                    <a:pt x="3314" y="12599"/>
                    <a:pt x="3435" y="12614"/>
                    <a:pt x="3557" y="12614"/>
                  </a:cubicBezTo>
                  <a:cubicBezTo>
                    <a:pt x="3679" y="12614"/>
                    <a:pt x="3800" y="12599"/>
                    <a:pt x="3831" y="12554"/>
                  </a:cubicBezTo>
                  <a:cubicBezTo>
                    <a:pt x="3867" y="12499"/>
                    <a:pt x="3914" y="12488"/>
                    <a:pt x="3947" y="12488"/>
                  </a:cubicBezTo>
                  <a:cubicBezTo>
                    <a:pt x="3968" y="12488"/>
                    <a:pt x="3983" y="12493"/>
                    <a:pt x="3983" y="12493"/>
                  </a:cubicBezTo>
                  <a:cubicBezTo>
                    <a:pt x="3987" y="12497"/>
                    <a:pt x="3993" y="12499"/>
                    <a:pt x="4000" y="12499"/>
                  </a:cubicBezTo>
                  <a:cubicBezTo>
                    <a:pt x="4046" y="12499"/>
                    <a:pt x="4143" y="12428"/>
                    <a:pt x="4195" y="12402"/>
                  </a:cubicBezTo>
                  <a:cubicBezTo>
                    <a:pt x="4226" y="12341"/>
                    <a:pt x="4438" y="12158"/>
                    <a:pt x="4408" y="12098"/>
                  </a:cubicBezTo>
                  <a:cubicBezTo>
                    <a:pt x="4408" y="12037"/>
                    <a:pt x="4682" y="12006"/>
                    <a:pt x="4803" y="12006"/>
                  </a:cubicBezTo>
                  <a:cubicBezTo>
                    <a:pt x="4925" y="12006"/>
                    <a:pt x="4955" y="12158"/>
                    <a:pt x="4925" y="12189"/>
                  </a:cubicBezTo>
                  <a:cubicBezTo>
                    <a:pt x="4894" y="12250"/>
                    <a:pt x="4925" y="12310"/>
                    <a:pt x="4925" y="12310"/>
                  </a:cubicBezTo>
                  <a:cubicBezTo>
                    <a:pt x="4986" y="12250"/>
                    <a:pt x="5046" y="12219"/>
                    <a:pt x="5077" y="12158"/>
                  </a:cubicBezTo>
                  <a:cubicBezTo>
                    <a:pt x="5090" y="12145"/>
                    <a:pt x="5103" y="12139"/>
                    <a:pt x="5115" y="12139"/>
                  </a:cubicBezTo>
                  <a:cubicBezTo>
                    <a:pt x="5161" y="12139"/>
                    <a:pt x="5198" y="12221"/>
                    <a:pt x="5198" y="12341"/>
                  </a:cubicBezTo>
                  <a:lnTo>
                    <a:pt x="5107" y="12462"/>
                  </a:lnTo>
                  <a:cubicBezTo>
                    <a:pt x="5077" y="12493"/>
                    <a:pt x="5107" y="12554"/>
                    <a:pt x="5138" y="12554"/>
                  </a:cubicBezTo>
                  <a:cubicBezTo>
                    <a:pt x="5158" y="12564"/>
                    <a:pt x="5175" y="12567"/>
                    <a:pt x="5189" y="12567"/>
                  </a:cubicBezTo>
                  <a:cubicBezTo>
                    <a:pt x="5219" y="12567"/>
                    <a:pt x="5239" y="12554"/>
                    <a:pt x="5259" y="12554"/>
                  </a:cubicBezTo>
                  <a:lnTo>
                    <a:pt x="5320" y="12462"/>
                  </a:lnTo>
                  <a:cubicBezTo>
                    <a:pt x="5369" y="12397"/>
                    <a:pt x="5409" y="12367"/>
                    <a:pt x="5436" y="12367"/>
                  </a:cubicBezTo>
                  <a:cubicBezTo>
                    <a:pt x="5459" y="12367"/>
                    <a:pt x="5472" y="12390"/>
                    <a:pt x="5472" y="12432"/>
                  </a:cubicBezTo>
                  <a:lnTo>
                    <a:pt x="5502" y="12432"/>
                  </a:lnTo>
                  <a:cubicBezTo>
                    <a:pt x="5624" y="12462"/>
                    <a:pt x="5715" y="12462"/>
                    <a:pt x="5837" y="12493"/>
                  </a:cubicBezTo>
                  <a:cubicBezTo>
                    <a:pt x="5949" y="12493"/>
                    <a:pt x="5880" y="12648"/>
                    <a:pt x="6012" y="12648"/>
                  </a:cubicBezTo>
                  <a:cubicBezTo>
                    <a:pt x="6023" y="12648"/>
                    <a:pt x="6035" y="12647"/>
                    <a:pt x="6049" y="12645"/>
                  </a:cubicBezTo>
                  <a:lnTo>
                    <a:pt x="6262" y="12614"/>
                  </a:lnTo>
                  <a:cubicBezTo>
                    <a:pt x="6536" y="12614"/>
                    <a:pt x="6718" y="12432"/>
                    <a:pt x="6718" y="12341"/>
                  </a:cubicBezTo>
                  <a:cubicBezTo>
                    <a:pt x="6688" y="12280"/>
                    <a:pt x="6840" y="12189"/>
                    <a:pt x="7022" y="12189"/>
                  </a:cubicBezTo>
                  <a:lnTo>
                    <a:pt x="7113" y="12280"/>
                  </a:lnTo>
                  <a:lnTo>
                    <a:pt x="7296" y="12402"/>
                  </a:lnTo>
                  <a:cubicBezTo>
                    <a:pt x="7539" y="12462"/>
                    <a:pt x="7843" y="12493"/>
                    <a:pt x="7964" y="12523"/>
                  </a:cubicBezTo>
                  <a:lnTo>
                    <a:pt x="8025" y="12584"/>
                  </a:lnTo>
                  <a:cubicBezTo>
                    <a:pt x="8051" y="12610"/>
                    <a:pt x="8074" y="12619"/>
                    <a:pt x="8097" y="12619"/>
                  </a:cubicBezTo>
                  <a:cubicBezTo>
                    <a:pt x="8144" y="12619"/>
                    <a:pt x="8187" y="12579"/>
                    <a:pt x="8238" y="12579"/>
                  </a:cubicBezTo>
                  <a:cubicBezTo>
                    <a:pt x="8248" y="12579"/>
                    <a:pt x="8258" y="12580"/>
                    <a:pt x="8268" y="12584"/>
                  </a:cubicBezTo>
                  <a:lnTo>
                    <a:pt x="8542" y="12736"/>
                  </a:lnTo>
                  <a:lnTo>
                    <a:pt x="8633" y="12736"/>
                  </a:lnTo>
                  <a:cubicBezTo>
                    <a:pt x="8724" y="12645"/>
                    <a:pt x="8876" y="12675"/>
                    <a:pt x="8937" y="12645"/>
                  </a:cubicBezTo>
                  <a:lnTo>
                    <a:pt x="9028" y="12584"/>
                  </a:lnTo>
                  <a:cubicBezTo>
                    <a:pt x="9103" y="12509"/>
                    <a:pt x="9178" y="12454"/>
                    <a:pt x="9203" y="12454"/>
                  </a:cubicBezTo>
                  <a:cubicBezTo>
                    <a:pt x="9208" y="12454"/>
                    <a:pt x="9211" y="12457"/>
                    <a:pt x="9211" y="12462"/>
                  </a:cubicBezTo>
                  <a:cubicBezTo>
                    <a:pt x="9241" y="12462"/>
                    <a:pt x="9302" y="12554"/>
                    <a:pt x="9393" y="12645"/>
                  </a:cubicBezTo>
                  <a:lnTo>
                    <a:pt x="9636" y="12584"/>
                  </a:lnTo>
                  <a:lnTo>
                    <a:pt x="9697" y="12584"/>
                  </a:lnTo>
                  <a:cubicBezTo>
                    <a:pt x="9788" y="12614"/>
                    <a:pt x="9879" y="12675"/>
                    <a:pt x="9940" y="12736"/>
                  </a:cubicBezTo>
                  <a:lnTo>
                    <a:pt x="10031" y="12797"/>
                  </a:lnTo>
                  <a:lnTo>
                    <a:pt x="10214" y="12949"/>
                  </a:lnTo>
                  <a:cubicBezTo>
                    <a:pt x="10335" y="12858"/>
                    <a:pt x="10457" y="12766"/>
                    <a:pt x="10548" y="12675"/>
                  </a:cubicBezTo>
                  <a:lnTo>
                    <a:pt x="10730" y="12675"/>
                  </a:lnTo>
                  <a:cubicBezTo>
                    <a:pt x="10852" y="12645"/>
                    <a:pt x="10913" y="12523"/>
                    <a:pt x="11004" y="12432"/>
                  </a:cubicBezTo>
                  <a:cubicBezTo>
                    <a:pt x="11065" y="12432"/>
                    <a:pt x="11065" y="12706"/>
                    <a:pt x="11034" y="12797"/>
                  </a:cubicBezTo>
                  <a:cubicBezTo>
                    <a:pt x="11009" y="12872"/>
                    <a:pt x="11108" y="12926"/>
                    <a:pt x="11177" y="12926"/>
                  </a:cubicBezTo>
                  <a:cubicBezTo>
                    <a:pt x="11192" y="12926"/>
                    <a:pt x="11206" y="12924"/>
                    <a:pt x="11217" y="12918"/>
                  </a:cubicBezTo>
                  <a:cubicBezTo>
                    <a:pt x="11265" y="12918"/>
                    <a:pt x="11450" y="12841"/>
                    <a:pt x="11553" y="12841"/>
                  </a:cubicBezTo>
                  <a:cubicBezTo>
                    <a:pt x="11579" y="12841"/>
                    <a:pt x="11600" y="12845"/>
                    <a:pt x="11612" y="12858"/>
                  </a:cubicBezTo>
                  <a:cubicBezTo>
                    <a:pt x="11703" y="12949"/>
                    <a:pt x="11764" y="13010"/>
                    <a:pt x="11855" y="13101"/>
                  </a:cubicBezTo>
                  <a:lnTo>
                    <a:pt x="11977" y="13101"/>
                  </a:lnTo>
                  <a:cubicBezTo>
                    <a:pt x="12068" y="13101"/>
                    <a:pt x="12159" y="13192"/>
                    <a:pt x="12250" y="13192"/>
                  </a:cubicBezTo>
                  <a:lnTo>
                    <a:pt x="12372" y="13192"/>
                  </a:lnTo>
                  <a:cubicBezTo>
                    <a:pt x="12463" y="13192"/>
                    <a:pt x="12585" y="13192"/>
                    <a:pt x="12676" y="13222"/>
                  </a:cubicBezTo>
                  <a:cubicBezTo>
                    <a:pt x="12706" y="13253"/>
                    <a:pt x="12706" y="13283"/>
                    <a:pt x="12676" y="13283"/>
                  </a:cubicBezTo>
                  <a:cubicBezTo>
                    <a:pt x="12645" y="13313"/>
                    <a:pt x="12585" y="13344"/>
                    <a:pt x="12554" y="13344"/>
                  </a:cubicBezTo>
                  <a:cubicBezTo>
                    <a:pt x="12519" y="13334"/>
                    <a:pt x="12481" y="13330"/>
                    <a:pt x="12441" y="13330"/>
                  </a:cubicBezTo>
                  <a:cubicBezTo>
                    <a:pt x="12363" y="13330"/>
                    <a:pt x="12279" y="13344"/>
                    <a:pt x="12201" y="13344"/>
                  </a:cubicBezTo>
                  <a:cubicBezTo>
                    <a:pt x="12083" y="13344"/>
                    <a:pt x="11977" y="13313"/>
                    <a:pt x="11916" y="13161"/>
                  </a:cubicBezTo>
                  <a:cubicBezTo>
                    <a:pt x="11855" y="13161"/>
                    <a:pt x="11825" y="13161"/>
                    <a:pt x="11794" y="13192"/>
                  </a:cubicBezTo>
                  <a:lnTo>
                    <a:pt x="11703" y="13253"/>
                  </a:lnTo>
                  <a:cubicBezTo>
                    <a:pt x="11664" y="13312"/>
                    <a:pt x="11612" y="13345"/>
                    <a:pt x="11555" y="13345"/>
                  </a:cubicBezTo>
                  <a:cubicBezTo>
                    <a:pt x="11524" y="13345"/>
                    <a:pt x="11492" y="13335"/>
                    <a:pt x="11460" y="13313"/>
                  </a:cubicBezTo>
                  <a:cubicBezTo>
                    <a:pt x="11456" y="13306"/>
                    <a:pt x="11451" y="13303"/>
                    <a:pt x="11445" y="13303"/>
                  </a:cubicBezTo>
                  <a:cubicBezTo>
                    <a:pt x="11401" y="13303"/>
                    <a:pt x="11304" y="13477"/>
                    <a:pt x="11278" y="13557"/>
                  </a:cubicBezTo>
                  <a:cubicBezTo>
                    <a:pt x="11256" y="13589"/>
                    <a:pt x="11188" y="13598"/>
                    <a:pt x="11103" y="13598"/>
                  </a:cubicBezTo>
                  <a:cubicBezTo>
                    <a:pt x="10986" y="13598"/>
                    <a:pt x="10836" y="13581"/>
                    <a:pt x="10727" y="13581"/>
                  </a:cubicBezTo>
                  <a:cubicBezTo>
                    <a:pt x="10693" y="13581"/>
                    <a:pt x="10663" y="13582"/>
                    <a:pt x="10639" y="13587"/>
                  </a:cubicBezTo>
                  <a:cubicBezTo>
                    <a:pt x="10487" y="13648"/>
                    <a:pt x="10335" y="13739"/>
                    <a:pt x="10214" y="13830"/>
                  </a:cubicBezTo>
                  <a:lnTo>
                    <a:pt x="10244" y="13921"/>
                  </a:lnTo>
                  <a:lnTo>
                    <a:pt x="10274" y="13952"/>
                  </a:lnTo>
                  <a:cubicBezTo>
                    <a:pt x="10139" y="14064"/>
                    <a:pt x="9970" y="14127"/>
                    <a:pt x="9806" y="14127"/>
                  </a:cubicBezTo>
                  <a:cubicBezTo>
                    <a:pt x="9748" y="14127"/>
                    <a:pt x="9691" y="14119"/>
                    <a:pt x="9636" y="14104"/>
                  </a:cubicBezTo>
                  <a:cubicBezTo>
                    <a:pt x="9454" y="14013"/>
                    <a:pt x="9393" y="13891"/>
                    <a:pt x="9423" y="13861"/>
                  </a:cubicBezTo>
                  <a:cubicBezTo>
                    <a:pt x="9484" y="13800"/>
                    <a:pt x="9211" y="13648"/>
                    <a:pt x="9089" y="13617"/>
                  </a:cubicBezTo>
                  <a:cubicBezTo>
                    <a:pt x="8967" y="13617"/>
                    <a:pt x="8876" y="13678"/>
                    <a:pt x="8876" y="13769"/>
                  </a:cubicBezTo>
                  <a:lnTo>
                    <a:pt x="9119" y="13769"/>
                  </a:lnTo>
                  <a:cubicBezTo>
                    <a:pt x="9150" y="13769"/>
                    <a:pt x="9180" y="13769"/>
                    <a:pt x="9180" y="13800"/>
                  </a:cubicBezTo>
                  <a:lnTo>
                    <a:pt x="9180" y="13891"/>
                  </a:lnTo>
                  <a:lnTo>
                    <a:pt x="9028" y="13982"/>
                  </a:lnTo>
                  <a:cubicBezTo>
                    <a:pt x="8904" y="14032"/>
                    <a:pt x="8760" y="14081"/>
                    <a:pt x="8595" y="14081"/>
                  </a:cubicBezTo>
                  <a:cubicBezTo>
                    <a:pt x="8558" y="14081"/>
                    <a:pt x="8520" y="14079"/>
                    <a:pt x="8481" y="14073"/>
                  </a:cubicBezTo>
                  <a:cubicBezTo>
                    <a:pt x="8420" y="14043"/>
                    <a:pt x="8512" y="13739"/>
                    <a:pt x="8451" y="13709"/>
                  </a:cubicBezTo>
                  <a:cubicBezTo>
                    <a:pt x="8420" y="13693"/>
                    <a:pt x="8390" y="13686"/>
                    <a:pt x="8363" y="13686"/>
                  </a:cubicBezTo>
                  <a:cubicBezTo>
                    <a:pt x="8337" y="13686"/>
                    <a:pt x="8314" y="13693"/>
                    <a:pt x="8299" y="13709"/>
                  </a:cubicBezTo>
                  <a:cubicBezTo>
                    <a:pt x="8268" y="13709"/>
                    <a:pt x="8238" y="13921"/>
                    <a:pt x="8177" y="14165"/>
                  </a:cubicBezTo>
                  <a:lnTo>
                    <a:pt x="7843" y="14256"/>
                  </a:lnTo>
                  <a:lnTo>
                    <a:pt x="7752" y="14286"/>
                  </a:lnTo>
                  <a:cubicBezTo>
                    <a:pt x="7721" y="14301"/>
                    <a:pt x="7676" y="14309"/>
                    <a:pt x="7630" y="14309"/>
                  </a:cubicBezTo>
                  <a:cubicBezTo>
                    <a:pt x="7584" y="14309"/>
                    <a:pt x="7539" y="14301"/>
                    <a:pt x="7508" y="14286"/>
                  </a:cubicBezTo>
                  <a:cubicBezTo>
                    <a:pt x="7502" y="14280"/>
                    <a:pt x="7494" y="14278"/>
                    <a:pt x="7484" y="14278"/>
                  </a:cubicBezTo>
                  <a:cubicBezTo>
                    <a:pt x="7443" y="14278"/>
                    <a:pt x="7375" y="14317"/>
                    <a:pt x="7326" y="14317"/>
                  </a:cubicBezTo>
                  <a:cubicBezTo>
                    <a:pt x="7311" y="14332"/>
                    <a:pt x="7296" y="14339"/>
                    <a:pt x="7280" y="14339"/>
                  </a:cubicBezTo>
                  <a:cubicBezTo>
                    <a:pt x="7265" y="14339"/>
                    <a:pt x="7250" y="14332"/>
                    <a:pt x="7235" y="14317"/>
                  </a:cubicBezTo>
                  <a:cubicBezTo>
                    <a:pt x="7174" y="14225"/>
                    <a:pt x="7144" y="14104"/>
                    <a:pt x="7083" y="14013"/>
                  </a:cubicBezTo>
                  <a:lnTo>
                    <a:pt x="6870" y="13952"/>
                  </a:lnTo>
                  <a:lnTo>
                    <a:pt x="6840" y="13952"/>
                  </a:lnTo>
                  <a:cubicBezTo>
                    <a:pt x="6840" y="13861"/>
                    <a:pt x="6779" y="13861"/>
                    <a:pt x="6749" y="13861"/>
                  </a:cubicBezTo>
                  <a:cubicBezTo>
                    <a:pt x="6718" y="13952"/>
                    <a:pt x="6688" y="14043"/>
                    <a:pt x="6657" y="14134"/>
                  </a:cubicBezTo>
                  <a:lnTo>
                    <a:pt x="6353" y="13982"/>
                  </a:lnTo>
                  <a:cubicBezTo>
                    <a:pt x="6338" y="13967"/>
                    <a:pt x="6323" y="13959"/>
                    <a:pt x="6308" y="13959"/>
                  </a:cubicBezTo>
                  <a:cubicBezTo>
                    <a:pt x="6293" y="13959"/>
                    <a:pt x="6277" y="13967"/>
                    <a:pt x="6262" y="13982"/>
                  </a:cubicBezTo>
                  <a:cubicBezTo>
                    <a:pt x="6262" y="13982"/>
                    <a:pt x="6232" y="14043"/>
                    <a:pt x="6232" y="14043"/>
                  </a:cubicBezTo>
                  <a:lnTo>
                    <a:pt x="6445" y="14256"/>
                  </a:lnTo>
                  <a:cubicBezTo>
                    <a:pt x="6232" y="14286"/>
                    <a:pt x="6019" y="14347"/>
                    <a:pt x="5837" y="14408"/>
                  </a:cubicBezTo>
                  <a:lnTo>
                    <a:pt x="5745" y="14377"/>
                  </a:lnTo>
                  <a:lnTo>
                    <a:pt x="5685" y="14317"/>
                  </a:lnTo>
                  <a:cubicBezTo>
                    <a:pt x="5660" y="14216"/>
                    <a:pt x="5572" y="14157"/>
                    <a:pt x="5473" y="14157"/>
                  </a:cubicBezTo>
                  <a:cubicBezTo>
                    <a:pt x="5453" y="14157"/>
                    <a:pt x="5432" y="14159"/>
                    <a:pt x="5411" y="14165"/>
                  </a:cubicBezTo>
                  <a:lnTo>
                    <a:pt x="5320" y="14165"/>
                  </a:lnTo>
                  <a:cubicBezTo>
                    <a:pt x="5320" y="14195"/>
                    <a:pt x="5350" y="14225"/>
                    <a:pt x="5442" y="14225"/>
                  </a:cubicBezTo>
                  <a:lnTo>
                    <a:pt x="5594" y="14225"/>
                  </a:lnTo>
                  <a:cubicBezTo>
                    <a:pt x="5594" y="14286"/>
                    <a:pt x="5594" y="14317"/>
                    <a:pt x="5594" y="14347"/>
                  </a:cubicBezTo>
                  <a:lnTo>
                    <a:pt x="5381" y="14347"/>
                  </a:lnTo>
                  <a:cubicBezTo>
                    <a:pt x="5350" y="14357"/>
                    <a:pt x="5318" y="14361"/>
                    <a:pt x="5285" y="14361"/>
                  </a:cubicBezTo>
                  <a:cubicBezTo>
                    <a:pt x="5122" y="14361"/>
                    <a:pt x="4940" y="14256"/>
                    <a:pt x="4864" y="14256"/>
                  </a:cubicBezTo>
                  <a:cubicBezTo>
                    <a:pt x="4773" y="14256"/>
                    <a:pt x="4651" y="14225"/>
                    <a:pt x="4560" y="14225"/>
                  </a:cubicBezTo>
                  <a:cubicBezTo>
                    <a:pt x="4549" y="14220"/>
                    <a:pt x="4539" y="14217"/>
                    <a:pt x="4530" y="14217"/>
                  </a:cubicBezTo>
                  <a:cubicBezTo>
                    <a:pt x="4492" y="14217"/>
                    <a:pt x="4486" y="14267"/>
                    <a:pt x="4560" y="14317"/>
                  </a:cubicBezTo>
                  <a:lnTo>
                    <a:pt x="4590" y="14317"/>
                  </a:lnTo>
                  <a:cubicBezTo>
                    <a:pt x="4773" y="14408"/>
                    <a:pt x="4590" y="14438"/>
                    <a:pt x="4590" y="14529"/>
                  </a:cubicBezTo>
                  <a:cubicBezTo>
                    <a:pt x="4590" y="14610"/>
                    <a:pt x="4536" y="14637"/>
                    <a:pt x="4482" y="14637"/>
                  </a:cubicBezTo>
                  <a:cubicBezTo>
                    <a:pt x="4455" y="14637"/>
                    <a:pt x="4428" y="14631"/>
                    <a:pt x="4408" y="14620"/>
                  </a:cubicBezTo>
                  <a:lnTo>
                    <a:pt x="4195" y="14529"/>
                  </a:lnTo>
                  <a:cubicBezTo>
                    <a:pt x="3952" y="14620"/>
                    <a:pt x="3557" y="14560"/>
                    <a:pt x="3496" y="14620"/>
                  </a:cubicBezTo>
                  <a:cubicBezTo>
                    <a:pt x="3405" y="14681"/>
                    <a:pt x="3283" y="14742"/>
                    <a:pt x="3192" y="14772"/>
                  </a:cubicBezTo>
                  <a:lnTo>
                    <a:pt x="3162" y="14620"/>
                  </a:lnTo>
                  <a:cubicBezTo>
                    <a:pt x="3143" y="14582"/>
                    <a:pt x="3111" y="14544"/>
                    <a:pt x="3091" y="14544"/>
                  </a:cubicBezTo>
                  <a:cubicBezTo>
                    <a:pt x="3079" y="14544"/>
                    <a:pt x="3071" y="14557"/>
                    <a:pt x="3071" y="14590"/>
                  </a:cubicBezTo>
                  <a:lnTo>
                    <a:pt x="3040" y="14742"/>
                  </a:lnTo>
                  <a:cubicBezTo>
                    <a:pt x="2888" y="14894"/>
                    <a:pt x="2797" y="15076"/>
                    <a:pt x="2706" y="15289"/>
                  </a:cubicBezTo>
                  <a:cubicBezTo>
                    <a:pt x="2686" y="15318"/>
                    <a:pt x="2664" y="15332"/>
                    <a:pt x="2640" y="15332"/>
                  </a:cubicBezTo>
                  <a:cubicBezTo>
                    <a:pt x="2590" y="15332"/>
                    <a:pt x="2534" y="15271"/>
                    <a:pt x="2493" y="15168"/>
                  </a:cubicBezTo>
                  <a:lnTo>
                    <a:pt x="2645" y="14894"/>
                  </a:lnTo>
                  <a:lnTo>
                    <a:pt x="2706" y="14803"/>
                  </a:lnTo>
                  <a:cubicBezTo>
                    <a:pt x="2767" y="14681"/>
                    <a:pt x="2797" y="14560"/>
                    <a:pt x="2797" y="14438"/>
                  </a:cubicBezTo>
                  <a:lnTo>
                    <a:pt x="2797" y="14438"/>
                  </a:lnTo>
                  <a:lnTo>
                    <a:pt x="2706" y="14529"/>
                  </a:lnTo>
                  <a:cubicBezTo>
                    <a:pt x="2693" y="14521"/>
                    <a:pt x="2681" y="14517"/>
                    <a:pt x="2670" y="14517"/>
                  </a:cubicBezTo>
                  <a:cubicBezTo>
                    <a:pt x="2599" y="14517"/>
                    <a:pt x="2554" y="14659"/>
                    <a:pt x="2554" y="14712"/>
                  </a:cubicBezTo>
                  <a:cubicBezTo>
                    <a:pt x="2554" y="14745"/>
                    <a:pt x="2517" y="14769"/>
                    <a:pt x="2464" y="14769"/>
                  </a:cubicBezTo>
                  <a:cubicBezTo>
                    <a:pt x="2421" y="14769"/>
                    <a:pt x="2366" y="14753"/>
                    <a:pt x="2311" y="14712"/>
                  </a:cubicBezTo>
                  <a:lnTo>
                    <a:pt x="2220" y="14651"/>
                  </a:lnTo>
                  <a:lnTo>
                    <a:pt x="2128" y="14560"/>
                  </a:lnTo>
                  <a:cubicBezTo>
                    <a:pt x="1946" y="14499"/>
                    <a:pt x="1885" y="14377"/>
                    <a:pt x="2007" y="14286"/>
                  </a:cubicBezTo>
                  <a:lnTo>
                    <a:pt x="2007" y="14225"/>
                  </a:lnTo>
                  <a:lnTo>
                    <a:pt x="2007" y="14134"/>
                  </a:lnTo>
                  <a:cubicBezTo>
                    <a:pt x="1978" y="14086"/>
                    <a:pt x="1941" y="14069"/>
                    <a:pt x="1902" y="14069"/>
                  </a:cubicBezTo>
                  <a:cubicBezTo>
                    <a:pt x="1819" y="14069"/>
                    <a:pt x="1733" y="14153"/>
                    <a:pt x="1733" y="14195"/>
                  </a:cubicBezTo>
                  <a:cubicBezTo>
                    <a:pt x="1710" y="14263"/>
                    <a:pt x="1585" y="14298"/>
                    <a:pt x="1498" y="14298"/>
                  </a:cubicBezTo>
                  <a:cubicBezTo>
                    <a:pt x="1469" y="14298"/>
                    <a:pt x="1445" y="14294"/>
                    <a:pt x="1429" y="14286"/>
                  </a:cubicBezTo>
                  <a:lnTo>
                    <a:pt x="1429" y="14286"/>
                  </a:lnTo>
                  <a:cubicBezTo>
                    <a:pt x="1369" y="14286"/>
                    <a:pt x="1794" y="14651"/>
                    <a:pt x="1794" y="14742"/>
                  </a:cubicBezTo>
                  <a:cubicBezTo>
                    <a:pt x="1764" y="14803"/>
                    <a:pt x="1642" y="14803"/>
                    <a:pt x="1612" y="14803"/>
                  </a:cubicBezTo>
                  <a:cubicBezTo>
                    <a:pt x="1520" y="14894"/>
                    <a:pt x="1460" y="14985"/>
                    <a:pt x="1399" y="15076"/>
                  </a:cubicBezTo>
                  <a:lnTo>
                    <a:pt x="1247" y="15137"/>
                  </a:lnTo>
                  <a:cubicBezTo>
                    <a:pt x="1156" y="15168"/>
                    <a:pt x="1065" y="15198"/>
                    <a:pt x="973" y="15228"/>
                  </a:cubicBezTo>
                  <a:cubicBezTo>
                    <a:pt x="852" y="15289"/>
                    <a:pt x="1004" y="15380"/>
                    <a:pt x="973" y="15411"/>
                  </a:cubicBezTo>
                  <a:lnTo>
                    <a:pt x="882" y="15502"/>
                  </a:lnTo>
                  <a:lnTo>
                    <a:pt x="548" y="15654"/>
                  </a:lnTo>
                  <a:cubicBezTo>
                    <a:pt x="517" y="15684"/>
                    <a:pt x="578" y="15745"/>
                    <a:pt x="700" y="15775"/>
                  </a:cubicBezTo>
                  <a:lnTo>
                    <a:pt x="730" y="15775"/>
                  </a:lnTo>
                  <a:cubicBezTo>
                    <a:pt x="771" y="15735"/>
                    <a:pt x="808" y="15721"/>
                    <a:pt x="844" y="15721"/>
                  </a:cubicBezTo>
                  <a:cubicBezTo>
                    <a:pt x="916" y="15721"/>
                    <a:pt x="983" y="15775"/>
                    <a:pt x="1065" y="15775"/>
                  </a:cubicBezTo>
                  <a:lnTo>
                    <a:pt x="1186" y="15775"/>
                  </a:lnTo>
                  <a:cubicBezTo>
                    <a:pt x="1308" y="15775"/>
                    <a:pt x="1460" y="15775"/>
                    <a:pt x="1581" y="15745"/>
                  </a:cubicBezTo>
                  <a:lnTo>
                    <a:pt x="1612" y="15867"/>
                  </a:lnTo>
                  <a:lnTo>
                    <a:pt x="1672" y="16019"/>
                  </a:lnTo>
                  <a:cubicBezTo>
                    <a:pt x="1764" y="15988"/>
                    <a:pt x="1824" y="15897"/>
                    <a:pt x="1855" y="15775"/>
                  </a:cubicBezTo>
                  <a:cubicBezTo>
                    <a:pt x="1855" y="15745"/>
                    <a:pt x="1885" y="15715"/>
                    <a:pt x="1976" y="15715"/>
                  </a:cubicBezTo>
                  <a:lnTo>
                    <a:pt x="2007" y="15715"/>
                  </a:lnTo>
                  <a:cubicBezTo>
                    <a:pt x="2037" y="15760"/>
                    <a:pt x="2083" y="15783"/>
                    <a:pt x="2128" y="15783"/>
                  </a:cubicBezTo>
                  <a:cubicBezTo>
                    <a:pt x="2174" y="15783"/>
                    <a:pt x="2220" y="15760"/>
                    <a:pt x="2250" y="15715"/>
                  </a:cubicBezTo>
                  <a:cubicBezTo>
                    <a:pt x="2291" y="15694"/>
                    <a:pt x="2333" y="15631"/>
                    <a:pt x="2393" y="15631"/>
                  </a:cubicBezTo>
                  <a:cubicBezTo>
                    <a:pt x="2421" y="15631"/>
                    <a:pt x="2454" y="15645"/>
                    <a:pt x="2493" y="15684"/>
                  </a:cubicBezTo>
                  <a:cubicBezTo>
                    <a:pt x="2584" y="15654"/>
                    <a:pt x="2706" y="15624"/>
                    <a:pt x="2828" y="15593"/>
                  </a:cubicBezTo>
                  <a:lnTo>
                    <a:pt x="3131" y="15593"/>
                  </a:lnTo>
                  <a:cubicBezTo>
                    <a:pt x="3189" y="15651"/>
                    <a:pt x="3259" y="15672"/>
                    <a:pt x="3311" y="15672"/>
                  </a:cubicBezTo>
                  <a:cubicBezTo>
                    <a:pt x="3340" y="15672"/>
                    <a:pt x="3364" y="15665"/>
                    <a:pt x="3375" y="15654"/>
                  </a:cubicBezTo>
                  <a:cubicBezTo>
                    <a:pt x="3375" y="15650"/>
                    <a:pt x="3377" y="15648"/>
                    <a:pt x="3381" y="15648"/>
                  </a:cubicBezTo>
                  <a:cubicBezTo>
                    <a:pt x="3407" y="15648"/>
                    <a:pt x="3500" y="15719"/>
                    <a:pt x="3527" y="15745"/>
                  </a:cubicBezTo>
                  <a:cubicBezTo>
                    <a:pt x="3533" y="15751"/>
                    <a:pt x="3542" y="15754"/>
                    <a:pt x="3554" y="15754"/>
                  </a:cubicBezTo>
                  <a:cubicBezTo>
                    <a:pt x="3602" y="15754"/>
                    <a:pt x="3685" y="15715"/>
                    <a:pt x="3709" y="15715"/>
                  </a:cubicBezTo>
                  <a:cubicBezTo>
                    <a:pt x="3739" y="15684"/>
                    <a:pt x="3648" y="15532"/>
                    <a:pt x="3587" y="15472"/>
                  </a:cubicBezTo>
                  <a:cubicBezTo>
                    <a:pt x="3527" y="15411"/>
                    <a:pt x="3587" y="15350"/>
                    <a:pt x="3739" y="15350"/>
                  </a:cubicBezTo>
                  <a:lnTo>
                    <a:pt x="3800" y="15472"/>
                  </a:lnTo>
                  <a:cubicBezTo>
                    <a:pt x="3922" y="15502"/>
                    <a:pt x="4013" y="15593"/>
                    <a:pt x="4104" y="15624"/>
                  </a:cubicBezTo>
                  <a:cubicBezTo>
                    <a:pt x="4195" y="15654"/>
                    <a:pt x="4317" y="15624"/>
                    <a:pt x="4378" y="15684"/>
                  </a:cubicBezTo>
                  <a:cubicBezTo>
                    <a:pt x="4403" y="15703"/>
                    <a:pt x="4424" y="15710"/>
                    <a:pt x="4443" y="15710"/>
                  </a:cubicBezTo>
                  <a:cubicBezTo>
                    <a:pt x="4503" y="15710"/>
                    <a:pt x="4544" y="15641"/>
                    <a:pt x="4621" y="15641"/>
                  </a:cubicBezTo>
                  <a:cubicBezTo>
                    <a:pt x="4639" y="15641"/>
                    <a:pt x="4659" y="15645"/>
                    <a:pt x="4682" y="15654"/>
                  </a:cubicBezTo>
                  <a:lnTo>
                    <a:pt x="4803" y="15715"/>
                  </a:lnTo>
                  <a:cubicBezTo>
                    <a:pt x="4834" y="15593"/>
                    <a:pt x="4803" y="15502"/>
                    <a:pt x="4712" y="15472"/>
                  </a:cubicBezTo>
                  <a:cubicBezTo>
                    <a:pt x="4651" y="15441"/>
                    <a:pt x="4742" y="15411"/>
                    <a:pt x="4925" y="15380"/>
                  </a:cubicBezTo>
                  <a:lnTo>
                    <a:pt x="5077" y="15380"/>
                  </a:lnTo>
                  <a:cubicBezTo>
                    <a:pt x="5161" y="15380"/>
                    <a:pt x="5116" y="15536"/>
                    <a:pt x="5204" y="15536"/>
                  </a:cubicBezTo>
                  <a:cubicBezTo>
                    <a:pt x="5211" y="15536"/>
                    <a:pt x="5219" y="15535"/>
                    <a:pt x="5229" y="15532"/>
                  </a:cubicBezTo>
                  <a:cubicBezTo>
                    <a:pt x="5350" y="15532"/>
                    <a:pt x="5442" y="15472"/>
                    <a:pt x="5563" y="15472"/>
                  </a:cubicBezTo>
                  <a:lnTo>
                    <a:pt x="5715" y="15472"/>
                  </a:lnTo>
                  <a:cubicBezTo>
                    <a:pt x="5867" y="15441"/>
                    <a:pt x="6019" y="15350"/>
                    <a:pt x="6049" y="15198"/>
                  </a:cubicBezTo>
                  <a:cubicBezTo>
                    <a:pt x="6049" y="15139"/>
                    <a:pt x="6176" y="15106"/>
                    <a:pt x="6258" y="15106"/>
                  </a:cubicBezTo>
                  <a:cubicBezTo>
                    <a:pt x="6303" y="15106"/>
                    <a:pt x="6334" y="15116"/>
                    <a:pt x="6323" y="15137"/>
                  </a:cubicBezTo>
                  <a:cubicBezTo>
                    <a:pt x="6314" y="15165"/>
                    <a:pt x="6321" y="15176"/>
                    <a:pt x="6337" y="15176"/>
                  </a:cubicBezTo>
                  <a:cubicBezTo>
                    <a:pt x="6374" y="15176"/>
                    <a:pt x="6454" y="15119"/>
                    <a:pt x="6475" y="15076"/>
                  </a:cubicBezTo>
                  <a:cubicBezTo>
                    <a:pt x="6487" y="15065"/>
                    <a:pt x="6504" y="15060"/>
                    <a:pt x="6524" y="15060"/>
                  </a:cubicBezTo>
                  <a:cubicBezTo>
                    <a:pt x="6612" y="15060"/>
                    <a:pt x="6760" y="15149"/>
                    <a:pt x="6809" y="15198"/>
                  </a:cubicBezTo>
                  <a:cubicBezTo>
                    <a:pt x="6823" y="15205"/>
                    <a:pt x="6846" y="15207"/>
                    <a:pt x="6874" y="15207"/>
                  </a:cubicBezTo>
                  <a:cubicBezTo>
                    <a:pt x="6924" y="15207"/>
                    <a:pt x="6989" y="15200"/>
                    <a:pt x="7043" y="15200"/>
                  </a:cubicBezTo>
                  <a:cubicBezTo>
                    <a:pt x="7092" y="15200"/>
                    <a:pt x="7132" y="15206"/>
                    <a:pt x="7144" y="15228"/>
                  </a:cubicBezTo>
                  <a:cubicBezTo>
                    <a:pt x="7144" y="15251"/>
                    <a:pt x="7146" y="15261"/>
                    <a:pt x="7148" y="15261"/>
                  </a:cubicBezTo>
                  <a:cubicBezTo>
                    <a:pt x="7157" y="15261"/>
                    <a:pt x="7174" y="15175"/>
                    <a:pt x="7174" y="15107"/>
                  </a:cubicBezTo>
                  <a:cubicBezTo>
                    <a:pt x="7193" y="15069"/>
                    <a:pt x="7246" y="15043"/>
                    <a:pt x="7321" y="15043"/>
                  </a:cubicBezTo>
                  <a:cubicBezTo>
                    <a:pt x="7366" y="15043"/>
                    <a:pt x="7420" y="15053"/>
                    <a:pt x="7478" y="15076"/>
                  </a:cubicBezTo>
                  <a:lnTo>
                    <a:pt x="7326" y="15198"/>
                  </a:lnTo>
                  <a:lnTo>
                    <a:pt x="7204" y="15320"/>
                  </a:lnTo>
                  <a:cubicBezTo>
                    <a:pt x="7326" y="15320"/>
                    <a:pt x="7478" y="15289"/>
                    <a:pt x="7600" y="15168"/>
                  </a:cubicBezTo>
                  <a:cubicBezTo>
                    <a:pt x="7630" y="15107"/>
                    <a:pt x="7630" y="15016"/>
                    <a:pt x="7539" y="15016"/>
                  </a:cubicBezTo>
                  <a:lnTo>
                    <a:pt x="7508" y="14955"/>
                  </a:lnTo>
                  <a:cubicBezTo>
                    <a:pt x="7508" y="14894"/>
                    <a:pt x="7478" y="14803"/>
                    <a:pt x="7508" y="14742"/>
                  </a:cubicBezTo>
                  <a:cubicBezTo>
                    <a:pt x="7569" y="14712"/>
                    <a:pt x="7660" y="14712"/>
                    <a:pt x="7752" y="14712"/>
                  </a:cubicBezTo>
                  <a:cubicBezTo>
                    <a:pt x="7797" y="14757"/>
                    <a:pt x="7858" y="14780"/>
                    <a:pt x="7919" y="14780"/>
                  </a:cubicBezTo>
                  <a:cubicBezTo>
                    <a:pt x="7980" y="14780"/>
                    <a:pt x="8040" y="14757"/>
                    <a:pt x="8086" y="14712"/>
                  </a:cubicBezTo>
                  <a:lnTo>
                    <a:pt x="8147" y="14681"/>
                  </a:lnTo>
                  <a:cubicBezTo>
                    <a:pt x="8180" y="14676"/>
                    <a:pt x="8211" y="14673"/>
                    <a:pt x="8238" y="14673"/>
                  </a:cubicBezTo>
                  <a:cubicBezTo>
                    <a:pt x="8358" y="14673"/>
                    <a:pt x="8415" y="14723"/>
                    <a:pt x="8390" y="14772"/>
                  </a:cubicBezTo>
                  <a:lnTo>
                    <a:pt x="8329" y="14803"/>
                  </a:lnTo>
                  <a:lnTo>
                    <a:pt x="8238" y="14864"/>
                  </a:lnTo>
                  <a:cubicBezTo>
                    <a:pt x="8116" y="14955"/>
                    <a:pt x="8208" y="15228"/>
                    <a:pt x="8208" y="15289"/>
                  </a:cubicBezTo>
                  <a:cubicBezTo>
                    <a:pt x="8183" y="15364"/>
                    <a:pt x="8178" y="15419"/>
                    <a:pt x="8194" y="15419"/>
                  </a:cubicBezTo>
                  <a:cubicBezTo>
                    <a:pt x="8198" y="15419"/>
                    <a:pt x="8202" y="15416"/>
                    <a:pt x="8208" y="15411"/>
                  </a:cubicBezTo>
                  <a:lnTo>
                    <a:pt x="8208" y="15380"/>
                  </a:lnTo>
                  <a:cubicBezTo>
                    <a:pt x="8238" y="15350"/>
                    <a:pt x="8177" y="15259"/>
                    <a:pt x="8268" y="15228"/>
                  </a:cubicBezTo>
                  <a:cubicBezTo>
                    <a:pt x="8290" y="15223"/>
                    <a:pt x="8309" y="15220"/>
                    <a:pt x="8325" y="15220"/>
                  </a:cubicBezTo>
                  <a:cubicBezTo>
                    <a:pt x="8400" y="15220"/>
                    <a:pt x="8420" y="15275"/>
                    <a:pt x="8420" y="15350"/>
                  </a:cubicBezTo>
                  <a:cubicBezTo>
                    <a:pt x="8451" y="15350"/>
                    <a:pt x="8542" y="15137"/>
                    <a:pt x="8663" y="15107"/>
                  </a:cubicBezTo>
                  <a:cubicBezTo>
                    <a:pt x="8755" y="15046"/>
                    <a:pt x="8846" y="14985"/>
                    <a:pt x="8907" y="14924"/>
                  </a:cubicBezTo>
                  <a:cubicBezTo>
                    <a:pt x="9089" y="14924"/>
                    <a:pt x="9211" y="14985"/>
                    <a:pt x="9332" y="15107"/>
                  </a:cubicBezTo>
                  <a:cubicBezTo>
                    <a:pt x="9393" y="15168"/>
                    <a:pt x="9454" y="15228"/>
                    <a:pt x="9515" y="15289"/>
                  </a:cubicBezTo>
                  <a:cubicBezTo>
                    <a:pt x="9575" y="15289"/>
                    <a:pt x="9606" y="15259"/>
                    <a:pt x="9636" y="15228"/>
                  </a:cubicBezTo>
                  <a:lnTo>
                    <a:pt x="9636" y="15168"/>
                  </a:lnTo>
                  <a:cubicBezTo>
                    <a:pt x="9636" y="15087"/>
                    <a:pt x="9663" y="15046"/>
                    <a:pt x="9717" y="15046"/>
                  </a:cubicBezTo>
                  <a:cubicBezTo>
                    <a:pt x="9744" y="15046"/>
                    <a:pt x="9778" y="15056"/>
                    <a:pt x="9819" y="15076"/>
                  </a:cubicBezTo>
                  <a:lnTo>
                    <a:pt x="9879" y="15107"/>
                  </a:lnTo>
                  <a:cubicBezTo>
                    <a:pt x="10092" y="15046"/>
                    <a:pt x="10305" y="14985"/>
                    <a:pt x="10518" y="14955"/>
                  </a:cubicBezTo>
                  <a:lnTo>
                    <a:pt x="10761" y="15137"/>
                  </a:lnTo>
                  <a:cubicBezTo>
                    <a:pt x="10791" y="15107"/>
                    <a:pt x="10852" y="14985"/>
                    <a:pt x="10882" y="14955"/>
                  </a:cubicBezTo>
                  <a:cubicBezTo>
                    <a:pt x="10882" y="14940"/>
                    <a:pt x="10951" y="14924"/>
                    <a:pt x="11023" y="14924"/>
                  </a:cubicBezTo>
                  <a:cubicBezTo>
                    <a:pt x="11095" y="14924"/>
                    <a:pt x="11171" y="14940"/>
                    <a:pt x="11186" y="14985"/>
                  </a:cubicBezTo>
                  <a:cubicBezTo>
                    <a:pt x="11198" y="15021"/>
                    <a:pt x="11215" y="15033"/>
                    <a:pt x="11231" y="15033"/>
                  </a:cubicBezTo>
                  <a:cubicBezTo>
                    <a:pt x="11255" y="15033"/>
                    <a:pt x="11278" y="15004"/>
                    <a:pt x="11278" y="14985"/>
                  </a:cubicBezTo>
                  <a:cubicBezTo>
                    <a:pt x="11278" y="14964"/>
                    <a:pt x="11384" y="14942"/>
                    <a:pt x="11521" y="14942"/>
                  </a:cubicBezTo>
                  <a:cubicBezTo>
                    <a:pt x="11578" y="14942"/>
                    <a:pt x="11641" y="14946"/>
                    <a:pt x="11703" y="14955"/>
                  </a:cubicBezTo>
                  <a:lnTo>
                    <a:pt x="12098" y="14955"/>
                  </a:lnTo>
                  <a:cubicBezTo>
                    <a:pt x="12106" y="14947"/>
                    <a:pt x="12117" y="14943"/>
                    <a:pt x="12128" y="14943"/>
                  </a:cubicBezTo>
                  <a:cubicBezTo>
                    <a:pt x="12159" y="14943"/>
                    <a:pt x="12198" y="14971"/>
                    <a:pt x="12220" y="15016"/>
                  </a:cubicBezTo>
                  <a:lnTo>
                    <a:pt x="12250" y="15046"/>
                  </a:lnTo>
                  <a:cubicBezTo>
                    <a:pt x="12311" y="15046"/>
                    <a:pt x="12433" y="14833"/>
                    <a:pt x="12493" y="14833"/>
                  </a:cubicBezTo>
                  <a:cubicBezTo>
                    <a:pt x="12615" y="14864"/>
                    <a:pt x="12706" y="14894"/>
                    <a:pt x="12797" y="14985"/>
                  </a:cubicBezTo>
                  <a:cubicBezTo>
                    <a:pt x="12801" y="14989"/>
                    <a:pt x="12806" y="14991"/>
                    <a:pt x="12812" y="14991"/>
                  </a:cubicBezTo>
                  <a:cubicBezTo>
                    <a:pt x="12850" y="14991"/>
                    <a:pt x="12923" y="14901"/>
                    <a:pt x="12949" y="14742"/>
                  </a:cubicBezTo>
                  <a:lnTo>
                    <a:pt x="13253" y="14742"/>
                  </a:lnTo>
                  <a:cubicBezTo>
                    <a:pt x="13284" y="14772"/>
                    <a:pt x="13192" y="14924"/>
                    <a:pt x="13162" y="14955"/>
                  </a:cubicBezTo>
                  <a:cubicBezTo>
                    <a:pt x="13134" y="14982"/>
                    <a:pt x="13282" y="15035"/>
                    <a:pt x="13491" y="15044"/>
                  </a:cubicBezTo>
                  <a:lnTo>
                    <a:pt x="13491" y="15044"/>
                  </a:lnTo>
                  <a:cubicBezTo>
                    <a:pt x="13491" y="15116"/>
                    <a:pt x="13573" y="15245"/>
                    <a:pt x="13679" y="15350"/>
                  </a:cubicBezTo>
                  <a:lnTo>
                    <a:pt x="13922" y="15350"/>
                  </a:lnTo>
                  <a:cubicBezTo>
                    <a:pt x="13983" y="15380"/>
                    <a:pt x="13983" y="15441"/>
                    <a:pt x="13922" y="15502"/>
                  </a:cubicBezTo>
                  <a:lnTo>
                    <a:pt x="13892" y="15502"/>
                  </a:lnTo>
                  <a:cubicBezTo>
                    <a:pt x="13865" y="15507"/>
                    <a:pt x="13839" y="15510"/>
                    <a:pt x="13814" y="15510"/>
                  </a:cubicBezTo>
                  <a:cubicBezTo>
                    <a:pt x="13697" y="15510"/>
                    <a:pt x="13602" y="15455"/>
                    <a:pt x="13527" y="15380"/>
                  </a:cubicBezTo>
                  <a:cubicBezTo>
                    <a:pt x="13405" y="15259"/>
                    <a:pt x="13253" y="15137"/>
                    <a:pt x="13101" y="15016"/>
                  </a:cubicBezTo>
                  <a:cubicBezTo>
                    <a:pt x="13071" y="15016"/>
                    <a:pt x="13010" y="15168"/>
                    <a:pt x="13010" y="15228"/>
                  </a:cubicBezTo>
                  <a:cubicBezTo>
                    <a:pt x="13010" y="15244"/>
                    <a:pt x="12987" y="15251"/>
                    <a:pt x="12957" y="15251"/>
                  </a:cubicBezTo>
                  <a:cubicBezTo>
                    <a:pt x="12926" y="15251"/>
                    <a:pt x="12888" y="15244"/>
                    <a:pt x="12858" y="15228"/>
                  </a:cubicBezTo>
                  <a:lnTo>
                    <a:pt x="12797" y="15228"/>
                  </a:lnTo>
                  <a:cubicBezTo>
                    <a:pt x="12752" y="15213"/>
                    <a:pt x="12699" y="15206"/>
                    <a:pt x="12645" y="15206"/>
                  </a:cubicBezTo>
                  <a:cubicBezTo>
                    <a:pt x="12592" y="15206"/>
                    <a:pt x="12539" y="15213"/>
                    <a:pt x="12493" y="15228"/>
                  </a:cubicBezTo>
                  <a:cubicBezTo>
                    <a:pt x="12493" y="15214"/>
                    <a:pt x="12479" y="15208"/>
                    <a:pt x="12455" y="15208"/>
                  </a:cubicBezTo>
                  <a:cubicBezTo>
                    <a:pt x="12376" y="15208"/>
                    <a:pt x="12199" y="15273"/>
                    <a:pt x="12129" y="15320"/>
                  </a:cubicBezTo>
                  <a:cubicBezTo>
                    <a:pt x="12068" y="15350"/>
                    <a:pt x="11999" y="15365"/>
                    <a:pt x="11931" y="15365"/>
                  </a:cubicBezTo>
                  <a:cubicBezTo>
                    <a:pt x="11863" y="15365"/>
                    <a:pt x="11794" y="15350"/>
                    <a:pt x="11733" y="15320"/>
                  </a:cubicBezTo>
                  <a:lnTo>
                    <a:pt x="11612" y="15289"/>
                  </a:lnTo>
                  <a:cubicBezTo>
                    <a:pt x="11490" y="15259"/>
                    <a:pt x="11369" y="15228"/>
                    <a:pt x="11278" y="15228"/>
                  </a:cubicBezTo>
                  <a:lnTo>
                    <a:pt x="11156" y="15228"/>
                  </a:lnTo>
                  <a:cubicBezTo>
                    <a:pt x="11068" y="15258"/>
                    <a:pt x="11122" y="15401"/>
                    <a:pt x="11290" y="15548"/>
                  </a:cubicBezTo>
                  <a:lnTo>
                    <a:pt x="11290" y="15548"/>
                  </a:lnTo>
                  <a:cubicBezTo>
                    <a:pt x="11215" y="15555"/>
                    <a:pt x="11140" y="15563"/>
                    <a:pt x="11065" y="15563"/>
                  </a:cubicBezTo>
                  <a:cubicBezTo>
                    <a:pt x="10943" y="15624"/>
                    <a:pt x="10761" y="15684"/>
                    <a:pt x="10639" y="15745"/>
                  </a:cubicBezTo>
                  <a:lnTo>
                    <a:pt x="10518" y="15775"/>
                  </a:lnTo>
                  <a:cubicBezTo>
                    <a:pt x="10518" y="15775"/>
                    <a:pt x="10457" y="15715"/>
                    <a:pt x="10457" y="15684"/>
                  </a:cubicBezTo>
                  <a:cubicBezTo>
                    <a:pt x="10457" y="15684"/>
                    <a:pt x="10487" y="15624"/>
                    <a:pt x="10518" y="15624"/>
                  </a:cubicBezTo>
                  <a:lnTo>
                    <a:pt x="10609" y="15624"/>
                  </a:lnTo>
                  <a:cubicBezTo>
                    <a:pt x="10670" y="15624"/>
                    <a:pt x="10366" y="15563"/>
                    <a:pt x="10274" y="15472"/>
                  </a:cubicBezTo>
                  <a:cubicBezTo>
                    <a:pt x="10248" y="15454"/>
                    <a:pt x="10234" y="15446"/>
                    <a:pt x="10229" y="15446"/>
                  </a:cubicBezTo>
                  <a:cubicBezTo>
                    <a:pt x="10216" y="15446"/>
                    <a:pt x="10253" y="15489"/>
                    <a:pt x="10274" y="15532"/>
                  </a:cubicBezTo>
                  <a:cubicBezTo>
                    <a:pt x="10286" y="15556"/>
                    <a:pt x="10258" y="15565"/>
                    <a:pt x="10213" y="15565"/>
                  </a:cubicBezTo>
                  <a:cubicBezTo>
                    <a:pt x="10141" y="15565"/>
                    <a:pt x="10027" y="15540"/>
                    <a:pt x="9970" y="15502"/>
                  </a:cubicBezTo>
                  <a:cubicBezTo>
                    <a:pt x="9940" y="15472"/>
                    <a:pt x="9902" y="15456"/>
                    <a:pt x="9868" y="15456"/>
                  </a:cubicBezTo>
                  <a:cubicBezTo>
                    <a:pt x="9834" y="15456"/>
                    <a:pt x="9803" y="15472"/>
                    <a:pt x="9788" y="15502"/>
                  </a:cubicBezTo>
                  <a:cubicBezTo>
                    <a:pt x="9758" y="15532"/>
                    <a:pt x="9819" y="15593"/>
                    <a:pt x="9879" y="15593"/>
                  </a:cubicBezTo>
                  <a:lnTo>
                    <a:pt x="10001" y="15593"/>
                  </a:lnTo>
                  <a:cubicBezTo>
                    <a:pt x="10001" y="15624"/>
                    <a:pt x="9940" y="15745"/>
                    <a:pt x="9910" y="15806"/>
                  </a:cubicBezTo>
                  <a:cubicBezTo>
                    <a:pt x="9904" y="15811"/>
                    <a:pt x="9893" y="15814"/>
                    <a:pt x="9876" y="15814"/>
                  </a:cubicBezTo>
                  <a:cubicBezTo>
                    <a:pt x="9795" y="15814"/>
                    <a:pt x="9589" y="15755"/>
                    <a:pt x="9363" y="15654"/>
                  </a:cubicBezTo>
                  <a:lnTo>
                    <a:pt x="9636" y="15380"/>
                  </a:lnTo>
                  <a:cubicBezTo>
                    <a:pt x="9601" y="15357"/>
                    <a:pt x="9566" y="15347"/>
                    <a:pt x="9535" y="15347"/>
                  </a:cubicBezTo>
                  <a:cubicBezTo>
                    <a:pt x="9484" y="15347"/>
                    <a:pt x="9442" y="15373"/>
                    <a:pt x="9423" y="15411"/>
                  </a:cubicBezTo>
                  <a:cubicBezTo>
                    <a:pt x="9393" y="15472"/>
                    <a:pt x="9180" y="15532"/>
                    <a:pt x="9089" y="15532"/>
                  </a:cubicBezTo>
                  <a:cubicBezTo>
                    <a:pt x="9028" y="15532"/>
                    <a:pt x="9119" y="15593"/>
                    <a:pt x="9180" y="15593"/>
                  </a:cubicBezTo>
                  <a:cubicBezTo>
                    <a:pt x="9241" y="15624"/>
                    <a:pt x="9332" y="15684"/>
                    <a:pt x="9393" y="15715"/>
                  </a:cubicBezTo>
                  <a:cubicBezTo>
                    <a:pt x="9420" y="15742"/>
                    <a:pt x="9331" y="15757"/>
                    <a:pt x="9219" y="15757"/>
                  </a:cubicBezTo>
                  <a:cubicBezTo>
                    <a:pt x="9081" y="15757"/>
                    <a:pt x="8910" y="15735"/>
                    <a:pt x="8876" y="15684"/>
                  </a:cubicBezTo>
                  <a:cubicBezTo>
                    <a:pt x="8846" y="15563"/>
                    <a:pt x="8755" y="15441"/>
                    <a:pt x="8724" y="15441"/>
                  </a:cubicBezTo>
                  <a:cubicBezTo>
                    <a:pt x="8663" y="15441"/>
                    <a:pt x="8603" y="15654"/>
                    <a:pt x="8542" y="15715"/>
                  </a:cubicBezTo>
                  <a:cubicBezTo>
                    <a:pt x="8497" y="15759"/>
                    <a:pt x="8534" y="15787"/>
                    <a:pt x="8569" y="15787"/>
                  </a:cubicBezTo>
                  <a:cubicBezTo>
                    <a:pt x="8582" y="15787"/>
                    <a:pt x="8595" y="15784"/>
                    <a:pt x="8603" y="15775"/>
                  </a:cubicBezTo>
                  <a:cubicBezTo>
                    <a:pt x="8608" y="15770"/>
                    <a:pt x="8613" y="15767"/>
                    <a:pt x="8617" y="15767"/>
                  </a:cubicBezTo>
                  <a:cubicBezTo>
                    <a:pt x="8633" y="15767"/>
                    <a:pt x="8633" y="15817"/>
                    <a:pt x="8633" y="15867"/>
                  </a:cubicBezTo>
                  <a:lnTo>
                    <a:pt x="8572" y="15897"/>
                  </a:lnTo>
                  <a:lnTo>
                    <a:pt x="8512" y="15958"/>
                  </a:lnTo>
                  <a:cubicBezTo>
                    <a:pt x="8489" y="15965"/>
                    <a:pt x="8464" y="15969"/>
                    <a:pt x="8438" y="15969"/>
                  </a:cubicBezTo>
                  <a:cubicBezTo>
                    <a:pt x="8361" y="15969"/>
                    <a:pt x="8276" y="15935"/>
                    <a:pt x="8208" y="15867"/>
                  </a:cubicBezTo>
                  <a:lnTo>
                    <a:pt x="8086" y="15867"/>
                  </a:lnTo>
                  <a:cubicBezTo>
                    <a:pt x="7995" y="15836"/>
                    <a:pt x="7995" y="15806"/>
                    <a:pt x="7995" y="15715"/>
                  </a:cubicBezTo>
                  <a:lnTo>
                    <a:pt x="7934" y="15593"/>
                  </a:lnTo>
                  <a:cubicBezTo>
                    <a:pt x="7873" y="15624"/>
                    <a:pt x="7812" y="15639"/>
                    <a:pt x="7752" y="15639"/>
                  </a:cubicBezTo>
                  <a:cubicBezTo>
                    <a:pt x="7691" y="15639"/>
                    <a:pt x="7630" y="15624"/>
                    <a:pt x="7569" y="15593"/>
                  </a:cubicBezTo>
                  <a:lnTo>
                    <a:pt x="7478" y="15563"/>
                  </a:lnTo>
                  <a:lnTo>
                    <a:pt x="7326" y="15502"/>
                  </a:lnTo>
                  <a:cubicBezTo>
                    <a:pt x="7204" y="15532"/>
                    <a:pt x="7113" y="15593"/>
                    <a:pt x="7083" y="15715"/>
                  </a:cubicBezTo>
                  <a:cubicBezTo>
                    <a:pt x="7083" y="15745"/>
                    <a:pt x="7174" y="15775"/>
                    <a:pt x="7204" y="15775"/>
                  </a:cubicBezTo>
                  <a:cubicBezTo>
                    <a:pt x="7235" y="15775"/>
                    <a:pt x="7326" y="15927"/>
                    <a:pt x="7387" y="15927"/>
                  </a:cubicBezTo>
                  <a:cubicBezTo>
                    <a:pt x="7400" y="15923"/>
                    <a:pt x="7415" y="15921"/>
                    <a:pt x="7431" y="15921"/>
                  </a:cubicBezTo>
                  <a:cubicBezTo>
                    <a:pt x="7528" y="15921"/>
                    <a:pt x="7669" y="15988"/>
                    <a:pt x="7721" y="15988"/>
                  </a:cubicBezTo>
                  <a:cubicBezTo>
                    <a:pt x="7812" y="15988"/>
                    <a:pt x="7782" y="16049"/>
                    <a:pt x="7691" y="16140"/>
                  </a:cubicBezTo>
                  <a:lnTo>
                    <a:pt x="7326" y="16171"/>
                  </a:lnTo>
                  <a:lnTo>
                    <a:pt x="7174" y="16171"/>
                  </a:lnTo>
                  <a:lnTo>
                    <a:pt x="7144" y="16140"/>
                  </a:lnTo>
                  <a:cubicBezTo>
                    <a:pt x="7133" y="16119"/>
                    <a:pt x="7122" y="16109"/>
                    <a:pt x="7110" y="16109"/>
                  </a:cubicBezTo>
                  <a:cubicBezTo>
                    <a:pt x="7088" y="16109"/>
                    <a:pt x="7061" y="16142"/>
                    <a:pt x="7022" y="16201"/>
                  </a:cubicBezTo>
                  <a:lnTo>
                    <a:pt x="6992" y="16201"/>
                  </a:lnTo>
                  <a:cubicBezTo>
                    <a:pt x="6954" y="16193"/>
                    <a:pt x="6914" y="16190"/>
                    <a:pt x="6873" y="16190"/>
                  </a:cubicBezTo>
                  <a:cubicBezTo>
                    <a:pt x="6752" y="16190"/>
                    <a:pt x="6627" y="16224"/>
                    <a:pt x="6536" y="16292"/>
                  </a:cubicBezTo>
                  <a:cubicBezTo>
                    <a:pt x="6475" y="16231"/>
                    <a:pt x="6414" y="16201"/>
                    <a:pt x="6384" y="16140"/>
                  </a:cubicBezTo>
                  <a:lnTo>
                    <a:pt x="6323" y="16231"/>
                  </a:lnTo>
                  <a:lnTo>
                    <a:pt x="6262" y="16201"/>
                  </a:lnTo>
                  <a:cubicBezTo>
                    <a:pt x="6253" y="16182"/>
                    <a:pt x="6217" y="16175"/>
                    <a:pt x="6169" y="16175"/>
                  </a:cubicBezTo>
                  <a:cubicBezTo>
                    <a:pt x="6061" y="16175"/>
                    <a:pt x="5890" y="16210"/>
                    <a:pt x="5806" y="16231"/>
                  </a:cubicBezTo>
                  <a:cubicBezTo>
                    <a:pt x="5794" y="16240"/>
                    <a:pt x="5778" y="16244"/>
                    <a:pt x="5761" y="16244"/>
                  </a:cubicBezTo>
                  <a:cubicBezTo>
                    <a:pt x="5652" y="16244"/>
                    <a:pt x="5468" y="16097"/>
                    <a:pt x="5442" y="16019"/>
                  </a:cubicBezTo>
                  <a:cubicBezTo>
                    <a:pt x="5424" y="15983"/>
                    <a:pt x="5322" y="15968"/>
                    <a:pt x="5223" y="15968"/>
                  </a:cubicBezTo>
                  <a:cubicBezTo>
                    <a:pt x="5153" y="15968"/>
                    <a:pt x="5084" y="15976"/>
                    <a:pt x="5046" y="15988"/>
                  </a:cubicBezTo>
                  <a:cubicBezTo>
                    <a:pt x="4955" y="15988"/>
                    <a:pt x="4925" y="16079"/>
                    <a:pt x="4925" y="16171"/>
                  </a:cubicBezTo>
                  <a:lnTo>
                    <a:pt x="4925" y="16262"/>
                  </a:lnTo>
                  <a:cubicBezTo>
                    <a:pt x="4894" y="16292"/>
                    <a:pt x="4864" y="16292"/>
                    <a:pt x="4803" y="16323"/>
                  </a:cubicBezTo>
                  <a:cubicBezTo>
                    <a:pt x="4773" y="16323"/>
                    <a:pt x="4712" y="16292"/>
                    <a:pt x="4712" y="16262"/>
                  </a:cubicBezTo>
                  <a:lnTo>
                    <a:pt x="4712" y="16110"/>
                  </a:lnTo>
                  <a:cubicBezTo>
                    <a:pt x="4712" y="15988"/>
                    <a:pt x="4621" y="15867"/>
                    <a:pt x="4499" y="15836"/>
                  </a:cubicBezTo>
                  <a:cubicBezTo>
                    <a:pt x="4438" y="15836"/>
                    <a:pt x="4499" y="15897"/>
                    <a:pt x="4499" y="15958"/>
                  </a:cubicBezTo>
                  <a:cubicBezTo>
                    <a:pt x="4499" y="16019"/>
                    <a:pt x="4530" y="16079"/>
                    <a:pt x="4560" y="16110"/>
                  </a:cubicBezTo>
                  <a:cubicBezTo>
                    <a:pt x="4590" y="16201"/>
                    <a:pt x="4590" y="16262"/>
                    <a:pt x="4621" y="16323"/>
                  </a:cubicBezTo>
                  <a:lnTo>
                    <a:pt x="4469" y="16323"/>
                  </a:lnTo>
                  <a:cubicBezTo>
                    <a:pt x="4378" y="16323"/>
                    <a:pt x="4286" y="16323"/>
                    <a:pt x="4317" y="16414"/>
                  </a:cubicBezTo>
                  <a:cubicBezTo>
                    <a:pt x="4337" y="16551"/>
                    <a:pt x="4267" y="16587"/>
                    <a:pt x="4191" y="16587"/>
                  </a:cubicBezTo>
                  <a:cubicBezTo>
                    <a:pt x="4150" y="16587"/>
                    <a:pt x="4106" y="16577"/>
                    <a:pt x="4074" y="16566"/>
                  </a:cubicBezTo>
                  <a:cubicBezTo>
                    <a:pt x="3891" y="16475"/>
                    <a:pt x="3587" y="16475"/>
                    <a:pt x="3587" y="16231"/>
                  </a:cubicBezTo>
                  <a:lnTo>
                    <a:pt x="3587" y="16171"/>
                  </a:lnTo>
                  <a:cubicBezTo>
                    <a:pt x="3587" y="16126"/>
                    <a:pt x="3539" y="16098"/>
                    <a:pt x="3488" y="16098"/>
                  </a:cubicBezTo>
                  <a:cubicBezTo>
                    <a:pt x="3470" y="16098"/>
                    <a:pt x="3452" y="16102"/>
                    <a:pt x="3435" y="16110"/>
                  </a:cubicBezTo>
                  <a:lnTo>
                    <a:pt x="3344" y="16110"/>
                  </a:lnTo>
                  <a:cubicBezTo>
                    <a:pt x="3283" y="16110"/>
                    <a:pt x="3223" y="16079"/>
                    <a:pt x="3253" y="16019"/>
                  </a:cubicBezTo>
                  <a:cubicBezTo>
                    <a:pt x="3253" y="15988"/>
                    <a:pt x="3101" y="15988"/>
                    <a:pt x="3040" y="15988"/>
                  </a:cubicBezTo>
                  <a:cubicBezTo>
                    <a:pt x="2949" y="15988"/>
                    <a:pt x="3223" y="16231"/>
                    <a:pt x="3314" y="16292"/>
                  </a:cubicBezTo>
                  <a:cubicBezTo>
                    <a:pt x="3375" y="16353"/>
                    <a:pt x="3405" y="16414"/>
                    <a:pt x="3466" y="16475"/>
                  </a:cubicBezTo>
                  <a:cubicBezTo>
                    <a:pt x="3405" y="16475"/>
                    <a:pt x="3344" y="16444"/>
                    <a:pt x="3314" y="16414"/>
                  </a:cubicBezTo>
                  <a:cubicBezTo>
                    <a:pt x="3253" y="16414"/>
                    <a:pt x="3071" y="16535"/>
                    <a:pt x="3010" y="16566"/>
                  </a:cubicBezTo>
                  <a:cubicBezTo>
                    <a:pt x="2949" y="16627"/>
                    <a:pt x="2919" y="16718"/>
                    <a:pt x="2949" y="16779"/>
                  </a:cubicBezTo>
                  <a:cubicBezTo>
                    <a:pt x="2949" y="16839"/>
                    <a:pt x="2888" y="16900"/>
                    <a:pt x="2797" y="16900"/>
                  </a:cubicBezTo>
                  <a:lnTo>
                    <a:pt x="2736" y="16900"/>
                  </a:lnTo>
                  <a:cubicBezTo>
                    <a:pt x="2706" y="16870"/>
                    <a:pt x="2676" y="16809"/>
                    <a:pt x="2615" y="16809"/>
                  </a:cubicBezTo>
                  <a:cubicBezTo>
                    <a:pt x="2460" y="16751"/>
                    <a:pt x="2305" y="16644"/>
                    <a:pt x="2143" y="16644"/>
                  </a:cubicBezTo>
                  <a:cubicBezTo>
                    <a:pt x="2050" y="16644"/>
                    <a:pt x="1954" y="16679"/>
                    <a:pt x="1855" y="16779"/>
                  </a:cubicBezTo>
                  <a:lnTo>
                    <a:pt x="1733" y="16779"/>
                  </a:lnTo>
                  <a:cubicBezTo>
                    <a:pt x="1688" y="16763"/>
                    <a:pt x="1642" y="16756"/>
                    <a:pt x="1596" y="16756"/>
                  </a:cubicBezTo>
                  <a:cubicBezTo>
                    <a:pt x="1551" y="16756"/>
                    <a:pt x="1505" y="16763"/>
                    <a:pt x="1460" y="16779"/>
                  </a:cubicBezTo>
                  <a:cubicBezTo>
                    <a:pt x="1429" y="16794"/>
                    <a:pt x="1407" y="16801"/>
                    <a:pt x="1384" y="16801"/>
                  </a:cubicBezTo>
                  <a:cubicBezTo>
                    <a:pt x="1361" y="16801"/>
                    <a:pt x="1338" y="16794"/>
                    <a:pt x="1308" y="16779"/>
                  </a:cubicBezTo>
                  <a:lnTo>
                    <a:pt x="1247" y="16718"/>
                  </a:lnTo>
                  <a:cubicBezTo>
                    <a:pt x="1234" y="16705"/>
                    <a:pt x="1211" y="16699"/>
                    <a:pt x="1181" y="16699"/>
                  </a:cubicBezTo>
                  <a:cubicBezTo>
                    <a:pt x="1071" y="16699"/>
                    <a:pt x="861" y="16781"/>
                    <a:pt x="669" y="16900"/>
                  </a:cubicBezTo>
                  <a:lnTo>
                    <a:pt x="457" y="16779"/>
                  </a:lnTo>
                  <a:lnTo>
                    <a:pt x="213" y="16687"/>
                  </a:lnTo>
                  <a:lnTo>
                    <a:pt x="213" y="16687"/>
                  </a:lnTo>
                  <a:cubicBezTo>
                    <a:pt x="153" y="16779"/>
                    <a:pt x="244" y="16870"/>
                    <a:pt x="396" y="16870"/>
                  </a:cubicBezTo>
                  <a:lnTo>
                    <a:pt x="487" y="16991"/>
                  </a:lnTo>
                  <a:cubicBezTo>
                    <a:pt x="525" y="17057"/>
                    <a:pt x="563" y="17079"/>
                    <a:pt x="600" y="17079"/>
                  </a:cubicBezTo>
                  <a:cubicBezTo>
                    <a:pt x="677" y="17079"/>
                    <a:pt x="753" y="16989"/>
                    <a:pt x="830" y="16989"/>
                  </a:cubicBezTo>
                  <a:cubicBezTo>
                    <a:pt x="837" y="16989"/>
                    <a:pt x="844" y="16989"/>
                    <a:pt x="852" y="16991"/>
                  </a:cubicBezTo>
                  <a:cubicBezTo>
                    <a:pt x="913" y="17022"/>
                    <a:pt x="943" y="17052"/>
                    <a:pt x="973" y="17083"/>
                  </a:cubicBezTo>
                  <a:lnTo>
                    <a:pt x="1065" y="17113"/>
                  </a:lnTo>
                  <a:cubicBezTo>
                    <a:pt x="1156" y="17174"/>
                    <a:pt x="1186" y="17295"/>
                    <a:pt x="1065" y="17356"/>
                  </a:cubicBezTo>
                  <a:lnTo>
                    <a:pt x="1004" y="17417"/>
                  </a:lnTo>
                  <a:cubicBezTo>
                    <a:pt x="882" y="17478"/>
                    <a:pt x="1034" y="17569"/>
                    <a:pt x="943" y="17660"/>
                  </a:cubicBezTo>
                  <a:cubicBezTo>
                    <a:pt x="882" y="17690"/>
                    <a:pt x="882" y="17842"/>
                    <a:pt x="1095" y="17842"/>
                  </a:cubicBezTo>
                  <a:cubicBezTo>
                    <a:pt x="1125" y="17842"/>
                    <a:pt x="1186" y="17903"/>
                    <a:pt x="1247" y="17903"/>
                  </a:cubicBezTo>
                  <a:lnTo>
                    <a:pt x="1308" y="17903"/>
                  </a:lnTo>
                  <a:cubicBezTo>
                    <a:pt x="1369" y="17873"/>
                    <a:pt x="1429" y="17690"/>
                    <a:pt x="1490" y="17690"/>
                  </a:cubicBezTo>
                  <a:cubicBezTo>
                    <a:pt x="1581" y="17660"/>
                    <a:pt x="1520" y="17599"/>
                    <a:pt x="1399" y="17538"/>
                  </a:cubicBezTo>
                  <a:lnTo>
                    <a:pt x="1277" y="17478"/>
                  </a:lnTo>
                  <a:cubicBezTo>
                    <a:pt x="1247" y="17447"/>
                    <a:pt x="1247" y="17386"/>
                    <a:pt x="1277" y="17356"/>
                  </a:cubicBezTo>
                  <a:cubicBezTo>
                    <a:pt x="1300" y="17334"/>
                    <a:pt x="1322" y="17262"/>
                    <a:pt x="1381" y="17262"/>
                  </a:cubicBezTo>
                  <a:cubicBezTo>
                    <a:pt x="1402" y="17262"/>
                    <a:pt x="1428" y="17271"/>
                    <a:pt x="1460" y="17295"/>
                  </a:cubicBezTo>
                  <a:lnTo>
                    <a:pt x="1490" y="17326"/>
                  </a:lnTo>
                  <a:cubicBezTo>
                    <a:pt x="1612" y="17295"/>
                    <a:pt x="1733" y="17234"/>
                    <a:pt x="1855" y="17174"/>
                  </a:cubicBezTo>
                  <a:lnTo>
                    <a:pt x="2098" y="17174"/>
                  </a:lnTo>
                  <a:cubicBezTo>
                    <a:pt x="2159" y="17174"/>
                    <a:pt x="2220" y="17143"/>
                    <a:pt x="2280" y="17113"/>
                  </a:cubicBezTo>
                  <a:lnTo>
                    <a:pt x="2402" y="17052"/>
                  </a:lnTo>
                  <a:cubicBezTo>
                    <a:pt x="2584" y="17113"/>
                    <a:pt x="2706" y="17234"/>
                    <a:pt x="2736" y="17417"/>
                  </a:cubicBezTo>
                  <a:lnTo>
                    <a:pt x="2797" y="17538"/>
                  </a:lnTo>
                  <a:cubicBezTo>
                    <a:pt x="2828" y="17599"/>
                    <a:pt x="2888" y="17630"/>
                    <a:pt x="2949" y="17660"/>
                  </a:cubicBezTo>
                  <a:lnTo>
                    <a:pt x="2979" y="17660"/>
                  </a:lnTo>
                  <a:cubicBezTo>
                    <a:pt x="3010" y="17660"/>
                    <a:pt x="3040" y="17630"/>
                    <a:pt x="3071" y="17599"/>
                  </a:cubicBezTo>
                  <a:lnTo>
                    <a:pt x="3040" y="17599"/>
                  </a:lnTo>
                  <a:cubicBezTo>
                    <a:pt x="2979" y="17538"/>
                    <a:pt x="2979" y="17478"/>
                    <a:pt x="3071" y="17417"/>
                  </a:cubicBezTo>
                  <a:cubicBezTo>
                    <a:pt x="3101" y="17417"/>
                    <a:pt x="3162" y="17478"/>
                    <a:pt x="3192" y="17508"/>
                  </a:cubicBezTo>
                  <a:cubicBezTo>
                    <a:pt x="3253" y="17538"/>
                    <a:pt x="3253" y="17599"/>
                    <a:pt x="3314" y="17630"/>
                  </a:cubicBezTo>
                  <a:cubicBezTo>
                    <a:pt x="3527" y="17782"/>
                    <a:pt x="3587" y="17934"/>
                    <a:pt x="3405" y="18116"/>
                  </a:cubicBezTo>
                  <a:cubicBezTo>
                    <a:pt x="3413" y="18124"/>
                    <a:pt x="3426" y="18128"/>
                    <a:pt x="3440" y="18128"/>
                  </a:cubicBezTo>
                  <a:cubicBezTo>
                    <a:pt x="3480" y="18128"/>
                    <a:pt x="3535" y="18100"/>
                    <a:pt x="3557" y="18055"/>
                  </a:cubicBezTo>
                  <a:lnTo>
                    <a:pt x="3618" y="18025"/>
                  </a:lnTo>
                  <a:cubicBezTo>
                    <a:pt x="3648" y="17964"/>
                    <a:pt x="3709" y="17934"/>
                    <a:pt x="3739" y="17934"/>
                  </a:cubicBezTo>
                  <a:lnTo>
                    <a:pt x="3922" y="17964"/>
                  </a:lnTo>
                  <a:cubicBezTo>
                    <a:pt x="4074" y="17994"/>
                    <a:pt x="4195" y="18086"/>
                    <a:pt x="4286" y="18207"/>
                  </a:cubicBezTo>
                  <a:lnTo>
                    <a:pt x="4408" y="18146"/>
                  </a:lnTo>
                  <a:cubicBezTo>
                    <a:pt x="4438" y="18146"/>
                    <a:pt x="4408" y="18025"/>
                    <a:pt x="4347" y="17994"/>
                  </a:cubicBezTo>
                  <a:cubicBezTo>
                    <a:pt x="4256" y="17903"/>
                    <a:pt x="4165" y="17812"/>
                    <a:pt x="4074" y="17782"/>
                  </a:cubicBezTo>
                  <a:cubicBezTo>
                    <a:pt x="3952" y="17690"/>
                    <a:pt x="3922" y="17690"/>
                    <a:pt x="4013" y="17660"/>
                  </a:cubicBezTo>
                  <a:cubicBezTo>
                    <a:pt x="4165" y="17538"/>
                    <a:pt x="4317" y="17478"/>
                    <a:pt x="4499" y="17447"/>
                  </a:cubicBezTo>
                  <a:cubicBezTo>
                    <a:pt x="4712" y="17478"/>
                    <a:pt x="4590" y="17721"/>
                    <a:pt x="4742" y="17812"/>
                  </a:cubicBezTo>
                  <a:lnTo>
                    <a:pt x="4742" y="17873"/>
                  </a:lnTo>
                  <a:cubicBezTo>
                    <a:pt x="4784" y="17977"/>
                    <a:pt x="4811" y="18024"/>
                    <a:pt x="4883" y="18024"/>
                  </a:cubicBezTo>
                  <a:cubicBezTo>
                    <a:pt x="4916" y="18024"/>
                    <a:pt x="4958" y="18014"/>
                    <a:pt x="5016" y="17994"/>
                  </a:cubicBezTo>
                  <a:cubicBezTo>
                    <a:pt x="5107" y="17994"/>
                    <a:pt x="5198" y="17934"/>
                    <a:pt x="5259" y="17934"/>
                  </a:cubicBezTo>
                  <a:lnTo>
                    <a:pt x="5502" y="17994"/>
                  </a:lnTo>
                  <a:cubicBezTo>
                    <a:pt x="5624" y="17873"/>
                    <a:pt x="5654" y="17721"/>
                    <a:pt x="5533" y="17599"/>
                  </a:cubicBezTo>
                  <a:cubicBezTo>
                    <a:pt x="5502" y="17569"/>
                    <a:pt x="5715" y="17478"/>
                    <a:pt x="5806" y="17478"/>
                  </a:cubicBezTo>
                  <a:cubicBezTo>
                    <a:pt x="5897" y="17478"/>
                    <a:pt x="5989" y="17478"/>
                    <a:pt x="6080" y="17447"/>
                  </a:cubicBezTo>
                  <a:cubicBezTo>
                    <a:pt x="6080" y="17441"/>
                    <a:pt x="6082" y="17439"/>
                    <a:pt x="6086" y="17439"/>
                  </a:cubicBezTo>
                  <a:cubicBezTo>
                    <a:pt x="6103" y="17439"/>
                    <a:pt x="6147" y="17478"/>
                    <a:pt x="6171" y="17478"/>
                  </a:cubicBezTo>
                  <a:lnTo>
                    <a:pt x="6323" y="17478"/>
                  </a:lnTo>
                  <a:cubicBezTo>
                    <a:pt x="6353" y="17478"/>
                    <a:pt x="6262" y="17265"/>
                    <a:pt x="6323" y="17204"/>
                  </a:cubicBezTo>
                  <a:cubicBezTo>
                    <a:pt x="6347" y="17168"/>
                    <a:pt x="6408" y="17156"/>
                    <a:pt x="6478" y="17156"/>
                  </a:cubicBezTo>
                  <a:cubicBezTo>
                    <a:pt x="6585" y="17156"/>
                    <a:pt x="6712" y="17186"/>
                    <a:pt x="6749" y="17204"/>
                  </a:cubicBezTo>
                  <a:cubicBezTo>
                    <a:pt x="6766" y="17216"/>
                    <a:pt x="6782" y="17221"/>
                    <a:pt x="6797" y="17221"/>
                  </a:cubicBezTo>
                  <a:cubicBezTo>
                    <a:pt x="6861" y="17221"/>
                    <a:pt x="6901" y="17132"/>
                    <a:pt x="6901" y="17083"/>
                  </a:cubicBezTo>
                  <a:cubicBezTo>
                    <a:pt x="6901" y="17047"/>
                    <a:pt x="6880" y="17032"/>
                    <a:pt x="6856" y="17032"/>
                  </a:cubicBezTo>
                  <a:cubicBezTo>
                    <a:pt x="6840" y="17032"/>
                    <a:pt x="6822" y="17040"/>
                    <a:pt x="6809" y="17052"/>
                  </a:cubicBezTo>
                  <a:lnTo>
                    <a:pt x="6779" y="17052"/>
                  </a:lnTo>
                  <a:lnTo>
                    <a:pt x="6688" y="17083"/>
                  </a:lnTo>
                  <a:cubicBezTo>
                    <a:pt x="6627" y="16991"/>
                    <a:pt x="6627" y="16900"/>
                    <a:pt x="6657" y="16809"/>
                  </a:cubicBezTo>
                  <a:lnTo>
                    <a:pt x="6597" y="16718"/>
                  </a:lnTo>
                  <a:cubicBezTo>
                    <a:pt x="6657" y="16687"/>
                    <a:pt x="6688" y="16657"/>
                    <a:pt x="6749" y="16657"/>
                  </a:cubicBezTo>
                  <a:lnTo>
                    <a:pt x="6809" y="16657"/>
                  </a:lnTo>
                  <a:cubicBezTo>
                    <a:pt x="6813" y="16660"/>
                    <a:pt x="6817" y="16662"/>
                    <a:pt x="6822" y="16662"/>
                  </a:cubicBezTo>
                  <a:cubicBezTo>
                    <a:pt x="6865" y="16662"/>
                    <a:pt x="6965" y="16562"/>
                    <a:pt x="6992" y="16535"/>
                  </a:cubicBezTo>
                  <a:cubicBezTo>
                    <a:pt x="6996" y="16527"/>
                    <a:pt x="7005" y="16523"/>
                    <a:pt x="7017" y="16523"/>
                  </a:cubicBezTo>
                  <a:cubicBezTo>
                    <a:pt x="7089" y="16523"/>
                    <a:pt x="7283" y="16657"/>
                    <a:pt x="7387" y="16657"/>
                  </a:cubicBezTo>
                  <a:cubicBezTo>
                    <a:pt x="7478" y="16657"/>
                    <a:pt x="7569" y="16748"/>
                    <a:pt x="7539" y="16870"/>
                  </a:cubicBezTo>
                  <a:lnTo>
                    <a:pt x="7508" y="16991"/>
                  </a:lnTo>
                  <a:cubicBezTo>
                    <a:pt x="7478" y="17022"/>
                    <a:pt x="7448" y="17052"/>
                    <a:pt x="7417" y="17052"/>
                  </a:cubicBezTo>
                  <a:lnTo>
                    <a:pt x="7387" y="17052"/>
                  </a:lnTo>
                  <a:cubicBezTo>
                    <a:pt x="7356" y="17022"/>
                    <a:pt x="7235" y="16748"/>
                    <a:pt x="7083" y="16748"/>
                  </a:cubicBezTo>
                  <a:cubicBezTo>
                    <a:pt x="7072" y="16745"/>
                    <a:pt x="7062" y="16744"/>
                    <a:pt x="7054" y="16744"/>
                  </a:cubicBezTo>
                  <a:cubicBezTo>
                    <a:pt x="6972" y="16744"/>
                    <a:pt x="7028" y="16872"/>
                    <a:pt x="7083" y="16900"/>
                  </a:cubicBezTo>
                  <a:cubicBezTo>
                    <a:pt x="7174" y="16991"/>
                    <a:pt x="7265" y="17113"/>
                    <a:pt x="7326" y="17204"/>
                  </a:cubicBezTo>
                  <a:lnTo>
                    <a:pt x="7539" y="17204"/>
                  </a:lnTo>
                  <a:cubicBezTo>
                    <a:pt x="7645" y="17189"/>
                    <a:pt x="7744" y="17181"/>
                    <a:pt x="7843" y="17181"/>
                  </a:cubicBezTo>
                  <a:cubicBezTo>
                    <a:pt x="7942" y="17181"/>
                    <a:pt x="8040" y="17189"/>
                    <a:pt x="8147" y="17204"/>
                  </a:cubicBezTo>
                  <a:cubicBezTo>
                    <a:pt x="8208" y="17234"/>
                    <a:pt x="8177" y="17295"/>
                    <a:pt x="8056" y="17356"/>
                  </a:cubicBezTo>
                  <a:lnTo>
                    <a:pt x="7964" y="17386"/>
                  </a:lnTo>
                  <a:lnTo>
                    <a:pt x="7904" y="17386"/>
                  </a:lnTo>
                  <a:cubicBezTo>
                    <a:pt x="7873" y="17417"/>
                    <a:pt x="7904" y="17447"/>
                    <a:pt x="7964" y="17447"/>
                  </a:cubicBezTo>
                  <a:lnTo>
                    <a:pt x="8056" y="17690"/>
                  </a:lnTo>
                  <a:cubicBezTo>
                    <a:pt x="8299" y="17660"/>
                    <a:pt x="8633" y="17569"/>
                    <a:pt x="8815" y="17538"/>
                  </a:cubicBezTo>
                  <a:lnTo>
                    <a:pt x="8998" y="17508"/>
                  </a:lnTo>
                  <a:cubicBezTo>
                    <a:pt x="9028" y="17478"/>
                    <a:pt x="8937" y="17417"/>
                    <a:pt x="8876" y="17386"/>
                  </a:cubicBezTo>
                  <a:cubicBezTo>
                    <a:pt x="8785" y="17386"/>
                    <a:pt x="8907" y="17326"/>
                    <a:pt x="9089" y="17326"/>
                  </a:cubicBezTo>
                  <a:lnTo>
                    <a:pt x="9089" y="17356"/>
                  </a:lnTo>
                  <a:cubicBezTo>
                    <a:pt x="9211" y="17599"/>
                    <a:pt x="9515" y="17478"/>
                    <a:pt x="9697" y="17599"/>
                  </a:cubicBezTo>
                  <a:cubicBezTo>
                    <a:pt x="9725" y="17613"/>
                    <a:pt x="9749" y="17619"/>
                    <a:pt x="9769" y="17619"/>
                  </a:cubicBezTo>
                  <a:cubicBezTo>
                    <a:pt x="9836" y="17619"/>
                    <a:pt x="9870" y="17555"/>
                    <a:pt x="9940" y="17508"/>
                  </a:cubicBezTo>
                  <a:cubicBezTo>
                    <a:pt x="10001" y="17417"/>
                    <a:pt x="9970" y="17356"/>
                    <a:pt x="9879" y="17326"/>
                  </a:cubicBezTo>
                  <a:lnTo>
                    <a:pt x="9697" y="17265"/>
                  </a:lnTo>
                  <a:cubicBezTo>
                    <a:pt x="9575" y="17143"/>
                    <a:pt x="9606" y="17022"/>
                    <a:pt x="9788" y="17022"/>
                  </a:cubicBezTo>
                  <a:lnTo>
                    <a:pt x="9940" y="17022"/>
                  </a:lnTo>
                  <a:cubicBezTo>
                    <a:pt x="10034" y="17022"/>
                    <a:pt x="10127" y="16932"/>
                    <a:pt x="10235" y="16932"/>
                  </a:cubicBezTo>
                  <a:cubicBezTo>
                    <a:pt x="10267" y="16932"/>
                    <a:pt x="10300" y="16940"/>
                    <a:pt x="10335" y="16961"/>
                  </a:cubicBezTo>
                  <a:cubicBezTo>
                    <a:pt x="10364" y="16978"/>
                    <a:pt x="10392" y="16985"/>
                    <a:pt x="10418" y="16985"/>
                  </a:cubicBezTo>
                  <a:cubicBezTo>
                    <a:pt x="10493" y="16985"/>
                    <a:pt x="10559" y="16935"/>
                    <a:pt x="10616" y="16935"/>
                  </a:cubicBezTo>
                  <a:cubicBezTo>
                    <a:pt x="10646" y="16935"/>
                    <a:pt x="10674" y="16949"/>
                    <a:pt x="10700" y="16991"/>
                  </a:cubicBezTo>
                  <a:cubicBezTo>
                    <a:pt x="10761" y="16991"/>
                    <a:pt x="10791" y="16991"/>
                    <a:pt x="10822" y="16961"/>
                  </a:cubicBezTo>
                  <a:lnTo>
                    <a:pt x="10882" y="16900"/>
                  </a:lnTo>
                  <a:cubicBezTo>
                    <a:pt x="10898" y="16877"/>
                    <a:pt x="10914" y="16867"/>
                    <a:pt x="10928" y="16867"/>
                  </a:cubicBezTo>
                  <a:cubicBezTo>
                    <a:pt x="10970" y="16867"/>
                    <a:pt x="11004" y="16946"/>
                    <a:pt x="11004" y="16991"/>
                  </a:cubicBezTo>
                  <a:cubicBezTo>
                    <a:pt x="10974" y="17083"/>
                    <a:pt x="10943" y="17174"/>
                    <a:pt x="10882" y="17234"/>
                  </a:cubicBezTo>
                  <a:lnTo>
                    <a:pt x="10822" y="17265"/>
                  </a:lnTo>
                  <a:cubicBezTo>
                    <a:pt x="10809" y="17271"/>
                    <a:pt x="10796" y="17273"/>
                    <a:pt x="10782" y="17273"/>
                  </a:cubicBezTo>
                  <a:cubicBezTo>
                    <a:pt x="10724" y="17273"/>
                    <a:pt x="10651" y="17234"/>
                    <a:pt x="10578" y="17234"/>
                  </a:cubicBezTo>
                  <a:lnTo>
                    <a:pt x="10335" y="17113"/>
                  </a:lnTo>
                  <a:cubicBezTo>
                    <a:pt x="10244" y="17143"/>
                    <a:pt x="10153" y="17174"/>
                    <a:pt x="10122" y="17204"/>
                  </a:cubicBezTo>
                  <a:cubicBezTo>
                    <a:pt x="10092" y="17234"/>
                    <a:pt x="10153" y="17326"/>
                    <a:pt x="10183" y="17356"/>
                  </a:cubicBezTo>
                  <a:cubicBezTo>
                    <a:pt x="10204" y="17417"/>
                    <a:pt x="10220" y="17437"/>
                    <a:pt x="10236" y="17437"/>
                  </a:cubicBezTo>
                  <a:cubicBezTo>
                    <a:pt x="10268" y="17437"/>
                    <a:pt x="10295" y="17356"/>
                    <a:pt x="10335" y="17356"/>
                  </a:cubicBezTo>
                  <a:cubicBezTo>
                    <a:pt x="10361" y="17346"/>
                    <a:pt x="10385" y="17342"/>
                    <a:pt x="10409" y="17342"/>
                  </a:cubicBezTo>
                  <a:cubicBezTo>
                    <a:pt x="10529" y="17342"/>
                    <a:pt x="10634" y="17447"/>
                    <a:pt x="10761" y="17447"/>
                  </a:cubicBezTo>
                  <a:lnTo>
                    <a:pt x="10791" y="17447"/>
                  </a:lnTo>
                  <a:cubicBezTo>
                    <a:pt x="10806" y="17493"/>
                    <a:pt x="10829" y="17516"/>
                    <a:pt x="10852" y="17516"/>
                  </a:cubicBezTo>
                  <a:cubicBezTo>
                    <a:pt x="10875" y="17516"/>
                    <a:pt x="10898" y="17493"/>
                    <a:pt x="10913" y="17447"/>
                  </a:cubicBezTo>
                  <a:lnTo>
                    <a:pt x="10974" y="17447"/>
                  </a:lnTo>
                  <a:lnTo>
                    <a:pt x="11217" y="17356"/>
                  </a:lnTo>
                  <a:cubicBezTo>
                    <a:pt x="11242" y="17206"/>
                    <a:pt x="11308" y="17097"/>
                    <a:pt x="11381" y="17097"/>
                  </a:cubicBezTo>
                  <a:cubicBezTo>
                    <a:pt x="11397" y="17097"/>
                    <a:pt x="11413" y="17102"/>
                    <a:pt x="11429" y="17113"/>
                  </a:cubicBezTo>
                  <a:lnTo>
                    <a:pt x="11429" y="17143"/>
                  </a:lnTo>
                  <a:lnTo>
                    <a:pt x="11369" y="17234"/>
                  </a:lnTo>
                  <a:cubicBezTo>
                    <a:pt x="11308" y="17326"/>
                    <a:pt x="11369" y="17386"/>
                    <a:pt x="11521" y="17386"/>
                  </a:cubicBezTo>
                  <a:lnTo>
                    <a:pt x="11642" y="17295"/>
                  </a:lnTo>
                  <a:cubicBezTo>
                    <a:pt x="11688" y="17280"/>
                    <a:pt x="11733" y="17272"/>
                    <a:pt x="11779" y="17272"/>
                  </a:cubicBezTo>
                  <a:cubicBezTo>
                    <a:pt x="11825" y="17272"/>
                    <a:pt x="11870" y="17280"/>
                    <a:pt x="11916" y="17295"/>
                  </a:cubicBezTo>
                  <a:cubicBezTo>
                    <a:pt x="12007" y="17386"/>
                    <a:pt x="11946" y="17447"/>
                    <a:pt x="11794" y="17447"/>
                  </a:cubicBezTo>
                  <a:lnTo>
                    <a:pt x="11764" y="17447"/>
                  </a:lnTo>
                  <a:cubicBezTo>
                    <a:pt x="11764" y="17538"/>
                    <a:pt x="11703" y="17599"/>
                    <a:pt x="11673" y="17690"/>
                  </a:cubicBezTo>
                  <a:lnTo>
                    <a:pt x="11642" y="17690"/>
                  </a:lnTo>
                  <a:cubicBezTo>
                    <a:pt x="11490" y="17721"/>
                    <a:pt x="11490" y="17782"/>
                    <a:pt x="11551" y="17842"/>
                  </a:cubicBezTo>
                  <a:lnTo>
                    <a:pt x="11612" y="17873"/>
                  </a:lnTo>
                  <a:cubicBezTo>
                    <a:pt x="11733" y="17873"/>
                    <a:pt x="11825" y="17690"/>
                    <a:pt x="11855" y="17630"/>
                  </a:cubicBezTo>
                  <a:cubicBezTo>
                    <a:pt x="11855" y="17569"/>
                    <a:pt x="12037" y="17447"/>
                    <a:pt x="12250" y="17356"/>
                  </a:cubicBezTo>
                  <a:lnTo>
                    <a:pt x="12433" y="17234"/>
                  </a:lnTo>
                  <a:cubicBezTo>
                    <a:pt x="12493" y="17204"/>
                    <a:pt x="12585" y="17204"/>
                    <a:pt x="12615" y="17204"/>
                  </a:cubicBezTo>
                  <a:lnTo>
                    <a:pt x="12645" y="17234"/>
                  </a:lnTo>
                  <a:cubicBezTo>
                    <a:pt x="12656" y="17245"/>
                    <a:pt x="12673" y="17249"/>
                    <a:pt x="12695" y="17249"/>
                  </a:cubicBezTo>
                  <a:cubicBezTo>
                    <a:pt x="12792" y="17249"/>
                    <a:pt x="12982" y="17170"/>
                    <a:pt x="13094" y="17170"/>
                  </a:cubicBezTo>
                  <a:cubicBezTo>
                    <a:pt x="13108" y="17170"/>
                    <a:pt x="13120" y="17171"/>
                    <a:pt x="13132" y="17174"/>
                  </a:cubicBezTo>
                  <a:cubicBezTo>
                    <a:pt x="13253" y="17204"/>
                    <a:pt x="13344" y="17265"/>
                    <a:pt x="13405" y="17356"/>
                  </a:cubicBezTo>
                  <a:cubicBezTo>
                    <a:pt x="13405" y="17417"/>
                    <a:pt x="13466" y="17417"/>
                    <a:pt x="13466" y="17417"/>
                  </a:cubicBezTo>
                  <a:cubicBezTo>
                    <a:pt x="13466" y="17356"/>
                    <a:pt x="13496" y="17326"/>
                    <a:pt x="13496" y="17265"/>
                  </a:cubicBezTo>
                  <a:cubicBezTo>
                    <a:pt x="13496" y="17257"/>
                    <a:pt x="13503" y="17253"/>
                    <a:pt x="13515" y="17253"/>
                  </a:cubicBezTo>
                  <a:cubicBezTo>
                    <a:pt x="13547" y="17253"/>
                    <a:pt x="13620" y="17281"/>
                    <a:pt x="13709" y="17326"/>
                  </a:cubicBezTo>
                  <a:lnTo>
                    <a:pt x="13892" y="17326"/>
                  </a:lnTo>
                  <a:cubicBezTo>
                    <a:pt x="13945" y="17304"/>
                    <a:pt x="13984" y="17294"/>
                    <a:pt x="14005" y="17294"/>
                  </a:cubicBezTo>
                  <a:cubicBezTo>
                    <a:pt x="14042" y="17294"/>
                    <a:pt x="14020" y="17328"/>
                    <a:pt x="13922" y="17386"/>
                  </a:cubicBezTo>
                  <a:lnTo>
                    <a:pt x="13892" y="17478"/>
                  </a:lnTo>
                  <a:lnTo>
                    <a:pt x="13861" y="17538"/>
                  </a:lnTo>
                  <a:cubicBezTo>
                    <a:pt x="13892" y="17660"/>
                    <a:pt x="13770" y="17721"/>
                    <a:pt x="13588" y="17721"/>
                  </a:cubicBezTo>
                  <a:lnTo>
                    <a:pt x="13648" y="17569"/>
                  </a:lnTo>
                  <a:cubicBezTo>
                    <a:pt x="13648" y="17538"/>
                    <a:pt x="13618" y="17508"/>
                    <a:pt x="13588" y="17508"/>
                  </a:cubicBezTo>
                  <a:cubicBezTo>
                    <a:pt x="13496" y="17569"/>
                    <a:pt x="13436" y="17599"/>
                    <a:pt x="13344" y="17660"/>
                  </a:cubicBezTo>
                  <a:lnTo>
                    <a:pt x="13314" y="17690"/>
                  </a:lnTo>
                  <a:cubicBezTo>
                    <a:pt x="13253" y="17660"/>
                    <a:pt x="13192" y="17508"/>
                    <a:pt x="13192" y="17447"/>
                  </a:cubicBezTo>
                  <a:cubicBezTo>
                    <a:pt x="13192" y="17386"/>
                    <a:pt x="13040" y="17356"/>
                    <a:pt x="12980" y="17356"/>
                  </a:cubicBezTo>
                  <a:cubicBezTo>
                    <a:pt x="12919" y="17356"/>
                    <a:pt x="12949" y="17417"/>
                    <a:pt x="12980" y="17417"/>
                  </a:cubicBezTo>
                  <a:cubicBezTo>
                    <a:pt x="13040" y="17478"/>
                    <a:pt x="13071" y="17569"/>
                    <a:pt x="13132" y="17690"/>
                  </a:cubicBezTo>
                  <a:lnTo>
                    <a:pt x="13132" y="17812"/>
                  </a:lnTo>
                  <a:lnTo>
                    <a:pt x="13132" y="17842"/>
                  </a:lnTo>
                  <a:cubicBezTo>
                    <a:pt x="13056" y="17855"/>
                    <a:pt x="12981" y="17862"/>
                    <a:pt x="12905" y="17862"/>
                  </a:cubicBezTo>
                  <a:cubicBezTo>
                    <a:pt x="12798" y="17862"/>
                    <a:pt x="12691" y="17848"/>
                    <a:pt x="12585" y="17812"/>
                  </a:cubicBezTo>
                  <a:lnTo>
                    <a:pt x="12463" y="17630"/>
                  </a:lnTo>
                  <a:cubicBezTo>
                    <a:pt x="12437" y="17604"/>
                    <a:pt x="12401" y="17595"/>
                    <a:pt x="12365" y="17595"/>
                  </a:cubicBezTo>
                  <a:cubicBezTo>
                    <a:pt x="12316" y="17595"/>
                    <a:pt x="12268" y="17612"/>
                    <a:pt x="12250" y="17630"/>
                  </a:cubicBezTo>
                  <a:cubicBezTo>
                    <a:pt x="12250" y="17660"/>
                    <a:pt x="12281" y="17721"/>
                    <a:pt x="12311" y="17751"/>
                  </a:cubicBezTo>
                  <a:lnTo>
                    <a:pt x="12341" y="17812"/>
                  </a:lnTo>
                  <a:cubicBezTo>
                    <a:pt x="12433" y="17873"/>
                    <a:pt x="12372" y="17964"/>
                    <a:pt x="12311" y="17994"/>
                  </a:cubicBezTo>
                  <a:cubicBezTo>
                    <a:pt x="12250" y="18025"/>
                    <a:pt x="12554" y="18116"/>
                    <a:pt x="12676" y="18146"/>
                  </a:cubicBezTo>
                  <a:cubicBezTo>
                    <a:pt x="12708" y="18154"/>
                    <a:pt x="12737" y="18158"/>
                    <a:pt x="12759" y="18158"/>
                  </a:cubicBezTo>
                  <a:cubicBezTo>
                    <a:pt x="12821" y="18158"/>
                    <a:pt x="12842" y="18130"/>
                    <a:pt x="12797" y="18086"/>
                  </a:cubicBezTo>
                  <a:lnTo>
                    <a:pt x="12676" y="18086"/>
                  </a:lnTo>
                  <a:cubicBezTo>
                    <a:pt x="12676" y="18025"/>
                    <a:pt x="12706" y="17934"/>
                    <a:pt x="12767" y="17903"/>
                  </a:cubicBezTo>
                  <a:lnTo>
                    <a:pt x="12858" y="17964"/>
                  </a:lnTo>
                  <a:cubicBezTo>
                    <a:pt x="12980" y="18055"/>
                    <a:pt x="13132" y="18146"/>
                    <a:pt x="13284" y="18238"/>
                  </a:cubicBezTo>
                  <a:cubicBezTo>
                    <a:pt x="13324" y="18251"/>
                    <a:pt x="13365" y="18265"/>
                    <a:pt x="13398" y="18265"/>
                  </a:cubicBezTo>
                  <a:cubicBezTo>
                    <a:pt x="13438" y="18265"/>
                    <a:pt x="13466" y="18244"/>
                    <a:pt x="13466" y="18177"/>
                  </a:cubicBezTo>
                  <a:cubicBezTo>
                    <a:pt x="13466" y="18055"/>
                    <a:pt x="13618" y="18086"/>
                    <a:pt x="13618" y="18055"/>
                  </a:cubicBezTo>
                  <a:lnTo>
                    <a:pt x="13618" y="17934"/>
                  </a:lnTo>
                  <a:lnTo>
                    <a:pt x="13618" y="17903"/>
                  </a:lnTo>
                  <a:cubicBezTo>
                    <a:pt x="13588" y="17873"/>
                    <a:pt x="13770" y="17842"/>
                    <a:pt x="13831" y="17842"/>
                  </a:cubicBezTo>
                  <a:cubicBezTo>
                    <a:pt x="13892" y="17842"/>
                    <a:pt x="13983" y="18025"/>
                    <a:pt x="13922" y="18086"/>
                  </a:cubicBezTo>
                  <a:cubicBezTo>
                    <a:pt x="13831" y="18116"/>
                    <a:pt x="14013" y="18177"/>
                    <a:pt x="14104" y="18207"/>
                  </a:cubicBezTo>
                  <a:cubicBezTo>
                    <a:pt x="14111" y="18210"/>
                    <a:pt x="14117" y="18212"/>
                    <a:pt x="14123" y="18212"/>
                  </a:cubicBezTo>
                  <a:cubicBezTo>
                    <a:pt x="14171" y="18212"/>
                    <a:pt x="14195" y="18113"/>
                    <a:pt x="14195" y="18086"/>
                  </a:cubicBezTo>
                  <a:cubicBezTo>
                    <a:pt x="14195" y="17994"/>
                    <a:pt x="14195" y="17873"/>
                    <a:pt x="14195" y="17782"/>
                  </a:cubicBezTo>
                  <a:lnTo>
                    <a:pt x="14074" y="17690"/>
                  </a:lnTo>
                  <a:cubicBezTo>
                    <a:pt x="14044" y="17690"/>
                    <a:pt x="14104" y="17599"/>
                    <a:pt x="14135" y="17569"/>
                  </a:cubicBezTo>
                  <a:lnTo>
                    <a:pt x="14195" y="17508"/>
                  </a:lnTo>
                  <a:cubicBezTo>
                    <a:pt x="14287" y="17478"/>
                    <a:pt x="14347" y="17417"/>
                    <a:pt x="14287" y="17417"/>
                  </a:cubicBezTo>
                  <a:lnTo>
                    <a:pt x="14226" y="17417"/>
                  </a:lnTo>
                  <a:cubicBezTo>
                    <a:pt x="14195" y="17417"/>
                    <a:pt x="14408" y="17295"/>
                    <a:pt x="14439" y="17234"/>
                  </a:cubicBezTo>
                  <a:cubicBezTo>
                    <a:pt x="14469" y="17143"/>
                    <a:pt x="14530" y="17083"/>
                    <a:pt x="14591" y="17052"/>
                  </a:cubicBezTo>
                  <a:cubicBezTo>
                    <a:pt x="14594" y="17049"/>
                    <a:pt x="14598" y="17047"/>
                    <a:pt x="14602" y="17047"/>
                  </a:cubicBezTo>
                  <a:cubicBezTo>
                    <a:pt x="14634" y="17047"/>
                    <a:pt x="14682" y="17147"/>
                    <a:pt x="14682" y="17174"/>
                  </a:cubicBezTo>
                  <a:cubicBezTo>
                    <a:pt x="14773" y="17265"/>
                    <a:pt x="14864" y="17295"/>
                    <a:pt x="14986" y="17295"/>
                  </a:cubicBezTo>
                  <a:cubicBezTo>
                    <a:pt x="15138" y="17265"/>
                    <a:pt x="15290" y="17234"/>
                    <a:pt x="15472" y="17204"/>
                  </a:cubicBezTo>
                  <a:lnTo>
                    <a:pt x="15624" y="17174"/>
                  </a:lnTo>
                  <a:cubicBezTo>
                    <a:pt x="15654" y="17174"/>
                    <a:pt x="15654" y="17083"/>
                    <a:pt x="15715" y="17052"/>
                  </a:cubicBezTo>
                  <a:lnTo>
                    <a:pt x="15867" y="17052"/>
                  </a:lnTo>
                  <a:cubicBezTo>
                    <a:pt x="15958" y="17083"/>
                    <a:pt x="16019" y="17174"/>
                    <a:pt x="16110" y="17204"/>
                  </a:cubicBezTo>
                  <a:lnTo>
                    <a:pt x="16262" y="17234"/>
                  </a:lnTo>
                  <a:cubicBezTo>
                    <a:pt x="16293" y="17143"/>
                    <a:pt x="16354" y="17052"/>
                    <a:pt x="16384" y="17052"/>
                  </a:cubicBezTo>
                  <a:cubicBezTo>
                    <a:pt x="16475" y="17098"/>
                    <a:pt x="16566" y="17121"/>
                    <a:pt x="16654" y="17121"/>
                  </a:cubicBezTo>
                  <a:cubicBezTo>
                    <a:pt x="16741" y="17121"/>
                    <a:pt x="16825" y="17098"/>
                    <a:pt x="16901" y="17052"/>
                  </a:cubicBezTo>
                  <a:lnTo>
                    <a:pt x="17022" y="17022"/>
                  </a:lnTo>
                  <a:cubicBezTo>
                    <a:pt x="17053" y="17083"/>
                    <a:pt x="17113" y="17174"/>
                    <a:pt x="17174" y="17204"/>
                  </a:cubicBezTo>
                  <a:cubicBezTo>
                    <a:pt x="17180" y="17207"/>
                    <a:pt x="17188" y="17208"/>
                    <a:pt x="17197" y="17208"/>
                  </a:cubicBezTo>
                  <a:cubicBezTo>
                    <a:pt x="17272" y="17208"/>
                    <a:pt x="17459" y="17129"/>
                    <a:pt x="17585" y="17129"/>
                  </a:cubicBezTo>
                  <a:cubicBezTo>
                    <a:pt x="17614" y="17129"/>
                    <a:pt x="17640" y="17133"/>
                    <a:pt x="17661" y="17143"/>
                  </a:cubicBezTo>
                  <a:cubicBezTo>
                    <a:pt x="17696" y="17161"/>
                    <a:pt x="17714" y="17168"/>
                    <a:pt x="17719" y="17168"/>
                  </a:cubicBezTo>
                  <a:cubicBezTo>
                    <a:pt x="17731" y="17168"/>
                    <a:pt x="17673" y="17125"/>
                    <a:pt x="17630" y="17083"/>
                  </a:cubicBezTo>
                  <a:cubicBezTo>
                    <a:pt x="17569" y="17052"/>
                    <a:pt x="17630" y="17022"/>
                    <a:pt x="17782" y="17022"/>
                  </a:cubicBezTo>
                  <a:lnTo>
                    <a:pt x="17873" y="17022"/>
                  </a:lnTo>
                  <a:cubicBezTo>
                    <a:pt x="17965" y="17022"/>
                    <a:pt x="18086" y="17083"/>
                    <a:pt x="18147" y="17083"/>
                  </a:cubicBezTo>
                  <a:cubicBezTo>
                    <a:pt x="18208" y="17083"/>
                    <a:pt x="18360" y="17052"/>
                    <a:pt x="18360" y="17022"/>
                  </a:cubicBezTo>
                  <a:cubicBezTo>
                    <a:pt x="18360" y="16931"/>
                    <a:pt x="18398" y="16908"/>
                    <a:pt x="18447" y="16908"/>
                  </a:cubicBezTo>
                  <a:cubicBezTo>
                    <a:pt x="18496" y="16908"/>
                    <a:pt x="18557" y="16931"/>
                    <a:pt x="18603" y="16931"/>
                  </a:cubicBezTo>
                  <a:lnTo>
                    <a:pt x="18816" y="16870"/>
                  </a:lnTo>
                  <a:cubicBezTo>
                    <a:pt x="18816" y="16921"/>
                    <a:pt x="18843" y="16940"/>
                    <a:pt x="18879" y="16940"/>
                  </a:cubicBezTo>
                  <a:cubicBezTo>
                    <a:pt x="18928" y="16940"/>
                    <a:pt x="18993" y="16905"/>
                    <a:pt x="19028" y="16870"/>
                  </a:cubicBezTo>
                  <a:cubicBezTo>
                    <a:pt x="19050" y="16848"/>
                    <a:pt x="19083" y="16838"/>
                    <a:pt x="19122" y="16838"/>
                  </a:cubicBezTo>
                  <a:cubicBezTo>
                    <a:pt x="19193" y="16838"/>
                    <a:pt x="19284" y="16872"/>
                    <a:pt x="19363" y="16931"/>
                  </a:cubicBezTo>
                  <a:lnTo>
                    <a:pt x="19758" y="16931"/>
                  </a:lnTo>
                  <a:cubicBezTo>
                    <a:pt x="19804" y="16938"/>
                    <a:pt x="19847" y="16942"/>
                    <a:pt x="19887" y="16942"/>
                  </a:cubicBezTo>
                  <a:cubicBezTo>
                    <a:pt x="20005" y="16942"/>
                    <a:pt x="20085" y="16908"/>
                    <a:pt x="20062" y="16839"/>
                  </a:cubicBezTo>
                  <a:lnTo>
                    <a:pt x="20183" y="16809"/>
                  </a:lnTo>
                  <a:cubicBezTo>
                    <a:pt x="20244" y="16809"/>
                    <a:pt x="20305" y="16748"/>
                    <a:pt x="20366" y="16748"/>
                  </a:cubicBezTo>
                  <a:lnTo>
                    <a:pt x="20396" y="16748"/>
                  </a:lnTo>
                  <a:cubicBezTo>
                    <a:pt x="20400" y="16750"/>
                    <a:pt x="20404" y="16751"/>
                    <a:pt x="20408" y="16751"/>
                  </a:cubicBezTo>
                  <a:cubicBezTo>
                    <a:pt x="20478" y="16751"/>
                    <a:pt x="20647" y="16535"/>
                    <a:pt x="20761" y="16535"/>
                  </a:cubicBezTo>
                  <a:cubicBezTo>
                    <a:pt x="20883" y="16566"/>
                    <a:pt x="21004" y="16596"/>
                    <a:pt x="21095" y="16687"/>
                  </a:cubicBezTo>
                  <a:lnTo>
                    <a:pt x="21095" y="16809"/>
                  </a:lnTo>
                  <a:cubicBezTo>
                    <a:pt x="21072" y="16855"/>
                    <a:pt x="21080" y="16870"/>
                    <a:pt x="21101" y="16870"/>
                  </a:cubicBezTo>
                  <a:cubicBezTo>
                    <a:pt x="21136" y="16870"/>
                    <a:pt x="21209" y="16828"/>
                    <a:pt x="21247" y="16809"/>
                  </a:cubicBezTo>
                  <a:cubicBezTo>
                    <a:pt x="21278" y="16748"/>
                    <a:pt x="21521" y="16596"/>
                    <a:pt x="21551" y="16535"/>
                  </a:cubicBezTo>
                  <a:cubicBezTo>
                    <a:pt x="21561" y="16515"/>
                    <a:pt x="21568" y="16505"/>
                    <a:pt x="21572" y="16505"/>
                  </a:cubicBezTo>
                  <a:lnTo>
                    <a:pt x="21572" y="16505"/>
                  </a:lnTo>
                  <a:cubicBezTo>
                    <a:pt x="21578" y="16505"/>
                    <a:pt x="21572" y="16546"/>
                    <a:pt x="21551" y="16627"/>
                  </a:cubicBezTo>
                  <a:lnTo>
                    <a:pt x="21734" y="16657"/>
                  </a:lnTo>
                  <a:lnTo>
                    <a:pt x="21916" y="16687"/>
                  </a:lnTo>
                  <a:cubicBezTo>
                    <a:pt x="21984" y="16619"/>
                    <a:pt x="22087" y="16585"/>
                    <a:pt x="22198" y="16585"/>
                  </a:cubicBezTo>
                  <a:cubicBezTo>
                    <a:pt x="22235" y="16585"/>
                    <a:pt x="22273" y="16589"/>
                    <a:pt x="22311" y="16596"/>
                  </a:cubicBezTo>
                  <a:lnTo>
                    <a:pt x="22372" y="16657"/>
                  </a:lnTo>
                  <a:cubicBezTo>
                    <a:pt x="22463" y="16718"/>
                    <a:pt x="22524" y="16839"/>
                    <a:pt x="22615" y="16900"/>
                  </a:cubicBezTo>
                  <a:cubicBezTo>
                    <a:pt x="22676" y="16870"/>
                    <a:pt x="22706" y="16839"/>
                    <a:pt x="22676" y="16779"/>
                  </a:cubicBezTo>
                  <a:cubicBezTo>
                    <a:pt x="22676" y="16748"/>
                    <a:pt x="22949" y="16657"/>
                    <a:pt x="23041" y="16627"/>
                  </a:cubicBezTo>
                  <a:cubicBezTo>
                    <a:pt x="23078" y="16614"/>
                    <a:pt x="23121" y="16607"/>
                    <a:pt x="23165" y="16607"/>
                  </a:cubicBezTo>
                  <a:cubicBezTo>
                    <a:pt x="23227" y="16607"/>
                    <a:pt x="23291" y="16621"/>
                    <a:pt x="23345" y="16657"/>
                  </a:cubicBezTo>
                  <a:cubicBezTo>
                    <a:pt x="23390" y="16672"/>
                    <a:pt x="23428" y="16680"/>
                    <a:pt x="23466" y="16680"/>
                  </a:cubicBezTo>
                  <a:cubicBezTo>
                    <a:pt x="23504" y="16680"/>
                    <a:pt x="23542" y="16672"/>
                    <a:pt x="23588" y="16657"/>
                  </a:cubicBezTo>
                  <a:lnTo>
                    <a:pt x="23679" y="16627"/>
                  </a:lnTo>
                  <a:cubicBezTo>
                    <a:pt x="23740" y="16596"/>
                    <a:pt x="23861" y="16566"/>
                    <a:pt x="23861" y="16535"/>
                  </a:cubicBezTo>
                  <a:lnTo>
                    <a:pt x="23831" y="16323"/>
                  </a:lnTo>
                  <a:cubicBezTo>
                    <a:pt x="23953" y="16262"/>
                    <a:pt x="24044" y="16171"/>
                    <a:pt x="24135" y="16049"/>
                  </a:cubicBezTo>
                  <a:lnTo>
                    <a:pt x="24135" y="16049"/>
                  </a:lnTo>
                  <a:cubicBezTo>
                    <a:pt x="24135" y="16049"/>
                    <a:pt x="23861" y="16201"/>
                    <a:pt x="23770" y="16262"/>
                  </a:cubicBezTo>
                  <a:cubicBezTo>
                    <a:pt x="23738" y="16283"/>
                    <a:pt x="23706" y="16293"/>
                    <a:pt x="23677" y="16293"/>
                  </a:cubicBezTo>
                  <a:cubicBezTo>
                    <a:pt x="23626" y="16293"/>
                    <a:pt x="23588" y="16260"/>
                    <a:pt x="23588" y="16201"/>
                  </a:cubicBezTo>
                  <a:lnTo>
                    <a:pt x="23405" y="16231"/>
                  </a:lnTo>
                  <a:lnTo>
                    <a:pt x="23223" y="16231"/>
                  </a:lnTo>
                  <a:cubicBezTo>
                    <a:pt x="23253" y="16140"/>
                    <a:pt x="23314" y="16019"/>
                    <a:pt x="23375" y="15927"/>
                  </a:cubicBezTo>
                  <a:cubicBezTo>
                    <a:pt x="23378" y="15924"/>
                    <a:pt x="23383" y="15923"/>
                    <a:pt x="23388" y="15923"/>
                  </a:cubicBezTo>
                  <a:cubicBezTo>
                    <a:pt x="23431" y="15923"/>
                    <a:pt x="23530" y="16022"/>
                    <a:pt x="23557" y="16049"/>
                  </a:cubicBezTo>
                  <a:cubicBezTo>
                    <a:pt x="23561" y="16052"/>
                    <a:pt x="23568" y="16054"/>
                    <a:pt x="23578" y="16054"/>
                  </a:cubicBezTo>
                  <a:cubicBezTo>
                    <a:pt x="23659" y="16054"/>
                    <a:pt x="23935" y="15955"/>
                    <a:pt x="24044" y="15927"/>
                  </a:cubicBezTo>
                  <a:cubicBezTo>
                    <a:pt x="24076" y="15906"/>
                    <a:pt x="24112" y="15896"/>
                    <a:pt x="24148" y="15896"/>
                  </a:cubicBezTo>
                  <a:cubicBezTo>
                    <a:pt x="24213" y="15896"/>
                    <a:pt x="24278" y="15929"/>
                    <a:pt x="24317" y="15988"/>
                  </a:cubicBezTo>
                  <a:cubicBezTo>
                    <a:pt x="24317" y="16019"/>
                    <a:pt x="24591" y="16019"/>
                    <a:pt x="24652" y="16079"/>
                  </a:cubicBezTo>
                  <a:cubicBezTo>
                    <a:pt x="24682" y="16140"/>
                    <a:pt x="24652" y="16201"/>
                    <a:pt x="24560" y="16201"/>
                  </a:cubicBezTo>
                  <a:lnTo>
                    <a:pt x="24469" y="16201"/>
                  </a:lnTo>
                  <a:lnTo>
                    <a:pt x="24044" y="16292"/>
                  </a:lnTo>
                  <a:cubicBezTo>
                    <a:pt x="24155" y="16381"/>
                    <a:pt x="24283" y="16438"/>
                    <a:pt x="24414" y="16438"/>
                  </a:cubicBezTo>
                  <a:cubicBezTo>
                    <a:pt x="24463" y="16438"/>
                    <a:pt x="24512" y="16430"/>
                    <a:pt x="24560" y="16414"/>
                  </a:cubicBezTo>
                  <a:cubicBezTo>
                    <a:pt x="24593" y="16406"/>
                    <a:pt x="24626" y="16402"/>
                    <a:pt x="24658" y="16402"/>
                  </a:cubicBezTo>
                  <a:cubicBezTo>
                    <a:pt x="24745" y="16402"/>
                    <a:pt x="24828" y="16430"/>
                    <a:pt x="24895" y="16475"/>
                  </a:cubicBezTo>
                  <a:cubicBezTo>
                    <a:pt x="24906" y="16486"/>
                    <a:pt x="24918" y="16491"/>
                    <a:pt x="24929" y="16491"/>
                  </a:cubicBezTo>
                  <a:cubicBezTo>
                    <a:pt x="24978" y="16491"/>
                    <a:pt x="25022" y="16402"/>
                    <a:pt x="25047" y="16353"/>
                  </a:cubicBezTo>
                  <a:cubicBezTo>
                    <a:pt x="25047" y="16328"/>
                    <a:pt x="25051" y="16317"/>
                    <a:pt x="25059" y="16317"/>
                  </a:cubicBezTo>
                  <a:cubicBezTo>
                    <a:pt x="25080" y="16317"/>
                    <a:pt x="25124" y="16395"/>
                    <a:pt x="25168" y="16505"/>
                  </a:cubicBezTo>
                  <a:lnTo>
                    <a:pt x="25229" y="16627"/>
                  </a:lnTo>
                  <a:cubicBezTo>
                    <a:pt x="25260" y="16657"/>
                    <a:pt x="25290" y="16687"/>
                    <a:pt x="25351" y="16687"/>
                  </a:cubicBezTo>
                  <a:cubicBezTo>
                    <a:pt x="25472" y="16657"/>
                    <a:pt x="25381" y="16657"/>
                    <a:pt x="25351" y="16596"/>
                  </a:cubicBezTo>
                  <a:cubicBezTo>
                    <a:pt x="25320" y="16535"/>
                    <a:pt x="25351" y="16475"/>
                    <a:pt x="25442" y="16444"/>
                  </a:cubicBezTo>
                  <a:cubicBezTo>
                    <a:pt x="25507" y="16444"/>
                    <a:pt x="25526" y="16522"/>
                    <a:pt x="25586" y="16522"/>
                  </a:cubicBezTo>
                  <a:cubicBezTo>
                    <a:pt x="25611" y="16522"/>
                    <a:pt x="25642" y="16509"/>
                    <a:pt x="25685" y="16475"/>
                  </a:cubicBezTo>
                  <a:cubicBezTo>
                    <a:pt x="25731" y="16459"/>
                    <a:pt x="25784" y="16452"/>
                    <a:pt x="25841" y="16452"/>
                  </a:cubicBezTo>
                  <a:cubicBezTo>
                    <a:pt x="25898" y="16452"/>
                    <a:pt x="25959" y="16459"/>
                    <a:pt x="26019" y="16475"/>
                  </a:cubicBezTo>
                  <a:cubicBezTo>
                    <a:pt x="26050" y="16490"/>
                    <a:pt x="26080" y="16497"/>
                    <a:pt x="26111" y="16497"/>
                  </a:cubicBezTo>
                  <a:cubicBezTo>
                    <a:pt x="26141" y="16497"/>
                    <a:pt x="26171" y="16490"/>
                    <a:pt x="26202" y="16475"/>
                  </a:cubicBezTo>
                  <a:cubicBezTo>
                    <a:pt x="26263" y="16459"/>
                    <a:pt x="26331" y="16452"/>
                    <a:pt x="26399" y="16452"/>
                  </a:cubicBezTo>
                  <a:cubicBezTo>
                    <a:pt x="26468" y="16452"/>
                    <a:pt x="26536" y="16459"/>
                    <a:pt x="26597" y="16475"/>
                  </a:cubicBezTo>
                  <a:cubicBezTo>
                    <a:pt x="26623" y="16485"/>
                    <a:pt x="26648" y="16489"/>
                    <a:pt x="26671" y="16489"/>
                  </a:cubicBezTo>
                  <a:cubicBezTo>
                    <a:pt x="26759" y="16489"/>
                    <a:pt x="26830" y="16430"/>
                    <a:pt x="26918" y="16430"/>
                  </a:cubicBezTo>
                  <a:cubicBezTo>
                    <a:pt x="26941" y="16430"/>
                    <a:pt x="26966" y="16434"/>
                    <a:pt x="26992" y="16444"/>
                  </a:cubicBezTo>
                  <a:lnTo>
                    <a:pt x="27083" y="16475"/>
                  </a:lnTo>
                  <a:cubicBezTo>
                    <a:pt x="27174" y="16475"/>
                    <a:pt x="27266" y="16444"/>
                    <a:pt x="27357" y="16414"/>
                  </a:cubicBezTo>
                  <a:lnTo>
                    <a:pt x="27387" y="16383"/>
                  </a:lnTo>
                  <a:cubicBezTo>
                    <a:pt x="27418" y="16353"/>
                    <a:pt x="27478" y="16323"/>
                    <a:pt x="27509" y="16323"/>
                  </a:cubicBezTo>
                  <a:lnTo>
                    <a:pt x="27661" y="16353"/>
                  </a:lnTo>
                  <a:cubicBezTo>
                    <a:pt x="27722" y="16383"/>
                    <a:pt x="27790" y="16399"/>
                    <a:pt x="27855" y="16399"/>
                  </a:cubicBezTo>
                  <a:cubicBezTo>
                    <a:pt x="27919" y="16399"/>
                    <a:pt x="27980" y="16383"/>
                    <a:pt x="28026" y="16353"/>
                  </a:cubicBezTo>
                  <a:cubicBezTo>
                    <a:pt x="28034" y="16345"/>
                    <a:pt x="28046" y="16341"/>
                    <a:pt x="28062" y="16341"/>
                  </a:cubicBezTo>
                  <a:cubicBezTo>
                    <a:pt x="28105" y="16341"/>
                    <a:pt x="28172" y="16369"/>
                    <a:pt x="28238" y="16414"/>
                  </a:cubicBezTo>
                  <a:lnTo>
                    <a:pt x="28329" y="16475"/>
                  </a:lnTo>
                  <a:lnTo>
                    <a:pt x="28360" y="16475"/>
                  </a:lnTo>
                  <a:cubicBezTo>
                    <a:pt x="28421" y="16475"/>
                    <a:pt x="28481" y="16414"/>
                    <a:pt x="28481" y="16383"/>
                  </a:cubicBezTo>
                  <a:lnTo>
                    <a:pt x="28481" y="16323"/>
                  </a:lnTo>
                  <a:cubicBezTo>
                    <a:pt x="28481" y="16307"/>
                    <a:pt x="28474" y="16307"/>
                    <a:pt x="28466" y="16307"/>
                  </a:cubicBezTo>
                  <a:cubicBezTo>
                    <a:pt x="28459" y="16307"/>
                    <a:pt x="28451" y="16307"/>
                    <a:pt x="28451" y="16292"/>
                  </a:cubicBezTo>
                  <a:cubicBezTo>
                    <a:pt x="28451" y="16262"/>
                    <a:pt x="28421" y="16231"/>
                    <a:pt x="28451" y="16231"/>
                  </a:cubicBezTo>
                  <a:lnTo>
                    <a:pt x="28542" y="16231"/>
                  </a:lnTo>
                  <a:lnTo>
                    <a:pt x="28633" y="16353"/>
                  </a:lnTo>
                  <a:cubicBezTo>
                    <a:pt x="28785" y="16535"/>
                    <a:pt x="28785" y="16657"/>
                    <a:pt x="28664" y="16657"/>
                  </a:cubicBezTo>
                  <a:lnTo>
                    <a:pt x="28603" y="16657"/>
                  </a:lnTo>
                  <a:cubicBezTo>
                    <a:pt x="28573" y="16657"/>
                    <a:pt x="28542" y="16687"/>
                    <a:pt x="28512" y="16718"/>
                  </a:cubicBezTo>
                  <a:cubicBezTo>
                    <a:pt x="28481" y="16809"/>
                    <a:pt x="28603" y="16809"/>
                    <a:pt x="28694" y="16809"/>
                  </a:cubicBezTo>
                  <a:lnTo>
                    <a:pt x="28725" y="16809"/>
                  </a:lnTo>
                  <a:cubicBezTo>
                    <a:pt x="28816" y="16809"/>
                    <a:pt x="28907" y="16779"/>
                    <a:pt x="28968" y="16718"/>
                  </a:cubicBezTo>
                  <a:lnTo>
                    <a:pt x="29089" y="16779"/>
                  </a:lnTo>
                  <a:cubicBezTo>
                    <a:pt x="29120" y="16779"/>
                    <a:pt x="29181" y="16779"/>
                    <a:pt x="29211" y="16748"/>
                  </a:cubicBezTo>
                  <a:cubicBezTo>
                    <a:pt x="29241" y="16718"/>
                    <a:pt x="29241" y="16687"/>
                    <a:pt x="29211" y="16657"/>
                  </a:cubicBezTo>
                  <a:cubicBezTo>
                    <a:pt x="29181" y="16627"/>
                    <a:pt x="29150" y="16596"/>
                    <a:pt x="29089" y="16566"/>
                  </a:cubicBezTo>
                  <a:cubicBezTo>
                    <a:pt x="29029" y="16505"/>
                    <a:pt x="28877" y="16566"/>
                    <a:pt x="28937" y="16414"/>
                  </a:cubicBezTo>
                  <a:lnTo>
                    <a:pt x="28968" y="16353"/>
                  </a:lnTo>
                  <a:cubicBezTo>
                    <a:pt x="28983" y="16330"/>
                    <a:pt x="29005" y="16320"/>
                    <a:pt x="29030" y="16320"/>
                  </a:cubicBezTo>
                  <a:cubicBezTo>
                    <a:pt x="29101" y="16320"/>
                    <a:pt x="29196" y="16399"/>
                    <a:pt x="29241" y="16444"/>
                  </a:cubicBezTo>
                  <a:cubicBezTo>
                    <a:pt x="29250" y="16470"/>
                    <a:pt x="29276" y="16481"/>
                    <a:pt x="29314" y="16481"/>
                  </a:cubicBezTo>
                  <a:cubicBezTo>
                    <a:pt x="29412" y="16481"/>
                    <a:pt x="29592" y="16410"/>
                    <a:pt x="29788" y="16323"/>
                  </a:cubicBezTo>
                  <a:lnTo>
                    <a:pt x="30062" y="16292"/>
                  </a:lnTo>
                  <a:lnTo>
                    <a:pt x="30366" y="16262"/>
                  </a:lnTo>
                  <a:cubicBezTo>
                    <a:pt x="30396" y="16079"/>
                    <a:pt x="30396" y="15897"/>
                    <a:pt x="30366" y="15715"/>
                  </a:cubicBezTo>
                  <a:cubicBezTo>
                    <a:pt x="30366" y="15684"/>
                    <a:pt x="30457" y="15624"/>
                    <a:pt x="30640" y="15593"/>
                  </a:cubicBezTo>
                  <a:lnTo>
                    <a:pt x="30700" y="15715"/>
                  </a:lnTo>
                  <a:cubicBezTo>
                    <a:pt x="30731" y="15745"/>
                    <a:pt x="30670" y="15775"/>
                    <a:pt x="30670" y="15836"/>
                  </a:cubicBezTo>
                  <a:cubicBezTo>
                    <a:pt x="30670" y="15897"/>
                    <a:pt x="30670" y="15958"/>
                    <a:pt x="30700" y="16019"/>
                  </a:cubicBezTo>
                  <a:cubicBezTo>
                    <a:pt x="30700" y="16079"/>
                    <a:pt x="30731" y="16171"/>
                    <a:pt x="30761" y="16171"/>
                  </a:cubicBezTo>
                  <a:cubicBezTo>
                    <a:pt x="30761" y="16171"/>
                    <a:pt x="30700" y="16201"/>
                    <a:pt x="30670" y="16201"/>
                  </a:cubicBezTo>
                  <a:lnTo>
                    <a:pt x="30579" y="16231"/>
                  </a:lnTo>
                  <a:cubicBezTo>
                    <a:pt x="30488" y="16292"/>
                    <a:pt x="30518" y="16475"/>
                    <a:pt x="30548" y="16535"/>
                  </a:cubicBezTo>
                  <a:cubicBezTo>
                    <a:pt x="30553" y="16540"/>
                    <a:pt x="30560" y="16543"/>
                    <a:pt x="30568" y="16543"/>
                  </a:cubicBezTo>
                  <a:cubicBezTo>
                    <a:pt x="30608" y="16543"/>
                    <a:pt x="30680" y="16480"/>
                    <a:pt x="30731" y="16353"/>
                  </a:cubicBezTo>
                  <a:lnTo>
                    <a:pt x="30913" y="16292"/>
                  </a:lnTo>
                  <a:cubicBezTo>
                    <a:pt x="30916" y="16290"/>
                    <a:pt x="30918" y="16289"/>
                    <a:pt x="30922" y="16289"/>
                  </a:cubicBezTo>
                  <a:cubicBezTo>
                    <a:pt x="30944" y="16289"/>
                    <a:pt x="30984" y="16344"/>
                    <a:pt x="31017" y="16344"/>
                  </a:cubicBezTo>
                  <a:cubicBezTo>
                    <a:pt x="31037" y="16344"/>
                    <a:pt x="31055" y="16324"/>
                    <a:pt x="31065" y="16262"/>
                  </a:cubicBezTo>
                  <a:cubicBezTo>
                    <a:pt x="31096" y="16201"/>
                    <a:pt x="31187" y="16140"/>
                    <a:pt x="31278" y="16079"/>
                  </a:cubicBezTo>
                  <a:cubicBezTo>
                    <a:pt x="31308" y="16064"/>
                    <a:pt x="31354" y="16057"/>
                    <a:pt x="31392" y="16057"/>
                  </a:cubicBezTo>
                  <a:cubicBezTo>
                    <a:pt x="31430" y="16057"/>
                    <a:pt x="31460" y="16064"/>
                    <a:pt x="31460" y="16079"/>
                  </a:cubicBezTo>
                  <a:cubicBezTo>
                    <a:pt x="31491" y="16110"/>
                    <a:pt x="31399" y="16171"/>
                    <a:pt x="31399" y="16231"/>
                  </a:cubicBezTo>
                  <a:cubicBezTo>
                    <a:pt x="31430" y="16262"/>
                    <a:pt x="31582" y="16262"/>
                    <a:pt x="31612" y="16262"/>
                  </a:cubicBezTo>
                  <a:cubicBezTo>
                    <a:pt x="31643" y="16262"/>
                    <a:pt x="31825" y="16049"/>
                    <a:pt x="31886" y="15988"/>
                  </a:cubicBezTo>
                  <a:cubicBezTo>
                    <a:pt x="31910" y="15980"/>
                    <a:pt x="31937" y="15976"/>
                    <a:pt x="31964" y="15976"/>
                  </a:cubicBezTo>
                  <a:cubicBezTo>
                    <a:pt x="32038" y="15976"/>
                    <a:pt x="32115" y="16005"/>
                    <a:pt x="32159" y="16049"/>
                  </a:cubicBezTo>
                  <a:lnTo>
                    <a:pt x="32220" y="16110"/>
                  </a:lnTo>
                  <a:cubicBezTo>
                    <a:pt x="32251" y="16140"/>
                    <a:pt x="32311" y="16201"/>
                    <a:pt x="32342" y="16201"/>
                  </a:cubicBezTo>
                  <a:cubicBezTo>
                    <a:pt x="32433" y="16171"/>
                    <a:pt x="32433" y="16079"/>
                    <a:pt x="32372" y="16019"/>
                  </a:cubicBezTo>
                  <a:cubicBezTo>
                    <a:pt x="32281" y="15988"/>
                    <a:pt x="32311" y="15897"/>
                    <a:pt x="32372" y="15867"/>
                  </a:cubicBezTo>
                  <a:cubicBezTo>
                    <a:pt x="32378" y="15861"/>
                    <a:pt x="32386" y="15859"/>
                    <a:pt x="32397" y="15859"/>
                  </a:cubicBezTo>
                  <a:cubicBezTo>
                    <a:pt x="32444" y="15859"/>
                    <a:pt x="32530" y="15908"/>
                    <a:pt x="32555" y="15958"/>
                  </a:cubicBezTo>
                  <a:lnTo>
                    <a:pt x="32615" y="15988"/>
                  </a:lnTo>
                  <a:cubicBezTo>
                    <a:pt x="32615" y="16049"/>
                    <a:pt x="32646" y="16110"/>
                    <a:pt x="32646" y="16140"/>
                  </a:cubicBezTo>
                  <a:cubicBezTo>
                    <a:pt x="32767" y="16201"/>
                    <a:pt x="32858" y="16262"/>
                    <a:pt x="32980" y="16323"/>
                  </a:cubicBezTo>
                  <a:lnTo>
                    <a:pt x="33132" y="16353"/>
                  </a:lnTo>
                  <a:lnTo>
                    <a:pt x="33345" y="16383"/>
                  </a:lnTo>
                  <a:cubicBezTo>
                    <a:pt x="33436" y="16292"/>
                    <a:pt x="33436" y="16171"/>
                    <a:pt x="33406" y="16140"/>
                  </a:cubicBezTo>
                  <a:cubicBezTo>
                    <a:pt x="33375" y="16140"/>
                    <a:pt x="33345" y="15958"/>
                    <a:pt x="33406" y="15927"/>
                  </a:cubicBezTo>
                  <a:cubicBezTo>
                    <a:pt x="33410" y="15923"/>
                    <a:pt x="33416" y="15921"/>
                    <a:pt x="33424" y="15921"/>
                  </a:cubicBezTo>
                  <a:cubicBezTo>
                    <a:pt x="33475" y="15921"/>
                    <a:pt x="33592" y="15997"/>
                    <a:pt x="33618" y="16049"/>
                  </a:cubicBezTo>
                  <a:cubicBezTo>
                    <a:pt x="33626" y="16057"/>
                    <a:pt x="33635" y="16060"/>
                    <a:pt x="33646" y="16060"/>
                  </a:cubicBezTo>
                  <a:cubicBezTo>
                    <a:pt x="33679" y="16060"/>
                    <a:pt x="33725" y="16026"/>
                    <a:pt x="33770" y="15958"/>
                  </a:cubicBezTo>
                  <a:lnTo>
                    <a:pt x="33801" y="15958"/>
                  </a:lnTo>
                  <a:lnTo>
                    <a:pt x="33983" y="15927"/>
                  </a:lnTo>
                  <a:cubicBezTo>
                    <a:pt x="33983" y="16019"/>
                    <a:pt x="34196" y="16323"/>
                    <a:pt x="34317" y="16353"/>
                  </a:cubicBezTo>
                  <a:cubicBezTo>
                    <a:pt x="34469" y="16353"/>
                    <a:pt x="34591" y="16049"/>
                    <a:pt x="34561" y="15927"/>
                  </a:cubicBezTo>
                  <a:cubicBezTo>
                    <a:pt x="34547" y="15874"/>
                    <a:pt x="34557" y="15850"/>
                    <a:pt x="34581" y="15850"/>
                  </a:cubicBezTo>
                  <a:cubicBezTo>
                    <a:pt x="34610" y="15850"/>
                    <a:pt x="34661" y="15890"/>
                    <a:pt x="34713" y="15958"/>
                  </a:cubicBezTo>
                  <a:lnTo>
                    <a:pt x="35077" y="15958"/>
                  </a:lnTo>
                  <a:cubicBezTo>
                    <a:pt x="35260" y="15927"/>
                    <a:pt x="35442" y="15897"/>
                    <a:pt x="35624" y="15836"/>
                  </a:cubicBezTo>
                  <a:lnTo>
                    <a:pt x="35685" y="15867"/>
                  </a:lnTo>
                  <a:cubicBezTo>
                    <a:pt x="35741" y="15894"/>
                    <a:pt x="35785" y="15905"/>
                    <a:pt x="35823" y="15905"/>
                  </a:cubicBezTo>
                  <a:cubicBezTo>
                    <a:pt x="35910" y="15905"/>
                    <a:pt x="35965" y="15848"/>
                    <a:pt x="36050" y="15806"/>
                  </a:cubicBezTo>
                  <a:cubicBezTo>
                    <a:pt x="36050" y="15800"/>
                    <a:pt x="36052" y="15797"/>
                    <a:pt x="36057" y="15797"/>
                  </a:cubicBezTo>
                  <a:cubicBezTo>
                    <a:pt x="36073" y="15797"/>
                    <a:pt x="36117" y="15836"/>
                    <a:pt x="36141" y="15836"/>
                  </a:cubicBezTo>
                  <a:lnTo>
                    <a:pt x="36232" y="15867"/>
                  </a:lnTo>
                  <a:cubicBezTo>
                    <a:pt x="36293" y="15806"/>
                    <a:pt x="36354" y="15715"/>
                    <a:pt x="36384" y="15715"/>
                  </a:cubicBezTo>
                  <a:cubicBezTo>
                    <a:pt x="36445" y="15715"/>
                    <a:pt x="36476" y="15745"/>
                    <a:pt x="36506" y="15775"/>
                  </a:cubicBezTo>
                  <a:cubicBezTo>
                    <a:pt x="36506" y="15806"/>
                    <a:pt x="36415" y="15988"/>
                    <a:pt x="36506" y="16049"/>
                  </a:cubicBezTo>
                  <a:cubicBezTo>
                    <a:pt x="36521" y="16064"/>
                    <a:pt x="36533" y="16070"/>
                    <a:pt x="36545" y="16070"/>
                  </a:cubicBezTo>
                  <a:cubicBezTo>
                    <a:pt x="36581" y="16070"/>
                    <a:pt x="36604" y="16011"/>
                    <a:pt x="36628" y="15988"/>
                  </a:cubicBezTo>
                  <a:cubicBezTo>
                    <a:pt x="36658" y="15927"/>
                    <a:pt x="36688" y="15867"/>
                    <a:pt x="36719" y="15806"/>
                  </a:cubicBezTo>
                  <a:cubicBezTo>
                    <a:pt x="36749" y="15745"/>
                    <a:pt x="36810" y="15654"/>
                    <a:pt x="36840" y="15593"/>
                  </a:cubicBezTo>
                  <a:cubicBezTo>
                    <a:pt x="36848" y="15585"/>
                    <a:pt x="36865" y="15581"/>
                    <a:pt x="36888" y="15581"/>
                  </a:cubicBezTo>
                  <a:cubicBezTo>
                    <a:pt x="36950" y="15581"/>
                    <a:pt x="37055" y="15609"/>
                    <a:pt x="37144" y="15654"/>
                  </a:cubicBezTo>
                  <a:lnTo>
                    <a:pt x="37266" y="15745"/>
                  </a:lnTo>
                  <a:cubicBezTo>
                    <a:pt x="37254" y="15781"/>
                    <a:pt x="37228" y="15793"/>
                    <a:pt x="37199" y="15793"/>
                  </a:cubicBezTo>
                  <a:cubicBezTo>
                    <a:pt x="37154" y="15793"/>
                    <a:pt x="37102" y="15764"/>
                    <a:pt x="37083" y="15745"/>
                  </a:cubicBezTo>
                  <a:cubicBezTo>
                    <a:pt x="37075" y="15736"/>
                    <a:pt x="37058" y="15733"/>
                    <a:pt x="37038" y="15733"/>
                  </a:cubicBezTo>
                  <a:cubicBezTo>
                    <a:pt x="36990" y="15733"/>
                    <a:pt x="36923" y="15754"/>
                    <a:pt x="36901" y="15775"/>
                  </a:cubicBezTo>
                  <a:cubicBezTo>
                    <a:pt x="36871" y="15806"/>
                    <a:pt x="37023" y="15927"/>
                    <a:pt x="37114" y="15958"/>
                  </a:cubicBezTo>
                  <a:cubicBezTo>
                    <a:pt x="37138" y="15966"/>
                    <a:pt x="37163" y="15970"/>
                    <a:pt x="37187" y="15970"/>
                  </a:cubicBezTo>
                  <a:cubicBezTo>
                    <a:pt x="37254" y="15970"/>
                    <a:pt x="37321" y="15942"/>
                    <a:pt x="37387" y="15897"/>
                  </a:cubicBezTo>
                  <a:lnTo>
                    <a:pt x="37448" y="15836"/>
                  </a:lnTo>
                  <a:cubicBezTo>
                    <a:pt x="37509" y="15806"/>
                    <a:pt x="37600" y="15775"/>
                    <a:pt x="37631" y="15775"/>
                  </a:cubicBezTo>
                  <a:lnTo>
                    <a:pt x="37661" y="15836"/>
                  </a:lnTo>
                  <a:cubicBezTo>
                    <a:pt x="37665" y="15845"/>
                    <a:pt x="37671" y="15848"/>
                    <a:pt x="37678" y="15848"/>
                  </a:cubicBezTo>
                  <a:cubicBezTo>
                    <a:pt x="37723" y="15848"/>
                    <a:pt x="37821" y="15698"/>
                    <a:pt x="37874" y="15593"/>
                  </a:cubicBezTo>
                  <a:cubicBezTo>
                    <a:pt x="37881" y="15573"/>
                    <a:pt x="37892" y="15563"/>
                    <a:pt x="37907" y="15563"/>
                  </a:cubicBezTo>
                  <a:cubicBezTo>
                    <a:pt x="37960" y="15563"/>
                    <a:pt x="38060" y="15678"/>
                    <a:pt x="38178" y="15867"/>
                  </a:cubicBezTo>
                  <a:lnTo>
                    <a:pt x="38573" y="15867"/>
                  </a:lnTo>
                  <a:cubicBezTo>
                    <a:pt x="38786" y="15775"/>
                    <a:pt x="39029" y="15745"/>
                    <a:pt x="39242" y="15745"/>
                  </a:cubicBezTo>
                  <a:cubicBezTo>
                    <a:pt x="39258" y="15751"/>
                    <a:pt x="39275" y="15753"/>
                    <a:pt x="39291" y="15753"/>
                  </a:cubicBezTo>
                  <a:cubicBezTo>
                    <a:pt x="39363" y="15753"/>
                    <a:pt x="39424" y="15704"/>
                    <a:pt x="39424" y="15654"/>
                  </a:cubicBezTo>
                  <a:lnTo>
                    <a:pt x="39394" y="15593"/>
                  </a:lnTo>
                  <a:lnTo>
                    <a:pt x="39363" y="15563"/>
                  </a:lnTo>
                  <a:cubicBezTo>
                    <a:pt x="39287" y="15537"/>
                    <a:pt x="39508" y="15427"/>
                    <a:pt x="39671" y="15427"/>
                  </a:cubicBezTo>
                  <a:cubicBezTo>
                    <a:pt x="39704" y="15427"/>
                    <a:pt x="39733" y="15431"/>
                    <a:pt x="39758" y="15441"/>
                  </a:cubicBezTo>
                  <a:cubicBezTo>
                    <a:pt x="39880" y="15472"/>
                    <a:pt x="39971" y="15532"/>
                    <a:pt x="39941" y="15563"/>
                  </a:cubicBezTo>
                  <a:cubicBezTo>
                    <a:pt x="40009" y="15631"/>
                    <a:pt x="40077" y="15665"/>
                    <a:pt x="40159" y="15665"/>
                  </a:cubicBezTo>
                  <a:cubicBezTo>
                    <a:pt x="40186" y="15665"/>
                    <a:pt x="40214" y="15662"/>
                    <a:pt x="40245" y="15654"/>
                  </a:cubicBezTo>
                  <a:cubicBezTo>
                    <a:pt x="40300" y="15598"/>
                    <a:pt x="40356" y="15542"/>
                    <a:pt x="40426" y="15542"/>
                  </a:cubicBezTo>
                  <a:cubicBezTo>
                    <a:pt x="40470" y="15542"/>
                    <a:pt x="40520" y="15565"/>
                    <a:pt x="40579" y="15624"/>
                  </a:cubicBezTo>
                  <a:cubicBezTo>
                    <a:pt x="40585" y="15630"/>
                    <a:pt x="40596" y="15632"/>
                    <a:pt x="40610" y="15632"/>
                  </a:cubicBezTo>
                  <a:cubicBezTo>
                    <a:pt x="40668" y="15632"/>
                    <a:pt x="40780" y="15593"/>
                    <a:pt x="40853" y="15593"/>
                  </a:cubicBezTo>
                  <a:cubicBezTo>
                    <a:pt x="40913" y="15563"/>
                    <a:pt x="40974" y="15563"/>
                    <a:pt x="41035" y="15563"/>
                  </a:cubicBezTo>
                  <a:cubicBezTo>
                    <a:pt x="41065" y="15563"/>
                    <a:pt x="41126" y="15563"/>
                    <a:pt x="41126" y="15593"/>
                  </a:cubicBezTo>
                  <a:cubicBezTo>
                    <a:pt x="41156" y="15654"/>
                    <a:pt x="41126" y="15684"/>
                    <a:pt x="41096" y="15715"/>
                  </a:cubicBezTo>
                  <a:lnTo>
                    <a:pt x="41005" y="15745"/>
                  </a:lnTo>
                  <a:cubicBezTo>
                    <a:pt x="40913" y="15806"/>
                    <a:pt x="40944" y="15867"/>
                    <a:pt x="41126" y="15897"/>
                  </a:cubicBezTo>
                  <a:lnTo>
                    <a:pt x="41217" y="15775"/>
                  </a:lnTo>
                  <a:cubicBezTo>
                    <a:pt x="41238" y="15775"/>
                    <a:pt x="41258" y="15735"/>
                    <a:pt x="41296" y="15735"/>
                  </a:cubicBezTo>
                  <a:cubicBezTo>
                    <a:pt x="41315" y="15735"/>
                    <a:pt x="41339" y="15745"/>
                    <a:pt x="41369" y="15775"/>
                  </a:cubicBezTo>
                  <a:lnTo>
                    <a:pt x="41369" y="15806"/>
                  </a:lnTo>
                  <a:cubicBezTo>
                    <a:pt x="41400" y="15867"/>
                    <a:pt x="41400" y="15897"/>
                    <a:pt x="41369" y="15958"/>
                  </a:cubicBezTo>
                  <a:lnTo>
                    <a:pt x="41491" y="15958"/>
                  </a:lnTo>
                  <a:cubicBezTo>
                    <a:pt x="41552" y="15897"/>
                    <a:pt x="41582" y="15806"/>
                    <a:pt x="41582" y="15715"/>
                  </a:cubicBezTo>
                  <a:cubicBezTo>
                    <a:pt x="41582" y="15654"/>
                    <a:pt x="41704" y="15654"/>
                    <a:pt x="41825" y="15654"/>
                  </a:cubicBezTo>
                  <a:lnTo>
                    <a:pt x="41856" y="15684"/>
                  </a:lnTo>
                  <a:cubicBezTo>
                    <a:pt x="41916" y="15745"/>
                    <a:pt x="41856" y="15806"/>
                    <a:pt x="41734" y="15806"/>
                  </a:cubicBezTo>
                  <a:lnTo>
                    <a:pt x="41704" y="15806"/>
                  </a:lnTo>
                  <a:cubicBezTo>
                    <a:pt x="41673" y="15867"/>
                    <a:pt x="41734" y="15958"/>
                    <a:pt x="41825" y="15958"/>
                  </a:cubicBezTo>
                  <a:cubicBezTo>
                    <a:pt x="41845" y="15927"/>
                    <a:pt x="41866" y="15917"/>
                    <a:pt x="41886" y="15917"/>
                  </a:cubicBezTo>
                  <a:cubicBezTo>
                    <a:pt x="41927" y="15917"/>
                    <a:pt x="41967" y="15958"/>
                    <a:pt x="42008" y="15958"/>
                  </a:cubicBezTo>
                  <a:lnTo>
                    <a:pt x="42068" y="15958"/>
                  </a:lnTo>
                  <a:cubicBezTo>
                    <a:pt x="42190" y="15927"/>
                    <a:pt x="42281" y="15867"/>
                    <a:pt x="42342" y="15806"/>
                  </a:cubicBezTo>
                  <a:lnTo>
                    <a:pt x="42464" y="15836"/>
                  </a:lnTo>
                  <a:lnTo>
                    <a:pt x="42676" y="15897"/>
                  </a:lnTo>
                  <a:cubicBezTo>
                    <a:pt x="42980" y="15897"/>
                    <a:pt x="42980" y="15684"/>
                    <a:pt x="42980" y="15593"/>
                  </a:cubicBezTo>
                  <a:cubicBezTo>
                    <a:pt x="42980" y="15441"/>
                    <a:pt x="42980" y="15289"/>
                    <a:pt x="42950" y="15137"/>
                  </a:cubicBezTo>
                  <a:cubicBezTo>
                    <a:pt x="42919" y="15076"/>
                    <a:pt x="42980" y="14955"/>
                    <a:pt x="43071" y="14924"/>
                  </a:cubicBezTo>
                  <a:lnTo>
                    <a:pt x="43163" y="14894"/>
                  </a:lnTo>
                  <a:cubicBezTo>
                    <a:pt x="43178" y="14879"/>
                    <a:pt x="43185" y="14871"/>
                    <a:pt x="43193" y="14871"/>
                  </a:cubicBezTo>
                  <a:cubicBezTo>
                    <a:pt x="43201" y="14871"/>
                    <a:pt x="43208" y="14879"/>
                    <a:pt x="43223" y="14894"/>
                  </a:cubicBezTo>
                  <a:cubicBezTo>
                    <a:pt x="43254" y="14894"/>
                    <a:pt x="43284" y="14894"/>
                    <a:pt x="43284" y="14924"/>
                  </a:cubicBezTo>
                  <a:cubicBezTo>
                    <a:pt x="43315" y="14985"/>
                    <a:pt x="43345" y="15076"/>
                    <a:pt x="43406" y="15137"/>
                  </a:cubicBezTo>
                  <a:cubicBezTo>
                    <a:pt x="43436" y="15168"/>
                    <a:pt x="43497" y="15198"/>
                    <a:pt x="43558" y="15198"/>
                  </a:cubicBezTo>
                  <a:lnTo>
                    <a:pt x="43649" y="15228"/>
                  </a:lnTo>
                  <a:cubicBezTo>
                    <a:pt x="43675" y="15234"/>
                    <a:pt x="43698" y="15236"/>
                    <a:pt x="43717" y="15236"/>
                  </a:cubicBezTo>
                  <a:cubicBezTo>
                    <a:pt x="43809" y="15236"/>
                    <a:pt x="43821" y="15177"/>
                    <a:pt x="43771" y="15076"/>
                  </a:cubicBezTo>
                  <a:lnTo>
                    <a:pt x="43710" y="14985"/>
                  </a:lnTo>
                  <a:cubicBezTo>
                    <a:pt x="43801" y="14894"/>
                    <a:pt x="43892" y="14864"/>
                    <a:pt x="43983" y="14833"/>
                  </a:cubicBezTo>
                  <a:lnTo>
                    <a:pt x="44135" y="14864"/>
                  </a:lnTo>
                  <a:lnTo>
                    <a:pt x="44287" y="14924"/>
                  </a:lnTo>
                  <a:cubicBezTo>
                    <a:pt x="44287" y="14985"/>
                    <a:pt x="44257" y="15076"/>
                    <a:pt x="44196" y="15137"/>
                  </a:cubicBezTo>
                  <a:cubicBezTo>
                    <a:pt x="44166" y="15137"/>
                    <a:pt x="44257" y="15289"/>
                    <a:pt x="44318" y="15350"/>
                  </a:cubicBezTo>
                  <a:cubicBezTo>
                    <a:pt x="44332" y="15364"/>
                    <a:pt x="44346" y="15370"/>
                    <a:pt x="44360" y="15370"/>
                  </a:cubicBezTo>
                  <a:cubicBezTo>
                    <a:pt x="44405" y="15370"/>
                    <a:pt x="44446" y="15305"/>
                    <a:pt x="44470" y="15259"/>
                  </a:cubicBezTo>
                  <a:cubicBezTo>
                    <a:pt x="44470" y="15255"/>
                    <a:pt x="44475" y="15253"/>
                    <a:pt x="44484" y="15253"/>
                  </a:cubicBezTo>
                  <a:cubicBezTo>
                    <a:pt x="44541" y="15253"/>
                    <a:pt x="44756" y="15328"/>
                    <a:pt x="44834" y="15380"/>
                  </a:cubicBezTo>
                  <a:cubicBezTo>
                    <a:pt x="44926" y="15441"/>
                    <a:pt x="44956" y="15502"/>
                    <a:pt x="44926" y="15532"/>
                  </a:cubicBezTo>
                  <a:cubicBezTo>
                    <a:pt x="44682" y="15563"/>
                    <a:pt x="44470" y="15593"/>
                    <a:pt x="44226" y="15624"/>
                  </a:cubicBezTo>
                  <a:cubicBezTo>
                    <a:pt x="44196" y="15624"/>
                    <a:pt x="44166" y="15684"/>
                    <a:pt x="44166" y="15715"/>
                  </a:cubicBezTo>
                  <a:cubicBezTo>
                    <a:pt x="44226" y="15745"/>
                    <a:pt x="44287" y="15775"/>
                    <a:pt x="44378" y="15775"/>
                  </a:cubicBezTo>
                  <a:lnTo>
                    <a:pt x="44409" y="15927"/>
                  </a:lnTo>
                  <a:lnTo>
                    <a:pt x="44439" y="15958"/>
                  </a:lnTo>
                  <a:cubicBezTo>
                    <a:pt x="44561" y="15836"/>
                    <a:pt x="44652" y="15745"/>
                    <a:pt x="44804" y="15684"/>
                  </a:cubicBezTo>
                  <a:lnTo>
                    <a:pt x="44956" y="15775"/>
                  </a:lnTo>
                  <a:cubicBezTo>
                    <a:pt x="45108" y="15897"/>
                    <a:pt x="45321" y="15958"/>
                    <a:pt x="45503" y="15958"/>
                  </a:cubicBezTo>
                  <a:lnTo>
                    <a:pt x="45716" y="15927"/>
                  </a:lnTo>
                  <a:cubicBezTo>
                    <a:pt x="45929" y="15806"/>
                    <a:pt x="46172" y="15654"/>
                    <a:pt x="46141" y="15624"/>
                  </a:cubicBezTo>
                  <a:cubicBezTo>
                    <a:pt x="46081" y="15593"/>
                    <a:pt x="45959" y="15502"/>
                    <a:pt x="45837" y="15411"/>
                  </a:cubicBezTo>
                  <a:lnTo>
                    <a:pt x="45746" y="15320"/>
                  </a:lnTo>
                  <a:cubicBezTo>
                    <a:pt x="45746" y="15289"/>
                    <a:pt x="45746" y="15228"/>
                    <a:pt x="45777" y="15228"/>
                  </a:cubicBezTo>
                  <a:lnTo>
                    <a:pt x="45929" y="15228"/>
                  </a:lnTo>
                  <a:lnTo>
                    <a:pt x="45959" y="15289"/>
                  </a:lnTo>
                  <a:cubicBezTo>
                    <a:pt x="45965" y="15295"/>
                    <a:pt x="45976" y="15297"/>
                    <a:pt x="45992" y="15297"/>
                  </a:cubicBezTo>
                  <a:cubicBezTo>
                    <a:pt x="46063" y="15297"/>
                    <a:pt x="46219" y="15248"/>
                    <a:pt x="46293" y="15198"/>
                  </a:cubicBezTo>
                  <a:cubicBezTo>
                    <a:pt x="46303" y="15191"/>
                    <a:pt x="46313" y="15188"/>
                    <a:pt x="46323" y="15188"/>
                  </a:cubicBezTo>
                  <a:cubicBezTo>
                    <a:pt x="46403" y="15188"/>
                    <a:pt x="46472" y="15390"/>
                    <a:pt x="46445" y="15472"/>
                  </a:cubicBezTo>
                  <a:cubicBezTo>
                    <a:pt x="46415" y="15563"/>
                    <a:pt x="46597" y="15624"/>
                    <a:pt x="46658" y="15624"/>
                  </a:cubicBezTo>
                  <a:cubicBezTo>
                    <a:pt x="46719" y="15624"/>
                    <a:pt x="46506" y="15472"/>
                    <a:pt x="46537" y="15380"/>
                  </a:cubicBezTo>
                  <a:cubicBezTo>
                    <a:pt x="46537" y="15305"/>
                    <a:pt x="46681" y="15251"/>
                    <a:pt x="46833" y="15251"/>
                  </a:cubicBezTo>
                  <a:cubicBezTo>
                    <a:pt x="46866" y="15251"/>
                    <a:pt x="46899" y="15253"/>
                    <a:pt x="46932" y="15259"/>
                  </a:cubicBezTo>
                  <a:lnTo>
                    <a:pt x="47023" y="15320"/>
                  </a:lnTo>
                  <a:cubicBezTo>
                    <a:pt x="47101" y="15378"/>
                    <a:pt x="47180" y="15412"/>
                    <a:pt x="47267" y="15412"/>
                  </a:cubicBezTo>
                  <a:cubicBezTo>
                    <a:pt x="47314" y="15412"/>
                    <a:pt x="47364" y="15402"/>
                    <a:pt x="47418" y="15380"/>
                  </a:cubicBezTo>
                  <a:cubicBezTo>
                    <a:pt x="47466" y="15344"/>
                    <a:pt x="47523" y="15327"/>
                    <a:pt x="47581" y="15327"/>
                  </a:cubicBezTo>
                  <a:cubicBezTo>
                    <a:pt x="47669" y="15327"/>
                    <a:pt x="47758" y="15368"/>
                    <a:pt x="47813" y="15441"/>
                  </a:cubicBezTo>
                  <a:lnTo>
                    <a:pt x="47904" y="15532"/>
                  </a:lnTo>
                  <a:cubicBezTo>
                    <a:pt x="48026" y="15472"/>
                    <a:pt x="48147" y="15380"/>
                    <a:pt x="48239" y="15289"/>
                  </a:cubicBezTo>
                  <a:lnTo>
                    <a:pt x="48208" y="15259"/>
                  </a:lnTo>
                  <a:lnTo>
                    <a:pt x="48056" y="15137"/>
                  </a:lnTo>
                  <a:cubicBezTo>
                    <a:pt x="48085" y="15130"/>
                    <a:pt x="48115" y="15126"/>
                    <a:pt x="48146" y="15126"/>
                  </a:cubicBezTo>
                  <a:cubicBezTo>
                    <a:pt x="48245" y="15126"/>
                    <a:pt x="48344" y="15166"/>
                    <a:pt x="48391" y="15259"/>
                  </a:cubicBezTo>
                  <a:lnTo>
                    <a:pt x="48482" y="15289"/>
                  </a:lnTo>
                  <a:cubicBezTo>
                    <a:pt x="48526" y="15300"/>
                    <a:pt x="48567" y="15307"/>
                    <a:pt x="48606" y="15307"/>
                  </a:cubicBezTo>
                  <a:cubicBezTo>
                    <a:pt x="48674" y="15307"/>
                    <a:pt x="48739" y="15286"/>
                    <a:pt x="48816" y="15228"/>
                  </a:cubicBezTo>
                  <a:lnTo>
                    <a:pt x="48877" y="15198"/>
                  </a:lnTo>
                  <a:cubicBezTo>
                    <a:pt x="49059" y="15228"/>
                    <a:pt x="49120" y="15320"/>
                    <a:pt x="49059" y="15441"/>
                  </a:cubicBezTo>
                  <a:lnTo>
                    <a:pt x="49059" y="15532"/>
                  </a:lnTo>
                  <a:cubicBezTo>
                    <a:pt x="49181" y="15593"/>
                    <a:pt x="49211" y="15654"/>
                    <a:pt x="49181" y="15654"/>
                  </a:cubicBezTo>
                  <a:lnTo>
                    <a:pt x="49090" y="15654"/>
                  </a:lnTo>
                  <a:cubicBezTo>
                    <a:pt x="48999" y="15654"/>
                    <a:pt x="48968" y="15715"/>
                    <a:pt x="48968" y="15775"/>
                  </a:cubicBezTo>
                  <a:lnTo>
                    <a:pt x="49090" y="15806"/>
                  </a:lnTo>
                  <a:lnTo>
                    <a:pt x="49211" y="15836"/>
                  </a:lnTo>
                  <a:cubicBezTo>
                    <a:pt x="49181" y="15927"/>
                    <a:pt x="49181" y="16019"/>
                    <a:pt x="49181" y="16110"/>
                  </a:cubicBezTo>
                  <a:lnTo>
                    <a:pt x="49242" y="16110"/>
                  </a:lnTo>
                  <a:cubicBezTo>
                    <a:pt x="49333" y="16049"/>
                    <a:pt x="49424" y="15988"/>
                    <a:pt x="49485" y="15897"/>
                  </a:cubicBezTo>
                  <a:cubicBezTo>
                    <a:pt x="49546" y="15867"/>
                    <a:pt x="49363" y="15654"/>
                    <a:pt x="49424" y="15593"/>
                  </a:cubicBezTo>
                  <a:cubicBezTo>
                    <a:pt x="49515" y="15502"/>
                    <a:pt x="49394" y="15441"/>
                    <a:pt x="49333" y="15411"/>
                  </a:cubicBezTo>
                  <a:cubicBezTo>
                    <a:pt x="49303" y="15411"/>
                    <a:pt x="49333" y="15259"/>
                    <a:pt x="49485" y="15107"/>
                  </a:cubicBezTo>
                  <a:lnTo>
                    <a:pt x="49698" y="15107"/>
                  </a:lnTo>
                  <a:cubicBezTo>
                    <a:pt x="49728" y="15137"/>
                    <a:pt x="49758" y="15198"/>
                    <a:pt x="49728" y="15259"/>
                  </a:cubicBezTo>
                  <a:lnTo>
                    <a:pt x="49667" y="15259"/>
                  </a:lnTo>
                  <a:cubicBezTo>
                    <a:pt x="49606" y="15259"/>
                    <a:pt x="49667" y="15350"/>
                    <a:pt x="49698" y="15380"/>
                  </a:cubicBezTo>
                  <a:cubicBezTo>
                    <a:pt x="49700" y="15383"/>
                    <a:pt x="49705" y="15384"/>
                    <a:pt x="49710" y="15384"/>
                  </a:cubicBezTo>
                  <a:cubicBezTo>
                    <a:pt x="49765" y="15384"/>
                    <a:pt x="49946" y="15253"/>
                    <a:pt x="50002" y="15198"/>
                  </a:cubicBezTo>
                  <a:cubicBezTo>
                    <a:pt x="50032" y="15168"/>
                    <a:pt x="50070" y="15152"/>
                    <a:pt x="50108" y="15152"/>
                  </a:cubicBezTo>
                  <a:cubicBezTo>
                    <a:pt x="50146" y="15152"/>
                    <a:pt x="50184" y="15168"/>
                    <a:pt x="50214" y="15198"/>
                  </a:cubicBezTo>
                  <a:lnTo>
                    <a:pt x="50275" y="15228"/>
                  </a:lnTo>
                  <a:lnTo>
                    <a:pt x="50336" y="15289"/>
                  </a:lnTo>
                  <a:cubicBezTo>
                    <a:pt x="50427" y="15350"/>
                    <a:pt x="50488" y="15380"/>
                    <a:pt x="50579" y="15441"/>
                  </a:cubicBezTo>
                  <a:cubicBezTo>
                    <a:pt x="50579" y="15450"/>
                    <a:pt x="50584" y="15454"/>
                    <a:pt x="50593" y="15454"/>
                  </a:cubicBezTo>
                  <a:cubicBezTo>
                    <a:pt x="50612" y="15454"/>
                    <a:pt x="50649" y="15432"/>
                    <a:pt x="50670" y="15411"/>
                  </a:cubicBezTo>
                  <a:lnTo>
                    <a:pt x="50701" y="15380"/>
                  </a:lnTo>
                  <a:lnTo>
                    <a:pt x="50731" y="15350"/>
                  </a:lnTo>
                  <a:cubicBezTo>
                    <a:pt x="50731" y="15289"/>
                    <a:pt x="51035" y="15016"/>
                    <a:pt x="51065" y="14894"/>
                  </a:cubicBezTo>
                  <a:cubicBezTo>
                    <a:pt x="51084" y="14857"/>
                    <a:pt x="51131" y="14845"/>
                    <a:pt x="51191" y="14845"/>
                  </a:cubicBezTo>
                  <a:cubicBezTo>
                    <a:pt x="51293" y="14845"/>
                    <a:pt x="51434" y="14879"/>
                    <a:pt x="51543" y="14879"/>
                  </a:cubicBezTo>
                  <a:cubicBezTo>
                    <a:pt x="51581" y="14879"/>
                    <a:pt x="51616" y="14875"/>
                    <a:pt x="51643" y="14864"/>
                  </a:cubicBezTo>
                  <a:cubicBezTo>
                    <a:pt x="51662" y="14856"/>
                    <a:pt x="51680" y="14853"/>
                    <a:pt x="51696" y="14853"/>
                  </a:cubicBezTo>
                  <a:cubicBezTo>
                    <a:pt x="51807" y="14853"/>
                    <a:pt x="51841" y="15016"/>
                    <a:pt x="51734" y="15016"/>
                  </a:cubicBezTo>
                  <a:cubicBezTo>
                    <a:pt x="51643" y="15046"/>
                    <a:pt x="51582" y="15107"/>
                    <a:pt x="51582" y="15228"/>
                  </a:cubicBezTo>
                  <a:cubicBezTo>
                    <a:pt x="51613" y="15259"/>
                    <a:pt x="51521" y="15472"/>
                    <a:pt x="51582" y="15502"/>
                  </a:cubicBezTo>
                  <a:cubicBezTo>
                    <a:pt x="51643" y="15502"/>
                    <a:pt x="51856" y="15320"/>
                    <a:pt x="52099" y="15076"/>
                  </a:cubicBezTo>
                  <a:lnTo>
                    <a:pt x="52464" y="15289"/>
                  </a:lnTo>
                  <a:lnTo>
                    <a:pt x="52524" y="15289"/>
                  </a:lnTo>
                  <a:cubicBezTo>
                    <a:pt x="52585" y="15289"/>
                    <a:pt x="52707" y="15228"/>
                    <a:pt x="52676" y="15198"/>
                  </a:cubicBezTo>
                  <a:cubicBezTo>
                    <a:pt x="52646" y="15168"/>
                    <a:pt x="52494" y="14985"/>
                    <a:pt x="52524" y="14924"/>
                  </a:cubicBezTo>
                  <a:cubicBezTo>
                    <a:pt x="52524" y="14899"/>
                    <a:pt x="52557" y="14889"/>
                    <a:pt x="52599" y="14889"/>
                  </a:cubicBezTo>
                  <a:cubicBezTo>
                    <a:pt x="52657" y="14889"/>
                    <a:pt x="52733" y="14907"/>
                    <a:pt x="52768" y="14924"/>
                  </a:cubicBezTo>
                  <a:cubicBezTo>
                    <a:pt x="52776" y="14929"/>
                    <a:pt x="52784" y="14930"/>
                    <a:pt x="52792" y="14930"/>
                  </a:cubicBezTo>
                  <a:cubicBezTo>
                    <a:pt x="52844" y="14930"/>
                    <a:pt x="52889" y="14855"/>
                    <a:pt x="52889" y="14803"/>
                  </a:cubicBezTo>
                  <a:cubicBezTo>
                    <a:pt x="52902" y="14777"/>
                    <a:pt x="52926" y="14768"/>
                    <a:pt x="52951" y="14768"/>
                  </a:cubicBezTo>
                  <a:cubicBezTo>
                    <a:pt x="52986" y="14768"/>
                    <a:pt x="53024" y="14785"/>
                    <a:pt x="53041" y="14803"/>
                  </a:cubicBezTo>
                  <a:cubicBezTo>
                    <a:pt x="53072" y="14833"/>
                    <a:pt x="53041" y="14924"/>
                    <a:pt x="52980" y="14985"/>
                  </a:cubicBezTo>
                  <a:lnTo>
                    <a:pt x="53193" y="14985"/>
                  </a:lnTo>
                  <a:cubicBezTo>
                    <a:pt x="53254" y="14985"/>
                    <a:pt x="53284" y="14955"/>
                    <a:pt x="53345" y="14924"/>
                  </a:cubicBezTo>
                  <a:cubicBezTo>
                    <a:pt x="53467" y="15016"/>
                    <a:pt x="53558" y="15137"/>
                    <a:pt x="53649" y="15289"/>
                  </a:cubicBezTo>
                  <a:cubicBezTo>
                    <a:pt x="53680" y="15380"/>
                    <a:pt x="53983" y="15502"/>
                    <a:pt x="54105" y="15532"/>
                  </a:cubicBezTo>
                  <a:cubicBezTo>
                    <a:pt x="54227" y="15532"/>
                    <a:pt x="54196" y="15320"/>
                    <a:pt x="54135" y="15259"/>
                  </a:cubicBezTo>
                  <a:cubicBezTo>
                    <a:pt x="54105" y="15137"/>
                    <a:pt x="54135" y="15046"/>
                    <a:pt x="54196" y="14955"/>
                  </a:cubicBezTo>
                  <a:cubicBezTo>
                    <a:pt x="54211" y="14940"/>
                    <a:pt x="54234" y="14932"/>
                    <a:pt x="54257" y="14932"/>
                  </a:cubicBezTo>
                  <a:cubicBezTo>
                    <a:pt x="54280" y="14932"/>
                    <a:pt x="54303" y="14940"/>
                    <a:pt x="54318" y="14955"/>
                  </a:cubicBezTo>
                  <a:cubicBezTo>
                    <a:pt x="54379" y="15076"/>
                    <a:pt x="54439" y="15168"/>
                    <a:pt x="54531" y="15289"/>
                  </a:cubicBezTo>
                  <a:lnTo>
                    <a:pt x="54743" y="15289"/>
                  </a:lnTo>
                  <a:cubicBezTo>
                    <a:pt x="54804" y="15259"/>
                    <a:pt x="54774" y="15168"/>
                    <a:pt x="54743" y="15168"/>
                  </a:cubicBezTo>
                  <a:lnTo>
                    <a:pt x="55017" y="15168"/>
                  </a:lnTo>
                  <a:cubicBezTo>
                    <a:pt x="55078" y="15168"/>
                    <a:pt x="55139" y="15107"/>
                    <a:pt x="55169" y="15046"/>
                  </a:cubicBezTo>
                  <a:cubicBezTo>
                    <a:pt x="55169" y="15016"/>
                    <a:pt x="55290" y="14894"/>
                    <a:pt x="55351" y="14894"/>
                  </a:cubicBezTo>
                  <a:cubicBezTo>
                    <a:pt x="55360" y="14898"/>
                    <a:pt x="55367" y="14900"/>
                    <a:pt x="55375" y="14900"/>
                  </a:cubicBezTo>
                  <a:cubicBezTo>
                    <a:pt x="55420" y="14900"/>
                    <a:pt x="55447" y="14825"/>
                    <a:pt x="55473" y="14772"/>
                  </a:cubicBezTo>
                  <a:cubicBezTo>
                    <a:pt x="55479" y="14760"/>
                    <a:pt x="55497" y="14755"/>
                    <a:pt x="55521" y="14755"/>
                  </a:cubicBezTo>
                  <a:cubicBezTo>
                    <a:pt x="55588" y="14755"/>
                    <a:pt x="55708" y="14790"/>
                    <a:pt x="55805" y="14790"/>
                  </a:cubicBezTo>
                  <a:cubicBezTo>
                    <a:pt x="55840" y="14790"/>
                    <a:pt x="55873" y="14785"/>
                    <a:pt x="55898" y="14772"/>
                  </a:cubicBezTo>
                  <a:cubicBezTo>
                    <a:pt x="55925" y="14764"/>
                    <a:pt x="55952" y="14760"/>
                    <a:pt x="55976" y="14760"/>
                  </a:cubicBezTo>
                  <a:cubicBezTo>
                    <a:pt x="56035" y="14760"/>
                    <a:pt x="56081" y="14781"/>
                    <a:pt x="56081" y="14803"/>
                  </a:cubicBezTo>
                  <a:lnTo>
                    <a:pt x="56081" y="14864"/>
                  </a:lnTo>
                  <a:cubicBezTo>
                    <a:pt x="56081" y="14921"/>
                    <a:pt x="56130" y="14943"/>
                    <a:pt x="56181" y="14943"/>
                  </a:cubicBezTo>
                  <a:cubicBezTo>
                    <a:pt x="56211" y="14943"/>
                    <a:pt x="56241" y="14936"/>
                    <a:pt x="56263" y="14924"/>
                  </a:cubicBezTo>
                  <a:cubicBezTo>
                    <a:pt x="56294" y="14894"/>
                    <a:pt x="56324" y="14803"/>
                    <a:pt x="56385" y="14803"/>
                  </a:cubicBezTo>
                  <a:lnTo>
                    <a:pt x="56446" y="14772"/>
                  </a:lnTo>
                  <a:cubicBezTo>
                    <a:pt x="56537" y="14772"/>
                    <a:pt x="56537" y="14651"/>
                    <a:pt x="56537" y="14620"/>
                  </a:cubicBezTo>
                  <a:cubicBezTo>
                    <a:pt x="56530" y="14606"/>
                    <a:pt x="56542" y="14600"/>
                    <a:pt x="56567" y="14600"/>
                  </a:cubicBezTo>
                  <a:cubicBezTo>
                    <a:pt x="56650" y="14600"/>
                    <a:pt x="56869" y="14665"/>
                    <a:pt x="56962" y="14712"/>
                  </a:cubicBezTo>
                  <a:cubicBezTo>
                    <a:pt x="57103" y="14740"/>
                    <a:pt x="57269" y="14897"/>
                    <a:pt x="57341" y="14897"/>
                  </a:cubicBezTo>
                  <a:cubicBezTo>
                    <a:pt x="57347" y="14897"/>
                    <a:pt x="57353" y="14896"/>
                    <a:pt x="57357" y="14894"/>
                  </a:cubicBezTo>
                  <a:cubicBezTo>
                    <a:pt x="57368" y="14889"/>
                    <a:pt x="57377" y="14886"/>
                    <a:pt x="57384" y="14886"/>
                  </a:cubicBezTo>
                  <a:cubicBezTo>
                    <a:pt x="57416" y="14886"/>
                    <a:pt x="57407" y="14941"/>
                    <a:pt x="57357" y="15016"/>
                  </a:cubicBezTo>
                  <a:lnTo>
                    <a:pt x="57449" y="15107"/>
                  </a:lnTo>
                  <a:lnTo>
                    <a:pt x="57449" y="15137"/>
                  </a:lnTo>
                  <a:cubicBezTo>
                    <a:pt x="57570" y="15107"/>
                    <a:pt x="57661" y="15046"/>
                    <a:pt x="57753" y="14955"/>
                  </a:cubicBezTo>
                  <a:cubicBezTo>
                    <a:pt x="57783" y="14940"/>
                    <a:pt x="57821" y="14932"/>
                    <a:pt x="57859" y="14932"/>
                  </a:cubicBezTo>
                  <a:cubicBezTo>
                    <a:pt x="57897" y="14932"/>
                    <a:pt x="57935" y="14940"/>
                    <a:pt x="57965" y="14955"/>
                  </a:cubicBezTo>
                  <a:cubicBezTo>
                    <a:pt x="57965" y="14957"/>
                    <a:pt x="57966" y="14957"/>
                    <a:pt x="57966" y="14957"/>
                  </a:cubicBezTo>
                  <a:cubicBezTo>
                    <a:pt x="57976" y="14957"/>
                    <a:pt x="58060" y="14737"/>
                    <a:pt x="58117" y="14651"/>
                  </a:cubicBezTo>
                  <a:cubicBezTo>
                    <a:pt x="58174" y="14613"/>
                    <a:pt x="58253" y="14587"/>
                    <a:pt x="58327" y="14587"/>
                  </a:cubicBezTo>
                  <a:cubicBezTo>
                    <a:pt x="58373" y="14587"/>
                    <a:pt x="58417" y="14597"/>
                    <a:pt x="58452" y="14620"/>
                  </a:cubicBezTo>
                  <a:lnTo>
                    <a:pt x="58482" y="14620"/>
                  </a:lnTo>
                  <a:lnTo>
                    <a:pt x="58634" y="14499"/>
                  </a:lnTo>
                  <a:cubicBezTo>
                    <a:pt x="58756" y="14560"/>
                    <a:pt x="58999" y="14712"/>
                    <a:pt x="59060" y="14712"/>
                  </a:cubicBezTo>
                  <a:cubicBezTo>
                    <a:pt x="59120" y="14681"/>
                    <a:pt x="59364" y="14590"/>
                    <a:pt x="59424" y="14560"/>
                  </a:cubicBezTo>
                  <a:cubicBezTo>
                    <a:pt x="59462" y="14547"/>
                    <a:pt x="59500" y="14540"/>
                    <a:pt x="59535" y="14540"/>
                  </a:cubicBezTo>
                  <a:cubicBezTo>
                    <a:pt x="59586" y="14540"/>
                    <a:pt x="59632" y="14554"/>
                    <a:pt x="59667" y="14590"/>
                  </a:cubicBezTo>
                  <a:cubicBezTo>
                    <a:pt x="59728" y="14651"/>
                    <a:pt x="59789" y="14651"/>
                    <a:pt x="59880" y="14681"/>
                  </a:cubicBezTo>
                  <a:lnTo>
                    <a:pt x="59971" y="14620"/>
                  </a:lnTo>
                  <a:cubicBezTo>
                    <a:pt x="60032" y="14590"/>
                    <a:pt x="60063" y="14529"/>
                    <a:pt x="60093" y="14438"/>
                  </a:cubicBezTo>
                  <a:cubicBezTo>
                    <a:pt x="60096" y="14435"/>
                    <a:pt x="60103" y="14433"/>
                    <a:pt x="60111" y="14433"/>
                  </a:cubicBezTo>
                  <a:cubicBezTo>
                    <a:pt x="60181" y="14433"/>
                    <a:pt x="60407" y="14533"/>
                    <a:pt x="60488" y="14560"/>
                  </a:cubicBezTo>
                  <a:cubicBezTo>
                    <a:pt x="60498" y="14563"/>
                    <a:pt x="60509" y="14564"/>
                    <a:pt x="60522" y="14564"/>
                  </a:cubicBezTo>
                  <a:cubicBezTo>
                    <a:pt x="60623" y="14564"/>
                    <a:pt x="60789" y="14462"/>
                    <a:pt x="60762" y="14408"/>
                  </a:cubicBezTo>
                  <a:cubicBezTo>
                    <a:pt x="60762" y="14398"/>
                    <a:pt x="60766" y="14394"/>
                    <a:pt x="60774" y="14394"/>
                  </a:cubicBezTo>
                  <a:cubicBezTo>
                    <a:pt x="60817" y="14394"/>
                    <a:pt x="60959" y="14513"/>
                    <a:pt x="61035" y="14590"/>
                  </a:cubicBezTo>
                  <a:cubicBezTo>
                    <a:pt x="61073" y="14603"/>
                    <a:pt x="61116" y="14610"/>
                    <a:pt x="61160" y="14610"/>
                  </a:cubicBezTo>
                  <a:cubicBezTo>
                    <a:pt x="61222" y="14610"/>
                    <a:pt x="61286" y="14595"/>
                    <a:pt x="61339" y="14560"/>
                  </a:cubicBezTo>
                  <a:cubicBezTo>
                    <a:pt x="61370" y="14468"/>
                    <a:pt x="61400" y="14408"/>
                    <a:pt x="61400" y="14347"/>
                  </a:cubicBezTo>
                  <a:lnTo>
                    <a:pt x="61400" y="14317"/>
                  </a:lnTo>
                  <a:lnTo>
                    <a:pt x="61400" y="14256"/>
                  </a:lnTo>
                  <a:cubicBezTo>
                    <a:pt x="61339" y="14134"/>
                    <a:pt x="61218" y="14073"/>
                    <a:pt x="61126" y="14073"/>
                  </a:cubicBezTo>
                  <a:lnTo>
                    <a:pt x="61005" y="14043"/>
                  </a:lnTo>
                  <a:cubicBezTo>
                    <a:pt x="60974" y="14013"/>
                    <a:pt x="60944" y="13982"/>
                    <a:pt x="60944" y="13921"/>
                  </a:cubicBezTo>
                  <a:lnTo>
                    <a:pt x="60944" y="13830"/>
                  </a:lnTo>
                  <a:cubicBezTo>
                    <a:pt x="61035" y="13709"/>
                    <a:pt x="61096" y="13557"/>
                    <a:pt x="61096" y="13374"/>
                  </a:cubicBezTo>
                  <a:lnTo>
                    <a:pt x="61430" y="13374"/>
                  </a:lnTo>
                  <a:cubicBezTo>
                    <a:pt x="61522" y="13359"/>
                    <a:pt x="61613" y="13351"/>
                    <a:pt x="61704" y="13351"/>
                  </a:cubicBezTo>
                  <a:cubicBezTo>
                    <a:pt x="61795" y="13351"/>
                    <a:pt x="61886" y="13359"/>
                    <a:pt x="61978" y="13374"/>
                  </a:cubicBezTo>
                  <a:lnTo>
                    <a:pt x="62008" y="13374"/>
                  </a:lnTo>
                  <a:cubicBezTo>
                    <a:pt x="62160" y="13465"/>
                    <a:pt x="61978" y="13435"/>
                    <a:pt x="61978" y="13526"/>
                  </a:cubicBezTo>
                  <a:cubicBezTo>
                    <a:pt x="61978" y="13617"/>
                    <a:pt x="61947" y="13648"/>
                    <a:pt x="61826" y="13648"/>
                  </a:cubicBezTo>
                  <a:lnTo>
                    <a:pt x="61795" y="13648"/>
                  </a:lnTo>
                  <a:cubicBezTo>
                    <a:pt x="61741" y="13648"/>
                    <a:pt x="61519" y="13552"/>
                    <a:pt x="61428" y="13552"/>
                  </a:cubicBezTo>
                  <a:cubicBezTo>
                    <a:pt x="61416" y="13552"/>
                    <a:pt x="61407" y="13553"/>
                    <a:pt x="61400" y="13557"/>
                  </a:cubicBezTo>
                  <a:cubicBezTo>
                    <a:pt x="61339" y="13587"/>
                    <a:pt x="61400" y="13891"/>
                    <a:pt x="61400" y="13982"/>
                  </a:cubicBezTo>
                  <a:cubicBezTo>
                    <a:pt x="61400" y="14073"/>
                    <a:pt x="61461" y="14165"/>
                    <a:pt x="61552" y="14195"/>
                  </a:cubicBezTo>
                  <a:lnTo>
                    <a:pt x="61582" y="14104"/>
                  </a:lnTo>
                  <a:cubicBezTo>
                    <a:pt x="61613" y="14043"/>
                    <a:pt x="61613" y="13952"/>
                    <a:pt x="61643" y="13921"/>
                  </a:cubicBezTo>
                  <a:cubicBezTo>
                    <a:pt x="61655" y="13915"/>
                    <a:pt x="61669" y="13913"/>
                    <a:pt x="61683" y="13913"/>
                  </a:cubicBezTo>
                  <a:cubicBezTo>
                    <a:pt x="61740" y="13913"/>
                    <a:pt x="61813" y="13952"/>
                    <a:pt x="61886" y="13952"/>
                  </a:cubicBezTo>
                  <a:lnTo>
                    <a:pt x="62038" y="13952"/>
                  </a:lnTo>
                  <a:cubicBezTo>
                    <a:pt x="62190" y="14013"/>
                    <a:pt x="62221" y="14104"/>
                    <a:pt x="62190" y="14104"/>
                  </a:cubicBezTo>
                  <a:cubicBezTo>
                    <a:pt x="62145" y="14119"/>
                    <a:pt x="62107" y="14127"/>
                    <a:pt x="62069" y="14127"/>
                  </a:cubicBezTo>
                  <a:cubicBezTo>
                    <a:pt x="62031" y="14127"/>
                    <a:pt x="61993" y="14119"/>
                    <a:pt x="61947" y="14104"/>
                  </a:cubicBezTo>
                  <a:lnTo>
                    <a:pt x="61856" y="14165"/>
                  </a:lnTo>
                  <a:lnTo>
                    <a:pt x="61613" y="14317"/>
                  </a:lnTo>
                  <a:cubicBezTo>
                    <a:pt x="61613" y="14523"/>
                    <a:pt x="61701" y="14664"/>
                    <a:pt x="61821" y="14664"/>
                  </a:cubicBezTo>
                  <a:cubicBezTo>
                    <a:pt x="61842" y="14664"/>
                    <a:pt x="61864" y="14660"/>
                    <a:pt x="61886" y="14651"/>
                  </a:cubicBezTo>
                  <a:lnTo>
                    <a:pt x="61856" y="14499"/>
                  </a:lnTo>
                  <a:cubicBezTo>
                    <a:pt x="61856" y="14438"/>
                    <a:pt x="61886" y="14438"/>
                    <a:pt x="61947" y="14438"/>
                  </a:cubicBezTo>
                  <a:lnTo>
                    <a:pt x="61978" y="14468"/>
                  </a:lnTo>
                  <a:cubicBezTo>
                    <a:pt x="62038" y="14499"/>
                    <a:pt x="62069" y="14560"/>
                    <a:pt x="62099" y="14620"/>
                  </a:cubicBezTo>
                  <a:lnTo>
                    <a:pt x="62130" y="14833"/>
                  </a:lnTo>
                  <a:cubicBezTo>
                    <a:pt x="62281" y="14772"/>
                    <a:pt x="62373" y="14681"/>
                    <a:pt x="62342" y="14651"/>
                  </a:cubicBezTo>
                  <a:cubicBezTo>
                    <a:pt x="62585" y="14560"/>
                    <a:pt x="62829" y="14499"/>
                    <a:pt x="63072" y="14468"/>
                  </a:cubicBezTo>
                  <a:cubicBezTo>
                    <a:pt x="63160" y="14446"/>
                    <a:pt x="63237" y="14432"/>
                    <a:pt x="63298" y="14426"/>
                  </a:cubicBezTo>
                  <a:lnTo>
                    <a:pt x="63298" y="14426"/>
                  </a:lnTo>
                  <a:lnTo>
                    <a:pt x="63383" y="14448"/>
                  </a:lnTo>
                  <a:lnTo>
                    <a:pt x="63383" y="14448"/>
                  </a:lnTo>
                  <a:cubicBezTo>
                    <a:pt x="63388" y="14440"/>
                    <a:pt x="63392" y="14432"/>
                    <a:pt x="63396" y="14424"/>
                  </a:cubicBezTo>
                  <a:lnTo>
                    <a:pt x="63396" y="14424"/>
                  </a:lnTo>
                  <a:cubicBezTo>
                    <a:pt x="63385" y="14423"/>
                    <a:pt x="63373" y="14423"/>
                    <a:pt x="63361" y="14423"/>
                  </a:cubicBezTo>
                  <a:cubicBezTo>
                    <a:pt x="63342" y="14423"/>
                    <a:pt x="63321" y="14424"/>
                    <a:pt x="63298" y="14426"/>
                  </a:cubicBezTo>
                  <a:lnTo>
                    <a:pt x="63298" y="14426"/>
                  </a:lnTo>
                  <a:lnTo>
                    <a:pt x="63224" y="14408"/>
                  </a:lnTo>
                  <a:lnTo>
                    <a:pt x="63041" y="14377"/>
                  </a:lnTo>
                  <a:cubicBezTo>
                    <a:pt x="62950" y="14286"/>
                    <a:pt x="62859" y="14165"/>
                    <a:pt x="62829" y="14043"/>
                  </a:cubicBezTo>
                  <a:lnTo>
                    <a:pt x="62889" y="14043"/>
                  </a:lnTo>
                  <a:cubicBezTo>
                    <a:pt x="62950" y="14073"/>
                    <a:pt x="63315" y="14286"/>
                    <a:pt x="63376" y="14317"/>
                  </a:cubicBezTo>
                  <a:cubicBezTo>
                    <a:pt x="63406" y="14346"/>
                    <a:pt x="63413" y="14384"/>
                    <a:pt x="63396" y="14424"/>
                  </a:cubicBezTo>
                  <a:lnTo>
                    <a:pt x="63396" y="14424"/>
                  </a:lnTo>
                  <a:cubicBezTo>
                    <a:pt x="63442" y="14429"/>
                    <a:pt x="63467" y="14444"/>
                    <a:pt x="63467" y="14468"/>
                  </a:cubicBezTo>
                  <a:lnTo>
                    <a:pt x="63383" y="14448"/>
                  </a:lnTo>
                  <a:lnTo>
                    <a:pt x="63383" y="14448"/>
                  </a:lnTo>
                  <a:cubicBezTo>
                    <a:pt x="63360" y="14483"/>
                    <a:pt x="63318" y="14522"/>
                    <a:pt x="63254" y="14560"/>
                  </a:cubicBezTo>
                  <a:lnTo>
                    <a:pt x="63497" y="14590"/>
                  </a:lnTo>
                  <a:cubicBezTo>
                    <a:pt x="63691" y="14526"/>
                    <a:pt x="64006" y="14461"/>
                    <a:pt x="64206" y="14461"/>
                  </a:cubicBezTo>
                  <a:cubicBezTo>
                    <a:pt x="64289" y="14461"/>
                    <a:pt x="64352" y="14472"/>
                    <a:pt x="64379" y="14499"/>
                  </a:cubicBezTo>
                  <a:cubicBezTo>
                    <a:pt x="64470" y="14620"/>
                    <a:pt x="64531" y="14742"/>
                    <a:pt x="64500" y="14803"/>
                  </a:cubicBezTo>
                  <a:lnTo>
                    <a:pt x="64318" y="14803"/>
                  </a:lnTo>
                  <a:cubicBezTo>
                    <a:pt x="64288" y="14803"/>
                    <a:pt x="64257" y="14833"/>
                    <a:pt x="64257" y="14894"/>
                  </a:cubicBezTo>
                  <a:cubicBezTo>
                    <a:pt x="64257" y="14924"/>
                    <a:pt x="64318" y="14955"/>
                    <a:pt x="64348" y="14955"/>
                  </a:cubicBezTo>
                  <a:lnTo>
                    <a:pt x="64440" y="14955"/>
                  </a:lnTo>
                  <a:cubicBezTo>
                    <a:pt x="64561" y="14894"/>
                    <a:pt x="64652" y="14803"/>
                    <a:pt x="64652" y="14651"/>
                  </a:cubicBezTo>
                  <a:lnTo>
                    <a:pt x="64652" y="14560"/>
                  </a:lnTo>
                  <a:cubicBezTo>
                    <a:pt x="64652" y="14529"/>
                    <a:pt x="64744" y="14499"/>
                    <a:pt x="64774" y="14468"/>
                  </a:cubicBezTo>
                  <a:cubicBezTo>
                    <a:pt x="64804" y="14438"/>
                    <a:pt x="64865" y="14438"/>
                    <a:pt x="64804" y="14408"/>
                  </a:cubicBezTo>
                  <a:cubicBezTo>
                    <a:pt x="64744" y="14347"/>
                    <a:pt x="64744" y="14317"/>
                    <a:pt x="64835" y="14317"/>
                  </a:cubicBezTo>
                  <a:lnTo>
                    <a:pt x="64865" y="14317"/>
                  </a:lnTo>
                  <a:cubicBezTo>
                    <a:pt x="64926" y="14317"/>
                    <a:pt x="64865" y="14620"/>
                    <a:pt x="64835" y="14712"/>
                  </a:cubicBezTo>
                  <a:cubicBezTo>
                    <a:pt x="64804" y="14803"/>
                    <a:pt x="64744" y="14894"/>
                    <a:pt x="64713" y="14894"/>
                  </a:cubicBezTo>
                  <a:cubicBezTo>
                    <a:pt x="64683" y="14894"/>
                    <a:pt x="64713" y="15016"/>
                    <a:pt x="64744" y="15046"/>
                  </a:cubicBezTo>
                  <a:cubicBezTo>
                    <a:pt x="64751" y="15061"/>
                    <a:pt x="64765" y="15066"/>
                    <a:pt x="64783" y="15066"/>
                  </a:cubicBezTo>
                  <a:cubicBezTo>
                    <a:pt x="64838" y="15066"/>
                    <a:pt x="64926" y="15008"/>
                    <a:pt x="64926" y="14985"/>
                  </a:cubicBezTo>
                  <a:cubicBezTo>
                    <a:pt x="64956" y="14894"/>
                    <a:pt x="64987" y="14864"/>
                    <a:pt x="65017" y="14803"/>
                  </a:cubicBezTo>
                  <a:lnTo>
                    <a:pt x="65048" y="14803"/>
                  </a:lnTo>
                  <a:cubicBezTo>
                    <a:pt x="65108" y="14803"/>
                    <a:pt x="65139" y="14833"/>
                    <a:pt x="65169" y="14864"/>
                  </a:cubicBezTo>
                  <a:lnTo>
                    <a:pt x="65169" y="14924"/>
                  </a:lnTo>
                  <a:cubicBezTo>
                    <a:pt x="65169" y="14985"/>
                    <a:pt x="65230" y="15046"/>
                    <a:pt x="65230" y="15046"/>
                  </a:cubicBezTo>
                  <a:cubicBezTo>
                    <a:pt x="65260" y="15046"/>
                    <a:pt x="65321" y="14924"/>
                    <a:pt x="65321" y="14864"/>
                  </a:cubicBezTo>
                  <a:cubicBezTo>
                    <a:pt x="65351" y="14803"/>
                    <a:pt x="65078" y="14651"/>
                    <a:pt x="65078" y="14560"/>
                  </a:cubicBezTo>
                  <a:cubicBezTo>
                    <a:pt x="65078" y="14468"/>
                    <a:pt x="65230" y="14408"/>
                    <a:pt x="65291" y="14408"/>
                  </a:cubicBezTo>
                  <a:cubicBezTo>
                    <a:pt x="65296" y="14413"/>
                    <a:pt x="65303" y="14416"/>
                    <a:pt x="65310" y="14416"/>
                  </a:cubicBezTo>
                  <a:cubicBezTo>
                    <a:pt x="65342" y="14416"/>
                    <a:pt x="65387" y="14366"/>
                    <a:pt x="65412" y="14317"/>
                  </a:cubicBezTo>
                  <a:lnTo>
                    <a:pt x="65625" y="14317"/>
                  </a:lnTo>
                  <a:cubicBezTo>
                    <a:pt x="65706" y="14317"/>
                    <a:pt x="65787" y="14344"/>
                    <a:pt x="65868" y="14344"/>
                  </a:cubicBezTo>
                  <a:cubicBezTo>
                    <a:pt x="65909" y="14344"/>
                    <a:pt x="65949" y="14337"/>
                    <a:pt x="65990" y="14317"/>
                  </a:cubicBezTo>
                  <a:cubicBezTo>
                    <a:pt x="65999" y="14308"/>
                    <a:pt x="66013" y="14304"/>
                    <a:pt x="66030" y="14304"/>
                  </a:cubicBezTo>
                  <a:cubicBezTo>
                    <a:pt x="66071" y="14304"/>
                    <a:pt x="66129" y="14325"/>
                    <a:pt x="66172" y="14347"/>
                  </a:cubicBezTo>
                  <a:cubicBezTo>
                    <a:pt x="66242" y="14347"/>
                    <a:pt x="66258" y="14437"/>
                    <a:pt x="66331" y="14437"/>
                  </a:cubicBezTo>
                  <a:cubicBezTo>
                    <a:pt x="66353" y="14437"/>
                    <a:pt x="66380" y="14429"/>
                    <a:pt x="66415" y="14408"/>
                  </a:cubicBezTo>
                  <a:lnTo>
                    <a:pt x="66476" y="14377"/>
                  </a:lnTo>
                  <a:cubicBezTo>
                    <a:pt x="66503" y="14391"/>
                    <a:pt x="66526" y="14397"/>
                    <a:pt x="66547" y="14397"/>
                  </a:cubicBezTo>
                  <a:cubicBezTo>
                    <a:pt x="66621" y="14397"/>
                    <a:pt x="66658" y="14320"/>
                    <a:pt x="66658" y="14225"/>
                  </a:cubicBezTo>
                  <a:lnTo>
                    <a:pt x="66993" y="14225"/>
                  </a:lnTo>
                  <a:cubicBezTo>
                    <a:pt x="67266" y="14225"/>
                    <a:pt x="67388" y="14499"/>
                    <a:pt x="67266" y="14499"/>
                  </a:cubicBezTo>
                  <a:lnTo>
                    <a:pt x="67418" y="14499"/>
                  </a:lnTo>
                  <a:lnTo>
                    <a:pt x="67601" y="14438"/>
                  </a:lnTo>
                  <a:lnTo>
                    <a:pt x="67844" y="14377"/>
                  </a:lnTo>
                  <a:cubicBezTo>
                    <a:pt x="68044" y="14288"/>
                    <a:pt x="68212" y="14232"/>
                    <a:pt x="68287" y="14232"/>
                  </a:cubicBezTo>
                  <a:cubicBezTo>
                    <a:pt x="68315" y="14232"/>
                    <a:pt x="68330" y="14239"/>
                    <a:pt x="68330" y="14256"/>
                  </a:cubicBezTo>
                  <a:lnTo>
                    <a:pt x="68330" y="14408"/>
                  </a:lnTo>
                  <a:cubicBezTo>
                    <a:pt x="68330" y="14466"/>
                    <a:pt x="68367" y="14487"/>
                    <a:pt x="68417" y="14487"/>
                  </a:cubicBezTo>
                  <a:cubicBezTo>
                    <a:pt x="68446" y="14487"/>
                    <a:pt x="68479" y="14480"/>
                    <a:pt x="68513" y="14468"/>
                  </a:cubicBezTo>
                  <a:cubicBezTo>
                    <a:pt x="68573" y="14438"/>
                    <a:pt x="68513" y="14317"/>
                    <a:pt x="68665" y="14317"/>
                  </a:cubicBezTo>
                  <a:lnTo>
                    <a:pt x="68756" y="14317"/>
                  </a:lnTo>
                  <a:cubicBezTo>
                    <a:pt x="68763" y="14314"/>
                    <a:pt x="68770" y="14313"/>
                    <a:pt x="68777" y="14313"/>
                  </a:cubicBezTo>
                  <a:cubicBezTo>
                    <a:pt x="68864" y="14313"/>
                    <a:pt x="68964" y="14473"/>
                    <a:pt x="68908" y="14529"/>
                  </a:cubicBezTo>
                  <a:cubicBezTo>
                    <a:pt x="68863" y="14574"/>
                    <a:pt x="68802" y="14602"/>
                    <a:pt x="68761" y="14602"/>
                  </a:cubicBezTo>
                  <a:cubicBezTo>
                    <a:pt x="68746" y="14602"/>
                    <a:pt x="68734" y="14598"/>
                    <a:pt x="68725" y="14590"/>
                  </a:cubicBezTo>
                  <a:lnTo>
                    <a:pt x="68634" y="14590"/>
                  </a:lnTo>
                  <a:cubicBezTo>
                    <a:pt x="68634" y="14590"/>
                    <a:pt x="68634" y="14772"/>
                    <a:pt x="68634" y="14803"/>
                  </a:cubicBezTo>
                  <a:cubicBezTo>
                    <a:pt x="68646" y="14826"/>
                    <a:pt x="68680" y="14836"/>
                    <a:pt x="68722" y="14836"/>
                  </a:cubicBezTo>
                  <a:cubicBezTo>
                    <a:pt x="68791" y="14836"/>
                    <a:pt x="68882" y="14810"/>
                    <a:pt x="68938" y="14772"/>
                  </a:cubicBezTo>
                  <a:cubicBezTo>
                    <a:pt x="68945" y="14766"/>
                    <a:pt x="68952" y="14763"/>
                    <a:pt x="68960" y="14763"/>
                  </a:cubicBezTo>
                  <a:cubicBezTo>
                    <a:pt x="69020" y="14763"/>
                    <a:pt x="69104" y="14955"/>
                    <a:pt x="69212" y="14955"/>
                  </a:cubicBezTo>
                  <a:cubicBezTo>
                    <a:pt x="69424" y="14924"/>
                    <a:pt x="69576" y="14833"/>
                    <a:pt x="69728" y="14712"/>
                  </a:cubicBezTo>
                  <a:cubicBezTo>
                    <a:pt x="69748" y="14682"/>
                    <a:pt x="69771" y="14669"/>
                    <a:pt x="69792" y="14669"/>
                  </a:cubicBezTo>
                  <a:cubicBezTo>
                    <a:pt x="69838" y="14669"/>
                    <a:pt x="69880" y="14730"/>
                    <a:pt x="69880" y="14833"/>
                  </a:cubicBezTo>
                  <a:lnTo>
                    <a:pt x="70093" y="14894"/>
                  </a:lnTo>
                  <a:lnTo>
                    <a:pt x="70184" y="14894"/>
                  </a:lnTo>
                  <a:cubicBezTo>
                    <a:pt x="70276" y="14894"/>
                    <a:pt x="70367" y="14833"/>
                    <a:pt x="70397" y="14772"/>
                  </a:cubicBezTo>
                  <a:cubicBezTo>
                    <a:pt x="70397" y="14712"/>
                    <a:pt x="70245" y="14651"/>
                    <a:pt x="70184" y="14651"/>
                  </a:cubicBezTo>
                  <a:cubicBezTo>
                    <a:pt x="70124" y="14651"/>
                    <a:pt x="70154" y="14438"/>
                    <a:pt x="70184" y="14377"/>
                  </a:cubicBezTo>
                  <a:cubicBezTo>
                    <a:pt x="70215" y="14317"/>
                    <a:pt x="70458" y="14225"/>
                    <a:pt x="70549" y="14225"/>
                  </a:cubicBezTo>
                  <a:cubicBezTo>
                    <a:pt x="70671" y="14256"/>
                    <a:pt x="70792" y="14286"/>
                    <a:pt x="70883" y="14377"/>
                  </a:cubicBezTo>
                  <a:lnTo>
                    <a:pt x="71035" y="14347"/>
                  </a:lnTo>
                  <a:lnTo>
                    <a:pt x="71096" y="14317"/>
                  </a:lnTo>
                  <a:cubicBezTo>
                    <a:pt x="71218" y="14317"/>
                    <a:pt x="71218" y="14256"/>
                    <a:pt x="71096" y="14195"/>
                  </a:cubicBezTo>
                  <a:lnTo>
                    <a:pt x="71096" y="14165"/>
                  </a:lnTo>
                  <a:lnTo>
                    <a:pt x="71157" y="14013"/>
                  </a:lnTo>
                  <a:cubicBezTo>
                    <a:pt x="71279" y="14013"/>
                    <a:pt x="71400" y="14104"/>
                    <a:pt x="71461" y="14225"/>
                  </a:cubicBezTo>
                  <a:cubicBezTo>
                    <a:pt x="71461" y="14236"/>
                    <a:pt x="71485" y="14244"/>
                    <a:pt x="71525" y="14244"/>
                  </a:cubicBezTo>
                  <a:cubicBezTo>
                    <a:pt x="71595" y="14244"/>
                    <a:pt x="71710" y="14222"/>
                    <a:pt x="71826" y="14165"/>
                  </a:cubicBezTo>
                  <a:lnTo>
                    <a:pt x="72282" y="14165"/>
                  </a:lnTo>
                  <a:cubicBezTo>
                    <a:pt x="72336" y="14075"/>
                    <a:pt x="72496" y="14049"/>
                    <a:pt x="72637" y="14049"/>
                  </a:cubicBezTo>
                  <a:cubicBezTo>
                    <a:pt x="72734" y="14049"/>
                    <a:pt x="72822" y="14061"/>
                    <a:pt x="72859" y="14073"/>
                  </a:cubicBezTo>
                  <a:cubicBezTo>
                    <a:pt x="72981" y="14134"/>
                    <a:pt x="73163" y="14225"/>
                    <a:pt x="73194" y="14225"/>
                  </a:cubicBezTo>
                  <a:cubicBezTo>
                    <a:pt x="73285" y="14195"/>
                    <a:pt x="73376" y="14165"/>
                    <a:pt x="73467" y="14104"/>
                  </a:cubicBezTo>
                  <a:lnTo>
                    <a:pt x="73619" y="14104"/>
                  </a:lnTo>
                  <a:cubicBezTo>
                    <a:pt x="73619" y="14104"/>
                    <a:pt x="73680" y="14013"/>
                    <a:pt x="73680" y="13982"/>
                  </a:cubicBezTo>
                  <a:cubicBezTo>
                    <a:pt x="73680" y="13877"/>
                    <a:pt x="73680" y="13845"/>
                    <a:pt x="73730" y="13845"/>
                  </a:cubicBezTo>
                  <a:cubicBezTo>
                    <a:pt x="73752" y="13845"/>
                    <a:pt x="73785" y="13851"/>
                    <a:pt x="73832" y="13861"/>
                  </a:cubicBezTo>
                  <a:cubicBezTo>
                    <a:pt x="73872" y="13861"/>
                    <a:pt x="73940" y="13874"/>
                    <a:pt x="73989" y="13874"/>
                  </a:cubicBezTo>
                  <a:cubicBezTo>
                    <a:pt x="74014" y="13874"/>
                    <a:pt x="74035" y="13871"/>
                    <a:pt x="74045" y="13861"/>
                  </a:cubicBezTo>
                  <a:lnTo>
                    <a:pt x="74227" y="13739"/>
                  </a:lnTo>
                  <a:cubicBezTo>
                    <a:pt x="74302" y="13814"/>
                    <a:pt x="74418" y="13868"/>
                    <a:pt x="74542" y="13868"/>
                  </a:cubicBezTo>
                  <a:cubicBezTo>
                    <a:pt x="74568" y="13868"/>
                    <a:pt x="74595" y="13866"/>
                    <a:pt x="74622" y="13861"/>
                  </a:cubicBezTo>
                  <a:cubicBezTo>
                    <a:pt x="74630" y="13856"/>
                    <a:pt x="74637" y="13855"/>
                    <a:pt x="74641" y="13855"/>
                  </a:cubicBezTo>
                  <a:cubicBezTo>
                    <a:pt x="74667" y="13855"/>
                    <a:pt x="74618" y="13930"/>
                    <a:pt x="74592" y="13982"/>
                  </a:cubicBezTo>
                  <a:cubicBezTo>
                    <a:pt x="74586" y="13988"/>
                    <a:pt x="74591" y="13990"/>
                    <a:pt x="74604" y="13990"/>
                  </a:cubicBezTo>
                  <a:cubicBezTo>
                    <a:pt x="74657" y="13990"/>
                    <a:pt x="74841" y="13946"/>
                    <a:pt x="74865" y="13921"/>
                  </a:cubicBezTo>
                  <a:cubicBezTo>
                    <a:pt x="74926" y="13861"/>
                    <a:pt x="74987" y="13830"/>
                    <a:pt x="75048" y="13800"/>
                  </a:cubicBezTo>
                  <a:cubicBezTo>
                    <a:pt x="75078" y="13800"/>
                    <a:pt x="75169" y="13891"/>
                    <a:pt x="75169" y="13921"/>
                  </a:cubicBezTo>
                  <a:cubicBezTo>
                    <a:pt x="75175" y="13927"/>
                    <a:pt x="75183" y="13930"/>
                    <a:pt x="75192" y="13930"/>
                  </a:cubicBezTo>
                  <a:cubicBezTo>
                    <a:pt x="75232" y="13930"/>
                    <a:pt x="75297" y="13885"/>
                    <a:pt x="75321" y="13861"/>
                  </a:cubicBezTo>
                  <a:lnTo>
                    <a:pt x="75473" y="13678"/>
                  </a:lnTo>
                  <a:lnTo>
                    <a:pt x="75564" y="13800"/>
                  </a:lnTo>
                  <a:cubicBezTo>
                    <a:pt x="75625" y="13861"/>
                    <a:pt x="75716" y="13952"/>
                    <a:pt x="75747" y="13952"/>
                  </a:cubicBezTo>
                  <a:cubicBezTo>
                    <a:pt x="75899" y="13891"/>
                    <a:pt x="76020" y="13861"/>
                    <a:pt x="76172" y="13861"/>
                  </a:cubicBezTo>
                  <a:lnTo>
                    <a:pt x="76324" y="13861"/>
                  </a:lnTo>
                  <a:cubicBezTo>
                    <a:pt x="76294" y="13800"/>
                    <a:pt x="76355" y="13739"/>
                    <a:pt x="76416" y="13709"/>
                  </a:cubicBezTo>
                  <a:lnTo>
                    <a:pt x="76476" y="13739"/>
                  </a:lnTo>
                  <a:cubicBezTo>
                    <a:pt x="76598" y="13769"/>
                    <a:pt x="76598" y="13891"/>
                    <a:pt x="76598" y="13982"/>
                  </a:cubicBezTo>
                  <a:cubicBezTo>
                    <a:pt x="76602" y="13984"/>
                    <a:pt x="76607" y="13986"/>
                    <a:pt x="76611" y="13986"/>
                  </a:cubicBezTo>
                  <a:cubicBezTo>
                    <a:pt x="76663" y="13986"/>
                    <a:pt x="76689" y="13826"/>
                    <a:pt x="76689" y="13769"/>
                  </a:cubicBezTo>
                  <a:cubicBezTo>
                    <a:pt x="76689" y="13734"/>
                    <a:pt x="76773" y="13719"/>
                    <a:pt x="76860" y="13719"/>
                  </a:cubicBezTo>
                  <a:cubicBezTo>
                    <a:pt x="76922" y="13719"/>
                    <a:pt x="76986" y="13726"/>
                    <a:pt x="77023" y="13739"/>
                  </a:cubicBezTo>
                  <a:cubicBezTo>
                    <a:pt x="77068" y="13739"/>
                    <a:pt x="77257" y="13675"/>
                    <a:pt x="77380" y="13675"/>
                  </a:cubicBezTo>
                  <a:cubicBezTo>
                    <a:pt x="77426" y="13675"/>
                    <a:pt x="77463" y="13684"/>
                    <a:pt x="77479" y="13709"/>
                  </a:cubicBezTo>
                  <a:cubicBezTo>
                    <a:pt x="77497" y="13744"/>
                    <a:pt x="77536" y="13759"/>
                    <a:pt x="77583" y="13759"/>
                  </a:cubicBezTo>
                  <a:cubicBezTo>
                    <a:pt x="77617" y="13759"/>
                    <a:pt x="77654" y="13752"/>
                    <a:pt x="77692" y="13739"/>
                  </a:cubicBezTo>
                  <a:cubicBezTo>
                    <a:pt x="77692" y="13709"/>
                    <a:pt x="77631" y="13709"/>
                    <a:pt x="77510" y="13709"/>
                  </a:cubicBezTo>
                  <a:lnTo>
                    <a:pt x="77510" y="13587"/>
                  </a:lnTo>
                  <a:lnTo>
                    <a:pt x="77510" y="13526"/>
                  </a:lnTo>
                  <a:cubicBezTo>
                    <a:pt x="77540" y="13465"/>
                    <a:pt x="77571" y="13405"/>
                    <a:pt x="77571" y="13344"/>
                  </a:cubicBezTo>
                  <a:cubicBezTo>
                    <a:pt x="77601" y="13313"/>
                    <a:pt x="77540" y="13313"/>
                    <a:pt x="77479" y="13313"/>
                  </a:cubicBezTo>
                  <a:lnTo>
                    <a:pt x="77267" y="13313"/>
                  </a:lnTo>
                  <a:cubicBezTo>
                    <a:pt x="77191" y="13344"/>
                    <a:pt x="77115" y="13359"/>
                    <a:pt x="77039" y="13359"/>
                  </a:cubicBezTo>
                  <a:cubicBezTo>
                    <a:pt x="76963" y="13359"/>
                    <a:pt x="76887" y="13344"/>
                    <a:pt x="76811" y="13313"/>
                  </a:cubicBezTo>
                  <a:lnTo>
                    <a:pt x="76689" y="13222"/>
                  </a:lnTo>
                  <a:lnTo>
                    <a:pt x="76689" y="13161"/>
                  </a:lnTo>
                  <a:cubicBezTo>
                    <a:pt x="76719" y="13131"/>
                    <a:pt x="76719" y="13131"/>
                    <a:pt x="76750" y="13131"/>
                  </a:cubicBezTo>
                  <a:cubicBezTo>
                    <a:pt x="76841" y="13161"/>
                    <a:pt x="76932" y="13161"/>
                    <a:pt x="77023" y="13192"/>
                  </a:cubicBezTo>
                  <a:lnTo>
                    <a:pt x="77115" y="13192"/>
                  </a:lnTo>
                  <a:cubicBezTo>
                    <a:pt x="77236" y="13192"/>
                    <a:pt x="77358" y="13161"/>
                    <a:pt x="77479" y="13101"/>
                  </a:cubicBezTo>
                  <a:lnTo>
                    <a:pt x="77571" y="13101"/>
                  </a:lnTo>
                  <a:lnTo>
                    <a:pt x="78026" y="13161"/>
                  </a:lnTo>
                  <a:cubicBezTo>
                    <a:pt x="78543" y="13131"/>
                    <a:pt x="78999" y="13070"/>
                    <a:pt x="79090" y="13070"/>
                  </a:cubicBezTo>
                  <a:lnTo>
                    <a:pt x="79333" y="13070"/>
                  </a:lnTo>
                  <a:cubicBezTo>
                    <a:pt x="79485" y="13070"/>
                    <a:pt x="79637" y="12979"/>
                    <a:pt x="79729" y="12827"/>
                  </a:cubicBezTo>
                  <a:cubicBezTo>
                    <a:pt x="79729" y="12807"/>
                    <a:pt x="79742" y="12797"/>
                    <a:pt x="79765" y="12797"/>
                  </a:cubicBezTo>
                  <a:cubicBezTo>
                    <a:pt x="79810" y="12797"/>
                    <a:pt x="79891" y="12837"/>
                    <a:pt x="79972" y="12918"/>
                  </a:cubicBezTo>
                  <a:cubicBezTo>
                    <a:pt x="80005" y="12969"/>
                    <a:pt x="80057" y="12991"/>
                    <a:pt x="80107" y="12991"/>
                  </a:cubicBezTo>
                  <a:cubicBezTo>
                    <a:pt x="80148" y="12991"/>
                    <a:pt x="80188" y="12976"/>
                    <a:pt x="80215" y="12949"/>
                  </a:cubicBezTo>
                  <a:lnTo>
                    <a:pt x="80337" y="12918"/>
                  </a:lnTo>
                  <a:cubicBezTo>
                    <a:pt x="80489" y="13010"/>
                    <a:pt x="80580" y="13161"/>
                    <a:pt x="80489" y="13253"/>
                  </a:cubicBezTo>
                  <a:lnTo>
                    <a:pt x="80367" y="13253"/>
                  </a:lnTo>
                  <a:cubicBezTo>
                    <a:pt x="80337" y="13283"/>
                    <a:pt x="80337" y="13344"/>
                    <a:pt x="80367" y="13374"/>
                  </a:cubicBezTo>
                  <a:lnTo>
                    <a:pt x="80397" y="13405"/>
                  </a:lnTo>
                  <a:lnTo>
                    <a:pt x="80489" y="13405"/>
                  </a:lnTo>
                  <a:cubicBezTo>
                    <a:pt x="80580" y="13405"/>
                    <a:pt x="80671" y="13374"/>
                    <a:pt x="80762" y="13344"/>
                  </a:cubicBezTo>
                  <a:lnTo>
                    <a:pt x="80823" y="13344"/>
                  </a:lnTo>
                  <a:cubicBezTo>
                    <a:pt x="80884" y="13374"/>
                    <a:pt x="80975" y="13435"/>
                    <a:pt x="81005" y="13496"/>
                  </a:cubicBezTo>
                  <a:lnTo>
                    <a:pt x="81248" y="13496"/>
                  </a:lnTo>
                  <a:cubicBezTo>
                    <a:pt x="81400" y="13465"/>
                    <a:pt x="81552" y="13405"/>
                    <a:pt x="81674" y="13283"/>
                  </a:cubicBezTo>
                  <a:cubicBezTo>
                    <a:pt x="81704" y="13253"/>
                    <a:pt x="81613" y="13131"/>
                    <a:pt x="81583" y="13131"/>
                  </a:cubicBezTo>
                  <a:cubicBezTo>
                    <a:pt x="81492" y="13131"/>
                    <a:pt x="81431" y="13161"/>
                    <a:pt x="81370" y="13192"/>
                  </a:cubicBezTo>
                  <a:cubicBezTo>
                    <a:pt x="81340" y="13192"/>
                    <a:pt x="81218" y="13222"/>
                    <a:pt x="81066" y="13222"/>
                  </a:cubicBezTo>
                  <a:lnTo>
                    <a:pt x="80975" y="13253"/>
                  </a:lnTo>
                  <a:lnTo>
                    <a:pt x="80944" y="13253"/>
                  </a:lnTo>
                  <a:cubicBezTo>
                    <a:pt x="80884" y="13253"/>
                    <a:pt x="80853" y="13131"/>
                    <a:pt x="80853" y="13101"/>
                  </a:cubicBezTo>
                  <a:cubicBezTo>
                    <a:pt x="81036" y="13040"/>
                    <a:pt x="81248" y="13010"/>
                    <a:pt x="81431" y="13010"/>
                  </a:cubicBezTo>
                  <a:lnTo>
                    <a:pt x="81826" y="13010"/>
                  </a:lnTo>
                  <a:cubicBezTo>
                    <a:pt x="81917" y="12949"/>
                    <a:pt x="82039" y="12949"/>
                    <a:pt x="82130" y="12918"/>
                  </a:cubicBezTo>
                  <a:cubicBezTo>
                    <a:pt x="82217" y="12947"/>
                    <a:pt x="82331" y="13224"/>
                    <a:pt x="82237" y="13224"/>
                  </a:cubicBezTo>
                  <a:cubicBezTo>
                    <a:pt x="82232" y="13224"/>
                    <a:pt x="82227" y="13224"/>
                    <a:pt x="82221" y="13222"/>
                  </a:cubicBezTo>
                  <a:cubicBezTo>
                    <a:pt x="82069" y="13222"/>
                    <a:pt x="82069" y="13313"/>
                    <a:pt x="82160" y="13465"/>
                  </a:cubicBezTo>
                  <a:lnTo>
                    <a:pt x="82282" y="13496"/>
                  </a:lnTo>
                  <a:lnTo>
                    <a:pt x="82403" y="13526"/>
                  </a:lnTo>
                  <a:cubicBezTo>
                    <a:pt x="82586" y="13465"/>
                    <a:pt x="82555" y="13313"/>
                    <a:pt x="82525" y="13313"/>
                  </a:cubicBezTo>
                  <a:cubicBezTo>
                    <a:pt x="82464" y="13222"/>
                    <a:pt x="82464" y="13131"/>
                    <a:pt x="82495" y="13040"/>
                  </a:cubicBezTo>
                  <a:cubicBezTo>
                    <a:pt x="82647" y="12949"/>
                    <a:pt x="82799" y="12888"/>
                    <a:pt x="83011" y="12858"/>
                  </a:cubicBezTo>
                  <a:lnTo>
                    <a:pt x="83133" y="12949"/>
                  </a:lnTo>
                  <a:lnTo>
                    <a:pt x="83437" y="13101"/>
                  </a:lnTo>
                  <a:cubicBezTo>
                    <a:pt x="83529" y="13027"/>
                    <a:pt x="83643" y="12987"/>
                    <a:pt x="83760" y="12987"/>
                  </a:cubicBezTo>
                  <a:cubicBezTo>
                    <a:pt x="83835" y="12987"/>
                    <a:pt x="83912" y="13004"/>
                    <a:pt x="83984" y="13040"/>
                  </a:cubicBezTo>
                  <a:lnTo>
                    <a:pt x="84075" y="13040"/>
                  </a:lnTo>
                  <a:lnTo>
                    <a:pt x="84166" y="13010"/>
                  </a:lnTo>
                  <a:cubicBezTo>
                    <a:pt x="84212" y="12964"/>
                    <a:pt x="84265" y="12941"/>
                    <a:pt x="84318" y="12941"/>
                  </a:cubicBezTo>
                  <a:cubicBezTo>
                    <a:pt x="84372" y="12941"/>
                    <a:pt x="84425" y="12964"/>
                    <a:pt x="84470" y="13010"/>
                  </a:cubicBezTo>
                  <a:cubicBezTo>
                    <a:pt x="84501" y="13040"/>
                    <a:pt x="84501" y="13101"/>
                    <a:pt x="84440" y="13101"/>
                  </a:cubicBezTo>
                  <a:cubicBezTo>
                    <a:pt x="84418" y="13101"/>
                    <a:pt x="84283" y="13036"/>
                    <a:pt x="84223" y="13036"/>
                  </a:cubicBezTo>
                  <a:cubicBezTo>
                    <a:pt x="84201" y="13036"/>
                    <a:pt x="84189" y="13045"/>
                    <a:pt x="84197" y="13070"/>
                  </a:cubicBezTo>
                  <a:cubicBezTo>
                    <a:pt x="84227" y="13131"/>
                    <a:pt x="84440" y="13253"/>
                    <a:pt x="84501" y="13253"/>
                  </a:cubicBezTo>
                  <a:cubicBezTo>
                    <a:pt x="84592" y="13253"/>
                    <a:pt x="84683" y="12979"/>
                    <a:pt x="84622" y="12858"/>
                  </a:cubicBezTo>
                  <a:cubicBezTo>
                    <a:pt x="84579" y="12792"/>
                    <a:pt x="84708" y="12742"/>
                    <a:pt x="84818" y="12742"/>
                  </a:cubicBezTo>
                  <a:cubicBezTo>
                    <a:pt x="84861" y="12742"/>
                    <a:pt x="84901" y="12749"/>
                    <a:pt x="84926" y="12766"/>
                  </a:cubicBezTo>
                  <a:lnTo>
                    <a:pt x="85169" y="12918"/>
                  </a:lnTo>
                  <a:lnTo>
                    <a:pt x="85291" y="12918"/>
                  </a:lnTo>
                  <a:cubicBezTo>
                    <a:pt x="85443" y="12918"/>
                    <a:pt x="85352" y="12979"/>
                    <a:pt x="85291" y="13010"/>
                  </a:cubicBezTo>
                  <a:cubicBezTo>
                    <a:pt x="85230" y="13040"/>
                    <a:pt x="85504" y="13040"/>
                    <a:pt x="85565" y="13040"/>
                  </a:cubicBezTo>
                  <a:cubicBezTo>
                    <a:pt x="85625" y="13040"/>
                    <a:pt x="85656" y="13010"/>
                    <a:pt x="85625" y="12949"/>
                  </a:cubicBezTo>
                  <a:lnTo>
                    <a:pt x="85625" y="12918"/>
                  </a:lnTo>
                  <a:cubicBezTo>
                    <a:pt x="85625" y="12888"/>
                    <a:pt x="85747" y="12827"/>
                    <a:pt x="85747" y="12827"/>
                  </a:cubicBezTo>
                  <a:lnTo>
                    <a:pt x="85838" y="12918"/>
                  </a:lnTo>
                  <a:cubicBezTo>
                    <a:pt x="85909" y="12954"/>
                    <a:pt x="85981" y="12969"/>
                    <a:pt x="86052" y="12969"/>
                  </a:cubicBezTo>
                  <a:cubicBezTo>
                    <a:pt x="86102" y="12969"/>
                    <a:pt x="86153" y="12961"/>
                    <a:pt x="86203" y="12949"/>
                  </a:cubicBezTo>
                  <a:cubicBezTo>
                    <a:pt x="86216" y="12942"/>
                    <a:pt x="86241" y="12940"/>
                    <a:pt x="86273" y="12940"/>
                  </a:cubicBezTo>
                  <a:cubicBezTo>
                    <a:pt x="86362" y="12940"/>
                    <a:pt x="86505" y="12957"/>
                    <a:pt x="86604" y="12957"/>
                  </a:cubicBezTo>
                  <a:cubicBezTo>
                    <a:pt x="86640" y="12957"/>
                    <a:pt x="86670" y="12955"/>
                    <a:pt x="86689" y="12949"/>
                  </a:cubicBezTo>
                  <a:cubicBezTo>
                    <a:pt x="86811" y="12888"/>
                    <a:pt x="86902" y="12797"/>
                    <a:pt x="86963" y="12675"/>
                  </a:cubicBezTo>
                  <a:cubicBezTo>
                    <a:pt x="86971" y="12667"/>
                    <a:pt x="86983" y="12663"/>
                    <a:pt x="86998" y="12663"/>
                  </a:cubicBezTo>
                  <a:cubicBezTo>
                    <a:pt x="87089" y="12663"/>
                    <a:pt x="87279" y="12805"/>
                    <a:pt x="87358" y="12858"/>
                  </a:cubicBezTo>
                  <a:cubicBezTo>
                    <a:pt x="87449" y="12888"/>
                    <a:pt x="87548" y="12903"/>
                    <a:pt x="87651" y="12903"/>
                  </a:cubicBezTo>
                  <a:cubicBezTo>
                    <a:pt x="87753" y="12903"/>
                    <a:pt x="87859" y="12888"/>
                    <a:pt x="87966" y="12858"/>
                  </a:cubicBezTo>
                  <a:cubicBezTo>
                    <a:pt x="88095" y="12836"/>
                    <a:pt x="88239" y="12815"/>
                    <a:pt x="88377" y="12815"/>
                  </a:cubicBezTo>
                  <a:cubicBezTo>
                    <a:pt x="88434" y="12815"/>
                    <a:pt x="88490" y="12818"/>
                    <a:pt x="88543" y="12827"/>
                  </a:cubicBezTo>
                  <a:lnTo>
                    <a:pt x="88756" y="12797"/>
                  </a:lnTo>
                  <a:lnTo>
                    <a:pt x="88817" y="12797"/>
                  </a:lnTo>
                  <a:cubicBezTo>
                    <a:pt x="88828" y="12802"/>
                    <a:pt x="88840" y="12805"/>
                    <a:pt x="88853" y="12805"/>
                  </a:cubicBezTo>
                  <a:cubicBezTo>
                    <a:pt x="88909" y="12805"/>
                    <a:pt x="88975" y="12755"/>
                    <a:pt x="88999" y="12706"/>
                  </a:cubicBezTo>
                  <a:cubicBezTo>
                    <a:pt x="88999" y="12675"/>
                    <a:pt x="89030" y="12660"/>
                    <a:pt x="89079" y="12660"/>
                  </a:cubicBezTo>
                  <a:cubicBezTo>
                    <a:pt x="89129" y="12660"/>
                    <a:pt x="89197" y="12675"/>
                    <a:pt x="89273" y="12706"/>
                  </a:cubicBezTo>
                  <a:lnTo>
                    <a:pt x="89364" y="12736"/>
                  </a:lnTo>
                  <a:cubicBezTo>
                    <a:pt x="89433" y="12759"/>
                    <a:pt x="89450" y="12868"/>
                    <a:pt x="89532" y="12868"/>
                  </a:cubicBezTo>
                  <a:cubicBezTo>
                    <a:pt x="89559" y="12868"/>
                    <a:pt x="89593" y="12857"/>
                    <a:pt x="89638" y="12827"/>
                  </a:cubicBezTo>
                  <a:cubicBezTo>
                    <a:pt x="89729" y="12766"/>
                    <a:pt x="89850" y="12736"/>
                    <a:pt x="89972" y="12736"/>
                  </a:cubicBezTo>
                  <a:cubicBezTo>
                    <a:pt x="90002" y="12736"/>
                    <a:pt x="90033" y="12766"/>
                    <a:pt x="90033" y="12766"/>
                  </a:cubicBezTo>
                  <a:cubicBezTo>
                    <a:pt x="90101" y="12801"/>
                    <a:pt x="90178" y="12805"/>
                    <a:pt x="90257" y="12805"/>
                  </a:cubicBezTo>
                  <a:cubicBezTo>
                    <a:pt x="90284" y="12805"/>
                    <a:pt x="90310" y="12804"/>
                    <a:pt x="90337" y="12804"/>
                  </a:cubicBezTo>
                  <a:cubicBezTo>
                    <a:pt x="90443" y="12804"/>
                    <a:pt x="90550" y="12812"/>
                    <a:pt x="90641" y="12888"/>
                  </a:cubicBezTo>
                  <a:cubicBezTo>
                    <a:pt x="90641" y="12888"/>
                    <a:pt x="90762" y="12797"/>
                    <a:pt x="90853" y="12797"/>
                  </a:cubicBezTo>
                  <a:lnTo>
                    <a:pt x="90884" y="12797"/>
                  </a:lnTo>
                  <a:cubicBezTo>
                    <a:pt x="90908" y="12809"/>
                    <a:pt x="90926" y="12814"/>
                    <a:pt x="90939" y="12814"/>
                  </a:cubicBezTo>
                  <a:cubicBezTo>
                    <a:pt x="90994" y="12814"/>
                    <a:pt x="90969" y="12730"/>
                    <a:pt x="90945" y="12706"/>
                  </a:cubicBezTo>
                  <a:cubicBezTo>
                    <a:pt x="90914" y="12645"/>
                    <a:pt x="90853" y="12554"/>
                    <a:pt x="90823" y="12493"/>
                  </a:cubicBezTo>
                  <a:cubicBezTo>
                    <a:pt x="90817" y="12481"/>
                    <a:pt x="90804" y="12476"/>
                    <a:pt x="90787" y="12476"/>
                  </a:cubicBezTo>
                  <a:cubicBezTo>
                    <a:pt x="90714" y="12476"/>
                    <a:pt x="90562" y="12560"/>
                    <a:pt x="90489" y="12584"/>
                  </a:cubicBezTo>
                  <a:cubicBezTo>
                    <a:pt x="90468" y="12598"/>
                    <a:pt x="90453" y="12604"/>
                    <a:pt x="90443" y="12604"/>
                  </a:cubicBezTo>
                  <a:cubicBezTo>
                    <a:pt x="90412" y="12604"/>
                    <a:pt x="90435" y="12539"/>
                    <a:pt x="90458" y="12493"/>
                  </a:cubicBezTo>
                  <a:cubicBezTo>
                    <a:pt x="90483" y="12443"/>
                    <a:pt x="90285" y="12394"/>
                    <a:pt x="90162" y="12394"/>
                  </a:cubicBezTo>
                  <a:cubicBezTo>
                    <a:pt x="90134" y="12394"/>
                    <a:pt x="90110" y="12396"/>
                    <a:pt x="90094" y="12402"/>
                  </a:cubicBezTo>
                  <a:cubicBezTo>
                    <a:pt x="90029" y="12423"/>
                    <a:pt x="89949" y="12445"/>
                    <a:pt x="89865" y="12445"/>
                  </a:cubicBezTo>
                  <a:cubicBezTo>
                    <a:pt x="89830" y="12445"/>
                    <a:pt x="89795" y="12441"/>
                    <a:pt x="89759" y="12432"/>
                  </a:cubicBezTo>
                  <a:cubicBezTo>
                    <a:pt x="89698" y="12402"/>
                    <a:pt x="89516" y="12280"/>
                    <a:pt x="89334" y="12158"/>
                  </a:cubicBezTo>
                  <a:lnTo>
                    <a:pt x="89394" y="12037"/>
                  </a:lnTo>
                  <a:lnTo>
                    <a:pt x="89425" y="11976"/>
                  </a:lnTo>
                  <a:cubicBezTo>
                    <a:pt x="89470" y="11946"/>
                    <a:pt x="89516" y="11930"/>
                    <a:pt x="89550" y="11930"/>
                  </a:cubicBezTo>
                  <a:cubicBezTo>
                    <a:pt x="89584" y="11930"/>
                    <a:pt x="89607" y="11946"/>
                    <a:pt x="89607" y="11976"/>
                  </a:cubicBezTo>
                  <a:lnTo>
                    <a:pt x="89607" y="12006"/>
                  </a:lnTo>
                  <a:cubicBezTo>
                    <a:pt x="89546" y="12128"/>
                    <a:pt x="89607" y="12219"/>
                    <a:pt x="89698" y="12219"/>
                  </a:cubicBezTo>
                  <a:lnTo>
                    <a:pt x="89850" y="12189"/>
                  </a:lnTo>
                  <a:cubicBezTo>
                    <a:pt x="89972" y="12189"/>
                    <a:pt x="90094" y="12098"/>
                    <a:pt x="90063" y="12067"/>
                  </a:cubicBezTo>
                  <a:cubicBezTo>
                    <a:pt x="90033" y="12006"/>
                    <a:pt x="90033" y="11976"/>
                    <a:pt x="90033" y="11976"/>
                  </a:cubicBezTo>
                  <a:lnTo>
                    <a:pt x="90124" y="11976"/>
                  </a:lnTo>
                  <a:cubicBezTo>
                    <a:pt x="90215" y="11976"/>
                    <a:pt x="90276" y="12006"/>
                    <a:pt x="90276" y="12037"/>
                  </a:cubicBezTo>
                  <a:lnTo>
                    <a:pt x="90276" y="12098"/>
                  </a:lnTo>
                  <a:cubicBezTo>
                    <a:pt x="90276" y="12158"/>
                    <a:pt x="90306" y="12219"/>
                    <a:pt x="90398" y="12219"/>
                  </a:cubicBezTo>
                  <a:lnTo>
                    <a:pt x="90428" y="12189"/>
                  </a:lnTo>
                  <a:lnTo>
                    <a:pt x="90489" y="12158"/>
                  </a:lnTo>
                  <a:cubicBezTo>
                    <a:pt x="90513" y="12123"/>
                    <a:pt x="90546" y="12110"/>
                    <a:pt x="90579" y="12110"/>
                  </a:cubicBezTo>
                  <a:cubicBezTo>
                    <a:pt x="90631" y="12110"/>
                    <a:pt x="90683" y="12140"/>
                    <a:pt x="90701" y="12158"/>
                  </a:cubicBezTo>
                  <a:cubicBezTo>
                    <a:pt x="90777" y="12174"/>
                    <a:pt x="90861" y="12181"/>
                    <a:pt x="90945" y="12181"/>
                  </a:cubicBezTo>
                  <a:cubicBezTo>
                    <a:pt x="91028" y="12181"/>
                    <a:pt x="91112" y="12174"/>
                    <a:pt x="91188" y="12158"/>
                  </a:cubicBezTo>
                  <a:cubicBezTo>
                    <a:pt x="91233" y="12128"/>
                    <a:pt x="91287" y="12113"/>
                    <a:pt x="91340" y="12113"/>
                  </a:cubicBezTo>
                  <a:cubicBezTo>
                    <a:pt x="91393" y="12113"/>
                    <a:pt x="91446" y="12128"/>
                    <a:pt x="91492" y="12158"/>
                  </a:cubicBezTo>
                  <a:cubicBezTo>
                    <a:pt x="91492" y="12162"/>
                    <a:pt x="91494" y="12163"/>
                    <a:pt x="91497" y="12163"/>
                  </a:cubicBezTo>
                  <a:cubicBezTo>
                    <a:pt x="91524" y="12163"/>
                    <a:pt x="91647" y="12064"/>
                    <a:pt x="91674" y="12037"/>
                  </a:cubicBezTo>
                  <a:cubicBezTo>
                    <a:pt x="91763" y="11992"/>
                    <a:pt x="91852" y="11964"/>
                    <a:pt x="91953" y="11964"/>
                  </a:cubicBezTo>
                  <a:cubicBezTo>
                    <a:pt x="91990" y="11964"/>
                    <a:pt x="92029" y="11968"/>
                    <a:pt x="92069" y="11976"/>
                  </a:cubicBezTo>
                  <a:lnTo>
                    <a:pt x="92282" y="11976"/>
                  </a:lnTo>
                  <a:lnTo>
                    <a:pt x="92252" y="12219"/>
                  </a:lnTo>
                  <a:cubicBezTo>
                    <a:pt x="92464" y="12189"/>
                    <a:pt x="92677" y="12158"/>
                    <a:pt x="92708" y="12128"/>
                  </a:cubicBezTo>
                  <a:cubicBezTo>
                    <a:pt x="92738" y="12067"/>
                    <a:pt x="92799" y="11915"/>
                    <a:pt x="92829" y="11794"/>
                  </a:cubicBezTo>
                  <a:lnTo>
                    <a:pt x="92920" y="11763"/>
                  </a:lnTo>
                  <a:cubicBezTo>
                    <a:pt x="92987" y="11719"/>
                    <a:pt x="93053" y="11626"/>
                    <a:pt x="93155" y="11626"/>
                  </a:cubicBezTo>
                  <a:cubicBezTo>
                    <a:pt x="93193" y="11626"/>
                    <a:pt x="93236" y="11639"/>
                    <a:pt x="93285" y="11672"/>
                  </a:cubicBezTo>
                  <a:lnTo>
                    <a:pt x="93346" y="11733"/>
                  </a:lnTo>
                  <a:cubicBezTo>
                    <a:pt x="93346" y="11824"/>
                    <a:pt x="93346" y="11885"/>
                    <a:pt x="93407" y="11976"/>
                  </a:cubicBezTo>
                  <a:lnTo>
                    <a:pt x="93559" y="11854"/>
                  </a:lnTo>
                  <a:lnTo>
                    <a:pt x="93680" y="11824"/>
                  </a:lnTo>
                  <a:cubicBezTo>
                    <a:pt x="93802" y="11794"/>
                    <a:pt x="93923" y="11733"/>
                    <a:pt x="94015" y="11672"/>
                  </a:cubicBezTo>
                  <a:cubicBezTo>
                    <a:pt x="94045" y="11672"/>
                    <a:pt x="94015" y="11611"/>
                    <a:pt x="93954" y="11581"/>
                  </a:cubicBezTo>
                  <a:lnTo>
                    <a:pt x="93893" y="11581"/>
                  </a:lnTo>
                  <a:cubicBezTo>
                    <a:pt x="93741" y="11581"/>
                    <a:pt x="93741" y="11520"/>
                    <a:pt x="93741" y="11429"/>
                  </a:cubicBezTo>
                  <a:lnTo>
                    <a:pt x="93802" y="11277"/>
                  </a:lnTo>
                  <a:cubicBezTo>
                    <a:pt x="93832" y="11095"/>
                    <a:pt x="93893" y="10639"/>
                    <a:pt x="93802" y="10547"/>
                  </a:cubicBezTo>
                  <a:cubicBezTo>
                    <a:pt x="93650" y="10456"/>
                    <a:pt x="93528" y="10304"/>
                    <a:pt x="93437" y="10183"/>
                  </a:cubicBezTo>
                  <a:lnTo>
                    <a:pt x="93559" y="10092"/>
                  </a:lnTo>
                  <a:cubicBezTo>
                    <a:pt x="93619" y="10061"/>
                    <a:pt x="93711" y="10031"/>
                    <a:pt x="93741" y="10000"/>
                  </a:cubicBezTo>
                  <a:cubicBezTo>
                    <a:pt x="93802" y="9970"/>
                    <a:pt x="93832" y="9879"/>
                    <a:pt x="93832" y="9879"/>
                  </a:cubicBezTo>
                  <a:cubicBezTo>
                    <a:pt x="93650" y="9727"/>
                    <a:pt x="93832" y="9696"/>
                    <a:pt x="93923" y="9666"/>
                  </a:cubicBezTo>
                  <a:lnTo>
                    <a:pt x="94015" y="9666"/>
                  </a:lnTo>
                  <a:cubicBezTo>
                    <a:pt x="94052" y="9653"/>
                    <a:pt x="94090" y="9646"/>
                    <a:pt x="94126" y="9646"/>
                  </a:cubicBezTo>
                  <a:cubicBezTo>
                    <a:pt x="94176" y="9646"/>
                    <a:pt x="94222" y="9661"/>
                    <a:pt x="94258" y="9696"/>
                  </a:cubicBezTo>
                  <a:cubicBezTo>
                    <a:pt x="94279" y="9739"/>
                    <a:pt x="94407" y="9782"/>
                    <a:pt x="94491" y="9782"/>
                  </a:cubicBezTo>
                  <a:cubicBezTo>
                    <a:pt x="94526" y="9782"/>
                    <a:pt x="94553" y="9775"/>
                    <a:pt x="94562" y="9757"/>
                  </a:cubicBezTo>
                  <a:cubicBezTo>
                    <a:pt x="94623" y="9636"/>
                    <a:pt x="94683" y="9544"/>
                    <a:pt x="94714" y="9423"/>
                  </a:cubicBezTo>
                  <a:cubicBezTo>
                    <a:pt x="94714" y="9392"/>
                    <a:pt x="94699" y="9377"/>
                    <a:pt x="94672" y="9377"/>
                  </a:cubicBezTo>
                  <a:cubicBezTo>
                    <a:pt x="94645" y="9377"/>
                    <a:pt x="94607" y="9392"/>
                    <a:pt x="94562" y="9423"/>
                  </a:cubicBezTo>
                  <a:lnTo>
                    <a:pt x="94501" y="9423"/>
                  </a:lnTo>
                  <a:cubicBezTo>
                    <a:pt x="94440" y="9423"/>
                    <a:pt x="94349" y="9392"/>
                    <a:pt x="94288" y="9332"/>
                  </a:cubicBezTo>
                  <a:lnTo>
                    <a:pt x="94197" y="9240"/>
                  </a:lnTo>
                  <a:cubicBezTo>
                    <a:pt x="94167" y="9332"/>
                    <a:pt x="93954" y="9423"/>
                    <a:pt x="93741" y="9453"/>
                  </a:cubicBezTo>
                  <a:lnTo>
                    <a:pt x="93619" y="9392"/>
                  </a:lnTo>
                  <a:lnTo>
                    <a:pt x="93559" y="9332"/>
                  </a:lnTo>
                  <a:cubicBezTo>
                    <a:pt x="93467" y="9301"/>
                    <a:pt x="93407" y="9301"/>
                    <a:pt x="93316" y="9271"/>
                  </a:cubicBezTo>
                  <a:cubicBezTo>
                    <a:pt x="93255" y="9240"/>
                    <a:pt x="93316" y="9149"/>
                    <a:pt x="93316" y="9149"/>
                  </a:cubicBezTo>
                  <a:cubicBezTo>
                    <a:pt x="93320" y="9145"/>
                    <a:pt x="93329" y="9143"/>
                    <a:pt x="93342" y="9143"/>
                  </a:cubicBezTo>
                  <a:cubicBezTo>
                    <a:pt x="93392" y="9143"/>
                    <a:pt x="93493" y="9171"/>
                    <a:pt x="93560" y="9171"/>
                  </a:cubicBezTo>
                  <a:cubicBezTo>
                    <a:pt x="93589" y="9171"/>
                    <a:pt x="93612" y="9165"/>
                    <a:pt x="93619" y="9149"/>
                  </a:cubicBezTo>
                  <a:cubicBezTo>
                    <a:pt x="93680" y="9088"/>
                    <a:pt x="93619" y="8936"/>
                    <a:pt x="93559" y="8906"/>
                  </a:cubicBezTo>
                  <a:cubicBezTo>
                    <a:pt x="93528" y="8876"/>
                    <a:pt x="93650" y="8785"/>
                    <a:pt x="93711" y="8754"/>
                  </a:cubicBezTo>
                  <a:cubicBezTo>
                    <a:pt x="93771" y="8724"/>
                    <a:pt x="93771" y="8693"/>
                    <a:pt x="93741" y="8633"/>
                  </a:cubicBezTo>
                  <a:cubicBezTo>
                    <a:pt x="93741" y="8633"/>
                    <a:pt x="93863" y="8541"/>
                    <a:pt x="93923" y="8541"/>
                  </a:cubicBezTo>
                  <a:cubicBezTo>
                    <a:pt x="93984" y="8420"/>
                    <a:pt x="94045" y="8268"/>
                    <a:pt x="94075" y="8146"/>
                  </a:cubicBezTo>
                  <a:cubicBezTo>
                    <a:pt x="94106" y="8025"/>
                    <a:pt x="93893" y="7964"/>
                    <a:pt x="93832" y="7964"/>
                  </a:cubicBezTo>
                  <a:cubicBezTo>
                    <a:pt x="93680" y="7964"/>
                    <a:pt x="93528" y="7994"/>
                    <a:pt x="93407" y="8055"/>
                  </a:cubicBezTo>
                  <a:cubicBezTo>
                    <a:pt x="93398" y="8058"/>
                    <a:pt x="93390" y="8059"/>
                    <a:pt x="93381" y="8059"/>
                  </a:cubicBezTo>
                  <a:cubicBezTo>
                    <a:pt x="93295" y="8059"/>
                    <a:pt x="93194" y="7931"/>
                    <a:pt x="93194" y="7903"/>
                  </a:cubicBezTo>
                  <a:cubicBezTo>
                    <a:pt x="93194" y="7903"/>
                    <a:pt x="93140" y="7876"/>
                    <a:pt x="93059" y="7876"/>
                  </a:cubicBezTo>
                  <a:cubicBezTo>
                    <a:pt x="93018" y="7876"/>
                    <a:pt x="92971" y="7883"/>
                    <a:pt x="92920" y="7903"/>
                  </a:cubicBezTo>
                  <a:lnTo>
                    <a:pt x="92829" y="7933"/>
                  </a:lnTo>
                  <a:cubicBezTo>
                    <a:pt x="92768" y="7933"/>
                    <a:pt x="92738" y="7964"/>
                    <a:pt x="92708" y="7994"/>
                  </a:cubicBezTo>
                  <a:lnTo>
                    <a:pt x="92647" y="8116"/>
                  </a:lnTo>
                  <a:cubicBezTo>
                    <a:pt x="92677" y="8207"/>
                    <a:pt x="92768" y="8298"/>
                    <a:pt x="92860" y="8329"/>
                  </a:cubicBezTo>
                  <a:lnTo>
                    <a:pt x="93042" y="8329"/>
                  </a:lnTo>
                  <a:cubicBezTo>
                    <a:pt x="93096" y="8274"/>
                    <a:pt x="93175" y="8172"/>
                    <a:pt x="93212" y="8172"/>
                  </a:cubicBezTo>
                  <a:cubicBezTo>
                    <a:pt x="93217" y="8172"/>
                    <a:pt x="93221" y="8173"/>
                    <a:pt x="93224" y="8177"/>
                  </a:cubicBezTo>
                  <a:cubicBezTo>
                    <a:pt x="93285" y="8207"/>
                    <a:pt x="93346" y="8268"/>
                    <a:pt x="93376" y="8329"/>
                  </a:cubicBezTo>
                  <a:cubicBezTo>
                    <a:pt x="93194" y="8420"/>
                    <a:pt x="92981" y="8450"/>
                    <a:pt x="92799" y="8481"/>
                  </a:cubicBezTo>
                  <a:cubicBezTo>
                    <a:pt x="92770" y="8486"/>
                    <a:pt x="92743" y="8489"/>
                    <a:pt x="92719" y="8489"/>
                  </a:cubicBezTo>
                  <a:cubicBezTo>
                    <a:pt x="92615" y="8489"/>
                    <a:pt x="92556" y="8444"/>
                    <a:pt x="92556" y="8420"/>
                  </a:cubicBezTo>
                  <a:cubicBezTo>
                    <a:pt x="92556" y="8359"/>
                    <a:pt x="92586" y="8298"/>
                    <a:pt x="92586" y="8237"/>
                  </a:cubicBezTo>
                  <a:cubicBezTo>
                    <a:pt x="92556" y="8146"/>
                    <a:pt x="92495" y="8085"/>
                    <a:pt x="92434" y="7994"/>
                  </a:cubicBezTo>
                  <a:lnTo>
                    <a:pt x="92373" y="7933"/>
                  </a:lnTo>
                  <a:lnTo>
                    <a:pt x="92282" y="7842"/>
                  </a:lnTo>
                  <a:cubicBezTo>
                    <a:pt x="92191" y="7842"/>
                    <a:pt x="92100" y="7873"/>
                    <a:pt x="92008" y="7903"/>
                  </a:cubicBezTo>
                  <a:lnTo>
                    <a:pt x="91857" y="7873"/>
                  </a:lnTo>
                  <a:cubicBezTo>
                    <a:pt x="91674" y="7873"/>
                    <a:pt x="91401" y="7842"/>
                    <a:pt x="91218" y="7812"/>
                  </a:cubicBezTo>
                  <a:lnTo>
                    <a:pt x="91066" y="7781"/>
                  </a:lnTo>
                  <a:lnTo>
                    <a:pt x="90945" y="7781"/>
                  </a:lnTo>
                  <a:lnTo>
                    <a:pt x="90671" y="7903"/>
                  </a:lnTo>
                  <a:cubicBezTo>
                    <a:pt x="90489" y="7812"/>
                    <a:pt x="90337" y="7599"/>
                    <a:pt x="90306" y="7386"/>
                  </a:cubicBezTo>
                  <a:cubicBezTo>
                    <a:pt x="90306" y="7326"/>
                    <a:pt x="90124" y="7204"/>
                    <a:pt x="89911" y="7143"/>
                  </a:cubicBezTo>
                  <a:lnTo>
                    <a:pt x="89729" y="7174"/>
                  </a:lnTo>
                  <a:lnTo>
                    <a:pt x="89577" y="7204"/>
                  </a:lnTo>
                  <a:cubicBezTo>
                    <a:pt x="89508" y="7238"/>
                    <a:pt x="89449" y="7255"/>
                    <a:pt x="89402" y="7255"/>
                  </a:cubicBezTo>
                  <a:cubicBezTo>
                    <a:pt x="89325" y="7255"/>
                    <a:pt x="89284" y="7208"/>
                    <a:pt x="89303" y="7113"/>
                  </a:cubicBezTo>
                  <a:lnTo>
                    <a:pt x="89303" y="7113"/>
                  </a:lnTo>
                  <a:lnTo>
                    <a:pt x="89030" y="7143"/>
                  </a:lnTo>
                  <a:cubicBezTo>
                    <a:pt x="89013" y="7147"/>
                    <a:pt x="88998" y="7149"/>
                    <a:pt x="88985" y="7149"/>
                  </a:cubicBezTo>
                  <a:cubicBezTo>
                    <a:pt x="88902" y="7149"/>
                    <a:pt x="88886" y="7074"/>
                    <a:pt x="88939" y="7022"/>
                  </a:cubicBezTo>
                  <a:cubicBezTo>
                    <a:pt x="88984" y="6976"/>
                    <a:pt x="89029" y="6898"/>
                    <a:pt x="89124" y="6898"/>
                  </a:cubicBezTo>
                  <a:cubicBezTo>
                    <a:pt x="89157" y="6898"/>
                    <a:pt x="89196" y="6907"/>
                    <a:pt x="89242" y="6930"/>
                  </a:cubicBezTo>
                  <a:cubicBezTo>
                    <a:pt x="89273" y="6961"/>
                    <a:pt x="89334" y="6991"/>
                    <a:pt x="89394" y="6991"/>
                  </a:cubicBezTo>
                  <a:lnTo>
                    <a:pt x="89546" y="6991"/>
                  </a:lnTo>
                  <a:cubicBezTo>
                    <a:pt x="89594" y="6995"/>
                    <a:pt x="89638" y="6997"/>
                    <a:pt x="89680" y="6997"/>
                  </a:cubicBezTo>
                  <a:cubicBezTo>
                    <a:pt x="89962" y="6997"/>
                    <a:pt x="90116" y="6911"/>
                    <a:pt x="90063" y="6778"/>
                  </a:cubicBezTo>
                  <a:lnTo>
                    <a:pt x="90063" y="6778"/>
                  </a:lnTo>
                  <a:lnTo>
                    <a:pt x="89850" y="6870"/>
                  </a:lnTo>
                  <a:cubicBezTo>
                    <a:pt x="89820" y="6885"/>
                    <a:pt x="89797" y="6890"/>
                    <a:pt x="89779" y="6890"/>
                  </a:cubicBezTo>
                  <a:cubicBezTo>
                    <a:pt x="89725" y="6890"/>
                    <a:pt x="89714" y="6839"/>
                    <a:pt x="89668" y="6839"/>
                  </a:cubicBezTo>
                  <a:cubicBezTo>
                    <a:pt x="89486" y="6771"/>
                    <a:pt x="89286" y="6737"/>
                    <a:pt x="89095" y="6737"/>
                  </a:cubicBezTo>
                  <a:cubicBezTo>
                    <a:pt x="89032" y="6737"/>
                    <a:pt x="88969" y="6740"/>
                    <a:pt x="88908" y="6748"/>
                  </a:cubicBezTo>
                  <a:cubicBezTo>
                    <a:pt x="88878" y="6748"/>
                    <a:pt x="88847" y="6718"/>
                    <a:pt x="88817" y="6718"/>
                  </a:cubicBezTo>
                  <a:lnTo>
                    <a:pt x="88665" y="6687"/>
                  </a:lnTo>
                  <a:cubicBezTo>
                    <a:pt x="88574" y="6870"/>
                    <a:pt x="88483" y="7052"/>
                    <a:pt x="88422" y="7234"/>
                  </a:cubicBezTo>
                  <a:cubicBezTo>
                    <a:pt x="88445" y="7303"/>
                    <a:pt x="88416" y="7337"/>
                    <a:pt x="88400" y="7337"/>
                  </a:cubicBezTo>
                  <a:cubicBezTo>
                    <a:pt x="88395" y="7337"/>
                    <a:pt x="88391" y="7333"/>
                    <a:pt x="88391" y="7326"/>
                  </a:cubicBezTo>
                  <a:cubicBezTo>
                    <a:pt x="88331" y="7234"/>
                    <a:pt x="88270" y="7143"/>
                    <a:pt x="88179" y="7082"/>
                  </a:cubicBezTo>
                  <a:lnTo>
                    <a:pt x="88300" y="6900"/>
                  </a:lnTo>
                  <a:lnTo>
                    <a:pt x="88361" y="6809"/>
                  </a:lnTo>
                  <a:cubicBezTo>
                    <a:pt x="88209" y="6778"/>
                    <a:pt x="87966" y="6748"/>
                    <a:pt x="87814" y="6748"/>
                  </a:cubicBezTo>
                  <a:lnTo>
                    <a:pt x="87783" y="6657"/>
                  </a:lnTo>
                  <a:cubicBezTo>
                    <a:pt x="87753" y="6566"/>
                    <a:pt x="87753" y="6505"/>
                    <a:pt x="87814" y="6444"/>
                  </a:cubicBezTo>
                  <a:lnTo>
                    <a:pt x="87875" y="6383"/>
                  </a:lnTo>
                  <a:cubicBezTo>
                    <a:pt x="87891" y="6380"/>
                    <a:pt x="87907" y="6378"/>
                    <a:pt x="87920" y="6378"/>
                  </a:cubicBezTo>
                  <a:cubicBezTo>
                    <a:pt x="88033" y="6378"/>
                    <a:pt x="88054" y="6478"/>
                    <a:pt x="88027" y="6505"/>
                  </a:cubicBezTo>
                  <a:cubicBezTo>
                    <a:pt x="88027" y="6535"/>
                    <a:pt x="88148" y="6596"/>
                    <a:pt x="88300" y="6657"/>
                  </a:cubicBezTo>
                  <a:lnTo>
                    <a:pt x="88300" y="6322"/>
                  </a:lnTo>
                  <a:cubicBezTo>
                    <a:pt x="88422" y="6322"/>
                    <a:pt x="88513" y="6292"/>
                    <a:pt x="88635" y="6262"/>
                  </a:cubicBezTo>
                  <a:cubicBezTo>
                    <a:pt x="88695" y="6262"/>
                    <a:pt x="88665" y="6201"/>
                    <a:pt x="88635" y="6140"/>
                  </a:cubicBezTo>
                  <a:lnTo>
                    <a:pt x="88391" y="6140"/>
                  </a:lnTo>
                  <a:cubicBezTo>
                    <a:pt x="88179" y="6140"/>
                    <a:pt x="87996" y="6019"/>
                    <a:pt x="88027" y="5988"/>
                  </a:cubicBezTo>
                  <a:cubicBezTo>
                    <a:pt x="88027" y="5958"/>
                    <a:pt x="88087" y="5958"/>
                    <a:pt x="88179" y="5958"/>
                  </a:cubicBezTo>
                  <a:lnTo>
                    <a:pt x="88239" y="5988"/>
                  </a:lnTo>
                  <a:cubicBezTo>
                    <a:pt x="88301" y="6009"/>
                    <a:pt x="88349" y="6071"/>
                    <a:pt x="88421" y="6071"/>
                  </a:cubicBezTo>
                  <a:cubicBezTo>
                    <a:pt x="88455" y="6071"/>
                    <a:pt x="88495" y="6058"/>
                    <a:pt x="88543" y="6019"/>
                  </a:cubicBezTo>
                  <a:cubicBezTo>
                    <a:pt x="88589" y="6003"/>
                    <a:pt x="88635" y="5996"/>
                    <a:pt x="88680" y="5996"/>
                  </a:cubicBezTo>
                  <a:cubicBezTo>
                    <a:pt x="88726" y="5996"/>
                    <a:pt x="88771" y="6003"/>
                    <a:pt x="88817" y="6019"/>
                  </a:cubicBezTo>
                  <a:cubicBezTo>
                    <a:pt x="88857" y="6043"/>
                    <a:pt x="88885" y="6052"/>
                    <a:pt x="88903" y="6052"/>
                  </a:cubicBezTo>
                  <a:cubicBezTo>
                    <a:pt x="88953" y="6052"/>
                    <a:pt x="88931" y="5980"/>
                    <a:pt x="88908" y="5958"/>
                  </a:cubicBezTo>
                  <a:lnTo>
                    <a:pt x="88847" y="5867"/>
                  </a:lnTo>
                  <a:cubicBezTo>
                    <a:pt x="88878" y="5806"/>
                    <a:pt x="88969" y="5684"/>
                    <a:pt x="89060" y="5563"/>
                  </a:cubicBezTo>
                  <a:lnTo>
                    <a:pt x="89212" y="5563"/>
                  </a:lnTo>
                  <a:cubicBezTo>
                    <a:pt x="89364" y="5563"/>
                    <a:pt x="89334" y="5441"/>
                    <a:pt x="89303" y="5411"/>
                  </a:cubicBezTo>
                  <a:cubicBezTo>
                    <a:pt x="89303" y="5380"/>
                    <a:pt x="89273" y="5350"/>
                    <a:pt x="89273" y="5350"/>
                  </a:cubicBezTo>
                  <a:lnTo>
                    <a:pt x="89425" y="5167"/>
                  </a:lnTo>
                  <a:cubicBezTo>
                    <a:pt x="89394" y="5015"/>
                    <a:pt x="89303" y="4863"/>
                    <a:pt x="89182" y="4803"/>
                  </a:cubicBezTo>
                  <a:cubicBezTo>
                    <a:pt x="89030" y="4833"/>
                    <a:pt x="88908" y="4863"/>
                    <a:pt x="88756" y="4924"/>
                  </a:cubicBezTo>
                  <a:lnTo>
                    <a:pt x="88574" y="4803"/>
                  </a:lnTo>
                  <a:cubicBezTo>
                    <a:pt x="88483" y="4803"/>
                    <a:pt x="88422" y="4833"/>
                    <a:pt x="88361" y="4863"/>
                  </a:cubicBezTo>
                  <a:lnTo>
                    <a:pt x="88300" y="4955"/>
                  </a:lnTo>
                  <a:cubicBezTo>
                    <a:pt x="88300" y="5046"/>
                    <a:pt x="88087" y="5046"/>
                    <a:pt x="88027" y="5046"/>
                  </a:cubicBezTo>
                  <a:cubicBezTo>
                    <a:pt x="87935" y="5015"/>
                    <a:pt x="87875" y="4833"/>
                    <a:pt x="87875" y="4772"/>
                  </a:cubicBezTo>
                  <a:cubicBezTo>
                    <a:pt x="87875" y="4712"/>
                    <a:pt x="87783" y="4651"/>
                    <a:pt x="87753" y="4651"/>
                  </a:cubicBezTo>
                  <a:cubicBezTo>
                    <a:pt x="87723" y="4651"/>
                    <a:pt x="87692" y="4499"/>
                    <a:pt x="87632" y="4499"/>
                  </a:cubicBezTo>
                  <a:cubicBezTo>
                    <a:pt x="87540" y="4499"/>
                    <a:pt x="87540" y="4468"/>
                    <a:pt x="87601" y="4468"/>
                  </a:cubicBezTo>
                  <a:lnTo>
                    <a:pt x="87632" y="4468"/>
                  </a:lnTo>
                  <a:lnTo>
                    <a:pt x="88027" y="4499"/>
                  </a:lnTo>
                  <a:cubicBezTo>
                    <a:pt x="88118" y="4377"/>
                    <a:pt x="88239" y="4256"/>
                    <a:pt x="88361" y="4134"/>
                  </a:cubicBezTo>
                  <a:cubicBezTo>
                    <a:pt x="88422" y="4134"/>
                    <a:pt x="88361" y="4073"/>
                    <a:pt x="88209" y="4073"/>
                  </a:cubicBezTo>
                  <a:lnTo>
                    <a:pt x="88209" y="4043"/>
                  </a:lnTo>
                  <a:cubicBezTo>
                    <a:pt x="88148" y="3936"/>
                    <a:pt x="88057" y="3906"/>
                    <a:pt x="87966" y="3906"/>
                  </a:cubicBezTo>
                  <a:cubicBezTo>
                    <a:pt x="87875" y="3906"/>
                    <a:pt x="87783" y="3936"/>
                    <a:pt x="87723" y="3952"/>
                  </a:cubicBezTo>
                  <a:lnTo>
                    <a:pt x="87510" y="4043"/>
                  </a:lnTo>
                  <a:cubicBezTo>
                    <a:pt x="87419" y="3952"/>
                    <a:pt x="87388" y="3830"/>
                    <a:pt x="87419" y="3708"/>
                  </a:cubicBezTo>
                  <a:cubicBezTo>
                    <a:pt x="87449" y="3648"/>
                    <a:pt x="87480" y="3648"/>
                    <a:pt x="87510" y="3648"/>
                  </a:cubicBezTo>
                  <a:cubicBezTo>
                    <a:pt x="87488" y="3756"/>
                    <a:pt x="87560" y="3772"/>
                    <a:pt x="87646" y="3772"/>
                  </a:cubicBezTo>
                  <a:cubicBezTo>
                    <a:pt x="87681" y="3772"/>
                    <a:pt x="87718" y="3769"/>
                    <a:pt x="87753" y="3769"/>
                  </a:cubicBezTo>
                  <a:lnTo>
                    <a:pt x="87966" y="3739"/>
                  </a:lnTo>
                  <a:cubicBezTo>
                    <a:pt x="87844" y="3678"/>
                    <a:pt x="87753" y="3587"/>
                    <a:pt x="87662" y="3496"/>
                  </a:cubicBezTo>
                  <a:lnTo>
                    <a:pt x="87723" y="3435"/>
                  </a:lnTo>
                  <a:cubicBezTo>
                    <a:pt x="87753" y="3344"/>
                    <a:pt x="87783" y="3283"/>
                    <a:pt x="87814" y="3192"/>
                  </a:cubicBezTo>
                  <a:lnTo>
                    <a:pt x="87814" y="3161"/>
                  </a:lnTo>
                  <a:cubicBezTo>
                    <a:pt x="87814" y="3161"/>
                    <a:pt x="87723" y="3192"/>
                    <a:pt x="87632" y="3283"/>
                  </a:cubicBezTo>
                  <a:lnTo>
                    <a:pt x="87601" y="3283"/>
                  </a:lnTo>
                  <a:cubicBezTo>
                    <a:pt x="87419" y="3253"/>
                    <a:pt x="87510" y="3161"/>
                    <a:pt x="87571" y="3101"/>
                  </a:cubicBezTo>
                  <a:cubicBezTo>
                    <a:pt x="87540" y="3009"/>
                    <a:pt x="87480" y="2918"/>
                    <a:pt x="87419" y="2857"/>
                  </a:cubicBezTo>
                  <a:lnTo>
                    <a:pt x="87236" y="2857"/>
                  </a:lnTo>
                  <a:cubicBezTo>
                    <a:pt x="87084" y="2857"/>
                    <a:pt x="86963" y="2857"/>
                    <a:pt x="86963" y="2705"/>
                  </a:cubicBezTo>
                  <a:lnTo>
                    <a:pt x="86841" y="2705"/>
                  </a:lnTo>
                  <a:lnTo>
                    <a:pt x="86750" y="2918"/>
                  </a:lnTo>
                  <a:cubicBezTo>
                    <a:pt x="86537" y="2888"/>
                    <a:pt x="86446" y="2705"/>
                    <a:pt x="86446" y="2645"/>
                  </a:cubicBezTo>
                  <a:cubicBezTo>
                    <a:pt x="86507" y="2553"/>
                    <a:pt x="86568" y="2493"/>
                    <a:pt x="86628" y="2462"/>
                  </a:cubicBezTo>
                  <a:lnTo>
                    <a:pt x="86659" y="2462"/>
                  </a:lnTo>
                  <a:lnTo>
                    <a:pt x="86811" y="2523"/>
                  </a:lnTo>
                  <a:cubicBezTo>
                    <a:pt x="86963" y="2493"/>
                    <a:pt x="87054" y="2341"/>
                    <a:pt x="87054" y="2280"/>
                  </a:cubicBezTo>
                  <a:cubicBezTo>
                    <a:pt x="87024" y="2249"/>
                    <a:pt x="87054" y="2189"/>
                    <a:pt x="87115" y="2158"/>
                  </a:cubicBezTo>
                  <a:cubicBezTo>
                    <a:pt x="87267" y="2097"/>
                    <a:pt x="87388" y="1976"/>
                    <a:pt x="87510" y="1854"/>
                  </a:cubicBezTo>
                  <a:cubicBezTo>
                    <a:pt x="87540" y="1733"/>
                    <a:pt x="87571" y="1611"/>
                    <a:pt x="87540" y="1520"/>
                  </a:cubicBezTo>
                  <a:lnTo>
                    <a:pt x="87115" y="1520"/>
                  </a:lnTo>
                  <a:cubicBezTo>
                    <a:pt x="87024" y="1277"/>
                    <a:pt x="87358" y="942"/>
                    <a:pt x="87480" y="882"/>
                  </a:cubicBezTo>
                  <a:cubicBezTo>
                    <a:pt x="87601" y="851"/>
                    <a:pt x="87601" y="730"/>
                    <a:pt x="87480" y="669"/>
                  </a:cubicBezTo>
                  <a:lnTo>
                    <a:pt x="87358" y="608"/>
                  </a:lnTo>
                  <a:cubicBezTo>
                    <a:pt x="87267" y="547"/>
                    <a:pt x="87358" y="487"/>
                    <a:pt x="87358" y="456"/>
                  </a:cubicBezTo>
                  <a:cubicBezTo>
                    <a:pt x="87388" y="426"/>
                    <a:pt x="87328" y="335"/>
                    <a:pt x="87297" y="304"/>
                  </a:cubicBezTo>
                  <a:cubicBezTo>
                    <a:pt x="87252" y="243"/>
                    <a:pt x="87229" y="213"/>
                    <a:pt x="87202" y="213"/>
                  </a:cubicBezTo>
                  <a:cubicBezTo>
                    <a:pt x="87176" y="213"/>
                    <a:pt x="87145" y="243"/>
                    <a:pt x="87084" y="304"/>
                  </a:cubicBezTo>
                  <a:lnTo>
                    <a:pt x="87024" y="304"/>
                  </a:lnTo>
                  <a:cubicBezTo>
                    <a:pt x="87007" y="312"/>
                    <a:pt x="86991" y="316"/>
                    <a:pt x="86975" y="316"/>
                  </a:cubicBezTo>
                  <a:cubicBezTo>
                    <a:pt x="86932" y="316"/>
                    <a:pt x="86894" y="288"/>
                    <a:pt x="86872" y="243"/>
                  </a:cubicBezTo>
                  <a:lnTo>
                    <a:pt x="86872" y="213"/>
                  </a:lnTo>
                  <a:lnTo>
                    <a:pt x="86872" y="183"/>
                  </a:lnTo>
                  <a:cubicBezTo>
                    <a:pt x="86932" y="91"/>
                    <a:pt x="86872" y="91"/>
                    <a:pt x="86750" y="91"/>
                  </a:cubicBezTo>
                  <a:lnTo>
                    <a:pt x="86598" y="91"/>
                  </a:lnTo>
                  <a:cubicBezTo>
                    <a:pt x="86591" y="95"/>
                    <a:pt x="86581" y="96"/>
                    <a:pt x="86568" y="96"/>
                  </a:cubicBezTo>
                  <a:cubicBezTo>
                    <a:pt x="86466" y="96"/>
                    <a:pt x="86189" y="0"/>
                    <a:pt x="86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1"/>
            <p:cNvSpPr/>
            <p:nvPr/>
          </p:nvSpPr>
          <p:spPr>
            <a:xfrm rot="2700000">
              <a:off x="6819017" y="1397400"/>
              <a:ext cx="2523601" cy="400471"/>
            </a:xfrm>
            <a:custGeom>
              <a:rect b="b" l="l" r="r" t="t"/>
              <a:pathLst>
                <a:path extrusionOk="0" h="16019" w="100945">
                  <a:moveTo>
                    <a:pt x="83846" y="323"/>
                  </a:moveTo>
                  <a:cubicBezTo>
                    <a:pt x="83893" y="323"/>
                    <a:pt x="83937" y="345"/>
                    <a:pt x="83954" y="395"/>
                  </a:cubicBezTo>
                  <a:cubicBezTo>
                    <a:pt x="83984" y="426"/>
                    <a:pt x="84015" y="487"/>
                    <a:pt x="84015" y="547"/>
                  </a:cubicBezTo>
                  <a:lnTo>
                    <a:pt x="83984" y="608"/>
                  </a:lnTo>
                  <a:cubicBezTo>
                    <a:pt x="83945" y="667"/>
                    <a:pt x="83893" y="701"/>
                    <a:pt x="83837" y="701"/>
                  </a:cubicBezTo>
                  <a:cubicBezTo>
                    <a:pt x="83806" y="701"/>
                    <a:pt x="83773" y="691"/>
                    <a:pt x="83741" y="669"/>
                  </a:cubicBezTo>
                  <a:lnTo>
                    <a:pt x="83711" y="669"/>
                  </a:lnTo>
                  <a:cubicBezTo>
                    <a:pt x="83650" y="639"/>
                    <a:pt x="83559" y="426"/>
                    <a:pt x="83680" y="395"/>
                  </a:cubicBezTo>
                  <a:lnTo>
                    <a:pt x="83741" y="365"/>
                  </a:lnTo>
                  <a:cubicBezTo>
                    <a:pt x="83768" y="338"/>
                    <a:pt x="83808" y="323"/>
                    <a:pt x="83846" y="323"/>
                  </a:cubicBezTo>
                  <a:close/>
                  <a:moveTo>
                    <a:pt x="81492" y="395"/>
                  </a:moveTo>
                  <a:cubicBezTo>
                    <a:pt x="81613" y="395"/>
                    <a:pt x="81735" y="456"/>
                    <a:pt x="81826" y="517"/>
                  </a:cubicBezTo>
                  <a:cubicBezTo>
                    <a:pt x="81826" y="578"/>
                    <a:pt x="81735" y="639"/>
                    <a:pt x="81613" y="669"/>
                  </a:cubicBezTo>
                  <a:lnTo>
                    <a:pt x="81583" y="699"/>
                  </a:lnTo>
                  <a:cubicBezTo>
                    <a:pt x="81577" y="701"/>
                    <a:pt x="81570" y="702"/>
                    <a:pt x="81565" y="702"/>
                  </a:cubicBezTo>
                  <a:cubicBezTo>
                    <a:pt x="81458" y="702"/>
                    <a:pt x="81434" y="453"/>
                    <a:pt x="81492" y="395"/>
                  </a:cubicBezTo>
                  <a:close/>
                  <a:moveTo>
                    <a:pt x="73467" y="566"/>
                  </a:moveTo>
                  <a:cubicBezTo>
                    <a:pt x="73510" y="566"/>
                    <a:pt x="73520" y="594"/>
                    <a:pt x="73498" y="639"/>
                  </a:cubicBezTo>
                  <a:lnTo>
                    <a:pt x="73498" y="669"/>
                  </a:lnTo>
                  <a:cubicBezTo>
                    <a:pt x="73447" y="720"/>
                    <a:pt x="73310" y="835"/>
                    <a:pt x="73214" y="835"/>
                  </a:cubicBezTo>
                  <a:cubicBezTo>
                    <a:pt x="73195" y="835"/>
                    <a:pt x="73178" y="831"/>
                    <a:pt x="73163" y="821"/>
                  </a:cubicBezTo>
                  <a:lnTo>
                    <a:pt x="73103" y="821"/>
                  </a:lnTo>
                  <a:cubicBezTo>
                    <a:pt x="72981" y="791"/>
                    <a:pt x="73042" y="699"/>
                    <a:pt x="73042" y="639"/>
                  </a:cubicBezTo>
                  <a:lnTo>
                    <a:pt x="73042" y="608"/>
                  </a:lnTo>
                  <a:cubicBezTo>
                    <a:pt x="73057" y="593"/>
                    <a:pt x="73133" y="593"/>
                    <a:pt x="73213" y="593"/>
                  </a:cubicBezTo>
                  <a:cubicBezTo>
                    <a:pt x="73293" y="593"/>
                    <a:pt x="73376" y="593"/>
                    <a:pt x="73407" y="578"/>
                  </a:cubicBezTo>
                  <a:cubicBezTo>
                    <a:pt x="73431" y="570"/>
                    <a:pt x="73451" y="566"/>
                    <a:pt x="73467" y="566"/>
                  </a:cubicBezTo>
                  <a:close/>
                  <a:moveTo>
                    <a:pt x="75990" y="547"/>
                  </a:moveTo>
                  <a:cubicBezTo>
                    <a:pt x="76112" y="547"/>
                    <a:pt x="76142" y="639"/>
                    <a:pt x="76142" y="669"/>
                  </a:cubicBezTo>
                  <a:cubicBezTo>
                    <a:pt x="76112" y="730"/>
                    <a:pt x="76112" y="791"/>
                    <a:pt x="76112" y="851"/>
                  </a:cubicBezTo>
                  <a:cubicBezTo>
                    <a:pt x="76112" y="860"/>
                    <a:pt x="76104" y="864"/>
                    <a:pt x="76091" y="864"/>
                  </a:cubicBezTo>
                  <a:cubicBezTo>
                    <a:pt x="76058" y="864"/>
                    <a:pt x="75994" y="842"/>
                    <a:pt x="75929" y="821"/>
                  </a:cubicBezTo>
                  <a:cubicBezTo>
                    <a:pt x="75838" y="760"/>
                    <a:pt x="75869" y="547"/>
                    <a:pt x="75990" y="547"/>
                  </a:cubicBezTo>
                  <a:close/>
                  <a:moveTo>
                    <a:pt x="57631" y="760"/>
                  </a:moveTo>
                  <a:lnTo>
                    <a:pt x="57844" y="851"/>
                  </a:lnTo>
                  <a:cubicBezTo>
                    <a:pt x="57824" y="969"/>
                    <a:pt x="57754" y="1036"/>
                    <a:pt x="57666" y="1036"/>
                  </a:cubicBezTo>
                  <a:cubicBezTo>
                    <a:pt x="57617" y="1036"/>
                    <a:pt x="57563" y="1016"/>
                    <a:pt x="57510" y="973"/>
                  </a:cubicBezTo>
                  <a:lnTo>
                    <a:pt x="57418" y="912"/>
                  </a:lnTo>
                  <a:cubicBezTo>
                    <a:pt x="57388" y="882"/>
                    <a:pt x="57449" y="821"/>
                    <a:pt x="57570" y="760"/>
                  </a:cubicBezTo>
                  <a:close/>
                  <a:moveTo>
                    <a:pt x="59994" y="748"/>
                  </a:moveTo>
                  <a:cubicBezTo>
                    <a:pt x="60059" y="748"/>
                    <a:pt x="60228" y="890"/>
                    <a:pt x="60306" y="943"/>
                  </a:cubicBezTo>
                  <a:lnTo>
                    <a:pt x="60154" y="1034"/>
                  </a:lnTo>
                  <a:lnTo>
                    <a:pt x="60124" y="1064"/>
                  </a:lnTo>
                  <a:cubicBezTo>
                    <a:pt x="60002" y="1003"/>
                    <a:pt x="59941" y="882"/>
                    <a:pt x="59972" y="760"/>
                  </a:cubicBezTo>
                  <a:cubicBezTo>
                    <a:pt x="59976" y="752"/>
                    <a:pt x="59984" y="748"/>
                    <a:pt x="59994" y="748"/>
                  </a:cubicBezTo>
                  <a:close/>
                  <a:moveTo>
                    <a:pt x="61674" y="821"/>
                  </a:moveTo>
                  <a:lnTo>
                    <a:pt x="61674" y="851"/>
                  </a:lnTo>
                  <a:cubicBezTo>
                    <a:pt x="61765" y="851"/>
                    <a:pt x="62008" y="943"/>
                    <a:pt x="61887" y="1064"/>
                  </a:cubicBezTo>
                  <a:lnTo>
                    <a:pt x="61856" y="1064"/>
                  </a:lnTo>
                  <a:lnTo>
                    <a:pt x="61735" y="1003"/>
                  </a:lnTo>
                  <a:cubicBezTo>
                    <a:pt x="61613" y="912"/>
                    <a:pt x="61583" y="821"/>
                    <a:pt x="61674" y="821"/>
                  </a:cubicBezTo>
                  <a:close/>
                  <a:moveTo>
                    <a:pt x="45139" y="1003"/>
                  </a:moveTo>
                  <a:cubicBezTo>
                    <a:pt x="45169" y="1003"/>
                    <a:pt x="45199" y="1003"/>
                    <a:pt x="45230" y="1034"/>
                  </a:cubicBezTo>
                  <a:lnTo>
                    <a:pt x="45230" y="1155"/>
                  </a:lnTo>
                  <a:cubicBezTo>
                    <a:pt x="45108" y="1186"/>
                    <a:pt x="44987" y="1216"/>
                    <a:pt x="44865" y="1247"/>
                  </a:cubicBezTo>
                  <a:lnTo>
                    <a:pt x="44713" y="1277"/>
                  </a:lnTo>
                  <a:cubicBezTo>
                    <a:pt x="44622" y="1186"/>
                    <a:pt x="44743" y="1125"/>
                    <a:pt x="44987" y="1125"/>
                  </a:cubicBezTo>
                  <a:lnTo>
                    <a:pt x="45139" y="1003"/>
                  </a:lnTo>
                  <a:close/>
                  <a:moveTo>
                    <a:pt x="31659" y="1304"/>
                  </a:moveTo>
                  <a:cubicBezTo>
                    <a:pt x="31730" y="1304"/>
                    <a:pt x="31700" y="1496"/>
                    <a:pt x="31643" y="1581"/>
                  </a:cubicBezTo>
                  <a:cubicBezTo>
                    <a:pt x="31586" y="1618"/>
                    <a:pt x="31542" y="1644"/>
                    <a:pt x="31516" y="1644"/>
                  </a:cubicBezTo>
                  <a:cubicBezTo>
                    <a:pt x="31500" y="1644"/>
                    <a:pt x="31491" y="1634"/>
                    <a:pt x="31491" y="1611"/>
                  </a:cubicBezTo>
                  <a:cubicBezTo>
                    <a:pt x="31491" y="1550"/>
                    <a:pt x="31400" y="1459"/>
                    <a:pt x="31339" y="1459"/>
                  </a:cubicBezTo>
                  <a:cubicBezTo>
                    <a:pt x="31308" y="1459"/>
                    <a:pt x="31308" y="1399"/>
                    <a:pt x="31308" y="1399"/>
                  </a:cubicBezTo>
                  <a:cubicBezTo>
                    <a:pt x="31400" y="1338"/>
                    <a:pt x="31521" y="1307"/>
                    <a:pt x="31643" y="1307"/>
                  </a:cubicBezTo>
                  <a:cubicBezTo>
                    <a:pt x="31649" y="1305"/>
                    <a:pt x="31654" y="1304"/>
                    <a:pt x="31659" y="1304"/>
                  </a:cubicBezTo>
                  <a:close/>
                  <a:moveTo>
                    <a:pt x="25077" y="1459"/>
                  </a:moveTo>
                  <a:cubicBezTo>
                    <a:pt x="25229" y="1459"/>
                    <a:pt x="25381" y="1490"/>
                    <a:pt x="25503" y="1520"/>
                  </a:cubicBezTo>
                  <a:cubicBezTo>
                    <a:pt x="25533" y="1550"/>
                    <a:pt x="25564" y="1581"/>
                    <a:pt x="25503" y="1642"/>
                  </a:cubicBezTo>
                  <a:cubicBezTo>
                    <a:pt x="25453" y="1691"/>
                    <a:pt x="25404" y="1741"/>
                    <a:pt x="25321" y="1741"/>
                  </a:cubicBezTo>
                  <a:cubicBezTo>
                    <a:pt x="25302" y="1741"/>
                    <a:pt x="25282" y="1738"/>
                    <a:pt x="25260" y="1733"/>
                  </a:cubicBezTo>
                  <a:lnTo>
                    <a:pt x="25138" y="1702"/>
                  </a:lnTo>
                  <a:cubicBezTo>
                    <a:pt x="24925" y="1642"/>
                    <a:pt x="24895" y="1581"/>
                    <a:pt x="25017" y="1520"/>
                  </a:cubicBezTo>
                  <a:lnTo>
                    <a:pt x="25077" y="1459"/>
                  </a:lnTo>
                  <a:close/>
                  <a:moveTo>
                    <a:pt x="24429" y="1423"/>
                  </a:moveTo>
                  <a:cubicBezTo>
                    <a:pt x="24516" y="1423"/>
                    <a:pt x="24478" y="1498"/>
                    <a:pt x="24530" y="1550"/>
                  </a:cubicBezTo>
                  <a:lnTo>
                    <a:pt x="24591" y="1611"/>
                  </a:lnTo>
                  <a:cubicBezTo>
                    <a:pt x="24469" y="1672"/>
                    <a:pt x="24348" y="1763"/>
                    <a:pt x="24226" y="1794"/>
                  </a:cubicBezTo>
                  <a:cubicBezTo>
                    <a:pt x="24203" y="1817"/>
                    <a:pt x="24180" y="1827"/>
                    <a:pt x="24160" y="1827"/>
                  </a:cubicBezTo>
                  <a:cubicBezTo>
                    <a:pt x="24128" y="1827"/>
                    <a:pt x="24105" y="1801"/>
                    <a:pt x="24105" y="1763"/>
                  </a:cubicBezTo>
                  <a:lnTo>
                    <a:pt x="24074" y="1763"/>
                  </a:lnTo>
                  <a:cubicBezTo>
                    <a:pt x="24135" y="1642"/>
                    <a:pt x="24196" y="1520"/>
                    <a:pt x="24257" y="1429"/>
                  </a:cubicBezTo>
                  <a:lnTo>
                    <a:pt x="24378" y="1429"/>
                  </a:lnTo>
                  <a:cubicBezTo>
                    <a:pt x="24399" y="1425"/>
                    <a:pt x="24416" y="1423"/>
                    <a:pt x="24429" y="1423"/>
                  </a:cubicBezTo>
                  <a:close/>
                  <a:moveTo>
                    <a:pt x="17478" y="1763"/>
                  </a:moveTo>
                  <a:lnTo>
                    <a:pt x="17600" y="1885"/>
                  </a:lnTo>
                  <a:cubicBezTo>
                    <a:pt x="17782" y="1885"/>
                    <a:pt x="17874" y="1976"/>
                    <a:pt x="17813" y="2098"/>
                  </a:cubicBezTo>
                  <a:lnTo>
                    <a:pt x="17752" y="2158"/>
                  </a:lnTo>
                  <a:cubicBezTo>
                    <a:pt x="17714" y="2209"/>
                    <a:pt x="17681" y="2233"/>
                    <a:pt x="17656" y="2233"/>
                  </a:cubicBezTo>
                  <a:cubicBezTo>
                    <a:pt x="17621" y="2233"/>
                    <a:pt x="17600" y="2186"/>
                    <a:pt x="17600" y="2098"/>
                  </a:cubicBezTo>
                  <a:cubicBezTo>
                    <a:pt x="17539" y="2098"/>
                    <a:pt x="17326" y="2006"/>
                    <a:pt x="17326" y="1946"/>
                  </a:cubicBezTo>
                  <a:cubicBezTo>
                    <a:pt x="17357" y="1885"/>
                    <a:pt x="17418" y="1824"/>
                    <a:pt x="17478" y="1763"/>
                  </a:cubicBezTo>
                  <a:close/>
                  <a:moveTo>
                    <a:pt x="15599" y="1931"/>
                  </a:moveTo>
                  <a:cubicBezTo>
                    <a:pt x="15616" y="1931"/>
                    <a:pt x="15635" y="1936"/>
                    <a:pt x="15655" y="1946"/>
                  </a:cubicBezTo>
                  <a:lnTo>
                    <a:pt x="15776" y="2006"/>
                  </a:lnTo>
                  <a:cubicBezTo>
                    <a:pt x="15801" y="1998"/>
                    <a:pt x="15823" y="1994"/>
                    <a:pt x="15842" y="1994"/>
                  </a:cubicBezTo>
                  <a:cubicBezTo>
                    <a:pt x="15893" y="1994"/>
                    <a:pt x="15920" y="2023"/>
                    <a:pt x="15898" y="2067"/>
                  </a:cubicBezTo>
                  <a:cubicBezTo>
                    <a:pt x="15898" y="2128"/>
                    <a:pt x="15867" y="2189"/>
                    <a:pt x="15867" y="2250"/>
                  </a:cubicBezTo>
                  <a:cubicBezTo>
                    <a:pt x="15867" y="2265"/>
                    <a:pt x="15837" y="2272"/>
                    <a:pt x="15791" y="2272"/>
                  </a:cubicBezTo>
                  <a:cubicBezTo>
                    <a:pt x="15746" y="2272"/>
                    <a:pt x="15685" y="2265"/>
                    <a:pt x="15624" y="2250"/>
                  </a:cubicBezTo>
                  <a:lnTo>
                    <a:pt x="15594" y="2250"/>
                  </a:lnTo>
                  <a:cubicBezTo>
                    <a:pt x="15558" y="2285"/>
                    <a:pt x="15532" y="2298"/>
                    <a:pt x="15509" y="2298"/>
                  </a:cubicBezTo>
                  <a:cubicBezTo>
                    <a:pt x="15474" y="2298"/>
                    <a:pt x="15448" y="2268"/>
                    <a:pt x="15412" y="2250"/>
                  </a:cubicBezTo>
                  <a:cubicBezTo>
                    <a:pt x="15320" y="2189"/>
                    <a:pt x="15320" y="2128"/>
                    <a:pt x="15412" y="2067"/>
                  </a:cubicBezTo>
                  <a:cubicBezTo>
                    <a:pt x="15462" y="2042"/>
                    <a:pt x="15513" y="1931"/>
                    <a:pt x="15599" y="1931"/>
                  </a:cubicBezTo>
                  <a:close/>
                  <a:moveTo>
                    <a:pt x="88878" y="2250"/>
                  </a:moveTo>
                  <a:cubicBezTo>
                    <a:pt x="89060" y="2310"/>
                    <a:pt x="89091" y="2432"/>
                    <a:pt x="89060" y="2432"/>
                  </a:cubicBezTo>
                  <a:cubicBezTo>
                    <a:pt x="88923" y="2432"/>
                    <a:pt x="88761" y="2382"/>
                    <a:pt x="88619" y="2328"/>
                  </a:cubicBezTo>
                  <a:lnTo>
                    <a:pt x="88619" y="2328"/>
                  </a:lnTo>
                  <a:lnTo>
                    <a:pt x="88787" y="2280"/>
                  </a:lnTo>
                  <a:lnTo>
                    <a:pt x="88878" y="2250"/>
                  </a:lnTo>
                  <a:close/>
                  <a:moveTo>
                    <a:pt x="90560" y="2156"/>
                  </a:moveTo>
                  <a:cubicBezTo>
                    <a:pt x="90568" y="2156"/>
                    <a:pt x="90580" y="2182"/>
                    <a:pt x="90580" y="2219"/>
                  </a:cubicBezTo>
                  <a:cubicBezTo>
                    <a:pt x="90580" y="2371"/>
                    <a:pt x="90458" y="2462"/>
                    <a:pt x="90337" y="2462"/>
                  </a:cubicBezTo>
                  <a:lnTo>
                    <a:pt x="90215" y="2432"/>
                  </a:lnTo>
                  <a:lnTo>
                    <a:pt x="90124" y="2402"/>
                  </a:lnTo>
                  <a:cubicBezTo>
                    <a:pt x="90089" y="2407"/>
                    <a:pt x="90061" y="2410"/>
                    <a:pt x="90039" y="2410"/>
                  </a:cubicBezTo>
                  <a:cubicBezTo>
                    <a:pt x="89944" y="2410"/>
                    <a:pt x="89953" y="2365"/>
                    <a:pt x="90003" y="2341"/>
                  </a:cubicBezTo>
                  <a:cubicBezTo>
                    <a:pt x="90063" y="2310"/>
                    <a:pt x="90033" y="2250"/>
                    <a:pt x="90003" y="2219"/>
                  </a:cubicBezTo>
                  <a:cubicBezTo>
                    <a:pt x="89994" y="2210"/>
                    <a:pt x="90011" y="2207"/>
                    <a:pt x="90041" y="2207"/>
                  </a:cubicBezTo>
                  <a:cubicBezTo>
                    <a:pt x="90114" y="2207"/>
                    <a:pt x="90264" y="2228"/>
                    <a:pt x="90307" y="2250"/>
                  </a:cubicBezTo>
                  <a:cubicBezTo>
                    <a:pt x="90331" y="2258"/>
                    <a:pt x="90355" y="2262"/>
                    <a:pt x="90379" y="2262"/>
                  </a:cubicBezTo>
                  <a:cubicBezTo>
                    <a:pt x="90444" y="2262"/>
                    <a:pt x="90505" y="2233"/>
                    <a:pt x="90550" y="2189"/>
                  </a:cubicBezTo>
                  <a:cubicBezTo>
                    <a:pt x="90550" y="2166"/>
                    <a:pt x="90554" y="2156"/>
                    <a:pt x="90560" y="2156"/>
                  </a:cubicBezTo>
                  <a:close/>
                  <a:moveTo>
                    <a:pt x="94501" y="2979"/>
                  </a:moveTo>
                  <a:lnTo>
                    <a:pt x="94683" y="3009"/>
                  </a:lnTo>
                  <a:lnTo>
                    <a:pt x="94775" y="3009"/>
                  </a:lnTo>
                  <a:cubicBezTo>
                    <a:pt x="94927" y="3070"/>
                    <a:pt x="94987" y="3222"/>
                    <a:pt x="94927" y="3313"/>
                  </a:cubicBezTo>
                  <a:cubicBezTo>
                    <a:pt x="94913" y="3332"/>
                    <a:pt x="94889" y="3340"/>
                    <a:pt x="94859" y="3340"/>
                  </a:cubicBezTo>
                  <a:cubicBezTo>
                    <a:pt x="94689" y="3340"/>
                    <a:pt x="94310" y="3091"/>
                    <a:pt x="94258" y="3040"/>
                  </a:cubicBezTo>
                  <a:cubicBezTo>
                    <a:pt x="94197" y="3009"/>
                    <a:pt x="94288" y="2979"/>
                    <a:pt x="94501" y="2979"/>
                  </a:cubicBezTo>
                  <a:close/>
                  <a:moveTo>
                    <a:pt x="11430" y="3344"/>
                  </a:moveTo>
                  <a:cubicBezTo>
                    <a:pt x="11490" y="3344"/>
                    <a:pt x="11551" y="3374"/>
                    <a:pt x="11551" y="3435"/>
                  </a:cubicBezTo>
                  <a:lnTo>
                    <a:pt x="11399" y="3526"/>
                  </a:lnTo>
                  <a:cubicBezTo>
                    <a:pt x="11247" y="3617"/>
                    <a:pt x="11126" y="3678"/>
                    <a:pt x="10974" y="3739"/>
                  </a:cubicBezTo>
                  <a:lnTo>
                    <a:pt x="10974" y="3709"/>
                  </a:lnTo>
                  <a:lnTo>
                    <a:pt x="10943" y="3709"/>
                  </a:lnTo>
                  <a:cubicBezTo>
                    <a:pt x="10974" y="3587"/>
                    <a:pt x="11065" y="3496"/>
                    <a:pt x="11156" y="3405"/>
                  </a:cubicBezTo>
                  <a:cubicBezTo>
                    <a:pt x="11217" y="3374"/>
                    <a:pt x="11338" y="3344"/>
                    <a:pt x="11430" y="3344"/>
                  </a:cubicBezTo>
                  <a:close/>
                  <a:moveTo>
                    <a:pt x="20559" y="3545"/>
                  </a:moveTo>
                  <a:cubicBezTo>
                    <a:pt x="20642" y="3545"/>
                    <a:pt x="20763" y="3573"/>
                    <a:pt x="20852" y="3617"/>
                  </a:cubicBezTo>
                  <a:lnTo>
                    <a:pt x="20974" y="3709"/>
                  </a:lnTo>
                  <a:lnTo>
                    <a:pt x="20974" y="3769"/>
                  </a:lnTo>
                  <a:cubicBezTo>
                    <a:pt x="20974" y="3800"/>
                    <a:pt x="20944" y="3830"/>
                    <a:pt x="20913" y="3830"/>
                  </a:cubicBezTo>
                  <a:lnTo>
                    <a:pt x="20822" y="3830"/>
                  </a:lnTo>
                  <a:cubicBezTo>
                    <a:pt x="20700" y="3800"/>
                    <a:pt x="20579" y="3739"/>
                    <a:pt x="20488" y="3678"/>
                  </a:cubicBezTo>
                  <a:cubicBezTo>
                    <a:pt x="20427" y="3648"/>
                    <a:pt x="20427" y="3587"/>
                    <a:pt x="20488" y="3557"/>
                  </a:cubicBezTo>
                  <a:cubicBezTo>
                    <a:pt x="20504" y="3548"/>
                    <a:pt x="20529" y="3545"/>
                    <a:pt x="20559" y="3545"/>
                  </a:cubicBezTo>
                  <a:close/>
                  <a:moveTo>
                    <a:pt x="14256" y="3769"/>
                  </a:moveTo>
                  <a:cubicBezTo>
                    <a:pt x="14287" y="3800"/>
                    <a:pt x="14317" y="3861"/>
                    <a:pt x="14317" y="3921"/>
                  </a:cubicBezTo>
                  <a:cubicBezTo>
                    <a:pt x="14317" y="3946"/>
                    <a:pt x="14496" y="3990"/>
                    <a:pt x="14597" y="3990"/>
                  </a:cubicBezTo>
                  <a:cubicBezTo>
                    <a:pt x="14621" y="3990"/>
                    <a:pt x="14640" y="3988"/>
                    <a:pt x="14652" y="3982"/>
                  </a:cubicBezTo>
                  <a:cubicBezTo>
                    <a:pt x="14661" y="3979"/>
                    <a:pt x="14670" y="3977"/>
                    <a:pt x="14677" y="3977"/>
                  </a:cubicBezTo>
                  <a:cubicBezTo>
                    <a:pt x="14742" y="3977"/>
                    <a:pt x="14733" y="4086"/>
                    <a:pt x="14652" y="4195"/>
                  </a:cubicBezTo>
                  <a:lnTo>
                    <a:pt x="14378" y="4165"/>
                  </a:lnTo>
                  <a:lnTo>
                    <a:pt x="14226" y="4165"/>
                  </a:lnTo>
                  <a:cubicBezTo>
                    <a:pt x="14060" y="4165"/>
                    <a:pt x="14020" y="4039"/>
                    <a:pt x="14060" y="4039"/>
                  </a:cubicBezTo>
                  <a:cubicBezTo>
                    <a:pt x="14064" y="4039"/>
                    <a:pt x="14069" y="4040"/>
                    <a:pt x="14074" y="4043"/>
                  </a:cubicBezTo>
                  <a:cubicBezTo>
                    <a:pt x="14090" y="4051"/>
                    <a:pt x="14107" y="4055"/>
                    <a:pt x="14122" y="4055"/>
                  </a:cubicBezTo>
                  <a:cubicBezTo>
                    <a:pt x="14163" y="4055"/>
                    <a:pt x="14196" y="4027"/>
                    <a:pt x="14196" y="3982"/>
                  </a:cubicBezTo>
                  <a:cubicBezTo>
                    <a:pt x="14226" y="3921"/>
                    <a:pt x="14226" y="3830"/>
                    <a:pt x="14256" y="3769"/>
                  </a:cubicBezTo>
                  <a:close/>
                  <a:moveTo>
                    <a:pt x="13161" y="3992"/>
                  </a:moveTo>
                  <a:cubicBezTo>
                    <a:pt x="13279" y="3992"/>
                    <a:pt x="13390" y="4039"/>
                    <a:pt x="13466" y="4134"/>
                  </a:cubicBezTo>
                  <a:lnTo>
                    <a:pt x="13497" y="4134"/>
                  </a:lnTo>
                  <a:cubicBezTo>
                    <a:pt x="13360" y="4216"/>
                    <a:pt x="13285" y="4261"/>
                    <a:pt x="13221" y="4261"/>
                  </a:cubicBezTo>
                  <a:cubicBezTo>
                    <a:pt x="13143" y="4261"/>
                    <a:pt x="13083" y="4194"/>
                    <a:pt x="12949" y="4043"/>
                  </a:cubicBezTo>
                  <a:cubicBezTo>
                    <a:pt x="13018" y="4009"/>
                    <a:pt x="13091" y="3992"/>
                    <a:pt x="13161" y="3992"/>
                  </a:cubicBezTo>
                  <a:close/>
                  <a:moveTo>
                    <a:pt x="96659" y="4073"/>
                  </a:moveTo>
                  <a:cubicBezTo>
                    <a:pt x="96720" y="4256"/>
                    <a:pt x="96750" y="4377"/>
                    <a:pt x="96720" y="4408"/>
                  </a:cubicBezTo>
                  <a:cubicBezTo>
                    <a:pt x="96690" y="4423"/>
                    <a:pt x="96652" y="4430"/>
                    <a:pt x="96614" y="4430"/>
                  </a:cubicBezTo>
                  <a:cubicBezTo>
                    <a:pt x="96576" y="4430"/>
                    <a:pt x="96538" y="4423"/>
                    <a:pt x="96507" y="4408"/>
                  </a:cubicBezTo>
                  <a:cubicBezTo>
                    <a:pt x="96477" y="4408"/>
                    <a:pt x="96355" y="4438"/>
                    <a:pt x="96234" y="4499"/>
                  </a:cubicBezTo>
                  <a:lnTo>
                    <a:pt x="96112" y="4529"/>
                  </a:lnTo>
                  <a:lnTo>
                    <a:pt x="96082" y="4529"/>
                  </a:lnTo>
                  <a:cubicBezTo>
                    <a:pt x="95991" y="4438"/>
                    <a:pt x="96021" y="4225"/>
                    <a:pt x="96142" y="4073"/>
                  </a:cubicBezTo>
                  <a:close/>
                  <a:moveTo>
                    <a:pt x="87766" y="10065"/>
                  </a:moveTo>
                  <a:cubicBezTo>
                    <a:pt x="87824" y="10065"/>
                    <a:pt x="87875" y="10071"/>
                    <a:pt x="87905" y="10092"/>
                  </a:cubicBezTo>
                  <a:cubicBezTo>
                    <a:pt x="87996" y="10122"/>
                    <a:pt x="87936" y="10183"/>
                    <a:pt x="87814" y="10183"/>
                  </a:cubicBezTo>
                  <a:cubicBezTo>
                    <a:pt x="87692" y="10183"/>
                    <a:pt x="87328" y="10092"/>
                    <a:pt x="87419" y="10092"/>
                  </a:cubicBezTo>
                  <a:cubicBezTo>
                    <a:pt x="87500" y="10092"/>
                    <a:pt x="87649" y="10065"/>
                    <a:pt x="87766" y="10065"/>
                  </a:cubicBezTo>
                  <a:close/>
                  <a:moveTo>
                    <a:pt x="88865" y="10153"/>
                  </a:moveTo>
                  <a:lnTo>
                    <a:pt x="88865" y="10153"/>
                  </a:lnTo>
                  <a:cubicBezTo>
                    <a:pt x="88827" y="10153"/>
                    <a:pt x="88789" y="10154"/>
                    <a:pt x="88750" y="10156"/>
                  </a:cubicBezTo>
                  <a:lnTo>
                    <a:pt x="88750" y="10156"/>
                  </a:lnTo>
                  <a:cubicBezTo>
                    <a:pt x="88781" y="10173"/>
                    <a:pt x="88813" y="10190"/>
                    <a:pt x="88845" y="10206"/>
                  </a:cubicBezTo>
                  <a:lnTo>
                    <a:pt x="88845" y="10206"/>
                  </a:lnTo>
                  <a:cubicBezTo>
                    <a:pt x="88854" y="10191"/>
                    <a:pt x="88860" y="10172"/>
                    <a:pt x="88865" y="10153"/>
                  </a:cubicBezTo>
                  <a:close/>
                  <a:moveTo>
                    <a:pt x="86568" y="9909"/>
                  </a:moveTo>
                  <a:cubicBezTo>
                    <a:pt x="86689" y="9909"/>
                    <a:pt x="86781" y="9970"/>
                    <a:pt x="86750" y="10031"/>
                  </a:cubicBezTo>
                  <a:cubicBezTo>
                    <a:pt x="86689" y="10122"/>
                    <a:pt x="86598" y="10183"/>
                    <a:pt x="86477" y="10244"/>
                  </a:cubicBezTo>
                  <a:lnTo>
                    <a:pt x="86385" y="10244"/>
                  </a:lnTo>
                  <a:cubicBezTo>
                    <a:pt x="86325" y="10152"/>
                    <a:pt x="86355" y="10061"/>
                    <a:pt x="86416" y="9970"/>
                  </a:cubicBezTo>
                  <a:lnTo>
                    <a:pt x="86507" y="9940"/>
                  </a:lnTo>
                  <a:lnTo>
                    <a:pt x="86568" y="9909"/>
                  </a:lnTo>
                  <a:close/>
                  <a:moveTo>
                    <a:pt x="88753" y="10535"/>
                  </a:moveTo>
                  <a:cubicBezTo>
                    <a:pt x="88814" y="10535"/>
                    <a:pt x="88876" y="10539"/>
                    <a:pt x="88939" y="10548"/>
                  </a:cubicBezTo>
                  <a:cubicBezTo>
                    <a:pt x="89060" y="10548"/>
                    <a:pt x="89000" y="10791"/>
                    <a:pt x="88908" y="10791"/>
                  </a:cubicBezTo>
                  <a:cubicBezTo>
                    <a:pt x="88824" y="10791"/>
                    <a:pt x="88585" y="10635"/>
                    <a:pt x="88453" y="10635"/>
                  </a:cubicBezTo>
                  <a:cubicBezTo>
                    <a:pt x="88442" y="10635"/>
                    <a:pt x="88431" y="10636"/>
                    <a:pt x="88422" y="10639"/>
                  </a:cubicBezTo>
                  <a:cubicBezTo>
                    <a:pt x="88395" y="10648"/>
                    <a:pt x="88374" y="10651"/>
                    <a:pt x="88358" y="10651"/>
                  </a:cubicBezTo>
                  <a:cubicBezTo>
                    <a:pt x="88318" y="10651"/>
                    <a:pt x="88309" y="10630"/>
                    <a:pt x="88331" y="10608"/>
                  </a:cubicBezTo>
                  <a:lnTo>
                    <a:pt x="88331" y="10578"/>
                  </a:lnTo>
                  <a:cubicBezTo>
                    <a:pt x="88460" y="10556"/>
                    <a:pt x="88604" y="10535"/>
                    <a:pt x="88753" y="10535"/>
                  </a:cubicBezTo>
                  <a:close/>
                  <a:moveTo>
                    <a:pt x="89395" y="11368"/>
                  </a:moveTo>
                  <a:cubicBezTo>
                    <a:pt x="89425" y="11368"/>
                    <a:pt x="89425" y="11399"/>
                    <a:pt x="89455" y="11429"/>
                  </a:cubicBezTo>
                  <a:lnTo>
                    <a:pt x="89516" y="11459"/>
                  </a:lnTo>
                  <a:cubicBezTo>
                    <a:pt x="89607" y="11520"/>
                    <a:pt x="89547" y="11611"/>
                    <a:pt x="89425" y="11642"/>
                  </a:cubicBezTo>
                  <a:lnTo>
                    <a:pt x="89334" y="11672"/>
                  </a:lnTo>
                  <a:lnTo>
                    <a:pt x="89243" y="11703"/>
                  </a:lnTo>
                  <a:cubicBezTo>
                    <a:pt x="89236" y="11706"/>
                    <a:pt x="89230" y="11707"/>
                    <a:pt x="89225" y="11707"/>
                  </a:cubicBezTo>
                  <a:cubicBezTo>
                    <a:pt x="89183" y="11707"/>
                    <a:pt x="89189" y="11608"/>
                    <a:pt x="89243" y="11581"/>
                  </a:cubicBezTo>
                  <a:cubicBezTo>
                    <a:pt x="89303" y="11520"/>
                    <a:pt x="89334" y="11490"/>
                    <a:pt x="89334" y="11459"/>
                  </a:cubicBezTo>
                  <a:cubicBezTo>
                    <a:pt x="89303" y="11429"/>
                    <a:pt x="89303" y="11368"/>
                    <a:pt x="89334" y="11368"/>
                  </a:cubicBezTo>
                  <a:close/>
                  <a:moveTo>
                    <a:pt x="98088" y="11581"/>
                  </a:moveTo>
                  <a:cubicBezTo>
                    <a:pt x="98118" y="11642"/>
                    <a:pt x="98240" y="11824"/>
                    <a:pt x="98240" y="11885"/>
                  </a:cubicBezTo>
                  <a:cubicBezTo>
                    <a:pt x="98218" y="11929"/>
                    <a:pt x="98179" y="11958"/>
                    <a:pt x="98136" y="11958"/>
                  </a:cubicBezTo>
                  <a:cubicBezTo>
                    <a:pt x="98120" y="11958"/>
                    <a:pt x="98104" y="11954"/>
                    <a:pt x="98088" y="11946"/>
                  </a:cubicBezTo>
                  <a:cubicBezTo>
                    <a:pt x="98075" y="11933"/>
                    <a:pt x="98057" y="11928"/>
                    <a:pt x="98036" y="11928"/>
                  </a:cubicBezTo>
                  <a:cubicBezTo>
                    <a:pt x="97978" y="11928"/>
                    <a:pt x="97899" y="11963"/>
                    <a:pt x="97851" y="11963"/>
                  </a:cubicBezTo>
                  <a:cubicBezTo>
                    <a:pt x="97834" y="11963"/>
                    <a:pt x="97821" y="11959"/>
                    <a:pt x="97814" y="11946"/>
                  </a:cubicBezTo>
                  <a:lnTo>
                    <a:pt x="97784" y="11946"/>
                  </a:lnTo>
                  <a:cubicBezTo>
                    <a:pt x="97693" y="11915"/>
                    <a:pt x="97601" y="11855"/>
                    <a:pt x="97510" y="11824"/>
                  </a:cubicBezTo>
                  <a:cubicBezTo>
                    <a:pt x="97510" y="11794"/>
                    <a:pt x="97510" y="11763"/>
                    <a:pt x="97510" y="11733"/>
                  </a:cubicBezTo>
                  <a:cubicBezTo>
                    <a:pt x="97632" y="11733"/>
                    <a:pt x="97723" y="11763"/>
                    <a:pt x="97845" y="11794"/>
                  </a:cubicBezTo>
                  <a:lnTo>
                    <a:pt x="97997" y="11672"/>
                  </a:lnTo>
                  <a:lnTo>
                    <a:pt x="98088" y="11581"/>
                  </a:lnTo>
                  <a:close/>
                  <a:moveTo>
                    <a:pt x="99162" y="12390"/>
                  </a:moveTo>
                  <a:cubicBezTo>
                    <a:pt x="99250" y="12390"/>
                    <a:pt x="99296" y="12424"/>
                    <a:pt x="99273" y="12493"/>
                  </a:cubicBezTo>
                  <a:lnTo>
                    <a:pt x="99243" y="12523"/>
                  </a:lnTo>
                  <a:cubicBezTo>
                    <a:pt x="99221" y="12609"/>
                    <a:pt x="99093" y="12695"/>
                    <a:pt x="99020" y="12695"/>
                  </a:cubicBezTo>
                  <a:cubicBezTo>
                    <a:pt x="98990" y="12695"/>
                    <a:pt x="98969" y="12680"/>
                    <a:pt x="98969" y="12645"/>
                  </a:cubicBezTo>
                  <a:lnTo>
                    <a:pt x="98939" y="12645"/>
                  </a:lnTo>
                  <a:cubicBezTo>
                    <a:pt x="98817" y="12554"/>
                    <a:pt x="98878" y="12523"/>
                    <a:pt x="98969" y="12462"/>
                  </a:cubicBezTo>
                  <a:lnTo>
                    <a:pt x="99060" y="12402"/>
                  </a:lnTo>
                  <a:cubicBezTo>
                    <a:pt x="99098" y="12394"/>
                    <a:pt x="99133" y="12390"/>
                    <a:pt x="99162" y="12390"/>
                  </a:cubicBezTo>
                  <a:close/>
                  <a:moveTo>
                    <a:pt x="97932" y="12926"/>
                  </a:moveTo>
                  <a:cubicBezTo>
                    <a:pt x="97974" y="12926"/>
                    <a:pt x="98027" y="12934"/>
                    <a:pt x="98088" y="12949"/>
                  </a:cubicBezTo>
                  <a:lnTo>
                    <a:pt x="98088" y="13040"/>
                  </a:lnTo>
                  <a:cubicBezTo>
                    <a:pt x="98057" y="13040"/>
                    <a:pt x="98301" y="13314"/>
                    <a:pt x="98209" y="13435"/>
                  </a:cubicBezTo>
                  <a:cubicBezTo>
                    <a:pt x="98149" y="13557"/>
                    <a:pt x="98027" y="13618"/>
                    <a:pt x="97997" y="13618"/>
                  </a:cubicBezTo>
                  <a:cubicBezTo>
                    <a:pt x="97966" y="13618"/>
                    <a:pt x="97997" y="13466"/>
                    <a:pt x="97966" y="13405"/>
                  </a:cubicBezTo>
                  <a:cubicBezTo>
                    <a:pt x="97936" y="13344"/>
                    <a:pt x="97966" y="13192"/>
                    <a:pt x="97936" y="13162"/>
                  </a:cubicBezTo>
                  <a:cubicBezTo>
                    <a:pt x="97905" y="13101"/>
                    <a:pt x="97814" y="12979"/>
                    <a:pt x="97845" y="12949"/>
                  </a:cubicBezTo>
                  <a:cubicBezTo>
                    <a:pt x="97860" y="12934"/>
                    <a:pt x="97890" y="12926"/>
                    <a:pt x="97932" y="12926"/>
                  </a:cubicBezTo>
                  <a:close/>
                  <a:moveTo>
                    <a:pt x="9810" y="13775"/>
                  </a:moveTo>
                  <a:cubicBezTo>
                    <a:pt x="9866" y="13775"/>
                    <a:pt x="9888" y="13825"/>
                    <a:pt x="9910" y="13891"/>
                  </a:cubicBezTo>
                  <a:cubicBezTo>
                    <a:pt x="9920" y="13921"/>
                    <a:pt x="9930" y="13932"/>
                    <a:pt x="9941" y="13932"/>
                  </a:cubicBezTo>
                  <a:cubicBezTo>
                    <a:pt x="9964" y="13932"/>
                    <a:pt x="9991" y="13891"/>
                    <a:pt x="10031" y="13891"/>
                  </a:cubicBezTo>
                  <a:lnTo>
                    <a:pt x="10183" y="13830"/>
                  </a:lnTo>
                  <a:lnTo>
                    <a:pt x="10183" y="13830"/>
                  </a:lnTo>
                  <a:cubicBezTo>
                    <a:pt x="10183" y="13952"/>
                    <a:pt x="10153" y="14043"/>
                    <a:pt x="10123" y="14165"/>
                  </a:cubicBezTo>
                  <a:lnTo>
                    <a:pt x="10031" y="14104"/>
                  </a:lnTo>
                  <a:lnTo>
                    <a:pt x="9940" y="14073"/>
                  </a:lnTo>
                  <a:cubicBezTo>
                    <a:pt x="9849" y="13982"/>
                    <a:pt x="9788" y="13891"/>
                    <a:pt x="9728" y="13800"/>
                  </a:cubicBezTo>
                  <a:cubicBezTo>
                    <a:pt x="9761" y="13783"/>
                    <a:pt x="9788" y="13775"/>
                    <a:pt x="9810" y="13775"/>
                  </a:cubicBezTo>
                  <a:close/>
                  <a:moveTo>
                    <a:pt x="24530" y="14317"/>
                  </a:moveTo>
                  <a:cubicBezTo>
                    <a:pt x="24652" y="14317"/>
                    <a:pt x="24804" y="14529"/>
                    <a:pt x="24713" y="14560"/>
                  </a:cubicBezTo>
                  <a:cubicBezTo>
                    <a:pt x="24690" y="14571"/>
                    <a:pt x="24666" y="14576"/>
                    <a:pt x="24642" y="14576"/>
                  </a:cubicBezTo>
                  <a:cubicBezTo>
                    <a:pt x="24538" y="14576"/>
                    <a:pt x="24433" y="14482"/>
                    <a:pt x="24409" y="14408"/>
                  </a:cubicBezTo>
                  <a:cubicBezTo>
                    <a:pt x="24378" y="14347"/>
                    <a:pt x="24439" y="14317"/>
                    <a:pt x="24530" y="14317"/>
                  </a:cubicBezTo>
                  <a:close/>
                  <a:moveTo>
                    <a:pt x="100026" y="14889"/>
                  </a:moveTo>
                  <a:cubicBezTo>
                    <a:pt x="99989" y="14889"/>
                    <a:pt x="99948" y="14894"/>
                    <a:pt x="99912" y="14894"/>
                  </a:cubicBezTo>
                  <a:cubicBezTo>
                    <a:pt x="99820" y="14925"/>
                    <a:pt x="99729" y="14955"/>
                    <a:pt x="99668" y="14955"/>
                  </a:cubicBezTo>
                  <a:lnTo>
                    <a:pt x="99608" y="14955"/>
                  </a:lnTo>
                  <a:cubicBezTo>
                    <a:pt x="99606" y="14954"/>
                    <a:pt x="99605" y="14953"/>
                    <a:pt x="99604" y="14951"/>
                  </a:cubicBezTo>
                  <a:lnTo>
                    <a:pt x="99604" y="14951"/>
                  </a:lnTo>
                  <a:cubicBezTo>
                    <a:pt x="99594" y="15101"/>
                    <a:pt x="99707" y="15203"/>
                    <a:pt x="99834" y="15203"/>
                  </a:cubicBezTo>
                  <a:cubicBezTo>
                    <a:pt x="99850" y="15203"/>
                    <a:pt x="99865" y="15201"/>
                    <a:pt x="99881" y="15198"/>
                  </a:cubicBezTo>
                  <a:lnTo>
                    <a:pt x="100033" y="15137"/>
                  </a:lnTo>
                  <a:cubicBezTo>
                    <a:pt x="100094" y="15107"/>
                    <a:pt x="100124" y="15077"/>
                    <a:pt x="100124" y="14955"/>
                  </a:cubicBezTo>
                  <a:cubicBezTo>
                    <a:pt x="100124" y="14900"/>
                    <a:pt x="100081" y="14889"/>
                    <a:pt x="100026" y="14889"/>
                  </a:cubicBezTo>
                  <a:close/>
                  <a:moveTo>
                    <a:pt x="63330" y="15337"/>
                  </a:moveTo>
                  <a:cubicBezTo>
                    <a:pt x="63343" y="15337"/>
                    <a:pt x="63358" y="15341"/>
                    <a:pt x="63376" y="15350"/>
                  </a:cubicBezTo>
                  <a:cubicBezTo>
                    <a:pt x="63406" y="15380"/>
                    <a:pt x="63558" y="15472"/>
                    <a:pt x="63589" y="15532"/>
                  </a:cubicBezTo>
                  <a:lnTo>
                    <a:pt x="63589" y="15593"/>
                  </a:lnTo>
                  <a:lnTo>
                    <a:pt x="63589" y="15715"/>
                  </a:lnTo>
                  <a:cubicBezTo>
                    <a:pt x="63437" y="15745"/>
                    <a:pt x="63254" y="15745"/>
                    <a:pt x="63102" y="15776"/>
                  </a:cubicBezTo>
                  <a:cubicBezTo>
                    <a:pt x="63072" y="15715"/>
                    <a:pt x="63072" y="15684"/>
                    <a:pt x="63072" y="15624"/>
                  </a:cubicBezTo>
                  <a:cubicBezTo>
                    <a:pt x="63072" y="15593"/>
                    <a:pt x="63163" y="15593"/>
                    <a:pt x="63224" y="15593"/>
                  </a:cubicBezTo>
                  <a:cubicBezTo>
                    <a:pt x="63254" y="15593"/>
                    <a:pt x="63285" y="15441"/>
                    <a:pt x="63285" y="15380"/>
                  </a:cubicBezTo>
                  <a:cubicBezTo>
                    <a:pt x="63285" y="15359"/>
                    <a:pt x="63300" y="15337"/>
                    <a:pt x="63330" y="15337"/>
                  </a:cubicBezTo>
                  <a:close/>
                  <a:moveTo>
                    <a:pt x="81401" y="0"/>
                  </a:moveTo>
                  <a:cubicBezTo>
                    <a:pt x="81309" y="31"/>
                    <a:pt x="81157" y="61"/>
                    <a:pt x="81097" y="91"/>
                  </a:cubicBezTo>
                  <a:cubicBezTo>
                    <a:pt x="80884" y="152"/>
                    <a:pt x="80701" y="183"/>
                    <a:pt x="80489" y="183"/>
                  </a:cubicBezTo>
                  <a:cubicBezTo>
                    <a:pt x="80306" y="152"/>
                    <a:pt x="80154" y="122"/>
                    <a:pt x="79972" y="91"/>
                  </a:cubicBezTo>
                  <a:lnTo>
                    <a:pt x="79820" y="61"/>
                  </a:lnTo>
                  <a:cubicBezTo>
                    <a:pt x="79803" y="56"/>
                    <a:pt x="79790" y="53"/>
                    <a:pt x="79779" y="53"/>
                  </a:cubicBezTo>
                  <a:cubicBezTo>
                    <a:pt x="79731" y="53"/>
                    <a:pt x="79740" y="103"/>
                    <a:pt x="79790" y="152"/>
                  </a:cubicBezTo>
                  <a:cubicBezTo>
                    <a:pt x="79759" y="213"/>
                    <a:pt x="79820" y="274"/>
                    <a:pt x="79942" y="304"/>
                  </a:cubicBezTo>
                  <a:lnTo>
                    <a:pt x="80063" y="365"/>
                  </a:lnTo>
                  <a:lnTo>
                    <a:pt x="80094" y="365"/>
                  </a:lnTo>
                  <a:cubicBezTo>
                    <a:pt x="80094" y="395"/>
                    <a:pt x="80033" y="517"/>
                    <a:pt x="80033" y="517"/>
                  </a:cubicBezTo>
                  <a:cubicBezTo>
                    <a:pt x="80033" y="487"/>
                    <a:pt x="79729" y="335"/>
                    <a:pt x="79668" y="274"/>
                  </a:cubicBezTo>
                  <a:cubicBezTo>
                    <a:pt x="79607" y="213"/>
                    <a:pt x="79516" y="152"/>
                    <a:pt x="79455" y="61"/>
                  </a:cubicBezTo>
                  <a:cubicBezTo>
                    <a:pt x="79435" y="61"/>
                    <a:pt x="79347" y="48"/>
                    <a:pt x="79291" y="48"/>
                  </a:cubicBezTo>
                  <a:cubicBezTo>
                    <a:pt x="79263" y="48"/>
                    <a:pt x="79242" y="51"/>
                    <a:pt x="79242" y="61"/>
                  </a:cubicBezTo>
                  <a:cubicBezTo>
                    <a:pt x="79121" y="152"/>
                    <a:pt x="78999" y="213"/>
                    <a:pt x="78878" y="274"/>
                  </a:cubicBezTo>
                  <a:cubicBezTo>
                    <a:pt x="78787" y="304"/>
                    <a:pt x="78878" y="335"/>
                    <a:pt x="78939" y="335"/>
                  </a:cubicBezTo>
                  <a:cubicBezTo>
                    <a:pt x="79030" y="365"/>
                    <a:pt x="79091" y="426"/>
                    <a:pt x="79151" y="487"/>
                  </a:cubicBezTo>
                  <a:cubicBezTo>
                    <a:pt x="79182" y="517"/>
                    <a:pt x="79182" y="669"/>
                    <a:pt x="79091" y="699"/>
                  </a:cubicBezTo>
                  <a:cubicBezTo>
                    <a:pt x="79078" y="706"/>
                    <a:pt x="79053" y="708"/>
                    <a:pt x="79020" y="708"/>
                  </a:cubicBezTo>
                  <a:cubicBezTo>
                    <a:pt x="78932" y="708"/>
                    <a:pt x="78788" y="691"/>
                    <a:pt x="78690" y="691"/>
                  </a:cubicBezTo>
                  <a:cubicBezTo>
                    <a:pt x="78654" y="691"/>
                    <a:pt x="78623" y="693"/>
                    <a:pt x="78604" y="699"/>
                  </a:cubicBezTo>
                  <a:cubicBezTo>
                    <a:pt x="78555" y="708"/>
                    <a:pt x="78506" y="711"/>
                    <a:pt x="78458" y="711"/>
                  </a:cubicBezTo>
                  <a:cubicBezTo>
                    <a:pt x="78363" y="711"/>
                    <a:pt x="78268" y="697"/>
                    <a:pt x="78173" y="673"/>
                  </a:cubicBezTo>
                  <a:lnTo>
                    <a:pt x="78173" y="673"/>
                  </a:lnTo>
                  <a:cubicBezTo>
                    <a:pt x="78164" y="712"/>
                    <a:pt x="78142" y="765"/>
                    <a:pt x="78106" y="765"/>
                  </a:cubicBezTo>
                  <a:cubicBezTo>
                    <a:pt x="78100" y="765"/>
                    <a:pt x="78094" y="764"/>
                    <a:pt x="78087" y="760"/>
                  </a:cubicBezTo>
                  <a:cubicBezTo>
                    <a:pt x="78067" y="760"/>
                    <a:pt x="77992" y="638"/>
                    <a:pt x="77918" y="575"/>
                  </a:cubicBezTo>
                  <a:lnTo>
                    <a:pt x="77918" y="575"/>
                  </a:lnTo>
                  <a:cubicBezTo>
                    <a:pt x="77967" y="591"/>
                    <a:pt x="78013" y="612"/>
                    <a:pt x="78057" y="639"/>
                  </a:cubicBezTo>
                  <a:cubicBezTo>
                    <a:pt x="78096" y="652"/>
                    <a:pt x="78135" y="663"/>
                    <a:pt x="78173" y="673"/>
                  </a:cubicBezTo>
                  <a:lnTo>
                    <a:pt x="78173" y="673"/>
                  </a:lnTo>
                  <a:cubicBezTo>
                    <a:pt x="78177" y="659"/>
                    <a:pt x="78179" y="646"/>
                    <a:pt x="78179" y="639"/>
                  </a:cubicBezTo>
                  <a:lnTo>
                    <a:pt x="78179" y="608"/>
                  </a:lnTo>
                  <a:cubicBezTo>
                    <a:pt x="78199" y="558"/>
                    <a:pt x="78212" y="527"/>
                    <a:pt x="78217" y="508"/>
                  </a:cubicBezTo>
                  <a:lnTo>
                    <a:pt x="78217" y="508"/>
                  </a:lnTo>
                  <a:cubicBezTo>
                    <a:pt x="77946" y="523"/>
                    <a:pt x="77614" y="530"/>
                    <a:pt x="77510" y="547"/>
                  </a:cubicBezTo>
                  <a:cubicBezTo>
                    <a:pt x="77563" y="540"/>
                    <a:pt x="77614" y="536"/>
                    <a:pt x="77664" y="536"/>
                  </a:cubicBezTo>
                  <a:cubicBezTo>
                    <a:pt x="77715" y="536"/>
                    <a:pt x="77764" y="540"/>
                    <a:pt x="77811" y="548"/>
                  </a:cubicBezTo>
                  <a:lnTo>
                    <a:pt x="77811" y="548"/>
                  </a:lnTo>
                  <a:cubicBezTo>
                    <a:pt x="77812" y="548"/>
                    <a:pt x="77813" y="548"/>
                    <a:pt x="77814" y="547"/>
                  </a:cubicBezTo>
                  <a:cubicBezTo>
                    <a:pt x="77823" y="541"/>
                    <a:pt x="77833" y="539"/>
                    <a:pt x="77843" y="539"/>
                  </a:cubicBezTo>
                  <a:cubicBezTo>
                    <a:pt x="77866" y="539"/>
                    <a:pt x="77892" y="553"/>
                    <a:pt x="77918" y="575"/>
                  </a:cubicBezTo>
                  <a:lnTo>
                    <a:pt x="77918" y="575"/>
                  </a:lnTo>
                  <a:cubicBezTo>
                    <a:pt x="77883" y="563"/>
                    <a:pt x="77848" y="555"/>
                    <a:pt x="77811" y="548"/>
                  </a:cubicBezTo>
                  <a:lnTo>
                    <a:pt x="77811" y="548"/>
                  </a:lnTo>
                  <a:cubicBezTo>
                    <a:pt x="77721" y="579"/>
                    <a:pt x="77631" y="639"/>
                    <a:pt x="77571" y="699"/>
                  </a:cubicBezTo>
                  <a:lnTo>
                    <a:pt x="77449" y="639"/>
                  </a:lnTo>
                  <a:cubicBezTo>
                    <a:pt x="77425" y="650"/>
                    <a:pt x="77406" y="655"/>
                    <a:pt x="77392" y="655"/>
                  </a:cubicBezTo>
                  <a:cubicBezTo>
                    <a:pt x="77335" y="655"/>
                    <a:pt x="77363" y="572"/>
                    <a:pt x="77510" y="547"/>
                  </a:cubicBezTo>
                  <a:lnTo>
                    <a:pt x="77662" y="487"/>
                  </a:lnTo>
                  <a:lnTo>
                    <a:pt x="77692" y="487"/>
                  </a:lnTo>
                  <a:cubicBezTo>
                    <a:pt x="77783" y="456"/>
                    <a:pt x="77875" y="426"/>
                    <a:pt x="77966" y="395"/>
                  </a:cubicBezTo>
                  <a:lnTo>
                    <a:pt x="78118" y="456"/>
                  </a:lnTo>
                  <a:cubicBezTo>
                    <a:pt x="78199" y="477"/>
                    <a:pt x="78226" y="470"/>
                    <a:pt x="78217" y="508"/>
                  </a:cubicBezTo>
                  <a:lnTo>
                    <a:pt x="78217" y="508"/>
                  </a:lnTo>
                  <a:cubicBezTo>
                    <a:pt x="78421" y="497"/>
                    <a:pt x="78591" y="482"/>
                    <a:pt x="78604" y="456"/>
                  </a:cubicBezTo>
                  <a:cubicBezTo>
                    <a:pt x="78665" y="426"/>
                    <a:pt x="78391" y="304"/>
                    <a:pt x="78270" y="304"/>
                  </a:cubicBezTo>
                  <a:cubicBezTo>
                    <a:pt x="78179" y="304"/>
                    <a:pt x="78087" y="274"/>
                    <a:pt x="78027" y="213"/>
                  </a:cubicBezTo>
                  <a:lnTo>
                    <a:pt x="78027" y="183"/>
                  </a:lnTo>
                  <a:cubicBezTo>
                    <a:pt x="78021" y="171"/>
                    <a:pt x="78014" y="166"/>
                    <a:pt x="78007" y="166"/>
                  </a:cubicBezTo>
                  <a:cubicBezTo>
                    <a:pt x="77975" y="166"/>
                    <a:pt x="77935" y="255"/>
                    <a:pt x="77935" y="304"/>
                  </a:cubicBezTo>
                  <a:cubicBezTo>
                    <a:pt x="77929" y="317"/>
                    <a:pt x="77908" y="322"/>
                    <a:pt x="77876" y="322"/>
                  </a:cubicBezTo>
                  <a:cubicBezTo>
                    <a:pt x="77770" y="322"/>
                    <a:pt x="77550" y="269"/>
                    <a:pt x="77398" y="269"/>
                  </a:cubicBezTo>
                  <a:cubicBezTo>
                    <a:pt x="77372" y="269"/>
                    <a:pt x="77348" y="270"/>
                    <a:pt x="77328" y="274"/>
                  </a:cubicBezTo>
                  <a:cubicBezTo>
                    <a:pt x="77211" y="274"/>
                    <a:pt x="76968" y="364"/>
                    <a:pt x="76848" y="364"/>
                  </a:cubicBezTo>
                  <a:cubicBezTo>
                    <a:pt x="76812" y="364"/>
                    <a:pt x="76787" y="356"/>
                    <a:pt x="76780" y="335"/>
                  </a:cubicBezTo>
                  <a:cubicBezTo>
                    <a:pt x="76780" y="311"/>
                    <a:pt x="76736" y="302"/>
                    <a:pt x="76676" y="302"/>
                  </a:cubicBezTo>
                  <a:cubicBezTo>
                    <a:pt x="76579" y="302"/>
                    <a:pt x="76442" y="327"/>
                    <a:pt x="76385" y="365"/>
                  </a:cubicBezTo>
                  <a:cubicBezTo>
                    <a:pt x="76370" y="375"/>
                    <a:pt x="76350" y="379"/>
                    <a:pt x="76326" y="379"/>
                  </a:cubicBezTo>
                  <a:cubicBezTo>
                    <a:pt x="76208" y="379"/>
                    <a:pt x="76005" y="274"/>
                    <a:pt x="75929" y="274"/>
                  </a:cubicBezTo>
                  <a:lnTo>
                    <a:pt x="75717" y="335"/>
                  </a:lnTo>
                  <a:cubicBezTo>
                    <a:pt x="75686" y="335"/>
                    <a:pt x="75504" y="304"/>
                    <a:pt x="75321" y="304"/>
                  </a:cubicBezTo>
                  <a:lnTo>
                    <a:pt x="75139" y="304"/>
                  </a:lnTo>
                  <a:lnTo>
                    <a:pt x="74957" y="487"/>
                  </a:lnTo>
                  <a:lnTo>
                    <a:pt x="74835" y="365"/>
                  </a:lnTo>
                  <a:cubicBezTo>
                    <a:pt x="74835" y="335"/>
                    <a:pt x="74805" y="335"/>
                    <a:pt x="74774" y="335"/>
                  </a:cubicBezTo>
                  <a:cubicBezTo>
                    <a:pt x="74724" y="360"/>
                    <a:pt x="74663" y="375"/>
                    <a:pt x="74603" y="375"/>
                  </a:cubicBezTo>
                  <a:cubicBezTo>
                    <a:pt x="74517" y="375"/>
                    <a:pt x="74433" y="345"/>
                    <a:pt x="74379" y="274"/>
                  </a:cubicBezTo>
                  <a:lnTo>
                    <a:pt x="74288" y="183"/>
                  </a:lnTo>
                  <a:lnTo>
                    <a:pt x="73832" y="304"/>
                  </a:lnTo>
                  <a:lnTo>
                    <a:pt x="73710" y="243"/>
                  </a:lnTo>
                  <a:cubicBezTo>
                    <a:pt x="73648" y="206"/>
                    <a:pt x="73590" y="184"/>
                    <a:pt x="73539" y="184"/>
                  </a:cubicBezTo>
                  <a:cubicBezTo>
                    <a:pt x="73468" y="184"/>
                    <a:pt x="73412" y="228"/>
                    <a:pt x="73376" y="335"/>
                  </a:cubicBezTo>
                  <a:cubicBezTo>
                    <a:pt x="73376" y="362"/>
                    <a:pt x="73352" y="377"/>
                    <a:pt x="73322" y="377"/>
                  </a:cubicBezTo>
                  <a:cubicBezTo>
                    <a:pt x="73285" y="377"/>
                    <a:pt x="73241" y="354"/>
                    <a:pt x="73224" y="304"/>
                  </a:cubicBezTo>
                  <a:lnTo>
                    <a:pt x="73224" y="274"/>
                  </a:lnTo>
                  <a:cubicBezTo>
                    <a:pt x="73218" y="268"/>
                    <a:pt x="73206" y="265"/>
                    <a:pt x="73190" y="265"/>
                  </a:cubicBezTo>
                  <a:cubicBezTo>
                    <a:pt x="73126" y="265"/>
                    <a:pt x="72999" y="304"/>
                    <a:pt x="72951" y="304"/>
                  </a:cubicBezTo>
                  <a:cubicBezTo>
                    <a:pt x="72934" y="312"/>
                    <a:pt x="72918" y="316"/>
                    <a:pt x="72902" y="316"/>
                  </a:cubicBezTo>
                  <a:cubicBezTo>
                    <a:pt x="72859" y="316"/>
                    <a:pt x="72821" y="288"/>
                    <a:pt x="72799" y="243"/>
                  </a:cubicBezTo>
                  <a:cubicBezTo>
                    <a:pt x="72796" y="241"/>
                    <a:pt x="72792" y="239"/>
                    <a:pt x="72788" y="239"/>
                  </a:cubicBezTo>
                  <a:cubicBezTo>
                    <a:pt x="72742" y="239"/>
                    <a:pt x="72611" y="370"/>
                    <a:pt x="72555" y="426"/>
                  </a:cubicBezTo>
                  <a:cubicBezTo>
                    <a:pt x="72534" y="447"/>
                    <a:pt x="72512" y="457"/>
                    <a:pt x="72491" y="457"/>
                  </a:cubicBezTo>
                  <a:cubicBezTo>
                    <a:pt x="72452" y="457"/>
                    <a:pt x="72412" y="424"/>
                    <a:pt x="72373" y="365"/>
                  </a:cubicBezTo>
                  <a:lnTo>
                    <a:pt x="72160" y="365"/>
                  </a:lnTo>
                  <a:cubicBezTo>
                    <a:pt x="72137" y="342"/>
                    <a:pt x="72109" y="332"/>
                    <a:pt x="72082" y="332"/>
                  </a:cubicBezTo>
                  <a:cubicBezTo>
                    <a:pt x="72039" y="332"/>
                    <a:pt x="71997" y="358"/>
                    <a:pt x="71978" y="395"/>
                  </a:cubicBezTo>
                  <a:cubicBezTo>
                    <a:pt x="71978" y="414"/>
                    <a:pt x="71966" y="421"/>
                    <a:pt x="71948" y="421"/>
                  </a:cubicBezTo>
                  <a:cubicBezTo>
                    <a:pt x="71908" y="421"/>
                    <a:pt x="71837" y="386"/>
                    <a:pt x="71796" y="365"/>
                  </a:cubicBezTo>
                  <a:cubicBezTo>
                    <a:pt x="71790" y="359"/>
                    <a:pt x="71779" y="357"/>
                    <a:pt x="71766" y="357"/>
                  </a:cubicBezTo>
                  <a:cubicBezTo>
                    <a:pt x="71710" y="357"/>
                    <a:pt x="71602" y="401"/>
                    <a:pt x="71552" y="426"/>
                  </a:cubicBezTo>
                  <a:cubicBezTo>
                    <a:pt x="71544" y="430"/>
                    <a:pt x="71533" y="432"/>
                    <a:pt x="71520" y="432"/>
                  </a:cubicBezTo>
                  <a:cubicBezTo>
                    <a:pt x="71436" y="432"/>
                    <a:pt x="71270" y="357"/>
                    <a:pt x="71218" y="304"/>
                  </a:cubicBezTo>
                  <a:cubicBezTo>
                    <a:pt x="71188" y="289"/>
                    <a:pt x="71150" y="281"/>
                    <a:pt x="71112" y="281"/>
                  </a:cubicBezTo>
                  <a:cubicBezTo>
                    <a:pt x="71074" y="281"/>
                    <a:pt x="71036" y="289"/>
                    <a:pt x="71005" y="304"/>
                  </a:cubicBezTo>
                  <a:cubicBezTo>
                    <a:pt x="70999" y="310"/>
                    <a:pt x="70983" y="313"/>
                    <a:pt x="70961" y="313"/>
                  </a:cubicBezTo>
                  <a:cubicBezTo>
                    <a:pt x="70873" y="313"/>
                    <a:pt x="70683" y="274"/>
                    <a:pt x="70610" y="274"/>
                  </a:cubicBezTo>
                  <a:cubicBezTo>
                    <a:pt x="70519" y="274"/>
                    <a:pt x="70428" y="335"/>
                    <a:pt x="70367" y="365"/>
                  </a:cubicBezTo>
                  <a:cubicBezTo>
                    <a:pt x="70337" y="426"/>
                    <a:pt x="70276" y="456"/>
                    <a:pt x="70245" y="517"/>
                  </a:cubicBezTo>
                  <a:lnTo>
                    <a:pt x="69941" y="517"/>
                  </a:lnTo>
                  <a:lnTo>
                    <a:pt x="69729" y="456"/>
                  </a:lnTo>
                  <a:cubicBezTo>
                    <a:pt x="69715" y="360"/>
                    <a:pt x="69682" y="326"/>
                    <a:pt x="69643" y="326"/>
                  </a:cubicBezTo>
                  <a:cubicBezTo>
                    <a:pt x="69594" y="326"/>
                    <a:pt x="69535" y="376"/>
                    <a:pt x="69485" y="426"/>
                  </a:cubicBezTo>
                  <a:cubicBezTo>
                    <a:pt x="69378" y="447"/>
                    <a:pt x="69271" y="469"/>
                    <a:pt x="69152" y="469"/>
                  </a:cubicBezTo>
                  <a:cubicBezTo>
                    <a:pt x="69103" y="469"/>
                    <a:pt x="69053" y="465"/>
                    <a:pt x="68999" y="456"/>
                  </a:cubicBezTo>
                  <a:lnTo>
                    <a:pt x="68847" y="395"/>
                  </a:lnTo>
                  <a:cubicBezTo>
                    <a:pt x="68786" y="375"/>
                    <a:pt x="68726" y="365"/>
                    <a:pt x="68672" y="365"/>
                  </a:cubicBezTo>
                  <a:cubicBezTo>
                    <a:pt x="68563" y="365"/>
                    <a:pt x="68482" y="406"/>
                    <a:pt x="68482" y="487"/>
                  </a:cubicBezTo>
                  <a:lnTo>
                    <a:pt x="68422" y="487"/>
                  </a:lnTo>
                  <a:cubicBezTo>
                    <a:pt x="68398" y="498"/>
                    <a:pt x="68381" y="503"/>
                    <a:pt x="68367" y="503"/>
                  </a:cubicBezTo>
                  <a:cubicBezTo>
                    <a:pt x="68308" y="503"/>
                    <a:pt x="68319" y="414"/>
                    <a:pt x="68270" y="365"/>
                  </a:cubicBezTo>
                  <a:cubicBezTo>
                    <a:pt x="68239" y="350"/>
                    <a:pt x="68209" y="342"/>
                    <a:pt x="68178" y="342"/>
                  </a:cubicBezTo>
                  <a:cubicBezTo>
                    <a:pt x="68148" y="342"/>
                    <a:pt x="68118" y="350"/>
                    <a:pt x="68087" y="365"/>
                  </a:cubicBezTo>
                  <a:lnTo>
                    <a:pt x="68057" y="426"/>
                  </a:lnTo>
                  <a:cubicBezTo>
                    <a:pt x="67996" y="426"/>
                    <a:pt x="67540" y="456"/>
                    <a:pt x="67388" y="456"/>
                  </a:cubicBezTo>
                  <a:cubicBezTo>
                    <a:pt x="67296" y="475"/>
                    <a:pt x="67147" y="504"/>
                    <a:pt x="67031" y="504"/>
                  </a:cubicBezTo>
                  <a:cubicBezTo>
                    <a:pt x="66957" y="504"/>
                    <a:pt x="66895" y="492"/>
                    <a:pt x="66871" y="456"/>
                  </a:cubicBezTo>
                  <a:cubicBezTo>
                    <a:pt x="66854" y="421"/>
                    <a:pt x="66805" y="406"/>
                    <a:pt x="66755" y="406"/>
                  </a:cubicBezTo>
                  <a:cubicBezTo>
                    <a:pt x="66719" y="406"/>
                    <a:pt x="66684" y="413"/>
                    <a:pt x="66659" y="426"/>
                  </a:cubicBezTo>
                  <a:lnTo>
                    <a:pt x="66659" y="456"/>
                  </a:lnTo>
                  <a:cubicBezTo>
                    <a:pt x="66641" y="563"/>
                    <a:pt x="66613" y="607"/>
                    <a:pt x="66568" y="607"/>
                  </a:cubicBezTo>
                  <a:cubicBezTo>
                    <a:pt x="66536" y="607"/>
                    <a:pt x="66496" y="585"/>
                    <a:pt x="66446" y="547"/>
                  </a:cubicBezTo>
                  <a:lnTo>
                    <a:pt x="66355" y="487"/>
                  </a:lnTo>
                  <a:cubicBezTo>
                    <a:pt x="66294" y="517"/>
                    <a:pt x="66233" y="547"/>
                    <a:pt x="66172" y="578"/>
                  </a:cubicBezTo>
                  <a:cubicBezTo>
                    <a:pt x="66172" y="578"/>
                    <a:pt x="66040" y="392"/>
                    <a:pt x="65973" y="392"/>
                  </a:cubicBezTo>
                  <a:cubicBezTo>
                    <a:pt x="65968" y="392"/>
                    <a:pt x="65964" y="393"/>
                    <a:pt x="65960" y="395"/>
                  </a:cubicBezTo>
                  <a:cubicBezTo>
                    <a:pt x="65777" y="487"/>
                    <a:pt x="65625" y="547"/>
                    <a:pt x="65473" y="608"/>
                  </a:cubicBezTo>
                  <a:lnTo>
                    <a:pt x="65291" y="517"/>
                  </a:lnTo>
                  <a:cubicBezTo>
                    <a:pt x="65139" y="487"/>
                    <a:pt x="65017" y="456"/>
                    <a:pt x="64896" y="456"/>
                  </a:cubicBezTo>
                  <a:lnTo>
                    <a:pt x="64744" y="456"/>
                  </a:lnTo>
                  <a:cubicBezTo>
                    <a:pt x="64730" y="460"/>
                    <a:pt x="64713" y="461"/>
                    <a:pt x="64693" y="461"/>
                  </a:cubicBezTo>
                  <a:cubicBezTo>
                    <a:pt x="64557" y="461"/>
                    <a:pt x="64295" y="391"/>
                    <a:pt x="64177" y="391"/>
                  </a:cubicBezTo>
                  <a:cubicBezTo>
                    <a:pt x="64160" y="391"/>
                    <a:pt x="64146" y="392"/>
                    <a:pt x="64136" y="395"/>
                  </a:cubicBezTo>
                  <a:cubicBezTo>
                    <a:pt x="64014" y="395"/>
                    <a:pt x="63923" y="639"/>
                    <a:pt x="63923" y="699"/>
                  </a:cubicBezTo>
                  <a:cubicBezTo>
                    <a:pt x="63923" y="757"/>
                    <a:pt x="63862" y="778"/>
                    <a:pt x="63802" y="778"/>
                  </a:cubicBezTo>
                  <a:cubicBezTo>
                    <a:pt x="63767" y="778"/>
                    <a:pt x="63733" y="771"/>
                    <a:pt x="63710" y="760"/>
                  </a:cubicBezTo>
                  <a:cubicBezTo>
                    <a:pt x="63619" y="730"/>
                    <a:pt x="63649" y="699"/>
                    <a:pt x="63710" y="699"/>
                  </a:cubicBezTo>
                  <a:lnTo>
                    <a:pt x="63741" y="669"/>
                  </a:lnTo>
                  <a:cubicBezTo>
                    <a:pt x="63832" y="639"/>
                    <a:pt x="63832" y="517"/>
                    <a:pt x="63771" y="517"/>
                  </a:cubicBezTo>
                  <a:lnTo>
                    <a:pt x="63498" y="517"/>
                  </a:lnTo>
                  <a:cubicBezTo>
                    <a:pt x="63390" y="539"/>
                    <a:pt x="63286" y="549"/>
                    <a:pt x="63195" y="549"/>
                  </a:cubicBezTo>
                  <a:cubicBezTo>
                    <a:pt x="63030" y="549"/>
                    <a:pt x="62909" y="515"/>
                    <a:pt x="62890" y="456"/>
                  </a:cubicBezTo>
                  <a:lnTo>
                    <a:pt x="62586" y="456"/>
                  </a:lnTo>
                  <a:cubicBezTo>
                    <a:pt x="62342" y="487"/>
                    <a:pt x="62069" y="517"/>
                    <a:pt x="61826" y="578"/>
                  </a:cubicBezTo>
                  <a:lnTo>
                    <a:pt x="61552" y="456"/>
                  </a:lnTo>
                  <a:lnTo>
                    <a:pt x="61370" y="456"/>
                  </a:lnTo>
                  <a:lnTo>
                    <a:pt x="61370" y="791"/>
                  </a:lnTo>
                  <a:cubicBezTo>
                    <a:pt x="61157" y="669"/>
                    <a:pt x="60883" y="517"/>
                    <a:pt x="60853" y="487"/>
                  </a:cubicBezTo>
                  <a:cubicBezTo>
                    <a:pt x="60847" y="481"/>
                    <a:pt x="60837" y="478"/>
                    <a:pt x="60825" y="478"/>
                  </a:cubicBezTo>
                  <a:cubicBezTo>
                    <a:pt x="60776" y="478"/>
                    <a:pt x="60689" y="517"/>
                    <a:pt x="60640" y="517"/>
                  </a:cubicBezTo>
                  <a:cubicBezTo>
                    <a:pt x="60580" y="517"/>
                    <a:pt x="60276" y="547"/>
                    <a:pt x="60154" y="578"/>
                  </a:cubicBezTo>
                  <a:cubicBezTo>
                    <a:pt x="60046" y="578"/>
                    <a:pt x="59890" y="482"/>
                    <a:pt x="59792" y="482"/>
                  </a:cubicBezTo>
                  <a:cubicBezTo>
                    <a:pt x="59780" y="482"/>
                    <a:pt x="59769" y="483"/>
                    <a:pt x="59759" y="487"/>
                  </a:cubicBezTo>
                  <a:lnTo>
                    <a:pt x="59424" y="578"/>
                  </a:lnTo>
                  <a:lnTo>
                    <a:pt x="59303" y="578"/>
                  </a:lnTo>
                  <a:cubicBezTo>
                    <a:pt x="59151" y="608"/>
                    <a:pt x="59029" y="578"/>
                    <a:pt x="58908" y="669"/>
                  </a:cubicBezTo>
                  <a:cubicBezTo>
                    <a:pt x="58862" y="684"/>
                    <a:pt x="58817" y="692"/>
                    <a:pt x="58775" y="692"/>
                  </a:cubicBezTo>
                  <a:cubicBezTo>
                    <a:pt x="58733" y="692"/>
                    <a:pt x="58695" y="684"/>
                    <a:pt x="58665" y="669"/>
                  </a:cubicBezTo>
                  <a:lnTo>
                    <a:pt x="58513" y="578"/>
                  </a:lnTo>
                  <a:cubicBezTo>
                    <a:pt x="58391" y="639"/>
                    <a:pt x="58178" y="669"/>
                    <a:pt x="58026" y="699"/>
                  </a:cubicBezTo>
                  <a:lnTo>
                    <a:pt x="58026" y="547"/>
                  </a:lnTo>
                  <a:lnTo>
                    <a:pt x="58026" y="517"/>
                  </a:lnTo>
                  <a:cubicBezTo>
                    <a:pt x="57950" y="502"/>
                    <a:pt x="57867" y="494"/>
                    <a:pt x="57783" y="494"/>
                  </a:cubicBezTo>
                  <a:cubicBezTo>
                    <a:pt x="57700" y="494"/>
                    <a:pt x="57616" y="502"/>
                    <a:pt x="57540" y="517"/>
                  </a:cubicBezTo>
                  <a:cubicBezTo>
                    <a:pt x="57449" y="517"/>
                    <a:pt x="57358" y="578"/>
                    <a:pt x="57297" y="639"/>
                  </a:cubicBezTo>
                  <a:cubicBezTo>
                    <a:pt x="57297" y="644"/>
                    <a:pt x="57292" y="647"/>
                    <a:pt x="57285" y="647"/>
                  </a:cubicBezTo>
                  <a:cubicBezTo>
                    <a:pt x="57254" y="647"/>
                    <a:pt x="57169" y="602"/>
                    <a:pt x="57145" y="578"/>
                  </a:cubicBezTo>
                  <a:cubicBezTo>
                    <a:pt x="56993" y="517"/>
                    <a:pt x="56871" y="487"/>
                    <a:pt x="56719" y="487"/>
                  </a:cubicBezTo>
                  <a:lnTo>
                    <a:pt x="56415" y="487"/>
                  </a:lnTo>
                  <a:cubicBezTo>
                    <a:pt x="56233" y="517"/>
                    <a:pt x="56051" y="578"/>
                    <a:pt x="55899" y="639"/>
                  </a:cubicBezTo>
                  <a:lnTo>
                    <a:pt x="55807" y="578"/>
                  </a:lnTo>
                  <a:cubicBezTo>
                    <a:pt x="55767" y="558"/>
                    <a:pt x="55723" y="547"/>
                    <a:pt x="55679" y="547"/>
                  </a:cubicBezTo>
                  <a:cubicBezTo>
                    <a:pt x="55591" y="547"/>
                    <a:pt x="55503" y="588"/>
                    <a:pt x="55443" y="669"/>
                  </a:cubicBezTo>
                  <a:cubicBezTo>
                    <a:pt x="55199" y="669"/>
                    <a:pt x="54987" y="669"/>
                    <a:pt x="54744" y="699"/>
                  </a:cubicBezTo>
                  <a:lnTo>
                    <a:pt x="54470" y="517"/>
                  </a:lnTo>
                  <a:cubicBezTo>
                    <a:pt x="54257" y="578"/>
                    <a:pt x="54014" y="608"/>
                    <a:pt x="53801" y="608"/>
                  </a:cubicBezTo>
                  <a:cubicBezTo>
                    <a:pt x="53680" y="608"/>
                    <a:pt x="53423" y="662"/>
                    <a:pt x="53247" y="662"/>
                  </a:cubicBezTo>
                  <a:cubicBezTo>
                    <a:pt x="53160" y="662"/>
                    <a:pt x="53092" y="649"/>
                    <a:pt x="53072" y="608"/>
                  </a:cubicBezTo>
                  <a:cubicBezTo>
                    <a:pt x="53044" y="567"/>
                    <a:pt x="53011" y="551"/>
                    <a:pt x="52982" y="551"/>
                  </a:cubicBezTo>
                  <a:cubicBezTo>
                    <a:pt x="52947" y="551"/>
                    <a:pt x="52920" y="575"/>
                    <a:pt x="52920" y="608"/>
                  </a:cubicBezTo>
                  <a:cubicBezTo>
                    <a:pt x="52912" y="623"/>
                    <a:pt x="52895" y="629"/>
                    <a:pt x="52873" y="629"/>
                  </a:cubicBezTo>
                  <a:cubicBezTo>
                    <a:pt x="52806" y="629"/>
                    <a:pt x="52692" y="578"/>
                    <a:pt x="52646" y="578"/>
                  </a:cubicBezTo>
                  <a:lnTo>
                    <a:pt x="51886" y="578"/>
                  </a:lnTo>
                  <a:lnTo>
                    <a:pt x="51187" y="639"/>
                  </a:lnTo>
                  <a:cubicBezTo>
                    <a:pt x="51131" y="681"/>
                    <a:pt x="51068" y="704"/>
                    <a:pt x="51007" y="704"/>
                  </a:cubicBezTo>
                  <a:cubicBezTo>
                    <a:pt x="50938" y="704"/>
                    <a:pt x="50871" y="673"/>
                    <a:pt x="50823" y="608"/>
                  </a:cubicBezTo>
                  <a:lnTo>
                    <a:pt x="50731" y="487"/>
                  </a:lnTo>
                  <a:lnTo>
                    <a:pt x="50245" y="608"/>
                  </a:lnTo>
                  <a:lnTo>
                    <a:pt x="50063" y="608"/>
                  </a:lnTo>
                  <a:cubicBezTo>
                    <a:pt x="49971" y="639"/>
                    <a:pt x="49911" y="699"/>
                    <a:pt x="49850" y="760"/>
                  </a:cubicBezTo>
                  <a:lnTo>
                    <a:pt x="49728" y="760"/>
                  </a:lnTo>
                  <a:cubicBezTo>
                    <a:pt x="49576" y="760"/>
                    <a:pt x="49515" y="699"/>
                    <a:pt x="49424" y="639"/>
                  </a:cubicBezTo>
                  <a:lnTo>
                    <a:pt x="49394" y="608"/>
                  </a:lnTo>
                  <a:cubicBezTo>
                    <a:pt x="49212" y="639"/>
                    <a:pt x="49029" y="669"/>
                    <a:pt x="48847" y="730"/>
                  </a:cubicBezTo>
                  <a:cubicBezTo>
                    <a:pt x="48756" y="745"/>
                    <a:pt x="48664" y="753"/>
                    <a:pt x="48573" y="753"/>
                  </a:cubicBezTo>
                  <a:cubicBezTo>
                    <a:pt x="48482" y="753"/>
                    <a:pt x="48391" y="745"/>
                    <a:pt x="48300" y="730"/>
                  </a:cubicBezTo>
                  <a:cubicBezTo>
                    <a:pt x="48269" y="740"/>
                    <a:pt x="48239" y="743"/>
                    <a:pt x="48208" y="743"/>
                  </a:cubicBezTo>
                  <a:cubicBezTo>
                    <a:pt x="48148" y="743"/>
                    <a:pt x="48087" y="730"/>
                    <a:pt x="48026" y="730"/>
                  </a:cubicBezTo>
                  <a:lnTo>
                    <a:pt x="47965" y="699"/>
                  </a:lnTo>
                  <a:lnTo>
                    <a:pt x="47753" y="578"/>
                  </a:lnTo>
                  <a:cubicBezTo>
                    <a:pt x="47753" y="699"/>
                    <a:pt x="47479" y="669"/>
                    <a:pt x="47388" y="699"/>
                  </a:cubicBezTo>
                  <a:cubicBezTo>
                    <a:pt x="47266" y="699"/>
                    <a:pt x="47084" y="760"/>
                    <a:pt x="47023" y="760"/>
                  </a:cubicBezTo>
                  <a:cubicBezTo>
                    <a:pt x="46962" y="760"/>
                    <a:pt x="46810" y="730"/>
                    <a:pt x="46658" y="730"/>
                  </a:cubicBezTo>
                  <a:lnTo>
                    <a:pt x="46537" y="821"/>
                  </a:lnTo>
                  <a:cubicBezTo>
                    <a:pt x="46415" y="791"/>
                    <a:pt x="46324" y="760"/>
                    <a:pt x="46202" y="730"/>
                  </a:cubicBezTo>
                  <a:cubicBezTo>
                    <a:pt x="46196" y="724"/>
                    <a:pt x="46182" y="721"/>
                    <a:pt x="46162" y="721"/>
                  </a:cubicBezTo>
                  <a:cubicBezTo>
                    <a:pt x="46081" y="721"/>
                    <a:pt x="45911" y="760"/>
                    <a:pt x="45838" y="760"/>
                  </a:cubicBezTo>
                  <a:cubicBezTo>
                    <a:pt x="45731" y="745"/>
                    <a:pt x="45625" y="737"/>
                    <a:pt x="45518" y="737"/>
                  </a:cubicBezTo>
                  <a:cubicBezTo>
                    <a:pt x="45412" y="737"/>
                    <a:pt x="45306" y="745"/>
                    <a:pt x="45199" y="760"/>
                  </a:cubicBezTo>
                  <a:cubicBezTo>
                    <a:pt x="45088" y="805"/>
                    <a:pt x="44960" y="833"/>
                    <a:pt x="44829" y="833"/>
                  </a:cubicBezTo>
                  <a:cubicBezTo>
                    <a:pt x="44780" y="833"/>
                    <a:pt x="44731" y="829"/>
                    <a:pt x="44683" y="821"/>
                  </a:cubicBezTo>
                  <a:cubicBezTo>
                    <a:pt x="44591" y="791"/>
                    <a:pt x="44500" y="730"/>
                    <a:pt x="44439" y="669"/>
                  </a:cubicBezTo>
                  <a:cubicBezTo>
                    <a:pt x="44428" y="657"/>
                    <a:pt x="44410" y="652"/>
                    <a:pt x="44389" y="652"/>
                  </a:cubicBezTo>
                  <a:cubicBezTo>
                    <a:pt x="44301" y="652"/>
                    <a:pt x="44154" y="736"/>
                    <a:pt x="44105" y="760"/>
                  </a:cubicBezTo>
                  <a:cubicBezTo>
                    <a:pt x="44090" y="775"/>
                    <a:pt x="44067" y="783"/>
                    <a:pt x="44040" y="783"/>
                  </a:cubicBezTo>
                  <a:cubicBezTo>
                    <a:pt x="44014" y="783"/>
                    <a:pt x="43983" y="775"/>
                    <a:pt x="43953" y="760"/>
                  </a:cubicBezTo>
                  <a:cubicBezTo>
                    <a:pt x="43892" y="745"/>
                    <a:pt x="43831" y="737"/>
                    <a:pt x="43771" y="737"/>
                  </a:cubicBezTo>
                  <a:cubicBezTo>
                    <a:pt x="43710" y="737"/>
                    <a:pt x="43649" y="745"/>
                    <a:pt x="43588" y="760"/>
                  </a:cubicBezTo>
                  <a:lnTo>
                    <a:pt x="43406" y="730"/>
                  </a:lnTo>
                  <a:lnTo>
                    <a:pt x="43284" y="699"/>
                  </a:lnTo>
                  <a:cubicBezTo>
                    <a:pt x="43163" y="760"/>
                    <a:pt x="43072" y="791"/>
                    <a:pt x="42950" y="821"/>
                  </a:cubicBezTo>
                  <a:cubicBezTo>
                    <a:pt x="42930" y="821"/>
                    <a:pt x="42788" y="794"/>
                    <a:pt x="42669" y="794"/>
                  </a:cubicBezTo>
                  <a:cubicBezTo>
                    <a:pt x="42609" y="794"/>
                    <a:pt x="42555" y="801"/>
                    <a:pt x="42524" y="821"/>
                  </a:cubicBezTo>
                  <a:cubicBezTo>
                    <a:pt x="42507" y="838"/>
                    <a:pt x="42488" y="845"/>
                    <a:pt x="42468" y="845"/>
                  </a:cubicBezTo>
                  <a:cubicBezTo>
                    <a:pt x="42417" y="845"/>
                    <a:pt x="42364" y="796"/>
                    <a:pt x="42342" y="730"/>
                  </a:cubicBezTo>
                  <a:lnTo>
                    <a:pt x="42160" y="760"/>
                  </a:lnTo>
                  <a:lnTo>
                    <a:pt x="41917" y="791"/>
                  </a:lnTo>
                  <a:cubicBezTo>
                    <a:pt x="41795" y="760"/>
                    <a:pt x="41613" y="699"/>
                    <a:pt x="41582" y="699"/>
                  </a:cubicBezTo>
                  <a:lnTo>
                    <a:pt x="41552" y="699"/>
                  </a:lnTo>
                  <a:lnTo>
                    <a:pt x="41400" y="760"/>
                  </a:lnTo>
                  <a:cubicBezTo>
                    <a:pt x="41265" y="760"/>
                    <a:pt x="40962" y="856"/>
                    <a:pt x="40853" y="856"/>
                  </a:cubicBezTo>
                  <a:cubicBezTo>
                    <a:pt x="40840" y="856"/>
                    <a:pt x="40829" y="855"/>
                    <a:pt x="40822" y="851"/>
                  </a:cubicBezTo>
                  <a:cubicBezTo>
                    <a:pt x="40795" y="833"/>
                    <a:pt x="40739" y="829"/>
                    <a:pt x="40669" y="829"/>
                  </a:cubicBezTo>
                  <a:cubicBezTo>
                    <a:pt x="40596" y="829"/>
                    <a:pt x="40508" y="834"/>
                    <a:pt x="40426" y="834"/>
                  </a:cubicBezTo>
                  <a:cubicBezTo>
                    <a:pt x="40324" y="834"/>
                    <a:pt x="40231" y="826"/>
                    <a:pt x="40184" y="791"/>
                  </a:cubicBezTo>
                  <a:cubicBezTo>
                    <a:pt x="40161" y="775"/>
                    <a:pt x="40131" y="768"/>
                    <a:pt x="40096" y="768"/>
                  </a:cubicBezTo>
                  <a:cubicBezTo>
                    <a:pt x="39992" y="768"/>
                    <a:pt x="39850" y="836"/>
                    <a:pt x="39758" y="973"/>
                  </a:cubicBezTo>
                  <a:lnTo>
                    <a:pt x="39515" y="760"/>
                  </a:lnTo>
                  <a:cubicBezTo>
                    <a:pt x="39485" y="760"/>
                    <a:pt x="39424" y="760"/>
                    <a:pt x="39394" y="791"/>
                  </a:cubicBezTo>
                  <a:lnTo>
                    <a:pt x="39303" y="851"/>
                  </a:lnTo>
                  <a:cubicBezTo>
                    <a:pt x="39242" y="836"/>
                    <a:pt x="39181" y="829"/>
                    <a:pt x="39124" y="829"/>
                  </a:cubicBezTo>
                  <a:cubicBezTo>
                    <a:pt x="39067" y="829"/>
                    <a:pt x="39014" y="836"/>
                    <a:pt x="38968" y="851"/>
                  </a:cubicBezTo>
                  <a:lnTo>
                    <a:pt x="38907" y="851"/>
                  </a:lnTo>
                  <a:cubicBezTo>
                    <a:pt x="38813" y="851"/>
                    <a:pt x="38884" y="980"/>
                    <a:pt x="38834" y="980"/>
                  </a:cubicBezTo>
                  <a:cubicBezTo>
                    <a:pt x="38820" y="980"/>
                    <a:pt x="38796" y="970"/>
                    <a:pt x="38755" y="943"/>
                  </a:cubicBezTo>
                  <a:cubicBezTo>
                    <a:pt x="38710" y="927"/>
                    <a:pt x="38672" y="912"/>
                    <a:pt x="38638" y="912"/>
                  </a:cubicBezTo>
                  <a:cubicBezTo>
                    <a:pt x="38603" y="912"/>
                    <a:pt x="38573" y="927"/>
                    <a:pt x="38543" y="973"/>
                  </a:cubicBezTo>
                  <a:lnTo>
                    <a:pt x="38543" y="1064"/>
                  </a:lnTo>
                  <a:lnTo>
                    <a:pt x="38543" y="1095"/>
                  </a:lnTo>
                  <a:cubicBezTo>
                    <a:pt x="38543" y="1106"/>
                    <a:pt x="38539" y="1111"/>
                    <a:pt x="38534" y="1111"/>
                  </a:cubicBezTo>
                  <a:cubicBezTo>
                    <a:pt x="38511" y="1111"/>
                    <a:pt x="38451" y="1028"/>
                    <a:pt x="38451" y="1003"/>
                  </a:cubicBezTo>
                  <a:cubicBezTo>
                    <a:pt x="38421" y="943"/>
                    <a:pt x="38360" y="912"/>
                    <a:pt x="38299" y="882"/>
                  </a:cubicBezTo>
                  <a:lnTo>
                    <a:pt x="38239" y="882"/>
                  </a:lnTo>
                  <a:lnTo>
                    <a:pt x="38117" y="973"/>
                  </a:lnTo>
                  <a:cubicBezTo>
                    <a:pt x="38087" y="912"/>
                    <a:pt x="38026" y="851"/>
                    <a:pt x="37965" y="791"/>
                  </a:cubicBezTo>
                  <a:lnTo>
                    <a:pt x="37935" y="760"/>
                  </a:lnTo>
                  <a:lnTo>
                    <a:pt x="37844" y="699"/>
                  </a:lnTo>
                  <a:cubicBezTo>
                    <a:pt x="37752" y="791"/>
                    <a:pt x="37388" y="821"/>
                    <a:pt x="37296" y="821"/>
                  </a:cubicBezTo>
                  <a:cubicBezTo>
                    <a:pt x="37144" y="851"/>
                    <a:pt x="37023" y="912"/>
                    <a:pt x="36932" y="1034"/>
                  </a:cubicBezTo>
                  <a:cubicBezTo>
                    <a:pt x="36922" y="1054"/>
                    <a:pt x="36908" y="1064"/>
                    <a:pt x="36893" y="1064"/>
                  </a:cubicBezTo>
                  <a:cubicBezTo>
                    <a:pt x="36864" y="1064"/>
                    <a:pt x="36830" y="1024"/>
                    <a:pt x="36810" y="943"/>
                  </a:cubicBezTo>
                  <a:lnTo>
                    <a:pt x="36719" y="912"/>
                  </a:lnTo>
                  <a:cubicBezTo>
                    <a:pt x="36658" y="851"/>
                    <a:pt x="36537" y="821"/>
                    <a:pt x="36445" y="821"/>
                  </a:cubicBezTo>
                  <a:cubicBezTo>
                    <a:pt x="36272" y="879"/>
                    <a:pt x="36098" y="900"/>
                    <a:pt x="35933" y="900"/>
                  </a:cubicBezTo>
                  <a:cubicBezTo>
                    <a:pt x="35837" y="900"/>
                    <a:pt x="35744" y="893"/>
                    <a:pt x="35655" y="882"/>
                  </a:cubicBezTo>
                  <a:lnTo>
                    <a:pt x="35503" y="882"/>
                  </a:lnTo>
                  <a:cubicBezTo>
                    <a:pt x="35381" y="943"/>
                    <a:pt x="35230" y="1247"/>
                    <a:pt x="35351" y="1277"/>
                  </a:cubicBezTo>
                  <a:cubicBezTo>
                    <a:pt x="35473" y="1338"/>
                    <a:pt x="35473" y="1368"/>
                    <a:pt x="35351" y="1399"/>
                  </a:cubicBezTo>
                  <a:lnTo>
                    <a:pt x="35260" y="1459"/>
                  </a:lnTo>
                  <a:lnTo>
                    <a:pt x="35017" y="1550"/>
                  </a:lnTo>
                  <a:cubicBezTo>
                    <a:pt x="34895" y="1490"/>
                    <a:pt x="34743" y="1399"/>
                    <a:pt x="34652" y="1307"/>
                  </a:cubicBezTo>
                  <a:lnTo>
                    <a:pt x="34652" y="1277"/>
                  </a:lnTo>
                  <a:lnTo>
                    <a:pt x="34652" y="1247"/>
                  </a:lnTo>
                  <a:cubicBezTo>
                    <a:pt x="34662" y="1247"/>
                    <a:pt x="34713" y="1250"/>
                    <a:pt x="34777" y="1250"/>
                  </a:cubicBezTo>
                  <a:cubicBezTo>
                    <a:pt x="34905" y="1250"/>
                    <a:pt x="35088" y="1236"/>
                    <a:pt x="35108" y="1155"/>
                  </a:cubicBezTo>
                  <a:cubicBezTo>
                    <a:pt x="35138" y="1095"/>
                    <a:pt x="35169" y="1034"/>
                    <a:pt x="35230" y="973"/>
                  </a:cubicBezTo>
                  <a:cubicBezTo>
                    <a:pt x="35230" y="973"/>
                    <a:pt x="35230" y="943"/>
                    <a:pt x="35199" y="882"/>
                  </a:cubicBezTo>
                  <a:lnTo>
                    <a:pt x="35169" y="882"/>
                  </a:lnTo>
                  <a:lnTo>
                    <a:pt x="35017" y="851"/>
                  </a:lnTo>
                  <a:cubicBezTo>
                    <a:pt x="34865" y="851"/>
                    <a:pt x="34713" y="882"/>
                    <a:pt x="34591" y="943"/>
                  </a:cubicBezTo>
                  <a:cubicBezTo>
                    <a:pt x="34561" y="1034"/>
                    <a:pt x="34530" y="1095"/>
                    <a:pt x="34530" y="1155"/>
                  </a:cubicBezTo>
                  <a:lnTo>
                    <a:pt x="34439" y="1095"/>
                  </a:lnTo>
                  <a:cubicBezTo>
                    <a:pt x="34378" y="1064"/>
                    <a:pt x="34318" y="1034"/>
                    <a:pt x="34318" y="1003"/>
                  </a:cubicBezTo>
                  <a:lnTo>
                    <a:pt x="34318" y="973"/>
                  </a:lnTo>
                  <a:cubicBezTo>
                    <a:pt x="34348" y="912"/>
                    <a:pt x="34318" y="912"/>
                    <a:pt x="34257" y="912"/>
                  </a:cubicBezTo>
                  <a:lnTo>
                    <a:pt x="34226" y="943"/>
                  </a:lnTo>
                  <a:lnTo>
                    <a:pt x="34166" y="973"/>
                  </a:lnTo>
                  <a:cubicBezTo>
                    <a:pt x="34155" y="983"/>
                    <a:pt x="34135" y="987"/>
                    <a:pt x="34109" y="987"/>
                  </a:cubicBezTo>
                  <a:cubicBezTo>
                    <a:pt x="33993" y="987"/>
                    <a:pt x="33752" y="908"/>
                    <a:pt x="33628" y="908"/>
                  </a:cubicBezTo>
                  <a:cubicBezTo>
                    <a:pt x="33613" y="908"/>
                    <a:pt x="33599" y="909"/>
                    <a:pt x="33588" y="912"/>
                  </a:cubicBezTo>
                  <a:lnTo>
                    <a:pt x="33284" y="973"/>
                  </a:lnTo>
                  <a:lnTo>
                    <a:pt x="32950" y="973"/>
                  </a:lnTo>
                  <a:lnTo>
                    <a:pt x="32798" y="1034"/>
                  </a:lnTo>
                  <a:lnTo>
                    <a:pt x="32707" y="1034"/>
                  </a:lnTo>
                  <a:cubicBezTo>
                    <a:pt x="32692" y="1044"/>
                    <a:pt x="32676" y="1048"/>
                    <a:pt x="32658" y="1048"/>
                  </a:cubicBezTo>
                  <a:cubicBezTo>
                    <a:pt x="32569" y="1048"/>
                    <a:pt x="32454" y="933"/>
                    <a:pt x="32403" y="882"/>
                  </a:cubicBezTo>
                  <a:cubicBezTo>
                    <a:pt x="32395" y="867"/>
                    <a:pt x="32381" y="861"/>
                    <a:pt x="32363" y="861"/>
                  </a:cubicBezTo>
                  <a:cubicBezTo>
                    <a:pt x="32306" y="861"/>
                    <a:pt x="32213" y="919"/>
                    <a:pt x="32190" y="943"/>
                  </a:cubicBezTo>
                  <a:cubicBezTo>
                    <a:pt x="32068" y="1034"/>
                    <a:pt x="31977" y="1095"/>
                    <a:pt x="31856" y="1155"/>
                  </a:cubicBezTo>
                  <a:lnTo>
                    <a:pt x="31734" y="1003"/>
                  </a:lnTo>
                  <a:cubicBezTo>
                    <a:pt x="31704" y="988"/>
                    <a:pt x="31681" y="981"/>
                    <a:pt x="31658" y="981"/>
                  </a:cubicBezTo>
                  <a:cubicBezTo>
                    <a:pt x="31635" y="981"/>
                    <a:pt x="31612" y="988"/>
                    <a:pt x="31582" y="1003"/>
                  </a:cubicBezTo>
                  <a:lnTo>
                    <a:pt x="31308" y="1125"/>
                  </a:lnTo>
                  <a:cubicBezTo>
                    <a:pt x="31187" y="1034"/>
                    <a:pt x="31005" y="973"/>
                    <a:pt x="30822" y="973"/>
                  </a:cubicBezTo>
                  <a:cubicBezTo>
                    <a:pt x="30731" y="973"/>
                    <a:pt x="30640" y="973"/>
                    <a:pt x="30579" y="943"/>
                  </a:cubicBezTo>
                  <a:lnTo>
                    <a:pt x="30518" y="1003"/>
                  </a:lnTo>
                  <a:cubicBezTo>
                    <a:pt x="30457" y="1064"/>
                    <a:pt x="30457" y="1125"/>
                    <a:pt x="30397" y="1186"/>
                  </a:cubicBezTo>
                  <a:lnTo>
                    <a:pt x="30366" y="1216"/>
                  </a:lnTo>
                  <a:cubicBezTo>
                    <a:pt x="30305" y="1216"/>
                    <a:pt x="30275" y="1186"/>
                    <a:pt x="30275" y="1155"/>
                  </a:cubicBezTo>
                  <a:lnTo>
                    <a:pt x="30275" y="1064"/>
                  </a:lnTo>
                  <a:cubicBezTo>
                    <a:pt x="30275" y="1034"/>
                    <a:pt x="30214" y="973"/>
                    <a:pt x="30153" y="973"/>
                  </a:cubicBezTo>
                  <a:lnTo>
                    <a:pt x="30123" y="1003"/>
                  </a:lnTo>
                  <a:lnTo>
                    <a:pt x="30032" y="1034"/>
                  </a:lnTo>
                  <a:cubicBezTo>
                    <a:pt x="29971" y="1064"/>
                    <a:pt x="29903" y="1079"/>
                    <a:pt x="29834" y="1079"/>
                  </a:cubicBezTo>
                  <a:cubicBezTo>
                    <a:pt x="29766" y="1079"/>
                    <a:pt x="29697" y="1064"/>
                    <a:pt x="29637" y="1034"/>
                  </a:cubicBezTo>
                  <a:lnTo>
                    <a:pt x="29606" y="1034"/>
                  </a:lnTo>
                  <a:lnTo>
                    <a:pt x="29485" y="943"/>
                  </a:lnTo>
                  <a:cubicBezTo>
                    <a:pt x="29363" y="973"/>
                    <a:pt x="29181" y="1064"/>
                    <a:pt x="29181" y="1095"/>
                  </a:cubicBezTo>
                  <a:cubicBezTo>
                    <a:pt x="29181" y="1155"/>
                    <a:pt x="29120" y="1216"/>
                    <a:pt x="29059" y="1247"/>
                  </a:cubicBezTo>
                  <a:cubicBezTo>
                    <a:pt x="28998" y="1186"/>
                    <a:pt x="28968" y="1095"/>
                    <a:pt x="28907" y="1064"/>
                  </a:cubicBezTo>
                  <a:lnTo>
                    <a:pt x="28846" y="1003"/>
                  </a:lnTo>
                  <a:cubicBezTo>
                    <a:pt x="28755" y="1003"/>
                    <a:pt x="28664" y="973"/>
                    <a:pt x="28573" y="973"/>
                  </a:cubicBezTo>
                  <a:lnTo>
                    <a:pt x="28482" y="1034"/>
                  </a:lnTo>
                  <a:lnTo>
                    <a:pt x="28390" y="1095"/>
                  </a:lnTo>
                  <a:cubicBezTo>
                    <a:pt x="28238" y="1095"/>
                    <a:pt x="28056" y="1095"/>
                    <a:pt x="27904" y="1064"/>
                  </a:cubicBezTo>
                  <a:cubicBezTo>
                    <a:pt x="27894" y="1059"/>
                    <a:pt x="27881" y="1056"/>
                    <a:pt x="27868" y="1056"/>
                  </a:cubicBezTo>
                  <a:cubicBezTo>
                    <a:pt x="27802" y="1056"/>
                    <a:pt x="27701" y="1115"/>
                    <a:pt x="27600" y="1216"/>
                  </a:cubicBezTo>
                  <a:lnTo>
                    <a:pt x="27570" y="1095"/>
                  </a:lnTo>
                  <a:cubicBezTo>
                    <a:pt x="27550" y="1035"/>
                    <a:pt x="27530" y="989"/>
                    <a:pt x="27477" y="989"/>
                  </a:cubicBezTo>
                  <a:cubicBezTo>
                    <a:pt x="27448" y="989"/>
                    <a:pt x="27410" y="1002"/>
                    <a:pt x="27357" y="1034"/>
                  </a:cubicBezTo>
                  <a:lnTo>
                    <a:pt x="27296" y="1064"/>
                  </a:lnTo>
                  <a:cubicBezTo>
                    <a:pt x="27226" y="1064"/>
                    <a:pt x="27030" y="974"/>
                    <a:pt x="26943" y="974"/>
                  </a:cubicBezTo>
                  <a:cubicBezTo>
                    <a:pt x="26917" y="974"/>
                    <a:pt x="26901" y="982"/>
                    <a:pt x="26901" y="1003"/>
                  </a:cubicBezTo>
                  <a:cubicBezTo>
                    <a:pt x="26901" y="1095"/>
                    <a:pt x="26779" y="1095"/>
                    <a:pt x="26719" y="1095"/>
                  </a:cubicBezTo>
                  <a:cubicBezTo>
                    <a:pt x="26597" y="1155"/>
                    <a:pt x="26506" y="1186"/>
                    <a:pt x="26384" y="1216"/>
                  </a:cubicBezTo>
                  <a:cubicBezTo>
                    <a:pt x="26293" y="1216"/>
                    <a:pt x="26050" y="1095"/>
                    <a:pt x="25959" y="1095"/>
                  </a:cubicBezTo>
                  <a:cubicBezTo>
                    <a:pt x="25868" y="1095"/>
                    <a:pt x="25412" y="1247"/>
                    <a:pt x="25229" y="1247"/>
                  </a:cubicBezTo>
                  <a:cubicBezTo>
                    <a:pt x="24956" y="1186"/>
                    <a:pt x="24713" y="1186"/>
                    <a:pt x="24439" y="1186"/>
                  </a:cubicBezTo>
                  <a:cubicBezTo>
                    <a:pt x="24384" y="1213"/>
                    <a:pt x="24324" y="1228"/>
                    <a:pt x="24273" y="1228"/>
                  </a:cubicBezTo>
                  <a:cubicBezTo>
                    <a:pt x="24212" y="1228"/>
                    <a:pt x="24165" y="1206"/>
                    <a:pt x="24165" y="1155"/>
                  </a:cubicBezTo>
                  <a:lnTo>
                    <a:pt x="24165" y="1095"/>
                  </a:lnTo>
                  <a:cubicBezTo>
                    <a:pt x="24013" y="1155"/>
                    <a:pt x="23862" y="1216"/>
                    <a:pt x="23679" y="1277"/>
                  </a:cubicBezTo>
                  <a:cubicBezTo>
                    <a:pt x="23588" y="1277"/>
                    <a:pt x="23466" y="1247"/>
                    <a:pt x="23375" y="1216"/>
                  </a:cubicBezTo>
                  <a:lnTo>
                    <a:pt x="23284" y="1277"/>
                  </a:lnTo>
                  <a:lnTo>
                    <a:pt x="23102" y="1429"/>
                  </a:lnTo>
                  <a:cubicBezTo>
                    <a:pt x="23010" y="1368"/>
                    <a:pt x="22889" y="1368"/>
                    <a:pt x="22798" y="1368"/>
                  </a:cubicBezTo>
                  <a:cubicBezTo>
                    <a:pt x="22767" y="1399"/>
                    <a:pt x="22737" y="1459"/>
                    <a:pt x="22737" y="1490"/>
                  </a:cubicBezTo>
                  <a:cubicBezTo>
                    <a:pt x="22706" y="1550"/>
                    <a:pt x="22737" y="1733"/>
                    <a:pt x="22706" y="1794"/>
                  </a:cubicBezTo>
                  <a:cubicBezTo>
                    <a:pt x="22706" y="1815"/>
                    <a:pt x="22615" y="1837"/>
                    <a:pt x="22497" y="1837"/>
                  </a:cubicBezTo>
                  <a:cubicBezTo>
                    <a:pt x="22449" y="1837"/>
                    <a:pt x="22395" y="1833"/>
                    <a:pt x="22342" y="1824"/>
                  </a:cubicBezTo>
                  <a:lnTo>
                    <a:pt x="22159" y="1824"/>
                  </a:lnTo>
                  <a:lnTo>
                    <a:pt x="22007" y="1794"/>
                  </a:lnTo>
                  <a:cubicBezTo>
                    <a:pt x="21855" y="1794"/>
                    <a:pt x="21703" y="1794"/>
                    <a:pt x="21551" y="1824"/>
                  </a:cubicBezTo>
                  <a:cubicBezTo>
                    <a:pt x="21527" y="1824"/>
                    <a:pt x="21474" y="1819"/>
                    <a:pt x="21416" y="1819"/>
                  </a:cubicBezTo>
                  <a:cubicBezTo>
                    <a:pt x="21330" y="1819"/>
                    <a:pt x="21235" y="1830"/>
                    <a:pt x="21217" y="1885"/>
                  </a:cubicBezTo>
                  <a:cubicBezTo>
                    <a:pt x="21217" y="1929"/>
                    <a:pt x="21136" y="1958"/>
                    <a:pt x="21080" y="1958"/>
                  </a:cubicBezTo>
                  <a:cubicBezTo>
                    <a:pt x="21060" y="1958"/>
                    <a:pt x="21043" y="1954"/>
                    <a:pt x="21035" y="1946"/>
                  </a:cubicBezTo>
                  <a:cubicBezTo>
                    <a:pt x="21035" y="1915"/>
                    <a:pt x="20913" y="1915"/>
                    <a:pt x="20883" y="1885"/>
                  </a:cubicBezTo>
                  <a:cubicBezTo>
                    <a:pt x="20883" y="1854"/>
                    <a:pt x="20883" y="1642"/>
                    <a:pt x="20822" y="1642"/>
                  </a:cubicBezTo>
                  <a:cubicBezTo>
                    <a:pt x="20700" y="1611"/>
                    <a:pt x="20609" y="1581"/>
                    <a:pt x="20518" y="1520"/>
                  </a:cubicBezTo>
                  <a:lnTo>
                    <a:pt x="20366" y="1490"/>
                  </a:lnTo>
                  <a:lnTo>
                    <a:pt x="20305" y="1490"/>
                  </a:lnTo>
                  <a:cubicBezTo>
                    <a:pt x="20298" y="1482"/>
                    <a:pt x="20288" y="1479"/>
                    <a:pt x="20277" y="1479"/>
                  </a:cubicBezTo>
                  <a:cubicBezTo>
                    <a:pt x="20195" y="1479"/>
                    <a:pt x="20024" y="1653"/>
                    <a:pt x="19971" y="1733"/>
                  </a:cubicBezTo>
                  <a:cubicBezTo>
                    <a:pt x="19921" y="1808"/>
                    <a:pt x="19850" y="1862"/>
                    <a:pt x="19810" y="1862"/>
                  </a:cubicBezTo>
                  <a:cubicBezTo>
                    <a:pt x="19801" y="1862"/>
                    <a:pt x="19794" y="1860"/>
                    <a:pt x="19788" y="1854"/>
                  </a:cubicBezTo>
                  <a:lnTo>
                    <a:pt x="19728" y="1824"/>
                  </a:lnTo>
                  <a:lnTo>
                    <a:pt x="19545" y="1763"/>
                  </a:lnTo>
                  <a:cubicBezTo>
                    <a:pt x="19424" y="1854"/>
                    <a:pt x="19333" y="1915"/>
                    <a:pt x="19211" y="1976"/>
                  </a:cubicBezTo>
                  <a:cubicBezTo>
                    <a:pt x="19205" y="1982"/>
                    <a:pt x="19198" y="1984"/>
                    <a:pt x="19191" y="1984"/>
                  </a:cubicBezTo>
                  <a:cubicBezTo>
                    <a:pt x="19158" y="1984"/>
                    <a:pt x="19114" y="1940"/>
                    <a:pt x="19089" y="1915"/>
                  </a:cubicBezTo>
                  <a:lnTo>
                    <a:pt x="19120" y="1854"/>
                  </a:lnTo>
                  <a:lnTo>
                    <a:pt x="19150" y="1824"/>
                  </a:lnTo>
                  <a:cubicBezTo>
                    <a:pt x="19211" y="1763"/>
                    <a:pt x="19272" y="1672"/>
                    <a:pt x="19302" y="1581"/>
                  </a:cubicBezTo>
                  <a:lnTo>
                    <a:pt x="19120" y="1490"/>
                  </a:lnTo>
                  <a:lnTo>
                    <a:pt x="19089" y="1490"/>
                  </a:lnTo>
                  <a:cubicBezTo>
                    <a:pt x="19087" y="1487"/>
                    <a:pt x="19084" y="1486"/>
                    <a:pt x="19080" y="1486"/>
                  </a:cubicBezTo>
                  <a:cubicBezTo>
                    <a:pt x="19028" y="1486"/>
                    <a:pt x="18842" y="1649"/>
                    <a:pt x="18785" y="1733"/>
                  </a:cubicBezTo>
                  <a:cubicBezTo>
                    <a:pt x="18694" y="1854"/>
                    <a:pt x="18603" y="1946"/>
                    <a:pt x="18512" y="2037"/>
                  </a:cubicBezTo>
                  <a:lnTo>
                    <a:pt x="18269" y="2037"/>
                  </a:lnTo>
                  <a:cubicBezTo>
                    <a:pt x="18178" y="2037"/>
                    <a:pt x="18117" y="1915"/>
                    <a:pt x="18147" y="1854"/>
                  </a:cubicBezTo>
                  <a:cubicBezTo>
                    <a:pt x="18147" y="1824"/>
                    <a:pt x="18026" y="1672"/>
                    <a:pt x="17934" y="1611"/>
                  </a:cubicBezTo>
                  <a:cubicBezTo>
                    <a:pt x="17924" y="1601"/>
                    <a:pt x="17908" y="1597"/>
                    <a:pt x="17888" y="1597"/>
                  </a:cubicBezTo>
                  <a:cubicBezTo>
                    <a:pt x="17787" y="1597"/>
                    <a:pt x="17580" y="1702"/>
                    <a:pt x="17478" y="1702"/>
                  </a:cubicBezTo>
                  <a:cubicBezTo>
                    <a:pt x="17296" y="1702"/>
                    <a:pt x="17114" y="1733"/>
                    <a:pt x="16931" y="1733"/>
                  </a:cubicBezTo>
                  <a:cubicBezTo>
                    <a:pt x="16779" y="1794"/>
                    <a:pt x="16658" y="1824"/>
                    <a:pt x="16506" y="1854"/>
                  </a:cubicBezTo>
                  <a:lnTo>
                    <a:pt x="16232" y="1854"/>
                  </a:lnTo>
                  <a:lnTo>
                    <a:pt x="16171" y="1794"/>
                  </a:lnTo>
                  <a:cubicBezTo>
                    <a:pt x="16149" y="1783"/>
                    <a:pt x="16119" y="1775"/>
                    <a:pt x="16083" y="1775"/>
                  </a:cubicBezTo>
                  <a:cubicBezTo>
                    <a:pt x="16022" y="1775"/>
                    <a:pt x="15945" y="1797"/>
                    <a:pt x="15867" y="1854"/>
                  </a:cubicBezTo>
                  <a:cubicBezTo>
                    <a:pt x="15784" y="1799"/>
                    <a:pt x="15715" y="1777"/>
                    <a:pt x="15655" y="1777"/>
                  </a:cubicBezTo>
                  <a:cubicBezTo>
                    <a:pt x="15517" y="1777"/>
                    <a:pt x="15426" y="1891"/>
                    <a:pt x="15320" y="1976"/>
                  </a:cubicBezTo>
                  <a:lnTo>
                    <a:pt x="15077" y="2158"/>
                  </a:lnTo>
                  <a:cubicBezTo>
                    <a:pt x="15002" y="2137"/>
                    <a:pt x="14926" y="2127"/>
                    <a:pt x="14858" y="2127"/>
                  </a:cubicBezTo>
                  <a:cubicBezTo>
                    <a:pt x="14733" y="2127"/>
                    <a:pt x="14630" y="2160"/>
                    <a:pt x="14591" y="2219"/>
                  </a:cubicBezTo>
                  <a:lnTo>
                    <a:pt x="14591" y="2310"/>
                  </a:lnTo>
                  <a:lnTo>
                    <a:pt x="14591" y="2371"/>
                  </a:lnTo>
                  <a:cubicBezTo>
                    <a:pt x="14591" y="2446"/>
                    <a:pt x="14529" y="2501"/>
                    <a:pt x="14456" y="2501"/>
                  </a:cubicBezTo>
                  <a:cubicBezTo>
                    <a:pt x="14441" y="2501"/>
                    <a:pt x="14425" y="2498"/>
                    <a:pt x="14408" y="2493"/>
                  </a:cubicBezTo>
                  <a:cubicBezTo>
                    <a:pt x="14317" y="2462"/>
                    <a:pt x="14226" y="2462"/>
                    <a:pt x="14135" y="2462"/>
                  </a:cubicBezTo>
                  <a:lnTo>
                    <a:pt x="14044" y="2462"/>
                  </a:lnTo>
                  <a:cubicBezTo>
                    <a:pt x="13983" y="2462"/>
                    <a:pt x="13922" y="2614"/>
                    <a:pt x="13892" y="2614"/>
                  </a:cubicBezTo>
                  <a:cubicBezTo>
                    <a:pt x="13770" y="2584"/>
                    <a:pt x="13679" y="2554"/>
                    <a:pt x="13588" y="2523"/>
                  </a:cubicBezTo>
                  <a:lnTo>
                    <a:pt x="13527" y="2523"/>
                  </a:lnTo>
                  <a:cubicBezTo>
                    <a:pt x="13523" y="2519"/>
                    <a:pt x="13519" y="2517"/>
                    <a:pt x="13515" y="2517"/>
                  </a:cubicBezTo>
                  <a:cubicBezTo>
                    <a:pt x="13489" y="2517"/>
                    <a:pt x="13466" y="2592"/>
                    <a:pt x="13466" y="2645"/>
                  </a:cubicBezTo>
                  <a:cubicBezTo>
                    <a:pt x="13466" y="2689"/>
                    <a:pt x="13401" y="2717"/>
                    <a:pt x="13318" y="2717"/>
                  </a:cubicBezTo>
                  <a:cubicBezTo>
                    <a:pt x="13288" y="2717"/>
                    <a:pt x="13256" y="2714"/>
                    <a:pt x="13223" y="2706"/>
                  </a:cubicBezTo>
                  <a:lnTo>
                    <a:pt x="13162" y="2675"/>
                  </a:lnTo>
                  <a:lnTo>
                    <a:pt x="13071" y="2645"/>
                  </a:lnTo>
                  <a:cubicBezTo>
                    <a:pt x="12980" y="2614"/>
                    <a:pt x="12889" y="2584"/>
                    <a:pt x="12797" y="2523"/>
                  </a:cubicBezTo>
                  <a:cubicBezTo>
                    <a:pt x="12797" y="2518"/>
                    <a:pt x="12795" y="2515"/>
                    <a:pt x="12790" y="2515"/>
                  </a:cubicBezTo>
                  <a:cubicBezTo>
                    <a:pt x="12768" y="2515"/>
                    <a:pt x="12701" y="2574"/>
                    <a:pt x="12676" y="2675"/>
                  </a:cubicBezTo>
                  <a:lnTo>
                    <a:pt x="12554" y="2766"/>
                  </a:lnTo>
                  <a:lnTo>
                    <a:pt x="12463" y="2827"/>
                  </a:lnTo>
                  <a:cubicBezTo>
                    <a:pt x="12428" y="2916"/>
                    <a:pt x="12382" y="2963"/>
                    <a:pt x="12344" y="2963"/>
                  </a:cubicBezTo>
                  <a:cubicBezTo>
                    <a:pt x="12317" y="2963"/>
                    <a:pt x="12293" y="2939"/>
                    <a:pt x="12281" y="2888"/>
                  </a:cubicBezTo>
                  <a:lnTo>
                    <a:pt x="12220" y="2797"/>
                  </a:lnTo>
                  <a:lnTo>
                    <a:pt x="12220" y="2766"/>
                  </a:lnTo>
                  <a:cubicBezTo>
                    <a:pt x="12190" y="2751"/>
                    <a:pt x="12159" y="2744"/>
                    <a:pt x="12129" y="2744"/>
                  </a:cubicBezTo>
                  <a:cubicBezTo>
                    <a:pt x="12098" y="2744"/>
                    <a:pt x="12068" y="2751"/>
                    <a:pt x="12038" y="2766"/>
                  </a:cubicBezTo>
                  <a:lnTo>
                    <a:pt x="12038" y="2797"/>
                  </a:lnTo>
                  <a:lnTo>
                    <a:pt x="12038" y="2918"/>
                  </a:lnTo>
                  <a:cubicBezTo>
                    <a:pt x="12068" y="3009"/>
                    <a:pt x="12068" y="3131"/>
                    <a:pt x="12068" y="3222"/>
                  </a:cubicBezTo>
                  <a:cubicBezTo>
                    <a:pt x="11977" y="3131"/>
                    <a:pt x="11916" y="3040"/>
                    <a:pt x="11855" y="2949"/>
                  </a:cubicBezTo>
                  <a:cubicBezTo>
                    <a:pt x="11817" y="2891"/>
                    <a:pt x="11766" y="2870"/>
                    <a:pt x="11711" y="2870"/>
                  </a:cubicBezTo>
                  <a:cubicBezTo>
                    <a:pt x="11679" y="2870"/>
                    <a:pt x="11645" y="2877"/>
                    <a:pt x="11612" y="2888"/>
                  </a:cubicBezTo>
                  <a:cubicBezTo>
                    <a:pt x="11603" y="2897"/>
                    <a:pt x="11586" y="2900"/>
                    <a:pt x="11566" y="2900"/>
                  </a:cubicBezTo>
                  <a:cubicBezTo>
                    <a:pt x="11518" y="2900"/>
                    <a:pt x="11451" y="2879"/>
                    <a:pt x="11430" y="2857"/>
                  </a:cubicBezTo>
                  <a:cubicBezTo>
                    <a:pt x="11421" y="2849"/>
                    <a:pt x="11399" y="2845"/>
                    <a:pt x="11371" y="2845"/>
                  </a:cubicBezTo>
                  <a:cubicBezTo>
                    <a:pt x="11305" y="2845"/>
                    <a:pt x="11208" y="2866"/>
                    <a:pt x="11187" y="2888"/>
                  </a:cubicBezTo>
                  <a:cubicBezTo>
                    <a:pt x="11156" y="2888"/>
                    <a:pt x="11126" y="2949"/>
                    <a:pt x="11156" y="2949"/>
                  </a:cubicBezTo>
                  <a:lnTo>
                    <a:pt x="11156" y="2979"/>
                  </a:lnTo>
                  <a:cubicBezTo>
                    <a:pt x="11156" y="2979"/>
                    <a:pt x="11156" y="3009"/>
                    <a:pt x="11156" y="3040"/>
                  </a:cubicBezTo>
                  <a:cubicBezTo>
                    <a:pt x="11095" y="3070"/>
                    <a:pt x="11065" y="3070"/>
                    <a:pt x="11004" y="3101"/>
                  </a:cubicBezTo>
                  <a:lnTo>
                    <a:pt x="10974" y="3101"/>
                  </a:lnTo>
                  <a:cubicBezTo>
                    <a:pt x="10967" y="3097"/>
                    <a:pt x="10955" y="3096"/>
                    <a:pt x="10939" y="3096"/>
                  </a:cubicBezTo>
                  <a:cubicBezTo>
                    <a:pt x="10830" y="3096"/>
                    <a:pt x="10528" y="3166"/>
                    <a:pt x="10346" y="3166"/>
                  </a:cubicBezTo>
                  <a:cubicBezTo>
                    <a:pt x="10319" y="3166"/>
                    <a:pt x="10295" y="3165"/>
                    <a:pt x="10275" y="3161"/>
                  </a:cubicBezTo>
                  <a:lnTo>
                    <a:pt x="9940" y="3101"/>
                  </a:lnTo>
                  <a:cubicBezTo>
                    <a:pt x="9910" y="3131"/>
                    <a:pt x="9849" y="3192"/>
                    <a:pt x="9849" y="3192"/>
                  </a:cubicBezTo>
                  <a:cubicBezTo>
                    <a:pt x="9910" y="3222"/>
                    <a:pt x="9940" y="3253"/>
                    <a:pt x="10001" y="3283"/>
                  </a:cubicBezTo>
                  <a:cubicBezTo>
                    <a:pt x="10050" y="3283"/>
                    <a:pt x="10079" y="3205"/>
                    <a:pt x="10120" y="3205"/>
                  </a:cubicBezTo>
                  <a:cubicBezTo>
                    <a:pt x="10130" y="3205"/>
                    <a:pt x="10141" y="3210"/>
                    <a:pt x="10153" y="3222"/>
                  </a:cubicBezTo>
                  <a:cubicBezTo>
                    <a:pt x="10183" y="3283"/>
                    <a:pt x="10244" y="3344"/>
                    <a:pt x="10244" y="3374"/>
                  </a:cubicBezTo>
                  <a:lnTo>
                    <a:pt x="10244" y="3435"/>
                  </a:lnTo>
                  <a:cubicBezTo>
                    <a:pt x="10153" y="3465"/>
                    <a:pt x="10305" y="3557"/>
                    <a:pt x="10396" y="3587"/>
                  </a:cubicBezTo>
                  <a:cubicBezTo>
                    <a:pt x="10487" y="3587"/>
                    <a:pt x="10579" y="3587"/>
                    <a:pt x="10579" y="3526"/>
                  </a:cubicBezTo>
                  <a:lnTo>
                    <a:pt x="10579" y="3496"/>
                  </a:lnTo>
                  <a:lnTo>
                    <a:pt x="10579" y="3435"/>
                  </a:lnTo>
                  <a:cubicBezTo>
                    <a:pt x="10548" y="3405"/>
                    <a:pt x="10670" y="3374"/>
                    <a:pt x="10731" y="3374"/>
                  </a:cubicBezTo>
                  <a:cubicBezTo>
                    <a:pt x="10791" y="3374"/>
                    <a:pt x="10822" y="3587"/>
                    <a:pt x="10791" y="3648"/>
                  </a:cubicBezTo>
                  <a:cubicBezTo>
                    <a:pt x="10791" y="3709"/>
                    <a:pt x="10670" y="3800"/>
                    <a:pt x="10518" y="3800"/>
                  </a:cubicBezTo>
                  <a:lnTo>
                    <a:pt x="10366" y="3709"/>
                  </a:lnTo>
                  <a:lnTo>
                    <a:pt x="10183" y="3617"/>
                  </a:lnTo>
                  <a:cubicBezTo>
                    <a:pt x="10031" y="3800"/>
                    <a:pt x="10062" y="3952"/>
                    <a:pt x="10092" y="3952"/>
                  </a:cubicBezTo>
                  <a:lnTo>
                    <a:pt x="10487" y="3952"/>
                  </a:lnTo>
                  <a:lnTo>
                    <a:pt x="10579" y="4073"/>
                  </a:lnTo>
                  <a:cubicBezTo>
                    <a:pt x="10639" y="4073"/>
                    <a:pt x="10639" y="4134"/>
                    <a:pt x="10639" y="4165"/>
                  </a:cubicBezTo>
                  <a:cubicBezTo>
                    <a:pt x="10670" y="4165"/>
                    <a:pt x="10731" y="4073"/>
                    <a:pt x="10731" y="4013"/>
                  </a:cubicBezTo>
                  <a:cubicBezTo>
                    <a:pt x="10731" y="3982"/>
                    <a:pt x="10883" y="3952"/>
                    <a:pt x="10943" y="3952"/>
                  </a:cubicBezTo>
                  <a:cubicBezTo>
                    <a:pt x="10974" y="3952"/>
                    <a:pt x="10974" y="4013"/>
                    <a:pt x="10974" y="4043"/>
                  </a:cubicBezTo>
                  <a:cubicBezTo>
                    <a:pt x="10974" y="4064"/>
                    <a:pt x="11075" y="4099"/>
                    <a:pt x="11148" y="4099"/>
                  </a:cubicBezTo>
                  <a:cubicBezTo>
                    <a:pt x="11181" y="4099"/>
                    <a:pt x="11207" y="4092"/>
                    <a:pt x="11217" y="4073"/>
                  </a:cubicBezTo>
                  <a:cubicBezTo>
                    <a:pt x="11232" y="4043"/>
                    <a:pt x="11270" y="4028"/>
                    <a:pt x="11312" y="4028"/>
                  </a:cubicBezTo>
                  <a:cubicBezTo>
                    <a:pt x="11354" y="4028"/>
                    <a:pt x="11399" y="4043"/>
                    <a:pt x="11430" y="4073"/>
                  </a:cubicBezTo>
                  <a:lnTo>
                    <a:pt x="11521" y="4104"/>
                  </a:lnTo>
                  <a:cubicBezTo>
                    <a:pt x="11538" y="4107"/>
                    <a:pt x="11552" y="4109"/>
                    <a:pt x="11564" y="4109"/>
                  </a:cubicBezTo>
                  <a:cubicBezTo>
                    <a:pt x="11661" y="4109"/>
                    <a:pt x="11619" y="4009"/>
                    <a:pt x="11673" y="3982"/>
                  </a:cubicBezTo>
                  <a:lnTo>
                    <a:pt x="11734" y="3952"/>
                  </a:lnTo>
                  <a:cubicBezTo>
                    <a:pt x="11825" y="3952"/>
                    <a:pt x="11946" y="3982"/>
                    <a:pt x="12038" y="4043"/>
                  </a:cubicBezTo>
                  <a:lnTo>
                    <a:pt x="12038" y="4134"/>
                  </a:lnTo>
                  <a:cubicBezTo>
                    <a:pt x="11946" y="4225"/>
                    <a:pt x="11825" y="4256"/>
                    <a:pt x="11703" y="4286"/>
                  </a:cubicBezTo>
                  <a:lnTo>
                    <a:pt x="11673" y="4286"/>
                  </a:lnTo>
                  <a:cubicBezTo>
                    <a:pt x="11642" y="4316"/>
                    <a:pt x="11582" y="4316"/>
                    <a:pt x="11551" y="4316"/>
                  </a:cubicBezTo>
                  <a:cubicBezTo>
                    <a:pt x="11460" y="4286"/>
                    <a:pt x="11399" y="4256"/>
                    <a:pt x="11308" y="4225"/>
                  </a:cubicBezTo>
                  <a:lnTo>
                    <a:pt x="11247" y="4225"/>
                  </a:lnTo>
                  <a:cubicBezTo>
                    <a:pt x="11231" y="4217"/>
                    <a:pt x="11215" y="4214"/>
                    <a:pt x="11199" y="4214"/>
                  </a:cubicBezTo>
                  <a:cubicBezTo>
                    <a:pt x="11094" y="4214"/>
                    <a:pt x="10992" y="4379"/>
                    <a:pt x="10913" y="4590"/>
                  </a:cubicBezTo>
                  <a:lnTo>
                    <a:pt x="11278" y="4712"/>
                  </a:lnTo>
                  <a:lnTo>
                    <a:pt x="11308" y="4712"/>
                  </a:lnTo>
                  <a:cubicBezTo>
                    <a:pt x="11308" y="4803"/>
                    <a:pt x="11399" y="4894"/>
                    <a:pt x="11490" y="4924"/>
                  </a:cubicBezTo>
                  <a:cubicBezTo>
                    <a:pt x="11521" y="4924"/>
                    <a:pt x="11551" y="4955"/>
                    <a:pt x="11521" y="5016"/>
                  </a:cubicBezTo>
                  <a:lnTo>
                    <a:pt x="11490" y="5076"/>
                  </a:lnTo>
                  <a:lnTo>
                    <a:pt x="11490" y="5107"/>
                  </a:lnTo>
                  <a:cubicBezTo>
                    <a:pt x="11582" y="5137"/>
                    <a:pt x="11665" y="5152"/>
                    <a:pt x="11745" y="5152"/>
                  </a:cubicBezTo>
                  <a:cubicBezTo>
                    <a:pt x="11825" y="5152"/>
                    <a:pt x="11901" y="5137"/>
                    <a:pt x="11977" y="5107"/>
                  </a:cubicBezTo>
                  <a:cubicBezTo>
                    <a:pt x="12098" y="5076"/>
                    <a:pt x="12159" y="4955"/>
                    <a:pt x="12068" y="4833"/>
                  </a:cubicBezTo>
                  <a:lnTo>
                    <a:pt x="12250" y="4803"/>
                  </a:lnTo>
                  <a:lnTo>
                    <a:pt x="12402" y="4772"/>
                  </a:lnTo>
                  <a:lnTo>
                    <a:pt x="12433" y="4772"/>
                  </a:lnTo>
                  <a:cubicBezTo>
                    <a:pt x="12463" y="4772"/>
                    <a:pt x="12494" y="4833"/>
                    <a:pt x="12463" y="4864"/>
                  </a:cubicBezTo>
                  <a:cubicBezTo>
                    <a:pt x="12463" y="4864"/>
                    <a:pt x="12433" y="4985"/>
                    <a:pt x="12402" y="5076"/>
                  </a:cubicBezTo>
                  <a:lnTo>
                    <a:pt x="12402" y="5137"/>
                  </a:lnTo>
                  <a:cubicBezTo>
                    <a:pt x="12418" y="5228"/>
                    <a:pt x="12463" y="5251"/>
                    <a:pt x="12516" y="5251"/>
                  </a:cubicBezTo>
                  <a:cubicBezTo>
                    <a:pt x="12570" y="5251"/>
                    <a:pt x="12630" y="5228"/>
                    <a:pt x="12676" y="5228"/>
                  </a:cubicBezTo>
                  <a:cubicBezTo>
                    <a:pt x="12706" y="5198"/>
                    <a:pt x="12706" y="5137"/>
                    <a:pt x="12706" y="5107"/>
                  </a:cubicBezTo>
                  <a:lnTo>
                    <a:pt x="12645" y="5107"/>
                  </a:lnTo>
                  <a:cubicBezTo>
                    <a:pt x="12494" y="5107"/>
                    <a:pt x="12494" y="5107"/>
                    <a:pt x="12524" y="5016"/>
                  </a:cubicBezTo>
                  <a:lnTo>
                    <a:pt x="12554" y="4985"/>
                  </a:lnTo>
                  <a:cubicBezTo>
                    <a:pt x="12562" y="4971"/>
                    <a:pt x="12581" y="4965"/>
                    <a:pt x="12608" y="4965"/>
                  </a:cubicBezTo>
                  <a:cubicBezTo>
                    <a:pt x="12691" y="4965"/>
                    <a:pt x="12842" y="5023"/>
                    <a:pt x="12889" y="5046"/>
                  </a:cubicBezTo>
                  <a:cubicBezTo>
                    <a:pt x="12980" y="5107"/>
                    <a:pt x="13071" y="5168"/>
                    <a:pt x="13193" y="5168"/>
                  </a:cubicBezTo>
                  <a:cubicBezTo>
                    <a:pt x="13284" y="5168"/>
                    <a:pt x="13345" y="5168"/>
                    <a:pt x="13436" y="5137"/>
                  </a:cubicBezTo>
                  <a:cubicBezTo>
                    <a:pt x="13557" y="5107"/>
                    <a:pt x="13679" y="5107"/>
                    <a:pt x="13801" y="5107"/>
                  </a:cubicBezTo>
                  <a:lnTo>
                    <a:pt x="13953" y="5198"/>
                  </a:lnTo>
                  <a:cubicBezTo>
                    <a:pt x="14036" y="5281"/>
                    <a:pt x="14119" y="5415"/>
                    <a:pt x="14294" y="5415"/>
                  </a:cubicBezTo>
                  <a:cubicBezTo>
                    <a:pt x="14311" y="5415"/>
                    <a:pt x="14329" y="5413"/>
                    <a:pt x="14348" y="5411"/>
                  </a:cubicBezTo>
                  <a:lnTo>
                    <a:pt x="15260" y="5411"/>
                  </a:lnTo>
                  <a:cubicBezTo>
                    <a:pt x="15412" y="5411"/>
                    <a:pt x="15563" y="5411"/>
                    <a:pt x="15715" y="5472"/>
                  </a:cubicBezTo>
                  <a:cubicBezTo>
                    <a:pt x="15733" y="5477"/>
                    <a:pt x="15754" y="5480"/>
                    <a:pt x="15777" y="5480"/>
                  </a:cubicBezTo>
                  <a:cubicBezTo>
                    <a:pt x="15874" y="5480"/>
                    <a:pt x="16012" y="5435"/>
                    <a:pt x="16111" y="5411"/>
                  </a:cubicBezTo>
                  <a:cubicBezTo>
                    <a:pt x="16141" y="5411"/>
                    <a:pt x="16179" y="5418"/>
                    <a:pt x="16213" y="5418"/>
                  </a:cubicBezTo>
                  <a:cubicBezTo>
                    <a:pt x="16247" y="5418"/>
                    <a:pt x="16278" y="5411"/>
                    <a:pt x="16293" y="5380"/>
                  </a:cubicBezTo>
                  <a:cubicBezTo>
                    <a:pt x="16319" y="5328"/>
                    <a:pt x="16323" y="5253"/>
                    <a:pt x="16402" y="5253"/>
                  </a:cubicBezTo>
                  <a:cubicBezTo>
                    <a:pt x="16414" y="5253"/>
                    <a:pt x="16428" y="5255"/>
                    <a:pt x="16445" y="5259"/>
                  </a:cubicBezTo>
                  <a:lnTo>
                    <a:pt x="16506" y="5259"/>
                  </a:lnTo>
                  <a:cubicBezTo>
                    <a:pt x="16567" y="5320"/>
                    <a:pt x="16567" y="5411"/>
                    <a:pt x="16506" y="5472"/>
                  </a:cubicBezTo>
                  <a:lnTo>
                    <a:pt x="16323" y="5472"/>
                  </a:lnTo>
                  <a:cubicBezTo>
                    <a:pt x="16232" y="5563"/>
                    <a:pt x="16141" y="5593"/>
                    <a:pt x="16050" y="5623"/>
                  </a:cubicBezTo>
                  <a:lnTo>
                    <a:pt x="15928" y="5623"/>
                  </a:lnTo>
                  <a:cubicBezTo>
                    <a:pt x="15920" y="5619"/>
                    <a:pt x="15911" y="5617"/>
                    <a:pt x="15902" y="5617"/>
                  </a:cubicBezTo>
                  <a:cubicBezTo>
                    <a:pt x="15844" y="5617"/>
                    <a:pt x="15776" y="5693"/>
                    <a:pt x="15776" y="5745"/>
                  </a:cubicBezTo>
                  <a:cubicBezTo>
                    <a:pt x="15776" y="5752"/>
                    <a:pt x="15768" y="5756"/>
                    <a:pt x="15752" y="5756"/>
                  </a:cubicBezTo>
                  <a:cubicBezTo>
                    <a:pt x="15703" y="5756"/>
                    <a:pt x="15581" y="5716"/>
                    <a:pt x="15442" y="5623"/>
                  </a:cubicBezTo>
                  <a:lnTo>
                    <a:pt x="15168" y="5775"/>
                  </a:lnTo>
                  <a:lnTo>
                    <a:pt x="14925" y="5775"/>
                  </a:lnTo>
                  <a:cubicBezTo>
                    <a:pt x="14773" y="5745"/>
                    <a:pt x="14621" y="5745"/>
                    <a:pt x="14469" y="5745"/>
                  </a:cubicBezTo>
                  <a:lnTo>
                    <a:pt x="14256" y="5745"/>
                  </a:lnTo>
                  <a:cubicBezTo>
                    <a:pt x="14211" y="5745"/>
                    <a:pt x="14135" y="5737"/>
                    <a:pt x="14063" y="5737"/>
                  </a:cubicBezTo>
                  <a:cubicBezTo>
                    <a:pt x="13991" y="5737"/>
                    <a:pt x="13922" y="5745"/>
                    <a:pt x="13892" y="5775"/>
                  </a:cubicBezTo>
                  <a:cubicBezTo>
                    <a:pt x="13831" y="5836"/>
                    <a:pt x="13770" y="5927"/>
                    <a:pt x="13709" y="5988"/>
                  </a:cubicBezTo>
                  <a:cubicBezTo>
                    <a:pt x="13649" y="5988"/>
                    <a:pt x="13466" y="5897"/>
                    <a:pt x="13436" y="5867"/>
                  </a:cubicBezTo>
                  <a:cubicBezTo>
                    <a:pt x="13284" y="5867"/>
                    <a:pt x="13162" y="5867"/>
                    <a:pt x="13041" y="5927"/>
                  </a:cubicBezTo>
                  <a:cubicBezTo>
                    <a:pt x="12980" y="5927"/>
                    <a:pt x="12889" y="5927"/>
                    <a:pt x="12858" y="5867"/>
                  </a:cubicBezTo>
                  <a:cubicBezTo>
                    <a:pt x="12858" y="5861"/>
                    <a:pt x="12854" y="5858"/>
                    <a:pt x="12846" y="5858"/>
                  </a:cubicBezTo>
                  <a:cubicBezTo>
                    <a:pt x="12815" y="5858"/>
                    <a:pt x="12731" y="5903"/>
                    <a:pt x="12706" y="5927"/>
                  </a:cubicBezTo>
                  <a:lnTo>
                    <a:pt x="12402" y="5927"/>
                  </a:lnTo>
                  <a:cubicBezTo>
                    <a:pt x="12281" y="5927"/>
                    <a:pt x="12129" y="5927"/>
                    <a:pt x="12007" y="5958"/>
                  </a:cubicBezTo>
                  <a:cubicBezTo>
                    <a:pt x="11931" y="5973"/>
                    <a:pt x="11855" y="5981"/>
                    <a:pt x="11779" y="5981"/>
                  </a:cubicBezTo>
                  <a:cubicBezTo>
                    <a:pt x="11703" y="5981"/>
                    <a:pt x="11627" y="5973"/>
                    <a:pt x="11551" y="5958"/>
                  </a:cubicBezTo>
                  <a:lnTo>
                    <a:pt x="11399" y="5958"/>
                  </a:lnTo>
                  <a:cubicBezTo>
                    <a:pt x="11247" y="5988"/>
                    <a:pt x="11095" y="6019"/>
                    <a:pt x="10974" y="6079"/>
                  </a:cubicBezTo>
                  <a:cubicBezTo>
                    <a:pt x="10913" y="6079"/>
                    <a:pt x="10913" y="6201"/>
                    <a:pt x="10852" y="6201"/>
                  </a:cubicBezTo>
                  <a:cubicBezTo>
                    <a:pt x="10831" y="6206"/>
                    <a:pt x="10813" y="6209"/>
                    <a:pt x="10798" y="6209"/>
                  </a:cubicBezTo>
                  <a:cubicBezTo>
                    <a:pt x="10731" y="6209"/>
                    <a:pt x="10731" y="6154"/>
                    <a:pt x="10731" y="6079"/>
                  </a:cubicBezTo>
                  <a:lnTo>
                    <a:pt x="10639" y="6079"/>
                  </a:lnTo>
                  <a:cubicBezTo>
                    <a:pt x="10582" y="6137"/>
                    <a:pt x="10499" y="6158"/>
                    <a:pt x="10416" y="6158"/>
                  </a:cubicBezTo>
                  <a:cubicBezTo>
                    <a:pt x="10368" y="6158"/>
                    <a:pt x="10319" y="6151"/>
                    <a:pt x="10275" y="6140"/>
                  </a:cubicBezTo>
                  <a:lnTo>
                    <a:pt x="10062" y="6110"/>
                  </a:lnTo>
                  <a:lnTo>
                    <a:pt x="10062" y="6110"/>
                  </a:lnTo>
                  <a:cubicBezTo>
                    <a:pt x="10080" y="6181"/>
                    <a:pt x="10066" y="6211"/>
                    <a:pt x="10040" y="6211"/>
                  </a:cubicBezTo>
                  <a:cubicBezTo>
                    <a:pt x="10021" y="6211"/>
                    <a:pt x="9996" y="6196"/>
                    <a:pt x="9971" y="6171"/>
                  </a:cubicBezTo>
                  <a:lnTo>
                    <a:pt x="9819" y="6171"/>
                  </a:lnTo>
                  <a:cubicBezTo>
                    <a:pt x="9697" y="6201"/>
                    <a:pt x="9606" y="6231"/>
                    <a:pt x="9484" y="6262"/>
                  </a:cubicBezTo>
                  <a:lnTo>
                    <a:pt x="9393" y="6262"/>
                  </a:lnTo>
                  <a:cubicBezTo>
                    <a:pt x="9363" y="6292"/>
                    <a:pt x="9332" y="6292"/>
                    <a:pt x="9272" y="6323"/>
                  </a:cubicBezTo>
                  <a:cubicBezTo>
                    <a:pt x="9164" y="6344"/>
                    <a:pt x="9057" y="6366"/>
                    <a:pt x="8949" y="6366"/>
                  </a:cubicBezTo>
                  <a:cubicBezTo>
                    <a:pt x="8905" y="6366"/>
                    <a:pt x="8860" y="6362"/>
                    <a:pt x="8816" y="6353"/>
                  </a:cubicBezTo>
                  <a:lnTo>
                    <a:pt x="8724" y="6353"/>
                  </a:lnTo>
                  <a:cubicBezTo>
                    <a:pt x="8603" y="6353"/>
                    <a:pt x="8177" y="6535"/>
                    <a:pt x="8056" y="6535"/>
                  </a:cubicBezTo>
                  <a:cubicBezTo>
                    <a:pt x="7954" y="6535"/>
                    <a:pt x="7718" y="6495"/>
                    <a:pt x="7554" y="6495"/>
                  </a:cubicBezTo>
                  <a:cubicBezTo>
                    <a:pt x="7471" y="6495"/>
                    <a:pt x="7407" y="6505"/>
                    <a:pt x="7387" y="6535"/>
                  </a:cubicBezTo>
                  <a:cubicBezTo>
                    <a:pt x="7348" y="6594"/>
                    <a:pt x="7296" y="6628"/>
                    <a:pt x="7248" y="6628"/>
                  </a:cubicBezTo>
                  <a:cubicBezTo>
                    <a:pt x="7221" y="6628"/>
                    <a:pt x="7196" y="6618"/>
                    <a:pt x="7174" y="6596"/>
                  </a:cubicBezTo>
                  <a:lnTo>
                    <a:pt x="7144" y="6535"/>
                  </a:lnTo>
                  <a:lnTo>
                    <a:pt x="7113" y="6505"/>
                  </a:lnTo>
                  <a:cubicBezTo>
                    <a:pt x="7024" y="6469"/>
                    <a:pt x="6946" y="6455"/>
                    <a:pt x="6865" y="6455"/>
                  </a:cubicBezTo>
                  <a:cubicBezTo>
                    <a:pt x="6809" y="6455"/>
                    <a:pt x="6751" y="6462"/>
                    <a:pt x="6688" y="6475"/>
                  </a:cubicBezTo>
                  <a:lnTo>
                    <a:pt x="6536" y="6535"/>
                  </a:lnTo>
                  <a:cubicBezTo>
                    <a:pt x="6436" y="6586"/>
                    <a:pt x="6335" y="6608"/>
                    <a:pt x="6235" y="6608"/>
                  </a:cubicBezTo>
                  <a:cubicBezTo>
                    <a:pt x="6153" y="6608"/>
                    <a:pt x="6071" y="6593"/>
                    <a:pt x="5989" y="6566"/>
                  </a:cubicBezTo>
                  <a:cubicBezTo>
                    <a:pt x="5928" y="6551"/>
                    <a:pt x="5867" y="6543"/>
                    <a:pt x="5803" y="6543"/>
                  </a:cubicBezTo>
                  <a:cubicBezTo>
                    <a:pt x="5738" y="6543"/>
                    <a:pt x="5670" y="6551"/>
                    <a:pt x="5594" y="6566"/>
                  </a:cubicBezTo>
                  <a:lnTo>
                    <a:pt x="5503" y="6596"/>
                  </a:lnTo>
                  <a:cubicBezTo>
                    <a:pt x="5381" y="6657"/>
                    <a:pt x="5168" y="6748"/>
                    <a:pt x="5077" y="6839"/>
                  </a:cubicBezTo>
                  <a:lnTo>
                    <a:pt x="4925" y="6687"/>
                  </a:lnTo>
                  <a:cubicBezTo>
                    <a:pt x="4918" y="6684"/>
                    <a:pt x="4910" y="6682"/>
                    <a:pt x="4900" y="6682"/>
                  </a:cubicBezTo>
                  <a:cubicBezTo>
                    <a:pt x="4834" y="6682"/>
                    <a:pt x="4709" y="6753"/>
                    <a:pt x="4625" y="6753"/>
                  </a:cubicBezTo>
                  <a:cubicBezTo>
                    <a:pt x="4612" y="6753"/>
                    <a:pt x="4601" y="6752"/>
                    <a:pt x="4591" y="6748"/>
                  </a:cubicBezTo>
                  <a:lnTo>
                    <a:pt x="4317" y="6627"/>
                  </a:lnTo>
                  <a:cubicBezTo>
                    <a:pt x="4195" y="6718"/>
                    <a:pt x="4013" y="6748"/>
                    <a:pt x="3861" y="6748"/>
                  </a:cubicBezTo>
                  <a:cubicBezTo>
                    <a:pt x="3834" y="6739"/>
                    <a:pt x="3810" y="6736"/>
                    <a:pt x="3788" y="6736"/>
                  </a:cubicBezTo>
                  <a:cubicBezTo>
                    <a:pt x="3734" y="6736"/>
                    <a:pt x="3691" y="6757"/>
                    <a:pt x="3648" y="6779"/>
                  </a:cubicBezTo>
                  <a:lnTo>
                    <a:pt x="3588" y="6779"/>
                  </a:lnTo>
                  <a:lnTo>
                    <a:pt x="3284" y="6718"/>
                  </a:lnTo>
                  <a:cubicBezTo>
                    <a:pt x="3149" y="6814"/>
                    <a:pt x="3039" y="6874"/>
                    <a:pt x="2976" y="6874"/>
                  </a:cubicBezTo>
                  <a:cubicBezTo>
                    <a:pt x="2939" y="6874"/>
                    <a:pt x="2919" y="6854"/>
                    <a:pt x="2919" y="6809"/>
                  </a:cubicBezTo>
                  <a:lnTo>
                    <a:pt x="2706" y="6900"/>
                  </a:lnTo>
                  <a:cubicBezTo>
                    <a:pt x="2661" y="6915"/>
                    <a:pt x="2615" y="6923"/>
                    <a:pt x="2569" y="6923"/>
                  </a:cubicBezTo>
                  <a:cubicBezTo>
                    <a:pt x="2524" y="6923"/>
                    <a:pt x="2478" y="6915"/>
                    <a:pt x="2433" y="6900"/>
                  </a:cubicBezTo>
                  <a:cubicBezTo>
                    <a:pt x="2402" y="6870"/>
                    <a:pt x="2357" y="6855"/>
                    <a:pt x="2311" y="6855"/>
                  </a:cubicBezTo>
                  <a:cubicBezTo>
                    <a:pt x="2265" y="6855"/>
                    <a:pt x="2220" y="6870"/>
                    <a:pt x="2189" y="6900"/>
                  </a:cubicBezTo>
                  <a:cubicBezTo>
                    <a:pt x="2176" y="6905"/>
                    <a:pt x="2162" y="6906"/>
                    <a:pt x="2148" y="6906"/>
                  </a:cubicBezTo>
                  <a:cubicBezTo>
                    <a:pt x="2078" y="6906"/>
                    <a:pt x="1997" y="6863"/>
                    <a:pt x="1927" y="6863"/>
                  </a:cubicBezTo>
                  <a:cubicBezTo>
                    <a:pt x="1913" y="6863"/>
                    <a:pt x="1899" y="6865"/>
                    <a:pt x="1885" y="6870"/>
                  </a:cubicBezTo>
                  <a:lnTo>
                    <a:pt x="1794" y="6900"/>
                  </a:lnTo>
                  <a:cubicBezTo>
                    <a:pt x="1673" y="6900"/>
                    <a:pt x="1399" y="6991"/>
                    <a:pt x="1308" y="6991"/>
                  </a:cubicBezTo>
                  <a:cubicBezTo>
                    <a:pt x="1304" y="6990"/>
                    <a:pt x="1300" y="6989"/>
                    <a:pt x="1295" y="6989"/>
                  </a:cubicBezTo>
                  <a:cubicBezTo>
                    <a:pt x="1219" y="6989"/>
                    <a:pt x="1000" y="7204"/>
                    <a:pt x="943" y="7204"/>
                  </a:cubicBezTo>
                  <a:cubicBezTo>
                    <a:pt x="882" y="7174"/>
                    <a:pt x="761" y="7174"/>
                    <a:pt x="670" y="7174"/>
                  </a:cubicBezTo>
                  <a:lnTo>
                    <a:pt x="609" y="7265"/>
                  </a:lnTo>
                  <a:cubicBezTo>
                    <a:pt x="578" y="7295"/>
                    <a:pt x="396" y="7295"/>
                    <a:pt x="335" y="7326"/>
                  </a:cubicBezTo>
                  <a:cubicBezTo>
                    <a:pt x="244" y="7386"/>
                    <a:pt x="183" y="7478"/>
                    <a:pt x="153" y="7599"/>
                  </a:cubicBezTo>
                  <a:cubicBezTo>
                    <a:pt x="122" y="7690"/>
                    <a:pt x="183" y="7782"/>
                    <a:pt x="244" y="7903"/>
                  </a:cubicBezTo>
                  <a:lnTo>
                    <a:pt x="274" y="7994"/>
                  </a:lnTo>
                  <a:cubicBezTo>
                    <a:pt x="305" y="8086"/>
                    <a:pt x="183" y="8207"/>
                    <a:pt x="122" y="8207"/>
                  </a:cubicBezTo>
                  <a:cubicBezTo>
                    <a:pt x="62" y="8238"/>
                    <a:pt x="122" y="8450"/>
                    <a:pt x="62" y="8481"/>
                  </a:cubicBezTo>
                  <a:cubicBezTo>
                    <a:pt x="1" y="8541"/>
                    <a:pt x="92" y="8602"/>
                    <a:pt x="122" y="8633"/>
                  </a:cubicBezTo>
                  <a:cubicBezTo>
                    <a:pt x="183" y="8633"/>
                    <a:pt x="183" y="8754"/>
                    <a:pt x="92" y="8876"/>
                  </a:cubicBezTo>
                  <a:lnTo>
                    <a:pt x="153" y="8937"/>
                  </a:lnTo>
                  <a:lnTo>
                    <a:pt x="335" y="9149"/>
                  </a:lnTo>
                  <a:cubicBezTo>
                    <a:pt x="396" y="9362"/>
                    <a:pt x="487" y="9545"/>
                    <a:pt x="639" y="9727"/>
                  </a:cubicBezTo>
                  <a:lnTo>
                    <a:pt x="548" y="9818"/>
                  </a:lnTo>
                  <a:cubicBezTo>
                    <a:pt x="518" y="9879"/>
                    <a:pt x="548" y="9940"/>
                    <a:pt x="670" y="9970"/>
                  </a:cubicBezTo>
                  <a:lnTo>
                    <a:pt x="791" y="10000"/>
                  </a:lnTo>
                  <a:cubicBezTo>
                    <a:pt x="700" y="10061"/>
                    <a:pt x="609" y="10152"/>
                    <a:pt x="518" y="10213"/>
                  </a:cubicBezTo>
                  <a:cubicBezTo>
                    <a:pt x="457" y="10213"/>
                    <a:pt x="548" y="10335"/>
                    <a:pt x="578" y="10365"/>
                  </a:cubicBezTo>
                  <a:cubicBezTo>
                    <a:pt x="609" y="10426"/>
                    <a:pt x="639" y="10487"/>
                    <a:pt x="609" y="10548"/>
                  </a:cubicBezTo>
                  <a:lnTo>
                    <a:pt x="578" y="10608"/>
                  </a:lnTo>
                  <a:cubicBezTo>
                    <a:pt x="578" y="10730"/>
                    <a:pt x="639" y="10760"/>
                    <a:pt x="730" y="10760"/>
                  </a:cubicBezTo>
                  <a:lnTo>
                    <a:pt x="974" y="10730"/>
                  </a:lnTo>
                  <a:lnTo>
                    <a:pt x="974" y="10730"/>
                  </a:lnTo>
                  <a:cubicBezTo>
                    <a:pt x="943" y="10791"/>
                    <a:pt x="882" y="11004"/>
                    <a:pt x="822" y="11186"/>
                  </a:cubicBezTo>
                  <a:lnTo>
                    <a:pt x="1126" y="11338"/>
                  </a:lnTo>
                  <a:lnTo>
                    <a:pt x="1217" y="11368"/>
                  </a:lnTo>
                  <a:cubicBezTo>
                    <a:pt x="1338" y="11399"/>
                    <a:pt x="1490" y="11429"/>
                    <a:pt x="1612" y="11429"/>
                  </a:cubicBezTo>
                  <a:lnTo>
                    <a:pt x="1733" y="11459"/>
                  </a:lnTo>
                  <a:lnTo>
                    <a:pt x="1946" y="11490"/>
                  </a:lnTo>
                  <a:cubicBezTo>
                    <a:pt x="2129" y="11551"/>
                    <a:pt x="2706" y="11794"/>
                    <a:pt x="2858" y="11824"/>
                  </a:cubicBezTo>
                  <a:cubicBezTo>
                    <a:pt x="3040" y="11855"/>
                    <a:pt x="3223" y="11855"/>
                    <a:pt x="3405" y="11855"/>
                  </a:cubicBezTo>
                  <a:lnTo>
                    <a:pt x="3527" y="11915"/>
                  </a:lnTo>
                  <a:cubicBezTo>
                    <a:pt x="3618" y="11976"/>
                    <a:pt x="3709" y="12007"/>
                    <a:pt x="3800" y="12007"/>
                  </a:cubicBezTo>
                  <a:cubicBezTo>
                    <a:pt x="3827" y="12002"/>
                    <a:pt x="3852" y="12000"/>
                    <a:pt x="3877" y="12000"/>
                  </a:cubicBezTo>
                  <a:cubicBezTo>
                    <a:pt x="3995" y="12000"/>
                    <a:pt x="4089" y="12043"/>
                    <a:pt x="4191" y="12043"/>
                  </a:cubicBezTo>
                  <a:cubicBezTo>
                    <a:pt x="4212" y="12043"/>
                    <a:pt x="4234" y="12041"/>
                    <a:pt x="4256" y="12037"/>
                  </a:cubicBezTo>
                  <a:lnTo>
                    <a:pt x="5168" y="12037"/>
                  </a:lnTo>
                  <a:cubicBezTo>
                    <a:pt x="5259" y="12098"/>
                    <a:pt x="5381" y="12098"/>
                    <a:pt x="5503" y="12098"/>
                  </a:cubicBezTo>
                  <a:lnTo>
                    <a:pt x="5563" y="12128"/>
                  </a:lnTo>
                  <a:lnTo>
                    <a:pt x="5624" y="12189"/>
                  </a:lnTo>
                  <a:lnTo>
                    <a:pt x="5867" y="12371"/>
                  </a:lnTo>
                  <a:cubicBezTo>
                    <a:pt x="5867" y="12402"/>
                    <a:pt x="5776" y="12462"/>
                    <a:pt x="5715" y="12462"/>
                  </a:cubicBezTo>
                  <a:cubicBezTo>
                    <a:pt x="5654" y="12493"/>
                    <a:pt x="5776" y="12554"/>
                    <a:pt x="5958" y="12614"/>
                  </a:cubicBezTo>
                  <a:lnTo>
                    <a:pt x="6019" y="12402"/>
                  </a:lnTo>
                  <a:lnTo>
                    <a:pt x="6050" y="12280"/>
                  </a:lnTo>
                  <a:cubicBezTo>
                    <a:pt x="6202" y="12311"/>
                    <a:pt x="6354" y="12341"/>
                    <a:pt x="6506" y="12432"/>
                  </a:cubicBezTo>
                  <a:cubicBezTo>
                    <a:pt x="6536" y="12462"/>
                    <a:pt x="6566" y="12493"/>
                    <a:pt x="6597" y="12554"/>
                  </a:cubicBezTo>
                  <a:lnTo>
                    <a:pt x="6566" y="12584"/>
                  </a:lnTo>
                  <a:lnTo>
                    <a:pt x="6536" y="12645"/>
                  </a:lnTo>
                  <a:cubicBezTo>
                    <a:pt x="6445" y="12675"/>
                    <a:pt x="6445" y="12797"/>
                    <a:pt x="6536" y="12918"/>
                  </a:cubicBezTo>
                  <a:lnTo>
                    <a:pt x="6627" y="12949"/>
                  </a:lnTo>
                  <a:cubicBezTo>
                    <a:pt x="6718" y="12979"/>
                    <a:pt x="6749" y="13040"/>
                    <a:pt x="6688" y="13101"/>
                  </a:cubicBezTo>
                  <a:lnTo>
                    <a:pt x="6536" y="13101"/>
                  </a:lnTo>
                  <a:lnTo>
                    <a:pt x="6384" y="13010"/>
                  </a:lnTo>
                  <a:cubicBezTo>
                    <a:pt x="6354" y="13070"/>
                    <a:pt x="6323" y="13162"/>
                    <a:pt x="6293" y="13222"/>
                  </a:cubicBezTo>
                  <a:cubicBezTo>
                    <a:pt x="6289" y="13226"/>
                    <a:pt x="6284" y="13227"/>
                    <a:pt x="6276" y="13227"/>
                  </a:cubicBezTo>
                  <a:cubicBezTo>
                    <a:pt x="6211" y="13227"/>
                    <a:pt x="6013" y="13128"/>
                    <a:pt x="5958" y="13101"/>
                  </a:cubicBezTo>
                  <a:cubicBezTo>
                    <a:pt x="5944" y="13091"/>
                    <a:pt x="5927" y="13087"/>
                    <a:pt x="5911" y="13087"/>
                  </a:cubicBezTo>
                  <a:cubicBezTo>
                    <a:pt x="5824" y="13087"/>
                    <a:pt x="5725" y="13202"/>
                    <a:pt x="5776" y="13253"/>
                  </a:cubicBezTo>
                  <a:cubicBezTo>
                    <a:pt x="5837" y="13283"/>
                    <a:pt x="6202" y="13405"/>
                    <a:pt x="6293" y="13496"/>
                  </a:cubicBezTo>
                  <a:cubicBezTo>
                    <a:pt x="6304" y="13503"/>
                    <a:pt x="6315" y="13507"/>
                    <a:pt x="6325" y="13507"/>
                  </a:cubicBezTo>
                  <a:cubicBezTo>
                    <a:pt x="6399" y="13507"/>
                    <a:pt x="6449" y="13340"/>
                    <a:pt x="6475" y="13314"/>
                  </a:cubicBezTo>
                  <a:cubicBezTo>
                    <a:pt x="6486" y="13292"/>
                    <a:pt x="6504" y="13282"/>
                    <a:pt x="6526" y="13282"/>
                  </a:cubicBezTo>
                  <a:cubicBezTo>
                    <a:pt x="6566" y="13282"/>
                    <a:pt x="6618" y="13315"/>
                    <a:pt x="6658" y="13374"/>
                  </a:cubicBezTo>
                  <a:lnTo>
                    <a:pt x="6688" y="13496"/>
                  </a:lnTo>
                  <a:lnTo>
                    <a:pt x="6688" y="13526"/>
                  </a:lnTo>
                  <a:cubicBezTo>
                    <a:pt x="6709" y="13533"/>
                    <a:pt x="6740" y="13535"/>
                    <a:pt x="6777" y="13535"/>
                  </a:cubicBezTo>
                  <a:cubicBezTo>
                    <a:pt x="6843" y="13535"/>
                    <a:pt x="6925" y="13528"/>
                    <a:pt x="6992" y="13528"/>
                  </a:cubicBezTo>
                  <a:cubicBezTo>
                    <a:pt x="7054" y="13528"/>
                    <a:pt x="7102" y="13534"/>
                    <a:pt x="7113" y="13557"/>
                  </a:cubicBezTo>
                  <a:cubicBezTo>
                    <a:pt x="7144" y="13618"/>
                    <a:pt x="7022" y="13861"/>
                    <a:pt x="6962" y="13952"/>
                  </a:cubicBezTo>
                  <a:cubicBezTo>
                    <a:pt x="6901" y="14013"/>
                    <a:pt x="6840" y="14043"/>
                    <a:pt x="6779" y="14104"/>
                  </a:cubicBezTo>
                  <a:lnTo>
                    <a:pt x="6749" y="14104"/>
                  </a:lnTo>
                  <a:cubicBezTo>
                    <a:pt x="6718" y="14104"/>
                    <a:pt x="6688" y="14073"/>
                    <a:pt x="6658" y="14043"/>
                  </a:cubicBezTo>
                  <a:cubicBezTo>
                    <a:pt x="6658" y="14013"/>
                    <a:pt x="6688" y="13952"/>
                    <a:pt x="6658" y="13921"/>
                  </a:cubicBezTo>
                  <a:lnTo>
                    <a:pt x="6627" y="13861"/>
                  </a:lnTo>
                  <a:cubicBezTo>
                    <a:pt x="6621" y="13854"/>
                    <a:pt x="6606" y="13852"/>
                    <a:pt x="6587" y="13852"/>
                  </a:cubicBezTo>
                  <a:cubicBezTo>
                    <a:pt x="6533" y="13852"/>
                    <a:pt x="6443" y="13869"/>
                    <a:pt x="6379" y="13869"/>
                  </a:cubicBezTo>
                  <a:cubicBezTo>
                    <a:pt x="6356" y="13869"/>
                    <a:pt x="6336" y="13867"/>
                    <a:pt x="6323" y="13861"/>
                  </a:cubicBezTo>
                  <a:cubicBezTo>
                    <a:pt x="6309" y="13846"/>
                    <a:pt x="6290" y="13840"/>
                    <a:pt x="6271" y="13840"/>
                  </a:cubicBezTo>
                  <a:cubicBezTo>
                    <a:pt x="6211" y="13840"/>
                    <a:pt x="6141" y="13898"/>
                    <a:pt x="6141" y="13921"/>
                  </a:cubicBezTo>
                  <a:cubicBezTo>
                    <a:pt x="6171" y="13982"/>
                    <a:pt x="6171" y="14043"/>
                    <a:pt x="6141" y="14073"/>
                  </a:cubicBezTo>
                  <a:lnTo>
                    <a:pt x="6110" y="14104"/>
                  </a:lnTo>
                  <a:cubicBezTo>
                    <a:pt x="6019" y="14165"/>
                    <a:pt x="6019" y="14256"/>
                    <a:pt x="6110" y="14256"/>
                  </a:cubicBezTo>
                  <a:cubicBezTo>
                    <a:pt x="6323" y="14286"/>
                    <a:pt x="6171" y="14377"/>
                    <a:pt x="6171" y="14408"/>
                  </a:cubicBezTo>
                  <a:cubicBezTo>
                    <a:pt x="6141" y="14408"/>
                    <a:pt x="6202" y="14499"/>
                    <a:pt x="6232" y="14499"/>
                  </a:cubicBezTo>
                  <a:cubicBezTo>
                    <a:pt x="6270" y="14494"/>
                    <a:pt x="6306" y="14491"/>
                    <a:pt x="6342" y="14491"/>
                  </a:cubicBezTo>
                  <a:cubicBezTo>
                    <a:pt x="6509" y="14491"/>
                    <a:pt x="6659" y="14546"/>
                    <a:pt x="6810" y="14621"/>
                  </a:cubicBezTo>
                  <a:lnTo>
                    <a:pt x="6901" y="14651"/>
                  </a:lnTo>
                  <a:cubicBezTo>
                    <a:pt x="7053" y="14621"/>
                    <a:pt x="7205" y="14621"/>
                    <a:pt x="7357" y="14621"/>
                  </a:cubicBezTo>
                  <a:cubicBezTo>
                    <a:pt x="7448" y="14651"/>
                    <a:pt x="7509" y="14712"/>
                    <a:pt x="7569" y="14803"/>
                  </a:cubicBezTo>
                  <a:lnTo>
                    <a:pt x="7600" y="14803"/>
                  </a:lnTo>
                  <a:cubicBezTo>
                    <a:pt x="7612" y="14809"/>
                    <a:pt x="7624" y="14811"/>
                    <a:pt x="7636" y="14811"/>
                  </a:cubicBezTo>
                  <a:cubicBezTo>
                    <a:pt x="7685" y="14811"/>
                    <a:pt x="7734" y="14773"/>
                    <a:pt x="7782" y="14773"/>
                  </a:cubicBezTo>
                  <a:cubicBezTo>
                    <a:pt x="7843" y="14773"/>
                    <a:pt x="7873" y="14803"/>
                    <a:pt x="7904" y="14833"/>
                  </a:cubicBezTo>
                  <a:cubicBezTo>
                    <a:pt x="7934" y="14894"/>
                    <a:pt x="7965" y="14985"/>
                    <a:pt x="8025" y="14985"/>
                  </a:cubicBezTo>
                  <a:cubicBezTo>
                    <a:pt x="8299" y="15077"/>
                    <a:pt x="8572" y="15137"/>
                    <a:pt x="8846" y="15168"/>
                  </a:cubicBezTo>
                  <a:lnTo>
                    <a:pt x="8998" y="15198"/>
                  </a:lnTo>
                  <a:cubicBezTo>
                    <a:pt x="9089" y="15183"/>
                    <a:pt x="9180" y="15175"/>
                    <a:pt x="9275" y="15175"/>
                  </a:cubicBezTo>
                  <a:cubicBezTo>
                    <a:pt x="9370" y="15175"/>
                    <a:pt x="9469" y="15183"/>
                    <a:pt x="9576" y="15198"/>
                  </a:cubicBezTo>
                  <a:cubicBezTo>
                    <a:pt x="9636" y="15228"/>
                    <a:pt x="9697" y="15259"/>
                    <a:pt x="9788" y="15259"/>
                  </a:cubicBezTo>
                  <a:cubicBezTo>
                    <a:pt x="9857" y="15190"/>
                    <a:pt x="9939" y="15171"/>
                    <a:pt x="10022" y="15171"/>
                  </a:cubicBezTo>
                  <a:cubicBezTo>
                    <a:pt x="10121" y="15171"/>
                    <a:pt x="10222" y="15198"/>
                    <a:pt x="10305" y="15198"/>
                  </a:cubicBezTo>
                  <a:cubicBezTo>
                    <a:pt x="10361" y="15187"/>
                    <a:pt x="10416" y="15180"/>
                    <a:pt x="10470" y="15180"/>
                  </a:cubicBezTo>
                  <a:cubicBezTo>
                    <a:pt x="10564" y="15180"/>
                    <a:pt x="10653" y="15201"/>
                    <a:pt x="10731" y="15259"/>
                  </a:cubicBezTo>
                  <a:cubicBezTo>
                    <a:pt x="10739" y="15263"/>
                    <a:pt x="10749" y="15265"/>
                    <a:pt x="10760" y="15265"/>
                  </a:cubicBezTo>
                  <a:cubicBezTo>
                    <a:pt x="10825" y="15265"/>
                    <a:pt x="10926" y="15198"/>
                    <a:pt x="11004" y="15198"/>
                  </a:cubicBezTo>
                  <a:cubicBezTo>
                    <a:pt x="11069" y="15198"/>
                    <a:pt x="11119" y="15276"/>
                    <a:pt x="11175" y="15276"/>
                  </a:cubicBezTo>
                  <a:cubicBezTo>
                    <a:pt x="11198" y="15276"/>
                    <a:pt x="11221" y="15263"/>
                    <a:pt x="11247" y="15228"/>
                  </a:cubicBezTo>
                  <a:lnTo>
                    <a:pt x="11338" y="15137"/>
                  </a:lnTo>
                  <a:cubicBezTo>
                    <a:pt x="11460" y="15198"/>
                    <a:pt x="11582" y="15259"/>
                    <a:pt x="11703" y="15320"/>
                  </a:cubicBezTo>
                  <a:lnTo>
                    <a:pt x="11825" y="15259"/>
                  </a:lnTo>
                  <a:lnTo>
                    <a:pt x="11916" y="15198"/>
                  </a:lnTo>
                  <a:cubicBezTo>
                    <a:pt x="12098" y="15198"/>
                    <a:pt x="12281" y="15168"/>
                    <a:pt x="12463" y="15107"/>
                  </a:cubicBezTo>
                  <a:lnTo>
                    <a:pt x="12554" y="15198"/>
                  </a:lnTo>
                  <a:lnTo>
                    <a:pt x="12676" y="15289"/>
                  </a:lnTo>
                  <a:cubicBezTo>
                    <a:pt x="12716" y="15269"/>
                    <a:pt x="12770" y="15262"/>
                    <a:pt x="12828" y="15262"/>
                  </a:cubicBezTo>
                  <a:cubicBezTo>
                    <a:pt x="12943" y="15262"/>
                    <a:pt x="13071" y="15289"/>
                    <a:pt x="13132" y="15289"/>
                  </a:cubicBezTo>
                  <a:cubicBezTo>
                    <a:pt x="13284" y="15228"/>
                    <a:pt x="13466" y="15198"/>
                    <a:pt x="13618" y="15198"/>
                  </a:cubicBezTo>
                  <a:lnTo>
                    <a:pt x="14013" y="15198"/>
                  </a:lnTo>
                  <a:cubicBezTo>
                    <a:pt x="14030" y="15204"/>
                    <a:pt x="14047" y="15206"/>
                    <a:pt x="14063" y="15206"/>
                  </a:cubicBezTo>
                  <a:cubicBezTo>
                    <a:pt x="14137" y="15206"/>
                    <a:pt x="14207" y="15157"/>
                    <a:pt x="14256" y="15107"/>
                  </a:cubicBezTo>
                  <a:lnTo>
                    <a:pt x="14378" y="15228"/>
                  </a:lnTo>
                  <a:lnTo>
                    <a:pt x="14408" y="15228"/>
                  </a:lnTo>
                  <a:cubicBezTo>
                    <a:pt x="14484" y="15191"/>
                    <a:pt x="14570" y="15165"/>
                    <a:pt x="14640" y="15165"/>
                  </a:cubicBezTo>
                  <a:cubicBezTo>
                    <a:pt x="14683" y="15165"/>
                    <a:pt x="14720" y="15175"/>
                    <a:pt x="14743" y="15198"/>
                  </a:cubicBezTo>
                  <a:lnTo>
                    <a:pt x="14773" y="15259"/>
                  </a:lnTo>
                  <a:cubicBezTo>
                    <a:pt x="14773" y="15274"/>
                    <a:pt x="14781" y="15282"/>
                    <a:pt x="14792" y="15282"/>
                  </a:cubicBezTo>
                  <a:cubicBezTo>
                    <a:pt x="14804" y="15282"/>
                    <a:pt x="14819" y="15274"/>
                    <a:pt x="14834" y="15259"/>
                  </a:cubicBezTo>
                  <a:lnTo>
                    <a:pt x="14864" y="15259"/>
                  </a:lnTo>
                  <a:lnTo>
                    <a:pt x="14864" y="15228"/>
                  </a:lnTo>
                  <a:cubicBezTo>
                    <a:pt x="14956" y="15213"/>
                    <a:pt x="15039" y="15206"/>
                    <a:pt x="15123" y="15206"/>
                  </a:cubicBezTo>
                  <a:cubicBezTo>
                    <a:pt x="15206" y="15206"/>
                    <a:pt x="15290" y="15213"/>
                    <a:pt x="15381" y="15228"/>
                  </a:cubicBezTo>
                  <a:cubicBezTo>
                    <a:pt x="15503" y="15198"/>
                    <a:pt x="15624" y="15107"/>
                    <a:pt x="15685" y="14985"/>
                  </a:cubicBezTo>
                  <a:cubicBezTo>
                    <a:pt x="15707" y="14964"/>
                    <a:pt x="15743" y="14942"/>
                    <a:pt x="15784" y="14942"/>
                  </a:cubicBezTo>
                  <a:cubicBezTo>
                    <a:pt x="15801" y="14942"/>
                    <a:pt x="15819" y="14946"/>
                    <a:pt x="15837" y="14955"/>
                  </a:cubicBezTo>
                  <a:lnTo>
                    <a:pt x="15867" y="14955"/>
                  </a:lnTo>
                  <a:lnTo>
                    <a:pt x="15989" y="15046"/>
                  </a:lnTo>
                  <a:cubicBezTo>
                    <a:pt x="16080" y="15016"/>
                    <a:pt x="16202" y="15016"/>
                    <a:pt x="16293" y="15016"/>
                  </a:cubicBezTo>
                  <a:lnTo>
                    <a:pt x="16658" y="15137"/>
                  </a:lnTo>
                  <a:lnTo>
                    <a:pt x="16810" y="15046"/>
                  </a:lnTo>
                  <a:cubicBezTo>
                    <a:pt x="16830" y="15036"/>
                    <a:pt x="16850" y="15033"/>
                    <a:pt x="16871" y="15033"/>
                  </a:cubicBezTo>
                  <a:cubicBezTo>
                    <a:pt x="16911" y="15033"/>
                    <a:pt x="16952" y="15046"/>
                    <a:pt x="16992" y="15046"/>
                  </a:cubicBezTo>
                  <a:lnTo>
                    <a:pt x="17053" y="15046"/>
                  </a:lnTo>
                  <a:cubicBezTo>
                    <a:pt x="17056" y="15049"/>
                    <a:pt x="17063" y="15051"/>
                    <a:pt x="17074" y="15051"/>
                  </a:cubicBezTo>
                  <a:cubicBezTo>
                    <a:pt x="17155" y="15051"/>
                    <a:pt x="17435" y="14955"/>
                    <a:pt x="17570" y="14955"/>
                  </a:cubicBezTo>
                  <a:cubicBezTo>
                    <a:pt x="17592" y="14963"/>
                    <a:pt x="17617" y="14966"/>
                    <a:pt x="17643" y="14966"/>
                  </a:cubicBezTo>
                  <a:cubicBezTo>
                    <a:pt x="17720" y="14966"/>
                    <a:pt x="17805" y="14932"/>
                    <a:pt x="17874" y="14864"/>
                  </a:cubicBezTo>
                  <a:lnTo>
                    <a:pt x="17934" y="14955"/>
                  </a:lnTo>
                  <a:cubicBezTo>
                    <a:pt x="17934" y="14985"/>
                    <a:pt x="17874" y="15077"/>
                    <a:pt x="17843" y="15077"/>
                  </a:cubicBezTo>
                  <a:cubicBezTo>
                    <a:pt x="17722" y="15107"/>
                    <a:pt x="17691" y="15168"/>
                    <a:pt x="17752" y="15228"/>
                  </a:cubicBezTo>
                  <a:cubicBezTo>
                    <a:pt x="17764" y="15252"/>
                    <a:pt x="17806" y="15262"/>
                    <a:pt x="17855" y="15262"/>
                  </a:cubicBezTo>
                  <a:cubicBezTo>
                    <a:pt x="17933" y="15262"/>
                    <a:pt x="18026" y="15236"/>
                    <a:pt x="18026" y="15198"/>
                  </a:cubicBezTo>
                  <a:lnTo>
                    <a:pt x="18026" y="14955"/>
                  </a:lnTo>
                  <a:cubicBezTo>
                    <a:pt x="18050" y="14951"/>
                    <a:pt x="18073" y="14949"/>
                    <a:pt x="18097" y="14949"/>
                  </a:cubicBezTo>
                  <a:cubicBezTo>
                    <a:pt x="18255" y="14949"/>
                    <a:pt x="18410" y="15032"/>
                    <a:pt x="18542" y="15137"/>
                  </a:cubicBezTo>
                  <a:cubicBezTo>
                    <a:pt x="18573" y="15198"/>
                    <a:pt x="18664" y="15228"/>
                    <a:pt x="18694" y="15228"/>
                  </a:cubicBezTo>
                  <a:cubicBezTo>
                    <a:pt x="18725" y="15198"/>
                    <a:pt x="18725" y="15168"/>
                    <a:pt x="18694" y="15107"/>
                  </a:cubicBezTo>
                  <a:cubicBezTo>
                    <a:pt x="18755" y="15046"/>
                    <a:pt x="18846" y="15046"/>
                    <a:pt x="18907" y="15016"/>
                  </a:cubicBezTo>
                  <a:lnTo>
                    <a:pt x="18937" y="14985"/>
                  </a:lnTo>
                  <a:cubicBezTo>
                    <a:pt x="18919" y="14931"/>
                    <a:pt x="18978" y="14920"/>
                    <a:pt x="19040" y="14920"/>
                  </a:cubicBezTo>
                  <a:cubicBezTo>
                    <a:pt x="19082" y="14920"/>
                    <a:pt x="19126" y="14925"/>
                    <a:pt x="19150" y="14925"/>
                  </a:cubicBezTo>
                  <a:cubicBezTo>
                    <a:pt x="19211" y="14955"/>
                    <a:pt x="19424" y="15107"/>
                    <a:pt x="19545" y="15137"/>
                  </a:cubicBezTo>
                  <a:cubicBezTo>
                    <a:pt x="19574" y="15144"/>
                    <a:pt x="19603" y="15148"/>
                    <a:pt x="19631" y="15148"/>
                  </a:cubicBezTo>
                  <a:cubicBezTo>
                    <a:pt x="19721" y="15148"/>
                    <a:pt x="19803" y="15109"/>
                    <a:pt x="19849" y="15016"/>
                  </a:cubicBezTo>
                  <a:lnTo>
                    <a:pt x="19910" y="14955"/>
                  </a:lnTo>
                  <a:lnTo>
                    <a:pt x="19940" y="14925"/>
                  </a:lnTo>
                  <a:lnTo>
                    <a:pt x="20244" y="14742"/>
                  </a:lnTo>
                  <a:lnTo>
                    <a:pt x="20336" y="14833"/>
                  </a:lnTo>
                  <a:lnTo>
                    <a:pt x="20396" y="14925"/>
                  </a:lnTo>
                  <a:cubicBezTo>
                    <a:pt x="20518" y="14985"/>
                    <a:pt x="20609" y="15046"/>
                    <a:pt x="20731" y="15107"/>
                  </a:cubicBezTo>
                  <a:lnTo>
                    <a:pt x="20792" y="15046"/>
                  </a:lnTo>
                  <a:lnTo>
                    <a:pt x="20883" y="15016"/>
                  </a:lnTo>
                  <a:cubicBezTo>
                    <a:pt x="20903" y="14996"/>
                    <a:pt x="20928" y="14987"/>
                    <a:pt x="20954" y="14987"/>
                  </a:cubicBezTo>
                  <a:cubicBezTo>
                    <a:pt x="21049" y="14987"/>
                    <a:pt x="21170" y="15090"/>
                    <a:pt x="21217" y="15137"/>
                  </a:cubicBezTo>
                  <a:cubicBezTo>
                    <a:pt x="21232" y="15168"/>
                    <a:pt x="21270" y="15183"/>
                    <a:pt x="21308" y="15183"/>
                  </a:cubicBezTo>
                  <a:cubicBezTo>
                    <a:pt x="21346" y="15183"/>
                    <a:pt x="21384" y="15168"/>
                    <a:pt x="21399" y="15137"/>
                  </a:cubicBezTo>
                  <a:cubicBezTo>
                    <a:pt x="21420" y="15127"/>
                    <a:pt x="21443" y="15124"/>
                    <a:pt x="21467" y="15124"/>
                  </a:cubicBezTo>
                  <a:cubicBezTo>
                    <a:pt x="21514" y="15124"/>
                    <a:pt x="21562" y="15137"/>
                    <a:pt x="21582" y="15137"/>
                  </a:cubicBezTo>
                  <a:cubicBezTo>
                    <a:pt x="21643" y="15107"/>
                    <a:pt x="21703" y="15107"/>
                    <a:pt x="21734" y="15077"/>
                  </a:cubicBezTo>
                  <a:lnTo>
                    <a:pt x="21886" y="15077"/>
                  </a:lnTo>
                  <a:cubicBezTo>
                    <a:pt x="21947" y="15077"/>
                    <a:pt x="22007" y="15046"/>
                    <a:pt x="22038" y="14985"/>
                  </a:cubicBezTo>
                  <a:cubicBezTo>
                    <a:pt x="21977" y="14894"/>
                    <a:pt x="21947" y="14833"/>
                    <a:pt x="21886" y="14742"/>
                  </a:cubicBezTo>
                  <a:lnTo>
                    <a:pt x="21582" y="14742"/>
                  </a:lnTo>
                  <a:cubicBezTo>
                    <a:pt x="21673" y="14681"/>
                    <a:pt x="21764" y="14621"/>
                    <a:pt x="21825" y="14560"/>
                  </a:cubicBezTo>
                  <a:cubicBezTo>
                    <a:pt x="21828" y="14556"/>
                    <a:pt x="21833" y="14555"/>
                    <a:pt x="21838" y="14555"/>
                  </a:cubicBezTo>
                  <a:cubicBezTo>
                    <a:pt x="21881" y="14555"/>
                    <a:pt x="21980" y="14654"/>
                    <a:pt x="22007" y="14681"/>
                  </a:cubicBezTo>
                  <a:cubicBezTo>
                    <a:pt x="22068" y="14742"/>
                    <a:pt x="22129" y="14833"/>
                    <a:pt x="22159" y="14894"/>
                  </a:cubicBezTo>
                  <a:cubicBezTo>
                    <a:pt x="22159" y="14955"/>
                    <a:pt x="22190" y="14985"/>
                    <a:pt x="22251" y="15016"/>
                  </a:cubicBezTo>
                  <a:cubicBezTo>
                    <a:pt x="22281" y="15016"/>
                    <a:pt x="22342" y="14955"/>
                    <a:pt x="22403" y="14864"/>
                  </a:cubicBezTo>
                  <a:lnTo>
                    <a:pt x="22494" y="14773"/>
                  </a:lnTo>
                  <a:lnTo>
                    <a:pt x="22646" y="14773"/>
                  </a:lnTo>
                  <a:cubicBezTo>
                    <a:pt x="22646" y="14833"/>
                    <a:pt x="22646" y="14894"/>
                    <a:pt x="22615" y="14955"/>
                  </a:cubicBezTo>
                  <a:cubicBezTo>
                    <a:pt x="22494" y="15016"/>
                    <a:pt x="22372" y="15077"/>
                    <a:pt x="22251" y="15107"/>
                  </a:cubicBezTo>
                  <a:cubicBezTo>
                    <a:pt x="22159" y="15168"/>
                    <a:pt x="21825" y="15259"/>
                    <a:pt x="21855" y="15320"/>
                  </a:cubicBezTo>
                  <a:cubicBezTo>
                    <a:pt x="21883" y="15361"/>
                    <a:pt x="21947" y="15377"/>
                    <a:pt x="22013" y="15377"/>
                  </a:cubicBezTo>
                  <a:cubicBezTo>
                    <a:pt x="22092" y="15377"/>
                    <a:pt x="22173" y="15353"/>
                    <a:pt x="22190" y="15320"/>
                  </a:cubicBezTo>
                  <a:cubicBezTo>
                    <a:pt x="22220" y="15289"/>
                    <a:pt x="22372" y="15168"/>
                    <a:pt x="22433" y="15168"/>
                  </a:cubicBezTo>
                  <a:cubicBezTo>
                    <a:pt x="22436" y="15169"/>
                    <a:pt x="22441" y="15170"/>
                    <a:pt x="22446" y="15170"/>
                  </a:cubicBezTo>
                  <a:cubicBezTo>
                    <a:pt x="22532" y="15170"/>
                    <a:pt x="22833" y="14948"/>
                    <a:pt x="22919" y="14833"/>
                  </a:cubicBezTo>
                  <a:cubicBezTo>
                    <a:pt x="22937" y="14810"/>
                    <a:pt x="22950" y="14800"/>
                    <a:pt x="22959" y="14800"/>
                  </a:cubicBezTo>
                  <a:cubicBezTo>
                    <a:pt x="22998" y="14800"/>
                    <a:pt x="22968" y="14978"/>
                    <a:pt x="22919" y="15077"/>
                  </a:cubicBezTo>
                  <a:cubicBezTo>
                    <a:pt x="22889" y="15168"/>
                    <a:pt x="22889" y="15259"/>
                    <a:pt x="22919" y="15350"/>
                  </a:cubicBezTo>
                  <a:cubicBezTo>
                    <a:pt x="22934" y="15350"/>
                    <a:pt x="23003" y="15358"/>
                    <a:pt x="23067" y="15358"/>
                  </a:cubicBezTo>
                  <a:cubicBezTo>
                    <a:pt x="23132" y="15358"/>
                    <a:pt x="23193" y="15350"/>
                    <a:pt x="23193" y="15320"/>
                  </a:cubicBezTo>
                  <a:cubicBezTo>
                    <a:pt x="23223" y="15259"/>
                    <a:pt x="23284" y="15077"/>
                    <a:pt x="23345" y="15046"/>
                  </a:cubicBezTo>
                  <a:cubicBezTo>
                    <a:pt x="23406" y="15046"/>
                    <a:pt x="23466" y="15168"/>
                    <a:pt x="23466" y="15228"/>
                  </a:cubicBezTo>
                  <a:cubicBezTo>
                    <a:pt x="23466" y="15259"/>
                    <a:pt x="23558" y="15350"/>
                    <a:pt x="23710" y="15411"/>
                  </a:cubicBezTo>
                  <a:lnTo>
                    <a:pt x="23801" y="15411"/>
                  </a:lnTo>
                  <a:cubicBezTo>
                    <a:pt x="23831" y="15411"/>
                    <a:pt x="23862" y="15411"/>
                    <a:pt x="23862" y="15380"/>
                  </a:cubicBezTo>
                  <a:cubicBezTo>
                    <a:pt x="23801" y="15289"/>
                    <a:pt x="23740" y="15259"/>
                    <a:pt x="23649" y="15198"/>
                  </a:cubicBezTo>
                  <a:cubicBezTo>
                    <a:pt x="23588" y="15168"/>
                    <a:pt x="23710" y="15168"/>
                    <a:pt x="23740" y="15168"/>
                  </a:cubicBezTo>
                  <a:cubicBezTo>
                    <a:pt x="23862" y="15168"/>
                    <a:pt x="23953" y="15198"/>
                    <a:pt x="24044" y="15198"/>
                  </a:cubicBezTo>
                  <a:cubicBezTo>
                    <a:pt x="24105" y="15198"/>
                    <a:pt x="24196" y="15350"/>
                    <a:pt x="24196" y="15411"/>
                  </a:cubicBezTo>
                  <a:cubicBezTo>
                    <a:pt x="24199" y="15416"/>
                    <a:pt x="24202" y="15419"/>
                    <a:pt x="24206" y="15419"/>
                  </a:cubicBezTo>
                  <a:cubicBezTo>
                    <a:pt x="24248" y="15419"/>
                    <a:pt x="24356" y="15160"/>
                    <a:pt x="24439" y="15077"/>
                  </a:cubicBezTo>
                  <a:cubicBezTo>
                    <a:pt x="24530" y="15016"/>
                    <a:pt x="24591" y="14955"/>
                    <a:pt x="24652" y="14894"/>
                  </a:cubicBezTo>
                  <a:cubicBezTo>
                    <a:pt x="24682" y="14864"/>
                    <a:pt x="24804" y="14773"/>
                    <a:pt x="24865" y="14773"/>
                  </a:cubicBezTo>
                  <a:cubicBezTo>
                    <a:pt x="24925" y="14773"/>
                    <a:pt x="24956" y="14833"/>
                    <a:pt x="24986" y="14894"/>
                  </a:cubicBezTo>
                  <a:cubicBezTo>
                    <a:pt x="24986" y="14898"/>
                    <a:pt x="24987" y="14900"/>
                    <a:pt x="24989" y="14900"/>
                  </a:cubicBezTo>
                  <a:cubicBezTo>
                    <a:pt x="25002" y="14900"/>
                    <a:pt x="25055" y="14814"/>
                    <a:pt x="25108" y="14681"/>
                  </a:cubicBezTo>
                  <a:lnTo>
                    <a:pt x="25351" y="14833"/>
                  </a:lnTo>
                  <a:lnTo>
                    <a:pt x="25442" y="14894"/>
                  </a:lnTo>
                  <a:cubicBezTo>
                    <a:pt x="25459" y="14891"/>
                    <a:pt x="25474" y="14890"/>
                    <a:pt x="25487" y="14890"/>
                  </a:cubicBezTo>
                  <a:cubicBezTo>
                    <a:pt x="25624" y="14890"/>
                    <a:pt x="25622" y="15016"/>
                    <a:pt x="25594" y="15016"/>
                  </a:cubicBezTo>
                  <a:lnTo>
                    <a:pt x="25199" y="14925"/>
                  </a:lnTo>
                  <a:lnTo>
                    <a:pt x="25138" y="15107"/>
                  </a:lnTo>
                  <a:cubicBezTo>
                    <a:pt x="25047" y="15107"/>
                    <a:pt x="25229" y="15168"/>
                    <a:pt x="25503" y="15228"/>
                  </a:cubicBezTo>
                  <a:lnTo>
                    <a:pt x="25685" y="15137"/>
                  </a:lnTo>
                  <a:lnTo>
                    <a:pt x="25959" y="15016"/>
                  </a:lnTo>
                  <a:cubicBezTo>
                    <a:pt x="26111" y="15077"/>
                    <a:pt x="26232" y="15228"/>
                    <a:pt x="26263" y="15380"/>
                  </a:cubicBezTo>
                  <a:cubicBezTo>
                    <a:pt x="26248" y="15396"/>
                    <a:pt x="26278" y="15403"/>
                    <a:pt x="26331" y="15403"/>
                  </a:cubicBezTo>
                  <a:cubicBezTo>
                    <a:pt x="26384" y="15403"/>
                    <a:pt x="26460" y="15396"/>
                    <a:pt x="26536" y="15380"/>
                  </a:cubicBezTo>
                  <a:lnTo>
                    <a:pt x="26749" y="15472"/>
                  </a:lnTo>
                  <a:lnTo>
                    <a:pt x="26840" y="15532"/>
                  </a:lnTo>
                  <a:cubicBezTo>
                    <a:pt x="27083" y="15502"/>
                    <a:pt x="27205" y="15380"/>
                    <a:pt x="27205" y="15380"/>
                  </a:cubicBezTo>
                  <a:cubicBezTo>
                    <a:pt x="27175" y="15350"/>
                    <a:pt x="27205" y="15320"/>
                    <a:pt x="27235" y="15320"/>
                  </a:cubicBezTo>
                  <a:lnTo>
                    <a:pt x="27296" y="15320"/>
                  </a:lnTo>
                  <a:cubicBezTo>
                    <a:pt x="27324" y="15320"/>
                    <a:pt x="27628" y="15445"/>
                    <a:pt x="27729" y="15445"/>
                  </a:cubicBezTo>
                  <a:cubicBezTo>
                    <a:pt x="27739" y="15445"/>
                    <a:pt x="27747" y="15444"/>
                    <a:pt x="27752" y="15441"/>
                  </a:cubicBezTo>
                  <a:cubicBezTo>
                    <a:pt x="27843" y="15380"/>
                    <a:pt x="27935" y="15350"/>
                    <a:pt x="27995" y="15289"/>
                  </a:cubicBezTo>
                  <a:lnTo>
                    <a:pt x="28087" y="15380"/>
                  </a:lnTo>
                  <a:lnTo>
                    <a:pt x="28269" y="15532"/>
                  </a:lnTo>
                  <a:cubicBezTo>
                    <a:pt x="28482" y="15411"/>
                    <a:pt x="28542" y="15228"/>
                    <a:pt x="28482" y="15228"/>
                  </a:cubicBezTo>
                  <a:cubicBezTo>
                    <a:pt x="28474" y="15220"/>
                    <a:pt x="28481" y="15217"/>
                    <a:pt x="28496" y="15217"/>
                  </a:cubicBezTo>
                  <a:cubicBezTo>
                    <a:pt x="28538" y="15217"/>
                    <a:pt x="28642" y="15245"/>
                    <a:pt x="28664" y="15289"/>
                  </a:cubicBezTo>
                  <a:cubicBezTo>
                    <a:pt x="28694" y="15350"/>
                    <a:pt x="28725" y="15411"/>
                    <a:pt x="28755" y="15472"/>
                  </a:cubicBezTo>
                  <a:lnTo>
                    <a:pt x="28786" y="15472"/>
                  </a:lnTo>
                  <a:cubicBezTo>
                    <a:pt x="28846" y="15472"/>
                    <a:pt x="28877" y="15441"/>
                    <a:pt x="28907" y="15411"/>
                  </a:cubicBezTo>
                  <a:lnTo>
                    <a:pt x="28968" y="15350"/>
                  </a:lnTo>
                  <a:cubicBezTo>
                    <a:pt x="28998" y="15320"/>
                    <a:pt x="29044" y="15304"/>
                    <a:pt x="29090" y="15304"/>
                  </a:cubicBezTo>
                  <a:cubicBezTo>
                    <a:pt x="29135" y="15304"/>
                    <a:pt x="29181" y="15320"/>
                    <a:pt x="29211" y="15350"/>
                  </a:cubicBezTo>
                  <a:cubicBezTo>
                    <a:pt x="29226" y="15380"/>
                    <a:pt x="29242" y="15396"/>
                    <a:pt x="29257" y="15396"/>
                  </a:cubicBezTo>
                  <a:cubicBezTo>
                    <a:pt x="29272" y="15396"/>
                    <a:pt x="29287" y="15380"/>
                    <a:pt x="29302" y="15350"/>
                  </a:cubicBezTo>
                  <a:lnTo>
                    <a:pt x="29302" y="15320"/>
                  </a:lnTo>
                  <a:cubicBezTo>
                    <a:pt x="29333" y="15289"/>
                    <a:pt x="29272" y="15168"/>
                    <a:pt x="29394" y="15168"/>
                  </a:cubicBezTo>
                  <a:cubicBezTo>
                    <a:pt x="29515" y="15168"/>
                    <a:pt x="29515" y="15228"/>
                    <a:pt x="29515" y="15320"/>
                  </a:cubicBezTo>
                  <a:lnTo>
                    <a:pt x="29515" y="15380"/>
                  </a:lnTo>
                  <a:cubicBezTo>
                    <a:pt x="29515" y="15441"/>
                    <a:pt x="29606" y="15502"/>
                    <a:pt x="29697" y="15502"/>
                  </a:cubicBezTo>
                  <a:lnTo>
                    <a:pt x="29758" y="15502"/>
                  </a:lnTo>
                  <a:cubicBezTo>
                    <a:pt x="29880" y="15502"/>
                    <a:pt x="30001" y="15441"/>
                    <a:pt x="30123" y="15411"/>
                  </a:cubicBezTo>
                  <a:lnTo>
                    <a:pt x="30336" y="15259"/>
                  </a:lnTo>
                  <a:cubicBezTo>
                    <a:pt x="30336" y="15350"/>
                    <a:pt x="30366" y="15441"/>
                    <a:pt x="30397" y="15502"/>
                  </a:cubicBezTo>
                  <a:cubicBezTo>
                    <a:pt x="30397" y="15502"/>
                    <a:pt x="30609" y="15502"/>
                    <a:pt x="30609" y="15472"/>
                  </a:cubicBezTo>
                  <a:cubicBezTo>
                    <a:pt x="30609" y="15441"/>
                    <a:pt x="30647" y="15426"/>
                    <a:pt x="30689" y="15426"/>
                  </a:cubicBezTo>
                  <a:cubicBezTo>
                    <a:pt x="30731" y="15426"/>
                    <a:pt x="30777" y="15441"/>
                    <a:pt x="30792" y="15472"/>
                  </a:cubicBezTo>
                  <a:cubicBezTo>
                    <a:pt x="31005" y="15532"/>
                    <a:pt x="31187" y="15563"/>
                    <a:pt x="31400" y="15593"/>
                  </a:cubicBezTo>
                  <a:cubicBezTo>
                    <a:pt x="31521" y="15593"/>
                    <a:pt x="31643" y="15593"/>
                    <a:pt x="31734" y="15563"/>
                  </a:cubicBezTo>
                  <a:lnTo>
                    <a:pt x="31764" y="15502"/>
                  </a:lnTo>
                  <a:lnTo>
                    <a:pt x="31795" y="15502"/>
                  </a:lnTo>
                  <a:cubicBezTo>
                    <a:pt x="31798" y="15499"/>
                    <a:pt x="31803" y="15498"/>
                    <a:pt x="31810" y="15498"/>
                  </a:cubicBezTo>
                  <a:cubicBezTo>
                    <a:pt x="31879" y="15498"/>
                    <a:pt x="32140" y="15624"/>
                    <a:pt x="32251" y="15624"/>
                  </a:cubicBezTo>
                  <a:cubicBezTo>
                    <a:pt x="32261" y="15626"/>
                    <a:pt x="32271" y="15627"/>
                    <a:pt x="32280" y="15627"/>
                  </a:cubicBezTo>
                  <a:cubicBezTo>
                    <a:pt x="32418" y="15627"/>
                    <a:pt x="32524" y="15437"/>
                    <a:pt x="32524" y="15380"/>
                  </a:cubicBezTo>
                  <a:cubicBezTo>
                    <a:pt x="32524" y="15375"/>
                    <a:pt x="32527" y="15373"/>
                    <a:pt x="32532" y="15373"/>
                  </a:cubicBezTo>
                  <a:cubicBezTo>
                    <a:pt x="32557" y="15373"/>
                    <a:pt x="32642" y="15432"/>
                    <a:pt x="32767" y="15532"/>
                  </a:cubicBezTo>
                  <a:lnTo>
                    <a:pt x="33011" y="15532"/>
                  </a:lnTo>
                  <a:cubicBezTo>
                    <a:pt x="33071" y="15563"/>
                    <a:pt x="33163" y="15563"/>
                    <a:pt x="33223" y="15593"/>
                  </a:cubicBezTo>
                  <a:lnTo>
                    <a:pt x="33345" y="15624"/>
                  </a:lnTo>
                  <a:cubicBezTo>
                    <a:pt x="33497" y="15593"/>
                    <a:pt x="33527" y="15532"/>
                    <a:pt x="33497" y="15532"/>
                  </a:cubicBezTo>
                  <a:cubicBezTo>
                    <a:pt x="33467" y="15532"/>
                    <a:pt x="33527" y="15441"/>
                    <a:pt x="33649" y="15350"/>
                  </a:cubicBezTo>
                  <a:lnTo>
                    <a:pt x="33771" y="15320"/>
                  </a:lnTo>
                  <a:cubicBezTo>
                    <a:pt x="33816" y="15289"/>
                    <a:pt x="33854" y="15274"/>
                    <a:pt x="33892" y="15274"/>
                  </a:cubicBezTo>
                  <a:cubicBezTo>
                    <a:pt x="33930" y="15274"/>
                    <a:pt x="33968" y="15289"/>
                    <a:pt x="34014" y="15320"/>
                  </a:cubicBezTo>
                  <a:cubicBezTo>
                    <a:pt x="34074" y="15380"/>
                    <a:pt x="34014" y="15502"/>
                    <a:pt x="34135" y="15593"/>
                  </a:cubicBezTo>
                  <a:cubicBezTo>
                    <a:pt x="34161" y="15608"/>
                    <a:pt x="34184" y="15614"/>
                    <a:pt x="34206" y="15614"/>
                  </a:cubicBezTo>
                  <a:cubicBezTo>
                    <a:pt x="34284" y="15614"/>
                    <a:pt x="34345" y="15542"/>
                    <a:pt x="34400" y="15542"/>
                  </a:cubicBezTo>
                  <a:cubicBezTo>
                    <a:pt x="34424" y="15542"/>
                    <a:pt x="34447" y="15555"/>
                    <a:pt x="34470" y="15593"/>
                  </a:cubicBezTo>
                  <a:lnTo>
                    <a:pt x="34561" y="15684"/>
                  </a:lnTo>
                  <a:cubicBezTo>
                    <a:pt x="34682" y="15654"/>
                    <a:pt x="34804" y="15654"/>
                    <a:pt x="34926" y="15654"/>
                  </a:cubicBezTo>
                  <a:lnTo>
                    <a:pt x="34986" y="15654"/>
                  </a:lnTo>
                  <a:cubicBezTo>
                    <a:pt x="35017" y="15654"/>
                    <a:pt x="35017" y="15624"/>
                    <a:pt x="35078" y="15624"/>
                  </a:cubicBezTo>
                  <a:lnTo>
                    <a:pt x="35260" y="15624"/>
                  </a:lnTo>
                  <a:cubicBezTo>
                    <a:pt x="35301" y="15664"/>
                    <a:pt x="35335" y="15679"/>
                    <a:pt x="35365" y="15679"/>
                  </a:cubicBezTo>
                  <a:cubicBezTo>
                    <a:pt x="35441" y="15679"/>
                    <a:pt x="35495" y="15590"/>
                    <a:pt x="35570" y="15590"/>
                  </a:cubicBezTo>
                  <a:cubicBezTo>
                    <a:pt x="35578" y="15590"/>
                    <a:pt x="35586" y="15591"/>
                    <a:pt x="35594" y="15593"/>
                  </a:cubicBezTo>
                  <a:lnTo>
                    <a:pt x="35716" y="15654"/>
                  </a:lnTo>
                  <a:cubicBezTo>
                    <a:pt x="35868" y="15654"/>
                    <a:pt x="35989" y="15624"/>
                    <a:pt x="36111" y="15593"/>
                  </a:cubicBezTo>
                  <a:lnTo>
                    <a:pt x="36141" y="15593"/>
                  </a:lnTo>
                  <a:lnTo>
                    <a:pt x="36324" y="15745"/>
                  </a:lnTo>
                  <a:cubicBezTo>
                    <a:pt x="36567" y="15745"/>
                    <a:pt x="36810" y="15684"/>
                    <a:pt x="37053" y="15624"/>
                  </a:cubicBezTo>
                  <a:cubicBezTo>
                    <a:pt x="37053" y="15602"/>
                    <a:pt x="37061" y="15592"/>
                    <a:pt x="37073" y="15592"/>
                  </a:cubicBezTo>
                  <a:cubicBezTo>
                    <a:pt x="37096" y="15592"/>
                    <a:pt x="37136" y="15626"/>
                    <a:pt x="37175" y="15684"/>
                  </a:cubicBezTo>
                  <a:lnTo>
                    <a:pt x="37296" y="15684"/>
                  </a:lnTo>
                  <a:lnTo>
                    <a:pt x="37540" y="15624"/>
                  </a:lnTo>
                  <a:lnTo>
                    <a:pt x="38178" y="15624"/>
                  </a:lnTo>
                  <a:cubicBezTo>
                    <a:pt x="38208" y="15624"/>
                    <a:pt x="38421" y="15654"/>
                    <a:pt x="38664" y="15715"/>
                  </a:cubicBezTo>
                  <a:lnTo>
                    <a:pt x="39090" y="15654"/>
                  </a:lnTo>
                  <a:cubicBezTo>
                    <a:pt x="39090" y="15624"/>
                    <a:pt x="39151" y="15624"/>
                    <a:pt x="39151" y="15624"/>
                  </a:cubicBezTo>
                  <a:lnTo>
                    <a:pt x="39272" y="15745"/>
                  </a:lnTo>
                  <a:cubicBezTo>
                    <a:pt x="39515" y="15715"/>
                    <a:pt x="39728" y="15715"/>
                    <a:pt x="39941" y="15715"/>
                  </a:cubicBezTo>
                  <a:cubicBezTo>
                    <a:pt x="40070" y="15736"/>
                    <a:pt x="40184" y="15758"/>
                    <a:pt x="40293" y="15758"/>
                  </a:cubicBezTo>
                  <a:cubicBezTo>
                    <a:pt x="40338" y="15758"/>
                    <a:pt x="40383" y="15754"/>
                    <a:pt x="40427" y="15745"/>
                  </a:cubicBezTo>
                  <a:cubicBezTo>
                    <a:pt x="40518" y="15715"/>
                    <a:pt x="40610" y="15715"/>
                    <a:pt x="40670" y="15715"/>
                  </a:cubicBezTo>
                  <a:lnTo>
                    <a:pt x="40731" y="15715"/>
                  </a:lnTo>
                  <a:cubicBezTo>
                    <a:pt x="40796" y="15736"/>
                    <a:pt x="40875" y="15758"/>
                    <a:pt x="40927" y="15758"/>
                  </a:cubicBezTo>
                  <a:cubicBezTo>
                    <a:pt x="40949" y="15758"/>
                    <a:pt x="40965" y="15754"/>
                    <a:pt x="40974" y="15745"/>
                  </a:cubicBezTo>
                  <a:cubicBezTo>
                    <a:pt x="41058" y="15695"/>
                    <a:pt x="41151" y="15672"/>
                    <a:pt x="41248" y="15672"/>
                  </a:cubicBezTo>
                  <a:cubicBezTo>
                    <a:pt x="41327" y="15672"/>
                    <a:pt x="41409" y="15687"/>
                    <a:pt x="41491" y="15715"/>
                  </a:cubicBezTo>
                  <a:lnTo>
                    <a:pt x="41643" y="15745"/>
                  </a:lnTo>
                  <a:cubicBezTo>
                    <a:pt x="41765" y="15715"/>
                    <a:pt x="41886" y="15684"/>
                    <a:pt x="42008" y="15684"/>
                  </a:cubicBezTo>
                  <a:cubicBezTo>
                    <a:pt x="42069" y="15733"/>
                    <a:pt x="42120" y="15757"/>
                    <a:pt x="42161" y="15757"/>
                  </a:cubicBezTo>
                  <a:cubicBezTo>
                    <a:pt x="42223" y="15757"/>
                    <a:pt x="42263" y="15703"/>
                    <a:pt x="42281" y="15593"/>
                  </a:cubicBezTo>
                  <a:lnTo>
                    <a:pt x="42433" y="15593"/>
                  </a:lnTo>
                  <a:cubicBezTo>
                    <a:pt x="42494" y="15654"/>
                    <a:pt x="42798" y="15715"/>
                    <a:pt x="42889" y="15745"/>
                  </a:cubicBezTo>
                  <a:lnTo>
                    <a:pt x="43072" y="15806"/>
                  </a:lnTo>
                  <a:cubicBezTo>
                    <a:pt x="43315" y="15745"/>
                    <a:pt x="43588" y="15745"/>
                    <a:pt x="43831" y="15745"/>
                  </a:cubicBezTo>
                  <a:lnTo>
                    <a:pt x="44318" y="15745"/>
                  </a:lnTo>
                  <a:cubicBezTo>
                    <a:pt x="44455" y="15760"/>
                    <a:pt x="44591" y="15768"/>
                    <a:pt x="44728" y="15768"/>
                  </a:cubicBezTo>
                  <a:cubicBezTo>
                    <a:pt x="44865" y="15768"/>
                    <a:pt x="45002" y="15760"/>
                    <a:pt x="45139" y="15745"/>
                  </a:cubicBezTo>
                  <a:cubicBezTo>
                    <a:pt x="45149" y="15724"/>
                    <a:pt x="45179" y="15714"/>
                    <a:pt x="45223" y="15714"/>
                  </a:cubicBezTo>
                  <a:cubicBezTo>
                    <a:pt x="45302" y="15714"/>
                    <a:pt x="45427" y="15747"/>
                    <a:pt x="45564" y="15806"/>
                  </a:cubicBezTo>
                  <a:lnTo>
                    <a:pt x="45777" y="15745"/>
                  </a:lnTo>
                  <a:cubicBezTo>
                    <a:pt x="45830" y="15736"/>
                    <a:pt x="45884" y="15733"/>
                    <a:pt x="45936" y="15733"/>
                  </a:cubicBezTo>
                  <a:cubicBezTo>
                    <a:pt x="46063" y="15733"/>
                    <a:pt x="46186" y="15754"/>
                    <a:pt x="46294" y="15776"/>
                  </a:cubicBezTo>
                  <a:lnTo>
                    <a:pt x="46354" y="15776"/>
                  </a:lnTo>
                  <a:cubicBezTo>
                    <a:pt x="46567" y="15776"/>
                    <a:pt x="46780" y="15715"/>
                    <a:pt x="46993" y="15684"/>
                  </a:cubicBezTo>
                  <a:lnTo>
                    <a:pt x="47236" y="15776"/>
                  </a:lnTo>
                  <a:cubicBezTo>
                    <a:pt x="47266" y="15791"/>
                    <a:pt x="47304" y="15798"/>
                    <a:pt x="47346" y="15798"/>
                  </a:cubicBezTo>
                  <a:cubicBezTo>
                    <a:pt x="47388" y="15798"/>
                    <a:pt x="47433" y="15791"/>
                    <a:pt x="47479" y="15776"/>
                  </a:cubicBezTo>
                  <a:cubicBezTo>
                    <a:pt x="47540" y="15776"/>
                    <a:pt x="47601" y="15715"/>
                    <a:pt x="47692" y="15715"/>
                  </a:cubicBezTo>
                  <a:cubicBezTo>
                    <a:pt x="47753" y="15715"/>
                    <a:pt x="47813" y="15776"/>
                    <a:pt x="47905" y="15776"/>
                  </a:cubicBezTo>
                  <a:lnTo>
                    <a:pt x="47935" y="15776"/>
                  </a:lnTo>
                  <a:cubicBezTo>
                    <a:pt x="48056" y="15654"/>
                    <a:pt x="48178" y="15593"/>
                    <a:pt x="48330" y="15532"/>
                  </a:cubicBezTo>
                  <a:cubicBezTo>
                    <a:pt x="48340" y="15529"/>
                    <a:pt x="48348" y="15528"/>
                    <a:pt x="48354" y="15528"/>
                  </a:cubicBezTo>
                  <a:cubicBezTo>
                    <a:pt x="48402" y="15528"/>
                    <a:pt x="48323" y="15630"/>
                    <a:pt x="48269" y="15684"/>
                  </a:cubicBezTo>
                  <a:cubicBezTo>
                    <a:pt x="48217" y="15711"/>
                    <a:pt x="48300" y="15782"/>
                    <a:pt x="48362" y="15782"/>
                  </a:cubicBezTo>
                  <a:cubicBezTo>
                    <a:pt x="48373" y="15782"/>
                    <a:pt x="48382" y="15780"/>
                    <a:pt x="48391" y="15776"/>
                  </a:cubicBezTo>
                  <a:cubicBezTo>
                    <a:pt x="48396" y="15773"/>
                    <a:pt x="48406" y="15772"/>
                    <a:pt x="48418" y="15772"/>
                  </a:cubicBezTo>
                  <a:cubicBezTo>
                    <a:pt x="48526" y="15772"/>
                    <a:pt x="48876" y="15871"/>
                    <a:pt x="49086" y="15871"/>
                  </a:cubicBezTo>
                  <a:cubicBezTo>
                    <a:pt x="49109" y="15871"/>
                    <a:pt x="49131" y="15870"/>
                    <a:pt x="49151" y="15867"/>
                  </a:cubicBezTo>
                  <a:cubicBezTo>
                    <a:pt x="49272" y="15867"/>
                    <a:pt x="49394" y="15836"/>
                    <a:pt x="49515" y="15836"/>
                  </a:cubicBezTo>
                  <a:lnTo>
                    <a:pt x="49546" y="15836"/>
                  </a:lnTo>
                  <a:cubicBezTo>
                    <a:pt x="49637" y="15776"/>
                    <a:pt x="49683" y="15745"/>
                    <a:pt x="49724" y="15745"/>
                  </a:cubicBezTo>
                  <a:cubicBezTo>
                    <a:pt x="49766" y="15745"/>
                    <a:pt x="49804" y="15776"/>
                    <a:pt x="49880" y="15836"/>
                  </a:cubicBezTo>
                  <a:lnTo>
                    <a:pt x="49911" y="15867"/>
                  </a:lnTo>
                  <a:cubicBezTo>
                    <a:pt x="49916" y="15870"/>
                    <a:pt x="49922" y="15871"/>
                    <a:pt x="49928" y="15871"/>
                  </a:cubicBezTo>
                  <a:cubicBezTo>
                    <a:pt x="49987" y="15871"/>
                    <a:pt x="50063" y="15742"/>
                    <a:pt x="50063" y="15715"/>
                  </a:cubicBezTo>
                  <a:cubicBezTo>
                    <a:pt x="50063" y="15684"/>
                    <a:pt x="50093" y="15654"/>
                    <a:pt x="50123" y="15624"/>
                  </a:cubicBezTo>
                  <a:cubicBezTo>
                    <a:pt x="50154" y="15684"/>
                    <a:pt x="50154" y="15745"/>
                    <a:pt x="50184" y="15806"/>
                  </a:cubicBezTo>
                  <a:cubicBezTo>
                    <a:pt x="50184" y="15836"/>
                    <a:pt x="50336" y="15867"/>
                    <a:pt x="50488" y="15867"/>
                  </a:cubicBezTo>
                  <a:lnTo>
                    <a:pt x="50640" y="15867"/>
                  </a:lnTo>
                  <a:lnTo>
                    <a:pt x="50792" y="15897"/>
                  </a:lnTo>
                  <a:cubicBezTo>
                    <a:pt x="50944" y="15897"/>
                    <a:pt x="51187" y="15867"/>
                    <a:pt x="51309" y="15867"/>
                  </a:cubicBezTo>
                  <a:lnTo>
                    <a:pt x="51552" y="15867"/>
                  </a:lnTo>
                  <a:cubicBezTo>
                    <a:pt x="51579" y="15813"/>
                    <a:pt x="51655" y="15710"/>
                    <a:pt x="51714" y="15710"/>
                  </a:cubicBezTo>
                  <a:cubicBezTo>
                    <a:pt x="51721" y="15710"/>
                    <a:pt x="51728" y="15712"/>
                    <a:pt x="51734" y="15715"/>
                  </a:cubicBezTo>
                  <a:cubicBezTo>
                    <a:pt x="51795" y="15745"/>
                    <a:pt x="51826" y="15806"/>
                    <a:pt x="51856" y="15867"/>
                  </a:cubicBezTo>
                  <a:cubicBezTo>
                    <a:pt x="51947" y="15836"/>
                    <a:pt x="52038" y="15806"/>
                    <a:pt x="52130" y="15776"/>
                  </a:cubicBezTo>
                  <a:lnTo>
                    <a:pt x="52525" y="15776"/>
                  </a:lnTo>
                  <a:cubicBezTo>
                    <a:pt x="52616" y="15776"/>
                    <a:pt x="52707" y="15745"/>
                    <a:pt x="52768" y="15684"/>
                  </a:cubicBezTo>
                  <a:lnTo>
                    <a:pt x="52859" y="15836"/>
                  </a:lnTo>
                  <a:cubicBezTo>
                    <a:pt x="52889" y="15867"/>
                    <a:pt x="53102" y="15867"/>
                    <a:pt x="53254" y="15867"/>
                  </a:cubicBezTo>
                  <a:lnTo>
                    <a:pt x="53467" y="15867"/>
                  </a:lnTo>
                  <a:cubicBezTo>
                    <a:pt x="53560" y="15844"/>
                    <a:pt x="53653" y="15834"/>
                    <a:pt x="53746" y="15834"/>
                  </a:cubicBezTo>
                  <a:cubicBezTo>
                    <a:pt x="53896" y="15834"/>
                    <a:pt x="54046" y="15860"/>
                    <a:pt x="54196" y="15897"/>
                  </a:cubicBezTo>
                  <a:lnTo>
                    <a:pt x="54288" y="15867"/>
                  </a:lnTo>
                  <a:cubicBezTo>
                    <a:pt x="54303" y="15859"/>
                    <a:pt x="54318" y="15856"/>
                    <a:pt x="54331" y="15856"/>
                  </a:cubicBezTo>
                  <a:cubicBezTo>
                    <a:pt x="54396" y="15856"/>
                    <a:pt x="54435" y="15935"/>
                    <a:pt x="54503" y="15935"/>
                  </a:cubicBezTo>
                  <a:cubicBezTo>
                    <a:pt x="54528" y="15935"/>
                    <a:pt x="54557" y="15925"/>
                    <a:pt x="54592" y="15897"/>
                  </a:cubicBezTo>
                  <a:cubicBezTo>
                    <a:pt x="54642" y="15872"/>
                    <a:pt x="54692" y="15857"/>
                    <a:pt x="54740" y="15857"/>
                  </a:cubicBezTo>
                  <a:cubicBezTo>
                    <a:pt x="54809" y="15857"/>
                    <a:pt x="54873" y="15887"/>
                    <a:pt x="54926" y="15958"/>
                  </a:cubicBezTo>
                  <a:cubicBezTo>
                    <a:pt x="55291" y="15897"/>
                    <a:pt x="55625" y="15867"/>
                    <a:pt x="55959" y="15867"/>
                  </a:cubicBezTo>
                  <a:cubicBezTo>
                    <a:pt x="56081" y="15897"/>
                    <a:pt x="56172" y="15897"/>
                    <a:pt x="56294" y="15897"/>
                  </a:cubicBezTo>
                  <a:lnTo>
                    <a:pt x="56324" y="15897"/>
                  </a:lnTo>
                  <a:cubicBezTo>
                    <a:pt x="56335" y="15886"/>
                    <a:pt x="56346" y="15882"/>
                    <a:pt x="56356" y="15882"/>
                  </a:cubicBezTo>
                  <a:cubicBezTo>
                    <a:pt x="56392" y="15882"/>
                    <a:pt x="56430" y="15927"/>
                    <a:pt x="56475" y="15927"/>
                  </a:cubicBezTo>
                  <a:cubicBezTo>
                    <a:pt x="56494" y="15927"/>
                    <a:pt x="56515" y="15919"/>
                    <a:pt x="56537" y="15897"/>
                  </a:cubicBezTo>
                  <a:lnTo>
                    <a:pt x="56567" y="15836"/>
                  </a:lnTo>
                  <a:cubicBezTo>
                    <a:pt x="56593" y="15831"/>
                    <a:pt x="56619" y="15829"/>
                    <a:pt x="56645" y="15829"/>
                  </a:cubicBezTo>
                  <a:cubicBezTo>
                    <a:pt x="56770" y="15829"/>
                    <a:pt x="56887" y="15888"/>
                    <a:pt x="56962" y="15988"/>
                  </a:cubicBezTo>
                  <a:lnTo>
                    <a:pt x="57084" y="15928"/>
                  </a:lnTo>
                  <a:lnTo>
                    <a:pt x="57236" y="15806"/>
                  </a:lnTo>
                  <a:cubicBezTo>
                    <a:pt x="57418" y="15867"/>
                    <a:pt x="57601" y="15897"/>
                    <a:pt x="57783" y="15988"/>
                  </a:cubicBezTo>
                  <a:lnTo>
                    <a:pt x="57905" y="15897"/>
                  </a:lnTo>
                  <a:cubicBezTo>
                    <a:pt x="57921" y="15889"/>
                    <a:pt x="57937" y="15886"/>
                    <a:pt x="57955" y="15886"/>
                  </a:cubicBezTo>
                  <a:cubicBezTo>
                    <a:pt x="58026" y="15886"/>
                    <a:pt x="58104" y="15942"/>
                    <a:pt x="58178" y="15942"/>
                  </a:cubicBezTo>
                  <a:cubicBezTo>
                    <a:pt x="58220" y="15942"/>
                    <a:pt x="58262" y="15924"/>
                    <a:pt x="58300" y="15867"/>
                  </a:cubicBezTo>
                  <a:cubicBezTo>
                    <a:pt x="58482" y="15867"/>
                    <a:pt x="58665" y="15928"/>
                    <a:pt x="58817" y="15988"/>
                  </a:cubicBezTo>
                  <a:lnTo>
                    <a:pt x="58999" y="15867"/>
                  </a:lnTo>
                  <a:cubicBezTo>
                    <a:pt x="59045" y="15852"/>
                    <a:pt x="59090" y="15844"/>
                    <a:pt x="59132" y="15844"/>
                  </a:cubicBezTo>
                  <a:cubicBezTo>
                    <a:pt x="59174" y="15844"/>
                    <a:pt x="59212" y="15852"/>
                    <a:pt x="59242" y="15867"/>
                  </a:cubicBezTo>
                  <a:lnTo>
                    <a:pt x="59455" y="16019"/>
                  </a:lnTo>
                  <a:cubicBezTo>
                    <a:pt x="59698" y="15958"/>
                    <a:pt x="60093" y="15928"/>
                    <a:pt x="60184" y="15928"/>
                  </a:cubicBezTo>
                  <a:cubicBezTo>
                    <a:pt x="60205" y="15917"/>
                    <a:pt x="60245" y="15914"/>
                    <a:pt x="60292" y="15914"/>
                  </a:cubicBezTo>
                  <a:cubicBezTo>
                    <a:pt x="60387" y="15914"/>
                    <a:pt x="60509" y="15928"/>
                    <a:pt x="60549" y="15928"/>
                  </a:cubicBezTo>
                  <a:cubicBezTo>
                    <a:pt x="60671" y="15867"/>
                    <a:pt x="60823" y="15867"/>
                    <a:pt x="60944" y="15867"/>
                  </a:cubicBezTo>
                  <a:lnTo>
                    <a:pt x="61218" y="15928"/>
                  </a:lnTo>
                  <a:lnTo>
                    <a:pt x="61279" y="15928"/>
                  </a:lnTo>
                  <a:cubicBezTo>
                    <a:pt x="61370" y="15928"/>
                    <a:pt x="61461" y="15867"/>
                    <a:pt x="61552" y="15867"/>
                  </a:cubicBezTo>
                  <a:cubicBezTo>
                    <a:pt x="61613" y="15867"/>
                    <a:pt x="61704" y="15867"/>
                    <a:pt x="61795" y="15836"/>
                  </a:cubicBezTo>
                  <a:cubicBezTo>
                    <a:pt x="61856" y="15806"/>
                    <a:pt x="61795" y="15684"/>
                    <a:pt x="61947" y="15684"/>
                  </a:cubicBezTo>
                  <a:lnTo>
                    <a:pt x="62039" y="15684"/>
                  </a:lnTo>
                  <a:cubicBezTo>
                    <a:pt x="62048" y="15681"/>
                    <a:pt x="62059" y="15680"/>
                    <a:pt x="62069" y="15680"/>
                  </a:cubicBezTo>
                  <a:cubicBezTo>
                    <a:pt x="62155" y="15680"/>
                    <a:pt x="62251" y="15782"/>
                    <a:pt x="62251" y="15836"/>
                  </a:cubicBezTo>
                  <a:cubicBezTo>
                    <a:pt x="62356" y="15860"/>
                    <a:pt x="62460" y="15870"/>
                    <a:pt x="62565" y="15870"/>
                  </a:cubicBezTo>
                  <a:cubicBezTo>
                    <a:pt x="62734" y="15870"/>
                    <a:pt x="62903" y="15844"/>
                    <a:pt x="63072" y="15806"/>
                  </a:cubicBezTo>
                  <a:lnTo>
                    <a:pt x="63467" y="15867"/>
                  </a:lnTo>
                  <a:cubicBezTo>
                    <a:pt x="63498" y="15867"/>
                    <a:pt x="63528" y="15776"/>
                    <a:pt x="63558" y="15745"/>
                  </a:cubicBezTo>
                  <a:cubicBezTo>
                    <a:pt x="63649" y="15776"/>
                    <a:pt x="63710" y="15806"/>
                    <a:pt x="63741" y="15836"/>
                  </a:cubicBezTo>
                  <a:lnTo>
                    <a:pt x="63832" y="15897"/>
                  </a:lnTo>
                  <a:lnTo>
                    <a:pt x="63984" y="15958"/>
                  </a:lnTo>
                  <a:cubicBezTo>
                    <a:pt x="64166" y="15897"/>
                    <a:pt x="64349" y="15867"/>
                    <a:pt x="64531" y="15867"/>
                  </a:cubicBezTo>
                  <a:cubicBezTo>
                    <a:pt x="64592" y="15867"/>
                    <a:pt x="64622" y="15806"/>
                    <a:pt x="64622" y="15745"/>
                  </a:cubicBezTo>
                  <a:cubicBezTo>
                    <a:pt x="64592" y="15745"/>
                    <a:pt x="64683" y="15715"/>
                    <a:pt x="64835" y="15715"/>
                  </a:cubicBezTo>
                  <a:lnTo>
                    <a:pt x="64896" y="15928"/>
                  </a:lnTo>
                  <a:cubicBezTo>
                    <a:pt x="65108" y="15897"/>
                    <a:pt x="65990" y="15867"/>
                    <a:pt x="66264" y="15867"/>
                  </a:cubicBezTo>
                  <a:cubicBezTo>
                    <a:pt x="66567" y="15867"/>
                    <a:pt x="66841" y="15836"/>
                    <a:pt x="67145" y="15776"/>
                  </a:cubicBezTo>
                  <a:lnTo>
                    <a:pt x="67267" y="15806"/>
                  </a:lnTo>
                  <a:lnTo>
                    <a:pt x="67449" y="15867"/>
                  </a:lnTo>
                  <a:cubicBezTo>
                    <a:pt x="67550" y="15867"/>
                    <a:pt x="67760" y="15853"/>
                    <a:pt x="67915" y="15853"/>
                  </a:cubicBezTo>
                  <a:cubicBezTo>
                    <a:pt x="67993" y="15853"/>
                    <a:pt x="68057" y="15857"/>
                    <a:pt x="68087" y="15867"/>
                  </a:cubicBezTo>
                  <a:lnTo>
                    <a:pt x="68543" y="15867"/>
                  </a:lnTo>
                  <a:cubicBezTo>
                    <a:pt x="68556" y="15862"/>
                    <a:pt x="68574" y="15861"/>
                    <a:pt x="68596" y="15861"/>
                  </a:cubicBezTo>
                  <a:cubicBezTo>
                    <a:pt x="68726" y="15861"/>
                    <a:pt x="68986" y="15928"/>
                    <a:pt x="69090" y="15928"/>
                  </a:cubicBezTo>
                  <a:cubicBezTo>
                    <a:pt x="69212" y="15897"/>
                    <a:pt x="69516" y="15897"/>
                    <a:pt x="69637" y="15867"/>
                  </a:cubicBezTo>
                  <a:cubicBezTo>
                    <a:pt x="69710" y="15867"/>
                    <a:pt x="69920" y="15789"/>
                    <a:pt x="70031" y="15789"/>
                  </a:cubicBezTo>
                  <a:cubicBezTo>
                    <a:pt x="70059" y="15789"/>
                    <a:pt x="70081" y="15794"/>
                    <a:pt x="70093" y="15806"/>
                  </a:cubicBezTo>
                  <a:cubicBezTo>
                    <a:pt x="70124" y="15826"/>
                    <a:pt x="70174" y="15833"/>
                    <a:pt x="70232" y="15833"/>
                  </a:cubicBezTo>
                  <a:cubicBezTo>
                    <a:pt x="70347" y="15833"/>
                    <a:pt x="70489" y="15806"/>
                    <a:pt x="70549" y="15806"/>
                  </a:cubicBezTo>
                  <a:cubicBezTo>
                    <a:pt x="70640" y="15806"/>
                    <a:pt x="71400" y="15897"/>
                    <a:pt x="71644" y="15897"/>
                  </a:cubicBezTo>
                  <a:cubicBezTo>
                    <a:pt x="71878" y="15897"/>
                    <a:pt x="72180" y="15830"/>
                    <a:pt x="72299" y="15830"/>
                  </a:cubicBezTo>
                  <a:cubicBezTo>
                    <a:pt x="72319" y="15830"/>
                    <a:pt x="72334" y="15832"/>
                    <a:pt x="72343" y="15836"/>
                  </a:cubicBezTo>
                  <a:cubicBezTo>
                    <a:pt x="72354" y="15842"/>
                    <a:pt x="72369" y="15845"/>
                    <a:pt x="72386" y="15845"/>
                  </a:cubicBezTo>
                  <a:cubicBezTo>
                    <a:pt x="72458" y="15845"/>
                    <a:pt x="72567" y="15800"/>
                    <a:pt x="72616" y="15776"/>
                  </a:cubicBezTo>
                  <a:cubicBezTo>
                    <a:pt x="72647" y="15745"/>
                    <a:pt x="72707" y="15715"/>
                    <a:pt x="72768" y="15715"/>
                  </a:cubicBezTo>
                  <a:cubicBezTo>
                    <a:pt x="72799" y="15715"/>
                    <a:pt x="72829" y="15776"/>
                    <a:pt x="72890" y="15836"/>
                  </a:cubicBezTo>
                  <a:lnTo>
                    <a:pt x="73619" y="15836"/>
                  </a:lnTo>
                  <a:cubicBezTo>
                    <a:pt x="73832" y="15867"/>
                    <a:pt x="74045" y="15897"/>
                    <a:pt x="74258" y="15897"/>
                  </a:cubicBezTo>
                  <a:cubicBezTo>
                    <a:pt x="74413" y="15853"/>
                    <a:pt x="74585" y="15824"/>
                    <a:pt x="74762" y="15824"/>
                  </a:cubicBezTo>
                  <a:cubicBezTo>
                    <a:pt x="74826" y="15824"/>
                    <a:pt x="74892" y="15828"/>
                    <a:pt x="74957" y="15836"/>
                  </a:cubicBezTo>
                  <a:lnTo>
                    <a:pt x="75352" y="15836"/>
                  </a:lnTo>
                  <a:cubicBezTo>
                    <a:pt x="75397" y="15821"/>
                    <a:pt x="75641" y="15821"/>
                    <a:pt x="75907" y="15821"/>
                  </a:cubicBezTo>
                  <a:cubicBezTo>
                    <a:pt x="76173" y="15821"/>
                    <a:pt x="76461" y="15821"/>
                    <a:pt x="76598" y="15806"/>
                  </a:cubicBezTo>
                  <a:lnTo>
                    <a:pt x="77358" y="15715"/>
                  </a:lnTo>
                  <a:lnTo>
                    <a:pt x="77480" y="15776"/>
                  </a:lnTo>
                  <a:cubicBezTo>
                    <a:pt x="77515" y="15793"/>
                    <a:pt x="77540" y="15811"/>
                    <a:pt x="77566" y="15811"/>
                  </a:cubicBezTo>
                  <a:cubicBezTo>
                    <a:pt x="77586" y="15811"/>
                    <a:pt x="77606" y="15801"/>
                    <a:pt x="77632" y="15776"/>
                  </a:cubicBezTo>
                  <a:cubicBezTo>
                    <a:pt x="77641" y="15766"/>
                    <a:pt x="77650" y="15763"/>
                    <a:pt x="77661" y="15763"/>
                  </a:cubicBezTo>
                  <a:cubicBezTo>
                    <a:pt x="77701" y="15763"/>
                    <a:pt x="77749" y="15818"/>
                    <a:pt x="77791" y="15818"/>
                  </a:cubicBezTo>
                  <a:cubicBezTo>
                    <a:pt x="77810" y="15818"/>
                    <a:pt x="77828" y="15807"/>
                    <a:pt x="77844" y="15776"/>
                  </a:cubicBezTo>
                  <a:cubicBezTo>
                    <a:pt x="77844" y="15776"/>
                    <a:pt x="77942" y="15815"/>
                    <a:pt x="78012" y="15815"/>
                  </a:cubicBezTo>
                  <a:cubicBezTo>
                    <a:pt x="78029" y="15815"/>
                    <a:pt x="78045" y="15812"/>
                    <a:pt x="78057" y="15806"/>
                  </a:cubicBezTo>
                  <a:cubicBezTo>
                    <a:pt x="78087" y="15791"/>
                    <a:pt x="78125" y="15783"/>
                    <a:pt x="78163" y="15783"/>
                  </a:cubicBezTo>
                  <a:cubicBezTo>
                    <a:pt x="78201" y="15783"/>
                    <a:pt x="78239" y="15791"/>
                    <a:pt x="78270" y="15806"/>
                  </a:cubicBezTo>
                  <a:cubicBezTo>
                    <a:pt x="78324" y="15828"/>
                    <a:pt x="78377" y="15838"/>
                    <a:pt x="78430" y="15838"/>
                  </a:cubicBezTo>
                  <a:cubicBezTo>
                    <a:pt x="78526" y="15838"/>
                    <a:pt x="78617" y="15804"/>
                    <a:pt x="78695" y="15745"/>
                  </a:cubicBezTo>
                  <a:cubicBezTo>
                    <a:pt x="78707" y="15737"/>
                    <a:pt x="78720" y="15734"/>
                    <a:pt x="78735" y="15734"/>
                  </a:cubicBezTo>
                  <a:cubicBezTo>
                    <a:pt x="78812" y="15734"/>
                    <a:pt x="78924" y="15829"/>
                    <a:pt x="79019" y="15829"/>
                  </a:cubicBezTo>
                  <a:cubicBezTo>
                    <a:pt x="79044" y="15829"/>
                    <a:pt x="79068" y="15823"/>
                    <a:pt x="79091" y="15806"/>
                  </a:cubicBezTo>
                  <a:cubicBezTo>
                    <a:pt x="79166" y="15760"/>
                    <a:pt x="79258" y="15738"/>
                    <a:pt x="79349" y="15738"/>
                  </a:cubicBezTo>
                  <a:cubicBezTo>
                    <a:pt x="79440" y="15738"/>
                    <a:pt x="79531" y="15760"/>
                    <a:pt x="79607" y="15806"/>
                  </a:cubicBezTo>
                  <a:lnTo>
                    <a:pt x="79638" y="15836"/>
                  </a:lnTo>
                  <a:cubicBezTo>
                    <a:pt x="79719" y="15836"/>
                    <a:pt x="79992" y="15740"/>
                    <a:pt x="80116" y="15740"/>
                  </a:cubicBezTo>
                  <a:cubicBezTo>
                    <a:pt x="80131" y="15740"/>
                    <a:pt x="80144" y="15742"/>
                    <a:pt x="80154" y="15745"/>
                  </a:cubicBezTo>
                  <a:cubicBezTo>
                    <a:pt x="80192" y="15758"/>
                    <a:pt x="80230" y="15765"/>
                    <a:pt x="80266" y="15765"/>
                  </a:cubicBezTo>
                  <a:cubicBezTo>
                    <a:pt x="80316" y="15765"/>
                    <a:pt x="80362" y="15750"/>
                    <a:pt x="80398" y="15715"/>
                  </a:cubicBezTo>
                  <a:cubicBezTo>
                    <a:pt x="80403" y="15709"/>
                    <a:pt x="80410" y="15707"/>
                    <a:pt x="80418" y="15707"/>
                  </a:cubicBezTo>
                  <a:cubicBezTo>
                    <a:pt x="80450" y="15707"/>
                    <a:pt x="80495" y="15751"/>
                    <a:pt x="80519" y="15776"/>
                  </a:cubicBezTo>
                  <a:cubicBezTo>
                    <a:pt x="80519" y="15782"/>
                    <a:pt x="80526" y="15784"/>
                    <a:pt x="80537" y="15784"/>
                  </a:cubicBezTo>
                  <a:cubicBezTo>
                    <a:pt x="80567" y="15784"/>
                    <a:pt x="80628" y="15767"/>
                    <a:pt x="80668" y="15767"/>
                  </a:cubicBezTo>
                  <a:cubicBezTo>
                    <a:pt x="80683" y="15767"/>
                    <a:pt x="80695" y="15769"/>
                    <a:pt x="80701" y="15776"/>
                  </a:cubicBezTo>
                  <a:cubicBezTo>
                    <a:pt x="80754" y="15776"/>
                    <a:pt x="80895" y="15843"/>
                    <a:pt x="80973" y="15843"/>
                  </a:cubicBezTo>
                  <a:cubicBezTo>
                    <a:pt x="80986" y="15843"/>
                    <a:pt x="80997" y="15841"/>
                    <a:pt x="81005" y="15836"/>
                  </a:cubicBezTo>
                  <a:cubicBezTo>
                    <a:pt x="81009" y="15833"/>
                    <a:pt x="81020" y="15831"/>
                    <a:pt x="81037" y="15831"/>
                  </a:cubicBezTo>
                  <a:cubicBezTo>
                    <a:pt x="81139" y="15831"/>
                    <a:pt x="81457" y="15884"/>
                    <a:pt x="81684" y="15884"/>
                  </a:cubicBezTo>
                  <a:cubicBezTo>
                    <a:pt x="81752" y="15884"/>
                    <a:pt x="81813" y="15879"/>
                    <a:pt x="81857" y="15867"/>
                  </a:cubicBezTo>
                  <a:cubicBezTo>
                    <a:pt x="82039" y="15806"/>
                    <a:pt x="82252" y="15776"/>
                    <a:pt x="82464" y="15745"/>
                  </a:cubicBezTo>
                  <a:cubicBezTo>
                    <a:pt x="82586" y="15776"/>
                    <a:pt x="82708" y="15806"/>
                    <a:pt x="82829" y="15806"/>
                  </a:cubicBezTo>
                  <a:cubicBezTo>
                    <a:pt x="82981" y="15776"/>
                    <a:pt x="83133" y="15715"/>
                    <a:pt x="83255" y="15654"/>
                  </a:cubicBezTo>
                  <a:cubicBezTo>
                    <a:pt x="83271" y="15648"/>
                    <a:pt x="83290" y="15646"/>
                    <a:pt x="83310" y="15646"/>
                  </a:cubicBezTo>
                  <a:cubicBezTo>
                    <a:pt x="83398" y="15646"/>
                    <a:pt x="83503" y="15696"/>
                    <a:pt x="83528" y="15745"/>
                  </a:cubicBezTo>
                  <a:cubicBezTo>
                    <a:pt x="83541" y="15752"/>
                    <a:pt x="83558" y="15754"/>
                    <a:pt x="83577" y="15754"/>
                  </a:cubicBezTo>
                  <a:cubicBezTo>
                    <a:pt x="83630" y="15754"/>
                    <a:pt x="83700" y="15736"/>
                    <a:pt x="83753" y="15736"/>
                  </a:cubicBezTo>
                  <a:cubicBezTo>
                    <a:pt x="83772" y="15736"/>
                    <a:pt x="83789" y="15739"/>
                    <a:pt x="83802" y="15745"/>
                  </a:cubicBezTo>
                  <a:cubicBezTo>
                    <a:pt x="83923" y="15745"/>
                    <a:pt x="84075" y="15745"/>
                    <a:pt x="84227" y="15715"/>
                  </a:cubicBezTo>
                  <a:lnTo>
                    <a:pt x="84349" y="15776"/>
                  </a:lnTo>
                  <a:lnTo>
                    <a:pt x="84531" y="15867"/>
                  </a:lnTo>
                  <a:cubicBezTo>
                    <a:pt x="84744" y="15806"/>
                    <a:pt x="84926" y="15745"/>
                    <a:pt x="85139" y="15715"/>
                  </a:cubicBezTo>
                  <a:cubicBezTo>
                    <a:pt x="85215" y="15730"/>
                    <a:pt x="85291" y="15738"/>
                    <a:pt x="85367" y="15738"/>
                  </a:cubicBezTo>
                  <a:cubicBezTo>
                    <a:pt x="85443" y="15738"/>
                    <a:pt x="85519" y="15730"/>
                    <a:pt x="85595" y="15715"/>
                  </a:cubicBezTo>
                  <a:lnTo>
                    <a:pt x="85747" y="15776"/>
                  </a:lnTo>
                  <a:cubicBezTo>
                    <a:pt x="85758" y="15779"/>
                    <a:pt x="85770" y="15781"/>
                    <a:pt x="85782" y="15781"/>
                  </a:cubicBezTo>
                  <a:cubicBezTo>
                    <a:pt x="85838" y="15781"/>
                    <a:pt x="85909" y="15751"/>
                    <a:pt x="85986" y="15751"/>
                  </a:cubicBezTo>
                  <a:cubicBezTo>
                    <a:pt x="86036" y="15751"/>
                    <a:pt x="86089" y="15764"/>
                    <a:pt x="86142" y="15806"/>
                  </a:cubicBezTo>
                  <a:lnTo>
                    <a:pt x="86173" y="15867"/>
                  </a:lnTo>
                  <a:cubicBezTo>
                    <a:pt x="86294" y="15836"/>
                    <a:pt x="86385" y="15836"/>
                    <a:pt x="86507" y="15806"/>
                  </a:cubicBezTo>
                  <a:cubicBezTo>
                    <a:pt x="86720" y="15745"/>
                    <a:pt x="86933" y="15715"/>
                    <a:pt x="87145" y="15684"/>
                  </a:cubicBezTo>
                  <a:cubicBezTo>
                    <a:pt x="87328" y="15684"/>
                    <a:pt x="87814" y="15684"/>
                    <a:pt x="88270" y="15715"/>
                  </a:cubicBezTo>
                  <a:lnTo>
                    <a:pt x="88696" y="15745"/>
                  </a:lnTo>
                  <a:lnTo>
                    <a:pt x="88787" y="15745"/>
                  </a:lnTo>
                  <a:cubicBezTo>
                    <a:pt x="88814" y="15738"/>
                    <a:pt x="88851" y="15736"/>
                    <a:pt x="88892" y="15736"/>
                  </a:cubicBezTo>
                  <a:cubicBezTo>
                    <a:pt x="88964" y="15736"/>
                    <a:pt x="89048" y="15743"/>
                    <a:pt x="89112" y="15743"/>
                  </a:cubicBezTo>
                  <a:cubicBezTo>
                    <a:pt x="89171" y="15743"/>
                    <a:pt x="89212" y="15737"/>
                    <a:pt x="89212" y="15715"/>
                  </a:cubicBezTo>
                  <a:lnTo>
                    <a:pt x="89212" y="15776"/>
                  </a:lnTo>
                  <a:lnTo>
                    <a:pt x="89395" y="15745"/>
                  </a:lnTo>
                  <a:cubicBezTo>
                    <a:pt x="89486" y="15715"/>
                    <a:pt x="89577" y="15684"/>
                    <a:pt x="89638" y="15684"/>
                  </a:cubicBezTo>
                  <a:cubicBezTo>
                    <a:pt x="89759" y="15684"/>
                    <a:pt x="89851" y="15745"/>
                    <a:pt x="89972" y="15745"/>
                  </a:cubicBezTo>
                  <a:cubicBezTo>
                    <a:pt x="90086" y="15745"/>
                    <a:pt x="90217" y="15694"/>
                    <a:pt x="90301" y="15694"/>
                  </a:cubicBezTo>
                  <a:cubicBezTo>
                    <a:pt x="90329" y="15694"/>
                    <a:pt x="90352" y="15700"/>
                    <a:pt x="90367" y="15715"/>
                  </a:cubicBezTo>
                  <a:lnTo>
                    <a:pt x="90550" y="15806"/>
                  </a:lnTo>
                  <a:cubicBezTo>
                    <a:pt x="90604" y="15751"/>
                    <a:pt x="90714" y="15740"/>
                    <a:pt x="90806" y="15740"/>
                  </a:cubicBezTo>
                  <a:cubicBezTo>
                    <a:pt x="90867" y="15740"/>
                    <a:pt x="90921" y="15745"/>
                    <a:pt x="90945" y="15745"/>
                  </a:cubicBezTo>
                  <a:cubicBezTo>
                    <a:pt x="91127" y="15654"/>
                    <a:pt x="91310" y="15593"/>
                    <a:pt x="91522" y="15563"/>
                  </a:cubicBezTo>
                  <a:cubicBezTo>
                    <a:pt x="91653" y="15563"/>
                    <a:pt x="92029" y="15697"/>
                    <a:pt x="92210" y="15697"/>
                  </a:cubicBezTo>
                  <a:cubicBezTo>
                    <a:pt x="92240" y="15697"/>
                    <a:pt x="92265" y="15693"/>
                    <a:pt x="92282" y="15684"/>
                  </a:cubicBezTo>
                  <a:cubicBezTo>
                    <a:pt x="92404" y="15624"/>
                    <a:pt x="92525" y="15593"/>
                    <a:pt x="92677" y="15593"/>
                  </a:cubicBezTo>
                  <a:cubicBezTo>
                    <a:pt x="92699" y="15615"/>
                    <a:pt x="92781" y="15636"/>
                    <a:pt x="92849" y="15636"/>
                  </a:cubicBezTo>
                  <a:cubicBezTo>
                    <a:pt x="92877" y="15636"/>
                    <a:pt x="92903" y="15633"/>
                    <a:pt x="92921" y="15624"/>
                  </a:cubicBezTo>
                  <a:cubicBezTo>
                    <a:pt x="92951" y="15624"/>
                    <a:pt x="93103" y="15532"/>
                    <a:pt x="93133" y="15532"/>
                  </a:cubicBezTo>
                  <a:cubicBezTo>
                    <a:pt x="93255" y="15563"/>
                    <a:pt x="93376" y="15563"/>
                    <a:pt x="93528" y="15593"/>
                  </a:cubicBezTo>
                  <a:cubicBezTo>
                    <a:pt x="93570" y="15572"/>
                    <a:pt x="93728" y="15537"/>
                    <a:pt x="93842" y="15537"/>
                  </a:cubicBezTo>
                  <a:cubicBezTo>
                    <a:pt x="93893" y="15537"/>
                    <a:pt x="93935" y="15544"/>
                    <a:pt x="93954" y="15563"/>
                  </a:cubicBezTo>
                  <a:cubicBezTo>
                    <a:pt x="93960" y="15569"/>
                    <a:pt x="93969" y="15571"/>
                    <a:pt x="93980" y="15571"/>
                  </a:cubicBezTo>
                  <a:cubicBezTo>
                    <a:pt x="94029" y="15571"/>
                    <a:pt x="94118" y="15527"/>
                    <a:pt x="94167" y="15502"/>
                  </a:cubicBezTo>
                  <a:lnTo>
                    <a:pt x="94471" y="15380"/>
                  </a:lnTo>
                  <a:lnTo>
                    <a:pt x="94471" y="15441"/>
                  </a:lnTo>
                  <a:lnTo>
                    <a:pt x="94471" y="15654"/>
                  </a:lnTo>
                  <a:cubicBezTo>
                    <a:pt x="94611" y="15598"/>
                    <a:pt x="94881" y="15438"/>
                    <a:pt x="94970" y="15438"/>
                  </a:cubicBezTo>
                  <a:cubicBezTo>
                    <a:pt x="94977" y="15438"/>
                    <a:pt x="94983" y="15439"/>
                    <a:pt x="94987" y="15441"/>
                  </a:cubicBezTo>
                  <a:cubicBezTo>
                    <a:pt x="95109" y="15472"/>
                    <a:pt x="95261" y="15472"/>
                    <a:pt x="95383" y="15472"/>
                  </a:cubicBezTo>
                  <a:cubicBezTo>
                    <a:pt x="95474" y="15472"/>
                    <a:pt x="95595" y="15502"/>
                    <a:pt x="95687" y="15532"/>
                  </a:cubicBezTo>
                  <a:cubicBezTo>
                    <a:pt x="95713" y="15532"/>
                    <a:pt x="96051" y="15465"/>
                    <a:pt x="96243" y="15465"/>
                  </a:cubicBezTo>
                  <a:cubicBezTo>
                    <a:pt x="96275" y="15465"/>
                    <a:pt x="96303" y="15467"/>
                    <a:pt x="96325" y="15472"/>
                  </a:cubicBezTo>
                  <a:cubicBezTo>
                    <a:pt x="96446" y="15502"/>
                    <a:pt x="96598" y="15502"/>
                    <a:pt x="96720" y="15502"/>
                  </a:cubicBezTo>
                  <a:lnTo>
                    <a:pt x="96902" y="15502"/>
                  </a:lnTo>
                  <a:cubicBezTo>
                    <a:pt x="96994" y="15487"/>
                    <a:pt x="97085" y="15479"/>
                    <a:pt x="97176" y="15479"/>
                  </a:cubicBezTo>
                  <a:cubicBezTo>
                    <a:pt x="97267" y="15479"/>
                    <a:pt x="97358" y="15487"/>
                    <a:pt x="97450" y="15502"/>
                  </a:cubicBezTo>
                  <a:lnTo>
                    <a:pt x="97601" y="15411"/>
                  </a:lnTo>
                  <a:lnTo>
                    <a:pt x="97723" y="15350"/>
                  </a:lnTo>
                  <a:cubicBezTo>
                    <a:pt x="97905" y="15350"/>
                    <a:pt x="98088" y="15289"/>
                    <a:pt x="98270" y="15198"/>
                  </a:cubicBezTo>
                  <a:cubicBezTo>
                    <a:pt x="98273" y="15195"/>
                    <a:pt x="98277" y="15193"/>
                    <a:pt x="98281" y="15193"/>
                  </a:cubicBezTo>
                  <a:cubicBezTo>
                    <a:pt x="98313" y="15193"/>
                    <a:pt x="98365" y="15296"/>
                    <a:pt x="98392" y="15350"/>
                  </a:cubicBezTo>
                  <a:cubicBezTo>
                    <a:pt x="98392" y="15353"/>
                    <a:pt x="98393" y="15354"/>
                    <a:pt x="98396" y="15354"/>
                  </a:cubicBezTo>
                  <a:cubicBezTo>
                    <a:pt x="98423" y="15354"/>
                    <a:pt x="98580" y="15223"/>
                    <a:pt x="98635" y="15168"/>
                  </a:cubicBezTo>
                  <a:cubicBezTo>
                    <a:pt x="98653" y="15150"/>
                    <a:pt x="98673" y="15143"/>
                    <a:pt x="98693" y="15143"/>
                  </a:cubicBezTo>
                  <a:cubicBezTo>
                    <a:pt x="98741" y="15143"/>
                    <a:pt x="98787" y="15186"/>
                    <a:pt x="98787" y="15228"/>
                  </a:cubicBezTo>
                  <a:cubicBezTo>
                    <a:pt x="98787" y="15289"/>
                    <a:pt x="99060" y="15289"/>
                    <a:pt x="99152" y="15289"/>
                  </a:cubicBezTo>
                  <a:cubicBezTo>
                    <a:pt x="99243" y="15289"/>
                    <a:pt x="99243" y="15168"/>
                    <a:pt x="99152" y="15016"/>
                  </a:cubicBezTo>
                  <a:lnTo>
                    <a:pt x="99364" y="14985"/>
                  </a:lnTo>
                  <a:lnTo>
                    <a:pt x="99592" y="14928"/>
                  </a:lnTo>
                  <a:lnTo>
                    <a:pt x="99592" y="14928"/>
                  </a:lnTo>
                  <a:cubicBezTo>
                    <a:pt x="99594" y="14936"/>
                    <a:pt x="99598" y="14944"/>
                    <a:pt x="99604" y="14951"/>
                  </a:cubicBezTo>
                  <a:lnTo>
                    <a:pt x="99604" y="14951"/>
                  </a:lnTo>
                  <a:cubicBezTo>
                    <a:pt x="99605" y="14943"/>
                    <a:pt x="99606" y="14934"/>
                    <a:pt x="99608" y="14925"/>
                  </a:cubicBezTo>
                  <a:lnTo>
                    <a:pt x="99608" y="14925"/>
                  </a:lnTo>
                  <a:lnTo>
                    <a:pt x="99592" y="14928"/>
                  </a:lnTo>
                  <a:lnTo>
                    <a:pt x="99592" y="14928"/>
                  </a:lnTo>
                  <a:cubicBezTo>
                    <a:pt x="99579" y="14871"/>
                    <a:pt x="99677" y="14803"/>
                    <a:pt x="99729" y="14803"/>
                  </a:cubicBezTo>
                  <a:cubicBezTo>
                    <a:pt x="99760" y="14803"/>
                    <a:pt x="99729" y="14590"/>
                    <a:pt x="99790" y="14560"/>
                  </a:cubicBezTo>
                  <a:cubicBezTo>
                    <a:pt x="99798" y="14556"/>
                    <a:pt x="99807" y="14554"/>
                    <a:pt x="99815" y="14554"/>
                  </a:cubicBezTo>
                  <a:cubicBezTo>
                    <a:pt x="99867" y="14554"/>
                    <a:pt x="99912" y="14625"/>
                    <a:pt x="99912" y="14651"/>
                  </a:cubicBezTo>
                  <a:cubicBezTo>
                    <a:pt x="99917" y="14656"/>
                    <a:pt x="99926" y="14659"/>
                    <a:pt x="99940" y="14659"/>
                  </a:cubicBezTo>
                  <a:cubicBezTo>
                    <a:pt x="100005" y="14659"/>
                    <a:pt x="100161" y="14600"/>
                    <a:pt x="100337" y="14499"/>
                  </a:cubicBezTo>
                  <a:lnTo>
                    <a:pt x="100337" y="14256"/>
                  </a:lnTo>
                  <a:lnTo>
                    <a:pt x="100337" y="14043"/>
                  </a:lnTo>
                  <a:cubicBezTo>
                    <a:pt x="100307" y="13861"/>
                    <a:pt x="100246" y="13709"/>
                    <a:pt x="100094" y="13557"/>
                  </a:cubicBezTo>
                  <a:cubicBezTo>
                    <a:pt x="100064" y="13526"/>
                    <a:pt x="100094" y="13466"/>
                    <a:pt x="100185" y="13374"/>
                  </a:cubicBezTo>
                  <a:lnTo>
                    <a:pt x="100307" y="13374"/>
                  </a:lnTo>
                  <a:cubicBezTo>
                    <a:pt x="100367" y="13466"/>
                    <a:pt x="100428" y="13466"/>
                    <a:pt x="100428" y="13466"/>
                  </a:cubicBezTo>
                  <a:cubicBezTo>
                    <a:pt x="100519" y="13344"/>
                    <a:pt x="100611" y="13283"/>
                    <a:pt x="100702" y="13192"/>
                  </a:cubicBezTo>
                  <a:lnTo>
                    <a:pt x="100945" y="13040"/>
                  </a:lnTo>
                  <a:lnTo>
                    <a:pt x="100945" y="13010"/>
                  </a:lnTo>
                  <a:cubicBezTo>
                    <a:pt x="100945" y="12933"/>
                    <a:pt x="100687" y="12813"/>
                    <a:pt x="100533" y="12813"/>
                  </a:cubicBezTo>
                  <a:cubicBezTo>
                    <a:pt x="100504" y="12813"/>
                    <a:pt x="100478" y="12818"/>
                    <a:pt x="100459" y="12827"/>
                  </a:cubicBezTo>
                  <a:lnTo>
                    <a:pt x="100398" y="12827"/>
                  </a:lnTo>
                  <a:cubicBezTo>
                    <a:pt x="100367" y="12888"/>
                    <a:pt x="100337" y="12979"/>
                    <a:pt x="100337" y="13070"/>
                  </a:cubicBezTo>
                  <a:lnTo>
                    <a:pt x="100246" y="13101"/>
                  </a:lnTo>
                  <a:cubicBezTo>
                    <a:pt x="100185" y="13101"/>
                    <a:pt x="100094" y="13101"/>
                    <a:pt x="100064" y="13070"/>
                  </a:cubicBezTo>
                  <a:cubicBezTo>
                    <a:pt x="100033" y="13010"/>
                    <a:pt x="100033" y="12949"/>
                    <a:pt x="100064" y="12918"/>
                  </a:cubicBezTo>
                  <a:cubicBezTo>
                    <a:pt x="100094" y="12858"/>
                    <a:pt x="100124" y="12827"/>
                    <a:pt x="100185" y="12797"/>
                  </a:cubicBezTo>
                  <a:lnTo>
                    <a:pt x="100337" y="12706"/>
                  </a:lnTo>
                  <a:cubicBezTo>
                    <a:pt x="100550" y="12614"/>
                    <a:pt x="100459" y="12523"/>
                    <a:pt x="100398" y="12493"/>
                  </a:cubicBezTo>
                  <a:cubicBezTo>
                    <a:pt x="100307" y="12493"/>
                    <a:pt x="100307" y="12341"/>
                    <a:pt x="100337" y="12280"/>
                  </a:cubicBezTo>
                  <a:cubicBezTo>
                    <a:pt x="100367" y="12250"/>
                    <a:pt x="100185" y="12189"/>
                    <a:pt x="100155" y="12189"/>
                  </a:cubicBezTo>
                  <a:cubicBezTo>
                    <a:pt x="100094" y="12159"/>
                    <a:pt x="100155" y="12067"/>
                    <a:pt x="100185" y="12037"/>
                  </a:cubicBezTo>
                  <a:cubicBezTo>
                    <a:pt x="100216" y="12007"/>
                    <a:pt x="100185" y="11915"/>
                    <a:pt x="100124" y="11855"/>
                  </a:cubicBezTo>
                  <a:lnTo>
                    <a:pt x="100003" y="11915"/>
                  </a:lnTo>
                  <a:cubicBezTo>
                    <a:pt x="99957" y="11961"/>
                    <a:pt x="99896" y="11984"/>
                    <a:pt x="99832" y="11984"/>
                  </a:cubicBezTo>
                  <a:cubicBezTo>
                    <a:pt x="99767" y="11984"/>
                    <a:pt x="99699" y="11961"/>
                    <a:pt x="99638" y="11915"/>
                  </a:cubicBezTo>
                  <a:cubicBezTo>
                    <a:pt x="99632" y="11909"/>
                    <a:pt x="99625" y="11907"/>
                    <a:pt x="99617" y="11907"/>
                  </a:cubicBezTo>
                  <a:cubicBezTo>
                    <a:pt x="99586" y="11907"/>
                    <a:pt x="99547" y="11946"/>
                    <a:pt x="99547" y="11946"/>
                  </a:cubicBezTo>
                  <a:cubicBezTo>
                    <a:pt x="99542" y="11950"/>
                    <a:pt x="99536" y="11952"/>
                    <a:pt x="99529" y="11952"/>
                  </a:cubicBezTo>
                  <a:cubicBezTo>
                    <a:pt x="99484" y="11952"/>
                    <a:pt x="99390" y="11885"/>
                    <a:pt x="99364" y="11885"/>
                  </a:cubicBezTo>
                  <a:lnTo>
                    <a:pt x="99121" y="11885"/>
                  </a:lnTo>
                  <a:cubicBezTo>
                    <a:pt x="99060" y="11855"/>
                    <a:pt x="99000" y="11763"/>
                    <a:pt x="98969" y="11703"/>
                  </a:cubicBezTo>
                  <a:cubicBezTo>
                    <a:pt x="98951" y="11667"/>
                    <a:pt x="98934" y="11652"/>
                    <a:pt x="98910" y="11652"/>
                  </a:cubicBezTo>
                  <a:cubicBezTo>
                    <a:pt x="98893" y="11652"/>
                    <a:pt x="98873" y="11660"/>
                    <a:pt x="98848" y="11672"/>
                  </a:cubicBezTo>
                  <a:lnTo>
                    <a:pt x="98817" y="11703"/>
                  </a:lnTo>
                  <a:cubicBezTo>
                    <a:pt x="98787" y="11794"/>
                    <a:pt x="98726" y="11855"/>
                    <a:pt x="98696" y="11915"/>
                  </a:cubicBezTo>
                  <a:cubicBezTo>
                    <a:pt x="98681" y="11931"/>
                    <a:pt x="98658" y="11938"/>
                    <a:pt x="98635" y="11938"/>
                  </a:cubicBezTo>
                  <a:cubicBezTo>
                    <a:pt x="98612" y="11938"/>
                    <a:pt x="98589" y="11931"/>
                    <a:pt x="98574" y="11915"/>
                  </a:cubicBezTo>
                  <a:cubicBezTo>
                    <a:pt x="98513" y="11915"/>
                    <a:pt x="98513" y="11824"/>
                    <a:pt x="98513" y="11824"/>
                  </a:cubicBezTo>
                  <a:cubicBezTo>
                    <a:pt x="98696" y="11703"/>
                    <a:pt x="98605" y="11520"/>
                    <a:pt x="98605" y="11399"/>
                  </a:cubicBezTo>
                  <a:cubicBezTo>
                    <a:pt x="98516" y="11386"/>
                    <a:pt x="98433" y="11379"/>
                    <a:pt x="98351" y="11379"/>
                  </a:cubicBezTo>
                  <a:cubicBezTo>
                    <a:pt x="98235" y="11379"/>
                    <a:pt x="98121" y="11393"/>
                    <a:pt x="97997" y="11429"/>
                  </a:cubicBezTo>
                  <a:lnTo>
                    <a:pt x="97814" y="11459"/>
                  </a:lnTo>
                  <a:lnTo>
                    <a:pt x="97784" y="11459"/>
                  </a:lnTo>
                  <a:cubicBezTo>
                    <a:pt x="97781" y="11462"/>
                    <a:pt x="97778" y="11463"/>
                    <a:pt x="97774" y="11463"/>
                  </a:cubicBezTo>
                  <a:cubicBezTo>
                    <a:pt x="97738" y="11463"/>
                    <a:pt x="97660" y="11332"/>
                    <a:pt x="97632" y="11277"/>
                  </a:cubicBezTo>
                  <a:cubicBezTo>
                    <a:pt x="97622" y="11258"/>
                    <a:pt x="97595" y="11251"/>
                    <a:pt x="97561" y="11251"/>
                  </a:cubicBezTo>
                  <a:cubicBezTo>
                    <a:pt x="97484" y="11251"/>
                    <a:pt x="97370" y="11286"/>
                    <a:pt x="97328" y="11307"/>
                  </a:cubicBezTo>
                  <a:lnTo>
                    <a:pt x="97054" y="11429"/>
                  </a:lnTo>
                  <a:lnTo>
                    <a:pt x="97024" y="11429"/>
                  </a:lnTo>
                  <a:lnTo>
                    <a:pt x="96994" y="11399"/>
                  </a:lnTo>
                  <a:cubicBezTo>
                    <a:pt x="96983" y="11377"/>
                    <a:pt x="96957" y="11367"/>
                    <a:pt x="96921" y="11367"/>
                  </a:cubicBezTo>
                  <a:cubicBezTo>
                    <a:pt x="96856" y="11367"/>
                    <a:pt x="96757" y="11401"/>
                    <a:pt x="96659" y="11459"/>
                  </a:cubicBezTo>
                  <a:cubicBezTo>
                    <a:pt x="96623" y="11414"/>
                    <a:pt x="96586" y="11398"/>
                    <a:pt x="96549" y="11398"/>
                  </a:cubicBezTo>
                  <a:cubicBezTo>
                    <a:pt x="96474" y="11398"/>
                    <a:pt x="96399" y="11463"/>
                    <a:pt x="96323" y="11463"/>
                  </a:cubicBezTo>
                  <a:cubicBezTo>
                    <a:pt x="96314" y="11463"/>
                    <a:pt x="96304" y="11462"/>
                    <a:pt x="96294" y="11459"/>
                  </a:cubicBezTo>
                  <a:cubicBezTo>
                    <a:pt x="96234" y="11459"/>
                    <a:pt x="96203" y="11459"/>
                    <a:pt x="96173" y="11520"/>
                  </a:cubicBezTo>
                  <a:lnTo>
                    <a:pt x="96173" y="11551"/>
                  </a:lnTo>
                  <a:cubicBezTo>
                    <a:pt x="96203" y="11581"/>
                    <a:pt x="96446" y="11611"/>
                    <a:pt x="96446" y="11672"/>
                  </a:cubicBezTo>
                  <a:cubicBezTo>
                    <a:pt x="96446" y="11717"/>
                    <a:pt x="96463" y="11745"/>
                    <a:pt x="96483" y="11745"/>
                  </a:cubicBezTo>
                  <a:cubicBezTo>
                    <a:pt x="96491" y="11745"/>
                    <a:pt x="96499" y="11741"/>
                    <a:pt x="96507" y="11733"/>
                  </a:cubicBezTo>
                  <a:lnTo>
                    <a:pt x="96507" y="11703"/>
                  </a:lnTo>
                  <a:cubicBezTo>
                    <a:pt x="96507" y="11617"/>
                    <a:pt x="96492" y="11531"/>
                    <a:pt x="96558" y="11531"/>
                  </a:cubicBezTo>
                  <a:cubicBezTo>
                    <a:pt x="96586" y="11531"/>
                    <a:pt x="96627" y="11545"/>
                    <a:pt x="96690" y="11581"/>
                  </a:cubicBezTo>
                  <a:lnTo>
                    <a:pt x="96872" y="11581"/>
                  </a:lnTo>
                  <a:cubicBezTo>
                    <a:pt x="96994" y="11581"/>
                    <a:pt x="97085" y="11611"/>
                    <a:pt x="97206" y="11672"/>
                  </a:cubicBezTo>
                  <a:lnTo>
                    <a:pt x="97298" y="11733"/>
                  </a:lnTo>
                  <a:cubicBezTo>
                    <a:pt x="97298" y="11763"/>
                    <a:pt x="97237" y="11824"/>
                    <a:pt x="97206" y="11824"/>
                  </a:cubicBezTo>
                  <a:cubicBezTo>
                    <a:pt x="97201" y="11830"/>
                    <a:pt x="97194" y="11832"/>
                    <a:pt x="97185" y="11832"/>
                  </a:cubicBezTo>
                  <a:cubicBezTo>
                    <a:pt x="97144" y="11832"/>
                    <a:pt x="97069" y="11778"/>
                    <a:pt x="96994" y="11703"/>
                  </a:cubicBezTo>
                  <a:lnTo>
                    <a:pt x="96963" y="11703"/>
                  </a:lnTo>
                  <a:lnTo>
                    <a:pt x="96720" y="11794"/>
                  </a:lnTo>
                  <a:cubicBezTo>
                    <a:pt x="96586" y="11844"/>
                    <a:pt x="96452" y="11867"/>
                    <a:pt x="96318" y="11867"/>
                  </a:cubicBezTo>
                  <a:cubicBezTo>
                    <a:pt x="96209" y="11867"/>
                    <a:pt x="96100" y="11852"/>
                    <a:pt x="95991" y="11824"/>
                  </a:cubicBezTo>
                  <a:cubicBezTo>
                    <a:pt x="95930" y="11794"/>
                    <a:pt x="96051" y="11490"/>
                    <a:pt x="95930" y="11459"/>
                  </a:cubicBezTo>
                  <a:cubicBezTo>
                    <a:pt x="95901" y="11452"/>
                    <a:pt x="95874" y="11448"/>
                    <a:pt x="95849" y="11448"/>
                  </a:cubicBezTo>
                  <a:cubicBezTo>
                    <a:pt x="95767" y="11448"/>
                    <a:pt x="95703" y="11488"/>
                    <a:pt x="95656" y="11581"/>
                  </a:cubicBezTo>
                  <a:cubicBezTo>
                    <a:pt x="95656" y="11590"/>
                    <a:pt x="95643" y="11594"/>
                    <a:pt x="95623" y="11594"/>
                  </a:cubicBezTo>
                  <a:cubicBezTo>
                    <a:pt x="95575" y="11594"/>
                    <a:pt x="95486" y="11572"/>
                    <a:pt x="95443" y="11551"/>
                  </a:cubicBezTo>
                  <a:cubicBezTo>
                    <a:pt x="95413" y="11490"/>
                    <a:pt x="95383" y="11399"/>
                    <a:pt x="95413" y="11338"/>
                  </a:cubicBezTo>
                  <a:lnTo>
                    <a:pt x="95413" y="11338"/>
                  </a:lnTo>
                  <a:lnTo>
                    <a:pt x="95322" y="11368"/>
                  </a:lnTo>
                  <a:lnTo>
                    <a:pt x="95018" y="11520"/>
                  </a:lnTo>
                  <a:cubicBezTo>
                    <a:pt x="94744" y="11459"/>
                    <a:pt x="94501" y="11429"/>
                    <a:pt x="94228" y="11429"/>
                  </a:cubicBezTo>
                  <a:cubicBezTo>
                    <a:pt x="94167" y="11490"/>
                    <a:pt x="94136" y="11581"/>
                    <a:pt x="94136" y="11672"/>
                  </a:cubicBezTo>
                  <a:lnTo>
                    <a:pt x="93984" y="11611"/>
                  </a:lnTo>
                  <a:cubicBezTo>
                    <a:pt x="93924" y="11581"/>
                    <a:pt x="93924" y="11490"/>
                    <a:pt x="93893" y="11399"/>
                  </a:cubicBezTo>
                  <a:cubicBezTo>
                    <a:pt x="93832" y="11459"/>
                    <a:pt x="93772" y="11520"/>
                    <a:pt x="93711" y="11581"/>
                  </a:cubicBezTo>
                  <a:cubicBezTo>
                    <a:pt x="93649" y="11643"/>
                    <a:pt x="93671" y="11732"/>
                    <a:pt x="93729" y="11793"/>
                  </a:cubicBezTo>
                  <a:lnTo>
                    <a:pt x="93729" y="11793"/>
                  </a:lnTo>
                  <a:cubicBezTo>
                    <a:pt x="93750" y="11772"/>
                    <a:pt x="93773" y="11753"/>
                    <a:pt x="93802" y="11733"/>
                  </a:cubicBezTo>
                  <a:cubicBezTo>
                    <a:pt x="93832" y="11733"/>
                    <a:pt x="93863" y="11794"/>
                    <a:pt x="93863" y="11855"/>
                  </a:cubicBezTo>
                  <a:lnTo>
                    <a:pt x="94015" y="11855"/>
                  </a:lnTo>
                  <a:lnTo>
                    <a:pt x="94197" y="11794"/>
                  </a:lnTo>
                  <a:cubicBezTo>
                    <a:pt x="94254" y="11786"/>
                    <a:pt x="94311" y="11782"/>
                    <a:pt x="94361" y="11782"/>
                  </a:cubicBezTo>
                  <a:cubicBezTo>
                    <a:pt x="94498" y="11782"/>
                    <a:pt x="94582" y="11810"/>
                    <a:pt x="94471" y="11855"/>
                  </a:cubicBezTo>
                  <a:cubicBezTo>
                    <a:pt x="94427" y="11872"/>
                    <a:pt x="94313" y="11894"/>
                    <a:pt x="94168" y="11918"/>
                  </a:cubicBezTo>
                  <a:lnTo>
                    <a:pt x="94168" y="11918"/>
                  </a:lnTo>
                  <a:cubicBezTo>
                    <a:pt x="94059" y="11901"/>
                    <a:pt x="93948" y="11880"/>
                    <a:pt x="93832" y="11855"/>
                  </a:cubicBezTo>
                  <a:cubicBezTo>
                    <a:pt x="93793" y="11845"/>
                    <a:pt x="93757" y="11822"/>
                    <a:pt x="93729" y="11793"/>
                  </a:cubicBezTo>
                  <a:lnTo>
                    <a:pt x="93729" y="11793"/>
                  </a:lnTo>
                  <a:cubicBezTo>
                    <a:pt x="93685" y="11836"/>
                    <a:pt x="93651" y="11884"/>
                    <a:pt x="93589" y="11946"/>
                  </a:cubicBezTo>
                  <a:lnTo>
                    <a:pt x="93559" y="12007"/>
                  </a:lnTo>
                  <a:cubicBezTo>
                    <a:pt x="93559" y="12007"/>
                    <a:pt x="93560" y="12008"/>
                    <a:pt x="93560" y="12008"/>
                  </a:cubicBezTo>
                  <a:lnTo>
                    <a:pt x="93560" y="12008"/>
                  </a:lnTo>
                  <a:cubicBezTo>
                    <a:pt x="93753" y="11981"/>
                    <a:pt x="93984" y="11948"/>
                    <a:pt x="94168" y="11918"/>
                  </a:cubicBezTo>
                  <a:lnTo>
                    <a:pt x="94168" y="11918"/>
                  </a:lnTo>
                  <a:cubicBezTo>
                    <a:pt x="94318" y="11941"/>
                    <a:pt x="94465" y="11959"/>
                    <a:pt x="94623" y="11976"/>
                  </a:cubicBezTo>
                  <a:lnTo>
                    <a:pt x="94532" y="12037"/>
                  </a:lnTo>
                  <a:lnTo>
                    <a:pt x="94319" y="12128"/>
                  </a:lnTo>
                  <a:cubicBezTo>
                    <a:pt x="94319" y="12010"/>
                    <a:pt x="94246" y="11966"/>
                    <a:pt x="94199" y="11966"/>
                  </a:cubicBezTo>
                  <a:cubicBezTo>
                    <a:pt x="94185" y="11966"/>
                    <a:pt x="94174" y="11969"/>
                    <a:pt x="94167" y="11976"/>
                  </a:cubicBezTo>
                  <a:cubicBezTo>
                    <a:pt x="94167" y="12005"/>
                    <a:pt x="93981" y="12192"/>
                    <a:pt x="93858" y="12192"/>
                  </a:cubicBezTo>
                  <a:cubicBezTo>
                    <a:pt x="93849" y="12192"/>
                    <a:pt x="93840" y="12191"/>
                    <a:pt x="93832" y="12189"/>
                  </a:cubicBezTo>
                  <a:cubicBezTo>
                    <a:pt x="93742" y="12159"/>
                    <a:pt x="93622" y="12069"/>
                    <a:pt x="93560" y="12008"/>
                  </a:cubicBezTo>
                  <a:lnTo>
                    <a:pt x="93560" y="12008"/>
                  </a:lnTo>
                  <a:cubicBezTo>
                    <a:pt x="93375" y="12035"/>
                    <a:pt x="93226" y="12057"/>
                    <a:pt x="93194" y="12067"/>
                  </a:cubicBezTo>
                  <a:cubicBezTo>
                    <a:pt x="93183" y="12070"/>
                    <a:pt x="93175" y="12071"/>
                    <a:pt x="93169" y="12071"/>
                  </a:cubicBezTo>
                  <a:cubicBezTo>
                    <a:pt x="93104" y="12071"/>
                    <a:pt x="93260" y="11940"/>
                    <a:pt x="93316" y="11885"/>
                  </a:cubicBezTo>
                  <a:cubicBezTo>
                    <a:pt x="93373" y="11856"/>
                    <a:pt x="93185" y="11609"/>
                    <a:pt x="93062" y="11609"/>
                  </a:cubicBezTo>
                  <a:cubicBezTo>
                    <a:pt x="93055" y="11609"/>
                    <a:pt x="93049" y="11610"/>
                    <a:pt x="93042" y="11611"/>
                  </a:cubicBezTo>
                  <a:cubicBezTo>
                    <a:pt x="92921" y="11611"/>
                    <a:pt x="92860" y="11490"/>
                    <a:pt x="92890" y="11277"/>
                  </a:cubicBezTo>
                  <a:lnTo>
                    <a:pt x="92921" y="11247"/>
                  </a:lnTo>
                  <a:cubicBezTo>
                    <a:pt x="92981" y="11216"/>
                    <a:pt x="92981" y="11125"/>
                    <a:pt x="92981" y="11095"/>
                  </a:cubicBezTo>
                  <a:lnTo>
                    <a:pt x="92921" y="11034"/>
                  </a:lnTo>
                  <a:cubicBezTo>
                    <a:pt x="92884" y="10997"/>
                    <a:pt x="92839" y="10983"/>
                    <a:pt x="92793" y="10983"/>
                  </a:cubicBezTo>
                  <a:cubicBezTo>
                    <a:pt x="92685" y="10983"/>
                    <a:pt x="92568" y="11061"/>
                    <a:pt x="92525" y="11125"/>
                  </a:cubicBezTo>
                  <a:cubicBezTo>
                    <a:pt x="92519" y="11149"/>
                    <a:pt x="92516" y="11173"/>
                    <a:pt x="92515" y="11196"/>
                  </a:cubicBezTo>
                  <a:lnTo>
                    <a:pt x="92515" y="11196"/>
                  </a:lnTo>
                  <a:cubicBezTo>
                    <a:pt x="92529" y="11194"/>
                    <a:pt x="92542" y="11193"/>
                    <a:pt x="92556" y="11193"/>
                  </a:cubicBezTo>
                  <a:cubicBezTo>
                    <a:pt x="92594" y="11193"/>
                    <a:pt x="92632" y="11201"/>
                    <a:pt x="92677" y="11216"/>
                  </a:cubicBezTo>
                  <a:lnTo>
                    <a:pt x="92677" y="11247"/>
                  </a:lnTo>
                  <a:cubicBezTo>
                    <a:pt x="92677" y="11277"/>
                    <a:pt x="92647" y="11338"/>
                    <a:pt x="92617" y="11338"/>
                  </a:cubicBezTo>
                  <a:lnTo>
                    <a:pt x="92556" y="11338"/>
                  </a:lnTo>
                  <a:cubicBezTo>
                    <a:pt x="92543" y="11321"/>
                    <a:pt x="92532" y="11306"/>
                    <a:pt x="92522" y="11290"/>
                  </a:cubicBezTo>
                  <a:lnTo>
                    <a:pt x="92522" y="11290"/>
                  </a:lnTo>
                  <a:cubicBezTo>
                    <a:pt x="92536" y="11352"/>
                    <a:pt x="92567" y="11410"/>
                    <a:pt x="92617" y="11459"/>
                  </a:cubicBezTo>
                  <a:lnTo>
                    <a:pt x="92434" y="11642"/>
                  </a:lnTo>
                  <a:lnTo>
                    <a:pt x="92039" y="11429"/>
                  </a:lnTo>
                  <a:lnTo>
                    <a:pt x="91796" y="11338"/>
                  </a:lnTo>
                  <a:cubicBezTo>
                    <a:pt x="91674" y="11459"/>
                    <a:pt x="91553" y="11520"/>
                    <a:pt x="91370" y="11551"/>
                  </a:cubicBezTo>
                  <a:lnTo>
                    <a:pt x="91340" y="11520"/>
                  </a:lnTo>
                  <a:lnTo>
                    <a:pt x="91249" y="11429"/>
                  </a:lnTo>
                  <a:cubicBezTo>
                    <a:pt x="91401" y="11277"/>
                    <a:pt x="91614" y="11186"/>
                    <a:pt x="91857" y="11155"/>
                  </a:cubicBezTo>
                  <a:lnTo>
                    <a:pt x="92039" y="11216"/>
                  </a:lnTo>
                  <a:cubicBezTo>
                    <a:pt x="92061" y="11221"/>
                    <a:pt x="92082" y="11223"/>
                    <a:pt x="92100" y="11223"/>
                  </a:cubicBezTo>
                  <a:cubicBezTo>
                    <a:pt x="92191" y="11223"/>
                    <a:pt x="92245" y="11180"/>
                    <a:pt x="92305" y="11180"/>
                  </a:cubicBezTo>
                  <a:cubicBezTo>
                    <a:pt x="92317" y="11180"/>
                    <a:pt x="92330" y="11181"/>
                    <a:pt x="92343" y="11186"/>
                  </a:cubicBezTo>
                  <a:lnTo>
                    <a:pt x="92434" y="11216"/>
                  </a:lnTo>
                  <a:cubicBezTo>
                    <a:pt x="92448" y="11212"/>
                    <a:pt x="92462" y="11208"/>
                    <a:pt x="92474" y="11204"/>
                  </a:cubicBezTo>
                  <a:lnTo>
                    <a:pt x="92474" y="11204"/>
                  </a:lnTo>
                  <a:cubicBezTo>
                    <a:pt x="92487" y="11232"/>
                    <a:pt x="92503" y="11260"/>
                    <a:pt x="92522" y="11290"/>
                  </a:cubicBezTo>
                  <a:lnTo>
                    <a:pt x="92522" y="11290"/>
                  </a:lnTo>
                  <a:cubicBezTo>
                    <a:pt x="92515" y="11260"/>
                    <a:pt x="92513" y="11228"/>
                    <a:pt x="92515" y="11196"/>
                  </a:cubicBezTo>
                  <a:lnTo>
                    <a:pt x="92515" y="11196"/>
                  </a:lnTo>
                  <a:cubicBezTo>
                    <a:pt x="92502" y="11198"/>
                    <a:pt x="92488" y="11201"/>
                    <a:pt x="92474" y="11204"/>
                  </a:cubicBezTo>
                  <a:lnTo>
                    <a:pt x="92474" y="11204"/>
                  </a:lnTo>
                  <a:cubicBezTo>
                    <a:pt x="92445" y="11140"/>
                    <a:pt x="92434" y="11077"/>
                    <a:pt x="92434" y="11004"/>
                  </a:cubicBezTo>
                  <a:lnTo>
                    <a:pt x="92343" y="10943"/>
                  </a:lnTo>
                  <a:lnTo>
                    <a:pt x="92313" y="10912"/>
                  </a:lnTo>
                  <a:cubicBezTo>
                    <a:pt x="92221" y="10943"/>
                    <a:pt x="92130" y="10973"/>
                    <a:pt x="92069" y="11064"/>
                  </a:cubicBezTo>
                  <a:lnTo>
                    <a:pt x="91948" y="11064"/>
                  </a:lnTo>
                  <a:lnTo>
                    <a:pt x="91674" y="11095"/>
                  </a:lnTo>
                  <a:cubicBezTo>
                    <a:pt x="91401" y="10943"/>
                    <a:pt x="91370" y="10791"/>
                    <a:pt x="91614" y="10791"/>
                  </a:cubicBezTo>
                  <a:lnTo>
                    <a:pt x="91917" y="10791"/>
                  </a:lnTo>
                  <a:cubicBezTo>
                    <a:pt x="92009" y="10730"/>
                    <a:pt x="92039" y="10608"/>
                    <a:pt x="92069" y="10517"/>
                  </a:cubicBezTo>
                  <a:lnTo>
                    <a:pt x="92069" y="10426"/>
                  </a:lnTo>
                  <a:cubicBezTo>
                    <a:pt x="92069" y="10365"/>
                    <a:pt x="92039" y="10335"/>
                    <a:pt x="91978" y="10335"/>
                  </a:cubicBezTo>
                  <a:lnTo>
                    <a:pt x="91796" y="10335"/>
                  </a:lnTo>
                  <a:lnTo>
                    <a:pt x="91705" y="10274"/>
                  </a:lnTo>
                  <a:cubicBezTo>
                    <a:pt x="91669" y="10283"/>
                    <a:pt x="91633" y="10287"/>
                    <a:pt x="91599" y="10287"/>
                  </a:cubicBezTo>
                  <a:cubicBezTo>
                    <a:pt x="91515" y="10287"/>
                    <a:pt x="91435" y="10265"/>
                    <a:pt x="91370" y="10244"/>
                  </a:cubicBezTo>
                  <a:lnTo>
                    <a:pt x="91279" y="10213"/>
                  </a:lnTo>
                  <a:lnTo>
                    <a:pt x="91249" y="10213"/>
                  </a:lnTo>
                  <a:cubicBezTo>
                    <a:pt x="91218" y="10213"/>
                    <a:pt x="91006" y="10335"/>
                    <a:pt x="90914" y="10335"/>
                  </a:cubicBezTo>
                  <a:cubicBezTo>
                    <a:pt x="90762" y="10274"/>
                    <a:pt x="90610" y="10274"/>
                    <a:pt x="90458" y="10274"/>
                  </a:cubicBezTo>
                  <a:lnTo>
                    <a:pt x="90307" y="10365"/>
                  </a:lnTo>
                  <a:lnTo>
                    <a:pt x="90276" y="10396"/>
                  </a:lnTo>
                  <a:cubicBezTo>
                    <a:pt x="90185" y="10365"/>
                    <a:pt x="90215" y="10274"/>
                    <a:pt x="90337" y="10183"/>
                  </a:cubicBezTo>
                  <a:lnTo>
                    <a:pt x="90458" y="10183"/>
                  </a:lnTo>
                  <a:cubicBezTo>
                    <a:pt x="90489" y="10152"/>
                    <a:pt x="90337" y="10122"/>
                    <a:pt x="90307" y="10122"/>
                  </a:cubicBezTo>
                  <a:cubicBezTo>
                    <a:pt x="90246" y="10092"/>
                    <a:pt x="90246" y="10031"/>
                    <a:pt x="90246" y="10000"/>
                  </a:cubicBezTo>
                  <a:cubicBezTo>
                    <a:pt x="90276" y="9970"/>
                    <a:pt x="90215" y="9970"/>
                    <a:pt x="90124" y="9970"/>
                  </a:cubicBezTo>
                  <a:lnTo>
                    <a:pt x="90124" y="10000"/>
                  </a:lnTo>
                  <a:lnTo>
                    <a:pt x="90094" y="10061"/>
                  </a:lnTo>
                  <a:cubicBezTo>
                    <a:pt x="90094" y="10082"/>
                    <a:pt x="90078" y="10090"/>
                    <a:pt x="90053" y="10090"/>
                  </a:cubicBezTo>
                  <a:cubicBezTo>
                    <a:pt x="89966" y="10090"/>
                    <a:pt x="89762" y="9994"/>
                    <a:pt x="89668" y="9970"/>
                  </a:cubicBezTo>
                  <a:cubicBezTo>
                    <a:pt x="89648" y="9966"/>
                    <a:pt x="89628" y="9964"/>
                    <a:pt x="89608" y="9964"/>
                  </a:cubicBezTo>
                  <a:cubicBezTo>
                    <a:pt x="89478" y="9964"/>
                    <a:pt x="89356" y="10047"/>
                    <a:pt x="89303" y="10152"/>
                  </a:cubicBezTo>
                  <a:lnTo>
                    <a:pt x="89182" y="10244"/>
                  </a:lnTo>
                  <a:lnTo>
                    <a:pt x="89091" y="10304"/>
                  </a:lnTo>
                  <a:cubicBezTo>
                    <a:pt x="89013" y="10281"/>
                    <a:pt x="88928" y="10246"/>
                    <a:pt x="88845" y="10206"/>
                  </a:cubicBezTo>
                  <a:lnTo>
                    <a:pt x="88845" y="10206"/>
                  </a:lnTo>
                  <a:cubicBezTo>
                    <a:pt x="88832" y="10229"/>
                    <a:pt x="88813" y="10244"/>
                    <a:pt x="88787" y="10244"/>
                  </a:cubicBezTo>
                  <a:cubicBezTo>
                    <a:pt x="88780" y="10247"/>
                    <a:pt x="88774" y="10248"/>
                    <a:pt x="88769" y="10248"/>
                  </a:cubicBezTo>
                  <a:cubicBezTo>
                    <a:pt x="88741" y="10248"/>
                    <a:pt x="88722" y="10213"/>
                    <a:pt x="88710" y="10159"/>
                  </a:cubicBezTo>
                  <a:lnTo>
                    <a:pt x="88710" y="10159"/>
                  </a:lnTo>
                  <a:cubicBezTo>
                    <a:pt x="88723" y="10158"/>
                    <a:pt x="88737" y="10157"/>
                    <a:pt x="88750" y="10156"/>
                  </a:cubicBezTo>
                  <a:lnTo>
                    <a:pt x="88750" y="10156"/>
                  </a:lnTo>
                  <a:cubicBezTo>
                    <a:pt x="88735" y="10148"/>
                    <a:pt x="88719" y="10139"/>
                    <a:pt x="88704" y="10130"/>
                  </a:cubicBezTo>
                  <a:lnTo>
                    <a:pt x="88704" y="10130"/>
                  </a:lnTo>
                  <a:cubicBezTo>
                    <a:pt x="88699" y="10093"/>
                    <a:pt x="88696" y="10048"/>
                    <a:pt x="88696" y="10000"/>
                  </a:cubicBezTo>
                  <a:lnTo>
                    <a:pt x="88600" y="10064"/>
                  </a:lnTo>
                  <a:lnTo>
                    <a:pt x="88600" y="10064"/>
                  </a:lnTo>
                  <a:cubicBezTo>
                    <a:pt x="88481" y="9983"/>
                    <a:pt x="88410" y="9907"/>
                    <a:pt x="88452" y="9879"/>
                  </a:cubicBezTo>
                  <a:cubicBezTo>
                    <a:pt x="88507" y="9825"/>
                    <a:pt x="88658" y="9722"/>
                    <a:pt x="88711" y="9722"/>
                  </a:cubicBezTo>
                  <a:cubicBezTo>
                    <a:pt x="88718" y="9722"/>
                    <a:pt x="88723" y="9724"/>
                    <a:pt x="88726" y="9727"/>
                  </a:cubicBezTo>
                  <a:cubicBezTo>
                    <a:pt x="88787" y="9788"/>
                    <a:pt x="88848" y="9879"/>
                    <a:pt x="88878" y="10000"/>
                  </a:cubicBezTo>
                  <a:cubicBezTo>
                    <a:pt x="88878" y="10032"/>
                    <a:pt x="88878" y="10098"/>
                    <a:pt x="88865" y="10153"/>
                  </a:cubicBezTo>
                  <a:lnTo>
                    <a:pt x="88865" y="10153"/>
                  </a:lnTo>
                  <a:cubicBezTo>
                    <a:pt x="88900" y="10152"/>
                    <a:pt x="88934" y="10152"/>
                    <a:pt x="88969" y="10152"/>
                  </a:cubicBezTo>
                  <a:lnTo>
                    <a:pt x="88969" y="10122"/>
                  </a:lnTo>
                  <a:lnTo>
                    <a:pt x="88969" y="10000"/>
                  </a:lnTo>
                  <a:cubicBezTo>
                    <a:pt x="89000" y="9848"/>
                    <a:pt x="89060" y="9727"/>
                    <a:pt x="89151" y="9666"/>
                  </a:cubicBezTo>
                  <a:cubicBezTo>
                    <a:pt x="89163" y="9661"/>
                    <a:pt x="89174" y="9658"/>
                    <a:pt x="89185" y="9658"/>
                  </a:cubicBezTo>
                  <a:cubicBezTo>
                    <a:pt x="89234" y="9658"/>
                    <a:pt x="89279" y="9708"/>
                    <a:pt x="89303" y="9757"/>
                  </a:cubicBezTo>
                  <a:lnTo>
                    <a:pt x="89395" y="9696"/>
                  </a:lnTo>
                  <a:cubicBezTo>
                    <a:pt x="89425" y="9666"/>
                    <a:pt x="89425" y="9605"/>
                    <a:pt x="89486" y="9605"/>
                  </a:cubicBezTo>
                  <a:lnTo>
                    <a:pt x="89607" y="9575"/>
                  </a:lnTo>
                  <a:cubicBezTo>
                    <a:pt x="89759" y="9545"/>
                    <a:pt x="89942" y="9453"/>
                    <a:pt x="90033" y="9423"/>
                  </a:cubicBezTo>
                  <a:lnTo>
                    <a:pt x="90124" y="9514"/>
                  </a:lnTo>
                  <a:cubicBezTo>
                    <a:pt x="90165" y="9514"/>
                    <a:pt x="90219" y="9528"/>
                    <a:pt x="90268" y="9528"/>
                  </a:cubicBezTo>
                  <a:cubicBezTo>
                    <a:pt x="90293" y="9528"/>
                    <a:pt x="90317" y="9524"/>
                    <a:pt x="90337" y="9514"/>
                  </a:cubicBezTo>
                  <a:lnTo>
                    <a:pt x="90458" y="9514"/>
                  </a:lnTo>
                  <a:cubicBezTo>
                    <a:pt x="90550" y="9529"/>
                    <a:pt x="90641" y="9537"/>
                    <a:pt x="90732" y="9537"/>
                  </a:cubicBezTo>
                  <a:cubicBezTo>
                    <a:pt x="90823" y="9537"/>
                    <a:pt x="90914" y="9529"/>
                    <a:pt x="91006" y="9514"/>
                  </a:cubicBezTo>
                  <a:cubicBezTo>
                    <a:pt x="91092" y="9493"/>
                    <a:pt x="91162" y="9471"/>
                    <a:pt x="91239" y="9471"/>
                  </a:cubicBezTo>
                  <a:cubicBezTo>
                    <a:pt x="91271" y="9471"/>
                    <a:pt x="91304" y="9475"/>
                    <a:pt x="91340" y="9484"/>
                  </a:cubicBezTo>
                  <a:cubicBezTo>
                    <a:pt x="91462" y="9514"/>
                    <a:pt x="91583" y="9545"/>
                    <a:pt x="91735" y="9575"/>
                  </a:cubicBezTo>
                  <a:cubicBezTo>
                    <a:pt x="91766" y="9560"/>
                    <a:pt x="91804" y="9552"/>
                    <a:pt x="91845" y="9552"/>
                  </a:cubicBezTo>
                  <a:cubicBezTo>
                    <a:pt x="91887" y="9552"/>
                    <a:pt x="91933" y="9560"/>
                    <a:pt x="91978" y="9575"/>
                  </a:cubicBezTo>
                  <a:lnTo>
                    <a:pt x="92009" y="9575"/>
                  </a:lnTo>
                  <a:lnTo>
                    <a:pt x="92221" y="9423"/>
                  </a:lnTo>
                  <a:cubicBezTo>
                    <a:pt x="92434" y="9514"/>
                    <a:pt x="92647" y="9575"/>
                    <a:pt x="92708" y="9575"/>
                  </a:cubicBezTo>
                  <a:lnTo>
                    <a:pt x="92738" y="9575"/>
                  </a:lnTo>
                  <a:lnTo>
                    <a:pt x="92890" y="9453"/>
                  </a:lnTo>
                  <a:cubicBezTo>
                    <a:pt x="92966" y="9484"/>
                    <a:pt x="93042" y="9499"/>
                    <a:pt x="93122" y="9499"/>
                  </a:cubicBezTo>
                  <a:cubicBezTo>
                    <a:pt x="93202" y="9499"/>
                    <a:pt x="93285" y="9484"/>
                    <a:pt x="93376" y="9453"/>
                  </a:cubicBezTo>
                  <a:lnTo>
                    <a:pt x="93528" y="9545"/>
                  </a:lnTo>
                  <a:cubicBezTo>
                    <a:pt x="93533" y="9549"/>
                    <a:pt x="93540" y="9551"/>
                    <a:pt x="93549" y="9551"/>
                  </a:cubicBezTo>
                  <a:cubicBezTo>
                    <a:pt x="93576" y="9551"/>
                    <a:pt x="93621" y="9533"/>
                    <a:pt x="93668" y="9533"/>
                  </a:cubicBezTo>
                  <a:cubicBezTo>
                    <a:pt x="93703" y="9533"/>
                    <a:pt x="93739" y="9543"/>
                    <a:pt x="93772" y="9575"/>
                  </a:cubicBezTo>
                  <a:cubicBezTo>
                    <a:pt x="93772" y="9575"/>
                    <a:pt x="93962" y="9469"/>
                    <a:pt x="94095" y="9469"/>
                  </a:cubicBezTo>
                  <a:cubicBezTo>
                    <a:pt x="94122" y="9469"/>
                    <a:pt x="94147" y="9474"/>
                    <a:pt x="94167" y="9484"/>
                  </a:cubicBezTo>
                  <a:cubicBezTo>
                    <a:pt x="94192" y="9501"/>
                    <a:pt x="94220" y="9508"/>
                    <a:pt x="94248" y="9508"/>
                  </a:cubicBezTo>
                  <a:cubicBezTo>
                    <a:pt x="94319" y="9508"/>
                    <a:pt x="94388" y="9458"/>
                    <a:pt x="94410" y="9393"/>
                  </a:cubicBezTo>
                  <a:cubicBezTo>
                    <a:pt x="94562" y="9423"/>
                    <a:pt x="94653" y="9453"/>
                    <a:pt x="94775" y="9514"/>
                  </a:cubicBezTo>
                  <a:cubicBezTo>
                    <a:pt x="94791" y="9522"/>
                    <a:pt x="94806" y="9525"/>
                    <a:pt x="94821" y="9525"/>
                  </a:cubicBezTo>
                  <a:cubicBezTo>
                    <a:pt x="94889" y="9525"/>
                    <a:pt x="94950" y="9458"/>
                    <a:pt x="95015" y="9458"/>
                  </a:cubicBezTo>
                  <a:cubicBezTo>
                    <a:pt x="95045" y="9458"/>
                    <a:pt x="95076" y="9472"/>
                    <a:pt x="95109" y="9514"/>
                  </a:cubicBezTo>
                  <a:cubicBezTo>
                    <a:pt x="95231" y="9453"/>
                    <a:pt x="95322" y="9393"/>
                    <a:pt x="95443" y="9301"/>
                  </a:cubicBezTo>
                  <a:lnTo>
                    <a:pt x="95717" y="9301"/>
                  </a:lnTo>
                  <a:cubicBezTo>
                    <a:pt x="95899" y="9271"/>
                    <a:pt x="96051" y="9210"/>
                    <a:pt x="96203" y="9119"/>
                  </a:cubicBezTo>
                  <a:cubicBezTo>
                    <a:pt x="96264" y="9058"/>
                    <a:pt x="96203" y="8997"/>
                    <a:pt x="96082" y="8997"/>
                  </a:cubicBezTo>
                  <a:lnTo>
                    <a:pt x="96112" y="8845"/>
                  </a:lnTo>
                  <a:lnTo>
                    <a:pt x="96142" y="8724"/>
                  </a:lnTo>
                  <a:cubicBezTo>
                    <a:pt x="96142" y="8572"/>
                    <a:pt x="96082" y="8420"/>
                    <a:pt x="96021" y="8298"/>
                  </a:cubicBezTo>
                  <a:lnTo>
                    <a:pt x="96112" y="8207"/>
                  </a:lnTo>
                  <a:lnTo>
                    <a:pt x="96173" y="8146"/>
                  </a:lnTo>
                  <a:cubicBezTo>
                    <a:pt x="96203" y="8086"/>
                    <a:pt x="96325" y="7903"/>
                    <a:pt x="96325" y="7873"/>
                  </a:cubicBezTo>
                  <a:cubicBezTo>
                    <a:pt x="96325" y="7812"/>
                    <a:pt x="96416" y="7721"/>
                    <a:pt x="96538" y="7660"/>
                  </a:cubicBezTo>
                  <a:lnTo>
                    <a:pt x="96629" y="7599"/>
                  </a:lnTo>
                  <a:cubicBezTo>
                    <a:pt x="96720" y="7417"/>
                    <a:pt x="96781" y="7265"/>
                    <a:pt x="96811" y="7082"/>
                  </a:cubicBezTo>
                  <a:lnTo>
                    <a:pt x="96720" y="6991"/>
                  </a:lnTo>
                  <a:cubicBezTo>
                    <a:pt x="96750" y="6900"/>
                    <a:pt x="96842" y="6809"/>
                    <a:pt x="96933" y="6779"/>
                  </a:cubicBezTo>
                  <a:lnTo>
                    <a:pt x="97054" y="6779"/>
                  </a:lnTo>
                  <a:cubicBezTo>
                    <a:pt x="97115" y="6718"/>
                    <a:pt x="97024" y="6657"/>
                    <a:pt x="96994" y="6627"/>
                  </a:cubicBezTo>
                  <a:cubicBezTo>
                    <a:pt x="96963" y="6596"/>
                    <a:pt x="97237" y="6323"/>
                    <a:pt x="97358" y="6231"/>
                  </a:cubicBezTo>
                  <a:cubicBezTo>
                    <a:pt x="97480" y="6110"/>
                    <a:pt x="97450" y="5988"/>
                    <a:pt x="97419" y="5958"/>
                  </a:cubicBezTo>
                  <a:cubicBezTo>
                    <a:pt x="97358" y="5958"/>
                    <a:pt x="97358" y="5836"/>
                    <a:pt x="97419" y="5715"/>
                  </a:cubicBezTo>
                  <a:lnTo>
                    <a:pt x="97510" y="5654"/>
                  </a:lnTo>
                  <a:lnTo>
                    <a:pt x="97571" y="5593"/>
                  </a:lnTo>
                  <a:cubicBezTo>
                    <a:pt x="97693" y="5563"/>
                    <a:pt x="97753" y="5350"/>
                    <a:pt x="97693" y="5350"/>
                  </a:cubicBezTo>
                  <a:cubicBezTo>
                    <a:pt x="97632" y="5320"/>
                    <a:pt x="97571" y="5289"/>
                    <a:pt x="97510" y="5259"/>
                  </a:cubicBezTo>
                  <a:cubicBezTo>
                    <a:pt x="97510" y="5255"/>
                    <a:pt x="97509" y="5253"/>
                    <a:pt x="97506" y="5253"/>
                  </a:cubicBezTo>
                  <a:cubicBezTo>
                    <a:pt x="97486" y="5253"/>
                    <a:pt x="97407" y="5336"/>
                    <a:pt x="97328" y="5441"/>
                  </a:cubicBezTo>
                  <a:lnTo>
                    <a:pt x="97146" y="5350"/>
                  </a:lnTo>
                  <a:lnTo>
                    <a:pt x="97054" y="5289"/>
                  </a:lnTo>
                  <a:cubicBezTo>
                    <a:pt x="97115" y="5228"/>
                    <a:pt x="96872" y="5107"/>
                    <a:pt x="96750" y="5046"/>
                  </a:cubicBezTo>
                  <a:cubicBezTo>
                    <a:pt x="96629" y="5016"/>
                    <a:pt x="96902" y="4924"/>
                    <a:pt x="96994" y="4924"/>
                  </a:cubicBezTo>
                  <a:cubicBezTo>
                    <a:pt x="97010" y="4916"/>
                    <a:pt x="97048" y="4912"/>
                    <a:pt x="97096" y="4912"/>
                  </a:cubicBezTo>
                  <a:cubicBezTo>
                    <a:pt x="97226" y="4912"/>
                    <a:pt x="97427" y="4941"/>
                    <a:pt x="97450" y="4985"/>
                  </a:cubicBezTo>
                  <a:cubicBezTo>
                    <a:pt x="97461" y="5021"/>
                    <a:pt x="97483" y="5038"/>
                    <a:pt x="97508" y="5038"/>
                  </a:cubicBezTo>
                  <a:cubicBezTo>
                    <a:pt x="97547" y="5038"/>
                    <a:pt x="97595" y="4998"/>
                    <a:pt x="97632" y="4924"/>
                  </a:cubicBezTo>
                  <a:lnTo>
                    <a:pt x="97784" y="5016"/>
                  </a:lnTo>
                  <a:cubicBezTo>
                    <a:pt x="97784" y="5016"/>
                    <a:pt x="97784" y="5046"/>
                    <a:pt x="97814" y="5046"/>
                  </a:cubicBezTo>
                  <a:cubicBezTo>
                    <a:pt x="97852" y="5071"/>
                    <a:pt x="97869" y="5086"/>
                    <a:pt x="97884" y="5086"/>
                  </a:cubicBezTo>
                  <a:cubicBezTo>
                    <a:pt x="97906" y="5086"/>
                    <a:pt x="97925" y="5056"/>
                    <a:pt x="97997" y="4985"/>
                  </a:cubicBezTo>
                  <a:lnTo>
                    <a:pt x="98088" y="4924"/>
                  </a:lnTo>
                  <a:cubicBezTo>
                    <a:pt x="98179" y="4894"/>
                    <a:pt x="98240" y="4803"/>
                    <a:pt x="98209" y="4712"/>
                  </a:cubicBezTo>
                  <a:lnTo>
                    <a:pt x="98179" y="4681"/>
                  </a:lnTo>
                  <a:lnTo>
                    <a:pt x="98057" y="4529"/>
                  </a:lnTo>
                  <a:cubicBezTo>
                    <a:pt x="98057" y="4408"/>
                    <a:pt x="98057" y="4286"/>
                    <a:pt x="98057" y="4165"/>
                  </a:cubicBezTo>
                  <a:cubicBezTo>
                    <a:pt x="98027" y="4165"/>
                    <a:pt x="97723" y="4104"/>
                    <a:pt x="97662" y="4013"/>
                  </a:cubicBezTo>
                  <a:cubicBezTo>
                    <a:pt x="97480" y="3891"/>
                    <a:pt x="97298" y="3769"/>
                    <a:pt x="97085" y="3709"/>
                  </a:cubicBezTo>
                  <a:cubicBezTo>
                    <a:pt x="96902" y="3709"/>
                    <a:pt x="96720" y="3678"/>
                    <a:pt x="96538" y="3648"/>
                  </a:cubicBezTo>
                  <a:cubicBezTo>
                    <a:pt x="96416" y="3587"/>
                    <a:pt x="96294" y="3496"/>
                    <a:pt x="96203" y="3405"/>
                  </a:cubicBezTo>
                  <a:lnTo>
                    <a:pt x="96264" y="3313"/>
                  </a:lnTo>
                  <a:cubicBezTo>
                    <a:pt x="96355" y="3222"/>
                    <a:pt x="96416" y="3131"/>
                    <a:pt x="96477" y="3040"/>
                  </a:cubicBezTo>
                  <a:cubicBezTo>
                    <a:pt x="96507" y="2979"/>
                    <a:pt x="96477" y="2918"/>
                    <a:pt x="96446" y="2857"/>
                  </a:cubicBezTo>
                  <a:cubicBezTo>
                    <a:pt x="96416" y="2812"/>
                    <a:pt x="96386" y="2789"/>
                    <a:pt x="96351" y="2789"/>
                  </a:cubicBezTo>
                  <a:cubicBezTo>
                    <a:pt x="96317" y="2789"/>
                    <a:pt x="96279" y="2812"/>
                    <a:pt x="96234" y="2857"/>
                  </a:cubicBezTo>
                  <a:cubicBezTo>
                    <a:pt x="96207" y="2875"/>
                    <a:pt x="96188" y="2883"/>
                    <a:pt x="96174" y="2883"/>
                  </a:cubicBezTo>
                  <a:cubicBezTo>
                    <a:pt x="96140" y="2883"/>
                    <a:pt x="96134" y="2840"/>
                    <a:pt x="96112" y="2797"/>
                  </a:cubicBezTo>
                  <a:cubicBezTo>
                    <a:pt x="96082" y="2766"/>
                    <a:pt x="96051" y="2736"/>
                    <a:pt x="95991" y="2736"/>
                  </a:cubicBezTo>
                  <a:cubicBezTo>
                    <a:pt x="95899" y="2736"/>
                    <a:pt x="95778" y="2766"/>
                    <a:pt x="95747" y="2827"/>
                  </a:cubicBezTo>
                  <a:lnTo>
                    <a:pt x="95626" y="3070"/>
                  </a:lnTo>
                  <a:cubicBezTo>
                    <a:pt x="95474" y="3009"/>
                    <a:pt x="95413" y="2857"/>
                    <a:pt x="95443" y="2736"/>
                  </a:cubicBezTo>
                  <a:cubicBezTo>
                    <a:pt x="95474" y="2645"/>
                    <a:pt x="95535" y="2554"/>
                    <a:pt x="95565" y="2493"/>
                  </a:cubicBezTo>
                  <a:lnTo>
                    <a:pt x="95443" y="2493"/>
                  </a:lnTo>
                  <a:cubicBezTo>
                    <a:pt x="95383" y="2493"/>
                    <a:pt x="95352" y="2554"/>
                    <a:pt x="95322" y="2584"/>
                  </a:cubicBezTo>
                  <a:cubicBezTo>
                    <a:pt x="95261" y="2584"/>
                    <a:pt x="95261" y="2645"/>
                    <a:pt x="95261" y="2645"/>
                  </a:cubicBezTo>
                  <a:lnTo>
                    <a:pt x="95079" y="2584"/>
                  </a:lnTo>
                  <a:cubicBezTo>
                    <a:pt x="95062" y="2581"/>
                    <a:pt x="95045" y="2580"/>
                    <a:pt x="95027" y="2580"/>
                  </a:cubicBezTo>
                  <a:cubicBezTo>
                    <a:pt x="94848" y="2580"/>
                    <a:pt x="94614" y="2708"/>
                    <a:pt x="94532" y="2736"/>
                  </a:cubicBezTo>
                  <a:cubicBezTo>
                    <a:pt x="94349" y="2706"/>
                    <a:pt x="94197" y="2645"/>
                    <a:pt x="94045" y="2554"/>
                  </a:cubicBezTo>
                  <a:cubicBezTo>
                    <a:pt x="94012" y="2542"/>
                    <a:pt x="93974" y="2535"/>
                    <a:pt x="93937" y="2535"/>
                  </a:cubicBezTo>
                  <a:cubicBezTo>
                    <a:pt x="93873" y="2535"/>
                    <a:pt x="93810" y="2557"/>
                    <a:pt x="93772" y="2614"/>
                  </a:cubicBezTo>
                  <a:cubicBezTo>
                    <a:pt x="93765" y="2618"/>
                    <a:pt x="93758" y="2619"/>
                    <a:pt x="93752" y="2619"/>
                  </a:cubicBezTo>
                  <a:cubicBezTo>
                    <a:pt x="93698" y="2619"/>
                    <a:pt x="93650" y="2517"/>
                    <a:pt x="93650" y="2462"/>
                  </a:cubicBezTo>
                  <a:cubicBezTo>
                    <a:pt x="93650" y="2455"/>
                    <a:pt x="93647" y="2451"/>
                    <a:pt x="93641" y="2451"/>
                  </a:cubicBezTo>
                  <a:cubicBezTo>
                    <a:pt x="93621" y="2451"/>
                    <a:pt x="93575" y="2491"/>
                    <a:pt x="93528" y="2584"/>
                  </a:cubicBezTo>
                  <a:lnTo>
                    <a:pt x="93255" y="2584"/>
                  </a:lnTo>
                  <a:cubicBezTo>
                    <a:pt x="93133" y="2706"/>
                    <a:pt x="92860" y="3009"/>
                    <a:pt x="92921" y="3101"/>
                  </a:cubicBezTo>
                  <a:cubicBezTo>
                    <a:pt x="92956" y="3136"/>
                    <a:pt x="92898" y="3151"/>
                    <a:pt x="92831" y="3151"/>
                  </a:cubicBezTo>
                  <a:cubicBezTo>
                    <a:pt x="92784" y="3151"/>
                    <a:pt x="92733" y="3144"/>
                    <a:pt x="92708" y="3131"/>
                  </a:cubicBezTo>
                  <a:cubicBezTo>
                    <a:pt x="92681" y="3122"/>
                    <a:pt x="92654" y="3118"/>
                    <a:pt x="92628" y="3118"/>
                  </a:cubicBezTo>
                  <a:cubicBezTo>
                    <a:pt x="92566" y="3118"/>
                    <a:pt x="92508" y="3140"/>
                    <a:pt x="92465" y="3161"/>
                  </a:cubicBezTo>
                  <a:cubicBezTo>
                    <a:pt x="92313" y="3161"/>
                    <a:pt x="92191" y="3131"/>
                    <a:pt x="92069" y="3070"/>
                  </a:cubicBezTo>
                  <a:cubicBezTo>
                    <a:pt x="92009" y="3009"/>
                    <a:pt x="91917" y="2888"/>
                    <a:pt x="91917" y="2827"/>
                  </a:cubicBezTo>
                  <a:cubicBezTo>
                    <a:pt x="91917" y="2797"/>
                    <a:pt x="92161" y="2706"/>
                    <a:pt x="92252" y="2706"/>
                  </a:cubicBezTo>
                  <a:cubicBezTo>
                    <a:pt x="92313" y="2706"/>
                    <a:pt x="92221" y="2614"/>
                    <a:pt x="92039" y="2523"/>
                  </a:cubicBezTo>
                  <a:lnTo>
                    <a:pt x="91978" y="2523"/>
                  </a:lnTo>
                  <a:cubicBezTo>
                    <a:pt x="91961" y="2517"/>
                    <a:pt x="91947" y="2515"/>
                    <a:pt x="91935" y="2515"/>
                  </a:cubicBezTo>
                  <a:cubicBezTo>
                    <a:pt x="91887" y="2515"/>
                    <a:pt x="91887" y="2559"/>
                    <a:pt x="91887" y="2584"/>
                  </a:cubicBezTo>
                  <a:cubicBezTo>
                    <a:pt x="91917" y="2584"/>
                    <a:pt x="91826" y="2614"/>
                    <a:pt x="91796" y="2614"/>
                  </a:cubicBezTo>
                  <a:cubicBezTo>
                    <a:pt x="91766" y="2614"/>
                    <a:pt x="91674" y="2432"/>
                    <a:pt x="91583" y="2432"/>
                  </a:cubicBezTo>
                  <a:cubicBezTo>
                    <a:pt x="91492" y="2432"/>
                    <a:pt x="91522" y="2402"/>
                    <a:pt x="91583" y="2371"/>
                  </a:cubicBezTo>
                  <a:cubicBezTo>
                    <a:pt x="91644" y="2371"/>
                    <a:pt x="90945" y="2280"/>
                    <a:pt x="90914" y="2250"/>
                  </a:cubicBezTo>
                  <a:cubicBezTo>
                    <a:pt x="90884" y="2219"/>
                    <a:pt x="90914" y="2128"/>
                    <a:pt x="90945" y="2098"/>
                  </a:cubicBezTo>
                  <a:cubicBezTo>
                    <a:pt x="90975" y="2067"/>
                    <a:pt x="90975" y="2037"/>
                    <a:pt x="90914" y="2006"/>
                  </a:cubicBezTo>
                  <a:lnTo>
                    <a:pt x="90884" y="1976"/>
                  </a:lnTo>
                  <a:lnTo>
                    <a:pt x="90854" y="1946"/>
                  </a:lnTo>
                  <a:cubicBezTo>
                    <a:pt x="90793" y="1915"/>
                    <a:pt x="90975" y="1763"/>
                    <a:pt x="91036" y="1733"/>
                  </a:cubicBezTo>
                  <a:cubicBezTo>
                    <a:pt x="91043" y="1726"/>
                    <a:pt x="91051" y="1723"/>
                    <a:pt x="91060" y="1723"/>
                  </a:cubicBezTo>
                  <a:cubicBezTo>
                    <a:pt x="91134" y="1723"/>
                    <a:pt x="91276" y="1922"/>
                    <a:pt x="91249" y="1976"/>
                  </a:cubicBezTo>
                  <a:cubicBezTo>
                    <a:pt x="91249" y="2067"/>
                    <a:pt x="91279" y="2128"/>
                    <a:pt x="91279" y="2128"/>
                  </a:cubicBezTo>
                  <a:cubicBezTo>
                    <a:pt x="91370" y="2067"/>
                    <a:pt x="91462" y="2006"/>
                    <a:pt x="91522" y="1915"/>
                  </a:cubicBezTo>
                  <a:lnTo>
                    <a:pt x="91614" y="1885"/>
                  </a:lnTo>
                  <a:cubicBezTo>
                    <a:pt x="91674" y="1794"/>
                    <a:pt x="91705" y="1702"/>
                    <a:pt x="91735" y="1581"/>
                  </a:cubicBezTo>
                  <a:cubicBezTo>
                    <a:pt x="91705" y="1520"/>
                    <a:pt x="91674" y="1429"/>
                    <a:pt x="91644" y="1368"/>
                  </a:cubicBezTo>
                  <a:cubicBezTo>
                    <a:pt x="91614" y="1277"/>
                    <a:pt x="91279" y="1247"/>
                    <a:pt x="91279" y="1186"/>
                  </a:cubicBezTo>
                  <a:cubicBezTo>
                    <a:pt x="91257" y="1141"/>
                    <a:pt x="91349" y="1113"/>
                    <a:pt x="91495" y="1113"/>
                  </a:cubicBezTo>
                  <a:cubicBezTo>
                    <a:pt x="91548" y="1113"/>
                    <a:pt x="91609" y="1117"/>
                    <a:pt x="91674" y="1125"/>
                  </a:cubicBezTo>
                  <a:lnTo>
                    <a:pt x="91887" y="1125"/>
                  </a:lnTo>
                  <a:cubicBezTo>
                    <a:pt x="91891" y="1129"/>
                    <a:pt x="91897" y="1131"/>
                    <a:pt x="91903" y="1131"/>
                  </a:cubicBezTo>
                  <a:cubicBezTo>
                    <a:pt x="91941" y="1131"/>
                    <a:pt x="92009" y="1060"/>
                    <a:pt x="92009" y="1034"/>
                  </a:cubicBezTo>
                  <a:lnTo>
                    <a:pt x="92009" y="943"/>
                  </a:lnTo>
                  <a:cubicBezTo>
                    <a:pt x="92009" y="821"/>
                    <a:pt x="91857" y="639"/>
                    <a:pt x="91766" y="639"/>
                  </a:cubicBezTo>
                  <a:cubicBezTo>
                    <a:pt x="91705" y="669"/>
                    <a:pt x="91614" y="791"/>
                    <a:pt x="91674" y="821"/>
                  </a:cubicBezTo>
                  <a:cubicBezTo>
                    <a:pt x="91705" y="821"/>
                    <a:pt x="91705" y="912"/>
                    <a:pt x="91705" y="943"/>
                  </a:cubicBezTo>
                  <a:cubicBezTo>
                    <a:pt x="91705" y="1003"/>
                    <a:pt x="91644" y="1034"/>
                    <a:pt x="91553" y="1034"/>
                  </a:cubicBezTo>
                  <a:cubicBezTo>
                    <a:pt x="91535" y="945"/>
                    <a:pt x="91497" y="898"/>
                    <a:pt x="91438" y="898"/>
                  </a:cubicBezTo>
                  <a:cubicBezTo>
                    <a:pt x="91395" y="898"/>
                    <a:pt x="91343" y="922"/>
                    <a:pt x="91279" y="973"/>
                  </a:cubicBezTo>
                  <a:lnTo>
                    <a:pt x="91249" y="973"/>
                  </a:lnTo>
                  <a:cubicBezTo>
                    <a:pt x="91188" y="973"/>
                    <a:pt x="91158" y="943"/>
                    <a:pt x="91127" y="882"/>
                  </a:cubicBezTo>
                  <a:lnTo>
                    <a:pt x="91127" y="821"/>
                  </a:lnTo>
                  <a:cubicBezTo>
                    <a:pt x="91158" y="791"/>
                    <a:pt x="91188" y="730"/>
                    <a:pt x="91188" y="699"/>
                  </a:cubicBezTo>
                  <a:cubicBezTo>
                    <a:pt x="91127" y="608"/>
                    <a:pt x="91036" y="547"/>
                    <a:pt x="90945" y="487"/>
                  </a:cubicBezTo>
                  <a:cubicBezTo>
                    <a:pt x="90914" y="517"/>
                    <a:pt x="90884" y="578"/>
                    <a:pt x="90884" y="639"/>
                  </a:cubicBezTo>
                  <a:cubicBezTo>
                    <a:pt x="90882" y="640"/>
                    <a:pt x="90881" y="641"/>
                    <a:pt x="90878" y="641"/>
                  </a:cubicBezTo>
                  <a:cubicBezTo>
                    <a:pt x="90838" y="641"/>
                    <a:pt x="90695" y="394"/>
                    <a:pt x="90580" y="365"/>
                  </a:cubicBezTo>
                  <a:cubicBezTo>
                    <a:pt x="90568" y="362"/>
                    <a:pt x="90555" y="360"/>
                    <a:pt x="90543" y="360"/>
                  </a:cubicBezTo>
                  <a:cubicBezTo>
                    <a:pt x="90434" y="360"/>
                    <a:pt x="90334" y="475"/>
                    <a:pt x="90307" y="639"/>
                  </a:cubicBezTo>
                  <a:lnTo>
                    <a:pt x="90063" y="426"/>
                  </a:lnTo>
                  <a:cubicBezTo>
                    <a:pt x="90033" y="456"/>
                    <a:pt x="90003" y="456"/>
                    <a:pt x="89972" y="487"/>
                  </a:cubicBezTo>
                  <a:lnTo>
                    <a:pt x="89820" y="487"/>
                  </a:lnTo>
                  <a:cubicBezTo>
                    <a:pt x="89820" y="517"/>
                    <a:pt x="89486" y="547"/>
                    <a:pt x="89425" y="608"/>
                  </a:cubicBezTo>
                  <a:cubicBezTo>
                    <a:pt x="89379" y="631"/>
                    <a:pt x="89245" y="689"/>
                    <a:pt x="89183" y="689"/>
                  </a:cubicBezTo>
                  <a:cubicBezTo>
                    <a:pt x="89164" y="689"/>
                    <a:pt x="89151" y="684"/>
                    <a:pt x="89151" y="669"/>
                  </a:cubicBezTo>
                  <a:cubicBezTo>
                    <a:pt x="89151" y="639"/>
                    <a:pt x="88969" y="639"/>
                    <a:pt x="88939" y="639"/>
                  </a:cubicBezTo>
                  <a:cubicBezTo>
                    <a:pt x="88898" y="639"/>
                    <a:pt x="88777" y="612"/>
                    <a:pt x="88700" y="612"/>
                  </a:cubicBezTo>
                  <a:cubicBezTo>
                    <a:pt x="88662" y="612"/>
                    <a:pt x="88635" y="618"/>
                    <a:pt x="88635" y="639"/>
                  </a:cubicBezTo>
                  <a:cubicBezTo>
                    <a:pt x="88635" y="669"/>
                    <a:pt x="88604" y="730"/>
                    <a:pt x="88574" y="791"/>
                  </a:cubicBezTo>
                  <a:cubicBezTo>
                    <a:pt x="88574" y="791"/>
                    <a:pt x="88452" y="760"/>
                    <a:pt x="88422" y="730"/>
                  </a:cubicBezTo>
                  <a:cubicBezTo>
                    <a:pt x="88392" y="730"/>
                    <a:pt x="88179" y="608"/>
                    <a:pt x="87936" y="517"/>
                  </a:cubicBezTo>
                  <a:lnTo>
                    <a:pt x="87692" y="608"/>
                  </a:lnTo>
                  <a:lnTo>
                    <a:pt x="87662" y="608"/>
                  </a:lnTo>
                  <a:cubicBezTo>
                    <a:pt x="87657" y="611"/>
                    <a:pt x="87651" y="612"/>
                    <a:pt x="87645" y="612"/>
                  </a:cubicBezTo>
                  <a:cubicBezTo>
                    <a:pt x="87585" y="612"/>
                    <a:pt x="87507" y="484"/>
                    <a:pt x="87480" y="456"/>
                  </a:cubicBezTo>
                  <a:cubicBezTo>
                    <a:pt x="87480" y="441"/>
                    <a:pt x="87472" y="435"/>
                    <a:pt x="87460" y="435"/>
                  </a:cubicBezTo>
                  <a:cubicBezTo>
                    <a:pt x="87423" y="435"/>
                    <a:pt x="87343" y="487"/>
                    <a:pt x="87297" y="487"/>
                  </a:cubicBezTo>
                  <a:cubicBezTo>
                    <a:pt x="87262" y="496"/>
                    <a:pt x="87229" y="499"/>
                    <a:pt x="87197" y="499"/>
                  </a:cubicBezTo>
                  <a:cubicBezTo>
                    <a:pt x="87120" y="499"/>
                    <a:pt x="87049" y="478"/>
                    <a:pt x="86963" y="456"/>
                  </a:cubicBezTo>
                  <a:cubicBezTo>
                    <a:pt x="86952" y="451"/>
                    <a:pt x="86938" y="448"/>
                    <a:pt x="86922" y="448"/>
                  </a:cubicBezTo>
                  <a:cubicBezTo>
                    <a:pt x="86851" y="448"/>
                    <a:pt x="86745" y="498"/>
                    <a:pt x="86720" y="547"/>
                  </a:cubicBezTo>
                  <a:cubicBezTo>
                    <a:pt x="86710" y="558"/>
                    <a:pt x="86696" y="562"/>
                    <a:pt x="86680" y="562"/>
                  </a:cubicBezTo>
                  <a:cubicBezTo>
                    <a:pt x="86609" y="562"/>
                    <a:pt x="86496" y="483"/>
                    <a:pt x="86436" y="483"/>
                  </a:cubicBezTo>
                  <a:cubicBezTo>
                    <a:pt x="86428" y="483"/>
                    <a:pt x="86421" y="484"/>
                    <a:pt x="86416" y="487"/>
                  </a:cubicBezTo>
                  <a:cubicBezTo>
                    <a:pt x="86385" y="517"/>
                    <a:pt x="86325" y="547"/>
                    <a:pt x="86294" y="578"/>
                  </a:cubicBezTo>
                  <a:lnTo>
                    <a:pt x="86264" y="578"/>
                  </a:lnTo>
                  <a:cubicBezTo>
                    <a:pt x="86233" y="578"/>
                    <a:pt x="86112" y="517"/>
                    <a:pt x="86082" y="487"/>
                  </a:cubicBezTo>
                  <a:cubicBezTo>
                    <a:pt x="86078" y="483"/>
                    <a:pt x="86073" y="482"/>
                    <a:pt x="86066" y="482"/>
                  </a:cubicBezTo>
                  <a:cubicBezTo>
                    <a:pt x="86012" y="482"/>
                    <a:pt x="85862" y="578"/>
                    <a:pt x="85808" y="578"/>
                  </a:cubicBezTo>
                  <a:cubicBezTo>
                    <a:pt x="85747" y="578"/>
                    <a:pt x="85717" y="365"/>
                    <a:pt x="85808" y="335"/>
                  </a:cubicBezTo>
                  <a:cubicBezTo>
                    <a:pt x="85899" y="335"/>
                    <a:pt x="85899" y="243"/>
                    <a:pt x="85808" y="152"/>
                  </a:cubicBezTo>
                  <a:lnTo>
                    <a:pt x="85717" y="91"/>
                  </a:lnTo>
                  <a:cubicBezTo>
                    <a:pt x="85656" y="91"/>
                    <a:pt x="85595" y="335"/>
                    <a:pt x="85595" y="395"/>
                  </a:cubicBezTo>
                  <a:cubicBezTo>
                    <a:pt x="85595" y="464"/>
                    <a:pt x="85527" y="498"/>
                    <a:pt x="85428" y="498"/>
                  </a:cubicBezTo>
                  <a:cubicBezTo>
                    <a:pt x="85396" y="498"/>
                    <a:pt x="85360" y="494"/>
                    <a:pt x="85322" y="487"/>
                  </a:cubicBezTo>
                  <a:lnTo>
                    <a:pt x="85200" y="487"/>
                  </a:lnTo>
                  <a:cubicBezTo>
                    <a:pt x="84987" y="456"/>
                    <a:pt x="84987" y="456"/>
                    <a:pt x="84957" y="274"/>
                  </a:cubicBezTo>
                  <a:cubicBezTo>
                    <a:pt x="84957" y="243"/>
                    <a:pt x="84957" y="243"/>
                    <a:pt x="84957" y="243"/>
                  </a:cubicBezTo>
                  <a:cubicBezTo>
                    <a:pt x="84805" y="213"/>
                    <a:pt x="84775" y="122"/>
                    <a:pt x="84683" y="31"/>
                  </a:cubicBezTo>
                  <a:lnTo>
                    <a:pt x="84653" y="0"/>
                  </a:lnTo>
                  <a:cubicBezTo>
                    <a:pt x="84501" y="31"/>
                    <a:pt x="84501" y="183"/>
                    <a:pt x="84623" y="365"/>
                  </a:cubicBezTo>
                  <a:lnTo>
                    <a:pt x="84562" y="487"/>
                  </a:lnTo>
                  <a:lnTo>
                    <a:pt x="84471" y="669"/>
                  </a:lnTo>
                  <a:cubicBezTo>
                    <a:pt x="84258" y="639"/>
                    <a:pt x="84136" y="365"/>
                    <a:pt x="84167" y="335"/>
                  </a:cubicBezTo>
                  <a:cubicBezTo>
                    <a:pt x="84227" y="304"/>
                    <a:pt x="84288" y="274"/>
                    <a:pt x="84349" y="213"/>
                  </a:cubicBezTo>
                  <a:cubicBezTo>
                    <a:pt x="84349" y="183"/>
                    <a:pt x="84288" y="152"/>
                    <a:pt x="84258" y="152"/>
                  </a:cubicBezTo>
                  <a:cubicBezTo>
                    <a:pt x="84045" y="183"/>
                    <a:pt x="83863" y="213"/>
                    <a:pt x="83680" y="213"/>
                  </a:cubicBezTo>
                  <a:cubicBezTo>
                    <a:pt x="83467" y="122"/>
                    <a:pt x="83285" y="91"/>
                    <a:pt x="83103" y="61"/>
                  </a:cubicBezTo>
                  <a:cubicBezTo>
                    <a:pt x="83012" y="61"/>
                    <a:pt x="82981" y="122"/>
                    <a:pt x="82981" y="152"/>
                  </a:cubicBezTo>
                  <a:cubicBezTo>
                    <a:pt x="82981" y="152"/>
                    <a:pt x="82738" y="243"/>
                    <a:pt x="82708" y="304"/>
                  </a:cubicBezTo>
                  <a:cubicBezTo>
                    <a:pt x="82685" y="349"/>
                    <a:pt x="82647" y="377"/>
                    <a:pt x="82628" y="377"/>
                  </a:cubicBezTo>
                  <a:cubicBezTo>
                    <a:pt x="82621" y="377"/>
                    <a:pt x="82616" y="373"/>
                    <a:pt x="82616" y="365"/>
                  </a:cubicBezTo>
                  <a:lnTo>
                    <a:pt x="82616" y="335"/>
                  </a:lnTo>
                  <a:cubicBezTo>
                    <a:pt x="82616" y="274"/>
                    <a:pt x="82647" y="213"/>
                    <a:pt x="82647" y="213"/>
                  </a:cubicBezTo>
                  <a:lnTo>
                    <a:pt x="82556" y="152"/>
                  </a:lnTo>
                  <a:cubicBezTo>
                    <a:pt x="82511" y="130"/>
                    <a:pt x="82441" y="124"/>
                    <a:pt x="82368" y="124"/>
                  </a:cubicBezTo>
                  <a:cubicBezTo>
                    <a:pt x="82288" y="124"/>
                    <a:pt x="82203" y="131"/>
                    <a:pt x="82143" y="131"/>
                  </a:cubicBezTo>
                  <a:cubicBezTo>
                    <a:pt x="82109" y="131"/>
                    <a:pt x="82083" y="129"/>
                    <a:pt x="82069" y="122"/>
                  </a:cubicBezTo>
                  <a:cubicBezTo>
                    <a:pt x="82024" y="107"/>
                    <a:pt x="81970" y="99"/>
                    <a:pt x="81917" y="99"/>
                  </a:cubicBezTo>
                  <a:cubicBezTo>
                    <a:pt x="81864" y="99"/>
                    <a:pt x="81811" y="107"/>
                    <a:pt x="81765" y="122"/>
                  </a:cubicBezTo>
                  <a:cubicBezTo>
                    <a:pt x="81742" y="145"/>
                    <a:pt x="81714" y="155"/>
                    <a:pt x="81687" y="155"/>
                  </a:cubicBezTo>
                  <a:cubicBezTo>
                    <a:pt x="81644" y="155"/>
                    <a:pt x="81602" y="129"/>
                    <a:pt x="81583" y="91"/>
                  </a:cubicBezTo>
                  <a:lnTo>
                    <a:pt x="81522" y="31"/>
                  </a:lnTo>
                  <a:lnTo>
                    <a:pt x="81461" y="31"/>
                  </a:lnTo>
                  <a:lnTo>
                    <a:pt x="814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51"/>
          <p:cNvGrpSpPr/>
          <p:nvPr/>
        </p:nvGrpSpPr>
        <p:grpSpPr>
          <a:xfrm>
            <a:off x="5968974" y="2617553"/>
            <a:ext cx="397595" cy="394723"/>
            <a:chOff x="7030803" y="563820"/>
            <a:chExt cx="2083830" cy="2068780"/>
          </a:xfrm>
        </p:grpSpPr>
        <p:sp>
          <p:nvSpPr>
            <p:cNvPr id="4188" name="Google Shape;4188;p51"/>
            <p:cNvSpPr/>
            <p:nvPr/>
          </p:nvSpPr>
          <p:spPr>
            <a:xfrm rot="-2554597">
              <a:off x="6873154" y="1435106"/>
              <a:ext cx="2367936" cy="456642"/>
            </a:xfrm>
            <a:custGeom>
              <a:rect b="b" l="l" r="r" t="t"/>
              <a:pathLst>
                <a:path extrusionOk="0" h="18265" w="94714">
                  <a:moveTo>
                    <a:pt x="17417" y="2310"/>
                  </a:moveTo>
                  <a:cubicBezTo>
                    <a:pt x="17448" y="2310"/>
                    <a:pt x="17509" y="2341"/>
                    <a:pt x="17539" y="2371"/>
                  </a:cubicBezTo>
                  <a:cubicBezTo>
                    <a:pt x="17539" y="2401"/>
                    <a:pt x="17509" y="2432"/>
                    <a:pt x="17478" y="2462"/>
                  </a:cubicBezTo>
                  <a:cubicBezTo>
                    <a:pt x="17448" y="2493"/>
                    <a:pt x="17387" y="2493"/>
                    <a:pt x="17357" y="2493"/>
                  </a:cubicBezTo>
                  <a:lnTo>
                    <a:pt x="17144" y="2614"/>
                  </a:lnTo>
                  <a:cubicBezTo>
                    <a:pt x="16992" y="2553"/>
                    <a:pt x="17022" y="2432"/>
                    <a:pt x="17235" y="2371"/>
                  </a:cubicBezTo>
                  <a:lnTo>
                    <a:pt x="17417" y="2310"/>
                  </a:lnTo>
                  <a:close/>
                  <a:moveTo>
                    <a:pt x="12341" y="2736"/>
                  </a:moveTo>
                  <a:cubicBezTo>
                    <a:pt x="12433" y="2736"/>
                    <a:pt x="12402" y="2979"/>
                    <a:pt x="12281" y="3040"/>
                  </a:cubicBezTo>
                  <a:cubicBezTo>
                    <a:pt x="12247" y="3051"/>
                    <a:pt x="12214" y="3058"/>
                    <a:pt x="12185" y="3058"/>
                  </a:cubicBezTo>
                  <a:cubicBezTo>
                    <a:pt x="12135" y="3058"/>
                    <a:pt x="12098" y="3037"/>
                    <a:pt x="12098" y="2979"/>
                  </a:cubicBezTo>
                  <a:cubicBezTo>
                    <a:pt x="12129" y="2888"/>
                    <a:pt x="12220" y="2797"/>
                    <a:pt x="12341" y="2736"/>
                  </a:cubicBezTo>
                  <a:close/>
                  <a:moveTo>
                    <a:pt x="82756" y="2780"/>
                  </a:moveTo>
                  <a:cubicBezTo>
                    <a:pt x="82765" y="2780"/>
                    <a:pt x="82768" y="2786"/>
                    <a:pt x="82768" y="2797"/>
                  </a:cubicBezTo>
                  <a:cubicBezTo>
                    <a:pt x="82738" y="2857"/>
                    <a:pt x="82768" y="2888"/>
                    <a:pt x="82799" y="2888"/>
                  </a:cubicBezTo>
                  <a:cubicBezTo>
                    <a:pt x="82829" y="2888"/>
                    <a:pt x="82890" y="2949"/>
                    <a:pt x="82920" y="2979"/>
                  </a:cubicBezTo>
                  <a:cubicBezTo>
                    <a:pt x="82768" y="3009"/>
                    <a:pt x="82647" y="3040"/>
                    <a:pt x="82525" y="3070"/>
                  </a:cubicBezTo>
                  <a:cubicBezTo>
                    <a:pt x="82495" y="3070"/>
                    <a:pt x="82464" y="3040"/>
                    <a:pt x="82434" y="3009"/>
                  </a:cubicBezTo>
                  <a:cubicBezTo>
                    <a:pt x="82403" y="2979"/>
                    <a:pt x="82434" y="2918"/>
                    <a:pt x="82434" y="2918"/>
                  </a:cubicBezTo>
                  <a:lnTo>
                    <a:pt x="82616" y="2888"/>
                  </a:lnTo>
                  <a:cubicBezTo>
                    <a:pt x="82697" y="2807"/>
                    <a:pt x="82738" y="2780"/>
                    <a:pt x="82756" y="2780"/>
                  </a:cubicBezTo>
                  <a:close/>
                  <a:moveTo>
                    <a:pt x="81639" y="3136"/>
                  </a:moveTo>
                  <a:cubicBezTo>
                    <a:pt x="81674" y="3136"/>
                    <a:pt x="81708" y="3144"/>
                    <a:pt x="81735" y="3161"/>
                  </a:cubicBezTo>
                  <a:cubicBezTo>
                    <a:pt x="81856" y="3192"/>
                    <a:pt x="81886" y="3282"/>
                    <a:pt x="81797" y="3313"/>
                  </a:cubicBezTo>
                  <a:lnTo>
                    <a:pt x="81797" y="3313"/>
                  </a:lnTo>
                  <a:cubicBezTo>
                    <a:pt x="81685" y="3308"/>
                    <a:pt x="81576" y="3278"/>
                    <a:pt x="81492" y="3222"/>
                  </a:cubicBezTo>
                  <a:cubicBezTo>
                    <a:pt x="81470" y="3179"/>
                    <a:pt x="81555" y="3136"/>
                    <a:pt x="81639" y="3136"/>
                  </a:cubicBezTo>
                  <a:close/>
                  <a:moveTo>
                    <a:pt x="8542" y="3526"/>
                  </a:moveTo>
                  <a:lnTo>
                    <a:pt x="8724" y="3617"/>
                  </a:lnTo>
                  <a:cubicBezTo>
                    <a:pt x="8697" y="3671"/>
                    <a:pt x="8653" y="3713"/>
                    <a:pt x="8598" y="3743"/>
                  </a:cubicBezTo>
                  <a:lnTo>
                    <a:pt x="8598" y="3743"/>
                  </a:lnTo>
                  <a:cubicBezTo>
                    <a:pt x="8581" y="3721"/>
                    <a:pt x="8564" y="3700"/>
                    <a:pt x="8542" y="3678"/>
                  </a:cubicBezTo>
                  <a:lnTo>
                    <a:pt x="8451" y="3678"/>
                  </a:lnTo>
                  <a:cubicBezTo>
                    <a:pt x="8420" y="3678"/>
                    <a:pt x="8420" y="3617"/>
                    <a:pt x="8420" y="3556"/>
                  </a:cubicBezTo>
                  <a:cubicBezTo>
                    <a:pt x="8420" y="3526"/>
                    <a:pt x="8512" y="3526"/>
                    <a:pt x="8542" y="3526"/>
                  </a:cubicBezTo>
                  <a:close/>
                  <a:moveTo>
                    <a:pt x="10244" y="3496"/>
                  </a:moveTo>
                  <a:cubicBezTo>
                    <a:pt x="10305" y="3496"/>
                    <a:pt x="10366" y="3526"/>
                    <a:pt x="10335" y="3556"/>
                  </a:cubicBezTo>
                  <a:lnTo>
                    <a:pt x="10335" y="3587"/>
                  </a:lnTo>
                  <a:lnTo>
                    <a:pt x="10335" y="3617"/>
                  </a:lnTo>
                  <a:cubicBezTo>
                    <a:pt x="10314" y="3660"/>
                    <a:pt x="10338" y="3703"/>
                    <a:pt x="10375" y="3703"/>
                  </a:cubicBezTo>
                  <a:cubicBezTo>
                    <a:pt x="10391" y="3703"/>
                    <a:pt x="10409" y="3696"/>
                    <a:pt x="10426" y="3678"/>
                  </a:cubicBezTo>
                  <a:lnTo>
                    <a:pt x="10457" y="3678"/>
                  </a:lnTo>
                  <a:cubicBezTo>
                    <a:pt x="10461" y="3676"/>
                    <a:pt x="10465" y="3675"/>
                    <a:pt x="10470" y="3675"/>
                  </a:cubicBezTo>
                  <a:cubicBezTo>
                    <a:pt x="10537" y="3675"/>
                    <a:pt x="10664" y="3860"/>
                    <a:pt x="10578" y="3860"/>
                  </a:cubicBezTo>
                  <a:lnTo>
                    <a:pt x="10001" y="3860"/>
                  </a:lnTo>
                  <a:cubicBezTo>
                    <a:pt x="10001" y="3769"/>
                    <a:pt x="10031" y="3648"/>
                    <a:pt x="10031" y="3648"/>
                  </a:cubicBezTo>
                  <a:cubicBezTo>
                    <a:pt x="10183" y="3648"/>
                    <a:pt x="10183" y="3556"/>
                    <a:pt x="10244" y="3496"/>
                  </a:cubicBezTo>
                  <a:close/>
                  <a:moveTo>
                    <a:pt x="9506" y="3483"/>
                  </a:moveTo>
                  <a:cubicBezTo>
                    <a:pt x="9527" y="3483"/>
                    <a:pt x="9550" y="3487"/>
                    <a:pt x="9575" y="3496"/>
                  </a:cubicBezTo>
                  <a:cubicBezTo>
                    <a:pt x="9667" y="3526"/>
                    <a:pt x="9758" y="3587"/>
                    <a:pt x="9819" y="3678"/>
                  </a:cubicBezTo>
                  <a:lnTo>
                    <a:pt x="9849" y="3739"/>
                  </a:lnTo>
                  <a:cubicBezTo>
                    <a:pt x="9827" y="3805"/>
                    <a:pt x="9758" y="3855"/>
                    <a:pt x="9675" y="3855"/>
                  </a:cubicBezTo>
                  <a:cubicBezTo>
                    <a:pt x="9643" y="3855"/>
                    <a:pt x="9609" y="3847"/>
                    <a:pt x="9575" y="3830"/>
                  </a:cubicBezTo>
                  <a:lnTo>
                    <a:pt x="9484" y="3830"/>
                  </a:lnTo>
                  <a:cubicBezTo>
                    <a:pt x="9423" y="3830"/>
                    <a:pt x="9363" y="3830"/>
                    <a:pt x="9332" y="3860"/>
                  </a:cubicBezTo>
                  <a:lnTo>
                    <a:pt x="9332" y="3982"/>
                  </a:lnTo>
                  <a:cubicBezTo>
                    <a:pt x="9241" y="3982"/>
                    <a:pt x="9180" y="3891"/>
                    <a:pt x="9180" y="3830"/>
                  </a:cubicBezTo>
                  <a:lnTo>
                    <a:pt x="9211" y="3769"/>
                  </a:lnTo>
                  <a:cubicBezTo>
                    <a:pt x="9211" y="3739"/>
                    <a:pt x="9211" y="3678"/>
                    <a:pt x="9211" y="3678"/>
                  </a:cubicBezTo>
                  <a:cubicBezTo>
                    <a:pt x="9315" y="3626"/>
                    <a:pt x="9375" y="3483"/>
                    <a:pt x="9506" y="3483"/>
                  </a:cubicBezTo>
                  <a:close/>
                  <a:moveTo>
                    <a:pt x="9940" y="4316"/>
                  </a:moveTo>
                  <a:lnTo>
                    <a:pt x="10153" y="4347"/>
                  </a:lnTo>
                  <a:cubicBezTo>
                    <a:pt x="10426" y="4408"/>
                    <a:pt x="10639" y="4468"/>
                    <a:pt x="10639" y="4499"/>
                  </a:cubicBezTo>
                  <a:cubicBezTo>
                    <a:pt x="10639" y="4542"/>
                    <a:pt x="10578" y="4585"/>
                    <a:pt x="10500" y="4585"/>
                  </a:cubicBezTo>
                  <a:cubicBezTo>
                    <a:pt x="10467" y="4585"/>
                    <a:pt x="10432" y="4577"/>
                    <a:pt x="10396" y="4560"/>
                  </a:cubicBezTo>
                  <a:lnTo>
                    <a:pt x="10244" y="4560"/>
                  </a:lnTo>
                  <a:cubicBezTo>
                    <a:pt x="10122" y="4560"/>
                    <a:pt x="10001" y="4529"/>
                    <a:pt x="9879" y="4468"/>
                  </a:cubicBezTo>
                  <a:cubicBezTo>
                    <a:pt x="9849" y="4438"/>
                    <a:pt x="9819" y="4408"/>
                    <a:pt x="9819" y="4377"/>
                  </a:cubicBezTo>
                  <a:cubicBezTo>
                    <a:pt x="9849" y="4347"/>
                    <a:pt x="9879" y="4316"/>
                    <a:pt x="9940" y="4316"/>
                  </a:cubicBezTo>
                  <a:close/>
                  <a:moveTo>
                    <a:pt x="8811" y="4402"/>
                  </a:moveTo>
                  <a:cubicBezTo>
                    <a:pt x="8877" y="4402"/>
                    <a:pt x="8979" y="4488"/>
                    <a:pt x="9059" y="4620"/>
                  </a:cubicBezTo>
                  <a:lnTo>
                    <a:pt x="8755" y="4681"/>
                  </a:lnTo>
                  <a:lnTo>
                    <a:pt x="8663" y="4681"/>
                  </a:lnTo>
                  <a:cubicBezTo>
                    <a:pt x="8649" y="4696"/>
                    <a:pt x="8627" y="4702"/>
                    <a:pt x="8604" y="4702"/>
                  </a:cubicBezTo>
                  <a:cubicBezTo>
                    <a:pt x="8529" y="4702"/>
                    <a:pt x="8435" y="4643"/>
                    <a:pt x="8481" y="4620"/>
                  </a:cubicBezTo>
                  <a:lnTo>
                    <a:pt x="8785" y="4408"/>
                  </a:lnTo>
                  <a:cubicBezTo>
                    <a:pt x="8793" y="4404"/>
                    <a:pt x="8802" y="4402"/>
                    <a:pt x="8811" y="4402"/>
                  </a:cubicBezTo>
                  <a:close/>
                  <a:moveTo>
                    <a:pt x="11133" y="4107"/>
                  </a:moveTo>
                  <a:cubicBezTo>
                    <a:pt x="11149" y="4107"/>
                    <a:pt x="11166" y="4114"/>
                    <a:pt x="11186" y="4134"/>
                  </a:cubicBezTo>
                  <a:cubicBezTo>
                    <a:pt x="11217" y="4164"/>
                    <a:pt x="11247" y="4225"/>
                    <a:pt x="11247" y="4256"/>
                  </a:cubicBezTo>
                  <a:lnTo>
                    <a:pt x="11217" y="4347"/>
                  </a:lnTo>
                  <a:cubicBezTo>
                    <a:pt x="11126" y="4468"/>
                    <a:pt x="11156" y="4560"/>
                    <a:pt x="11247" y="4590"/>
                  </a:cubicBezTo>
                  <a:lnTo>
                    <a:pt x="11278" y="4620"/>
                  </a:lnTo>
                  <a:cubicBezTo>
                    <a:pt x="11338" y="4712"/>
                    <a:pt x="11217" y="4772"/>
                    <a:pt x="11126" y="4803"/>
                  </a:cubicBezTo>
                  <a:cubicBezTo>
                    <a:pt x="11065" y="4803"/>
                    <a:pt x="11004" y="4803"/>
                    <a:pt x="10974" y="4772"/>
                  </a:cubicBezTo>
                  <a:lnTo>
                    <a:pt x="10882" y="4681"/>
                  </a:lnTo>
                  <a:cubicBezTo>
                    <a:pt x="10822" y="4590"/>
                    <a:pt x="10943" y="4438"/>
                    <a:pt x="10882" y="4377"/>
                  </a:cubicBezTo>
                  <a:cubicBezTo>
                    <a:pt x="10852" y="4316"/>
                    <a:pt x="10852" y="4225"/>
                    <a:pt x="10882" y="4134"/>
                  </a:cubicBezTo>
                  <a:lnTo>
                    <a:pt x="11034" y="4134"/>
                  </a:lnTo>
                  <a:cubicBezTo>
                    <a:pt x="11075" y="4134"/>
                    <a:pt x="11102" y="4107"/>
                    <a:pt x="11133" y="4107"/>
                  </a:cubicBezTo>
                  <a:close/>
                  <a:moveTo>
                    <a:pt x="10457" y="4742"/>
                  </a:moveTo>
                  <a:cubicBezTo>
                    <a:pt x="10791" y="4863"/>
                    <a:pt x="10882" y="4985"/>
                    <a:pt x="10639" y="4985"/>
                  </a:cubicBezTo>
                  <a:lnTo>
                    <a:pt x="10396" y="4985"/>
                  </a:lnTo>
                  <a:cubicBezTo>
                    <a:pt x="10366" y="4924"/>
                    <a:pt x="10305" y="4863"/>
                    <a:pt x="10274" y="4863"/>
                  </a:cubicBezTo>
                  <a:lnTo>
                    <a:pt x="10183" y="4863"/>
                  </a:lnTo>
                  <a:cubicBezTo>
                    <a:pt x="10153" y="4863"/>
                    <a:pt x="10153" y="4803"/>
                    <a:pt x="10153" y="4742"/>
                  </a:cubicBezTo>
                  <a:close/>
                  <a:moveTo>
                    <a:pt x="87566" y="6443"/>
                  </a:moveTo>
                  <a:cubicBezTo>
                    <a:pt x="87624" y="6443"/>
                    <a:pt x="87667" y="6472"/>
                    <a:pt x="87688" y="6525"/>
                  </a:cubicBezTo>
                  <a:lnTo>
                    <a:pt x="87688" y="6525"/>
                  </a:lnTo>
                  <a:cubicBezTo>
                    <a:pt x="87653" y="6627"/>
                    <a:pt x="87382" y="6839"/>
                    <a:pt x="87297" y="6839"/>
                  </a:cubicBezTo>
                  <a:cubicBezTo>
                    <a:pt x="87206" y="6809"/>
                    <a:pt x="87176" y="6778"/>
                    <a:pt x="87176" y="6748"/>
                  </a:cubicBezTo>
                  <a:lnTo>
                    <a:pt x="87206" y="6748"/>
                  </a:lnTo>
                  <a:cubicBezTo>
                    <a:pt x="87267" y="6718"/>
                    <a:pt x="87358" y="6687"/>
                    <a:pt x="87419" y="6657"/>
                  </a:cubicBezTo>
                  <a:cubicBezTo>
                    <a:pt x="87449" y="6626"/>
                    <a:pt x="87388" y="6535"/>
                    <a:pt x="87419" y="6505"/>
                  </a:cubicBezTo>
                  <a:lnTo>
                    <a:pt x="87449" y="6474"/>
                  </a:lnTo>
                  <a:cubicBezTo>
                    <a:pt x="87492" y="6453"/>
                    <a:pt x="87531" y="6443"/>
                    <a:pt x="87566" y="6443"/>
                  </a:cubicBezTo>
                  <a:close/>
                  <a:moveTo>
                    <a:pt x="88923" y="7361"/>
                  </a:moveTo>
                  <a:cubicBezTo>
                    <a:pt x="88961" y="7361"/>
                    <a:pt x="88990" y="7369"/>
                    <a:pt x="88999" y="7386"/>
                  </a:cubicBezTo>
                  <a:cubicBezTo>
                    <a:pt x="89060" y="7508"/>
                    <a:pt x="89091" y="7629"/>
                    <a:pt x="89091" y="7721"/>
                  </a:cubicBezTo>
                  <a:cubicBezTo>
                    <a:pt x="89091" y="7758"/>
                    <a:pt x="89067" y="7784"/>
                    <a:pt x="89021" y="7784"/>
                  </a:cubicBezTo>
                  <a:cubicBezTo>
                    <a:pt x="88992" y="7784"/>
                    <a:pt x="88955" y="7774"/>
                    <a:pt x="88908" y="7751"/>
                  </a:cubicBezTo>
                  <a:lnTo>
                    <a:pt x="88847" y="7751"/>
                  </a:lnTo>
                  <a:cubicBezTo>
                    <a:pt x="88787" y="7751"/>
                    <a:pt x="88695" y="7812"/>
                    <a:pt x="88635" y="7812"/>
                  </a:cubicBezTo>
                  <a:lnTo>
                    <a:pt x="88331" y="7842"/>
                  </a:lnTo>
                  <a:cubicBezTo>
                    <a:pt x="88386" y="7676"/>
                    <a:pt x="88442" y="7534"/>
                    <a:pt x="88474" y="7534"/>
                  </a:cubicBezTo>
                  <a:cubicBezTo>
                    <a:pt x="88477" y="7534"/>
                    <a:pt x="88480" y="7536"/>
                    <a:pt x="88483" y="7538"/>
                  </a:cubicBezTo>
                  <a:cubicBezTo>
                    <a:pt x="88488" y="7544"/>
                    <a:pt x="88498" y="7546"/>
                    <a:pt x="88510" y="7546"/>
                  </a:cubicBezTo>
                  <a:cubicBezTo>
                    <a:pt x="88565" y="7546"/>
                    <a:pt x="88671" y="7497"/>
                    <a:pt x="88695" y="7447"/>
                  </a:cubicBezTo>
                  <a:cubicBezTo>
                    <a:pt x="88695" y="7404"/>
                    <a:pt x="88832" y="7361"/>
                    <a:pt x="88923" y="7361"/>
                  </a:cubicBezTo>
                  <a:close/>
                  <a:moveTo>
                    <a:pt x="7782" y="7082"/>
                  </a:moveTo>
                  <a:cubicBezTo>
                    <a:pt x="7904" y="7082"/>
                    <a:pt x="8025" y="7113"/>
                    <a:pt x="8147" y="7143"/>
                  </a:cubicBezTo>
                  <a:lnTo>
                    <a:pt x="7995" y="7143"/>
                  </a:lnTo>
                  <a:lnTo>
                    <a:pt x="7934" y="7174"/>
                  </a:lnTo>
                  <a:lnTo>
                    <a:pt x="7600" y="7295"/>
                  </a:lnTo>
                  <a:cubicBezTo>
                    <a:pt x="7569" y="7569"/>
                    <a:pt x="7752" y="7721"/>
                    <a:pt x="7812" y="7721"/>
                  </a:cubicBezTo>
                  <a:cubicBezTo>
                    <a:pt x="7838" y="7708"/>
                    <a:pt x="7863" y="7701"/>
                    <a:pt x="7886" y="7701"/>
                  </a:cubicBezTo>
                  <a:cubicBezTo>
                    <a:pt x="7918" y="7701"/>
                    <a:pt x="7947" y="7715"/>
                    <a:pt x="7964" y="7751"/>
                  </a:cubicBezTo>
                  <a:lnTo>
                    <a:pt x="7904" y="7873"/>
                  </a:lnTo>
                  <a:cubicBezTo>
                    <a:pt x="7851" y="7926"/>
                    <a:pt x="7777" y="7958"/>
                    <a:pt x="7701" y="7958"/>
                  </a:cubicBezTo>
                  <a:cubicBezTo>
                    <a:pt x="7646" y="7958"/>
                    <a:pt x="7590" y="7941"/>
                    <a:pt x="7539" y="7903"/>
                  </a:cubicBezTo>
                  <a:lnTo>
                    <a:pt x="7448" y="7842"/>
                  </a:lnTo>
                  <a:cubicBezTo>
                    <a:pt x="7387" y="7781"/>
                    <a:pt x="7326" y="7721"/>
                    <a:pt x="7265" y="7690"/>
                  </a:cubicBezTo>
                  <a:cubicBezTo>
                    <a:pt x="7174" y="7599"/>
                    <a:pt x="7448" y="7569"/>
                    <a:pt x="7296" y="7478"/>
                  </a:cubicBezTo>
                  <a:cubicBezTo>
                    <a:pt x="7296" y="7447"/>
                    <a:pt x="7326" y="7417"/>
                    <a:pt x="7326" y="7417"/>
                  </a:cubicBezTo>
                  <a:lnTo>
                    <a:pt x="7539" y="7295"/>
                  </a:lnTo>
                  <a:cubicBezTo>
                    <a:pt x="7539" y="7174"/>
                    <a:pt x="7660" y="7113"/>
                    <a:pt x="7782" y="7082"/>
                  </a:cubicBezTo>
                  <a:close/>
                  <a:moveTo>
                    <a:pt x="2645" y="9058"/>
                  </a:moveTo>
                  <a:lnTo>
                    <a:pt x="2645" y="9058"/>
                  </a:lnTo>
                  <a:cubicBezTo>
                    <a:pt x="2676" y="9088"/>
                    <a:pt x="2676" y="9119"/>
                    <a:pt x="2615" y="9149"/>
                  </a:cubicBezTo>
                  <a:lnTo>
                    <a:pt x="2645" y="9210"/>
                  </a:lnTo>
                  <a:lnTo>
                    <a:pt x="2676" y="9332"/>
                  </a:lnTo>
                  <a:cubicBezTo>
                    <a:pt x="2635" y="9352"/>
                    <a:pt x="2578" y="9359"/>
                    <a:pt x="2516" y="9359"/>
                  </a:cubicBezTo>
                  <a:cubicBezTo>
                    <a:pt x="2392" y="9359"/>
                    <a:pt x="2250" y="9332"/>
                    <a:pt x="2189" y="9332"/>
                  </a:cubicBezTo>
                  <a:cubicBezTo>
                    <a:pt x="2098" y="9332"/>
                    <a:pt x="2007" y="9301"/>
                    <a:pt x="1946" y="9240"/>
                  </a:cubicBezTo>
                  <a:lnTo>
                    <a:pt x="1946" y="9180"/>
                  </a:lnTo>
                  <a:cubicBezTo>
                    <a:pt x="1976" y="9149"/>
                    <a:pt x="2037" y="9149"/>
                    <a:pt x="2068" y="9149"/>
                  </a:cubicBezTo>
                  <a:cubicBezTo>
                    <a:pt x="2159" y="9180"/>
                    <a:pt x="2280" y="9210"/>
                    <a:pt x="2372" y="9210"/>
                  </a:cubicBezTo>
                  <a:cubicBezTo>
                    <a:pt x="2493" y="9180"/>
                    <a:pt x="2584" y="9149"/>
                    <a:pt x="2645" y="9058"/>
                  </a:cubicBezTo>
                  <a:close/>
                  <a:moveTo>
                    <a:pt x="1500" y="8832"/>
                  </a:moveTo>
                  <a:cubicBezTo>
                    <a:pt x="1536" y="8832"/>
                    <a:pt x="1669" y="8973"/>
                    <a:pt x="1824" y="9180"/>
                  </a:cubicBezTo>
                  <a:lnTo>
                    <a:pt x="1794" y="9332"/>
                  </a:lnTo>
                  <a:cubicBezTo>
                    <a:pt x="1794" y="9362"/>
                    <a:pt x="1764" y="9392"/>
                    <a:pt x="1703" y="9423"/>
                  </a:cubicBezTo>
                  <a:cubicBezTo>
                    <a:pt x="1672" y="9423"/>
                    <a:pt x="1612" y="9392"/>
                    <a:pt x="1612" y="9362"/>
                  </a:cubicBezTo>
                  <a:lnTo>
                    <a:pt x="1581" y="9240"/>
                  </a:lnTo>
                  <a:cubicBezTo>
                    <a:pt x="1520" y="9119"/>
                    <a:pt x="1520" y="8967"/>
                    <a:pt x="1490" y="8845"/>
                  </a:cubicBezTo>
                  <a:cubicBezTo>
                    <a:pt x="1490" y="8836"/>
                    <a:pt x="1493" y="8832"/>
                    <a:pt x="1500" y="8832"/>
                  </a:cubicBezTo>
                  <a:close/>
                  <a:moveTo>
                    <a:pt x="91188" y="10000"/>
                  </a:moveTo>
                  <a:cubicBezTo>
                    <a:pt x="91300" y="10000"/>
                    <a:pt x="91542" y="10156"/>
                    <a:pt x="91578" y="10156"/>
                  </a:cubicBezTo>
                  <a:cubicBezTo>
                    <a:pt x="91581" y="10156"/>
                    <a:pt x="91583" y="10155"/>
                    <a:pt x="91583" y="10152"/>
                  </a:cubicBezTo>
                  <a:cubicBezTo>
                    <a:pt x="91583" y="10150"/>
                    <a:pt x="91583" y="10149"/>
                    <a:pt x="91583" y="10149"/>
                  </a:cubicBezTo>
                  <a:lnTo>
                    <a:pt x="91583" y="10149"/>
                  </a:lnTo>
                  <a:cubicBezTo>
                    <a:pt x="91587" y="10149"/>
                    <a:pt x="91611" y="10307"/>
                    <a:pt x="91583" y="10335"/>
                  </a:cubicBezTo>
                  <a:cubicBezTo>
                    <a:pt x="91575" y="10343"/>
                    <a:pt x="91562" y="10347"/>
                    <a:pt x="91547" y="10347"/>
                  </a:cubicBezTo>
                  <a:cubicBezTo>
                    <a:pt x="91450" y="10347"/>
                    <a:pt x="91236" y="10201"/>
                    <a:pt x="91157" y="10122"/>
                  </a:cubicBezTo>
                  <a:cubicBezTo>
                    <a:pt x="91036" y="10031"/>
                    <a:pt x="91066" y="10000"/>
                    <a:pt x="91188" y="10000"/>
                  </a:cubicBezTo>
                  <a:close/>
                  <a:moveTo>
                    <a:pt x="943" y="10152"/>
                  </a:moveTo>
                  <a:lnTo>
                    <a:pt x="1004" y="10183"/>
                  </a:lnTo>
                  <a:lnTo>
                    <a:pt x="1095" y="10213"/>
                  </a:lnTo>
                  <a:cubicBezTo>
                    <a:pt x="1217" y="10213"/>
                    <a:pt x="1156" y="10395"/>
                    <a:pt x="1095" y="10456"/>
                  </a:cubicBezTo>
                  <a:cubicBezTo>
                    <a:pt x="1073" y="10478"/>
                    <a:pt x="1044" y="10488"/>
                    <a:pt x="1013" y="10488"/>
                  </a:cubicBezTo>
                  <a:cubicBezTo>
                    <a:pt x="956" y="10488"/>
                    <a:pt x="891" y="10454"/>
                    <a:pt x="852" y="10395"/>
                  </a:cubicBezTo>
                  <a:lnTo>
                    <a:pt x="791" y="10335"/>
                  </a:lnTo>
                  <a:lnTo>
                    <a:pt x="730" y="10274"/>
                  </a:lnTo>
                  <a:cubicBezTo>
                    <a:pt x="791" y="10213"/>
                    <a:pt x="852" y="10152"/>
                    <a:pt x="943" y="10152"/>
                  </a:cubicBezTo>
                  <a:close/>
                  <a:moveTo>
                    <a:pt x="92675" y="10283"/>
                  </a:moveTo>
                  <a:cubicBezTo>
                    <a:pt x="92754" y="10283"/>
                    <a:pt x="92897" y="10311"/>
                    <a:pt x="92986" y="10311"/>
                  </a:cubicBezTo>
                  <a:cubicBezTo>
                    <a:pt x="93009" y="10311"/>
                    <a:pt x="93028" y="10309"/>
                    <a:pt x="93042" y="10304"/>
                  </a:cubicBezTo>
                  <a:cubicBezTo>
                    <a:pt x="93164" y="10304"/>
                    <a:pt x="93224" y="10365"/>
                    <a:pt x="93164" y="10487"/>
                  </a:cubicBezTo>
                  <a:lnTo>
                    <a:pt x="93072" y="10578"/>
                  </a:lnTo>
                  <a:lnTo>
                    <a:pt x="93042" y="10608"/>
                  </a:lnTo>
                  <a:cubicBezTo>
                    <a:pt x="92951" y="10608"/>
                    <a:pt x="92799" y="10578"/>
                    <a:pt x="92768" y="10578"/>
                  </a:cubicBezTo>
                  <a:cubicBezTo>
                    <a:pt x="92708" y="10578"/>
                    <a:pt x="92616" y="10395"/>
                    <a:pt x="92616" y="10304"/>
                  </a:cubicBezTo>
                  <a:cubicBezTo>
                    <a:pt x="92616" y="10288"/>
                    <a:pt x="92639" y="10283"/>
                    <a:pt x="92675" y="10283"/>
                  </a:cubicBezTo>
                  <a:close/>
                  <a:moveTo>
                    <a:pt x="90922" y="10292"/>
                  </a:moveTo>
                  <a:cubicBezTo>
                    <a:pt x="90939" y="10292"/>
                    <a:pt x="90957" y="10295"/>
                    <a:pt x="90975" y="10304"/>
                  </a:cubicBezTo>
                  <a:lnTo>
                    <a:pt x="91036" y="10304"/>
                  </a:lnTo>
                  <a:cubicBezTo>
                    <a:pt x="91157" y="10365"/>
                    <a:pt x="91188" y="10517"/>
                    <a:pt x="91370" y="10517"/>
                  </a:cubicBezTo>
                  <a:lnTo>
                    <a:pt x="91522" y="10517"/>
                  </a:lnTo>
                  <a:cubicBezTo>
                    <a:pt x="91522" y="10639"/>
                    <a:pt x="91340" y="10791"/>
                    <a:pt x="91127" y="10882"/>
                  </a:cubicBezTo>
                  <a:lnTo>
                    <a:pt x="91005" y="10699"/>
                  </a:lnTo>
                  <a:cubicBezTo>
                    <a:pt x="91066" y="10669"/>
                    <a:pt x="91005" y="10578"/>
                    <a:pt x="90884" y="10517"/>
                  </a:cubicBezTo>
                  <a:lnTo>
                    <a:pt x="90853" y="10547"/>
                  </a:lnTo>
                  <a:lnTo>
                    <a:pt x="90701" y="10669"/>
                  </a:lnTo>
                  <a:cubicBezTo>
                    <a:pt x="90671" y="10547"/>
                    <a:pt x="90762" y="10365"/>
                    <a:pt x="90793" y="10335"/>
                  </a:cubicBezTo>
                  <a:cubicBezTo>
                    <a:pt x="90836" y="10313"/>
                    <a:pt x="90879" y="10292"/>
                    <a:pt x="90922" y="10292"/>
                  </a:cubicBezTo>
                  <a:close/>
                  <a:moveTo>
                    <a:pt x="92738" y="10760"/>
                  </a:moveTo>
                  <a:cubicBezTo>
                    <a:pt x="92799" y="10821"/>
                    <a:pt x="92829" y="10882"/>
                    <a:pt x="92860" y="10943"/>
                  </a:cubicBezTo>
                  <a:lnTo>
                    <a:pt x="92951" y="11003"/>
                  </a:lnTo>
                  <a:lnTo>
                    <a:pt x="93042" y="11095"/>
                  </a:lnTo>
                  <a:cubicBezTo>
                    <a:pt x="92996" y="11125"/>
                    <a:pt x="92943" y="11140"/>
                    <a:pt x="92890" y="11140"/>
                  </a:cubicBezTo>
                  <a:cubicBezTo>
                    <a:pt x="92837" y="11140"/>
                    <a:pt x="92784" y="11125"/>
                    <a:pt x="92738" y="11095"/>
                  </a:cubicBezTo>
                  <a:cubicBezTo>
                    <a:pt x="92677" y="11064"/>
                    <a:pt x="92556" y="10851"/>
                    <a:pt x="92586" y="10821"/>
                  </a:cubicBezTo>
                  <a:cubicBezTo>
                    <a:pt x="92616" y="10791"/>
                    <a:pt x="92677" y="10760"/>
                    <a:pt x="92738" y="10760"/>
                  </a:cubicBezTo>
                  <a:close/>
                  <a:moveTo>
                    <a:pt x="15941" y="11394"/>
                  </a:moveTo>
                  <a:cubicBezTo>
                    <a:pt x="15949" y="11394"/>
                    <a:pt x="15955" y="11395"/>
                    <a:pt x="15958" y="11399"/>
                  </a:cubicBezTo>
                  <a:cubicBezTo>
                    <a:pt x="15989" y="11459"/>
                    <a:pt x="15989" y="11520"/>
                    <a:pt x="16019" y="11611"/>
                  </a:cubicBezTo>
                  <a:lnTo>
                    <a:pt x="15898" y="11581"/>
                  </a:lnTo>
                  <a:lnTo>
                    <a:pt x="15685" y="11551"/>
                  </a:lnTo>
                  <a:cubicBezTo>
                    <a:pt x="15667" y="11639"/>
                    <a:pt x="15649" y="11686"/>
                    <a:pt x="15644" y="11686"/>
                  </a:cubicBezTo>
                  <a:cubicBezTo>
                    <a:pt x="15640" y="11686"/>
                    <a:pt x="15642" y="11662"/>
                    <a:pt x="15654" y="11611"/>
                  </a:cubicBezTo>
                  <a:cubicBezTo>
                    <a:pt x="15654" y="11503"/>
                    <a:pt x="15873" y="11394"/>
                    <a:pt x="15941" y="11394"/>
                  </a:cubicBezTo>
                  <a:close/>
                  <a:moveTo>
                    <a:pt x="14560" y="11338"/>
                  </a:moveTo>
                  <a:cubicBezTo>
                    <a:pt x="14712" y="11399"/>
                    <a:pt x="14834" y="11490"/>
                    <a:pt x="14955" y="11611"/>
                  </a:cubicBezTo>
                  <a:cubicBezTo>
                    <a:pt x="15001" y="11656"/>
                    <a:pt x="14861" y="11735"/>
                    <a:pt x="14761" y="11735"/>
                  </a:cubicBezTo>
                  <a:cubicBezTo>
                    <a:pt x="14727" y="11735"/>
                    <a:pt x="14697" y="11726"/>
                    <a:pt x="14682" y="11702"/>
                  </a:cubicBezTo>
                  <a:cubicBezTo>
                    <a:pt x="14627" y="11675"/>
                    <a:pt x="14573" y="11660"/>
                    <a:pt x="14521" y="11660"/>
                  </a:cubicBezTo>
                  <a:cubicBezTo>
                    <a:pt x="14457" y="11660"/>
                    <a:pt x="14398" y="11683"/>
                    <a:pt x="14347" y="11733"/>
                  </a:cubicBezTo>
                  <a:lnTo>
                    <a:pt x="14287" y="11733"/>
                  </a:lnTo>
                  <a:lnTo>
                    <a:pt x="14135" y="11702"/>
                  </a:lnTo>
                  <a:cubicBezTo>
                    <a:pt x="14152" y="11614"/>
                    <a:pt x="14211" y="11567"/>
                    <a:pt x="14294" y="11567"/>
                  </a:cubicBezTo>
                  <a:cubicBezTo>
                    <a:pt x="14352" y="11567"/>
                    <a:pt x="14423" y="11591"/>
                    <a:pt x="14499" y="11642"/>
                  </a:cubicBezTo>
                  <a:lnTo>
                    <a:pt x="14560" y="11338"/>
                  </a:lnTo>
                  <a:close/>
                  <a:moveTo>
                    <a:pt x="12620" y="11409"/>
                  </a:moveTo>
                  <a:cubicBezTo>
                    <a:pt x="12634" y="11409"/>
                    <a:pt x="12652" y="11415"/>
                    <a:pt x="12676" y="11429"/>
                  </a:cubicBezTo>
                  <a:lnTo>
                    <a:pt x="12828" y="11429"/>
                  </a:lnTo>
                  <a:cubicBezTo>
                    <a:pt x="12949" y="11429"/>
                    <a:pt x="12888" y="11611"/>
                    <a:pt x="12828" y="11702"/>
                  </a:cubicBezTo>
                  <a:cubicBezTo>
                    <a:pt x="12814" y="11730"/>
                    <a:pt x="12788" y="11745"/>
                    <a:pt x="12758" y="11745"/>
                  </a:cubicBezTo>
                  <a:cubicBezTo>
                    <a:pt x="12721" y="11745"/>
                    <a:pt x="12679" y="11722"/>
                    <a:pt x="12645" y="11672"/>
                  </a:cubicBezTo>
                  <a:cubicBezTo>
                    <a:pt x="12594" y="11595"/>
                    <a:pt x="12542" y="11409"/>
                    <a:pt x="12620" y="11409"/>
                  </a:cubicBezTo>
                  <a:close/>
                  <a:moveTo>
                    <a:pt x="16718" y="11429"/>
                  </a:moveTo>
                  <a:cubicBezTo>
                    <a:pt x="16779" y="11429"/>
                    <a:pt x="16840" y="11429"/>
                    <a:pt x="16901" y="11459"/>
                  </a:cubicBezTo>
                  <a:lnTo>
                    <a:pt x="16931" y="11490"/>
                  </a:lnTo>
                  <a:cubicBezTo>
                    <a:pt x="16901" y="11611"/>
                    <a:pt x="16810" y="11702"/>
                    <a:pt x="16749" y="11763"/>
                  </a:cubicBezTo>
                  <a:lnTo>
                    <a:pt x="16627" y="11854"/>
                  </a:lnTo>
                  <a:cubicBezTo>
                    <a:pt x="16597" y="11854"/>
                    <a:pt x="16536" y="11824"/>
                    <a:pt x="16506" y="11794"/>
                  </a:cubicBezTo>
                  <a:cubicBezTo>
                    <a:pt x="16506" y="11763"/>
                    <a:pt x="16506" y="11733"/>
                    <a:pt x="16536" y="11702"/>
                  </a:cubicBezTo>
                  <a:lnTo>
                    <a:pt x="16597" y="11672"/>
                  </a:lnTo>
                  <a:cubicBezTo>
                    <a:pt x="16658" y="11642"/>
                    <a:pt x="16627" y="11551"/>
                    <a:pt x="16536" y="11459"/>
                  </a:cubicBezTo>
                  <a:lnTo>
                    <a:pt x="16718" y="11429"/>
                  </a:lnTo>
                  <a:close/>
                  <a:moveTo>
                    <a:pt x="17368" y="11579"/>
                  </a:moveTo>
                  <a:cubicBezTo>
                    <a:pt x="17374" y="11579"/>
                    <a:pt x="17381" y="11579"/>
                    <a:pt x="17387" y="11581"/>
                  </a:cubicBezTo>
                  <a:lnTo>
                    <a:pt x="17387" y="11611"/>
                  </a:lnTo>
                  <a:lnTo>
                    <a:pt x="17387" y="11733"/>
                  </a:lnTo>
                  <a:cubicBezTo>
                    <a:pt x="17342" y="11846"/>
                    <a:pt x="17263" y="11908"/>
                    <a:pt x="17201" y="11908"/>
                  </a:cubicBezTo>
                  <a:cubicBezTo>
                    <a:pt x="17179" y="11908"/>
                    <a:pt x="17160" y="11901"/>
                    <a:pt x="17144" y="11885"/>
                  </a:cubicBezTo>
                  <a:cubicBezTo>
                    <a:pt x="17086" y="11827"/>
                    <a:pt x="17247" y="11579"/>
                    <a:pt x="17368" y="11579"/>
                  </a:cubicBezTo>
                  <a:close/>
                  <a:moveTo>
                    <a:pt x="7404" y="11705"/>
                  </a:moveTo>
                  <a:cubicBezTo>
                    <a:pt x="7427" y="11705"/>
                    <a:pt x="7452" y="11713"/>
                    <a:pt x="7478" y="11733"/>
                  </a:cubicBezTo>
                  <a:lnTo>
                    <a:pt x="7569" y="11794"/>
                  </a:lnTo>
                  <a:lnTo>
                    <a:pt x="7600" y="11824"/>
                  </a:lnTo>
                  <a:cubicBezTo>
                    <a:pt x="7630" y="11854"/>
                    <a:pt x="7630" y="11915"/>
                    <a:pt x="7569" y="11946"/>
                  </a:cubicBezTo>
                  <a:lnTo>
                    <a:pt x="7448" y="11946"/>
                  </a:lnTo>
                  <a:cubicBezTo>
                    <a:pt x="7415" y="11954"/>
                    <a:pt x="7387" y="11958"/>
                    <a:pt x="7363" y="11958"/>
                  </a:cubicBezTo>
                  <a:cubicBezTo>
                    <a:pt x="7298" y="11958"/>
                    <a:pt x="7265" y="11929"/>
                    <a:pt x="7265" y="11885"/>
                  </a:cubicBezTo>
                  <a:cubicBezTo>
                    <a:pt x="7265" y="11813"/>
                    <a:pt x="7321" y="11705"/>
                    <a:pt x="7404" y="11705"/>
                  </a:cubicBezTo>
                  <a:close/>
                  <a:moveTo>
                    <a:pt x="6931" y="11247"/>
                  </a:moveTo>
                  <a:lnTo>
                    <a:pt x="7022" y="11277"/>
                  </a:lnTo>
                  <a:lnTo>
                    <a:pt x="7053" y="11307"/>
                  </a:lnTo>
                  <a:cubicBezTo>
                    <a:pt x="7083" y="11459"/>
                    <a:pt x="7113" y="11581"/>
                    <a:pt x="7083" y="11733"/>
                  </a:cubicBezTo>
                  <a:cubicBezTo>
                    <a:pt x="7022" y="11854"/>
                    <a:pt x="6961" y="11946"/>
                    <a:pt x="6870" y="12037"/>
                  </a:cubicBezTo>
                  <a:cubicBezTo>
                    <a:pt x="6840" y="12067"/>
                    <a:pt x="6809" y="12067"/>
                    <a:pt x="6749" y="12098"/>
                  </a:cubicBezTo>
                  <a:cubicBezTo>
                    <a:pt x="6749" y="12067"/>
                    <a:pt x="6779" y="12037"/>
                    <a:pt x="6809" y="11976"/>
                  </a:cubicBezTo>
                  <a:cubicBezTo>
                    <a:pt x="6809" y="11824"/>
                    <a:pt x="6809" y="11702"/>
                    <a:pt x="6809" y="11581"/>
                  </a:cubicBezTo>
                  <a:lnTo>
                    <a:pt x="6779" y="11520"/>
                  </a:lnTo>
                  <a:lnTo>
                    <a:pt x="6779" y="11459"/>
                  </a:lnTo>
                  <a:cubicBezTo>
                    <a:pt x="6809" y="11368"/>
                    <a:pt x="6870" y="11307"/>
                    <a:pt x="6931" y="11247"/>
                  </a:cubicBezTo>
                  <a:close/>
                  <a:moveTo>
                    <a:pt x="75134" y="11942"/>
                  </a:moveTo>
                  <a:cubicBezTo>
                    <a:pt x="75225" y="11942"/>
                    <a:pt x="75349" y="12073"/>
                    <a:pt x="75321" y="12128"/>
                  </a:cubicBezTo>
                  <a:cubicBezTo>
                    <a:pt x="75312" y="12156"/>
                    <a:pt x="75289" y="12167"/>
                    <a:pt x="75259" y="12167"/>
                  </a:cubicBezTo>
                  <a:cubicBezTo>
                    <a:pt x="75191" y="12167"/>
                    <a:pt x="75090" y="12110"/>
                    <a:pt x="75048" y="12067"/>
                  </a:cubicBezTo>
                  <a:cubicBezTo>
                    <a:pt x="74987" y="12037"/>
                    <a:pt x="75017" y="11946"/>
                    <a:pt x="75078" y="11946"/>
                  </a:cubicBezTo>
                  <a:lnTo>
                    <a:pt x="75108" y="11946"/>
                  </a:lnTo>
                  <a:cubicBezTo>
                    <a:pt x="75117" y="11943"/>
                    <a:pt x="75125" y="11942"/>
                    <a:pt x="75134" y="11942"/>
                  </a:cubicBezTo>
                  <a:close/>
                  <a:moveTo>
                    <a:pt x="68938" y="12006"/>
                  </a:moveTo>
                  <a:cubicBezTo>
                    <a:pt x="69029" y="12006"/>
                    <a:pt x="69121" y="12067"/>
                    <a:pt x="69181" y="12128"/>
                  </a:cubicBezTo>
                  <a:lnTo>
                    <a:pt x="69090" y="12189"/>
                  </a:lnTo>
                  <a:lnTo>
                    <a:pt x="68938" y="12280"/>
                  </a:lnTo>
                  <a:cubicBezTo>
                    <a:pt x="68999" y="12310"/>
                    <a:pt x="68969" y="12432"/>
                    <a:pt x="68908" y="12462"/>
                  </a:cubicBezTo>
                  <a:lnTo>
                    <a:pt x="68847" y="12493"/>
                  </a:lnTo>
                  <a:lnTo>
                    <a:pt x="68786" y="12493"/>
                  </a:lnTo>
                  <a:cubicBezTo>
                    <a:pt x="68725" y="12493"/>
                    <a:pt x="68695" y="12462"/>
                    <a:pt x="68665" y="12402"/>
                  </a:cubicBezTo>
                  <a:lnTo>
                    <a:pt x="68665" y="12280"/>
                  </a:lnTo>
                  <a:lnTo>
                    <a:pt x="68665" y="12250"/>
                  </a:lnTo>
                  <a:cubicBezTo>
                    <a:pt x="68634" y="12128"/>
                    <a:pt x="68725" y="12006"/>
                    <a:pt x="68847" y="12006"/>
                  </a:cubicBezTo>
                  <a:close/>
                  <a:moveTo>
                    <a:pt x="69637" y="12189"/>
                  </a:moveTo>
                  <a:lnTo>
                    <a:pt x="69820" y="12280"/>
                  </a:lnTo>
                  <a:cubicBezTo>
                    <a:pt x="69880" y="12310"/>
                    <a:pt x="69880" y="12402"/>
                    <a:pt x="69820" y="12432"/>
                  </a:cubicBezTo>
                  <a:cubicBezTo>
                    <a:pt x="69728" y="12462"/>
                    <a:pt x="69637" y="12493"/>
                    <a:pt x="69546" y="12523"/>
                  </a:cubicBezTo>
                  <a:lnTo>
                    <a:pt x="69485" y="12523"/>
                  </a:lnTo>
                  <a:cubicBezTo>
                    <a:pt x="69394" y="12523"/>
                    <a:pt x="69364" y="12493"/>
                    <a:pt x="69364" y="12462"/>
                  </a:cubicBezTo>
                  <a:cubicBezTo>
                    <a:pt x="69394" y="12432"/>
                    <a:pt x="69546" y="12280"/>
                    <a:pt x="69637" y="12189"/>
                  </a:cubicBezTo>
                  <a:close/>
                  <a:moveTo>
                    <a:pt x="87328" y="12037"/>
                  </a:moveTo>
                  <a:lnTo>
                    <a:pt x="87480" y="12158"/>
                  </a:lnTo>
                  <a:lnTo>
                    <a:pt x="87510" y="12189"/>
                  </a:lnTo>
                  <a:cubicBezTo>
                    <a:pt x="87540" y="12181"/>
                    <a:pt x="87571" y="12177"/>
                    <a:pt x="87600" y="12177"/>
                  </a:cubicBezTo>
                  <a:cubicBezTo>
                    <a:pt x="87689" y="12177"/>
                    <a:pt x="87768" y="12212"/>
                    <a:pt x="87814" y="12280"/>
                  </a:cubicBezTo>
                  <a:lnTo>
                    <a:pt x="87814" y="12371"/>
                  </a:lnTo>
                  <a:cubicBezTo>
                    <a:pt x="87844" y="12371"/>
                    <a:pt x="87844" y="12432"/>
                    <a:pt x="87875" y="12432"/>
                  </a:cubicBezTo>
                  <a:lnTo>
                    <a:pt x="87966" y="12462"/>
                  </a:lnTo>
                  <a:cubicBezTo>
                    <a:pt x="88027" y="12493"/>
                    <a:pt x="88087" y="12554"/>
                    <a:pt x="88027" y="12584"/>
                  </a:cubicBezTo>
                  <a:lnTo>
                    <a:pt x="87905" y="12554"/>
                  </a:lnTo>
                  <a:cubicBezTo>
                    <a:pt x="87783" y="12554"/>
                    <a:pt x="87662" y="12554"/>
                    <a:pt x="87540" y="12523"/>
                  </a:cubicBezTo>
                  <a:cubicBezTo>
                    <a:pt x="87480" y="12493"/>
                    <a:pt x="87540" y="12402"/>
                    <a:pt x="87601" y="12341"/>
                  </a:cubicBezTo>
                  <a:cubicBezTo>
                    <a:pt x="87632" y="12310"/>
                    <a:pt x="87449" y="12250"/>
                    <a:pt x="87388" y="12250"/>
                  </a:cubicBezTo>
                  <a:cubicBezTo>
                    <a:pt x="87297" y="12250"/>
                    <a:pt x="87267" y="12158"/>
                    <a:pt x="87328" y="12037"/>
                  </a:cubicBezTo>
                  <a:close/>
                  <a:moveTo>
                    <a:pt x="79941" y="12265"/>
                  </a:moveTo>
                  <a:cubicBezTo>
                    <a:pt x="79987" y="12265"/>
                    <a:pt x="80033" y="12280"/>
                    <a:pt x="80063" y="12341"/>
                  </a:cubicBezTo>
                  <a:cubicBezTo>
                    <a:pt x="80124" y="12432"/>
                    <a:pt x="80185" y="12462"/>
                    <a:pt x="80276" y="12493"/>
                  </a:cubicBezTo>
                  <a:lnTo>
                    <a:pt x="80428" y="12554"/>
                  </a:lnTo>
                  <a:cubicBezTo>
                    <a:pt x="80428" y="12590"/>
                    <a:pt x="80395" y="12607"/>
                    <a:pt x="80340" y="12607"/>
                  </a:cubicBezTo>
                  <a:cubicBezTo>
                    <a:pt x="80255" y="12607"/>
                    <a:pt x="80119" y="12566"/>
                    <a:pt x="79972" y="12493"/>
                  </a:cubicBezTo>
                  <a:lnTo>
                    <a:pt x="79759" y="12402"/>
                  </a:lnTo>
                  <a:cubicBezTo>
                    <a:pt x="79729" y="12371"/>
                    <a:pt x="79820" y="12280"/>
                    <a:pt x="79820" y="12280"/>
                  </a:cubicBezTo>
                  <a:cubicBezTo>
                    <a:pt x="79850" y="12280"/>
                    <a:pt x="79896" y="12265"/>
                    <a:pt x="79941" y="12265"/>
                  </a:cubicBezTo>
                  <a:close/>
                  <a:moveTo>
                    <a:pt x="88387" y="12028"/>
                  </a:moveTo>
                  <a:cubicBezTo>
                    <a:pt x="88484" y="12028"/>
                    <a:pt x="88659" y="12067"/>
                    <a:pt x="88756" y="12067"/>
                  </a:cubicBezTo>
                  <a:cubicBezTo>
                    <a:pt x="88847" y="12067"/>
                    <a:pt x="89030" y="12432"/>
                    <a:pt x="88939" y="12523"/>
                  </a:cubicBezTo>
                  <a:cubicBezTo>
                    <a:pt x="88817" y="12614"/>
                    <a:pt x="88574" y="12584"/>
                    <a:pt x="88513" y="12645"/>
                  </a:cubicBezTo>
                  <a:cubicBezTo>
                    <a:pt x="88508" y="12647"/>
                    <a:pt x="88503" y="12647"/>
                    <a:pt x="88498" y="12647"/>
                  </a:cubicBezTo>
                  <a:cubicBezTo>
                    <a:pt x="88422" y="12647"/>
                    <a:pt x="88424" y="12427"/>
                    <a:pt x="88452" y="12341"/>
                  </a:cubicBezTo>
                  <a:cubicBezTo>
                    <a:pt x="88483" y="12250"/>
                    <a:pt x="88422" y="12189"/>
                    <a:pt x="88361" y="12189"/>
                  </a:cubicBezTo>
                  <a:cubicBezTo>
                    <a:pt x="88270" y="12219"/>
                    <a:pt x="88179" y="12250"/>
                    <a:pt x="88087" y="12250"/>
                  </a:cubicBezTo>
                  <a:cubicBezTo>
                    <a:pt x="88148" y="12158"/>
                    <a:pt x="88239" y="12098"/>
                    <a:pt x="88331" y="12037"/>
                  </a:cubicBezTo>
                  <a:cubicBezTo>
                    <a:pt x="88343" y="12031"/>
                    <a:pt x="88362" y="12028"/>
                    <a:pt x="88387" y="12028"/>
                  </a:cubicBezTo>
                  <a:close/>
                  <a:moveTo>
                    <a:pt x="67759" y="12525"/>
                  </a:moveTo>
                  <a:cubicBezTo>
                    <a:pt x="67795" y="12525"/>
                    <a:pt x="67833" y="12533"/>
                    <a:pt x="67874" y="12554"/>
                  </a:cubicBezTo>
                  <a:lnTo>
                    <a:pt x="67935" y="12554"/>
                  </a:lnTo>
                  <a:cubicBezTo>
                    <a:pt x="67996" y="12614"/>
                    <a:pt x="67965" y="12706"/>
                    <a:pt x="67844" y="12766"/>
                  </a:cubicBezTo>
                  <a:lnTo>
                    <a:pt x="67783" y="12797"/>
                  </a:lnTo>
                  <a:cubicBezTo>
                    <a:pt x="67734" y="12797"/>
                    <a:pt x="67681" y="12802"/>
                    <a:pt x="67628" y="12802"/>
                  </a:cubicBezTo>
                  <a:cubicBezTo>
                    <a:pt x="67550" y="12802"/>
                    <a:pt x="67473" y="12791"/>
                    <a:pt x="67418" y="12736"/>
                  </a:cubicBezTo>
                  <a:cubicBezTo>
                    <a:pt x="67388" y="12706"/>
                    <a:pt x="67388" y="12675"/>
                    <a:pt x="67418" y="12645"/>
                  </a:cubicBezTo>
                  <a:cubicBezTo>
                    <a:pt x="67536" y="12621"/>
                    <a:pt x="67636" y="12525"/>
                    <a:pt x="67759" y="12525"/>
                  </a:cubicBezTo>
                  <a:close/>
                  <a:moveTo>
                    <a:pt x="75777" y="12736"/>
                  </a:moveTo>
                  <a:cubicBezTo>
                    <a:pt x="75807" y="12765"/>
                    <a:pt x="75779" y="12824"/>
                    <a:pt x="75721" y="12883"/>
                  </a:cubicBezTo>
                  <a:lnTo>
                    <a:pt x="75721" y="12883"/>
                  </a:lnTo>
                  <a:cubicBezTo>
                    <a:pt x="75721" y="12873"/>
                    <a:pt x="75719" y="12865"/>
                    <a:pt x="75716" y="12858"/>
                  </a:cubicBezTo>
                  <a:cubicBezTo>
                    <a:pt x="75686" y="12736"/>
                    <a:pt x="75747" y="12736"/>
                    <a:pt x="75777" y="12736"/>
                  </a:cubicBezTo>
                  <a:close/>
                  <a:moveTo>
                    <a:pt x="22567" y="12887"/>
                  </a:moveTo>
                  <a:cubicBezTo>
                    <a:pt x="22633" y="12887"/>
                    <a:pt x="22697" y="12920"/>
                    <a:pt x="22737" y="12979"/>
                  </a:cubicBezTo>
                  <a:lnTo>
                    <a:pt x="22767" y="13040"/>
                  </a:lnTo>
                  <a:lnTo>
                    <a:pt x="22828" y="13070"/>
                  </a:lnTo>
                  <a:cubicBezTo>
                    <a:pt x="22828" y="13123"/>
                    <a:pt x="22818" y="13156"/>
                    <a:pt x="22791" y="13156"/>
                  </a:cubicBezTo>
                  <a:cubicBezTo>
                    <a:pt x="22772" y="13156"/>
                    <a:pt x="22744" y="13139"/>
                    <a:pt x="22706" y="13101"/>
                  </a:cubicBezTo>
                  <a:lnTo>
                    <a:pt x="22585" y="13101"/>
                  </a:lnTo>
                  <a:lnTo>
                    <a:pt x="22463" y="13070"/>
                  </a:lnTo>
                  <a:cubicBezTo>
                    <a:pt x="22447" y="13073"/>
                    <a:pt x="22433" y="13074"/>
                    <a:pt x="22421" y="13074"/>
                  </a:cubicBezTo>
                  <a:cubicBezTo>
                    <a:pt x="22302" y="13074"/>
                    <a:pt x="22408" y="12946"/>
                    <a:pt x="22463" y="12918"/>
                  </a:cubicBezTo>
                  <a:cubicBezTo>
                    <a:pt x="22495" y="12897"/>
                    <a:pt x="22532" y="12887"/>
                    <a:pt x="22567" y="12887"/>
                  </a:cubicBezTo>
                  <a:close/>
                  <a:moveTo>
                    <a:pt x="42524" y="12797"/>
                  </a:moveTo>
                  <a:cubicBezTo>
                    <a:pt x="42615" y="12827"/>
                    <a:pt x="42798" y="13010"/>
                    <a:pt x="42737" y="13101"/>
                  </a:cubicBezTo>
                  <a:cubicBezTo>
                    <a:pt x="42701" y="13172"/>
                    <a:pt x="42666" y="13201"/>
                    <a:pt x="42636" y="13201"/>
                  </a:cubicBezTo>
                  <a:cubicBezTo>
                    <a:pt x="42615" y="13201"/>
                    <a:pt x="42598" y="13187"/>
                    <a:pt x="42585" y="13161"/>
                  </a:cubicBezTo>
                  <a:lnTo>
                    <a:pt x="42585" y="13101"/>
                  </a:lnTo>
                  <a:cubicBezTo>
                    <a:pt x="42615" y="12979"/>
                    <a:pt x="42585" y="12918"/>
                    <a:pt x="42433" y="12918"/>
                  </a:cubicBezTo>
                  <a:cubicBezTo>
                    <a:pt x="42403" y="12858"/>
                    <a:pt x="42433" y="12827"/>
                    <a:pt x="42524" y="12827"/>
                  </a:cubicBezTo>
                  <a:lnTo>
                    <a:pt x="42524" y="12797"/>
                  </a:lnTo>
                  <a:close/>
                  <a:moveTo>
                    <a:pt x="16293" y="12584"/>
                  </a:moveTo>
                  <a:cubicBezTo>
                    <a:pt x="16384" y="12614"/>
                    <a:pt x="16445" y="12675"/>
                    <a:pt x="16506" y="12736"/>
                  </a:cubicBezTo>
                  <a:cubicBezTo>
                    <a:pt x="16506" y="12780"/>
                    <a:pt x="16522" y="12809"/>
                    <a:pt x="16543" y="12809"/>
                  </a:cubicBezTo>
                  <a:cubicBezTo>
                    <a:pt x="16550" y="12809"/>
                    <a:pt x="16558" y="12805"/>
                    <a:pt x="16566" y="12797"/>
                  </a:cubicBezTo>
                  <a:lnTo>
                    <a:pt x="16566" y="12675"/>
                  </a:lnTo>
                  <a:cubicBezTo>
                    <a:pt x="16597" y="12645"/>
                    <a:pt x="16627" y="12614"/>
                    <a:pt x="16658" y="12614"/>
                  </a:cubicBezTo>
                  <a:cubicBezTo>
                    <a:pt x="16688" y="12614"/>
                    <a:pt x="16779" y="12645"/>
                    <a:pt x="16779" y="12645"/>
                  </a:cubicBezTo>
                  <a:lnTo>
                    <a:pt x="16779" y="12797"/>
                  </a:lnTo>
                  <a:cubicBezTo>
                    <a:pt x="16870" y="12918"/>
                    <a:pt x="17022" y="13192"/>
                    <a:pt x="16962" y="13222"/>
                  </a:cubicBezTo>
                  <a:cubicBezTo>
                    <a:pt x="16951" y="13233"/>
                    <a:pt x="16938" y="13238"/>
                    <a:pt x="16924" y="13238"/>
                  </a:cubicBezTo>
                  <a:cubicBezTo>
                    <a:pt x="16860" y="13238"/>
                    <a:pt x="16768" y="13129"/>
                    <a:pt x="16718" y="12979"/>
                  </a:cubicBezTo>
                  <a:lnTo>
                    <a:pt x="16232" y="12979"/>
                  </a:lnTo>
                  <a:cubicBezTo>
                    <a:pt x="16232" y="12949"/>
                    <a:pt x="16354" y="12766"/>
                    <a:pt x="16293" y="12706"/>
                  </a:cubicBezTo>
                  <a:cubicBezTo>
                    <a:pt x="16232" y="12675"/>
                    <a:pt x="16202" y="12584"/>
                    <a:pt x="16202" y="12584"/>
                  </a:cubicBezTo>
                  <a:close/>
                  <a:moveTo>
                    <a:pt x="43892" y="13010"/>
                  </a:moveTo>
                  <a:cubicBezTo>
                    <a:pt x="43983" y="13101"/>
                    <a:pt x="44074" y="13161"/>
                    <a:pt x="44135" y="13253"/>
                  </a:cubicBezTo>
                  <a:cubicBezTo>
                    <a:pt x="44156" y="13253"/>
                    <a:pt x="44135" y="13266"/>
                    <a:pt x="44092" y="13266"/>
                  </a:cubicBezTo>
                  <a:cubicBezTo>
                    <a:pt x="44071" y="13266"/>
                    <a:pt x="44044" y="13263"/>
                    <a:pt x="44014" y="13253"/>
                  </a:cubicBezTo>
                  <a:lnTo>
                    <a:pt x="43467" y="13253"/>
                  </a:lnTo>
                  <a:cubicBezTo>
                    <a:pt x="43406" y="13222"/>
                    <a:pt x="43467" y="13131"/>
                    <a:pt x="43588" y="13040"/>
                  </a:cubicBezTo>
                  <a:cubicBezTo>
                    <a:pt x="43624" y="13076"/>
                    <a:pt x="43655" y="13088"/>
                    <a:pt x="43685" y="13088"/>
                  </a:cubicBezTo>
                  <a:cubicBezTo>
                    <a:pt x="43732" y="13088"/>
                    <a:pt x="43776" y="13058"/>
                    <a:pt x="43831" y="13040"/>
                  </a:cubicBezTo>
                  <a:lnTo>
                    <a:pt x="43892" y="13010"/>
                  </a:lnTo>
                  <a:close/>
                  <a:moveTo>
                    <a:pt x="14834" y="12918"/>
                  </a:moveTo>
                  <a:lnTo>
                    <a:pt x="14803" y="12949"/>
                  </a:lnTo>
                  <a:cubicBezTo>
                    <a:pt x="14895" y="12949"/>
                    <a:pt x="15138" y="13010"/>
                    <a:pt x="15107" y="13040"/>
                  </a:cubicBezTo>
                  <a:lnTo>
                    <a:pt x="15107" y="13131"/>
                  </a:lnTo>
                  <a:cubicBezTo>
                    <a:pt x="15138" y="13222"/>
                    <a:pt x="15138" y="13283"/>
                    <a:pt x="15077" y="13344"/>
                  </a:cubicBezTo>
                  <a:lnTo>
                    <a:pt x="14986" y="13344"/>
                  </a:lnTo>
                  <a:cubicBezTo>
                    <a:pt x="14955" y="13313"/>
                    <a:pt x="14895" y="13283"/>
                    <a:pt x="14864" y="13253"/>
                  </a:cubicBezTo>
                  <a:lnTo>
                    <a:pt x="14712" y="13101"/>
                  </a:lnTo>
                  <a:cubicBezTo>
                    <a:pt x="14682" y="13010"/>
                    <a:pt x="14743" y="12918"/>
                    <a:pt x="14834" y="12918"/>
                  </a:cubicBezTo>
                  <a:close/>
                  <a:moveTo>
                    <a:pt x="76025" y="12647"/>
                  </a:moveTo>
                  <a:cubicBezTo>
                    <a:pt x="76174" y="12647"/>
                    <a:pt x="76311" y="12749"/>
                    <a:pt x="76264" y="12797"/>
                  </a:cubicBezTo>
                  <a:cubicBezTo>
                    <a:pt x="76203" y="12827"/>
                    <a:pt x="76416" y="13161"/>
                    <a:pt x="76507" y="13283"/>
                  </a:cubicBezTo>
                  <a:cubicBezTo>
                    <a:pt x="76553" y="13376"/>
                    <a:pt x="76511" y="13416"/>
                    <a:pt x="76461" y="13416"/>
                  </a:cubicBezTo>
                  <a:cubicBezTo>
                    <a:pt x="76446" y="13416"/>
                    <a:pt x="76430" y="13412"/>
                    <a:pt x="76416" y="13405"/>
                  </a:cubicBezTo>
                  <a:cubicBezTo>
                    <a:pt x="76294" y="13344"/>
                    <a:pt x="76203" y="13313"/>
                    <a:pt x="76081" y="13313"/>
                  </a:cubicBezTo>
                  <a:lnTo>
                    <a:pt x="76020" y="13344"/>
                  </a:lnTo>
                  <a:cubicBezTo>
                    <a:pt x="75965" y="13390"/>
                    <a:pt x="75916" y="13405"/>
                    <a:pt x="75869" y="13405"/>
                  </a:cubicBezTo>
                  <a:cubicBezTo>
                    <a:pt x="75774" y="13405"/>
                    <a:pt x="75692" y="13340"/>
                    <a:pt x="75600" y="13340"/>
                  </a:cubicBezTo>
                  <a:cubicBezTo>
                    <a:pt x="75588" y="13340"/>
                    <a:pt x="75577" y="13341"/>
                    <a:pt x="75564" y="13344"/>
                  </a:cubicBezTo>
                  <a:lnTo>
                    <a:pt x="75443" y="13405"/>
                  </a:lnTo>
                  <a:cubicBezTo>
                    <a:pt x="75260" y="13374"/>
                    <a:pt x="75108" y="13313"/>
                    <a:pt x="75108" y="13283"/>
                  </a:cubicBezTo>
                  <a:cubicBezTo>
                    <a:pt x="75108" y="13253"/>
                    <a:pt x="75352" y="13101"/>
                    <a:pt x="75291" y="13040"/>
                  </a:cubicBezTo>
                  <a:cubicBezTo>
                    <a:pt x="75230" y="12979"/>
                    <a:pt x="75139" y="12888"/>
                    <a:pt x="75108" y="12888"/>
                  </a:cubicBezTo>
                  <a:cubicBezTo>
                    <a:pt x="75108" y="12858"/>
                    <a:pt x="75230" y="12827"/>
                    <a:pt x="75291" y="12827"/>
                  </a:cubicBezTo>
                  <a:cubicBezTo>
                    <a:pt x="75352" y="12827"/>
                    <a:pt x="75504" y="13131"/>
                    <a:pt x="75564" y="13161"/>
                  </a:cubicBezTo>
                  <a:cubicBezTo>
                    <a:pt x="75570" y="13163"/>
                    <a:pt x="75575" y="13164"/>
                    <a:pt x="75580" y="13164"/>
                  </a:cubicBezTo>
                  <a:cubicBezTo>
                    <a:pt x="75652" y="13164"/>
                    <a:pt x="75719" y="13008"/>
                    <a:pt x="75722" y="12908"/>
                  </a:cubicBezTo>
                  <a:lnTo>
                    <a:pt x="75722" y="12908"/>
                  </a:lnTo>
                  <a:cubicBezTo>
                    <a:pt x="75730" y="12910"/>
                    <a:pt x="75741" y="12911"/>
                    <a:pt x="75754" y="12911"/>
                  </a:cubicBezTo>
                  <a:cubicBezTo>
                    <a:pt x="75792" y="12911"/>
                    <a:pt x="75853" y="12903"/>
                    <a:pt x="75929" y="12888"/>
                  </a:cubicBezTo>
                  <a:lnTo>
                    <a:pt x="75899" y="12675"/>
                  </a:lnTo>
                  <a:cubicBezTo>
                    <a:pt x="75939" y="12655"/>
                    <a:pt x="75982" y="12647"/>
                    <a:pt x="76025" y="12647"/>
                  </a:cubicBezTo>
                  <a:close/>
                  <a:moveTo>
                    <a:pt x="66347" y="13262"/>
                  </a:moveTo>
                  <a:cubicBezTo>
                    <a:pt x="66389" y="13262"/>
                    <a:pt x="66442" y="13277"/>
                    <a:pt x="66507" y="13313"/>
                  </a:cubicBezTo>
                  <a:lnTo>
                    <a:pt x="66658" y="13405"/>
                  </a:lnTo>
                  <a:cubicBezTo>
                    <a:pt x="66658" y="13405"/>
                    <a:pt x="66689" y="13465"/>
                    <a:pt x="66658" y="13496"/>
                  </a:cubicBezTo>
                  <a:lnTo>
                    <a:pt x="66598" y="13496"/>
                  </a:lnTo>
                  <a:lnTo>
                    <a:pt x="66507" y="13405"/>
                  </a:lnTo>
                  <a:cubicBezTo>
                    <a:pt x="66440" y="13438"/>
                    <a:pt x="66373" y="13462"/>
                    <a:pt x="66321" y="13462"/>
                  </a:cubicBezTo>
                  <a:cubicBezTo>
                    <a:pt x="66279" y="13462"/>
                    <a:pt x="66247" y="13446"/>
                    <a:pt x="66233" y="13405"/>
                  </a:cubicBezTo>
                  <a:cubicBezTo>
                    <a:pt x="66212" y="13341"/>
                    <a:pt x="66250" y="13262"/>
                    <a:pt x="66347" y="13262"/>
                  </a:cubicBezTo>
                  <a:close/>
                  <a:moveTo>
                    <a:pt x="72720" y="12795"/>
                  </a:moveTo>
                  <a:cubicBezTo>
                    <a:pt x="72786" y="12795"/>
                    <a:pt x="72850" y="12829"/>
                    <a:pt x="72890" y="12888"/>
                  </a:cubicBezTo>
                  <a:lnTo>
                    <a:pt x="72829" y="12979"/>
                  </a:lnTo>
                  <a:lnTo>
                    <a:pt x="72738" y="13070"/>
                  </a:lnTo>
                  <a:cubicBezTo>
                    <a:pt x="72757" y="13129"/>
                    <a:pt x="72878" y="13163"/>
                    <a:pt x="72986" y="13163"/>
                  </a:cubicBezTo>
                  <a:cubicBezTo>
                    <a:pt x="73045" y="13163"/>
                    <a:pt x="73100" y="13153"/>
                    <a:pt x="73133" y="13131"/>
                  </a:cubicBezTo>
                  <a:cubicBezTo>
                    <a:pt x="73224" y="13070"/>
                    <a:pt x="73315" y="13040"/>
                    <a:pt x="73437" y="13010"/>
                  </a:cubicBezTo>
                  <a:lnTo>
                    <a:pt x="73528" y="13010"/>
                  </a:lnTo>
                  <a:cubicBezTo>
                    <a:pt x="73538" y="13006"/>
                    <a:pt x="73547" y="13005"/>
                    <a:pt x="73556" y="13005"/>
                  </a:cubicBezTo>
                  <a:cubicBezTo>
                    <a:pt x="73632" y="13005"/>
                    <a:pt x="73680" y="13107"/>
                    <a:pt x="73680" y="13161"/>
                  </a:cubicBezTo>
                  <a:cubicBezTo>
                    <a:pt x="73680" y="13197"/>
                    <a:pt x="73774" y="13212"/>
                    <a:pt x="73852" y="13212"/>
                  </a:cubicBezTo>
                  <a:cubicBezTo>
                    <a:pt x="73907" y="13212"/>
                    <a:pt x="73953" y="13204"/>
                    <a:pt x="73953" y="13192"/>
                  </a:cubicBezTo>
                  <a:cubicBezTo>
                    <a:pt x="73923" y="13131"/>
                    <a:pt x="73923" y="13070"/>
                    <a:pt x="73953" y="13040"/>
                  </a:cubicBezTo>
                  <a:cubicBezTo>
                    <a:pt x="73965" y="13042"/>
                    <a:pt x="73976" y="13043"/>
                    <a:pt x="73985" y="13043"/>
                  </a:cubicBezTo>
                  <a:cubicBezTo>
                    <a:pt x="74097" y="13043"/>
                    <a:pt x="74049" y="12888"/>
                    <a:pt x="74105" y="12888"/>
                  </a:cubicBezTo>
                  <a:cubicBezTo>
                    <a:pt x="74197" y="12888"/>
                    <a:pt x="74288" y="12918"/>
                    <a:pt x="74379" y="12949"/>
                  </a:cubicBezTo>
                  <a:lnTo>
                    <a:pt x="74470" y="12979"/>
                  </a:lnTo>
                  <a:cubicBezTo>
                    <a:pt x="74531" y="12994"/>
                    <a:pt x="74584" y="13002"/>
                    <a:pt x="74637" y="13002"/>
                  </a:cubicBezTo>
                  <a:cubicBezTo>
                    <a:pt x="74691" y="13002"/>
                    <a:pt x="74744" y="12994"/>
                    <a:pt x="74805" y="12979"/>
                  </a:cubicBezTo>
                  <a:lnTo>
                    <a:pt x="74805" y="12918"/>
                  </a:lnTo>
                  <a:cubicBezTo>
                    <a:pt x="74805" y="12850"/>
                    <a:pt x="74839" y="12816"/>
                    <a:pt x="74894" y="12816"/>
                  </a:cubicBezTo>
                  <a:cubicBezTo>
                    <a:pt x="74913" y="12816"/>
                    <a:pt x="74934" y="12820"/>
                    <a:pt x="74957" y="12827"/>
                  </a:cubicBezTo>
                  <a:lnTo>
                    <a:pt x="74987" y="12827"/>
                  </a:lnTo>
                  <a:cubicBezTo>
                    <a:pt x="74957" y="12979"/>
                    <a:pt x="74865" y="13101"/>
                    <a:pt x="74744" y="13192"/>
                  </a:cubicBezTo>
                  <a:cubicBezTo>
                    <a:pt x="74683" y="13253"/>
                    <a:pt x="74653" y="13283"/>
                    <a:pt x="74592" y="13344"/>
                  </a:cubicBezTo>
                  <a:lnTo>
                    <a:pt x="74409" y="13344"/>
                  </a:lnTo>
                  <a:cubicBezTo>
                    <a:pt x="74399" y="13354"/>
                    <a:pt x="74389" y="13357"/>
                    <a:pt x="74379" y="13357"/>
                  </a:cubicBezTo>
                  <a:cubicBezTo>
                    <a:pt x="74359" y="13357"/>
                    <a:pt x="74338" y="13344"/>
                    <a:pt x="74318" y="13344"/>
                  </a:cubicBezTo>
                  <a:cubicBezTo>
                    <a:pt x="74300" y="13335"/>
                    <a:pt x="74283" y="13331"/>
                    <a:pt x="74265" y="13331"/>
                  </a:cubicBezTo>
                  <a:cubicBezTo>
                    <a:pt x="74222" y="13331"/>
                    <a:pt x="74179" y="13353"/>
                    <a:pt x="74136" y="13374"/>
                  </a:cubicBezTo>
                  <a:cubicBezTo>
                    <a:pt x="74130" y="13380"/>
                    <a:pt x="74123" y="13382"/>
                    <a:pt x="74114" y="13382"/>
                  </a:cubicBezTo>
                  <a:cubicBezTo>
                    <a:pt x="74073" y="13382"/>
                    <a:pt x="73998" y="13328"/>
                    <a:pt x="73923" y="13253"/>
                  </a:cubicBezTo>
                  <a:lnTo>
                    <a:pt x="73771" y="13344"/>
                  </a:lnTo>
                  <a:lnTo>
                    <a:pt x="73649" y="13465"/>
                  </a:lnTo>
                  <a:cubicBezTo>
                    <a:pt x="73528" y="13374"/>
                    <a:pt x="73376" y="13374"/>
                    <a:pt x="73254" y="13374"/>
                  </a:cubicBezTo>
                  <a:lnTo>
                    <a:pt x="73102" y="13374"/>
                  </a:lnTo>
                  <a:cubicBezTo>
                    <a:pt x="73042" y="13374"/>
                    <a:pt x="72950" y="13313"/>
                    <a:pt x="72920" y="13313"/>
                  </a:cubicBezTo>
                  <a:cubicBezTo>
                    <a:pt x="72859" y="13344"/>
                    <a:pt x="72829" y="13435"/>
                    <a:pt x="72798" y="13465"/>
                  </a:cubicBezTo>
                  <a:lnTo>
                    <a:pt x="72768" y="13496"/>
                  </a:lnTo>
                  <a:cubicBezTo>
                    <a:pt x="72707" y="13511"/>
                    <a:pt x="72654" y="13519"/>
                    <a:pt x="72601" y="13519"/>
                  </a:cubicBezTo>
                  <a:cubicBezTo>
                    <a:pt x="72548" y="13519"/>
                    <a:pt x="72494" y="13511"/>
                    <a:pt x="72434" y="13496"/>
                  </a:cubicBezTo>
                  <a:lnTo>
                    <a:pt x="72312" y="13496"/>
                  </a:lnTo>
                  <a:cubicBezTo>
                    <a:pt x="72282" y="13496"/>
                    <a:pt x="72251" y="13465"/>
                    <a:pt x="72251" y="13435"/>
                  </a:cubicBezTo>
                  <a:cubicBezTo>
                    <a:pt x="72251" y="13405"/>
                    <a:pt x="72251" y="13344"/>
                    <a:pt x="72282" y="13344"/>
                  </a:cubicBezTo>
                  <a:lnTo>
                    <a:pt x="72373" y="13283"/>
                  </a:lnTo>
                  <a:cubicBezTo>
                    <a:pt x="72464" y="13253"/>
                    <a:pt x="72525" y="13101"/>
                    <a:pt x="72434" y="13101"/>
                  </a:cubicBezTo>
                  <a:cubicBezTo>
                    <a:pt x="72373" y="13070"/>
                    <a:pt x="72555" y="12888"/>
                    <a:pt x="72616" y="12827"/>
                  </a:cubicBezTo>
                  <a:cubicBezTo>
                    <a:pt x="72648" y="12806"/>
                    <a:pt x="72684" y="12795"/>
                    <a:pt x="72720" y="12795"/>
                  </a:cubicBezTo>
                  <a:close/>
                  <a:moveTo>
                    <a:pt x="13702" y="13179"/>
                  </a:moveTo>
                  <a:cubicBezTo>
                    <a:pt x="13745" y="13179"/>
                    <a:pt x="13788" y="13201"/>
                    <a:pt x="13831" y="13222"/>
                  </a:cubicBezTo>
                  <a:cubicBezTo>
                    <a:pt x="13861" y="13283"/>
                    <a:pt x="13861" y="13344"/>
                    <a:pt x="13709" y="13344"/>
                  </a:cubicBezTo>
                  <a:cubicBezTo>
                    <a:pt x="13588" y="13374"/>
                    <a:pt x="13648" y="13465"/>
                    <a:pt x="13618" y="13526"/>
                  </a:cubicBezTo>
                  <a:lnTo>
                    <a:pt x="13588" y="13557"/>
                  </a:lnTo>
                  <a:cubicBezTo>
                    <a:pt x="13557" y="13557"/>
                    <a:pt x="13496" y="13557"/>
                    <a:pt x="13466" y="13526"/>
                  </a:cubicBezTo>
                  <a:cubicBezTo>
                    <a:pt x="13436" y="13496"/>
                    <a:pt x="13588" y="13313"/>
                    <a:pt x="13496" y="13313"/>
                  </a:cubicBezTo>
                  <a:cubicBezTo>
                    <a:pt x="13405" y="13313"/>
                    <a:pt x="13405" y="13283"/>
                    <a:pt x="13527" y="13222"/>
                  </a:cubicBezTo>
                  <a:lnTo>
                    <a:pt x="13648" y="13192"/>
                  </a:lnTo>
                  <a:cubicBezTo>
                    <a:pt x="13666" y="13183"/>
                    <a:pt x="13684" y="13179"/>
                    <a:pt x="13702" y="13179"/>
                  </a:cubicBezTo>
                  <a:close/>
                  <a:moveTo>
                    <a:pt x="17782" y="13040"/>
                  </a:moveTo>
                  <a:lnTo>
                    <a:pt x="17934" y="13101"/>
                  </a:lnTo>
                  <a:lnTo>
                    <a:pt x="18025" y="13101"/>
                  </a:lnTo>
                  <a:cubicBezTo>
                    <a:pt x="18117" y="13131"/>
                    <a:pt x="18086" y="13192"/>
                    <a:pt x="17995" y="13192"/>
                  </a:cubicBezTo>
                  <a:cubicBezTo>
                    <a:pt x="17873" y="13192"/>
                    <a:pt x="17721" y="13587"/>
                    <a:pt x="17691" y="13587"/>
                  </a:cubicBezTo>
                  <a:cubicBezTo>
                    <a:pt x="17682" y="13596"/>
                    <a:pt x="17668" y="13600"/>
                    <a:pt x="17652" y="13600"/>
                  </a:cubicBezTo>
                  <a:cubicBezTo>
                    <a:pt x="17612" y="13600"/>
                    <a:pt x="17561" y="13578"/>
                    <a:pt x="17539" y="13557"/>
                  </a:cubicBezTo>
                  <a:lnTo>
                    <a:pt x="17539" y="13526"/>
                  </a:lnTo>
                  <a:lnTo>
                    <a:pt x="17569" y="13405"/>
                  </a:lnTo>
                  <a:cubicBezTo>
                    <a:pt x="17630" y="13313"/>
                    <a:pt x="17721" y="13131"/>
                    <a:pt x="17782" y="13040"/>
                  </a:cubicBezTo>
                  <a:close/>
                  <a:moveTo>
                    <a:pt x="65534" y="13070"/>
                  </a:moveTo>
                  <a:cubicBezTo>
                    <a:pt x="65625" y="13101"/>
                    <a:pt x="65686" y="13131"/>
                    <a:pt x="65747" y="13161"/>
                  </a:cubicBezTo>
                  <a:cubicBezTo>
                    <a:pt x="65807" y="13192"/>
                    <a:pt x="65899" y="13313"/>
                    <a:pt x="65899" y="13344"/>
                  </a:cubicBezTo>
                  <a:cubicBezTo>
                    <a:pt x="65868" y="13374"/>
                    <a:pt x="65899" y="13435"/>
                    <a:pt x="65990" y="13435"/>
                  </a:cubicBezTo>
                  <a:lnTo>
                    <a:pt x="66020" y="13465"/>
                  </a:lnTo>
                  <a:cubicBezTo>
                    <a:pt x="66051" y="13465"/>
                    <a:pt x="66051" y="13557"/>
                    <a:pt x="66051" y="13557"/>
                  </a:cubicBezTo>
                  <a:cubicBezTo>
                    <a:pt x="66051" y="13587"/>
                    <a:pt x="65990" y="13587"/>
                    <a:pt x="65959" y="13587"/>
                  </a:cubicBezTo>
                  <a:lnTo>
                    <a:pt x="65868" y="13617"/>
                  </a:lnTo>
                  <a:cubicBezTo>
                    <a:pt x="65777" y="13617"/>
                    <a:pt x="65625" y="13587"/>
                    <a:pt x="65564" y="13557"/>
                  </a:cubicBezTo>
                  <a:lnTo>
                    <a:pt x="65503" y="13526"/>
                  </a:lnTo>
                  <a:cubicBezTo>
                    <a:pt x="65473" y="13496"/>
                    <a:pt x="65443" y="13435"/>
                    <a:pt x="65473" y="13374"/>
                  </a:cubicBezTo>
                  <a:lnTo>
                    <a:pt x="65503" y="13344"/>
                  </a:lnTo>
                  <a:cubicBezTo>
                    <a:pt x="65564" y="13313"/>
                    <a:pt x="65564" y="13253"/>
                    <a:pt x="65503" y="13253"/>
                  </a:cubicBezTo>
                  <a:lnTo>
                    <a:pt x="65473" y="13222"/>
                  </a:lnTo>
                  <a:cubicBezTo>
                    <a:pt x="65443" y="13192"/>
                    <a:pt x="65473" y="13131"/>
                    <a:pt x="65503" y="13101"/>
                  </a:cubicBezTo>
                  <a:lnTo>
                    <a:pt x="65534" y="13070"/>
                  </a:lnTo>
                  <a:close/>
                  <a:moveTo>
                    <a:pt x="37783" y="13313"/>
                  </a:moveTo>
                  <a:lnTo>
                    <a:pt x="37904" y="13374"/>
                  </a:lnTo>
                  <a:lnTo>
                    <a:pt x="38056" y="13496"/>
                  </a:lnTo>
                  <a:cubicBezTo>
                    <a:pt x="38080" y="13591"/>
                    <a:pt x="38011" y="13667"/>
                    <a:pt x="37936" y="13667"/>
                  </a:cubicBezTo>
                  <a:cubicBezTo>
                    <a:pt x="37915" y="13667"/>
                    <a:pt x="37894" y="13661"/>
                    <a:pt x="37874" y="13648"/>
                  </a:cubicBezTo>
                  <a:cubicBezTo>
                    <a:pt x="37847" y="13630"/>
                    <a:pt x="37820" y="13610"/>
                    <a:pt x="37794" y="13588"/>
                  </a:cubicBezTo>
                  <a:lnTo>
                    <a:pt x="37794" y="13588"/>
                  </a:lnTo>
                  <a:cubicBezTo>
                    <a:pt x="37813" y="13520"/>
                    <a:pt x="37810" y="13423"/>
                    <a:pt x="37783" y="13313"/>
                  </a:cubicBezTo>
                  <a:close/>
                  <a:moveTo>
                    <a:pt x="44253" y="13412"/>
                  </a:moveTo>
                  <a:cubicBezTo>
                    <a:pt x="44318" y="13412"/>
                    <a:pt x="44378" y="13420"/>
                    <a:pt x="44439" y="13435"/>
                  </a:cubicBezTo>
                  <a:lnTo>
                    <a:pt x="44652" y="13526"/>
                  </a:lnTo>
                  <a:cubicBezTo>
                    <a:pt x="44726" y="13477"/>
                    <a:pt x="44821" y="13427"/>
                    <a:pt x="44920" y="13427"/>
                  </a:cubicBezTo>
                  <a:cubicBezTo>
                    <a:pt x="44942" y="13427"/>
                    <a:pt x="44964" y="13429"/>
                    <a:pt x="44986" y="13435"/>
                  </a:cubicBezTo>
                  <a:cubicBezTo>
                    <a:pt x="45047" y="13465"/>
                    <a:pt x="44956" y="13587"/>
                    <a:pt x="44926" y="13617"/>
                  </a:cubicBezTo>
                  <a:cubicBezTo>
                    <a:pt x="44872" y="13653"/>
                    <a:pt x="44819" y="13668"/>
                    <a:pt x="44771" y="13668"/>
                  </a:cubicBezTo>
                  <a:cubicBezTo>
                    <a:pt x="44738" y="13668"/>
                    <a:pt x="44708" y="13660"/>
                    <a:pt x="44682" y="13648"/>
                  </a:cubicBezTo>
                  <a:cubicBezTo>
                    <a:pt x="44439" y="13648"/>
                    <a:pt x="44196" y="13617"/>
                    <a:pt x="43953" y="13587"/>
                  </a:cubicBezTo>
                  <a:cubicBezTo>
                    <a:pt x="43953" y="13526"/>
                    <a:pt x="43983" y="13465"/>
                    <a:pt x="44014" y="13435"/>
                  </a:cubicBezTo>
                  <a:lnTo>
                    <a:pt x="44044" y="13435"/>
                  </a:lnTo>
                  <a:cubicBezTo>
                    <a:pt x="44120" y="13420"/>
                    <a:pt x="44188" y="13412"/>
                    <a:pt x="44253" y="13412"/>
                  </a:cubicBezTo>
                  <a:close/>
                  <a:moveTo>
                    <a:pt x="63285" y="13344"/>
                  </a:moveTo>
                  <a:cubicBezTo>
                    <a:pt x="63437" y="13374"/>
                    <a:pt x="63528" y="13435"/>
                    <a:pt x="63528" y="13496"/>
                  </a:cubicBezTo>
                  <a:cubicBezTo>
                    <a:pt x="63505" y="13540"/>
                    <a:pt x="63418" y="13569"/>
                    <a:pt x="63361" y="13569"/>
                  </a:cubicBezTo>
                  <a:cubicBezTo>
                    <a:pt x="63340" y="13569"/>
                    <a:pt x="63323" y="13565"/>
                    <a:pt x="63315" y="13557"/>
                  </a:cubicBezTo>
                  <a:cubicBezTo>
                    <a:pt x="63293" y="13535"/>
                    <a:pt x="63226" y="13514"/>
                    <a:pt x="63157" y="13514"/>
                  </a:cubicBezTo>
                  <a:cubicBezTo>
                    <a:pt x="63128" y="13514"/>
                    <a:pt x="63098" y="13517"/>
                    <a:pt x="63072" y="13526"/>
                  </a:cubicBezTo>
                  <a:lnTo>
                    <a:pt x="62981" y="13557"/>
                  </a:lnTo>
                  <a:lnTo>
                    <a:pt x="62889" y="13617"/>
                  </a:lnTo>
                  <a:cubicBezTo>
                    <a:pt x="62851" y="13656"/>
                    <a:pt x="62813" y="13672"/>
                    <a:pt x="62777" y="13672"/>
                  </a:cubicBezTo>
                  <a:cubicBezTo>
                    <a:pt x="62727" y="13672"/>
                    <a:pt x="62682" y="13640"/>
                    <a:pt x="62646" y="13587"/>
                  </a:cubicBezTo>
                  <a:cubicBezTo>
                    <a:pt x="62616" y="13557"/>
                    <a:pt x="62555" y="13374"/>
                    <a:pt x="62616" y="13374"/>
                  </a:cubicBezTo>
                  <a:lnTo>
                    <a:pt x="62616" y="13374"/>
                  </a:lnTo>
                  <a:cubicBezTo>
                    <a:pt x="62628" y="13380"/>
                    <a:pt x="62656" y="13383"/>
                    <a:pt x="62694" y="13383"/>
                  </a:cubicBezTo>
                  <a:cubicBezTo>
                    <a:pt x="62847" y="13383"/>
                    <a:pt x="63163" y="13344"/>
                    <a:pt x="63285" y="13344"/>
                  </a:cubicBezTo>
                  <a:close/>
                  <a:moveTo>
                    <a:pt x="71431" y="12888"/>
                  </a:moveTo>
                  <a:cubicBezTo>
                    <a:pt x="71583" y="13070"/>
                    <a:pt x="71643" y="13222"/>
                    <a:pt x="71552" y="13222"/>
                  </a:cubicBezTo>
                  <a:cubicBezTo>
                    <a:pt x="71339" y="13283"/>
                    <a:pt x="71157" y="13344"/>
                    <a:pt x="70975" y="13435"/>
                  </a:cubicBezTo>
                  <a:cubicBezTo>
                    <a:pt x="70914" y="13496"/>
                    <a:pt x="70975" y="13526"/>
                    <a:pt x="71127" y="13526"/>
                  </a:cubicBezTo>
                  <a:lnTo>
                    <a:pt x="71218" y="13526"/>
                  </a:lnTo>
                  <a:cubicBezTo>
                    <a:pt x="71248" y="13557"/>
                    <a:pt x="71279" y="13587"/>
                    <a:pt x="71309" y="13617"/>
                  </a:cubicBezTo>
                  <a:cubicBezTo>
                    <a:pt x="71309" y="13648"/>
                    <a:pt x="71248" y="13678"/>
                    <a:pt x="71248" y="13678"/>
                  </a:cubicBezTo>
                  <a:lnTo>
                    <a:pt x="71066" y="13678"/>
                  </a:lnTo>
                  <a:cubicBezTo>
                    <a:pt x="70823" y="13648"/>
                    <a:pt x="70610" y="13526"/>
                    <a:pt x="70428" y="13374"/>
                  </a:cubicBezTo>
                  <a:cubicBezTo>
                    <a:pt x="70306" y="13283"/>
                    <a:pt x="70184" y="13192"/>
                    <a:pt x="70063" y="13161"/>
                  </a:cubicBezTo>
                  <a:cubicBezTo>
                    <a:pt x="69972" y="13161"/>
                    <a:pt x="69972" y="13101"/>
                    <a:pt x="70093" y="13070"/>
                  </a:cubicBezTo>
                  <a:lnTo>
                    <a:pt x="70124" y="13010"/>
                  </a:lnTo>
                  <a:cubicBezTo>
                    <a:pt x="70169" y="12979"/>
                    <a:pt x="70200" y="12964"/>
                    <a:pt x="70230" y="12964"/>
                  </a:cubicBezTo>
                  <a:cubicBezTo>
                    <a:pt x="70260" y="12964"/>
                    <a:pt x="70291" y="12979"/>
                    <a:pt x="70336" y="13010"/>
                  </a:cubicBezTo>
                  <a:lnTo>
                    <a:pt x="70367" y="13040"/>
                  </a:lnTo>
                  <a:lnTo>
                    <a:pt x="70853" y="12949"/>
                  </a:lnTo>
                  <a:lnTo>
                    <a:pt x="70975" y="13040"/>
                  </a:lnTo>
                  <a:cubicBezTo>
                    <a:pt x="71035" y="13070"/>
                    <a:pt x="71127" y="13101"/>
                    <a:pt x="71157" y="13101"/>
                  </a:cubicBezTo>
                  <a:lnTo>
                    <a:pt x="71431" y="12888"/>
                  </a:lnTo>
                  <a:close/>
                  <a:moveTo>
                    <a:pt x="17296" y="13010"/>
                  </a:moveTo>
                  <a:cubicBezTo>
                    <a:pt x="17296" y="13010"/>
                    <a:pt x="17326" y="13070"/>
                    <a:pt x="17326" y="13101"/>
                  </a:cubicBezTo>
                  <a:lnTo>
                    <a:pt x="17326" y="13131"/>
                  </a:lnTo>
                  <a:cubicBezTo>
                    <a:pt x="17296" y="13313"/>
                    <a:pt x="17448" y="13526"/>
                    <a:pt x="17113" y="13648"/>
                  </a:cubicBezTo>
                  <a:lnTo>
                    <a:pt x="17083" y="13678"/>
                  </a:lnTo>
                  <a:cubicBezTo>
                    <a:pt x="17047" y="13714"/>
                    <a:pt x="17026" y="13726"/>
                    <a:pt x="17012" y="13726"/>
                  </a:cubicBezTo>
                  <a:cubicBezTo>
                    <a:pt x="16992" y="13726"/>
                    <a:pt x="16992" y="13697"/>
                    <a:pt x="16992" y="13678"/>
                  </a:cubicBezTo>
                  <a:cubicBezTo>
                    <a:pt x="17022" y="13648"/>
                    <a:pt x="17113" y="13405"/>
                    <a:pt x="17113" y="13344"/>
                  </a:cubicBezTo>
                  <a:cubicBezTo>
                    <a:pt x="17113" y="13253"/>
                    <a:pt x="17144" y="13161"/>
                    <a:pt x="17174" y="13070"/>
                  </a:cubicBezTo>
                  <a:cubicBezTo>
                    <a:pt x="17205" y="13040"/>
                    <a:pt x="17235" y="13010"/>
                    <a:pt x="17296" y="13010"/>
                  </a:cubicBezTo>
                  <a:close/>
                  <a:moveTo>
                    <a:pt x="64288" y="13131"/>
                  </a:moveTo>
                  <a:cubicBezTo>
                    <a:pt x="64318" y="13161"/>
                    <a:pt x="64348" y="13222"/>
                    <a:pt x="64379" y="13283"/>
                  </a:cubicBezTo>
                  <a:lnTo>
                    <a:pt x="64652" y="13283"/>
                  </a:lnTo>
                  <a:lnTo>
                    <a:pt x="64713" y="13253"/>
                  </a:lnTo>
                  <a:cubicBezTo>
                    <a:pt x="64763" y="13202"/>
                    <a:pt x="64823" y="13180"/>
                    <a:pt x="64881" y="13180"/>
                  </a:cubicBezTo>
                  <a:cubicBezTo>
                    <a:pt x="64929" y="13180"/>
                    <a:pt x="64976" y="13195"/>
                    <a:pt x="65017" y="13222"/>
                  </a:cubicBezTo>
                  <a:lnTo>
                    <a:pt x="65139" y="13283"/>
                  </a:lnTo>
                  <a:cubicBezTo>
                    <a:pt x="65017" y="13435"/>
                    <a:pt x="64865" y="13587"/>
                    <a:pt x="64713" y="13709"/>
                  </a:cubicBezTo>
                  <a:cubicBezTo>
                    <a:pt x="64662" y="13747"/>
                    <a:pt x="64622" y="13764"/>
                    <a:pt x="64592" y="13764"/>
                  </a:cubicBezTo>
                  <a:cubicBezTo>
                    <a:pt x="64551" y="13764"/>
                    <a:pt x="64531" y="13731"/>
                    <a:pt x="64531" y="13678"/>
                  </a:cubicBezTo>
                  <a:cubicBezTo>
                    <a:pt x="64531" y="13577"/>
                    <a:pt x="64300" y="13413"/>
                    <a:pt x="64187" y="13413"/>
                  </a:cubicBezTo>
                  <a:cubicBezTo>
                    <a:pt x="64164" y="13413"/>
                    <a:pt x="64146" y="13420"/>
                    <a:pt x="64136" y="13435"/>
                  </a:cubicBezTo>
                  <a:cubicBezTo>
                    <a:pt x="64117" y="13464"/>
                    <a:pt x="64100" y="13486"/>
                    <a:pt x="64088" y="13503"/>
                  </a:cubicBezTo>
                  <a:lnTo>
                    <a:pt x="64088" y="13503"/>
                  </a:lnTo>
                  <a:cubicBezTo>
                    <a:pt x="64114" y="13458"/>
                    <a:pt x="64166" y="13360"/>
                    <a:pt x="64166" y="13313"/>
                  </a:cubicBezTo>
                  <a:cubicBezTo>
                    <a:pt x="64136" y="13253"/>
                    <a:pt x="64136" y="13192"/>
                    <a:pt x="64136" y="13131"/>
                  </a:cubicBezTo>
                  <a:close/>
                  <a:moveTo>
                    <a:pt x="37313" y="13518"/>
                  </a:moveTo>
                  <a:cubicBezTo>
                    <a:pt x="37337" y="13518"/>
                    <a:pt x="37357" y="13562"/>
                    <a:pt x="37357" y="13587"/>
                  </a:cubicBezTo>
                  <a:cubicBezTo>
                    <a:pt x="37357" y="13617"/>
                    <a:pt x="37205" y="13678"/>
                    <a:pt x="37023" y="13709"/>
                  </a:cubicBezTo>
                  <a:lnTo>
                    <a:pt x="36871" y="13739"/>
                  </a:lnTo>
                  <a:lnTo>
                    <a:pt x="36719" y="13739"/>
                  </a:lnTo>
                  <a:cubicBezTo>
                    <a:pt x="36567" y="13739"/>
                    <a:pt x="36384" y="13769"/>
                    <a:pt x="36324" y="13769"/>
                  </a:cubicBezTo>
                  <a:lnTo>
                    <a:pt x="36202" y="13769"/>
                  </a:lnTo>
                  <a:cubicBezTo>
                    <a:pt x="36172" y="13739"/>
                    <a:pt x="36202" y="13678"/>
                    <a:pt x="36232" y="13648"/>
                  </a:cubicBezTo>
                  <a:cubicBezTo>
                    <a:pt x="36253" y="13648"/>
                    <a:pt x="36340" y="13675"/>
                    <a:pt x="36406" y="13675"/>
                  </a:cubicBezTo>
                  <a:cubicBezTo>
                    <a:pt x="36438" y="13675"/>
                    <a:pt x="36465" y="13668"/>
                    <a:pt x="36476" y="13648"/>
                  </a:cubicBezTo>
                  <a:cubicBezTo>
                    <a:pt x="36476" y="13587"/>
                    <a:pt x="36810" y="13587"/>
                    <a:pt x="36901" y="13587"/>
                  </a:cubicBezTo>
                  <a:lnTo>
                    <a:pt x="37235" y="13587"/>
                  </a:lnTo>
                  <a:lnTo>
                    <a:pt x="37266" y="13557"/>
                  </a:lnTo>
                  <a:lnTo>
                    <a:pt x="37296" y="13526"/>
                  </a:lnTo>
                  <a:cubicBezTo>
                    <a:pt x="37302" y="13520"/>
                    <a:pt x="37308" y="13518"/>
                    <a:pt x="37313" y="13518"/>
                  </a:cubicBezTo>
                  <a:close/>
                  <a:moveTo>
                    <a:pt x="45716" y="13405"/>
                  </a:moveTo>
                  <a:cubicBezTo>
                    <a:pt x="45868" y="13435"/>
                    <a:pt x="45929" y="13709"/>
                    <a:pt x="45807" y="13739"/>
                  </a:cubicBezTo>
                  <a:cubicBezTo>
                    <a:pt x="45761" y="13769"/>
                    <a:pt x="45708" y="13785"/>
                    <a:pt x="45655" y="13785"/>
                  </a:cubicBezTo>
                  <a:cubicBezTo>
                    <a:pt x="45602" y="13785"/>
                    <a:pt x="45549" y="13769"/>
                    <a:pt x="45503" y="13739"/>
                  </a:cubicBezTo>
                  <a:cubicBezTo>
                    <a:pt x="45412" y="13709"/>
                    <a:pt x="45290" y="13526"/>
                    <a:pt x="45442" y="13405"/>
                  </a:cubicBezTo>
                  <a:close/>
                  <a:moveTo>
                    <a:pt x="54895" y="13283"/>
                  </a:moveTo>
                  <a:cubicBezTo>
                    <a:pt x="54926" y="13313"/>
                    <a:pt x="54895" y="13374"/>
                    <a:pt x="54895" y="13405"/>
                  </a:cubicBezTo>
                  <a:cubicBezTo>
                    <a:pt x="54865" y="13435"/>
                    <a:pt x="54895" y="13496"/>
                    <a:pt x="54987" y="13526"/>
                  </a:cubicBezTo>
                  <a:lnTo>
                    <a:pt x="55078" y="13587"/>
                  </a:lnTo>
                  <a:cubicBezTo>
                    <a:pt x="55108" y="13617"/>
                    <a:pt x="55230" y="13709"/>
                    <a:pt x="55108" y="13769"/>
                  </a:cubicBezTo>
                  <a:lnTo>
                    <a:pt x="55017" y="13830"/>
                  </a:lnTo>
                  <a:cubicBezTo>
                    <a:pt x="54956" y="13769"/>
                    <a:pt x="54895" y="13678"/>
                    <a:pt x="54835" y="13587"/>
                  </a:cubicBezTo>
                  <a:lnTo>
                    <a:pt x="54804" y="13526"/>
                  </a:lnTo>
                  <a:cubicBezTo>
                    <a:pt x="54652" y="13405"/>
                    <a:pt x="54652" y="13344"/>
                    <a:pt x="54865" y="13283"/>
                  </a:cubicBezTo>
                  <a:close/>
                  <a:moveTo>
                    <a:pt x="68634" y="12979"/>
                  </a:moveTo>
                  <a:cubicBezTo>
                    <a:pt x="69090" y="13040"/>
                    <a:pt x="69516" y="13070"/>
                    <a:pt x="69546" y="13070"/>
                  </a:cubicBezTo>
                  <a:lnTo>
                    <a:pt x="69576" y="13070"/>
                  </a:lnTo>
                  <a:cubicBezTo>
                    <a:pt x="69615" y="13045"/>
                    <a:pt x="69648" y="13035"/>
                    <a:pt x="69678" y="13035"/>
                  </a:cubicBezTo>
                  <a:cubicBezTo>
                    <a:pt x="69719" y="13035"/>
                    <a:pt x="69754" y="13053"/>
                    <a:pt x="69789" y="13070"/>
                  </a:cubicBezTo>
                  <a:cubicBezTo>
                    <a:pt x="69941" y="13131"/>
                    <a:pt x="69728" y="13222"/>
                    <a:pt x="69789" y="13253"/>
                  </a:cubicBezTo>
                  <a:lnTo>
                    <a:pt x="69850" y="13313"/>
                  </a:lnTo>
                  <a:cubicBezTo>
                    <a:pt x="69911" y="13374"/>
                    <a:pt x="69880" y="13435"/>
                    <a:pt x="69820" y="13435"/>
                  </a:cubicBezTo>
                  <a:lnTo>
                    <a:pt x="69850" y="13435"/>
                  </a:lnTo>
                  <a:cubicBezTo>
                    <a:pt x="69759" y="13435"/>
                    <a:pt x="69759" y="13769"/>
                    <a:pt x="69728" y="13830"/>
                  </a:cubicBezTo>
                  <a:cubicBezTo>
                    <a:pt x="69724" y="13834"/>
                    <a:pt x="69717" y="13836"/>
                    <a:pt x="69707" y="13836"/>
                  </a:cubicBezTo>
                  <a:cubicBezTo>
                    <a:pt x="69643" y="13836"/>
                    <a:pt x="69461" y="13753"/>
                    <a:pt x="69303" y="13648"/>
                  </a:cubicBezTo>
                  <a:lnTo>
                    <a:pt x="69121" y="13496"/>
                  </a:lnTo>
                  <a:lnTo>
                    <a:pt x="68969" y="13374"/>
                  </a:lnTo>
                  <a:cubicBezTo>
                    <a:pt x="68896" y="13287"/>
                    <a:pt x="68830" y="13249"/>
                    <a:pt x="68782" y="13249"/>
                  </a:cubicBezTo>
                  <a:cubicBezTo>
                    <a:pt x="68728" y="13249"/>
                    <a:pt x="68695" y="13295"/>
                    <a:pt x="68695" y="13374"/>
                  </a:cubicBezTo>
                  <a:lnTo>
                    <a:pt x="68421" y="13344"/>
                  </a:lnTo>
                  <a:lnTo>
                    <a:pt x="68391" y="13344"/>
                  </a:lnTo>
                  <a:cubicBezTo>
                    <a:pt x="68269" y="13405"/>
                    <a:pt x="68117" y="13465"/>
                    <a:pt x="67965" y="13526"/>
                  </a:cubicBezTo>
                  <a:lnTo>
                    <a:pt x="67874" y="13496"/>
                  </a:lnTo>
                  <a:lnTo>
                    <a:pt x="67783" y="13465"/>
                  </a:lnTo>
                  <a:cubicBezTo>
                    <a:pt x="67662" y="13435"/>
                    <a:pt x="67540" y="13435"/>
                    <a:pt x="67418" y="13405"/>
                  </a:cubicBezTo>
                  <a:lnTo>
                    <a:pt x="67236" y="13405"/>
                  </a:lnTo>
                  <a:cubicBezTo>
                    <a:pt x="67212" y="13419"/>
                    <a:pt x="67193" y="13425"/>
                    <a:pt x="67178" y="13425"/>
                  </a:cubicBezTo>
                  <a:cubicBezTo>
                    <a:pt x="67094" y="13425"/>
                    <a:pt x="67124" y="13243"/>
                    <a:pt x="67175" y="13192"/>
                  </a:cubicBezTo>
                  <a:cubicBezTo>
                    <a:pt x="67188" y="13166"/>
                    <a:pt x="67223" y="13157"/>
                    <a:pt x="67261" y="13157"/>
                  </a:cubicBezTo>
                  <a:cubicBezTo>
                    <a:pt x="67312" y="13157"/>
                    <a:pt x="67370" y="13174"/>
                    <a:pt x="67388" y="13192"/>
                  </a:cubicBezTo>
                  <a:cubicBezTo>
                    <a:pt x="67391" y="13195"/>
                    <a:pt x="67396" y="13197"/>
                    <a:pt x="67403" y="13197"/>
                  </a:cubicBezTo>
                  <a:cubicBezTo>
                    <a:pt x="67456" y="13197"/>
                    <a:pt x="67607" y="13094"/>
                    <a:pt x="67662" y="13040"/>
                  </a:cubicBezTo>
                  <a:cubicBezTo>
                    <a:pt x="67677" y="13032"/>
                    <a:pt x="67698" y="13028"/>
                    <a:pt x="67723" y="13028"/>
                  </a:cubicBezTo>
                  <a:cubicBezTo>
                    <a:pt x="67798" y="13028"/>
                    <a:pt x="67912" y="13063"/>
                    <a:pt x="68026" y="13131"/>
                  </a:cubicBezTo>
                  <a:lnTo>
                    <a:pt x="68209" y="13101"/>
                  </a:lnTo>
                  <a:lnTo>
                    <a:pt x="68634" y="12979"/>
                  </a:lnTo>
                  <a:close/>
                  <a:moveTo>
                    <a:pt x="42737" y="13526"/>
                  </a:moveTo>
                  <a:cubicBezTo>
                    <a:pt x="42798" y="13526"/>
                    <a:pt x="43011" y="13709"/>
                    <a:pt x="43011" y="13769"/>
                  </a:cubicBezTo>
                  <a:cubicBezTo>
                    <a:pt x="43011" y="13830"/>
                    <a:pt x="42919" y="13861"/>
                    <a:pt x="42798" y="13861"/>
                  </a:cubicBezTo>
                  <a:lnTo>
                    <a:pt x="42737" y="13830"/>
                  </a:lnTo>
                  <a:lnTo>
                    <a:pt x="42646" y="13769"/>
                  </a:lnTo>
                  <a:cubicBezTo>
                    <a:pt x="42615" y="13648"/>
                    <a:pt x="42646" y="13557"/>
                    <a:pt x="42737" y="13557"/>
                  </a:cubicBezTo>
                  <a:lnTo>
                    <a:pt x="42737" y="13526"/>
                  </a:lnTo>
                  <a:close/>
                  <a:moveTo>
                    <a:pt x="43658" y="13514"/>
                  </a:moveTo>
                  <a:cubicBezTo>
                    <a:pt x="43728" y="13514"/>
                    <a:pt x="43771" y="13529"/>
                    <a:pt x="43771" y="13557"/>
                  </a:cubicBezTo>
                  <a:lnTo>
                    <a:pt x="43771" y="13678"/>
                  </a:lnTo>
                  <a:cubicBezTo>
                    <a:pt x="43771" y="13769"/>
                    <a:pt x="43710" y="13830"/>
                    <a:pt x="43649" y="13861"/>
                  </a:cubicBezTo>
                  <a:lnTo>
                    <a:pt x="43619" y="13861"/>
                  </a:lnTo>
                  <a:cubicBezTo>
                    <a:pt x="43193" y="13769"/>
                    <a:pt x="43102" y="13709"/>
                    <a:pt x="43163" y="13678"/>
                  </a:cubicBezTo>
                  <a:lnTo>
                    <a:pt x="43315" y="13587"/>
                  </a:lnTo>
                  <a:cubicBezTo>
                    <a:pt x="43448" y="13537"/>
                    <a:pt x="43573" y="13514"/>
                    <a:pt x="43658" y="13514"/>
                  </a:cubicBezTo>
                  <a:close/>
                  <a:moveTo>
                    <a:pt x="23894" y="13214"/>
                  </a:moveTo>
                  <a:cubicBezTo>
                    <a:pt x="23911" y="13214"/>
                    <a:pt x="23930" y="13217"/>
                    <a:pt x="23953" y="13222"/>
                  </a:cubicBezTo>
                  <a:cubicBezTo>
                    <a:pt x="23983" y="13222"/>
                    <a:pt x="24013" y="13313"/>
                    <a:pt x="24013" y="13344"/>
                  </a:cubicBezTo>
                  <a:cubicBezTo>
                    <a:pt x="24013" y="13344"/>
                    <a:pt x="23922" y="13374"/>
                    <a:pt x="23922" y="13405"/>
                  </a:cubicBezTo>
                  <a:lnTo>
                    <a:pt x="23892" y="13496"/>
                  </a:lnTo>
                  <a:cubicBezTo>
                    <a:pt x="24044" y="13557"/>
                    <a:pt x="24135" y="13648"/>
                    <a:pt x="24044" y="13678"/>
                  </a:cubicBezTo>
                  <a:lnTo>
                    <a:pt x="23953" y="13678"/>
                  </a:lnTo>
                  <a:cubicBezTo>
                    <a:pt x="23892" y="13678"/>
                    <a:pt x="23801" y="13557"/>
                    <a:pt x="23801" y="13526"/>
                  </a:cubicBezTo>
                  <a:cubicBezTo>
                    <a:pt x="23770" y="13465"/>
                    <a:pt x="23770" y="13435"/>
                    <a:pt x="23740" y="13435"/>
                  </a:cubicBezTo>
                  <a:cubicBezTo>
                    <a:pt x="23709" y="13557"/>
                    <a:pt x="23709" y="13678"/>
                    <a:pt x="23709" y="13800"/>
                  </a:cubicBezTo>
                  <a:cubicBezTo>
                    <a:pt x="23709" y="13861"/>
                    <a:pt x="23664" y="13876"/>
                    <a:pt x="23607" y="13876"/>
                  </a:cubicBezTo>
                  <a:cubicBezTo>
                    <a:pt x="23550" y="13876"/>
                    <a:pt x="23481" y="13861"/>
                    <a:pt x="23436" y="13861"/>
                  </a:cubicBezTo>
                  <a:cubicBezTo>
                    <a:pt x="23345" y="13861"/>
                    <a:pt x="23405" y="13800"/>
                    <a:pt x="23618" y="13769"/>
                  </a:cubicBezTo>
                  <a:lnTo>
                    <a:pt x="23466" y="13648"/>
                  </a:lnTo>
                  <a:cubicBezTo>
                    <a:pt x="23375" y="13557"/>
                    <a:pt x="23497" y="13496"/>
                    <a:pt x="23466" y="13435"/>
                  </a:cubicBezTo>
                  <a:lnTo>
                    <a:pt x="23375" y="13283"/>
                  </a:lnTo>
                  <a:cubicBezTo>
                    <a:pt x="23421" y="13237"/>
                    <a:pt x="23474" y="13215"/>
                    <a:pt x="23527" y="13215"/>
                  </a:cubicBezTo>
                  <a:cubicBezTo>
                    <a:pt x="23580" y="13215"/>
                    <a:pt x="23633" y="13237"/>
                    <a:pt x="23679" y="13283"/>
                  </a:cubicBezTo>
                  <a:cubicBezTo>
                    <a:pt x="23700" y="13305"/>
                    <a:pt x="23737" y="13326"/>
                    <a:pt x="23768" y="13326"/>
                  </a:cubicBezTo>
                  <a:cubicBezTo>
                    <a:pt x="23780" y="13326"/>
                    <a:pt x="23792" y="13322"/>
                    <a:pt x="23801" y="13313"/>
                  </a:cubicBezTo>
                  <a:cubicBezTo>
                    <a:pt x="23801" y="13264"/>
                    <a:pt x="23821" y="13214"/>
                    <a:pt x="23894" y="13214"/>
                  </a:cubicBezTo>
                  <a:close/>
                  <a:moveTo>
                    <a:pt x="11458" y="13515"/>
                  </a:moveTo>
                  <a:cubicBezTo>
                    <a:pt x="11477" y="13515"/>
                    <a:pt x="11498" y="13519"/>
                    <a:pt x="11521" y="13526"/>
                  </a:cubicBezTo>
                  <a:cubicBezTo>
                    <a:pt x="11551" y="13526"/>
                    <a:pt x="11551" y="13557"/>
                    <a:pt x="11551" y="13617"/>
                  </a:cubicBezTo>
                  <a:cubicBezTo>
                    <a:pt x="11581" y="13709"/>
                    <a:pt x="11581" y="13769"/>
                    <a:pt x="11460" y="13769"/>
                  </a:cubicBezTo>
                  <a:cubicBezTo>
                    <a:pt x="11369" y="13800"/>
                    <a:pt x="11308" y="13830"/>
                    <a:pt x="11247" y="13861"/>
                  </a:cubicBezTo>
                  <a:lnTo>
                    <a:pt x="11126" y="13891"/>
                  </a:lnTo>
                  <a:cubicBezTo>
                    <a:pt x="11106" y="13894"/>
                    <a:pt x="11089" y="13896"/>
                    <a:pt x="11072" y="13896"/>
                  </a:cubicBezTo>
                  <a:cubicBezTo>
                    <a:pt x="10932" y="13896"/>
                    <a:pt x="10889" y="13784"/>
                    <a:pt x="10943" y="13648"/>
                  </a:cubicBezTo>
                  <a:lnTo>
                    <a:pt x="10943" y="13648"/>
                  </a:lnTo>
                  <a:lnTo>
                    <a:pt x="11186" y="13678"/>
                  </a:lnTo>
                  <a:cubicBezTo>
                    <a:pt x="11247" y="13678"/>
                    <a:pt x="11308" y="13678"/>
                    <a:pt x="11369" y="13617"/>
                  </a:cubicBezTo>
                  <a:cubicBezTo>
                    <a:pt x="11369" y="13549"/>
                    <a:pt x="11403" y="13515"/>
                    <a:pt x="11458" y="13515"/>
                  </a:cubicBezTo>
                  <a:close/>
                  <a:moveTo>
                    <a:pt x="55716" y="13587"/>
                  </a:moveTo>
                  <a:lnTo>
                    <a:pt x="55959" y="13648"/>
                  </a:lnTo>
                  <a:cubicBezTo>
                    <a:pt x="55971" y="13654"/>
                    <a:pt x="55985" y="13656"/>
                    <a:pt x="55999" y="13656"/>
                  </a:cubicBezTo>
                  <a:cubicBezTo>
                    <a:pt x="56056" y="13656"/>
                    <a:pt x="56129" y="13617"/>
                    <a:pt x="56202" y="13617"/>
                  </a:cubicBezTo>
                  <a:lnTo>
                    <a:pt x="56294" y="13617"/>
                  </a:lnTo>
                  <a:cubicBezTo>
                    <a:pt x="56334" y="13617"/>
                    <a:pt x="56442" y="13604"/>
                    <a:pt x="56528" y="13604"/>
                  </a:cubicBezTo>
                  <a:cubicBezTo>
                    <a:pt x="56570" y="13604"/>
                    <a:pt x="56608" y="13607"/>
                    <a:pt x="56628" y="13617"/>
                  </a:cubicBezTo>
                  <a:cubicBezTo>
                    <a:pt x="56658" y="13648"/>
                    <a:pt x="56871" y="13800"/>
                    <a:pt x="56810" y="13830"/>
                  </a:cubicBezTo>
                  <a:cubicBezTo>
                    <a:pt x="56802" y="13847"/>
                    <a:pt x="56789" y="13855"/>
                    <a:pt x="56772" y="13855"/>
                  </a:cubicBezTo>
                  <a:cubicBezTo>
                    <a:pt x="56729" y="13855"/>
                    <a:pt x="56663" y="13805"/>
                    <a:pt x="56598" y="13739"/>
                  </a:cubicBezTo>
                  <a:lnTo>
                    <a:pt x="56385" y="13861"/>
                  </a:lnTo>
                  <a:lnTo>
                    <a:pt x="56202" y="13921"/>
                  </a:lnTo>
                  <a:cubicBezTo>
                    <a:pt x="55868" y="13891"/>
                    <a:pt x="55655" y="13739"/>
                    <a:pt x="55716" y="13587"/>
                  </a:cubicBezTo>
                  <a:close/>
                  <a:moveTo>
                    <a:pt x="57848" y="13412"/>
                  </a:moveTo>
                  <a:cubicBezTo>
                    <a:pt x="57905" y="13412"/>
                    <a:pt x="57965" y="13420"/>
                    <a:pt x="57996" y="13435"/>
                  </a:cubicBezTo>
                  <a:cubicBezTo>
                    <a:pt x="58087" y="13465"/>
                    <a:pt x="58208" y="13496"/>
                    <a:pt x="58300" y="13496"/>
                  </a:cubicBezTo>
                  <a:cubicBezTo>
                    <a:pt x="58349" y="13471"/>
                    <a:pt x="58537" y="13427"/>
                    <a:pt x="58640" y="13427"/>
                  </a:cubicBezTo>
                  <a:cubicBezTo>
                    <a:pt x="58664" y="13427"/>
                    <a:pt x="58683" y="13429"/>
                    <a:pt x="58695" y="13435"/>
                  </a:cubicBezTo>
                  <a:cubicBezTo>
                    <a:pt x="58725" y="13496"/>
                    <a:pt x="58512" y="13617"/>
                    <a:pt x="58208" y="13739"/>
                  </a:cubicBezTo>
                  <a:lnTo>
                    <a:pt x="58056" y="13617"/>
                  </a:lnTo>
                  <a:lnTo>
                    <a:pt x="58026" y="13617"/>
                  </a:lnTo>
                  <a:cubicBezTo>
                    <a:pt x="58026" y="13596"/>
                    <a:pt x="57996" y="13574"/>
                    <a:pt x="57946" y="13574"/>
                  </a:cubicBezTo>
                  <a:cubicBezTo>
                    <a:pt x="57925" y="13574"/>
                    <a:pt x="57901" y="13578"/>
                    <a:pt x="57874" y="13587"/>
                  </a:cubicBezTo>
                  <a:cubicBezTo>
                    <a:pt x="57753" y="13678"/>
                    <a:pt x="57661" y="13800"/>
                    <a:pt x="57601" y="13921"/>
                  </a:cubicBezTo>
                  <a:lnTo>
                    <a:pt x="57479" y="13921"/>
                  </a:lnTo>
                  <a:cubicBezTo>
                    <a:pt x="57418" y="13921"/>
                    <a:pt x="57388" y="13830"/>
                    <a:pt x="57388" y="13769"/>
                  </a:cubicBezTo>
                  <a:cubicBezTo>
                    <a:pt x="57418" y="13739"/>
                    <a:pt x="57236" y="13739"/>
                    <a:pt x="57175" y="13739"/>
                  </a:cubicBezTo>
                  <a:cubicBezTo>
                    <a:pt x="57114" y="13739"/>
                    <a:pt x="57053" y="13709"/>
                    <a:pt x="57053" y="13709"/>
                  </a:cubicBezTo>
                  <a:cubicBezTo>
                    <a:pt x="57114" y="13648"/>
                    <a:pt x="57175" y="13557"/>
                    <a:pt x="57266" y="13496"/>
                  </a:cubicBezTo>
                  <a:cubicBezTo>
                    <a:pt x="57278" y="13490"/>
                    <a:pt x="57293" y="13488"/>
                    <a:pt x="57310" y="13488"/>
                  </a:cubicBezTo>
                  <a:cubicBezTo>
                    <a:pt x="57382" y="13488"/>
                    <a:pt x="57491" y="13532"/>
                    <a:pt x="57540" y="13557"/>
                  </a:cubicBezTo>
                  <a:cubicBezTo>
                    <a:pt x="57544" y="13561"/>
                    <a:pt x="57550" y="13563"/>
                    <a:pt x="57557" y="13563"/>
                  </a:cubicBezTo>
                  <a:cubicBezTo>
                    <a:pt x="57602" y="13563"/>
                    <a:pt x="57696" y="13488"/>
                    <a:pt x="57722" y="13435"/>
                  </a:cubicBezTo>
                  <a:cubicBezTo>
                    <a:pt x="57737" y="13420"/>
                    <a:pt x="57791" y="13412"/>
                    <a:pt x="57848" y="13412"/>
                  </a:cubicBezTo>
                  <a:close/>
                  <a:moveTo>
                    <a:pt x="59819" y="13526"/>
                  </a:moveTo>
                  <a:cubicBezTo>
                    <a:pt x="59880" y="13526"/>
                    <a:pt x="60063" y="13617"/>
                    <a:pt x="60032" y="13617"/>
                  </a:cubicBezTo>
                  <a:cubicBezTo>
                    <a:pt x="60032" y="13648"/>
                    <a:pt x="60063" y="13678"/>
                    <a:pt x="60154" y="13678"/>
                  </a:cubicBezTo>
                  <a:lnTo>
                    <a:pt x="60215" y="13739"/>
                  </a:lnTo>
                  <a:cubicBezTo>
                    <a:pt x="60275" y="13800"/>
                    <a:pt x="60519" y="13769"/>
                    <a:pt x="60397" y="13891"/>
                  </a:cubicBezTo>
                  <a:cubicBezTo>
                    <a:pt x="60336" y="13921"/>
                    <a:pt x="60275" y="13937"/>
                    <a:pt x="60215" y="13937"/>
                  </a:cubicBezTo>
                  <a:cubicBezTo>
                    <a:pt x="60154" y="13937"/>
                    <a:pt x="60093" y="13921"/>
                    <a:pt x="60032" y="13891"/>
                  </a:cubicBezTo>
                  <a:lnTo>
                    <a:pt x="59911" y="13800"/>
                  </a:lnTo>
                  <a:cubicBezTo>
                    <a:pt x="59759" y="13648"/>
                    <a:pt x="59728" y="13526"/>
                    <a:pt x="59819" y="13526"/>
                  </a:cubicBezTo>
                  <a:close/>
                  <a:moveTo>
                    <a:pt x="41743" y="13044"/>
                  </a:moveTo>
                  <a:cubicBezTo>
                    <a:pt x="41801" y="13044"/>
                    <a:pt x="41865" y="13080"/>
                    <a:pt x="41886" y="13101"/>
                  </a:cubicBezTo>
                  <a:cubicBezTo>
                    <a:pt x="41916" y="13131"/>
                    <a:pt x="41856" y="13253"/>
                    <a:pt x="41795" y="13313"/>
                  </a:cubicBezTo>
                  <a:cubicBezTo>
                    <a:pt x="41734" y="13344"/>
                    <a:pt x="41795" y="13435"/>
                    <a:pt x="41886" y="13496"/>
                  </a:cubicBezTo>
                  <a:lnTo>
                    <a:pt x="42068" y="13496"/>
                  </a:lnTo>
                  <a:cubicBezTo>
                    <a:pt x="42099" y="13481"/>
                    <a:pt x="42152" y="13473"/>
                    <a:pt x="42198" y="13473"/>
                  </a:cubicBezTo>
                  <a:cubicBezTo>
                    <a:pt x="42243" y="13473"/>
                    <a:pt x="42281" y="13481"/>
                    <a:pt x="42281" y="13496"/>
                  </a:cubicBezTo>
                  <a:lnTo>
                    <a:pt x="42342" y="13587"/>
                  </a:lnTo>
                  <a:cubicBezTo>
                    <a:pt x="42433" y="13617"/>
                    <a:pt x="42433" y="13678"/>
                    <a:pt x="42342" y="13678"/>
                  </a:cubicBezTo>
                  <a:lnTo>
                    <a:pt x="42160" y="13678"/>
                  </a:lnTo>
                  <a:cubicBezTo>
                    <a:pt x="42068" y="13709"/>
                    <a:pt x="42008" y="13830"/>
                    <a:pt x="42038" y="13921"/>
                  </a:cubicBezTo>
                  <a:lnTo>
                    <a:pt x="41886" y="13921"/>
                  </a:lnTo>
                  <a:cubicBezTo>
                    <a:pt x="41734" y="13921"/>
                    <a:pt x="41825" y="13800"/>
                    <a:pt x="41795" y="13739"/>
                  </a:cubicBezTo>
                  <a:cubicBezTo>
                    <a:pt x="41704" y="13709"/>
                    <a:pt x="41612" y="13678"/>
                    <a:pt x="41521" y="13678"/>
                  </a:cubicBezTo>
                  <a:cubicBezTo>
                    <a:pt x="41460" y="13678"/>
                    <a:pt x="41400" y="13709"/>
                    <a:pt x="41400" y="13739"/>
                  </a:cubicBezTo>
                  <a:lnTo>
                    <a:pt x="41460" y="13739"/>
                  </a:lnTo>
                  <a:lnTo>
                    <a:pt x="41460" y="13769"/>
                  </a:lnTo>
                  <a:cubicBezTo>
                    <a:pt x="41491" y="13830"/>
                    <a:pt x="41460" y="13891"/>
                    <a:pt x="41400" y="13891"/>
                  </a:cubicBezTo>
                  <a:lnTo>
                    <a:pt x="41339" y="13891"/>
                  </a:lnTo>
                  <a:cubicBezTo>
                    <a:pt x="41217" y="13891"/>
                    <a:pt x="41126" y="13830"/>
                    <a:pt x="41035" y="13830"/>
                  </a:cubicBezTo>
                  <a:cubicBezTo>
                    <a:pt x="40974" y="13830"/>
                    <a:pt x="40913" y="13861"/>
                    <a:pt x="40913" y="13921"/>
                  </a:cubicBezTo>
                  <a:cubicBezTo>
                    <a:pt x="40894" y="13979"/>
                    <a:pt x="40850" y="14000"/>
                    <a:pt x="40805" y="14000"/>
                  </a:cubicBezTo>
                  <a:cubicBezTo>
                    <a:pt x="40780" y="14000"/>
                    <a:pt x="40753" y="13993"/>
                    <a:pt x="40731" y="13982"/>
                  </a:cubicBezTo>
                  <a:lnTo>
                    <a:pt x="40701" y="13952"/>
                  </a:lnTo>
                  <a:cubicBezTo>
                    <a:pt x="40701" y="13921"/>
                    <a:pt x="40594" y="13906"/>
                    <a:pt x="40427" y="13906"/>
                  </a:cubicBezTo>
                  <a:cubicBezTo>
                    <a:pt x="40424" y="13906"/>
                    <a:pt x="40420" y="13906"/>
                    <a:pt x="40417" y="13906"/>
                  </a:cubicBezTo>
                  <a:lnTo>
                    <a:pt x="40417" y="13906"/>
                  </a:lnTo>
                  <a:lnTo>
                    <a:pt x="40397" y="13921"/>
                  </a:lnTo>
                  <a:cubicBezTo>
                    <a:pt x="40376" y="13917"/>
                    <a:pt x="40356" y="13913"/>
                    <a:pt x="40335" y="13908"/>
                  </a:cubicBezTo>
                  <a:lnTo>
                    <a:pt x="40335" y="13908"/>
                  </a:lnTo>
                  <a:cubicBezTo>
                    <a:pt x="40181" y="13912"/>
                    <a:pt x="39990" y="13927"/>
                    <a:pt x="39789" y="13952"/>
                  </a:cubicBezTo>
                  <a:lnTo>
                    <a:pt x="39667" y="13921"/>
                  </a:lnTo>
                  <a:lnTo>
                    <a:pt x="39454" y="13861"/>
                  </a:lnTo>
                  <a:cubicBezTo>
                    <a:pt x="39439" y="13921"/>
                    <a:pt x="39409" y="13952"/>
                    <a:pt x="39371" y="13952"/>
                  </a:cubicBezTo>
                  <a:cubicBezTo>
                    <a:pt x="39333" y="13952"/>
                    <a:pt x="39287" y="13921"/>
                    <a:pt x="39242" y="13861"/>
                  </a:cubicBezTo>
                  <a:lnTo>
                    <a:pt x="39150" y="13800"/>
                  </a:lnTo>
                  <a:lnTo>
                    <a:pt x="38998" y="13709"/>
                  </a:lnTo>
                  <a:cubicBezTo>
                    <a:pt x="39029" y="13617"/>
                    <a:pt x="39059" y="13526"/>
                    <a:pt x="39090" y="13435"/>
                  </a:cubicBezTo>
                  <a:lnTo>
                    <a:pt x="39181" y="13435"/>
                  </a:lnTo>
                  <a:cubicBezTo>
                    <a:pt x="39242" y="13496"/>
                    <a:pt x="39333" y="13587"/>
                    <a:pt x="39394" y="13678"/>
                  </a:cubicBezTo>
                  <a:lnTo>
                    <a:pt x="39576" y="13587"/>
                  </a:lnTo>
                  <a:lnTo>
                    <a:pt x="39637" y="13587"/>
                  </a:lnTo>
                  <a:cubicBezTo>
                    <a:pt x="39653" y="13590"/>
                    <a:pt x="39668" y="13592"/>
                    <a:pt x="39682" y="13592"/>
                  </a:cubicBezTo>
                  <a:cubicBezTo>
                    <a:pt x="39795" y="13592"/>
                    <a:pt x="39816" y="13489"/>
                    <a:pt x="39789" y="13435"/>
                  </a:cubicBezTo>
                  <a:cubicBezTo>
                    <a:pt x="39746" y="13414"/>
                    <a:pt x="39703" y="13392"/>
                    <a:pt x="39670" y="13392"/>
                  </a:cubicBezTo>
                  <a:cubicBezTo>
                    <a:pt x="39657" y="13392"/>
                    <a:pt x="39646" y="13396"/>
                    <a:pt x="39637" y="13405"/>
                  </a:cubicBezTo>
                  <a:lnTo>
                    <a:pt x="39576" y="13405"/>
                  </a:lnTo>
                  <a:cubicBezTo>
                    <a:pt x="39515" y="13405"/>
                    <a:pt x="39485" y="13405"/>
                    <a:pt x="39454" y="13344"/>
                  </a:cubicBezTo>
                  <a:cubicBezTo>
                    <a:pt x="39454" y="13313"/>
                    <a:pt x="39485" y="13253"/>
                    <a:pt x="39515" y="13253"/>
                  </a:cubicBezTo>
                  <a:lnTo>
                    <a:pt x="39637" y="13253"/>
                  </a:lnTo>
                  <a:cubicBezTo>
                    <a:pt x="39700" y="13240"/>
                    <a:pt x="39757" y="13233"/>
                    <a:pt x="39812" y="13233"/>
                  </a:cubicBezTo>
                  <a:cubicBezTo>
                    <a:pt x="39889" y="13233"/>
                    <a:pt x="39961" y="13247"/>
                    <a:pt x="40032" y="13283"/>
                  </a:cubicBezTo>
                  <a:lnTo>
                    <a:pt x="40032" y="13374"/>
                  </a:lnTo>
                  <a:cubicBezTo>
                    <a:pt x="40001" y="13496"/>
                    <a:pt x="40123" y="13648"/>
                    <a:pt x="40184" y="13678"/>
                  </a:cubicBezTo>
                  <a:cubicBezTo>
                    <a:pt x="40336" y="13678"/>
                    <a:pt x="40488" y="13648"/>
                    <a:pt x="40640" y="13587"/>
                  </a:cubicBezTo>
                  <a:cubicBezTo>
                    <a:pt x="40668" y="13568"/>
                    <a:pt x="40688" y="13561"/>
                    <a:pt x="40701" y="13561"/>
                  </a:cubicBezTo>
                  <a:cubicBezTo>
                    <a:pt x="40731" y="13561"/>
                    <a:pt x="40731" y="13596"/>
                    <a:pt x="40731" y="13617"/>
                  </a:cubicBezTo>
                  <a:cubicBezTo>
                    <a:pt x="40688" y="13661"/>
                    <a:pt x="40660" y="13704"/>
                    <a:pt x="40625" y="13737"/>
                  </a:cubicBezTo>
                  <a:lnTo>
                    <a:pt x="40625" y="13737"/>
                  </a:lnTo>
                  <a:cubicBezTo>
                    <a:pt x="40550" y="13728"/>
                    <a:pt x="40473" y="13724"/>
                    <a:pt x="40397" y="13724"/>
                  </a:cubicBezTo>
                  <a:cubicBezTo>
                    <a:pt x="40252" y="13724"/>
                    <a:pt x="40108" y="13739"/>
                    <a:pt x="39971" y="13769"/>
                  </a:cubicBezTo>
                  <a:cubicBezTo>
                    <a:pt x="40076" y="13822"/>
                    <a:pt x="40204" y="13875"/>
                    <a:pt x="40335" y="13908"/>
                  </a:cubicBezTo>
                  <a:lnTo>
                    <a:pt x="40335" y="13908"/>
                  </a:lnTo>
                  <a:cubicBezTo>
                    <a:pt x="40364" y="13907"/>
                    <a:pt x="40391" y="13906"/>
                    <a:pt x="40417" y="13906"/>
                  </a:cubicBezTo>
                  <a:lnTo>
                    <a:pt x="40417" y="13906"/>
                  </a:lnTo>
                  <a:lnTo>
                    <a:pt x="40518" y="13830"/>
                  </a:lnTo>
                  <a:lnTo>
                    <a:pt x="40579" y="13769"/>
                  </a:lnTo>
                  <a:cubicBezTo>
                    <a:pt x="40596" y="13761"/>
                    <a:pt x="40611" y="13750"/>
                    <a:pt x="40625" y="13737"/>
                  </a:cubicBezTo>
                  <a:lnTo>
                    <a:pt x="40625" y="13737"/>
                  </a:lnTo>
                  <a:cubicBezTo>
                    <a:pt x="40692" y="13744"/>
                    <a:pt x="40758" y="13755"/>
                    <a:pt x="40822" y="13769"/>
                  </a:cubicBezTo>
                  <a:lnTo>
                    <a:pt x="40822" y="13739"/>
                  </a:lnTo>
                  <a:cubicBezTo>
                    <a:pt x="40883" y="13587"/>
                    <a:pt x="40974" y="13557"/>
                    <a:pt x="41126" y="13557"/>
                  </a:cubicBezTo>
                  <a:lnTo>
                    <a:pt x="41156" y="13557"/>
                  </a:lnTo>
                  <a:cubicBezTo>
                    <a:pt x="41174" y="13548"/>
                    <a:pt x="41195" y="13544"/>
                    <a:pt x="41215" y="13544"/>
                  </a:cubicBezTo>
                  <a:cubicBezTo>
                    <a:pt x="41265" y="13544"/>
                    <a:pt x="41317" y="13566"/>
                    <a:pt x="41339" y="13587"/>
                  </a:cubicBezTo>
                  <a:cubicBezTo>
                    <a:pt x="41342" y="13590"/>
                    <a:pt x="41347" y="13592"/>
                    <a:pt x="41354" y="13592"/>
                  </a:cubicBezTo>
                  <a:cubicBezTo>
                    <a:pt x="41408" y="13592"/>
                    <a:pt x="41558" y="13492"/>
                    <a:pt x="41612" y="13465"/>
                  </a:cubicBezTo>
                  <a:cubicBezTo>
                    <a:pt x="41673" y="13435"/>
                    <a:pt x="41612" y="13131"/>
                    <a:pt x="41673" y="13070"/>
                  </a:cubicBezTo>
                  <a:cubicBezTo>
                    <a:pt x="41692" y="13051"/>
                    <a:pt x="41717" y="13044"/>
                    <a:pt x="41743" y="13044"/>
                  </a:cubicBezTo>
                  <a:close/>
                  <a:moveTo>
                    <a:pt x="65716" y="13830"/>
                  </a:moveTo>
                  <a:cubicBezTo>
                    <a:pt x="65777" y="13830"/>
                    <a:pt x="65868" y="13830"/>
                    <a:pt x="65899" y="13891"/>
                  </a:cubicBezTo>
                  <a:cubicBezTo>
                    <a:pt x="65929" y="13921"/>
                    <a:pt x="65868" y="14013"/>
                    <a:pt x="65868" y="14043"/>
                  </a:cubicBezTo>
                  <a:lnTo>
                    <a:pt x="65260" y="14043"/>
                  </a:lnTo>
                  <a:cubicBezTo>
                    <a:pt x="65108" y="14013"/>
                    <a:pt x="65048" y="13982"/>
                    <a:pt x="65169" y="13982"/>
                  </a:cubicBezTo>
                  <a:lnTo>
                    <a:pt x="65139" y="13982"/>
                  </a:lnTo>
                  <a:cubicBezTo>
                    <a:pt x="65351" y="13952"/>
                    <a:pt x="65534" y="13891"/>
                    <a:pt x="65716" y="13830"/>
                  </a:cubicBezTo>
                  <a:close/>
                  <a:moveTo>
                    <a:pt x="14375" y="13605"/>
                  </a:moveTo>
                  <a:cubicBezTo>
                    <a:pt x="14388" y="13605"/>
                    <a:pt x="14399" y="13609"/>
                    <a:pt x="14408" y="13617"/>
                  </a:cubicBezTo>
                  <a:lnTo>
                    <a:pt x="14439" y="13617"/>
                  </a:lnTo>
                  <a:cubicBezTo>
                    <a:pt x="14439" y="13709"/>
                    <a:pt x="14408" y="13800"/>
                    <a:pt x="14378" y="13891"/>
                  </a:cubicBezTo>
                  <a:cubicBezTo>
                    <a:pt x="14347" y="13952"/>
                    <a:pt x="14256" y="14073"/>
                    <a:pt x="14195" y="14073"/>
                  </a:cubicBezTo>
                  <a:cubicBezTo>
                    <a:pt x="14191" y="14076"/>
                    <a:pt x="14185" y="14077"/>
                    <a:pt x="14179" y="14077"/>
                  </a:cubicBezTo>
                  <a:cubicBezTo>
                    <a:pt x="14103" y="14077"/>
                    <a:pt x="13915" y="13921"/>
                    <a:pt x="13831" y="13921"/>
                  </a:cubicBezTo>
                  <a:cubicBezTo>
                    <a:pt x="13709" y="13921"/>
                    <a:pt x="13709" y="13891"/>
                    <a:pt x="13831" y="13861"/>
                  </a:cubicBezTo>
                  <a:lnTo>
                    <a:pt x="13922" y="13891"/>
                  </a:lnTo>
                  <a:lnTo>
                    <a:pt x="14165" y="13921"/>
                  </a:lnTo>
                  <a:cubicBezTo>
                    <a:pt x="14226" y="13830"/>
                    <a:pt x="14256" y="13739"/>
                    <a:pt x="14256" y="13648"/>
                  </a:cubicBezTo>
                  <a:lnTo>
                    <a:pt x="14287" y="13648"/>
                  </a:lnTo>
                  <a:cubicBezTo>
                    <a:pt x="14308" y="13626"/>
                    <a:pt x="14345" y="13605"/>
                    <a:pt x="14375" y="13605"/>
                  </a:cubicBezTo>
                  <a:close/>
                  <a:moveTo>
                    <a:pt x="38512" y="13344"/>
                  </a:moveTo>
                  <a:cubicBezTo>
                    <a:pt x="38573" y="13405"/>
                    <a:pt x="38664" y="13496"/>
                    <a:pt x="38694" y="13526"/>
                  </a:cubicBezTo>
                  <a:lnTo>
                    <a:pt x="38725" y="13557"/>
                  </a:lnTo>
                  <a:lnTo>
                    <a:pt x="38968" y="13739"/>
                  </a:lnTo>
                  <a:cubicBezTo>
                    <a:pt x="38846" y="13830"/>
                    <a:pt x="38755" y="13982"/>
                    <a:pt x="38786" y="14013"/>
                  </a:cubicBezTo>
                  <a:cubicBezTo>
                    <a:pt x="38786" y="14043"/>
                    <a:pt x="38755" y="14073"/>
                    <a:pt x="38694" y="14073"/>
                  </a:cubicBezTo>
                  <a:lnTo>
                    <a:pt x="38573" y="14073"/>
                  </a:lnTo>
                  <a:cubicBezTo>
                    <a:pt x="38500" y="14090"/>
                    <a:pt x="38433" y="14097"/>
                    <a:pt x="38375" y="14097"/>
                  </a:cubicBezTo>
                  <a:cubicBezTo>
                    <a:pt x="38217" y="14097"/>
                    <a:pt x="38125" y="14041"/>
                    <a:pt x="38147" y="13952"/>
                  </a:cubicBezTo>
                  <a:lnTo>
                    <a:pt x="38208" y="13891"/>
                  </a:lnTo>
                  <a:lnTo>
                    <a:pt x="38299" y="13769"/>
                  </a:lnTo>
                  <a:cubicBezTo>
                    <a:pt x="38376" y="13795"/>
                    <a:pt x="38443" y="13804"/>
                    <a:pt x="38491" y="13804"/>
                  </a:cubicBezTo>
                  <a:cubicBezTo>
                    <a:pt x="38557" y="13804"/>
                    <a:pt x="38590" y="13787"/>
                    <a:pt x="38573" y="13769"/>
                  </a:cubicBezTo>
                  <a:cubicBezTo>
                    <a:pt x="38451" y="13648"/>
                    <a:pt x="38330" y="13526"/>
                    <a:pt x="38208" y="13435"/>
                  </a:cubicBezTo>
                  <a:cubicBezTo>
                    <a:pt x="38147" y="13374"/>
                    <a:pt x="38208" y="13344"/>
                    <a:pt x="38299" y="13344"/>
                  </a:cubicBezTo>
                  <a:close/>
                  <a:moveTo>
                    <a:pt x="35928" y="13557"/>
                  </a:moveTo>
                  <a:cubicBezTo>
                    <a:pt x="35959" y="13557"/>
                    <a:pt x="36020" y="13617"/>
                    <a:pt x="36050" y="13617"/>
                  </a:cubicBezTo>
                  <a:lnTo>
                    <a:pt x="35898" y="14013"/>
                  </a:lnTo>
                  <a:lnTo>
                    <a:pt x="35868" y="14104"/>
                  </a:lnTo>
                  <a:cubicBezTo>
                    <a:pt x="35861" y="14130"/>
                    <a:pt x="35836" y="14141"/>
                    <a:pt x="35800" y="14141"/>
                  </a:cubicBezTo>
                  <a:cubicBezTo>
                    <a:pt x="35762" y="14141"/>
                    <a:pt x="35712" y="14129"/>
                    <a:pt x="35657" y="14111"/>
                  </a:cubicBezTo>
                  <a:lnTo>
                    <a:pt x="35657" y="14111"/>
                  </a:lnTo>
                  <a:cubicBezTo>
                    <a:pt x="35695" y="14081"/>
                    <a:pt x="35730" y="14032"/>
                    <a:pt x="35746" y="13982"/>
                  </a:cubicBezTo>
                  <a:lnTo>
                    <a:pt x="35776" y="13891"/>
                  </a:lnTo>
                  <a:lnTo>
                    <a:pt x="35837" y="13830"/>
                  </a:lnTo>
                  <a:cubicBezTo>
                    <a:pt x="35776" y="13769"/>
                    <a:pt x="35807" y="13678"/>
                    <a:pt x="35868" y="13617"/>
                  </a:cubicBezTo>
                  <a:lnTo>
                    <a:pt x="35928" y="13557"/>
                  </a:lnTo>
                  <a:close/>
                  <a:moveTo>
                    <a:pt x="53498" y="13885"/>
                  </a:moveTo>
                  <a:cubicBezTo>
                    <a:pt x="53509" y="13885"/>
                    <a:pt x="53519" y="13887"/>
                    <a:pt x="53528" y="13891"/>
                  </a:cubicBezTo>
                  <a:lnTo>
                    <a:pt x="53680" y="13952"/>
                  </a:lnTo>
                  <a:cubicBezTo>
                    <a:pt x="53831" y="14073"/>
                    <a:pt x="53892" y="14195"/>
                    <a:pt x="53831" y="14195"/>
                  </a:cubicBezTo>
                  <a:lnTo>
                    <a:pt x="53831" y="14165"/>
                  </a:lnTo>
                  <a:cubicBezTo>
                    <a:pt x="53771" y="14165"/>
                    <a:pt x="53680" y="14134"/>
                    <a:pt x="53710" y="14104"/>
                  </a:cubicBezTo>
                  <a:cubicBezTo>
                    <a:pt x="53710" y="14073"/>
                    <a:pt x="53649" y="14043"/>
                    <a:pt x="53558" y="14043"/>
                  </a:cubicBezTo>
                  <a:lnTo>
                    <a:pt x="53406" y="14043"/>
                  </a:lnTo>
                  <a:cubicBezTo>
                    <a:pt x="53379" y="14052"/>
                    <a:pt x="53353" y="14056"/>
                    <a:pt x="53328" y="14056"/>
                  </a:cubicBezTo>
                  <a:cubicBezTo>
                    <a:pt x="53269" y="14056"/>
                    <a:pt x="53224" y="14034"/>
                    <a:pt x="53224" y="14013"/>
                  </a:cubicBezTo>
                  <a:cubicBezTo>
                    <a:pt x="53302" y="13960"/>
                    <a:pt x="53426" y="13885"/>
                    <a:pt x="53498" y="13885"/>
                  </a:cubicBezTo>
                  <a:close/>
                  <a:moveTo>
                    <a:pt x="35427" y="14058"/>
                  </a:moveTo>
                  <a:cubicBezTo>
                    <a:pt x="35465" y="14058"/>
                    <a:pt x="35503" y="14073"/>
                    <a:pt x="35533" y="14104"/>
                  </a:cubicBezTo>
                  <a:lnTo>
                    <a:pt x="35564" y="14134"/>
                  </a:lnTo>
                  <a:cubicBezTo>
                    <a:pt x="35569" y="14137"/>
                    <a:pt x="35575" y="14139"/>
                    <a:pt x="35580" y="14139"/>
                  </a:cubicBezTo>
                  <a:lnTo>
                    <a:pt x="35580" y="14139"/>
                  </a:lnTo>
                  <a:cubicBezTo>
                    <a:pt x="35575" y="14158"/>
                    <a:pt x="35570" y="14176"/>
                    <a:pt x="35564" y="14195"/>
                  </a:cubicBezTo>
                  <a:lnTo>
                    <a:pt x="35472" y="14225"/>
                  </a:lnTo>
                  <a:cubicBezTo>
                    <a:pt x="35321" y="14225"/>
                    <a:pt x="35290" y="14195"/>
                    <a:pt x="35321" y="14104"/>
                  </a:cubicBezTo>
                  <a:cubicBezTo>
                    <a:pt x="35351" y="14073"/>
                    <a:pt x="35389" y="14058"/>
                    <a:pt x="35427" y="14058"/>
                  </a:cubicBezTo>
                  <a:close/>
                  <a:moveTo>
                    <a:pt x="35442" y="13617"/>
                  </a:moveTo>
                  <a:cubicBezTo>
                    <a:pt x="35574" y="13670"/>
                    <a:pt x="35637" y="13860"/>
                    <a:pt x="35592" y="14088"/>
                  </a:cubicBezTo>
                  <a:lnTo>
                    <a:pt x="35592" y="14088"/>
                  </a:lnTo>
                  <a:cubicBezTo>
                    <a:pt x="35473" y="14043"/>
                    <a:pt x="35348" y="13980"/>
                    <a:pt x="35290" y="13952"/>
                  </a:cubicBezTo>
                  <a:cubicBezTo>
                    <a:pt x="35194" y="13894"/>
                    <a:pt x="35122" y="13873"/>
                    <a:pt x="35082" y="13873"/>
                  </a:cubicBezTo>
                  <a:cubicBezTo>
                    <a:pt x="35059" y="13873"/>
                    <a:pt x="35047" y="13880"/>
                    <a:pt x="35047" y="13891"/>
                  </a:cubicBezTo>
                  <a:cubicBezTo>
                    <a:pt x="35108" y="13952"/>
                    <a:pt x="35290" y="14043"/>
                    <a:pt x="35169" y="14104"/>
                  </a:cubicBezTo>
                  <a:cubicBezTo>
                    <a:pt x="35144" y="14129"/>
                    <a:pt x="35121" y="14138"/>
                    <a:pt x="35099" y="14138"/>
                  </a:cubicBezTo>
                  <a:cubicBezTo>
                    <a:pt x="35042" y="14138"/>
                    <a:pt x="34992" y="14073"/>
                    <a:pt x="34925" y="14073"/>
                  </a:cubicBezTo>
                  <a:lnTo>
                    <a:pt x="34865" y="14073"/>
                  </a:lnTo>
                  <a:cubicBezTo>
                    <a:pt x="34847" y="14091"/>
                    <a:pt x="34813" y="14099"/>
                    <a:pt x="34773" y="14099"/>
                  </a:cubicBezTo>
                  <a:cubicBezTo>
                    <a:pt x="34674" y="14099"/>
                    <a:pt x="34534" y="14056"/>
                    <a:pt x="34469" y="14013"/>
                  </a:cubicBezTo>
                  <a:cubicBezTo>
                    <a:pt x="34455" y="14003"/>
                    <a:pt x="34440" y="13998"/>
                    <a:pt x="34426" y="13998"/>
                  </a:cubicBezTo>
                  <a:cubicBezTo>
                    <a:pt x="34351" y="13998"/>
                    <a:pt x="34287" y="14114"/>
                    <a:pt x="34287" y="14165"/>
                  </a:cubicBezTo>
                  <a:cubicBezTo>
                    <a:pt x="34287" y="14192"/>
                    <a:pt x="34212" y="14321"/>
                    <a:pt x="34129" y="14321"/>
                  </a:cubicBezTo>
                  <a:cubicBezTo>
                    <a:pt x="34121" y="14321"/>
                    <a:pt x="34113" y="14319"/>
                    <a:pt x="34105" y="14317"/>
                  </a:cubicBezTo>
                  <a:cubicBezTo>
                    <a:pt x="34044" y="14286"/>
                    <a:pt x="33983" y="14256"/>
                    <a:pt x="33922" y="14225"/>
                  </a:cubicBezTo>
                  <a:cubicBezTo>
                    <a:pt x="33869" y="14279"/>
                    <a:pt x="33820" y="14298"/>
                    <a:pt x="33777" y="14298"/>
                  </a:cubicBezTo>
                  <a:cubicBezTo>
                    <a:pt x="33674" y="14298"/>
                    <a:pt x="33600" y="14186"/>
                    <a:pt x="33558" y="14165"/>
                  </a:cubicBezTo>
                  <a:cubicBezTo>
                    <a:pt x="33497" y="14134"/>
                    <a:pt x="33345" y="14134"/>
                    <a:pt x="33375" y="14043"/>
                  </a:cubicBezTo>
                  <a:cubicBezTo>
                    <a:pt x="33406" y="13921"/>
                    <a:pt x="33406" y="13800"/>
                    <a:pt x="33497" y="13739"/>
                  </a:cubicBezTo>
                  <a:lnTo>
                    <a:pt x="33649" y="13648"/>
                  </a:lnTo>
                  <a:cubicBezTo>
                    <a:pt x="33770" y="13769"/>
                    <a:pt x="33831" y="13861"/>
                    <a:pt x="33740" y="13861"/>
                  </a:cubicBezTo>
                  <a:lnTo>
                    <a:pt x="33649" y="13861"/>
                  </a:lnTo>
                  <a:cubicBezTo>
                    <a:pt x="33618" y="13891"/>
                    <a:pt x="33588" y="13921"/>
                    <a:pt x="33588" y="13952"/>
                  </a:cubicBezTo>
                  <a:cubicBezTo>
                    <a:pt x="33588" y="13982"/>
                    <a:pt x="33618" y="14013"/>
                    <a:pt x="33649" y="14043"/>
                  </a:cubicBezTo>
                  <a:lnTo>
                    <a:pt x="33801" y="14073"/>
                  </a:lnTo>
                  <a:lnTo>
                    <a:pt x="34074" y="14073"/>
                  </a:lnTo>
                  <a:cubicBezTo>
                    <a:pt x="34074" y="14043"/>
                    <a:pt x="34165" y="13891"/>
                    <a:pt x="34135" y="13830"/>
                  </a:cubicBezTo>
                  <a:cubicBezTo>
                    <a:pt x="34105" y="13769"/>
                    <a:pt x="34226" y="13648"/>
                    <a:pt x="34287" y="13648"/>
                  </a:cubicBezTo>
                  <a:lnTo>
                    <a:pt x="34500" y="13648"/>
                  </a:lnTo>
                  <a:cubicBezTo>
                    <a:pt x="34621" y="13678"/>
                    <a:pt x="34743" y="13678"/>
                    <a:pt x="34834" y="13678"/>
                  </a:cubicBezTo>
                  <a:cubicBezTo>
                    <a:pt x="35017" y="13678"/>
                    <a:pt x="35169" y="13617"/>
                    <a:pt x="35321" y="13617"/>
                  </a:cubicBezTo>
                  <a:close/>
                  <a:moveTo>
                    <a:pt x="58847" y="14073"/>
                  </a:moveTo>
                  <a:cubicBezTo>
                    <a:pt x="58877" y="14073"/>
                    <a:pt x="58847" y="14256"/>
                    <a:pt x="58695" y="14317"/>
                  </a:cubicBezTo>
                  <a:lnTo>
                    <a:pt x="58573" y="14377"/>
                  </a:lnTo>
                  <a:cubicBezTo>
                    <a:pt x="58391" y="14377"/>
                    <a:pt x="58208" y="14347"/>
                    <a:pt x="58056" y="14317"/>
                  </a:cubicBezTo>
                  <a:cubicBezTo>
                    <a:pt x="58026" y="14286"/>
                    <a:pt x="58026" y="14256"/>
                    <a:pt x="58056" y="14225"/>
                  </a:cubicBezTo>
                  <a:cubicBezTo>
                    <a:pt x="58056" y="14225"/>
                    <a:pt x="58087" y="14195"/>
                    <a:pt x="58117" y="14195"/>
                  </a:cubicBezTo>
                  <a:lnTo>
                    <a:pt x="58269" y="14317"/>
                  </a:lnTo>
                  <a:cubicBezTo>
                    <a:pt x="58452" y="14256"/>
                    <a:pt x="58786" y="14195"/>
                    <a:pt x="58786" y="14134"/>
                  </a:cubicBezTo>
                  <a:cubicBezTo>
                    <a:pt x="58816" y="14073"/>
                    <a:pt x="58816" y="14073"/>
                    <a:pt x="58847" y="14073"/>
                  </a:cubicBezTo>
                  <a:close/>
                  <a:moveTo>
                    <a:pt x="49272" y="13769"/>
                  </a:moveTo>
                  <a:lnTo>
                    <a:pt x="49303" y="13800"/>
                  </a:lnTo>
                  <a:lnTo>
                    <a:pt x="49394" y="13830"/>
                  </a:lnTo>
                  <a:cubicBezTo>
                    <a:pt x="49394" y="13921"/>
                    <a:pt x="49363" y="14043"/>
                    <a:pt x="49333" y="14165"/>
                  </a:cubicBezTo>
                  <a:cubicBezTo>
                    <a:pt x="49303" y="14195"/>
                    <a:pt x="49181" y="14195"/>
                    <a:pt x="49151" y="14195"/>
                  </a:cubicBezTo>
                  <a:cubicBezTo>
                    <a:pt x="49142" y="14186"/>
                    <a:pt x="49130" y="14182"/>
                    <a:pt x="49118" y="14182"/>
                  </a:cubicBezTo>
                  <a:cubicBezTo>
                    <a:pt x="49090" y="14182"/>
                    <a:pt x="49059" y="14204"/>
                    <a:pt x="49059" y="14225"/>
                  </a:cubicBezTo>
                  <a:lnTo>
                    <a:pt x="49151" y="14317"/>
                  </a:lnTo>
                  <a:cubicBezTo>
                    <a:pt x="49242" y="14438"/>
                    <a:pt x="49272" y="14499"/>
                    <a:pt x="49211" y="14499"/>
                  </a:cubicBezTo>
                  <a:lnTo>
                    <a:pt x="49090" y="14499"/>
                  </a:lnTo>
                  <a:cubicBezTo>
                    <a:pt x="48999" y="14499"/>
                    <a:pt x="48907" y="14438"/>
                    <a:pt x="48907" y="14377"/>
                  </a:cubicBezTo>
                  <a:cubicBezTo>
                    <a:pt x="48907" y="14335"/>
                    <a:pt x="48790" y="14278"/>
                    <a:pt x="48718" y="14278"/>
                  </a:cubicBezTo>
                  <a:cubicBezTo>
                    <a:pt x="48687" y="14278"/>
                    <a:pt x="48664" y="14289"/>
                    <a:pt x="48664" y="14317"/>
                  </a:cubicBezTo>
                  <a:cubicBezTo>
                    <a:pt x="48664" y="14333"/>
                    <a:pt x="48648" y="14341"/>
                    <a:pt x="48624" y="14341"/>
                  </a:cubicBezTo>
                  <a:cubicBezTo>
                    <a:pt x="48564" y="14341"/>
                    <a:pt x="48460" y="14291"/>
                    <a:pt x="48482" y="14225"/>
                  </a:cubicBezTo>
                  <a:cubicBezTo>
                    <a:pt x="48543" y="14104"/>
                    <a:pt x="48603" y="14013"/>
                    <a:pt x="48695" y="13921"/>
                  </a:cubicBezTo>
                  <a:lnTo>
                    <a:pt x="48968" y="13921"/>
                  </a:lnTo>
                  <a:cubicBezTo>
                    <a:pt x="49059" y="13861"/>
                    <a:pt x="49151" y="13800"/>
                    <a:pt x="49272" y="13769"/>
                  </a:cubicBezTo>
                  <a:close/>
                  <a:moveTo>
                    <a:pt x="43375" y="14013"/>
                  </a:moveTo>
                  <a:lnTo>
                    <a:pt x="43527" y="14134"/>
                  </a:lnTo>
                  <a:cubicBezTo>
                    <a:pt x="43558" y="14154"/>
                    <a:pt x="43578" y="14161"/>
                    <a:pt x="43594" y="14161"/>
                  </a:cubicBezTo>
                  <a:cubicBezTo>
                    <a:pt x="43625" y="14161"/>
                    <a:pt x="43639" y="14134"/>
                    <a:pt x="43679" y="14134"/>
                  </a:cubicBezTo>
                  <a:cubicBezTo>
                    <a:pt x="43720" y="14114"/>
                    <a:pt x="43759" y="14105"/>
                    <a:pt x="43795" y="14105"/>
                  </a:cubicBezTo>
                  <a:cubicBezTo>
                    <a:pt x="43918" y="14105"/>
                    <a:pt x="44018" y="14202"/>
                    <a:pt x="44135" y="14225"/>
                  </a:cubicBezTo>
                  <a:cubicBezTo>
                    <a:pt x="44196" y="14225"/>
                    <a:pt x="44166" y="14377"/>
                    <a:pt x="44074" y="14438"/>
                  </a:cubicBezTo>
                  <a:lnTo>
                    <a:pt x="43983" y="14499"/>
                  </a:lnTo>
                  <a:cubicBezTo>
                    <a:pt x="43953" y="14519"/>
                    <a:pt x="43916" y="14529"/>
                    <a:pt x="43877" y="14529"/>
                  </a:cubicBezTo>
                  <a:cubicBezTo>
                    <a:pt x="43801" y="14529"/>
                    <a:pt x="43720" y="14489"/>
                    <a:pt x="43679" y="14408"/>
                  </a:cubicBezTo>
                  <a:lnTo>
                    <a:pt x="43558" y="14347"/>
                  </a:lnTo>
                  <a:lnTo>
                    <a:pt x="43436" y="14347"/>
                  </a:lnTo>
                  <a:cubicBezTo>
                    <a:pt x="43345" y="14256"/>
                    <a:pt x="43315" y="14104"/>
                    <a:pt x="43375" y="14013"/>
                  </a:cubicBezTo>
                  <a:close/>
                  <a:moveTo>
                    <a:pt x="45229" y="14189"/>
                  </a:moveTo>
                  <a:cubicBezTo>
                    <a:pt x="45238" y="14189"/>
                    <a:pt x="45248" y="14191"/>
                    <a:pt x="45260" y="14195"/>
                  </a:cubicBezTo>
                  <a:cubicBezTo>
                    <a:pt x="45412" y="14256"/>
                    <a:pt x="45381" y="14499"/>
                    <a:pt x="45199" y="14499"/>
                  </a:cubicBezTo>
                  <a:lnTo>
                    <a:pt x="45047" y="14560"/>
                  </a:lnTo>
                  <a:lnTo>
                    <a:pt x="45017" y="14560"/>
                  </a:lnTo>
                  <a:cubicBezTo>
                    <a:pt x="44956" y="14499"/>
                    <a:pt x="44926" y="14438"/>
                    <a:pt x="44956" y="14377"/>
                  </a:cubicBezTo>
                  <a:lnTo>
                    <a:pt x="45199" y="14377"/>
                  </a:lnTo>
                  <a:cubicBezTo>
                    <a:pt x="45173" y="14272"/>
                    <a:pt x="45169" y="14189"/>
                    <a:pt x="45229" y="14189"/>
                  </a:cubicBezTo>
                  <a:close/>
                  <a:moveTo>
                    <a:pt x="56719" y="14225"/>
                  </a:moveTo>
                  <a:cubicBezTo>
                    <a:pt x="56780" y="14225"/>
                    <a:pt x="56810" y="14317"/>
                    <a:pt x="56780" y="14377"/>
                  </a:cubicBezTo>
                  <a:lnTo>
                    <a:pt x="56719" y="14377"/>
                  </a:lnTo>
                  <a:cubicBezTo>
                    <a:pt x="56598" y="14408"/>
                    <a:pt x="56476" y="14438"/>
                    <a:pt x="56354" y="14468"/>
                  </a:cubicBezTo>
                  <a:lnTo>
                    <a:pt x="56354" y="14529"/>
                  </a:lnTo>
                  <a:lnTo>
                    <a:pt x="56354" y="14560"/>
                  </a:lnTo>
                  <a:cubicBezTo>
                    <a:pt x="56324" y="14590"/>
                    <a:pt x="56263" y="14590"/>
                    <a:pt x="56233" y="14590"/>
                  </a:cubicBezTo>
                  <a:cubicBezTo>
                    <a:pt x="56202" y="14529"/>
                    <a:pt x="56202" y="14468"/>
                    <a:pt x="56202" y="14408"/>
                  </a:cubicBezTo>
                  <a:cubicBezTo>
                    <a:pt x="56202" y="14377"/>
                    <a:pt x="56324" y="14286"/>
                    <a:pt x="56506" y="14256"/>
                  </a:cubicBezTo>
                  <a:lnTo>
                    <a:pt x="56658" y="14225"/>
                  </a:lnTo>
                  <a:close/>
                  <a:moveTo>
                    <a:pt x="69794" y="14091"/>
                  </a:moveTo>
                  <a:cubicBezTo>
                    <a:pt x="69855" y="14091"/>
                    <a:pt x="69929" y="14113"/>
                    <a:pt x="69972" y="14134"/>
                  </a:cubicBezTo>
                  <a:cubicBezTo>
                    <a:pt x="70032" y="14165"/>
                    <a:pt x="70093" y="14225"/>
                    <a:pt x="70063" y="14317"/>
                  </a:cubicBezTo>
                  <a:cubicBezTo>
                    <a:pt x="70039" y="14352"/>
                    <a:pt x="70010" y="14365"/>
                    <a:pt x="69981" y="14365"/>
                  </a:cubicBezTo>
                  <a:cubicBezTo>
                    <a:pt x="69935" y="14365"/>
                    <a:pt x="69887" y="14335"/>
                    <a:pt x="69850" y="14317"/>
                  </a:cubicBezTo>
                  <a:lnTo>
                    <a:pt x="69820" y="14286"/>
                  </a:lnTo>
                  <a:cubicBezTo>
                    <a:pt x="69759" y="14286"/>
                    <a:pt x="69607" y="14499"/>
                    <a:pt x="69546" y="14590"/>
                  </a:cubicBezTo>
                  <a:cubicBezTo>
                    <a:pt x="69536" y="14600"/>
                    <a:pt x="69522" y="14604"/>
                    <a:pt x="69506" y="14604"/>
                  </a:cubicBezTo>
                  <a:cubicBezTo>
                    <a:pt x="69421" y="14604"/>
                    <a:pt x="69268" y="14489"/>
                    <a:pt x="69242" y="14438"/>
                  </a:cubicBezTo>
                  <a:cubicBezTo>
                    <a:pt x="69181" y="14347"/>
                    <a:pt x="69242" y="14225"/>
                    <a:pt x="69364" y="14165"/>
                  </a:cubicBezTo>
                  <a:lnTo>
                    <a:pt x="69485" y="14134"/>
                  </a:lnTo>
                  <a:cubicBezTo>
                    <a:pt x="69516" y="14119"/>
                    <a:pt x="69569" y="14119"/>
                    <a:pt x="69618" y="14119"/>
                  </a:cubicBezTo>
                  <a:cubicBezTo>
                    <a:pt x="69668" y="14119"/>
                    <a:pt x="69713" y="14119"/>
                    <a:pt x="69728" y="14104"/>
                  </a:cubicBezTo>
                  <a:cubicBezTo>
                    <a:pt x="69746" y="14095"/>
                    <a:pt x="69769" y="14091"/>
                    <a:pt x="69794" y="14091"/>
                  </a:cubicBezTo>
                  <a:close/>
                  <a:moveTo>
                    <a:pt x="37631" y="13678"/>
                  </a:moveTo>
                  <a:cubicBezTo>
                    <a:pt x="37651" y="13686"/>
                    <a:pt x="37669" y="13690"/>
                    <a:pt x="37686" y="13690"/>
                  </a:cubicBezTo>
                  <a:cubicBezTo>
                    <a:pt x="37687" y="13690"/>
                    <a:pt x="37687" y="13690"/>
                    <a:pt x="37688" y="13690"/>
                  </a:cubicBezTo>
                  <a:lnTo>
                    <a:pt x="37688" y="13690"/>
                  </a:lnTo>
                  <a:cubicBezTo>
                    <a:pt x="37731" y="13758"/>
                    <a:pt x="37784" y="13836"/>
                    <a:pt x="37843" y="13921"/>
                  </a:cubicBezTo>
                  <a:lnTo>
                    <a:pt x="37783" y="13982"/>
                  </a:lnTo>
                  <a:cubicBezTo>
                    <a:pt x="37741" y="14003"/>
                    <a:pt x="37714" y="14052"/>
                    <a:pt x="37652" y="14052"/>
                  </a:cubicBezTo>
                  <a:cubicBezTo>
                    <a:pt x="37624" y="14052"/>
                    <a:pt x="37588" y="14041"/>
                    <a:pt x="37539" y="14013"/>
                  </a:cubicBezTo>
                  <a:lnTo>
                    <a:pt x="37418" y="13952"/>
                  </a:lnTo>
                  <a:cubicBezTo>
                    <a:pt x="37357" y="14104"/>
                    <a:pt x="37296" y="14620"/>
                    <a:pt x="37175" y="14712"/>
                  </a:cubicBezTo>
                  <a:cubicBezTo>
                    <a:pt x="37142" y="14728"/>
                    <a:pt x="37107" y="14736"/>
                    <a:pt x="37073" y="14736"/>
                  </a:cubicBezTo>
                  <a:cubicBezTo>
                    <a:pt x="36980" y="14736"/>
                    <a:pt x="36893" y="14679"/>
                    <a:pt x="36871" y="14590"/>
                  </a:cubicBezTo>
                  <a:cubicBezTo>
                    <a:pt x="36871" y="14499"/>
                    <a:pt x="36992" y="14438"/>
                    <a:pt x="37053" y="14438"/>
                  </a:cubicBezTo>
                  <a:cubicBezTo>
                    <a:pt x="37083" y="14438"/>
                    <a:pt x="37205" y="14286"/>
                    <a:pt x="37175" y="14256"/>
                  </a:cubicBezTo>
                  <a:cubicBezTo>
                    <a:pt x="37083" y="14165"/>
                    <a:pt x="36962" y="14134"/>
                    <a:pt x="36871" y="14134"/>
                  </a:cubicBezTo>
                  <a:cubicBezTo>
                    <a:pt x="36780" y="14165"/>
                    <a:pt x="36628" y="14225"/>
                    <a:pt x="36476" y="14317"/>
                  </a:cubicBezTo>
                  <a:lnTo>
                    <a:pt x="36384" y="14377"/>
                  </a:lnTo>
                  <a:cubicBezTo>
                    <a:pt x="36324" y="14438"/>
                    <a:pt x="36324" y="14529"/>
                    <a:pt x="36445" y="14529"/>
                  </a:cubicBezTo>
                  <a:lnTo>
                    <a:pt x="36567" y="14529"/>
                  </a:lnTo>
                  <a:cubicBezTo>
                    <a:pt x="36536" y="14620"/>
                    <a:pt x="36445" y="14681"/>
                    <a:pt x="36354" y="14712"/>
                  </a:cubicBezTo>
                  <a:lnTo>
                    <a:pt x="36293" y="14681"/>
                  </a:lnTo>
                  <a:lnTo>
                    <a:pt x="36202" y="14651"/>
                  </a:lnTo>
                  <a:cubicBezTo>
                    <a:pt x="36202" y="14499"/>
                    <a:pt x="36232" y="14347"/>
                    <a:pt x="36293" y="14195"/>
                  </a:cubicBezTo>
                  <a:lnTo>
                    <a:pt x="36354" y="14134"/>
                  </a:lnTo>
                  <a:cubicBezTo>
                    <a:pt x="36384" y="14104"/>
                    <a:pt x="36445" y="14073"/>
                    <a:pt x="36445" y="14043"/>
                  </a:cubicBezTo>
                  <a:cubicBezTo>
                    <a:pt x="36476" y="13952"/>
                    <a:pt x="36567" y="13921"/>
                    <a:pt x="36658" y="13921"/>
                  </a:cubicBezTo>
                  <a:cubicBezTo>
                    <a:pt x="36696" y="13929"/>
                    <a:pt x="36734" y="13933"/>
                    <a:pt x="36771" y="13933"/>
                  </a:cubicBezTo>
                  <a:cubicBezTo>
                    <a:pt x="36884" y="13933"/>
                    <a:pt x="36992" y="13899"/>
                    <a:pt x="37083" y="13830"/>
                  </a:cubicBezTo>
                  <a:lnTo>
                    <a:pt x="37175" y="13709"/>
                  </a:lnTo>
                  <a:cubicBezTo>
                    <a:pt x="37205" y="13769"/>
                    <a:pt x="37258" y="13800"/>
                    <a:pt x="37311" y="13800"/>
                  </a:cubicBezTo>
                  <a:cubicBezTo>
                    <a:pt x="37365" y="13800"/>
                    <a:pt x="37418" y="13769"/>
                    <a:pt x="37448" y="13709"/>
                  </a:cubicBezTo>
                  <a:lnTo>
                    <a:pt x="37539" y="13678"/>
                  </a:lnTo>
                  <a:close/>
                  <a:moveTo>
                    <a:pt x="47874" y="13222"/>
                  </a:moveTo>
                  <a:lnTo>
                    <a:pt x="47965" y="13344"/>
                  </a:lnTo>
                  <a:cubicBezTo>
                    <a:pt x="48041" y="13445"/>
                    <a:pt x="48179" y="13504"/>
                    <a:pt x="48310" y="13504"/>
                  </a:cubicBezTo>
                  <a:cubicBezTo>
                    <a:pt x="48338" y="13504"/>
                    <a:pt x="48365" y="13501"/>
                    <a:pt x="48391" y="13496"/>
                  </a:cubicBezTo>
                  <a:lnTo>
                    <a:pt x="48664" y="13496"/>
                  </a:lnTo>
                  <a:cubicBezTo>
                    <a:pt x="48968" y="13496"/>
                    <a:pt x="49181" y="13405"/>
                    <a:pt x="49151" y="13405"/>
                  </a:cubicBezTo>
                  <a:cubicBezTo>
                    <a:pt x="49120" y="13374"/>
                    <a:pt x="49394" y="13283"/>
                    <a:pt x="49515" y="13283"/>
                  </a:cubicBezTo>
                  <a:cubicBezTo>
                    <a:pt x="49606" y="13313"/>
                    <a:pt x="49728" y="13496"/>
                    <a:pt x="49728" y="13557"/>
                  </a:cubicBezTo>
                  <a:cubicBezTo>
                    <a:pt x="49728" y="13617"/>
                    <a:pt x="49637" y="13678"/>
                    <a:pt x="49515" y="13678"/>
                  </a:cubicBezTo>
                  <a:lnTo>
                    <a:pt x="49485" y="13648"/>
                  </a:lnTo>
                  <a:lnTo>
                    <a:pt x="49394" y="13587"/>
                  </a:lnTo>
                  <a:cubicBezTo>
                    <a:pt x="49303" y="13648"/>
                    <a:pt x="49211" y="13678"/>
                    <a:pt x="49090" y="13709"/>
                  </a:cubicBezTo>
                  <a:lnTo>
                    <a:pt x="48786" y="13648"/>
                  </a:lnTo>
                  <a:lnTo>
                    <a:pt x="48725" y="13709"/>
                  </a:lnTo>
                  <a:lnTo>
                    <a:pt x="48603" y="13769"/>
                  </a:lnTo>
                  <a:cubicBezTo>
                    <a:pt x="48543" y="13709"/>
                    <a:pt x="48512" y="13648"/>
                    <a:pt x="48421" y="13617"/>
                  </a:cubicBezTo>
                  <a:lnTo>
                    <a:pt x="48391" y="13617"/>
                  </a:lnTo>
                  <a:cubicBezTo>
                    <a:pt x="48330" y="13617"/>
                    <a:pt x="48239" y="13648"/>
                    <a:pt x="48178" y="13648"/>
                  </a:cubicBezTo>
                  <a:lnTo>
                    <a:pt x="48117" y="13648"/>
                  </a:lnTo>
                  <a:cubicBezTo>
                    <a:pt x="48105" y="13659"/>
                    <a:pt x="48094" y="13664"/>
                    <a:pt x="48082" y="13664"/>
                  </a:cubicBezTo>
                  <a:cubicBezTo>
                    <a:pt x="48034" y="13664"/>
                    <a:pt x="47990" y="13575"/>
                    <a:pt x="47965" y="13526"/>
                  </a:cubicBezTo>
                  <a:cubicBezTo>
                    <a:pt x="47965" y="13521"/>
                    <a:pt x="47961" y="13519"/>
                    <a:pt x="47954" y="13519"/>
                  </a:cubicBezTo>
                  <a:cubicBezTo>
                    <a:pt x="47916" y="13519"/>
                    <a:pt x="47788" y="13586"/>
                    <a:pt x="47661" y="13739"/>
                  </a:cubicBezTo>
                  <a:lnTo>
                    <a:pt x="47509" y="13800"/>
                  </a:lnTo>
                  <a:cubicBezTo>
                    <a:pt x="47357" y="13861"/>
                    <a:pt x="47388" y="13861"/>
                    <a:pt x="47357" y="13982"/>
                  </a:cubicBezTo>
                  <a:cubicBezTo>
                    <a:pt x="47357" y="14073"/>
                    <a:pt x="47509" y="14073"/>
                    <a:pt x="47540" y="14073"/>
                  </a:cubicBezTo>
                  <a:lnTo>
                    <a:pt x="47631" y="14073"/>
                  </a:lnTo>
                  <a:lnTo>
                    <a:pt x="47661" y="14104"/>
                  </a:lnTo>
                  <a:cubicBezTo>
                    <a:pt x="47661" y="14134"/>
                    <a:pt x="47631" y="14165"/>
                    <a:pt x="47600" y="14165"/>
                  </a:cubicBezTo>
                  <a:lnTo>
                    <a:pt x="47509" y="14165"/>
                  </a:lnTo>
                  <a:cubicBezTo>
                    <a:pt x="47448" y="14165"/>
                    <a:pt x="47357" y="14408"/>
                    <a:pt x="47266" y="14438"/>
                  </a:cubicBezTo>
                  <a:cubicBezTo>
                    <a:pt x="47175" y="14468"/>
                    <a:pt x="47114" y="14499"/>
                    <a:pt x="47053" y="14560"/>
                  </a:cubicBezTo>
                  <a:lnTo>
                    <a:pt x="47053" y="14590"/>
                  </a:lnTo>
                  <a:cubicBezTo>
                    <a:pt x="47175" y="14620"/>
                    <a:pt x="47296" y="14651"/>
                    <a:pt x="47418" y="14681"/>
                  </a:cubicBezTo>
                  <a:lnTo>
                    <a:pt x="47540" y="14742"/>
                  </a:lnTo>
                  <a:lnTo>
                    <a:pt x="47327" y="14742"/>
                  </a:lnTo>
                  <a:cubicBezTo>
                    <a:pt x="47175" y="14712"/>
                    <a:pt x="46992" y="14681"/>
                    <a:pt x="46840" y="14651"/>
                  </a:cubicBezTo>
                  <a:lnTo>
                    <a:pt x="46901" y="14590"/>
                  </a:lnTo>
                  <a:cubicBezTo>
                    <a:pt x="46981" y="14510"/>
                    <a:pt x="46921" y="14336"/>
                    <a:pt x="47090" y="14336"/>
                  </a:cubicBezTo>
                  <a:cubicBezTo>
                    <a:pt x="47114" y="14336"/>
                    <a:pt x="47142" y="14339"/>
                    <a:pt x="47175" y="14347"/>
                  </a:cubicBezTo>
                  <a:cubicBezTo>
                    <a:pt x="47175" y="14347"/>
                    <a:pt x="47266" y="14225"/>
                    <a:pt x="47236" y="14165"/>
                  </a:cubicBezTo>
                  <a:lnTo>
                    <a:pt x="47205" y="14043"/>
                  </a:lnTo>
                  <a:cubicBezTo>
                    <a:pt x="47205" y="13921"/>
                    <a:pt x="47175" y="13800"/>
                    <a:pt x="47114" y="13678"/>
                  </a:cubicBezTo>
                  <a:lnTo>
                    <a:pt x="47053" y="13709"/>
                  </a:lnTo>
                  <a:cubicBezTo>
                    <a:pt x="46992" y="13709"/>
                    <a:pt x="46901" y="13739"/>
                    <a:pt x="46840" y="13800"/>
                  </a:cubicBezTo>
                  <a:lnTo>
                    <a:pt x="46719" y="13861"/>
                  </a:lnTo>
                  <a:cubicBezTo>
                    <a:pt x="46689" y="13800"/>
                    <a:pt x="46840" y="13617"/>
                    <a:pt x="47053" y="13435"/>
                  </a:cubicBezTo>
                  <a:lnTo>
                    <a:pt x="47357" y="13496"/>
                  </a:lnTo>
                  <a:lnTo>
                    <a:pt x="47479" y="13496"/>
                  </a:lnTo>
                  <a:cubicBezTo>
                    <a:pt x="47600" y="13374"/>
                    <a:pt x="47722" y="13283"/>
                    <a:pt x="47874" y="13222"/>
                  </a:cubicBezTo>
                  <a:close/>
                  <a:moveTo>
                    <a:pt x="40539" y="14324"/>
                  </a:moveTo>
                  <a:cubicBezTo>
                    <a:pt x="40557" y="14324"/>
                    <a:pt x="40571" y="14331"/>
                    <a:pt x="40579" y="14347"/>
                  </a:cubicBezTo>
                  <a:cubicBezTo>
                    <a:pt x="40609" y="14377"/>
                    <a:pt x="40518" y="14499"/>
                    <a:pt x="40457" y="14499"/>
                  </a:cubicBezTo>
                  <a:cubicBezTo>
                    <a:pt x="40397" y="14499"/>
                    <a:pt x="40366" y="14529"/>
                    <a:pt x="40366" y="14590"/>
                  </a:cubicBezTo>
                  <a:lnTo>
                    <a:pt x="40488" y="14590"/>
                  </a:lnTo>
                  <a:cubicBezTo>
                    <a:pt x="40518" y="14651"/>
                    <a:pt x="40457" y="14772"/>
                    <a:pt x="40397" y="14772"/>
                  </a:cubicBezTo>
                  <a:cubicBezTo>
                    <a:pt x="40275" y="14712"/>
                    <a:pt x="40153" y="14651"/>
                    <a:pt x="40032" y="14590"/>
                  </a:cubicBezTo>
                  <a:lnTo>
                    <a:pt x="39880" y="14590"/>
                  </a:lnTo>
                  <a:cubicBezTo>
                    <a:pt x="39819" y="14590"/>
                    <a:pt x="39789" y="14560"/>
                    <a:pt x="39758" y="14499"/>
                  </a:cubicBezTo>
                  <a:cubicBezTo>
                    <a:pt x="39758" y="14468"/>
                    <a:pt x="39758" y="14408"/>
                    <a:pt x="39758" y="14377"/>
                  </a:cubicBezTo>
                  <a:cubicBezTo>
                    <a:pt x="39789" y="14362"/>
                    <a:pt x="39811" y="14355"/>
                    <a:pt x="39834" y="14355"/>
                  </a:cubicBezTo>
                  <a:cubicBezTo>
                    <a:pt x="39857" y="14355"/>
                    <a:pt x="39880" y="14362"/>
                    <a:pt x="39910" y="14377"/>
                  </a:cubicBezTo>
                  <a:cubicBezTo>
                    <a:pt x="39971" y="14377"/>
                    <a:pt x="40032" y="14438"/>
                    <a:pt x="40123" y="14438"/>
                  </a:cubicBezTo>
                  <a:lnTo>
                    <a:pt x="40305" y="14499"/>
                  </a:lnTo>
                  <a:cubicBezTo>
                    <a:pt x="40396" y="14386"/>
                    <a:pt x="40486" y="14324"/>
                    <a:pt x="40539" y="14324"/>
                  </a:cubicBezTo>
                  <a:close/>
                  <a:moveTo>
                    <a:pt x="8945" y="14256"/>
                  </a:moveTo>
                  <a:cubicBezTo>
                    <a:pt x="8975" y="14256"/>
                    <a:pt x="9013" y="14286"/>
                    <a:pt x="9059" y="14347"/>
                  </a:cubicBezTo>
                  <a:lnTo>
                    <a:pt x="8937" y="14468"/>
                  </a:lnTo>
                  <a:cubicBezTo>
                    <a:pt x="8907" y="14499"/>
                    <a:pt x="8846" y="14529"/>
                    <a:pt x="8815" y="14620"/>
                  </a:cubicBezTo>
                  <a:cubicBezTo>
                    <a:pt x="8789" y="14699"/>
                    <a:pt x="8808" y="14778"/>
                    <a:pt x="8715" y="14778"/>
                  </a:cubicBezTo>
                  <a:cubicBezTo>
                    <a:pt x="8701" y="14778"/>
                    <a:pt x="8684" y="14777"/>
                    <a:pt x="8663" y="14772"/>
                  </a:cubicBezTo>
                  <a:cubicBezTo>
                    <a:pt x="8633" y="14772"/>
                    <a:pt x="8542" y="14620"/>
                    <a:pt x="8633" y="14560"/>
                  </a:cubicBezTo>
                  <a:cubicBezTo>
                    <a:pt x="8717" y="14504"/>
                    <a:pt x="8672" y="14344"/>
                    <a:pt x="8832" y="14344"/>
                  </a:cubicBezTo>
                  <a:cubicBezTo>
                    <a:pt x="8846" y="14344"/>
                    <a:pt x="8860" y="14345"/>
                    <a:pt x="8876" y="14347"/>
                  </a:cubicBezTo>
                  <a:cubicBezTo>
                    <a:pt x="8891" y="14286"/>
                    <a:pt x="8914" y="14256"/>
                    <a:pt x="8945" y="14256"/>
                  </a:cubicBezTo>
                  <a:close/>
                  <a:moveTo>
                    <a:pt x="45224" y="14738"/>
                  </a:moveTo>
                  <a:cubicBezTo>
                    <a:pt x="45311" y="14738"/>
                    <a:pt x="45406" y="14866"/>
                    <a:pt x="45351" y="14894"/>
                  </a:cubicBezTo>
                  <a:cubicBezTo>
                    <a:pt x="45290" y="14924"/>
                    <a:pt x="45290" y="14985"/>
                    <a:pt x="45290" y="14985"/>
                  </a:cubicBezTo>
                  <a:cubicBezTo>
                    <a:pt x="45230" y="14955"/>
                    <a:pt x="45169" y="14924"/>
                    <a:pt x="45108" y="14894"/>
                  </a:cubicBezTo>
                  <a:cubicBezTo>
                    <a:pt x="45047" y="14864"/>
                    <a:pt x="45078" y="14803"/>
                    <a:pt x="45169" y="14742"/>
                  </a:cubicBezTo>
                  <a:lnTo>
                    <a:pt x="45199" y="14742"/>
                  </a:lnTo>
                  <a:cubicBezTo>
                    <a:pt x="45207" y="14739"/>
                    <a:pt x="45216" y="14738"/>
                    <a:pt x="45224" y="14738"/>
                  </a:cubicBezTo>
                  <a:close/>
                  <a:moveTo>
                    <a:pt x="14038" y="14671"/>
                  </a:moveTo>
                  <a:cubicBezTo>
                    <a:pt x="14169" y="14671"/>
                    <a:pt x="14287" y="14844"/>
                    <a:pt x="14287" y="14924"/>
                  </a:cubicBezTo>
                  <a:cubicBezTo>
                    <a:pt x="14287" y="14963"/>
                    <a:pt x="14305" y="14977"/>
                    <a:pt x="14333" y="14977"/>
                  </a:cubicBezTo>
                  <a:cubicBezTo>
                    <a:pt x="14391" y="14977"/>
                    <a:pt x="14489" y="14915"/>
                    <a:pt x="14530" y="14894"/>
                  </a:cubicBezTo>
                  <a:cubicBezTo>
                    <a:pt x="14545" y="14864"/>
                    <a:pt x="14575" y="14848"/>
                    <a:pt x="14606" y="14848"/>
                  </a:cubicBezTo>
                  <a:cubicBezTo>
                    <a:pt x="14636" y="14848"/>
                    <a:pt x="14667" y="14864"/>
                    <a:pt x="14682" y="14894"/>
                  </a:cubicBezTo>
                  <a:lnTo>
                    <a:pt x="14712" y="14894"/>
                  </a:lnTo>
                  <a:cubicBezTo>
                    <a:pt x="14742" y="14894"/>
                    <a:pt x="14771" y="14893"/>
                    <a:pt x="14800" y="14892"/>
                  </a:cubicBezTo>
                  <a:lnTo>
                    <a:pt x="14800" y="14892"/>
                  </a:lnTo>
                  <a:cubicBezTo>
                    <a:pt x="14743" y="14935"/>
                    <a:pt x="14671" y="14960"/>
                    <a:pt x="14621" y="14985"/>
                  </a:cubicBezTo>
                  <a:lnTo>
                    <a:pt x="14591" y="15016"/>
                  </a:lnTo>
                  <a:cubicBezTo>
                    <a:pt x="14491" y="15091"/>
                    <a:pt x="14370" y="15145"/>
                    <a:pt x="14246" y="15145"/>
                  </a:cubicBezTo>
                  <a:cubicBezTo>
                    <a:pt x="14219" y="15145"/>
                    <a:pt x="14192" y="15143"/>
                    <a:pt x="14165" y="15137"/>
                  </a:cubicBezTo>
                  <a:lnTo>
                    <a:pt x="14013" y="15137"/>
                  </a:lnTo>
                  <a:cubicBezTo>
                    <a:pt x="13892" y="15076"/>
                    <a:pt x="13770" y="14985"/>
                    <a:pt x="13709" y="14894"/>
                  </a:cubicBezTo>
                  <a:cubicBezTo>
                    <a:pt x="13704" y="14884"/>
                    <a:pt x="13696" y="14880"/>
                    <a:pt x="13685" y="14880"/>
                  </a:cubicBezTo>
                  <a:cubicBezTo>
                    <a:pt x="13651" y="14880"/>
                    <a:pt x="13591" y="14927"/>
                    <a:pt x="13547" y="14967"/>
                  </a:cubicBezTo>
                  <a:lnTo>
                    <a:pt x="13547" y="14967"/>
                  </a:lnTo>
                  <a:lnTo>
                    <a:pt x="13527" y="14803"/>
                  </a:lnTo>
                  <a:cubicBezTo>
                    <a:pt x="13527" y="14779"/>
                    <a:pt x="13564" y="14755"/>
                    <a:pt x="13595" y="14746"/>
                  </a:cubicBezTo>
                  <a:lnTo>
                    <a:pt x="13595" y="14746"/>
                  </a:lnTo>
                  <a:cubicBezTo>
                    <a:pt x="13653" y="14777"/>
                    <a:pt x="13712" y="14836"/>
                    <a:pt x="13770" y="14894"/>
                  </a:cubicBezTo>
                  <a:lnTo>
                    <a:pt x="13861" y="14803"/>
                  </a:lnTo>
                  <a:lnTo>
                    <a:pt x="13983" y="14681"/>
                  </a:lnTo>
                  <a:cubicBezTo>
                    <a:pt x="14001" y="14674"/>
                    <a:pt x="14020" y="14671"/>
                    <a:pt x="14038" y="14671"/>
                  </a:cubicBezTo>
                  <a:close/>
                  <a:moveTo>
                    <a:pt x="31973" y="13481"/>
                  </a:moveTo>
                  <a:cubicBezTo>
                    <a:pt x="32015" y="13481"/>
                    <a:pt x="32083" y="13496"/>
                    <a:pt x="32159" y="13526"/>
                  </a:cubicBezTo>
                  <a:lnTo>
                    <a:pt x="32220" y="13709"/>
                  </a:lnTo>
                  <a:lnTo>
                    <a:pt x="32220" y="13739"/>
                  </a:lnTo>
                  <a:cubicBezTo>
                    <a:pt x="32220" y="13761"/>
                    <a:pt x="32228" y="13771"/>
                    <a:pt x="32242" y="13771"/>
                  </a:cubicBezTo>
                  <a:cubicBezTo>
                    <a:pt x="32267" y="13771"/>
                    <a:pt x="32313" y="13737"/>
                    <a:pt x="32372" y="13678"/>
                  </a:cubicBezTo>
                  <a:lnTo>
                    <a:pt x="32433" y="13617"/>
                  </a:lnTo>
                  <a:cubicBezTo>
                    <a:pt x="32463" y="13587"/>
                    <a:pt x="32524" y="13587"/>
                    <a:pt x="32555" y="13587"/>
                  </a:cubicBezTo>
                  <a:lnTo>
                    <a:pt x="32737" y="13921"/>
                  </a:lnTo>
                  <a:cubicBezTo>
                    <a:pt x="32982" y="13832"/>
                    <a:pt x="33194" y="13776"/>
                    <a:pt x="33266" y="13776"/>
                  </a:cubicBezTo>
                  <a:cubicBezTo>
                    <a:pt x="33293" y="13776"/>
                    <a:pt x="33300" y="13783"/>
                    <a:pt x="33284" y="13800"/>
                  </a:cubicBezTo>
                  <a:lnTo>
                    <a:pt x="33254" y="13830"/>
                  </a:lnTo>
                  <a:lnTo>
                    <a:pt x="33162" y="13982"/>
                  </a:lnTo>
                  <a:cubicBezTo>
                    <a:pt x="33151" y="13980"/>
                    <a:pt x="33140" y="13979"/>
                    <a:pt x="33131" y="13979"/>
                  </a:cubicBezTo>
                  <a:cubicBezTo>
                    <a:pt x="33011" y="13979"/>
                    <a:pt x="33015" y="14141"/>
                    <a:pt x="33071" y="14225"/>
                  </a:cubicBezTo>
                  <a:cubicBezTo>
                    <a:pt x="33102" y="14286"/>
                    <a:pt x="32950" y="14408"/>
                    <a:pt x="32737" y="14468"/>
                  </a:cubicBezTo>
                  <a:lnTo>
                    <a:pt x="32463" y="14408"/>
                  </a:lnTo>
                  <a:lnTo>
                    <a:pt x="32372" y="14408"/>
                  </a:lnTo>
                  <a:cubicBezTo>
                    <a:pt x="32281" y="14499"/>
                    <a:pt x="32129" y="14620"/>
                    <a:pt x="32068" y="14620"/>
                  </a:cubicBezTo>
                  <a:cubicBezTo>
                    <a:pt x="32012" y="14592"/>
                    <a:pt x="31748" y="14435"/>
                    <a:pt x="31613" y="14435"/>
                  </a:cubicBezTo>
                  <a:cubicBezTo>
                    <a:pt x="31601" y="14435"/>
                    <a:pt x="31591" y="14436"/>
                    <a:pt x="31582" y="14438"/>
                  </a:cubicBezTo>
                  <a:cubicBezTo>
                    <a:pt x="31460" y="14499"/>
                    <a:pt x="31491" y="14620"/>
                    <a:pt x="31521" y="14620"/>
                  </a:cubicBezTo>
                  <a:cubicBezTo>
                    <a:pt x="31612" y="14712"/>
                    <a:pt x="31734" y="14803"/>
                    <a:pt x="31795" y="14894"/>
                  </a:cubicBezTo>
                  <a:lnTo>
                    <a:pt x="32190" y="14864"/>
                  </a:lnTo>
                  <a:cubicBezTo>
                    <a:pt x="32205" y="14848"/>
                    <a:pt x="32220" y="14841"/>
                    <a:pt x="32235" y="14841"/>
                  </a:cubicBezTo>
                  <a:cubicBezTo>
                    <a:pt x="32251" y="14841"/>
                    <a:pt x="32266" y="14848"/>
                    <a:pt x="32281" y="14864"/>
                  </a:cubicBezTo>
                  <a:lnTo>
                    <a:pt x="32311" y="14864"/>
                  </a:lnTo>
                  <a:cubicBezTo>
                    <a:pt x="32372" y="14924"/>
                    <a:pt x="32311" y="14985"/>
                    <a:pt x="32220" y="15016"/>
                  </a:cubicBezTo>
                  <a:lnTo>
                    <a:pt x="31764" y="15016"/>
                  </a:lnTo>
                  <a:cubicBezTo>
                    <a:pt x="31612" y="15107"/>
                    <a:pt x="31430" y="15168"/>
                    <a:pt x="31278" y="15228"/>
                  </a:cubicBezTo>
                  <a:lnTo>
                    <a:pt x="31217" y="15228"/>
                  </a:lnTo>
                  <a:lnTo>
                    <a:pt x="30761" y="15076"/>
                  </a:lnTo>
                  <a:lnTo>
                    <a:pt x="30609" y="15137"/>
                  </a:lnTo>
                  <a:cubicBezTo>
                    <a:pt x="30560" y="15153"/>
                    <a:pt x="30514" y="15161"/>
                    <a:pt x="30471" y="15161"/>
                  </a:cubicBezTo>
                  <a:cubicBezTo>
                    <a:pt x="30354" y="15161"/>
                    <a:pt x="30267" y="15105"/>
                    <a:pt x="30244" y="15016"/>
                  </a:cubicBezTo>
                  <a:lnTo>
                    <a:pt x="30366" y="14955"/>
                  </a:lnTo>
                  <a:cubicBezTo>
                    <a:pt x="30427" y="14924"/>
                    <a:pt x="30488" y="14924"/>
                    <a:pt x="30548" y="14894"/>
                  </a:cubicBezTo>
                  <a:cubicBezTo>
                    <a:pt x="30670" y="14803"/>
                    <a:pt x="30738" y="14757"/>
                    <a:pt x="30795" y="14757"/>
                  </a:cubicBezTo>
                  <a:cubicBezTo>
                    <a:pt x="30852" y="14757"/>
                    <a:pt x="30898" y="14803"/>
                    <a:pt x="30974" y="14894"/>
                  </a:cubicBezTo>
                  <a:lnTo>
                    <a:pt x="31096" y="15016"/>
                  </a:lnTo>
                  <a:cubicBezTo>
                    <a:pt x="31187" y="14985"/>
                    <a:pt x="31247" y="14742"/>
                    <a:pt x="31187" y="14681"/>
                  </a:cubicBezTo>
                  <a:cubicBezTo>
                    <a:pt x="31096" y="14590"/>
                    <a:pt x="30974" y="14529"/>
                    <a:pt x="30852" y="14529"/>
                  </a:cubicBezTo>
                  <a:lnTo>
                    <a:pt x="30792" y="14560"/>
                  </a:lnTo>
                  <a:cubicBezTo>
                    <a:pt x="30731" y="14560"/>
                    <a:pt x="30697" y="14587"/>
                    <a:pt x="30654" y="14587"/>
                  </a:cubicBezTo>
                  <a:cubicBezTo>
                    <a:pt x="30633" y="14587"/>
                    <a:pt x="30609" y="14580"/>
                    <a:pt x="30579" y="14560"/>
                  </a:cubicBezTo>
                  <a:lnTo>
                    <a:pt x="30518" y="14499"/>
                  </a:lnTo>
                  <a:cubicBezTo>
                    <a:pt x="30427" y="14499"/>
                    <a:pt x="30396" y="14408"/>
                    <a:pt x="30427" y="14347"/>
                  </a:cubicBezTo>
                  <a:lnTo>
                    <a:pt x="30457" y="14286"/>
                  </a:lnTo>
                  <a:cubicBezTo>
                    <a:pt x="30457" y="14256"/>
                    <a:pt x="30457" y="14195"/>
                    <a:pt x="30427" y="14165"/>
                  </a:cubicBezTo>
                  <a:lnTo>
                    <a:pt x="30275" y="14165"/>
                  </a:lnTo>
                  <a:lnTo>
                    <a:pt x="30214" y="14225"/>
                  </a:lnTo>
                  <a:cubicBezTo>
                    <a:pt x="30214" y="14347"/>
                    <a:pt x="30214" y="14468"/>
                    <a:pt x="30214" y="14560"/>
                  </a:cubicBezTo>
                  <a:lnTo>
                    <a:pt x="30275" y="14620"/>
                  </a:lnTo>
                  <a:cubicBezTo>
                    <a:pt x="30336" y="14681"/>
                    <a:pt x="30548" y="14651"/>
                    <a:pt x="30427" y="14803"/>
                  </a:cubicBezTo>
                  <a:cubicBezTo>
                    <a:pt x="30413" y="14816"/>
                    <a:pt x="30393" y="14822"/>
                    <a:pt x="30367" y="14822"/>
                  </a:cubicBezTo>
                  <a:cubicBezTo>
                    <a:pt x="30277" y="14822"/>
                    <a:pt x="30127" y="14746"/>
                    <a:pt x="30032" y="14651"/>
                  </a:cubicBezTo>
                  <a:cubicBezTo>
                    <a:pt x="30026" y="14645"/>
                    <a:pt x="30016" y="14643"/>
                    <a:pt x="30004" y="14643"/>
                  </a:cubicBezTo>
                  <a:cubicBezTo>
                    <a:pt x="29949" y="14643"/>
                    <a:pt x="29838" y="14692"/>
                    <a:pt x="29788" y="14742"/>
                  </a:cubicBezTo>
                  <a:cubicBezTo>
                    <a:pt x="29783" y="14745"/>
                    <a:pt x="29778" y="14746"/>
                    <a:pt x="29773" y="14746"/>
                  </a:cubicBezTo>
                  <a:cubicBezTo>
                    <a:pt x="29723" y="14746"/>
                    <a:pt x="29700" y="14615"/>
                    <a:pt x="29728" y="14560"/>
                  </a:cubicBezTo>
                  <a:cubicBezTo>
                    <a:pt x="29728" y="14538"/>
                    <a:pt x="29720" y="14528"/>
                    <a:pt x="29706" y="14528"/>
                  </a:cubicBezTo>
                  <a:cubicBezTo>
                    <a:pt x="29681" y="14528"/>
                    <a:pt x="29635" y="14562"/>
                    <a:pt x="29576" y="14620"/>
                  </a:cubicBezTo>
                  <a:lnTo>
                    <a:pt x="29333" y="14620"/>
                  </a:lnTo>
                  <a:cubicBezTo>
                    <a:pt x="29315" y="14535"/>
                    <a:pt x="29279" y="14497"/>
                    <a:pt x="29229" y="14497"/>
                  </a:cubicBezTo>
                  <a:cubicBezTo>
                    <a:pt x="29190" y="14497"/>
                    <a:pt x="29142" y="14520"/>
                    <a:pt x="29089" y="14560"/>
                  </a:cubicBezTo>
                  <a:cubicBezTo>
                    <a:pt x="29059" y="14590"/>
                    <a:pt x="29029" y="14620"/>
                    <a:pt x="28998" y="14651"/>
                  </a:cubicBezTo>
                  <a:lnTo>
                    <a:pt x="28968" y="14651"/>
                  </a:lnTo>
                  <a:cubicBezTo>
                    <a:pt x="28907" y="14651"/>
                    <a:pt x="28846" y="14590"/>
                    <a:pt x="28846" y="14560"/>
                  </a:cubicBezTo>
                  <a:cubicBezTo>
                    <a:pt x="28846" y="14529"/>
                    <a:pt x="28846" y="14377"/>
                    <a:pt x="28846" y="14347"/>
                  </a:cubicBezTo>
                  <a:cubicBezTo>
                    <a:pt x="28846" y="14325"/>
                    <a:pt x="28831" y="14304"/>
                    <a:pt x="28822" y="14304"/>
                  </a:cubicBezTo>
                  <a:cubicBezTo>
                    <a:pt x="28818" y="14304"/>
                    <a:pt x="28816" y="14308"/>
                    <a:pt x="28816" y="14317"/>
                  </a:cubicBezTo>
                  <a:lnTo>
                    <a:pt x="28816" y="14347"/>
                  </a:lnTo>
                  <a:cubicBezTo>
                    <a:pt x="28812" y="14351"/>
                    <a:pt x="28805" y="14353"/>
                    <a:pt x="28797" y="14353"/>
                  </a:cubicBezTo>
                  <a:cubicBezTo>
                    <a:pt x="28745" y="14353"/>
                    <a:pt x="28625" y="14282"/>
                    <a:pt x="28573" y="14256"/>
                  </a:cubicBezTo>
                  <a:cubicBezTo>
                    <a:pt x="28567" y="14250"/>
                    <a:pt x="28560" y="14247"/>
                    <a:pt x="28553" y="14247"/>
                  </a:cubicBezTo>
                  <a:cubicBezTo>
                    <a:pt x="28490" y="14247"/>
                    <a:pt x="28402" y="14475"/>
                    <a:pt x="28512" y="14529"/>
                  </a:cubicBezTo>
                  <a:cubicBezTo>
                    <a:pt x="28603" y="14560"/>
                    <a:pt x="28664" y="14681"/>
                    <a:pt x="28664" y="14803"/>
                  </a:cubicBezTo>
                  <a:cubicBezTo>
                    <a:pt x="28603" y="14833"/>
                    <a:pt x="28512" y="14894"/>
                    <a:pt x="28451" y="14924"/>
                  </a:cubicBezTo>
                  <a:cubicBezTo>
                    <a:pt x="28390" y="14924"/>
                    <a:pt x="28238" y="14742"/>
                    <a:pt x="28208" y="14651"/>
                  </a:cubicBezTo>
                  <a:cubicBezTo>
                    <a:pt x="28178" y="14560"/>
                    <a:pt x="27965" y="14560"/>
                    <a:pt x="27874" y="14560"/>
                  </a:cubicBezTo>
                  <a:lnTo>
                    <a:pt x="27570" y="14590"/>
                  </a:lnTo>
                  <a:lnTo>
                    <a:pt x="27387" y="14590"/>
                  </a:lnTo>
                  <a:cubicBezTo>
                    <a:pt x="27366" y="14595"/>
                    <a:pt x="27344" y="14598"/>
                    <a:pt x="27323" y="14598"/>
                  </a:cubicBezTo>
                  <a:cubicBezTo>
                    <a:pt x="27224" y="14598"/>
                    <a:pt x="27133" y="14544"/>
                    <a:pt x="27083" y="14468"/>
                  </a:cubicBezTo>
                  <a:cubicBezTo>
                    <a:pt x="27062" y="14447"/>
                    <a:pt x="27040" y="14426"/>
                    <a:pt x="27008" y="14426"/>
                  </a:cubicBezTo>
                  <a:cubicBezTo>
                    <a:pt x="26995" y="14426"/>
                    <a:pt x="26979" y="14429"/>
                    <a:pt x="26962" y="14438"/>
                  </a:cubicBezTo>
                  <a:lnTo>
                    <a:pt x="26931" y="14438"/>
                  </a:lnTo>
                  <a:cubicBezTo>
                    <a:pt x="26840" y="14468"/>
                    <a:pt x="26931" y="14499"/>
                    <a:pt x="26931" y="14560"/>
                  </a:cubicBezTo>
                  <a:lnTo>
                    <a:pt x="26962" y="14620"/>
                  </a:lnTo>
                  <a:cubicBezTo>
                    <a:pt x="26939" y="14689"/>
                    <a:pt x="26882" y="14723"/>
                    <a:pt x="26829" y="14723"/>
                  </a:cubicBezTo>
                  <a:cubicBezTo>
                    <a:pt x="26812" y="14723"/>
                    <a:pt x="26795" y="14719"/>
                    <a:pt x="26779" y="14712"/>
                  </a:cubicBezTo>
                  <a:lnTo>
                    <a:pt x="26688" y="14681"/>
                  </a:lnTo>
                  <a:lnTo>
                    <a:pt x="26658" y="14651"/>
                  </a:lnTo>
                  <a:cubicBezTo>
                    <a:pt x="26567" y="14590"/>
                    <a:pt x="26658" y="14408"/>
                    <a:pt x="26688" y="14377"/>
                  </a:cubicBezTo>
                  <a:cubicBezTo>
                    <a:pt x="26724" y="14342"/>
                    <a:pt x="26686" y="14327"/>
                    <a:pt x="26637" y="14327"/>
                  </a:cubicBezTo>
                  <a:cubicBezTo>
                    <a:pt x="26602" y="14327"/>
                    <a:pt x="26561" y="14334"/>
                    <a:pt x="26536" y="14347"/>
                  </a:cubicBezTo>
                  <a:cubicBezTo>
                    <a:pt x="26475" y="14377"/>
                    <a:pt x="26415" y="14377"/>
                    <a:pt x="26354" y="14377"/>
                  </a:cubicBezTo>
                  <a:lnTo>
                    <a:pt x="26263" y="14377"/>
                  </a:lnTo>
                  <a:cubicBezTo>
                    <a:pt x="26202" y="14408"/>
                    <a:pt x="26171" y="14438"/>
                    <a:pt x="26171" y="14499"/>
                  </a:cubicBezTo>
                  <a:lnTo>
                    <a:pt x="26202" y="14529"/>
                  </a:lnTo>
                  <a:cubicBezTo>
                    <a:pt x="26232" y="14560"/>
                    <a:pt x="26293" y="14590"/>
                    <a:pt x="26354" y="14620"/>
                  </a:cubicBezTo>
                  <a:cubicBezTo>
                    <a:pt x="26475" y="14651"/>
                    <a:pt x="26597" y="14712"/>
                    <a:pt x="26536" y="14803"/>
                  </a:cubicBezTo>
                  <a:lnTo>
                    <a:pt x="26475" y="14985"/>
                  </a:lnTo>
                  <a:cubicBezTo>
                    <a:pt x="26384" y="14864"/>
                    <a:pt x="25776" y="14894"/>
                    <a:pt x="25594" y="14864"/>
                  </a:cubicBezTo>
                  <a:cubicBezTo>
                    <a:pt x="25442" y="14833"/>
                    <a:pt x="25320" y="14742"/>
                    <a:pt x="25229" y="14620"/>
                  </a:cubicBezTo>
                  <a:cubicBezTo>
                    <a:pt x="25229" y="14590"/>
                    <a:pt x="25412" y="14529"/>
                    <a:pt x="25503" y="14529"/>
                  </a:cubicBezTo>
                  <a:cubicBezTo>
                    <a:pt x="25563" y="14529"/>
                    <a:pt x="25624" y="14499"/>
                    <a:pt x="25594" y="14468"/>
                  </a:cubicBezTo>
                  <a:lnTo>
                    <a:pt x="25442" y="14468"/>
                  </a:lnTo>
                  <a:cubicBezTo>
                    <a:pt x="25290" y="14468"/>
                    <a:pt x="25168" y="14529"/>
                    <a:pt x="25168" y="14651"/>
                  </a:cubicBezTo>
                  <a:lnTo>
                    <a:pt x="25108" y="14742"/>
                  </a:lnTo>
                  <a:cubicBezTo>
                    <a:pt x="25077" y="14772"/>
                    <a:pt x="24956" y="14833"/>
                    <a:pt x="24925" y="14864"/>
                  </a:cubicBezTo>
                  <a:cubicBezTo>
                    <a:pt x="24864" y="14894"/>
                    <a:pt x="24834" y="14955"/>
                    <a:pt x="24804" y="14955"/>
                  </a:cubicBezTo>
                  <a:cubicBezTo>
                    <a:pt x="24779" y="14960"/>
                    <a:pt x="24753" y="14961"/>
                    <a:pt x="24726" y="14961"/>
                  </a:cubicBezTo>
                  <a:cubicBezTo>
                    <a:pt x="24657" y="14961"/>
                    <a:pt x="24581" y="14950"/>
                    <a:pt x="24503" y="14950"/>
                  </a:cubicBezTo>
                  <a:cubicBezTo>
                    <a:pt x="24420" y="14950"/>
                    <a:pt x="24335" y="14963"/>
                    <a:pt x="24256" y="15016"/>
                  </a:cubicBezTo>
                  <a:cubicBezTo>
                    <a:pt x="24252" y="15020"/>
                    <a:pt x="24245" y="15022"/>
                    <a:pt x="24236" y="15022"/>
                  </a:cubicBezTo>
                  <a:cubicBezTo>
                    <a:pt x="24178" y="15022"/>
                    <a:pt x="24035" y="14947"/>
                    <a:pt x="23983" y="14894"/>
                  </a:cubicBezTo>
                  <a:lnTo>
                    <a:pt x="23922" y="14833"/>
                  </a:lnTo>
                  <a:cubicBezTo>
                    <a:pt x="23902" y="14774"/>
                    <a:pt x="23921" y="14741"/>
                    <a:pt x="23969" y="14741"/>
                  </a:cubicBezTo>
                  <a:cubicBezTo>
                    <a:pt x="23996" y="14741"/>
                    <a:pt x="24031" y="14751"/>
                    <a:pt x="24074" y="14772"/>
                  </a:cubicBezTo>
                  <a:lnTo>
                    <a:pt x="24196" y="14681"/>
                  </a:lnTo>
                  <a:lnTo>
                    <a:pt x="24256" y="14651"/>
                  </a:lnTo>
                  <a:cubicBezTo>
                    <a:pt x="24378" y="14651"/>
                    <a:pt x="24530" y="14620"/>
                    <a:pt x="24652" y="14529"/>
                  </a:cubicBezTo>
                  <a:cubicBezTo>
                    <a:pt x="24682" y="14499"/>
                    <a:pt x="24256" y="14499"/>
                    <a:pt x="24074" y="14499"/>
                  </a:cubicBezTo>
                  <a:cubicBezTo>
                    <a:pt x="23927" y="14523"/>
                    <a:pt x="23640" y="14568"/>
                    <a:pt x="23487" y="14568"/>
                  </a:cubicBezTo>
                  <a:cubicBezTo>
                    <a:pt x="23451" y="14568"/>
                    <a:pt x="23423" y="14565"/>
                    <a:pt x="23405" y="14560"/>
                  </a:cubicBezTo>
                  <a:cubicBezTo>
                    <a:pt x="23284" y="14560"/>
                    <a:pt x="23253" y="14408"/>
                    <a:pt x="23284" y="14347"/>
                  </a:cubicBezTo>
                  <a:cubicBezTo>
                    <a:pt x="23299" y="14317"/>
                    <a:pt x="23299" y="14301"/>
                    <a:pt x="23284" y="14301"/>
                  </a:cubicBezTo>
                  <a:cubicBezTo>
                    <a:pt x="23269" y="14301"/>
                    <a:pt x="23238" y="14317"/>
                    <a:pt x="23193" y="14347"/>
                  </a:cubicBezTo>
                  <a:lnTo>
                    <a:pt x="23101" y="14347"/>
                  </a:lnTo>
                  <a:cubicBezTo>
                    <a:pt x="23041" y="14347"/>
                    <a:pt x="23010" y="14377"/>
                    <a:pt x="23010" y="14408"/>
                  </a:cubicBezTo>
                  <a:cubicBezTo>
                    <a:pt x="23010" y="14408"/>
                    <a:pt x="23101" y="14560"/>
                    <a:pt x="23162" y="14742"/>
                  </a:cubicBezTo>
                  <a:lnTo>
                    <a:pt x="23436" y="14681"/>
                  </a:lnTo>
                  <a:cubicBezTo>
                    <a:pt x="23466" y="14681"/>
                    <a:pt x="23497" y="14742"/>
                    <a:pt x="23497" y="14742"/>
                  </a:cubicBezTo>
                  <a:cubicBezTo>
                    <a:pt x="23466" y="14772"/>
                    <a:pt x="23466" y="14803"/>
                    <a:pt x="23436" y="14833"/>
                  </a:cubicBezTo>
                  <a:cubicBezTo>
                    <a:pt x="23418" y="14828"/>
                    <a:pt x="23402" y="14826"/>
                    <a:pt x="23388" y="14826"/>
                  </a:cubicBezTo>
                  <a:cubicBezTo>
                    <a:pt x="23257" y="14826"/>
                    <a:pt x="23286" y="15031"/>
                    <a:pt x="23187" y="15031"/>
                  </a:cubicBezTo>
                  <a:cubicBezTo>
                    <a:pt x="23172" y="15031"/>
                    <a:pt x="23154" y="15027"/>
                    <a:pt x="23132" y="15016"/>
                  </a:cubicBezTo>
                  <a:lnTo>
                    <a:pt x="22858" y="14864"/>
                  </a:lnTo>
                  <a:cubicBezTo>
                    <a:pt x="22767" y="14932"/>
                    <a:pt x="22659" y="14966"/>
                    <a:pt x="22546" y="14966"/>
                  </a:cubicBezTo>
                  <a:cubicBezTo>
                    <a:pt x="22509" y="14966"/>
                    <a:pt x="22471" y="14962"/>
                    <a:pt x="22433" y="14955"/>
                  </a:cubicBezTo>
                  <a:cubicBezTo>
                    <a:pt x="22402" y="14924"/>
                    <a:pt x="22220" y="14803"/>
                    <a:pt x="22159" y="14772"/>
                  </a:cubicBezTo>
                  <a:cubicBezTo>
                    <a:pt x="22098" y="14712"/>
                    <a:pt x="22038" y="14651"/>
                    <a:pt x="21977" y="14590"/>
                  </a:cubicBezTo>
                  <a:lnTo>
                    <a:pt x="21916" y="14590"/>
                  </a:lnTo>
                  <a:lnTo>
                    <a:pt x="21855" y="14620"/>
                  </a:lnTo>
                  <a:cubicBezTo>
                    <a:pt x="21794" y="14712"/>
                    <a:pt x="21734" y="14803"/>
                    <a:pt x="21703" y="14894"/>
                  </a:cubicBezTo>
                  <a:lnTo>
                    <a:pt x="21642" y="14955"/>
                  </a:lnTo>
                  <a:cubicBezTo>
                    <a:pt x="21624" y="14973"/>
                    <a:pt x="21598" y="14978"/>
                    <a:pt x="21568" y="14978"/>
                  </a:cubicBezTo>
                  <a:cubicBezTo>
                    <a:pt x="21536" y="14978"/>
                    <a:pt x="21500" y="14972"/>
                    <a:pt x="21463" y="14972"/>
                  </a:cubicBezTo>
                  <a:cubicBezTo>
                    <a:pt x="21418" y="14972"/>
                    <a:pt x="21374" y="14980"/>
                    <a:pt x="21338" y="15016"/>
                  </a:cubicBezTo>
                  <a:cubicBezTo>
                    <a:pt x="21278" y="14985"/>
                    <a:pt x="21187" y="14955"/>
                    <a:pt x="21095" y="14955"/>
                  </a:cubicBezTo>
                  <a:lnTo>
                    <a:pt x="21035" y="14894"/>
                  </a:lnTo>
                  <a:lnTo>
                    <a:pt x="21004" y="14864"/>
                  </a:lnTo>
                  <a:cubicBezTo>
                    <a:pt x="20700" y="14924"/>
                    <a:pt x="20214" y="15016"/>
                    <a:pt x="19971" y="15076"/>
                  </a:cubicBezTo>
                  <a:lnTo>
                    <a:pt x="19758" y="15016"/>
                  </a:lnTo>
                  <a:lnTo>
                    <a:pt x="19697" y="15016"/>
                  </a:lnTo>
                  <a:cubicBezTo>
                    <a:pt x="19662" y="14992"/>
                    <a:pt x="19627" y="14982"/>
                    <a:pt x="19596" y="14982"/>
                  </a:cubicBezTo>
                  <a:cubicBezTo>
                    <a:pt x="19545" y="14982"/>
                    <a:pt x="19503" y="15008"/>
                    <a:pt x="19484" y="15046"/>
                  </a:cubicBezTo>
                  <a:lnTo>
                    <a:pt x="19424" y="15107"/>
                  </a:lnTo>
                  <a:cubicBezTo>
                    <a:pt x="19393" y="15107"/>
                    <a:pt x="19332" y="15107"/>
                    <a:pt x="19302" y="15076"/>
                  </a:cubicBezTo>
                  <a:cubicBezTo>
                    <a:pt x="19241" y="15046"/>
                    <a:pt x="19484" y="14985"/>
                    <a:pt x="19302" y="14955"/>
                  </a:cubicBezTo>
                  <a:lnTo>
                    <a:pt x="19184" y="14938"/>
                  </a:lnTo>
                  <a:lnTo>
                    <a:pt x="19184" y="14938"/>
                  </a:lnTo>
                  <a:lnTo>
                    <a:pt x="19211" y="14924"/>
                  </a:lnTo>
                  <a:cubicBezTo>
                    <a:pt x="19272" y="14894"/>
                    <a:pt x="19089" y="14712"/>
                    <a:pt x="19028" y="14620"/>
                  </a:cubicBezTo>
                  <a:cubicBezTo>
                    <a:pt x="18979" y="14571"/>
                    <a:pt x="19169" y="14482"/>
                    <a:pt x="19323" y="14482"/>
                  </a:cubicBezTo>
                  <a:cubicBezTo>
                    <a:pt x="19360" y="14482"/>
                    <a:pt x="19395" y="14487"/>
                    <a:pt x="19424" y="14499"/>
                  </a:cubicBezTo>
                  <a:cubicBezTo>
                    <a:pt x="19545" y="14560"/>
                    <a:pt x="19515" y="14620"/>
                    <a:pt x="19454" y="14620"/>
                  </a:cubicBezTo>
                  <a:cubicBezTo>
                    <a:pt x="19393" y="14620"/>
                    <a:pt x="19393" y="14681"/>
                    <a:pt x="19424" y="14712"/>
                  </a:cubicBezTo>
                  <a:cubicBezTo>
                    <a:pt x="19484" y="14772"/>
                    <a:pt x="19545" y="14803"/>
                    <a:pt x="19636" y="14833"/>
                  </a:cubicBezTo>
                  <a:cubicBezTo>
                    <a:pt x="19641" y="14837"/>
                    <a:pt x="19645" y="14839"/>
                    <a:pt x="19651" y="14839"/>
                  </a:cubicBezTo>
                  <a:cubicBezTo>
                    <a:pt x="19683" y="14839"/>
                    <a:pt x="19732" y="14768"/>
                    <a:pt x="19758" y="14742"/>
                  </a:cubicBezTo>
                  <a:cubicBezTo>
                    <a:pt x="19758" y="14681"/>
                    <a:pt x="19849" y="14651"/>
                    <a:pt x="19971" y="14651"/>
                  </a:cubicBezTo>
                  <a:lnTo>
                    <a:pt x="19971" y="14499"/>
                  </a:lnTo>
                  <a:lnTo>
                    <a:pt x="19971" y="14317"/>
                  </a:lnTo>
                  <a:cubicBezTo>
                    <a:pt x="20092" y="14347"/>
                    <a:pt x="20214" y="14377"/>
                    <a:pt x="20335" y="14377"/>
                  </a:cubicBezTo>
                  <a:cubicBezTo>
                    <a:pt x="20359" y="14354"/>
                    <a:pt x="20504" y="14296"/>
                    <a:pt x="20560" y="14296"/>
                  </a:cubicBezTo>
                  <a:cubicBezTo>
                    <a:pt x="20577" y="14296"/>
                    <a:pt x="20586" y="14302"/>
                    <a:pt x="20579" y="14317"/>
                  </a:cubicBezTo>
                  <a:cubicBezTo>
                    <a:pt x="20579" y="14342"/>
                    <a:pt x="20611" y="14352"/>
                    <a:pt x="20653" y="14352"/>
                  </a:cubicBezTo>
                  <a:cubicBezTo>
                    <a:pt x="20711" y="14352"/>
                    <a:pt x="20787" y="14334"/>
                    <a:pt x="20822" y="14317"/>
                  </a:cubicBezTo>
                  <a:cubicBezTo>
                    <a:pt x="20842" y="14303"/>
                    <a:pt x="20863" y="14297"/>
                    <a:pt x="20885" y="14297"/>
                  </a:cubicBezTo>
                  <a:cubicBezTo>
                    <a:pt x="20963" y="14297"/>
                    <a:pt x="21048" y="14374"/>
                    <a:pt x="21095" y="14468"/>
                  </a:cubicBezTo>
                  <a:lnTo>
                    <a:pt x="21278" y="14317"/>
                  </a:lnTo>
                  <a:cubicBezTo>
                    <a:pt x="21323" y="14301"/>
                    <a:pt x="21361" y="14294"/>
                    <a:pt x="21395" y="14294"/>
                  </a:cubicBezTo>
                  <a:cubicBezTo>
                    <a:pt x="21430" y="14294"/>
                    <a:pt x="21460" y="14301"/>
                    <a:pt x="21490" y="14317"/>
                  </a:cubicBezTo>
                  <a:cubicBezTo>
                    <a:pt x="21543" y="14369"/>
                    <a:pt x="21588" y="14389"/>
                    <a:pt x="21628" y="14389"/>
                  </a:cubicBezTo>
                  <a:cubicBezTo>
                    <a:pt x="21705" y="14389"/>
                    <a:pt x="21765" y="14316"/>
                    <a:pt x="21825" y="14256"/>
                  </a:cubicBezTo>
                  <a:lnTo>
                    <a:pt x="22220" y="13952"/>
                  </a:lnTo>
                  <a:cubicBezTo>
                    <a:pt x="22281" y="13952"/>
                    <a:pt x="22311" y="13982"/>
                    <a:pt x="22342" y="13982"/>
                  </a:cubicBezTo>
                  <a:cubicBezTo>
                    <a:pt x="22454" y="14095"/>
                    <a:pt x="22584" y="14157"/>
                    <a:pt x="22717" y="14157"/>
                  </a:cubicBezTo>
                  <a:cubicBezTo>
                    <a:pt x="22764" y="14157"/>
                    <a:pt x="22811" y="14150"/>
                    <a:pt x="22858" y="14134"/>
                  </a:cubicBezTo>
                  <a:lnTo>
                    <a:pt x="23193" y="14104"/>
                  </a:lnTo>
                  <a:cubicBezTo>
                    <a:pt x="23284" y="14138"/>
                    <a:pt x="23379" y="14155"/>
                    <a:pt x="23473" y="14155"/>
                  </a:cubicBezTo>
                  <a:cubicBezTo>
                    <a:pt x="23628" y="14155"/>
                    <a:pt x="23778" y="14108"/>
                    <a:pt x="23892" y="14013"/>
                  </a:cubicBezTo>
                  <a:lnTo>
                    <a:pt x="24196" y="14013"/>
                  </a:lnTo>
                  <a:cubicBezTo>
                    <a:pt x="24198" y="14015"/>
                    <a:pt x="24201" y="14017"/>
                    <a:pt x="24203" y="14017"/>
                  </a:cubicBezTo>
                  <a:cubicBezTo>
                    <a:pt x="24227" y="14017"/>
                    <a:pt x="24234" y="13891"/>
                    <a:pt x="24317" y="13891"/>
                  </a:cubicBezTo>
                  <a:cubicBezTo>
                    <a:pt x="24378" y="13891"/>
                    <a:pt x="24439" y="13952"/>
                    <a:pt x="24530" y="13952"/>
                  </a:cubicBezTo>
                  <a:cubicBezTo>
                    <a:pt x="24568" y="13964"/>
                    <a:pt x="24606" y="13972"/>
                    <a:pt x="24643" y="13972"/>
                  </a:cubicBezTo>
                  <a:cubicBezTo>
                    <a:pt x="24697" y="13972"/>
                    <a:pt x="24750" y="13957"/>
                    <a:pt x="24804" y="13921"/>
                  </a:cubicBezTo>
                  <a:cubicBezTo>
                    <a:pt x="24840" y="13907"/>
                    <a:pt x="24866" y="13901"/>
                    <a:pt x="24885" y="13901"/>
                  </a:cubicBezTo>
                  <a:cubicBezTo>
                    <a:pt x="24944" y="13901"/>
                    <a:pt x="24932" y="13959"/>
                    <a:pt x="24956" y="13982"/>
                  </a:cubicBezTo>
                  <a:cubicBezTo>
                    <a:pt x="24956" y="14013"/>
                    <a:pt x="24986" y="14043"/>
                    <a:pt x="25047" y="14043"/>
                  </a:cubicBezTo>
                  <a:lnTo>
                    <a:pt x="25260" y="14043"/>
                  </a:lnTo>
                  <a:lnTo>
                    <a:pt x="25563" y="14104"/>
                  </a:lnTo>
                  <a:cubicBezTo>
                    <a:pt x="25632" y="14035"/>
                    <a:pt x="25717" y="14001"/>
                    <a:pt x="25807" y="14001"/>
                  </a:cubicBezTo>
                  <a:cubicBezTo>
                    <a:pt x="25837" y="14001"/>
                    <a:pt x="25867" y="14005"/>
                    <a:pt x="25898" y="14013"/>
                  </a:cubicBezTo>
                  <a:cubicBezTo>
                    <a:pt x="25926" y="14069"/>
                    <a:pt x="26110" y="14229"/>
                    <a:pt x="26233" y="14229"/>
                  </a:cubicBezTo>
                  <a:cubicBezTo>
                    <a:pt x="26244" y="14229"/>
                    <a:pt x="26253" y="14228"/>
                    <a:pt x="26263" y="14225"/>
                  </a:cubicBezTo>
                  <a:cubicBezTo>
                    <a:pt x="26384" y="14195"/>
                    <a:pt x="26445" y="14134"/>
                    <a:pt x="26415" y="14073"/>
                  </a:cubicBezTo>
                  <a:lnTo>
                    <a:pt x="26415" y="14043"/>
                  </a:lnTo>
                  <a:cubicBezTo>
                    <a:pt x="26415" y="13982"/>
                    <a:pt x="26445" y="13952"/>
                    <a:pt x="26475" y="13921"/>
                  </a:cubicBezTo>
                  <a:cubicBezTo>
                    <a:pt x="26504" y="13892"/>
                    <a:pt x="26521" y="13882"/>
                    <a:pt x="26531" y="13882"/>
                  </a:cubicBezTo>
                  <a:cubicBezTo>
                    <a:pt x="26553" y="13882"/>
                    <a:pt x="26546" y="13931"/>
                    <a:pt x="26567" y="13952"/>
                  </a:cubicBezTo>
                  <a:lnTo>
                    <a:pt x="26658" y="14073"/>
                  </a:lnTo>
                  <a:cubicBezTo>
                    <a:pt x="26719" y="14013"/>
                    <a:pt x="26779" y="13921"/>
                    <a:pt x="26749" y="13861"/>
                  </a:cubicBezTo>
                  <a:lnTo>
                    <a:pt x="26749" y="13861"/>
                  </a:lnTo>
                  <a:lnTo>
                    <a:pt x="26901" y="13921"/>
                  </a:lnTo>
                  <a:cubicBezTo>
                    <a:pt x="26966" y="13965"/>
                    <a:pt x="27038" y="13973"/>
                    <a:pt x="27113" y="13973"/>
                  </a:cubicBezTo>
                  <a:cubicBezTo>
                    <a:pt x="27163" y="13973"/>
                    <a:pt x="27213" y="13969"/>
                    <a:pt x="27263" y="13969"/>
                  </a:cubicBezTo>
                  <a:cubicBezTo>
                    <a:pt x="27350" y="13969"/>
                    <a:pt x="27434" y="13981"/>
                    <a:pt x="27509" y="14043"/>
                  </a:cubicBezTo>
                  <a:lnTo>
                    <a:pt x="27539" y="14043"/>
                  </a:lnTo>
                  <a:cubicBezTo>
                    <a:pt x="27569" y="14025"/>
                    <a:pt x="27597" y="14018"/>
                    <a:pt x="27623" y="14018"/>
                  </a:cubicBezTo>
                  <a:cubicBezTo>
                    <a:pt x="27734" y="14018"/>
                    <a:pt x="27813" y="14146"/>
                    <a:pt x="27813" y="14195"/>
                  </a:cubicBezTo>
                  <a:cubicBezTo>
                    <a:pt x="27813" y="14256"/>
                    <a:pt x="27722" y="14347"/>
                    <a:pt x="27600" y="14408"/>
                  </a:cubicBezTo>
                  <a:lnTo>
                    <a:pt x="27813" y="14438"/>
                  </a:lnTo>
                  <a:cubicBezTo>
                    <a:pt x="27829" y="14442"/>
                    <a:pt x="27843" y="14444"/>
                    <a:pt x="27854" y="14444"/>
                  </a:cubicBezTo>
                  <a:cubicBezTo>
                    <a:pt x="27927" y="14444"/>
                    <a:pt x="27904" y="14365"/>
                    <a:pt x="27904" y="14286"/>
                  </a:cubicBezTo>
                  <a:lnTo>
                    <a:pt x="27904" y="14225"/>
                  </a:lnTo>
                  <a:cubicBezTo>
                    <a:pt x="27904" y="14139"/>
                    <a:pt x="28068" y="13889"/>
                    <a:pt x="28188" y="13889"/>
                  </a:cubicBezTo>
                  <a:cubicBezTo>
                    <a:pt x="28195" y="13889"/>
                    <a:pt x="28202" y="13889"/>
                    <a:pt x="28208" y="13891"/>
                  </a:cubicBezTo>
                  <a:cubicBezTo>
                    <a:pt x="28240" y="13899"/>
                    <a:pt x="28271" y="13903"/>
                    <a:pt x="28298" y="13903"/>
                  </a:cubicBezTo>
                  <a:cubicBezTo>
                    <a:pt x="28372" y="13903"/>
                    <a:pt x="28421" y="13875"/>
                    <a:pt x="28421" y="13830"/>
                  </a:cubicBezTo>
                  <a:lnTo>
                    <a:pt x="28421" y="13678"/>
                  </a:lnTo>
                  <a:cubicBezTo>
                    <a:pt x="28633" y="13739"/>
                    <a:pt x="28846" y="13800"/>
                    <a:pt x="29059" y="13830"/>
                  </a:cubicBezTo>
                  <a:cubicBezTo>
                    <a:pt x="29241" y="13800"/>
                    <a:pt x="29424" y="13739"/>
                    <a:pt x="29606" y="13678"/>
                  </a:cubicBezTo>
                  <a:lnTo>
                    <a:pt x="29819" y="13617"/>
                  </a:lnTo>
                  <a:lnTo>
                    <a:pt x="29880" y="13617"/>
                  </a:lnTo>
                  <a:cubicBezTo>
                    <a:pt x="30001" y="13617"/>
                    <a:pt x="29971" y="13709"/>
                    <a:pt x="29849" y="13830"/>
                  </a:cubicBezTo>
                  <a:lnTo>
                    <a:pt x="29728" y="13861"/>
                  </a:lnTo>
                  <a:lnTo>
                    <a:pt x="29576" y="13921"/>
                  </a:lnTo>
                  <a:cubicBezTo>
                    <a:pt x="29393" y="13952"/>
                    <a:pt x="29302" y="14043"/>
                    <a:pt x="29333" y="14134"/>
                  </a:cubicBezTo>
                  <a:lnTo>
                    <a:pt x="29515" y="14043"/>
                  </a:lnTo>
                  <a:cubicBezTo>
                    <a:pt x="29667" y="13982"/>
                    <a:pt x="29849" y="14013"/>
                    <a:pt x="29971" y="13830"/>
                  </a:cubicBezTo>
                  <a:lnTo>
                    <a:pt x="30032" y="13769"/>
                  </a:lnTo>
                  <a:cubicBezTo>
                    <a:pt x="30168" y="13754"/>
                    <a:pt x="30313" y="13747"/>
                    <a:pt x="30457" y="13747"/>
                  </a:cubicBezTo>
                  <a:cubicBezTo>
                    <a:pt x="30602" y="13747"/>
                    <a:pt x="30746" y="13754"/>
                    <a:pt x="30883" y="13769"/>
                  </a:cubicBezTo>
                  <a:lnTo>
                    <a:pt x="31369" y="13769"/>
                  </a:lnTo>
                  <a:cubicBezTo>
                    <a:pt x="31643" y="13739"/>
                    <a:pt x="31977" y="13557"/>
                    <a:pt x="31947" y="13526"/>
                  </a:cubicBezTo>
                  <a:cubicBezTo>
                    <a:pt x="31916" y="13496"/>
                    <a:pt x="31931" y="13481"/>
                    <a:pt x="31973" y="13481"/>
                  </a:cubicBezTo>
                  <a:close/>
                  <a:moveTo>
                    <a:pt x="29978" y="14822"/>
                  </a:moveTo>
                  <a:cubicBezTo>
                    <a:pt x="30098" y="14822"/>
                    <a:pt x="30184" y="14856"/>
                    <a:pt x="30184" y="14924"/>
                  </a:cubicBezTo>
                  <a:lnTo>
                    <a:pt x="30153" y="14955"/>
                  </a:lnTo>
                  <a:cubicBezTo>
                    <a:pt x="30153" y="15016"/>
                    <a:pt x="30123" y="15046"/>
                    <a:pt x="30032" y="15076"/>
                  </a:cubicBezTo>
                  <a:cubicBezTo>
                    <a:pt x="29971" y="15137"/>
                    <a:pt x="29971" y="15168"/>
                    <a:pt x="30032" y="15198"/>
                  </a:cubicBezTo>
                  <a:lnTo>
                    <a:pt x="30062" y="15228"/>
                  </a:lnTo>
                  <a:cubicBezTo>
                    <a:pt x="30047" y="15274"/>
                    <a:pt x="30016" y="15297"/>
                    <a:pt x="29982" y="15297"/>
                  </a:cubicBezTo>
                  <a:cubicBezTo>
                    <a:pt x="29948" y="15297"/>
                    <a:pt x="29910" y="15274"/>
                    <a:pt x="29880" y="15228"/>
                  </a:cubicBezTo>
                  <a:lnTo>
                    <a:pt x="29880" y="15168"/>
                  </a:lnTo>
                  <a:cubicBezTo>
                    <a:pt x="29880" y="15076"/>
                    <a:pt x="29880" y="15016"/>
                    <a:pt x="29728" y="15016"/>
                  </a:cubicBezTo>
                  <a:cubicBezTo>
                    <a:pt x="29637" y="15016"/>
                    <a:pt x="29637" y="14864"/>
                    <a:pt x="29728" y="14864"/>
                  </a:cubicBezTo>
                  <a:lnTo>
                    <a:pt x="29849" y="14833"/>
                  </a:lnTo>
                  <a:cubicBezTo>
                    <a:pt x="29895" y="14826"/>
                    <a:pt x="29939" y="14822"/>
                    <a:pt x="29978" y="14822"/>
                  </a:cubicBezTo>
                  <a:close/>
                  <a:moveTo>
                    <a:pt x="18269" y="14225"/>
                  </a:moveTo>
                  <a:cubicBezTo>
                    <a:pt x="18329" y="14225"/>
                    <a:pt x="18329" y="14256"/>
                    <a:pt x="18329" y="14286"/>
                  </a:cubicBezTo>
                  <a:lnTo>
                    <a:pt x="18329" y="14317"/>
                  </a:lnTo>
                  <a:lnTo>
                    <a:pt x="18329" y="14499"/>
                  </a:lnTo>
                  <a:cubicBezTo>
                    <a:pt x="18390" y="14620"/>
                    <a:pt x="18816" y="14712"/>
                    <a:pt x="18876" y="14772"/>
                  </a:cubicBezTo>
                  <a:cubicBezTo>
                    <a:pt x="18937" y="14803"/>
                    <a:pt x="18937" y="14955"/>
                    <a:pt x="18846" y="15046"/>
                  </a:cubicBezTo>
                  <a:lnTo>
                    <a:pt x="18694" y="14894"/>
                  </a:lnTo>
                  <a:lnTo>
                    <a:pt x="18603" y="14894"/>
                  </a:lnTo>
                  <a:cubicBezTo>
                    <a:pt x="18572" y="14894"/>
                    <a:pt x="18512" y="14924"/>
                    <a:pt x="18512" y="14955"/>
                  </a:cubicBezTo>
                  <a:cubicBezTo>
                    <a:pt x="18512" y="14985"/>
                    <a:pt x="18572" y="15046"/>
                    <a:pt x="18572" y="15046"/>
                  </a:cubicBezTo>
                  <a:cubicBezTo>
                    <a:pt x="18626" y="15054"/>
                    <a:pt x="18677" y="15057"/>
                    <a:pt x="18727" y="15057"/>
                  </a:cubicBezTo>
                  <a:cubicBezTo>
                    <a:pt x="18854" y="15057"/>
                    <a:pt x="18972" y="15033"/>
                    <a:pt x="19089" y="14983"/>
                  </a:cubicBezTo>
                  <a:lnTo>
                    <a:pt x="19089" y="14983"/>
                  </a:lnTo>
                  <a:cubicBezTo>
                    <a:pt x="19089" y="15092"/>
                    <a:pt x="19089" y="15217"/>
                    <a:pt x="19089" y="15320"/>
                  </a:cubicBezTo>
                  <a:lnTo>
                    <a:pt x="19028" y="15259"/>
                  </a:lnTo>
                  <a:lnTo>
                    <a:pt x="18846" y="15137"/>
                  </a:lnTo>
                  <a:cubicBezTo>
                    <a:pt x="18664" y="15137"/>
                    <a:pt x="18481" y="15076"/>
                    <a:pt x="18390" y="14924"/>
                  </a:cubicBezTo>
                  <a:cubicBezTo>
                    <a:pt x="18360" y="14833"/>
                    <a:pt x="18481" y="14651"/>
                    <a:pt x="18481" y="14651"/>
                  </a:cubicBezTo>
                  <a:lnTo>
                    <a:pt x="18481" y="14651"/>
                  </a:lnTo>
                  <a:cubicBezTo>
                    <a:pt x="18360" y="14712"/>
                    <a:pt x="18238" y="14803"/>
                    <a:pt x="18147" y="14924"/>
                  </a:cubicBezTo>
                  <a:cubicBezTo>
                    <a:pt x="18147" y="14985"/>
                    <a:pt x="18117" y="15076"/>
                    <a:pt x="18117" y="15168"/>
                  </a:cubicBezTo>
                  <a:lnTo>
                    <a:pt x="18056" y="15198"/>
                  </a:lnTo>
                  <a:cubicBezTo>
                    <a:pt x="17995" y="15228"/>
                    <a:pt x="17904" y="15259"/>
                    <a:pt x="17813" y="15259"/>
                  </a:cubicBezTo>
                  <a:lnTo>
                    <a:pt x="17752" y="15259"/>
                  </a:lnTo>
                  <a:cubicBezTo>
                    <a:pt x="17727" y="15209"/>
                    <a:pt x="17662" y="15160"/>
                    <a:pt x="17622" y="15160"/>
                  </a:cubicBezTo>
                  <a:cubicBezTo>
                    <a:pt x="17613" y="15160"/>
                    <a:pt x="17605" y="15162"/>
                    <a:pt x="17600" y="15168"/>
                  </a:cubicBezTo>
                  <a:lnTo>
                    <a:pt x="17569" y="15198"/>
                  </a:lnTo>
                  <a:lnTo>
                    <a:pt x="17539" y="15228"/>
                  </a:lnTo>
                  <a:lnTo>
                    <a:pt x="17387" y="15228"/>
                  </a:lnTo>
                  <a:lnTo>
                    <a:pt x="17357" y="15168"/>
                  </a:lnTo>
                  <a:lnTo>
                    <a:pt x="17296" y="15107"/>
                  </a:lnTo>
                  <a:cubicBezTo>
                    <a:pt x="17265" y="14985"/>
                    <a:pt x="17296" y="14864"/>
                    <a:pt x="17417" y="14833"/>
                  </a:cubicBezTo>
                  <a:cubicBezTo>
                    <a:pt x="17448" y="14833"/>
                    <a:pt x="17478" y="14833"/>
                    <a:pt x="17509" y="14803"/>
                  </a:cubicBezTo>
                  <a:cubicBezTo>
                    <a:pt x="17417" y="14772"/>
                    <a:pt x="17357" y="14772"/>
                    <a:pt x="17265" y="14772"/>
                  </a:cubicBezTo>
                  <a:cubicBezTo>
                    <a:pt x="17205" y="14772"/>
                    <a:pt x="17113" y="14864"/>
                    <a:pt x="17053" y="14955"/>
                  </a:cubicBezTo>
                  <a:lnTo>
                    <a:pt x="16992" y="15046"/>
                  </a:lnTo>
                  <a:cubicBezTo>
                    <a:pt x="16992" y="15107"/>
                    <a:pt x="16962" y="15168"/>
                    <a:pt x="16901" y="15168"/>
                  </a:cubicBezTo>
                  <a:cubicBezTo>
                    <a:pt x="16840" y="15228"/>
                    <a:pt x="16749" y="15259"/>
                    <a:pt x="16658" y="15259"/>
                  </a:cubicBezTo>
                  <a:cubicBezTo>
                    <a:pt x="16627" y="15259"/>
                    <a:pt x="16597" y="15228"/>
                    <a:pt x="16597" y="15198"/>
                  </a:cubicBezTo>
                  <a:cubicBezTo>
                    <a:pt x="16566" y="15198"/>
                    <a:pt x="16597" y="15137"/>
                    <a:pt x="16597" y="15137"/>
                  </a:cubicBezTo>
                  <a:lnTo>
                    <a:pt x="16688" y="15076"/>
                  </a:lnTo>
                  <a:cubicBezTo>
                    <a:pt x="16840" y="15016"/>
                    <a:pt x="16779" y="14894"/>
                    <a:pt x="16566" y="14833"/>
                  </a:cubicBezTo>
                  <a:lnTo>
                    <a:pt x="16384" y="14772"/>
                  </a:lnTo>
                  <a:cubicBezTo>
                    <a:pt x="16372" y="14772"/>
                    <a:pt x="16350" y="14768"/>
                    <a:pt x="16332" y="14768"/>
                  </a:cubicBezTo>
                  <a:cubicBezTo>
                    <a:pt x="16305" y="14768"/>
                    <a:pt x="16287" y="14779"/>
                    <a:pt x="16323" y="14833"/>
                  </a:cubicBezTo>
                  <a:lnTo>
                    <a:pt x="16323" y="14864"/>
                  </a:lnTo>
                  <a:cubicBezTo>
                    <a:pt x="16354" y="14894"/>
                    <a:pt x="16171" y="14924"/>
                    <a:pt x="15958" y="14924"/>
                  </a:cubicBezTo>
                  <a:lnTo>
                    <a:pt x="15867" y="14742"/>
                  </a:lnTo>
                  <a:lnTo>
                    <a:pt x="15867" y="14738"/>
                  </a:lnTo>
                  <a:lnTo>
                    <a:pt x="15867" y="14738"/>
                  </a:lnTo>
                  <a:cubicBezTo>
                    <a:pt x="15938" y="14724"/>
                    <a:pt x="16009" y="14705"/>
                    <a:pt x="16080" y="14681"/>
                  </a:cubicBezTo>
                  <a:lnTo>
                    <a:pt x="16262" y="14590"/>
                  </a:lnTo>
                  <a:cubicBezTo>
                    <a:pt x="16278" y="14575"/>
                    <a:pt x="16293" y="14567"/>
                    <a:pt x="16308" y="14567"/>
                  </a:cubicBezTo>
                  <a:cubicBezTo>
                    <a:pt x="16323" y="14567"/>
                    <a:pt x="16338" y="14575"/>
                    <a:pt x="16354" y="14590"/>
                  </a:cubicBezTo>
                  <a:lnTo>
                    <a:pt x="16475" y="14681"/>
                  </a:lnTo>
                  <a:lnTo>
                    <a:pt x="16962" y="14529"/>
                  </a:lnTo>
                  <a:lnTo>
                    <a:pt x="17083" y="14620"/>
                  </a:lnTo>
                  <a:cubicBezTo>
                    <a:pt x="17154" y="14651"/>
                    <a:pt x="17222" y="14661"/>
                    <a:pt x="17287" y="14661"/>
                  </a:cubicBezTo>
                  <a:cubicBezTo>
                    <a:pt x="17417" y="14661"/>
                    <a:pt x="17539" y="14620"/>
                    <a:pt x="17661" y="14620"/>
                  </a:cubicBezTo>
                  <a:lnTo>
                    <a:pt x="17873" y="14620"/>
                  </a:lnTo>
                  <a:cubicBezTo>
                    <a:pt x="17879" y="14638"/>
                    <a:pt x="17889" y="14645"/>
                    <a:pt x="17903" y="14645"/>
                  </a:cubicBezTo>
                  <a:cubicBezTo>
                    <a:pt x="17958" y="14645"/>
                    <a:pt x="18067" y="14512"/>
                    <a:pt x="18117" y="14438"/>
                  </a:cubicBezTo>
                  <a:cubicBezTo>
                    <a:pt x="18147" y="14347"/>
                    <a:pt x="18238" y="14225"/>
                    <a:pt x="18269" y="14225"/>
                  </a:cubicBezTo>
                  <a:close/>
                  <a:moveTo>
                    <a:pt x="15803" y="14750"/>
                  </a:moveTo>
                  <a:cubicBezTo>
                    <a:pt x="15770" y="14804"/>
                    <a:pt x="15746" y="14898"/>
                    <a:pt x="15746" y="14955"/>
                  </a:cubicBezTo>
                  <a:cubicBezTo>
                    <a:pt x="15746" y="15016"/>
                    <a:pt x="15928" y="15046"/>
                    <a:pt x="15958" y="15046"/>
                  </a:cubicBezTo>
                  <a:cubicBezTo>
                    <a:pt x="16019" y="15046"/>
                    <a:pt x="16050" y="15107"/>
                    <a:pt x="16080" y="15198"/>
                  </a:cubicBezTo>
                  <a:lnTo>
                    <a:pt x="16050" y="15228"/>
                  </a:lnTo>
                  <a:lnTo>
                    <a:pt x="15958" y="15320"/>
                  </a:lnTo>
                  <a:cubicBezTo>
                    <a:pt x="15853" y="15337"/>
                    <a:pt x="15778" y="15355"/>
                    <a:pt x="15734" y="15355"/>
                  </a:cubicBezTo>
                  <a:cubicBezTo>
                    <a:pt x="15701" y="15355"/>
                    <a:pt x="15685" y="15345"/>
                    <a:pt x="15685" y="15320"/>
                  </a:cubicBezTo>
                  <a:lnTo>
                    <a:pt x="15654" y="15259"/>
                  </a:lnTo>
                  <a:cubicBezTo>
                    <a:pt x="15624" y="15228"/>
                    <a:pt x="15563" y="15168"/>
                    <a:pt x="15533" y="15168"/>
                  </a:cubicBezTo>
                  <a:cubicBezTo>
                    <a:pt x="15411" y="15198"/>
                    <a:pt x="15442" y="15259"/>
                    <a:pt x="15503" y="15320"/>
                  </a:cubicBezTo>
                  <a:lnTo>
                    <a:pt x="15503" y="15350"/>
                  </a:lnTo>
                  <a:cubicBezTo>
                    <a:pt x="15520" y="15368"/>
                    <a:pt x="15497" y="15385"/>
                    <a:pt x="15445" y="15385"/>
                  </a:cubicBezTo>
                  <a:cubicBezTo>
                    <a:pt x="15407" y="15385"/>
                    <a:pt x="15354" y="15376"/>
                    <a:pt x="15290" y="15350"/>
                  </a:cubicBezTo>
                  <a:lnTo>
                    <a:pt x="15199" y="15320"/>
                  </a:lnTo>
                  <a:cubicBezTo>
                    <a:pt x="15168" y="15320"/>
                    <a:pt x="15138" y="15259"/>
                    <a:pt x="15138" y="15259"/>
                  </a:cubicBezTo>
                  <a:cubicBezTo>
                    <a:pt x="15168" y="15168"/>
                    <a:pt x="15229" y="15046"/>
                    <a:pt x="15229" y="15046"/>
                  </a:cubicBezTo>
                  <a:cubicBezTo>
                    <a:pt x="15229" y="15016"/>
                    <a:pt x="15199" y="14985"/>
                    <a:pt x="15168" y="14985"/>
                  </a:cubicBezTo>
                  <a:lnTo>
                    <a:pt x="15077" y="14985"/>
                  </a:lnTo>
                  <a:lnTo>
                    <a:pt x="15047" y="15016"/>
                  </a:lnTo>
                  <a:cubicBezTo>
                    <a:pt x="15047" y="15046"/>
                    <a:pt x="15077" y="15289"/>
                    <a:pt x="15016" y="15350"/>
                  </a:cubicBezTo>
                  <a:cubicBezTo>
                    <a:pt x="14925" y="15411"/>
                    <a:pt x="14834" y="15441"/>
                    <a:pt x="14743" y="15472"/>
                  </a:cubicBezTo>
                  <a:cubicBezTo>
                    <a:pt x="14682" y="15472"/>
                    <a:pt x="14621" y="15289"/>
                    <a:pt x="14621" y="15228"/>
                  </a:cubicBezTo>
                  <a:cubicBezTo>
                    <a:pt x="14621" y="15168"/>
                    <a:pt x="14651" y="15107"/>
                    <a:pt x="14712" y="15076"/>
                  </a:cubicBezTo>
                  <a:lnTo>
                    <a:pt x="14834" y="15076"/>
                  </a:lnTo>
                  <a:cubicBezTo>
                    <a:pt x="14875" y="15035"/>
                    <a:pt x="14889" y="14936"/>
                    <a:pt x="14873" y="14888"/>
                  </a:cubicBezTo>
                  <a:lnTo>
                    <a:pt x="14873" y="14888"/>
                  </a:lnTo>
                  <a:cubicBezTo>
                    <a:pt x="15031" y="14875"/>
                    <a:pt x="15184" y="14841"/>
                    <a:pt x="15320" y="14772"/>
                  </a:cubicBezTo>
                  <a:cubicBezTo>
                    <a:pt x="15330" y="14762"/>
                    <a:pt x="15340" y="14759"/>
                    <a:pt x="15352" y="14759"/>
                  </a:cubicBezTo>
                  <a:cubicBezTo>
                    <a:pt x="15374" y="14759"/>
                    <a:pt x="15401" y="14772"/>
                    <a:pt x="15442" y="14772"/>
                  </a:cubicBezTo>
                  <a:lnTo>
                    <a:pt x="15533" y="14772"/>
                  </a:lnTo>
                  <a:cubicBezTo>
                    <a:pt x="15623" y="14772"/>
                    <a:pt x="15713" y="14765"/>
                    <a:pt x="15803" y="14750"/>
                  </a:cubicBezTo>
                  <a:close/>
                  <a:moveTo>
                    <a:pt x="11521" y="15380"/>
                  </a:moveTo>
                  <a:cubicBezTo>
                    <a:pt x="11612" y="15441"/>
                    <a:pt x="11551" y="15502"/>
                    <a:pt x="11521" y="15532"/>
                  </a:cubicBezTo>
                  <a:cubicBezTo>
                    <a:pt x="11457" y="15532"/>
                    <a:pt x="11394" y="15538"/>
                    <a:pt x="11330" y="15544"/>
                  </a:cubicBezTo>
                  <a:lnTo>
                    <a:pt x="11330" y="15544"/>
                  </a:lnTo>
                  <a:lnTo>
                    <a:pt x="11521" y="15380"/>
                  </a:lnTo>
                  <a:close/>
                  <a:moveTo>
                    <a:pt x="26840" y="15137"/>
                  </a:moveTo>
                  <a:cubicBezTo>
                    <a:pt x="26901" y="15137"/>
                    <a:pt x="26992" y="15198"/>
                    <a:pt x="27083" y="15198"/>
                  </a:cubicBezTo>
                  <a:cubicBezTo>
                    <a:pt x="27326" y="15228"/>
                    <a:pt x="27114" y="15320"/>
                    <a:pt x="27144" y="15350"/>
                  </a:cubicBezTo>
                  <a:lnTo>
                    <a:pt x="27174" y="15411"/>
                  </a:lnTo>
                  <a:cubicBezTo>
                    <a:pt x="27209" y="15434"/>
                    <a:pt x="27200" y="15444"/>
                    <a:pt x="27173" y="15444"/>
                  </a:cubicBezTo>
                  <a:cubicBezTo>
                    <a:pt x="27130" y="15444"/>
                    <a:pt x="27041" y="15418"/>
                    <a:pt x="27022" y="15380"/>
                  </a:cubicBezTo>
                  <a:cubicBezTo>
                    <a:pt x="27007" y="15350"/>
                    <a:pt x="26984" y="15335"/>
                    <a:pt x="26962" y="15335"/>
                  </a:cubicBezTo>
                  <a:cubicBezTo>
                    <a:pt x="26939" y="15335"/>
                    <a:pt x="26916" y="15350"/>
                    <a:pt x="26901" y="15380"/>
                  </a:cubicBezTo>
                  <a:cubicBezTo>
                    <a:pt x="26840" y="15472"/>
                    <a:pt x="26779" y="15563"/>
                    <a:pt x="26719" y="15624"/>
                  </a:cubicBezTo>
                  <a:lnTo>
                    <a:pt x="26688" y="15624"/>
                  </a:lnTo>
                  <a:cubicBezTo>
                    <a:pt x="26627" y="15593"/>
                    <a:pt x="26627" y="15563"/>
                    <a:pt x="26627" y="15532"/>
                  </a:cubicBezTo>
                  <a:lnTo>
                    <a:pt x="26627" y="15472"/>
                  </a:lnTo>
                  <a:cubicBezTo>
                    <a:pt x="26688" y="15380"/>
                    <a:pt x="26719" y="15289"/>
                    <a:pt x="26719" y="15198"/>
                  </a:cubicBezTo>
                  <a:lnTo>
                    <a:pt x="26840" y="15137"/>
                  </a:lnTo>
                  <a:close/>
                  <a:moveTo>
                    <a:pt x="28907" y="14955"/>
                  </a:moveTo>
                  <a:cubicBezTo>
                    <a:pt x="28968" y="14955"/>
                    <a:pt x="29059" y="14985"/>
                    <a:pt x="29059" y="14985"/>
                  </a:cubicBezTo>
                  <a:cubicBezTo>
                    <a:pt x="29076" y="15088"/>
                    <a:pt x="29103" y="15123"/>
                    <a:pt x="29151" y="15123"/>
                  </a:cubicBezTo>
                  <a:cubicBezTo>
                    <a:pt x="29187" y="15123"/>
                    <a:pt x="29236" y="15103"/>
                    <a:pt x="29302" y="15076"/>
                  </a:cubicBezTo>
                  <a:lnTo>
                    <a:pt x="29333" y="15046"/>
                  </a:lnTo>
                  <a:cubicBezTo>
                    <a:pt x="29393" y="15046"/>
                    <a:pt x="29454" y="15107"/>
                    <a:pt x="29454" y="15137"/>
                  </a:cubicBezTo>
                  <a:cubicBezTo>
                    <a:pt x="29454" y="15198"/>
                    <a:pt x="29424" y="15259"/>
                    <a:pt x="29424" y="15320"/>
                  </a:cubicBezTo>
                  <a:lnTo>
                    <a:pt x="29606" y="15289"/>
                  </a:lnTo>
                  <a:cubicBezTo>
                    <a:pt x="29667" y="15289"/>
                    <a:pt x="29728" y="15289"/>
                    <a:pt x="29788" y="15320"/>
                  </a:cubicBezTo>
                  <a:lnTo>
                    <a:pt x="29849" y="15380"/>
                  </a:lnTo>
                  <a:cubicBezTo>
                    <a:pt x="29849" y="15441"/>
                    <a:pt x="29880" y="15532"/>
                    <a:pt x="29880" y="15624"/>
                  </a:cubicBezTo>
                  <a:cubicBezTo>
                    <a:pt x="29849" y="15654"/>
                    <a:pt x="29788" y="15654"/>
                    <a:pt x="29697" y="15654"/>
                  </a:cubicBezTo>
                  <a:lnTo>
                    <a:pt x="29667" y="15563"/>
                  </a:lnTo>
                  <a:cubicBezTo>
                    <a:pt x="29637" y="15532"/>
                    <a:pt x="29606" y="15502"/>
                    <a:pt x="29576" y="15472"/>
                  </a:cubicBezTo>
                  <a:lnTo>
                    <a:pt x="29515" y="15472"/>
                  </a:lnTo>
                  <a:cubicBezTo>
                    <a:pt x="29454" y="15472"/>
                    <a:pt x="29393" y="15532"/>
                    <a:pt x="29393" y="15593"/>
                  </a:cubicBezTo>
                  <a:lnTo>
                    <a:pt x="29454" y="15624"/>
                  </a:lnTo>
                  <a:lnTo>
                    <a:pt x="29454" y="15654"/>
                  </a:lnTo>
                  <a:cubicBezTo>
                    <a:pt x="29515" y="15654"/>
                    <a:pt x="29576" y="15715"/>
                    <a:pt x="29545" y="15775"/>
                  </a:cubicBezTo>
                  <a:lnTo>
                    <a:pt x="29393" y="15775"/>
                  </a:lnTo>
                  <a:cubicBezTo>
                    <a:pt x="29378" y="15779"/>
                    <a:pt x="29362" y="15780"/>
                    <a:pt x="29346" y="15780"/>
                  </a:cubicBezTo>
                  <a:cubicBezTo>
                    <a:pt x="29212" y="15780"/>
                    <a:pt x="29089" y="15665"/>
                    <a:pt x="29089" y="15502"/>
                  </a:cubicBezTo>
                  <a:cubicBezTo>
                    <a:pt x="29089" y="15380"/>
                    <a:pt x="28846" y="15016"/>
                    <a:pt x="28907" y="14955"/>
                  </a:cubicBezTo>
                  <a:close/>
                  <a:moveTo>
                    <a:pt x="19399" y="15615"/>
                  </a:moveTo>
                  <a:cubicBezTo>
                    <a:pt x="19415" y="15615"/>
                    <a:pt x="19460" y="15660"/>
                    <a:pt x="19484" y="15684"/>
                  </a:cubicBezTo>
                  <a:lnTo>
                    <a:pt x="19545" y="15745"/>
                  </a:lnTo>
                  <a:cubicBezTo>
                    <a:pt x="19636" y="15867"/>
                    <a:pt x="19667" y="15958"/>
                    <a:pt x="19667" y="15988"/>
                  </a:cubicBezTo>
                  <a:cubicBezTo>
                    <a:pt x="19636" y="15988"/>
                    <a:pt x="19393" y="15867"/>
                    <a:pt x="19272" y="15867"/>
                  </a:cubicBezTo>
                  <a:lnTo>
                    <a:pt x="19332" y="15867"/>
                  </a:lnTo>
                  <a:lnTo>
                    <a:pt x="19302" y="15715"/>
                  </a:lnTo>
                  <a:cubicBezTo>
                    <a:pt x="19272" y="15684"/>
                    <a:pt x="19363" y="15624"/>
                    <a:pt x="19393" y="15624"/>
                  </a:cubicBezTo>
                  <a:cubicBezTo>
                    <a:pt x="19393" y="15618"/>
                    <a:pt x="19395" y="15615"/>
                    <a:pt x="19399" y="15615"/>
                  </a:cubicBezTo>
                  <a:close/>
                  <a:moveTo>
                    <a:pt x="18329" y="15563"/>
                  </a:moveTo>
                  <a:lnTo>
                    <a:pt x="18360" y="15593"/>
                  </a:lnTo>
                  <a:lnTo>
                    <a:pt x="18512" y="15684"/>
                  </a:lnTo>
                  <a:cubicBezTo>
                    <a:pt x="18420" y="15745"/>
                    <a:pt x="18481" y="15897"/>
                    <a:pt x="18633" y="15958"/>
                  </a:cubicBezTo>
                  <a:lnTo>
                    <a:pt x="18755" y="15988"/>
                  </a:lnTo>
                  <a:lnTo>
                    <a:pt x="18755" y="16079"/>
                  </a:lnTo>
                  <a:cubicBezTo>
                    <a:pt x="18755" y="16110"/>
                    <a:pt x="18724" y="16110"/>
                    <a:pt x="18694" y="16110"/>
                  </a:cubicBezTo>
                  <a:lnTo>
                    <a:pt x="18512" y="16140"/>
                  </a:lnTo>
                  <a:cubicBezTo>
                    <a:pt x="18481" y="16155"/>
                    <a:pt x="18451" y="16163"/>
                    <a:pt x="18420" y="16163"/>
                  </a:cubicBezTo>
                  <a:cubicBezTo>
                    <a:pt x="18390" y="16163"/>
                    <a:pt x="18360" y="16155"/>
                    <a:pt x="18329" y="16140"/>
                  </a:cubicBezTo>
                  <a:cubicBezTo>
                    <a:pt x="18284" y="16125"/>
                    <a:pt x="18231" y="16117"/>
                    <a:pt x="18174" y="16117"/>
                  </a:cubicBezTo>
                  <a:cubicBezTo>
                    <a:pt x="18117" y="16117"/>
                    <a:pt x="18056" y="16125"/>
                    <a:pt x="17995" y="16140"/>
                  </a:cubicBezTo>
                  <a:cubicBezTo>
                    <a:pt x="17987" y="16157"/>
                    <a:pt x="17979" y="16164"/>
                    <a:pt x="17972" y="16164"/>
                  </a:cubicBezTo>
                  <a:cubicBezTo>
                    <a:pt x="17955" y="16164"/>
                    <a:pt x="17950" y="16108"/>
                    <a:pt x="17995" y="16019"/>
                  </a:cubicBezTo>
                  <a:lnTo>
                    <a:pt x="18056" y="16019"/>
                  </a:lnTo>
                  <a:lnTo>
                    <a:pt x="18269" y="15927"/>
                  </a:lnTo>
                  <a:cubicBezTo>
                    <a:pt x="18208" y="15836"/>
                    <a:pt x="18177" y="15715"/>
                    <a:pt x="18177" y="15593"/>
                  </a:cubicBezTo>
                  <a:cubicBezTo>
                    <a:pt x="18177" y="15563"/>
                    <a:pt x="18269" y="15563"/>
                    <a:pt x="18329" y="15563"/>
                  </a:cubicBezTo>
                  <a:close/>
                  <a:moveTo>
                    <a:pt x="12574" y="16093"/>
                  </a:moveTo>
                  <a:cubicBezTo>
                    <a:pt x="12616" y="16093"/>
                    <a:pt x="12651" y="16098"/>
                    <a:pt x="12676" y="16110"/>
                  </a:cubicBezTo>
                  <a:cubicBezTo>
                    <a:pt x="12767" y="16140"/>
                    <a:pt x="12615" y="16231"/>
                    <a:pt x="12372" y="16262"/>
                  </a:cubicBezTo>
                  <a:lnTo>
                    <a:pt x="12159" y="16292"/>
                  </a:lnTo>
                  <a:lnTo>
                    <a:pt x="12129" y="16292"/>
                  </a:lnTo>
                  <a:cubicBezTo>
                    <a:pt x="12095" y="16342"/>
                    <a:pt x="12052" y="16365"/>
                    <a:pt x="12016" y="16365"/>
                  </a:cubicBezTo>
                  <a:cubicBezTo>
                    <a:pt x="11986" y="16365"/>
                    <a:pt x="11960" y="16350"/>
                    <a:pt x="11946" y="16323"/>
                  </a:cubicBezTo>
                  <a:lnTo>
                    <a:pt x="11885" y="16262"/>
                  </a:lnTo>
                  <a:lnTo>
                    <a:pt x="11855" y="16231"/>
                  </a:lnTo>
                  <a:cubicBezTo>
                    <a:pt x="11825" y="16171"/>
                    <a:pt x="11916" y="16171"/>
                    <a:pt x="12037" y="16171"/>
                  </a:cubicBezTo>
                  <a:cubicBezTo>
                    <a:pt x="12135" y="16171"/>
                    <a:pt x="12407" y="16093"/>
                    <a:pt x="12574" y="16093"/>
                  </a:cubicBezTo>
                  <a:close/>
                  <a:moveTo>
                    <a:pt x="11429" y="16019"/>
                  </a:moveTo>
                  <a:lnTo>
                    <a:pt x="11278" y="16171"/>
                  </a:lnTo>
                  <a:cubicBezTo>
                    <a:pt x="11247" y="16201"/>
                    <a:pt x="11247" y="16292"/>
                    <a:pt x="11247" y="16353"/>
                  </a:cubicBezTo>
                  <a:lnTo>
                    <a:pt x="11247" y="16414"/>
                  </a:lnTo>
                  <a:cubicBezTo>
                    <a:pt x="11247" y="16449"/>
                    <a:pt x="11122" y="16464"/>
                    <a:pt x="10994" y="16464"/>
                  </a:cubicBezTo>
                  <a:cubicBezTo>
                    <a:pt x="10903" y="16464"/>
                    <a:pt x="10811" y="16457"/>
                    <a:pt x="10761" y="16444"/>
                  </a:cubicBezTo>
                  <a:cubicBezTo>
                    <a:pt x="10686" y="16407"/>
                    <a:pt x="10634" y="16381"/>
                    <a:pt x="10619" y="16381"/>
                  </a:cubicBezTo>
                  <a:cubicBezTo>
                    <a:pt x="10610" y="16381"/>
                    <a:pt x="10616" y="16391"/>
                    <a:pt x="10639" y="16414"/>
                  </a:cubicBezTo>
                  <a:lnTo>
                    <a:pt x="10700" y="16444"/>
                  </a:lnTo>
                  <a:lnTo>
                    <a:pt x="10730" y="16475"/>
                  </a:lnTo>
                  <a:cubicBezTo>
                    <a:pt x="10822" y="16475"/>
                    <a:pt x="10730" y="16566"/>
                    <a:pt x="10487" y="16627"/>
                  </a:cubicBezTo>
                  <a:lnTo>
                    <a:pt x="10305" y="16687"/>
                  </a:lnTo>
                  <a:lnTo>
                    <a:pt x="10244" y="16687"/>
                  </a:lnTo>
                  <a:cubicBezTo>
                    <a:pt x="10183" y="16687"/>
                    <a:pt x="9910" y="16657"/>
                    <a:pt x="9636" y="16657"/>
                  </a:cubicBezTo>
                  <a:lnTo>
                    <a:pt x="9423" y="16657"/>
                  </a:lnTo>
                  <a:cubicBezTo>
                    <a:pt x="9302" y="16657"/>
                    <a:pt x="9332" y="16657"/>
                    <a:pt x="9302" y="16718"/>
                  </a:cubicBezTo>
                  <a:cubicBezTo>
                    <a:pt x="9271" y="16748"/>
                    <a:pt x="9211" y="16779"/>
                    <a:pt x="9180" y="16779"/>
                  </a:cubicBezTo>
                  <a:lnTo>
                    <a:pt x="8998" y="16748"/>
                  </a:lnTo>
                  <a:cubicBezTo>
                    <a:pt x="8901" y="16690"/>
                    <a:pt x="8793" y="16669"/>
                    <a:pt x="8711" y="16669"/>
                  </a:cubicBezTo>
                  <a:cubicBezTo>
                    <a:pt x="8663" y="16669"/>
                    <a:pt x="8625" y="16676"/>
                    <a:pt x="8603" y="16687"/>
                  </a:cubicBezTo>
                  <a:cubicBezTo>
                    <a:pt x="8572" y="16718"/>
                    <a:pt x="8519" y="16733"/>
                    <a:pt x="8470" y="16733"/>
                  </a:cubicBezTo>
                  <a:cubicBezTo>
                    <a:pt x="8420" y="16733"/>
                    <a:pt x="8375" y="16718"/>
                    <a:pt x="8360" y="16687"/>
                  </a:cubicBezTo>
                  <a:cubicBezTo>
                    <a:pt x="8329" y="16627"/>
                    <a:pt x="8268" y="16444"/>
                    <a:pt x="8360" y="16444"/>
                  </a:cubicBezTo>
                  <a:cubicBezTo>
                    <a:pt x="8420" y="16444"/>
                    <a:pt x="8481" y="16414"/>
                    <a:pt x="8512" y="16353"/>
                  </a:cubicBezTo>
                  <a:cubicBezTo>
                    <a:pt x="8512" y="16323"/>
                    <a:pt x="8572" y="16323"/>
                    <a:pt x="8663" y="16323"/>
                  </a:cubicBezTo>
                  <a:lnTo>
                    <a:pt x="8694" y="16353"/>
                  </a:lnTo>
                  <a:cubicBezTo>
                    <a:pt x="8755" y="16383"/>
                    <a:pt x="8846" y="16444"/>
                    <a:pt x="8907" y="16505"/>
                  </a:cubicBezTo>
                  <a:cubicBezTo>
                    <a:pt x="8952" y="16566"/>
                    <a:pt x="8967" y="16596"/>
                    <a:pt x="8986" y="16596"/>
                  </a:cubicBezTo>
                  <a:cubicBezTo>
                    <a:pt x="9005" y="16596"/>
                    <a:pt x="9028" y="16566"/>
                    <a:pt x="9089" y="16505"/>
                  </a:cubicBezTo>
                  <a:lnTo>
                    <a:pt x="9180" y="16444"/>
                  </a:lnTo>
                  <a:cubicBezTo>
                    <a:pt x="9264" y="16388"/>
                    <a:pt x="9530" y="16228"/>
                    <a:pt x="9666" y="16228"/>
                  </a:cubicBezTo>
                  <a:cubicBezTo>
                    <a:pt x="9677" y="16228"/>
                    <a:pt x="9688" y="16229"/>
                    <a:pt x="9697" y="16231"/>
                  </a:cubicBezTo>
                  <a:cubicBezTo>
                    <a:pt x="9819" y="16292"/>
                    <a:pt x="9970" y="16353"/>
                    <a:pt x="10092" y="16353"/>
                  </a:cubicBezTo>
                  <a:cubicBezTo>
                    <a:pt x="10214" y="16323"/>
                    <a:pt x="10305" y="16292"/>
                    <a:pt x="10426" y="16292"/>
                  </a:cubicBezTo>
                  <a:cubicBezTo>
                    <a:pt x="10487" y="16292"/>
                    <a:pt x="10548" y="16201"/>
                    <a:pt x="10578" y="16110"/>
                  </a:cubicBezTo>
                  <a:lnTo>
                    <a:pt x="10700" y="16140"/>
                  </a:lnTo>
                  <a:lnTo>
                    <a:pt x="11034" y="16231"/>
                  </a:lnTo>
                  <a:cubicBezTo>
                    <a:pt x="11095" y="16079"/>
                    <a:pt x="11278" y="16019"/>
                    <a:pt x="11429" y="16019"/>
                  </a:cubicBezTo>
                  <a:close/>
                  <a:moveTo>
                    <a:pt x="16566" y="16505"/>
                  </a:moveTo>
                  <a:cubicBezTo>
                    <a:pt x="16658" y="16535"/>
                    <a:pt x="16658" y="16596"/>
                    <a:pt x="16536" y="16657"/>
                  </a:cubicBezTo>
                  <a:lnTo>
                    <a:pt x="16506" y="16657"/>
                  </a:lnTo>
                  <a:cubicBezTo>
                    <a:pt x="16481" y="16649"/>
                    <a:pt x="16457" y="16645"/>
                    <a:pt x="16432" y="16645"/>
                  </a:cubicBezTo>
                  <a:cubicBezTo>
                    <a:pt x="16366" y="16645"/>
                    <a:pt x="16299" y="16673"/>
                    <a:pt x="16232" y="16718"/>
                  </a:cubicBezTo>
                  <a:lnTo>
                    <a:pt x="16110" y="16839"/>
                  </a:lnTo>
                  <a:cubicBezTo>
                    <a:pt x="16050" y="16718"/>
                    <a:pt x="16019" y="16627"/>
                    <a:pt x="16050" y="16627"/>
                  </a:cubicBezTo>
                  <a:cubicBezTo>
                    <a:pt x="16202" y="16566"/>
                    <a:pt x="16384" y="16535"/>
                    <a:pt x="16566" y="16505"/>
                  </a:cubicBezTo>
                  <a:close/>
                  <a:moveTo>
                    <a:pt x="13284" y="16475"/>
                  </a:moveTo>
                  <a:lnTo>
                    <a:pt x="13344" y="16566"/>
                  </a:lnTo>
                  <a:cubicBezTo>
                    <a:pt x="13375" y="16687"/>
                    <a:pt x="13253" y="16809"/>
                    <a:pt x="13071" y="16839"/>
                  </a:cubicBezTo>
                  <a:lnTo>
                    <a:pt x="12919" y="16870"/>
                  </a:lnTo>
                  <a:cubicBezTo>
                    <a:pt x="12888" y="16870"/>
                    <a:pt x="12858" y="16839"/>
                    <a:pt x="12828" y="16809"/>
                  </a:cubicBezTo>
                  <a:cubicBezTo>
                    <a:pt x="12828" y="16779"/>
                    <a:pt x="12858" y="16718"/>
                    <a:pt x="12888" y="16718"/>
                  </a:cubicBezTo>
                  <a:cubicBezTo>
                    <a:pt x="12980" y="16687"/>
                    <a:pt x="13101" y="16657"/>
                    <a:pt x="13162" y="16657"/>
                  </a:cubicBezTo>
                  <a:cubicBezTo>
                    <a:pt x="13192" y="16627"/>
                    <a:pt x="13223" y="16566"/>
                    <a:pt x="13162" y="16535"/>
                  </a:cubicBezTo>
                  <a:cubicBezTo>
                    <a:pt x="13162" y="16505"/>
                    <a:pt x="13223" y="16475"/>
                    <a:pt x="13284" y="16475"/>
                  </a:cubicBezTo>
                  <a:close/>
                  <a:moveTo>
                    <a:pt x="13832" y="16480"/>
                  </a:moveTo>
                  <a:cubicBezTo>
                    <a:pt x="13881" y="16480"/>
                    <a:pt x="13932" y="16497"/>
                    <a:pt x="13983" y="16535"/>
                  </a:cubicBezTo>
                  <a:cubicBezTo>
                    <a:pt x="14044" y="16596"/>
                    <a:pt x="14104" y="16657"/>
                    <a:pt x="14135" y="16748"/>
                  </a:cubicBezTo>
                  <a:lnTo>
                    <a:pt x="14135" y="16809"/>
                  </a:lnTo>
                  <a:cubicBezTo>
                    <a:pt x="14135" y="16839"/>
                    <a:pt x="14044" y="16870"/>
                    <a:pt x="14013" y="16870"/>
                  </a:cubicBezTo>
                  <a:cubicBezTo>
                    <a:pt x="13861" y="16870"/>
                    <a:pt x="13831" y="16809"/>
                    <a:pt x="13831" y="16718"/>
                  </a:cubicBezTo>
                  <a:cubicBezTo>
                    <a:pt x="13800" y="16718"/>
                    <a:pt x="13740" y="16718"/>
                    <a:pt x="13709" y="16748"/>
                  </a:cubicBezTo>
                  <a:cubicBezTo>
                    <a:pt x="13705" y="16752"/>
                    <a:pt x="13700" y="16754"/>
                    <a:pt x="13693" y="16754"/>
                  </a:cubicBezTo>
                  <a:cubicBezTo>
                    <a:pt x="13650" y="16754"/>
                    <a:pt x="13569" y="16671"/>
                    <a:pt x="13648" y="16566"/>
                  </a:cubicBezTo>
                  <a:cubicBezTo>
                    <a:pt x="13701" y="16513"/>
                    <a:pt x="13765" y="16480"/>
                    <a:pt x="13832" y="16480"/>
                  </a:cubicBezTo>
                  <a:close/>
                  <a:moveTo>
                    <a:pt x="8025" y="16475"/>
                  </a:moveTo>
                  <a:cubicBezTo>
                    <a:pt x="8086" y="16475"/>
                    <a:pt x="8147" y="16535"/>
                    <a:pt x="8177" y="16596"/>
                  </a:cubicBezTo>
                  <a:lnTo>
                    <a:pt x="8147" y="16596"/>
                  </a:lnTo>
                  <a:cubicBezTo>
                    <a:pt x="7995" y="16657"/>
                    <a:pt x="8025" y="16900"/>
                    <a:pt x="7782" y="16900"/>
                  </a:cubicBezTo>
                  <a:cubicBezTo>
                    <a:pt x="7773" y="16909"/>
                    <a:pt x="7759" y="16913"/>
                    <a:pt x="7742" y="16913"/>
                  </a:cubicBezTo>
                  <a:cubicBezTo>
                    <a:pt x="7701" y="16913"/>
                    <a:pt x="7643" y="16891"/>
                    <a:pt x="7600" y="16870"/>
                  </a:cubicBezTo>
                  <a:lnTo>
                    <a:pt x="7569" y="16809"/>
                  </a:lnTo>
                  <a:cubicBezTo>
                    <a:pt x="7539" y="16779"/>
                    <a:pt x="7630" y="16718"/>
                    <a:pt x="7630" y="16718"/>
                  </a:cubicBezTo>
                  <a:cubicBezTo>
                    <a:pt x="7656" y="16725"/>
                    <a:pt x="7679" y="16729"/>
                    <a:pt x="7699" y="16729"/>
                  </a:cubicBezTo>
                  <a:cubicBezTo>
                    <a:pt x="7845" y="16729"/>
                    <a:pt x="7858" y="16558"/>
                    <a:pt x="7964" y="16505"/>
                  </a:cubicBezTo>
                  <a:lnTo>
                    <a:pt x="8025" y="16475"/>
                  </a:lnTo>
                  <a:close/>
                  <a:moveTo>
                    <a:pt x="15872" y="16515"/>
                  </a:moveTo>
                  <a:cubicBezTo>
                    <a:pt x="15907" y="16515"/>
                    <a:pt x="15928" y="16530"/>
                    <a:pt x="15928" y="16566"/>
                  </a:cubicBezTo>
                  <a:lnTo>
                    <a:pt x="15898" y="16566"/>
                  </a:lnTo>
                  <a:cubicBezTo>
                    <a:pt x="15746" y="16627"/>
                    <a:pt x="15654" y="16748"/>
                    <a:pt x="15563" y="16870"/>
                  </a:cubicBezTo>
                  <a:lnTo>
                    <a:pt x="15563" y="16931"/>
                  </a:lnTo>
                  <a:cubicBezTo>
                    <a:pt x="15542" y="16938"/>
                    <a:pt x="15520" y="16941"/>
                    <a:pt x="15500" y="16941"/>
                  </a:cubicBezTo>
                  <a:cubicBezTo>
                    <a:pt x="15434" y="16941"/>
                    <a:pt x="15381" y="16902"/>
                    <a:pt x="15381" y="16809"/>
                  </a:cubicBezTo>
                  <a:cubicBezTo>
                    <a:pt x="15381" y="16724"/>
                    <a:pt x="15461" y="16532"/>
                    <a:pt x="15570" y="16532"/>
                  </a:cubicBezTo>
                  <a:cubicBezTo>
                    <a:pt x="15578" y="16532"/>
                    <a:pt x="15586" y="16533"/>
                    <a:pt x="15594" y="16535"/>
                  </a:cubicBezTo>
                  <a:lnTo>
                    <a:pt x="15776" y="16535"/>
                  </a:lnTo>
                  <a:cubicBezTo>
                    <a:pt x="15814" y="16523"/>
                    <a:pt x="15846" y="16515"/>
                    <a:pt x="15872" y="16515"/>
                  </a:cubicBezTo>
                  <a:close/>
                  <a:moveTo>
                    <a:pt x="12300" y="16615"/>
                  </a:moveTo>
                  <a:cubicBezTo>
                    <a:pt x="12353" y="16615"/>
                    <a:pt x="12410" y="16649"/>
                    <a:pt x="12433" y="16718"/>
                  </a:cubicBezTo>
                  <a:cubicBezTo>
                    <a:pt x="12460" y="16772"/>
                    <a:pt x="12246" y="17067"/>
                    <a:pt x="12177" y="17067"/>
                  </a:cubicBezTo>
                  <a:cubicBezTo>
                    <a:pt x="12169" y="17067"/>
                    <a:pt x="12162" y="17062"/>
                    <a:pt x="12159" y="17052"/>
                  </a:cubicBezTo>
                  <a:cubicBezTo>
                    <a:pt x="12129" y="16900"/>
                    <a:pt x="12159" y="16748"/>
                    <a:pt x="12250" y="16627"/>
                  </a:cubicBezTo>
                  <a:cubicBezTo>
                    <a:pt x="12265" y="16619"/>
                    <a:pt x="12282" y="16615"/>
                    <a:pt x="12300" y="16615"/>
                  </a:cubicBezTo>
                  <a:close/>
                  <a:moveTo>
                    <a:pt x="3901" y="16918"/>
                  </a:moveTo>
                  <a:cubicBezTo>
                    <a:pt x="3922" y="16918"/>
                    <a:pt x="3939" y="16922"/>
                    <a:pt x="3952" y="16931"/>
                  </a:cubicBezTo>
                  <a:cubicBezTo>
                    <a:pt x="4043" y="16961"/>
                    <a:pt x="4043" y="17022"/>
                    <a:pt x="3952" y="17022"/>
                  </a:cubicBezTo>
                  <a:lnTo>
                    <a:pt x="3891" y="17052"/>
                  </a:lnTo>
                  <a:cubicBezTo>
                    <a:pt x="3739" y="17052"/>
                    <a:pt x="3770" y="17083"/>
                    <a:pt x="3831" y="17174"/>
                  </a:cubicBezTo>
                  <a:cubicBezTo>
                    <a:pt x="3861" y="17174"/>
                    <a:pt x="3739" y="17295"/>
                    <a:pt x="3709" y="17295"/>
                  </a:cubicBezTo>
                  <a:cubicBezTo>
                    <a:pt x="3557" y="17265"/>
                    <a:pt x="3405" y="17234"/>
                    <a:pt x="3253" y="17174"/>
                  </a:cubicBezTo>
                  <a:cubicBezTo>
                    <a:pt x="3253" y="17174"/>
                    <a:pt x="3253" y="17143"/>
                    <a:pt x="3253" y="17113"/>
                  </a:cubicBezTo>
                  <a:cubicBezTo>
                    <a:pt x="3283" y="17083"/>
                    <a:pt x="3344" y="17052"/>
                    <a:pt x="3375" y="17052"/>
                  </a:cubicBezTo>
                  <a:lnTo>
                    <a:pt x="3466" y="17052"/>
                  </a:lnTo>
                  <a:cubicBezTo>
                    <a:pt x="3544" y="17052"/>
                    <a:pt x="3778" y="16918"/>
                    <a:pt x="3901" y="16918"/>
                  </a:cubicBezTo>
                  <a:close/>
                  <a:moveTo>
                    <a:pt x="6203" y="16584"/>
                  </a:moveTo>
                  <a:cubicBezTo>
                    <a:pt x="6213" y="16584"/>
                    <a:pt x="6224" y="16588"/>
                    <a:pt x="6232" y="16596"/>
                  </a:cubicBezTo>
                  <a:lnTo>
                    <a:pt x="6293" y="16627"/>
                  </a:lnTo>
                  <a:lnTo>
                    <a:pt x="6323" y="16657"/>
                  </a:lnTo>
                  <a:cubicBezTo>
                    <a:pt x="6384" y="16718"/>
                    <a:pt x="6262" y="16809"/>
                    <a:pt x="6201" y="16809"/>
                  </a:cubicBezTo>
                  <a:cubicBezTo>
                    <a:pt x="6141" y="16809"/>
                    <a:pt x="5867" y="16961"/>
                    <a:pt x="5897" y="17052"/>
                  </a:cubicBezTo>
                  <a:cubicBezTo>
                    <a:pt x="5906" y="17069"/>
                    <a:pt x="5912" y="17086"/>
                    <a:pt x="5916" y="17100"/>
                  </a:cubicBezTo>
                  <a:lnTo>
                    <a:pt x="5916" y="17100"/>
                  </a:lnTo>
                  <a:cubicBezTo>
                    <a:pt x="5881" y="17077"/>
                    <a:pt x="5768" y="17043"/>
                    <a:pt x="5677" y="17043"/>
                  </a:cubicBezTo>
                  <a:cubicBezTo>
                    <a:pt x="5626" y="17043"/>
                    <a:pt x="5582" y="17054"/>
                    <a:pt x="5563" y="17083"/>
                  </a:cubicBezTo>
                  <a:cubicBezTo>
                    <a:pt x="5442" y="17174"/>
                    <a:pt x="5320" y="17234"/>
                    <a:pt x="5168" y="17295"/>
                  </a:cubicBezTo>
                  <a:cubicBezTo>
                    <a:pt x="5077" y="17295"/>
                    <a:pt x="4986" y="17022"/>
                    <a:pt x="4986" y="16900"/>
                  </a:cubicBezTo>
                  <a:cubicBezTo>
                    <a:pt x="4986" y="16832"/>
                    <a:pt x="5174" y="16746"/>
                    <a:pt x="5293" y="16746"/>
                  </a:cubicBezTo>
                  <a:cubicBezTo>
                    <a:pt x="5333" y="16746"/>
                    <a:pt x="5366" y="16756"/>
                    <a:pt x="5381" y="16779"/>
                  </a:cubicBezTo>
                  <a:cubicBezTo>
                    <a:pt x="5390" y="16806"/>
                    <a:pt x="5422" y="16817"/>
                    <a:pt x="5460" y="16817"/>
                  </a:cubicBezTo>
                  <a:cubicBezTo>
                    <a:pt x="5549" y="16817"/>
                    <a:pt x="5675" y="16760"/>
                    <a:pt x="5654" y="16718"/>
                  </a:cubicBezTo>
                  <a:cubicBezTo>
                    <a:pt x="5636" y="16680"/>
                    <a:pt x="5652" y="16654"/>
                    <a:pt x="5695" y="16654"/>
                  </a:cubicBezTo>
                  <a:cubicBezTo>
                    <a:pt x="5722" y="16654"/>
                    <a:pt x="5760" y="16664"/>
                    <a:pt x="5806" y="16687"/>
                  </a:cubicBezTo>
                  <a:lnTo>
                    <a:pt x="5928" y="16687"/>
                  </a:lnTo>
                  <a:cubicBezTo>
                    <a:pt x="5989" y="16687"/>
                    <a:pt x="6049" y="16687"/>
                    <a:pt x="6110" y="16657"/>
                  </a:cubicBezTo>
                  <a:lnTo>
                    <a:pt x="6141" y="16657"/>
                  </a:lnTo>
                  <a:cubicBezTo>
                    <a:pt x="6141" y="16612"/>
                    <a:pt x="6173" y="16584"/>
                    <a:pt x="6203" y="16584"/>
                  </a:cubicBezTo>
                  <a:close/>
                  <a:moveTo>
                    <a:pt x="86081" y="0"/>
                  </a:moveTo>
                  <a:lnTo>
                    <a:pt x="85473" y="122"/>
                  </a:lnTo>
                  <a:lnTo>
                    <a:pt x="85261" y="152"/>
                  </a:lnTo>
                  <a:lnTo>
                    <a:pt x="85078" y="183"/>
                  </a:lnTo>
                  <a:cubicBezTo>
                    <a:pt x="84957" y="183"/>
                    <a:pt x="84805" y="213"/>
                    <a:pt x="84683" y="274"/>
                  </a:cubicBezTo>
                  <a:cubicBezTo>
                    <a:pt x="84683" y="335"/>
                    <a:pt x="84683" y="426"/>
                    <a:pt x="84622" y="456"/>
                  </a:cubicBezTo>
                  <a:lnTo>
                    <a:pt x="84531" y="487"/>
                  </a:lnTo>
                  <a:cubicBezTo>
                    <a:pt x="84503" y="403"/>
                    <a:pt x="84400" y="270"/>
                    <a:pt x="84336" y="270"/>
                  </a:cubicBezTo>
                  <a:cubicBezTo>
                    <a:pt x="84330" y="270"/>
                    <a:pt x="84324" y="271"/>
                    <a:pt x="84318" y="274"/>
                  </a:cubicBezTo>
                  <a:cubicBezTo>
                    <a:pt x="84304" y="283"/>
                    <a:pt x="84286" y="288"/>
                    <a:pt x="84267" y="288"/>
                  </a:cubicBezTo>
                  <a:cubicBezTo>
                    <a:pt x="84163" y="288"/>
                    <a:pt x="84000" y="168"/>
                    <a:pt x="83923" y="91"/>
                  </a:cubicBezTo>
                  <a:cubicBezTo>
                    <a:pt x="83904" y="73"/>
                    <a:pt x="83883" y="65"/>
                    <a:pt x="83862" y="65"/>
                  </a:cubicBezTo>
                  <a:cubicBezTo>
                    <a:pt x="83815" y="65"/>
                    <a:pt x="83771" y="101"/>
                    <a:pt x="83771" y="122"/>
                  </a:cubicBezTo>
                  <a:cubicBezTo>
                    <a:pt x="83741" y="183"/>
                    <a:pt x="83650" y="213"/>
                    <a:pt x="83528" y="213"/>
                  </a:cubicBezTo>
                  <a:lnTo>
                    <a:pt x="83498" y="183"/>
                  </a:lnTo>
                  <a:cubicBezTo>
                    <a:pt x="83467" y="142"/>
                    <a:pt x="83440" y="129"/>
                    <a:pt x="83414" y="129"/>
                  </a:cubicBezTo>
                  <a:cubicBezTo>
                    <a:pt x="83363" y="129"/>
                    <a:pt x="83315" y="183"/>
                    <a:pt x="83255" y="183"/>
                  </a:cubicBezTo>
                  <a:cubicBezTo>
                    <a:pt x="83224" y="183"/>
                    <a:pt x="83163" y="152"/>
                    <a:pt x="83163" y="91"/>
                  </a:cubicBezTo>
                  <a:lnTo>
                    <a:pt x="83133" y="61"/>
                  </a:lnTo>
                  <a:cubicBezTo>
                    <a:pt x="83133" y="39"/>
                    <a:pt x="83129" y="29"/>
                    <a:pt x="83123" y="29"/>
                  </a:cubicBezTo>
                  <a:cubicBezTo>
                    <a:pt x="83111" y="29"/>
                    <a:pt x="83092" y="63"/>
                    <a:pt x="83072" y="122"/>
                  </a:cubicBezTo>
                  <a:lnTo>
                    <a:pt x="83011" y="152"/>
                  </a:lnTo>
                  <a:cubicBezTo>
                    <a:pt x="82951" y="243"/>
                    <a:pt x="82829" y="183"/>
                    <a:pt x="82768" y="243"/>
                  </a:cubicBezTo>
                  <a:lnTo>
                    <a:pt x="82647" y="304"/>
                  </a:lnTo>
                  <a:cubicBezTo>
                    <a:pt x="82495" y="243"/>
                    <a:pt x="82343" y="213"/>
                    <a:pt x="82191" y="213"/>
                  </a:cubicBezTo>
                  <a:cubicBezTo>
                    <a:pt x="82069" y="274"/>
                    <a:pt x="81948" y="304"/>
                    <a:pt x="81826" y="304"/>
                  </a:cubicBezTo>
                  <a:lnTo>
                    <a:pt x="81400" y="304"/>
                  </a:lnTo>
                  <a:lnTo>
                    <a:pt x="81096" y="335"/>
                  </a:lnTo>
                  <a:lnTo>
                    <a:pt x="81036" y="335"/>
                  </a:lnTo>
                  <a:lnTo>
                    <a:pt x="80489" y="456"/>
                  </a:lnTo>
                  <a:cubicBezTo>
                    <a:pt x="80468" y="466"/>
                    <a:pt x="80445" y="470"/>
                    <a:pt x="80420" y="470"/>
                  </a:cubicBezTo>
                  <a:cubicBezTo>
                    <a:pt x="80370" y="470"/>
                    <a:pt x="80316" y="456"/>
                    <a:pt x="80276" y="456"/>
                  </a:cubicBezTo>
                  <a:lnTo>
                    <a:pt x="80124" y="456"/>
                  </a:lnTo>
                  <a:cubicBezTo>
                    <a:pt x="80017" y="426"/>
                    <a:pt x="79911" y="411"/>
                    <a:pt x="79808" y="411"/>
                  </a:cubicBezTo>
                  <a:cubicBezTo>
                    <a:pt x="79706" y="411"/>
                    <a:pt x="79607" y="426"/>
                    <a:pt x="79516" y="456"/>
                  </a:cubicBezTo>
                  <a:lnTo>
                    <a:pt x="79333" y="395"/>
                  </a:lnTo>
                  <a:cubicBezTo>
                    <a:pt x="79303" y="390"/>
                    <a:pt x="79272" y="389"/>
                    <a:pt x="79240" y="389"/>
                  </a:cubicBezTo>
                  <a:cubicBezTo>
                    <a:pt x="79176" y="389"/>
                    <a:pt x="79111" y="395"/>
                    <a:pt x="79045" y="395"/>
                  </a:cubicBezTo>
                  <a:cubicBezTo>
                    <a:pt x="78946" y="395"/>
                    <a:pt x="78847" y="380"/>
                    <a:pt x="78756" y="304"/>
                  </a:cubicBezTo>
                  <a:lnTo>
                    <a:pt x="78726" y="304"/>
                  </a:lnTo>
                  <a:cubicBezTo>
                    <a:pt x="78634" y="304"/>
                    <a:pt x="78482" y="365"/>
                    <a:pt x="78361" y="395"/>
                  </a:cubicBezTo>
                  <a:lnTo>
                    <a:pt x="78239" y="395"/>
                  </a:lnTo>
                  <a:lnTo>
                    <a:pt x="78057" y="365"/>
                  </a:lnTo>
                  <a:cubicBezTo>
                    <a:pt x="78016" y="405"/>
                    <a:pt x="77952" y="419"/>
                    <a:pt x="77880" y="419"/>
                  </a:cubicBezTo>
                  <a:cubicBezTo>
                    <a:pt x="77736" y="419"/>
                    <a:pt x="77560" y="365"/>
                    <a:pt x="77479" y="365"/>
                  </a:cubicBezTo>
                  <a:cubicBezTo>
                    <a:pt x="77327" y="395"/>
                    <a:pt x="77175" y="426"/>
                    <a:pt x="77023" y="487"/>
                  </a:cubicBezTo>
                  <a:lnTo>
                    <a:pt x="76932" y="487"/>
                  </a:lnTo>
                  <a:cubicBezTo>
                    <a:pt x="76841" y="487"/>
                    <a:pt x="76750" y="426"/>
                    <a:pt x="76659" y="426"/>
                  </a:cubicBezTo>
                  <a:cubicBezTo>
                    <a:pt x="76537" y="426"/>
                    <a:pt x="76446" y="456"/>
                    <a:pt x="76355" y="487"/>
                  </a:cubicBezTo>
                  <a:lnTo>
                    <a:pt x="76112" y="547"/>
                  </a:lnTo>
                  <a:lnTo>
                    <a:pt x="75504" y="578"/>
                  </a:lnTo>
                  <a:cubicBezTo>
                    <a:pt x="75443" y="529"/>
                    <a:pt x="75377" y="514"/>
                    <a:pt x="75309" y="514"/>
                  </a:cubicBezTo>
                  <a:cubicBezTo>
                    <a:pt x="75206" y="514"/>
                    <a:pt x="75096" y="547"/>
                    <a:pt x="74987" y="547"/>
                  </a:cubicBezTo>
                  <a:lnTo>
                    <a:pt x="74805" y="547"/>
                  </a:lnTo>
                  <a:cubicBezTo>
                    <a:pt x="74778" y="553"/>
                    <a:pt x="74753" y="555"/>
                    <a:pt x="74729" y="555"/>
                  </a:cubicBezTo>
                  <a:cubicBezTo>
                    <a:pt x="74612" y="555"/>
                    <a:pt x="74515" y="496"/>
                    <a:pt x="74440" y="395"/>
                  </a:cubicBezTo>
                  <a:cubicBezTo>
                    <a:pt x="74438" y="391"/>
                    <a:pt x="74434" y="389"/>
                    <a:pt x="74428" y="389"/>
                  </a:cubicBezTo>
                  <a:cubicBezTo>
                    <a:pt x="74355" y="389"/>
                    <a:pt x="74001" y="738"/>
                    <a:pt x="73832" y="851"/>
                  </a:cubicBezTo>
                  <a:cubicBezTo>
                    <a:pt x="73753" y="910"/>
                    <a:pt x="73649" y="944"/>
                    <a:pt x="73545" y="944"/>
                  </a:cubicBezTo>
                  <a:cubicBezTo>
                    <a:pt x="73487" y="944"/>
                    <a:pt x="73430" y="934"/>
                    <a:pt x="73376" y="912"/>
                  </a:cubicBezTo>
                  <a:cubicBezTo>
                    <a:pt x="73346" y="882"/>
                    <a:pt x="73376" y="851"/>
                    <a:pt x="73467" y="851"/>
                  </a:cubicBezTo>
                  <a:lnTo>
                    <a:pt x="73498" y="821"/>
                  </a:lnTo>
                  <a:cubicBezTo>
                    <a:pt x="73498" y="790"/>
                    <a:pt x="73528" y="760"/>
                    <a:pt x="73528" y="730"/>
                  </a:cubicBezTo>
                  <a:cubicBezTo>
                    <a:pt x="73528" y="699"/>
                    <a:pt x="73437" y="669"/>
                    <a:pt x="73437" y="669"/>
                  </a:cubicBezTo>
                  <a:lnTo>
                    <a:pt x="73315" y="760"/>
                  </a:lnTo>
                  <a:cubicBezTo>
                    <a:pt x="73102" y="730"/>
                    <a:pt x="72890" y="699"/>
                    <a:pt x="72707" y="699"/>
                  </a:cubicBezTo>
                  <a:lnTo>
                    <a:pt x="72555" y="669"/>
                  </a:lnTo>
                  <a:cubicBezTo>
                    <a:pt x="72475" y="637"/>
                    <a:pt x="72412" y="596"/>
                    <a:pt x="72366" y="596"/>
                  </a:cubicBezTo>
                  <a:cubicBezTo>
                    <a:pt x="72324" y="596"/>
                    <a:pt x="72296" y="629"/>
                    <a:pt x="72282" y="730"/>
                  </a:cubicBezTo>
                  <a:lnTo>
                    <a:pt x="72130" y="730"/>
                  </a:lnTo>
                  <a:cubicBezTo>
                    <a:pt x="72106" y="698"/>
                    <a:pt x="72082" y="687"/>
                    <a:pt x="72059" y="687"/>
                  </a:cubicBezTo>
                  <a:cubicBezTo>
                    <a:pt x="72006" y="687"/>
                    <a:pt x="71957" y="742"/>
                    <a:pt x="71916" y="742"/>
                  </a:cubicBezTo>
                  <a:cubicBezTo>
                    <a:pt x="71906" y="742"/>
                    <a:pt x="71896" y="739"/>
                    <a:pt x="71887" y="730"/>
                  </a:cubicBezTo>
                  <a:cubicBezTo>
                    <a:pt x="71852" y="695"/>
                    <a:pt x="71820" y="683"/>
                    <a:pt x="71790" y="683"/>
                  </a:cubicBezTo>
                  <a:cubicBezTo>
                    <a:pt x="71715" y="683"/>
                    <a:pt x="71656" y="760"/>
                    <a:pt x="71613" y="760"/>
                  </a:cubicBezTo>
                  <a:cubicBezTo>
                    <a:pt x="71595" y="766"/>
                    <a:pt x="71577" y="769"/>
                    <a:pt x="71559" y="769"/>
                  </a:cubicBezTo>
                  <a:cubicBezTo>
                    <a:pt x="71487" y="769"/>
                    <a:pt x="71418" y="730"/>
                    <a:pt x="71370" y="730"/>
                  </a:cubicBezTo>
                  <a:lnTo>
                    <a:pt x="71279" y="730"/>
                  </a:lnTo>
                  <a:cubicBezTo>
                    <a:pt x="71232" y="753"/>
                    <a:pt x="71190" y="763"/>
                    <a:pt x="71154" y="763"/>
                  </a:cubicBezTo>
                  <a:cubicBezTo>
                    <a:pt x="71096" y="763"/>
                    <a:pt x="71054" y="737"/>
                    <a:pt x="71035" y="699"/>
                  </a:cubicBezTo>
                  <a:lnTo>
                    <a:pt x="71005" y="669"/>
                  </a:lnTo>
                  <a:cubicBezTo>
                    <a:pt x="70950" y="669"/>
                    <a:pt x="70844" y="794"/>
                    <a:pt x="70780" y="794"/>
                  </a:cubicBezTo>
                  <a:cubicBezTo>
                    <a:pt x="70773" y="794"/>
                    <a:pt x="70767" y="793"/>
                    <a:pt x="70762" y="790"/>
                  </a:cubicBezTo>
                  <a:cubicBezTo>
                    <a:pt x="70610" y="760"/>
                    <a:pt x="70488" y="730"/>
                    <a:pt x="70336" y="730"/>
                  </a:cubicBezTo>
                  <a:lnTo>
                    <a:pt x="70245" y="821"/>
                  </a:lnTo>
                  <a:cubicBezTo>
                    <a:pt x="70180" y="886"/>
                    <a:pt x="70097" y="916"/>
                    <a:pt x="70016" y="916"/>
                  </a:cubicBezTo>
                  <a:cubicBezTo>
                    <a:pt x="69946" y="916"/>
                    <a:pt x="69876" y="894"/>
                    <a:pt x="69820" y="851"/>
                  </a:cubicBezTo>
                  <a:lnTo>
                    <a:pt x="69485" y="699"/>
                  </a:lnTo>
                  <a:lnTo>
                    <a:pt x="69212" y="790"/>
                  </a:lnTo>
                  <a:lnTo>
                    <a:pt x="69151" y="882"/>
                  </a:lnTo>
                  <a:cubicBezTo>
                    <a:pt x="69060" y="790"/>
                    <a:pt x="68969" y="730"/>
                    <a:pt x="68908" y="639"/>
                  </a:cubicBezTo>
                  <a:cubicBezTo>
                    <a:pt x="68904" y="635"/>
                    <a:pt x="68899" y="633"/>
                    <a:pt x="68894" y="633"/>
                  </a:cubicBezTo>
                  <a:cubicBezTo>
                    <a:pt x="68861" y="633"/>
                    <a:pt x="68809" y="715"/>
                    <a:pt x="68756" y="821"/>
                  </a:cubicBezTo>
                  <a:lnTo>
                    <a:pt x="68634" y="760"/>
                  </a:lnTo>
                  <a:lnTo>
                    <a:pt x="68452" y="669"/>
                  </a:lnTo>
                  <a:cubicBezTo>
                    <a:pt x="68269" y="699"/>
                    <a:pt x="68087" y="699"/>
                    <a:pt x="68026" y="699"/>
                  </a:cubicBezTo>
                  <a:lnTo>
                    <a:pt x="67996" y="699"/>
                  </a:lnTo>
                  <a:cubicBezTo>
                    <a:pt x="67892" y="820"/>
                    <a:pt x="67779" y="853"/>
                    <a:pt x="67655" y="853"/>
                  </a:cubicBezTo>
                  <a:cubicBezTo>
                    <a:pt x="67562" y="853"/>
                    <a:pt x="67463" y="834"/>
                    <a:pt x="67358" y="821"/>
                  </a:cubicBezTo>
                  <a:cubicBezTo>
                    <a:pt x="67266" y="790"/>
                    <a:pt x="67114" y="790"/>
                    <a:pt x="67023" y="760"/>
                  </a:cubicBezTo>
                  <a:lnTo>
                    <a:pt x="66810" y="699"/>
                  </a:lnTo>
                  <a:cubicBezTo>
                    <a:pt x="66810" y="780"/>
                    <a:pt x="66770" y="821"/>
                    <a:pt x="66707" y="821"/>
                  </a:cubicBezTo>
                  <a:cubicBezTo>
                    <a:pt x="66675" y="821"/>
                    <a:pt x="66638" y="811"/>
                    <a:pt x="66598" y="790"/>
                  </a:cubicBezTo>
                  <a:lnTo>
                    <a:pt x="66476" y="760"/>
                  </a:lnTo>
                  <a:cubicBezTo>
                    <a:pt x="66415" y="760"/>
                    <a:pt x="66341" y="814"/>
                    <a:pt x="66262" y="814"/>
                  </a:cubicBezTo>
                  <a:cubicBezTo>
                    <a:pt x="66223" y="814"/>
                    <a:pt x="66182" y="801"/>
                    <a:pt x="66142" y="760"/>
                  </a:cubicBezTo>
                  <a:cubicBezTo>
                    <a:pt x="66020" y="821"/>
                    <a:pt x="65868" y="882"/>
                    <a:pt x="65747" y="912"/>
                  </a:cubicBezTo>
                  <a:cubicBezTo>
                    <a:pt x="65534" y="851"/>
                    <a:pt x="65351" y="821"/>
                    <a:pt x="65139" y="790"/>
                  </a:cubicBezTo>
                  <a:cubicBezTo>
                    <a:pt x="65086" y="808"/>
                    <a:pt x="64973" y="826"/>
                    <a:pt x="64880" y="826"/>
                  </a:cubicBezTo>
                  <a:cubicBezTo>
                    <a:pt x="64813" y="826"/>
                    <a:pt x="64756" y="816"/>
                    <a:pt x="64744" y="790"/>
                  </a:cubicBezTo>
                  <a:cubicBezTo>
                    <a:pt x="64728" y="775"/>
                    <a:pt x="64709" y="770"/>
                    <a:pt x="64688" y="770"/>
                  </a:cubicBezTo>
                  <a:cubicBezTo>
                    <a:pt x="64624" y="770"/>
                    <a:pt x="64538" y="821"/>
                    <a:pt x="64470" y="821"/>
                  </a:cubicBezTo>
                  <a:cubicBezTo>
                    <a:pt x="64348" y="821"/>
                    <a:pt x="64227" y="790"/>
                    <a:pt x="64105" y="730"/>
                  </a:cubicBezTo>
                  <a:lnTo>
                    <a:pt x="64014" y="790"/>
                  </a:lnTo>
                  <a:lnTo>
                    <a:pt x="63923" y="882"/>
                  </a:lnTo>
                  <a:cubicBezTo>
                    <a:pt x="63910" y="875"/>
                    <a:pt x="63890" y="873"/>
                    <a:pt x="63867" y="873"/>
                  </a:cubicBezTo>
                  <a:cubicBezTo>
                    <a:pt x="63802" y="873"/>
                    <a:pt x="63709" y="890"/>
                    <a:pt x="63645" y="890"/>
                  </a:cubicBezTo>
                  <a:cubicBezTo>
                    <a:pt x="63621" y="890"/>
                    <a:pt x="63601" y="888"/>
                    <a:pt x="63589" y="882"/>
                  </a:cubicBezTo>
                  <a:cubicBezTo>
                    <a:pt x="63561" y="826"/>
                    <a:pt x="63331" y="695"/>
                    <a:pt x="63222" y="695"/>
                  </a:cubicBezTo>
                  <a:cubicBezTo>
                    <a:pt x="63211" y="695"/>
                    <a:pt x="63202" y="697"/>
                    <a:pt x="63193" y="699"/>
                  </a:cubicBezTo>
                  <a:cubicBezTo>
                    <a:pt x="63011" y="760"/>
                    <a:pt x="62859" y="790"/>
                    <a:pt x="62677" y="821"/>
                  </a:cubicBezTo>
                  <a:cubicBezTo>
                    <a:pt x="62555" y="790"/>
                    <a:pt x="62464" y="730"/>
                    <a:pt x="62403" y="639"/>
                  </a:cubicBezTo>
                  <a:lnTo>
                    <a:pt x="62312" y="578"/>
                  </a:lnTo>
                  <a:lnTo>
                    <a:pt x="62281" y="547"/>
                  </a:lnTo>
                  <a:cubicBezTo>
                    <a:pt x="62190" y="547"/>
                    <a:pt x="62160" y="639"/>
                    <a:pt x="62160" y="699"/>
                  </a:cubicBezTo>
                  <a:cubicBezTo>
                    <a:pt x="62190" y="730"/>
                    <a:pt x="62130" y="790"/>
                    <a:pt x="62038" y="851"/>
                  </a:cubicBezTo>
                  <a:lnTo>
                    <a:pt x="61917" y="882"/>
                  </a:lnTo>
                  <a:cubicBezTo>
                    <a:pt x="61826" y="882"/>
                    <a:pt x="61734" y="821"/>
                    <a:pt x="61643" y="790"/>
                  </a:cubicBezTo>
                  <a:cubicBezTo>
                    <a:pt x="61598" y="775"/>
                    <a:pt x="61544" y="768"/>
                    <a:pt x="61487" y="768"/>
                  </a:cubicBezTo>
                  <a:cubicBezTo>
                    <a:pt x="61430" y="768"/>
                    <a:pt x="61370" y="775"/>
                    <a:pt x="61309" y="790"/>
                  </a:cubicBezTo>
                  <a:cubicBezTo>
                    <a:pt x="61235" y="852"/>
                    <a:pt x="61166" y="874"/>
                    <a:pt x="61100" y="874"/>
                  </a:cubicBezTo>
                  <a:cubicBezTo>
                    <a:pt x="61003" y="874"/>
                    <a:pt x="60913" y="827"/>
                    <a:pt x="60823" y="790"/>
                  </a:cubicBezTo>
                  <a:cubicBezTo>
                    <a:pt x="60755" y="771"/>
                    <a:pt x="60685" y="761"/>
                    <a:pt x="60614" y="761"/>
                  </a:cubicBezTo>
                  <a:cubicBezTo>
                    <a:pt x="60462" y="761"/>
                    <a:pt x="60309" y="808"/>
                    <a:pt x="60184" y="912"/>
                  </a:cubicBezTo>
                  <a:lnTo>
                    <a:pt x="60154" y="942"/>
                  </a:lnTo>
                  <a:cubicBezTo>
                    <a:pt x="60129" y="951"/>
                    <a:pt x="60105" y="954"/>
                    <a:pt x="60080" y="954"/>
                  </a:cubicBezTo>
                  <a:cubicBezTo>
                    <a:pt x="60014" y="954"/>
                    <a:pt x="59947" y="926"/>
                    <a:pt x="59880" y="882"/>
                  </a:cubicBezTo>
                  <a:lnTo>
                    <a:pt x="59850" y="821"/>
                  </a:lnTo>
                  <a:cubicBezTo>
                    <a:pt x="59814" y="785"/>
                    <a:pt x="59774" y="773"/>
                    <a:pt x="59734" y="773"/>
                  </a:cubicBezTo>
                  <a:cubicBezTo>
                    <a:pt x="59673" y="773"/>
                    <a:pt x="59613" y="802"/>
                    <a:pt x="59576" y="821"/>
                  </a:cubicBezTo>
                  <a:cubicBezTo>
                    <a:pt x="59546" y="836"/>
                    <a:pt x="59508" y="836"/>
                    <a:pt x="59474" y="836"/>
                  </a:cubicBezTo>
                  <a:cubicBezTo>
                    <a:pt x="59440" y="836"/>
                    <a:pt x="59409" y="836"/>
                    <a:pt x="59394" y="851"/>
                  </a:cubicBezTo>
                  <a:cubicBezTo>
                    <a:pt x="59339" y="895"/>
                    <a:pt x="59296" y="911"/>
                    <a:pt x="59260" y="911"/>
                  </a:cubicBezTo>
                  <a:cubicBezTo>
                    <a:pt x="59194" y="911"/>
                    <a:pt x="59148" y="860"/>
                    <a:pt x="59090" y="821"/>
                  </a:cubicBezTo>
                  <a:cubicBezTo>
                    <a:pt x="59029" y="790"/>
                    <a:pt x="58968" y="760"/>
                    <a:pt x="58938" y="730"/>
                  </a:cubicBezTo>
                  <a:cubicBezTo>
                    <a:pt x="58908" y="730"/>
                    <a:pt x="58847" y="760"/>
                    <a:pt x="58847" y="760"/>
                  </a:cubicBezTo>
                  <a:lnTo>
                    <a:pt x="58847" y="821"/>
                  </a:lnTo>
                  <a:cubicBezTo>
                    <a:pt x="58877" y="882"/>
                    <a:pt x="58847" y="882"/>
                    <a:pt x="58786" y="882"/>
                  </a:cubicBezTo>
                  <a:lnTo>
                    <a:pt x="58725" y="851"/>
                  </a:lnTo>
                  <a:cubicBezTo>
                    <a:pt x="58543" y="821"/>
                    <a:pt x="58360" y="821"/>
                    <a:pt x="58208" y="821"/>
                  </a:cubicBezTo>
                  <a:lnTo>
                    <a:pt x="58056" y="821"/>
                  </a:lnTo>
                  <a:cubicBezTo>
                    <a:pt x="57905" y="790"/>
                    <a:pt x="57753" y="760"/>
                    <a:pt x="57601" y="760"/>
                  </a:cubicBezTo>
                  <a:cubicBezTo>
                    <a:pt x="57601" y="841"/>
                    <a:pt x="57574" y="895"/>
                    <a:pt x="57510" y="895"/>
                  </a:cubicBezTo>
                  <a:cubicBezTo>
                    <a:pt x="57479" y="895"/>
                    <a:pt x="57438" y="882"/>
                    <a:pt x="57388" y="851"/>
                  </a:cubicBezTo>
                  <a:lnTo>
                    <a:pt x="57297" y="821"/>
                  </a:lnTo>
                  <a:cubicBezTo>
                    <a:pt x="57175" y="821"/>
                    <a:pt x="56780" y="851"/>
                    <a:pt x="56446" y="882"/>
                  </a:cubicBezTo>
                  <a:lnTo>
                    <a:pt x="56172" y="882"/>
                  </a:lnTo>
                  <a:cubicBezTo>
                    <a:pt x="56081" y="882"/>
                    <a:pt x="55898" y="821"/>
                    <a:pt x="55898" y="821"/>
                  </a:cubicBezTo>
                  <a:cubicBezTo>
                    <a:pt x="55845" y="874"/>
                    <a:pt x="55796" y="894"/>
                    <a:pt x="55751" y="894"/>
                  </a:cubicBezTo>
                  <a:cubicBezTo>
                    <a:pt x="55642" y="894"/>
                    <a:pt x="55550" y="782"/>
                    <a:pt x="55442" y="760"/>
                  </a:cubicBezTo>
                  <a:cubicBezTo>
                    <a:pt x="55415" y="760"/>
                    <a:pt x="55412" y="634"/>
                    <a:pt x="55344" y="634"/>
                  </a:cubicBezTo>
                  <a:cubicBezTo>
                    <a:pt x="55337" y="634"/>
                    <a:pt x="55329" y="636"/>
                    <a:pt x="55321" y="639"/>
                  </a:cubicBezTo>
                  <a:cubicBezTo>
                    <a:pt x="55108" y="699"/>
                    <a:pt x="55351" y="760"/>
                    <a:pt x="55321" y="760"/>
                  </a:cubicBezTo>
                  <a:lnTo>
                    <a:pt x="55169" y="851"/>
                  </a:lnTo>
                  <a:cubicBezTo>
                    <a:pt x="55053" y="909"/>
                    <a:pt x="54938" y="930"/>
                    <a:pt x="54869" y="930"/>
                  </a:cubicBezTo>
                  <a:cubicBezTo>
                    <a:pt x="54829" y="930"/>
                    <a:pt x="54804" y="923"/>
                    <a:pt x="54804" y="912"/>
                  </a:cubicBezTo>
                  <a:lnTo>
                    <a:pt x="54804" y="851"/>
                  </a:lnTo>
                  <a:lnTo>
                    <a:pt x="54804" y="821"/>
                  </a:lnTo>
                  <a:cubicBezTo>
                    <a:pt x="54804" y="798"/>
                    <a:pt x="54791" y="788"/>
                    <a:pt x="54768" y="788"/>
                  </a:cubicBezTo>
                  <a:cubicBezTo>
                    <a:pt x="54730" y="788"/>
                    <a:pt x="54667" y="814"/>
                    <a:pt x="54591" y="851"/>
                  </a:cubicBezTo>
                  <a:lnTo>
                    <a:pt x="54379" y="821"/>
                  </a:lnTo>
                  <a:cubicBezTo>
                    <a:pt x="54333" y="806"/>
                    <a:pt x="54295" y="798"/>
                    <a:pt x="54261" y="798"/>
                  </a:cubicBezTo>
                  <a:cubicBezTo>
                    <a:pt x="54227" y="798"/>
                    <a:pt x="54196" y="806"/>
                    <a:pt x="54166" y="821"/>
                  </a:cubicBezTo>
                  <a:lnTo>
                    <a:pt x="54044" y="821"/>
                  </a:lnTo>
                  <a:cubicBezTo>
                    <a:pt x="53862" y="821"/>
                    <a:pt x="53710" y="790"/>
                    <a:pt x="53558" y="730"/>
                  </a:cubicBezTo>
                  <a:lnTo>
                    <a:pt x="53436" y="790"/>
                  </a:lnTo>
                  <a:lnTo>
                    <a:pt x="53406" y="790"/>
                  </a:lnTo>
                  <a:cubicBezTo>
                    <a:pt x="53376" y="790"/>
                    <a:pt x="53132" y="973"/>
                    <a:pt x="53011" y="973"/>
                  </a:cubicBezTo>
                  <a:cubicBezTo>
                    <a:pt x="53004" y="975"/>
                    <a:pt x="52997" y="976"/>
                    <a:pt x="52989" y="976"/>
                  </a:cubicBezTo>
                  <a:cubicBezTo>
                    <a:pt x="52893" y="976"/>
                    <a:pt x="52735" y="814"/>
                    <a:pt x="52707" y="730"/>
                  </a:cubicBezTo>
                  <a:cubicBezTo>
                    <a:pt x="52697" y="709"/>
                    <a:pt x="52666" y="699"/>
                    <a:pt x="52621" y="699"/>
                  </a:cubicBezTo>
                  <a:cubicBezTo>
                    <a:pt x="52531" y="699"/>
                    <a:pt x="52383" y="740"/>
                    <a:pt x="52221" y="821"/>
                  </a:cubicBezTo>
                  <a:lnTo>
                    <a:pt x="52008" y="790"/>
                  </a:lnTo>
                  <a:cubicBezTo>
                    <a:pt x="51917" y="760"/>
                    <a:pt x="51825" y="730"/>
                    <a:pt x="51734" y="730"/>
                  </a:cubicBezTo>
                  <a:cubicBezTo>
                    <a:pt x="51673" y="730"/>
                    <a:pt x="51613" y="851"/>
                    <a:pt x="51552" y="851"/>
                  </a:cubicBezTo>
                  <a:lnTo>
                    <a:pt x="51369" y="851"/>
                  </a:lnTo>
                  <a:cubicBezTo>
                    <a:pt x="51319" y="901"/>
                    <a:pt x="51260" y="924"/>
                    <a:pt x="51196" y="924"/>
                  </a:cubicBezTo>
                  <a:cubicBezTo>
                    <a:pt x="51144" y="924"/>
                    <a:pt x="51090" y="909"/>
                    <a:pt x="51035" y="882"/>
                  </a:cubicBezTo>
                  <a:cubicBezTo>
                    <a:pt x="50944" y="821"/>
                    <a:pt x="50853" y="760"/>
                    <a:pt x="50731" y="760"/>
                  </a:cubicBezTo>
                  <a:lnTo>
                    <a:pt x="50458" y="760"/>
                  </a:lnTo>
                  <a:cubicBezTo>
                    <a:pt x="50366" y="760"/>
                    <a:pt x="50275" y="821"/>
                    <a:pt x="50184" y="851"/>
                  </a:cubicBezTo>
                  <a:lnTo>
                    <a:pt x="50032" y="942"/>
                  </a:lnTo>
                  <a:cubicBezTo>
                    <a:pt x="49951" y="861"/>
                    <a:pt x="49870" y="821"/>
                    <a:pt x="49825" y="821"/>
                  </a:cubicBezTo>
                  <a:cubicBezTo>
                    <a:pt x="49802" y="821"/>
                    <a:pt x="49789" y="831"/>
                    <a:pt x="49789" y="851"/>
                  </a:cubicBezTo>
                  <a:cubicBezTo>
                    <a:pt x="49785" y="856"/>
                    <a:pt x="49776" y="857"/>
                    <a:pt x="49766" y="857"/>
                  </a:cubicBezTo>
                  <a:cubicBezTo>
                    <a:pt x="49700" y="857"/>
                    <a:pt x="49533" y="790"/>
                    <a:pt x="49455" y="790"/>
                  </a:cubicBezTo>
                  <a:lnTo>
                    <a:pt x="49151" y="760"/>
                  </a:lnTo>
                  <a:lnTo>
                    <a:pt x="49151" y="730"/>
                  </a:lnTo>
                  <a:lnTo>
                    <a:pt x="49090" y="578"/>
                  </a:lnTo>
                  <a:cubicBezTo>
                    <a:pt x="48968" y="608"/>
                    <a:pt x="48877" y="669"/>
                    <a:pt x="48816" y="730"/>
                  </a:cubicBezTo>
                  <a:lnTo>
                    <a:pt x="48786" y="760"/>
                  </a:lnTo>
                  <a:cubicBezTo>
                    <a:pt x="48695" y="790"/>
                    <a:pt x="48603" y="821"/>
                    <a:pt x="48512" y="851"/>
                  </a:cubicBezTo>
                  <a:lnTo>
                    <a:pt x="48391" y="790"/>
                  </a:lnTo>
                  <a:lnTo>
                    <a:pt x="48269" y="760"/>
                  </a:lnTo>
                  <a:cubicBezTo>
                    <a:pt x="48247" y="766"/>
                    <a:pt x="48225" y="768"/>
                    <a:pt x="48205" y="768"/>
                  </a:cubicBezTo>
                  <a:cubicBezTo>
                    <a:pt x="48114" y="768"/>
                    <a:pt x="48040" y="719"/>
                    <a:pt x="47965" y="669"/>
                  </a:cubicBezTo>
                  <a:lnTo>
                    <a:pt x="47965" y="669"/>
                  </a:lnTo>
                  <a:cubicBezTo>
                    <a:pt x="47965" y="760"/>
                    <a:pt x="47965" y="821"/>
                    <a:pt x="47996" y="882"/>
                  </a:cubicBezTo>
                  <a:lnTo>
                    <a:pt x="47692" y="882"/>
                  </a:lnTo>
                  <a:cubicBezTo>
                    <a:pt x="47681" y="851"/>
                    <a:pt x="47661" y="838"/>
                    <a:pt x="47635" y="838"/>
                  </a:cubicBezTo>
                  <a:cubicBezTo>
                    <a:pt x="47583" y="838"/>
                    <a:pt x="47509" y="892"/>
                    <a:pt x="47448" y="973"/>
                  </a:cubicBezTo>
                  <a:lnTo>
                    <a:pt x="47266" y="882"/>
                  </a:lnTo>
                  <a:lnTo>
                    <a:pt x="47114" y="790"/>
                  </a:lnTo>
                  <a:cubicBezTo>
                    <a:pt x="46962" y="821"/>
                    <a:pt x="46810" y="821"/>
                    <a:pt x="46658" y="821"/>
                  </a:cubicBezTo>
                  <a:lnTo>
                    <a:pt x="46202" y="821"/>
                  </a:lnTo>
                  <a:cubicBezTo>
                    <a:pt x="46104" y="845"/>
                    <a:pt x="45966" y="890"/>
                    <a:pt x="45884" y="890"/>
                  </a:cubicBezTo>
                  <a:cubicBezTo>
                    <a:pt x="45865" y="890"/>
                    <a:pt x="45849" y="887"/>
                    <a:pt x="45837" y="882"/>
                  </a:cubicBezTo>
                  <a:cubicBezTo>
                    <a:pt x="45781" y="844"/>
                    <a:pt x="45736" y="830"/>
                    <a:pt x="45699" y="830"/>
                  </a:cubicBezTo>
                  <a:cubicBezTo>
                    <a:pt x="45617" y="830"/>
                    <a:pt x="45575" y="901"/>
                    <a:pt x="45533" y="942"/>
                  </a:cubicBezTo>
                  <a:lnTo>
                    <a:pt x="45412" y="1034"/>
                  </a:lnTo>
                  <a:cubicBezTo>
                    <a:pt x="45381" y="1125"/>
                    <a:pt x="45351" y="1216"/>
                    <a:pt x="45290" y="1307"/>
                  </a:cubicBezTo>
                  <a:cubicBezTo>
                    <a:pt x="45260" y="1307"/>
                    <a:pt x="45199" y="1277"/>
                    <a:pt x="45169" y="1246"/>
                  </a:cubicBezTo>
                  <a:lnTo>
                    <a:pt x="45169" y="1186"/>
                  </a:lnTo>
                  <a:lnTo>
                    <a:pt x="45169" y="1155"/>
                  </a:lnTo>
                  <a:cubicBezTo>
                    <a:pt x="45199" y="1125"/>
                    <a:pt x="44956" y="1003"/>
                    <a:pt x="45017" y="942"/>
                  </a:cubicBezTo>
                  <a:cubicBezTo>
                    <a:pt x="45038" y="921"/>
                    <a:pt x="45037" y="911"/>
                    <a:pt x="45015" y="911"/>
                  </a:cubicBezTo>
                  <a:cubicBezTo>
                    <a:pt x="44976" y="911"/>
                    <a:pt x="44870" y="944"/>
                    <a:pt x="44713" y="1003"/>
                  </a:cubicBezTo>
                  <a:lnTo>
                    <a:pt x="44591" y="973"/>
                  </a:lnTo>
                  <a:cubicBezTo>
                    <a:pt x="44435" y="928"/>
                    <a:pt x="44280" y="900"/>
                    <a:pt x="44124" y="900"/>
                  </a:cubicBezTo>
                  <a:cubicBezTo>
                    <a:pt x="44067" y="900"/>
                    <a:pt x="44010" y="904"/>
                    <a:pt x="43953" y="912"/>
                  </a:cubicBezTo>
                  <a:lnTo>
                    <a:pt x="43679" y="912"/>
                  </a:lnTo>
                  <a:cubicBezTo>
                    <a:pt x="43406" y="942"/>
                    <a:pt x="43041" y="1003"/>
                    <a:pt x="42889" y="1003"/>
                  </a:cubicBezTo>
                  <a:lnTo>
                    <a:pt x="42798" y="942"/>
                  </a:lnTo>
                  <a:cubicBezTo>
                    <a:pt x="42751" y="916"/>
                    <a:pt x="42713" y="905"/>
                    <a:pt x="42682" y="905"/>
                  </a:cubicBezTo>
                  <a:cubicBezTo>
                    <a:pt x="42567" y="905"/>
                    <a:pt x="42528" y="1040"/>
                    <a:pt x="42433" y="1064"/>
                  </a:cubicBezTo>
                  <a:cubicBezTo>
                    <a:pt x="42403" y="1064"/>
                    <a:pt x="42372" y="1003"/>
                    <a:pt x="42312" y="1003"/>
                  </a:cubicBezTo>
                  <a:cubicBezTo>
                    <a:pt x="42181" y="977"/>
                    <a:pt x="41983" y="906"/>
                    <a:pt x="41872" y="906"/>
                  </a:cubicBezTo>
                  <a:cubicBezTo>
                    <a:pt x="41854" y="906"/>
                    <a:pt x="41838" y="908"/>
                    <a:pt x="41825" y="912"/>
                  </a:cubicBezTo>
                  <a:cubicBezTo>
                    <a:pt x="41769" y="950"/>
                    <a:pt x="41730" y="964"/>
                    <a:pt x="41700" y="964"/>
                  </a:cubicBezTo>
                  <a:cubicBezTo>
                    <a:pt x="41634" y="964"/>
                    <a:pt x="41615" y="893"/>
                    <a:pt x="41552" y="851"/>
                  </a:cubicBezTo>
                  <a:lnTo>
                    <a:pt x="41521" y="851"/>
                  </a:lnTo>
                  <a:cubicBezTo>
                    <a:pt x="41491" y="851"/>
                    <a:pt x="41400" y="912"/>
                    <a:pt x="41369" y="942"/>
                  </a:cubicBezTo>
                  <a:cubicBezTo>
                    <a:pt x="41231" y="930"/>
                    <a:pt x="41092" y="922"/>
                    <a:pt x="40956" y="922"/>
                  </a:cubicBezTo>
                  <a:cubicBezTo>
                    <a:pt x="40763" y="922"/>
                    <a:pt x="40575" y="937"/>
                    <a:pt x="40397" y="973"/>
                  </a:cubicBezTo>
                  <a:cubicBezTo>
                    <a:pt x="40305" y="1003"/>
                    <a:pt x="40207" y="1018"/>
                    <a:pt x="40108" y="1018"/>
                  </a:cubicBezTo>
                  <a:cubicBezTo>
                    <a:pt x="40009" y="1018"/>
                    <a:pt x="39910" y="1003"/>
                    <a:pt x="39819" y="973"/>
                  </a:cubicBezTo>
                  <a:cubicBezTo>
                    <a:pt x="39810" y="964"/>
                    <a:pt x="39791" y="960"/>
                    <a:pt x="39767" y="960"/>
                  </a:cubicBezTo>
                  <a:cubicBezTo>
                    <a:pt x="39710" y="960"/>
                    <a:pt x="39628" y="982"/>
                    <a:pt x="39606" y="1003"/>
                  </a:cubicBezTo>
                  <a:cubicBezTo>
                    <a:pt x="39602" y="1007"/>
                    <a:pt x="39594" y="1009"/>
                    <a:pt x="39584" y="1009"/>
                  </a:cubicBezTo>
                  <a:cubicBezTo>
                    <a:pt x="39519" y="1009"/>
                    <a:pt x="39350" y="938"/>
                    <a:pt x="39272" y="912"/>
                  </a:cubicBezTo>
                  <a:cubicBezTo>
                    <a:pt x="39257" y="897"/>
                    <a:pt x="39217" y="891"/>
                    <a:pt x="39163" y="891"/>
                  </a:cubicBezTo>
                  <a:cubicBezTo>
                    <a:pt x="39002" y="891"/>
                    <a:pt x="38717" y="942"/>
                    <a:pt x="38603" y="942"/>
                  </a:cubicBezTo>
                  <a:lnTo>
                    <a:pt x="38269" y="942"/>
                  </a:lnTo>
                  <a:cubicBezTo>
                    <a:pt x="38212" y="977"/>
                    <a:pt x="38168" y="994"/>
                    <a:pt x="38135" y="994"/>
                  </a:cubicBezTo>
                  <a:cubicBezTo>
                    <a:pt x="38080" y="994"/>
                    <a:pt x="38056" y="946"/>
                    <a:pt x="38056" y="851"/>
                  </a:cubicBezTo>
                  <a:cubicBezTo>
                    <a:pt x="37904" y="882"/>
                    <a:pt x="37783" y="912"/>
                    <a:pt x="37661" y="973"/>
                  </a:cubicBezTo>
                  <a:lnTo>
                    <a:pt x="37509" y="973"/>
                  </a:lnTo>
                  <a:cubicBezTo>
                    <a:pt x="37357" y="973"/>
                    <a:pt x="37235" y="1034"/>
                    <a:pt x="37114" y="1125"/>
                  </a:cubicBezTo>
                  <a:cubicBezTo>
                    <a:pt x="37083" y="1094"/>
                    <a:pt x="37053" y="1064"/>
                    <a:pt x="37053" y="1034"/>
                  </a:cubicBezTo>
                  <a:cubicBezTo>
                    <a:pt x="37047" y="1028"/>
                    <a:pt x="37038" y="1025"/>
                    <a:pt x="37027" y="1025"/>
                  </a:cubicBezTo>
                  <a:cubicBezTo>
                    <a:pt x="36980" y="1025"/>
                    <a:pt x="36895" y="1070"/>
                    <a:pt x="36871" y="1094"/>
                  </a:cubicBezTo>
                  <a:cubicBezTo>
                    <a:pt x="36795" y="1110"/>
                    <a:pt x="36719" y="1117"/>
                    <a:pt x="36647" y="1117"/>
                  </a:cubicBezTo>
                  <a:cubicBezTo>
                    <a:pt x="36574" y="1117"/>
                    <a:pt x="36506" y="1110"/>
                    <a:pt x="36445" y="1094"/>
                  </a:cubicBezTo>
                  <a:cubicBezTo>
                    <a:pt x="36263" y="1003"/>
                    <a:pt x="36080" y="912"/>
                    <a:pt x="35898" y="882"/>
                  </a:cubicBezTo>
                  <a:cubicBezTo>
                    <a:pt x="35807" y="882"/>
                    <a:pt x="35716" y="912"/>
                    <a:pt x="35655" y="942"/>
                  </a:cubicBezTo>
                  <a:lnTo>
                    <a:pt x="35472" y="1094"/>
                  </a:lnTo>
                  <a:cubicBezTo>
                    <a:pt x="35442" y="1125"/>
                    <a:pt x="35412" y="1155"/>
                    <a:pt x="35381" y="1155"/>
                  </a:cubicBezTo>
                  <a:cubicBezTo>
                    <a:pt x="35303" y="1155"/>
                    <a:pt x="35225" y="1088"/>
                    <a:pt x="35147" y="1088"/>
                  </a:cubicBezTo>
                  <a:cubicBezTo>
                    <a:pt x="35134" y="1088"/>
                    <a:pt x="35121" y="1090"/>
                    <a:pt x="35108" y="1094"/>
                  </a:cubicBezTo>
                  <a:lnTo>
                    <a:pt x="35017" y="1125"/>
                  </a:lnTo>
                  <a:lnTo>
                    <a:pt x="34530" y="1125"/>
                  </a:lnTo>
                  <a:cubicBezTo>
                    <a:pt x="34469" y="1110"/>
                    <a:pt x="34409" y="1102"/>
                    <a:pt x="34348" y="1102"/>
                  </a:cubicBezTo>
                  <a:cubicBezTo>
                    <a:pt x="34287" y="1102"/>
                    <a:pt x="34226" y="1110"/>
                    <a:pt x="34165" y="1125"/>
                  </a:cubicBezTo>
                  <a:lnTo>
                    <a:pt x="34044" y="1094"/>
                  </a:lnTo>
                  <a:lnTo>
                    <a:pt x="33953" y="1064"/>
                  </a:lnTo>
                  <a:cubicBezTo>
                    <a:pt x="33770" y="1064"/>
                    <a:pt x="33588" y="1094"/>
                    <a:pt x="33406" y="1125"/>
                  </a:cubicBezTo>
                  <a:lnTo>
                    <a:pt x="33284" y="1125"/>
                  </a:lnTo>
                  <a:cubicBezTo>
                    <a:pt x="33260" y="1131"/>
                    <a:pt x="33235" y="1133"/>
                    <a:pt x="33211" y="1133"/>
                  </a:cubicBezTo>
                  <a:cubicBezTo>
                    <a:pt x="33114" y="1133"/>
                    <a:pt x="33017" y="1094"/>
                    <a:pt x="32919" y="1094"/>
                  </a:cubicBezTo>
                  <a:cubicBezTo>
                    <a:pt x="32798" y="1094"/>
                    <a:pt x="32676" y="1125"/>
                    <a:pt x="32524" y="1125"/>
                  </a:cubicBezTo>
                  <a:lnTo>
                    <a:pt x="32311" y="1125"/>
                  </a:lnTo>
                  <a:cubicBezTo>
                    <a:pt x="32197" y="1163"/>
                    <a:pt x="32088" y="1180"/>
                    <a:pt x="31979" y="1180"/>
                  </a:cubicBezTo>
                  <a:cubicBezTo>
                    <a:pt x="31829" y="1180"/>
                    <a:pt x="31680" y="1147"/>
                    <a:pt x="31521" y="1094"/>
                  </a:cubicBezTo>
                  <a:cubicBezTo>
                    <a:pt x="31488" y="1078"/>
                    <a:pt x="31458" y="1071"/>
                    <a:pt x="31430" y="1071"/>
                  </a:cubicBezTo>
                  <a:cubicBezTo>
                    <a:pt x="31355" y="1071"/>
                    <a:pt x="31300" y="1127"/>
                    <a:pt x="31278" y="1216"/>
                  </a:cubicBezTo>
                  <a:lnTo>
                    <a:pt x="31156" y="1125"/>
                  </a:lnTo>
                  <a:cubicBezTo>
                    <a:pt x="31105" y="1099"/>
                    <a:pt x="31064" y="1090"/>
                    <a:pt x="31030" y="1090"/>
                  </a:cubicBezTo>
                  <a:cubicBezTo>
                    <a:pt x="30983" y="1090"/>
                    <a:pt x="30948" y="1107"/>
                    <a:pt x="30913" y="1125"/>
                  </a:cubicBezTo>
                  <a:cubicBezTo>
                    <a:pt x="30883" y="1155"/>
                    <a:pt x="30860" y="1170"/>
                    <a:pt x="30833" y="1170"/>
                  </a:cubicBezTo>
                  <a:cubicBezTo>
                    <a:pt x="30807" y="1170"/>
                    <a:pt x="30776" y="1155"/>
                    <a:pt x="30731" y="1125"/>
                  </a:cubicBezTo>
                  <a:cubicBezTo>
                    <a:pt x="30704" y="1116"/>
                    <a:pt x="30677" y="1112"/>
                    <a:pt x="30651" y="1112"/>
                  </a:cubicBezTo>
                  <a:cubicBezTo>
                    <a:pt x="30586" y="1112"/>
                    <a:pt x="30522" y="1134"/>
                    <a:pt x="30457" y="1155"/>
                  </a:cubicBezTo>
                  <a:lnTo>
                    <a:pt x="30214" y="1307"/>
                  </a:lnTo>
                  <a:cubicBezTo>
                    <a:pt x="30214" y="1189"/>
                    <a:pt x="30141" y="1145"/>
                    <a:pt x="30080" y="1145"/>
                  </a:cubicBezTo>
                  <a:cubicBezTo>
                    <a:pt x="30062" y="1145"/>
                    <a:pt x="30045" y="1148"/>
                    <a:pt x="30032" y="1155"/>
                  </a:cubicBezTo>
                  <a:cubicBezTo>
                    <a:pt x="29971" y="1216"/>
                    <a:pt x="29849" y="1216"/>
                    <a:pt x="29758" y="1216"/>
                  </a:cubicBezTo>
                  <a:lnTo>
                    <a:pt x="29667" y="1216"/>
                  </a:lnTo>
                  <a:cubicBezTo>
                    <a:pt x="29637" y="1277"/>
                    <a:pt x="29606" y="1338"/>
                    <a:pt x="29606" y="1398"/>
                  </a:cubicBezTo>
                  <a:lnTo>
                    <a:pt x="29515" y="1368"/>
                  </a:lnTo>
                  <a:cubicBezTo>
                    <a:pt x="29363" y="1307"/>
                    <a:pt x="29606" y="1246"/>
                    <a:pt x="29545" y="1186"/>
                  </a:cubicBezTo>
                  <a:lnTo>
                    <a:pt x="29545" y="1155"/>
                  </a:lnTo>
                  <a:cubicBezTo>
                    <a:pt x="29515" y="1155"/>
                    <a:pt x="29424" y="1186"/>
                    <a:pt x="29363" y="1246"/>
                  </a:cubicBezTo>
                  <a:lnTo>
                    <a:pt x="29272" y="1277"/>
                  </a:lnTo>
                  <a:lnTo>
                    <a:pt x="29241" y="1277"/>
                  </a:lnTo>
                  <a:cubicBezTo>
                    <a:pt x="29211" y="1246"/>
                    <a:pt x="29181" y="1186"/>
                    <a:pt x="29241" y="1155"/>
                  </a:cubicBezTo>
                  <a:cubicBezTo>
                    <a:pt x="29272" y="1125"/>
                    <a:pt x="29120" y="1125"/>
                    <a:pt x="29059" y="1125"/>
                  </a:cubicBezTo>
                  <a:cubicBezTo>
                    <a:pt x="28998" y="1125"/>
                    <a:pt x="28816" y="1155"/>
                    <a:pt x="28603" y="1216"/>
                  </a:cubicBezTo>
                  <a:lnTo>
                    <a:pt x="28299" y="1216"/>
                  </a:lnTo>
                  <a:cubicBezTo>
                    <a:pt x="28169" y="1216"/>
                    <a:pt x="28016" y="1283"/>
                    <a:pt x="27899" y="1283"/>
                  </a:cubicBezTo>
                  <a:cubicBezTo>
                    <a:pt x="27879" y="1283"/>
                    <a:pt x="27861" y="1281"/>
                    <a:pt x="27843" y="1277"/>
                  </a:cubicBezTo>
                  <a:cubicBezTo>
                    <a:pt x="27767" y="1231"/>
                    <a:pt x="27684" y="1208"/>
                    <a:pt x="27600" y="1208"/>
                  </a:cubicBezTo>
                  <a:cubicBezTo>
                    <a:pt x="27516" y="1208"/>
                    <a:pt x="27433" y="1231"/>
                    <a:pt x="27357" y="1277"/>
                  </a:cubicBezTo>
                  <a:cubicBezTo>
                    <a:pt x="27281" y="1292"/>
                    <a:pt x="27205" y="1300"/>
                    <a:pt x="27129" y="1300"/>
                  </a:cubicBezTo>
                  <a:cubicBezTo>
                    <a:pt x="27053" y="1300"/>
                    <a:pt x="26977" y="1292"/>
                    <a:pt x="26901" y="1277"/>
                  </a:cubicBezTo>
                  <a:lnTo>
                    <a:pt x="26779" y="1186"/>
                  </a:lnTo>
                  <a:cubicBezTo>
                    <a:pt x="26597" y="1216"/>
                    <a:pt x="26475" y="1246"/>
                    <a:pt x="26323" y="1338"/>
                  </a:cubicBezTo>
                  <a:lnTo>
                    <a:pt x="26232" y="1338"/>
                  </a:lnTo>
                  <a:lnTo>
                    <a:pt x="26111" y="1368"/>
                  </a:lnTo>
                  <a:cubicBezTo>
                    <a:pt x="26070" y="1360"/>
                    <a:pt x="26027" y="1356"/>
                    <a:pt x="25983" y="1356"/>
                  </a:cubicBezTo>
                  <a:cubicBezTo>
                    <a:pt x="25863" y="1356"/>
                    <a:pt x="25736" y="1384"/>
                    <a:pt x="25624" y="1429"/>
                  </a:cubicBezTo>
                  <a:lnTo>
                    <a:pt x="25412" y="1368"/>
                  </a:lnTo>
                  <a:cubicBezTo>
                    <a:pt x="25323" y="1361"/>
                    <a:pt x="25234" y="1357"/>
                    <a:pt x="25145" y="1357"/>
                  </a:cubicBezTo>
                  <a:cubicBezTo>
                    <a:pt x="24840" y="1357"/>
                    <a:pt x="24539" y="1402"/>
                    <a:pt x="24256" y="1520"/>
                  </a:cubicBezTo>
                  <a:lnTo>
                    <a:pt x="23649" y="1520"/>
                  </a:lnTo>
                  <a:lnTo>
                    <a:pt x="23527" y="1368"/>
                  </a:lnTo>
                  <a:cubicBezTo>
                    <a:pt x="23466" y="1368"/>
                    <a:pt x="23436" y="1368"/>
                    <a:pt x="23375" y="1398"/>
                  </a:cubicBezTo>
                  <a:lnTo>
                    <a:pt x="23284" y="1459"/>
                  </a:lnTo>
                  <a:cubicBezTo>
                    <a:pt x="23257" y="1464"/>
                    <a:pt x="23226" y="1465"/>
                    <a:pt x="23193" y="1465"/>
                  </a:cubicBezTo>
                  <a:cubicBezTo>
                    <a:pt x="23034" y="1465"/>
                    <a:pt x="22819" y="1422"/>
                    <a:pt x="22721" y="1422"/>
                  </a:cubicBezTo>
                  <a:cubicBezTo>
                    <a:pt x="22700" y="1422"/>
                    <a:pt x="22685" y="1424"/>
                    <a:pt x="22676" y="1429"/>
                  </a:cubicBezTo>
                  <a:cubicBezTo>
                    <a:pt x="22554" y="1520"/>
                    <a:pt x="22433" y="1550"/>
                    <a:pt x="22281" y="1550"/>
                  </a:cubicBezTo>
                  <a:cubicBezTo>
                    <a:pt x="22220" y="1550"/>
                    <a:pt x="22159" y="1550"/>
                    <a:pt x="22098" y="1581"/>
                  </a:cubicBezTo>
                  <a:cubicBezTo>
                    <a:pt x="22038" y="1611"/>
                    <a:pt x="22007" y="1672"/>
                    <a:pt x="21946" y="1702"/>
                  </a:cubicBezTo>
                  <a:lnTo>
                    <a:pt x="21855" y="1672"/>
                  </a:lnTo>
                  <a:cubicBezTo>
                    <a:pt x="21794" y="1642"/>
                    <a:pt x="21673" y="1611"/>
                    <a:pt x="21642" y="1611"/>
                  </a:cubicBezTo>
                  <a:lnTo>
                    <a:pt x="21490" y="1763"/>
                  </a:lnTo>
                  <a:cubicBezTo>
                    <a:pt x="21444" y="1740"/>
                    <a:pt x="21401" y="1730"/>
                    <a:pt x="21364" y="1730"/>
                  </a:cubicBezTo>
                  <a:cubicBezTo>
                    <a:pt x="21256" y="1730"/>
                    <a:pt x="21194" y="1809"/>
                    <a:pt x="21217" y="1854"/>
                  </a:cubicBezTo>
                  <a:cubicBezTo>
                    <a:pt x="21217" y="1915"/>
                    <a:pt x="21338" y="2037"/>
                    <a:pt x="21490" y="2128"/>
                  </a:cubicBezTo>
                  <a:lnTo>
                    <a:pt x="21399" y="2249"/>
                  </a:lnTo>
                  <a:lnTo>
                    <a:pt x="21278" y="2371"/>
                  </a:lnTo>
                  <a:cubicBezTo>
                    <a:pt x="21187" y="2310"/>
                    <a:pt x="21065" y="2249"/>
                    <a:pt x="20943" y="2189"/>
                  </a:cubicBezTo>
                  <a:lnTo>
                    <a:pt x="20883" y="2189"/>
                  </a:lnTo>
                  <a:cubicBezTo>
                    <a:pt x="20700" y="2219"/>
                    <a:pt x="20518" y="2249"/>
                    <a:pt x="20335" y="2249"/>
                  </a:cubicBezTo>
                  <a:cubicBezTo>
                    <a:pt x="20183" y="2249"/>
                    <a:pt x="20183" y="2037"/>
                    <a:pt x="20214" y="1976"/>
                  </a:cubicBezTo>
                  <a:cubicBezTo>
                    <a:pt x="20275" y="1915"/>
                    <a:pt x="20275" y="1854"/>
                    <a:pt x="20275" y="1854"/>
                  </a:cubicBezTo>
                  <a:lnTo>
                    <a:pt x="20275" y="1854"/>
                  </a:lnTo>
                  <a:cubicBezTo>
                    <a:pt x="20163" y="1877"/>
                    <a:pt x="20067" y="1948"/>
                    <a:pt x="19989" y="1948"/>
                  </a:cubicBezTo>
                  <a:cubicBezTo>
                    <a:pt x="19960" y="1948"/>
                    <a:pt x="19934" y="1939"/>
                    <a:pt x="19910" y="1915"/>
                  </a:cubicBezTo>
                  <a:cubicBezTo>
                    <a:pt x="19819" y="1854"/>
                    <a:pt x="19576" y="1915"/>
                    <a:pt x="19576" y="1733"/>
                  </a:cubicBezTo>
                  <a:cubicBezTo>
                    <a:pt x="19576" y="1702"/>
                    <a:pt x="19515" y="1702"/>
                    <a:pt x="19515" y="1702"/>
                  </a:cubicBezTo>
                  <a:cubicBezTo>
                    <a:pt x="19416" y="1764"/>
                    <a:pt x="19307" y="1781"/>
                    <a:pt x="19195" y="1781"/>
                  </a:cubicBezTo>
                  <a:cubicBezTo>
                    <a:pt x="19063" y="1781"/>
                    <a:pt x="18926" y="1758"/>
                    <a:pt x="18794" y="1758"/>
                  </a:cubicBezTo>
                  <a:cubicBezTo>
                    <a:pt x="18760" y="1758"/>
                    <a:pt x="18727" y="1759"/>
                    <a:pt x="18694" y="1763"/>
                  </a:cubicBezTo>
                  <a:cubicBezTo>
                    <a:pt x="18481" y="1794"/>
                    <a:pt x="18299" y="1824"/>
                    <a:pt x="18117" y="1854"/>
                  </a:cubicBezTo>
                  <a:lnTo>
                    <a:pt x="18025" y="1885"/>
                  </a:lnTo>
                  <a:cubicBezTo>
                    <a:pt x="17965" y="1930"/>
                    <a:pt x="17896" y="1953"/>
                    <a:pt x="17828" y="1953"/>
                  </a:cubicBezTo>
                  <a:cubicBezTo>
                    <a:pt x="17759" y="1953"/>
                    <a:pt x="17691" y="1930"/>
                    <a:pt x="17630" y="1885"/>
                  </a:cubicBezTo>
                  <a:cubicBezTo>
                    <a:pt x="17628" y="1882"/>
                    <a:pt x="17625" y="1881"/>
                    <a:pt x="17621" y="1881"/>
                  </a:cubicBezTo>
                  <a:cubicBezTo>
                    <a:pt x="17573" y="1881"/>
                    <a:pt x="17415" y="2044"/>
                    <a:pt x="17387" y="2128"/>
                  </a:cubicBezTo>
                  <a:cubicBezTo>
                    <a:pt x="17378" y="2156"/>
                    <a:pt x="17369" y="2166"/>
                    <a:pt x="17359" y="2166"/>
                  </a:cubicBezTo>
                  <a:cubicBezTo>
                    <a:pt x="17338" y="2166"/>
                    <a:pt x="17317" y="2109"/>
                    <a:pt x="17296" y="2067"/>
                  </a:cubicBezTo>
                  <a:cubicBezTo>
                    <a:pt x="17296" y="2031"/>
                    <a:pt x="17277" y="2019"/>
                    <a:pt x="17251" y="2019"/>
                  </a:cubicBezTo>
                  <a:cubicBezTo>
                    <a:pt x="17210" y="2019"/>
                    <a:pt x="17150" y="2049"/>
                    <a:pt x="17113" y="2067"/>
                  </a:cubicBezTo>
                  <a:cubicBezTo>
                    <a:pt x="17109" y="2071"/>
                    <a:pt x="17105" y="2073"/>
                    <a:pt x="17100" y="2073"/>
                  </a:cubicBezTo>
                  <a:cubicBezTo>
                    <a:pt x="17067" y="2073"/>
                    <a:pt x="17014" y="1994"/>
                    <a:pt x="16962" y="1915"/>
                  </a:cubicBezTo>
                  <a:lnTo>
                    <a:pt x="16779" y="1946"/>
                  </a:lnTo>
                  <a:cubicBezTo>
                    <a:pt x="16675" y="1972"/>
                    <a:pt x="16570" y="2043"/>
                    <a:pt x="16504" y="2043"/>
                  </a:cubicBezTo>
                  <a:cubicBezTo>
                    <a:pt x="16493" y="2043"/>
                    <a:pt x="16484" y="2041"/>
                    <a:pt x="16475" y="2037"/>
                  </a:cubicBezTo>
                  <a:cubicBezTo>
                    <a:pt x="16427" y="2001"/>
                    <a:pt x="16384" y="1989"/>
                    <a:pt x="16346" y="1989"/>
                  </a:cubicBezTo>
                  <a:cubicBezTo>
                    <a:pt x="16287" y="1989"/>
                    <a:pt x="16239" y="2018"/>
                    <a:pt x="16202" y="2037"/>
                  </a:cubicBezTo>
                  <a:cubicBezTo>
                    <a:pt x="16126" y="2052"/>
                    <a:pt x="16050" y="2059"/>
                    <a:pt x="15974" y="2059"/>
                  </a:cubicBezTo>
                  <a:cubicBezTo>
                    <a:pt x="15898" y="2059"/>
                    <a:pt x="15822" y="2052"/>
                    <a:pt x="15746" y="2037"/>
                  </a:cubicBezTo>
                  <a:cubicBezTo>
                    <a:pt x="15719" y="2028"/>
                    <a:pt x="15684" y="2024"/>
                    <a:pt x="15649" y="2024"/>
                  </a:cubicBezTo>
                  <a:cubicBezTo>
                    <a:pt x="15563" y="2024"/>
                    <a:pt x="15472" y="2046"/>
                    <a:pt x="15472" y="2067"/>
                  </a:cubicBezTo>
                  <a:cubicBezTo>
                    <a:pt x="15445" y="2161"/>
                    <a:pt x="15394" y="2190"/>
                    <a:pt x="15338" y="2190"/>
                  </a:cubicBezTo>
                  <a:cubicBezTo>
                    <a:pt x="15268" y="2190"/>
                    <a:pt x="15189" y="2145"/>
                    <a:pt x="15138" y="2128"/>
                  </a:cubicBezTo>
                  <a:cubicBezTo>
                    <a:pt x="15097" y="2101"/>
                    <a:pt x="15062" y="2086"/>
                    <a:pt x="15033" y="2086"/>
                  </a:cubicBezTo>
                  <a:cubicBezTo>
                    <a:pt x="14998" y="2086"/>
                    <a:pt x="14972" y="2108"/>
                    <a:pt x="14955" y="2158"/>
                  </a:cubicBezTo>
                  <a:cubicBezTo>
                    <a:pt x="14925" y="2234"/>
                    <a:pt x="14895" y="2265"/>
                    <a:pt x="14857" y="2265"/>
                  </a:cubicBezTo>
                  <a:cubicBezTo>
                    <a:pt x="14819" y="2265"/>
                    <a:pt x="14773" y="2234"/>
                    <a:pt x="14712" y="2189"/>
                  </a:cubicBezTo>
                  <a:cubicBezTo>
                    <a:pt x="14690" y="2166"/>
                    <a:pt x="14667" y="2095"/>
                    <a:pt x="14609" y="2095"/>
                  </a:cubicBezTo>
                  <a:cubicBezTo>
                    <a:pt x="14588" y="2095"/>
                    <a:pt x="14562" y="2104"/>
                    <a:pt x="14530" y="2128"/>
                  </a:cubicBezTo>
                  <a:lnTo>
                    <a:pt x="14469" y="2189"/>
                  </a:lnTo>
                  <a:cubicBezTo>
                    <a:pt x="14378" y="2249"/>
                    <a:pt x="14226" y="2493"/>
                    <a:pt x="14135" y="2493"/>
                  </a:cubicBezTo>
                  <a:cubicBezTo>
                    <a:pt x="14013" y="2462"/>
                    <a:pt x="13952" y="2401"/>
                    <a:pt x="13892" y="2310"/>
                  </a:cubicBezTo>
                  <a:cubicBezTo>
                    <a:pt x="13892" y="2295"/>
                    <a:pt x="13831" y="2287"/>
                    <a:pt x="13732" y="2287"/>
                  </a:cubicBezTo>
                  <a:cubicBezTo>
                    <a:pt x="13633" y="2287"/>
                    <a:pt x="13496" y="2295"/>
                    <a:pt x="13344" y="2310"/>
                  </a:cubicBezTo>
                  <a:lnTo>
                    <a:pt x="13101" y="2371"/>
                  </a:lnTo>
                  <a:lnTo>
                    <a:pt x="13040" y="2371"/>
                  </a:lnTo>
                  <a:cubicBezTo>
                    <a:pt x="13010" y="2401"/>
                    <a:pt x="12949" y="2493"/>
                    <a:pt x="12888" y="2553"/>
                  </a:cubicBezTo>
                  <a:lnTo>
                    <a:pt x="12797" y="2462"/>
                  </a:lnTo>
                  <a:cubicBezTo>
                    <a:pt x="12737" y="2401"/>
                    <a:pt x="12676" y="2379"/>
                    <a:pt x="12607" y="2379"/>
                  </a:cubicBezTo>
                  <a:cubicBezTo>
                    <a:pt x="12539" y="2379"/>
                    <a:pt x="12463" y="2401"/>
                    <a:pt x="12372" y="2432"/>
                  </a:cubicBezTo>
                  <a:cubicBezTo>
                    <a:pt x="12159" y="2462"/>
                    <a:pt x="11916" y="2493"/>
                    <a:pt x="11673" y="2523"/>
                  </a:cubicBezTo>
                  <a:lnTo>
                    <a:pt x="11581" y="2523"/>
                  </a:lnTo>
                  <a:cubicBezTo>
                    <a:pt x="11551" y="2569"/>
                    <a:pt x="11483" y="2584"/>
                    <a:pt x="11414" y="2584"/>
                  </a:cubicBezTo>
                  <a:cubicBezTo>
                    <a:pt x="11346" y="2584"/>
                    <a:pt x="11278" y="2569"/>
                    <a:pt x="11247" y="2553"/>
                  </a:cubicBezTo>
                  <a:cubicBezTo>
                    <a:pt x="11243" y="2545"/>
                    <a:pt x="11238" y="2541"/>
                    <a:pt x="11231" y="2541"/>
                  </a:cubicBezTo>
                  <a:cubicBezTo>
                    <a:pt x="11193" y="2541"/>
                    <a:pt x="11126" y="2688"/>
                    <a:pt x="11126" y="2766"/>
                  </a:cubicBezTo>
                  <a:cubicBezTo>
                    <a:pt x="11156" y="2857"/>
                    <a:pt x="11156" y="2979"/>
                    <a:pt x="11156" y="3101"/>
                  </a:cubicBezTo>
                  <a:cubicBezTo>
                    <a:pt x="11147" y="3119"/>
                    <a:pt x="11131" y="3127"/>
                    <a:pt x="11115" y="3127"/>
                  </a:cubicBezTo>
                  <a:cubicBezTo>
                    <a:pt x="11078" y="3127"/>
                    <a:pt x="11034" y="3091"/>
                    <a:pt x="11034" y="3070"/>
                  </a:cubicBezTo>
                  <a:cubicBezTo>
                    <a:pt x="11029" y="3065"/>
                    <a:pt x="11018" y="3062"/>
                    <a:pt x="11004" y="3062"/>
                  </a:cubicBezTo>
                  <a:cubicBezTo>
                    <a:pt x="10941" y="3062"/>
                    <a:pt x="10810" y="3112"/>
                    <a:pt x="10761" y="3161"/>
                  </a:cubicBezTo>
                  <a:cubicBezTo>
                    <a:pt x="10754" y="3164"/>
                    <a:pt x="10747" y="3165"/>
                    <a:pt x="10741" y="3165"/>
                  </a:cubicBezTo>
                  <a:cubicBezTo>
                    <a:pt x="10661" y="3165"/>
                    <a:pt x="10609" y="3005"/>
                    <a:pt x="10609" y="2949"/>
                  </a:cubicBezTo>
                  <a:cubicBezTo>
                    <a:pt x="10609" y="2888"/>
                    <a:pt x="10578" y="2827"/>
                    <a:pt x="10548" y="2827"/>
                  </a:cubicBezTo>
                  <a:cubicBezTo>
                    <a:pt x="10457" y="2797"/>
                    <a:pt x="10335" y="2766"/>
                    <a:pt x="10244" y="2766"/>
                  </a:cubicBezTo>
                  <a:lnTo>
                    <a:pt x="10122" y="2766"/>
                  </a:lnTo>
                  <a:cubicBezTo>
                    <a:pt x="10031" y="2766"/>
                    <a:pt x="9940" y="2797"/>
                    <a:pt x="9849" y="2827"/>
                  </a:cubicBezTo>
                  <a:cubicBezTo>
                    <a:pt x="9849" y="2857"/>
                    <a:pt x="9697" y="3131"/>
                    <a:pt x="9545" y="3131"/>
                  </a:cubicBezTo>
                  <a:cubicBezTo>
                    <a:pt x="9423" y="3131"/>
                    <a:pt x="9454" y="3009"/>
                    <a:pt x="9515" y="2979"/>
                  </a:cubicBezTo>
                  <a:cubicBezTo>
                    <a:pt x="9558" y="2957"/>
                    <a:pt x="9509" y="2936"/>
                    <a:pt x="9413" y="2936"/>
                  </a:cubicBezTo>
                  <a:cubicBezTo>
                    <a:pt x="9373" y="2936"/>
                    <a:pt x="9325" y="2940"/>
                    <a:pt x="9271" y="2949"/>
                  </a:cubicBezTo>
                  <a:lnTo>
                    <a:pt x="9089" y="2888"/>
                  </a:lnTo>
                  <a:lnTo>
                    <a:pt x="8907" y="2827"/>
                  </a:lnTo>
                  <a:cubicBezTo>
                    <a:pt x="8755" y="2949"/>
                    <a:pt x="8572" y="3009"/>
                    <a:pt x="8390" y="3009"/>
                  </a:cubicBezTo>
                  <a:lnTo>
                    <a:pt x="8299" y="2979"/>
                  </a:lnTo>
                  <a:lnTo>
                    <a:pt x="8238" y="2979"/>
                  </a:lnTo>
                  <a:cubicBezTo>
                    <a:pt x="8208" y="2979"/>
                    <a:pt x="8177" y="3009"/>
                    <a:pt x="8177" y="3070"/>
                  </a:cubicBezTo>
                  <a:cubicBezTo>
                    <a:pt x="8268" y="3101"/>
                    <a:pt x="8329" y="3161"/>
                    <a:pt x="8420" y="3192"/>
                  </a:cubicBezTo>
                  <a:lnTo>
                    <a:pt x="8512" y="3222"/>
                  </a:lnTo>
                  <a:cubicBezTo>
                    <a:pt x="8529" y="3213"/>
                    <a:pt x="8547" y="3210"/>
                    <a:pt x="8565" y="3210"/>
                  </a:cubicBezTo>
                  <a:cubicBezTo>
                    <a:pt x="8608" y="3210"/>
                    <a:pt x="8651" y="3231"/>
                    <a:pt x="8694" y="3253"/>
                  </a:cubicBezTo>
                  <a:cubicBezTo>
                    <a:pt x="8572" y="3313"/>
                    <a:pt x="8451" y="3374"/>
                    <a:pt x="8299" y="3404"/>
                  </a:cubicBezTo>
                  <a:cubicBezTo>
                    <a:pt x="8208" y="3465"/>
                    <a:pt x="8177" y="3526"/>
                    <a:pt x="8177" y="3556"/>
                  </a:cubicBezTo>
                  <a:cubicBezTo>
                    <a:pt x="8268" y="3617"/>
                    <a:pt x="8360" y="3678"/>
                    <a:pt x="8451" y="3708"/>
                  </a:cubicBezTo>
                  <a:cubicBezTo>
                    <a:pt x="8484" y="3731"/>
                    <a:pt x="8517" y="3749"/>
                    <a:pt x="8549" y="3766"/>
                  </a:cubicBezTo>
                  <a:lnTo>
                    <a:pt x="8549" y="3766"/>
                  </a:lnTo>
                  <a:cubicBezTo>
                    <a:pt x="8491" y="3788"/>
                    <a:pt x="8425" y="3800"/>
                    <a:pt x="8360" y="3800"/>
                  </a:cubicBezTo>
                  <a:lnTo>
                    <a:pt x="8360" y="3860"/>
                  </a:lnTo>
                  <a:lnTo>
                    <a:pt x="8360" y="3921"/>
                  </a:lnTo>
                  <a:cubicBezTo>
                    <a:pt x="8390" y="3952"/>
                    <a:pt x="8238" y="4012"/>
                    <a:pt x="8177" y="4012"/>
                  </a:cubicBezTo>
                  <a:cubicBezTo>
                    <a:pt x="8116" y="4012"/>
                    <a:pt x="8056" y="3982"/>
                    <a:pt x="8056" y="3982"/>
                  </a:cubicBezTo>
                  <a:lnTo>
                    <a:pt x="8177" y="3708"/>
                  </a:lnTo>
                  <a:cubicBezTo>
                    <a:pt x="8208" y="3648"/>
                    <a:pt x="8147" y="3587"/>
                    <a:pt x="8025" y="3556"/>
                  </a:cubicBezTo>
                  <a:lnTo>
                    <a:pt x="8025" y="3678"/>
                  </a:lnTo>
                  <a:cubicBezTo>
                    <a:pt x="8025" y="3708"/>
                    <a:pt x="8056" y="3769"/>
                    <a:pt x="8025" y="3800"/>
                  </a:cubicBezTo>
                  <a:lnTo>
                    <a:pt x="7995" y="3830"/>
                  </a:lnTo>
                  <a:cubicBezTo>
                    <a:pt x="7904" y="3830"/>
                    <a:pt x="7873" y="3830"/>
                    <a:pt x="7873" y="3800"/>
                  </a:cubicBezTo>
                  <a:lnTo>
                    <a:pt x="7873" y="3739"/>
                  </a:lnTo>
                  <a:cubicBezTo>
                    <a:pt x="7843" y="3678"/>
                    <a:pt x="7782" y="3617"/>
                    <a:pt x="7721" y="3556"/>
                  </a:cubicBezTo>
                  <a:lnTo>
                    <a:pt x="7630" y="3496"/>
                  </a:lnTo>
                  <a:lnTo>
                    <a:pt x="7569" y="3465"/>
                  </a:lnTo>
                  <a:cubicBezTo>
                    <a:pt x="7563" y="3463"/>
                    <a:pt x="7558" y="3462"/>
                    <a:pt x="7553" y="3462"/>
                  </a:cubicBezTo>
                  <a:cubicBezTo>
                    <a:pt x="7482" y="3462"/>
                    <a:pt x="7510" y="3652"/>
                    <a:pt x="7539" y="3708"/>
                  </a:cubicBezTo>
                  <a:cubicBezTo>
                    <a:pt x="7600" y="3769"/>
                    <a:pt x="7478" y="3860"/>
                    <a:pt x="7417" y="3891"/>
                  </a:cubicBezTo>
                  <a:cubicBezTo>
                    <a:pt x="7356" y="3921"/>
                    <a:pt x="7630" y="3952"/>
                    <a:pt x="7691" y="3952"/>
                  </a:cubicBezTo>
                  <a:cubicBezTo>
                    <a:pt x="7782" y="3952"/>
                    <a:pt x="7782" y="4012"/>
                    <a:pt x="7752" y="4043"/>
                  </a:cubicBezTo>
                  <a:lnTo>
                    <a:pt x="7691" y="4073"/>
                  </a:lnTo>
                  <a:lnTo>
                    <a:pt x="7478" y="4225"/>
                  </a:lnTo>
                  <a:cubicBezTo>
                    <a:pt x="7355" y="4151"/>
                    <a:pt x="7151" y="4057"/>
                    <a:pt x="7062" y="4057"/>
                  </a:cubicBezTo>
                  <a:cubicBezTo>
                    <a:pt x="7042" y="4057"/>
                    <a:pt x="7028" y="4062"/>
                    <a:pt x="7022" y="4073"/>
                  </a:cubicBezTo>
                  <a:cubicBezTo>
                    <a:pt x="6931" y="4164"/>
                    <a:pt x="6840" y="4225"/>
                    <a:pt x="6718" y="4286"/>
                  </a:cubicBezTo>
                  <a:lnTo>
                    <a:pt x="6657" y="4256"/>
                  </a:lnTo>
                  <a:lnTo>
                    <a:pt x="6414" y="4164"/>
                  </a:lnTo>
                  <a:lnTo>
                    <a:pt x="6414" y="4164"/>
                  </a:lnTo>
                  <a:cubicBezTo>
                    <a:pt x="6262" y="4316"/>
                    <a:pt x="6293" y="4438"/>
                    <a:pt x="6445" y="4438"/>
                  </a:cubicBezTo>
                  <a:lnTo>
                    <a:pt x="6566" y="4468"/>
                  </a:lnTo>
                  <a:lnTo>
                    <a:pt x="6657" y="4529"/>
                  </a:lnTo>
                  <a:cubicBezTo>
                    <a:pt x="6742" y="4571"/>
                    <a:pt x="6833" y="4594"/>
                    <a:pt x="6925" y="4594"/>
                  </a:cubicBezTo>
                  <a:cubicBezTo>
                    <a:pt x="7031" y="4594"/>
                    <a:pt x="7137" y="4564"/>
                    <a:pt x="7235" y="4499"/>
                  </a:cubicBezTo>
                  <a:lnTo>
                    <a:pt x="7417" y="4468"/>
                  </a:lnTo>
                  <a:lnTo>
                    <a:pt x="7630" y="4408"/>
                  </a:lnTo>
                  <a:cubicBezTo>
                    <a:pt x="7727" y="4577"/>
                    <a:pt x="7862" y="4669"/>
                    <a:pt x="7944" y="4669"/>
                  </a:cubicBezTo>
                  <a:cubicBezTo>
                    <a:pt x="7965" y="4669"/>
                    <a:pt x="7982" y="4663"/>
                    <a:pt x="7995" y="4651"/>
                  </a:cubicBezTo>
                  <a:lnTo>
                    <a:pt x="8056" y="4620"/>
                  </a:lnTo>
                  <a:cubicBezTo>
                    <a:pt x="8071" y="4605"/>
                    <a:pt x="8094" y="4598"/>
                    <a:pt x="8113" y="4598"/>
                  </a:cubicBezTo>
                  <a:cubicBezTo>
                    <a:pt x="8132" y="4598"/>
                    <a:pt x="8147" y="4605"/>
                    <a:pt x="8147" y="4620"/>
                  </a:cubicBezTo>
                  <a:cubicBezTo>
                    <a:pt x="8177" y="4651"/>
                    <a:pt x="8208" y="4681"/>
                    <a:pt x="8208" y="4712"/>
                  </a:cubicBezTo>
                  <a:cubicBezTo>
                    <a:pt x="8177" y="4803"/>
                    <a:pt x="8147" y="4863"/>
                    <a:pt x="8116" y="4955"/>
                  </a:cubicBezTo>
                  <a:lnTo>
                    <a:pt x="8360" y="4955"/>
                  </a:lnTo>
                  <a:cubicBezTo>
                    <a:pt x="8420" y="4955"/>
                    <a:pt x="8481" y="4955"/>
                    <a:pt x="8542" y="4985"/>
                  </a:cubicBezTo>
                  <a:lnTo>
                    <a:pt x="8633" y="5046"/>
                  </a:lnTo>
                  <a:cubicBezTo>
                    <a:pt x="8755" y="4955"/>
                    <a:pt x="8876" y="4894"/>
                    <a:pt x="9028" y="4863"/>
                  </a:cubicBezTo>
                  <a:lnTo>
                    <a:pt x="9150" y="4833"/>
                  </a:lnTo>
                  <a:lnTo>
                    <a:pt x="9180" y="4833"/>
                  </a:lnTo>
                  <a:cubicBezTo>
                    <a:pt x="9241" y="4833"/>
                    <a:pt x="9241" y="4772"/>
                    <a:pt x="9241" y="4742"/>
                  </a:cubicBezTo>
                  <a:lnTo>
                    <a:pt x="9211" y="4712"/>
                  </a:lnTo>
                  <a:lnTo>
                    <a:pt x="9180" y="4681"/>
                  </a:lnTo>
                  <a:cubicBezTo>
                    <a:pt x="9089" y="4681"/>
                    <a:pt x="9150" y="4620"/>
                    <a:pt x="9211" y="4590"/>
                  </a:cubicBezTo>
                  <a:cubicBezTo>
                    <a:pt x="9241" y="4590"/>
                    <a:pt x="9150" y="4529"/>
                    <a:pt x="9119" y="4529"/>
                  </a:cubicBezTo>
                  <a:cubicBezTo>
                    <a:pt x="9059" y="4499"/>
                    <a:pt x="9119" y="4438"/>
                    <a:pt x="9211" y="4377"/>
                  </a:cubicBezTo>
                  <a:lnTo>
                    <a:pt x="9271" y="4377"/>
                  </a:lnTo>
                  <a:cubicBezTo>
                    <a:pt x="9363" y="4408"/>
                    <a:pt x="9423" y="4468"/>
                    <a:pt x="9454" y="4529"/>
                  </a:cubicBezTo>
                  <a:lnTo>
                    <a:pt x="9515" y="4651"/>
                  </a:lnTo>
                  <a:cubicBezTo>
                    <a:pt x="9553" y="4766"/>
                    <a:pt x="9616" y="4809"/>
                    <a:pt x="9672" y="4809"/>
                  </a:cubicBezTo>
                  <a:cubicBezTo>
                    <a:pt x="9705" y="4809"/>
                    <a:pt x="9735" y="4795"/>
                    <a:pt x="9758" y="4772"/>
                  </a:cubicBezTo>
                  <a:cubicBezTo>
                    <a:pt x="9764" y="4759"/>
                    <a:pt x="9772" y="4753"/>
                    <a:pt x="9780" y="4753"/>
                  </a:cubicBezTo>
                  <a:cubicBezTo>
                    <a:pt x="9811" y="4753"/>
                    <a:pt x="9849" y="4835"/>
                    <a:pt x="9849" y="4955"/>
                  </a:cubicBezTo>
                  <a:lnTo>
                    <a:pt x="9697" y="5046"/>
                  </a:lnTo>
                  <a:cubicBezTo>
                    <a:pt x="9545" y="5107"/>
                    <a:pt x="9332" y="5137"/>
                    <a:pt x="9241" y="5319"/>
                  </a:cubicBezTo>
                  <a:cubicBezTo>
                    <a:pt x="9220" y="5341"/>
                    <a:pt x="9183" y="5362"/>
                    <a:pt x="9152" y="5362"/>
                  </a:cubicBezTo>
                  <a:cubicBezTo>
                    <a:pt x="9140" y="5362"/>
                    <a:pt x="9128" y="5359"/>
                    <a:pt x="9119" y="5350"/>
                  </a:cubicBezTo>
                  <a:cubicBezTo>
                    <a:pt x="9028" y="5319"/>
                    <a:pt x="8876" y="5259"/>
                    <a:pt x="8846" y="5198"/>
                  </a:cubicBezTo>
                  <a:cubicBezTo>
                    <a:pt x="8826" y="5117"/>
                    <a:pt x="8778" y="5103"/>
                    <a:pt x="8722" y="5103"/>
                  </a:cubicBezTo>
                  <a:cubicBezTo>
                    <a:pt x="8694" y="5103"/>
                    <a:pt x="8663" y="5107"/>
                    <a:pt x="8633" y="5107"/>
                  </a:cubicBezTo>
                  <a:cubicBezTo>
                    <a:pt x="8512" y="5137"/>
                    <a:pt x="8360" y="5198"/>
                    <a:pt x="8238" y="5228"/>
                  </a:cubicBezTo>
                  <a:cubicBezTo>
                    <a:pt x="8178" y="5264"/>
                    <a:pt x="8137" y="5281"/>
                    <a:pt x="8107" y="5281"/>
                  </a:cubicBezTo>
                  <a:cubicBezTo>
                    <a:pt x="8062" y="5281"/>
                    <a:pt x="8044" y="5241"/>
                    <a:pt x="8025" y="5167"/>
                  </a:cubicBezTo>
                  <a:lnTo>
                    <a:pt x="8025" y="5076"/>
                  </a:lnTo>
                  <a:cubicBezTo>
                    <a:pt x="7904" y="5137"/>
                    <a:pt x="7660" y="5441"/>
                    <a:pt x="7569" y="5502"/>
                  </a:cubicBezTo>
                  <a:cubicBezTo>
                    <a:pt x="7537" y="5523"/>
                    <a:pt x="7501" y="5533"/>
                    <a:pt x="7466" y="5533"/>
                  </a:cubicBezTo>
                  <a:cubicBezTo>
                    <a:pt x="7403" y="5533"/>
                    <a:pt x="7346" y="5500"/>
                    <a:pt x="7326" y="5441"/>
                  </a:cubicBezTo>
                  <a:cubicBezTo>
                    <a:pt x="7311" y="5411"/>
                    <a:pt x="7288" y="5395"/>
                    <a:pt x="7261" y="5395"/>
                  </a:cubicBezTo>
                  <a:cubicBezTo>
                    <a:pt x="7235" y="5395"/>
                    <a:pt x="7204" y="5411"/>
                    <a:pt x="7174" y="5441"/>
                  </a:cubicBezTo>
                  <a:lnTo>
                    <a:pt x="7113" y="5502"/>
                  </a:lnTo>
                  <a:cubicBezTo>
                    <a:pt x="7053" y="5532"/>
                    <a:pt x="6992" y="5623"/>
                    <a:pt x="6992" y="5654"/>
                  </a:cubicBezTo>
                  <a:lnTo>
                    <a:pt x="7053" y="5715"/>
                  </a:lnTo>
                  <a:cubicBezTo>
                    <a:pt x="7083" y="5806"/>
                    <a:pt x="7144" y="5867"/>
                    <a:pt x="7174" y="5867"/>
                  </a:cubicBezTo>
                  <a:lnTo>
                    <a:pt x="7174" y="5927"/>
                  </a:lnTo>
                  <a:cubicBezTo>
                    <a:pt x="7193" y="5965"/>
                    <a:pt x="7235" y="5991"/>
                    <a:pt x="7286" y="5991"/>
                  </a:cubicBezTo>
                  <a:cubicBezTo>
                    <a:pt x="7317" y="5991"/>
                    <a:pt x="7352" y="5981"/>
                    <a:pt x="7387" y="5958"/>
                  </a:cubicBezTo>
                  <a:lnTo>
                    <a:pt x="7387" y="6079"/>
                  </a:lnTo>
                  <a:lnTo>
                    <a:pt x="7387" y="6231"/>
                  </a:lnTo>
                  <a:cubicBezTo>
                    <a:pt x="7539" y="6353"/>
                    <a:pt x="7569" y="6474"/>
                    <a:pt x="7448" y="6474"/>
                  </a:cubicBezTo>
                  <a:lnTo>
                    <a:pt x="7356" y="6444"/>
                  </a:lnTo>
                  <a:cubicBezTo>
                    <a:pt x="7306" y="6411"/>
                    <a:pt x="7266" y="6387"/>
                    <a:pt x="7229" y="6387"/>
                  </a:cubicBezTo>
                  <a:cubicBezTo>
                    <a:pt x="7199" y="6387"/>
                    <a:pt x="7171" y="6403"/>
                    <a:pt x="7144" y="6444"/>
                  </a:cubicBezTo>
                  <a:cubicBezTo>
                    <a:pt x="7083" y="6535"/>
                    <a:pt x="6961" y="6505"/>
                    <a:pt x="6870" y="6535"/>
                  </a:cubicBezTo>
                  <a:cubicBezTo>
                    <a:pt x="6809" y="6566"/>
                    <a:pt x="6718" y="6596"/>
                    <a:pt x="6688" y="6657"/>
                  </a:cubicBezTo>
                  <a:lnTo>
                    <a:pt x="6688" y="6687"/>
                  </a:lnTo>
                  <a:lnTo>
                    <a:pt x="6688" y="6718"/>
                  </a:lnTo>
                  <a:cubicBezTo>
                    <a:pt x="6597" y="6809"/>
                    <a:pt x="6505" y="6900"/>
                    <a:pt x="6414" y="6991"/>
                  </a:cubicBezTo>
                  <a:cubicBezTo>
                    <a:pt x="6323" y="7052"/>
                    <a:pt x="6445" y="7113"/>
                    <a:pt x="6475" y="7113"/>
                  </a:cubicBezTo>
                  <a:cubicBezTo>
                    <a:pt x="6505" y="7113"/>
                    <a:pt x="6779" y="7265"/>
                    <a:pt x="6749" y="7295"/>
                  </a:cubicBezTo>
                  <a:cubicBezTo>
                    <a:pt x="6657" y="7356"/>
                    <a:pt x="6597" y="7447"/>
                    <a:pt x="6566" y="7508"/>
                  </a:cubicBezTo>
                  <a:lnTo>
                    <a:pt x="6566" y="7599"/>
                  </a:lnTo>
                  <a:lnTo>
                    <a:pt x="6566" y="7690"/>
                  </a:lnTo>
                  <a:cubicBezTo>
                    <a:pt x="6505" y="7781"/>
                    <a:pt x="6384" y="7842"/>
                    <a:pt x="6262" y="7842"/>
                  </a:cubicBezTo>
                  <a:lnTo>
                    <a:pt x="6201" y="7842"/>
                  </a:lnTo>
                  <a:cubicBezTo>
                    <a:pt x="6171" y="7812"/>
                    <a:pt x="6384" y="7417"/>
                    <a:pt x="6293" y="7356"/>
                  </a:cubicBezTo>
                  <a:cubicBezTo>
                    <a:pt x="6171" y="7265"/>
                    <a:pt x="6080" y="7234"/>
                    <a:pt x="6080" y="7234"/>
                  </a:cubicBezTo>
                  <a:lnTo>
                    <a:pt x="5989" y="7265"/>
                  </a:lnTo>
                  <a:lnTo>
                    <a:pt x="5958" y="7265"/>
                  </a:lnTo>
                  <a:cubicBezTo>
                    <a:pt x="5837" y="7234"/>
                    <a:pt x="5533" y="7113"/>
                    <a:pt x="5472" y="7052"/>
                  </a:cubicBezTo>
                  <a:cubicBezTo>
                    <a:pt x="5466" y="7049"/>
                    <a:pt x="5459" y="7047"/>
                    <a:pt x="5453" y="7047"/>
                  </a:cubicBezTo>
                  <a:cubicBezTo>
                    <a:pt x="5400" y="7047"/>
                    <a:pt x="5357" y="7159"/>
                    <a:pt x="5411" y="7295"/>
                  </a:cubicBezTo>
                  <a:lnTo>
                    <a:pt x="5350" y="7386"/>
                  </a:lnTo>
                  <a:lnTo>
                    <a:pt x="5290" y="7478"/>
                  </a:lnTo>
                  <a:cubicBezTo>
                    <a:pt x="5264" y="7486"/>
                    <a:pt x="5239" y="7490"/>
                    <a:pt x="5216" y="7490"/>
                  </a:cubicBezTo>
                  <a:cubicBezTo>
                    <a:pt x="5078" y="7490"/>
                    <a:pt x="5003" y="7352"/>
                    <a:pt x="5107" y="7326"/>
                  </a:cubicBezTo>
                  <a:cubicBezTo>
                    <a:pt x="5198" y="7326"/>
                    <a:pt x="5229" y="7265"/>
                    <a:pt x="5138" y="7204"/>
                  </a:cubicBezTo>
                  <a:lnTo>
                    <a:pt x="5138" y="7204"/>
                  </a:lnTo>
                  <a:lnTo>
                    <a:pt x="5046" y="7234"/>
                  </a:lnTo>
                  <a:lnTo>
                    <a:pt x="4864" y="7265"/>
                  </a:lnTo>
                  <a:lnTo>
                    <a:pt x="4378" y="7022"/>
                  </a:lnTo>
                  <a:lnTo>
                    <a:pt x="4317" y="7022"/>
                  </a:lnTo>
                  <a:cubicBezTo>
                    <a:pt x="4286" y="7022"/>
                    <a:pt x="4256" y="7052"/>
                    <a:pt x="4256" y="7082"/>
                  </a:cubicBezTo>
                  <a:lnTo>
                    <a:pt x="4256" y="7174"/>
                  </a:lnTo>
                  <a:cubicBezTo>
                    <a:pt x="4256" y="7234"/>
                    <a:pt x="3983" y="7386"/>
                    <a:pt x="3922" y="7386"/>
                  </a:cubicBezTo>
                  <a:cubicBezTo>
                    <a:pt x="3912" y="7390"/>
                    <a:pt x="3903" y="7391"/>
                    <a:pt x="3894" y="7391"/>
                  </a:cubicBezTo>
                  <a:cubicBezTo>
                    <a:pt x="3825" y="7391"/>
                    <a:pt x="3803" y="7289"/>
                    <a:pt x="3831" y="7234"/>
                  </a:cubicBezTo>
                  <a:cubicBezTo>
                    <a:pt x="3831" y="7220"/>
                    <a:pt x="3822" y="7214"/>
                    <a:pt x="3809" y="7214"/>
                  </a:cubicBezTo>
                  <a:cubicBezTo>
                    <a:pt x="3765" y="7214"/>
                    <a:pt x="3664" y="7279"/>
                    <a:pt x="3618" y="7326"/>
                  </a:cubicBezTo>
                  <a:cubicBezTo>
                    <a:pt x="3587" y="7356"/>
                    <a:pt x="3648" y="7538"/>
                    <a:pt x="3679" y="7599"/>
                  </a:cubicBezTo>
                  <a:cubicBezTo>
                    <a:pt x="3709" y="7660"/>
                    <a:pt x="3739" y="7721"/>
                    <a:pt x="3739" y="7781"/>
                  </a:cubicBezTo>
                  <a:lnTo>
                    <a:pt x="3739" y="7812"/>
                  </a:lnTo>
                  <a:cubicBezTo>
                    <a:pt x="3674" y="7877"/>
                    <a:pt x="3592" y="7907"/>
                    <a:pt x="3506" y="7907"/>
                  </a:cubicBezTo>
                  <a:cubicBezTo>
                    <a:pt x="3431" y="7907"/>
                    <a:pt x="3354" y="7885"/>
                    <a:pt x="3283" y="7842"/>
                  </a:cubicBezTo>
                  <a:lnTo>
                    <a:pt x="3253" y="7781"/>
                  </a:lnTo>
                  <a:cubicBezTo>
                    <a:pt x="3247" y="7770"/>
                    <a:pt x="3237" y="7765"/>
                    <a:pt x="3225" y="7765"/>
                  </a:cubicBezTo>
                  <a:cubicBezTo>
                    <a:pt x="3170" y="7765"/>
                    <a:pt x="3065" y="7859"/>
                    <a:pt x="3040" y="7933"/>
                  </a:cubicBezTo>
                  <a:cubicBezTo>
                    <a:pt x="3034" y="7940"/>
                    <a:pt x="3027" y="7943"/>
                    <a:pt x="3021" y="7943"/>
                  </a:cubicBezTo>
                  <a:cubicBezTo>
                    <a:pt x="2973" y="7943"/>
                    <a:pt x="2949" y="7741"/>
                    <a:pt x="2949" y="7660"/>
                  </a:cubicBezTo>
                  <a:cubicBezTo>
                    <a:pt x="2949" y="7599"/>
                    <a:pt x="3101" y="7508"/>
                    <a:pt x="3162" y="7478"/>
                  </a:cubicBezTo>
                  <a:cubicBezTo>
                    <a:pt x="3192" y="7478"/>
                    <a:pt x="3101" y="7447"/>
                    <a:pt x="2949" y="7417"/>
                  </a:cubicBezTo>
                  <a:lnTo>
                    <a:pt x="2797" y="7417"/>
                  </a:lnTo>
                  <a:lnTo>
                    <a:pt x="2645" y="7599"/>
                  </a:lnTo>
                  <a:lnTo>
                    <a:pt x="2584" y="7569"/>
                  </a:lnTo>
                  <a:lnTo>
                    <a:pt x="2493" y="7508"/>
                  </a:lnTo>
                  <a:cubicBezTo>
                    <a:pt x="2402" y="7417"/>
                    <a:pt x="2280" y="7356"/>
                    <a:pt x="2280" y="7356"/>
                  </a:cubicBezTo>
                  <a:cubicBezTo>
                    <a:pt x="2189" y="7447"/>
                    <a:pt x="2128" y="7569"/>
                    <a:pt x="2068" y="7660"/>
                  </a:cubicBezTo>
                  <a:lnTo>
                    <a:pt x="1976" y="7599"/>
                  </a:lnTo>
                  <a:lnTo>
                    <a:pt x="1764" y="7478"/>
                  </a:lnTo>
                  <a:cubicBezTo>
                    <a:pt x="1612" y="7569"/>
                    <a:pt x="1520" y="7721"/>
                    <a:pt x="1551" y="7903"/>
                  </a:cubicBezTo>
                  <a:cubicBezTo>
                    <a:pt x="1581" y="7964"/>
                    <a:pt x="1581" y="8055"/>
                    <a:pt x="1612" y="8146"/>
                  </a:cubicBezTo>
                  <a:cubicBezTo>
                    <a:pt x="1642" y="8177"/>
                    <a:pt x="1642" y="8207"/>
                    <a:pt x="1612" y="8207"/>
                  </a:cubicBezTo>
                  <a:cubicBezTo>
                    <a:pt x="1551" y="8177"/>
                    <a:pt x="1460" y="8146"/>
                    <a:pt x="1399" y="8085"/>
                  </a:cubicBezTo>
                  <a:cubicBezTo>
                    <a:pt x="1369" y="8025"/>
                    <a:pt x="1429" y="7842"/>
                    <a:pt x="1369" y="7781"/>
                  </a:cubicBezTo>
                  <a:lnTo>
                    <a:pt x="1095" y="7781"/>
                  </a:lnTo>
                  <a:cubicBezTo>
                    <a:pt x="1095" y="7812"/>
                    <a:pt x="1065" y="7903"/>
                    <a:pt x="1095" y="7994"/>
                  </a:cubicBezTo>
                  <a:lnTo>
                    <a:pt x="1034" y="8025"/>
                  </a:lnTo>
                  <a:cubicBezTo>
                    <a:pt x="973" y="8116"/>
                    <a:pt x="913" y="8207"/>
                    <a:pt x="730" y="8207"/>
                  </a:cubicBezTo>
                  <a:cubicBezTo>
                    <a:pt x="730" y="8237"/>
                    <a:pt x="791" y="8298"/>
                    <a:pt x="821" y="8298"/>
                  </a:cubicBezTo>
                  <a:cubicBezTo>
                    <a:pt x="848" y="8325"/>
                    <a:pt x="735" y="8491"/>
                    <a:pt x="645" y="8491"/>
                  </a:cubicBezTo>
                  <a:cubicBezTo>
                    <a:pt x="632" y="8491"/>
                    <a:pt x="620" y="8488"/>
                    <a:pt x="609" y="8481"/>
                  </a:cubicBezTo>
                  <a:cubicBezTo>
                    <a:pt x="600" y="8475"/>
                    <a:pt x="590" y="8472"/>
                    <a:pt x="580" y="8472"/>
                  </a:cubicBezTo>
                  <a:cubicBezTo>
                    <a:pt x="489" y="8472"/>
                    <a:pt x="365" y="8702"/>
                    <a:pt x="365" y="8785"/>
                  </a:cubicBezTo>
                  <a:cubicBezTo>
                    <a:pt x="388" y="8874"/>
                    <a:pt x="361" y="8930"/>
                    <a:pt x="321" y="8930"/>
                  </a:cubicBezTo>
                  <a:cubicBezTo>
                    <a:pt x="307" y="8930"/>
                    <a:pt x="291" y="8922"/>
                    <a:pt x="274" y="8906"/>
                  </a:cubicBezTo>
                  <a:lnTo>
                    <a:pt x="122" y="8906"/>
                  </a:lnTo>
                  <a:lnTo>
                    <a:pt x="92" y="8936"/>
                  </a:lnTo>
                  <a:cubicBezTo>
                    <a:pt x="92" y="8967"/>
                    <a:pt x="213" y="9088"/>
                    <a:pt x="244" y="9088"/>
                  </a:cubicBezTo>
                  <a:cubicBezTo>
                    <a:pt x="335" y="9088"/>
                    <a:pt x="426" y="9088"/>
                    <a:pt x="517" y="9058"/>
                  </a:cubicBezTo>
                  <a:cubicBezTo>
                    <a:pt x="546" y="9029"/>
                    <a:pt x="520" y="8752"/>
                    <a:pt x="596" y="8752"/>
                  </a:cubicBezTo>
                  <a:cubicBezTo>
                    <a:pt x="600" y="8752"/>
                    <a:pt x="604" y="8753"/>
                    <a:pt x="609" y="8754"/>
                  </a:cubicBezTo>
                  <a:cubicBezTo>
                    <a:pt x="730" y="8754"/>
                    <a:pt x="730" y="8845"/>
                    <a:pt x="730" y="8876"/>
                  </a:cubicBezTo>
                  <a:cubicBezTo>
                    <a:pt x="700" y="8906"/>
                    <a:pt x="852" y="8967"/>
                    <a:pt x="882" y="8997"/>
                  </a:cubicBezTo>
                  <a:cubicBezTo>
                    <a:pt x="943" y="8997"/>
                    <a:pt x="943" y="9119"/>
                    <a:pt x="943" y="9119"/>
                  </a:cubicBezTo>
                  <a:cubicBezTo>
                    <a:pt x="928" y="9134"/>
                    <a:pt x="928" y="9142"/>
                    <a:pt x="939" y="9142"/>
                  </a:cubicBezTo>
                  <a:cubicBezTo>
                    <a:pt x="951" y="9142"/>
                    <a:pt x="973" y="9134"/>
                    <a:pt x="1004" y="9119"/>
                  </a:cubicBezTo>
                  <a:lnTo>
                    <a:pt x="1065" y="9119"/>
                  </a:lnTo>
                  <a:lnTo>
                    <a:pt x="1186" y="9149"/>
                  </a:lnTo>
                  <a:cubicBezTo>
                    <a:pt x="1338" y="9210"/>
                    <a:pt x="1369" y="9301"/>
                    <a:pt x="1247" y="9362"/>
                  </a:cubicBezTo>
                  <a:lnTo>
                    <a:pt x="1217" y="9362"/>
                  </a:lnTo>
                  <a:cubicBezTo>
                    <a:pt x="1188" y="9343"/>
                    <a:pt x="1166" y="9336"/>
                    <a:pt x="1149" y="9336"/>
                  </a:cubicBezTo>
                  <a:cubicBezTo>
                    <a:pt x="1112" y="9336"/>
                    <a:pt x="1104" y="9371"/>
                    <a:pt x="1125" y="9392"/>
                  </a:cubicBezTo>
                  <a:cubicBezTo>
                    <a:pt x="1125" y="9453"/>
                    <a:pt x="1186" y="9514"/>
                    <a:pt x="1186" y="9514"/>
                  </a:cubicBezTo>
                  <a:lnTo>
                    <a:pt x="1125" y="9605"/>
                  </a:lnTo>
                  <a:cubicBezTo>
                    <a:pt x="1034" y="9544"/>
                    <a:pt x="943" y="9514"/>
                    <a:pt x="852" y="9484"/>
                  </a:cubicBezTo>
                  <a:lnTo>
                    <a:pt x="761" y="9544"/>
                  </a:lnTo>
                  <a:lnTo>
                    <a:pt x="669" y="9605"/>
                  </a:lnTo>
                  <a:cubicBezTo>
                    <a:pt x="548" y="9666"/>
                    <a:pt x="700" y="9727"/>
                    <a:pt x="761" y="9727"/>
                  </a:cubicBezTo>
                  <a:cubicBezTo>
                    <a:pt x="852" y="9757"/>
                    <a:pt x="791" y="9818"/>
                    <a:pt x="639" y="9879"/>
                  </a:cubicBezTo>
                  <a:lnTo>
                    <a:pt x="487" y="9879"/>
                  </a:lnTo>
                  <a:lnTo>
                    <a:pt x="122" y="9909"/>
                  </a:lnTo>
                  <a:cubicBezTo>
                    <a:pt x="61" y="10092"/>
                    <a:pt x="31" y="10244"/>
                    <a:pt x="1" y="10426"/>
                  </a:cubicBezTo>
                  <a:cubicBezTo>
                    <a:pt x="61" y="10456"/>
                    <a:pt x="153" y="10487"/>
                    <a:pt x="213" y="10487"/>
                  </a:cubicBezTo>
                  <a:lnTo>
                    <a:pt x="274" y="10517"/>
                  </a:lnTo>
                  <a:cubicBezTo>
                    <a:pt x="335" y="10578"/>
                    <a:pt x="396" y="10669"/>
                    <a:pt x="396" y="10730"/>
                  </a:cubicBezTo>
                  <a:cubicBezTo>
                    <a:pt x="396" y="10791"/>
                    <a:pt x="396" y="10851"/>
                    <a:pt x="396" y="10912"/>
                  </a:cubicBezTo>
                  <a:lnTo>
                    <a:pt x="396" y="10973"/>
                  </a:lnTo>
                  <a:cubicBezTo>
                    <a:pt x="373" y="11041"/>
                    <a:pt x="453" y="11076"/>
                    <a:pt x="520" y="11076"/>
                  </a:cubicBezTo>
                  <a:cubicBezTo>
                    <a:pt x="542" y="11076"/>
                    <a:pt x="563" y="11072"/>
                    <a:pt x="578" y="11064"/>
                  </a:cubicBezTo>
                  <a:cubicBezTo>
                    <a:pt x="609" y="11064"/>
                    <a:pt x="639" y="10973"/>
                    <a:pt x="609" y="10851"/>
                  </a:cubicBezTo>
                  <a:lnTo>
                    <a:pt x="639" y="10821"/>
                  </a:lnTo>
                  <a:lnTo>
                    <a:pt x="700" y="10791"/>
                  </a:lnTo>
                  <a:cubicBezTo>
                    <a:pt x="821" y="10882"/>
                    <a:pt x="913" y="10943"/>
                    <a:pt x="1034" y="11003"/>
                  </a:cubicBezTo>
                  <a:lnTo>
                    <a:pt x="1186" y="11003"/>
                  </a:lnTo>
                  <a:cubicBezTo>
                    <a:pt x="1186" y="11003"/>
                    <a:pt x="1125" y="11155"/>
                    <a:pt x="1095" y="11155"/>
                  </a:cubicBezTo>
                  <a:cubicBezTo>
                    <a:pt x="1065" y="11155"/>
                    <a:pt x="1186" y="11490"/>
                    <a:pt x="1065" y="11520"/>
                  </a:cubicBezTo>
                  <a:cubicBezTo>
                    <a:pt x="943" y="11581"/>
                    <a:pt x="913" y="11763"/>
                    <a:pt x="913" y="11824"/>
                  </a:cubicBezTo>
                  <a:cubicBezTo>
                    <a:pt x="913" y="11885"/>
                    <a:pt x="943" y="11915"/>
                    <a:pt x="973" y="11976"/>
                  </a:cubicBezTo>
                  <a:lnTo>
                    <a:pt x="1095" y="11976"/>
                  </a:lnTo>
                  <a:lnTo>
                    <a:pt x="1156" y="11854"/>
                  </a:lnTo>
                  <a:cubicBezTo>
                    <a:pt x="1176" y="11773"/>
                    <a:pt x="1250" y="11719"/>
                    <a:pt x="1325" y="11719"/>
                  </a:cubicBezTo>
                  <a:cubicBezTo>
                    <a:pt x="1362" y="11719"/>
                    <a:pt x="1399" y="11733"/>
                    <a:pt x="1429" y="11763"/>
                  </a:cubicBezTo>
                  <a:cubicBezTo>
                    <a:pt x="1452" y="11808"/>
                    <a:pt x="1490" y="11836"/>
                    <a:pt x="1533" y="11836"/>
                  </a:cubicBezTo>
                  <a:cubicBezTo>
                    <a:pt x="1549" y="11836"/>
                    <a:pt x="1565" y="11832"/>
                    <a:pt x="1581" y="11824"/>
                  </a:cubicBezTo>
                  <a:lnTo>
                    <a:pt x="1855" y="11824"/>
                  </a:lnTo>
                  <a:cubicBezTo>
                    <a:pt x="1855" y="11861"/>
                    <a:pt x="1866" y="11875"/>
                    <a:pt x="1882" y="11875"/>
                  </a:cubicBezTo>
                  <a:cubicBezTo>
                    <a:pt x="1920" y="11875"/>
                    <a:pt x="1986" y="11797"/>
                    <a:pt x="2007" y="11733"/>
                  </a:cubicBezTo>
                  <a:cubicBezTo>
                    <a:pt x="2037" y="11642"/>
                    <a:pt x="2098" y="11611"/>
                    <a:pt x="2189" y="11551"/>
                  </a:cubicBezTo>
                  <a:cubicBezTo>
                    <a:pt x="2280" y="11702"/>
                    <a:pt x="2372" y="11854"/>
                    <a:pt x="2463" y="12006"/>
                  </a:cubicBezTo>
                  <a:lnTo>
                    <a:pt x="2828" y="11824"/>
                  </a:lnTo>
                  <a:cubicBezTo>
                    <a:pt x="2888" y="11885"/>
                    <a:pt x="2888" y="11976"/>
                    <a:pt x="2888" y="12067"/>
                  </a:cubicBezTo>
                  <a:lnTo>
                    <a:pt x="2828" y="12128"/>
                  </a:lnTo>
                  <a:lnTo>
                    <a:pt x="2797" y="12158"/>
                  </a:lnTo>
                  <a:cubicBezTo>
                    <a:pt x="2706" y="12158"/>
                    <a:pt x="2615" y="12219"/>
                    <a:pt x="2584" y="12310"/>
                  </a:cubicBezTo>
                  <a:lnTo>
                    <a:pt x="2706" y="12280"/>
                  </a:lnTo>
                  <a:cubicBezTo>
                    <a:pt x="2761" y="12280"/>
                    <a:pt x="2826" y="12247"/>
                    <a:pt x="2850" y="12247"/>
                  </a:cubicBezTo>
                  <a:cubicBezTo>
                    <a:pt x="2866" y="12247"/>
                    <a:pt x="2864" y="12262"/>
                    <a:pt x="2828" y="12310"/>
                  </a:cubicBezTo>
                  <a:cubicBezTo>
                    <a:pt x="2767" y="12462"/>
                    <a:pt x="2797" y="12523"/>
                    <a:pt x="2919" y="12554"/>
                  </a:cubicBezTo>
                  <a:lnTo>
                    <a:pt x="3101" y="12614"/>
                  </a:lnTo>
                  <a:cubicBezTo>
                    <a:pt x="3101" y="12569"/>
                    <a:pt x="3131" y="12554"/>
                    <a:pt x="3169" y="12554"/>
                  </a:cubicBezTo>
                  <a:cubicBezTo>
                    <a:pt x="3207" y="12554"/>
                    <a:pt x="3253" y="12569"/>
                    <a:pt x="3283" y="12584"/>
                  </a:cubicBezTo>
                  <a:cubicBezTo>
                    <a:pt x="3314" y="12599"/>
                    <a:pt x="3435" y="12614"/>
                    <a:pt x="3557" y="12614"/>
                  </a:cubicBezTo>
                  <a:cubicBezTo>
                    <a:pt x="3679" y="12614"/>
                    <a:pt x="3800" y="12599"/>
                    <a:pt x="3831" y="12554"/>
                  </a:cubicBezTo>
                  <a:cubicBezTo>
                    <a:pt x="3867" y="12499"/>
                    <a:pt x="3914" y="12488"/>
                    <a:pt x="3947" y="12488"/>
                  </a:cubicBezTo>
                  <a:cubicBezTo>
                    <a:pt x="3968" y="12488"/>
                    <a:pt x="3983" y="12493"/>
                    <a:pt x="3983" y="12493"/>
                  </a:cubicBezTo>
                  <a:cubicBezTo>
                    <a:pt x="3987" y="12497"/>
                    <a:pt x="3993" y="12499"/>
                    <a:pt x="4000" y="12499"/>
                  </a:cubicBezTo>
                  <a:cubicBezTo>
                    <a:pt x="4046" y="12499"/>
                    <a:pt x="4143" y="12428"/>
                    <a:pt x="4195" y="12402"/>
                  </a:cubicBezTo>
                  <a:cubicBezTo>
                    <a:pt x="4226" y="12341"/>
                    <a:pt x="4438" y="12158"/>
                    <a:pt x="4408" y="12098"/>
                  </a:cubicBezTo>
                  <a:cubicBezTo>
                    <a:pt x="4408" y="12037"/>
                    <a:pt x="4682" y="12006"/>
                    <a:pt x="4803" y="12006"/>
                  </a:cubicBezTo>
                  <a:cubicBezTo>
                    <a:pt x="4925" y="12006"/>
                    <a:pt x="4955" y="12158"/>
                    <a:pt x="4925" y="12189"/>
                  </a:cubicBezTo>
                  <a:cubicBezTo>
                    <a:pt x="4894" y="12250"/>
                    <a:pt x="4925" y="12310"/>
                    <a:pt x="4925" y="12310"/>
                  </a:cubicBezTo>
                  <a:cubicBezTo>
                    <a:pt x="4986" y="12250"/>
                    <a:pt x="5046" y="12219"/>
                    <a:pt x="5077" y="12158"/>
                  </a:cubicBezTo>
                  <a:cubicBezTo>
                    <a:pt x="5090" y="12145"/>
                    <a:pt x="5103" y="12139"/>
                    <a:pt x="5115" y="12139"/>
                  </a:cubicBezTo>
                  <a:cubicBezTo>
                    <a:pt x="5161" y="12139"/>
                    <a:pt x="5198" y="12221"/>
                    <a:pt x="5198" y="12341"/>
                  </a:cubicBezTo>
                  <a:lnTo>
                    <a:pt x="5107" y="12462"/>
                  </a:lnTo>
                  <a:cubicBezTo>
                    <a:pt x="5077" y="12493"/>
                    <a:pt x="5107" y="12554"/>
                    <a:pt x="5138" y="12554"/>
                  </a:cubicBezTo>
                  <a:cubicBezTo>
                    <a:pt x="5158" y="12564"/>
                    <a:pt x="5175" y="12567"/>
                    <a:pt x="5189" y="12567"/>
                  </a:cubicBezTo>
                  <a:cubicBezTo>
                    <a:pt x="5219" y="12567"/>
                    <a:pt x="5239" y="12554"/>
                    <a:pt x="5259" y="12554"/>
                  </a:cubicBezTo>
                  <a:lnTo>
                    <a:pt x="5320" y="12462"/>
                  </a:lnTo>
                  <a:cubicBezTo>
                    <a:pt x="5369" y="12397"/>
                    <a:pt x="5409" y="12367"/>
                    <a:pt x="5436" y="12367"/>
                  </a:cubicBezTo>
                  <a:cubicBezTo>
                    <a:pt x="5459" y="12367"/>
                    <a:pt x="5472" y="12390"/>
                    <a:pt x="5472" y="12432"/>
                  </a:cubicBezTo>
                  <a:lnTo>
                    <a:pt x="5502" y="12432"/>
                  </a:lnTo>
                  <a:cubicBezTo>
                    <a:pt x="5624" y="12462"/>
                    <a:pt x="5715" y="12462"/>
                    <a:pt x="5837" y="12493"/>
                  </a:cubicBezTo>
                  <a:cubicBezTo>
                    <a:pt x="5949" y="12493"/>
                    <a:pt x="5880" y="12648"/>
                    <a:pt x="6012" y="12648"/>
                  </a:cubicBezTo>
                  <a:cubicBezTo>
                    <a:pt x="6023" y="12648"/>
                    <a:pt x="6035" y="12647"/>
                    <a:pt x="6049" y="12645"/>
                  </a:cubicBezTo>
                  <a:lnTo>
                    <a:pt x="6262" y="12614"/>
                  </a:lnTo>
                  <a:cubicBezTo>
                    <a:pt x="6536" y="12614"/>
                    <a:pt x="6718" y="12432"/>
                    <a:pt x="6718" y="12341"/>
                  </a:cubicBezTo>
                  <a:cubicBezTo>
                    <a:pt x="6688" y="12280"/>
                    <a:pt x="6840" y="12189"/>
                    <a:pt x="7022" y="12189"/>
                  </a:cubicBezTo>
                  <a:lnTo>
                    <a:pt x="7113" y="12280"/>
                  </a:lnTo>
                  <a:lnTo>
                    <a:pt x="7296" y="12402"/>
                  </a:lnTo>
                  <a:cubicBezTo>
                    <a:pt x="7539" y="12462"/>
                    <a:pt x="7843" y="12493"/>
                    <a:pt x="7964" y="12523"/>
                  </a:cubicBezTo>
                  <a:lnTo>
                    <a:pt x="8025" y="12584"/>
                  </a:lnTo>
                  <a:cubicBezTo>
                    <a:pt x="8051" y="12610"/>
                    <a:pt x="8074" y="12619"/>
                    <a:pt x="8097" y="12619"/>
                  </a:cubicBezTo>
                  <a:cubicBezTo>
                    <a:pt x="8144" y="12619"/>
                    <a:pt x="8187" y="12579"/>
                    <a:pt x="8238" y="12579"/>
                  </a:cubicBezTo>
                  <a:cubicBezTo>
                    <a:pt x="8248" y="12579"/>
                    <a:pt x="8258" y="12580"/>
                    <a:pt x="8268" y="12584"/>
                  </a:cubicBezTo>
                  <a:lnTo>
                    <a:pt x="8542" y="12736"/>
                  </a:lnTo>
                  <a:lnTo>
                    <a:pt x="8633" y="12736"/>
                  </a:lnTo>
                  <a:cubicBezTo>
                    <a:pt x="8724" y="12645"/>
                    <a:pt x="8876" y="12675"/>
                    <a:pt x="8937" y="12645"/>
                  </a:cubicBezTo>
                  <a:lnTo>
                    <a:pt x="9028" y="12584"/>
                  </a:lnTo>
                  <a:cubicBezTo>
                    <a:pt x="9103" y="12509"/>
                    <a:pt x="9178" y="12454"/>
                    <a:pt x="9203" y="12454"/>
                  </a:cubicBezTo>
                  <a:cubicBezTo>
                    <a:pt x="9208" y="12454"/>
                    <a:pt x="9211" y="12457"/>
                    <a:pt x="9211" y="12462"/>
                  </a:cubicBezTo>
                  <a:cubicBezTo>
                    <a:pt x="9241" y="12462"/>
                    <a:pt x="9302" y="12554"/>
                    <a:pt x="9393" y="12645"/>
                  </a:cubicBezTo>
                  <a:lnTo>
                    <a:pt x="9636" y="12584"/>
                  </a:lnTo>
                  <a:lnTo>
                    <a:pt x="9697" y="12584"/>
                  </a:lnTo>
                  <a:cubicBezTo>
                    <a:pt x="9788" y="12614"/>
                    <a:pt x="9879" y="12675"/>
                    <a:pt x="9940" y="12736"/>
                  </a:cubicBezTo>
                  <a:lnTo>
                    <a:pt x="10031" y="12797"/>
                  </a:lnTo>
                  <a:lnTo>
                    <a:pt x="10214" y="12949"/>
                  </a:lnTo>
                  <a:cubicBezTo>
                    <a:pt x="10335" y="12858"/>
                    <a:pt x="10457" y="12766"/>
                    <a:pt x="10548" y="12675"/>
                  </a:cubicBezTo>
                  <a:lnTo>
                    <a:pt x="10730" y="12675"/>
                  </a:lnTo>
                  <a:cubicBezTo>
                    <a:pt x="10852" y="12645"/>
                    <a:pt x="10913" y="12523"/>
                    <a:pt x="11004" y="12432"/>
                  </a:cubicBezTo>
                  <a:cubicBezTo>
                    <a:pt x="11065" y="12432"/>
                    <a:pt x="11065" y="12706"/>
                    <a:pt x="11034" y="12797"/>
                  </a:cubicBezTo>
                  <a:cubicBezTo>
                    <a:pt x="11009" y="12872"/>
                    <a:pt x="11108" y="12926"/>
                    <a:pt x="11177" y="12926"/>
                  </a:cubicBezTo>
                  <a:cubicBezTo>
                    <a:pt x="11192" y="12926"/>
                    <a:pt x="11206" y="12924"/>
                    <a:pt x="11217" y="12918"/>
                  </a:cubicBezTo>
                  <a:cubicBezTo>
                    <a:pt x="11265" y="12918"/>
                    <a:pt x="11450" y="12841"/>
                    <a:pt x="11553" y="12841"/>
                  </a:cubicBezTo>
                  <a:cubicBezTo>
                    <a:pt x="11579" y="12841"/>
                    <a:pt x="11600" y="12845"/>
                    <a:pt x="11612" y="12858"/>
                  </a:cubicBezTo>
                  <a:cubicBezTo>
                    <a:pt x="11703" y="12949"/>
                    <a:pt x="11764" y="13010"/>
                    <a:pt x="11855" y="13101"/>
                  </a:cubicBezTo>
                  <a:lnTo>
                    <a:pt x="11977" y="13101"/>
                  </a:lnTo>
                  <a:cubicBezTo>
                    <a:pt x="12068" y="13101"/>
                    <a:pt x="12159" y="13192"/>
                    <a:pt x="12250" y="13192"/>
                  </a:cubicBezTo>
                  <a:lnTo>
                    <a:pt x="12372" y="13192"/>
                  </a:lnTo>
                  <a:cubicBezTo>
                    <a:pt x="12463" y="13192"/>
                    <a:pt x="12585" y="13192"/>
                    <a:pt x="12676" y="13222"/>
                  </a:cubicBezTo>
                  <a:cubicBezTo>
                    <a:pt x="12706" y="13253"/>
                    <a:pt x="12706" y="13283"/>
                    <a:pt x="12676" y="13283"/>
                  </a:cubicBezTo>
                  <a:cubicBezTo>
                    <a:pt x="12645" y="13313"/>
                    <a:pt x="12585" y="13344"/>
                    <a:pt x="12554" y="13344"/>
                  </a:cubicBezTo>
                  <a:cubicBezTo>
                    <a:pt x="12519" y="13334"/>
                    <a:pt x="12481" y="13330"/>
                    <a:pt x="12441" y="13330"/>
                  </a:cubicBezTo>
                  <a:cubicBezTo>
                    <a:pt x="12363" y="13330"/>
                    <a:pt x="12279" y="13344"/>
                    <a:pt x="12201" y="13344"/>
                  </a:cubicBezTo>
                  <a:cubicBezTo>
                    <a:pt x="12083" y="13344"/>
                    <a:pt x="11977" y="13313"/>
                    <a:pt x="11916" y="13161"/>
                  </a:cubicBezTo>
                  <a:cubicBezTo>
                    <a:pt x="11855" y="13161"/>
                    <a:pt x="11825" y="13161"/>
                    <a:pt x="11794" y="13192"/>
                  </a:cubicBezTo>
                  <a:lnTo>
                    <a:pt x="11703" y="13253"/>
                  </a:lnTo>
                  <a:cubicBezTo>
                    <a:pt x="11664" y="13312"/>
                    <a:pt x="11612" y="13345"/>
                    <a:pt x="11555" y="13345"/>
                  </a:cubicBezTo>
                  <a:cubicBezTo>
                    <a:pt x="11524" y="13345"/>
                    <a:pt x="11492" y="13335"/>
                    <a:pt x="11460" y="13313"/>
                  </a:cubicBezTo>
                  <a:cubicBezTo>
                    <a:pt x="11456" y="13306"/>
                    <a:pt x="11451" y="13303"/>
                    <a:pt x="11445" y="13303"/>
                  </a:cubicBezTo>
                  <a:cubicBezTo>
                    <a:pt x="11401" y="13303"/>
                    <a:pt x="11304" y="13477"/>
                    <a:pt x="11278" y="13557"/>
                  </a:cubicBezTo>
                  <a:cubicBezTo>
                    <a:pt x="11256" y="13589"/>
                    <a:pt x="11188" y="13598"/>
                    <a:pt x="11103" y="13598"/>
                  </a:cubicBezTo>
                  <a:cubicBezTo>
                    <a:pt x="10986" y="13598"/>
                    <a:pt x="10836" y="13581"/>
                    <a:pt x="10727" y="13581"/>
                  </a:cubicBezTo>
                  <a:cubicBezTo>
                    <a:pt x="10693" y="13581"/>
                    <a:pt x="10663" y="13582"/>
                    <a:pt x="10639" y="13587"/>
                  </a:cubicBezTo>
                  <a:cubicBezTo>
                    <a:pt x="10487" y="13648"/>
                    <a:pt x="10335" y="13739"/>
                    <a:pt x="10214" y="13830"/>
                  </a:cubicBezTo>
                  <a:lnTo>
                    <a:pt x="10244" y="13921"/>
                  </a:lnTo>
                  <a:lnTo>
                    <a:pt x="10274" y="13952"/>
                  </a:lnTo>
                  <a:cubicBezTo>
                    <a:pt x="10139" y="14064"/>
                    <a:pt x="9970" y="14127"/>
                    <a:pt x="9806" y="14127"/>
                  </a:cubicBezTo>
                  <a:cubicBezTo>
                    <a:pt x="9748" y="14127"/>
                    <a:pt x="9691" y="14119"/>
                    <a:pt x="9636" y="14104"/>
                  </a:cubicBezTo>
                  <a:cubicBezTo>
                    <a:pt x="9454" y="14013"/>
                    <a:pt x="9393" y="13891"/>
                    <a:pt x="9423" y="13861"/>
                  </a:cubicBezTo>
                  <a:cubicBezTo>
                    <a:pt x="9484" y="13800"/>
                    <a:pt x="9211" y="13648"/>
                    <a:pt x="9089" y="13617"/>
                  </a:cubicBezTo>
                  <a:cubicBezTo>
                    <a:pt x="8967" y="13617"/>
                    <a:pt x="8876" y="13678"/>
                    <a:pt x="8876" y="13769"/>
                  </a:cubicBezTo>
                  <a:lnTo>
                    <a:pt x="9119" y="13769"/>
                  </a:lnTo>
                  <a:cubicBezTo>
                    <a:pt x="9150" y="13769"/>
                    <a:pt x="9180" y="13769"/>
                    <a:pt x="9180" y="13800"/>
                  </a:cubicBezTo>
                  <a:lnTo>
                    <a:pt x="9180" y="13891"/>
                  </a:lnTo>
                  <a:lnTo>
                    <a:pt x="9028" y="13982"/>
                  </a:lnTo>
                  <a:cubicBezTo>
                    <a:pt x="8904" y="14032"/>
                    <a:pt x="8760" y="14081"/>
                    <a:pt x="8595" y="14081"/>
                  </a:cubicBezTo>
                  <a:cubicBezTo>
                    <a:pt x="8558" y="14081"/>
                    <a:pt x="8520" y="14079"/>
                    <a:pt x="8481" y="14073"/>
                  </a:cubicBezTo>
                  <a:cubicBezTo>
                    <a:pt x="8420" y="14043"/>
                    <a:pt x="8512" y="13739"/>
                    <a:pt x="8451" y="13709"/>
                  </a:cubicBezTo>
                  <a:cubicBezTo>
                    <a:pt x="8420" y="13693"/>
                    <a:pt x="8390" y="13686"/>
                    <a:pt x="8363" y="13686"/>
                  </a:cubicBezTo>
                  <a:cubicBezTo>
                    <a:pt x="8337" y="13686"/>
                    <a:pt x="8314" y="13693"/>
                    <a:pt x="8299" y="13709"/>
                  </a:cubicBezTo>
                  <a:cubicBezTo>
                    <a:pt x="8268" y="13709"/>
                    <a:pt x="8238" y="13921"/>
                    <a:pt x="8177" y="14165"/>
                  </a:cubicBezTo>
                  <a:lnTo>
                    <a:pt x="7843" y="14256"/>
                  </a:lnTo>
                  <a:lnTo>
                    <a:pt x="7752" y="14286"/>
                  </a:lnTo>
                  <a:cubicBezTo>
                    <a:pt x="7721" y="14301"/>
                    <a:pt x="7676" y="14309"/>
                    <a:pt x="7630" y="14309"/>
                  </a:cubicBezTo>
                  <a:cubicBezTo>
                    <a:pt x="7584" y="14309"/>
                    <a:pt x="7539" y="14301"/>
                    <a:pt x="7508" y="14286"/>
                  </a:cubicBezTo>
                  <a:cubicBezTo>
                    <a:pt x="7502" y="14280"/>
                    <a:pt x="7494" y="14278"/>
                    <a:pt x="7484" y="14278"/>
                  </a:cubicBezTo>
                  <a:cubicBezTo>
                    <a:pt x="7443" y="14278"/>
                    <a:pt x="7375" y="14317"/>
                    <a:pt x="7326" y="14317"/>
                  </a:cubicBezTo>
                  <a:cubicBezTo>
                    <a:pt x="7311" y="14332"/>
                    <a:pt x="7296" y="14339"/>
                    <a:pt x="7280" y="14339"/>
                  </a:cubicBezTo>
                  <a:cubicBezTo>
                    <a:pt x="7265" y="14339"/>
                    <a:pt x="7250" y="14332"/>
                    <a:pt x="7235" y="14317"/>
                  </a:cubicBezTo>
                  <a:cubicBezTo>
                    <a:pt x="7174" y="14225"/>
                    <a:pt x="7144" y="14104"/>
                    <a:pt x="7083" y="14013"/>
                  </a:cubicBezTo>
                  <a:lnTo>
                    <a:pt x="6870" y="13952"/>
                  </a:lnTo>
                  <a:lnTo>
                    <a:pt x="6840" y="13952"/>
                  </a:lnTo>
                  <a:cubicBezTo>
                    <a:pt x="6840" y="13861"/>
                    <a:pt x="6779" y="13861"/>
                    <a:pt x="6749" y="13861"/>
                  </a:cubicBezTo>
                  <a:cubicBezTo>
                    <a:pt x="6718" y="13952"/>
                    <a:pt x="6688" y="14043"/>
                    <a:pt x="6657" y="14134"/>
                  </a:cubicBezTo>
                  <a:lnTo>
                    <a:pt x="6353" y="13982"/>
                  </a:lnTo>
                  <a:cubicBezTo>
                    <a:pt x="6338" y="13967"/>
                    <a:pt x="6323" y="13959"/>
                    <a:pt x="6308" y="13959"/>
                  </a:cubicBezTo>
                  <a:cubicBezTo>
                    <a:pt x="6293" y="13959"/>
                    <a:pt x="6277" y="13967"/>
                    <a:pt x="6262" y="13982"/>
                  </a:cubicBezTo>
                  <a:cubicBezTo>
                    <a:pt x="6262" y="13982"/>
                    <a:pt x="6232" y="14043"/>
                    <a:pt x="6232" y="14043"/>
                  </a:cubicBezTo>
                  <a:lnTo>
                    <a:pt x="6445" y="14256"/>
                  </a:lnTo>
                  <a:cubicBezTo>
                    <a:pt x="6232" y="14286"/>
                    <a:pt x="6019" y="14347"/>
                    <a:pt x="5837" y="14408"/>
                  </a:cubicBezTo>
                  <a:lnTo>
                    <a:pt x="5745" y="14377"/>
                  </a:lnTo>
                  <a:lnTo>
                    <a:pt x="5685" y="14317"/>
                  </a:lnTo>
                  <a:cubicBezTo>
                    <a:pt x="5660" y="14216"/>
                    <a:pt x="5572" y="14157"/>
                    <a:pt x="5473" y="14157"/>
                  </a:cubicBezTo>
                  <a:cubicBezTo>
                    <a:pt x="5453" y="14157"/>
                    <a:pt x="5432" y="14159"/>
                    <a:pt x="5411" y="14165"/>
                  </a:cubicBezTo>
                  <a:lnTo>
                    <a:pt x="5320" y="14165"/>
                  </a:lnTo>
                  <a:cubicBezTo>
                    <a:pt x="5320" y="14195"/>
                    <a:pt x="5350" y="14225"/>
                    <a:pt x="5442" y="14225"/>
                  </a:cubicBezTo>
                  <a:lnTo>
                    <a:pt x="5594" y="14225"/>
                  </a:lnTo>
                  <a:cubicBezTo>
                    <a:pt x="5594" y="14286"/>
                    <a:pt x="5594" y="14317"/>
                    <a:pt x="5594" y="14347"/>
                  </a:cubicBezTo>
                  <a:lnTo>
                    <a:pt x="5381" y="14347"/>
                  </a:lnTo>
                  <a:cubicBezTo>
                    <a:pt x="5350" y="14357"/>
                    <a:pt x="5318" y="14361"/>
                    <a:pt x="5285" y="14361"/>
                  </a:cubicBezTo>
                  <a:cubicBezTo>
                    <a:pt x="5122" y="14361"/>
                    <a:pt x="4940" y="14256"/>
                    <a:pt x="4864" y="14256"/>
                  </a:cubicBezTo>
                  <a:cubicBezTo>
                    <a:pt x="4773" y="14256"/>
                    <a:pt x="4651" y="14225"/>
                    <a:pt x="4560" y="14225"/>
                  </a:cubicBezTo>
                  <a:cubicBezTo>
                    <a:pt x="4549" y="14220"/>
                    <a:pt x="4539" y="14217"/>
                    <a:pt x="4530" y="14217"/>
                  </a:cubicBezTo>
                  <a:cubicBezTo>
                    <a:pt x="4492" y="14217"/>
                    <a:pt x="4486" y="14267"/>
                    <a:pt x="4560" y="14317"/>
                  </a:cubicBezTo>
                  <a:lnTo>
                    <a:pt x="4590" y="14317"/>
                  </a:lnTo>
                  <a:cubicBezTo>
                    <a:pt x="4773" y="14408"/>
                    <a:pt x="4590" y="14438"/>
                    <a:pt x="4590" y="14529"/>
                  </a:cubicBezTo>
                  <a:cubicBezTo>
                    <a:pt x="4590" y="14610"/>
                    <a:pt x="4536" y="14637"/>
                    <a:pt x="4482" y="14637"/>
                  </a:cubicBezTo>
                  <a:cubicBezTo>
                    <a:pt x="4455" y="14637"/>
                    <a:pt x="4428" y="14631"/>
                    <a:pt x="4408" y="14620"/>
                  </a:cubicBezTo>
                  <a:lnTo>
                    <a:pt x="4195" y="14529"/>
                  </a:lnTo>
                  <a:cubicBezTo>
                    <a:pt x="3952" y="14620"/>
                    <a:pt x="3557" y="14560"/>
                    <a:pt x="3496" y="14620"/>
                  </a:cubicBezTo>
                  <a:cubicBezTo>
                    <a:pt x="3405" y="14681"/>
                    <a:pt x="3283" y="14742"/>
                    <a:pt x="3192" y="14772"/>
                  </a:cubicBezTo>
                  <a:lnTo>
                    <a:pt x="3162" y="14620"/>
                  </a:lnTo>
                  <a:cubicBezTo>
                    <a:pt x="3143" y="14582"/>
                    <a:pt x="3111" y="14544"/>
                    <a:pt x="3091" y="14544"/>
                  </a:cubicBezTo>
                  <a:cubicBezTo>
                    <a:pt x="3079" y="14544"/>
                    <a:pt x="3071" y="14557"/>
                    <a:pt x="3071" y="14590"/>
                  </a:cubicBezTo>
                  <a:lnTo>
                    <a:pt x="3040" y="14742"/>
                  </a:lnTo>
                  <a:cubicBezTo>
                    <a:pt x="2888" y="14894"/>
                    <a:pt x="2797" y="15076"/>
                    <a:pt x="2706" y="15289"/>
                  </a:cubicBezTo>
                  <a:cubicBezTo>
                    <a:pt x="2686" y="15318"/>
                    <a:pt x="2664" y="15332"/>
                    <a:pt x="2640" y="15332"/>
                  </a:cubicBezTo>
                  <a:cubicBezTo>
                    <a:pt x="2590" y="15332"/>
                    <a:pt x="2534" y="15271"/>
                    <a:pt x="2493" y="15168"/>
                  </a:cubicBezTo>
                  <a:lnTo>
                    <a:pt x="2645" y="14894"/>
                  </a:lnTo>
                  <a:lnTo>
                    <a:pt x="2706" y="14803"/>
                  </a:lnTo>
                  <a:cubicBezTo>
                    <a:pt x="2767" y="14681"/>
                    <a:pt x="2797" y="14560"/>
                    <a:pt x="2797" y="14438"/>
                  </a:cubicBezTo>
                  <a:lnTo>
                    <a:pt x="2797" y="14438"/>
                  </a:lnTo>
                  <a:lnTo>
                    <a:pt x="2706" y="14529"/>
                  </a:lnTo>
                  <a:cubicBezTo>
                    <a:pt x="2693" y="14521"/>
                    <a:pt x="2681" y="14517"/>
                    <a:pt x="2670" y="14517"/>
                  </a:cubicBezTo>
                  <a:cubicBezTo>
                    <a:pt x="2599" y="14517"/>
                    <a:pt x="2554" y="14659"/>
                    <a:pt x="2554" y="14712"/>
                  </a:cubicBezTo>
                  <a:cubicBezTo>
                    <a:pt x="2554" y="14745"/>
                    <a:pt x="2517" y="14769"/>
                    <a:pt x="2464" y="14769"/>
                  </a:cubicBezTo>
                  <a:cubicBezTo>
                    <a:pt x="2421" y="14769"/>
                    <a:pt x="2366" y="14753"/>
                    <a:pt x="2311" y="14712"/>
                  </a:cubicBezTo>
                  <a:lnTo>
                    <a:pt x="2220" y="14651"/>
                  </a:lnTo>
                  <a:lnTo>
                    <a:pt x="2128" y="14560"/>
                  </a:lnTo>
                  <a:cubicBezTo>
                    <a:pt x="1946" y="14499"/>
                    <a:pt x="1885" y="14377"/>
                    <a:pt x="2007" y="14286"/>
                  </a:cubicBezTo>
                  <a:lnTo>
                    <a:pt x="2007" y="14225"/>
                  </a:lnTo>
                  <a:lnTo>
                    <a:pt x="2007" y="14134"/>
                  </a:lnTo>
                  <a:cubicBezTo>
                    <a:pt x="1978" y="14086"/>
                    <a:pt x="1941" y="14069"/>
                    <a:pt x="1902" y="14069"/>
                  </a:cubicBezTo>
                  <a:cubicBezTo>
                    <a:pt x="1819" y="14069"/>
                    <a:pt x="1733" y="14153"/>
                    <a:pt x="1733" y="14195"/>
                  </a:cubicBezTo>
                  <a:cubicBezTo>
                    <a:pt x="1710" y="14263"/>
                    <a:pt x="1585" y="14298"/>
                    <a:pt x="1498" y="14298"/>
                  </a:cubicBezTo>
                  <a:cubicBezTo>
                    <a:pt x="1469" y="14298"/>
                    <a:pt x="1445" y="14294"/>
                    <a:pt x="1429" y="14286"/>
                  </a:cubicBezTo>
                  <a:lnTo>
                    <a:pt x="1429" y="14286"/>
                  </a:lnTo>
                  <a:cubicBezTo>
                    <a:pt x="1369" y="14286"/>
                    <a:pt x="1794" y="14651"/>
                    <a:pt x="1794" y="14742"/>
                  </a:cubicBezTo>
                  <a:cubicBezTo>
                    <a:pt x="1764" y="14803"/>
                    <a:pt x="1642" y="14803"/>
                    <a:pt x="1612" y="14803"/>
                  </a:cubicBezTo>
                  <a:cubicBezTo>
                    <a:pt x="1520" y="14894"/>
                    <a:pt x="1460" y="14985"/>
                    <a:pt x="1399" y="15076"/>
                  </a:cubicBezTo>
                  <a:lnTo>
                    <a:pt x="1247" y="15137"/>
                  </a:lnTo>
                  <a:cubicBezTo>
                    <a:pt x="1156" y="15168"/>
                    <a:pt x="1065" y="15198"/>
                    <a:pt x="973" y="15228"/>
                  </a:cubicBezTo>
                  <a:cubicBezTo>
                    <a:pt x="852" y="15289"/>
                    <a:pt x="1004" y="15380"/>
                    <a:pt x="973" y="15411"/>
                  </a:cubicBezTo>
                  <a:lnTo>
                    <a:pt x="882" y="15502"/>
                  </a:lnTo>
                  <a:lnTo>
                    <a:pt x="548" y="15654"/>
                  </a:lnTo>
                  <a:cubicBezTo>
                    <a:pt x="517" y="15684"/>
                    <a:pt x="578" y="15745"/>
                    <a:pt x="700" y="15775"/>
                  </a:cubicBezTo>
                  <a:lnTo>
                    <a:pt x="730" y="15775"/>
                  </a:lnTo>
                  <a:cubicBezTo>
                    <a:pt x="771" y="15735"/>
                    <a:pt x="808" y="15721"/>
                    <a:pt x="844" y="15721"/>
                  </a:cubicBezTo>
                  <a:cubicBezTo>
                    <a:pt x="916" y="15721"/>
                    <a:pt x="983" y="15775"/>
                    <a:pt x="1065" y="15775"/>
                  </a:cubicBezTo>
                  <a:lnTo>
                    <a:pt x="1186" y="15775"/>
                  </a:lnTo>
                  <a:cubicBezTo>
                    <a:pt x="1308" y="15775"/>
                    <a:pt x="1460" y="15775"/>
                    <a:pt x="1581" y="15745"/>
                  </a:cubicBezTo>
                  <a:lnTo>
                    <a:pt x="1612" y="15867"/>
                  </a:lnTo>
                  <a:lnTo>
                    <a:pt x="1672" y="16019"/>
                  </a:lnTo>
                  <a:cubicBezTo>
                    <a:pt x="1764" y="15988"/>
                    <a:pt x="1824" y="15897"/>
                    <a:pt x="1855" y="15775"/>
                  </a:cubicBezTo>
                  <a:cubicBezTo>
                    <a:pt x="1855" y="15745"/>
                    <a:pt x="1885" y="15715"/>
                    <a:pt x="1976" y="15715"/>
                  </a:cubicBezTo>
                  <a:lnTo>
                    <a:pt x="2007" y="15715"/>
                  </a:lnTo>
                  <a:cubicBezTo>
                    <a:pt x="2037" y="15760"/>
                    <a:pt x="2083" y="15783"/>
                    <a:pt x="2128" y="15783"/>
                  </a:cubicBezTo>
                  <a:cubicBezTo>
                    <a:pt x="2174" y="15783"/>
                    <a:pt x="2220" y="15760"/>
                    <a:pt x="2250" y="15715"/>
                  </a:cubicBezTo>
                  <a:cubicBezTo>
                    <a:pt x="2291" y="15694"/>
                    <a:pt x="2333" y="15631"/>
                    <a:pt x="2393" y="15631"/>
                  </a:cubicBezTo>
                  <a:cubicBezTo>
                    <a:pt x="2421" y="15631"/>
                    <a:pt x="2454" y="15645"/>
                    <a:pt x="2493" y="15684"/>
                  </a:cubicBezTo>
                  <a:cubicBezTo>
                    <a:pt x="2584" y="15654"/>
                    <a:pt x="2706" y="15624"/>
                    <a:pt x="2828" y="15593"/>
                  </a:cubicBezTo>
                  <a:lnTo>
                    <a:pt x="3131" y="15593"/>
                  </a:lnTo>
                  <a:cubicBezTo>
                    <a:pt x="3189" y="15651"/>
                    <a:pt x="3259" y="15672"/>
                    <a:pt x="3311" y="15672"/>
                  </a:cubicBezTo>
                  <a:cubicBezTo>
                    <a:pt x="3340" y="15672"/>
                    <a:pt x="3364" y="15665"/>
                    <a:pt x="3375" y="15654"/>
                  </a:cubicBezTo>
                  <a:cubicBezTo>
                    <a:pt x="3375" y="15650"/>
                    <a:pt x="3377" y="15648"/>
                    <a:pt x="3381" y="15648"/>
                  </a:cubicBezTo>
                  <a:cubicBezTo>
                    <a:pt x="3407" y="15648"/>
                    <a:pt x="3500" y="15719"/>
                    <a:pt x="3527" y="15745"/>
                  </a:cubicBezTo>
                  <a:cubicBezTo>
                    <a:pt x="3533" y="15751"/>
                    <a:pt x="3542" y="15754"/>
                    <a:pt x="3554" y="15754"/>
                  </a:cubicBezTo>
                  <a:cubicBezTo>
                    <a:pt x="3602" y="15754"/>
                    <a:pt x="3685" y="15715"/>
                    <a:pt x="3709" y="15715"/>
                  </a:cubicBezTo>
                  <a:cubicBezTo>
                    <a:pt x="3739" y="15684"/>
                    <a:pt x="3648" y="15532"/>
                    <a:pt x="3587" y="15472"/>
                  </a:cubicBezTo>
                  <a:cubicBezTo>
                    <a:pt x="3527" y="15411"/>
                    <a:pt x="3587" y="15350"/>
                    <a:pt x="3739" y="15350"/>
                  </a:cubicBezTo>
                  <a:lnTo>
                    <a:pt x="3800" y="15472"/>
                  </a:lnTo>
                  <a:cubicBezTo>
                    <a:pt x="3922" y="15502"/>
                    <a:pt x="4013" y="15593"/>
                    <a:pt x="4104" y="15624"/>
                  </a:cubicBezTo>
                  <a:cubicBezTo>
                    <a:pt x="4195" y="15654"/>
                    <a:pt x="4317" y="15624"/>
                    <a:pt x="4378" y="15684"/>
                  </a:cubicBezTo>
                  <a:cubicBezTo>
                    <a:pt x="4403" y="15703"/>
                    <a:pt x="4424" y="15710"/>
                    <a:pt x="4443" y="15710"/>
                  </a:cubicBezTo>
                  <a:cubicBezTo>
                    <a:pt x="4503" y="15710"/>
                    <a:pt x="4544" y="15641"/>
                    <a:pt x="4621" y="15641"/>
                  </a:cubicBezTo>
                  <a:cubicBezTo>
                    <a:pt x="4639" y="15641"/>
                    <a:pt x="4659" y="15645"/>
                    <a:pt x="4682" y="15654"/>
                  </a:cubicBezTo>
                  <a:lnTo>
                    <a:pt x="4803" y="15715"/>
                  </a:lnTo>
                  <a:cubicBezTo>
                    <a:pt x="4834" y="15593"/>
                    <a:pt x="4803" y="15502"/>
                    <a:pt x="4712" y="15472"/>
                  </a:cubicBezTo>
                  <a:cubicBezTo>
                    <a:pt x="4651" y="15441"/>
                    <a:pt x="4742" y="15411"/>
                    <a:pt x="4925" y="15380"/>
                  </a:cubicBezTo>
                  <a:lnTo>
                    <a:pt x="5077" y="15380"/>
                  </a:lnTo>
                  <a:cubicBezTo>
                    <a:pt x="5161" y="15380"/>
                    <a:pt x="5116" y="15536"/>
                    <a:pt x="5204" y="15536"/>
                  </a:cubicBezTo>
                  <a:cubicBezTo>
                    <a:pt x="5211" y="15536"/>
                    <a:pt x="5219" y="15535"/>
                    <a:pt x="5229" y="15532"/>
                  </a:cubicBezTo>
                  <a:cubicBezTo>
                    <a:pt x="5350" y="15532"/>
                    <a:pt x="5442" y="15472"/>
                    <a:pt x="5563" y="15472"/>
                  </a:cubicBezTo>
                  <a:lnTo>
                    <a:pt x="5715" y="15472"/>
                  </a:lnTo>
                  <a:cubicBezTo>
                    <a:pt x="5867" y="15441"/>
                    <a:pt x="6019" y="15350"/>
                    <a:pt x="6049" y="15198"/>
                  </a:cubicBezTo>
                  <a:cubicBezTo>
                    <a:pt x="6049" y="15139"/>
                    <a:pt x="6176" y="15106"/>
                    <a:pt x="6258" y="15106"/>
                  </a:cubicBezTo>
                  <a:cubicBezTo>
                    <a:pt x="6303" y="15106"/>
                    <a:pt x="6334" y="15116"/>
                    <a:pt x="6323" y="15137"/>
                  </a:cubicBezTo>
                  <a:cubicBezTo>
                    <a:pt x="6314" y="15165"/>
                    <a:pt x="6321" y="15176"/>
                    <a:pt x="6337" y="15176"/>
                  </a:cubicBezTo>
                  <a:cubicBezTo>
                    <a:pt x="6374" y="15176"/>
                    <a:pt x="6454" y="15119"/>
                    <a:pt x="6475" y="15076"/>
                  </a:cubicBezTo>
                  <a:cubicBezTo>
                    <a:pt x="6487" y="15065"/>
                    <a:pt x="6504" y="15060"/>
                    <a:pt x="6524" y="15060"/>
                  </a:cubicBezTo>
                  <a:cubicBezTo>
                    <a:pt x="6612" y="15060"/>
                    <a:pt x="6760" y="15149"/>
                    <a:pt x="6809" y="15198"/>
                  </a:cubicBezTo>
                  <a:cubicBezTo>
                    <a:pt x="6823" y="15205"/>
                    <a:pt x="6846" y="15207"/>
                    <a:pt x="6874" y="15207"/>
                  </a:cubicBezTo>
                  <a:cubicBezTo>
                    <a:pt x="6924" y="15207"/>
                    <a:pt x="6989" y="15200"/>
                    <a:pt x="7043" y="15200"/>
                  </a:cubicBezTo>
                  <a:cubicBezTo>
                    <a:pt x="7092" y="15200"/>
                    <a:pt x="7132" y="15206"/>
                    <a:pt x="7144" y="15228"/>
                  </a:cubicBezTo>
                  <a:cubicBezTo>
                    <a:pt x="7144" y="15251"/>
                    <a:pt x="7146" y="15261"/>
                    <a:pt x="7148" y="15261"/>
                  </a:cubicBezTo>
                  <a:cubicBezTo>
                    <a:pt x="7157" y="15261"/>
                    <a:pt x="7174" y="15175"/>
                    <a:pt x="7174" y="15107"/>
                  </a:cubicBezTo>
                  <a:cubicBezTo>
                    <a:pt x="7193" y="15069"/>
                    <a:pt x="7246" y="15043"/>
                    <a:pt x="7321" y="15043"/>
                  </a:cubicBezTo>
                  <a:cubicBezTo>
                    <a:pt x="7366" y="15043"/>
                    <a:pt x="7420" y="15053"/>
                    <a:pt x="7478" y="15076"/>
                  </a:cubicBezTo>
                  <a:lnTo>
                    <a:pt x="7326" y="15198"/>
                  </a:lnTo>
                  <a:lnTo>
                    <a:pt x="7204" y="15320"/>
                  </a:lnTo>
                  <a:cubicBezTo>
                    <a:pt x="7326" y="15320"/>
                    <a:pt x="7478" y="15289"/>
                    <a:pt x="7600" y="15168"/>
                  </a:cubicBezTo>
                  <a:cubicBezTo>
                    <a:pt x="7630" y="15107"/>
                    <a:pt x="7630" y="15016"/>
                    <a:pt x="7539" y="15016"/>
                  </a:cubicBezTo>
                  <a:lnTo>
                    <a:pt x="7508" y="14955"/>
                  </a:lnTo>
                  <a:cubicBezTo>
                    <a:pt x="7508" y="14894"/>
                    <a:pt x="7478" y="14803"/>
                    <a:pt x="7508" y="14742"/>
                  </a:cubicBezTo>
                  <a:cubicBezTo>
                    <a:pt x="7569" y="14712"/>
                    <a:pt x="7660" y="14712"/>
                    <a:pt x="7752" y="14712"/>
                  </a:cubicBezTo>
                  <a:cubicBezTo>
                    <a:pt x="7797" y="14757"/>
                    <a:pt x="7858" y="14780"/>
                    <a:pt x="7919" y="14780"/>
                  </a:cubicBezTo>
                  <a:cubicBezTo>
                    <a:pt x="7980" y="14780"/>
                    <a:pt x="8040" y="14757"/>
                    <a:pt x="8086" y="14712"/>
                  </a:cubicBezTo>
                  <a:lnTo>
                    <a:pt x="8147" y="14681"/>
                  </a:lnTo>
                  <a:cubicBezTo>
                    <a:pt x="8180" y="14676"/>
                    <a:pt x="8211" y="14673"/>
                    <a:pt x="8238" y="14673"/>
                  </a:cubicBezTo>
                  <a:cubicBezTo>
                    <a:pt x="8358" y="14673"/>
                    <a:pt x="8415" y="14723"/>
                    <a:pt x="8390" y="14772"/>
                  </a:cubicBezTo>
                  <a:lnTo>
                    <a:pt x="8329" y="14803"/>
                  </a:lnTo>
                  <a:lnTo>
                    <a:pt x="8238" y="14864"/>
                  </a:lnTo>
                  <a:cubicBezTo>
                    <a:pt x="8116" y="14955"/>
                    <a:pt x="8208" y="15228"/>
                    <a:pt x="8208" y="15289"/>
                  </a:cubicBezTo>
                  <a:cubicBezTo>
                    <a:pt x="8183" y="15364"/>
                    <a:pt x="8178" y="15419"/>
                    <a:pt x="8194" y="15419"/>
                  </a:cubicBezTo>
                  <a:cubicBezTo>
                    <a:pt x="8198" y="15419"/>
                    <a:pt x="8202" y="15416"/>
                    <a:pt x="8208" y="15411"/>
                  </a:cubicBezTo>
                  <a:lnTo>
                    <a:pt x="8208" y="15380"/>
                  </a:lnTo>
                  <a:cubicBezTo>
                    <a:pt x="8238" y="15350"/>
                    <a:pt x="8177" y="15259"/>
                    <a:pt x="8268" y="15228"/>
                  </a:cubicBezTo>
                  <a:cubicBezTo>
                    <a:pt x="8290" y="15223"/>
                    <a:pt x="8309" y="15220"/>
                    <a:pt x="8325" y="15220"/>
                  </a:cubicBezTo>
                  <a:cubicBezTo>
                    <a:pt x="8400" y="15220"/>
                    <a:pt x="8420" y="15275"/>
                    <a:pt x="8420" y="15350"/>
                  </a:cubicBezTo>
                  <a:cubicBezTo>
                    <a:pt x="8451" y="15350"/>
                    <a:pt x="8542" y="15137"/>
                    <a:pt x="8663" y="15107"/>
                  </a:cubicBezTo>
                  <a:cubicBezTo>
                    <a:pt x="8755" y="15046"/>
                    <a:pt x="8846" y="14985"/>
                    <a:pt x="8907" y="14924"/>
                  </a:cubicBezTo>
                  <a:cubicBezTo>
                    <a:pt x="9089" y="14924"/>
                    <a:pt x="9211" y="14985"/>
                    <a:pt x="9332" y="15107"/>
                  </a:cubicBezTo>
                  <a:cubicBezTo>
                    <a:pt x="9393" y="15168"/>
                    <a:pt x="9454" y="15228"/>
                    <a:pt x="9515" y="15289"/>
                  </a:cubicBezTo>
                  <a:cubicBezTo>
                    <a:pt x="9575" y="15289"/>
                    <a:pt x="9606" y="15259"/>
                    <a:pt x="9636" y="15228"/>
                  </a:cubicBezTo>
                  <a:lnTo>
                    <a:pt x="9636" y="15168"/>
                  </a:lnTo>
                  <a:cubicBezTo>
                    <a:pt x="9636" y="15087"/>
                    <a:pt x="9663" y="15046"/>
                    <a:pt x="9717" y="15046"/>
                  </a:cubicBezTo>
                  <a:cubicBezTo>
                    <a:pt x="9744" y="15046"/>
                    <a:pt x="9778" y="15056"/>
                    <a:pt x="9819" y="15076"/>
                  </a:cubicBezTo>
                  <a:lnTo>
                    <a:pt x="9879" y="15107"/>
                  </a:lnTo>
                  <a:cubicBezTo>
                    <a:pt x="10092" y="15046"/>
                    <a:pt x="10305" y="14985"/>
                    <a:pt x="10518" y="14955"/>
                  </a:cubicBezTo>
                  <a:lnTo>
                    <a:pt x="10761" y="15137"/>
                  </a:lnTo>
                  <a:cubicBezTo>
                    <a:pt x="10791" y="15107"/>
                    <a:pt x="10852" y="14985"/>
                    <a:pt x="10882" y="14955"/>
                  </a:cubicBezTo>
                  <a:cubicBezTo>
                    <a:pt x="10882" y="14940"/>
                    <a:pt x="10951" y="14924"/>
                    <a:pt x="11023" y="14924"/>
                  </a:cubicBezTo>
                  <a:cubicBezTo>
                    <a:pt x="11095" y="14924"/>
                    <a:pt x="11171" y="14940"/>
                    <a:pt x="11186" y="14985"/>
                  </a:cubicBezTo>
                  <a:cubicBezTo>
                    <a:pt x="11198" y="15021"/>
                    <a:pt x="11215" y="15033"/>
                    <a:pt x="11231" y="15033"/>
                  </a:cubicBezTo>
                  <a:cubicBezTo>
                    <a:pt x="11255" y="15033"/>
                    <a:pt x="11278" y="15004"/>
                    <a:pt x="11278" y="14985"/>
                  </a:cubicBezTo>
                  <a:cubicBezTo>
                    <a:pt x="11278" y="14964"/>
                    <a:pt x="11384" y="14942"/>
                    <a:pt x="11521" y="14942"/>
                  </a:cubicBezTo>
                  <a:cubicBezTo>
                    <a:pt x="11578" y="14942"/>
                    <a:pt x="11641" y="14946"/>
                    <a:pt x="11703" y="14955"/>
                  </a:cubicBezTo>
                  <a:lnTo>
                    <a:pt x="12098" y="14955"/>
                  </a:lnTo>
                  <a:cubicBezTo>
                    <a:pt x="12106" y="14947"/>
                    <a:pt x="12117" y="14943"/>
                    <a:pt x="12128" y="14943"/>
                  </a:cubicBezTo>
                  <a:cubicBezTo>
                    <a:pt x="12159" y="14943"/>
                    <a:pt x="12198" y="14971"/>
                    <a:pt x="12220" y="15016"/>
                  </a:cubicBezTo>
                  <a:lnTo>
                    <a:pt x="12250" y="15046"/>
                  </a:lnTo>
                  <a:cubicBezTo>
                    <a:pt x="12311" y="15046"/>
                    <a:pt x="12433" y="14833"/>
                    <a:pt x="12493" y="14833"/>
                  </a:cubicBezTo>
                  <a:cubicBezTo>
                    <a:pt x="12615" y="14864"/>
                    <a:pt x="12706" y="14894"/>
                    <a:pt x="12797" y="14985"/>
                  </a:cubicBezTo>
                  <a:cubicBezTo>
                    <a:pt x="12801" y="14989"/>
                    <a:pt x="12806" y="14991"/>
                    <a:pt x="12812" y="14991"/>
                  </a:cubicBezTo>
                  <a:cubicBezTo>
                    <a:pt x="12850" y="14991"/>
                    <a:pt x="12923" y="14901"/>
                    <a:pt x="12949" y="14742"/>
                  </a:cubicBezTo>
                  <a:lnTo>
                    <a:pt x="13253" y="14742"/>
                  </a:lnTo>
                  <a:cubicBezTo>
                    <a:pt x="13284" y="14772"/>
                    <a:pt x="13192" y="14924"/>
                    <a:pt x="13162" y="14955"/>
                  </a:cubicBezTo>
                  <a:cubicBezTo>
                    <a:pt x="13134" y="14982"/>
                    <a:pt x="13282" y="15035"/>
                    <a:pt x="13491" y="15044"/>
                  </a:cubicBezTo>
                  <a:lnTo>
                    <a:pt x="13491" y="15044"/>
                  </a:lnTo>
                  <a:cubicBezTo>
                    <a:pt x="13491" y="15116"/>
                    <a:pt x="13573" y="15245"/>
                    <a:pt x="13679" y="15350"/>
                  </a:cubicBezTo>
                  <a:lnTo>
                    <a:pt x="13922" y="15350"/>
                  </a:lnTo>
                  <a:cubicBezTo>
                    <a:pt x="13983" y="15380"/>
                    <a:pt x="13983" y="15441"/>
                    <a:pt x="13922" y="15502"/>
                  </a:cubicBezTo>
                  <a:lnTo>
                    <a:pt x="13892" y="15502"/>
                  </a:lnTo>
                  <a:cubicBezTo>
                    <a:pt x="13865" y="15507"/>
                    <a:pt x="13839" y="15510"/>
                    <a:pt x="13814" y="15510"/>
                  </a:cubicBezTo>
                  <a:cubicBezTo>
                    <a:pt x="13697" y="15510"/>
                    <a:pt x="13602" y="15455"/>
                    <a:pt x="13527" y="15380"/>
                  </a:cubicBezTo>
                  <a:cubicBezTo>
                    <a:pt x="13405" y="15259"/>
                    <a:pt x="13253" y="15137"/>
                    <a:pt x="13101" y="15016"/>
                  </a:cubicBezTo>
                  <a:cubicBezTo>
                    <a:pt x="13071" y="15016"/>
                    <a:pt x="13010" y="15168"/>
                    <a:pt x="13010" y="15228"/>
                  </a:cubicBezTo>
                  <a:cubicBezTo>
                    <a:pt x="13010" y="15244"/>
                    <a:pt x="12987" y="15251"/>
                    <a:pt x="12957" y="15251"/>
                  </a:cubicBezTo>
                  <a:cubicBezTo>
                    <a:pt x="12926" y="15251"/>
                    <a:pt x="12888" y="15244"/>
                    <a:pt x="12858" y="15228"/>
                  </a:cubicBezTo>
                  <a:lnTo>
                    <a:pt x="12797" y="15228"/>
                  </a:lnTo>
                  <a:cubicBezTo>
                    <a:pt x="12752" y="15213"/>
                    <a:pt x="12699" y="15206"/>
                    <a:pt x="12645" y="15206"/>
                  </a:cubicBezTo>
                  <a:cubicBezTo>
                    <a:pt x="12592" y="15206"/>
                    <a:pt x="12539" y="15213"/>
                    <a:pt x="12493" y="15228"/>
                  </a:cubicBezTo>
                  <a:cubicBezTo>
                    <a:pt x="12493" y="15214"/>
                    <a:pt x="12479" y="15208"/>
                    <a:pt x="12455" y="15208"/>
                  </a:cubicBezTo>
                  <a:cubicBezTo>
                    <a:pt x="12376" y="15208"/>
                    <a:pt x="12199" y="15273"/>
                    <a:pt x="12129" y="15320"/>
                  </a:cubicBezTo>
                  <a:cubicBezTo>
                    <a:pt x="12068" y="15350"/>
                    <a:pt x="11999" y="15365"/>
                    <a:pt x="11931" y="15365"/>
                  </a:cubicBezTo>
                  <a:cubicBezTo>
                    <a:pt x="11863" y="15365"/>
                    <a:pt x="11794" y="15350"/>
                    <a:pt x="11733" y="15320"/>
                  </a:cubicBezTo>
                  <a:lnTo>
                    <a:pt x="11612" y="15289"/>
                  </a:lnTo>
                  <a:cubicBezTo>
                    <a:pt x="11490" y="15259"/>
                    <a:pt x="11369" y="15228"/>
                    <a:pt x="11278" y="15228"/>
                  </a:cubicBezTo>
                  <a:lnTo>
                    <a:pt x="11156" y="15228"/>
                  </a:lnTo>
                  <a:cubicBezTo>
                    <a:pt x="11068" y="15258"/>
                    <a:pt x="11122" y="15401"/>
                    <a:pt x="11290" y="15548"/>
                  </a:cubicBezTo>
                  <a:lnTo>
                    <a:pt x="11290" y="15548"/>
                  </a:lnTo>
                  <a:cubicBezTo>
                    <a:pt x="11215" y="15555"/>
                    <a:pt x="11140" y="15563"/>
                    <a:pt x="11065" y="15563"/>
                  </a:cubicBezTo>
                  <a:cubicBezTo>
                    <a:pt x="10943" y="15624"/>
                    <a:pt x="10761" y="15684"/>
                    <a:pt x="10639" y="15745"/>
                  </a:cubicBezTo>
                  <a:lnTo>
                    <a:pt x="10518" y="15775"/>
                  </a:lnTo>
                  <a:cubicBezTo>
                    <a:pt x="10518" y="15775"/>
                    <a:pt x="10457" y="15715"/>
                    <a:pt x="10457" y="15684"/>
                  </a:cubicBezTo>
                  <a:cubicBezTo>
                    <a:pt x="10457" y="15684"/>
                    <a:pt x="10487" y="15624"/>
                    <a:pt x="10518" y="15624"/>
                  </a:cubicBezTo>
                  <a:lnTo>
                    <a:pt x="10609" y="15624"/>
                  </a:lnTo>
                  <a:cubicBezTo>
                    <a:pt x="10670" y="15624"/>
                    <a:pt x="10366" y="15563"/>
                    <a:pt x="10274" y="15472"/>
                  </a:cubicBezTo>
                  <a:cubicBezTo>
                    <a:pt x="10248" y="15454"/>
                    <a:pt x="10234" y="15446"/>
                    <a:pt x="10229" y="15446"/>
                  </a:cubicBezTo>
                  <a:cubicBezTo>
                    <a:pt x="10216" y="15446"/>
                    <a:pt x="10253" y="15489"/>
                    <a:pt x="10274" y="15532"/>
                  </a:cubicBezTo>
                  <a:cubicBezTo>
                    <a:pt x="10286" y="15556"/>
                    <a:pt x="10258" y="15565"/>
                    <a:pt x="10213" y="15565"/>
                  </a:cubicBezTo>
                  <a:cubicBezTo>
                    <a:pt x="10141" y="15565"/>
                    <a:pt x="10027" y="15540"/>
                    <a:pt x="9970" y="15502"/>
                  </a:cubicBezTo>
                  <a:cubicBezTo>
                    <a:pt x="9940" y="15472"/>
                    <a:pt x="9902" y="15456"/>
                    <a:pt x="9868" y="15456"/>
                  </a:cubicBezTo>
                  <a:cubicBezTo>
                    <a:pt x="9834" y="15456"/>
                    <a:pt x="9803" y="15472"/>
                    <a:pt x="9788" y="15502"/>
                  </a:cubicBezTo>
                  <a:cubicBezTo>
                    <a:pt x="9758" y="15532"/>
                    <a:pt x="9819" y="15593"/>
                    <a:pt x="9879" y="15593"/>
                  </a:cubicBezTo>
                  <a:lnTo>
                    <a:pt x="10001" y="15593"/>
                  </a:lnTo>
                  <a:cubicBezTo>
                    <a:pt x="10001" y="15624"/>
                    <a:pt x="9940" y="15745"/>
                    <a:pt x="9910" y="15806"/>
                  </a:cubicBezTo>
                  <a:cubicBezTo>
                    <a:pt x="9904" y="15811"/>
                    <a:pt x="9893" y="15814"/>
                    <a:pt x="9876" y="15814"/>
                  </a:cubicBezTo>
                  <a:cubicBezTo>
                    <a:pt x="9795" y="15814"/>
                    <a:pt x="9589" y="15755"/>
                    <a:pt x="9363" y="15654"/>
                  </a:cubicBezTo>
                  <a:lnTo>
                    <a:pt x="9636" y="15380"/>
                  </a:lnTo>
                  <a:cubicBezTo>
                    <a:pt x="9601" y="15357"/>
                    <a:pt x="9566" y="15347"/>
                    <a:pt x="9535" y="15347"/>
                  </a:cubicBezTo>
                  <a:cubicBezTo>
                    <a:pt x="9484" y="15347"/>
                    <a:pt x="9442" y="15373"/>
                    <a:pt x="9423" y="15411"/>
                  </a:cubicBezTo>
                  <a:cubicBezTo>
                    <a:pt x="9393" y="15472"/>
                    <a:pt x="9180" y="15532"/>
                    <a:pt x="9089" y="15532"/>
                  </a:cubicBezTo>
                  <a:cubicBezTo>
                    <a:pt x="9028" y="15532"/>
                    <a:pt x="9119" y="15593"/>
                    <a:pt x="9180" y="15593"/>
                  </a:cubicBezTo>
                  <a:cubicBezTo>
                    <a:pt x="9241" y="15624"/>
                    <a:pt x="9332" y="15684"/>
                    <a:pt x="9393" y="15715"/>
                  </a:cubicBezTo>
                  <a:cubicBezTo>
                    <a:pt x="9420" y="15742"/>
                    <a:pt x="9331" y="15757"/>
                    <a:pt x="9219" y="15757"/>
                  </a:cubicBezTo>
                  <a:cubicBezTo>
                    <a:pt x="9081" y="15757"/>
                    <a:pt x="8910" y="15735"/>
                    <a:pt x="8876" y="15684"/>
                  </a:cubicBezTo>
                  <a:cubicBezTo>
                    <a:pt x="8846" y="15563"/>
                    <a:pt x="8755" y="15441"/>
                    <a:pt x="8724" y="15441"/>
                  </a:cubicBezTo>
                  <a:cubicBezTo>
                    <a:pt x="8663" y="15441"/>
                    <a:pt x="8603" y="15654"/>
                    <a:pt x="8542" y="15715"/>
                  </a:cubicBezTo>
                  <a:cubicBezTo>
                    <a:pt x="8497" y="15759"/>
                    <a:pt x="8534" y="15787"/>
                    <a:pt x="8569" y="15787"/>
                  </a:cubicBezTo>
                  <a:cubicBezTo>
                    <a:pt x="8582" y="15787"/>
                    <a:pt x="8595" y="15784"/>
                    <a:pt x="8603" y="15775"/>
                  </a:cubicBezTo>
                  <a:cubicBezTo>
                    <a:pt x="8608" y="15770"/>
                    <a:pt x="8613" y="15767"/>
                    <a:pt x="8617" y="15767"/>
                  </a:cubicBezTo>
                  <a:cubicBezTo>
                    <a:pt x="8633" y="15767"/>
                    <a:pt x="8633" y="15817"/>
                    <a:pt x="8633" y="15867"/>
                  </a:cubicBezTo>
                  <a:lnTo>
                    <a:pt x="8572" y="15897"/>
                  </a:lnTo>
                  <a:lnTo>
                    <a:pt x="8512" y="15958"/>
                  </a:lnTo>
                  <a:cubicBezTo>
                    <a:pt x="8489" y="15965"/>
                    <a:pt x="8464" y="15969"/>
                    <a:pt x="8438" y="15969"/>
                  </a:cubicBezTo>
                  <a:cubicBezTo>
                    <a:pt x="8361" y="15969"/>
                    <a:pt x="8276" y="15935"/>
                    <a:pt x="8208" y="15867"/>
                  </a:cubicBezTo>
                  <a:lnTo>
                    <a:pt x="8086" y="15867"/>
                  </a:lnTo>
                  <a:cubicBezTo>
                    <a:pt x="7995" y="15836"/>
                    <a:pt x="7995" y="15806"/>
                    <a:pt x="7995" y="15715"/>
                  </a:cubicBezTo>
                  <a:lnTo>
                    <a:pt x="7934" y="15593"/>
                  </a:lnTo>
                  <a:cubicBezTo>
                    <a:pt x="7873" y="15624"/>
                    <a:pt x="7812" y="15639"/>
                    <a:pt x="7752" y="15639"/>
                  </a:cubicBezTo>
                  <a:cubicBezTo>
                    <a:pt x="7691" y="15639"/>
                    <a:pt x="7630" y="15624"/>
                    <a:pt x="7569" y="15593"/>
                  </a:cubicBezTo>
                  <a:lnTo>
                    <a:pt x="7478" y="15563"/>
                  </a:lnTo>
                  <a:lnTo>
                    <a:pt x="7326" y="15502"/>
                  </a:lnTo>
                  <a:cubicBezTo>
                    <a:pt x="7204" y="15532"/>
                    <a:pt x="7113" y="15593"/>
                    <a:pt x="7083" y="15715"/>
                  </a:cubicBezTo>
                  <a:cubicBezTo>
                    <a:pt x="7083" y="15745"/>
                    <a:pt x="7174" y="15775"/>
                    <a:pt x="7204" y="15775"/>
                  </a:cubicBezTo>
                  <a:cubicBezTo>
                    <a:pt x="7235" y="15775"/>
                    <a:pt x="7326" y="15927"/>
                    <a:pt x="7387" y="15927"/>
                  </a:cubicBezTo>
                  <a:cubicBezTo>
                    <a:pt x="7400" y="15923"/>
                    <a:pt x="7415" y="15921"/>
                    <a:pt x="7431" y="15921"/>
                  </a:cubicBezTo>
                  <a:cubicBezTo>
                    <a:pt x="7528" y="15921"/>
                    <a:pt x="7669" y="15988"/>
                    <a:pt x="7721" y="15988"/>
                  </a:cubicBezTo>
                  <a:cubicBezTo>
                    <a:pt x="7812" y="15988"/>
                    <a:pt x="7782" y="16049"/>
                    <a:pt x="7691" y="16140"/>
                  </a:cubicBezTo>
                  <a:lnTo>
                    <a:pt x="7326" y="16171"/>
                  </a:lnTo>
                  <a:lnTo>
                    <a:pt x="7174" y="16171"/>
                  </a:lnTo>
                  <a:lnTo>
                    <a:pt x="7144" y="16140"/>
                  </a:lnTo>
                  <a:cubicBezTo>
                    <a:pt x="7133" y="16119"/>
                    <a:pt x="7122" y="16109"/>
                    <a:pt x="7110" y="16109"/>
                  </a:cubicBezTo>
                  <a:cubicBezTo>
                    <a:pt x="7088" y="16109"/>
                    <a:pt x="7061" y="16142"/>
                    <a:pt x="7022" y="16201"/>
                  </a:cubicBezTo>
                  <a:lnTo>
                    <a:pt x="6992" y="16201"/>
                  </a:lnTo>
                  <a:cubicBezTo>
                    <a:pt x="6954" y="16193"/>
                    <a:pt x="6914" y="16190"/>
                    <a:pt x="6873" y="16190"/>
                  </a:cubicBezTo>
                  <a:cubicBezTo>
                    <a:pt x="6752" y="16190"/>
                    <a:pt x="6627" y="16224"/>
                    <a:pt x="6536" y="16292"/>
                  </a:cubicBezTo>
                  <a:cubicBezTo>
                    <a:pt x="6475" y="16231"/>
                    <a:pt x="6414" y="16201"/>
                    <a:pt x="6384" y="16140"/>
                  </a:cubicBezTo>
                  <a:lnTo>
                    <a:pt x="6323" y="16231"/>
                  </a:lnTo>
                  <a:lnTo>
                    <a:pt x="6262" y="16201"/>
                  </a:lnTo>
                  <a:cubicBezTo>
                    <a:pt x="6253" y="16182"/>
                    <a:pt x="6217" y="16175"/>
                    <a:pt x="6169" y="16175"/>
                  </a:cubicBezTo>
                  <a:cubicBezTo>
                    <a:pt x="6061" y="16175"/>
                    <a:pt x="5890" y="16210"/>
                    <a:pt x="5806" y="16231"/>
                  </a:cubicBezTo>
                  <a:cubicBezTo>
                    <a:pt x="5794" y="16240"/>
                    <a:pt x="5778" y="16244"/>
                    <a:pt x="5761" y="16244"/>
                  </a:cubicBezTo>
                  <a:cubicBezTo>
                    <a:pt x="5652" y="16244"/>
                    <a:pt x="5468" y="16097"/>
                    <a:pt x="5442" y="16019"/>
                  </a:cubicBezTo>
                  <a:cubicBezTo>
                    <a:pt x="5424" y="15983"/>
                    <a:pt x="5322" y="15968"/>
                    <a:pt x="5223" y="15968"/>
                  </a:cubicBezTo>
                  <a:cubicBezTo>
                    <a:pt x="5153" y="15968"/>
                    <a:pt x="5084" y="15976"/>
                    <a:pt x="5046" y="15988"/>
                  </a:cubicBezTo>
                  <a:cubicBezTo>
                    <a:pt x="4955" y="15988"/>
                    <a:pt x="4925" y="16079"/>
                    <a:pt x="4925" y="16171"/>
                  </a:cubicBezTo>
                  <a:lnTo>
                    <a:pt x="4925" y="16262"/>
                  </a:lnTo>
                  <a:cubicBezTo>
                    <a:pt x="4894" y="16292"/>
                    <a:pt x="4864" y="16292"/>
                    <a:pt x="4803" y="16323"/>
                  </a:cubicBezTo>
                  <a:cubicBezTo>
                    <a:pt x="4773" y="16323"/>
                    <a:pt x="4712" y="16292"/>
                    <a:pt x="4712" y="16262"/>
                  </a:cubicBezTo>
                  <a:lnTo>
                    <a:pt x="4712" y="16110"/>
                  </a:lnTo>
                  <a:cubicBezTo>
                    <a:pt x="4712" y="15988"/>
                    <a:pt x="4621" y="15867"/>
                    <a:pt x="4499" y="15836"/>
                  </a:cubicBezTo>
                  <a:cubicBezTo>
                    <a:pt x="4438" y="15836"/>
                    <a:pt x="4499" y="15897"/>
                    <a:pt x="4499" y="15958"/>
                  </a:cubicBezTo>
                  <a:cubicBezTo>
                    <a:pt x="4499" y="16019"/>
                    <a:pt x="4530" y="16079"/>
                    <a:pt x="4560" y="16110"/>
                  </a:cubicBezTo>
                  <a:cubicBezTo>
                    <a:pt x="4590" y="16201"/>
                    <a:pt x="4590" y="16262"/>
                    <a:pt x="4621" y="16323"/>
                  </a:cubicBezTo>
                  <a:lnTo>
                    <a:pt x="4469" y="16323"/>
                  </a:lnTo>
                  <a:cubicBezTo>
                    <a:pt x="4378" y="16323"/>
                    <a:pt x="4286" y="16323"/>
                    <a:pt x="4317" y="16414"/>
                  </a:cubicBezTo>
                  <a:cubicBezTo>
                    <a:pt x="4337" y="16551"/>
                    <a:pt x="4267" y="16587"/>
                    <a:pt x="4191" y="16587"/>
                  </a:cubicBezTo>
                  <a:cubicBezTo>
                    <a:pt x="4150" y="16587"/>
                    <a:pt x="4106" y="16577"/>
                    <a:pt x="4074" y="16566"/>
                  </a:cubicBezTo>
                  <a:cubicBezTo>
                    <a:pt x="3891" y="16475"/>
                    <a:pt x="3587" y="16475"/>
                    <a:pt x="3587" y="16231"/>
                  </a:cubicBezTo>
                  <a:lnTo>
                    <a:pt x="3587" y="16171"/>
                  </a:lnTo>
                  <a:cubicBezTo>
                    <a:pt x="3587" y="16126"/>
                    <a:pt x="3539" y="16098"/>
                    <a:pt x="3488" y="16098"/>
                  </a:cubicBezTo>
                  <a:cubicBezTo>
                    <a:pt x="3470" y="16098"/>
                    <a:pt x="3452" y="16102"/>
                    <a:pt x="3435" y="16110"/>
                  </a:cubicBezTo>
                  <a:lnTo>
                    <a:pt x="3344" y="16110"/>
                  </a:lnTo>
                  <a:cubicBezTo>
                    <a:pt x="3283" y="16110"/>
                    <a:pt x="3223" y="16079"/>
                    <a:pt x="3253" y="16019"/>
                  </a:cubicBezTo>
                  <a:cubicBezTo>
                    <a:pt x="3253" y="15988"/>
                    <a:pt x="3101" y="15988"/>
                    <a:pt x="3040" y="15988"/>
                  </a:cubicBezTo>
                  <a:cubicBezTo>
                    <a:pt x="2949" y="15988"/>
                    <a:pt x="3223" y="16231"/>
                    <a:pt x="3314" y="16292"/>
                  </a:cubicBezTo>
                  <a:cubicBezTo>
                    <a:pt x="3375" y="16353"/>
                    <a:pt x="3405" y="16414"/>
                    <a:pt x="3466" y="16475"/>
                  </a:cubicBezTo>
                  <a:cubicBezTo>
                    <a:pt x="3405" y="16475"/>
                    <a:pt x="3344" y="16444"/>
                    <a:pt x="3314" y="16414"/>
                  </a:cubicBezTo>
                  <a:cubicBezTo>
                    <a:pt x="3253" y="16414"/>
                    <a:pt x="3071" y="16535"/>
                    <a:pt x="3010" y="16566"/>
                  </a:cubicBezTo>
                  <a:cubicBezTo>
                    <a:pt x="2949" y="16627"/>
                    <a:pt x="2919" y="16718"/>
                    <a:pt x="2949" y="16779"/>
                  </a:cubicBezTo>
                  <a:cubicBezTo>
                    <a:pt x="2949" y="16839"/>
                    <a:pt x="2888" y="16900"/>
                    <a:pt x="2797" y="16900"/>
                  </a:cubicBezTo>
                  <a:lnTo>
                    <a:pt x="2736" y="16900"/>
                  </a:lnTo>
                  <a:cubicBezTo>
                    <a:pt x="2706" y="16870"/>
                    <a:pt x="2676" y="16809"/>
                    <a:pt x="2615" y="16809"/>
                  </a:cubicBezTo>
                  <a:cubicBezTo>
                    <a:pt x="2460" y="16751"/>
                    <a:pt x="2305" y="16644"/>
                    <a:pt x="2143" y="16644"/>
                  </a:cubicBezTo>
                  <a:cubicBezTo>
                    <a:pt x="2050" y="16644"/>
                    <a:pt x="1954" y="16679"/>
                    <a:pt x="1855" y="16779"/>
                  </a:cubicBezTo>
                  <a:lnTo>
                    <a:pt x="1733" y="16779"/>
                  </a:lnTo>
                  <a:cubicBezTo>
                    <a:pt x="1688" y="16763"/>
                    <a:pt x="1642" y="16756"/>
                    <a:pt x="1596" y="16756"/>
                  </a:cubicBezTo>
                  <a:cubicBezTo>
                    <a:pt x="1551" y="16756"/>
                    <a:pt x="1505" y="16763"/>
                    <a:pt x="1460" y="16779"/>
                  </a:cubicBezTo>
                  <a:cubicBezTo>
                    <a:pt x="1429" y="16794"/>
                    <a:pt x="1407" y="16801"/>
                    <a:pt x="1384" y="16801"/>
                  </a:cubicBezTo>
                  <a:cubicBezTo>
                    <a:pt x="1361" y="16801"/>
                    <a:pt x="1338" y="16794"/>
                    <a:pt x="1308" y="16779"/>
                  </a:cubicBezTo>
                  <a:lnTo>
                    <a:pt x="1247" y="16718"/>
                  </a:lnTo>
                  <a:cubicBezTo>
                    <a:pt x="1234" y="16705"/>
                    <a:pt x="1211" y="16699"/>
                    <a:pt x="1181" y="16699"/>
                  </a:cubicBezTo>
                  <a:cubicBezTo>
                    <a:pt x="1071" y="16699"/>
                    <a:pt x="861" y="16781"/>
                    <a:pt x="669" y="16900"/>
                  </a:cubicBezTo>
                  <a:lnTo>
                    <a:pt x="457" y="16779"/>
                  </a:lnTo>
                  <a:lnTo>
                    <a:pt x="213" y="16687"/>
                  </a:lnTo>
                  <a:lnTo>
                    <a:pt x="213" y="16687"/>
                  </a:lnTo>
                  <a:cubicBezTo>
                    <a:pt x="153" y="16779"/>
                    <a:pt x="244" y="16870"/>
                    <a:pt x="396" y="16870"/>
                  </a:cubicBezTo>
                  <a:lnTo>
                    <a:pt x="487" y="16991"/>
                  </a:lnTo>
                  <a:cubicBezTo>
                    <a:pt x="525" y="17057"/>
                    <a:pt x="563" y="17079"/>
                    <a:pt x="600" y="17079"/>
                  </a:cubicBezTo>
                  <a:cubicBezTo>
                    <a:pt x="677" y="17079"/>
                    <a:pt x="753" y="16989"/>
                    <a:pt x="830" y="16989"/>
                  </a:cubicBezTo>
                  <a:cubicBezTo>
                    <a:pt x="837" y="16989"/>
                    <a:pt x="844" y="16989"/>
                    <a:pt x="852" y="16991"/>
                  </a:cubicBezTo>
                  <a:cubicBezTo>
                    <a:pt x="913" y="17022"/>
                    <a:pt x="943" y="17052"/>
                    <a:pt x="973" y="17083"/>
                  </a:cubicBezTo>
                  <a:lnTo>
                    <a:pt x="1065" y="17113"/>
                  </a:lnTo>
                  <a:cubicBezTo>
                    <a:pt x="1156" y="17174"/>
                    <a:pt x="1186" y="17295"/>
                    <a:pt x="1065" y="17356"/>
                  </a:cubicBezTo>
                  <a:lnTo>
                    <a:pt x="1004" y="17417"/>
                  </a:lnTo>
                  <a:cubicBezTo>
                    <a:pt x="882" y="17478"/>
                    <a:pt x="1034" y="17569"/>
                    <a:pt x="943" y="17660"/>
                  </a:cubicBezTo>
                  <a:cubicBezTo>
                    <a:pt x="882" y="17690"/>
                    <a:pt x="882" y="17842"/>
                    <a:pt x="1095" y="17842"/>
                  </a:cubicBezTo>
                  <a:cubicBezTo>
                    <a:pt x="1125" y="17842"/>
                    <a:pt x="1186" y="17903"/>
                    <a:pt x="1247" y="17903"/>
                  </a:cubicBezTo>
                  <a:lnTo>
                    <a:pt x="1308" y="17903"/>
                  </a:lnTo>
                  <a:cubicBezTo>
                    <a:pt x="1369" y="17873"/>
                    <a:pt x="1429" y="17690"/>
                    <a:pt x="1490" y="17690"/>
                  </a:cubicBezTo>
                  <a:cubicBezTo>
                    <a:pt x="1581" y="17660"/>
                    <a:pt x="1520" y="17599"/>
                    <a:pt x="1399" y="17538"/>
                  </a:cubicBezTo>
                  <a:lnTo>
                    <a:pt x="1277" y="17478"/>
                  </a:lnTo>
                  <a:cubicBezTo>
                    <a:pt x="1247" y="17447"/>
                    <a:pt x="1247" y="17386"/>
                    <a:pt x="1277" y="17356"/>
                  </a:cubicBezTo>
                  <a:cubicBezTo>
                    <a:pt x="1300" y="17334"/>
                    <a:pt x="1322" y="17262"/>
                    <a:pt x="1381" y="17262"/>
                  </a:cubicBezTo>
                  <a:cubicBezTo>
                    <a:pt x="1402" y="17262"/>
                    <a:pt x="1428" y="17271"/>
                    <a:pt x="1460" y="17295"/>
                  </a:cubicBezTo>
                  <a:lnTo>
                    <a:pt x="1490" y="17326"/>
                  </a:lnTo>
                  <a:cubicBezTo>
                    <a:pt x="1612" y="17295"/>
                    <a:pt x="1733" y="17234"/>
                    <a:pt x="1855" y="17174"/>
                  </a:cubicBezTo>
                  <a:lnTo>
                    <a:pt x="2098" y="17174"/>
                  </a:lnTo>
                  <a:cubicBezTo>
                    <a:pt x="2159" y="17174"/>
                    <a:pt x="2220" y="17143"/>
                    <a:pt x="2280" y="17113"/>
                  </a:cubicBezTo>
                  <a:lnTo>
                    <a:pt x="2402" y="17052"/>
                  </a:lnTo>
                  <a:cubicBezTo>
                    <a:pt x="2584" y="17113"/>
                    <a:pt x="2706" y="17234"/>
                    <a:pt x="2736" y="17417"/>
                  </a:cubicBezTo>
                  <a:lnTo>
                    <a:pt x="2797" y="17538"/>
                  </a:lnTo>
                  <a:cubicBezTo>
                    <a:pt x="2828" y="17599"/>
                    <a:pt x="2888" y="17630"/>
                    <a:pt x="2949" y="17660"/>
                  </a:cubicBezTo>
                  <a:lnTo>
                    <a:pt x="2979" y="17660"/>
                  </a:lnTo>
                  <a:cubicBezTo>
                    <a:pt x="3010" y="17660"/>
                    <a:pt x="3040" y="17630"/>
                    <a:pt x="3071" y="17599"/>
                  </a:cubicBezTo>
                  <a:lnTo>
                    <a:pt x="3040" y="17599"/>
                  </a:lnTo>
                  <a:cubicBezTo>
                    <a:pt x="2979" y="17538"/>
                    <a:pt x="2979" y="17478"/>
                    <a:pt x="3071" y="17417"/>
                  </a:cubicBezTo>
                  <a:cubicBezTo>
                    <a:pt x="3101" y="17417"/>
                    <a:pt x="3162" y="17478"/>
                    <a:pt x="3192" y="17508"/>
                  </a:cubicBezTo>
                  <a:cubicBezTo>
                    <a:pt x="3253" y="17538"/>
                    <a:pt x="3253" y="17599"/>
                    <a:pt x="3314" y="17630"/>
                  </a:cubicBezTo>
                  <a:cubicBezTo>
                    <a:pt x="3527" y="17782"/>
                    <a:pt x="3587" y="17934"/>
                    <a:pt x="3405" y="18116"/>
                  </a:cubicBezTo>
                  <a:cubicBezTo>
                    <a:pt x="3413" y="18124"/>
                    <a:pt x="3426" y="18128"/>
                    <a:pt x="3440" y="18128"/>
                  </a:cubicBezTo>
                  <a:cubicBezTo>
                    <a:pt x="3480" y="18128"/>
                    <a:pt x="3535" y="18100"/>
                    <a:pt x="3557" y="18055"/>
                  </a:cubicBezTo>
                  <a:lnTo>
                    <a:pt x="3618" y="18025"/>
                  </a:lnTo>
                  <a:cubicBezTo>
                    <a:pt x="3648" y="17964"/>
                    <a:pt x="3709" y="17934"/>
                    <a:pt x="3739" y="17934"/>
                  </a:cubicBezTo>
                  <a:lnTo>
                    <a:pt x="3922" y="17964"/>
                  </a:lnTo>
                  <a:cubicBezTo>
                    <a:pt x="4074" y="17994"/>
                    <a:pt x="4195" y="18086"/>
                    <a:pt x="4286" y="18207"/>
                  </a:cubicBezTo>
                  <a:lnTo>
                    <a:pt x="4408" y="18146"/>
                  </a:lnTo>
                  <a:cubicBezTo>
                    <a:pt x="4438" y="18146"/>
                    <a:pt x="4408" y="18025"/>
                    <a:pt x="4347" y="17994"/>
                  </a:cubicBezTo>
                  <a:cubicBezTo>
                    <a:pt x="4256" y="17903"/>
                    <a:pt x="4165" y="17812"/>
                    <a:pt x="4074" y="17782"/>
                  </a:cubicBezTo>
                  <a:cubicBezTo>
                    <a:pt x="3952" y="17690"/>
                    <a:pt x="3922" y="17690"/>
                    <a:pt x="4013" y="17660"/>
                  </a:cubicBezTo>
                  <a:cubicBezTo>
                    <a:pt x="4165" y="17538"/>
                    <a:pt x="4317" y="17478"/>
                    <a:pt x="4499" y="17447"/>
                  </a:cubicBezTo>
                  <a:cubicBezTo>
                    <a:pt x="4712" y="17478"/>
                    <a:pt x="4590" y="17721"/>
                    <a:pt x="4742" y="17812"/>
                  </a:cubicBezTo>
                  <a:lnTo>
                    <a:pt x="4742" y="17873"/>
                  </a:lnTo>
                  <a:cubicBezTo>
                    <a:pt x="4784" y="17977"/>
                    <a:pt x="4811" y="18024"/>
                    <a:pt x="4883" y="18024"/>
                  </a:cubicBezTo>
                  <a:cubicBezTo>
                    <a:pt x="4916" y="18024"/>
                    <a:pt x="4958" y="18014"/>
                    <a:pt x="5016" y="17994"/>
                  </a:cubicBezTo>
                  <a:cubicBezTo>
                    <a:pt x="5107" y="17994"/>
                    <a:pt x="5198" y="17934"/>
                    <a:pt x="5259" y="17934"/>
                  </a:cubicBezTo>
                  <a:lnTo>
                    <a:pt x="5502" y="17994"/>
                  </a:lnTo>
                  <a:cubicBezTo>
                    <a:pt x="5624" y="17873"/>
                    <a:pt x="5654" y="17721"/>
                    <a:pt x="5533" y="17599"/>
                  </a:cubicBezTo>
                  <a:cubicBezTo>
                    <a:pt x="5502" y="17569"/>
                    <a:pt x="5715" y="17478"/>
                    <a:pt x="5806" y="17478"/>
                  </a:cubicBezTo>
                  <a:cubicBezTo>
                    <a:pt x="5897" y="17478"/>
                    <a:pt x="5989" y="17478"/>
                    <a:pt x="6080" y="17447"/>
                  </a:cubicBezTo>
                  <a:cubicBezTo>
                    <a:pt x="6080" y="17441"/>
                    <a:pt x="6082" y="17439"/>
                    <a:pt x="6086" y="17439"/>
                  </a:cubicBezTo>
                  <a:cubicBezTo>
                    <a:pt x="6103" y="17439"/>
                    <a:pt x="6147" y="17478"/>
                    <a:pt x="6171" y="17478"/>
                  </a:cubicBezTo>
                  <a:lnTo>
                    <a:pt x="6323" y="17478"/>
                  </a:lnTo>
                  <a:cubicBezTo>
                    <a:pt x="6353" y="17478"/>
                    <a:pt x="6262" y="17265"/>
                    <a:pt x="6323" y="17204"/>
                  </a:cubicBezTo>
                  <a:cubicBezTo>
                    <a:pt x="6347" y="17168"/>
                    <a:pt x="6408" y="17156"/>
                    <a:pt x="6478" y="17156"/>
                  </a:cubicBezTo>
                  <a:cubicBezTo>
                    <a:pt x="6585" y="17156"/>
                    <a:pt x="6712" y="17186"/>
                    <a:pt x="6749" y="17204"/>
                  </a:cubicBezTo>
                  <a:cubicBezTo>
                    <a:pt x="6766" y="17216"/>
                    <a:pt x="6782" y="17221"/>
                    <a:pt x="6797" y="17221"/>
                  </a:cubicBezTo>
                  <a:cubicBezTo>
                    <a:pt x="6861" y="17221"/>
                    <a:pt x="6901" y="17132"/>
                    <a:pt x="6901" y="17083"/>
                  </a:cubicBezTo>
                  <a:cubicBezTo>
                    <a:pt x="6901" y="17047"/>
                    <a:pt x="6880" y="17032"/>
                    <a:pt x="6856" y="17032"/>
                  </a:cubicBezTo>
                  <a:cubicBezTo>
                    <a:pt x="6840" y="17032"/>
                    <a:pt x="6822" y="17040"/>
                    <a:pt x="6809" y="17052"/>
                  </a:cubicBezTo>
                  <a:lnTo>
                    <a:pt x="6779" y="17052"/>
                  </a:lnTo>
                  <a:lnTo>
                    <a:pt x="6688" y="17083"/>
                  </a:lnTo>
                  <a:cubicBezTo>
                    <a:pt x="6627" y="16991"/>
                    <a:pt x="6627" y="16900"/>
                    <a:pt x="6657" y="16809"/>
                  </a:cubicBezTo>
                  <a:lnTo>
                    <a:pt x="6597" y="16718"/>
                  </a:lnTo>
                  <a:cubicBezTo>
                    <a:pt x="6657" y="16687"/>
                    <a:pt x="6688" y="16657"/>
                    <a:pt x="6749" y="16657"/>
                  </a:cubicBezTo>
                  <a:lnTo>
                    <a:pt x="6809" y="16657"/>
                  </a:lnTo>
                  <a:cubicBezTo>
                    <a:pt x="6813" y="16660"/>
                    <a:pt x="6817" y="16662"/>
                    <a:pt x="6822" y="16662"/>
                  </a:cubicBezTo>
                  <a:cubicBezTo>
                    <a:pt x="6865" y="16662"/>
                    <a:pt x="6965" y="16562"/>
                    <a:pt x="6992" y="16535"/>
                  </a:cubicBezTo>
                  <a:cubicBezTo>
                    <a:pt x="6996" y="16527"/>
                    <a:pt x="7005" y="16523"/>
                    <a:pt x="7017" y="16523"/>
                  </a:cubicBezTo>
                  <a:cubicBezTo>
                    <a:pt x="7089" y="16523"/>
                    <a:pt x="7283" y="16657"/>
                    <a:pt x="7387" y="16657"/>
                  </a:cubicBezTo>
                  <a:cubicBezTo>
                    <a:pt x="7478" y="16657"/>
                    <a:pt x="7569" y="16748"/>
                    <a:pt x="7539" y="16870"/>
                  </a:cubicBezTo>
                  <a:lnTo>
                    <a:pt x="7508" y="16991"/>
                  </a:lnTo>
                  <a:cubicBezTo>
                    <a:pt x="7478" y="17022"/>
                    <a:pt x="7448" y="17052"/>
                    <a:pt x="7417" y="17052"/>
                  </a:cubicBezTo>
                  <a:lnTo>
                    <a:pt x="7387" y="17052"/>
                  </a:lnTo>
                  <a:cubicBezTo>
                    <a:pt x="7356" y="17022"/>
                    <a:pt x="7235" y="16748"/>
                    <a:pt x="7083" y="16748"/>
                  </a:cubicBezTo>
                  <a:cubicBezTo>
                    <a:pt x="7072" y="16745"/>
                    <a:pt x="7062" y="16744"/>
                    <a:pt x="7054" y="16744"/>
                  </a:cubicBezTo>
                  <a:cubicBezTo>
                    <a:pt x="6972" y="16744"/>
                    <a:pt x="7028" y="16872"/>
                    <a:pt x="7083" y="16900"/>
                  </a:cubicBezTo>
                  <a:cubicBezTo>
                    <a:pt x="7174" y="16991"/>
                    <a:pt x="7265" y="17113"/>
                    <a:pt x="7326" y="17204"/>
                  </a:cubicBezTo>
                  <a:lnTo>
                    <a:pt x="7539" y="17204"/>
                  </a:lnTo>
                  <a:cubicBezTo>
                    <a:pt x="7645" y="17189"/>
                    <a:pt x="7744" y="17181"/>
                    <a:pt x="7843" y="17181"/>
                  </a:cubicBezTo>
                  <a:cubicBezTo>
                    <a:pt x="7942" y="17181"/>
                    <a:pt x="8040" y="17189"/>
                    <a:pt x="8147" y="17204"/>
                  </a:cubicBezTo>
                  <a:cubicBezTo>
                    <a:pt x="8208" y="17234"/>
                    <a:pt x="8177" y="17295"/>
                    <a:pt x="8056" y="17356"/>
                  </a:cubicBezTo>
                  <a:lnTo>
                    <a:pt x="7964" y="17386"/>
                  </a:lnTo>
                  <a:lnTo>
                    <a:pt x="7904" y="17386"/>
                  </a:lnTo>
                  <a:cubicBezTo>
                    <a:pt x="7873" y="17417"/>
                    <a:pt x="7904" y="17447"/>
                    <a:pt x="7964" y="17447"/>
                  </a:cubicBezTo>
                  <a:lnTo>
                    <a:pt x="8056" y="17690"/>
                  </a:lnTo>
                  <a:cubicBezTo>
                    <a:pt x="8299" y="17660"/>
                    <a:pt x="8633" y="17569"/>
                    <a:pt x="8815" y="17538"/>
                  </a:cubicBezTo>
                  <a:lnTo>
                    <a:pt x="8998" y="17508"/>
                  </a:lnTo>
                  <a:cubicBezTo>
                    <a:pt x="9028" y="17478"/>
                    <a:pt x="8937" y="17417"/>
                    <a:pt x="8876" y="17386"/>
                  </a:cubicBezTo>
                  <a:cubicBezTo>
                    <a:pt x="8785" y="17386"/>
                    <a:pt x="8907" y="17326"/>
                    <a:pt x="9089" y="17326"/>
                  </a:cubicBezTo>
                  <a:lnTo>
                    <a:pt x="9089" y="17356"/>
                  </a:lnTo>
                  <a:cubicBezTo>
                    <a:pt x="9211" y="17599"/>
                    <a:pt x="9515" y="17478"/>
                    <a:pt x="9697" y="17599"/>
                  </a:cubicBezTo>
                  <a:cubicBezTo>
                    <a:pt x="9725" y="17613"/>
                    <a:pt x="9749" y="17619"/>
                    <a:pt x="9769" y="17619"/>
                  </a:cubicBezTo>
                  <a:cubicBezTo>
                    <a:pt x="9836" y="17619"/>
                    <a:pt x="9870" y="17555"/>
                    <a:pt x="9940" y="17508"/>
                  </a:cubicBezTo>
                  <a:cubicBezTo>
                    <a:pt x="10001" y="17417"/>
                    <a:pt x="9970" y="17356"/>
                    <a:pt x="9879" y="17326"/>
                  </a:cubicBezTo>
                  <a:lnTo>
                    <a:pt x="9697" y="17265"/>
                  </a:lnTo>
                  <a:cubicBezTo>
                    <a:pt x="9575" y="17143"/>
                    <a:pt x="9606" y="17022"/>
                    <a:pt x="9788" y="17022"/>
                  </a:cubicBezTo>
                  <a:lnTo>
                    <a:pt x="9940" y="17022"/>
                  </a:lnTo>
                  <a:cubicBezTo>
                    <a:pt x="10034" y="17022"/>
                    <a:pt x="10127" y="16932"/>
                    <a:pt x="10235" y="16932"/>
                  </a:cubicBezTo>
                  <a:cubicBezTo>
                    <a:pt x="10267" y="16932"/>
                    <a:pt x="10300" y="16940"/>
                    <a:pt x="10335" y="16961"/>
                  </a:cubicBezTo>
                  <a:cubicBezTo>
                    <a:pt x="10364" y="16978"/>
                    <a:pt x="10392" y="16985"/>
                    <a:pt x="10418" y="16985"/>
                  </a:cubicBezTo>
                  <a:cubicBezTo>
                    <a:pt x="10493" y="16985"/>
                    <a:pt x="10559" y="16935"/>
                    <a:pt x="10616" y="16935"/>
                  </a:cubicBezTo>
                  <a:cubicBezTo>
                    <a:pt x="10646" y="16935"/>
                    <a:pt x="10674" y="16949"/>
                    <a:pt x="10700" y="16991"/>
                  </a:cubicBezTo>
                  <a:cubicBezTo>
                    <a:pt x="10761" y="16991"/>
                    <a:pt x="10791" y="16991"/>
                    <a:pt x="10822" y="16961"/>
                  </a:cubicBezTo>
                  <a:lnTo>
                    <a:pt x="10882" y="16900"/>
                  </a:lnTo>
                  <a:cubicBezTo>
                    <a:pt x="10898" y="16877"/>
                    <a:pt x="10914" y="16867"/>
                    <a:pt x="10928" y="16867"/>
                  </a:cubicBezTo>
                  <a:cubicBezTo>
                    <a:pt x="10970" y="16867"/>
                    <a:pt x="11004" y="16946"/>
                    <a:pt x="11004" y="16991"/>
                  </a:cubicBezTo>
                  <a:cubicBezTo>
                    <a:pt x="10974" y="17083"/>
                    <a:pt x="10943" y="17174"/>
                    <a:pt x="10882" y="17234"/>
                  </a:cubicBezTo>
                  <a:lnTo>
                    <a:pt x="10822" y="17265"/>
                  </a:lnTo>
                  <a:cubicBezTo>
                    <a:pt x="10809" y="17271"/>
                    <a:pt x="10796" y="17273"/>
                    <a:pt x="10782" y="17273"/>
                  </a:cubicBezTo>
                  <a:cubicBezTo>
                    <a:pt x="10724" y="17273"/>
                    <a:pt x="10651" y="17234"/>
                    <a:pt x="10578" y="17234"/>
                  </a:cubicBezTo>
                  <a:lnTo>
                    <a:pt x="10335" y="17113"/>
                  </a:lnTo>
                  <a:cubicBezTo>
                    <a:pt x="10244" y="17143"/>
                    <a:pt x="10153" y="17174"/>
                    <a:pt x="10122" y="17204"/>
                  </a:cubicBezTo>
                  <a:cubicBezTo>
                    <a:pt x="10092" y="17234"/>
                    <a:pt x="10153" y="17326"/>
                    <a:pt x="10183" y="17356"/>
                  </a:cubicBezTo>
                  <a:cubicBezTo>
                    <a:pt x="10204" y="17417"/>
                    <a:pt x="10220" y="17437"/>
                    <a:pt x="10236" y="17437"/>
                  </a:cubicBezTo>
                  <a:cubicBezTo>
                    <a:pt x="10268" y="17437"/>
                    <a:pt x="10295" y="17356"/>
                    <a:pt x="10335" y="17356"/>
                  </a:cubicBezTo>
                  <a:cubicBezTo>
                    <a:pt x="10361" y="17346"/>
                    <a:pt x="10385" y="17342"/>
                    <a:pt x="10409" y="17342"/>
                  </a:cubicBezTo>
                  <a:cubicBezTo>
                    <a:pt x="10529" y="17342"/>
                    <a:pt x="10634" y="17447"/>
                    <a:pt x="10761" y="17447"/>
                  </a:cubicBezTo>
                  <a:lnTo>
                    <a:pt x="10791" y="17447"/>
                  </a:lnTo>
                  <a:cubicBezTo>
                    <a:pt x="10806" y="17493"/>
                    <a:pt x="10829" y="17516"/>
                    <a:pt x="10852" y="17516"/>
                  </a:cubicBezTo>
                  <a:cubicBezTo>
                    <a:pt x="10875" y="17516"/>
                    <a:pt x="10898" y="17493"/>
                    <a:pt x="10913" y="17447"/>
                  </a:cubicBezTo>
                  <a:lnTo>
                    <a:pt x="10974" y="17447"/>
                  </a:lnTo>
                  <a:lnTo>
                    <a:pt x="11217" y="17356"/>
                  </a:lnTo>
                  <a:cubicBezTo>
                    <a:pt x="11242" y="17206"/>
                    <a:pt x="11308" y="17097"/>
                    <a:pt x="11381" y="17097"/>
                  </a:cubicBezTo>
                  <a:cubicBezTo>
                    <a:pt x="11397" y="17097"/>
                    <a:pt x="11413" y="17102"/>
                    <a:pt x="11429" y="17113"/>
                  </a:cubicBezTo>
                  <a:lnTo>
                    <a:pt x="11429" y="17143"/>
                  </a:lnTo>
                  <a:lnTo>
                    <a:pt x="11369" y="17234"/>
                  </a:lnTo>
                  <a:cubicBezTo>
                    <a:pt x="11308" y="17326"/>
                    <a:pt x="11369" y="17386"/>
                    <a:pt x="11521" y="17386"/>
                  </a:cubicBezTo>
                  <a:lnTo>
                    <a:pt x="11642" y="17295"/>
                  </a:lnTo>
                  <a:cubicBezTo>
                    <a:pt x="11688" y="17280"/>
                    <a:pt x="11733" y="17272"/>
                    <a:pt x="11779" y="17272"/>
                  </a:cubicBezTo>
                  <a:cubicBezTo>
                    <a:pt x="11825" y="17272"/>
                    <a:pt x="11870" y="17280"/>
                    <a:pt x="11916" y="17295"/>
                  </a:cubicBezTo>
                  <a:cubicBezTo>
                    <a:pt x="12007" y="17386"/>
                    <a:pt x="11946" y="17447"/>
                    <a:pt x="11794" y="17447"/>
                  </a:cubicBezTo>
                  <a:lnTo>
                    <a:pt x="11764" y="17447"/>
                  </a:lnTo>
                  <a:cubicBezTo>
                    <a:pt x="11764" y="17538"/>
                    <a:pt x="11703" y="17599"/>
                    <a:pt x="11673" y="17690"/>
                  </a:cubicBezTo>
                  <a:lnTo>
                    <a:pt x="11642" y="17690"/>
                  </a:lnTo>
                  <a:cubicBezTo>
                    <a:pt x="11490" y="17721"/>
                    <a:pt x="11490" y="17782"/>
                    <a:pt x="11551" y="17842"/>
                  </a:cubicBezTo>
                  <a:lnTo>
                    <a:pt x="11612" y="17873"/>
                  </a:lnTo>
                  <a:cubicBezTo>
                    <a:pt x="11733" y="17873"/>
                    <a:pt x="11825" y="17690"/>
                    <a:pt x="11855" y="17630"/>
                  </a:cubicBezTo>
                  <a:cubicBezTo>
                    <a:pt x="11855" y="17569"/>
                    <a:pt x="12037" y="17447"/>
                    <a:pt x="12250" y="17356"/>
                  </a:cubicBezTo>
                  <a:lnTo>
                    <a:pt x="12433" y="17234"/>
                  </a:lnTo>
                  <a:cubicBezTo>
                    <a:pt x="12493" y="17204"/>
                    <a:pt x="12585" y="17204"/>
                    <a:pt x="12615" y="17204"/>
                  </a:cubicBezTo>
                  <a:lnTo>
                    <a:pt x="12645" y="17234"/>
                  </a:lnTo>
                  <a:cubicBezTo>
                    <a:pt x="12656" y="17245"/>
                    <a:pt x="12673" y="17249"/>
                    <a:pt x="12695" y="17249"/>
                  </a:cubicBezTo>
                  <a:cubicBezTo>
                    <a:pt x="12792" y="17249"/>
                    <a:pt x="12982" y="17170"/>
                    <a:pt x="13094" y="17170"/>
                  </a:cubicBezTo>
                  <a:cubicBezTo>
                    <a:pt x="13108" y="17170"/>
                    <a:pt x="13120" y="17171"/>
                    <a:pt x="13132" y="17174"/>
                  </a:cubicBezTo>
                  <a:cubicBezTo>
                    <a:pt x="13253" y="17204"/>
                    <a:pt x="13344" y="17265"/>
                    <a:pt x="13405" y="17356"/>
                  </a:cubicBezTo>
                  <a:cubicBezTo>
                    <a:pt x="13405" y="17417"/>
                    <a:pt x="13466" y="17417"/>
                    <a:pt x="13466" y="17417"/>
                  </a:cubicBezTo>
                  <a:cubicBezTo>
                    <a:pt x="13466" y="17356"/>
                    <a:pt x="13496" y="17326"/>
                    <a:pt x="13496" y="17265"/>
                  </a:cubicBezTo>
                  <a:cubicBezTo>
                    <a:pt x="13496" y="17257"/>
                    <a:pt x="13503" y="17253"/>
                    <a:pt x="13515" y="17253"/>
                  </a:cubicBezTo>
                  <a:cubicBezTo>
                    <a:pt x="13547" y="17253"/>
                    <a:pt x="13620" y="17281"/>
                    <a:pt x="13709" y="17326"/>
                  </a:cubicBezTo>
                  <a:lnTo>
                    <a:pt x="13892" y="17326"/>
                  </a:lnTo>
                  <a:cubicBezTo>
                    <a:pt x="13945" y="17304"/>
                    <a:pt x="13984" y="17294"/>
                    <a:pt x="14005" y="17294"/>
                  </a:cubicBezTo>
                  <a:cubicBezTo>
                    <a:pt x="14042" y="17294"/>
                    <a:pt x="14020" y="17328"/>
                    <a:pt x="13922" y="17386"/>
                  </a:cubicBezTo>
                  <a:lnTo>
                    <a:pt x="13892" y="17478"/>
                  </a:lnTo>
                  <a:lnTo>
                    <a:pt x="13861" y="17538"/>
                  </a:lnTo>
                  <a:cubicBezTo>
                    <a:pt x="13892" y="17660"/>
                    <a:pt x="13770" y="17721"/>
                    <a:pt x="13588" y="17721"/>
                  </a:cubicBezTo>
                  <a:lnTo>
                    <a:pt x="13648" y="17569"/>
                  </a:lnTo>
                  <a:cubicBezTo>
                    <a:pt x="13648" y="17538"/>
                    <a:pt x="13618" y="17508"/>
                    <a:pt x="13588" y="17508"/>
                  </a:cubicBezTo>
                  <a:cubicBezTo>
                    <a:pt x="13496" y="17569"/>
                    <a:pt x="13436" y="17599"/>
                    <a:pt x="13344" y="17660"/>
                  </a:cubicBezTo>
                  <a:lnTo>
                    <a:pt x="13314" y="17690"/>
                  </a:lnTo>
                  <a:cubicBezTo>
                    <a:pt x="13253" y="17660"/>
                    <a:pt x="13192" y="17508"/>
                    <a:pt x="13192" y="17447"/>
                  </a:cubicBezTo>
                  <a:cubicBezTo>
                    <a:pt x="13192" y="17386"/>
                    <a:pt x="13040" y="17356"/>
                    <a:pt x="12980" y="17356"/>
                  </a:cubicBezTo>
                  <a:cubicBezTo>
                    <a:pt x="12919" y="17356"/>
                    <a:pt x="12949" y="17417"/>
                    <a:pt x="12980" y="17417"/>
                  </a:cubicBezTo>
                  <a:cubicBezTo>
                    <a:pt x="13040" y="17478"/>
                    <a:pt x="13071" y="17569"/>
                    <a:pt x="13132" y="17690"/>
                  </a:cubicBezTo>
                  <a:lnTo>
                    <a:pt x="13132" y="17812"/>
                  </a:lnTo>
                  <a:lnTo>
                    <a:pt x="13132" y="17842"/>
                  </a:lnTo>
                  <a:cubicBezTo>
                    <a:pt x="13056" y="17855"/>
                    <a:pt x="12981" y="17862"/>
                    <a:pt x="12905" y="17862"/>
                  </a:cubicBezTo>
                  <a:cubicBezTo>
                    <a:pt x="12798" y="17862"/>
                    <a:pt x="12691" y="17848"/>
                    <a:pt x="12585" y="17812"/>
                  </a:cubicBezTo>
                  <a:lnTo>
                    <a:pt x="12463" y="17630"/>
                  </a:lnTo>
                  <a:cubicBezTo>
                    <a:pt x="12437" y="17604"/>
                    <a:pt x="12401" y="17595"/>
                    <a:pt x="12365" y="17595"/>
                  </a:cubicBezTo>
                  <a:cubicBezTo>
                    <a:pt x="12316" y="17595"/>
                    <a:pt x="12268" y="17612"/>
                    <a:pt x="12250" y="17630"/>
                  </a:cubicBezTo>
                  <a:cubicBezTo>
                    <a:pt x="12250" y="17660"/>
                    <a:pt x="12281" y="17721"/>
                    <a:pt x="12311" y="17751"/>
                  </a:cubicBezTo>
                  <a:lnTo>
                    <a:pt x="12341" y="17812"/>
                  </a:lnTo>
                  <a:cubicBezTo>
                    <a:pt x="12433" y="17873"/>
                    <a:pt x="12372" y="17964"/>
                    <a:pt x="12311" y="17994"/>
                  </a:cubicBezTo>
                  <a:cubicBezTo>
                    <a:pt x="12250" y="18025"/>
                    <a:pt x="12554" y="18116"/>
                    <a:pt x="12676" y="18146"/>
                  </a:cubicBezTo>
                  <a:cubicBezTo>
                    <a:pt x="12708" y="18154"/>
                    <a:pt x="12737" y="18158"/>
                    <a:pt x="12759" y="18158"/>
                  </a:cubicBezTo>
                  <a:cubicBezTo>
                    <a:pt x="12821" y="18158"/>
                    <a:pt x="12842" y="18130"/>
                    <a:pt x="12797" y="18086"/>
                  </a:cubicBezTo>
                  <a:lnTo>
                    <a:pt x="12676" y="18086"/>
                  </a:lnTo>
                  <a:cubicBezTo>
                    <a:pt x="12676" y="18025"/>
                    <a:pt x="12706" y="17934"/>
                    <a:pt x="12767" y="17903"/>
                  </a:cubicBezTo>
                  <a:lnTo>
                    <a:pt x="12858" y="17964"/>
                  </a:lnTo>
                  <a:cubicBezTo>
                    <a:pt x="12980" y="18055"/>
                    <a:pt x="13132" y="18146"/>
                    <a:pt x="13284" y="18238"/>
                  </a:cubicBezTo>
                  <a:cubicBezTo>
                    <a:pt x="13324" y="18251"/>
                    <a:pt x="13365" y="18265"/>
                    <a:pt x="13398" y="18265"/>
                  </a:cubicBezTo>
                  <a:cubicBezTo>
                    <a:pt x="13438" y="18265"/>
                    <a:pt x="13466" y="18244"/>
                    <a:pt x="13466" y="18177"/>
                  </a:cubicBezTo>
                  <a:cubicBezTo>
                    <a:pt x="13466" y="18055"/>
                    <a:pt x="13618" y="18086"/>
                    <a:pt x="13618" y="18055"/>
                  </a:cubicBezTo>
                  <a:lnTo>
                    <a:pt x="13618" y="17934"/>
                  </a:lnTo>
                  <a:lnTo>
                    <a:pt x="13618" y="17903"/>
                  </a:lnTo>
                  <a:cubicBezTo>
                    <a:pt x="13588" y="17873"/>
                    <a:pt x="13770" y="17842"/>
                    <a:pt x="13831" y="17842"/>
                  </a:cubicBezTo>
                  <a:cubicBezTo>
                    <a:pt x="13892" y="17842"/>
                    <a:pt x="13983" y="18025"/>
                    <a:pt x="13922" y="18086"/>
                  </a:cubicBezTo>
                  <a:cubicBezTo>
                    <a:pt x="13831" y="18116"/>
                    <a:pt x="14013" y="18177"/>
                    <a:pt x="14104" y="18207"/>
                  </a:cubicBezTo>
                  <a:cubicBezTo>
                    <a:pt x="14111" y="18210"/>
                    <a:pt x="14117" y="18212"/>
                    <a:pt x="14123" y="18212"/>
                  </a:cubicBezTo>
                  <a:cubicBezTo>
                    <a:pt x="14171" y="18212"/>
                    <a:pt x="14195" y="18113"/>
                    <a:pt x="14195" y="18086"/>
                  </a:cubicBezTo>
                  <a:cubicBezTo>
                    <a:pt x="14195" y="17994"/>
                    <a:pt x="14195" y="17873"/>
                    <a:pt x="14195" y="17782"/>
                  </a:cubicBezTo>
                  <a:lnTo>
                    <a:pt x="14074" y="17690"/>
                  </a:lnTo>
                  <a:cubicBezTo>
                    <a:pt x="14044" y="17690"/>
                    <a:pt x="14104" y="17599"/>
                    <a:pt x="14135" y="17569"/>
                  </a:cubicBezTo>
                  <a:lnTo>
                    <a:pt x="14195" y="17508"/>
                  </a:lnTo>
                  <a:cubicBezTo>
                    <a:pt x="14287" y="17478"/>
                    <a:pt x="14347" y="17417"/>
                    <a:pt x="14287" y="17417"/>
                  </a:cubicBezTo>
                  <a:lnTo>
                    <a:pt x="14226" y="17417"/>
                  </a:lnTo>
                  <a:cubicBezTo>
                    <a:pt x="14195" y="17417"/>
                    <a:pt x="14408" y="17295"/>
                    <a:pt x="14439" y="17234"/>
                  </a:cubicBezTo>
                  <a:cubicBezTo>
                    <a:pt x="14469" y="17143"/>
                    <a:pt x="14530" y="17083"/>
                    <a:pt x="14591" y="17052"/>
                  </a:cubicBezTo>
                  <a:cubicBezTo>
                    <a:pt x="14594" y="17049"/>
                    <a:pt x="14598" y="17047"/>
                    <a:pt x="14602" y="17047"/>
                  </a:cubicBezTo>
                  <a:cubicBezTo>
                    <a:pt x="14634" y="17047"/>
                    <a:pt x="14682" y="17147"/>
                    <a:pt x="14682" y="17174"/>
                  </a:cubicBezTo>
                  <a:cubicBezTo>
                    <a:pt x="14773" y="17265"/>
                    <a:pt x="14864" y="17295"/>
                    <a:pt x="14986" y="17295"/>
                  </a:cubicBezTo>
                  <a:cubicBezTo>
                    <a:pt x="15138" y="17265"/>
                    <a:pt x="15290" y="17234"/>
                    <a:pt x="15472" y="17204"/>
                  </a:cubicBezTo>
                  <a:lnTo>
                    <a:pt x="15624" y="17174"/>
                  </a:lnTo>
                  <a:cubicBezTo>
                    <a:pt x="15654" y="17174"/>
                    <a:pt x="15654" y="17083"/>
                    <a:pt x="15715" y="17052"/>
                  </a:cubicBezTo>
                  <a:lnTo>
                    <a:pt x="15867" y="17052"/>
                  </a:lnTo>
                  <a:cubicBezTo>
                    <a:pt x="15958" y="17083"/>
                    <a:pt x="16019" y="17174"/>
                    <a:pt x="16110" y="17204"/>
                  </a:cubicBezTo>
                  <a:lnTo>
                    <a:pt x="16262" y="17234"/>
                  </a:lnTo>
                  <a:cubicBezTo>
                    <a:pt x="16293" y="17143"/>
                    <a:pt x="16354" y="17052"/>
                    <a:pt x="16384" y="17052"/>
                  </a:cubicBezTo>
                  <a:cubicBezTo>
                    <a:pt x="16475" y="17098"/>
                    <a:pt x="16566" y="17121"/>
                    <a:pt x="16654" y="17121"/>
                  </a:cubicBezTo>
                  <a:cubicBezTo>
                    <a:pt x="16741" y="17121"/>
                    <a:pt x="16825" y="17098"/>
                    <a:pt x="16901" y="17052"/>
                  </a:cubicBezTo>
                  <a:lnTo>
                    <a:pt x="17022" y="17022"/>
                  </a:lnTo>
                  <a:cubicBezTo>
                    <a:pt x="17053" y="17083"/>
                    <a:pt x="17113" y="17174"/>
                    <a:pt x="17174" y="17204"/>
                  </a:cubicBezTo>
                  <a:cubicBezTo>
                    <a:pt x="17180" y="17207"/>
                    <a:pt x="17188" y="17208"/>
                    <a:pt x="17197" y="17208"/>
                  </a:cubicBezTo>
                  <a:cubicBezTo>
                    <a:pt x="17272" y="17208"/>
                    <a:pt x="17459" y="17129"/>
                    <a:pt x="17585" y="17129"/>
                  </a:cubicBezTo>
                  <a:cubicBezTo>
                    <a:pt x="17614" y="17129"/>
                    <a:pt x="17640" y="17133"/>
                    <a:pt x="17661" y="17143"/>
                  </a:cubicBezTo>
                  <a:cubicBezTo>
                    <a:pt x="17696" y="17161"/>
                    <a:pt x="17714" y="17168"/>
                    <a:pt x="17719" y="17168"/>
                  </a:cubicBezTo>
                  <a:cubicBezTo>
                    <a:pt x="17731" y="17168"/>
                    <a:pt x="17673" y="17125"/>
                    <a:pt x="17630" y="17083"/>
                  </a:cubicBezTo>
                  <a:cubicBezTo>
                    <a:pt x="17569" y="17052"/>
                    <a:pt x="17630" y="17022"/>
                    <a:pt x="17782" y="17022"/>
                  </a:cubicBezTo>
                  <a:lnTo>
                    <a:pt x="17873" y="17022"/>
                  </a:lnTo>
                  <a:cubicBezTo>
                    <a:pt x="17965" y="17022"/>
                    <a:pt x="18086" y="17083"/>
                    <a:pt x="18147" y="17083"/>
                  </a:cubicBezTo>
                  <a:cubicBezTo>
                    <a:pt x="18208" y="17083"/>
                    <a:pt x="18360" y="17052"/>
                    <a:pt x="18360" y="17022"/>
                  </a:cubicBezTo>
                  <a:cubicBezTo>
                    <a:pt x="18360" y="16931"/>
                    <a:pt x="18398" y="16908"/>
                    <a:pt x="18447" y="16908"/>
                  </a:cubicBezTo>
                  <a:cubicBezTo>
                    <a:pt x="18496" y="16908"/>
                    <a:pt x="18557" y="16931"/>
                    <a:pt x="18603" y="16931"/>
                  </a:cubicBezTo>
                  <a:lnTo>
                    <a:pt x="18816" y="16870"/>
                  </a:lnTo>
                  <a:cubicBezTo>
                    <a:pt x="18816" y="16921"/>
                    <a:pt x="18843" y="16940"/>
                    <a:pt x="18879" y="16940"/>
                  </a:cubicBezTo>
                  <a:cubicBezTo>
                    <a:pt x="18928" y="16940"/>
                    <a:pt x="18993" y="16905"/>
                    <a:pt x="19028" y="16870"/>
                  </a:cubicBezTo>
                  <a:cubicBezTo>
                    <a:pt x="19050" y="16848"/>
                    <a:pt x="19083" y="16838"/>
                    <a:pt x="19122" y="16838"/>
                  </a:cubicBezTo>
                  <a:cubicBezTo>
                    <a:pt x="19193" y="16838"/>
                    <a:pt x="19284" y="16872"/>
                    <a:pt x="19363" y="16931"/>
                  </a:cubicBezTo>
                  <a:lnTo>
                    <a:pt x="19758" y="16931"/>
                  </a:lnTo>
                  <a:cubicBezTo>
                    <a:pt x="19804" y="16938"/>
                    <a:pt x="19847" y="16942"/>
                    <a:pt x="19887" y="16942"/>
                  </a:cubicBezTo>
                  <a:cubicBezTo>
                    <a:pt x="20005" y="16942"/>
                    <a:pt x="20085" y="16908"/>
                    <a:pt x="20062" y="16839"/>
                  </a:cubicBezTo>
                  <a:lnTo>
                    <a:pt x="20183" y="16809"/>
                  </a:lnTo>
                  <a:cubicBezTo>
                    <a:pt x="20244" y="16809"/>
                    <a:pt x="20305" y="16748"/>
                    <a:pt x="20366" y="16748"/>
                  </a:cubicBezTo>
                  <a:lnTo>
                    <a:pt x="20396" y="16748"/>
                  </a:lnTo>
                  <a:cubicBezTo>
                    <a:pt x="20400" y="16750"/>
                    <a:pt x="20404" y="16751"/>
                    <a:pt x="20408" y="16751"/>
                  </a:cubicBezTo>
                  <a:cubicBezTo>
                    <a:pt x="20478" y="16751"/>
                    <a:pt x="20647" y="16535"/>
                    <a:pt x="20761" y="16535"/>
                  </a:cubicBezTo>
                  <a:cubicBezTo>
                    <a:pt x="20883" y="16566"/>
                    <a:pt x="21004" y="16596"/>
                    <a:pt x="21095" y="16687"/>
                  </a:cubicBezTo>
                  <a:lnTo>
                    <a:pt x="21095" y="16809"/>
                  </a:lnTo>
                  <a:cubicBezTo>
                    <a:pt x="21072" y="16855"/>
                    <a:pt x="21080" y="16870"/>
                    <a:pt x="21101" y="16870"/>
                  </a:cubicBezTo>
                  <a:cubicBezTo>
                    <a:pt x="21136" y="16870"/>
                    <a:pt x="21209" y="16828"/>
                    <a:pt x="21247" y="16809"/>
                  </a:cubicBezTo>
                  <a:cubicBezTo>
                    <a:pt x="21278" y="16748"/>
                    <a:pt x="21521" y="16596"/>
                    <a:pt x="21551" y="16535"/>
                  </a:cubicBezTo>
                  <a:cubicBezTo>
                    <a:pt x="21561" y="16515"/>
                    <a:pt x="21568" y="16505"/>
                    <a:pt x="21572" y="16505"/>
                  </a:cubicBezTo>
                  <a:lnTo>
                    <a:pt x="21572" y="16505"/>
                  </a:lnTo>
                  <a:cubicBezTo>
                    <a:pt x="21578" y="16505"/>
                    <a:pt x="21572" y="16546"/>
                    <a:pt x="21551" y="16627"/>
                  </a:cubicBezTo>
                  <a:lnTo>
                    <a:pt x="21734" y="16657"/>
                  </a:lnTo>
                  <a:lnTo>
                    <a:pt x="21916" y="16687"/>
                  </a:lnTo>
                  <a:cubicBezTo>
                    <a:pt x="21984" y="16619"/>
                    <a:pt x="22087" y="16585"/>
                    <a:pt x="22198" y="16585"/>
                  </a:cubicBezTo>
                  <a:cubicBezTo>
                    <a:pt x="22235" y="16585"/>
                    <a:pt x="22273" y="16589"/>
                    <a:pt x="22311" y="16596"/>
                  </a:cubicBezTo>
                  <a:lnTo>
                    <a:pt x="22372" y="16657"/>
                  </a:lnTo>
                  <a:cubicBezTo>
                    <a:pt x="22463" y="16718"/>
                    <a:pt x="22524" y="16839"/>
                    <a:pt x="22615" y="16900"/>
                  </a:cubicBezTo>
                  <a:cubicBezTo>
                    <a:pt x="22676" y="16870"/>
                    <a:pt x="22706" y="16839"/>
                    <a:pt x="22676" y="16779"/>
                  </a:cubicBezTo>
                  <a:cubicBezTo>
                    <a:pt x="22676" y="16748"/>
                    <a:pt x="22949" y="16657"/>
                    <a:pt x="23041" y="16627"/>
                  </a:cubicBezTo>
                  <a:cubicBezTo>
                    <a:pt x="23078" y="16614"/>
                    <a:pt x="23121" y="16607"/>
                    <a:pt x="23165" y="16607"/>
                  </a:cubicBezTo>
                  <a:cubicBezTo>
                    <a:pt x="23227" y="16607"/>
                    <a:pt x="23291" y="16621"/>
                    <a:pt x="23345" y="16657"/>
                  </a:cubicBezTo>
                  <a:cubicBezTo>
                    <a:pt x="23390" y="16672"/>
                    <a:pt x="23428" y="16680"/>
                    <a:pt x="23466" y="16680"/>
                  </a:cubicBezTo>
                  <a:cubicBezTo>
                    <a:pt x="23504" y="16680"/>
                    <a:pt x="23542" y="16672"/>
                    <a:pt x="23588" y="16657"/>
                  </a:cubicBezTo>
                  <a:lnTo>
                    <a:pt x="23679" y="16627"/>
                  </a:lnTo>
                  <a:cubicBezTo>
                    <a:pt x="23740" y="16596"/>
                    <a:pt x="23861" y="16566"/>
                    <a:pt x="23861" y="16535"/>
                  </a:cubicBezTo>
                  <a:lnTo>
                    <a:pt x="23831" y="16323"/>
                  </a:lnTo>
                  <a:cubicBezTo>
                    <a:pt x="23953" y="16262"/>
                    <a:pt x="24044" y="16171"/>
                    <a:pt x="24135" y="16049"/>
                  </a:cubicBezTo>
                  <a:lnTo>
                    <a:pt x="24135" y="16049"/>
                  </a:lnTo>
                  <a:cubicBezTo>
                    <a:pt x="24135" y="16049"/>
                    <a:pt x="23861" y="16201"/>
                    <a:pt x="23770" y="16262"/>
                  </a:cubicBezTo>
                  <a:cubicBezTo>
                    <a:pt x="23738" y="16283"/>
                    <a:pt x="23706" y="16293"/>
                    <a:pt x="23677" y="16293"/>
                  </a:cubicBezTo>
                  <a:cubicBezTo>
                    <a:pt x="23626" y="16293"/>
                    <a:pt x="23588" y="16260"/>
                    <a:pt x="23588" y="16201"/>
                  </a:cubicBezTo>
                  <a:lnTo>
                    <a:pt x="23405" y="16231"/>
                  </a:lnTo>
                  <a:lnTo>
                    <a:pt x="23223" y="16231"/>
                  </a:lnTo>
                  <a:cubicBezTo>
                    <a:pt x="23253" y="16140"/>
                    <a:pt x="23314" y="16019"/>
                    <a:pt x="23375" y="15927"/>
                  </a:cubicBezTo>
                  <a:cubicBezTo>
                    <a:pt x="23378" y="15924"/>
                    <a:pt x="23383" y="15923"/>
                    <a:pt x="23388" y="15923"/>
                  </a:cubicBezTo>
                  <a:cubicBezTo>
                    <a:pt x="23431" y="15923"/>
                    <a:pt x="23530" y="16022"/>
                    <a:pt x="23557" y="16049"/>
                  </a:cubicBezTo>
                  <a:cubicBezTo>
                    <a:pt x="23561" y="16052"/>
                    <a:pt x="23568" y="16054"/>
                    <a:pt x="23578" y="16054"/>
                  </a:cubicBezTo>
                  <a:cubicBezTo>
                    <a:pt x="23659" y="16054"/>
                    <a:pt x="23935" y="15955"/>
                    <a:pt x="24044" y="15927"/>
                  </a:cubicBezTo>
                  <a:cubicBezTo>
                    <a:pt x="24076" y="15906"/>
                    <a:pt x="24112" y="15896"/>
                    <a:pt x="24148" y="15896"/>
                  </a:cubicBezTo>
                  <a:cubicBezTo>
                    <a:pt x="24213" y="15896"/>
                    <a:pt x="24278" y="15929"/>
                    <a:pt x="24317" y="15988"/>
                  </a:cubicBezTo>
                  <a:cubicBezTo>
                    <a:pt x="24317" y="16019"/>
                    <a:pt x="24591" y="16019"/>
                    <a:pt x="24652" y="16079"/>
                  </a:cubicBezTo>
                  <a:cubicBezTo>
                    <a:pt x="24682" y="16140"/>
                    <a:pt x="24652" y="16201"/>
                    <a:pt x="24560" y="16201"/>
                  </a:cubicBezTo>
                  <a:lnTo>
                    <a:pt x="24469" y="16201"/>
                  </a:lnTo>
                  <a:lnTo>
                    <a:pt x="24044" y="16292"/>
                  </a:lnTo>
                  <a:cubicBezTo>
                    <a:pt x="24155" y="16381"/>
                    <a:pt x="24283" y="16438"/>
                    <a:pt x="24414" y="16438"/>
                  </a:cubicBezTo>
                  <a:cubicBezTo>
                    <a:pt x="24463" y="16438"/>
                    <a:pt x="24512" y="16430"/>
                    <a:pt x="24560" y="16414"/>
                  </a:cubicBezTo>
                  <a:cubicBezTo>
                    <a:pt x="24593" y="16406"/>
                    <a:pt x="24626" y="16402"/>
                    <a:pt x="24658" y="16402"/>
                  </a:cubicBezTo>
                  <a:cubicBezTo>
                    <a:pt x="24745" y="16402"/>
                    <a:pt x="24828" y="16430"/>
                    <a:pt x="24895" y="16475"/>
                  </a:cubicBezTo>
                  <a:cubicBezTo>
                    <a:pt x="24906" y="16486"/>
                    <a:pt x="24918" y="16491"/>
                    <a:pt x="24929" y="16491"/>
                  </a:cubicBezTo>
                  <a:cubicBezTo>
                    <a:pt x="24978" y="16491"/>
                    <a:pt x="25022" y="16402"/>
                    <a:pt x="25047" y="16353"/>
                  </a:cubicBezTo>
                  <a:cubicBezTo>
                    <a:pt x="25047" y="16328"/>
                    <a:pt x="25051" y="16317"/>
                    <a:pt x="25059" y="16317"/>
                  </a:cubicBezTo>
                  <a:cubicBezTo>
                    <a:pt x="25080" y="16317"/>
                    <a:pt x="25124" y="16395"/>
                    <a:pt x="25168" y="16505"/>
                  </a:cubicBezTo>
                  <a:lnTo>
                    <a:pt x="25229" y="16627"/>
                  </a:lnTo>
                  <a:cubicBezTo>
                    <a:pt x="25260" y="16657"/>
                    <a:pt x="25290" y="16687"/>
                    <a:pt x="25351" y="16687"/>
                  </a:cubicBezTo>
                  <a:cubicBezTo>
                    <a:pt x="25472" y="16657"/>
                    <a:pt x="25381" y="16657"/>
                    <a:pt x="25351" y="16596"/>
                  </a:cubicBezTo>
                  <a:cubicBezTo>
                    <a:pt x="25320" y="16535"/>
                    <a:pt x="25351" y="16475"/>
                    <a:pt x="25442" y="16444"/>
                  </a:cubicBezTo>
                  <a:cubicBezTo>
                    <a:pt x="25507" y="16444"/>
                    <a:pt x="25526" y="16522"/>
                    <a:pt x="25586" y="16522"/>
                  </a:cubicBezTo>
                  <a:cubicBezTo>
                    <a:pt x="25611" y="16522"/>
                    <a:pt x="25642" y="16509"/>
                    <a:pt x="25685" y="16475"/>
                  </a:cubicBezTo>
                  <a:cubicBezTo>
                    <a:pt x="25731" y="16459"/>
                    <a:pt x="25784" y="16452"/>
                    <a:pt x="25841" y="16452"/>
                  </a:cubicBezTo>
                  <a:cubicBezTo>
                    <a:pt x="25898" y="16452"/>
                    <a:pt x="25959" y="16459"/>
                    <a:pt x="26019" y="16475"/>
                  </a:cubicBezTo>
                  <a:cubicBezTo>
                    <a:pt x="26050" y="16490"/>
                    <a:pt x="26080" y="16497"/>
                    <a:pt x="26111" y="16497"/>
                  </a:cubicBezTo>
                  <a:cubicBezTo>
                    <a:pt x="26141" y="16497"/>
                    <a:pt x="26171" y="16490"/>
                    <a:pt x="26202" y="16475"/>
                  </a:cubicBezTo>
                  <a:cubicBezTo>
                    <a:pt x="26263" y="16459"/>
                    <a:pt x="26331" y="16452"/>
                    <a:pt x="26399" y="16452"/>
                  </a:cubicBezTo>
                  <a:cubicBezTo>
                    <a:pt x="26468" y="16452"/>
                    <a:pt x="26536" y="16459"/>
                    <a:pt x="26597" y="16475"/>
                  </a:cubicBezTo>
                  <a:cubicBezTo>
                    <a:pt x="26623" y="16485"/>
                    <a:pt x="26648" y="16489"/>
                    <a:pt x="26671" y="16489"/>
                  </a:cubicBezTo>
                  <a:cubicBezTo>
                    <a:pt x="26759" y="16489"/>
                    <a:pt x="26830" y="16430"/>
                    <a:pt x="26918" y="16430"/>
                  </a:cubicBezTo>
                  <a:cubicBezTo>
                    <a:pt x="26941" y="16430"/>
                    <a:pt x="26966" y="16434"/>
                    <a:pt x="26992" y="16444"/>
                  </a:cubicBezTo>
                  <a:lnTo>
                    <a:pt x="27083" y="16475"/>
                  </a:lnTo>
                  <a:cubicBezTo>
                    <a:pt x="27174" y="16475"/>
                    <a:pt x="27266" y="16444"/>
                    <a:pt x="27357" y="16414"/>
                  </a:cubicBezTo>
                  <a:lnTo>
                    <a:pt x="27387" y="16383"/>
                  </a:lnTo>
                  <a:cubicBezTo>
                    <a:pt x="27418" y="16353"/>
                    <a:pt x="27478" y="16323"/>
                    <a:pt x="27509" y="16323"/>
                  </a:cubicBezTo>
                  <a:lnTo>
                    <a:pt x="27661" y="16353"/>
                  </a:lnTo>
                  <a:cubicBezTo>
                    <a:pt x="27722" y="16383"/>
                    <a:pt x="27790" y="16399"/>
                    <a:pt x="27855" y="16399"/>
                  </a:cubicBezTo>
                  <a:cubicBezTo>
                    <a:pt x="27919" y="16399"/>
                    <a:pt x="27980" y="16383"/>
                    <a:pt x="28026" y="16353"/>
                  </a:cubicBezTo>
                  <a:cubicBezTo>
                    <a:pt x="28034" y="16345"/>
                    <a:pt x="28046" y="16341"/>
                    <a:pt x="28062" y="16341"/>
                  </a:cubicBezTo>
                  <a:cubicBezTo>
                    <a:pt x="28105" y="16341"/>
                    <a:pt x="28172" y="16369"/>
                    <a:pt x="28238" y="16414"/>
                  </a:cubicBezTo>
                  <a:lnTo>
                    <a:pt x="28329" y="16475"/>
                  </a:lnTo>
                  <a:lnTo>
                    <a:pt x="28360" y="16475"/>
                  </a:lnTo>
                  <a:cubicBezTo>
                    <a:pt x="28421" y="16475"/>
                    <a:pt x="28481" y="16414"/>
                    <a:pt x="28481" y="16383"/>
                  </a:cubicBezTo>
                  <a:lnTo>
                    <a:pt x="28481" y="16323"/>
                  </a:lnTo>
                  <a:cubicBezTo>
                    <a:pt x="28481" y="16307"/>
                    <a:pt x="28474" y="16307"/>
                    <a:pt x="28466" y="16307"/>
                  </a:cubicBezTo>
                  <a:cubicBezTo>
                    <a:pt x="28459" y="16307"/>
                    <a:pt x="28451" y="16307"/>
                    <a:pt x="28451" y="16292"/>
                  </a:cubicBezTo>
                  <a:cubicBezTo>
                    <a:pt x="28451" y="16262"/>
                    <a:pt x="28421" y="16231"/>
                    <a:pt x="28451" y="16231"/>
                  </a:cubicBezTo>
                  <a:lnTo>
                    <a:pt x="28542" y="16231"/>
                  </a:lnTo>
                  <a:lnTo>
                    <a:pt x="28633" y="16353"/>
                  </a:lnTo>
                  <a:cubicBezTo>
                    <a:pt x="28785" y="16535"/>
                    <a:pt x="28785" y="16657"/>
                    <a:pt x="28664" y="16657"/>
                  </a:cubicBezTo>
                  <a:lnTo>
                    <a:pt x="28603" y="16657"/>
                  </a:lnTo>
                  <a:cubicBezTo>
                    <a:pt x="28573" y="16657"/>
                    <a:pt x="28542" y="16687"/>
                    <a:pt x="28512" y="16718"/>
                  </a:cubicBezTo>
                  <a:cubicBezTo>
                    <a:pt x="28481" y="16809"/>
                    <a:pt x="28603" y="16809"/>
                    <a:pt x="28694" y="16809"/>
                  </a:cubicBezTo>
                  <a:lnTo>
                    <a:pt x="28725" y="16809"/>
                  </a:lnTo>
                  <a:cubicBezTo>
                    <a:pt x="28816" y="16809"/>
                    <a:pt x="28907" y="16779"/>
                    <a:pt x="28968" y="16718"/>
                  </a:cubicBezTo>
                  <a:lnTo>
                    <a:pt x="29089" y="16779"/>
                  </a:lnTo>
                  <a:cubicBezTo>
                    <a:pt x="29120" y="16779"/>
                    <a:pt x="29181" y="16779"/>
                    <a:pt x="29211" y="16748"/>
                  </a:cubicBezTo>
                  <a:cubicBezTo>
                    <a:pt x="29241" y="16718"/>
                    <a:pt x="29241" y="16687"/>
                    <a:pt x="29211" y="16657"/>
                  </a:cubicBezTo>
                  <a:cubicBezTo>
                    <a:pt x="29181" y="16627"/>
                    <a:pt x="29150" y="16596"/>
                    <a:pt x="29089" y="16566"/>
                  </a:cubicBezTo>
                  <a:cubicBezTo>
                    <a:pt x="29029" y="16505"/>
                    <a:pt x="28877" y="16566"/>
                    <a:pt x="28937" y="16414"/>
                  </a:cubicBezTo>
                  <a:lnTo>
                    <a:pt x="28968" y="16353"/>
                  </a:lnTo>
                  <a:cubicBezTo>
                    <a:pt x="28983" y="16330"/>
                    <a:pt x="29005" y="16320"/>
                    <a:pt x="29030" y="16320"/>
                  </a:cubicBezTo>
                  <a:cubicBezTo>
                    <a:pt x="29101" y="16320"/>
                    <a:pt x="29196" y="16399"/>
                    <a:pt x="29241" y="16444"/>
                  </a:cubicBezTo>
                  <a:cubicBezTo>
                    <a:pt x="29250" y="16470"/>
                    <a:pt x="29276" y="16481"/>
                    <a:pt x="29314" y="16481"/>
                  </a:cubicBezTo>
                  <a:cubicBezTo>
                    <a:pt x="29412" y="16481"/>
                    <a:pt x="29592" y="16410"/>
                    <a:pt x="29788" y="16323"/>
                  </a:cubicBezTo>
                  <a:lnTo>
                    <a:pt x="30062" y="16292"/>
                  </a:lnTo>
                  <a:lnTo>
                    <a:pt x="30366" y="16262"/>
                  </a:lnTo>
                  <a:cubicBezTo>
                    <a:pt x="30396" y="16079"/>
                    <a:pt x="30396" y="15897"/>
                    <a:pt x="30366" y="15715"/>
                  </a:cubicBezTo>
                  <a:cubicBezTo>
                    <a:pt x="30366" y="15684"/>
                    <a:pt x="30457" y="15624"/>
                    <a:pt x="30640" y="15593"/>
                  </a:cubicBezTo>
                  <a:lnTo>
                    <a:pt x="30700" y="15715"/>
                  </a:lnTo>
                  <a:cubicBezTo>
                    <a:pt x="30731" y="15745"/>
                    <a:pt x="30670" y="15775"/>
                    <a:pt x="30670" y="15836"/>
                  </a:cubicBezTo>
                  <a:cubicBezTo>
                    <a:pt x="30670" y="15897"/>
                    <a:pt x="30670" y="15958"/>
                    <a:pt x="30700" y="16019"/>
                  </a:cubicBezTo>
                  <a:cubicBezTo>
                    <a:pt x="30700" y="16079"/>
                    <a:pt x="30731" y="16171"/>
                    <a:pt x="30761" y="16171"/>
                  </a:cubicBezTo>
                  <a:cubicBezTo>
                    <a:pt x="30761" y="16171"/>
                    <a:pt x="30700" y="16201"/>
                    <a:pt x="30670" y="16201"/>
                  </a:cubicBezTo>
                  <a:lnTo>
                    <a:pt x="30579" y="16231"/>
                  </a:lnTo>
                  <a:cubicBezTo>
                    <a:pt x="30488" y="16292"/>
                    <a:pt x="30518" y="16475"/>
                    <a:pt x="30548" y="16535"/>
                  </a:cubicBezTo>
                  <a:cubicBezTo>
                    <a:pt x="30553" y="16540"/>
                    <a:pt x="30560" y="16543"/>
                    <a:pt x="30568" y="16543"/>
                  </a:cubicBezTo>
                  <a:cubicBezTo>
                    <a:pt x="30608" y="16543"/>
                    <a:pt x="30680" y="16480"/>
                    <a:pt x="30731" y="16353"/>
                  </a:cubicBezTo>
                  <a:lnTo>
                    <a:pt x="30913" y="16292"/>
                  </a:lnTo>
                  <a:cubicBezTo>
                    <a:pt x="30916" y="16290"/>
                    <a:pt x="30918" y="16289"/>
                    <a:pt x="30922" y="16289"/>
                  </a:cubicBezTo>
                  <a:cubicBezTo>
                    <a:pt x="30944" y="16289"/>
                    <a:pt x="30984" y="16344"/>
                    <a:pt x="31017" y="16344"/>
                  </a:cubicBezTo>
                  <a:cubicBezTo>
                    <a:pt x="31037" y="16344"/>
                    <a:pt x="31055" y="16324"/>
                    <a:pt x="31065" y="16262"/>
                  </a:cubicBezTo>
                  <a:cubicBezTo>
                    <a:pt x="31096" y="16201"/>
                    <a:pt x="31187" y="16140"/>
                    <a:pt x="31278" y="16079"/>
                  </a:cubicBezTo>
                  <a:cubicBezTo>
                    <a:pt x="31308" y="16064"/>
                    <a:pt x="31354" y="16057"/>
                    <a:pt x="31392" y="16057"/>
                  </a:cubicBezTo>
                  <a:cubicBezTo>
                    <a:pt x="31430" y="16057"/>
                    <a:pt x="31460" y="16064"/>
                    <a:pt x="31460" y="16079"/>
                  </a:cubicBezTo>
                  <a:cubicBezTo>
                    <a:pt x="31491" y="16110"/>
                    <a:pt x="31399" y="16171"/>
                    <a:pt x="31399" y="16231"/>
                  </a:cubicBezTo>
                  <a:cubicBezTo>
                    <a:pt x="31430" y="16262"/>
                    <a:pt x="31582" y="16262"/>
                    <a:pt x="31612" y="16262"/>
                  </a:cubicBezTo>
                  <a:cubicBezTo>
                    <a:pt x="31643" y="16262"/>
                    <a:pt x="31825" y="16049"/>
                    <a:pt x="31886" y="15988"/>
                  </a:cubicBezTo>
                  <a:cubicBezTo>
                    <a:pt x="31910" y="15980"/>
                    <a:pt x="31937" y="15976"/>
                    <a:pt x="31964" y="15976"/>
                  </a:cubicBezTo>
                  <a:cubicBezTo>
                    <a:pt x="32038" y="15976"/>
                    <a:pt x="32115" y="16005"/>
                    <a:pt x="32159" y="16049"/>
                  </a:cubicBezTo>
                  <a:lnTo>
                    <a:pt x="32220" y="16110"/>
                  </a:lnTo>
                  <a:cubicBezTo>
                    <a:pt x="32251" y="16140"/>
                    <a:pt x="32311" y="16201"/>
                    <a:pt x="32342" y="16201"/>
                  </a:cubicBezTo>
                  <a:cubicBezTo>
                    <a:pt x="32433" y="16171"/>
                    <a:pt x="32433" y="16079"/>
                    <a:pt x="32372" y="16019"/>
                  </a:cubicBezTo>
                  <a:cubicBezTo>
                    <a:pt x="32281" y="15988"/>
                    <a:pt x="32311" y="15897"/>
                    <a:pt x="32372" y="15867"/>
                  </a:cubicBezTo>
                  <a:cubicBezTo>
                    <a:pt x="32378" y="15861"/>
                    <a:pt x="32386" y="15859"/>
                    <a:pt x="32397" y="15859"/>
                  </a:cubicBezTo>
                  <a:cubicBezTo>
                    <a:pt x="32444" y="15859"/>
                    <a:pt x="32530" y="15908"/>
                    <a:pt x="32555" y="15958"/>
                  </a:cubicBezTo>
                  <a:lnTo>
                    <a:pt x="32615" y="15988"/>
                  </a:lnTo>
                  <a:cubicBezTo>
                    <a:pt x="32615" y="16049"/>
                    <a:pt x="32646" y="16110"/>
                    <a:pt x="32646" y="16140"/>
                  </a:cubicBezTo>
                  <a:cubicBezTo>
                    <a:pt x="32767" y="16201"/>
                    <a:pt x="32858" y="16262"/>
                    <a:pt x="32980" y="16323"/>
                  </a:cubicBezTo>
                  <a:lnTo>
                    <a:pt x="33132" y="16353"/>
                  </a:lnTo>
                  <a:lnTo>
                    <a:pt x="33345" y="16383"/>
                  </a:lnTo>
                  <a:cubicBezTo>
                    <a:pt x="33436" y="16292"/>
                    <a:pt x="33436" y="16171"/>
                    <a:pt x="33406" y="16140"/>
                  </a:cubicBezTo>
                  <a:cubicBezTo>
                    <a:pt x="33375" y="16140"/>
                    <a:pt x="33345" y="15958"/>
                    <a:pt x="33406" y="15927"/>
                  </a:cubicBezTo>
                  <a:cubicBezTo>
                    <a:pt x="33410" y="15923"/>
                    <a:pt x="33416" y="15921"/>
                    <a:pt x="33424" y="15921"/>
                  </a:cubicBezTo>
                  <a:cubicBezTo>
                    <a:pt x="33475" y="15921"/>
                    <a:pt x="33592" y="15997"/>
                    <a:pt x="33618" y="16049"/>
                  </a:cubicBezTo>
                  <a:cubicBezTo>
                    <a:pt x="33626" y="16057"/>
                    <a:pt x="33635" y="16060"/>
                    <a:pt x="33646" y="16060"/>
                  </a:cubicBezTo>
                  <a:cubicBezTo>
                    <a:pt x="33679" y="16060"/>
                    <a:pt x="33725" y="16026"/>
                    <a:pt x="33770" y="15958"/>
                  </a:cubicBezTo>
                  <a:lnTo>
                    <a:pt x="33801" y="15958"/>
                  </a:lnTo>
                  <a:lnTo>
                    <a:pt x="33983" y="15927"/>
                  </a:lnTo>
                  <a:cubicBezTo>
                    <a:pt x="33983" y="16019"/>
                    <a:pt x="34196" y="16323"/>
                    <a:pt x="34317" y="16353"/>
                  </a:cubicBezTo>
                  <a:cubicBezTo>
                    <a:pt x="34469" y="16353"/>
                    <a:pt x="34591" y="16049"/>
                    <a:pt x="34561" y="15927"/>
                  </a:cubicBezTo>
                  <a:cubicBezTo>
                    <a:pt x="34547" y="15874"/>
                    <a:pt x="34557" y="15850"/>
                    <a:pt x="34581" y="15850"/>
                  </a:cubicBezTo>
                  <a:cubicBezTo>
                    <a:pt x="34610" y="15850"/>
                    <a:pt x="34661" y="15890"/>
                    <a:pt x="34713" y="15958"/>
                  </a:cubicBezTo>
                  <a:lnTo>
                    <a:pt x="35077" y="15958"/>
                  </a:lnTo>
                  <a:cubicBezTo>
                    <a:pt x="35260" y="15927"/>
                    <a:pt x="35442" y="15897"/>
                    <a:pt x="35624" y="15836"/>
                  </a:cubicBezTo>
                  <a:lnTo>
                    <a:pt x="35685" y="15867"/>
                  </a:lnTo>
                  <a:cubicBezTo>
                    <a:pt x="35741" y="15894"/>
                    <a:pt x="35785" y="15905"/>
                    <a:pt x="35823" y="15905"/>
                  </a:cubicBezTo>
                  <a:cubicBezTo>
                    <a:pt x="35910" y="15905"/>
                    <a:pt x="35965" y="15848"/>
                    <a:pt x="36050" y="15806"/>
                  </a:cubicBezTo>
                  <a:cubicBezTo>
                    <a:pt x="36050" y="15800"/>
                    <a:pt x="36052" y="15797"/>
                    <a:pt x="36057" y="15797"/>
                  </a:cubicBezTo>
                  <a:cubicBezTo>
                    <a:pt x="36073" y="15797"/>
                    <a:pt x="36117" y="15836"/>
                    <a:pt x="36141" y="15836"/>
                  </a:cubicBezTo>
                  <a:lnTo>
                    <a:pt x="36232" y="15867"/>
                  </a:lnTo>
                  <a:cubicBezTo>
                    <a:pt x="36293" y="15806"/>
                    <a:pt x="36354" y="15715"/>
                    <a:pt x="36384" y="15715"/>
                  </a:cubicBezTo>
                  <a:cubicBezTo>
                    <a:pt x="36445" y="15715"/>
                    <a:pt x="36476" y="15745"/>
                    <a:pt x="36506" y="15775"/>
                  </a:cubicBezTo>
                  <a:cubicBezTo>
                    <a:pt x="36506" y="15806"/>
                    <a:pt x="36415" y="15988"/>
                    <a:pt x="36506" y="16049"/>
                  </a:cubicBezTo>
                  <a:cubicBezTo>
                    <a:pt x="36521" y="16064"/>
                    <a:pt x="36533" y="16070"/>
                    <a:pt x="36545" y="16070"/>
                  </a:cubicBezTo>
                  <a:cubicBezTo>
                    <a:pt x="36581" y="16070"/>
                    <a:pt x="36604" y="16011"/>
                    <a:pt x="36628" y="15988"/>
                  </a:cubicBezTo>
                  <a:cubicBezTo>
                    <a:pt x="36658" y="15927"/>
                    <a:pt x="36688" y="15867"/>
                    <a:pt x="36719" y="15806"/>
                  </a:cubicBezTo>
                  <a:cubicBezTo>
                    <a:pt x="36749" y="15745"/>
                    <a:pt x="36810" y="15654"/>
                    <a:pt x="36840" y="15593"/>
                  </a:cubicBezTo>
                  <a:cubicBezTo>
                    <a:pt x="36848" y="15585"/>
                    <a:pt x="36865" y="15581"/>
                    <a:pt x="36888" y="15581"/>
                  </a:cubicBezTo>
                  <a:cubicBezTo>
                    <a:pt x="36950" y="15581"/>
                    <a:pt x="37055" y="15609"/>
                    <a:pt x="37144" y="15654"/>
                  </a:cubicBezTo>
                  <a:lnTo>
                    <a:pt x="37266" y="15745"/>
                  </a:lnTo>
                  <a:cubicBezTo>
                    <a:pt x="37254" y="15781"/>
                    <a:pt x="37228" y="15793"/>
                    <a:pt x="37199" y="15793"/>
                  </a:cubicBezTo>
                  <a:cubicBezTo>
                    <a:pt x="37154" y="15793"/>
                    <a:pt x="37102" y="15764"/>
                    <a:pt x="37083" y="15745"/>
                  </a:cubicBezTo>
                  <a:cubicBezTo>
                    <a:pt x="37075" y="15736"/>
                    <a:pt x="37058" y="15733"/>
                    <a:pt x="37038" y="15733"/>
                  </a:cubicBezTo>
                  <a:cubicBezTo>
                    <a:pt x="36990" y="15733"/>
                    <a:pt x="36923" y="15754"/>
                    <a:pt x="36901" y="15775"/>
                  </a:cubicBezTo>
                  <a:cubicBezTo>
                    <a:pt x="36871" y="15806"/>
                    <a:pt x="37023" y="15927"/>
                    <a:pt x="37114" y="15958"/>
                  </a:cubicBezTo>
                  <a:cubicBezTo>
                    <a:pt x="37138" y="15966"/>
                    <a:pt x="37163" y="15970"/>
                    <a:pt x="37187" y="15970"/>
                  </a:cubicBezTo>
                  <a:cubicBezTo>
                    <a:pt x="37254" y="15970"/>
                    <a:pt x="37321" y="15942"/>
                    <a:pt x="37387" y="15897"/>
                  </a:cubicBezTo>
                  <a:lnTo>
                    <a:pt x="37448" y="15836"/>
                  </a:lnTo>
                  <a:cubicBezTo>
                    <a:pt x="37509" y="15806"/>
                    <a:pt x="37600" y="15775"/>
                    <a:pt x="37631" y="15775"/>
                  </a:cubicBezTo>
                  <a:lnTo>
                    <a:pt x="37661" y="15836"/>
                  </a:lnTo>
                  <a:cubicBezTo>
                    <a:pt x="37665" y="15845"/>
                    <a:pt x="37671" y="15848"/>
                    <a:pt x="37678" y="15848"/>
                  </a:cubicBezTo>
                  <a:cubicBezTo>
                    <a:pt x="37723" y="15848"/>
                    <a:pt x="37821" y="15698"/>
                    <a:pt x="37874" y="15593"/>
                  </a:cubicBezTo>
                  <a:cubicBezTo>
                    <a:pt x="37881" y="15573"/>
                    <a:pt x="37892" y="15563"/>
                    <a:pt x="37907" y="15563"/>
                  </a:cubicBezTo>
                  <a:cubicBezTo>
                    <a:pt x="37960" y="15563"/>
                    <a:pt x="38060" y="15678"/>
                    <a:pt x="38178" y="15867"/>
                  </a:cubicBezTo>
                  <a:lnTo>
                    <a:pt x="38573" y="15867"/>
                  </a:lnTo>
                  <a:cubicBezTo>
                    <a:pt x="38786" y="15775"/>
                    <a:pt x="39029" y="15745"/>
                    <a:pt x="39242" y="15745"/>
                  </a:cubicBezTo>
                  <a:cubicBezTo>
                    <a:pt x="39258" y="15751"/>
                    <a:pt x="39275" y="15753"/>
                    <a:pt x="39291" y="15753"/>
                  </a:cubicBezTo>
                  <a:cubicBezTo>
                    <a:pt x="39363" y="15753"/>
                    <a:pt x="39424" y="15704"/>
                    <a:pt x="39424" y="15654"/>
                  </a:cubicBezTo>
                  <a:lnTo>
                    <a:pt x="39394" y="15593"/>
                  </a:lnTo>
                  <a:lnTo>
                    <a:pt x="39363" y="15563"/>
                  </a:lnTo>
                  <a:cubicBezTo>
                    <a:pt x="39287" y="15537"/>
                    <a:pt x="39508" y="15427"/>
                    <a:pt x="39671" y="15427"/>
                  </a:cubicBezTo>
                  <a:cubicBezTo>
                    <a:pt x="39704" y="15427"/>
                    <a:pt x="39733" y="15431"/>
                    <a:pt x="39758" y="15441"/>
                  </a:cubicBezTo>
                  <a:cubicBezTo>
                    <a:pt x="39880" y="15472"/>
                    <a:pt x="39971" y="15532"/>
                    <a:pt x="39941" y="15563"/>
                  </a:cubicBezTo>
                  <a:cubicBezTo>
                    <a:pt x="40009" y="15631"/>
                    <a:pt x="40077" y="15665"/>
                    <a:pt x="40159" y="15665"/>
                  </a:cubicBezTo>
                  <a:cubicBezTo>
                    <a:pt x="40186" y="15665"/>
                    <a:pt x="40214" y="15662"/>
                    <a:pt x="40245" y="15654"/>
                  </a:cubicBezTo>
                  <a:cubicBezTo>
                    <a:pt x="40300" y="15598"/>
                    <a:pt x="40356" y="15542"/>
                    <a:pt x="40426" y="15542"/>
                  </a:cubicBezTo>
                  <a:cubicBezTo>
                    <a:pt x="40470" y="15542"/>
                    <a:pt x="40520" y="15565"/>
                    <a:pt x="40579" y="15624"/>
                  </a:cubicBezTo>
                  <a:cubicBezTo>
                    <a:pt x="40585" y="15630"/>
                    <a:pt x="40596" y="15632"/>
                    <a:pt x="40610" y="15632"/>
                  </a:cubicBezTo>
                  <a:cubicBezTo>
                    <a:pt x="40668" y="15632"/>
                    <a:pt x="40780" y="15593"/>
                    <a:pt x="40853" y="15593"/>
                  </a:cubicBezTo>
                  <a:cubicBezTo>
                    <a:pt x="40913" y="15563"/>
                    <a:pt x="40974" y="15563"/>
                    <a:pt x="41035" y="15563"/>
                  </a:cubicBezTo>
                  <a:cubicBezTo>
                    <a:pt x="41065" y="15563"/>
                    <a:pt x="41126" y="15563"/>
                    <a:pt x="41126" y="15593"/>
                  </a:cubicBezTo>
                  <a:cubicBezTo>
                    <a:pt x="41156" y="15654"/>
                    <a:pt x="41126" y="15684"/>
                    <a:pt x="41096" y="15715"/>
                  </a:cubicBezTo>
                  <a:lnTo>
                    <a:pt x="41005" y="15745"/>
                  </a:lnTo>
                  <a:cubicBezTo>
                    <a:pt x="40913" y="15806"/>
                    <a:pt x="40944" y="15867"/>
                    <a:pt x="41126" y="15897"/>
                  </a:cubicBezTo>
                  <a:lnTo>
                    <a:pt x="41217" y="15775"/>
                  </a:lnTo>
                  <a:cubicBezTo>
                    <a:pt x="41238" y="15775"/>
                    <a:pt x="41258" y="15735"/>
                    <a:pt x="41296" y="15735"/>
                  </a:cubicBezTo>
                  <a:cubicBezTo>
                    <a:pt x="41315" y="15735"/>
                    <a:pt x="41339" y="15745"/>
                    <a:pt x="41369" y="15775"/>
                  </a:cubicBezTo>
                  <a:lnTo>
                    <a:pt x="41369" y="15806"/>
                  </a:lnTo>
                  <a:cubicBezTo>
                    <a:pt x="41400" y="15867"/>
                    <a:pt x="41400" y="15897"/>
                    <a:pt x="41369" y="15958"/>
                  </a:cubicBezTo>
                  <a:lnTo>
                    <a:pt x="41491" y="15958"/>
                  </a:lnTo>
                  <a:cubicBezTo>
                    <a:pt x="41552" y="15897"/>
                    <a:pt x="41582" y="15806"/>
                    <a:pt x="41582" y="15715"/>
                  </a:cubicBezTo>
                  <a:cubicBezTo>
                    <a:pt x="41582" y="15654"/>
                    <a:pt x="41704" y="15654"/>
                    <a:pt x="41825" y="15654"/>
                  </a:cubicBezTo>
                  <a:lnTo>
                    <a:pt x="41856" y="15684"/>
                  </a:lnTo>
                  <a:cubicBezTo>
                    <a:pt x="41916" y="15745"/>
                    <a:pt x="41856" y="15806"/>
                    <a:pt x="41734" y="15806"/>
                  </a:cubicBezTo>
                  <a:lnTo>
                    <a:pt x="41704" y="15806"/>
                  </a:lnTo>
                  <a:cubicBezTo>
                    <a:pt x="41673" y="15867"/>
                    <a:pt x="41734" y="15958"/>
                    <a:pt x="41825" y="15958"/>
                  </a:cubicBezTo>
                  <a:cubicBezTo>
                    <a:pt x="41845" y="15927"/>
                    <a:pt x="41866" y="15917"/>
                    <a:pt x="41886" y="15917"/>
                  </a:cubicBezTo>
                  <a:cubicBezTo>
                    <a:pt x="41927" y="15917"/>
                    <a:pt x="41967" y="15958"/>
                    <a:pt x="42008" y="15958"/>
                  </a:cubicBezTo>
                  <a:lnTo>
                    <a:pt x="42068" y="15958"/>
                  </a:lnTo>
                  <a:cubicBezTo>
                    <a:pt x="42190" y="15927"/>
                    <a:pt x="42281" y="15867"/>
                    <a:pt x="42342" y="15806"/>
                  </a:cubicBezTo>
                  <a:lnTo>
                    <a:pt x="42464" y="15836"/>
                  </a:lnTo>
                  <a:lnTo>
                    <a:pt x="42676" y="15897"/>
                  </a:lnTo>
                  <a:cubicBezTo>
                    <a:pt x="42980" y="15897"/>
                    <a:pt x="42980" y="15684"/>
                    <a:pt x="42980" y="15593"/>
                  </a:cubicBezTo>
                  <a:cubicBezTo>
                    <a:pt x="42980" y="15441"/>
                    <a:pt x="42980" y="15289"/>
                    <a:pt x="42950" y="15137"/>
                  </a:cubicBezTo>
                  <a:cubicBezTo>
                    <a:pt x="42919" y="15076"/>
                    <a:pt x="42980" y="14955"/>
                    <a:pt x="43071" y="14924"/>
                  </a:cubicBezTo>
                  <a:lnTo>
                    <a:pt x="43163" y="14894"/>
                  </a:lnTo>
                  <a:cubicBezTo>
                    <a:pt x="43178" y="14879"/>
                    <a:pt x="43185" y="14871"/>
                    <a:pt x="43193" y="14871"/>
                  </a:cubicBezTo>
                  <a:cubicBezTo>
                    <a:pt x="43201" y="14871"/>
                    <a:pt x="43208" y="14879"/>
                    <a:pt x="43223" y="14894"/>
                  </a:cubicBezTo>
                  <a:cubicBezTo>
                    <a:pt x="43254" y="14894"/>
                    <a:pt x="43284" y="14894"/>
                    <a:pt x="43284" y="14924"/>
                  </a:cubicBezTo>
                  <a:cubicBezTo>
                    <a:pt x="43315" y="14985"/>
                    <a:pt x="43345" y="15076"/>
                    <a:pt x="43406" y="15137"/>
                  </a:cubicBezTo>
                  <a:cubicBezTo>
                    <a:pt x="43436" y="15168"/>
                    <a:pt x="43497" y="15198"/>
                    <a:pt x="43558" y="15198"/>
                  </a:cubicBezTo>
                  <a:lnTo>
                    <a:pt x="43649" y="15228"/>
                  </a:lnTo>
                  <a:cubicBezTo>
                    <a:pt x="43675" y="15234"/>
                    <a:pt x="43698" y="15236"/>
                    <a:pt x="43717" y="15236"/>
                  </a:cubicBezTo>
                  <a:cubicBezTo>
                    <a:pt x="43809" y="15236"/>
                    <a:pt x="43821" y="15177"/>
                    <a:pt x="43771" y="15076"/>
                  </a:cubicBezTo>
                  <a:lnTo>
                    <a:pt x="43710" y="14985"/>
                  </a:lnTo>
                  <a:cubicBezTo>
                    <a:pt x="43801" y="14894"/>
                    <a:pt x="43892" y="14864"/>
                    <a:pt x="43983" y="14833"/>
                  </a:cubicBezTo>
                  <a:lnTo>
                    <a:pt x="44135" y="14864"/>
                  </a:lnTo>
                  <a:lnTo>
                    <a:pt x="44287" y="14924"/>
                  </a:lnTo>
                  <a:cubicBezTo>
                    <a:pt x="44287" y="14985"/>
                    <a:pt x="44257" y="15076"/>
                    <a:pt x="44196" y="15137"/>
                  </a:cubicBezTo>
                  <a:cubicBezTo>
                    <a:pt x="44166" y="15137"/>
                    <a:pt x="44257" y="15289"/>
                    <a:pt x="44318" y="15350"/>
                  </a:cubicBezTo>
                  <a:cubicBezTo>
                    <a:pt x="44332" y="15364"/>
                    <a:pt x="44346" y="15370"/>
                    <a:pt x="44360" y="15370"/>
                  </a:cubicBezTo>
                  <a:cubicBezTo>
                    <a:pt x="44405" y="15370"/>
                    <a:pt x="44446" y="15305"/>
                    <a:pt x="44470" y="15259"/>
                  </a:cubicBezTo>
                  <a:cubicBezTo>
                    <a:pt x="44470" y="15255"/>
                    <a:pt x="44475" y="15253"/>
                    <a:pt x="44484" y="15253"/>
                  </a:cubicBezTo>
                  <a:cubicBezTo>
                    <a:pt x="44541" y="15253"/>
                    <a:pt x="44756" y="15328"/>
                    <a:pt x="44834" y="15380"/>
                  </a:cubicBezTo>
                  <a:cubicBezTo>
                    <a:pt x="44926" y="15441"/>
                    <a:pt x="44956" y="15502"/>
                    <a:pt x="44926" y="15532"/>
                  </a:cubicBezTo>
                  <a:cubicBezTo>
                    <a:pt x="44682" y="15563"/>
                    <a:pt x="44470" y="15593"/>
                    <a:pt x="44226" y="15624"/>
                  </a:cubicBezTo>
                  <a:cubicBezTo>
                    <a:pt x="44196" y="15624"/>
                    <a:pt x="44166" y="15684"/>
                    <a:pt x="44166" y="15715"/>
                  </a:cubicBezTo>
                  <a:cubicBezTo>
                    <a:pt x="44226" y="15745"/>
                    <a:pt x="44287" y="15775"/>
                    <a:pt x="44378" y="15775"/>
                  </a:cubicBezTo>
                  <a:lnTo>
                    <a:pt x="44409" y="15927"/>
                  </a:lnTo>
                  <a:lnTo>
                    <a:pt x="44439" y="15958"/>
                  </a:lnTo>
                  <a:cubicBezTo>
                    <a:pt x="44561" y="15836"/>
                    <a:pt x="44652" y="15745"/>
                    <a:pt x="44804" y="15684"/>
                  </a:cubicBezTo>
                  <a:lnTo>
                    <a:pt x="44956" y="15775"/>
                  </a:lnTo>
                  <a:cubicBezTo>
                    <a:pt x="45108" y="15897"/>
                    <a:pt x="45321" y="15958"/>
                    <a:pt x="45503" y="15958"/>
                  </a:cubicBezTo>
                  <a:lnTo>
                    <a:pt x="45716" y="15927"/>
                  </a:lnTo>
                  <a:cubicBezTo>
                    <a:pt x="45929" y="15806"/>
                    <a:pt x="46172" y="15654"/>
                    <a:pt x="46141" y="15624"/>
                  </a:cubicBezTo>
                  <a:cubicBezTo>
                    <a:pt x="46081" y="15593"/>
                    <a:pt x="45959" y="15502"/>
                    <a:pt x="45837" y="15411"/>
                  </a:cubicBezTo>
                  <a:lnTo>
                    <a:pt x="45746" y="15320"/>
                  </a:lnTo>
                  <a:cubicBezTo>
                    <a:pt x="45746" y="15289"/>
                    <a:pt x="45746" y="15228"/>
                    <a:pt x="45777" y="15228"/>
                  </a:cubicBezTo>
                  <a:lnTo>
                    <a:pt x="45929" y="15228"/>
                  </a:lnTo>
                  <a:lnTo>
                    <a:pt x="45959" y="15289"/>
                  </a:lnTo>
                  <a:cubicBezTo>
                    <a:pt x="45965" y="15295"/>
                    <a:pt x="45976" y="15297"/>
                    <a:pt x="45992" y="15297"/>
                  </a:cubicBezTo>
                  <a:cubicBezTo>
                    <a:pt x="46063" y="15297"/>
                    <a:pt x="46219" y="15248"/>
                    <a:pt x="46293" y="15198"/>
                  </a:cubicBezTo>
                  <a:cubicBezTo>
                    <a:pt x="46303" y="15191"/>
                    <a:pt x="46313" y="15188"/>
                    <a:pt x="46323" y="15188"/>
                  </a:cubicBezTo>
                  <a:cubicBezTo>
                    <a:pt x="46403" y="15188"/>
                    <a:pt x="46472" y="15390"/>
                    <a:pt x="46445" y="15472"/>
                  </a:cubicBezTo>
                  <a:cubicBezTo>
                    <a:pt x="46415" y="15563"/>
                    <a:pt x="46597" y="15624"/>
                    <a:pt x="46658" y="15624"/>
                  </a:cubicBezTo>
                  <a:cubicBezTo>
                    <a:pt x="46719" y="15624"/>
                    <a:pt x="46506" y="15472"/>
                    <a:pt x="46537" y="15380"/>
                  </a:cubicBezTo>
                  <a:cubicBezTo>
                    <a:pt x="46537" y="15305"/>
                    <a:pt x="46681" y="15251"/>
                    <a:pt x="46833" y="15251"/>
                  </a:cubicBezTo>
                  <a:cubicBezTo>
                    <a:pt x="46866" y="15251"/>
                    <a:pt x="46899" y="15253"/>
                    <a:pt x="46932" y="15259"/>
                  </a:cubicBezTo>
                  <a:lnTo>
                    <a:pt x="47023" y="15320"/>
                  </a:lnTo>
                  <a:cubicBezTo>
                    <a:pt x="47101" y="15378"/>
                    <a:pt x="47180" y="15412"/>
                    <a:pt x="47267" y="15412"/>
                  </a:cubicBezTo>
                  <a:cubicBezTo>
                    <a:pt x="47314" y="15412"/>
                    <a:pt x="47364" y="15402"/>
                    <a:pt x="47418" y="15380"/>
                  </a:cubicBezTo>
                  <a:cubicBezTo>
                    <a:pt x="47466" y="15344"/>
                    <a:pt x="47523" y="15327"/>
                    <a:pt x="47581" y="15327"/>
                  </a:cubicBezTo>
                  <a:cubicBezTo>
                    <a:pt x="47669" y="15327"/>
                    <a:pt x="47758" y="15368"/>
                    <a:pt x="47813" y="15441"/>
                  </a:cubicBezTo>
                  <a:lnTo>
                    <a:pt x="47904" y="15532"/>
                  </a:lnTo>
                  <a:cubicBezTo>
                    <a:pt x="48026" y="15472"/>
                    <a:pt x="48147" y="15380"/>
                    <a:pt x="48239" y="15289"/>
                  </a:cubicBezTo>
                  <a:lnTo>
                    <a:pt x="48208" y="15259"/>
                  </a:lnTo>
                  <a:lnTo>
                    <a:pt x="48056" y="15137"/>
                  </a:lnTo>
                  <a:cubicBezTo>
                    <a:pt x="48085" y="15130"/>
                    <a:pt x="48115" y="15126"/>
                    <a:pt x="48146" y="15126"/>
                  </a:cubicBezTo>
                  <a:cubicBezTo>
                    <a:pt x="48245" y="15126"/>
                    <a:pt x="48344" y="15166"/>
                    <a:pt x="48391" y="15259"/>
                  </a:cubicBezTo>
                  <a:lnTo>
                    <a:pt x="48482" y="15289"/>
                  </a:lnTo>
                  <a:cubicBezTo>
                    <a:pt x="48526" y="15300"/>
                    <a:pt x="48567" y="15307"/>
                    <a:pt x="48606" y="15307"/>
                  </a:cubicBezTo>
                  <a:cubicBezTo>
                    <a:pt x="48674" y="15307"/>
                    <a:pt x="48739" y="15286"/>
                    <a:pt x="48816" y="15228"/>
                  </a:cubicBezTo>
                  <a:lnTo>
                    <a:pt x="48877" y="15198"/>
                  </a:lnTo>
                  <a:cubicBezTo>
                    <a:pt x="49059" y="15228"/>
                    <a:pt x="49120" y="15320"/>
                    <a:pt x="49059" y="15441"/>
                  </a:cubicBezTo>
                  <a:lnTo>
                    <a:pt x="49059" y="15532"/>
                  </a:lnTo>
                  <a:cubicBezTo>
                    <a:pt x="49181" y="15593"/>
                    <a:pt x="49211" y="15654"/>
                    <a:pt x="49181" y="15654"/>
                  </a:cubicBezTo>
                  <a:lnTo>
                    <a:pt x="49090" y="15654"/>
                  </a:lnTo>
                  <a:cubicBezTo>
                    <a:pt x="48999" y="15654"/>
                    <a:pt x="48968" y="15715"/>
                    <a:pt x="48968" y="15775"/>
                  </a:cubicBezTo>
                  <a:lnTo>
                    <a:pt x="49090" y="15806"/>
                  </a:lnTo>
                  <a:lnTo>
                    <a:pt x="49211" y="15836"/>
                  </a:lnTo>
                  <a:cubicBezTo>
                    <a:pt x="49181" y="15927"/>
                    <a:pt x="49181" y="16019"/>
                    <a:pt x="49181" y="16110"/>
                  </a:cubicBezTo>
                  <a:lnTo>
                    <a:pt x="49242" y="16110"/>
                  </a:lnTo>
                  <a:cubicBezTo>
                    <a:pt x="49333" y="16049"/>
                    <a:pt x="49424" y="15988"/>
                    <a:pt x="49485" y="15897"/>
                  </a:cubicBezTo>
                  <a:cubicBezTo>
                    <a:pt x="49546" y="15867"/>
                    <a:pt x="49363" y="15654"/>
                    <a:pt x="49424" y="15593"/>
                  </a:cubicBezTo>
                  <a:cubicBezTo>
                    <a:pt x="49515" y="15502"/>
                    <a:pt x="49394" y="15441"/>
                    <a:pt x="49333" y="15411"/>
                  </a:cubicBezTo>
                  <a:cubicBezTo>
                    <a:pt x="49303" y="15411"/>
                    <a:pt x="49333" y="15259"/>
                    <a:pt x="49485" y="15107"/>
                  </a:cubicBezTo>
                  <a:lnTo>
                    <a:pt x="49698" y="15107"/>
                  </a:lnTo>
                  <a:cubicBezTo>
                    <a:pt x="49728" y="15137"/>
                    <a:pt x="49758" y="15198"/>
                    <a:pt x="49728" y="15259"/>
                  </a:cubicBezTo>
                  <a:lnTo>
                    <a:pt x="49667" y="15259"/>
                  </a:lnTo>
                  <a:cubicBezTo>
                    <a:pt x="49606" y="15259"/>
                    <a:pt x="49667" y="15350"/>
                    <a:pt x="49698" y="15380"/>
                  </a:cubicBezTo>
                  <a:cubicBezTo>
                    <a:pt x="49700" y="15383"/>
                    <a:pt x="49705" y="15384"/>
                    <a:pt x="49710" y="15384"/>
                  </a:cubicBezTo>
                  <a:cubicBezTo>
                    <a:pt x="49765" y="15384"/>
                    <a:pt x="49946" y="15253"/>
                    <a:pt x="50002" y="15198"/>
                  </a:cubicBezTo>
                  <a:cubicBezTo>
                    <a:pt x="50032" y="15168"/>
                    <a:pt x="50070" y="15152"/>
                    <a:pt x="50108" y="15152"/>
                  </a:cubicBezTo>
                  <a:cubicBezTo>
                    <a:pt x="50146" y="15152"/>
                    <a:pt x="50184" y="15168"/>
                    <a:pt x="50214" y="15198"/>
                  </a:cubicBezTo>
                  <a:lnTo>
                    <a:pt x="50275" y="15228"/>
                  </a:lnTo>
                  <a:lnTo>
                    <a:pt x="50336" y="15289"/>
                  </a:lnTo>
                  <a:cubicBezTo>
                    <a:pt x="50427" y="15350"/>
                    <a:pt x="50488" y="15380"/>
                    <a:pt x="50579" y="15441"/>
                  </a:cubicBezTo>
                  <a:cubicBezTo>
                    <a:pt x="50579" y="15450"/>
                    <a:pt x="50584" y="15454"/>
                    <a:pt x="50593" y="15454"/>
                  </a:cubicBezTo>
                  <a:cubicBezTo>
                    <a:pt x="50612" y="15454"/>
                    <a:pt x="50649" y="15432"/>
                    <a:pt x="50670" y="15411"/>
                  </a:cubicBezTo>
                  <a:lnTo>
                    <a:pt x="50701" y="15380"/>
                  </a:lnTo>
                  <a:lnTo>
                    <a:pt x="50731" y="15350"/>
                  </a:lnTo>
                  <a:cubicBezTo>
                    <a:pt x="50731" y="15289"/>
                    <a:pt x="51035" y="15016"/>
                    <a:pt x="51065" y="14894"/>
                  </a:cubicBezTo>
                  <a:cubicBezTo>
                    <a:pt x="51084" y="14857"/>
                    <a:pt x="51131" y="14845"/>
                    <a:pt x="51191" y="14845"/>
                  </a:cubicBezTo>
                  <a:cubicBezTo>
                    <a:pt x="51293" y="14845"/>
                    <a:pt x="51434" y="14879"/>
                    <a:pt x="51543" y="14879"/>
                  </a:cubicBezTo>
                  <a:cubicBezTo>
                    <a:pt x="51581" y="14879"/>
                    <a:pt x="51616" y="14875"/>
                    <a:pt x="51643" y="14864"/>
                  </a:cubicBezTo>
                  <a:cubicBezTo>
                    <a:pt x="51662" y="14856"/>
                    <a:pt x="51680" y="14853"/>
                    <a:pt x="51696" y="14853"/>
                  </a:cubicBezTo>
                  <a:cubicBezTo>
                    <a:pt x="51807" y="14853"/>
                    <a:pt x="51841" y="15016"/>
                    <a:pt x="51734" y="15016"/>
                  </a:cubicBezTo>
                  <a:cubicBezTo>
                    <a:pt x="51643" y="15046"/>
                    <a:pt x="51582" y="15107"/>
                    <a:pt x="51582" y="15228"/>
                  </a:cubicBezTo>
                  <a:cubicBezTo>
                    <a:pt x="51613" y="15259"/>
                    <a:pt x="51521" y="15472"/>
                    <a:pt x="51582" y="15502"/>
                  </a:cubicBezTo>
                  <a:cubicBezTo>
                    <a:pt x="51643" y="15502"/>
                    <a:pt x="51856" y="15320"/>
                    <a:pt x="52099" y="15076"/>
                  </a:cubicBezTo>
                  <a:lnTo>
                    <a:pt x="52464" y="15289"/>
                  </a:lnTo>
                  <a:lnTo>
                    <a:pt x="52524" y="15289"/>
                  </a:lnTo>
                  <a:cubicBezTo>
                    <a:pt x="52585" y="15289"/>
                    <a:pt x="52707" y="15228"/>
                    <a:pt x="52676" y="15198"/>
                  </a:cubicBezTo>
                  <a:cubicBezTo>
                    <a:pt x="52646" y="15168"/>
                    <a:pt x="52494" y="14985"/>
                    <a:pt x="52524" y="14924"/>
                  </a:cubicBezTo>
                  <a:cubicBezTo>
                    <a:pt x="52524" y="14899"/>
                    <a:pt x="52557" y="14889"/>
                    <a:pt x="52599" y="14889"/>
                  </a:cubicBezTo>
                  <a:cubicBezTo>
                    <a:pt x="52657" y="14889"/>
                    <a:pt x="52733" y="14907"/>
                    <a:pt x="52768" y="14924"/>
                  </a:cubicBezTo>
                  <a:cubicBezTo>
                    <a:pt x="52776" y="14929"/>
                    <a:pt x="52784" y="14930"/>
                    <a:pt x="52792" y="14930"/>
                  </a:cubicBezTo>
                  <a:cubicBezTo>
                    <a:pt x="52844" y="14930"/>
                    <a:pt x="52889" y="14855"/>
                    <a:pt x="52889" y="14803"/>
                  </a:cubicBezTo>
                  <a:cubicBezTo>
                    <a:pt x="52902" y="14777"/>
                    <a:pt x="52926" y="14768"/>
                    <a:pt x="52951" y="14768"/>
                  </a:cubicBezTo>
                  <a:cubicBezTo>
                    <a:pt x="52986" y="14768"/>
                    <a:pt x="53024" y="14785"/>
                    <a:pt x="53041" y="14803"/>
                  </a:cubicBezTo>
                  <a:cubicBezTo>
                    <a:pt x="53072" y="14833"/>
                    <a:pt x="53041" y="14924"/>
                    <a:pt x="52980" y="14985"/>
                  </a:cubicBezTo>
                  <a:lnTo>
                    <a:pt x="53193" y="14985"/>
                  </a:lnTo>
                  <a:cubicBezTo>
                    <a:pt x="53254" y="14985"/>
                    <a:pt x="53284" y="14955"/>
                    <a:pt x="53345" y="14924"/>
                  </a:cubicBezTo>
                  <a:cubicBezTo>
                    <a:pt x="53467" y="15016"/>
                    <a:pt x="53558" y="15137"/>
                    <a:pt x="53649" y="15289"/>
                  </a:cubicBezTo>
                  <a:cubicBezTo>
                    <a:pt x="53680" y="15380"/>
                    <a:pt x="53983" y="15502"/>
                    <a:pt x="54105" y="15532"/>
                  </a:cubicBezTo>
                  <a:cubicBezTo>
                    <a:pt x="54227" y="15532"/>
                    <a:pt x="54196" y="15320"/>
                    <a:pt x="54135" y="15259"/>
                  </a:cubicBezTo>
                  <a:cubicBezTo>
                    <a:pt x="54105" y="15137"/>
                    <a:pt x="54135" y="15046"/>
                    <a:pt x="54196" y="14955"/>
                  </a:cubicBezTo>
                  <a:cubicBezTo>
                    <a:pt x="54211" y="14940"/>
                    <a:pt x="54234" y="14932"/>
                    <a:pt x="54257" y="14932"/>
                  </a:cubicBezTo>
                  <a:cubicBezTo>
                    <a:pt x="54280" y="14932"/>
                    <a:pt x="54303" y="14940"/>
                    <a:pt x="54318" y="14955"/>
                  </a:cubicBezTo>
                  <a:cubicBezTo>
                    <a:pt x="54379" y="15076"/>
                    <a:pt x="54439" y="15168"/>
                    <a:pt x="54531" y="15289"/>
                  </a:cubicBezTo>
                  <a:lnTo>
                    <a:pt x="54743" y="15289"/>
                  </a:lnTo>
                  <a:cubicBezTo>
                    <a:pt x="54804" y="15259"/>
                    <a:pt x="54774" y="15168"/>
                    <a:pt x="54743" y="15168"/>
                  </a:cubicBezTo>
                  <a:lnTo>
                    <a:pt x="55017" y="15168"/>
                  </a:lnTo>
                  <a:cubicBezTo>
                    <a:pt x="55078" y="15168"/>
                    <a:pt x="55139" y="15107"/>
                    <a:pt x="55169" y="15046"/>
                  </a:cubicBezTo>
                  <a:cubicBezTo>
                    <a:pt x="55169" y="15016"/>
                    <a:pt x="55290" y="14894"/>
                    <a:pt x="55351" y="14894"/>
                  </a:cubicBezTo>
                  <a:cubicBezTo>
                    <a:pt x="55360" y="14898"/>
                    <a:pt x="55367" y="14900"/>
                    <a:pt x="55375" y="14900"/>
                  </a:cubicBezTo>
                  <a:cubicBezTo>
                    <a:pt x="55420" y="14900"/>
                    <a:pt x="55447" y="14825"/>
                    <a:pt x="55473" y="14772"/>
                  </a:cubicBezTo>
                  <a:cubicBezTo>
                    <a:pt x="55479" y="14760"/>
                    <a:pt x="55497" y="14755"/>
                    <a:pt x="55521" y="14755"/>
                  </a:cubicBezTo>
                  <a:cubicBezTo>
                    <a:pt x="55588" y="14755"/>
                    <a:pt x="55708" y="14790"/>
                    <a:pt x="55805" y="14790"/>
                  </a:cubicBezTo>
                  <a:cubicBezTo>
                    <a:pt x="55840" y="14790"/>
                    <a:pt x="55873" y="14785"/>
                    <a:pt x="55898" y="14772"/>
                  </a:cubicBezTo>
                  <a:cubicBezTo>
                    <a:pt x="55925" y="14764"/>
                    <a:pt x="55952" y="14760"/>
                    <a:pt x="55976" y="14760"/>
                  </a:cubicBezTo>
                  <a:cubicBezTo>
                    <a:pt x="56035" y="14760"/>
                    <a:pt x="56081" y="14781"/>
                    <a:pt x="56081" y="14803"/>
                  </a:cubicBezTo>
                  <a:lnTo>
                    <a:pt x="56081" y="14864"/>
                  </a:lnTo>
                  <a:cubicBezTo>
                    <a:pt x="56081" y="14921"/>
                    <a:pt x="56130" y="14943"/>
                    <a:pt x="56181" y="14943"/>
                  </a:cubicBezTo>
                  <a:cubicBezTo>
                    <a:pt x="56211" y="14943"/>
                    <a:pt x="56241" y="14936"/>
                    <a:pt x="56263" y="14924"/>
                  </a:cubicBezTo>
                  <a:cubicBezTo>
                    <a:pt x="56294" y="14894"/>
                    <a:pt x="56324" y="14803"/>
                    <a:pt x="56385" y="14803"/>
                  </a:cubicBezTo>
                  <a:lnTo>
                    <a:pt x="56446" y="14772"/>
                  </a:lnTo>
                  <a:cubicBezTo>
                    <a:pt x="56537" y="14772"/>
                    <a:pt x="56537" y="14651"/>
                    <a:pt x="56537" y="14620"/>
                  </a:cubicBezTo>
                  <a:cubicBezTo>
                    <a:pt x="56530" y="14606"/>
                    <a:pt x="56542" y="14600"/>
                    <a:pt x="56567" y="14600"/>
                  </a:cubicBezTo>
                  <a:cubicBezTo>
                    <a:pt x="56650" y="14600"/>
                    <a:pt x="56869" y="14665"/>
                    <a:pt x="56962" y="14712"/>
                  </a:cubicBezTo>
                  <a:cubicBezTo>
                    <a:pt x="57103" y="14740"/>
                    <a:pt x="57269" y="14897"/>
                    <a:pt x="57341" y="14897"/>
                  </a:cubicBezTo>
                  <a:cubicBezTo>
                    <a:pt x="57347" y="14897"/>
                    <a:pt x="57353" y="14896"/>
                    <a:pt x="57357" y="14894"/>
                  </a:cubicBezTo>
                  <a:cubicBezTo>
                    <a:pt x="57368" y="14889"/>
                    <a:pt x="57377" y="14886"/>
                    <a:pt x="57384" y="14886"/>
                  </a:cubicBezTo>
                  <a:cubicBezTo>
                    <a:pt x="57416" y="14886"/>
                    <a:pt x="57407" y="14941"/>
                    <a:pt x="57357" y="15016"/>
                  </a:cubicBezTo>
                  <a:lnTo>
                    <a:pt x="57449" y="15107"/>
                  </a:lnTo>
                  <a:lnTo>
                    <a:pt x="57449" y="15137"/>
                  </a:lnTo>
                  <a:cubicBezTo>
                    <a:pt x="57570" y="15107"/>
                    <a:pt x="57661" y="15046"/>
                    <a:pt x="57753" y="14955"/>
                  </a:cubicBezTo>
                  <a:cubicBezTo>
                    <a:pt x="57783" y="14940"/>
                    <a:pt x="57821" y="14932"/>
                    <a:pt x="57859" y="14932"/>
                  </a:cubicBezTo>
                  <a:cubicBezTo>
                    <a:pt x="57897" y="14932"/>
                    <a:pt x="57935" y="14940"/>
                    <a:pt x="57965" y="14955"/>
                  </a:cubicBezTo>
                  <a:cubicBezTo>
                    <a:pt x="57965" y="14957"/>
                    <a:pt x="57966" y="14957"/>
                    <a:pt x="57966" y="14957"/>
                  </a:cubicBezTo>
                  <a:cubicBezTo>
                    <a:pt x="57976" y="14957"/>
                    <a:pt x="58060" y="14737"/>
                    <a:pt x="58117" y="14651"/>
                  </a:cubicBezTo>
                  <a:cubicBezTo>
                    <a:pt x="58174" y="14613"/>
                    <a:pt x="58253" y="14587"/>
                    <a:pt x="58327" y="14587"/>
                  </a:cubicBezTo>
                  <a:cubicBezTo>
                    <a:pt x="58373" y="14587"/>
                    <a:pt x="58417" y="14597"/>
                    <a:pt x="58452" y="14620"/>
                  </a:cubicBezTo>
                  <a:lnTo>
                    <a:pt x="58482" y="14620"/>
                  </a:lnTo>
                  <a:lnTo>
                    <a:pt x="58634" y="14499"/>
                  </a:lnTo>
                  <a:cubicBezTo>
                    <a:pt x="58756" y="14560"/>
                    <a:pt x="58999" y="14712"/>
                    <a:pt x="59060" y="14712"/>
                  </a:cubicBezTo>
                  <a:cubicBezTo>
                    <a:pt x="59120" y="14681"/>
                    <a:pt x="59364" y="14590"/>
                    <a:pt x="59424" y="14560"/>
                  </a:cubicBezTo>
                  <a:cubicBezTo>
                    <a:pt x="59462" y="14547"/>
                    <a:pt x="59500" y="14540"/>
                    <a:pt x="59535" y="14540"/>
                  </a:cubicBezTo>
                  <a:cubicBezTo>
                    <a:pt x="59586" y="14540"/>
                    <a:pt x="59632" y="14554"/>
                    <a:pt x="59667" y="14590"/>
                  </a:cubicBezTo>
                  <a:cubicBezTo>
                    <a:pt x="59728" y="14651"/>
                    <a:pt x="59789" y="14651"/>
                    <a:pt x="59880" y="14681"/>
                  </a:cubicBezTo>
                  <a:lnTo>
                    <a:pt x="59971" y="14620"/>
                  </a:lnTo>
                  <a:cubicBezTo>
                    <a:pt x="60032" y="14590"/>
                    <a:pt x="60063" y="14529"/>
                    <a:pt x="60093" y="14438"/>
                  </a:cubicBezTo>
                  <a:cubicBezTo>
                    <a:pt x="60096" y="14435"/>
                    <a:pt x="60103" y="14433"/>
                    <a:pt x="60111" y="14433"/>
                  </a:cubicBezTo>
                  <a:cubicBezTo>
                    <a:pt x="60181" y="14433"/>
                    <a:pt x="60407" y="14533"/>
                    <a:pt x="60488" y="14560"/>
                  </a:cubicBezTo>
                  <a:cubicBezTo>
                    <a:pt x="60498" y="14563"/>
                    <a:pt x="60509" y="14564"/>
                    <a:pt x="60522" y="14564"/>
                  </a:cubicBezTo>
                  <a:cubicBezTo>
                    <a:pt x="60623" y="14564"/>
                    <a:pt x="60789" y="14462"/>
                    <a:pt x="60762" y="14408"/>
                  </a:cubicBezTo>
                  <a:cubicBezTo>
                    <a:pt x="60762" y="14398"/>
                    <a:pt x="60766" y="14394"/>
                    <a:pt x="60774" y="14394"/>
                  </a:cubicBezTo>
                  <a:cubicBezTo>
                    <a:pt x="60817" y="14394"/>
                    <a:pt x="60959" y="14513"/>
                    <a:pt x="61035" y="14590"/>
                  </a:cubicBezTo>
                  <a:cubicBezTo>
                    <a:pt x="61073" y="14603"/>
                    <a:pt x="61116" y="14610"/>
                    <a:pt x="61160" y="14610"/>
                  </a:cubicBezTo>
                  <a:cubicBezTo>
                    <a:pt x="61222" y="14610"/>
                    <a:pt x="61286" y="14595"/>
                    <a:pt x="61339" y="14560"/>
                  </a:cubicBezTo>
                  <a:cubicBezTo>
                    <a:pt x="61370" y="14468"/>
                    <a:pt x="61400" y="14408"/>
                    <a:pt x="61400" y="14347"/>
                  </a:cubicBezTo>
                  <a:lnTo>
                    <a:pt x="61400" y="14317"/>
                  </a:lnTo>
                  <a:lnTo>
                    <a:pt x="61400" y="14256"/>
                  </a:lnTo>
                  <a:cubicBezTo>
                    <a:pt x="61339" y="14134"/>
                    <a:pt x="61218" y="14073"/>
                    <a:pt x="61126" y="14073"/>
                  </a:cubicBezTo>
                  <a:lnTo>
                    <a:pt x="61005" y="14043"/>
                  </a:lnTo>
                  <a:cubicBezTo>
                    <a:pt x="60974" y="14013"/>
                    <a:pt x="60944" y="13982"/>
                    <a:pt x="60944" y="13921"/>
                  </a:cubicBezTo>
                  <a:lnTo>
                    <a:pt x="60944" y="13830"/>
                  </a:lnTo>
                  <a:cubicBezTo>
                    <a:pt x="61035" y="13709"/>
                    <a:pt x="61096" y="13557"/>
                    <a:pt x="61096" y="13374"/>
                  </a:cubicBezTo>
                  <a:lnTo>
                    <a:pt x="61430" y="13374"/>
                  </a:lnTo>
                  <a:cubicBezTo>
                    <a:pt x="61522" y="13359"/>
                    <a:pt x="61613" y="13351"/>
                    <a:pt x="61704" y="13351"/>
                  </a:cubicBezTo>
                  <a:cubicBezTo>
                    <a:pt x="61795" y="13351"/>
                    <a:pt x="61886" y="13359"/>
                    <a:pt x="61978" y="13374"/>
                  </a:cubicBezTo>
                  <a:lnTo>
                    <a:pt x="62008" y="13374"/>
                  </a:lnTo>
                  <a:cubicBezTo>
                    <a:pt x="62160" y="13465"/>
                    <a:pt x="61978" y="13435"/>
                    <a:pt x="61978" y="13526"/>
                  </a:cubicBezTo>
                  <a:cubicBezTo>
                    <a:pt x="61978" y="13617"/>
                    <a:pt x="61947" y="13648"/>
                    <a:pt x="61826" y="13648"/>
                  </a:cubicBezTo>
                  <a:lnTo>
                    <a:pt x="61795" y="13648"/>
                  </a:lnTo>
                  <a:cubicBezTo>
                    <a:pt x="61741" y="13648"/>
                    <a:pt x="61519" y="13552"/>
                    <a:pt x="61428" y="13552"/>
                  </a:cubicBezTo>
                  <a:cubicBezTo>
                    <a:pt x="61416" y="13552"/>
                    <a:pt x="61407" y="13553"/>
                    <a:pt x="61400" y="13557"/>
                  </a:cubicBezTo>
                  <a:cubicBezTo>
                    <a:pt x="61339" y="13587"/>
                    <a:pt x="61400" y="13891"/>
                    <a:pt x="61400" y="13982"/>
                  </a:cubicBezTo>
                  <a:cubicBezTo>
                    <a:pt x="61400" y="14073"/>
                    <a:pt x="61461" y="14165"/>
                    <a:pt x="61552" y="14195"/>
                  </a:cubicBezTo>
                  <a:lnTo>
                    <a:pt x="61582" y="14104"/>
                  </a:lnTo>
                  <a:cubicBezTo>
                    <a:pt x="61613" y="14043"/>
                    <a:pt x="61613" y="13952"/>
                    <a:pt x="61643" y="13921"/>
                  </a:cubicBezTo>
                  <a:cubicBezTo>
                    <a:pt x="61655" y="13915"/>
                    <a:pt x="61669" y="13913"/>
                    <a:pt x="61683" y="13913"/>
                  </a:cubicBezTo>
                  <a:cubicBezTo>
                    <a:pt x="61740" y="13913"/>
                    <a:pt x="61813" y="13952"/>
                    <a:pt x="61886" y="13952"/>
                  </a:cubicBezTo>
                  <a:lnTo>
                    <a:pt x="62038" y="13952"/>
                  </a:lnTo>
                  <a:cubicBezTo>
                    <a:pt x="62190" y="14013"/>
                    <a:pt x="62221" y="14104"/>
                    <a:pt x="62190" y="14104"/>
                  </a:cubicBezTo>
                  <a:cubicBezTo>
                    <a:pt x="62145" y="14119"/>
                    <a:pt x="62107" y="14127"/>
                    <a:pt x="62069" y="14127"/>
                  </a:cubicBezTo>
                  <a:cubicBezTo>
                    <a:pt x="62031" y="14127"/>
                    <a:pt x="61993" y="14119"/>
                    <a:pt x="61947" y="14104"/>
                  </a:cubicBezTo>
                  <a:lnTo>
                    <a:pt x="61856" y="14165"/>
                  </a:lnTo>
                  <a:lnTo>
                    <a:pt x="61613" y="14317"/>
                  </a:lnTo>
                  <a:cubicBezTo>
                    <a:pt x="61613" y="14523"/>
                    <a:pt x="61701" y="14664"/>
                    <a:pt x="61821" y="14664"/>
                  </a:cubicBezTo>
                  <a:cubicBezTo>
                    <a:pt x="61842" y="14664"/>
                    <a:pt x="61864" y="14660"/>
                    <a:pt x="61886" y="14651"/>
                  </a:cubicBezTo>
                  <a:lnTo>
                    <a:pt x="61856" y="14499"/>
                  </a:lnTo>
                  <a:cubicBezTo>
                    <a:pt x="61856" y="14438"/>
                    <a:pt x="61886" y="14438"/>
                    <a:pt x="61947" y="14438"/>
                  </a:cubicBezTo>
                  <a:lnTo>
                    <a:pt x="61978" y="14468"/>
                  </a:lnTo>
                  <a:cubicBezTo>
                    <a:pt x="62038" y="14499"/>
                    <a:pt x="62069" y="14560"/>
                    <a:pt x="62099" y="14620"/>
                  </a:cubicBezTo>
                  <a:lnTo>
                    <a:pt x="62130" y="14833"/>
                  </a:lnTo>
                  <a:cubicBezTo>
                    <a:pt x="62281" y="14772"/>
                    <a:pt x="62373" y="14681"/>
                    <a:pt x="62342" y="14651"/>
                  </a:cubicBezTo>
                  <a:cubicBezTo>
                    <a:pt x="62585" y="14560"/>
                    <a:pt x="62829" y="14499"/>
                    <a:pt x="63072" y="14468"/>
                  </a:cubicBezTo>
                  <a:cubicBezTo>
                    <a:pt x="63160" y="14446"/>
                    <a:pt x="63237" y="14432"/>
                    <a:pt x="63298" y="14426"/>
                  </a:cubicBezTo>
                  <a:lnTo>
                    <a:pt x="63298" y="14426"/>
                  </a:lnTo>
                  <a:lnTo>
                    <a:pt x="63383" y="14448"/>
                  </a:lnTo>
                  <a:lnTo>
                    <a:pt x="63383" y="14448"/>
                  </a:lnTo>
                  <a:cubicBezTo>
                    <a:pt x="63388" y="14440"/>
                    <a:pt x="63392" y="14432"/>
                    <a:pt x="63396" y="14424"/>
                  </a:cubicBezTo>
                  <a:lnTo>
                    <a:pt x="63396" y="14424"/>
                  </a:lnTo>
                  <a:cubicBezTo>
                    <a:pt x="63385" y="14423"/>
                    <a:pt x="63373" y="14423"/>
                    <a:pt x="63361" y="14423"/>
                  </a:cubicBezTo>
                  <a:cubicBezTo>
                    <a:pt x="63342" y="14423"/>
                    <a:pt x="63321" y="14424"/>
                    <a:pt x="63298" y="14426"/>
                  </a:cubicBezTo>
                  <a:lnTo>
                    <a:pt x="63298" y="14426"/>
                  </a:lnTo>
                  <a:lnTo>
                    <a:pt x="63224" y="14408"/>
                  </a:lnTo>
                  <a:lnTo>
                    <a:pt x="63041" y="14377"/>
                  </a:lnTo>
                  <a:cubicBezTo>
                    <a:pt x="62950" y="14286"/>
                    <a:pt x="62859" y="14165"/>
                    <a:pt x="62829" y="14043"/>
                  </a:cubicBezTo>
                  <a:lnTo>
                    <a:pt x="62889" y="14043"/>
                  </a:lnTo>
                  <a:cubicBezTo>
                    <a:pt x="62950" y="14073"/>
                    <a:pt x="63315" y="14286"/>
                    <a:pt x="63376" y="14317"/>
                  </a:cubicBezTo>
                  <a:cubicBezTo>
                    <a:pt x="63406" y="14346"/>
                    <a:pt x="63413" y="14384"/>
                    <a:pt x="63396" y="14424"/>
                  </a:cubicBezTo>
                  <a:lnTo>
                    <a:pt x="63396" y="14424"/>
                  </a:lnTo>
                  <a:cubicBezTo>
                    <a:pt x="63442" y="14429"/>
                    <a:pt x="63467" y="14444"/>
                    <a:pt x="63467" y="14468"/>
                  </a:cubicBezTo>
                  <a:lnTo>
                    <a:pt x="63383" y="14448"/>
                  </a:lnTo>
                  <a:lnTo>
                    <a:pt x="63383" y="14448"/>
                  </a:lnTo>
                  <a:cubicBezTo>
                    <a:pt x="63360" y="14483"/>
                    <a:pt x="63318" y="14522"/>
                    <a:pt x="63254" y="14560"/>
                  </a:cubicBezTo>
                  <a:lnTo>
                    <a:pt x="63497" y="14590"/>
                  </a:lnTo>
                  <a:cubicBezTo>
                    <a:pt x="63691" y="14526"/>
                    <a:pt x="64006" y="14461"/>
                    <a:pt x="64206" y="14461"/>
                  </a:cubicBezTo>
                  <a:cubicBezTo>
                    <a:pt x="64289" y="14461"/>
                    <a:pt x="64352" y="14472"/>
                    <a:pt x="64379" y="14499"/>
                  </a:cubicBezTo>
                  <a:cubicBezTo>
                    <a:pt x="64470" y="14620"/>
                    <a:pt x="64531" y="14742"/>
                    <a:pt x="64500" y="14803"/>
                  </a:cubicBezTo>
                  <a:lnTo>
                    <a:pt x="64318" y="14803"/>
                  </a:lnTo>
                  <a:cubicBezTo>
                    <a:pt x="64288" y="14803"/>
                    <a:pt x="64257" y="14833"/>
                    <a:pt x="64257" y="14894"/>
                  </a:cubicBezTo>
                  <a:cubicBezTo>
                    <a:pt x="64257" y="14924"/>
                    <a:pt x="64318" y="14955"/>
                    <a:pt x="64348" y="14955"/>
                  </a:cubicBezTo>
                  <a:lnTo>
                    <a:pt x="64440" y="14955"/>
                  </a:lnTo>
                  <a:cubicBezTo>
                    <a:pt x="64561" y="14894"/>
                    <a:pt x="64652" y="14803"/>
                    <a:pt x="64652" y="14651"/>
                  </a:cubicBezTo>
                  <a:lnTo>
                    <a:pt x="64652" y="14560"/>
                  </a:lnTo>
                  <a:cubicBezTo>
                    <a:pt x="64652" y="14529"/>
                    <a:pt x="64744" y="14499"/>
                    <a:pt x="64774" y="14468"/>
                  </a:cubicBezTo>
                  <a:cubicBezTo>
                    <a:pt x="64804" y="14438"/>
                    <a:pt x="64865" y="14438"/>
                    <a:pt x="64804" y="14408"/>
                  </a:cubicBezTo>
                  <a:cubicBezTo>
                    <a:pt x="64744" y="14347"/>
                    <a:pt x="64744" y="14317"/>
                    <a:pt x="64835" y="14317"/>
                  </a:cubicBezTo>
                  <a:lnTo>
                    <a:pt x="64865" y="14317"/>
                  </a:lnTo>
                  <a:cubicBezTo>
                    <a:pt x="64926" y="14317"/>
                    <a:pt x="64865" y="14620"/>
                    <a:pt x="64835" y="14712"/>
                  </a:cubicBezTo>
                  <a:cubicBezTo>
                    <a:pt x="64804" y="14803"/>
                    <a:pt x="64744" y="14894"/>
                    <a:pt x="64713" y="14894"/>
                  </a:cubicBezTo>
                  <a:cubicBezTo>
                    <a:pt x="64683" y="14894"/>
                    <a:pt x="64713" y="15016"/>
                    <a:pt x="64744" y="15046"/>
                  </a:cubicBezTo>
                  <a:cubicBezTo>
                    <a:pt x="64751" y="15061"/>
                    <a:pt x="64765" y="15066"/>
                    <a:pt x="64783" y="15066"/>
                  </a:cubicBezTo>
                  <a:cubicBezTo>
                    <a:pt x="64838" y="15066"/>
                    <a:pt x="64926" y="15008"/>
                    <a:pt x="64926" y="14985"/>
                  </a:cubicBezTo>
                  <a:cubicBezTo>
                    <a:pt x="64956" y="14894"/>
                    <a:pt x="64987" y="14864"/>
                    <a:pt x="65017" y="14803"/>
                  </a:cubicBezTo>
                  <a:lnTo>
                    <a:pt x="65048" y="14803"/>
                  </a:lnTo>
                  <a:cubicBezTo>
                    <a:pt x="65108" y="14803"/>
                    <a:pt x="65139" y="14833"/>
                    <a:pt x="65169" y="14864"/>
                  </a:cubicBezTo>
                  <a:lnTo>
                    <a:pt x="65169" y="14924"/>
                  </a:lnTo>
                  <a:cubicBezTo>
                    <a:pt x="65169" y="14985"/>
                    <a:pt x="65230" y="15046"/>
                    <a:pt x="65230" y="15046"/>
                  </a:cubicBezTo>
                  <a:cubicBezTo>
                    <a:pt x="65260" y="15046"/>
                    <a:pt x="65321" y="14924"/>
                    <a:pt x="65321" y="14864"/>
                  </a:cubicBezTo>
                  <a:cubicBezTo>
                    <a:pt x="65351" y="14803"/>
                    <a:pt x="65078" y="14651"/>
                    <a:pt x="65078" y="14560"/>
                  </a:cubicBezTo>
                  <a:cubicBezTo>
                    <a:pt x="65078" y="14468"/>
                    <a:pt x="65230" y="14408"/>
                    <a:pt x="65291" y="14408"/>
                  </a:cubicBezTo>
                  <a:cubicBezTo>
                    <a:pt x="65296" y="14413"/>
                    <a:pt x="65303" y="14416"/>
                    <a:pt x="65310" y="14416"/>
                  </a:cubicBezTo>
                  <a:cubicBezTo>
                    <a:pt x="65342" y="14416"/>
                    <a:pt x="65387" y="14366"/>
                    <a:pt x="65412" y="14317"/>
                  </a:cubicBezTo>
                  <a:lnTo>
                    <a:pt x="65625" y="14317"/>
                  </a:lnTo>
                  <a:cubicBezTo>
                    <a:pt x="65706" y="14317"/>
                    <a:pt x="65787" y="14344"/>
                    <a:pt x="65868" y="14344"/>
                  </a:cubicBezTo>
                  <a:cubicBezTo>
                    <a:pt x="65909" y="14344"/>
                    <a:pt x="65949" y="14337"/>
                    <a:pt x="65990" y="14317"/>
                  </a:cubicBezTo>
                  <a:cubicBezTo>
                    <a:pt x="65999" y="14308"/>
                    <a:pt x="66013" y="14304"/>
                    <a:pt x="66030" y="14304"/>
                  </a:cubicBezTo>
                  <a:cubicBezTo>
                    <a:pt x="66071" y="14304"/>
                    <a:pt x="66129" y="14325"/>
                    <a:pt x="66172" y="14347"/>
                  </a:cubicBezTo>
                  <a:cubicBezTo>
                    <a:pt x="66242" y="14347"/>
                    <a:pt x="66258" y="14437"/>
                    <a:pt x="66331" y="14437"/>
                  </a:cubicBezTo>
                  <a:cubicBezTo>
                    <a:pt x="66353" y="14437"/>
                    <a:pt x="66380" y="14429"/>
                    <a:pt x="66415" y="14408"/>
                  </a:cubicBezTo>
                  <a:lnTo>
                    <a:pt x="66476" y="14377"/>
                  </a:lnTo>
                  <a:cubicBezTo>
                    <a:pt x="66503" y="14391"/>
                    <a:pt x="66526" y="14397"/>
                    <a:pt x="66547" y="14397"/>
                  </a:cubicBezTo>
                  <a:cubicBezTo>
                    <a:pt x="66621" y="14397"/>
                    <a:pt x="66658" y="14320"/>
                    <a:pt x="66658" y="14225"/>
                  </a:cubicBezTo>
                  <a:lnTo>
                    <a:pt x="66993" y="14225"/>
                  </a:lnTo>
                  <a:cubicBezTo>
                    <a:pt x="67266" y="14225"/>
                    <a:pt x="67388" y="14499"/>
                    <a:pt x="67266" y="14499"/>
                  </a:cubicBezTo>
                  <a:lnTo>
                    <a:pt x="67418" y="14499"/>
                  </a:lnTo>
                  <a:lnTo>
                    <a:pt x="67601" y="14438"/>
                  </a:lnTo>
                  <a:lnTo>
                    <a:pt x="67844" y="14377"/>
                  </a:lnTo>
                  <a:cubicBezTo>
                    <a:pt x="68044" y="14288"/>
                    <a:pt x="68212" y="14232"/>
                    <a:pt x="68287" y="14232"/>
                  </a:cubicBezTo>
                  <a:cubicBezTo>
                    <a:pt x="68315" y="14232"/>
                    <a:pt x="68330" y="14239"/>
                    <a:pt x="68330" y="14256"/>
                  </a:cubicBezTo>
                  <a:lnTo>
                    <a:pt x="68330" y="14408"/>
                  </a:lnTo>
                  <a:cubicBezTo>
                    <a:pt x="68330" y="14466"/>
                    <a:pt x="68367" y="14487"/>
                    <a:pt x="68417" y="14487"/>
                  </a:cubicBezTo>
                  <a:cubicBezTo>
                    <a:pt x="68446" y="14487"/>
                    <a:pt x="68479" y="14480"/>
                    <a:pt x="68513" y="14468"/>
                  </a:cubicBezTo>
                  <a:cubicBezTo>
                    <a:pt x="68573" y="14438"/>
                    <a:pt x="68513" y="14317"/>
                    <a:pt x="68665" y="14317"/>
                  </a:cubicBezTo>
                  <a:lnTo>
                    <a:pt x="68756" y="14317"/>
                  </a:lnTo>
                  <a:cubicBezTo>
                    <a:pt x="68763" y="14314"/>
                    <a:pt x="68770" y="14313"/>
                    <a:pt x="68777" y="14313"/>
                  </a:cubicBezTo>
                  <a:cubicBezTo>
                    <a:pt x="68864" y="14313"/>
                    <a:pt x="68964" y="14473"/>
                    <a:pt x="68908" y="14529"/>
                  </a:cubicBezTo>
                  <a:cubicBezTo>
                    <a:pt x="68863" y="14574"/>
                    <a:pt x="68802" y="14602"/>
                    <a:pt x="68761" y="14602"/>
                  </a:cubicBezTo>
                  <a:cubicBezTo>
                    <a:pt x="68746" y="14602"/>
                    <a:pt x="68734" y="14598"/>
                    <a:pt x="68725" y="14590"/>
                  </a:cubicBezTo>
                  <a:lnTo>
                    <a:pt x="68634" y="14590"/>
                  </a:lnTo>
                  <a:cubicBezTo>
                    <a:pt x="68634" y="14590"/>
                    <a:pt x="68634" y="14772"/>
                    <a:pt x="68634" y="14803"/>
                  </a:cubicBezTo>
                  <a:cubicBezTo>
                    <a:pt x="68646" y="14826"/>
                    <a:pt x="68680" y="14836"/>
                    <a:pt x="68722" y="14836"/>
                  </a:cubicBezTo>
                  <a:cubicBezTo>
                    <a:pt x="68791" y="14836"/>
                    <a:pt x="68882" y="14810"/>
                    <a:pt x="68938" y="14772"/>
                  </a:cubicBezTo>
                  <a:cubicBezTo>
                    <a:pt x="68945" y="14766"/>
                    <a:pt x="68952" y="14763"/>
                    <a:pt x="68960" y="14763"/>
                  </a:cubicBezTo>
                  <a:cubicBezTo>
                    <a:pt x="69020" y="14763"/>
                    <a:pt x="69104" y="14955"/>
                    <a:pt x="69212" y="14955"/>
                  </a:cubicBezTo>
                  <a:cubicBezTo>
                    <a:pt x="69424" y="14924"/>
                    <a:pt x="69576" y="14833"/>
                    <a:pt x="69728" y="14712"/>
                  </a:cubicBezTo>
                  <a:cubicBezTo>
                    <a:pt x="69748" y="14682"/>
                    <a:pt x="69771" y="14669"/>
                    <a:pt x="69792" y="14669"/>
                  </a:cubicBezTo>
                  <a:cubicBezTo>
                    <a:pt x="69838" y="14669"/>
                    <a:pt x="69880" y="14730"/>
                    <a:pt x="69880" y="14833"/>
                  </a:cubicBezTo>
                  <a:lnTo>
                    <a:pt x="70093" y="14894"/>
                  </a:lnTo>
                  <a:lnTo>
                    <a:pt x="70184" y="14894"/>
                  </a:lnTo>
                  <a:cubicBezTo>
                    <a:pt x="70276" y="14894"/>
                    <a:pt x="70367" y="14833"/>
                    <a:pt x="70397" y="14772"/>
                  </a:cubicBezTo>
                  <a:cubicBezTo>
                    <a:pt x="70397" y="14712"/>
                    <a:pt x="70245" y="14651"/>
                    <a:pt x="70184" y="14651"/>
                  </a:cubicBezTo>
                  <a:cubicBezTo>
                    <a:pt x="70124" y="14651"/>
                    <a:pt x="70154" y="14438"/>
                    <a:pt x="70184" y="14377"/>
                  </a:cubicBezTo>
                  <a:cubicBezTo>
                    <a:pt x="70215" y="14317"/>
                    <a:pt x="70458" y="14225"/>
                    <a:pt x="70549" y="14225"/>
                  </a:cubicBezTo>
                  <a:cubicBezTo>
                    <a:pt x="70671" y="14256"/>
                    <a:pt x="70792" y="14286"/>
                    <a:pt x="70883" y="14377"/>
                  </a:cubicBezTo>
                  <a:lnTo>
                    <a:pt x="71035" y="14347"/>
                  </a:lnTo>
                  <a:lnTo>
                    <a:pt x="71096" y="14317"/>
                  </a:lnTo>
                  <a:cubicBezTo>
                    <a:pt x="71218" y="14317"/>
                    <a:pt x="71218" y="14256"/>
                    <a:pt x="71096" y="14195"/>
                  </a:cubicBezTo>
                  <a:lnTo>
                    <a:pt x="71096" y="14165"/>
                  </a:lnTo>
                  <a:lnTo>
                    <a:pt x="71157" y="14013"/>
                  </a:lnTo>
                  <a:cubicBezTo>
                    <a:pt x="71279" y="14013"/>
                    <a:pt x="71400" y="14104"/>
                    <a:pt x="71461" y="14225"/>
                  </a:cubicBezTo>
                  <a:cubicBezTo>
                    <a:pt x="71461" y="14236"/>
                    <a:pt x="71485" y="14244"/>
                    <a:pt x="71525" y="14244"/>
                  </a:cubicBezTo>
                  <a:cubicBezTo>
                    <a:pt x="71595" y="14244"/>
                    <a:pt x="71710" y="14222"/>
                    <a:pt x="71826" y="14165"/>
                  </a:cubicBezTo>
                  <a:lnTo>
                    <a:pt x="72282" y="14165"/>
                  </a:lnTo>
                  <a:cubicBezTo>
                    <a:pt x="72336" y="14075"/>
                    <a:pt x="72496" y="14049"/>
                    <a:pt x="72637" y="14049"/>
                  </a:cubicBezTo>
                  <a:cubicBezTo>
                    <a:pt x="72734" y="14049"/>
                    <a:pt x="72822" y="14061"/>
                    <a:pt x="72859" y="14073"/>
                  </a:cubicBezTo>
                  <a:cubicBezTo>
                    <a:pt x="72981" y="14134"/>
                    <a:pt x="73163" y="14225"/>
                    <a:pt x="73194" y="14225"/>
                  </a:cubicBezTo>
                  <a:cubicBezTo>
                    <a:pt x="73285" y="14195"/>
                    <a:pt x="73376" y="14165"/>
                    <a:pt x="73467" y="14104"/>
                  </a:cubicBezTo>
                  <a:lnTo>
                    <a:pt x="73619" y="14104"/>
                  </a:lnTo>
                  <a:cubicBezTo>
                    <a:pt x="73619" y="14104"/>
                    <a:pt x="73680" y="14013"/>
                    <a:pt x="73680" y="13982"/>
                  </a:cubicBezTo>
                  <a:cubicBezTo>
                    <a:pt x="73680" y="13877"/>
                    <a:pt x="73680" y="13845"/>
                    <a:pt x="73730" y="13845"/>
                  </a:cubicBezTo>
                  <a:cubicBezTo>
                    <a:pt x="73752" y="13845"/>
                    <a:pt x="73785" y="13851"/>
                    <a:pt x="73832" y="13861"/>
                  </a:cubicBezTo>
                  <a:cubicBezTo>
                    <a:pt x="73872" y="13861"/>
                    <a:pt x="73940" y="13874"/>
                    <a:pt x="73989" y="13874"/>
                  </a:cubicBezTo>
                  <a:cubicBezTo>
                    <a:pt x="74014" y="13874"/>
                    <a:pt x="74035" y="13871"/>
                    <a:pt x="74045" y="13861"/>
                  </a:cubicBezTo>
                  <a:lnTo>
                    <a:pt x="74227" y="13739"/>
                  </a:lnTo>
                  <a:cubicBezTo>
                    <a:pt x="74302" y="13814"/>
                    <a:pt x="74418" y="13868"/>
                    <a:pt x="74542" y="13868"/>
                  </a:cubicBezTo>
                  <a:cubicBezTo>
                    <a:pt x="74568" y="13868"/>
                    <a:pt x="74595" y="13866"/>
                    <a:pt x="74622" y="13861"/>
                  </a:cubicBezTo>
                  <a:cubicBezTo>
                    <a:pt x="74630" y="13856"/>
                    <a:pt x="74637" y="13855"/>
                    <a:pt x="74641" y="13855"/>
                  </a:cubicBezTo>
                  <a:cubicBezTo>
                    <a:pt x="74667" y="13855"/>
                    <a:pt x="74618" y="13930"/>
                    <a:pt x="74592" y="13982"/>
                  </a:cubicBezTo>
                  <a:cubicBezTo>
                    <a:pt x="74586" y="13988"/>
                    <a:pt x="74591" y="13990"/>
                    <a:pt x="74604" y="13990"/>
                  </a:cubicBezTo>
                  <a:cubicBezTo>
                    <a:pt x="74657" y="13990"/>
                    <a:pt x="74841" y="13946"/>
                    <a:pt x="74865" y="13921"/>
                  </a:cubicBezTo>
                  <a:cubicBezTo>
                    <a:pt x="74926" y="13861"/>
                    <a:pt x="74987" y="13830"/>
                    <a:pt x="75048" y="13800"/>
                  </a:cubicBezTo>
                  <a:cubicBezTo>
                    <a:pt x="75078" y="13800"/>
                    <a:pt x="75169" y="13891"/>
                    <a:pt x="75169" y="13921"/>
                  </a:cubicBezTo>
                  <a:cubicBezTo>
                    <a:pt x="75175" y="13927"/>
                    <a:pt x="75183" y="13930"/>
                    <a:pt x="75192" y="13930"/>
                  </a:cubicBezTo>
                  <a:cubicBezTo>
                    <a:pt x="75232" y="13930"/>
                    <a:pt x="75297" y="13885"/>
                    <a:pt x="75321" y="13861"/>
                  </a:cubicBezTo>
                  <a:lnTo>
                    <a:pt x="75473" y="13678"/>
                  </a:lnTo>
                  <a:lnTo>
                    <a:pt x="75564" y="13800"/>
                  </a:lnTo>
                  <a:cubicBezTo>
                    <a:pt x="75625" y="13861"/>
                    <a:pt x="75716" y="13952"/>
                    <a:pt x="75747" y="13952"/>
                  </a:cubicBezTo>
                  <a:cubicBezTo>
                    <a:pt x="75899" y="13891"/>
                    <a:pt x="76020" y="13861"/>
                    <a:pt x="76172" y="13861"/>
                  </a:cubicBezTo>
                  <a:lnTo>
                    <a:pt x="76324" y="13861"/>
                  </a:lnTo>
                  <a:cubicBezTo>
                    <a:pt x="76294" y="13800"/>
                    <a:pt x="76355" y="13739"/>
                    <a:pt x="76416" y="13709"/>
                  </a:cubicBezTo>
                  <a:lnTo>
                    <a:pt x="76476" y="13739"/>
                  </a:lnTo>
                  <a:cubicBezTo>
                    <a:pt x="76598" y="13769"/>
                    <a:pt x="76598" y="13891"/>
                    <a:pt x="76598" y="13982"/>
                  </a:cubicBezTo>
                  <a:cubicBezTo>
                    <a:pt x="76602" y="13984"/>
                    <a:pt x="76607" y="13986"/>
                    <a:pt x="76611" y="13986"/>
                  </a:cubicBezTo>
                  <a:cubicBezTo>
                    <a:pt x="76663" y="13986"/>
                    <a:pt x="76689" y="13826"/>
                    <a:pt x="76689" y="13769"/>
                  </a:cubicBezTo>
                  <a:cubicBezTo>
                    <a:pt x="76689" y="13734"/>
                    <a:pt x="76773" y="13719"/>
                    <a:pt x="76860" y="13719"/>
                  </a:cubicBezTo>
                  <a:cubicBezTo>
                    <a:pt x="76922" y="13719"/>
                    <a:pt x="76986" y="13726"/>
                    <a:pt x="77023" y="13739"/>
                  </a:cubicBezTo>
                  <a:cubicBezTo>
                    <a:pt x="77068" y="13739"/>
                    <a:pt x="77257" y="13675"/>
                    <a:pt x="77380" y="13675"/>
                  </a:cubicBezTo>
                  <a:cubicBezTo>
                    <a:pt x="77426" y="13675"/>
                    <a:pt x="77463" y="13684"/>
                    <a:pt x="77479" y="13709"/>
                  </a:cubicBezTo>
                  <a:cubicBezTo>
                    <a:pt x="77497" y="13744"/>
                    <a:pt x="77536" y="13759"/>
                    <a:pt x="77583" y="13759"/>
                  </a:cubicBezTo>
                  <a:cubicBezTo>
                    <a:pt x="77617" y="13759"/>
                    <a:pt x="77654" y="13752"/>
                    <a:pt x="77692" y="13739"/>
                  </a:cubicBezTo>
                  <a:cubicBezTo>
                    <a:pt x="77692" y="13709"/>
                    <a:pt x="77631" y="13709"/>
                    <a:pt x="77510" y="13709"/>
                  </a:cubicBezTo>
                  <a:lnTo>
                    <a:pt x="77510" y="13587"/>
                  </a:lnTo>
                  <a:lnTo>
                    <a:pt x="77510" y="13526"/>
                  </a:lnTo>
                  <a:cubicBezTo>
                    <a:pt x="77540" y="13465"/>
                    <a:pt x="77571" y="13405"/>
                    <a:pt x="77571" y="13344"/>
                  </a:cubicBezTo>
                  <a:cubicBezTo>
                    <a:pt x="77601" y="13313"/>
                    <a:pt x="77540" y="13313"/>
                    <a:pt x="77479" y="13313"/>
                  </a:cubicBezTo>
                  <a:lnTo>
                    <a:pt x="77267" y="13313"/>
                  </a:lnTo>
                  <a:cubicBezTo>
                    <a:pt x="77191" y="13344"/>
                    <a:pt x="77115" y="13359"/>
                    <a:pt x="77039" y="13359"/>
                  </a:cubicBezTo>
                  <a:cubicBezTo>
                    <a:pt x="76963" y="13359"/>
                    <a:pt x="76887" y="13344"/>
                    <a:pt x="76811" y="13313"/>
                  </a:cubicBezTo>
                  <a:lnTo>
                    <a:pt x="76689" y="13222"/>
                  </a:lnTo>
                  <a:lnTo>
                    <a:pt x="76689" y="13161"/>
                  </a:lnTo>
                  <a:cubicBezTo>
                    <a:pt x="76719" y="13131"/>
                    <a:pt x="76719" y="13131"/>
                    <a:pt x="76750" y="13131"/>
                  </a:cubicBezTo>
                  <a:cubicBezTo>
                    <a:pt x="76841" y="13161"/>
                    <a:pt x="76932" y="13161"/>
                    <a:pt x="77023" y="13192"/>
                  </a:cubicBezTo>
                  <a:lnTo>
                    <a:pt x="77115" y="13192"/>
                  </a:lnTo>
                  <a:cubicBezTo>
                    <a:pt x="77236" y="13192"/>
                    <a:pt x="77358" y="13161"/>
                    <a:pt x="77479" y="13101"/>
                  </a:cubicBezTo>
                  <a:lnTo>
                    <a:pt x="77571" y="13101"/>
                  </a:lnTo>
                  <a:lnTo>
                    <a:pt x="78026" y="13161"/>
                  </a:lnTo>
                  <a:cubicBezTo>
                    <a:pt x="78543" y="13131"/>
                    <a:pt x="78999" y="13070"/>
                    <a:pt x="79090" y="13070"/>
                  </a:cubicBezTo>
                  <a:lnTo>
                    <a:pt x="79333" y="13070"/>
                  </a:lnTo>
                  <a:cubicBezTo>
                    <a:pt x="79485" y="13070"/>
                    <a:pt x="79637" y="12979"/>
                    <a:pt x="79729" y="12827"/>
                  </a:cubicBezTo>
                  <a:cubicBezTo>
                    <a:pt x="79729" y="12807"/>
                    <a:pt x="79742" y="12797"/>
                    <a:pt x="79765" y="12797"/>
                  </a:cubicBezTo>
                  <a:cubicBezTo>
                    <a:pt x="79810" y="12797"/>
                    <a:pt x="79891" y="12837"/>
                    <a:pt x="79972" y="12918"/>
                  </a:cubicBezTo>
                  <a:cubicBezTo>
                    <a:pt x="80005" y="12969"/>
                    <a:pt x="80057" y="12991"/>
                    <a:pt x="80107" y="12991"/>
                  </a:cubicBezTo>
                  <a:cubicBezTo>
                    <a:pt x="80148" y="12991"/>
                    <a:pt x="80188" y="12976"/>
                    <a:pt x="80215" y="12949"/>
                  </a:cubicBezTo>
                  <a:lnTo>
                    <a:pt x="80337" y="12918"/>
                  </a:lnTo>
                  <a:cubicBezTo>
                    <a:pt x="80489" y="13010"/>
                    <a:pt x="80580" y="13161"/>
                    <a:pt x="80489" y="13253"/>
                  </a:cubicBezTo>
                  <a:lnTo>
                    <a:pt x="80367" y="13253"/>
                  </a:lnTo>
                  <a:cubicBezTo>
                    <a:pt x="80337" y="13283"/>
                    <a:pt x="80337" y="13344"/>
                    <a:pt x="80367" y="13374"/>
                  </a:cubicBezTo>
                  <a:lnTo>
                    <a:pt x="80397" y="13405"/>
                  </a:lnTo>
                  <a:lnTo>
                    <a:pt x="80489" y="13405"/>
                  </a:lnTo>
                  <a:cubicBezTo>
                    <a:pt x="80580" y="13405"/>
                    <a:pt x="80671" y="13374"/>
                    <a:pt x="80762" y="13344"/>
                  </a:cubicBezTo>
                  <a:lnTo>
                    <a:pt x="80823" y="13344"/>
                  </a:lnTo>
                  <a:cubicBezTo>
                    <a:pt x="80884" y="13374"/>
                    <a:pt x="80975" y="13435"/>
                    <a:pt x="81005" y="13496"/>
                  </a:cubicBezTo>
                  <a:lnTo>
                    <a:pt x="81248" y="13496"/>
                  </a:lnTo>
                  <a:cubicBezTo>
                    <a:pt x="81400" y="13465"/>
                    <a:pt x="81552" y="13405"/>
                    <a:pt x="81674" y="13283"/>
                  </a:cubicBezTo>
                  <a:cubicBezTo>
                    <a:pt x="81704" y="13253"/>
                    <a:pt x="81613" y="13131"/>
                    <a:pt x="81583" y="13131"/>
                  </a:cubicBezTo>
                  <a:cubicBezTo>
                    <a:pt x="81492" y="13131"/>
                    <a:pt x="81431" y="13161"/>
                    <a:pt x="81370" y="13192"/>
                  </a:cubicBezTo>
                  <a:cubicBezTo>
                    <a:pt x="81340" y="13192"/>
                    <a:pt x="81218" y="13222"/>
                    <a:pt x="81066" y="13222"/>
                  </a:cubicBezTo>
                  <a:lnTo>
                    <a:pt x="80975" y="13253"/>
                  </a:lnTo>
                  <a:lnTo>
                    <a:pt x="80944" y="13253"/>
                  </a:lnTo>
                  <a:cubicBezTo>
                    <a:pt x="80884" y="13253"/>
                    <a:pt x="80853" y="13131"/>
                    <a:pt x="80853" y="13101"/>
                  </a:cubicBezTo>
                  <a:cubicBezTo>
                    <a:pt x="81036" y="13040"/>
                    <a:pt x="81248" y="13010"/>
                    <a:pt x="81431" y="13010"/>
                  </a:cubicBezTo>
                  <a:lnTo>
                    <a:pt x="81826" y="13010"/>
                  </a:lnTo>
                  <a:cubicBezTo>
                    <a:pt x="81917" y="12949"/>
                    <a:pt x="82039" y="12949"/>
                    <a:pt x="82130" y="12918"/>
                  </a:cubicBezTo>
                  <a:cubicBezTo>
                    <a:pt x="82217" y="12947"/>
                    <a:pt x="82331" y="13224"/>
                    <a:pt x="82237" y="13224"/>
                  </a:cubicBezTo>
                  <a:cubicBezTo>
                    <a:pt x="82232" y="13224"/>
                    <a:pt x="82227" y="13224"/>
                    <a:pt x="82221" y="13222"/>
                  </a:cubicBezTo>
                  <a:cubicBezTo>
                    <a:pt x="82069" y="13222"/>
                    <a:pt x="82069" y="13313"/>
                    <a:pt x="82160" y="13465"/>
                  </a:cubicBezTo>
                  <a:lnTo>
                    <a:pt x="82282" y="13496"/>
                  </a:lnTo>
                  <a:lnTo>
                    <a:pt x="82403" y="13526"/>
                  </a:lnTo>
                  <a:cubicBezTo>
                    <a:pt x="82586" y="13465"/>
                    <a:pt x="82555" y="13313"/>
                    <a:pt x="82525" y="13313"/>
                  </a:cubicBezTo>
                  <a:cubicBezTo>
                    <a:pt x="82464" y="13222"/>
                    <a:pt x="82464" y="13131"/>
                    <a:pt x="82495" y="13040"/>
                  </a:cubicBezTo>
                  <a:cubicBezTo>
                    <a:pt x="82647" y="12949"/>
                    <a:pt x="82799" y="12888"/>
                    <a:pt x="83011" y="12858"/>
                  </a:cubicBezTo>
                  <a:lnTo>
                    <a:pt x="83133" y="12949"/>
                  </a:lnTo>
                  <a:lnTo>
                    <a:pt x="83437" y="13101"/>
                  </a:lnTo>
                  <a:cubicBezTo>
                    <a:pt x="83529" y="13027"/>
                    <a:pt x="83643" y="12987"/>
                    <a:pt x="83760" y="12987"/>
                  </a:cubicBezTo>
                  <a:cubicBezTo>
                    <a:pt x="83835" y="12987"/>
                    <a:pt x="83912" y="13004"/>
                    <a:pt x="83984" y="13040"/>
                  </a:cubicBezTo>
                  <a:lnTo>
                    <a:pt x="84075" y="13040"/>
                  </a:lnTo>
                  <a:lnTo>
                    <a:pt x="84166" y="13010"/>
                  </a:lnTo>
                  <a:cubicBezTo>
                    <a:pt x="84212" y="12964"/>
                    <a:pt x="84265" y="12941"/>
                    <a:pt x="84318" y="12941"/>
                  </a:cubicBezTo>
                  <a:cubicBezTo>
                    <a:pt x="84372" y="12941"/>
                    <a:pt x="84425" y="12964"/>
                    <a:pt x="84470" y="13010"/>
                  </a:cubicBezTo>
                  <a:cubicBezTo>
                    <a:pt x="84501" y="13040"/>
                    <a:pt x="84501" y="13101"/>
                    <a:pt x="84440" y="13101"/>
                  </a:cubicBezTo>
                  <a:cubicBezTo>
                    <a:pt x="84418" y="13101"/>
                    <a:pt x="84283" y="13036"/>
                    <a:pt x="84223" y="13036"/>
                  </a:cubicBezTo>
                  <a:cubicBezTo>
                    <a:pt x="84201" y="13036"/>
                    <a:pt x="84189" y="13045"/>
                    <a:pt x="84197" y="13070"/>
                  </a:cubicBezTo>
                  <a:cubicBezTo>
                    <a:pt x="84227" y="13131"/>
                    <a:pt x="84440" y="13253"/>
                    <a:pt x="84501" y="13253"/>
                  </a:cubicBezTo>
                  <a:cubicBezTo>
                    <a:pt x="84592" y="13253"/>
                    <a:pt x="84683" y="12979"/>
                    <a:pt x="84622" y="12858"/>
                  </a:cubicBezTo>
                  <a:cubicBezTo>
                    <a:pt x="84579" y="12792"/>
                    <a:pt x="84708" y="12742"/>
                    <a:pt x="84818" y="12742"/>
                  </a:cubicBezTo>
                  <a:cubicBezTo>
                    <a:pt x="84861" y="12742"/>
                    <a:pt x="84901" y="12749"/>
                    <a:pt x="84926" y="12766"/>
                  </a:cubicBezTo>
                  <a:lnTo>
                    <a:pt x="85169" y="12918"/>
                  </a:lnTo>
                  <a:lnTo>
                    <a:pt x="85291" y="12918"/>
                  </a:lnTo>
                  <a:cubicBezTo>
                    <a:pt x="85443" y="12918"/>
                    <a:pt x="85352" y="12979"/>
                    <a:pt x="85291" y="13010"/>
                  </a:cubicBezTo>
                  <a:cubicBezTo>
                    <a:pt x="85230" y="13040"/>
                    <a:pt x="85504" y="13040"/>
                    <a:pt x="85565" y="13040"/>
                  </a:cubicBezTo>
                  <a:cubicBezTo>
                    <a:pt x="85625" y="13040"/>
                    <a:pt x="85656" y="13010"/>
                    <a:pt x="85625" y="12949"/>
                  </a:cubicBezTo>
                  <a:lnTo>
                    <a:pt x="85625" y="12918"/>
                  </a:lnTo>
                  <a:cubicBezTo>
                    <a:pt x="85625" y="12888"/>
                    <a:pt x="85747" y="12827"/>
                    <a:pt x="85747" y="12827"/>
                  </a:cubicBezTo>
                  <a:lnTo>
                    <a:pt x="85838" y="12918"/>
                  </a:lnTo>
                  <a:cubicBezTo>
                    <a:pt x="85909" y="12954"/>
                    <a:pt x="85981" y="12969"/>
                    <a:pt x="86052" y="12969"/>
                  </a:cubicBezTo>
                  <a:cubicBezTo>
                    <a:pt x="86102" y="12969"/>
                    <a:pt x="86153" y="12961"/>
                    <a:pt x="86203" y="12949"/>
                  </a:cubicBezTo>
                  <a:cubicBezTo>
                    <a:pt x="86216" y="12942"/>
                    <a:pt x="86241" y="12940"/>
                    <a:pt x="86273" y="12940"/>
                  </a:cubicBezTo>
                  <a:cubicBezTo>
                    <a:pt x="86362" y="12940"/>
                    <a:pt x="86505" y="12957"/>
                    <a:pt x="86604" y="12957"/>
                  </a:cubicBezTo>
                  <a:cubicBezTo>
                    <a:pt x="86640" y="12957"/>
                    <a:pt x="86670" y="12955"/>
                    <a:pt x="86689" y="12949"/>
                  </a:cubicBezTo>
                  <a:cubicBezTo>
                    <a:pt x="86811" y="12888"/>
                    <a:pt x="86902" y="12797"/>
                    <a:pt x="86963" y="12675"/>
                  </a:cubicBezTo>
                  <a:cubicBezTo>
                    <a:pt x="86971" y="12667"/>
                    <a:pt x="86983" y="12663"/>
                    <a:pt x="86998" y="12663"/>
                  </a:cubicBezTo>
                  <a:cubicBezTo>
                    <a:pt x="87089" y="12663"/>
                    <a:pt x="87279" y="12805"/>
                    <a:pt x="87358" y="12858"/>
                  </a:cubicBezTo>
                  <a:cubicBezTo>
                    <a:pt x="87449" y="12888"/>
                    <a:pt x="87548" y="12903"/>
                    <a:pt x="87651" y="12903"/>
                  </a:cubicBezTo>
                  <a:cubicBezTo>
                    <a:pt x="87753" y="12903"/>
                    <a:pt x="87859" y="12888"/>
                    <a:pt x="87966" y="12858"/>
                  </a:cubicBezTo>
                  <a:cubicBezTo>
                    <a:pt x="88095" y="12836"/>
                    <a:pt x="88239" y="12815"/>
                    <a:pt x="88377" y="12815"/>
                  </a:cubicBezTo>
                  <a:cubicBezTo>
                    <a:pt x="88434" y="12815"/>
                    <a:pt x="88490" y="12818"/>
                    <a:pt x="88543" y="12827"/>
                  </a:cubicBezTo>
                  <a:lnTo>
                    <a:pt x="88756" y="12797"/>
                  </a:lnTo>
                  <a:lnTo>
                    <a:pt x="88817" y="12797"/>
                  </a:lnTo>
                  <a:cubicBezTo>
                    <a:pt x="88828" y="12802"/>
                    <a:pt x="88840" y="12805"/>
                    <a:pt x="88853" y="12805"/>
                  </a:cubicBezTo>
                  <a:cubicBezTo>
                    <a:pt x="88909" y="12805"/>
                    <a:pt x="88975" y="12755"/>
                    <a:pt x="88999" y="12706"/>
                  </a:cubicBezTo>
                  <a:cubicBezTo>
                    <a:pt x="88999" y="12675"/>
                    <a:pt x="89030" y="12660"/>
                    <a:pt x="89079" y="12660"/>
                  </a:cubicBezTo>
                  <a:cubicBezTo>
                    <a:pt x="89129" y="12660"/>
                    <a:pt x="89197" y="12675"/>
                    <a:pt x="89273" y="12706"/>
                  </a:cubicBezTo>
                  <a:lnTo>
                    <a:pt x="89364" y="12736"/>
                  </a:lnTo>
                  <a:cubicBezTo>
                    <a:pt x="89433" y="12759"/>
                    <a:pt x="89450" y="12868"/>
                    <a:pt x="89532" y="12868"/>
                  </a:cubicBezTo>
                  <a:cubicBezTo>
                    <a:pt x="89559" y="12868"/>
                    <a:pt x="89593" y="12857"/>
                    <a:pt x="89638" y="12827"/>
                  </a:cubicBezTo>
                  <a:cubicBezTo>
                    <a:pt x="89729" y="12766"/>
                    <a:pt x="89850" y="12736"/>
                    <a:pt x="89972" y="12736"/>
                  </a:cubicBezTo>
                  <a:cubicBezTo>
                    <a:pt x="90002" y="12736"/>
                    <a:pt x="90033" y="12766"/>
                    <a:pt x="90033" y="12766"/>
                  </a:cubicBezTo>
                  <a:cubicBezTo>
                    <a:pt x="90101" y="12801"/>
                    <a:pt x="90178" y="12805"/>
                    <a:pt x="90257" y="12805"/>
                  </a:cubicBezTo>
                  <a:cubicBezTo>
                    <a:pt x="90284" y="12805"/>
                    <a:pt x="90310" y="12804"/>
                    <a:pt x="90337" y="12804"/>
                  </a:cubicBezTo>
                  <a:cubicBezTo>
                    <a:pt x="90443" y="12804"/>
                    <a:pt x="90550" y="12812"/>
                    <a:pt x="90641" y="12888"/>
                  </a:cubicBezTo>
                  <a:cubicBezTo>
                    <a:pt x="90641" y="12888"/>
                    <a:pt x="90762" y="12797"/>
                    <a:pt x="90853" y="12797"/>
                  </a:cubicBezTo>
                  <a:lnTo>
                    <a:pt x="90884" y="12797"/>
                  </a:lnTo>
                  <a:cubicBezTo>
                    <a:pt x="90908" y="12809"/>
                    <a:pt x="90926" y="12814"/>
                    <a:pt x="90939" y="12814"/>
                  </a:cubicBezTo>
                  <a:cubicBezTo>
                    <a:pt x="90994" y="12814"/>
                    <a:pt x="90969" y="12730"/>
                    <a:pt x="90945" y="12706"/>
                  </a:cubicBezTo>
                  <a:cubicBezTo>
                    <a:pt x="90914" y="12645"/>
                    <a:pt x="90853" y="12554"/>
                    <a:pt x="90823" y="12493"/>
                  </a:cubicBezTo>
                  <a:cubicBezTo>
                    <a:pt x="90817" y="12481"/>
                    <a:pt x="90804" y="12476"/>
                    <a:pt x="90787" y="12476"/>
                  </a:cubicBezTo>
                  <a:cubicBezTo>
                    <a:pt x="90714" y="12476"/>
                    <a:pt x="90562" y="12560"/>
                    <a:pt x="90489" y="12584"/>
                  </a:cubicBezTo>
                  <a:cubicBezTo>
                    <a:pt x="90468" y="12598"/>
                    <a:pt x="90453" y="12604"/>
                    <a:pt x="90443" y="12604"/>
                  </a:cubicBezTo>
                  <a:cubicBezTo>
                    <a:pt x="90412" y="12604"/>
                    <a:pt x="90435" y="12539"/>
                    <a:pt x="90458" y="12493"/>
                  </a:cubicBezTo>
                  <a:cubicBezTo>
                    <a:pt x="90483" y="12443"/>
                    <a:pt x="90285" y="12394"/>
                    <a:pt x="90162" y="12394"/>
                  </a:cubicBezTo>
                  <a:cubicBezTo>
                    <a:pt x="90134" y="12394"/>
                    <a:pt x="90110" y="12396"/>
                    <a:pt x="90094" y="12402"/>
                  </a:cubicBezTo>
                  <a:cubicBezTo>
                    <a:pt x="90029" y="12423"/>
                    <a:pt x="89949" y="12445"/>
                    <a:pt x="89865" y="12445"/>
                  </a:cubicBezTo>
                  <a:cubicBezTo>
                    <a:pt x="89830" y="12445"/>
                    <a:pt x="89795" y="12441"/>
                    <a:pt x="89759" y="12432"/>
                  </a:cubicBezTo>
                  <a:cubicBezTo>
                    <a:pt x="89698" y="12402"/>
                    <a:pt x="89516" y="12280"/>
                    <a:pt x="89334" y="12158"/>
                  </a:cubicBezTo>
                  <a:lnTo>
                    <a:pt x="89394" y="12037"/>
                  </a:lnTo>
                  <a:lnTo>
                    <a:pt x="89425" y="11976"/>
                  </a:lnTo>
                  <a:cubicBezTo>
                    <a:pt x="89470" y="11946"/>
                    <a:pt x="89516" y="11930"/>
                    <a:pt x="89550" y="11930"/>
                  </a:cubicBezTo>
                  <a:cubicBezTo>
                    <a:pt x="89584" y="11930"/>
                    <a:pt x="89607" y="11946"/>
                    <a:pt x="89607" y="11976"/>
                  </a:cubicBezTo>
                  <a:lnTo>
                    <a:pt x="89607" y="12006"/>
                  </a:lnTo>
                  <a:cubicBezTo>
                    <a:pt x="89546" y="12128"/>
                    <a:pt x="89607" y="12219"/>
                    <a:pt x="89698" y="12219"/>
                  </a:cubicBezTo>
                  <a:lnTo>
                    <a:pt x="89850" y="12189"/>
                  </a:lnTo>
                  <a:cubicBezTo>
                    <a:pt x="89972" y="12189"/>
                    <a:pt x="90094" y="12098"/>
                    <a:pt x="90063" y="12067"/>
                  </a:cubicBezTo>
                  <a:cubicBezTo>
                    <a:pt x="90033" y="12006"/>
                    <a:pt x="90033" y="11976"/>
                    <a:pt x="90033" y="11976"/>
                  </a:cubicBezTo>
                  <a:lnTo>
                    <a:pt x="90124" y="11976"/>
                  </a:lnTo>
                  <a:cubicBezTo>
                    <a:pt x="90215" y="11976"/>
                    <a:pt x="90276" y="12006"/>
                    <a:pt x="90276" y="12037"/>
                  </a:cubicBezTo>
                  <a:lnTo>
                    <a:pt x="90276" y="12098"/>
                  </a:lnTo>
                  <a:cubicBezTo>
                    <a:pt x="90276" y="12158"/>
                    <a:pt x="90306" y="12219"/>
                    <a:pt x="90398" y="12219"/>
                  </a:cubicBezTo>
                  <a:lnTo>
                    <a:pt x="90428" y="12189"/>
                  </a:lnTo>
                  <a:lnTo>
                    <a:pt x="90489" y="12158"/>
                  </a:lnTo>
                  <a:cubicBezTo>
                    <a:pt x="90513" y="12123"/>
                    <a:pt x="90546" y="12110"/>
                    <a:pt x="90579" y="12110"/>
                  </a:cubicBezTo>
                  <a:cubicBezTo>
                    <a:pt x="90631" y="12110"/>
                    <a:pt x="90683" y="12140"/>
                    <a:pt x="90701" y="12158"/>
                  </a:cubicBezTo>
                  <a:cubicBezTo>
                    <a:pt x="90777" y="12174"/>
                    <a:pt x="90861" y="12181"/>
                    <a:pt x="90945" y="12181"/>
                  </a:cubicBezTo>
                  <a:cubicBezTo>
                    <a:pt x="91028" y="12181"/>
                    <a:pt x="91112" y="12174"/>
                    <a:pt x="91188" y="12158"/>
                  </a:cubicBezTo>
                  <a:cubicBezTo>
                    <a:pt x="91233" y="12128"/>
                    <a:pt x="91287" y="12113"/>
                    <a:pt x="91340" y="12113"/>
                  </a:cubicBezTo>
                  <a:cubicBezTo>
                    <a:pt x="91393" y="12113"/>
                    <a:pt x="91446" y="12128"/>
                    <a:pt x="91492" y="12158"/>
                  </a:cubicBezTo>
                  <a:cubicBezTo>
                    <a:pt x="91492" y="12162"/>
                    <a:pt x="91494" y="12163"/>
                    <a:pt x="91497" y="12163"/>
                  </a:cubicBezTo>
                  <a:cubicBezTo>
                    <a:pt x="91524" y="12163"/>
                    <a:pt x="91647" y="12064"/>
                    <a:pt x="91674" y="12037"/>
                  </a:cubicBezTo>
                  <a:cubicBezTo>
                    <a:pt x="91763" y="11992"/>
                    <a:pt x="91852" y="11964"/>
                    <a:pt x="91953" y="11964"/>
                  </a:cubicBezTo>
                  <a:cubicBezTo>
                    <a:pt x="91990" y="11964"/>
                    <a:pt x="92029" y="11968"/>
                    <a:pt x="92069" y="11976"/>
                  </a:cubicBezTo>
                  <a:lnTo>
                    <a:pt x="92282" y="11976"/>
                  </a:lnTo>
                  <a:lnTo>
                    <a:pt x="92252" y="12219"/>
                  </a:lnTo>
                  <a:cubicBezTo>
                    <a:pt x="92464" y="12189"/>
                    <a:pt x="92677" y="12158"/>
                    <a:pt x="92708" y="12128"/>
                  </a:cubicBezTo>
                  <a:cubicBezTo>
                    <a:pt x="92738" y="12067"/>
                    <a:pt x="92799" y="11915"/>
                    <a:pt x="92829" y="11794"/>
                  </a:cubicBezTo>
                  <a:lnTo>
                    <a:pt x="92920" y="11763"/>
                  </a:lnTo>
                  <a:cubicBezTo>
                    <a:pt x="92987" y="11719"/>
                    <a:pt x="93053" y="11626"/>
                    <a:pt x="93155" y="11626"/>
                  </a:cubicBezTo>
                  <a:cubicBezTo>
                    <a:pt x="93193" y="11626"/>
                    <a:pt x="93236" y="11639"/>
                    <a:pt x="93285" y="11672"/>
                  </a:cubicBezTo>
                  <a:lnTo>
                    <a:pt x="93346" y="11733"/>
                  </a:lnTo>
                  <a:cubicBezTo>
                    <a:pt x="93346" y="11824"/>
                    <a:pt x="93346" y="11885"/>
                    <a:pt x="93407" y="11976"/>
                  </a:cubicBezTo>
                  <a:lnTo>
                    <a:pt x="93559" y="11854"/>
                  </a:lnTo>
                  <a:lnTo>
                    <a:pt x="93680" y="11824"/>
                  </a:lnTo>
                  <a:cubicBezTo>
                    <a:pt x="93802" y="11794"/>
                    <a:pt x="93923" y="11733"/>
                    <a:pt x="94015" y="11672"/>
                  </a:cubicBezTo>
                  <a:cubicBezTo>
                    <a:pt x="94045" y="11672"/>
                    <a:pt x="94015" y="11611"/>
                    <a:pt x="93954" y="11581"/>
                  </a:cubicBezTo>
                  <a:lnTo>
                    <a:pt x="93893" y="11581"/>
                  </a:lnTo>
                  <a:cubicBezTo>
                    <a:pt x="93741" y="11581"/>
                    <a:pt x="93741" y="11520"/>
                    <a:pt x="93741" y="11429"/>
                  </a:cubicBezTo>
                  <a:lnTo>
                    <a:pt x="93802" y="11277"/>
                  </a:lnTo>
                  <a:cubicBezTo>
                    <a:pt x="93832" y="11095"/>
                    <a:pt x="93893" y="10639"/>
                    <a:pt x="93802" y="10547"/>
                  </a:cubicBezTo>
                  <a:cubicBezTo>
                    <a:pt x="93650" y="10456"/>
                    <a:pt x="93528" y="10304"/>
                    <a:pt x="93437" y="10183"/>
                  </a:cubicBezTo>
                  <a:lnTo>
                    <a:pt x="93559" y="10092"/>
                  </a:lnTo>
                  <a:cubicBezTo>
                    <a:pt x="93619" y="10061"/>
                    <a:pt x="93711" y="10031"/>
                    <a:pt x="93741" y="10000"/>
                  </a:cubicBezTo>
                  <a:cubicBezTo>
                    <a:pt x="93802" y="9970"/>
                    <a:pt x="93832" y="9879"/>
                    <a:pt x="93832" y="9879"/>
                  </a:cubicBezTo>
                  <a:cubicBezTo>
                    <a:pt x="93650" y="9727"/>
                    <a:pt x="93832" y="9696"/>
                    <a:pt x="93923" y="9666"/>
                  </a:cubicBezTo>
                  <a:lnTo>
                    <a:pt x="94015" y="9666"/>
                  </a:lnTo>
                  <a:cubicBezTo>
                    <a:pt x="94052" y="9653"/>
                    <a:pt x="94090" y="9646"/>
                    <a:pt x="94126" y="9646"/>
                  </a:cubicBezTo>
                  <a:cubicBezTo>
                    <a:pt x="94176" y="9646"/>
                    <a:pt x="94222" y="9661"/>
                    <a:pt x="94258" y="9696"/>
                  </a:cubicBezTo>
                  <a:cubicBezTo>
                    <a:pt x="94279" y="9739"/>
                    <a:pt x="94407" y="9782"/>
                    <a:pt x="94491" y="9782"/>
                  </a:cubicBezTo>
                  <a:cubicBezTo>
                    <a:pt x="94526" y="9782"/>
                    <a:pt x="94553" y="9775"/>
                    <a:pt x="94562" y="9757"/>
                  </a:cubicBezTo>
                  <a:cubicBezTo>
                    <a:pt x="94623" y="9636"/>
                    <a:pt x="94683" y="9544"/>
                    <a:pt x="94714" y="9423"/>
                  </a:cubicBezTo>
                  <a:cubicBezTo>
                    <a:pt x="94714" y="9392"/>
                    <a:pt x="94699" y="9377"/>
                    <a:pt x="94672" y="9377"/>
                  </a:cubicBezTo>
                  <a:cubicBezTo>
                    <a:pt x="94645" y="9377"/>
                    <a:pt x="94607" y="9392"/>
                    <a:pt x="94562" y="9423"/>
                  </a:cubicBezTo>
                  <a:lnTo>
                    <a:pt x="94501" y="9423"/>
                  </a:lnTo>
                  <a:cubicBezTo>
                    <a:pt x="94440" y="9423"/>
                    <a:pt x="94349" y="9392"/>
                    <a:pt x="94288" y="9332"/>
                  </a:cubicBezTo>
                  <a:lnTo>
                    <a:pt x="94197" y="9240"/>
                  </a:lnTo>
                  <a:cubicBezTo>
                    <a:pt x="94167" y="9332"/>
                    <a:pt x="93954" y="9423"/>
                    <a:pt x="93741" y="9453"/>
                  </a:cubicBezTo>
                  <a:lnTo>
                    <a:pt x="93619" y="9392"/>
                  </a:lnTo>
                  <a:lnTo>
                    <a:pt x="93559" y="9332"/>
                  </a:lnTo>
                  <a:cubicBezTo>
                    <a:pt x="93467" y="9301"/>
                    <a:pt x="93407" y="9301"/>
                    <a:pt x="93316" y="9271"/>
                  </a:cubicBezTo>
                  <a:cubicBezTo>
                    <a:pt x="93255" y="9240"/>
                    <a:pt x="93316" y="9149"/>
                    <a:pt x="93316" y="9149"/>
                  </a:cubicBezTo>
                  <a:cubicBezTo>
                    <a:pt x="93320" y="9145"/>
                    <a:pt x="93329" y="9143"/>
                    <a:pt x="93342" y="9143"/>
                  </a:cubicBezTo>
                  <a:cubicBezTo>
                    <a:pt x="93392" y="9143"/>
                    <a:pt x="93493" y="9171"/>
                    <a:pt x="93560" y="9171"/>
                  </a:cubicBezTo>
                  <a:cubicBezTo>
                    <a:pt x="93589" y="9171"/>
                    <a:pt x="93612" y="9165"/>
                    <a:pt x="93619" y="9149"/>
                  </a:cubicBezTo>
                  <a:cubicBezTo>
                    <a:pt x="93680" y="9088"/>
                    <a:pt x="93619" y="8936"/>
                    <a:pt x="93559" y="8906"/>
                  </a:cubicBezTo>
                  <a:cubicBezTo>
                    <a:pt x="93528" y="8876"/>
                    <a:pt x="93650" y="8785"/>
                    <a:pt x="93711" y="8754"/>
                  </a:cubicBezTo>
                  <a:cubicBezTo>
                    <a:pt x="93771" y="8724"/>
                    <a:pt x="93771" y="8693"/>
                    <a:pt x="93741" y="8633"/>
                  </a:cubicBezTo>
                  <a:cubicBezTo>
                    <a:pt x="93741" y="8633"/>
                    <a:pt x="93863" y="8541"/>
                    <a:pt x="93923" y="8541"/>
                  </a:cubicBezTo>
                  <a:cubicBezTo>
                    <a:pt x="93984" y="8420"/>
                    <a:pt x="94045" y="8268"/>
                    <a:pt x="94075" y="8146"/>
                  </a:cubicBezTo>
                  <a:cubicBezTo>
                    <a:pt x="94106" y="8025"/>
                    <a:pt x="93893" y="7964"/>
                    <a:pt x="93832" y="7964"/>
                  </a:cubicBezTo>
                  <a:cubicBezTo>
                    <a:pt x="93680" y="7964"/>
                    <a:pt x="93528" y="7994"/>
                    <a:pt x="93407" y="8055"/>
                  </a:cubicBezTo>
                  <a:cubicBezTo>
                    <a:pt x="93398" y="8058"/>
                    <a:pt x="93390" y="8059"/>
                    <a:pt x="93381" y="8059"/>
                  </a:cubicBezTo>
                  <a:cubicBezTo>
                    <a:pt x="93295" y="8059"/>
                    <a:pt x="93194" y="7931"/>
                    <a:pt x="93194" y="7903"/>
                  </a:cubicBezTo>
                  <a:cubicBezTo>
                    <a:pt x="93194" y="7903"/>
                    <a:pt x="93140" y="7876"/>
                    <a:pt x="93059" y="7876"/>
                  </a:cubicBezTo>
                  <a:cubicBezTo>
                    <a:pt x="93018" y="7876"/>
                    <a:pt x="92971" y="7883"/>
                    <a:pt x="92920" y="7903"/>
                  </a:cubicBezTo>
                  <a:lnTo>
                    <a:pt x="92829" y="7933"/>
                  </a:lnTo>
                  <a:cubicBezTo>
                    <a:pt x="92768" y="7933"/>
                    <a:pt x="92738" y="7964"/>
                    <a:pt x="92708" y="7994"/>
                  </a:cubicBezTo>
                  <a:lnTo>
                    <a:pt x="92647" y="8116"/>
                  </a:lnTo>
                  <a:cubicBezTo>
                    <a:pt x="92677" y="8207"/>
                    <a:pt x="92768" y="8298"/>
                    <a:pt x="92860" y="8329"/>
                  </a:cubicBezTo>
                  <a:lnTo>
                    <a:pt x="93042" y="8329"/>
                  </a:lnTo>
                  <a:cubicBezTo>
                    <a:pt x="93096" y="8274"/>
                    <a:pt x="93175" y="8172"/>
                    <a:pt x="93212" y="8172"/>
                  </a:cubicBezTo>
                  <a:cubicBezTo>
                    <a:pt x="93217" y="8172"/>
                    <a:pt x="93221" y="8173"/>
                    <a:pt x="93224" y="8177"/>
                  </a:cubicBezTo>
                  <a:cubicBezTo>
                    <a:pt x="93285" y="8207"/>
                    <a:pt x="93346" y="8268"/>
                    <a:pt x="93376" y="8329"/>
                  </a:cubicBezTo>
                  <a:cubicBezTo>
                    <a:pt x="93194" y="8420"/>
                    <a:pt x="92981" y="8450"/>
                    <a:pt x="92799" y="8481"/>
                  </a:cubicBezTo>
                  <a:cubicBezTo>
                    <a:pt x="92770" y="8486"/>
                    <a:pt x="92743" y="8489"/>
                    <a:pt x="92719" y="8489"/>
                  </a:cubicBezTo>
                  <a:cubicBezTo>
                    <a:pt x="92615" y="8489"/>
                    <a:pt x="92556" y="8444"/>
                    <a:pt x="92556" y="8420"/>
                  </a:cubicBezTo>
                  <a:cubicBezTo>
                    <a:pt x="92556" y="8359"/>
                    <a:pt x="92586" y="8298"/>
                    <a:pt x="92586" y="8237"/>
                  </a:cubicBezTo>
                  <a:cubicBezTo>
                    <a:pt x="92556" y="8146"/>
                    <a:pt x="92495" y="8085"/>
                    <a:pt x="92434" y="7994"/>
                  </a:cubicBezTo>
                  <a:lnTo>
                    <a:pt x="92373" y="7933"/>
                  </a:lnTo>
                  <a:lnTo>
                    <a:pt x="92282" y="7842"/>
                  </a:lnTo>
                  <a:cubicBezTo>
                    <a:pt x="92191" y="7842"/>
                    <a:pt x="92100" y="7873"/>
                    <a:pt x="92008" y="7903"/>
                  </a:cubicBezTo>
                  <a:lnTo>
                    <a:pt x="91857" y="7873"/>
                  </a:lnTo>
                  <a:cubicBezTo>
                    <a:pt x="91674" y="7873"/>
                    <a:pt x="91401" y="7842"/>
                    <a:pt x="91218" y="7812"/>
                  </a:cubicBezTo>
                  <a:lnTo>
                    <a:pt x="91066" y="7781"/>
                  </a:lnTo>
                  <a:lnTo>
                    <a:pt x="90945" y="7781"/>
                  </a:lnTo>
                  <a:lnTo>
                    <a:pt x="90671" y="7903"/>
                  </a:lnTo>
                  <a:cubicBezTo>
                    <a:pt x="90489" y="7812"/>
                    <a:pt x="90337" y="7599"/>
                    <a:pt x="90306" y="7386"/>
                  </a:cubicBezTo>
                  <a:cubicBezTo>
                    <a:pt x="90306" y="7326"/>
                    <a:pt x="90124" y="7204"/>
                    <a:pt x="89911" y="7143"/>
                  </a:cubicBezTo>
                  <a:lnTo>
                    <a:pt x="89729" y="7174"/>
                  </a:lnTo>
                  <a:lnTo>
                    <a:pt x="89577" y="7204"/>
                  </a:lnTo>
                  <a:cubicBezTo>
                    <a:pt x="89508" y="7238"/>
                    <a:pt x="89449" y="7255"/>
                    <a:pt x="89402" y="7255"/>
                  </a:cubicBezTo>
                  <a:cubicBezTo>
                    <a:pt x="89325" y="7255"/>
                    <a:pt x="89284" y="7208"/>
                    <a:pt x="89303" y="7113"/>
                  </a:cubicBezTo>
                  <a:lnTo>
                    <a:pt x="89303" y="7113"/>
                  </a:lnTo>
                  <a:lnTo>
                    <a:pt x="89030" y="7143"/>
                  </a:lnTo>
                  <a:cubicBezTo>
                    <a:pt x="89013" y="7147"/>
                    <a:pt x="88998" y="7149"/>
                    <a:pt x="88985" y="7149"/>
                  </a:cubicBezTo>
                  <a:cubicBezTo>
                    <a:pt x="88902" y="7149"/>
                    <a:pt x="88886" y="7074"/>
                    <a:pt x="88939" y="7022"/>
                  </a:cubicBezTo>
                  <a:cubicBezTo>
                    <a:pt x="88984" y="6976"/>
                    <a:pt x="89029" y="6898"/>
                    <a:pt x="89124" y="6898"/>
                  </a:cubicBezTo>
                  <a:cubicBezTo>
                    <a:pt x="89157" y="6898"/>
                    <a:pt x="89196" y="6907"/>
                    <a:pt x="89242" y="6930"/>
                  </a:cubicBezTo>
                  <a:cubicBezTo>
                    <a:pt x="89273" y="6961"/>
                    <a:pt x="89334" y="6991"/>
                    <a:pt x="89394" y="6991"/>
                  </a:cubicBezTo>
                  <a:lnTo>
                    <a:pt x="89546" y="6991"/>
                  </a:lnTo>
                  <a:cubicBezTo>
                    <a:pt x="89594" y="6995"/>
                    <a:pt x="89638" y="6997"/>
                    <a:pt x="89680" y="6997"/>
                  </a:cubicBezTo>
                  <a:cubicBezTo>
                    <a:pt x="89962" y="6997"/>
                    <a:pt x="90116" y="6911"/>
                    <a:pt x="90063" y="6778"/>
                  </a:cubicBezTo>
                  <a:lnTo>
                    <a:pt x="90063" y="6778"/>
                  </a:lnTo>
                  <a:lnTo>
                    <a:pt x="89850" y="6870"/>
                  </a:lnTo>
                  <a:cubicBezTo>
                    <a:pt x="89820" y="6885"/>
                    <a:pt x="89797" y="6890"/>
                    <a:pt x="89779" y="6890"/>
                  </a:cubicBezTo>
                  <a:cubicBezTo>
                    <a:pt x="89725" y="6890"/>
                    <a:pt x="89714" y="6839"/>
                    <a:pt x="89668" y="6839"/>
                  </a:cubicBezTo>
                  <a:cubicBezTo>
                    <a:pt x="89486" y="6771"/>
                    <a:pt x="89286" y="6737"/>
                    <a:pt x="89095" y="6737"/>
                  </a:cubicBezTo>
                  <a:cubicBezTo>
                    <a:pt x="89032" y="6737"/>
                    <a:pt x="88969" y="6740"/>
                    <a:pt x="88908" y="6748"/>
                  </a:cubicBezTo>
                  <a:cubicBezTo>
                    <a:pt x="88878" y="6748"/>
                    <a:pt x="88847" y="6718"/>
                    <a:pt x="88817" y="6718"/>
                  </a:cubicBezTo>
                  <a:lnTo>
                    <a:pt x="88665" y="6687"/>
                  </a:lnTo>
                  <a:cubicBezTo>
                    <a:pt x="88574" y="6870"/>
                    <a:pt x="88483" y="7052"/>
                    <a:pt x="88422" y="7234"/>
                  </a:cubicBezTo>
                  <a:cubicBezTo>
                    <a:pt x="88445" y="7303"/>
                    <a:pt x="88416" y="7337"/>
                    <a:pt x="88400" y="7337"/>
                  </a:cubicBezTo>
                  <a:cubicBezTo>
                    <a:pt x="88395" y="7337"/>
                    <a:pt x="88391" y="7333"/>
                    <a:pt x="88391" y="7326"/>
                  </a:cubicBezTo>
                  <a:cubicBezTo>
                    <a:pt x="88331" y="7234"/>
                    <a:pt x="88270" y="7143"/>
                    <a:pt x="88179" y="7082"/>
                  </a:cubicBezTo>
                  <a:lnTo>
                    <a:pt x="88300" y="6900"/>
                  </a:lnTo>
                  <a:lnTo>
                    <a:pt x="88361" y="6809"/>
                  </a:lnTo>
                  <a:cubicBezTo>
                    <a:pt x="88209" y="6778"/>
                    <a:pt x="87966" y="6748"/>
                    <a:pt x="87814" y="6748"/>
                  </a:cubicBezTo>
                  <a:lnTo>
                    <a:pt x="87783" y="6657"/>
                  </a:lnTo>
                  <a:cubicBezTo>
                    <a:pt x="87753" y="6566"/>
                    <a:pt x="87753" y="6505"/>
                    <a:pt x="87814" y="6444"/>
                  </a:cubicBezTo>
                  <a:lnTo>
                    <a:pt x="87875" y="6383"/>
                  </a:lnTo>
                  <a:cubicBezTo>
                    <a:pt x="87891" y="6380"/>
                    <a:pt x="87907" y="6378"/>
                    <a:pt x="87920" y="6378"/>
                  </a:cubicBezTo>
                  <a:cubicBezTo>
                    <a:pt x="88033" y="6378"/>
                    <a:pt x="88054" y="6478"/>
                    <a:pt x="88027" y="6505"/>
                  </a:cubicBezTo>
                  <a:cubicBezTo>
                    <a:pt x="88027" y="6535"/>
                    <a:pt x="88148" y="6596"/>
                    <a:pt x="88300" y="6657"/>
                  </a:cubicBezTo>
                  <a:lnTo>
                    <a:pt x="88300" y="6322"/>
                  </a:lnTo>
                  <a:cubicBezTo>
                    <a:pt x="88422" y="6322"/>
                    <a:pt x="88513" y="6292"/>
                    <a:pt x="88635" y="6262"/>
                  </a:cubicBezTo>
                  <a:cubicBezTo>
                    <a:pt x="88695" y="6262"/>
                    <a:pt x="88665" y="6201"/>
                    <a:pt x="88635" y="6140"/>
                  </a:cubicBezTo>
                  <a:lnTo>
                    <a:pt x="88391" y="6140"/>
                  </a:lnTo>
                  <a:cubicBezTo>
                    <a:pt x="88179" y="6140"/>
                    <a:pt x="87996" y="6019"/>
                    <a:pt x="88027" y="5988"/>
                  </a:cubicBezTo>
                  <a:cubicBezTo>
                    <a:pt x="88027" y="5958"/>
                    <a:pt x="88087" y="5958"/>
                    <a:pt x="88179" y="5958"/>
                  </a:cubicBezTo>
                  <a:lnTo>
                    <a:pt x="88239" y="5988"/>
                  </a:lnTo>
                  <a:cubicBezTo>
                    <a:pt x="88301" y="6009"/>
                    <a:pt x="88349" y="6071"/>
                    <a:pt x="88421" y="6071"/>
                  </a:cubicBezTo>
                  <a:cubicBezTo>
                    <a:pt x="88455" y="6071"/>
                    <a:pt x="88495" y="6058"/>
                    <a:pt x="88543" y="6019"/>
                  </a:cubicBezTo>
                  <a:cubicBezTo>
                    <a:pt x="88589" y="6003"/>
                    <a:pt x="88635" y="5996"/>
                    <a:pt x="88680" y="5996"/>
                  </a:cubicBezTo>
                  <a:cubicBezTo>
                    <a:pt x="88726" y="5996"/>
                    <a:pt x="88771" y="6003"/>
                    <a:pt x="88817" y="6019"/>
                  </a:cubicBezTo>
                  <a:cubicBezTo>
                    <a:pt x="88857" y="6043"/>
                    <a:pt x="88885" y="6052"/>
                    <a:pt x="88903" y="6052"/>
                  </a:cubicBezTo>
                  <a:cubicBezTo>
                    <a:pt x="88953" y="6052"/>
                    <a:pt x="88931" y="5980"/>
                    <a:pt x="88908" y="5958"/>
                  </a:cubicBezTo>
                  <a:lnTo>
                    <a:pt x="88847" y="5867"/>
                  </a:lnTo>
                  <a:cubicBezTo>
                    <a:pt x="88878" y="5806"/>
                    <a:pt x="88969" y="5684"/>
                    <a:pt x="89060" y="5563"/>
                  </a:cubicBezTo>
                  <a:lnTo>
                    <a:pt x="89212" y="5563"/>
                  </a:lnTo>
                  <a:cubicBezTo>
                    <a:pt x="89364" y="5563"/>
                    <a:pt x="89334" y="5441"/>
                    <a:pt x="89303" y="5411"/>
                  </a:cubicBezTo>
                  <a:cubicBezTo>
                    <a:pt x="89303" y="5380"/>
                    <a:pt x="89273" y="5350"/>
                    <a:pt x="89273" y="5350"/>
                  </a:cubicBezTo>
                  <a:lnTo>
                    <a:pt x="89425" y="5167"/>
                  </a:lnTo>
                  <a:cubicBezTo>
                    <a:pt x="89394" y="5015"/>
                    <a:pt x="89303" y="4863"/>
                    <a:pt x="89182" y="4803"/>
                  </a:cubicBezTo>
                  <a:cubicBezTo>
                    <a:pt x="89030" y="4833"/>
                    <a:pt x="88908" y="4863"/>
                    <a:pt x="88756" y="4924"/>
                  </a:cubicBezTo>
                  <a:lnTo>
                    <a:pt x="88574" y="4803"/>
                  </a:lnTo>
                  <a:cubicBezTo>
                    <a:pt x="88483" y="4803"/>
                    <a:pt x="88422" y="4833"/>
                    <a:pt x="88361" y="4863"/>
                  </a:cubicBezTo>
                  <a:lnTo>
                    <a:pt x="88300" y="4955"/>
                  </a:lnTo>
                  <a:cubicBezTo>
                    <a:pt x="88300" y="5046"/>
                    <a:pt x="88087" y="5046"/>
                    <a:pt x="88027" y="5046"/>
                  </a:cubicBezTo>
                  <a:cubicBezTo>
                    <a:pt x="87935" y="5015"/>
                    <a:pt x="87875" y="4833"/>
                    <a:pt x="87875" y="4772"/>
                  </a:cubicBezTo>
                  <a:cubicBezTo>
                    <a:pt x="87875" y="4712"/>
                    <a:pt x="87783" y="4651"/>
                    <a:pt x="87753" y="4651"/>
                  </a:cubicBezTo>
                  <a:cubicBezTo>
                    <a:pt x="87723" y="4651"/>
                    <a:pt x="87692" y="4499"/>
                    <a:pt x="87632" y="4499"/>
                  </a:cubicBezTo>
                  <a:cubicBezTo>
                    <a:pt x="87540" y="4499"/>
                    <a:pt x="87540" y="4468"/>
                    <a:pt x="87601" y="4468"/>
                  </a:cubicBezTo>
                  <a:lnTo>
                    <a:pt x="87632" y="4468"/>
                  </a:lnTo>
                  <a:lnTo>
                    <a:pt x="88027" y="4499"/>
                  </a:lnTo>
                  <a:cubicBezTo>
                    <a:pt x="88118" y="4377"/>
                    <a:pt x="88239" y="4256"/>
                    <a:pt x="88361" y="4134"/>
                  </a:cubicBezTo>
                  <a:cubicBezTo>
                    <a:pt x="88422" y="4134"/>
                    <a:pt x="88361" y="4073"/>
                    <a:pt x="88209" y="4073"/>
                  </a:cubicBezTo>
                  <a:lnTo>
                    <a:pt x="88209" y="4043"/>
                  </a:lnTo>
                  <a:cubicBezTo>
                    <a:pt x="88148" y="3936"/>
                    <a:pt x="88057" y="3906"/>
                    <a:pt x="87966" y="3906"/>
                  </a:cubicBezTo>
                  <a:cubicBezTo>
                    <a:pt x="87875" y="3906"/>
                    <a:pt x="87783" y="3936"/>
                    <a:pt x="87723" y="3952"/>
                  </a:cubicBezTo>
                  <a:lnTo>
                    <a:pt x="87510" y="4043"/>
                  </a:lnTo>
                  <a:cubicBezTo>
                    <a:pt x="87419" y="3952"/>
                    <a:pt x="87388" y="3830"/>
                    <a:pt x="87419" y="3708"/>
                  </a:cubicBezTo>
                  <a:cubicBezTo>
                    <a:pt x="87449" y="3648"/>
                    <a:pt x="87480" y="3648"/>
                    <a:pt x="87510" y="3648"/>
                  </a:cubicBezTo>
                  <a:cubicBezTo>
                    <a:pt x="87488" y="3756"/>
                    <a:pt x="87560" y="3772"/>
                    <a:pt x="87646" y="3772"/>
                  </a:cubicBezTo>
                  <a:cubicBezTo>
                    <a:pt x="87681" y="3772"/>
                    <a:pt x="87718" y="3769"/>
                    <a:pt x="87753" y="3769"/>
                  </a:cubicBezTo>
                  <a:lnTo>
                    <a:pt x="87966" y="3739"/>
                  </a:lnTo>
                  <a:cubicBezTo>
                    <a:pt x="87844" y="3678"/>
                    <a:pt x="87753" y="3587"/>
                    <a:pt x="87662" y="3496"/>
                  </a:cubicBezTo>
                  <a:lnTo>
                    <a:pt x="87723" y="3435"/>
                  </a:lnTo>
                  <a:cubicBezTo>
                    <a:pt x="87753" y="3344"/>
                    <a:pt x="87783" y="3283"/>
                    <a:pt x="87814" y="3192"/>
                  </a:cubicBezTo>
                  <a:lnTo>
                    <a:pt x="87814" y="3161"/>
                  </a:lnTo>
                  <a:cubicBezTo>
                    <a:pt x="87814" y="3161"/>
                    <a:pt x="87723" y="3192"/>
                    <a:pt x="87632" y="3283"/>
                  </a:cubicBezTo>
                  <a:lnTo>
                    <a:pt x="87601" y="3283"/>
                  </a:lnTo>
                  <a:cubicBezTo>
                    <a:pt x="87419" y="3253"/>
                    <a:pt x="87510" y="3161"/>
                    <a:pt x="87571" y="3101"/>
                  </a:cubicBezTo>
                  <a:cubicBezTo>
                    <a:pt x="87540" y="3009"/>
                    <a:pt x="87480" y="2918"/>
                    <a:pt x="87419" y="2857"/>
                  </a:cubicBezTo>
                  <a:lnTo>
                    <a:pt x="87236" y="2857"/>
                  </a:lnTo>
                  <a:cubicBezTo>
                    <a:pt x="87084" y="2857"/>
                    <a:pt x="86963" y="2857"/>
                    <a:pt x="86963" y="2705"/>
                  </a:cubicBezTo>
                  <a:lnTo>
                    <a:pt x="86841" y="2705"/>
                  </a:lnTo>
                  <a:lnTo>
                    <a:pt x="86750" y="2918"/>
                  </a:lnTo>
                  <a:cubicBezTo>
                    <a:pt x="86537" y="2888"/>
                    <a:pt x="86446" y="2705"/>
                    <a:pt x="86446" y="2645"/>
                  </a:cubicBezTo>
                  <a:cubicBezTo>
                    <a:pt x="86507" y="2553"/>
                    <a:pt x="86568" y="2493"/>
                    <a:pt x="86628" y="2462"/>
                  </a:cubicBezTo>
                  <a:lnTo>
                    <a:pt x="86659" y="2462"/>
                  </a:lnTo>
                  <a:lnTo>
                    <a:pt x="86811" y="2523"/>
                  </a:lnTo>
                  <a:cubicBezTo>
                    <a:pt x="86963" y="2493"/>
                    <a:pt x="87054" y="2341"/>
                    <a:pt x="87054" y="2280"/>
                  </a:cubicBezTo>
                  <a:cubicBezTo>
                    <a:pt x="87024" y="2249"/>
                    <a:pt x="87054" y="2189"/>
                    <a:pt x="87115" y="2158"/>
                  </a:cubicBezTo>
                  <a:cubicBezTo>
                    <a:pt x="87267" y="2097"/>
                    <a:pt x="87388" y="1976"/>
                    <a:pt x="87510" y="1854"/>
                  </a:cubicBezTo>
                  <a:cubicBezTo>
                    <a:pt x="87540" y="1733"/>
                    <a:pt x="87571" y="1611"/>
                    <a:pt x="87540" y="1520"/>
                  </a:cubicBezTo>
                  <a:lnTo>
                    <a:pt x="87115" y="1520"/>
                  </a:lnTo>
                  <a:cubicBezTo>
                    <a:pt x="87024" y="1277"/>
                    <a:pt x="87358" y="942"/>
                    <a:pt x="87480" y="882"/>
                  </a:cubicBezTo>
                  <a:cubicBezTo>
                    <a:pt x="87601" y="851"/>
                    <a:pt x="87601" y="730"/>
                    <a:pt x="87480" y="669"/>
                  </a:cubicBezTo>
                  <a:lnTo>
                    <a:pt x="87358" y="608"/>
                  </a:lnTo>
                  <a:cubicBezTo>
                    <a:pt x="87267" y="547"/>
                    <a:pt x="87358" y="487"/>
                    <a:pt x="87358" y="456"/>
                  </a:cubicBezTo>
                  <a:cubicBezTo>
                    <a:pt x="87388" y="426"/>
                    <a:pt x="87328" y="335"/>
                    <a:pt x="87297" y="304"/>
                  </a:cubicBezTo>
                  <a:cubicBezTo>
                    <a:pt x="87252" y="243"/>
                    <a:pt x="87229" y="213"/>
                    <a:pt x="87202" y="213"/>
                  </a:cubicBezTo>
                  <a:cubicBezTo>
                    <a:pt x="87176" y="213"/>
                    <a:pt x="87145" y="243"/>
                    <a:pt x="87084" y="304"/>
                  </a:cubicBezTo>
                  <a:lnTo>
                    <a:pt x="87024" y="304"/>
                  </a:lnTo>
                  <a:cubicBezTo>
                    <a:pt x="87007" y="312"/>
                    <a:pt x="86991" y="316"/>
                    <a:pt x="86975" y="316"/>
                  </a:cubicBezTo>
                  <a:cubicBezTo>
                    <a:pt x="86932" y="316"/>
                    <a:pt x="86894" y="288"/>
                    <a:pt x="86872" y="243"/>
                  </a:cubicBezTo>
                  <a:lnTo>
                    <a:pt x="86872" y="213"/>
                  </a:lnTo>
                  <a:lnTo>
                    <a:pt x="86872" y="183"/>
                  </a:lnTo>
                  <a:cubicBezTo>
                    <a:pt x="86932" y="91"/>
                    <a:pt x="86872" y="91"/>
                    <a:pt x="86750" y="91"/>
                  </a:cubicBezTo>
                  <a:lnTo>
                    <a:pt x="86598" y="91"/>
                  </a:lnTo>
                  <a:cubicBezTo>
                    <a:pt x="86591" y="95"/>
                    <a:pt x="86581" y="96"/>
                    <a:pt x="86568" y="96"/>
                  </a:cubicBezTo>
                  <a:cubicBezTo>
                    <a:pt x="86466" y="96"/>
                    <a:pt x="86189" y="0"/>
                    <a:pt x="86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1"/>
            <p:cNvSpPr/>
            <p:nvPr/>
          </p:nvSpPr>
          <p:spPr>
            <a:xfrm rot="2700000">
              <a:off x="6819017" y="1397400"/>
              <a:ext cx="2523601" cy="400471"/>
            </a:xfrm>
            <a:custGeom>
              <a:rect b="b" l="l" r="r" t="t"/>
              <a:pathLst>
                <a:path extrusionOk="0" h="16019" w="100945">
                  <a:moveTo>
                    <a:pt x="83846" y="323"/>
                  </a:moveTo>
                  <a:cubicBezTo>
                    <a:pt x="83893" y="323"/>
                    <a:pt x="83937" y="345"/>
                    <a:pt x="83954" y="395"/>
                  </a:cubicBezTo>
                  <a:cubicBezTo>
                    <a:pt x="83984" y="426"/>
                    <a:pt x="84015" y="487"/>
                    <a:pt x="84015" y="547"/>
                  </a:cubicBezTo>
                  <a:lnTo>
                    <a:pt x="83984" y="608"/>
                  </a:lnTo>
                  <a:cubicBezTo>
                    <a:pt x="83945" y="667"/>
                    <a:pt x="83893" y="701"/>
                    <a:pt x="83837" y="701"/>
                  </a:cubicBezTo>
                  <a:cubicBezTo>
                    <a:pt x="83806" y="701"/>
                    <a:pt x="83773" y="691"/>
                    <a:pt x="83741" y="669"/>
                  </a:cubicBezTo>
                  <a:lnTo>
                    <a:pt x="83711" y="669"/>
                  </a:lnTo>
                  <a:cubicBezTo>
                    <a:pt x="83650" y="639"/>
                    <a:pt x="83559" y="426"/>
                    <a:pt x="83680" y="395"/>
                  </a:cubicBezTo>
                  <a:lnTo>
                    <a:pt x="83741" y="365"/>
                  </a:lnTo>
                  <a:cubicBezTo>
                    <a:pt x="83768" y="338"/>
                    <a:pt x="83808" y="323"/>
                    <a:pt x="83846" y="323"/>
                  </a:cubicBezTo>
                  <a:close/>
                  <a:moveTo>
                    <a:pt x="81492" y="395"/>
                  </a:moveTo>
                  <a:cubicBezTo>
                    <a:pt x="81613" y="395"/>
                    <a:pt x="81735" y="456"/>
                    <a:pt x="81826" y="517"/>
                  </a:cubicBezTo>
                  <a:cubicBezTo>
                    <a:pt x="81826" y="578"/>
                    <a:pt x="81735" y="639"/>
                    <a:pt x="81613" y="669"/>
                  </a:cubicBezTo>
                  <a:lnTo>
                    <a:pt x="81583" y="699"/>
                  </a:lnTo>
                  <a:cubicBezTo>
                    <a:pt x="81577" y="701"/>
                    <a:pt x="81570" y="702"/>
                    <a:pt x="81565" y="702"/>
                  </a:cubicBezTo>
                  <a:cubicBezTo>
                    <a:pt x="81458" y="702"/>
                    <a:pt x="81434" y="453"/>
                    <a:pt x="81492" y="395"/>
                  </a:cubicBezTo>
                  <a:close/>
                  <a:moveTo>
                    <a:pt x="73467" y="566"/>
                  </a:moveTo>
                  <a:cubicBezTo>
                    <a:pt x="73510" y="566"/>
                    <a:pt x="73520" y="594"/>
                    <a:pt x="73498" y="639"/>
                  </a:cubicBezTo>
                  <a:lnTo>
                    <a:pt x="73498" y="669"/>
                  </a:lnTo>
                  <a:cubicBezTo>
                    <a:pt x="73447" y="720"/>
                    <a:pt x="73310" y="835"/>
                    <a:pt x="73214" y="835"/>
                  </a:cubicBezTo>
                  <a:cubicBezTo>
                    <a:pt x="73195" y="835"/>
                    <a:pt x="73178" y="831"/>
                    <a:pt x="73163" y="821"/>
                  </a:cubicBezTo>
                  <a:lnTo>
                    <a:pt x="73103" y="821"/>
                  </a:lnTo>
                  <a:cubicBezTo>
                    <a:pt x="72981" y="791"/>
                    <a:pt x="73042" y="699"/>
                    <a:pt x="73042" y="639"/>
                  </a:cubicBezTo>
                  <a:lnTo>
                    <a:pt x="73042" y="608"/>
                  </a:lnTo>
                  <a:cubicBezTo>
                    <a:pt x="73057" y="593"/>
                    <a:pt x="73133" y="593"/>
                    <a:pt x="73213" y="593"/>
                  </a:cubicBezTo>
                  <a:cubicBezTo>
                    <a:pt x="73293" y="593"/>
                    <a:pt x="73376" y="593"/>
                    <a:pt x="73407" y="578"/>
                  </a:cubicBezTo>
                  <a:cubicBezTo>
                    <a:pt x="73431" y="570"/>
                    <a:pt x="73451" y="566"/>
                    <a:pt x="73467" y="566"/>
                  </a:cubicBezTo>
                  <a:close/>
                  <a:moveTo>
                    <a:pt x="75990" y="547"/>
                  </a:moveTo>
                  <a:cubicBezTo>
                    <a:pt x="76112" y="547"/>
                    <a:pt x="76142" y="639"/>
                    <a:pt x="76142" y="669"/>
                  </a:cubicBezTo>
                  <a:cubicBezTo>
                    <a:pt x="76112" y="730"/>
                    <a:pt x="76112" y="791"/>
                    <a:pt x="76112" y="851"/>
                  </a:cubicBezTo>
                  <a:cubicBezTo>
                    <a:pt x="76112" y="860"/>
                    <a:pt x="76104" y="864"/>
                    <a:pt x="76091" y="864"/>
                  </a:cubicBezTo>
                  <a:cubicBezTo>
                    <a:pt x="76058" y="864"/>
                    <a:pt x="75994" y="842"/>
                    <a:pt x="75929" y="821"/>
                  </a:cubicBezTo>
                  <a:cubicBezTo>
                    <a:pt x="75838" y="760"/>
                    <a:pt x="75869" y="547"/>
                    <a:pt x="75990" y="547"/>
                  </a:cubicBezTo>
                  <a:close/>
                  <a:moveTo>
                    <a:pt x="57631" y="760"/>
                  </a:moveTo>
                  <a:lnTo>
                    <a:pt x="57844" y="851"/>
                  </a:lnTo>
                  <a:cubicBezTo>
                    <a:pt x="57824" y="969"/>
                    <a:pt x="57754" y="1036"/>
                    <a:pt x="57666" y="1036"/>
                  </a:cubicBezTo>
                  <a:cubicBezTo>
                    <a:pt x="57617" y="1036"/>
                    <a:pt x="57563" y="1016"/>
                    <a:pt x="57510" y="973"/>
                  </a:cubicBezTo>
                  <a:lnTo>
                    <a:pt x="57418" y="912"/>
                  </a:lnTo>
                  <a:cubicBezTo>
                    <a:pt x="57388" y="882"/>
                    <a:pt x="57449" y="821"/>
                    <a:pt x="57570" y="760"/>
                  </a:cubicBezTo>
                  <a:close/>
                  <a:moveTo>
                    <a:pt x="59994" y="748"/>
                  </a:moveTo>
                  <a:cubicBezTo>
                    <a:pt x="60059" y="748"/>
                    <a:pt x="60228" y="890"/>
                    <a:pt x="60306" y="943"/>
                  </a:cubicBezTo>
                  <a:lnTo>
                    <a:pt x="60154" y="1034"/>
                  </a:lnTo>
                  <a:lnTo>
                    <a:pt x="60124" y="1064"/>
                  </a:lnTo>
                  <a:cubicBezTo>
                    <a:pt x="60002" y="1003"/>
                    <a:pt x="59941" y="882"/>
                    <a:pt x="59972" y="760"/>
                  </a:cubicBezTo>
                  <a:cubicBezTo>
                    <a:pt x="59976" y="752"/>
                    <a:pt x="59984" y="748"/>
                    <a:pt x="59994" y="748"/>
                  </a:cubicBezTo>
                  <a:close/>
                  <a:moveTo>
                    <a:pt x="61674" y="821"/>
                  </a:moveTo>
                  <a:lnTo>
                    <a:pt x="61674" y="851"/>
                  </a:lnTo>
                  <a:cubicBezTo>
                    <a:pt x="61765" y="851"/>
                    <a:pt x="62008" y="943"/>
                    <a:pt x="61887" y="1064"/>
                  </a:cubicBezTo>
                  <a:lnTo>
                    <a:pt x="61856" y="1064"/>
                  </a:lnTo>
                  <a:lnTo>
                    <a:pt x="61735" y="1003"/>
                  </a:lnTo>
                  <a:cubicBezTo>
                    <a:pt x="61613" y="912"/>
                    <a:pt x="61583" y="821"/>
                    <a:pt x="61674" y="821"/>
                  </a:cubicBezTo>
                  <a:close/>
                  <a:moveTo>
                    <a:pt x="45139" y="1003"/>
                  </a:moveTo>
                  <a:cubicBezTo>
                    <a:pt x="45169" y="1003"/>
                    <a:pt x="45199" y="1003"/>
                    <a:pt x="45230" y="1034"/>
                  </a:cubicBezTo>
                  <a:lnTo>
                    <a:pt x="45230" y="1155"/>
                  </a:lnTo>
                  <a:cubicBezTo>
                    <a:pt x="45108" y="1186"/>
                    <a:pt x="44987" y="1216"/>
                    <a:pt x="44865" y="1247"/>
                  </a:cubicBezTo>
                  <a:lnTo>
                    <a:pt x="44713" y="1277"/>
                  </a:lnTo>
                  <a:cubicBezTo>
                    <a:pt x="44622" y="1186"/>
                    <a:pt x="44743" y="1125"/>
                    <a:pt x="44987" y="1125"/>
                  </a:cubicBezTo>
                  <a:lnTo>
                    <a:pt x="45139" y="1003"/>
                  </a:lnTo>
                  <a:close/>
                  <a:moveTo>
                    <a:pt x="31659" y="1304"/>
                  </a:moveTo>
                  <a:cubicBezTo>
                    <a:pt x="31730" y="1304"/>
                    <a:pt x="31700" y="1496"/>
                    <a:pt x="31643" y="1581"/>
                  </a:cubicBezTo>
                  <a:cubicBezTo>
                    <a:pt x="31586" y="1618"/>
                    <a:pt x="31542" y="1644"/>
                    <a:pt x="31516" y="1644"/>
                  </a:cubicBezTo>
                  <a:cubicBezTo>
                    <a:pt x="31500" y="1644"/>
                    <a:pt x="31491" y="1634"/>
                    <a:pt x="31491" y="1611"/>
                  </a:cubicBezTo>
                  <a:cubicBezTo>
                    <a:pt x="31491" y="1550"/>
                    <a:pt x="31400" y="1459"/>
                    <a:pt x="31339" y="1459"/>
                  </a:cubicBezTo>
                  <a:cubicBezTo>
                    <a:pt x="31308" y="1459"/>
                    <a:pt x="31308" y="1399"/>
                    <a:pt x="31308" y="1399"/>
                  </a:cubicBezTo>
                  <a:cubicBezTo>
                    <a:pt x="31400" y="1338"/>
                    <a:pt x="31521" y="1307"/>
                    <a:pt x="31643" y="1307"/>
                  </a:cubicBezTo>
                  <a:cubicBezTo>
                    <a:pt x="31649" y="1305"/>
                    <a:pt x="31654" y="1304"/>
                    <a:pt x="31659" y="1304"/>
                  </a:cubicBezTo>
                  <a:close/>
                  <a:moveTo>
                    <a:pt x="25077" y="1459"/>
                  </a:moveTo>
                  <a:cubicBezTo>
                    <a:pt x="25229" y="1459"/>
                    <a:pt x="25381" y="1490"/>
                    <a:pt x="25503" y="1520"/>
                  </a:cubicBezTo>
                  <a:cubicBezTo>
                    <a:pt x="25533" y="1550"/>
                    <a:pt x="25564" y="1581"/>
                    <a:pt x="25503" y="1642"/>
                  </a:cubicBezTo>
                  <a:cubicBezTo>
                    <a:pt x="25453" y="1691"/>
                    <a:pt x="25404" y="1741"/>
                    <a:pt x="25321" y="1741"/>
                  </a:cubicBezTo>
                  <a:cubicBezTo>
                    <a:pt x="25302" y="1741"/>
                    <a:pt x="25282" y="1738"/>
                    <a:pt x="25260" y="1733"/>
                  </a:cubicBezTo>
                  <a:lnTo>
                    <a:pt x="25138" y="1702"/>
                  </a:lnTo>
                  <a:cubicBezTo>
                    <a:pt x="24925" y="1642"/>
                    <a:pt x="24895" y="1581"/>
                    <a:pt x="25017" y="1520"/>
                  </a:cubicBezTo>
                  <a:lnTo>
                    <a:pt x="25077" y="1459"/>
                  </a:lnTo>
                  <a:close/>
                  <a:moveTo>
                    <a:pt x="24429" y="1423"/>
                  </a:moveTo>
                  <a:cubicBezTo>
                    <a:pt x="24516" y="1423"/>
                    <a:pt x="24478" y="1498"/>
                    <a:pt x="24530" y="1550"/>
                  </a:cubicBezTo>
                  <a:lnTo>
                    <a:pt x="24591" y="1611"/>
                  </a:lnTo>
                  <a:cubicBezTo>
                    <a:pt x="24469" y="1672"/>
                    <a:pt x="24348" y="1763"/>
                    <a:pt x="24226" y="1794"/>
                  </a:cubicBezTo>
                  <a:cubicBezTo>
                    <a:pt x="24203" y="1817"/>
                    <a:pt x="24180" y="1827"/>
                    <a:pt x="24160" y="1827"/>
                  </a:cubicBezTo>
                  <a:cubicBezTo>
                    <a:pt x="24128" y="1827"/>
                    <a:pt x="24105" y="1801"/>
                    <a:pt x="24105" y="1763"/>
                  </a:cubicBezTo>
                  <a:lnTo>
                    <a:pt x="24074" y="1763"/>
                  </a:lnTo>
                  <a:cubicBezTo>
                    <a:pt x="24135" y="1642"/>
                    <a:pt x="24196" y="1520"/>
                    <a:pt x="24257" y="1429"/>
                  </a:cubicBezTo>
                  <a:lnTo>
                    <a:pt x="24378" y="1429"/>
                  </a:lnTo>
                  <a:cubicBezTo>
                    <a:pt x="24399" y="1425"/>
                    <a:pt x="24416" y="1423"/>
                    <a:pt x="24429" y="1423"/>
                  </a:cubicBezTo>
                  <a:close/>
                  <a:moveTo>
                    <a:pt x="17478" y="1763"/>
                  </a:moveTo>
                  <a:lnTo>
                    <a:pt x="17600" y="1885"/>
                  </a:lnTo>
                  <a:cubicBezTo>
                    <a:pt x="17782" y="1885"/>
                    <a:pt x="17874" y="1976"/>
                    <a:pt x="17813" y="2098"/>
                  </a:cubicBezTo>
                  <a:lnTo>
                    <a:pt x="17752" y="2158"/>
                  </a:lnTo>
                  <a:cubicBezTo>
                    <a:pt x="17714" y="2209"/>
                    <a:pt x="17681" y="2233"/>
                    <a:pt x="17656" y="2233"/>
                  </a:cubicBezTo>
                  <a:cubicBezTo>
                    <a:pt x="17621" y="2233"/>
                    <a:pt x="17600" y="2186"/>
                    <a:pt x="17600" y="2098"/>
                  </a:cubicBezTo>
                  <a:cubicBezTo>
                    <a:pt x="17539" y="2098"/>
                    <a:pt x="17326" y="2006"/>
                    <a:pt x="17326" y="1946"/>
                  </a:cubicBezTo>
                  <a:cubicBezTo>
                    <a:pt x="17357" y="1885"/>
                    <a:pt x="17418" y="1824"/>
                    <a:pt x="17478" y="1763"/>
                  </a:cubicBezTo>
                  <a:close/>
                  <a:moveTo>
                    <a:pt x="15599" y="1931"/>
                  </a:moveTo>
                  <a:cubicBezTo>
                    <a:pt x="15616" y="1931"/>
                    <a:pt x="15635" y="1936"/>
                    <a:pt x="15655" y="1946"/>
                  </a:cubicBezTo>
                  <a:lnTo>
                    <a:pt x="15776" y="2006"/>
                  </a:lnTo>
                  <a:cubicBezTo>
                    <a:pt x="15801" y="1998"/>
                    <a:pt x="15823" y="1994"/>
                    <a:pt x="15842" y="1994"/>
                  </a:cubicBezTo>
                  <a:cubicBezTo>
                    <a:pt x="15893" y="1994"/>
                    <a:pt x="15920" y="2023"/>
                    <a:pt x="15898" y="2067"/>
                  </a:cubicBezTo>
                  <a:cubicBezTo>
                    <a:pt x="15898" y="2128"/>
                    <a:pt x="15867" y="2189"/>
                    <a:pt x="15867" y="2250"/>
                  </a:cubicBezTo>
                  <a:cubicBezTo>
                    <a:pt x="15867" y="2265"/>
                    <a:pt x="15837" y="2272"/>
                    <a:pt x="15791" y="2272"/>
                  </a:cubicBezTo>
                  <a:cubicBezTo>
                    <a:pt x="15746" y="2272"/>
                    <a:pt x="15685" y="2265"/>
                    <a:pt x="15624" y="2250"/>
                  </a:cubicBezTo>
                  <a:lnTo>
                    <a:pt x="15594" y="2250"/>
                  </a:lnTo>
                  <a:cubicBezTo>
                    <a:pt x="15558" y="2285"/>
                    <a:pt x="15532" y="2298"/>
                    <a:pt x="15509" y="2298"/>
                  </a:cubicBezTo>
                  <a:cubicBezTo>
                    <a:pt x="15474" y="2298"/>
                    <a:pt x="15448" y="2268"/>
                    <a:pt x="15412" y="2250"/>
                  </a:cubicBezTo>
                  <a:cubicBezTo>
                    <a:pt x="15320" y="2189"/>
                    <a:pt x="15320" y="2128"/>
                    <a:pt x="15412" y="2067"/>
                  </a:cubicBezTo>
                  <a:cubicBezTo>
                    <a:pt x="15462" y="2042"/>
                    <a:pt x="15513" y="1931"/>
                    <a:pt x="15599" y="1931"/>
                  </a:cubicBezTo>
                  <a:close/>
                  <a:moveTo>
                    <a:pt x="88878" y="2250"/>
                  </a:moveTo>
                  <a:cubicBezTo>
                    <a:pt x="89060" y="2310"/>
                    <a:pt x="89091" y="2432"/>
                    <a:pt x="89060" y="2432"/>
                  </a:cubicBezTo>
                  <a:cubicBezTo>
                    <a:pt x="88923" y="2432"/>
                    <a:pt x="88761" y="2382"/>
                    <a:pt x="88619" y="2328"/>
                  </a:cubicBezTo>
                  <a:lnTo>
                    <a:pt x="88619" y="2328"/>
                  </a:lnTo>
                  <a:lnTo>
                    <a:pt x="88787" y="2280"/>
                  </a:lnTo>
                  <a:lnTo>
                    <a:pt x="88878" y="2250"/>
                  </a:lnTo>
                  <a:close/>
                  <a:moveTo>
                    <a:pt x="90560" y="2156"/>
                  </a:moveTo>
                  <a:cubicBezTo>
                    <a:pt x="90568" y="2156"/>
                    <a:pt x="90580" y="2182"/>
                    <a:pt x="90580" y="2219"/>
                  </a:cubicBezTo>
                  <a:cubicBezTo>
                    <a:pt x="90580" y="2371"/>
                    <a:pt x="90458" y="2462"/>
                    <a:pt x="90337" y="2462"/>
                  </a:cubicBezTo>
                  <a:lnTo>
                    <a:pt x="90215" y="2432"/>
                  </a:lnTo>
                  <a:lnTo>
                    <a:pt x="90124" y="2402"/>
                  </a:lnTo>
                  <a:cubicBezTo>
                    <a:pt x="90089" y="2407"/>
                    <a:pt x="90061" y="2410"/>
                    <a:pt x="90039" y="2410"/>
                  </a:cubicBezTo>
                  <a:cubicBezTo>
                    <a:pt x="89944" y="2410"/>
                    <a:pt x="89953" y="2365"/>
                    <a:pt x="90003" y="2341"/>
                  </a:cubicBezTo>
                  <a:cubicBezTo>
                    <a:pt x="90063" y="2310"/>
                    <a:pt x="90033" y="2250"/>
                    <a:pt x="90003" y="2219"/>
                  </a:cubicBezTo>
                  <a:cubicBezTo>
                    <a:pt x="89994" y="2210"/>
                    <a:pt x="90011" y="2207"/>
                    <a:pt x="90041" y="2207"/>
                  </a:cubicBezTo>
                  <a:cubicBezTo>
                    <a:pt x="90114" y="2207"/>
                    <a:pt x="90264" y="2228"/>
                    <a:pt x="90307" y="2250"/>
                  </a:cubicBezTo>
                  <a:cubicBezTo>
                    <a:pt x="90331" y="2258"/>
                    <a:pt x="90355" y="2262"/>
                    <a:pt x="90379" y="2262"/>
                  </a:cubicBezTo>
                  <a:cubicBezTo>
                    <a:pt x="90444" y="2262"/>
                    <a:pt x="90505" y="2233"/>
                    <a:pt x="90550" y="2189"/>
                  </a:cubicBezTo>
                  <a:cubicBezTo>
                    <a:pt x="90550" y="2166"/>
                    <a:pt x="90554" y="2156"/>
                    <a:pt x="90560" y="2156"/>
                  </a:cubicBezTo>
                  <a:close/>
                  <a:moveTo>
                    <a:pt x="94501" y="2979"/>
                  </a:moveTo>
                  <a:lnTo>
                    <a:pt x="94683" y="3009"/>
                  </a:lnTo>
                  <a:lnTo>
                    <a:pt x="94775" y="3009"/>
                  </a:lnTo>
                  <a:cubicBezTo>
                    <a:pt x="94927" y="3070"/>
                    <a:pt x="94987" y="3222"/>
                    <a:pt x="94927" y="3313"/>
                  </a:cubicBezTo>
                  <a:cubicBezTo>
                    <a:pt x="94913" y="3332"/>
                    <a:pt x="94889" y="3340"/>
                    <a:pt x="94859" y="3340"/>
                  </a:cubicBezTo>
                  <a:cubicBezTo>
                    <a:pt x="94689" y="3340"/>
                    <a:pt x="94310" y="3091"/>
                    <a:pt x="94258" y="3040"/>
                  </a:cubicBezTo>
                  <a:cubicBezTo>
                    <a:pt x="94197" y="3009"/>
                    <a:pt x="94288" y="2979"/>
                    <a:pt x="94501" y="2979"/>
                  </a:cubicBezTo>
                  <a:close/>
                  <a:moveTo>
                    <a:pt x="11430" y="3344"/>
                  </a:moveTo>
                  <a:cubicBezTo>
                    <a:pt x="11490" y="3344"/>
                    <a:pt x="11551" y="3374"/>
                    <a:pt x="11551" y="3435"/>
                  </a:cubicBezTo>
                  <a:lnTo>
                    <a:pt x="11399" y="3526"/>
                  </a:lnTo>
                  <a:cubicBezTo>
                    <a:pt x="11247" y="3617"/>
                    <a:pt x="11126" y="3678"/>
                    <a:pt x="10974" y="3739"/>
                  </a:cubicBezTo>
                  <a:lnTo>
                    <a:pt x="10974" y="3709"/>
                  </a:lnTo>
                  <a:lnTo>
                    <a:pt x="10943" y="3709"/>
                  </a:lnTo>
                  <a:cubicBezTo>
                    <a:pt x="10974" y="3587"/>
                    <a:pt x="11065" y="3496"/>
                    <a:pt x="11156" y="3405"/>
                  </a:cubicBezTo>
                  <a:cubicBezTo>
                    <a:pt x="11217" y="3374"/>
                    <a:pt x="11338" y="3344"/>
                    <a:pt x="11430" y="3344"/>
                  </a:cubicBezTo>
                  <a:close/>
                  <a:moveTo>
                    <a:pt x="20559" y="3545"/>
                  </a:moveTo>
                  <a:cubicBezTo>
                    <a:pt x="20642" y="3545"/>
                    <a:pt x="20763" y="3573"/>
                    <a:pt x="20852" y="3617"/>
                  </a:cubicBezTo>
                  <a:lnTo>
                    <a:pt x="20974" y="3709"/>
                  </a:lnTo>
                  <a:lnTo>
                    <a:pt x="20974" y="3769"/>
                  </a:lnTo>
                  <a:cubicBezTo>
                    <a:pt x="20974" y="3800"/>
                    <a:pt x="20944" y="3830"/>
                    <a:pt x="20913" y="3830"/>
                  </a:cubicBezTo>
                  <a:lnTo>
                    <a:pt x="20822" y="3830"/>
                  </a:lnTo>
                  <a:cubicBezTo>
                    <a:pt x="20700" y="3800"/>
                    <a:pt x="20579" y="3739"/>
                    <a:pt x="20488" y="3678"/>
                  </a:cubicBezTo>
                  <a:cubicBezTo>
                    <a:pt x="20427" y="3648"/>
                    <a:pt x="20427" y="3587"/>
                    <a:pt x="20488" y="3557"/>
                  </a:cubicBezTo>
                  <a:cubicBezTo>
                    <a:pt x="20504" y="3548"/>
                    <a:pt x="20529" y="3545"/>
                    <a:pt x="20559" y="3545"/>
                  </a:cubicBezTo>
                  <a:close/>
                  <a:moveTo>
                    <a:pt x="14256" y="3769"/>
                  </a:moveTo>
                  <a:cubicBezTo>
                    <a:pt x="14287" y="3800"/>
                    <a:pt x="14317" y="3861"/>
                    <a:pt x="14317" y="3921"/>
                  </a:cubicBezTo>
                  <a:cubicBezTo>
                    <a:pt x="14317" y="3946"/>
                    <a:pt x="14496" y="3990"/>
                    <a:pt x="14597" y="3990"/>
                  </a:cubicBezTo>
                  <a:cubicBezTo>
                    <a:pt x="14621" y="3990"/>
                    <a:pt x="14640" y="3988"/>
                    <a:pt x="14652" y="3982"/>
                  </a:cubicBezTo>
                  <a:cubicBezTo>
                    <a:pt x="14661" y="3979"/>
                    <a:pt x="14670" y="3977"/>
                    <a:pt x="14677" y="3977"/>
                  </a:cubicBezTo>
                  <a:cubicBezTo>
                    <a:pt x="14742" y="3977"/>
                    <a:pt x="14733" y="4086"/>
                    <a:pt x="14652" y="4195"/>
                  </a:cubicBezTo>
                  <a:lnTo>
                    <a:pt x="14378" y="4165"/>
                  </a:lnTo>
                  <a:lnTo>
                    <a:pt x="14226" y="4165"/>
                  </a:lnTo>
                  <a:cubicBezTo>
                    <a:pt x="14060" y="4165"/>
                    <a:pt x="14020" y="4039"/>
                    <a:pt x="14060" y="4039"/>
                  </a:cubicBezTo>
                  <a:cubicBezTo>
                    <a:pt x="14064" y="4039"/>
                    <a:pt x="14069" y="4040"/>
                    <a:pt x="14074" y="4043"/>
                  </a:cubicBezTo>
                  <a:cubicBezTo>
                    <a:pt x="14090" y="4051"/>
                    <a:pt x="14107" y="4055"/>
                    <a:pt x="14122" y="4055"/>
                  </a:cubicBezTo>
                  <a:cubicBezTo>
                    <a:pt x="14163" y="4055"/>
                    <a:pt x="14196" y="4027"/>
                    <a:pt x="14196" y="3982"/>
                  </a:cubicBezTo>
                  <a:cubicBezTo>
                    <a:pt x="14226" y="3921"/>
                    <a:pt x="14226" y="3830"/>
                    <a:pt x="14256" y="3769"/>
                  </a:cubicBezTo>
                  <a:close/>
                  <a:moveTo>
                    <a:pt x="13161" y="3992"/>
                  </a:moveTo>
                  <a:cubicBezTo>
                    <a:pt x="13279" y="3992"/>
                    <a:pt x="13390" y="4039"/>
                    <a:pt x="13466" y="4134"/>
                  </a:cubicBezTo>
                  <a:lnTo>
                    <a:pt x="13497" y="4134"/>
                  </a:lnTo>
                  <a:cubicBezTo>
                    <a:pt x="13360" y="4216"/>
                    <a:pt x="13285" y="4261"/>
                    <a:pt x="13221" y="4261"/>
                  </a:cubicBezTo>
                  <a:cubicBezTo>
                    <a:pt x="13143" y="4261"/>
                    <a:pt x="13083" y="4194"/>
                    <a:pt x="12949" y="4043"/>
                  </a:cubicBezTo>
                  <a:cubicBezTo>
                    <a:pt x="13018" y="4009"/>
                    <a:pt x="13091" y="3992"/>
                    <a:pt x="13161" y="3992"/>
                  </a:cubicBezTo>
                  <a:close/>
                  <a:moveTo>
                    <a:pt x="96659" y="4073"/>
                  </a:moveTo>
                  <a:cubicBezTo>
                    <a:pt x="96720" y="4256"/>
                    <a:pt x="96750" y="4377"/>
                    <a:pt x="96720" y="4408"/>
                  </a:cubicBezTo>
                  <a:cubicBezTo>
                    <a:pt x="96690" y="4423"/>
                    <a:pt x="96652" y="4430"/>
                    <a:pt x="96614" y="4430"/>
                  </a:cubicBezTo>
                  <a:cubicBezTo>
                    <a:pt x="96576" y="4430"/>
                    <a:pt x="96538" y="4423"/>
                    <a:pt x="96507" y="4408"/>
                  </a:cubicBezTo>
                  <a:cubicBezTo>
                    <a:pt x="96477" y="4408"/>
                    <a:pt x="96355" y="4438"/>
                    <a:pt x="96234" y="4499"/>
                  </a:cubicBezTo>
                  <a:lnTo>
                    <a:pt x="96112" y="4529"/>
                  </a:lnTo>
                  <a:lnTo>
                    <a:pt x="96082" y="4529"/>
                  </a:lnTo>
                  <a:cubicBezTo>
                    <a:pt x="95991" y="4438"/>
                    <a:pt x="96021" y="4225"/>
                    <a:pt x="96142" y="4073"/>
                  </a:cubicBezTo>
                  <a:close/>
                  <a:moveTo>
                    <a:pt x="87766" y="10065"/>
                  </a:moveTo>
                  <a:cubicBezTo>
                    <a:pt x="87824" y="10065"/>
                    <a:pt x="87875" y="10071"/>
                    <a:pt x="87905" y="10092"/>
                  </a:cubicBezTo>
                  <a:cubicBezTo>
                    <a:pt x="87996" y="10122"/>
                    <a:pt x="87936" y="10183"/>
                    <a:pt x="87814" y="10183"/>
                  </a:cubicBezTo>
                  <a:cubicBezTo>
                    <a:pt x="87692" y="10183"/>
                    <a:pt x="87328" y="10092"/>
                    <a:pt x="87419" y="10092"/>
                  </a:cubicBezTo>
                  <a:cubicBezTo>
                    <a:pt x="87500" y="10092"/>
                    <a:pt x="87649" y="10065"/>
                    <a:pt x="87766" y="10065"/>
                  </a:cubicBezTo>
                  <a:close/>
                  <a:moveTo>
                    <a:pt x="88865" y="10153"/>
                  </a:moveTo>
                  <a:lnTo>
                    <a:pt x="88865" y="10153"/>
                  </a:lnTo>
                  <a:cubicBezTo>
                    <a:pt x="88827" y="10153"/>
                    <a:pt x="88789" y="10154"/>
                    <a:pt x="88750" y="10156"/>
                  </a:cubicBezTo>
                  <a:lnTo>
                    <a:pt x="88750" y="10156"/>
                  </a:lnTo>
                  <a:cubicBezTo>
                    <a:pt x="88781" y="10173"/>
                    <a:pt x="88813" y="10190"/>
                    <a:pt x="88845" y="10206"/>
                  </a:cubicBezTo>
                  <a:lnTo>
                    <a:pt x="88845" y="10206"/>
                  </a:lnTo>
                  <a:cubicBezTo>
                    <a:pt x="88854" y="10191"/>
                    <a:pt x="88860" y="10172"/>
                    <a:pt x="88865" y="10153"/>
                  </a:cubicBezTo>
                  <a:close/>
                  <a:moveTo>
                    <a:pt x="86568" y="9909"/>
                  </a:moveTo>
                  <a:cubicBezTo>
                    <a:pt x="86689" y="9909"/>
                    <a:pt x="86781" y="9970"/>
                    <a:pt x="86750" y="10031"/>
                  </a:cubicBezTo>
                  <a:cubicBezTo>
                    <a:pt x="86689" y="10122"/>
                    <a:pt x="86598" y="10183"/>
                    <a:pt x="86477" y="10244"/>
                  </a:cubicBezTo>
                  <a:lnTo>
                    <a:pt x="86385" y="10244"/>
                  </a:lnTo>
                  <a:cubicBezTo>
                    <a:pt x="86325" y="10152"/>
                    <a:pt x="86355" y="10061"/>
                    <a:pt x="86416" y="9970"/>
                  </a:cubicBezTo>
                  <a:lnTo>
                    <a:pt x="86507" y="9940"/>
                  </a:lnTo>
                  <a:lnTo>
                    <a:pt x="86568" y="9909"/>
                  </a:lnTo>
                  <a:close/>
                  <a:moveTo>
                    <a:pt x="88753" y="10535"/>
                  </a:moveTo>
                  <a:cubicBezTo>
                    <a:pt x="88814" y="10535"/>
                    <a:pt x="88876" y="10539"/>
                    <a:pt x="88939" y="10548"/>
                  </a:cubicBezTo>
                  <a:cubicBezTo>
                    <a:pt x="89060" y="10548"/>
                    <a:pt x="89000" y="10791"/>
                    <a:pt x="88908" y="10791"/>
                  </a:cubicBezTo>
                  <a:cubicBezTo>
                    <a:pt x="88824" y="10791"/>
                    <a:pt x="88585" y="10635"/>
                    <a:pt x="88453" y="10635"/>
                  </a:cubicBezTo>
                  <a:cubicBezTo>
                    <a:pt x="88442" y="10635"/>
                    <a:pt x="88431" y="10636"/>
                    <a:pt x="88422" y="10639"/>
                  </a:cubicBezTo>
                  <a:cubicBezTo>
                    <a:pt x="88395" y="10648"/>
                    <a:pt x="88374" y="10651"/>
                    <a:pt x="88358" y="10651"/>
                  </a:cubicBezTo>
                  <a:cubicBezTo>
                    <a:pt x="88318" y="10651"/>
                    <a:pt x="88309" y="10630"/>
                    <a:pt x="88331" y="10608"/>
                  </a:cubicBezTo>
                  <a:lnTo>
                    <a:pt x="88331" y="10578"/>
                  </a:lnTo>
                  <a:cubicBezTo>
                    <a:pt x="88460" y="10556"/>
                    <a:pt x="88604" y="10535"/>
                    <a:pt x="88753" y="10535"/>
                  </a:cubicBezTo>
                  <a:close/>
                  <a:moveTo>
                    <a:pt x="89395" y="11368"/>
                  </a:moveTo>
                  <a:cubicBezTo>
                    <a:pt x="89425" y="11368"/>
                    <a:pt x="89425" y="11399"/>
                    <a:pt x="89455" y="11429"/>
                  </a:cubicBezTo>
                  <a:lnTo>
                    <a:pt x="89516" y="11459"/>
                  </a:lnTo>
                  <a:cubicBezTo>
                    <a:pt x="89607" y="11520"/>
                    <a:pt x="89547" y="11611"/>
                    <a:pt x="89425" y="11642"/>
                  </a:cubicBezTo>
                  <a:lnTo>
                    <a:pt x="89334" y="11672"/>
                  </a:lnTo>
                  <a:lnTo>
                    <a:pt x="89243" y="11703"/>
                  </a:lnTo>
                  <a:cubicBezTo>
                    <a:pt x="89236" y="11706"/>
                    <a:pt x="89230" y="11707"/>
                    <a:pt x="89225" y="11707"/>
                  </a:cubicBezTo>
                  <a:cubicBezTo>
                    <a:pt x="89183" y="11707"/>
                    <a:pt x="89189" y="11608"/>
                    <a:pt x="89243" y="11581"/>
                  </a:cubicBezTo>
                  <a:cubicBezTo>
                    <a:pt x="89303" y="11520"/>
                    <a:pt x="89334" y="11490"/>
                    <a:pt x="89334" y="11459"/>
                  </a:cubicBezTo>
                  <a:cubicBezTo>
                    <a:pt x="89303" y="11429"/>
                    <a:pt x="89303" y="11368"/>
                    <a:pt x="89334" y="11368"/>
                  </a:cubicBezTo>
                  <a:close/>
                  <a:moveTo>
                    <a:pt x="98088" y="11581"/>
                  </a:moveTo>
                  <a:cubicBezTo>
                    <a:pt x="98118" y="11642"/>
                    <a:pt x="98240" y="11824"/>
                    <a:pt x="98240" y="11885"/>
                  </a:cubicBezTo>
                  <a:cubicBezTo>
                    <a:pt x="98218" y="11929"/>
                    <a:pt x="98179" y="11958"/>
                    <a:pt x="98136" y="11958"/>
                  </a:cubicBezTo>
                  <a:cubicBezTo>
                    <a:pt x="98120" y="11958"/>
                    <a:pt x="98104" y="11954"/>
                    <a:pt x="98088" y="11946"/>
                  </a:cubicBezTo>
                  <a:cubicBezTo>
                    <a:pt x="98075" y="11933"/>
                    <a:pt x="98057" y="11928"/>
                    <a:pt x="98036" y="11928"/>
                  </a:cubicBezTo>
                  <a:cubicBezTo>
                    <a:pt x="97978" y="11928"/>
                    <a:pt x="97899" y="11963"/>
                    <a:pt x="97851" y="11963"/>
                  </a:cubicBezTo>
                  <a:cubicBezTo>
                    <a:pt x="97834" y="11963"/>
                    <a:pt x="97821" y="11959"/>
                    <a:pt x="97814" y="11946"/>
                  </a:cubicBezTo>
                  <a:lnTo>
                    <a:pt x="97784" y="11946"/>
                  </a:lnTo>
                  <a:cubicBezTo>
                    <a:pt x="97693" y="11915"/>
                    <a:pt x="97601" y="11855"/>
                    <a:pt x="97510" y="11824"/>
                  </a:cubicBezTo>
                  <a:cubicBezTo>
                    <a:pt x="97510" y="11794"/>
                    <a:pt x="97510" y="11763"/>
                    <a:pt x="97510" y="11733"/>
                  </a:cubicBezTo>
                  <a:cubicBezTo>
                    <a:pt x="97632" y="11733"/>
                    <a:pt x="97723" y="11763"/>
                    <a:pt x="97845" y="11794"/>
                  </a:cubicBezTo>
                  <a:lnTo>
                    <a:pt x="97997" y="11672"/>
                  </a:lnTo>
                  <a:lnTo>
                    <a:pt x="98088" y="11581"/>
                  </a:lnTo>
                  <a:close/>
                  <a:moveTo>
                    <a:pt x="99162" y="12390"/>
                  </a:moveTo>
                  <a:cubicBezTo>
                    <a:pt x="99250" y="12390"/>
                    <a:pt x="99296" y="12424"/>
                    <a:pt x="99273" y="12493"/>
                  </a:cubicBezTo>
                  <a:lnTo>
                    <a:pt x="99243" y="12523"/>
                  </a:lnTo>
                  <a:cubicBezTo>
                    <a:pt x="99221" y="12609"/>
                    <a:pt x="99093" y="12695"/>
                    <a:pt x="99020" y="12695"/>
                  </a:cubicBezTo>
                  <a:cubicBezTo>
                    <a:pt x="98990" y="12695"/>
                    <a:pt x="98969" y="12680"/>
                    <a:pt x="98969" y="12645"/>
                  </a:cubicBezTo>
                  <a:lnTo>
                    <a:pt x="98939" y="12645"/>
                  </a:lnTo>
                  <a:cubicBezTo>
                    <a:pt x="98817" y="12554"/>
                    <a:pt x="98878" y="12523"/>
                    <a:pt x="98969" y="12462"/>
                  </a:cubicBezTo>
                  <a:lnTo>
                    <a:pt x="99060" y="12402"/>
                  </a:lnTo>
                  <a:cubicBezTo>
                    <a:pt x="99098" y="12394"/>
                    <a:pt x="99133" y="12390"/>
                    <a:pt x="99162" y="12390"/>
                  </a:cubicBezTo>
                  <a:close/>
                  <a:moveTo>
                    <a:pt x="97932" y="12926"/>
                  </a:moveTo>
                  <a:cubicBezTo>
                    <a:pt x="97974" y="12926"/>
                    <a:pt x="98027" y="12934"/>
                    <a:pt x="98088" y="12949"/>
                  </a:cubicBezTo>
                  <a:lnTo>
                    <a:pt x="98088" y="13040"/>
                  </a:lnTo>
                  <a:cubicBezTo>
                    <a:pt x="98057" y="13040"/>
                    <a:pt x="98301" y="13314"/>
                    <a:pt x="98209" y="13435"/>
                  </a:cubicBezTo>
                  <a:cubicBezTo>
                    <a:pt x="98149" y="13557"/>
                    <a:pt x="98027" y="13618"/>
                    <a:pt x="97997" y="13618"/>
                  </a:cubicBezTo>
                  <a:cubicBezTo>
                    <a:pt x="97966" y="13618"/>
                    <a:pt x="97997" y="13466"/>
                    <a:pt x="97966" y="13405"/>
                  </a:cubicBezTo>
                  <a:cubicBezTo>
                    <a:pt x="97936" y="13344"/>
                    <a:pt x="97966" y="13192"/>
                    <a:pt x="97936" y="13162"/>
                  </a:cubicBezTo>
                  <a:cubicBezTo>
                    <a:pt x="97905" y="13101"/>
                    <a:pt x="97814" y="12979"/>
                    <a:pt x="97845" y="12949"/>
                  </a:cubicBezTo>
                  <a:cubicBezTo>
                    <a:pt x="97860" y="12934"/>
                    <a:pt x="97890" y="12926"/>
                    <a:pt x="97932" y="12926"/>
                  </a:cubicBezTo>
                  <a:close/>
                  <a:moveTo>
                    <a:pt x="9810" y="13775"/>
                  </a:moveTo>
                  <a:cubicBezTo>
                    <a:pt x="9866" y="13775"/>
                    <a:pt x="9888" y="13825"/>
                    <a:pt x="9910" y="13891"/>
                  </a:cubicBezTo>
                  <a:cubicBezTo>
                    <a:pt x="9920" y="13921"/>
                    <a:pt x="9930" y="13932"/>
                    <a:pt x="9941" y="13932"/>
                  </a:cubicBezTo>
                  <a:cubicBezTo>
                    <a:pt x="9964" y="13932"/>
                    <a:pt x="9991" y="13891"/>
                    <a:pt x="10031" y="13891"/>
                  </a:cubicBezTo>
                  <a:lnTo>
                    <a:pt x="10183" y="13830"/>
                  </a:lnTo>
                  <a:lnTo>
                    <a:pt x="10183" y="13830"/>
                  </a:lnTo>
                  <a:cubicBezTo>
                    <a:pt x="10183" y="13952"/>
                    <a:pt x="10153" y="14043"/>
                    <a:pt x="10123" y="14165"/>
                  </a:cubicBezTo>
                  <a:lnTo>
                    <a:pt x="10031" y="14104"/>
                  </a:lnTo>
                  <a:lnTo>
                    <a:pt x="9940" y="14073"/>
                  </a:lnTo>
                  <a:cubicBezTo>
                    <a:pt x="9849" y="13982"/>
                    <a:pt x="9788" y="13891"/>
                    <a:pt x="9728" y="13800"/>
                  </a:cubicBezTo>
                  <a:cubicBezTo>
                    <a:pt x="9761" y="13783"/>
                    <a:pt x="9788" y="13775"/>
                    <a:pt x="9810" y="13775"/>
                  </a:cubicBezTo>
                  <a:close/>
                  <a:moveTo>
                    <a:pt x="24530" y="14317"/>
                  </a:moveTo>
                  <a:cubicBezTo>
                    <a:pt x="24652" y="14317"/>
                    <a:pt x="24804" y="14529"/>
                    <a:pt x="24713" y="14560"/>
                  </a:cubicBezTo>
                  <a:cubicBezTo>
                    <a:pt x="24690" y="14571"/>
                    <a:pt x="24666" y="14576"/>
                    <a:pt x="24642" y="14576"/>
                  </a:cubicBezTo>
                  <a:cubicBezTo>
                    <a:pt x="24538" y="14576"/>
                    <a:pt x="24433" y="14482"/>
                    <a:pt x="24409" y="14408"/>
                  </a:cubicBezTo>
                  <a:cubicBezTo>
                    <a:pt x="24378" y="14347"/>
                    <a:pt x="24439" y="14317"/>
                    <a:pt x="24530" y="14317"/>
                  </a:cubicBezTo>
                  <a:close/>
                  <a:moveTo>
                    <a:pt x="100026" y="14889"/>
                  </a:moveTo>
                  <a:cubicBezTo>
                    <a:pt x="99989" y="14889"/>
                    <a:pt x="99948" y="14894"/>
                    <a:pt x="99912" y="14894"/>
                  </a:cubicBezTo>
                  <a:cubicBezTo>
                    <a:pt x="99820" y="14925"/>
                    <a:pt x="99729" y="14955"/>
                    <a:pt x="99668" y="14955"/>
                  </a:cubicBezTo>
                  <a:lnTo>
                    <a:pt x="99608" y="14955"/>
                  </a:lnTo>
                  <a:cubicBezTo>
                    <a:pt x="99606" y="14954"/>
                    <a:pt x="99605" y="14953"/>
                    <a:pt x="99604" y="14951"/>
                  </a:cubicBezTo>
                  <a:lnTo>
                    <a:pt x="99604" y="14951"/>
                  </a:lnTo>
                  <a:cubicBezTo>
                    <a:pt x="99594" y="15101"/>
                    <a:pt x="99707" y="15203"/>
                    <a:pt x="99834" y="15203"/>
                  </a:cubicBezTo>
                  <a:cubicBezTo>
                    <a:pt x="99850" y="15203"/>
                    <a:pt x="99865" y="15201"/>
                    <a:pt x="99881" y="15198"/>
                  </a:cubicBezTo>
                  <a:lnTo>
                    <a:pt x="100033" y="15137"/>
                  </a:lnTo>
                  <a:cubicBezTo>
                    <a:pt x="100094" y="15107"/>
                    <a:pt x="100124" y="15077"/>
                    <a:pt x="100124" y="14955"/>
                  </a:cubicBezTo>
                  <a:cubicBezTo>
                    <a:pt x="100124" y="14900"/>
                    <a:pt x="100081" y="14889"/>
                    <a:pt x="100026" y="14889"/>
                  </a:cubicBezTo>
                  <a:close/>
                  <a:moveTo>
                    <a:pt x="63330" y="15337"/>
                  </a:moveTo>
                  <a:cubicBezTo>
                    <a:pt x="63343" y="15337"/>
                    <a:pt x="63358" y="15341"/>
                    <a:pt x="63376" y="15350"/>
                  </a:cubicBezTo>
                  <a:cubicBezTo>
                    <a:pt x="63406" y="15380"/>
                    <a:pt x="63558" y="15472"/>
                    <a:pt x="63589" y="15532"/>
                  </a:cubicBezTo>
                  <a:lnTo>
                    <a:pt x="63589" y="15593"/>
                  </a:lnTo>
                  <a:lnTo>
                    <a:pt x="63589" y="15715"/>
                  </a:lnTo>
                  <a:cubicBezTo>
                    <a:pt x="63437" y="15745"/>
                    <a:pt x="63254" y="15745"/>
                    <a:pt x="63102" y="15776"/>
                  </a:cubicBezTo>
                  <a:cubicBezTo>
                    <a:pt x="63072" y="15715"/>
                    <a:pt x="63072" y="15684"/>
                    <a:pt x="63072" y="15624"/>
                  </a:cubicBezTo>
                  <a:cubicBezTo>
                    <a:pt x="63072" y="15593"/>
                    <a:pt x="63163" y="15593"/>
                    <a:pt x="63224" y="15593"/>
                  </a:cubicBezTo>
                  <a:cubicBezTo>
                    <a:pt x="63254" y="15593"/>
                    <a:pt x="63285" y="15441"/>
                    <a:pt x="63285" y="15380"/>
                  </a:cubicBezTo>
                  <a:cubicBezTo>
                    <a:pt x="63285" y="15359"/>
                    <a:pt x="63300" y="15337"/>
                    <a:pt x="63330" y="15337"/>
                  </a:cubicBezTo>
                  <a:close/>
                  <a:moveTo>
                    <a:pt x="81401" y="0"/>
                  </a:moveTo>
                  <a:cubicBezTo>
                    <a:pt x="81309" y="31"/>
                    <a:pt x="81157" y="61"/>
                    <a:pt x="81097" y="91"/>
                  </a:cubicBezTo>
                  <a:cubicBezTo>
                    <a:pt x="80884" y="152"/>
                    <a:pt x="80701" y="183"/>
                    <a:pt x="80489" y="183"/>
                  </a:cubicBezTo>
                  <a:cubicBezTo>
                    <a:pt x="80306" y="152"/>
                    <a:pt x="80154" y="122"/>
                    <a:pt x="79972" y="91"/>
                  </a:cubicBezTo>
                  <a:lnTo>
                    <a:pt x="79820" y="61"/>
                  </a:lnTo>
                  <a:cubicBezTo>
                    <a:pt x="79803" y="56"/>
                    <a:pt x="79790" y="53"/>
                    <a:pt x="79779" y="53"/>
                  </a:cubicBezTo>
                  <a:cubicBezTo>
                    <a:pt x="79731" y="53"/>
                    <a:pt x="79740" y="103"/>
                    <a:pt x="79790" y="152"/>
                  </a:cubicBezTo>
                  <a:cubicBezTo>
                    <a:pt x="79759" y="213"/>
                    <a:pt x="79820" y="274"/>
                    <a:pt x="79942" y="304"/>
                  </a:cubicBezTo>
                  <a:lnTo>
                    <a:pt x="80063" y="365"/>
                  </a:lnTo>
                  <a:lnTo>
                    <a:pt x="80094" y="365"/>
                  </a:lnTo>
                  <a:cubicBezTo>
                    <a:pt x="80094" y="395"/>
                    <a:pt x="80033" y="517"/>
                    <a:pt x="80033" y="517"/>
                  </a:cubicBezTo>
                  <a:cubicBezTo>
                    <a:pt x="80033" y="487"/>
                    <a:pt x="79729" y="335"/>
                    <a:pt x="79668" y="274"/>
                  </a:cubicBezTo>
                  <a:cubicBezTo>
                    <a:pt x="79607" y="213"/>
                    <a:pt x="79516" y="152"/>
                    <a:pt x="79455" y="61"/>
                  </a:cubicBezTo>
                  <a:cubicBezTo>
                    <a:pt x="79435" y="61"/>
                    <a:pt x="79347" y="48"/>
                    <a:pt x="79291" y="48"/>
                  </a:cubicBezTo>
                  <a:cubicBezTo>
                    <a:pt x="79263" y="48"/>
                    <a:pt x="79242" y="51"/>
                    <a:pt x="79242" y="61"/>
                  </a:cubicBezTo>
                  <a:cubicBezTo>
                    <a:pt x="79121" y="152"/>
                    <a:pt x="78999" y="213"/>
                    <a:pt x="78878" y="274"/>
                  </a:cubicBezTo>
                  <a:cubicBezTo>
                    <a:pt x="78787" y="304"/>
                    <a:pt x="78878" y="335"/>
                    <a:pt x="78939" y="335"/>
                  </a:cubicBezTo>
                  <a:cubicBezTo>
                    <a:pt x="79030" y="365"/>
                    <a:pt x="79091" y="426"/>
                    <a:pt x="79151" y="487"/>
                  </a:cubicBezTo>
                  <a:cubicBezTo>
                    <a:pt x="79182" y="517"/>
                    <a:pt x="79182" y="669"/>
                    <a:pt x="79091" y="699"/>
                  </a:cubicBezTo>
                  <a:cubicBezTo>
                    <a:pt x="79078" y="706"/>
                    <a:pt x="79053" y="708"/>
                    <a:pt x="79020" y="708"/>
                  </a:cubicBezTo>
                  <a:cubicBezTo>
                    <a:pt x="78932" y="708"/>
                    <a:pt x="78788" y="691"/>
                    <a:pt x="78690" y="691"/>
                  </a:cubicBezTo>
                  <a:cubicBezTo>
                    <a:pt x="78654" y="691"/>
                    <a:pt x="78623" y="693"/>
                    <a:pt x="78604" y="699"/>
                  </a:cubicBezTo>
                  <a:cubicBezTo>
                    <a:pt x="78555" y="708"/>
                    <a:pt x="78506" y="711"/>
                    <a:pt x="78458" y="711"/>
                  </a:cubicBezTo>
                  <a:cubicBezTo>
                    <a:pt x="78363" y="711"/>
                    <a:pt x="78268" y="697"/>
                    <a:pt x="78173" y="673"/>
                  </a:cubicBezTo>
                  <a:lnTo>
                    <a:pt x="78173" y="673"/>
                  </a:lnTo>
                  <a:cubicBezTo>
                    <a:pt x="78164" y="712"/>
                    <a:pt x="78142" y="765"/>
                    <a:pt x="78106" y="765"/>
                  </a:cubicBezTo>
                  <a:cubicBezTo>
                    <a:pt x="78100" y="765"/>
                    <a:pt x="78094" y="764"/>
                    <a:pt x="78087" y="760"/>
                  </a:cubicBezTo>
                  <a:cubicBezTo>
                    <a:pt x="78067" y="760"/>
                    <a:pt x="77992" y="638"/>
                    <a:pt x="77918" y="575"/>
                  </a:cubicBezTo>
                  <a:lnTo>
                    <a:pt x="77918" y="575"/>
                  </a:lnTo>
                  <a:cubicBezTo>
                    <a:pt x="77967" y="591"/>
                    <a:pt x="78013" y="612"/>
                    <a:pt x="78057" y="639"/>
                  </a:cubicBezTo>
                  <a:cubicBezTo>
                    <a:pt x="78096" y="652"/>
                    <a:pt x="78135" y="663"/>
                    <a:pt x="78173" y="673"/>
                  </a:cubicBezTo>
                  <a:lnTo>
                    <a:pt x="78173" y="673"/>
                  </a:lnTo>
                  <a:cubicBezTo>
                    <a:pt x="78177" y="659"/>
                    <a:pt x="78179" y="646"/>
                    <a:pt x="78179" y="639"/>
                  </a:cubicBezTo>
                  <a:lnTo>
                    <a:pt x="78179" y="608"/>
                  </a:lnTo>
                  <a:cubicBezTo>
                    <a:pt x="78199" y="558"/>
                    <a:pt x="78212" y="527"/>
                    <a:pt x="78217" y="508"/>
                  </a:cubicBezTo>
                  <a:lnTo>
                    <a:pt x="78217" y="508"/>
                  </a:lnTo>
                  <a:cubicBezTo>
                    <a:pt x="77946" y="523"/>
                    <a:pt x="77614" y="530"/>
                    <a:pt x="77510" y="547"/>
                  </a:cubicBezTo>
                  <a:cubicBezTo>
                    <a:pt x="77563" y="540"/>
                    <a:pt x="77614" y="536"/>
                    <a:pt x="77664" y="536"/>
                  </a:cubicBezTo>
                  <a:cubicBezTo>
                    <a:pt x="77715" y="536"/>
                    <a:pt x="77764" y="540"/>
                    <a:pt x="77811" y="548"/>
                  </a:cubicBezTo>
                  <a:lnTo>
                    <a:pt x="77811" y="548"/>
                  </a:lnTo>
                  <a:cubicBezTo>
                    <a:pt x="77812" y="548"/>
                    <a:pt x="77813" y="548"/>
                    <a:pt x="77814" y="547"/>
                  </a:cubicBezTo>
                  <a:cubicBezTo>
                    <a:pt x="77823" y="541"/>
                    <a:pt x="77833" y="539"/>
                    <a:pt x="77843" y="539"/>
                  </a:cubicBezTo>
                  <a:cubicBezTo>
                    <a:pt x="77866" y="539"/>
                    <a:pt x="77892" y="553"/>
                    <a:pt x="77918" y="575"/>
                  </a:cubicBezTo>
                  <a:lnTo>
                    <a:pt x="77918" y="575"/>
                  </a:lnTo>
                  <a:cubicBezTo>
                    <a:pt x="77883" y="563"/>
                    <a:pt x="77848" y="555"/>
                    <a:pt x="77811" y="548"/>
                  </a:cubicBezTo>
                  <a:lnTo>
                    <a:pt x="77811" y="548"/>
                  </a:lnTo>
                  <a:cubicBezTo>
                    <a:pt x="77721" y="579"/>
                    <a:pt x="77631" y="639"/>
                    <a:pt x="77571" y="699"/>
                  </a:cubicBezTo>
                  <a:lnTo>
                    <a:pt x="77449" y="639"/>
                  </a:lnTo>
                  <a:cubicBezTo>
                    <a:pt x="77425" y="650"/>
                    <a:pt x="77406" y="655"/>
                    <a:pt x="77392" y="655"/>
                  </a:cubicBezTo>
                  <a:cubicBezTo>
                    <a:pt x="77335" y="655"/>
                    <a:pt x="77363" y="572"/>
                    <a:pt x="77510" y="547"/>
                  </a:cubicBezTo>
                  <a:lnTo>
                    <a:pt x="77662" y="487"/>
                  </a:lnTo>
                  <a:lnTo>
                    <a:pt x="77692" y="487"/>
                  </a:lnTo>
                  <a:cubicBezTo>
                    <a:pt x="77783" y="456"/>
                    <a:pt x="77875" y="426"/>
                    <a:pt x="77966" y="395"/>
                  </a:cubicBezTo>
                  <a:lnTo>
                    <a:pt x="78118" y="456"/>
                  </a:lnTo>
                  <a:cubicBezTo>
                    <a:pt x="78199" y="477"/>
                    <a:pt x="78226" y="470"/>
                    <a:pt x="78217" y="508"/>
                  </a:cubicBezTo>
                  <a:lnTo>
                    <a:pt x="78217" y="508"/>
                  </a:lnTo>
                  <a:cubicBezTo>
                    <a:pt x="78421" y="497"/>
                    <a:pt x="78591" y="482"/>
                    <a:pt x="78604" y="456"/>
                  </a:cubicBezTo>
                  <a:cubicBezTo>
                    <a:pt x="78665" y="426"/>
                    <a:pt x="78391" y="304"/>
                    <a:pt x="78270" y="304"/>
                  </a:cubicBezTo>
                  <a:cubicBezTo>
                    <a:pt x="78179" y="304"/>
                    <a:pt x="78087" y="274"/>
                    <a:pt x="78027" y="213"/>
                  </a:cubicBezTo>
                  <a:lnTo>
                    <a:pt x="78027" y="183"/>
                  </a:lnTo>
                  <a:cubicBezTo>
                    <a:pt x="78021" y="171"/>
                    <a:pt x="78014" y="166"/>
                    <a:pt x="78007" y="166"/>
                  </a:cubicBezTo>
                  <a:cubicBezTo>
                    <a:pt x="77975" y="166"/>
                    <a:pt x="77935" y="255"/>
                    <a:pt x="77935" y="304"/>
                  </a:cubicBezTo>
                  <a:cubicBezTo>
                    <a:pt x="77929" y="317"/>
                    <a:pt x="77908" y="322"/>
                    <a:pt x="77876" y="322"/>
                  </a:cubicBezTo>
                  <a:cubicBezTo>
                    <a:pt x="77770" y="322"/>
                    <a:pt x="77550" y="269"/>
                    <a:pt x="77398" y="269"/>
                  </a:cubicBezTo>
                  <a:cubicBezTo>
                    <a:pt x="77372" y="269"/>
                    <a:pt x="77348" y="270"/>
                    <a:pt x="77328" y="274"/>
                  </a:cubicBezTo>
                  <a:cubicBezTo>
                    <a:pt x="77211" y="274"/>
                    <a:pt x="76968" y="364"/>
                    <a:pt x="76848" y="364"/>
                  </a:cubicBezTo>
                  <a:cubicBezTo>
                    <a:pt x="76812" y="364"/>
                    <a:pt x="76787" y="356"/>
                    <a:pt x="76780" y="335"/>
                  </a:cubicBezTo>
                  <a:cubicBezTo>
                    <a:pt x="76780" y="311"/>
                    <a:pt x="76736" y="302"/>
                    <a:pt x="76676" y="302"/>
                  </a:cubicBezTo>
                  <a:cubicBezTo>
                    <a:pt x="76579" y="302"/>
                    <a:pt x="76442" y="327"/>
                    <a:pt x="76385" y="365"/>
                  </a:cubicBezTo>
                  <a:cubicBezTo>
                    <a:pt x="76370" y="375"/>
                    <a:pt x="76350" y="379"/>
                    <a:pt x="76326" y="379"/>
                  </a:cubicBezTo>
                  <a:cubicBezTo>
                    <a:pt x="76208" y="379"/>
                    <a:pt x="76005" y="274"/>
                    <a:pt x="75929" y="274"/>
                  </a:cubicBezTo>
                  <a:lnTo>
                    <a:pt x="75717" y="335"/>
                  </a:lnTo>
                  <a:cubicBezTo>
                    <a:pt x="75686" y="335"/>
                    <a:pt x="75504" y="304"/>
                    <a:pt x="75321" y="304"/>
                  </a:cubicBezTo>
                  <a:lnTo>
                    <a:pt x="75139" y="304"/>
                  </a:lnTo>
                  <a:lnTo>
                    <a:pt x="74957" y="487"/>
                  </a:lnTo>
                  <a:lnTo>
                    <a:pt x="74835" y="365"/>
                  </a:lnTo>
                  <a:cubicBezTo>
                    <a:pt x="74835" y="335"/>
                    <a:pt x="74805" y="335"/>
                    <a:pt x="74774" y="335"/>
                  </a:cubicBezTo>
                  <a:cubicBezTo>
                    <a:pt x="74724" y="360"/>
                    <a:pt x="74663" y="375"/>
                    <a:pt x="74603" y="375"/>
                  </a:cubicBezTo>
                  <a:cubicBezTo>
                    <a:pt x="74517" y="375"/>
                    <a:pt x="74433" y="345"/>
                    <a:pt x="74379" y="274"/>
                  </a:cubicBezTo>
                  <a:lnTo>
                    <a:pt x="74288" y="183"/>
                  </a:lnTo>
                  <a:lnTo>
                    <a:pt x="73832" y="304"/>
                  </a:lnTo>
                  <a:lnTo>
                    <a:pt x="73710" y="243"/>
                  </a:lnTo>
                  <a:cubicBezTo>
                    <a:pt x="73648" y="206"/>
                    <a:pt x="73590" y="184"/>
                    <a:pt x="73539" y="184"/>
                  </a:cubicBezTo>
                  <a:cubicBezTo>
                    <a:pt x="73468" y="184"/>
                    <a:pt x="73412" y="228"/>
                    <a:pt x="73376" y="335"/>
                  </a:cubicBezTo>
                  <a:cubicBezTo>
                    <a:pt x="73376" y="362"/>
                    <a:pt x="73352" y="377"/>
                    <a:pt x="73322" y="377"/>
                  </a:cubicBezTo>
                  <a:cubicBezTo>
                    <a:pt x="73285" y="377"/>
                    <a:pt x="73241" y="354"/>
                    <a:pt x="73224" y="304"/>
                  </a:cubicBezTo>
                  <a:lnTo>
                    <a:pt x="73224" y="274"/>
                  </a:lnTo>
                  <a:cubicBezTo>
                    <a:pt x="73218" y="268"/>
                    <a:pt x="73206" y="265"/>
                    <a:pt x="73190" y="265"/>
                  </a:cubicBezTo>
                  <a:cubicBezTo>
                    <a:pt x="73126" y="265"/>
                    <a:pt x="72999" y="304"/>
                    <a:pt x="72951" y="304"/>
                  </a:cubicBezTo>
                  <a:cubicBezTo>
                    <a:pt x="72934" y="312"/>
                    <a:pt x="72918" y="316"/>
                    <a:pt x="72902" y="316"/>
                  </a:cubicBezTo>
                  <a:cubicBezTo>
                    <a:pt x="72859" y="316"/>
                    <a:pt x="72821" y="288"/>
                    <a:pt x="72799" y="243"/>
                  </a:cubicBezTo>
                  <a:cubicBezTo>
                    <a:pt x="72796" y="241"/>
                    <a:pt x="72792" y="239"/>
                    <a:pt x="72788" y="239"/>
                  </a:cubicBezTo>
                  <a:cubicBezTo>
                    <a:pt x="72742" y="239"/>
                    <a:pt x="72611" y="370"/>
                    <a:pt x="72555" y="426"/>
                  </a:cubicBezTo>
                  <a:cubicBezTo>
                    <a:pt x="72534" y="447"/>
                    <a:pt x="72512" y="457"/>
                    <a:pt x="72491" y="457"/>
                  </a:cubicBezTo>
                  <a:cubicBezTo>
                    <a:pt x="72452" y="457"/>
                    <a:pt x="72412" y="424"/>
                    <a:pt x="72373" y="365"/>
                  </a:cubicBezTo>
                  <a:lnTo>
                    <a:pt x="72160" y="365"/>
                  </a:lnTo>
                  <a:cubicBezTo>
                    <a:pt x="72137" y="342"/>
                    <a:pt x="72109" y="332"/>
                    <a:pt x="72082" y="332"/>
                  </a:cubicBezTo>
                  <a:cubicBezTo>
                    <a:pt x="72039" y="332"/>
                    <a:pt x="71997" y="358"/>
                    <a:pt x="71978" y="395"/>
                  </a:cubicBezTo>
                  <a:cubicBezTo>
                    <a:pt x="71978" y="414"/>
                    <a:pt x="71966" y="421"/>
                    <a:pt x="71948" y="421"/>
                  </a:cubicBezTo>
                  <a:cubicBezTo>
                    <a:pt x="71908" y="421"/>
                    <a:pt x="71837" y="386"/>
                    <a:pt x="71796" y="365"/>
                  </a:cubicBezTo>
                  <a:cubicBezTo>
                    <a:pt x="71790" y="359"/>
                    <a:pt x="71779" y="357"/>
                    <a:pt x="71766" y="357"/>
                  </a:cubicBezTo>
                  <a:cubicBezTo>
                    <a:pt x="71710" y="357"/>
                    <a:pt x="71602" y="401"/>
                    <a:pt x="71552" y="426"/>
                  </a:cubicBezTo>
                  <a:cubicBezTo>
                    <a:pt x="71544" y="430"/>
                    <a:pt x="71533" y="432"/>
                    <a:pt x="71520" y="432"/>
                  </a:cubicBezTo>
                  <a:cubicBezTo>
                    <a:pt x="71436" y="432"/>
                    <a:pt x="71270" y="357"/>
                    <a:pt x="71218" y="304"/>
                  </a:cubicBezTo>
                  <a:cubicBezTo>
                    <a:pt x="71188" y="289"/>
                    <a:pt x="71150" y="281"/>
                    <a:pt x="71112" y="281"/>
                  </a:cubicBezTo>
                  <a:cubicBezTo>
                    <a:pt x="71074" y="281"/>
                    <a:pt x="71036" y="289"/>
                    <a:pt x="71005" y="304"/>
                  </a:cubicBezTo>
                  <a:cubicBezTo>
                    <a:pt x="70999" y="310"/>
                    <a:pt x="70983" y="313"/>
                    <a:pt x="70961" y="313"/>
                  </a:cubicBezTo>
                  <a:cubicBezTo>
                    <a:pt x="70873" y="313"/>
                    <a:pt x="70683" y="274"/>
                    <a:pt x="70610" y="274"/>
                  </a:cubicBezTo>
                  <a:cubicBezTo>
                    <a:pt x="70519" y="274"/>
                    <a:pt x="70428" y="335"/>
                    <a:pt x="70367" y="365"/>
                  </a:cubicBezTo>
                  <a:cubicBezTo>
                    <a:pt x="70337" y="426"/>
                    <a:pt x="70276" y="456"/>
                    <a:pt x="70245" y="517"/>
                  </a:cubicBezTo>
                  <a:lnTo>
                    <a:pt x="69941" y="517"/>
                  </a:lnTo>
                  <a:lnTo>
                    <a:pt x="69729" y="456"/>
                  </a:lnTo>
                  <a:cubicBezTo>
                    <a:pt x="69715" y="360"/>
                    <a:pt x="69682" y="326"/>
                    <a:pt x="69643" y="326"/>
                  </a:cubicBezTo>
                  <a:cubicBezTo>
                    <a:pt x="69594" y="326"/>
                    <a:pt x="69535" y="376"/>
                    <a:pt x="69485" y="426"/>
                  </a:cubicBezTo>
                  <a:cubicBezTo>
                    <a:pt x="69378" y="447"/>
                    <a:pt x="69271" y="469"/>
                    <a:pt x="69152" y="469"/>
                  </a:cubicBezTo>
                  <a:cubicBezTo>
                    <a:pt x="69103" y="469"/>
                    <a:pt x="69053" y="465"/>
                    <a:pt x="68999" y="456"/>
                  </a:cubicBezTo>
                  <a:lnTo>
                    <a:pt x="68847" y="395"/>
                  </a:lnTo>
                  <a:cubicBezTo>
                    <a:pt x="68786" y="375"/>
                    <a:pt x="68726" y="365"/>
                    <a:pt x="68672" y="365"/>
                  </a:cubicBezTo>
                  <a:cubicBezTo>
                    <a:pt x="68563" y="365"/>
                    <a:pt x="68482" y="406"/>
                    <a:pt x="68482" y="487"/>
                  </a:cubicBezTo>
                  <a:lnTo>
                    <a:pt x="68422" y="487"/>
                  </a:lnTo>
                  <a:cubicBezTo>
                    <a:pt x="68398" y="498"/>
                    <a:pt x="68381" y="503"/>
                    <a:pt x="68367" y="503"/>
                  </a:cubicBezTo>
                  <a:cubicBezTo>
                    <a:pt x="68308" y="503"/>
                    <a:pt x="68319" y="414"/>
                    <a:pt x="68270" y="365"/>
                  </a:cubicBezTo>
                  <a:cubicBezTo>
                    <a:pt x="68239" y="350"/>
                    <a:pt x="68209" y="342"/>
                    <a:pt x="68178" y="342"/>
                  </a:cubicBezTo>
                  <a:cubicBezTo>
                    <a:pt x="68148" y="342"/>
                    <a:pt x="68118" y="350"/>
                    <a:pt x="68087" y="365"/>
                  </a:cubicBezTo>
                  <a:lnTo>
                    <a:pt x="68057" y="426"/>
                  </a:lnTo>
                  <a:cubicBezTo>
                    <a:pt x="67996" y="426"/>
                    <a:pt x="67540" y="456"/>
                    <a:pt x="67388" y="456"/>
                  </a:cubicBezTo>
                  <a:cubicBezTo>
                    <a:pt x="67296" y="475"/>
                    <a:pt x="67147" y="504"/>
                    <a:pt x="67031" y="504"/>
                  </a:cubicBezTo>
                  <a:cubicBezTo>
                    <a:pt x="66957" y="504"/>
                    <a:pt x="66895" y="492"/>
                    <a:pt x="66871" y="456"/>
                  </a:cubicBezTo>
                  <a:cubicBezTo>
                    <a:pt x="66854" y="421"/>
                    <a:pt x="66805" y="406"/>
                    <a:pt x="66755" y="406"/>
                  </a:cubicBezTo>
                  <a:cubicBezTo>
                    <a:pt x="66719" y="406"/>
                    <a:pt x="66684" y="413"/>
                    <a:pt x="66659" y="426"/>
                  </a:cubicBezTo>
                  <a:lnTo>
                    <a:pt x="66659" y="456"/>
                  </a:lnTo>
                  <a:cubicBezTo>
                    <a:pt x="66641" y="563"/>
                    <a:pt x="66613" y="607"/>
                    <a:pt x="66568" y="607"/>
                  </a:cubicBezTo>
                  <a:cubicBezTo>
                    <a:pt x="66536" y="607"/>
                    <a:pt x="66496" y="585"/>
                    <a:pt x="66446" y="547"/>
                  </a:cubicBezTo>
                  <a:lnTo>
                    <a:pt x="66355" y="487"/>
                  </a:lnTo>
                  <a:cubicBezTo>
                    <a:pt x="66294" y="517"/>
                    <a:pt x="66233" y="547"/>
                    <a:pt x="66172" y="578"/>
                  </a:cubicBezTo>
                  <a:cubicBezTo>
                    <a:pt x="66172" y="578"/>
                    <a:pt x="66040" y="392"/>
                    <a:pt x="65973" y="392"/>
                  </a:cubicBezTo>
                  <a:cubicBezTo>
                    <a:pt x="65968" y="392"/>
                    <a:pt x="65964" y="393"/>
                    <a:pt x="65960" y="395"/>
                  </a:cubicBezTo>
                  <a:cubicBezTo>
                    <a:pt x="65777" y="487"/>
                    <a:pt x="65625" y="547"/>
                    <a:pt x="65473" y="608"/>
                  </a:cubicBezTo>
                  <a:lnTo>
                    <a:pt x="65291" y="517"/>
                  </a:lnTo>
                  <a:cubicBezTo>
                    <a:pt x="65139" y="487"/>
                    <a:pt x="65017" y="456"/>
                    <a:pt x="64896" y="456"/>
                  </a:cubicBezTo>
                  <a:lnTo>
                    <a:pt x="64744" y="456"/>
                  </a:lnTo>
                  <a:cubicBezTo>
                    <a:pt x="64730" y="460"/>
                    <a:pt x="64713" y="461"/>
                    <a:pt x="64693" y="461"/>
                  </a:cubicBezTo>
                  <a:cubicBezTo>
                    <a:pt x="64557" y="461"/>
                    <a:pt x="64295" y="391"/>
                    <a:pt x="64177" y="391"/>
                  </a:cubicBezTo>
                  <a:cubicBezTo>
                    <a:pt x="64160" y="391"/>
                    <a:pt x="64146" y="392"/>
                    <a:pt x="64136" y="395"/>
                  </a:cubicBezTo>
                  <a:cubicBezTo>
                    <a:pt x="64014" y="395"/>
                    <a:pt x="63923" y="639"/>
                    <a:pt x="63923" y="699"/>
                  </a:cubicBezTo>
                  <a:cubicBezTo>
                    <a:pt x="63923" y="757"/>
                    <a:pt x="63862" y="778"/>
                    <a:pt x="63802" y="778"/>
                  </a:cubicBezTo>
                  <a:cubicBezTo>
                    <a:pt x="63767" y="778"/>
                    <a:pt x="63733" y="771"/>
                    <a:pt x="63710" y="760"/>
                  </a:cubicBezTo>
                  <a:cubicBezTo>
                    <a:pt x="63619" y="730"/>
                    <a:pt x="63649" y="699"/>
                    <a:pt x="63710" y="699"/>
                  </a:cubicBezTo>
                  <a:lnTo>
                    <a:pt x="63741" y="669"/>
                  </a:lnTo>
                  <a:cubicBezTo>
                    <a:pt x="63832" y="639"/>
                    <a:pt x="63832" y="517"/>
                    <a:pt x="63771" y="517"/>
                  </a:cubicBezTo>
                  <a:lnTo>
                    <a:pt x="63498" y="517"/>
                  </a:lnTo>
                  <a:cubicBezTo>
                    <a:pt x="63390" y="539"/>
                    <a:pt x="63286" y="549"/>
                    <a:pt x="63195" y="549"/>
                  </a:cubicBezTo>
                  <a:cubicBezTo>
                    <a:pt x="63030" y="549"/>
                    <a:pt x="62909" y="515"/>
                    <a:pt x="62890" y="456"/>
                  </a:cubicBezTo>
                  <a:lnTo>
                    <a:pt x="62586" y="456"/>
                  </a:lnTo>
                  <a:cubicBezTo>
                    <a:pt x="62342" y="487"/>
                    <a:pt x="62069" y="517"/>
                    <a:pt x="61826" y="578"/>
                  </a:cubicBezTo>
                  <a:lnTo>
                    <a:pt x="61552" y="456"/>
                  </a:lnTo>
                  <a:lnTo>
                    <a:pt x="61370" y="456"/>
                  </a:lnTo>
                  <a:lnTo>
                    <a:pt x="61370" y="791"/>
                  </a:lnTo>
                  <a:cubicBezTo>
                    <a:pt x="61157" y="669"/>
                    <a:pt x="60883" y="517"/>
                    <a:pt x="60853" y="487"/>
                  </a:cubicBezTo>
                  <a:cubicBezTo>
                    <a:pt x="60847" y="481"/>
                    <a:pt x="60837" y="478"/>
                    <a:pt x="60825" y="478"/>
                  </a:cubicBezTo>
                  <a:cubicBezTo>
                    <a:pt x="60776" y="478"/>
                    <a:pt x="60689" y="517"/>
                    <a:pt x="60640" y="517"/>
                  </a:cubicBezTo>
                  <a:cubicBezTo>
                    <a:pt x="60580" y="517"/>
                    <a:pt x="60276" y="547"/>
                    <a:pt x="60154" y="578"/>
                  </a:cubicBezTo>
                  <a:cubicBezTo>
                    <a:pt x="60046" y="578"/>
                    <a:pt x="59890" y="482"/>
                    <a:pt x="59792" y="482"/>
                  </a:cubicBezTo>
                  <a:cubicBezTo>
                    <a:pt x="59780" y="482"/>
                    <a:pt x="59769" y="483"/>
                    <a:pt x="59759" y="487"/>
                  </a:cubicBezTo>
                  <a:lnTo>
                    <a:pt x="59424" y="578"/>
                  </a:lnTo>
                  <a:lnTo>
                    <a:pt x="59303" y="578"/>
                  </a:lnTo>
                  <a:cubicBezTo>
                    <a:pt x="59151" y="608"/>
                    <a:pt x="59029" y="578"/>
                    <a:pt x="58908" y="669"/>
                  </a:cubicBezTo>
                  <a:cubicBezTo>
                    <a:pt x="58862" y="684"/>
                    <a:pt x="58817" y="692"/>
                    <a:pt x="58775" y="692"/>
                  </a:cubicBezTo>
                  <a:cubicBezTo>
                    <a:pt x="58733" y="692"/>
                    <a:pt x="58695" y="684"/>
                    <a:pt x="58665" y="669"/>
                  </a:cubicBezTo>
                  <a:lnTo>
                    <a:pt x="58513" y="578"/>
                  </a:lnTo>
                  <a:cubicBezTo>
                    <a:pt x="58391" y="639"/>
                    <a:pt x="58178" y="669"/>
                    <a:pt x="58026" y="699"/>
                  </a:cubicBezTo>
                  <a:lnTo>
                    <a:pt x="58026" y="547"/>
                  </a:lnTo>
                  <a:lnTo>
                    <a:pt x="58026" y="517"/>
                  </a:lnTo>
                  <a:cubicBezTo>
                    <a:pt x="57950" y="502"/>
                    <a:pt x="57867" y="494"/>
                    <a:pt x="57783" y="494"/>
                  </a:cubicBezTo>
                  <a:cubicBezTo>
                    <a:pt x="57700" y="494"/>
                    <a:pt x="57616" y="502"/>
                    <a:pt x="57540" y="517"/>
                  </a:cubicBezTo>
                  <a:cubicBezTo>
                    <a:pt x="57449" y="517"/>
                    <a:pt x="57358" y="578"/>
                    <a:pt x="57297" y="639"/>
                  </a:cubicBezTo>
                  <a:cubicBezTo>
                    <a:pt x="57297" y="644"/>
                    <a:pt x="57292" y="647"/>
                    <a:pt x="57285" y="647"/>
                  </a:cubicBezTo>
                  <a:cubicBezTo>
                    <a:pt x="57254" y="647"/>
                    <a:pt x="57169" y="602"/>
                    <a:pt x="57145" y="578"/>
                  </a:cubicBezTo>
                  <a:cubicBezTo>
                    <a:pt x="56993" y="517"/>
                    <a:pt x="56871" y="487"/>
                    <a:pt x="56719" y="487"/>
                  </a:cubicBezTo>
                  <a:lnTo>
                    <a:pt x="56415" y="487"/>
                  </a:lnTo>
                  <a:cubicBezTo>
                    <a:pt x="56233" y="517"/>
                    <a:pt x="56051" y="578"/>
                    <a:pt x="55899" y="639"/>
                  </a:cubicBezTo>
                  <a:lnTo>
                    <a:pt x="55807" y="578"/>
                  </a:lnTo>
                  <a:cubicBezTo>
                    <a:pt x="55767" y="558"/>
                    <a:pt x="55723" y="547"/>
                    <a:pt x="55679" y="547"/>
                  </a:cubicBezTo>
                  <a:cubicBezTo>
                    <a:pt x="55591" y="547"/>
                    <a:pt x="55503" y="588"/>
                    <a:pt x="55443" y="669"/>
                  </a:cubicBezTo>
                  <a:cubicBezTo>
                    <a:pt x="55199" y="669"/>
                    <a:pt x="54987" y="669"/>
                    <a:pt x="54744" y="699"/>
                  </a:cubicBezTo>
                  <a:lnTo>
                    <a:pt x="54470" y="517"/>
                  </a:lnTo>
                  <a:cubicBezTo>
                    <a:pt x="54257" y="578"/>
                    <a:pt x="54014" y="608"/>
                    <a:pt x="53801" y="608"/>
                  </a:cubicBezTo>
                  <a:cubicBezTo>
                    <a:pt x="53680" y="608"/>
                    <a:pt x="53423" y="662"/>
                    <a:pt x="53247" y="662"/>
                  </a:cubicBezTo>
                  <a:cubicBezTo>
                    <a:pt x="53160" y="662"/>
                    <a:pt x="53092" y="649"/>
                    <a:pt x="53072" y="608"/>
                  </a:cubicBezTo>
                  <a:cubicBezTo>
                    <a:pt x="53044" y="567"/>
                    <a:pt x="53011" y="551"/>
                    <a:pt x="52982" y="551"/>
                  </a:cubicBezTo>
                  <a:cubicBezTo>
                    <a:pt x="52947" y="551"/>
                    <a:pt x="52920" y="575"/>
                    <a:pt x="52920" y="608"/>
                  </a:cubicBezTo>
                  <a:cubicBezTo>
                    <a:pt x="52912" y="623"/>
                    <a:pt x="52895" y="629"/>
                    <a:pt x="52873" y="629"/>
                  </a:cubicBezTo>
                  <a:cubicBezTo>
                    <a:pt x="52806" y="629"/>
                    <a:pt x="52692" y="578"/>
                    <a:pt x="52646" y="578"/>
                  </a:cubicBezTo>
                  <a:lnTo>
                    <a:pt x="51886" y="578"/>
                  </a:lnTo>
                  <a:lnTo>
                    <a:pt x="51187" y="639"/>
                  </a:lnTo>
                  <a:cubicBezTo>
                    <a:pt x="51131" y="681"/>
                    <a:pt x="51068" y="704"/>
                    <a:pt x="51007" y="704"/>
                  </a:cubicBezTo>
                  <a:cubicBezTo>
                    <a:pt x="50938" y="704"/>
                    <a:pt x="50871" y="673"/>
                    <a:pt x="50823" y="608"/>
                  </a:cubicBezTo>
                  <a:lnTo>
                    <a:pt x="50731" y="487"/>
                  </a:lnTo>
                  <a:lnTo>
                    <a:pt x="50245" y="608"/>
                  </a:lnTo>
                  <a:lnTo>
                    <a:pt x="50063" y="608"/>
                  </a:lnTo>
                  <a:cubicBezTo>
                    <a:pt x="49971" y="639"/>
                    <a:pt x="49911" y="699"/>
                    <a:pt x="49850" y="760"/>
                  </a:cubicBezTo>
                  <a:lnTo>
                    <a:pt x="49728" y="760"/>
                  </a:lnTo>
                  <a:cubicBezTo>
                    <a:pt x="49576" y="760"/>
                    <a:pt x="49515" y="699"/>
                    <a:pt x="49424" y="639"/>
                  </a:cubicBezTo>
                  <a:lnTo>
                    <a:pt x="49394" y="608"/>
                  </a:lnTo>
                  <a:cubicBezTo>
                    <a:pt x="49212" y="639"/>
                    <a:pt x="49029" y="669"/>
                    <a:pt x="48847" y="730"/>
                  </a:cubicBezTo>
                  <a:cubicBezTo>
                    <a:pt x="48756" y="745"/>
                    <a:pt x="48664" y="753"/>
                    <a:pt x="48573" y="753"/>
                  </a:cubicBezTo>
                  <a:cubicBezTo>
                    <a:pt x="48482" y="753"/>
                    <a:pt x="48391" y="745"/>
                    <a:pt x="48300" y="730"/>
                  </a:cubicBezTo>
                  <a:cubicBezTo>
                    <a:pt x="48269" y="740"/>
                    <a:pt x="48239" y="743"/>
                    <a:pt x="48208" y="743"/>
                  </a:cubicBezTo>
                  <a:cubicBezTo>
                    <a:pt x="48148" y="743"/>
                    <a:pt x="48087" y="730"/>
                    <a:pt x="48026" y="730"/>
                  </a:cubicBezTo>
                  <a:lnTo>
                    <a:pt x="47965" y="699"/>
                  </a:lnTo>
                  <a:lnTo>
                    <a:pt x="47753" y="578"/>
                  </a:lnTo>
                  <a:cubicBezTo>
                    <a:pt x="47753" y="699"/>
                    <a:pt x="47479" y="669"/>
                    <a:pt x="47388" y="699"/>
                  </a:cubicBezTo>
                  <a:cubicBezTo>
                    <a:pt x="47266" y="699"/>
                    <a:pt x="47084" y="760"/>
                    <a:pt x="47023" y="760"/>
                  </a:cubicBezTo>
                  <a:cubicBezTo>
                    <a:pt x="46962" y="760"/>
                    <a:pt x="46810" y="730"/>
                    <a:pt x="46658" y="730"/>
                  </a:cubicBezTo>
                  <a:lnTo>
                    <a:pt x="46537" y="821"/>
                  </a:lnTo>
                  <a:cubicBezTo>
                    <a:pt x="46415" y="791"/>
                    <a:pt x="46324" y="760"/>
                    <a:pt x="46202" y="730"/>
                  </a:cubicBezTo>
                  <a:cubicBezTo>
                    <a:pt x="46196" y="724"/>
                    <a:pt x="46182" y="721"/>
                    <a:pt x="46162" y="721"/>
                  </a:cubicBezTo>
                  <a:cubicBezTo>
                    <a:pt x="46081" y="721"/>
                    <a:pt x="45911" y="760"/>
                    <a:pt x="45838" y="760"/>
                  </a:cubicBezTo>
                  <a:cubicBezTo>
                    <a:pt x="45731" y="745"/>
                    <a:pt x="45625" y="737"/>
                    <a:pt x="45518" y="737"/>
                  </a:cubicBezTo>
                  <a:cubicBezTo>
                    <a:pt x="45412" y="737"/>
                    <a:pt x="45306" y="745"/>
                    <a:pt x="45199" y="760"/>
                  </a:cubicBezTo>
                  <a:cubicBezTo>
                    <a:pt x="45088" y="805"/>
                    <a:pt x="44960" y="833"/>
                    <a:pt x="44829" y="833"/>
                  </a:cubicBezTo>
                  <a:cubicBezTo>
                    <a:pt x="44780" y="833"/>
                    <a:pt x="44731" y="829"/>
                    <a:pt x="44683" y="821"/>
                  </a:cubicBezTo>
                  <a:cubicBezTo>
                    <a:pt x="44591" y="791"/>
                    <a:pt x="44500" y="730"/>
                    <a:pt x="44439" y="669"/>
                  </a:cubicBezTo>
                  <a:cubicBezTo>
                    <a:pt x="44428" y="657"/>
                    <a:pt x="44410" y="652"/>
                    <a:pt x="44389" y="652"/>
                  </a:cubicBezTo>
                  <a:cubicBezTo>
                    <a:pt x="44301" y="652"/>
                    <a:pt x="44154" y="736"/>
                    <a:pt x="44105" y="760"/>
                  </a:cubicBezTo>
                  <a:cubicBezTo>
                    <a:pt x="44090" y="775"/>
                    <a:pt x="44067" y="783"/>
                    <a:pt x="44040" y="783"/>
                  </a:cubicBezTo>
                  <a:cubicBezTo>
                    <a:pt x="44014" y="783"/>
                    <a:pt x="43983" y="775"/>
                    <a:pt x="43953" y="760"/>
                  </a:cubicBezTo>
                  <a:cubicBezTo>
                    <a:pt x="43892" y="745"/>
                    <a:pt x="43831" y="737"/>
                    <a:pt x="43771" y="737"/>
                  </a:cubicBezTo>
                  <a:cubicBezTo>
                    <a:pt x="43710" y="737"/>
                    <a:pt x="43649" y="745"/>
                    <a:pt x="43588" y="760"/>
                  </a:cubicBezTo>
                  <a:lnTo>
                    <a:pt x="43406" y="730"/>
                  </a:lnTo>
                  <a:lnTo>
                    <a:pt x="43284" y="699"/>
                  </a:lnTo>
                  <a:cubicBezTo>
                    <a:pt x="43163" y="760"/>
                    <a:pt x="43072" y="791"/>
                    <a:pt x="42950" y="821"/>
                  </a:cubicBezTo>
                  <a:cubicBezTo>
                    <a:pt x="42930" y="821"/>
                    <a:pt x="42788" y="794"/>
                    <a:pt x="42669" y="794"/>
                  </a:cubicBezTo>
                  <a:cubicBezTo>
                    <a:pt x="42609" y="794"/>
                    <a:pt x="42555" y="801"/>
                    <a:pt x="42524" y="821"/>
                  </a:cubicBezTo>
                  <a:cubicBezTo>
                    <a:pt x="42507" y="838"/>
                    <a:pt x="42488" y="845"/>
                    <a:pt x="42468" y="845"/>
                  </a:cubicBezTo>
                  <a:cubicBezTo>
                    <a:pt x="42417" y="845"/>
                    <a:pt x="42364" y="796"/>
                    <a:pt x="42342" y="730"/>
                  </a:cubicBezTo>
                  <a:lnTo>
                    <a:pt x="42160" y="760"/>
                  </a:lnTo>
                  <a:lnTo>
                    <a:pt x="41917" y="791"/>
                  </a:lnTo>
                  <a:cubicBezTo>
                    <a:pt x="41795" y="760"/>
                    <a:pt x="41613" y="699"/>
                    <a:pt x="41582" y="699"/>
                  </a:cubicBezTo>
                  <a:lnTo>
                    <a:pt x="41552" y="699"/>
                  </a:lnTo>
                  <a:lnTo>
                    <a:pt x="41400" y="760"/>
                  </a:lnTo>
                  <a:cubicBezTo>
                    <a:pt x="41265" y="760"/>
                    <a:pt x="40962" y="856"/>
                    <a:pt x="40853" y="856"/>
                  </a:cubicBezTo>
                  <a:cubicBezTo>
                    <a:pt x="40840" y="856"/>
                    <a:pt x="40829" y="855"/>
                    <a:pt x="40822" y="851"/>
                  </a:cubicBezTo>
                  <a:cubicBezTo>
                    <a:pt x="40795" y="833"/>
                    <a:pt x="40739" y="829"/>
                    <a:pt x="40669" y="829"/>
                  </a:cubicBezTo>
                  <a:cubicBezTo>
                    <a:pt x="40596" y="829"/>
                    <a:pt x="40508" y="834"/>
                    <a:pt x="40426" y="834"/>
                  </a:cubicBezTo>
                  <a:cubicBezTo>
                    <a:pt x="40324" y="834"/>
                    <a:pt x="40231" y="826"/>
                    <a:pt x="40184" y="791"/>
                  </a:cubicBezTo>
                  <a:cubicBezTo>
                    <a:pt x="40161" y="775"/>
                    <a:pt x="40131" y="768"/>
                    <a:pt x="40096" y="768"/>
                  </a:cubicBezTo>
                  <a:cubicBezTo>
                    <a:pt x="39992" y="768"/>
                    <a:pt x="39850" y="836"/>
                    <a:pt x="39758" y="973"/>
                  </a:cubicBezTo>
                  <a:lnTo>
                    <a:pt x="39515" y="760"/>
                  </a:lnTo>
                  <a:cubicBezTo>
                    <a:pt x="39485" y="760"/>
                    <a:pt x="39424" y="760"/>
                    <a:pt x="39394" y="791"/>
                  </a:cubicBezTo>
                  <a:lnTo>
                    <a:pt x="39303" y="851"/>
                  </a:lnTo>
                  <a:cubicBezTo>
                    <a:pt x="39242" y="836"/>
                    <a:pt x="39181" y="829"/>
                    <a:pt x="39124" y="829"/>
                  </a:cubicBezTo>
                  <a:cubicBezTo>
                    <a:pt x="39067" y="829"/>
                    <a:pt x="39014" y="836"/>
                    <a:pt x="38968" y="851"/>
                  </a:cubicBezTo>
                  <a:lnTo>
                    <a:pt x="38907" y="851"/>
                  </a:lnTo>
                  <a:cubicBezTo>
                    <a:pt x="38813" y="851"/>
                    <a:pt x="38884" y="980"/>
                    <a:pt x="38834" y="980"/>
                  </a:cubicBezTo>
                  <a:cubicBezTo>
                    <a:pt x="38820" y="980"/>
                    <a:pt x="38796" y="970"/>
                    <a:pt x="38755" y="943"/>
                  </a:cubicBezTo>
                  <a:cubicBezTo>
                    <a:pt x="38710" y="927"/>
                    <a:pt x="38672" y="912"/>
                    <a:pt x="38638" y="912"/>
                  </a:cubicBezTo>
                  <a:cubicBezTo>
                    <a:pt x="38603" y="912"/>
                    <a:pt x="38573" y="927"/>
                    <a:pt x="38543" y="973"/>
                  </a:cubicBezTo>
                  <a:lnTo>
                    <a:pt x="38543" y="1064"/>
                  </a:lnTo>
                  <a:lnTo>
                    <a:pt x="38543" y="1095"/>
                  </a:lnTo>
                  <a:cubicBezTo>
                    <a:pt x="38543" y="1106"/>
                    <a:pt x="38539" y="1111"/>
                    <a:pt x="38534" y="1111"/>
                  </a:cubicBezTo>
                  <a:cubicBezTo>
                    <a:pt x="38511" y="1111"/>
                    <a:pt x="38451" y="1028"/>
                    <a:pt x="38451" y="1003"/>
                  </a:cubicBezTo>
                  <a:cubicBezTo>
                    <a:pt x="38421" y="943"/>
                    <a:pt x="38360" y="912"/>
                    <a:pt x="38299" y="882"/>
                  </a:cubicBezTo>
                  <a:lnTo>
                    <a:pt x="38239" y="882"/>
                  </a:lnTo>
                  <a:lnTo>
                    <a:pt x="38117" y="973"/>
                  </a:lnTo>
                  <a:cubicBezTo>
                    <a:pt x="38087" y="912"/>
                    <a:pt x="38026" y="851"/>
                    <a:pt x="37965" y="791"/>
                  </a:cubicBezTo>
                  <a:lnTo>
                    <a:pt x="37935" y="760"/>
                  </a:lnTo>
                  <a:lnTo>
                    <a:pt x="37844" y="699"/>
                  </a:lnTo>
                  <a:cubicBezTo>
                    <a:pt x="37752" y="791"/>
                    <a:pt x="37388" y="821"/>
                    <a:pt x="37296" y="821"/>
                  </a:cubicBezTo>
                  <a:cubicBezTo>
                    <a:pt x="37144" y="851"/>
                    <a:pt x="37023" y="912"/>
                    <a:pt x="36932" y="1034"/>
                  </a:cubicBezTo>
                  <a:cubicBezTo>
                    <a:pt x="36922" y="1054"/>
                    <a:pt x="36908" y="1064"/>
                    <a:pt x="36893" y="1064"/>
                  </a:cubicBezTo>
                  <a:cubicBezTo>
                    <a:pt x="36864" y="1064"/>
                    <a:pt x="36830" y="1024"/>
                    <a:pt x="36810" y="943"/>
                  </a:cubicBezTo>
                  <a:lnTo>
                    <a:pt x="36719" y="912"/>
                  </a:lnTo>
                  <a:cubicBezTo>
                    <a:pt x="36658" y="851"/>
                    <a:pt x="36537" y="821"/>
                    <a:pt x="36445" y="821"/>
                  </a:cubicBezTo>
                  <a:cubicBezTo>
                    <a:pt x="36272" y="879"/>
                    <a:pt x="36098" y="900"/>
                    <a:pt x="35933" y="900"/>
                  </a:cubicBezTo>
                  <a:cubicBezTo>
                    <a:pt x="35837" y="900"/>
                    <a:pt x="35744" y="893"/>
                    <a:pt x="35655" y="882"/>
                  </a:cubicBezTo>
                  <a:lnTo>
                    <a:pt x="35503" y="882"/>
                  </a:lnTo>
                  <a:cubicBezTo>
                    <a:pt x="35381" y="943"/>
                    <a:pt x="35230" y="1247"/>
                    <a:pt x="35351" y="1277"/>
                  </a:cubicBezTo>
                  <a:cubicBezTo>
                    <a:pt x="35473" y="1338"/>
                    <a:pt x="35473" y="1368"/>
                    <a:pt x="35351" y="1399"/>
                  </a:cubicBezTo>
                  <a:lnTo>
                    <a:pt x="35260" y="1459"/>
                  </a:lnTo>
                  <a:lnTo>
                    <a:pt x="35017" y="1550"/>
                  </a:lnTo>
                  <a:cubicBezTo>
                    <a:pt x="34895" y="1490"/>
                    <a:pt x="34743" y="1399"/>
                    <a:pt x="34652" y="1307"/>
                  </a:cubicBezTo>
                  <a:lnTo>
                    <a:pt x="34652" y="1277"/>
                  </a:lnTo>
                  <a:lnTo>
                    <a:pt x="34652" y="1247"/>
                  </a:lnTo>
                  <a:cubicBezTo>
                    <a:pt x="34662" y="1247"/>
                    <a:pt x="34713" y="1250"/>
                    <a:pt x="34777" y="1250"/>
                  </a:cubicBezTo>
                  <a:cubicBezTo>
                    <a:pt x="34905" y="1250"/>
                    <a:pt x="35088" y="1236"/>
                    <a:pt x="35108" y="1155"/>
                  </a:cubicBezTo>
                  <a:cubicBezTo>
                    <a:pt x="35138" y="1095"/>
                    <a:pt x="35169" y="1034"/>
                    <a:pt x="35230" y="973"/>
                  </a:cubicBezTo>
                  <a:cubicBezTo>
                    <a:pt x="35230" y="973"/>
                    <a:pt x="35230" y="943"/>
                    <a:pt x="35199" y="882"/>
                  </a:cubicBezTo>
                  <a:lnTo>
                    <a:pt x="35169" y="882"/>
                  </a:lnTo>
                  <a:lnTo>
                    <a:pt x="35017" y="851"/>
                  </a:lnTo>
                  <a:cubicBezTo>
                    <a:pt x="34865" y="851"/>
                    <a:pt x="34713" y="882"/>
                    <a:pt x="34591" y="943"/>
                  </a:cubicBezTo>
                  <a:cubicBezTo>
                    <a:pt x="34561" y="1034"/>
                    <a:pt x="34530" y="1095"/>
                    <a:pt x="34530" y="1155"/>
                  </a:cubicBezTo>
                  <a:lnTo>
                    <a:pt x="34439" y="1095"/>
                  </a:lnTo>
                  <a:cubicBezTo>
                    <a:pt x="34378" y="1064"/>
                    <a:pt x="34318" y="1034"/>
                    <a:pt x="34318" y="1003"/>
                  </a:cubicBezTo>
                  <a:lnTo>
                    <a:pt x="34318" y="973"/>
                  </a:lnTo>
                  <a:cubicBezTo>
                    <a:pt x="34348" y="912"/>
                    <a:pt x="34318" y="912"/>
                    <a:pt x="34257" y="912"/>
                  </a:cubicBezTo>
                  <a:lnTo>
                    <a:pt x="34226" y="943"/>
                  </a:lnTo>
                  <a:lnTo>
                    <a:pt x="34166" y="973"/>
                  </a:lnTo>
                  <a:cubicBezTo>
                    <a:pt x="34155" y="983"/>
                    <a:pt x="34135" y="987"/>
                    <a:pt x="34109" y="987"/>
                  </a:cubicBezTo>
                  <a:cubicBezTo>
                    <a:pt x="33993" y="987"/>
                    <a:pt x="33752" y="908"/>
                    <a:pt x="33628" y="908"/>
                  </a:cubicBezTo>
                  <a:cubicBezTo>
                    <a:pt x="33613" y="908"/>
                    <a:pt x="33599" y="909"/>
                    <a:pt x="33588" y="912"/>
                  </a:cubicBezTo>
                  <a:lnTo>
                    <a:pt x="33284" y="973"/>
                  </a:lnTo>
                  <a:lnTo>
                    <a:pt x="32950" y="973"/>
                  </a:lnTo>
                  <a:lnTo>
                    <a:pt x="32798" y="1034"/>
                  </a:lnTo>
                  <a:lnTo>
                    <a:pt x="32707" y="1034"/>
                  </a:lnTo>
                  <a:cubicBezTo>
                    <a:pt x="32692" y="1044"/>
                    <a:pt x="32676" y="1048"/>
                    <a:pt x="32658" y="1048"/>
                  </a:cubicBezTo>
                  <a:cubicBezTo>
                    <a:pt x="32569" y="1048"/>
                    <a:pt x="32454" y="933"/>
                    <a:pt x="32403" y="882"/>
                  </a:cubicBezTo>
                  <a:cubicBezTo>
                    <a:pt x="32395" y="867"/>
                    <a:pt x="32381" y="861"/>
                    <a:pt x="32363" y="861"/>
                  </a:cubicBezTo>
                  <a:cubicBezTo>
                    <a:pt x="32306" y="861"/>
                    <a:pt x="32213" y="919"/>
                    <a:pt x="32190" y="943"/>
                  </a:cubicBezTo>
                  <a:cubicBezTo>
                    <a:pt x="32068" y="1034"/>
                    <a:pt x="31977" y="1095"/>
                    <a:pt x="31856" y="1155"/>
                  </a:cubicBezTo>
                  <a:lnTo>
                    <a:pt x="31734" y="1003"/>
                  </a:lnTo>
                  <a:cubicBezTo>
                    <a:pt x="31704" y="988"/>
                    <a:pt x="31681" y="981"/>
                    <a:pt x="31658" y="981"/>
                  </a:cubicBezTo>
                  <a:cubicBezTo>
                    <a:pt x="31635" y="981"/>
                    <a:pt x="31612" y="988"/>
                    <a:pt x="31582" y="1003"/>
                  </a:cubicBezTo>
                  <a:lnTo>
                    <a:pt x="31308" y="1125"/>
                  </a:lnTo>
                  <a:cubicBezTo>
                    <a:pt x="31187" y="1034"/>
                    <a:pt x="31005" y="973"/>
                    <a:pt x="30822" y="973"/>
                  </a:cubicBezTo>
                  <a:cubicBezTo>
                    <a:pt x="30731" y="973"/>
                    <a:pt x="30640" y="973"/>
                    <a:pt x="30579" y="943"/>
                  </a:cubicBezTo>
                  <a:lnTo>
                    <a:pt x="30518" y="1003"/>
                  </a:lnTo>
                  <a:cubicBezTo>
                    <a:pt x="30457" y="1064"/>
                    <a:pt x="30457" y="1125"/>
                    <a:pt x="30397" y="1186"/>
                  </a:cubicBezTo>
                  <a:lnTo>
                    <a:pt x="30366" y="1216"/>
                  </a:lnTo>
                  <a:cubicBezTo>
                    <a:pt x="30305" y="1216"/>
                    <a:pt x="30275" y="1186"/>
                    <a:pt x="30275" y="1155"/>
                  </a:cubicBezTo>
                  <a:lnTo>
                    <a:pt x="30275" y="1064"/>
                  </a:lnTo>
                  <a:cubicBezTo>
                    <a:pt x="30275" y="1034"/>
                    <a:pt x="30214" y="973"/>
                    <a:pt x="30153" y="973"/>
                  </a:cubicBezTo>
                  <a:lnTo>
                    <a:pt x="30123" y="1003"/>
                  </a:lnTo>
                  <a:lnTo>
                    <a:pt x="30032" y="1034"/>
                  </a:lnTo>
                  <a:cubicBezTo>
                    <a:pt x="29971" y="1064"/>
                    <a:pt x="29903" y="1079"/>
                    <a:pt x="29834" y="1079"/>
                  </a:cubicBezTo>
                  <a:cubicBezTo>
                    <a:pt x="29766" y="1079"/>
                    <a:pt x="29697" y="1064"/>
                    <a:pt x="29637" y="1034"/>
                  </a:cubicBezTo>
                  <a:lnTo>
                    <a:pt x="29606" y="1034"/>
                  </a:lnTo>
                  <a:lnTo>
                    <a:pt x="29485" y="943"/>
                  </a:lnTo>
                  <a:cubicBezTo>
                    <a:pt x="29363" y="973"/>
                    <a:pt x="29181" y="1064"/>
                    <a:pt x="29181" y="1095"/>
                  </a:cubicBezTo>
                  <a:cubicBezTo>
                    <a:pt x="29181" y="1155"/>
                    <a:pt x="29120" y="1216"/>
                    <a:pt x="29059" y="1247"/>
                  </a:cubicBezTo>
                  <a:cubicBezTo>
                    <a:pt x="28998" y="1186"/>
                    <a:pt x="28968" y="1095"/>
                    <a:pt x="28907" y="1064"/>
                  </a:cubicBezTo>
                  <a:lnTo>
                    <a:pt x="28846" y="1003"/>
                  </a:lnTo>
                  <a:cubicBezTo>
                    <a:pt x="28755" y="1003"/>
                    <a:pt x="28664" y="973"/>
                    <a:pt x="28573" y="973"/>
                  </a:cubicBezTo>
                  <a:lnTo>
                    <a:pt x="28482" y="1034"/>
                  </a:lnTo>
                  <a:lnTo>
                    <a:pt x="28390" y="1095"/>
                  </a:lnTo>
                  <a:cubicBezTo>
                    <a:pt x="28238" y="1095"/>
                    <a:pt x="28056" y="1095"/>
                    <a:pt x="27904" y="1064"/>
                  </a:cubicBezTo>
                  <a:cubicBezTo>
                    <a:pt x="27894" y="1059"/>
                    <a:pt x="27881" y="1056"/>
                    <a:pt x="27868" y="1056"/>
                  </a:cubicBezTo>
                  <a:cubicBezTo>
                    <a:pt x="27802" y="1056"/>
                    <a:pt x="27701" y="1115"/>
                    <a:pt x="27600" y="1216"/>
                  </a:cubicBezTo>
                  <a:lnTo>
                    <a:pt x="27570" y="1095"/>
                  </a:lnTo>
                  <a:cubicBezTo>
                    <a:pt x="27550" y="1035"/>
                    <a:pt x="27530" y="989"/>
                    <a:pt x="27477" y="989"/>
                  </a:cubicBezTo>
                  <a:cubicBezTo>
                    <a:pt x="27448" y="989"/>
                    <a:pt x="27410" y="1002"/>
                    <a:pt x="27357" y="1034"/>
                  </a:cubicBezTo>
                  <a:lnTo>
                    <a:pt x="27296" y="1064"/>
                  </a:lnTo>
                  <a:cubicBezTo>
                    <a:pt x="27226" y="1064"/>
                    <a:pt x="27030" y="974"/>
                    <a:pt x="26943" y="974"/>
                  </a:cubicBezTo>
                  <a:cubicBezTo>
                    <a:pt x="26917" y="974"/>
                    <a:pt x="26901" y="982"/>
                    <a:pt x="26901" y="1003"/>
                  </a:cubicBezTo>
                  <a:cubicBezTo>
                    <a:pt x="26901" y="1095"/>
                    <a:pt x="26779" y="1095"/>
                    <a:pt x="26719" y="1095"/>
                  </a:cubicBezTo>
                  <a:cubicBezTo>
                    <a:pt x="26597" y="1155"/>
                    <a:pt x="26506" y="1186"/>
                    <a:pt x="26384" y="1216"/>
                  </a:cubicBezTo>
                  <a:cubicBezTo>
                    <a:pt x="26293" y="1216"/>
                    <a:pt x="26050" y="1095"/>
                    <a:pt x="25959" y="1095"/>
                  </a:cubicBezTo>
                  <a:cubicBezTo>
                    <a:pt x="25868" y="1095"/>
                    <a:pt x="25412" y="1247"/>
                    <a:pt x="25229" y="1247"/>
                  </a:cubicBezTo>
                  <a:cubicBezTo>
                    <a:pt x="24956" y="1186"/>
                    <a:pt x="24713" y="1186"/>
                    <a:pt x="24439" y="1186"/>
                  </a:cubicBezTo>
                  <a:cubicBezTo>
                    <a:pt x="24384" y="1213"/>
                    <a:pt x="24324" y="1228"/>
                    <a:pt x="24273" y="1228"/>
                  </a:cubicBezTo>
                  <a:cubicBezTo>
                    <a:pt x="24212" y="1228"/>
                    <a:pt x="24165" y="1206"/>
                    <a:pt x="24165" y="1155"/>
                  </a:cubicBezTo>
                  <a:lnTo>
                    <a:pt x="24165" y="1095"/>
                  </a:lnTo>
                  <a:cubicBezTo>
                    <a:pt x="24013" y="1155"/>
                    <a:pt x="23862" y="1216"/>
                    <a:pt x="23679" y="1277"/>
                  </a:cubicBezTo>
                  <a:cubicBezTo>
                    <a:pt x="23588" y="1277"/>
                    <a:pt x="23466" y="1247"/>
                    <a:pt x="23375" y="1216"/>
                  </a:cubicBezTo>
                  <a:lnTo>
                    <a:pt x="23284" y="1277"/>
                  </a:lnTo>
                  <a:lnTo>
                    <a:pt x="23102" y="1429"/>
                  </a:lnTo>
                  <a:cubicBezTo>
                    <a:pt x="23010" y="1368"/>
                    <a:pt x="22889" y="1368"/>
                    <a:pt x="22798" y="1368"/>
                  </a:cubicBezTo>
                  <a:cubicBezTo>
                    <a:pt x="22767" y="1399"/>
                    <a:pt x="22737" y="1459"/>
                    <a:pt x="22737" y="1490"/>
                  </a:cubicBezTo>
                  <a:cubicBezTo>
                    <a:pt x="22706" y="1550"/>
                    <a:pt x="22737" y="1733"/>
                    <a:pt x="22706" y="1794"/>
                  </a:cubicBezTo>
                  <a:cubicBezTo>
                    <a:pt x="22706" y="1815"/>
                    <a:pt x="22615" y="1837"/>
                    <a:pt x="22497" y="1837"/>
                  </a:cubicBezTo>
                  <a:cubicBezTo>
                    <a:pt x="22449" y="1837"/>
                    <a:pt x="22395" y="1833"/>
                    <a:pt x="22342" y="1824"/>
                  </a:cubicBezTo>
                  <a:lnTo>
                    <a:pt x="22159" y="1824"/>
                  </a:lnTo>
                  <a:lnTo>
                    <a:pt x="22007" y="1794"/>
                  </a:lnTo>
                  <a:cubicBezTo>
                    <a:pt x="21855" y="1794"/>
                    <a:pt x="21703" y="1794"/>
                    <a:pt x="21551" y="1824"/>
                  </a:cubicBezTo>
                  <a:cubicBezTo>
                    <a:pt x="21527" y="1824"/>
                    <a:pt x="21474" y="1819"/>
                    <a:pt x="21416" y="1819"/>
                  </a:cubicBezTo>
                  <a:cubicBezTo>
                    <a:pt x="21330" y="1819"/>
                    <a:pt x="21235" y="1830"/>
                    <a:pt x="21217" y="1885"/>
                  </a:cubicBezTo>
                  <a:cubicBezTo>
                    <a:pt x="21217" y="1929"/>
                    <a:pt x="21136" y="1958"/>
                    <a:pt x="21080" y="1958"/>
                  </a:cubicBezTo>
                  <a:cubicBezTo>
                    <a:pt x="21060" y="1958"/>
                    <a:pt x="21043" y="1954"/>
                    <a:pt x="21035" y="1946"/>
                  </a:cubicBezTo>
                  <a:cubicBezTo>
                    <a:pt x="21035" y="1915"/>
                    <a:pt x="20913" y="1915"/>
                    <a:pt x="20883" y="1885"/>
                  </a:cubicBezTo>
                  <a:cubicBezTo>
                    <a:pt x="20883" y="1854"/>
                    <a:pt x="20883" y="1642"/>
                    <a:pt x="20822" y="1642"/>
                  </a:cubicBezTo>
                  <a:cubicBezTo>
                    <a:pt x="20700" y="1611"/>
                    <a:pt x="20609" y="1581"/>
                    <a:pt x="20518" y="1520"/>
                  </a:cubicBezTo>
                  <a:lnTo>
                    <a:pt x="20366" y="1490"/>
                  </a:lnTo>
                  <a:lnTo>
                    <a:pt x="20305" y="1490"/>
                  </a:lnTo>
                  <a:cubicBezTo>
                    <a:pt x="20298" y="1482"/>
                    <a:pt x="20288" y="1479"/>
                    <a:pt x="20277" y="1479"/>
                  </a:cubicBezTo>
                  <a:cubicBezTo>
                    <a:pt x="20195" y="1479"/>
                    <a:pt x="20024" y="1653"/>
                    <a:pt x="19971" y="1733"/>
                  </a:cubicBezTo>
                  <a:cubicBezTo>
                    <a:pt x="19921" y="1808"/>
                    <a:pt x="19850" y="1862"/>
                    <a:pt x="19810" y="1862"/>
                  </a:cubicBezTo>
                  <a:cubicBezTo>
                    <a:pt x="19801" y="1862"/>
                    <a:pt x="19794" y="1860"/>
                    <a:pt x="19788" y="1854"/>
                  </a:cubicBezTo>
                  <a:lnTo>
                    <a:pt x="19728" y="1824"/>
                  </a:lnTo>
                  <a:lnTo>
                    <a:pt x="19545" y="1763"/>
                  </a:lnTo>
                  <a:cubicBezTo>
                    <a:pt x="19424" y="1854"/>
                    <a:pt x="19333" y="1915"/>
                    <a:pt x="19211" y="1976"/>
                  </a:cubicBezTo>
                  <a:cubicBezTo>
                    <a:pt x="19205" y="1982"/>
                    <a:pt x="19198" y="1984"/>
                    <a:pt x="19191" y="1984"/>
                  </a:cubicBezTo>
                  <a:cubicBezTo>
                    <a:pt x="19158" y="1984"/>
                    <a:pt x="19114" y="1940"/>
                    <a:pt x="19089" y="1915"/>
                  </a:cubicBezTo>
                  <a:lnTo>
                    <a:pt x="19120" y="1854"/>
                  </a:lnTo>
                  <a:lnTo>
                    <a:pt x="19150" y="1824"/>
                  </a:lnTo>
                  <a:cubicBezTo>
                    <a:pt x="19211" y="1763"/>
                    <a:pt x="19272" y="1672"/>
                    <a:pt x="19302" y="1581"/>
                  </a:cubicBezTo>
                  <a:lnTo>
                    <a:pt x="19120" y="1490"/>
                  </a:lnTo>
                  <a:lnTo>
                    <a:pt x="19089" y="1490"/>
                  </a:lnTo>
                  <a:cubicBezTo>
                    <a:pt x="19087" y="1487"/>
                    <a:pt x="19084" y="1486"/>
                    <a:pt x="19080" y="1486"/>
                  </a:cubicBezTo>
                  <a:cubicBezTo>
                    <a:pt x="19028" y="1486"/>
                    <a:pt x="18842" y="1649"/>
                    <a:pt x="18785" y="1733"/>
                  </a:cubicBezTo>
                  <a:cubicBezTo>
                    <a:pt x="18694" y="1854"/>
                    <a:pt x="18603" y="1946"/>
                    <a:pt x="18512" y="2037"/>
                  </a:cubicBezTo>
                  <a:lnTo>
                    <a:pt x="18269" y="2037"/>
                  </a:lnTo>
                  <a:cubicBezTo>
                    <a:pt x="18178" y="2037"/>
                    <a:pt x="18117" y="1915"/>
                    <a:pt x="18147" y="1854"/>
                  </a:cubicBezTo>
                  <a:cubicBezTo>
                    <a:pt x="18147" y="1824"/>
                    <a:pt x="18026" y="1672"/>
                    <a:pt x="17934" y="1611"/>
                  </a:cubicBezTo>
                  <a:cubicBezTo>
                    <a:pt x="17924" y="1601"/>
                    <a:pt x="17908" y="1597"/>
                    <a:pt x="17888" y="1597"/>
                  </a:cubicBezTo>
                  <a:cubicBezTo>
                    <a:pt x="17787" y="1597"/>
                    <a:pt x="17580" y="1702"/>
                    <a:pt x="17478" y="1702"/>
                  </a:cubicBezTo>
                  <a:cubicBezTo>
                    <a:pt x="17296" y="1702"/>
                    <a:pt x="17114" y="1733"/>
                    <a:pt x="16931" y="1733"/>
                  </a:cubicBezTo>
                  <a:cubicBezTo>
                    <a:pt x="16779" y="1794"/>
                    <a:pt x="16658" y="1824"/>
                    <a:pt x="16506" y="1854"/>
                  </a:cubicBezTo>
                  <a:lnTo>
                    <a:pt x="16232" y="1854"/>
                  </a:lnTo>
                  <a:lnTo>
                    <a:pt x="16171" y="1794"/>
                  </a:lnTo>
                  <a:cubicBezTo>
                    <a:pt x="16149" y="1783"/>
                    <a:pt x="16119" y="1775"/>
                    <a:pt x="16083" y="1775"/>
                  </a:cubicBezTo>
                  <a:cubicBezTo>
                    <a:pt x="16022" y="1775"/>
                    <a:pt x="15945" y="1797"/>
                    <a:pt x="15867" y="1854"/>
                  </a:cubicBezTo>
                  <a:cubicBezTo>
                    <a:pt x="15784" y="1799"/>
                    <a:pt x="15715" y="1777"/>
                    <a:pt x="15655" y="1777"/>
                  </a:cubicBezTo>
                  <a:cubicBezTo>
                    <a:pt x="15517" y="1777"/>
                    <a:pt x="15426" y="1891"/>
                    <a:pt x="15320" y="1976"/>
                  </a:cubicBezTo>
                  <a:lnTo>
                    <a:pt x="15077" y="2158"/>
                  </a:lnTo>
                  <a:cubicBezTo>
                    <a:pt x="15002" y="2137"/>
                    <a:pt x="14926" y="2127"/>
                    <a:pt x="14858" y="2127"/>
                  </a:cubicBezTo>
                  <a:cubicBezTo>
                    <a:pt x="14733" y="2127"/>
                    <a:pt x="14630" y="2160"/>
                    <a:pt x="14591" y="2219"/>
                  </a:cubicBezTo>
                  <a:lnTo>
                    <a:pt x="14591" y="2310"/>
                  </a:lnTo>
                  <a:lnTo>
                    <a:pt x="14591" y="2371"/>
                  </a:lnTo>
                  <a:cubicBezTo>
                    <a:pt x="14591" y="2446"/>
                    <a:pt x="14529" y="2501"/>
                    <a:pt x="14456" y="2501"/>
                  </a:cubicBezTo>
                  <a:cubicBezTo>
                    <a:pt x="14441" y="2501"/>
                    <a:pt x="14425" y="2498"/>
                    <a:pt x="14408" y="2493"/>
                  </a:cubicBezTo>
                  <a:cubicBezTo>
                    <a:pt x="14317" y="2462"/>
                    <a:pt x="14226" y="2462"/>
                    <a:pt x="14135" y="2462"/>
                  </a:cubicBezTo>
                  <a:lnTo>
                    <a:pt x="14044" y="2462"/>
                  </a:lnTo>
                  <a:cubicBezTo>
                    <a:pt x="13983" y="2462"/>
                    <a:pt x="13922" y="2614"/>
                    <a:pt x="13892" y="2614"/>
                  </a:cubicBezTo>
                  <a:cubicBezTo>
                    <a:pt x="13770" y="2584"/>
                    <a:pt x="13679" y="2554"/>
                    <a:pt x="13588" y="2523"/>
                  </a:cubicBezTo>
                  <a:lnTo>
                    <a:pt x="13527" y="2523"/>
                  </a:lnTo>
                  <a:cubicBezTo>
                    <a:pt x="13523" y="2519"/>
                    <a:pt x="13519" y="2517"/>
                    <a:pt x="13515" y="2517"/>
                  </a:cubicBezTo>
                  <a:cubicBezTo>
                    <a:pt x="13489" y="2517"/>
                    <a:pt x="13466" y="2592"/>
                    <a:pt x="13466" y="2645"/>
                  </a:cubicBezTo>
                  <a:cubicBezTo>
                    <a:pt x="13466" y="2689"/>
                    <a:pt x="13401" y="2717"/>
                    <a:pt x="13318" y="2717"/>
                  </a:cubicBezTo>
                  <a:cubicBezTo>
                    <a:pt x="13288" y="2717"/>
                    <a:pt x="13256" y="2714"/>
                    <a:pt x="13223" y="2706"/>
                  </a:cubicBezTo>
                  <a:lnTo>
                    <a:pt x="13162" y="2675"/>
                  </a:lnTo>
                  <a:lnTo>
                    <a:pt x="13071" y="2645"/>
                  </a:lnTo>
                  <a:cubicBezTo>
                    <a:pt x="12980" y="2614"/>
                    <a:pt x="12889" y="2584"/>
                    <a:pt x="12797" y="2523"/>
                  </a:cubicBezTo>
                  <a:cubicBezTo>
                    <a:pt x="12797" y="2518"/>
                    <a:pt x="12795" y="2515"/>
                    <a:pt x="12790" y="2515"/>
                  </a:cubicBezTo>
                  <a:cubicBezTo>
                    <a:pt x="12768" y="2515"/>
                    <a:pt x="12701" y="2574"/>
                    <a:pt x="12676" y="2675"/>
                  </a:cubicBezTo>
                  <a:lnTo>
                    <a:pt x="12554" y="2766"/>
                  </a:lnTo>
                  <a:lnTo>
                    <a:pt x="12463" y="2827"/>
                  </a:lnTo>
                  <a:cubicBezTo>
                    <a:pt x="12428" y="2916"/>
                    <a:pt x="12382" y="2963"/>
                    <a:pt x="12344" y="2963"/>
                  </a:cubicBezTo>
                  <a:cubicBezTo>
                    <a:pt x="12317" y="2963"/>
                    <a:pt x="12293" y="2939"/>
                    <a:pt x="12281" y="2888"/>
                  </a:cubicBezTo>
                  <a:lnTo>
                    <a:pt x="12220" y="2797"/>
                  </a:lnTo>
                  <a:lnTo>
                    <a:pt x="12220" y="2766"/>
                  </a:lnTo>
                  <a:cubicBezTo>
                    <a:pt x="12190" y="2751"/>
                    <a:pt x="12159" y="2744"/>
                    <a:pt x="12129" y="2744"/>
                  </a:cubicBezTo>
                  <a:cubicBezTo>
                    <a:pt x="12098" y="2744"/>
                    <a:pt x="12068" y="2751"/>
                    <a:pt x="12038" y="2766"/>
                  </a:cubicBezTo>
                  <a:lnTo>
                    <a:pt x="12038" y="2797"/>
                  </a:lnTo>
                  <a:lnTo>
                    <a:pt x="12038" y="2918"/>
                  </a:lnTo>
                  <a:cubicBezTo>
                    <a:pt x="12068" y="3009"/>
                    <a:pt x="12068" y="3131"/>
                    <a:pt x="12068" y="3222"/>
                  </a:cubicBezTo>
                  <a:cubicBezTo>
                    <a:pt x="11977" y="3131"/>
                    <a:pt x="11916" y="3040"/>
                    <a:pt x="11855" y="2949"/>
                  </a:cubicBezTo>
                  <a:cubicBezTo>
                    <a:pt x="11817" y="2891"/>
                    <a:pt x="11766" y="2870"/>
                    <a:pt x="11711" y="2870"/>
                  </a:cubicBezTo>
                  <a:cubicBezTo>
                    <a:pt x="11679" y="2870"/>
                    <a:pt x="11645" y="2877"/>
                    <a:pt x="11612" y="2888"/>
                  </a:cubicBezTo>
                  <a:cubicBezTo>
                    <a:pt x="11603" y="2897"/>
                    <a:pt x="11586" y="2900"/>
                    <a:pt x="11566" y="2900"/>
                  </a:cubicBezTo>
                  <a:cubicBezTo>
                    <a:pt x="11518" y="2900"/>
                    <a:pt x="11451" y="2879"/>
                    <a:pt x="11430" y="2857"/>
                  </a:cubicBezTo>
                  <a:cubicBezTo>
                    <a:pt x="11421" y="2849"/>
                    <a:pt x="11399" y="2845"/>
                    <a:pt x="11371" y="2845"/>
                  </a:cubicBezTo>
                  <a:cubicBezTo>
                    <a:pt x="11305" y="2845"/>
                    <a:pt x="11208" y="2866"/>
                    <a:pt x="11187" y="2888"/>
                  </a:cubicBezTo>
                  <a:cubicBezTo>
                    <a:pt x="11156" y="2888"/>
                    <a:pt x="11126" y="2949"/>
                    <a:pt x="11156" y="2949"/>
                  </a:cubicBezTo>
                  <a:lnTo>
                    <a:pt x="11156" y="2979"/>
                  </a:lnTo>
                  <a:cubicBezTo>
                    <a:pt x="11156" y="2979"/>
                    <a:pt x="11156" y="3009"/>
                    <a:pt x="11156" y="3040"/>
                  </a:cubicBezTo>
                  <a:cubicBezTo>
                    <a:pt x="11095" y="3070"/>
                    <a:pt x="11065" y="3070"/>
                    <a:pt x="11004" y="3101"/>
                  </a:cubicBezTo>
                  <a:lnTo>
                    <a:pt x="10974" y="3101"/>
                  </a:lnTo>
                  <a:cubicBezTo>
                    <a:pt x="10967" y="3097"/>
                    <a:pt x="10955" y="3096"/>
                    <a:pt x="10939" y="3096"/>
                  </a:cubicBezTo>
                  <a:cubicBezTo>
                    <a:pt x="10830" y="3096"/>
                    <a:pt x="10528" y="3166"/>
                    <a:pt x="10346" y="3166"/>
                  </a:cubicBezTo>
                  <a:cubicBezTo>
                    <a:pt x="10319" y="3166"/>
                    <a:pt x="10295" y="3165"/>
                    <a:pt x="10275" y="3161"/>
                  </a:cubicBezTo>
                  <a:lnTo>
                    <a:pt x="9940" y="3101"/>
                  </a:lnTo>
                  <a:cubicBezTo>
                    <a:pt x="9910" y="3131"/>
                    <a:pt x="9849" y="3192"/>
                    <a:pt x="9849" y="3192"/>
                  </a:cubicBezTo>
                  <a:cubicBezTo>
                    <a:pt x="9910" y="3222"/>
                    <a:pt x="9940" y="3253"/>
                    <a:pt x="10001" y="3283"/>
                  </a:cubicBezTo>
                  <a:cubicBezTo>
                    <a:pt x="10050" y="3283"/>
                    <a:pt x="10079" y="3205"/>
                    <a:pt x="10120" y="3205"/>
                  </a:cubicBezTo>
                  <a:cubicBezTo>
                    <a:pt x="10130" y="3205"/>
                    <a:pt x="10141" y="3210"/>
                    <a:pt x="10153" y="3222"/>
                  </a:cubicBezTo>
                  <a:cubicBezTo>
                    <a:pt x="10183" y="3283"/>
                    <a:pt x="10244" y="3344"/>
                    <a:pt x="10244" y="3374"/>
                  </a:cubicBezTo>
                  <a:lnTo>
                    <a:pt x="10244" y="3435"/>
                  </a:lnTo>
                  <a:cubicBezTo>
                    <a:pt x="10153" y="3465"/>
                    <a:pt x="10305" y="3557"/>
                    <a:pt x="10396" y="3587"/>
                  </a:cubicBezTo>
                  <a:cubicBezTo>
                    <a:pt x="10487" y="3587"/>
                    <a:pt x="10579" y="3587"/>
                    <a:pt x="10579" y="3526"/>
                  </a:cubicBezTo>
                  <a:lnTo>
                    <a:pt x="10579" y="3496"/>
                  </a:lnTo>
                  <a:lnTo>
                    <a:pt x="10579" y="3435"/>
                  </a:lnTo>
                  <a:cubicBezTo>
                    <a:pt x="10548" y="3405"/>
                    <a:pt x="10670" y="3374"/>
                    <a:pt x="10731" y="3374"/>
                  </a:cubicBezTo>
                  <a:cubicBezTo>
                    <a:pt x="10791" y="3374"/>
                    <a:pt x="10822" y="3587"/>
                    <a:pt x="10791" y="3648"/>
                  </a:cubicBezTo>
                  <a:cubicBezTo>
                    <a:pt x="10791" y="3709"/>
                    <a:pt x="10670" y="3800"/>
                    <a:pt x="10518" y="3800"/>
                  </a:cubicBezTo>
                  <a:lnTo>
                    <a:pt x="10366" y="3709"/>
                  </a:lnTo>
                  <a:lnTo>
                    <a:pt x="10183" y="3617"/>
                  </a:lnTo>
                  <a:cubicBezTo>
                    <a:pt x="10031" y="3800"/>
                    <a:pt x="10062" y="3952"/>
                    <a:pt x="10092" y="3952"/>
                  </a:cubicBezTo>
                  <a:lnTo>
                    <a:pt x="10487" y="3952"/>
                  </a:lnTo>
                  <a:lnTo>
                    <a:pt x="10579" y="4073"/>
                  </a:lnTo>
                  <a:cubicBezTo>
                    <a:pt x="10639" y="4073"/>
                    <a:pt x="10639" y="4134"/>
                    <a:pt x="10639" y="4165"/>
                  </a:cubicBezTo>
                  <a:cubicBezTo>
                    <a:pt x="10670" y="4165"/>
                    <a:pt x="10731" y="4073"/>
                    <a:pt x="10731" y="4013"/>
                  </a:cubicBezTo>
                  <a:cubicBezTo>
                    <a:pt x="10731" y="3982"/>
                    <a:pt x="10883" y="3952"/>
                    <a:pt x="10943" y="3952"/>
                  </a:cubicBezTo>
                  <a:cubicBezTo>
                    <a:pt x="10974" y="3952"/>
                    <a:pt x="10974" y="4013"/>
                    <a:pt x="10974" y="4043"/>
                  </a:cubicBezTo>
                  <a:cubicBezTo>
                    <a:pt x="10974" y="4064"/>
                    <a:pt x="11075" y="4099"/>
                    <a:pt x="11148" y="4099"/>
                  </a:cubicBezTo>
                  <a:cubicBezTo>
                    <a:pt x="11181" y="4099"/>
                    <a:pt x="11207" y="4092"/>
                    <a:pt x="11217" y="4073"/>
                  </a:cubicBezTo>
                  <a:cubicBezTo>
                    <a:pt x="11232" y="4043"/>
                    <a:pt x="11270" y="4028"/>
                    <a:pt x="11312" y="4028"/>
                  </a:cubicBezTo>
                  <a:cubicBezTo>
                    <a:pt x="11354" y="4028"/>
                    <a:pt x="11399" y="4043"/>
                    <a:pt x="11430" y="4073"/>
                  </a:cubicBezTo>
                  <a:lnTo>
                    <a:pt x="11521" y="4104"/>
                  </a:lnTo>
                  <a:cubicBezTo>
                    <a:pt x="11538" y="4107"/>
                    <a:pt x="11552" y="4109"/>
                    <a:pt x="11564" y="4109"/>
                  </a:cubicBezTo>
                  <a:cubicBezTo>
                    <a:pt x="11661" y="4109"/>
                    <a:pt x="11619" y="4009"/>
                    <a:pt x="11673" y="3982"/>
                  </a:cubicBezTo>
                  <a:lnTo>
                    <a:pt x="11734" y="3952"/>
                  </a:lnTo>
                  <a:cubicBezTo>
                    <a:pt x="11825" y="3952"/>
                    <a:pt x="11946" y="3982"/>
                    <a:pt x="12038" y="4043"/>
                  </a:cubicBezTo>
                  <a:lnTo>
                    <a:pt x="12038" y="4134"/>
                  </a:lnTo>
                  <a:cubicBezTo>
                    <a:pt x="11946" y="4225"/>
                    <a:pt x="11825" y="4256"/>
                    <a:pt x="11703" y="4286"/>
                  </a:cubicBezTo>
                  <a:lnTo>
                    <a:pt x="11673" y="4286"/>
                  </a:lnTo>
                  <a:cubicBezTo>
                    <a:pt x="11642" y="4316"/>
                    <a:pt x="11582" y="4316"/>
                    <a:pt x="11551" y="4316"/>
                  </a:cubicBezTo>
                  <a:cubicBezTo>
                    <a:pt x="11460" y="4286"/>
                    <a:pt x="11399" y="4256"/>
                    <a:pt x="11308" y="4225"/>
                  </a:cubicBezTo>
                  <a:lnTo>
                    <a:pt x="11247" y="4225"/>
                  </a:lnTo>
                  <a:cubicBezTo>
                    <a:pt x="11231" y="4217"/>
                    <a:pt x="11215" y="4214"/>
                    <a:pt x="11199" y="4214"/>
                  </a:cubicBezTo>
                  <a:cubicBezTo>
                    <a:pt x="11094" y="4214"/>
                    <a:pt x="10992" y="4379"/>
                    <a:pt x="10913" y="4590"/>
                  </a:cubicBezTo>
                  <a:lnTo>
                    <a:pt x="11278" y="4712"/>
                  </a:lnTo>
                  <a:lnTo>
                    <a:pt x="11308" y="4712"/>
                  </a:lnTo>
                  <a:cubicBezTo>
                    <a:pt x="11308" y="4803"/>
                    <a:pt x="11399" y="4894"/>
                    <a:pt x="11490" y="4924"/>
                  </a:cubicBezTo>
                  <a:cubicBezTo>
                    <a:pt x="11521" y="4924"/>
                    <a:pt x="11551" y="4955"/>
                    <a:pt x="11521" y="5016"/>
                  </a:cubicBezTo>
                  <a:lnTo>
                    <a:pt x="11490" y="5076"/>
                  </a:lnTo>
                  <a:lnTo>
                    <a:pt x="11490" y="5107"/>
                  </a:lnTo>
                  <a:cubicBezTo>
                    <a:pt x="11582" y="5137"/>
                    <a:pt x="11665" y="5152"/>
                    <a:pt x="11745" y="5152"/>
                  </a:cubicBezTo>
                  <a:cubicBezTo>
                    <a:pt x="11825" y="5152"/>
                    <a:pt x="11901" y="5137"/>
                    <a:pt x="11977" y="5107"/>
                  </a:cubicBezTo>
                  <a:cubicBezTo>
                    <a:pt x="12098" y="5076"/>
                    <a:pt x="12159" y="4955"/>
                    <a:pt x="12068" y="4833"/>
                  </a:cubicBezTo>
                  <a:lnTo>
                    <a:pt x="12250" y="4803"/>
                  </a:lnTo>
                  <a:lnTo>
                    <a:pt x="12402" y="4772"/>
                  </a:lnTo>
                  <a:lnTo>
                    <a:pt x="12433" y="4772"/>
                  </a:lnTo>
                  <a:cubicBezTo>
                    <a:pt x="12463" y="4772"/>
                    <a:pt x="12494" y="4833"/>
                    <a:pt x="12463" y="4864"/>
                  </a:cubicBezTo>
                  <a:cubicBezTo>
                    <a:pt x="12463" y="4864"/>
                    <a:pt x="12433" y="4985"/>
                    <a:pt x="12402" y="5076"/>
                  </a:cubicBezTo>
                  <a:lnTo>
                    <a:pt x="12402" y="5137"/>
                  </a:lnTo>
                  <a:cubicBezTo>
                    <a:pt x="12418" y="5228"/>
                    <a:pt x="12463" y="5251"/>
                    <a:pt x="12516" y="5251"/>
                  </a:cubicBezTo>
                  <a:cubicBezTo>
                    <a:pt x="12570" y="5251"/>
                    <a:pt x="12630" y="5228"/>
                    <a:pt x="12676" y="5228"/>
                  </a:cubicBezTo>
                  <a:cubicBezTo>
                    <a:pt x="12706" y="5198"/>
                    <a:pt x="12706" y="5137"/>
                    <a:pt x="12706" y="5107"/>
                  </a:cubicBezTo>
                  <a:lnTo>
                    <a:pt x="12645" y="5107"/>
                  </a:lnTo>
                  <a:cubicBezTo>
                    <a:pt x="12494" y="5107"/>
                    <a:pt x="12494" y="5107"/>
                    <a:pt x="12524" y="5016"/>
                  </a:cubicBezTo>
                  <a:lnTo>
                    <a:pt x="12554" y="4985"/>
                  </a:lnTo>
                  <a:cubicBezTo>
                    <a:pt x="12562" y="4971"/>
                    <a:pt x="12581" y="4965"/>
                    <a:pt x="12608" y="4965"/>
                  </a:cubicBezTo>
                  <a:cubicBezTo>
                    <a:pt x="12691" y="4965"/>
                    <a:pt x="12842" y="5023"/>
                    <a:pt x="12889" y="5046"/>
                  </a:cubicBezTo>
                  <a:cubicBezTo>
                    <a:pt x="12980" y="5107"/>
                    <a:pt x="13071" y="5168"/>
                    <a:pt x="13193" y="5168"/>
                  </a:cubicBezTo>
                  <a:cubicBezTo>
                    <a:pt x="13284" y="5168"/>
                    <a:pt x="13345" y="5168"/>
                    <a:pt x="13436" y="5137"/>
                  </a:cubicBezTo>
                  <a:cubicBezTo>
                    <a:pt x="13557" y="5107"/>
                    <a:pt x="13679" y="5107"/>
                    <a:pt x="13801" y="5107"/>
                  </a:cubicBezTo>
                  <a:lnTo>
                    <a:pt x="13953" y="5198"/>
                  </a:lnTo>
                  <a:cubicBezTo>
                    <a:pt x="14036" y="5281"/>
                    <a:pt x="14119" y="5415"/>
                    <a:pt x="14294" y="5415"/>
                  </a:cubicBezTo>
                  <a:cubicBezTo>
                    <a:pt x="14311" y="5415"/>
                    <a:pt x="14329" y="5413"/>
                    <a:pt x="14348" y="5411"/>
                  </a:cubicBezTo>
                  <a:lnTo>
                    <a:pt x="15260" y="5411"/>
                  </a:lnTo>
                  <a:cubicBezTo>
                    <a:pt x="15412" y="5411"/>
                    <a:pt x="15563" y="5411"/>
                    <a:pt x="15715" y="5472"/>
                  </a:cubicBezTo>
                  <a:cubicBezTo>
                    <a:pt x="15733" y="5477"/>
                    <a:pt x="15754" y="5480"/>
                    <a:pt x="15777" y="5480"/>
                  </a:cubicBezTo>
                  <a:cubicBezTo>
                    <a:pt x="15874" y="5480"/>
                    <a:pt x="16012" y="5435"/>
                    <a:pt x="16111" y="5411"/>
                  </a:cubicBezTo>
                  <a:cubicBezTo>
                    <a:pt x="16141" y="5411"/>
                    <a:pt x="16179" y="5418"/>
                    <a:pt x="16213" y="5418"/>
                  </a:cubicBezTo>
                  <a:cubicBezTo>
                    <a:pt x="16247" y="5418"/>
                    <a:pt x="16278" y="5411"/>
                    <a:pt x="16293" y="5380"/>
                  </a:cubicBezTo>
                  <a:cubicBezTo>
                    <a:pt x="16319" y="5328"/>
                    <a:pt x="16323" y="5253"/>
                    <a:pt x="16402" y="5253"/>
                  </a:cubicBezTo>
                  <a:cubicBezTo>
                    <a:pt x="16414" y="5253"/>
                    <a:pt x="16428" y="5255"/>
                    <a:pt x="16445" y="5259"/>
                  </a:cubicBezTo>
                  <a:lnTo>
                    <a:pt x="16506" y="5259"/>
                  </a:lnTo>
                  <a:cubicBezTo>
                    <a:pt x="16567" y="5320"/>
                    <a:pt x="16567" y="5411"/>
                    <a:pt x="16506" y="5472"/>
                  </a:cubicBezTo>
                  <a:lnTo>
                    <a:pt x="16323" y="5472"/>
                  </a:lnTo>
                  <a:cubicBezTo>
                    <a:pt x="16232" y="5563"/>
                    <a:pt x="16141" y="5593"/>
                    <a:pt x="16050" y="5623"/>
                  </a:cubicBezTo>
                  <a:lnTo>
                    <a:pt x="15928" y="5623"/>
                  </a:lnTo>
                  <a:cubicBezTo>
                    <a:pt x="15920" y="5619"/>
                    <a:pt x="15911" y="5617"/>
                    <a:pt x="15902" y="5617"/>
                  </a:cubicBezTo>
                  <a:cubicBezTo>
                    <a:pt x="15844" y="5617"/>
                    <a:pt x="15776" y="5693"/>
                    <a:pt x="15776" y="5745"/>
                  </a:cubicBezTo>
                  <a:cubicBezTo>
                    <a:pt x="15776" y="5752"/>
                    <a:pt x="15768" y="5756"/>
                    <a:pt x="15752" y="5756"/>
                  </a:cubicBezTo>
                  <a:cubicBezTo>
                    <a:pt x="15703" y="5756"/>
                    <a:pt x="15581" y="5716"/>
                    <a:pt x="15442" y="5623"/>
                  </a:cubicBezTo>
                  <a:lnTo>
                    <a:pt x="15168" y="5775"/>
                  </a:lnTo>
                  <a:lnTo>
                    <a:pt x="14925" y="5775"/>
                  </a:lnTo>
                  <a:cubicBezTo>
                    <a:pt x="14773" y="5745"/>
                    <a:pt x="14621" y="5745"/>
                    <a:pt x="14469" y="5745"/>
                  </a:cubicBezTo>
                  <a:lnTo>
                    <a:pt x="14256" y="5745"/>
                  </a:lnTo>
                  <a:cubicBezTo>
                    <a:pt x="14211" y="5745"/>
                    <a:pt x="14135" y="5737"/>
                    <a:pt x="14063" y="5737"/>
                  </a:cubicBezTo>
                  <a:cubicBezTo>
                    <a:pt x="13991" y="5737"/>
                    <a:pt x="13922" y="5745"/>
                    <a:pt x="13892" y="5775"/>
                  </a:cubicBezTo>
                  <a:cubicBezTo>
                    <a:pt x="13831" y="5836"/>
                    <a:pt x="13770" y="5927"/>
                    <a:pt x="13709" y="5988"/>
                  </a:cubicBezTo>
                  <a:cubicBezTo>
                    <a:pt x="13649" y="5988"/>
                    <a:pt x="13466" y="5897"/>
                    <a:pt x="13436" y="5867"/>
                  </a:cubicBezTo>
                  <a:cubicBezTo>
                    <a:pt x="13284" y="5867"/>
                    <a:pt x="13162" y="5867"/>
                    <a:pt x="13041" y="5927"/>
                  </a:cubicBezTo>
                  <a:cubicBezTo>
                    <a:pt x="12980" y="5927"/>
                    <a:pt x="12889" y="5927"/>
                    <a:pt x="12858" y="5867"/>
                  </a:cubicBezTo>
                  <a:cubicBezTo>
                    <a:pt x="12858" y="5861"/>
                    <a:pt x="12854" y="5858"/>
                    <a:pt x="12846" y="5858"/>
                  </a:cubicBezTo>
                  <a:cubicBezTo>
                    <a:pt x="12815" y="5858"/>
                    <a:pt x="12731" y="5903"/>
                    <a:pt x="12706" y="5927"/>
                  </a:cubicBezTo>
                  <a:lnTo>
                    <a:pt x="12402" y="5927"/>
                  </a:lnTo>
                  <a:cubicBezTo>
                    <a:pt x="12281" y="5927"/>
                    <a:pt x="12129" y="5927"/>
                    <a:pt x="12007" y="5958"/>
                  </a:cubicBezTo>
                  <a:cubicBezTo>
                    <a:pt x="11931" y="5973"/>
                    <a:pt x="11855" y="5981"/>
                    <a:pt x="11779" y="5981"/>
                  </a:cubicBezTo>
                  <a:cubicBezTo>
                    <a:pt x="11703" y="5981"/>
                    <a:pt x="11627" y="5973"/>
                    <a:pt x="11551" y="5958"/>
                  </a:cubicBezTo>
                  <a:lnTo>
                    <a:pt x="11399" y="5958"/>
                  </a:lnTo>
                  <a:cubicBezTo>
                    <a:pt x="11247" y="5988"/>
                    <a:pt x="11095" y="6019"/>
                    <a:pt x="10974" y="6079"/>
                  </a:cubicBezTo>
                  <a:cubicBezTo>
                    <a:pt x="10913" y="6079"/>
                    <a:pt x="10913" y="6201"/>
                    <a:pt x="10852" y="6201"/>
                  </a:cubicBezTo>
                  <a:cubicBezTo>
                    <a:pt x="10831" y="6206"/>
                    <a:pt x="10813" y="6209"/>
                    <a:pt x="10798" y="6209"/>
                  </a:cubicBezTo>
                  <a:cubicBezTo>
                    <a:pt x="10731" y="6209"/>
                    <a:pt x="10731" y="6154"/>
                    <a:pt x="10731" y="6079"/>
                  </a:cubicBezTo>
                  <a:lnTo>
                    <a:pt x="10639" y="6079"/>
                  </a:lnTo>
                  <a:cubicBezTo>
                    <a:pt x="10582" y="6137"/>
                    <a:pt x="10499" y="6158"/>
                    <a:pt x="10416" y="6158"/>
                  </a:cubicBezTo>
                  <a:cubicBezTo>
                    <a:pt x="10368" y="6158"/>
                    <a:pt x="10319" y="6151"/>
                    <a:pt x="10275" y="6140"/>
                  </a:cubicBezTo>
                  <a:lnTo>
                    <a:pt x="10062" y="6110"/>
                  </a:lnTo>
                  <a:lnTo>
                    <a:pt x="10062" y="6110"/>
                  </a:lnTo>
                  <a:cubicBezTo>
                    <a:pt x="10080" y="6181"/>
                    <a:pt x="10066" y="6211"/>
                    <a:pt x="10040" y="6211"/>
                  </a:cubicBezTo>
                  <a:cubicBezTo>
                    <a:pt x="10021" y="6211"/>
                    <a:pt x="9996" y="6196"/>
                    <a:pt x="9971" y="6171"/>
                  </a:cubicBezTo>
                  <a:lnTo>
                    <a:pt x="9819" y="6171"/>
                  </a:lnTo>
                  <a:cubicBezTo>
                    <a:pt x="9697" y="6201"/>
                    <a:pt x="9606" y="6231"/>
                    <a:pt x="9484" y="6262"/>
                  </a:cubicBezTo>
                  <a:lnTo>
                    <a:pt x="9393" y="6262"/>
                  </a:lnTo>
                  <a:cubicBezTo>
                    <a:pt x="9363" y="6292"/>
                    <a:pt x="9332" y="6292"/>
                    <a:pt x="9272" y="6323"/>
                  </a:cubicBezTo>
                  <a:cubicBezTo>
                    <a:pt x="9164" y="6344"/>
                    <a:pt x="9057" y="6366"/>
                    <a:pt x="8949" y="6366"/>
                  </a:cubicBezTo>
                  <a:cubicBezTo>
                    <a:pt x="8905" y="6366"/>
                    <a:pt x="8860" y="6362"/>
                    <a:pt x="8816" y="6353"/>
                  </a:cubicBezTo>
                  <a:lnTo>
                    <a:pt x="8724" y="6353"/>
                  </a:lnTo>
                  <a:cubicBezTo>
                    <a:pt x="8603" y="6353"/>
                    <a:pt x="8177" y="6535"/>
                    <a:pt x="8056" y="6535"/>
                  </a:cubicBezTo>
                  <a:cubicBezTo>
                    <a:pt x="7954" y="6535"/>
                    <a:pt x="7718" y="6495"/>
                    <a:pt x="7554" y="6495"/>
                  </a:cubicBezTo>
                  <a:cubicBezTo>
                    <a:pt x="7471" y="6495"/>
                    <a:pt x="7407" y="6505"/>
                    <a:pt x="7387" y="6535"/>
                  </a:cubicBezTo>
                  <a:cubicBezTo>
                    <a:pt x="7348" y="6594"/>
                    <a:pt x="7296" y="6628"/>
                    <a:pt x="7248" y="6628"/>
                  </a:cubicBezTo>
                  <a:cubicBezTo>
                    <a:pt x="7221" y="6628"/>
                    <a:pt x="7196" y="6618"/>
                    <a:pt x="7174" y="6596"/>
                  </a:cubicBezTo>
                  <a:lnTo>
                    <a:pt x="7144" y="6535"/>
                  </a:lnTo>
                  <a:lnTo>
                    <a:pt x="7113" y="6505"/>
                  </a:lnTo>
                  <a:cubicBezTo>
                    <a:pt x="7024" y="6469"/>
                    <a:pt x="6946" y="6455"/>
                    <a:pt x="6865" y="6455"/>
                  </a:cubicBezTo>
                  <a:cubicBezTo>
                    <a:pt x="6809" y="6455"/>
                    <a:pt x="6751" y="6462"/>
                    <a:pt x="6688" y="6475"/>
                  </a:cubicBezTo>
                  <a:lnTo>
                    <a:pt x="6536" y="6535"/>
                  </a:lnTo>
                  <a:cubicBezTo>
                    <a:pt x="6436" y="6586"/>
                    <a:pt x="6335" y="6608"/>
                    <a:pt x="6235" y="6608"/>
                  </a:cubicBezTo>
                  <a:cubicBezTo>
                    <a:pt x="6153" y="6608"/>
                    <a:pt x="6071" y="6593"/>
                    <a:pt x="5989" y="6566"/>
                  </a:cubicBezTo>
                  <a:cubicBezTo>
                    <a:pt x="5928" y="6551"/>
                    <a:pt x="5867" y="6543"/>
                    <a:pt x="5803" y="6543"/>
                  </a:cubicBezTo>
                  <a:cubicBezTo>
                    <a:pt x="5738" y="6543"/>
                    <a:pt x="5670" y="6551"/>
                    <a:pt x="5594" y="6566"/>
                  </a:cubicBezTo>
                  <a:lnTo>
                    <a:pt x="5503" y="6596"/>
                  </a:lnTo>
                  <a:cubicBezTo>
                    <a:pt x="5381" y="6657"/>
                    <a:pt x="5168" y="6748"/>
                    <a:pt x="5077" y="6839"/>
                  </a:cubicBezTo>
                  <a:lnTo>
                    <a:pt x="4925" y="6687"/>
                  </a:lnTo>
                  <a:cubicBezTo>
                    <a:pt x="4918" y="6684"/>
                    <a:pt x="4910" y="6682"/>
                    <a:pt x="4900" y="6682"/>
                  </a:cubicBezTo>
                  <a:cubicBezTo>
                    <a:pt x="4834" y="6682"/>
                    <a:pt x="4709" y="6753"/>
                    <a:pt x="4625" y="6753"/>
                  </a:cubicBezTo>
                  <a:cubicBezTo>
                    <a:pt x="4612" y="6753"/>
                    <a:pt x="4601" y="6752"/>
                    <a:pt x="4591" y="6748"/>
                  </a:cubicBezTo>
                  <a:lnTo>
                    <a:pt x="4317" y="6627"/>
                  </a:lnTo>
                  <a:cubicBezTo>
                    <a:pt x="4195" y="6718"/>
                    <a:pt x="4013" y="6748"/>
                    <a:pt x="3861" y="6748"/>
                  </a:cubicBezTo>
                  <a:cubicBezTo>
                    <a:pt x="3834" y="6739"/>
                    <a:pt x="3810" y="6736"/>
                    <a:pt x="3788" y="6736"/>
                  </a:cubicBezTo>
                  <a:cubicBezTo>
                    <a:pt x="3734" y="6736"/>
                    <a:pt x="3691" y="6757"/>
                    <a:pt x="3648" y="6779"/>
                  </a:cubicBezTo>
                  <a:lnTo>
                    <a:pt x="3588" y="6779"/>
                  </a:lnTo>
                  <a:lnTo>
                    <a:pt x="3284" y="6718"/>
                  </a:lnTo>
                  <a:cubicBezTo>
                    <a:pt x="3149" y="6814"/>
                    <a:pt x="3039" y="6874"/>
                    <a:pt x="2976" y="6874"/>
                  </a:cubicBezTo>
                  <a:cubicBezTo>
                    <a:pt x="2939" y="6874"/>
                    <a:pt x="2919" y="6854"/>
                    <a:pt x="2919" y="6809"/>
                  </a:cubicBezTo>
                  <a:lnTo>
                    <a:pt x="2706" y="6900"/>
                  </a:lnTo>
                  <a:cubicBezTo>
                    <a:pt x="2661" y="6915"/>
                    <a:pt x="2615" y="6923"/>
                    <a:pt x="2569" y="6923"/>
                  </a:cubicBezTo>
                  <a:cubicBezTo>
                    <a:pt x="2524" y="6923"/>
                    <a:pt x="2478" y="6915"/>
                    <a:pt x="2433" y="6900"/>
                  </a:cubicBezTo>
                  <a:cubicBezTo>
                    <a:pt x="2402" y="6870"/>
                    <a:pt x="2357" y="6855"/>
                    <a:pt x="2311" y="6855"/>
                  </a:cubicBezTo>
                  <a:cubicBezTo>
                    <a:pt x="2265" y="6855"/>
                    <a:pt x="2220" y="6870"/>
                    <a:pt x="2189" y="6900"/>
                  </a:cubicBezTo>
                  <a:cubicBezTo>
                    <a:pt x="2176" y="6905"/>
                    <a:pt x="2162" y="6906"/>
                    <a:pt x="2148" y="6906"/>
                  </a:cubicBezTo>
                  <a:cubicBezTo>
                    <a:pt x="2078" y="6906"/>
                    <a:pt x="1997" y="6863"/>
                    <a:pt x="1927" y="6863"/>
                  </a:cubicBezTo>
                  <a:cubicBezTo>
                    <a:pt x="1913" y="6863"/>
                    <a:pt x="1899" y="6865"/>
                    <a:pt x="1885" y="6870"/>
                  </a:cubicBezTo>
                  <a:lnTo>
                    <a:pt x="1794" y="6900"/>
                  </a:lnTo>
                  <a:cubicBezTo>
                    <a:pt x="1673" y="6900"/>
                    <a:pt x="1399" y="6991"/>
                    <a:pt x="1308" y="6991"/>
                  </a:cubicBezTo>
                  <a:cubicBezTo>
                    <a:pt x="1304" y="6990"/>
                    <a:pt x="1300" y="6989"/>
                    <a:pt x="1295" y="6989"/>
                  </a:cubicBezTo>
                  <a:cubicBezTo>
                    <a:pt x="1219" y="6989"/>
                    <a:pt x="1000" y="7204"/>
                    <a:pt x="943" y="7204"/>
                  </a:cubicBezTo>
                  <a:cubicBezTo>
                    <a:pt x="882" y="7174"/>
                    <a:pt x="761" y="7174"/>
                    <a:pt x="670" y="7174"/>
                  </a:cubicBezTo>
                  <a:lnTo>
                    <a:pt x="609" y="7265"/>
                  </a:lnTo>
                  <a:cubicBezTo>
                    <a:pt x="578" y="7295"/>
                    <a:pt x="396" y="7295"/>
                    <a:pt x="335" y="7326"/>
                  </a:cubicBezTo>
                  <a:cubicBezTo>
                    <a:pt x="244" y="7386"/>
                    <a:pt x="183" y="7478"/>
                    <a:pt x="153" y="7599"/>
                  </a:cubicBezTo>
                  <a:cubicBezTo>
                    <a:pt x="122" y="7690"/>
                    <a:pt x="183" y="7782"/>
                    <a:pt x="244" y="7903"/>
                  </a:cubicBezTo>
                  <a:lnTo>
                    <a:pt x="274" y="7994"/>
                  </a:lnTo>
                  <a:cubicBezTo>
                    <a:pt x="305" y="8086"/>
                    <a:pt x="183" y="8207"/>
                    <a:pt x="122" y="8207"/>
                  </a:cubicBezTo>
                  <a:cubicBezTo>
                    <a:pt x="62" y="8238"/>
                    <a:pt x="122" y="8450"/>
                    <a:pt x="62" y="8481"/>
                  </a:cubicBezTo>
                  <a:cubicBezTo>
                    <a:pt x="1" y="8541"/>
                    <a:pt x="92" y="8602"/>
                    <a:pt x="122" y="8633"/>
                  </a:cubicBezTo>
                  <a:cubicBezTo>
                    <a:pt x="183" y="8633"/>
                    <a:pt x="183" y="8754"/>
                    <a:pt x="92" y="8876"/>
                  </a:cubicBezTo>
                  <a:lnTo>
                    <a:pt x="153" y="8937"/>
                  </a:lnTo>
                  <a:lnTo>
                    <a:pt x="335" y="9149"/>
                  </a:lnTo>
                  <a:cubicBezTo>
                    <a:pt x="396" y="9362"/>
                    <a:pt x="487" y="9545"/>
                    <a:pt x="639" y="9727"/>
                  </a:cubicBezTo>
                  <a:lnTo>
                    <a:pt x="548" y="9818"/>
                  </a:lnTo>
                  <a:cubicBezTo>
                    <a:pt x="518" y="9879"/>
                    <a:pt x="548" y="9940"/>
                    <a:pt x="670" y="9970"/>
                  </a:cubicBezTo>
                  <a:lnTo>
                    <a:pt x="791" y="10000"/>
                  </a:lnTo>
                  <a:cubicBezTo>
                    <a:pt x="700" y="10061"/>
                    <a:pt x="609" y="10152"/>
                    <a:pt x="518" y="10213"/>
                  </a:cubicBezTo>
                  <a:cubicBezTo>
                    <a:pt x="457" y="10213"/>
                    <a:pt x="548" y="10335"/>
                    <a:pt x="578" y="10365"/>
                  </a:cubicBezTo>
                  <a:cubicBezTo>
                    <a:pt x="609" y="10426"/>
                    <a:pt x="639" y="10487"/>
                    <a:pt x="609" y="10548"/>
                  </a:cubicBezTo>
                  <a:lnTo>
                    <a:pt x="578" y="10608"/>
                  </a:lnTo>
                  <a:cubicBezTo>
                    <a:pt x="578" y="10730"/>
                    <a:pt x="639" y="10760"/>
                    <a:pt x="730" y="10760"/>
                  </a:cubicBezTo>
                  <a:lnTo>
                    <a:pt x="974" y="10730"/>
                  </a:lnTo>
                  <a:lnTo>
                    <a:pt x="974" y="10730"/>
                  </a:lnTo>
                  <a:cubicBezTo>
                    <a:pt x="943" y="10791"/>
                    <a:pt x="882" y="11004"/>
                    <a:pt x="822" y="11186"/>
                  </a:cubicBezTo>
                  <a:lnTo>
                    <a:pt x="1126" y="11338"/>
                  </a:lnTo>
                  <a:lnTo>
                    <a:pt x="1217" y="11368"/>
                  </a:lnTo>
                  <a:cubicBezTo>
                    <a:pt x="1338" y="11399"/>
                    <a:pt x="1490" y="11429"/>
                    <a:pt x="1612" y="11429"/>
                  </a:cubicBezTo>
                  <a:lnTo>
                    <a:pt x="1733" y="11459"/>
                  </a:lnTo>
                  <a:lnTo>
                    <a:pt x="1946" y="11490"/>
                  </a:lnTo>
                  <a:cubicBezTo>
                    <a:pt x="2129" y="11551"/>
                    <a:pt x="2706" y="11794"/>
                    <a:pt x="2858" y="11824"/>
                  </a:cubicBezTo>
                  <a:cubicBezTo>
                    <a:pt x="3040" y="11855"/>
                    <a:pt x="3223" y="11855"/>
                    <a:pt x="3405" y="11855"/>
                  </a:cubicBezTo>
                  <a:lnTo>
                    <a:pt x="3527" y="11915"/>
                  </a:lnTo>
                  <a:cubicBezTo>
                    <a:pt x="3618" y="11976"/>
                    <a:pt x="3709" y="12007"/>
                    <a:pt x="3800" y="12007"/>
                  </a:cubicBezTo>
                  <a:cubicBezTo>
                    <a:pt x="3827" y="12002"/>
                    <a:pt x="3852" y="12000"/>
                    <a:pt x="3877" y="12000"/>
                  </a:cubicBezTo>
                  <a:cubicBezTo>
                    <a:pt x="3995" y="12000"/>
                    <a:pt x="4089" y="12043"/>
                    <a:pt x="4191" y="12043"/>
                  </a:cubicBezTo>
                  <a:cubicBezTo>
                    <a:pt x="4212" y="12043"/>
                    <a:pt x="4234" y="12041"/>
                    <a:pt x="4256" y="12037"/>
                  </a:cubicBezTo>
                  <a:lnTo>
                    <a:pt x="5168" y="12037"/>
                  </a:lnTo>
                  <a:cubicBezTo>
                    <a:pt x="5259" y="12098"/>
                    <a:pt x="5381" y="12098"/>
                    <a:pt x="5503" y="12098"/>
                  </a:cubicBezTo>
                  <a:lnTo>
                    <a:pt x="5563" y="12128"/>
                  </a:lnTo>
                  <a:lnTo>
                    <a:pt x="5624" y="12189"/>
                  </a:lnTo>
                  <a:lnTo>
                    <a:pt x="5867" y="12371"/>
                  </a:lnTo>
                  <a:cubicBezTo>
                    <a:pt x="5867" y="12402"/>
                    <a:pt x="5776" y="12462"/>
                    <a:pt x="5715" y="12462"/>
                  </a:cubicBezTo>
                  <a:cubicBezTo>
                    <a:pt x="5654" y="12493"/>
                    <a:pt x="5776" y="12554"/>
                    <a:pt x="5958" y="12614"/>
                  </a:cubicBezTo>
                  <a:lnTo>
                    <a:pt x="6019" y="12402"/>
                  </a:lnTo>
                  <a:lnTo>
                    <a:pt x="6050" y="12280"/>
                  </a:lnTo>
                  <a:cubicBezTo>
                    <a:pt x="6202" y="12311"/>
                    <a:pt x="6354" y="12341"/>
                    <a:pt x="6506" y="12432"/>
                  </a:cubicBezTo>
                  <a:cubicBezTo>
                    <a:pt x="6536" y="12462"/>
                    <a:pt x="6566" y="12493"/>
                    <a:pt x="6597" y="12554"/>
                  </a:cubicBezTo>
                  <a:lnTo>
                    <a:pt x="6566" y="12584"/>
                  </a:lnTo>
                  <a:lnTo>
                    <a:pt x="6536" y="12645"/>
                  </a:lnTo>
                  <a:cubicBezTo>
                    <a:pt x="6445" y="12675"/>
                    <a:pt x="6445" y="12797"/>
                    <a:pt x="6536" y="12918"/>
                  </a:cubicBezTo>
                  <a:lnTo>
                    <a:pt x="6627" y="12949"/>
                  </a:lnTo>
                  <a:cubicBezTo>
                    <a:pt x="6718" y="12979"/>
                    <a:pt x="6749" y="13040"/>
                    <a:pt x="6688" y="13101"/>
                  </a:cubicBezTo>
                  <a:lnTo>
                    <a:pt x="6536" y="13101"/>
                  </a:lnTo>
                  <a:lnTo>
                    <a:pt x="6384" y="13010"/>
                  </a:lnTo>
                  <a:cubicBezTo>
                    <a:pt x="6354" y="13070"/>
                    <a:pt x="6323" y="13162"/>
                    <a:pt x="6293" y="13222"/>
                  </a:cubicBezTo>
                  <a:cubicBezTo>
                    <a:pt x="6289" y="13226"/>
                    <a:pt x="6284" y="13227"/>
                    <a:pt x="6276" y="13227"/>
                  </a:cubicBezTo>
                  <a:cubicBezTo>
                    <a:pt x="6211" y="13227"/>
                    <a:pt x="6013" y="13128"/>
                    <a:pt x="5958" y="13101"/>
                  </a:cubicBezTo>
                  <a:cubicBezTo>
                    <a:pt x="5944" y="13091"/>
                    <a:pt x="5927" y="13087"/>
                    <a:pt x="5911" y="13087"/>
                  </a:cubicBezTo>
                  <a:cubicBezTo>
                    <a:pt x="5824" y="13087"/>
                    <a:pt x="5725" y="13202"/>
                    <a:pt x="5776" y="13253"/>
                  </a:cubicBezTo>
                  <a:cubicBezTo>
                    <a:pt x="5837" y="13283"/>
                    <a:pt x="6202" y="13405"/>
                    <a:pt x="6293" y="13496"/>
                  </a:cubicBezTo>
                  <a:cubicBezTo>
                    <a:pt x="6304" y="13503"/>
                    <a:pt x="6315" y="13507"/>
                    <a:pt x="6325" y="13507"/>
                  </a:cubicBezTo>
                  <a:cubicBezTo>
                    <a:pt x="6399" y="13507"/>
                    <a:pt x="6449" y="13340"/>
                    <a:pt x="6475" y="13314"/>
                  </a:cubicBezTo>
                  <a:cubicBezTo>
                    <a:pt x="6486" y="13292"/>
                    <a:pt x="6504" y="13282"/>
                    <a:pt x="6526" y="13282"/>
                  </a:cubicBezTo>
                  <a:cubicBezTo>
                    <a:pt x="6566" y="13282"/>
                    <a:pt x="6618" y="13315"/>
                    <a:pt x="6658" y="13374"/>
                  </a:cubicBezTo>
                  <a:lnTo>
                    <a:pt x="6688" y="13496"/>
                  </a:lnTo>
                  <a:lnTo>
                    <a:pt x="6688" y="13526"/>
                  </a:lnTo>
                  <a:cubicBezTo>
                    <a:pt x="6709" y="13533"/>
                    <a:pt x="6740" y="13535"/>
                    <a:pt x="6777" y="13535"/>
                  </a:cubicBezTo>
                  <a:cubicBezTo>
                    <a:pt x="6843" y="13535"/>
                    <a:pt x="6925" y="13528"/>
                    <a:pt x="6992" y="13528"/>
                  </a:cubicBezTo>
                  <a:cubicBezTo>
                    <a:pt x="7054" y="13528"/>
                    <a:pt x="7102" y="13534"/>
                    <a:pt x="7113" y="13557"/>
                  </a:cubicBezTo>
                  <a:cubicBezTo>
                    <a:pt x="7144" y="13618"/>
                    <a:pt x="7022" y="13861"/>
                    <a:pt x="6962" y="13952"/>
                  </a:cubicBezTo>
                  <a:cubicBezTo>
                    <a:pt x="6901" y="14013"/>
                    <a:pt x="6840" y="14043"/>
                    <a:pt x="6779" y="14104"/>
                  </a:cubicBezTo>
                  <a:lnTo>
                    <a:pt x="6749" y="14104"/>
                  </a:lnTo>
                  <a:cubicBezTo>
                    <a:pt x="6718" y="14104"/>
                    <a:pt x="6688" y="14073"/>
                    <a:pt x="6658" y="14043"/>
                  </a:cubicBezTo>
                  <a:cubicBezTo>
                    <a:pt x="6658" y="14013"/>
                    <a:pt x="6688" y="13952"/>
                    <a:pt x="6658" y="13921"/>
                  </a:cubicBezTo>
                  <a:lnTo>
                    <a:pt x="6627" y="13861"/>
                  </a:lnTo>
                  <a:cubicBezTo>
                    <a:pt x="6621" y="13854"/>
                    <a:pt x="6606" y="13852"/>
                    <a:pt x="6587" y="13852"/>
                  </a:cubicBezTo>
                  <a:cubicBezTo>
                    <a:pt x="6533" y="13852"/>
                    <a:pt x="6443" y="13869"/>
                    <a:pt x="6379" y="13869"/>
                  </a:cubicBezTo>
                  <a:cubicBezTo>
                    <a:pt x="6356" y="13869"/>
                    <a:pt x="6336" y="13867"/>
                    <a:pt x="6323" y="13861"/>
                  </a:cubicBezTo>
                  <a:cubicBezTo>
                    <a:pt x="6309" y="13846"/>
                    <a:pt x="6290" y="13840"/>
                    <a:pt x="6271" y="13840"/>
                  </a:cubicBezTo>
                  <a:cubicBezTo>
                    <a:pt x="6211" y="13840"/>
                    <a:pt x="6141" y="13898"/>
                    <a:pt x="6141" y="13921"/>
                  </a:cubicBezTo>
                  <a:cubicBezTo>
                    <a:pt x="6171" y="13982"/>
                    <a:pt x="6171" y="14043"/>
                    <a:pt x="6141" y="14073"/>
                  </a:cubicBezTo>
                  <a:lnTo>
                    <a:pt x="6110" y="14104"/>
                  </a:lnTo>
                  <a:cubicBezTo>
                    <a:pt x="6019" y="14165"/>
                    <a:pt x="6019" y="14256"/>
                    <a:pt x="6110" y="14256"/>
                  </a:cubicBezTo>
                  <a:cubicBezTo>
                    <a:pt x="6323" y="14286"/>
                    <a:pt x="6171" y="14377"/>
                    <a:pt x="6171" y="14408"/>
                  </a:cubicBezTo>
                  <a:cubicBezTo>
                    <a:pt x="6141" y="14408"/>
                    <a:pt x="6202" y="14499"/>
                    <a:pt x="6232" y="14499"/>
                  </a:cubicBezTo>
                  <a:cubicBezTo>
                    <a:pt x="6270" y="14494"/>
                    <a:pt x="6306" y="14491"/>
                    <a:pt x="6342" y="14491"/>
                  </a:cubicBezTo>
                  <a:cubicBezTo>
                    <a:pt x="6509" y="14491"/>
                    <a:pt x="6659" y="14546"/>
                    <a:pt x="6810" y="14621"/>
                  </a:cubicBezTo>
                  <a:lnTo>
                    <a:pt x="6901" y="14651"/>
                  </a:lnTo>
                  <a:cubicBezTo>
                    <a:pt x="7053" y="14621"/>
                    <a:pt x="7205" y="14621"/>
                    <a:pt x="7357" y="14621"/>
                  </a:cubicBezTo>
                  <a:cubicBezTo>
                    <a:pt x="7448" y="14651"/>
                    <a:pt x="7509" y="14712"/>
                    <a:pt x="7569" y="14803"/>
                  </a:cubicBezTo>
                  <a:lnTo>
                    <a:pt x="7600" y="14803"/>
                  </a:lnTo>
                  <a:cubicBezTo>
                    <a:pt x="7612" y="14809"/>
                    <a:pt x="7624" y="14811"/>
                    <a:pt x="7636" y="14811"/>
                  </a:cubicBezTo>
                  <a:cubicBezTo>
                    <a:pt x="7685" y="14811"/>
                    <a:pt x="7734" y="14773"/>
                    <a:pt x="7782" y="14773"/>
                  </a:cubicBezTo>
                  <a:cubicBezTo>
                    <a:pt x="7843" y="14773"/>
                    <a:pt x="7873" y="14803"/>
                    <a:pt x="7904" y="14833"/>
                  </a:cubicBezTo>
                  <a:cubicBezTo>
                    <a:pt x="7934" y="14894"/>
                    <a:pt x="7965" y="14985"/>
                    <a:pt x="8025" y="14985"/>
                  </a:cubicBezTo>
                  <a:cubicBezTo>
                    <a:pt x="8299" y="15077"/>
                    <a:pt x="8572" y="15137"/>
                    <a:pt x="8846" y="15168"/>
                  </a:cubicBezTo>
                  <a:lnTo>
                    <a:pt x="8998" y="15198"/>
                  </a:lnTo>
                  <a:cubicBezTo>
                    <a:pt x="9089" y="15183"/>
                    <a:pt x="9180" y="15175"/>
                    <a:pt x="9275" y="15175"/>
                  </a:cubicBezTo>
                  <a:cubicBezTo>
                    <a:pt x="9370" y="15175"/>
                    <a:pt x="9469" y="15183"/>
                    <a:pt x="9576" y="15198"/>
                  </a:cubicBezTo>
                  <a:cubicBezTo>
                    <a:pt x="9636" y="15228"/>
                    <a:pt x="9697" y="15259"/>
                    <a:pt x="9788" y="15259"/>
                  </a:cubicBezTo>
                  <a:cubicBezTo>
                    <a:pt x="9857" y="15190"/>
                    <a:pt x="9939" y="15171"/>
                    <a:pt x="10022" y="15171"/>
                  </a:cubicBezTo>
                  <a:cubicBezTo>
                    <a:pt x="10121" y="15171"/>
                    <a:pt x="10222" y="15198"/>
                    <a:pt x="10305" y="15198"/>
                  </a:cubicBezTo>
                  <a:cubicBezTo>
                    <a:pt x="10361" y="15187"/>
                    <a:pt x="10416" y="15180"/>
                    <a:pt x="10470" y="15180"/>
                  </a:cubicBezTo>
                  <a:cubicBezTo>
                    <a:pt x="10564" y="15180"/>
                    <a:pt x="10653" y="15201"/>
                    <a:pt x="10731" y="15259"/>
                  </a:cubicBezTo>
                  <a:cubicBezTo>
                    <a:pt x="10739" y="15263"/>
                    <a:pt x="10749" y="15265"/>
                    <a:pt x="10760" y="15265"/>
                  </a:cubicBezTo>
                  <a:cubicBezTo>
                    <a:pt x="10825" y="15265"/>
                    <a:pt x="10926" y="15198"/>
                    <a:pt x="11004" y="15198"/>
                  </a:cubicBezTo>
                  <a:cubicBezTo>
                    <a:pt x="11069" y="15198"/>
                    <a:pt x="11119" y="15276"/>
                    <a:pt x="11175" y="15276"/>
                  </a:cubicBezTo>
                  <a:cubicBezTo>
                    <a:pt x="11198" y="15276"/>
                    <a:pt x="11221" y="15263"/>
                    <a:pt x="11247" y="15228"/>
                  </a:cubicBezTo>
                  <a:lnTo>
                    <a:pt x="11338" y="15137"/>
                  </a:lnTo>
                  <a:cubicBezTo>
                    <a:pt x="11460" y="15198"/>
                    <a:pt x="11582" y="15259"/>
                    <a:pt x="11703" y="15320"/>
                  </a:cubicBezTo>
                  <a:lnTo>
                    <a:pt x="11825" y="15259"/>
                  </a:lnTo>
                  <a:lnTo>
                    <a:pt x="11916" y="15198"/>
                  </a:lnTo>
                  <a:cubicBezTo>
                    <a:pt x="12098" y="15198"/>
                    <a:pt x="12281" y="15168"/>
                    <a:pt x="12463" y="15107"/>
                  </a:cubicBezTo>
                  <a:lnTo>
                    <a:pt x="12554" y="15198"/>
                  </a:lnTo>
                  <a:lnTo>
                    <a:pt x="12676" y="15289"/>
                  </a:lnTo>
                  <a:cubicBezTo>
                    <a:pt x="12716" y="15269"/>
                    <a:pt x="12770" y="15262"/>
                    <a:pt x="12828" y="15262"/>
                  </a:cubicBezTo>
                  <a:cubicBezTo>
                    <a:pt x="12943" y="15262"/>
                    <a:pt x="13071" y="15289"/>
                    <a:pt x="13132" y="15289"/>
                  </a:cubicBezTo>
                  <a:cubicBezTo>
                    <a:pt x="13284" y="15228"/>
                    <a:pt x="13466" y="15198"/>
                    <a:pt x="13618" y="15198"/>
                  </a:cubicBezTo>
                  <a:lnTo>
                    <a:pt x="14013" y="15198"/>
                  </a:lnTo>
                  <a:cubicBezTo>
                    <a:pt x="14030" y="15204"/>
                    <a:pt x="14047" y="15206"/>
                    <a:pt x="14063" y="15206"/>
                  </a:cubicBezTo>
                  <a:cubicBezTo>
                    <a:pt x="14137" y="15206"/>
                    <a:pt x="14207" y="15157"/>
                    <a:pt x="14256" y="15107"/>
                  </a:cubicBezTo>
                  <a:lnTo>
                    <a:pt x="14378" y="15228"/>
                  </a:lnTo>
                  <a:lnTo>
                    <a:pt x="14408" y="15228"/>
                  </a:lnTo>
                  <a:cubicBezTo>
                    <a:pt x="14484" y="15191"/>
                    <a:pt x="14570" y="15165"/>
                    <a:pt x="14640" y="15165"/>
                  </a:cubicBezTo>
                  <a:cubicBezTo>
                    <a:pt x="14683" y="15165"/>
                    <a:pt x="14720" y="15175"/>
                    <a:pt x="14743" y="15198"/>
                  </a:cubicBezTo>
                  <a:lnTo>
                    <a:pt x="14773" y="15259"/>
                  </a:lnTo>
                  <a:cubicBezTo>
                    <a:pt x="14773" y="15274"/>
                    <a:pt x="14781" y="15282"/>
                    <a:pt x="14792" y="15282"/>
                  </a:cubicBezTo>
                  <a:cubicBezTo>
                    <a:pt x="14804" y="15282"/>
                    <a:pt x="14819" y="15274"/>
                    <a:pt x="14834" y="15259"/>
                  </a:cubicBezTo>
                  <a:lnTo>
                    <a:pt x="14864" y="15259"/>
                  </a:lnTo>
                  <a:lnTo>
                    <a:pt x="14864" y="15228"/>
                  </a:lnTo>
                  <a:cubicBezTo>
                    <a:pt x="14956" y="15213"/>
                    <a:pt x="15039" y="15206"/>
                    <a:pt x="15123" y="15206"/>
                  </a:cubicBezTo>
                  <a:cubicBezTo>
                    <a:pt x="15206" y="15206"/>
                    <a:pt x="15290" y="15213"/>
                    <a:pt x="15381" y="15228"/>
                  </a:cubicBezTo>
                  <a:cubicBezTo>
                    <a:pt x="15503" y="15198"/>
                    <a:pt x="15624" y="15107"/>
                    <a:pt x="15685" y="14985"/>
                  </a:cubicBezTo>
                  <a:cubicBezTo>
                    <a:pt x="15707" y="14964"/>
                    <a:pt x="15743" y="14942"/>
                    <a:pt x="15784" y="14942"/>
                  </a:cubicBezTo>
                  <a:cubicBezTo>
                    <a:pt x="15801" y="14942"/>
                    <a:pt x="15819" y="14946"/>
                    <a:pt x="15837" y="14955"/>
                  </a:cubicBezTo>
                  <a:lnTo>
                    <a:pt x="15867" y="14955"/>
                  </a:lnTo>
                  <a:lnTo>
                    <a:pt x="15989" y="15046"/>
                  </a:lnTo>
                  <a:cubicBezTo>
                    <a:pt x="16080" y="15016"/>
                    <a:pt x="16202" y="15016"/>
                    <a:pt x="16293" y="15016"/>
                  </a:cubicBezTo>
                  <a:lnTo>
                    <a:pt x="16658" y="15137"/>
                  </a:lnTo>
                  <a:lnTo>
                    <a:pt x="16810" y="15046"/>
                  </a:lnTo>
                  <a:cubicBezTo>
                    <a:pt x="16830" y="15036"/>
                    <a:pt x="16850" y="15033"/>
                    <a:pt x="16871" y="15033"/>
                  </a:cubicBezTo>
                  <a:cubicBezTo>
                    <a:pt x="16911" y="15033"/>
                    <a:pt x="16952" y="15046"/>
                    <a:pt x="16992" y="15046"/>
                  </a:cubicBezTo>
                  <a:lnTo>
                    <a:pt x="17053" y="15046"/>
                  </a:lnTo>
                  <a:cubicBezTo>
                    <a:pt x="17056" y="15049"/>
                    <a:pt x="17063" y="15051"/>
                    <a:pt x="17074" y="15051"/>
                  </a:cubicBezTo>
                  <a:cubicBezTo>
                    <a:pt x="17155" y="15051"/>
                    <a:pt x="17435" y="14955"/>
                    <a:pt x="17570" y="14955"/>
                  </a:cubicBezTo>
                  <a:cubicBezTo>
                    <a:pt x="17592" y="14963"/>
                    <a:pt x="17617" y="14966"/>
                    <a:pt x="17643" y="14966"/>
                  </a:cubicBezTo>
                  <a:cubicBezTo>
                    <a:pt x="17720" y="14966"/>
                    <a:pt x="17805" y="14932"/>
                    <a:pt x="17874" y="14864"/>
                  </a:cubicBezTo>
                  <a:lnTo>
                    <a:pt x="17934" y="14955"/>
                  </a:lnTo>
                  <a:cubicBezTo>
                    <a:pt x="17934" y="14985"/>
                    <a:pt x="17874" y="15077"/>
                    <a:pt x="17843" y="15077"/>
                  </a:cubicBezTo>
                  <a:cubicBezTo>
                    <a:pt x="17722" y="15107"/>
                    <a:pt x="17691" y="15168"/>
                    <a:pt x="17752" y="15228"/>
                  </a:cubicBezTo>
                  <a:cubicBezTo>
                    <a:pt x="17764" y="15252"/>
                    <a:pt x="17806" y="15262"/>
                    <a:pt x="17855" y="15262"/>
                  </a:cubicBezTo>
                  <a:cubicBezTo>
                    <a:pt x="17933" y="15262"/>
                    <a:pt x="18026" y="15236"/>
                    <a:pt x="18026" y="15198"/>
                  </a:cubicBezTo>
                  <a:lnTo>
                    <a:pt x="18026" y="14955"/>
                  </a:lnTo>
                  <a:cubicBezTo>
                    <a:pt x="18050" y="14951"/>
                    <a:pt x="18073" y="14949"/>
                    <a:pt x="18097" y="14949"/>
                  </a:cubicBezTo>
                  <a:cubicBezTo>
                    <a:pt x="18255" y="14949"/>
                    <a:pt x="18410" y="15032"/>
                    <a:pt x="18542" y="15137"/>
                  </a:cubicBezTo>
                  <a:cubicBezTo>
                    <a:pt x="18573" y="15198"/>
                    <a:pt x="18664" y="15228"/>
                    <a:pt x="18694" y="15228"/>
                  </a:cubicBezTo>
                  <a:cubicBezTo>
                    <a:pt x="18725" y="15198"/>
                    <a:pt x="18725" y="15168"/>
                    <a:pt x="18694" y="15107"/>
                  </a:cubicBezTo>
                  <a:cubicBezTo>
                    <a:pt x="18755" y="15046"/>
                    <a:pt x="18846" y="15046"/>
                    <a:pt x="18907" y="15016"/>
                  </a:cubicBezTo>
                  <a:lnTo>
                    <a:pt x="18937" y="14985"/>
                  </a:lnTo>
                  <a:cubicBezTo>
                    <a:pt x="18919" y="14931"/>
                    <a:pt x="18978" y="14920"/>
                    <a:pt x="19040" y="14920"/>
                  </a:cubicBezTo>
                  <a:cubicBezTo>
                    <a:pt x="19082" y="14920"/>
                    <a:pt x="19126" y="14925"/>
                    <a:pt x="19150" y="14925"/>
                  </a:cubicBezTo>
                  <a:cubicBezTo>
                    <a:pt x="19211" y="14955"/>
                    <a:pt x="19424" y="15107"/>
                    <a:pt x="19545" y="15137"/>
                  </a:cubicBezTo>
                  <a:cubicBezTo>
                    <a:pt x="19574" y="15144"/>
                    <a:pt x="19603" y="15148"/>
                    <a:pt x="19631" y="15148"/>
                  </a:cubicBezTo>
                  <a:cubicBezTo>
                    <a:pt x="19721" y="15148"/>
                    <a:pt x="19803" y="15109"/>
                    <a:pt x="19849" y="15016"/>
                  </a:cubicBezTo>
                  <a:lnTo>
                    <a:pt x="19910" y="14955"/>
                  </a:lnTo>
                  <a:lnTo>
                    <a:pt x="19940" y="14925"/>
                  </a:lnTo>
                  <a:lnTo>
                    <a:pt x="20244" y="14742"/>
                  </a:lnTo>
                  <a:lnTo>
                    <a:pt x="20336" y="14833"/>
                  </a:lnTo>
                  <a:lnTo>
                    <a:pt x="20396" y="14925"/>
                  </a:lnTo>
                  <a:cubicBezTo>
                    <a:pt x="20518" y="14985"/>
                    <a:pt x="20609" y="15046"/>
                    <a:pt x="20731" y="15107"/>
                  </a:cubicBezTo>
                  <a:lnTo>
                    <a:pt x="20792" y="15046"/>
                  </a:lnTo>
                  <a:lnTo>
                    <a:pt x="20883" y="15016"/>
                  </a:lnTo>
                  <a:cubicBezTo>
                    <a:pt x="20903" y="14996"/>
                    <a:pt x="20928" y="14987"/>
                    <a:pt x="20954" y="14987"/>
                  </a:cubicBezTo>
                  <a:cubicBezTo>
                    <a:pt x="21049" y="14987"/>
                    <a:pt x="21170" y="15090"/>
                    <a:pt x="21217" y="15137"/>
                  </a:cubicBezTo>
                  <a:cubicBezTo>
                    <a:pt x="21232" y="15168"/>
                    <a:pt x="21270" y="15183"/>
                    <a:pt x="21308" y="15183"/>
                  </a:cubicBezTo>
                  <a:cubicBezTo>
                    <a:pt x="21346" y="15183"/>
                    <a:pt x="21384" y="15168"/>
                    <a:pt x="21399" y="15137"/>
                  </a:cubicBezTo>
                  <a:cubicBezTo>
                    <a:pt x="21420" y="15127"/>
                    <a:pt x="21443" y="15124"/>
                    <a:pt x="21467" y="15124"/>
                  </a:cubicBezTo>
                  <a:cubicBezTo>
                    <a:pt x="21514" y="15124"/>
                    <a:pt x="21562" y="15137"/>
                    <a:pt x="21582" y="15137"/>
                  </a:cubicBezTo>
                  <a:cubicBezTo>
                    <a:pt x="21643" y="15107"/>
                    <a:pt x="21703" y="15107"/>
                    <a:pt x="21734" y="15077"/>
                  </a:cubicBezTo>
                  <a:lnTo>
                    <a:pt x="21886" y="15077"/>
                  </a:lnTo>
                  <a:cubicBezTo>
                    <a:pt x="21947" y="15077"/>
                    <a:pt x="22007" y="15046"/>
                    <a:pt x="22038" y="14985"/>
                  </a:cubicBezTo>
                  <a:cubicBezTo>
                    <a:pt x="21977" y="14894"/>
                    <a:pt x="21947" y="14833"/>
                    <a:pt x="21886" y="14742"/>
                  </a:cubicBezTo>
                  <a:lnTo>
                    <a:pt x="21582" y="14742"/>
                  </a:lnTo>
                  <a:cubicBezTo>
                    <a:pt x="21673" y="14681"/>
                    <a:pt x="21764" y="14621"/>
                    <a:pt x="21825" y="14560"/>
                  </a:cubicBezTo>
                  <a:cubicBezTo>
                    <a:pt x="21828" y="14556"/>
                    <a:pt x="21833" y="14555"/>
                    <a:pt x="21838" y="14555"/>
                  </a:cubicBezTo>
                  <a:cubicBezTo>
                    <a:pt x="21881" y="14555"/>
                    <a:pt x="21980" y="14654"/>
                    <a:pt x="22007" y="14681"/>
                  </a:cubicBezTo>
                  <a:cubicBezTo>
                    <a:pt x="22068" y="14742"/>
                    <a:pt x="22129" y="14833"/>
                    <a:pt x="22159" y="14894"/>
                  </a:cubicBezTo>
                  <a:cubicBezTo>
                    <a:pt x="22159" y="14955"/>
                    <a:pt x="22190" y="14985"/>
                    <a:pt x="22251" y="15016"/>
                  </a:cubicBezTo>
                  <a:cubicBezTo>
                    <a:pt x="22281" y="15016"/>
                    <a:pt x="22342" y="14955"/>
                    <a:pt x="22403" y="14864"/>
                  </a:cubicBezTo>
                  <a:lnTo>
                    <a:pt x="22494" y="14773"/>
                  </a:lnTo>
                  <a:lnTo>
                    <a:pt x="22646" y="14773"/>
                  </a:lnTo>
                  <a:cubicBezTo>
                    <a:pt x="22646" y="14833"/>
                    <a:pt x="22646" y="14894"/>
                    <a:pt x="22615" y="14955"/>
                  </a:cubicBezTo>
                  <a:cubicBezTo>
                    <a:pt x="22494" y="15016"/>
                    <a:pt x="22372" y="15077"/>
                    <a:pt x="22251" y="15107"/>
                  </a:cubicBezTo>
                  <a:cubicBezTo>
                    <a:pt x="22159" y="15168"/>
                    <a:pt x="21825" y="15259"/>
                    <a:pt x="21855" y="15320"/>
                  </a:cubicBezTo>
                  <a:cubicBezTo>
                    <a:pt x="21883" y="15361"/>
                    <a:pt x="21947" y="15377"/>
                    <a:pt x="22013" y="15377"/>
                  </a:cubicBezTo>
                  <a:cubicBezTo>
                    <a:pt x="22092" y="15377"/>
                    <a:pt x="22173" y="15353"/>
                    <a:pt x="22190" y="15320"/>
                  </a:cubicBezTo>
                  <a:cubicBezTo>
                    <a:pt x="22220" y="15289"/>
                    <a:pt x="22372" y="15168"/>
                    <a:pt x="22433" y="15168"/>
                  </a:cubicBezTo>
                  <a:cubicBezTo>
                    <a:pt x="22436" y="15169"/>
                    <a:pt x="22441" y="15170"/>
                    <a:pt x="22446" y="15170"/>
                  </a:cubicBezTo>
                  <a:cubicBezTo>
                    <a:pt x="22532" y="15170"/>
                    <a:pt x="22833" y="14948"/>
                    <a:pt x="22919" y="14833"/>
                  </a:cubicBezTo>
                  <a:cubicBezTo>
                    <a:pt x="22937" y="14810"/>
                    <a:pt x="22950" y="14800"/>
                    <a:pt x="22959" y="14800"/>
                  </a:cubicBezTo>
                  <a:cubicBezTo>
                    <a:pt x="22998" y="14800"/>
                    <a:pt x="22968" y="14978"/>
                    <a:pt x="22919" y="15077"/>
                  </a:cubicBezTo>
                  <a:cubicBezTo>
                    <a:pt x="22889" y="15168"/>
                    <a:pt x="22889" y="15259"/>
                    <a:pt x="22919" y="15350"/>
                  </a:cubicBezTo>
                  <a:cubicBezTo>
                    <a:pt x="22934" y="15350"/>
                    <a:pt x="23003" y="15358"/>
                    <a:pt x="23067" y="15358"/>
                  </a:cubicBezTo>
                  <a:cubicBezTo>
                    <a:pt x="23132" y="15358"/>
                    <a:pt x="23193" y="15350"/>
                    <a:pt x="23193" y="15320"/>
                  </a:cubicBezTo>
                  <a:cubicBezTo>
                    <a:pt x="23223" y="15259"/>
                    <a:pt x="23284" y="15077"/>
                    <a:pt x="23345" y="15046"/>
                  </a:cubicBezTo>
                  <a:cubicBezTo>
                    <a:pt x="23406" y="15046"/>
                    <a:pt x="23466" y="15168"/>
                    <a:pt x="23466" y="15228"/>
                  </a:cubicBezTo>
                  <a:cubicBezTo>
                    <a:pt x="23466" y="15259"/>
                    <a:pt x="23558" y="15350"/>
                    <a:pt x="23710" y="15411"/>
                  </a:cubicBezTo>
                  <a:lnTo>
                    <a:pt x="23801" y="15411"/>
                  </a:lnTo>
                  <a:cubicBezTo>
                    <a:pt x="23831" y="15411"/>
                    <a:pt x="23862" y="15411"/>
                    <a:pt x="23862" y="15380"/>
                  </a:cubicBezTo>
                  <a:cubicBezTo>
                    <a:pt x="23801" y="15289"/>
                    <a:pt x="23740" y="15259"/>
                    <a:pt x="23649" y="15198"/>
                  </a:cubicBezTo>
                  <a:cubicBezTo>
                    <a:pt x="23588" y="15168"/>
                    <a:pt x="23710" y="15168"/>
                    <a:pt x="23740" y="15168"/>
                  </a:cubicBezTo>
                  <a:cubicBezTo>
                    <a:pt x="23862" y="15168"/>
                    <a:pt x="23953" y="15198"/>
                    <a:pt x="24044" y="15198"/>
                  </a:cubicBezTo>
                  <a:cubicBezTo>
                    <a:pt x="24105" y="15198"/>
                    <a:pt x="24196" y="15350"/>
                    <a:pt x="24196" y="15411"/>
                  </a:cubicBezTo>
                  <a:cubicBezTo>
                    <a:pt x="24199" y="15416"/>
                    <a:pt x="24202" y="15419"/>
                    <a:pt x="24206" y="15419"/>
                  </a:cubicBezTo>
                  <a:cubicBezTo>
                    <a:pt x="24248" y="15419"/>
                    <a:pt x="24356" y="15160"/>
                    <a:pt x="24439" y="15077"/>
                  </a:cubicBezTo>
                  <a:cubicBezTo>
                    <a:pt x="24530" y="15016"/>
                    <a:pt x="24591" y="14955"/>
                    <a:pt x="24652" y="14894"/>
                  </a:cubicBezTo>
                  <a:cubicBezTo>
                    <a:pt x="24682" y="14864"/>
                    <a:pt x="24804" y="14773"/>
                    <a:pt x="24865" y="14773"/>
                  </a:cubicBezTo>
                  <a:cubicBezTo>
                    <a:pt x="24925" y="14773"/>
                    <a:pt x="24956" y="14833"/>
                    <a:pt x="24986" y="14894"/>
                  </a:cubicBezTo>
                  <a:cubicBezTo>
                    <a:pt x="24986" y="14898"/>
                    <a:pt x="24987" y="14900"/>
                    <a:pt x="24989" y="14900"/>
                  </a:cubicBezTo>
                  <a:cubicBezTo>
                    <a:pt x="25002" y="14900"/>
                    <a:pt x="25055" y="14814"/>
                    <a:pt x="25108" y="14681"/>
                  </a:cubicBezTo>
                  <a:lnTo>
                    <a:pt x="25351" y="14833"/>
                  </a:lnTo>
                  <a:lnTo>
                    <a:pt x="25442" y="14894"/>
                  </a:lnTo>
                  <a:cubicBezTo>
                    <a:pt x="25459" y="14891"/>
                    <a:pt x="25474" y="14890"/>
                    <a:pt x="25487" y="14890"/>
                  </a:cubicBezTo>
                  <a:cubicBezTo>
                    <a:pt x="25624" y="14890"/>
                    <a:pt x="25622" y="15016"/>
                    <a:pt x="25594" y="15016"/>
                  </a:cubicBezTo>
                  <a:lnTo>
                    <a:pt x="25199" y="14925"/>
                  </a:lnTo>
                  <a:lnTo>
                    <a:pt x="25138" y="15107"/>
                  </a:lnTo>
                  <a:cubicBezTo>
                    <a:pt x="25047" y="15107"/>
                    <a:pt x="25229" y="15168"/>
                    <a:pt x="25503" y="15228"/>
                  </a:cubicBezTo>
                  <a:lnTo>
                    <a:pt x="25685" y="15137"/>
                  </a:lnTo>
                  <a:lnTo>
                    <a:pt x="25959" y="15016"/>
                  </a:lnTo>
                  <a:cubicBezTo>
                    <a:pt x="26111" y="15077"/>
                    <a:pt x="26232" y="15228"/>
                    <a:pt x="26263" y="15380"/>
                  </a:cubicBezTo>
                  <a:cubicBezTo>
                    <a:pt x="26248" y="15396"/>
                    <a:pt x="26278" y="15403"/>
                    <a:pt x="26331" y="15403"/>
                  </a:cubicBezTo>
                  <a:cubicBezTo>
                    <a:pt x="26384" y="15403"/>
                    <a:pt x="26460" y="15396"/>
                    <a:pt x="26536" y="15380"/>
                  </a:cubicBezTo>
                  <a:lnTo>
                    <a:pt x="26749" y="15472"/>
                  </a:lnTo>
                  <a:lnTo>
                    <a:pt x="26840" y="15532"/>
                  </a:lnTo>
                  <a:cubicBezTo>
                    <a:pt x="27083" y="15502"/>
                    <a:pt x="27205" y="15380"/>
                    <a:pt x="27205" y="15380"/>
                  </a:cubicBezTo>
                  <a:cubicBezTo>
                    <a:pt x="27175" y="15350"/>
                    <a:pt x="27205" y="15320"/>
                    <a:pt x="27235" y="15320"/>
                  </a:cubicBezTo>
                  <a:lnTo>
                    <a:pt x="27296" y="15320"/>
                  </a:lnTo>
                  <a:cubicBezTo>
                    <a:pt x="27324" y="15320"/>
                    <a:pt x="27628" y="15445"/>
                    <a:pt x="27729" y="15445"/>
                  </a:cubicBezTo>
                  <a:cubicBezTo>
                    <a:pt x="27739" y="15445"/>
                    <a:pt x="27747" y="15444"/>
                    <a:pt x="27752" y="15441"/>
                  </a:cubicBezTo>
                  <a:cubicBezTo>
                    <a:pt x="27843" y="15380"/>
                    <a:pt x="27935" y="15350"/>
                    <a:pt x="27995" y="15289"/>
                  </a:cubicBezTo>
                  <a:lnTo>
                    <a:pt x="28087" y="15380"/>
                  </a:lnTo>
                  <a:lnTo>
                    <a:pt x="28269" y="15532"/>
                  </a:lnTo>
                  <a:cubicBezTo>
                    <a:pt x="28482" y="15411"/>
                    <a:pt x="28542" y="15228"/>
                    <a:pt x="28482" y="15228"/>
                  </a:cubicBezTo>
                  <a:cubicBezTo>
                    <a:pt x="28474" y="15220"/>
                    <a:pt x="28481" y="15217"/>
                    <a:pt x="28496" y="15217"/>
                  </a:cubicBezTo>
                  <a:cubicBezTo>
                    <a:pt x="28538" y="15217"/>
                    <a:pt x="28642" y="15245"/>
                    <a:pt x="28664" y="15289"/>
                  </a:cubicBezTo>
                  <a:cubicBezTo>
                    <a:pt x="28694" y="15350"/>
                    <a:pt x="28725" y="15411"/>
                    <a:pt x="28755" y="15472"/>
                  </a:cubicBezTo>
                  <a:lnTo>
                    <a:pt x="28786" y="15472"/>
                  </a:lnTo>
                  <a:cubicBezTo>
                    <a:pt x="28846" y="15472"/>
                    <a:pt x="28877" y="15441"/>
                    <a:pt x="28907" y="15411"/>
                  </a:cubicBezTo>
                  <a:lnTo>
                    <a:pt x="28968" y="15350"/>
                  </a:lnTo>
                  <a:cubicBezTo>
                    <a:pt x="28998" y="15320"/>
                    <a:pt x="29044" y="15304"/>
                    <a:pt x="29090" y="15304"/>
                  </a:cubicBezTo>
                  <a:cubicBezTo>
                    <a:pt x="29135" y="15304"/>
                    <a:pt x="29181" y="15320"/>
                    <a:pt x="29211" y="15350"/>
                  </a:cubicBezTo>
                  <a:cubicBezTo>
                    <a:pt x="29226" y="15380"/>
                    <a:pt x="29242" y="15396"/>
                    <a:pt x="29257" y="15396"/>
                  </a:cubicBezTo>
                  <a:cubicBezTo>
                    <a:pt x="29272" y="15396"/>
                    <a:pt x="29287" y="15380"/>
                    <a:pt x="29302" y="15350"/>
                  </a:cubicBezTo>
                  <a:lnTo>
                    <a:pt x="29302" y="15320"/>
                  </a:lnTo>
                  <a:cubicBezTo>
                    <a:pt x="29333" y="15289"/>
                    <a:pt x="29272" y="15168"/>
                    <a:pt x="29394" y="15168"/>
                  </a:cubicBezTo>
                  <a:cubicBezTo>
                    <a:pt x="29515" y="15168"/>
                    <a:pt x="29515" y="15228"/>
                    <a:pt x="29515" y="15320"/>
                  </a:cubicBezTo>
                  <a:lnTo>
                    <a:pt x="29515" y="15380"/>
                  </a:lnTo>
                  <a:cubicBezTo>
                    <a:pt x="29515" y="15441"/>
                    <a:pt x="29606" y="15502"/>
                    <a:pt x="29697" y="15502"/>
                  </a:cubicBezTo>
                  <a:lnTo>
                    <a:pt x="29758" y="15502"/>
                  </a:lnTo>
                  <a:cubicBezTo>
                    <a:pt x="29880" y="15502"/>
                    <a:pt x="30001" y="15441"/>
                    <a:pt x="30123" y="15411"/>
                  </a:cubicBezTo>
                  <a:lnTo>
                    <a:pt x="30336" y="15259"/>
                  </a:lnTo>
                  <a:cubicBezTo>
                    <a:pt x="30336" y="15350"/>
                    <a:pt x="30366" y="15441"/>
                    <a:pt x="30397" y="15502"/>
                  </a:cubicBezTo>
                  <a:cubicBezTo>
                    <a:pt x="30397" y="15502"/>
                    <a:pt x="30609" y="15502"/>
                    <a:pt x="30609" y="15472"/>
                  </a:cubicBezTo>
                  <a:cubicBezTo>
                    <a:pt x="30609" y="15441"/>
                    <a:pt x="30647" y="15426"/>
                    <a:pt x="30689" y="15426"/>
                  </a:cubicBezTo>
                  <a:cubicBezTo>
                    <a:pt x="30731" y="15426"/>
                    <a:pt x="30777" y="15441"/>
                    <a:pt x="30792" y="15472"/>
                  </a:cubicBezTo>
                  <a:cubicBezTo>
                    <a:pt x="31005" y="15532"/>
                    <a:pt x="31187" y="15563"/>
                    <a:pt x="31400" y="15593"/>
                  </a:cubicBezTo>
                  <a:cubicBezTo>
                    <a:pt x="31521" y="15593"/>
                    <a:pt x="31643" y="15593"/>
                    <a:pt x="31734" y="15563"/>
                  </a:cubicBezTo>
                  <a:lnTo>
                    <a:pt x="31764" y="15502"/>
                  </a:lnTo>
                  <a:lnTo>
                    <a:pt x="31795" y="15502"/>
                  </a:lnTo>
                  <a:cubicBezTo>
                    <a:pt x="31798" y="15499"/>
                    <a:pt x="31803" y="15498"/>
                    <a:pt x="31810" y="15498"/>
                  </a:cubicBezTo>
                  <a:cubicBezTo>
                    <a:pt x="31879" y="15498"/>
                    <a:pt x="32140" y="15624"/>
                    <a:pt x="32251" y="15624"/>
                  </a:cubicBezTo>
                  <a:cubicBezTo>
                    <a:pt x="32261" y="15626"/>
                    <a:pt x="32271" y="15627"/>
                    <a:pt x="32280" y="15627"/>
                  </a:cubicBezTo>
                  <a:cubicBezTo>
                    <a:pt x="32418" y="15627"/>
                    <a:pt x="32524" y="15437"/>
                    <a:pt x="32524" y="15380"/>
                  </a:cubicBezTo>
                  <a:cubicBezTo>
                    <a:pt x="32524" y="15375"/>
                    <a:pt x="32527" y="15373"/>
                    <a:pt x="32532" y="15373"/>
                  </a:cubicBezTo>
                  <a:cubicBezTo>
                    <a:pt x="32557" y="15373"/>
                    <a:pt x="32642" y="15432"/>
                    <a:pt x="32767" y="15532"/>
                  </a:cubicBezTo>
                  <a:lnTo>
                    <a:pt x="33011" y="15532"/>
                  </a:lnTo>
                  <a:cubicBezTo>
                    <a:pt x="33071" y="15563"/>
                    <a:pt x="33163" y="15563"/>
                    <a:pt x="33223" y="15593"/>
                  </a:cubicBezTo>
                  <a:lnTo>
                    <a:pt x="33345" y="15624"/>
                  </a:lnTo>
                  <a:cubicBezTo>
                    <a:pt x="33497" y="15593"/>
                    <a:pt x="33527" y="15532"/>
                    <a:pt x="33497" y="15532"/>
                  </a:cubicBezTo>
                  <a:cubicBezTo>
                    <a:pt x="33467" y="15532"/>
                    <a:pt x="33527" y="15441"/>
                    <a:pt x="33649" y="15350"/>
                  </a:cubicBezTo>
                  <a:lnTo>
                    <a:pt x="33771" y="15320"/>
                  </a:lnTo>
                  <a:cubicBezTo>
                    <a:pt x="33816" y="15289"/>
                    <a:pt x="33854" y="15274"/>
                    <a:pt x="33892" y="15274"/>
                  </a:cubicBezTo>
                  <a:cubicBezTo>
                    <a:pt x="33930" y="15274"/>
                    <a:pt x="33968" y="15289"/>
                    <a:pt x="34014" y="15320"/>
                  </a:cubicBezTo>
                  <a:cubicBezTo>
                    <a:pt x="34074" y="15380"/>
                    <a:pt x="34014" y="15502"/>
                    <a:pt x="34135" y="15593"/>
                  </a:cubicBezTo>
                  <a:cubicBezTo>
                    <a:pt x="34161" y="15608"/>
                    <a:pt x="34184" y="15614"/>
                    <a:pt x="34206" y="15614"/>
                  </a:cubicBezTo>
                  <a:cubicBezTo>
                    <a:pt x="34284" y="15614"/>
                    <a:pt x="34345" y="15542"/>
                    <a:pt x="34400" y="15542"/>
                  </a:cubicBezTo>
                  <a:cubicBezTo>
                    <a:pt x="34424" y="15542"/>
                    <a:pt x="34447" y="15555"/>
                    <a:pt x="34470" y="15593"/>
                  </a:cubicBezTo>
                  <a:lnTo>
                    <a:pt x="34561" y="15684"/>
                  </a:lnTo>
                  <a:cubicBezTo>
                    <a:pt x="34682" y="15654"/>
                    <a:pt x="34804" y="15654"/>
                    <a:pt x="34926" y="15654"/>
                  </a:cubicBezTo>
                  <a:lnTo>
                    <a:pt x="34986" y="15654"/>
                  </a:lnTo>
                  <a:cubicBezTo>
                    <a:pt x="35017" y="15654"/>
                    <a:pt x="35017" y="15624"/>
                    <a:pt x="35078" y="15624"/>
                  </a:cubicBezTo>
                  <a:lnTo>
                    <a:pt x="35260" y="15624"/>
                  </a:lnTo>
                  <a:cubicBezTo>
                    <a:pt x="35301" y="15664"/>
                    <a:pt x="35335" y="15679"/>
                    <a:pt x="35365" y="15679"/>
                  </a:cubicBezTo>
                  <a:cubicBezTo>
                    <a:pt x="35441" y="15679"/>
                    <a:pt x="35495" y="15590"/>
                    <a:pt x="35570" y="15590"/>
                  </a:cubicBezTo>
                  <a:cubicBezTo>
                    <a:pt x="35578" y="15590"/>
                    <a:pt x="35586" y="15591"/>
                    <a:pt x="35594" y="15593"/>
                  </a:cubicBezTo>
                  <a:lnTo>
                    <a:pt x="35716" y="15654"/>
                  </a:lnTo>
                  <a:cubicBezTo>
                    <a:pt x="35868" y="15654"/>
                    <a:pt x="35989" y="15624"/>
                    <a:pt x="36111" y="15593"/>
                  </a:cubicBezTo>
                  <a:lnTo>
                    <a:pt x="36141" y="15593"/>
                  </a:lnTo>
                  <a:lnTo>
                    <a:pt x="36324" y="15745"/>
                  </a:lnTo>
                  <a:cubicBezTo>
                    <a:pt x="36567" y="15745"/>
                    <a:pt x="36810" y="15684"/>
                    <a:pt x="37053" y="15624"/>
                  </a:cubicBezTo>
                  <a:cubicBezTo>
                    <a:pt x="37053" y="15602"/>
                    <a:pt x="37061" y="15592"/>
                    <a:pt x="37073" y="15592"/>
                  </a:cubicBezTo>
                  <a:cubicBezTo>
                    <a:pt x="37096" y="15592"/>
                    <a:pt x="37136" y="15626"/>
                    <a:pt x="37175" y="15684"/>
                  </a:cubicBezTo>
                  <a:lnTo>
                    <a:pt x="37296" y="15684"/>
                  </a:lnTo>
                  <a:lnTo>
                    <a:pt x="37540" y="15624"/>
                  </a:lnTo>
                  <a:lnTo>
                    <a:pt x="38178" y="15624"/>
                  </a:lnTo>
                  <a:cubicBezTo>
                    <a:pt x="38208" y="15624"/>
                    <a:pt x="38421" y="15654"/>
                    <a:pt x="38664" y="15715"/>
                  </a:cubicBezTo>
                  <a:lnTo>
                    <a:pt x="39090" y="15654"/>
                  </a:lnTo>
                  <a:cubicBezTo>
                    <a:pt x="39090" y="15624"/>
                    <a:pt x="39151" y="15624"/>
                    <a:pt x="39151" y="15624"/>
                  </a:cubicBezTo>
                  <a:lnTo>
                    <a:pt x="39272" y="15745"/>
                  </a:lnTo>
                  <a:cubicBezTo>
                    <a:pt x="39515" y="15715"/>
                    <a:pt x="39728" y="15715"/>
                    <a:pt x="39941" y="15715"/>
                  </a:cubicBezTo>
                  <a:cubicBezTo>
                    <a:pt x="40070" y="15736"/>
                    <a:pt x="40184" y="15758"/>
                    <a:pt x="40293" y="15758"/>
                  </a:cubicBezTo>
                  <a:cubicBezTo>
                    <a:pt x="40338" y="15758"/>
                    <a:pt x="40383" y="15754"/>
                    <a:pt x="40427" y="15745"/>
                  </a:cubicBezTo>
                  <a:cubicBezTo>
                    <a:pt x="40518" y="15715"/>
                    <a:pt x="40610" y="15715"/>
                    <a:pt x="40670" y="15715"/>
                  </a:cubicBezTo>
                  <a:lnTo>
                    <a:pt x="40731" y="15715"/>
                  </a:lnTo>
                  <a:cubicBezTo>
                    <a:pt x="40796" y="15736"/>
                    <a:pt x="40875" y="15758"/>
                    <a:pt x="40927" y="15758"/>
                  </a:cubicBezTo>
                  <a:cubicBezTo>
                    <a:pt x="40949" y="15758"/>
                    <a:pt x="40965" y="15754"/>
                    <a:pt x="40974" y="15745"/>
                  </a:cubicBezTo>
                  <a:cubicBezTo>
                    <a:pt x="41058" y="15695"/>
                    <a:pt x="41151" y="15672"/>
                    <a:pt x="41248" y="15672"/>
                  </a:cubicBezTo>
                  <a:cubicBezTo>
                    <a:pt x="41327" y="15672"/>
                    <a:pt x="41409" y="15687"/>
                    <a:pt x="41491" y="15715"/>
                  </a:cubicBezTo>
                  <a:lnTo>
                    <a:pt x="41643" y="15745"/>
                  </a:lnTo>
                  <a:cubicBezTo>
                    <a:pt x="41765" y="15715"/>
                    <a:pt x="41886" y="15684"/>
                    <a:pt x="42008" y="15684"/>
                  </a:cubicBezTo>
                  <a:cubicBezTo>
                    <a:pt x="42069" y="15733"/>
                    <a:pt x="42120" y="15757"/>
                    <a:pt x="42161" y="15757"/>
                  </a:cubicBezTo>
                  <a:cubicBezTo>
                    <a:pt x="42223" y="15757"/>
                    <a:pt x="42263" y="15703"/>
                    <a:pt x="42281" y="15593"/>
                  </a:cubicBezTo>
                  <a:lnTo>
                    <a:pt x="42433" y="15593"/>
                  </a:lnTo>
                  <a:cubicBezTo>
                    <a:pt x="42494" y="15654"/>
                    <a:pt x="42798" y="15715"/>
                    <a:pt x="42889" y="15745"/>
                  </a:cubicBezTo>
                  <a:lnTo>
                    <a:pt x="43072" y="15806"/>
                  </a:lnTo>
                  <a:cubicBezTo>
                    <a:pt x="43315" y="15745"/>
                    <a:pt x="43588" y="15745"/>
                    <a:pt x="43831" y="15745"/>
                  </a:cubicBezTo>
                  <a:lnTo>
                    <a:pt x="44318" y="15745"/>
                  </a:lnTo>
                  <a:cubicBezTo>
                    <a:pt x="44455" y="15760"/>
                    <a:pt x="44591" y="15768"/>
                    <a:pt x="44728" y="15768"/>
                  </a:cubicBezTo>
                  <a:cubicBezTo>
                    <a:pt x="44865" y="15768"/>
                    <a:pt x="45002" y="15760"/>
                    <a:pt x="45139" y="15745"/>
                  </a:cubicBezTo>
                  <a:cubicBezTo>
                    <a:pt x="45149" y="15724"/>
                    <a:pt x="45179" y="15714"/>
                    <a:pt x="45223" y="15714"/>
                  </a:cubicBezTo>
                  <a:cubicBezTo>
                    <a:pt x="45302" y="15714"/>
                    <a:pt x="45427" y="15747"/>
                    <a:pt x="45564" y="15806"/>
                  </a:cubicBezTo>
                  <a:lnTo>
                    <a:pt x="45777" y="15745"/>
                  </a:lnTo>
                  <a:cubicBezTo>
                    <a:pt x="45830" y="15736"/>
                    <a:pt x="45884" y="15733"/>
                    <a:pt x="45936" y="15733"/>
                  </a:cubicBezTo>
                  <a:cubicBezTo>
                    <a:pt x="46063" y="15733"/>
                    <a:pt x="46186" y="15754"/>
                    <a:pt x="46294" y="15776"/>
                  </a:cubicBezTo>
                  <a:lnTo>
                    <a:pt x="46354" y="15776"/>
                  </a:lnTo>
                  <a:cubicBezTo>
                    <a:pt x="46567" y="15776"/>
                    <a:pt x="46780" y="15715"/>
                    <a:pt x="46993" y="15684"/>
                  </a:cubicBezTo>
                  <a:lnTo>
                    <a:pt x="47236" y="15776"/>
                  </a:lnTo>
                  <a:cubicBezTo>
                    <a:pt x="47266" y="15791"/>
                    <a:pt x="47304" y="15798"/>
                    <a:pt x="47346" y="15798"/>
                  </a:cubicBezTo>
                  <a:cubicBezTo>
                    <a:pt x="47388" y="15798"/>
                    <a:pt x="47433" y="15791"/>
                    <a:pt x="47479" y="15776"/>
                  </a:cubicBezTo>
                  <a:cubicBezTo>
                    <a:pt x="47540" y="15776"/>
                    <a:pt x="47601" y="15715"/>
                    <a:pt x="47692" y="15715"/>
                  </a:cubicBezTo>
                  <a:cubicBezTo>
                    <a:pt x="47753" y="15715"/>
                    <a:pt x="47813" y="15776"/>
                    <a:pt x="47905" y="15776"/>
                  </a:cubicBezTo>
                  <a:lnTo>
                    <a:pt x="47935" y="15776"/>
                  </a:lnTo>
                  <a:cubicBezTo>
                    <a:pt x="48056" y="15654"/>
                    <a:pt x="48178" y="15593"/>
                    <a:pt x="48330" y="15532"/>
                  </a:cubicBezTo>
                  <a:cubicBezTo>
                    <a:pt x="48340" y="15529"/>
                    <a:pt x="48348" y="15528"/>
                    <a:pt x="48354" y="15528"/>
                  </a:cubicBezTo>
                  <a:cubicBezTo>
                    <a:pt x="48402" y="15528"/>
                    <a:pt x="48323" y="15630"/>
                    <a:pt x="48269" y="15684"/>
                  </a:cubicBezTo>
                  <a:cubicBezTo>
                    <a:pt x="48217" y="15711"/>
                    <a:pt x="48300" y="15782"/>
                    <a:pt x="48362" y="15782"/>
                  </a:cubicBezTo>
                  <a:cubicBezTo>
                    <a:pt x="48373" y="15782"/>
                    <a:pt x="48382" y="15780"/>
                    <a:pt x="48391" y="15776"/>
                  </a:cubicBezTo>
                  <a:cubicBezTo>
                    <a:pt x="48396" y="15773"/>
                    <a:pt x="48406" y="15772"/>
                    <a:pt x="48418" y="15772"/>
                  </a:cubicBezTo>
                  <a:cubicBezTo>
                    <a:pt x="48526" y="15772"/>
                    <a:pt x="48876" y="15871"/>
                    <a:pt x="49086" y="15871"/>
                  </a:cubicBezTo>
                  <a:cubicBezTo>
                    <a:pt x="49109" y="15871"/>
                    <a:pt x="49131" y="15870"/>
                    <a:pt x="49151" y="15867"/>
                  </a:cubicBezTo>
                  <a:cubicBezTo>
                    <a:pt x="49272" y="15867"/>
                    <a:pt x="49394" y="15836"/>
                    <a:pt x="49515" y="15836"/>
                  </a:cubicBezTo>
                  <a:lnTo>
                    <a:pt x="49546" y="15836"/>
                  </a:lnTo>
                  <a:cubicBezTo>
                    <a:pt x="49637" y="15776"/>
                    <a:pt x="49683" y="15745"/>
                    <a:pt x="49724" y="15745"/>
                  </a:cubicBezTo>
                  <a:cubicBezTo>
                    <a:pt x="49766" y="15745"/>
                    <a:pt x="49804" y="15776"/>
                    <a:pt x="49880" y="15836"/>
                  </a:cubicBezTo>
                  <a:lnTo>
                    <a:pt x="49911" y="15867"/>
                  </a:lnTo>
                  <a:cubicBezTo>
                    <a:pt x="49916" y="15870"/>
                    <a:pt x="49922" y="15871"/>
                    <a:pt x="49928" y="15871"/>
                  </a:cubicBezTo>
                  <a:cubicBezTo>
                    <a:pt x="49987" y="15871"/>
                    <a:pt x="50063" y="15742"/>
                    <a:pt x="50063" y="15715"/>
                  </a:cubicBezTo>
                  <a:cubicBezTo>
                    <a:pt x="50063" y="15684"/>
                    <a:pt x="50093" y="15654"/>
                    <a:pt x="50123" y="15624"/>
                  </a:cubicBezTo>
                  <a:cubicBezTo>
                    <a:pt x="50154" y="15684"/>
                    <a:pt x="50154" y="15745"/>
                    <a:pt x="50184" y="15806"/>
                  </a:cubicBezTo>
                  <a:cubicBezTo>
                    <a:pt x="50184" y="15836"/>
                    <a:pt x="50336" y="15867"/>
                    <a:pt x="50488" y="15867"/>
                  </a:cubicBezTo>
                  <a:lnTo>
                    <a:pt x="50640" y="15867"/>
                  </a:lnTo>
                  <a:lnTo>
                    <a:pt x="50792" y="15897"/>
                  </a:lnTo>
                  <a:cubicBezTo>
                    <a:pt x="50944" y="15897"/>
                    <a:pt x="51187" y="15867"/>
                    <a:pt x="51309" y="15867"/>
                  </a:cubicBezTo>
                  <a:lnTo>
                    <a:pt x="51552" y="15867"/>
                  </a:lnTo>
                  <a:cubicBezTo>
                    <a:pt x="51579" y="15813"/>
                    <a:pt x="51655" y="15710"/>
                    <a:pt x="51714" y="15710"/>
                  </a:cubicBezTo>
                  <a:cubicBezTo>
                    <a:pt x="51721" y="15710"/>
                    <a:pt x="51728" y="15712"/>
                    <a:pt x="51734" y="15715"/>
                  </a:cubicBezTo>
                  <a:cubicBezTo>
                    <a:pt x="51795" y="15745"/>
                    <a:pt x="51826" y="15806"/>
                    <a:pt x="51856" y="15867"/>
                  </a:cubicBezTo>
                  <a:cubicBezTo>
                    <a:pt x="51947" y="15836"/>
                    <a:pt x="52038" y="15806"/>
                    <a:pt x="52130" y="15776"/>
                  </a:cubicBezTo>
                  <a:lnTo>
                    <a:pt x="52525" y="15776"/>
                  </a:lnTo>
                  <a:cubicBezTo>
                    <a:pt x="52616" y="15776"/>
                    <a:pt x="52707" y="15745"/>
                    <a:pt x="52768" y="15684"/>
                  </a:cubicBezTo>
                  <a:lnTo>
                    <a:pt x="52859" y="15836"/>
                  </a:lnTo>
                  <a:cubicBezTo>
                    <a:pt x="52889" y="15867"/>
                    <a:pt x="53102" y="15867"/>
                    <a:pt x="53254" y="15867"/>
                  </a:cubicBezTo>
                  <a:lnTo>
                    <a:pt x="53467" y="15867"/>
                  </a:lnTo>
                  <a:cubicBezTo>
                    <a:pt x="53560" y="15844"/>
                    <a:pt x="53653" y="15834"/>
                    <a:pt x="53746" y="15834"/>
                  </a:cubicBezTo>
                  <a:cubicBezTo>
                    <a:pt x="53896" y="15834"/>
                    <a:pt x="54046" y="15860"/>
                    <a:pt x="54196" y="15897"/>
                  </a:cubicBezTo>
                  <a:lnTo>
                    <a:pt x="54288" y="15867"/>
                  </a:lnTo>
                  <a:cubicBezTo>
                    <a:pt x="54303" y="15859"/>
                    <a:pt x="54318" y="15856"/>
                    <a:pt x="54331" y="15856"/>
                  </a:cubicBezTo>
                  <a:cubicBezTo>
                    <a:pt x="54396" y="15856"/>
                    <a:pt x="54435" y="15935"/>
                    <a:pt x="54503" y="15935"/>
                  </a:cubicBezTo>
                  <a:cubicBezTo>
                    <a:pt x="54528" y="15935"/>
                    <a:pt x="54557" y="15925"/>
                    <a:pt x="54592" y="15897"/>
                  </a:cubicBezTo>
                  <a:cubicBezTo>
                    <a:pt x="54642" y="15872"/>
                    <a:pt x="54692" y="15857"/>
                    <a:pt x="54740" y="15857"/>
                  </a:cubicBezTo>
                  <a:cubicBezTo>
                    <a:pt x="54809" y="15857"/>
                    <a:pt x="54873" y="15887"/>
                    <a:pt x="54926" y="15958"/>
                  </a:cubicBezTo>
                  <a:cubicBezTo>
                    <a:pt x="55291" y="15897"/>
                    <a:pt x="55625" y="15867"/>
                    <a:pt x="55959" y="15867"/>
                  </a:cubicBezTo>
                  <a:cubicBezTo>
                    <a:pt x="56081" y="15897"/>
                    <a:pt x="56172" y="15897"/>
                    <a:pt x="56294" y="15897"/>
                  </a:cubicBezTo>
                  <a:lnTo>
                    <a:pt x="56324" y="15897"/>
                  </a:lnTo>
                  <a:cubicBezTo>
                    <a:pt x="56335" y="15886"/>
                    <a:pt x="56346" y="15882"/>
                    <a:pt x="56356" y="15882"/>
                  </a:cubicBezTo>
                  <a:cubicBezTo>
                    <a:pt x="56392" y="15882"/>
                    <a:pt x="56430" y="15927"/>
                    <a:pt x="56475" y="15927"/>
                  </a:cubicBezTo>
                  <a:cubicBezTo>
                    <a:pt x="56494" y="15927"/>
                    <a:pt x="56515" y="15919"/>
                    <a:pt x="56537" y="15897"/>
                  </a:cubicBezTo>
                  <a:lnTo>
                    <a:pt x="56567" y="15836"/>
                  </a:lnTo>
                  <a:cubicBezTo>
                    <a:pt x="56593" y="15831"/>
                    <a:pt x="56619" y="15829"/>
                    <a:pt x="56645" y="15829"/>
                  </a:cubicBezTo>
                  <a:cubicBezTo>
                    <a:pt x="56770" y="15829"/>
                    <a:pt x="56887" y="15888"/>
                    <a:pt x="56962" y="15988"/>
                  </a:cubicBezTo>
                  <a:lnTo>
                    <a:pt x="57084" y="15928"/>
                  </a:lnTo>
                  <a:lnTo>
                    <a:pt x="57236" y="15806"/>
                  </a:lnTo>
                  <a:cubicBezTo>
                    <a:pt x="57418" y="15867"/>
                    <a:pt x="57601" y="15897"/>
                    <a:pt x="57783" y="15988"/>
                  </a:cubicBezTo>
                  <a:lnTo>
                    <a:pt x="57905" y="15897"/>
                  </a:lnTo>
                  <a:cubicBezTo>
                    <a:pt x="57921" y="15889"/>
                    <a:pt x="57937" y="15886"/>
                    <a:pt x="57955" y="15886"/>
                  </a:cubicBezTo>
                  <a:cubicBezTo>
                    <a:pt x="58026" y="15886"/>
                    <a:pt x="58104" y="15942"/>
                    <a:pt x="58178" y="15942"/>
                  </a:cubicBezTo>
                  <a:cubicBezTo>
                    <a:pt x="58220" y="15942"/>
                    <a:pt x="58262" y="15924"/>
                    <a:pt x="58300" y="15867"/>
                  </a:cubicBezTo>
                  <a:cubicBezTo>
                    <a:pt x="58482" y="15867"/>
                    <a:pt x="58665" y="15928"/>
                    <a:pt x="58817" y="15988"/>
                  </a:cubicBezTo>
                  <a:lnTo>
                    <a:pt x="58999" y="15867"/>
                  </a:lnTo>
                  <a:cubicBezTo>
                    <a:pt x="59045" y="15852"/>
                    <a:pt x="59090" y="15844"/>
                    <a:pt x="59132" y="15844"/>
                  </a:cubicBezTo>
                  <a:cubicBezTo>
                    <a:pt x="59174" y="15844"/>
                    <a:pt x="59212" y="15852"/>
                    <a:pt x="59242" y="15867"/>
                  </a:cubicBezTo>
                  <a:lnTo>
                    <a:pt x="59455" y="16019"/>
                  </a:lnTo>
                  <a:cubicBezTo>
                    <a:pt x="59698" y="15958"/>
                    <a:pt x="60093" y="15928"/>
                    <a:pt x="60184" y="15928"/>
                  </a:cubicBezTo>
                  <a:cubicBezTo>
                    <a:pt x="60205" y="15917"/>
                    <a:pt x="60245" y="15914"/>
                    <a:pt x="60292" y="15914"/>
                  </a:cubicBezTo>
                  <a:cubicBezTo>
                    <a:pt x="60387" y="15914"/>
                    <a:pt x="60509" y="15928"/>
                    <a:pt x="60549" y="15928"/>
                  </a:cubicBezTo>
                  <a:cubicBezTo>
                    <a:pt x="60671" y="15867"/>
                    <a:pt x="60823" y="15867"/>
                    <a:pt x="60944" y="15867"/>
                  </a:cubicBezTo>
                  <a:lnTo>
                    <a:pt x="61218" y="15928"/>
                  </a:lnTo>
                  <a:lnTo>
                    <a:pt x="61279" y="15928"/>
                  </a:lnTo>
                  <a:cubicBezTo>
                    <a:pt x="61370" y="15928"/>
                    <a:pt x="61461" y="15867"/>
                    <a:pt x="61552" y="15867"/>
                  </a:cubicBezTo>
                  <a:cubicBezTo>
                    <a:pt x="61613" y="15867"/>
                    <a:pt x="61704" y="15867"/>
                    <a:pt x="61795" y="15836"/>
                  </a:cubicBezTo>
                  <a:cubicBezTo>
                    <a:pt x="61856" y="15806"/>
                    <a:pt x="61795" y="15684"/>
                    <a:pt x="61947" y="15684"/>
                  </a:cubicBezTo>
                  <a:lnTo>
                    <a:pt x="62039" y="15684"/>
                  </a:lnTo>
                  <a:cubicBezTo>
                    <a:pt x="62048" y="15681"/>
                    <a:pt x="62059" y="15680"/>
                    <a:pt x="62069" y="15680"/>
                  </a:cubicBezTo>
                  <a:cubicBezTo>
                    <a:pt x="62155" y="15680"/>
                    <a:pt x="62251" y="15782"/>
                    <a:pt x="62251" y="15836"/>
                  </a:cubicBezTo>
                  <a:cubicBezTo>
                    <a:pt x="62356" y="15860"/>
                    <a:pt x="62460" y="15870"/>
                    <a:pt x="62565" y="15870"/>
                  </a:cubicBezTo>
                  <a:cubicBezTo>
                    <a:pt x="62734" y="15870"/>
                    <a:pt x="62903" y="15844"/>
                    <a:pt x="63072" y="15806"/>
                  </a:cubicBezTo>
                  <a:lnTo>
                    <a:pt x="63467" y="15867"/>
                  </a:lnTo>
                  <a:cubicBezTo>
                    <a:pt x="63498" y="15867"/>
                    <a:pt x="63528" y="15776"/>
                    <a:pt x="63558" y="15745"/>
                  </a:cubicBezTo>
                  <a:cubicBezTo>
                    <a:pt x="63649" y="15776"/>
                    <a:pt x="63710" y="15806"/>
                    <a:pt x="63741" y="15836"/>
                  </a:cubicBezTo>
                  <a:lnTo>
                    <a:pt x="63832" y="15897"/>
                  </a:lnTo>
                  <a:lnTo>
                    <a:pt x="63984" y="15958"/>
                  </a:lnTo>
                  <a:cubicBezTo>
                    <a:pt x="64166" y="15897"/>
                    <a:pt x="64349" y="15867"/>
                    <a:pt x="64531" y="15867"/>
                  </a:cubicBezTo>
                  <a:cubicBezTo>
                    <a:pt x="64592" y="15867"/>
                    <a:pt x="64622" y="15806"/>
                    <a:pt x="64622" y="15745"/>
                  </a:cubicBezTo>
                  <a:cubicBezTo>
                    <a:pt x="64592" y="15745"/>
                    <a:pt x="64683" y="15715"/>
                    <a:pt x="64835" y="15715"/>
                  </a:cubicBezTo>
                  <a:lnTo>
                    <a:pt x="64896" y="15928"/>
                  </a:lnTo>
                  <a:cubicBezTo>
                    <a:pt x="65108" y="15897"/>
                    <a:pt x="65990" y="15867"/>
                    <a:pt x="66264" y="15867"/>
                  </a:cubicBezTo>
                  <a:cubicBezTo>
                    <a:pt x="66567" y="15867"/>
                    <a:pt x="66841" y="15836"/>
                    <a:pt x="67145" y="15776"/>
                  </a:cubicBezTo>
                  <a:lnTo>
                    <a:pt x="67267" y="15806"/>
                  </a:lnTo>
                  <a:lnTo>
                    <a:pt x="67449" y="15867"/>
                  </a:lnTo>
                  <a:cubicBezTo>
                    <a:pt x="67550" y="15867"/>
                    <a:pt x="67760" y="15853"/>
                    <a:pt x="67915" y="15853"/>
                  </a:cubicBezTo>
                  <a:cubicBezTo>
                    <a:pt x="67993" y="15853"/>
                    <a:pt x="68057" y="15857"/>
                    <a:pt x="68087" y="15867"/>
                  </a:cubicBezTo>
                  <a:lnTo>
                    <a:pt x="68543" y="15867"/>
                  </a:lnTo>
                  <a:cubicBezTo>
                    <a:pt x="68556" y="15862"/>
                    <a:pt x="68574" y="15861"/>
                    <a:pt x="68596" y="15861"/>
                  </a:cubicBezTo>
                  <a:cubicBezTo>
                    <a:pt x="68726" y="15861"/>
                    <a:pt x="68986" y="15928"/>
                    <a:pt x="69090" y="15928"/>
                  </a:cubicBezTo>
                  <a:cubicBezTo>
                    <a:pt x="69212" y="15897"/>
                    <a:pt x="69516" y="15897"/>
                    <a:pt x="69637" y="15867"/>
                  </a:cubicBezTo>
                  <a:cubicBezTo>
                    <a:pt x="69710" y="15867"/>
                    <a:pt x="69920" y="15789"/>
                    <a:pt x="70031" y="15789"/>
                  </a:cubicBezTo>
                  <a:cubicBezTo>
                    <a:pt x="70059" y="15789"/>
                    <a:pt x="70081" y="15794"/>
                    <a:pt x="70093" y="15806"/>
                  </a:cubicBezTo>
                  <a:cubicBezTo>
                    <a:pt x="70124" y="15826"/>
                    <a:pt x="70174" y="15833"/>
                    <a:pt x="70232" y="15833"/>
                  </a:cubicBezTo>
                  <a:cubicBezTo>
                    <a:pt x="70347" y="15833"/>
                    <a:pt x="70489" y="15806"/>
                    <a:pt x="70549" y="15806"/>
                  </a:cubicBezTo>
                  <a:cubicBezTo>
                    <a:pt x="70640" y="15806"/>
                    <a:pt x="71400" y="15897"/>
                    <a:pt x="71644" y="15897"/>
                  </a:cubicBezTo>
                  <a:cubicBezTo>
                    <a:pt x="71878" y="15897"/>
                    <a:pt x="72180" y="15830"/>
                    <a:pt x="72299" y="15830"/>
                  </a:cubicBezTo>
                  <a:cubicBezTo>
                    <a:pt x="72319" y="15830"/>
                    <a:pt x="72334" y="15832"/>
                    <a:pt x="72343" y="15836"/>
                  </a:cubicBezTo>
                  <a:cubicBezTo>
                    <a:pt x="72354" y="15842"/>
                    <a:pt x="72369" y="15845"/>
                    <a:pt x="72386" y="15845"/>
                  </a:cubicBezTo>
                  <a:cubicBezTo>
                    <a:pt x="72458" y="15845"/>
                    <a:pt x="72567" y="15800"/>
                    <a:pt x="72616" y="15776"/>
                  </a:cubicBezTo>
                  <a:cubicBezTo>
                    <a:pt x="72647" y="15745"/>
                    <a:pt x="72707" y="15715"/>
                    <a:pt x="72768" y="15715"/>
                  </a:cubicBezTo>
                  <a:cubicBezTo>
                    <a:pt x="72799" y="15715"/>
                    <a:pt x="72829" y="15776"/>
                    <a:pt x="72890" y="15836"/>
                  </a:cubicBezTo>
                  <a:lnTo>
                    <a:pt x="73619" y="15836"/>
                  </a:lnTo>
                  <a:cubicBezTo>
                    <a:pt x="73832" y="15867"/>
                    <a:pt x="74045" y="15897"/>
                    <a:pt x="74258" y="15897"/>
                  </a:cubicBezTo>
                  <a:cubicBezTo>
                    <a:pt x="74413" y="15853"/>
                    <a:pt x="74585" y="15824"/>
                    <a:pt x="74762" y="15824"/>
                  </a:cubicBezTo>
                  <a:cubicBezTo>
                    <a:pt x="74826" y="15824"/>
                    <a:pt x="74892" y="15828"/>
                    <a:pt x="74957" y="15836"/>
                  </a:cubicBezTo>
                  <a:lnTo>
                    <a:pt x="75352" y="15836"/>
                  </a:lnTo>
                  <a:cubicBezTo>
                    <a:pt x="75397" y="15821"/>
                    <a:pt x="75641" y="15821"/>
                    <a:pt x="75907" y="15821"/>
                  </a:cubicBezTo>
                  <a:cubicBezTo>
                    <a:pt x="76173" y="15821"/>
                    <a:pt x="76461" y="15821"/>
                    <a:pt x="76598" y="15806"/>
                  </a:cubicBezTo>
                  <a:lnTo>
                    <a:pt x="77358" y="15715"/>
                  </a:lnTo>
                  <a:lnTo>
                    <a:pt x="77480" y="15776"/>
                  </a:lnTo>
                  <a:cubicBezTo>
                    <a:pt x="77515" y="15793"/>
                    <a:pt x="77540" y="15811"/>
                    <a:pt x="77566" y="15811"/>
                  </a:cubicBezTo>
                  <a:cubicBezTo>
                    <a:pt x="77586" y="15811"/>
                    <a:pt x="77606" y="15801"/>
                    <a:pt x="77632" y="15776"/>
                  </a:cubicBezTo>
                  <a:cubicBezTo>
                    <a:pt x="77641" y="15766"/>
                    <a:pt x="77650" y="15763"/>
                    <a:pt x="77661" y="15763"/>
                  </a:cubicBezTo>
                  <a:cubicBezTo>
                    <a:pt x="77701" y="15763"/>
                    <a:pt x="77749" y="15818"/>
                    <a:pt x="77791" y="15818"/>
                  </a:cubicBezTo>
                  <a:cubicBezTo>
                    <a:pt x="77810" y="15818"/>
                    <a:pt x="77828" y="15807"/>
                    <a:pt x="77844" y="15776"/>
                  </a:cubicBezTo>
                  <a:cubicBezTo>
                    <a:pt x="77844" y="15776"/>
                    <a:pt x="77942" y="15815"/>
                    <a:pt x="78012" y="15815"/>
                  </a:cubicBezTo>
                  <a:cubicBezTo>
                    <a:pt x="78029" y="15815"/>
                    <a:pt x="78045" y="15812"/>
                    <a:pt x="78057" y="15806"/>
                  </a:cubicBezTo>
                  <a:cubicBezTo>
                    <a:pt x="78087" y="15791"/>
                    <a:pt x="78125" y="15783"/>
                    <a:pt x="78163" y="15783"/>
                  </a:cubicBezTo>
                  <a:cubicBezTo>
                    <a:pt x="78201" y="15783"/>
                    <a:pt x="78239" y="15791"/>
                    <a:pt x="78270" y="15806"/>
                  </a:cubicBezTo>
                  <a:cubicBezTo>
                    <a:pt x="78324" y="15828"/>
                    <a:pt x="78377" y="15838"/>
                    <a:pt x="78430" y="15838"/>
                  </a:cubicBezTo>
                  <a:cubicBezTo>
                    <a:pt x="78526" y="15838"/>
                    <a:pt x="78617" y="15804"/>
                    <a:pt x="78695" y="15745"/>
                  </a:cubicBezTo>
                  <a:cubicBezTo>
                    <a:pt x="78707" y="15737"/>
                    <a:pt x="78720" y="15734"/>
                    <a:pt x="78735" y="15734"/>
                  </a:cubicBezTo>
                  <a:cubicBezTo>
                    <a:pt x="78812" y="15734"/>
                    <a:pt x="78924" y="15829"/>
                    <a:pt x="79019" y="15829"/>
                  </a:cubicBezTo>
                  <a:cubicBezTo>
                    <a:pt x="79044" y="15829"/>
                    <a:pt x="79068" y="15823"/>
                    <a:pt x="79091" y="15806"/>
                  </a:cubicBezTo>
                  <a:cubicBezTo>
                    <a:pt x="79166" y="15760"/>
                    <a:pt x="79258" y="15738"/>
                    <a:pt x="79349" y="15738"/>
                  </a:cubicBezTo>
                  <a:cubicBezTo>
                    <a:pt x="79440" y="15738"/>
                    <a:pt x="79531" y="15760"/>
                    <a:pt x="79607" y="15806"/>
                  </a:cubicBezTo>
                  <a:lnTo>
                    <a:pt x="79638" y="15836"/>
                  </a:lnTo>
                  <a:cubicBezTo>
                    <a:pt x="79719" y="15836"/>
                    <a:pt x="79992" y="15740"/>
                    <a:pt x="80116" y="15740"/>
                  </a:cubicBezTo>
                  <a:cubicBezTo>
                    <a:pt x="80131" y="15740"/>
                    <a:pt x="80144" y="15742"/>
                    <a:pt x="80154" y="15745"/>
                  </a:cubicBezTo>
                  <a:cubicBezTo>
                    <a:pt x="80192" y="15758"/>
                    <a:pt x="80230" y="15765"/>
                    <a:pt x="80266" y="15765"/>
                  </a:cubicBezTo>
                  <a:cubicBezTo>
                    <a:pt x="80316" y="15765"/>
                    <a:pt x="80362" y="15750"/>
                    <a:pt x="80398" y="15715"/>
                  </a:cubicBezTo>
                  <a:cubicBezTo>
                    <a:pt x="80403" y="15709"/>
                    <a:pt x="80410" y="15707"/>
                    <a:pt x="80418" y="15707"/>
                  </a:cubicBezTo>
                  <a:cubicBezTo>
                    <a:pt x="80450" y="15707"/>
                    <a:pt x="80495" y="15751"/>
                    <a:pt x="80519" y="15776"/>
                  </a:cubicBezTo>
                  <a:cubicBezTo>
                    <a:pt x="80519" y="15782"/>
                    <a:pt x="80526" y="15784"/>
                    <a:pt x="80537" y="15784"/>
                  </a:cubicBezTo>
                  <a:cubicBezTo>
                    <a:pt x="80567" y="15784"/>
                    <a:pt x="80628" y="15767"/>
                    <a:pt x="80668" y="15767"/>
                  </a:cubicBezTo>
                  <a:cubicBezTo>
                    <a:pt x="80683" y="15767"/>
                    <a:pt x="80695" y="15769"/>
                    <a:pt x="80701" y="15776"/>
                  </a:cubicBezTo>
                  <a:cubicBezTo>
                    <a:pt x="80754" y="15776"/>
                    <a:pt x="80895" y="15843"/>
                    <a:pt x="80973" y="15843"/>
                  </a:cubicBezTo>
                  <a:cubicBezTo>
                    <a:pt x="80986" y="15843"/>
                    <a:pt x="80997" y="15841"/>
                    <a:pt x="81005" y="15836"/>
                  </a:cubicBezTo>
                  <a:cubicBezTo>
                    <a:pt x="81009" y="15833"/>
                    <a:pt x="81020" y="15831"/>
                    <a:pt x="81037" y="15831"/>
                  </a:cubicBezTo>
                  <a:cubicBezTo>
                    <a:pt x="81139" y="15831"/>
                    <a:pt x="81457" y="15884"/>
                    <a:pt x="81684" y="15884"/>
                  </a:cubicBezTo>
                  <a:cubicBezTo>
                    <a:pt x="81752" y="15884"/>
                    <a:pt x="81813" y="15879"/>
                    <a:pt x="81857" y="15867"/>
                  </a:cubicBezTo>
                  <a:cubicBezTo>
                    <a:pt x="82039" y="15806"/>
                    <a:pt x="82252" y="15776"/>
                    <a:pt x="82464" y="15745"/>
                  </a:cubicBezTo>
                  <a:cubicBezTo>
                    <a:pt x="82586" y="15776"/>
                    <a:pt x="82708" y="15806"/>
                    <a:pt x="82829" y="15806"/>
                  </a:cubicBezTo>
                  <a:cubicBezTo>
                    <a:pt x="82981" y="15776"/>
                    <a:pt x="83133" y="15715"/>
                    <a:pt x="83255" y="15654"/>
                  </a:cubicBezTo>
                  <a:cubicBezTo>
                    <a:pt x="83271" y="15648"/>
                    <a:pt x="83290" y="15646"/>
                    <a:pt x="83310" y="15646"/>
                  </a:cubicBezTo>
                  <a:cubicBezTo>
                    <a:pt x="83398" y="15646"/>
                    <a:pt x="83503" y="15696"/>
                    <a:pt x="83528" y="15745"/>
                  </a:cubicBezTo>
                  <a:cubicBezTo>
                    <a:pt x="83541" y="15752"/>
                    <a:pt x="83558" y="15754"/>
                    <a:pt x="83577" y="15754"/>
                  </a:cubicBezTo>
                  <a:cubicBezTo>
                    <a:pt x="83630" y="15754"/>
                    <a:pt x="83700" y="15736"/>
                    <a:pt x="83753" y="15736"/>
                  </a:cubicBezTo>
                  <a:cubicBezTo>
                    <a:pt x="83772" y="15736"/>
                    <a:pt x="83789" y="15739"/>
                    <a:pt x="83802" y="15745"/>
                  </a:cubicBezTo>
                  <a:cubicBezTo>
                    <a:pt x="83923" y="15745"/>
                    <a:pt x="84075" y="15745"/>
                    <a:pt x="84227" y="15715"/>
                  </a:cubicBezTo>
                  <a:lnTo>
                    <a:pt x="84349" y="15776"/>
                  </a:lnTo>
                  <a:lnTo>
                    <a:pt x="84531" y="15867"/>
                  </a:lnTo>
                  <a:cubicBezTo>
                    <a:pt x="84744" y="15806"/>
                    <a:pt x="84926" y="15745"/>
                    <a:pt x="85139" y="15715"/>
                  </a:cubicBezTo>
                  <a:cubicBezTo>
                    <a:pt x="85215" y="15730"/>
                    <a:pt x="85291" y="15738"/>
                    <a:pt x="85367" y="15738"/>
                  </a:cubicBezTo>
                  <a:cubicBezTo>
                    <a:pt x="85443" y="15738"/>
                    <a:pt x="85519" y="15730"/>
                    <a:pt x="85595" y="15715"/>
                  </a:cubicBezTo>
                  <a:lnTo>
                    <a:pt x="85747" y="15776"/>
                  </a:lnTo>
                  <a:cubicBezTo>
                    <a:pt x="85758" y="15779"/>
                    <a:pt x="85770" y="15781"/>
                    <a:pt x="85782" y="15781"/>
                  </a:cubicBezTo>
                  <a:cubicBezTo>
                    <a:pt x="85838" y="15781"/>
                    <a:pt x="85909" y="15751"/>
                    <a:pt x="85986" y="15751"/>
                  </a:cubicBezTo>
                  <a:cubicBezTo>
                    <a:pt x="86036" y="15751"/>
                    <a:pt x="86089" y="15764"/>
                    <a:pt x="86142" y="15806"/>
                  </a:cubicBezTo>
                  <a:lnTo>
                    <a:pt x="86173" y="15867"/>
                  </a:lnTo>
                  <a:cubicBezTo>
                    <a:pt x="86294" y="15836"/>
                    <a:pt x="86385" y="15836"/>
                    <a:pt x="86507" y="15806"/>
                  </a:cubicBezTo>
                  <a:cubicBezTo>
                    <a:pt x="86720" y="15745"/>
                    <a:pt x="86933" y="15715"/>
                    <a:pt x="87145" y="15684"/>
                  </a:cubicBezTo>
                  <a:cubicBezTo>
                    <a:pt x="87328" y="15684"/>
                    <a:pt x="87814" y="15684"/>
                    <a:pt x="88270" y="15715"/>
                  </a:cubicBezTo>
                  <a:lnTo>
                    <a:pt x="88696" y="15745"/>
                  </a:lnTo>
                  <a:lnTo>
                    <a:pt x="88787" y="15745"/>
                  </a:lnTo>
                  <a:cubicBezTo>
                    <a:pt x="88814" y="15738"/>
                    <a:pt x="88851" y="15736"/>
                    <a:pt x="88892" y="15736"/>
                  </a:cubicBezTo>
                  <a:cubicBezTo>
                    <a:pt x="88964" y="15736"/>
                    <a:pt x="89048" y="15743"/>
                    <a:pt x="89112" y="15743"/>
                  </a:cubicBezTo>
                  <a:cubicBezTo>
                    <a:pt x="89171" y="15743"/>
                    <a:pt x="89212" y="15737"/>
                    <a:pt x="89212" y="15715"/>
                  </a:cubicBezTo>
                  <a:lnTo>
                    <a:pt x="89212" y="15776"/>
                  </a:lnTo>
                  <a:lnTo>
                    <a:pt x="89395" y="15745"/>
                  </a:lnTo>
                  <a:cubicBezTo>
                    <a:pt x="89486" y="15715"/>
                    <a:pt x="89577" y="15684"/>
                    <a:pt x="89638" y="15684"/>
                  </a:cubicBezTo>
                  <a:cubicBezTo>
                    <a:pt x="89759" y="15684"/>
                    <a:pt x="89851" y="15745"/>
                    <a:pt x="89972" y="15745"/>
                  </a:cubicBezTo>
                  <a:cubicBezTo>
                    <a:pt x="90086" y="15745"/>
                    <a:pt x="90217" y="15694"/>
                    <a:pt x="90301" y="15694"/>
                  </a:cubicBezTo>
                  <a:cubicBezTo>
                    <a:pt x="90329" y="15694"/>
                    <a:pt x="90352" y="15700"/>
                    <a:pt x="90367" y="15715"/>
                  </a:cubicBezTo>
                  <a:lnTo>
                    <a:pt x="90550" y="15806"/>
                  </a:lnTo>
                  <a:cubicBezTo>
                    <a:pt x="90604" y="15751"/>
                    <a:pt x="90714" y="15740"/>
                    <a:pt x="90806" y="15740"/>
                  </a:cubicBezTo>
                  <a:cubicBezTo>
                    <a:pt x="90867" y="15740"/>
                    <a:pt x="90921" y="15745"/>
                    <a:pt x="90945" y="15745"/>
                  </a:cubicBezTo>
                  <a:cubicBezTo>
                    <a:pt x="91127" y="15654"/>
                    <a:pt x="91310" y="15593"/>
                    <a:pt x="91522" y="15563"/>
                  </a:cubicBezTo>
                  <a:cubicBezTo>
                    <a:pt x="91653" y="15563"/>
                    <a:pt x="92029" y="15697"/>
                    <a:pt x="92210" y="15697"/>
                  </a:cubicBezTo>
                  <a:cubicBezTo>
                    <a:pt x="92240" y="15697"/>
                    <a:pt x="92265" y="15693"/>
                    <a:pt x="92282" y="15684"/>
                  </a:cubicBezTo>
                  <a:cubicBezTo>
                    <a:pt x="92404" y="15624"/>
                    <a:pt x="92525" y="15593"/>
                    <a:pt x="92677" y="15593"/>
                  </a:cubicBezTo>
                  <a:cubicBezTo>
                    <a:pt x="92699" y="15615"/>
                    <a:pt x="92781" y="15636"/>
                    <a:pt x="92849" y="15636"/>
                  </a:cubicBezTo>
                  <a:cubicBezTo>
                    <a:pt x="92877" y="15636"/>
                    <a:pt x="92903" y="15633"/>
                    <a:pt x="92921" y="15624"/>
                  </a:cubicBezTo>
                  <a:cubicBezTo>
                    <a:pt x="92951" y="15624"/>
                    <a:pt x="93103" y="15532"/>
                    <a:pt x="93133" y="15532"/>
                  </a:cubicBezTo>
                  <a:cubicBezTo>
                    <a:pt x="93255" y="15563"/>
                    <a:pt x="93376" y="15563"/>
                    <a:pt x="93528" y="15593"/>
                  </a:cubicBezTo>
                  <a:cubicBezTo>
                    <a:pt x="93570" y="15572"/>
                    <a:pt x="93728" y="15537"/>
                    <a:pt x="93842" y="15537"/>
                  </a:cubicBezTo>
                  <a:cubicBezTo>
                    <a:pt x="93893" y="15537"/>
                    <a:pt x="93935" y="15544"/>
                    <a:pt x="93954" y="15563"/>
                  </a:cubicBezTo>
                  <a:cubicBezTo>
                    <a:pt x="93960" y="15569"/>
                    <a:pt x="93969" y="15571"/>
                    <a:pt x="93980" y="15571"/>
                  </a:cubicBezTo>
                  <a:cubicBezTo>
                    <a:pt x="94029" y="15571"/>
                    <a:pt x="94118" y="15527"/>
                    <a:pt x="94167" y="15502"/>
                  </a:cubicBezTo>
                  <a:lnTo>
                    <a:pt x="94471" y="15380"/>
                  </a:lnTo>
                  <a:lnTo>
                    <a:pt x="94471" y="15441"/>
                  </a:lnTo>
                  <a:lnTo>
                    <a:pt x="94471" y="15654"/>
                  </a:lnTo>
                  <a:cubicBezTo>
                    <a:pt x="94611" y="15598"/>
                    <a:pt x="94881" y="15438"/>
                    <a:pt x="94970" y="15438"/>
                  </a:cubicBezTo>
                  <a:cubicBezTo>
                    <a:pt x="94977" y="15438"/>
                    <a:pt x="94983" y="15439"/>
                    <a:pt x="94987" y="15441"/>
                  </a:cubicBezTo>
                  <a:cubicBezTo>
                    <a:pt x="95109" y="15472"/>
                    <a:pt x="95261" y="15472"/>
                    <a:pt x="95383" y="15472"/>
                  </a:cubicBezTo>
                  <a:cubicBezTo>
                    <a:pt x="95474" y="15472"/>
                    <a:pt x="95595" y="15502"/>
                    <a:pt x="95687" y="15532"/>
                  </a:cubicBezTo>
                  <a:cubicBezTo>
                    <a:pt x="95713" y="15532"/>
                    <a:pt x="96051" y="15465"/>
                    <a:pt x="96243" y="15465"/>
                  </a:cubicBezTo>
                  <a:cubicBezTo>
                    <a:pt x="96275" y="15465"/>
                    <a:pt x="96303" y="15467"/>
                    <a:pt x="96325" y="15472"/>
                  </a:cubicBezTo>
                  <a:cubicBezTo>
                    <a:pt x="96446" y="15502"/>
                    <a:pt x="96598" y="15502"/>
                    <a:pt x="96720" y="15502"/>
                  </a:cubicBezTo>
                  <a:lnTo>
                    <a:pt x="96902" y="15502"/>
                  </a:lnTo>
                  <a:cubicBezTo>
                    <a:pt x="96994" y="15487"/>
                    <a:pt x="97085" y="15479"/>
                    <a:pt x="97176" y="15479"/>
                  </a:cubicBezTo>
                  <a:cubicBezTo>
                    <a:pt x="97267" y="15479"/>
                    <a:pt x="97358" y="15487"/>
                    <a:pt x="97450" y="15502"/>
                  </a:cubicBezTo>
                  <a:lnTo>
                    <a:pt x="97601" y="15411"/>
                  </a:lnTo>
                  <a:lnTo>
                    <a:pt x="97723" y="15350"/>
                  </a:lnTo>
                  <a:cubicBezTo>
                    <a:pt x="97905" y="15350"/>
                    <a:pt x="98088" y="15289"/>
                    <a:pt x="98270" y="15198"/>
                  </a:cubicBezTo>
                  <a:cubicBezTo>
                    <a:pt x="98273" y="15195"/>
                    <a:pt x="98277" y="15193"/>
                    <a:pt x="98281" y="15193"/>
                  </a:cubicBezTo>
                  <a:cubicBezTo>
                    <a:pt x="98313" y="15193"/>
                    <a:pt x="98365" y="15296"/>
                    <a:pt x="98392" y="15350"/>
                  </a:cubicBezTo>
                  <a:cubicBezTo>
                    <a:pt x="98392" y="15353"/>
                    <a:pt x="98393" y="15354"/>
                    <a:pt x="98396" y="15354"/>
                  </a:cubicBezTo>
                  <a:cubicBezTo>
                    <a:pt x="98423" y="15354"/>
                    <a:pt x="98580" y="15223"/>
                    <a:pt x="98635" y="15168"/>
                  </a:cubicBezTo>
                  <a:cubicBezTo>
                    <a:pt x="98653" y="15150"/>
                    <a:pt x="98673" y="15143"/>
                    <a:pt x="98693" y="15143"/>
                  </a:cubicBezTo>
                  <a:cubicBezTo>
                    <a:pt x="98741" y="15143"/>
                    <a:pt x="98787" y="15186"/>
                    <a:pt x="98787" y="15228"/>
                  </a:cubicBezTo>
                  <a:cubicBezTo>
                    <a:pt x="98787" y="15289"/>
                    <a:pt x="99060" y="15289"/>
                    <a:pt x="99152" y="15289"/>
                  </a:cubicBezTo>
                  <a:cubicBezTo>
                    <a:pt x="99243" y="15289"/>
                    <a:pt x="99243" y="15168"/>
                    <a:pt x="99152" y="15016"/>
                  </a:cubicBezTo>
                  <a:lnTo>
                    <a:pt x="99364" y="14985"/>
                  </a:lnTo>
                  <a:lnTo>
                    <a:pt x="99592" y="14928"/>
                  </a:lnTo>
                  <a:lnTo>
                    <a:pt x="99592" y="14928"/>
                  </a:lnTo>
                  <a:cubicBezTo>
                    <a:pt x="99594" y="14936"/>
                    <a:pt x="99598" y="14944"/>
                    <a:pt x="99604" y="14951"/>
                  </a:cubicBezTo>
                  <a:lnTo>
                    <a:pt x="99604" y="14951"/>
                  </a:lnTo>
                  <a:cubicBezTo>
                    <a:pt x="99605" y="14943"/>
                    <a:pt x="99606" y="14934"/>
                    <a:pt x="99608" y="14925"/>
                  </a:cubicBezTo>
                  <a:lnTo>
                    <a:pt x="99608" y="14925"/>
                  </a:lnTo>
                  <a:lnTo>
                    <a:pt x="99592" y="14928"/>
                  </a:lnTo>
                  <a:lnTo>
                    <a:pt x="99592" y="14928"/>
                  </a:lnTo>
                  <a:cubicBezTo>
                    <a:pt x="99579" y="14871"/>
                    <a:pt x="99677" y="14803"/>
                    <a:pt x="99729" y="14803"/>
                  </a:cubicBezTo>
                  <a:cubicBezTo>
                    <a:pt x="99760" y="14803"/>
                    <a:pt x="99729" y="14590"/>
                    <a:pt x="99790" y="14560"/>
                  </a:cubicBezTo>
                  <a:cubicBezTo>
                    <a:pt x="99798" y="14556"/>
                    <a:pt x="99807" y="14554"/>
                    <a:pt x="99815" y="14554"/>
                  </a:cubicBezTo>
                  <a:cubicBezTo>
                    <a:pt x="99867" y="14554"/>
                    <a:pt x="99912" y="14625"/>
                    <a:pt x="99912" y="14651"/>
                  </a:cubicBezTo>
                  <a:cubicBezTo>
                    <a:pt x="99917" y="14656"/>
                    <a:pt x="99926" y="14659"/>
                    <a:pt x="99940" y="14659"/>
                  </a:cubicBezTo>
                  <a:cubicBezTo>
                    <a:pt x="100005" y="14659"/>
                    <a:pt x="100161" y="14600"/>
                    <a:pt x="100337" y="14499"/>
                  </a:cubicBezTo>
                  <a:lnTo>
                    <a:pt x="100337" y="14256"/>
                  </a:lnTo>
                  <a:lnTo>
                    <a:pt x="100337" y="14043"/>
                  </a:lnTo>
                  <a:cubicBezTo>
                    <a:pt x="100307" y="13861"/>
                    <a:pt x="100246" y="13709"/>
                    <a:pt x="100094" y="13557"/>
                  </a:cubicBezTo>
                  <a:cubicBezTo>
                    <a:pt x="100064" y="13526"/>
                    <a:pt x="100094" y="13466"/>
                    <a:pt x="100185" y="13374"/>
                  </a:cubicBezTo>
                  <a:lnTo>
                    <a:pt x="100307" y="13374"/>
                  </a:lnTo>
                  <a:cubicBezTo>
                    <a:pt x="100367" y="13466"/>
                    <a:pt x="100428" y="13466"/>
                    <a:pt x="100428" y="13466"/>
                  </a:cubicBezTo>
                  <a:cubicBezTo>
                    <a:pt x="100519" y="13344"/>
                    <a:pt x="100611" y="13283"/>
                    <a:pt x="100702" y="13192"/>
                  </a:cubicBezTo>
                  <a:lnTo>
                    <a:pt x="100945" y="13040"/>
                  </a:lnTo>
                  <a:lnTo>
                    <a:pt x="100945" y="13010"/>
                  </a:lnTo>
                  <a:cubicBezTo>
                    <a:pt x="100945" y="12933"/>
                    <a:pt x="100687" y="12813"/>
                    <a:pt x="100533" y="12813"/>
                  </a:cubicBezTo>
                  <a:cubicBezTo>
                    <a:pt x="100504" y="12813"/>
                    <a:pt x="100478" y="12818"/>
                    <a:pt x="100459" y="12827"/>
                  </a:cubicBezTo>
                  <a:lnTo>
                    <a:pt x="100398" y="12827"/>
                  </a:lnTo>
                  <a:cubicBezTo>
                    <a:pt x="100367" y="12888"/>
                    <a:pt x="100337" y="12979"/>
                    <a:pt x="100337" y="13070"/>
                  </a:cubicBezTo>
                  <a:lnTo>
                    <a:pt x="100246" y="13101"/>
                  </a:lnTo>
                  <a:cubicBezTo>
                    <a:pt x="100185" y="13101"/>
                    <a:pt x="100094" y="13101"/>
                    <a:pt x="100064" y="13070"/>
                  </a:cubicBezTo>
                  <a:cubicBezTo>
                    <a:pt x="100033" y="13010"/>
                    <a:pt x="100033" y="12949"/>
                    <a:pt x="100064" y="12918"/>
                  </a:cubicBezTo>
                  <a:cubicBezTo>
                    <a:pt x="100094" y="12858"/>
                    <a:pt x="100124" y="12827"/>
                    <a:pt x="100185" y="12797"/>
                  </a:cubicBezTo>
                  <a:lnTo>
                    <a:pt x="100337" y="12706"/>
                  </a:lnTo>
                  <a:cubicBezTo>
                    <a:pt x="100550" y="12614"/>
                    <a:pt x="100459" y="12523"/>
                    <a:pt x="100398" y="12493"/>
                  </a:cubicBezTo>
                  <a:cubicBezTo>
                    <a:pt x="100307" y="12493"/>
                    <a:pt x="100307" y="12341"/>
                    <a:pt x="100337" y="12280"/>
                  </a:cubicBezTo>
                  <a:cubicBezTo>
                    <a:pt x="100367" y="12250"/>
                    <a:pt x="100185" y="12189"/>
                    <a:pt x="100155" y="12189"/>
                  </a:cubicBezTo>
                  <a:cubicBezTo>
                    <a:pt x="100094" y="12159"/>
                    <a:pt x="100155" y="12067"/>
                    <a:pt x="100185" y="12037"/>
                  </a:cubicBezTo>
                  <a:cubicBezTo>
                    <a:pt x="100216" y="12007"/>
                    <a:pt x="100185" y="11915"/>
                    <a:pt x="100124" y="11855"/>
                  </a:cubicBezTo>
                  <a:lnTo>
                    <a:pt x="100003" y="11915"/>
                  </a:lnTo>
                  <a:cubicBezTo>
                    <a:pt x="99957" y="11961"/>
                    <a:pt x="99896" y="11984"/>
                    <a:pt x="99832" y="11984"/>
                  </a:cubicBezTo>
                  <a:cubicBezTo>
                    <a:pt x="99767" y="11984"/>
                    <a:pt x="99699" y="11961"/>
                    <a:pt x="99638" y="11915"/>
                  </a:cubicBezTo>
                  <a:cubicBezTo>
                    <a:pt x="99632" y="11909"/>
                    <a:pt x="99625" y="11907"/>
                    <a:pt x="99617" y="11907"/>
                  </a:cubicBezTo>
                  <a:cubicBezTo>
                    <a:pt x="99586" y="11907"/>
                    <a:pt x="99547" y="11946"/>
                    <a:pt x="99547" y="11946"/>
                  </a:cubicBezTo>
                  <a:cubicBezTo>
                    <a:pt x="99542" y="11950"/>
                    <a:pt x="99536" y="11952"/>
                    <a:pt x="99529" y="11952"/>
                  </a:cubicBezTo>
                  <a:cubicBezTo>
                    <a:pt x="99484" y="11952"/>
                    <a:pt x="99390" y="11885"/>
                    <a:pt x="99364" y="11885"/>
                  </a:cubicBezTo>
                  <a:lnTo>
                    <a:pt x="99121" y="11885"/>
                  </a:lnTo>
                  <a:cubicBezTo>
                    <a:pt x="99060" y="11855"/>
                    <a:pt x="99000" y="11763"/>
                    <a:pt x="98969" y="11703"/>
                  </a:cubicBezTo>
                  <a:cubicBezTo>
                    <a:pt x="98951" y="11667"/>
                    <a:pt x="98934" y="11652"/>
                    <a:pt x="98910" y="11652"/>
                  </a:cubicBezTo>
                  <a:cubicBezTo>
                    <a:pt x="98893" y="11652"/>
                    <a:pt x="98873" y="11660"/>
                    <a:pt x="98848" y="11672"/>
                  </a:cubicBezTo>
                  <a:lnTo>
                    <a:pt x="98817" y="11703"/>
                  </a:lnTo>
                  <a:cubicBezTo>
                    <a:pt x="98787" y="11794"/>
                    <a:pt x="98726" y="11855"/>
                    <a:pt x="98696" y="11915"/>
                  </a:cubicBezTo>
                  <a:cubicBezTo>
                    <a:pt x="98681" y="11931"/>
                    <a:pt x="98658" y="11938"/>
                    <a:pt x="98635" y="11938"/>
                  </a:cubicBezTo>
                  <a:cubicBezTo>
                    <a:pt x="98612" y="11938"/>
                    <a:pt x="98589" y="11931"/>
                    <a:pt x="98574" y="11915"/>
                  </a:cubicBezTo>
                  <a:cubicBezTo>
                    <a:pt x="98513" y="11915"/>
                    <a:pt x="98513" y="11824"/>
                    <a:pt x="98513" y="11824"/>
                  </a:cubicBezTo>
                  <a:cubicBezTo>
                    <a:pt x="98696" y="11703"/>
                    <a:pt x="98605" y="11520"/>
                    <a:pt x="98605" y="11399"/>
                  </a:cubicBezTo>
                  <a:cubicBezTo>
                    <a:pt x="98516" y="11386"/>
                    <a:pt x="98433" y="11379"/>
                    <a:pt x="98351" y="11379"/>
                  </a:cubicBezTo>
                  <a:cubicBezTo>
                    <a:pt x="98235" y="11379"/>
                    <a:pt x="98121" y="11393"/>
                    <a:pt x="97997" y="11429"/>
                  </a:cubicBezTo>
                  <a:lnTo>
                    <a:pt x="97814" y="11459"/>
                  </a:lnTo>
                  <a:lnTo>
                    <a:pt x="97784" y="11459"/>
                  </a:lnTo>
                  <a:cubicBezTo>
                    <a:pt x="97781" y="11462"/>
                    <a:pt x="97778" y="11463"/>
                    <a:pt x="97774" y="11463"/>
                  </a:cubicBezTo>
                  <a:cubicBezTo>
                    <a:pt x="97738" y="11463"/>
                    <a:pt x="97660" y="11332"/>
                    <a:pt x="97632" y="11277"/>
                  </a:cubicBezTo>
                  <a:cubicBezTo>
                    <a:pt x="97622" y="11258"/>
                    <a:pt x="97595" y="11251"/>
                    <a:pt x="97561" y="11251"/>
                  </a:cubicBezTo>
                  <a:cubicBezTo>
                    <a:pt x="97484" y="11251"/>
                    <a:pt x="97370" y="11286"/>
                    <a:pt x="97328" y="11307"/>
                  </a:cubicBezTo>
                  <a:lnTo>
                    <a:pt x="97054" y="11429"/>
                  </a:lnTo>
                  <a:lnTo>
                    <a:pt x="97024" y="11429"/>
                  </a:lnTo>
                  <a:lnTo>
                    <a:pt x="96994" y="11399"/>
                  </a:lnTo>
                  <a:cubicBezTo>
                    <a:pt x="96983" y="11377"/>
                    <a:pt x="96957" y="11367"/>
                    <a:pt x="96921" y="11367"/>
                  </a:cubicBezTo>
                  <a:cubicBezTo>
                    <a:pt x="96856" y="11367"/>
                    <a:pt x="96757" y="11401"/>
                    <a:pt x="96659" y="11459"/>
                  </a:cubicBezTo>
                  <a:cubicBezTo>
                    <a:pt x="96623" y="11414"/>
                    <a:pt x="96586" y="11398"/>
                    <a:pt x="96549" y="11398"/>
                  </a:cubicBezTo>
                  <a:cubicBezTo>
                    <a:pt x="96474" y="11398"/>
                    <a:pt x="96399" y="11463"/>
                    <a:pt x="96323" y="11463"/>
                  </a:cubicBezTo>
                  <a:cubicBezTo>
                    <a:pt x="96314" y="11463"/>
                    <a:pt x="96304" y="11462"/>
                    <a:pt x="96294" y="11459"/>
                  </a:cubicBezTo>
                  <a:cubicBezTo>
                    <a:pt x="96234" y="11459"/>
                    <a:pt x="96203" y="11459"/>
                    <a:pt x="96173" y="11520"/>
                  </a:cubicBezTo>
                  <a:lnTo>
                    <a:pt x="96173" y="11551"/>
                  </a:lnTo>
                  <a:cubicBezTo>
                    <a:pt x="96203" y="11581"/>
                    <a:pt x="96446" y="11611"/>
                    <a:pt x="96446" y="11672"/>
                  </a:cubicBezTo>
                  <a:cubicBezTo>
                    <a:pt x="96446" y="11717"/>
                    <a:pt x="96463" y="11745"/>
                    <a:pt x="96483" y="11745"/>
                  </a:cubicBezTo>
                  <a:cubicBezTo>
                    <a:pt x="96491" y="11745"/>
                    <a:pt x="96499" y="11741"/>
                    <a:pt x="96507" y="11733"/>
                  </a:cubicBezTo>
                  <a:lnTo>
                    <a:pt x="96507" y="11703"/>
                  </a:lnTo>
                  <a:cubicBezTo>
                    <a:pt x="96507" y="11617"/>
                    <a:pt x="96492" y="11531"/>
                    <a:pt x="96558" y="11531"/>
                  </a:cubicBezTo>
                  <a:cubicBezTo>
                    <a:pt x="96586" y="11531"/>
                    <a:pt x="96627" y="11545"/>
                    <a:pt x="96690" y="11581"/>
                  </a:cubicBezTo>
                  <a:lnTo>
                    <a:pt x="96872" y="11581"/>
                  </a:lnTo>
                  <a:cubicBezTo>
                    <a:pt x="96994" y="11581"/>
                    <a:pt x="97085" y="11611"/>
                    <a:pt x="97206" y="11672"/>
                  </a:cubicBezTo>
                  <a:lnTo>
                    <a:pt x="97298" y="11733"/>
                  </a:lnTo>
                  <a:cubicBezTo>
                    <a:pt x="97298" y="11763"/>
                    <a:pt x="97237" y="11824"/>
                    <a:pt x="97206" y="11824"/>
                  </a:cubicBezTo>
                  <a:cubicBezTo>
                    <a:pt x="97201" y="11830"/>
                    <a:pt x="97194" y="11832"/>
                    <a:pt x="97185" y="11832"/>
                  </a:cubicBezTo>
                  <a:cubicBezTo>
                    <a:pt x="97144" y="11832"/>
                    <a:pt x="97069" y="11778"/>
                    <a:pt x="96994" y="11703"/>
                  </a:cubicBezTo>
                  <a:lnTo>
                    <a:pt x="96963" y="11703"/>
                  </a:lnTo>
                  <a:lnTo>
                    <a:pt x="96720" y="11794"/>
                  </a:lnTo>
                  <a:cubicBezTo>
                    <a:pt x="96586" y="11844"/>
                    <a:pt x="96452" y="11867"/>
                    <a:pt x="96318" y="11867"/>
                  </a:cubicBezTo>
                  <a:cubicBezTo>
                    <a:pt x="96209" y="11867"/>
                    <a:pt x="96100" y="11852"/>
                    <a:pt x="95991" y="11824"/>
                  </a:cubicBezTo>
                  <a:cubicBezTo>
                    <a:pt x="95930" y="11794"/>
                    <a:pt x="96051" y="11490"/>
                    <a:pt x="95930" y="11459"/>
                  </a:cubicBezTo>
                  <a:cubicBezTo>
                    <a:pt x="95901" y="11452"/>
                    <a:pt x="95874" y="11448"/>
                    <a:pt x="95849" y="11448"/>
                  </a:cubicBezTo>
                  <a:cubicBezTo>
                    <a:pt x="95767" y="11448"/>
                    <a:pt x="95703" y="11488"/>
                    <a:pt x="95656" y="11581"/>
                  </a:cubicBezTo>
                  <a:cubicBezTo>
                    <a:pt x="95656" y="11590"/>
                    <a:pt x="95643" y="11594"/>
                    <a:pt x="95623" y="11594"/>
                  </a:cubicBezTo>
                  <a:cubicBezTo>
                    <a:pt x="95575" y="11594"/>
                    <a:pt x="95486" y="11572"/>
                    <a:pt x="95443" y="11551"/>
                  </a:cubicBezTo>
                  <a:cubicBezTo>
                    <a:pt x="95413" y="11490"/>
                    <a:pt x="95383" y="11399"/>
                    <a:pt x="95413" y="11338"/>
                  </a:cubicBezTo>
                  <a:lnTo>
                    <a:pt x="95413" y="11338"/>
                  </a:lnTo>
                  <a:lnTo>
                    <a:pt x="95322" y="11368"/>
                  </a:lnTo>
                  <a:lnTo>
                    <a:pt x="95018" y="11520"/>
                  </a:lnTo>
                  <a:cubicBezTo>
                    <a:pt x="94744" y="11459"/>
                    <a:pt x="94501" y="11429"/>
                    <a:pt x="94228" y="11429"/>
                  </a:cubicBezTo>
                  <a:cubicBezTo>
                    <a:pt x="94167" y="11490"/>
                    <a:pt x="94136" y="11581"/>
                    <a:pt x="94136" y="11672"/>
                  </a:cubicBezTo>
                  <a:lnTo>
                    <a:pt x="93984" y="11611"/>
                  </a:lnTo>
                  <a:cubicBezTo>
                    <a:pt x="93924" y="11581"/>
                    <a:pt x="93924" y="11490"/>
                    <a:pt x="93893" y="11399"/>
                  </a:cubicBezTo>
                  <a:cubicBezTo>
                    <a:pt x="93832" y="11459"/>
                    <a:pt x="93772" y="11520"/>
                    <a:pt x="93711" y="11581"/>
                  </a:cubicBezTo>
                  <a:cubicBezTo>
                    <a:pt x="93649" y="11643"/>
                    <a:pt x="93671" y="11732"/>
                    <a:pt x="93729" y="11793"/>
                  </a:cubicBezTo>
                  <a:lnTo>
                    <a:pt x="93729" y="11793"/>
                  </a:lnTo>
                  <a:cubicBezTo>
                    <a:pt x="93750" y="11772"/>
                    <a:pt x="93773" y="11753"/>
                    <a:pt x="93802" y="11733"/>
                  </a:cubicBezTo>
                  <a:cubicBezTo>
                    <a:pt x="93832" y="11733"/>
                    <a:pt x="93863" y="11794"/>
                    <a:pt x="93863" y="11855"/>
                  </a:cubicBezTo>
                  <a:lnTo>
                    <a:pt x="94015" y="11855"/>
                  </a:lnTo>
                  <a:lnTo>
                    <a:pt x="94197" y="11794"/>
                  </a:lnTo>
                  <a:cubicBezTo>
                    <a:pt x="94254" y="11786"/>
                    <a:pt x="94311" y="11782"/>
                    <a:pt x="94361" y="11782"/>
                  </a:cubicBezTo>
                  <a:cubicBezTo>
                    <a:pt x="94498" y="11782"/>
                    <a:pt x="94582" y="11810"/>
                    <a:pt x="94471" y="11855"/>
                  </a:cubicBezTo>
                  <a:cubicBezTo>
                    <a:pt x="94427" y="11872"/>
                    <a:pt x="94313" y="11894"/>
                    <a:pt x="94168" y="11918"/>
                  </a:cubicBezTo>
                  <a:lnTo>
                    <a:pt x="94168" y="11918"/>
                  </a:lnTo>
                  <a:cubicBezTo>
                    <a:pt x="94059" y="11901"/>
                    <a:pt x="93948" y="11880"/>
                    <a:pt x="93832" y="11855"/>
                  </a:cubicBezTo>
                  <a:cubicBezTo>
                    <a:pt x="93793" y="11845"/>
                    <a:pt x="93757" y="11822"/>
                    <a:pt x="93729" y="11793"/>
                  </a:cubicBezTo>
                  <a:lnTo>
                    <a:pt x="93729" y="11793"/>
                  </a:lnTo>
                  <a:cubicBezTo>
                    <a:pt x="93685" y="11836"/>
                    <a:pt x="93651" y="11884"/>
                    <a:pt x="93589" y="11946"/>
                  </a:cubicBezTo>
                  <a:lnTo>
                    <a:pt x="93559" y="12007"/>
                  </a:lnTo>
                  <a:cubicBezTo>
                    <a:pt x="93559" y="12007"/>
                    <a:pt x="93560" y="12008"/>
                    <a:pt x="93560" y="12008"/>
                  </a:cubicBezTo>
                  <a:lnTo>
                    <a:pt x="93560" y="12008"/>
                  </a:lnTo>
                  <a:cubicBezTo>
                    <a:pt x="93753" y="11981"/>
                    <a:pt x="93984" y="11948"/>
                    <a:pt x="94168" y="11918"/>
                  </a:cubicBezTo>
                  <a:lnTo>
                    <a:pt x="94168" y="11918"/>
                  </a:lnTo>
                  <a:cubicBezTo>
                    <a:pt x="94318" y="11941"/>
                    <a:pt x="94465" y="11959"/>
                    <a:pt x="94623" y="11976"/>
                  </a:cubicBezTo>
                  <a:lnTo>
                    <a:pt x="94532" y="12037"/>
                  </a:lnTo>
                  <a:lnTo>
                    <a:pt x="94319" y="12128"/>
                  </a:lnTo>
                  <a:cubicBezTo>
                    <a:pt x="94319" y="12010"/>
                    <a:pt x="94246" y="11966"/>
                    <a:pt x="94199" y="11966"/>
                  </a:cubicBezTo>
                  <a:cubicBezTo>
                    <a:pt x="94185" y="11966"/>
                    <a:pt x="94174" y="11969"/>
                    <a:pt x="94167" y="11976"/>
                  </a:cubicBezTo>
                  <a:cubicBezTo>
                    <a:pt x="94167" y="12005"/>
                    <a:pt x="93981" y="12192"/>
                    <a:pt x="93858" y="12192"/>
                  </a:cubicBezTo>
                  <a:cubicBezTo>
                    <a:pt x="93849" y="12192"/>
                    <a:pt x="93840" y="12191"/>
                    <a:pt x="93832" y="12189"/>
                  </a:cubicBezTo>
                  <a:cubicBezTo>
                    <a:pt x="93742" y="12159"/>
                    <a:pt x="93622" y="12069"/>
                    <a:pt x="93560" y="12008"/>
                  </a:cubicBezTo>
                  <a:lnTo>
                    <a:pt x="93560" y="12008"/>
                  </a:lnTo>
                  <a:cubicBezTo>
                    <a:pt x="93375" y="12035"/>
                    <a:pt x="93226" y="12057"/>
                    <a:pt x="93194" y="12067"/>
                  </a:cubicBezTo>
                  <a:cubicBezTo>
                    <a:pt x="93183" y="12070"/>
                    <a:pt x="93175" y="12071"/>
                    <a:pt x="93169" y="12071"/>
                  </a:cubicBezTo>
                  <a:cubicBezTo>
                    <a:pt x="93104" y="12071"/>
                    <a:pt x="93260" y="11940"/>
                    <a:pt x="93316" y="11885"/>
                  </a:cubicBezTo>
                  <a:cubicBezTo>
                    <a:pt x="93373" y="11856"/>
                    <a:pt x="93185" y="11609"/>
                    <a:pt x="93062" y="11609"/>
                  </a:cubicBezTo>
                  <a:cubicBezTo>
                    <a:pt x="93055" y="11609"/>
                    <a:pt x="93049" y="11610"/>
                    <a:pt x="93042" y="11611"/>
                  </a:cubicBezTo>
                  <a:cubicBezTo>
                    <a:pt x="92921" y="11611"/>
                    <a:pt x="92860" y="11490"/>
                    <a:pt x="92890" y="11277"/>
                  </a:cubicBezTo>
                  <a:lnTo>
                    <a:pt x="92921" y="11247"/>
                  </a:lnTo>
                  <a:cubicBezTo>
                    <a:pt x="92981" y="11216"/>
                    <a:pt x="92981" y="11125"/>
                    <a:pt x="92981" y="11095"/>
                  </a:cubicBezTo>
                  <a:lnTo>
                    <a:pt x="92921" y="11034"/>
                  </a:lnTo>
                  <a:cubicBezTo>
                    <a:pt x="92884" y="10997"/>
                    <a:pt x="92839" y="10983"/>
                    <a:pt x="92793" y="10983"/>
                  </a:cubicBezTo>
                  <a:cubicBezTo>
                    <a:pt x="92685" y="10983"/>
                    <a:pt x="92568" y="11061"/>
                    <a:pt x="92525" y="11125"/>
                  </a:cubicBezTo>
                  <a:cubicBezTo>
                    <a:pt x="92519" y="11149"/>
                    <a:pt x="92516" y="11173"/>
                    <a:pt x="92515" y="11196"/>
                  </a:cubicBezTo>
                  <a:lnTo>
                    <a:pt x="92515" y="11196"/>
                  </a:lnTo>
                  <a:cubicBezTo>
                    <a:pt x="92529" y="11194"/>
                    <a:pt x="92542" y="11193"/>
                    <a:pt x="92556" y="11193"/>
                  </a:cubicBezTo>
                  <a:cubicBezTo>
                    <a:pt x="92594" y="11193"/>
                    <a:pt x="92632" y="11201"/>
                    <a:pt x="92677" y="11216"/>
                  </a:cubicBezTo>
                  <a:lnTo>
                    <a:pt x="92677" y="11247"/>
                  </a:lnTo>
                  <a:cubicBezTo>
                    <a:pt x="92677" y="11277"/>
                    <a:pt x="92647" y="11338"/>
                    <a:pt x="92617" y="11338"/>
                  </a:cubicBezTo>
                  <a:lnTo>
                    <a:pt x="92556" y="11338"/>
                  </a:lnTo>
                  <a:cubicBezTo>
                    <a:pt x="92543" y="11321"/>
                    <a:pt x="92532" y="11306"/>
                    <a:pt x="92522" y="11290"/>
                  </a:cubicBezTo>
                  <a:lnTo>
                    <a:pt x="92522" y="11290"/>
                  </a:lnTo>
                  <a:cubicBezTo>
                    <a:pt x="92536" y="11352"/>
                    <a:pt x="92567" y="11410"/>
                    <a:pt x="92617" y="11459"/>
                  </a:cubicBezTo>
                  <a:lnTo>
                    <a:pt x="92434" y="11642"/>
                  </a:lnTo>
                  <a:lnTo>
                    <a:pt x="92039" y="11429"/>
                  </a:lnTo>
                  <a:lnTo>
                    <a:pt x="91796" y="11338"/>
                  </a:lnTo>
                  <a:cubicBezTo>
                    <a:pt x="91674" y="11459"/>
                    <a:pt x="91553" y="11520"/>
                    <a:pt x="91370" y="11551"/>
                  </a:cubicBezTo>
                  <a:lnTo>
                    <a:pt x="91340" y="11520"/>
                  </a:lnTo>
                  <a:lnTo>
                    <a:pt x="91249" y="11429"/>
                  </a:lnTo>
                  <a:cubicBezTo>
                    <a:pt x="91401" y="11277"/>
                    <a:pt x="91614" y="11186"/>
                    <a:pt x="91857" y="11155"/>
                  </a:cubicBezTo>
                  <a:lnTo>
                    <a:pt x="92039" y="11216"/>
                  </a:lnTo>
                  <a:cubicBezTo>
                    <a:pt x="92061" y="11221"/>
                    <a:pt x="92082" y="11223"/>
                    <a:pt x="92100" y="11223"/>
                  </a:cubicBezTo>
                  <a:cubicBezTo>
                    <a:pt x="92191" y="11223"/>
                    <a:pt x="92245" y="11180"/>
                    <a:pt x="92305" y="11180"/>
                  </a:cubicBezTo>
                  <a:cubicBezTo>
                    <a:pt x="92317" y="11180"/>
                    <a:pt x="92330" y="11181"/>
                    <a:pt x="92343" y="11186"/>
                  </a:cubicBezTo>
                  <a:lnTo>
                    <a:pt x="92434" y="11216"/>
                  </a:lnTo>
                  <a:cubicBezTo>
                    <a:pt x="92448" y="11212"/>
                    <a:pt x="92462" y="11208"/>
                    <a:pt x="92474" y="11204"/>
                  </a:cubicBezTo>
                  <a:lnTo>
                    <a:pt x="92474" y="11204"/>
                  </a:lnTo>
                  <a:cubicBezTo>
                    <a:pt x="92487" y="11232"/>
                    <a:pt x="92503" y="11260"/>
                    <a:pt x="92522" y="11290"/>
                  </a:cubicBezTo>
                  <a:lnTo>
                    <a:pt x="92522" y="11290"/>
                  </a:lnTo>
                  <a:cubicBezTo>
                    <a:pt x="92515" y="11260"/>
                    <a:pt x="92513" y="11228"/>
                    <a:pt x="92515" y="11196"/>
                  </a:cubicBezTo>
                  <a:lnTo>
                    <a:pt x="92515" y="11196"/>
                  </a:lnTo>
                  <a:cubicBezTo>
                    <a:pt x="92502" y="11198"/>
                    <a:pt x="92488" y="11201"/>
                    <a:pt x="92474" y="11204"/>
                  </a:cubicBezTo>
                  <a:lnTo>
                    <a:pt x="92474" y="11204"/>
                  </a:lnTo>
                  <a:cubicBezTo>
                    <a:pt x="92445" y="11140"/>
                    <a:pt x="92434" y="11077"/>
                    <a:pt x="92434" y="11004"/>
                  </a:cubicBezTo>
                  <a:lnTo>
                    <a:pt x="92343" y="10943"/>
                  </a:lnTo>
                  <a:lnTo>
                    <a:pt x="92313" y="10912"/>
                  </a:lnTo>
                  <a:cubicBezTo>
                    <a:pt x="92221" y="10943"/>
                    <a:pt x="92130" y="10973"/>
                    <a:pt x="92069" y="11064"/>
                  </a:cubicBezTo>
                  <a:lnTo>
                    <a:pt x="91948" y="11064"/>
                  </a:lnTo>
                  <a:lnTo>
                    <a:pt x="91674" y="11095"/>
                  </a:lnTo>
                  <a:cubicBezTo>
                    <a:pt x="91401" y="10943"/>
                    <a:pt x="91370" y="10791"/>
                    <a:pt x="91614" y="10791"/>
                  </a:cubicBezTo>
                  <a:lnTo>
                    <a:pt x="91917" y="10791"/>
                  </a:lnTo>
                  <a:cubicBezTo>
                    <a:pt x="92009" y="10730"/>
                    <a:pt x="92039" y="10608"/>
                    <a:pt x="92069" y="10517"/>
                  </a:cubicBezTo>
                  <a:lnTo>
                    <a:pt x="92069" y="10426"/>
                  </a:lnTo>
                  <a:cubicBezTo>
                    <a:pt x="92069" y="10365"/>
                    <a:pt x="92039" y="10335"/>
                    <a:pt x="91978" y="10335"/>
                  </a:cubicBezTo>
                  <a:lnTo>
                    <a:pt x="91796" y="10335"/>
                  </a:lnTo>
                  <a:lnTo>
                    <a:pt x="91705" y="10274"/>
                  </a:lnTo>
                  <a:cubicBezTo>
                    <a:pt x="91669" y="10283"/>
                    <a:pt x="91633" y="10287"/>
                    <a:pt x="91599" y="10287"/>
                  </a:cubicBezTo>
                  <a:cubicBezTo>
                    <a:pt x="91515" y="10287"/>
                    <a:pt x="91435" y="10265"/>
                    <a:pt x="91370" y="10244"/>
                  </a:cubicBezTo>
                  <a:lnTo>
                    <a:pt x="91279" y="10213"/>
                  </a:lnTo>
                  <a:lnTo>
                    <a:pt x="91249" y="10213"/>
                  </a:lnTo>
                  <a:cubicBezTo>
                    <a:pt x="91218" y="10213"/>
                    <a:pt x="91006" y="10335"/>
                    <a:pt x="90914" y="10335"/>
                  </a:cubicBezTo>
                  <a:cubicBezTo>
                    <a:pt x="90762" y="10274"/>
                    <a:pt x="90610" y="10274"/>
                    <a:pt x="90458" y="10274"/>
                  </a:cubicBezTo>
                  <a:lnTo>
                    <a:pt x="90307" y="10365"/>
                  </a:lnTo>
                  <a:lnTo>
                    <a:pt x="90276" y="10396"/>
                  </a:lnTo>
                  <a:cubicBezTo>
                    <a:pt x="90185" y="10365"/>
                    <a:pt x="90215" y="10274"/>
                    <a:pt x="90337" y="10183"/>
                  </a:cubicBezTo>
                  <a:lnTo>
                    <a:pt x="90458" y="10183"/>
                  </a:lnTo>
                  <a:cubicBezTo>
                    <a:pt x="90489" y="10152"/>
                    <a:pt x="90337" y="10122"/>
                    <a:pt x="90307" y="10122"/>
                  </a:cubicBezTo>
                  <a:cubicBezTo>
                    <a:pt x="90246" y="10092"/>
                    <a:pt x="90246" y="10031"/>
                    <a:pt x="90246" y="10000"/>
                  </a:cubicBezTo>
                  <a:cubicBezTo>
                    <a:pt x="90276" y="9970"/>
                    <a:pt x="90215" y="9970"/>
                    <a:pt x="90124" y="9970"/>
                  </a:cubicBezTo>
                  <a:lnTo>
                    <a:pt x="90124" y="10000"/>
                  </a:lnTo>
                  <a:lnTo>
                    <a:pt x="90094" y="10061"/>
                  </a:lnTo>
                  <a:cubicBezTo>
                    <a:pt x="90094" y="10082"/>
                    <a:pt x="90078" y="10090"/>
                    <a:pt x="90053" y="10090"/>
                  </a:cubicBezTo>
                  <a:cubicBezTo>
                    <a:pt x="89966" y="10090"/>
                    <a:pt x="89762" y="9994"/>
                    <a:pt x="89668" y="9970"/>
                  </a:cubicBezTo>
                  <a:cubicBezTo>
                    <a:pt x="89648" y="9966"/>
                    <a:pt x="89628" y="9964"/>
                    <a:pt x="89608" y="9964"/>
                  </a:cubicBezTo>
                  <a:cubicBezTo>
                    <a:pt x="89478" y="9964"/>
                    <a:pt x="89356" y="10047"/>
                    <a:pt x="89303" y="10152"/>
                  </a:cubicBezTo>
                  <a:lnTo>
                    <a:pt x="89182" y="10244"/>
                  </a:lnTo>
                  <a:lnTo>
                    <a:pt x="89091" y="10304"/>
                  </a:lnTo>
                  <a:cubicBezTo>
                    <a:pt x="89013" y="10281"/>
                    <a:pt x="88928" y="10246"/>
                    <a:pt x="88845" y="10206"/>
                  </a:cubicBezTo>
                  <a:lnTo>
                    <a:pt x="88845" y="10206"/>
                  </a:lnTo>
                  <a:cubicBezTo>
                    <a:pt x="88832" y="10229"/>
                    <a:pt x="88813" y="10244"/>
                    <a:pt x="88787" y="10244"/>
                  </a:cubicBezTo>
                  <a:cubicBezTo>
                    <a:pt x="88780" y="10247"/>
                    <a:pt x="88774" y="10248"/>
                    <a:pt x="88769" y="10248"/>
                  </a:cubicBezTo>
                  <a:cubicBezTo>
                    <a:pt x="88741" y="10248"/>
                    <a:pt x="88722" y="10213"/>
                    <a:pt x="88710" y="10159"/>
                  </a:cubicBezTo>
                  <a:lnTo>
                    <a:pt x="88710" y="10159"/>
                  </a:lnTo>
                  <a:cubicBezTo>
                    <a:pt x="88723" y="10158"/>
                    <a:pt x="88737" y="10157"/>
                    <a:pt x="88750" y="10156"/>
                  </a:cubicBezTo>
                  <a:lnTo>
                    <a:pt x="88750" y="10156"/>
                  </a:lnTo>
                  <a:cubicBezTo>
                    <a:pt x="88735" y="10148"/>
                    <a:pt x="88719" y="10139"/>
                    <a:pt x="88704" y="10130"/>
                  </a:cubicBezTo>
                  <a:lnTo>
                    <a:pt x="88704" y="10130"/>
                  </a:lnTo>
                  <a:cubicBezTo>
                    <a:pt x="88699" y="10093"/>
                    <a:pt x="88696" y="10048"/>
                    <a:pt x="88696" y="10000"/>
                  </a:cubicBezTo>
                  <a:lnTo>
                    <a:pt x="88600" y="10064"/>
                  </a:lnTo>
                  <a:lnTo>
                    <a:pt x="88600" y="10064"/>
                  </a:lnTo>
                  <a:cubicBezTo>
                    <a:pt x="88481" y="9983"/>
                    <a:pt x="88410" y="9907"/>
                    <a:pt x="88452" y="9879"/>
                  </a:cubicBezTo>
                  <a:cubicBezTo>
                    <a:pt x="88507" y="9825"/>
                    <a:pt x="88658" y="9722"/>
                    <a:pt x="88711" y="9722"/>
                  </a:cubicBezTo>
                  <a:cubicBezTo>
                    <a:pt x="88718" y="9722"/>
                    <a:pt x="88723" y="9724"/>
                    <a:pt x="88726" y="9727"/>
                  </a:cubicBezTo>
                  <a:cubicBezTo>
                    <a:pt x="88787" y="9788"/>
                    <a:pt x="88848" y="9879"/>
                    <a:pt x="88878" y="10000"/>
                  </a:cubicBezTo>
                  <a:cubicBezTo>
                    <a:pt x="88878" y="10032"/>
                    <a:pt x="88878" y="10098"/>
                    <a:pt x="88865" y="10153"/>
                  </a:cubicBezTo>
                  <a:lnTo>
                    <a:pt x="88865" y="10153"/>
                  </a:lnTo>
                  <a:cubicBezTo>
                    <a:pt x="88900" y="10152"/>
                    <a:pt x="88934" y="10152"/>
                    <a:pt x="88969" y="10152"/>
                  </a:cubicBezTo>
                  <a:lnTo>
                    <a:pt x="88969" y="10122"/>
                  </a:lnTo>
                  <a:lnTo>
                    <a:pt x="88969" y="10000"/>
                  </a:lnTo>
                  <a:cubicBezTo>
                    <a:pt x="89000" y="9848"/>
                    <a:pt x="89060" y="9727"/>
                    <a:pt x="89151" y="9666"/>
                  </a:cubicBezTo>
                  <a:cubicBezTo>
                    <a:pt x="89163" y="9661"/>
                    <a:pt x="89174" y="9658"/>
                    <a:pt x="89185" y="9658"/>
                  </a:cubicBezTo>
                  <a:cubicBezTo>
                    <a:pt x="89234" y="9658"/>
                    <a:pt x="89279" y="9708"/>
                    <a:pt x="89303" y="9757"/>
                  </a:cubicBezTo>
                  <a:lnTo>
                    <a:pt x="89395" y="9696"/>
                  </a:lnTo>
                  <a:cubicBezTo>
                    <a:pt x="89425" y="9666"/>
                    <a:pt x="89425" y="9605"/>
                    <a:pt x="89486" y="9605"/>
                  </a:cubicBezTo>
                  <a:lnTo>
                    <a:pt x="89607" y="9575"/>
                  </a:lnTo>
                  <a:cubicBezTo>
                    <a:pt x="89759" y="9545"/>
                    <a:pt x="89942" y="9453"/>
                    <a:pt x="90033" y="9423"/>
                  </a:cubicBezTo>
                  <a:lnTo>
                    <a:pt x="90124" y="9514"/>
                  </a:lnTo>
                  <a:cubicBezTo>
                    <a:pt x="90165" y="9514"/>
                    <a:pt x="90219" y="9528"/>
                    <a:pt x="90268" y="9528"/>
                  </a:cubicBezTo>
                  <a:cubicBezTo>
                    <a:pt x="90293" y="9528"/>
                    <a:pt x="90317" y="9524"/>
                    <a:pt x="90337" y="9514"/>
                  </a:cubicBezTo>
                  <a:lnTo>
                    <a:pt x="90458" y="9514"/>
                  </a:lnTo>
                  <a:cubicBezTo>
                    <a:pt x="90550" y="9529"/>
                    <a:pt x="90641" y="9537"/>
                    <a:pt x="90732" y="9537"/>
                  </a:cubicBezTo>
                  <a:cubicBezTo>
                    <a:pt x="90823" y="9537"/>
                    <a:pt x="90914" y="9529"/>
                    <a:pt x="91006" y="9514"/>
                  </a:cubicBezTo>
                  <a:cubicBezTo>
                    <a:pt x="91092" y="9493"/>
                    <a:pt x="91162" y="9471"/>
                    <a:pt x="91239" y="9471"/>
                  </a:cubicBezTo>
                  <a:cubicBezTo>
                    <a:pt x="91271" y="9471"/>
                    <a:pt x="91304" y="9475"/>
                    <a:pt x="91340" y="9484"/>
                  </a:cubicBezTo>
                  <a:cubicBezTo>
                    <a:pt x="91462" y="9514"/>
                    <a:pt x="91583" y="9545"/>
                    <a:pt x="91735" y="9575"/>
                  </a:cubicBezTo>
                  <a:cubicBezTo>
                    <a:pt x="91766" y="9560"/>
                    <a:pt x="91804" y="9552"/>
                    <a:pt x="91845" y="9552"/>
                  </a:cubicBezTo>
                  <a:cubicBezTo>
                    <a:pt x="91887" y="9552"/>
                    <a:pt x="91933" y="9560"/>
                    <a:pt x="91978" y="9575"/>
                  </a:cubicBezTo>
                  <a:lnTo>
                    <a:pt x="92009" y="9575"/>
                  </a:lnTo>
                  <a:lnTo>
                    <a:pt x="92221" y="9423"/>
                  </a:lnTo>
                  <a:cubicBezTo>
                    <a:pt x="92434" y="9514"/>
                    <a:pt x="92647" y="9575"/>
                    <a:pt x="92708" y="9575"/>
                  </a:cubicBezTo>
                  <a:lnTo>
                    <a:pt x="92738" y="9575"/>
                  </a:lnTo>
                  <a:lnTo>
                    <a:pt x="92890" y="9453"/>
                  </a:lnTo>
                  <a:cubicBezTo>
                    <a:pt x="92966" y="9484"/>
                    <a:pt x="93042" y="9499"/>
                    <a:pt x="93122" y="9499"/>
                  </a:cubicBezTo>
                  <a:cubicBezTo>
                    <a:pt x="93202" y="9499"/>
                    <a:pt x="93285" y="9484"/>
                    <a:pt x="93376" y="9453"/>
                  </a:cubicBezTo>
                  <a:lnTo>
                    <a:pt x="93528" y="9545"/>
                  </a:lnTo>
                  <a:cubicBezTo>
                    <a:pt x="93533" y="9549"/>
                    <a:pt x="93540" y="9551"/>
                    <a:pt x="93549" y="9551"/>
                  </a:cubicBezTo>
                  <a:cubicBezTo>
                    <a:pt x="93576" y="9551"/>
                    <a:pt x="93621" y="9533"/>
                    <a:pt x="93668" y="9533"/>
                  </a:cubicBezTo>
                  <a:cubicBezTo>
                    <a:pt x="93703" y="9533"/>
                    <a:pt x="93739" y="9543"/>
                    <a:pt x="93772" y="9575"/>
                  </a:cubicBezTo>
                  <a:cubicBezTo>
                    <a:pt x="93772" y="9575"/>
                    <a:pt x="93962" y="9469"/>
                    <a:pt x="94095" y="9469"/>
                  </a:cubicBezTo>
                  <a:cubicBezTo>
                    <a:pt x="94122" y="9469"/>
                    <a:pt x="94147" y="9474"/>
                    <a:pt x="94167" y="9484"/>
                  </a:cubicBezTo>
                  <a:cubicBezTo>
                    <a:pt x="94192" y="9501"/>
                    <a:pt x="94220" y="9508"/>
                    <a:pt x="94248" y="9508"/>
                  </a:cubicBezTo>
                  <a:cubicBezTo>
                    <a:pt x="94319" y="9508"/>
                    <a:pt x="94388" y="9458"/>
                    <a:pt x="94410" y="9393"/>
                  </a:cubicBezTo>
                  <a:cubicBezTo>
                    <a:pt x="94562" y="9423"/>
                    <a:pt x="94653" y="9453"/>
                    <a:pt x="94775" y="9514"/>
                  </a:cubicBezTo>
                  <a:cubicBezTo>
                    <a:pt x="94791" y="9522"/>
                    <a:pt x="94806" y="9525"/>
                    <a:pt x="94821" y="9525"/>
                  </a:cubicBezTo>
                  <a:cubicBezTo>
                    <a:pt x="94889" y="9525"/>
                    <a:pt x="94950" y="9458"/>
                    <a:pt x="95015" y="9458"/>
                  </a:cubicBezTo>
                  <a:cubicBezTo>
                    <a:pt x="95045" y="9458"/>
                    <a:pt x="95076" y="9472"/>
                    <a:pt x="95109" y="9514"/>
                  </a:cubicBezTo>
                  <a:cubicBezTo>
                    <a:pt x="95231" y="9453"/>
                    <a:pt x="95322" y="9393"/>
                    <a:pt x="95443" y="9301"/>
                  </a:cubicBezTo>
                  <a:lnTo>
                    <a:pt x="95717" y="9301"/>
                  </a:lnTo>
                  <a:cubicBezTo>
                    <a:pt x="95899" y="9271"/>
                    <a:pt x="96051" y="9210"/>
                    <a:pt x="96203" y="9119"/>
                  </a:cubicBezTo>
                  <a:cubicBezTo>
                    <a:pt x="96264" y="9058"/>
                    <a:pt x="96203" y="8997"/>
                    <a:pt x="96082" y="8997"/>
                  </a:cubicBezTo>
                  <a:lnTo>
                    <a:pt x="96112" y="8845"/>
                  </a:lnTo>
                  <a:lnTo>
                    <a:pt x="96142" y="8724"/>
                  </a:lnTo>
                  <a:cubicBezTo>
                    <a:pt x="96142" y="8572"/>
                    <a:pt x="96082" y="8420"/>
                    <a:pt x="96021" y="8298"/>
                  </a:cubicBezTo>
                  <a:lnTo>
                    <a:pt x="96112" y="8207"/>
                  </a:lnTo>
                  <a:lnTo>
                    <a:pt x="96173" y="8146"/>
                  </a:lnTo>
                  <a:cubicBezTo>
                    <a:pt x="96203" y="8086"/>
                    <a:pt x="96325" y="7903"/>
                    <a:pt x="96325" y="7873"/>
                  </a:cubicBezTo>
                  <a:cubicBezTo>
                    <a:pt x="96325" y="7812"/>
                    <a:pt x="96416" y="7721"/>
                    <a:pt x="96538" y="7660"/>
                  </a:cubicBezTo>
                  <a:lnTo>
                    <a:pt x="96629" y="7599"/>
                  </a:lnTo>
                  <a:cubicBezTo>
                    <a:pt x="96720" y="7417"/>
                    <a:pt x="96781" y="7265"/>
                    <a:pt x="96811" y="7082"/>
                  </a:cubicBezTo>
                  <a:lnTo>
                    <a:pt x="96720" y="6991"/>
                  </a:lnTo>
                  <a:cubicBezTo>
                    <a:pt x="96750" y="6900"/>
                    <a:pt x="96842" y="6809"/>
                    <a:pt x="96933" y="6779"/>
                  </a:cubicBezTo>
                  <a:lnTo>
                    <a:pt x="97054" y="6779"/>
                  </a:lnTo>
                  <a:cubicBezTo>
                    <a:pt x="97115" y="6718"/>
                    <a:pt x="97024" y="6657"/>
                    <a:pt x="96994" y="6627"/>
                  </a:cubicBezTo>
                  <a:cubicBezTo>
                    <a:pt x="96963" y="6596"/>
                    <a:pt x="97237" y="6323"/>
                    <a:pt x="97358" y="6231"/>
                  </a:cubicBezTo>
                  <a:cubicBezTo>
                    <a:pt x="97480" y="6110"/>
                    <a:pt x="97450" y="5988"/>
                    <a:pt x="97419" y="5958"/>
                  </a:cubicBezTo>
                  <a:cubicBezTo>
                    <a:pt x="97358" y="5958"/>
                    <a:pt x="97358" y="5836"/>
                    <a:pt x="97419" y="5715"/>
                  </a:cubicBezTo>
                  <a:lnTo>
                    <a:pt x="97510" y="5654"/>
                  </a:lnTo>
                  <a:lnTo>
                    <a:pt x="97571" y="5593"/>
                  </a:lnTo>
                  <a:cubicBezTo>
                    <a:pt x="97693" y="5563"/>
                    <a:pt x="97753" y="5350"/>
                    <a:pt x="97693" y="5350"/>
                  </a:cubicBezTo>
                  <a:cubicBezTo>
                    <a:pt x="97632" y="5320"/>
                    <a:pt x="97571" y="5289"/>
                    <a:pt x="97510" y="5259"/>
                  </a:cubicBezTo>
                  <a:cubicBezTo>
                    <a:pt x="97510" y="5255"/>
                    <a:pt x="97509" y="5253"/>
                    <a:pt x="97506" y="5253"/>
                  </a:cubicBezTo>
                  <a:cubicBezTo>
                    <a:pt x="97486" y="5253"/>
                    <a:pt x="97407" y="5336"/>
                    <a:pt x="97328" y="5441"/>
                  </a:cubicBezTo>
                  <a:lnTo>
                    <a:pt x="97146" y="5350"/>
                  </a:lnTo>
                  <a:lnTo>
                    <a:pt x="97054" y="5289"/>
                  </a:lnTo>
                  <a:cubicBezTo>
                    <a:pt x="97115" y="5228"/>
                    <a:pt x="96872" y="5107"/>
                    <a:pt x="96750" y="5046"/>
                  </a:cubicBezTo>
                  <a:cubicBezTo>
                    <a:pt x="96629" y="5016"/>
                    <a:pt x="96902" y="4924"/>
                    <a:pt x="96994" y="4924"/>
                  </a:cubicBezTo>
                  <a:cubicBezTo>
                    <a:pt x="97010" y="4916"/>
                    <a:pt x="97048" y="4912"/>
                    <a:pt x="97096" y="4912"/>
                  </a:cubicBezTo>
                  <a:cubicBezTo>
                    <a:pt x="97226" y="4912"/>
                    <a:pt x="97427" y="4941"/>
                    <a:pt x="97450" y="4985"/>
                  </a:cubicBezTo>
                  <a:cubicBezTo>
                    <a:pt x="97461" y="5021"/>
                    <a:pt x="97483" y="5038"/>
                    <a:pt x="97508" y="5038"/>
                  </a:cubicBezTo>
                  <a:cubicBezTo>
                    <a:pt x="97547" y="5038"/>
                    <a:pt x="97595" y="4998"/>
                    <a:pt x="97632" y="4924"/>
                  </a:cubicBezTo>
                  <a:lnTo>
                    <a:pt x="97784" y="5016"/>
                  </a:lnTo>
                  <a:cubicBezTo>
                    <a:pt x="97784" y="5016"/>
                    <a:pt x="97784" y="5046"/>
                    <a:pt x="97814" y="5046"/>
                  </a:cubicBezTo>
                  <a:cubicBezTo>
                    <a:pt x="97852" y="5071"/>
                    <a:pt x="97869" y="5086"/>
                    <a:pt x="97884" y="5086"/>
                  </a:cubicBezTo>
                  <a:cubicBezTo>
                    <a:pt x="97906" y="5086"/>
                    <a:pt x="97925" y="5056"/>
                    <a:pt x="97997" y="4985"/>
                  </a:cubicBezTo>
                  <a:lnTo>
                    <a:pt x="98088" y="4924"/>
                  </a:lnTo>
                  <a:cubicBezTo>
                    <a:pt x="98179" y="4894"/>
                    <a:pt x="98240" y="4803"/>
                    <a:pt x="98209" y="4712"/>
                  </a:cubicBezTo>
                  <a:lnTo>
                    <a:pt x="98179" y="4681"/>
                  </a:lnTo>
                  <a:lnTo>
                    <a:pt x="98057" y="4529"/>
                  </a:lnTo>
                  <a:cubicBezTo>
                    <a:pt x="98057" y="4408"/>
                    <a:pt x="98057" y="4286"/>
                    <a:pt x="98057" y="4165"/>
                  </a:cubicBezTo>
                  <a:cubicBezTo>
                    <a:pt x="98027" y="4165"/>
                    <a:pt x="97723" y="4104"/>
                    <a:pt x="97662" y="4013"/>
                  </a:cubicBezTo>
                  <a:cubicBezTo>
                    <a:pt x="97480" y="3891"/>
                    <a:pt x="97298" y="3769"/>
                    <a:pt x="97085" y="3709"/>
                  </a:cubicBezTo>
                  <a:cubicBezTo>
                    <a:pt x="96902" y="3709"/>
                    <a:pt x="96720" y="3678"/>
                    <a:pt x="96538" y="3648"/>
                  </a:cubicBezTo>
                  <a:cubicBezTo>
                    <a:pt x="96416" y="3587"/>
                    <a:pt x="96294" y="3496"/>
                    <a:pt x="96203" y="3405"/>
                  </a:cubicBezTo>
                  <a:lnTo>
                    <a:pt x="96264" y="3313"/>
                  </a:lnTo>
                  <a:cubicBezTo>
                    <a:pt x="96355" y="3222"/>
                    <a:pt x="96416" y="3131"/>
                    <a:pt x="96477" y="3040"/>
                  </a:cubicBezTo>
                  <a:cubicBezTo>
                    <a:pt x="96507" y="2979"/>
                    <a:pt x="96477" y="2918"/>
                    <a:pt x="96446" y="2857"/>
                  </a:cubicBezTo>
                  <a:cubicBezTo>
                    <a:pt x="96416" y="2812"/>
                    <a:pt x="96386" y="2789"/>
                    <a:pt x="96351" y="2789"/>
                  </a:cubicBezTo>
                  <a:cubicBezTo>
                    <a:pt x="96317" y="2789"/>
                    <a:pt x="96279" y="2812"/>
                    <a:pt x="96234" y="2857"/>
                  </a:cubicBezTo>
                  <a:cubicBezTo>
                    <a:pt x="96207" y="2875"/>
                    <a:pt x="96188" y="2883"/>
                    <a:pt x="96174" y="2883"/>
                  </a:cubicBezTo>
                  <a:cubicBezTo>
                    <a:pt x="96140" y="2883"/>
                    <a:pt x="96134" y="2840"/>
                    <a:pt x="96112" y="2797"/>
                  </a:cubicBezTo>
                  <a:cubicBezTo>
                    <a:pt x="96082" y="2766"/>
                    <a:pt x="96051" y="2736"/>
                    <a:pt x="95991" y="2736"/>
                  </a:cubicBezTo>
                  <a:cubicBezTo>
                    <a:pt x="95899" y="2736"/>
                    <a:pt x="95778" y="2766"/>
                    <a:pt x="95747" y="2827"/>
                  </a:cubicBezTo>
                  <a:lnTo>
                    <a:pt x="95626" y="3070"/>
                  </a:lnTo>
                  <a:cubicBezTo>
                    <a:pt x="95474" y="3009"/>
                    <a:pt x="95413" y="2857"/>
                    <a:pt x="95443" y="2736"/>
                  </a:cubicBezTo>
                  <a:cubicBezTo>
                    <a:pt x="95474" y="2645"/>
                    <a:pt x="95535" y="2554"/>
                    <a:pt x="95565" y="2493"/>
                  </a:cubicBezTo>
                  <a:lnTo>
                    <a:pt x="95443" y="2493"/>
                  </a:lnTo>
                  <a:cubicBezTo>
                    <a:pt x="95383" y="2493"/>
                    <a:pt x="95352" y="2554"/>
                    <a:pt x="95322" y="2584"/>
                  </a:cubicBezTo>
                  <a:cubicBezTo>
                    <a:pt x="95261" y="2584"/>
                    <a:pt x="95261" y="2645"/>
                    <a:pt x="95261" y="2645"/>
                  </a:cubicBezTo>
                  <a:lnTo>
                    <a:pt x="95079" y="2584"/>
                  </a:lnTo>
                  <a:cubicBezTo>
                    <a:pt x="95062" y="2581"/>
                    <a:pt x="95045" y="2580"/>
                    <a:pt x="95027" y="2580"/>
                  </a:cubicBezTo>
                  <a:cubicBezTo>
                    <a:pt x="94848" y="2580"/>
                    <a:pt x="94614" y="2708"/>
                    <a:pt x="94532" y="2736"/>
                  </a:cubicBezTo>
                  <a:cubicBezTo>
                    <a:pt x="94349" y="2706"/>
                    <a:pt x="94197" y="2645"/>
                    <a:pt x="94045" y="2554"/>
                  </a:cubicBezTo>
                  <a:cubicBezTo>
                    <a:pt x="94012" y="2542"/>
                    <a:pt x="93974" y="2535"/>
                    <a:pt x="93937" y="2535"/>
                  </a:cubicBezTo>
                  <a:cubicBezTo>
                    <a:pt x="93873" y="2535"/>
                    <a:pt x="93810" y="2557"/>
                    <a:pt x="93772" y="2614"/>
                  </a:cubicBezTo>
                  <a:cubicBezTo>
                    <a:pt x="93765" y="2618"/>
                    <a:pt x="93758" y="2619"/>
                    <a:pt x="93752" y="2619"/>
                  </a:cubicBezTo>
                  <a:cubicBezTo>
                    <a:pt x="93698" y="2619"/>
                    <a:pt x="93650" y="2517"/>
                    <a:pt x="93650" y="2462"/>
                  </a:cubicBezTo>
                  <a:cubicBezTo>
                    <a:pt x="93650" y="2455"/>
                    <a:pt x="93647" y="2451"/>
                    <a:pt x="93641" y="2451"/>
                  </a:cubicBezTo>
                  <a:cubicBezTo>
                    <a:pt x="93621" y="2451"/>
                    <a:pt x="93575" y="2491"/>
                    <a:pt x="93528" y="2584"/>
                  </a:cubicBezTo>
                  <a:lnTo>
                    <a:pt x="93255" y="2584"/>
                  </a:lnTo>
                  <a:cubicBezTo>
                    <a:pt x="93133" y="2706"/>
                    <a:pt x="92860" y="3009"/>
                    <a:pt x="92921" y="3101"/>
                  </a:cubicBezTo>
                  <a:cubicBezTo>
                    <a:pt x="92956" y="3136"/>
                    <a:pt x="92898" y="3151"/>
                    <a:pt x="92831" y="3151"/>
                  </a:cubicBezTo>
                  <a:cubicBezTo>
                    <a:pt x="92784" y="3151"/>
                    <a:pt x="92733" y="3144"/>
                    <a:pt x="92708" y="3131"/>
                  </a:cubicBezTo>
                  <a:cubicBezTo>
                    <a:pt x="92681" y="3122"/>
                    <a:pt x="92654" y="3118"/>
                    <a:pt x="92628" y="3118"/>
                  </a:cubicBezTo>
                  <a:cubicBezTo>
                    <a:pt x="92566" y="3118"/>
                    <a:pt x="92508" y="3140"/>
                    <a:pt x="92465" y="3161"/>
                  </a:cubicBezTo>
                  <a:cubicBezTo>
                    <a:pt x="92313" y="3161"/>
                    <a:pt x="92191" y="3131"/>
                    <a:pt x="92069" y="3070"/>
                  </a:cubicBezTo>
                  <a:cubicBezTo>
                    <a:pt x="92009" y="3009"/>
                    <a:pt x="91917" y="2888"/>
                    <a:pt x="91917" y="2827"/>
                  </a:cubicBezTo>
                  <a:cubicBezTo>
                    <a:pt x="91917" y="2797"/>
                    <a:pt x="92161" y="2706"/>
                    <a:pt x="92252" y="2706"/>
                  </a:cubicBezTo>
                  <a:cubicBezTo>
                    <a:pt x="92313" y="2706"/>
                    <a:pt x="92221" y="2614"/>
                    <a:pt x="92039" y="2523"/>
                  </a:cubicBezTo>
                  <a:lnTo>
                    <a:pt x="91978" y="2523"/>
                  </a:lnTo>
                  <a:cubicBezTo>
                    <a:pt x="91961" y="2517"/>
                    <a:pt x="91947" y="2515"/>
                    <a:pt x="91935" y="2515"/>
                  </a:cubicBezTo>
                  <a:cubicBezTo>
                    <a:pt x="91887" y="2515"/>
                    <a:pt x="91887" y="2559"/>
                    <a:pt x="91887" y="2584"/>
                  </a:cubicBezTo>
                  <a:cubicBezTo>
                    <a:pt x="91917" y="2584"/>
                    <a:pt x="91826" y="2614"/>
                    <a:pt x="91796" y="2614"/>
                  </a:cubicBezTo>
                  <a:cubicBezTo>
                    <a:pt x="91766" y="2614"/>
                    <a:pt x="91674" y="2432"/>
                    <a:pt x="91583" y="2432"/>
                  </a:cubicBezTo>
                  <a:cubicBezTo>
                    <a:pt x="91492" y="2432"/>
                    <a:pt x="91522" y="2402"/>
                    <a:pt x="91583" y="2371"/>
                  </a:cubicBezTo>
                  <a:cubicBezTo>
                    <a:pt x="91644" y="2371"/>
                    <a:pt x="90945" y="2280"/>
                    <a:pt x="90914" y="2250"/>
                  </a:cubicBezTo>
                  <a:cubicBezTo>
                    <a:pt x="90884" y="2219"/>
                    <a:pt x="90914" y="2128"/>
                    <a:pt x="90945" y="2098"/>
                  </a:cubicBezTo>
                  <a:cubicBezTo>
                    <a:pt x="90975" y="2067"/>
                    <a:pt x="90975" y="2037"/>
                    <a:pt x="90914" y="2006"/>
                  </a:cubicBezTo>
                  <a:lnTo>
                    <a:pt x="90884" y="1976"/>
                  </a:lnTo>
                  <a:lnTo>
                    <a:pt x="90854" y="1946"/>
                  </a:lnTo>
                  <a:cubicBezTo>
                    <a:pt x="90793" y="1915"/>
                    <a:pt x="90975" y="1763"/>
                    <a:pt x="91036" y="1733"/>
                  </a:cubicBezTo>
                  <a:cubicBezTo>
                    <a:pt x="91043" y="1726"/>
                    <a:pt x="91051" y="1723"/>
                    <a:pt x="91060" y="1723"/>
                  </a:cubicBezTo>
                  <a:cubicBezTo>
                    <a:pt x="91134" y="1723"/>
                    <a:pt x="91276" y="1922"/>
                    <a:pt x="91249" y="1976"/>
                  </a:cubicBezTo>
                  <a:cubicBezTo>
                    <a:pt x="91249" y="2067"/>
                    <a:pt x="91279" y="2128"/>
                    <a:pt x="91279" y="2128"/>
                  </a:cubicBezTo>
                  <a:cubicBezTo>
                    <a:pt x="91370" y="2067"/>
                    <a:pt x="91462" y="2006"/>
                    <a:pt x="91522" y="1915"/>
                  </a:cubicBezTo>
                  <a:lnTo>
                    <a:pt x="91614" y="1885"/>
                  </a:lnTo>
                  <a:cubicBezTo>
                    <a:pt x="91674" y="1794"/>
                    <a:pt x="91705" y="1702"/>
                    <a:pt x="91735" y="1581"/>
                  </a:cubicBezTo>
                  <a:cubicBezTo>
                    <a:pt x="91705" y="1520"/>
                    <a:pt x="91674" y="1429"/>
                    <a:pt x="91644" y="1368"/>
                  </a:cubicBezTo>
                  <a:cubicBezTo>
                    <a:pt x="91614" y="1277"/>
                    <a:pt x="91279" y="1247"/>
                    <a:pt x="91279" y="1186"/>
                  </a:cubicBezTo>
                  <a:cubicBezTo>
                    <a:pt x="91257" y="1141"/>
                    <a:pt x="91349" y="1113"/>
                    <a:pt x="91495" y="1113"/>
                  </a:cubicBezTo>
                  <a:cubicBezTo>
                    <a:pt x="91548" y="1113"/>
                    <a:pt x="91609" y="1117"/>
                    <a:pt x="91674" y="1125"/>
                  </a:cubicBezTo>
                  <a:lnTo>
                    <a:pt x="91887" y="1125"/>
                  </a:lnTo>
                  <a:cubicBezTo>
                    <a:pt x="91891" y="1129"/>
                    <a:pt x="91897" y="1131"/>
                    <a:pt x="91903" y="1131"/>
                  </a:cubicBezTo>
                  <a:cubicBezTo>
                    <a:pt x="91941" y="1131"/>
                    <a:pt x="92009" y="1060"/>
                    <a:pt x="92009" y="1034"/>
                  </a:cubicBezTo>
                  <a:lnTo>
                    <a:pt x="92009" y="943"/>
                  </a:lnTo>
                  <a:cubicBezTo>
                    <a:pt x="92009" y="821"/>
                    <a:pt x="91857" y="639"/>
                    <a:pt x="91766" y="639"/>
                  </a:cubicBezTo>
                  <a:cubicBezTo>
                    <a:pt x="91705" y="669"/>
                    <a:pt x="91614" y="791"/>
                    <a:pt x="91674" y="821"/>
                  </a:cubicBezTo>
                  <a:cubicBezTo>
                    <a:pt x="91705" y="821"/>
                    <a:pt x="91705" y="912"/>
                    <a:pt x="91705" y="943"/>
                  </a:cubicBezTo>
                  <a:cubicBezTo>
                    <a:pt x="91705" y="1003"/>
                    <a:pt x="91644" y="1034"/>
                    <a:pt x="91553" y="1034"/>
                  </a:cubicBezTo>
                  <a:cubicBezTo>
                    <a:pt x="91535" y="945"/>
                    <a:pt x="91497" y="898"/>
                    <a:pt x="91438" y="898"/>
                  </a:cubicBezTo>
                  <a:cubicBezTo>
                    <a:pt x="91395" y="898"/>
                    <a:pt x="91343" y="922"/>
                    <a:pt x="91279" y="973"/>
                  </a:cubicBezTo>
                  <a:lnTo>
                    <a:pt x="91249" y="973"/>
                  </a:lnTo>
                  <a:cubicBezTo>
                    <a:pt x="91188" y="973"/>
                    <a:pt x="91158" y="943"/>
                    <a:pt x="91127" y="882"/>
                  </a:cubicBezTo>
                  <a:lnTo>
                    <a:pt x="91127" y="821"/>
                  </a:lnTo>
                  <a:cubicBezTo>
                    <a:pt x="91158" y="791"/>
                    <a:pt x="91188" y="730"/>
                    <a:pt x="91188" y="699"/>
                  </a:cubicBezTo>
                  <a:cubicBezTo>
                    <a:pt x="91127" y="608"/>
                    <a:pt x="91036" y="547"/>
                    <a:pt x="90945" y="487"/>
                  </a:cubicBezTo>
                  <a:cubicBezTo>
                    <a:pt x="90914" y="517"/>
                    <a:pt x="90884" y="578"/>
                    <a:pt x="90884" y="639"/>
                  </a:cubicBezTo>
                  <a:cubicBezTo>
                    <a:pt x="90882" y="640"/>
                    <a:pt x="90881" y="641"/>
                    <a:pt x="90878" y="641"/>
                  </a:cubicBezTo>
                  <a:cubicBezTo>
                    <a:pt x="90838" y="641"/>
                    <a:pt x="90695" y="394"/>
                    <a:pt x="90580" y="365"/>
                  </a:cubicBezTo>
                  <a:cubicBezTo>
                    <a:pt x="90568" y="362"/>
                    <a:pt x="90555" y="360"/>
                    <a:pt x="90543" y="360"/>
                  </a:cubicBezTo>
                  <a:cubicBezTo>
                    <a:pt x="90434" y="360"/>
                    <a:pt x="90334" y="475"/>
                    <a:pt x="90307" y="639"/>
                  </a:cubicBezTo>
                  <a:lnTo>
                    <a:pt x="90063" y="426"/>
                  </a:lnTo>
                  <a:cubicBezTo>
                    <a:pt x="90033" y="456"/>
                    <a:pt x="90003" y="456"/>
                    <a:pt x="89972" y="487"/>
                  </a:cubicBezTo>
                  <a:lnTo>
                    <a:pt x="89820" y="487"/>
                  </a:lnTo>
                  <a:cubicBezTo>
                    <a:pt x="89820" y="517"/>
                    <a:pt x="89486" y="547"/>
                    <a:pt x="89425" y="608"/>
                  </a:cubicBezTo>
                  <a:cubicBezTo>
                    <a:pt x="89379" y="631"/>
                    <a:pt x="89245" y="689"/>
                    <a:pt x="89183" y="689"/>
                  </a:cubicBezTo>
                  <a:cubicBezTo>
                    <a:pt x="89164" y="689"/>
                    <a:pt x="89151" y="684"/>
                    <a:pt x="89151" y="669"/>
                  </a:cubicBezTo>
                  <a:cubicBezTo>
                    <a:pt x="89151" y="639"/>
                    <a:pt x="88969" y="639"/>
                    <a:pt x="88939" y="639"/>
                  </a:cubicBezTo>
                  <a:cubicBezTo>
                    <a:pt x="88898" y="639"/>
                    <a:pt x="88777" y="612"/>
                    <a:pt x="88700" y="612"/>
                  </a:cubicBezTo>
                  <a:cubicBezTo>
                    <a:pt x="88662" y="612"/>
                    <a:pt x="88635" y="618"/>
                    <a:pt x="88635" y="639"/>
                  </a:cubicBezTo>
                  <a:cubicBezTo>
                    <a:pt x="88635" y="669"/>
                    <a:pt x="88604" y="730"/>
                    <a:pt x="88574" y="791"/>
                  </a:cubicBezTo>
                  <a:cubicBezTo>
                    <a:pt x="88574" y="791"/>
                    <a:pt x="88452" y="760"/>
                    <a:pt x="88422" y="730"/>
                  </a:cubicBezTo>
                  <a:cubicBezTo>
                    <a:pt x="88392" y="730"/>
                    <a:pt x="88179" y="608"/>
                    <a:pt x="87936" y="517"/>
                  </a:cubicBezTo>
                  <a:lnTo>
                    <a:pt x="87692" y="608"/>
                  </a:lnTo>
                  <a:lnTo>
                    <a:pt x="87662" y="608"/>
                  </a:lnTo>
                  <a:cubicBezTo>
                    <a:pt x="87657" y="611"/>
                    <a:pt x="87651" y="612"/>
                    <a:pt x="87645" y="612"/>
                  </a:cubicBezTo>
                  <a:cubicBezTo>
                    <a:pt x="87585" y="612"/>
                    <a:pt x="87507" y="484"/>
                    <a:pt x="87480" y="456"/>
                  </a:cubicBezTo>
                  <a:cubicBezTo>
                    <a:pt x="87480" y="441"/>
                    <a:pt x="87472" y="435"/>
                    <a:pt x="87460" y="435"/>
                  </a:cubicBezTo>
                  <a:cubicBezTo>
                    <a:pt x="87423" y="435"/>
                    <a:pt x="87343" y="487"/>
                    <a:pt x="87297" y="487"/>
                  </a:cubicBezTo>
                  <a:cubicBezTo>
                    <a:pt x="87262" y="496"/>
                    <a:pt x="87229" y="499"/>
                    <a:pt x="87197" y="499"/>
                  </a:cubicBezTo>
                  <a:cubicBezTo>
                    <a:pt x="87120" y="499"/>
                    <a:pt x="87049" y="478"/>
                    <a:pt x="86963" y="456"/>
                  </a:cubicBezTo>
                  <a:cubicBezTo>
                    <a:pt x="86952" y="451"/>
                    <a:pt x="86938" y="448"/>
                    <a:pt x="86922" y="448"/>
                  </a:cubicBezTo>
                  <a:cubicBezTo>
                    <a:pt x="86851" y="448"/>
                    <a:pt x="86745" y="498"/>
                    <a:pt x="86720" y="547"/>
                  </a:cubicBezTo>
                  <a:cubicBezTo>
                    <a:pt x="86710" y="558"/>
                    <a:pt x="86696" y="562"/>
                    <a:pt x="86680" y="562"/>
                  </a:cubicBezTo>
                  <a:cubicBezTo>
                    <a:pt x="86609" y="562"/>
                    <a:pt x="86496" y="483"/>
                    <a:pt x="86436" y="483"/>
                  </a:cubicBezTo>
                  <a:cubicBezTo>
                    <a:pt x="86428" y="483"/>
                    <a:pt x="86421" y="484"/>
                    <a:pt x="86416" y="487"/>
                  </a:cubicBezTo>
                  <a:cubicBezTo>
                    <a:pt x="86385" y="517"/>
                    <a:pt x="86325" y="547"/>
                    <a:pt x="86294" y="578"/>
                  </a:cubicBezTo>
                  <a:lnTo>
                    <a:pt x="86264" y="578"/>
                  </a:lnTo>
                  <a:cubicBezTo>
                    <a:pt x="86233" y="578"/>
                    <a:pt x="86112" y="517"/>
                    <a:pt x="86082" y="487"/>
                  </a:cubicBezTo>
                  <a:cubicBezTo>
                    <a:pt x="86078" y="483"/>
                    <a:pt x="86073" y="482"/>
                    <a:pt x="86066" y="482"/>
                  </a:cubicBezTo>
                  <a:cubicBezTo>
                    <a:pt x="86012" y="482"/>
                    <a:pt x="85862" y="578"/>
                    <a:pt x="85808" y="578"/>
                  </a:cubicBezTo>
                  <a:cubicBezTo>
                    <a:pt x="85747" y="578"/>
                    <a:pt x="85717" y="365"/>
                    <a:pt x="85808" y="335"/>
                  </a:cubicBezTo>
                  <a:cubicBezTo>
                    <a:pt x="85899" y="335"/>
                    <a:pt x="85899" y="243"/>
                    <a:pt x="85808" y="152"/>
                  </a:cubicBezTo>
                  <a:lnTo>
                    <a:pt x="85717" y="91"/>
                  </a:lnTo>
                  <a:cubicBezTo>
                    <a:pt x="85656" y="91"/>
                    <a:pt x="85595" y="335"/>
                    <a:pt x="85595" y="395"/>
                  </a:cubicBezTo>
                  <a:cubicBezTo>
                    <a:pt x="85595" y="464"/>
                    <a:pt x="85527" y="498"/>
                    <a:pt x="85428" y="498"/>
                  </a:cubicBezTo>
                  <a:cubicBezTo>
                    <a:pt x="85396" y="498"/>
                    <a:pt x="85360" y="494"/>
                    <a:pt x="85322" y="487"/>
                  </a:cubicBezTo>
                  <a:lnTo>
                    <a:pt x="85200" y="487"/>
                  </a:lnTo>
                  <a:cubicBezTo>
                    <a:pt x="84987" y="456"/>
                    <a:pt x="84987" y="456"/>
                    <a:pt x="84957" y="274"/>
                  </a:cubicBezTo>
                  <a:cubicBezTo>
                    <a:pt x="84957" y="243"/>
                    <a:pt x="84957" y="243"/>
                    <a:pt x="84957" y="243"/>
                  </a:cubicBezTo>
                  <a:cubicBezTo>
                    <a:pt x="84805" y="213"/>
                    <a:pt x="84775" y="122"/>
                    <a:pt x="84683" y="31"/>
                  </a:cubicBezTo>
                  <a:lnTo>
                    <a:pt x="84653" y="0"/>
                  </a:lnTo>
                  <a:cubicBezTo>
                    <a:pt x="84501" y="31"/>
                    <a:pt x="84501" y="183"/>
                    <a:pt x="84623" y="365"/>
                  </a:cubicBezTo>
                  <a:lnTo>
                    <a:pt x="84562" y="487"/>
                  </a:lnTo>
                  <a:lnTo>
                    <a:pt x="84471" y="669"/>
                  </a:lnTo>
                  <a:cubicBezTo>
                    <a:pt x="84258" y="639"/>
                    <a:pt x="84136" y="365"/>
                    <a:pt x="84167" y="335"/>
                  </a:cubicBezTo>
                  <a:cubicBezTo>
                    <a:pt x="84227" y="304"/>
                    <a:pt x="84288" y="274"/>
                    <a:pt x="84349" y="213"/>
                  </a:cubicBezTo>
                  <a:cubicBezTo>
                    <a:pt x="84349" y="183"/>
                    <a:pt x="84288" y="152"/>
                    <a:pt x="84258" y="152"/>
                  </a:cubicBezTo>
                  <a:cubicBezTo>
                    <a:pt x="84045" y="183"/>
                    <a:pt x="83863" y="213"/>
                    <a:pt x="83680" y="213"/>
                  </a:cubicBezTo>
                  <a:cubicBezTo>
                    <a:pt x="83467" y="122"/>
                    <a:pt x="83285" y="91"/>
                    <a:pt x="83103" y="61"/>
                  </a:cubicBezTo>
                  <a:cubicBezTo>
                    <a:pt x="83012" y="61"/>
                    <a:pt x="82981" y="122"/>
                    <a:pt x="82981" y="152"/>
                  </a:cubicBezTo>
                  <a:cubicBezTo>
                    <a:pt x="82981" y="152"/>
                    <a:pt x="82738" y="243"/>
                    <a:pt x="82708" y="304"/>
                  </a:cubicBezTo>
                  <a:cubicBezTo>
                    <a:pt x="82685" y="349"/>
                    <a:pt x="82647" y="377"/>
                    <a:pt x="82628" y="377"/>
                  </a:cubicBezTo>
                  <a:cubicBezTo>
                    <a:pt x="82621" y="377"/>
                    <a:pt x="82616" y="373"/>
                    <a:pt x="82616" y="365"/>
                  </a:cubicBezTo>
                  <a:lnTo>
                    <a:pt x="82616" y="335"/>
                  </a:lnTo>
                  <a:cubicBezTo>
                    <a:pt x="82616" y="274"/>
                    <a:pt x="82647" y="213"/>
                    <a:pt x="82647" y="213"/>
                  </a:cubicBezTo>
                  <a:lnTo>
                    <a:pt x="82556" y="152"/>
                  </a:lnTo>
                  <a:cubicBezTo>
                    <a:pt x="82511" y="130"/>
                    <a:pt x="82441" y="124"/>
                    <a:pt x="82368" y="124"/>
                  </a:cubicBezTo>
                  <a:cubicBezTo>
                    <a:pt x="82288" y="124"/>
                    <a:pt x="82203" y="131"/>
                    <a:pt x="82143" y="131"/>
                  </a:cubicBezTo>
                  <a:cubicBezTo>
                    <a:pt x="82109" y="131"/>
                    <a:pt x="82083" y="129"/>
                    <a:pt x="82069" y="122"/>
                  </a:cubicBezTo>
                  <a:cubicBezTo>
                    <a:pt x="82024" y="107"/>
                    <a:pt x="81970" y="99"/>
                    <a:pt x="81917" y="99"/>
                  </a:cubicBezTo>
                  <a:cubicBezTo>
                    <a:pt x="81864" y="99"/>
                    <a:pt x="81811" y="107"/>
                    <a:pt x="81765" y="122"/>
                  </a:cubicBezTo>
                  <a:cubicBezTo>
                    <a:pt x="81742" y="145"/>
                    <a:pt x="81714" y="155"/>
                    <a:pt x="81687" y="155"/>
                  </a:cubicBezTo>
                  <a:cubicBezTo>
                    <a:pt x="81644" y="155"/>
                    <a:pt x="81602" y="129"/>
                    <a:pt x="81583" y="91"/>
                  </a:cubicBezTo>
                  <a:lnTo>
                    <a:pt x="81522" y="31"/>
                  </a:lnTo>
                  <a:lnTo>
                    <a:pt x="81461" y="31"/>
                  </a:lnTo>
                  <a:lnTo>
                    <a:pt x="814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0" name="Google Shape;4190;p51"/>
          <p:cNvGrpSpPr/>
          <p:nvPr/>
        </p:nvGrpSpPr>
        <p:grpSpPr>
          <a:xfrm>
            <a:off x="5968974" y="3113903"/>
            <a:ext cx="397595" cy="394723"/>
            <a:chOff x="7030803" y="563820"/>
            <a:chExt cx="2083830" cy="2068780"/>
          </a:xfrm>
        </p:grpSpPr>
        <p:sp>
          <p:nvSpPr>
            <p:cNvPr id="4191" name="Google Shape;4191;p51"/>
            <p:cNvSpPr/>
            <p:nvPr/>
          </p:nvSpPr>
          <p:spPr>
            <a:xfrm rot="-2554597">
              <a:off x="6873154" y="1435106"/>
              <a:ext cx="2367936" cy="456642"/>
            </a:xfrm>
            <a:custGeom>
              <a:rect b="b" l="l" r="r" t="t"/>
              <a:pathLst>
                <a:path extrusionOk="0" h="18265" w="94714">
                  <a:moveTo>
                    <a:pt x="17417" y="2310"/>
                  </a:moveTo>
                  <a:cubicBezTo>
                    <a:pt x="17448" y="2310"/>
                    <a:pt x="17509" y="2341"/>
                    <a:pt x="17539" y="2371"/>
                  </a:cubicBezTo>
                  <a:cubicBezTo>
                    <a:pt x="17539" y="2401"/>
                    <a:pt x="17509" y="2432"/>
                    <a:pt x="17478" y="2462"/>
                  </a:cubicBezTo>
                  <a:cubicBezTo>
                    <a:pt x="17448" y="2493"/>
                    <a:pt x="17387" y="2493"/>
                    <a:pt x="17357" y="2493"/>
                  </a:cubicBezTo>
                  <a:lnTo>
                    <a:pt x="17144" y="2614"/>
                  </a:lnTo>
                  <a:cubicBezTo>
                    <a:pt x="16992" y="2553"/>
                    <a:pt x="17022" y="2432"/>
                    <a:pt x="17235" y="2371"/>
                  </a:cubicBezTo>
                  <a:lnTo>
                    <a:pt x="17417" y="2310"/>
                  </a:lnTo>
                  <a:close/>
                  <a:moveTo>
                    <a:pt x="12341" y="2736"/>
                  </a:moveTo>
                  <a:cubicBezTo>
                    <a:pt x="12433" y="2736"/>
                    <a:pt x="12402" y="2979"/>
                    <a:pt x="12281" y="3040"/>
                  </a:cubicBezTo>
                  <a:cubicBezTo>
                    <a:pt x="12247" y="3051"/>
                    <a:pt x="12214" y="3058"/>
                    <a:pt x="12185" y="3058"/>
                  </a:cubicBezTo>
                  <a:cubicBezTo>
                    <a:pt x="12135" y="3058"/>
                    <a:pt x="12098" y="3037"/>
                    <a:pt x="12098" y="2979"/>
                  </a:cubicBezTo>
                  <a:cubicBezTo>
                    <a:pt x="12129" y="2888"/>
                    <a:pt x="12220" y="2797"/>
                    <a:pt x="12341" y="2736"/>
                  </a:cubicBezTo>
                  <a:close/>
                  <a:moveTo>
                    <a:pt x="82756" y="2780"/>
                  </a:moveTo>
                  <a:cubicBezTo>
                    <a:pt x="82765" y="2780"/>
                    <a:pt x="82768" y="2786"/>
                    <a:pt x="82768" y="2797"/>
                  </a:cubicBezTo>
                  <a:cubicBezTo>
                    <a:pt x="82738" y="2857"/>
                    <a:pt x="82768" y="2888"/>
                    <a:pt x="82799" y="2888"/>
                  </a:cubicBezTo>
                  <a:cubicBezTo>
                    <a:pt x="82829" y="2888"/>
                    <a:pt x="82890" y="2949"/>
                    <a:pt x="82920" y="2979"/>
                  </a:cubicBezTo>
                  <a:cubicBezTo>
                    <a:pt x="82768" y="3009"/>
                    <a:pt x="82647" y="3040"/>
                    <a:pt x="82525" y="3070"/>
                  </a:cubicBezTo>
                  <a:cubicBezTo>
                    <a:pt x="82495" y="3070"/>
                    <a:pt x="82464" y="3040"/>
                    <a:pt x="82434" y="3009"/>
                  </a:cubicBezTo>
                  <a:cubicBezTo>
                    <a:pt x="82403" y="2979"/>
                    <a:pt x="82434" y="2918"/>
                    <a:pt x="82434" y="2918"/>
                  </a:cubicBezTo>
                  <a:lnTo>
                    <a:pt x="82616" y="2888"/>
                  </a:lnTo>
                  <a:cubicBezTo>
                    <a:pt x="82697" y="2807"/>
                    <a:pt x="82738" y="2780"/>
                    <a:pt x="82756" y="2780"/>
                  </a:cubicBezTo>
                  <a:close/>
                  <a:moveTo>
                    <a:pt x="81639" y="3136"/>
                  </a:moveTo>
                  <a:cubicBezTo>
                    <a:pt x="81674" y="3136"/>
                    <a:pt x="81708" y="3144"/>
                    <a:pt x="81735" y="3161"/>
                  </a:cubicBezTo>
                  <a:cubicBezTo>
                    <a:pt x="81856" y="3192"/>
                    <a:pt x="81886" y="3282"/>
                    <a:pt x="81797" y="3313"/>
                  </a:cubicBezTo>
                  <a:lnTo>
                    <a:pt x="81797" y="3313"/>
                  </a:lnTo>
                  <a:cubicBezTo>
                    <a:pt x="81685" y="3308"/>
                    <a:pt x="81576" y="3278"/>
                    <a:pt x="81492" y="3222"/>
                  </a:cubicBezTo>
                  <a:cubicBezTo>
                    <a:pt x="81470" y="3179"/>
                    <a:pt x="81555" y="3136"/>
                    <a:pt x="81639" y="3136"/>
                  </a:cubicBezTo>
                  <a:close/>
                  <a:moveTo>
                    <a:pt x="8542" y="3526"/>
                  </a:moveTo>
                  <a:lnTo>
                    <a:pt x="8724" y="3617"/>
                  </a:lnTo>
                  <a:cubicBezTo>
                    <a:pt x="8697" y="3671"/>
                    <a:pt x="8653" y="3713"/>
                    <a:pt x="8598" y="3743"/>
                  </a:cubicBezTo>
                  <a:lnTo>
                    <a:pt x="8598" y="3743"/>
                  </a:lnTo>
                  <a:cubicBezTo>
                    <a:pt x="8581" y="3721"/>
                    <a:pt x="8564" y="3700"/>
                    <a:pt x="8542" y="3678"/>
                  </a:cubicBezTo>
                  <a:lnTo>
                    <a:pt x="8451" y="3678"/>
                  </a:lnTo>
                  <a:cubicBezTo>
                    <a:pt x="8420" y="3678"/>
                    <a:pt x="8420" y="3617"/>
                    <a:pt x="8420" y="3556"/>
                  </a:cubicBezTo>
                  <a:cubicBezTo>
                    <a:pt x="8420" y="3526"/>
                    <a:pt x="8512" y="3526"/>
                    <a:pt x="8542" y="3526"/>
                  </a:cubicBezTo>
                  <a:close/>
                  <a:moveTo>
                    <a:pt x="10244" y="3496"/>
                  </a:moveTo>
                  <a:cubicBezTo>
                    <a:pt x="10305" y="3496"/>
                    <a:pt x="10366" y="3526"/>
                    <a:pt x="10335" y="3556"/>
                  </a:cubicBezTo>
                  <a:lnTo>
                    <a:pt x="10335" y="3587"/>
                  </a:lnTo>
                  <a:lnTo>
                    <a:pt x="10335" y="3617"/>
                  </a:lnTo>
                  <a:cubicBezTo>
                    <a:pt x="10314" y="3660"/>
                    <a:pt x="10338" y="3703"/>
                    <a:pt x="10375" y="3703"/>
                  </a:cubicBezTo>
                  <a:cubicBezTo>
                    <a:pt x="10391" y="3703"/>
                    <a:pt x="10409" y="3696"/>
                    <a:pt x="10426" y="3678"/>
                  </a:cubicBezTo>
                  <a:lnTo>
                    <a:pt x="10457" y="3678"/>
                  </a:lnTo>
                  <a:cubicBezTo>
                    <a:pt x="10461" y="3676"/>
                    <a:pt x="10465" y="3675"/>
                    <a:pt x="10470" y="3675"/>
                  </a:cubicBezTo>
                  <a:cubicBezTo>
                    <a:pt x="10537" y="3675"/>
                    <a:pt x="10664" y="3860"/>
                    <a:pt x="10578" y="3860"/>
                  </a:cubicBezTo>
                  <a:lnTo>
                    <a:pt x="10001" y="3860"/>
                  </a:lnTo>
                  <a:cubicBezTo>
                    <a:pt x="10001" y="3769"/>
                    <a:pt x="10031" y="3648"/>
                    <a:pt x="10031" y="3648"/>
                  </a:cubicBezTo>
                  <a:cubicBezTo>
                    <a:pt x="10183" y="3648"/>
                    <a:pt x="10183" y="3556"/>
                    <a:pt x="10244" y="3496"/>
                  </a:cubicBezTo>
                  <a:close/>
                  <a:moveTo>
                    <a:pt x="9506" y="3483"/>
                  </a:moveTo>
                  <a:cubicBezTo>
                    <a:pt x="9527" y="3483"/>
                    <a:pt x="9550" y="3487"/>
                    <a:pt x="9575" y="3496"/>
                  </a:cubicBezTo>
                  <a:cubicBezTo>
                    <a:pt x="9667" y="3526"/>
                    <a:pt x="9758" y="3587"/>
                    <a:pt x="9819" y="3678"/>
                  </a:cubicBezTo>
                  <a:lnTo>
                    <a:pt x="9849" y="3739"/>
                  </a:lnTo>
                  <a:cubicBezTo>
                    <a:pt x="9827" y="3805"/>
                    <a:pt x="9758" y="3855"/>
                    <a:pt x="9675" y="3855"/>
                  </a:cubicBezTo>
                  <a:cubicBezTo>
                    <a:pt x="9643" y="3855"/>
                    <a:pt x="9609" y="3847"/>
                    <a:pt x="9575" y="3830"/>
                  </a:cubicBezTo>
                  <a:lnTo>
                    <a:pt x="9484" y="3830"/>
                  </a:lnTo>
                  <a:cubicBezTo>
                    <a:pt x="9423" y="3830"/>
                    <a:pt x="9363" y="3830"/>
                    <a:pt x="9332" y="3860"/>
                  </a:cubicBezTo>
                  <a:lnTo>
                    <a:pt x="9332" y="3982"/>
                  </a:lnTo>
                  <a:cubicBezTo>
                    <a:pt x="9241" y="3982"/>
                    <a:pt x="9180" y="3891"/>
                    <a:pt x="9180" y="3830"/>
                  </a:cubicBezTo>
                  <a:lnTo>
                    <a:pt x="9211" y="3769"/>
                  </a:lnTo>
                  <a:cubicBezTo>
                    <a:pt x="9211" y="3739"/>
                    <a:pt x="9211" y="3678"/>
                    <a:pt x="9211" y="3678"/>
                  </a:cubicBezTo>
                  <a:cubicBezTo>
                    <a:pt x="9315" y="3626"/>
                    <a:pt x="9375" y="3483"/>
                    <a:pt x="9506" y="3483"/>
                  </a:cubicBezTo>
                  <a:close/>
                  <a:moveTo>
                    <a:pt x="9940" y="4316"/>
                  </a:moveTo>
                  <a:lnTo>
                    <a:pt x="10153" y="4347"/>
                  </a:lnTo>
                  <a:cubicBezTo>
                    <a:pt x="10426" y="4408"/>
                    <a:pt x="10639" y="4468"/>
                    <a:pt x="10639" y="4499"/>
                  </a:cubicBezTo>
                  <a:cubicBezTo>
                    <a:pt x="10639" y="4542"/>
                    <a:pt x="10578" y="4585"/>
                    <a:pt x="10500" y="4585"/>
                  </a:cubicBezTo>
                  <a:cubicBezTo>
                    <a:pt x="10467" y="4585"/>
                    <a:pt x="10432" y="4577"/>
                    <a:pt x="10396" y="4560"/>
                  </a:cubicBezTo>
                  <a:lnTo>
                    <a:pt x="10244" y="4560"/>
                  </a:lnTo>
                  <a:cubicBezTo>
                    <a:pt x="10122" y="4560"/>
                    <a:pt x="10001" y="4529"/>
                    <a:pt x="9879" y="4468"/>
                  </a:cubicBezTo>
                  <a:cubicBezTo>
                    <a:pt x="9849" y="4438"/>
                    <a:pt x="9819" y="4408"/>
                    <a:pt x="9819" y="4377"/>
                  </a:cubicBezTo>
                  <a:cubicBezTo>
                    <a:pt x="9849" y="4347"/>
                    <a:pt x="9879" y="4316"/>
                    <a:pt x="9940" y="4316"/>
                  </a:cubicBezTo>
                  <a:close/>
                  <a:moveTo>
                    <a:pt x="8811" y="4402"/>
                  </a:moveTo>
                  <a:cubicBezTo>
                    <a:pt x="8877" y="4402"/>
                    <a:pt x="8979" y="4488"/>
                    <a:pt x="9059" y="4620"/>
                  </a:cubicBezTo>
                  <a:lnTo>
                    <a:pt x="8755" y="4681"/>
                  </a:lnTo>
                  <a:lnTo>
                    <a:pt x="8663" y="4681"/>
                  </a:lnTo>
                  <a:cubicBezTo>
                    <a:pt x="8649" y="4696"/>
                    <a:pt x="8627" y="4702"/>
                    <a:pt x="8604" y="4702"/>
                  </a:cubicBezTo>
                  <a:cubicBezTo>
                    <a:pt x="8529" y="4702"/>
                    <a:pt x="8435" y="4643"/>
                    <a:pt x="8481" y="4620"/>
                  </a:cubicBezTo>
                  <a:lnTo>
                    <a:pt x="8785" y="4408"/>
                  </a:lnTo>
                  <a:cubicBezTo>
                    <a:pt x="8793" y="4404"/>
                    <a:pt x="8802" y="4402"/>
                    <a:pt x="8811" y="4402"/>
                  </a:cubicBezTo>
                  <a:close/>
                  <a:moveTo>
                    <a:pt x="11133" y="4107"/>
                  </a:moveTo>
                  <a:cubicBezTo>
                    <a:pt x="11149" y="4107"/>
                    <a:pt x="11166" y="4114"/>
                    <a:pt x="11186" y="4134"/>
                  </a:cubicBezTo>
                  <a:cubicBezTo>
                    <a:pt x="11217" y="4164"/>
                    <a:pt x="11247" y="4225"/>
                    <a:pt x="11247" y="4256"/>
                  </a:cubicBezTo>
                  <a:lnTo>
                    <a:pt x="11217" y="4347"/>
                  </a:lnTo>
                  <a:cubicBezTo>
                    <a:pt x="11126" y="4468"/>
                    <a:pt x="11156" y="4560"/>
                    <a:pt x="11247" y="4590"/>
                  </a:cubicBezTo>
                  <a:lnTo>
                    <a:pt x="11278" y="4620"/>
                  </a:lnTo>
                  <a:cubicBezTo>
                    <a:pt x="11338" y="4712"/>
                    <a:pt x="11217" y="4772"/>
                    <a:pt x="11126" y="4803"/>
                  </a:cubicBezTo>
                  <a:cubicBezTo>
                    <a:pt x="11065" y="4803"/>
                    <a:pt x="11004" y="4803"/>
                    <a:pt x="10974" y="4772"/>
                  </a:cubicBezTo>
                  <a:lnTo>
                    <a:pt x="10882" y="4681"/>
                  </a:lnTo>
                  <a:cubicBezTo>
                    <a:pt x="10822" y="4590"/>
                    <a:pt x="10943" y="4438"/>
                    <a:pt x="10882" y="4377"/>
                  </a:cubicBezTo>
                  <a:cubicBezTo>
                    <a:pt x="10852" y="4316"/>
                    <a:pt x="10852" y="4225"/>
                    <a:pt x="10882" y="4134"/>
                  </a:cubicBezTo>
                  <a:lnTo>
                    <a:pt x="11034" y="4134"/>
                  </a:lnTo>
                  <a:cubicBezTo>
                    <a:pt x="11075" y="4134"/>
                    <a:pt x="11102" y="4107"/>
                    <a:pt x="11133" y="4107"/>
                  </a:cubicBezTo>
                  <a:close/>
                  <a:moveTo>
                    <a:pt x="10457" y="4742"/>
                  </a:moveTo>
                  <a:cubicBezTo>
                    <a:pt x="10791" y="4863"/>
                    <a:pt x="10882" y="4985"/>
                    <a:pt x="10639" y="4985"/>
                  </a:cubicBezTo>
                  <a:lnTo>
                    <a:pt x="10396" y="4985"/>
                  </a:lnTo>
                  <a:cubicBezTo>
                    <a:pt x="10366" y="4924"/>
                    <a:pt x="10305" y="4863"/>
                    <a:pt x="10274" y="4863"/>
                  </a:cubicBezTo>
                  <a:lnTo>
                    <a:pt x="10183" y="4863"/>
                  </a:lnTo>
                  <a:cubicBezTo>
                    <a:pt x="10153" y="4863"/>
                    <a:pt x="10153" y="4803"/>
                    <a:pt x="10153" y="4742"/>
                  </a:cubicBezTo>
                  <a:close/>
                  <a:moveTo>
                    <a:pt x="87566" y="6443"/>
                  </a:moveTo>
                  <a:cubicBezTo>
                    <a:pt x="87624" y="6443"/>
                    <a:pt x="87667" y="6472"/>
                    <a:pt x="87688" y="6525"/>
                  </a:cubicBezTo>
                  <a:lnTo>
                    <a:pt x="87688" y="6525"/>
                  </a:lnTo>
                  <a:cubicBezTo>
                    <a:pt x="87653" y="6627"/>
                    <a:pt x="87382" y="6839"/>
                    <a:pt x="87297" y="6839"/>
                  </a:cubicBezTo>
                  <a:cubicBezTo>
                    <a:pt x="87206" y="6809"/>
                    <a:pt x="87176" y="6778"/>
                    <a:pt x="87176" y="6748"/>
                  </a:cubicBezTo>
                  <a:lnTo>
                    <a:pt x="87206" y="6748"/>
                  </a:lnTo>
                  <a:cubicBezTo>
                    <a:pt x="87267" y="6718"/>
                    <a:pt x="87358" y="6687"/>
                    <a:pt x="87419" y="6657"/>
                  </a:cubicBezTo>
                  <a:cubicBezTo>
                    <a:pt x="87449" y="6626"/>
                    <a:pt x="87388" y="6535"/>
                    <a:pt x="87419" y="6505"/>
                  </a:cubicBezTo>
                  <a:lnTo>
                    <a:pt x="87449" y="6474"/>
                  </a:lnTo>
                  <a:cubicBezTo>
                    <a:pt x="87492" y="6453"/>
                    <a:pt x="87531" y="6443"/>
                    <a:pt x="87566" y="6443"/>
                  </a:cubicBezTo>
                  <a:close/>
                  <a:moveTo>
                    <a:pt x="88923" y="7361"/>
                  </a:moveTo>
                  <a:cubicBezTo>
                    <a:pt x="88961" y="7361"/>
                    <a:pt x="88990" y="7369"/>
                    <a:pt x="88999" y="7386"/>
                  </a:cubicBezTo>
                  <a:cubicBezTo>
                    <a:pt x="89060" y="7508"/>
                    <a:pt x="89091" y="7629"/>
                    <a:pt x="89091" y="7721"/>
                  </a:cubicBezTo>
                  <a:cubicBezTo>
                    <a:pt x="89091" y="7758"/>
                    <a:pt x="89067" y="7784"/>
                    <a:pt x="89021" y="7784"/>
                  </a:cubicBezTo>
                  <a:cubicBezTo>
                    <a:pt x="88992" y="7784"/>
                    <a:pt x="88955" y="7774"/>
                    <a:pt x="88908" y="7751"/>
                  </a:cubicBezTo>
                  <a:lnTo>
                    <a:pt x="88847" y="7751"/>
                  </a:lnTo>
                  <a:cubicBezTo>
                    <a:pt x="88787" y="7751"/>
                    <a:pt x="88695" y="7812"/>
                    <a:pt x="88635" y="7812"/>
                  </a:cubicBezTo>
                  <a:lnTo>
                    <a:pt x="88331" y="7842"/>
                  </a:lnTo>
                  <a:cubicBezTo>
                    <a:pt x="88386" y="7676"/>
                    <a:pt x="88442" y="7534"/>
                    <a:pt x="88474" y="7534"/>
                  </a:cubicBezTo>
                  <a:cubicBezTo>
                    <a:pt x="88477" y="7534"/>
                    <a:pt x="88480" y="7536"/>
                    <a:pt x="88483" y="7538"/>
                  </a:cubicBezTo>
                  <a:cubicBezTo>
                    <a:pt x="88488" y="7544"/>
                    <a:pt x="88498" y="7546"/>
                    <a:pt x="88510" y="7546"/>
                  </a:cubicBezTo>
                  <a:cubicBezTo>
                    <a:pt x="88565" y="7546"/>
                    <a:pt x="88671" y="7497"/>
                    <a:pt x="88695" y="7447"/>
                  </a:cubicBezTo>
                  <a:cubicBezTo>
                    <a:pt x="88695" y="7404"/>
                    <a:pt x="88832" y="7361"/>
                    <a:pt x="88923" y="7361"/>
                  </a:cubicBezTo>
                  <a:close/>
                  <a:moveTo>
                    <a:pt x="7782" y="7082"/>
                  </a:moveTo>
                  <a:cubicBezTo>
                    <a:pt x="7904" y="7082"/>
                    <a:pt x="8025" y="7113"/>
                    <a:pt x="8147" y="7143"/>
                  </a:cubicBezTo>
                  <a:lnTo>
                    <a:pt x="7995" y="7143"/>
                  </a:lnTo>
                  <a:lnTo>
                    <a:pt x="7934" y="7174"/>
                  </a:lnTo>
                  <a:lnTo>
                    <a:pt x="7600" y="7295"/>
                  </a:lnTo>
                  <a:cubicBezTo>
                    <a:pt x="7569" y="7569"/>
                    <a:pt x="7752" y="7721"/>
                    <a:pt x="7812" y="7721"/>
                  </a:cubicBezTo>
                  <a:cubicBezTo>
                    <a:pt x="7838" y="7708"/>
                    <a:pt x="7863" y="7701"/>
                    <a:pt x="7886" y="7701"/>
                  </a:cubicBezTo>
                  <a:cubicBezTo>
                    <a:pt x="7918" y="7701"/>
                    <a:pt x="7947" y="7715"/>
                    <a:pt x="7964" y="7751"/>
                  </a:cubicBezTo>
                  <a:lnTo>
                    <a:pt x="7904" y="7873"/>
                  </a:lnTo>
                  <a:cubicBezTo>
                    <a:pt x="7851" y="7926"/>
                    <a:pt x="7777" y="7958"/>
                    <a:pt x="7701" y="7958"/>
                  </a:cubicBezTo>
                  <a:cubicBezTo>
                    <a:pt x="7646" y="7958"/>
                    <a:pt x="7590" y="7941"/>
                    <a:pt x="7539" y="7903"/>
                  </a:cubicBezTo>
                  <a:lnTo>
                    <a:pt x="7448" y="7842"/>
                  </a:lnTo>
                  <a:cubicBezTo>
                    <a:pt x="7387" y="7781"/>
                    <a:pt x="7326" y="7721"/>
                    <a:pt x="7265" y="7690"/>
                  </a:cubicBezTo>
                  <a:cubicBezTo>
                    <a:pt x="7174" y="7599"/>
                    <a:pt x="7448" y="7569"/>
                    <a:pt x="7296" y="7478"/>
                  </a:cubicBezTo>
                  <a:cubicBezTo>
                    <a:pt x="7296" y="7447"/>
                    <a:pt x="7326" y="7417"/>
                    <a:pt x="7326" y="7417"/>
                  </a:cubicBezTo>
                  <a:lnTo>
                    <a:pt x="7539" y="7295"/>
                  </a:lnTo>
                  <a:cubicBezTo>
                    <a:pt x="7539" y="7174"/>
                    <a:pt x="7660" y="7113"/>
                    <a:pt x="7782" y="7082"/>
                  </a:cubicBezTo>
                  <a:close/>
                  <a:moveTo>
                    <a:pt x="2645" y="9058"/>
                  </a:moveTo>
                  <a:lnTo>
                    <a:pt x="2645" y="9058"/>
                  </a:lnTo>
                  <a:cubicBezTo>
                    <a:pt x="2676" y="9088"/>
                    <a:pt x="2676" y="9119"/>
                    <a:pt x="2615" y="9149"/>
                  </a:cubicBezTo>
                  <a:lnTo>
                    <a:pt x="2645" y="9210"/>
                  </a:lnTo>
                  <a:lnTo>
                    <a:pt x="2676" y="9332"/>
                  </a:lnTo>
                  <a:cubicBezTo>
                    <a:pt x="2635" y="9352"/>
                    <a:pt x="2578" y="9359"/>
                    <a:pt x="2516" y="9359"/>
                  </a:cubicBezTo>
                  <a:cubicBezTo>
                    <a:pt x="2392" y="9359"/>
                    <a:pt x="2250" y="9332"/>
                    <a:pt x="2189" y="9332"/>
                  </a:cubicBezTo>
                  <a:cubicBezTo>
                    <a:pt x="2098" y="9332"/>
                    <a:pt x="2007" y="9301"/>
                    <a:pt x="1946" y="9240"/>
                  </a:cubicBezTo>
                  <a:lnTo>
                    <a:pt x="1946" y="9180"/>
                  </a:lnTo>
                  <a:cubicBezTo>
                    <a:pt x="1976" y="9149"/>
                    <a:pt x="2037" y="9149"/>
                    <a:pt x="2068" y="9149"/>
                  </a:cubicBezTo>
                  <a:cubicBezTo>
                    <a:pt x="2159" y="9180"/>
                    <a:pt x="2280" y="9210"/>
                    <a:pt x="2372" y="9210"/>
                  </a:cubicBezTo>
                  <a:cubicBezTo>
                    <a:pt x="2493" y="9180"/>
                    <a:pt x="2584" y="9149"/>
                    <a:pt x="2645" y="9058"/>
                  </a:cubicBezTo>
                  <a:close/>
                  <a:moveTo>
                    <a:pt x="1500" y="8832"/>
                  </a:moveTo>
                  <a:cubicBezTo>
                    <a:pt x="1536" y="8832"/>
                    <a:pt x="1669" y="8973"/>
                    <a:pt x="1824" y="9180"/>
                  </a:cubicBezTo>
                  <a:lnTo>
                    <a:pt x="1794" y="9332"/>
                  </a:lnTo>
                  <a:cubicBezTo>
                    <a:pt x="1794" y="9362"/>
                    <a:pt x="1764" y="9392"/>
                    <a:pt x="1703" y="9423"/>
                  </a:cubicBezTo>
                  <a:cubicBezTo>
                    <a:pt x="1672" y="9423"/>
                    <a:pt x="1612" y="9392"/>
                    <a:pt x="1612" y="9362"/>
                  </a:cubicBezTo>
                  <a:lnTo>
                    <a:pt x="1581" y="9240"/>
                  </a:lnTo>
                  <a:cubicBezTo>
                    <a:pt x="1520" y="9119"/>
                    <a:pt x="1520" y="8967"/>
                    <a:pt x="1490" y="8845"/>
                  </a:cubicBezTo>
                  <a:cubicBezTo>
                    <a:pt x="1490" y="8836"/>
                    <a:pt x="1493" y="8832"/>
                    <a:pt x="1500" y="8832"/>
                  </a:cubicBezTo>
                  <a:close/>
                  <a:moveTo>
                    <a:pt x="91188" y="10000"/>
                  </a:moveTo>
                  <a:cubicBezTo>
                    <a:pt x="91300" y="10000"/>
                    <a:pt x="91542" y="10156"/>
                    <a:pt x="91578" y="10156"/>
                  </a:cubicBezTo>
                  <a:cubicBezTo>
                    <a:pt x="91581" y="10156"/>
                    <a:pt x="91583" y="10155"/>
                    <a:pt x="91583" y="10152"/>
                  </a:cubicBezTo>
                  <a:cubicBezTo>
                    <a:pt x="91583" y="10150"/>
                    <a:pt x="91583" y="10149"/>
                    <a:pt x="91583" y="10149"/>
                  </a:cubicBezTo>
                  <a:lnTo>
                    <a:pt x="91583" y="10149"/>
                  </a:lnTo>
                  <a:cubicBezTo>
                    <a:pt x="91587" y="10149"/>
                    <a:pt x="91611" y="10307"/>
                    <a:pt x="91583" y="10335"/>
                  </a:cubicBezTo>
                  <a:cubicBezTo>
                    <a:pt x="91575" y="10343"/>
                    <a:pt x="91562" y="10347"/>
                    <a:pt x="91547" y="10347"/>
                  </a:cubicBezTo>
                  <a:cubicBezTo>
                    <a:pt x="91450" y="10347"/>
                    <a:pt x="91236" y="10201"/>
                    <a:pt x="91157" y="10122"/>
                  </a:cubicBezTo>
                  <a:cubicBezTo>
                    <a:pt x="91036" y="10031"/>
                    <a:pt x="91066" y="10000"/>
                    <a:pt x="91188" y="10000"/>
                  </a:cubicBezTo>
                  <a:close/>
                  <a:moveTo>
                    <a:pt x="943" y="10152"/>
                  </a:moveTo>
                  <a:lnTo>
                    <a:pt x="1004" y="10183"/>
                  </a:lnTo>
                  <a:lnTo>
                    <a:pt x="1095" y="10213"/>
                  </a:lnTo>
                  <a:cubicBezTo>
                    <a:pt x="1217" y="10213"/>
                    <a:pt x="1156" y="10395"/>
                    <a:pt x="1095" y="10456"/>
                  </a:cubicBezTo>
                  <a:cubicBezTo>
                    <a:pt x="1073" y="10478"/>
                    <a:pt x="1044" y="10488"/>
                    <a:pt x="1013" y="10488"/>
                  </a:cubicBezTo>
                  <a:cubicBezTo>
                    <a:pt x="956" y="10488"/>
                    <a:pt x="891" y="10454"/>
                    <a:pt x="852" y="10395"/>
                  </a:cubicBezTo>
                  <a:lnTo>
                    <a:pt x="791" y="10335"/>
                  </a:lnTo>
                  <a:lnTo>
                    <a:pt x="730" y="10274"/>
                  </a:lnTo>
                  <a:cubicBezTo>
                    <a:pt x="791" y="10213"/>
                    <a:pt x="852" y="10152"/>
                    <a:pt x="943" y="10152"/>
                  </a:cubicBezTo>
                  <a:close/>
                  <a:moveTo>
                    <a:pt x="92675" y="10283"/>
                  </a:moveTo>
                  <a:cubicBezTo>
                    <a:pt x="92754" y="10283"/>
                    <a:pt x="92897" y="10311"/>
                    <a:pt x="92986" y="10311"/>
                  </a:cubicBezTo>
                  <a:cubicBezTo>
                    <a:pt x="93009" y="10311"/>
                    <a:pt x="93028" y="10309"/>
                    <a:pt x="93042" y="10304"/>
                  </a:cubicBezTo>
                  <a:cubicBezTo>
                    <a:pt x="93164" y="10304"/>
                    <a:pt x="93224" y="10365"/>
                    <a:pt x="93164" y="10487"/>
                  </a:cubicBezTo>
                  <a:lnTo>
                    <a:pt x="93072" y="10578"/>
                  </a:lnTo>
                  <a:lnTo>
                    <a:pt x="93042" y="10608"/>
                  </a:lnTo>
                  <a:cubicBezTo>
                    <a:pt x="92951" y="10608"/>
                    <a:pt x="92799" y="10578"/>
                    <a:pt x="92768" y="10578"/>
                  </a:cubicBezTo>
                  <a:cubicBezTo>
                    <a:pt x="92708" y="10578"/>
                    <a:pt x="92616" y="10395"/>
                    <a:pt x="92616" y="10304"/>
                  </a:cubicBezTo>
                  <a:cubicBezTo>
                    <a:pt x="92616" y="10288"/>
                    <a:pt x="92639" y="10283"/>
                    <a:pt x="92675" y="10283"/>
                  </a:cubicBezTo>
                  <a:close/>
                  <a:moveTo>
                    <a:pt x="90922" y="10292"/>
                  </a:moveTo>
                  <a:cubicBezTo>
                    <a:pt x="90939" y="10292"/>
                    <a:pt x="90957" y="10295"/>
                    <a:pt x="90975" y="10304"/>
                  </a:cubicBezTo>
                  <a:lnTo>
                    <a:pt x="91036" y="10304"/>
                  </a:lnTo>
                  <a:cubicBezTo>
                    <a:pt x="91157" y="10365"/>
                    <a:pt x="91188" y="10517"/>
                    <a:pt x="91370" y="10517"/>
                  </a:cubicBezTo>
                  <a:lnTo>
                    <a:pt x="91522" y="10517"/>
                  </a:lnTo>
                  <a:cubicBezTo>
                    <a:pt x="91522" y="10639"/>
                    <a:pt x="91340" y="10791"/>
                    <a:pt x="91127" y="10882"/>
                  </a:cubicBezTo>
                  <a:lnTo>
                    <a:pt x="91005" y="10699"/>
                  </a:lnTo>
                  <a:cubicBezTo>
                    <a:pt x="91066" y="10669"/>
                    <a:pt x="91005" y="10578"/>
                    <a:pt x="90884" y="10517"/>
                  </a:cubicBezTo>
                  <a:lnTo>
                    <a:pt x="90853" y="10547"/>
                  </a:lnTo>
                  <a:lnTo>
                    <a:pt x="90701" y="10669"/>
                  </a:lnTo>
                  <a:cubicBezTo>
                    <a:pt x="90671" y="10547"/>
                    <a:pt x="90762" y="10365"/>
                    <a:pt x="90793" y="10335"/>
                  </a:cubicBezTo>
                  <a:cubicBezTo>
                    <a:pt x="90836" y="10313"/>
                    <a:pt x="90879" y="10292"/>
                    <a:pt x="90922" y="10292"/>
                  </a:cubicBezTo>
                  <a:close/>
                  <a:moveTo>
                    <a:pt x="92738" y="10760"/>
                  </a:moveTo>
                  <a:cubicBezTo>
                    <a:pt x="92799" y="10821"/>
                    <a:pt x="92829" y="10882"/>
                    <a:pt x="92860" y="10943"/>
                  </a:cubicBezTo>
                  <a:lnTo>
                    <a:pt x="92951" y="11003"/>
                  </a:lnTo>
                  <a:lnTo>
                    <a:pt x="93042" y="11095"/>
                  </a:lnTo>
                  <a:cubicBezTo>
                    <a:pt x="92996" y="11125"/>
                    <a:pt x="92943" y="11140"/>
                    <a:pt x="92890" y="11140"/>
                  </a:cubicBezTo>
                  <a:cubicBezTo>
                    <a:pt x="92837" y="11140"/>
                    <a:pt x="92784" y="11125"/>
                    <a:pt x="92738" y="11095"/>
                  </a:cubicBezTo>
                  <a:cubicBezTo>
                    <a:pt x="92677" y="11064"/>
                    <a:pt x="92556" y="10851"/>
                    <a:pt x="92586" y="10821"/>
                  </a:cubicBezTo>
                  <a:cubicBezTo>
                    <a:pt x="92616" y="10791"/>
                    <a:pt x="92677" y="10760"/>
                    <a:pt x="92738" y="10760"/>
                  </a:cubicBezTo>
                  <a:close/>
                  <a:moveTo>
                    <a:pt x="15941" y="11394"/>
                  </a:moveTo>
                  <a:cubicBezTo>
                    <a:pt x="15949" y="11394"/>
                    <a:pt x="15955" y="11395"/>
                    <a:pt x="15958" y="11399"/>
                  </a:cubicBezTo>
                  <a:cubicBezTo>
                    <a:pt x="15989" y="11459"/>
                    <a:pt x="15989" y="11520"/>
                    <a:pt x="16019" y="11611"/>
                  </a:cubicBezTo>
                  <a:lnTo>
                    <a:pt x="15898" y="11581"/>
                  </a:lnTo>
                  <a:lnTo>
                    <a:pt x="15685" y="11551"/>
                  </a:lnTo>
                  <a:cubicBezTo>
                    <a:pt x="15667" y="11639"/>
                    <a:pt x="15649" y="11686"/>
                    <a:pt x="15644" y="11686"/>
                  </a:cubicBezTo>
                  <a:cubicBezTo>
                    <a:pt x="15640" y="11686"/>
                    <a:pt x="15642" y="11662"/>
                    <a:pt x="15654" y="11611"/>
                  </a:cubicBezTo>
                  <a:cubicBezTo>
                    <a:pt x="15654" y="11503"/>
                    <a:pt x="15873" y="11394"/>
                    <a:pt x="15941" y="11394"/>
                  </a:cubicBezTo>
                  <a:close/>
                  <a:moveTo>
                    <a:pt x="14560" y="11338"/>
                  </a:moveTo>
                  <a:cubicBezTo>
                    <a:pt x="14712" y="11399"/>
                    <a:pt x="14834" y="11490"/>
                    <a:pt x="14955" y="11611"/>
                  </a:cubicBezTo>
                  <a:cubicBezTo>
                    <a:pt x="15001" y="11656"/>
                    <a:pt x="14861" y="11735"/>
                    <a:pt x="14761" y="11735"/>
                  </a:cubicBezTo>
                  <a:cubicBezTo>
                    <a:pt x="14727" y="11735"/>
                    <a:pt x="14697" y="11726"/>
                    <a:pt x="14682" y="11702"/>
                  </a:cubicBezTo>
                  <a:cubicBezTo>
                    <a:pt x="14627" y="11675"/>
                    <a:pt x="14573" y="11660"/>
                    <a:pt x="14521" y="11660"/>
                  </a:cubicBezTo>
                  <a:cubicBezTo>
                    <a:pt x="14457" y="11660"/>
                    <a:pt x="14398" y="11683"/>
                    <a:pt x="14347" y="11733"/>
                  </a:cubicBezTo>
                  <a:lnTo>
                    <a:pt x="14287" y="11733"/>
                  </a:lnTo>
                  <a:lnTo>
                    <a:pt x="14135" y="11702"/>
                  </a:lnTo>
                  <a:cubicBezTo>
                    <a:pt x="14152" y="11614"/>
                    <a:pt x="14211" y="11567"/>
                    <a:pt x="14294" y="11567"/>
                  </a:cubicBezTo>
                  <a:cubicBezTo>
                    <a:pt x="14352" y="11567"/>
                    <a:pt x="14423" y="11591"/>
                    <a:pt x="14499" y="11642"/>
                  </a:cubicBezTo>
                  <a:lnTo>
                    <a:pt x="14560" y="11338"/>
                  </a:lnTo>
                  <a:close/>
                  <a:moveTo>
                    <a:pt x="12620" y="11409"/>
                  </a:moveTo>
                  <a:cubicBezTo>
                    <a:pt x="12634" y="11409"/>
                    <a:pt x="12652" y="11415"/>
                    <a:pt x="12676" y="11429"/>
                  </a:cubicBezTo>
                  <a:lnTo>
                    <a:pt x="12828" y="11429"/>
                  </a:lnTo>
                  <a:cubicBezTo>
                    <a:pt x="12949" y="11429"/>
                    <a:pt x="12888" y="11611"/>
                    <a:pt x="12828" y="11702"/>
                  </a:cubicBezTo>
                  <a:cubicBezTo>
                    <a:pt x="12814" y="11730"/>
                    <a:pt x="12788" y="11745"/>
                    <a:pt x="12758" y="11745"/>
                  </a:cubicBezTo>
                  <a:cubicBezTo>
                    <a:pt x="12721" y="11745"/>
                    <a:pt x="12679" y="11722"/>
                    <a:pt x="12645" y="11672"/>
                  </a:cubicBezTo>
                  <a:cubicBezTo>
                    <a:pt x="12594" y="11595"/>
                    <a:pt x="12542" y="11409"/>
                    <a:pt x="12620" y="11409"/>
                  </a:cubicBezTo>
                  <a:close/>
                  <a:moveTo>
                    <a:pt x="16718" y="11429"/>
                  </a:moveTo>
                  <a:cubicBezTo>
                    <a:pt x="16779" y="11429"/>
                    <a:pt x="16840" y="11429"/>
                    <a:pt x="16901" y="11459"/>
                  </a:cubicBezTo>
                  <a:lnTo>
                    <a:pt x="16931" y="11490"/>
                  </a:lnTo>
                  <a:cubicBezTo>
                    <a:pt x="16901" y="11611"/>
                    <a:pt x="16810" y="11702"/>
                    <a:pt x="16749" y="11763"/>
                  </a:cubicBezTo>
                  <a:lnTo>
                    <a:pt x="16627" y="11854"/>
                  </a:lnTo>
                  <a:cubicBezTo>
                    <a:pt x="16597" y="11854"/>
                    <a:pt x="16536" y="11824"/>
                    <a:pt x="16506" y="11794"/>
                  </a:cubicBezTo>
                  <a:cubicBezTo>
                    <a:pt x="16506" y="11763"/>
                    <a:pt x="16506" y="11733"/>
                    <a:pt x="16536" y="11702"/>
                  </a:cubicBezTo>
                  <a:lnTo>
                    <a:pt x="16597" y="11672"/>
                  </a:lnTo>
                  <a:cubicBezTo>
                    <a:pt x="16658" y="11642"/>
                    <a:pt x="16627" y="11551"/>
                    <a:pt x="16536" y="11459"/>
                  </a:cubicBezTo>
                  <a:lnTo>
                    <a:pt x="16718" y="11429"/>
                  </a:lnTo>
                  <a:close/>
                  <a:moveTo>
                    <a:pt x="17368" y="11579"/>
                  </a:moveTo>
                  <a:cubicBezTo>
                    <a:pt x="17374" y="11579"/>
                    <a:pt x="17381" y="11579"/>
                    <a:pt x="17387" y="11581"/>
                  </a:cubicBezTo>
                  <a:lnTo>
                    <a:pt x="17387" y="11611"/>
                  </a:lnTo>
                  <a:lnTo>
                    <a:pt x="17387" y="11733"/>
                  </a:lnTo>
                  <a:cubicBezTo>
                    <a:pt x="17342" y="11846"/>
                    <a:pt x="17263" y="11908"/>
                    <a:pt x="17201" y="11908"/>
                  </a:cubicBezTo>
                  <a:cubicBezTo>
                    <a:pt x="17179" y="11908"/>
                    <a:pt x="17160" y="11901"/>
                    <a:pt x="17144" y="11885"/>
                  </a:cubicBezTo>
                  <a:cubicBezTo>
                    <a:pt x="17086" y="11827"/>
                    <a:pt x="17247" y="11579"/>
                    <a:pt x="17368" y="11579"/>
                  </a:cubicBezTo>
                  <a:close/>
                  <a:moveTo>
                    <a:pt x="7404" y="11705"/>
                  </a:moveTo>
                  <a:cubicBezTo>
                    <a:pt x="7427" y="11705"/>
                    <a:pt x="7452" y="11713"/>
                    <a:pt x="7478" y="11733"/>
                  </a:cubicBezTo>
                  <a:lnTo>
                    <a:pt x="7569" y="11794"/>
                  </a:lnTo>
                  <a:lnTo>
                    <a:pt x="7600" y="11824"/>
                  </a:lnTo>
                  <a:cubicBezTo>
                    <a:pt x="7630" y="11854"/>
                    <a:pt x="7630" y="11915"/>
                    <a:pt x="7569" y="11946"/>
                  </a:cubicBezTo>
                  <a:lnTo>
                    <a:pt x="7448" y="11946"/>
                  </a:lnTo>
                  <a:cubicBezTo>
                    <a:pt x="7415" y="11954"/>
                    <a:pt x="7387" y="11958"/>
                    <a:pt x="7363" y="11958"/>
                  </a:cubicBezTo>
                  <a:cubicBezTo>
                    <a:pt x="7298" y="11958"/>
                    <a:pt x="7265" y="11929"/>
                    <a:pt x="7265" y="11885"/>
                  </a:cubicBezTo>
                  <a:cubicBezTo>
                    <a:pt x="7265" y="11813"/>
                    <a:pt x="7321" y="11705"/>
                    <a:pt x="7404" y="11705"/>
                  </a:cubicBezTo>
                  <a:close/>
                  <a:moveTo>
                    <a:pt x="6931" y="11247"/>
                  </a:moveTo>
                  <a:lnTo>
                    <a:pt x="7022" y="11277"/>
                  </a:lnTo>
                  <a:lnTo>
                    <a:pt x="7053" y="11307"/>
                  </a:lnTo>
                  <a:cubicBezTo>
                    <a:pt x="7083" y="11459"/>
                    <a:pt x="7113" y="11581"/>
                    <a:pt x="7083" y="11733"/>
                  </a:cubicBezTo>
                  <a:cubicBezTo>
                    <a:pt x="7022" y="11854"/>
                    <a:pt x="6961" y="11946"/>
                    <a:pt x="6870" y="12037"/>
                  </a:cubicBezTo>
                  <a:cubicBezTo>
                    <a:pt x="6840" y="12067"/>
                    <a:pt x="6809" y="12067"/>
                    <a:pt x="6749" y="12098"/>
                  </a:cubicBezTo>
                  <a:cubicBezTo>
                    <a:pt x="6749" y="12067"/>
                    <a:pt x="6779" y="12037"/>
                    <a:pt x="6809" y="11976"/>
                  </a:cubicBezTo>
                  <a:cubicBezTo>
                    <a:pt x="6809" y="11824"/>
                    <a:pt x="6809" y="11702"/>
                    <a:pt x="6809" y="11581"/>
                  </a:cubicBezTo>
                  <a:lnTo>
                    <a:pt x="6779" y="11520"/>
                  </a:lnTo>
                  <a:lnTo>
                    <a:pt x="6779" y="11459"/>
                  </a:lnTo>
                  <a:cubicBezTo>
                    <a:pt x="6809" y="11368"/>
                    <a:pt x="6870" y="11307"/>
                    <a:pt x="6931" y="11247"/>
                  </a:cubicBezTo>
                  <a:close/>
                  <a:moveTo>
                    <a:pt x="75134" y="11942"/>
                  </a:moveTo>
                  <a:cubicBezTo>
                    <a:pt x="75225" y="11942"/>
                    <a:pt x="75349" y="12073"/>
                    <a:pt x="75321" y="12128"/>
                  </a:cubicBezTo>
                  <a:cubicBezTo>
                    <a:pt x="75312" y="12156"/>
                    <a:pt x="75289" y="12167"/>
                    <a:pt x="75259" y="12167"/>
                  </a:cubicBezTo>
                  <a:cubicBezTo>
                    <a:pt x="75191" y="12167"/>
                    <a:pt x="75090" y="12110"/>
                    <a:pt x="75048" y="12067"/>
                  </a:cubicBezTo>
                  <a:cubicBezTo>
                    <a:pt x="74987" y="12037"/>
                    <a:pt x="75017" y="11946"/>
                    <a:pt x="75078" y="11946"/>
                  </a:cubicBezTo>
                  <a:lnTo>
                    <a:pt x="75108" y="11946"/>
                  </a:lnTo>
                  <a:cubicBezTo>
                    <a:pt x="75117" y="11943"/>
                    <a:pt x="75125" y="11942"/>
                    <a:pt x="75134" y="11942"/>
                  </a:cubicBezTo>
                  <a:close/>
                  <a:moveTo>
                    <a:pt x="68938" y="12006"/>
                  </a:moveTo>
                  <a:cubicBezTo>
                    <a:pt x="69029" y="12006"/>
                    <a:pt x="69121" y="12067"/>
                    <a:pt x="69181" y="12128"/>
                  </a:cubicBezTo>
                  <a:lnTo>
                    <a:pt x="69090" y="12189"/>
                  </a:lnTo>
                  <a:lnTo>
                    <a:pt x="68938" y="12280"/>
                  </a:lnTo>
                  <a:cubicBezTo>
                    <a:pt x="68999" y="12310"/>
                    <a:pt x="68969" y="12432"/>
                    <a:pt x="68908" y="12462"/>
                  </a:cubicBezTo>
                  <a:lnTo>
                    <a:pt x="68847" y="12493"/>
                  </a:lnTo>
                  <a:lnTo>
                    <a:pt x="68786" y="12493"/>
                  </a:lnTo>
                  <a:cubicBezTo>
                    <a:pt x="68725" y="12493"/>
                    <a:pt x="68695" y="12462"/>
                    <a:pt x="68665" y="12402"/>
                  </a:cubicBezTo>
                  <a:lnTo>
                    <a:pt x="68665" y="12280"/>
                  </a:lnTo>
                  <a:lnTo>
                    <a:pt x="68665" y="12250"/>
                  </a:lnTo>
                  <a:cubicBezTo>
                    <a:pt x="68634" y="12128"/>
                    <a:pt x="68725" y="12006"/>
                    <a:pt x="68847" y="12006"/>
                  </a:cubicBezTo>
                  <a:close/>
                  <a:moveTo>
                    <a:pt x="69637" y="12189"/>
                  </a:moveTo>
                  <a:lnTo>
                    <a:pt x="69820" y="12280"/>
                  </a:lnTo>
                  <a:cubicBezTo>
                    <a:pt x="69880" y="12310"/>
                    <a:pt x="69880" y="12402"/>
                    <a:pt x="69820" y="12432"/>
                  </a:cubicBezTo>
                  <a:cubicBezTo>
                    <a:pt x="69728" y="12462"/>
                    <a:pt x="69637" y="12493"/>
                    <a:pt x="69546" y="12523"/>
                  </a:cubicBezTo>
                  <a:lnTo>
                    <a:pt x="69485" y="12523"/>
                  </a:lnTo>
                  <a:cubicBezTo>
                    <a:pt x="69394" y="12523"/>
                    <a:pt x="69364" y="12493"/>
                    <a:pt x="69364" y="12462"/>
                  </a:cubicBezTo>
                  <a:cubicBezTo>
                    <a:pt x="69394" y="12432"/>
                    <a:pt x="69546" y="12280"/>
                    <a:pt x="69637" y="12189"/>
                  </a:cubicBezTo>
                  <a:close/>
                  <a:moveTo>
                    <a:pt x="87328" y="12037"/>
                  </a:moveTo>
                  <a:lnTo>
                    <a:pt x="87480" y="12158"/>
                  </a:lnTo>
                  <a:lnTo>
                    <a:pt x="87510" y="12189"/>
                  </a:lnTo>
                  <a:cubicBezTo>
                    <a:pt x="87540" y="12181"/>
                    <a:pt x="87571" y="12177"/>
                    <a:pt x="87600" y="12177"/>
                  </a:cubicBezTo>
                  <a:cubicBezTo>
                    <a:pt x="87689" y="12177"/>
                    <a:pt x="87768" y="12212"/>
                    <a:pt x="87814" y="12280"/>
                  </a:cubicBezTo>
                  <a:lnTo>
                    <a:pt x="87814" y="12371"/>
                  </a:lnTo>
                  <a:cubicBezTo>
                    <a:pt x="87844" y="12371"/>
                    <a:pt x="87844" y="12432"/>
                    <a:pt x="87875" y="12432"/>
                  </a:cubicBezTo>
                  <a:lnTo>
                    <a:pt x="87966" y="12462"/>
                  </a:lnTo>
                  <a:cubicBezTo>
                    <a:pt x="88027" y="12493"/>
                    <a:pt x="88087" y="12554"/>
                    <a:pt x="88027" y="12584"/>
                  </a:cubicBezTo>
                  <a:lnTo>
                    <a:pt x="87905" y="12554"/>
                  </a:lnTo>
                  <a:cubicBezTo>
                    <a:pt x="87783" y="12554"/>
                    <a:pt x="87662" y="12554"/>
                    <a:pt x="87540" y="12523"/>
                  </a:cubicBezTo>
                  <a:cubicBezTo>
                    <a:pt x="87480" y="12493"/>
                    <a:pt x="87540" y="12402"/>
                    <a:pt x="87601" y="12341"/>
                  </a:cubicBezTo>
                  <a:cubicBezTo>
                    <a:pt x="87632" y="12310"/>
                    <a:pt x="87449" y="12250"/>
                    <a:pt x="87388" y="12250"/>
                  </a:cubicBezTo>
                  <a:cubicBezTo>
                    <a:pt x="87297" y="12250"/>
                    <a:pt x="87267" y="12158"/>
                    <a:pt x="87328" y="12037"/>
                  </a:cubicBezTo>
                  <a:close/>
                  <a:moveTo>
                    <a:pt x="79941" y="12265"/>
                  </a:moveTo>
                  <a:cubicBezTo>
                    <a:pt x="79987" y="12265"/>
                    <a:pt x="80033" y="12280"/>
                    <a:pt x="80063" y="12341"/>
                  </a:cubicBezTo>
                  <a:cubicBezTo>
                    <a:pt x="80124" y="12432"/>
                    <a:pt x="80185" y="12462"/>
                    <a:pt x="80276" y="12493"/>
                  </a:cubicBezTo>
                  <a:lnTo>
                    <a:pt x="80428" y="12554"/>
                  </a:lnTo>
                  <a:cubicBezTo>
                    <a:pt x="80428" y="12590"/>
                    <a:pt x="80395" y="12607"/>
                    <a:pt x="80340" y="12607"/>
                  </a:cubicBezTo>
                  <a:cubicBezTo>
                    <a:pt x="80255" y="12607"/>
                    <a:pt x="80119" y="12566"/>
                    <a:pt x="79972" y="12493"/>
                  </a:cubicBezTo>
                  <a:lnTo>
                    <a:pt x="79759" y="12402"/>
                  </a:lnTo>
                  <a:cubicBezTo>
                    <a:pt x="79729" y="12371"/>
                    <a:pt x="79820" y="12280"/>
                    <a:pt x="79820" y="12280"/>
                  </a:cubicBezTo>
                  <a:cubicBezTo>
                    <a:pt x="79850" y="12280"/>
                    <a:pt x="79896" y="12265"/>
                    <a:pt x="79941" y="12265"/>
                  </a:cubicBezTo>
                  <a:close/>
                  <a:moveTo>
                    <a:pt x="88387" y="12028"/>
                  </a:moveTo>
                  <a:cubicBezTo>
                    <a:pt x="88484" y="12028"/>
                    <a:pt x="88659" y="12067"/>
                    <a:pt x="88756" y="12067"/>
                  </a:cubicBezTo>
                  <a:cubicBezTo>
                    <a:pt x="88847" y="12067"/>
                    <a:pt x="89030" y="12432"/>
                    <a:pt x="88939" y="12523"/>
                  </a:cubicBezTo>
                  <a:cubicBezTo>
                    <a:pt x="88817" y="12614"/>
                    <a:pt x="88574" y="12584"/>
                    <a:pt x="88513" y="12645"/>
                  </a:cubicBezTo>
                  <a:cubicBezTo>
                    <a:pt x="88508" y="12647"/>
                    <a:pt x="88503" y="12647"/>
                    <a:pt x="88498" y="12647"/>
                  </a:cubicBezTo>
                  <a:cubicBezTo>
                    <a:pt x="88422" y="12647"/>
                    <a:pt x="88424" y="12427"/>
                    <a:pt x="88452" y="12341"/>
                  </a:cubicBezTo>
                  <a:cubicBezTo>
                    <a:pt x="88483" y="12250"/>
                    <a:pt x="88422" y="12189"/>
                    <a:pt x="88361" y="12189"/>
                  </a:cubicBezTo>
                  <a:cubicBezTo>
                    <a:pt x="88270" y="12219"/>
                    <a:pt x="88179" y="12250"/>
                    <a:pt x="88087" y="12250"/>
                  </a:cubicBezTo>
                  <a:cubicBezTo>
                    <a:pt x="88148" y="12158"/>
                    <a:pt x="88239" y="12098"/>
                    <a:pt x="88331" y="12037"/>
                  </a:cubicBezTo>
                  <a:cubicBezTo>
                    <a:pt x="88343" y="12031"/>
                    <a:pt x="88362" y="12028"/>
                    <a:pt x="88387" y="12028"/>
                  </a:cubicBezTo>
                  <a:close/>
                  <a:moveTo>
                    <a:pt x="67759" y="12525"/>
                  </a:moveTo>
                  <a:cubicBezTo>
                    <a:pt x="67795" y="12525"/>
                    <a:pt x="67833" y="12533"/>
                    <a:pt x="67874" y="12554"/>
                  </a:cubicBezTo>
                  <a:lnTo>
                    <a:pt x="67935" y="12554"/>
                  </a:lnTo>
                  <a:cubicBezTo>
                    <a:pt x="67996" y="12614"/>
                    <a:pt x="67965" y="12706"/>
                    <a:pt x="67844" y="12766"/>
                  </a:cubicBezTo>
                  <a:lnTo>
                    <a:pt x="67783" y="12797"/>
                  </a:lnTo>
                  <a:cubicBezTo>
                    <a:pt x="67734" y="12797"/>
                    <a:pt x="67681" y="12802"/>
                    <a:pt x="67628" y="12802"/>
                  </a:cubicBezTo>
                  <a:cubicBezTo>
                    <a:pt x="67550" y="12802"/>
                    <a:pt x="67473" y="12791"/>
                    <a:pt x="67418" y="12736"/>
                  </a:cubicBezTo>
                  <a:cubicBezTo>
                    <a:pt x="67388" y="12706"/>
                    <a:pt x="67388" y="12675"/>
                    <a:pt x="67418" y="12645"/>
                  </a:cubicBezTo>
                  <a:cubicBezTo>
                    <a:pt x="67536" y="12621"/>
                    <a:pt x="67636" y="12525"/>
                    <a:pt x="67759" y="12525"/>
                  </a:cubicBezTo>
                  <a:close/>
                  <a:moveTo>
                    <a:pt x="75777" y="12736"/>
                  </a:moveTo>
                  <a:cubicBezTo>
                    <a:pt x="75807" y="12765"/>
                    <a:pt x="75779" y="12824"/>
                    <a:pt x="75721" y="12883"/>
                  </a:cubicBezTo>
                  <a:lnTo>
                    <a:pt x="75721" y="12883"/>
                  </a:lnTo>
                  <a:cubicBezTo>
                    <a:pt x="75721" y="12873"/>
                    <a:pt x="75719" y="12865"/>
                    <a:pt x="75716" y="12858"/>
                  </a:cubicBezTo>
                  <a:cubicBezTo>
                    <a:pt x="75686" y="12736"/>
                    <a:pt x="75747" y="12736"/>
                    <a:pt x="75777" y="12736"/>
                  </a:cubicBezTo>
                  <a:close/>
                  <a:moveTo>
                    <a:pt x="22567" y="12887"/>
                  </a:moveTo>
                  <a:cubicBezTo>
                    <a:pt x="22633" y="12887"/>
                    <a:pt x="22697" y="12920"/>
                    <a:pt x="22737" y="12979"/>
                  </a:cubicBezTo>
                  <a:lnTo>
                    <a:pt x="22767" y="13040"/>
                  </a:lnTo>
                  <a:lnTo>
                    <a:pt x="22828" y="13070"/>
                  </a:lnTo>
                  <a:cubicBezTo>
                    <a:pt x="22828" y="13123"/>
                    <a:pt x="22818" y="13156"/>
                    <a:pt x="22791" y="13156"/>
                  </a:cubicBezTo>
                  <a:cubicBezTo>
                    <a:pt x="22772" y="13156"/>
                    <a:pt x="22744" y="13139"/>
                    <a:pt x="22706" y="13101"/>
                  </a:cubicBezTo>
                  <a:lnTo>
                    <a:pt x="22585" y="13101"/>
                  </a:lnTo>
                  <a:lnTo>
                    <a:pt x="22463" y="13070"/>
                  </a:lnTo>
                  <a:cubicBezTo>
                    <a:pt x="22447" y="13073"/>
                    <a:pt x="22433" y="13074"/>
                    <a:pt x="22421" y="13074"/>
                  </a:cubicBezTo>
                  <a:cubicBezTo>
                    <a:pt x="22302" y="13074"/>
                    <a:pt x="22408" y="12946"/>
                    <a:pt x="22463" y="12918"/>
                  </a:cubicBezTo>
                  <a:cubicBezTo>
                    <a:pt x="22495" y="12897"/>
                    <a:pt x="22532" y="12887"/>
                    <a:pt x="22567" y="12887"/>
                  </a:cubicBezTo>
                  <a:close/>
                  <a:moveTo>
                    <a:pt x="42524" y="12797"/>
                  </a:moveTo>
                  <a:cubicBezTo>
                    <a:pt x="42615" y="12827"/>
                    <a:pt x="42798" y="13010"/>
                    <a:pt x="42737" y="13101"/>
                  </a:cubicBezTo>
                  <a:cubicBezTo>
                    <a:pt x="42701" y="13172"/>
                    <a:pt x="42666" y="13201"/>
                    <a:pt x="42636" y="13201"/>
                  </a:cubicBezTo>
                  <a:cubicBezTo>
                    <a:pt x="42615" y="13201"/>
                    <a:pt x="42598" y="13187"/>
                    <a:pt x="42585" y="13161"/>
                  </a:cubicBezTo>
                  <a:lnTo>
                    <a:pt x="42585" y="13101"/>
                  </a:lnTo>
                  <a:cubicBezTo>
                    <a:pt x="42615" y="12979"/>
                    <a:pt x="42585" y="12918"/>
                    <a:pt x="42433" y="12918"/>
                  </a:cubicBezTo>
                  <a:cubicBezTo>
                    <a:pt x="42403" y="12858"/>
                    <a:pt x="42433" y="12827"/>
                    <a:pt x="42524" y="12827"/>
                  </a:cubicBezTo>
                  <a:lnTo>
                    <a:pt x="42524" y="12797"/>
                  </a:lnTo>
                  <a:close/>
                  <a:moveTo>
                    <a:pt x="16293" y="12584"/>
                  </a:moveTo>
                  <a:cubicBezTo>
                    <a:pt x="16384" y="12614"/>
                    <a:pt x="16445" y="12675"/>
                    <a:pt x="16506" y="12736"/>
                  </a:cubicBezTo>
                  <a:cubicBezTo>
                    <a:pt x="16506" y="12780"/>
                    <a:pt x="16522" y="12809"/>
                    <a:pt x="16543" y="12809"/>
                  </a:cubicBezTo>
                  <a:cubicBezTo>
                    <a:pt x="16550" y="12809"/>
                    <a:pt x="16558" y="12805"/>
                    <a:pt x="16566" y="12797"/>
                  </a:cubicBezTo>
                  <a:lnTo>
                    <a:pt x="16566" y="12675"/>
                  </a:lnTo>
                  <a:cubicBezTo>
                    <a:pt x="16597" y="12645"/>
                    <a:pt x="16627" y="12614"/>
                    <a:pt x="16658" y="12614"/>
                  </a:cubicBezTo>
                  <a:cubicBezTo>
                    <a:pt x="16688" y="12614"/>
                    <a:pt x="16779" y="12645"/>
                    <a:pt x="16779" y="12645"/>
                  </a:cubicBezTo>
                  <a:lnTo>
                    <a:pt x="16779" y="12797"/>
                  </a:lnTo>
                  <a:cubicBezTo>
                    <a:pt x="16870" y="12918"/>
                    <a:pt x="17022" y="13192"/>
                    <a:pt x="16962" y="13222"/>
                  </a:cubicBezTo>
                  <a:cubicBezTo>
                    <a:pt x="16951" y="13233"/>
                    <a:pt x="16938" y="13238"/>
                    <a:pt x="16924" y="13238"/>
                  </a:cubicBezTo>
                  <a:cubicBezTo>
                    <a:pt x="16860" y="13238"/>
                    <a:pt x="16768" y="13129"/>
                    <a:pt x="16718" y="12979"/>
                  </a:cubicBezTo>
                  <a:lnTo>
                    <a:pt x="16232" y="12979"/>
                  </a:lnTo>
                  <a:cubicBezTo>
                    <a:pt x="16232" y="12949"/>
                    <a:pt x="16354" y="12766"/>
                    <a:pt x="16293" y="12706"/>
                  </a:cubicBezTo>
                  <a:cubicBezTo>
                    <a:pt x="16232" y="12675"/>
                    <a:pt x="16202" y="12584"/>
                    <a:pt x="16202" y="12584"/>
                  </a:cubicBezTo>
                  <a:close/>
                  <a:moveTo>
                    <a:pt x="43892" y="13010"/>
                  </a:moveTo>
                  <a:cubicBezTo>
                    <a:pt x="43983" y="13101"/>
                    <a:pt x="44074" y="13161"/>
                    <a:pt x="44135" y="13253"/>
                  </a:cubicBezTo>
                  <a:cubicBezTo>
                    <a:pt x="44156" y="13253"/>
                    <a:pt x="44135" y="13266"/>
                    <a:pt x="44092" y="13266"/>
                  </a:cubicBezTo>
                  <a:cubicBezTo>
                    <a:pt x="44071" y="13266"/>
                    <a:pt x="44044" y="13263"/>
                    <a:pt x="44014" y="13253"/>
                  </a:cubicBezTo>
                  <a:lnTo>
                    <a:pt x="43467" y="13253"/>
                  </a:lnTo>
                  <a:cubicBezTo>
                    <a:pt x="43406" y="13222"/>
                    <a:pt x="43467" y="13131"/>
                    <a:pt x="43588" y="13040"/>
                  </a:cubicBezTo>
                  <a:cubicBezTo>
                    <a:pt x="43624" y="13076"/>
                    <a:pt x="43655" y="13088"/>
                    <a:pt x="43685" y="13088"/>
                  </a:cubicBezTo>
                  <a:cubicBezTo>
                    <a:pt x="43732" y="13088"/>
                    <a:pt x="43776" y="13058"/>
                    <a:pt x="43831" y="13040"/>
                  </a:cubicBezTo>
                  <a:lnTo>
                    <a:pt x="43892" y="13010"/>
                  </a:lnTo>
                  <a:close/>
                  <a:moveTo>
                    <a:pt x="14834" y="12918"/>
                  </a:moveTo>
                  <a:lnTo>
                    <a:pt x="14803" y="12949"/>
                  </a:lnTo>
                  <a:cubicBezTo>
                    <a:pt x="14895" y="12949"/>
                    <a:pt x="15138" y="13010"/>
                    <a:pt x="15107" y="13040"/>
                  </a:cubicBezTo>
                  <a:lnTo>
                    <a:pt x="15107" y="13131"/>
                  </a:lnTo>
                  <a:cubicBezTo>
                    <a:pt x="15138" y="13222"/>
                    <a:pt x="15138" y="13283"/>
                    <a:pt x="15077" y="13344"/>
                  </a:cubicBezTo>
                  <a:lnTo>
                    <a:pt x="14986" y="13344"/>
                  </a:lnTo>
                  <a:cubicBezTo>
                    <a:pt x="14955" y="13313"/>
                    <a:pt x="14895" y="13283"/>
                    <a:pt x="14864" y="13253"/>
                  </a:cubicBezTo>
                  <a:lnTo>
                    <a:pt x="14712" y="13101"/>
                  </a:lnTo>
                  <a:cubicBezTo>
                    <a:pt x="14682" y="13010"/>
                    <a:pt x="14743" y="12918"/>
                    <a:pt x="14834" y="12918"/>
                  </a:cubicBezTo>
                  <a:close/>
                  <a:moveTo>
                    <a:pt x="76025" y="12647"/>
                  </a:moveTo>
                  <a:cubicBezTo>
                    <a:pt x="76174" y="12647"/>
                    <a:pt x="76311" y="12749"/>
                    <a:pt x="76264" y="12797"/>
                  </a:cubicBezTo>
                  <a:cubicBezTo>
                    <a:pt x="76203" y="12827"/>
                    <a:pt x="76416" y="13161"/>
                    <a:pt x="76507" y="13283"/>
                  </a:cubicBezTo>
                  <a:cubicBezTo>
                    <a:pt x="76553" y="13376"/>
                    <a:pt x="76511" y="13416"/>
                    <a:pt x="76461" y="13416"/>
                  </a:cubicBezTo>
                  <a:cubicBezTo>
                    <a:pt x="76446" y="13416"/>
                    <a:pt x="76430" y="13412"/>
                    <a:pt x="76416" y="13405"/>
                  </a:cubicBezTo>
                  <a:cubicBezTo>
                    <a:pt x="76294" y="13344"/>
                    <a:pt x="76203" y="13313"/>
                    <a:pt x="76081" y="13313"/>
                  </a:cubicBezTo>
                  <a:lnTo>
                    <a:pt x="76020" y="13344"/>
                  </a:lnTo>
                  <a:cubicBezTo>
                    <a:pt x="75965" y="13390"/>
                    <a:pt x="75916" y="13405"/>
                    <a:pt x="75869" y="13405"/>
                  </a:cubicBezTo>
                  <a:cubicBezTo>
                    <a:pt x="75774" y="13405"/>
                    <a:pt x="75692" y="13340"/>
                    <a:pt x="75600" y="13340"/>
                  </a:cubicBezTo>
                  <a:cubicBezTo>
                    <a:pt x="75588" y="13340"/>
                    <a:pt x="75577" y="13341"/>
                    <a:pt x="75564" y="13344"/>
                  </a:cubicBezTo>
                  <a:lnTo>
                    <a:pt x="75443" y="13405"/>
                  </a:lnTo>
                  <a:cubicBezTo>
                    <a:pt x="75260" y="13374"/>
                    <a:pt x="75108" y="13313"/>
                    <a:pt x="75108" y="13283"/>
                  </a:cubicBezTo>
                  <a:cubicBezTo>
                    <a:pt x="75108" y="13253"/>
                    <a:pt x="75352" y="13101"/>
                    <a:pt x="75291" y="13040"/>
                  </a:cubicBezTo>
                  <a:cubicBezTo>
                    <a:pt x="75230" y="12979"/>
                    <a:pt x="75139" y="12888"/>
                    <a:pt x="75108" y="12888"/>
                  </a:cubicBezTo>
                  <a:cubicBezTo>
                    <a:pt x="75108" y="12858"/>
                    <a:pt x="75230" y="12827"/>
                    <a:pt x="75291" y="12827"/>
                  </a:cubicBezTo>
                  <a:cubicBezTo>
                    <a:pt x="75352" y="12827"/>
                    <a:pt x="75504" y="13131"/>
                    <a:pt x="75564" y="13161"/>
                  </a:cubicBezTo>
                  <a:cubicBezTo>
                    <a:pt x="75570" y="13163"/>
                    <a:pt x="75575" y="13164"/>
                    <a:pt x="75580" y="13164"/>
                  </a:cubicBezTo>
                  <a:cubicBezTo>
                    <a:pt x="75652" y="13164"/>
                    <a:pt x="75719" y="13008"/>
                    <a:pt x="75722" y="12908"/>
                  </a:cubicBezTo>
                  <a:lnTo>
                    <a:pt x="75722" y="12908"/>
                  </a:lnTo>
                  <a:cubicBezTo>
                    <a:pt x="75730" y="12910"/>
                    <a:pt x="75741" y="12911"/>
                    <a:pt x="75754" y="12911"/>
                  </a:cubicBezTo>
                  <a:cubicBezTo>
                    <a:pt x="75792" y="12911"/>
                    <a:pt x="75853" y="12903"/>
                    <a:pt x="75929" y="12888"/>
                  </a:cubicBezTo>
                  <a:lnTo>
                    <a:pt x="75899" y="12675"/>
                  </a:lnTo>
                  <a:cubicBezTo>
                    <a:pt x="75939" y="12655"/>
                    <a:pt x="75982" y="12647"/>
                    <a:pt x="76025" y="12647"/>
                  </a:cubicBezTo>
                  <a:close/>
                  <a:moveTo>
                    <a:pt x="66347" y="13262"/>
                  </a:moveTo>
                  <a:cubicBezTo>
                    <a:pt x="66389" y="13262"/>
                    <a:pt x="66442" y="13277"/>
                    <a:pt x="66507" y="13313"/>
                  </a:cubicBezTo>
                  <a:lnTo>
                    <a:pt x="66658" y="13405"/>
                  </a:lnTo>
                  <a:cubicBezTo>
                    <a:pt x="66658" y="13405"/>
                    <a:pt x="66689" y="13465"/>
                    <a:pt x="66658" y="13496"/>
                  </a:cubicBezTo>
                  <a:lnTo>
                    <a:pt x="66598" y="13496"/>
                  </a:lnTo>
                  <a:lnTo>
                    <a:pt x="66507" y="13405"/>
                  </a:lnTo>
                  <a:cubicBezTo>
                    <a:pt x="66440" y="13438"/>
                    <a:pt x="66373" y="13462"/>
                    <a:pt x="66321" y="13462"/>
                  </a:cubicBezTo>
                  <a:cubicBezTo>
                    <a:pt x="66279" y="13462"/>
                    <a:pt x="66247" y="13446"/>
                    <a:pt x="66233" y="13405"/>
                  </a:cubicBezTo>
                  <a:cubicBezTo>
                    <a:pt x="66212" y="13341"/>
                    <a:pt x="66250" y="13262"/>
                    <a:pt x="66347" y="13262"/>
                  </a:cubicBezTo>
                  <a:close/>
                  <a:moveTo>
                    <a:pt x="72720" y="12795"/>
                  </a:moveTo>
                  <a:cubicBezTo>
                    <a:pt x="72786" y="12795"/>
                    <a:pt x="72850" y="12829"/>
                    <a:pt x="72890" y="12888"/>
                  </a:cubicBezTo>
                  <a:lnTo>
                    <a:pt x="72829" y="12979"/>
                  </a:lnTo>
                  <a:lnTo>
                    <a:pt x="72738" y="13070"/>
                  </a:lnTo>
                  <a:cubicBezTo>
                    <a:pt x="72757" y="13129"/>
                    <a:pt x="72878" y="13163"/>
                    <a:pt x="72986" y="13163"/>
                  </a:cubicBezTo>
                  <a:cubicBezTo>
                    <a:pt x="73045" y="13163"/>
                    <a:pt x="73100" y="13153"/>
                    <a:pt x="73133" y="13131"/>
                  </a:cubicBezTo>
                  <a:cubicBezTo>
                    <a:pt x="73224" y="13070"/>
                    <a:pt x="73315" y="13040"/>
                    <a:pt x="73437" y="13010"/>
                  </a:cubicBezTo>
                  <a:lnTo>
                    <a:pt x="73528" y="13010"/>
                  </a:lnTo>
                  <a:cubicBezTo>
                    <a:pt x="73538" y="13006"/>
                    <a:pt x="73547" y="13005"/>
                    <a:pt x="73556" y="13005"/>
                  </a:cubicBezTo>
                  <a:cubicBezTo>
                    <a:pt x="73632" y="13005"/>
                    <a:pt x="73680" y="13107"/>
                    <a:pt x="73680" y="13161"/>
                  </a:cubicBezTo>
                  <a:cubicBezTo>
                    <a:pt x="73680" y="13197"/>
                    <a:pt x="73774" y="13212"/>
                    <a:pt x="73852" y="13212"/>
                  </a:cubicBezTo>
                  <a:cubicBezTo>
                    <a:pt x="73907" y="13212"/>
                    <a:pt x="73953" y="13204"/>
                    <a:pt x="73953" y="13192"/>
                  </a:cubicBezTo>
                  <a:cubicBezTo>
                    <a:pt x="73923" y="13131"/>
                    <a:pt x="73923" y="13070"/>
                    <a:pt x="73953" y="13040"/>
                  </a:cubicBezTo>
                  <a:cubicBezTo>
                    <a:pt x="73965" y="13042"/>
                    <a:pt x="73976" y="13043"/>
                    <a:pt x="73985" y="13043"/>
                  </a:cubicBezTo>
                  <a:cubicBezTo>
                    <a:pt x="74097" y="13043"/>
                    <a:pt x="74049" y="12888"/>
                    <a:pt x="74105" y="12888"/>
                  </a:cubicBezTo>
                  <a:cubicBezTo>
                    <a:pt x="74197" y="12888"/>
                    <a:pt x="74288" y="12918"/>
                    <a:pt x="74379" y="12949"/>
                  </a:cubicBezTo>
                  <a:lnTo>
                    <a:pt x="74470" y="12979"/>
                  </a:lnTo>
                  <a:cubicBezTo>
                    <a:pt x="74531" y="12994"/>
                    <a:pt x="74584" y="13002"/>
                    <a:pt x="74637" y="13002"/>
                  </a:cubicBezTo>
                  <a:cubicBezTo>
                    <a:pt x="74691" y="13002"/>
                    <a:pt x="74744" y="12994"/>
                    <a:pt x="74805" y="12979"/>
                  </a:cubicBezTo>
                  <a:lnTo>
                    <a:pt x="74805" y="12918"/>
                  </a:lnTo>
                  <a:cubicBezTo>
                    <a:pt x="74805" y="12850"/>
                    <a:pt x="74839" y="12816"/>
                    <a:pt x="74894" y="12816"/>
                  </a:cubicBezTo>
                  <a:cubicBezTo>
                    <a:pt x="74913" y="12816"/>
                    <a:pt x="74934" y="12820"/>
                    <a:pt x="74957" y="12827"/>
                  </a:cubicBezTo>
                  <a:lnTo>
                    <a:pt x="74987" y="12827"/>
                  </a:lnTo>
                  <a:cubicBezTo>
                    <a:pt x="74957" y="12979"/>
                    <a:pt x="74865" y="13101"/>
                    <a:pt x="74744" y="13192"/>
                  </a:cubicBezTo>
                  <a:cubicBezTo>
                    <a:pt x="74683" y="13253"/>
                    <a:pt x="74653" y="13283"/>
                    <a:pt x="74592" y="13344"/>
                  </a:cubicBezTo>
                  <a:lnTo>
                    <a:pt x="74409" y="13344"/>
                  </a:lnTo>
                  <a:cubicBezTo>
                    <a:pt x="74399" y="13354"/>
                    <a:pt x="74389" y="13357"/>
                    <a:pt x="74379" y="13357"/>
                  </a:cubicBezTo>
                  <a:cubicBezTo>
                    <a:pt x="74359" y="13357"/>
                    <a:pt x="74338" y="13344"/>
                    <a:pt x="74318" y="13344"/>
                  </a:cubicBezTo>
                  <a:cubicBezTo>
                    <a:pt x="74300" y="13335"/>
                    <a:pt x="74283" y="13331"/>
                    <a:pt x="74265" y="13331"/>
                  </a:cubicBezTo>
                  <a:cubicBezTo>
                    <a:pt x="74222" y="13331"/>
                    <a:pt x="74179" y="13353"/>
                    <a:pt x="74136" y="13374"/>
                  </a:cubicBezTo>
                  <a:cubicBezTo>
                    <a:pt x="74130" y="13380"/>
                    <a:pt x="74123" y="13382"/>
                    <a:pt x="74114" y="13382"/>
                  </a:cubicBezTo>
                  <a:cubicBezTo>
                    <a:pt x="74073" y="13382"/>
                    <a:pt x="73998" y="13328"/>
                    <a:pt x="73923" y="13253"/>
                  </a:cubicBezTo>
                  <a:lnTo>
                    <a:pt x="73771" y="13344"/>
                  </a:lnTo>
                  <a:lnTo>
                    <a:pt x="73649" y="13465"/>
                  </a:lnTo>
                  <a:cubicBezTo>
                    <a:pt x="73528" y="13374"/>
                    <a:pt x="73376" y="13374"/>
                    <a:pt x="73254" y="13374"/>
                  </a:cubicBezTo>
                  <a:lnTo>
                    <a:pt x="73102" y="13374"/>
                  </a:lnTo>
                  <a:cubicBezTo>
                    <a:pt x="73042" y="13374"/>
                    <a:pt x="72950" y="13313"/>
                    <a:pt x="72920" y="13313"/>
                  </a:cubicBezTo>
                  <a:cubicBezTo>
                    <a:pt x="72859" y="13344"/>
                    <a:pt x="72829" y="13435"/>
                    <a:pt x="72798" y="13465"/>
                  </a:cubicBezTo>
                  <a:lnTo>
                    <a:pt x="72768" y="13496"/>
                  </a:lnTo>
                  <a:cubicBezTo>
                    <a:pt x="72707" y="13511"/>
                    <a:pt x="72654" y="13519"/>
                    <a:pt x="72601" y="13519"/>
                  </a:cubicBezTo>
                  <a:cubicBezTo>
                    <a:pt x="72548" y="13519"/>
                    <a:pt x="72494" y="13511"/>
                    <a:pt x="72434" y="13496"/>
                  </a:cubicBezTo>
                  <a:lnTo>
                    <a:pt x="72312" y="13496"/>
                  </a:lnTo>
                  <a:cubicBezTo>
                    <a:pt x="72282" y="13496"/>
                    <a:pt x="72251" y="13465"/>
                    <a:pt x="72251" y="13435"/>
                  </a:cubicBezTo>
                  <a:cubicBezTo>
                    <a:pt x="72251" y="13405"/>
                    <a:pt x="72251" y="13344"/>
                    <a:pt x="72282" y="13344"/>
                  </a:cubicBezTo>
                  <a:lnTo>
                    <a:pt x="72373" y="13283"/>
                  </a:lnTo>
                  <a:cubicBezTo>
                    <a:pt x="72464" y="13253"/>
                    <a:pt x="72525" y="13101"/>
                    <a:pt x="72434" y="13101"/>
                  </a:cubicBezTo>
                  <a:cubicBezTo>
                    <a:pt x="72373" y="13070"/>
                    <a:pt x="72555" y="12888"/>
                    <a:pt x="72616" y="12827"/>
                  </a:cubicBezTo>
                  <a:cubicBezTo>
                    <a:pt x="72648" y="12806"/>
                    <a:pt x="72684" y="12795"/>
                    <a:pt x="72720" y="12795"/>
                  </a:cubicBezTo>
                  <a:close/>
                  <a:moveTo>
                    <a:pt x="13702" y="13179"/>
                  </a:moveTo>
                  <a:cubicBezTo>
                    <a:pt x="13745" y="13179"/>
                    <a:pt x="13788" y="13201"/>
                    <a:pt x="13831" y="13222"/>
                  </a:cubicBezTo>
                  <a:cubicBezTo>
                    <a:pt x="13861" y="13283"/>
                    <a:pt x="13861" y="13344"/>
                    <a:pt x="13709" y="13344"/>
                  </a:cubicBezTo>
                  <a:cubicBezTo>
                    <a:pt x="13588" y="13374"/>
                    <a:pt x="13648" y="13465"/>
                    <a:pt x="13618" y="13526"/>
                  </a:cubicBezTo>
                  <a:lnTo>
                    <a:pt x="13588" y="13557"/>
                  </a:lnTo>
                  <a:cubicBezTo>
                    <a:pt x="13557" y="13557"/>
                    <a:pt x="13496" y="13557"/>
                    <a:pt x="13466" y="13526"/>
                  </a:cubicBezTo>
                  <a:cubicBezTo>
                    <a:pt x="13436" y="13496"/>
                    <a:pt x="13588" y="13313"/>
                    <a:pt x="13496" y="13313"/>
                  </a:cubicBezTo>
                  <a:cubicBezTo>
                    <a:pt x="13405" y="13313"/>
                    <a:pt x="13405" y="13283"/>
                    <a:pt x="13527" y="13222"/>
                  </a:cubicBezTo>
                  <a:lnTo>
                    <a:pt x="13648" y="13192"/>
                  </a:lnTo>
                  <a:cubicBezTo>
                    <a:pt x="13666" y="13183"/>
                    <a:pt x="13684" y="13179"/>
                    <a:pt x="13702" y="13179"/>
                  </a:cubicBezTo>
                  <a:close/>
                  <a:moveTo>
                    <a:pt x="17782" y="13040"/>
                  </a:moveTo>
                  <a:lnTo>
                    <a:pt x="17934" y="13101"/>
                  </a:lnTo>
                  <a:lnTo>
                    <a:pt x="18025" y="13101"/>
                  </a:lnTo>
                  <a:cubicBezTo>
                    <a:pt x="18117" y="13131"/>
                    <a:pt x="18086" y="13192"/>
                    <a:pt x="17995" y="13192"/>
                  </a:cubicBezTo>
                  <a:cubicBezTo>
                    <a:pt x="17873" y="13192"/>
                    <a:pt x="17721" y="13587"/>
                    <a:pt x="17691" y="13587"/>
                  </a:cubicBezTo>
                  <a:cubicBezTo>
                    <a:pt x="17682" y="13596"/>
                    <a:pt x="17668" y="13600"/>
                    <a:pt x="17652" y="13600"/>
                  </a:cubicBezTo>
                  <a:cubicBezTo>
                    <a:pt x="17612" y="13600"/>
                    <a:pt x="17561" y="13578"/>
                    <a:pt x="17539" y="13557"/>
                  </a:cubicBezTo>
                  <a:lnTo>
                    <a:pt x="17539" y="13526"/>
                  </a:lnTo>
                  <a:lnTo>
                    <a:pt x="17569" y="13405"/>
                  </a:lnTo>
                  <a:cubicBezTo>
                    <a:pt x="17630" y="13313"/>
                    <a:pt x="17721" y="13131"/>
                    <a:pt x="17782" y="13040"/>
                  </a:cubicBezTo>
                  <a:close/>
                  <a:moveTo>
                    <a:pt x="65534" y="13070"/>
                  </a:moveTo>
                  <a:cubicBezTo>
                    <a:pt x="65625" y="13101"/>
                    <a:pt x="65686" y="13131"/>
                    <a:pt x="65747" y="13161"/>
                  </a:cubicBezTo>
                  <a:cubicBezTo>
                    <a:pt x="65807" y="13192"/>
                    <a:pt x="65899" y="13313"/>
                    <a:pt x="65899" y="13344"/>
                  </a:cubicBezTo>
                  <a:cubicBezTo>
                    <a:pt x="65868" y="13374"/>
                    <a:pt x="65899" y="13435"/>
                    <a:pt x="65990" y="13435"/>
                  </a:cubicBezTo>
                  <a:lnTo>
                    <a:pt x="66020" y="13465"/>
                  </a:lnTo>
                  <a:cubicBezTo>
                    <a:pt x="66051" y="13465"/>
                    <a:pt x="66051" y="13557"/>
                    <a:pt x="66051" y="13557"/>
                  </a:cubicBezTo>
                  <a:cubicBezTo>
                    <a:pt x="66051" y="13587"/>
                    <a:pt x="65990" y="13587"/>
                    <a:pt x="65959" y="13587"/>
                  </a:cubicBezTo>
                  <a:lnTo>
                    <a:pt x="65868" y="13617"/>
                  </a:lnTo>
                  <a:cubicBezTo>
                    <a:pt x="65777" y="13617"/>
                    <a:pt x="65625" y="13587"/>
                    <a:pt x="65564" y="13557"/>
                  </a:cubicBezTo>
                  <a:lnTo>
                    <a:pt x="65503" y="13526"/>
                  </a:lnTo>
                  <a:cubicBezTo>
                    <a:pt x="65473" y="13496"/>
                    <a:pt x="65443" y="13435"/>
                    <a:pt x="65473" y="13374"/>
                  </a:cubicBezTo>
                  <a:lnTo>
                    <a:pt x="65503" y="13344"/>
                  </a:lnTo>
                  <a:cubicBezTo>
                    <a:pt x="65564" y="13313"/>
                    <a:pt x="65564" y="13253"/>
                    <a:pt x="65503" y="13253"/>
                  </a:cubicBezTo>
                  <a:lnTo>
                    <a:pt x="65473" y="13222"/>
                  </a:lnTo>
                  <a:cubicBezTo>
                    <a:pt x="65443" y="13192"/>
                    <a:pt x="65473" y="13131"/>
                    <a:pt x="65503" y="13101"/>
                  </a:cubicBezTo>
                  <a:lnTo>
                    <a:pt x="65534" y="13070"/>
                  </a:lnTo>
                  <a:close/>
                  <a:moveTo>
                    <a:pt x="37783" y="13313"/>
                  </a:moveTo>
                  <a:lnTo>
                    <a:pt x="37904" y="13374"/>
                  </a:lnTo>
                  <a:lnTo>
                    <a:pt x="38056" y="13496"/>
                  </a:lnTo>
                  <a:cubicBezTo>
                    <a:pt x="38080" y="13591"/>
                    <a:pt x="38011" y="13667"/>
                    <a:pt x="37936" y="13667"/>
                  </a:cubicBezTo>
                  <a:cubicBezTo>
                    <a:pt x="37915" y="13667"/>
                    <a:pt x="37894" y="13661"/>
                    <a:pt x="37874" y="13648"/>
                  </a:cubicBezTo>
                  <a:cubicBezTo>
                    <a:pt x="37847" y="13630"/>
                    <a:pt x="37820" y="13610"/>
                    <a:pt x="37794" y="13588"/>
                  </a:cubicBezTo>
                  <a:lnTo>
                    <a:pt x="37794" y="13588"/>
                  </a:lnTo>
                  <a:cubicBezTo>
                    <a:pt x="37813" y="13520"/>
                    <a:pt x="37810" y="13423"/>
                    <a:pt x="37783" y="13313"/>
                  </a:cubicBezTo>
                  <a:close/>
                  <a:moveTo>
                    <a:pt x="44253" y="13412"/>
                  </a:moveTo>
                  <a:cubicBezTo>
                    <a:pt x="44318" y="13412"/>
                    <a:pt x="44378" y="13420"/>
                    <a:pt x="44439" y="13435"/>
                  </a:cubicBezTo>
                  <a:lnTo>
                    <a:pt x="44652" y="13526"/>
                  </a:lnTo>
                  <a:cubicBezTo>
                    <a:pt x="44726" y="13477"/>
                    <a:pt x="44821" y="13427"/>
                    <a:pt x="44920" y="13427"/>
                  </a:cubicBezTo>
                  <a:cubicBezTo>
                    <a:pt x="44942" y="13427"/>
                    <a:pt x="44964" y="13429"/>
                    <a:pt x="44986" y="13435"/>
                  </a:cubicBezTo>
                  <a:cubicBezTo>
                    <a:pt x="45047" y="13465"/>
                    <a:pt x="44956" y="13587"/>
                    <a:pt x="44926" y="13617"/>
                  </a:cubicBezTo>
                  <a:cubicBezTo>
                    <a:pt x="44872" y="13653"/>
                    <a:pt x="44819" y="13668"/>
                    <a:pt x="44771" y="13668"/>
                  </a:cubicBezTo>
                  <a:cubicBezTo>
                    <a:pt x="44738" y="13668"/>
                    <a:pt x="44708" y="13660"/>
                    <a:pt x="44682" y="13648"/>
                  </a:cubicBezTo>
                  <a:cubicBezTo>
                    <a:pt x="44439" y="13648"/>
                    <a:pt x="44196" y="13617"/>
                    <a:pt x="43953" y="13587"/>
                  </a:cubicBezTo>
                  <a:cubicBezTo>
                    <a:pt x="43953" y="13526"/>
                    <a:pt x="43983" y="13465"/>
                    <a:pt x="44014" y="13435"/>
                  </a:cubicBezTo>
                  <a:lnTo>
                    <a:pt x="44044" y="13435"/>
                  </a:lnTo>
                  <a:cubicBezTo>
                    <a:pt x="44120" y="13420"/>
                    <a:pt x="44188" y="13412"/>
                    <a:pt x="44253" y="13412"/>
                  </a:cubicBezTo>
                  <a:close/>
                  <a:moveTo>
                    <a:pt x="63285" y="13344"/>
                  </a:moveTo>
                  <a:cubicBezTo>
                    <a:pt x="63437" y="13374"/>
                    <a:pt x="63528" y="13435"/>
                    <a:pt x="63528" y="13496"/>
                  </a:cubicBezTo>
                  <a:cubicBezTo>
                    <a:pt x="63505" y="13540"/>
                    <a:pt x="63418" y="13569"/>
                    <a:pt x="63361" y="13569"/>
                  </a:cubicBezTo>
                  <a:cubicBezTo>
                    <a:pt x="63340" y="13569"/>
                    <a:pt x="63323" y="13565"/>
                    <a:pt x="63315" y="13557"/>
                  </a:cubicBezTo>
                  <a:cubicBezTo>
                    <a:pt x="63293" y="13535"/>
                    <a:pt x="63226" y="13514"/>
                    <a:pt x="63157" y="13514"/>
                  </a:cubicBezTo>
                  <a:cubicBezTo>
                    <a:pt x="63128" y="13514"/>
                    <a:pt x="63098" y="13517"/>
                    <a:pt x="63072" y="13526"/>
                  </a:cubicBezTo>
                  <a:lnTo>
                    <a:pt x="62981" y="13557"/>
                  </a:lnTo>
                  <a:lnTo>
                    <a:pt x="62889" y="13617"/>
                  </a:lnTo>
                  <a:cubicBezTo>
                    <a:pt x="62851" y="13656"/>
                    <a:pt x="62813" y="13672"/>
                    <a:pt x="62777" y="13672"/>
                  </a:cubicBezTo>
                  <a:cubicBezTo>
                    <a:pt x="62727" y="13672"/>
                    <a:pt x="62682" y="13640"/>
                    <a:pt x="62646" y="13587"/>
                  </a:cubicBezTo>
                  <a:cubicBezTo>
                    <a:pt x="62616" y="13557"/>
                    <a:pt x="62555" y="13374"/>
                    <a:pt x="62616" y="13374"/>
                  </a:cubicBezTo>
                  <a:lnTo>
                    <a:pt x="62616" y="13374"/>
                  </a:lnTo>
                  <a:cubicBezTo>
                    <a:pt x="62628" y="13380"/>
                    <a:pt x="62656" y="13383"/>
                    <a:pt x="62694" y="13383"/>
                  </a:cubicBezTo>
                  <a:cubicBezTo>
                    <a:pt x="62847" y="13383"/>
                    <a:pt x="63163" y="13344"/>
                    <a:pt x="63285" y="13344"/>
                  </a:cubicBezTo>
                  <a:close/>
                  <a:moveTo>
                    <a:pt x="71431" y="12888"/>
                  </a:moveTo>
                  <a:cubicBezTo>
                    <a:pt x="71583" y="13070"/>
                    <a:pt x="71643" y="13222"/>
                    <a:pt x="71552" y="13222"/>
                  </a:cubicBezTo>
                  <a:cubicBezTo>
                    <a:pt x="71339" y="13283"/>
                    <a:pt x="71157" y="13344"/>
                    <a:pt x="70975" y="13435"/>
                  </a:cubicBezTo>
                  <a:cubicBezTo>
                    <a:pt x="70914" y="13496"/>
                    <a:pt x="70975" y="13526"/>
                    <a:pt x="71127" y="13526"/>
                  </a:cubicBezTo>
                  <a:lnTo>
                    <a:pt x="71218" y="13526"/>
                  </a:lnTo>
                  <a:cubicBezTo>
                    <a:pt x="71248" y="13557"/>
                    <a:pt x="71279" y="13587"/>
                    <a:pt x="71309" y="13617"/>
                  </a:cubicBezTo>
                  <a:cubicBezTo>
                    <a:pt x="71309" y="13648"/>
                    <a:pt x="71248" y="13678"/>
                    <a:pt x="71248" y="13678"/>
                  </a:cubicBezTo>
                  <a:lnTo>
                    <a:pt x="71066" y="13678"/>
                  </a:lnTo>
                  <a:cubicBezTo>
                    <a:pt x="70823" y="13648"/>
                    <a:pt x="70610" y="13526"/>
                    <a:pt x="70428" y="13374"/>
                  </a:cubicBezTo>
                  <a:cubicBezTo>
                    <a:pt x="70306" y="13283"/>
                    <a:pt x="70184" y="13192"/>
                    <a:pt x="70063" y="13161"/>
                  </a:cubicBezTo>
                  <a:cubicBezTo>
                    <a:pt x="69972" y="13161"/>
                    <a:pt x="69972" y="13101"/>
                    <a:pt x="70093" y="13070"/>
                  </a:cubicBezTo>
                  <a:lnTo>
                    <a:pt x="70124" y="13010"/>
                  </a:lnTo>
                  <a:cubicBezTo>
                    <a:pt x="70169" y="12979"/>
                    <a:pt x="70200" y="12964"/>
                    <a:pt x="70230" y="12964"/>
                  </a:cubicBezTo>
                  <a:cubicBezTo>
                    <a:pt x="70260" y="12964"/>
                    <a:pt x="70291" y="12979"/>
                    <a:pt x="70336" y="13010"/>
                  </a:cubicBezTo>
                  <a:lnTo>
                    <a:pt x="70367" y="13040"/>
                  </a:lnTo>
                  <a:lnTo>
                    <a:pt x="70853" y="12949"/>
                  </a:lnTo>
                  <a:lnTo>
                    <a:pt x="70975" y="13040"/>
                  </a:lnTo>
                  <a:cubicBezTo>
                    <a:pt x="71035" y="13070"/>
                    <a:pt x="71127" y="13101"/>
                    <a:pt x="71157" y="13101"/>
                  </a:cubicBezTo>
                  <a:lnTo>
                    <a:pt x="71431" y="12888"/>
                  </a:lnTo>
                  <a:close/>
                  <a:moveTo>
                    <a:pt x="17296" y="13010"/>
                  </a:moveTo>
                  <a:cubicBezTo>
                    <a:pt x="17296" y="13010"/>
                    <a:pt x="17326" y="13070"/>
                    <a:pt x="17326" y="13101"/>
                  </a:cubicBezTo>
                  <a:lnTo>
                    <a:pt x="17326" y="13131"/>
                  </a:lnTo>
                  <a:cubicBezTo>
                    <a:pt x="17296" y="13313"/>
                    <a:pt x="17448" y="13526"/>
                    <a:pt x="17113" y="13648"/>
                  </a:cubicBezTo>
                  <a:lnTo>
                    <a:pt x="17083" y="13678"/>
                  </a:lnTo>
                  <a:cubicBezTo>
                    <a:pt x="17047" y="13714"/>
                    <a:pt x="17026" y="13726"/>
                    <a:pt x="17012" y="13726"/>
                  </a:cubicBezTo>
                  <a:cubicBezTo>
                    <a:pt x="16992" y="13726"/>
                    <a:pt x="16992" y="13697"/>
                    <a:pt x="16992" y="13678"/>
                  </a:cubicBezTo>
                  <a:cubicBezTo>
                    <a:pt x="17022" y="13648"/>
                    <a:pt x="17113" y="13405"/>
                    <a:pt x="17113" y="13344"/>
                  </a:cubicBezTo>
                  <a:cubicBezTo>
                    <a:pt x="17113" y="13253"/>
                    <a:pt x="17144" y="13161"/>
                    <a:pt x="17174" y="13070"/>
                  </a:cubicBezTo>
                  <a:cubicBezTo>
                    <a:pt x="17205" y="13040"/>
                    <a:pt x="17235" y="13010"/>
                    <a:pt x="17296" y="13010"/>
                  </a:cubicBezTo>
                  <a:close/>
                  <a:moveTo>
                    <a:pt x="64288" y="13131"/>
                  </a:moveTo>
                  <a:cubicBezTo>
                    <a:pt x="64318" y="13161"/>
                    <a:pt x="64348" y="13222"/>
                    <a:pt x="64379" y="13283"/>
                  </a:cubicBezTo>
                  <a:lnTo>
                    <a:pt x="64652" y="13283"/>
                  </a:lnTo>
                  <a:lnTo>
                    <a:pt x="64713" y="13253"/>
                  </a:lnTo>
                  <a:cubicBezTo>
                    <a:pt x="64763" y="13202"/>
                    <a:pt x="64823" y="13180"/>
                    <a:pt x="64881" y="13180"/>
                  </a:cubicBezTo>
                  <a:cubicBezTo>
                    <a:pt x="64929" y="13180"/>
                    <a:pt x="64976" y="13195"/>
                    <a:pt x="65017" y="13222"/>
                  </a:cubicBezTo>
                  <a:lnTo>
                    <a:pt x="65139" y="13283"/>
                  </a:lnTo>
                  <a:cubicBezTo>
                    <a:pt x="65017" y="13435"/>
                    <a:pt x="64865" y="13587"/>
                    <a:pt x="64713" y="13709"/>
                  </a:cubicBezTo>
                  <a:cubicBezTo>
                    <a:pt x="64662" y="13747"/>
                    <a:pt x="64622" y="13764"/>
                    <a:pt x="64592" y="13764"/>
                  </a:cubicBezTo>
                  <a:cubicBezTo>
                    <a:pt x="64551" y="13764"/>
                    <a:pt x="64531" y="13731"/>
                    <a:pt x="64531" y="13678"/>
                  </a:cubicBezTo>
                  <a:cubicBezTo>
                    <a:pt x="64531" y="13577"/>
                    <a:pt x="64300" y="13413"/>
                    <a:pt x="64187" y="13413"/>
                  </a:cubicBezTo>
                  <a:cubicBezTo>
                    <a:pt x="64164" y="13413"/>
                    <a:pt x="64146" y="13420"/>
                    <a:pt x="64136" y="13435"/>
                  </a:cubicBezTo>
                  <a:cubicBezTo>
                    <a:pt x="64117" y="13464"/>
                    <a:pt x="64100" y="13486"/>
                    <a:pt x="64088" y="13503"/>
                  </a:cubicBezTo>
                  <a:lnTo>
                    <a:pt x="64088" y="13503"/>
                  </a:lnTo>
                  <a:cubicBezTo>
                    <a:pt x="64114" y="13458"/>
                    <a:pt x="64166" y="13360"/>
                    <a:pt x="64166" y="13313"/>
                  </a:cubicBezTo>
                  <a:cubicBezTo>
                    <a:pt x="64136" y="13253"/>
                    <a:pt x="64136" y="13192"/>
                    <a:pt x="64136" y="13131"/>
                  </a:cubicBezTo>
                  <a:close/>
                  <a:moveTo>
                    <a:pt x="37313" y="13518"/>
                  </a:moveTo>
                  <a:cubicBezTo>
                    <a:pt x="37337" y="13518"/>
                    <a:pt x="37357" y="13562"/>
                    <a:pt x="37357" y="13587"/>
                  </a:cubicBezTo>
                  <a:cubicBezTo>
                    <a:pt x="37357" y="13617"/>
                    <a:pt x="37205" y="13678"/>
                    <a:pt x="37023" y="13709"/>
                  </a:cubicBezTo>
                  <a:lnTo>
                    <a:pt x="36871" y="13739"/>
                  </a:lnTo>
                  <a:lnTo>
                    <a:pt x="36719" y="13739"/>
                  </a:lnTo>
                  <a:cubicBezTo>
                    <a:pt x="36567" y="13739"/>
                    <a:pt x="36384" y="13769"/>
                    <a:pt x="36324" y="13769"/>
                  </a:cubicBezTo>
                  <a:lnTo>
                    <a:pt x="36202" y="13769"/>
                  </a:lnTo>
                  <a:cubicBezTo>
                    <a:pt x="36172" y="13739"/>
                    <a:pt x="36202" y="13678"/>
                    <a:pt x="36232" y="13648"/>
                  </a:cubicBezTo>
                  <a:cubicBezTo>
                    <a:pt x="36253" y="13648"/>
                    <a:pt x="36340" y="13675"/>
                    <a:pt x="36406" y="13675"/>
                  </a:cubicBezTo>
                  <a:cubicBezTo>
                    <a:pt x="36438" y="13675"/>
                    <a:pt x="36465" y="13668"/>
                    <a:pt x="36476" y="13648"/>
                  </a:cubicBezTo>
                  <a:cubicBezTo>
                    <a:pt x="36476" y="13587"/>
                    <a:pt x="36810" y="13587"/>
                    <a:pt x="36901" y="13587"/>
                  </a:cubicBezTo>
                  <a:lnTo>
                    <a:pt x="37235" y="13587"/>
                  </a:lnTo>
                  <a:lnTo>
                    <a:pt x="37266" y="13557"/>
                  </a:lnTo>
                  <a:lnTo>
                    <a:pt x="37296" y="13526"/>
                  </a:lnTo>
                  <a:cubicBezTo>
                    <a:pt x="37302" y="13520"/>
                    <a:pt x="37308" y="13518"/>
                    <a:pt x="37313" y="13518"/>
                  </a:cubicBezTo>
                  <a:close/>
                  <a:moveTo>
                    <a:pt x="45716" y="13405"/>
                  </a:moveTo>
                  <a:cubicBezTo>
                    <a:pt x="45868" y="13435"/>
                    <a:pt x="45929" y="13709"/>
                    <a:pt x="45807" y="13739"/>
                  </a:cubicBezTo>
                  <a:cubicBezTo>
                    <a:pt x="45761" y="13769"/>
                    <a:pt x="45708" y="13785"/>
                    <a:pt x="45655" y="13785"/>
                  </a:cubicBezTo>
                  <a:cubicBezTo>
                    <a:pt x="45602" y="13785"/>
                    <a:pt x="45549" y="13769"/>
                    <a:pt x="45503" y="13739"/>
                  </a:cubicBezTo>
                  <a:cubicBezTo>
                    <a:pt x="45412" y="13709"/>
                    <a:pt x="45290" y="13526"/>
                    <a:pt x="45442" y="13405"/>
                  </a:cubicBezTo>
                  <a:close/>
                  <a:moveTo>
                    <a:pt x="54895" y="13283"/>
                  </a:moveTo>
                  <a:cubicBezTo>
                    <a:pt x="54926" y="13313"/>
                    <a:pt x="54895" y="13374"/>
                    <a:pt x="54895" y="13405"/>
                  </a:cubicBezTo>
                  <a:cubicBezTo>
                    <a:pt x="54865" y="13435"/>
                    <a:pt x="54895" y="13496"/>
                    <a:pt x="54987" y="13526"/>
                  </a:cubicBezTo>
                  <a:lnTo>
                    <a:pt x="55078" y="13587"/>
                  </a:lnTo>
                  <a:cubicBezTo>
                    <a:pt x="55108" y="13617"/>
                    <a:pt x="55230" y="13709"/>
                    <a:pt x="55108" y="13769"/>
                  </a:cubicBezTo>
                  <a:lnTo>
                    <a:pt x="55017" y="13830"/>
                  </a:lnTo>
                  <a:cubicBezTo>
                    <a:pt x="54956" y="13769"/>
                    <a:pt x="54895" y="13678"/>
                    <a:pt x="54835" y="13587"/>
                  </a:cubicBezTo>
                  <a:lnTo>
                    <a:pt x="54804" y="13526"/>
                  </a:lnTo>
                  <a:cubicBezTo>
                    <a:pt x="54652" y="13405"/>
                    <a:pt x="54652" y="13344"/>
                    <a:pt x="54865" y="13283"/>
                  </a:cubicBezTo>
                  <a:close/>
                  <a:moveTo>
                    <a:pt x="68634" y="12979"/>
                  </a:moveTo>
                  <a:cubicBezTo>
                    <a:pt x="69090" y="13040"/>
                    <a:pt x="69516" y="13070"/>
                    <a:pt x="69546" y="13070"/>
                  </a:cubicBezTo>
                  <a:lnTo>
                    <a:pt x="69576" y="13070"/>
                  </a:lnTo>
                  <a:cubicBezTo>
                    <a:pt x="69615" y="13045"/>
                    <a:pt x="69648" y="13035"/>
                    <a:pt x="69678" y="13035"/>
                  </a:cubicBezTo>
                  <a:cubicBezTo>
                    <a:pt x="69719" y="13035"/>
                    <a:pt x="69754" y="13053"/>
                    <a:pt x="69789" y="13070"/>
                  </a:cubicBezTo>
                  <a:cubicBezTo>
                    <a:pt x="69941" y="13131"/>
                    <a:pt x="69728" y="13222"/>
                    <a:pt x="69789" y="13253"/>
                  </a:cubicBezTo>
                  <a:lnTo>
                    <a:pt x="69850" y="13313"/>
                  </a:lnTo>
                  <a:cubicBezTo>
                    <a:pt x="69911" y="13374"/>
                    <a:pt x="69880" y="13435"/>
                    <a:pt x="69820" y="13435"/>
                  </a:cubicBezTo>
                  <a:lnTo>
                    <a:pt x="69850" y="13435"/>
                  </a:lnTo>
                  <a:cubicBezTo>
                    <a:pt x="69759" y="13435"/>
                    <a:pt x="69759" y="13769"/>
                    <a:pt x="69728" y="13830"/>
                  </a:cubicBezTo>
                  <a:cubicBezTo>
                    <a:pt x="69724" y="13834"/>
                    <a:pt x="69717" y="13836"/>
                    <a:pt x="69707" y="13836"/>
                  </a:cubicBezTo>
                  <a:cubicBezTo>
                    <a:pt x="69643" y="13836"/>
                    <a:pt x="69461" y="13753"/>
                    <a:pt x="69303" y="13648"/>
                  </a:cubicBezTo>
                  <a:lnTo>
                    <a:pt x="69121" y="13496"/>
                  </a:lnTo>
                  <a:lnTo>
                    <a:pt x="68969" y="13374"/>
                  </a:lnTo>
                  <a:cubicBezTo>
                    <a:pt x="68896" y="13287"/>
                    <a:pt x="68830" y="13249"/>
                    <a:pt x="68782" y="13249"/>
                  </a:cubicBezTo>
                  <a:cubicBezTo>
                    <a:pt x="68728" y="13249"/>
                    <a:pt x="68695" y="13295"/>
                    <a:pt x="68695" y="13374"/>
                  </a:cubicBezTo>
                  <a:lnTo>
                    <a:pt x="68421" y="13344"/>
                  </a:lnTo>
                  <a:lnTo>
                    <a:pt x="68391" y="13344"/>
                  </a:lnTo>
                  <a:cubicBezTo>
                    <a:pt x="68269" y="13405"/>
                    <a:pt x="68117" y="13465"/>
                    <a:pt x="67965" y="13526"/>
                  </a:cubicBezTo>
                  <a:lnTo>
                    <a:pt x="67874" y="13496"/>
                  </a:lnTo>
                  <a:lnTo>
                    <a:pt x="67783" y="13465"/>
                  </a:lnTo>
                  <a:cubicBezTo>
                    <a:pt x="67662" y="13435"/>
                    <a:pt x="67540" y="13435"/>
                    <a:pt x="67418" y="13405"/>
                  </a:cubicBezTo>
                  <a:lnTo>
                    <a:pt x="67236" y="13405"/>
                  </a:lnTo>
                  <a:cubicBezTo>
                    <a:pt x="67212" y="13419"/>
                    <a:pt x="67193" y="13425"/>
                    <a:pt x="67178" y="13425"/>
                  </a:cubicBezTo>
                  <a:cubicBezTo>
                    <a:pt x="67094" y="13425"/>
                    <a:pt x="67124" y="13243"/>
                    <a:pt x="67175" y="13192"/>
                  </a:cubicBezTo>
                  <a:cubicBezTo>
                    <a:pt x="67188" y="13166"/>
                    <a:pt x="67223" y="13157"/>
                    <a:pt x="67261" y="13157"/>
                  </a:cubicBezTo>
                  <a:cubicBezTo>
                    <a:pt x="67312" y="13157"/>
                    <a:pt x="67370" y="13174"/>
                    <a:pt x="67388" y="13192"/>
                  </a:cubicBezTo>
                  <a:cubicBezTo>
                    <a:pt x="67391" y="13195"/>
                    <a:pt x="67396" y="13197"/>
                    <a:pt x="67403" y="13197"/>
                  </a:cubicBezTo>
                  <a:cubicBezTo>
                    <a:pt x="67456" y="13197"/>
                    <a:pt x="67607" y="13094"/>
                    <a:pt x="67662" y="13040"/>
                  </a:cubicBezTo>
                  <a:cubicBezTo>
                    <a:pt x="67677" y="13032"/>
                    <a:pt x="67698" y="13028"/>
                    <a:pt x="67723" y="13028"/>
                  </a:cubicBezTo>
                  <a:cubicBezTo>
                    <a:pt x="67798" y="13028"/>
                    <a:pt x="67912" y="13063"/>
                    <a:pt x="68026" y="13131"/>
                  </a:cubicBezTo>
                  <a:lnTo>
                    <a:pt x="68209" y="13101"/>
                  </a:lnTo>
                  <a:lnTo>
                    <a:pt x="68634" y="12979"/>
                  </a:lnTo>
                  <a:close/>
                  <a:moveTo>
                    <a:pt x="42737" y="13526"/>
                  </a:moveTo>
                  <a:cubicBezTo>
                    <a:pt x="42798" y="13526"/>
                    <a:pt x="43011" y="13709"/>
                    <a:pt x="43011" y="13769"/>
                  </a:cubicBezTo>
                  <a:cubicBezTo>
                    <a:pt x="43011" y="13830"/>
                    <a:pt x="42919" y="13861"/>
                    <a:pt x="42798" y="13861"/>
                  </a:cubicBezTo>
                  <a:lnTo>
                    <a:pt x="42737" y="13830"/>
                  </a:lnTo>
                  <a:lnTo>
                    <a:pt x="42646" y="13769"/>
                  </a:lnTo>
                  <a:cubicBezTo>
                    <a:pt x="42615" y="13648"/>
                    <a:pt x="42646" y="13557"/>
                    <a:pt x="42737" y="13557"/>
                  </a:cubicBezTo>
                  <a:lnTo>
                    <a:pt x="42737" y="13526"/>
                  </a:lnTo>
                  <a:close/>
                  <a:moveTo>
                    <a:pt x="43658" y="13514"/>
                  </a:moveTo>
                  <a:cubicBezTo>
                    <a:pt x="43728" y="13514"/>
                    <a:pt x="43771" y="13529"/>
                    <a:pt x="43771" y="13557"/>
                  </a:cubicBezTo>
                  <a:lnTo>
                    <a:pt x="43771" y="13678"/>
                  </a:lnTo>
                  <a:cubicBezTo>
                    <a:pt x="43771" y="13769"/>
                    <a:pt x="43710" y="13830"/>
                    <a:pt x="43649" y="13861"/>
                  </a:cubicBezTo>
                  <a:lnTo>
                    <a:pt x="43619" y="13861"/>
                  </a:lnTo>
                  <a:cubicBezTo>
                    <a:pt x="43193" y="13769"/>
                    <a:pt x="43102" y="13709"/>
                    <a:pt x="43163" y="13678"/>
                  </a:cubicBezTo>
                  <a:lnTo>
                    <a:pt x="43315" y="13587"/>
                  </a:lnTo>
                  <a:cubicBezTo>
                    <a:pt x="43448" y="13537"/>
                    <a:pt x="43573" y="13514"/>
                    <a:pt x="43658" y="13514"/>
                  </a:cubicBezTo>
                  <a:close/>
                  <a:moveTo>
                    <a:pt x="23894" y="13214"/>
                  </a:moveTo>
                  <a:cubicBezTo>
                    <a:pt x="23911" y="13214"/>
                    <a:pt x="23930" y="13217"/>
                    <a:pt x="23953" y="13222"/>
                  </a:cubicBezTo>
                  <a:cubicBezTo>
                    <a:pt x="23983" y="13222"/>
                    <a:pt x="24013" y="13313"/>
                    <a:pt x="24013" y="13344"/>
                  </a:cubicBezTo>
                  <a:cubicBezTo>
                    <a:pt x="24013" y="13344"/>
                    <a:pt x="23922" y="13374"/>
                    <a:pt x="23922" y="13405"/>
                  </a:cubicBezTo>
                  <a:lnTo>
                    <a:pt x="23892" y="13496"/>
                  </a:lnTo>
                  <a:cubicBezTo>
                    <a:pt x="24044" y="13557"/>
                    <a:pt x="24135" y="13648"/>
                    <a:pt x="24044" y="13678"/>
                  </a:cubicBezTo>
                  <a:lnTo>
                    <a:pt x="23953" y="13678"/>
                  </a:lnTo>
                  <a:cubicBezTo>
                    <a:pt x="23892" y="13678"/>
                    <a:pt x="23801" y="13557"/>
                    <a:pt x="23801" y="13526"/>
                  </a:cubicBezTo>
                  <a:cubicBezTo>
                    <a:pt x="23770" y="13465"/>
                    <a:pt x="23770" y="13435"/>
                    <a:pt x="23740" y="13435"/>
                  </a:cubicBezTo>
                  <a:cubicBezTo>
                    <a:pt x="23709" y="13557"/>
                    <a:pt x="23709" y="13678"/>
                    <a:pt x="23709" y="13800"/>
                  </a:cubicBezTo>
                  <a:cubicBezTo>
                    <a:pt x="23709" y="13861"/>
                    <a:pt x="23664" y="13876"/>
                    <a:pt x="23607" y="13876"/>
                  </a:cubicBezTo>
                  <a:cubicBezTo>
                    <a:pt x="23550" y="13876"/>
                    <a:pt x="23481" y="13861"/>
                    <a:pt x="23436" y="13861"/>
                  </a:cubicBezTo>
                  <a:cubicBezTo>
                    <a:pt x="23345" y="13861"/>
                    <a:pt x="23405" y="13800"/>
                    <a:pt x="23618" y="13769"/>
                  </a:cubicBezTo>
                  <a:lnTo>
                    <a:pt x="23466" y="13648"/>
                  </a:lnTo>
                  <a:cubicBezTo>
                    <a:pt x="23375" y="13557"/>
                    <a:pt x="23497" y="13496"/>
                    <a:pt x="23466" y="13435"/>
                  </a:cubicBezTo>
                  <a:lnTo>
                    <a:pt x="23375" y="13283"/>
                  </a:lnTo>
                  <a:cubicBezTo>
                    <a:pt x="23421" y="13237"/>
                    <a:pt x="23474" y="13215"/>
                    <a:pt x="23527" y="13215"/>
                  </a:cubicBezTo>
                  <a:cubicBezTo>
                    <a:pt x="23580" y="13215"/>
                    <a:pt x="23633" y="13237"/>
                    <a:pt x="23679" y="13283"/>
                  </a:cubicBezTo>
                  <a:cubicBezTo>
                    <a:pt x="23700" y="13305"/>
                    <a:pt x="23737" y="13326"/>
                    <a:pt x="23768" y="13326"/>
                  </a:cubicBezTo>
                  <a:cubicBezTo>
                    <a:pt x="23780" y="13326"/>
                    <a:pt x="23792" y="13322"/>
                    <a:pt x="23801" y="13313"/>
                  </a:cubicBezTo>
                  <a:cubicBezTo>
                    <a:pt x="23801" y="13264"/>
                    <a:pt x="23821" y="13214"/>
                    <a:pt x="23894" y="13214"/>
                  </a:cubicBezTo>
                  <a:close/>
                  <a:moveTo>
                    <a:pt x="11458" y="13515"/>
                  </a:moveTo>
                  <a:cubicBezTo>
                    <a:pt x="11477" y="13515"/>
                    <a:pt x="11498" y="13519"/>
                    <a:pt x="11521" y="13526"/>
                  </a:cubicBezTo>
                  <a:cubicBezTo>
                    <a:pt x="11551" y="13526"/>
                    <a:pt x="11551" y="13557"/>
                    <a:pt x="11551" y="13617"/>
                  </a:cubicBezTo>
                  <a:cubicBezTo>
                    <a:pt x="11581" y="13709"/>
                    <a:pt x="11581" y="13769"/>
                    <a:pt x="11460" y="13769"/>
                  </a:cubicBezTo>
                  <a:cubicBezTo>
                    <a:pt x="11369" y="13800"/>
                    <a:pt x="11308" y="13830"/>
                    <a:pt x="11247" y="13861"/>
                  </a:cubicBezTo>
                  <a:lnTo>
                    <a:pt x="11126" y="13891"/>
                  </a:lnTo>
                  <a:cubicBezTo>
                    <a:pt x="11106" y="13894"/>
                    <a:pt x="11089" y="13896"/>
                    <a:pt x="11072" y="13896"/>
                  </a:cubicBezTo>
                  <a:cubicBezTo>
                    <a:pt x="10932" y="13896"/>
                    <a:pt x="10889" y="13784"/>
                    <a:pt x="10943" y="13648"/>
                  </a:cubicBezTo>
                  <a:lnTo>
                    <a:pt x="10943" y="13648"/>
                  </a:lnTo>
                  <a:lnTo>
                    <a:pt x="11186" y="13678"/>
                  </a:lnTo>
                  <a:cubicBezTo>
                    <a:pt x="11247" y="13678"/>
                    <a:pt x="11308" y="13678"/>
                    <a:pt x="11369" y="13617"/>
                  </a:cubicBezTo>
                  <a:cubicBezTo>
                    <a:pt x="11369" y="13549"/>
                    <a:pt x="11403" y="13515"/>
                    <a:pt x="11458" y="13515"/>
                  </a:cubicBezTo>
                  <a:close/>
                  <a:moveTo>
                    <a:pt x="55716" y="13587"/>
                  </a:moveTo>
                  <a:lnTo>
                    <a:pt x="55959" y="13648"/>
                  </a:lnTo>
                  <a:cubicBezTo>
                    <a:pt x="55971" y="13654"/>
                    <a:pt x="55985" y="13656"/>
                    <a:pt x="55999" y="13656"/>
                  </a:cubicBezTo>
                  <a:cubicBezTo>
                    <a:pt x="56056" y="13656"/>
                    <a:pt x="56129" y="13617"/>
                    <a:pt x="56202" y="13617"/>
                  </a:cubicBezTo>
                  <a:lnTo>
                    <a:pt x="56294" y="13617"/>
                  </a:lnTo>
                  <a:cubicBezTo>
                    <a:pt x="56334" y="13617"/>
                    <a:pt x="56442" y="13604"/>
                    <a:pt x="56528" y="13604"/>
                  </a:cubicBezTo>
                  <a:cubicBezTo>
                    <a:pt x="56570" y="13604"/>
                    <a:pt x="56608" y="13607"/>
                    <a:pt x="56628" y="13617"/>
                  </a:cubicBezTo>
                  <a:cubicBezTo>
                    <a:pt x="56658" y="13648"/>
                    <a:pt x="56871" y="13800"/>
                    <a:pt x="56810" y="13830"/>
                  </a:cubicBezTo>
                  <a:cubicBezTo>
                    <a:pt x="56802" y="13847"/>
                    <a:pt x="56789" y="13855"/>
                    <a:pt x="56772" y="13855"/>
                  </a:cubicBezTo>
                  <a:cubicBezTo>
                    <a:pt x="56729" y="13855"/>
                    <a:pt x="56663" y="13805"/>
                    <a:pt x="56598" y="13739"/>
                  </a:cubicBezTo>
                  <a:lnTo>
                    <a:pt x="56385" y="13861"/>
                  </a:lnTo>
                  <a:lnTo>
                    <a:pt x="56202" y="13921"/>
                  </a:lnTo>
                  <a:cubicBezTo>
                    <a:pt x="55868" y="13891"/>
                    <a:pt x="55655" y="13739"/>
                    <a:pt x="55716" y="13587"/>
                  </a:cubicBezTo>
                  <a:close/>
                  <a:moveTo>
                    <a:pt x="57848" y="13412"/>
                  </a:moveTo>
                  <a:cubicBezTo>
                    <a:pt x="57905" y="13412"/>
                    <a:pt x="57965" y="13420"/>
                    <a:pt x="57996" y="13435"/>
                  </a:cubicBezTo>
                  <a:cubicBezTo>
                    <a:pt x="58087" y="13465"/>
                    <a:pt x="58208" y="13496"/>
                    <a:pt x="58300" y="13496"/>
                  </a:cubicBezTo>
                  <a:cubicBezTo>
                    <a:pt x="58349" y="13471"/>
                    <a:pt x="58537" y="13427"/>
                    <a:pt x="58640" y="13427"/>
                  </a:cubicBezTo>
                  <a:cubicBezTo>
                    <a:pt x="58664" y="13427"/>
                    <a:pt x="58683" y="13429"/>
                    <a:pt x="58695" y="13435"/>
                  </a:cubicBezTo>
                  <a:cubicBezTo>
                    <a:pt x="58725" y="13496"/>
                    <a:pt x="58512" y="13617"/>
                    <a:pt x="58208" y="13739"/>
                  </a:cubicBezTo>
                  <a:lnTo>
                    <a:pt x="58056" y="13617"/>
                  </a:lnTo>
                  <a:lnTo>
                    <a:pt x="58026" y="13617"/>
                  </a:lnTo>
                  <a:cubicBezTo>
                    <a:pt x="58026" y="13596"/>
                    <a:pt x="57996" y="13574"/>
                    <a:pt x="57946" y="13574"/>
                  </a:cubicBezTo>
                  <a:cubicBezTo>
                    <a:pt x="57925" y="13574"/>
                    <a:pt x="57901" y="13578"/>
                    <a:pt x="57874" y="13587"/>
                  </a:cubicBezTo>
                  <a:cubicBezTo>
                    <a:pt x="57753" y="13678"/>
                    <a:pt x="57661" y="13800"/>
                    <a:pt x="57601" y="13921"/>
                  </a:cubicBezTo>
                  <a:lnTo>
                    <a:pt x="57479" y="13921"/>
                  </a:lnTo>
                  <a:cubicBezTo>
                    <a:pt x="57418" y="13921"/>
                    <a:pt x="57388" y="13830"/>
                    <a:pt x="57388" y="13769"/>
                  </a:cubicBezTo>
                  <a:cubicBezTo>
                    <a:pt x="57418" y="13739"/>
                    <a:pt x="57236" y="13739"/>
                    <a:pt x="57175" y="13739"/>
                  </a:cubicBezTo>
                  <a:cubicBezTo>
                    <a:pt x="57114" y="13739"/>
                    <a:pt x="57053" y="13709"/>
                    <a:pt x="57053" y="13709"/>
                  </a:cubicBezTo>
                  <a:cubicBezTo>
                    <a:pt x="57114" y="13648"/>
                    <a:pt x="57175" y="13557"/>
                    <a:pt x="57266" y="13496"/>
                  </a:cubicBezTo>
                  <a:cubicBezTo>
                    <a:pt x="57278" y="13490"/>
                    <a:pt x="57293" y="13488"/>
                    <a:pt x="57310" y="13488"/>
                  </a:cubicBezTo>
                  <a:cubicBezTo>
                    <a:pt x="57382" y="13488"/>
                    <a:pt x="57491" y="13532"/>
                    <a:pt x="57540" y="13557"/>
                  </a:cubicBezTo>
                  <a:cubicBezTo>
                    <a:pt x="57544" y="13561"/>
                    <a:pt x="57550" y="13563"/>
                    <a:pt x="57557" y="13563"/>
                  </a:cubicBezTo>
                  <a:cubicBezTo>
                    <a:pt x="57602" y="13563"/>
                    <a:pt x="57696" y="13488"/>
                    <a:pt x="57722" y="13435"/>
                  </a:cubicBezTo>
                  <a:cubicBezTo>
                    <a:pt x="57737" y="13420"/>
                    <a:pt x="57791" y="13412"/>
                    <a:pt x="57848" y="13412"/>
                  </a:cubicBezTo>
                  <a:close/>
                  <a:moveTo>
                    <a:pt x="59819" y="13526"/>
                  </a:moveTo>
                  <a:cubicBezTo>
                    <a:pt x="59880" y="13526"/>
                    <a:pt x="60063" y="13617"/>
                    <a:pt x="60032" y="13617"/>
                  </a:cubicBezTo>
                  <a:cubicBezTo>
                    <a:pt x="60032" y="13648"/>
                    <a:pt x="60063" y="13678"/>
                    <a:pt x="60154" y="13678"/>
                  </a:cubicBezTo>
                  <a:lnTo>
                    <a:pt x="60215" y="13739"/>
                  </a:lnTo>
                  <a:cubicBezTo>
                    <a:pt x="60275" y="13800"/>
                    <a:pt x="60519" y="13769"/>
                    <a:pt x="60397" y="13891"/>
                  </a:cubicBezTo>
                  <a:cubicBezTo>
                    <a:pt x="60336" y="13921"/>
                    <a:pt x="60275" y="13937"/>
                    <a:pt x="60215" y="13937"/>
                  </a:cubicBezTo>
                  <a:cubicBezTo>
                    <a:pt x="60154" y="13937"/>
                    <a:pt x="60093" y="13921"/>
                    <a:pt x="60032" y="13891"/>
                  </a:cubicBezTo>
                  <a:lnTo>
                    <a:pt x="59911" y="13800"/>
                  </a:lnTo>
                  <a:cubicBezTo>
                    <a:pt x="59759" y="13648"/>
                    <a:pt x="59728" y="13526"/>
                    <a:pt x="59819" y="13526"/>
                  </a:cubicBezTo>
                  <a:close/>
                  <a:moveTo>
                    <a:pt x="41743" y="13044"/>
                  </a:moveTo>
                  <a:cubicBezTo>
                    <a:pt x="41801" y="13044"/>
                    <a:pt x="41865" y="13080"/>
                    <a:pt x="41886" y="13101"/>
                  </a:cubicBezTo>
                  <a:cubicBezTo>
                    <a:pt x="41916" y="13131"/>
                    <a:pt x="41856" y="13253"/>
                    <a:pt x="41795" y="13313"/>
                  </a:cubicBezTo>
                  <a:cubicBezTo>
                    <a:pt x="41734" y="13344"/>
                    <a:pt x="41795" y="13435"/>
                    <a:pt x="41886" y="13496"/>
                  </a:cubicBezTo>
                  <a:lnTo>
                    <a:pt x="42068" y="13496"/>
                  </a:lnTo>
                  <a:cubicBezTo>
                    <a:pt x="42099" y="13481"/>
                    <a:pt x="42152" y="13473"/>
                    <a:pt x="42198" y="13473"/>
                  </a:cubicBezTo>
                  <a:cubicBezTo>
                    <a:pt x="42243" y="13473"/>
                    <a:pt x="42281" y="13481"/>
                    <a:pt x="42281" y="13496"/>
                  </a:cubicBezTo>
                  <a:lnTo>
                    <a:pt x="42342" y="13587"/>
                  </a:lnTo>
                  <a:cubicBezTo>
                    <a:pt x="42433" y="13617"/>
                    <a:pt x="42433" y="13678"/>
                    <a:pt x="42342" y="13678"/>
                  </a:cubicBezTo>
                  <a:lnTo>
                    <a:pt x="42160" y="13678"/>
                  </a:lnTo>
                  <a:cubicBezTo>
                    <a:pt x="42068" y="13709"/>
                    <a:pt x="42008" y="13830"/>
                    <a:pt x="42038" y="13921"/>
                  </a:cubicBezTo>
                  <a:lnTo>
                    <a:pt x="41886" y="13921"/>
                  </a:lnTo>
                  <a:cubicBezTo>
                    <a:pt x="41734" y="13921"/>
                    <a:pt x="41825" y="13800"/>
                    <a:pt x="41795" y="13739"/>
                  </a:cubicBezTo>
                  <a:cubicBezTo>
                    <a:pt x="41704" y="13709"/>
                    <a:pt x="41612" y="13678"/>
                    <a:pt x="41521" y="13678"/>
                  </a:cubicBezTo>
                  <a:cubicBezTo>
                    <a:pt x="41460" y="13678"/>
                    <a:pt x="41400" y="13709"/>
                    <a:pt x="41400" y="13739"/>
                  </a:cubicBezTo>
                  <a:lnTo>
                    <a:pt x="41460" y="13739"/>
                  </a:lnTo>
                  <a:lnTo>
                    <a:pt x="41460" y="13769"/>
                  </a:lnTo>
                  <a:cubicBezTo>
                    <a:pt x="41491" y="13830"/>
                    <a:pt x="41460" y="13891"/>
                    <a:pt x="41400" y="13891"/>
                  </a:cubicBezTo>
                  <a:lnTo>
                    <a:pt x="41339" y="13891"/>
                  </a:lnTo>
                  <a:cubicBezTo>
                    <a:pt x="41217" y="13891"/>
                    <a:pt x="41126" y="13830"/>
                    <a:pt x="41035" y="13830"/>
                  </a:cubicBezTo>
                  <a:cubicBezTo>
                    <a:pt x="40974" y="13830"/>
                    <a:pt x="40913" y="13861"/>
                    <a:pt x="40913" y="13921"/>
                  </a:cubicBezTo>
                  <a:cubicBezTo>
                    <a:pt x="40894" y="13979"/>
                    <a:pt x="40850" y="14000"/>
                    <a:pt x="40805" y="14000"/>
                  </a:cubicBezTo>
                  <a:cubicBezTo>
                    <a:pt x="40780" y="14000"/>
                    <a:pt x="40753" y="13993"/>
                    <a:pt x="40731" y="13982"/>
                  </a:cubicBezTo>
                  <a:lnTo>
                    <a:pt x="40701" y="13952"/>
                  </a:lnTo>
                  <a:cubicBezTo>
                    <a:pt x="40701" y="13921"/>
                    <a:pt x="40594" y="13906"/>
                    <a:pt x="40427" y="13906"/>
                  </a:cubicBezTo>
                  <a:cubicBezTo>
                    <a:pt x="40424" y="13906"/>
                    <a:pt x="40420" y="13906"/>
                    <a:pt x="40417" y="13906"/>
                  </a:cubicBezTo>
                  <a:lnTo>
                    <a:pt x="40417" y="13906"/>
                  </a:lnTo>
                  <a:lnTo>
                    <a:pt x="40397" y="13921"/>
                  </a:lnTo>
                  <a:cubicBezTo>
                    <a:pt x="40376" y="13917"/>
                    <a:pt x="40356" y="13913"/>
                    <a:pt x="40335" y="13908"/>
                  </a:cubicBezTo>
                  <a:lnTo>
                    <a:pt x="40335" y="13908"/>
                  </a:lnTo>
                  <a:cubicBezTo>
                    <a:pt x="40181" y="13912"/>
                    <a:pt x="39990" y="13927"/>
                    <a:pt x="39789" y="13952"/>
                  </a:cubicBezTo>
                  <a:lnTo>
                    <a:pt x="39667" y="13921"/>
                  </a:lnTo>
                  <a:lnTo>
                    <a:pt x="39454" y="13861"/>
                  </a:lnTo>
                  <a:cubicBezTo>
                    <a:pt x="39439" y="13921"/>
                    <a:pt x="39409" y="13952"/>
                    <a:pt x="39371" y="13952"/>
                  </a:cubicBezTo>
                  <a:cubicBezTo>
                    <a:pt x="39333" y="13952"/>
                    <a:pt x="39287" y="13921"/>
                    <a:pt x="39242" y="13861"/>
                  </a:cubicBezTo>
                  <a:lnTo>
                    <a:pt x="39150" y="13800"/>
                  </a:lnTo>
                  <a:lnTo>
                    <a:pt x="38998" y="13709"/>
                  </a:lnTo>
                  <a:cubicBezTo>
                    <a:pt x="39029" y="13617"/>
                    <a:pt x="39059" y="13526"/>
                    <a:pt x="39090" y="13435"/>
                  </a:cubicBezTo>
                  <a:lnTo>
                    <a:pt x="39181" y="13435"/>
                  </a:lnTo>
                  <a:cubicBezTo>
                    <a:pt x="39242" y="13496"/>
                    <a:pt x="39333" y="13587"/>
                    <a:pt x="39394" y="13678"/>
                  </a:cubicBezTo>
                  <a:lnTo>
                    <a:pt x="39576" y="13587"/>
                  </a:lnTo>
                  <a:lnTo>
                    <a:pt x="39637" y="13587"/>
                  </a:lnTo>
                  <a:cubicBezTo>
                    <a:pt x="39653" y="13590"/>
                    <a:pt x="39668" y="13592"/>
                    <a:pt x="39682" y="13592"/>
                  </a:cubicBezTo>
                  <a:cubicBezTo>
                    <a:pt x="39795" y="13592"/>
                    <a:pt x="39816" y="13489"/>
                    <a:pt x="39789" y="13435"/>
                  </a:cubicBezTo>
                  <a:cubicBezTo>
                    <a:pt x="39746" y="13414"/>
                    <a:pt x="39703" y="13392"/>
                    <a:pt x="39670" y="13392"/>
                  </a:cubicBezTo>
                  <a:cubicBezTo>
                    <a:pt x="39657" y="13392"/>
                    <a:pt x="39646" y="13396"/>
                    <a:pt x="39637" y="13405"/>
                  </a:cubicBezTo>
                  <a:lnTo>
                    <a:pt x="39576" y="13405"/>
                  </a:lnTo>
                  <a:cubicBezTo>
                    <a:pt x="39515" y="13405"/>
                    <a:pt x="39485" y="13405"/>
                    <a:pt x="39454" y="13344"/>
                  </a:cubicBezTo>
                  <a:cubicBezTo>
                    <a:pt x="39454" y="13313"/>
                    <a:pt x="39485" y="13253"/>
                    <a:pt x="39515" y="13253"/>
                  </a:cubicBezTo>
                  <a:lnTo>
                    <a:pt x="39637" y="13253"/>
                  </a:lnTo>
                  <a:cubicBezTo>
                    <a:pt x="39700" y="13240"/>
                    <a:pt x="39757" y="13233"/>
                    <a:pt x="39812" y="13233"/>
                  </a:cubicBezTo>
                  <a:cubicBezTo>
                    <a:pt x="39889" y="13233"/>
                    <a:pt x="39961" y="13247"/>
                    <a:pt x="40032" y="13283"/>
                  </a:cubicBezTo>
                  <a:lnTo>
                    <a:pt x="40032" y="13374"/>
                  </a:lnTo>
                  <a:cubicBezTo>
                    <a:pt x="40001" y="13496"/>
                    <a:pt x="40123" y="13648"/>
                    <a:pt x="40184" y="13678"/>
                  </a:cubicBezTo>
                  <a:cubicBezTo>
                    <a:pt x="40336" y="13678"/>
                    <a:pt x="40488" y="13648"/>
                    <a:pt x="40640" y="13587"/>
                  </a:cubicBezTo>
                  <a:cubicBezTo>
                    <a:pt x="40668" y="13568"/>
                    <a:pt x="40688" y="13561"/>
                    <a:pt x="40701" y="13561"/>
                  </a:cubicBezTo>
                  <a:cubicBezTo>
                    <a:pt x="40731" y="13561"/>
                    <a:pt x="40731" y="13596"/>
                    <a:pt x="40731" y="13617"/>
                  </a:cubicBezTo>
                  <a:cubicBezTo>
                    <a:pt x="40688" y="13661"/>
                    <a:pt x="40660" y="13704"/>
                    <a:pt x="40625" y="13737"/>
                  </a:cubicBezTo>
                  <a:lnTo>
                    <a:pt x="40625" y="13737"/>
                  </a:lnTo>
                  <a:cubicBezTo>
                    <a:pt x="40550" y="13728"/>
                    <a:pt x="40473" y="13724"/>
                    <a:pt x="40397" y="13724"/>
                  </a:cubicBezTo>
                  <a:cubicBezTo>
                    <a:pt x="40252" y="13724"/>
                    <a:pt x="40108" y="13739"/>
                    <a:pt x="39971" y="13769"/>
                  </a:cubicBezTo>
                  <a:cubicBezTo>
                    <a:pt x="40076" y="13822"/>
                    <a:pt x="40204" y="13875"/>
                    <a:pt x="40335" y="13908"/>
                  </a:cubicBezTo>
                  <a:lnTo>
                    <a:pt x="40335" y="13908"/>
                  </a:lnTo>
                  <a:cubicBezTo>
                    <a:pt x="40364" y="13907"/>
                    <a:pt x="40391" y="13906"/>
                    <a:pt x="40417" y="13906"/>
                  </a:cubicBezTo>
                  <a:lnTo>
                    <a:pt x="40417" y="13906"/>
                  </a:lnTo>
                  <a:lnTo>
                    <a:pt x="40518" y="13830"/>
                  </a:lnTo>
                  <a:lnTo>
                    <a:pt x="40579" y="13769"/>
                  </a:lnTo>
                  <a:cubicBezTo>
                    <a:pt x="40596" y="13761"/>
                    <a:pt x="40611" y="13750"/>
                    <a:pt x="40625" y="13737"/>
                  </a:cubicBezTo>
                  <a:lnTo>
                    <a:pt x="40625" y="13737"/>
                  </a:lnTo>
                  <a:cubicBezTo>
                    <a:pt x="40692" y="13744"/>
                    <a:pt x="40758" y="13755"/>
                    <a:pt x="40822" y="13769"/>
                  </a:cubicBezTo>
                  <a:lnTo>
                    <a:pt x="40822" y="13739"/>
                  </a:lnTo>
                  <a:cubicBezTo>
                    <a:pt x="40883" y="13587"/>
                    <a:pt x="40974" y="13557"/>
                    <a:pt x="41126" y="13557"/>
                  </a:cubicBezTo>
                  <a:lnTo>
                    <a:pt x="41156" y="13557"/>
                  </a:lnTo>
                  <a:cubicBezTo>
                    <a:pt x="41174" y="13548"/>
                    <a:pt x="41195" y="13544"/>
                    <a:pt x="41215" y="13544"/>
                  </a:cubicBezTo>
                  <a:cubicBezTo>
                    <a:pt x="41265" y="13544"/>
                    <a:pt x="41317" y="13566"/>
                    <a:pt x="41339" y="13587"/>
                  </a:cubicBezTo>
                  <a:cubicBezTo>
                    <a:pt x="41342" y="13590"/>
                    <a:pt x="41347" y="13592"/>
                    <a:pt x="41354" y="13592"/>
                  </a:cubicBezTo>
                  <a:cubicBezTo>
                    <a:pt x="41408" y="13592"/>
                    <a:pt x="41558" y="13492"/>
                    <a:pt x="41612" y="13465"/>
                  </a:cubicBezTo>
                  <a:cubicBezTo>
                    <a:pt x="41673" y="13435"/>
                    <a:pt x="41612" y="13131"/>
                    <a:pt x="41673" y="13070"/>
                  </a:cubicBezTo>
                  <a:cubicBezTo>
                    <a:pt x="41692" y="13051"/>
                    <a:pt x="41717" y="13044"/>
                    <a:pt x="41743" y="13044"/>
                  </a:cubicBezTo>
                  <a:close/>
                  <a:moveTo>
                    <a:pt x="65716" y="13830"/>
                  </a:moveTo>
                  <a:cubicBezTo>
                    <a:pt x="65777" y="13830"/>
                    <a:pt x="65868" y="13830"/>
                    <a:pt x="65899" y="13891"/>
                  </a:cubicBezTo>
                  <a:cubicBezTo>
                    <a:pt x="65929" y="13921"/>
                    <a:pt x="65868" y="14013"/>
                    <a:pt x="65868" y="14043"/>
                  </a:cubicBezTo>
                  <a:lnTo>
                    <a:pt x="65260" y="14043"/>
                  </a:lnTo>
                  <a:cubicBezTo>
                    <a:pt x="65108" y="14013"/>
                    <a:pt x="65048" y="13982"/>
                    <a:pt x="65169" y="13982"/>
                  </a:cubicBezTo>
                  <a:lnTo>
                    <a:pt x="65139" y="13982"/>
                  </a:lnTo>
                  <a:cubicBezTo>
                    <a:pt x="65351" y="13952"/>
                    <a:pt x="65534" y="13891"/>
                    <a:pt x="65716" y="13830"/>
                  </a:cubicBezTo>
                  <a:close/>
                  <a:moveTo>
                    <a:pt x="14375" y="13605"/>
                  </a:moveTo>
                  <a:cubicBezTo>
                    <a:pt x="14388" y="13605"/>
                    <a:pt x="14399" y="13609"/>
                    <a:pt x="14408" y="13617"/>
                  </a:cubicBezTo>
                  <a:lnTo>
                    <a:pt x="14439" y="13617"/>
                  </a:lnTo>
                  <a:cubicBezTo>
                    <a:pt x="14439" y="13709"/>
                    <a:pt x="14408" y="13800"/>
                    <a:pt x="14378" y="13891"/>
                  </a:cubicBezTo>
                  <a:cubicBezTo>
                    <a:pt x="14347" y="13952"/>
                    <a:pt x="14256" y="14073"/>
                    <a:pt x="14195" y="14073"/>
                  </a:cubicBezTo>
                  <a:cubicBezTo>
                    <a:pt x="14191" y="14076"/>
                    <a:pt x="14185" y="14077"/>
                    <a:pt x="14179" y="14077"/>
                  </a:cubicBezTo>
                  <a:cubicBezTo>
                    <a:pt x="14103" y="14077"/>
                    <a:pt x="13915" y="13921"/>
                    <a:pt x="13831" y="13921"/>
                  </a:cubicBezTo>
                  <a:cubicBezTo>
                    <a:pt x="13709" y="13921"/>
                    <a:pt x="13709" y="13891"/>
                    <a:pt x="13831" y="13861"/>
                  </a:cubicBezTo>
                  <a:lnTo>
                    <a:pt x="13922" y="13891"/>
                  </a:lnTo>
                  <a:lnTo>
                    <a:pt x="14165" y="13921"/>
                  </a:lnTo>
                  <a:cubicBezTo>
                    <a:pt x="14226" y="13830"/>
                    <a:pt x="14256" y="13739"/>
                    <a:pt x="14256" y="13648"/>
                  </a:cubicBezTo>
                  <a:lnTo>
                    <a:pt x="14287" y="13648"/>
                  </a:lnTo>
                  <a:cubicBezTo>
                    <a:pt x="14308" y="13626"/>
                    <a:pt x="14345" y="13605"/>
                    <a:pt x="14375" y="13605"/>
                  </a:cubicBezTo>
                  <a:close/>
                  <a:moveTo>
                    <a:pt x="38512" y="13344"/>
                  </a:moveTo>
                  <a:cubicBezTo>
                    <a:pt x="38573" y="13405"/>
                    <a:pt x="38664" y="13496"/>
                    <a:pt x="38694" y="13526"/>
                  </a:cubicBezTo>
                  <a:lnTo>
                    <a:pt x="38725" y="13557"/>
                  </a:lnTo>
                  <a:lnTo>
                    <a:pt x="38968" y="13739"/>
                  </a:lnTo>
                  <a:cubicBezTo>
                    <a:pt x="38846" y="13830"/>
                    <a:pt x="38755" y="13982"/>
                    <a:pt x="38786" y="14013"/>
                  </a:cubicBezTo>
                  <a:cubicBezTo>
                    <a:pt x="38786" y="14043"/>
                    <a:pt x="38755" y="14073"/>
                    <a:pt x="38694" y="14073"/>
                  </a:cubicBezTo>
                  <a:lnTo>
                    <a:pt x="38573" y="14073"/>
                  </a:lnTo>
                  <a:cubicBezTo>
                    <a:pt x="38500" y="14090"/>
                    <a:pt x="38433" y="14097"/>
                    <a:pt x="38375" y="14097"/>
                  </a:cubicBezTo>
                  <a:cubicBezTo>
                    <a:pt x="38217" y="14097"/>
                    <a:pt x="38125" y="14041"/>
                    <a:pt x="38147" y="13952"/>
                  </a:cubicBezTo>
                  <a:lnTo>
                    <a:pt x="38208" y="13891"/>
                  </a:lnTo>
                  <a:lnTo>
                    <a:pt x="38299" y="13769"/>
                  </a:lnTo>
                  <a:cubicBezTo>
                    <a:pt x="38376" y="13795"/>
                    <a:pt x="38443" y="13804"/>
                    <a:pt x="38491" y="13804"/>
                  </a:cubicBezTo>
                  <a:cubicBezTo>
                    <a:pt x="38557" y="13804"/>
                    <a:pt x="38590" y="13787"/>
                    <a:pt x="38573" y="13769"/>
                  </a:cubicBezTo>
                  <a:cubicBezTo>
                    <a:pt x="38451" y="13648"/>
                    <a:pt x="38330" y="13526"/>
                    <a:pt x="38208" y="13435"/>
                  </a:cubicBezTo>
                  <a:cubicBezTo>
                    <a:pt x="38147" y="13374"/>
                    <a:pt x="38208" y="13344"/>
                    <a:pt x="38299" y="13344"/>
                  </a:cubicBezTo>
                  <a:close/>
                  <a:moveTo>
                    <a:pt x="35928" y="13557"/>
                  </a:moveTo>
                  <a:cubicBezTo>
                    <a:pt x="35959" y="13557"/>
                    <a:pt x="36020" y="13617"/>
                    <a:pt x="36050" y="13617"/>
                  </a:cubicBezTo>
                  <a:lnTo>
                    <a:pt x="35898" y="14013"/>
                  </a:lnTo>
                  <a:lnTo>
                    <a:pt x="35868" y="14104"/>
                  </a:lnTo>
                  <a:cubicBezTo>
                    <a:pt x="35861" y="14130"/>
                    <a:pt x="35836" y="14141"/>
                    <a:pt x="35800" y="14141"/>
                  </a:cubicBezTo>
                  <a:cubicBezTo>
                    <a:pt x="35762" y="14141"/>
                    <a:pt x="35712" y="14129"/>
                    <a:pt x="35657" y="14111"/>
                  </a:cubicBezTo>
                  <a:lnTo>
                    <a:pt x="35657" y="14111"/>
                  </a:lnTo>
                  <a:cubicBezTo>
                    <a:pt x="35695" y="14081"/>
                    <a:pt x="35730" y="14032"/>
                    <a:pt x="35746" y="13982"/>
                  </a:cubicBezTo>
                  <a:lnTo>
                    <a:pt x="35776" y="13891"/>
                  </a:lnTo>
                  <a:lnTo>
                    <a:pt x="35837" y="13830"/>
                  </a:lnTo>
                  <a:cubicBezTo>
                    <a:pt x="35776" y="13769"/>
                    <a:pt x="35807" y="13678"/>
                    <a:pt x="35868" y="13617"/>
                  </a:cubicBezTo>
                  <a:lnTo>
                    <a:pt x="35928" y="13557"/>
                  </a:lnTo>
                  <a:close/>
                  <a:moveTo>
                    <a:pt x="53498" y="13885"/>
                  </a:moveTo>
                  <a:cubicBezTo>
                    <a:pt x="53509" y="13885"/>
                    <a:pt x="53519" y="13887"/>
                    <a:pt x="53528" y="13891"/>
                  </a:cubicBezTo>
                  <a:lnTo>
                    <a:pt x="53680" y="13952"/>
                  </a:lnTo>
                  <a:cubicBezTo>
                    <a:pt x="53831" y="14073"/>
                    <a:pt x="53892" y="14195"/>
                    <a:pt x="53831" y="14195"/>
                  </a:cubicBezTo>
                  <a:lnTo>
                    <a:pt x="53831" y="14165"/>
                  </a:lnTo>
                  <a:cubicBezTo>
                    <a:pt x="53771" y="14165"/>
                    <a:pt x="53680" y="14134"/>
                    <a:pt x="53710" y="14104"/>
                  </a:cubicBezTo>
                  <a:cubicBezTo>
                    <a:pt x="53710" y="14073"/>
                    <a:pt x="53649" y="14043"/>
                    <a:pt x="53558" y="14043"/>
                  </a:cubicBezTo>
                  <a:lnTo>
                    <a:pt x="53406" y="14043"/>
                  </a:lnTo>
                  <a:cubicBezTo>
                    <a:pt x="53379" y="14052"/>
                    <a:pt x="53353" y="14056"/>
                    <a:pt x="53328" y="14056"/>
                  </a:cubicBezTo>
                  <a:cubicBezTo>
                    <a:pt x="53269" y="14056"/>
                    <a:pt x="53224" y="14034"/>
                    <a:pt x="53224" y="14013"/>
                  </a:cubicBezTo>
                  <a:cubicBezTo>
                    <a:pt x="53302" y="13960"/>
                    <a:pt x="53426" y="13885"/>
                    <a:pt x="53498" y="13885"/>
                  </a:cubicBezTo>
                  <a:close/>
                  <a:moveTo>
                    <a:pt x="35427" y="14058"/>
                  </a:moveTo>
                  <a:cubicBezTo>
                    <a:pt x="35465" y="14058"/>
                    <a:pt x="35503" y="14073"/>
                    <a:pt x="35533" y="14104"/>
                  </a:cubicBezTo>
                  <a:lnTo>
                    <a:pt x="35564" y="14134"/>
                  </a:lnTo>
                  <a:cubicBezTo>
                    <a:pt x="35569" y="14137"/>
                    <a:pt x="35575" y="14139"/>
                    <a:pt x="35580" y="14139"/>
                  </a:cubicBezTo>
                  <a:lnTo>
                    <a:pt x="35580" y="14139"/>
                  </a:lnTo>
                  <a:cubicBezTo>
                    <a:pt x="35575" y="14158"/>
                    <a:pt x="35570" y="14176"/>
                    <a:pt x="35564" y="14195"/>
                  </a:cubicBezTo>
                  <a:lnTo>
                    <a:pt x="35472" y="14225"/>
                  </a:lnTo>
                  <a:cubicBezTo>
                    <a:pt x="35321" y="14225"/>
                    <a:pt x="35290" y="14195"/>
                    <a:pt x="35321" y="14104"/>
                  </a:cubicBezTo>
                  <a:cubicBezTo>
                    <a:pt x="35351" y="14073"/>
                    <a:pt x="35389" y="14058"/>
                    <a:pt x="35427" y="14058"/>
                  </a:cubicBezTo>
                  <a:close/>
                  <a:moveTo>
                    <a:pt x="35442" y="13617"/>
                  </a:moveTo>
                  <a:cubicBezTo>
                    <a:pt x="35574" y="13670"/>
                    <a:pt x="35637" y="13860"/>
                    <a:pt x="35592" y="14088"/>
                  </a:cubicBezTo>
                  <a:lnTo>
                    <a:pt x="35592" y="14088"/>
                  </a:lnTo>
                  <a:cubicBezTo>
                    <a:pt x="35473" y="14043"/>
                    <a:pt x="35348" y="13980"/>
                    <a:pt x="35290" y="13952"/>
                  </a:cubicBezTo>
                  <a:cubicBezTo>
                    <a:pt x="35194" y="13894"/>
                    <a:pt x="35122" y="13873"/>
                    <a:pt x="35082" y="13873"/>
                  </a:cubicBezTo>
                  <a:cubicBezTo>
                    <a:pt x="35059" y="13873"/>
                    <a:pt x="35047" y="13880"/>
                    <a:pt x="35047" y="13891"/>
                  </a:cubicBezTo>
                  <a:cubicBezTo>
                    <a:pt x="35108" y="13952"/>
                    <a:pt x="35290" y="14043"/>
                    <a:pt x="35169" y="14104"/>
                  </a:cubicBezTo>
                  <a:cubicBezTo>
                    <a:pt x="35144" y="14129"/>
                    <a:pt x="35121" y="14138"/>
                    <a:pt x="35099" y="14138"/>
                  </a:cubicBezTo>
                  <a:cubicBezTo>
                    <a:pt x="35042" y="14138"/>
                    <a:pt x="34992" y="14073"/>
                    <a:pt x="34925" y="14073"/>
                  </a:cubicBezTo>
                  <a:lnTo>
                    <a:pt x="34865" y="14073"/>
                  </a:lnTo>
                  <a:cubicBezTo>
                    <a:pt x="34847" y="14091"/>
                    <a:pt x="34813" y="14099"/>
                    <a:pt x="34773" y="14099"/>
                  </a:cubicBezTo>
                  <a:cubicBezTo>
                    <a:pt x="34674" y="14099"/>
                    <a:pt x="34534" y="14056"/>
                    <a:pt x="34469" y="14013"/>
                  </a:cubicBezTo>
                  <a:cubicBezTo>
                    <a:pt x="34455" y="14003"/>
                    <a:pt x="34440" y="13998"/>
                    <a:pt x="34426" y="13998"/>
                  </a:cubicBezTo>
                  <a:cubicBezTo>
                    <a:pt x="34351" y="13998"/>
                    <a:pt x="34287" y="14114"/>
                    <a:pt x="34287" y="14165"/>
                  </a:cubicBezTo>
                  <a:cubicBezTo>
                    <a:pt x="34287" y="14192"/>
                    <a:pt x="34212" y="14321"/>
                    <a:pt x="34129" y="14321"/>
                  </a:cubicBezTo>
                  <a:cubicBezTo>
                    <a:pt x="34121" y="14321"/>
                    <a:pt x="34113" y="14319"/>
                    <a:pt x="34105" y="14317"/>
                  </a:cubicBezTo>
                  <a:cubicBezTo>
                    <a:pt x="34044" y="14286"/>
                    <a:pt x="33983" y="14256"/>
                    <a:pt x="33922" y="14225"/>
                  </a:cubicBezTo>
                  <a:cubicBezTo>
                    <a:pt x="33869" y="14279"/>
                    <a:pt x="33820" y="14298"/>
                    <a:pt x="33777" y="14298"/>
                  </a:cubicBezTo>
                  <a:cubicBezTo>
                    <a:pt x="33674" y="14298"/>
                    <a:pt x="33600" y="14186"/>
                    <a:pt x="33558" y="14165"/>
                  </a:cubicBezTo>
                  <a:cubicBezTo>
                    <a:pt x="33497" y="14134"/>
                    <a:pt x="33345" y="14134"/>
                    <a:pt x="33375" y="14043"/>
                  </a:cubicBezTo>
                  <a:cubicBezTo>
                    <a:pt x="33406" y="13921"/>
                    <a:pt x="33406" y="13800"/>
                    <a:pt x="33497" y="13739"/>
                  </a:cubicBezTo>
                  <a:lnTo>
                    <a:pt x="33649" y="13648"/>
                  </a:lnTo>
                  <a:cubicBezTo>
                    <a:pt x="33770" y="13769"/>
                    <a:pt x="33831" y="13861"/>
                    <a:pt x="33740" y="13861"/>
                  </a:cubicBezTo>
                  <a:lnTo>
                    <a:pt x="33649" y="13861"/>
                  </a:lnTo>
                  <a:cubicBezTo>
                    <a:pt x="33618" y="13891"/>
                    <a:pt x="33588" y="13921"/>
                    <a:pt x="33588" y="13952"/>
                  </a:cubicBezTo>
                  <a:cubicBezTo>
                    <a:pt x="33588" y="13982"/>
                    <a:pt x="33618" y="14013"/>
                    <a:pt x="33649" y="14043"/>
                  </a:cubicBezTo>
                  <a:lnTo>
                    <a:pt x="33801" y="14073"/>
                  </a:lnTo>
                  <a:lnTo>
                    <a:pt x="34074" y="14073"/>
                  </a:lnTo>
                  <a:cubicBezTo>
                    <a:pt x="34074" y="14043"/>
                    <a:pt x="34165" y="13891"/>
                    <a:pt x="34135" y="13830"/>
                  </a:cubicBezTo>
                  <a:cubicBezTo>
                    <a:pt x="34105" y="13769"/>
                    <a:pt x="34226" y="13648"/>
                    <a:pt x="34287" y="13648"/>
                  </a:cubicBezTo>
                  <a:lnTo>
                    <a:pt x="34500" y="13648"/>
                  </a:lnTo>
                  <a:cubicBezTo>
                    <a:pt x="34621" y="13678"/>
                    <a:pt x="34743" y="13678"/>
                    <a:pt x="34834" y="13678"/>
                  </a:cubicBezTo>
                  <a:cubicBezTo>
                    <a:pt x="35017" y="13678"/>
                    <a:pt x="35169" y="13617"/>
                    <a:pt x="35321" y="13617"/>
                  </a:cubicBezTo>
                  <a:close/>
                  <a:moveTo>
                    <a:pt x="58847" y="14073"/>
                  </a:moveTo>
                  <a:cubicBezTo>
                    <a:pt x="58877" y="14073"/>
                    <a:pt x="58847" y="14256"/>
                    <a:pt x="58695" y="14317"/>
                  </a:cubicBezTo>
                  <a:lnTo>
                    <a:pt x="58573" y="14377"/>
                  </a:lnTo>
                  <a:cubicBezTo>
                    <a:pt x="58391" y="14377"/>
                    <a:pt x="58208" y="14347"/>
                    <a:pt x="58056" y="14317"/>
                  </a:cubicBezTo>
                  <a:cubicBezTo>
                    <a:pt x="58026" y="14286"/>
                    <a:pt x="58026" y="14256"/>
                    <a:pt x="58056" y="14225"/>
                  </a:cubicBezTo>
                  <a:cubicBezTo>
                    <a:pt x="58056" y="14225"/>
                    <a:pt x="58087" y="14195"/>
                    <a:pt x="58117" y="14195"/>
                  </a:cubicBezTo>
                  <a:lnTo>
                    <a:pt x="58269" y="14317"/>
                  </a:lnTo>
                  <a:cubicBezTo>
                    <a:pt x="58452" y="14256"/>
                    <a:pt x="58786" y="14195"/>
                    <a:pt x="58786" y="14134"/>
                  </a:cubicBezTo>
                  <a:cubicBezTo>
                    <a:pt x="58816" y="14073"/>
                    <a:pt x="58816" y="14073"/>
                    <a:pt x="58847" y="14073"/>
                  </a:cubicBezTo>
                  <a:close/>
                  <a:moveTo>
                    <a:pt x="49272" y="13769"/>
                  </a:moveTo>
                  <a:lnTo>
                    <a:pt x="49303" y="13800"/>
                  </a:lnTo>
                  <a:lnTo>
                    <a:pt x="49394" y="13830"/>
                  </a:lnTo>
                  <a:cubicBezTo>
                    <a:pt x="49394" y="13921"/>
                    <a:pt x="49363" y="14043"/>
                    <a:pt x="49333" y="14165"/>
                  </a:cubicBezTo>
                  <a:cubicBezTo>
                    <a:pt x="49303" y="14195"/>
                    <a:pt x="49181" y="14195"/>
                    <a:pt x="49151" y="14195"/>
                  </a:cubicBezTo>
                  <a:cubicBezTo>
                    <a:pt x="49142" y="14186"/>
                    <a:pt x="49130" y="14182"/>
                    <a:pt x="49118" y="14182"/>
                  </a:cubicBezTo>
                  <a:cubicBezTo>
                    <a:pt x="49090" y="14182"/>
                    <a:pt x="49059" y="14204"/>
                    <a:pt x="49059" y="14225"/>
                  </a:cubicBezTo>
                  <a:lnTo>
                    <a:pt x="49151" y="14317"/>
                  </a:lnTo>
                  <a:cubicBezTo>
                    <a:pt x="49242" y="14438"/>
                    <a:pt x="49272" y="14499"/>
                    <a:pt x="49211" y="14499"/>
                  </a:cubicBezTo>
                  <a:lnTo>
                    <a:pt x="49090" y="14499"/>
                  </a:lnTo>
                  <a:cubicBezTo>
                    <a:pt x="48999" y="14499"/>
                    <a:pt x="48907" y="14438"/>
                    <a:pt x="48907" y="14377"/>
                  </a:cubicBezTo>
                  <a:cubicBezTo>
                    <a:pt x="48907" y="14335"/>
                    <a:pt x="48790" y="14278"/>
                    <a:pt x="48718" y="14278"/>
                  </a:cubicBezTo>
                  <a:cubicBezTo>
                    <a:pt x="48687" y="14278"/>
                    <a:pt x="48664" y="14289"/>
                    <a:pt x="48664" y="14317"/>
                  </a:cubicBezTo>
                  <a:cubicBezTo>
                    <a:pt x="48664" y="14333"/>
                    <a:pt x="48648" y="14341"/>
                    <a:pt x="48624" y="14341"/>
                  </a:cubicBezTo>
                  <a:cubicBezTo>
                    <a:pt x="48564" y="14341"/>
                    <a:pt x="48460" y="14291"/>
                    <a:pt x="48482" y="14225"/>
                  </a:cubicBezTo>
                  <a:cubicBezTo>
                    <a:pt x="48543" y="14104"/>
                    <a:pt x="48603" y="14013"/>
                    <a:pt x="48695" y="13921"/>
                  </a:cubicBezTo>
                  <a:lnTo>
                    <a:pt x="48968" y="13921"/>
                  </a:lnTo>
                  <a:cubicBezTo>
                    <a:pt x="49059" y="13861"/>
                    <a:pt x="49151" y="13800"/>
                    <a:pt x="49272" y="13769"/>
                  </a:cubicBezTo>
                  <a:close/>
                  <a:moveTo>
                    <a:pt x="43375" y="14013"/>
                  </a:moveTo>
                  <a:lnTo>
                    <a:pt x="43527" y="14134"/>
                  </a:lnTo>
                  <a:cubicBezTo>
                    <a:pt x="43558" y="14154"/>
                    <a:pt x="43578" y="14161"/>
                    <a:pt x="43594" y="14161"/>
                  </a:cubicBezTo>
                  <a:cubicBezTo>
                    <a:pt x="43625" y="14161"/>
                    <a:pt x="43639" y="14134"/>
                    <a:pt x="43679" y="14134"/>
                  </a:cubicBezTo>
                  <a:cubicBezTo>
                    <a:pt x="43720" y="14114"/>
                    <a:pt x="43759" y="14105"/>
                    <a:pt x="43795" y="14105"/>
                  </a:cubicBezTo>
                  <a:cubicBezTo>
                    <a:pt x="43918" y="14105"/>
                    <a:pt x="44018" y="14202"/>
                    <a:pt x="44135" y="14225"/>
                  </a:cubicBezTo>
                  <a:cubicBezTo>
                    <a:pt x="44196" y="14225"/>
                    <a:pt x="44166" y="14377"/>
                    <a:pt x="44074" y="14438"/>
                  </a:cubicBezTo>
                  <a:lnTo>
                    <a:pt x="43983" y="14499"/>
                  </a:lnTo>
                  <a:cubicBezTo>
                    <a:pt x="43953" y="14519"/>
                    <a:pt x="43916" y="14529"/>
                    <a:pt x="43877" y="14529"/>
                  </a:cubicBezTo>
                  <a:cubicBezTo>
                    <a:pt x="43801" y="14529"/>
                    <a:pt x="43720" y="14489"/>
                    <a:pt x="43679" y="14408"/>
                  </a:cubicBezTo>
                  <a:lnTo>
                    <a:pt x="43558" y="14347"/>
                  </a:lnTo>
                  <a:lnTo>
                    <a:pt x="43436" y="14347"/>
                  </a:lnTo>
                  <a:cubicBezTo>
                    <a:pt x="43345" y="14256"/>
                    <a:pt x="43315" y="14104"/>
                    <a:pt x="43375" y="14013"/>
                  </a:cubicBezTo>
                  <a:close/>
                  <a:moveTo>
                    <a:pt x="45229" y="14189"/>
                  </a:moveTo>
                  <a:cubicBezTo>
                    <a:pt x="45238" y="14189"/>
                    <a:pt x="45248" y="14191"/>
                    <a:pt x="45260" y="14195"/>
                  </a:cubicBezTo>
                  <a:cubicBezTo>
                    <a:pt x="45412" y="14256"/>
                    <a:pt x="45381" y="14499"/>
                    <a:pt x="45199" y="14499"/>
                  </a:cubicBezTo>
                  <a:lnTo>
                    <a:pt x="45047" y="14560"/>
                  </a:lnTo>
                  <a:lnTo>
                    <a:pt x="45017" y="14560"/>
                  </a:lnTo>
                  <a:cubicBezTo>
                    <a:pt x="44956" y="14499"/>
                    <a:pt x="44926" y="14438"/>
                    <a:pt x="44956" y="14377"/>
                  </a:cubicBezTo>
                  <a:lnTo>
                    <a:pt x="45199" y="14377"/>
                  </a:lnTo>
                  <a:cubicBezTo>
                    <a:pt x="45173" y="14272"/>
                    <a:pt x="45169" y="14189"/>
                    <a:pt x="45229" y="14189"/>
                  </a:cubicBezTo>
                  <a:close/>
                  <a:moveTo>
                    <a:pt x="56719" y="14225"/>
                  </a:moveTo>
                  <a:cubicBezTo>
                    <a:pt x="56780" y="14225"/>
                    <a:pt x="56810" y="14317"/>
                    <a:pt x="56780" y="14377"/>
                  </a:cubicBezTo>
                  <a:lnTo>
                    <a:pt x="56719" y="14377"/>
                  </a:lnTo>
                  <a:cubicBezTo>
                    <a:pt x="56598" y="14408"/>
                    <a:pt x="56476" y="14438"/>
                    <a:pt x="56354" y="14468"/>
                  </a:cubicBezTo>
                  <a:lnTo>
                    <a:pt x="56354" y="14529"/>
                  </a:lnTo>
                  <a:lnTo>
                    <a:pt x="56354" y="14560"/>
                  </a:lnTo>
                  <a:cubicBezTo>
                    <a:pt x="56324" y="14590"/>
                    <a:pt x="56263" y="14590"/>
                    <a:pt x="56233" y="14590"/>
                  </a:cubicBezTo>
                  <a:cubicBezTo>
                    <a:pt x="56202" y="14529"/>
                    <a:pt x="56202" y="14468"/>
                    <a:pt x="56202" y="14408"/>
                  </a:cubicBezTo>
                  <a:cubicBezTo>
                    <a:pt x="56202" y="14377"/>
                    <a:pt x="56324" y="14286"/>
                    <a:pt x="56506" y="14256"/>
                  </a:cubicBezTo>
                  <a:lnTo>
                    <a:pt x="56658" y="14225"/>
                  </a:lnTo>
                  <a:close/>
                  <a:moveTo>
                    <a:pt x="69794" y="14091"/>
                  </a:moveTo>
                  <a:cubicBezTo>
                    <a:pt x="69855" y="14091"/>
                    <a:pt x="69929" y="14113"/>
                    <a:pt x="69972" y="14134"/>
                  </a:cubicBezTo>
                  <a:cubicBezTo>
                    <a:pt x="70032" y="14165"/>
                    <a:pt x="70093" y="14225"/>
                    <a:pt x="70063" y="14317"/>
                  </a:cubicBezTo>
                  <a:cubicBezTo>
                    <a:pt x="70039" y="14352"/>
                    <a:pt x="70010" y="14365"/>
                    <a:pt x="69981" y="14365"/>
                  </a:cubicBezTo>
                  <a:cubicBezTo>
                    <a:pt x="69935" y="14365"/>
                    <a:pt x="69887" y="14335"/>
                    <a:pt x="69850" y="14317"/>
                  </a:cubicBezTo>
                  <a:lnTo>
                    <a:pt x="69820" y="14286"/>
                  </a:lnTo>
                  <a:cubicBezTo>
                    <a:pt x="69759" y="14286"/>
                    <a:pt x="69607" y="14499"/>
                    <a:pt x="69546" y="14590"/>
                  </a:cubicBezTo>
                  <a:cubicBezTo>
                    <a:pt x="69536" y="14600"/>
                    <a:pt x="69522" y="14604"/>
                    <a:pt x="69506" y="14604"/>
                  </a:cubicBezTo>
                  <a:cubicBezTo>
                    <a:pt x="69421" y="14604"/>
                    <a:pt x="69268" y="14489"/>
                    <a:pt x="69242" y="14438"/>
                  </a:cubicBezTo>
                  <a:cubicBezTo>
                    <a:pt x="69181" y="14347"/>
                    <a:pt x="69242" y="14225"/>
                    <a:pt x="69364" y="14165"/>
                  </a:cubicBezTo>
                  <a:lnTo>
                    <a:pt x="69485" y="14134"/>
                  </a:lnTo>
                  <a:cubicBezTo>
                    <a:pt x="69516" y="14119"/>
                    <a:pt x="69569" y="14119"/>
                    <a:pt x="69618" y="14119"/>
                  </a:cubicBezTo>
                  <a:cubicBezTo>
                    <a:pt x="69668" y="14119"/>
                    <a:pt x="69713" y="14119"/>
                    <a:pt x="69728" y="14104"/>
                  </a:cubicBezTo>
                  <a:cubicBezTo>
                    <a:pt x="69746" y="14095"/>
                    <a:pt x="69769" y="14091"/>
                    <a:pt x="69794" y="14091"/>
                  </a:cubicBezTo>
                  <a:close/>
                  <a:moveTo>
                    <a:pt x="37631" y="13678"/>
                  </a:moveTo>
                  <a:cubicBezTo>
                    <a:pt x="37651" y="13686"/>
                    <a:pt x="37669" y="13690"/>
                    <a:pt x="37686" y="13690"/>
                  </a:cubicBezTo>
                  <a:cubicBezTo>
                    <a:pt x="37687" y="13690"/>
                    <a:pt x="37687" y="13690"/>
                    <a:pt x="37688" y="13690"/>
                  </a:cubicBezTo>
                  <a:lnTo>
                    <a:pt x="37688" y="13690"/>
                  </a:lnTo>
                  <a:cubicBezTo>
                    <a:pt x="37731" y="13758"/>
                    <a:pt x="37784" y="13836"/>
                    <a:pt x="37843" y="13921"/>
                  </a:cubicBezTo>
                  <a:lnTo>
                    <a:pt x="37783" y="13982"/>
                  </a:lnTo>
                  <a:cubicBezTo>
                    <a:pt x="37741" y="14003"/>
                    <a:pt x="37714" y="14052"/>
                    <a:pt x="37652" y="14052"/>
                  </a:cubicBezTo>
                  <a:cubicBezTo>
                    <a:pt x="37624" y="14052"/>
                    <a:pt x="37588" y="14041"/>
                    <a:pt x="37539" y="14013"/>
                  </a:cubicBezTo>
                  <a:lnTo>
                    <a:pt x="37418" y="13952"/>
                  </a:lnTo>
                  <a:cubicBezTo>
                    <a:pt x="37357" y="14104"/>
                    <a:pt x="37296" y="14620"/>
                    <a:pt x="37175" y="14712"/>
                  </a:cubicBezTo>
                  <a:cubicBezTo>
                    <a:pt x="37142" y="14728"/>
                    <a:pt x="37107" y="14736"/>
                    <a:pt x="37073" y="14736"/>
                  </a:cubicBezTo>
                  <a:cubicBezTo>
                    <a:pt x="36980" y="14736"/>
                    <a:pt x="36893" y="14679"/>
                    <a:pt x="36871" y="14590"/>
                  </a:cubicBezTo>
                  <a:cubicBezTo>
                    <a:pt x="36871" y="14499"/>
                    <a:pt x="36992" y="14438"/>
                    <a:pt x="37053" y="14438"/>
                  </a:cubicBezTo>
                  <a:cubicBezTo>
                    <a:pt x="37083" y="14438"/>
                    <a:pt x="37205" y="14286"/>
                    <a:pt x="37175" y="14256"/>
                  </a:cubicBezTo>
                  <a:cubicBezTo>
                    <a:pt x="37083" y="14165"/>
                    <a:pt x="36962" y="14134"/>
                    <a:pt x="36871" y="14134"/>
                  </a:cubicBezTo>
                  <a:cubicBezTo>
                    <a:pt x="36780" y="14165"/>
                    <a:pt x="36628" y="14225"/>
                    <a:pt x="36476" y="14317"/>
                  </a:cubicBezTo>
                  <a:lnTo>
                    <a:pt x="36384" y="14377"/>
                  </a:lnTo>
                  <a:cubicBezTo>
                    <a:pt x="36324" y="14438"/>
                    <a:pt x="36324" y="14529"/>
                    <a:pt x="36445" y="14529"/>
                  </a:cubicBezTo>
                  <a:lnTo>
                    <a:pt x="36567" y="14529"/>
                  </a:lnTo>
                  <a:cubicBezTo>
                    <a:pt x="36536" y="14620"/>
                    <a:pt x="36445" y="14681"/>
                    <a:pt x="36354" y="14712"/>
                  </a:cubicBezTo>
                  <a:lnTo>
                    <a:pt x="36293" y="14681"/>
                  </a:lnTo>
                  <a:lnTo>
                    <a:pt x="36202" y="14651"/>
                  </a:lnTo>
                  <a:cubicBezTo>
                    <a:pt x="36202" y="14499"/>
                    <a:pt x="36232" y="14347"/>
                    <a:pt x="36293" y="14195"/>
                  </a:cubicBezTo>
                  <a:lnTo>
                    <a:pt x="36354" y="14134"/>
                  </a:lnTo>
                  <a:cubicBezTo>
                    <a:pt x="36384" y="14104"/>
                    <a:pt x="36445" y="14073"/>
                    <a:pt x="36445" y="14043"/>
                  </a:cubicBezTo>
                  <a:cubicBezTo>
                    <a:pt x="36476" y="13952"/>
                    <a:pt x="36567" y="13921"/>
                    <a:pt x="36658" y="13921"/>
                  </a:cubicBezTo>
                  <a:cubicBezTo>
                    <a:pt x="36696" y="13929"/>
                    <a:pt x="36734" y="13933"/>
                    <a:pt x="36771" y="13933"/>
                  </a:cubicBezTo>
                  <a:cubicBezTo>
                    <a:pt x="36884" y="13933"/>
                    <a:pt x="36992" y="13899"/>
                    <a:pt x="37083" y="13830"/>
                  </a:cubicBezTo>
                  <a:lnTo>
                    <a:pt x="37175" y="13709"/>
                  </a:lnTo>
                  <a:cubicBezTo>
                    <a:pt x="37205" y="13769"/>
                    <a:pt x="37258" y="13800"/>
                    <a:pt x="37311" y="13800"/>
                  </a:cubicBezTo>
                  <a:cubicBezTo>
                    <a:pt x="37365" y="13800"/>
                    <a:pt x="37418" y="13769"/>
                    <a:pt x="37448" y="13709"/>
                  </a:cubicBezTo>
                  <a:lnTo>
                    <a:pt x="37539" y="13678"/>
                  </a:lnTo>
                  <a:close/>
                  <a:moveTo>
                    <a:pt x="47874" y="13222"/>
                  </a:moveTo>
                  <a:lnTo>
                    <a:pt x="47965" y="13344"/>
                  </a:lnTo>
                  <a:cubicBezTo>
                    <a:pt x="48041" y="13445"/>
                    <a:pt x="48179" y="13504"/>
                    <a:pt x="48310" y="13504"/>
                  </a:cubicBezTo>
                  <a:cubicBezTo>
                    <a:pt x="48338" y="13504"/>
                    <a:pt x="48365" y="13501"/>
                    <a:pt x="48391" y="13496"/>
                  </a:cubicBezTo>
                  <a:lnTo>
                    <a:pt x="48664" y="13496"/>
                  </a:lnTo>
                  <a:cubicBezTo>
                    <a:pt x="48968" y="13496"/>
                    <a:pt x="49181" y="13405"/>
                    <a:pt x="49151" y="13405"/>
                  </a:cubicBezTo>
                  <a:cubicBezTo>
                    <a:pt x="49120" y="13374"/>
                    <a:pt x="49394" y="13283"/>
                    <a:pt x="49515" y="13283"/>
                  </a:cubicBezTo>
                  <a:cubicBezTo>
                    <a:pt x="49606" y="13313"/>
                    <a:pt x="49728" y="13496"/>
                    <a:pt x="49728" y="13557"/>
                  </a:cubicBezTo>
                  <a:cubicBezTo>
                    <a:pt x="49728" y="13617"/>
                    <a:pt x="49637" y="13678"/>
                    <a:pt x="49515" y="13678"/>
                  </a:cubicBezTo>
                  <a:lnTo>
                    <a:pt x="49485" y="13648"/>
                  </a:lnTo>
                  <a:lnTo>
                    <a:pt x="49394" y="13587"/>
                  </a:lnTo>
                  <a:cubicBezTo>
                    <a:pt x="49303" y="13648"/>
                    <a:pt x="49211" y="13678"/>
                    <a:pt x="49090" y="13709"/>
                  </a:cubicBezTo>
                  <a:lnTo>
                    <a:pt x="48786" y="13648"/>
                  </a:lnTo>
                  <a:lnTo>
                    <a:pt x="48725" y="13709"/>
                  </a:lnTo>
                  <a:lnTo>
                    <a:pt x="48603" y="13769"/>
                  </a:lnTo>
                  <a:cubicBezTo>
                    <a:pt x="48543" y="13709"/>
                    <a:pt x="48512" y="13648"/>
                    <a:pt x="48421" y="13617"/>
                  </a:cubicBezTo>
                  <a:lnTo>
                    <a:pt x="48391" y="13617"/>
                  </a:lnTo>
                  <a:cubicBezTo>
                    <a:pt x="48330" y="13617"/>
                    <a:pt x="48239" y="13648"/>
                    <a:pt x="48178" y="13648"/>
                  </a:cubicBezTo>
                  <a:lnTo>
                    <a:pt x="48117" y="13648"/>
                  </a:lnTo>
                  <a:cubicBezTo>
                    <a:pt x="48105" y="13659"/>
                    <a:pt x="48094" y="13664"/>
                    <a:pt x="48082" y="13664"/>
                  </a:cubicBezTo>
                  <a:cubicBezTo>
                    <a:pt x="48034" y="13664"/>
                    <a:pt x="47990" y="13575"/>
                    <a:pt x="47965" y="13526"/>
                  </a:cubicBezTo>
                  <a:cubicBezTo>
                    <a:pt x="47965" y="13521"/>
                    <a:pt x="47961" y="13519"/>
                    <a:pt x="47954" y="13519"/>
                  </a:cubicBezTo>
                  <a:cubicBezTo>
                    <a:pt x="47916" y="13519"/>
                    <a:pt x="47788" y="13586"/>
                    <a:pt x="47661" y="13739"/>
                  </a:cubicBezTo>
                  <a:lnTo>
                    <a:pt x="47509" y="13800"/>
                  </a:lnTo>
                  <a:cubicBezTo>
                    <a:pt x="47357" y="13861"/>
                    <a:pt x="47388" y="13861"/>
                    <a:pt x="47357" y="13982"/>
                  </a:cubicBezTo>
                  <a:cubicBezTo>
                    <a:pt x="47357" y="14073"/>
                    <a:pt x="47509" y="14073"/>
                    <a:pt x="47540" y="14073"/>
                  </a:cubicBezTo>
                  <a:lnTo>
                    <a:pt x="47631" y="14073"/>
                  </a:lnTo>
                  <a:lnTo>
                    <a:pt x="47661" y="14104"/>
                  </a:lnTo>
                  <a:cubicBezTo>
                    <a:pt x="47661" y="14134"/>
                    <a:pt x="47631" y="14165"/>
                    <a:pt x="47600" y="14165"/>
                  </a:cubicBezTo>
                  <a:lnTo>
                    <a:pt x="47509" y="14165"/>
                  </a:lnTo>
                  <a:cubicBezTo>
                    <a:pt x="47448" y="14165"/>
                    <a:pt x="47357" y="14408"/>
                    <a:pt x="47266" y="14438"/>
                  </a:cubicBezTo>
                  <a:cubicBezTo>
                    <a:pt x="47175" y="14468"/>
                    <a:pt x="47114" y="14499"/>
                    <a:pt x="47053" y="14560"/>
                  </a:cubicBezTo>
                  <a:lnTo>
                    <a:pt x="47053" y="14590"/>
                  </a:lnTo>
                  <a:cubicBezTo>
                    <a:pt x="47175" y="14620"/>
                    <a:pt x="47296" y="14651"/>
                    <a:pt x="47418" y="14681"/>
                  </a:cubicBezTo>
                  <a:lnTo>
                    <a:pt x="47540" y="14742"/>
                  </a:lnTo>
                  <a:lnTo>
                    <a:pt x="47327" y="14742"/>
                  </a:lnTo>
                  <a:cubicBezTo>
                    <a:pt x="47175" y="14712"/>
                    <a:pt x="46992" y="14681"/>
                    <a:pt x="46840" y="14651"/>
                  </a:cubicBezTo>
                  <a:lnTo>
                    <a:pt x="46901" y="14590"/>
                  </a:lnTo>
                  <a:cubicBezTo>
                    <a:pt x="46981" y="14510"/>
                    <a:pt x="46921" y="14336"/>
                    <a:pt x="47090" y="14336"/>
                  </a:cubicBezTo>
                  <a:cubicBezTo>
                    <a:pt x="47114" y="14336"/>
                    <a:pt x="47142" y="14339"/>
                    <a:pt x="47175" y="14347"/>
                  </a:cubicBezTo>
                  <a:cubicBezTo>
                    <a:pt x="47175" y="14347"/>
                    <a:pt x="47266" y="14225"/>
                    <a:pt x="47236" y="14165"/>
                  </a:cubicBezTo>
                  <a:lnTo>
                    <a:pt x="47205" y="14043"/>
                  </a:lnTo>
                  <a:cubicBezTo>
                    <a:pt x="47205" y="13921"/>
                    <a:pt x="47175" y="13800"/>
                    <a:pt x="47114" y="13678"/>
                  </a:cubicBezTo>
                  <a:lnTo>
                    <a:pt x="47053" y="13709"/>
                  </a:lnTo>
                  <a:cubicBezTo>
                    <a:pt x="46992" y="13709"/>
                    <a:pt x="46901" y="13739"/>
                    <a:pt x="46840" y="13800"/>
                  </a:cubicBezTo>
                  <a:lnTo>
                    <a:pt x="46719" y="13861"/>
                  </a:lnTo>
                  <a:cubicBezTo>
                    <a:pt x="46689" y="13800"/>
                    <a:pt x="46840" y="13617"/>
                    <a:pt x="47053" y="13435"/>
                  </a:cubicBezTo>
                  <a:lnTo>
                    <a:pt x="47357" y="13496"/>
                  </a:lnTo>
                  <a:lnTo>
                    <a:pt x="47479" y="13496"/>
                  </a:lnTo>
                  <a:cubicBezTo>
                    <a:pt x="47600" y="13374"/>
                    <a:pt x="47722" y="13283"/>
                    <a:pt x="47874" y="13222"/>
                  </a:cubicBezTo>
                  <a:close/>
                  <a:moveTo>
                    <a:pt x="40539" y="14324"/>
                  </a:moveTo>
                  <a:cubicBezTo>
                    <a:pt x="40557" y="14324"/>
                    <a:pt x="40571" y="14331"/>
                    <a:pt x="40579" y="14347"/>
                  </a:cubicBezTo>
                  <a:cubicBezTo>
                    <a:pt x="40609" y="14377"/>
                    <a:pt x="40518" y="14499"/>
                    <a:pt x="40457" y="14499"/>
                  </a:cubicBezTo>
                  <a:cubicBezTo>
                    <a:pt x="40397" y="14499"/>
                    <a:pt x="40366" y="14529"/>
                    <a:pt x="40366" y="14590"/>
                  </a:cubicBezTo>
                  <a:lnTo>
                    <a:pt x="40488" y="14590"/>
                  </a:lnTo>
                  <a:cubicBezTo>
                    <a:pt x="40518" y="14651"/>
                    <a:pt x="40457" y="14772"/>
                    <a:pt x="40397" y="14772"/>
                  </a:cubicBezTo>
                  <a:cubicBezTo>
                    <a:pt x="40275" y="14712"/>
                    <a:pt x="40153" y="14651"/>
                    <a:pt x="40032" y="14590"/>
                  </a:cubicBezTo>
                  <a:lnTo>
                    <a:pt x="39880" y="14590"/>
                  </a:lnTo>
                  <a:cubicBezTo>
                    <a:pt x="39819" y="14590"/>
                    <a:pt x="39789" y="14560"/>
                    <a:pt x="39758" y="14499"/>
                  </a:cubicBezTo>
                  <a:cubicBezTo>
                    <a:pt x="39758" y="14468"/>
                    <a:pt x="39758" y="14408"/>
                    <a:pt x="39758" y="14377"/>
                  </a:cubicBezTo>
                  <a:cubicBezTo>
                    <a:pt x="39789" y="14362"/>
                    <a:pt x="39811" y="14355"/>
                    <a:pt x="39834" y="14355"/>
                  </a:cubicBezTo>
                  <a:cubicBezTo>
                    <a:pt x="39857" y="14355"/>
                    <a:pt x="39880" y="14362"/>
                    <a:pt x="39910" y="14377"/>
                  </a:cubicBezTo>
                  <a:cubicBezTo>
                    <a:pt x="39971" y="14377"/>
                    <a:pt x="40032" y="14438"/>
                    <a:pt x="40123" y="14438"/>
                  </a:cubicBezTo>
                  <a:lnTo>
                    <a:pt x="40305" y="14499"/>
                  </a:lnTo>
                  <a:cubicBezTo>
                    <a:pt x="40396" y="14386"/>
                    <a:pt x="40486" y="14324"/>
                    <a:pt x="40539" y="14324"/>
                  </a:cubicBezTo>
                  <a:close/>
                  <a:moveTo>
                    <a:pt x="8945" y="14256"/>
                  </a:moveTo>
                  <a:cubicBezTo>
                    <a:pt x="8975" y="14256"/>
                    <a:pt x="9013" y="14286"/>
                    <a:pt x="9059" y="14347"/>
                  </a:cubicBezTo>
                  <a:lnTo>
                    <a:pt x="8937" y="14468"/>
                  </a:lnTo>
                  <a:cubicBezTo>
                    <a:pt x="8907" y="14499"/>
                    <a:pt x="8846" y="14529"/>
                    <a:pt x="8815" y="14620"/>
                  </a:cubicBezTo>
                  <a:cubicBezTo>
                    <a:pt x="8789" y="14699"/>
                    <a:pt x="8808" y="14778"/>
                    <a:pt x="8715" y="14778"/>
                  </a:cubicBezTo>
                  <a:cubicBezTo>
                    <a:pt x="8701" y="14778"/>
                    <a:pt x="8684" y="14777"/>
                    <a:pt x="8663" y="14772"/>
                  </a:cubicBezTo>
                  <a:cubicBezTo>
                    <a:pt x="8633" y="14772"/>
                    <a:pt x="8542" y="14620"/>
                    <a:pt x="8633" y="14560"/>
                  </a:cubicBezTo>
                  <a:cubicBezTo>
                    <a:pt x="8717" y="14504"/>
                    <a:pt x="8672" y="14344"/>
                    <a:pt x="8832" y="14344"/>
                  </a:cubicBezTo>
                  <a:cubicBezTo>
                    <a:pt x="8846" y="14344"/>
                    <a:pt x="8860" y="14345"/>
                    <a:pt x="8876" y="14347"/>
                  </a:cubicBezTo>
                  <a:cubicBezTo>
                    <a:pt x="8891" y="14286"/>
                    <a:pt x="8914" y="14256"/>
                    <a:pt x="8945" y="14256"/>
                  </a:cubicBezTo>
                  <a:close/>
                  <a:moveTo>
                    <a:pt x="45224" y="14738"/>
                  </a:moveTo>
                  <a:cubicBezTo>
                    <a:pt x="45311" y="14738"/>
                    <a:pt x="45406" y="14866"/>
                    <a:pt x="45351" y="14894"/>
                  </a:cubicBezTo>
                  <a:cubicBezTo>
                    <a:pt x="45290" y="14924"/>
                    <a:pt x="45290" y="14985"/>
                    <a:pt x="45290" y="14985"/>
                  </a:cubicBezTo>
                  <a:cubicBezTo>
                    <a:pt x="45230" y="14955"/>
                    <a:pt x="45169" y="14924"/>
                    <a:pt x="45108" y="14894"/>
                  </a:cubicBezTo>
                  <a:cubicBezTo>
                    <a:pt x="45047" y="14864"/>
                    <a:pt x="45078" y="14803"/>
                    <a:pt x="45169" y="14742"/>
                  </a:cubicBezTo>
                  <a:lnTo>
                    <a:pt x="45199" y="14742"/>
                  </a:lnTo>
                  <a:cubicBezTo>
                    <a:pt x="45207" y="14739"/>
                    <a:pt x="45216" y="14738"/>
                    <a:pt x="45224" y="14738"/>
                  </a:cubicBezTo>
                  <a:close/>
                  <a:moveTo>
                    <a:pt x="14038" y="14671"/>
                  </a:moveTo>
                  <a:cubicBezTo>
                    <a:pt x="14169" y="14671"/>
                    <a:pt x="14287" y="14844"/>
                    <a:pt x="14287" y="14924"/>
                  </a:cubicBezTo>
                  <a:cubicBezTo>
                    <a:pt x="14287" y="14963"/>
                    <a:pt x="14305" y="14977"/>
                    <a:pt x="14333" y="14977"/>
                  </a:cubicBezTo>
                  <a:cubicBezTo>
                    <a:pt x="14391" y="14977"/>
                    <a:pt x="14489" y="14915"/>
                    <a:pt x="14530" y="14894"/>
                  </a:cubicBezTo>
                  <a:cubicBezTo>
                    <a:pt x="14545" y="14864"/>
                    <a:pt x="14575" y="14848"/>
                    <a:pt x="14606" y="14848"/>
                  </a:cubicBezTo>
                  <a:cubicBezTo>
                    <a:pt x="14636" y="14848"/>
                    <a:pt x="14667" y="14864"/>
                    <a:pt x="14682" y="14894"/>
                  </a:cubicBezTo>
                  <a:lnTo>
                    <a:pt x="14712" y="14894"/>
                  </a:lnTo>
                  <a:cubicBezTo>
                    <a:pt x="14742" y="14894"/>
                    <a:pt x="14771" y="14893"/>
                    <a:pt x="14800" y="14892"/>
                  </a:cubicBezTo>
                  <a:lnTo>
                    <a:pt x="14800" y="14892"/>
                  </a:lnTo>
                  <a:cubicBezTo>
                    <a:pt x="14743" y="14935"/>
                    <a:pt x="14671" y="14960"/>
                    <a:pt x="14621" y="14985"/>
                  </a:cubicBezTo>
                  <a:lnTo>
                    <a:pt x="14591" y="15016"/>
                  </a:lnTo>
                  <a:cubicBezTo>
                    <a:pt x="14491" y="15091"/>
                    <a:pt x="14370" y="15145"/>
                    <a:pt x="14246" y="15145"/>
                  </a:cubicBezTo>
                  <a:cubicBezTo>
                    <a:pt x="14219" y="15145"/>
                    <a:pt x="14192" y="15143"/>
                    <a:pt x="14165" y="15137"/>
                  </a:cubicBezTo>
                  <a:lnTo>
                    <a:pt x="14013" y="15137"/>
                  </a:lnTo>
                  <a:cubicBezTo>
                    <a:pt x="13892" y="15076"/>
                    <a:pt x="13770" y="14985"/>
                    <a:pt x="13709" y="14894"/>
                  </a:cubicBezTo>
                  <a:cubicBezTo>
                    <a:pt x="13704" y="14884"/>
                    <a:pt x="13696" y="14880"/>
                    <a:pt x="13685" y="14880"/>
                  </a:cubicBezTo>
                  <a:cubicBezTo>
                    <a:pt x="13651" y="14880"/>
                    <a:pt x="13591" y="14927"/>
                    <a:pt x="13547" y="14967"/>
                  </a:cubicBezTo>
                  <a:lnTo>
                    <a:pt x="13547" y="14967"/>
                  </a:lnTo>
                  <a:lnTo>
                    <a:pt x="13527" y="14803"/>
                  </a:lnTo>
                  <a:cubicBezTo>
                    <a:pt x="13527" y="14779"/>
                    <a:pt x="13564" y="14755"/>
                    <a:pt x="13595" y="14746"/>
                  </a:cubicBezTo>
                  <a:lnTo>
                    <a:pt x="13595" y="14746"/>
                  </a:lnTo>
                  <a:cubicBezTo>
                    <a:pt x="13653" y="14777"/>
                    <a:pt x="13712" y="14836"/>
                    <a:pt x="13770" y="14894"/>
                  </a:cubicBezTo>
                  <a:lnTo>
                    <a:pt x="13861" y="14803"/>
                  </a:lnTo>
                  <a:lnTo>
                    <a:pt x="13983" y="14681"/>
                  </a:lnTo>
                  <a:cubicBezTo>
                    <a:pt x="14001" y="14674"/>
                    <a:pt x="14020" y="14671"/>
                    <a:pt x="14038" y="14671"/>
                  </a:cubicBezTo>
                  <a:close/>
                  <a:moveTo>
                    <a:pt x="31973" y="13481"/>
                  </a:moveTo>
                  <a:cubicBezTo>
                    <a:pt x="32015" y="13481"/>
                    <a:pt x="32083" y="13496"/>
                    <a:pt x="32159" y="13526"/>
                  </a:cubicBezTo>
                  <a:lnTo>
                    <a:pt x="32220" y="13709"/>
                  </a:lnTo>
                  <a:lnTo>
                    <a:pt x="32220" y="13739"/>
                  </a:lnTo>
                  <a:cubicBezTo>
                    <a:pt x="32220" y="13761"/>
                    <a:pt x="32228" y="13771"/>
                    <a:pt x="32242" y="13771"/>
                  </a:cubicBezTo>
                  <a:cubicBezTo>
                    <a:pt x="32267" y="13771"/>
                    <a:pt x="32313" y="13737"/>
                    <a:pt x="32372" y="13678"/>
                  </a:cubicBezTo>
                  <a:lnTo>
                    <a:pt x="32433" y="13617"/>
                  </a:lnTo>
                  <a:cubicBezTo>
                    <a:pt x="32463" y="13587"/>
                    <a:pt x="32524" y="13587"/>
                    <a:pt x="32555" y="13587"/>
                  </a:cubicBezTo>
                  <a:lnTo>
                    <a:pt x="32737" y="13921"/>
                  </a:lnTo>
                  <a:cubicBezTo>
                    <a:pt x="32982" y="13832"/>
                    <a:pt x="33194" y="13776"/>
                    <a:pt x="33266" y="13776"/>
                  </a:cubicBezTo>
                  <a:cubicBezTo>
                    <a:pt x="33293" y="13776"/>
                    <a:pt x="33300" y="13783"/>
                    <a:pt x="33284" y="13800"/>
                  </a:cubicBezTo>
                  <a:lnTo>
                    <a:pt x="33254" y="13830"/>
                  </a:lnTo>
                  <a:lnTo>
                    <a:pt x="33162" y="13982"/>
                  </a:lnTo>
                  <a:cubicBezTo>
                    <a:pt x="33151" y="13980"/>
                    <a:pt x="33140" y="13979"/>
                    <a:pt x="33131" y="13979"/>
                  </a:cubicBezTo>
                  <a:cubicBezTo>
                    <a:pt x="33011" y="13979"/>
                    <a:pt x="33015" y="14141"/>
                    <a:pt x="33071" y="14225"/>
                  </a:cubicBezTo>
                  <a:cubicBezTo>
                    <a:pt x="33102" y="14286"/>
                    <a:pt x="32950" y="14408"/>
                    <a:pt x="32737" y="14468"/>
                  </a:cubicBezTo>
                  <a:lnTo>
                    <a:pt x="32463" y="14408"/>
                  </a:lnTo>
                  <a:lnTo>
                    <a:pt x="32372" y="14408"/>
                  </a:lnTo>
                  <a:cubicBezTo>
                    <a:pt x="32281" y="14499"/>
                    <a:pt x="32129" y="14620"/>
                    <a:pt x="32068" y="14620"/>
                  </a:cubicBezTo>
                  <a:cubicBezTo>
                    <a:pt x="32012" y="14592"/>
                    <a:pt x="31748" y="14435"/>
                    <a:pt x="31613" y="14435"/>
                  </a:cubicBezTo>
                  <a:cubicBezTo>
                    <a:pt x="31601" y="14435"/>
                    <a:pt x="31591" y="14436"/>
                    <a:pt x="31582" y="14438"/>
                  </a:cubicBezTo>
                  <a:cubicBezTo>
                    <a:pt x="31460" y="14499"/>
                    <a:pt x="31491" y="14620"/>
                    <a:pt x="31521" y="14620"/>
                  </a:cubicBezTo>
                  <a:cubicBezTo>
                    <a:pt x="31612" y="14712"/>
                    <a:pt x="31734" y="14803"/>
                    <a:pt x="31795" y="14894"/>
                  </a:cubicBezTo>
                  <a:lnTo>
                    <a:pt x="32190" y="14864"/>
                  </a:lnTo>
                  <a:cubicBezTo>
                    <a:pt x="32205" y="14848"/>
                    <a:pt x="32220" y="14841"/>
                    <a:pt x="32235" y="14841"/>
                  </a:cubicBezTo>
                  <a:cubicBezTo>
                    <a:pt x="32251" y="14841"/>
                    <a:pt x="32266" y="14848"/>
                    <a:pt x="32281" y="14864"/>
                  </a:cubicBezTo>
                  <a:lnTo>
                    <a:pt x="32311" y="14864"/>
                  </a:lnTo>
                  <a:cubicBezTo>
                    <a:pt x="32372" y="14924"/>
                    <a:pt x="32311" y="14985"/>
                    <a:pt x="32220" y="15016"/>
                  </a:cubicBezTo>
                  <a:lnTo>
                    <a:pt x="31764" y="15016"/>
                  </a:lnTo>
                  <a:cubicBezTo>
                    <a:pt x="31612" y="15107"/>
                    <a:pt x="31430" y="15168"/>
                    <a:pt x="31278" y="15228"/>
                  </a:cubicBezTo>
                  <a:lnTo>
                    <a:pt x="31217" y="15228"/>
                  </a:lnTo>
                  <a:lnTo>
                    <a:pt x="30761" y="15076"/>
                  </a:lnTo>
                  <a:lnTo>
                    <a:pt x="30609" y="15137"/>
                  </a:lnTo>
                  <a:cubicBezTo>
                    <a:pt x="30560" y="15153"/>
                    <a:pt x="30514" y="15161"/>
                    <a:pt x="30471" y="15161"/>
                  </a:cubicBezTo>
                  <a:cubicBezTo>
                    <a:pt x="30354" y="15161"/>
                    <a:pt x="30267" y="15105"/>
                    <a:pt x="30244" y="15016"/>
                  </a:cubicBezTo>
                  <a:lnTo>
                    <a:pt x="30366" y="14955"/>
                  </a:lnTo>
                  <a:cubicBezTo>
                    <a:pt x="30427" y="14924"/>
                    <a:pt x="30488" y="14924"/>
                    <a:pt x="30548" y="14894"/>
                  </a:cubicBezTo>
                  <a:cubicBezTo>
                    <a:pt x="30670" y="14803"/>
                    <a:pt x="30738" y="14757"/>
                    <a:pt x="30795" y="14757"/>
                  </a:cubicBezTo>
                  <a:cubicBezTo>
                    <a:pt x="30852" y="14757"/>
                    <a:pt x="30898" y="14803"/>
                    <a:pt x="30974" y="14894"/>
                  </a:cubicBezTo>
                  <a:lnTo>
                    <a:pt x="31096" y="15016"/>
                  </a:lnTo>
                  <a:cubicBezTo>
                    <a:pt x="31187" y="14985"/>
                    <a:pt x="31247" y="14742"/>
                    <a:pt x="31187" y="14681"/>
                  </a:cubicBezTo>
                  <a:cubicBezTo>
                    <a:pt x="31096" y="14590"/>
                    <a:pt x="30974" y="14529"/>
                    <a:pt x="30852" y="14529"/>
                  </a:cubicBezTo>
                  <a:lnTo>
                    <a:pt x="30792" y="14560"/>
                  </a:lnTo>
                  <a:cubicBezTo>
                    <a:pt x="30731" y="14560"/>
                    <a:pt x="30697" y="14587"/>
                    <a:pt x="30654" y="14587"/>
                  </a:cubicBezTo>
                  <a:cubicBezTo>
                    <a:pt x="30633" y="14587"/>
                    <a:pt x="30609" y="14580"/>
                    <a:pt x="30579" y="14560"/>
                  </a:cubicBezTo>
                  <a:lnTo>
                    <a:pt x="30518" y="14499"/>
                  </a:lnTo>
                  <a:cubicBezTo>
                    <a:pt x="30427" y="14499"/>
                    <a:pt x="30396" y="14408"/>
                    <a:pt x="30427" y="14347"/>
                  </a:cubicBezTo>
                  <a:lnTo>
                    <a:pt x="30457" y="14286"/>
                  </a:lnTo>
                  <a:cubicBezTo>
                    <a:pt x="30457" y="14256"/>
                    <a:pt x="30457" y="14195"/>
                    <a:pt x="30427" y="14165"/>
                  </a:cubicBezTo>
                  <a:lnTo>
                    <a:pt x="30275" y="14165"/>
                  </a:lnTo>
                  <a:lnTo>
                    <a:pt x="30214" y="14225"/>
                  </a:lnTo>
                  <a:cubicBezTo>
                    <a:pt x="30214" y="14347"/>
                    <a:pt x="30214" y="14468"/>
                    <a:pt x="30214" y="14560"/>
                  </a:cubicBezTo>
                  <a:lnTo>
                    <a:pt x="30275" y="14620"/>
                  </a:lnTo>
                  <a:cubicBezTo>
                    <a:pt x="30336" y="14681"/>
                    <a:pt x="30548" y="14651"/>
                    <a:pt x="30427" y="14803"/>
                  </a:cubicBezTo>
                  <a:cubicBezTo>
                    <a:pt x="30413" y="14816"/>
                    <a:pt x="30393" y="14822"/>
                    <a:pt x="30367" y="14822"/>
                  </a:cubicBezTo>
                  <a:cubicBezTo>
                    <a:pt x="30277" y="14822"/>
                    <a:pt x="30127" y="14746"/>
                    <a:pt x="30032" y="14651"/>
                  </a:cubicBezTo>
                  <a:cubicBezTo>
                    <a:pt x="30026" y="14645"/>
                    <a:pt x="30016" y="14643"/>
                    <a:pt x="30004" y="14643"/>
                  </a:cubicBezTo>
                  <a:cubicBezTo>
                    <a:pt x="29949" y="14643"/>
                    <a:pt x="29838" y="14692"/>
                    <a:pt x="29788" y="14742"/>
                  </a:cubicBezTo>
                  <a:cubicBezTo>
                    <a:pt x="29783" y="14745"/>
                    <a:pt x="29778" y="14746"/>
                    <a:pt x="29773" y="14746"/>
                  </a:cubicBezTo>
                  <a:cubicBezTo>
                    <a:pt x="29723" y="14746"/>
                    <a:pt x="29700" y="14615"/>
                    <a:pt x="29728" y="14560"/>
                  </a:cubicBezTo>
                  <a:cubicBezTo>
                    <a:pt x="29728" y="14538"/>
                    <a:pt x="29720" y="14528"/>
                    <a:pt x="29706" y="14528"/>
                  </a:cubicBezTo>
                  <a:cubicBezTo>
                    <a:pt x="29681" y="14528"/>
                    <a:pt x="29635" y="14562"/>
                    <a:pt x="29576" y="14620"/>
                  </a:cubicBezTo>
                  <a:lnTo>
                    <a:pt x="29333" y="14620"/>
                  </a:lnTo>
                  <a:cubicBezTo>
                    <a:pt x="29315" y="14535"/>
                    <a:pt x="29279" y="14497"/>
                    <a:pt x="29229" y="14497"/>
                  </a:cubicBezTo>
                  <a:cubicBezTo>
                    <a:pt x="29190" y="14497"/>
                    <a:pt x="29142" y="14520"/>
                    <a:pt x="29089" y="14560"/>
                  </a:cubicBezTo>
                  <a:cubicBezTo>
                    <a:pt x="29059" y="14590"/>
                    <a:pt x="29029" y="14620"/>
                    <a:pt x="28998" y="14651"/>
                  </a:cubicBezTo>
                  <a:lnTo>
                    <a:pt x="28968" y="14651"/>
                  </a:lnTo>
                  <a:cubicBezTo>
                    <a:pt x="28907" y="14651"/>
                    <a:pt x="28846" y="14590"/>
                    <a:pt x="28846" y="14560"/>
                  </a:cubicBezTo>
                  <a:cubicBezTo>
                    <a:pt x="28846" y="14529"/>
                    <a:pt x="28846" y="14377"/>
                    <a:pt x="28846" y="14347"/>
                  </a:cubicBezTo>
                  <a:cubicBezTo>
                    <a:pt x="28846" y="14325"/>
                    <a:pt x="28831" y="14304"/>
                    <a:pt x="28822" y="14304"/>
                  </a:cubicBezTo>
                  <a:cubicBezTo>
                    <a:pt x="28818" y="14304"/>
                    <a:pt x="28816" y="14308"/>
                    <a:pt x="28816" y="14317"/>
                  </a:cubicBezTo>
                  <a:lnTo>
                    <a:pt x="28816" y="14347"/>
                  </a:lnTo>
                  <a:cubicBezTo>
                    <a:pt x="28812" y="14351"/>
                    <a:pt x="28805" y="14353"/>
                    <a:pt x="28797" y="14353"/>
                  </a:cubicBezTo>
                  <a:cubicBezTo>
                    <a:pt x="28745" y="14353"/>
                    <a:pt x="28625" y="14282"/>
                    <a:pt x="28573" y="14256"/>
                  </a:cubicBezTo>
                  <a:cubicBezTo>
                    <a:pt x="28567" y="14250"/>
                    <a:pt x="28560" y="14247"/>
                    <a:pt x="28553" y="14247"/>
                  </a:cubicBezTo>
                  <a:cubicBezTo>
                    <a:pt x="28490" y="14247"/>
                    <a:pt x="28402" y="14475"/>
                    <a:pt x="28512" y="14529"/>
                  </a:cubicBezTo>
                  <a:cubicBezTo>
                    <a:pt x="28603" y="14560"/>
                    <a:pt x="28664" y="14681"/>
                    <a:pt x="28664" y="14803"/>
                  </a:cubicBezTo>
                  <a:cubicBezTo>
                    <a:pt x="28603" y="14833"/>
                    <a:pt x="28512" y="14894"/>
                    <a:pt x="28451" y="14924"/>
                  </a:cubicBezTo>
                  <a:cubicBezTo>
                    <a:pt x="28390" y="14924"/>
                    <a:pt x="28238" y="14742"/>
                    <a:pt x="28208" y="14651"/>
                  </a:cubicBezTo>
                  <a:cubicBezTo>
                    <a:pt x="28178" y="14560"/>
                    <a:pt x="27965" y="14560"/>
                    <a:pt x="27874" y="14560"/>
                  </a:cubicBezTo>
                  <a:lnTo>
                    <a:pt x="27570" y="14590"/>
                  </a:lnTo>
                  <a:lnTo>
                    <a:pt x="27387" y="14590"/>
                  </a:lnTo>
                  <a:cubicBezTo>
                    <a:pt x="27366" y="14595"/>
                    <a:pt x="27344" y="14598"/>
                    <a:pt x="27323" y="14598"/>
                  </a:cubicBezTo>
                  <a:cubicBezTo>
                    <a:pt x="27224" y="14598"/>
                    <a:pt x="27133" y="14544"/>
                    <a:pt x="27083" y="14468"/>
                  </a:cubicBezTo>
                  <a:cubicBezTo>
                    <a:pt x="27062" y="14447"/>
                    <a:pt x="27040" y="14426"/>
                    <a:pt x="27008" y="14426"/>
                  </a:cubicBezTo>
                  <a:cubicBezTo>
                    <a:pt x="26995" y="14426"/>
                    <a:pt x="26979" y="14429"/>
                    <a:pt x="26962" y="14438"/>
                  </a:cubicBezTo>
                  <a:lnTo>
                    <a:pt x="26931" y="14438"/>
                  </a:lnTo>
                  <a:cubicBezTo>
                    <a:pt x="26840" y="14468"/>
                    <a:pt x="26931" y="14499"/>
                    <a:pt x="26931" y="14560"/>
                  </a:cubicBezTo>
                  <a:lnTo>
                    <a:pt x="26962" y="14620"/>
                  </a:lnTo>
                  <a:cubicBezTo>
                    <a:pt x="26939" y="14689"/>
                    <a:pt x="26882" y="14723"/>
                    <a:pt x="26829" y="14723"/>
                  </a:cubicBezTo>
                  <a:cubicBezTo>
                    <a:pt x="26812" y="14723"/>
                    <a:pt x="26795" y="14719"/>
                    <a:pt x="26779" y="14712"/>
                  </a:cubicBezTo>
                  <a:lnTo>
                    <a:pt x="26688" y="14681"/>
                  </a:lnTo>
                  <a:lnTo>
                    <a:pt x="26658" y="14651"/>
                  </a:lnTo>
                  <a:cubicBezTo>
                    <a:pt x="26567" y="14590"/>
                    <a:pt x="26658" y="14408"/>
                    <a:pt x="26688" y="14377"/>
                  </a:cubicBezTo>
                  <a:cubicBezTo>
                    <a:pt x="26724" y="14342"/>
                    <a:pt x="26686" y="14327"/>
                    <a:pt x="26637" y="14327"/>
                  </a:cubicBezTo>
                  <a:cubicBezTo>
                    <a:pt x="26602" y="14327"/>
                    <a:pt x="26561" y="14334"/>
                    <a:pt x="26536" y="14347"/>
                  </a:cubicBezTo>
                  <a:cubicBezTo>
                    <a:pt x="26475" y="14377"/>
                    <a:pt x="26415" y="14377"/>
                    <a:pt x="26354" y="14377"/>
                  </a:cubicBezTo>
                  <a:lnTo>
                    <a:pt x="26263" y="14377"/>
                  </a:lnTo>
                  <a:cubicBezTo>
                    <a:pt x="26202" y="14408"/>
                    <a:pt x="26171" y="14438"/>
                    <a:pt x="26171" y="14499"/>
                  </a:cubicBezTo>
                  <a:lnTo>
                    <a:pt x="26202" y="14529"/>
                  </a:lnTo>
                  <a:cubicBezTo>
                    <a:pt x="26232" y="14560"/>
                    <a:pt x="26293" y="14590"/>
                    <a:pt x="26354" y="14620"/>
                  </a:cubicBezTo>
                  <a:cubicBezTo>
                    <a:pt x="26475" y="14651"/>
                    <a:pt x="26597" y="14712"/>
                    <a:pt x="26536" y="14803"/>
                  </a:cubicBezTo>
                  <a:lnTo>
                    <a:pt x="26475" y="14985"/>
                  </a:lnTo>
                  <a:cubicBezTo>
                    <a:pt x="26384" y="14864"/>
                    <a:pt x="25776" y="14894"/>
                    <a:pt x="25594" y="14864"/>
                  </a:cubicBezTo>
                  <a:cubicBezTo>
                    <a:pt x="25442" y="14833"/>
                    <a:pt x="25320" y="14742"/>
                    <a:pt x="25229" y="14620"/>
                  </a:cubicBezTo>
                  <a:cubicBezTo>
                    <a:pt x="25229" y="14590"/>
                    <a:pt x="25412" y="14529"/>
                    <a:pt x="25503" y="14529"/>
                  </a:cubicBezTo>
                  <a:cubicBezTo>
                    <a:pt x="25563" y="14529"/>
                    <a:pt x="25624" y="14499"/>
                    <a:pt x="25594" y="14468"/>
                  </a:cubicBezTo>
                  <a:lnTo>
                    <a:pt x="25442" y="14468"/>
                  </a:lnTo>
                  <a:cubicBezTo>
                    <a:pt x="25290" y="14468"/>
                    <a:pt x="25168" y="14529"/>
                    <a:pt x="25168" y="14651"/>
                  </a:cubicBezTo>
                  <a:lnTo>
                    <a:pt x="25108" y="14742"/>
                  </a:lnTo>
                  <a:cubicBezTo>
                    <a:pt x="25077" y="14772"/>
                    <a:pt x="24956" y="14833"/>
                    <a:pt x="24925" y="14864"/>
                  </a:cubicBezTo>
                  <a:cubicBezTo>
                    <a:pt x="24864" y="14894"/>
                    <a:pt x="24834" y="14955"/>
                    <a:pt x="24804" y="14955"/>
                  </a:cubicBezTo>
                  <a:cubicBezTo>
                    <a:pt x="24779" y="14960"/>
                    <a:pt x="24753" y="14961"/>
                    <a:pt x="24726" y="14961"/>
                  </a:cubicBezTo>
                  <a:cubicBezTo>
                    <a:pt x="24657" y="14961"/>
                    <a:pt x="24581" y="14950"/>
                    <a:pt x="24503" y="14950"/>
                  </a:cubicBezTo>
                  <a:cubicBezTo>
                    <a:pt x="24420" y="14950"/>
                    <a:pt x="24335" y="14963"/>
                    <a:pt x="24256" y="15016"/>
                  </a:cubicBezTo>
                  <a:cubicBezTo>
                    <a:pt x="24252" y="15020"/>
                    <a:pt x="24245" y="15022"/>
                    <a:pt x="24236" y="15022"/>
                  </a:cubicBezTo>
                  <a:cubicBezTo>
                    <a:pt x="24178" y="15022"/>
                    <a:pt x="24035" y="14947"/>
                    <a:pt x="23983" y="14894"/>
                  </a:cubicBezTo>
                  <a:lnTo>
                    <a:pt x="23922" y="14833"/>
                  </a:lnTo>
                  <a:cubicBezTo>
                    <a:pt x="23902" y="14774"/>
                    <a:pt x="23921" y="14741"/>
                    <a:pt x="23969" y="14741"/>
                  </a:cubicBezTo>
                  <a:cubicBezTo>
                    <a:pt x="23996" y="14741"/>
                    <a:pt x="24031" y="14751"/>
                    <a:pt x="24074" y="14772"/>
                  </a:cubicBezTo>
                  <a:lnTo>
                    <a:pt x="24196" y="14681"/>
                  </a:lnTo>
                  <a:lnTo>
                    <a:pt x="24256" y="14651"/>
                  </a:lnTo>
                  <a:cubicBezTo>
                    <a:pt x="24378" y="14651"/>
                    <a:pt x="24530" y="14620"/>
                    <a:pt x="24652" y="14529"/>
                  </a:cubicBezTo>
                  <a:cubicBezTo>
                    <a:pt x="24682" y="14499"/>
                    <a:pt x="24256" y="14499"/>
                    <a:pt x="24074" y="14499"/>
                  </a:cubicBezTo>
                  <a:cubicBezTo>
                    <a:pt x="23927" y="14523"/>
                    <a:pt x="23640" y="14568"/>
                    <a:pt x="23487" y="14568"/>
                  </a:cubicBezTo>
                  <a:cubicBezTo>
                    <a:pt x="23451" y="14568"/>
                    <a:pt x="23423" y="14565"/>
                    <a:pt x="23405" y="14560"/>
                  </a:cubicBezTo>
                  <a:cubicBezTo>
                    <a:pt x="23284" y="14560"/>
                    <a:pt x="23253" y="14408"/>
                    <a:pt x="23284" y="14347"/>
                  </a:cubicBezTo>
                  <a:cubicBezTo>
                    <a:pt x="23299" y="14317"/>
                    <a:pt x="23299" y="14301"/>
                    <a:pt x="23284" y="14301"/>
                  </a:cubicBezTo>
                  <a:cubicBezTo>
                    <a:pt x="23269" y="14301"/>
                    <a:pt x="23238" y="14317"/>
                    <a:pt x="23193" y="14347"/>
                  </a:cubicBezTo>
                  <a:lnTo>
                    <a:pt x="23101" y="14347"/>
                  </a:lnTo>
                  <a:cubicBezTo>
                    <a:pt x="23041" y="14347"/>
                    <a:pt x="23010" y="14377"/>
                    <a:pt x="23010" y="14408"/>
                  </a:cubicBezTo>
                  <a:cubicBezTo>
                    <a:pt x="23010" y="14408"/>
                    <a:pt x="23101" y="14560"/>
                    <a:pt x="23162" y="14742"/>
                  </a:cubicBezTo>
                  <a:lnTo>
                    <a:pt x="23436" y="14681"/>
                  </a:lnTo>
                  <a:cubicBezTo>
                    <a:pt x="23466" y="14681"/>
                    <a:pt x="23497" y="14742"/>
                    <a:pt x="23497" y="14742"/>
                  </a:cubicBezTo>
                  <a:cubicBezTo>
                    <a:pt x="23466" y="14772"/>
                    <a:pt x="23466" y="14803"/>
                    <a:pt x="23436" y="14833"/>
                  </a:cubicBezTo>
                  <a:cubicBezTo>
                    <a:pt x="23418" y="14828"/>
                    <a:pt x="23402" y="14826"/>
                    <a:pt x="23388" y="14826"/>
                  </a:cubicBezTo>
                  <a:cubicBezTo>
                    <a:pt x="23257" y="14826"/>
                    <a:pt x="23286" y="15031"/>
                    <a:pt x="23187" y="15031"/>
                  </a:cubicBezTo>
                  <a:cubicBezTo>
                    <a:pt x="23172" y="15031"/>
                    <a:pt x="23154" y="15027"/>
                    <a:pt x="23132" y="15016"/>
                  </a:cubicBezTo>
                  <a:lnTo>
                    <a:pt x="22858" y="14864"/>
                  </a:lnTo>
                  <a:cubicBezTo>
                    <a:pt x="22767" y="14932"/>
                    <a:pt x="22659" y="14966"/>
                    <a:pt x="22546" y="14966"/>
                  </a:cubicBezTo>
                  <a:cubicBezTo>
                    <a:pt x="22509" y="14966"/>
                    <a:pt x="22471" y="14962"/>
                    <a:pt x="22433" y="14955"/>
                  </a:cubicBezTo>
                  <a:cubicBezTo>
                    <a:pt x="22402" y="14924"/>
                    <a:pt x="22220" y="14803"/>
                    <a:pt x="22159" y="14772"/>
                  </a:cubicBezTo>
                  <a:cubicBezTo>
                    <a:pt x="22098" y="14712"/>
                    <a:pt x="22038" y="14651"/>
                    <a:pt x="21977" y="14590"/>
                  </a:cubicBezTo>
                  <a:lnTo>
                    <a:pt x="21916" y="14590"/>
                  </a:lnTo>
                  <a:lnTo>
                    <a:pt x="21855" y="14620"/>
                  </a:lnTo>
                  <a:cubicBezTo>
                    <a:pt x="21794" y="14712"/>
                    <a:pt x="21734" y="14803"/>
                    <a:pt x="21703" y="14894"/>
                  </a:cubicBezTo>
                  <a:lnTo>
                    <a:pt x="21642" y="14955"/>
                  </a:lnTo>
                  <a:cubicBezTo>
                    <a:pt x="21624" y="14973"/>
                    <a:pt x="21598" y="14978"/>
                    <a:pt x="21568" y="14978"/>
                  </a:cubicBezTo>
                  <a:cubicBezTo>
                    <a:pt x="21536" y="14978"/>
                    <a:pt x="21500" y="14972"/>
                    <a:pt x="21463" y="14972"/>
                  </a:cubicBezTo>
                  <a:cubicBezTo>
                    <a:pt x="21418" y="14972"/>
                    <a:pt x="21374" y="14980"/>
                    <a:pt x="21338" y="15016"/>
                  </a:cubicBezTo>
                  <a:cubicBezTo>
                    <a:pt x="21278" y="14985"/>
                    <a:pt x="21187" y="14955"/>
                    <a:pt x="21095" y="14955"/>
                  </a:cubicBezTo>
                  <a:lnTo>
                    <a:pt x="21035" y="14894"/>
                  </a:lnTo>
                  <a:lnTo>
                    <a:pt x="21004" y="14864"/>
                  </a:lnTo>
                  <a:cubicBezTo>
                    <a:pt x="20700" y="14924"/>
                    <a:pt x="20214" y="15016"/>
                    <a:pt x="19971" y="15076"/>
                  </a:cubicBezTo>
                  <a:lnTo>
                    <a:pt x="19758" y="15016"/>
                  </a:lnTo>
                  <a:lnTo>
                    <a:pt x="19697" y="15016"/>
                  </a:lnTo>
                  <a:cubicBezTo>
                    <a:pt x="19662" y="14992"/>
                    <a:pt x="19627" y="14982"/>
                    <a:pt x="19596" y="14982"/>
                  </a:cubicBezTo>
                  <a:cubicBezTo>
                    <a:pt x="19545" y="14982"/>
                    <a:pt x="19503" y="15008"/>
                    <a:pt x="19484" y="15046"/>
                  </a:cubicBezTo>
                  <a:lnTo>
                    <a:pt x="19424" y="15107"/>
                  </a:lnTo>
                  <a:cubicBezTo>
                    <a:pt x="19393" y="15107"/>
                    <a:pt x="19332" y="15107"/>
                    <a:pt x="19302" y="15076"/>
                  </a:cubicBezTo>
                  <a:cubicBezTo>
                    <a:pt x="19241" y="15046"/>
                    <a:pt x="19484" y="14985"/>
                    <a:pt x="19302" y="14955"/>
                  </a:cubicBezTo>
                  <a:lnTo>
                    <a:pt x="19184" y="14938"/>
                  </a:lnTo>
                  <a:lnTo>
                    <a:pt x="19184" y="14938"/>
                  </a:lnTo>
                  <a:lnTo>
                    <a:pt x="19211" y="14924"/>
                  </a:lnTo>
                  <a:cubicBezTo>
                    <a:pt x="19272" y="14894"/>
                    <a:pt x="19089" y="14712"/>
                    <a:pt x="19028" y="14620"/>
                  </a:cubicBezTo>
                  <a:cubicBezTo>
                    <a:pt x="18979" y="14571"/>
                    <a:pt x="19169" y="14482"/>
                    <a:pt x="19323" y="14482"/>
                  </a:cubicBezTo>
                  <a:cubicBezTo>
                    <a:pt x="19360" y="14482"/>
                    <a:pt x="19395" y="14487"/>
                    <a:pt x="19424" y="14499"/>
                  </a:cubicBezTo>
                  <a:cubicBezTo>
                    <a:pt x="19545" y="14560"/>
                    <a:pt x="19515" y="14620"/>
                    <a:pt x="19454" y="14620"/>
                  </a:cubicBezTo>
                  <a:cubicBezTo>
                    <a:pt x="19393" y="14620"/>
                    <a:pt x="19393" y="14681"/>
                    <a:pt x="19424" y="14712"/>
                  </a:cubicBezTo>
                  <a:cubicBezTo>
                    <a:pt x="19484" y="14772"/>
                    <a:pt x="19545" y="14803"/>
                    <a:pt x="19636" y="14833"/>
                  </a:cubicBezTo>
                  <a:cubicBezTo>
                    <a:pt x="19641" y="14837"/>
                    <a:pt x="19645" y="14839"/>
                    <a:pt x="19651" y="14839"/>
                  </a:cubicBezTo>
                  <a:cubicBezTo>
                    <a:pt x="19683" y="14839"/>
                    <a:pt x="19732" y="14768"/>
                    <a:pt x="19758" y="14742"/>
                  </a:cubicBezTo>
                  <a:cubicBezTo>
                    <a:pt x="19758" y="14681"/>
                    <a:pt x="19849" y="14651"/>
                    <a:pt x="19971" y="14651"/>
                  </a:cubicBezTo>
                  <a:lnTo>
                    <a:pt x="19971" y="14499"/>
                  </a:lnTo>
                  <a:lnTo>
                    <a:pt x="19971" y="14317"/>
                  </a:lnTo>
                  <a:cubicBezTo>
                    <a:pt x="20092" y="14347"/>
                    <a:pt x="20214" y="14377"/>
                    <a:pt x="20335" y="14377"/>
                  </a:cubicBezTo>
                  <a:cubicBezTo>
                    <a:pt x="20359" y="14354"/>
                    <a:pt x="20504" y="14296"/>
                    <a:pt x="20560" y="14296"/>
                  </a:cubicBezTo>
                  <a:cubicBezTo>
                    <a:pt x="20577" y="14296"/>
                    <a:pt x="20586" y="14302"/>
                    <a:pt x="20579" y="14317"/>
                  </a:cubicBezTo>
                  <a:cubicBezTo>
                    <a:pt x="20579" y="14342"/>
                    <a:pt x="20611" y="14352"/>
                    <a:pt x="20653" y="14352"/>
                  </a:cubicBezTo>
                  <a:cubicBezTo>
                    <a:pt x="20711" y="14352"/>
                    <a:pt x="20787" y="14334"/>
                    <a:pt x="20822" y="14317"/>
                  </a:cubicBezTo>
                  <a:cubicBezTo>
                    <a:pt x="20842" y="14303"/>
                    <a:pt x="20863" y="14297"/>
                    <a:pt x="20885" y="14297"/>
                  </a:cubicBezTo>
                  <a:cubicBezTo>
                    <a:pt x="20963" y="14297"/>
                    <a:pt x="21048" y="14374"/>
                    <a:pt x="21095" y="14468"/>
                  </a:cubicBezTo>
                  <a:lnTo>
                    <a:pt x="21278" y="14317"/>
                  </a:lnTo>
                  <a:cubicBezTo>
                    <a:pt x="21323" y="14301"/>
                    <a:pt x="21361" y="14294"/>
                    <a:pt x="21395" y="14294"/>
                  </a:cubicBezTo>
                  <a:cubicBezTo>
                    <a:pt x="21430" y="14294"/>
                    <a:pt x="21460" y="14301"/>
                    <a:pt x="21490" y="14317"/>
                  </a:cubicBezTo>
                  <a:cubicBezTo>
                    <a:pt x="21543" y="14369"/>
                    <a:pt x="21588" y="14389"/>
                    <a:pt x="21628" y="14389"/>
                  </a:cubicBezTo>
                  <a:cubicBezTo>
                    <a:pt x="21705" y="14389"/>
                    <a:pt x="21765" y="14316"/>
                    <a:pt x="21825" y="14256"/>
                  </a:cubicBezTo>
                  <a:lnTo>
                    <a:pt x="22220" y="13952"/>
                  </a:lnTo>
                  <a:cubicBezTo>
                    <a:pt x="22281" y="13952"/>
                    <a:pt x="22311" y="13982"/>
                    <a:pt x="22342" y="13982"/>
                  </a:cubicBezTo>
                  <a:cubicBezTo>
                    <a:pt x="22454" y="14095"/>
                    <a:pt x="22584" y="14157"/>
                    <a:pt x="22717" y="14157"/>
                  </a:cubicBezTo>
                  <a:cubicBezTo>
                    <a:pt x="22764" y="14157"/>
                    <a:pt x="22811" y="14150"/>
                    <a:pt x="22858" y="14134"/>
                  </a:cubicBezTo>
                  <a:lnTo>
                    <a:pt x="23193" y="14104"/>
                  </a:lnTo>
                  <a:cubicBezTo>
                    <a:pt x="23284" y="14138"/>
                    <a:pt x="23379" y="14155"/>
                    <a:pt x="23473" y="14155"/>
                  </a:cubicBezTo>
                  <a:cubicBezTo>
                    <a:pt x="23628" y="14155"/>
                    <a:pt x="23778" y="14108"/>
                    <a:pt x="23892" y="14013"/>
                  </a:cubicBezTo>
                  <a:lnTo>
                    <a:pt x="24196" y="14013"/>
                  </a:lnTo>
                  <a:cubicBezTo>
                    <a:pt x="24198" y="14015"/>
                    <a:pt x="24201" y="14017"/>
                    <a:pt x="24203" y="14017"/>
                  </a:cubicBezTo>
                  <a:cubicBezTo>
                    <a:pt x="24227" y="14017"/>
                    <a:pt x="24234" y="13891"/>
                    <a:pt x="24317" y="13891"/>
                  </a:cubicBezTo>
                  <a:cubicBezTo>
                    <a:pt x="24378" y="13891"/>
                    <a:pt x="24439" y="13952"/>
                    <a:pt x="24530" y="13952"/>
                  </a:cubicBezTo>
                  <a:cubicBezTo>
                    <a:pt x="24568" y="13964"/>
                    <a:pt x="24606" y="13972"/>
                    <a:pt x="24643" y="13972"/>
                  </a:cubicBezTo>
                  <a:cubicBezTo>
                    <a:pt x="24697" y="13972"/>
                    <a:pt x="24750" y="13957"/>
                    <a:pt x="24804" y="13921"/>
                  </a:cubicBezTo>
                  <a:cubicBezTo>
                    <a:pt x="24840" y="13907"/>
                    <a:pt x="24866" y="13901"/>
                    <a:pt x="24885" y="13901"/>
                  </a:cubicBezTo>
                  <a:cubicBezTo>
                    <a:pt x="24944" y="13901"/>
                    <a:pt x="24932" y="13959"/>
                    <a:pt x="24956" y="13982"/>
                  </a:cubicBezTo>
                  <a:cubicBezTo>
                    <a:pt x="24956" y="14013"/>
                    <a:pt x="24986" y="14043"/>
                    <a:pt x="25047" y="14043"/>
                  </a:cubicBezTo>
                  <a:lnTo>
                    <a:pt x="25260" y="14043"/>
                  </a:lnTo>
                  <a:lnTo>
                    <a:pt x="25563" y="14104"/>
                  </a:lnTo>
                  <a:cubicBezTo>
                    <a:pt x="25632" y="14035"/>
                    <a:pt x="25717" y="14001"/>
                    <a:pt x="25807" y="14001"/>
                  </a:cubicBezTo>
                  <a:cubicBezTo>
                    <a:pt x="25837" y="14001"/>
                    <a:pt x="25867" y="14005"/>
                    <a:pt x="25898" y="14013"/>
                  </a:cubicBezTo>
                  <a:cubicBezTo>
                    <a:pt x="25926" y="14069"/>
                    <a:pt x="26110" y="14229"/>
                    <a:pt x="26233" y="14229"/>
                  </a:cubicBezTo>
                  <a:cubicBezTo>
                    <a:pt x="26244" y="14229"/>
                    <a:pt x="26253" y="14228"/>
                    <a:pt x="26263" y="14225"/>
                  </a:cubicBezTo>
                  <a:cubicBezTo>
                    <a:pt x="26384" y="14195"/>
                    <a:pt x="26445" y="14134"/>
                    <a:pt x="26415" y="14073"/>
                  </a:cubicBezTo>
                  <a:lnTo>
                    <a:pt x="26415" y="14043"/>
                  </a:lnTo>
                  <a:cubicBezTo>
                    <a:pt x="26415" y="13982"/>
                    <a:pt x="26445" y="13952"/>
                    <a:pt x="26475" y="13921"/>
                  </a:cubicBezTo>
                  <a:cubicBezTo>
                    <a:pt x="26504" y="13892"/>
                    <a:pt x="26521" y="13882"/>
                    <a:pt x="26531" y="13882"/>
                  </a:cubicBezTo>
                  <a:cubicBezTo>
                    <a:pt x="26553" y="13882"/>
                    <a:pt x="26546" y="13931"/>
                    <a:pt x="26567" y="13952"/>
                  </a:cubicBezTo>
                  <a:lnTo>
                    <a:pt x="26658" y="14073"/>
                  </a:lnTo>
                  <a:cubicBezTo>
                    <a:pt x="26719" y="14013"/>
                    <a:pt x="26779" y="13921"/>
                    <a:pt x="26749" y="13861"/>
                  </a:cubicBezTo>
                  <a:lnTo>
                    <a:pt x="26749" y="13861"/>
                  </a:lnTo>
                  <a:lnTo>
                    <a:pt x="26901" y="13921"/>
                  </a:lnTo>
                  <a:cubicBezTo>
                    <a:pt x="26966" y="13965"/>
                    <a:pt x="27038" y="13973"/>
                    <a:pt x="27113" y="13973"/>
                  </a:cubicBezTo>
                  <a:cubicBezTo>
                    <a:pt x="27163" y="13973"/>
                    <a:pt x="27213" y="13969"/>
                    <a:pt x="27263" y="13969"/>
                  </a:cubicBezTo>
                  <a:cubicBezTo>
                    <a:pt x="27350" y="13969"/>
                    <a:pt x="27434" y="13981"/>
                    <a:pt x="27509" y="14043"/>
                  </a:cubicBezTo>
                  <a:lnTo>
                    <a:pt x="27539" y="14043"/>
                  </a:lnTo>
                  <a:cubicBezTo>
                    <a:pt x="27569" y="14025"/>
                    <a:pt x="27597" y="14018"/>
                    <a:pt x="27623" y="14018"/>
                  </a:cubicBezTo>
                  <a:cubicBezTo>
                    <a:pt x="27734" y="14018"/>
                    <a:pt x="27813" y="14146"/>
                    <a:pt x="27813" y="14195"/>
                  </a:cubicBezTo>
                  <a:cubicBezTo>
                    <a:pt x="27813" y="14256"/>
                    <a:pt x="27722" y="14347"/>
                    <a:pt x="27600" y="14408"/>
                  </a:cubicBezTo>
                  <a:lnTo>
                    <a:pt x="27813" y="14438"/>
                  </a:lnTo>
                  <a:cubicBezTo>
                    <a:pt x="27829" y="14442"/>
                    <a:pt x="27843" y="14444"/>
                    <a:pt x="27854" y="14444"/>
                  </a:cubicBezTo>
                  <a:cubicBezTo>
                    <a:pt x="27927" y="14444"/>
                    <a:pt x="27904" y="14365"/>
                    <a:pt x="27904" y="14286"/>
                  </a:cubicBezTo>
                  <a:lnTo>
                    <a:pt x="27904" y="14225"/>
                  </a:lnTo>
                  <a:cubicBezTo>
                    <a:pt x="27904" y="14139"/>
                    <a:pt x="28068" y="13889"/>
                    <a:pt x="28188" y="13889"/>
                  </a:cubicBezTo>
                  <a:cubicBezTo>
                    <a:pt x="28195" y="13889"/>
                    <a:pt x="28202" y="13889"/>
                    <a:pt x="28208" y="13891"/>
                  </a:cubicBezTo>
                  <a:cubicBezTo>
                    <a:pt x="28240" y="13899"/>
                    <a:pt x="28271" y="13903"/>
                    <a:pt x="28298" y="13903"/>
                  </a:cubicBezTo>
                  <a:cubicBezTo>
                    <a:pt x="28372" y="13903"/>
                    <a:pt x="28421" y="13875"/>
                    <a:pt x="28421" y="13830"/>
                  </a:cubicBezTo>
                  <a:lnTo>
                    <a:pt x="28421" y="13678"/>
                  </a:lnTo>
                  <a:cubicBezTo>
                    <a:pt x="28633" y="13739"/>
                    <a:pt x="28846" y="13800"/>
                    <a:pt x="29059" y="13830"/>
                  </a:cubicBezTo>
                  <a:cubicBezTo>
                    <a:pt x="29241" y="13800"/>
                    <a:pt x="29424" y="13739"/>
                    <a:pt x="29606" y="13678"/>
                  </a:cubicBezTo>
                  <a:lnTo>
                    <a:pt x="29819" y="13617"/>
                  </a:lnTo>
                  <a:lnTo>
                    <a:pt x="29880" y="13617"/>
                  </a:lnTo>
                  <a:cubicBezTo>
                    <a:pt x="30001" y="13617"/>
                    <a:pt x="29971" y="13709"/>
                    <a:pt x="29849" y="13830"/>
                  </a:cubicBezTo>
                  <a:lnTo>
                    <a:pt x="29728" y="13861"/>
                  </a:lnTo>
                  <a:lnTo>
                    <a:pt x="29576" y="13921"/>
                  </a:lnTo>
                  <a:cubicBezTo>
                    <a:pt x="29393" y="13952"/>
                    <a:pt x="29302" y="14043"/>
                    <a:pt x="29333" y="14134"/>
                  </a:cubicBezTo>
                  <a:lnTo>
                    <a:pt x="29515" y="14043"/>
                  </a:lnTo>
                  <a:cubicBezTo>
                    <a:pt x="29667" y="13982"/>
                    <a:pt x="29849" y="14013"/>
                    <a:pt x="29971" y="13830"/>
                  </a:cubicBezTo>
                  <a:lnTo>
                    <a:pt x="30032" y="13769"/>
                  </a:lnTo>
                  <a:cubicBezTo>
                    <a:pt x="30168" y="13754"/>
                    <a:pt x="30313" y="13747"/>
                    <a:pt x="30457" y="13747"/>
                  </a:cubicBezTo>
                  <a:cubicBezTo>
                    <a:pt x="30602" y="13747"/>
                    <a:pt x="30746" y="13754"/>
                    <a:pt x="30883" y="13769"/>
                  </a:cubicBezTo>
                  <a:lnTo>
                    <a:pt x="31369" y="13769"/>
                  </a:lnTo>
                  <a:cubicBezTo>
                    <a:pt x="31643" y="13739"/>
                    <a:pt x="31977" y="13557"/>
                    <a:pt x="31947" y="13526"/>
                  </a:cubicBezTo>
                  <a:cubicBezTo>
                    <a:pt x="31916" y="13496"/>
                    <a:pt x="31931" y="13481"/>
                    <a:pt x="31973" y="13481"/>
                  </a:cubicBezTo>
                  <a:close/>
                  <a:moveTo>
                    <a:pt x="29978" y="14822"/>
                  </a:moveTo>
                  <a:cubicBezTo>
                    <a:pt x="30098" y="14822"/>
                    <a:pt x="30184" y="14856"/>
                    <a:pt x="30184" y="14924"/>
                  </a:cubicBezTo>
                  <a:lnTo>
                    <a:pt x="30153" y="14955"/>
                  </a:lnTo>
                  <a:cubicBezTo>
                    <a:pt x="30153" y="15016"/>
                    <a:pt x="30123" y="15046"/>
                    <a:pt x="30032" y="15076"/>
                  </a:cubicBezTo>
                  <a:cubicBezTo>
                    <a:pt x="29971" y="15137"/>
                    <a:pt x="29971" y="15168"/>
                    <a:pt x="30032" y="15198"/>
                  </a:cubicBezTo>
                  <a:lnTo>
                    <a:pt x="30062" y="15228"/>
                  </a:lnTo>
                  <a:cubicBezTo>
                    <a:pt x="30047" y="15274"/>
                    <a:pt x="30016" y="15297"/>
                    <a:pt x="29982" y="15297"/>
                  </a:cubicBezTo>
                  <a:cubicBezTo>
                    <a:pt x="29948" y="15297"/>
                    <a:pt x="29910" y="15274"/>
                    <a:pt x="29880" y="15228"/>
                  </a:cubicBezTo>
                  <a:lnTo>
                    <a:pt x="29880" y="15168"/>
                  </a:lnTo>
                  <a:cubicBezTo>
                    <a:pt x="29880" y="15076"/>
                    <a:pt x="29880" y="15016"/>
                    <a:pt x="29728" y="15016"/>
                  </a:cubicBezTo>
                  <a:cubicBezTo>
                    <a:pt x="29637" y="15016"/>
                    <a:pt x="29637" y="14864"/>
                    <a:pt x="29728" y="14864"/>
                  </a:cubicBezTo>
                  <a:lnTo>
                    <a:pt x="29849" y="14833"/>
                  </a:lnTo>
                  <a:cubicBezTo>
                    <a:pt x="29895" y="14826"/>
                    <a:pt x="29939" y="14822"/>
                    <a:pt x="29978" y="14822"/>
                  </a:cubicBezTo>
                  <a:close/>
                  <a:moveTo>
                    <a:pt x="18269" y="14225"/>
                  </a:moveTo>
                  <a:cubicBezTo>
                    <a:pt x="18329" y="14225"/>
                    <a:pt x="18329" y="14256"/>
                    <a:pt x="18329" y="14286"/>
                  </a:cubicBezTo>
                  <a:lnTo>
                    <a:pt x="18329" y="14317"/>
                  </a:lnTo>
                  <a:lnTo>
                    <a:pt x="18329" y="14499"/>
                  </a:lnTo>
                  <a:cubicBezTo>
                    <a:pt x="18390" y="14620"/>
                    <a:pt x="18816" y="14712"/>
                    <a:pt x="18876" y="14772"/>
                  </a:cubicBezTo>
                  <a:cubicBezTo>
                    <a:pt x="18937" y="14803"/>
                    <a:pt x="18937" y="14955"/>
                    <a:pt x="18846" y="15046"/>
                  </a:cubicBezTo>
                  <a:lnTo>
                    <a:pt x="18694" y="14894"/>
                  </a:lnTo>
                  <a:lnTo>
                    <a:pt x="18603" y="14894"/>
                  </a:lnTo>
                  <a:cubicBezTo>
                    <a:pt x="18572" y="14894"/>
                    <a:pt x="18512" y="14924"/>
                    <a:pt x="18512" y="14955"/>
                  </a:cubicBezTo>
                  <a:cubicBezTo>
                    <a:pt x="18512" y="14985"/>
                    <a:pt x="18572" y="15046"/>
                    <a:pt x="18572" y="15046"/>
                  </a:cubicBezTo>
                  <a:cubicBezTo>
                    <a:pt x="18626" y="15054"/>
                    <a:pt x="18677" y="15057"/>
                    <a:pt x="18727" y="15057"/>
                  </a:cubicBezTo>
                  <a:cubicBezTo>
                    <a:pt x="18854" y="15057"/>
                    <a:pt x="18972" y="15033"/>
                    <a:pt x="19089" y="14983"/>
                  </a:cubicBezTo>
                  <a:lnTo>
                    <a:pt x="19089" y="14983"/>
                  </a:lnTo>
                  <a:cubicBezTo>
                    <a:pt x="19089" y="15092"/>
                    <a:pt x="19089" y="15217"/>
                    <a:pt x="19089" y="15320"/>
                  </a:cubicBezTo>
                  <a:lnTo>
                    <a:pt x="19028" y="15259"/>
                  </a:lnTo>
                  <a:lnTo>
                    <a:pt x="18846" y="15137"/>
                  </a:lnTo>
                  <a:cubicBezTo>
                    <a:pt x="18664" y="15137"/>
                    <a:pt x="18481" y="15076"/>
                    <a:pt x="18390" y="14924"/>
                  </a:cubicBezTo>
                  <a:cubicBezTo>
                    <a:pt x="18360" y="14833"/>
                    <a:pt x="18481" y="14651"/>
                    <a:pt x="18481" y="14651"/>
                  </a:cubicBezTo>
                  <a:lnTo>
                    <a:pt x="18481" y="14651"/>
                  </a:lnTo>
                  <a:cubicBezTo>
                    <a:pt x="18360" y="14712"/>
                    <a:pt x="18238" y="14803"/>
                    <a:pt x="18147" y="14924"/>
                  </a:cubicBezTo>
                  <a:cubicBezTo>
                    <a:pt x="18147" y="14985"/>
                    <a:pt x="18117" y="15076"/>
                    <a:pt x="18117" y="15168"/>
                  </a:cubicBezTo>
                  <a:lnTo>
                    <a:pt x="18056" y="15198"/>
                  </a:lnTo>
                  <a:cubicBezTo>
                    <a:pt x="17995" y="15228"/>
                    <a:pt x="17904" y="15259"/>
                    <a:pt x="17813" y="15259"/>
                  </a:cubicBezTo>
                  <a:lnTo>
                    <a:pt x="17752" y="15259"/>
                  </a:lnTo>
                  <a:cubicBezTo>
                    <a:pt x="17727" y="15209"/>
                    <a:pt x="17662" y="15160"/>
                    <a:pt x="17622" y="15160"/>
                  </a:cubicBezTo>
                  <a:cubicBezTo>
                    <a:pt x="17613" y="15160"/>
                    <a:pt x="17605" y="15162"/>
                    <a:pt x="17600" y="15168"/>
                  </a:cubicBezTo>
                  <a:lnTo>
                    <a:pt x="17569" y="15198"/>
                  </a:lnTo>
                  <a:lnTo>
                    <a:pt x="17539" y="15228"/>
                  </a:lnTo>
                  <a:lnTo>
                    <a:pt x="17387" y="15228"/>
                  </a:lnTo>
                  <a:lnTo>
                    <a:pt x="17357" y="15168"/>
                  </a:lnTo>
                  <a:lnTo>
                    <a:pt x="17296" y="15107"/>
                  </a:lnTo>
                  <a:cubicBezTo>
                    <a:pt x="17265" y="14985"/>
                    <a:pt x="17296" y="14864"/>
                    <a:pt x="17417" y="14833"/>
                  </a:cubicBezTo>
                  <a:cubicBezTo>
                    <a:pt x="17448" y="14833"/>
                    <a:pt x="17478" y="14833"/>
                    <a:pt x="17509" y="14803"/>
                  </a:cubicBezTo>
                  <a:cubicBezTo>
                    <a:pt x="17417" y="14772"/>
                    <a:pt x="17357" y="14772"/>
                    <a:pt x="17265" y="14772"/>
                  </a:cubicBezTo>
                  <a:cubicBezTo>
                    <a:pt x="17205" y="14772"/>
                    <a:pt x="17113" y="14864"/>
                    <a:pt x="17053" y="14955"/>
                  </a:cubicBezTo>
                  <a:lnTo>
                    <a:pt x="16992" y="15046"/>
                  </a:lnTo>
                  <a:cubicBezTo>
                    <a:pt x="16992" y="15107"/>
                    <a:pt x="16962" y="15168"/>
                    <a:pt x="16901" y="15168"/>
                  </a:cubicBezTo>
                  <a:cubicBezTo>
                    <a:pt x="16840" y="15228"/>
                    <a:pt x="16749" y="15259"/>
                    <a:pt x="16658" y="15259"/>
                  </a:cubicBezTo>
                  <a:cubicBezTo>
                    <a:pt x="16627" y="15259"/>
                    <a:pt x="16597" y="15228"/>
                    <a:pt x="16597" y="15198"/>
                  </a:cubicBezTo>
                  <a:cubicBezTo>
                    <a:pt x="16566" y="15198"/>
                    <a:pt x="16597" y="15137"/>
                    <a:pt x="16597" y="15137"/>
                  </a:cubicBezTo>
                  <a:lnTo>
                    <a:pt x="16688" y="15076"/>
                  </a:lnTo>
                  <a:cubicBezTo>
                    <a:pt x="16840" y="15016"/>
                    <a:pt x="16779" y="14894"/>
                    <a:pt x="16566" y="14833"/>
                  </a:cubicBezTo>
                  <a:lnTo>
                    <a:pt x="16384" y="14772"/>
                  </a:lnTo>
                  <a:cubicBezTo>
                    <a:pt x="16372" y="14772"/>
                    <a:pt x="16350" y="14768"/>
                    <a:pt x="16332" y="14768"/>
                  </a:cubicBezTo>
                  <a:cubicBezTo>
                    <a:pt x="16305" y="14768"/>
                    <a:pt x="16287" y="14779"/>
                    <a:pt x="16323" y="14833"/>
                  </a:cubicBezTo>
                  <a:lnTo>
                    <a:pt x="16323" y="14864"/>
                  </a:lnTo>
                  <a:cubicBezTo>
                    <a:pt x="16354" y="14894"/>
                    <a:pt x="16171" y="14924"/>
                    <a:pt x="15958" y="14924"/>
                  </a:cubicBezTo>
                  <a:lnTo>
                    <a:pt x="15867" y="14742"/>
                  </a:lnTo>
                  <a:lnTo>
                    <a:pt x="15867" y="14738"/>
                  </a:lnTo>
                  <a:lnTo>
                    <a:pt x="15867" y="14738"/>
                  </a:lnTo>
                  <a:cubicBezTo>
                    <a:pt x="15938" y="14724"/>
                    <a:pt x="16009" y="14705"/>
                    <a:pt x="16080" y="14681"/>
                  </a:cubicBezTo>
                  <a:lnTo>
                    <a:pt x="16262" y="14590"/>
                  </a:lnTo>
                  <a:cubicBezTo>
                    <a:pt x="16278" y="14575"/>
                    <a:pt x="16293" y="14567"/>
                    <a:pt x="16308" y="14567"/>
                  </a:cubicBezTo>
                  <a:cubicBezTo>
                    <a:pt x="16323" y="14567"/>
                    <a:pt x="16338" y="14575"/>
                    <a:pt x="16354" y="14590"/>
                  </a:cubicBezTo>
                  <a:lnTo>
                    <a:pt x="16475" y="14681"/>
                  </a:lnTo>
                  <a:lnTo>
                    <a:pt x="16962" y="14529"/>
                  </a:lnTo>
                  <a:lnTo>
                    <a:pt x="17083" y="14620"/>
                  </a:lnTo>
                  <a:cubicBezTo>
                    <a:pt x="17154" y="14651"/>
                    <a:pt x="17222" y="14661"/>
                    <a:pt x="17287" y="14661"/>
                  </a:cubicBezTo>
                  <a:cubicBezTo>
                    <a:pt x="17417" y="14661"/>
                    <a:pt x="17539" y="14620"/>
                    <a:pt x="17661" y="14620"/>
                  </a:cubicBezTo>
                  <a:lnTo>
                    <a:pt x="17873" y="14620"/>
                  </a:lnTo>
                  <a:cubicBezTo>
                    <a:pt x="17879" y="14638"/>
                    <a:pt x="17889" y="14645"/>
                    <a:pt x="17903" y="14645"/>
                  </a:cubicBezTo>
                  <a:cubicBezTo>
                    <a:pt x="17958" y="14645"/>
                    <a:pt x="18067" y="14512"/>
                    <a:pt x="18117" y="14438"/>
                  </a:cubicBezTo>
                  <a:cubicBezTo>
                    <a:pt x="18147" y="14347"/>
                    <a:pt x="18238" y="14225"/>
                    <a:pt x="18269" y="14225"/>
                  </a:cubicBezTo>
                  <a:close/>
                  <a:moveTo>
                    <a:pt x="15803" y="14750"/>
                  </a:moveTo>
                  <a:cubicBezTo>
                    <a:pt x="15770" y="14804"/>
                    <a:pt x="15746" y="14898"/>
                    <a:pt x="15746" y="14955"/>
                  </a:cubicBezTo>
                  <a:cubicBezTo>
                    <a:pt x="15746" y="15016"/>
                    <a:pt x="15928" y="15046"/>
                    <a:pt x="15958" y="15046"/>
                  </a:cubicBezTo>
                  <a:cubicBezTo>
                    <a:pt x="16019" y="15046"/>
                    <a:pt x="16050" y="15107"/>
                    <a:pt x="16080" y="15198"/>
                  </a:cubicBezTo>
                  <a:lnTo>
                    <a:pt x="16050" y="15228"/>
                  </a:lnTo>
                  <a:lnTo>
                    <a:pt x="15958" y="15320"/>
                  </a:lnTo>
                  <a:cubicBezTo>
                    <a:pt x="15853" y="15337"/>
                    <a:pt x="15778" y="15355"/>
                    <a:pt x="15734" y="15355"/>
                  </a:cubicBezTo>
                  <a:cubicBezTo>
                    <a:pt x="15701" y="15355"/>
                    <a:pt x="15685" y="15345"/>
                    <a:pt x="15685" y="15320"/>
                  </a:cubicBezTo>
                  <a:lnTo>
                    <a:pt x="15654" y="15259"/>
                  </a:lnTo>
                  <a:cubicBezTo>
                    <a:pt x="15624" y="15228"/>
                    <a:pt x="15563" y="15168"/>
                    <a:pt x="15533" y="15168"/>
                  </a:cubicBezTo>
                  <a:cubicBezTo>
                    <a:pt x="15411" y="15198"/>
                    <a:pt x="15442" y="15259"/>
                    <a:pt x="15503" y="15320"/>
                  </a:cubicBezTo>
                  <a:lnTo>
                    <a:pt x="15503" y="15350"/>
                  </a:lnTo>
                  <a:cubicBezTo>
                    <a:pt x="15520" y="15368"/>
                    <a:pt x="15497" y="15385"/>
                    <a:pt x="15445" y="15385"/>
                  </a:cubicBezTo>
                  <a:cubicBezTo>
                    <a:pt x="15407" y="15385"/>
                    <a:pt x="15354" y="15376"/>
                    <a:pt x="15290" y="15350"/>
                  </a:cubicBezTo>
                  <a:lnTo>
                    <a:pt x="15199" y="15320"/>
                  </a:lnTo>
                  <a:cubicBezTo>
                    <a:pt x="15168" y="15320"/>
                    <a:pt x="15138" y="15259"/>
                    <a:pt x="15138" y="15259"/>
                  </a:cubicBezTo>
                  <a:cubicBezTo>
                    <a:pt x="15168" y="15168"/>
                    <a:pt x="15229" y="15046"/>
                    <a:pt x="15229" y="15046"/>
                  </a:cubicBezTo>
                  <a:cubicBezTo>
                    <a:pt x="15229" y="15016"/>
                    <a:pt x="15199" y="14985"/>
                    <a:pt x="15168" y="14985"/>
                  </a:cubicBezTo>
                  <a:lnTo>
                    <a:pt x="15077" y="14985"/>
                  </a:lnTo>
                  <a:lnTo>
                    <a:pt x="15047" y="15016"/>
                  </a:lnTo>
                  <a:cubicBezTo>
                    <a:pt x="15047" y="15046"/>
                    <a:pt x="15077" y="15289"/>
                    <a:pt x="15016" y="15350"/>
                  </a:cubicBezTo>
                  <a:cubicBezTo>
                    <a:pt x="14925" y="15411"/>
                    <a:pt x="14834" y="15441"/>
                    <a:pt x="14743" y="15472"/>
                  </a:cubicBezTo>
                  <a:cubicBezTo>
                    <a:pt x="14682" y="15472"/>
                    <a:pt x="14621" y="15289"/>
                    <a:pt x="14621" y="15228"/>
                  </a:cubicBezTo>
                  <a:cubicBezTo>
                    <a:pt x="14621" y="15168"/>
                    <a:pt x="14651" y="15107"/>
                    <a:pt x="14712" y="15076"/>
                  </a:cubicBezTo>
                  <a:lnTo>
                    <a:pt x="14834" y="15076"/>
                  </a:lnTo>
                  <a:cubicBezTo>
                    <a:pt x="14875" y="15035"/>
                    <a:pt x="14889" y="14936"/>
                    <a:pt x="14873" y="14888"/>
                  </a:cubicBezTo>
                  <a:lnTo>
                    <a:pt x="14873" y="14888"/>
                  </a:lnTo>
                  <a:cubicBezTo>
                    <a:pt x="15031" y="14875"/>
                    <a:pt x="15184" y="14841"/>
                    <a:pt x="15320" y="14772"/>
                  </a:cubicBezTo>
                  <a:cubicBezTo>
                    <a:pt x="15330" y="14762"/>
                    <a:pt x="15340" y="14759"/>
                    <a:pt x="15352" y="14759"/>
                  </a:cubicBezTo>
                  <a:cubicBezTo>
                    <a:pt x="15374" y="14759"/>
                    <a:pt x="15401" y="14772"/>
                    <a:pt x="15442" y="14772"/>
                  </a:cubicBezTo>
                  <a:lnTo>
                    <a:pt x="15533" y="14772"/>
                  </a:lnTo>
                  <a:cubicBezTo>
                    <a:pt x="15623" y="14772"/>
                    <a:pt x="15713" y="14765"/>
                    <a:pt x="15803" y="14750"/>
                  </a:cubicBezTo>
                  <a:close/>
                  <a:moveTo>
                    <a:pt x="11521" y="15380"/>
                  </a:moveTo>
                  <a:cubicBezTo>
                    <a:pt x="11612" y="15441"/>
                    <a:pt x="11551" y="15502"/>
                    <a:pt x="11521" y="15532"/>
                  </a:cubicBezTo>
                  <a:cubicBezTo>
                    <a:pt x="11457" y="15532"/>
                    <a:pt x="11394" y="15538"/>
                    <a:pt x="11330" y="15544"/>
                  </a:cubicBezTo>
                  <a:lnTo>
                    <a:pt x="11330" y="15544"/>
                  </a:lnTo>
                  <a:lnTo>
                    <a:pt x="11521" y="15380"/>
                  </a:lnTo>
                  <a:close/>
                  <a:moveTo>
                    <a:pt x="26840" y="15137"/>
                  </a:moveTo>
                  <a:cubicBezTo>
                    <a:pt x="26901" y="15137"/>
                    <a:pt x="26992" y="15198"/>
                    <a:pt x="27083" y="15198"/>
                  </a:cubicBezTo>
                  <a:cubicBezTo>
                    <a:pt x="27326" y="15228"/>
                    <a:pt x="27114" y="15320"/>
                    <a:pt x="27144" y="15350"/>
                  </a:cubicBezTo>
                  <a:lnTo>
                    <a:pt x="27174" y="15411"/>
                  </a:lnTo>
                  <a:cubicBezTo>
                    <a:pt x="27209" y="15434"/>
                    <a:pt x="27200" y="15444"/>
                    <a:pt x="27173" y="15444"/>
                  </a:cubicBezTo>
                  <a:cubicBezTo>
                    <a:pt x="27130" y="15444"/>
                    <a:pt x="27041" y="15418"/>
                    <a:pt x="27022" y="15380"/>
                  </a:cubicBezTo>
                  <a:cubicBezTo>
                    <a:pt x="27007" y="15350"/>
                    <a:pt x="26984" y="15335"/>
                    <a:pt x="26962" y="15335"/>
                  </a:cubicBezTo>
                  <a:cubicBezTo>
                    <a:pt x="26939" y="15335"/>
                    <a:pt x="26916" y="15350"/>
                    <a:pt x="26901" y="15380"/>
                  </a:cubicBezTo>
                  <a:cubicBezTo>
                    <a:pt x="26840" y="15472"/>
                    <a:pt x="26779" y="15563"/>
                    <a:pt x="26719" y="15624"/>
                  </a:cubicBezTo>
                  <a:lnTo>
                    <a:pt x="26688" y="15624"/>
                  </a:lnTo>
                  <a:cubicBezTo>
                    <a:pt x="26627" y="15593"/>
                    <a:pt x="26627" y="15563"/>
                    <a:pt x="26627" y="15532"/>
                  </a:cubicBezTo>
                  <a:lnTo>
                    <a:pt x="26627" y="15472"/>
                  </a:lnTo>
                  <a:cubicBezTo>
                    <a:pt x="26688" y="15380"/>
                    <a:pt x="26719" y="15289"/>
                    <a:pt x="26719" y="15198"/>
                  </a:cubicBezTo>
                  <a:lnTo>
                    <a:pt x="26840" y="15137"/>
                  </a:lnTo>
                  <a:close/>
                  <a:moveTo>
                    <a:pt x="28907" y="14955"/>
                  </a:moveTo>
                  <a:cubicBezTo>
                    <a:pt x="28968" y="14955"/>
                    <a:pt x="29059" y="14985"/>
                    <a:pt x="29059" y="14985"/>
                  </a:cubicBezTo>
                  <a:cubicBezTo>
                    <a:pt x="29076" y="15088"/>
                    <a:pt x="29103" y="15123"/>
                    <a:pt x="29151" y="15123"/>
                  </a:cubicBezTo>
                  <a:cubicBezTo>
                    <a:pt x="29187" y="15123"/>
                    <a:pt x="29236" y="15103"/>
                    <a:pt x="29302" y="15076"/>
                  </a:cubicBezTo>
                  <a:lnTo>
                    <a:pt x="29333" y="15046"/>
                  </a:lnTo>
                  <a:cubicBezTo>
                    <a:pt x="29393" y="15046"/>
                    <a:pt x="29454" y="15107"/>
                    <a:pt x="29454" y="15137"/>
                  </a:cubicBezTo>
                  <a:cubicBezTo>
                    <a:pt x="29454" y="15198"/>
                    <a:pt x="29424" y="15259"/>
                    <a:pt x="29424" y="15320"/>
                  </a:cubicBezTo>
                  <a:lnTo>
                    <a:pt x="29606" y="15289"/>
                  </a:lnTo>
                  <a:cubicBezTo>
                    <a:pt x="29667" y="15289"/>
                    <a:pt x="29728" y="15289"/>
                    <a:pt x="29788" y="15320"/>
                  </a:cubicBezTo>
                  <a:lnTo>
                    <a:pt x="29849" y="15380"/>
                  </a:lnTo>
                  <a:cubicBezTo>
                    <a:pt x="29849" y="15441"/>
                    <a:pt x="29880" y="15532"/>
                    <a:pt x="29880" y="15624"/>
                  </a:cubicBezTo>
                  <a:cubicBezTo>
                    <a:pt x="29849" y="15654"/>
                    <a:pt x="29788" y="15654"/>
                    <a:pt x="29697" y="15654"/>
                  </a:cubicBezTo>
                  <a:lnTo>
                    <a:pt x="29667" y="15563"/>
                  </a:lnTo>
                  <a:cubicBezTo>
                    <a:pt x="29637" y="15532"/>
                    <a:pt x="29606" y="15502"/>
                    <a:pt x="29576" y="15472"/>
                  </a:cubicBezTo>
                  <a:lnTo>
                    <a:pt x="29515" y="15472"/>
                  </a:lnTo>
                  <a:cubicBezTo>
                    <a:pt x="29454" y="15472"/>
                    <a:pt x="29393" y="15532"/>
                    <a:pt x="29393" y="15593"/>
                  </a:cubicBezTo>
                  <a:lnTo>
                    <a:pt x="29454" y="15624"/>
                  </a:lnTo>
                  <a:lnTo>
                    <a:pt x="29454" y="15654"/>
                  </a:lnTo>
                  <a:cubicBezTo>
                    <a:pt x="29515" y="15654"/>
                    <a:pt x="29576" y="15715"/>
                    <a:pt x="29545" y="15775"/>
                  </a:cubicBezTo>
                  <a:lnTo>
                    <a:pt x="29393" y="15775"/>
                  </a:lnTo>
                  <a:cubicBezTo>
                    <a:pt x="29378" y="15779"/>
                    <a:pt x="29362" y="15780"/>
                    <a:pt x="29346" y="15780"/>
                  </a:cubicBezTo>
                  <a:cubicBezTo>
                    <a:pt x="29212" y="15780"/>
                    <a:pt x="29089" y="15665"/>
                    <a:pt x="29089" y="15502"/>
                  </a:cubicBezTo>
                  <a:cubicBezTo>
                    <a:pt x="29089" y="15380"/>
                    <a:pt x="28846" y="15016"/>
                    <a:pt x="28907" y="14955"/>
                  </a:cubicBezTo>
                  <a:close/>
                  <a:moveTo>
                    <a:pt x="19399" y="15615"/>
                  </a:moveTo>
                  <a:cubicBezTo>
                    <a:pt x="19415" y="15615"/>
                    <a:pt x="19460" y="15660"/>
                    <a:pt x="19484" y="15684"/>
                  </a:cubicBezTo>
                  <a:lnTo>
                    <a:pt x="19545" y="15745"/>
                  </a:lnTo>
                  <a:cubicBezTo>
                    <a:pt x="19636" y="15867"/>
                    <a:pt x="19667" y="15958"/>
                    <a:pt x="19667" y="15988"/>
                  </a:cubicBezTo>
                  <a:cubicBezTo>
                    <a:pt x="19636" y="15988"/>
                    <a:pt x="19393" y="15867"/>
                    <a:pt x="19272" y="15867"/>
                  </a:cubicBezTo>
                  <a:lnTo>
                    <a:pt x="19332" y="15867"/>
                  </a:lnTo>
                  <a:lnTo>
                    <a:pt x="19302" y="15715"/>
                  </a:lnTo>
                  <a:cubicBezTo>
                    <a:pt x="19272" y="15684"/>
                    <a:pt x="19363" y="15624"/>
                    <a:pt x="19393" y="15624"/>
                  </a:cubicBezTo>
                  <a:cubicBezTo>
                    <a:pt x="19393" y="15618"/>
                    <a:pt x="19395" y="15615"/>
                    <a:pt x="19399" y="15615"/>
                  </a:cubicBezTo>
                  <a:close/>
                  <a:moveTo>
                    <a:pt x="18329" y="15563"/>
                  </a:moveTo>
                  <a:lnTo>
                    <a:pt x="18360" y="15593"/>
                  </a:lnTo>
                  <a:lnTo>
                    <a:pt x="18512" y="15684"/>
                  </a:lnTo>
                  <a:cubicBezTo>
                    <a:pt x="18420" y="15745"/>
                    <a:pt x="18481" y="15897"/>
                    <a:pt x="18633" y="15958"/>
                  </a:cubicBezTo>
                  <a:lnTo>
                    <a:pt x="18755" y="15988"/>
                  </a:lnTo>
                  <a:lnTo>
                    <a:pt x="18755" y="16079"/>
                  </a:lnTo>
                  <a:cubicBezTo>
                    <a:pt x="18755" y="16110"/>
                    <a:pt x="18724" y="16110"/>
                    <a:pt x="18694" y="16110"/>
                  </a:cubicBezTo>
                  <a:lnTo>
                    <a:pt x="18512" y="16140"/>
                  </a:lnTo>
                  <a:cubicBezTo>
                    <a:pt x="18481" y="16155"/>
                    <a:pt x="18451" y="16163"/>
                    <a:pt x="18420" y="16163"/>
                  </a:cubicBezTo>
                  <a:cubicBezTo>
                    <a:pt x="18390" y="16163"/>
                    <a:pt x="18360" y="16155"/>
                    <a:pt x="18329" y="16140"/>
                  </a:cubicBezTo>
                  <a:cubicBezTo>
                    <a:pt x="18284" y="16125"/>
                    <a:pt x="18231" y="16117"/>
                    <a:pt x="18174" y="16117"/>
                  </a:cubicBezTo>
                  <a:cubicBezTo>
                    <a:pt x="18117" y="16117"/>
                    <a:pt x="18056" y="16125"/>
                    <a:pt x="17995" y="16140"/>
                  </a:cubicBezTo>
                  <a:cubicBezTo>
                    <a:pt x="17987" y="16157"/>
                    <a:pt x="17979" y="16164"/>
                    <a:pt x="17972" y="16164"/>
                  </a:cubicBezTo>
                  <a:cubicBezTo>
                    <a:pt x="17955" y="16164"/>
                    <a:pt x="17950" y="16108"/>
                    <a:pt x="17995" y="16019"/>
                  </a:cubicBezTo>
                  <a:lnTo>
                    <a:pt x="18056" y="16019"/>
                  </a:lnTo>
                  <a:lnTo>
                    <a:pt x="18269" y="15927"/>
                  </a:lnTo>
                  <a:cubicBezTo>
                    <a:pt x="18208" y="15836"/>
                    <a:pt x="18177" y="15715"/>
                    <a:pt x="18177" y="15593"/>
                  </a:cubicBezTo>
                  <a:cubicBezTo>
                    <a:pt x="18177" y="15563"/>
                    <a:pt x="18269" y="15563"/>
                    <a:pt x="18329" y="15563"/>
                  </a:cubicBezTo>
                  <a:close/>
                  <a:moveTo>
                    <a:pt x="12574" y="16093"/>
                  </a:moveTo>
                  <a:cubicBezTo>
                    <a:pt x="12616" y="16093"/>
                    <a:pt x="12651" y="16098"/>
                    <a:pt x="12676" y="16110"/>
                  </a:cubicBezTo>
                  <a:cubicBezTo>
                    <a:pt x="12767" y="16140"/>
                    <a:pt x="12615" y="16231"/>
                    <a:pt x="12372" y="16262"/>
                  </a:cubicBezTo>
                  <a:lnTo>
                    <a:pt x="12159" y="16292"/>
                  </a:lnTo>
                  <a:lnTo>
                    <a:pt x="12129" y="16292"/>
                  </a:lnTo>
                  <a:cubicBezTo>
                    <a:pt x="12095" y="16342"/>
                    <a:pt x="12052" y="16365"/>
                    <a:pt x="12016" y="16365"/>
                  </a:cubicBezTo>
                  <a:cubicBezTo>
                    <a:pt x="11986" y="16365"/>
                    <a:pt x="11960" y="16350"/>
                    <a:pt x="11946" y="16323"/>
                  </a:cubicBezTo>
                  <a:lnTo>
                    <a:pt x="11885" y="16262"/>
                  </a:lnTo>
                  <a:lnTo>
                    <a:pt x="11855" y="16231"/>
                  </a:lnTo>
                  <a:cubicBezTo>
                    <a:pt x="11825" y="16171"/>
                    <a:pt x="11916" y="16171"/>
                    <a:pt x="12037" y="16171"/>
                  </a:cubicBezTo>
                  <a:cubicBezTo>
                    <a:pt x="12135" y="16171"/>
                    <a:pt x="12407" y="16093"/>
                    <a:pt x="12574" y="16093"/>
                  </a:cubicBezTo>
                  <a:close/>
                  <a:moveTo>
                    <a:pt x="11429" y="16019"/>
                  </a:moveTo>
                  <a:lnTo>
                    <a:pt x="11278" y="16171"/>
                  </a:lnTo>
                  <a:cubicBezTo>
                    <a:pt x="11247" y="16201"/>
                    <a:pt x="11247" y="16292"/>
                    <a:pt x="11247" y="16353"/>
                  </a:cubicBezTo>
                  <a:lnTo>
                    <a:pt x="11247" y="16414"/>
                  </a:lnTo>
                  <a:cubicBezTo>
                    <a:pt x="11247" y="16449"/>
                    <a:pt x="11122" y="16464"/>
                    <a:pt x="10994" y="16464"/>
                  </a:cubicBezTo>
                  <a:cubicBezTo>
                    <a:pt x="10903" y="16464"/>
                    <a:pt x="10811" y="16457"/>
                    <a:pt x="10761" y="16444"/>
                  </a:cubicBezTo>
                  <a:cubicBezTo>
                    <a:pt x="10686" y="16407"/>
                    <a:pt x="10634" y="16381"/>
                    <a:pt x="10619" y="16381"/>
                  </a:cubicBezTo>
                  <a:cubicBezTo>
                    <a:pt x="10610" y="16381"/>
                    <a:pt x="10616" y="16391"/>
                    <a:pt x="10639" y="16414"/>
                  </a:cubicBezTo>
                  <a:lnTo>
                    <a:pt x="10700" y="16444"/>
                  </a:lnTo>
                  <a:lnTo>
                    <a:pt x="10730" y="16475"/>
                  </a:lnTo>
                  <a:cubicBezTo>
                    <a:pt x="10822" y="16475"/>
                    <a:pt x="10730" y="16566"/>
                    <a:pt x="10487" y="16627"/>
                  </a:cubicBezTo>
                  <a:lnTo>
                    <a:pt x="10305" y="16687"/>
                  </a:lnTo>
                  <a:lnTo>
                    <a:pt x="10244" y="16687"/>
                  </a:lnTo>
                  <a:cubicBezTo>
                    <a:pt x="10183" y="16687"/>
                    <a:pt x="9910" y="16657"/>
                    <a:pt x="9636" y="16657"/>
                  </a:cubicBezTo>
                  <a:lnTo>
                    <a:pt x="9423" y="16657"/>
                  </a:lnTo>
                  <a:cubicBezTo>
                    <a:pt x="9302" y="16657"/>
                    <a:pt x="9332" y="16657"/>
                    <a:pt x="9302" y="16718"/>
                  </a:cubicBezTo>
                  <a:cubicBezTo>
                    <a:pt x="9271" y="16748"/>
                    <a:pt x="9211" y="16779"/>
                    <a:pt x="9180" y="16779"/>
                  </a:cubicBezTo>
                  <a:lnTo>
                    <a:pt x="8998" y="16748"/>
                  </a:lnTo>
                  <a:cubicBezTo>
                    <a:pt x="8901" y="16690"/>
                    <a:pt x="8793" y="16669"/>
                    <a:pt x="8711" y="16669"/>
                  </a:cubicBezTo>
                  <a:cubicBezTo>
                    <a:pt x="8663" y="16669"/>
                    <a:pt x="8625" y="16676"/>
                    <a:pt x="8603" y="16687"/>
                  </a:cubicBezTo>
                  <a:cubicBezTo>
                    <a:pt x="8572" y="16718"/>
                    <a:pt x="8519" y="16733"/>
                    <a:pt x="8470" y="16733"/>
                  </a:cubicBezTo>
                  <a:cubicBezTo>
                    <a:pt x="8420" y="16733"/>
                    <a:pt x="8375" y="16718"/>
                    <a:pt x="8360" y="16687"/>
                  </a:cubicBezTo>
                  <a:cubicBezTo>
                    <a:pt x="8329" y="16627"/>
                    <a:pt x="8268" y="16444"/>
                    <a:pt x="8360" y="16444"/>
                  </a:cubicBezTo>
                  <a:cubicBezTo>
                    <a:pt x="8420" y="16444"/>
                    <a:pt x="8481" y="16414"/>
                    <a:pt x="8512" y="16353"/>
                  </a:cubicBezTo>
                  <a:cubicBezTo>
                    <a:pt x="8512" y="16323"/>
                    <a:pt x="8572" y="16323"/>
                    <a:pt x="8663" y="16323"/>
                  </a:cubicBezTo>
                  <a:lnTo>
                    <a:pt x="8694" y="16353"/>
                  </a:lnTo>
                  <a:cubicBezTo>
                    <a:pt x="8755" y="16383"/>
                    <a:pt x="8846" y="16444"/>
                    <a:pt x="8907" y="16505"/>
                  </a:cubicBezTo>
                  <a:cubicBezTo>
                    <a:pt x="8952" y="16566"/>
                    <a:pt x="8967" y="16596"/>
                    <a:pt x="8986" y="16596"/>
                  </a:cubicBezTo>
                  <a:cubicBezTo>
                    <a:pt x="9005" y="16596"/>
                    <a:pt x="9028" y="16566"/>
                    <a:pt x="9089" y="16505"/>
                  </a:cubicBezTo>
                  <a:lnTo>
                    <a:pt x="9180" y="16444"/>
                  </a:lnTo>
                  <a:cubicBezTo>
                    <a:pt x="9264" y="16388"/>
                    <a:pt x="9530" y="16228"/>
                    <a:pt x="9666" y="16228"/>
                  </a:cubicBezTo>
                  <a:cubicBezTo>
                    <a:pt x="9677" y="16228"/>
                    <a:pt x="9688" y="16229"/>
                    <a:pt x="9697" y="16231"/>
                  </a:cubicBezTo>
                  <a:cubicBezTo>
                    <a:pt x="9819" y="16292"/>
                    <a:pt x="9970" y="16353"/>
                    <a:pt x="10092" y="16353"/>
                  </a:cubicBezTo>
                  <a:cubicBezTo>
                    <a:pt x="10214" y="16323"/>
                    <a:pt x="10305" y="16292"/>
                    <a:pt x="10426" y="16292"/>
                  </a:cubicBezTo>
                  <a:cubicBezTo>
                    <a:pt x="10487" y="16292"/>
                    <a:pt x="10548" y="16201"/>
                    <a:pt x="10578" y="16110"/>
                  </a:cubicBezTo>
                  <a:lnTo>
                    <a:pt x="10700" y="16140"/>
                  </a:lnTo>
                  <a:lnTo>
                    <a:pt x="11034" y="16231"/>
                  </a:lnTo>
                  <a:cubicBezTo>
                    <a:pt x="11095" y="16079"/>
                    <a:pt x="11278" y="16019"/>
                    <a:pt x="11429" y="16019"/>
                  </a:cubicBezTo>
                  <a:close/>
                  <a:moveTo>
                    <a:pt x="16566" y="16505"/>
                  </a:moveTo>
                  <a:cubicBezTo>
                    <a:pt x="16658" y="16535"/>
                    <a:pt x="16658" y="16596"/>
                    <a:pt x="16536" y="16657"/>
                  </a:cubicBezTo>
                  <a:lnTo>
                    <a:pt x="16506" y="16657"/>
                  </a:lnTo>
                  <a:cubicBezTo>
                    <a:pt x="16481" y="16649"/>
                    <a:pt x="16457" y="16645"/>
                    <a:pt x="16432" y="16645"/>
                  </a:cubicBezTo>
                  <a:cubicBezTo>
                    <a:pt x="16366" y="16645"/>
                    <a:pt x="16299" y="16673"/>
                    <a:pt x="16232" y="16718"/>
                  </a:cubicBezTo>
                  <a:lnTo>
                    <a:pt x="16110" y="16839"/>
                  </a:lnTo>
                  <a:cubicBezTo>
                    <a:pt x="16050" y="16718"/>
                    <a:pt x="16019" y="16627"/>
                    <a:pt x="16050" y="16627"/>
                  </a:cubicBezTo>
                  <a:cubicBezTo>
                    <a:pt x="16202" y="16566"/>
                    <a:pt x="16384" y="16535"/>
                    <a:pt x="16566" y="16505"/>
                  </a:cubicBezTo>
                  <a:close/>
                  <a:moveTo>
                    <a:pt x="13284" y="16475"/>
                  </a:moveTo>
                  <a:lnTo>
                    <a:pt x="13344" y="16566"/>
                  </a:lnTo>
                  <a:cubicBezTo>
                    <a:pt x="13375" y="16687"/>
                    <a:pt x="13253" y="16809"/>
                    <a:pt x="13071" y="16839"/>
                  </a:cubicBezTo>
                  <a:lnTo>
                    <a:pt x="12919" y="16870"/>
                  </a:lnTo>
                  <a:cubicBezTo>
                    <a:pt x="12888" y="16870"/>
                    <a:pt x="12858" y="16839"/>
                    <a:pt x="12828" y="16809"/>
                  </a:cubicBezTo>
                  <a:cubicBezTo>
                    <a:pt x="12828" y="16779"/>
                    <a:pt x="12858" y="16718"/>
                    <a:pt x="12888" y="16718"/>
                  </a:cubicBezTo>
                  <a:cubicBezTo>
                    <a:pt x="12980" y="16687"/>
                    <a:pt x="13101" y="16657"/>
                    <a:pt x="13162" y="16657"/>
                  </a:cubicBezTo>
                  <a:cubicBezTo>
                    <a:pt x="13192" y="16627"/>
                    <a:pt x="13223" y="16566"/>
                    <a:pt x="13162" y="16535"/>
                  </a:cubicBezTo>
                  <a:cubicBezTo>
                    <a:pt x="13162" y="16505"/>
                    <a:pt x="13223" y="16475"/>
                    <a:pt x="13284" y="16475"/>
                  </a:cubicBezTo>
                  <a:close/>
                  <a:moveTo>
                    <a:pt x="13832" y="16480"/>
                  </a:moveTo>
                  <a:cubicBezTo>
                    <a:pt x="13881" y="16480"/>
                    <a:pt x="13932" y="16497"/>
                    <a:pt x="13983" y="16535"/>
                  </a:cubicBezTo>
                  <a:cubicBezTo>
                    <a:pt x="14044" y="16596"/>
                    <a:pt x="14104" y="16657"/>
                    <a:pt x="14135" y="16748"/>
                  </a:cubicBezTo>
                  <a:lnTo>
                    <a:pt x="14135" y="16809"/>
                  </a:lnTo>
                  <a:cubicBezTo>
                    <a:pt x="14135" y="16839"/>
                    <a:pt x="14044" y="16870"/>
                    <a:pt x="14013" y="16870"/>
                  </a:cubicBezTo>
                  <a:cubicBezTo>
                    <a:pt x="13861" y="16870"/>
                    <a:pt x="13831" y="16809"/>
                    <a:pt x="13831" y="16718"/>
                  </a:cubicBezTo>
                  <a:cubicBezTo>
                    <a:pt x="13800" y="16718"/>
                    <a:pt x="13740" y="16718"/>
                    <a:pt x="13709" y="16748"/>
                  </a:cubicBezTo>
                  <a:cubicBezTo>
                    <a:pt x="13705" y="16752"/>
                    <a:pt x="13700" y="16754"/>
                    <a:pt x="13693" y="16754"/>
                  </a:cubicBezTo>
                  <a:cubicBezTo>
                    <a:pt x="13650" y="16754"/>
                    <a:pt x="13569" y="16671"/>
                    <a:pt x="13648" y="16566"/>
                  </a:cubicBezTo>
                  <a:cubicBezTo>
                    <a:pt x="13701" y="16513"/>
                    <a:pt x="13765" y="16480"/>
                    <a:pt x="13832" y="16480"/>
                  </a:cubicBezTo>
                  <a:close/>
                  <a:moveTo>
                    <a:pt x="8025" y="16475"/>
                  </a:moveTo>
                  <a:cubicBezTo>
                    <a:pt x="8086" y="16475"/>
                    <a:pt x="8147" y="16535"/>
                    <a:pt x="8177" y="16596"/>
                  </a:cubicBezTo>
                  <a:lnTo>
                    <a:pt x="8147" y="16596"/>
                  </a:lnTo>
                  <a:cubicBezTo>
                    <a:pt x="7995" y="16657"/>
                    <a:pt x="8025" y="16900"/>
                    <a:pt x="7782" y="16900"/>
                  </a:cubicBezTo>
                  <a:cubicBezTo>
                    <a:pt x="7773" y="16909"/>
                    <a:pt x="7759" y="16913"/>
                    <a:pt x="7742" y="16913"/>
                  </a:cubicBezTo>
                  <a:cubicBezTo>
                    <a:pt x="7701" y="16913"/>
                    <a:pt x="7643" y="16891"/>
                    <a:pt x="7600" y="16870"/>
                  </a:cubicBezTo>
                  <a:lnTo>
                    <a:pt x="7569" y="16809"/>
                  </a:lnTo>
                  <a:cubicBezTo>
                    <a:pt x="7539" y="16779"/>
                    <a:pt x="7630" y="16718"/>
                    <a:pt x="7630" y="16718"/>
                  </a:cubicBezTo>
                  <a:cubicBezTo>
                    <a:pt x="7656" y="16725"/>
                    <a:pt x="7679" y="16729"/>
                    <a:pt x="7699" y="16729"/>
                  </a:cubicBezTo>
                  <a:cubicBezTo>
                    <a:pt x="7845" y="16729"/>
                    <a:pt x="7858" y="16558"/>
                    <a:pt x="7964" y="16505"/>
                  </a:cubicBezTo>
                  <a:lnTo>
                    <a:pt x="8025" y="16475"/>
                  </a:lnTo>
                  <a:close/>
                  <a:moveTo>
                    <a:pt x="15872" y="16515"/>
                  </a:moveTo>
                  <a:cubicBezTo>
                    <a:pt x="15907" y="16515"/>
                    <a:pt x="15928" y="16530"/>
                    <a:pt x="15928" y="16566"/>
                  </a:cubicBezTo>
                  <a:lnTo>
                    <a:pt x="15898" y="16566"/>
                  </a:lnTo>
                  <a:cubicBezTo>
                    <a:pt x="15746" y="16627"/>
                    <a:pt x="15654" y="16748"/>
                    <a:pt x="15563" y="16870"/>
                  </a:cubicBezTo>
                  <a:lnTo>
                    <a:pt x="15563" y="16931"/>
                  </a:lnTo>
                  <a:cubicBezTo>
                    <a:pt x="15542" y="16938"/>
                    <a:pt x="15520" y="16941"/>
                    <a:pt x="15500" y="16941"/>
                  </a:cubicBezTo>
                  <a:cubicBezTo>
                    <a:pt x="15434" y="16941"/>
                    <a:pt x="15381" y="16902"/>
                    <a:pt x="15381" y="16809"/>
                  </a:cubicBezTo>
                  <a:cubicBezTo>
                    <a:pt x="15381" y="16724"/>
                    <a:pt x="15461" y="16532"/>
                    <a:pt x="15570" y="16532"/>
                  </a:cubicBezTo>
                  <a:cubicBezTo>
                    <a:pt x="15578" y="16532"/>
                    <a:pt x="15586" y="16533"/>
                    <a:pt x="15594" y="16535"/>
                  </a:cubicBezTo>
                  <a:lnTo>
                    <a:pt x="15776" y="16535"/>
                  </a:lnTo>
                  <a:cubicBezTo>
                    <a:pt x="15814" y="16523"/>
                    <a:pt x="15846" y="16515"/>
                    <a:pt x="15872" y="16515"/>
                  </a:cubicBezTo>
                  <a:close/>
                  <a:moveTo>
                    <a:pt x="12300" y="16615"/>
                  </a:moveTo>
                  <a:cubicBezTo>
                    <a:pt x="12353" y="16615"/>
                    <a:pt x="12410" y="16649"/>
                    <a:pt x="12433" y="16718"/>
                  </a:cubicBezTo>
                  <a:cubicBezTo>
                    <a:pt x="12460" y="16772"/>
                    <a:pt x="12246" y="17067"/>
                    <a:pt x="12177" y="17067"/>
                  </a:cubicBezTo>
                  <a:cubicBezTo>
                    <a:pt x="12169" y="17067"/>
                    <a:pt x="12162" y="17062"/>
                    <a:pt x="12159" y="17052"/>
                  </a:cubicBezTo>
                  <a:cubicBezTo>
                    <a:pt x="12129" y="16900"/>
                    <a:pt x="12159" y="16748"/>
                    <a:pt x="12250" y="16627"/>
                  </a:cubicBezTo>
                  <a:cubicBezTo>
                    <a:pt x="12265" y="16619"/>
                    <a:pt x="12282" y="16615"/>
                    <a:pt x="12300" y="16615"/>
                  </a:cubicBezTo>
                  <a:close/>
                  <a:moveTo>
                    <a:pt x="3901" y="16918"/>
                  </a:moveTo>
                  <a:cubicBezTo>
                    <a:pt x="3922" y="16918"/>
                    <a:pt x="3939" y="16922"/>
                    <a:pt x="3952" y="16931"/>
                  </a:cubicBezTo>
                  <a:cubicBezTo>
                    <a:pt x="4043" y="16961"/>
                    <a:pt x="4043" y="17022"/>
                    <a:pt x="3952" y="17022"/>
                  </a:cubicBezTo>
                  <a:lnTo>
                    <a:pt x="3891" y="17052"/>
                  </a:lnTo>
                  <a:cubicBezTo>
                    <a:pt x="3739" y="17052"/>
                    <a:pt x="3770" y="17083"/>
                    <a:pt x="3831" y="17174"/>
                  </a:cubicBezTo>
                  <a:cubicBezTo>
                    <a:pt x="3861" y="17174"/>
                    <a:pt x="3739" y="17295"/>
                    <a:pt x="3709" y="17295"/>
                  </a:cubicBezTo>
                  <a:cubicBezTo>
                    <a:pt x="3557" y="17265"/>
                    <a:pt x="3405" y="17234"/>
                    <a:pt x="3253" y="17174"/>
                  </a:cubicBezTo>
                  <a:cubicBezTo>
                    <a:pt x="3253" y="17174"/>
                    <a:pt x="3253" y="17143"/>
                    <a:pt x="3253" y="17113"/>
                  </a:cubicBezTo>
                  <a:cubicBezTo>
                    <a:pt x="3283" y="17083"/>
                    <a:pt x="3344" y="17052"/>
                    <a:pt x="3375" y="17052"/>
                  </a:cubicBezTo>
                  <a:lnTo>
                    <a:pt x="3466" y="17052"/>
                  </a:lnTo>
                  <a:cubicBezTo>
                    <a:pt x="3544" y="17052"/>
                    <a:pt x="3778" y="16918"/>
                    <a:pt x="3901" y="16918"/>
                  </a:cubicBezTo>
                  <a:close/>
                  <a:moveTo>
                    <a:pt x="6203" y="16584"/>
                  </a:moveTo>
                  <a:cubicBezTo>
                    <a:pt x="6213" y="16584"/>
                    <a:pt x="6224" y="16588"/>
                    <a:pt x="6232" y="16596"/>
                  </a:cubicBezTo>
                  <a:lnTo>
                    <a:pt x="6293" y="16627"/>
                  </a:lnTo>
                  <a:lnTo>
                    <a:pt x="6323" y="16657"/>
                  </a:lnTo>
                  <a:cubicBezTo>
                    <a:pt x="6384" y="16718"/>
                    <a:pt x="6262" y="16809"/>
                    <a:pt x="6201" y="16809"/>
                  </a:cubicBezTo>
                  <a:cubicBezTo>
                    <a:pt x="6141" y="16809"/>
                    <a:pt x="5867" y="16961"/>
                    <a:pt x="5897" y="17052"/>
                  </a:cubicBezTo>
                  <a:cubicBezTo>
                    <a:pt x="5906" y="17069"/>
                    <a:pt x="5912" y="17086"/>
                    <a:pt x="5916" y="17100"/>
                  </a:cubicBezTo>
                  <a:lnTo>
                    <a:pt x="5916" y="17100"/>
                  </a:lnTo>
                  <a:cubicBezTo>
                    <a:pt x="5881" y="17077"/>
                    <a:pt x="5768" y="17043"/>
                    <a:pt x="5677" y="17043"/>
                  </a:cubicBezTo>
                  <a:cubicBezTo>
                    <a:pt x="5626" y="17043"/>
                    <a:pt x="5582" y="17054"/>
                    <a:pt x="5563" y="17083"/>
                  </a:cubicBezTo>
                  <a:cubicBezTo>
                    <a:pt x="5442" y="17174"/>
                    <a:pt x="5320" y="17234"/>
                    <a:pt x="5168" y="17295"/>
                  </a:cubicBezTo>
                  <a:cubicBezTo>
                    <a:pt x="5077" y="17295"/>
                    <a:pt x="4986" y="17022"/>
                    <a:pt x="4986" y="16900"/>
                  </a:cubicBezTo>
                  <a:cubicBezTo>
                    <a:pt x="4986" y="16832"/>
                    <a:pt x="5174" y="16746"/>
                    <a:pt x="5293" y="16746"/>
                  </a:cubicBezTo>
                  <a:cubicBezTo>
                    <a:pt x="5333" y="16746"/>
                    <a:pt x="5366" y="16756"/>
                    <a:pt x="5381" y="16779"/>
                  </a:cubicBezTo>
                  <a:cubicBezTo>
                    <a:pt x="5390" y="16806"/>
                    <a:pt x="5422" y="16817"/>
                    <a:pt x="5460" y="16817"/>
                  </a:cubicBezTo>
                  <a:cubicBezTo>
                    <a:pt x="5549" y="16817"/>
                    <a:pt x="5675" y="16760"/>
                    <a:pt x="5654" y="16718"/>
                  </a:cubicBezTo>
                  <a:cubicBezTo>
                    <a:pt x="5636" y="16680"/>
                    <a:pt x="5652" y="16654"/>
                    <a:pt x="5695" y="16654"/>
                  </a:cubicBezTo>
                  <a:cubicBezTo>
                    <a:pt x="5722" y="16654"/>
                    <a:pt x="5760" y="16664"/>
                    <a:pt x="5806" y="16687"/>
                  </a:cubicBezTo>
                  <a:lnTo>
                    <a:pt x="5928" y="16687"/>
                  </a:lnTo>
                  <a:cubicBezTo>
                    <a:pt x="5989" y="16687"/>
                    <a:pt x="6049" y="16687"/>
                    <a:pt x="6110" y="16657"/>
                  </a:cubicBezTo>
                  <a:lnTo>
                    <a:pt x="6141" y="16657"/>
                  </a:lnTo>
                  <a:cubicBezTo>
                    <a:pt x="6141" y="16612"/>
                    <a:pt x="6173" y="16584"/>
                    <a:pt x="6203" y="16584"/>
                  </a:cubicBezTo>
                  <a:close/>
                  <a:moveTo>
                    <a:pt x="86081" y="0"/>
                  </a:moveTo>
                  <a:lnTo>
                    <a:pt x="85473" y="122"/>
                  </a:lnTo>
                  <a:lnTo>
                    <a:pt x="85261" y="152"/>
                  </a:lnTo>
                  <a:lnTo>
                    <a:pt x="85078" y="183"/>
                  </a:lnTo>
                  <a:cubicBezTo>
                    <a:pt x="84957" y="183"/>
                    <a:pt x="84805" y="213"/>
                    <a:pt x="84683" y="274"/>
                  </a:cubicBezTo>
                  <a:cubicBezTo>
                    <a:pt x="84683" y="335"/>
                    <a:pt x="84683" y="426"/>
                    <a:pt x="84622" y="456"/>
                  </a:cubicBezTo>
                  <a:lnTo>
                    <a:pt x="84531" y="487"/>
                  </a:lnTo>
                  <a:cubicBezTo>
                    <a:pt x="84503" y="403"/>
                    <a:pt x="84400" y="270"/>
                    <a:pt x="84336" y="270"/>
                  </a:cubicBezTo>
                  <a:cubicBezTo>
                    <a:pt x="84330" y="270"/>
                    <a:pt x="84324" y="271"/>
                    <a:pt x="84318" y="274"/>
                  </a:cubicBezTo>
                  <a:cubicBezTo>
                    <a:pt x="84304" y="283"/>
                    <a:pt x="84286" y="288"/>
                    <a:pt x="84267" y="288"/>
                  </a:cubicBezTo>
                  <a:cubicBezTo>
                    <a:pt x="84163" y="288"/>
                    <a:pt x="84000" y="168"/>
                    <a:pt x="83923" y="91"/>
                  </a:cubicBezTo>
                  <a:cubicBezTo>
                    <a:pt x="83904" y="73"/>
                    <a:pt x="83883" y="65"/>
                    <a:pt x="83862" y="65"/>
                  </a:cubicBezTo>
                  <a:cubicBezTo>
                    <a:pt x="83815" y="65"/>
                    <a:pt x="83771" y="101"/>
                    <a:pt x="83771" y="122"/>
                  </a:cubicBezTo>
                  <a:cubicBezTo>
                    <a:pt x="83741" y="183"/>
                    <a:pt x="83650" y="213"/>
                    <a:pt x="83528" y="213"/>
                  </a:cubicBezTo>
                  <a:lnTo>
                    <a:pt x="83498" y="183"/>
                  </a:lnTo>
                  <a:cubicBezTo>
                    <a:pt x="83467" y="142"/>
                    <a:pt x="83440" y="129"/>
                    <a:pt x="83414" y="129"/>
                  </a:cubicBezTo>
                  <a:cubicBezTo>
                    <a:pt x="83363" y="129"/>
                    <a:pt x="83315" y="183"/>
                    <a:pt x="83255" y="183"/>
                  </a:cubicBezTo>
                  <a:cubicBezTo>
                    <a:pt x="83224" y="183"/>
                    <a:pt x="83163" y="152"/>
                    <a:pt x="83163" y="91"/>
                  </a:cubicBezTo>
                  <a:lnTo>
                    <a:pt x="83133" y="61"/>
                  </a:lnTo>
                  <a:cubicBezTo>
                    <a:pt x="83133" y="39"/>
                    <a:pt x="83129" y="29"/>
                    <a:pt x="83123" y="29"/>
                  </a:cubicBezTo>
                  <a:cubicBezTo>
                    <a:pt x="83111" y="29"/>
                    <a:pt x="83092" y="63"/>
                    <a:pt x="83072" y="122"/>
                  </a:cubicBezTo>
                  <a:lnTo>
                    <a:pt x="83011" y="152"/>
                  </a:lnTo>
                  <a:cubicBezTo>
                    <a:pt x="82951" y="243"/>
                    <a:pt x="82829" y="183"/>
                    <a:pt x="82768" y="243"/>
                  </a:cubicBezTo>
                  <a:lnTo>
                    <a:pt x="82647" y="304"/>
                  </a:lnTo>
                  <a:cubicBezTo>
                    <a:pt x="82495" y="243"/>
                    <a:pt x="82343" y="213"/>
                    <a:pt x="82191" y="213"/>
                  </a:cubicBezTo>
                  <a:cubicBezTo>
                    <a:pt x="82069" y="274"/>
                    <a:pt x="81948" y="304"/>
                    <a:pt x="81826" y="304"/>
                  </a:cubicBezTo>
                  <a:lnTo>
                    <a:pt x="81400" y="304"/>
                  </a:lnTo>
                  <a:lnTo>
                    <a:pt x="81096" y="335"/>
                  </a:lnTo>
                  <a:lnTo>
                    <a:pt x="81036" y="335"/>
                  </a:lnTo>
                  <a:lnTo>
                    <a:pt x="80489" y="456"/>
                  </a:lnTo>
                  <a:cubicBezTo>
                    <a:pt x="80468" y="466"/>
                    <a:pt x="80445" y="470"/>
                    <a:pt x="80420" y="470"/>
                  </a:cubicBezTo>
                  <a:cubicBezTo>
                    <a:pt x="80370" y="470"/>
                    <a:pt x="80316" y="456"/>
                    <a:pt x="80276" y="456"/>
                  </a:cubicBezTo>
                  <a:lnTo>
                    <a:pt x="80124" y="456"/>
                  </a:lnTo>
                  <a:cubicBezTo>
                    <a:pt x="80017" y="426"/>
                    <a:pt x="79911" y="411"/>
                    <a:pt x="79808" y="411"/>
                  </a:cubicBezTo>
                  <a:cubicBezTo>
                    <a:pt x="79706" y="411"/>
                    <a:pt x="79607" y="426"/>
                    <a:pt x="79516" y="456"/>
                  </a:cubicBezTo>
                  <a:lnTo>
                    <a:pt x="79333" y="395"/>
                  </a:lnTo>
                  <a:cubicBezTo>
                    <a:pt x="79303" y="390"/>
                    <a:pt x="79272" y="389"/>
                    <a:pt x="79240" y="389"/>
                  </a:cubicBezTo>
                  <a:cubicBezTo>
                    <a:pt x="79176" y="389"/>
                    <a:pt x="79111" y="395"/>
                    <a:pt x="79045" y="395"/>
                  </a:cubicBezTo>
                  <a:cubicBezTo>
                    <a:pt x="78946" y="395"/>
                    <a:pt x="78847" y="380"/>
                    <a:pt x="78756" y="304"/>
                  </a:cubicBezTo>
                  <a:lnTo>
                    <a:pt x="78726" y="304"/>
                  </a:lnTo>
                  <a:cubicBezTo>
                    <a:pt x="78634" y="304"/>
                    <a:pt x="78482" y="365"/>
                    <a:pt x="78361" y="395"/>
                  </a:cubicBezTo>
                  <a:lnTo>
                    <a:pt x="78239" y="395"/>
                  </a:lnTo>
                  <a:lnTo>
                    <a:pt x="78057" y="365"/>
                  </a:lnTo>
                  <a:cubicBezTo>
                    <a:pt x="78016" y="405"/>
                    <a:pt x="77952" y="419"/>
                    <a:pt x="77880" y="419"/>
                  </a:cubicBezTo>
                  <a:cubicBezTo>
                    <a:pt x="77736" y="419"/>
                    <a:pt x="77560" y="365"/>
                    <a:pt x="77479" y="365"/>
                  </a:cubicBezTo>
                  <a:cubicBezTo>
                    <a:pt x="77327" y="395"/>
                    <a:pt x="77175" y="426"/>
                    <a:pt x="77023" y="487"/>
                  </a:cubicBezTo>
                  <a:lnTo>
                    <a:pt x="76932" y="487"/>
                  </a:lnTo>
                  <a:cubicBezTo>
                    <a:pt x="76841" y="487"/>
                    <a:pt x="76750" y="426"/>
                    <a:pt x="76659" y="426"/>
                  </a:cubicBezTo>
                  <a:cubicBezTo>
                    <a:pt x="76537" y="426"/>
                    <a:pt x="76446" y="456"/>
                    <a:pt x="76355" y="487"/>
                  </a:cubicBezTo>
                  <a:lnTo>
                    <a:pt x="76112" y="547"/>
                  </a:lnTo>
                  <a:lnTo>
                    <a:pt x="75504" y="578"/>
                  </a:lnTo>
                  <a:cubicBezTo>
                    <a:pt x="75443" y="529"/>
                    <a:pt x="75377" y="514"/>
                    <a:pt x="75309" y="514"/>
                  </a:cubicBezTo>
                  <a:cubicBezTo>
                    <a:pt x="75206" y="514"/>
                    <a:pt x="75096" y="547"/>
                    <a:pt x="74987" y="547"/>
                  </a:cubicBezTo>
                  <a:lnTo>
                    <a:pt x="74805" y="547"/>
                  </a:lnTo>
                  <a:cubicBezTo>
                    <a:pt x="74778" y="553"/>
                    <a:pt x="74753" y="555"/>
                    <a:pt x="74729" y="555"/>
                  </a:cubicBezTo>
                  <a:cubicBezTo>
                    <a:pt x="74612" y="555"/>
                    <a:pt x="74515" y="496"/>
                    <a:pt x="74440" y="395"/>
                  </a:cubicBezTo>
                  <a:cubicBezTo>
                    <a:pt x="74438" y="391"/>
                    <a:pt x="74434" y="389"/>
                    <a:pt x="74428" y="389"/>
                  </a:cubicBezTo>
                  <a:cubicBezTo>
                    <a:pt x="74355" y="389"/>
                    <a:pt x="74001" y="738"/>
                    <a:pt x="73832" y="851"/>
                  </a:cubicBezTo>
                  <a:cubicBezTo>
                    <a:pt x="73753" y="910"/>
                    <a:pt x="73649" y="944"/>
                    <a:pt x="73545" y="944"/>
                  </a:cubicBezTo>
                  <a:cubicBezTo>
                    <a:pt x="73487" y="944"/>
                    <a:pt x="73430" y="934"/>
                    <a:pt x="73376" y="912"/>
                  </a:cubicBezTo>
                  <a:cubicBezTo>
                    <a:pt x="73346" y="882"/>
                    <a:pt x="73376" y="851"/>
                    <a:pt x="73467" y="851"/>
                  </a:cubicBezTo>
                  <a:lnTo>
                    <a:pt x="73498" y="821"/>
                  </a:lnTo>
                  <a:cubicBezTo>
                    <a:pt x="73498" y="790"/>
                    <a:pt x="73528" y="760"/>
                    <a:pt x="73528" y="730"/>
                  </a:cubicBezTo>
                  <a:cubicBezTo>
                    <a:pt x="73528" y="699"/>
                    <a:pt x="73437" y="669"/>
                    <a:pt x="73437" y="669"/>
                  </a:cubicBezTo>
                  <a:lnTo>
                    <a:pt x="73315" y="760"/>
                  </a:lnTo>
                  <a:cubicBezTo>
                    <a:pt x="73102" y="730"/>
                    <a:pt x="72890" y="699"/>
                    <a:pt x="72707" y="699"/>
                  </a:cubicBezTo>
                  <a:lnTo>
                    <a:pt x="72555" y="669"/>
                  </a:lnTo>
                  <a:cubicBezTo>
                    <a:pt x="72475" y="637"/>
                    <a:pt x="72412" y="596"/>
                    <a:pt x="72366" y="596"/>
                  </a:cubicBezTo>
                  <a:cubicBezTo>
                    <a:pt x="72324" y="596"/>
                    <a:pt x="72296" y="629"/>
                    <a:pt x="72282" y="730"/>
                  </a:cubicBezTo>
                  <a:lnTo>
                    <a:pt x="72130" y="730"/>
                  </a:lnTo>
                  <a:cubicBezTo>
                    <a:pt x="72106" y="698"/>
                    <a:pt x="72082" y="687"/>
                    <a:pt x="72059" y="687"/>
                  </a:cubicBezTo>
                  <a:cubicBezTo>
                    <a:pt x="72006" y="687"/>
                    <a:pt x="71957" y="742"/>
                    <a:pt x="71916" y="742"/>
                  </a:cubicBezTo>
                  <a:cubicBezTo>
                    <a:pt x="71906" y="742"/>
                    <a:pt x="71896" y="739"/>
                    <a:pt x="71887" y="730"/>
                  </a:cubicBezTo>
                  <a:cubicBezTo>
                    <a:pt x="71852" y="695"/>
                    <a:pt x="71820" y="683"/>
                    <a:pt x="71790" y="683"/>
                  </a:cubicBezTo>
                  <a:cubicBezTo>
                    <a:pt x="71715" y="683"/>
                    <a:pt x="71656" y="760"/>
                    <a:pt x="71613" y="760"/>
                  </a:cubicBezTo>
                  <a:cubicBezTo>
                    <a:pt x="71595" y="766"/>
                    <a:pt x="71577" y="769"/>
                    <a:pt x="71559" y="769"/>
                  </a:cubicBezTo>
                  <a:cubicBezTo>
                    <a:pt x="71487" y="769"/>
                    <a:pt x="71418" y="730"/>
                    <a:pt x="71370" y="730"/>
                  </a:cubicBezTo>
                  <a:lnTo>
                    <a:pt x="71279" y="730"/>
                  </a:lnTo>
                  <a:cubicBezTo>
                    <a:pt x="71232" y="753"/>
                    <a:pt x="71190" y="763"/>
                    <a:pt x="71154" y="763"/>
                  </a:cubicBezTo>
                  <a:cubicBezTo>
                    <a:pt x="71096" y="763"/>
                    <a:pt x="71054" y="737"/>
                    <a:pt x="71035" y="699"/>
                  </a:cubicBezTo>
                  <a:lnTo>
                    <a:pt x="71005" y="669"/>
                  </a:lnTo>
                  <a:cubicBezTo>
                    <a:pt x="70950" y="669"/>
                    <a:pt x="70844" y="794"/>
                    <a:pt x="70780" y="794"/>
                  </a:cubicBezTo>
                  <a:cubicBezTo>
                    <a:pt x="70773" y="794"/>
                    <a:pt x="70767" y="793"/>
                    <a:pt x="70762" y="790"/>
                  </a:cubicBezTo>
                  <a:cubicBezTo>
                    <a:pt x="70610" y="760"/>
                    <a:pt x="70488" y="730"/>
                    <a:pt x="70336" y="730"/>
                  </a:cubicBezTo>
                  <a:lnTo>
                    <a:pt x="70245" y="821"/>
                  </a:lnTo>
                  <a:cubicBezTo>
                    <a:pt x="70180" y="886"/>
                    <a:pt x="70097" y="916"/>
                    <a:pt x="70016" y="916"/>
                  </a:cubicBezTo>
                  <a:cubicBezTo>
                    <a:pt x="69946" y="916"/>
                    <a:pt x="69876" y="894"/>
                    <a:pt x="69820" y="851"/>
                  </a:cubicBezTo>
                  <a:lnTo>
                    <a:pt x="69485" y="699"/>
                  </a:lnTo>
                  <a:lnTo>
                    <a:pt x="69212" y="790"/>
                  </a:lnTo>
                  <a:lnTo>
                    <a:pt x="69151" y="882"/>
                  </a:lnTo>
                  <a:cubicBezTo>
                    <a:pt x="69060" y="790"/>
                    <a:pt x="68969" y="730"/>
                    <a:pt x="68908" y="639"/>
                  </a:cubicBezTo>
                  <a:cubicBezTo>
                    <a:pt x="68904" y="635"/>
                    <a:pt x="68899" y="633"/>
                    <a:pt x="68894" y="633"/>
                  </a:cubicBezTo>
                  <a:cubicBezTo>
                    <a:pt x="68861" y="633"/>
                    <a:pt x="68809" y="715"/>
                    <a:pt x="68756" y="821"/>
                  </a:cubicBezTo>
                  <a:lnTo>
                    <a:pt x="68634" y="760"/>
                  </a:lnTo>
                  <a:lnTo>
                    <a:pt x="68452" y="669"/>
                  </a:lnTo>
                  <a:cubicBezTo>
                    <a:pt x="68269" y="699"/>
                    <a:pt x="68087" y="699"/>
                    <a:pt x="68026" y="699"/>
                  </a:cubicBezTo>
                  <a:lnTo>
                    <a:pt x="67996" y="699"/>
                  </a:lnTo>
                  <a:cubicBezTo>
                    <a:pt x="67892" y="820"/>
                    <a:pt x="67779" y="853"/>
                    <a:pt x="67655" y="853"/>
                  </a:cubicBezTo>
                  <a:cubicBezTo>
                    <a:pt x="67562" y="853"/>
                    <a:pt x="67463" y="834"/>
                    <a:pt x="67358" y="821"/>
                  </a:cubicBezTo>
                  <a:cubicBezTo>
                    <a:pt x="67266" y="790"/>
                    <a:pt x="67114" y="790"/>
                    <a:pt x="67023" y="760"/>
                  </a:cubicBezTo>
                  <a:lnTo>
                    <a:pt x="66810" y="699"/>
                  </a:lnTo>
                  <a:cubicBezTo>
                    <a:pt x="66810" y="780"/>
                    <a:pt x="66770" y="821"/>
                    <a:pt x="66707" y="821"/>
                  </a:cubicBezTo>
                  <a:cubicBezTo>
                    <a:pt x="66675" y="821"/>
                    <a:pt x="66638" y="811"/>
                    <a:pt x="66598" y="790"/>
                  </a:cubicBezTo>
                  <a:lnTo>
                    <a:pt x="66476" y="760"/>
                  </a:lnTo>
                  <a:cubicBezTo>
                    <a:pt x="66415" y="760"/>
                    <a:pt x="66341" y="814"/>
                    <a:pt x="66262" y="814"/>
                  </a:cubicBezTo>
                  <a:cubicBezTo>
                    <a:pt x="66223" y="814"/>
                    <a:pt x="66182" y="801"/>
                    <a:pt x="66142" y="760"/>
                  </a:cubicBezTo>
                  <a:cubicBezTo>
                    <a:pt x="66020" y="821"/>
                    <a:pt x="65868" y="882"/>
                    <a:pt x="65747" y="912"/>
                  </a:cubicBezTo>
                  <a:cubicBezTo>
                    <a:pt x="65534" y="851"/>
                    <a:pt x="65351" y="821"/>
                    <a:pt x="65139" y="790"/>
                  </a:cubicBezTo>
                  <a:cubicBezTo>
                    <a:pt x="65086" y="808"/>
                    <a:pt x="64973" y="826"/>
                    <a:pt x="64880" y="826"/>
                  </a:cubicBezTo>
                  <a:cubicBezTo>
                    <a:pt x="64813" y="826"/>
                    <a:pt x="64756" y="816"/>
                    <a:pt x="64744" y="790"/>
                  </a:cubicBezTo>
                  <a:cubicBezTo>
                    <a:pt x="64728" y="775"/>
                    <a:pt x="64709" y="770"/>
                    <a:pt x="64688" y="770"/>
                  </a:cubicBezTo>
                  <a:cubicBezTo>
                    <a:pt x="64624" y="770"/>
                    <a:pt x="64538" y="821"/>
                    <a:pt x="64470" y="821"/>
                  </a:cubicBezTo>
                  <a:cubicBezTo>
                    <a:pt x="64348" y="821"/>
                    <a:pt x="64227" y="790"/>
                    <a:pt x="64105" y="730"/>
                  </a:cubicBezTo>
                  <a:lnTo>
                    <a:pt x="64014" y="790"/>
                  </a:lnTo>
                  <a:lnTo>
                    <a:pt x="63923" y="882"/>
                  </a:lnTo>
                  <a:cubicBezTo>
                    <a:pt x="63910" y="875"/>
                    <a:pt x="63890" y="873"/>
                    <a:pt x="63867" y="873"/>
                  </a:cubicBezTo>
                  <a:cubicBezTo>
                    <a:pt x="63802" y="873"/>
                    <a:pt x="63709" y="890"/>
                    <a:pt x="63645" y="890"/>
                  </a:cubicBezTo>
                  <a:cubicBezTo>
                    <a:pt x="63621" y="890"/>
                    <a:pt x="63601" y="888"/>
                    <a:pt x="63589" y="882"/>
                  </a:cubicBezTo>
                  <a:cubicBezTo>
                    <a:pt x="63561" y="826"/>
                    <a:pt x="63331" y="695"/>
                    <a:pt x="63222" y="695"/>
                  </a:cubicBezTo>
                  <a:cubicBezTo>
                    <a:pt x="63211" y="695"/>
                    <a:pt x="63202" y="697"/>
                    <a:pt x="63193" y="699"/>
                  </a:cubicBezTo>
                  <a:cubicBezTo>
                    <a:pt x="63011" y="760"/>
                    <a:pt x="62859" y="790"/>
                    <a:pt x="62677" y="821"/>
                  </a:cubicBezTo>
                  <a:cubicBezTo>
                    <a:pt x="62555" y="790"/>
                    <a:pt x="62464" y="730"/>
                    <a:pt x="62403" y="639"/>
                  </a:cubicBezTo>
                  <a:lnTo>
                    <a:pt x="62312" y="578"/>
                  </a:lnTo>
                  <a:lnTo>
                    <a:pt x="62281" y="547"/>
                  </a:lnTo>
                  <a:cubicBezTo>
                    <a:pt x="62190" y="547"/>
                    <a:pt x="62160" y="639"/>
                    <a:pt x="62160" y="699"/>
                  </a:cubicBezTo>
                  <a:cubicBezTo>
                    <a:pt x="62190" y="730"/>
                    <a:pt x="62130" y="790"/>
                    <a:pt x="62038" y="851"/>
                  </a:cubicBezTo>
                  <a:lnTo>
                    <a:pt x="61917" y="882"/>
                  </a:lnTo>
                  <a:cubicBezTo>
                    <a:pt x="61826" y="882"/>
                    <a:pt x="61734" y="821"/>
                    <a:pt x="61643" y="790"/>
                  </a:cubicBezTo>
                  <a:cubicBezTo>
                    <a:pt x="61598" y="775"/>
                    <a:pt x="61544" y="768"/>
                    <a:pt x="61487" y="768"/>
                  </a:cubicBezTo>
                  <a:cubicBezTo>
                    <a:pt x="61430" y="768"/>
                    <a:pt x="61370" y="775"/>
                    <a:pt x="61309" y="790"/>
                  </a:cubicBezTo>
                  <a:cubicBezTo>
                    <a:pt x="61235" y="852"/>
                    <a:pt x="61166" y="874"/>
                    <a:pt x="61100" y="874"/>
                  </a:cubicBezTo>
                  <a:cubicBezTo>
                    <a:pt x="61003" y="874"/>
                    <a:pt x="60913" y="827"/>
                    <a:pt x="60823" y="790"/>
                  </a:cubicBezTo>
                  <a:cubicBezTo>
                    <a:pt x="60755" y="771"/>
                    <a:pt x="60685" y="761"/>
                    <a:pt x="60614" y="761"/>
                  </a:cubicBezTo>
                  <a:cubicBezTo>
                    <a:pt x="60462" y="761"/>
                    <a:pt x="60309" y="808"/>
                    <a:pt x="60184" y="912"/>
                  </a:cubicBezTo>
                  <a:lnTo>
                    <a:pt x="60154" y="942"/>
                  </a:lnTo>
                  <a:cubicBezTo>
                    <a:pt x="60129" y="951"/>
                    <a:pt x="60105" y="954"/>
                    <a:pt x="60080" y="954"/>
                  </a:cubicBezTo>
                  <a:cubicBezTo>
                    <a:pt x="60014" y="954"/>
                    <a:pt x="59947" y="926"/>
                    <a:pt x="59880" y="882"/>
                  </a:cubicBezTo>
                  <a:lnTo>
                    <a:pt x="59850" y="821"/>
                  </a:lnTo>
                  <a:cubicBezTo>
                    <a:pt x="59814" y="785"/>
                    <a:pt x="59774" y="773"/>
                    <a:pt x="59734" y="773"/>
                  </a:cubicBezTo>
                  <a:cubicBezTo>
                    <a:pt x="59673" y="773"/>
                    <a:pt x="59613" y="802"/>
                    <a:pt x="59576" y="821"/>
                  </a:cubicBezTo>
                  <a:cubicBezTo>
                    <a:pt x="59546" y="836"/>
                    <a:pt x="59508" y="836"/>
                    <a:pt x="59474" y="836"/>
                  </a:cubicBezTo>
                  <a:cubicBezTo>
                    <a:pt x="59440" y="836"/>
                    <a:pt x="59409" y="836"/>
                    <a:pt x="59394" y="851"/>
                  </a:cubicBezTo>
                  <a:cubicBezTo>
                    <a:pt x="59339" y="895"/>
                    <a:pt x="59296" y="911"/>
                    <a:pt x="59260" y="911"/>
                  </a:cubicBezTo>
                  <a:cubicBezTo>
                    <a:pt x="59194" y="911"/>
                    <a:pt x="59148" y="860"/>
                    <a:pt x="59090" y="821"/>
                  </a:cubicBezTo>
                  <a:cubicBezTo>
                    <a:pt x="59029" y="790"/>
                    <a:pt x="58968" y="760"/>
                    <a:pt x="58938" y="730"/>
                  </a:cubicBezTo>
                  <a:cubicBezTo>
                    <a:pt x="58908" y="730"/>
                    <a:pt x="58847" y="760"/>
                    <a:pt x="58847" y="760"/>
                  </a:cubicBezTo>
                  <a:lnTo>
                    <a:pt x="58847" y="821"/>
                  </a:lnTo>
                  <a:cubicBezTo>
                    <a:pt x="58877" y="882"/>
                    <a:pt x="58847" y="882"/>
                    <a:pt x="58786" y="882"/>
                  </a:cubicBezTo>
                  <a:lnTo>
                    <a:pt x="58725" y="851"/>
                  </a:lnTo>
                  <a:cubicBezTo>
                    <a:pt x="58543" y="821"/>
                    <a:pt x="58360" y="821"/>
                    <a:pt x="58208" y="821"/>
                  </a:cubicBezTo>
                  <a:lnTo>
                    <a:pt x="58056" y="821"/>
                  </a:lnTo>
                  <a:cubicBezTo>
                    <a:pt x="57905" y="790"/>
                    <a:pt x="57753" y="760"/>
                    <a:pt x="57601" y="760"/>
                  </a:cubicBezTo>
                  <a:cubicBezTo>
                    <a:pt x="57601" y="841"/>
                    <a:pt x="57574" y="895"/>
                    <a:pt x="57510" y="895"/>
                  </a:cubicBezTo>
                  <a:cubicBezTo>
                    <a:pt x="57479" y="895"/>
                    <a:pt x="57438" y="882"/>
                    <a:pt x="57388" y="851"/>
                  </a:cubicBezTo>
                  <a:lnTo>
                    <a:pt x="57297" y="821"/>
                  </a:lnTo>
                  <a:cubicBezTo>
                    <a:pt x="57175" y="821"/>
                    <a:pt x="56780" y="851"/>
                    <a:pt x="56446" y="882"/>
                  </a:cubicBezTo>
                  <a:lnTo>
                    <a:pt x="56172" y="882"/>
                  </a:lnTo>
                  <a:cubicBezTo>
                    <a:pt x="56081" y="882"/>
                    <a:pt x="55898" y="821"/>
                    <a:pt x="55898" y="821"/>
                  </a:cubicBezTo>
                  <a:cubicBezTo>
                    <a:pt x="55845" y="874"/>
                    <a:pt x="55796" y="894"/>
                    <a:pt x="55751" y="894"/>
                  </a:cubicBezTo>
                  <a:cubicBezTo>
                    <a:pt x="55642" y="894"/>
                    <a:pt x="55550" y="782"/>
                    <a:pt x="55442" y="760"/>
                  </a:cubicBezTo>
                  <a:cubicBezTo>
                    <a:pt x="55415" y="760"/>
                    <a:pt x="55412" y="634"/>
                    <a:pt x="55344" y="634"/>
                  </a:cubicBezTo>
                  <a:cubicBezTo>
                    <a:pt x="55337" y="634"/>
                    <a:pt x="55329" y="636"/>
                    <a:pt x="55321" y="639"/>
                  </a:cubicBezTo>
                  <a:cubicBezTo>
                    <a:pt x="55108" y="699"/>
                    <a:pt x="55351" y="760"/>
                    <a:pt x="55321" y="760"/>
                  </a:cubicBezTo>
                  <a:lnTo>
                    <a:pt x="55169" y="851"/>
                  </a:lnTo>
                  <a:cubicBezTo>
                    <a:pt x="55053" y="909"/>
                    <a:pt x="54938" y="930"/>
                    <a:pt x="54869" y="930"/>
                  </a:cubicBezTo>
                  <a:cubicBezTo>
                    <a:pt x="54829" y="930"/>
                    <a:pt x="54804" y="923"/>
                    <a:pt x="54804" y="912"/>
                  </a:cubicBezTo>
                  <a:lnTo>
                    <a:pt x="54804" y="851"/>
                  </a:lnTo>
                  <a:lnTo>
                    <a:pt x="54804" y="821"/>
                  </a:lnTo>
                  <a:cubicBezTo>
                    <a:pt x="54804" y="798"/>
                    <a:pt x="54791" y="788"/>
                    <a:pt x="54768" y="788"/>
                  </a:cubicBezTo>
                  <a:cubicBezTo>
                    <a:pt x="54730" y="788"/>
                    <a:pt x="54667" y="814"/>
                    <a:pt x="54591" y="851"/>
                  </a:cubicBezTo>
                  <a:lnTo>
                    <a:pt x="54379" y="821"/>
                  </a:lnTo>
                  <a:cubicBezTo>
                    <a:pt x="54333" y="806"/>
                    <a:pt x="54295" y="798"/>
                    <a:pt x="54261" y="798"/>
                  </a:cubicBezTo>
                  <a:cubicBezTo>
                    <a:pt x="54227" y="798"/>
                    <a:pt x="54196" y="806"/>
                    <a:pt x="54166" y="821"/>
                  </a:cubicBezTo>
                  <a:lnTo>
                    <a:pt x="54044" y="821"/>
                  </a:lnTo>
                  <a:cubicBezTo>
                    <a:pt x="53862" y="821"/>
                    <a:pt x="53710" y="790"/>
                    <a:pt x="53558" y="730"/>
                  </a:cubicBezTo>
                  <a:lnTo>
                    <a:pt x="53436" y="790"/>
                  </a:lnTo>
                  <a:lnTo>
                    <a:pt x="53406" y="790"/>
                  </a:lnTo>
                  <a:cubicBezTo>
                    <a:pt x="53376" y="790"/>
                    <a:pt x="53132" y="973"/>
                    <a:pt x="53011" y="973"/>
                  </a:cubicBezTo>
                  <a:cubicBezTo>
                    <a:pt x="53004" y="975"/>
                    <a:pt x="52997" y="976"/>
                    <a:pt x="52989" y="976"/>
                  </a:cubicBezTo>
                  <a:cubicBezTo>
                    <a:pt x="52893" y="976"/>
                    <a:pt x="52735" y="814"/>
                    <a:pt x="52707" y="730"/>
                  </a:cubicBezTo>
                  <a:cubicBezTo>
                    <a:pt x="52697" y="709"/>
                    <a:pt x="52666" y="699"/>
                    <a:pt x="52621" y="699"/>
                  </a:cubicBezTo>
                  <a:cubicBezTo>
                    <a:pt x="52531" y="699"/>
                    <a:pt x="52383" y="740"/>
                    <a:pt x="52221" y="821"/>
                  </a:cubicBezTo>
                  <a:lnTo>
                    <a:pt x="52008" y="790"/>
                  </a:lnTo>
                  <a:cubicBezTo>
                    <a:pt x="51917" y="760"/>
                    <a:pt x="51825" y="730"/>
                    <a:pt x="51734" y="730"/>
                  </a:cubicBezTo>
                  <a:cubicBezTo>
                    <a:pt x="51673" y="730"/>
                    <a:pt x="51613" y="851"/>
                    <a:pt x="51552" y="851"/>
                  </a:cubicBezTo>
                  <a:lnTo>
                    <a:pt x="51369" y="851"/>
                  </a:lnTo>
                  <a:cubicBezTo>
                    <a:pt x="51319" y="901"/>
                    <a:pt x="51260" y="924"/>
                    <a:pt x="51196" y="924"/>
                  </a:cubicBezTo>
                  <a:cubicBezTo>
                    <a:pt x="51144" y="924"/>
                    <a:pt x="51090" y="909"/>
                    <a:pt x="51035" y="882"/>
                  </a:cubicBezTo>
                  <a:cubicBezTo>
                    <a:pt x="50944" y="821"/>
                    <a:pt x="50853" y="760"/>
                    <a:pt x="50731" y="760"/>
                  </a:cubicBezTo>
                  <a:lnTo>
                    <a:pt x="50458" y="760"/>
                  </a:lnTo>
                  <a:cubicBezTo>
                    <a:pt x="50366" y="760"/>
                    <a:pt x="50275" y="821"/>
                    <a:pt x="50184" y="851"/>
                  </a:cubicBezTo>
                  <a:lnTo>
                    <a:pt x="50032" y="942"/>
                  </a:lnTo>
                  <a:cubicBezTo>
                    <a:pt x="49951" y="861"/>
                    <a:pt x="49870" y="821"/>
                    <a:pt x="49825" y="821"/>
                  </a:cubicBezTo>
                  <a:cubicBezTo>
                    <a:pt x="49802" y="821"/>
                    <a:pt x="49789" y="831"/>
                    <a:pt x="49789" y="851"/>
                  </a:cubicBezTo>
                  <a:cubicBezTo>
                    <a:pt x="49785" y="856"/>
                    <a:pt x="49776" y="857"/>
                    <a:pt x="49766" y="857"/>
                  </a:cubicBezTo>
                  <a:cubicBezTo>
                    <a:pt x="49700" y="857"/>
                    <a:pt x="49533" y="790"/>
                    <a:pt x="49455" y="790"/>
                  </a:cubicBezTo>
                  <a:lnTo>
                    <a:pt x="49151" y="760"/>
                  </a:lnTo>
                  <a:lnTo>
                    <a:pt x="49151" y="730"/>
                  </a:lnTo>
                  <a:lnTo>
                    <a:pt x="49090" y="578"/>
                  </a:lnTo>
                  <a:cubicBezTo>
                    <a:pt x="48968" y="608"/>
                    <a:pt x="48877" y="669"/>
                    <a:pt x="48816" y="730"/>
                  </a:cubicBezTo>
                  <a:lnTo>
                    <a:pt x="48786" y="760"/>
                  </a:lnTo>
                  <a:cubicBezTo>
                    <a:pt x="48695" y="790"/>
                    <a:pt x="48603" y="821"/>
                    <a:pt x="48512" y="851"/>
                  </a:cubicBezTo>
                  <a:lnTo>
                    <a:pt x="48391" y="790"/>
                  </a:lnTo>
                  <a:lnTo>
                    <a:pt x="48269" y="760"/>
                  </a:lnTo>
                  <a:cubicBezTo>
                    <a:pt x="48247" y="766"/>
                    <a:pt x="48225" y="768"/>
                    <a:pt x="48205" y="768"/>
                  </a:cubicBezTo>
                  <a:cubicBezTo>
                    <a:pt x="48114" y="768"/>
                    <a:pt x="48040" y="719"/>
                    <a:pt x="47965" y="669"/>
                  </a:cubicBezTo>
                  <a:lnTo>
                    <a:pt x="47965" y="669"/>
                  </a:lnTo>
                  <a:cubicBezTo>
                    <a:pt x="47965" y="760"/>
                    <a:pt x="47965" y="821"/>
                    <a:pt x="47996" y="882"/>
                  </a:cubicBezTo>
                  <a:lnTo>
                    <a:pt x="47692" y="882"/>
                  </a:lnTo>
                  <a:cubicBezTo>
                    <a:pt x="47681" y="851"/>
                    <a:pt x="47661" y="838"/>
                    <a:pt x="47635" y="838"/>
                  </a:cubicBezTo>
                  <a:cubicBezTo>
                    <a:pt x="47583" y="838"/>
                    <a:pt x="47509" y="892"/>
                    <a:pt x="47448" y="973"/>
                  </a:cubicBezTo>
                  <a:lnTo>
                    <a:pt x="47266" y="882"/>
                  </a:lnTo>
                  <a:lnTo>
                    <a:pt x="47114" y="790"/>
                  </a:lnTo>
                  <a:cubicBezTo>
                    <a:pt x="46962" y="821"/>
                    <a:pt x="46810" y="821"/>
                    <a:pt x="46658" y="821"/>
                  </a:cubicBezTo>
                  <a:lnTo>
                    <a:pt x="46202" y="821"/>
                  </a:lnTo>
                  <a:cubicBezTo>
                    <a:pt x="46104" y="845"/>
                    <a:pt x="45966" y="890"/>
                    <a:pt x="45884" y="890"/>
                  </a:cubicBezTo>
                  <a:cubicBezTo>
                    <a:pt x="45865" y="890"/>
                    <a:pt x="45849" y="887"/>
                    <a:pt x="45837" y="882"/>
                  </a:cubicBezTo>
                  <a:cubicBezTo>
                    <a:pt x="45781" y="844"/>
                    <a:pt x="45736" y="830"/>
                    <a:pt x="45699" y="830"/>
                  </a:cubicBezTo>
                  <a:cubicBezTo>
                    <a:pt x="45617" y="830"/>
                    <a:pt x="45575" y="901"/>
                    <a:pt x="45533" y="942"/>
                  </a:cubicBezTo>
                  <a:lnTo>
                    <a:pt x="45412" y="1034"/>
                  </a:lnTo>
                  <a:cubicBezTo>
                    <a:pt x="45381" y="1125"/>
                    <a:pt x="45351" y="1216"/>
                    <a:pt x="45290" y="1307"/>
                  </a:cubicBezTo>
                  <a:cubicBezTo>
                    <a:pt x="45260" y="1307"/>
                    <a:pt x="45199" y="1277"/>
                    <a:pt x="45169" y="1246"/>
                  </a:cubicBezTo>
                  <a:lnTo>
                    <a:pt x="45169" y="1186"/>
                  </a:lnTo>
                  <a:lnTo>
                    <a:pt x="45169" y="1155"/>
                  </a:lnTo>
                  <a:cubicBezTo>
                    <a:pt x="45199" y="1125"/>
                    <a:pt x="44956" y="1003"/>
                    <a:pt x="45017" y="942"/>
                  </a:cubicBezTo>
                  <a:cubicBezTo>
                    <a:pt x="45038" y="921"/>
                    <a:pt x="45037" y="911"/>
                    <a:pt x="45015" y="911"/>
                  </a:cubicBezTo>
                  <a:cubicBezTo>
                    <a:pt x="44976" y="911"/>
                    <a:pt x="44870" y="944"/>
                    <a:pt x="44713" y="1003"/>
                  </a:cubicBezTo>
                  <a:lnTo>
                    <a:pt x="44591" y="973"/>
                  </a:lnTo>
                  <a:cubicBezTo>
                    <a:pt x="44435" y="928"/>
                    <a:pt x="44280" y="900"/>
                    <a:pt x="44124" y="900"/>
                  </a:cubicBezTo>
                  <a:cubicBezTo>
                    <a:pt x="44067" y="900"/>
                    <a:pt x="44010" y="904"/>
                    <a:pt x="43953" y="912"/>
                  </a:cubicBezTo>
                  <a:lnTo>
                    <a:pt x="43679" y="912"/>
                  </a:lnTo>
                  <a:cubicBezTo>
                    <a:pt x="43406" y="942"/>
                    <a:pt x="43041" y="1003"/>
                    <a:pt x="42889" y="1003"/>
                  </a:cubicBezTo>
                  <a:lnTo>
                    <a:pt x="42798" y="942"/>
                  </a:lnTo>
                  <a:cubicBezTo>
                    <a:pt x="42751" y="916"/>
                    <a:pt x="42713" y="905"/>
                    <a:pt x="42682" y="905"/>
                  </a:cubicBezTo>
                  <a:cubicBezTo>
                    <a:pt x="42567" y="905"/>
                    <a:pt x="42528" y="1040"/>
                    <a:pt x="42433" y="1064"/>
                  </a:cubicBezTo>
                  <a:cubicBezTo>
                    <a:pt x="42403" y="1064"/>
                    <a:pt x="42372" y="1003"/>
                    <a:pt x="42312" y="1003"/>
                  </a:cubicBezTo>
                  <a:cubicBezTo>
                    <a:pt x="42181" y="977"/>
                    <a:pt x="41983" y="906"/>
                    <a:pt x="41872" y="906"/>
                  </a:cubicBezTo>
                  <a:cubicBezTo>
                    <a:pt x="41854" y="906"/>
                    <a:pt x="41838" y="908"/>
                    <a:pt x="41825" y="912"/>
                  </a:cubicBezTo>
                  <a:cubicBezTo>
                    <a:pt x="41769" y="950"/>
                    <a:pt x="41730" y="964"/>
                    <a:pt x="41700" y="964"/>
                  </a:cubicBezTo>
                  <a:cubicBezTo>
                    <a:pt x="41634" y="964"/>
                    <a:pt x="41615" y="893"/>
                    <a:pt x="41552" y="851"/>
                  </a:cubicBezTo>
                  <a:lnTo>
                    <a:pt x="41521" y="851"/>
                  </a:lnTo>
                  <a:cubicBezTo>
                    <a:pt x="41491" y="851"/>
                    <a:pt x="41400" y="912"/>
                    <a:pt x="41369" y="942"/>
                  </a:cubicBezTo>
                  <a:cubicBezTo>
                    <a:pt x="41231" y="930"/>
                    <a:pt x="41092" y="922"/>
                    <a:pt x="40956" y="922"/>
                  </a:cubicBezTo>
                  <a:cubicBezTo>
                    <a:pt x="40763" y="922"/>
                    <a:pt x="40575" y="937"/>
                    <a:pt x="40397" y="973"/>
                  </a:cubicBezTo>
                  <a:cubicBezTo>
                    <a:pt x="40305" y="1003"/>
                    <a:pt x="40207" y="1018"/>
                    <a:pt x="40108" y="1018"/>
                  </a:cubicBezTo>
                  <a:cubicBezTo>
                    <a:pt x="40009" y="1018"/>
                    <a:pt x="39910" y="1003"/>
                    <a:pt x="39819" y="973"/>
                  </a:cubicBezTo>
                  <a:cubicBezTo>
                    <a:pt x="39810" y="964"/>
                    <a:pt x="39791" y="960"/>
                    <a:pt x="39767" y="960"/>
                  </a:cubicBezTo>
                  <a:cubicBezTo>
                    <a:pt x="39710" y="960"/>
                    <a:pt x="39628" y="982"/>
                    <a:pt x="39606" y="1003"/>
                  </a:cubicBezTo>
                  <a:cubicBezTo>
                    <a:pt x="39602" y="1007"/>
                    <a:pt x="39594" y="1009"/>
                    <a:pt x="39584" y="1009"/>
                  </a:cubicBezTo>
                  <a:cubicBezTo>
                    <a:pt x="39519" y="1009"/>
                    <a:pt x="39350" y="938"/>
                    <a:pt x="39272" y="912"/>
                  </a:cubicBezTo>
                  <a:cubicBezTo>
                    <a:pt x="39257" y="897"/>
                    <a:pt x="39217" y="891"/>
                    <a:pt x="39163" y="891"/>
                  </a:cubicBezTo>
                  <a:cubicBezTo>
                    <a:pt x="39002" y="891"/>
                    <a:pt x="38717" y="942"/>
                    <a:pt x="38603" y="942"/>
                  </a:cubicBezTo>
                  <a:lnTo>
                    <a:pt x="38269" y="942"/>
                  </a:lnTo>
                  <a:cubicBezTo>
                    <a:pt x="38212" y="977"/>
                    <a:pt x="38168" y="994"/>
                    <a:pt x="38135" y="994"/>
                  </a:cubicBezTo>
                  <a:cubicBezTo>
                    <a:pt x="38080" y="994"/>
                    <a:pt x="38056" y="946"/>
                    <a:pt x="38056" y="851"/>
                  </a:cubicBezTo>
                  <a:cubicBezTo>
                    <a:pt x="37904" y="882"/>
                    <a:pt x="37783" y="912"/>
                    <a:pt x="37661" y="973"/>
                  </a:cubicBezTo>
                  <a:lnTo>
                    <a:pt x="37509" y="973"/>
                  </a:lnTo>
                  <a:cubicBezTo>
                    <a:pt x="37357" y="973"/>
                    <a:pt x="37235" y="1034"/>
                    <a:pt x="37114" y="1125"/>
                  </a:cubicBezTo>
                  <a:cubicBezTo>
                    <a:pt x="37083" y="1094"/>
                    <a:pt x="37053" y="1064"/>
                    <a:pt x="37053" y="1034"/>
                  </a:cubicBezTo>
                  <a:cubicBezTo>
                    <a:pt x="37047" y="1028"/>
                    <a:pt x="37038" y="1025"/>
                    <a:pt x="37027" y="1025"/>
                  </a:cubicBezTo>
                  <a:cubicBezTo>
                    <a:pt x="36980" y="1025"/>
                    <a:pt x="36895" y="1070"/>
                    <a:pt x="36871" y="1094"/>
                  </a:cubicBezTo>
                  <a:cubicBezTo>
                    <a:pt x="36795" y="1110"/>
                    <a:pt x="36719" y="1117"/>
                    <a:pt x="36647" y="1117"/>
                  </a:cubicBezTo>
                  <a:cubicBezTo>
                    <a:pt x="36574" y="1117"/>
                    <a:pt x="36506" y="1110"/>
                    <a:pt x="36445" y="1094"/>
                  </a:cubicBezTo>
                  <a:cubicBezTo>
                    <a:pt x="36263" y="1003"/>
                    <a:pt x="36080" y="912"/>
                    <a:pt x="35898" y="882"/>
                  </a:cubicBezTo>
                  <a:cubicBezTo>
                    <a:pt x="35807" y="882"/>
                    <a:pt x="35716" y="912"/>
                    <a:pt x="35655" y="942"/>
                  </a:cubicBezTo>
                  <a:lnTo>
                    <a:pt x="35472" y="1094"/>
                  </a:lnTo>
                  <a:cubicBezTo>
                    <a:pt x="35442" y="1125"/>
                    <a:pt x="35412" y="1155"/>
                    <a:pt x="35381" y="1155"/>
                  </a:cubicBezTo>
                  <a:cubicBezTo>
                    <a:pt x="35303" y="1155"/>
                    <a:pt x="35225" y="1088"/>
                    <a:pt x="35147" y="1088"/>
                  </a:cubicBezTo>
                  <a:cubicBezTo>
                    <a:pt x="35134" y="1088"/>
                    <a:pt x="35121" y="1090"/>
                    <a:pt x="35108" y="1094"/>
                  </a:cubicBezTo>
                  <a:lnTo>
                    <a:pt x="35017" y="1125"/>
                  </a:lnTo>
                  <a:lnTo>
                    <a:pt x="34530" y="1125"/>
                  </a:lnTo>
                  <a:cubicBezTo>
                    <a:pt x="34469" y="1110"/>
                    <a:pt x="34409" y="1102"/>
                    <a:pt x="34348" y="1102"/>
                  </a:cubicBezTo>
                  <a:cubicBezTo>
                    <a:pt x="34287" y="1102"/>
                    <a:pt x="34226" y="1110"/>
                    <a:pt x="34165" y="1125"/>
                  </a:cubicBezTo>
                  <a:lnTo>
                    <a:pt x="34044" y="1094"/>
                  </a:lnTo>
                  <a:lnTo>
                    <a:pt x="33953" y="1064"/>
                  </a:lnTo>
                  <a:cubicBezTo>
                    <a:pt x="33770" y="1064"/>
                    <a:pt x="33588" y="1094"/>
                    <a:pt x="33406" y="1125"/>
                  </a:cubicBezTo>
                  <a:lnTo>
                    <a:pt x="33284" y="1125"/>
                  </a:lnTo>
                  <a:cubicBezTo>
                    <a:pt x="33260" y="1131"/>
                    <a:pt x="33235" y="1133"/>
                    <a:pt x="33211" y="1133"/>
                  </a:cubicBezTo>
                  <a:cubicBezTo>
                    <a:pt x="33114" y="1133"/>
                    <a:pt x="33017" y="1094"/>
                    <a:pt x="32919" y="1094"/>
                  </a:cubicBezTo>
                  <a:cubicBezTo>
                    <a:pt x="32798" y="1094"/>
                    <a:pt x="32676" y="1125"/>
                    <a:pt x="32524" y="1125"/>
                  </a:cubicBezTo>
                  <a:lnTo>
                    <a:pt x="32311" y="1125"/>
                  </a:lnTo>
                  <a:cubicBezTo>
                    <a:pt x="32197" y="1163"/>
                    <a:pt x="32088" y="1180"/>
                    <a:pt x="31979" y="1180"/>
                  </a:cubicBezTo>
                  <a:cubicBezTo>
                    <a:pt x="31829" y="1180"/>
                    <a:pt x="31680" y="1147"/>
                    <a:pt x="31521" y="1094"/>
                  </a:cubicBezTo>
                  <a:cubicBezTo>
                    <a:pt x="31488" y="1078"/>
                    <a:pt x="31458" y="1071"/>
                    <a:pt x="31430" y="1071"/>
                  </a:cubicBezTo>
                  <a:cubicBezTo>
                    <a:pt x="31355" y="1071"/>
                    <a:pt x="31300" y="1127"/>
                    <a:pt x="31278" y="1216"/>
                  </a:cubicBezTo>
                  <a:lnTo>
                    <a:pt x="31156" y="1125"/>
                  </a:lnTo>
                  <a:cubicBezTo>
                    <a:pt x="31105" y="1099"/>
                    <a:pt x="31064" y="1090"/>
                    <a:pt x="31030" y="1090"/>
                  </a:cubicBezTo>
                  <a:cubicBezTo>
                    <a:pt x="30983" y="1090"/>
                    <a:pt x="30948" y="1107"/>
                    <a:pt x="30913" y="1125"/>
                  </a:cubicBezTo>
                  <a:cubicBezTo>
                    <a:pt x="30883" y="1155"/>
                    <a:pt x="30860" y="1170"/>
                    <a:pt x="30833" y="1170"/>
                  </a:cubicBezTo>
                  <a:cubicBezTo>
                    <a:pt x="30807" y="1170"/>
                    <a:pt x="30776" y="1155"/>
                    <a:pt x="30731" y="1125"/>
                  </a:cubicBezTo>
                  <a:cubicBezTo>
                    <a:pt x="30704" y="1116"/>
                    <a:pt x="30677" y="1112"/>
                    <a:pt x="30651" y="1112"/>
                  </a:cubicBezTo>
                  <a:cubicBezTo>
                    <a:pt x="30586" y="1112"/>
                    <a:pt x="30522" y="1134"/>
                    <a:pt x="30457" y="1155"/>
                  </a:cubicBezTo>
                  <a:lnTo>
                    <a:pt x="30214" y="1307"/>
                  </a:lnTo>
                  <a:cubicBezTo>
                    <a:pt x="30214" y="1189"/>
                    <a:pt x="30141" y="1145"/>
                    <a:pt x="30080" y="1145"/>
                  </a:cubicBezTo>
                  <a:cubicBezTo>
                    <a:pt x="30062" y="1145"/>
                    <a:pt x="30045" y="1148"/>
                    <a:pt x="30032" y="1155"/>
                  </a:cubicBezTo>
                  <a:cubicBezTo>
                    <a:pt x="29971" y="1216"/>
                    <a:pt x="29849" y="1216"/>
                    <a:pt x="29758" y="1216"/>
                  </a:cubicBezTo>
                  <a:lnTo>
                    <a:pt x="29667" y="1216"/>
                  </a:lnTo>
                  <a:cubicBezTo>
                    <a:pt x="29637" y="1277"/>
                    <a:pt x="29606" y="1338"/>
                    <a:pt x="29606" y="1398"/>
                  </a:cubicBezTo>
                  <a:lnTo>
                    <a:pt x="29515" y="1368"/>
                  </a:lnTo>
                  <a:cubicBezTo>
                    <a:pt x="29363" y="1307"/>
                    <a:pt x="29606" y="1246"/>
                    <a:pt x="29545" y="1186"/>
                  </a:cubicBezTo>
                  <a:lnTo>
                    <a:pt x="29545" y="1155"/>
                  </a:lnTo>
                  <a:cubicBezTo>
                    <a:pt x="29515" y="1155"/>
                    <a:pt x="29424" y="1186"/>
                    <a:pt x="29363" y="1246"/>
                  </a:cubicBezTo>
                  <a:lnTo>
                    <a:pt x="29272" y="1277"/>
                  </a:lnTo>
                  <a:lnTo>
                    <a:pt x="29241" y="1277"/>
                  </a:lnTo>
                  <a:cubicBezTo>
                    <a:pt x="29211" y="1246"/>
                    <a:pt x="29181" y="1186"/>
                    <a:pt x="29241" y="1155"/>
                  </a:cubicBezTo>
                  <a:cubicBezTo>
                    <a:pt x="29272" y="1125"/>
                    <a:pt x="29120" y="1125"/>
                    <a:pt x="29059" y="1125"/>
                  </a:cubicBezTo>
                  <a:cubicBezTo>
                    <a:pt x="28998" y="1125"/>
                    <a:pt x="28816" y="1155"/>
                    <a:pt x="28603" y="1216"/>
                  </a:cubicBezTo>
                  <a:lnTo>
                    <a:pt x="28299" y="1216"/>
                  </a:lnTo>
                  <a:cubicBezTo>
                    <a:pt x="28169" y="1216"/>
                    <a:pt x="28016" y="1283"/>
                    <a:pt x="27899" y="1283"/>
                  </a:cubicBezTo>
                  <a:cubicBezTo>
                    <a:pt x="27879" y="1283"/>
                    <a:pt x="27861" y="1281"/>
                    <a:pt x="27843" y="1277"/>
                  </a:cubicBezTo>
                  <a:cubicBezTo>
                    <a:pt x="27767" y="1231"/>
                    <a:pt x="27684" y="1208"/>
                    <a:pt x="27600" y="1208"/>
                  </a:cubicBezTo>
                  <a:cubicBezTo>
                    <a:pt x="27516" y="1208"/>
                    <a:pt x="27433" y="1231"/>
                    <a:pt x="27357" y="1277"/>
                  </a:cubicBezTo>
                  <a:cubicBezTo>
                    <a:pt x="27281" y="1292"/>
                    <a:pt x="27205" y="1300"/>
                    <a:pt x="27129" y="1300"/>
                  </a:cubicBezTo>
                  <a:cubicBezTo>
                    <a:pt x="27053" y="1300"/>
                    <a:pt x="26977" y="1292"/>
                    <a:pt x="26901" y="1277"/>
                  </a:cubicBezTo>
                  <a:lnTo>
                    <a:pt x="26779" y="1186"/>
                  </a:lnTo>
                  <a:cubicBezTo>
                    <a:pt x="26597" y="1216"/>
                    <a:pt x="26475" y="1246"/>
                    <a:pt x="26323" y="1338"/>
                  </a:cubicBezTo>
                  <a:lnTo>
                    <a:pt x="26232" y="1338"/>
                  </a:lnTo>
                  <a:lnTo>
                    <a:pt x="26111" y="1368"/>
                  </a:lnTo>
                  <a:cubicBezTo>
                    <a:pt x="26070" y="1360"/>
                    <a:pt x="26027" y="1356"/>
                    <a:pt x="25983" y="1356"/>
                  </a:cubicBezTo>
                  <a:cubicBezTo>
                    <a:pt x="25863" y="1356"/>
                    <a:pt x="25736" y="1384"/>
                    <a:pt x="25624" y="1429"/>
                  </a:cubicBezTo>
                  <a:lnTo>
                    <a:pt x="25412" y="1368"/>
                  </a:lnTo>
                  <a:cubicBezTo>
                    <a:pt x="25323" y="1361"/>
                    <a:pt x="25234" y="1357"/>
                    <a:pt x="25145" y="1357"/>
                  </a:cubicBezTo>
                  <a:cubicBezTo>
                    <a:pt x="24840" y="1357"/>
                    <a:pt x="24539" y="1402"/>
                    <a:pt x="24256" y="1520"/>
                  </a:cubicBezTo>
                  <a:lnTo>
                    <a:pt x="23649" y="1520"/>
                  </a:lnTo>
                  <a:lnTo>
                    <a:pt x="23527" y="1368"/>
                  </a:lnTo>
                  <a:cubicBezTo>
                    <a:pt x="23466" y="1368"/>
                    <a:pt x="23436" y="1368"/>
                    <a:pt x="23375" y="1398"/>
                  </a:cubicBezTo>
                  <a:lnTo>
                    <a:pt x="23284" y="1459"/>
                  </a:lnTo>
                  <a:cubicBezTo>
                    <a:pt x="23257" y="1464"/>
                    <a:pt x="23226" y="1465"/>
                    <a:pt x="23193" y="1465"/>
                  </a:cubicBezTo>
                  <a:cubicBezTo>
                    <a:pt x="23034" y="1465"/>
                    <a:pt x="22819" y="1422"/>
                    <a:pt x="22721" y="1422"/>
                  </a:cubicBezTo>
                  <a:cubicBezTo>
                    <a:pt x="22700" y="1422"/>
                    <a:pt x="22685" y="1424"/>
                    <a:pt x="22676" y="1429"/>
                  </a:cubicBezTo>
                  <a:cubicBezTo>
                    <a:pt x="22554" y="1520"/>
                    <a:pt x="22433" y="1550"/>
                    <a:pt x="22281" y="1550"/>
                  </a:cubicBezTo>
                  <a:cubicBezTo>
                    <a:pt x="22220" y="1550"/>
                    <a:pt x="22159" y="1550"/>
                    <a:pt x="22098" y="1581"/>
                  </a:cubicBezTo>
                  <a:cubicBezTo>
                    <a:pt x="22038" y="1611"/>
                    <a:pt x="22007" y="1672"/>
                    <a:pt x="21946" y="1702"/>
                  </a:cubicBezTo>
                  <a:lnTo>
                    <a:pt x="21855" y="1672"/>
                  </a:lnTo>
                  <a:cubicBezTo>
                    <a:pt x="21794" y="1642"/>
                    <a:pt x="21673" y="1611"/>
                    <a:pt x="21642" y="1611"/>
                  </a:cubicBezTo>
                  <a:lnTo>
                    <a:pt x="21490" y="1763"/>
                  </a:lnTo>
                  <a:cubicBezTo>
                    <a:pt x="21444" y="1740"/>
                    <a:pt x="21401" y="1730"/>
                    <a:pt x="21364" y="1730"/>
                  </a:cubicBezTo>
                  <a:cubicBezTo>
                    <a:pt x="21256" y="1730"/>
                    <a:pt x="21194" y="1809"/>
                    <a:pt x="21217" y="1854"/>
                  </a:cubicBezTo>
                  <a:cubicBezTo>
                    <a:pt x="21217" y="1915"/>
                    <a:pt x="21338" y="2037"/>
                    <a:pt x="21490" y="2128"/>
                  </a:cubicBezTo>
                  <a:lnTo>
                    <a:pt x="21399" y="2249"/>
                  </a:lnTo>
                  <a:lnTo>
                    <a:pt x="21278" y="2371"/>
                  </a:lnTo>
                  <a:cubicBezTo>
                    <a:pt x="21187" y="2310"/>
                    <a:pt x="21065" y="2249"/>
                    <a:pt x="20943" y="2189"/>
                  </a:cubicBezTo>
                  <a:lnTo>
                    <a:pt x="20883" y="2189"/>
                  </a:lnTo>
                  <a:cubicBezTo>
                    <a:pt x="20700" y="2219"/>
                    <a:pt x="20518" y="2249"/>
                    <a:pt x="20335" y="2249"/>
                  </a:cubicBezTo>
                  <a:cubicBezTo>
                    <a:pt x="20183" y="2249"/>
                    <a:pt x="20183" y="2037"/>
                    <a:pt x="20214" y="1976"/>
                  </a:cubicBezTo>
                  <a:cubicBezTo>
                    <a:pt x="20275" y="1915"/>
                    <a:pt x="20275" y="1854"/>
                    <a:pt x="20275" y="1854"/>
                  </a:cubicBezTo>
                  <a:lnTo>
                    <a:pt x="20275" y="1854"/>
                  </a:lnTo>
                  <a:cubicBezTo>
                    <a:pt x="20163" y="1877"/>
                    <a:pt x="20067" y="1948"/>
                    <a:pt x="19989" y="1948"/>
                  </a:cubicBezTo>
                  <a:cubicBezTo>
                    <a:pt x="19960" y="1948"/>
                    <a:pt x="19934" y="1939"/>
                    <a:pt x="19910" y="1915"/>
                  </a:cubicBezTo>
                  <a:cubicBezTo>
                    <a:pt x="19819" y="1854"/>
                    <a:pt x="19576" y="1915"/>
                    <a:pt x="19576" y="1733"/>
                  </a:cubicBezTo>
                  <a:cubicBezTo>
                    <a:pt x="19576" y="1702"/>
                    <a:pt x="19515" y="1702"/>
                    <a:pt x="19515" y="1702"/>
                  </a:cubicBezTo>
                  <a:cubicBezTo>
                    <a:pt x="19416" y="1764"/>
                    <a:pt x="19307" y="1781"/>
                    <a:pt x="19195" y="1781"/>
                  </a:cubicBezTo>
                  <a:cubicBezTo>
                    <a:pt x="19063" y="1781"/>
                    <a:pt x="18926" y="1758"/>
                    <a:pt x="18794" y="1758"/>
                  </a:cubicBezTo>
                  <a:cubicBezTo>
                    <a:pt x="18760" y="1758"/>
                    <a:pt x="18727" y="1759"/>
                    <a:pt x="18694" y="1763"/>
                  </a:cubicBezTo>
                  <a:cubicBezTo>
                    <a:pt x="18481" y="1794"/>
                    <a:pt x="18299" y="1824"/>
                    <a:pt x="18117" y="1854"/>
                  </a:cubicBezTo>
                  <a:lnTo>
                    <a:pt x="18025" y="1885"/>
                  </a:lnTo>
                  <a:cubicBezTo>
                    <a:pt x="17965" y="1930"/>
                    <a:pt x="17896" y="1953"/>
                    <a:pt x="17828" y="1953"/>
                  </a:cubicBezTo>
                  <a:cubicBezTo>
                    <a:pt x="17759" y="1953"/>
                    <a:pt x="17691" y="1930"/>
                    <a:pt x="17630" y="1885"/>
                  </a:cubicBezTo>
                  <a:cubicBezTo>
                    <a:pt x="17628" y="1882"/>
                    <a:pt x="17625" y="1881"/>
                    <a:pt x="17621" y="1881"/>
                  </a:cubicBezTo>
                  <a:cubicBezTo>
                    <a:pt x="17573" y="1881"/>
                    <a:pt x="17415" y="2044"/>
                    <a:pt x="17387" y="2128"/>
                  </a:cubicBezTo>
                  <a:cubicBezTo>
                    <a:pt x="17378" y="2156"/>
                    <a:pt x="17369" y="2166"/>
                    <a:pt x="17359" y="2166"/>
                  </a:cubicBezTo>
                  <a:cubicBezTo>
                    <a:pt x="17338" y="2166"/>
                    <a:pt x="17317" y="2109"/>
                    <a:pt x="17296" y="2067"/>
                  </a:cubicBezTo>
                  <a:cubicBezTo>
                    <a:pt x="17296" y="2031"/>
                    <a:pt x="17277" y="2019"/>
                    <a:pt x="17251" y="2019"/>
                  </a:cubicBezTo>
                  <a:cubicBezTo>
                    <a:pt x="17210" y="2019"/>
                    <a:pt x="17150" y="2049"/>
                    <a:pt x="17113" y="2067"/>
                  </a:cubicBezTo>
                  <a:cubicBezTo>
                    <a:pt x="17109" y="2071"/>
                    <a:pt x="17105" y="2073"/>
                    <a:pt x="17100" y="2073"/>
                  </a:cubicBezTo>
                  <a:cubicBezTo>
                    <a:pt x="17067" y="2073"/>
                    <a:pt x="17014" y="1994"/>
                    <a:pt x="16962" y="1915"/>
                  </a:cubicBezTo>
                  <a:lnTo>
                    <a:pt x="16779" y="1946"/>
                  </a:lnTo>
                  <a:cubicBezTo>
                    <a:pt x="16675" y="1972"/>
                    <a:pt x="16570" y="2043"/>
                    <a:pt x="16504" y="2043"/>
                  </a:cubicBezTo>
                  <a:cubicBezTo>
                    <a:pt x="16493" y="2043"/>
                    <a:pt x="16484" y="2041"/>
                    <a:pt x="16475" y="2037"/>
                  </a:cubicBezTo>
                  <a:cubicBezTo>
                    <a:pt x="16427" y="2001"/>
                    <a:pt x="16384" y="1989"/>
                    <a:pt x="16346" y="1989"/>
                  </a:cubicBezTo>
                  <a:cubicBezTo>
                    <a:pt x="16287" y="1989"/>
                    <a:pt x="16239" y="2018"/>
                    <a:pt x="16202" y="2037"/>
                  </a:cubicBezTo>
                  <a:cubicBezTo>
                    <a:pt x="16126" y="2052"/>
                    <a:pt x="16050" y="2059"/>
                    <a:pt x="15974" y="2059"/>
                  </a:cubicBezTo>
                  <a:cubicBezTo>
                    <a:pt x="15898" y="2059"/>
                    <a:pt x="15822" y="2052"/>
                    <a:pt x="15746" y="2037"/>
                  </a:cubicBezTo>
                  <a:cubicBezTo>
                    <a:pt x="15719" y="2028"/>
                    <a:pt x="15684" y="2024"/>
                    <a:pt x="15649" y="2024"/>
                  </a:cubicBezTo>
                  <a:cubicBezTo>
                    <a:pt x="15563" y="2024"/>
                    <a:pt x="15472" y="2046"/>
                    <a:pt x="15472" y="2067"/>
                  </a:cubicBezTo>
                  <a:cubicBezTo>
                    <a:pt x="15445" y="2161"/>
                    <a:pt x="15394" y="2190"/>
                    <a:pt x="15338" y="2190"/>
                  </a:cubicBezTo>
                  <a:cubicBezTo>
                    <a:pt x="15268" y="2190"/>
                    <a:pt x="15189" y="2145"/>
                    <a:pt x="15138" y="2128"/>
                  </a:cubicBezTo>
                  <a:cubicBezTo>
                    <a:pt x="15097" y="2101"/>
                    <a:pt x="15062" y="2086"/>
                    <a:pt x="15033" y="2086"/>
                  </a:cubicBezTo>
                  <a:cubicBezTo>
                    <a:pt x="14998" y="2086"/>
                    <a:pt x="14972" y="2108"/>
                    <a:pt x="14955" y="2158"/>
                  </a:cubicBezTo>
                  <a:cubicBezTo>
                    <a:pt x="14925" y="2234"/>
                    <a:pt x="14895" y="2265"/>
                    <a:pt x="14857" y="2265"/>
                  </a:cubicBezTo>
                  <a:cubicBezTo>
                    <a:pt x="14819" y="2265"/>
                    <a:pt x="14773" y="2234"/>
                    <a:pt x="14712" y="2189"/>
                  </a:cubicBezTo>
                  <a:cubicBezTo>
                    <a:pt x="14690" y="2166"/>
                    <a:pt x="14667" y="2095"/>
                    <a:pt x="14609" y="2095"/>
                  </a:cubicBezTo>
                  <a:cubicBezTo>
                    <a:pt x="14588" y="2095"/>
                    <a:pt x="14562" y="2104"/>
                    <a:pt x="14530" y="2128"/>
                  </a:cubicBezTo>
                  <a:lnTo>
                    <a:pt x="14469" y="2189"/>
                  </a:lnTo>
                  <a:cubicBezTo>
                    <a:pt x="14378" y="2249"/>
                    <a:pt x="14226" y="2493"/>
                    <a:pt x="14135" y="2493"/>
                  </a:cubicBezTo>
                  <a:cubicBezTo>
                    <a:pt x="14013" y="2462"/>
                    <a:pt x="13952" y="2401"/>
                    <a:pt x="13892" y="2310"/>
                  </a:cubicBezTo>
                  <a:cubicBezTo>
                    <a:pt x="13892" y="2295"/>
                    <a:pt x="13831" y="2287"/>
                    <a:pt x="13732" y="2287"/>
                  </a:cubicBezTo>
                  <a:cubicBezTo>
                    <a:pt x="13633" y="2287"/>
                    <a:pt x="13496" y="2295"/>
                    <a:pt x="13344" y="2310"/>
                  </a:cubicBezTo>
                  <a:lnTo>
                    <a:pt x="13101" y="2371"/>
                  </a:lnTo>
                  <a:lnTo>
                    <a:pt x="13040" y="2371"/>
                  </a:lnTo>
                  <a:cubicBezTo>
                    <a:pt x="13010" y="2401"/>
                    <a:pt x="12949" y="2493"/>
                    <a:pt x="12888" y="2553"/>
                  </a:cubicBezTo>
                  <a:lnTo>
                    <a:pt x="12797" y="2462"/>
                  </a:lnTo>
                  <a:cubicBezTo>
                    <a:pt x="12737" y="2401"/>
                    <a:pt x="12676" y="2379"/>
                    <a:pt x="12607" y="2379"/>
                  </a:cubicBezTo>
                  <a:cubicBezTo>
                    <a:pt x="12539" y="2379"/>
                    <a:pt x="12463" y="2401"/>
                    <a:pt x="12372" y="2432"/>
                  </a:cubicBezTo>
                  <a:cubicBezTo>
                    <a:pt x="12159" y="2462"/>
                    <a:pt x="11916" y="2493"/>
                    <a:pt x="11673" y="2523"/>
                  </a:cubicBezTo>
                  <a:lnTo>
                    <a:pt x="11581" y="2523"/>
                  </a:lnTo>
                  <a:cubicBezTo>
                    <a:pt x="11551" y="2569"/>
                    <a:pt x="11483" y="2584"/>
                    <a:pt x="11414" y="2584"/>
                  </a:cubicBezTo>
                  <a:cubicBezTo>
                    <a:pt x="11346" y="2584"/>
                    <a:pt x="11278" y="2569"/>
                    <a:pt x="11247" y="2553"/>
                  </a:cubicBezTo>
                  <a:cubicBezTo>
                    <a:pt x="11243" y="2545"/>
                    <a:pt x="11238" y="2541"/>
                    <a:pt x="11231" y="2541"/>
                  </a:cubicBezTo>
                  <a:cubicBezTo>
                    <a:pt x="11193" y="2541"/>
                    <a:pt x="11126" y="2688"/>
                    <a:pt x="11126" y="2766"/>
                  </a:cubicBezTo>
                  <a:cubicBezTo>
                    <a:pt x="11156" y="2857"/>
                    <a:pt x="11156" y="2979"/>
                    <a:pt x="11156" y="3101"/>
                  </a:cubicBezTo>
                  <a:cubicBezTo>
                    <a:pt x="11147" y="3119"/>
                    <a:pt x="11131" y="3127"/>
                    <a:pt x="11115" y="3127"/>
                  </a:cubicBezTo>
                  <a:cubicBezTo>
                    <a:pt x="11078" y="3127"/>
                    <a:pt x="11034" y="3091"/>
                    <a:pt x="11034" y="3070"/>
                  </a:cubicBezTo>
                  <a:cubicBezTo>
                    <a:pt x="11029" y="3065"/>
                    <a:pt x="11018" y="3062"/>
                    <a:pt x="11004" y="3062"/>
                  </a:cubicBezTo>
                  <a:cubicBezTo>
                    <a:pt x="10941" y="3062"/>
                    <a:pt x="10810" y="3112"/>
                    <a:pt x="10761" y="3161"/>
                  </a:cubicBezTo>
                  <a:cubicBezTo>
                    <a:pt x="10754" y="3164"/>
                    <a:pt x="10747" y="3165"/>
                    <a:pt x="10741" y="3165"/>
                  </a:cubicBezTo>
                  <a:cubicBezTo>
                    <a:pt x="10661" y="3165"/>
                    <a:pt x="10609" y="3005"/>
                    <a:pt x="10609" y="2949"/>
                  </a:cubicBezTo>
                  <a:cubicBezTo>
                    <a:pt x="10609" y="2888"/>
                    <a:pt x="10578" y="2827"/>
                    <a:pt x="10548" y="2827"/>
                  </a:cubicBezTo>
                  <a:cubicBezTo>
                    <a:pt x="10457" y="2797"/>
                    <a:pt x="10335" y="2766"/>
                    <a:pt x="10244" y="2766"/>
                  </a:cubicBezTo>
                  <a:lnTo>
                    <a:pt x="10122" y="2766"/>
                  </a:lnTo>
                  <a:cubicBezTo>
                    <a:pt x="10031" y="2766"/>
                    <a:pt x="9940" y="2797"/>
                    <a:pt x="9849" y="2827"/>
                  </a:cubicBezTo>
                  <a:cubicBezTo>
                    <a:pt x="9849" y="2857"/>
                    <a:pt x="9697" y="3131"/>
                    <a:pt x="9545" y="3131"/>
                  </a:cubicBezTo>
                  <a:cubicBezTo>
                    <a:pt x="9423" y="3131"/>
                    <a:pt x="9454" y="3009"/>
                    <a:pt x="9515" y="2979"/>
                  </a:cubicBezTo>
                  <a:cubicBezTo>
                    <a:pt x="9558" y="2957"/>
                    <a:pt x="9509" y="2936"/>
                    <a:pt x="9413" y="2936"/>
                  </a:cubicBezTo>
                  <a:cubicBezTo>
                    <a:pt x="9373" y="2936"/>
                    <a:pt x="9325" y="2940"/>
                    <a:pt x="9271" y="2949"/>
                  </a:cubicBezTo>
                  <a:lnTo>
                    <a:pt x="9089" y="2888"/>
                  </a:lnTo>
                  <a:lnTo>
                    <a:pt x="8907" y="2827"/>
                  </a:lnTo>
                  <a:cubicBezTo>
                    <a:pt x="8755" y="2949"/>
                    <a:pt x="8572" y="3009"/>
                    <a:pt x="8390" y="3009"/>
                  </a:cubicBezTo>
                  <a:lnTo>
                    <a:pt x="8299" y="2979"/>
                  </a:lnTo>
                  <a:lnTo>
                    <a:pt x="8238" y="2979"/>
                  </a:lnTo>
                  <a:cubicBezTo>
                    <a:pt x="8208" y="2979"/>
                    <a:pt x="8177" y="3009"/>
                    <a:pt x="8177" y="3070"/>
                  </a:cubicBezTo>
                  <a:cubicBezTo>
                    <a:pt x="8268" y="3101"/>
                    <a:pt x="8329" y="3161"/>
                    <a:pt x="8420" y="3192"/>
                  </a:cubicBezTo>
                  <a:lnTo>
                    <a:pt x="8512" y="3222"/>
                  </a:lnTo>
                  <a:cubicBezTo>
                    <a:pt x="8529" y="3213"/>
                    <a:pt x="8547" y="3210"/>
                    <a:pt x="8565" y="3210"/>
                  </a:cubicBezTo>
                  <a:cubicBezTo>
                    <a:pt x="8608" y="3210"/>
                    <a:pt x="8651" y="3231"/>
                    <a:pt x="8694" y="3253"/>
                  </a:cubicBezTo>
                  <a:cubicBezTo>
                    <a:pt x="8572" y="3313"/>
                    <a:pt x="8451" y="3374"/>
                    <a:pt x="8299" y="3404"/>
                  </a:cubicBezTo>
                  <a:cubicBezTo>
                    <a:pt x="8208" y="3465"/>
                    <a:pt x="8177" y="3526"/>
                    <a:pt x="8177" y="3556"/>
                  </a:cubicBezTo>
                  <a:cubicBezTo>
                    <a:pt x="8268" y="3617"/>
                    <a:pt x="8360" y="3678"/>
                    <a:pt x="8451" y="3708"/>
                  </a:cubicBezTo>
                  <a:cubicBezTo>
                    <a:pt x="8484" y="3731"/>
                    <a:pt x="8517" y="3749"/>
                    <a:pt x="8549" y="3766"/>
                  </a:cubicBezTo>
                  <a:lnTo>
                    <a:pt x="8549" y="3766"/>
                  </a:lnTo>
                  <a:cubicBezTo>
                    <a:pt x="8491" y="3788"/>
                    <a:pt x="8425" y="3800"/>
                    <a:pt x="8360" y="3800"/>
                  </a:cubicBezTo>
                  <a:lnTo>
                    <a:pt x="8360" y="3860"/>
                  </a:lnTo>
                  <a:lnTo>
                    <a:pt x="8360" y="3921"/>
                  </a:lnTo>
                  <a:cubicBezTo>
                    <a:pt x="8390" y="3952"/>
                    <a:pt x="8238" y="4012"/>
                    <a:pt x="8177" y="4012"/>
                  </a:cubicBezTo>
                  <a:cubicBezTo>
                    <a:pt x="8116" y="4012"/>
                    <a:pt x="8056" y="3982"/>
                    <a:pt x="8056" y="3982"/>
                  </a:cubicBezTo>
                  <a:lnTo>
                    <a:pt x="8177" y="3708"/>
                  </a:lnTo>
                  <a:cubicBezTo>
                    <a:pt x="8208" y="3648"/>
                    <a:pt x="8147" y="3587"/>
                    <a:pt x="8025" y="3556"/>
                  </a:cubicBezTo>
                  <a:lnTo>
                    <a:pt x="8025" y="3678"/>
                  </a:lnTo>
                  <a:cubicBezTo>
                    <a:pt x="8025" y="3708"/>
                    <a:pt x="8056" y="3769"/>
                    <a:pt x="8025" y="3800"/>
                  </a:cubicBezTo>
                  <a:lnTo>
                    <a:pt x="7995" y="3830"/>
                  </a:lnTo>
                  <a:cubicBezTo>
                    <a:pt x="7904" y="3830"/>
                    <a:pt x="7873" y="3830"/>
                    <a:pt x="7873" y="3800"/>
                  </a:cubicBezTo>
                  <a:lnTo>
                    <a:pt x="7873" y="3739"/>
                  </a:lnTo>
                  <a:cubicBezTo>
                    <a:pt x="7843" y="3678"/>
                    <a:pt x="7782" y="3617"/>
                    <a:pt x="7721" y="3556"/>
                  </a:cubicBezTo>
                  <a:lnTo>
                    <a:pt x="7630" y="3496"/>
                  </a:lnTo>
                  <a:lnTo>
                    <a:pt x="7569" y="3465"/>
                  </a:lnTo>
                  <a:cubicBezTo>
                    <a:pt x="7563" y="3463"/>
                    <a:pt x="7558" y="3462"/>
                    <a:pt x="7553" y="3462"/>
                  </a:cubicBezTo>
                  <a:cubicBezTo>
                    <a:pt x="7482" y="3462"/>
                    <a:pt x="7510" y="3652"/>
                    <a:pt x="7539" y="3708"/>
                  </a:cubicBezTo>
                  <a:cubicBezTo>
                    <a:pt x="7600" y="3769"/>
                    <a:pt x="7478" y="3860"/>
                    <a:pt x="7417" y="3891"/>
                  </a:cubicBezTo>
                  <a:cubicBezTo>
                    <a:pt x="7356" y="3921"/>
                    <a:pt x="7630" y="3952"/>
                    <a:pt x="7691" y="3952"/>
                  </a:cubicBezTo>
                  <a:cubicBezTo>
                    <a:pt x="7782" y="3952"/>
                    <a:pt x="7782" y="4012"/>
                    <a:pt x="7752" y="4043"/>
                  </a:cubicBezTo>
                  <a:lnTo>
                    <a:pt x="7691" y="4073"/>
                  </a:lnTo>
                  <a:lnTo>
                    <a:pt x="7478" y="4225"/>
                  </a:lnTo>
                  <a:cubicBezTo>
                    <a:pt x="7355" y="4151"/>
                    <a:pt x="7151" y="4057"/>
                    <a:pt x="7062" y="4057"/>
                  </a:cubicBezTo>
                  <a:cubicBezTo>
                    <a:pt x="7042" y="4057"/>
                    <a:pt x="7028" y="4062"/>
                    <a:pt x="7022" y="4073"/>
                  </a:cubicBezTo>
                  <a:cubicBezTo>
                    <a:pt x="6931" y="4164"/>
                    <a:pt x="6840" y="4225"/>
                    <a:pt x="6718" y="4286"/>
                  </a:cubicBezTo>
                  <a:lnTo>
                    <a:pt x="6657" y="4256"/>
                  </a:lnTo>
                  <a:lnTo>
                    <a:pt x="6414" y="4164"/>
                  </a:lnTo>
                  <a:lnTo>
                    <a:pt x="6414" y="4164"/>
                  </a:lnTo>
                  <a:cubicBezTo>
                    <a:pt x="6262" y="4316"/>
                    <a:pt x="6293" y="4438"/>
                    <a:pt x="6445" y="4438"/>
                  </a:cubicBezTo>
                  <a:lnTo>
                    <a:pt x="6566" y="4468"/>
                  </a:lnTo>
                  <a:lnTo>
                    <a:pt x="6657" y="4529"/>
                  </a:lnTo>
                  <a:cubicBezTo>
                    <a:pt x="6742" y="4571"/>
                    <a:pt x="6833" y="4594"/>
                    <a:pt x="6925" y="4594"/>
                  </a:cubicBezTo>
                  <a:cubicBezTo>
                    <a:pt x="7031" y="4594"/>
                    <a:pt x="7137" y="4564"/>
                    <a:pt x="7235" y="4499"/>
                  </a:cubicBezTo>
                  <a:lnTo>
                    <a:pt x="7417" y="4468"/>
                  </a:lnTo>
                  <a:lnTo>
                    <a:pt x="7630" y="4408"/>
                  </a:lnTo>
                  <a:cubicBezTo>
                    <a:pt x="7727" y="4577"/>
                    <a:pt x="7862" y="4669"/>
                    <a:pt x="7944" y="4669"/>
                  </a:cubicBezTo>
                  <a:cubicBezTo>
                    <a:pt x="7965" y="4669"/>
                    <a:pt x="7982" y="4663"/>
                    <a:pt x="7995" y="4651"/>
                  </a:cubicBezTo>
                  <a:lnTo>
                    <a:pt x="8056" y="4620"/>
                  </a:lnTo>
                  <a:cubicBezTo>
                    <a:pt x="8071" y="4605"/>
                    <a:pt x="8094" y="4598"/>
                    <a:pt x="8113" y="4598"/>
                  </a:cubicBezTo>
                  <a:cubicBezTo>
                    <a:pt x="8132" y="4598"/>
                    <a:pt x="8147" y="4605"/>
                    <a:pt x="8147" y="4620"/>
                  </a:cubicBezTo>
                  <a:cubicBezTo>
                    <a:pt x="8177" y="4651"/>
                    <a:pt x="8208" y="4681"/>
                    <a:pt x="8208" y="4712"/>
                  </a:cubicBezTo>
                  <a:cubicBezTo>
                    <a:pt x="8177" y="4803"/>
                    <a:pt x="8147" y="4863"/>
                    <a:pt x="8116" y="4955"/>
                  </a:cubicBezTo>
                  <a:lnTo>
                    <a:pt x="8360" y="4955"/>
                  </a:lnTo>
                  <a:cubicBezTo>
                    <a:pt x="8420" y="4955"/>
                    <a:pt x="8481" y="4955"/>
                    <a:pt x="8542" y="4985"/>
                  </a:cubicBezTo>
                  <a:lnTo>
                    <a:pt x="8633" y="5046"/>
                  </a:lnTo>
                  <a:cubicBezTo>
                    <a:pt x="8755" y="4955"/>
                    <a:pt x="8876" y="4894"/>
                    <a:pt x="9028" y="4863"/>
                  </a:cubicBezTo>
                  <a:lnTo>
                    <a:pt x="9150" y="4833"/>
                  </a:lnTo>
                  <a:lnTo>
                    <a:pt x="9180" y="4833"/>
                  </a:lnTo>
                  <a:cubicBezTo>
                    <a:pt x="9241" y="4833"/>
                    <a:pt x="9241" y="4772"/>
                    <a:pt x="9241" y="4742"/>
                  </a:cubicBezTo>
                  <a:lnTo>
                    <a:pt x="9211" y="4712"/>
                  </a:lnTo>
                  <a:lnTo>
                    <a:pt x="9180" y="4681"/>
                  </a:lnTo>
                  <a:cubicBezTo>
                    <a:pt x="9089" y="4681"/>
                    <a:pt x="9150" y="4620"/>
                    <a:pt x="9211" y="4590"/>
                  </a:cubicBezTo>
                  <a:cubicBezTo>
                    <a:pt x="9241" y="4590"/>
                    <a:pt x="9150" y="4529"/>
                    <a:pt x="9119" y="4529"/>
                  </a:cubicBezTo>
                  <a:cubicBezTo>
                    <a:pt x="9059" y="4499"/>
                    <a:pt x="9119" y="4438"/>
                    <a:pt x="9211" y="4377"/>
                  </a:cubicBezTo>
                  <a:lnTo>
                    <a:pt x="9271" y="4377"/>
                  </a:lnTo>
                  <a:cubicBezTo>
                    <a:pt x="9363" y="4408"/>
                    <a:pt x="9423" y="4468"/>
                    <a:pt x="9454" y="4529"/>
                  </a:cubicBezTo>
                  <a:lnTo>
                    <a:pt x="9515" y="4651"/>
                  </a:lnTo>
                  <a:cubicBezTo>
                    <a:pt x="9553" y="4766"/>
                    <a:pt x="9616" y="4809"/>
                    <a:pt x="9672" y="4809"/>
                  </a:cubicBezTo>
                  <a:cubicBezTo>
                    <a:pt x="9705" y="4809"/>
                    <a:pt x="9735" y="4795"/>
                    <a:pt x="9758" y="4772"/>
                  </a:cubicBezTo>
                  <a:cubicBezTo>
                    <a:pt x="9764" y="4759"/>
                    <a:pt x="9772" y="4753"/>
                    <a:pt x="9780" y="4753"/>
                  </a:cubicBezTo>
                  <a:cubicBezTo>
                    <a:pt x="9811" y="4753"/>
                    <a:pt x="9849" y="4835"/>
                    <a:pt x="9849" y="4955"/>
                  </a:cubicBezTo>
                  <a:lnTo>
                    <a:pt x="9697" y="5046"/>
                  </a:lnTo>
                  <a:cubicBezTo>
                    <a:pt x="9545" y="5107"/>
                    <a:pt x="9332" y="5137"/>
                    <a:pt x="9241" y="5319"/>
                  </a:cubicBezTo>
                  <a:cubicBezTo>
                    <a:pt x="9220" y="5341"/>
                    <a:pt x="9183" y="5362"/>
                    <a:pt x="9152" y="5362"/>
                  </a:cubicBezTo>
                  <a:cubicBezTo>
                    <a:pt x="9140" y="5362"/>
                    <a:pt x="9128" y="5359"/>
                    <a:pt x="9119" y="5350"/>
                  </a:cubicBezTo>
                  <a:cubicBezTo>
                    <a:pt x="9028" y="5319"/>
                    <a:pt x="8876" y="5259"/>
                    <a:pt x="8846" y="5198"/>
                  </a:cubicBezTo>
                  <a:cubicBezTo>
                    <a:pt x="8826" y="5117"/>
                    <a:pt x="8778" y="5103"/>
                    <a:pt x="8722" y="5103"/>
                  </a:cubicBezTo>
                  <a:cubicBezTo>
                    <a:pt x="8694" y="5103"/>
                    <a:pt x="8663" y="5107"/>
                    <a:pt x="8633" y="5107"/>
                  </a:cubicBezTo>
                  <a:cubicBezTo>
                    <a:pt x="8512" y="5137"/>
                    <a:pt x="8360" y="5198"/>
                    <a:pt x="8238" y="5228"/>
                  </a:cubicBezTo>
                  <a:cubicBezTo>
                    <a:pt x="8178" y="5264"/>
                    <a:pt x="8137" y="5281"/>
                    <a:pt x="8107" y="5281"/>
                  </a:cubicBezTo>
                  <a:cubicBezTo>
                    <a:pt x="8062" y="5281"/>
                    <a:pt x="8044" y="5241"/>
                    <a:pt x="8025" y="5167"/>
                  </a:cubicBezTo>
                  <a:lnTo>
                    <a:pt x="8025" y="5076"/>
                  </a:lnTo>
                  <a:cubicBezTo>
                    <a:pt x="7904" y="5137"/>
                    <a:pt x="7660" y="5441"/>
                    <a:pt x="7569" y="5502"/>
                  </a:cubicBezTo>
                  <a:cubicBezTo>
                    <a:pt x="7537" y="5523"/>
                    <a:pt x="7501" y="5533"/>
                    <a:pt x="7466" y="5533"/>
                  </a:cubicBezTo>
                  <a:cubicBezTo>
                    <a:pt x="7403" y="5533"/>
                    <a:pt x="7346" y="5500"/>
                    <a:pt x="7326" y="5441"/>
                  </a:cubicBezTo>
                  <a:cubicBezTo>
                    <a:pt x="7311" y="5411"/>
                    <a:pt x="7288" y="5395"/>
                    <a:pt x="7261" y="5395"/>
                  </a:cubicBezTo>
                  <a:cubicBezTo>
                    <a:pt x="7235" y="5395"/>
                    <a:pt x="7204" y="5411"/>
                    <a:pt x="7174" y="5441"/>
                  </a:cubicBezTo>
                  <a:lnTo>
                    <a:pt x="7113" y="5502"/>
                  </a:lnTo>
                  <a:cubicBezTo>
                    <a:pt x="7053" y="5532"/>
                    <a:pt x="6992" y="5623"/>
                    <a:pt x="6992" y="5654"/>
                  </a:cubicBezTo>
                  <a:lnTo>
                    <a:pt x="7053" y="5715"/>
                  </a:lnTo>
                  <a:cubicBezTo>
                    <a:pt x="7083" y="5806"/>
                    <a:pt x="7144" y="5867"/>
                    <a:pt x="7174" y="5867"/>
                  </a:cubicBezTo>
                  <a:lnTo>
                    <a:pt x="7174" y="5927"/>
                  </a:lnTo>
                  <a:cubicBezTo>
                    <a:pt x="7193" y="5965"/>
                    <a:pt x="7235" y="5991"/>
                    <a:pt x="7286" y="5991"/>
                  </a:cubicBezTo>
                  <a:cubicBezTo>
                    <a:pt x="7317" y="5991"/>
                    <a:pt x="7352" y="5981"/>
                    <a:pt x="7387" y="5958"/>
                  </a:cubicBezTo>
                  <a:lnTo>
                    <a:pt x="7387" y="6079"/>
                  </a:lnTo>
                  <a:lnTo>
                    <a:pt x="7387" y="6231"/>
                  </a:lnTo>
                  <a:cubicBezTo>
                    <a:pt x="7539" y="6353"/>
                    <a:pt x="7569" y="6474"/>
                    <a:pt x="7448" y="6474"/>
                  </a:cubicBezTo>
                  <a:lnTo>
                    <a:pt x="7356" y="6444"/>
                  </a:lnTo>
                  <a:cubicBezTo>
                    <a:pt x="7306" y="6411"/>
                    <a:pt x="7266" y="6387"/>
                    <a:pt x="7229" y="6387"/>
                  </a:cubicBezTo>
                  <a:cubicBezTo>
                    <a:pt x="7199" y="6387"/>
                    <a:pt x="7171" y="6403"/>
                    <a:pt x="7144" y="6444"/>
                  </a:cubicBezTo>
                  <a:cubicBezTo>
                    <a:pt x="7083" y="6535"/>
                    <a:pt x="6961" y="6505"/>
                    <a:pt x="6870" y="6535"/>
                  </a:cubicBezTo>
                  <a:cubicBezTo>
                    <a:pt x="6809" y="6566"/>
                    <a:pt x="6718" y="6596"/>
                    <a:pt x="6688" y="6657"/>
                  </a:cubicBezTo>
                  <a:lnTo>
                    <a:pt x="6688" y="6687"/>
                  </a:lnTo>
                  <a:lnTo>
                    <a:pt x="6688" y="6718"/>
                  </a:lnTo>
                  <a:cubicBezTo>
                    <a:pt x="6597" y="6809"/>
                    <a:pt x="6505" y="6900"/>
                    <a:pt x="6414" y="6991"/>
                  </a:cubicBezTo>
                  <a:cubicBezTo>
                    <a:pt x="6323" y="7052"/>
                    <a:pt x="6445" y="7113"/>
                    <a:pt x="6475" y="7113"/>
                  </a:cubicBezTo>
                  <a:cubicBezTo>
                    <a:pt x="6505" y="7113"/>
                    <a:pt x="6779" y="7265"/>
                    <a:pt x="6749" y="7295"/>
                  </a:cubicBezTo>
                  <a:cubicBezTo>
                    <a:pt x="6657" y="7356"/>
                    <a:pt x="6597" y="7447"/>
                    <a:pt x="6566" y="7508"/>
                  </a:cubicBezTo>
                  <a:lnTo>
                    <a:pt x="6566" y="7599"/>
                  </a:lnTo>
                  <a:lnTo>
                    <a:pt x="6566" y="7690"/>
                  </a:lnTo>
                  <a:cubicBezTo>
                    <a:pt x="6505" y="7781"/>
                    <a:pt x="6384" y="7842"/>
                    <a:pt x="6262" y="7842"/>
                  </a:cubicBezTo>
                  <a:lnTo>
                    <a:pt x="6201" y="7842"/>
                  </a:lnTo>
                  <a:cubicBezTo>
                    <a:pt x="6171" y="7812"/>
                    <a:pt x="6384" y="7417"/>
                    <a:pt x="6293" y="7356"/>
                  </a:cubicBezTo>
                  <a:cubicBezTo>
                    <a:pt x="6171" y="7265"/>
                    <a:pt x="6080" y="7234"/>
                    <a:pt x="6080" y="7234"/>
                  </a:cubicBezTo>
                  <a:lnTo>
                    <a:pt x="5989" y="7265"/>
                  </a:lnTo>
                  <a:lnTo>
                    <a:pt x="5958" y="7265"/>
                  </a:lnTo>
                  <a:cubicBezTo>
                    <a:pt x="5837" y="7234"/>
                    <a:pt x="5533" y="7113"/>
                    <a:pt x="5472" y="7052"/>
                  </a:cubicBezTo>
                  <a:cubicBezTo>
                    <a:pt x="5466" y="7049"/>
                    <a:pt x="5459" y="7047"/>
                    <a:pt x="5453" y="7047"/>
                  </a:cubicBezTo>
                  <a:cubicBezTo>
                    <a:pt x="5400" y="7047"/>
                    <a:pt x="5357" y="7159"/>
                    <a:pt x="5411" y="7295"/>
                  </a:cubicBezTo>
                  <a:lnTo>
                    <a:pt x="5350" y="7386"/>
                  </a:lnTo>
                  <a:lnTo>
                    <a:pt x="5290" y="7478"/>
                  </a:lnTo>
                  <a:cubicBezTo>
                    <a:pt x="5264" y="7486"/>
                    <a:pt x="5239" y="7490"/>
                    <a:pt x="5216" y="7490"/>
                  </a:cubicBezTo>
                  <a:cubicBezTo>
                    <a:pt x="5078" y="7490"/>
                    <a:pt x="5003" y="7352"/>
                    <a:pt x="5107" y="7326"/>
                  </a:cubicBezTo>
                  <a:cubicBezTo>
                    <a:pt x="5198" y="7326"/>
                    <a:pt x="5229" y="7265"/>
                    <a:pt x="5138" y="7204"/>
                  </a:cubicBezTo>
                  <a:lnTo>
                    <a:pt x="5138" y="7204"/>
                  </a:lnTo>
                  <a:lnTo>
                    <a:pt x="5046" y="7234"/>
                  </a:lnTo>
                  <a:lnTo>
                    <a:pt x="4864" y="7265"/>
                  </a:lnTo>
                  <a:lnTo>
                    <a:pt x="4378" y="7022"/>
                  </a:lnTo>
                  <a:lnTo>
                    <a:pt x="4317" y="7022"/>
                  </a:lnTo>
                  <a:cubicBezTo>
                    <a:pt x="4286" y="7022"/>
                    <a:pt x="4256" y="7052"/>
                    <a:pt x="4256" y="7082"/>
                  </a:cubicBezTo>
                  <a:lnTo>
                    <a:pt x="4256" y="7174"/>
                  </a:lnTo>
                  <a:cubicBezTo>
                    <a:pt x="4256" y="7234"/>
                    <a:pt x="3983" y="7386"/>
                    <a:pt x="3922" y="7386"/>
                  </a:cubicBezTo>
                  <a:cubicBezTo>
                    <a:pt x="3912" y="7390"/>
                    <a:pt x="3903" y="7391"/>
                    <a:pt x="3894" y="7391"/>
                  </a:cubicBezTo>
                  <a:cubicBezTo>
                    <a:pt x="3825" y="7391"/>
                    <a:pt x="3803" y="7289"/>
                    <a:pt x="3831" y="7234"/>
                  </a:cubicBezTo>
                  <a:cubicBezTo>
                    <a:pt x="3831" y="7220"/>
                    <a:pt x="3822" y="7214"/>
                    <a:pt x="3809" y="7214"/>
                  </a:cubicBezTo>
                  <a:cubicBezTo>
                    <a:pt x="3765" y="7214"/>
                    <a:pt x="3664" y="7279"/>
                    <a:pt x="3618" y="7326"/>
                  </a:cubicBezTo>
                  <a:cubicBezTo>
                    <a:pt x="3587" y="7356"/>
                    <a:pt x="3648" y="7538"/>
                    <a:pt x="3679" y="7599"/>
                  </a:cubicBezTo>
                  <a:cubicBezTo>
                    <a:pt x="3709" y="7660"/>
                    <a:pt x="3739" y="7721"/>
                    <a:pt x="3739" y="7781"/>
                  </a:cubicBezTo>
                  <a:lnTo>
                    <a:pt x="3739" y="7812"/>
                  </a:lnTo>
                  <a:cubicBezTo>
                    <a:pt x="3674" y="7877"/>
                    <a:pt x="3592" y="7907"/>
                    <a:pt x="3506" y="7907"/>
                  </a:cubicBezTo>
                  <a:cubicBezTo>
                    <a:pt x="3431" y="7907"/>
                    <a:pt x="3354" y="7885"/>
                    <a:pt x="3283" y="7842"/>
                  </a:cubicBezTo>
                  <a:lnTo>
                    <a:pt x="3253" y="7781"/>
                  </a:lnTo>
                  <a:cubicBezTo>
                    <a:pt x="3247" y="7770"/>
                    <a:pt x="3237" y="7765"/>
                    <a:pt x="3225" y="7765"/>
                  </a:cubicBezTo>
                  <a:cubicBezTo>
                    <a:pt x="3170" y="7765"/>
                    <a:pt x="3065" y="7859"/>
                    <a:pt x="3040" y="7933"/>
                  </a:cubicBezTo>
                  <a:cubicBezTo>
                    <a:pt x="3034" y="7940"/>
                    <a:pt x="3027" y="7943"/>
                    <a:pt x="3021" y="7943"/>
                  </a:cubicBezTo>
                  <a:cubicBezTo>
                    <a:pt x="2973" y="7943"/>
                    <a:pt x="2949" y="7741"/>
                    <a:pt x="2949" y="7660"/>
                  </a:cubicBezTo>
                  <a:cubicBezTo>
                    <a:pt x="2949" y="7599"/>
                    <a:pt x="3101" y="7508"/>
                    <a:pt x="3162" y="7478"/>
                  </a:cubicBezTo>
                  <a:cubicBezTo>
                    <a:pt x="3192" y="7478"/>
                    <a:pt x="3101" y="7447"/>
                    <a:pt x="2949" y="7417"/>
                  </a:cubicBezTo>
                  <a:lnTo>
                    <a:pt x="2797" y="7417"/>
                  </a:lnTo>
                  <a:lnTo>
                    <a:pt x="2645" y="7599"/>
                  </a:lnTo>
                  <a:lnTo>
                    <a:pt x="2584" y="7569"/>
                  </a:lnTo>
                  <a:lnTo>
                    <a:pt x="2493" y="7508"/>
                  </a:lnTo>
                  <a:cubicBezTo>
                    <a:pt x="2402" y="7417"/>
                    <a:pt x="2280" y="7356"/>
                    <a:pt x="2280" y="7356"/>
                  </a:cubicBezTo>
                  <a:cubicBezTo>
                    <a:pt x="2189" y="7447"/>
                    <a:pt x="2128" y="7569"/>
                    <a:pt x="2068" y="7660"/>
                  </a:cubicBezTo>
                  <a:lnTo>
                    <a:pt x="1976" y="7599"/>
                  </a:lnTo>
                  <a:lnTo>
                    <a:pt x="1764" y="7478"/>
                  </a:lnTo>
                  <a:cubicBezTo>
                    <a:pt x="1612" y="7569"/>
                    <a:pt x="1520" y="7721"/>
                    <a:pt x="1551" y="7903"/>
                  </a:cubicBezTo>
                  <a:cubicBezTo>
                    <a:pt x="1581" y="7964"/>
                    <a:pt x="1581" y="8055"/>
                    <a:pt x="1612" y="8146"/>
                  </a:cubicBezTo>
                  <a:cubicBezTo>
                    <a:pt x="1642" y="8177"/>
                    <a:pt x="1642" y="8207"/>
                    <a:pt x="1612" y="8207"/>
                  </a:cubicBezTo>
                  <a:cubicBezTo>
                    <a:pt x="1551" y="8177"/>
                    <a:pt x="1460" y="8146"/>
                    <a:pt x="1399" y="8085"/>
                  </a:cubicBezTo>
                  <a:cubicBezTo>
                    <a:pt x="1369" y="8025"/>
                    <a:pt x="1429" y="7842"/>
                    <a:pt x="1369" y="7781"/>
                  </a:cubicBezTo>
                  <a:lnTo>
                    <a:pt x="1095" y="7781"/>
                  </a:lnTo>
                  <a:cubicBezTo>
                    <a:pt x="1095" y="7812"/>
                    <a:pt x="1065" y="7903"/>
                    <a:pt x="1095" y="7994"/>
                  </a:cubicBezTo>
                  <a:lnTo>
                    <a:pt x="1034" y="8025"/>
                  </a:lnTo>
                  <a:cubicBezTo>
                    <a:pt x="973" y="8116"/>
                    <a:pt x="913" y="8207"/>
                    <a:pt x="730" y="8207"/>
                  </a:cubicBezTo>
                  <a:cubicBezTo>
                    <a:pt x="730" y="8237"/>
                    <a:pt x="791" y="8298"/>
                    <a:pt x="821" y="8298"/>
                  </a:cubicBezTo>
                  <a:cubicBezTo>
                    <a:pt x="848" y="8325"/>
                    <a:pt x="735" y="8491"/>
                    <a:pt x="645" y="8491"/>
                  </a:cubicBezTo>
                  <a:cubicBezTo>
                    <a:pt x="632" y="8491"/>
                    <a:pt x="620" y="8488"/>
                    <a:pt x="609" y="8481"/>
                  </a:cubicBezTo>
                  <a:cubicBezTo>
                    <a:pt x="600" y="8475"/>
                    <a:pt x="590" y="8472"/>
                    <a:pt x="580" y="8472"/>
                  </a:cubicBezTo>
                  <a:cubicBezTo>
                    <a:pt x="489" y="8472"/>
                    <a:pt x="365" y="8702"/>
                    <a:pt x="365" y="8785"/>
                  </a:cubicBezTo>
                  <a:cubicBezTo>
                    <a:pt x="388" y="8874"/>
                    <a:pt x="361" y="8930"/>
                    <a:pt x="321" y="8930"/>
                  </a:cubicBezTo>
                  <a:cubicBezTo>
                    <a:pt x="307" y="8930"/>
                    <a:pt x="291" y="8922"/>
                    <a:pt x="274" y="8906"/>
                  </a:cubicBezTo>
                  <a:lnTo>
                    <a:pt x="122" y="8906"/>
                  </a:lnTo>
                  <a:lnTo>
                    <a:pt x="92" y="8936"/>
                  </a:lnTo>
                  <a:cubicBezTo>
                    <a:pt x="92" y="8967"/>
                    <a:pt x="213" y="9088"/>
                    <a:pt x="244" y="9088"/>
                  </a:cubicBezTo>
                  <a:cubicBezTo>
                    <a:pt x="335" y="9088"/>
                    <a:pt x="426" y="9088"/>
                    <a:pt x="517" y="9058"/>
                  </a:cubicBezTo>
                  <a:cubicBezTo>
                    <a:pt x="546" y="9029"/>
                    <a:pt x="520" y="8752"/>
                    <a:pt x="596" y="8752"/>
                  </a:cubicBezTo>
                  <a:cubicBezTo>
                    <a:pt x="600" y="8752"/>
                    <a:pt x="604" y="8753"/>
                    <a:pt x="609" y="8754"/>
                  </a:cubicBezTo>
                  <a:cubicBezTo>
                    <a:pt x="730" y="8754"/>
                    <a:pt x="730" y="8845"/>
                    <a:pt x="730" y="8876"/>
                  </a:cubicBezTo>
                  <a:cubicBezTo>
                    <a:pt x="700" y="8906"/>
                    <a:pt x="852" y="8967"/>
                    <a:pt x="882" y="8997"/>
                  </a:cubicBezTo>
                  <a:cubicBezTo>
                    <a:pt x="943" y="8997"/>
                    <a:pt x="943" y="9119"/>
                    <a:pt x="943" y="9119"/>
                  </a:cubicBezTo>
                  <a:cubicBezTo>
                    <a:pt x="928" y="9134"/>
                    <a:pt x="928" y="9142"/>
                    <a:pt x="939" y="9142"/>
                  </a:cubicBezTo>
                  <a:cubicBezTo>
                    <a:pt x="951" y="9142"/>
                    <a:pt x="973" y="9134"/>
                    <a:pt x="1004" y="9119"/>
                  </a:cubicBezTo>
                  <a:lnTo>
                    <a:pt x="1065" y="9119"/>
                  </a:lnTo>
                  <a:lnTo>
                    <a:pt x="1186" y="9149"/>
                  </a:lnTo>
                  <a:cubicBezTo>
                    <a:pt x="1338" y="9210"/>
                    <a:pt x="1369" y="9301"/>
                    <a:pt x="1247" y="9362"/>
                  </a:cubicBezTo>
                  <a:lnTo>
                    <a:pt x="1217" y="9362"/>
                  </a:lnTo>
                  <a:cubicBezTo>
                    <a:pt x="1188" y="9343"/>
                    <a:pt x="1166" y="9336"/>
                    <a:pt x="1149" y="9336"/>
                  </a:cubicBezTo>
                  <a:cubicBezTo>
                    <a:pt x="1112" y="9336"/>
                    <a:pt x="1104" y="9371"/>
                    <a:pt x="1125" y="9392"/>
                  </a:cubicBezTo>
                  <a:cubicBezTo>
                    <a:pt x="1125" y="9453"/>
                    <a:pt x="1186" y="9514"/>
                    <a:pt x="1186" y="9514"/>
                  </a:cubicBezTo>
                  <a:lnTo>
                    <a:pt x="1125" y="9605"/>
                  </a:lnTo>
                  <a:cubicBezTo>
                    <a:pt x="1034" y="9544"/>
                    <a:pt x="943" y="9514"/>
                    <a:pt x="852" y="9484"/>
                  </a:cubicBezTo>
                  <a:lnTo>
                    <a:pt x="761" y="9544"/>
                  </a:lnTo>
                  <a:lnTo>
                    <a:pt x="669" y="9605"/>
                  </a:lnTo>
                  <a:cubicBezTo>
                    <a:pt x="548" y="9666"/>
                    <a:pt x="700" y="9727"/>
                    <a:pt x="761" y="9727"/>
                  </a:cubicBezTo>
                  <a:cubicBezTo>
                    <a:pt x="852" y="9757"/>
                    <a:pt x="791" y="9818"/>
                    <a:pt x="639" y="9879"/>
                  </a:cubicBezTo>
                  <a:lnTo>
                    <a:pt x="487" y="9879"/>
                  </a:lnTo>
                  <a:lnTo>
                    <a:pt x="122" y="9909"/>
                  </a:lnTo>
                  <a:cubicBezTo>
                    <a:pt x="61" y="10092"/>
                    <a:pt x="31" y="10244"/>
                    <a:pt x="1" y="10426"/>
                  </a:cubicBezTo>
                  <a:cubicBezTo>
                    <a:pt x="61" y="10456"/>
                    <a:pt x="153" y="10487"/>
                    <a:pt x="213" y="10487"/>
                  </a:cubicBezTo>
                  <a:lnTo>
                    <a:pt x="274" y="10517"/>
                  </a:lnTo>
                  <a:cubicBezTo>
                    <a:pt x="335" y="10578"/>
                    <a:pt x="396" y="10669"/>
                    <a:pt x="396" y="10730"/>
                  </a:cubicBezTo>
                  <a:cubicBezTo>
                    <a:pt x="396" y="10791"/>
                    <a:pt x="396" y="10851"/>
                    <a:pt x="396" y="10912"/>
                  </a:cubicBezTo>
                  <a:lnTo>
                    <a:pt x="396" y="10973"/>
                  </a:lnTo>
                  <a:cubicBezTo>
                    <a:pt x="373" y="11041"/>
                    <a:pt x="453" y="11076"/>
                    <a:pt x="520" y="11076"/>
                  </a:cubicBezTo>
                  <a:cubicBezTo>
                    <a:pt x="542" y="11076"/>
                    <a:pt x="563" y="11072"/>
                    <a:pt x="578" y="11064"/>
                  </a:cubicBezTo>
                  <a:cubicBezTo>
                    <a:pt x="609" y="11064"/>
                    <a:pt x="639" y="10973"/>
                    <a:pt x="609" y="10851"/>
                  </a:cubicBezTo>
                  <a:lnTo>
                    <a:pt x="639" y="10821"/>
                  </a:lnTo>
                  <a:lnTo>
                    <a:pt x="700" y="10791"/>
                  </a:lnTo>
                  <a:cubicBezTo>
                    <a:pt x="821" y="10882"/>
                    <a:pt x="913" y="10943"/>
                    <a:pt x="1034" y="11003"/>
                  </a:cubicBezTo>
                  <a:lnTo>
                    <a:pt x="1186" y="11003"/>
                  </a:lnTo>
                  <a:cubicBezTo>
                    <a:pt x="1186" y="11003"/>
                    <a:pt x="1125" y="11155"/>
                    <a:pt x="1095" y="11155"/>
                  </a:cubicBezTo>
                  <a:cubicBezTo>
                    <a:pt x="1065" y="11155"/>
                    <a:pt x="1186" y="11490"/>
                    <a:pt x="1065" y="11520"/>
                  </a:cubicBezTo>
                  <a:cubicBezTo>
                    <a:pt x="943" y="11581"/>
                    <a:pt x="913" y="11763"/>
                    <a:pt x="913" y="11824"/>
                  </a:cubicBezTo>
                  <a:cubicBezTo>
                    <a:pt x="913" y="11885"/>
                    <a:pt x="943" y="11915"/>
                    <a:pt x="973" y="11976"/>
                  </a:cubicBezTo>
                  <a:lnTo>
                    <a:pt x="1095" y="11976"/>
                  </a:lnTo>
                  <a:lnTo>
                    <a:pt x="1156" y="11854"/>
                  </a:lnTo>
                  <a:cubicBezTo>
                    <a:pt x="1176" y="11773"/>
                    <a:pt x="1250" y="11719"/>
                    <a:pt x="1325" y="11719"/>
                  </a:cubicBezTo>
                  <a:cubicBezTo>
                    <a:pt x="1362" y="11719"/>
                    <a:pt x="1399" y="11733"/>
                    <a:pt x="1429" y="11763"/>
                  </a:cubicBezTo>
                  <a:cubicBezTo>
                    <a:pt x="1452" y="11808"/>
                    <a:pt x="1490" y="11836"/>
                    <a:pt x="1533" y="11836"/>
                  </a:cubicBezTo>
                  <a:cubicBezTo>
                    <a:pt x="1549" y="11836"/>
                    <a:pt x="1565" y="11832"/>
                    <a:pt x="1581" y="11824"/>
                  </a:cubicBezTo>
                  <a:lnTo>
                    <a:pt x="1855" y="11824"/>
                  </a:lnTo>
                  <a:cubicBezTo>
                    <a:pt x="1855" y="11861"/>
                    <a:pt x="1866" y="11875"/>
                    <a:pt x="1882" y="11875"/>
                  </a:cubicBezTo>
                  <a:cubicBezTo>
                    <a:pt x="1920" y="11875"/>
                    <a:pt x="1986" y="11797"/>
                    <a:pt x="2007" y="11733"/>
                  </a:cubicBezTo>
                  <a:cubicBezTo>
                    <a:pt x="2037" y="11642"/>
                    <a:pt x="2098" y="11611"/>
                    <a:pt x="2189" y="11551"/>
                  </a:cubicBezTo>
                  <a:cubicBezTo>
                    <a:pt x="2280" y="11702"/>
                    <a:pt x="2372" y="11854"/>
                    <a:pt x="2463" y="12006"/>
                  </a:cubicBezTo>
                  <a:lnTo>
                    <a:pt x="2828" y="11824"/>
                  </a:lnTo>
                  <a:cubicBezTo>
                    <a:pt x="2888" y="11885"/>
                    <a:pt x="2888" y="11976"/>
                    <a:pt x="2888" y="12067"/>
                  </a:cubicBezTo>
                  <a:lnTo>
                    <a:pt x="2828" y="12128"/>
                  </a:lnTo>
                  <a:lnTo>
                    <a:pt x="2797" y="12158"/>
                  </a:lnTo>
                  <a:cubicBezTo>
                    <a:pt x="2706" y="12158"/>
                    <a:pt x="2615" y="12219"/>
                    <a:pt x="2584" y="12310"/>
                  </a:cubicBezTo>
                  <a:lnTo>
                    <a:pt x="2706" y="12280"/>
                  </a:lnTo>
                  <a:cubicBezTo>
                    <a:pt x="2761" y="12280"/>
                    <a:pt x="2826" y="12247"/>
                    <a:pt x="2850" y="12247"/>
                  </a:cubicBezTo>
                  <a:cubicBezTo>
                    <a:pt x="2866" y="12247"/>
                    <a:pt x="2864" y="12262"/>
                    <a:pt x="2828" y="12310"/>
                  </a:cubicBezTo>
                  <a:cubicBezTo>
                    <a:pt x="2767" y="12462"/>
                    <a:pt x="2797" y="12523"/>
                    <a:pt x="2919" y="12554"/>
                  </a:cubicBezTo>
                  <a:lnTo>
                    <a:pt x="3101" y="12614"/>
                  </a:lnTo>
                  <a:cubicBezTo>
                    <a:pt x="3101" y="12569"/>
                    <a:pt x="3131" y="12554"/>
                    <a:pt x="3169" y="12554"/>
                  </a:cubicBezTo>
                  <a:cubicBezTo>
                    <a:pt x="3207" y="12554"/>
                    <a:pt x="3253" y="12569"/>
                    <a:pt x="3283" y="12584"/>
                  </a:cubicBezTo>
                  <a:cubicBezTo>
                    <a:pt x="3314" y="12599"/>
                    <a:pt x="3435" y="12614"/>
                    <a:pt x="3557" y="12614"/>
                  </a:cubicBezTo>
                  <a:cubicBezTo>
                    <a:pt x="3679" y="12614"/>
                    <a:pt x="3800" y="12599"/>
                    <a:pt x="3831" y="12554"/>
                  </a:cubicBezTo>
                  <a:cubicBezTo>
                    <a:pt x="3867" y="12499"/>
                    <a:pt x="3914" y="12488"/>
                    <a:pt x="3947" y="12488"/>
                  </a:cubicBezTo>
                  <a:cubicBezTo>
                    <a:pt x="3968" y="12488"/>
                    <a:pt x="3983" y="12493"/>
                    <a:pt x="3983" y="12493"/>
                  </a:cubicBezTo>
                  <a:cubicBezTo>
                    <a:pt x="3987" y="12497"/>
                    <a:pt x="3993" y="12499"/>
                    <a:pt x="4000" y="12499"/>
                  </a:cubicBezTo>
                  <a:cubicBezTo>
                    <a:pt x="4046" y="12499"/>
                    <a:pt x="4143" y="12428"/>
                    <a:pt x="4195" y="12402"/>
                  </a:cubicBezTo>
                  <a:cubicBezTo>
                    <a:pt x="4226" y="12341"/>
                    <a:pt x="4438" y="12158"/>
                    <a:pt x="4408" y="12098"/>
                  </a:cubicBezTo>
                  <a:cubicBezTo>
                    <a:pt x="4408" y="12037"/>
                    <a:pt x="4682" y="12006"/>
                    <a:pt x="4803" y="12006"/>
                  </a:cubicBezTo>
                  <a:cubicBezTo>
                    <a:pt x="4925" y="12006"/>
                    <a:pt x="4955" y="12158"/>
                    <a:pt x="4925" y="12189"/>
                  </a:cubicBezTo>
                  <a:cubicBezTo>
                    <a:pt x="4894" y="12250"/>
                    <a:pt x="4925" y="12310"/>
                    <a:pt x="4925" y="12310"/>
                  </a:cubicBezTo>
                  <a:cubicBezTo>
                    <a:pt x="4986" y="12250"/>
                    <a:pt x="5046" y="12219"/>
                    <a:pt x="5077" y="12158"/>
                  </a:cubicBezTo>
                  <a:cubicBezTo>
                    <a:pt x="5090" y="12145"/>
                    <a:pt x="5103" y="12139"/>
                    <a:pt x="5115" y="12139"/>
                  </a:cubicBezTo>
                  <a:cubicBezTo>
                    <a:pt x="5161" y="12139"/>
                    <a:pt x="5198" y="12221"/>
                    <a:pt x="5198" y="12341"/>
                  </a:cubicBezTo>
                  <a:lnTo>
                    <a:pt x="5107" y="12462"/>
                  </a:lnTo>
                  <a:cubicBezTo>
                    <a:pt x="5077" y="12493"/>
                    <a:pt x="5107" y="12554"/>
                    <a:pt x="5138" y="12554"/>
                  </a:cubicBezTo>
                  <a:cubicBezTo>
                    <a:pt x="5158" y="12564"/>
                    <a:pt x="5175" y="12567"/>
                    <a:pt x="5189" y="12567"/>
                  </a:cubicBezTo>
                  <a:cubicBezTo>
                    <a:pt x="5219" y="12567"/>
                    <a:pt x="5239" y="12554"/>
                    <a:pt x="5259" y="12554"/>
                  </a:cubicBezTo>
                  <a:lnTo>
                    <a:pt x="5320" y="12462"/>
                  </a:lnTo>
                  <a:cubicBezTo>
                    <a:pt x="5369" y="12397"/>
                    <a:pt x="5409" y="12367"/>
                    <a:pt x="5436" y="12367"/>
                  </a:cubicBezTo>
                  <a:cubicBezTo>
                    <a:pt x="5459" y="12367"/>
                    <a:pt x="5472" y="12390"/>
                    <a:pt x="5472" y="12432"/>
                  </a:cubicBezTo>
                  <a:lnTo>
                    <a:pt x="5502" y="12432"/>
                  </a:lnTo>
                  <a:cubicBezTo>
                    <a:pt x="5624" y="12462"/>
                    <a:pt x="5715" y="12462"/>
                    <a:pt x="5837" y="12493"/>
                  </a:cubicBezTo>
                  <a:cubicBezTo>
                    <a:pt x="5949" y="12493"/>
                    <a:pt x="5880" y="12648"/>
                    <a:pt x="6012" y="12648"/>
                  </a:cubicBezTo>
                  <a:cubicBezTo>
                    <a:pt x="6023" y="12648"/>
                    <a:pt x="6035" y="12647"/>
                    <a:pt x="6049" y="12645"/>
                  </a:cubicBezTo>
                  <a:lnTo>
                    <a:pt x="6262" y="12614"/>
                  </a:lnTo>
                  <a:cubicBezTo>
                    <a:pt x="6536" y="12614"/>
                    <a:pt x="6718" y="12432"/>
                    <a:pt x="6718" y="12341"/>
                  </a:cubicBezTo>
                  <a:cubicBezTo>
                    <a:pt x="6688" y="12280"/>
                    <a:pt x="6840" y="12189"/>
                    <a:pt x="7022" y="12189"/>
                  </a:cubicBezTo>
                  <a:lnTo>
                    <a:pt x="7113" y="12280"/>
                  </a:lnTo>
                  <a:lnTo>
                    <a:pt x="7296" y="12402"/>
                  </a:lnTo>
                  <a:cubicBezTo>
                    <a:pt x="7539" y="12462"/>
                    <a:pt x="7843" y="12493"/>
                    <a:pt x="7964" y="12523"/>
                  </a:cubicBezTo>
                  <a:lnTo>
                    <a:pt x="8025" y="12584"/>
                  </a:lnTo>
                  <a:cubicBezTo>
                    <a:pt x="8051" y="12610"/>
                    <a:pt x="8074" y="12619"/>
                    <a:pt x="8097" y="12619"/>
                  </a:cubicBezTo>
                  <a:cubicBezTo>
                    <a:pt x="8144" y="12619"/>
                    <a:pt x="8187" y="12579"/>
                    <a:pt x="8238" y="12579"/>
                  </a:cubicBezTo>
                  <a:cubicBezTo>
                    <a:pt x="8248" y="12579"/>
                    <a:pt x="8258" y="12580"/>
                    <a:pt x="8268" y="12584"/>
                  </a:cubicBezTo>
                  <a:lnTo>
                    <a:pt x="8542" y="12736"/>
                  </a:lnTo>
                  <a:lnTo>
                    <a:pt x="8633" y="12736"/>
                  </a:lnTo>
                  <a:cubicBezTo>
                    <a:pt x="8724" y="12645"/>
                    <a:pt x="8876" y="12675"/>
                    <a:pt x="8937" y="12645"/>
                  </a:cubicBezTo>
                  <a:lnTo>
                    <a:pt x="9028" y="12584"/>
                  </a:lnTo>
                  <a:cubicBezTo>
                    <a:pt x="9103" y="12509"/>
                    <a:pt x="9178" y="12454"/>
                    <a:pt x="9203" y="12454"/>
                  </a:cubicBezTo>
                  <a:cubicBezTo>
                    <a:pt x="9208" y="12454"/>
                    <a:pt x="9211" y="12457"/>
                    <a:pt x="9211" y="12462"/>
                  </a:cubicBezTo>
                  <a:cubicBezTo>
                    <a:pt x="9241" y="12462"/>
                    <a:pt x="9302" y="12554"/>
                    <a:pt x="9393" y="12645"/>
                  </a:cubicBezTo>
                  <a:lnTo>
                    <a:pt x="9636" y="12584"/>
                  </a:lnTo>
                  <a:lnTo>
                    <a:pt x="9697" y="12584"/>
                  </a:lnTo>
                  <a:cubicBezTo>
                    <a:pt x="9788" y="12614"/>
                    <a:pt x="9879" y="12675"/>
                    <a:pt x="9940" y="12736"/>
                  </a:cubicBezTo>
                  <a:lnTo>
                    <a:pt x="10031" y="12797"/>
                  </a:lnTo>
                  <a:lnTo>
                    <a:pt x="10214" y="12949"/>
                  </a:lnTo>
                  <a:cubicBezTo>
                    <a:pt x="10335" y="12858"/>
                    <a:pt x="10457" y="12766"/>
                    <a:pt x="10548" y="12675"/>
                  </a:cubicBezTo>
                  <a:lnTo>
                    <a:pt x="10730" y="12675"/>
                  </a:lnTo>
                  <a:cubicBezTo>
                    <a:pt x="10852" y="12645"/>
                    <a:pt x="10913" y="12523"/>
                    <a:pt x="11004" y="12432"/>
                  </a:cubicBezTo>
                  <a:cubicBezTo>
                    <a:pt x="11065" y="12432"/>
                    <a:pt x="11065" y="12706"/>
                    <a:pt x="11034" y="12797"/>
                  </a:cubicBezTo>
                  <a:cubicBezTo>
                    <a:pt x="11009" y="12872"/>
                    <a:pt x="11108" y="12926"/>
                    <a:pt x="11177" y="12926"/>
                  </a:cubicBezTo>
                  <a:cubicBezTo>
                    <a:pt x="11192" y="12926"/>
                    <a:pt x="11206" y="12924"/>
                    <a:pt x="11217" y="12918"/>
                  </a:cubicBezTo>
                  <a:cubicBezTo>
                    <a:pt x="11265" y="12918"/>
                    <a:pt x="11450" y="12841"/>
                    <a:pt x="11553" y="12841"/>
                  </a:cubicBezTo>
                  <a:cubicBezTo>
                    <a:pt x="11579" y="12841"/>
                    <a:pt x="11600" y="12845"/>
                    <a:pt x="11612" y="12858"/>
                  </a:cubicBezTo>
                  <a:cubicBezTo>
                    <a:pt x="11703" y="12949"/>
                    <a:pt x="11764" y="13010"/>
                    <a:pt x="11855" y="13101"/>
                  </a:cubicBezTo>
                  <a:lnTo>
                    <a:pt x="11977" y="13101"/>
                  </a:lnTo>
                  <a:cubicBezTo>
                    <a:pt x="12068" y="13101"/>
                    <a:pt x="12159" y="13192"/>
                    <a:pt x="12250" y="13192"/>
                  </a:cubicBezTo>
                  <a:lnTo>
                    <a:pt x="12372" y="13192"/>
                  </a:lnTo>
                  <a:cubicBezTo>
                    <a:pt x="12463" y="13192"/>
                    <a:pt x="12585" y="13192"/>
                    <a:pt x="12676" y="13222"/>
                  </a:cubicBezTo>
                  <a:cubicBezTo>
                    <a:pt x="12706" y="13253"/>
                    <a:pt x="12706" y="13283"/>
                    <a:pt x="12676" y="13283"/>
                  </a:cubicBezTo>
                  <a:cubicBezTo>
                    <a:pt x="12645" y="13313"/>
                    <a:pt x="12585" y="13344"/>
                    <a:pt x="12554" y="13344"/>
                  </a:cubicBezTo>
                  <a:cubicBezTo>
                    <a:pt x="12519" y="13334"/>
                    <a:pt x="12481" y="13330"/>
                    <a:pt x="12441" y="13330"/>
                  </a:cubicBezTo>
                  <a:cubicBezTo>
                    <a:pt x="12363" y="13330"/>
                    <a:pt x="12279" y="13344"/>
                    <a:pt x="12201" y="13344"/>
                  </a:cubicBezTo>
                  <a:cubicBezTo>
                    <a:pt x="12083" y="13344"/>
                    <a:pt x="11977" y="13313"/>
                    <a:pt x="11916" y="13161"/>
                  </a:cubicBezTo>
                  <a:cubicBezTo>
                    <a:pt x="11855" y="13161"/>
                    <a:pt x="11825" y="13161"/>
                    <a:pt x="11794" y="13192"/>
                  </a:cubicBezTo>
                  <a:lnTo>
                    <a:pt x="11703" y="13253"/>
                  </a:lnTo>
                  <a:cubicBezTo>
                    <a:pt x="11664" y="13312"/>
                    <a:pt x="11612" y="13345"/>
                    <a:pt x="11555" y="13345"/>
                  </a:cubicBezTo>
                  <a:cubicBezTo>
                    <a:pt x="11524" y="13345"/>
                    <a:pt x="11492" y="13335"/>
                    <a:pt x="11460" y="13313"/>
                  </a:cubicBezTo>
                  <a:cubicBezTo>
                    <a:pt x="11456" y="13306"/>
                    <a:pt x="11451" y="13303"/>
                    <a:pt x="11445" y="13303"/>
                  </a:cubicBezTo>
                  <a:cubicBezTo>
                    <a:pt x="11401" y="13303"/>
                    <a:pt x="11304" y="13477"/>
                    <a:pt x="11278" y="13557"/>
                  </a:cubicBezTo>
                  <a:cubicBezTo>
                    <a:pt x="11256" y="13589"/>
                    <a:pt x="11188" y="13598"/>
                    <a:pt x="11103" y="13598"/>
                  </a:cubicBezTo>
                  <a:cubicBezTo>
                    <a:pt x="10986" y="13598"/>
                    <a:pt x="10836" y="13581"/>
                    <a:pt x="10727" y="13581"/>
                  </a:cubicBezTo>
                  <a:cubicBezTo>
                    <a:pt x="10693" y="13581"/>
                    <a:pt x="10663" y="13582"/>
                    <a:pt x="10639" y="13587"/>
                  </a:cubicBezTo>
                  <a:cubicBezTo>
                    <a:pt x="10487" y="13648"/>
                    <a:pt x="10335" y="13739"/>
                    <a:pt x="10214" y="13830"/>
                  </a:cubicBezTo>
                  <a:lnTo>
                    <a:pt x="10244" y="13921"/>
                  </a:lnTo>
                  <a:lnTo>
                    <a:pt x="10274" y="13952"/>
                  </a:lnTo>
                  <a:cubicBezTo>
                    <a:pt x="10139" y="14064"/>
                    <a:pt x="9970" y="14127"/>
                    <a:pt x="9806" y="14127"/>
                  </a:cubicBezTo>
                  <a:cubicBezTo>
                    <a:pt x="9748" y="14127"/>
                    <a:pt x="9691" y="14119"/>
                    <a:pt x="9636" y="14104"/>
                  </a:cubicBezTo>
                  <a:cubicBezTo>
                    <a:pt x="9454" y="14013"/>
                    <a:pt x="9393" y="13891"/>
                    <a:pt x="9423" y="13861"/>
                  </a:cubicBezTo>
                  <a:cubicBezTo>
                    <a:pt x="9484" y="13800"/>
                    <a:pt x="9211" y="13648"/>
                    <a:pt x="9089" y="13617"/>
                  </a:cubicBezTo>
                  <a:cubicBezTo>
                    <a:pt x="8967" y="13617"/>
                    <a:pt x="8876" y="13678"/>
                    <a:pt x="8876" y="13769"/>
                  </a:cubicBezTo>
                  <a:lnTo>
                    <a:pt x="9119" y="13769"/>
                  </a:lnTo>
                  <a:cubicBezTo>
                    <a:pt x="9150" y="13769"/>
                    <a:pt x="9180" y="13769"/>
                    <a:pt x="9180" y="13800"/>
                  </a:cubicBezTo>
                  <a:lnTo>
                    <a:pt x="9180" y="13891"/>
                  </a:lnTo>
                  <a:lnTo>
                    <a:pt x="9028" y="13982"/>
                  </a:lnTo>
                  <a:cubicBezTo>
                    <a:pt x="8904" y="14032"/>
                    <a:pt x="8760" y="14081"/>
                    <a:pt x="8595" y="14081"/>
                  </a:cubicBezTo>
                  <a:cubicBezTo>
                    <a:pt x="8558" y="14081"/>
                    <a:pt x="8520" y="14079"/>
                    <a:pt x="8481" y="14073"/>
                  </a:cubicBezTo>
                  <a:cubicBezTo>
                    <a:pt x="8420" y="14043"/>
                    <a:pt x="8512" y="13739"/>
                    <a:pt x="8451" y="13709"/>
                  </a:cubicBezTo>
                  <a:cubicBezTo>
                    <a:pt x="8420" y="13693"/>
                    <a:pt x="8390" y="13686"/>
                    <a:pt x="8363" y="13686"/>
                  </a:cubicBezTo>
                  <a:cubicBezTo>
                    <a:pt x="8337" y="13686"/>
                    <a:pt x="8314" y="13693"/>
                    <a:pt x="8299" y="13709"/>
                  </a:cubicBezTo>
                  <a:cubicBezTo>
                    <a:pt x="8268" y="13709"/>
                    <a:pt x="8238" y="13921"/>
                    <a:pt x="8177" y="14165"/>
                  </a:cubicBezTo>
                  <a:lnTo>
                    <a:pt x="7843" y="14256"/>
                  </a:lnTo>
                  <a:lnTo>
                    <a:pt x="7752" y="14286"/>
                  </a:lnTo>
                  <a:cubicBezTo>
                    <a:pt x="7721" y="14301"/>
                    <a:pt x="7676" y="14309"/>
                    <a:pt x="7630" y="14309"/>
                  </a:cubicBezTo>
                  <a:cubicBezTo>
                    <a:pt x="7584" y="14309"/>
                    <a:pt x="7539" y="14301"/>
                    <a:pt x="7508" y="14286"/>
                  </a:cubicBezTo>
                  <a:cubicBezTo>
                    <a:pt x="7502" y="14280"/>
                    <a:pt x="7494" y="14278"/>
                    <a:pt x="7484" y="14278"/>
                  </a:cubicBezTo>
                  <a:cubicBezTo>
                    <a:pt x="7443" y="14278"/>
                    <a:pt x="7375" y="14317"/>
                    <a:pt x="7326" y="14317"/>
                  </a:cubicBezTo>
                  <a:cubicBezTo>
                    <a:pt x="7311" y="14332"/>
                    <a:pt x="7296" y="14339"/>
                    <a:pt x="7280" y="14339"/>
                  </a:cubicBezTo>
                  <a:cubicBezTo>
                    <a:pt x="7265" y="14339"/>
                    <a:pt x="7250" y="14332"/>
                    <a:pt x="7235" y="14317"/>
                  </a:cubicBezTo>
                  <a:cubicBezTo>
                    <a:pt x="7174" y="14225"/>
                    <a:pt x="7144" y="14104"/>
                    <a:pt x="7083" y="14013"/>
                  </a:cubicBezTo>
                  <a:lnTo>
                    <a:pt x="6870" y="13952"/>
                  </a:lnTo>
                  <a:lnTo>
                    <a:pt x="6840" y="13952"/>
                  </a:lnTo>
                  <a:cubicBezTo>
                    <a:pt x="6840" y="13861"/>
                    <a:pt x="6779" y="13861"/>
                    <a:pt x="6749" y="13861"/>
                  </a:cubicBezTo>
                  <a:cubicBezTo>
                    <a:pt x="6718" y="13952"/>
                    <a:pt x="6688" y="14043"/>
                    <a:pt x="6657" y="14134"/>
                  </a:cubicBezTo>
                  <a:lnTo>
                    <a:pt x="6353" y="13982"/>
                  </a:lnTo>
                  <a:cubicBezTo>
                    <a:pt x="6338" y="13967"/>
                    <a:pt x="6323" y="13959"/>
                    <a:pt x="6308" y="13959"/>
                  </a:cubicBezTo>
                  <a:cubicBezTo>
                    <a:pt x="6293" y="13959"/>
                    <a:pt x="6277" y="13967"/>
                    <a:pt x="6262" y="13982"/>
                  </a:cubicBezTo>
                  <a:cubicBezTo>
                    <a:pt x="6262" y="13982"/>
                    <a:pt x="6232" y="14043"/>
                    <a:pt x="6232" y="14043"/>
                  </a:cubicBezTo>
                  <a:lnTo>
                    <a:pt x="6445" y="14256"/>
                  </a:lnTo>
                  <a:cubicBezTo>
                    <a:pt x="6232" y="14286"/>
                    <a:pt x="6019" y="14347"/>
                    <a:pt x="5837" y="14408"/>
                  </a:cubicBezTo>
                  <a:lnTo>
                    <a:pt x="5745" y="14377"/>
                  </a:lnTo>
                  <a:lnTo>
                    <a:pt x="5685" y="14317"/>
                  </a:lnTo>
                  <a:cubicBezTo>
                    <a:pt x="5660" y="14216"/>
                    <a:pt x="5572" y="14157"/>
                    <a:pt x="5473" y="14157"/>
                  </a:cubicBezTo>
                  <a:cubicBezTo>
                    <a:pt x="5453" y="14157"/>
                    <a:pt x="5432" y="14159"/>
                    <a:pt x="5411" y="14165"/>
                  </a:cubicBezTo>
                  <a:lnTo>
                    <a:pt x="5320" y="14165"/>
                  </a:lnTo>
                  <a:cubicBezTo>
                    <a:pt x="5320" y="14195"/>
                    <a:pt x="5350" y="14225"/>
                    <a:pt x="5442" y="14225"/>
                  </a:cubicBezTo>
                  <a:lnTo>
                    <a:pt x="5594" y="14225"/>
                  </a:lnTo>
                  <a:cubicBezTo>
                    <a:pt x="5594" y="14286"/>
                    <a:pt x="5594" y="14317"/>
                    <a:pt x="5594" y="14347"/>
                  </a:cubicBezTo>
                  <a:lnTo>
                    <a:pt x="5381" y="14347"/>
                  </a:lnTo>
                  <a:cubicBezTo>
                    <a:pt x="5350" y="14357"/>
                    <a:pt x="5318" y="14361"/>
                    <a:pt x="5285" y="14361"/>
                  </a:cubicBezTo>
                  <a:cubicBezTo>
                    <a:pt x="5122" y="14361"/>
                    <a:pt x="4940" y="14256"/>
                    <a:pt x="4864" y="14256"/>
                  </a:cubicBezTo>
                  <a:cubicBezTo>
                    <a:pt x="4773" y="14256"/>
                    <a:pt x="4651" y="14225"/>
                    <a:pt x="4560" y="14225"/>
                  </a:cubicBezTo>
                  <a:cubicBezTo>
                    <a:pt x="4549" y="14220"/>
                    <a:pt x="4539" y="14217"/>
                    <a:pt x="4530" y="14217"/>
                  </a:cubicBezTo>
                  <a:cubicBezTo>
                    <a:pt x="4492" y="14217"/>
                    <a:pt x="4486" y="14267"/>
                    <a:pt x="4560" y="14317"/>
                  </a:cubicBezTo>
                  <a:lnTo>
                    <a:pt x="4590" y="14317"/>
                  </a:lnTo>
                  <a:cubicBezTo>
                    <a:pt x="4773" y="14408"/>
                    <a:pt x="4590" y="14438"/>
                    <a:pt x="4590" y="14529"/>
                  </a:cubicBezTo>
                  <a:cubicBezTo>
                    <a:pt x="4590" y="14610"/>
                    <a:pt x="4536" y="14637"/>
                    <a:pt x="4482" y="14637"/>
                  </a:cubicBezTo>
                  <a:cubicBezTo>
                    <a:pt x="4455" y="14637"/>
                    <a:pt x="4428" y="14631"/>
                    <a:pt x="4408" y="14620"/>
                  </a:cubicBezTo>
                  <a:lnTo>
                    <a:pt x="4195" y="14529"/>
                  </a:lnTo>
                  <a:cubicBezTo>
                    <a:pt x="3952" y="14620"/>
                    <a:pt x="3557" y="14560"/>
                    <a:pt x="3496" y="14620"/>
                  </a:cubicBezTo>
                  <a:cubicBezTo>
                    <a:pt x="3405" y="14681"/>
                    <a:pt x="3283" y="14742"/>
                    <a:pt x="3192" y="14772"/>
                  </a:cubicBezTo>
                  <a:lnTo>
                    <a:pt x="3162" y="14620"/>
                  </a:lnTo>
                  <a:cubicBezTo>
                    <a:pt x="3143" y="14582"/>
                    <a:pt x="3111" y="14544"/>
                    <a:pt x="3091" y="14544"/>
                  </a:cubicBezTo>
                  <a:cubicBezTo>
                    <a:pt x="3079" y="14544"/>
                    <a:pt x="3071" y="14557"/>
                    <a:pt x="3071" y="14590"/>
                  </a:cubicBezTo>
                  <a:lnTo>
                    <a:pt x="3040" y="14742"/>
                  </a:lnTo>
                  <a:cubicBezTo>
                    <a:pt x="2888" y="14894"/>
                    <a:pt x="2797" y="15076"/>
                    <a:pt x="2706" y="15289"/>
                  </a:cubicBezTo>
                  <a:cubicBezTo>
                    <a:pt x="2686" y="15318"/>
                    <a:pt x="2664" y="15332"/>
                    <a:pt x="2640" y="15332"/>
                  </a:cubicBezTo>
                  <a:cubicBezTo>
                    <a:pt x="2590" y="15332"/>
                    <a:pt x="2534" y="15271"/>
                    <a:pt x="2493" y="15168"/>
                  </a:cubicBezTo>
                  <a:lnTo>
                    <a:pt x="2645" y="14894"/>
                  </a:lnTo>
                  <a:lnTo>
                    <a:pt x="2706" y="14803"/>
                  </a:lnTo>
                  <a:cubicBezTo>
                    <a:pt x="2767" y="14681"/>
                    <a:pt x="2797" y="14560"/>
                    <a:pt x="2797" y="14438"/>
                  </a:cubicBezTo>
                  <a:lnTo>
                    <a:pt x="2797" y="14438"/>
                  </a:lnTo>
                  <a:lnTo>
                    <a:pt x="2706" y="14529"/>
                  </a:lnTo>
                  <a:cubicBezTo>
                    <a:pt x="2693" y="14521"/>
                    <a:pt x="2681" y="14517"/>
                    <a:pt x="2670" y="14517"/>
                  </a:cubicBezTo>
                  <a:cubicBezTo>
                    <a:pt x="2599" y="14517"/>
                    <a:pt x="2554" y="14659"/>
                    <a:pt x="2554" y="14712"/>
                  </a:cubicBezTo>
                  <a:cubicBezTo>
                    <a:pt x="2554" y="14745"/>
                    <a:pt x="2517" y="14769"/>
                    <a:pt x="2464" y="14769"/>
                  </a:cubicBezTo>
                  <a:cubicBezTo>
                    <a:pt x="2421" y="14769"/>
                    <a:pt x="2366" y="14753"/>
                    <a:pt x="2311" y="14712"/>
                  </a:cubicBezTo>
                  <a:lnTo>
                    <a:pt x="2220" y="14651"/>
                  </a:lnTo>
                  <a:lnTo>
                    <a:pt x="2128" y="14560"/>
                  </a:lnTo>
                  <a:cubicBezTo>
                    <a:pt x="1946" y="14499"/>
                    <a:pt x="1885" y="14377"/>
                    <a:pt x="2007" y="14286"/>
                  </a:cubicBezTo>
                  <a:lnTo>
                    <a:pt x="2007" y="14225"/>
                  </a:lnTo>
                  <a:lnTo>
                    <a:pt x="2007" y="14134"/>
                  </a:lnTo>
                  <a:cubicBezTo>
                    <a:pt x="1978" y="14086"/>
                    <a:pt x="1941" y="14069"/>
                    <a:pt x="1902" y="14069"/>
                  </a:cubicBezTo>
                  <a:cubicBezTo>
                    <a:pt x="1819" y="14069"/>
                    <a:pt x="1733" y="14153"/>
                    <a:pt x="1733" y="14195"/>
                  </a:cubicBezTo>
                  <a:cubicBezTo>
                    <a:pt x="1710" y="14263"/>
                    <a:pt x="1585" y="14298"/>
                    <a:pt x="1498" y="14298"/>
                  </a:cubicBezTo>
                  <a:cubicBezTo>
                    <a:pt x="1469" y="14298"/>
                    <a:pt x="1445" y="14294"/>
                    <a:pt x="1429" y="14286"/>
                  </a:cubicBezTo>
                  <a:lnTo>
                    <a:pt x="1429" y="14286"/>
                  </a:lnTo>
                  <a:cubicBezTo>
                    <a:pt x="1369" y="14286"/>
                    <a:pt x="1794" y="14651"/>
                    <a:pt x="1794" y="14742"/>
                  </a:cubicBezTo>
                  <a:cubicBezTo>
                    <a:pt x="1764" y="14803"/>
                    <a:pt x="1642" y="14803"/>
                    <a:pt x="1612" y="14803"/>
                  </a:cubicBezTo>
                  <a:cubicBezTo>
                    <a:pt x="1520" y="14894"/>
                    <a:pt x="1460" y="14985"/>
                    <a:pt x="1399" y="15076"/>
                  </a:cubicBezTo>
                  <a:lnTo>
                    <a:pt x="1247" y="15137"/>
                  </a:lnTo>
                  <a:cubicBezTo>
                    <a:pt x="1156" y="15168"/>
                    <a:pt x="1065" y="15198"/>
                    <a:pt x="973" y="15228"/>
                  </a:cubicBezTo>
                  <a:cubicBezTo>
                    <a:pt x="852" y="15289"/>
                    <a:pt x="1004" y="15380"/>
                    <a:pt x="973" y="15411"/>
                  </a:cubicBezTo>
                  <a:lnTo>
                    <a:pt x="882" y="15502"/>
                  </a:lnTo>
                  <a:lnTo>
                    <a:pt x="548" y="15654"/>
                  </a:lnTo>
                  <a:cubicBezTo>
                    <a:pt x="517" y="15684"/>
                    <a:pt x="578" y="15745"/>
                    <a:pt x="700" y="15775"/>
                  </a:cubicBezTo>
                  <a:lnTo>
                    <a:pt x="730" y="15775"/>
                  </a:lnTo>
                  <a:cubicBezTo>
                    <a:pt x="771" y="15735"/>
                    <a:pt x="808" y="15721"/>
                    <a:pt x="844" y="15721"/>
                  </a:cubicBezTo>
                  <a:cubicBezTo>
                    <a:pt x="916" y="15721"/>
                    <a:pt x="983" y="15775"/>
                    <a:pt x="1065" y="15775"/>
                  </a:cubicBezTo>
                  <a:lnTo>
                    <a:pt x="1186" y="15775"/>
                  </a:lnTo>
                  <a:cubicBezTo>
                    <a:pt x="1308" y="15775"/>
                    <a:pt x="1460" y="15775"/>
                    <a:pt x="1581" y="15745"/>
                  </a:cubicBezTo>
                  <a:lnTo>
                    <a:pt x="1612" y="15867"/>
                  </a:lnTo>
                  <a:lnTo>
                    <a:pt x="1672" y="16019"/>
                  </a:lnTo>
                  <a:cubicBezTo>
                    <a:pt x="1764" y="15988"/>
                    <a:pt x="1824" y="15897"/>
                    <a:pt x="1855" y="15775"/>
                  </a:cubicBezTo>
                  <a:cubicBezTo>
                    <a:pt x="1855" y="15745"/>
                    <a:pt x="1885" y="15715"/>
                    <a:pt x="1976" y="15715"/>
                  </a:cubicBezTo>
                  <a:lnTo>
                    <a:pt x="2007" y="15715"/>
                  </a:lnTo>
                  <a:cubicBezTo>
                    <a:pt x="2037" y="15760"/>
                    <a:pt x="2083" y="15783"/>
                    <a:pt x="2128" y="15783"/>
                  </a:cubicBezTo>
                  <a:cubicBezTo>
                    <a:pt x="2174" y="15783"/>
                    <a:pt x="2220" y="15760"/>
                    <a:pt x="2250" y="15715"/>
                  </a:cubicBezTo>
                  <a:cubicBezTo>
                    <a:pt x="2291" y="15694"/>
                    <a:pt x="2333" y="15631"/>
                    <a:pt x="2393" y="15631"/>
                  </a:cubicBezTo>
                  <a:cubicBezTo>
                    <a:pt x="2421" y="15631"/>
                    <a:pt x="2454" y="15645"/>
                    <a:pt x="2493" y="15684"/>
                  </a:cubicBezTo>
                  <a:cubicBezTo>
                    <a:pt x="2584" y="15654"/>
                    <a:pt x="2706" y="15624"/>
                    <a:pt x="2828" y="15593"/>
                  </a:cubicBezTo>
                  <a:lnTo>
                    <a:pt x="3131" y="15593"/>
                  </a:lnTo>
                  <a:cubicBezTo>
                    <a:pt x="3189" y="15651"/>
                    <a:pt x="3259" y="15672"/>
                    <a:pt x="3311" y="15672"/>
                  </a:cubicBezTo>
                  <a:cubicBezTo>
                    <a:pt x="3340" y="15672"/>
                    <a:pt x="3364" y="15665"/>
                    <a:pt x="3375" y="15654"/>
                  </a:cubicBezTo>
                  <a:cubicBezTo>
                    <a:pt x="3375" y="15650"/>
                    <a:pt x="3377" y="15648"/>
                    <a:pt x="3381" y="15648"/>
                  </a:cubicBezTo>
                  <a:cubicBezTo>
                    <a:pt x="3407" y="15648"/>
                    <a:pt x="3500" y="15719"/>
                    <a:pt x="3527" y="15745"/>
                  </a:cubicBezTo>
                  <a:cubicBezTo>
                    <a:pt x="3533" y="15751"/>
                    <a:pt x="3542" y="15754"/>
                    <a:pt x="3554" y="15754"/>
                  </a:cubicBezTo>
                  <a:cubicBezTo>
                    <a:pt x="3602" y="15754"/>
                    <a:pt x="3685" y="15715"/>
                    <a:pt x="3709" y="15715"/>
                  </a:cubicBezTo>
                  <a:cubicBezTo>
                    <a:pt x="3739" y="15684"/>
                    <a:pt x="3648" y="15532"/>
                    <a:pt x="3587" y="15472"/>
                  </a:cubicBezTo>
                  <a:cubicBezTo>
                    <a:pt x="3527" y="15411"/>
                    <a:pt x="3587" y="15350"/>
                    <a:pt x="3739" y="15350"/>
                  </a:cubicBezTo>
                  <a:lnTo>
                    <a:pt x="3800" y="15472"/>
                  </a:lnTo>
                  <a:cubicBezTo>
                    <a:pt x="3922" y="15502"/>
                    <a:pt x="4013" y="15593"/>
                    <a:pt x="4104" y="15624"/>
                  </a:cubicBezTo>
                  <a:cubicBezTo>
                    <a:pt x="4195" y="15654"/>
                    <a:pt x="4317" y="15624"/>
                    <a:pt x="4378" y="15684"/>
                  </a:cubicBezTo>
                  <a:cubicBezTo>
                    <a:pt x="4403" y="15703"/>
                    <a:pt x="4424" y="15710"/>
                    <a:pt x="4443" y="15710"/>
                  </a:cubicBezTo>
                  <a:cubicBezTo>
                    <a:pt x="4503" y="15710"/>
                    <a:pt x="4544" y="15641"/>
                    <a:pt x="4621" y="15641"/>
                  </a:cubicBezTo>
                  <a:cubicBezTo>
                    <a:pt x="4639" y="15641"/>
                    <a:pt x="4659" y="15645"/>
                    <a:pt x="4682" y="15654"/>
                  </a:cubicBezTo>
                  <a:lnTo>
                    <a:pt x="4803" y="15715"/>
                  </a:lnTo>
                  <a:cubicBezTo>
                    <a:pt x="4834" y="15593"/>
                    <a:pt x="4803" y="15502"/>
                    <a:pt x="4712" y="15472"/>
                  </a:cubicBezTo>
                  <a:cubicBezTo>
                    <a:pt x="4651" y="15441"/>
                    <a:pt x="4742" y="15411"/>
                    <a:pt x="4925" y="15380"/>
                  </a:cubicBezTo>
                  <a:lnTo>
                    <a:pt x="5077" y="15380"/>
                  </a:lnTo>
                  <a:cubicBezTo>
                    <a:pt x="5161" y="15380"/>
                    <a:pt x="5116" y="15536"/>
                    <a:pt x="5204" y="15536"/>
                  </a:cubicBezTo>
                  <a:cubicBezTo>
                    <a:pt x="5211" y="15536"/>
                    <a:pt x="5219" y="15535"/>
                    <a:pt x="5229" y="15532"/>
                  </a:cubicBezTo>
                  <a:cubicBezTo>
                    <a:pt x="5350" y="15532"/>
                    <a:pt x="5442" y="15472"/>
                    <a:pt x="5563" y="15472"/>
                  </a:cubicBezTo>
                  <a:lnTo>
                    <a:pt x="5715" y="15472"/>
                  </a:lnTo>
                  <a:cubicBezTo>
                    <a:pt x="5867" y="15441"/>
                    <a:pt x="6019" y="15350"/>
                    <a:pt x="6049" y="15198"/>
                  </a:cubicBezTo>
                  <a:cubicBezTo>
                    <a:pt x="6049" y="15139"/>
                    <a:pt x="6176" y="15106"/>
                    <a:pt x="6258" y="15106"/>
                  </a:cubicBezTo>
                  <a:cubicBezTo>
                    <a:pt x="6303" y="15106"/>
                    <a:pt x="6334" y="15116"/>
                    <a:pt x="6323" y="15137"/>
                  </a:cubicBezTo>
                  <a:cubicBezTo>
                    <a:pt x="6314" y="15165"/>
                    <a:pt x="6321" y="15176"/>
                    <a:pt x="6337" y="15176"/>
                  </a:cubicBezTo>
                  <a:cubicBezTo>
                    <a:pt x="6374" y="15176"/>
                    <a:pt x="6454" y="15119"/>
                    <a:pt x="6475" y="15076"/>
                  </a:cubicBezTo>
                  <a:cubicBezTo>
                    <a:pt x="6487" y="15065"/>
                    <a:pt x="6504" y="15060"/>
                    <a:pt x="6524" y="15060"/>
                  </a:cubicBezTo>
                  <a:cubicBezTo>
                    <a:pt x="6612" y="15060"/>
                    <a:pt x="6760" y="15149"/>
                    <a:pt x="6809" y="15198"/>
                  </a:cubicBezTo>
                  <a:cubicBezTo>
                    <a:pt x="6823" y="15205"/>
                    <a:pt x="6846" y="15207"/>
                    <a:pt x="6874" y="15207"/>
                  </a:cubicBezTo>
                  <a:cubicBezTo>
                    <a:pt x="6924" y="15207"/>
                    <a:pt x="6989" y="15200"/>
                    <a:pt x="7043" y="15200"/>
                  </a:cubicBezTo>
                  <a:cubicBezTo>
                    <a:pt x="7092" y="15200"/>
                    <a:pt x="7132" y="15206"/>
                    <a:pt x="7144" y="15228"/>
                  </a:cubicBezTo>
                  <a:cubicBezTo>
                    <a:pt x="7144" y="15251"/>
                    <a:pt x="7146" y="15261"/>
                    <a:pt x="7148" y="15261"/>
                  </a:cubicBezTo>
                  <a:cubicBezTo>
                    <a:pt x="7157" y="15261"/>
                    <a:pt x="7174" y="15175"/>
                    <a:pt x="7174" y="15107"/>
                  </a:cubicBezTo>
                  <a:cubicBezTo>
                    <a:pt x="7193" y="15069"/>
                    <a:pt x="7246" y="15043"/>
                    <a:pt x="7321" y="15043"/>
                  </a:cubicBezTo>
                  <a:cubicBezTo>
                    <a:pt x="7366" y="15043"/>
                    <a:pt x="7420" y="15053"/>
                    <a:pt x="7478" y="15076"/>
                  </a:cubicBezTo>
                  <a:lnTo>
                    <a:pt x="7326" y="15198"/>
                  </a:lnTo>
                  <a:lnTo>
                    <a:pt x="7204" y="15320"/>
                  </a:lnTo>
                  <a:cubicBezTo>
                    <a:pt x="7326" y="15320"/>
                    <a:pt x="7478" y="15289"/>
                    <a:pt x="7600" y="15168"/>
                  </a:cubicBezTo>
                  <a:cubicBezTo>
                    <a:pt x="7630" y="15107"/>
                    <a:pt x="7630" y="15016"/>
                    <a:pt x="7539" y="15016"/>
                  </a:cubicBezTo>
                  <a:lnTo>
                    <a:pt x="7508" y="14955"/>
                  </a:lnTo>
                  <a:cubicBezTo>
                    <a:pt x="7508" y="14894"/>
                    <a:pt x="7478" y="14803"/>
                    <a:pt x="7508" y="14742"/>
                  </a:cubicBezTo>
                  <a:cubicBezTo>
                    <a:pt x="7569" y="14712"/>
                    <a:pt x="7660" y="14712"/>
                    <a:pt x="7752" y="14712"/>
                  </a:cubicBezTo>
                  <a:cubicBezTo>
                    <a:pt x="7797" y="14757"/>
                    <a:pt x="7858" y="14780"/>
                    <a:pt x="7919" y="14780"/>
                  </a:cubicBezTo>
                  <a:cubicBezTo>
                    <a:pt x="7980" y="14780"/>
                    <a:pt x="8040" y="14757"/>
                    <a:pt x="8086" y="14712"/>
                  </a:cubicBezTo>
                  <a:lnTo>
                    <a:pt x="8147" y="14681"/>
                  </a:lnTo>
                  <a:cubicBezTo>
                    <a:pt x="8180" y="14676"/>
                    <a:pt x="8211" y="14673"/>
                    <a:pt x="8238" y="14673"/>
                  </a:cubicBezTo>
                  <a:cubicBezTo>
                    <a:pt x="8358" y="14673"/>
                    <a:pt x="8415" y="14723"/>
                    <a:pt x="8390" y="14772"/>
                  </a:cubicBezTo>
                  <a:lnTo>
                    <a:pt x="8329" y="14803"/>
                  </a:lnTo>
                  <a:lnTo>
                    <a:pt x="8238" y="14864"/>
                  </a:lnTo>
                  <a:cubicBezTo>
                    <a:pt x="8116" y="14955"/>
                    <a:pt x="8208" y="15228"/>
                    <a:pt x="8208" y="15289"/>
                  </a:cubicBezTo>
                  <a:cubicBezTo>
                    <a:pt x="8183" y="15364"/>
                    <a:pt x="8178" y="15419"/>
                    <a:pt x="8194" y="15419"/>
                  </a:cubicBezTo>
                  <a:cubicBezTo>
                    <a:pt x="8198" y="15419"/>
                    <a:pt x="8202" y="15416"/>
                    <a:pt x="8208" y="15411"/>
                  </a:cubicBezTo>
                  <a:lnTo>
                    <a:pt x="8208" y="15380"/>
                  </a:lnTo>
                  <a:cubicBezTo>
                    <a:pt x="8238" y="15350"/>
                    <a:pt x="8177" y="15259"/>
                    <a:pt x="8268" y="15228"/>
                  </a:cubicBezTo>
                  <a:cubicBezTo>
                    <a:pt x="8290" y="15223"/>
                    <a:pt x="8309" y="15220"/>
                    <a:pt x="8325" y="15220"/>
                  </a:cubicBezTo>
                  <a:cubicBezTo>
                    <a:pt x="8400" y="15220"/>
                    <a:pt x="8420" y="15275"/>
                    <a:pt x="8420" y="15350"/>
                  </a:cubicBezTo>
                  <a:cubicBezTo>
                    <a:pt x="8451" y="15350"/>
                    <a:pt x="8542" y="15137"/>
                    <a:pt x="8663" y="15107"/>
                  </a:cubicBezTo>
                  <a:cubicBezTo>
                    <a:pt x="8755" y="15046"/>
                    <a:pt x="8846" y="14985"/>
                    <a:pt x="8907" y="14924"/>
                  </a:cubicBezTo>
                  <a:cubicBezTo>
                    <a:pt x="9089" y="14924"/>
                    <a:pt x="9211" y="14985"/>
                    <a:pt x="9332" y="15107"/>
                  </a:cubicBezTo>
                  <a:cubicBezTo>
                    <a:pt x="9393" y="15168"/>
                    <a:pt x="9454" y="15228"/>
                    <a:pt x="9515" y="15289"/>
                  </a:cubicBezTo>
                  <a:cubicBezTo>
                    <a:pt x="9575" y="15289"/>
                    <a:pt x="9606" y="15259"/>
                    <a:pt x="9636" y="15228"/>
                  </a:cubicBezTo>
                  <a:lnTo>
                    <a:pt x="9636" y="15168"/>
                  </a:lnTo>
                  <a:cubicBezTo>
                    <a:pt x="9636" y="15087"/>
                    <a:pt x="9663" y="15046"/>
                    <a:pt x="9717" y="15046"/>
                  </a:cubicBezTo>
                  <a:cubicBezTo>
                    <a:pt x="9744" y="15046"/>
                    <a:pt x="9778" y="15056"/>
                    <a:pt x="9819" y="15076"/>
                  </a:cubicBezTo>
                  <a:lnTo>
                    <a:pt x="9879" y="15107"/>
                  </a:lnTo>
                  <a:cubicBezTo>
                    <a:pt x="10092" y="15046"/>
                    <a:pt x="10305" y="14985"/>
                    <a:pt x="10518" y="14955"/>
                  </a:cubicBezTo>
                  <a:lnTo>
                    <a:pt x="10761" y="15137"/>
                  </a:lnTo>
                  <a:cubicBezTo>
                    <a:pt x="10791" y="15107"/>
                    <a:pt x="10852" y="14985"/>
                    <a:pt x="10882" y="14955"/>
                  </a:cubicBezTo>
                  <a:cubicBezTo>
                    <a:pt x="10882" y="14940"/>
                    <a:pt x="10951" y="14924"/>
                    <a:pt x="11023" y="14924"/>
                  </a:cubicBezTo>
                  <a:cubicBezTo>
                    <a:pt x="11095" y="14924"/>
                    <a:pt x="11171" y="14940"/>
                    <a:pt x="11186" y="14985"/>
                  </a:cubicBezTo>
                  <a:cubicBezTo>
                    <a:pt x="11198" y="15021"/>
                    <a:pt x="11215" y="15033"/>
                    <a:pt x="11231" y="15033"/>
                  </a:cubicBezTo>
                  <a:cubicBezTo>
                    <a:pt x="11255" y="15033"/>
                    <a:pt x="11278" y="15004"/>
                    <a:pt x="11278" y="14985"/>
                  </a:cubicBezTo>
                  <a:cubicBezTo>
                    <a:pt x="11278" y="14964"/>
                    <a:pt x="11384" y="14942"/>
                    <a:pt x="11521" y="14942"/>
                  </a:cubicBezTo>
                  <a:cubicBezTo>
                    <a:pt x="11578" y="14942"/>
                    <a:pt x="11641" y="14946"/>
                    <a:pt x="11703" y="14955"/>
                  </a:cubicBezTo>
                  <a:lnTo>
                    <a:pt x="12098" y="14955"/>
                  </a:lnTo>
                  <a:cubicBezTo>
                    <a:pt x="12106" y="14947"/>
                    <a:pt x="12117" y="14943"/>
                    <a:pt x="12128" y="14943"/>
                  </a:cubicBezTo>
                  <a:cubicBezTo>
                    <a:pt x="12159" y="14943"/>
                    <a:pt x="12198" y="14971"/>
                    <a:pt x="12220" y="15016"/>
                  </a:cubicBezTo>
                  <a:lnTo>
                    <a:pt x="12250" y="15046"/>
                  </a:lnTo>
                  <a:cubicBezTo>
                    <a:pt x="12311" y="15046"/>
                    <a:pt x="12433" y="14833"/>
                    <a:pt x="12493" y="14833"/>
                  </a:cubicBezTo>
                  <a:cubicBezTo>
                    <a:pt x="12615" y="14864"/>
                    <a:pt x="12706" y="14894"/>
                    <a:pt x="12797" y="14985"/>
                  </a:cubicBezTo>
                  <a:cubicBezTo>
                    <a:pt x="12801" y="14989"/>
                    <a:pt x="12806" y="14991"/>
                    <a:pt x="12812" y="14991"/>
                  </a:cubicBezTo>
                  <a:cubicBezTo>
                    <a:pt x="12850" y="14991"/>
                    <a:pt x="12923" y="14901"/>
                    <a:pt x="12949" y="14742"/>
                  </a:cubicBezTo>
                  <a:lnTo>
                    <a:pt x="13253" y="14742"/>
                  </a:lnTo>
                  <a:cubicBezTo>
                    <a:pt x="13284" y="14772"/>
                    <a:pt x="13192" y="14924"/>
                    <a:pt x="13162" y="14955"/>
                  </a:cubicBezTo>
                  <a:cubicBezTo>
                    <a:pt x="13134" y="14982"/>
                    <a:pt x="13282" y="15035"/>
                    <a:pt x="13491" y="15044"/>
                  </a:cubicBezTo>
                  <a:lnTo>
                    <a:pt x="13491" y="15044"/>
                  </a:lnTo>
                  <a:cubicBezTo>
                    <a:pt x="13491" y="15116"/>
                    <a:pt x="13573" y="15245"/>
                    <a:pt x="13679" y="15350"/>
                  </a:cubicBezTo>
                  <a:lnTo>
                    <a:pt x="13922" y="15350"/>
                  </a:lnTo>
                  <a:cubicBezTo>
                    <a:pt x="13983" y="15380"/>
                    <a:pt x="13983" y="15441"/>
                    <a:pt x="13922" y="15502"/>
                  </a:cubicBezTo>
                  <a:lnTo>
                    <a:pt x="13892" y="15502"/>
                  </a:lnTo>
                  <a:cubicBezTo>
                    <a:pt x="13865" y="15507"/>
                    <a:pt x="13839" y="15510"/>
                    <a:pt x="13814" y="15510"/>
                  </a:cubicBezTo>
                  <a:cubicBezTo>
                    <a:pt x="13697" y="15510"/>
                    <a:pt x="13602" y="15455"/>
                    <a:pt x="13527" y="15380"/>
                  </a:cubicBezTo>
                  <a:cubicBezTo>
                    <a:pt x="13405" y="15259"/>
                    <a:pt x="13253" y="15137"/>
                    <a:pt x="13101" y="15016"/>
                  </a:cubicBezTo>
                  <a:cubicBezTo>
                    <a:pt x="13071" y="15016"/>
                    <a:pt x="13010" y="15168"/>
                    <a:pt x="13010" y="15228"/>
                  </a:cubicBezTo>
                  <a:cubicBezTo>
                    <a:pt x="13010" y="15244"/>
                    <a:pt x="12987" y="15251"/>
                    <a:pt x="12957" y="15251"/>
                  </a:cubicBezTo>
                  <a:cubicBezTo>
                    <a:pt x="12926" y="15251"/>
                    <a:pt x="12888" y="15244"/>
                    <a:pt x="12858" y="15228"/>
                  </a:cubicBezTo>
                  <a:lnTo>
                    <a:pt x="12797" y="15228"/>
                  </a:lnTo>
                  <a:cubicBezTo>
                    <a:pt x="12752" y="15213"/>
                    <a:pt x="12699" y="15206"/>
                    <a:pt x="12645" y="15206"/>
                  </a:cubicBezTo>
                  <a:cubicBezTo>
                    <a:pt x="12592" y="15206"/>
                    <a:pt x="12539" y="15213"/>
                    <a:pt x="12493" y="15228"/>
                  </a:cubicBezTo>
                  <a:cubicBezTo>
                    <a:pt x="12493" y="15214"/>
                    <a:pt x="12479" y="15208"/>
                    <a:pt x="12455" y="15208"/>
                  </a:cubicBezTo>
                  <a:cubicBezTo>
                    <a:pt x="12376" y="15208"/>
                    <a:pt x="12199" y="15273"/>
                    <a:pt x="12129" y="15320"/>
                  </a:cubicBezTo>
                  <a:cubicBezTo>
                    <a:pt x="12068" y="15350"/>
                    <a:pt x="11999" y="15365"/>
                    <a:pt x="11931" y="15365"/>
                  </a:cubicBezTo>
                  <a:cubicBezTo>
                    <a:pt x="11863" y="15365"/>
                    <a:pt x="11794" y="15350"/>
                    <a:pt x="11733" y="15320"/>
                  </a:cubicBezTo>
                  <a:lnTo>
                    <a:pt x="11612" y="15289"/>
                  </a:lnTo>
                  <a:cubicBezTo>
                    <a:pt x="11490" y="15259"/>
                    <a:pt x="11369" y="15228"/>
                    <a:pt x="11278" y="15228"/>
                  </a:cubicBezTo>
                  <a:lnTo>
                    <a:pt x="11156" y="15228"/>
                  </a:lnTo>
                  <a:cubicBezTo>
                    <a:pt x="11068" y="15258"/>
                    <a:pt x="11122" y="15401"/>
                    <a:pt x="11290" y="15548"/>
                  </a:cubicBezTo>
                  <a:lnTo>
                    <a:pt x="11290" y="15548"/>
                  </a:lnTo>
                  <a:cubicBezTo>
                    <a:pt x="11215" y="15555"/>
                    <a:pt x="11140" y="15563"/>
                    <a:pt x="11065" y="15563"/>
                  </a:cubicBezTo>
                  <a:cubicBezTo>
                    <a:pt x="10943" y="15624"/>
                    <a:pt x="10761" y="15684"/>
                    <a:pt x="10639" y="15745"/>
                  </a:cubicBezTo>
                  <a:lnTo>
                    <a:pt x="10518" y="15775"/>
                  </a:lnTo>
                  <a:cubicBezTo>
                    <a:pt x="10518" y="15775"/>
                    <a:pt x="10457" y="15715"/>
                    <a:pt x="10457" y="15684"/>
                  </a:cubicBezTo>
                  <a:cubicBezTo>
                    <a:pt x="10457" y="15684"/>
                    <a:pt x="10487" y="15624"/>
                    <a:pt x="10518" y="15624"/>
                  </a:cubicBezTo>
                  <a:lnTo>
                    <a:pt x="10609" y="15624"/>
                  </a:lnTo>
                  <a:cubicBezTo>
                    <a:pt x="10670" y="15624"/>
                    <a:pt x="10366" y="15563"/>
                    <a:pt x="10274" y="15472"/>
                  </a:cubicBezTo>
                  <a:cubicBezTo>
                    <a:pt x="10248" y="15454"/>
                    <a:pt x="10234" y="15446"/>
                    <a:pt x="10229" y="15446"/>
                  </a:cubicBezTo>
                  <a:cubicBezTo>
                    <a:pt x="10216" y="15446"/>
                    <a:pt x="10253" y="15489"/>
                    <a:pt x="10274" y="15532"/>
                  </a:cubicBezTo>
                  <a:cubicBezTo>
                    <a:pt x="10286" y="15556"/>
                    <a:pt x="10258" y="15565"/>
                    <a:pt x="10213" y="15565"/>
                  </a:cubicBezTo>
                  <a:cubicBezTo>
                    <a:pt x="10141" y="15565"/>
                    <a:pt x="10027" y="15540"/>
                    <a:pt x="9970" y="15502"/>
                  </a:cubicBezTo>
                  <a:cubicBezTo>
                    <a:pt x="9940" y="15472"/>
                    <a:pt x="9902" y="15456"/>
                    <a:pt x="9868" y="15456"/>
                  </a:cubicBezTo>
                  <a:cubicBezTo>
                    <a:pt x="9834" y="15456"/>
                    <a:pt x="9803" y="15472"/>
                    <a:pt x="9788" y="15502"/>
                  </a:cubicBezTo>
                  <a:cubicBezTo>
                    <a:pt x="9758" y="15532"/>
                    <a:pt x="9819" y="15593"/>
                    <a:pt x="9879" y="15593"/>
                  </a:cubicBezTo>
                  <a:lnTo>
                    <a:pt x="10001" y="15593"/>
                  </a:lnTo>
                  <a:cubicBezTo>
                    <a:pt x="10001" y="15624"/>
                    <a:pt x="9940" y="15745"/>
                    <a:pt x="9910" y="15806"/>
                  </a:cubicBezTo>
                  <a:cubicBezTo>
                    <a:pt x="9904" y="15811"/>
                    <a:pt x="9893" y="15814"/>
                    <a:pt x="9876" y="15814"/>
                  </a:cubicBezTo>
                  <a:cubicBezTo>
                    <a:pt x="9795" y="15814"/>
                    <a:pt x="9589" y="15755"/>
                    <a:pt x="9363" y="15654"/>
                  </a:cubicBezTo>
                  <a:lnTo>
                    <a:pt x="9636" y="15380"/>
                  </a:lnTo>
                  <a:cubicBezTo>
                    <a:pt x="9601" y="15357"/>
                    <a:pt x="9566" y="15347"/>
                    <a:pt x="9535" y="15347"/>
                  </a:cubicBezTo>
                  <a:cubicBezTo>
                    <a:pt x="9484" y="15347"/>
                    <a:pt x="9442" y="15373"/>
                    <a:pt x="9423" y="15411"/>
                  </a:cubicBezTo>
                  <a:cubicBezTo>
                    <a:pt x="9393" y="15472"/>
                    <a:pt x="9180" y="15532"/>
                    <a:pt x="9089" y="15532"/>
                  </a:cubicBezTo>
                  <a:cubicBezTo>
                    <a:pt x="9028" y="15532"/>
                    <a:pt x="9119" y="15593"/>
                    <a:pt x="9180" y="15593"/>
                  </a:cubicBezTo>
                  <a:cubicBezTo>
                    <a:pt x="9241" y="15624"/>
                    <a:pt x="9332" y="15684"/>
                    <a:pt x="9393" y="15715"/>
                  </a:cubicBezTo>
                  <a:cubicBezTo>
                    <a:pt x="9420" y="15742"/>
                    <a:pt x="9331" y="15757"/>
                    <a:pt x="9219" y="15757"/>
                  </a:cubicBezTo>
                  <a:cubicBezTo>
                    <a:pt x="9081" y="15757"/>
                    <a:pt x="8910" y="15735"/>
                    <a:pt x="8876" y="15684"/>
                  </a:cubicBezTo>
                  <a:cubicBezTo>
                    <a:pt x="8846" y="15563"/>
                    <a:pt x="8755" y="15441"/>
                    <a:pt x="8724" y="15441"/>
                  </a:cubicBezTo>
                  <a:cubicBezTo>
                    <a:pt x="8663" y="15441"/>
                    <a:pt x="8603" y="15654"/>
                    <a:pt x="8542" y="15715"/>
                  </a:cubicBezTo>
                  <a:cubicBezTo>
                    <a:pt x="8497" y="15759"/>
                    <a:pt x="8534" y="15787"/>
                    <a:pt x="8569" y="15787"/>
                  </a:cubicBezTo>
                  <a:cubicBezTo>
                    <a:pt x="8582" y="15787"/>
                    <a:pt x="8595" y="15784"/>
                    <a:pt x="8603" y="15775"/>
                  </a:cubicBezTo>
                  <a:cubicBezTo>
                    <a:pt x="8608" y="15770"/>
                    <a:pt x="8613" y="15767"/>
                    <a:pt x="8617" y="15767"/>
                  </a:cubicBezTo>
                  <a:cubicBezTo>
                    <a:pt x="8633" y="15767"/>
                    <a:pt x="8633" y="15817"/>
                    <a:pt x="8633" y="15867"/>
                  </a:cubicBezTo>
                  <a:lnTo>
                    <a:pt x="8572" y="15897"/>
                  </a:lnTo>
                  <a:lnTo>
                    <a:pt x="8512" y="15958"/>
                  </a:lnTo>
                  <a:cubicBezTo>
                    <a:pt x="8489" y="15965"/>
                    <a:pt x="8464" y="15969"/>
                    <a:pt x="8438" y="15969"/>
                  </a:cubicBezTo>
                  <a:cubicBezTo>
                    <a:pt x="8361" y="15969"/>
                    <a:pt x="8276" y="15935"/>
                    <a:pt x="8208" y="15867"/>
                  </a:cubicBezTo>
                  <a:lnTo>
                    <a:pt x="8086" y="15867"/>
                  </a:lnTo>
                  <a:cubicBezTo>
                    <a:pt x="7995" y="15836"/>
                    <a:pt x="7995" y="15806"/>
                    <a:pt x="7995" y="15715"/>
                  </a:cubicBezTo>
                  <a:lnTo>
                    <a:pt x="7934" y="15593"/>
                  </a:lnTo>
                  <a:cubicBezTo>
                    <a:pt x="7873" y="15624"/>
                    <a:pt x="7812" y="15639"/>
                    <a:pt x="7752" y="15639"/>
                  </a:cubicBezTo>
                  <a:cubicBezTo>
                    <a:pt x="7691" y="15639"/>
                    <a:pt x="7630" y="15624"/>
                    <a:pt x="7569" y="15593"/>
                  </a:cubicBezTo>
                  <a:lnTo>
                    <a:pt x="7478" y="15563"/>
                  </a:lnTo>
                  <a:lnTo>
                    <a:pt x="7326" y="15502"/>
                  </a:lnTo>
                  <a:cubicBezTo>
                    <a:pt x="7204" y="15532"/>
                    <a:pt x="7113" y="15593"/>
                    <a:pt x="7083" y="15715"/>
                  </a:cubicBezTo>
                  <a:cubicBezTo>
                    <a:pt x="7083" y="15745"/>
                    <a:pt x="7174" y="15775"/>
                    <a:pt x="7204" y="15775"/>
                  </a:cubicBezTo>
                  <a:cubicBezTo>
                    <a:pt x="7235" y="15775"/>
                    <a:pt x="7326" y="15927"/>
                    <a:pt x="7387" y="15927"/>
                  </a:cubicBezTo>
                  <a:cubicBezTo>
                    <a:pt x="7400" y="15923"/>
                    <a:pt x="7415" y="15921"/>
                    <a:pt x="7431" y="15921"/>
                  </a:cubicBezTo>
                  <a:cubicBezTo>
                    <a:pt x="7528" y="15921"/>
                    <a:pt x="7669" y="15988"/>
                    <a:pt x="7721" y="15988"/>
                  </a:cubicBezTo>
                  <a:cubicBezTo>
                    <a:pt x="7812" y="15988"/>
                    <a:pt x="7782" y="16049"/>
                    <a:pt x="7691" y="16140"/>
                  </a:cubicBezTo>
                  <a:lnTo>
                    <a:pt x="7326" y="16171"/>
                  </a:lnTo>
                  <a:lnTo>
                    <a:pt x="7174" y="16171"/>
                  </a:lnTo>
                  <a:lnTo>
                    <a:pt x="7144" y="16140"/>
                  </a:lnTo>
                  <a:cubicBezTo>
                    <a:pt x="7133" y="16119"/>
                    <a:pt x="7122" y="16109"/>
                    <a:pt x="7110" y="16109"/>
                  </a:cubicBezTo>
                  <a:cubicBezTo>
                    <a:pt x="7088" y="16109"/>
                    <a:pt x="7061" y="16142"/>
                    <a:pt x="7022" y="16201"/>
                  </a:cubicBezTo>
                  <a:lnTo>
                    <a:pt x="6992" y="16201"/>
                  </a:lnTo>
                  <a:cubicBezTo>
                    <a:pt x="6954" y="16193"/>
                    <a:pt x="6914" y="16190"/>
                    <a:pt x="6873" y="16190"/>
                  </a:cubicBezTo>
                  <a:cubicBezTo>
                    <a:pt x="6752" y="16190"/>
                    <a:pt x="6627" y="16224"/>
                    <a:pt x="6536" y="16292"/>
                  </a:cubicBezTo>
                  <a:cubicBezTo>
                    <a:pt x="6475" y="16231"/>
                    <a:pt x="6414" y="16201"/>
                    <a:pt x="6384" y="16140"/>
                  </a:cubicBezTo>
                  <a:lnTo>
                    <a:pt x="6323" y="16231"/>
                  </a:lnTo>
                  <a:lnTo>
                    <a:pt x="6262" y="16201"/>
                  </a:lnTo>
                  <a:cubicBezTo>
                    <a:pt x="6253" y="16182"/>
                    <a:pt x="6217" y="16175"/>
                    <a:pt x="6169" y="16175"/>
                  </a:cubicBezTo>
                  <a:cubicBezTo>
                    <a:pt x="6061" y="16175"/>
                    <a:pt x="5890" y="16210"/>
                    <a:pt x="5806" y="16231"/>
                  </a:cubicBezTo>
                  <a:cubicBezTo>
                    <a:pt x="5794" y="16240"/>
                    <a:pt x="5778" y="16244"/>
                    <a:pt x="5761" y="16244"/>
                  </a:cubicBezTo>
                  <a:cubicBezTo>
                    <a:pt x="5652" y="16244"/>
                    <a:pt x="5468" y="16097"/>
                    <a:pt x="5442" y="16019"/>
                  </a:cubicBezTo>
                  <a:cubicBezTo>
                    <a:pt x="5424" y="15983"/>
                    <a:pt x="5322" y="15968"/>
                    <a:pt x="5223" y="15968"/>
                  </a:cubicBezTo>
                  <a:cubicBezTo>
                    <a:pt x="5153" y="15968"/>
                    <a:pt x="5084" y="15976"/>
                    <a:pt x="5046" y="15988"/>
                  </a:cubicBezTo>
                  <a:cubicBezTo>
                    <a:pt x="4955" y="15988"/>
                    <a:pt x="4925" y="16079"/>
                    <a:pt x="4925" y="16171"/>
                  </a:cubicBezTo>
                  <a:lnTo>
                    <a:pt x="4925" y="16262"/>
                  </a:lnTo>
                  <a:cubicBezTo>
                    <a:pt x="4894" y="16292"/>
                    <a:pt x="4864" y="16292"/>
                    <a:pt x="4803" y="16323"/>
                  </a:cubicBezTo>
                  <a:cubicBezTo>
                    <a:pt x="4773" y="16323"/>
                    <a:pt x="4712" y="16292"/>
                    <a:pt x="4712" y="16262"/>
                  </a:cubicBezTo>
                  <a:lnTo>
                    <a:pt x="4712" y="16110"/>
                  </a:lnTo>
                  <a:cubicBezTo>
                    <a:pt x="4712" y="15988"/>
                    <a:pt x="4621" y="15867"/>
                    <a:pt x="4499" y="15836"/>
                  </a:cubicBezTo>
                  <a:cubicBezTo>
                    <a:pt x="4438" y="15836"/>
                    <a:pt x="4499" y="15897"/>
                    <a:pt x="4499" y="15958"/>
                  </a:cubicBezTo>
                  <a:cubicBezTo>
                    <a:pt x="4499" y="16019"/>
                    <a:pt x="4530" y="16079"/>
                    <a:pt x="4560" y="16110"/>
                  </a:cubicBezTo>
                  <a:cubicBezTo>
                    <a:pt x="4590" y="16201"/>
                    <a:pt x="4590" y="16262"/>
                    <a:pt x="4621" y="16323"/>
                  </a:cubicBezTo>
                  <a:lnTo>
                    <a:pt x="4469" y="16323"/>
                  </a:lnTo>
                  <a:cubicBezTo>
                    <a:pt x="4378" y="16323"/>
                    <a:pt x="4286" y="16323"/>
                    <a:pt x="4317" y="16414"/>
                  </a:cubicBezTo>
                  <a:cubicBezTo>
                    <a:pt x="4337" y="16551"/>
                    <a:pt x="4267" y="16587"/>
                    <a:pt x="4191" y="16587"/>
                  </a:cubicBezTo>
                  <a:cubicBezTo>
                    <a:pt x="4150" y="16587"/>
                    <a:pt x="4106" y="16577"/>
                    <a:pt x="4074" y="16566"/>
                  </a:cubicBezTo>
                  <a:cubicBezTo>
                    <a:pt x="3891" y="16475"/>
                    <a:pt x="3587" y="16475"/>
                    <a:pt x="3587" y="16231"/>
                  </a:cubicBezTo>
                  <a:lnTo>
                    <a:pt x="3587" y="16171"/>
                  </a:lnTo>
                  <a:cubicBezTo>
                    <a:pt x="3587" y="16126"/>
                    <a:pt x="3539" y="16098"/>
                    <a:pt x="3488" y="16098"/>
                  </a:cubicBezTo>
                  <a:cubicBezTo>
                    <a:pt x="3470" y="16098"/>
                    <a:pt x="3452" y="16102"/>
                    <a:pt x="3435" y="16110"/>
                  </a:cubicBezTo>
                  <a:lnTo>
                    <a:pt x="3344" y="16110"/>
                  </a:lnTo>
                  <a:cubicBezTo>
                    <a:pt x="3283" y="16110"/>
                    <a:pt x="3223" y="16079"/>
                    <a:pt x="3253" y="16019"/>
                  </a:cubicBezTo>
                  <a:cubicBezTo>
                    <a:pt x="3253" y="15988"/>
                    <a:pt x="3101" y="15988"/>
                    <a:pt x="3040" y="15988"/>
                  </a:cubicBezTo>
                  <a:cubicBezTo>
                    <a:pt x="2949" y="15988"/>
                    <a:pt x="3223" y="16231"/>
                    <a:pt x="3314" y="16292"/>
                  </a:cubicBezTo>
                  <a:cubicBezTo>
                    <a:pt x="3375" y="16353"/>
                    <a:pt x="3405" y="16414"/>
                    <a:pt x="3466" y="16475"/>
                  </a:cubicBezTo>
                  <a:cubicBezTo>
                    <a:pt x="3405" y="16475"/>
                    <a:pt x="3344" y="16444"/>
                    <a:pt x="3314" y="16414"/>
                  </a:cubicBezTo>
                  <a:cubicBezTo>
                    <a:pt x="3253" y="16414"/>
                    <a:pt x="3071" y="16535"/>
                    <a:pt x="3010" y="16566"/>
                  </a:cubicBezTo>
                  <a:cubicBezTo>
                    <a:pt x="2949" y="16627"/>
                    <a:pt x="2919" y="16718"/>
                    <a:pt x="2949" y="16779"/>
                  </a:cubicBezTo>
                  <a:cubicBezTo>
                    <a:pt x="2949" y="16839"/>
                    <a:pt x="2888" y="16900"/>
                    <a:pt x="2797" y="16900"/>
                  </a:cubicBezTo>
                  <a:lnTo>
                    <a:pt x="2736" y="16900"/>
                  </a:lnTo>
                  <a:cubicBezTo>
                    <a:pt x="2706" y="16870"/>
                    <a:pt x="2676" y="16809"/>
                    <a:pt x="2615" y="16809"/>
                  </a:cubicBezTo>
                  <a:cubicBezTo>
                    <a:pt x="2460" y="16751"/>
                    <a:pt x="2305" y="16644"/>
                    <a:pt x="2143" y="16644"/>
                  </a:cubicBezTo>
                  <a:cubicBezTo>
                    <a:pt x="2050" y="16644"/>
                    <a:pt x="1954" y="16679"/>
                    <a:pt x="1855" y="16779"/>
                  </a:cubicBezTo>
                  <a:lnTo>
                    <a:pt x="1733" y="16779"/>
                  </a:lnTo>
                  <a:cubicBezTo>
                    <a:pt x="1688" y="16763"/>
                    <a:pt x="1642" y="16756"/>
                    <a:pt x="1596" y="16756"/>
                  </a:cubicBezTo>
                  <a:cubicBezTo>
                    <a:pt x="1551" y="16756"/>
                    <a:pt x="1505" y="16763"/>
                    <a:pt x="1460" y="16779"/>
                  </a:cubicBezTo>
                  <a:cubicBezTo>
                    <a:pt x="1429" y="16794"/>
                    <a:pt x="1407" y="16801"/>
                    <a:pt x="1384" y="16801"/>
                  </a:cubicBezTo>
                  <a:cubicBezTo>
                    <a:pt x="1361" y="16801"/>
                    <a:pt x="1338" y="16794"/>
                    <a:pt x="1308" y="16779"/>
                  </a:cubicBezTo>
                  <a:lnTo>
                    <a:pt x="1247" y="16718"/>
                  </a:lnTo>
                  <a:cubicBezTo>
                    <a:pt x="1234" y="16705"/>
                    <a:pt x="1211" y="16699"/>
                    <a:pt x="1181" y="16699"/>
                  </a:cubicBezTo>
                  <a:cubicBezTo>
                    <a:pt x="1071" y="16699"/>
                    <a:pt x="861" y="16781"/>
                    <a:pt x="669" y="16900"/>
                  </a:cubicBezTo>
                  <a:lnTo>
                    <a:pt x="457" y="16779"/>
                  </a:lnTo>
                  <a:lnTo>
                    <a:pt x="213" y="16687"/>
                  </a:lnTo>
                  <a:lnTo>
                    <a:pt x="213" y="16687"/>
                  </a:lnTo>
                  <a:cubicBezTo>
                    <a:pt x="153" y="16779"/>
                    <a:pt x="244" y="16870"/>
                    <a:pt x="396" y="16870"/>
                  </a:cubicBezTo>
                  <a:lnTo>
                    <a:pt x="487" y="16991"/>
                  </a:lnTo>
                  <a:cubicBezTo>
                    <a:pt x="525" y="17057"/>
                    <a:pt x="563" y="17079"/>
                    <a:pt x="600" y="17079"/>
                  </a:cubicBezTo>
                  <a:cubicBezTo>
                    <a:pt x="677" y="17079"/>
                    <a:pt x="753" y="16989"/>
                    <a:pt x="830" y="16989"/>
                  </a:cubicBezTo>
                  <a:cubicBezTo>
                    <a:pt x="837" y="16989"/>
                    <a:pt x="844" y="16989"/>
                    <a:pt x="852" y="16991"/>
                  </a:cubicBezTo>
                  <a:cubicBezTo>
                    <a:pt x="913" y="17022"/>
                    <a:pt x="943" y="17052"/>
                    <a:pt x="973" y="17083"/>
                  </a:cubicBezTo>
                  <a:lnTo>
                    <a:pt x="1065" y="17113"/>
                  </a:lnTo>
                  <a:cubicBezTo>
                    <a:pt x="1156" y="17174"/>
                    <a:pt x="1186" y="17295"/>
                    <a:pt x="1065" y="17356"/>
                  </a:cubicBezTo>
                  <a:lnTo>
                    <a:pt x="1004" y="17417"/>
                  </a:lnTo>
                  <a:cubicBezTo>
                    <a:pt x="882" y="17478"/>
                    <a:pt x="1034" y="17569"/>
                    <a:pt x="943" y="17660"/>
                  </a:cubicBezTo>
                  <a:cubicBezTo>
                    <a:pt x="882" y="17690"/>
                    <a:pt x="882" y="17842"/>
                    <a:pt x="1095" y="17842"/>
                  </a:cubicBezTo>
                  <a:cubicBezTo>
                    <a:pt x="1125" y="17842"/>
                    <a:pt x="1186" y="17903"/>
                    <a:pt x="1247" y="17903"/>
                  </a:cubicBezTo>
                  <a:lnTo>
                    <a:pt x="1308" y="17903"/>
                  </a:lnTo>
                  <a:cubicBezTo>
                    <a:pt x="1369" y="17873"/>
                    <a:pt x="1429" y="17690"/>
                    <a:pt x="1490" y="17690"/>
                  </a:cubicBezTo>
                  <a:cubicBezTo>
                    <a:pt x="1581" y="17660"/>
                    <a:pt x="1520" y="17599"/>
                    <a:pt x="1399" y="17538"/>
                  </a:cubicBezTo>
                  <a:lnTo>
                    <a:pt x="1277" y="17478"/>
                  </a:lnTo>
                  <a:cubicBezTo>
                    <a:pt x="1247" y="17447"/>
                    <a:pt x="1247" y="17386"/>
                    <a:pt x="1277" y="17356"/>
                  </a:cubicBezTo>
                  <a:cubicBezTo>
                    <a:pt x="1300" y="17334"/>
                    <a:pt x="1322" y="17262"/>
                    <a:pt x="1381" y="17262"/>
                  </a:cubicBezTo>
                  <a:cubicBezTo>
                    <a:pt x="1402" y="17262"/>
                    <a:pt x="1428" y="17271"/>
                    <a:pt x="1460" y="17295"/>
                  </a:cubicBezTo>
                  <a:lnTo>
                    <a:pt x="1490" y="17326"/>
                  </a:lnTo>
                  <a:cubicBezTo>
                    <a:pt x="1612" y="17295"/>
                    <a:pt x="1733" y="17234"/>
                    <a:pt x="1855" y="17174"/>
                  </a:cubicBezTo>
                  <a:lnTo>
                    <a:pt x="2098" y="17174"/>
                  </a:lnTo>
                  <a:cubicBezTo>
                    <a:pt x="2159" y="17174"/>
                    <a:pt x="2220" y="17143"/>
                    <a:pt x="2280" y="17113"/>
                  </a:cubicBezTo>
                  <a:lnTo>
                    <a:pt x="2402" y="17052"/>
                  </a:lnTo>
                  <a:cubicBezTo>
                    <a:pt x="2584" y="17113"/>
                    <a:pt x="2706" y="17234"/>
                    <a:pt x="2736" y="17417"/>
                  </a:cubicBezTo>
                  <a:lnTo>
                    <a:pt x="2797" y="17538"/>
                  </a:lnTo>
                  <a:cubicBezTo>
                    <a:pt x="2828" y="17599"/>
                    <a:pt x="2888" y="17630"/>
                    <a:pt x="2949" y="17660"/>
                  </a:cubicBezTo>
                  <a:lnTo>
                    <a:pt x="2979" y="17660"/>
                  </a:lnTo>
                  <a:cubicBezTo>
                    <a:pt x="3010" y="17660"/>
                    <a:pt x="3040" y="17630"/>
                    <a:pt x="3071" y="17599"/>
                  </a:cubicBezTo>
                  <a:lnTo>
                    <a:pt x="3040" y="17599"/>
                  </a:lnTo>
                  <a:cubicBezTo>
                    <a:pt x="2979" y="17538"/>
                    <a:pt x="2979" y="17478"/>
                    <a:pt x="3071" y="17417"/>
                  </a:cubicBezTo>
                  <a:cubicBezTo>
                    <a:pt x="3101" y="17417"/>
                    <a:pt x="3162" y="17478"/>
                    <a:pt x="3192" y="17508"/>
                  </a:cubicBezTo>
                  <a:cubicBezTo>
                    <a:pt x="3253" y="17538"/>
                    <a:pt x="3253" y="17599"/>
                    <a:pt x="3314" y="17630"/>
                  </a:cubicBezTo>
                  <a:cubicBezTo>
                    <a:pt x="3527" y="17782"/>
                    <a:pt x="3587" y="17934"/>
                    <a:pt x="3405" y="18116"/>
                  </a:cubicBezTo>
                  <a:cubicBezTo>
                    <a:pt x="3413" y="18124"/>
                    <a:pt x="3426" y="18128"/>
                    <a:pt x="3440" y="18128"/>
                  </a:cubicBezTo>
                  <a:cubicBezTo>
                    <a:pt x="3480" y="18128"/>
                    <a:pt x="3535" y="18100"/>
                    <a:pt x="3557" y="18055"/>
                  </a:cubicBezTo>
                  <a:lnTo>
                    <a:pt x="3618" y="18025"/>
                  </a:lnTo>
                  <a:cubicBezTo>
                    <a:pt x="3648" y="17964"/>
                    <a:pt x="3709" y="17934"/>
                    <a:pt x="3739" y="17934"/>
                  </a:cubicBezTo>
                  <a:lnTo>
                    <a:pt x="3922" y="17964"/>
                  </a:lnTo>
                  <a:cubicBezTo>
                    <a:pt x="4074" y="17994"/>
                    <a:pt x="4195" y="18086"/>
                    <a:pt x="4286" y="18207"/>
                  </a:cubicBezTo>
                  <a:lnTo>
                    <a:pt x="4408" y="18146"/>
                  </a:lnTo>
                  <a:cubicBezTo>
                    <a:pt x="4438" y="18146"/>
                    <a:pt x="4408" y="18025"/>
                    <a:pt x="4347" y="17994"/>
                  </a:cubicBezTo>
                  <a:cubicBezTo>
                    <a:pt x="4256" y="17903"/>
                    <a:pt x="4165" y="17812"/>
                    <a:pt x="4074" y="17782"/>
                  </a:cubicBezTo>
                  <a:cubicBezTo>
                    <a:pt x="3952" y="17690"/>
                    <a:pt x="3922" y="17690"/>
                    <a:pt x="4013" y="17660"/>
                  </a:cubicBezTo>
                  <a:cubicBezTo>
                    <a:pt x="4165" y="17538"/>
                    <a:pt x="4317" y="17478"/>
                    <a:pt x="4499" y="17447"/>
                  </a:cubicBezTo>
                  <a:cubicBezTo>
                    <a:pt x="4712" y="17478"/>
                    <a:pt x="4590" y="17721"/>
                    <a:pt x="4742" y="17812"/>
                  </a:cubicBezTo>
                  <a:lnTo>
                    <a:pt x="4742" y="17873"/>
                  </a:lnTo>
                  <a:cubicBezTo>
                    <a:pt x="4784" y="17977"/>
                    <a:pt x="4811" y="18024"/>
                    <a:pt x="4883" y="18024"/>
                  </a:cubicBezTo>
                  <a:cubicBezTo>
                    <a:pt x="4916" y="18024"/>
                    <a:pt x="4958" y="18014"/>
                    <a:pt x="5016" y="17994"/>
                  </a:cubicBezTo>
                  <a:cubicBezTo>
                    <a:pt x="5107" y="17994"/>
                    <a:pt x="5198" y="17934"/>
                    <a:pt x="5259" y="17934"/>
                  </a:cubicBezTo>
                  <a:lnTo>
                    <a:pt x="5502" y="17994"/>
                  </a:lnTo>
                  <a:cubicBezTo>
                    <a:pt x="5624" y="17873"/>
                    <a:pt x="5654" y="17721"/>
                    <a:pt x="5533" y="17599"/>
                  </a:cubicBezTo>
                  <a:cubicBezTo>
                    <a:pt x="5502" y="17569"/>
                    <a:pt x="5715" y="17478"/>
                    <a:pt x="5806" y="17478"/>
                  </a:cubicBezTo>
                  <a:cubicBezTo>
                    <a:pt x="5897" y="17478"/>
                    <a:pt x="5989" y="17478"/>
                    <a:pt x="6080" y="17447"/>
                  </a:cubicBezTo>
                  <a:cubicBezTo>
                    <a:pt x="6080" y="17441"/>
                    <a:pt x="6082" y="17439"/>
                    <a:pt x="6086" y="17439"/>
                  </a:cubicBezTo>
                  <a:cubicBezTo>
                    <a:pt x="6103" y="17439"/>
                    <a:pt x="6147" y="17478"/>
                    <a:pt x="6171" y="17478"/>
                  </a:cubicBezTo>
                  <a:lnTo>
                    <a:pt x="6323" y="17478"/>
                  </a:lnTo>
                  <a:cubicBezTo>
                    <a:pt x="6353" y="17478"/>
                    <a:pt x="6262" y="17265"/>
                    <a:pt x="6323" y="17204"/>
                  </a:cubicBezTo>
                  <a:cubicBezTo>
                    <a:pt x="6347" y="17168"/>
                    <a:pt x="6408" y="17156"/>
                    <a:pt x="6478" y="17156"/>
                  </a:cubicBezTo>
                  <a:cubicBezTo>
                    <a:pt x="6585" y="17156"/>
                    <a:pt x="6712" y="17186"/>
                    <a:pt x="6749" y="17204"/>
                  </a:cubicBezTo>
                  <a:cubicBezTo>
                    <a:pt x="6766" y="17216"/>
                    <a:pt x="6782" y="17221"/>
                    <a:pt x="6797" y="17221"/>
                  </a:cubicBezTo>
                  <a:cubicBezTo>
                    <a:pt x="6861" y="17221"/>
                    <a:pt x="6901" y="17132"/>
                    <a:pt x="6901" y="17083"/>
                  </a:cubicBezTo>
                  <a:cubicBezTo>
                    <a:pt x="6901" y="17047"/>
                    <a:pt x="6880" y="17032"/>
                    <a:pt x="6856" y="17032"/>
                  </a:cubicBezTo>
                  <a:cubicBezTo>
                    <a:pt x="6840" y="17032"/>
                    <a:pt x="6822" y="17040"/>
                    <a:pt x="6809" y="17052"/>
                  </a:cubicBezTo>
                  <a:lnTo>
                    <a:pt x="6779" y="17052"/>
                  </a:lnTo>
                  <a:lnTo>
                    <a:pt x="6688" y="17083"/>
                  </a:lnTo>
                  <a:cubicBezTo>
                    <a:pt x="6627" y="16991"/>
                    <a:pt x="6627" y="16900"/>
                    <a:pt x="6657" y="16809"/>
                  </a:cubicBezTo>
                  <a:lnTo>
                    <a:pt x="6597" y="16718"/>
                  </a:lnTo>
                  <a:cubicBezTo>
                    <a:pt x="6657" y="16687"/>
                    <a:pt x="6688" y="16657"/>
                    <a:pt x="6749" y="16657"/>
                  </a:cubicBezTo>
                  <a:lnTo>
                    <a:pt x="6809" y="16657"/>
                  </a:lnTo>
                  <a:cubicBezTo>
                    <a:pt x="6813" y="16660"/>
                    <a:pt x="6817" y="16662"/>
                    <a:pt x="6822" y="16662"/>
                  </a:cubicBezTo>
                  <a:cubicBezTo>
                    <a:pt x="6865" y="16662"/>
                    <a:pt x="6965" y="16562"/>
                    <a:pt x="6992" y="16535"/>
                  </a:cubicBezTo>
                  <a:cubicBezTo>
                    <a:pt x="6996" y="16527"/>
                    <a:pt x="7005" y="16523"/>
                    <a:pt x="7017" y="16523"/>
                  </a:cubicBezTo>
                  <a:cubicBezTo>
                    <a:pt x="7089" y="16523"/>
                    <a:pt x="7283" y="16657"/>
                    <a:pt x="7387" y="16657"/>
                  </a:cubicBezTo>
                  <a:cubicBezTo>
                    <a:pt x="7478" y="16657"/>
                    <a:pt x="7569" y="16748"/>
                    <a:pt x="7539" y="16870"/>
                  </a:cubicBezTo>
                  <a:lnTo>
                    <a:pt x="7508" y="16991"/>
                  </a:lnTo>
                  <a:cubicBezTo>
                    <a:pt x="7478" y="17022"/>
                    <a:pt x="7448" y="17052"/>
                    <a:pt x="7417" y="17052"/>
                  </a:cubicBezTo>
                  <a:lnTo>
                    <a:pt x="7387" y="17052"/>
                  </a:lnTo>
                  <a:cubicBezTo>
                    <a:pt x="7356" y="17022"/>
                    <a:pt x="7235" y="16748"/>
                    <a:pt x="7083" y="16748"/>
                  </a:cubicBezTo>
                  <a:cubicBezTo>
                    <a:pt x="7072" y="16745"/>
                    <a:pt x="7062" y="16744"/>
                    <a:pt x="7054" y="16744"/>
                  </a:cubicBezTo>
                  <a:cubicBezTo>
                    <a:pt x="6972" y="16744"/>
                    <a:pt x="7028" y="16872"/>
                    <a:pt x="7083" y="16900"/>
                  </a:cubicBezTo>
                  <a:cubicBezTo>
                    <a:pt x="7174" y="16991"/>
                    <a:pt x="7265" y="17113"/>
                    <a:pt x="7326" y="17204"/>
                  </a:cubicBezTo>
                  <a:lnTo>
                    <a:pt x="7539" y="17204"/>
                  </a:lnTo>
                  <a:cubicBezTo>
                    <a:pt x="7645" y="17189"/>
                    <a:pt x="7744" y="17181"/>
                    <a:pt x="7843" y="17181"/>
                  </a:cubicBezTo>
                  <a:cubicBezTo>
                    <a:pt x="7942" y="17181"/>
                    <a:pt x="8040" y="17189"/>
                    <a:pt x="8147" y="17204"/>
                  </a:cubicBezTo>
                  <a:cubicBezTo>
                    <a:pt x="8208" y="17234"/>
                    <a:pt x="8177" y="17295"/>
                    <a:pt x="8056" y="17356"/>
                  </a:cubicBezTo>
                  <a:lnTo>
                    <a:pt x="7964" y="17386"/>
                  </a:lnTo>
                  <a:lnTo>
                    <a:pt x="7904" y="17386"/>
                  </a:lnTo>
                  <a:cubicBezTo>
                    <a:pt x="7873" y="17417"/>
                    <a:pt x="7904" y="17447"/>
                    <a:pt x="7964" y="17447"/>
                  </a:cubicBezTo>
                  <a:lnTo>
                    <a:pt x="8056" y="17690"/>
                  </a:lnTo>
                  <a:cubicBezTo>
                    <a:pt x="8299" y="17660"/>
                    <a:pt x="8633" y="17569"/>
                    <a:pt x="8815" y="17538"/>
                  </a:cubicBezTo>
                  <a:lnTo>
                    <a:pt x="8998" y="17508"/>
                  </a:lnTo>
                  <a:cubicBezTo>
                    <a:pt x="9028" y="17478"/>
                    <a:pt x="8937" y="17417"/>
                    <a:pt x="8876" y="17386"/>
                  </a:cubicBezTo>
                  <a:cubicBezTo>
                    <a:pt x="8785" y="17386"/>
                    <a:pt x="8907" y="17326"/>
                    <a:pt x="9089" y="17326"/>
                  </a:cubicBezTo>
                  <a:lnTo>
                    <a:pt x="9089" y="17356"/>
                  </a:lnTo>
                  <a:cubicBezTo>
                    <a:pt x="9211" y="17599"/>
                    <a:pt x="9515" y="17478"/>
                    <a:pt x="9697" y="17599"/>
                  </a:cubicBezTo>
                  <a:cubicBezTo>
                    <a:pt x="9725" y="17613"/>
                    <a:pt x="9749" y="17619"/>
                    <a:pt x="9769" y="17619"/>
                  </a:cubicBezTo>
                  <a:cubicBezTo>
                    <a:pt x="9836" y="17619"/>
                    <a:pt x="9870" y="17555"/>
                    <a:pt x="9940" y="17508"/>
                  </a:cubicBezTo>
                  <a:cubicBezTo>
                    <a:pt x="10001" y="17417"/>
                    <a:pt x="9970" y="17356"/>
                    <a:pt x="9879" y="17326"/>
                  </a:cubicBezTo>
                  <a:lnTo>
                    <a:pt x="9697" y="17265"/>
                  </a:lnTo>
                  <a:cubicBezTo>
                    <a:pt x="9575" y="17143"/>
                    <a:pt x="9606" y="17022"/>
                    <a:pt x="9788" y="17022"/>
                  </a:cubicBezTo>
                  <a:lnTo>
                    <a:pt x="9940" y="17022"/>
                  </a:lnTo>
                  <a:cubicBezTo>
                    <a:pt x="10034" y="17022"/>
                    <a:pt x="10127" y="16932"/>
                    <a:pt x="10235" y="16932"/>
                  </a:cubicBezTo>
                  <a:cubicBezTo>
                    <a:pt x="10267" y="16932"/>
                    <a:pt x="10300" y="16940"/>
                    <a:pt x="10335" y="16961"/>
                  </a:cubicBezTo>
                  <a:cubicBezTo>
                    <a:pt x="10364" y="16978"/>
                    <a:pt x="10392" y="16985"/>
                    <a:pt x="10418" y="16985"/>
                  </a:cubicBezTo>
                  <a:cubicBezTo>
                    <a:pt x="10493" y="16985"/>
                    <a:pt x="10559" y="16935"/>
                    <a:pt x="10616" y="16935"/>
                  </a:cubicBezTo>
                  <a:cubicBezTo>
                    <a:pt x="10646" y="16935"/>
                    <a:pt x="10674" y="16949"/>
                    <a:pt x="10700" y="16991"/>
                  </a:cubicBezTo>
                  <a:cubicBezTo>
                    <a:pt x="10761" y="16991"/>
                    <a:pt x="10791" y="16991"/>
                    <a:pt x="10822" y="16961"/>
                  </a:cubicBezTo>
                  <a:lnTo>
                    <a:pt x="10882" y="16900"/>
                  </a:lnTo>
                  <a:cubicBezTo>
                    <a:pt x="10898" y="16877"/>
                    <a:pt x="10914" y="16867"/>
                    <a:pt x="10928" y="16867"/>
                  </a:cubicBezTo>
                  <a:cubicBezTo>
                    <a:pt x="10970" y="16867"/>
                    <a:pt x="11004" y="16946"/>
                    <a:pt x="11004" y="16991"/>
                  </a:cubicBezTo>
                  <a:cubicBezTo>
                    <a:pt x="10974" y="17083"/>
                    <a:pt x="10943" y="17174"/>
                    <a:pt x="10882" y="17234"/>
                  </a:cubicBezTo>
                  <a:lnTo>
                    <a:pt x="10822" y="17265"/>
                  </a:lnTo>
                  <a:cubicBezTo>
                    <a:pt x="10809" y="17271"/>
                    <a:pt x="10796" y="17273"/>
                    <a:pt x="10782" y="17273"/>
                  </a:cubicBezTo>
                  <a:cubicBezTo>
                    <a:pt x="10724" y="17273"/>
                    <a:pt x="10651" y="17234"/>
                    <a:pt x="10578" y="17234"/>
                  </a:cubicBezTo>
                  <a:lnTo>
                    <a:pt x="10335" y="17113"/>
                  </a:lnTo>
                  <a:cubicBezTo>
                    <a:pt x="10244" y="17143"/>
                    <a:pt x="10153" y="17174"/>
                    <a:pt x="10122" y="17204"/>
                  </a:cubicBezTo>
                  <a:cubicBezTo>
                    <a:pt x="10092" y="17234"/>
                    <a:pt x="10153" y="17326"/>
                    <a:pt x="10183" y="17356"/>
                  </a:cubicBezTo>
                  <a:cubicBezTo>
                    <a:pt x="10204" y="17417"/>
                    <a:pt x="10220" y="17437"/>
                    <a:pt x="10236" y="17437"/>
                  </a:cubicBezTo>
                  <a:cubicBezTo>
                    <a:pt x="10268" y="17437"/>
                    <a:pt x="10295" y="17356"/>
                    <a:pt x="10335" y="17356"/>
                  </a:cubicBezTo>
                  <a:cubicBezTo>
                    <a:pt x="10361" y="17346"/>
                    <a:pt x="10385" y="17342"/>
                    <a:pt x="10409" y="17342"/>
                  </a:cubicBezTo>
                  <a:cubicBezTo>
                    <a:pt x="10529" y="17342"/>
                    <a:pt x="10634" y="17447"/>
                    <a:pt x="10761" y="17447"/>
                  </a:cubicBezTo>
                  <a:lnTo>
                    <a:pt x="10791" y="17447"/>
                  </a:lnTo>
                  <a:cubicBezTo>
                    <a:pt x="10806" y="17493"/>
                    <a:pt x="10829" y="17516"/>
                    <a:pt x="10852" y="17516"/>
                  </a:cubicBezTo>
                  <a:cubicBezTo>
                    <a:pt x="10875" y="17516"/>
                    <a:pt x="10898" y="17493"/>
                    <a:pt x="10913" y="17447"/>
                  </a:cubicBezTo>
                  <a:lnTo>
                    <a:pt x="10974" y="17447"/>
                  </a:lnTo>
                  <a:lnTo>
                    <a:pt x="11217" y="17356"/>
                  </a:lnTo>
                  <a:cubicBezTo>
                    <a:pt x="11242" y="17206"/>
                    <a:pt x="11308" y="17097"/>
                    <a:pt x="11381" y="17097"/>
                  </a:cubicBezTo>
                  <a:cubicBezTo>
                    <a:pt x="11397" y="17097"/>
                    <a:pt x="11413" y="17102"/>
                    <a:pt x="11429" y="17113"/>
                  </a:cubicBezTo>
                  <a:lnTo>
                    <a:pt x="11429" y="17143"/>
                  </a:lnTo>
                  <a:lnTo>
                    <a:pt x="11369" y="17234"/>
                  </a:lnTo>
                  <a:cubicBezTo>
                    <a:pt x="11308" y="17326"/>
                    <a:pt x="11369" y="17386"/>
                    <a:pt x="11521" y="17386"/>
                  </a:cubicBezTo>
                  <a:lnTo>
                    <a:pt x="11642" y="17295"/>
                  </a:lnTo>
                  <a:cubicBezTo>
                    <a:pt x="11688" y="17280"/>
                    <a:pt x="11733" y="17272"/>
                    <a:pt x="11779" y="17272"/>
                  </a:cubicBezTo>
                  <a:cubicBezTo>
                    <a:pt x="11825" y="17272"/>
                    <a:pt x="11870" y="17280"/>
                    <a:pt x="11916" y="17295"/>
                  </a:cubicBezTo>
                  <a:cubicBezTo>
                    <a:pt x="12007" y="17386"/>
                    <a:pt x="11946" y="17447"/>
                    <a:pt x="11794" y="17447"/>
                  </a:cubicBezTo>
                  <a:lnTo>
                    <a:pt x="11764" y="17447"/>
                  </a:lnTo>
                  <a:cubicBezTo>
                    <a:pt x="11764" y="17538"/>
                    <a:pt x="11703" y="17599"/>
                    <a:pt x="11673" y="17690"/>
                  </a:cubicBezTo>
                  <a:lnTo>
                    <a:pt x="11642" y="17690"/>
                  </a:lnTo>
                  <a:cubicBezTo>
                    <a:pt x="11490" y="17721"/>
                    <a:pt x="11490" y="17782"/>
                    <a:pt x="11551" y="17842"/>
                  </a:cubicBezTo>
                  <a:lnTo>
                    <a:pt x="11612" y="17873"/>
                  </a:lnTo>
                  <a:cubicBezTo>
                    <a:pt x="11733" y="17873"/>
                    <a:pt x="11825" y="17690"/>
                    <a:pt x="11855" y="17630"/>
                  </a:cubicBezTo>
                  <a:cubicBezTo>
                    <a:pt x="11855" y="17569"/>
                    <a:pt x="12037" y="17447"/>
                    <a:pt x="12250" y="17356"/>
                  </a:cubicBezTo>
                  <a:lnTo>
                    <a:pt x="12433" y="17234"/>
                  </a:lnTo>
                  <a:cubicBezTo>
                    <a:pt x="12493" y="17204"/>
                    <a:pt x="12585" y="17204"/>
                    <a:pt x="12615" y="17204"/>
                  </a:cubicBezTo>
                  <a:lnTo>
                    <a:pt x="12645" y="17234"/>
                  </a:lnTo>
                  <a:cubicBezTo>
                    <a:pt x="12656" y="17245"/>
                    <a:pt x="12673" y="17249"/>
                    <a:pt x="12695" y="17249"/>
                  </a:cubicBezTo>
                  <a:cubicBezTo>
                    <a:pt x="12792" y="17249"/>
                    <a:pt x="12982" y="17170"/>
                    <a:pt x="13094" y="17170"/>
                  </a:cubicBezTo>
                  <a:cubicBezTo>
                    <a:pt x="13108" y="17170"/>
                    <a:pt x="13120" y="17171"/>
                    <a:pt x="13132" y="17174"/>
                  </a:cubicBezTo>
                  <a:cubicBezTo>
                    <a:pt x="13253" y="17204"/>
                    <a:pt x="13344" y="17265"/>
                    <a:pt x="13405" y="17356"/>
                  </a:cubicBezTo>
                  <a:cubicBezTo>
                    <a:pt x="13405" y="17417"/>
                    <a:pt x="13466" y="17417"/>
                    <a:pt x="13466" y="17417"/>
                  </a:cubicBezTo>
                  <a:cubicBezTo>
                    <a:pt x="13466" y="17356"/>
                    <a:pt x="13496" y="17326"/>
                    <a:pt x="13496" y="17265"/>
                  </a:cubicBezTo>
                  <a:cubicBezTo>
                    <a:pt x="13496" y="17257"/>
                    <a:pt x="13503" y="17253"/>
                    <a:pt x="13515" y="17253"/>
                  </a:cubicBezTo>
                  <a:cubicBezTo>
                    <a:pt x="13547" y="17253"/>
                    <a:pt x="13620" y="17281"/>
                    <a:pt x="13709" y="17326"/>
                  </a:cubicBezTo>
                  <a:lnTo>
                    <a:pt x="13892" y="17326"/>
                  </a:lnTo>
                  <a:cubicBezTo>
                    <a:pt x="13945" y="17304"/>
                    <a:pt x="13984" y="17294"/>
                    <a:pt x="14005" y="17294"/>
                  </a:cubicBezTo>
                  <a:cubicBezTo>
                    <a:pt x="14042" y="17294"/>
                    <a:pt x="14020" y="17328"/>
                    <a:pt x="13922" y="17386"/>
                  </a:cubicBezTo>
                  <a:lnTo>
                    <a:pt x="13892" y="17478"/>
                  </a:lnTo>
                  <a:lnTo>
                    <a:pt x="13861" y="17538"/>
                  </a:lnTo>
                  <a:cubicBezTo>
                    <a:pt x="13892" y="17660"/>
                    <a:pt x="13770" y="17721"/>
                    <a:pt x="13588" y="17721"/>
                  </a:cubicBezTo>
                  <a:lnTo>
                    <a:pt x="13648" y="17569"/>
                  </a:lnTo>
                  <a:cubicBezTo>
                    <a:pt x="13648" y="17538"/>
                    <a:pt x="13618" y="17508"/>
                    <a:pt x="13588" y="17508"/>
                  </a:cubicBezTo>
                  <a:cubicBezTo>
                    <a:pt x="13496" y="17569"/>
                    <a:pt x="13436" y="17599"/>
                    <a:pt x="13344" y="17660"/>
                  </a:cubicBezTo>
                  <a:lnTo>
                    <a:pt x="13314" y="17690"/>
                  </a:lnTo>
                  <a:cubicBezTo>
                    <a:pt x="13253" y="17660"/>
                    <a:pt x="13192" y="17508"/>
                    <a:pt x="13192" y="17447"/>
                  </a:cubicBezTo>
                  <a:cubicBezTo>
                    <a:pt x="13192" y="17386"/>
                    <a:pt x="13040" y="17356"/>
                    <a:pt x="12980" y="17356"/>
                  </a:cubicBezTo>
                  <a:cubicBezTo>
                    <a:pt x="12919" y="17356"/>
                    <a:pt x="12949" y="17417"/>
                    <a:pt x="12980" y="17417"/>
                  </a:cubicBezTo>
                  <a:cubicBezTo>
                    <a:pt x="13040" y="17478"/>
                    <a:pt x="13071" y="17569"/>
                    <a:pt x="13132" y="17690"/>
                  </a:cubicBezTo>
                  <a:lnTo>
                    <a:pt x="13132" y="17812"/>
                  </a:lnTo>
                  <a:lnTo>
                    <a:pt x="13132" y="17842"/>
                  </a:lnTo>
                  <a:cubicBezTo>
                    <a:pt x="13056" y="17855"/>
                    <a:pt x="12981" y="17862"/>
                    <a:pt x="12905" y="17862"/>
                  </a:cubicBezTo>
                  <a:cubicBezTo>
                    <a:pt x="12798" y="17862"/>
                    <a:pt x="12691" y="17848"/>
                    <a:pt x="12585" y="17812"/>
                  </a:cubicBezTo>
                  <a:lnTo>
                    <a:pt x="12463" y="17630"/>
                  </a:lnTo>
                  <a:cubicBezTo>
                    <a:pt x="12437" y="17604"/>
                    <a:pt x="12401" y="17595"/>
                    <a:pt x="12365" y="17595"/>
                  </a:cubicBezTo>
                  <a:cubicBezTo>
                    <a:pt x="12316" y="17595"/>
                    <a:pt x="12268" y="17612"/>
                    <a:pt x="12250" y="17630"/>
                  </a:cubicBezTo>
                  <a:cubicBezTo>
                    <a:pt x="12250" y="17660"/>
                    <a:pt x="12281" y="17721"/>
                    <a:pt x="12311" y="17751"/>
                  </a:cubicBezTo>
                  <a:lnTo>
                    <a:pt x="12341" y="17812"/>
                  </a:lnTo>
                  <a:cubicBezTo>
                    <a:pt x="12433" y="17873"/>
                    <a:pt x="12372" y="17964"/>
                    <a:pt x="12311" y="17994"/>
                  </a:cubicBezTo>
                  <a:cubicBezTo>
                    <a:pt x="12250" y="18025"/>
                    <a:pt x="12554" y="18116"/>
                    <a:pt x="12676" y="18146"/>
                  </a:cubicBezTo>
                  <a:cubicBezTo>
                    <a:pt x="12708" y="18154"/>
                    <a:pt x="12737" y="18158"/>
                    <a:pt x="12759" y="18158"/>
                  </a:cubicBezTo>
                  <a:cubicBezTo>
                    <a:pt x="12821" y="18158"/>
                    <a:pt x="12842" y="18130"/>
                    <a:pt x="12797" y="18086"/>
                  </a:cubicBezTo>
                  <a:lnTo>
                    <a:pt x="12676" y="18086"/>
                  </a:lnTo>
                  <a:cubicBezTo>
                    <a:pt x="12676" y="18025"/>
                    <a:pt x="12706" y="17934"/>
                    <a:pt x="12767" y="17903"/>
                  </a:cubicBezTo>
                  <a:lnTo>
                    <a:pt x="12858" y="17964"/>
                  </a:lnTo>
                  <a:cubicBezTo>
                    <a:pt x="12980" y="18055"/>
                    <a:pt x="13132" y="18146"/>
                    <a:pt x="13284" y="18238"/>
                  </a:cubicBezTo>
                  <a:cubicBezTo>
                    <a:pt x="13324" y="18251"/>
                    <a:pt x="13365" y="18265"/>
                    <a:pt x="13398" y="18265"/>
                  </a:cubicBezTo>
                  <a:cubicBezTo>
                    <a:pt x="13438" y="18265"/>
                    <a:pt x="13466" y="18244"/>
                    <a:pt x="13466" y="18177"/>
                  </a:cubicBezTo>
                  <a:cubicBezTo>
                    <a:pt x="13466" y="18055"/>
                    <a:pt x="13618" y="18086"/>
                    <a:pt x="13618" y="18055"/>
                  </a:cubicBezTo>
                  <a:lnTo>
                    <a:pt x="13618" y="17934"/>
                  </a:lnTo>
                  <a:lnTo>
                    <a:pt x="13618" y="17903"/>
                  </a:lnTo>
                  <a:cubicBezTo>
                    <a:pt x="13588" y="17873"/>
                    <a:pt x="13770" y="17842"/>
                    <a:pt x="13831" y="17842"/>
                  </a:cubicBezTo>
                  <a:cubicBezTo>
                    <a:pt x="13892" y="17842"/>
                    <a:pt x="13983" y="18025"/>
                    <a:pt x="13922" y="18086"/>
                  </a:cubicBezTo>
                  <a:cubicBezTo>
                    <a:pt x="13831" y="18116"/>
                    <a:pt x="14013" y="18177"/>
                    <a:pt x="14104" y="18207"/>
                  </a:cubicBezTo>
                  <a:cubicBezTo>
                    <a:pt x="14111" y="18210"/>
                    <a:pt x="14117" y="18212"/>
                    <a:pt x="14123" y="18212"/>
                  </a:cubicBezTo>
                  <a:cubicBezTo>
                    <a:pt x="14171" y="18212"/>
                    <a:pt x="14195" y="18113"/>
                    <a:pt x="14195" y="18086"/>
                  </a:cubicBezTo>
                  <a:cubicBezTo>
                    <a:pt x="14195" y="17994"/>
                    <a:pt x="14195" y="17873"/>
                    <a:pt x="14195" y="17782"/>
                  </a:cubicBezTo>
                  <a:lnTo>
                    <a:pt x="14074" y="17690"/>
                  </a:lnTo>
                  <a:cubicBezTo>
                    <a:pt x="14044" y="17690"/>
                    <a:pt x="14104" y="17599"/>
                    <a:pt x="14135" y="17569"/>
                  </a:cubicBezTo>
                  <a:lnTo>
                    <a:pt x="14195" y="17508"/>
                  </a:lnTo>
                  <a:cubicBezTo>
                    <a:pt x="14287" y="17478"/>
                    <a:pt x="14347" y="17417"/>
                    <a:pt x="14287" y="17417"/>
                  </a:cubicBezTo>
                  <a:lnTo>
                    <a:pt x="14226" y="17417"/>
                  </a:lnTo>
                  <a:cubicBezTo>
                    <a:pt x="14195" y="17417"/>
                    <a:pt x="14408" y="17295"/>
                    <a:pt x="14439" y="17234"/>
                  </a:cubicBezTo>
                  <a:cubicBezTo>
                    <a:pt x="14469" y="17143"/>
                    <a:pt x="14530" y="17083"/>
                    <a:pt x="14591" y="17052"/>
                  </a:cubicBezTo>
                  <a:cubicBezTo>
                    <a:pt x="14594" y="17049"/>
                    <a:pt x="14598" y="17047"/>
                    <a:pt x="14602" y="17047"/>
                  </a:cubicBezTo>
                  <a:cubicBezTo>
                    <a:pt x="14634" y="17047"/>
                    <a:pt x="14682" y="17147"/>
                    <a:pt x="14682" y="17174"/>
                  </a:cubicBezTo>
                  <a:cubicBezTo>
                    <a:pt x="14773" y="17265"/>
                    <a:pt x="14864" y="17295"/>
                    <a:pt x="14986" y="17295"/>
                  </a:cubicBezTo>
                  <a:cubicBezTo>
                    <a:pt x="15138" y="17265"/>
                    <a:pt x="15290" y="17234"/>
                    <a:pt x="15472" y="17204"/>
                  </a:cubicBezTo>
                  <a:lnTo>
                    <a:pt x="15624" y="17174"/>
                  </a:lnTo>
                  <a:cubicBezTo>
                    <a:pt x="15654" y="17174"/>
                    <a:pt x="15654" y="17083"/>
                    <a:pt x="15715" y="17052"/>
                  </a:cubicBezTo>
                  <a:lnTo>
                    <a:pt x="15867" y="17052"/>
                  </a:lnTo>
                  <a:cubicBezTo>
                    <a:pt x="15958" y="17083"/>
                    <a:pt x="16019" y="17174"/>
                    <a:pt x="16110" y="17204"/>
                  </a:cubicBezTo>
                  <a:lnTo>
                    <a:pt x="16262" y="17234"/>
                  </a:lnTo>
                  <a:cubicBezTo>
                    <a:pt x="16293" y="17143"/>
                    <a:pt x="16354" y="17052"/>
                    <a:pt x="16384" y="17052"/>
                  </a:cubicBezTo>
                  <a:cubicBezTo>
                    <a:pt x="16475" y="17098"/>
                    <a:pt x="16566" y="17121"/>
                    <a:pt x="16654" y="17121"/>
                  </a:cubicBezTo>
                  <a:cubicBezTo>
                    <a:pt x="16741" y="17121"/>
                    <a:pt x="16825" y="17098"/>
                    <a:pt x="16901" y="17052"/>
                  </a:cubicBezTo>
                  <a:lnTo>
                    <a:pt x="17022" y="17022"/>
                  </a:lnTo>
                  <a:cubicBezTo>
                    <a:pt x="17053" y="17083"/>
                    <a:pt x="17113" y="17174"/>
                    <a:pt x="17174" y="17204"/>
                  </a:cubicBezTo>
                  <a:cubicBezTo>
                    <a:pt x="17180" y="17207"/>
                    <a:pt x="17188" y="17208"/>
                    <a:pt x="17197" y="17208"/>
                  </a:cubicBezTo>
                  <a:cubicBezTo>
                    <a:pt x="17272" y="17208"/>
                    <a:pt x="17459" y="17129"/>
                    <a:pt x="17585" y="17129"/>
                  </a:cubicBezTo>
                  <a:cubicBezTo>
                    <a:pt x="17614" y="17129"/>
                    <a:pt x="17640" y="17133"/>
                    <a:pt x="17661" y="17143"/>
                  </a:cubicBezTo>
                  <a:cubicBezTo>
                    <a:pt x="17696" y="17161"/>
                    <a:pt x="17714" y="17168"/>
                    <a:pt x="17719" y="17168"/>
                  </a:cubicBezTo>
                  <a:cubicBezTo>
                    <a:pt x="17731" y="17168"/>
                    <a:pt x="17673" y="17125"/>
                    <a:pt x="17630" y="17083"/>
                  </a:cubicBezTo>
                  <a:cubicBezTo>
                    <a:pt x="17569" y="17052"/>
                    <a:pt x="17630" y="17022"/>
                    <a:pt x="17782" y="17022"/>
                  </a:cubicBezTo>
                  <a:lnTo>
                    <a:pt x="17873" y="17022"/>
                  </a:lnTo>
                  <a:cubicBezTo>
                    <a:pt x="17965" y="17022"/>
                    <a:pt x="18086" y="17083"/>
                    <a:pt x="18147" y="17083"/>
                  </a:cubicBezTo>
                  <a:cubicBezTo>
                    <a:pt x="18208" y="17083"/>
                    <a:pt x="18360" y="17052"/>
                    <a:pt x="18360" y="17022"/>
                  </a:cubicBezTo>
                  <a:cubicBezTo>
                    <a:pt x="18360" y="16931"/>
                    <a:pt x="18398" y="16908"/>
                    <a:pt x="18447" y="16908"/>
                  </a:cubicBezTo>
                  <a:cubicBezTo>
                    <a:pt x="18496" y="16908"/>
                    <a:pt x="18557" y="16931"/>
                    <a:pt x="18603" y="16931"/>
                  </a:cubicBezTo>
                  <a:lnTo>
                    <a:pt x="18816" y="16870"/>
                  </a:lnTo>
                  <a:cubicBezTo>
                    <a:pt x="18816" y="16921"/>
                    <a:pt x="18843" y="16940"/>
                    <a:pt x="18879" y="16940"/>
                  </a:cubicBezTo>
                  <a:cubicBezTo>
                    <a:pt x="18928" y="16940"/>
                    <a:pt x="18993" y="16905"/>
                    <a:pt x="19028" y="16870"/>
                  </a:cubicBezTo>
                  <a:cubicBezTo>
                    <a:pt x="19050" y="16848"/>
                    <a:pt x="19083" y="16838"/>
                    <a:pt x="19122" y="16838"/>
                  </a:cubicBezTo>
                  <a:cubicBezTo>
                    <a:pt x="19193" y="16838"/>
                    <a:pt x="19284" y="16872"/>
                    <a:pt x="19363" y="16931"/>
                  </a:cubicBezTo>
                  <a:lnTo>
                    <a:pt x="19758" y="16931"/>
                  </a:lnTo>
                  <a:cubicBezTo>
                    <a:pt x="19804" y="16938"/>
                    <a:pt x="19847" y="16942"/>
                    <a:pt x="19887" y="16942"/>
                  </a:cubicBezTo>
                  <a:cubicBezTo>
                    <a:pt x="20005" y="16942"/>
                    <a:pt x="20085" y="16908"/>
                    <a:pt x="20062" y="16839"/>
                  </a:cubicBezTo>
                  <a:lnTo>
                    <a:pt x="20183" y="16809"/>
                  </a:lnTo>
                  <a:cubicBezTo>
                    <a:pt x="20244" y="16809"/>
                    <a:pt x="20305" y="16748"/>
                    <a:pt x="20366" y="16748"/>
                  </a:cubicBezTo>
                  <a:lnTo>
                    <a:pt x="20396" y="16748"/>
                  </a:lnTo>
                  <a:cubicBezTo>
                    <a:pt x="20400" y="16750"/>
                    <a:pt x="20404" y="16751"/>
                    <a:pt x="20408" y="16751"/>
                  </a:cubicBezTo>
                  <a:cubicBezTo>
                    <a:pt x="20478" y="16751"/>
                    <a:pt x="20647" y="16535"/>
                    <a:pt x="20761" y="16535"/>
                  </a:cubicBezTo>
                  <a:cubicBezTo>
                    <a:pt x="20883" y="16566"/>
                    <a:pt x="21004" y="16596"/>
                    <a:pt x="21095" y="16687"/>
                  </a:cubicBezTo>
                  <a:lnTo>
                    <a:pt x="21095" y="16809"/>
                  </a:lnTo>
                  <a:cubicBezTo>
                    <a:pt x="21072" y="16855"/>
                    <a:pt x="21080" y="16870"/>
                    <a:pt x="21101" y="16870"/>
                  </a:cubicBezTo>
                  <a:cubicBezTo>
                    <a:pt x="21136" y="16870"/>
                    <a:pt x="21209" y="16828"/>
                    <a:pt x="21247" y="16809"/>
                  </a:cubicBezTo>
                  <a:cubicBezTo>
                    <a:pt x="21278" y="16748"/>
                    <a:pt x="21521" y="16596"/>
                    <a:pt x="21551" y="16535"/>
                  </a:cubicBezTo>
                  <a:cubicBezTo>
                    <a:pt x="21561" y="16515"/>
                    <a:pt x="21568" y="16505"/>
                    <a:pt x="21572" y="16505"/>
                  </a:cubicBezTo>
                  <a:lnTo>
                    <a:pt x="21572" y="16505"/>
                  </a:lnTo>
                  <a:cubicBezTo>
                    <a:pt x="21578" y="16505"/>
                    <a:pt x="21572" y="16546"/>
                    <a:pt x="21551" y="16627"/>
                  </a:cubicBezTo>
                  <a:lnTo>
                    <a:pt x="21734" y="16657"/>
                  </a:lnTo>
                  <a:lnTo>
                    <a:pt x="21916" y="16687"/>
                  </a:lnTo>
                  <a:cubicBezTo>
                    <a:pt x="21984" y="16619"/>
                    <a:pt x="22087" y="16585"/>
                    <a:pt x="22198" y="16585"/>
                  </a:cubicBezTo>
                  <a:cubicBezTo>
                    <a:pt x="22235" y="16585"/>
                    <a:pt x="22273" y="16589"/>
                    <a:pt x="22311" y="16596"/>
                  </a:cubicBezTo>
                  <a:lnTo>
                    <a:pt x="22372" y="16657"/>
                  </a:lnTo>
                  <a:cubicBezTo>
                    <a:pt x="22463" y="16718"/>
                    <a:pt x="22524" y="16839"/>
                    <a:pt x="22615" y="16900"/>
                  </a:cubicBezTo>
                  <a:cubicBezTo>
                    <a:pt x="22676" y="16870"/>
                    <a:pt x="22706" y="16839"/>
                    <a:pt x="22676" y="16779"/>
                  </a:cubicBezTo>
                  <a:cubicBezTo>
                    <a:pt x="22676" y="16748"/>
                    <a:pt x="22949" y="16657"/>
                    <a:pt x="23041" y="16627"/>
                  </a:cubicBezTo>
                  <a:cubicBezTo>
                    <a:pt x="23078" y="16614"/>
                    <a:pt x="23121" y="16607"/>
                    <a:pt x="23165" y="16607"/>
                  </a:cubicBezTo>
                  <a:cubicBezTo>
                    <a:pt x="23227" y="16607"/>
                    <a:pt x="23291" y="16621"/>
                    <a:pt x="23345" y="16657"/>
                  </a:cubicBezTo>
                  <a:cubicBezTo>
                    <a:pt x="23390" y="16672"/>
                    <a:pt x="23428" y="16680"/>
                    <a:pt x="23466" y="16680"/>
                  </a:cubicBezTo>
                  <a:cubicBezTo>
                    <a:pt x="23504" y="16680"/>
                    <a:pt x="23542" y="16672"/>
                    <a:pt x="23588" y="16657"/>
                  </a:cubicBezTo>
                  <a:lnTo>
                    <a:pt x="23679" y="16627"/>
                  </a:lnTo>
                  <a:cubicBezTo>
                    <a:pt x="23740" y="16596"/>
                    <a:pt x="23861" y="16566"/>
                    <a:pt x="23861" y="16535"/>
                  </a:cubicBezTo>
                  <a:lnTo>
                    <a:pt x="23831" y="16323"/>
                  </a:lnTo>
                  <a:cubicBezTo>
                    <a:pt x="23953" y="16262"/>
                    <a:pt x="24044" y="16171"/>
                    <a:pt x="24135" y="16049"/>
                  </a:cubicBezTo>
                  <a:lnTo>
                    <a:pt x="24135" y="16049"/>
                  </a:lnTo>
                  <a:cubicBezTo>
                    <a:pt x="24135" y="16049"/>
                    <a:pt x="23861" y="16201"/>
                    <a:pt x="23770" y="16262"/>
                  </a:cubicBezTo>
                  <a:cubicBezTo>
                    <a:pt x="23738" y="16283"/>
                    <a:pt x="23706" y="16293"/>
                    <a:pt x="23677" y="16293"/>
                  </a:cubicBezTo>
                  <a:cubicBezTo>
                    <a:pt x="23626" y="16293"/>
                    <a:pt x="23588" y="16260"/>
                    <a:pt x="23588" y="16201"/>
                  </a:cubicBezTo>
                  <a:lnTo>
                    <a:pt x="23405" y="16231"/>
                  </a:lnTo>
                  <a:lnTo>
                    <a:pt x="23223" y="16231"/>
                  </a:lnTo>
                  <a:cubicBezTo>
                    <a:pt x="23253" y="16140"/>
                    <a:pt x="23314" y="16019"/>
                    <a:pt x="23375" y="15927"/>
                  </a:cubicBezTo>
                  <a:cubicBezTo>
                    <a:pt x="23378" y="15924"/>
                    <a:pt x="23383" y="15923"/>
                    <a:pt x="23388" y="15923"/>
                  </a:cubicBezTo>
                  <a:cubicBezTo>
                    <a:pt x="23431" y="15923"/>
                    <a:pt x="23530" y="16022"/>
                    <a:pt x="23557" y="16049"/>
                  </a:cubicBezTo>
                  <a:cubicBezTo>
                    <a:pt x="23561" y="16052"/>
                    <a:pt x="23568" y="16054"/>
                    <a:pt x="23578" y="16054"/>
                  </a:cubicBezTo>
                  <a:cubicBezTo>
                    <a:pt x="23659" y="16054"/>
                    <a:pt x="23935" y="15955"/>
                    <a:pt x="24044" y="15927"/>
                  </a:cubicBezTo>
                  <a:cubicBezTo>
                    <a:pt x="24076" y="15906"/>
                    <a:pt x="24112" y="15896"/>
                    <a:pt x="24148" y="15896"/>
                  </a:cubicBezTo>
                  <a:cubicBezTo>
                    <a:pt x="24213" y="15896"/>
                    <a:pt x="24278" y="15929"/>
                    <a:pt x="24317" y="15988"/>
                  </a:cubicBezTo>
                  <a:cubicBezTo>
                    <a:pt x="24317" y="16019"/>
                    <a:pt x="24591" y="16019"/>
                    <a:pt x="24652" y="16079"/>
                  </a:cubicBezTo>
                  <a:cubicBezTo>
                    <a:pt x="24682" y="16140"/>
                    <a:pt x="24652" y="16201"/>
                    <a:pt x="24560" y="16201"/>
                  </a:cubicBezTo>
                  <a:lnTo>
                    <a:pt x="24469" y="16201"/>
                  </a:lnTo>
                  <a:lnTo>
                    <a:pt x="24044" y="16292"/>
                  </a:lnTo>
                  <a:cubicBezTo>
                    <a:pt x="24155" y="16381"/>
                    <a:pt x="24283" y="16438"/>
                    <a:pt x="24414" y="16438"/>
                  </a:cubicBezTo>
                  <a:cubicBezTo>
                    <a:pt x="24463" y="16438"/>
                    <a:pt x="24512" y="16430"/>
                    <a:pt x="24560" y="16414"/>
                  </a:cubicBezTo>
                  <a:cubicBezTo>
                    <a:pt x="24593" y="16406"/>
                    <a:pt x="24626" y="16402"/>
                    <a:pt x="24658" y="16402"/>
                  </a:cubicBezTo>
                  <a:cubicBezTo>
                    <a:pt x="24745" y="16402"/>
                    <a:pt x="24828" y="16430"/>
                    <a:pt x="24895" y="16475"/>
                  </a:cubicBezTo>
                  <a:cubicBezTo>
                    <a:pt x="24906" y="16486"/>
                    <a:pt x="24918" y="16491"/>
                    <a:pt x="24929" y="16491"/>
                  </a:cubicBezTo>
                  <a:cubicBezTo>
                    <a:pt x="24978" y="16491"/>
                    <a:pt x="25022" y="16402"/>
                    <a:pt x="25047" y="16353"/>
                  </a:cubicBezTo>
                  <a:cubicBezTo>
                    <a:pt x="25047" y="16328"/>
                    <a:pt x="25051" y="16317"/>
                    <a:pt x="25059" y="16317"/>
                  </a:cubicBezTo>
                  <a:cubicBezTo>
                    <a:pt x="25080" y="16317"/>
                    <a:pt x="25124" y="16395"/>
                    <a:pt x="25168" y="16505"/>
                  </a:cubicBezTo>
                  <a:lnTo>
                    <a:pt x="25229" y="16627"/>
                  </a:lnTo>
                  <a:cubicBezTo>
                    <a:pt x="25260" y="16657"/>
                    <a:pt x="25290" y="16687"/>
                    <a:pt x="25351" y="16687"/>
                  </a:cubicBezTo>
                  <a:cubicBezTo>
                    <a:pt x="25472" y="16657"/>
                    <a:pt x="25381" y="16657"/>
                    <a:pt x="25351" y="16596"/>
                  </a:cubicBezTo>
                  <a:cubicBezTo>
                    <a:pt x="25320" y="16535"/>
                    <a:pt x="25351" y="16475"/>
                    <a:pt x="25442" y="16444"/>
                  </a:cubicBezTo>
                  <a:cubicBezTo>
                    <a:pt x="25507" y="16444"/>
                    <a:pt x="25526" y="16522"/>
                    <a:pt x="25586" y="16522"/>
                  </a:cubicBezTo>
                  <a:cubicBezTo>
                    <a:pt x="25611" y="16522"/>
                    <a:pt x="25642" y="16509"/>
                    <a:pt x="25685" y="16475"/>
                  </a:cubicBezTo>
                  <a:cubicBezTo>
                    <a:pt x="25731" y="16459"/>
                    <a:pt x="25784" y="16452"/>
                    <a:pt x="25841" y="16452"/>
                  </a:cubicBezTo>
                  <a:cubicBezTo>
                    <a:pt x="25898" y="16452"/>
                    <a:pt x="25959" y="16459"/>
                    <a:pt x="26019" y="16475"/>
                  </a:cubicBezTo>
                  <a:cubicBezTo>
                    <a:pt x="26050" y="16490"/>
                    <a:pt x="26080" y="16497"/>
                    <a:pt x="26111" y="16497"/>
                  </a:cubicBezTo>
                  <a:cubicBezTo>
                    <a:pt x="26141" y="16497"/>
                    <a:pt x="26171" y="16490"/>
                    <a:pt x="26202" y="16475"/>
                  </a:cubicBezTo>
                  <a:cubicBezTo>
                    <a:pt x="26263" y="16459"/>
                    <a:pt x="26331" y="16452"/>
                    <a:pt x="26399" y="16452"/>
                  </a:cubicBezTo>
                  <a:cubicBezTo>
                    <a:pt x="26468" y="16452"/>
                    <a:pt x="26536" y="16459"/>
                    <a:pt x="26597" y="16475"/>
                  </a:cubicBezTo>
                  <a:cubicBezTo>
                    <a:pt x="26623" y="16485"/>
                    <a:pt x="26648" y="16489"/>
                    <a:pt x="26671" y="16489"/>
                  </a:cubicBezTo>
                  <a:cubicBezTo>
                    <a:pt x="26759" y="16489"/>
                    <a:pt x="26830" y="16430"/>
                    <a:pt x="26918" y="16430"/>
                  </a:cubicBezTo>
                  <a:cubicBezTo>
                    <a:pt x="26941" y="16430"/>
                    <a:pt x="26966" y="16434"/>
                    <a:pt x="26992" y="16444"/>
                  </a:cubicBezTo>
                  <a:lnTo>
                    <a:pt x="27083" y="16475"/>
                  </a:lnTo>
                  <a:cubicBezTo>
                    <a:pt x="27174" y="16475"/>
                    <a:pt x="27266" y="16444"/>
                    <a:pt x="27357" y="16414"/>
                  </a:cubicBezTo>
                  <a:lnTo>
                    <a:pt x="27387" y="16383"/>
                  </a:lnTo>
                  <a:cubicBezTo>
                    <a:pt x="27418" y="16353"/>
                    <a:pt x="27478" y="16323"/>
                    <a:pt x="27509" y="16323"/>
                  </a:cubicBezTo>
                  <a:lnTo>
                    <a:pt x="27661" y="16353"/>
                  </a:lnTo>
                  <a:cubicBezTo>
                    <a:pt x="27722" y="16383"/>
                    <a:pt x="27790" y="16399"/>
                    <a:pt x="27855" y="16399"/>
                  </a:cubicBezTo>
                  <a:cubicBezTo>
                    <a:pt x="27919" y="16399"/>
                    <a:pt x="27980" y="16383"/>
                    <a:pt x="28026" y="16353"/>
                  </a:cubicBezTo>
                  <a:cubicBezTo>
                    <a:pt x="28034" y="16345"/>
                    <a:pt x="28046" y="16341"/>
                    <a:pt x="28062" y="16341"/>
                  </a:cubicBezTo>
                  <a:cubicBezTo>
                    <a:pt x="28105" y="16341"/>
                    <a:pt x="28172" y="16369"/>
                    <a:pt x="28238" y="16414"/>
                  </a:cubicBezTo>
                  <a:lnTo>
                    <a:pt x="28329" y="16475"/>
                  </a:lnTo>
                  <a:lnTo>
                    <a:pt x="28360" y="16475"/>
                  </a:lnTo>
                  <a:cubicBezTo>
                    <a:pt x="28421" y="16475"/>
                    <a:pt x="28481" y="16414"/>
                    <a:pt x="28481" y="16383"/>
                  </a:cubicBezTo>
                  <a:lnTo>
                    <a:pt x="28481" y="16323"/>
                  </a:lnTo>
                  <a:cubicBezTo>
                    <a:pt x="28481" y="16307"/>
                    <a:pt x="28474" y="16307"/>
                    <a:pt x="28466" y="16307"/>
                  </a:cubicBezTo>
                  <a:cubicBezTo>
                    <a:pt x="28459" y="16307"/>
                    <a:pt x="28451" y="16307"/>
                    <a:pt x="28451" y="16292"/>
                  </a:cubicBezTo>
                  <a:cubicBezTo>
                    <a:pt x="28451" y="16262"/>
                    <a:pt x="28421" y="16231"/>
                    <a:pt x="28451" y="16231"/>
                  </a:cubicBezTo>
                  <a:lnTo>
                    <a:pt x="28542" y="16231"/>
                  </a:lnTo>
                  <a:lnTo>
                    <a:pt x="28633" y="16353"/>
                  </a:lnTo>
                  <a:cubicBezTo>
                    <a:pt x="28785" y="16535"/>
                    <a:pt x="28785" y="16657"/>
                    <a:pt x="28664" y="16657"/>
                  </a:cubicBezTo>
                  <a:lnTo>
                    <a:pt x="28603" y="16657"/>
                  </a:lnTo>
                  <a:cubicBezTo>
                    <a:pt x="28573" y="16657"/>
                    <a:pt x="28542" y="16687"/>
                    <a:pt x="28512" y="16718"/>
                  </a:cubicBezTo>
                  <a:cubicBezTo>
                    <a:pt x="28481" y="16809"/>
                    <a:pt x="28603" y="16809"/>
                    <a:pt x="28694" y="16809"/>
                  </a:cubicBezTo>
                  <a:lnTo>
                    <a:pt x="28725" y="16809"/>
                  </a:lnTo>
                  <a:cubicBezTo>
                    <a:pt x="28816" y="16809"/>
                    <a:pt x="28907" y="16779"/>
                    <a:pt x="28968" y="16718"/>
                  </a:cubicBezTo>
                  <a:lnTo>
                    <a:pt x="29089" y="16779"/>
                  </a:lnTo>
                  <a:cubicBezTo>
                    <a:pt x="29120" y="16779"/>
                    <a:pt x="29181" y="16779"/>
                    <a:pt x="29211" y="16748"/>
                  </a:cubicBezTo>
                  <a:cubicBezTo>
                    <a:pt x="29241" y="16718"/>
                    <a:pt x="29241" y="16687"/>
                    <a:pt x="29211" y="16657"/>
                  </a:cubicBezTo>
                  <a:cubicBezTo>
                    <a:pt x="29181" y="16627"/>
                    <a:pt x="29150" y="16596"/>
                    <a:pt x="29089" y="16566"/>
                  </a:cubicBezTo>
                  <a:cubicBezTo>
                    <a:pt x="29029" y="16505"/>
                    <a:pt x="28877" y="16566"/>
                    <a:pt x="28937" y="16414"/>
                  </a:cubicBezTo>
                  <a:lnTo>
                    <a:pt x="28968" y="16353"/>
                  </a:lnTo>
                  <a:cubicBezTo>
                    <a:pt x="28983" y="16330"/>
                    <a:pt x="29005" y="16320"/>
                    <a:pt x="29030" y="16320"/>
                  </a:cubicBezTo>
                  <a:cubicBezTo>
                    <a:pt x="29101" y="16320"/>
                    <a:pt x="29196" y="16399"/>
                    <a:pt x="29241" y="16444"/>
                  </a:cubicBezTo>
                  <a:cubicBezTo>
                    <a:pt x="29250" y="16470"/>
                    <a:pt x="29276" y="16481"/>
                    <a:pt x="29314" y="16481"/>
                  </a:cubicBezTo>
                  <a:cubicBezTo>
                    <a:pt x="29412" y="16481"/>
                    <a:pt x="29592" y="16410"/>
                    <a:pt x="29788" y="16323"/>
                  </a:cubicBezTo>
                  <a:lnTo>
                    <a:pt x="30062" y="16292"/>
                  </a:lnTo>
                  <a:lnTo>
                    <a:pt x="30366" y="16262"/>
                  </a:lnTo>
                  <a:cubicBezTo>
                    <a:pt x="30396" y="16079"/>
                    <a:pt x="30396" y="15897"/>
                    <a:pt x="30366" y="15715"/>
                  </a:cubicBezTo>
                  <a:cubicBezTo>
                    <a:pt x="30366" y="15684"/>
                    <a:pt x="30457" y="15624"/>
                    <a:pt x="30640" y="15593"/>
                  </a:cubicBezTo>
                  <a:lnTo>
                    <a:pt x="30700" y="15715"/>
                  </a:lnTo>
                  <a:cubicBezTo>
                    <a:pt x="30731" y="15745"/>
                    <a:pt x="30670" y="15775"/>
                    <a:pt x="30670" y="15836"/>
                  </a:cubicBezTo>
                  <a:cubicBezTo>
                    <a:pt x="30670" y="15897"/>
                    <a:pt x="30670" y="15958"/>
                    <a:pt x="30700" y="16019"/>
                  </a:cubicBezTo>
                  <a:cubicBezTo>
                    <a:pt x="30700" y="16079"/>
                    <a:pt x="30731" y="16171"/>
                    <a:pt x="30761" y="16171"/>
                  </a:cubicBezTo>
                  <a:cubicBezTo>
                    <a:pt x="30761" y="16171"/>
                    <a:pt x="30700" y="16201"/>
                    <a:pt x="30670" y="16201"/>
                  </a:cubicBezTo>
                  <a:lnTo>
                    <a:pt x="30579" y="16231"/>
                  </a:lnTo>
                  <a:cubicBezTo>
                    <a:pt x="30488" y="16292"/>
                    <a:pt x="30518" y="16475"/>
                    <a:pt x="30548" y="16535"/>
                  </a:cubicBezTo>
                  <a:cubicBezTo>
                    <a:pt x="30553" y="16540"/>
                    <a:pt x="30560" y="16543"/>
                    <a:pt x="30568" y="16543"/>
                  </a:cubicBezTo>
                  <a:cubicBezTo>
                    <a:pt x="30608" y="16543"/>
                    <a:pt x="30680" y="16480"/>
                    <a:pt x="30731" y="16353"/>
                  </a:cubicBezTo>
                  <a:lnTo>
                    <a:pt x="30913" y="16292"/>
                  </a:lnTo>
                  <a:cubicBezTo>
                    <a:pt x="30916" y="16290"/>
                    <a:pt x="30918" y="16289"/>
                    <a:pt x="30922" y="16289"/>
                  </a:cubicBezTo>
                  <a:cubicBezTo>
                    <a:pt x="30944" y="16289"/>
                    <a:pt x="30984" y="16344"/>
                    <a:pt x="31017" y="16344"/>
                  </a:cubicBezTo>
                  <a:cubicBezTo>
                    <a:pt x="31037" y="16344"/>
                    <a:pt x="31055" y="16324"/>
                    <a:pt x="31065" y="16262"/>
                  </a:cubicBezTo>
                  <a:cubicBezTo>
                    <a:pt x="31096" y="16201"/>
                    <a:pt x="31187" y="16140"/>
                    <a:pt x="31278" y="16079"/>
                  </a:cubicBezTo>
                  <a:cubicBezTo>
                    <a:pt x="31308" y="16064"/>
                    <a:pt x="31354" y="16057"/>
                    <a:pt x="31392" y="16057"/>
                  </a:cubicBezTo>
                  <a:cubicBezTo>
                    <a:pt x="31430" y="16057"/>
                    <a:pt x="31460" y="16064"/>
                    <a:pt x="31460" y="16079"/>
                  </a:cubicBezTo>
                  <a:cubicBezTo>
                    <a:pt x="31491" y="16110"/>
                    <a:pt x="31399" y="16171"/>
                    <a:pt x="31399" y="16231"/>
                  </a:cubicBezTo>
                  <a:cubicBezTo>
                    <a:pt x="31430" y="16262"/>
                    <a:pt x="31582" y="16262"/>
                    <a:pt x="31612" y="16262"/>
                  </a:cubicBezTo>
                  <a:cubicBezTo>
                    <a:pt x="31643" y="16262"/>
                    <a:pt x="31825" y="16049"/>
                    <a:pt x="31886" y="15988"/>
                  </a:cubicBezTo>
                  <a:cubicBezTo>
                    <a:pt x="31910" y="15980"/>
                    <a:pt x="31937" y="15976"/>
                    <a:pt x="31964" y="15976"/>
                  </a:cubicBezTo>
                  <a:cubicBezTo>
                    <a:pt x="32038" y="15976"/>
                    <a:pt x="32115" y="16005"/>
                    <a:pt x="32159" y="16049"/>
                  </a:cubicBezTo>
                  <a:lnTo>
                    <a:pt x="32220" y="16110"/>
                  </a:lnTo>
                  <a:cubicBezTo>
                    <a:pt x="32251" y="16140"/>
                    <a:pt x="32311" y="16201"/>
                    <a:pt x="32342" y="16201"/>
                  </a:cubicBezTo>
                  <a:cubicBezTo>
                    <a:pt x="32433" y="16171"/>
                    <a:pt x="32433" y="16079"/>
                    <a:pt x="32372" y="16019"/>
                  </a:cubicBezTo>
                  <a:cubicBezTo>
                    <a:pt x="32281" y="15988"/>
                    <a:pt x="32311" y="15897"/>
                    <a:pt x="32372" y="15867"/>
                  </a:cubicBezTo>
                  <a:cubicBezTo>
                    <a:pt x="32378" y="15861"/>
                    <a:pt x="32386" y="15859"/>
                    <a:pt x="32397" y="15859"/>
                  </a:cubicBezTo>
                  <a:cubicBezTo>
                    <a:pt x="32444" y="15859"/>
                    <a:pt x="32530" y="15908"/>
                    <a:pt x="32555" y="15958"/>
                  </a:cubicBezTo>
                  <a:lnTo>
                    <a:pt x="32615" y="15988"/>
                  </a:lnTo>
                  <a:cubicBezTo>
                    <a:pt x="32615" y="16049"/>
                    <a:pt x="32646" y="16110"/>
                    <a:pt x="32646" y="16140"/>
                  </a:cubicBezTo>
                  <a:cubicBezTo>
                    <a:pt x="32767" y="16201"/>
                    <a:pt x="32858" y="16262"/>
                    <a:pt x="32980" y="16323"/>
                  </a:cubicBezTo>
                  <a:lnTo>
                    <a:pt x="33132" y="16353"/>
                  </a:lnTo>
                  <a:lnTo>
                    <a:pt x="33345" y="16383"/>
                  </a:lnTo>
                  <a:cubicBezTo>
                    <a:pt x="33436" y="16292"/>
                    <a:pt x="33436" y="16171"/>
                    <a:pt x="33406" y="16140"/>
                  </a:cubicBezTo>
                  <a:cubicBezTo>
                    <a:pt x="33375" y="16140"/>
                    <a:pt x="33345" y="15958"/>
                    <a:pt x="33406" y="15927"/>
                  </a:cubicBezTo>
                  <a:cubicBezTo>
                    <a:pt x="33410" y="15923"/>
                    <a:pt x="33416" y="15921"/>
                    <a:pt x="33424" y="15921"/>
                  </a:cubicBezTo>
                  <a:cubicBezTo>
                    <a:pt x="33475" y="15921"/>
                    <a:pt x="33592" y="15997"/>
                    <a:pt x="33618" y="16049"/>
                  </a:cubicBezTo>
                  <a:cubicBezTo>
                    <a:pt x="33626" y="16057"/>
                    <a:pt x="33635" y="16060"/>
                    <a:pt x="33646" y="16060"/>
                  </a:cubicBezTo>
                  <a:cubicBezTo>
                    <a:pt x="33679" y="16060"/>
                    <a:pt x="33725" y="16026"/>
                    <a:pt x="33770" y="15958"/>
                  </a:cubicBezTo>
                  <a:lnTo>
                    <a:pt x="33801" y="15958"/>
                  </a:lnTo>
                  <a:lnTo>
                    <a:pt x="33983" y="15927"/>
                  </a:lnTo>
                  <a:cubicBezTo>
                    <a:pt x="33983" y="16019"/>
                    <a:pt x="34196" y="16323"/>
                    <a:pt x="34317" y="16353"/>
                  </a:cubicBezTo>
                  <a:cubicBezTo>
                    <a:pt x="34469" y="16353"/>
                    <a:pt x="34591" y="16049"/>
                    <a:pt x="34561" y="15927"/>
                  </a:cubicBezTo>
                  <a:cubicBezTo>
                    <a:pt x="34547" y="15874"/>
                    <a:pt x="34557" y="15850"/>
                    <a:pt x="34581" y="15850"/>
                  </a:cubicBezTo>
                  <a:cubicBezTo>
                    <a:pt x="34610" y="15850"/>
                    <a:pt x="34661" y="15890"/>
                    <a:pt x="34713" y="15958"/>
                  </a:cubicBezTo>
                  <a:lnTo>
                    <a:pt x="35077" y="15958"/>
                  </a:lnTo>
                  <a:cubicBezTo>
                    <a:pt x="35260" y="15927"/>
                    <a:pt x="35442" y="15897"/>
                    <a:pt x="35624" y="15836"/>
                  </a:cubicBezTo>
                  <a:lnTo>
                    <a:pt x="35685" y="15867"/>
                  </a:lnTo>
                  <a:cubicBezTo>
                    <a:pt x="35741" y="15894"/>
                    <a:pt x="35785" y="15905"/>
                    <a:pt x="35823" y="15905"/>
                  </a:cubicBezTo>
                  <a:cubicBezTo>
                    <a:pt x="35910" y="15905"/>
                    <a:pt x="35965" y="15848"/>
                    <a:pt x="36050" y="15806"/>
                  </a:cubicBezTo>
                  <a:cubicBezTo>
                    <a:pt x="36050" y="15800"/>
                    <a:pt x="36052" y="15797"/>
                    <a:pt x="36057" y="15797"/>
                  </a:cubicBezTo>
                  <a:cubicBezTo>
                    <a:pt x="36073" y="15797"/>
                    <a:pt x="36117" y="15836"/>
                    <a:pt x="36141" y="15836"/>
                  </a:cubicBezTo>
                  <a:lnTo>
                    <a:pt x="36232" y="15867"/>
                  </a:lnTo>
                  <a:cubicBezTo>
                    <a:pt x="36293" y="15806"/>
                    <a:pt x="36354" y="15715"/>
                    <a:pt x="36384" y="15715"/>
                  </a:cubicBezTo>
                  <a:cubicBezTo>
                    <a:pt x="36445" y="15715"/>
                    <a:pt x="36476" y="15745"/>
                    <a:pt x="36506" y="15775"/>
                  </a:cubicBezTo>
                  <a:cubicBezTo>
                    <a:pt x="36506" y="15806"/>
                    <a:pt x="36415" y="15988"/>
                    <a:pt x="36506" y="16049"/>
                  </a:cubicBezTo>
                  <a:cubicBezTo>
                    <a:pt x="36521" y="16064"/>
                    <a:pt x="36533" y="16070"/>
                    <a:pt x="36545" y="16070"/>
                  </a:cubicBezTo>
                  <a:cubicBezTo>
                    <a:pt x="36581" y="16070"/>
                    <a:pt x="36604" y="16011"/>
                    <a:pt x="36628" y="15988"/>
                  </a:cubicBezTo>
                  <a:cubicBezTo>
                    <a:pt x="36658" y="15927"/>
                    <a:pt x="36688" y="15867"/>
                    <a:pt x="36719" y="15806"/>
                  </a:cubicBezTo>
                  <a:cubicBezTo>
                    <a:pt x="36749" y="15745"/>
                    <a:pt x="36810" y="15654"/>
                    <a:pt x="36840" y="15593"/>
                  </a:cubicBezTo>
                  <a:cubicBezTo>
                    <a:pt x="36848" y="15585"/>
                    <a:pt x="36865" y="15581"/>
                    <a:pt x="36888" y="15581"/>
                  </a:cubicBezTo>
                  <a:cubicBezTo>
                    <a:pt x="36950" y="15581"/>
                    <a:pt x="37055" y="15609"/>
                    <a:pt x="37144" y="15654"/>
                  </a:cubicBezTo>
                  <a:lnTo>
                    <a:pt x="37266" y="15745"/>
                  </a:lnTo>
                  <a:cubicBezTo>
                    <a:pt x="37254" y="15781"/>
                    <a:pt x="37228" y="15793"/>
                    <a:pt x="37199" y="15793"/>
                  </a:cubicBezTo>
                  <a:cubicBezTo>
                    <a:pt x="37154" y="15793"/>
                    <a:pt x="37102" y="15764"/>
                    <a:pt x="37083" y="15745"/>
                  </a:cubicBezTo>
                  <a:cubicBezTo>
                    <a:pt x="37075" y="15736"/>
                    <a:pt x="37058" y="15733"/>
                    <a:pt x="37038" y="15733"/>
                  </a:cubicBezTo>
                  <a:cubicBezTo>
                    <a:pt x="36990" y="15733"/>
                    <a:pt x="36923" y="15754"/>
                    <a:pt x="36901" y="15775"/>
                  </a:cubicBezTo>
                  <a:cubicBezTo>
                    <a:pt x="36871" y="15806"/>
                    <a:pt x="37023" y="15927"/>
                    <a:pt x="37114" y="15958"/>
                  </a:cubicBezTo>
                  <a:cubicBezTo>
                    <a:pt x="37138" y="15966"/>
                    <a:pt x="37163" y="15970"/>
                    <a:pt x="37187" y="15970"/>
                  </a:cubicBezTo>
                  <a:cubicBezTo>
                    <a:pt x="37254" y="15970"/>
                    <a:pt x="37321" y="15942"/>
                    <a:pt x="37387" y="15897"/>
                  </a:cubicBezTo>
                  <a:lnTo>
                    <a:pt x="37448" y="15836"/>
                  </a:lnTo>
                  <a:cubicBezTo>
                    <a:pt x="37509" y="15806"/>
                    <a:pt x="37600" y="15775"/>
                    <a:pt x="37631" y="15775"/>
                  </a:cubicBezTo>
                  <a:lnTo>
                    <a:pt x="37661" y="15836"/>
                  </a:lnTo>
                  <a:cubicBezTo>
                    <a:pt x="37665" y="15845"/>
                    <a:pt x="37671" y="15848"/>
                    <a:pt x="37678" y="15848"/>
                  </a:cubicBezTo>
                  <a:cubicBezTo>
                    <a:pt x="37723" y="15848"/>
                    <a:pt x="37821" y="15698"/>
                    <a:pt x="37874" y="15593"/>
                  </a:cubicBezTo>
                  <a:cubicBezTo>
                    <a:pt x="37881" y="15573"/>
                    <a:pt x="37892" y="15563"/>
                    <a:pt x="37907" y="15563"/>
                  </a:cubicBezTo>
                  <a:cubicBezTo>
                    <a:pt x="37960" y="15563"/>
                    <a:pt x="38060" y="15678"/>
                    <a:pt x="38178" y="15867"/>
                  </a:cubicBezTo>
                  <a:lnTo>
                    <a:pt x="38573" y="15867"/>
                  </a:lnTo>
                  <a:cubicBezTo>
                    <a:pt x="38786" y="15775"/>
                    <a:pt x="39029" y="15745"/>
                    <a:pt x="39242" y="15745"/>
                  </a:cubicBezTo>
                  <a:cubicBezTo>
                    <a:pt x="39258" y="15751"/>
                    <a:pt x="39275" y="15753"/>
                    <a:pt x="39291" y="15753"/>
                  </a:cubicBezTo>
                  <a:cubicBezTo>
                    <a:pt x="39363" y="15753"/>
                    <a:pt x="39424" y="15704"/>
                    <a:pt x="39424" y="15654"/>
                  </a:cubicBezTo>
                  <a:lnTo>
                    <a:pt x="39394" y="15593"/>
                  </a:lnTo>
                  <a:lnTo>
                    <a:pt x="39363" y="15563"/>
                  </a:lnTo>
                  <a:cubicBezTo>
                    <a:pt x="39287" y="15537"/>
                    <a:pt x="39508" y="15427"/>
                    <a:pt x="39671" y="15427"/>
                  </a:cubicBezTo>
                  <a:cubicBezTo>
                    <a:pt x="39704" y="15427"/>
                    <a:pt x="39733" y="15431"/>
                    <a:pt x="39758" y="15441"/>
                  </a:cubicBezTo>
                  <a:cubicBezTo>
                    <a:pt x="39880" y="15472"/>
                    <a:pt x="39971" y="15532"/>
                    <a:pt x="39941" y="15563"/>
                  </a:cubicBezTo>
                  <a:cubicBezTo>
                    <a:pt x="40009" y="15631"/>
                    <a:pt x="40077" y="15665"/>
                    <a:pt x="40159" y="15665"/>
                  </a:cubicBezTo>
                  <a:cubicBezTo>
                    <a:pt x="40186" y="15665"/>
                    <a:pt x="40214" y="15662"/>
                    <a:pt x="40245" y="15654"/>
                  </a:cubicBezTo>
                  <a:cubicBezTo>
                    <a:pt x="40300" y="15598"/>
                    <a:pt x="40356" y="15542"/>
                    <a:pt x="40426" y="15542"/>
                  </a:cubicBezTo>
                  <a:cubicBezTo>
                    <a:pt x="40470" y="15542"/>
                    <a:pt x="40520" y="15565"/>
                    <a:pt x="40579" y="15624"/>
                  </a:cubicBezTo>
                  <a:cubicBezTo>
                    <a:pt x="40585" y="15630"/>
                    <a:pt x="40596" y="15632"/>
                    <a:pt x="40610" y="15632"/>
                  </a:cubicBezTo>
                  <a:cubicBezTo>
                    <a:pt x="40668" y="15632"/>
                    <a:pt x="40780" y="15593"/>
                    <a:pt x="40853" y="15593"/>
                  </a:cubicBezTo>
                  <a:cubicBezTo>
                    <a:pt x="40913" y="15563"/>
                    <a:pt x="40974" y="15563"/>
                    <a:pt x="41035" y="15563"/>
                  </a:cubicBezTo>
                  <a:cubicBezTo>
                    <a:pt x="41065" y="15563"/>
                    <a:pt x="41126" y="15563"/>
                    <a:pt x="41126" y="15593"/>
                  </a:cubicBezTo>
                  <a:cubicBezTo>
                    <a:pt x="41156" y="15654"/>
                    <a:pt x="41126" y="15684"/>
                    <a:pt x="41096" y="15715"/>
                  </a:cubicBezTo>
                  <a:lnTo>
                    <a:pt x="41005" y="15745"/>
                  </a:lnTo>
                  <a:cubicBezTo>
                    <a:pt x="40913" y="15806"/>
                    <a:pt x="40944" y="15867"/>
                    <a:pt x="41126" y="15897"/>
                  </a:cubicBezTo>
                  <a:lnTo>
                    <a:pt x="41217" y="15775"/>
                  </a:lnTo>
                  <a:cubicBezTo>
                    <a:pt x="41238" y="15775"/>
                    <a:pt x="41258" y="15735"/>
                    <a:pt x="41296" y="15735"/>
                  </a:cubicBezTo>
                  <a:cubicBezTo>
                    <a:pt x="41315" y="15735"/>
                    <a:pt x="41339" y="15745"/>
                    <a:pt x="41369" y="15775"/>
                  </a:cubicBezTo>
                  <a:lnTo>
                    <a:pt x="41369" y="15806"/>
                  </a:lnTo>
                  <a:cubicBezTo>
                    <a:pt x="41400" y="15867"/>
                    <a:pt x="41400" y="15897"/>
                    <a:pt x="41369" y="15958"/>
                  </a:cubicBezTo>
                  <a:lnTo>
                    <a:pt x="41491" y="15958"/>
                  </a:lnTo>
                  <a:cubicBezTo>
                    <a:pt x="41552" y="15897"/>
                    <a:pt x="41582" y="15806"/>
                    <a:pt x="41582" y="15715"/>
                  </a:cubicBezTo>
                  <a:cubicBezTo>
                    <a:pt x="41582" y="15654"/>
                    <a:pt x="41704" y="15654"/>
                    <a:pt x="41825" y="15654"/>
                  </a:cubicBezTo>
                  <a:lnTo>
                    <a:pt x="41856" y="15684"/>
                  </a:lnTo>
                  <a:cubicBezTo>
                    <a:pt x="41916" y="15745"/>
                    <a:pt x="41856" y="15806"/>
                    <a:pt x="41734" y="15806"/>
                  </a:cubicBezTo>
                  <a:lnTo>
                    <a:pt x="41704" y="15806"/>
                  </a:lnTo>
                  <a:cubicBezTo>
                    <a:pt x="41673" y="15867"/>
                    <a:pt x="41734" y="15958"/>
                    <a:pt x="41825" y="15958"/>
                  </a:cubicBezTo>
                  <a:cubicBezTo>
                    <a:pt x="41845" y="15927"/>
                    <a:pt x="41866" y="15917"/>
                    <a:pt x="41886" y="15917"/>
                  </a:cubicBezTo>
                  <a:cubicBezTo>
                    <a:pt x="41927" y="15917"/>
                    <a:pt x="41967" y="15958"/>
                    <a:pt x="42008" y="15958"/>
                  </a:cubicBezTo>
                  <a:lnTo>
                    <a:pt x="42068" y="15958"/>
                  </a:lnTo>
                  <a:cubicBezTo>
                    <a:pt x="42190" y="15927"/>
                    <a:pt x="42281" y="15867"/>
                    <a:pt x="42342" y="15806"/>
                  </a:cubicBezTo>
                  <a:lnTo>
                    <a:pt x="42464" y="15836"/>
                  </a:lnTo>
                  <a:lnTo>
                    <a:pt x="42676" y="15897"/>
                  </a:lnTo>
                  <a:cubicBezTo>
                    <a:pt x="42980" y="15897"/>
                    <a:pt x="42980" y="15684"/>
                    <a:pt x="42980" y="15593"/>
                  </a:cubicBezTo>
                  <a:cubicBezTo>
                    <a:pt x="42980" y="15441"/>
                    <a:pt x="42980" y="15289"/>
                    <a:pt x="42950" y="15137"/>
                  </a:cubicBezTo>
                  <a:cubicBezTo>
                    <a:pt x="42919" y="15076"/>
                    <a:pt x="42980" y="14955"/>
                    <a:pt x="43071" y="14924"/>
                  </a:cubicBezTo>
                  <a:lnTo>
                    <a:pt x="43163" y="14894"/>
                  </a:lnTo>
                  <a:cubicBezTo>
                    <a:pt x="43178" y="14879"/>
                    <a:pt x="43185" y="14871"/>
                    <a:pt x="43193" y="14871"/>
                  </a:cubicBezTo>
                  <a:cubicBezTo>
                    <a:pt x="43201" y="14871"/>
                    <a:pt x="43208" y="14879"/>
                    <a:pt x="43223" y="14894"/>
                  </a:cubicBezTo>
                  <a:cubicBezTo>
                    <a:pt x="43254" y="14894"/>
                    <a:pt x="43284" y="14894"/>
                    <a:pt x="43284" y="14924"/>
                  </a:cubicBezTo>
                  <a:cubicBezTo>
                    <a:pt x="43315" y="14985"/>
                    <a:pt x="43345" y="15076"/>
                    <a:pt x="43406" y="15137"/>
                  </a:cubicBezTo>
                  <a:cubicBezTo>
                    <a:pt x="43436" y="15168"/>
                    <a:pt x="43497" y="15198"/>
                    <a:pt x="43558" y="15198"/>
                  </a:cubicBezTo>
                  <a:lnTo>
                    <a:pt x="43649" y="15228"/>
                  </a:lnTo>
                  <a:cubicBezTo>
                    <a:pt x="43675" y="15234"/>
                    <a:pt x="43698" y="15236"/>
                    <a:pt x="43717" y="15236"/>
                  </a:cubicBezTo>
                  <a:cubicBezTo>
                    <a:pt x="43809" y="15236"/>
                    <a:pt x="43821" y="15177"/>
                    <a:pt x="43771" y="15076"/>
                  </a:cubicBezTo>
                  <a:lnTo>
                    <a:pt x="43710" y="14985"/>
                  </a:lnTo>
                  <a:cubicBezTo>
                    <a:pt x="43801" y="14894"/>
                    <a:pt x="43892" y="14864"/>
                    <a:pt x="43983" y="14833"/>
                  </a:cubicBezTo>
                  <a:lnTo>
                    <a:pt x="44135" y="14864"/>
                  </a:lnTo>
                  <a:lnTo>
                    <a:pt x="44287" y="14924"/>
                  </a:lnTo>
                  <a:cubicBezTo>
                    <a:pt x="44287" y="14985"/>
                    <a:pt x="44257" y="15076"/>
                    <a:pt x="44196" y="15137"/>
                  </a:cubicBezTo>
                  <a:cubicBezTo>
                    <a:pt x="44166" y="15137"/>
                    <a:pt x="44257" y="15289"/>
                    <a:pt x="44318" y="15350"/>
                  </a:cubicBezTo>
                  <a:cubicBezTo>
                    <a:pt x="44332" y="15364"/>
                    <a:pt x="44346" y="15370"/>
                    <a:pt x="44360" y="15370"/>
                  </a:cubicBezTo>
                  <a:cubicBezTo>
                    <a:pt x="44405" y="15370"/>
                    <a:pt x="44446" y="15305"/>
                    <a:pt x="44470" y="15259"/>
                  </a:cubicBezTo>
                  <a:cubicBezTo>
                    <a:pt x="44470" y="15255"/>
                    <a:pt x="44475" y="15253"/>
                    <a:pt x="44484" y="15253"/>
                  </a:cubicBezTo>
                  <a:cubicBezTo>
                    <a:pt x="44541" y="15253"/>
                    <a:pt x="44756" y="15328"/>
                    <a:pt x="44834" y="15380"/>
                  </a:cubicBezTo>
                  <a:cubicBezTo>
                    <a:pt x="44926" y="15441"/>
                    <a:pt x="44956" y="15502"/>
                    <a:pt x="44926" y="15532"/>
                  </a:cubicBezTo>
                  <a:cubicBezTo>
                    <a:pt x="44682" y="15563"/>
                    <a:pt x="44470" y="15593"/>
                    <a:pt x="44226" y="15624"/>
                  </a:cubicBezTo>
                  <a:cubicBezTo>
                    <a:pt x="44196" y="15624"/>
                    <a:pt x="44166" y="15684"/>
                    <a:pt x="44166" y="15715"/>
                  </a:cubicBezTo>
                  <a:cubicBezTo>
                    <a:pt x="44226" y="15745"/>
                    <a:pt x="44287" y="15775"/>
                    <a:pt x="44378" y="15775"/>
                  </a:cubicBezTo>
                  <a:lnTo>
                    <a:pt x="44409" y="15927"/>
                  </a:lnTo>
                  <a:lnTo>
                    <a:pt x="44439" y="15958"/>
                  </a:lnTo>
                  <a:cubicBezTo>
                    <a:pt x="44561" y="15836"/>
                    <a:pt x="44652" y="15745"/>
                    <a:pt x="44804" y="15684"/>
                  </a:cubicBezTo>
                  <a:lnTo>
                    <a:pt x="44956" y="15775"/>
                  </a:lnTo>
                  <a:cubicBezTo>
                    <a:pt x="45108" y="15897"/>
                    <a:pt x="45321" y="15958"/>
                    <a:pt x="45503" y="15958"/>
                  </a:cubicBezTo>
                  <a:lnTo>
                    <a:pt x="45716" y="15927"/>
                  </a:lnTo>
                  <a:cubicBezTo>
                    <a:pt x="45929" y="15806"/>
                    <a:pt x="46172" y="15654"/>
                    <a:pt x="46141" y="15624"/>
                  </a:cubicBezTo>
                  <a:cubicBezTo>
                    <a:pt x="46081" y="15593"/>
                    <a:pt x="45959" y="15502"/>
                    <a:pt x="45837" y="15411"/>
                  </a:cubicBezTo>
                  <a:lnTo>
                    <a:pt x="45746" y="15320"/>
                  </a:lnTo>
                  <a:cubicBezTo>
                    <a:pt x="45746" y="15289"/>
                    <a:pt x="45746" y="15228"/>
                    <a:pt x="45777" y="15228"/>
                  </a:cubicBezTo>
                  <a:lnTo>
                    <a:pt x="45929" y="15228"/>
                  </a:lnTo>
                  <a:lnTo>
                    <a:pt x="45959" y="15289"/>
                  </a:lnTo>
                  <a:cubicBezTo>
                    <a:pt x="45965" y="15295"/>
                    <a:pt x="45976" y="15297"/>
                    <a:pt x="45992" y="15297"/>
                  </a:cubicBezTo>
                  <a:cubicBezTo>
                    <a:pt x="46063" y="15297"/>
                    <a:pt x="46219" y="15248"/>
                    <a:pt x="46293" y="15198"/>
                  </a:cubicBezTo>
                  <a:cubicBezTo>
                    <a:pt x="46303" y="15191"/>
                    <a:pt x="46313" y="15188"/>
                    <a:pt x="46323" y="15188"/>
                  </a:cubicBezTo>
                  <a:cubicBezTo>
                    <a:pt x="46403" y="15188"/>
                    <a:pt x="46472" y="15390"/>
                    <a:pt x="46445" y="15472"/>
                  </a:cubicBezTo>
                  <a:cubicBezTo>
                    <a:pt x="46415" y="15563"/>
                    <a:pt x="46597" y="15624"/>
                    <a:pt x="46658" y="15624"/>
                  </a:cubicBezTo>
                  <a:cubicBezTo>
                    <a:pt x="46719" y="15624"/>
                    <a:pt x="46506" y="15472"/>
                    <a:pt x="46537" y="15380"/>
                  </a:cubicBezTo>
                  <a:cubicBezTo>
                    <a:pt x="46537" y="15305"/>
                    <a:pt x="46681" y="15251"/>
                    <a:pt x="46833" y="15251"/>
                  </a:cubicBezTo>
                  <a:cubicBezTo>
                    <a:pt x="46866" y="15251"/>
                    <a:pt x="46899" y="15253"/>
                    <a:pt x="46932" y="15259"/>
                  </a:cubicBezTo>
                  <a:lnTo>
                    <a:pt x="47023" y="15320"/>
                  </a:lnTo>
                  <a:cubicBezTo>
                    <a:pt x="47101" y="15378"/>
                    <a:pt x="47180" y="15412"/>
                    <a:pt x="47267" y="15412"/>
                  </a:cubicBezTo>
                  <a:cubicBezTo>
                    <a:pt x="47314" y="15412"/>
                    <a:pt x="47364" y="15402"/>
                    <a:pt x="47418" y="15380"/>
                  </a:cubicBezTo>
                  <a:cubicBezTo>
                    <a:pt x="47466" y="15344"/>
                    <a:pt x="47523" y="15327"/>
                    <a:pt x="47581" y="15327"/>
                  </a:cubicBezTo>
                  <a:cubicBezTo>
                    <a:pt x="47669" y="15327"/>
                    <a:pt x="47758" y="15368"/>
                    <a:pt x="47813" y="15441"/>
                  </a:cubicBezTo>
                  <a:lnTo>
                    <a:pt x="47904" y="15532"/>
                  </a:lnTo>
                  <a:cubicBezTo>
                    <a:pt x="48026" y="15472"/>
                    <a:pt x="48147" y="15380"/>
                    <a:pt x="48239" y="15289"/>
                  </a:cubicBezTo>
                  <a:lnTo>
                    <a:pt x="48208" y="15259"/>
                  </a:lnTo>
                  <a:lnTo>
                    <a:pt x="48056" y="15137"/>
                  </a:lnTo>
                  <a:cubicBezTo>
                    <a:pt x="48085" y="15130"/>
                    <a:pt x="48115" y="15126"/>
                    <a:pt x="48146" y="15126"/>
                  </a:cubicBezTo>
                  <a:cubicBezTo>
                    <a:pt x="48245" y="15126"/>
                    <a:pt x="48344" y="15166"/>
                    <a:pt x="48391" y="15259"/>
                  </a:cubicBezTo>
                  <a:lnTo>
                    <a:pt x="48482" y="15289"/>
                  </a:lnTo>
                  <a:cubicBezTo>
                    <a:pt x="48526" y="15300"/>
                    <a:pt x="48567" y="15307"/>
                    <a:pt x="48606" y="15307"/>
                  </a:cubicBezTo>
                  <a:cubicBezTo>
                    <a:pt x="48674" y="15307"/>
                    <a:pt x="48739" y="15286"/>
                    <a:pt x="48816" y="15228"/>
                  </a:cubicBezTo>
                  <a:lnTo>
                    <a:pt x="48877" y="15198"/>
                  </a:lnTo>
                  <a:cubicBezTo>
                    <a:pt x="49059" y="15228"/>
                    <a:pt x="49120" y="15320"/>
                    <a:pt x="49059" y="15441"/>
                  </a:cubicBezTo>
                  <a:lnTo>
                    <a:pt x="49059" y="15532"/>
                  </a:lnTo>
                  <a:cubicBezTo>
                    <a:pt x="49181" y="15593"/>
                    <a:pt x="49211" y="15654"/>
                    <a:pt x="49181" y="15654"/>
                  </a:cubicBezTo>
                  <a:lnTo>
                    <a:pt x="49090" y="15654"/>
                  </a:lnTo>
                  <a:cubicBezTo>
                    <a:pt x="48999" y="15654"/>
                    <a:pt x="48968" y="15715"/>
                    <a:pt x="48968" y="15775"/>
                  </a:cubicBezTo>
                  <a:lnTo>
                    <a:pt x="49090" y="15806"/>
                  </a:lnTo>
                  <a:lnTo>
                    <a:pt x="49211" y="15836"/>
                  </a:lnTo>
                  <a:cubicBezTo>
                    <a:pt x="49181" y="15927"/>
                    <a:pt x="49181" y="16019"/>
                    <a:pt x="49181" y="16110"/>
                  </a:cubicBezTo>
                  <a:lnTo>
                    <a:pt x="49242" y="16110"/>
                  </a:lnTo>
                  <a:cubicBezTo>
                    <a:pt x="49333" y="16049"/>
                    <a:pt x="49424" y="15988"/>
                    <a:pt x="49485" y="15897"/>
                  </a:cubicBezTo>
                  <a:cubicBezTo>
                    <a:pt x="49546" y="15867"/>
                    <a:pt x="49363" y="15654"/>
                    <a:pt x="49424" y="15593"/>
                  </a:cubicBezTo>
                  <a:cubicBezTo>
                    <a:pt x="49515" y="15502"/>
                    <a:pt x="49394" y="15441"/>
                    <a:pt x="49333" y="15411"/>
                  </a:cubicBezTo>
                  <a:cubicBezTo>
                    <a:pt x="49303" y="15411"/>
                    <a:pt x="49333" y="15259"/>
                    <a:pt x="49485" y="15107"/>
                  </a:cubicBezTo>
                  <a:lnTo>
                    <a:pt x="49698" y="15107"/>
                  </a:lnTo>
                  <a:cubicBezTo>
                    <a:pt x="49728" y="15137"/>
                    <a:pt x="49758" y="15198"/>
                    <a:pt x="49728" y="15259"/>
                  </a:cubicBezTo>
                  <a:lnTo>
                    <a:pt x="49667" y="15259"/>
                  </a:lnTo>
                  <a:cubicBezTo>
                    <a:pt x="49606" y="15259"/>
                    <a:pt x="49667" y="15350"/>
                    <a:pt x="49698" y="15380"/>
                  </a:cubicBezTo>
                  <a:cubicBezTo>
                    <a:pt x="49700" y="15383"/>
                    <a:pt x="49705" y="15384"/>
                    <a:pt x="49710" y="15384"/>
                  </a:cubicBezTo>
                  <a:cubicBezTo>
                    <a:pt x="49765" y="15384"/>
                    <a:pt x="49946" y="15253"/>
                    <a:pt x="50002" y="15198"/>
                  </a:cubicBezTo>
                  <a:cubicBezTo>
                    <a:pt x="50032" y="15168"/>
                    <a:pt x="50070" y="15152"/>
                    <a:pt x="50108" y="15152"/>
                  </a:cubicBezTo>
                  <a:cubicBezTo>
                    <a:pt x="50146" y="15152"/>
                    <a:pt x="50184" y="15168"/>
                    <a:pt x="50214" y="15198"/>
                  </a:cubicBezTo>
                  <a:lnTo>
                    <a:pt x="50275" y="15228"/>
                  </a:lnTo>
                  <a:lnTo>
                    <a:pt x="50336" y="15289"/>
                  </a:lnTo>
                  <a:cubicBezTo>
                    <a:pt x="50427" y="15350"/>
                    <a:pt x="50488" y="15380"/>
                    <a:pt x="50579" y="15441"/>
                  </a:cubicBezTo>
                  <a:cubicBezTo>
                    <a:pt x="50579" y="15450"/>
                    <a:pt x="50584" y="15454"/>
                    <a:pt x="50593" y="15454"/>
                  </a:cubicBezTo>
                  <a:cubicBezTo>
                    <a:pt x="50612" y="15454"/>
                    <a:pt x="50649" y="15432"/>
                    <a:pt x="50670" y="15411"/>
                  </a:cubicBezTo>
                  <a:lnTo>
                    <a:pt x="50701" y="15380"/>
                  </a:lnTo>
                  <a:lnTo>
                    <a:pt x="50731" y="15350"/>
                  </a:lnTo>
                  <a:cubicBezTo>
                    <a:pt x="50731" y="15289"/>
                    <a:pt x="51035" y="15016"/>
                    <a:pt x="51065" y="14894"/>
                  </a:cubicBezTo>
                  <a:cubicBezTo>
                    <a:pt x="51084" y="14857"/>
                    <a:pt x="51131" y="14845"/>
                    <a:pt x="51191" y="14845"/>
                  </a:cubicBezTo>
                  <a:cubicBezTo>
                    <a:pt x="51293" y="14845"/>
                    <a:pt x="51434" y="14879"/>
                    <a:pt x="51543" y="14879"/>
                  </a:cubicBezTo>
                  <a:cubicBezTo>
                    <a:pt x="51581" y="14879"/>
                    <a:pt x="51616" y="14875"/>
                    <a:pt x="51643" y="14864"/>
                  </a:cubicBezTo>
                  <a:cubicBezTo>
                    <a:pt x="51662" y="14856"/>
                    <a:pt x="51680" y="14853"/>
                    <a:pt x="51696" y="14853"/>
                  </a:cubicBezTo>
                  <a:cubicBezTo>
                    <a:pt x="51807" y="14853"/>
                    <a:pt x="51841" y="15016"/>
                    <a:pt x="51734" y="15016"/>
                  </a:cubicBezTo>
                  <a:cubicBezTo>
                    <a:pt x="51643" y="15046"/>
                    <a:pt x="51582" y="15107"/>
                    <a:pt x="51582" y="15228"/>
                  </a:cubicBezTo>
                  <a:cubicBezTo>
                    <a:pt x="51613" y="15259"/>
                    <a:pt x="51521" y="15472"/>
                    <a:pt x="51582" y="15502"/>
                  </a:cubicBezTo>
                  <a:cubicBezTo>
                    <a:pt x="51643" y="15502"/>
                    <a:pt x="51856" y="15320"/>
                    <a:pt x="52099" y="15076"/>
                  </a:cubicBezTo>
                  <a:lnTo>
                    <a:pt x="52464" y="15289"/>
                  </a:lnTo>
                  <a:lnTo>
                    <a:pt x="52524" y="15289"/>
                  </a:lnTo>
                  <a:cubicBezTo>
                    <a:pt x="52585" y="15289"/>
                    <a:pt x="52707" y="15228"/>
                    <a:pt x="52676" y="15198"/>
                  </a:cubicBezTo>
                  <a:cubicBezTo>
                    <a:pt x="52646" y="15168"/>
                    <a:pt x="52494" y="14985"/>
                    <a:pt x="52524" y="14924"/>
                  </a:cubicBezTo>
                  <a:cubicBezTo>
                    <a:pt x="52524" y="14899"/>
                    <a:pt x="52557" y="14889"/>
                    <a:pt x="52599" y="14889"/>
                  </a:cubicBezTo>
                  <a:cubicBezTo>
                    <a:pt x="52657" y="14889"/>
                    <a:pt x="52733" y="14907"/>
                    <a:pt x="52768" y="14924"/>
                  </a:cubicBezTo>
                  <a:cubicBezTo>
                    <a:pt x="52776" y="14929"/>
                    <a:pt x="52784" y="14930"/>
                    <a:pt x="52792" y="14930"/>
                  </a:cubicBezTo>
                  <a:cubicBezTo>
                    <a:pt x="52844" y="14930"/>
                    <a:pt x="52889" y="14855"/>
                    <a:pt x="52889" y="14803"/>
                  </a:cubicBezTo>
                  <a:cubicBezTo>
                    <a:pt x="52902" y="14777"/>
                    <a:pt x="52926" y="14768"/>
                    <a:pt x="52951" y="14768"/>
                  </a:cubicBezTo>
                  <a:cubicBezTo>
                    <a:pt x="52986" y="14768"/>
                    <a:pt x="53024" y="14785"/>
                    <a:pt x="53041" y="14803"/>
                  </a:cubicBezTo>
                  <a:cubicBezTo>
                    <a:pt x="53072" y="14833"/>
                    <a:pt x="53041" y="14924"/>
                    <a:pt x="52980" y="14985"/>
                  </a:cubicBezTo>
                  <a:lnTo>
                    <a:pt x="53193" y="14985"/>
                  </a:lnTo>
                  <a:cubicBezTo>
                    <a:pt x="53254" y="14985"/>
                    <a:pt x="53284" y="14955"/>
                    <a:pt x="53345" y="14924"/>
                  </a:cubicBezTo>
                  <a:cubicBezTo>
                    <a:pt x="53467" y="15016"/>
                    <a:pt x="53558" y="15137"/>
                    <a:pt x="53649" y="15289"/>
                  </a:cubicBezTo>
                  <a:cubicBezTo>
                    <a:pt x="53680" y="15380"/>
                    <a:pt x="53983" y="15502"/>
                    <a:pt x="54105" y="15532"/>
                  </a:cubicBezTo>
                  <a:cubicBezTo>
                    <a:pt x="54227" y="15532"/>
                    <a:pt x="54196" y="15320"/>
                    <a:pt x="54135" y="15259"/>
                  </a:cubicBezTo>
                  <a:cubicBezTo>
                    <a:pt x="54105" y="15137"/>
                    <a:pt x="54135" y="15046"/>
                    <a:pt x="54196" y="14955"/>
                  </a:cubicBezTo>
                  <a:cubicBezTo>
                    <a:pt x="54211" y="14940"/>
                    <a:pt x="54234" y="14932"/>
                    <a:pt x="54257" y="14932"/>
                  </a:cubicBezTo>
                  <a:cubicBezTo>
                    <a:pt x="54280" y="14932"/>
                    <a:pt x="54303" y="14940"/>
                    <a:pt x="54318" y="14955"/>
                  </a:cubicBezTo>
                  <a:cubicBezTo>
                    <a:pt x="54379" y="15076"/>
                    <a:pt x="54439" y="15168"/>
                    <a:pt x="54531" y="15289"/>
                  </a:cubicBezTo>
                  <a:lnTo>
                    <a:pt x="54743" y="15289"/>
                  </a:lnTo>
                  <a:cubicBezTo>
                    <a:pt x="54804" y="15259"/>
                    <a:pt x="54774" y="15168"/>
                    <a:pt x="54743" y="15168"/>
                  </a:cubicBezTo>
                  <a:lnTo>
                    <a:pt x="55017" y="15168"/>
                  </a:lnTo>
                  <a:cubicBezTo>
                    <a:pt x="55078" y="15168"/>
                    <a:pt x="55139" y="15107"/>
                    <a:pt x="55169" y="15046"/>
                  </a:cubicBezTo>
                  <a:cubicBezTo>
                    <a:pt x="55169" y="15016"/>
                    <a:pt x="55290" y="14894"/>
                    <a:pt x="55351" y="14894"/>
                  </a:cubicBezTo>
                  <a:cubicBezTo>
                    <a:pt x="55360" y="14898"/>
                    <a:pt x="55367" y="14900"/>
                    <a:pt x="55375" y="14900"/>
                  </a:cubicBezTo>
                  <a:cubicBezTo>
                    <a:pt x="55420" y="14900"/>
                    <a:pt x="55447" y="14825"/>
                    <a:pt x="55473" y="14772"/>
                  </a:cubicBezTo>
                  <a:cubicBezTo>
                    <a:pt x="55479" y="14760"/>
                    <a:pt x="55497" y="14755"/>
                    <a:pt x="55521" y="14755"/>
                  </a:cubicBezTo>
                  <a:cubicBezTo>
                    <a:pt x="55588" y="14755"/>
                    <a:pt x="55708" y="14790"/>
                    <a:pt x="55805" y="14790"/>
                  </a:cubicBezTo>
                  <a:cubicBezTo>
                    <a:pt x="55840" y="14790"/>
                    <a:pt x="55873" y="14785"/>
                    <a:pt x="55898" y="14772"/>
                  </a:cubicBezTo>
                  <a:cubicBezTo>
                    <a:pt x="55925" y="14764"/>
                    <a:pt x="55952" y="14760"/>
                    <a:pt x="55976" y="14760"/>
                  </a:cubicBezTo>
                  <a:cubicBezTo>
                    <a:pt x="56035" y="14760"/>
                    <a:pt x="56081" y="14781"/>
                    <a:pt x="56081" y="14803"/>
                  </a:cubicBezTo>
                  <a:lnTo>
                    <a:pt x="56081" y="14864"/>
                  </a:lnTo>
                  <a:cubicBezTo>
                    <a:pt x="56081" y="14921"/>
                    <a:pt x="56130" y="14943"/>
                    <a:pt x="56181" y="14943"/>
                  </a:cubicBezTo>
                  <a:cubicBezTo>
                    <a:pt x="56211" y="14943"/>
                    <a:pt x="56241" y="14936"/>
                    <a:pt x="56263" y="14924"/>
                  </a:cubicBezTo>
                  <a:cubicBezTo>
                    <a:pt x="56294" y="14894"/>
                    <a:pt x="56324" y="14803"/>
                    <a:pt x="56385" y="14803"/>
                  </a:cubicBezTo>
                  <a:lnTo>
                    <a:pt x="56446" y="14772"/>
                  </a:lnTo>
                  <a:cubicBezTo>
                    <a:pt x="56537" y="14772"/>
                    <a:pt x="56537" y="14651"/>
                    <a:pt x="56537" y="14620"/>
                  </a:cubicBezTo>
                  <a:cubicBezTo>
                    <a:pt x="56530" y="14606"/>
                    <a:pt x="56542" y="14600"/>
                    <a:pt x="56567" y="14600"/>
                  </a:cubicBezTo>
                  <a:cubicBezTo>
                    <a:pt x="56650" y="14600"/>
                    <a:pt x="56869" y="14665"/>
                    <a:pt x="56962" y="14712"/>
                  </a:cubicBezTo>
                  <a:cubicBezTo>
                    <a:pt x="57103" y="14740"/>
                    <a:pt x="57269" y="14897"/>
                    <a:pt x="57341" y="14897"/>
                  </a:cubicBezTo>
                  <a:cubicBezTo>
                    <a:pt x="57347" y="14897"/>
                    <a:pt x="57353" y="14896"/>
                    <a:pt x="57357" y="14894"/>
                  </a:cubicBezTo>
                  <a:cubicBezTo>
                    <a:pt x="57368" y="14889"/>
                    <a:pt x="57377" y="14886"/>
                    <a:pt x="57384" y="14886"/>
                  </a:cubicBezTo>
                  <a:cubicBezTo>
                    <a:pt x="57416" y="14886"/>
                    <a:pt x="57407" y="14941"/>
                    <a:pt x="57357" y="15016"/>
                  </a:cubicBezTo>
                  <a:lnTo>
                    <a:pt x="57449" y="15107"/>
                  </a:lnTo>
                  <a:lnTo>
                    <a:pt x="57449" y="15137"/>
                  </a:lnTo>
                  <a:cubicBezTo>
                    <a:pt x="57570" y="15107"/>
                    <a:pt x="57661" y="15046"/>
                    <a:pt x="57753" y="14955"/>
                  </a:cubicBezTo>
                  <a:cubicBezTo>
                    <a:pt x="57783" y="14940"/>
                    <a:pt x="57821" y="14932"/>
                    <a:pt x="57859" y="14932"/>
                  </a:cubicBezTo>
                  <a:cubicBezTo>
                    <a:pt x="57897" y="14932"/>
                    <a:pt x="57935" y="14940"/>
                    <a:pt x="57965" y="14955"/>
                  </a:cubicBezTo>
                  <a:cubicBezTo>
                    <a:pt x="57965" y="14957"/>
                    <a:pt x="57966" y="14957"/>
                    <a:pt x="57966" y="14957"/>
                  </a:cubicBezTo>
                  <a:cubicBezTo>
                    <a:pt x="57976" y="14957"/>
                    <a:pt x="58060" y="14737"/>
                    <a:pt x="58117" y="14651"/>
                  </a:cubicBezTo>
                  <a:cubicBezTo>
                    <a:pt x="58174" y="14613"/>
                    <a:pt x="58253" y="14587"/>
                    <a:pt x="58327" y="14587"/>
                  </a:cubicBezTo>
                  <a:cubicBezTo>
                    <a:pt x="58373" y="14587"/>
                    <a:pt x="58417" y="14597"/>
                    <a:pt x="58452" y="14620"/>
                  </a:cubicBezTo>
                  <a:lnTo>
                    <a:pt x="58482" y="14620"/>
                  </a:lnTo>
                  <a:lnTo>
                    <a:pt x="58634" y="14499"/>
                  </a:lnTo>
                  <a:cubicBezTo>
                    <a:pt x="58756" y="14560"/>
                    <a:pt x="58999" y="14712"/>
                    <a:pt x="59060" y="14712"/>
                  </a:cubicBezTo>
                  <a:cubicBezTo>
                    <a:pt x="59120" y="14681"/>
                    <a:pt x="59364" y="14590"/>
                    <a:pt x="59424" y="14560"/>
                  </a:cubicBezTo>
                  <a:cubicBezTo>
                    <a:pt x="59462" y="14547"/>
                    <a:pt x="59500" y="14540"/>
                    <a:pt x="59535" y="14540"/>
                  </a:cubicBezTo>
                  <a:cubicBezTo>
                    <a:pt x="59586" y="14540"/>
                    <a:pt x="59632" y="14554"/>
                    <a:pt x="59667" y="14590"/>
                  </a:cubicBezTo>
                  <a:cubicBezTo>
                    <a:pt x="59728" y="14651"/>
                    <a:pt x="59789" y="14651"/>
                    <a:pt x="59880" y="14681"/>
                  </a:cubicBezTo>
                  <a:lnTo>
                    <a:pt x="59971" y="14620"/>
                  </a:lnTo>
                  <a:cubicBezTo>
                    <a:pt x="60032" y="14590"/>
                    <a:pt x="60063" y="14529"/>
                    <a:pt x="60093" y="14438"/>
                  </a:cubicBezTo>
                  <a:cubicBezTo>
                    <a:pt x="60096" y="14435"/>
                    <a:pt x="60103" y="14433"/>
                    <a:pt x="60111" y="14433"/>
                  </a:cubicBezTo>
                  <a:cubicBezTo>
                    <a:pt x="60181" y="14433"/>
                    <a:pt x="60407" y="14533"/>
                    <a:pt x="60488" y="14560"/>
                  </a:cubicBezTo>
                  <a:cubicBezTo>
                    <a:pt x="60498" y="14563"/>
                    <a:pt x="60509" y="14564"/>
                    <a:pt x="60522" y="14564"/>
                  </a:cubicBezTo>
                  <a:cubicBezTo>
                    <a:pt x="60623" y="14564"/>
                    <a:pt x="60789" y="14462"/>
                    <a:pt x="60762" y="14408"/>
                  </a:cubicBezTo>
                  <a:cubicBezTo>
                    <a:pt x="60762" y="14398"/>
                    <a:pt x="60766" y="14394"/>
                    <a:pt x="60774" y="14394"/>
                  </a:cubicBezTo>
                  <a:cubicBezTo>
                    <a:pt x="60817" y="14394"/>
                    <a:pt x="60959" y="14513"/>
                    <a:pt x="61035" y="14590"/>
                  </a:cubicBezTo>
                  <a:cubicBezTo>
                    <a:pt x="61073" y="14603"/>
                    <a:pt x="61116" y="14610"/>
                    <a:pt x="61160" y="14610"/>
                  </a:cubicBezTo>
                  <a:cubicBezTo>
                    <a:pt x="61222" y="14610"/>
                    <a:pt x="61286" y="14595"/>
                    <a:pt x="61339" y="14560"/>
                  </a:cubicBezTo>
                  <a:cubicBezTo>
                    <a:pt x="61370" y="14468"/>
                    <a:pt x="61400" y="14408"/>
                    <a:pt x="61400" y="14347"/>
                  </a:cubicBezTo>
                  <a:lnTo>
                    <a:pt x="61400" y="14317"/>
                  </a:lnTo>
                  <a:lnTo>
                    <a:pt x="61400" y="14256"/>
                  </a:lnTo>
                  <a:cubicBezTo>
                    <a:pt x="61339" y="14134"/>
                    <a:pt x="61218" y="14073"/>
                    <a:pt x="61126" y="14073"/>
                  </a:cubicBezTo>
                  <a:lnTo>
                    <a:pt x="61005" y="14043"/>
                  </a:lnTo>
                  <a:cubicBezTo>
                    <a:pt x="60974" y="14013"/>
                    <a:pt x="60944" y="13982"/>
                    <a:pt x="60944" y="13921"/>
                  </a:cubicBezTo>
                  <a:lnTo>
                    <a:pt x="60944" y="13830"/>
                  </a:lnTo>
                  <a:cubicBezTo>
                    <a:pt x="61035" y="13709"/>
                    <a:pt x="61096" y="13557"/>
                    <a:pt x="61096" y="13374"/>
                  </a:cubicBezTo>
                  <a:lnTo>
                    <a:pt x="61430" y="13374"/>
                  </a:lnTo>
                  <a:cubicBezTo>
                    <a:pt x="61522" y="13359"/>
                    <a:pt x="61613" y="13351"/>
                    <a:pt x="61704" y="13351"/>
                  </a:cubicBezTo>
                  <a:cubicBezTo>
                    <a:pt x="61795" y="13351"/>
                    <a:pt x="61886" y="13359"/>
                    <a:pt x="61978" y="13374"/>
                  </a:cubicBezTo>
                  <a:lnTo>
                    <a:pt x="62008" y="13374"/>
                  </a:lnTo>
                  <a:cubicBezTo>
                    <a:pt x="62160" y="13465"/>
                    <a:pt x="61978" y="13435"/>
                    <a:pt x="61978" y="13526"/>
                  </a:cubicBezTo>
                  <a:cubicBezTo>
                    <a:pt x="61978" y="13617"/>
                    <a:pt x="61947" y="13648"/>
                    <a:pt x="61826" y="13648"/>
                  </a:cubicBezTo>
                  <a:lnTo>
                    <a:pt x="61795" y="13648"/>
                  </a:lnTo>
                  <a:cubicBezTo>
                    <a:pt x="61741" y="13648"/>
                    <a:pt x="61519" y="13552"/>
                    <a:pt x="61428" y="13552"/>
                  </a:cubicBezTo>
                  <a:cubicBezTo>
                    <a:pt x="61416" y="13552"/>
                    <a:pt x="61407" y="13553"/>
                    <a:pt x="61400" y="13557"/>
                  </a:cubicBezTo>
                  <a:cubicBezTo>
                    <a:pt x="61339" y="13587"/>
                    <a:pt x="61400" y="13891"/>
                    <a:pt x="61400" y="13982"/>
                  </a:cubicBezTo>
                  <a:cubicBezTo>
                    <a:pt x="61400" y="14073"/>
                    <a:pt x="61461" y="14165"/>
                    <a:pt x="61552" y="14195"/>
                  </a:cubicBezTo>
                  <a:lnTo>
                    <a:pt x="61582" y="14104"/>
                  </a:lnTo>
                  <a:cubicBezTo>
                    <a:pt x="61613" y="14043"/>
                    <a:pt x="61613" y="13952"/>
                    <a:pt x="61643" y="13921"/>
                  </a:cubicBezTo>
                  <a:cubicBezTo>
                    <a:pt x="61655" y="13915"/>
                    <a:pt x="61669" y="13913"/>
                    <a:pt x="61683" y="13913"/>
                  </a:cubicBezTo>
                  <a:cubicBezTo>
                    <a:pt x="61740" y="13913"/>
                    <a:pt x="61813" y="13952"/>
                    <a:pt x="61886" y="13952"/>
                  </a:cubicBezTo>
                  <a:lnTo>
                    <a:pt x="62038" y="13952"/>
                  </a:lnTo>
                  <a:cubicBezTo>
                    <a:pt x="62190" y="14013"/>
                    <a:pt x="62221" y="14104"/>
                    <a:pt x="62190" y="14104"/>
                  </a:cubicBezTo>
                  <a:cubicBezTo>
                    <a:pt x="62145" y="14119"/>
                    <a:pt x="62107" y="14127"/>
                    <a:pt x="62069" y="14127"/>
                  </a:cubicBezTo>
                  <a:cubicBezTo>
                    <a:pt x="62031" y="14127"/>
                    <a:pt x="61993" y="14119"/>
                    <a:pt x="61947" y="14104"/>
                  </a:cubicBezTo>
                  <a:lnTo>
                    <a:pt x="61856" y="14165"/>
                  </a:lnTo>
                  <a:lnTo>
                    <a:pt x="61613" y="14317"/>
                  </a:lnTo>
                  <a:cubicBezTo>
                    <a:pt x="61613" y="14523"/>
                    <a:pt x="61701" y="14664"/>
                    <a:pt x="61821" y="14664"/>
                  </a:cubicBezTo>
                  <a:cubicBezTo>
                    <a:pt x="61842" y="14664"/>
                    <a:pt x="61864" y="14660"/>
                    <a:pt x="61886" y="14651"/>
                  </a:cubicBezTo>
                  <a:lnTo>
                    <a:pt x="61856" y="14499"/>
                  </a:lnTo>
                  <a:cubicBezTo>
                    <a:pt x="61856" y="14438"/>
                    <a:pt x="61886" y="14438"/>
                    <a:pt x="61947" y="14438"/>
                  </a:cubicBezTo>
                  <a:lnTo>
                    <a:pt x="61978" y="14468"/>
                  </a:lnTo>
                  <a:cubicBezTo>
                    <a:pt x="62038" y="14499"/>
                    <a:pt x="62069" y="14560"/>
                    <a:pt x="62099" y="14620"/>
                  </a:cubicBezTo>
                  <a:lnTo>
                    <a:pt x="62130" y="14833"/>
                  </a:lnTo>
                  <a:cubicBezTo>
                    <a:pt x="62281" y="14772"/>
                    <a:pt x="62373" y="14681"/>
                    <a:pt x="62342" y="14651"/>
                  </a:cubicBezTo>
                  <a:cubicBezTo>
                    <a:pt x="62585" y="14560"/>
                    <a:pt x="62829" y="14499"/>
                    <a:pt x="63072" y="14468"/>
                  </a:cubicBezTo>
                  <a:cubicBezTo>
                    <a:pt x="63160" y="14446"/>
                    <a:pt x="63237" y="14432"/>
                    <a:pt x="63298" y="14426"/>
                  </a:cubicBezTo>
                  <a:lnTo>
                    <a:pt x="63298" y="14426"/>
                  </a:lnTo>
                  <a:lnTo>
                    <a:pt x="63383" y="14448"/>
                  </a:lnTo>
                  <a:lnTo>
                    <a:pt x="63383" y="14448"/>
                  </a:lnTo>
                  <a:cubicBezTo>
                    <a:pt x="63388" y="14440"/>
                    <a:pt x="63392" y="14432"/>
                    <a:pt x="63396" y="14424"/>
                  </a:cubicBezTo>
                  <a:lnTo>
                    <a:pt x="63396" y="14424"/>
                  </a:lnTo>
                  <a:cubicBezTo>
                    <a:pt x="63385" y="14423"/>
                    <a:pt x="63373" y="14423"/>
                    <a:pt x="63361" y="14423"/>
                  </a:cubicBezTo>
                  <a:cubicBezTo>
                    <a:pt x="63342" y="14423"/>
                    <a:pt x="63321" y="14424"/>
                    <a:pt x="63298" y="14426"/>
                  </a:cubicBezTo>
                  <a:lnTo>
                    <a:pt x="63298" y="14426"/>
                  </a:lnTo>
                  <a:lnTo>
                    <a:pt x="63224" y="14408"/>
                  </a:lnTo>
                  <a:lnTo>
                    <a:pt x="63041" y="14377"/>
                  </a:lnTo>
                  <a:cubicBezTo>
                    <a:pt x="62950" y="14286"/>
                    <a:pt x="62859" y="14165"/>
                    <a:pt x="62829" y="14043"/>
                  </a:cubicBezTo>
                  <a:lnTo>
                    <a:pt x="62889" y="14043"/>
                  </a:lnTo>
                  <a:cubicBezTo>
                    <a:pt x="62950" y="14073"/>
                    <a:pt x="63315" y="14286"/>
                    <a:pt x="63376" y="14317"/>
                  </a:cubicBezTo>
                  <a:cubicBezTo>
                    <a:pt x="63406" y="14346"/>
                    <a:pt x="63413" y="14384"/>
                    <a:pt x="63396" y="14424"/>
                  </a:cubicBezTo>
                  <a:lnTo>
                    <a:pt x="63396" y="14424"/>
                  </a:lnTo>
                  <a:cubicBezTo>
                    <a:pt x="63442" y="14429"/>
                    <a:pt x="63467" y="14444"/>
                    <a:pt x="63467" y="14468"/>
                  </a:cubicBezTo>
                  <a:lnTo>
                    <a:pt x="63383" y="14448"/>
                  </a:lnTo>
                  <a:lnTo>
                    <a:pt x="63383" y="14448"/>
                  </a:lnTo>
                  <a:cubicBezTo>
                    <a:pt x="63360" y="14483"/>
                    <a:pt x="63318" y="14522"/>
                    <a:pt x="63254" y="14560"/>
                  </a:cubicBezTo>
                  <a:lnTo>
                    <a:pt x="63497" y="14590"/>
                  </a:lnTo>
                  <a:cubicBezTo>
                    <a:pt x="63691" y="14526"/>
                    <a:pt x="64006" y="14461"/>
                    <a:pt x="64206" y="14461"/>
                  </a:cubicBezTo>
                  <a:cubicBezTo>
                    <a:pt x="64289" y="14461"/>
                    <a:pt x="64352" y="14472"/>
                    <a:pt x="64379" y="14499"/>
                  </a:cubicBezTo>
                  <a:cubicBezTo>
                    <a:pt x="64470" y="14620"/>
                    <a:pt x="64531" y="14742"/>
                    <a:pt x="64500" y="14803"/>
                  </a:cubicBezTo>
                  <a:lnTo>
                    <a:pt x="64318" y="14803"/>
                  </a:lnTo>
                  <a:cubicBezTo>
                    <a:pt x="64288" y="14803"/>
                    <a:pt x="64257" y="14833"/>
                    <a:pt x="64257" y="14894"/>
                  </a:cubicBezTo>
                  <a:cubicBezTo>
                    <a:pt x="64257" y="14924"/>
                    <a:pt x="64318" y="14955"/>
                    <a:pt x="64348" y="14955"/>
                  </a:cubicBezTo>
                  <a:lnTo>
                    <a:pt x="64440" y="14955"/>
                  </a:lnTo>
                  <a:cubicBezTo>
                    <a:pt x="64561" y="14894"/>
                    <a:pt x="64652" y="14803"/>
                    <a:pt x="64652" y="14651"/>
                  </a:cubicBezTo>
                  <a:lnTo>
                    <a:pt x="64652" y="14560"/>
                  </a:lnTo>
                  <a:cubicBezTo>
                    <a:pt x="64652" y="14529"/>
                    <a:pt x="64744" y="14499"/>
                    <a:pt x="64774" y="14468"/>
                  </a:cubicBezTo>
                  <a:cubicBezTo>
                    <a:pt x="64804" y="14438"/>
                    <a:pt x="64865" y="14438"/>
                    <a:pt x="64804" y="14408"/>
                  </a:cubicBezTo>
                  <a:cubicBezTo>
                    <a:pt x="64744" y="14347"/>
                    <a:pt x="64744" y="14317"/>
                    <a:pt x="64835" y="14317"/>
                  </a:cubicBezTo>
                  <a:lnTo>
                    <a:pt x="64865" y="14317"/>
                  </a:lnTo>
                  <a:cubicBezTo>
                    <a:pt x="64926" y="14317"/>
                    <a:pt x="64865" y="14620"/>
                    <a:pt x="64835" y="14712"/>
                  </a:cubicBezTo>
                  <a:cubicBezTo>
                    <a:pt x="64804" y="14803"/>
                    <a:pt x="64744" y="14894"/>
                    <a:pt x="64713" y="14894"/>
                  </a:cubicBezTo>
                  <a:cubicBezTo>
                    <a:pt x="64683" y="14894"/>
                    <a:pt x="64713" y="15016"/>
                    <a:pt x="64744" y="15046"/>
                  </a:cubicBezTo>
                  <a:cubicBezTo>
                    <a:pt x="64751" y="15061"/>
                    <a:pt x="64765" y="15066"/>
                    <a:pt x="64783" y="15066"/>
                  </a:cubicBezTo>
                  <a:cubicBezTo>
                    <a:pt x="64838" y="15066"/>
                    <a:pt x="64926" y="15008"/>
                    <a:pt x="64926" y="14985"/>
                  </a:cubicBezTo>
                  <a:cubicBezTo>
                    <a:pt x="64956" y="14894"/>
                    <a:pt x="64987" y="14864"/>
                    <a:pt x="65017" y="14803"/>
                  </a:cubicBezTo>
                  <a:lnTo>
                    <a:pt x="65048" y="14803"/>
                  </a:lnTo>
                  <a:cubicBezTo>
                    <a:pt x="65108" y="14803"/>
                    <a:pt x="65139" y="14833"/>
                    <a:pt x="65169" y="14864"/>
                  </a:cubicBezTo>
                  <a:lnTo>
                    <a:pt x="65169" y="14924"/>
                  </a:lnTo>
                  <a:cubicBezTo>
                    <a:pt x="65169" y="14985"/>
                    <a:pt x="65230" y="15046"/>
                    <a:pt x="65230" y="15046"/>
                  </a:cubicBezTo>
                  <a:cubicBezTo>
                    <a:pt x="65260" y="15046"/>
                    <a:pt x="65321" y="14924"/>
                    <a:pt x="65321" y="14864"/>
                  </a:cubicBezTo>
                  <a:cubicBezTo>
                    <a:pt x="65351" y="14803"/>
                    <a:pt x="65078" y="14651"/>
                    <a:pt x="65078" y="14560"/>
                  </a:cubicBezTo>
                  <a:cubicBezTo>
                    <a:pt x="65078" y="14468"/>
                    <a:pt x="65230" y="14408"/>
                    <a:pt x="65291" y="14408"/>
                  </a:cubicBezTo>
                  <a:cubicBezTo>
                    <a:pt x="65296" y="14413"/>
                    <a:pt x="65303" y="14416"/>
                    <a:pt x="65310" y="14416"/>
                  </a:cubicBezTo>
                  <a:cubicBezTo>
                    <a:pt x="65342" y="14416"/>
                    <a:pt x="65387" y="14366"/>
                    <a:pt x="65412" y="14317"/>
                  </a:cubicBezTo>
                  <a:lnTo>
                    <a:pt x="65625" y="14317"/>
                  </a:lnTo>
                  <a:cubicBezTo>
                    <a:pt x="65706" y="14317"/>
                    <a:pt x="65787" y="14344"/>
                    <a:pt x="65868" y="14344"/>
                  </a:cubicBezTo>
                  <a:cubicBezTo>
                    <a:pt x="65909" y="14344"/>
                    <a:pt x="65949" y="14337"/>
                    <a:pt x="65990" y="14317"/>
                  </a:cubicBezTo>
                  <a:cubicBezTo>
                    <a:pt x="65999" y="14308"/>
                    <a:pt x="66013" y="14304"/>
                    <a:pt x="66030" y="14304"/>
                  </a:cubicBezTo>
                  <a:cubicBezTo>
                    <a:pt x="66071" y="14304"/>
                    <a:pt x="66129" y="14325"/>
                    <a:pt x="66172" y="14347"/>
                  </a:cubicBezTo>
                  <a:cubicBezTo>
                    <a:pt x="66242" y="14347"/>
                    <a:pt x="66258" y="14437"/>
                    <a:pt x="66331" y="14437"/>
                  </a:cubicBezTo>
                  <a:cubicBezTo>
                    <a:pt x="66353" y="14437"/>
                    <a:pt x="66380" y="14429"/>
                    <a:pt x="66415" y="14408"/>
                  </a:cubicBezTo>
                  <a:lnTo>
                    <a:pt x="66476" y="14377"/>
                  </a:lnTo>
                  <a:cubicBezTo>
                    <a:pt x="66503" y="14391"/>
                    <a:pt x="66526" y="14397"/>
                    <a:pt x="66547" y="14397"/>
                  </a:cubicBezTo>
                  <a:cubicBezTo>
                    <a:pt x="66621" y="14397"/>
                    <a:pt x="66658" y="14320"/>
                    <a:pt x="66658" y="14225"/>
                  </a:cubicBezTo>
                  <a:lnTo>
                    <a:pt x="66993" y="14225"/>
                  </a:lnTo>
                  <a:cubicBezTo>
                    <a:pt x="67266" y="14225"/>
                    <a:pt x="67388" y="14499"/>
                    <a:pt x="67266" y="14499"/>
                  </a:cubicBezTo>
                  <a:lnTo>
                    <a:pt x="67418" y="14499"/>
                  </a:lnTo>
                  <a:lnTo>
                    <a:pt x="67601" y="14438"/>
                  </a:lnTo>
                  <a:lnTo>
                    <a:pt x="67844" y="14377"/>
                  </a:lnTo>
                  <a:cubicBezTo>
                    <a:pt x="68044" y="14288"/>
                    <a:pt x="68212" y="14232"/>
                    <a:pt x="68287" y="14232"/>
                  </a:cubicBezTo>
                  <a:cubicBezTo>
                    <a:pt x="68315" y="14232"/>
                    <a:pt x="68330" y="14239"/>
                    <a:pt x="68330" y="14256"/>
                  </a:cubicBezTo>
                  <a:lnTo>
                    <a:pt x="68330" y="14408"/>
                  </a:lnTo>
                  <a:cubicBezTo>
                    <a:pt x="68330" y="14466"/>
                    <a:pt x="68367" y="14487"/>
                    <a:pt x="68417" y="14487"/>
                  </a:cubicBezTo>
                  <a:cubicBezTo>
                    <a:pt x="68446" y="14487"/>
                    <a:pt x="68479" y="14480"/>
                    <a:pt x="68513" y="14468"/>
                  </a:cubicBezTo>
                  <a:cubicBezTo>
                    <a:pt x="68573" y="14438"/>
                    <a:pt x="68513" y="14317"/>
                    <a:pt x="68665" y="14317"/>
                  </a:cubicBezTo>
                  <a:lnTo>
                    <a:pt x="68756" y="14317"/>
                  </a:lnTo>
                  <a:cubicBezTo>
                    <a:pt x="68763" y="14314"/>
                    <a:pt x="68770" y="14313"/>
                    <a:pt x="68777" y="14313"/>
                  </a:cubicBezTo>
                  <a:cubicBezTo>
                    <a:pt x="68864" y="14313"/>
                    <a:pt x="68964" y="14473"/>
                    <a:pt x="68908" y="14529"/>
                  </a:cubicBezTo>
                  <a:cubicBezTo>
                    <a:pt x="68863" y="14574"/>
                    <a:pt x="68802" y="14602"/>
                    <a:pt x="68761" y="14602"/>
                  </a:cubicBezTo>
                  <a:cubicBezTo>
                    <a:pt x="68746" y="14602"/>
                    <a:pt x="68734" y="14598"/>
                    <a:pt x="68725" y="14590"/>
                  </a:cubicBezTo>
                  <a:lnTo>
                    <a:pt x="68634" y="14590"/>
                  </a:lnTo>
                  <a:cubicBezTo>
                    <a:pt x="68634" y="14590"/>
                    <a:pt x="68634" y="14772"/>
                    <a:pt x="68634" y="14803"/>
                  </a:cubicBezTo>
                  <a:cubicBezTo>
                    <a:pt x="68646" y="14826"/>
                    <a:pt x="68680" y="14836"/>
                    <a:pt x="68722" y="14836"/>
                  </a:cubicBezTo>
                  <a:cubicBezTo>
                    <a:pt x="68791" y="14836"/>
                    <a:pt x="68882" y="14810"/>
                    <a:pt x="68938" y="14772"/>
                  </a:cubicBezTo>
                  <a:cubicBezTo>
                    <a:pt x="68945" y="14766"/>
                    <a:pt x="68952" y="14763"/>
                    <a:pt x="68960" y="14763"/>
                  </a:cubicBezTo>
                  <a:cubicBezTo>
                    <a:pt x="69020" y="14763"/>
                    <a:pt x="69104" y="14955"/>
                    <a:pt x="69212" y="14955"/>
                  </a:cubicBezTo>
                  <a:cubicBezTo>
                    <a:pt x="69424" y="14924"/>
                    <a:pt x="69576" y="14833"/>
                    <a:pt x="69728" y="14712"/>
                  </a:cubicBezTo>
                  <a:cubicBezTo>
                    <a:pt x="69748" y="14682"/>
                    <a:pt x="69771" y="14669"/>
                    <a:pt x="69792" y="14669"/>
                  </a:cubicBezTo>
                  <a:cubicBezTo>
                    <a:pt x="69838" y="14669"/>
                    <a:pt x="69880" y="14730"/>
                    <a:pt x="69880" y="14833"/>
                  </a:cubicBezTo>
                  <a:lnTo>
                    <a:pt x="70093" y="14894"/>
                  </a:lnTo>
                  <a:lnTo>
                    <a:pt x="70184" y="14894"/>
                  </a:lnTo>
                  <a:cubicBezTo>
                    <a:pt x="70276" y="14894"/>
                    <a:pt x="70367" y="14833"/>
                    <a:pt x="70397" y="14772"/>
                  </a:cubicBezTo>
                  <a:cubicBezTo>
                    <a:pt x="70397" y="14712"/>
                    <a:pt x="70245" y="14651"/>
                    <a:pt x="70184" y="14651"/>
                  </a:cubicBezTo>
                  <a:cubicBezTo>
                    <a:pt x="70124" y="14651"/>
                    <a:pt x="70154" y="14438"/>
                    <a:pt x="70184" y="14377"/>
                  </a:cubicBezTo>
                  <a:cubicBezTo>
                    <a:pt x="70215" y="14317"/>
                    <a:pt x="70458" y="14225"/>
                    <a:pt x="70549" y="14225"/>
                  </a:cubicBezTo>
                  <a:cubicBezTo>
                    <a:pt x="70671" y="14256"/>
                    <a:pt x="70792" y="14286"/>
                    <a:pt x="70883" y="14377"/>
                  </a:cubicBezTo>
                  <a:lnTo>
                    <a:pt x="71035" y="14347"/>
                  </a:lnTo>
                  <a:lnTo>
                    <a:pt x="71096" y="14317"/>
                  </a:lnTo>
                  <a:cubicBezTo>
                    <a:pt x="71218" y="14317"/>
                    <a:pt x="71218" y="14256"/>
                    <a:pt x="71096" y="14195"/>
                  </a:cubicBezTo>
                  <a:lnTo>
                    <a:pt x="71096" y="14165"/>
                  </a:lnTo>
                  <a:lnTo>
                    <a:pt x="71157" y="14013"/>
                  </a:lnTo>
                  <a:cubicBezTo>
                    <a:pt x="71279" y="14013"/>
                    <a:pt x="71400" y="14104"/>
                    <a:pt x="71461" y="14225"/>
                  </a:cubicBezTo>
                  <a:cubicBezTo>
                    <a:pt x="71461" y="14236"/>
                    <a:pt x="71485" y="14244"/>
                    <a:pt x="71525" y="14244"/>
                  </a:cubicBezTo>
                  <a:cubicBezTo>
                    <a:pt x="71595" y="14244"/>
                    <a:pt x="71710" y="14222"/>
                    <a:pt x="71826" y="14165"/>
                  </a:cubicBezTo>
                  <a:lnTo>
                    <a:pt x="72282" y="14165"/>
                  </a:lnTo>
                  <a:cubicBezTo>
                    <a:pt x="72336" y="14075"/>
                    <a:pt x="72496" y="14049"/>
                    <a:pt x="72637" y="14049"/>
                  </a:cubicBezTo>
                  <a:cubicBezTo>
                    <a:pt x="72734" y="14049"/>
                    <a:pt x="72822" y="14061"/>
                    <a:pt x="72859" y="14073"/>
                  </a:cubicBezTo>
                  <a:cubicBezTo>
                    <a:pt x="72981" y="14134"/>
                    <a:pt x="73163" y="14225"/>
                    <a:pt x="73194" y="14225"/>
                  </a:cubicBezTo>
                  <a:cubicBezTo>
                    <a:pt x="73285" y="14195"/>
                    <a:pt x="73376" y="14165"/>
                    <a:pt x="73467" y="14104"/>
                  </a:cubicBezTo>
                  <a:lnTo>
                    <a:pt x="73619" y="14104"/>
                  </a:lnTo>
                  <a:cubicBezTo>
                    <a:pt x="73619" y="14104"/>
                    <a:pt x="73680" y="14013"/>
                    <a:pt x="73680" y="13982"/>
                  </a:cubicBezTo>
                  <a:cubicBezTo>
                    <a:pt x="73680" y="13877"/>
                    <a:pt x="73680" y="13845"/>
                    <a:pt x="73730" y="13845"/>
                  </a:cubicBezTo>
                  <a:cubicBezTo>
                    <a:pt x="73752" y="13845"/>
                    <a:pt x="73785" y="13851"/>
                    <a:pt x="73832" y="13861"/>
                  </a:cubicBezTo>
                  <a:cubicBezTo>
                    <a:pt x="73872" y="13861"/>
                    <a:pt x="73940" y="13874"/>
                    <a:pt x="73989" y="13874"/>
                  </a:cubicBezTo>
                  <a:cubicBezTo>
                    <a:pt x="74014" y="13874"/>
                    <a:pt x="74035" y="13871"/>
                    <a:pt x="74045" y="13861"/>
                  </a:cubicBezTo>
                  <a:lnTo>
                    <a:pt x="74227" y="13739"/>
                  </a:lnTo>
                  <a:cubicBezTo>
                    <a:pt x="74302" y="13814"/>
                    <a:pt x="74418" y="13868"/>
                    <a:pt x="74542" y="13868"/>
                  </a:cubicBezTo>
                  <a:cubicBezTo>
                    <a:pt x="74568" y="13868"/>
                    <a:pt x="74595" y="13866"/>
                    <a:pt x="74622" y="13861"/>
                  </a:cubicBezTo>
                  <a:cubicBezTo>
                    <a:pt x="74630" y="13856"/>
                    <a:pt x="74637" y="13855"/>
                    <a:pt x="74641" y="13855"/>
                  </a:cubicBezTo>
                  <a:cubicBezTo>
                    <a:pt x="74667" y="13855"/>
                    <a:pt x="74618" y="13930"/>
                    <a:pt x="74592" y="13982"/>
                  </a:cubicBezTo>
                  <a:cubicBezTo>
                    <a:pt x="74586" y="13988"/>
                    <a:pt x="74591" y="13990"/>
                    <a:pt x="74604" y="13990"/>
                  </a:cubicBezTo>
                  <a:cubicBezTo>
                    <a:pt x="74657" y="13990"/>
                    <a:pt x="74841" y="13946"/>
                    <a:pt x="74865" y="13921"/>
                  </a:cubicBezTo>
                  <a:cubicBezTo>
                    <a:pt x="74926" y="13861"/>
                    <a:pt x="74987" y="13830"/>
                    <a:pt x="75048" y="13800"/>
                  </a:cubicBezTo>
                  <a:cubicBezTo>
                    <a:pt x="75078" y="13800"/>
                    <a:pt x="75169" y="13891"/>
                    <a:pt x="75169" y="13921"/>
                  </a:cubicBezTo>
                  <a:cubicBezTo>
                    <a:pt x="75175" y="13927"/>
                    <a:pt x="75183" y="13930"/>
                    <a:pt x="75192" y="13930"/>
                  </a:cubicBezTo>
                  <a:cubicBezTo>
                    <a:pt x="75232" y="13930"/>
                    <a:pt x="75297" y="13885"/>
                    <a:pt x="75321" y="13861"/>
                  </a:cubicBezTo>
                  <a:lnTo>
                    <a:pt x="75473" y="13678"/>
                  </a:lnTo>
                  <a:lnTo>
                    <a:pt x="75564" y="13800"/>
                  </a:lnTo>
                  <a:cubicBezTo>
                    <a:pt x="75625" y="13861"/>
                    <a:pt x="75716" y="13952"/>
                    <a:pt x="75747" y="13952"/>
                  </a:cubicBezTo>
                  <a:cubicBezTo>
                    <a:pt x="75899" y="13891"/>
                    <a:pt x="76020" y="13861"/>
                    <a:pt x="76172" y="13861"/>
                  </a:cubicBezTo>
                  <a:lnTo>
                    <a:pt x="76324" y="13861"/>
                  </a:lnTo>
                  <a:cubicBezTo>
                    <a:pt x="76294" y="13800"/>
                    <a:pt x="76355" y="13739"/>
                    <a:pt x="76416" y="13709"/>
                  </a:cubicBezTo>
                  <a:lnTo>
                    <a:pt x="76476" y="13739"/>
                  </a:lnTo>
                  <a:cubicBezTo>
                    <a:pt x="76598" y="13769"/>
                    <a:pt x="76598" y="13891"/>
                    <a:pt x="76598" y="13982"/>
                  </a:cubicBezTo>
                  <a:cubicBezTo>
                    <a:pt x="76602" y="13984"/>
                    <a:pt x="76607" y="13986"/>
                    <a:pt x="76611" y="13986"/>
                  </a:cubicBezTo>
                  <a:cubicBezTo>
                    <a:pt x="76663" y="13986"/>
                    <a:pt x="76689" y="13826"/>
                    <a:pt x="76689" y="13769"/>
                  </a:cubicBezTo>
                  <a:cubicBezTo>
                    <a:pt x="76689" y="13734"/>
                    <a:pt x="76773" y="13719"/>
                    <a:pt x="76860" y="13719"/>
                  </a:cubicBezTo>
                  <a:cubicBezTo>
                    <a:pt x="76922" y="13719"/>
                    <a:pt x="76986" y="13726"/>
                    <a:pt x="77023" y="13739"/>
                  </a:cubicBezTo>
                  <a:cubicBezTo>
                    <a:pt x="77068" y="13739"/>
                    <a:pt x="77257" y="13675"/>
                    <a:pt x="77380" y="13675"/>
                  </a:cubicBezTo>
                  <a:cubicBezTo>
                    <a:pt x="77426" y="13675"/>
                    <a:pt x="77463" y="13684"/>
                    <a:pt x="77479" y="13709"/>
                  </a:cubicBezTo>
                  <a:cubicBezTo>
                    <a:pt x="77497" y="13744"/>
                    <a:pt x="77536" y="13759"/>
                    <a:pt x="77583" y="13759"/>
                  </a:cubicBezTo>
                  <a:cubicBezTo>
                    <a:pt x="77617" y="13759"/>
                    <a:pt x="77654" y="13752"/>
                    <a:pt x="77692" y="13739"/>
                  </a:cubicBezTo>
                  <a:cubicBezTo>
                    <a:pt x="77692" y="13709"/>
                    <a:pt x="77631" y="13709"/>
                    <a:pt x="77510" y="13709"/>
                  </a:cubicBezTo>
                  <a:lnTo>
                    <a:pt x="77510" y="13587"/>
                  </a:lnTo>
                  <a:lnTo>
                    <a:pt x="77510" y="13526"/>
                  </a:lnTo>
                  <a:cubicBezTo>
                    <a:pt x="77540" y="13465"/>
                    <a:pt x="77571" y="13405"/>
                    <a:pt x="77571" y="13344"/>
                  </a:cubicBezTo>
                  <a:cubicBezTo>
                    <a:pt x="77601" y="13313"/>
                    <a:pt x="77540" y="13313"/>
                    <a:pt x="77479" y="13313"/>
                  </a:cubicBezTo>
                  <a:lnTo>
                    <a:pt x="77267" y="13313"/>
                  </a:lnTo>
                  <a:cubicBezTo>
                    <a:pt x="77191" y="13344"/>
                    <a:pt x="77115" y="13359"/>
                    <a:pt x="77039" y="13359"/>
                  </a:cubicBezTo>
                  <a:cubicBezTo>
                    <a:pt x="76963" y="13359"/>
                    <a:pt x="76887" y="13344"/>
                    <a:pt x="76811" y="13313"/>
                  </a:cubicBezTo>
                  <a:lnTo>
                    <a:pt x="76689" y="13222"/>
                  </a:lnTo>
                  <a:lnTo>
                    <a:pt x="76689" y="13161"/>
                  </a:lnTo>
                  <a:cubicBezTo>
                    <a:pt x="76719" y="13131"/>
                    <a:pt x="76719" y="13131"/>
                    <a:pt x="76750" y="13131"/>
                  </a:cubicBezTo>
                  <a:cubicBezTo>
                    <a:pt x="76841" y="13161"/>
                    <a:pt x="76932" y="13161"/>
                    <a:pt x="77023" y="13192"/>
                  </a:cubicBezTo>
                  <a:lnTo>
                    <a:pt x="77115" y="13192"/>
                  </a:lnTo>
                  <a:cubicBezTo>
                    <a:pt x="77236" y="13192"/>
                    <a:pt x="77358" y="13161"/>
                    <a:pt x="77479" y="13101"/>
                  </a:cubicBezTo>
                  <a:lnTo>
                    <a:pt x="77571" y="13101"/>
                  </a:lnTo>
                  <a:lnTo>
                    <a:pt x="78026" y="13161"/>
                  </a:lnTo>
                  <a:cubicBezTo>
                    <a:pt x="78543" y="13131"/>
                    <a:pt x="78999" y="13070"/>
                    <a:pt x="79090" y="13070"/>
                  </a:cubicBezTo>
                  <a:lnTo>
                    <a:pt x="79333" y="13070"/>
                  </a:lnTo>
                  <a:cubicBezTo>
                    <a:pt x="79485" y="13070"/>
                    <a:pt x="79637" y="12979"/>
                    <a:pt x="79729" y="12827"/>
                  </a:cubicBezTo>
                  <a:cubicBezTo>
                    <a:pt x="79729" y="12807"/>
                    <a:pt x="79742" y="12797"/>
                    <a:pt x="79765" y="12797"/>
                  </a:cubicBezTo>
                  <a:cubicBezTo>
                    <a:pt x="79810" y="12797"/>
                    <a:pt x="79891" y="12837"/>
                    <a:pt x="79972" y="12918"/>
                  </a:cubicBezTo>
                  <a:cubicBezTo>
                    <a:pt x="80005" y="12969"/>
                    <a:pt x="80057" y="12991"/>
                    <a:pt x="80107" y="12991"/>
                  </a:cubicBezTo>
                  <a:cubicBezTo>
                    <a:pt x="80148" y="12991"/>
                    <a:pt x="80188" y="12976"/>
                    <a:pt x="80215" y="12949"/>
                  </a:cubicBezTo>
                  <a:lnTo>
                    <a:pt x="80337" y="12918"/>
                  </a:lnTo>
                  <a:cubicBezTo>
                    <a:pt x="80489" y="13010"/>
                    <a:pt x="80580" y="13161"/>
                    <a:pt x="80489" y="13253"/>
                  </a:cubicBezTo>
                  <a:lnTo>
                    <a:pt x="80367" y="13253"/>
                  </a:lnTo>
                  <a:cubicBezTo>
                    <a:pt x="80337" y="13283"/>
                    <a:pt x="80337" y="13344"/>
                    <a:pt x="80367" y="13374"/>
                  </a:cubicBezTo>
                  <a:lnTo>
                    <a:pt x="80397" y="13405"/>
                  </a:lnTo>
                  <a:lnTo>
                    <a:pt x="80489" y="13405"/>
                  </a:lnTo>
                  <a:cubicBezTo>
                    <a:pt x="80580" y="13405"/>
                    <a:pt x="80671" y="13374"/>
                    <a:pt x="80762" y="13344"/>
                  </a:cubicBezTo>
                  <a:lnTo>
                    <a:pt x="80823" y="13344"/>
                  </a:lnTo>
                  <a:cubicBezTo>
                    <a:pt x="80884" y="13374"/>
                    <a:pt x="80975" y="13435"/>
                    <a:pt x="81005" y="13496"/>
                  </a:cubicBezTo>
                  <a:lnTo>
                    <a:pt x="81248" y="13496"/>
                  </a:lnTo>
                  <a:cubicBezTo>
                    <a:pt x="81400" y="13465"/>
                    <a:pt x="81552" y="13405"/>
                    <a:pt x="81674" y="13283"/>
                  </a:cubicBezTo>
                  <a:cubicBezTo>
                    <a:pt x="81704" y="13253"/>
                    <a:pt x="81613" y="13131"/>
                    <a:pt x="81583" y="13131"/>
                  </a:cubicBezTo>
                  <a:cubicBezTo>
                    <a:pt x="81492" y="13131"/>
                    <a:pt x="81431" y="13161"/>
                    <a:pt x="81370" y="13192"/>
                  </a:cubicBezTo>
                  <a:cubicBezTo>
                    <a:pt x="81340" y="13192"/>
                    <a:pt x="81218" y="13222"/>
                    <a:pt x="81066" y="13222"/>
                  </a:cubicBezTo>
                  <a:lnTo>
                    <a:pt x="80975" y="13253"/>
                  </a:lnTo>
                  <a:lnTo>
                    <a:pt x="80944" y="13253"/>
                  </a:lnTo>
                  <a:cubicBezTo>
                    <a:pt x="80884" y="13253"/>
                    <a:pt x="80853" y="13131"/>
                    <a:pt x="80853" y="13101"/>
                  </a:cubicBezTo>
                  <a:cubicBezTo>
                    <a:pt x="81036" y="13040"/>
                    <a:pt x="81248" y="13010"/>
                    <a:pt x="81431" y="13010"/>
                  </a:cubicBezTo>
                  <a:lnTo>
                    <a:pt x="81826" y="13010"/>
                  </a:lnTo>
                  <a:cubicBezTo>
                    <a:pt x="81917" y="12949"/>
                    <a:pt x="82039" y="12949"/>
                    <a:pt x="82130" y="12918"/>
                  </a:cubicBezTo>
                  <a:cubicBezTo>
                    <a:pt x="82217" y="12947"/>
                    <a:pt x="82331" y="13224"/>
                    <a:pt x="82237" y="13224"/>
                  </a:cubicBezTo>
                  <a:cubicBezTo>
                    <a:pt x="82232" y="13224"/>
                    <a:pt x="82227" y="13224"/>
                    <a:pt x="82221" y="13222"/>
                  </a:cubicBezTo>
                  <a:cubicBezTo>
                    <a:pt x="82069" y="13222"/>
                    <a:pt x="82069" y="13313"/>
                    <a:pt x="82160" y="13465"/>
                  </a:cubicBezTo>
                  <a:lnTo>
                    <a:pt x="82282" y="13496"/>
                  </a:lnTo>
                  <a:lnTo>
                    <a:pt x="82403" y="13526"/>
                  </a:lnTo>
                  <a:cubicBezTo>
                    <a:pt x="82586" y="13465"/>
                    <a:pt x="82555" y="13313"/>
                    <a:pt x="82525" y="13313"/>
                  </a:cubicBezTo>
                  <a:cubicBezTo>
                    <a:pt x="82464" y="13222"/>
                    <a:pt x="82464" y="13131"/>
                    <a:pt x="82495" y="13040"/>
                  </a:cubicBezTo>
                  <a:cubicBezTo>
                    <a:pt x="82647" y="12949"/>
                    <a:pt x="82799" y="12888"/>
                    <a:pt x="83011" y="12858"/>
                  </a:cubicBezTo>
                  <a:lnTo>
                    <a:pt x="83133" y="12949"/>
                  </a:lnTo>
                  <a:lnTo>
                    <a:pt x="83437" y="13101"/>
                  </a:lnTo>
                  <a:cubicBezTo>
                    <a:pt x="83529" y="13027"/>
                    <a:pt x="83643" y="12987"/>
                    <a:pt x="83760" y="12987"/>
                  </a:cubicBezTo>
                  <a:cubicBezTo>
                    <a:pt x="83835" y="12987"/>
                    <a:pt x="83912" y="13004"/>
                    <a:pt x="83984" y="13040"/>
                  </a:cubicBezTo>
                  <a:lnTo>
                    <a:pt x="84075" y="13040"/>
                  </a:lnTo>
                  <a:lnTo>
                    <a:pt x="84166" y="13010"/>
                  </a:lnTo>
                  <a:cubicBezTo>
                    <a:pt x="84212" y="12964"/>
                    <a:pt x="84265" y="12941"/>
                    <a:pt x="84318" y="12941"/>
                  </a:cubicBezTo>
                  <a:cubicBezTo>
                    <a:pt x="84372" y="12941"/>
                    <a:pt x="84425" y="12964"/>
                    <a:pt x="84470" y="13010"/>
                  </a:cubicBezTo>
                  <a:cubicBezTo>
                    <a:pt x="84501" y="13040"/>
                    <a:pt x="84501" y="13101"/>
                    <a:pt x="84440" y="13101"/>
                  </a:cubicBezTo>
                  <a:cubicBezTo>
                    <a:pt x="84418" y="13101"/>
                    <a:pt x="84283" y="13036"/>
                    <a:pt x="84223" y="13036"/>
                  </a:cubicBezTo>
                  <a:cubicBezTo>
                    <a:pt x="84201" y="13036"/>
                    <a:pt x="84189" y="13045"/>
                    <a:pt x="84197" y="13070"/>
                  </a:cubicBezTo>
                  <a:cubicBezTo>
                    <a:pt x="84227" y="13131"/>
                    <a:pt x="84440" y="13253"/>
                    <a:pt x="84501" y="13253"/>
                  </a:cubicBezTo>
                  <a:cubicBezTo>
                    <a:pt x="84592" y="13253"/>
                    <a:pt x="84683" y="12979"/>
                    <a:pt x="84622" y="12858"/>
                  </a:cubicBezTo>
                  <a:cubicBezTo>
                    <a:pt x="84579" y="12792"/>
                    <a:pt x="84708" y="12742"/>
                    <a:pt x="84818" y="12742"/>
                  </a:cubicBezTo>
                  <a:cubicBezTo>
                    <a:pt x="84861" y="12742"/>
                    <a:pt x="84901" y="12749"/>
                    <a:pt x="84926" y="12766"/>
                  </a:cubicBezTo>
                  <a:lnTo>
                    <a:pt x="85169" y="12918"/>
                  </a:lnTo>
                  <a:lnTo>
                    <a:pt x="85291" y="12918"/>
                  </a:lnTo>
                  <a:cubicBezTo>
                    <a:pt x="85443" y="12918"/>
                    <a:pt x="85352" y="12979"/>
                    <a:pt x="85291" y="13010"/>
                  </a:cubicBezTo>
                  <a:cubicBezTo>
                    <a:pt x="85230" y="13040"/>
                    <a:pt x="85504" y="13040"/>
                    <a:pt x="85565" y="13040"/>
                  </a:cubicBezTo>
                  <a:cubicBezTo>
                    <a:pt x="85625" y="13040"/>
                    <a:pt x="85656" y="13010"/>
                    <a:pt x="85625" y="12949"/>
                  </a:cubicBezTo>
                  <a:lnTo>
                    <a:pt x="85625" y="12918"/>
                  </a:lnTo>
                  <a:cubicBezTo>
                    <a:pt x="85625" y="12888"/>
                    <a:pt x="85747" y="12827"/>
                    <a:pt x="85747" y="12827"/>
                  </a:cubicBezTo>
                  <a:lnTo>
                    <a:pt x="85838" y="12918"/>
                  </a:lnTo>
                  <a:cubicBezTo>
                    <a:pt x="85909" y="12954"/>
                    <a:pt x="85981" y="12969"/>
                    <a:pt x="86052" y="12969"/>
                  </a:cubicBezTo>
                  <a:cubicBezTo>
                    <a:pt x="86102" y="12969"/>
                    <a:pt x="86153" y="12961"/>
                    <a:pt x="86203" y="12949"/>
                  </a:cubicBezTo>
                  <a:cubicBezTo>
                    <a:pt x="86216" y="12942"/>
                    <a:pt x="86241" y="12940"/>
                    <a:pt x="86273" y="12940"/>
                  </a:cubicBezTo>
                  <a:cubicBezTo>
                    <a:pt x="86362" y="12940"/>
                    <a:pt x="86505" y="12957"/>
                    <a:pt x="86604" y="12957"/>
                  </a:cubicBezTo>
                  <a:cubicBezTo>
                    <a:pt x="86640" y="12957"/>
                    <a:pt x="86670" y="12955"/>
                    <a:pt x="86689" y="12949"/>
                  </a:cubicBezTo>
                  <a:cubicBezTo>
                    <a:pt x="86811" y="12888"/>
                    <a:pt x="86902" y="12797"/>
                    <a:pt x="86963" y="12675"/>
                  </a:cubicBezTo>
                  <a:cubicBezTo>
                    <a:pt x="86971" y="12667"/>
                    <a:pt x="86983" y="12663"/>
                    <a:pt x="86998" y="12663"/>
                  </a:cubicBezTo>
                  <a:cubicBezTo>
                    <a:pt x="87089" y="12663"/>
                    <a:pt x="87279" y="12805"/>
                    <a:pt x="87358" y="12858"/>
                  </a:cubicBezTo>
                  <a:cubicBezTo>
                    <a:pt x="87449" y="12888"/>
                    <a:pt x="87548" y="12903"/>
                    <a:pt x="87651" y="12903"/>
                  </a:cubicBezTo>
                  <a:cubicBezTo>
                    <a:pt x="87753" y="12903"/>
                    <a:pt x="87859" y="12888"/>
                    <a:pt x="87966" y="12858"/>
                  </a:cubicBezTo>
                  <a:cubicBezTo>
                    <a:pt x="88095" y="12836"/>
                    <a:pt x="88239" y="12815"/>
                    <a:pt x="88377" y="12815"/>
                  </a:cubicBezTo>
                  <a:cubicBezTo>
                    <a:pt x="88434" y="12815"/>
                    <a:pt x="88490" y="12818"/>
                    <a:pt x="88543" y="12827"/>
                  </a:cubicBezTo>
                  <a:lnTo>
                    <a:pt x="88756" y="12797"/>
                  </a:lnTo>
                  <a:lnTo>
                    <a:pt x="88817" y="12797"/>
                  </a:lnTo>
                  <a:cubicBezTo>
                    <a:pt x="88828" y="12802"/>
                    <a:pt x="88840" y="12805"/>
                    <a:pt x="88853" y="12805"/>
                  </a:cubicBezTo>
                  <a:cubicBezTo>
                    <a:pt x="88909" y="12805"/>
                    <a:pt x="88975" y="12755"/>
                    <a:pt x="88999" y="12706"/>
                  </a:cubicBezTo>
                  <a:cubicBezTo>
                    <a:pt x="88999" y="12675"/>
                    <a:pt x="89030" y="12660"/>
                    <a:pt x="89079" y="12660"/>
                  </a:cubicBezTo>
                  <a:cubicBezTo>
                    <a:pt x="89129" y="12660"/>
                    <a:pt x="89197" y="12675"/>
                    <a:pt x="89273" y="12706"/>
                  </a:cubicBezTo>
                  <a:lnTo>
                    <a:pt x="89364" y="12736"/>
                  </a:lnTo>
                  <a:cubicBezTo>
                    <a:pt x="89433" y="12759"/>
                    <a:pt x="89450" y="12868"/>
                    <a:pt x="89532" y="12868"/>
                  </a:cubicBezTo>
                  <a:cubicBezTo>
                    <a:pt x="89559" y="12868"/>
                    <a:pt x="89593" y="12857"/>
                    <a:pt x="89638" y="12827"/>
                  </a:cubicBezTo>
                  <a:cubicBezTo>
                    <a:pt x="89729" y="12766"/>
                    <a:pt x="89850" y="12736"/>
                    <a:pt x="89972" y="12736"/>
                  </a:cubicBezTo>
                  <a:cubicBezTo>
                    <a:pt x="90002" y="12736"/>
                    <a:pt x="90033" y="12766"/>
                    <a:pt x="90033" y="12766"/>
                  </a:cubicBezTo>
                  <a:cubicBezTo>
                    <a:pt x="90101" y="12801"/>
                    <a:pt x="90178" y="12805"/>
                    <a:pt x="90257" y="12805"/>
                  </a:cubicBezTo>
                  <a:cubicBezTo>
                    <a:pt x="90284" y="12805"/>
                    <a:pt x="90310" y="12804"/>
                    <a:pt x="90337" y="12804"/>
                  </a:cubicBezTo>
                  <a:cubicBezTo>
                    <a:pt x="90443" y="12804"/>
                    <a:pt x="90550" y="12812"/>
                    <a:pt x="90641" y="12888"/>
                  </a:cubicBezTo>
                  <a:cubicBezTo>
                    <a:pt x="90641" y="12888"/>
                    <a:pt x="90762" y="12797"/>
                    <a:pt x="90853" y="12797"/>
                  </a:cubicBezTo>
                  <a:lnTo>
                    <a:pt x="90884" y="12797"/>
                  </a:lnTo>
                  <a:cubicBezTo>
                    <a:pt x="90908" y="12809"/>
                    <a:pt x="90926" y="12814"/>
                    <a:pt x="90939" y="12814"/>
                  </a:cubicBezTo>
                  <a:cubicBezTo>
                    <a:pt x="90994" y="12814"/>
                    <a:pt x="90969" y="12730"/>
                    <a:pt x="90945" y="12706"/>
                  </a:cubicBezTo>
                  <a:cubicBezTo>
                    <a:pt x="90914" y="12645"/>
                    <a:pt x="90853" y="12554"/>
                    <a:pt x="90823" y="12493"/>
                  </a:cubicBezTo>
                  <a:cubicBezTo>
                    <a:pt x="90817" y="12481"/>
                    <a:pt x="90804" y="12476"/>
                    <a:pt x="90787" y="12476"/>
                  </a:cubicBezTo>
                  <a:cubicBezTo>
                    <a:pt x="90714" y="12476"/>
                    <a:pt x="90562" y="12560"/>
                    <a:pt x="90489" y="12584"/>
                  </a:cubicBezTo>
                  <a:cubicBezTo>
                    <a:pt x="90468" y="12598"/>
                    <a:pt x="90453" y="12604"/>
                    <a:pt x="90443" y="12604"/>
                  </a:cubicBezTo>
                  <a:cubicBezTo>
                    <a:pt x="90412" y="12604"/>
                    <a:pt x="90435" y="12539"/>
                    <a:pt x="90458" y="12493"/>
                  </a:cubicBezTo>
                  <a:cubicBezTo>
                    <a:pt x="90483" y="12443"/>
                    <a:pt x="90285" y="12394"/>
                    <a:pt x="90162" y="12394"/>
                  </a:cubicBezTo>
                  <a:cubicBezTo>
                    <a:pt x="90134" y="12394"/>
                    <a:pt x="90110" y="12396"/>
                    <a:pt x="90094" y="12402"/>
                  </a:cubicBezTo>
                  <a:cubicBezTo>
                    <a:pt x="90029" y="12423"/>
                    <a:pt x="89949" y="12445"/>
                    <a:pt x="89865" y="12445"/>
                  </a:cubicBezTo>
                  <a:cubicBezTo>
                    <a:pt x="89830" y="12445"/>
                    <a:pt x="89795" y="12441"/>
                    <a:pt x="89759" y="12432"/>
                  </a:cubicBezTo>
                  <a:cubicBezTo>
                    <a:pt x="89698" y="12402"/>
                    <a:pt x="89516" y="12280"/>
                    <a:pt x="89334" y="12158"/>
                  </a:cubicBezTo>
                  <a:lnTo>
                    <a:pt x="89394" y="12037"/>
                  </a:lnTo>
                  <a:lnTo>
                    <a:pt x="89425" y="11976"/>
                  </a:lnTo>
                  <a:cubicBezTo>
                    <a:pt x="89470" y="11946"/>
                    <a:pt x="89516" y="11930"/>
                    <a:pt x="89550" y="11930"/>
                  </a:cubicBezTo>
                  <a:cubicBezTo>
                    <a:pt x="89584" y="11930"/>
                    <a:pt x="89607" y="11946"/>
                    <a:pt x="89607" y="11976"/>
                  </a:cubicBezTo>
                  <a:lnTo>
                    <a:pt x="89607" y="12006"/>
                  </a:lnTo>
                  <a:cubicBezTo>
                    <a:pt x="89546" y="12128"/>
                    <a:pt x="89607" y="12219"/>
                    <a:pt x="89698" y="12219"/>
                  </a:cubicBezTo>
                  <a:lnTo>
                    <a:pt x="89850" y="12189"/>
                  </a:lnTo>
                  <a:cubicBezTo>
                    <a:pt x="89972" y="12189"/>
                    <a:pt x="90094" y="12098"/>
                    <a:pt x="90063" y="12067"/>
                  </a:cubicBezTo>
                  <a:cubicBezTo>
                    <a:pt x="90033" y="12006"/>
                    <a:pt x="90033" y="11976"/>
                    <a:pt x="90033" y="11976"/>
                  </a:cubicBezTo>
                  <a:lnTo>
                    <a:pt x="90124" y="11976"/>
                  </a:lnTo>
                  <a:cubicBezTo>
                    <a:pt x="90215" y="11976"/>
                    <a:pt x="90276" y="12006"/>
                    <a:pt x="90276" y="12037"/>
                  </a:cubicBezTo>
                  <a:lnTo>
                    <a:pt x="90276" y="12098"/>
                  </a:lnTo>
                  <a:cubicBezTo>
                    <a:pt x="90276" y="12158"/>
                    <a:pt x="90306" y="12219"/>
                    <a:pt x="90398" y="12219"/>
                  </a:cubicBezTo>
                  <a:lnTo>
                    <a:pt x="90428" y="12189"/>
                  </a:lnTo>
                  <a:lnTo>
                    <a:pt x="90489" y="12158"/>
                  </a:lnTo>
                  <a:cubicBezTo>
                    <a:pt x="90513" y="12123"/>
                    <a:pt x="90546" y="12110"/>
                    <a:pt x="90579" y="12110"/>
                  </a:cubicBezTo>
                  <a:cubicBezTo>
                    <a:pt x="90631" y="12110"/>
                    <a:pt x="90683" y="12140"/>
                    <a:pt x="90701" y="12158"/>
                  </a:cubicBezTo>
                  <a:cubicBezTo>
                    <a:pt x="90777" y="12174"/>
                    <a:pt x="90861" y="12181"/>
                    <a:pt x="90945" y="12181"/>
                  </a:cubicBezTo>
                  <a:cubicBezTo>
                    <a:pt x="91028" y="12181"/>
                    <a:pt x="91112" y="12174"/>
                    <a:pt x="91188" y="12158"/>
                  </a:cubicBezTo>
                  <a:cubicBezTo>
                    <a:pt x="91233" y="12128"/>
                    <a:pt x="91287" y="12113"/>
                    <a:pt x="91340" y="12113"/>
                  </a:cubicBezTo>
                  <a:cubicBezTo>
                    <a:pt x="91393" y="12113"/>
                    <a:pt x="91446" y="12128"/>
                    <a:pt x="91492" y="12158"/>
                  </a:cubicBezTo>
                  <a:cubicBezTo>
                    <a:pt x="91492" y="12162"/>
                    <a:pt x="91494" y="12163"/>
                    <a:pt x="91497" y="12163"/>
                  </a:cubicBezTo>
                  <a:cubicBezTo>
                    <a:pt x="91524" y="12163"/>
                    <a:pt x="91647" y="12064"/>
                    <a:pt x="91674" y="12037"/>
                  </a:cubicBezTo>
                  <a:cubicBezTo>
                    <a:pt x="91763" y="11992"/>
                    <a:pt x="91852" y="11964"/>
                    <a:pt x="91953" y="11964"/>
                  </a:cubicBezTo>
                  <a:cubicBezTo>
                    <a:pt x="91990" y="11964"/>
                    <a:pt x="92029" y="11968"/>
                    <a:pt x="92069" y="11976"/>
                  </a:cubicBezTo>
                  <a:lnTo>
                    <a:pt x="92282" y="11976"/>
                  </a:lnTo>
                  <a:lnTo>
                    <a:pt x="92252" y="12219"/>
                  </a:lnTo>
                  <a:cubicBezTo>
                    <a:pt x="92464" y="12189"/>
                    <a:pt x="92677" y="12158"/>
                    <a:pt x="92708" y="12128"/>
                  </a:cubicBezTo>
                  <a:cubicBezTo>
                    <a:pt x="92738" y="12067"/>
                    <a:pt x="92799" y="11915"/>
                    <a:pt x="92829" y="11794"/>
                  </a:cubicBezTo>
                  <a:lnTo>
                    <a:pt x="92920" y="11763"/>
                  </a:lnTo>
                  <a:cubicBezTo>
                    <a:pt x="92987" y="11719"/>
                    <a:pt x="93053" y="11626"/>
                    <a:pt x="93155" y="11626"/>
                  </a:cubicBezTo>
                  <a:cubicBezTo>
                    <a:pt x="93193" y="11626"/>
                    <a:pt x="93236" y="11639"/>
                    <a:pt x="93285" y="11672"/>
                  </a:cubicBezTo>
                  <a:lnTo>
                    <a:pt x="93346" y="11733"/>
                  </a:lnTo>
                  <a:cubicBezTo>
                    <a:pt x="93346" y="11824"/>
                    <a:pt x="93346" y="11885"/>
                    <a:pt x="93407" y="11976"/>
                  </a:cubicBezTo>
                  <a:lnTo>
                    <a:pt x="93559" y="11854"/>
                  </a:lnTo>
                  <a:lnTo>
                    <a:pt x="93680" y="11824"/>
                  </a:lnTo>
                  <a:cubicBezTo>
                    <a:pt x="93802" y="11794"/>
                    <a:pt x="93923" y="11733"/>
                    <a:pt x="94015" y="11672"/>
                  </a:cubicBezTo>
                  <a:cubicBezTo>
                    <a:pt x="94045" y="11672"/>
                    <a:pt x="94015" y="11611"/>
                    <a:pt x="93954" y="11581"/>
                  </a:cubicBezTo>
                  <a:lnTo>
                    <a:pt x="93893" y="11581"/>
                  </a:lnTo>
                  <a:cubicBezTo>
                    <a:pt x="93741" y="11581"/>
                    <a:pt x="93741" y="11520"/>
                    <a:pt x="93741" y="11429"/>
                  </a:cubicBezTo>
                  <a:lnTo>
                    <a:pt x="93802" y="11277"/>
                  </a:lnTo>
                  <a:cubicBezTo>
                    <a:pt x="93832" y="11095"/>
                    <a:pt x="93893" y="10639"/>
                    <a:pt x="93802" y="10547"/>
                  </a:cubicBezTo>
                  <a:cubicBezTo>
                    <a:pt x="93650" y="10456"/>
                    <a:pt x="93528" y="10304"/>
                    <a:pt x="93437" y="10183"/>
                  </a:cubicBezTo>
                  <a:lnTo>
                    <a:pt x="93559" y="10092"/>
                  </a:lnTo>
                  <a:cubicBezTo>
                    <a:pt x="93619" y="10061"/>
                    <a:pt x="93711" y="10031"/>
                    <a:pt x="93741" y="10000"/>
                  </a:cubicBezTo>
                  <a:cubicBezTo>
                    <a:pt x="93802" y="9970"/>
                    <a:pt x="93832" y="9879"/>
                    <a:pt x="93832" y="9879"/>
                  </a:cubicBezTo>
                  <a:cubicBezTo>
                    <a:pt x="93650" y="9727"/>
                    <a:pt x="93832" y="9696"/>
                    <a:pt x="93923" y="9666"/>
                  </a:cubicBezTo>
                  <a:lnTo>
                    <a:pt x="94015" y="9666"/>
                  </a:lnTo>
                  <a:cubicBezTo>
                    <a:pt x="94052" y="9653"/>
                    <a:pt x="94090" y="9646"/>
                    <a:pt x="94126" y="9646"/>
                  </a:cubicBezTo>
                  <a:cubicBezTo>
                    <a:pt x="94176" y="9646"/>
                    <a:pt x="94222" y="9661"/>
                    <a:pt x="94258" y="9696"/>
                  </a:cubicBezTo>
                  <a:cubicBezTo>
                    <a:pt x="94279" y="9739"/>
                    <a:pt x="94407" y="9782"/>
                    <a:pt x="94491" y="9782"/>
                  </a:cubicBezTo>
                  <a:cubicBezTo>
                    <a:pt x="94526" y="9782"/>
                    <a:pt x="94553" y="9775"/>
                    <a:pt x="94562" y="9757"/>
                  </a:cubicBezTo>
                  <a:cubicBezTo>
                    <a:pt x="94623" y="9636"/>
                    <a:pt x="94683" y="9544"/>
                    <a:pt x="94714" y="9423"/>
                  </a:cubicBezTo>
                  <a:cubicBezTo>
                    <a:pt x="94714" y="9392"/>
                    <a:pt x="94699" y="9377"/>
                    <a:pt x="94672" y="9377"/>
                  </a:cubicBezTo>
                  <a:cubicBezTo>
                    <a:pt x="94645" y="9377"/>
                    <a:pt x="94607" y="9392"/>
                    <a:pt x="94562" y="9423"/>
                  </a:cubicBezTo>
                  <a:lnTo>
                    <a:pt x="94501" y="9423"/>
                  </a:lnTo>
                  <a:cubicBezTo>
                    <a:pt x="94440" y="9423"/>
                    <a:pt x="94349" y="9392"/>
                    <a:pt x="94288" y="9332"/>
                  </a:cubicBezTo>
                  <a:lnTo>
                    <a:pt x="94197" y="9240"/>
                  </a:lnTo>
                  <a:cubicBezTo>
                    <a:pt x="94167" y="9332"/>
                    <a:pt x="93954" y="9423"/>
                    <a:pt x="93741" y="9453"/>
                  </a:cubicBezTo>
                  <a:lnTo>
                    <a:pt x="93619" y="9392"/>
                  </a:lnTo>
                  <a:lnTo>
                    <a:pt x="93559" y="9332"/>
                  </a:lnTo>
                  <a:cubicBezTo>
                    <a:pt x="93467" y="9301"/>
                    <a:pt x="93407" y="9301"/>
                    <a:pt x="93316" y="9271"/>
                  </a:cubicBezTo>
                  <a:cubicBezTo>
                    <a:pt x="93255" y="9240"/>
                    <a:pt x="93316" y="9149"/>
                    <a:pt x="93316" y="9149"/>
                  </a:cubicBezTo>
                  <a:cubicBezTo>
                    <a:pt x="93320" y="9145"/>
                    <a:pt x="93329" y="9143"/>
                    <a:pt x="93342" y="9143"/>
                  </a:cubicBezTo>
                  <a:cubicBezTo>
                    <a:pt x="93392" y="9143"/>
                    <a:pt x="93493" y="9171"/>
                    <a:pt x="93560" y="9171"/>
                  </a:cubicBezTo>
                  <a:cubicBezTo>
                    <a:pt x="93589" y="9171"/>
                    <a:pt x="93612" y="9165"/>
                    <a:pt x="93619" y="9149"/>
                  </a:cubicBezTo>
                  <a:cubicBezTo>
                    <a:pt x="93680" y="9088"/>
                    <a:pt x="93619" y="8936"/>
                    <a:pt x="93559" y="8906"/>
                  </a:cubicBezTo>
                  <a:cubicBezTo>
                    <a:pt x="93528" y="8876"/>
                    <a:pt x="93650" y="8785"/>
                    <a:pt x="93711" y="8754"/>
                  </a:cubicBezTo>
                  <a:cubicBezTo>
                    <a:pt x="93771" y="8724"/>
                    <a:pt x="93771" y="8693"/>
                    <a:pt x="93741" y="8633"/>
                  </a:cubicBezTo>
                  <a:cubicBezTo>
                    <a:pt x="93741" y="8633"/>
                    <a:pt x="93863" y="8541"/>
                    <a:pt x="93923" y="8541"/>
                  </a:cubicBezTo>
                  <a:cubicBezTo>
                    <a:pt x="93984" y="8420"/>
                    <a:pt x="94045" y="8268"/>
                    <a:pt x="94075" y="8146"/>
                  </a:cubicBezTo>
                  <a:cubicBezTo>
                    <a:pt x="94106" y="8025"/>
                    <a:pt x="93893" y="7964"/>
                    <a:pt x="93832" y="7964"/>
                  </a:cubicBezTo>
                  <a:cubicBezTo>
                    <a:pt x="93680" y="7964"/>
                    <a:pt x="93528" y="7994"/>
                    <a:pt x="93407" y="8055"/>
                  </a:cubicBezTo>
                  <a:cubicBezTo>
                    <a:pt x="93398" y="8058"/>
                    <a:pt x="93390" y="8059"/>
                    <a:pt x="93381" y="8059"/>
                  </a:cubicBezTo>
                  <a:cubicBezTo>
                    <a:pt x="93295" y="8059"/>
                    <a:pt x="93194" y="7931"/>
                    <a:pt x="93194" y="7903"/>
                  </a:cubicBezTo>
                  <a:cubicBezTo>
                    <a:pt x="93194" y="7903"/>
                    <a:pt x="93140" y="7876"/>
                    <a:pt x="93059" y="7876"/>
                  </a:cubicBezTo>
                  <a:cubicBezTo>
                    <a:pt x="93018" y="7876"/>
                    <a:pt x="92971" y="7883"/>
                    <a:pt x="92920" y="7903"/>
                  </a:cubicBezTo>
                  <a:lnTo>
                    <a:pt x="92829" y="7933"/>
                  </a:lnTo>
                  <a:cubicBezTo>
                    <a:pt x="92768" y="7933"/>
                    <a:pt x="92738" y="7964"/>
                    <a:pt x="92708" y="7994"/>
                  </a:cubicBezTo>
                  <a:lnTo>
                    <a:pt x="92647" y="8116"/>
                  </a:lnTo>
                  <a:cubicBezTo>
                    <a:pt x="92677" y="8207"/>
                    <a:pt x="92768" y="8298"/>
                    <a:pt x="92860" y="8329"/>
                  </a:cubicBezTo>
                  <a:lnTo>
                    <a:pt x="93042" y="8329"/>
                  </a:lnTo>
                  <a:cubicBezTo>
                    <a:pt x="93096" y="8274"/>
                    <a:pt x="93175" y="8172"/>
                    <a:pt x="93212" y="8172"/>
                  </a:cubicBezTo>
                  <a:cubicBezTo>
                    <a:pt x="93217" y="8172"/>
                    <a:pt x="93221" y="8173"/>
                    <a:pt x="93224" y="8177"/>
                  </a:cubicBezTo>
                  <a:cubicBezTo>
                    <a:pt x="93285" y="8207"/>
                    <a:pt x="93346" y="8268"/>
                    <a:pt x="93376" y="8329"/>
                  </a:cubicBezTo>
                  <a:cubicBezTo>
                    <a:pt x="93194" y="8420"/>
                    <a:pt x="92981" y="8450"/>
                    <a:pt x="92799" y="8481"/>
                  </a:cubicBezTo>
                  <a:cubicBezTo>
                    <a:pt x="92770" y="8486"/>
                    <a:pt x="92743" y="8489"/>
                    <a:pt x="92719" y="8489"/>
                  </a:cubicBezTo>
                  <a:cubicBezTo>
                    <a:pt x="92615" y="8489"/>
                    <a:pt x="92556" y="8444"/>
                    <a:pt x="92556" y="8420"/>
                  </a:cubicBezTo>
                  <a:cubicBezTo>
                    <a:pt x="92556" y="8359"/>
                    <a:pt x="92586" y="8298"/>
                    <a:pt x="92586" y="8237"/>
                  </a:cubicBezTo>
                  <a:cubicBezTo>
                    <a:pt x="92556" y="8146"/>
                    <a:pt x="92495" y="8085"/>
                    <a:pt x="92434" y="7994"/>
                  </a:cubicBezTo>
                  <a:lnTo>
                    <a:pt x="92373" y="7933"/>
                  </a:lnTo>
                  <a:lnTo>
                    <a:pt x="92282" y="7842"/>
                  </a:lnTo>
                  <a:cubicBezTo>
                    <a:pt x="92191" y="7842"/>
                    <a:pt x="92100" y="7873"/>
                    <a:pt x="92008" y="7903"/>
                  </a:cubicBezTo>
                  <a:lnTo>
                    <a:pt x="91857" y="7873"/>
                  </a:lnTo>
                  <a:cubicBezTo>
                    <a:pt x="91674" y="7873"/>
                    <a:pt x="91401" y="7842"/>
                    <a:pt x="91218" y="7812"/>
                  </a:cubicBezTo>
                  <a:lnTo>
                    <a:pt x="91066" y="7781"/>
                  </a:lnTo>
                  <a:lnTo>
                    <a:pt x="90945" y="7781"/>
                  </a:lnTo>
                  <a:lnTo>
                    <a:pt x="90671" y="7903"/>
                  </a:lnTo>
                  <a:cubicBezTo>
                    <a:pt x="90489" y="7812"/>
                    <a:pt x="90337" y="7599"/>
                    <a:pt x="90306" y="7386"/>
                  </a:cubicBezTo>
                  <a:cubicBezTo>
                    <a:pt x="90306" y="7326"/>
                    <a:pt x="90124" y="7204"/>
                    <a:pt x="89911" y="7143"/>
                  </a:cubicBezTo>
                  <a:lnTo>
                    <a:pt x="89729" y="7174"/>
                  </a:lnTo>
                  <a:lnTo>
                    <a:pt x="89577" y="7204"/>
                  </a:lnTo>
                  <a:cubicBezTo>
                    <a:pt x="89508" y="7238"/>
                    <a:pt x="89449" y="7255"/>
                    <a:pt x="89402" y="7255"/>
                  </a:cubicBezTo>
                  <a:cubicBezTo>
                    <a:pt x="89325" y="7255"/>
                    <a:pt x="89284" y="7208"/>
                    <a:pt x="89303" y="7113"/>
                  </a:cubicBezTo>
                  <a:lnTo>
                    <a:pt x="89303" y="7113"/>
                  </a:lnTo>
                  <a:lnTo>
                    <a:pt x="89030" y="7143"/>
                  </a:lnTo>
                  <a:cubicBezTo>
                    <a:pt x="89013" y="7147"/>
                    <a:pt x="88998" y="7149"/>
                    <a:pt x="88985" y="7149"/>
                  </a:cubicBezTo>
                  <a:cubicBezTo>
                    <a:pt x="88902" y="7149"/>
                    <a:pt x="88886" y="7074"/>
                    <a:pt x="88939" y="7022"/>
                  </a:cubicBezTo>
                  <a:cubicBezTo>
                    <a:pt x="88984" y="6976"/>
                    <a:pt x="89029" y="6898"/>
                    <a:pt x="89124" y="6898"/>
                  </a:cubicBezTo>
                  <a:cubicBezTo>
                    <a:pt x="89157" y="6898"/>
                    <a:pt x="89196" y="6907"/>
                    <a:pt x="89242" y="6930"/>
                  </a:cubicBezTo>
                  <a:cubicBezTo>
                    <a:pt x="89273" y="6961"/>
                    <a:pt x="89334" y="6991"/>
                    <a:pt x="89394" y="6991"/>
                  </a:cubicBezTo>
                  <a:lnTo>
                    <a:pt x="89546" y="6991"/>
                  </a:lnTo>
                  <a:cubicBezTo>
                    <a:pt x="89594" y="6995"/>
                    <a:pt x="89638" y="6997"/>
                    <a:pt x="89680" y="6997"/>
                  </a:cubicBezTo>
                  <a:cubicBezTo>
                    <a:pt x="89962" y="6997"/>
                    <a:pt x="90116" y="6911"/>
                    <a:pt x="90063" y="6778"/>
                  </a:cubicBezTo>
                  <a:lnTo>
                    <a:pt x="90063" y="6778"/>
                  </a:lnTo>
                  <a:lnTo>
                    <a:pt x="89850" y="6870"/>
                  </a:lnTo>
                  <a:cubicBezTo>
                    <a:pt x="89820" y="6885"/>
                    <a:pt x="89797" y="6890"/>
                    <a:pt x="89779" y="6890"/>
                  </a:cubicBezTo>
                  <a:cubicBezTo>
                    <a:pt x="89725" y="6890"/>
                    <a:pt x="89714" y="6839"/>
                    <a:pt x="89668" y="6839"/>
                  </a:cubicBezTo>
                  <a:cubicBezTo>
                    <a:pt x="89486" y="6771"/>
                    <a:pt x="89286" y="6737"/>
                    <a:pt x="89095" y="6737"/>
                  </a:cubicBezTo>
                  <a:cubicBezTo>
                    <a:pt x="89032" y="6737"/>
                    <a:pt x="88969" y="6740"/>
                    <a:pt x="88908" y="6748"/>
                  </a:cubicBezTo>
                  <a:cubicBezTo>
                    <a:pt x="88878" y="6748"/>
                    <a:pt x="88847" y="6718"/>
                    <a:pt x="88817" y="6718"/>
                  </a:cubicBezTo>
                  <a:lnTo>
                    <a:pt x="88665" y="6687"/>
                  </a:lnTo>
                  <a:cubicBezTo>
                    <a:pt x="88574" y="6870"/>
                    <a:pt x="88483" y="7052"/>
                    <a:pt x="88422" y="7234"/>
                  </a:cubicBezTo>
                  <a:cubicBezTo>
                    <a:pt x="88445" y="7303"/>
                    <a:pt x="88416" y="7337"/>
                    <a:pt x="88400" y="7337"/>
                  </a:cubicBezTo>
                  <a:cubicBezTo>
                    <a:pt x="88395" y="7337"/>
                    <a:pt x="88391" y="7333"/>
                    <a:pt x="88391" y="7326"/>
                  </a:cubicBezTo>
                  <a:cubicBezTo>
                    <a:pt x="88331" y="7234"/>
                    <a:pt x="88270" y="7143"/>
                    <a:pt x="88179" y="7082"/>
                  </a:cubicBezTo>
                  <a:lnTo>
                    <a:pt x="88300" y="6900"/>
                  </a:lnTo>
                  <a:lnTo>
                    <a:pt x="88361" y="6809"/>
                  </a:lnTo>
                  <a:cubicBezTo>
                    <a:pt x="88209" y="6778"/>
                    <a:pt x="87966" y="6748"/>
                    <a:pt x="87814" y="6748"/>
                  </a:cubicBezTo>
                  <a:lnTo>
                    <a:pt x="87783" y="6657"/>
                  </a:lnTo>
                  <a:cubicBezTo>
                    <a:pt x="87753" y="6566"/>
                    <a:pt x="87753" y="6505"/>
                    <a:pt x="87814" y="6444"/>
                  </a:cubicBezTo>
                  <a:lnTo>
                    <a:pt x="87875" y="6383"/>
                  </a:lnTo>
                  <a:cubicBezTo>
                    <a:pt x="87891" y="6380"/>
                    <a:pt x="87907" y="6378"/>
                    <a:pt x="87920" y="6378"/>
                  </a:cubicBezTo>
                  <a:cubicBezTo>
                    <a:pt x="88033" y="6378"/>
                    <a:pt x="88054" y="6478"/>
                    <a:pt x="88027" y="6505"/>
                  </a:cubicBezTo>
                  <a:cubicBezTo>
                    <a:pt x="88027" y="6535"/>
                    <a:pt x="88148" y="6596"/>
                    <a:pt x="88300" y="6657"/>
                  </a:cubicBezTo>
                  <a:lnTo>
                    <a:pt x="88300" y="6322"/>
                  </a:lnTo>
                  <a:cubicBezTo>
                    <a:pt x="88422" y="6322"/>
                    <a:pt x="88513" y="6292"/>
                    <a:pt x="88635" y="6262"/>
                  </a:cubicBezTo>
                  <a:cubicBezTo>
                    <a:pt x="88695" y="6262"/>
                    <a:pt x="88665" y="6201"/>
                    <a:pt x="88635" y="6140"/>
                  </a:cubicBezTo>
                  <a:lnTo>
                    <a:pt x="88391" y="6140"/>
                  </a:lnTo>
                  <a:cubicBezTo>
                    <a:pt x="88179" y="6140"/>
                    <a:pt x="87996" y="6019"/>
                    <a:pt x="88027" y="5988"/>
                  </a:cubicBezTo>
                  <a:cubicBezTo>
                    <a:pt x="88027" y="5958"/>
                    <a:pt x="88087" y="5958"/>
                    <a:pt x="88179" y="5958"/>
                  </a:cubicBezTo>
                  <a:lnTo>
                    <a:pt x="88239" y="5988"/>
                  </a:lnTo>
                  <a:cubicBezTo>
                    <a:pt x="88301" y="6009"/>
                    <a:pt x="88349" y="6071"/>
                    <a:pt x="88421" y="6071"/>
                  </a:cubicBezTo>
                  <a:cubicBezTo>
                    <a:pt x="88455" y="6071"/>
                    <a:pt x="88495" y="6058"/>
                    <a:pt x="88543" y="6019"/>
                  </a:cubicBezTo>
                  <a:cubicBezTo>
                    <a:pt x="88589" y="6003"/>
                    <a:pt x="88635" y="5996"/>
                    <a:pt x="88680" y="5996"/>
                  </a:cubicBezTo>
                  <a:cubicBezTo>
                    <a:pt x="88726" y="5996"/>
                    <a:pt x="88771" y="6003"/>
                    <a:pt x="88817" y="6019"/>
                  </a:cubicBezTo>
                  <a:cubicBezTo>
                    <a:pt x="88857" y="6043"/>
                    <a:pt x="88885" y="6052"/>
                    <a:pt x="88903" y="6052"/>
                  </a:cubicBezTo>
                  <a:cubicBezTo>
                    <a:pt x="88953" y="6052"/>
                    <a:pt x="88931" y="5980"/>
                    <a:pt x="88908" y="5958"/>
                  </a:cubicBezTo>
                  <a:lnTo>
                    <a:pt x="88847" y="5867"/>
                  </a:lnTo>
                  <a:cubicBezTo>
                    <a:pt x="88878" y="5806"/>
                    <a:pt x="88969" y="5684"/>
                    <a:pt x="89060" y="5563"/>
                  </a:cubicBezTo>
                  <a:lnTo>
                    <a:pt x="89212" y="5563"/>
                  </a:lnTo>
                  <a:cubicBezTo>
                    <a:pt x="89364" y="5563"/>
                    <a:pt x="89334" y="5441"/>
                    <a:pt x="89303" y="5411"/>
                  </a:cubicBezTo>
                  <a:cubicBezTo>
                    <a:pt x="89303" y="5380"/>
                    <a:pt x="89273" y="5350"/>
                    <a:pt x="89273" y="5350"/>
                  </a:cubicBezTo>
                  <a:lnTo>
                    <a:pt x="89425" y="5167"/>
                  </a:lnTo>
                  <a:cubicBezTo>
                    <a:pt x="89394" y="5015"/>
                    <a:pt x="89303" y="4863"/>
                    <a:pt x="89182" y="4803"/>
                  </a:cubicBezTo>
                  <a:cubicBezTo>
                    <a:pt x="89030" y="4833"/>
                    <a:pt x="88908" y="4863"/>
                    <a:pt x="88756" y="4924"/>
                  </a:cubicBezTo>
                  <a:lnTo>
                    <a:pt x="88574" y="4803"/>
                  </a:lnTo>
                  <a:cubicBezTo>
                    <a:pt x="88483" y="4803"/>
                    <a:pt x="88422" y="4833"/>
                    <a:pt x="88361" y="4863"/>
                  </a:cubicBezTo>
                  <a:lnTo>
                    <a:pt x="88300" y="4955"/>
                  </a:lnTo>
                  <a:cubicBezTo>
                    <a:pt x="88300" y="5046"/>
                    <a:pt x="88087" y="5046"/>
                    <a:pt x="88027" y="5046"/>
                  </a:cubicBezTo>
                  <a:cubicBezTo>
                    <a:pt x="87935" y="5015"/>
                    <a:pt x="87875" y="4833"/>
                    <a:pt x="87875" y="4772"/>
                  </a:cubicBezTo>
                  <a:cubicBezTo>
                    <a:pt x="87875" y="4712"/>
                    <a:pt x="87783" y="4651"/>
                    <a:pt x="87753" y="4651"/>
                  </a:cubicBezTo>
                  <a:cubicBezTo>
                    <a:pt x="87723" y="4651"/>
                    <a:pt x="87692" y="4499"/>
                    <a:pt x="87632" y="4499"/>
                  </a:cubicBezTo>
                  <a:cubicBezTo>
                    <a:pt x="87540" y="4499"/>
                    <a:pt x="87540" y="4468"/>
                    <a:pt x="87601" y="4468"/>
                  </a:cubicBezTo>
                  <a:lnTo>
                    <a:pt x="87632" y="4468"/>
                  </a:lnTo>
                  <a:lnTo>
                    <a:pt x="88027" y="4499"/>
                  </a:lnTo>
                  <a:cubicBezTo>
                    <a:pt x="88118" y="4377"/>
                    <a:pt x="88239" y="4256"/>
                    <a:pt x="88361" y="4134"/>
                  </a:cubicBezTo>
                  <a:cubicBezTo>
                    <a:pt x="88422" y="4134"/>
                    <a:pt x="88361" y="4073"/>
                    <a:pt x="88209" y="4073"/>
                  </a:cubicBezTo>
                  <a:lnTo>
                    <a:pt x="88209" y="4043"/>
                  </a:lnTo>
                  <a:cubicBezTo>
                    <a:pt x="88148" y="3936"/>
                    <a:pt x="88057" y="3906"/>
                    <a:pt x="87966" y="3906"/>
                  </a:cubicBezTo>
                  <a:cubicBezTo>
                    <a:pt x="87875" y="3906"/>
                    <a:pt x="87783" y="3936"/>
                    <a:pt x="87723" y="3952"/>
                  </a:cubicBezTo>
                  <a:lnTo>
                    <a:pt x="87510" y="4043"/>
                  </a:lnTo>
                  <a:cubicBezTo>
                    <a:pt x="87419" y="3952"/>
                    <a:pt x="87388" y="3830"/>
                    <a:pt x="87419" y="3708"/>
                  </a:cubicBezTo>
                  <a:cubicBezTo>
                    <a:pt x="87449" y="3648"/>
                    <a:pt x="87480" y="3648"/>
                    <a:pt x="87510" y="3648"/>
                  </a:cubicBezTo>
                  <a:cubicBezTo>
                    <a:pt x="87488" y="3756"/>
                    <a:pt x="87560" y="3772"/>
                    <a:pt x="87646" y="3772"/>
                  </a:cubicBezTo>
                  <a:cubicBezTo>
                    <a:pt x="87681" y="3772"/>
                    <a:pt x="87718" y="3769"/>
                    <a:pt x="87753" y="3769"/>
                  </a:cubicBezTo>
                  <a:lnTo>
                    <a:pt x="87966" y="3739"/>
                  </a:lnTo>
                  <a:cubicBezTo>
                    <a:pt x="87844" y="3678"/>
                    <a:pt x="87753" y="3587"/>
                    <a:pt x="87662" y="3496"/>
                  </a:cubicBezTo>
                  <a:lnTo>
                    <a:pt x="87723" y="3435"/>
                  </a:lnTo>
                  <a:cubicBezTo>
                    <a:pt x="87753" y="3344"/>
                    <a:pt x="87783" y="3283"/>
                    <a:pt x="87814" y="3192"/>
                  </a:cubicBezTo>
                  <a:lnTo>
                    <a:pt x="87814" y="3161"/>
                  </a:lnTo>
                  <a:cubicBezTo>
                    <a:pt x="87814" y="3161"/>
                    <a:pt x="87723" y="3192"/>
                    <a:pt x="87632" y="3283"/>
                  </a:cubicBezTo>
                  <a:lnTo>
                    <a:pt x="87601" y="3283"/>
                  </a:lnTo>
                  <a:cubicBezTo>
                    <a:pt x="87419" y="3253"/>
                    <a:pt x="87510" y="3161"/>
                    <a:pt x="87571" y="3101"/>
                  </a:cubicBezTo>
                  <a:cubicBezTo>
                    <a:pt x="87540" y="3009"/>
                    <a:pt x="87480" y="2918"/>
                    <a:pt x="87419" y="2857"/>
                  </a:cubicBezTo>
                  <a:lnTo>
                    <a:pt x="87236" y="2857"/>
                  </a:lnTo>
                  <a:cubicBezTo>
                    <a:pt x="87084" y="2857"/>
                    <a:pt x="86963" y="2857"/>
                    <a:pt x="86963" y="2705"/>
                  </a:cubicBezTo>
                  <a:lnTo>
                    <a:pt x="86841" y="2705"/>
                  </a:lnTo>
                  <a:lnTo>
                    <a:pt x="86750" y="2918"/>
                  </a:lnTo>
                  <a:cubicBezTo>
                    <a:pt x="86537" y="2888"/>
                    <a:pt x="86446" y="2705"/>
                    <a:pt x="86446" y="2645"/>
                  </a:cubicBezTo>
                  <a:cubicBezTo>
                    <a:pt x="86507" y="2553"/>
                    <a:pt x="86568" y="2493"/>
                    <a:pt x="86628" y="2462"/>
                  </a:cubicBezTo>
                  <a:lnTo>
                    <a:pt x="86659" y="2462"/>
                  </a:lnTo>
                  <a:lnTo>
                    <a:pt x="86811" y="2523"/>
                  </a:lnTo>
                  <a:cubicBezTo>
                    <a:pt x="86963" y="2493"/>
                    <a:pt x="87054" y="2341"/>
                    <a:pt x="87054" y="2280"/>
                  </a:cubicBezTo>
                  <a:cubicBezTo>
                    <a:pt x="87024" y="2249"/>
                    <a:pt x="87054" y="2189"/>
                    <a:pt x="87115" y="2158"/>
                  </a:cubicBezTo>
                  <a:cubicBezTo>
                    <a:pt x="87267" y="2097"/>
                    <a:pt x="87388" y="1976"/>
                    <a:pt x="87510" y="1854"/>
                  </a:cubicBezTo>
                  <a:cubicBezTo>
                    <a:pt x="87540" y="1733"/>
                    <a:pt x="87571" y="1611"/>
                    <a:pt x="87540" y="1520"/>
                  </a:cubicBezTo>
                  <a:lnTo>
                    <a:pt x="87115" y="1520"/>
                  </a:lnTo>
                  <a:cubicBezTo>
                    <a:pt x="87024" y="1277"/>
                    <a:pt x="87358" y="942"/>
                    <a:pt x="87480" y="882"/>
                  </a:cubicBezTo>
                  <a:cubicBezTo>
                    <a:pt x="87601" y="851"/>
                    <a:pt x="87601" y="730"/>
                    <a:pt x="87480" y="669"/>
                  </a:cubicBezTo>
                  <a:lnTo>
                    <a:pt x="87358" y="608"/>
                  </a:lnTo>
                  <a:cubicBezTo>
                    <a:pt x="87267" y="547"/>
                    <a:pt x="87358" y="487"/>
                    <a:pt x="87358" y="456"/>
                  </a:cubicBezTo>
                  <a:cubicBezTo>
                    <a:pt x="87388" y="426"/>
                    <a:pt x="87328" y="335"/>
                    <a:pt x="87297" y="304"/>
                  </a:cubicBezTo>
                  <a:cubicBezTo>
                    <a:pt x="87252" y="243"/>
                    <a:pt x="87229" y="213"/>
                    <a:pt x="87202" y="213"/>
                  </a:cubicBezTo>
                  <a:cubicBezTo>
                    <a:pt x="87176" y="213"/>
                    <a:pt x="87145" y="243"/>
                    <a:pt x="87084" y="304"/>
                  </a:cubicBezTo>
                  <a:lnTo>
                    <a:pt x="87024" y="304"/>
                  </a:lnTo>
                  <a:cubicBezTo>
                    <a:pt x="87007" y="312"/>
                    <a:pt x="86991" y="316"/>
                    <a:pt x="86975" y="316"/>
                  </a:cubicBezTo>
                  <a:cubicBezTo>
                    <a:pt x="86932" y="316"/>
                    <a:pt x="86894" y="288"/>
                    <a:pt x="86872" y="243"/>
                  </a:cubicBezTo>
                  <a:lnTo>
                    <a:pt x="86872" y="213"/>
                  </a:lnTo>
                  <a:lnTo>
                    <a:pt x="86872" y="183"/>
                  </a:lnTo>
                  <a:cubicBezTo>
                    <a:pt x="86932" y="91"/>
                    <a:pt x="86872" y="91"/>
                    <a:pt x="86750" y="91"/>
                  </a:cubicBezTo>
                  <a:lnTo>
                    <a:pt x="86598" y="91"/>
                  </a:lnTo>
                  <a:cubicBezTo>
                    <a:pt x="86591" y="95"/>
                    <a:pt x="86581" y="96"/>
                    <a:pt x="86568" y="96"/>
                  </a:cubicBezTo>
                  <a:cubicBezTo>
                    <a:pt x="86466" y="96"/>
                    <a:pt x="86189" y="0"/>
                    <a:pt x="86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1"/>
            <p:cNvSpPr/>
            <p:nvPr/>
          </p:nvSpPr>
          <p:spPr>
            <a:xfrm rot="2700000">
              <a:off x="6819017" y="1397400"/>
              <a:ext cx="2523601" cy="400471"/>
            </a:xfrm>
            <a:custGeom>
              <a:rect b="b" l="l" r="r" t="t"/>
              <a:pathLst>
                <a:path extrusionOk="0" h="16019" w="100945">
                  <a:moveTo>
                    <a:pt x="83846" y="323"/>
                  </a:moveTo>
                  <a:cubicBezTo>
                    <a:pt x="83893" y="323"/>
                    <a:pt x="83937" y="345"/>
                    <a:pt x="83954" y="395"/>
                  </a:cubicBezTo>
                  <a:cubicBezTo>
                    <a:pt x="83984" y="426"/>
                    <a:pt x="84015" y="487"/>
                    <a:pt x="84015" y="547"/>
                  </a:cubicBezTo>
                  <a:lnTo>
                    <a:pt x="83984" y="608"/>
                  </a:lnTo>
                  <a:cubicBezTo>
                    <a:pt x="83945" y="667"/>
                    <a:pt x="83893" y="701"/>
                    <a:pt x="83837" y="701"/>
                  </a:cubicBezTo>
                  <a:cubicBezTo>
                    <a:pt x="83806" y="701"/>
                    <a:pt x="83773" y="691"/>
                    <a:pt x="83741" y="669"/>
                  </a:cubicBezTo>
                  <a:lnTo>
                    <a:pt x="83711" y="669"/>
                  </a:lnTo>
                  <a:cubicBezTo>
                    <a:pt x="83650" y="639"/>
                    <a:pt x="83559" y="426"/>
                    <a:pt x="83680" y="395"/>
                  </a:cubicBezTo>
                  <a:lnTo>
                    <a:pt x="83741" y="365"/>
                  </a:lnTo>
                  <a:cubicBezTo>
                    <a:pt x="83768" y="338"/>
                    <a:pt x="83808" y="323"/>
                    <a:pt x="83846" y="323"/>
                  </a:cubicBezTo>
                  <a:close/>
                  <a:moveTo>
                    <a:pt x="81492" y="395"/>
                  </a:moveTo>
                  <a:cubicBezTo>
                    <a:pt x="81613" y="395"/>
                    <a:pt x="81735" y="456"/>
                    <a:pt x="81826" y="517"/>
                  </a:cubicBezTo>
                  <a:cubicBezTo>
                    <a:pt x="81826" y="578"/>
                    <a:pt x="81735" y="639"/>
                    <a:pt x="81613" y="669"/>
                  </a:cubicBezTo>
                  <a:lnTo>
                    <a:pt x="81583" y="699"/>
                  </a:lnTo>
                  <a:cubicBezTo>
                    <a:pt x="81577" y="701"/>
                    <a:pt x="81570" y="702"/>
                    <a:pt x="81565" y="702"/>
                  </a:cubicBezTo>
                  <a:cubicBezTo>
                    <a:pt x="81458" y="702"/>
                    <a:pt x="81434" y="453"/>
                    <a:pt x="81492" y="395"/>
                  </a:cubicBezTo>
                  <a:close/>
                  <a:moveTo>
                    <a:pt x="73467" y="566"/>
                  </a:moveTo>
                  <a:cubicBezTo>
                    <a:pt x="73510" y="566"/>
                    <a:pt x="73520" y="594"/>
                    <a:pt x="73498" y="639"/>
                  </a:cubicBezTo>
                  <a:lnTo>
                    <a:pt x="73498" y="669"/>
                  </a:lnTo>
                  <a:cubicBezTo>
                    <a:pt x="73447" y="720"/>
                    <a:pt x="73310" y="835"/>
                    <a:pt x="73214" y="835"/>
                  </a:cubicBezTo>
                  <a:cubicBezTo>
                    <a:pt x="73195" y="835"/>
                    <a:pt x="73178" y="831"/>
                    <a:pt x="73163" y="821"/>
                  </a:cubicBezTo>
                  <a:lnTo>
                    <a:pt x="73103" y="821"/>
                  </a:lnTo>
                  <a:cubicBezTo>
                    <a:pt x="72981" y="791"/>
                    <a:pt x="73042" y="699"/>
                    <a:pt x="73042" y="639"/>
                  </a:cubicBezTo>
                  <a:lnTo>
                    <a:pt x="73042" y="608"/>
                  </a:lnTo>
                  <a:cubicBezTo>
                    <a:pt x="73057" y="593"/>
                    <a:pt x="73133" y="593"/>
                    <a:pt x="73213" y="593"/>
                  </a:cubicBezTo>
                  <a:cubicBezTo>
                    <a:pt x="73293" y="593"/>
                    <a:pt x="73376" y="593"/>
                    <a:pt x="73407" y="578"/>
                  </a:cubicBezTo>
                  <a:cubicBezTo>
                    <a:pt x="73431" y="570"/>
                    <a:pt x="73451" y="566"/>
                    <a:pt x="73467" y="566"/>
                  </a:cubicBezTo>
                  <a:close/>
                  <a:moveTo>
                    <a:pt x="75990" y="547"/>
                  </a:moveTo>
                  <a:cubicBezTo>
                    <a:pt x="76112" y="547"/>
                    <a:pt x="76142" y="639"/>
                    <a:pt x="76142" y="669"/>
                  </a:cubicBezTo>
                  <a:cubicBezTo>
                    <a:pt x="76112" y="730"/>
                    <a:pt x="76112" y="791"/>
                    <a:pt x="76112" y="851"/>
                  </a:cubicBezTo>
                  <a:cubicBezTo>
                    <a:pt x="76112" y="860"/>
                    <a:pt x="76104" y="864"/>
                    <a:pt x="76091" y="864"/>
                  </a:cubicBezTo>
                  <a:cubicBezTo>
                    <a:pt x="76058" y="864"/>
                    <a:pt x="75994" y="842"/>
                    <a:pt x="75929" y="821"/>
                  </a:cubicBezTo>
                  <a:cubicBezTo>
                    <a:pt x="75838" y="760"/>
                    <a:pt x="75869" y="547"/>
                    <a:pt x="75990" y="547"/>
                  </a:cubicBezTo>
                  <a:close/>
                  <a:moveTo>
                    <a:pt x="57631" y="760"/>
                  </a:moveTo>
                  <a:lnTo>
                    <a:pt x="57844" y="851"/>
                  </a:lnTo>
                  <a:cubicBezTo>
                    <a:pt x="57824" y="969"/>
                    <a:pt x="57754" y="1036"/>
                    <a:pt x="57666" y="1036"/>
                  </a:cubicBezTo>
                  <a:cubicBezTo>
                    <a:pt x="57617" y="1036"/>
                    <a:pt x="57563" y="1016"/>
                    <a:pt x="57510" y="973"/>
                  </a:cubicBezTo>
                  <a:lnTo>
                    <a:pt x="57418" y="912"/>
                  </a:lnTo>
                  <a:cubicBezTo>
                    <a:pt x="57388" y="882"/>
                    <a:pt x="57449" y="821"/>
                    <a:pt x="57570" y="760"/>
                  </a:cubicBezTo>
                  <a:close/>
                  <a:moveTo>
                    <a:pt x="59994" y="748"/>
                  </a:moveTo>
                  <a:cubicBezTo>
                    <a:pt x="60059" y="748"/>
                    <a:pt x="60228" y="890"/>
                    <a:pt x="60306" y="943"/>
                  </a:cubicBezTo>
                  <a:lnTo>
                    <a:pt x="60154" y="1034"/>
                  </a:lnTo>
                  <a:lnTo>
                    <a:pt x="60124" y="1064"/>
                  </a:lnTo>
                  <a:cubicBezTo>
                    <a:pt x="60002" y="1003"/>
                    <a:pt x="59941" y="882"/>
                    <a:pt x="59972" y="760"/>
                  </a:cubicBezTo>
                  <a:cubicBezTo>
                    <a:pt x="59976" y="752"/>
                    <a:pt x="59984" y="748"/>
                    <a:pt x="59994" y="748"/>
                  </a:cubicBezTo>
                  <a:close/>
                  <a:moveTo>
                    <a:pt x="61674" y="821"/>
                  </a:moveTo>
                  <a:lnTo>
                    <a:pt x="61674" y="851"/>
                  </a:lnTo>
                  <a:cubicBezTo>
                    <a:pt x="61765" y="851"/>
                    <a:pt x="62008" y="943"/>
                    <a:pt x="61887" y="1064"/>
                  </a:cubicBezTo>
                  <a:lnTo>
                    <a:pt x="61856" y="1064"/>
                  </a:lnTo>
                  <a:lnTo>
                    <a:pt x="61735" y="1003"/>
                  </a:lnTo>
                  <a:cubicBezTo>
                    <a:pt x="61613" y="912"/>
                    <a:pt x="61583" y="821"/>
                    <a:pt x="61674" y="821"/>
                  </a:cubicBezTo>
                  <a:close/>
                  <a:moveTo>
                    <a:pt x="45139" y="1003"/>
                  </a:moveTo>
                  <a:cubicBezTo>
                    <a:pt x="45169" y="1003"/>
                    <a:pt x="45199" y="1003"/>
                    <a:pt x="45230" y="1034"/>
                  </a:cubicBezTo>
                  <a:lnTo>
                    <a:pt x="45230" y="1155"/>
                  </a:lnTo>
                  <a:cubicBezTo>
                    <a:pt x="45108" y="1186"/>
                    <a:pt x="44987" y="1216"/>
                    <a:pt x="44865" y="1247"/>
                  </a:cubicBezTo>
                  <a:lnTo>
                    <a:pt x="44713" y="1277"/>
                  </a:lnTo>
                  <a:cubicBezTo>
                    <a:pt x="44622" y="1186"/>
                    <a:pt x="44743" y="1125"/>
                    <a:pt x="44987" y="1125"/>
                  </a:cubicBezTo>
                  <a:lnTo>
                    <a:pt x="45139" y="1003"/>
                  </a:lnTo>
                  <a:close/>
                  <a:moveTo>
                    <a:pt x="31659" y="1304"/>
                  </a:moveTo>
                  <a:cubicBezTo>
                    <a:pt x="31730" y="1304"/>
                    <a:pt x="31700" y="1496"/>
                    <a:pt x="31643" y="1581"/>
                  </a:cubicBezTo>
                  <a:cubicBezTo>
                    <a:pt x="31586" y="1618"/>
                    <a:pt x="31542" y="1644"/>
                    <a:pt x="31516" y="1644"/>
                  </a:cubicBezTo>
                  <a:cubicBezTo>
                    <a:pt x="31500" y="1644"/>
                    <a:pt x="31491" y="1634"/>
                    <a:pt x="31491" y="1611"/>
                  </a:cubicBezTo>
                  <a:cubicBezTo>
                    <a:pt x="31491" y="1550"/>
                    <a:pt x="31400" y="1459"/>
                    <a:pt x="31339" y="1459"/>
                  </a:cubicBezTo>
                  <a:cubicBezTo>
                    <a:pt x="31308" y="1459"/>
                    <a:pt x="31308" y="1399"/>
                    <a:pt x="31308" y="1399"/>
                  </a:cubicBezTo>
                  <a:cubicBezTo>
                    <a:pt x="31400" y="1338"/>
                    <a:pt x="31521" y="1307"/>
                    <a:pt x="31643" y="1307"/>
                  </a:cubicBezTo>
                  <a:cubicBezTo>
                    <a:pt x="31649" y="1305"/>
                    <a:pt x="31654" y="1304"/>
                    <a:pt x="31659" y="1304"/>
                  </a:cubicBezTo>
                  <a:close/>
                  <a:moveTo>
                    <a:pt x="25077" y="1459"/>
                  </a:moveTo>
                  <a:cubicBezTo>
                    <a:pt x="25229" y="1459"/>
                    <a:pt x="25381" y="1490"/>
                    <a:pt x="25503" y="1520"/>
                  </a:cubicBezTo>
                  <a:cubicBezTo>
                    <a:pt x="25533" y="1550"/>
                    <a:pt x="25564" y="1581"/>
                    <a:pt x="25503" y="1642"/>
                  </a:cubicBezTo>
                  <a:cubicBezTo>
                    <a:pt x="25453" y="1691"/>
                    <a:pt x="25404" y="1741"/>
                    <a:pt x="25321" y="1741"/>
                  </a:cubicBezTo>
                  <a:cubicBezTo>
                    <a:pt x="25302" y="1741"/>
                    <a:pt x="25282" y="1738"/>
                    <a:pt x="25260" y="1733"/>
                  </a:cubicBezTo>
                  <a:lnTo>
                    <a:pt x="25138" y="1702"/>
                  </a:lnTo>
                  <a:cubicBezTo>
                    <a:pt x="24925" y="1642"/>
                    <a:pt x="24895" y="1581"/>
                    <a:pt x="25017" y="1520"/>
                  </a:cubicBezTo>
                  <a:lnTo>
                    <a:pt x="25077" y="1459"/>
                  </a:lnTo>
                  <a:close/>
                  <a:moveTo>
                    <a:pt x="24429" y="1423"/>
                  </a:moveTo>
                  <a:cubicBezTo>
                    <a:pt x="24516" y="1423"/>
                    <a:pt x="24478" y="1498"/>
                    <a:pt x="24530" y="1550"/>
                  </a:cubicBezTo>
                  <a:lnTo>
                    <a:pt x="24591" y="1611"/>
                  </a:lnTo>
                  <a:cubicBezTo>
                    <a:pt x="24469" y="1672"/>
                    <a:pt x="24348" y="1763"/>
                    <a:pt x="24226" y="1794"/>
                  </a:cubicBezTo>
                  <a:cubicBezTo>
                    <a:pt x="24203" y="1817"/>
                    <a:pt x="24180" y="1827"/>
                    <a:pt x="24160" y="1827"/>
                  </a:cubicBezTo>
                  <a:cubicBezTo>
                    <a:pt x="24128" y="1827"/>
                    <a:pt x="24105" y="1801"/>
                    <a:pt x="24105" y="1763"/>
                  </a:cubicBezTo>
                  <a:lnTo>
                    <a:pt x="24074" y="1763"/>
                  </a:lnTo>
                  <a:cubicBezTo>
                    <a:pt x="24135" y="1642"/>
                    <a:pt x="24196" y="1520"/>
                    <a:pt x="24257" y="1429"/>
                  </a:cubicBezTo>
                  <a:lnTo>
                    <a:pt x="24378" y="1429"/>
                  </a:lnTo>
                  <a:cubicBezTo>
                    <a:pt x="24399" y="1425"/>
                    <a:pt x="24416" y="1423"/>
                    <a:pt x="24429" y="1423"/>
                  </a:cubicBezTo>
                  <a:close/>
                  <a:moveTo>
                    <a:pt x="17478" y="1763"/>
                  </a:moveTo>
                  <a:lnTo>
                    <a:pt x="17600" y="1885"/>
                  </a:lnTo>
                  <a:cubicBezTo>
                    <a:pt x="17782" y="1885"/>
                    <a:pt x="17874" y="1976"/>
                    <a:pt x="17813" y="2098"/>
                  </a:cubicBezTo>
                  <a:lnTo>
                    <a:pt x="17752" y="2158"/>
                  </a:lnTo>
                  <a:cubicBezTo>
                    <a:pt x="17714" y="2209"/>
                    <a:pt x="17681" y="2233"/>
                    <a:pt x="17656" y="2233"/>
                  </a:cubicBezTo>
                  <a:cubicBezTo>
                    <a:pt x="17621" y="2233"/>
                    <a:pt x="17600" y="2186"/>
                    <a:pt x="17600" y="2098"/>
                  </a:cubicBezTo>
                  <a:cubicBezTo>
                    <a:pt x="17539" y="2098"/>
                    <a:pt x="17326" y="2006"/>
                    <a:pt x="17326" y="1946"/>
                  </a:cubicBezTo>
                  <a:cubicBezTo>
                    <a:pt x="17357" y="1885"/>
                    <a:pt x="17418" y="1824"/>
                    <a:pt x="17478" y="1763"/>
                  </a:cubicBezTo>
                  <a:close/>
                  <a:moveTo>
                    <a:pt x="15599" y="1931"/>
                  </a:moveTo>
                  <a:cubicBezTo>
                    <a:pt x="15616" y="1931"/>
                    <a:pt x="15635" y="1936"/>
                    <a:pt x="15655" y="1946"/>
                  </a:cubicBezTo>
                  <a:lnTo>
                    <a:pt x="15776" y="2006"/>
                  </a:lnTo>
                  <a:cubicBezTo>
                    <a:pt x="15801" y="1998"/>
                    <a:pt x="15823" y="1994"/>
                    <a:pt x="15842" y="1994"/>
                  </a:cubicBezTo>
                  <a:cubicBezTo>
                    <a:pt x="15893" y="1994"/>
                    <a:pt x="15920" y="2023"/>
                    <a:pt x="15898" y="2067"/>
                  </a:cubicBezTo>
                  <a:cubicBezTo>
                    <a:pt x="15898" y="2128"/>
                    <a:pt x="15867" y="2189"/>
                    <a:pt x="15867" y="2250"/>
                  </a:cubicBezTo>
                  <a:cubicBezTo>
                    <a:pt x="15867" y="2265"/>
                    <a:pt x="15837" y="2272"/>
                    <a:pt x="15791" y="2272"/>
                  </a:cubicBezTo>
                  <a:cubicBezTo>
                    <a:pt x="15746" y="2272"/>
                    <a:pt x="15685" y="2265"/>
                    <a:pt x="15624" y="2250"/>
                  </a:cubicBezTo>
                  <a:lnTo>
                    <a:pt x="15594" y="2250"/>
                  </a:lnTo>
                  <a:cubicBezTo>
                    <a:pt x="15558" y="2285"/>
                    <a:pt x="15532" y="2298"/>
                    <a:pt x="15509" y="2298"/>
                  </a:cubicBezTo>
                  <a:cubicBezTo>
                    <a:pt x="15474" y="2298"/>
                    <a:pt x="15448" y="2268"/>
                    <a:pt x="15412" y="2250"/>
                  </a:cubicBezTo>
                  <a:cubicBezTo>
                    <a:pt x="15320" y="2189"/>
                    <a:pt x="15320" y="2128"/>
                    <a:pt x="15412" y="2067"/>
                  </a:cubicBezTo>
                  <a:cubicBezTo>
                    <a:pt x="15462" y="2042"/>
                    <a:pt x="15513" y="1931"/>
                    <a:pt x="15599" y="1931"/>
                  </a:cubicBezTo>
                  <a:close/>
                  <a:moveTo>
                    <a:pt x="88878" y="2250"/>
                  </a:moveTo>
                  <a:cubicBezTo>
                    <a:pt x="89060" y="2310"/>
                    <a:pt x="89091" y="2432"/>
                    <a:pt x="89060" y="2432"/>
                  </a:cubicBezTo>
                  <a:cubicBezTo>
                    <a:pt x="88923" y="2432"/>
                    <a:pt x="88761" y="2382"/>
                    <a:pt x="88619" y="2328"/>
                  </a:cubicBezTo>
                  <a:lnTo>
                    <a:pt x="88619" y="2328"/>
                  </a:lnTo>
                  <a:lnTo>
                    <a:pt x="88787" y="2280"/>
                  </a:lnTo>
                  <a:lnTo>
                    <a:pt x="88878" y="2250"/>
                  </a:lnTo>
                  <a:close/>
                  <a:moveTo>
                    <a:pt x="90560" y="2156"/>
                  </a:moveTo>
                  <a:cubicBezTo>
                    <a:pt x="90568" y="2156"/>
                    <a:pt x="90580" y="2182"/>
                    <a:pt x="90580" y="2219"/>
                  </a:cubicBezTo>
                  <a:cubicBezTo>
                    <a:pt x="90580" y="2371"/>
                    <a:pt x="90458" y="2462"/>
                    <a:pt x="90337" y="2462"/>
                  </a:cubicBezTo>
                  <a:lnTo>
                    <a:pt x="90215" y="2432"/>
                  </a:lnTo>
                  <a:lnTo>
                    <a:pt x="90124" y="2402"/>
                  </a:lnTo>
                  <a:cubicBezTo>
                    <a:pt x="90089" y="2407"/>
                    <a:pt x="90061" y="2410"/>
                    <a:pt x="90039" y="2410"/>
                  </a:cubicBezTo>
                  <a:cubicBezTo>
                    <a:pt x="89944" y="2410"/>
                    <a:pt x="89953" y="2365"/>
                    <a:pt x="90003" y="2341"/>
                  </a:cubicBezTo>
                  <a:cubicBezTo>
                    <a:pt x="90063" y="2310"/>
                    <a:pt x="90033" y="2250"/>
                    <a:pt x="90003" y="2219"/>
                  </a:cubicBezTo>
                  <a:cubicBezTo>
                    <a:pt x="89994" y="2210"/>
                    <a:pt x="90011" y="2207"/>
                    <a:pt x="90041" y="2207"/>
                  </a:cubicBezTo>
                  <a:cubicBezTo>
                    <a:pt x="90114" y="2207"/>
                    <a:pt x="90264" y="2228"/>
                    <a:pt x="90307" y="2250"/>
                  </a:cubicBezTo>
                  <a:cubicBezTo>
                    <a:pt x="90331" y="2258"/>
                    <a:pt x="90355" y="2262"/>
                    <a:pt x="90379" y="2262"/>
                  </a:cubicBezTo>
                  <a:cubicBezTo>
                    <a:pt x="90444" y="2262"/>
                    <a:pt x="90505" y="2233"/>
                    <a:pt x="90550" y="2189"/>
                  </a:cubicBezTo>
                  <a:cubicBezTo>
                    <a:pt x="90550" y="2166"/>
                    <a:pt x="90554" y="2156"/>
                    <a:pt x="90560" y="2156"/>
                  </a:cubicBezTo>
                  <a:close/>
                  <a:moveTo>
                    <a:pt x="94501" y="2979"/>
                  </a:moveTo>
                  <a:lnTo>
                    <a:pt x="94683" y="3009"/>
                  </a:lnTo>
                  <a:lnTo>
                    <a:pt x="94775" y="3009"/>
                  </a:lnTo>
                  <a:cubicBezTo>
                    <a:pt x="94927" y="3070"/>
                    <a:pt x="94987" y="3222"/>
                    <a:pt x="94927" y="3313"/>
                  </a:cubicBezTo>
                  <a:cubicBezTo>
                    <a:pt x="94913" y="3332"/>
                    <a:pt x="94889" y="3340"/>
                    <a:pt x="94859" y="3340"/>
                  </a:cubicBezTo>
                  <a:cubicBezTo>
                    <a:pt x="94689" y="3340"/>
                    <a:pt x="94310" y="3091"/>
                    <a:pt x="94258" y="3040"/>
                  </a:cubicBezTo>
                  <a:cubicBezTo>
                    <a:pt x="94197" y="3009"/>
                    <a:pt x="94288" y="2979"/>
                    <a:pt x="94501" y="2979"/>
                  </a:cubicBezTo>
                  <a:close/>
                  <a:moveTo>
                    <a:pt x="11430" y="3344"/>
                  </a:moveTo>
                  <a:cubicBezTo>
                    <a:pt x="11490" y="3344"/>
                    <a:pt x="11551" y="3374"/>
                    <a:pt x="11551" y="3435"/>
                  </a:cubicBezTo>
                  <a:lnTo>
                    <a:pt x="11399" y="3526"/>
                  </a:lnTo>
                  <a:cubicBezTo>
                    <a:pt x="11247" y="3617"/>
                    <a:pt x="11126" y="3678"/>
                    <a:pt x="10974" y="3739"/>
                  </a:cubicBezTo>
                  <a:lnTo>
                    <a:pt x="10974" y="3709"/>
                  </a:lnTo>
                  <a:lnTo>
                    <a:pt x="10943" y="3709"/>
                  </a:lnTo>
                  <a:cubicBezTo>
                    <a:pt x="10974" y="3587"/>
                    <a:pt x="11065" y="3496"/>
                    <a:pt x="11156" y="3405"/>
                  </a:cubicBezTo>
                  <a:cubicBezTo>
                    <a:pt x="11217" y="3374"/>
                    <a:pt x="11338" y="3344"/>
                    <a:pt x="11430" y="3344"/>
                  </a:cubicBezTo>
                  <a:close/>
                  <a:moveTo>
                    <a:pt x="20559" y="3545"/>
                  </a:moveTo>
                  <a:cubicBezTo>
                    <a:pt x="20642" y="3545"/>
                    <a:pt x="20763" y="3573"/>
                    <a:pt x="20852" y="3617"/>
                  </a:cubicBezTo>
                  <a:lnTo>
                    <a:pt x="20974" y="3709"/>
                  </a:lnTo>
                  <a:lnTo>
                    <a:pt x="20974" y="3769"/>
                  </a:lnTo>
                  <a:cubicBezTo>
                    <a:pt x="20974" y="3800"/>
                    <a:pt x="20944" y="3830"/>
                    <a:pt x="20913" y="3830"/>
                  </a:cubicBezTo>
                  <a:lnTo>
                    <a:pt x="20822" y="3830"/>
                  </a:lnTo>
                  <a:cubicBezTo>
                    <a:pt x="20700" y="3800"/>
                    <a:pt x="20579" y="3739"/>
                    <a:pt x="20488" y="3678"/>
                  </a:cubicBezTo>
                  <a:cubicBezTo>
                    <a:pt x="20427" y="3648"/>
                    <a:pt x="20427" y="3587"/>
                    <a:pt x="20488" y="3557"/>
                  </a:cubicBezTo>
                  <a:cubicBezTo>
                    <a:pt x="20504" y="3548"/>
                    <a:pt x="20529" y="3545"/>
                    <a:pt x="20559" y="3545"/>
                  </a:cubicBezTo>
                  <a:close/>
                  <a:moveTo>
                    <a:pt x="14256" y="3769"/>
                  </a:moveTo>
                  <a:cubicBezTo>
                    <a:pt x="14287" y="3800"/>
                    <a:pt x="14317" y="3861"/>
                    <a:pt x="14317" y="3921"/>
                  </a:cubicBezTo>
                  <a:cubicBezTo>
                    <a:pt x="14317" y="3946"/>
                    <a:pt x="14496" y="3990"/>
                    <a:pt x="14597" y="3990"/>
                  </a:cubicBezTo>
                  <a:cubicBezTo>
                    <a:pt x="14621" y="3990"/>
                    <a:pt x="14640" y="3988"/>
                    <a:pt x="14652" y="3982"/>
                  </a:cubicBezTo>
                  <a:cubicBezTo>
                    <a:pt x="14661" y="3979"/>
                    <a:pt x="14670" y="3977"/>
                    <a:pt x="14677" y="3977"/>
                  </a:cubicBezTo>
                  <a:cubicBezTo>
                    <a:pt x="14742" y="3977"/>
                    <a:pt x="14733" y="4086"/>
                    <a:pt x="14652" y="4195"/>
                  </a:cubicBezTo>
                  <a:lnTo>
                    <a:pt x="14378" y="4165"/>
                  </a:lnTo>
                  <a:lnTo>
                    <a:pt x="14226" y="4165"/>
                  </a:lnTo>
                  <a:cubicBezTo>
                    <a:pt x="14060" y="4165"/>
                    <a:pt x="14020" y="4039"/>
                    <a:pt x="14060" y="4039"/>
                  </a:cubicBezTo>
                  <a:cubicBezTo>
                    <a:pt x="14064" y="4039"/>
                    <a:pt x="14069" y="4040"/>
                    <a:pt x="14074" y="4043"/>
                  </a:cubicBezTo>
                  <a:cubicBezTo>
                    <a:pt x="14090" y="4051"/>
                    <a:pt x="14107" y="4055"/>
                    <a:pt x="14122" y="4055"/>
                  </a:cubicBezTo>
                  <a:cubicBezTo>
                    <a:pt x="14163" y="4055"/>
                    <a:pt x="14196" y="4027"/>
                    <a:pt x="14196" y="3982"/>
                  </a:cubicBezTo>
                  <a:cubicBezTo>
                    <a:pt x="14226" y="3921"/>
                    <a:pt x="14226" y="3830"/>
                    <a:pt x="14256" y="3769"/>
                  </a:cubicBezTo>
                  <a:close/>
                  <a:moveTo>
                    <a:pt x="13161" y="3992"/>
                  </a:moveTo>
                  <a:cubicBezTo>
                    <a:pt x="13279" y="3992"/>
                    <a:pt x="13390" y="4039"/>
                    <a:pt x="13466" y="4134"/>
                  </a:cubicBezTo>
                  <a:lnTo>
                    <a:pt x="13497" y="4134"/>
                  </a:lnTo>
                  <a:cubicBezTo>
                    <a:pt x="13360" y="4216"/>
                    <a:pt x="13285" y="4261"/>
                    <a:pt x="13221" y="4261"/>
                  </a:cubicBezTo>
                  <a:cubicBezTo>
                    <a:pt x="13143" y="4261"/>
                    <a:pt x="13083" y="4194"/>
                    <a:pt x="12949" y="4043"/>
                  </a:cubicBezTo>
                  <a:cubicBezTo>
                    <a:pt x="13018" y="4009"/>
                    <a:pt x="13091" y="3992"/>
                    <a:pt x="13161" y="3992"/>
                  </a:cubicBezTo>
                  <a:close/>
                  <a:moveTo>
                    <a:pt x="96659" y="4073"/>
                  </a:moveTo>
                  <a:cubicBezTo>
                    <a:pt x="96720" y="4256"/>
                    <a:pt x="96750" y="4377"/>
                    <a:pt x="96720" y="4408"/>
                  </a:cubicBezTo>
                  <a:cubicBezTo>
                    <a:pt x="96690" y="4423"/>
                    <a:pt x="96652" y="4430"/>
                    <a:pt x="96614" y="4430"/>
                  </a:cubicBezTo>
                  <a:cubicBezTo>
                    <a:pt x="96576" y="4430"/>
                    <a:pt x="96538" y="4423"/>
                    <a:pt x="96507" y="4408"/>
                  </a:cubicBezTo>
                  <a:cubicBezTo>
                    <a:pt x="96477" y="4408"/>
                    <a:pt x="96355" y="4438"/>
                    <a:pt x="96234" y="4499"/>
                  </a:cubicBezTo>
                  <a:lnTo>
                    <a:pt x="96112" y="4529"/>
                  </a:lnTo>
                  <a:lnTo>
                    <a:pt x="96082" y="4529"/>
                  </a:lnTo>
                  <a:cubicBezTo>
                    <a:pt x="95991" y="4438"/>
                    <a:pt x="96021" y="4225"/>
                    <a:pt x="96142" y="4073"/>
                  </a:cubicBezTo>
                  <a:close/>
                  <a:moveTo>
                    <a:pt x="87766" y="10065"/>
                  </a:moveTo>
                  <a:cubicBezTo>
                    <a:pt x="87824" y="10065"/>
                    <a:pt x="87875" y="10071"/>
                    <a:pt x="87905" y="10092"/>
                  </a:cubicBezTo>
                  <a:cubicBezTo>
                    <a:pt x="87996" y="10122"/>
                    <a:pt x="87936" y="10183"/>
                    <a:pt x="87814" y="10183"/>
                  </a:cubicBezTo>
                  <a:cubicBezTo>
                    <a:pt x="87692" y="10183"/>
                    <a:pt x="87328" y="10092"/>
                    <a:pt x="87419" y="10092"/>
                  </a:cubicBezTo>
                  <a:cubicBezTo>
                    <a:pt x="87500" y="10092"/>
                    <a:pt x="87649" y="10065"/>
                    <a:pt x="87766" y="10065"/>
                  </a:cubicBezTo>
                  <a:close/>
                  <a:moveTo>
                    <a:pt x="88865" y="10153"/>
                  </a:moveTo>
                  <a:lnTo>
                    <a:pt x="88865" y="10153"/>
                  </a:lnTo>
                  <a:cubicBezTo>
                    <a:pt x="88827" y="10153"/>
                    <a:pt x="88789" y="10154"/>
                    <a:pt x="88750" y="10156"/>
                  </a:cubicBezTo>
                  <a:lnTo>
                    <a:pt x="88750" y="10156"/>
                  </a:lnTo>
                  <a:cubicBezTo>
                    <a:pt x="88781" y="10173"/>
                    <a:pt x="88813" y="10190"/>
                    <a:pt x="88845" y="10206"/>
                  </a:cubicBezTo>
                  <a:lnTo>
                    <a:pt x="88845" y="10206"/>
                  </a:lnTo>
                  <a:cubicBezTo>
                    <a:pt x="88854" y="10191"/>
                    <a:pt x="88860" y="10172"/>
                    <a:pt x="88865" y="10153"/>
                  </a:cubicBezTo>
                  <a:close/>
                  <a:moveTo>
                    <a:pt x="86568" y="9909"/>
                  </a:moveTo>
                  <a:cubicBezTo>
                    <a:pt x="86689" y="9909"/>
                    <a:pt x="86781" y="9970"/>
                    <a:pt x="86750" y="10031"/>
                  </a:cubicBezTo>
                  <a:cubicBezTo>
                    <a:pt x="86689" y="10122"/>
                    <a:pt x="86598" y="10183"/>
                    <a:pt x="86477" y="10244"/>
                  </a:cubicBezTo>
                  <a:lnTo>
                    <a:pt x="86385" y="10244"/>
                  </a:lnTo>
                  <a:cubicBezTo>
                    <a:pt x="86325" y="10152"/>
                    <a:pt x="86355" y="10061"/>
                    <a:pt x="86416" y="9970"/>
                  </a:cubicBezTo>
                  <a:lnTo>
                    <a:pt x="86507" y="9940"/>
                  </a:lnTo>
                  <a:lnTo>
                    <a:pt x="86568" y="9909"/>
                  </a:lnTo>
                  <a:close/>
                  <a:moveTo>
                    <a:pt x="88753" y="10535"/>
                  </a:moveTo>
                  <a:cubicBezTo>
                    <a:pt x="88814" y="10535"/>
                    <a:pt x="88876" y="10539"/>
                    <a:pt x="88939" y="10548"/>
                  </a:cubicBezTo>
                  <a:cubicBezTo>
                    <a:pt x="89060" y="10548"/>
                    <a:pt x="89000" y="10791"/>
                    <a:pt x="88908" y="10791"/>
                  </a:cubicBezTo>
                  <a:cubicBezTo>
                    <a:pt x="88824" y="10791"/>
                    <a:pt x="88585" y="10635"/>
                    <a:pt x="88453" y="10635"/>
                  </a:cubicBezTo>
                  <a:cubicBezTo>
                    <a:pt x="88442" y="10635"/>
                    <a:pt x="88431" y="10636"/>
                    <a:pt x="88422" y="10639"/>
                  </a:cubicBezTo>
                  <a:cubicBezTo>
                    <a:pt x="88395" y="10648"/>
                    <a:pt x="88374" y="10651"/>
                    <a:pt x="88358" y="10651"/>
                  </a:cubicBezTo>
                  <a:cubicBezTo>
                    <a:pt x="88318" y="10651"/>
                    <a:pt x="88309" y="10630"/>
                    <a:pt x="88331" y="10608"/>
                  </a:cubicBezTo>
                  <a:lnTo>
                    <a:pt x="88331" y="10578"/>
                  </a:lnTo>
                  <a:cubicBezTo>
                    <a:pt x="88460" y="10556"/>
                    <a:pt x="88604" y="10535"/>
                    <a:pt x="88753" y="10535"/>
                  </a:cubicBezTo>
                  <a:close/>
                  <a:moveTo>
                    <a:pt x="89395" y="11368"/>
                  </a:moveTo>
                  <a:cubicBezTo>
                    <a:pt x="89425" y="11368"/>
                    <a:pt x="89425" y="11399"/>
                    <a:pt x="89455" y="11429"/>
                  </a:cubicBezTo>
                  <a:lnTo>
                    <a:pt x="89516" y="11459"/>
                  </a:lnTo>
                  <a:cubicBezTo>
                    <a:pt x="89607" y="11520"/>
                    <a:pt x="89547" y="11611"/>
                    <a:pt x="89425" y="11642"/>
                  </a:cubicBezTo>
                  <a:lnTo>
                    <a:pt x="89334" y="11672"/>
                  </a:lnTo>
                  <a:lnTo>
                    <a:pt x="89243" y="11703"/>
                  </a:lnTo>
                  <a:cubicBezTo>
                    <a:pt x="89236" y="11706"/>
                    <a:pt x="89230" y="11707"/>
                    <a:pt x="89225" y="11707"/>
                  </a:cubicBezTo>
                  <a:cubicBezTo>
                    <a:pt x="89183" y="11707"/>
                    <a:pt x="89189" y="11608"/>
                    <a:pt x="89243" y="11581"/>
                  </a:cubicBezTo>
                  <a:cubicBezTo>
                    <a:pt x="89303" y="11520"/>
                    <a:pt x="89334" y="11490"/>
                    <a:pt x="89334" y="11459"/>
                  </a:cubicBezTo>
                  <a:cubicBezTo>
                    <a:pt x="89303" y="11429"/>
                    <a:pt x="89303" y="11368"/>
                    <a:pt x="89334" y="11368"/>
                  </a:cubicBezTo>
                  <a:close/>
                  <a:moveTo>
                    <a:pt x="98088" y="11581"/>
                  </a:moveTo>
                  <a:cubicBezTo>
                    <a:pt x="98118" y="11642"/>
                    <a:pt x="98240" y="11824"/>
                    <a:pt x="98240" y="11885"/>
                  </a:cubicBezTo>
                  <a:cubicBezTo>
                    <a:pt x="98218" y="11929"/>
                    <a:pt x="98179" y="11958"/>
                    <a:pt x="98136" y="11958"/>
                  </a:cubicBezTo>
                  <a:cubicBezTo>
                    <a:pt x="98120" y="11958"/>
                    <a:pt x="98104" y="11954"/>
                    <a:pt x="98088" y="11946"/>
                  </a:cubicBezTo>
                  <a:cubicBezTo>
                    <a:pt x="98075" y="11933"/>
                    <a:pt x="98057" y="11928"/>
                    <a:pt x="98036" y="11928"/>
                  </a:cubicBezTo>
                  <a:cubicBezTo>
                    <a:pt x="97978" y="11928"/>
                    <a:pt x="97899" y="11963"/>
                    <a:pt x="97851" y="11963"/>
                  </a:cubicBezTo>
                  <a:cubicBezTo>
                    <a:pt x="97834" y="11963"/>
                    <a:pt x="97821" y="11959"/>
                    <a:pt x="97814" y="11946"/>
                  </a:cubicBezTo>
                  <a:lnTo>
                    <a:pt x="97784" y="11946"/>
                  </a:lnTo>
                  <a:cubicBezTo>
                    <a:pt x="97693" y="11915"/>
                    <a:pt x="97601" y="11855"/>
                    <a:pt x="97510" y="11824"/>
                  </a:cubicBezTo>
                  <a:cubicBezTo>
                    <a:pt x="97510" y="11794"/>
                    <a:pt x="97510" y="11763"/>
                    <a:pt x="97510" y="11733"/>
                  </a:cubicBezTo>
                  <a:cubicBezTo>
                    <a:pt x="97632" y="11733"/>
                    <a:pt x="97723" y="11763"/>
                    <a:pt x="97845" y="11794"/>
                  </a:cubicBezTo>
                  <a:lnTo>
                    <a:pt x="97997" y="11672"/>
                  </a:lnTo>
                  <a:lnTo>
                    <a:pt x="98088" y="11581"/>
                  </a:lnTo>
                  <a:close/>
                  <a:moveTo>
                    <a:pt x="99162" y="12390"/>
                  </a:moveTo>
                  <a:cubicBezTo>
                    <a:pt x="99250" y="12390"/>
                    <a:pt x="99296" y="12424"/>
                    <a:pt x="99273" y="12493"/>
                  </a:cubicBezTo>
                  <a:lnTo>
                    <a:pt x="99243" y="12523"/>
                  </a:lnTo>
                  <a:cubicBezTo>
                    <a:pt x="99221" y="12609"/>
                    <a:pt x="99093" y="12695"/>
                    <a:pt x="99020" y="12695"/>
                  </a:cubicBezTo>
                  <a:cubicBezTo>
                    <a:pt x="98990" y="12695"/>
                    <a:pt x="98969" y="12680"/>
                    <a:pt x="98969" y="12645"/>
                  </a:cubicBezTo>
                  <a:lnTo>
                    <a:pt x="98939" y="12645"/>
                  </a:lnTo>
                  <a:cubicBezTo>
                    <a:pt x="98817" y="12554"/>
                    <a:pt x="98878" y="12523"/>
                    <a:pt x="98969" y="12462"/>
                  </a:cubicBezTo>
                  <a:lnTo>
                    <a:pt x="99060" y="12402"/>
                  </a:lnTo>
                  <a:cubicBezTo>
                    <a:pt x="99098" y="12394"/>
                    <a:pt x="99133" y="12390"/>
                    <a:pt x="99162" y="12390"/>
                  </a:cubicBezTo>
                  <a:close/>
                  <a:moveTo>
                    <a:pt x="97932" y="12926"/>
                  </a:moveTo>
                  <a:cubicBezTo>
                    <a:pt x="97974" y="12926"/>
                    <a:pt x="98027" y="12934"/>
                    <a:pt x="98088" y="12949"/>
                  </a:cubicBezTo>
                  <a:lnTo>
                    <a:pt x="98088" y="13040"/>
                  </a:lnTo>
                  <a:cubicBezTo>
                    <a:pt x="98057" y="13040"/>
                    <a:pt x="98301" y="13314"/>
                    <a:pt x="98209" y="13435"/>
                  </a:cubicBezTo>
                  <a:cubicBezTo>
                    <a:pt x="98149" y="13557"/>
                    <a:pt x="98027" y="13618"/>
                    <a:pt x="97997" y="13618"/>
                  </a:cubicBezTo>
                  <a:cubicBezTo>
                    <a:pt x="97966" y="13618"/>
                    <a:pt x="97997" y="13466"/>
                    <a:pt x="97966" y="13405"/>
                  </a:cubicBezTo>
                  <a:cubicBezTo>
                    <a:pt x="97936" y="13344"/>
                    <a:pt x="97966" y="13192"/>
                    <a:pt x="97936" y="13162"/>
                  </a:cubicBezTo>
                  <a:cubicBezTo>
                    <a:pt x="97905" y="13101"/>
                    <a:pt x="97814" y="12979"/>
                    <a:pt x="97845" y="12949"/>
                  </a:cubicBezTo>
                  <a:cubicBezTo>
                    <a:pt x="97860" y="12934"/>
                    <a:pt x="97890" y="12926"/>
                    <a:pt x="97932" y="12926"/>
                  </a:cubicBezTo>
                  <a:close/>
                  <a:moveTo>
                    <a:pt x="9810" y="13775"/>
                  </a:moveTo>
                  <a:cubicBezTo>
                    <a:pt x="9866" y="13775"/>
                    <a:pt x="9888" y="13825"/>
                    <a:pt x="9910" y="13891"/>
                  </a:cubicBezTo>
                  <a:cubicBezTo>
                    <a:pt x="9920" y="13921"/>
                    <a:pt x="9930" y="13932"/>
                    <a:pt x="9941" y="13932"/>
                  </a:cubicBezTo>
                  <a:cubicBezTo>
                    <a:pt x="9964" y="13932"/>
                    <a:pt x="9991" y="13891"/>
                    <a:pt x="10031" y="13891"/>
                  </a:cubicBezTo>
                  <a:lnTo>
                    <a:pt x="10183" y="13830"/>
                  </a:lnTo>
                  <a:lnTo>
                    <a:pt x="10183" y="13830"/>
                  </a:lnTo>
                  <a:cubicBezTo>
                    <a:pt x="10183" y="13952"/>
                    <a:pt x="10153" y="14043"/>
                    <a:pt x="10123" y="14165"/>
                  </a:cubicBezTo>
                  <a:lnTo>
                    <a:pt x="10031" y="14104"/>
                  </a:lnTo>
                  <a:lnTo>
                    <a:pt x="9940" y="14073"/>
                  </a:lnTo>
                  <a:cubicBezTo>
                    <a:pt x="9849" y="13982"/>
                    <a:pt x="9788" y="13891"/>
                    <a:pt x="9728" y="13800"/>
                  </a:cubicBezTo>
                  <a:cubicBezTo>
                    <a:pt x="9761" y="13783"/>
                    <a:pt x="9788" y="13775"/>
                    <a:pt x="9810" y="13775"/>
                  </a:cubicBezTo>
                  <a:close/>
                  <a:moveTo>
                    <a:pt x="24530" y="14317"/>
                  </a:moveTo>
                  <a:cubicBezTo>
                    <a:pt x="24652" y="14317"/>
                    <a:pt x="24804" y="14529"/>
                    <a:pt x="24713" y="14560"/>
                  </a:cubicBezTo>
                  <a:cubicBezTo>
                    <a:pt x="24690" y="14571"/>
                    <a:pt x="24666" y="14576"/>
                    <a:pt x="24642" y="14576"/>
                  </a:cubicBezTo>
                  <a:cubicBezTo>
                    <a:pt x="24538" y="14576"/>
                    <a:pt x="24433" y="14482"/>
                    <a:pt x="24409" y="14408"/>
                  </a:cubicBezTo>
                  <a:cubicBezTo>
                    <a:pt x="24378" y="14347"/>
                    <a:pt x="24439" y="14317"/>
                    <a:pt x="24530" y="14317"/>
                  </a:cubicBezTo>
                  <a:close/>
                  <a:moveTo>
                    <a:pt x="100026" y="14889"/>
                  </a:moveTo>
                  <a:cubicBezTo>
                    <a:pt x="99989" y="14889"/>
                    <a:pt x="99948" y="14894"/>
                    <a:pt x="99912" y="14894"/>
                  </a:cubicBezTo>
                  <a:cubicBezTo>
                    <a:pt x="99820" y="14925"/>
                    <a:pt x="99729" y="14955"/>
                    <a:pt x="99668" y="14955"/>
                  </a:cubicBezTo>
                  <a:lnTo>
                    <a:pt x="99608" y="14955"/>
                  </a:lnTo>
                  <a:cubicBezTo>
                    <a:pt x="99606" y="14954"/>
                    <a:pt x="99605" y="14953"/>
                    <a:pt x="99604" y="14951"/>
                  </a:cubicBezTo>
                  <a:lnTo>
                    <a:pt x="99604" y="14951"/>
                  </a:lnTo>
                  <a:cubicBezTo>
                    <a:pt x="99594" y="15101"/>
                    <a:pt x="99707" y="15203"/>
                    <a:pt x="99834" y="15203"/>
                  </a:cubicBezTo>
                  <a:cubicBezTo>
                    <a:pt x="99850" y="15203"/>
                    <a:pt x="99865" y="15201"/>
                    <a:pt x="99881" y="15198"/>
                  </a:cubicBezTo>
                  <a:lnTo>
                    <a:pt x="100033" y="15137"/>
                  </a:lnTo>
                  <a:cubicBezTo>
                    <a:pt x="100094" y="15107"/>
                    <a:pt x="100124" y="15077"/>
                    <a:pt x="100124" y="14955"/>
                  </a:cubicBezTo>
                  <a:cubicBezTo>
                    <a:pt x="100124" y="14900"/>
                    <a:pt x="100081" y="14889"/>
                    <a:pt x="100026" y="14889"/>
                  </a:cubicBezTo>
                  <a:close/>
                  <a:moveTo>
                    <a:pt x="63330" y="15337"/>
                  </a:moveTo>
                  <a:cubicBezTo>
                    <a:pt x="63343" y="15337"/>
                    <a:pt x="63358" y="15341"/>
                    <a:pt x="63376" y="15350"/>
                  </a:cubicBezTo>
                  <a:cubicBezTo>
                    <a:pt x="63406" y="15380"/>
                    <a:pt x="63558" y="15472"/>
                    <a:pt x="63589" y="15532"/>
                  </a:cubicBezTo>
                  <a:lnTo>
                    <a:pt x="63589" y="15593"/>
                  </a:lnTo>
                  <a:lnTo>
                    <a:pt x="63589" y="15715"/>
                  </a:lnTo>
                  <a:cubicBezTo>
                    <a:pt x="63437" y="15745"/>
                    <a:pt x="63254" y="15745"/>
                    <a:pt x="63102" y="15776"/>
                  </a:cubicBezTo>
                  <a:cubicBezTo>
                    <a:pt x="63072" y="15715"/>
                    <a:pt x="63072" y="15684"/>
                    <a:pt x="63072" y="15624"/>
                  </a:cubicBezTo>
                  <a:cubicBezTo>
                    <a:pt x="63072" y="15593"/>
                    <a:pt x="63163" y="15593"/>
                    <a:pt x="63224" y="15593"/>
                  </a:cubicBezTo>
                  <a:cubicBezTo>
                    <a:pt x="63254" y="15593"/>
                    <a:pt x="63285" y="15441"/>
                    <a:pt x="63285" y="15380"/>
                  </a:cubicBezTo>
                  <a:cubicBezTo>
                    <a:pt x="63285" y="15359"/>
                    <a:pt x="63300" y="15337"/>
                    <a:pt x="63330" y="15337"/>
                  </a:cubicBezTo>
                  <a:close/>
                  <a:moveTo>
                    <a:pt x="81401" y="0"/>
                  </a:moveTo>
                  <a:cubicBezTo>
                    <a:pt x="81309" y="31"/>
                    <a:pt x="81157" y="61"/>
                    <a:pt x="81097" y="91"/>
                  </a:cubicBezTo>
                  <a:cubicBezTo>
                    <a:pt x="80884" y="152"/>
                    <a:pt x="80701" y="183"/>
                    <a:pt x="80489" y="183"/>
                  </a:cubicBezTo>
                  <a:cubicBezTo>
                    <a:pt x="80306" y="152"/>
                    <a:pt x="80154" y="122"/>
                    <a:pt x="79972" y="91"/>
                  </a:cubicBezTo>
                  <a:lnTo>
                    <a:pt x="79820" y="61"/>
                  </a:lnTo>
                  <a:cubicBezTo>
                    <a:pt x="79803" y="56"/>
                    <a:pt x="79790" y="53"/>
                    <a:pt x="79779" y="53"/>
                  </a:cubicBezTo>
                  <a:cubicBezTo>
                    <a:pt x="79731" y="53"/>
                    <a:pt x="79740" y="103"/>
                    <a:pt x="79790" y="152"/>
                  </a:cubicBezTo>
                  <a:cubicBezTo>
                    <a:pt x="79759" y="213"/>
                    <a:pt x="79820" y="274"/>
                    <a:pt x="79942" y="304"/>
                  </a:cubicBezTo>
                  <a:lnTo>
                    <a:pt x="80063" y="365"/>
                  </a:lnTo>
                  <a:lnTo>
                    <a:pt x="80094" y="365"/>
                  </a:lnTo>
                  <a:cubicBezTo>
                    <a:pt x="80094" y="395"/>
                    <a:pt x="80033" y="517"/>
                    <a:pt x="80033" y="517"/>
                  </a:cubicBezTo>
                  <a:cubicBezTo>
                    <a:pt x="80033" y="487"/>
                    <a:pt x="79729" y="335"/>
                    <a:pt x="79668" y="274"/>
                  </a:cubicBezTo>
                  <a:cubicBezTo>
                    <a:pt x="79607" y="213"/>
                    <a:pt x="79516" y="152"/>
                    <a:pt x="79455" y="61"/>
                  </a:cubicBezTo>
                  <a:cubicBezTo>
                    <a:pt x="79435" y="61"/>
                    <a:pt x="79347" y="48"/>
                    <a:pt x="79291" y="48"/>
                  </a:cubicBezTo>
                  <a:cubicBezTo>
                    <a:pt x="79263" y="48"/>
                    <a:pt x="79242" y="51"/>
                    <a:pt x="79242" y="61"/>
                  </a:cubicBezTo>
                  <a:cubicBezTo>
                    <a:pt x="79121" y="152"/>
                    <a:pt x="78999" y="213"/>
                    <a:pt x="78878" y="274"/>
                  </a:cubicBezTo>
                  <a:cubicBezTo>
                    <a:pt x="78787" y="304"/>
                    <a:pt x="78878" y="335"/>
                    <a:pt x="78939" y="335"/>
                  </a:cubicBezTo>
                  <a:cubicBezTo>
                    <a:pt x="79030" y="365"/>
                    <a:pt x="79091" y="426"/>
                    <a:pt x="79151" y="487"/>
                  </a:cubicBezTo>
                  <a:cubicBezTo>
                    <a:pt x="79182" y="517"/>
                    <a:pt x="79182" y="669"/>
                    <a:pt x="79091" y="699"/>
                  </a:cubicBezTo>
                  <a:cubicBezTo>
                    <a:pt x="79078" y="706"/>
                    <a:pt x="79053" y="708"/>
                    <a:pt x="79020" y="708"/>
                  </a:cubicBezTo>
                  <a:cubicBezTo>
                    <a:pt x="78932" y="708"/>
                    <a:pt x="78788" y="691"/>
                    <a:pt x="78690" y="691"/>
                  </a:cubicBezTo>
                  <a:cubicBezTo>
                    <a:pt x="78654" y="691"/>
                    <a:pt x="78623" y="693"/>
                    <a:pt x="78604" y="699"/>
                  </a:cubicBezTo>
                  <a:cubicBezTo>
                    <a:pt x="78555" y="708"/>
                    <a:pt x="78506" y="711"/>
                    <a:pt x="78458" y="711"/>
                  </a:cubicBezTo>
                  <a:cubicBezTo>
                    <a:pt x="78363" y="711"/>
                    <a:pt x="78268" y="697"/>
                    <a:pt x="78173" y="673"/>
                  </a:cubicBezTo>
                  <a:lnTo>
                    <a:pt x="78173" y="673"/>
                  </a:lnTo>
                  <a:cubicBezTo>
                    <a:pt x="78164" y="712"/>
                    <a:pt x="78142" y="765"/>
                    <a:pt x="78106" y="765"/>
                  </a:cubicBezTo>
                  <a:cubicBezTo>
                    <a:pt x="78100" y="765"/>
                    <a:pt x="78094" y="764"/>
                    <a:pt x="78087" y="760"/>
                  </a:cubicBezTo>
                  <a:cubicBezTo>
                    <a:pt x="78067" y="760"/>
                    <a:pt x="77992" y="638"/>
                    <a:pt x="77918" y="575"/>
                  </a:cubicBezTo>
                  <a:lnTo>
                    <a:pt x="77918" y="575"/>
                  </a:lnTo>
                  <a:cubicBezTo>
                    <a:pt x="77967" y="591"/>
                    <a:pt x="78013" y="612"/>
                    <a:pt x="78057" y="639"/>
                  </a:cubicBezTo>
                  <a:cubicBezTo>
                    <a:pt x="78096" y="652"/>
                    <a:pt x="78135" y="663"/>
                    <a:pt x="78173" y="673"/>
                  </a:cubicBezTo>
                  <a:lnTo>
                    <a:pt x="78173" y="673"/>
                  </a:lnTo>
                  <a:cubicBezTo>
                    <a:pt x="78177" y="659"/>
                    <a:pt x="78179" y="646"/>
                    <a:pt x="78179" y="639"/>
                  </a:cubicBezTo>
                  <a:lnTo>
                    <a:pt x="78179" y="608"/>
                  </a:lnTo>
                  <a:cubicBezTo>
                    <a:pt x="78199" y="558"/>
                    <a:pt x="78212" y="527"/>
                    <a:pt x="78217" y="508"/>
                  </a:cubicBezTo>
                  <a:lnTo>
                    <a:pt x="78217" y="508"/>
                  </a:lnTo>
                  <a:cubicBezTo>
                    <a:pt x="77946" y="523"/>
                    <a:pt x="77614" y="530"/>
                    <a:pt x="77510" y="547"/>
                  </a:cubicBezTo>
                  <a:cubicBezTo>
                    <a:pt x="77563" y="540"/>
                    <a:pt x="77614" y="536"/>
                    <a:pt x="77664" y="536"/>
                  </a:cubicBezTo>
                  <a:cubicBezTo>
                    <a:pt x="77715" y="536"/>
                    <a:pt x="77764" y="540"/>
                    <a:pt x="77811" y="548"/>
                  </a:cubicBezTo>
                  <a:lnTo>
                    <a:pt x="77811" y="548"/>
                  </a:lnTo>
                  <a:cubicBezTo>
                    <a:pt x="77812" y="548"/>
                    <a:pt x="77813" y="548"/>
                    <a:pt x="77814" y="547"/>
                  </a:cubicBezTo>
                  <a:cubicBezTo>
                    <a:pt x="77823" y="541"/>
                    <a:pt x="77833" y="539"/>
                    <a:pt x="77843" y="539"/>
                  </a:cubicBezTo>
                  <a:cubicBezTo>
                    <a:pt x="77866" y="539"/>
                    <a:pt x="77892" y="553"/>
                    <a:pt x="77918" y="575"/>
                  </a:cubicBezTo>
                  <a:lnTo>
                    <a:pt x="77918" y="575"/>
                  </a:lnTo>
                  <a:cubicBezTo>
                    <a:pt x="77883" y="563"/>
                    <a:pt x="77848" y="555"/>
                    <a:pt x="77811" y="548"/>
                  </a:cubicBezTo>
                  <a:lnTo>
                    <a:pt x="77811" y="548"/>
                  </a:lnTo>
                  <a:cubicBezTo>
                    <a:pt x="77721" y="579"/>
                    <a:pt x="77631" y="639"/>
                    <a:pt x="77571" y="699"/>
                  </a:cubicBezTo>
                  <a:lnTo>
                    <a:pt x="77449" y="639"/>
                  </a:lnTo>
                  <a:cubicBezTo>
                    <a:pt x="77425" y="650"/>
                    <a:pt x="77406" y="655"/>
                    <a:pt x="77392" y="655"/>
                  </a:cubicBezTo>
                  <a:cubicBezTo>
                    <a:pt x="77335" y="655"/>
                    <a:pt x="77363" y="572"/>
                    <a:pt x="77510" y="547"/>
                  </a:cubicBezTo>
                  <a:lnTo>
                    <a:pt x="77662" y="487"/>
                  </a:lnTo>
                  <a:lnTo>
                    <a:pt x="77692" y="487"/>
                  </a:lnTo>
                  <a:cubicBezTo>
                    <a:pt x="77783" y="456"/>
                    <a:pt x="77875" y="426"/>
                    <a:pt x="77966" y="395"/>
                  </a:cubicBezTo>
                  <a:lnTo>
                    <a:pt x="78118" y="456"/>
                  </a:lnTo>
                  <a:cubicBezTo>
                    <a:pt x="78199" y="477"/>
                    <a:pt x="78226" y="470"/>
                    <a:pt x="78217" y="508"/>
                  </a:cubicBezTo>
                  <a:lnTo>
                    <a:pt x="78217" y="508"/>
                  </a:lnTo>
                  <a:cubicBezTo>
                    <a:pt x="78421" y="497"/>
                    <a:pt x="78591" y="482"/>
                    <a:pt x="78604" y="456"/>
                  </a:cubicBezTo>
                  <a:cubicBezTo>
                    <a:pt x="78665" y="426"/>
                    <a:pt x="78391" y="304"/>
                    <a:pt x="78270" y="304"/>
                  </a:cubicBezTo>
                  <a:cubicBezTo>
                    <a:pt x="78179" y="304"/>
                    <a:pt x="78087" y="274"/>
                    <a:pt x="78027" y="213"/>
                  </a:cubicBezTo>
                  <a:lnTo>
                    <a:pt x="78027" y="183"/>
                  </a:lnTo>
                  <a:cubicBezTo>
                    <a:pt x="78021" y="171"/>
                    <a:pt x="78014" y="166"/>
                    <a:pt x="78007" y="166"/>
                  </a:cubicBezTo>
                  <a:cubicBezTo>
                    <a:pt x="77975" y="166"/>
                    <a:pt x="77935" y="255"/>
                    <a:pt x="77935" y="304"/>
                  </a:cubicBezTo>
                  <a:cubicBezTo>
                    <a:pt x="77929" y="317"/>
                    <a:pt x="77908" y="322"/>
                    <a:pt x="77876" y="322"/>
                  </a:cubicBezTo>
                  <a:cubicBezTo>
                    <a:pt x="77770" y="322"/>
                    <a:pt x="77550" y="269"/>
                    <a:pt x="77398" y="269"/>
                  </a:cubicBezTo>
                  <a:cubicBezTo>
                    <a:pt x="77372" y="269"/>
                    <a:pt x="77348" y="270"/>
                    <a:pt x="77328" y="274"/>
                  </a:cubicBezTo>
                  <a:cubicBezTo>
                    <a:pt x="77211" y="274"/>
                    <a:pt x="76968" y="364"/>
                    <a:pt x="76848" y="364"/>
                  </a:cubicBezTo>
                  <a:cubicBezTo>
                    <a:pt x="76812" y="364"/>
                    <a:pt x="76787" y="356"/>
                    <a:pt x="76780" y="335"/>
                  </a:cubicBezTo>
                  <a:cubicBezTo>
                    <a:pt x="76780" y="311"/>
                    <a:pt x="76736" y="302"/>
                    <a:pt x="76676" y="302"/>
                  </a:cubicBezTo>
                  <a:cubicBezTo>
                    <a:pt x="76579" y="302"/>
                    <a:pt x="76442" y="327"/>
                    <a:pt x="76385" y="365"/>
                  </a:cubicBezTo>
                  <a:cubicBezTo>
                    <a:pt x="76370" y="375"/>
                    <a:pt x="76350" y="379"/>
                    <a:pt x="76326" y="379"/>
                  </a:cubicBezTo>
                  <a:cubicBezTo>
                    <a:pt x="76208" y="379"/>
                    <a:pt x="76005" y="274"/>
                    <a:pt x="75929" y="274"/>
                  </a:cubicBezTo>
                  <a:lnTo>
                    <a:pt x="75717" y="335"/>
                  </a:lnTo>
                  <a:cubicBezTo>
                    <a:pt x="75686" y="335"/>
                    <a:pt x="75504" y="304"/>
                    <a:pt x="75321" y="304"/>
                  </a:cubicBezTo>
                  <a:lnTo>
                    <a:pt x="75139" y="304"/>
                  </a:lnTo>
                  <a:lnTo>
                    <a:pt x="74957" y="487"/>
                  </a:lnTo>
                  <a:lnTo>
                    <a:pt x="74835" y="365"/>
                  </a:lnTo>
                  <a:cubicBezTo>
                    <a:pt x="74835" y="335"/>
                    <a:pt x="74805" y="335"/>
                    <a:pt x="74774" y="335"/>
                  </a:cubicBezTo>
                  <a:cubicBezTo>
                    <a:pt x="74724" y="360"/>
                    <a:pt x="74663" y="375"/>
                    <a:pt x="74603" y="375"/>
                  </a:cubicBezTo>
                  <a:cubicBezTo>
                    <a:pt x="74517" y="375"/>
                    <a:pt x="74433" y="345"/>
                    <a:pt x="74379" y="274"/>
                  </a:cubicBezTo>
                  <a:lnTo>
                    <a:pt x="74288" y="183"/>
                  </a:lnTo>
                  <a:lnTo>
                    <a:pt x="73832" y="304"/>
                  </a:lnTo>
                  <a:lnTo>
                    <a:pt x="73710" y="243"/>
                  </a:lnTo>
                  <a:cubicBezTo>
                    <a:pt x="73648" y="206"/>
                    <a:pt x="73590" y="184"/>
                    <a:pt x="73539" y="184"/>
                  </a:cubicBezTo>
                  <a:cubicBezTo>
                    <a:pt x="73468" y="184"/>
                    <a:pt x="73412" y="228"/>
                    <a:pt x="73376" y="335"/>
                  </a:cubicBezTo>
                  <a:cubicBezTo>
                    <a:pt x="73376" y="362"/>
                    <a:pt x="73352" y="377"/>
                    <a:pt x="73322" y="377"/>
                  </a:cubicBezTo>
                  <a:cubicBezTo>
                    <a:pt x="73285" y="377"/>
                    <a:pt x="73241" y="354"/>
                    <a:pt x="73224" y="304"/>
                  </a:cubicBezTo>
                  <a:lnTo>
                    <a:pt x="73224" y="274"/>
                  </a:lnTo>
                  <a:cubicBezTo>
                    <a:pt x="73218" y="268"/>
                    <a:pt x="73206" y="265"/>
                    <a:pt x="73190" y="265"/>
                  </a:cubicBezTo>
                  <a:cubicBezTo>
                    <a:pt x="73126" y="265"/>
                    <a:pt x="72999" y="304"/>
                    <a:pt x="72951" y="304"/>
                  </a:cubicBezTo>
                  <a:cubicBezTo>
                    <a:pt x="72934" y="312"/>
                    <a:pt x="72918" y="316"/>
                    <a:pt x="72902" y="316"/>
                  </a:cubicBezTo>
                  <a:cubicBezTo>
                    <a:pt x="72859" y="316"/>
                    <a:pt x="72821" y="288"/>
                    <a:pt x="72799" y="243"/>
                  </a:cubicBezTo>
                  <a:cubicBezTo>
                    <a:pt x="72796" y="241"/>
                    <a:pt x="72792" y="239"/>
                    <a:pt x="72788" y="239"/>
                  </a:cubicBezTo>
                  <a:cubicBezTo>
                    <a:pt x="72742" y="239"/>
                    <a:pt x="72611" y="370"/>
                    <a:pt x="72555" y="426"/>
                  </a:cubicBezTo>
                  <a:cubicBezTo>
                    <a:pt x="72534" y="447"/>
                    <a:pt x="72512" y="457"/>
                    <a:pt x="72491" y="457"/>
                  </a:cubicBezTo>
                  <a:cubicBezTo>
                    <a:pt x="72452" y="457"/>
                    <a:pt x="72412" y="424"/>
                    <a:pt x="72373" y="365"/>
                  </a:cubicBezTo>
                  <a:lnTo>
                    <a:pt x="72160" y="365"/>
                  </a:lnTo>
                  <a:cubicBezTo>
                    <a:pt x="72137" y="342"/>
                    <a:pt x="72109" y="332"/>
                    <a:pt x="72082" y="332"/>
                  </a:cubicBezTo>
                  <a:cubicBezTo>
                    <a:pt x="72039" y="332"/>
                    <a:pt x="71997" y="358"/>
                    <a:pt x="71978" y="395"/>
                  </a:cubicBezTo>
                  <a:cubicBezTo>
                    <a:pt x="71978" y="414"/>
                    <a:pt x="71966" y="421"/>
                    <a:pt x="71948" y="421"/>
                  </a:cubicBezTo>
                  <a:cubicBezTo>
                    <a:pt x="71908" y="421"/>
                    <a:pt x="71837" y="386"/>
                    <a:pt x="71796" y="365"/>
                  </a:cubicBezTo>
                  <a:cubicBezTo>
                    <a:pt x="71790" y="359"/>
                    <a:pt x="71779" y="357"/>
                    <a:pt x="71766" y="357"/>
                  </a:cubicBezTo>
                  <a:cubicBezTo>
                    <a:pt x="71710" y="357"/>
                    <a:pt x="71602" y="401"/>
                    <a:pt x="71552" y="426"/>
                  </a:cubicBezTo>
                  <a:cubicBezTo>
                    <a:pt x="71544" y="430"/>
                    <a:pt x="71533" y="432"/>
                    <a:pt x="71520" y="432"/>
                  </a:cubicBezTo>
                  <a:cubicBezTo>
                    <a:pt x="71436" y="432"/>
                    <a:pt x="71270" y="357"/>
                    <a:pt x="71218" y="304"/>
                  </a:cubicBezTo>
                  <a:cubicBezTo>
                    <a:pt x="71188" y="289"/>
                    <a:pt x="71150" y="281"/>
                    <a:pt x="71112" y="281"/>
                  </a:cubicBezTo>
                  <a:cubicBezTo>
                    <a:pt x="71074" y="281"/>
                    <a:pt x="71036" y="289"/>
                    <a:pt x="71005" y="304"/>
                  </a:cubicBezTo>
                  <a:cubicBezTo>
                    <a:pt x="70999" y="310"/>
                    <a:pt x="70983" y="313"/>
                    <a:pt x="70961" y="313"/>
                  </a:cubicBezTo>
                  <a:cubicBezTo>
                    <a:pt x="70873" y="313"/>
                    <a:pt x="70683" y="274"/>
                    <a:pt x="70610" y="274"/>
                  </a:cubicBezTo>
                  <a:cubicBezTo>
                    <a:pt x="70519" y="274"/>
                    <a:pt x="70428" y="335"/>
                    <a:pt x="70367" y="365"/>
                  </a:cubicBezTo>
                  <a:cubicBezTo>
                    <a:pt x="70337" y="426"/>
                    <a:pt x="70276" y="456"/>
                    <a:pt x="70245" y="517"/>
                  </a:cubicBezTo>
                  <a:lnTo>
                    <a:pt x="69941" y="517"/>
                  </a:lnTo>
                  <a:lnTo>
                    <a:pt x="69729" y="456"/>
                  </a:lnTo>
                  <a:cubicBezTo>
                    <a:pt x="69715" y="360"/>
                    <a:pt x="69682" y="326"/>
                    <a:pt x="69643" y="326"/>
                  </a:cubicBezTo>
                  <a:cubicBezTo>
                    <a:pt x="69594" y="326"/>
                    <a:pt x="69535" y="376"/>
                    <a:pt x="69485" y="426"/>
                  </a:cubicBezTo>
                  <a:cubicBezTo>
                    <a:pt x="69378" y="447"/>
                    <a:pt x="69271" y="469"/>
                    <a:pt x="69152" y="469"/>
                  </a:cubicBezTo>
                  <a:cubicBezTo>
                    <a:pt x="69103" y="469"/>
                    <a:pt x="69053" y="465"/>
                    <a:pt x="68999" y="456"/>
                  </a:cubicBezTo>
                  <a:lnTo>
                    <a:pt x="68847" y="395"/>
                  </a:lnTo>
                  <a:cubicBezTo>
                    <a:pt x="68786" y="375"/>
                    <a:pt x="68726" y="365"/>
                    <a:pt x="68672" y="365"/>
                  </a:cubicBezTo>
                  <a:cubicBezTo>
                    <a:pt x="68563" y="365"/>
                    <a:pt x="68482" y="406"/>
                    <a:pt x="68482" y="487"/>
                  </a:cubicBezTo>
                  <a:lnTo>
                    <a:pt x="68422" y="487"/>
                  </a:lnTo>
                  <a:cubicBezTo>
                    <a:pt x="68398" y="498"/>
                    <a:pt x="68381" y="503"/>
                    <a:pt x="68367" y="503"/>
                  </a:cubicBezTo>
                  <a:cubicBezTo>
                    <a:pt x="68308" y="503"/>
                    <a:pt x="68319" y="414"/>
                    <a:pt x="68270" y="365"/>
                  </a:cubicBezTo>
                  <a:cubicBezTo>
                    <a:pt x="68239" y="350"/>
                    <a:pt x="68209" y="342"/>
                    <a:pt x="68178" y="342"/>
                  </a:cubicBezTo>
                  <a:cubicBezTo>
                    <a:pt x="68148" y="342"/>
                    <a:pt x="68118" y="350"/>
                    <a:pt x="68087" y="365"/>
                  </a:cubicBezTo>
                  <a:lnTo>
                    <a:pt x="68057" y="426"/>
                  </a:lnTo>
                  <a:cubicBezTo>
                    <a:pt x="67996" y="426"/>
                    <a:pt x="67540" y="456"/>
                    <a:pt x="67388" y="456"/>
                  </a:cubicBezTo>
                  <a:cubicBezTo>
                    <a:pt x="67296" y="475"/>
                    <a:pt x="67147" y="504"/>
                    <a:pt x="67031" y="504"/>
                  </a:cubicBezTo>
                  <a:cubicBezTo>
                    <a:pt x="66957" y="504"/>
                    <a:pt x="66895" y="492"/>
                    <a:pt x="66871" y="456"/>
                  </a:cubicBezTo>
                  <a:cubicBezTo>
                    <a:pt x="66854" y="421"/>
                    <a:pt x="66805" y="406"/>
                    <a:pt x="66755" y="406"/>
                  </a:cubicBezTo>
                  <a:cubicBezTo>
                    <a:pt x="66719" y="406"/>
                    <a:pt x="66684" y="413"/>
                    <a:pt x="66659" y="426"/>
                  </a:cubicBezTo>
                  <a:lnTo>
                    <a:pt x="66659" y="456"/>
                  </a:lnTo>
                  <a:cubicBezTo>
                    <a:pt x="66641" y="563"/>
                    <a:pt x="66613" y="607"/>
                    <a:pt x="66568" y="607"/>
                  </a:cubicBezTo>
                  <a:cubicBezTo>
                    <a:pt x="66536" y="607"/>
                    <a:pt x="66496" y="585"/>
                    <a:pt x="66446" y="547"/>
                  </a:cubicBezTo>
                  <a:lnTo>
                    <a:pt x="66355" y="487"/>
                  </a:lnTo>
                  <a:cubicBezTo>
                    <a:pt x="66294" y="517"/>
                    <a:pt x="66233" y="547"/>
                    <a:pt x="66172" y="578"/>
                  </a:cubicBezTo>
                  <a:cubicBezTo>
                    <a:pt x="66172" y="578"/>
                    <a:pt x="66040" y="392"/>
                    <a:pt x="65973" y="392"/>
                  </a:cubicBezTo>
                  <a:cubicBezTo>
                    <a:pt x="65968" y="392"/>
                    <a:pt x="65964" y="393"/>
                    <a:pt x="65960" y="395"/>
                  </a:cubicBezTo>
                  <a:cubicBezTo>
                    <a:pt x="65777" y="487"/>
                    <a:pt x="65625" y="547"/>
                    <a:pt x="65473" y="608"/>
                  </a:cubicBezTo>
                  <a:lnTo>
                    <a:pt x="65291" y="517"/>
                  </a:lnTo>
                  <a:cubicBezTo>
                    <a:pt x="65139" y="487"/>
                    <a:pt x="65017" y="456"/>
                    <a:pt x="64896" y="456"/>
                  </a:cubicBezTo>
                  <a:lnTo>
                    <a:pt x="64744" y="456"/>
                  </a:lnTo>
                  <a:cubicBezTo>
                    <a:pt x="64730" y="460"/>
                    <a:pt x="64713" y="461"/>
                    <a:pt x="64693" y="461"/>
                  </a:cubicBezTo>
                  <a:cubicBezTo>
                    <a:pt x="64557" y="461"/>
                    <a:pt x="64295" y="391"/>
                    <a:pt x="64177" y="391"/>
                  </a:cubicBezTo>
                  <a:cubicBezTo>
                    <a:pt x="64160" y="391"/>
                    <a:pt x="64146" y="392"/>
                    <a:pt x="64136" y="395"/>
                  </a:cubicBezTo>
                  <a:cubicBezTo>
                    <a:pt x="64014" y="395"/>
                    <a:pt x="63923" y="639"/>
                    <a:pt x="63923" y="699"/>
                  </a:cubicBezTo>
                  <a:cubicBezTo>
                    <a:pt x="63923" y="757"/>
                    <a:pt x="63862" y="778"/>
                    <a:pt x="63802" y="778"/>
                  </a:cubicBezTo>
                  <a:cubicBezTo>
                    <a:pt x="63767" y="778"/>
                    <a:pt x="63733" y="771"/>
                    <a:pt x="63710" y="760"/>
                  </a:cubicBezTo>
                  <a:cubicBezTo>
                    <a:pt x="63619" y="730"/>
                    <a:pt x="63649" y="699"/>
                    <a:pt x="63710" y="699"/>
                  </a:cubicBezTo>
                  <a:lnTo>
                    <a:pt x="63741" y="669"/>
                  </a:lnTo>
                  <a:cubicBezTo>
                    <a:pt x="63832" y="639"/>
                    <a:pt x="63832" y="517"/>
                    <a:pt x="63771" y="517"/>
                  </a:cubicBezTo>
                  <a:lnTo>
                    <a:pt x="63498" y="517"/>
                  </a:lnTo>
                  <a:cubicBezTo>
                    <a:pt x="63390" y="539"/>
                    <a:pt x="63286" y="549"/>
                    <a:pt x="63195" y="549"/>
                  </a:cubicBezTo>
                  <a:cubicBezTo>
                    <a:pt x="63030" y="549"/>
                    <a:pt x="62909" y="515"/>
                    <a:pt x="62890" y="456"/>
                  </a:cubicBezTo>
                  <a:lnTo>
                    <a:pt x="62586" y="456"/>
                  </a:lnTo>
                  <a:cubicBezTo>
                    <a:pt x="62342" y="487"/>
                    <a:pt x="62069" y="517"/>
                    <a:pt x="61826" y="578"/>
                  </a:cubicBezTo>
                  <a:lnTo>
                    <a:pt x="61552" y="456"/>
                  </a:lnTo>
                  <a:lnTo>
                    <a:pt x="61370" y="456"/>
                  </a:lnTo>
                  <a:lnTo>
                    <a:pt x="61370" y="791"/>
                  </a:lnTo>
                  <a:cubicBezTo>
                    <a:pt x="61157" y="669"/>
                    <a:pt x="60883" y="517"/>
                    <a:pt x="60853" y="487"/>
                  </a:cubicBezTo>
                  <a:cubicBezTo>
                    <a:pt x="60847" y="481"/>
                    <a:pt x="60837" y="478"/>
                    <a:pt x="60825" y="478"/>
                  </a:cubicBezTo>
                  <a:cubicBezTo>
                    <a:pt x="60776" y="478"/>
                    <a:pt x="60689" y="517"/>
                    <a:pt x="60640" y="517"/>
                  </a:cubicBezTo>
                  <a:cubicBezTo>
                    <a:pt x="60580" y="517"/>
                    <a:pt x="60276" y="547"/>
                    <a:pt x="60154" y="578"/>
                  </a:cubicBezTo>
                  <a:cubicBezTo>
                    <a:pt x="60046" y="578"/>
                    <a:pt x="59890" y="482"/>
                    <a:pt x="59792" y="482"/>
                  </a:cubicBezTo>
                  <a:cubicBezTo>
                    <a:pt x="59780" y="482"/>
                    <a:pt x="59769" y="483"/>
                    <a:pt x="59759" y="487"/>
                  </a:cubicBezTo>
                  <a:lnTo>
                    <a:pt x="59424" y="578"/>
                  </a:lnTo>
                  <a:lnTo>
                    <a:pt x="59303" y="578"/>
                  </a:lnTo>
                  <a:cubicBezTo>
                    <a:pt x="59151" y="608"/>
                    <a:pt x="59029" y="578"/>
                    <a:pt x="58908" y="669"/>
                  </a:cubicBezTo>
                  <a:cubicBezTo>
                    <a:pt x="58862" y="684"/>
                    <a:pt x="58817" y="692"/>
                    <a:pt x="58775" y="692"/>
                  </a:cubicBezTo>
                  <a:cubicBezTo>
                    <a:pt x="58733" y="692"/>
                    <a:pt x="58695" y="684"/>
                    <a:pt x="58665" y="669"/>
                  </a:cubicBezTo>
                  <a:lnTo>
                    <a:pt x="58513" y="578"/>
                  </a:lnTo>
                  <a:cubicBezTo>
                    <a:pt x="58391" y="639"/>
                    <a:pt x="58178" y="669"/>
                    <a:pt x="58026" y="699"/>
                  </a:cubicBezTo>
                  <a:lnTo>
                    <a:pt x="58026" y="547"/>
                  </a:lnTo>
                  <a:lnTo>
                    <a:pt x="58026" y="517"/>
                  </a:lnTo>
                  <a:cubicBezTo>
                    <a:pt x="57950" y="502"/>
                    <a:pt x="57867" y="494"/>
                    <a:pt x="57783" y="494"/>
                  </a:cubicBezTo>
                  <a:cubicBezTo>
                    <a:pt x="57700" y="494"/>
                    <a:pt x="57616" y="502"/>
                    <a:pt x="57540" y="517"/>
                  </a:cubicBezTo>
                  <a:cubicBezTo>
                    <a:pt x="57449" y="517"/>
                    <a:pt x="57358" y="578"/>
                    <a:pt x="57297" y="639"/>
                  </a:cubicBezTo>
                  <a:cubicBezTo>
                    <a:pt x="57297" y="644"/>
                    <a:pt x="57292" y="647"/>
                    <a:pt x="57285" y="647"/>
                  </a:cubicBezTo>
                  <a:cubicBezTo>
                    <a:pt x="57254" y="647"/>
                    <a:pt x="57169" y="602"/>
                    <a:pt x="57145" y="578"/>
                  </a:cubicBezTo>
                  <a:cubicBezTo>
                    <a:pt x="56993" y="517"/>
                    <a:pt x="56871" y="487"/>
                    <a:pt x="56719" y="487"/>
                  </a:cubicBezTo>
                  <a:lnTo>
                    <a:pt x="56415" y="487"/>
                  </a:lnTo>
                  <a:cubicBezTo>
                    <a:pt x="56233" y="517"/>
                    <a:pt x="56051" y="578"/>
                    <a:pt x="55899" y="639"/>
                  </a:cubicBezTo>
                  <a:lnTo>
                    <a:pt x="55807" y="578"/>
                  </a:lnTo>
                  <a:cubicBezTo>
                    <a:pt x="55767" y="558"/>
                    <a:pt x="55723" y="547"/>
                    <a:pt x="55679" y="547"/>
                  </a:cubicBezTo>
                  <a:cubicBezTo>
                    <a:pt x="55591" y="547"/>
                    <a:pt x="55503" y="588"/>
                    <a:pt x="55443" y="669"/>
                  </a:cubicBezTo>
                  <a:cubicBezTo>
                    <a:pt x="55199" y="669"/>
                    <a:pt x="54987" y="669"/>
                    <a:pt x="54744" y="699"/>
                  </a:cubicBezTo>
                  <a:lnTo>
                    <a:pt x="54470" y="517"/>
                  </a:lnTo>
                  <a:cubicBezTo>
                    <a:pt x="54257" y="578"/>
                    <a:pt x="54014" y="608"/>
                    <a:pt x="53801" y="608"/>
                  </a:cubicBezTo>
                  <a:cubicBezTo>
                    <a:pt x="53680" y="608"/>
                    <a:pt x="53423" y="662"/>
                    <a:pt x="53247" y="662"/>
                  </a:cubicBezTo>
                  <a:cubicBezTo>
                    <a:pt x="53160" y="662"/>
                    <a:pt x="53092" y="649"/>
                    <a:pt x="53072" y="608"/>
                  </a:cubicBezTo>
                  <a:cubicBezTo>
                    <a:pt x="53044" y="567"/>
                    <a:pt x="53011" y="551"/>
                    <a:pt x="52982" y="551"/>
                  </a:cubicBezTo>
                  <a:cubicBezTo>
                    <a:pt x="52947" y="551"/>
                    <a:pt x="52920" y="575"/>
                    <a:pt x="52920" y="608"/>
                  </a:cubicBezTo>
                  <a:cubicBezTo>
                    <a:pt x="52912" y="623"/>
                    <a:pt x="52895" y="629"/>
                    <a:pt x="52873" y="629"/>
                  </a:cubicBezTo>
                  <a:cubicBezTo>
                    <a:pt x="52806" y="629"/>
                    <a:pt x="52692" y="578"/>
                    <a:pt x="52646" y="578"/>
                  </a:cubicBezTo>
                  <a:lnTo>
                    <a:pt x="51886" y="578"/>
                  </a:lnTo>
                  <a:lnTo>
                    <a:pt x="51187" y="639"/>
                  </a:lnTo>
                  <a:cubicBezTo>
                    <a:pt x="51131" y="681"/>
                    <a:pt x="51068" y="704"/>
                    <a:pt x="51007" y="704"/>
                  </a:cubicBezTo>
                  <a:cubicBezTo>
                    <a:pt x="50938" y="704"/>
                    <a:pt x="50871" y="673"/>
                    <a:pt x="50823" y="608"/>
                  </a:cubicBezTo>
                  <a:lnTo>
                    <a:pt x="50731" y="487"/>
                  </a:lnTo>
                  <a:lnTo>
                    <a:pt x="50245" y="608"/>
                  </a:lnTo>
                  <a:lnTo>
                    <a:pt x="50063" y="608"/>
                  </a:lnTo>
                  <a:cubicBezTo>
                    <a:pt x="49971" y="639"/>
                    <a:pt x="49911" y="699"/>
                    <a:pt x="49850" y="760"/>
                  </a:cubicBezTo>
                  <a:lnTo>
                    <a:pt x="49728" y="760"/>
                  </a:lnTo>
                  <a:cubicBezTo>
                    <a:pt x="49576" y="760"/>
                    <a:pt x="49515" y="699"/>
                    <a:pt x="49424" y="639"/>
                  </a:cubicBezTo>
                  <a:lnTo>
                    <a:pt x="49394" y="608"/>
                  </a:lnTo>
                  <a:cubicBezTo>
                    <a:pt x="49212" y="639"/>
                    <a:pt x="49029" y="669"/>
                    <a:pt x="48847" y="730"/>
                  </a:cubicBezTo>
                  <a:cubicBezTo>
                    <a:pt x="48756" y="745"/>
                    <a:pt x="48664" y="753"/>
                    <a:pt x="48573" y="753"/>
                  </a:cubicBezTo>
                  <a:cubicBezTo>
                    <a:pt x="48482" y="753"/>
                    <a:pt x="48391" y="745"/>
                    <a:pt x="48300" y="730"/>
                  </a:cubicBezTo>
                  <a:cubicBezTo>
                    <a:pt x="48269" y="740"/>
                    <a:pt x="48239" y="743"/>
                    <a:pt x="48208" y="743"/>
                  </a:cubicBezTo>
                  <a:cubicBezTo>
                    <a:pt x="48148" y="743"/>
                    <a:pt x="48087" y="730"/>
                    <a:pt x="48026" y="730"/>
                  </a:cubicBezTo>
                  <a:lnTo>
                    <a:pt x="47965" y="699"/>
                  </a:lnTo>
                  <a:lnTo>
                    <a:pt x="47753" y="578"/>
                  </a:lnTo>
                  <a:cubicBezTo>
                    <a:pt x="47753" y="699"/>
                    <a:pt x="47479" y="669"/>
                    <a:pt x="47388" y="699"/>
                  </a:cubicBezTo>
                  <a:cubicBezTo>
                    <a:pt x="47266" y="699"/>
                    <a:pt x="47084" y="760"/>
                    <a:pt x="47023" y="760"/>
                  </a:cubicBezTo>
                  <a:cubicBezTo>
                    <a:pt x="46962" y="760"/>
                    <a:pt x="46810" y="730"/>
                    <a:pt x="46658" y="730"/>
                  </a:cubicBezTo>
                  <a:lnTo>
                    <a:pt x="46537" y="821"/>
                  </a:lnTo>
                  <a:cubicBezTo>
                    <a:pt x="46415" y="791"/>
                    <a:pt x="46324" y="760"/>
                    <a:pt x="46202" y="730"/>
                  </a:cubicBezTo>
                  <a:cubicBezTo>
                    <a:pt x="46196" y="724"/>
                    <a:pt x="46182" y="721"/>
                    <a:pt x="46162" y="721"/>
                  </a:cubicBezTo>
                  <a:cubicBezTo>
                    <a:pt x="46081" y="721"/>
                    <a:pt x="45911" y="760"/>
                    <a:pt x="45838" y="760"/>
                  </a:cubicBezTo>
                  <a:cubicBezTo>
                    <a:pt x="45731" y="745"/>
                    <a:pt x="45625" y="737"/>
                    <a:pt x="45518" y="737"/>
                  </a:cubicBezTo>
                  <a:cubicBezTo>
                    <a:pt x="45412" y="737"/>
                    <a:pt x="45306" y="745"/>
                    <a:pt x="45199" y="760"/>
                  </a:cubicBezTo>
                  <a:cubicBezTo>
                    <a:pt x="45088" y="805"/>
                    <a:pt x="44960" y="833"/>
                    <a:pt x="44829" y="833"/>
                  </a:cubicBezTo>
                  <a:cubicBezTo>
                    <a:pt x="44780" y="833"/>
                    <a:pt x="44731" y="829"/>
                    <a:pt x="44683" y="821"/>
                  </a:cubicBezTo>
                  <a:cubicBezTo>
                    <a:pt x="44591" y="791"/>
                    <a:pt x="44500" y="730"/>
                    <a:pt x="44439" y="669"/>
                  </a:cubicBezTo>
                  <a:cubicBezTo>
                    <a:pt x="44428" y="657"/>
                    <a:pt x="44410" y="652"/>
                    <a:pt x="44389" y="652"/>
                  </a:cubicBezTo>
                  <a:cubicBezTo>
                    <a:pt x="44301" y="652"/>
                    <a:pt x="44154" y="736"/>
                    <a:pt x="44105" y="760"/>
                  </a:cubicBezTo>
                  <a:cubicBezTo>
                    <a:pt x="44090" y="775"/>
                    <a:pt x="44067" y="783"/>
                    <a:pt x="44040" y="783"/>
                  </a:cubicBezTo>
                  <a:cubicBezTo>
                    <a:pt x="44014" y="783"/>
                    <a:pt x="43983" y="775"/>
                    <a:pt x="43953" y="760"/>
                  </a:cubicBezTo>
                  <a:cubicBezTo>
                    <a:pt x="43892" y="745"/>
                    <a:pt x="43831" y="737"/>
                    <a:pt x="43771" y="737"/>
                  </a:cubicBezTo>
                  <a:cubicBezTo>
                    <a:pt x="43710" y="737"/>
                    <a:pt x="43649" y="745"/>
                    <a:pt x="43588" y="760"/>
                  </a:cubicBezTo>
                  <a:lnTo>
                    <a:pt x="43406" y="730"/>
                  </a:lnTo>
                  <a:lnTo>
                    <a:pt x="43284" y="699"/>
                  </a:lnTo>
                  <a:cubicBezTo>
                    <a:pt x="43163" y="760"/>
                    <a:pt x="43072" y="791"/>
                    <a:pt x="42950" y="821"/>
                  </a:cubicBezTo>
                  <a:cubicBezTo>
                    <a:pt x="42930" y="821"/>
                    <a:pt x="42788" y="794"/>
                    <a:pt x="42669" y="794"/>
                  </a:cubicBezTo>
                  <a:cubicBezTo>
                    <a:pt x="42609" y="794"/>
                    <a:pt x="42555" y="801"/>
                    <a:pt x="42524" y="821"/>
                  </a:cubicBezTo>
                  <a:cubicBezTo>
                    <a:pt x="42507" y="838"/>
                    <a:pt x="42488" y="845"/>
                    <a:pt x="42468" y="845"/>
                  </a:cubicBezTo>
                  <a:cubicBezTo>
                    <a:pt x="42417" y="845"/>
                    <a:pt x="42364" y="796"/>
                    <a:pt x="42342" y="730"/>
                  </a:cubicBezTo>
                  <a:lnTo>
                    <a:pt x="42160" y="760"/>
                  </a:lnTo>
                  <a:lnTo>
                    <a:pt x="41917" y="791"/>
                  </a:lnTo>
                  <a:cubicBezTo>
                    <a:pt x="41795" y="760"/>
                    <a:pt x="41613" y="699"/>
                    <a:pt x="41582" y="699"/>
                  </a:cubicBezTo>
                  <a:lnTo>
                    <a:pt x="41552" y="699"/>
                  </a:lnTo>
                  <a:lnTo>
                    <a:pt x="41400" y="760"/>
                  </a:lnTo>
                  <a:cubicBezTo>
                    <a:pt x="41265" y="760"/>
                    <a:pt x="40962" y="856"/>
                    <a:pt x="40853" y="856"/>
                  </a:cubicBezTo>
                  <a:cubicBezTo>
                    <a:pt x="40840" y="856"/>
                    <a:pt x="40829" y="855"/>
                    <a:pt x="40822" y="851"/>
                  </a:cubicBezTo>
                  <a:cubicBezTo>
                    <a:pt x="40795" y="833"/>
                    <a:pt x="40739" y="829"/>
                    <a:pt x="40669" y="829"/>
                  </a:cubicBezTo>
                  <a:cubicBezTo>
                    <a:pt x="40596" y="829"/>
                    <a:pt x="40508" y="834"/>
                    <a:pt x="40426" y="834"/>
                  </a:cubicBezTo>
                  <a:cubicBezTo>
                    <a:pt x="40324" y="834"/>
                    <a:pt x="40231" y="826"/>
                    <a:pt x="40184" y="791"/>
                  </a:cubicBezTo>
                  <a:cubicBezTo>
                    <a:pt x="40161" y="775"/>
                    <a:pt x="40131" y="768"/>
                    <a:pt x="40096" y="768"/>
                  </a:cubicBezTo>
                  <a:cubicBezTo>
                    <a:pt x="39992" y="768"/>
                    <a:pt x="39850" y="836"/>
                    <a:pt x="39758" y="973"/>
                  </a:cubicBezTo>
                  <a:lnTo>
                    <a:pt x="39515" y="760"/>
                  </a:lnTo>
                  <a:cubicBezTo>
                    <a:pt x="39485" y="760"/>
                    <a:pt x="39424" y="760"/>
                    <a:pt x="39394" y="791"/>
                  </a:cubicBezTo>
                  <a:lnTo>
                    <a:pt x="39303" y="851"/>
                  </a:lnTo>
                  <a:cubicBezTo>
                    <a:pt x="39242" y="836"/>
                    <a:pt x="39181" y="829"/>
                    <a:pt x="39124" y="829"/>
                  </a:cubicBezTo>
                  <a:cubicBezTo>
                    <a:pt x="39067" y="829"/>
                    <a:pt x="39014" y="836"/>
                    <a:pt x="38968" y="851"/>
                  </a:cubicBezTo>
                  <a:lnTo>
                    <a:pt x="38907" y="851"/>
                  </a:lnTo>
                  <a:cubicBezTo>
                    <a:pt x="38813" y="851"/>
                    <a:pt x="38884" y="980"/>
                    <a:pt x="38834" y="980"/>
                  </a:cubicBezTo>
                  <a:cubicBezTo>
                    <a:pt x="38820" y="980"/>
                    <a:pt x="38796" y="970"/>
                    <a:pt x="38755" y="943"/>
                  </a:cubicBezTo>
                  <a:cubicBezTo>
                    <a:pt x="38710" y="927"/>
                    <a:pt x="38672" y="912"/>
                    <a:pt x="38638" y="912"/>
                  </a:cubicBezTo>
                  <a:cubicBezTo>
                    <a:pt x="38603" y="912"/>
                    <a:pt x="38573" y="927"/>
                    <a:pt x="38543" y="973"/>
                  </a:cubicBezTo>
                  <a:lnTo>
                    <a:pt x="38543" y="1064"/>
                  </a:lnTo>
                  <a:lnTo>
                    <a:pt x="38543" y="1095"/>
                  </a:lnTo>
                  <a:cubicBezTo>
                    <a:pt x="38543" y="1106"/>
                    <a:pt x="38539" y="1111"/>
                    <a:pt x="38534" y="1111"/>
                  </a:cubicBezTo>
                  <a:cubicBezTo>
                    <a:pt x="38511" y="1111"/>
                    <a:pt x="38451" y="1028"/>
                    <a:pt x="38451" y="1003"/>
                  </a:cubicBezTo>
                  <a:cubicBezTo>
                    <a:pt x="38421" y="943"/>
                    <a:pt x="38360" y="912"/>
                    <a:pt x="38299" y="882"/>
                  </a:cubicBezTo>
                  <a:lnTo>
                    <a:pt x="38239" y="882"/>
                  </a:lnTo>
                  <a:lnTo>
                    <a:pt x="38117" y="973"/>
                  </a:lnTo>
                  <a:cubicBezTo>
                    <a:pt x="38087" y="912"/>
                    <a:pt x="38026" y="851"/>
                    <a:pt x="37965" y="791"/>
                  </a:cubicBezTo>
                  <a:lnTo>
                    <a:pt x="37935" y="760"/>
                  </a:lnTo>
                  <a:lnTo>
                    <a:pt x="37844" y="699"/>
                  </a:lnTo>
                  <a:cubicBezTo>
                    <a:pt x="37752" y="791"/>
                    <a:pt x="37388" y="821"/>
                    <a:pt x="37296" y="821"/>
                  </a:cubicBezTo>
                  <a:cubicBezTo>
                    <a:pt x="37144" y="851"/>
                    <a:pt x="37023" y="912"/>
                    <a:pt x="36932" y="1034"/>
                  </a:cubicBezTo>
                  <a:cubicBezTo>
                    <a:pt x="36922" y="1054"/>
                    <a:pt x="36908" y="1064"/>
                    <a:pt x="36893" y="1064"/>
                  </a:cubicBezTo>
                  <a:cubicBezTo>
                    <a:pt x="36864" y="1064"/>
                    <a:pt x="36830" y="1024"/>
                    <a:pt x="36810" y="943"/>
                  </a:cubicBezTo>
                  <a:lnTo>
                    <a:pt x="36719" y="912"/>
                  </a:lnTo>
                  <a:cubicBezTo>
                    <a:pt x="36658" y="851"/>
                    <a:pt x="36537" y="821"/>
                    <a:pt x="36445" y="821"/>
                  </a:cubicBezTo>
                  <a:cubicBezTo>
                    <a:pt x="36272" y="879"/>
                    <a:pt x="36098" y="900"/>
                    <a:pt x="35933" y="900"/>
                  </a:cubicBezTo>
                  <a:cubicBezTo>
                    <a:pt x="35837" y="900"/>
                    <a:pt x="35744" y="893"/>
                    <a:pt x="35655" y="882"/>
                  </a:cubicBezTo>
                  <a:lnTo>
                    <a:pt x="35503" y="882"/>
                  </a:lnTo>
                  <a:cubicBezTo>
                    <a:pt x="35381" y="943"/>
                    <a:pt x="35230" y="1247"/>
                    <a:pt x="35351" y="1277"/>
                  </a:cubicBezTo>
                  <a:cubicBezTo>
                    <a:pt x="35473" y="1338"/>
                    <a:pt x="35473" y="1368"/>
                    <a:pt x="35351" y="1399"/>
                  </a:cubicBezTo>
                  <a:lnTo>
                    <a:pt x="35260" y="1459"/>
                  </a:lnTo>
                  <a:lnTo>
                    <a:pt x="35017" y="1550"/>
                  </a:lnTo>
                  <a:cubicBezTo>
                    <a:pt x="34895" y="1490"/>
                    <a:pt x="34743" y="1399"/>
                    <a:pt x="34652" y="1307"/>
                  </a:cubicBezTo>
                  <a:lnTo>
                    <a:pt x="34652" y="1277"/>
                  </a:lnTo>
                  <a:lnTo>
                    <a:pt x="34652" y="1247"/>
                  </a:lnTo>
                  <a:cubicBezTo>
                    <a:pt x="34662" y="1247"/>
                    <a:pt x="34713" y="1250"/>
                    <a:pt x="34777" y="1250"/>
                  </a:cubicBezTo>
                  <a:cubicBezTo>
                    <a:pt x="34905" y="1250"/>
                    <a:pt x="35088" y="1236"/>
                    <a:pt x="35108" y="1155"/>
                  </a:cubicBezTo>
                  <a:cubicBezTo>
                    <a:pt x="35138" y="1095"/>
                    <a:pt x="35169" y="1034"/>
                    <a:pt x="35230" y="973"/>
                  </a:cubicBezTo>
                  <a:cubicBezTo>
                    <a:pt x="35230" y="973"/>
                    <a:pt x="35230" y="943"/>
                    <a:pt x="35199" y="882"/>
                  </a:cubicBezTo>
                  <a:lnTo>
                    <a:pt x="35169" y="882"/>
                  </a:lnTo>
                  <a:lnTo>
                    <a:pt x="35017" y="851"/>
                  </a:lnTo>
                  <a:cubicBezTo>
                    <a:pt x="34865" y="851"/>
                    <a:pt x="34713" y="882"/>
                    <a:pt x="34591" y="943"/>
                  </a:cubicBezTo>
                  <a:cubicBezTo>
                    <a:pt x="34561" y="1034"/>
                    <a:pt x="34530" y="1095"/>
                    <a:pt x="34530" y="1155"/>
                  </a:cubicBezTo>
                  <a:lnTo>
                    <a:pt x="34439" y="1095"/>
                  </a:lnTo>
                  <a:cubicBezTo>
                    <a:pt x="34378" y="1064"/>
                    <a:pt x="34318" y="1034"/>
                    <a:pt x="34318" y="1003"/>
                  </a:cubicBezTo>
                  <a:lnTo>
                    <a:pt x="34318" y="973"/>
                  </a:lnTo>
                  <a:cubicBezTo>
                    <a:pt x="34348" y="912"/>
                    <a:pt x="34318" y="912"/>
                    <a:pt x="34257" y="912"/>
                  </a:cubicBezTo>
                  <a:lnTo>
                    <a:pt x="34226" y="943"/>
                  </a:lnTo>
                  <a:lnTo>
                    <a:pt x="34166" y="973"/>
                  </a:lnTo>
                  <a:cubicBezTo>
                    <a:pt x="34155" y="983"/>
                    <a:pt x="34135" y="987"/>
                    <a:pt x="34109" y="987"/>
                  </a:cubicBezTo>
                  <a:cubicBezTo>
                    <a:pt x="33993" y="987"/>
                    <a:pt x="33752" y="908"/>
                    <a:pt x="33628" y="908"/>
                  </a:cubicBezTo>
                  <a:cubicBezTo>
                    <a:pt x="33613" y="908"/>
                    <a:pt x="33599" y="909"/>
                    <a:pt x="33588" y="912"/>
                  </a:cubicBezTo>
                  <a:lnTo>
                    <a:pt x="33284" y="973"/>
                  </a:lnTo>
                  <a:lnTo>
                    <a:pt x="32950" y="973"/>
                  </a:lnTo>
                  <a:lnTo>
                    <a:pt x="32798" y="1034"/>
                  </a:lnTo>
                  <a:lnTo>
                    <a:pt x="32707" y="1034"/>
                  </a:lnTo>
                  <a:cubicBezTo>
                    <a:pt x="32692" y="1044"/>
                    <a:pt x="32676" y="1048"/>
                    <a:pt x="32658" y="1048"/>
                  </a:cubicBezTo>
                  <a:cubicBezTo>
                    <a:pt x="32569" y="1048"/>
                    <a:pt x="32454" y="933"/>
                    <a:pt x="32403" y="882"/>
                  </a:cubicBezTo>
                  <a:cubicBezTo>
                    <a:pt x="32395" y="867"/>
                    <a:pt x="32381" y="861"/>
                    <a:pt x="32363" y="861"/>
                  </a:cubicBezTo>
                  <a:cubicBezTo>
                    <a:pt x="32306" y="861"/>
                    <a:pt x="32213" y="919"/>
                    <a:pt x="32190" y="943"/>
                  </a:cubicBezTo>
                  <a:cubicBezTo>
                    <a:pt x="32068" y="1034"/>
                    <a:pt x="31977" y="1095"/>
                    <a:pt x="31856" y="1155"/>
                  </a:cubicBezTo>
                  <a:lnTo>
                    <a:pt x="31734" y="1003"/>
                  </a:lnTo>
                  <a:cubicBezTo>
                    <a:pt x="31704" y="988"/>
                    <a:pt x="31681" y="981"/>
                    <a:pt x="31658" y="981"/>
                  </a:cubicBezTo>
                  <a:cubicBezTo>
                    <a:pt x="31635" y="981"/>
                    <a:pt x="31612" y="988"/>
                    <a:pt x="31582" y="1003"/>
                  </a:cubicBezTo>
                  <a:lnTo>
                    <a:pt x="31308" y="1125"/>
                  </a:lnTo>
                  <a:cubicBezTo>
                    <a:pt x="31187" y="1034"/>
                    <a:pt x="31005" y="973"/>
                    <a:pt x="30822" y="973"/>
                  </a:cubicBezTo>
                  <a:cubicBezTo>
                    <a:pt x="30731" y="973"/>
                    <a:pt x="30640" y="973"/>
                    <a:pt x="30579" y="943"/>
                  </a:cubicBezTo>
                  <a:lnTo>
                    <a:pt x="30518" y="1003"/>
                  </a:lnTo>
                  <a:cubicBezTo>
                    <a:pt x="30457" y="1064"/>
                    <a:pt x="30457" y="1125"/>
                    <a:pt x="30397" y="1186"/>
                  </a:cubicBezTo>
                  <a:lnTo>
                    <a:pt x="30366" y="1216"/>
                  </a:lnTo>
                  <a:cubicBezTo>
                    <a:pt x="30305" y="1216"/>
                    <a:pt x="30275" y="1186"/>
                    <a:pt x="30275" y="1155"/>
                  </a:cubicBezTo>
                  <a:lnTo>
                    <a:pt x="30275" y="1064"/>
                  </a:lnTo>
                  <a:cubicBezTo>
                    <a:pt x="30275" y="1034"/>
                    <a:pt x="30214" y="973"/>
                    <a:pt x="30153" y="973"/>
                  </a:cubicBezTo>
                  <a:lnTo>
                    <a:pt x="30123" y="1003"/>
                  </a:lnTo>
                  <a:lnTo>
                    <a:pt x="30032" y="1034"/>
                  </a:lnTo>
                  <a:cubicBezTo>
                    <a:pt x="29971" y="1064"/>
                    <a:pt x="29903" y="1079"/>
                    <a:pt x="29834" y="1079"/>
                  </a:cubicBezTo>
                  <a:cubicBezTo>
                    <a:pt x="29766" y="1079"/>
                    <a:pt x="29697" y="1064"/>
                    <a:pt x="29637" y="1034"/>
                  </a:cubicBezTo>
                  <a:lnTo>
                    <a:pt x="29606" y="1034"/>
                  </a:lnTo>
                  <a:lnTo>
                    <a:pt x="29485" y="943"/>
                  </a:lnTo>
                  <a:cubicBezTo>
                    <a:pt x="29363" y="973"/>
                    <a:pt x="29181" y="1064"/>
                    <a:pt x="29181" y="1095"/>
                  </a:cubicBezTo>
                  <a:cubicBezTo>
                    <a:pt x="29181" y="1155"/>
                    <a:pt x="29120" y="1216"/>
                    <a:pt x="29059" y="1247"/>
                  </a:cubicBezTo>
                  <a:cubicBezTo>
                    <a:pt x="28998" y="1186"/>
                    <a:pt x="28968" y="1095"/>
                    <a:pt x="28907" y="1064"/>
                  </a:cubicBezTo>
                  <a:lnTo>
                    <a:pt x="28846" y="1003"/>
                  </a:lnTo>
                  <a:cubicBezTo>
                    <a:pt x="28755" y="1003"/>
                    <a:pt x="28664" y="973"/>
                    <a:pt x="28573" y="973"/>
                  </a:cubicBezTo>
                  <a:lnTo>
                    <a:pt x="28482" y="1034"/>
                  </a:lnTo>
                  <a:lnTo>
                    <a:pt x="28390" y="1095"/>
                  </a:lnTo>
                  <a:cubicBezTo>
                    <a:pt x="28238" y="1095"/>
                    <a:pt x="28056" y="1095"/>
                    <a:pt x="27904" y="1064"/>
                  </a:cubicBezTo>
                  <a:cubicBezTo>
                    <a:pt x="27894" y="1059"/>
                    <a:pt x="27881" y="1056"/>
                    <a:pt x="27868" y="1056"/>
                  </a:cubicBezTo>
                  <a:cubicBezTo>
                    <a:pt x="27802" y="1056"/>
                    <a:pt x="27701" y="1115"/>
                    <a:pt x="27600" y="1216"/>
                  </a:cubicBezTo>
                  <a:lnTo>
                    <a:pt x="27570" y="1095"/>
                  </a:lnTo>
                  <a:cubicBezTo>
                    <a:pt x="27550" y="1035"/>
                    <a:pt x="27530" y="989"/>
                    <a:pt x="27477" y="989"/>
                  </a:cubicBezTo>
                  <a:cubicBezTo>
                    <a:pt x="27448" y="989"/>
                    <a:pt x="27410" y="1002"/>
                    <a:pt x="27357" y="1034"/>
                  </a:cubicBezTo>
                  <a:lnTo>
                    <a:pt x="27296" y="1064"/>
                  </a:lnTo>
                  <a:cubicBezTo>
                    <a:pt x="27226" y="1064"/>
                    <a:pt x="27030" y="974"/>
                    <a:pt x="26943" y="974"/>
                  </a:cubicBezTo>
                  <a:cubicBezTo>
                    <a:pt x="26917" y="974"/>
                    <a:pt x="26901" y="982"/>
                    <a:pt x="26901" y="1003"/>
                  </a:cubicBezTo>
                  <a:cubicBezTo>
                    <a:pt x="26901" y="1095"/>
                    <a:pt x="26779" y="1095"/>
                    <a:pt x="26719" y="1095"/>
                  </a:cubicBezTo>
                  <a:cubicBezTo>
                    <a:pt x="26597" y="1155"/>
                    <a:pt x="26506" y="1186"/>
                    <a:pt x="26384" y="1216"/>
                  </a:cubicBezTo>
                  <a:cubicBezTo>
                    <a:pt x="26293" y="1216"/>
                    <a:pt x="26050" y="1095"/>
                    <a:pt x="25959" y="1095"/>
                  </a:cubicBezTo>
                  <a:cubicBezTo>
                    <a:pt x="25868" y="1095"/>
                    <a:pt x="25412" y="1247"/>
                    <a:pt x="25229" y="1247"/>
                  </a:cubicBezTo>
                  <a:cubicBezTo>
                    <a:pt x="24956" y="1186"/>
                    <a:pt x="24713" y="1186"/>
                    <a:pt x="24439" y="1186"/>
                  </a:cubicBezTo>
                  <a:cubicBezTo>
                    <a:pt x="24384" y="1213"/>
                    <a:pt x="24324" y="1228"/>
                    <a:pt x="24273" y="1228"/>
                  </a:cubicBezTo>
                  <a:cubicBezTo>
                    <a:pt x="24212" y="1228"/>
                    <a:pt x="24165" y="1206"/>
                    <a:pt x="24165" y="1155"/>
                  </a:cubicBezTo>
                  <a:lnTo>
                    <a:pt x="24165" y="1095"/>
                  </a:lnTo>
                  <a:cubicBezTo>
                    <a:pt x="24013" y="1155"/>
                    <a:pt x="23862" y="1216"/>
                    <a:pt x="23679" y="1277"/>
                  </a:cubicBezTo>
                  <a:cubicBezTo>
                    <a:pt x="23588" y="1277"/>
                    <a:pt x="23466" y="1247"/>
                    <a:pt x="23375" y="1216"/>
                  </a:cubicBezTo>
                  <a:lnTo>
                    <a:pt x="23284" y="1277"/>
                  </a:lnTo>
                  <a:lnTo>
                    <a:pt x="23102" y="1429"/>
                  </a:lnTo>
                  <a:cubicBezTo>
                    <a:pt x="23010" y="1368"/>
                    <a:pt x="22889" y="1368"/>
                    <a:pt x="22798" y="1368"/>
                  </a:cubicBezTo>
                  <a:cubicBezTo>
                    <a:pt x="22767" y="1399"/>
                    <a:pt x="22737" y="1459"/>
                    <a:pt x="22737" y="1490"/>
                  </a:cubicBezTo>
                  <a:cubicBezTo>
                    <a:pt x="22706" y="1550"/>
                    <a:pt x="22737" y="1733"/>
                    <a:pt x="22706" y="1794"/>
                  </a:cubicBezTo>
                  <a:cubicBezTo>
                    <a:pt x="22706" y="1815"/>
                    <a:pt x="22615" y="1837"/>
                    <a:pt x="22497" y="1837"/>
                  </a:cubicBezTo>
                  <a:cubicBezTo>
                    <a:pt x="22449" y="1837"/>
                    <a:pt x="22395" y="1833"/>
                    <a:pt x="22342" y="1824"/>
                  </a:cubicBezTo>
                  <a:lnTo>
                    <a:pt x="22159" y="1824"/>
                  </a:lnTo>
                  <a:lnTo>
                    <a:pt x="22007" y="1794"/>
                  </a:lnTo>
                  <a:cubicBezTo>
                    <a:pt x="21855" y="1794"/>
                    <a:pt x="21703" y="1794"/>
                    <a:pt x="21551" y="1824"/>
                  </a:cubicBezTo>
                  <a:cubicBezTo>
                    <a:pt x="21527" y="1824"/>
                    <a:pt x="21474" y="1819"/>
                    <a:pt x="21416" y="1819"/>
                  </a:cubicBezTo>
                  <a:cubicBezTo>
                    <a:pt x="21330" y="1819"/>
                    <a:pt x="21235" y="1830"/>
                    <a:pt x="21217" y="1885"/>
                  </a:cubicBezTo>
                  <a:cubicBezTo>
                    <a:pt x="21217" y="1929"/>
                    <a:pt x="21136" y="1958"/>
                    <a:pt x="21080" y="1958"/>
                  </a:cubicBezTo>
                  <a:cubicBezTo>
                    <a:pt x="21060" y="1958"/>
                    <a:pt x="21043" y="1954"/>
                    <a:pt x="21035" y="1946"/>
                  </a:cubicBezTo>
                  <a:cubicBezTo>
                    <a:pt x="21035" y="1915"/>
                    <a:pt x="20913" y="1915"/>
                    <a:pt x="20883" y="1885"/>
                  </a:cubicBezTo>
                  <a:cubicBezTo>
                    <a:pt x="20883" y="1854"/>
                    <a:pt x="20883" y="1642"/>
                    <a:pt x="20822" y="1642"/>
                  </a:cubicBezTo>
                  <a:cubicBezTo>
                    <a:pt x="20700" y="1611"/>
                    <a:pt x="20609" y="1581"/>
                    <a:pt x="20518" y="1520"/>
                  </a:cubicBezTo>
                  <a:lnTo>
                    <a:pt x="20366" y="1490"/>
                  </a:lnTo>
                  <a:lnTo>
                    <a:pt x="20305" y="1490"/>
                  </a:lnTo>
                  <a:cubicBezTo>
                    <a:pt x="20298" y="1482"/>
                    <a:pt x="20288" y="1479"/>
                    <a:pt x="20277" y="1479"/>
                  </a:cubicBezTo>
                  <a:cubicBezTo>
                    <a:pt x="20195" y="1479"/>
                    <a:pt x="20024" y="1653"/>
                    <a:pt x="19971" y="1733"/>
                  </a:cubicBezTo>
                  <a:cubicBezTo>
                    <a:pt x="19921" y="1808"/>
                    <a:pt x="19850" y="1862"/>
                    <a:pt x="19810" y="1862"/>
                  </a:cubicBezTo>
                  <a:cubicBezTo>
                    <a:pt x="19801" y="1862"/>
                    <a:pt x="19794" y="1860"/>
                    <a:pt x="19788" y="1854"/>
                  </a:cubicBezTo>
                  <a:lnTo>
                    <a:pt x="19728" y="1824"/>
                  </a:lnTo>
                  <a:lnTo>
                    <a:pt x="19545" y="1763"/>
                  </a:lnTo>
                  <a:cubicBezTo>
                    <a:pt x="19424" y="1854"/>
                    <a:pt x="19333" y="1915"/>
                    <a:pt x="19211" y="1976"/>
                  </a:cubicBezTo>
                  <a:cubicBezTo>
                    <a:pt x="19205" y="1982"/>
                    <a:pt x="19198" y="1984"/>
                    <a:pt x="19191" y="1984"/>
                  </a:cubicBezTo>
                  <a:cubicBezTo>
                    <a:pt x="19158" y="1984"/>
                    <a:pt x="19114" y="1940"/>
                    <a:pt x="19089" y="1915"/>
                  </a:cubicBezTo>
                  <a:lnTo>
                    <a:pt x="19120" y="1854"/>
                  </a:lnTo>
                  <a:lnTo>
                    <a:pt x="19150" y="1824"/>
                  </a:lnTo>
                  <a:cubicBezTo>
                    <a:pt x="19211" y="1763"/>
                    <a:pt x="19272" y="1672"/>
                    <a:pt x="19302" y="1581"/>
                  </a:cubicBezTo>
                  <a:lnTo>
                    <a:pt x="19120" y="1490"/>
                  </a:lnTo>
                  <a:lnTo>
                    <a:pt x="19089" y="1490"/>
                  </a:lnTo>
                  <a:cubicBezTo>
                    <a:pt x="19087" y="1487"/>
                    <a:pt x="19084" y="1486"/>
                    <a:pt x="19080" y="1486"/>
                  </a:cubicBezTo>
                  <a:cubicBezTo>
                    <a:pt x="19028" y="1486"/>
                    <a:pt x="18842" y="1649"/>
                    <a:pt x="18785" y="1733"/>
                  </a:cubicBezTo>
                  <a:cubicBezTo>
                    <a:pt x="18694" y="1854"/>
                    <a:pt x="18603" y="1946"/>
                    <a:pt x="18512" y="2037"/>
                  </a:cubicBezTo>
                  <a:lnTo>
                    <a:pt x="18269" y="2037"/>
                  </a:lnTo>
                  <a:cubicBezTo>
                    <a:pt x="18178" y="2037"/>
                    <a:pt x="18117" y="1915"/>
                    <a:pt x="18147" y="1854"/>
                  </a:cubicBezTo>
                  <a:cubicBezTo>
                    <a:pt x="18147" y="1824"/>
                    <a:pt x="18026" y="1672"/>
                    <a:pt x="17934" y="1611"/>
                  </a:cubicBezTo>
                  <a:cubicBezTo>
                    <a:pt x="17924" y="1601"/>
                    <a:pt x="17908" y="1597"/>
                    <a:pt x="17888" y="1597"/>
                  </a:cubicBezTo>
                  <a:cubicBezTo>
                    <a:pt x="17787" y="1597"/>
                    <a:pt x="17580" y="1702"/>
                    <a:pt x="17478" y="1702"/>
                  </a:cubicBezTo>
                  <a:cubicBezTo>
                    <a:pt x="17296" y="1702"/>
                    <a:pt x="17114" y="1733"/>
                    <a:pt x="16931" y="1733"/>
                  </a:cubicBezTo>
                  <a:cubicBezTo>
                    <a:pt x="16779" y="1794"/>
                    <a:pt x="16658" y="1824"/>
                    <a:pt x="16506" y="1854"/>
                  </a:cubicBezTo>
                  <a:lnTo>
                    <a:pt x="16232" y="1854"/>
                  </a:lnTo>
                  <a:lnTo>
                    <a:pt x="16171" y="1794"/>
                  </a:lnTo>
                  <a:cubicBezTo>
                    <a:pt x="16149" y="1783"/>
                    <a:pt x="16119" y="1775"/>
                    <a:pt x="16083" y="1775"/>
                  </a:cubicBezTo>
                  <a:cubicBezTo>
                    <a:pt x="16022" y="1775"/>
                    <a:pt x="15945" y="1797"/>
                    <a:pt x="15867" y="1854"/>
                  </a:cubicBezTo>
                  <a:cubicBezTo>
                    <a:pt x="15784" y="1799"/>
                    <a:pt x="15715" y="1777"/>
                    <a:pt x="15655" y="1777"/>
                  </a:cubicBezTo>
                  <a:cubicBezTo>
                    <a:pt x="15517" y="1777"/>
                    <a:pt x="15426" y="1891"/>
                    <a:pt x="15320" y="1976"/>
                  </a:cubicBezTo>
                  <a:lnTo>
                    <a:pt x="15077" y="2158"/>
                  </a:lnTo>
                  <a:cubicBezTo>
                    <a:pt x="15002" y="2137"/>
                    <a:pt x="14926" y="2127"/>
                    <a:pt x="14858" y="2127"/>
                  </a:cubicBezTo>
                  <a:cubicBezTo>
                    <a:pt x="14733" y="2127"/>
                    <a:pt x="14630" y="2160"/>
                    <a:pt x="14591" y="2219"/>
                  </a:cubicBezTo>
                  <a:lnTo>
                    <a:pt x="14591" y="2310"/>
                  </a:lnTo>
                  <a:lnTo>
                    <a:pt x="14591" y="2371"/>
                  </a:lnTo>
                  <a:cubicBezTo>
                    <a:pt x="14591" y="2446"/>
                    <a:pt x="14529" y="2501"/>
                    <a:pt x="14456" y="2501"/>
                  </a:cubicBezTo>
                  <a:cubicBezTo>
                    <a:pt x="14441" y="2501"/>
                    <a:pt x="14425" y="2498"/>
                    <a:pt x="14408" y="2493"/>
                  </a:cubicBezTo>
                  <a:cubicBezTo>
                    <a:pt x="14317" y="2462"/>
                    <a:pt x="14226" y="2462"/>
                    <a:pt x="14135" y="2462"/>
                  </a:cubicBezTo>
                  <a:lnTo>
                    <a:pt x="14044" y="2462"/>
                  </a:lnTo>
                  <a:cubicBezTo>
                    <a:pt x="13983" y="2462"/>
                    <a:pt x="13922" y="2614"/>
                    <a:pt x="13892" y="2614"/>
                  </a:cubicBezTo>
                  <a:cubicBezTo>
                    <a:pt x="13770" y="2584"/>
                    <a:pt x="13679" y="2554"/>
                    <a:pt x="13588" y="2523"/>
                  </a:cubicBezTo>
                  <a:lnTo>
                    <a:pt x="13527" y="2523"/>
                  </a:lnTo>
                  <a:cubicBezTo>
                    <a:pt x="13523" y="2519"/>
                    <a:pt x="13519" y="2517"/>
                    <a:pt x="13515" y="2517"/>
                  </a:cubicBezTo>
                  <a:cubicBezTo>
                    <a:pt x="13489" y="2517"/>
                    <a:pt x="13466" y="2592"/>
                    <a:pt x="13466" y="2645"/>
                  </a:cubicBezTo>
                  <a:cubicBezTo>
                    <a:pt x="13466" y="2689"/>
                    <a:pt x="13401" y="2717"/>
                    <a:pt x="13318" y="2717"/>
                  </a:cubicBezTo>
                  <a:cubicBezTo>
                    <a:pt x="13288" y="2717"/>
                    <a:pt x="13256" y="2714"/>
                    <a:pt x="13223" y="2706"/>
                  </a:cubicBezTo>
                  <a:lnTo>
                    <a:pt x="13162" y="2675"/>
                  </a:lnTo>
                  <a:lnTo>
                    <a:pt x="13071" y="2645"/>
                  </a:lnTo>
                  <a:cubicBezTo>
                    <a:pt x="12980" y="2614"/>
                    <a:pt x="12889" y="2584"/>
                    <a:pt x="12797" y="2523"/>
                  </a:cubicBezTo>
                  <a:cubicBezTo>
                    <a:pt x="12797" y="2518"/>
                    <a:pt x="12795" y="2515"/>
                    <a:pt x="12790" y="2515"/>
                  </a:cubicBezTo>
                  <a:cubicBezTo>
                    <a:pt x="12768" y="2515"/>
                    <a:pt x="12701" y="2574"/>
                    <a:pt x="12676" y="2675"/>
                  </a:cubicBezTo>
                  <a:lnTo>
                    <a:pt x="12554" y="2766"/>
                  </a:lnTo>
                  <a:lnTo>
                    <a:pt x="12463" y="2827"/>
                  </a:lnTo>
                  <a:cubicBezTo>
                    <a:pt x="12428" y="2916"/>
                    <a:pt x="12382" y="2963"/>
                    <a:pt x="12344" y="2963"/>
                  </a:cubicBezTo>
                  <a:cubicBezTo>
                    <a:pt x="12317" y="2963"/>
                    <a:pt x="12293" y="2939"/>
                    <a:pt x="12281" y="2888"/>
                  </a:cubicBezTo>
                  <a:lnTo>
                    <a:pt x="12220" y="2797"/>
                  </a:lnTo>
                  <a:lnTo>
                    <a:pt x="12220" y="2766"/>
                  </a:lnTo>
                  <a:cubicBezTo>
                    <a:pt x="12190" y="2751"/>
                    <a:pt x="12159" y="2744"/>
                    <a:pt x="12129" y="2744"/>
                  </a:cubicBezTo>
                  <a:cubicBezTo>
                    <a:pt x="12098" y="2744"/>
                    <a:pt x="12068" y="2751"/>
                    <a:pt x="12038" y="2766"/>
                  </a:cubicBezTo>
                  <a:lnTo>
                    <a:pt x="12038" y="2797"/>
                  </a:lnTo>
                  <a:lnTo>
                    <a:pt x="12038" y="2918"/>
                  </a:lnTo>
                  <a:cubicBezTo>
                    <a:pt x="12068" y="3009"/>
                    <a:pt x="12068" y="3131"/>
                    <a:pt x="12068" y="3222"/>
                  </a:cubicBezTo>
                  <a:cubicBezTo>
                    <a:pt x="11977" y="3131"/>
                    <a:pt x="11916" y="3040"/>
                    <a:pt x="11855" y="2949"/>
                  </a:cubicBezTo>
                  <a:cubicBezTo>
                    <a:pt x="11817" y="2891"/>
                    <a:pt x="11766" y="2870"/>
                    <a:pt x="11711" y="2870"/>
                  </a:cubicBezTo>
                  <a:cubicBezTo>
                    <a:pt x="11679" y="2870"/>
                    <a:pt x="11645" y="2877"/>
                    <a:pt x="11612" y="2888"/>
                  </a:cubicBezTo>
                  <a:cubicBezTo>
                    <a:pt x="11603" y="2897"/>
                    <a:pt x="11586" y="2900"/>
                    <a:pt x="11566" y="2900"/>
                  </a:cubicBezTo>
                  <a:cubicBezTo>
                    <a:pt x="11518" y="2900"/>
                    <a:pt x="11451" y="2879"/>
                    <a:pt x="11430" y="2857"/>
                  </a:cubicBezTo>
                  <a:cubicBezTo>
                    <a:pt x="11421" y="2849"/>
                    <a:pt x="11399" y="2845"/>
                    <a:pt x="11371" y="2845"/>
                  </a:cubicBezTo>
                  <a:cubicBezTo>
                    <a:pt x="11305" y="2845"/>
                    <a:pt x="11208" y="2866"/>
                    <a:pt x="11187" y="2888"/>
                  </a:cubicBezTo>
                  <a:cubicBezTo>
                    <a:pt x="11156" y="2888"/>
                    <a:pt x="11126" y="2949"/>
                    <a:pt x="11156" y="2949"/>
                  </a:cubicBezTo>
                  <a:lnTo>
                    <a:pt x="11156" y="2979"/>
                  </a:lnTo>
                  <a:cubicBezTo>
                    <a:pt x="11156" y="2979"/>
                    <a:pt x="11156" y="3009"/>
                    <a:pt x="11156" y="3040"/>
                  </a:cubicBezTo>
                  <a:cubicBezTo>
                    <a:pt x="11095" y="3070"/>
                    <a:pt x="11065" y="3070"/>
                    <a:pt x="11004" y="3101"/>
                  </a:cubicBezTo>
                  <a:lnTo>
                    <a:pt x="10974" y="3101"/>
                  </a:lnTo>
                  <a:cubicBezTo>
                    <a:pt x="10967" y="3097"/>
                    <a:pt x="10955" y="3096"/>
                    <a:pt x="10939" y="3096"/>
                  </a:cubicBezTo>
                  <a:cubicBezTo>
                    <a:pt x="10830" y="3096"/>
                    <a:pt x="10528" y="3166"/>
                    <a:pt x="10346" y="3166"/>
                  </a:cubicBezTo>
                  <a:cubicBezTo>
                    <a:pt x="10319" y="3166"/>
                    <a:pt x="10295" y="3165"/>
                    <a:pt x="10275" y="3161"/>
                  </a:cubicBezTo>
                  <a:lnTo>
                    <a:pt x="9940" y="3101"/>
                  </a:lnTo>
                  <a:cubicBezTo>
                    <a:pt x="9910" y="3131"/>
                    <a:pt x="9849" y="3192"/>
                    <a:pt x="9849" y="3192"/>
                  </a:cubicBezTo>
                  <a:cubicBezTo>
                    <a:pt x="9910" y="3222"/>
                    <a:pt x="9940" y="3253"/>
                    <a:pt x="10001" y="3283"/>
                  </a:cubicBezTo>
                  <a:cubicBezTo>
                    <a:pt x="10050" y="3283"/>
                    <a:pt x="10079" y="3205"/>
                    <a:pt x="10120" y="3205"/>
                  </a:cubicBezTo>
                  <a:cubicBezTo>
                    <a:pt x="10130" y="3205"/>
                    <a:pt x="10141" y="3210"/>
                    <a:pt x="10153" y="3222"/>
                  </a:cubicBezTo>
                  <a:cubicBezTo>
                    <a:pt x="10183" y="3283"/>
                    <a:pt x="10244" y="3344"/>
                    <a:pt x="10244" y="3374"/>
                  </a:cubicBezTo>
                  <a:lnTo>
                    <a:pt x="10244" y="3435"/>
                  </a:lnTo>
                  <a:cubicBezTo>
                    <a:pt x="10153" y="3465"/>
                    <a:pt x="10305" y="3557"/>
                    <a:pt x="10396" y="3587"/>
                  </a:cubicBezTo>
                  <a:cubicBezTo>
                    <a:pt x="10487" y="3587"/>
                    <a:pt x="10579" y="3587"/>
                    <a:pt x="10579" y="3526"/>
                  </a:cubicBezTo>
                  <a:lnTo>
                    <a:pt x="10579" y="3496"/>
                  </a:lnTo>
                  <a:lnTo>
                    <a:pt x="10579" y="3435"/>
                  </a:lnTo>
                  <a:cubicBezTo>
                    <a:pt x="10548" y="3405"/>
                    <a:pt x="10670" y="3374"/>
                    <a:pt x="10731" y="3374"/>
                  </a:cubicBezTo>
                  <a:cubicBezTo>
                    <a:pt x="10791" y="3374"/>
                    <a:pt x="10822" y="3587"/>
                    <a:pt x="10791" y="3648"/>
                  </a:cubicBezTo>
                  <a:cubicBezTo>
                    <a:pt x="10791" y="3709"/>
                    <a:pt x="10670" y="3800"/>
                    <a:pt x="10518" y="3800"/>
                  </a:cubicBezTo>
                  <a:lnTo>
                    <a:pt x="10366" y="3709"/>
                  </a:lnTo>
                  <a:lnTo>
                    <a:pt x="10183" y="3617"/>
                  </a:lnTo>
                  <a:cubicBezTo>
                    <a:pt x="10031" y="3800"/>
                    <a:pt x="10062" y="3952"/>
                    <a:pt x="10092" y="3952"/>
                  </a:cubicBezTo>
                  <a:lnTo>
                    <a:pt x="10487" y="3952"/>
                  </a:lnTo>
                  <a:lnTo>
                    <a:pt x="10579" y="4073"/>
                  </a:lnTo>
                  <a:cubicBezTo>
                    <a:pt x="10639" y="4073"/>
                    <a:pt x="10639" y="4134"/>
                    <a:pt x="10639" y="4165"/>
                  </a:cubicBezTo>
                  <a:cubicBezTo>
                    <a:pt x="10670" y="4165"/>
                    <a:pt x="10731" y="4073"/>
                    <a:pt x="10731" y="4013"/>
                  </a:cubicBezTo>
                  <a:cubicBezTo>
                    <a:pt x="10731" y="3982"/>
                    <a:pt x="10883" y="3952"/>
                    <a:pt x="10943" y="3952"/>
                  </a:cubicBezTo>
                  <a:cubicBezTo>
                    <a:pt x="10974" y="3952"/>
                    <a:pt x="10974" y="4013"/>
                    <a:pt x="10974" y="4043"/>
                  </a:cubicBezTo>
                  <a:cubicBezTo>
                    <a:pt x="10974" y="4064"/>
                    <a:pt x="11075" y="4099"/>
                    <a:pt x="11148" y="4099"/>
                  </a:cubicBezTo>
                  <a:cubicBezTo>
                    <a:pt x="11181" y="4099"/>
                    <a:pt x="11207" y="4092"/>
                    <a:pt x="11217" y="4073"/>
                  </a:cubicBezTo>
                  <a:cubicBezTo>
                    <a:pt x="11232" y="4043"/>
                    <a:pt x="11270" y="4028"/>
                    <a:pt x="11312" y="4028"/>
                  </a:cubicBezTo>
                  <a:cubicBezTo>
                    <a:pt x="11354" y="4028"/>
                    <a:pt x="11399" y="4043"/>
                    <a:pt x="11430" y="4073"/>
                  </a:cubicBezTo>
                  <a:lnTo>
                    <a:pt x="11521" y="4104"/>
                  </a:lnTo>
                  <a:cubicBezTo>
                    <a:pt x="11538" y="4107"/>
                    <a:pt x="11552" y="4109"/>
                    <a:pt x="11564" y="4109"/>
                  </a:cubicBezTo>
                  <a:cubicBezTo>
                    <a:pt x="11661" y="4109"/>
                    <a:pt x="11619" y="4009"/>
                    <a:pt x="11673" y="3982"/>
                  </a:cubicBezTo>
                  <a:lnTo>
                    <a:pt x="11734" y="3952"/>
                  </a:lnTo>
                  <a:cubicBezTo>
                    <a:pt x="11825" y="3952"/>
                    <a:pt x="11946" y="3982"/>
                    <a:pt x="12038" y="4043"/>
                  </a:cubicBezTo>
                  <a:lnTo>
                    <a:pt x="12038" y="4134"/>
                  </a:lnTo>
                  <a:cubicBezTo>
                    <a:pt x="11946" y="4225"/>
                    <a:pt x="11825" y="4256"/>
                    <a:pt x="11703" y="4286"/>
                  </a:cubicBezTo>
                  <a:lnTo>
                    <a:pt x="11673" y="4286"/>
                  </a:lnTo>
                  <a:cubicBezTo>
                    <a:pt x="11642" y="4316"/>
                    <a:pt x="11582" y="4316"/>
                    <a:pt x="11551" y="4316"/>
                  </a:cubicBezTo>
                  <a:cubicBezTo>
                    <a:pt x="11460" y="4286"/>
                    <a:pt x="11399" y="4256"/>
                    <a:pt x="11308" y="4225"/>
                  </a:cubicBezTo>
                  <a:lnTo>
                    <a:pt x="11247" y="4225"/>
                  </a:lnTo>
                  <a:cubicBezTo>
                    <a:pt x="11231" y="4217"/>
                    <a:pt x="11215" y="4214"/>
                    <a:pt x="11199" y="4214"/>
                  </a:cubicBezTo>
                  <a:cubicBezTo>
                    <a:pt x="11094" y="4214"/>
                    <a:pt x="10992" y="4379"/>
                    <a:pt x="10913" y="4590"/>
                  </a:cubicBezTo>
                  <a:lnTo>
                    <a:pt x="11278" y="4712"/>
                  </a:lnTo>
                  <a:lnTo>
                    <a:pt x="11308" y="4712"/>
                  </a:lnTo>
                  <a:cubicBezTo>
                    <a:pt x="11308" y="4803"/>
                    <a:pt x="11399" y="4894"/>
                    <a:pt x="11490" y="4924"/>
                  </a:cubicBezTo>
                  <a:cubicBezTo>
                    <a:pt x="11521" y="4924"/>
                    <a:pt x="11551" y="4955"/>
                    <a:pt x="11521" y="5016"/>
                  </a:cubicBezTo>
                  <a:lnTo>
                    <a:pt x="11490" y="5076"/>
                  </a:lnTo>
                  <a:lnTo>
                    <a:pt x="11490" y="5107"/>
                  </a:lnTo>
                  <a:cubicBezTo>
                    <a:pt x="11582" y="5137"/>
                    <a:pt x="11665" y="5152"/>
                    <a:pt x="11745" y="5152"/>
                  </a:cubicBezTo>
                  <a:cubicBezTo>
                    <a:pt x="11825" y="5152"/>
                    <a:pt x="11901" y="5137"/>
                    <a:pt x="11977" y="5107"/>
                  </a:cubicBezTo>
                  <a:cubicBezTo>
                    <a:pt x="12098" y="5076"/>
                    <a:pt x="12159" y="4955"/>
                    <a:pt x="12068" y="4833"/>
                  </a:cubicBezTo>
                  <a:lnTo>
                    <a:pt x="12250" y="4803"/>
                  </a:lnTo>
                  <a:lnTo>
                    <a:pt x="12402" y="4772"/>
                  </a:lnTo>
                  <a:lnTo>
                    <a:pt x="12433" y="4772"/>
                  </a:lnTo>
                  <a:cubicBezTo>
                    <a:pt x="12463" y="4772"/>
                    <a:pt x="12494" y="4833"/>
                    <a:pt x="12463" y="4864"/>
                  </a:cubicBezTo>
                  <a:cubicBezTo>
                    <a:pt x="12463" y="4864"/>
                    <a:pt x="12433" y="4985"/>
                    <a:pt x="12402" y="5076"/>
                  </a:cubicBezTo>
                  <a:lnTo>
                    <a:pt x="12402" y="5137"/>
                  </a:lnTo>
                  <a:cubicBezTo>
                    <a:pt x="12418" y="5228"/>
                    <a:pt x="12463" y="5251"/>
                    <a:pt x="12516" y="5251"/>
                  </a:cubicBezTo>
                  <a:cubicBezTo>
                    <a:pt x="12570" y="5251"/>
                    <a:pt x="12630" y="5228"/>
                    <a:pt x="12676" y="5228"/>
                  </a:cubicBezTo>
                  <a:cubicBezTo>
                    <a:pt x="12706" y="5198"/>
                    <a:pt x="12706" y="5137"/>
                    <a:pt x="12706" y="5107"/>
                  </a:cubicBezTo>
                  <a:lnTo>
                    <a:pt x="12645" y="5107"/>
                  </a:lnTo>
                  <a:cubicBezTo>
                    <a:pt x="12494" y="5107"/>
                    <a:pt x="12494" y="5107"/>
                    <a:pt x="12524" y="5016"/>
                  </a:cubicBezTo>
                  <a:lnTo>
                    <a:pt x="12554" y="4985"/>
                  </a:lnTo>
                  <a:cubicBezTo>
                    <a:pt x="12562" y="4971"/>
                    <a:pt x="12581" y="4965"/>
                    <a:pt x="12608" y="4965"/>
                  </a:cubicBezTo>
                  <a:cubicBezTo>
                    <a:pt x="12691" y="4965"/>
                    <a:pt x="12842" y="5023"/>
                    <a:pt x="12889" y="5046"/>
                  </a:cubicBezTo>
                  <a:cubicBezTo>
                    <a:pt x="12980" y="5107"/>
                    <a:pt x="13071" y="5168"/>
                    <a:pt x="13193" y="5168"/>
                  </a:cubicBezTo>
                  <a:cubicBezTo>
                    <a:pt x="13284" y="5168"/>
                    <a:pt x="13345" y="5168"/>
                    <a:pt x="13436" y="5137"/>
                  </a:cubicBezTo>
                  <a:cubicBezTo>
                    <a:pt x="13557" y="5107"/>
                    <a:pt x="13679" y="5107"/>
                    <a:pt x="13801" y="5107"/>
                  </a:cubicBezTo>
                  <a:lnTo>
                    <a:pt x="13953" y="5198"/>
                  </a:lnTo>
                  <a:cubicBezTo>
                    <a:pt x="14036" y="5281"/>
                    <a:pt x="14119" y="5415"/>
                    <a:pt x="14294" y="5415"/>
                  </a:cubicBezTo>
                  <a:cubicBezTo>
                    <a:pt x="14311" y="5415"/>
                    <a:pt x="14329" y="5413"/>
                    <a:pt x="14348" y="5411"/>
                  </a:cubicBezTo>
                  <a:lnTo>
                    <a:pt x="15260" y="5411"/>
                  </a:lnTo>
                  <a:cubicBezTo>
                    <a:pt x="15412" y="5411"/>
                    <a:pt x="15563" y="5411"/>
                    <a:pt x="15715" y="5472"/>
                  </a:cubicBezTo>
                  <a:cubicBezTo>
                    <a:pt x="15733" y="5477"/>
                    <a:pt x="15754" y="5480"/>
                    <a:pt x="15777" y="5480"/>
                  </a:cubicBezTo>
                  <a:cubicBezTo>
                    <a:pt x="15874" y="5480"/>
                    <a:pt x="16012" y="5435"/>
                    <a:pt x="16111" y="5411"/>
                  </a:cubicBezTo>
                  <a:cubicBezTo>
                    <a:pt x="16141" y="5411"/>
                    <a:pt x="16179" y="5418"/>
                    <a:pt x="16213" y="5418"/>
                  </a:cubicBezTo>
                  <a:cubicBezTo>
                    <a:pt x="16247" y="5418"/>
                    <a:pt x="16278" y="5411"/>
                    <a:pt x="16293" y="5380"/>
                  </a:cubicBezTo>
                  <a:cubicBezTo>
                    <a:pt x="16319" y="5328"/>
                    <a:pt x="16323" y="5253"/>
                    <a:pt x="16402" y="5253"/>
                  </a:cubicBezTo>
                  <a:cubicBezTo>
                    <a:pt x="16414" y="5253"/>
                    <a:pt x="16428" y="5255"/>
                    <a:pt x="16445" y="5259"/>
                  </a:cubicBezTo>
                  <a:lnTo>
                    <a:pt x="16506" y="5259"/>
                  </a:lnTo>
                  <a:cubicBezTo>
                    <a:pt x="16567" y="5320"/>
                    <a:pt x="16567" y="5411"/>
                    <a:pt x="16506" y="5472"/>
                  </a:cubicBezTo>
                  <a:lnTo>
                    <a:pt x="16323" y="5472"/>
                  </a:lnTo>
                  <a:cubicBezTo>
                    <a:pt x="16232" y="5563"/>
                    <a:pt x="16141" y="5593"/>
                    <a:pt x="16050" y="5623"/>
                  </a:cubicBezTo>
                  <a:lnTo>
                    <a:pt x="15928" y="5623"/>
                  </a:lnTo>
                  <a:cubicBezTo>
                    <a:pt x="15920" y="5619"/>
                    <a:pt x="15911" y="5617"/>
                    <a:pt x="15902" y="5617"/>
                  </a:cubicBezTo>
                  <a:cubicBezTo>
                    <a:pt x="15844" y="5617"/>
                    <a:pt x="15776" y="5693"/>
                    <a:pt x="15776" y="5745"/>
                  </a:cubicBezTo>
                  <a:cubicBezTo>
                    <a:pt x="15776" y="5752"/>
                    <a:pt x="15768" y="5756"/>
                    <a:pt x="15752" y="5756"/>
                  </a:cubicBezTo>
                  <a:cubicBezTo>
                    <a:pt x="15703" y="5756"/>
                    <a:pt x="15581" y="5716"/>
                    <a:pt x="15442" y="5623"/>
                  </a:cubicBezTo>
                  <a:lnTo>
                    <a:pt x="15168" y="5775"/>
                  </a:lnTo>
                  <a:lnTo>
                    <a:pt x="14925" y="5775"/>
                  </a:lnTo>
                  <a:cubicBezTo>
                    <a:pt x="14773" y="5745"/>
                    <a:pt x="14621" y="5745"/>
                    <a:pt x="14469" y="5745"/>
                  </a:cubicBezTo>
                  <a:lnTo>
                    <a:pt x="14256" y="5745"/>
                  </a:lnTo>
                  <a:cubicBezTo>
                    <a:pt x="14211" y="5745"/>
                    <a:pt x="14135" y="5737"/>
                    <a:pt x="14063" y="5737"/>
                  </a:cubicBezTo>
                  <a:cubicBezTo>
                    <a:pt x="13991" y="5737"/>
                    <a:pt x="13922" y="5745"/>
                    <a:pt x="13892" y="5775"/>
                  </a:cubicBezTo>
                  <a:cubicBezTo>
                    <a:pt x="13831" y="5836"/>
                    <a:pt x="13770" y="5927"/>
                    <a:pt x="13709" y="5988"/>
                  </a:cubicBezTo>
                  <a:cubicBezTo>
                    <a:pt x="13649" y="5988"/>
                    <a:pt x="13466" y="5897"/>
                    <a:pt x="13436" y="5867"/>
                  </a:cubicBezTo>
                  <a:cubicBezTo>
                    <a:pt x="13284" y="5867"/>
                    <a:pt x="13162" y="5867"/>
                    <a:pt x="13041" y="5927"/>
                  </a:cubicBezTo>
                  <a:cubicBezTo>
                    <a:pt x="12980" y="5927"/>
                    <a:pt x="12889" y="5927"/>
                    <a:pt x="12858" y="5867"/>
                  </a:cubicBezTo>
                  <a:cubicBezTo>
                    <a:pt x="12858" y="5861"/>
                    <a:pt x="12854" y="5858"/>
                    <a:pt x="12846" y="5858"/>
                  </a:cubicBezTo>
                  <a:cubicBezTo>
                    <a:pt x="12815" y="5858"/>
                    <a:pt x="12731" y="5903"/>
                    <a:pt x="12706" y="5927"/>
                  </a:cubicBezTo>
                  <a:lnTo>
                    <a:pt x="12402" y="5927"/>
                  </a:lnTo>
                  <a:cubicBezTo>
                    <a:pt x="12281" y="5927"/>
                    <a:pt x="12129" y="5927"/>
                    <a:pt x="12007" y="5958"/>
                  </a:cubicBezTo>
                  <a:cubicBezTo>
                    <a:pt x="11931" y="5973"/>
                    <a:pt x="11855" y="5981"/>
                    <a:pt x="11779" y="5981"/>
                  </a:cubicBezTo>
                  <a:cubicBezTo>
                    <a:pt x="11703" y="5981"/>
                    <a:pt x="11627" y="5973"/>
                    <a:pt x="11551" y="5958"/>
                  </a:cubicBezTo>
                  <a:lnTo>
                    <a:pt x="11399" y="5958"/>
                  </a:lnTo>
                  <a:cubicBezTo>
                    <a:pt x="11247" y="5988"/>
                    <a:pt x="11095" y="6019"/>
                    <a:pt x="10974" y="6079"/>
                  </a:cubicBezTo>
                  <a:cubicBezTo>
                    <a:pt x="10913" y="6079"/>
                    <a:pt x="10913" y="6201"/>
                    <a:pt x="10852" y="6201"/>
                  </a:cubicBezTo>
                  <a:cubicBezTo>
                    <a:pt x="10831" y="6206"/>
                    <a:pt x="10813" y="6209"/>
                    <a:pt x="10798" y="6209"/>
                  </a:cubicBezTo>
                  <a:cubicBezTo>
                    <a:pt x="10731" y="6209"/>
                    <a:pt x="10731" y="6154"/>
                    <a:pt x="10731" y="6079"/>
                  </a:cubicBezTo>
                  <a:lnTo>
                    <a:pt x="10639" y="6079"/>
                  </a:lnTo>
                  <a:cubicBezTo>
                    <a:pt x="10582" y="6137"/>
                    <a:pt x="10499" y="6158"/>
                    <a:pt x="10416" y="6158"/>
                  </a:cubicBezTo>
                  <a:cubicBezTo>
                    <a:pt x="10368" y="6158"/>
                    <a:pt x="10319" y="6151"/>
                    <a:pt x="10275" y="6140"/>
                  </a:cubicBezTo>
                  <a:lnTo>
                    <a:pt x="10062" y="6110"/>
                  </a:lnTo>
                  <a:lnTo>
                    <a:pt x="10062" y="6110"/>
                  </a:lnTo>
                  <a:cubicBezTo>
                    <a:pt x="10080" y="6181"/>
                    <a:pt x="10066" y="6211"/>
                    <a:pt x="10040" y="6211"/>
                  </a:cubicBezTo>
                  <a:cubicBezTo>
                    <a:pt x="10021" y="6211"/>
                    <a:pt x="9996" y="6196"/>
                    <a:pt x="9971" y="6171"/>
                  </a:cubicBezTo>
                  <a:lnTo>
                    <a:pt x="9819" y="6171"/>
                  </a:lnTo>
                  <a:cubicBezTo>
                    <a:pt x="9697" y="6201"/>
                    <a:pt x="9606" y="6231"/>
                    <a:pt x="9484" y="6262"/>
                  </a:cubicBezTo>
                  <a:lnTo>
                    <a:pt x="9393" y="6262"/>
                  </a:lnTo>
                  <a:cubicBezTo>
                    <a:pt x="9363" y="6292"/>
                    <a:pt x="9332" y="6292"/>
                    <a:pt x="9272" y="6323"/>
                  </a:cubicBezTo>
                  <a:cubicBezTo>
                    <a:pt x="9164" y="6344"/>
                    <a:pt x="9057" y="6366"/>
                    <a:pt x="8949" y="6366"/>
                  </a:cubicBezTo>
                  <a:cubicBezTo>
                    <a:pt x="8905" y="6366"/>
                    <a:pt x="8860" y="6362"/>
                    <a:pt x="8816" y="6353"/>
                  </a:cubicBezTo>
                  <a:lnTo>
                    <a:pt x="8724" y="6353"/>
                  </a:lnTo>
                  <a:cubicBezTo>
                    <a:pt x="8603" y="6353"/>
                    <a:pt x="8177" y="6535"/>
                    <a:pt x="8056" y="6535"/>
                  </a:cubicBezTo>
                  <a:cubicBezTo>
                    <a:pt x="7954" y="6535"/>
                    <a:pt x="7718" y="6495"/>
                    <a:pt x="7554" y="6495"/>
                  </a:cubicBezTo>
                  <a:cubicBezTo>
                    <a:pt x="7471" y="6495"/>
                    <a:pt x="7407" y="6505"/>
                    <a:pt x="7387" y="6535"/>
                  </a:cubicBezTo>
                  <a:cubicBezTo>
                    <a:pt x="7348" y="6594"/>
                    <a:pt x="7296" y="6628"/>
                    <a:pt x="7248" y="6628"/>
                  </a:cubicBezTo>
                  <a:cubicBezTo>
                    <a:pt x="7221" y="6628"/>
                    <a:pt x="7196" y="6618"/>
                    <a:pt x="7174" y="6596"/>
                  </a:cubicBezTo>
                  <a:lnTo>
                    <a:pt x="7144" y="6535"/>
                  </a:lnTo>
                  <a:lnTo>
                    <a:pt x="7113" y="6505"/>
                  </a:lnTo>
                  <a:cubicBezTo>
                    <a:pt x="7024" y="6469"/>
                    <a:pt x="6946" y="6455"/>
                    <a:pt x="6865" y="6455"/>
                  </a:cubicBezTo>
                  <a:cubicBezTo>
                    <a:pt x="6809" y="6455"/>
                    <a:pt x="6751" y="6462"/>
                    <a:pt x="6688" y="6475"/>
                  </a:cubicBezTo>
                  <a:lnTo>
                    <a:pt x="6536" y="6535"/>
                  </a:lnTo>
                  <a:cubicBezTo>
                    <a:pt x="6436" y="6586"/>
                    <a:pt x="6335" y="6608"/>
                    <a:pt x="6235" y="6608"/>
                  </a:cubicBezTo>
                  <a:cubicBezTo>
                    <a:pt x="6153" y="6608"/>
                    <a:pt x="6071" y="6593"/>
                    <a:pt x="5989" y="6566"/>
                  </a:cubicBezTo>
                  <a:cubicBezTo>
                    <a:pt x="5928" y="6551"/>
                    <a:pt x="5867" y="6543"/>
                    <a:pt x="5803" y="6543"/>
                  </a:cubicBezTo>
                  <a:cubicBezTo>
                    <a:pt x="5738" y="6543"/>
                    <a:pt x="5670" y="6551"/>
                    <a:pt x="5594" y="6566"/>
                  </a:cubicBezTo>
                  <a:lnTo>
                    <a:pt x="5503" y="6596"/>
                  </a:lnTo>
                  <a:cubicBezTo>
                    <a:pt x="5381" y="6657"/>
                    <a:pt x="5168" y="6748"/>
                    <a:pt x="5077" y="6839"/>
                  </a:cubicBezTo>
                  <a:lnTo>
                    <a:pt x="4925" y="6687"/>
                  </a:lnTo>
                  <a:cubicBezTo>
                    <a:pt x="4918" y="6684"/>
                    <a:pt x="4910" y="6682"/>
                    <a:pt x="4900" y="6682"/>
                  </a:cubicBezTo>
                  <a:cubicBezTo>
                    <a:pt x="4834" y="6682"/>
                    <a:pt x="4709" y="6753"/>
                    <a:pt x="4625" y="6753"/>
                  </a:cubicBezTo>
                  <a:cubicBezTo>
                    <a:pt x="4612" y="6753"/>
                    <a:pt x="4601" y="6752"/>
                    <a:pt x="4591" y="6748"/>
                  </a:cubicBezTo>
                  <a:lnTo>
                    <a:pt x="4317" y="6627"/>
                  </a:lnTo>
                  <a:cubicBezTo>
                    <a:pt x="4195" y="6718"/>
                    <a:pt x="4013" y="6748"/>
                    <a:pt x="3861" y="6748"/>
                  </a:cubicBezTo>
                  <a:cubicBezTo>
                    <a:pt x="3834" y="6739"/>
                    <a:pt x="3810" y="6736"/>
                    <a:pt x="3788" y="6736"/>
                  </a:cubicBezTo>
                  <a:cubicBezTo>
                    <a:pt x="3734" y="6736"/>
                    <a:pt x="3691" y="6757"/>
                    <a:pt x="3648" y="6779"/>
                  </a:cubicBezTo>
                  <a:lnTo>
                    <a:pt x="3588" y="6779"/>
                  </a:lnTo>
                  <a:lnTo>
                    <a:pt x="3284" y="6718"/>
                  </a:lnTo>
                  <a:cubicBezTo>
                    <a:pt x="3149" y="6814"/>
                    <a:pt x="3039" y="6874"/>
                    <a:pt x="2976" y="6874"/>
                  </a:cubicBezTo>
                  <a:cubicBezTo>
                    <a:pt x="2939" y="6874"/>
                    <a:pt x="2919" y="6854"/>
                    <a:pt x="2919" y="6809"/>
                  </a:cubicBezTo>
                  <a:lnTo>
                    <a:pt x="2706" y="6900"/>
                  </a:lnTo>
                  <a:cubicBezTo>
                    <a:pt x="2661" y="6915"/>
                    <a:pt x="2615" y="6923"/>
                    <a:pt x="2569" y="6923"/>
                  </a:cubicBezTo>
                  <a:cubicBezTo>
                    <a:pt x="2524" y="6923"/>
                    <a:pt x="2478" y="6915"/>
                    <a:pt x="2433" y="6900"/>
                  </a:cubicBezTo>
                  <a:cubicBezTo>
                    <a:pt x="2402" y="6870"/>
                    <a:pt x="2357" y="6855"/>
                    <a:pt x="2311" y="6855"/>
                  </a:cubicBezTo>
                  <a:cubicBezTo>
                    <a:pt x="2265" y="6855"/>
                    <a:pt x="2220" y="6870"/>
                    <a:pt x="2189" y="6900"/>
                  </a:cubicBezTo>
                  <a:cubicBezTo>
                    <a:pt x="2176" y="6905"/>
                    <a:pt x="2162" y="6906"/>
                    <a:pt x="2148" y="6906"/>
                  </a:cubicBezTo>
                  <a:cubicBezTo>
                    <a:pt x="2078" y="6906"/>
                    <a:pt x="1997" y="6863"/>
                    <a:pt x="1927" y="6863"/>
                  </a:cubicBezTo>
                  <a:cubicBezTo>
                    <a:pt x="1913" y="6863"/>
                    <a:pt x="1899" y="6865"/>
                    <a:pt x="1885" y="6870"/>
                  </a:cubicBezTo>
                  <a:lnTo>
                    <a:pt x="1794" y="6900"/>
                  </a:lnTo>
                  <a:cubicBezTo>
                    <a:pt x="1673" y="6900"/>
                    <a:pt x="1399" y="6991"/>
                    <a:pt x="1308" y="6991"/>
                  </a:cubicBezTo>
                  <a:cubicBezTo>
                    <a:pt x="1304" y="6990"/>
                    <a:pt x="1300" y="6989"/>
                    <a:pt x="1295" y="6989"/>
                  </a:cubicBezTo>
                  <a:cubicBezTo>
                    <a:pt x="1219" y="6989"/>
                    <a:pt x="1000" y="7204"/>
                    <a:pt x="943" y="7204"/>
                  </a:cubicBezTo>
                  <a:cubicBezTo>
                    <a:pt x="882" y="7174"/>
                    <a:pt x="761" y="7174"/>
                    <a:pt x="670" y="7174"/>
                  </a:cubicBezTo>
                  <a:lnTo>
                    <a:pt x="609" y="7265"/>
                  </a:lnTo>
                  <a:cubicBezTo>
                    <a:pt x="578" y="7295"/>
                    <a:pt x="396" y="7295"/>
                    <a:pt x="335" y="7326"/>
                  </a:cubicBezTo>
                  <a:cubicBezTo>
                    <a:pt x="244" y="7386"/>
                    <a:pt x="183" y="7478"/>
                    <a:pt x="153" y="7599"/>
                  </a:cubicBezTo>
                  <a:cubicBezTo>
                    <a:pt x="122" y="7690"/>
                    <a:pt x="183" y="7782"/>
                    <a:pt x="244" y="7903"/>
                  </a:cubicBezTo>
                  <a:lnTo>
                    <a:pt x="274" y="7994"/>
                  </a:lnTo>
                  <a:cubicBezTo>
                    <a:pt x="305" y="8086"/>
                    <a:pt x="183" y="8207"/>
                    <a:pt x="122" y="8207"/>
                  </a:cubicBezTo>
                  <a:cubicBezTo>
                    <a:pt x="62" y="8238"/>
                    <a:pt x="122" y="8450"/>
                    <a:pt x="62" y="8481"/>
                  </a:cubicBezTo>
                  <a:cubicBezTo>
                    <a:pt x="1" y="8541"/>
                    <a:pt x="92" y="8602"/>
                    <a:pt x="122" y="8633"/>
                  </a:cubicBezTo>
                  <a:cubicBezTo>
                    <a:pt x="183" y="8633"/>
                    <a:pt x="183" y="8754"/>
                    <a:pt x="92" y="8876"/>
                  </a:cubicBezTo>
                  <a:lnTo>
                    <a:pt x="153" y="8937"/>
                  </a:lnTo>
                  <a:lnTo>
                    <a:pt x="335" y="9149"/>
                  </a:lnTo>
                  <a:cubicBezTo>
                    <a:pt x="396" y="9362"/>
                    <a:pt x="487" y="9545"/>
                    <a:pt x="639" y="9727"/>
                  </a:cubicBezTo>
                  <a:lnTo>
                    <a:pt x="548" y="9818"/>
                  </a:lnTo>
                  <a:cubicBezTo>
                    <a:pt x="518" y="9879"/>
                    <a:pt x="548" y="9940"/>
                    <a:pt x="670" y="9970"/>
                  </a:cubicBezTo>
                  <a:lnTo>
                    <a:pt x="791" y="10000"/>
                  </a:lnTo>
                  <a:cubicBezTo>
                    <a:pt x="700" y="10061"/>
                    <a:pt x="609" y="10152"/>
                    <a:pt x="518" y="10213"/>
                  </a:cubicBezTo>
                  <a:cubicBezTo>
                    <a:pt x="457" y="10213"/>
                    <a:pt x="548" y="10335"/>
                    <a:pt x="578" y="10365"/>
                  </a:cubicBezTo>
                  <a:cubicBezTo>
                    <a:pt x="609" y="10426"/>
                    <a:pt x="639" y="10487"/>
                    <a:pt x="609" y="10548"/>
                  </a:cubicBezTo>
                  <a:lnTo>
                    <a:pt x="578" y="10608"/>
                  </a:lnTo>
                  <a:cubicBezTo>
                    <a:pt x="578" y="10730"/>
                    <a:pt x="639" y="10760"/>
                    <a:pt x="730" y="10760"/>
                  </a:cubicBezTo>
                  <a:lnTo>
                    <a:pt x="974" y="10730"/>
                  </a:lnTo>
                  <a:lnTo>
                    <a:pt x="974" y="10730"/>
                  </a:lnTo>
                  <a:cubicBezTo>
                    <a:pt x="943" y="10791"/>
                    <a:pt x="882" y="11004"/>
                    <a:pt x="822" y="11186"/>
                  </a:cubicBezTo>
                  <a:lnTo>
                    <a:pt x="1126" y="11338"/>
                  </a:lnTo>
                  <a:lnTo>
                    <a:pt x="1217" y="11368"/>
                  </a:lnTo>
                  <a:cubicBezTo>
                    <a:pt x="1338" y="11399"/>
                    <a:pt x="1490" y="11429"/>
                    <a:pt x="1612" y="11429"/>
                  </a:cubicBezTo>
                  <a:lnTo>
                    <a:pt x="1733" y="11459"/>
                  </a:lnTo>
                  <a:lnTo>
                    <a:pt x="1946" y="11490"/>
                  </a:lnTo>
                  <a:cubicBezTo>
                    <a:pt x="2129" y="11551"/>
                    <a:pt x="2706" y="11794"/>
                    <a:pt x="2858" y="11824"/>
                  </a:cubicBezTo>
                  <a:cubicBezTo>
                    <a:pt x="3040" y="11855"/>
                    <a:pt x="3223" y="11855"/>
                    <a:pt x="3405" y="11855"/>
                  </a:cubicBezTo>
                  <a:lnTo>
                    <a:pt x="3527" y="11915"/>
                  </a:lnTo>
                  <a:cubicBezTo>
                    <a:pt x="3618" y="11976"/>
                    <a:pt x="3709" y="12007"/>
                    <a:pt x="3800" y="12007"/>
                  </a:cubicBezTo>
                  <a:cubicBezTo>
                    <a:pt x="3827" y="12002"/>
                    <a:pt x="3852" y="12000"/>
                    <a:pt x="3877" y="12000"/>
                  </a:cubicBezTo>
                  <a:cubicBezTo>
                    <a:pt x="3995" y="12000"/>
                    <a:pt x="4089" y="12043"/>
                    <a:pt x="4191" y="12043"/>
                  </a:cubicBezTo>
                  <a:cubicBezTo>
                    <a:pt x="4212" y="12043"/>
                    <a:pt x="4234" y="12041"/>
                    <a:pt x="4256" y="12037"/>
                  </a:cubicBezTo>
                  <a:lnTo>
                    <a:pt x="5168" y="12037"/>
                  </a:lnTo>
                  <a:cubicBezTo>
                    <a:pt x="5259" y="12098"/>
                    <a:pt x="5381" y="12098"/>
                    <a:pt x="5503" y="12098"/>
                  </a:cubicBezTo>
                  <a:lnTo>
                    <a:pt x="5563" y="12128"/>
                  </a:lnTo>
                  <a:lnTo>
                    <a:pt x="5624" y="12189"/>
                  </a:lnTo>
                  <a:lnTo>
                    <a:pt x="5867" y="12371"/>
                  </a:lnTo>
                  <a:cubicBezTo>
                    <a:pt x="5867" y="12402"/>
                    <a:pt x="5776" y="12462"/>
                    <a:pt x="5715" y="12462"/>
                  </a:cubicBezTo>
                  <a:cubicBezTo>
                    <a:pt x="5654" y="12493"/>
                    <a:pt x="5776" y="12554"/>
                    <a:pt x="5958" y="12614"/>
                  </a:cubicBezTo>
                  <a:lnTo>
                    <a:pt x="6019" y="12402"/>
                  </a:lnTo>
                  <a:lnTo>
                    <a:pt x="6050" y="12280"/>
                  </a:lnTo>
                  <a:cubicBezTo>
                    <a:pt x="6202" y="12311"/>
                    <a:pt x="6354" y="12341"/>
                    <a:pt x="6506" y="12432"/>
                  </a:cubicBezTo>
                  <a:cubicBezTo>
                    <a:pt x="6536" y="12462"/>
                    <a:pt x="6566" y="12493"/>
                    <a:pt x="6597" y="12554"/>
                  </a:cubicBezTo>
                  <a:lnTo>
                    <a:pt x="6566" y="12584"/>
                  </a:lnTo>
                  <a:lnTo>
                    <a:pt x="6536" y="12645"/>
                  </a:lnTo>
                  <a:cubicBezTo>
                    <a:pt x="6445" y="12675"/>
                    <a:pt x="6445" y="12797"/>
                    <a:pt x="6536" y="12918"/>
                  </a:cubicBezTo>
                  <a:lnTo>
                    <a:pt x="6627" y="12949"/>
                  </a:lnTo>
                  <a:cubicBezTo>
                    <a:pt x="6718" y="12979"/>
                    <a:pt x="6749" y="13040"/>
                    <a:pt x="6688" y="13101"/>
                  </a:cubicBezTo>
                  <a:lnTo>
                    <a:pt x="6536" y="13101"/>
                  </a:lnTo>
                  <a:lnTo>
                    <a:pt x="6384" y="13010"/>
                  </a:lnTo>
                  <a:cubicBezTo>
                    <a:pt x="6354" y="13070"/>
                    <a:pt x="6323" y="13162"/>
                    <a:pt x="6293" y="13222"/>
                  </a:cubicBezTo>
                  <a:cubicBezTo>
                    <a:pt x="6289" y="13226"/>
                    <a:pt x="6284" y="13227"/>
                    <a:pt x="6276" y="13227"/>
                  </a:cubicBezTo>
                  <a:cubicBezTo>
                    <a:pt x="6211" y="13227"/>
                    <a:pt x="6013" y="13128"/>
                    <a:pt x="5958" y="13101"/>
                  </a:cubicBezTo>
                  <a:cubicBezTo>
                    <a:pt x="5944" y="13091"/>
                    <a:pt x="5927" y="13087"/>
                    <a:pt x="5911" y="13087"/>
                  </a:cubicBezTo>
                  <a:cubicBezTo>
                    <a:pt x="5824" y="13087"/>
                    <a:pt x="5725" y="13202"/>
                    <a:pt x="5776" y="13253"/>
                  </a:cubicBezTo>
                  <a:cubicBezTo>
                    <a:pt x="5837" y="13283"/>
                    <a:pt x="6202" y="13405"/>
                    <a:pt x="6293" y="13496"/>
                  </a:cubicBezTo>
                  <a:cubicBezTo>
                    <a:pt x="6304" y="13503"/>
                    <a:pt x="6315" y="13507"/>
                    <a:pt x="6325" y="13507"/>
                  </a:cubicBezTo>
                  <a:cubicBezTo>
                    <a:pt x="6399" y="13507"/>
                    <a:pt x="6449" y="13340"/>
                    <a:pt x="6475" y="13314"/>
                  </a:cubicBezTo>
                  <a:cubicBezTo>
                    <a:pt x="6486" y="13292"/>
                    <a:pt x="6504" y="13282"/>
                    <a:pt x="6526" y="13282"/>
                  </a:cubicBezTo>
                  <a:cubicBezTo>
                    <a:pt x="6566" y="13282"/>
                    <a:pt x="6618" y="13315"/>
                    <a:pt x="6658" y="13374"/>
                  </a:cubicBezTo>
                  <a:lnTo>
                    <a:pt x="6688" y="13496"/>
                  </a:lnTo>
                  <a:lnTo>
                    <a:pt x="6688" y="13526"/>
                  </a:lnTo>
                  <a:cubicBezTo>
                    <a:pt x="6709" y="13533"/>
                    <a:pt x="6740" y="13535"/>
                    <a:pt x="6777" y="13535"/>
                  </a:cubicBezTo>
                  <a:cubicBezTo>
                    <a:pt x="6843" y="13535"/>
                    <a:pt x="6925" y="13528"/>
                    <a:pt x="6992" y="13528"/>
                  </a:cubicBezTo>
                  <a:cubicBezTo>
                    <a:pt x="7054" y="13528"/>
                    <a:pt x="7102" y="13534"/>
                    <a:pt x="7113" y="13557"/>
                  </a:cubicBezTo>
                  <a:cubicBezTo>
                    <a:pt x="7144" y="13618"/>
                    <a:pt x="7022" y="13861"/>
                    <a:pt x="6962" y="13952"/>
                  </a:cubicBezTo>
                  <a:cubicBezTo>
                    <a:pt x="6901" y="14013"/>
                    <a:pt x="6840" y="14043"/>
                    <a:pt x="6779" y="14104"/>
                  </a:cubicBezTo>
                  <a:lnTo>
                    <a:pt x="6749" y="14104"/>
                  </a:lnTo>
                  <a:cubicBezTo>
                    <a:pt x="6718" y="14104"/>
                    <a:pt x="6688" y="14073"/>
                    <a:pt x="6658" y="14043"/>
                  </a:cubicBezTo>
                  <a:cubicBezTo>
                    <a:pt x="6658" y="14013"/>
                    <a:pt x="6688" y="13952"/>
                    <a:pt x="6658" y="13921"/>
                  </a:cubicBezTo>
                  <a:lnTo>
                    <a:pt x="6627" y="13861"/>
                  </a:lnTo>
                  <a:cubicBezTo>
                    <a:pt x="6621" y="13854"/>
                    <a:pt x="6606" y="13852"/>
                    <a:pt x="6587" y="13852"/>
                  </a:cubicBezTo>
                  <a:cubicBezTo>
                    <a:pt x="6533" y="13852"/>
                    <a:pt x="6443" y="13869"/>
                    <a:pt x="6379" y="13869"/>
                  </a:cubicBezTo>
                  <a:cubicBezTo>
                    <a:pt x="6356" y="13869"/>
                    <a:pt x="6336" y="13867"/>
                    <a:pt x="6323" y="13861"/>
                  </a:cubicBezTo>
                  <a:cubicBezTo>
                    <a:pt x="6309" y="13846"/>
                    <a:pt x="6290" y="13840"/>
                    <a:pt x="6271" y="13840"/>
                  </a:cubicBezTo>
                  <a:cubicBezTo>
                    <a:pt x="6211" y="13840"/>
                    <a:pt x="6141" y="13898"/>
                    <a:pt x="6141" y="13921"/>
                  </a:cubicBezTo>
                  <a:cubicBezTo>
                    <a:pt x="6171" y="13982"/>
                    <a:pt x="6171" y="14043"/>
                    <a:pt x="6141" y="14073"/>
                  </a:cubicBezTo>
                  <a:lnTo>
                    <a:pt x="6110" y="14104"/>
                  </a:lnTo>
                  <a:cubicBezTo>
                    <a:pt x="6019" y="14165"/>
                    <a:pt x="6019" y="14256"/>
                    <a:pt x="6110" y="14256"/>
                  </a:cubicBezTo>
                  <a:cubicBezTo>
                    <a:pt x="6323" y="14286"/>
                    <a:pt x="6171" y="14377"/>
                    <a:pt x="6171" y="14408"/>
                  </a:cubicBezTo>
                  <a:cubicBezTo>
                    <a:pt x="6141" y="14408"/>
                    <a:pt x="6202" y="14499"/>
                    <a:pt x="6232" y="14499"/>
                  </a:cubicBezTo>
                  <a:cubicBezTo>
                    <a:pt x="6270" y="14494"/>
                    <a:pt x="6306" y="14491"/>
                    <a:pt x="6342" y="14491"/>
                  </a:cubicBezTo>
                  <a:cubicBezTo>
                    <a:pt x="6509" y="14491"/>
                    <a:pt x="6659" y="14546"/>
                    <a:pt x="6810" y="14621"/>
                  </a:cubicBezTo>
                  <a:lnTo>
                    <a:pt x="6901" y="14651"/>
                  </a:lnTo>
                  <a:cubicBezTo>
                    <a:pt x="7053" y="14621"/>
                    <a:pt x="7205" y="14621"/>
                    <a:pt x="7357" y="14621"/>
                  </a:cubicBezTo>
                  <a:cubicBezTo>
                    <a:pt x="7448" y="14651"/>
                    <a:pt x="7509" y="14712"/>
                    <a:pt x="7569" y="14803"/>
                  </a:cubicBezTo>
                  <a:lnTo>
                    <a:pt x="7600" y="14803"/>
                  </a:lnTo>
                  <a:cubicBezTo>
                    <a:pt x="7612" y="14809"/>
                    <a:pt x="7624" y="14811"/>
                    <a:pt x="7636" y="14811"/>
                  </a:cubicBezTo>
                  <a:cubicBezTo>
                    <a:pt x="7685" y="14811"/>
                    <a:pt x="7734" y="14773"/>
                    <a:pt x="7782" y="14773"/>
                  </a:cubicBezTo>
                  <a:cubicBezTo>
                    <a:pt x="7843" y="14773"/>
                    <a:pt x="7873" y="14803"/>
                    <a:pt x="7904" y="14833"/>
                  </a:cubicBezTo>
                  <a:cubicBezTo>
                    <a:pt x="7934" y="14894"/>
                    <a:pt x="7965" y="14985"/>
                    <a:pt x="8025" y="14985"/>
                  </a:cubicBezTo>
                  <a:cubicBezTo>
                    <a:pt x="8299" y="15077"/>
                    <a:pt x="8572" y="15137"/>
                    <a:pt x="8846" y="15168"/>
                  </a:cubicBezTo>
                  <a:lnTo>
                    <a:pt x="8998" y="15198"/>
                  </a:lnTo>
                  <a:cubicBezTo>
                    <a:pt x="9089" y="15183"/>
                    <a:pt x="9180" y="15175"/>
                    <a:pt x="9275" y="15175"/>
                  </a:cubicBezTo>
                  <a:cubicBezTo>
                    <a:pt x="9370" y="15175"/>
                    <a:pt x="9469" y="15183"/>
                    <a:pt x="9576" y="15198"/>
                  </a:cubicBezTo>
                  <a:cubicBezTo>
                    <a:pt x="9636" y="15228"/>
                    <a:pt x="9697" y="15259"/>
                    <a:pt x="9788" y="15259"/>
                  </a:cubicBezTo>
                  <a:cubicBezTo>
                    <a:pt x="9857" y="15190"/>
                    <a:pt x="9939" y="15171"/>
                    <a:pt x="10022" y="15171"/>
                  </a:cubicBezTo>
                  <a:cubicBezTo>
                    <a:pt x="10121" y="15171"/>
                    <a:pt x="10222" y="15198"/>
                    <a:pt x="10305" y="15198"/>
                  </a:cubicBezTo>
                  <a:cubicBezTo>
                    <a:pt x="10361" y="15187"/>
                    <a:pt x="10416" y="15180"/>
                    <a:pt x="10470" y="15180"/>
                  </a:cubicBezTo>
                  <a:cubicBezTo>
                    <a:pt x="10564" y="15180"/>
                    <a:pt x="10653" y="15201"/>
                    <a:pt x="10731" y="15259"/>
                  </a:cubicBezTo>
                  <a:cubicBezTo>
                    <a:pt x="10739" y="15263"/>
                    <a:pt x="10749" y="15265"/>
                    <a:pt x="10760" y="15265"/>
                  </a:cubicBezTo>
                  <a:cubicBezTo>
                    <a:pt x="10825" y="15265"/>
                    <a:pt x="10926" y="15198"/>
                    <a:pt x="11004" y="15198"/>
                  </a:cubicBezTo>
                  <a:cubicBezTo>
                    <a:pt x="11069" y="15198"/>
                    <a:pt x="11119" y="15276"/>
                    <a:pt x="11175" y="15276"/>
                  </a:cubicBezTo>
                  <a:cubicBezTo>
                    <a:pt x="11198" y="15276"/>
                    <a:pt x="11221" y="15263"/>
                    <a:pt x="11247" y="15228"/>
                  </a:cubicBezTo>
                  <a:lnTo>
                    <a:pt x="11338" y="15137"/>
                  </a:lnTo>
                  <a:cubicBezTo>
                    <a:pt x="11460" y="15198"/>
                    <a:pt x="11582" y="15259"/>
                    <a:pt x="11703" y="15320"/>
                  </a:cubicBezTo>
                  <a:lnTo>
                    <a:pt x="11825" y="15259"/>
                  </a:lnTo>
                  <a:lnTo>
                    <a:pt x="11916" y="15198"/>
                  </a:lnTo>
                  <a:cubicBezTo>
                    <a:pt x="12098" y="15198"/>
                    <a:pt x="12281" y="15168"/>
                    <a:pt x="12463" y="15107"/>
                  </a:cubicBezTo>
                  <a:lnTo>
                    <a:pt x="12554" y="15198"/>
                  </a:lnTo>
                  <a:lnTo>
                    <a:pt x="12676" y="15289"/>
                  </a:lnTo>
                  <a:cubicBezTo>
                    <a:pt x="12716" y="15269"/>
                    <a:pt x="12770" y="15262"/>
                    <a:pt x="12828" y="15262"/>
                  </a:cubicBezTo>
                  <a:cubicBezTo>
                    <a:pt x="12943" y="15262"/>
                    <a:pt x="13071" y="15289"/>
                    <a:pt x="13132" y="15289"/>
                  </a:cubicBezTo>
                  <a:cubicBezTo>
                    <a:pt x="13284" y="15228"/>
                    <a:pt x="13466" y="15198"/>
                    <a:pt x="13618" y="15198"/>
                  </a:cubicBezTo>
                  <a:lnTo>
                    <a:pt x="14013" y="15198"/>
                  </a:lnTo>
                  <a:cubicBezTo>
                    <a:pt x="14030" y="15204"/>
                    <a:pt x="14047" y="15206"/>
                    <a:pt x="14063" y="15206"/>
                  </a:cubicBezTo>
                  <a:cubicBezTo>
                    <a:pt x="14137" y="15206"/>
                    <a:pt x="14207" y="15157"/>
                    <a:pt x="14256" y="15107"/>
                  </a:cubicBezTo>
                  <a:lnTo>
                    <a:pt x="14378" y="15228"/>
                  </a:lnTo>
                  <a:lnTo>
                    <a:pt x="14408" y="15228"/>
                  </a:lnTo>
                  <a:cubicBezTo>
                    <a:pt x="14484" y="15191"/>
                    <a:pt x="14570" y="15165"/>
                    <a:pt x="14640" y="15165"/>
                  </a:cubicBezTo>
                  <a:cubicBezTo>
                    <a:pt x="14683" y="15165"/>
                    <a:pt x="14720" y="15175"/>
                    <a:pt x="14743" y="15198"/>
                  </a:cubicBezTo>
                  <a:lnTo>
                    <a:pt x="14773" y="15259"/>
                  </a:lnTo>
                  <a:cubicBezTo>
                    <a:pt x="14773" y="15274"/>
                    <a:pt x="14781" y="15282"/>
                    <a:pt x="14792" y="15282"/>
                  </a:cubicBezTo>
                  <a:cubicBezTo>
                    <a:pt x="14804" y="15282"/>
                    <a:pt x="14819" y="15274"/>
                    <a:pt x="14834" y="15259"/>
                  </a:cubicBezTo>
                  <a:lnTo>
                    <a:pt x="14864" y="15259"/>
                  </a:lnTo>
                  <a:lnTo>
                    <a:pt x="14864" y="15228"/>
                  </a:lnTo>
                  <a:cubicBezTo>
                    <a:pt x="14956" y="15213"/>
                    <a:pt x="15039" y="15206"/>
                    <a:pt x="15123" y="15206"/>
                  </a:cubicBezTo>
                  <a:cubicBezTo>
                    <a:pt x="15206" y="15206"/>
                    <a:pt x="15290" y="15213"/>
                    <a:pt x="15381" y="15228"/>
                  </a:cubicBezTo>
                  <a:cubicBezTo>
                    <a:pt x="15503" y="15198"/>
                    <a:pt x="15624" y="15107"/>
                    <a:pt x="15685" y="14985"/>
                  </a:cubicBezTo>
                  <a:cubicBezTo>
                    <a:pt x="15707" y="14964"/>
                    <a:pt x="15743" y="14942"/>
                    <a:pt x="15784" y="14942"/>
                  </a:cubicBezTo>
                  <a:cubicBezTo>
                    <a:pt x="15801" y="14942"/>
                    <a:pt x="15819" y="14946"/>
                    <a:pt x="15837" y="14955"/>
                  </a:cubicBezTo>
                  <a:lnTo>
                    <a:pt x="15867" y="14955"/>
                  </a:lnTo>
                  <a:lnTo>
                    <a:pt x="15989" y="15046"/>
                  </a:lnTo>
                  <a:cubicBezTo>
                    <a:pt x="16080" y="15016"/>
                    <a:pt x="16202" y="15016"/>
                    <a:pt x="16293" y="15016"/>
                  </a:cubicBezTo>
                  <a:lnTo>
                    <a:pt x="16658" y="15137"/>
                  </a:lnTo>
                  <a:lnTo>
                    <a:pt x="16810" y="15046"/>
                  </a:lnTo>
                  <a:cubicBezTo>
                    <a:pt x="16830" y="15036"/>
                    <a:pt x="16850" y="15033"/>
                    <a:pt x="16871" y="15033"/>
                  </a:cubicBezTo>
                  <a:cubicBezTo>
                    <a:pt x="16911" y="15033"/>
                    <a:pt x="16952" y="15046"/>
                    <a:pt x="16992" y="15046"/>
                  </a:cubicBezTo>
                  <a:lnTo>
                    <a:pt x="17053" y="15046"/>
                  </a:lnTo>
                  <a:cubicBezTo>
                    <a:pt x="17056" y="15049"/>
                    <a:pt x="17063" y="15051"/>
                    <a:pt x="17074" y="15051"/>
                  </a:cubicBezTo>
                  <a:cubicBezTo>
                    <a:pt x="17155" y="15051"/>
                    <a:pt x="17435" y="14955"/>
                    <a:pt x="17570" y="14955"/>
                  </a:cubicBezTo>
                  <a:cubicBezTo>
                    <a:pt x="17592" y="14963"/>
                    <a:pt x="17617" y="14966"/>
                    <a:pt x="17643" y="14966"/>
                  </a:cubicBezTo>
                  <a:cubicBezTo>
                    <a:pt x="17720" y="14966"/>
                    <a:pt x="17805" y="14932"/>
                    <a:pt x="17874" y="14864"/>
                  </a:cubicBezTo>
                  <a:lnTo>
                    <a:pt x="17934" y="14955"/>
                  </a:lnTo>
                  <a:cubicBezTo>
                    <a:pt x="17934" y="14985"/>
                    <a:pt x="17874" y="15077"/>
                    <a:pt x="17843" y="15077"/>
                  </a:cubicBezTo>
                  <a:cubicBezTo>
                    <a:pt x="17722" y="15107"/>
                    <a:pt x="17691" y="15168"/>
                    <a:pt x="17752" y="15228"/>
                  </a:cubicBezTo>
                  <a:cubicBezTo>
                    <a:pt x="17764" y="15252"/>
                    <a:pt x="17806" y="15262"/>
                    <a:pt x="17855" y="15262"/>
                  </a:cubicBezTo>
                  <a:cubicBezTo>
                    <a:pt x="17933" y="15262"/>
                    <a:pt x="18026" y="15236"/>
                    <a:pt x="18026" y="15198"/>
                  </a:cubicBezTo>
                  <a:lnTo>
                    <a:pt x="18026" y="14955"/>
                  </a:lnTo>
                  <a:cubicBezTo>
                    <a:pt x="18050" y="14951"/>
                    <a:pt x="18073" y="14949"/>
                    <a:pt x="18097" y="14949"/>
                  </a:cubicBezTo>
                  <a:cubicBezTo>
                    <a:pt x="18255" y="14949"/>
                    <a:pt x="18410" y="15032"/>
                    <a:pt x="18542" y="15137"/>
                  </a:cubicBezTo>
                  <a:cubicBezTo>
                    <a:pt x="18573" y="15198"/>
                    <a:pt x="18664" y="15228"/>
                    <a:pt x="18694" y="15228"/>
                  </a:cubicBezTo>
                  <a:cubicBezTo>
                    <a:pt x="18725" y="15198"/>
                    <a:pt x="18725" y="15168"/>
                    <a:pt x="18694" y="15107"/>
                  </a:cubicBezTo>
                  <a:cubicBezTo>
                    <a:pt x="18755" y="15046"/>
                    <a:pt x="18846" y="15046"/>
                    <a:pt x="18907" y="15016"/>
                  </a:cubicBezTo>
                  <a:lnTo>
                    <a:pt x="18937" y="14985"/>
                  </a:lnTo>
                  <a:cubicBezTo>
                    <a:pt x="18919" y="14931"/>
                    <a:pt x="18978" y="14920"/>
                    <a:pt x="19040" y="14920"/>
                  </a:cubicBezTo>
                  <a:cubicBezTo>
                    <a:pt x="19082" y="14920"/>
                    <a:pt x="19126" y="14925"/>
                    <a:pt x="19150" y="14925"/>
                  </a:cubicBezTo>
                  <a:cubicBezTo>
                    <a:pt x="19211" y="14955"/>
                    <a:pt x="19424" y="15107"/>
                    <a:pt x="19545" y="15137"/>
                  </a:cubicBezTo>
                  <a:cubicBezTo>
                    <a:pt x="19574" y="15144"/>
                    <a:pt x="19603" y="15148"/>
                    <a:pt x="19631" y="15148"/>
                  </a:cubicBezTo>
                  <a:cubicBezTo>
                    <a:pt x="19721" y="15148"/>
                    <a:pt x="19803" y="15109"/>
                    <a:pt x="19849" y="15016"/>
                  </a:cubicBezTo>
                  <a:lnTo>
                    <a:pt x="19910" y="14955"/>
                  </a:lnTo>
                  <a:lnTo>
                    <a:pt x="19940" y="14925"/>
                  </a:lnTo>
                  <a:lnTo>
                    <a:pt x="20244" y="14742"/>
                  </a:lnTo>
                  <a:lnTo>
                    <a:pt x="20336" y="14833"/>
                  </a:lnTo>
                  <a:lnTo>
                    <a:pt x="20396" y="14925"/>
                  </a:lnTo>
                  <a:cubicBezTo>
                    <a:pt x="20518" y="14985"/>
                    <a:pt x="20609" y="15046"/>
                    <a:pt x="20731" y="15107"/>
                  </a:cubicBezTo>
                  <a:lnTo>
                    <a:pt x="20792" y="15046"/>
                  </a:lnTo>
                  <a:lnTo>
                    <a:pt x="20883" y="15016"/>
                  </a:lnTo>
                  <a:cubicBezTo>
                    <a:pt x="20903" y="14996"/>
                    <a:pt x="20928" y="14987"/>
                    <a:pt x="20954" y="14987"/>
                  </a:cubicBezTo>
                  <a:cubicBezTo>
                    <a:pt x="21049" y="14987"/>
                    <a:pt x="21170" y="15090"/>
                    <a:pt x="21217" y="15137"/>
                  </a:cubicBezTo>
                  <a:cubicBezTo>
                    <a:pt x="21232" y="15168"/>
                    <a:pt x="21270" y="15183"/>
                    <a:pt x="21308" y="15183"/>
                  </a:cubicBezTo>
                  <a:cubicBezTo>
                    <a:pt x="21346" y="15183"/>
                    <a:pt x="21384" y="15168"/>
                    <a:pt x="21399" y="15137"/>
                  </a:cubicBezTo>
                  <a:cubicBezTo>
                    <a:pt x="21420" y="15127"/>
                    <a:pt x="21443" y="15124"/>
                    <a:pt x="21467" y="15124"/>
                  </a:cubicBezTo>
                  <a:cubicBezTo>
                    <a:pt x="21514" y="15124"/>
                    <a:pt x="21562" y="15137"/>
                    <a:pt x="21582" y="15137"/>
                  </a:cubicBezTo>
                  <a:cubicBezTo>
                    <a:pt x="21643" y="15107"/>
                    <a:pt x="21703" y="15107"/>
                    <a:pt x="21734" y="15077"/>
                  </a:cubicBezTo>
                  <a:lnTo>
                    <a:pt x="21886" y="15077"/>
                  </a:lnTo>
                  <a:cubicBezTo>
                    <a:pt x="21947" y="15077"/>
                    <a:pt x="22007" y="15046"/>
                    <a:pt x="22038" y="14985"/>
                  </a:cubicBezTo>
                  <a:cubicBezTo>
                    <a:pt x="21977" y="14894"/>
                    <a:pt x="21947" y="14833"/>
                    <a:pt x="21886" y="14742"/>
                  </a:cubicBezTo>
                  <a:lnTo>
                    <a:pt x="21582" y="14742"/>
                  </a:lnTo>
                  <a:cubicBezTo>
                    <a:pt x="21673" y="14681"/>
                    <a:pt x="21764" y="14621"/>
                    <a:pt x="21825" y="14560"/>
                  </a:cubicBezTo>
                  <a:cubicBezTo>
                    <a:pt x="21828" y="14556"/>
                    <a:pt x="21833" y="14555"/>
                    <a:pt x="21838" y="14555"/>
                  </a:cubicBezTo>
                  <a:cubicBezTo>
                    <a:pt x="21881" y="14555"/>
                    <a:pt x="21980" y="14654"/>
                    <a:pt x="22007" y="14681"/>
                  </a:cubicBezTo>
                  <a:cubicBezTo>
                    <a:pt x="22068" y="14742"/>
                    <a:pt x="22129" y="14833"/>
                    <a:pt x="22159" y="14894"/>
                  </a:cubicBezTo>
                  <a:cubicBezTo>
                    <a:pt x="22159" y="14955"/>
                    <a:pt x="22190" y="14985"/>
                    <a:pt x="22251" y="15016"/>
                  </a:cubicBezTo>
                  <a:cubicBezTo>
                    <a:pt x="22281" y="15016"/>
                    <a:pt x="22342" y="14955"/>
                    <a:pt x="22403" y="14864"/>
                  </a:cubicBezTo>
                  <a:lnTo>
                    <a:pt x="22494" y="14773"/>
                  </a:lnTo>
                  <a:lnTo>
                    <a:pt x="22646" y="14773"/>
                  </a:lnTo>
                  <a:cubicBezTo>
                    <a:pt x="22646" y="14833"/>
                    <a:pt x="22646" y="14894"/>
                    <a:pt x="22615" y="14955"/>
                  </a:cubicBezTo>
                  <a:cubicBezTo>
                    <a:pt x="22494" y="15016"/>
                    <a:pt x="22372" y="15077"/>
                    <a:pt x="22251" y="15107"/>
                  </a:cubicBezTo>
                  <a:cubicBezTo>
                    <a:pt x="22159" y="15168"/>
                    <a:pt x="21825" y="15259"/>
                    <a:pt x="21855" y="15320"/>
                  </a:cubicBezTo>
                  <a:cubicBezTo>
                    <a:pt x="21883" y="15361"/>
                    <a:pt x="21947" y="15377"/>
                    <a:pt x="22013" y="15377"/>
                  </a:cubicBezTo>
                  <a:cubicBezTo>
                    <a:pt x="22092" y="15377"/>
                    <a:pt x="22173" y="15353"/>
                    <a:pt x="22190" y="15320"/>
                  </a:cubicBezTo>
                  <a:cubicBezTo>
                    <a:pt x="22220" y="15289"/>
                    <a:pt x="22372" y="15168"/>
                    <a:pt x="22433" y="15168"/>
                  </a:cubicBezTo>
                  <a:cubicBezTo>
                    <a:pt x="22436" y="15169"/>
                    <a:pt x="22441" y="15170"/>
                    <a:pt x="22446" y="15170"/>
                  </a:cubicBezTo>
                  <a:cubicBezTo>
                    <a:pt x="22532" y="15170"/>
                    <a:pt x="22833" y="14948"/>
                    <a:pt x="22919" y="14833"/>
                  </a:cubicBezTo>
                  <a:cubicBezTo>
                    <a:pt x="22937" y="14810"/>
                    <a:pt x="22950" y="14800"/>
                    <a:pt x="22959" y="14800"/>
                  </a:cubicBezTo>
                  <a:cubicBezTo>
                    <a:pt x="22998" y="14800"/>
                    <a:pt x="22968" y="14978"/>
                    <a:pt x="22919" y="15077"/>
                  </a:cubicBezTo>
                  <a:cubicBezTo>
                    <a:pt x="22889" y="15168"/>
                    <a:pt x="22889" y="15259"/>
                    <a:pt x="22919" y="15350"/>
                  </a:cubicBezTo>
                  <a:cubicBezTo>
                    <a:pt x="22934" y="15350"/>
                    <a:pt x="23003" y="15358"/>
                    <a:pt x="23067" y="15358"/>
                  </a:cubicBezTo>
                  <a:cubicBezTo>
                    <a:pt x="23132" y="15358"/>
                    <a:pt x="23193" y="15350"/>
                    <a:pt x="23193" y="15320"/>
                  </a:cubicBezTo>
                  <a:cubicBezTo>
                    <a:pt x="23223" y="15259"/>
                    <a:pt x="23284" y="15077"/>
                    <a:pt x="23345" y="15046"/>
                  </a:cubicBezTo>
                  <a:cubicBezTo>
                    <a:pt x="23406" y="15046"/>
                    <a:pt x="23466" y="15168"/>
                    <a:pt x="23466" y="15228"/>
                  </a:cubicBezTo>
                  <a:cubicBezTo>
                    <a:pt x="23466" y="15259"/>
                    <a:pt x="23558" y="15350"/>
                    <a:pt x="23710" y="15411"/>
                  </a:cubicBezTo>
                  <a:lnTo>
                    <a:pt x="23801" y="15411"/>
                  </a:lnTo>
                  <a:cubicBezTo>
                    <a:pt x="23831" y="15411"/>
                    <a:pt x="23862" y="15411"/>
                    <a:pt x="23862" y="15380"/>
                  </a:cubicBezTo>
                  <a:cubicBezTo>
                    <a:pt x="23801" y="15289"/>
                    <a:pt x="23740" y="15259"/>
                    <a:pt x="23649" y="15198"/>
                  </a:cubicBezTo>
                  <a:cubicBezTo>
                    <a:pt x="23588" y="15168"/>
                    <a:pt x="23710" y="15168"/>
                    <a:pt x="23740" y="15168"/>
                  </a:cubicBezTo>
                  <a:cubicBezTo>
                    <a:pt x="23862" y="15168"/>
                    <a:pt x="23953" y="15198"/>
                    <a:pt x="24044" y="15198"/>
                  </a:cubicBezTo>
                  <a:cubicBezTo>
                    <a:pt x="24105" y="15198"/>
                    <a:pt x="24196" y="15350"/>
                    <a:pt x="24196" y="15411"/>
                  </a:cubicBezTo>
                  <a:cubicBezTo>
                    <a:pt x="24199" y="15416"/>
                    <a:pt x="24202" y="15419"/>
                    <a:pt x="24206" y="15419"/>
                  </a:cubicBezTo>
                  <a:cubicBezTo>
                    <a:pt x="24248" y="15419"/>
                    <a:pt x="24356" y="15160"/>
                    <a:pt x="24439" y="15077"/>
                  </a:cubicBezTo>
                  <a:cubicBezTo>
                    <a:pt x="24530" y="15016"/>
                    <a:pt x="24591" y="14955"/>
                    <a:pt x="24652" y="14894"/>
                  </a:cubicBezTo>
                  <a:cubicBezTo>
                    <a:pt x="24682" y="14864"/>
                    <a:pt x="24804" y="14773"/>
                    <a:pt x="24865" y="14773"/>
                  </a:cubicBezTo>
                  <a:cubicBezTo>
                    <a:pt x="24925" y="14773"/>
                    <a:pt x="24956" y="14833"/>
                    <a:pt x="24986" y="14894"/>
                  </a:cubicBezTo>
                  <a:cubicBezTo>
                    <a:pt x="24986" y="14898"/>
                    <a:pt x="24987" y="14900"/>
                    <a:pt x="24989" y="14900"/>
                  </a:cubicBezTo>
                  <a:cubicBezTo>
                    <a:pt x="25002" y="14900"/>
                    <a:pt x="25055" y="14814"/>
                    <a:pt x="25108" y="14681"/>
                  </a:cubicBezTo>
                  <a:lnTo>
                    <a:pt x="25351" y="14833"/>
                  </a:lnTo>
                  <a:lnTo>
                    <a:pt x="25442" y="14894"/>
                  </a:lnTo>
                  <a:cubicBezTo>
                    <a:pt x="25459" y="14891"/>
                    <a:pt x="25474" y="14890"/>
                    <a:pt x="25487" y="14890"/>
                  </a:cubicBezTo>
                  <a:cubicBezTo>
                    <a:pt x="25624" y="14890"/>
                    <a:pt x="25622" y="15016"/>
                    <a:pt x="25594" y="15016"/>
                  </a:cubicBezTo>
                  <a:lnTo>
                    <a:pt x="25199" y="14925"/>
                  </a:lnTo>
                  <a:lnTo>
                    <a:pt x="25138" y="15107"/>
                  </a:lnTo>
                  <a:cubicBezTo>
                    <a:pt x="25047" y="15107"/>
                    <a:pt x="25229" y="15168"/>
                    <a:pt x="25503" y="15228"/>
                  </a:cubicBezTo>
                  <a:lnTo>
                    <a:pt x="25685" y="15137"/>
                  </a:lnTo>
                  <a:lnTo>
                    <a:pt x="25959" y="15016"/>
                  </a:lnTo>
                  <a:cubicBezTo>
                    <a:pt x="26111" y="15077"/>
                    <a:pt x="26232" y="15228"/>
                    <a:pt x="26263" y="15380"/>
                  </a:cubicBezTo>
                  <a:cubicBezTo>
                    <a:pt x="26248" y="15396"/>
                    <a:pt x="26278" y="15403"/>
                    <a:pt x="26331" y="15403"/>
                  </a:cubicBezTo>
                  <a:cubicBezTo>
                    <a:pt x="26384" y="15403"/>
                    <a:pt x="26460" y="15396"/>
                    <a:pt x="26536" y="15380"/>
                  </a:cubicBezTo>
                  <a:lnTo>
                    <a:pt x="26749" y="15472"/>
                  </a:lnTo>
                  <a:lnTo>
                    <a:pt x="26840" y="15532"/>
                  </a:lnTo>
                  <a:cubicBezTo>
                    <a:pt x="27083" y="15502"/>
                    <a:pt x="27205" y="15380"/>
                    <a:pt x="27205" y="15380"/>
                  </a:cubicBezTo>
                  <a:cubicBezTo>
                    <a:pt x="27175" y="15350"/>
                    <a:pt x="27205" y="15320"/>
                    <a:pt x="27235" y="15320"/>
                  </a:cubicBezTo>
                  <a:lnTo>
                    <a:pt x="27296" y="15320"/>
                  </a:lnTo>
                  <a:cubicBezTo>
                    <a:pt x="27324" y="15320"/>
                    <a:pt x="27628" y="15445"/>
                    <a:pt x="27729" y="15445"/>
                  </a:cubicBezTo>
                  <a:cubicBezTo>
                    <a:pt x="27739" y="15445"/>
                    <a:pt x="27747" y="15444"/>
                    <a:pt x="27752" y="15441"/>
                  </a:cubicBezTo>
                  <a:cubicBezTo>
                    <a:pt x="27843" y="15380"/>
                    <a:pt x="27935" y="15350"/>
                    <a:pt x="27995" y="15289"/>
                  </a:cubicBezTo>
                  <a:lnTo>
                    <a:pt x="28087" y="15380"/>
                  </a:lnTo>
                  <a:lnTo>
                    <a:pt x="28269" y="15532"/>
                  </a:lnTo>
                  <a:cubicBezTo>
                    <a:pt x="28482" y="15411"/>
                    <a:pt x="28542" y="15228"/>
                    <a:pt x="28482" y="15228"/>
                  </a:cubicBezTo>
                  <a:cubicBezTo>
                    <a:pt x="28474" y="15220"/>
                    <a:pt x="28481" y="15217"/>
                    <a:pt x="28496" y="15217"/>
                  </a:cubicBezTo>
                  <a:cubicBezTo>
                    <a:pt x="28538" y="15217"/>
                    <a:pt x="28642" y="15245"/>
                    <a:pt x="28664" y="15289"/>
                  </a:cubicBezTo>
                  <a:cubicBezTo>
                    <a:pt x="28694" y="15350"/>
                    <a:pt x="28725" y="15411"/>
                    <a:pt x="28755" y="15472"/>
                  </a:cubicBezTo>
                  <a:lnTo>
                    <a:pt x="28786" y="15472"/>
                  </a:lnTo>
                  <a:cubicBezTo>
                    <a:pt x="28846" y="15472"/>
                    <a:pt x="28877" y="15441"/>
                    <a:pt x="28907" y="15411"/>
                  </a:cubicBezTo>
                  <a:lnTo>
                    <a:pt x="28968" y="15350"/>
                  </a:lnTo>
                  <a:cubicBezTo>
                    <a:pt x="28998" y="15320"/>
                    <a:pt x="29044" y="15304"/>
                    <a:pt x="29090" y="15304"/>
                  </a:cubicBezTo>
                  <a:cubicBezTo>
                    <a:pt x="29135" y="15304"/>
                    <a:pt x="29181" y="15320"/>
                    <a:pt x="29211" y="15350"/>
                  </a:cubicBezTo>
                  <a:cubicBezTo>
                    <a:pt x="29226" y="15380"/>
                    <a:pt x="29242" y="15396"/>
                    <a:pt x="29257" y="15396"/>
                  </a:cubicBezTo>
                  <a:cubicBezTo>
                    <a:pt x="29272" y="15396"/>
                    <a:pt x="29287" y="15380"/>
                    <a:pt x="29302" y="15350"/>
                  </a:cubicBezTo>
                  <a:lnTo>
                    <a:pt x="29302" y="15320"/>
                  </a:lnTo>
                  <a:cubicBezTo>
                    <a:pt x="29333" y="15289"/>
                    <a:pt x="29272" y="15168"/>
                    <a:pt x="29394" y="15168"/>
                  </a:cubicBezTo>
                  <a:cubicBezTo>
                    <a:pt x="29515" y="15168"/>
                    <a:pt x="29515" y="15228"/>
                    <a:pt x="29515" y="15320"/>
                  </a:cubicBezTo>
                  <a:lnTo>
                    <a:pt x="29515" y="15380"/>
                  </a:lnTo>
                  <a:cubicBezTo>
                    <a:pt x="29515" y="15441"/>
                    <a:pt x="29606" y="15502"/>
                    <a:pt x="29697" y="15502"/>
                  </a:cubicBezTo>
                  <a:lnTo>
                    <a:pt x="29758" y="15502"/>
                  </a:lnTo>
                  <a:cubicBezTo>
                    <a:pt x="29880" y="15502"/>
                    <a:pt x="30001" y="15441"/>
                    <a:pt x="30123" y="15411"/>
                  </a:cubicBezTo>
                  <a:lnTo>
                    <a:pt x="30336" y="15259"/>
                  </a:lnTo>
                  <a:cubicBezTo>
                    <a:pt x="30336" y="15350"/>
                    <a:pt x="30366" y="15441"/>
                    <a:pt x="30397" y="15502"/>
                  </a:cubicBezTo>
                  <a:cubicBezTo>
                    <a:pt x="30397" y="15502"/>
                    <a:pt x="30609" y="15502"/>
                    <a:pt x="30609" y="15472"/>
                  </a:cubicBezTo>
                  <a:cubicBezTo>
                    <a:pt x="30609" y="15441"/>
                    <a:pt x="30647" y="15426"/>
                    <a:pt x="30689" y="15426"/>
                  </a:cubicBezTo>
                  <a:cubicBezTo>
                    <a:pt x="30731" y="15426"/>
                    <a:pt x="30777" y="15441"/>
                    <a:pt x="30792" y="15472"/>
                  </a:cubicBezTo>
                  <a:cubicBezTo>
                    <a:pt x="31005" y="15532"/>
                    <a:pt x="31187" y="15563"/>
                    <a:pt x="31400" y="15593"/>
                  </a:cubicBezTo>
                  <a:cubicBezTo>
                    <a:pt x="31521" y="15593"/>
                    <a:pt x="31643" y="15593"/>
                    <a:pt x="31734" y="15563"/>
                  </a:cubicBezTo>
                  <a:lnTo>
                    <a:pt x="31764" y="15502"/>
                  </a:lnTo>
                  <a:lnTo>
                    <a:pt x="31795" y="15502"/>
                  </a:lnTo>
                  <a:cubicBezTo>
                    <a:pt x="31798" y="15499"/>
                    <a:pt x="31803" y="15498"/>
                    <a:pt x="31810" y="15498"/>
                  </a:cubicBezTo>
                  <a:cubicBezTo>
                    <a:pt x="31879" y="15498"/>
                    <a:pt x="32140" y="15624"/>
                    <a:pt x="32251" y="15624"/>
                  </a:cubicBezTo>
                  <a:cubicBezTo>
                    <a:pt x="32261" y="15626"/>
                    <a:pt x="32271" y="15627"/>
                    <a:pt x="32280" y="15627"/>
                  </a:cubicBezTo>
                  <a:cubicBezTo>
                    <a:pt x="32418" y="15627"/>
                    <a:pt x="32524" y="15437"/>
                    <a:pt x="32524" y="15380"/>
                  </a:cubicBezTo>
                  <a:cubicBezTo>
                    <a:pt x="32524" y="15375"/>
                    <a:pt x="32527" y="15373"/>
                    <a:pt x="32532" y="15373"/>
                  </a:cubicBezTo>
                  <a:cubicBezTo>
                    <a:pt x="32557" y="15373"/>
                    <a:pt x="32642" y="15432"/>
                    <a:pt x="32767" y="15532"/>
                  </a:cubicBezTo>
                  <a:lnTo>
                    <a:pt x="33011" y="15532"/>
                  </a:lnTo>
                  <a:cubicBezTo>
                    <a:pt x="33071" y="15563"/>
                    <a:pt x="33163" y="15563"/>
                    <a:pt x="33223" y="15593"/>
                  </a:cubicBezTo>
                  <a:lnTo>
                    <a:pt x="33345" y="15624"/>
                  </a:lnTo>
                  <a:cubicBezTo>
                    <a:pt x="33497" y="15593"/>
                    <a:pt x="33527" y="15532"/>
                    <a:pt x="33497" y="15532"/>
                  </a:cubicBezTo>
                  <a:cubicBezTo>
                    <a:pt x="33467" y="15532"/>
                    <a:pt x="33527" y="15441"/>
                    <a:pt x="33649" y="15350"/>
                  </a:cubicBezTo>
                  <a:lnTo>
                    <a:pt x="33771" y="15320"/>
                  </a:lnTo>
                  <a:cubicBezTo>
                    <a:pt x="33816" y="15289"/>
                    <a:pt x="33854" y="15274"/>
                    <a:pt x="33892" y="15274"/>
                  </a:cubicBezTo>
                  <a:cubicBezTo>
                    <a:pt x="33930" y="15274"/>
                    <a:pt x="33968" y="15289"/>
                    <a:pt x="34014" y="15320"/>
                  </a:cubicBezTo>
                  <a:cubicBezTo>
                    <a:pt x="34074" y="15380"/>
                    <a:pt x="34014" y="15502"/>
                    <a:pt x="34135" y="15593"/>
                  </a:cubicBezTo>
                  <a:cubicBezTo>
                    <a:pt x="34161" y="15608"/>
                    <a:pt x="34184" y="15614"/>
                    <a:pt x="34206" y="15614"/>
                  </a:cubicBezTo>
                  <a:cubicBezTo>
                    <a:pt x="34284" y="15614"/>
                    <a:pt x="34345" y="15542"/>
                    <a:pt x="34400" y="15542"/>
                  </a:cubicBezTo>
                  <a:cubicBezTo>
                    <a:pt x="34424" y="15542"/>
                    <a:pt x="34447" y="15555"/>
                    <a:pt x="34470" y="15593"/>
                  </a:cubicBezTo>
                  <a:lnTo>
                    <a:pt x="34561" y="15684"/>
                  </a:lnTo>
                  <a:cubicBezTo>
                    <a:pt x="34682" y="15654"/>
                    <a:pt x="34804" y="15654"/>
                    <a:pt x="34926" y="15654"/>
                  </a:cubicBezTo>
                  <a:lnTo>
                    <a:pt x="34986" y="15654"/>
                  </a:lnTo>
                  <a:cubicBezTo>
                    <a:pt x="35017" y="15654"/>
                    <a:pt x="35017" y="15624"/>
                    <a:pt x="35078" y="15624"/>
                  </a:cubicBezTo>
                  <a:lnTo>
                    <a:pt x="35260" y="15624"/>
                  </a:lnTo>
                  <a:cubicBezTo>
                    <a:pt x="35301" y="15664"/>
                    <a:pt x="35335" y="15679"/>
                    <a:pt x="35365" y="15679"/>
                  </a:cubicBezTo>
                  <a:cubicBezTo>
                    <a:pt x="35441" y="15679"/>
                    <a:pt x="35495" y="15590"/>
                    <a:pt x="35570" y="15590"/>
                  </a:cubicBezTo>
                  <a:cubicBezTo>
                    <a:pt x="35578" y="15590"/>
                    <a:pt x="35586" y="15591"/>
                    <a:pt x="35594" y="15593"/>
                  </a:cubicBezTo>
                  <a:lnTo>
                    <a:pt x="35716" y="15654"/>
                  </a:lnTo>
                  <a:cubicBezTo>
                    <a:pt x="35868" y="15654"/>
                    <a:pt x="35989" y="15624"/>
                    <a:pt x="36111" y="15593"/>
                  </a:cubicBezTo>
                  <a:lnTo>
                    <a:pt x="36141" y="15593"/>
                  </a:lnTo>
                  <a:lnTo>
                    <a:pt x="36324" y="15745"/>
                  </a:lnTo>
                  <a:cubicBezTo>
                    <a:pt x="36567" y="15745"/>
                    <a:pt x="36810" y="15684"/>
                    <a:pt x="37053" y="15624"/>
                  </a:cubicBezTo>
                  <a:cubicBezTo>
                    <a:pt x="37053" y="15602"/>
                    <a:pt x="37061" y="15592"/>
                    <a:pt x="37073" y="15592"/>
                  </a:cubicBezTo>
                  <a:cubicBezTo>
                    <a:pt x="37096" y="15592"/>
                    <a:pt x="37136" y="15626"/>
                    <a:pt x="37175" y="15684"/>
                  </a:cubicBezTo>
                  <a:lnTo>
                    <a:pt x="37296" y="15684"/>
                  </a:lnTo>
                  <a:lnTo>
                    <a:pt x="37540" y="15624"/>
                  </a:lnTo>
                  <a:lnTo>
                    <a:pt x="38178" y="15624"/>
                  </a:lnTo>
                  <a:cubicBezTo>
                    <a:pt x="38208" y="15624"/>
                    <a:pt x="38421" y="15654"/>
                    <a:pt x="38664" y="15715"/>
                  </a:cubicBezTo>
                  <a:lnTo>
                    <a:pt x="39090" y="15654"/>
                  </a:lnTo>
                  <a:cubicBezTo>
                    <a:pt x="39090" y="15624"/>
                    <a:pt x="39151" y="15624"/>
                    <a:pt x="39151" y="15624"/>
                  </a:cubicBezTo>
                  <a:lnTo>
                    <a:pt x="39272" y="15745"/>
                  </a:lnTo>
                  <a:cubicBezTo>
                    <a:pt x="39515" y="15715"/>
                    <a:pt x="39728" y="15715"/>
                    <a:pt x="39941" y="15715"/>
                  </a:cubicBezTo>
                  <a:cubicBezTo>
                    <a:pt x="40070" y="15736"/>
                    <a:pt x="40184" y="15758"/>
                    <a:pt x="40293" y="15758"/>
                  </a:cubicBezTo>
                  <a:cubicBezTo>
                    <a:pt x="40338" y="15758"/>
                    <a:pt x="40383" y="15754"/>
                    <a:pt x="40427" y="15745"/>
                  </a:cubicBezTo>
                  <a:cubicBezTo>
                    <a:pt x="40518" y="15715"/>
                    <a:pt x="40610" y="15715"/>
                    <a:pt x="40670" y="15715"/>
                  </a:cubicBezTo>
                  <a:lnTo>
                    <a:pt x="40731" y="15715"/>
                  </a:lnTo>
                  <a:cubicBezTo>
                    <a:pt x="40796" y="15736"/>
                    <a:pt x="40875" y="15758"/>
                    <a:pt x="40927" y="15758"/>
                  </a:cubicBezTo>
                  <a:cubicBezTo>
                    <a:pt x="40949" y="15758"/>
                    <a:pt x="40965" y="15754"/>
                    <a:pt x="40974" y="15745"/>
                  </a:cubicBezTo>
                  <a:cubicBezTo>
                    <a:pt x="41058" y="15695"/>
                    <a:pt x="41151" y="15672"/>
                    <a:pt x="41248" y="15672"/>
                  </a:cubicBezTo>
                  <a:cubicBezTo>
                    <a:pt x="41327" y="15672"/>
                    <a:pt x="41409" y="15687"/>
                    <a:pt x="41491" y="15715"/>
                  </a:cubicBezTo>
                  <a:lnTo>
                    <a:pt x="41643" y="15745"/>
                  </a:lnTo>
                  <a:cubicBezTo>
                    <a:pt x="41765" y="15715"/>
                    <a:pt x="41886" y="15684"/>
                    <a:pt x="42008" y="15684"/>
                  </a:cubicBezTo>
                  <a:cubicBezTo>
                    <a:pt x="42069" y="15733"/>
                    <a:pt x="42120" y="15757"/>
                    <a:pt x="42161" y="15757"/>
                  </a:cubicBezTo>
                  <a:cubicBezTo>
                    <a:pt x="42223" y="15757"/>
                    <a:pt x="42263" y="15703"/>
                    <a:pt x="42281" y="15593"/>
                  </a:cubicBezTo>
                  <a:lnTo>
                    <a:pt x="42433" y="15593"/>
                  </a:lnTo>
                  <a:cubicBezTo>
                    <a:pt x="42494" y="15654"/>
                    <a:pt x="42798" y="15715"/>
                    <a:pt x="42889" y="15745"/>
                  </a:cubicBezTo>
                  <a:lnTo>
                    <a:pt x="43072" y="15806"/>
                  </a:lnTo>
                  <a:cubicBezTo>
                    <a:pt x="43315" y="15745"/>
                    <a:pt x="43588" y="15745"/>
                    <a:pt x="43831" y="15745"/>
                  </a:cubicBezTo>
                  <a:lnTo>
                    <a:pt x="44318" y="15745"/>
                  </a:lnTo>
                  <a:cubicBezTo>
                    <a:pt x="44455" y="15760"/>
                    <a:pt x="44591" y="15768"/>
                    <a:pt x="44728" y="15768"/>
                  </a:cubicBezTo>
                  <a:cubicBezTo>
                    <a:pt x="44865" y="15768"/>
                    <a:pt x="45002" y="15760"/>
                    <a:pt x="45139" y="15745"/>
                  </a:cubicBezTo>
                  <a:cubicBezTo>
                    <a:pt x="45149" y="15724"/>
                    <a:pt x="45179" y="15714"/>
                    <a:pt x="45223" y="15714"/>
                  </a:cubicBezTo>
                  <a:cubicBezTo>
                    <a:pt x="45302" y="15714"/>
                    <a:pt x="45427" y="15747"/>
                    <a:pt x="45564" y="15806"/>
                  </a:cubicBezTo>
                  <a:lnTo>
                    <a:pt x="45777" y="15745"/>
                  </a:lnTo>
                  <a:cubicBezTo>
                    <a:pt x="45830" y="15736"/>
                    <a:pt x="45884" y="15733"/>
                    <a:pt x="45936" y="15733"/>
                  </a:cubicBezTo>
                  <a:cubicBezTo>
                    <a:pt x="46063" y="15733"/>
                    <a:pt x="46186" y="15754"/>
                    <a:pt x="46294" y="15776"/>
                  </a:cubicBezTo>
                  <a:lnTo>
                    <a:pt x="46354" y="15776"/>
                  </a:lnTo>
                  <a:cubicBezTo>
                    <a:pt x="46567" y="15776"/>
                    <a:pt x="46780" y="15715"/>
                    <a:pt x="46993" y="15684"/>
                  </a:cubicBezTo>
                  <a:lnTo>
                    <a:pt x="47236" y="15776"/>
                  </a:lnTo>
                  <a:cubicBezTo>
                    <a:pt x="47266" y="15791"/>
                    <a:pt x="47304" y="15798"/>
                    <a:pt x="47346" y="15798"/>
                  </a:cubicBezTo>
                  <a:cubicBezTo>
                    <a:pt x="47388" y="15798"/>
                    <a:pt x="47433" y="15791"/>
                    <a:pt x="47479" y="15776"/>
                  </a:cubicBezTo>
                  <a:cubicBezTo>
                    <a:pt x="47540" y="15776"/>
                    <a:pt x="47601" y="15715"/>
                    <a:pt x="47692" y="15715"/>
                  </a:cubicBezTo>
                  <a:cubicBezTo>
                    <a:pt x="47753" y="15715"/>
                    <a:pt x="47813" y="15776"/>
                    <a:pt x="47905" y="15776"/>
                  </a:cubicBezTo>
                  <a:lnTo>
                    <a:pt x="47935" y="15776"/>
                  </a:lnTo>
                  <a:cubicBezTo>
                    <a:pt x="48056" y="15654"/>
                    <a:pt x="48178" y="15593"/>
                    <a:pt x="48330" y="15532"/>
                  </a:cubicBezTo>
                  <a:cubicBezTo>
                    <a:pt x="48340" y="15529"/>
                    <a:pt x="48348" y="15528"/>
                    <a:pt x="48354" y="15528"/>
                  </a:cubicBezTo>
                  <a:cubicBezTo>
                    <a:pt x="48402" y="15528"/>
                    <a:pt x="48323" y="15630"/>
                    <a:pt x="48269" y="15684"/>
                  </a:cubicBezTo>
                  <a:cubicBezTo>
                    <a:pt x="48217" y="15711"/>
                    <a:pt x="48300" y="15782"/>
                    <a:pt x="48362" y="15782"/>
                  </a:cubicBezTo>
                  <a:cubicBezTo>
                    <a:pt x="48373" y="15782"/>
                    <a:pt x="48382" y="15780"/>
                    <a:pt x="48391" y="15776"/>
                  </a:cubicBezTo>
                  <a:cubicBezTo>
                    <a:pt x="48396" y="15773"/>
                    <a:pt x="48406" y="15772"/>
                    <a:pt x="48418" y="15772"/>
                  </a:cubicBezTo>
                  <a:cubicBezTo>
                    <a:pt x="48526" y="15772"/>
                    <a:pt x="48876" y="15871"/>
                    <a:pt x="49086" y="15871"/>
                  </a:cubicBezTo>
                  <a:cubicBezTo>
                    <a:pt x="49109" y="15871"/>
                    <a:pt x="49131" y="15870"/>
                    <a:pt x="49151" y="15867"/>
                  </a:cubicBezTo>
                  <a:cubicBezTo>
                    <a:pt x="49272" y="15867"/>
                    <a:pt x="49394" y="15836"/>
                    <a:pt x="49515" y="15836"/>
                  </a:cubicBezTo>
                  <a:lnTo>
                    <a:pt x="49546" y="15836"/>
                  </a:lnTo>
                  <a:cubicBezTo>
                    <a:pt x="49637" y="15776"/>
                    <a:pt x="49683" y="15745"/>
                    <a:pt x="49724" y="15745"/>
                  </a:cubicBezTo>
                  <a:cubicBezTo>
                    <a:pt x="49766" y="15745"/>
                    <a:pt x="49804" y="15776"/>
                    <a:pt x="49880" y="15836"/>
                  </a:cubicBezTo>
                  <a:lnTo>
                    <a:pt x="49911" y="15867"/>
                  </a:lnTo>
                  <a:cubicBezTo>
                    <a:pt x="49916" y="15870"/>
                    <a:pt x="49922" y="15871"/>
                    <a:pt x="49928" y="15871"/>
                  </a:cubicBezTo>
                  <a:cubicBezTo>
                    <a:pt x="49987" y="15871"/>
                    <a:pt x="50063" y="15742"/>
                    <a:pt x="50063" y="15715"/>
                  </a:cubicBezTo>
                  <a:cubicBezTo>
                    <a:pt x="50063" y="15684"/>
                    <a:pt x="50093" y="15654"/>
                    <a:pt x="50123" y="15624"/>
                  </a:cubicBezTo>
                  <a:cubicBezTo>
                    <a:pt x="50154" y="15684"/>
                    <a:pt x="50154" y="15745"/>
                    <a:pt x="50184" y="15806"/>
                  </a:cubicBezTo>
                  <a:cubicBezTo>
                    <a:pt x="50184" y="15836"/>
                    <a:pt x="50336" y="15867"/>
                    <a:pt x="50488" y="15867"/>
                  </a:cubicBezTo>
                  <a:lnTo>
                    <a:pt x="50640" y="15867"/>
                  </a:lnTo>
                  <a:lnTo>
                    <a:pt x="50792" y="15897"/>
                  </a:lnTo>
                  <a:cubicBezTo>
                    <a:pt x="50944" y="15897"/>
                    <a:pt x="51187" y="15867"/>
                    <a:pt x="51309" y="15867"/>
                  </a:cubicBezTo>
                  <a:lnTo>
                    <a:pt x="51552" y="15867"/>
                  </a:lnTo>
                  <a:cubicBezTo>
                    <a:pt x="51579" y="15813"/>
                    <a:pt x="51655" y="15710"/>
                    <a:pt x="51714" y="15710"/>
                  </a:cubicBezTo>
                  <a:cubicBezTo>
                    <a:pt x="51721" y="15710"/>
                    <a:pt x="51728" y="15712"/>
                    <a:pt x="51734" y="15715"/>
                  </a:cubicBezTo>
                  <a:cubicBezTo>
                    <a:pt x="51795" y="15745"/>
                    <a:pt x="51826" y="15806"/>
                    <a:pt x="51856" y="15867"/>
                  </a:cubicBezTo>
                  <a:cubicBezTo>
                    <a:pt x="51947" y="15836"/>
                    <a:pt x="52038" y="15806"/>
                    <a:pt x="52130" y="15776"/>
                  </a:cubicBezTo>
                  <a:lnTo>
                    <a:pt x="52525" y="15776"/>
                  </a:lnTo>
                  <a:cubicBezTo>
                    <a:pt x="52616" y="15776"/>
                    <a:pt x="52707" y="15745"/>
                    <a:pt x="52768" y="15684"/>
                  </a:cubicBezTo>
                  <a:lnTo>
                    <a:pt x="52859" y="15836"/>
                  </a:lnTo>
                  <a:cubicBezTo>
                    <a:pt x="52889" y="15867"/>
                    <a:pt x="53102" y="15867"/>
                    <a:pt x="53254" y="15867"/>
                  </a:cubicBezTo>
                  <a:lnTo>
                    <a:pt x="53467" y="15867"/>
                  </a:lnTo>
                  <a:cubicBezTo>
                    <a:pt x="53560" y="15844"/>
                    <a:pt x="53653" y="15834"/>
                    <a:pt x="53746" y="15834"/>
                  </a:cubicBezTo>
                  <a:cubicBezTo>
                    <a:pt x="53896" y="15834"/>
                    <a:pt x="54046" y="15860"/>
                    <a:pt x="54196" y="15897"/>
                  </a:cubicBezTo>
                  <a:lnTo>
                    <a:pt x="54288" y="15867"/>
                  </a:lnTo>
                  <a:cubicBezTo>
                    <a:pt x="54303" y="15859"/>
                    <a:pt x="54318" y="15856"/>
                    <a:pt x="54331" y="15856"/>
                  </a:cubicBezTo>
                  <a:cubicBezTo>
                    <a:pt x="54396" y="15856"/>
                    <a:pt x="54435" y="15935"/>
                    <a:pt x="54503" y="15935"/>
                  </a:cubicBezTo>
                  <a:cubicBezTo>
                    <a:pt x="54528" y="15935"/>
                    <a:pt x="54557" y="15925"/>
                    <a:pt x="54592" y="15897"/>
                  </a:cubicBezTo>
                  <a:cubicBezTo>
                    <a:pt x="54642" y="15872"/>
                    <a:pt x="54692" y="15857"/>
                    <a:pt x="54740" y="15857"/>
                  </a:cubicBezTo>
                  <a:cubicBezTo>
                    <a:pt x="54809" y="15857"/>
                    <a:pt x="54873" y="15887"/>
                    <a:pt x="54926" y="15958"/>
                  </a:cubicBezTo>
                  <a:cubicBezTo>
                    <a:pt x="55291" y="15897"/>
                    <a:pt x="55625" y="15867"/>
                    <a:pt x="55959" y="15867"/>
                  </a:cubicBezTo>
                  <a:cubicBezTo>
                    <a:pt x="56081" y="15897"/>
                    <a:pt x="56172" y="15897"/>
                    <a:pt x="56294" y="15897"/>
                  </a:cubicBezTo>
                  <a:lnTo>
                    <a:pt x="56324" y="15897"/>
                  </a:lnTo>
                  <a:cubicBezTo>
                    <a:pt x="56335" y="15886"/>
                    <a:pt x="56346" y="15882"/>
                    <a:pt x="56356" y="15882"/>
                  </a:cubicBezTo>
                  <a:cubicBezTo>
                    <a:pt x="56392" y="15882"/>
                    <a:pt x="56430" y="15927"/>
                    <a:pt x="56475" y="15927"/>
                  </a:cubicBezTo>
                  <a:cubicBezTo>
                    <a:pt x="56494" y="15927"/>
                    <a:pt x="56515" y="15919"/>
                    <a:pt x="56537" y="15897"/>
                  </a:cubicBezTo>
                  <a:lnTo>
                    <a:pt x="56567" y="15836"/>
                  </a:lnTo>
                  <a:cubicBezTo>
                    <a:pt x="56593" y="15831"/>
                    <a:pt x="56619" y="15829"/>
                    <a:pt x="56645" y="15829"/>
                  </a:cubicBezTo>
                  <a:cubicBezTo>
                    <a:pt x="56770" y="15829"/>
                    <a:pt x="56887" y="15888"/>
                    <a:pt x="56962" y="15988"/>
                  </a:cubicBezTo>
                  <a:lnTo>
                    <a:pt x="57084" y="15928"/>
                  </a:lnTo>
                  <a:lnTo>
                    <a:pt x="57236" y="15806"/>
                  </a:lnTo>
                  <a:cubicBezTo>
                    <a:pt x="57418" y="15867"/>
                    <a:pt x="57601" y="15897"/>
                    <a:pt x="57783" y="15988"/>
                  </a:cubicBezTo>
                  <a:lnTo>
                    <a:pt x="57905" y="15897"/>
                  </a:lnTo>
                  <a:cubicBezTo>
                    <a:pt x="57921" y="15889"/>
                    <a:pt x="57937" y="15886"/>
                    <a:pt x="57955" y="15886"/>
                  </a:cubicBezTo>
                  <a:cubicBezTo>
                    <a:pt x="58026" y="15886"/>
                    <a:pt x="58104" y="15942"/>
                    <a:pt x="58178" y="15942"/>
                  </a:cubicBezTo>
                  <a:cubicBezTo>
                    <a:pt x="58220" y="15942"/>
                    <a:pt x="58262" y="15924"/>
                    <a:pt x="58300" y="15867"/>
                  </a:cubicBezTo>
                  <a:cubicBezTo>
                    <a:pt x="58482" y="15867"/>
                    <a:pt x="58665" y="15928"/>
                    <a:pt x="58817" y="15988"/>
                  </a:cubicBezTo>
                  <a:lnTo>
                    <a:pt x="58999" y="15867"/>
                  </a:lnTo>
                  <a:cubicBezTo>
                    <a:pt x="59045" y="15852"/>
                    <a:pt x="59090" y="15844"/>
                    <a:pt x="59132" y="15844"/>
                  </a:cubicBezTo>
                  <a:cubicBezTo>
                    <a:pt x="59174" y="15844"/>
                    <a:pt x="59212" y="15852"/>
                    <a:pt x="59242" y="15867"/>
                  </a:cubicBezTo>
                  <a:lnTo>
                    <a:pt x="59455" y="16019"/>
                  </a:lnTo>
                  <a:cubicBezTo>
                    <a:pt x="59698" y="15958"/>
                    <a:pt x="60093" y="15928"/>
                    <a:pt x="60184" y="15928"/>
                  </a:cubicBezTo>
                  <a:cubicBezTo>
                    <a:pt x="60205" y="15917"/>
                    <a:pt x="60245" y="15914"/>
                    <a:pt x="60292" y="15914"/>
                  </a:cubicBezTo>
                  <a:cubicBezTo>
                    <a:pt x="60387" y="15914"/>
                    <a:pt x="60509" y="15928"/>
                    <a:pt x="60549" y="15928"/>
                  </a:cubicBezTo>
                  <a:cubicBezTo>
                    <a:pt x="60671" y="15867"/>
                    <a:pt x="60823" y="15867"/>
                    <a:pt x="60944" y="15867"/>
                  </a:cubicBezTo>
                  <a:lnTo>
                    <a:pt x="61218" y="15928"/>
                  </a:lnTo>
                  <a:lnTo>
                    <a:pt x="61279" y="15928"/>
                  </a:lnTo>
                  <a:cubicBezTo>
                    <a:pt x="61370" y="15928"/>
                    <a:pt x="61461" y="15867"/>
                    <a:pt x="61552" y="15867"/>
                  </a:cubicBezTo>
                  <a:cubicBezTo>
                    <a:pt x="61613" y="15867"/>
                    <a:pt x="61704" y="15867"/>
                    <a:pt x="61795" y="15836"/>
                  </a:cubicBezTo>
                  <a:cubicBezTo>
                    <a:pt x="61856" y="15806"/>
                    <a:pt x="61795" y="15684"/>
                    <a:pt x="61947" y="15684"/>
                  </a:cubicBezTo>
                  <a:lnTo>
                    <a:pt x="62039" y="15684"/>
                  </a:lnTo>
                  <a:cubicBezTo>
                    <a:pt x="62048" y="15681"/>
                    <a:pt x="62059" y="15680"/>
                    <a:pt x="62069" y="15680"/>
                  </a:cubicBezTo>
                  <a:cubicBezTo>
                    <a:pt x="62155" y="15680"/>
                    <a:pt x="62251" y="15782"/>
                    <a:pt x="62251" y="15836"/>
                  </a:cubicBezTo>
                  <a:cubicBezTo>
                    <a:pt x="62356" y="15860"/>
                    <a:pt x="62460" y="15870"/>
                    <a:pt x="62565" y="15870"/>
                  </a:cubicBezTo>
                  <a:cubicBezTo>
                    <a:pt x="62734" y="15870"/>
                    <a:pt x="62903" y="15844"/>
                    <a:pt x="63072" y="15806"/>
                  </a:cubicBezTo>
                  <a:lnTo>
                    <a:pt x="63467" y="15867"/>
                  </a:lnTo>
                  <a:cubicBezTo>
                    <a:pt x="63498" y="15867"/>
                    <a:pt x="63528" y="15776"/>
                    <a:pt x="63558" y="15745"/>
                  </a:cubicBezTo>
                  <a:cubicBezTo>
                    <a:pt x="63649" y="15776"/>
                    <a:pt x="63710" y="15806"/>
                    <a:pt x="63741" y="15836"/>
                  </a:cubicBezTo>
                  <a:lnTo>
                    <a:pt x="63832" y="15897"/>
                  </a:lnTo>
                  <a:lnTo>
                    <a:pt x="63984" y="15958"/>
                  </a:lnTo>
                  <a:cubicBezTo>
                    <a:pt x="64166" y="15897"/>
                    <a:pt x="64349" y="15867"/>
                    <a:pt x="64531" y="15867"/>
                  </a:cubicBezTo>
                  <a:cubicBezTo>
                    <a:pt x="64592" y="15867"/>
                    <a:pt x="64622" y="15806"/>
                    <a:pt x="64622" y="15745"/>
                  </a:cubicBezTo>
                  <a:cubicBezTo>
                    <a:pt x="64592" y="15745"/>
                    <a:pt x="64683" y="15715"/>
                    <a:pt x="64835" y="15715"/>
                  </a:cubicBezTo>
                  <a:lnTo>
                    <a:pt x="64896" y="15928"/>
                  </a:lnTo>
                  <a:cubicBezTo>
                    <a:pt x="65108" y="15897"/>
                    <a:pt x="65990" y="15867"/>
                    <a:pt x="66264" y="15867"/>
                  </a:cubicBezTo>
                  <a:cubicBezTo>
                    <a:pt x="66567" y="15867"/>
                    <a:pt x="66841" y="15836"/>
                    <a:pt x="67145" y="15776"/>
                  </a:cubicBezTo>
                  <a:lnTo>
                    <a:pt x="67267" y="15806"/>
                  </a:lnTo>
                  <a:lnTo>
                    <a:pt x="67449" y="15867"/>
                  </a:lnTo>
                  <a:cubicBezTo>
                    <a:pt x="67550" y="15867"/>
                    <a:pt x="67760" y="15853"/>
                    <a:pt x="67915" y="15853"/>
                  </a:cubicBezTo>
                  <a:cubicBezTo>
                    <a:pt x="67993" y="15853"/>
                    <a:pt x="68057" y="15857"/>
                    <a:pt x="68087" y="15867"/>
                  </a:cubicBezTo>
                  <a:lnTo>
                    <a:pt x="68543" y="15867"/>
                  </a:lnTo>
                  <a:cubicBezTo>
                    <a:pt x="68556" y="15862"/>
                    <a:pt x="68574" y="15861"/>
                    <a:pt x="68596" y="15861"/>
                  </a:cubicBezTo>
                  <a:cubicBezTo>
                    <a:pt x="68726" y="15861"/>
                    <a:pt x="68986" y="15928"/>
                    <a:pt x="69090" y="15928"/>
                  </a:cubicBezTo>
                  <a:cubicBezTo>
                    <a:pt x="69212" y="15897"/>
                    <a:pt x="69516" y="15897"/>
                    <a:pt x="69637" y="15867"/>
                  </a:cubicBezTo>
                  <a:cubicBezTo>
                    <a:pt x="69710" y="15867"/>
                    <a:pt x="69920" y="15789"/>
                    <a:pt x="70031" y="15789"/>
                  </a:cubicBezTo>
                  <a:cubicBezTo>
                    <a:pt x="70059" y="15789"/>
                    <a:pt x="70081" y="15794"/>
                    <a:pt x="70093" y="15806"/>
                  </a:cubicBezTo>
                  <a:cubicBezTo>
                    <a:pt x="70124" y="15826"/>
                    <a:pt x="70174" y="15833"/>
                    <a:pt x="70232" y="15833"/>
                  </a:cubicBezTo>
                  <a:cubicBezTo>
                    <a:pt x="70347" y="15833"/>
                    <a:pt x="70489" y="15806"/>
                    <a:pt x="70549" y="15806"/>
                  </a:cubicBezTo>
                  <a:cubicBezTo>
                    <a:pt x="70640" y="15806"/>
                    <a:pt x="71400" y="15897"/>
                    <a:pt x="71644" y="15897"/>
                  </a:cubicBezTo>
                  <a:cubicBezTo>
                    <a:pt x="71878" y="15897"/>
                    <a:pt x="72180" y="15830"/>
                    <a:pt x="72299" y="15830"/>
                  </a:cubicBezTo>
                  <a:cubicBezTo>
                    <a:pt x="72319" y="15830"/>
                    <a:pt x="72334" y="15832"/>
                    <a:pt x="72343" y="15836"/>
                  </a:cubicBezTo>
                  <a:cubicBezTo>
                    <a:pt x="72354" y="15842"/>
                    <a:pt x="72369" y="15845"/>
                    <a:pt x="72386" y="15845"/>
                  </a:cubicBezTo>
                  <a:cubicBezTo>
                    <a:pt x="72458" y="15845"/>
                    <a:pt x="72567" y="15800"/>
                    <a:pt x="72616" y="15776"/>
                  </a:cubicBezTo>
                  <a:cubicBezTo>
                    <a:pt x="72647" y="15745"/>
                    <a:pt x="72707" y="15715"/>
                    <a:pt x="72768" y="15715"/>
                  </a:cubicBezTo>
                  <a:cubicBezTo>
                    <a:pt x="72799" y="15715"/>
                    <a:pt x="72829" y="15776"/>
                    <a:pt x="72890" y="15836"/>
                  </a:cubicBezTo>
                  <a:lnTo>
                    <a:pt x="73619" y="15836"/>
                  </a:lnTo>
                  <a:cubicBezTo>
                    <a:pt x="73832" y="15867"/>
                    <a:pt x="74045" y="15897"/>
                    <a:pt x="74258" y="15897"/>
                  </a:cubicBezTo>
                  <a:cubicBezTo>
                    <a:pt x="74413" y="15853"/>
                    <a:pt x="74585" y="15824"/>
                    <a:pt x="74762" y="15824"/>
                  </a:cubicBezTo>
                  <a:cubicBezTo>
                    <a:pt x="74826" y="15824"/>
                    <a:pt x="74892" y="15828"/>
                    <a:pt x="74957" y="15836"/>
                  </a:cubicBezTo>
                  <a:lnTo>
                    <a:pt x="75352" y="15836"/>
                  </a:lnTo>
                  <a:cubicBezTo>
                    <a:pt x="75397" y="15821"/>
                    <a:pt x="75641" y="15821"/>
                    <a:pt x="75907" y="15821"/>
                  </a:cubicBezTo>
                  <a:cubicBezTo>
                    <a:pt x="76173" y="15821"/>
                    <a:pt x="76461" y="15821"/>
                    <a:pt x="76598" y="15806"/>
                  </a:cubicBezTo>
                  <a:lnTo>
                    <a:pt x="77358" y="15715"/>
                  </a:lnTo>
                  <a:lnTo>
                    <a:pt x="77480" y="15776"/>
                  </a:lnTo>
                  <a:cubicBezTo>
                    <a:pt x="77515" y="15793"/>
                    <a:pt x="77540" y="15811"/>
                    <a:pt x="77566" y="15811"/>
                  </a:cubicBezTo>
                  <a:cubicBezTo>
                    <a:pt x="77586" y="15811"/>
                    <a:pt x="77606" y="15801"/>
                    <a:pt x="77632" y="15776"/>
                  </a:cubicBezTo>
                  <a:cubicBezTo>
                    <a:pt x="77641" y="15766"/>
                    <a:pt x="77650" y="15763"/>
                    <a:pt x="77661" y="15763"/>
                  </a:cubicBezTo>
                  <a:cubicBezTo>
                    <a:pt x="77701" y="15763"/>
                    <a:pt x="77749" y="15818"/>
                    <a:pt x="77791" y="15818"/>
                  </a:cubicBezTo>
                  <a:cubicBezTo>
                    <a:pt x="77810" y="15818"/>
                    <a:pt x="77828" y="15807"/>
                    <a:pt x="77844" y="15776"/>
                  </a:cubicBezTo>
                  <a:cubicBezTo>
                    <a:pt x="77844" y="15776"/>
                    <a:pt x="77942" y="15815"/>
                    <a:pt x="78012" y="15815"/>
                  </a:cubicBezTo>
                  <a:cubicBezTo>
                    <a:pt x="78029" y="15815"/>
                    <a:pt x="78045" y="15812"/>
                    <a:pt x="78057" y="15806"/>
                  </a:cubicBezTo>
                  <a:cubicBezTo>
                    <a:pt x="78087" y="15791"/>
                    <a:pt x="78125" y="15783"/>
                    <a:pt x="78163" y="15783"/>
                  </a:cubicBezTo>
                  <a:cubicBezTo>
                    <a:pt x="78201" y="15783"/>
                    <a:pt x="78239" y="15791"/>
                    <a:pt x="78270" y="15806"/>
                  </a:cubicBezTo>
                  <a:cubicBezTo>
                    <a:pt x="78324" y="15828"/>
                    <a:pt x="78377" y="15838"/>
                    <a:pt x="78430" y="15838"/>
                  </a:cubicBezTo>
                  <a:cubicBezTo>
                    <a:pt x="78526" y="15838"/>
                    <a:pt x="78617" y="15804"/>
                    <a:pt x="78695" y="15745"/>
                  </a:cubicBezTo>
                  <a:cubicBezTo>
                    <a:pt x="78707" y="15737"/>
                    <a:pt x="78720" y="15734"/>
                    <a:pt x="78735" y="15734"/>
                  </a:cubicBezTo>
                  <a:cubicBezTo>
                    <a:pt x="78812" y="15734"/>
                    <a:pt x="78924" y="15829"/>
                    <a:pt x="79019" y="15829"/>
                  </a:cubicBezTo>
                  <a:cubicBezTo>
                    <a:pt x="79044" y="15829"/>
                    <a:pt x="79068" y="15823"/>
                    <a:pt x="79091" y="15806"/>
                  </a:cubicBezTo>
                  <a:cubicBezTo>
                    <a:pt x="79166" y="15760"/>
                    <a:pt x="79258" y="15738"/>
                    <a:pt x="79349" y="15738"/>
                  </a:cubicBezTo>
                  <a:cubicBezTo>
                    <a:pt x="79440" y="15738"/>
                    <a:pt x="79531" y="15760"/>
                    <a:pt x="79607" y="15806"/>
                  </a:cubicBezTo>
                  <a:lnTo>
                    <a:pt x="79638" y="15836"/>
                  </a:lnTo>
                  <a:cubicBezTo>
                    <a:pt x="79719" y="15836"/>
                    <a:pt x="79992" y="15740"/>
                    <a:pt x="80116" y="15740"/>
                  </a:cubicBezTo>
                  <a:cubicBezTo>
                    <a:pt x="80131" y="15740"/>
                    <a:pt x="80144" y="15742"/>
                    <a:pt x="80154" y="15745"/>
                  </a:cubicBezTo>
                  <a:cubicBezTo>
                    <a:pt x="80192" y="15758"/>
                    <a:pt x="80230" y="15765"/>
                    <a:pt x="80266" y="15765"/>
                  </a:cubicBezTo>
                  <a:cubicBezTo>
                    <a:pt x="80316" y="15765"/>
                    <a:pt x="80362" y="15750"/>
                    <a:pt x="80398" y="15715"/>
                  </a:cubicBezTo>
                  <a:cubicBezTo>
                    <a:pt x="80403" y="15709"/>
                    <a:pt x="80410" y="15707"/>
                    <a:pt x="80418" y="15707"/>
                  </a:cubicBezTo>
                  <a:cubicBezTo>
                    <a:pt x="80450" y="15707"/>
                    <a:pt x="80495" y="15751"/>
                    <a:pt x="80519" y="15776"/>
                  </a:cubicBezTo>
                  <a:cubicBezTo>
                    <a:pt x="80519" y="15782"/>
                    <a:pt x="80526" y="15784"/>
                    <a:pt x="80537" y="15784"/>
                  </a:cubicBezTo>
                  <a:cubicBezTo>
                    <a:pt x="80567" y="15784"/>
                    <a:pt x="80628" y="15767"/>
                    <a:pt x="80668" y="15767"/>
                  </a:cubicBezTo>
                  <a:cubicBezTo>
                    <a:pt x="80683" y="15767"/>
                    <a:pt x="80695" y="15769"/>
                    <a:pt x="80701" y="15776"/>
                  </a:cubicBezTo>
                  <a:cubicBezTo>
                    <a:pt x="80754" y="15776"/>
                    <a:pt x="80895" y="15843"/>
                    <a:pt x="80973" y="15843"/>
                  </a:cubicBezTo>
                  <a:cubicBezTo>
                    <a:pt x="80986" y="15843"/>
                    <a:pt x="80997" y="15841"/>
                    <a:pt x="81005" y="15836"/>
                  </a:cubicBezTo>
                  <a:cubicBezTo>
                    <a:pt x="81009" y="15833"/>
                    <a:pt x="81020" y="15831"/>
                    <a:pt x="81037" y="15831"/>
                  </a:cubicBezTo>
                  <a:cubicBezTo>
                    <a:pt x="81139" y="15831"/>
                    <a:pt x="81457" y="15884"/>
                    <a:pt x="81684" y="15884"/>
                  </a:cubicBezTo>
                  <a:cubicBezTo>
                    <a:pt x="81752" y="15884"/>
                    <a:pt x="81813" y="15879"/>
                    <a:pt x="81857" y="15867"/>
                  </a:cubicBezTo>
                  <a:cubicBezTo>
                    <a:pt x="82039" y="15806"/>
                    <a:pt x="82252" y="15776"/>
                    <a:pt x="82464" y="15745"/>
                  </a:cubicBezTo>
                  <a:cubicBezTo>
                    <a:pt x="82586" y="15776"/>
                    <a:pt x="82708" y="15806"/>
                    <a:pt x="82829" y="15806"/>
                  </a:cubicBezTo>
                  <a:cubicBezTo>
                    <a:pt x="82981" y="15776"/>
                    <a:pt x="83133" y="15715"/>
                    <a:pt x="83255" y="15654"/>
                  </a:cubicBezTo>
                  <a:cubicBezTo>
                    <a:pt x="83271" y="15648"/>
                    <a:pt x="83290" y="15646"/>
                    <a:pt x="83310" y="15646"/>
                  </a:cubicBezTo>
                  <a:cubicBezTo>
                    <a:pt x="83398" y="15646"/>
                    <a:pt x="83503" y="15696"/>
                    <a:pt x="83528" y="15745"/>
                  </a:cubicBezTo>
                  <a:cubicBezTo>
                    <a:pt x="83541" y="15752"/>
                    <a:pt x="83558" y="15754"/>
                    <a:pt x="83577" y="15754"/>
                  </a:cubicBezTo>
                  <a:cubicBezTo>
                    <a:pt x="83630" y="15754"/>
                    <a:pt x="83700" y="15736"/>
                    <a:pt x="83753" y="15736"/>
                  </a:cubicBezTo>
                  <a:cubicBezTo>
                    <a:pt x="83772" y="15736"/>
                    <a:pt x="83789" y="15739"/>
                    <a:pt x="83802" y="15745"/>
                  </a:cubicBezTo>
                  <a:cubicBezTo>
                    <a:pt x="83923" y="15745"/>
                    <a:pt x="84075" y="15745"/>
                    <a:pt x="84227" y="15715"/>
                  </a:cubicBezTo>
                  <a:lnTo>
                    <a:pt x="84349" y="15776"/>
                  </a:lnTo>
                  <a:lnTo>
                    <a:pt x="84531" y="15867"/>
                  </a:lnTo>
                  <a:cubicBezTo>
                    <a:pt x="84744" y="15806"/>
                    <a:pt x="84926" y="15745"/>
                    <a:pt x="85139" y="15715"/>
                  </a:cubicBezTo>
                  <a:cubicBezTo>
                    <a:pt x="85215" y="15730"/>
                    <a:pt x="85291" y="15738"/>
                    <a:pt x="85367" y="15738"/>
                  </a:cubicBezTo>
                  <a:cubicBezTo>
                    <a:pt x="85443" y="15738"/>
                    <a:pt x="85519" y="15730"/>
                    <a:pt x="85595" y="15715"/>
                  </a:cubicBezTo>
                  <a:lnTo>
                    <a:pt x="85747" y="15776"/>
                  </a:lnTo>
                  <a:cubicBezTo>
                    <a:pt x="85758" y="15779"/>
                    <a:pt x="85770" y="15781"/>
                    <a:pt x="85782" y="15781"/>
                  </a:cubicBezTo>
                  <a:cubicBezTo>
                    <a:pt x="85838" y="15781"/>
                    <a:pt x="85909" y="15751"/>
                    <a:pt x="85986" y="15751"/>
                  </a:cubicBezTo>
                  <a:cubicBezTo>
                    <a:pt x="86036" y="15751"/>
                    <a:pt x="86089" y="15764"/>
                    <a:pt x="86142" y="15806"/>
                  </a:cubicBezTo>
                  <a:lnTo>
                    <a:pt x="86173" y="15867"/>
                  </a:lnTo>
                  <a:cubicBezTo>
                    <a:pt x="86294" y="15836"/>
                    <a:pt x="86385" y="15836"/>
                    <a:pt x="86507" y="15806"/>
                  </a:cubicBezTo>
                  <a:cubicBezTo>
                    <a:pt x="86720" y="15745"/>
                    <a:pt x="86933" y="15715"/>
                    <a:pt x="87145" y="15684"/>
                  </a:cubicBezTo>
                  <a:cubicBezTo>
                    <a:pt x="87328" y="15684"/>
                    <a:pt x="87814" y="15684"/>
                    <a:pt x="88270" y="15715"/>
                  </a:cubicBezTo>
                  <a:lnTo>
                    <a:pt x="88696" y="15745"/>
                  </a:lnTo>
                  <a:lnTo>
                    <a:pt x="88787" y="15745"/>
                  </a:lnTo>
                  <a:cubicBezTo>
                    <a:pt x="88814" y="15738"/>
                    <a:pt x="88851" y="15736"/>
                    <a:pt x="88892" y="15736"/>
                  </a:cubicBezTo>
                  <a:cubicBezTo>
                    <a:pt x="88964" y="15736"/>
                    <a:pt x="89048" y="15743"/>
                    <a:pt x="89112" y="15743"/>
                  </a:cubicBezTo>
                  <a:cubicBezTo>
                    <a:pt x="89171" y="15743"/>
                    <a:pt x="89212" y="15737"/>
                    <a:pt x="89212" y="15715"/>
                  </a:cubicBezTo>
                  <a:lnTo>
                    <a:pt x="89212" y="15776"/>
                  </a:lnTo>
                  <a:lnTo>
                    <a:pt x="89395" y="15745"/>
                  </a:lnTo>
                  <a:cubicBezTo>
                    <a:pt x="89486" y="15715"/>
                    <a:pt x="89577" y="15684"/>
                    <a:pt x="89638" y="15684"/>
                  </a:cubicBezTo>
                  <a:cubicBezTo>
                    <a:pt x="89759" y="15684"/>
                    <a:pt x="89851" y="15745"/>
                    <a:pt x="89972" y="15745"/>
                  </a:cubicBezTo>
                  <a:cubicBezTo>
                    <a:pt x="90086" y="15745"/>
                    <a:pt x="90217" y="15694"/>
                    <a:pt x="90301" y="15694"/>
                  </a:cubicBezTo>
                  <a:cubicBezTo>
                    <a:pt x="90329" y="15694"/>
                    <a:pt x="90352" y="15700"/>
                    <a:pt x="90367" y="15715"/>
                  </a:cubicBezTo>
                  <a:lnTo>
                    <a:pt x="90550" y="15806"/>
                  </a:lnTo>
                  <a:cubicBezTo>
                    <a:pt x="90604" y="15751"/>
                    <a:pt x="90714" y="15740"/>
                    <a:pt x="90806" y="15740"/>
                  </a:cubicBezTo>
                  <a:cubicBezTo>
                    <a:pt x="90867" y="15740"/>
                    <a:pt x="90921" y="15745"/>
                    <a:pt x="90945" y="15745"/>
                  </a:cubicBezTo>
                  <a:cubicBezTo>
                    <a:pt x="91127" y="15654"/>
                    <a:pt x="91310" y="15593"/>
                    <a:pt x="91522" y="15563"/>
                  </a:cubicBezTo>
                  <a:cubicBezTo>
                    <a:pt x="91653" y="15563"/>
                    <a:pt x="92029" y="15697"/>
                    <a:pt x="92210" y="15697"/>
                  </a:cubicBezTo>
                  <a:cubicBezTo>
                    <a:pt x="92240" y="15697"/>
                    <a:pt x="92265" y="15693"/>
                    <a:pt x="92282" y="15684"/>
                  </a:cubicBezTo>
                  <a:cubicBezTo>
                    <a:pt x="92404" y="15624"/>
                    <a:pt x="92525" y="15593"/>
                    <a:pt x="92677" y="15593"/>
                  </a:cubicBezTo>
                  <a:cubicBezTo>
                    <a:pt x="92699" y="15615"/>
                    <a:pt x="92781" y="15636"/>
                    <a:pt x="92849" y="15636"/>
                  </a:cubicBezTo>
                  <a:cubicBezTo>
                    <a:pt x="92877" y="15636"/>
                    <a:pt x="92903" y="15633"/>
                    <a:pt x="92921" y="15624"/>
                  </a:cubicBezTo>
                  <a:cubicBezTo>
                    <a:pt x="92951" y="15624"/>
                    <a:pt x="93103" y="15532"/>
                    <a:pt x="93133" y="15532"/>
                  </a:cubicBezTo>
                  <a:cubicBezTo>
                    <a:pt x="93255" y="15563"/>
                    <a:pt x="93376" y="15563"/>
                    <a:pt x="93528" y="15593"/>
                  </a:cubicBezTo>
                  <a:cubicBezTo>
                    <a:pt x="93570" y="15572"/>
                    <a:pt x="93728" y="15537"/>
                    <a:pt x="93842" y="15537"/>
                  </a:cubicBezTo>
                  <a:cubicBezTo>
                    <a:pt x="93893" y="15537"/>
                    <a:pt x="93935" y="15544"/>
                    <a:pt x="93954" y="15563"/>
                  </a:cubicBezTo>
                  <a:cubicBezTo>
                    <a:pt x="93960" y="15569"/>
                    <a:pt x="93969" y="15571"/>
                    <a:pt x="93980" y="15571"/>
                  </a:cubicBezTo>
                  <a:cubicBezTo>
                    <a:pt x="94029" y="15571"/>
                    <a:pt x="94118" y="15527"/>
                    <a:pt x="94167" y="15502"/>
                  </a:cubicBezTo>
                  <a:lnTo>
                    <a:pt x="94471" y="15380"/>
                  </a:lnTo>
                  <a:lnTo>
                    <a:pt x="94471" y="15441"/>
                  </a:lnTo>
                  <a:lnTo>
                    <a:pt x="94471" y="15654"/>
                  </a:lnTo>
                  <a:cubicBezTo>
                    <a:pt x="94611" y="15598"/>
                    <a:pt x="94881" y="15438"/>
                    <a:pt x="94970" y="15438"/>
                  </a:cubicBezTo>
                  <a:cubicBezTo>
                    <a:pt x="94977" y="15438"/>
                    <a:pt x="94983" y="15439"/>
                    <a:pt x="94987" y="15441"/>
                  </a:cubicBezTo>
                  <a:cubicBezTo>
                    <a:pt x="95109" y="15472"/>
                    <a:pt x="95261" y="15472"/>
                    <a:pt x="95383" y="15472"/>
                  </a:cubicBezTo>
                  <a:cubicBezTo>
                    <a:pt x="95474" y="15472"/>
                    <a:pt x="95595" y="15502"/>
                    <a:pt x="95687" y="15532"/>
                  </a:cubicBezTo>
                  <a:cubicBezTo>
                    <a:pt x="95713" y="15532"/>
                    <a:pt x="96051" y="15465"/>
                    <a:pt x="96243" y="15465"/>
                  </a:cubicBezTo>
                  <a:cubicBezTo>
                    <a:pt x="96275" y="15465"/>
                    <a:pt x="96303" y="15467"/>
                    <a:pt x="96325" y="15472"/>
                  </a:cubicBezTo>
                  <a:cubicBezTo>
                    <a:pt x="96446" y="15502"/>
                    <a:pt x="96598" y="15502"/>
                    <a:pt x="96720" y="15502"/>
                  </a:cubicBezTo>
                  <a:lnTo>
                    <a:pt x="96902" y="15502"/>
                  </a:lnTo>
                  <a:cubicBezTo>
                    <a:pt x="96994" y="15487"/>
                    <a:pt x="97085" y="15479"/>
                    <a:pt x="97176" y="15479"/>
                  </a:cubicBezTo>
                  <a:cubicBezTo>
                    <a:pt x="97267" y="15479"/>
                    <a:pt x="97358" y="15487"/>
                    <a:pt x="97450" y="15502"/>
                  </a:cubicBezTo>
                  <a:lnTo>
                    <a:pt x="97601" y="15411"/>
                  </a:lnTo>
                  <a:lnTo>
                    <a:pt x="97723" y="15350"/>
                  </a:lnTo>
                  <a:cubicBezTo>
                    <a:pt x="97905" y="15350"/>
                    <a:pt x="98088" y="15289"/>
                    <a:pt x="98270" y="15198"/>
                  </a:cubicBezTo>
                  <a:cubicBezTo>
                    <a:pt x="98273" y="15195"/>
                    <a:pt x="98277" y="15193"/>
                    <a:pt x="98281" y="15193"/>
                  </a:cubicBezTo>
                  <a:cubicBezTo>
                    <a:pt x="98313" y="15193"/>
                    <a:pt x="98365" y="15296"/>
                    <a:pt x="98392" y="15350"/>
                  </a:cubicBezTo>
                  <a:cubicBezTo>
                    <a:pt x="98392" y="15353"/>
                    <a:pt x="98393" y="15354"/>
                    <a:pt x="98396" y="15354"/>
                  </a:cubicBezTo>
                  <a:cubicBezTo>
                    <a:pt x="98423" y="15354"/>
                    <a:pt x="98580" y="15223"/>
                    <a:pt x="98635" y="15168"/>
                  </a:cubicBezTo>
                  <a:cubicBezTo>
                    <a:pt x="98653" y="15150"/>
                    <a:pt x="98673" y="15143"/>
                    <a:pt x="98693" y="15143"/>
                  </a:cubicBezTo>
                  <a:cubicBezTo>
                    <a:pt x="98741" y="15143"/>
                    <a:pt x="98787" y="15186"/>
                    <a:pt x="98787" y="15228"/>
                  </a:cubicBezTo>
                  <a:cubicBezTo>
                    <a:pt x="98787" y="15289"/>
                    <a:pt x="99060" y="15289"/>
                    <a:pt x="99152" y="15289"/>
                  </a:cubicBezTo>
                  <a:cubicBezTo>
                    <a:pt x="99243" y="15289"/>
                    <a:pt x="99243" y="15168"/>
                    <a:pt x="99152" y="15016"/>
                  </a:cubicBezTo>
                  <a:lnTo>
                    <a:pt x="99364" y="14985"/>
                  </a:lnTo>
                  <a:lnTo>
                    <a:pt x="99592" y="14928"/>
                  </a:lnTo>
                  <a:lnTo>
                    <a:pt x="99592" y="14928"/>
                  </a:lnTo>
                  <a:cubicBezTo>
                    <a:pt x="99594" y="14936"/>
                    <a:pt x="99598" y="14944"/>
                    <a:pt x="99604" y="14951"/>
                  </a:cubicBezTo>
                  <a:lnTo>
                    <a:pt x="99604" y="14951"/>
                  </a:lnTo>
                  <a:cubicBezTo>
                    <a:pt x="99605" y="14943"/>
                    <a:pt x="99606" y="14934"/>
                    <a:pt x="99608" y="14925"/>
                  </a:cubicBezTo>
                  <a:lnTo>
                    <a:pt x="99608" y="14925"/>
                  </a:lnTo>
                  <a:lnTo>
                    <a:pt x="99592" y="14928"/>
                  </a:lnTo>
                  <a:lnTo>
                    <a:pt x="99592" y="14928"/>
                  </a:lnTo>
                  <a:cubicBezTo>
                    <a:pt x="99579" y="14871"/>
                    <a:pt x="99677" y="14803"/>
                    <a:pt x="99729" y="14803"/>
                  </a:cubicBezTo>
                  <a:cubicBezTo>
                    <a:pt x="99760" y="14803"/>
                    <a:pt x="99729" y="14590"/>
                    <a:pt x="99790" y="14560"/>
                  </a:cubicBezTo>
                  <a:cubicBezTo>
                    <a:pt x="99798" y="14556"/>
                    <a:pt x="99807" y="14554"/>
                    <a:pt x="99815" y="14554"/>
                  </a:cubicBezTo>
                  <a:cubicBezTo>
                    <a:pt x="99867" y="14554"/>
                    <a:pt x="99912" y="14625"/>
                    <a:pt x="99912" y="14651"/>
                  </a:cubicBezTo>
                  <a:cubicBezTo>
                    <a:pt x="99917" y="14656"/>
                    <a:pt x="99926" y="14659"/>
                    <a:pt x="99940" y="14659"/>
                  </a:cubicBezTo>
                  <a:cubicBezTo>
                    <a:pt x="100005" y="14659"/>
                    <a:pt x="100161" y="14600"/>
                    <a:pt x="100337" y="14499"/>
                  </a:cubicBezTo>
                  <a:lnTo>
                    <a:pt x="100337" y="14256"/>
                  </a:lnTo>
                  <a:lnTo>
                    <a:pt x="100337" y="14043"/>
                  </a:lnTo>
                  <a:cubicBezTo>
                    <a:pt x="100307" y="13861"/>
                    <a:pt x="100246" y="13709"/>
                    <a:pt x="100094" y="13557"/>
                  </a:cubicBezTo>
                  <a:cubicBezTo>
                    <a:pt x="100064" y="13526"/>
                    <a:pt x="100094" y="13466"/>
                    <a:pt x="100185" y="13374"/>
                  </a:cubicBezTo>
                  <a:lnTo>
                    <a:pt x="100307" y="13374"/>
                  </a:lnTo>
                  <a:cubicBezTo>
                    <a:pt x="100367" y="13466"/>
                    <a:pt x="100428" y="13466"/>
                    <a:pt x="100428" y="13466"/>
                  </a:cubicBezTo>
                  <a:cubicBezTo>
                    <a:pt x="100519" y="13344"/>
                    <a:pt x="100611" y="13283"/>
                    <a:pt x="100702" y="13192"/>
                  </a:cubicBezTo>
                  <a:lnTo>
                    <a:pt x="100945" y="13040"/>
                  </a:lnTo>
                  <a:lnTo>
                    <a:pt x="100945" y="13010"/>
                  </a:lnTo>
                  <a:cubicBezTo>
                    <a:pt x="100945" y="12933"/>
                    <a:pt x="100687" y="12813"/>
                    <a:pt x="100533" y="12813"/>
                  </a:cubicBezTo>
                  <a:cubicBezTo>
                    <a:pt x="100504" y="12813"/>
                    <a:pt x="100478" y="12818"/>
                    <a:pt x="100459" y="12827"/>
                  </a:cubicBezTo>
                  <a:lnTo>
                    <a:pt x="100398" y="12827"/>
                  </a:lnTo>
                  <a:cubicBezTo>
                    <a:pt x="100367" y="12888"/>
                    <a:pt x="100337" y="12979"/>
                    <a:pt x="100337" y="13070"/>
                  </a:cubicBezTo>
                  <a:lnTo>
                    <a:pt x="100246" y="13101"/>
                  </a:lnTo>
                  <a:cubicBezTo>
                    <a:pt x="100185" y="13101"/>
                    <a:pt x="100094" y="13101"/>
                    <a:pt x="100064" y="13070"/>
                  </a:cubicBezTo>
                  <a:cubicBezTo>
                    <a:pt x="100033" y="13010"/>
                    <a:pt x="100033" y="12949"/>
                    <a:pt x="100064" y="12918"/>
                  </a:cubicBezTo>
                  <a:cubicBezTo>
                    <a:pt x="100094" y="12858"/>
                    <a:pt x="100124" y="12827"/>
                    <a:pt x="100185" y="12797"/>
                  </a:cubicBezTo>
                  <a:lnTo>
                    <a:pt x="100337" y="12706"/>
                  </a:lnTo>
                  <a:cubicBezTo>
                    <a:pt x="100550" y="12614"/>
                    <a:pt x="100459" y="12523"/>
                    <a:pt x="100398" y="12493"/>
                  </a:cubicBezTo>
                  <a:cubicBezTo>
                    <a:pt x="100307" y="12493"/>
                    <a:pt x="100307" y="12341"/>
                    <a:pt x="100337" y="12280"/>
                  </a:cubicBezTo>
                  <a:cubicBezTo>
                    <a:pt x="100367" y="12250"/>
                    <a:pt x="100185" y="12189"/>
                    <a:pt x="100155" y="12189"/>
                  </a:cubicBezTo>
                  <a:cubicBezTo>
                    <a:pt x="100094" y="12159"/>
                    <a:pt x="100155" y="12067"/>
                    <a:pt x="100185" y="12037"/>
                  </a:cubicBezTo>
                  <a:cubicBezTo>
                    <a:pt x="100216" y="12007"/>
                    <a:pt x="100185" y="11915"/>
                    <a:pt x="100124" y="11855"/>
                  </a:cubicBezTo>
                  <a:lnTo>
                    <a:pt x="100003" y="11915"/>
                  </a:lnTo>
                  <a:cubicBezTo>
                    <a:pt x="99957" y="11961"/>
                    <a:pt x="99896" y="11984"/>
                    <a:pt x="99832" y="11984"/>
                  </a:cubicBezTo>
                  <a:cubicBezTo>
                    <a:pt x="99767" y="11984"/>
                    <a:pt x="99699" y="11961"/>
                    <a:pt x="99638" y="11915"/>
                  </a:cubicBezTo>
                  <a:cubicBezTo>
                    <a:pt x="99632" y="11909"/>
                    <a:pt x="99625" y="11907"/>
                    <a:pt x="99617" y="11907"/>
                  </a:cubicBezTo>
                  <a:cubicBezTo>
                    <a:pt x="99586" y="11907"/>
                    <a:pt x="99547" y="11946"/>
                    <a:pt x="99547" y="11946"/>
                  </a:cubicBezTo>
                  <a:cubicBezTo>
                    <a:pt x="99542" y="11950"/>
                    <a:pt x="99536" y="11952"/>
                    <a:pt x="99529" y="11952"/>
                  </a:cubicBezTo>
                  <a:cubicBezTo>
                    <a:pt x="99484" y="11952"/>
                    <a:pt x="99390" y="11885"/>
                    <a:pt x="99364" y="11885"/>
                  </a:cubicBezTo>
                  <a:lnTo>
                    <a:pt x="99121" y="11885"/>
                  </a:lnTo>
                  <a:cubicBezTo>
                    <a:pt x="99060" y="11855"/>
                    <a:pt x="99000" y="11763"/>
                    <a:pt x="98969" y="11703"/>
                  </a:cubicBezTo>
                  <a:cubicBezTo>
                    <a:pt x="98951" y="11667"/>
                    <a:pt x="98934" y="11652"/>
                    <a:pt x="98910" y="11652"/>
                  </a:cubicBezTo>
                  <a:cubicBezTo>
                    <a:pt x="98893" y="11652"/>
                    <a:pt x="98873" y="11660"/>
                    <a:pt x="98848" y="11672"/>
                  </a:cubicBezTo>
                  <a:lnTo>
                    <a:pt x="98817" y="11703"/>
                  </a:lnTo>
                  <a:cubicBezTo>
                    <a:pt x="98787" y="11794"/>
                    <a:pt x="98726" y="11855"/>
                    <a:pt x="98696" y="11915"/>
                  </a:cubicBezTo>
                  <a:cubicBezTo>
                    <a:pt x="98681" y="11931"/>
                    <a:pt x="98658" y="11938"/>
                    <a:pt x="98635" y="11938"/>
                  </a:cubicBezTo>
                  <a:cubicBezTo>
                    <a:pt x="98612" y="11938"/>
                    <a:pt x="98589" y="11931"/>
                    <a:pt x="98574" y="11915"/>
                  </a:cubicBezTo>
                  <a:cubicBezTo>
                    <a:pt x="98513" y="11915"/>
                    <a:pt x="98513" y="11824"/>
                    <a:pt x="98513" y="11824"/>
                  </a:cubicBezTo>
                  <a:cubicBezTo>
                    <a:pt x="98696" y="11703"/>
                    <a:pt x="98605" y="11520"/>
                    <a:pt x="98605" y="11399"/>
                  </a:cubicBezTo>
                  <a:cubicBezTo>
                    <a:pt x="98516" y="11386"/>
                    <a:pt x="98433" y="11379"/>
                    <a:pt x="98351" y="11379"/>
                  </a:cubicBezTo>
                  <a:cubicBezTo>
                    <a:pt x="98235" y="11379"/>
                    <a:pt x="98121" y="11393"/>
                    <a:pt x="97997" y="11429"/>
                  </a:cubicBezTo>
                  <a:lnTo>
                    <a:pt x="97814" y="11459"/>
                  </a:lnTo>
                  <a:lnTo>
                    <a:pt x="97784" y="11459"/>
                  </a:lnTo>
                  <a:cubicBezTo>
                    <a:pt x="97781" y="11462"/>
                    <a:pt x="97778" y="11463"/>
                    <a:pt x="97774" y="11463"/>
                  </a:cubicBezTo>
                  <a:cubicBezTo>
                    <a:pt x="97738" y="11463"/>
                    <a:pt x="97660" y="11332"/>
                    <a:pt x="97632" y="11277"/>
                  </a:cubicBezTo>
                  <a:cubicBezTo>
                    <a:pt x="97622" y="11258"/>
                    <a:pt x="97595" y="11251"/>
                    <a:pt x="97561" y="11251"/>
                  </a:cubicBezTo>
                  <a:cubicBezTo>
                    <a:pt x="97484" y="11251"/>
                    <a:pt x="97370" y="11286"/>
                    <a:pt x="97328" y="11307"/>
                  </a:cubicBezTo>
                  <a:lnTo>
                    <a:pt x="97054" y="11429"/>
                  </a:lnTo>
                  <a:lnTo>
                    <a:pt x="97024" y="11429"/>
                  </a:lnTo>
                  <a:lnTo>
                    <a:pt x="96994" y="11399"/>
                  </a:lnTo>
                  <a:cubicBezTo>
                    <a:pt x="96983" y="11377"/>
                    <a:pt x="96957" y="11367"/>
                    <a:pt x="96921" y="11367"/>
                  </a:cubicBezTo>
                  <a:cubicBezTo>
                    <a:pt x="96856" y="11367"/>
                    <a:pt x="96757" y="11401"/>
                    <a:pt x="96659" y="11459"/>
                  </a:cubicBezTo>
                  <a:cubicBezTo>
                    <a:pt x="96623" y="11414"/>
                    <a:pt x="96586" y="11398"/>
                    <a:pt x="96549" y="11398"/>
                  </a:cubicBezTo>
                  <a:cubicBezTo>
                    <a:pt x="96474" y="11398"/>
                    <a:pt x="96399" y="11463"/>
                    <a:pt x="96323" y="11463"/>
                  </a:cubicBezTo>
                  <a:cubicBezTo>
                    <a:pt x="96314" y="11463"/>
                    <a:pt x="96304" y="11462"/>
                    <a:pt x="96294" y="11459"/>
                  </a:cubicBezTo>
                  <a:cubicBezTo>
                    <a:pt x="96234" y="11459"/>
                    <a:pt x="96203" y="11459"/>
                    <a:pt x="96173" y="11520"/>
                  </a:cubicBezTo>
                  <a:lnTo>
                    <a:pt x="96173" y="11551"/>
                  </a:lnTo>
                  <a:cubicBezTo>
                    <a:pt x="96203" y="11581"/>
                    <a:pt x="96446" y="11611"/>
                    <a:pt x="96446" y="11672"/>
                  </a:cubicBezTo>
                  <a:cubicBezTo>
                    <a:pt x="96446" y="11717"/>
                    <a:pt x="96463" y="11745"/>
                    <a:pt x="96483" y="11745"/>
                  </a:cubicBezTo>
                  <a:cubicBezTo>
                    <a:pt x="96491" y="11745"/>
                    <a:pt x="96499" y="11741"/>
                    <a:pt x="96507" y="11733"/>
                  </a:cubicBezTo>
                  <a:lnTo>
                    <a:pt x="96507" y="11703"/>
                  </a:lnTo>
                  <a:cubicBezTo>
                    <a:pt x="96507" y="11617"/>
                    <a:pt x="96492" y="11531"/>
                    <a:pt x="96558" y="11531"/>
                  </a:cubicBezTo>
                  <a:cubicBezTo>
                    <a:pt x="96586" y="11531"/>
                    <a:pt x="96627" y="11545"/>
                    <a:pt x="96690" y="11581"/>
                  </a:cubicBezTo>
                  <a:lnTo>
                    <a:pt x="96872" y="11581"/>
                  </a:lnTo>
                  <a:cubicBezTo>
                    <a:pt x="96994" y="11581"/>
                    <a:pt x="97085" y="11611"/>
                    <a:pt x="97206" y="11672"/>
                  </a:cubicBezTo>
                  <a:lnTo>
                    <a:pt x="97298" y="11733"/>
                  </a:lnTo>
                  <a:cubicBezTo>
                    <a:pt x="97298" y="11763"/>
                    <a:pt x="97237" y="11824"/>
                    <a:pt x="97206" y="11824"/>
                  </a:cubicBezTo>
                  <a:cubicBezTo>
                    <a:pt x="97201" y="11830"/>
                    <a:pt x="97194" y="11832"/>
                    <a:pt x="97185" y="11832"/>
                  </a:cubicBezTo>
                  <a:cubicBezTo>
                    <a:pt x="97144" y="11832"/>
                    <a:pt x="97069" y="11778"/>
                    <a:pt x="96994" y="11703"/>
                  </a:cubicBezTo>
                  <a:lnTo>
                    <a:pt x="96963" y="11703"/>
                  </a:lnTo>
                  <a:lnTo>
                    <a:pt x="96720" y="11794"/>
                  </a:lnTo>
                  <a:cubicBezTo>
                    <a:pt x="96586" y="11844"/>
                    <a:pt x="96452" y="11867"/>
                    <a:pt x="96318" y="11867"/>
                  </a:cubicBezTo>
                  <a:cubicBezTo>
                    <a:pt x="96209" y="11867"/>
                    <a:pt x="96100" y="11852"/>
                    <a:pt x="95991" y="11824"/>
                  </a:cubicBezTo>
                  <a:cubicBezTo>
                    <a:pt x="95930" y="11794"/>
                    <a:pt x="96051" y="11490"/>
                    <a:pt x="95930" y="11459"/>
                  </a:cubicBezTo>
                  <a:cubicBezTo>
                    <a:pt x="95901" y="11452"/>
                    <a:pt x="95874" y="11448"/>
                    <a:pt x="95849" y="11448"/>
                  </a:cubicBezTo>
                  <a:cubicBezTo>
                    <a:pt x="95767" y="11448"/>
                    <a:pt x="95703" y="11488"/>
                    <a:pt x="95656" y="11581"/>
                  </a:cubicBezTo>
                  <a:cubicBezTo>
                    <a:pt x="95656" y="11590"/>
                    <a:pt x="95643" y="11594"/>
                    <a:pt x="95623" y="11594"/>
                  </a:cubicBezTo>
                  <a:cubicBezTo>
                    <a:pt x="95575" y="11594"/>
                    <a:pt x="95486" y="11572"/>
                    <a:pt x="95443" y="11551"/>
                  </a:cubicBezTo>
                  <a:cubicBezTo>
                    <a:pt x="95413" y="11490"/>
                    <a:pt x="95383" y="11399"/>
                    <a:pt x="95413" y="11338"/>
                  </a:cubicBezTo>
                  <a:lnTo>
                    <a:pt x="95413" y="11338"/>
                  </a:lnTo>
                  <a:lnTo>
                    <a:pt x="95322" y="11368"/>
                  </a:lnTo>
                  <a:lnTo>
                    <a:pt x="95018" y="11520"/>
                  </a:lnTo>
                  <a:cubicBezTo>
                    <a:pt x="94744" y="11459"/>
                    <a:pt x="94501" y="11429"/>
                    <a:pt x="94228" y="11429"/>
                  </a:cubicBezTo>
                  <a:cubicBezTo>
                    <a:pt x="94167" y="11490"/>
                    <a:pt x="94136" y="11581"/>
                    <a:pt x="94136" y="11672"/>
                  </a:cubicBezTo>
                  <a:lnTo>
                    <a:pt x="93984" y="11611"/>
                  </a:lnTo>
                  <a:cubicBezTo>
                    <a:pt x="93924" y="11581"/>
                    <a:pt x="93924" y="11490"/>
                    <a:pt x="93893" y="11399"/>
                  </a:cubicBezTo>
                  <a:cubicBezTo>
                    <a:pt x="93832" y="11459"/>
                    <a:pt x="93772" y="11520"/>
                    <a:pt x="93711" y="11581"/>
                  </a:cubicBezTo>
                  <a:cubicBezTo>
                    <a:pt x="93649" y="11643"/>
                    <a:pt x="93671" y="11732"/>
                    <a:pt x="93729" y="11793"/>
                  </a:cubicBezTo>
                  <a:lnTo>
                    <a:pt x="93729" y="11793"/>
                  </a:lnTo>
                  <a:cubicBezTo>
                    <a:pt x="93750" y="11772"/>
                    <a:pt x="93773" y="11753"/>
                    <a:pt x="93802" y="11733"/>
                  </a:cubicBezTo>
                  <a:cubicBezTo>
                    <a:pt x="93832" y="11733"/>
                    <a:pt x="93863" y="11794"/>
                    <a:pt x="93863" y="11855"/>
                  </a:cubicBezTo>
                  <a:lnTo>
                    <a:pt x="94015" y="11855"/>
                  </a:lnTo>
                  <a:lnTo>
                    <a:pt x="94197" y="11794"/>
                  </a:lnTo>
                  <a:cubicBezTo>
                    <a:pt x="94254" y="11786"/>
                    <a:pt x="94311" y="11782"/>
                    <a:pt x="94361" y="11782"/>
                  </a:cubicBezTo>
                  <a:cubicBezTo>
                    <a:pt x="94498" y="11782"/>
                    <a:pt x="94582" y="11810"/>
                    <a:pt x="94471" y="11855"/>
                  </a:cubicBezTo>
                  <a:cubicBezTo>
                    <a:pt x="94427" y="11872"/>
                    <a:pt x="94313" y="11894"/>
                    <a:pt x="94168" y="11918"/>
                  </a:cubicBezTo>
                  <a:lnTo>
                    <a:pt x="94168" y="11918"/>
                  </a:lnTo>
                  <a:cubicBezTo>
                    <a:pt x="94059" y="11901"/>
                    <a:pt x="93948" y="11880"/>
                    <a:pt x="93832" y="11855"/>
                  </a:cubicBezTo>
                  <a:cubicBezTo>
                    <a:pt x="93793" y="11845"/>
                    <a:pt x="93757" y="11822"/>
                    <a:pt x="93729" y="11793"/>
                  </a:cubicBezTo>
                  <a:lnTo>
                    <a:pt x="93729" y="11793"/>
                  </a:lnTo>
                  <a:cubicBezTo>
                    <a:pt x="93685" y="11836"/>
                    <a:pt x="93651" y="11884"/>
                    <a:pt x="93589" y="11946"/>
                  </a:cubicBezTo>
                  <a:lnTo>
                    <a:pt x="93559" y="12007"/>
                  </a:lnTo>
                  <a:cubicBezTo>
                    <a:pt x="93559" y="12007"/>
                    <a:pt x="93560" y="12008"/>
                    <a:pt x="93560" y="12008"/>
                  </a:cubicBezTo>
                  <a:lnTo>
                    <a:pt x="93560" y="12008"/>
                  </a:lnTo>
                  <a:cubicBezTo>
                    <a:pt x="93753" y="11981"/>
                    <a:pt x="93984" y="11948"/>
                    <a:pt x="94168" y="11918"/>
                  </a:cubicBezTo>
                  <a:lnTo>
                    <a:pt x="94168" y="11918"/>
                  </a:lnTo>
                  <a:cubicBezTo>
                    <a:pt x="94318" y="11941"/>
                    <a:pt x="94465" y="11959"/>
                    <a:pt x="94623" y="11976"/>
                  </a:cubicBezTo>
                  <a:lnTo>
                    <a:pt x="94532" y="12037"/>
                  </a:lnTo>
                  <a:lnTo>
                    <a:pt x="94319" y="12128"/>
                  </a:lnTo>
                  <a:cubicBezTo>
                    <a:pt x="94319" y="12010"/>
                    <a:pt x="94246" y="11966"/>
                    <a:pt x="94199" y="11966"/>
                  </a:cubicBezTo>
                  <a:cubicBezTo>
                    <a:pt x="94185" y="11966"/>
                    <a:pt x="94174" y="11969"/>
                    <a:pt x="94167" y="11976"/>
                  </a:cubicBezTo>
                  <a:cubicBezTo>
                    <a:pt x="94167" y="12005"/>
                    <a:pt x="93981" y="12192"/>
                    <a:pt x="93858" y="12192"/>
                  </a:cubicBezTo>
                  <a:cubicBezTo>
                    <a:pt x="93849" y="12192"/>
                    <a:pt x="93840" y="12191"/>
                    <a:pt x="93832" y="12189"/>
                  </a:cubicBezTo>
                  <a:cubicBezTo>
                    <a:pt x="93742" y="12159"/>
                    <a:pt x="93622" y="12069"/>
                    <a:pt x="93560" y="12008"/>
                  </a:cubicBezTo>
                  <a:lnTo>
                    <a:pt x="93560" y="12008"/>
                  </a:lnTo>
                  <a:cubicBezTo>
                    <a:pt x="93375" y="12035"/>
                    <a:pt x="93226" y="12057"/>
                    <a:pt x="93194" y="12067"/>
                  </a:cubicBezTo>
                  <a:cubicBezTo>
                    <a:pt x="93183" y="12070"/>
                    <a:pt x="93175" y="12071"/>
                    <a:pt x="93169" y="12071"/>
                  </a:cubicBezTo>
                  <a:cubicBezTo>
                    <a:pt x="93104" y="12071"/>
                    <a:pt x="93260" y="11940"/>
                    <a:pt x="93316" y="11885"/>
                  </a:cubicBezTo>
                  <a:cubicBezTo>
                    <a:pt x="93373" y="11856"/>
                    <a:pt x="93185" y="11609"/>
                    <a:pt x="93062" y="11609"/>
                  </a:cubicBezTo>
                  <a:cubicBezTo>
                    <a:pt x="93055" y="11609"/>
                    <a:pt x="93049" y="11610"/>
                    <a:pt x="93042" y="11611"/>
                  </a:cubicBezTo>
                  <a:cubicBezTo>
                    <a:pt x="92921" y="11611"/>
                    <a:pt x="92860" y="11490"/>
                    <a:pt x="92890" y="11277"/>
                  </a:cubicBezTo>
                  <a:lnTo>
                    <a:pt x="92921" y="11247"/>
                  </a:lnTo>
                  <a:cubicBezTo>
                    <a:pt x="92981" y="11216"/>
                    <a:pt x="92981" y="11125"/>
                    <a:pt x="92981" y="11095"/>
                  </a:cubicBezTo>
                  <a:lnTo>
                    <a:pt x="92921" y="11034"/>
                  </a:lnTo>
                  <a:cubicBezTo>
                    <a:pt x="92884" y="10997"/>
                    <a:pt x="92839" y="10983"/>
                    <a:pt x="92793" y="10983"/>
                  </a:cubicBezTo>
                  <a:cubicBezTo>
                    <a:pt x="92685" y="10983"/>
                    <a:pt x="92568" y="11061"/>
                    <a:pt x="92525" y="11125"/>
                  </a:cubicBezTo>
                  <a:cubicBezTo>
                    <a:pt x="92519" y="11149"/>
                    <a:pt x="92516" y="11173"/>
                    <a:pt x="92515" y="11196"/>
                  </a:cubicBezTo>
                  <a:lnTo>
                    <a:pt x="92515" y="11196"/>
                  </a:lnTo>
                  <a:cubicBezTo>
                    <a:pt x="92529" y="11194"/>
                    <a:pt x="92542" y="11193"/>
                    <a:pt x="92556" y="11193"/>
                  </a:cubicBezTo>
                  <a:cubicBezTo>
                    <a:pt x="92594" y="11193"/>
                    <a:pt x="92632" y="11201"/>
                    <a:pt x="92677" y="11216"/>
                  </a:cubicBezTo>
                  <a:lnTo>
                    <a:pt x="92677" y="11247"/>
                  </a:lnTo>
                  <a:cubicBezTo>
                    <a:pt x="92677" y="11277"/>
                    <a:pt x="92647" y="11338"/>
                    <a:pt x="92617" y="11338"/>
                  </a:cubicBezTo>
                  <a:lnTo>
                    <a:pt x="92556" y="11338"/>
                  </a:lnTo>
                  <a:cubicBezTo>
                    <a:pt x="92543" y="11321"/>
                    <a:pt x="92532" y="11306"/>
                    <a:pt x="92522" y="11290"/>
                  </a:cubicBezTo>
                  <a:lnTo>
                    <a:pt x="92522" y="11290"/>
                  </a:lnTo>
                  <a:cubicBezTo>
                    <a:pt x="92536" y="11352"/>
                    <a:pt x="92567" y="11410"/>
                    <a:pt x="92617" y="11459"/>
                  </a:cubicBezTo>
                  <a:lnTo>
                    <a:pt x="92434" y="11642"/>
                  </a:lnTo>
                  <a:lnTo>
                    <a:pt x="92039" y="11429"/>
                  </a:lnTo>
                  <a:lnTo>
                    <a:pt x="91796" y="11338"/>
                  </a:lnTo>
                  <a:cubicBezTo>
                    <a:pt x="91674" y="11459"/>
                    <a:pt x="91553" y="11520"/>
                    <a:pt x="91370" y="11551"/>
                  </a:cubicBezTo>
                  <a:lnTo>
                    <a:pt x="91340" y="11520"/>
                  </a:lnTo>
                  <a:lnTo>
                    <a:pt x="91249" y="11429"/>
                  </a:lnTo>
                  <a:cubicBezTo>
                    <a:pt x="91401" y="11277"/>
                    <a:pt x="91614" y="11186"/>
                    <a:pt x="91857" y="11155"/>
                  </a:cubicBezTo>
                  <a:lnTo>
                    <a:pt x="92039" y="11216"/>
                  </a:lnTo>
                  <a:cubicBezTo>
                    <a:pt x="92061" y="11221"/>
                    <a:pt x="92082" y="11223"/>
                    <a:pt x="92100" y="11223"/>
                  </a:cubicBezTo>
                  <a:cubicBezTo>
                    <a:pt x="92191" y="11223"/>
                    <a:pt x="92245" y="11180"/>
                    <a:pt x="92305" y="11180"/>
                  </a:cubicBezTo>
                  <a:cubicBezTo>
                    <a:pt x="92317" y="11180"/>
                    <a:pt x="92330" y="11181"/>
                    <a:pt x="92343" y="11186"/>
                  </a:cubicBezTo>
                  <a:lnTo>
                    <a:pt x="92434" y="11216"/>
                  </a:lnTo>
                  <a:cubicBezTo>
                    <a:pt x="92448" y="11212"/>
                    <a:pt x="92462" y="11208"/>
                    <a:pt x="92474" y="11204"/>
                  </a:cubicBezTo>
                  <a:lnTo>
                    <a:pt x="92474" y="11204"/>
                  </a:lnTo>
                  <a:cubicBezTo>
                    <a:pt x="92487" y="11232"/>
                    <a:pt x="92503" y="11260"/>
                    <a:pt x="92522" y="11290"/>
                  </a:cubicBezTo>
                  <a:lnTo>
                    <a:pt x="92522" y="11290"/>
                  </a:lnTo>
                  <a:cubicBezTo>
                    <a:pt x="92515" y="11260"/>
                    <a:pt x="92513" y="11228"/>
                    <a:pt x="92515" y="11196"/>
                  </a:cubicBezTo>
                  <a:lnTo>
                    <a:pt x="92515" y="11196"/>
                  </a:lnTo>
                  <a:cubicBezTo>
                    <a:pt x="92502" y="11198"/>
                    <a:pt x="92488" y="11201"/>
                    <a:pt x="92474" y="11204"/>
                  </a:cubicBezTo>
                  <a:lnTo>
                    <a:pt x="92474" y="11204"/>
                  </a:lnTo>
                  <a:cubicBezTo>
                    <a:pt x="92445" y="11140"/>
                    <a:pt x="92434" y="11077"/>
                    <a:pt x="92434" y="11004"/>
                  </a:cubicBezTo>
                  <a:lnTo>
                    <a:pt x="92343" y="10943"/>
                  </a:lnTo>
                  <a:lnTo>
                    <a:pt x="92313" y="10912"/>
                  </a:lnTo>
                  <a:cubicBezTo>
                    <a:pt x="92221" y="10943"/>
                    <a:pt x="92130" y="10973"/>
                    <a:pt x="92069" y="11064"/>
                  </a:cubicBezTo>
                  <a:lnTo>
                    <a:pt x="91948" y="11064"/>
                  </a:lnTo>
                  <a:lnTo>
                    <a:pt x="91674" y="11095"/>
                  </a:lnTo>
                  <a:cubicBezTo>
                    <a:pt x="91401" y="10943"/>
                    <a:pt x="91370" y="10791"/>
                    <a:pt x="91614" y="10791"/>
                  </a:cubicBezTo>
                  <a:lnTo>
                    <a:pt x="91917" y="10791"/>
                  </a:lnTo>
                  <a:cubicBezTo>
                    <a:pt x="92009" y="10730"/>
                    <a:pt x="92039" y="10608"/>
                    <a:pt x="92069" y="10517"/>
                  </a:cubicBezTo>
                  <a:lnTo>
                    <a:pt x="92069" y="10426"/>
                  </a:lnTo>
                  <a:cubicBezTo>
                    <a:pt x="92069" y="10365"/>
                    <a:pt x="92039" y="10335"/>
                    <a:pt x="91978" y="10335"/>
                  </a:cubicBezTo>
                  <a:lnTo>
                    <a:pt x="91796" y="10335"/>
                  </a:lnTo>
                  <a:lnTo>
                    <a:pt x="91705" y="10274"/>
                  </a:lnTo>
                  <a:cubicBezTo>
                    <a:pt x="91669" y="10283"/>
                    <a:pt x="91633" y="10287"/>
                    <a:pt x="91599" y="10287"/>
                  </a:cubicBezTo>
                  <a:cubicBezTo>
                    <a:pt x="91515" y="10287"/>
                    <a:pt x="91435" y="10265"/>
                    <a:pt x="91370" y="10244"/>
                  </a:cubicBezTo>
                  <a:lnTo>
                    <a:pt x="91279" y="10213"/>
                  </a:lnTo>
                  <a:lnTo>
                    <a:pt x="91249" y="10213"/>
                  </a:lnTo>
                  <a:cubicBezTo>
                    <a:pt x="91218" y="10213"/>
                    <a:pt x="91006" y="10335"/>
                    <a:pt x="90914" y="10335"/>
                  </a:cubicBezTo>
                  <a:cubicBezTo>
                    <a:pt x="90762" y="10274"/>
                    <a:pt x="90610" y="10274"/>
                    <a:pt x="90458" y="10274"/>
                  </a:cubicBezTo>
                  <a:lnTo>
                    <a:pt x="90307" y="10365"/>
                  </a:lnTo>
                  <a:lnTo>
                    <a:pt x="90276" y="10396"/>
                  </a:lnTo>
                  <a:cubicBezTo>
                    <a:pt x="90185" y="10365"/>
                    <a:pt x="90215" y="10274"/>
                    <a:pt x="90337" y="10183"/>
                  </a:cubicBezTo>
                  <a:lnTo>
                    <a:pt x="90458" y="10183"/>
                  </a:lnTo>
                  <a:cubicBezTo>
                    <a:pt x="90489" y="10152"/>
                    <a:pt x="90337" y="10122"/>
                    <a:pt x="90307" y="10122"/>
                  </a:cubicBezTo>
                  <a:cubicBezTo>
                    <a:pt x="90246" y="10092"/>
                    <a:pt x="90246" y="10031"/>
                    <a:pt x="90246" y="10000"/>
                  </a:cubicBezTo>
                  <a:cubicBezTo>
                    <a:pt x="90276" y="9970"/>
                    <a:pt x="90215" y="9970"/>
                    <a:pt x="90124" y="9970"/>
                  </a:cubicBezTo>
                  <a:lnTo>
                    <a:pt x="90124" y="10000"/>
                  </a:lnTo>
                  <a:lnTo>
                    <a:pt x="90094" y="10061"/>
                  </a:lnTo>
                  <a:cubicBezTo>
                    <a:pt x="90094" y="10082"/>
                    <a:pt x="90078" y="10090"/>
                    <a:pt x="90053" y="10090"/>
                  </a:cubicBezTo>
                  <a:cubicBezTo>
                    <a:pt x="89966" y="10090"/>
                    <a:pt x="89762" y="9994"/>
                    <a:pt x="89668" y="9970"/>
                  </a:cubicBezTo>
                  <a:cubicBezTo>
                    <a:pt x="89648" y="9966"/>
                    <a:pt x="89628" y="9964"/>
                    <a:pt x="89608" y="9964"/>
                  </a:cubicBezTo>
                  <a:cubicBezTo>
                    <a:pt x="89478" y="9964"/>
                    <a:pt x="89356" y="10047"/>
                    <a:pt x="89303" y="10152"/>
                  </a:cubicBezTo>
                  <a:lnTo>
                    <a:pt x="89182" y="10244"/>
                  </a:lnTo>
                  <a:lnTo>
                    <a:pt x="89091" y="10304"/>
                  </a:lnTo>
                  <a:cubicBezTo>
                    <a:pt x="89013" y="10281"/>
                    <a:pt x="88928" y="10246"/>
                    <a:pt x="88845" y="10206"/>
                  </a:cubicBezTo>
                  <a:lnTo>
                    <a:pt x="88845" y="10206"/>
                  </a:lnTo>
                  <a:cubicBezTo>
                    <a:pt x="88832" y="10229"/>
                    <a:pt x="88813" y="10244"/>
                    <a:pt x="88787" y="10244"/>
                  </a:cubicBezTo>
                  <a:cubicBezTo>
                    <a:pt x="88780" y="10247"/>
                    <a:pt x="88774" y="10248"/>
                    <a:pt x="88769" y="10248"/>
                  </a:cubicBezTo>
                  <a:cubicBezTo>
                    <a:pt x="88741" y="10248"/>
                    <a:pt x="88722" y="10213"/>
                    <a:pt x="88710" y="10159"/>
                  </a:cubicBezTo>
                  <a:lnTo>
                    <a:pt x="88710" y="10159"/>
                  </a:lnTo>
                  <a:cubicBezTo>
                    <a:pt x="88723" y="10158"/>
                    <a:pt x="88737" y="10157"/>
                    <a:pt x="88750" y="10156"/>
                  </a:cubicBezTo>
                  <a:lnTo>
                    <a:pt x="88750" y="10156"/>
                  </a:lnTo>
                  <a:cubicBezTo>
                    <a:pt x="88735" y="10148"/>
                    <a:pt x="88719" y="10139"/>
                    <a:pt x="88704" y="10130"/>
                  </a:cubicBezTo>
                  <a:lnTo>
                    <a:pt x="88704" y="10130"/>
                  </a:lnTo>
                  <a:cubicBezTo>
                    <a:pt x="88699" y="10093"/>
                    <a:pt x="88696" y="10048"/>
                    <a:pt x="88696" y="10000"/>
                  </a:cubicBezTo>
                  <a:lnTo>
                    <a:pt x="88600" y="10064"/>
                  </a:lnTo>
                  <a:lnTo>
                    <a:pt x="88600" y="10064"/>
                  </a:lnTo>
                  <a:cubicBezTo>
                    <a:pt x="88481" y="9983"/>
                    <a:pt x="88410" y="9907"/>
                    <a:pt x="88452" y="9879"/>
                  </a:cubicBezTo>
                  <a:cubicBezTo>
                    <a:pt x="88507" y="9825"/>
                    <a:pt x="88658" y="9722"/>
                    <a:pt x="88711" y="9722"/>
                  </a:cubicBezTo>
                  <a:cubicBezTo>
                    <a:pt x="88718" y="9722"/>
                    <a:pt x="88723" y="9724"/>
                    <a:pt x="88726" y="9727"/>
                  </a:cubicBezTo>
                  <a:cubicBezTo>
                    <a:pt x="88787" y="9788"/>
                    <a:pt x="88848" y="9879"/>
                    <a:pt x="88878" y="10000"/>
                  </a:cubicBezTo>
                  <a:cubicBezTo>
                    <a:pt x="88878" y="10032"/>
                    <a:pt x="88878" y="10098"/>
                    <a:pt x="88865" y="10153"/>
                  </a:cubicBezTo>
                  <a:lnTo>
                    <a:pt x="88865" y="10153"/>
                  </a:lnTo>
                  <a:cubicBezTo>
                    <a:pt x="88900" y="10152"/>
                    <a:pt x="88934" y="10152"/>
                    <a:pt x="88969" y="10152"/>
                  </a:cubicBezTo>
                  <a:lnTo>
                    <a:pt x="88969" y="10122"/>
                  </a:lnTo>
                  <a:lnTo>
                    <a:pt x="88969" y="10000"/>
                  </a:lnTo>
                  <a:cubicBezTo>
                    <a:pt x="89000" y="9848"/>
                    <a:pt x="89060" y="9727"/>
                    <a:pt x="89151" y="9666"/>
                  </a:cubicBezTo>
                  <a:cubicBezTo>
                    <a:pt x="89163" y="9661"/>
                    <a:pt x="89174" y="9658"/>
                    <a:pt x="89185" y="9658"/>
                  </a:cubicBezTo>
                  <a:cubicBezTo>
                    <a:pt x="89234" y="9658"/>
                    <a:pt x="89279" y="9708"/>
                    <a:pt x="89303" y="9757"/>
                  </a:cubicBezTo>
                  <a:lnTo>
                    <a:pt x="89395" y="9696"/>
                  </a:lnTo>
                  <a:cubicBezTo>
                    <a:pt x="89425" y="9666"/>
                    <a:pt x="89425" y="9605"/>
                    <a:pt x="89486" y="9605"/>
                  </a:cubicBezTo>
                  <a:lnTo>
                    <a:pt x="89607" y="9575"/>
                  </a:lnTo>
                  <a:cubicBezTo>
                    <a:pt x="89759" y="9545"/>
                    <a:pt x="89942" y="9453"/>
                    <a:pt x="90033" y="9423"/>
                  </a:cubicBezTo>
                  <a:lnTo>
                    <a:pt x="90124" y="9514"/>
                  </a:lnTo>
                  <a:cubicBezTo>
                    <a:pt x="90165" y="9514"/>
                    <a:pt x="90219" y="9528"/>
                    <a:pt x="90268" y="9528"/>
                  </a:cubicBezTo>
                  <a:cubicBezTo>
                    <a:pt x="90293" y="9528"/>
                    <a:pt x="90317" y="9524"/>
                    <a:pt x="90337" y="9514"/>
                  </a:cubicBezTo>
                  <a:lnTo>
                    <a:pt x="90458" y="9514"/>
                  </a:lnTo>
                  <a:cubicBezTo>
                    <a:pt x="90550" y="9529"/>
                    <a:pt x="90641" y="9537"/>
                    <a:pt x="90732" y="9537"/>
                  </a:cubicBezTo>
                  <a:cubicBezTo>
                    <a:pt x="90823" y="9537"/>
                    <a:pt x="90914" y="9529"/>
                    <a:pt x="91006" y="9514"/>
                  </a:cubicBezTo>
                  <a:cubicBezTo>
                    <a:pt x="91092" y="9493"/>
                    <a:pt x="91162" y="9471"/>
                    <a:pt x="91239" y="9471"/>
                  </a:cubicBezTo>
                  <a:cubicBezTo>
                    <a:pt x="91271" y="9471"/>
                    <a:pt x="91304" y="9475"/>
                    <a:pt x="91340" y="9484"/>
                  </a:cubicBezTo>
                  <a:cubicBezTo>
                    <a:pt x="91462" y="9514"/>
                    <a:pt x="91583" y="9545"/>
                    <a:pt x="91735" y="9575"/>
                  </a:cubicBezTo>
                  <a:cubicBezTo>
                    <a:pt x="91766" y="9560"/>
                    <a:pt x="91804" y="9552"/>
                    <a:pt x="91845" y="9552"/>
                  </a:cubicBezTo>
                  <a:cubicBezTo>
                    <a:pt x="91887" y="9552"/>
                    <a:pt x="91933" y="9560"/>
                    <a:pt x="91978" y="9575"/>
                  </a:cubicBezTo>
                  <a:lnTo>
                    <a:pt x="92009" y="9575"/>
                  </a:lnTo>
                  <a:lnTo>
                    <a:pt x="92221" y="9423"/>
                  </a:lnTo>
                  <a:cubicBezTo>
                    <a:pt x="92434" y="9514"/>
                    <a:pt x="92647" y="9575"/>
                    <a:pt x="92708" y="9575"/>
                  </a:cubicBezTo>
                  <a:lnTo>
                    <a:pt x="92738" y="9575"/>
                  </a:lnTo>
                  <a:lnTo>
                    <a:pt x="92890" y="9453"/>
                  </a:lnTo>
                  <a:cubicBezTo>
                    <a:pt x="92966" y="9484"/>
                    <a:pt x="93042" y="9499"/>
                    <a:pt x="93122" y="9499"/>
                  </a:cubicBezTo>
                  <a:cubicBezTo>
                    <a:pt x="93202" y="9499"/>
                    <a:pt x="93285" y="9484"/>
                    <a:pt x="93376" y="9453"/>
                  </a:cubicBezTo>
                  <a:lnTo>
                    <a:pt x="93528" y="9545"/>
                  </a:lnTo>
                  <a:cubicBezTo>
                    <a:pt x="93533" y="9549"/>
                    <a:pt x="93540" y="9551"/>
                    <a:pt x="93549" y="9551"/>
                  </a:cubicBezTo>
                  <a:cubicBezTo>
                    <a:pt x="93576" y="9551"/>
                    <a:pt x="93621" y="9533"/>
                    <a:pt x="93668" y="9533"/>
                  </a:cubicBezTo>
                  <a:cubicBezTo>
                    <a:pt x="93703" y="9533"/>
                    <a:pt x="93739" y="9543"/>
                    <a:pt x="93772" y="9575"/>
                  </a:cubicBezTo>
                  <a:cubicBezTo>
                    <a:pt x="93772" y="9575"/>
                    <a:pt x="93962" y="9469"/>
                    <a:pt x="94095" y="9469"/>
                  </a:cubicBezTo>
                  <a:cubicBezTo>
                    <a:pt x="94122" y="9469"/>
                    <a:pt x="94147" y="9474"/>
                    <a:pt x="94167" y="9484"/>
                  </a:cubicBezTo>
                  <a:cubicBezTo>
                    <a:pt x="94192" y="9501"/>
                    <a:pt x="94220" y="9508"/>
                    <a:pt x="94248" y="9508"/>
                  </a:cubicBezTo>
                  <a:cubicBezTo>
                    <a:pt x="94319" y="9508"/>
                    <a:pt x="94388" y="9458"/>
                    <a:pt x="94410" y="9393"/>
                  </a:cubicBezTo>
                  <a:cubicBezTo>
                    <a:pt x="94562" y="9423"/>
                    <a:pt x="94653" y="9453"/>
                    <a:pt x="94775" y="9514"/>
                  </a:cubicBezTo>
                  <a:cubicBezTo>
                    <a:pt x="94791" y="9522"/>
                    <a:pt x="94806" y="9525"/>
                    <a:pt x="94821" y="9525"/>
                  </a:cubicBezTo>
                  <a:cubicBezTo>
                    <a:pt x="94889" y="9525"/>
                    <a:pt x="94950" y="9458"/>
                    <a:pt x="95015" y="9458"/>
                  </a:cubicBezTo>
                  <a:cubicBezTo>
                    <a:pt x="95045" y="9458"/>
                    <a:pt x="95076" y="9472"/>
                    <a:pt x="95109" y="9514"/>
                  </a:cubicBezTo>
                  <a:cubicBezTo>
                    <a:pt x="95231" y="9453"/>
                    <a:pt x="95322" y="9393"/>
                    <a:pt x="95443" y="9301"/>
                  </a:cubicBezTo>
                  <a:lnTo>
                    <a:pt x="95717" y="9301"/>
                  </a:lnTo>
                  <a:cubicBezTo>
                    <a:pt x="95899" y="9271"/>
                    <a:pt x="96051" y="9210"/>
                    <a:pt x="96203" y="9119"/>
                  </a:cubicBezTo>
                  <a:cubicBezTo>
                    <a:pt x="96264" y="9058"/>
                    <a:pt x="96203" y="8997"/>
                    <a:pt x="96082" y="8997"/>
                  </a:cubicBezTo>
                  <a:lnTo>
                    <a:pt x="96112" y="8845"/>
                  </a:lnTo>
                  <a:lnTo>
                    <a:pt x="96142" y="8724"/>
                  </a:lnTo>
                  <a:cubicBezTo>
                    <a:pt x="96142" y="8572"/>
                    <a:pt x="96082" y="8420"/>
                    <a:pt x="96021" y="8298"/>
                  </a:cubicBezTo>
                  <a:lnTo>
                    <a:pt x="96112" y="8207"/>
                  </a:lnTo>
                  <a:lnTo>
                    <a:pt x="96173" y="8146"/>
                  </a:lnTo>
                  <a:cubicBezTo>
                    <a:pt x="96203" y="8086"/>
                    <a:pt x="96325" y="7903"/>
                    <a:pt x="96325" y="7873"/>
                  </a:cubicBezTo>
                  <a:cubicBezTo>
                    <a:pt x="96325" y="7812"/>
                    <a:pt x="96416" y="7721"/>
                    <a:pt x="96538" y="7660"/>
                  </a:cubicBezTo>
                  <a:lnTo>
                    <a:pt x="96629" y="7599"/>
                  </a:lnTo>
                  <a:cubicBezTo>
                    <a:pt x="96720" y="7417"/>
                    <a:pt x="96781" y="7265"/>
                    <a:pt x="96811" y="7082"/>
                  </a:cubicBezTo>
                  <a:lnTo>
                    <a:pt x="96720" y="6991"/>
                  </a:lnTo>
                  <a:cubicBezTo>
                    <a:pt x="96750" y="6900"/>
                    <a:pt x="96842" y="6809"/>
                    <a:pt x="96933" y="6779"/>
                  </a:cubicBezTo>
                  <a:lnTo>
                    <a:pt x="97054" y="6779"/>
                  </a:lnTo>
                  <a:cubicBezTo>
                    <a:pt x="97115" y="6718"/>
                    <a:pt x="97024" y="6657"/>
                    <a:pt x="96994" y="6627"/>
                  </a:cubicBezTo>
                  <a:cubicBezTo>
                    <a:pt x="96963" y="6596"/>
                    <a:pt x="97237" y="6323"/>
                    <a:pt x="97358" y="6231"/>
                  </a:cubicBezTo>
                  <a:cubicBezTo>
                    <a:pt x="97480" y="6110"/>
                    <a:pt x="97450" y="5988"/>
                    <a:pt x="97419" y="5958"/>
                  </a:cubicBezTo>
                  <a:cubicBezTo>
                    <a:pt x="97358" y="5958"/>
                    <a:pt x="97358" y="5836"/>
                    <a:pt x="97419" y="5715"/>
                  </a:cubicBezTo>
                  <a:lnTo>
                    <a:pt x="97510" y="5654"/>
                  </a:lnTo>
                  <a:lnTo>
                    <a:pt x="97571" y="5593"/>
                  </a:lnTo>
                  <a:cubicBezTo>
                    <a:pt x="97693" y="5563"/>
                    <a:pt x="97753" y="5350"/>
                    <a:pt x="97693" y="5350"/>
                  </a:cubicBezTo>
                  <a:cubicBezTo>
                    <a:pt x="97632" y="5320"/>
                    <a:pt x="97571" y="5289"/>
                    <a:pt x="97510" y="5259"/>
                  </a:cubicBezTo>
                  <a:cubicBezTo>
                    <a:pt x="97510" y="5255"/>
                    <a:pt x="97509" y="5253"/>
                    <a:pt x="97506" y="5253"/>
                  </a:cubicBezTo>
                  <a:cubicBezTo>
                    <a:pt x="97486" y="5253"/>
                    <a:pt x="97407" y="5336"/>
                    <a:pt x="97328" y="5441"/>
                  </a:cubicBezTo>
                  <a:lnTo>
                    <a:pt x="97146" y="5350"/>
                  </a:lnTo>
                  <a:lnTo>
                    <a:pt x="97054" y="5289"/>
                  </a:lnTo>
                  <a:cubicBezTo>
                    <a:pt x="97115" y="5228"/>
                    <a:pt x="96872" y="5107"/>
                    <a:pt x="96750" y="5046"/>
                  </a:cubicBezTo>
                  <a:cubicBezTo>
                    <a:pt x="96629" y="5016"/>
                    <a:pt x="96902" y="4924"/>
                    <a:pt x="96994" y="4924"/>
                  </a:cubicBezTo>
                  <a:cubicBezTo>
                    <a:pt x="97010" y="4916"/>
                    <a:pt x="97048" y="4912"/>
                    <a:pt x="97096" y="4912"/>
                  </a:cubicBezTo>
                  <a:cubicBezTo>
                    <a:pt x="97226" y="4912"/>
                    <a:pt x="97427" y="4941"/>
                    <a:pt x="97450" y="4985"/>
                  </a:cubicBezTo>
                  <a:cubicBezTo>
                    <a:pt x="97461" y="5021"/>
                    <a:pt x="97483" y="5038"/>
                    <a:pt x="97508" y="5038"/>
                  </a:cubicBezTo>
                  <a:cubicBezTo>
                    <a:pt x="97547" y="5038"/>
                    <a:pt x="97595" y="4998"/>
                    <a:pt x="97632" y="4924"/>
                  </a:cubicBezTo>
                  <a:lnTo>
                    <a:pt x="97784" y="5016"/>
                  </a:lnTo>
                  <a:cubicBezTo>
                    <a:pt x="97784" y="5016"/>
                    <a:pt x="97784" y="5046"/>
                    <a:pt x="97814" y="5046"/>
                  </a:cubicBezTo>
                  <a:cubicBezTo>
                    <a:pt x="97852" y="5071"/>
                    <a:pt x="97869" y="5086"/>
                    <a:pt x="97884" y="5086"/>
                  </a:cubicBezTo>
                  <a:cubicBezTo>
                    <a:pt x="97906" y="5086"/>
                    <a:pt x="97925" y="5056"/>
                    <a:pt x="97997" y="4985"/>
                  </a:cubicBezTo>
                  <a:lnTo>
                    <a:pt x="98088" y="4924"/>
                  </a:lnTo>
                  <a:cubicBezTo>
                    <a:pt x="98179" y="4894"/>
                    <a:pt x="98240" y="4803"/>
                    <a:pt x="98209" y="4712"/>
                  </a:cubicBezTo>
                  <a:lnTo>
                    <a:pt x="98179" y="4681"/>
                  </a:lnTo>
                  <a:lnTo>
                    <a:pt x="98057" y="4529"/>
                  </a:lnTo>
                  <a:cubicBezTo>
                    <a:pt x="98057" y="4408"/>
                    <a:pt x="98057" y="4286"/>
                    <a:pt x="98057" y="4165"/>
                  </a:cubicBezTo>
                  <a:cubicBezTo>
                    <a:pt x="98027" y="4165"/>
                    <a:pt x="97723" y="4104"/>
                    <a:pt x="97662" y="4013"/>
                  </a:cubicBezTo>
                  <a:cubicBezTo>
                    <a:pt x="97480" y="3891"/>
                    <a:pt x="97298" y="3769"/>
                    <a:pt x="97085" y="3709"/>
                  </a:cubicBezTo>
                  <a:cubicBezTo>
                    <a:pt x="96902" y="3709"/>
                    <a:pt x="96720" y="3678"/>
                    <a:pt x="96538" y="3648"/>
                  </a:cubicBezTo>
                  <a:cubicBezTo>
                    <a:pt x="96416" y="3587"/>
                    <a:pt x="96294" y="3496"/>
                    <a:pt x="96203" y="3405"/>
                  </a:cubicBezTo>
                  <a:lnTo>
                    <a:pt x="96264" y="3313"/>
                  </a:lnTo>
                  <a:cubicBezTo>
                    <a:pt x="96355" y="3222"/>
                    <a:pt x="96416" y="3131"/>
                    <a:pt x="96477" y="3040"/>
                  </a:cubicBezTo>
                  <a:cubicBezTo>
                    <a:pt x="96507" y="2979"/>
                    <a:pt x="96477" y="2918"/>
                    <a:pt x="96446" y="2857"/>
                  </a:cubicBezTo>
                  <a:cubicBezTo>
                    <a:pt x="96416" y="2812"/>
                    <a:pt x="96386" y="2789"/>
                    <a:pt x="96351" y="2789"/>
                  </a:cubicBezTo>
                  <a:cubicBezTo>
                    <a:pt x="96317" y="2789"/>
                    <a:pt x="96279" y="2812"/>
                    <a:pt x="96234" y="2857"/>
                  </a:cubicBezTo>
                  <a:cubicBezTo>
                    <a:pt x="96207" y="2875"/>
                    <a:pt x="96188" y="2883"/>
                    <a:pt x="96174" y="2883"/>
                  </a:cubicBezTo>
                  <a:cubicBezTo>
                    <a:pt x="96140" y="2883"/>
                    <a:pt x="96134" y="2840"/>
                    <a:pt x="96112" y="2797"/>
                  </a:cubicBezTo>
                  <a:cubicBezTo>
                    <a:pt x="96082" y="2766"/>
                    <a:pt x="96051" y="2736"/>
                    <a:pt x="95991" y="2736"/>
                  </a:cubicBezTo>
                  <a:cubicBezTo>
                    <a:pt x="95899" y="2736"/>
                    <a:pt x="95778" y="2766"/>
                    <a:pt x="95747" y="2827"/>
                  </a:cubicBezTo>
                  <a:lnTo>
                    <a:pt x="95626" y="3070"/>
                  </a:lnTo>
                  <a:cubicBezTo>
                    <a:pt x="95474" y="3009"/>
                    <a:pt x="95413" y="2857"/>
                    <a:pt x="95443" y="2736"/>
                  </a:cubicBezTo>
                  <a:cubicBezTo>
                    <a:pt x="95474" y="2645"/>
                    <a:pt x="95535" y="2554"/>
                    <a:pt x="95565" y="2493"/>
                  </a:cubicBezTo>
                  <a:lnTo>
                    <a:pt x="95443" y="2493"/>
                  </a:lnTo>
                  <a:cubicBezTo>
                    <a:pt x="95383" y="2493"/>
                    <a:pt x="95352" y="2554"/>
                    <a:pt x="95322" y="2584"/>
                  </a:cubicBezTo>
                  <a:cubicBezTo>
                    <a:pt x="95261" y="2584"/>
                    <a:pt x="95261" y="2645"/>
                    <a:pt x="95261" y="2645"/>
                  </a:cubicBezTo>
                  <a:lnTo>
                    <a:pt x="95079" y="2584"/>
                  </a:lnTo>
                  <a:cubicBezTo>
                    <a:pt x="95062" y="2581"/>
                    <a:pt x="95045" y="2580"/>
                    <a:pt x="95027" y="2580"/>
                  </a:cubicBezTo>
                  <a:cubicBezTo>
                    <a:pt x="94848" y="2580"/>
                    <a:pt x="94614" y="2708"/>
                    <a:pt x="94532" y="2736"/>
                  </a:cubicBezTo>
                  <a:cubicBezTo>
                    <a:pt x="94349" y="2706"/>
                    <a:pt x="94197" y="2645"/>
                    <a:pt x="94045" y="2554"/>
                  </a:cubicBezTo>
                  <a:cubicBezTo>
                    <a:pt x="94012" y="2542"/>
                    <a:pt x="93974" y="2535"/>
                    <a:pt x="93937" y="2535"/>
                  </a:cubicBezTo>
                  <a:cubicBezTo>
                    <a:pt x="93873" y="2535"/>
                    <a:pt x="93810" y="2557"/>
                    <a:pt x="93772" y="2614"/>
                  </a:cubicBezTo>
                  <a:cubicBezTo>
                    <a:pt x="93765" y="2618"/>
                    <a:pt x="93758" y="2619"/>
                    <a:pt x="93752" y="2619"/>
                  </a:cubicBezTo>
                  <a:cubicBezTo>
                    <a:pt x="93698" y="2619"/>
                    <a:pt x="93650" y="2517"/>
                    <a:pt x="93650" y="2462"/>
                  </a:cubicBezTo>
                  <a:cubicBezTo>
                    <a:pt x="93650" y="2455"/>
                    <a:pt x="93647" y="2451"/>
                    <a:pt x="93641" y="2451"/>
                  </a:cubicBezTo>
                  <a:cubicBezTo>
                    <a:pt x="93621" y="2451"/>
                    <a:pt x="93575" y="2491"/>
                    <a:pt x="93528" y="2584"/>
                  </a:cubicBezTo>
                  <a:lnTo>
                    <a:pt x="93255" y="2584"/>
                  </a:lnTo>
                  <a:cubicBezTo>
                    <a:pt x="93133" y="2706"/>
                    <a:pt x="92860" y="3009"/>
                    <a:pt x="92921" y="3101"/>
                  </a:cubicBezTo>
                  <a:cubicBezTo>
                    <a:pt x="92956" y="3136"/>
                    <a:pt x="92898" y="3151"/>
                    <a:pt x="92831" y="3151"/>
                  </a:cubicBezTo>
                  <a:cubicBezTo>
                    <a:pt x="92784" y="3151"/>
                    <a:pt x="92733" y="3144"/>
                    <a:pt x="92708" y="3131"/>
                  </a:cubicBezTo>
                  <a:cubicBezTo>
                    <a:pt x="92681" y="3122"/>
                    <a:pt x="92654" y="3118"/>
                    <a:pt x="92628" y="3118"/>
                  </a:cubicBezTo>
                  <a:cubicBezTo>
                    <a:pt x="92566" y="3118"/>
                    <a:pt x="92508" y="3140"/>
                    <a:pt x="92465" y="3161"/>
                  </a:cubicBezTo>
                  <a:cubicBezTo>
                    <a:pt x="92313" y="3161"/>
                    <a:pt x="92191" y="3131"/>
                    <a:pt x="92069" y="3070"/>
                  </a:cubicBezTo>
                  <a:cubicBezTo>
                    <a:pt x="92009" y="3009"/>
                    <a:pt x="91917" y="2888"/>
                    <a:pt x="91917" y="2827"/>
                  </a:cubicBezTo>
                  <a:cubicBezTo>
                    <a:pt x="91917" y="2797"/>
                    <a:pt x="92161" y="2706"/>
                    <a:pt x="92252" y="2706"/>
                  </a:cubicBezTo>
                  <a:cubicBezTo>
                    <a:pt x="92313" y="2706"/>
                    <a:pt x="92221" y="2614"/>
                    <a:pt x="92039" y="2523"/>
                  </a:cubicBezTo>
                  <a:lnTo>
                    <a:pt x="91978" y="2523"/>
                  </a:lnTo>
                  <a:cubicBezTo>
                    <a:pt x="91961" y="2517"/>
                    <a:pt x="91947" y="2515"/>
                    <a:pt x="91935" y="2515"/>
                  </a:cubicBezTo>
                  <a:cubicBezTo>
                    <a:pt x="91887" y="2515"/>
                    <a:pt x="91887" y="2559"/>
                    <a:pt x="91887" y="2584"/>
                  </a:cubicBezTo>
                  <a:cubicBezTo>
                    <a:pt x="91917" y="2584"/>
                    <a:pt x="91826" y="2614"/>
                    <a:pt x="91796" y="2614"/>
                  </a:cubicBezTo>
                  <a:cubicBezTo>
                    <a:pt x="91766" y="2614"/>
                    <a:pt x="91674" y="2432"/>
                    <a:pt x="91583" y="2432"/>
                  </a:cubicBezTo>
                  <a:cubicBezTo>
                    <a:pt x="91492" y="2432"/>
                    <a:pt x="91522" y="2402"/>
                    <a:pt x="91583" y="2371"/>
                  </a:cubicBezTo>
                  <a:cubicBezTo>
                    <a:pt x="91644" y="2371"/>
                    <a:pt x="90945" y="2280"/>
                    <a:pt x="90914" y="2250"/>
                  </a:cubicBezTo>
                  <a:cubicBezTo>
                    <a:pt x="90884" y="2219"/>
                    <a:pt x="90914" y="2128"/>
                    <a:pt x="90945" y="2098"/>
                  </a:cubicBezTo>
                  <a:cubicBezTo>
                    <a:pt x="90975" y="2067"/>
                    <a:pt x="90975" y="2037"/>
                    <a:pt x="90914" y="2006"/>
                  </a:cubicBezTo>
                  <a:lnTo>
                    <a:pt x="90884" y="1976"/>
                  </a:lnTo>
                  <a:lnTo>
                    <a:pt x="90854" y="1946"/>
                  </a:lnTo>
                  <a:cubicBezTo>
                    <a:pt x="90793" y="1915"/>
                    <a:pt x="90975" y="1763"/>
                    <a:pt x="91036" y="1733"/>
                  </a:cubicBezTo>
                  <a:cubicBezTo>
                    <a:pt x="91043" y="1726"/>
                    <a:pt x="91051" y="1723"/>
                    <a:pt x="91060" y="1723"/>
                  </a:cubicBezTo>
                  <a:cubicBezTo>
                    <a:pt x="91134" y="1723"/>
                    <a:pt x="91276" y="1922"/>
                    <a:pt x="91249" y="1976"/>
                  </a:cubicBezTo>
                  <a:cubicBezTo>
                    <a:pt x="91249" y="2067"/>
                    <a:pt x="91279" y="2128"/>
                    <a:pt x="91279" y="2128"/>
                  </a:cubicBezTo>
                  <a:cubicBezTo>
                    <a:pt x="91370" y="2067"/>
                    <a:pt x="91462" y="2006"/>
                    <a:pt x="91522" y="1915"/>
                  </a:cubicBezTo>
                  <a:lnTo>
                    <a:pt x="91614" y="1885"/>
                  </a:lnTo>
                  <a:cubicBezTo>
                    <a:pt x="91674" y="1794"/>
                    <a:pt x="91705" y="1702"/>
                    <a:pt x="91735" y="1581"/>
                  </a:cubicBezTo>
                  <a:cubicBezTo>
                    <a:pt x="91705" y="1520"/>
                    <a:pt x="91674" y="1429"/>
                    <a:pt x="91644" y="1368"/>
                  </a:cubicBezTo>
                  <a:cubicBezTo>
                    <a:pt x="91614" y="1277"/>
                    <a:pt x="91279" y="1247"/>
                    <a:pt x="91279" y="1186"/>
                  </a:cubicBezTo>
                  <a:cubicBezTo>
                    <a:pt x="91257" y="1141"/>
                    <a:pt x="91349" y="1113"/>
                    <a:pt x="91495" y="1113"/>
                  </a:cubicBezTo>
                  <a:cubicBezTo>
                    <a:pt x="91548" y="1113"/>
                    <a:pt x="91609" y="1117"/>
                    <a:pt x="91674" y="1125"/>
                  </a:cubicBezTo>
                  <a:lnTo>
                    <a:pt x="91887" y="1125"/>
                  </a:lnTo>
                  <a:cubicBezTo>
                    <a:pt x="91891" y="1129"/>
                    <a:pt x="91897" y="1131"/>
                    <a:pt x="91903" y="1131"/>
                  </a:cubicBezTo>
                  <a:cubicBezTo>
                    <a:pt x="91941" y="1131"/>
                    <a:pt x="92009" y="1060"/>
                    <a:pt x="92009" y="1034"/>
                  </a:cubicBezTo>
                  <a:lnTo>
                    <a:pt x="92009" y="943"/>
                  </a:lnTo>
                  <a:cubicBezTo>
                    <a:pt x="92009" y="821"/>
                    <a:pt x="91857" y="639"/>
                    <a:pt x="91766" y="639"/>
                  </a:cubicBezTo>
                  <a:cubicBezTo>
                    <a:pt x="91705" y="669"/>
                    <a:pt x="91614" y="791"/>
                    <a:pt x="91674" y="821"/>
                  </a:cubicBezTo>
                  <a:cubicBezTo>
                    <a:pt x="91705" y="821"/>
                    <a:pt x="91705" y="912"/>
                    <a:pt x="91705" y="943"/>
                  </a:cubicBezTo>
                  <a:cubicBezTo>
                    <a:pt x="91705" y="1003"/>
                    <a:pt x="91644" y="1034"/>
                    <a:pt x="91553" y="1034"/>
                  </a:cubicBezTo>
                  <a:cubicBezTo>
                    <a:pt x="91535" y="945"/>
                    <a:pt x="91497" y="898"/>
                    <a:pt x="91438" y="898"/>
                  </a:cubicBezTo>
                  <a:cubicBezTo>
                    <a:pt x="91395" y="898"/>
                    <a:pt x="91343" y="922"/>
                    <a:pt x="91279" y="973"/>
                  </a:cubicBezTo>
                  <a:lnTo>
                    <a:pt x="91249" y="973"/>
                  </a:lnTo>
                  <a:cubicBezTo>
                    <a:pt x="91188" y="973"/>
                    <a:pt x="91158" y="943"/>
                    <a:pt x="91127" y="882"/>
                  </a:cubicBezTo>
                  <a:lnTo>
                    <a:pt x="91127" y="821"/>
                  </a:lnTo>
                  <a:cubicBezTo>
                    <a:pt x="91158" y="791"/>
                    <a:pt x="91188" y="730"/>
                    <a:pt x="91188" y="699"/>
                  </a:cubicBezTo>
                  <a:cubicBezTo>
                    <a:pt x="91127" y="608"/>
                    <a:pt x="91036" y="547"/>
                    <a:pt x="90945" y="487"/>
                  </a:cubicBezTo>
                  <a:cubicBezTo>
                    <a:pt x="90914" y="517"/>
                    <a:pt x="90884" y="578"/>
                    <a:pt x="90884" y="639"/>
                  </a:cubicBezTo>
                  <a:cubicBezTo>
                    <a:pt x="90882" y="640"/>
                    <a:pt x="90881" y="641"/>
                    <a:pt x="90878" y="641"/>
                  </a:cubicBezTo>
                  <a:cubicBezTo>
                    <a:pt x="90838" y="641"/>
                    <a:pt x="90695" y="394"/>
                    <a:pt x="90580" y="365"/>
                  </a:cubicBezTo>
                  <a:cubicBezTo>
                    <a:pt x="90568" y="362"/>
                    <a:pt x="90555" y="360"/>
                    <a:pt x="90543" y="360"/>
                  </a:cubicBezTo>
                  <a:cubicBezTo>
                    <a:pt x="90434" y="360"/>
                    <a:pt x="90334" y="475"/>
                    <a:pt x="90307" y="639"/>
                  </a:cubicBezTo>
                  <a:lnTo>
                    <a:pt x="90063" y="426"/>
                  </a:lnTo>
                  <a:cubicBezTo>
                    <a:pt x="90033" y="456"/>
                    <a:pt x="90003" y="456"/>
                    <a:pt x="89972" y="487"/>
                  </a:cubicBezTo>
                  <a:lnTo>
                    <a:pt x="89820" y="487"/>
                  </a:lnTo>
                  <a:cubicBezTo>
                    <a:pt x="89820" y="517"/>
                    <a:pt x="89486" y="547"/>
                    <a:pt x="89425" y="608"/>
                  </a:cubicBezTo>
                  <a:cubicBezTo>
                    <a:pt x="89379" y="631"/>
                    <a:pt x="89245" y="689"/>
                    <a:pt x="89183" y="689"/>
                  </a:cubicBezTo>
                  <a:cubicBezTo>
                    <a:pt x="89164" y="689"/>
                    <a:pt x="89151" y="684"/>
                    <a:pt x="89151" y="669"/>
                  </a:cubicBezTo>
                  <a:cubicBezTo>
                    <a:pt x="89151" y="639"/>
                    <a:pt x="88969" y="639"/>
                    <a:pt x="88939" y="639"/>
                  </a:cubicBezTo>
                  <a:cubicBezTo>
                    <a:pt x="88898" y="639"/>
                    <a:pt x="88777" y="612"/>
                    <a:pt x="88700" y="612"/>
                  </a:cubicBezTo>
                  <a:cubicBezTo>
                    <a:pt x="88662" y="612"/>
                    <a:pt x="88635" y="618"/>
                    <a:pt x="88635" y="639"/>
                  </a:cubicBezTo>
                  <a:cubicBezTo>
                    <a:pt x="88635" y="669"/>
                    <a:pt x="88604" y="730"/>
                    <a:pt x="88574" y="791"/>
                  </a:cubicBezTo>
                  <a:cubicBezTo>
                    <a:pt x="88574" y="791"/>
                    <a:pt x="88452" y="760"/>
                    <a:pt x="88422" y="730"/>
                  </a:cubicBezTo>
                  <a:cubicBezTo>
                    <a:pt x="88392" y="730"/>
                    <a:pt x="88179" y="608"/>
                    <a:pt x="87936" y="517"/>
                  </a:cubicBezTo>
                  <a:lnTo>
                    <a:pt x="87692" y="608"/>
                  </a:lnTo>
                  <a:lnTo>
                    <a:pt x="87662" y="608"/>
                  </a:lnTo>
                  <a:cubicBezTo>
                    <a:pt x="87657" y="611"/>
                    <a:pt x="87651" y="612"/>
                    <a:pt x="87645" y="612"/>
                  </a:cubicBezTo>
                  <a:cubicBezTo>
                    <a:pt x="87585" y="612"/>
                    <a:pt x="87507" y="484"/>
                    <a:pt x="87480" y="456"/>
                  </a:cubicBezTo>
                  <a:cubicBezTo>
                    <a:pt x="87480" y="441"/>
                    <a:pt x="87472" y="435"/>
                    <a:pt x="87460" y="435"/>
                  </a:cubicBezTo>
                  <a:cubicBezTo>
                    <a:pt x="87423" y="435"/>
                    <a:pt x="87343" y="487"/>
                    <a:pt x="87297" y="487"/>
                  </a:cubicBezTo>
                  <a:cubicBezTo>
                    <a:pt x="87262" y="496"/>
                    <a:pt x="87229" y="499"/>
                    <a:pt x="87197" y="499"/>
                  </a:cubicBezTo>
                  <a:cubicBezTo>
                    <a:pt x="87120" y="499"/>
                    <a:pt x="87049" y="478"/>
                    <a:pt x="86963" y="456"/>
                  </a:cubicBezTo>
                  <a:cubicBezTo>
                    <a:pt x="86952" y="451"/>
                    <a:pt x="86938" y="448"/>
                    <a:pt x="86922" y="448"/>
                  </a:cubicBezTo>
                  <a:cubicBezTo>
                    <a:pt x="86851" y="448"/>
                    <a:pt x="86745" y="498"/>
                    <a:pt x="86720" y="547"/>
                  </a:cubicBezTo>
                  <a:cubicBezTo>
                    <a:pt x="86710" y="558"/>
                    <a:pt x="86696" y="562"/>
                    <a:pt x="86680" y="562"/>
                  </a:cubicBezTo>
                  <a:cubicBezTo>
                    <a:pt x="86609" y="562"/>
                    <a:pt x="86496" y="483"/>
                    <a:pt x="86436" y="483"/>
                  </a:cubicBezTo>
                  <a:cubicBezTo>
                    <a:pt x="86428" y="483"/>
                    <a:pt x="86421" y="484"/>
                    <a:pt x="86416" y="487"/>
                  </a:cubicBezTo>
                  <a:cubicBezTo>
                    <a:pt x="86385" y="517"/>
                    <a:pt x="86325" y="547"/>
                    <a:pt x="86294" y="578"/>
                  </a:cubicBezTo>
                  <a:lnTo>
                    <a:pt x="86264" y="578"/>
                  </a:lnTo>
                  <a:cubicBezTo>
                    <a:pt x="86233" y="578"/>
                    <a:pt x="86112" y="517"/>
                    <a:pt x="86082" y="487"/>
                  </a:cubicBezTo>
                  <a:cubicBezTo>
                    <a:pt x="86078" y="483"/>
                    <a:pt x="86073" y="482"/>
                    <a:pt x="86066" y="482"/>
                  </a:cubicBezTo>
                  <a:cubicBezTo>
                    <a:pt x="86012" y="482"/>
                    <a:pt x="85862" y="578"/>
                    <a:pt x="85808" y="578"/>
                  </a:cubicBezTo>
                  <a:cubicBezTo>
                    <a:pt x="85747" y="578"/>
                    <a:pt x="85717" y="365"/>
                    <a:pt x="85808" y="335"/>
                  </a:cubicBezTo>
                  <a:cubicBezTo>
                    <a:pt x="85899" y="335"/>
                    <a:pt x="85899" y="243"/>
                    <a:pt x="85808" y="152"/>
                  </a:cubicBezTo>
                  <a:lnTo>
                    <a:pt x="85717" y="91"/>
                  </a:lnTo>
                  <a:cubicBezTo>
                    <a:pt x="85656" y="91"/>
                    <a:pt x="85595" y="335"/>
                    <a:pt x="85595" y="395"/>
                  </a:cubicBezTo>
                  <a:cubicBezTo>
                    <a:pt x="85595" y="464"/>
                    <a:pt x="85527" y="498"/>
                    <a:pt x="85428" y="498"/>
                  </a:cubicBezTo>
                  <a:cubicBezTo>
                    <a:pt x="85396" y="498"/>
                    <a:pt x="85360" y="494"/>
                    <a:pt x="85322" y="487"/>
                  </a:cubicBezTo>
                  <a:lnTo>
                    <a:pt x="85200" y="487"/>
                  </a:lnTo>
                  <a:cubicBezTo>
                    <a:pt x="84987" y="456"/>
                    <a:pt x="84987" y="456"/>
                    <a:pt x="84957" y="274"/>
                  </a:cubicBezTo>
                  <a:cubicBezTo>
                    <a:pt x="84957" y="243"/>
                    <a:pt x="84957" y="243"/>
                    <a:pt x="84957" y="243"/>
                  </a:cubicBezTo>
                  <a:cubicBezTo>
                    <a:pt x="84805" y="213"/>
                    <a:pt x="84775" y="122"/>
                    <a:pt x="84683" y="31"/>
                  </a:cubicBezTo>
                  <a:lnTo>
                    <a:pt x="84653" y="0"/>
                  </a:lnTo>
                  <a:cubicBezTo>
                    <a:pt x="84501" y="31"/>
                    <a:pt x="84501" y="183"/>
                    <a:pt x="84623" y="365"/>
                  </a:cubicBezTo>
                  <a:lnTo>
                    <a:pt x="84562" y="487"/>
                  </a:lnTo>
                  <a:lnTo>
                    <a:pt x="84471" y="669"/>
                  </a:lnTo>
                  <a:cubicBezTo>
                    <a:pt x="84258" y="639"/>
                    <a:pt x="84136" y="365"/>
                    <a:pt x="84167" y="335"/>
                  </a:cubicBezTo>
                  <a:cubicBezTo>
                    <a:pt x="84227" y="304"/>
                    <a:pt x="84288" y="274"/>
                    <a:pt x="84349" y="213"/>
                  </a:cubicBezTo>
                  <a:cubicBezTo>
                    <a:pt x="84349" y="183"/>
                    <a:pt x="84288" y="152"/>
                    <a:pt x="84258" y="152"/>
                  </a:cubicBezTo>
                  <a:cubicBezTo>
                    <a:pt x="84045" y="183"/>
                    <a:pt x="83863" y="213"/>
                    <a:pt x="83680" y="213"/>
                  </a:cubicBezTo>
                  <a:cubicBezTo>
                    <a:pt x="83467" y="122"/>
                    <a:pt x="83285" y="91"/>
                    <a:pt x="83103" y="61"/>
                  </a:cubicBezTo>
                  <a:cubicBezTo>
                    <a:pt x="83012" y="61"/>
                    <a:pt x="82981" y="122"/>
                    <a:pt x="82981" y="152"/>
                  </a:cubicBezTo>
                  <a:cubicBezTo>
                    <a:pt x="82981" y="152"/>
                    <a:pt x="82738" y="243"/>
                    <a:pt x="82708" y="304"/>
                  </a:cubicBezTo>
                  <a:cubicBezTo>
                    <a:pt x="82685" y="349"/>
                    <a:pt x="82647" y="377"/>
                    <a:pt x="82628" y="377"/>
                  </a:cubicBezTo>
                  <a:cubicBezTo>
                    <a:pt x="82621" y="377"/>
                    <a:pt x="82616" y="373"/>
                    <a:pt x="82616" y="365"/>
                  </a:cubicBezTo>
                  <a:lnTo>
                    <a:pt x="82616" y="335"/>
                  </a:lnTo>
                  <a:cubicBezTo>
                    <a:pt x="82616" y="274"/>
                    <a:pt x="82647" y="213"/>
                    <a:pt x="82647" y="213"/>
                  </a:cubicBezTo>
                  <a:lnTo>
                    <a:pt x="82556" y="152"/>
                  </a:lnTo>
                  <a:cubicBezTo>
                    <a:pt x="82511" y="130"/>
                    <a:pt x="82441" y="124"/>
                    <a:pt x="82368" y="124"/>
                  </a:cubicBezTo>
                  <a:cubicBezTo>
                    <a:pt x="82288" y="124"/>
                    <a:pt x="82203" y="131"/>
                    <a:pt x="82143" y="131"/>
                  </a:cubicBezTo>
                  <a:cubicBezTo>
                    <a:pt x="82109" y="131"/>
                    <a:pt x="82083" y="129"/>
                    <a:pt x="82069" y="122"/>
                  </a:cubicBezTo>
                  <a:cubicBezTo>
                    <a:pt x="82024" y="107"/>
                    <a:pt x="81970" y="99"/>
                    <a:pt x="81917" y="99"/>
                  </a:cubicBezTo>
                  <a:cubicBezTo>
                    <a:pt x="81864" y="99"/>
                    <a:pt x="81811" y="107"/>
                    <a:pt x="81765" y="122"/>
                  </a:cubicBezTo>
                  <a:cubicBezTo>
                    <a:pt x="81742" y="145"/>
                    <a:pt x="81714" y="155"/>
                    <a:pt x="81687" y="155"/>
                  </a:cubicBezTo>
                  <a:cubicBezTo>
                    <a:pt x="81644" y="155"/>
                    <a:pt x="81602" y="129"/>
                    <a:pt x="81583" y="91"/>
                  </a:cubicBezTo>
                  <a:lnTo>
                    <a:pt x="81522" y="31"/>
                  </a:lnTo>
                  <a:lnTo>
                    <a:pt x="81461" y="31"/>
                  </a:lnTo>
                  <a:lnTo>
                    <a:pt x="814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3" name="Google Shape;4193;p51"/>
          <p:cNvGrpSpPr/>
          <p:nvPr/>
        </p:nvGrpSpPr>
        <p:grpSpPr>
          <a:xfrm>
            <a:off x="7470399" y="2106878"/>
            <a:ext cx="397595" cy="394723"/>
            <a:chOff x="7030803" y="563820"/>
            <a:chExt cx="2083830" cy="2068780"/>
          </a:xfrm>
        </p:grpSpPr>
        <p:sp>
          <p:nvSpPr>
            <p:cNvPr id="4194" name="Google Shape;4194;p51"/>
            <p:cNvSpPr/>
            <p:nvPr/>
          </p:nvSpPr>
          <p:spPr>
            <a:xfrm rot="-2554597">
              <a:off x="6873154" y="1435106"/>
              <a:ext cx="2367936" cy="456642"/>
            </a:xfrm>
            <a:custGeom>
              <a:rect b="b" l="l" r="r" t="t"/>
              <a:pathLst>
                <a:path extrusionOk="0" h="18265" w="94714">
                  <a:moveTo>
                    <a:pt x="17417" y="2310"/>
                  </a:moveTo>
                  <a:cubicBezTo>
                    <a:pt x="17448" y="2310"/>
                    <a:pt x="17509" y="2341"/>
                    <a:pt x="17539" y="2371"/>
                  </a:cubicBezTo>
                  <a:cubicBezTo>
                    <a:pt x="17539" y="2401"/>
                    <a:pt x="17509" y="2432"/>
                    <a:pt x="17478" y="2462"/>
                  </a:cubicBezTo>
                  <a:cubicBezTo>
                    <a:pt x="17448" y="2493"/>
                    <a:pt x="17387" y="2493"/>
                    <a:pt x="17357" y="2493"/>
                  </a:cubicBezTo>
                  <a:lnTo>
                    <a:pt x="17144" y="2614"/>
                  </a:lnTo>
                  <a:cubicBezTo>
                    <a:pt x="16992" y="2553"/>
                    <a:pt x="17022" y="2432"/>
                    <a:pt x="17235" y="2371"/>
                  </a:cubicBezTo>
                  <a:lnTo>
                    <a:pt x="17417" y="2310"/>
                  </a:lnTo>
                  <a:close/>
                  <a:moveTo>
                    <a:pt x="12341" y="2736"/>
                  </a:moveTo>
                  <a:cubicBezTo>
                    <a:pt x="12433" y="2736"/>
                    <a:pt x="12402" y="2979"/>
                    <a:pt x="12281" y="3040"/>
                  </a:cubicBezTo>
                  <a:cubicBezTo>
                    <a:pt x="12247" y="3051"/>
                    <a:pt x="12214" y="3058"/>
                    <a:pt x="12185" y="3058"/>
                  </a:cubicBezTo>
                  <a:cubicBezTo>
                    <a:pt x="12135" y="3058"/>
                    <a:pt x="12098" y="3037"/>
                    <a:pt x="12098" y="2979"/>
                  </a:cubicBezTo>
                  <a:cubicBezTo>
                    <a:pt x="12129" y="2888"/>
                    <a:pt x="12220" y="2797"/>
                    <a:pt x="12341" y="2736"/>
                  </a:cubicBezTo>
                  <a:close/>
                  <a:moveTo>
                    <a:pt x="82756" y="2780"/>
                  </a:moveTo>
                  <a:cubicBezTo>
                    <a:pt x="82765" y="2780"/>
                    <a:pt x="82768" y="2786"/>
                    <a:pt x="82768" y="2797"/>
                  </a:cubicBezTo>
                  <a:cubicBezTo>
                    <a:pt x="82738" y="2857"/>
                    <a:pt x="82768" y="2888"/>
                    <a:pt x="82799" y="2888"/>
                  </a:cubicBezTo>
                  <a:cubicBezTo>
                    <a:pt x="82829" y="2888"/>
                    <a:pt x="82890" y="2949"/>
                    <a:pt x="82920" y="2979"/>
                  </a:cubicBezTo>
                  <a:cubicBezTo>
                    <a:pt x="82768" y="3009"/>
                    <a:pt x="82647" y="3040"/>
                    <a:pt x="82525" y="3070"/>
                  </a:cubicBezTo>
                  <a:cubicBezTo>
                    <a:pt x="82495" y="3070"/>
                    <a:pt x="82464" y="3040"/>
                    <a:pt x="82434" y="3009"/>
                  </a:cubicBezTo>
                  <a:cubicBezTo>
                    <a:pt x="82403" y="2979"/>
                    <a:pt x="82434" y="2918"/>
                    <a:pt x="82434" y="2918"/>
                  </a:cubicBezTo>
                  <a:lnTo>
                    <a:pt x="82616" y="2888"/>
                  </a:lnTo>
                  <a:cubicBezTo>
                    <a:pt x="82697" y="2807"/>
                    <a:pt x="82738" y="2780"/>
                    <a:pt x="82756" y="2780"/>
                  </a:cubicBezTo>
                  <a:close/>
                  <a:moveTo>
                    <a:pt x="81639" y="3136"/>
                  </a:moveTo>
                  <a:cubicBezTo>
                    <a:pt x="81674" y="3136"/>
                    <a:pt x="81708" y="3144"/>
                    <a:pt x="81735" y="3161"/>
                  </a:cubicBezTo>
                  <a:cubicBezTo>
                    <a:pt x="81856" y="3192"/>
                    <a:pt x="81886" y="3282"/>
                    <a:pt x="81797" y="3313"/>
                  </a:cubicBezTo>
                  <a:lnTo>
                    <a:pt x="81797" y="3313"/>
                  </a:lnTo>
                  <a:cubicBezTo>
                    <a:pt x="81685" y="3308"/>
                    <a:pt x="81576" y="3278"/>
                    <a:pt x="81492" y="3222"/>
                  </a:cubicBezTo>
                  <a:cubicBezTo>
                    <a:pt x="81470" y="3179"/>
                    <a:pt x="81555" y="3136"/>
                    <a:pt x="81639" y="3136"/>
                  </a:cubicBezTo>
                  <a:close/>
                  <a:moveTo>
                    <a:pt x="8542" y="3526"/>
                  </a:moveTo>
                  <a:lnTo>
                    <a:pt x="8724" y="3617"/>
                  </a:lnTo>
                  <a:cubicBezTo>
                    <a:pt x="8697" y="3671"/>
                    <a:pt x="8653" y="3713"/>
                    <a:pt x="8598" y="3743"/>
                  </a:cubicBezTo>
                  <a:lnTo>
                    <a:pt x="8598" y="3743"/>
                  </a:lnTo>
                  <a:cubicBezTo>
                    <a:pt x="8581" y="3721"/>
                    <a:pt x="8564" y="3700"/>
                    <a:pt x="8542" y="3678"/>
                  </a:cubicBezTo>
                  <a:lnTo>
                    <a:pt x="8451" y="3678"/>
                  </a:lnTo>
                  <a:cubicBezTo>
                    <a:pt x="8420" y="3678"/>
                    <a:pt x="8420" y="3617"/>
                    <a:pt x="8420" y="3556"/>
                  </a:cubicBezTo>
                  <a:cubicBezTo>
                    <a:pt x="8420" y="3526"/>
                    <a:pt x="8512" y="3526"/>
                    <a:pt x="8542" y="3526"/>
                  </a:cubicBezTo>
                  <a:close/>
                  <a:moveTo>
                    <a:pt x="10244" y="3496"/>
                  </a:moveTo>
                  <a:cubicBezTo>
                    <a:pt x="10305" y="3496"/>
                    <a:pt x="10366" y="3526"/>
                    <a:pt x="10335" y="3556"/>
                  </a:cubicBezTo>
                  <a:lnTo>
                    <a:pt x="10335" y="3587"/>
                  </a:lnTo>
                  <a:lnTo>
                    <a:pt x="10335" y="3617"/>
                  </a:lnTo>
                  <a:cubicBezTo>
                    <a:pt x="10314" y="3660"/>
                    <a:pt x="10338" y="3703"/>
                    <a:pt x="10375" y="3703"/>
                  </a:cubicBezTo>
                  <a:cubicBezTo>
                    <a:pt x="10391" y="3703"/>
                    <a:pt x="10409" y="3696"/>
                    <a:pt x="10426" y="3678"/>
                  </a:cubicBezTo>
                  <a:lnTo>
                    <a:pt x="10457" y="3678"/>
                  </a:lnTo>
                  <a:cubicBezTo>
                    <a:pt x="10461" y="3676"/>
                    <a:pt x="10465" y="3675"/>
                    <a:pt x="10470" y="3675"/>
                  </a:cubicBezTo>
                  <a:cubicBezTo>
                    <a:pt x="10537" y="3675"/>
                    <a:pt x="10664" y="3860"/>
                    <a:pt x="10578" y="3860"/>
                  </a:cubicBezTo>
                  <a:lnTo>
                    <a:pt x="10001" y="3860"/>
                  </a:lnTo>
                  <a:cubicBezTo>
                    <a:pt x="10001" y="3769"/>
                    <a:pt x="10031" y="3648"/>
                    <a:pt x="10031" y="3648"/>
                  </a:cubicBezTo>
                  <a:cubicBezTo>
                    <a:pt x="10183" y="3648"/>
                    <a:pt x="10183" y="3556"/>
                    <a:pt x="10244" y="3496"/>
                  </a:cubicBezTo>
                  <a:close/>
                  <a:moveTo>
                    <a:pt x="9506" y="3483"/>
                  </a:moveTo>
                  <a:cubicBezTo>
                    <a:pt x="9527" y="3483"/>
                    <a:pt x="9550" y="3487"/>
                    <a:pt x="9575" y="3496"/>
                  </a:cubicBezTo>
                  <a:cubicBezTo>
                    <a:pt x="9667" y="3526"/>
                    <a:pt x="9758" y="3587"/>
                    <a:pt x="9819" y="3678"/>
                  </a:cubicBezTo>
                  <a:lnTo>
                    <a:pt x="9849" y="3739"/>
                  </a:lnTo>
                  <a:cubicBezTo>
                    <a:pt x="9827" y="3805"/>
                    <a:pt x="9758" y="3855"/>
                    <a:pt x="9675" y="3855"/>
                  </a:cubicBezTo>
                  <a:cubicBezTo>
                    <a:pt x="9643" y="3855"/>
                    <a:pt x="9609" y="3847"/>
                    <a:pt x="9575" y="3830"/>
                  </a:cubicBezTo>
                  <a:lnTo>
                    <a:pt x="9484" y="3830"/>
                  </a:lnTo>
                  <a:cubicBezTo>
                    <a:pt x="9423" y="3830"/>
                    <a:pt x="9363" y="3830"/>
                    <a:pt x="9332" y="3860"/>
                  </a:cubicBezTo>
                  <a:lnTo>
                    <a:pt x="9332" y="3982"/>
                  </a:lnTo>
                  <a:cubicBezTo>
                    <a:pt x="9241" y="3982"/>
                    <a:pt x="9180" y="3891"/>
                    <a:pt x="9180" y="3830"/>
                  </a:cubicBezTo>
                  <a:lnTo>
                    <a:pt x="9211" y="3769"/>
                  </a:lnTo>
                  <a:cubicBezTo>
                    <a:pt x="9211" y="3739"/>
                    <a:pt x="9211" y="3678"/>
                    <a:pt x="9211" y="3678"/>
                  </a:cubicBezTo>
                  <a:cubicBezTo>
                    <a:pt x="9315" y="3626"/>
                    <a:pt x="9375" y="3483"/>
                    <a:pt x="9506" y="3483"/>
                  </a:cubicBezTo>
                  <a:close/>
                  <a:moveTo>
                    <a:pt x="9940" y="4316"/>
                  </a:moveTo>
                  <a:lnTo>
                    <a:pt x="10153" y="4347"/>
                  </a:lnTo>
                  <a:cubicBezTo>
                    <a:pt x="10426" y="4408"/>
                    <a:pt x="10639" y="4468"/>
                    <a:pt x="10639" y="4499"/>
                  </a:cubicBezTo>
                  <a:cubicBezTo>
                    <a:pt x="10639" y="4542"/>
                    <a:pt x="10578" y="4585"/>
                    <a:pt x="10500" y="4585"/>
                  </a:cubicBezTo>
                  <a:cubicBezTo>
                    <a:pt x="10467" y="4585"/>
                    <a:pt x="10432" y="4577"/>
                    <a:pt x="10396" y="4560"/>
                  </a:cubicBezTo>
                  <a:lnTo>
                    <a:pt x="10244" y="4560"/>
                  </a:lnTo>
                  <a:cubicBezTo>
                    <a:pt x="10122" y="4560"/>
                    <a:pt x="10001" y="4529"/>
                    <a:pt x="9879" y="4468"/>
                  </a:cubicBezTo>
                  <a:cubicBezTo>
                    <a:pt x="9849" y="4438"/>
                    <a:pt x="9819" y="4408"/>
                    <a:pt x="9819" y="4377"/>
                  </a:cubicBezTo>
                  <a:cubicBezTo>
                    <a:pt x="9849" y="4347"/>
                    <a:pt x="9879" y="4316"/>
                    <a:pt x="9940" y="4316"/>
                  </a:cubicBezTo>
                  <a:close/>
                  <a:moveTo>
                    <a:pt x="8811" y="4402"/>
                  </a:moveTo>
                  <a:cubicBezTo>
                    <a:pt x="8877" y="4402"/>
                    <a:pt x="8979" y="4488"/>
                    <a:pt x="9059" y="4620"/>
                  </a:cubicBezTo>
                  <a:lnTo>
                    <a:pt x="8755" y="4681"/>
                  </a:lnTo>
                  <a:lnTo>
                    <a:pt x="8663" y="4681"/>
                  </a:lnTo>
                  <a:cubicBezTo>
                    <a:pt x="8649" y="4696"/>
                    <a:pt x="8627" y="4702"/>
                    <a:pt x="8604" y="4702"/>
                  </a:cubicBezTo>
                  <a:cubicBezTo>
                    <a:pt x="8529" y="4702"/>
                    <a:pt x="8435" y="4643"/>
                    <a:pt x="8481" y="4620"/>
                  </a:cubicBezTo>
                  <a:lnTo>
                    <a:pt x="8785" y="4408"/>
                  </a:lnTo>
                  <a:cubicBezTo>
                    <a:pt x="8793" y="4404"/>
                    <a:pt x="8802" y="4402"/>
                    <a:pt x="8811" y="4402"/>
                  </a:cubicBezTo>
                  <a:close/>
                  <a:moveTo>
                    <a:pt x="11133" y="4107"/>
                  </a:moveTo>
                  <a:cubicBezTo>
                    <a:pt x="11149" y="4107"/>
                    <a:pt x="11166" y="4114"/>
                    <a:pt x="11186" y="4134"/>
                  </a:cubicBezTo>
                  <a:cubicBezTo>
                    <a:pt x="11217" y="4164"/>
                    <a:pt x="11247" y="4225"/>
                    <a:pt x="11247" y="4256"/>
                  </a:cubicBezTo>
                  <a:lnTo>
                    <a:pt x="11217" y="4347"/>
                  </a:lnTo>
                  <a:cubicBezTo>
                    <a:pt x="11126" y="4468"/>
                    <a:pt x="11156" y="4560"/>
                    <a:pt x="11247" y="4590"/>
                  </a:cubicBezTo>
                  <a:lnTo>
                    <a:pt x="11278" y="4620"/>
                  </a:lnTo>
                  <a:cubicBezTo>
                    <a:pt x="11338" y="4712"/>
                    <a:pt x="11217" y="4772"/>
                    <a:pt x="11126" y="4803"/>
                  </a:cubicBezTo>
                  <a:cubicBezTo>
                    <a:pt x="11065" y="4803"/>
                    <a:pt x="11004" y="4803"/>
                    <a:pt x="10974" y="4772"/>
                  </a:cubicBezTo>
                  <a:lnTo>
                    <a:pt x="10882" y="4681"/>
                  </a:lnTo>
                  <a:cubicBezTo>
                    <a:pt x="10822" y="4590"/>
                    <a:pt x="10943" y="4438"/>
                    <a:pt x="10882" y="4377"/>
                  </a:cubicBezTo>
                  <a:cubicBezTo>
                    <a:pt x="10852" y="4316"/>
                    <a:pt x="10852" y="4225"/>
                    <a:pt x="10882" y="4134"/>
                  </a:cubicBezTo>
                  <a:lnTo>
                    <a:pt x="11034" y="4134"/>
                  </a:lnTo>
                  <a:cubicBezTo>
                    <a:pt x="11075" y="4134"/>
                    <a:pt x="11102" y="4107"/>
                    <a:pt x="11133" y="4107"/>
                  </a:cubicBezTo>
                  <a:close/>
                  <a:moveTo>
                    <a:pt x="10457" y="4742"/>
                  </a:moveTo>
                  <a:cubicBezTo>
                    <a:pt x="10791" y="4863"/>
                    <a:pt x="10882" y="4985"/>
                    <a:pt x="10639" y="4985"/>
                  </a:cubicBezTo>
                  <a:lnTo>
                    <a:pt x="10396" y="4985"/>
                  </a:lnTo>
                  <a:cubicBezTo>
                    <a:pt x="10366" y="4924"/>
                    <a:pt x="10305" y="4863"/>
                    <a:pt x="10274" y="4863"/>
                  </a:cubicBezTo>
                  <a:lnTo>
                    <a:pt x="10183" y="4863"/>
                  </a:lnTo>
                  <a:cubicBezTo>
                    <a:pt x="10153" y="4863"/>
                    <a:pt x="10153" y="4803"/>
                    <a:pt x="10153" y="4742"/>
                  </a:cubicBezTo>
                  <a:close/>
                  <a:moveTo>
                    <a:pt x="87566" y="6443"/>
                  </a:moveTo>
                  <a:cubicBezTo>
                    <a:pt x="87624" y="6443"/>
                    <a:pt x="87667" y="6472"/>
                    <a:pt x="87688" y="6525"/>
                  </a:cubicBezTo>
                  <a:lnTo>
                    <a:pt x="87688" y="6525"/>
                  </a:lnTo>
                  <a:cubicBezTo>
                    <a:pt x="87653" y="6627"/>
                    <a:pt x="87382" y="6839"/>
                    <a:pt x="87297" y="6839"/>
                  </a:cubicBezTo>
                  <a:cubicBezTo>
                    <a:pt x="87206" y="6809"/>
                    <a:pt x="87176" y="6778"/>
                    <a:pt x="87176" y="6748"/>
                  </a:cubicBezTo>
                  <a:lnTo>
                    <a:pt x="87206" y="6748"/>
                  </a:lnTo>
                  <a:cubicBezTo>
                    <a:pt x="87267" y="6718"/>
                    <a:pt x="87358" y="6687"/>
                    <a:pt x="87419" y="6657"/>
                  </a:cubicBezTo>
                  <a:cubicBezTo>
                    <a:pt x="87449" y="6626"/>
                    <a:pt x="87388" y="6535"/>
                    <a:pt x="87419" y="6505"/>
                  </a:cubicBezTo>
                  <a:lnTo>
                    <a:pt x="87449" y="6474"/>
                  </a:lnTo>
                  <a:cubicBezTo>
                    <a:pt x="87492" y="6453"/>
                    <a:pt x="87531" y="6443"/>
                    <a:pt x="87566" y="6443"/>
                  </a:cubicBezTo>
                  <a:close/>
                  <a:moveTo>
                    <a:pt x="88923" y="7361"/>
                  </a:moveTo>
                  <a:cubicBezTo>
                    <a:pt x="88961" y="7361"/>
                    <a:pt x="88990" y="7369"/>
                    <a:pt x="88999" y="7386"/>
                  </a:cubicBezTo>
                  <a:cubicBezTo>
                    <a:pt x="89060" y="7508"/>
                    <a:pt x="89091" y="7629"/>
                    <a:pt x="89091" y="7721"/>
                  </a:cubicBezTo>
                  <a:cubicBezTo>
                    <a:pt x="89091" y="7758"/>
                    <a:pt x="89067" y="7784"/>
                    <a:pt x="89021" y="7784"/>
                  </a:cubicBezTo>
                  <a:cubicBezTo>
                    <a:pt x="88992" y="7784"/>
                    <a:pt x="88955" y="7774"/>
                    <a:pt x="88908" y="7751"/>
                  </a:cubicBezTo>
                  <a:lnTo>
                    <a:pt x="88847" y="7751"/>
                  </a:lnTo>
                  <a:cubicBezTo>
                    <a:pt x="88787" y="7751"/>
                    <a:pt x="88695" y="7812"/>
                    <a:pt x="88635" y="7812"/>
                  </a:cubicBezTo>
                  <a:lnTo>
                    <a:pt x="88331" y="7842"/>
                  </a:lnTo>
                  <a:cubicBezTo>
                    <a:pt x="88386" y="7676"/>
                    <a:pt x="88442" y="7534"/>
                    <a:pt x="88474" y="7534"/>
                  </a:cubicBezTo>
                  <a:cubicBezTo>
                    <a:pt x="88477" y="7534"/>
                    <a:pt x="88480" y="7536"/>
                    <a:pt x="88483" y="7538"/>
                  </a:cubicBezTo>
                  <a:cubicBezTo>
                    <a:pt x="88488" y="7544"/>
                    <a:pt x="88498" y="7546"/>
                    <a:pt x="88510" y="7546"/>
                  </a:cubicBezTo>
                  <a:cubicBezTo>
                    <a:pt x="88565" y="7546"/>
                    <a:pt x="88671" y="7497"/>
                    <a:pt x="88695" y="7447"/>
                  </a:cubicBezTo>
                  <a:cubicBezTo>
                    <a:pt x="88695" y="7404"/>
                    <a:pt x="88832" y="7361"/>
                    <a:pt x="88923" y="7361"/>
                  </a:cubicBezTo>
                  <a:close/>
                  <a:moveTo>
                    <a:pt x="7782" y="7082"/>
                  </a:moveTo>
                  <a:cubicBezTo>
                    <a:pt x="7904" y="7082"/>
                    <a:pt x="8025" y="7113"/>
                    <a:pt x="8147" y="7143"/>
                  </a:cubicBezTo>
                  <a:lnTo>
                    <a:pt x="7995" y="7143"/>
                  </a:lnTo>
                  <a:lnTo>
                    <a:pt x="7934" y="7174"/>
                  </a:lnTo>
                  <a:lnTo>
                    <a:pt x="7600" y="7295"/>
                  </a:lnTo>
                  <a:cubicBezTo>
                    <a:pt x="7569" y="7569"/>
                    <a:pt x="7752" y="7721"/>
                    <a:pt x="7812" y="7721"/>
                  </a:cubicBezTo>
                  <a:cubicBezTo>
                    <a:pt x="7838" y="7708"/>
                    <a:pt x="7863" y="7701"/>
                    <a:pt x="7886" y="7701"/>
                  </a:cubicBezTo>
                  <a:cubicBezTo>
                    <a:pt x="7918" y="7701"/>
                    <a:pt x="7947" y="7715"/>
                    <a:pt x="7964" y="7751"/>
                  </a:cubicBezTo>
                  <a:lnTo>
                    <a:pt x="7904" y="7873"/>
                  </a:lnTo>
                  <a:cubicBezTo>
                    <a:pt x="7851" y="7926"/>
                    <a:pt x="7777" y="7958"/>
                    <a:pt x="7701" y="7958"/>
                  </a:cubicBezTo>
                  <a:cubicBezTo>
                    <a:pt x="7646" y="7958"/>
                    <a:pt x="7590" y="7941"/>
                    <a:pt x="7539" y="7903"/>
                  </a:cubicBezTo>
                  <a:lnTo>
                    <a:pt x="7448" y="7842"/>
                  </a:lnTo>
                  <a:cubicBezTo>
                    <a:pt x="7387" y="7781"/>
                    <a:pt x="7326" y="7721"/>
                    <a:pt x="7265" y="7690"/>
                  </a:cubicBezTo>
                  <a:cubicBezTo>
                    <a:pt x="7174" y="7599"/>
                    <a:pt x="7448" y="7569"/>
                    <a:pt x="7296" y="7478"/>
                  </a:cubicBezTo>
                  <a:cubicBezTo>
                    <a:pt x="7296" y="7447"/>
                    <a:pt x="7326" y="7417"/>
                    <a:pt x="7326" y="7417"/>
                  </a:cubicBezTo>
                  <a:lnTo>
                    <a:pt x="7539" y="7295"/>
                  </a:lnTo>
                  <a:cubicBezTo>
                    <a:pt x="7539" y="7174"/>
                    <a:pt x="7660" y="7113"/>
                    <a:pt x="7782" y="7082"/>
                  </a:cubicBezTo>
                  <a:close/>
                  <a:moveTo>
                    <a:pt x="2645" y="9058"/>
                  </a:moveTo>
                  <a:lnTo>
                    <a:pt x="2645" y="9058"/>
                  </a:lnTo>
                  <a:cubicBezTo>
                    <a:pt x="2676" y="9088"/>
                    <a:pt x="2676" y="9119"/>
                    <a:pt x="2615" y="9149"/>
                  </a:cubicBezTo>
                  <a:lnTo>
                    <a:pt x="2645" y="9210"/>
                  </a:lnTo>
                  <a:lnTo>
                    <a:pt x="2676" y="9332"/>
                  </a:lnTo>
                  <a:cubicBezTo>
                    <a:pt x="2635" y="9352"/>
                    <a:pt x="2578" y="9359"/>
                    <a:pt x="2516" y="9359"/>
                  </a:cubicBezTo>
                  <a:cubicBezTo>
                    <a:pt x="2392" y="9359"/>
                    <a:pt x="2250" y="9332"/>
                    <a:pt x="2189" y="9332"/>
                  </a:cubicBezTo>
                  <a:cubicBezTo>
                    <a:pt x="2098" y="9332"/>
                    <a:pt x="2007" y="9301"/>
                    <a:pt x="1946" y="9240"/>
                  </a:cubicBezTo>
                  <a:lnTo>
                    <a:pt x="1946" y="9180"/>
                  </a:lnTo>
                  <a:cubicBezTo>
                    <a:pt x="1976" y="9149"/>
                    <a:pt x="2037" y="9149"/>
                    <a:pt x="2068" y="9149"/>
                  </a:cubicBezTo>
                  <a:cubicBezTo>
                    <a:pt x="2159" y="9180"/>
                    <a:pt x="2280" y="9210"/>
                    <a:pt x="2372" y="9210"/>
                  </a:cubicBezTo>
                  <a:cubicBezTo>
                    <a:pt x="2493" y="9180"/>
                    <a:pt x="2584" y="9149"/>
                    <a:pt x="2645" y="9058"/>
                  </a:cubicBezTo>
                  <a:close/>
                  <a:moveTo>
                    <a:pt x="1500" y="8832"/>
                  </a:moveTo>
                  <a:cubicBezTo>
                    <a:pt x="1536" y="8832"/>
                    <a:pt x="1669" y="8973"/>
                    <a:pt x="1824" y="9180"/>
                  </a:cubicBezTo>
                  <a:lnTo>
                    <a:pt x="1794" y="9332"/>
                  </a:lnTo>
                  <a:cubicBezTo>
                    <a:pt x="1794" y="9362"/>
                    <a:pt x="1764" y="9392"/>
                    <a:pt x="1703" y="9423"/>
                  </a:cubicBezTo>
                  <a:cubicBezTo>
                    <a:pt x="1672" y="9423"/>
                    <a:pt x="1612" y="9392"/>
                    <a:pt x="1612" y="9362"/>
                  </a:cubicBezTo>
                  <a:lnTo>
                    <a:pt x="1581" y="9240"/>
                  </a:lnTo>
                  <a:cubicBezTo>
                    <a:pt x="1520" y="9119"/>
                    <a:pt x="1520" y="8967"/>
                    <a:pt x="1490" y="8845"/>
                  </a:cubicBezTo>
                  <a:cubicBezTo>
                    <a:pt x="1490" y="8836"/>
                    <a:pt x="1493" y="8832"/>
                    <a:pt x="1500" y="8832"/>
                  </a:cubicBezTo>
                  <a:close/>
                  <a:moveTo>
                    <a:pt x="91188" y="10000"/>
                  </a:moveTo>
                  <a:cubicBezTo>
                    <a:pt x="91300" y="10000"/>
                    <a:pt x="91542" y="10156"/>
                    <a:pt x="91578" y="10156"/>
                  </a:cubicBezTo>
                  <a:cubicBezTo>
                    <a:pt x="91581" y="10156"/>
                    <a:pt x="91583" y="10155"/>
                    <a:pt x="91583" y="10152"/>
                  </a:cubicBezTo>
                  <a:cubicBezTo>
                    <a:pt x="91583" y="10150"/>
                    <a:pt x="91583" y="10149"/>
                    <a:pt x="91583" y="10149"/>
                  </a:cubicBezTo>
                  <a:lnTo>
                    <a:pt x="91583" y="10149"/>
                  </a:lnTo>
                  <a:cubicBezTo>
                    <a:pt x="91587" y="10149"/>
                    <a:pt x="91611" y="10307"/>
                    <a:pt x="91583" y="10335"/>
                  </a:cubicBezTo>
                  <a:cubicBezTo>
                    <a:pt x="91575" y="10343"/>
                    <a:pt x="91562" y="10347"/>
                    <a:pt x="91547" y="10347"/>
                  </a:cubicBezTo>
                  <a:cubicBezTo>
                    <a:pt x="91450" y="10347"/>
                    <a:pt x="91236" y="10201"/>
                    <a:pt x="91157" y="10122"/>
                  </a:cubicBezTo>
                  <a:cubicBezTo>
                    <a:pt x="91036" y="10031"/>
                    <a:pt x="91066" y="10000"/>
                    <a:pt x="91188" y="10000"/>
                  </a:cubicBezTo>
                  <a:close/>
                  <a:moveTo>
                    <a:pt x="943" y="10152"/>
                  </a:moveTo>
                  <a:lnTo>
                    <a:pt x="1004" y="10183"/>
                  </a:lnTo>
                  <a:lnTo>
                    <a:pt x="1095" y="10213"/>
                  </a:lnTo>
                  <a:cubicBezTo>
                    <a:pt x="1217" y="10213"/>
                    <a:pt x="1156" y="10395"/>
                    <a:pt x="1095" y="10456"/>
                  </a:cubicBezTo>
                  <a:cubicBezTo>
                    <a:pt x="1073" y="10478"/>
                    <a:pt x="1044" y="10488"/>
                    <a:pt x="1013" y="10488"/>
                  </a:cubicBezTo>
                  <a:cubicBezTo>
                    <a:pt x="956" y="10488"/>
                    <a:pt x="891" y="10454"/>
                    <a:pt x="852" y="10395"/>
                  </a:cubicBezTo>
                  <a:lnTo>
                    <a:pt x="791" y="10335"/>
                  </a:lnTo>
                  <a:lnTo>
                    <a:pt x="730" y="10274"/>
                  </a:lnTo>
                  <a:cubicBezTo>
                    <a:pt x="791" y="10213"/>
                    <a:pt x="852" y="10152"/>
                    <a:pt x="943" y="10152"/>
                  </a:cubicBezTo>
                  <a:close/>
                  <a:moveTo>
                    <a:pt x="92675" y="10283"/>
                  </a:moveTo>
                  <a:cubicBezTo>
                    <a:pt x="92754" y="10283"/>
                    <a:pt x="92897" y="10311"/>
                    <a:pt x="92986" y="10311"/>
                  </a:cubicBezTo>
                  <a:cubicBezTo>
                    <a:pt x="93009" y="10311"/>
                    <a:pt x="93028" y="10309"/>
                    <a:pt x="93042" y="10304"/>
                  </a:cubicBezTo>
                  <a:cubicBezTo>
                    <a:pt x="93164" y="10304"/>
                    <a:pt x="93224" y="10365"/>
                    <a:pt x="93164" y="10487"/>
                  </a:cubicBezTo>
                  <a:lnTo>
                    <a:pt x="93072" y="10578"/>
                  </a:lnTo>
                  <a:lnTo>
                    <a:pt x="93042" y="10608"/>
                  </a:lnTo>
                  <a:cubicBezTo>
                    <a:pt x="92951" y="10608"/>
                    <a:pt x="92799" y="10578"/>
                    <a:pt x="92768" y="10578"/>
                  </a:cubicBezTo>
                  <a:cubicBezTo>
                    <a:pt x="92708" y="10578"/>
                    <a:pt x="92616" y="10395"/>
                    <a:pt x="92616" y="10304"/>
                  </a:cubicBezTo>
                  <a:cubicBezTo>
                    <a:pt x="92616" y="10288"/>
                    <a:pt x="92639" y="10283"/>
                    <a:pt x="92675" y="10283"/>
                  </a:cubicBezTo>
                  <a:close/>
                  <a:moveTo>
                    <a:pt x="90922" y="10292"/>
                  </a:moveTo>
                  <a:cubicBezTo>
                    <a:pt x="90939" y="10292"/>
                    <a:pt x="90957" y="10295"/>
                    <a:pt x="90975" y="10304"/>
                  </a:cubicBezTo>
                  <a:lnTo>
                    <a:pt x="91036" y="10304"/>
                  </a:lnTo>
                  <a:cubicBezTo>
                    <a:pt x="91157" y="10365"/>
                    <a:pt x="91188" y="10517"/>
                    <a:pt x="91370" y="10517"/>
                  </a:cubicBezTo>
                  <a:lnTo>
                    <a:pt x="91522" y="10517"/>
                  </a:lnTo>
                  <a:cubicBezTo>
                    <a:pt x="91522" y="10639"/>
                    <a:pt x="91340" y="10791"/>
                    <a:pt x="91127" y="10882"/>
                  </a:cubicBezTo>
                  <a:lnTo>
                    <a:pt x="91005" y="10699"/>
                  </a:lnTo>
                  <a:cubicBezTo>
                    <a:pt x="91066" y="10669"/>
                    <a:pt x="91005" y="10578"/>
                    <a:pt x="90884" y="10517"/>
                  </a:cubicBezTo>
                  <a:lnTo>
                    <a:pt x="90853" y="10547"/>
                  </a:lnTo>
                  <a:lnTo>
                    <a:pt x="90701" y="10669"/>
                  </a:lnTo>
                  <a:cubicBezTo>
                    <a:pt x="90671" y="10547"/>
                    <a:pt x="90762" y="10365"/>
                    <a:pt x="90793" y="10335"/>
                  </a:cubicBezTo>
                  <a:cubicBezTo>
                    <a:pt x="90836" y="10313"/>
                    <a:pt x="90879" y="10292"/>
                    <a:pt x="90922" y="10292"/>
                  </a:cubicBezTo>
                  <a:close/>
                  <a:moveTo>
                    <a:pt x="92738" y="10760"/>
                  </a:moveTo>
                  <a:cubicBezTo>
                    <a:pt x="92799" y="10821"/>
                    <a:pt x="92829" y="10882"/>
                    <a:pt x="92860" y="10943"/>
                  </a:cubicBezTo>
                  <a:lnTo>
                    <a:pt x="92951" y="11003"/>
                  </a:lnTo>
                  <a:lnTo>
                    <a:pt x="93042" y="11095"/>
                  </a:lnTo>
                  <a:cubicBezTo>
                    <a:pt x="92996" y="11125"/>
                    <a:pt x="92943" y="11140"/>
                    <a:pt x="92890" y="11140"/>
                  </a:cubicBezTo>
                  <a:cubicBezTo>
                    <a:pt x="92837" y="11140"/>
                    <a:pt x="92784" y="11125"/>
                    <a:pt x="92738" y="11095"/>
                  </a:cubicBezTo>
                  <a:cubicBezTo>
                    <a:pt x="92677" y="11064"/>
                    <a:pt x="92556" y="10851"/>
                    <a:pt x="92586" y="10821"/>
                  </a:cubicBezTo>
                  <a:cubicBezTo>
                    <a:pt x="92616" y="10791"/>
                    <a:pt x="92677" y="10760"/>
                    <a:pt x="92738" y="10760"/>
                  </a:cubicBezTo>
                  <a:close/>
                  <a:moveTo>
                    <a:pt x="15941" y="11394"/>
                  </a:moveTo>
                  <a:cubicBezTo>
                    <a:pt x="15949" y="11394"/>
                    <a:pt x="15955" y="11395"/>
                    <a:pt x="15958" y="11399"/>
                  </a:cubicBezTo>
                  <a:cubicBezTo>
                    <a:pt x="15989" y="11459"/>
                    <a:pt x="15989" y="11520"/>
                    <a:pt x="16019" y="11611"/>
                  </a:cubicBezTo>
                  <a:lnTo>
                    <a:pt x="15898" y="11581"/>
                  </a:lnTo>
                  <a:lnTo>
                    <a:pt x="15685" y="11551"/>
                  </a:lnTo>
                  <a:cubicBezTo>
                    <a:pt x="15667" y="11639"/>
                    <a:pt x="15649" y="11686"/>
                    <a:pt x="15644" y="11686"/>
                  </a:cubicBezTo>
                  <a:cubicBezTo>
                    <a:pt x="15640" y="11686"/>
                    <a:pt x="15642" y="11662"/>
                    <a:pt x="15654" y="11611"/>
                  </a:cubicBezTo>
                  <a:cubicBezTo>
                    <a:pt x="15654" y="11503"/>
                    <a:pt x="15873" y="11394"/>
                    <a:pt x="15941" y="11394"/>
                  </a:cubicBezTo>
                  <a:close/>
                  <a:moveTo>
                    <a:pt x="14560" y="11338"/>
                  </a:moveTo>
                  <a:cubicBezTo>
                    <a:pt x="14712" y="11399"/>
                    <a:pt x="14834" y="11490"/>
                    <a:pt x="14955" y="11611"/>
                  </a:cubicBezTo>
                  <a:cubicBezTo>
                    <a:pt x="15001" y="11656"/>
                    <a:pt x="14861" y="11735"/>
                    <a:pt x="14761" y="11735"/>
                  </a:cubicBezTo>
                  <a:cubicBezTo>
                    <a:pt x="14727" y="11735"/>
                    <a:pt x="14697" y="11726"/>
                    <a:pt x="14682" y="11702"/>
                  </a:cubicBezTo>
                  <a:cubicBezTo>
                    <a:pt x="14627" y="11675"/>
                    <a:pt x="14573" y="11660"/>
                    <a:pt x="14521" y="11660"/>
                  </a:cubicBezTo>
                  <a:cubicBezTo>
                    <a:pt x="14457" y="11660"/>
                    <a:pt x="14398" y="11683"/>
                    <a:pt x="14347" y="11733"/>
                  </a:cubicBezTo>
                  <a:lnTo>
                    <a:pt x="14287" y="11733"/>
                  </a:lnTo>
                  <a:lnTo>
                    <a:pt x="14135" y="11702"/>
                  </a:lnTo>
                  <a:cubicBezTo>
                    <a:pt x="14152" y="11614"/>
                    <a:pt x="14211" y="11567"/>
                    <a:pt x="14294" y="11567"/>
                  </a:cubicBezTo>
                  <a:cubicBezTo>
                    <a:pt x="14352" y="11567"/>
                    <a:pt x="14423" y="11591"/>
                    <a:pt x="14499" y="11642"/>
                  </a:cubicBezTo>
                  <a:lnTo>
                    <a:pt x="14560" y="11338"/>
                  </a:lnTo>
                  <a:close/>
                  <a:moveTo>
                    <a:pt x="12620" y="11409"/>
                  </a:moveTo>
                  <a:cubicBezTo>
                    <a:pt x="12634" y="11409"/>
                    <a:pt x="12652" y="11415"/>
                    <a:pt x="12676" y="11429"/>
                  </a:cubicBezTo>
                  <a:lnTo>
                    <a:pt x="12828" y="11429"/>
                  </a:lnTo>
                  <a:cubicBezTo>
                    <a:pt x="12949" y="11429"/>
                    <a:pt x="12888" y="11611"/>
                    <a:pt x="12828" y="11702"/>
                  </a:cubicBezTo>
                  <a:cubicBezTo>
                    <a:pt x="12814" y="11730"/>
                    <a:pt x="12788" y="11745"/>
                    <a:pt x="12758" y="11745"/>
                  </a:cubicBezTo>
                  <a:cubicBezTo>
                    <a:pt x="12721" y="11745"/>
                    <a:pt x="12679" y="11722"/>
                    <a:pt x="12645" y="11672"/>
                  </a:cubicBezTo>
                  <a:cubicBezTo>
                    <a:pt x="12594" y="11595"/>
                    <a:pt x="12542" y="11409"/>
                    <a:pt x="12620" y="11409"/>
                  </a:cubicBezTo>
                  <a:close/>
                  <a:moveTo>
                    <a:pt x="16718" y="11429"/>
                  </a:moveTo>
                  <a:cubicBezTo>
                    <a:pt x="16779" y="11429"/>
                    <a:pt x="16840" y="11429"/>
                    <a:pt x="16901" y="11459"/>
                  </a:cubicBezTo>
                  <a:lnTo>
                    <a:pt x="16931" y="11490"/>
                  </a:lnTo>
                  <a:cubicBezTo>
                    <a:pt x="16901" y="11611"/>
                    <a:pt x="16810" y="11702"/>
                    <a:pt x="16749" y="11763"/>
                  </a:cubicBezTo>
                  <a:lnTo>
                    <a:pt x="16627" y="11854"/>
                  </a:lnTo>
                  <a:cubicBezTo>
                    <a:pt x="16597" y="11854"/>
                    <a:pt x="16536" y="11824"/>
                    <a:pt x="16506" y="11794"/>
                  </a:cubicBezTo>
                  <a:cubicBezTo>
                    <a:pt x="16506" y="11763"/>
                    <a:pt x="16506" y="11733"/>
                    <a:pt x="16536" y="11702"/>
                  </a:cubicBezTo>
                  <a:lnTo>
                    <a:pt x="16597" y="11672"/>
                  </a:lnTo>
                  <a:cubicBezTo>
                    <a:pt x="16658" y="11642"/>
                    <a:pt x="16627" y="11551"/>
                    <a:pt x="16536" y="11459"/>
                  </a:cubicBezTo>
                  <a:lnTo>
                    <a:pt x="16718" y="11429"/>
                  </a:lnTo>
                  <a:close/>
                  <a:moveTo>
                    <a:pt x="17368" y="11579"/>
                  </a:moveTo>
                  <a:cubicBezTo>
                    <a:pt x="17374" y="11579"/>
                    <a:pt x="17381" y="11579"/>
                    <a:pt x="17387" y="11581"/>
                  </a:cubicBezTo>
                  <a:lnTo>
                    <a:pt x="17387" y="11611"/>
                  </a:lnTo>
                  <a:lnTo>
                    <a:pt x="17387" y="11733"/>
                  </a:lnTo>
                  <a:cubicBezTo>
                    <a:pt x="17342" y="11846"/>
                    <a:pt x="17263" y="11908"/>
                    <a:pt x="17201" y="11908"/>
                  </a:cubicBezTo>
                  <a:cubicBezTo>
                    <a:pt x="17179" y="11908"/>
                    <a:pt x="17160" y="11901"/>
                    <a:pt x="17144" y="11885"/>
                  </a:cubicBezTo>
                  <a:cubicBezTo>
                    <a:pt x="17086" y="11827"/>
                    <a:pt x="17247" y="11579"/>
                    <a:pt x="17368" y="11579"/>
                  </a:cubicBezTo>
                  <a:close/>
                  <a:moveTo>
                    <a:pt x="7404" y="11705"/>
                  </a:moveTo>
                  <a:cubicBezTo>
                    <a:pt x="7427" y="11705"/>
                    <a:pt x="7452" y="11713"/>
                    <a:pt x="7478" y="11733"/>
                  </a:cubicBezTo>
                  <a:lnTo>
                    <a:pt x="7569" y="11794"/>
                  </a:lnTo>
                  <a:lnTo>
                    <a:pt x="7600" y="11824"/>
                  </a:lnTo>
                  <a:cubicBezTo>
                    <a:pt x="7630" y="11854"/>
                    <a:pt x="7630" y="11915"/>
                    <a:pt x="7569" y="11946"/>
                  </a:cubicBezTo>
                  <a:lnTo>
                    <a:pt x="7448" y="11946"/>
                  </a:lnTo>
                  <a:cubicBezTo>
                    <a:pt x="7415" y="11954"/>
                    <a:pt x="7387" y="11958"/>
                    <a:pt x="7363" y="11958"/>
                  </a:cubicBezTo>
                  <a:cubicBezTo>
                    <a:pt x="7298" y="11958"/>
                    <a:pt x="7265" y="11929"/>
                    <a:pt x="7265" y="11885"/>
                  </a:cubicBezTo>
                  <a:cubicBezTo>
                    <a:pt x="7265" y="11813"/>
                    <a:pt x="7321" y="11705"/>
                    <a:pt x="7404" y="11705"/>
                  </a:cubicBezTo>
                  <a:close/>
                  <a:moveTo>
                    <a:pt x="6931" y="11247"/>
                  </a:moveTo>
                  <a:lnTo>
                    <a:pt x="7022" y="11277"/>
                  </a:lnTo>
                  <a:lnTo>
                    <a:pt x="7053" y="11307"/>
                  </a:lnTo>
                  <a:cubicBezTo>
                    <a:pt x="7083" y="11459"/>
                    <a:pt x="7113" y="11581"/>
                    <a:pt x="7083" y="11733"/>
                  </a:cubicBezTo>
                  <a:cubicBezTo>
                    <a:pt x="7022" y="11854"/>
                    <a:pt x="6961" y="11946"/>
                    <a:pt x="6870" y="12037"/>
                  </a:cubicBezTo>
                  <a:cubicBezTo>
                    <a:pt x="6840" y="12067"/>
                    <a:pt x="6809" y="12067"/>
                    <a:pt x="6749" y="12098"/>
                  </a:cubicBezTo>
                  <a:cubicBezTo>
                    <a:pt x="6749" y="12067"/>
                    <a:pt x="6779" y="12037"/>
                    <a:pt x="6809" y="11976"/>
                  </a:cubicBezTo>
                  <a:cubicBezTo>
                    <a:pt x="6809" y="11824"/>
                    <a:pt x="6809" y="11702"/>
                    <a:pt x="6809" y="11581"/>
                  </a:cubicBezTo>
                  <a:lnTo>
                    <a:pt x="6779" y="11520"/>
                  </a:lnTo>
                  <a:lnTo>
                    <a:pt x="6779" y="11459"/>
                  </a:lnTo>
                  <a:cubicBezTo>
                    <a:pt x="6809" y="11368"/>
                    <a:pt x="6870" y="11307"/>
                    <a:pt x="6931" y="11247"/>
                  </a:cubicBezTo>
                  <a:close/>
                  <a:moveTo>
                    <a:pt x="75134" y="11942"/>
                  </a:moveTo>
                  <a:cubicBezTo>
                    <a:pt x="75225" y="11942"/>
                    <a:pt x="75349" y="12073"/>
                    <a:pt x="75321" y="12128"/>
                  </a:cubicBezTo>
                  <a:cubicBezTo>
                    <a:pt x="75312" y="12156"/>
                    <a:pt x="75289" y="12167"/>
                    <a:pt x="75259" y="12167"/>
                  </a:cubicBezTo>
                  <a:cubicBezTo>
                    <a:pt x="75191" y="12167"/>
                    <a:pt x="75090" y="12110"/>
                    <a:pt x="75048" y="12067"/>
                  </a:cubicBezTo>
                  <a:cubicBezTo>
                    <a:pt x="74987" y="12037"/>
                    <a:pt x="75017" y="11946"/>
                    <a:pt x="75078" y="11946"/>
                  </a:cubicBezTo>
                  <a:lnTo>
                    <a:pt x="75108" y="11946"/>
                  </a:lnTo>
                  <a:cubicBezTo>
                    <a:pt x="75117" y="11943"/>
                    <a:pt x="75125" y="11942"/>
                    <a:pt x="75134" y="11942"/>
                  </a:cubicBezTo>
                  <a:close/>
                  <a:moveTo>
                    <a:pt x="68938" y="12006"/>
                  </a:moveTo>
                  <a:cubicBezTo>
                    <a:pt x="69029" y="12006"/>
                    <a:pt x="69121" y="12067"/>
                    <a:pt x="69181" y="12128"/>
                  </a:cubicBezTo>
                  <a:lnTo>
                    <a:pt x="69090" y="12189"/>
                  </a:lnTo>
                  <a:lnTo>
                    <a:pt x="68938" y="12280"/>
                  </a:lnTo>
                  <a:cubicBezTo>
                    <a:pt x="68999" y="12310"/>
                    <a:pt x="68969" y="12432"/>
                    <a:pt x="68908" y="12462"/>
                  </a:cubicBezTo>
                  <a:lnTo>
                    <a:pt x="68847" y="12493"/>
                  </a:lnTo>
                  <a:lnTo>
                    <a:pt x="68786" y="12493"/>
                  </a:lnTo>
                  <a:cubicBezTo>
                    <a:pt x="68725" y="12493"/>
                    <a:pt x="68695" y="12462"/>
                    <a:pt x="68665" y="12402"/>
                  </a:cubicBezTo>
                  <a:lnTo>
                    <a:pt x="68665" y="12280"/>
                  </a:lnTo>
                  <a:lnTo>
                    <a:pt x="68665" y="12250"/>
                  </a:lnTo>
                  <a:cubicBezTo>
                    <a:pt x="68634" y="12128"/>
                    <a:pt x="68725" y="12006"/>
                    <a:pt x="68847" y="12006"/>
                  </a:cubicBezTo>
                  <a:close/>
                  <a:moveTo>
                    <a:pt x="69637" y="12189"/>
                  </a:moveTo>
                  <a:lnTo>
                    <a:pt x="69820" y="12280"/>
                  </a:lnTo>
                  <a:cubicBezTo>
                    <a:pt x="69880" y="12310"/>
                    <a:pt x="69880" y="12402"/>
                    <a:pt x="69820" y="12432"/>
                  </a:cubicBezTo>
                  <a:cubicBezTo>
                    <a:pt x="69728" y="12462"/>
                    <a:pt x="69637" y="12493"/>
                    <a:pt x="69546" y="12523"/>
                  </a:cubicBezTo>
                  <a:lnTo>
                    <a:pt x="69485" y="12523"/>
                  </a:lnTo>
                  <a:cubicBezTo>
                    <a:pt x="69394" y="12523"/>
                    <a:pt x="69364" y="12493"/>
                    <a:pt x="69364" y="12462"/>
                  </a:cubicBezTo>
                  <a:cubicBezTo>
                    <a:pt x="69394" y="12432"/>
                    <a:pt x="69546" y="12280"/>
                    <a:pt x="69637" y="12189"/>
                  </a:cubicBezTo>
                  <a:close/>
                  <a:moveTo>
                    <a:pt x="87328" y="12037"/>
                  </a:moveTo>
                  <a:lnTo>
                    <a:pt x="87480" y="12158"/>
                  </a:lnTo>
                  <a:lnTo>
                    <a:pt x="87510" y="12189"/>
                  </a:lnTo>
                  <a:cubicBezTo>
                    <a:pt x="87540" y="12181"/>
                    <a:pt x="87571" y="12177"/>
                    <a:pt x="87600" y="12177"/>
                  </a:cubicBezTo>
                  <a:cubicBezTo>
                    <a:pt x="87689" y="12177"/>
                    <a:pt x="87768" y="12212"/>
                    <a:pt x="87814" y="12280"/>
                  </a:cubicBezTo>
                  <a:lnTo>
                    <a:pt x="87814" y="12371"/>
                  </a:lnTo>
                  <a:cubicBezTo>
                    <a:pt x="87844" y="12371"/>
                    <a:pt x="87844" y="12432"/>
                    <a:pt x="87875" y="12432"/>
                  </a:cubicBezTo>
                  <a:lnTo>
                    <a:pt x="87966" y="12462"/>
                  </a:lnTo>
                  <a:cubicBezTo>
                    <a:pt x="88027" y="12493"/>
                    <a:pt x="88087" y="12554"/>
                    <a:pt x="88027" y="12584"/>
                  </a:cubicBezTo>
                  <a:lnTo>
                    <a:pt x="87905" y="12554"/>
                  </a:lnTo>
                  <a:cubicBezTo>
                    <a:pt x="87783" y="12554"/>
                    <a:pt x="87662" y="12554"/>
                    <a:pt x="87540" y="12523"/>
                  </a:cubicBezTo>
                  <a:cubicBezTo>
                    <a:pt x="87480" y="12493"/>
                    <a:pt x="87540" y="12402"/>
                    <a:pt x="87601" y="12341"/>
                  </a:cubicBezTo>
                  <a:cubicBezTo>
                    <a:pt x="87632" y="12310"/>
                    <a:pt x="87449" y="12250"/>
                    <a:pt x="87388" y="12250"/>
                  </a:cubicBezTo>
                  <a:cubicBezTo>
                    <a:pt x="87297" y="12250"/>
                    <a:pt x="87267" y="12158"/>
                    <a:pt x="87328" y="12037"/>
                  </a:cubicBezTo>
                  <a:close/>
                  <a:moveTo>
                    <a:pt x="79941" y="12265"/>
                  </a:moveTo>
                  <a:cubicBezTo>
                    <a:pt x="79987" y="12265"/>
                    <a:pt x="80033" y="12280"/>
                    <a:pt x="80063" y="12341"/>
                  </a:cubicBezTo>
                  <a:cubicBezTo>
                    <a:pt x="80124" y="12432"/>
                    <a:pt x="80185" y="12462"/>
                    <a:pt x="80276" y="12493"/>
                  </a:cubicBezTo>
                  <a:lnTo>
                    <a:pt x="80428" y="12554"/>
                  </a:lnTo>
                  <a:cubicBezTo>
                    <a:pt x="80428" y="12590"/>
                    <a:pt x="80395" y="12607"/>
                    <a:pt x="80340" y="12607"/>
                  </a:cubicBezTo>
                  <a:cubicBezTo>
                    <a:pt x="80255" y="12607"/>
                    <a:pt x="80119" y="12566"/>
                    <a:pt x="79972" y="12493"/>
                  </a:cubicBezTo>
                  <a:lnTo>
                    <a:pt x="79759" y="12402"/>
                  </a:lnTo>
                  <a:cubicBezTo>
                    <a:pt x="79729" y="12371"/>
                    <a:pt x="79820" y="12280"/>
                    <a:pt x="79820" y="12280"/>
                  </a:cubicBezTo>
                  <a:cubicBezTo>
                    <a:pt x="79850" y="12280"/>
                    <a:pt x="79896" y="12265"/>
                    <a:pt x="79941" y="12265"/>
                  </a:cubicBezTo>
                  <a:close/>
                  <a:moveTo>
                    <a:pt x="88387" y="12028"/>
                  </a:moveTo>
                  <a:cubicBezTo>
                    <a:pt x="88484" y="12028"/>
                    <a:pt x="88659" y="12067"/>
                    <a:pt x="88756" y="12067"/>
                  </a:cubicBezTo>
                  <a:cubicBezTo>
                    <a:pt x="88847" y="12067"/>
                    <a:pt x="89030" y="12432"/>
                    <a:pt x="88939" y="12523"/>
                  </a:cubicBezTo>
                  <a:cubicBezTo>
                    <a:pt x="88817" y="12614"/>
                    <a:pt x="88574" y="12584"/>
                    <a:pt x="88513" y="12645"/>
                  </a:cubicBezTo>
                  <a:cubicBezTo>
                    <a:pt x="88508" y="12647"/>
                    <a:pt x="88503" y="12647"/>
                    <a:pt x="88498" y="12647"/>
                  </a:cubicBezTo>
                  <a:cubicBezTo>
                    <a:pt x="88422" y="12647"/>
                    <a:pt x="88424" y="12427"/>
                    <a:pt x="88452" y="12341"/>
                  </a:cubicBezTo>
                  <a:cubicBezTo>
                    <a:pt x="88483" y="12250"/>
                    <a:pt x="88422" y="12189"/>
                    <a:pt x="88361" y="12189"/>
                  </a:cubicBezTo>
                  <a:cubicBezTo>
                    <a:pt x="88270" y="12219"/>
                    <a:pt x="88179" y="12250"/>
                    <a:pt x="88087" y="12250"/>
                  </a:cubicBezTo>
                  <a:cubicBezTo>
                    <a:pt x="88148" y="12158"/>
                    <a:pt x="88239" y="12098"/>
                    <a:pt x="88331" y="12037"/>
                  </a:cubicBezTo>
                  <a:cubicBezTo>
                    <a:pt x="88343" y="12031"/>
                    <a:pt x="88362" y="12028"/>
                    <a:pt x="88387" y="12028"/>
                  </a:cubicBezTo>
                  <a:close/>
                  <a:moveTo>
                    <a:pt x="67759" y="12525"/>
                  </a:moveTo>
                  <a:cubicBezTo>
                    <a:pt x="67795" y="12525"/>
                    <a:pt x="67833" y="12533"/>
                    <a:pt x="67874" y="12554"/>
                  </a:cubicBezTo>
                  <a:lnTo>
                    <a:pt x="67935" y="12554"/>
                  </a:lnTo>
                  <a:cubicBezTo>
                    <a:pt x="67996" y="12614"/>
                    <a:pt x="67965" y="12706"/>
                    <a:pt x="67844" y="12766"/>
                  </a:cubicBezTo>
                  <a:lnTo>
                    <a:pt x="67783" y="12797"/>
                  </a:lnTo>
                  <a:cubicBezTo>
                    <a:pt x="67734" y="12797"/>
                    <a:pt x="67681" y="12802"/>
                    <a:pt x="67628" y="12802"/>
                  </a:cubicBezTo>
                  <a:cubicBezTo>
                    <a:pt x="67550" y="12802"/>
                    <a:pt x="67473" y="12791"/>
                    <a:pt x="67418" y="12736"/>
                  </a:cubicBezTo>
                  <a:cubicBezTo>
                    <a:pt x="67388" y="12706"/>
                    <a:pt x="67388" y="12675"/>
                    <a:pt x="67418" y="12645"/>
                  </a:cubicBezTo>
                  <a:cubicBezTo>
                    <a:pt x="67536" y="12621"/>
                    <a:pt x="67636" y="12525"/>
                    <a:pt x="67759" y="12525"/>
                  </a:cubicBezTo>
                  <a:close/>
                  <a:moveTo>
                    <a:pt x="75777" y="12736"/>
                  </a:moveTo>
                  <a:cubicBezTo>
                    <a:pt x="75807" y="12765"/>
                    <a:pt x="75779" y="12824"/>
                    <a:pt x="75721" y="12883"/>
                  </a:cubicBezTo>
                  <a:lnTo>
                    <a:pt x="75721" y="12883"/>
                  </a:lnTo>
                  <a:cubicBezTo>
                    <a:pt x="75721" y="12873"/>
                    <a:pt x="75719" y="12865"/>
                    <a:pt x="75716" y="12858"/>
                  </a:cubicBezTo>
                  <a:cubicBezTo>
                    <a:pt x="75686" y="12736"/>
                    <a:pt x="75747" y="12736"/>
                    <a:pt x="75777" y="12736"/>
                  </a:cubicBezTo>
                  <a:close/>
                  <a:moveTo>
                    <a:pt x="22567" y="12887"/>
                  </a:moveTo>
                  <a:cubicBezTo>
                    <a:pt x="22633" y="12887"/>
                    <a:pt x="22697" y="12920"/>
                    <a:pt x="22737" y="12979"/>
                  </a:cubicBezTo>
                  <a:lnTo>
                    <a:pt x="22767" y="13040"/>
                  </a:lnTo>
                  <a:lnTo>
                    <a:pt x="22828" y="13070"/>
                  </a:lnTo>
                  <a:cubicBezTo>
                    <a:pt x="22828" y="13123"/>
                    <a:pt x="22818" y="13156"/>
                    <a:pt x="22791" y="13156"/>
                  </a:cubicBezTo>
                  <a:cubicBezTo>
                    <a:pt x="22772" y="13156"/>
                    <a:pt x="22744" y="13139"/>
                    <a:pt x="22706" y="13101"/>
                  </a:cubicBezTo>
                  <a:lnTo>
                    <a:pt x="22585" y="13101"/>
                  </a:lnTo>
                  <a:lnTo>
                    <a:pt x="22463" y="13070"/>
                  </a:lnTo>
                  <a:cubicBezTo>
                    <a:pt x="22447" y="13073"/>
                    <a:pt x="22433" y="13074"/>
                    <a:pt x="22421" y="13074"/>
                  </a:cubicBezTo>
                  <a:cubicBezTo>
                    <a:pt x="22302" y="13074"/>
                    <a:pt x="22408" y="12946"/>
                    <a:pt x="22463" y="12918"/>
                  </a:cubicBezTo>
                  <a:cubicBezTo>
                    <a:pt x="22495" y="12897"/>
                    <a:pt x="22532" y="12887"/>
                    <a:pt x="22567" y="12887"/>
                  </a:cubicBezTo>
                  <a:close/>
                  <a:moveTo>
                    <a:pt x="42524" y="12797"/>
                  </a:moveTo>
                  <a:cubicBezTo>
                    <a:pt x="42615" y="12827"/>
                    <a:pt x="42798" y="13010"/>
                    <a:pt x="42737" y="13101"/>
                  </a:cubicBezTo>
                  <a:cubicBezTo>
                    <a:pt x="42701" y="13172"/>
                    <a:pt x="42666" y="13201"/>
                    <a:pt x="42636" y="13201"/>
                  </a:cubicBezTo>
                  <a:cubicBezTo>
                    <a:pt x="42615" y="13201"/>
                    <a:pt x="42598" y="13187"/>
                    <a:pt x="42585" y="13161"/>
                  </a:cubicBezTo>
                  <a:lnTo>
                    <a:pt x="42585" y="13101"/>
                  </a:lnTo>
                  <a:cubicBezTo>
                    <a:pt x="42615" y="12979"/>
                    <a:pt x="42585" y="12918"/>
                    <a:pt x="42433" y="12918"/>
                  </a:cubicBezTo>
                  <a:cubicBezTo>
                    <a:pt x="42403" y="12858"/>
                    <a:pt x="42433" y="12827"/>
                    <a:pt x="42524" y="12827"/>
                  </a:cubicBezTo>
                  <a:lnTo>
                    <a:pt x="42524" y="12797"/>
                  </a:lnTo>
                  <a:close/>
                  <a:moveTo>
                    <a:pt x="16293" y="12584"/>
                  </a:moveTo>
                  <a:cubicBezTo>
                    <a:pt x="16384" y="12614"/>
                    <a:pt x="16445" y="12675"/>
                    <a:pt x="16506" y="12736"/>
                  </a:cubicBezTo>
                  <a:cubicBezTo>
                    <a:pt x="16506" y="12780"/>
                    <a:pt x="16522" y="12809"/>
                    <a:pt x="16543" y="12809"/>
                  </a:cubicBezTo>
                  <a:cubicBezTo>
                    <a:pt x="16550" y="12809"/>
                    <a:pt x="16558" y="12805"/>
                    <a:pt x="16566" y="12797"/>
                  </a:cubicBezTo>
                  <a:lnTo>
                    <a:pt x="16566" y="12675"/>
                  </a:lnTo>
                  <a:cubicBezTo>
                    <a:pt x="16597" y="12645"/>
                    <a:pt x="16627" y="12614"/>
                    <a:pt x="16658" y="12614"/>
                  </a:cubicBezTo>
                  <a:cubicBezTo>
                    <a:pt x="16688" y="12614"/>
                    <a:pt x="16779" y="12645"/>
                    <a:pt x="16779" y="12645"/>
                  </a:cubicBezTo>
                  <a:lnTo>
                    <a:pt x="16779" y="12797"/>
                  </a:lnTo>
                  <a:cubicBezTo>
                    <a:pt x="16870" y="12918"/>
                    <a:pt x="17022" y="13192"/>
                    <a:pt x="16962" y="13222"/>
                  </a:cubicBezTo>
                  <a:cubicBezTo>
                    <a:pt x="16951" y="13233"/>
                    <a:pt x="16938" y="13238"/>
                    <a:pt x="16924" y="13238"/>
                  </a:cubicBezTo>
                  <a:cubicBezTo>
                    <a:pt x="16860" y="13238"/>
                    <a:pt x="16768" y="13129"/>
                    <a:pt x="16718" y="12979"/>
                  </a:cubicBezTo>
                  <a:lnTo>
                    <a:pt x="16232" y="12979"/>
                  </a:lnTo>
                  <a:cubicBezTo>
                    <a:pt x="16232" y="12949"/>
                    <a:pt x="16354" y="12766"/>
                    <a:pt x="16293" y="12706"/>
                  </a:cubicBezTo>
                  <a:cubicBezTo>
                    <a:pt x="16232" y="12675"/>
                    <a:pt x="16202" y="12584"/>
                    <a:pt x="16202" y="12584"/>
                  </a:cubicBezTo>
                  <a:close/>
                  <a:moveTo>
                    <a:pt x="43892" y="13010"/>
                  </a:moveTo>
                  <a:cubicBezTo>
                    <a:pt x="43983" y="13101"/>
                    <a:pt x="44074" y="13161"/>
                    <a:pt x="44135" y="13253"/>
                  </a:cubicBezTo>
                  <a:cubicBezTo>
                    <a:pt x="44156" y="13253"/>
                    <a:pt x="44135" y="13266"/>
                    <a:pt x="44092" y="13266"/>
                  </a:cubicBezTo>
                  <a:cubicBezTo>
                    <a:pt x="44071" y="13266"/>
                    <a:pt x="44044" y="13263"/>
                    <a:pt x="44014" y="13253"/>
                  </a:cubicBezTo>
                  <a:lnTo>
                    <a:pt x="43467" y="13253"/>
                  </a:lnTo>
                  <a:cubicBezTo>
                    <a:pt x="43406" y="13222"/>
                    <a:pt x="43467" y="13131"/>
                    <a:pt x="43588" y="13040"/>
                  </a:cubicBezTo>
                  <a:cubicBezTo>
                    <a:pt x="43624" y="13076"/>
                    <a:pt x="43655" y="13088"/>
                    <a:pt x="43685" y="13088"/>
                  </a:cubicBezTo>
                  <a:cubicBezTo>
                    <a:pt x="43732" y="13088"/>
                    <a:pt x="43776" y="13058"/>
                    <a:pt x="43831" y="13040"/>
                  </a:cubicBezTo>
                  <a:lnTo>
                    <a:pt x="43892" y="13010"/>
                  </a:lnTo>
                  <a:close/>
                  <a:moveTo>
                    <a:pt x="14834" y="12918"/>
                  </a:moveTo>
                  <a:lnTo>
                    <a:pt x="14803" y="12949"/>
                  </a:lnTo>
                  <a:cubicBezTo>
                    <a:pt x="14895" y="12949"/>
                    <a:pt x="15138" y="13010"/>
                    <a:pt x="15107" y="13040"/>
                  </a:cubicBezTo>
                  <a:lnTo>
                    <a:pt x="15107" y="13131"/>
                  </a:lnTo>
                  <a:cubicBezTo>
                    <a:pt x="15138" y="13222"/>
                    <a:pt x="15138" y="13283"/>
                    <a:pt x="15077" y="13344"/>
                  </a:cubicBezTo>
                  <a:lnTo>
                    <a:pt x="14986" y="13344"/>
                  </a:lnTo>
                  <a:cubicBezTo>
                    <a:pt x="14955" y="13313"/>
                    <a:pt x="14895" y="13283"/>
                    <a:pt x="14864" y="13253"/>
                  </a:cubicBezTo>
                  <a:lnTo>
                    <a:pt x="14712" y="13101"/>
                  </a:lnTo>
                  <a:cubicBezTo>
                    <a:pt x="14682" y="13010"/>
                    <a:pt x="14743" y="12918"/>
                    <a:pt x="14834" y="12918"/>
                  </a:cubicBezTo>
                  <a:close/>
                  <a:moveTo>
                    <a:pt x="76025" y="12647"/>
                  </a:moveTo>
                  <a:cubicBezTo>
                    <a:pt x="76174" y="12647"/>
                    <a:pt x="76311" y="12749"/>
                    <a:pt x="76264" y="12797"/>
                  </a:cubicBezTo>
                  <a:cubicBezTo>
                    <a:pt x="76203" y="12827"/>
                    <a:pt x="76416" y="13161"/>
                    <a:pt x="76507" y="13283"/>
                  </a:cubicBezTo>
                  <a:cubicBezTo>
                    <a:pt x="76553" y="13376"/>
                    <a:pt x="76511" y="13416"/>
                    <a:pt x="76461" y="13416"/>
                  </a:cubicBezTo>
                  <a:cubicBezTo>
                    <a:pt x="76446" y="13416"/>
                    <a:pt x="76430" y="13412"/>
                    <a:pt x="76416" y="13405"/>
                  </a:cubicBezTo>
                  <a:cubicBezTo>
                    <a:pt x="76294" y="13344"/>
                    <a:pt x="76203" y="13313"/>
                    <a:pt x="76081" y="13313"/>
                  </a:cubicBezTo>
                  <a:lnTo>
                    <a:pt x="76020" y="13344"/>
                  </a:lnTo>
                  <a:cubicBezTo>
                    <a:pt x="75965" y="13390"/>
                    <a:pt x="75916" y="13405"/>
                    <a:pt x="75869" y="13405"/>
                  </a:cubicBezTo>
                  <a:cubicBezTo>
                    <a:pt x="75774" y="13405"/>
                    <a:pt x="75692" y="13340"/>
                    <a:pt x="75600" y="13340"/>
                  </a:cubicBezTo>
                  <a:cubicBezTo>
                    <a:pt x="75588" y="13340"/>
                    <a:pt x="75577" y="13341"/>
                    <a:pt x="75564" y="13344"/>
                  </a:cubicBezTo>
                  <a:lnTo>
                    <a:pt x="75443" y="13405"/>
                  </a:lnTo>
                  <a:cubicBezTo>
                    <a:pt x="75260" y="13374"/>
                    <a:pt x="75108" y="13313"/>
                    <a:pt x="75108" y="13283"/>
                  </a:cubicBezTo>
                  <a:cubicBezTo>
                    <a:pt x="75108" y="13253"/>
                    <a:pt x="75352" y="13101"/>
                    <a:pt x="75291" y="13040"/>
                  </a:cubicBezTo>
                  <a:cubicBezTo>
                    <a:pt x="75230" y="12979"/>
                    <a:pt x="75139" y="12888"/>
                    <a:pt x="75108" y="12888"/>
                  </a:cubicBezTo>
                  <a:cubicBezTo>
                    <a:pt x="75108" y="12858"/>
                    <a:pt x="75230" y="12827"/>
                    <a:pt x="75291" y="12827"/>
                  </a:cubicBezTo>
                  <a:cubicBezTo>
                    <a:pt x="75352" y="12827"/>
                    <a:pt x="75504" y="13131"/>
                    <a:pt x="75564" y="13161"/>
                  </a:cubicBezTo>
                  <a:cubicBezTo>
                    <a:pt x="75570" y="13163"/>
                    <a:pt x="75575" y="13164"/>
                    <a:pt x="75580" y="13164"/>
                  </a:cubicBezTo>
                  <a:cubicBezTo>
                    <a:pt x="75652" y="13164"/>
                    <a:pt x="75719" y="13008"/>
                    <a:pt x="75722" y="12908"/>
                  </a:cubicBezTo>
                  <a:lnTo>
                    <a:pt x="75722" y="12908"/>
                  </a:lnTo>
                  <a:cubicBezTo>
                    <a:pt x="75730" y="12910"/>
                    <a:pt x="75741" y="12911"/>
                    <a:pt x="75754" y="12911"/>
                  </a:cubicBezTo>
                  <a:cubicBezTo>
                    <a:pt x="75792" y="12911"/>
                    <a:pt x="75853" y="12903"/>
                    <a:pt x="75929" y="12888"/>
                  </a:cubicBezTo>
                  <a:lnTo>
                    <a:pt x="75899" y="12675"/>
                  </a:lnTo>
                  <a:cubicBezTo>
                    <a:pt x="75939" y="12655"/>
                    <a:pt x="75982" y="12647"/>
                    <a:pt x="76025" y="12647"/>
                  </a:cubicBezTo>
                  <a:close/>
                  <a:moveTo>
                    <a:pt x="66347" y="13262"/>
                  </a:moveTo>
                  <a:cubicBezTo>
                    <a:pt x="66389" y="13262"/>
                    <a:pt x="66442" y="13277"/>
                    <a:pt x="66507" y="13313"/>
                  </a:cubicBezTo>
                  <a:lnTo>
                    <a:pt x="66658" y="13405"/>
                  </a:lnTo>
                  <a:cubicBezTo>
                    <a:pt x="66658" y="13405"/>
                    <a:pt x="66689" y="13465"/>
                    <a:pt x="66658" y="13496"/>
                  </a:cubicBezTo>
                  <a:lnTo>
                    <a:pt x="66598" y="13496"/>
                  </a:lnTo>
                  <a:lnTo>
                    <a:pt x="66507" y="13405"/>
                  </a:lnTo>
                  <a:cubicBezTo>
                    <a:pt x="66440" y="13438"/>
                    <a:pt x="66373" y="13462"/>
                    <a:pt x="66321" y="13462"/>
                  </a:cubicBezTo>
                  <a:cubicBezTo>
                    <a:pt x="66279" y="13462"/>
                    <a:pt x="66247" y="13446"/>
                    <a:pt x="66233" y="13405"/>
                  </a:cubicBezTo>
                  <a:cubicBezTo>
                    <a:pt x="66212" y="13341"/>
                    <a:pt x="66250" y="13262"/>
                    <a:pt x="66347" y="13262"/>
                  </a:cubicBezTo>
                  <a:close/>
                  <a:moveTo>
                    <a:pt x="72720" y="12795"/>
                  </a:moveTo>
                  <a:cubicBezTo>
                    <a:pt x="72786" y="12795"/>
                    <a:pt x="72850" y="12829"/>
                    <a:pt x="72890" y="12888"/>
                  </a:cubicBezTo>
                  <a:lnTo>
                    <a:pt x="72829" y="12979"/>
                  </a:lnTo>
                  <a:lnTo>
                    <a:pt x="72738" y="13070"/>
                  </a:lnTo>
                  <a:cubicBezTo>
                    <a:pt x="72757" y="13129"/>
                    <a:pt x="72878" y="13163"/>
                    <a:pt x="72986" y="13163"/>
                  </a:cubicBezTo>
                  <a:cubicBezTo>
                    <a:pt x="73045" y="13163"/>
                    <a:pt x="73100" y="13153"/>
                    <a:pt x="73133" y="13131"/>
                  </a:cubicBezTo>
                  <a:cubicBezTo>
                    <a:pt x="73224" y="13070"/>
                    <a:pt x="73315" y="13040"/>
                    <a:pt x="73437" y="13010"/>
                  </a:cubicBezTo>
                  <a:lnTo>
                    <a:pt x="73528" y="13010"/>
                  </a:lnTo>
                  <a:cubicBezTo>
                    <a:pt x="73538" y="13006"/>
                    <a:pt x="73547" y="13005"/>
                    <a:pt x="73556" y="13005"/>
                  </a:cubicBezTo>
                  <a:cubicBezTo>
                    <a:pt x="73632" y="13005"/>
                    <a:pt x="73680" y="13107"/>
                    <a:pt x="73680" y="13161"/>
                  </a:cubicBezTo>
                  <a:cubicBezTo>
                    <a:pt x="73680" y="13197"/>
                    <a:pt x="73774" y="13212"/>
                    <a:pt x="73852" y="13212"/>
                  </a:cubicBezTo>
                  <a:cubicBezTo>
                    <a:pt x="73907" y="13212"/>
                    <a:pt x="73953" y="13204"/>
                    <a:pt x="73953" y="13192"/>
                  </a:cubicBezTo>
                  <a:cubicBezTo>
                    <a:pt x="73923" y="13131"/>
                    <a:pt x="73923" y="13070"/>
                    <a:pt x="73953" y="13040"/>
                  </a:cubicBezTo>
                  <a:cubicBezTo>
                    <a:pt x="73965" y="13042"/>
                    <a:pt x="73976" y="13043"/>
                    <a:pt x="73985" y="13043"/>
                  </a:cubicBezTo>
                  <a:cubicBezTo>
                    <a:pt x="74097" y="13043"/>
                    <a:pt x="74049" y="12888"/>
                    <a:pt x="74105" y="12888"/>
                  </a:cubicBezTo>
                  <a:cubicBezTo>
                    <a:pt x="74197" y="12888"/>
                    <a:pt x="74288" y="12918"/>
                    <a:pt x="74379" y="12949"/>
                  </a:cubicBezTo>
                  <a:lnTo>
                    <a:pt x="74470" y="12979"/>
                  </a:lnTo>
                  <a:cubicBezTo>
                    <a:pt x="74531" y="12994"/>
                    <a:pt x="74584" y="13002"/>
                    <a:pt x="74637" y="13002"/>
                  </a:cubicBezTo>
                  <a:cubicBezTo>
                    <a:pt x="74691" y="13002"/>
                    <a:pt x="74744" y="12994"/>
                    <a:pt x="74805" y="12979"/>
                  </a:cubicBezTo>
                  <a:lnTo>
                    <a:pt x="74805" y="12918"/>
                  </a:lnTo>
                  <a:cubicBezTo>
                    <a:pt x="74805" y="12850"/>
                    <a:pt x="74839" y="12816"/>
                    <a:pt x="74894" y="12816"/>
                  </a:cubicBezTo>
                  <a:cubicBezTo>
                    <a:pt x="74913" y="12816"/>
                    <a:pt x="74934" y="12820"/>
                    <a:pt x="74957" y="12827"/>
                  </a:cubicBezTo>
                  <a:lnTo>
                    <a:pt x="74987" y="12827"/>
                  </a:lnTo>
                  <a:cubicBezTo>
                    <a:pt x="74957" y="12979"/>
                    <a:pt x="74865" y="13101"/>
                    <a:pt x="74744" y="13192"/>
                  </a:cubicBezTo>
                  <a:cubicBezTo>
                    <a:pt x="74683" y="13253"/>
                    <a:pt x="74653" y="13283"/>
                    <a:pt x="74592" y="13344"/>
                  </a:cubicBezTo>
                  <a:lnTo>
                    <a:pt x="74409" y="13344"/>
                  </a:lnTo>
                  <a:cubicBezTo>
                    <a:pt x="74399" y="13354"/>
                    <a:pt x="74389" y="13357"/>
                    <a:pt x="74379" y="13357"/>
                  </a:cubicBezTo>
                  <a:cubicBezTo>
                    <a:pt x="74359" y="13357"/>
                    <a:pt x="74338" y="13344"/>
                    <a:pt x="74318" y="13344"/>
                  </a:cubicBezTo>
                  <a:cubicBezTo>
                    <a:pt x="74300" y="13335"/>
                    <a:pt x="74283" y="13331"/>
                    <a:pt x="74265" y="13331"/>
                  </a:cubicBezTo>
                  <a:cubicBezTo>
                    <a:pt x="74222" y="13331"/>
                    <a:pt x="74179" y="13353"/>
                    <a:pt x="74136" y="13374"/>
                  </a:cubicBezTo>
                  <a:cubicBezTo>
                    <a:pt x="74130" y="13380"/>
                    <a:pt x="74123" y="13382"/>
                    <a:pt x="74114" y="13382"/>
                  </a:cubicBezTo>
                  <a:cubicBezTo>
                    <a:pt x="74073" y="13382"/>
                    <a:pt x="73998" y="13328"/>
                    <a:pt x="73923" y="13253"/>
                  </a:cubicBezTo>
                  <a:lnTo>
                    <a:pt x="73771" y="13344"/>
                  </a:lnTo>
                  <a:lnTo>
                    <a:pt x="73649" y="13465"/>
                  </a:lnTo>
                  <a:cubicBezTo>
                    <a:pt x="73528" y="13374"/>
                    <a:pt x="73376" y="13374"/>
                    <a:pt x="73254" y="13374"/>
                  </a:cubicBezTo>
                  <a:lnTo>
                    <a:pt x="73102" y="13374"/>
                  </a:lnTo>
                  <a:cubicBezTo>
                    <a:pt x="73042" y="13374"/>
                    <a:pt x="72950" y="13313"/>
                    <a:pt x="72920" y="13313"/>
                  </a:cubicBezTo>
                  <a:cubicBezTo>
                    <a:pt x="72859" y="13344"/>
                    <a:pt x="72829" y="13435"/>
                    <a:pt x="72798" y="13465"/>
                  </a:cubicBezTo>
                  <a:lnTo>
                    <a:pt x="72768" y="13496"/>
                  </a:lnTo>
                  <a:cubicBezTo>
                    <a:pt x="72707" y="13511"/>
                    <a:pt x="72654" y="13519"/>
                    <a:pt x="72601" y="13519"/>
                  </a:cubicBezTo>
                  <a:cubicBezTo>
                    <a:pt x="72548" y="13519"/>
                    <a:pt x="72494" y="13511"/>
                    <a:pt x="72434" y="13496"/>
                  </a:cubicBezTo>
                  <a:lnTo>
                    <a:pt x="72312" y="13496"/>
                  </a:lnTo>
                  <a:cubicBezTo>
                    <a:pt x="72282" y="13496"/>
                    <a:pt x="72251" y="13465"/>
                    <a:pt x="72251" y="13435"/>
                  </a:cubicBezTo>
                  <a:cubicBezTo>
                    <a:pt x="72251" y="13405"/>
                    <a:pt x="72251" y="13344"/>
                    <a:pt x="72282" y="13344"/>
                  </a:cubicBezTo>
                  <a:lnTo>
                    <a:pt x="72373" y="13283"/>
                  </a:lnTo>
                  <a:cubicBezTo>
                    <a:pt x="72464" y="13253"/>
                    <a:pt x="72525" y="13101"/>
                    <a:pt x="72434" y="13101"/>
                  </a:cubicBezTo>
                  <a:cubicBezTo>
                    <a:pt x="72373" y="13070"/>
                    <a:pt x="72555" y="12888"/>
                    <a:pt x="72616" y="12827"/>
                  </a:cubicBezTo>
                  <a:cubicBezTo>
                    <a:pt x="72648" y="12806"/>
                    <a:pt x="72684" y="12795"/>
                    <a:pt x="72720" y="12795"/>
                  </a:cubicBezTo>
                  <a:close/>
                  <a:moveTo>
                    <a:pt x="13702" y="13179"/>
                  </a:moveTo>
                  <a:cubicBezTo>
                    <a:pt x="13745" y="13179"/>
                    <a:pt x="13788" y="13201"/>
                    <a:pt x="13831" y="13222"/>
                  </a:cubicBezTo>
                  <a:cubicBezTo>
                    <a:pt x="13861" y="13283"/>
                    <a:pt x="13861" y="13344"/>
                    <a:pt x="13709" y="13344"/>
                  </a:cubicBezTo>
                  <a:cubicBezTo>
                    <a:pt x="13588" y="13374"/>
                    <a:pt x="13648" y="13465"/>
                    <a:pt x="13618" y="13526"/>
                  </a:cubicBezTo>
                  <a:lnTo>
                    <a:pt x="13588" y="13557"/>
                  </a:lnTo>
                  <a:cubicBezTo>
                    <a:pt x="13557" y="13557"/>
                    <a:pt x="13496" y="13557"/>
                    <a:pt x="13466" y="13526"/>
                  </a:cubicBezTo>
                  <a:cubicBezTo>
                    <a:pt x="13436" y="13496"/>
                    <a:pt x="13588" y="13313"/>
                    <a:pt x="13496" y="13313"/>
                  </a:cubicBezTo>
                  <a:cubicBezTo>
                    <a:pt x="13405" y="13313"/>
                    <a:pt x="13405" y="13283"/>
                    <a:pt x="13527" y="13222"/>
                  </a:cubicBezTo>
                  <a:lnTo>
                    <a:pt x="13648" y="13192"/>
                  </a:lnTo>
                  <a:cubicBezTo>
                    <a:pt x="13666" y="13183"/>
                    <a:pt x="13684" y="13179"/>
                    <a:pt x="13702" y="13179"/>
                  </a:cubicBezTo>
                  <a:close/>
                  <a:moveTo>
                    <a:pt x="17782" y="13040"/>
                  </a:moveTo>
                  <a:lnTo>
                    <a:pt x="17934" y="13101"/>
                  </a:lnTo>
                  <a:lnTo>
                    <a:pt x="18025" y="13101"/>
                  </a:lnTo>
                  <a:cubicBezTo>
                    <a:pt x="18117" y="13131"/>
                    <a:pt x="18086" y="13192"/>
                    <a:pt x="17995" y="13192"/>
                  </a:cubicBezTo>
                  <a:cubicBezTo>
                    <a:pt x="17873" y="13192"/>
                    <a:pt x="17721" y="13587"/>
                    <a:pt x="17691" y="13587"/>
                  </a:cubicBezTo>
                  <a:cubicBezTo>
                    <a:pt x="17682" y="13596"/>
                    <a:pt x="17668" y="13600"/>
                    <a:pt x="17652" y="13600"/>
                  </a:cubicBezTo>
                  <a:cubicBezTo>
                    <a:pt x="17612" y="13600"/>
                    <a:pt x="17561" y="13578"/>
                    <a:pt x="17539" y="13557"/>
                  </a:cubicBezTo>
                  <a:lnTo>
                    <a:pt x="17539" y="13526"/>
                  </a:lnTo>
                  <a:lnTo>
                    <a:pt x="17569" y="13405"/>
                  </a:lnTo>
                  <a:cubicBezTo>
                    <a:pt x="17630" y="13313"/>
                    <a:pt x="17721" y="13131"/>
                    <a:pt x="17782" y="13040"/>
                  </a:cubicBezTo>
                  <a:close/>
                  <a:moveTo>
                    <a:pt x="65534" y="13070"/>
                  </a:moveTo>
                  <a:cubicBezTo>
                    <a:pt x="65625" y="13101"/>
                    <a:pt x="65686" y="13131"/>
                    <a:pt x="65747" y="13161"/>
                  </a:cubicBezTo>
                  <a:cubicBezTo>
                    <a:pt x="65807" y="13192"/>
                    <a:pt x="65899" y="13313"/>
                    <a:pt x="65899" y="13344"/>
                  </a:cubicBezTo>
                  <a:cubicBezTo>
                    <a:pt x="65868" y="13374"/>
                    <a:pt x="65899" y="13435"/>
                    <a:pt x="65990" y="13435"/>
                  </a:cubicBezTo>
                  <a:lnTo>
                    <a:pt x="66020" y="13465"/>
                  </a:lnTo>
                  <a:cubicBezTo>
                    <a:pt x="66051" y="13465"/>
                    <a:pt x="66051" y="13557"/>
                    <a:pt x="66051" y="13557"/>
                  </a:cubicBezTo>
                  <a:cubicBezTo>
                    <a:pt x="66051" y="13587"/>
                    <a:pt x="65990" y="13587"/>
                    <a:pt x="65959" y="13587"/>
                  </a:cubicBezTo>
                  <a:lnTo>
                    <a:pt x="65868" y="13617"/>
                  </a:lnTo>
                  <a:cubicBezTo>
                    <a:pt x="65777" y="13617"/>
                    <a:pt x="65625" y="13587"/>
                    <a:pt x="65564" y="13557"/>
                  </a:cubicBezTo>
                  <a:lnTo>
                    <a:pt x="65503" y="13526"/>
                  </a:lnTo>
                  <a:cubicBezTo>
                    <a:pt x="65473" y="13496"/>
                    <a:pt x="65443" y="13435"/>
                    <a:pt x="65473" y="13374"/>
                  </a:cubicBezTo>
                  <a:lnTo>
                    <a:pt x="65503" y="13344"/>
                  </a:lnTo>
                  <a:cubicBezTo>
                    <a:pt x="65564" y="13313"/>
                    <a:pt x="65564" y="13253"/>
                    <a:pt x="65503" y="13253"/>
                  </a:cubicBezTo>
                  <a:lnTo>
                    <a:pt x="65473" y="13222"/>
                  </a:lnTo>
                  <a:cubicBezTo>
                    <a:pt x="65443" y="13192"/>
                    <a:pt x="65473" y="13131"/>
                    <a:pt x="65503" y="13101"/>
                  </a:cubicBezTo>
                  <a:lnTo>
                    <a:pt x="65534" y="13070"/>
                  </a:lnTo>
                  <a:close/>
                  <a:moveTo>
                    <a:pt x="37783" y="13313"/>
                  </a:moveTo>
                  <a:lnTo>
                    <a:pt x="37904" y="13374"/>
                  </a:lnTo>
                  <a:lnTo>
                    <a:pt x="38056" y="13496"/>
                  </a:lnTo>
                  <a:cubicBezTo>
                    <a:pt x="38080" y="13591"/>
                    <a:pt x="38011" y="13667"/>
                    <a:pt x="37936" y="13667"/>
                  </a:cubicBezTo>
                  <a:cubicBezTo>
                    <a:pt x="37915" y="13667"/>
                    <a:pt x="37894" y="13661"/>
                    <a:pt x="37874" y="13648"/>
                  </a:cubicBezTo>
                  <a:cubicBezTo>
                    <a:pt x="37847" y="13630"/>
                    <a:pt x="37820" y="13610"/>
                    <a:pt x="37794" y="13588"/>
                  </a:cubicBezTo>
                  <a:lnTo>
                    <a:pt x="37794" y="13588"/>
                  </a:lnTo>
                  <a:cubicBezTo>
                    <a:pt x="37813" y="13520"/>
                    <a:pt x="37810" y="13423"/>
                    <a:pt x="37783" y="13313"/>
                  </a:cubicBezTo>
                  <a:close/>
                  <a:moveTo>
                    <a:pt x="44253" y="13412"/>
                  </a:moveTo>
                  <a:cubicBezTo>
                    <a:pt x="44318" y="13412"/>
                    <a:pt x="44378" y="13420"/>
                    <a:pt x="44439" y="13435"/>
                  </a:cubicBezTo>
                  <a:lnTo>
                    <a:pt x="44652" y="13526"/>
                  </a:lnTo>
                  <a:cubicBezTo>
                    <a:pt x="44726" y="13477"/>
                    <a:pt x="44821" y="13427"/>
                    <a:pt x="44920" y="13427"/>
                  </a:cubicBezTo>
                  <a:cubicBezTo>
                    <a:pt x="44942" y="13427"/>
                    <a:pt x="44964" y="13429"/>
                    <a:pt x="44986" y="13435"/>
                  </a:cubicBezTo>
                  <a:cubicBezTo>
                    <a:pt x="45047" y="13465"/>
                    <a:pt x="44956" y="13587"/>
                    <a:pt x="44926" y="13617"/>
                  </a:cubicBezTo>
                  <a:cubicBezTo>
                    <a:pt x="44872" y="13653"/>
                    <a:pt x="44819" y="13668"/>
                    <a:pt x="44771" y="13668"/>
                  </a:cubicBezTo>
                  <a:cubicBezTo>
                    <a:pt x="44738" y="13668"/>
                    <a:pt x="44708" y="13660"/>
                    <a:pt x="44682" y="13648"/>
                  </a:cubicBezTo>
                  <a:cubicBezTo>
                    <a:pt x="44439" y="13648"/>
                    <a:pt x="44196" y="13617"/>
                    <a:pt x="43953" y="13587"/>
                  </a:cubicBezTo>
                  <a:cubicBezTo>
                    <a:pt x="43953" y="13526"/>
                    <a:pt x="43983" y="13465"/>
                    <a:pt x="44014" y="13435"/>
                  </a:cubicBezTo>
                  <a:lnTo>
                    <a:pt x="44044" y="13435"/>
                  </a:lnTo>
                  <a:cubicBezTo>
                    <a:pt x="44120" y="13420"/>
                    <a:pt x="44188" y="13412"/>
                    <a:pt x="44253" y="13412"/>
                  </a:cubicBezTo>
                  <a:close/>
                  <a:moveTo>
                    <a:pt x="63285" y="13344"/>
                  </a:moveTo>
                  <a:cubicBezTo>
                    <a:pt x="63437" y="13374"/>
                    <a:pt x="63528" y="13435"/>
                    <a:pt x="63528" y="13496"/>
                  </a:cubicBezTo>
                  <a:cubicBezTo>
                    <a:pt x="63505" y="13540"/>
                    <a:pt x="63418" y="13569"/>
                    <a:pt x="63361" y="13569"/>
                  </a:cubicBezTo>
                  <a:cubicBezTo>
                    <a:pt x="63340" y="13569"/>
                    <a:pt x="63323" y="13565"/>
                    <a:pt x="63315" y="13557"/>
                  </a:cubicBezTo>
                  <a:cubicBezTo>
                    <a:pt x="63293" y="13535"/>
                    <a:pt x="63226" y="13514"/>
                    <a:pt x="63157" y="13514"/>
                  </a:cubicBezTo>
                  <a:cubicBezTo>
                    <a:pt x="63128" y="13514"/>
                    <a:pt x="63098" y="13517"/>
                    <a:pt x="63072" y="13526"/>
                  </a:cubicBezTo>
                  <a:lnTo>
                    <a:pt x="62981" y="13557"/>
                  </a:lnTo>
                  <a:lnTo>
                    <a:pt x="62889" y="13617"/>
                  </a:lnTo>
                  <a:cubicBezTo>
                    <a:pt x="62851" y="13656"/>
                    <a:pt x="62813" y="13672"/>
                    <a:pt x="62777" y="13672"/>
                  </a:cubicBezTo>
                  <a:cubicBezTo>
                    <a:pt x="62727" y="13672"/>
                    <a:pt x="62682" y="13640"/>
                    <a:pt x="62646" y="13587"/>
                  </a:cubicBezTo>
                  <a:cubicBezTo>
                    <a:pt x="62616" y="13557"/>
                    <a:pt x="62555" y="13374"/>
                    <a:pt x="62616" y="13374"/>
                  </a:cubicBezTo>
                  <a:lnTo>
                    <a:pt x="62616" y="13374"/>
                  </a:lnTo>
                  <a:cubicBezTo>
                    <a:pt x="62628" y="13380"/>
                    <a:pt x="62656" y="13383"/>
                    <a:pt x="62694" y="13383"/>
                  </a:cubicBezTo>
                  <a:cubicBezTo>
                    <a:pt x="62847" y="13383"/>
                    <a:pt x="63163" y="13344"/>
                    <a:pt x="63285" y="13344"/>
                  </a:cubicBezTo>
                  <a:close/>
                  <a:moveTo>
                    <a:pt x="71431" y="12888"/>
                  </a:moveTo>
                  <a:cubicBezTo>
                    <a:pt x="71583" y="13070"/>
                    <a:pt x="71643" y="13222"/>
                    <a:pt x="71552" y="13222"/>
                  </a:cubicBezTo>
                  <a:cubicBezTo>
                    <a:pt x="71339" y="13283"/>
                    <a:pt x="71157" y="13344"/>
                    <a:pt x="70975" y="13435"/>
                  </a:cubicBezTo>
                  <a:cubicBezTo>
                    <a:pt x="70914" y="13496"/>
                    <a:pt x="70975" y="13526"/>
                    <a:pt x="71127" y="13526"/>
                  </a:cubicBezTo>
                  <a:lnTo>
                    <a:pt x="71218" y="13526"/>
                  </a:lnTo>
                  <a:cubicBezTo>
                    <a:pt x="71248" y="13557"/>
                    <a:pt x="71279" y="13587"/>
                    <a:pt x="71309" y="13617"/>
                  </a:cubicBezTo>
                  <a:cubicBezTo>
                    <a:pt x="71309" y="13648"/>
                    <a:pt x="71248" y="13678"/>
                    <a:pt x="71248" y="13678"/>
                  </a:cubicBezTo>
                  <a:lnTo>
                    <a:pt x="71066" y="13678"/>
                  </a:lnTo>
                  <a:cubicBezTo>
                    <a:pt x="70823" y="13648"/>
                    <a:pt x="70610" y="13526"/>
                    <a:pt x="70428" y="13374"/>
                  </a:cubicBezTo>
                  <a:cubicBezTo>
                    <a:pt x="70306" y="13283"/>
                    <a:pt x="70184" y="13192"/>
                    <a:pt x="70063" y="13161"/>
                  </a:cubicBezTo>
                  <a:cubicBezTo>
                    <a:pt x="69972" y="13161"/>
                    <a:pt x="69972" y="13101"/>
                    <a:pt x="70093" y="13070"/>
                  </a:cubicBezTo>
                  <a:lnTo>
                    <a:pt x="70124" y="13010"/>
                  </a:lnTo>
                  <a:cubicBezTo>
                    <a:pt x="70169" y="12979"/>
                    <a:pt x="70200" y="12964"/>
                    <a:pt x="70230" y="12964"/>
                  </a:cubicBezTo>
                  <a:cubicBezTo>
                    <a:pt x="70260" y="12964"/>
                    <a:pt x="70291" y="12979"/>
                    <a:pt x="70336" y="13010"/>
                  </a:cubicBezTo>
                  <a:lnTo>
                    <a:pt x="70367" y="13040"/>
                  </a:lnTo>
                  <a:lnTo>
                    <a:pt x="70853" y="12949"/>
                  </a:lnTo>
                  <a:lnTo>
                    <a:pt x="70975" y="13040"/>
                  </a:lnTo>
                  <a:cubicBezTo>
                    <a:pt x="71035" y="13070"/>
                    <a:pt x="71127" y="13101"/>
                    <a:pt x="71157" y="13101"/>
                  </a:cubicBezTo>
                  <a:lnTo>
                    <a:pt x="71431" y="12888"/>
                  </a:lnTo>
                  <a:close/>
                  <a:moveTo>
                    <a:pt x="17296" y="13010"/>
                  </a:moveTo>
                  <a:cubicBezTo>
                    <a:pt x="17296" y="13010"/>
                    <a:pt x="17326" y="13070"/>
                    <a:pt x="17326" y="13101"/>
                  </a:cubicBezTo>
                  <a:lnTo>
                    <a:pt x="17326" y="13131"/>
                  </a:lnTo>
                  <a:cubicBezTo>
                    <a:pt x="17296" y="13313"/>
                    <a:pt x="17448" y="13526"/>
                    <a:pt x="17113" y="13648"/>
                  </a:cubicBezTo>
                  <a:lnTo>
                    <a:pt x="17083" y="13678"/>
                  </a:lnTo>
                  <a:cubicBezTo>
                    <a:pt x="17047" y="13714"/>
                    <a:pt x="17026" y="13726"/>
                    <a:pt x="17012" y="13726"/>
                  </a:cubicBezTo>
                  <a:cubicBezTo>
                    <a:pt x="16992" y="13726"/>
                    <a:pt x="16992" y="13697"/>
                    <a:pt x="16992" y="13678"/>
                  </a:cubicBezTo>
                  <a:cubicBezTo>
                    <a:pt x="17022" y="13648"/>
                    <a:pt x="17113" y="13405"/>
                    <a:pt x="17113" y="13344"/>
                  </a:cubicBezTo>
                  <a:cubicBezTo>
                    <a:pt x="17113" y="13253"/>
                    <a:pt x="17144" y="13161"/>
                    <a:pt x="17174" y="13070"/>
                  </a:cubicBezTo>
                  <a:cubicBezTo>
                    <a:pt x="17205" y="13040"/>
                    <a:pt x="17235" y="13010"/>
                    <a:pt x="17296" y="13010"/>
                  </a:cubicBezTo>
                  <a:close/>
                  <a:moveTo>
                    <a:pt x="64288" y="13131"/>
                  </a:moveTo>
                  <a:cubicBezTo>
                    <a:pt x="64318" y="13161"/>
                    <a:pt x="64348" y="13222"/>
                    <a:pt x="64379" y="13283"/>
                  </a:cubicBezTo>
                  <a:lnTo>
                    <a:pt x="64652" y="13283"/>
                  </a:lnTo>
                  <a:lnTo>
                    <a:pt x="64713" y="13253"/>
                  </a:lnTo>
                  <a:cubicBezTo>
                    <a:pt x="64763" y="13202"/>
                    <a:pt x="64823" y="13180"/>
                    <a:pt x="64881" y="13180"/>
                  </a:cubicBezTo>
                  <a:cubicBezTo>
                    <a:pt x="64929" y="13180"/>
                    <a:pt x="64976" y="13195"/>
                    <a:pt x="65017" y="13222"/>
                  </a:cubicBezTo>
                  <a:lnTo>
                    <a:pt x="65139" y="13283"/>
                  </a:lnTo>
                  <a:cubicBezTo>
                    <a:pt x="65017" y="13435"/>
                    <a:pt x="64865" y="13587"/>
                    <a:pt x="64713" y="13709"/>
                  </a:cubicBezTo>
                  <a:cubicBezTo>
                    <a:pt x="64662" y="13747"/>
                    <a:pt x="64622" y="13764"/>
                    <a:pt x="64592" y="13764"/>
                  </a:cubicBezTo>
                  <a:cubicBezTo>
                    <a:pt x="64551" y="13764"/>
                    <a:pt x="64531" y="13731"/>
                    <a:pt x="64531" y="13678"/>
                  </a:cubicBezTo>
                  <a:cubicBezTo>
                    <a:pt x="64531" y="13577"/>
                    <a:pt x="64300" y="13413"/>
                    <a:pt x="64187" y="13413"/>
                  </a:cubicBezTo>
                  <a:cubicBezTo>
                    <a:pt x="64164" y="13413"/>
                    <a:pt x="64146" y="13420"/>
                    <a:pt x="64136" y="13435"/>
                  </a:cubicBezTo>
                  <a:cubicBezTo>
                    <a:pt x="64117" y="13464"/>
                    <a:pt x="64100" y="13486"/>
                    <a:pt x="64088" y="13503"/>
                  </a:cubicBezTo>
                  <a:lnTo>
                    <a:pt x="64088" y="13503"/>
                  </a:lnTo>
                  <a:cubicBezTo>
                    <a:pt x="64114" y="13458"/>
                    <a:pt x="64166" y="13360"/>
                    <a:pt x="64166" y="13313"/>
                  </a:cubicBezTo>
                  <a:cubicBezTo>
                    <a:pt x="64136" y="13253"/>
                    <a:pt x="64136" y="13192"/>
                    <a:pt x="64136" y="13131"/>
                  </a:cubicBezTo>
                  <a:close/>
                  <a:moveTo>
                    <a:pt x="37313" y="13518"/>
                  </a:moveTo>
                  <a:cubicBezTo>
                    <a:pt x="37337" y="13518"/>
                    <a:pt x="37357" y="13562"/>
                    <a:pt x="37357" y="13587"/>
                  </a:cubicBezTo>
                  <a:cubicBezTo>
                    <a:pt x="37357" y="13617"/>
                    <a:pt x="37205" y="13678"/>
                    <a:pt x="37023" y="13709"/>
                  </a:cubicBezTo>
                  <a:lnTo>
                    <a:pt x="36871" y="13739"/>
                  </a:lnTo>
                  <a:lnTo>
                    <a:pt x="36719" y="13739"/>
                  </a:lnTo>
                  <a:cubicBezTo>
                    <a:pt x="36567" y="13739"/>
                    <a:pt x="36384" y="13769"/>
                    <a:pt x="36324" y="13769"/>
                  </a:cubicBezTo>
                  <a:lnTo>
                    <a:pt x="36202" y="13769"/>
                  </a:lnTo>
                  <a:cubicBezTo>
                    <a:pt x="36172" y="13739"/>
                    <a:pt x="36202" y="13678"/>
                    <a:pt x="36232" y="13648"/>
                  </a:cubicBezTo>
                  <a:cubicBezTo>
                    <a:pt x="36253" y="13648"/>
                    <a:pt x="36340" y="13675"/>
                    <a:pt x="36406" y="13675"/>
                  </a:cubicBezTo>
                  <a:cubicBezTo>
                    <a:pt x="36438" y="13675"/>
                    <a:pt x="36465" y="13668"/>
                    <a:pt x="36476" y="13648"/>
                  </a:cubicBezTo>
                  <a:cubicBezTo>
                    <a:pt x="36476" y="13587"/>
                    <a:pt x="36810" y="13587"/>
                    <a:pt x="36901" y="13587"/>
                  </a:cubicBezTo>
                  <a:lnTo>
                    <a:pt x="37235" y="13587"/>
                  </a:lnTo>
                  <a:lnTo>
                    <a:pt x="37266" y="13557"/>
                  </a:lnTo>
                  <a:lnTo>
                    <a:pt x="37296" y="13526"/>
                  </a:lnTo>
                  <a:cubicBezTo>
                    <a:pt x="37302" y="13520"/>
                    <a:pt x="37308" y="13518"/>
                    <a:pt x="37313" y="13518"/>
                  </a:cubicBezTo>
                  <a:close/>
                  <a:moveTo>
                    <a:pt x="45716" y="13405"/>
                  </a:moveTo>
                  <a:cubicBezTo>
                    <a:pt x="45868" y="13435"/>
                    <a:pt x="45929" y="13709"/>
                    <a:pt x="45807" y="13739"/>
                  </a:cubicBezTo>
                  <a:cubicBezTo>
                    <a:pt x="45761" y="13769"/>
                    <a:pt x="45708" y="13785"/>
                    <a:pt x="45655" y="13785"/>
                  </a:cubicBezTo>
                  <a:cubicBezTo>
                    <a:pt x="45602" y="13785"/>
                    <a:pt x="45549" y="13769"/>
                    <a:pt x="45503" y="13739"/>
                  </a:cubicBezTo>
                  <a:cubicBezTo>
                    <a:pt x="45412" y="13709"/>
                    <a:pt x="45290" y="13526"/>
                    <a:pt x="45442" y="13405"/>
                  </a:cubicBezTo>
                  <a:close/>
                  <a:moveTo>
                    <a:pt x="54895" y="13283"/>
                  </a:moveTo>
                  <a:cubicBezTo>
                    <a:pt x="54926" y="13313"/>
                    <a:pt x="54895" y="13374"/>
                    <a:pt x="54895" y="13405"/>
                  </a:cubicBezTo>
                  <a:cubicBezTo>
                    <a:pt x="54865" y="13435"/>
                    <a:pt x="54895" y="13496"/>
                    <a:pt x="54987" y="13526"/>
                  </a:cubicBezTo>
                  <a:lnTo>
                    <a:pt x="55078" y="13587"/>
                  </a:lnTo>
                  <a:cubicBezTo>
                    <a:pt x="55108" y="13617"/>
                    <a:pt x="55230" y="13709"/>
                    <a:pt x="55108" y="13769"/>
                  </a:cubicBezTo>
                  <a:lnTo>
                    <a:pt x="55017" y="13830"/>
                  </a:lnTo>
                  <a:cubicBezTo>
                    <a:pt x="54956" y="13769"/>
                    <a:pt x="54895" y="13678"/>
                    <a:pt x="54835" y="13587"/>
                  </a:cubicBezTo>
                  <a:lnTo>
                    <a:pt x="54804" y="13526"/>
                  </a:lnTo>
                  <a:cubicBezTo>
                    <a:pt x="54652" y="13405"/>
                    <a:pt x="54652" y="13344"/>
                    <a:pt x="54865" y="13283"/>
                  </a:cubicBezTo>
                  <a:close/>
                  <a:moveTo>
                    <a:pt x="68634" y="12979"/>
                  </a:moveTo>
                  <a:cubicBezTo>
                    <a:pt x="69090" y="13040"/>
                    <a:pt x="69516" y="13070"/>
                    <a:pt x="69546" y="13070"/>
                  </a:cubicBezTo>
                  <a:lnTo>
                    <a:pt x="69576" y="13070"/>
                  </a:lnTo>
                  <a:cubicBezTo>
                    <a:pt x="69615" y="13045"/>
                    <a:pt x="69648" y="13035"/>
                    <a:pt x="69678" y="13035"/>
                  </a:cubicBezTo>
                  <a:cubicBezTo>
                    <a:pt x="69719" y="13035"/>
                    <a:pt x="69754" y="13053"/>
                    <a:pt x="69789" y="13070"/>
                  </a:cubicBezTo>
                  <a:cubicBezTo>
                    <a:pt x="69941" y="13131"/>
                    <a:pt x="69728" y="13222"/>
                    <a:pt x="69789" y="13253"/>
                  </a:cubicBezTo>
                  <a:lnTo>
                    <a:pt x="69850" y="13313"/>
                  </a:lnTo>
                  <a:cubicBezTo>
                    <a:pt x="69911" y="13374"/>
                    <a:pt x="69880" y="13435"/>
                    <a:pt x="69820" y="13435"/>
                  </a:cubicBezTo>
                  <a:lnTo>
                    <a:pt x="69850" y="13435"/>
                  </a:lnTo>
                  <a:cubicBezTo>
                    <a:pt x="69759" y="13435"/>
                    <a:pt x="69759" y="13769"/>
                    <a:pt x="69728" y="13830"/>
                  </a:cubicBezTo>
                  <a:cubicBezTo>
                    <a:pt x="69724" y="13834"/>
                    <a:pt x="69717" y="13836"/>
                    <a:pt x="69707" y="13836"/>
                  </a:cubicBezTo>
                  <a:cubicBezTo>
                    <a:pt x="69643" y="13836"/>
                    <a:pt x="69461" y="13753"/>
                    <a:pt x="69303" y="13648"/>
                  </a:cubicBezTo>
                  <a:lnTo>
                    <a:pt x="69121" y="13496"/>
                  </a:lnTo>
                  <a:lnTo>
                    <a:pt x="68969" y="13374"/>
                  </a:lnTo>
                  <a:cubicBezTo>
                    <a:pt x="68896" y="13287"/>
                    <a:pt x="68830" y="13249"/>
                    <a:pt x="68782" y="13249"/>
                  </a:cubicBezTo>
                  <a:cubicBezTo>
                    <a:pt x="68728" y="13249"/>
                    <a:pt x="68695" y="13295"/>
                    <a:pt x="68695" y="13374"/>
                  </a:cubicBezTo>
                  <a:lnTo>
                    <a:pt x="68421" y="13344"/>
                  </a:lnTo>
                  <a:lnTo>
                    <a:pt x="68391" y="13344"/>
                  </a:lnTo>
                  <a:cubicBezTo>
                    <a:pt x="68269" y="13405"/>
                    <a:pt x="68117" y="13465"/>
                    <a:pt x="67965" y="13526"/>
                  </a:cubicBezTo>
                  <a:lnTo>
                    <a:pt x="67874" y="13496"/>
                  </a:lnTo>
                  <a:lnTo>
                    <a:pt x="67783" y="13465"/>
                  </a:lnTo>
                  <a:cubicBezTo>
                    <a:pt x="67662" y="13435"/>
                    <a:pt x="67540" y="13435"/>
                    <a:pt x="67418" y="13405"/>
                  </a:cubicBezTo>
                  <a:lnTo>
                    <a:pt x="67236" y="13405"/>
                  </a:lnTo>
                  <a:cubicBezTo>
                    <a:pt x="67212" y="13419"/>
                    <a:pt x="67193" y="13425"/>
                    <a:pt x="67178" y="13425"/>
                  </a:cubicBezTo>
                  <a:cubicBezTo>
                    <a:pt x="67094" y="13425"/>
                    <a:pt x="67124" y="13243"/>
                    <a:pt x="67175" y="13192"/>
                  </a:cubicBezTo>
                  <a:cubicBezTo>
                    <a:pt x="67188" y="13166"/>
                    <a:pt x="67223" y="13157"/>
                    <a:pt x="67261" y="13157"/>
                  </a:cubicBezTo>
                  <a:cubicBezTo>
                    <a:pt x="67312" y="13157"/>
                    <a:pt x="67370" y="13174"/>
                    <a:pt x="67388" y="13192"/>
                  </a:cubicBezTo>
                  <a:cubicBezTo>
                    <a:pt x="67391" y="13195"/>
                    <a:pt x="67396" y="13197"/>
                    <a:pt x="67403" y="13197"/>
                  </a:cubicBezTo>
                  <a:cubicBezTo>
                    <a:pt x="67456" y="13197"/>
                    <a:pt x="67607" y="13094"/>
                    <a:pt x="67662" y="13040"/>
                  </a:cubicBezTo>
                  <a:cubicBezTo>
                    <a:pt x="67677" y="13032"/>
                    <a:pt x="67698" y="13028"/>
                    <a:pt x="67723" y="13028"/>
                  </a:cubicBezTo>
                  <a:cubicBezTo>
                    <a:pt x="67798" y="13028"/>
                    <a:pt x="67912" y="13063"/>
                    <a:pt x="68026" y="13131"/>
                  </a:cubicBezTo>
                  <a:lnTo>
                    <a:pt x="68209" y="13101"/>
                  </a:lnTo>
                  <a:lnTo>
                    <a:pt x="68634" y="12979"/>
                  </a:lnTo>
                  <a:close/>
                  <a:moveTo>
                    <a:pt x="42737" y="13526"/>
                  </a:moveTo>
                  <a:cubicBezTo>
                    <a:pt x="42798" y="13526"/>
                    <a:pt x="43011" y="13709"/>
                    <a:pt x="43011" y="13769"/>
                  </a:cubicBezTo>
                  <a:cubicBezTo>
                    <a:pt x="43011" y="13830"/>
                    <a:pt x="42919" y="13861"/>
                    <a:pt x="42798" y="13861"/>
                  </a:cubicBezTo>
                  <a:lnTo>
                    <a:pt x="42737" y="13830"/>
                  </a:lnTo>
                  <a:lnTo>
                    <a:pt x="42646" y="13769"/>
                  </a:lnTo>
                  <a:cubicBezTo>
                    <a:pt x="42615" y="13648"/>
                    <a:pt x="42646" y="13557"/>
                    <a:pt x="42737" y="13557"/>
                  </a:cubicBezTo>
                  <a:lnTo>
                    <a:pt x="42737" y="13526"/>
                  </a:lnTo>
                  <a:close/>
                  <a:moveTo>
                    <a:pt x="43658" y="13514"/>
                  </a:moveTo>
                  <a:cubicBezTo>
                    <a:pt x="43728" y="13514"/>
                    <a:pt x="43771" y="13529"/>
                    <a:pt x="43771" y="13557"/>
                  </a:cubicBezTo>
                  <a:lnTo>
                    <a:pt x="43771" y="13678"/>
                  </a:lnTo>
                  <a:cubicBezTo>
                    <a:pt x="43771" y="13769"/>
                    <a:pt x="43710" y="13830"/>
                    <a:pt x="43649" y="13861"/>
                  </a:cubicBezTo>
                  <a:lnTo>
                    <a:pt x="43619" y="13861"/>
                  </a:lnTo>
                  <a:cubicBezTo>
                    <a:pt x="43193" y="13769"/>
                    <a:pt x="43102" y="13709"/>
                    <a:pt x="43163" y="13678"/>
                  </a:cubicBezTo>
                  <a:lnTo>
                    <a:pt x="43315" y="13587"/>
                  </a:lnTo>
                  <a:cubicBezTo>
                    <a:pt x="43448" y="13537"/>
                    <a:pt x="43573" y="13514"/>
                    <a:pt x="43658" y="13514"/>
                  </a:cubicBezTo>
                  <a:close/>
                  <a:moveTo>
                    <a:pt x="23894" y="13214"/>
                  </a:moveTo>
                  <a:cubicBezTo>
                    <a:pt x="23911" y="13214"/>
                    <a:pt x="23930" y="13217"/>
                    <a:pt x="23953" y="13222"/>
                  </a:cubicBezTo>
                  <a:cubicBezTo>
                    <a:pt x="23983" y="13222"/>
                    <a:pt x="24013" y="13313"/>
                    <a:pt x="24013" y="13344"/>
                  </a:cubicBezTo>
                  <a:cubicBezTo>
                    <a:pt x="24013" y="13344"/>
                    <a:pt x="23922" y="13374"/>
                    <a:pt x="23922" y="13405"/>
                  </a:cubicBezTo>
                  <a:lnTo>
                    <a:pt x="23892" y="13496"/>
                  </a:lnTo>
                  <a:cubicBezTo>
                    <a:pt x="24044" y="13557"/>
                    <a:pt x="24135" y="13648"/>
                    <a:pt x="24044" y="13678"/>
                  </a:cubicBezTo>
                  <a:lnTo>
                    <a:pt x="23953" y="13678"/>
                  </a:lnTo>
                  <a:cubicBezTo>
                    <a:pt x="23892" y="13678"/>
                    <a:pt x="23801" y="13557"/>
                    <a:pt x="23801" y="13526"/>
                  </a:cubicBezTo>
                  <a:cubicBezTo>
                    <a:pt x="23770" y="13465"/>
                    <a:pt x="23770" y="13435"/>
                    <a:pt x="23740" y="13435"/>
                  </a:cubicBezTo>
                  <a:cubicBezTo>
                    <a:pt x="23709" y="13557"/>
                    <a:pt x="23709" y="13678"/>
                    <a:pt x="23709" y="13800"/>
                  </a:cubicBezTo>
                  <a:cubicBezTo>
                    <a:pt x="23709" y="13861"/>
                    <a:pt x="23664" y="13876"/>
                    <a:pt x="23607" y="13876"/>
                  </a:cubicBezTo>
                  <a:cubicBezTo>
                    <a:pt x="23550" y="13876"/>
                    <a:pt x="23481" y="13861"/>
                    <a:pt x="23436" y="13861"/>
                  </a:cubicBezTo>
                  <a:cubicBezTo>
                    <a:pt x="23345" y="13861"/>
                    <a:pt x="23405" y="13800"/>
                    <a:pt x="23618" y="13769"/>
                  </a:cubicBezTo>
                  <a:lnTo>
                    <a:pt x="23466" y="13648"/>
                  </a:lnTo>
                  <a:cubicBezTo>
                    <a:pt x="23375" y="13557"/>
                    <a:pt x="23497" y="13496"/>
                    <a:pt x="23466" y="13435"/>
                  </a:cubicBezTo>
                  <a:lnTo>
                    <a:pt x="23375" y="13283"/>
                  </a:lnTo>
                  <a:cubicBezTo>
                    <a:pt x="23421" y="13237"/>
                    <a:pt x="23474" y="13215"/>
                    <a:pt x="23527" y="13215"/>
                  </a:cubicBezTo>
                  <a:cubicBezTo>
                    <a:pt x="23580" y="13215"/>
                    <a:pt x="23633" y="13237"/>
                    <a:pt x="23679" y="13283"/>
                  </a:cubicBezTo>
                  <a:cubicBezTo>
                    <a:pt x="23700" y="13305"/>
                    <a:pt x="23737" y="13326"/>
                    <a:pt x="23768" y="13326"/>
                  </a:cubicBezTo>
                  <a:cubicBezTo>
                    <a:pt x="23780" y="13326"/>
                    <a:pt x="23792" y="13322"/>
                    <a:pt x="23801" y="13313"/>
                  </a:cubicBezTo>
                  <a:cubicBezTo>
                    <a:pt x="23801" y="13264"/>
                    <a:pt x="23821" y="13214"/>
                    <a:pt x="23894" y="13214"/>
                  </a:cubicBezTo>
                  <a:close/>
                  <a:moveTo>
                    <a:pt x="11458" y="13515"/>
                  </a:moveTo>
                  <a:cubicBezTo>
                    <a:pt x="11477" y="13515"/>
                    <a:pt x="11498" y="13519"/>
                    <a:pt x="11521" y="13526"/>
                  </a:cubicBezTo>
                  <a:cubicBezTo>
                    <a:pt x="11551" y="13526"/>
                    <a:pt x="11551" y="13557"/>
                    <a:pt x="11551" y="13617"/>
                  </a:cubicBezTo>
                  <a:cubicBezTo>
                    <a:pt x="11581" y="13709"/>
                    <a:pt x="11581" y="13769"/>
                    <a:pt x="11460" y="13769"/>
                  </a:cubicBezTo>
                  <a:cubicBezTo>
                    <a:pt x="11369" y="13800"/>
                    <a:pt x="11308" y="13830"/>
                    <a:pt x="11247" y="13861"/>
                  </a:cubicBezTo>
                  <a:lnTo>
                    <a:pt x="11126" y="13891"/>
                  </a:lnTo>
                  <a:cubicBezTo>
                    <a:pt x="11106" y="13894"/>
                    <a:pt x="11089" y="13896"/>
                    <a:pt x="11072" y="13896"/>
                  </a:cubicBezTo>
                  <a:cubicBezTo>
                    <a:pt x="10932" y="13896"/>
                    <a:pt x="10889" y="13784"/>
                    <a:pt x="10943" y="13648"/>
                  </a:cubicBezTo>
                  <a:lnTo>
                    <a:pt x="10943" y="13648"/>
                  </a:lnTo>
                  <a:lnTo>
                    <a:pt x="11186" y="13678"/>
                  </a:lnTo>
                  <a:cubicBezTo>
                    <a:pt x="11247" y="13678"/>
                    <a:pt x="11308" y="13678"/>
                    <a:pt x="11369" y="13617"/>
                  </a:cubicBezTo>
                  <a:cubicBezTo>
                    <a:pt x="11369" y="13549"/>
                    <a:pt x="11403" y="13515"/>
                    <a:pt x="11458" y="13515"/>
                  </a:cubicBezTo>
                  <a:close/>
                  <a:moveTo>
                    <a:pt x="55716" y="13587"/>
                  </a:moveTo>
                  <a:lnTo>
                    <a:pt x="55959" y="13648"/>
                  </a:lnTo>
                  <a:cubicBezTo>
                    <a:pt x="55971" y="13654"/>
                    <a:pt x="55985" y="13656"/>
                    <a:pt x="55999" y="13656"/>
                  </a:cubicBezTo>
                  <a:cubicBezTo>
                    <a:pt x="56056" y="13656"/>
                    <a:pt x="56129" y="13617"/>
                    <a:pt x="56202" y="13617"/>
                  </a:cubicBezTo>
                  <a:lnTo>
                    <a:pt x="56294" y="13617"/>
                  </a:lnTo>
                  <a:cubicBezTo>
                    <a:pt x="56334" y="13617"/>
                    <a:pt x="56442" y="13604"/>
                    <a:pt x="56528" y="13604"/>
                  </a:cubicBezTo>
                  <a:cubicBezTo>
                    <a:pt x="56570" y="13604"/>
                    <a:pt x="56608" y="13607"/>
                    <a:pt x="56628" y="13617"/>
                  </a:cubicBezTo>
                  <a:cubicBezTo>
                    <a:pt x="56658" y="13648"/>
                    <a:pt x="56871" y="13800"/>
                    <a:pt x="56810" y="13830"/>
                  </a:cubicBezTo>
                  <a:cubicBezTo>
                    <a:pt x="56802" y="13847"/>
                    <a:pt x="56789" y="13855"/>
                    <a:pt x="56772" y="13855"/>
                  </a:cubicBezTo>
                  <a:cubicBezTo>
                    <a:pt x="56729" y="13855"/>
                    <a:pt x="56663" y="13805"/>
                    <a:pt x="56598" y="13739"/>
                  </a:cubicBezTo>
                  <a:lnTo>
                    <a:pt x="56385" y="13861"/>
                  </a:lnTo>
                  <a:lnTo>
                    <a:pt x="56202" y="13921"/>
                  </a:lnTo>
                  <a:cubicBezTo>
                    <a:pt x="55868" y="13891"/>
                    <a:pt x="55655" y="13739"/>
                    <a:pt x="55716" y="13587"/>
                  </a:cubicBezTo>
                  <a:close/>
                  <a:moveTo>
                    <a:pt x="57848" y="13412"/>
                  </a:moveTo>
                  <a:cubicBezTo>
                    <a:pt x="57905" y="13412"/>
                    <a:pt x="57965" y="13420"/>
                    <a:pt x="57996" y="13435"/>
                  </a:cubicBezTo>
                  <a:cubicBezTo>
                    <a:pt x="58087" y="13465"/>
                    <a:pt x="58208" y="13496"/>
                    <a:pt x="58300" y="13496"/>
                  </a:cubicBezTo>
                  <a:cubicBezTo>
                    <a:pt x="58349" y="13471"/>
                    <a:pt x="58537" y="13427"/>
                    <a:pt x="58640" y="13427"/>
                  </a:cubicBezTo>
                  <a:cubicBezTo>
                    <a:pt x="58664" y="13427"/>
                    <a:pt x="58683" y="13429"/>
                    <a:pt x="58695" y="13435"/>
                  </a:cubicBezTo>
                  <a:cubicBezTo>
                    <a:pt x="58725" y="13496"/>
                    <a:pt x="58512" y="13617"/>
                    <a:pt x="58208" y="13739"/>
                  </a:cubicBezTo>
                  <a:lnTo>
                    <a:pt x="58056" y="13617"/>
                  </a:lnTo>
                  <a:lnTo>
                    <a:pt x="58026" y="13617"/>
                  </a:lnTo>
                  <a:cubicBezTo>
                    <a:pt x="58026" y="13596"/>
                    <a:pt x="57996" y="13574"/>
                    <a:pt x="57946" y="13574"/>
                  </a:cubicBezTo>
                  <a:cubicBezTo>
                    <a:pt x="57925" y="13574"/>
                    <a:pt x="57901" y="13578"/>
                    <a:pt x="57874" y="13587"/>
                  </a:cubicBezTo>
                  <a:cubicBezTo>
                    <a:pt x="57753" y="13678"/>
                    <a:pt x="57661" y="13800"/>
                    <a:pt x="57601" y="13921"/>
                  </a:cubicBezTo>
                  <a:lnTo>
                    <a:pt x="57479" y="13921"/>
                  </a:lnTo>
                  <a:cubicBezTo>
                    <a:pt x="57418" y="13921"/>
                    <a:pt x="57388" y="13830"/>
                    <a:pt x="57388" y="13769"/>
                  </a:cubicBezTo>
                  <a:cubicBezTo>
                    <a:pt x="57418" y="13739"/>
                    <a:pt x="57236" y="13739"/>
                    <a:pt x="57175" y="13739"/>
                  </a:cubicBezTo>
                  <a:cubicBezTo>
                    <a:pt x="57114" y="13739"/>
                    <a:pt x="57053" y="13709"/>
                    <a:pt x="57053" y="13709"/>
                  </a:cubicBezTo>
                  <a:cubicBezTo>
                    <a:pt x="57114" y="13648"/>
                    <a:pt x="57175" y="13557"/>
                    <a:pt x="57266" y="13496"/>
                  </a:cubicBezTo>
                  <a:cubicBezTo>
                    <a:pt x="57278" y="13490"/>
                    <a:pt x="57293" y="13488"/>
                    <a:pt x="57310" y="13488"/>
                  </a:cubicBezTo>
                  <a:cubicBezTo>
                    <a:pt x="57382" y="13488"/>
                    <a:pt x="57491" y="13532"/>
                    <a:pt x="57540" y="13557"/>
                  </a:cubicBezTo>
                  <a:cubicBezTo>
                    <a:pt x="57544" y="13561"/>
                    <a:pt x="57550" y="13563"/>
                    <a:pt x="57557" y="13563"/>
                  </a:cubicBezTo>
                  <a:cubicBezTo>
                    <a:pt x="57602" y="13563"/>
                    <a:pt x="57696" y="13488"/>
                    <a:pt x="57722" y="13435"/>
                  </a:cubicBezTo>
                  <a:cubicBezTo>
                    <a:pt x="57737" y="13420"/>
                    <a:pt x="57791" y="13412"/>
                    <a:pt x="57848" y="13412"/>
                  </a:cubicBezTo>
                  <a:close/>
                  <a:moveTo>
                    <a:pt x="59819" y="13526"/>
                  </a:moveTo>
                  <a:cubicBezTo>
                    <a:pt x="59880" y="13526"/>
                    <a:pt x="60063" y="13617"/>
                    <a:pt x="60032" y="13617"/>
                  </a:cubicBezTo>
                  <a:cubicBezTo>
                    <a:pt x="60032" y="13648"/>
                    <a:pt x="60063" y="13678"/>
                    <a:pt x="60154" y="13678"/>
                  </a:cubicBezTo>
                  <a:lnTo>
                    <a:pt x="60215" y="13739"/>
                  </a:lnTo>
                  <a:cubicBezTo>
                    <a:pt x="60275" y="13800"/>
                    <a:pt x="60519" y="13769"/>
                    <a:pt x="60397" y="13891"/>
                  </a:cubicBezTo>
                  <a:cubicBezTo>
                    <a:pt x="60336" y="13921"/>
                    <a:pt x="60275" y="13937"/>
                    <a:pt x="60215" y="13937"/>
                  </a:cubicBezTo>
                  <a:cubicBezTo>
                    <a:pt x="60154" y="13937"/>
                    <a:pt x="60093" y="13921"/>
                    <a:pt x="60032" y="13891"/>
                  </a:cubicBezTo>
                  <a:lnTo>
                    <a:pt x="59911" y="13800"/>
                  </a:lnTo>
                  <a:cubicBezTo>
                    <a:pt x="59759" y="13648"/>
                    <a:pt x="59728" y="13526"/>
                    <a:pt x="59819" y="13526"/>
                  </a:cubicBezTo>
                  <a:close/>
                  <a:moveTo>
                    <a:pt x="41743" y="13044"/>
                  </a:moveTo>
                  <a:cubicBezTo>
                    <a:pt x="41801" y="13044"/>
                    <a:pt x="41865" y="13080"/>
                    <a:pt x="41886" y="13101"/>
                  </a:cubicBezTo>
                  <a:cubicBezTo>
                    <a:pt x="41916" y="13131"/>
                    <a:pt x="41856" y="13253"/>
                    <a:pt x="41795" y="13313"/>
                  </a:cubicBezTo>
                  <a:cubicBezTo>
                    <a:pt x="41734" y="13344"/>
                    <a:pt x="41795" y="13435"/>
                    <a:pt x="41886" y="13496"/>
                  </a:cubicBezTo>
                  <a:lnTo>
                    <a:pt x="42068" y="13496"/>
                  </a:lnTo>
                  <a:cubicBezTo>
                    <a:pt x="42099" y="13481"/>
                    <a:pt x="42152" y="13473"/>
                    <a:pt x="42198" y="13473"/>
                  </a:cubicBezTo>
                  <a:cubicBezTo>
                    <a:pt x="42243" y="13473"/>
                    <a:pt x="42281" y="13481"/>
                    <a:pt x="42281" y="13496"/>
                  </a:cubicBezTo>
                  <a:lnTo>
                    <a:pt x="42342" y="13587"/>
                  </a:lnTo>
                  <a:cubicBezTo>
                    <a:pt x="42433" y="13617"/>
                    <a:pt x="42433" y="13678"/>
                    <a:pt x="42342" y="13678"/>
                  </a:cubicBezTo>
                  <a:lnTo>
                    <a:pt x="42160" y="13678"/>
                  </a:lnTo>
                  <a:cubicBezTo>
                    <a:pt x="42068" y="13709"/>
                    <a:pt x="42008" y="13830"/>
                    <a:pt x="42038" y="13921"/>
                  </a:cubicBezTo>
                  <a:lnTo>
                    <a:pt x="41886" y="13921"/>
                  </a:lnTo>
                  <a:cubicBezTo>
                    <a:pt x="41734" y="13921"/>
                    <a:pt x="41825" y="13800"/>
                    <a:pt x="41795" y="13739"/>
                  </a:cubicBezTo>
                  <a:cubicBezTo>
                    <a:pt x="41704" y="13709"/>
                    <a:pt x="41612" y="13678"/>
                    <a:pt x="41521" y="13678"/>
                  </a:cubicBezTo>
                  <a:cubicBezTo>
                    <a:pt x="41460" y="13678"/>
                    <a:pt x="41400" y="13709"/>
                    <a:pt x="41400" y="13739"/>
                  </a:cubicBezTo>
                  <a:lnTo>
                    <a:pt x="41460" y="13739"/>
                  </a:lnTo>
                  <a:lnTo>
                    <a:pt x="41460" y="13769"/>
                  </a:lnTo>
                  <a:cubicBezTo>
                    <a:pt x="41491" y="13830"/>
                    <a:pt x="41460" y="13891"/>
                    <a:pt x="41400" y="13891"/>
                  </a:cubicBezTo>
                  <a:lnTo>
                    <a:pt x="41339" y="13891"/>
                  </a:lnTo>
                  <a:cubicBezTo>
                    <a:pt x="41217" y="13891"/>
                    <a:pt x="41126" y="13830"/>
                    <a:pt x="41035" y="13830"/>
                  </a:cubicBezTo>
                  <a:cubicBezTo>
                    <a:pt x="40974" y="13830"/>
                    <a:pt x="40913" y="13861"/>
                    <a:pt x="40913" y="13921"/>
                  </a:cubicBezTo>
                  <a:cubicBezTo>
                    <a:pt x="40894" y="13979"/>
                    <a:pt x="40850" y="14000"/>
                    <a:pt x="40805" y="14000"/>
                  </a:cubicBezTo>
                  <a:cubicBezTo>
                    <a:pt x="40780" y="14000"/>
                    <a:pt x="40753" y="13993"/>
                    <a:pt x="40731" y="13982"/>
                  </a:cubicBezTo>
                  <a:lnTo>
                    <a:pt x="40701" y="13952"/>
                  </a:lnTo>
                  <a:cubicBezTo>
                    <a:pt x="40701" y="13921"/>
                    <a:pt x="40594" y="13906"/>
                    <a:pt x="40427" y="13906"/>
                  </a:cubicBezTo>
                  <a:cubicBezTo>
                    <a:pt x="40424" y="13906"/>
                    <a:pt x="40420" y="13906"/>
                    <a:pt x="40417" y="13906"/>
                  </a:cubicBezTo>
                  <a:lnTo>
                    <a:pt x="40417" y="13906"/>
                  </a:lnTo>
                  <a:lnTo>
                    <a:pt x="40397" y="13921"/>
                  </a:lnTo>
                  <a:cubicBezTo>
                    <a:pt x="40376" y="13917"/>
                    <a:pt x="40356" y="13913"/>
                    <a:pt x="40335" y="13908"/>
                  </a:cubicBezTo>
                  <a:lnTo>
                    <a:pt x="40335" y="13908"/>
                  </a:lnTo>
                  <a:cubicBezTo>
                    <a:pt x="40181" y="13912"/>
                    <a:pt x="39990" y="13927"/>
                    <a:pt x="39789" y="13952"/>
                  </a:cubicBezTo>
                  <a:lnTo>
                    <a:pt x="39667" y="13921"/>
                  </a:lnTo>
                  <a:lnTo>
                    <a:pt x="39454" y="13861"/>
                  </a:lnTo>
                  <a:cubicBezTo>
                    <a:pt x="39439" y="13921"/>
                    <a:pt x="39409" y="13952"/>
                    <a:pt x="39371" y="13952"/>
                  </a:cubicBezTo>
                  <a:cubicBezTo>
                    <a:pt x="39333" y="13952"/>
                    <a:pt x="39287" y="13921"/>
                    <a:pt x="39242" y="13861"/>
                  </a:cubicBezTo>
                  <a:lnTo>
                    <a:pt x="39150" y="13800"/>
                  </a:lnTo>
                  <a:lnTo>
                    <a:pt x="38998" y="13709"/>
                  </a:lnTo>
                  <a:cubicBezTo>
                    <a:pt x="39029" y="13617"/>
                    <a:pt x="39059" y="13526"/>
                    <a:pt x="39090" y="13435"/>
                  </a:cubicBezTo>
                  <a:lnTo>
                    <a:pt x="39181" y="13435"/>
                  </a:lnTo>
                  <a:cubicBezTo>
                    <a:pt x="39242" y="13496"/>
                    <a:pt x="39333" y="13587"/>
                    <a:pt x="39394" y="13678"/>
                  </a:cubicBezTo>
                  <a:lnTo>
                    <a:pt x="39576" y="13587"/>
                  </a:lnTo>
                  <a:lnTo>
                    <a:pt x="39637" y="13587"/>
                  </a:lnTo>
                  <a:cubicBezTo>
                    <a:pt x="39653" y="13590"/>
                    <a:pt x="39668" y="13592"/>
                    <a:pt x="39682" y="13592"/>
                  </a:cubicBezTo>
                  <a:cubicBezTo>
                    <a:pt x="39795" y="13592"/>
                    <a:pt x="39816" y="13489"/>
                    <a:pt x="39789" y="13435"/>
                  </a:cubicBezTo>
                  <a:cubicBezTo>
                    <a:pt x="39746" y="13414"/>
                    <a:pt x="39703" y="13392"/>
                    <a:pt x="39670" y="13392"/>
                  </a:cubicBezTo>
                  <a:cubicBezTo>
                    <a:pt x="39657" y="13392"/>
                    <a:pt x="39646" y="13396"/>
                    <a:pt x="39637" y="13405"/>
                  </a:cubicBezTo>
                  <a:lnTo>
                    <a:pt x="39576" y="13405"/>
                  </a:lnTo>
                  <a:cubicBezTo>
                    <a:pt x="39515" y="13405"/>
                    <a:pt x="39485" y="13405"/>
                    <a:pt x="39454" y="13344"/>
                  </a:cubicBezTo>
                  <a:cubicBezTo>
                    <a:pt x="39454" y="13313"/>
                    <a:pt x="39485" y="13253"/>
                    <a:pt x="39515" y="13253"/>
                  </a:cubicBezTo>
                  <a:lnTo>
                    <a:pt x="39637" y="13253"/>
                  </a:lnTo>
                  <a:cubicBezTo>
                    <a:pt x="39700" y="13240"/>
                    <a:pt x="39757" y="13233"/>
                    <a:pt x="39812" y="13233"/>
                  </a:cubicBezTo>
                  <a:cubicBezTo>
                    <a:pt x="39889" y="13233"/>
                    <a:pt x="39961" y="13247"/>
                    <a:pt x="40032" y="13283"/>
                  </a:cubicBezTo>
                  <a:lnTo>
                    <a:pt x="40032" y="13374"/>
                  </a:lnTo>
                  <a:cubicBezTo>
                    <a:pt x="40001" y="13496"/>
                    <a:pt x="40123" y="13648"/>
                    <a:pt x="40184" y="13678"/>
                  </a:cubicBezTo>
                  <a:cubicBezTo>
                    <a:pt x="40336" y="13678"/>
                    <a:pt x="40488" y="13648"/>
                    <a:pt x="40640" y="13587"/>
                  </a:cubicBezTo>
                  <a:cubicBezTo>
                    <a:pt x="40668" y="13568"/>
                    <a:pt x="40688" y="13561"/>
                    <a:pt x="40701" y="13561"/>
                  </a:cubicBezTo>
                  <a:cubicBezTo>
                    <a:pt x="40731" y="13561"/>
                    <a:pt x="40731" y="13596"/>
                    <a:pt x="40731" y="13617"/>
                  </a:cubicBezTo>
                  <a:cubicBezTo>
                    <a:pt x="40688" y="13661"/>
                    <a:pt x="40660" y="13704"/>
                    <a:pt x="40625" y="13737"/>
                  </a:cubicBezTo>
                  <a:lnTo>
                    <a:pt x="40625" y="13737"/>
                  </a:lnTo>
                  <a:cubicBezTo>
                    <a:pt x="40550" y="13728"/>
                    <a:pt x="40473" y="13724"/>
                    <a:pt x="40397" y="13724"/>
                  </a:cubicBezTo>
                  <a:cubicBezTo>
                    <a:pt x="40252" y="13724"/>
                    <a:pt x="40108" y="13739"/>
                    <a:pt x="39971" y="13769"/>
                  </a:cubicBezTo>
                  <a:cubicBezTo>
                    <a:pt x="40076" y="13822"/>
                    <a:pt x="40204" y="13875"/>
                    <a:pt x="40335" y="13908"/>
                  </a:cubicBezTo>
                  <a:lnTo>
                    <a:pt x="40335" y="13908"/>
                  </a:lnTo>
                  <a:cubicBezTo>
                    <a:pt x="40364" y="13907"/>
                    <a:pt x="40391" y="13906"/>
                    <a:pt x="40417" y="13906"/>
                  </a:cubicBezTo>
                  <a:lnTo>
                    <a:pt x="40417" y="13906"/>
                  </a:lnTo>
                  <a:lnTo>
                    <a:pt x="40518" y="13830"/>
                  </a:lnTo>
                  <a:lnTo>
                    <a:pt x="40579" y="13769"/>
                  </a:lnTo>
                  <a:cubicBezTo>
                    <a:pt x="40596" y="13761"/>
                    <a:pt x="40611" y="13750"/>
                    <a:pt x="40625" y="13737"/>
                  </a:cubicBezTo>
                  <a:lnTo>
                    <a:pt x="40625" y="13737"/>
                  </a:lnTo>
                  <a:cubicBezTo>
                    <a:pt x="40692" y="13744"/>
                    <a:pt x="40758" y="13755"/>
                    <a:pt x="40822" y="13769"/>
                  </a:cubicBezTo>
                  <a:lnTo>
                    <a:pt x="40822" y="13739"/>
                  </a:lnTo>
                  <a:cubicBezTo>
                    <a:pt x="40883" y="13587"/>
                    <a:pt x="40974" y="13557"/>
                    <a:pt x="41126" y="13557"/>
                  </a:cubicBezTo>
                  <a:lnTo>
                    <a:pt x="41156" y="13557"/>
                  </a:lnTo>
                  <a:cubicBezTo>
                    <a:pt x="41174" y="13548"/>
                    <a:pt x="41195" y="13544"/>
                    <a:pt x="41215" y="13544"/>
                  </a:cubicBezTo>
                  <a:cubicBezTo>
                    <a:pt x="41265" y="13544"/>
                    <a:pt x="41317" y="13566"/>
                    <a:pt x="41339" y="13587"/>
                  </a:cubicBezTo>
                  <a:cubicBezTo>
                    <a:pt x="41342" y="13590"/>
                    <a:pt x="41347" y="13592"/>
                    <a:pt x="41354" y="13592"/>
                  </a:cubicBezTo>
                  <a:cubicBezTo>
                    <a:pt x="41408" y="13592"/>
                    <a:pt x="41558" y="13492"/>
                    <a:pt x="41612" y="13465"/>
                  </a:cubicBezTo>
                  <a:cubicBezTo>
                    <a:pt x="41673" y="13435"/>
                    <a:pt x="41612" y="13131"/>
                    <a:pt x="41673" y="13070"/>
                  </a:cubicBezTo>
                  <a:cubicBezTo>
                    <a:pt x="41692" y="13051"/>
                    <a:pt x="41717" y="13044"/>
                    <a:pt x="41743" y="13044"/>
                  </a:cubicBezTo>
                  <a:close/>
                  <a:moveTo>
                    <a:pt x="65716" y="13830"/>
                  </a:moveTo>
                  <a:cubicBezTo>
                    <a:pt x="65777" y="13830"/>
                    <a:pt x="65868" y="13830"/>
                    <a:pt x="65899" y="13891"/>
                  </a:cubicBezTo>
                  <a:cubicBezTo>
                    <a:pt x="65929" y="13921"/>
                    <a:pt x="65868" y="14013"/>
                    <a:pt x="65868" y="14043"/>
                  </a:cubicBezTo>
                  <a:lnTo>
                    <a:pt x="65260" y="14043"/>
                  </a:lnTo>
                  <a:cubicBezTo>
                    <a:pt x="65108" y="14013"/>
                    <a:pt x="65048" y="13982"/>
                    <a:pt x="65169" y="13982"/>
                  </a:cubicBezTo>
                  <a:lnTo>
                    <a:pt x="65139" y="13982"/>
                  </a:lnTo>
                  <a:cubicBezTo>
                    <a:pt x="65351" y="13952"/>
                    <a:pt x="65534" y="13891"/>
                    <a:pt x="65716" y="13830"/>
                  </a:cubicBezTo>
                  <a:close/>
                  <a:moveTo>
                    <a:pt x="14375" y="13605"/>
                  </a:moveTo>
                  <a:cubicBezTo>
                    <a:pt x="14388" y="13605"/>
                    <a:pt x="14399" y="13609"/>
                    <a:pt x="14408" y="13617"/>
                  </a:cubicBezTo>
                  <a:lnTo>
                    <a:pt x="14439" y="13617"/>
                  </a:lnTo>
                  <a:cubicBezTo>
                    <a:pt x="14439" y="13709"/>
                    <a:pt x="14408" y="13800"/>
                    <a:pt x="14378" y="13891"/>
                  </a:cubicBezTo>
                  <a:cubicBezTo>
                    <a:pt x="14347" y="13952"/>
                    <a:pt x="14256" y="14073"/>
                    <a:pt x="14195" y="14073"/>
                  </a:cubicBezTo>
                  <a:cubicBezTo>
                    <a:pt x="14191" y="14076"/>
                    <a:pt x="14185" y="14077"/>
                    <a:pt x="14179" y="14077"/>
                  </a:cubicBezTo>
                  <a:cubicBezTo>
                    <a:pt x="14103" y="14077"/>
                    <a:pt x="13915" y="13921"/>
                    <a:pt x="13831" y="13921"/>
                  </a:cubicBezTo>
                  <a:cubicBezTo>
                    <a:pt x="13709" y="13921"/>
                    <a:pt x="13709" y="13891"/>
                    <a:pt x="13831" y="13861"/>
                  </a:cubicBezTo>
                  <a:lnTo>
                    <a:pt x="13922" y="13891"/>
                  </a:lnTo>
                  <a:lnTo>
                    <a:pt x="14165" y="13921"/>
                  </a:lnTo>
                  <a:cubicBezTo>
                    <a:pt x="14226" y="13830"/>
                    <a:pt x="14256" y="13739"/>
                    <a:pt x="14256" y="13648"/>
                  </a:cubicBezTo>
                  <a:lnTo>
                    <a:pt x="14287" y="13648"/>
                  </a:lnTo>
                  <a:cubicBezTo>
                    <a:pt x="14308" y="13626"/>
                    <a:pt x="14345" y="13605"/>
                    <a:pt x="14375" y="13605"/>
                  </a:cubicBezTo>
                  <a:close/>
                  <a:moveTo>
                    <a:pt x="38512" y="13344"/>
                  </a:moveTo>
                  <a:cubicBezTo>
                    <a:pt x="38573" y="13405"/>
                    <a:pt x="38664" y="13496"/>
                    <a:pt x="38694" y="13526"/>
                  </a:cubicBezTo>
                  <a:lnTo>
                    <a:pt x="38725" y="13557"/>
                  </a:lnTo>
                  <a:lnTo>
                    <a:pt x="38968" y="13739"/>
                  </a:lnTo>
                  <a:cubicBezTo>
                    <a:pt x="38846" y="13830"/>
                    <a:pt x="38755" y="13982"/>
                    <a:pt x="38786" y="14013"/>
                  </a:cubicBezTo>
                  <a:cubicBezTo>
                    <a:pt x="38786" y="14043"/>
                    <a:pt x="38755" y="14073"/>
                    <a:pt x="38694" y="14073"/>
                  </a:cubicBezTo>
                  <a:lnTo>
                    <a:pt x="38573" y="14073"/>
                  </a:lnTo>
                  <a:cubicBezTo>
                    <a:pt x="38500" y="14090"/>
                    <a:pt x="38433" y="14097"/>
                    <a:pt x="38375" y="14097"/>
                  </a:cubicBezTo>
                  <a:cubicBezTo>
                    <a:pt x="38217" y="14097"/>
                    <a:pt x="38125" y="14041"/>
                    <a:pt x="38147" y="13952"/>
                  </a:cubicBezTo>
                  <a:lnTo>
                    <a:pt x="38208" y="13891"/>
                  </a:lnTo>
                  <a:lnTo>
                    <a:pt x="38299" y="13769"/>
                  </a:lnTo>
                  <a:cubicBezTo>
                    <a:pt x="38376" y="13795"/>
                    <a:pt x="38443" y="13804"/>
                    <a:pt x="38491" y="13804"/>
                  </a:cubicBezTo>
                  <a:cubicBezTo>
                    <a:pt x="38557" y="13804"/>
                    <a:pt x="38590" y="13787"/>
                    <a:pt x="38573" y="13769"/>
                  </a:cubicBezTo>
                  <a:cubicBezTo>
                    <a:pt x="38451" y="13648"/>
                    <a:pt x="38330" y="13526"/>
                    <a:pt x="38208" y="13435"/>
                  </a:cubicBezTo>
                  <a:cubicBezTo>
                    <a:pt x="38147" y="13374"/>
                    <a:pt x="38208" y="13344"/>
                    <a:pt x="38299" y="13344"/>
                  </a:cubicBezTo>
                  <a:close/>
                  <a:moveTo>
                    <a:pt x="35928" y="13557"/>
                  </a:moveTo>
                  <a:cubicBezTo>
                    <a:pt x="35959" y="13557"/>
                    <a:pt x="36020" y="13617"/>
                    <a:pt x="36050" y="13617"/>
                  </a:cubicBezTo>
                  <a:lnTo>
                    <a:pt x="35898" y="14013"/>
                  </a:lnTo>
                  <a:lnTo>
                    <a:pt x="35868" y="14104"/>
                  </a:lnTo>
                  <a:cubicBezTo>
                    <a:pt x="35861" y="14130"/>
                    <a:pt x="35836" y="14141"/>
                    <a:pt x="35800" y="14141"/>
                  </a:cubicBezTo>
                  <a:cubicBezTo>
                    <a:pt x="35762" y="14141"/>
                    <a:pt x="35712" y="14129"/>
                    <a:pt x="35657" y="14111"/>
                  </a:cubicBezTo>
                  <a:lnTo>
                    <a:pt x="35657" y="14111"/>
                  </a:lnTo>
                  <a:cubicBezTo>
                    <a:pt x="35695" y="14081"/>
                    <a:pt x="35730" y="14032"/>
                    <a:pt x="35746" y="13982"/>
                  </a:cubicBezTo>
                  <a:lnTo>
                    <a:pt x="35776" y="13891"/>
                  </a:lnTo>
                  <a:lnTo>
                    <a:pt x="35837" y="13830"/>
                  </a:lnTo>
                  <a:cubicBezTo>
                    <a:pt x="35776" y="13769"/>
                    <a:pt x="35807" y="13678"/>
                    <a:pt x="35868" y="13617"/>
                  </a:cubicBezTo>
                  <a:lnTo>
                    <a:pt x="35928" y="13557"/>
                  </a:lnTo>
                  <a:close/>
                  <a:moveTo>
                    <a:pt x="53498" y="13885"/>
                  </a:moveTo>
                  <a:cubicBezTo>
                    <a:pt x="53509" y="13885"/>
                    <a:pt x="53519" y="13887"/>
                    <a:pt x="53528" y="13891"/>
                  </a:cubicBezTo>
                  <a:lnTo>
                    <a:pt x="53680" y="13952"/>
                  </a:lnTo>
                  <a:cubicBezTo>
                    <a:pt x="53831" y="14073"/>
                    <a:pt x="53892" y="14195"/>
                    <a:pt x="53831" y="14195"/>
                  </a:cubicBezTo>
                  <a:lnTo>
                    <a:pt x="53831" y="14165"/>
                  </a:lnTo>
                  <a:cubicBezTo>
                    <a:pt x="53771" y="14165"/>
                    <a:pt x="53680" y="14134"/>
                    <a:pt x="53710" y="14104"/>
                  </a:cubicBezTo>
                  <a:cubicBezTo>
                    <a:pt x="53710" y="14073"/>
                    <a:pt x="53649" y="14043"/>
                    <a:pt x="53558" y="14043"/>
                  </a:cubicBezTo>
                  <a:lnTo>
                    <a:pt x="53406" y="14043"/>
                  </a:lnTo>
                  <a:cubicBezTo>
                    <a:pt x="53379" y="14052"/>
                    <a:pt x="53353" y="14056"/>
                    <a:pt x="53328" y="14056"/>
                  </a:cubicBezTo>
                  <a:cubicBezTo>
                    <a:pt x="53269" y="14056"/>
                    <a:pt x="53224" y="14034"/>
                    <a:pt x="53224" y="14013"/>
                  </a:cubicBezTo>
                  <a:cubicBezTo>
                    <a:pt x="53302" y="13960"/>
                    <a:pt x="53426" y="13885"/>
                    <a:pt x="53498" y="13885"/>
                  </a:cubicBezTo>
                  <a:close/>
                  <a:moveTo>
                    <a:pt x="35427" y="14058"/>
                  </a:moveTo>
                  <a:cubicBezTo>
                    <a:pt x="35465" y="14058"/>
                    <a:pt x="35503" y="14073"/>
                    <a:pt x="35533" y="14104"/>
                  </a:cubicBezTo>
                  <a:lnTo>
                    <a:pt x="35564" y="14134"/>
                  </a:lnTo>
                  <a:cubicBezTo>
                    <a:pt x="35569" y="14137"/>
                    <a:pt x="35575" y="14139"/>
                    <a:pt x="35580" y="14139"/>
                  </a:cubicBezTo>
                  <a:lnTo>
                    <a:pt x="35580" y="14139"/>
                  </a:lnTo>
                  <a:cubicBezTo>
                    <a:pt x="35575" y="14158"/>
                    <a:pt x="35570" y="14176"/>
                    <a:pt x="35564" y="14195"/>
                  </a:cubicBezTo>
                  <a:lnTo>
                    <a:pt x="35472" y="14225"/>
                  </a:lnTo>
                  <a:cubicBezTo>
                    <a:pt x="35321" y="14225"/>
                    <a:pt x="35290" y="14195"/>
                    <a:pt x="35321" y="14104"/>
                  </a:cubicBezTo>
                  <a:cubicBezTo>
                    <a:pt x="35351" y="14073"/>
                    <a:pt x="35389" y="14058"/>
                    <a:pt x="35427" y="14058"/>
                  </a:cubicBezTo>
                  <a:close/>
                  <a:moveTo>
                    <a:pt x="35442" y="13617"/>
                  </a:moveTo>
                  <a:cubicBezTo>
                    <a:pt x="35574" y="13670"/>
                    <a:pt x="35637" y="13860"/>
                    <a:pt x="35592" y="14088"/>
                  </a:cubicBezTo>
                  <a:lnTo>
                    <a:pt x="35592" y="14088"/>
                  </a:lnTo>
                  <a:cubicBezTo>
                    <a:pt x="35473" y="14043"/>
                    <a:pt x="35348" y="13980"/>
                    <a:pt x="35290" y="13952"/>
                  </a:cubicBezTo>
                  <a:cubicBezTo>
                    <a:pt x="35194" y="13894"/>
                    <a:pt x="35122" y="13873"/>
                    <a:pt x="35082" y="13873"/>
                  </a:cubicBezTo>
                  <a:cubicBezTo>
                    <a:pt x="35059" y="13873"/>
                    <a:pt x="35047" y="13880"/>
                    <a:pt x="35047" y="13891"/>
                  </a:cubicBezTo>
                  <a:cubicBezTo>
                    <a:pt x="35108" y="13952"/>
                    <a:pt x="35290" y="14043"/>
                    <a:pt x="35169" y="14104"/>
                  </a:cubicBezTo>
                  <a:cubicBezTo>
                    <a:pt x="35144" y="14129"/>
                    <a:pt x="35121" y="14138"/>
                    <a:pt x="35099" y="14138"/>
                  </a:cubicBezTo>
                  <a:cubicBezTo>
                    <a:pt x="35042" y="14138"/>
                    <a:pt x="34992" y="14073"/>
                    <a:pt x="34925" y="14073"/>
                  </a:cubicBezTo>
                  <a:lnTo>
                    <a:pt x="34865" y="14073"/>
                  </a:lnTo>
                  <a:cubicBezTo>
                    <a:pt x="34847" y="14091"/>
                    <a:pt x="34813" y="14099"/>
                    <a:pt x="34773" y="14099"/>
                  </a:cubicBezTo>
                  <a:cubicBezTo>
                    <a:pt x="34674" y="14099"/>
                    <a:pt x="34534" y="14056"/>
                    <a:pt x="34469" y="14013"/>
                  </a:cubicBezTo>
                  <a:cubicBezTo>
                    <a:pt x="34455" y="14003"/>
                    <a:pt x="34440" y="13998"/>
                    <a:pt x="34426" y="13998"/>
                  </a:cubicBezTo>
                  <a:cubicBezTo>
                    <a:pt x="34351" y="13998"/>
                    <a:pt x="34287" y="14114"/>
                    <a:pt x="34287" y="14165"/>
                  </a:cubicBezTo>
                  <a:cubicBezTo>
                    <a:pt x="34287" y="14192"/>
                    <a:pt x="34212" y="14321"/>
                    <a:pt x="34129" y="14321"/>
                  </a:cubicBezTo>
                  <a:cubicBezTo>
                    <a:pt x="34121" y="14321"/>
                    <a:pt x="34113" y="14319"/>
                    <a:pt x="34105" y="14317"/>
                  </a:cubicBezTo>
                  <a:cubicBezTo>
                    <a:pt x="34044" y="14286"/>
                    <a:pt x="33983" y="14256"/>
                    <a:pt x="33922" y="14225"/>
                  </a:cubicBezTo>
                  <a:cubicBezTo>
                    <a:pt x="33869" y="14279"/>
                    <a:pt x="33820" y="14298"/>
                    <a:pt x="33777" y="14298"/>
                  </a:cubicBezTo>
                  <a:cubicBezTo>
                    <a:pt x="33674" y="14298"/>
                    <a:pt x="33600" y="14186"/>
                    <a:pt x="33558" y="14165"/>
                  </a:cubicBezTo>
                  <a:cubicBezTo>
                    <a:pt x="33497" y="14134"/>
                    <a:pt x="33345" y="14134"/>
                    <a:pt x="33375" y="14043"/>
                  </a:cubicBezTo>
                  <a:cubicBezTo>
                    <a:pt x="33406" y="13921"/>
                    <a:pt x="33406" y="13800"/>
                    <a:pt x="33497" y="13739"/>
                  </a:cubicBezTo>
                  <a:lnTo>
                    <a:pt x="33649" y="13648"/>
                  </a:lnTo>
                  <a:cubicBezTo>
                    <a:pt x="33770" y="13769"/>
                    <a:pt x="33831" y="13861"/>
                    <a:pt x="33740" y="13861"/>
                  </a:cubicBezTo>
                  <a:lnTo>
                    <a:pt x="33649" y="13861"/>
                  </a:lnTo>
                  <a:cubicBezTo>
                    <a:pt x="33618" y="13891"/>
                    <a:pt x="33588" y="13921"/>
                    <a:pt x="33588" y="13952"/>
                  </a:cubicBezTo>
                  <a:cubicBezTo>
                    <a:pt x="33588" y="13982"/>
                    <a:pt x="33618" y="14013"/>
                    <a:pt x="33649" y="14043"/>
                  </a:cubicBezTo>
                  <a:lnTo>
                    <a:pt x="33801" y="14073"/>
                  </a:lnTo>
                  <a:lnTo>
                    <a:pt x="34074" y="14073"/>
                  </a:lnTo>
                  <a:cubicBezTo>
                    <a:pt x="34074" y="14043"/>
                    <a:pt x="34165" y="13891"/>
                    <a:pt x="34135" y="13830"/>
                  </a:cubicBezTo>
                  <a:cubicBezTo>
                    <a:pt x="34105" y="13769"/>
                    <a:pt x="34226" y="13648"/>
                    <a:pt x="34287" y="13648"/>
                  </a:cubicBezTo>
                  <a:lnTo>
                    <a:pt x="34500" y="13648"/>
                  </a:lnTo>
                  <a:cubicBezTo>
                    <a:pt x="34621" y="13678"/>
                    <a:pt x="34743" y="13678"/>
                    <a:pt x="34834" y="13678"/>
                  </a:cubicBezTo>
                  <a:cubicBezTo>
                    <a:pt x="35017" y="13678"/>
                    <a:pt x="35169" y="13617"/>
                    <a:pt x="35321" y="13617"/>
                  </a:cubicBezTo>
                  <a:close/>
                  <a:moveTo>
                    <a:pt x="58847" y="14073"/>
                  </a:moveTo>
                  <a:cubicBezTo>
                    <a:pt x="58877" y="14073"/>
                    <a:pt x="58847" y="14256"/>
                    <a:pt x="58695" y="14317"/>
                  </a:cubicBezTo>
                  <a:lnTo>
                    <a:pt x="58573" y="14377"/>
                  </a:lnTo>
                  <a:cubicBezTo>
                    <a:pt x="58391" y="14377"/>
                    <a:pt x="58208" y="14347"/>
                    <a:pt x="58056" y="14317"/>
                  </a:cubicBezTo>
                  <a:cubicBezTo>
                    <a:pt x="58026" y="14286"/>
                    <a:pt x="58026" y="14256"/>
                    <a:pt x="58056" y="14225"/>
                  </a:cubicBezTo>
                  <a:cubicBezTo>
                    <a:pt x="58056" y="14225"/>
                    <a:pt x="58087" y="14195"/>
                    <a:pt x="58117" y="14195"/>
                  </a:cubicBezTo>
                  <a:lnTo>
                    <a:pt x="58269" y="14317"/>
                  </a:lnTo>
                  <a:cubicBezTo>
                    <a:pt x="58452" y="14256"/>
                    <a:pt x="58786" y="14195"/>
                    <a:pt x="58786" y="14134"/>
                  </a:cubicBezTo>
                  <a:cubicBezTo>
                    <a:pt x="58816" y="14073"/>
                    <a:pt x="58816" y="14073"/>
                    <a:pt x="58847" y="14073"/>
                  </a:cubicBezTo>
                  <a:close/>
                  <a:moveTo>
                    <a:pt x="49272" y="13769"/>
                  </a:moveTo>
                  <a:lnTo>
                    <a:pt x="49303" y="13800"/>
                  </a:lnTo>
                  <a:lnTo>
                    <a:pt x="49394" y="13830"/>
                  </a:lnTo>
                  <a:cubicBezTo>
                    <a:pt x="49394" y="13921"/>
                    <a:pt x="49363" y="14043"/>
                    <a:pt x="49333" y="14165"/>
                  </a:cubicBezTo>
                  <a:cubicBezTo>
                    <a:pt x="49303" y="14195"/>
                    <a:pt x="49181" y="14195"/>
                    <a:pt x="49151" y="14195"/>
                  </a:cubicBezTo>
                  <a:cubicBezTo>
                    <a:pt x="49142" y="14186"/>
                    <a:pt x="49130" y="14182"/>
                    <a:pt x="49118" y="14182"/>
                  </a:cubicBezTo>
                  <a:cubicBezTo>
                    <a:pt x="49090" y="14182"/>
                    <a:pt x="49059" y="14204"/>
                    <a:pt x="49059" y="14225"/>
                  </a:cubicBezTo>
                  <a:lnTo>
                    <a:pt x="49151" y="14317"/>
                  </a:lnTo>
                  <a:cubicBezTo>
                    <a:pt x="49242" y="14438"/>
                    <a:pt x="49272" y="14499"/>
                    <a:pt x="49211" y="14499"/>
                  </a:cubicBezTo>
                  <a:lnTo>
                    <a:pt x="49090" y="14499"/>
                  </a:lnTo>
                  <a:cubicBezTo>
                    <a:pt x="48999" y="14499"/>
                    <a:pt x="48907" y="14438"/>
                    <a:pt x="48907" y="14377"/>
                  </a:cubicBezTo>
                  <a:cubicBezTo>
                    <a:pt x="48907" y="14335"/>
                    <a:pt x="48790" y="14278"/>
                    <a:pt x="48718" y="14278"/>
                  </a:cubicBezTo>
                  <a:cubicBezTo>
                    <a:pt x="48687" y="14278"/>
                    <a:pt x="48664" y="14289"/>
                    <a:pt x="48664" y="14317"/>
                  </a:cubicBezTo>
                  <a:cubicBezTo>
                    <a:pt x="48664" y="14333"/>
                    <a:pt x="48648" y="14341"/>
                    <a:pt x="48624" y="14341"/>
                  </a:cubicBezTo>
                  <a:cubicBezTo>
                    <a:pt x="48564" y="14341"/>
                    <a:pt x="48460" y="14291"/>
                    <a:pt x="48482" y="14225"/>
                  </a:cubicBezTo>
                  <a:cubicBezTo>
                    <a:pt x="48543" y="14104"/>
                    <a:pt x="48603" y="14013"/>
                    <a:pt x="48695" y="13921"/>
                  </a:cubicBezTo>
                  <a:lnTo>
                    <a:pt x="48968" y="13921"/>
                  </a:lnTo>
                  <a:cubicBezTo>
                    <a:pt x="49059" y="13861"/>
                    <a:pt x="49151" y="13800"/>
                    <a:pt x="49272" y="13769"/>
                  </a:cubicBezTo>
                  <a:close/>
                  <a:moveTo>
                    <a:pt x="43375" y="14013"/>
                  </a:moveTo>
                  <a:lnTo>
                    <a:pt x="43527" y="14134"/>
                  </a:lnTo>
                  <a:cubicBezTo>
                    <a:pt x="43558" y="14154"/>
                    <a:pt x="43578" y="14161"/>
                    <a:pt x="43594" y="14161"/>
                  </a:cubicBezTo>
                  <a:cubicBezTo>
                    <a:pt x="43625" y="14161"/>
                    <a:pt x="43639" y="14134"/>
                    <a:pt x="43679" y="14134"/>
                  </a:cubicBezTo>
                  <a:cubicBezTo>
                    <a:pt x="43720" y="14114"/>
                    <a:pt x="43759" y="14105"/>
                    <a:pt x="43795" y="14105"/>
                  </a:cubicBezTo>
                  <a:cubicBezTo>
                    <a:pt x="43918" y="14105"/>
                    <a:pt x="44018" y="14202"/>
                    <a:pt x="44135" y="14225"/>
                  </a:cubicBezTo>
                  <a:cubicBezTo>
                    <a:pt x="44196" y="14225"/>
                    <a:pt x="44166" y="14377"/>
                    <a:pt x="44074" y="14438"/>
                  </a:cubicBezTo>
                  <a:lnTo>
                    <a:pt x="43983" y="14499"/>
                  </a:lnTo>
                  <a:cubicBezTo>
                    <a:pt x="43953" y="14519"/>
                    <a:pt x="43916" y="14529"/>
                    <a:pt x="43877" y="14529"/>
                  </a:cubicBezTo>
                  <a:cubicBezTo>
                    <a:pt x="43801" y="14529"/>
                    <a:pt x="43720" y="14489"/>
                    <a:pt x="43679" y="14408"/>
                  </a:cubicBezTo>
                  <a:lnTo>
                    <a:pt x="43558" y="14347"/>
                  </a:lnTo>
                  <a:lnTo>
                    <a:pt x="43436" y="14347"/>
                  </a:lnTo>
                  <a:cubicBezTo>
                    <a:pt x="43345" y="14256"/>
                    <a:pt x="43315" y="14104"/>
                    <a:pt x="43375" y="14013"/>
                  </a:cubicBezTo>
                  <a:close/>
                  <a:moveTo>
                    <a:pt x="45229" y="14189"/>
                  </a:moveTo>
                  <a:cubicBezTo>
                    <a:pt x="45238" y="14189"/>
                    <a:pt x="45248" y="14191"/>
                    <a:pt x="45260" y="14195"/>
                  </a:cubicBezTo>
                  <a:cubicBezTo>
                    <a:pt x="45412" y="14256"/>
                    <a:pt x="45381" y="14499"/>
                    <a:pt x="45199" y="14499"/>
                  </a:cubicBezTo>
                  <a:lnTo>
                    <a:pt x="45047" y="14560"/>
                  </a:lnTo>
                  <a:lnTo>
                    <a:pt x="45017" y="14560"/>
                  </a:lnTo>
                  <a:cubicBezTo>
                    <a:pt x="44956" y="14499"/>
                    <a:pt x="44926" y="14438"/>
                    <a:pt x="44956" y="14377"/>
                  </a:cubicBezTo>
                  <a:lnTo>
                    <a:pt x="45199" y="14377"/>
                  </a:lnTo>
                  <a:cubicBezTo>
                    <a:pt x="45173" y="14272"/>
                    <a:pt x="45169" y="14189"/>
                    <a:pt x="45229" y="14189"/>
                  </a:cubicBezTo>
                  <a:close/>
                  <a:moveTo>
                    <a:pt x="56719" y="14225"/>
                  </a:moveTo>
                  <a:cubicBezTo>
                    <a:pt x="56780" y="14225"/>
                    <a:pt x="56810" y="14317"/>
                    <a:pt x="56780" y="14377"/>
                  </a:cubicBezTo>
                  <a:lnTo>
                    <a:pt x="56719" y="14377"/>
                  </a:lnTo>
                  <a:cubicBezTo>
                    <a:pt x="56598" y="14408"/>
                    <a:pt x="56476" y="14438"/>
                    <a:pt x="56354" y="14468"/>
                  </a:cubicBezTo>
                  <a:lnTo>
                    <a:pt x="56354" y="14529"/>
                  </a:lnTo>
                  <a:lnTo>
                    <a:pt x="56354" y="14560"/>
                  </a:lnTo>
                  <a:cubicBezTo>
                    <a:pt x="56324" y="14590"/>
                    <a:pt x="56263" y="14590"/>
                    <a:pt x="56233" y="14590"/>
                  </a:cubicBezTo>
                  <a:cubicBezTo>
                    <a:pt x="56202" y="14529"/>
                    <a:pt x="56202" y="14468"/>
                    <a:pt x="56202" y="14408"/>
                  </a:cubicBezTo>
                  <a:cubicBezTo>
                    <a:pt x="56202" y="14377"/>
                    <a:pt x="56324" y="14286"/>
                    <a:pt x="56506" y="14256"/>
                  </a:cubicBezTo>
                  <a:lnTo>
                    <a:pt x="56658" y="14225"/>
                  </a:lnTo>
                  <a:close/>
                  <a:moveTo>
                    <a:pt x="69794" y="14091"/>
                  </a:moveTo>
                  <a:cubicBezTo>
                    <a:pt x="69855" y="14091"/>
                    <a:pt x="69929" y="14113"/>
                    <a:pt x="69972" y="14134"/>
                  </a:cubicBezTo>
                  <a:cubicBezTo>
                    <a:pt x="70032" y="14165"/>
                    <a:pt x="70093" y="14225"/>
                    <a:pt x="70063" y="14317"/>
                  </a:cubicBezTo>
                  <a:cubicBezTo>
                    <a:pt x="70039" y="14352"/>
                    <a:pt x="70010" y="14365"/>
                    <a:pt x="69981" y="14365"/>
                  </a:cubicBezTo>
                  <a:cubicBezTo>
                    <a:pt x="69935" y="14365"/>
                    <a:pt x="69887" y="14335"/>
                    <a:pt x="69850" y="14317"/>
                  </a:cubicBezTo>
                  <a:lnTo>
                    <a:pt x="69820" y="14286"/>
                  </a:lnTo>
                  <a:cubicBezTo>
                    <a:pt x="69759" y="14286"/>
                    <a:pt x="69607" y="14499"/>
                    <a:pt x="69546" y="14590"/>
                  </a:cubicBezTo>
                  <a:cubicBezTo>
                    <a:pt x="69536" y="14600"/>
                    <a:pt x="69522" y="14604"/>
                    <a:pt x="69506" y="14604"/>
                  </a:cubicBezTo>
                  <a:cubicBezTo>
                    <a:pt x="69421" y="14604"/>
                    <a:pt x="69268" y="14489"/>
                    <a:pt x="69242" y="14438"/>
                  </a:cubicBezTo>
                  <a:cubicBezTo>
                    <a:pt x="69181" y="14347"/>
                    <a:pt x="69242" y="14225"/>
                    <a:pt x="69364" y="14165"/>
                  </a:cubicBezTo>
                  <a:lnTo>
                    <a:pt x="69485" y="14134"/>
                  </a:lnTo>
                  <a:cubicBezTo>
                    <a:pt x="69516" y="14119"/>
                    <a:pt x="69569" y="14119"/>
                    <a:pt x="69618" y="14119"/>
                  </a:cubicBezTo>
                  <a:cubicBezTo>
                    <a:pt x="69668" y="14119"/>
                    <a:pt x="69713" y="14119"/>
                    <a:pt x="69728" y="14104"/>
                  </a:cubicBezTo>
                  <a:cubicBezTo>
                    <a:pt x="69746" y="14095"/>
                    <a:pt x="69769" y="14091"/>
                    <a:pt x="69794" y="14091"/>
                  </a:cubicBezTo>
                  <a:close/>
                  <a:moveTo>
                    <a:pt x="37631" y="13678"/>
                  </a:moveTo>
                  <a:cubicBezTo>
                    <a:pt x="37651" y="13686"/>
                    <a:pt x="37669" y="13690"/>
                    <a:pt x="37686" y="13690"/>
                  </a:cubicBezTo>
                  <a:cubicBezTo>
                    <a:pt x="37687" y="13690"/>
                    <a:pt x="37687" y="13690"/>
                    <a:pt x="37688" y="13690"/>
                  </a:cubicBezTo>
                  <a:lnTo>
                    <a:pt x="37688" y="13690"/>
                  </a:lnTo>
                  <a:cubicBezTo>
                    <a:pt x="37731" y="13758"/>
                    <a:pt x="37784" y="13836"/>
                    <a:pt x="37843" y="13921"/>
                  </a:cubicBezTo>
                  <a:lnTo>
                    <a:pt x="37783" y="13982"/>
                  </a:lnTo>
                  <a:cubicBezTo>
                    <a:pt x="37741" y="14003"/>
                    <a:pt x="37714" y="14052"/>
                    <a:pt x="37652" y="14052"/>
                  </a:cubicBezTo>
                  <a:cubicBezTo>
                    <a:pt x="37624" y="14052"/>
                    <a:pt x="37588" y="14041"/>
                    <a:pt x="37539" y="14013"/>
                  </a:cubicBezTo>
                  <a:lnTo>
                    <a:pt x="37418" y="13952"/>
                  </a:lnTo>
                  <a:cubicBezTo>
                    <a:pt x="37357" y="14104"/>
                    <a:pt x="37296" y="14620"/>
                    <a:pt x="37175" y="14712"/>
                  </a:cubicBezTo>
                  <a:cubicBezTo>
                    <a:pt x="37142" y="14728"/>
                    <a:pt x="37107" y="14736"/>
                    <a:pt x="37073" y="14736"/>
                  </a:cubicBezTo>
                  <a:cubicBezTo>
                    <a:pt x="36980" y="14736"/>
                    <a:pt x="36893" y="14679"/>
                    <a:pt x="36871" y="14590"/>
                  </a:cubicBezTo>
                  <a:cubicBezTo>
                    <a:pt x="36871" y="14499"/>
                    <a:pt x="36992" y="14438"/>
                    <a:pt x="37053" y="14438"/>
                  </a:cubicBezTo>
                  <a:cubicBezTo>
                    <a:pt x="37083" y="14438"/>
                    <a:pt x="37205" y="14286"/>
                    <a:pt x="37175" y="14256"/>
                  </a:cubicBezTo>
                  <a:cubicBezTo>
                    <a:pt x="37083" y="14165"/>
                    <a:pt x="36962" y="14134"/>
                    <a:pt x="36871" y="14134"/>
                  </a:cubicBezTo>
                  <a:cubicBezTo>
                    <a:pt x="36780" y="14165"/>
                    <a:pt x="36628" y="14225"/>
                    <a:pt x="36476" y="14317"/>
                  </a:cubicBezTo>
                  <a:lnTo>
                    <a:pt x="36384" y="14377"/>
                  </a:lnTo>
                  <a:cubicBezTo>
                    <a:pt x="36324" y="14438"/>
                    <a:pt x="36324" y="14529"/>
                    <a:pt x="36445" y="14529"/>
                  </a:cubicBezTo>
                  <a:lnTo>
                    <a:pt x="36567" y="14529"/>
                  </a:lnTo>
                  <a:cubicBezTo>
                    <a:pt x="36536" y="14620"/>
                    <a:pt x="36445" y="14681"/>
                    <a:pt x="36354" y="14712"/>
                  </a:cubicBezTo>
                  <a:lnTo>
                    <a:pt x="36293" y="14681"/>
                  </a:lnTo>
                  <a:lnTo>
                    <a:pt x="36202" y="14651"/>
                  </a:lnTo>
                  <a:cubicBezTo>
                    <a:pt x="36202" y="14499"/>
                    <a:pt x="36232" y="14347"/>
                    <a:pt x="36293" y="14195"/>
                  </a:cubicBezTo>
                  <a:lnTo>
                    <a:pt x="36354" y="14134"/>
                  </a:lnTo>
                  <a:cubicBezTo>
                    <a:pt x="36384" y="14104"/>
                    <a:pt x="36445" y="14073"/>
                    <a:pt x="36445" y="14043"/>
                  </a:cubicBezTo>
                  <a:cubicBezTo>
                    <a:pt x="36476" y="13952"/>
                    <a:pt x="36567" y="13921"/>
                    <a:pt x="36658" y="13921"/>
                  </a:cubicBezTo>
                  <a:cubicBezTo>
                    <a:pt x="36696" y="13929"/>
                    <a:pt x="36734" y="13933"/>
                    <a:pt x="36771" y="13933"/>
                  </a:cubicBezTo>
                  <a:cubicBezTo>
                    <a:pt x="36884" y="13933"/>
                    <a:pt x="36992" y="13899"/>
                    <a:pt x="37083" y="13830"/>
                  </a:cubicBezTo>
                  <a:lnTo>
                    <a:pt x="37175" y="13709"/>
                  </a:lnTo>
                  <a:cubicBezTo>
                    <a:pt x="37205" y="13769"/>
                    <a:pt x="37258" y="13800"/>
                    <a:pt x="37311" y="13800"/>
                  </a:cubicBezTo>
                  <a:cubicBezTo>
                    <a:pt x="37365" y="13800"/>
                    <a:pt x="37418" y="13769"/>
                    <a:pt x="37448" y="13709"/>
                  </a:cubicBezTo>
                  <a:lnTo>
                    <a:pt x="37539" y="13678"/>
                  </a:lnTo>
                  <a:close/>
                  <a:moveTo>
                    <a:pt x="47874" y="13222"/>
                  </a:moveTo>
                  <a:lnTo>
                    <a:pt x="47965" y="13344"/>
                  </a:lnTo>
                  <a:cubicBezTo>
                    <a:pt x="48041" y="13445"/>
                    <a:pt x="48179" y="13504"/>
                    <a:pt x="48310" y="13504"/>
                  </a:cubicBezTo>
                  <a:cubicBezTo>
                    <a:pt x="48338" y="13504"/>
                    <a:pt x="48365" y="13501"/>
                    <a:pt x="48391" y="13496"/>
                  </a:cubicBezTo>
                  <a:lnTo>
                    <a:pt x="48664" y="13496"/>
                  </a:lnTo>
                  <a:cubicBezTo>
                    <a:pt x="48968" y="13496"/>
                    <a:pt x="49181" y="13405"/>
                    <a:pt x="49151" y="13405"/>
                  </a:cubicBezTo>
                  <a:cubicBezTo>
                    <a:pt x="49120" y="13374"/>
                    <a:pt x="49394" y="13283"/>
                    <a:pt x="49515" y="13283"/>
                  </a:cubicBezTo>
                  <a:cubicBezTo>
                    <a:pt x="49606" y="13313"/>
                    <a:pt x="49728" y="13496"/>
                    <a:pt x="49728" y="13557"/>
                  </a:cubicBezTo>
                  <a:cubicBezTo>
                    <a:pt x="49728" y="13617"/>
                    <a:pt x="49637" y="13678"/>
                    <a:pt x="49515" y="13678"/>
                  </a:cubicBezTo>
                  <a:lnTo>
                    <a:pt x="49485" y="13648"/>
                  </a:lnTo>
                  <a:lnTo>
                    <a:pt x="49394" y="13587"/>
                  </a:lnTo>
                  <a:cubicBezTo>
                    <a:pt x="49303" y="13648"/>
                    <a:pt x="49211" y="13678"/>
                    <a:pt x="49090" y="13709"/>
                  </a:cubicBezTo>
                  <a:lnTo>
                    <a:pt x="48786" y="13648"/>
                  </a:lnTo>
                  <a:lnTo>
                    <a:pt x="48725" y="13709"/>
                  </a:lnTo>
                  <a:lnTo>
                    <a:pt x="48603" y="13769"/>
                  </a:lnTo>
                  <a:cubicBezTo>
                    <a:pt x="48543" y="13709"/>
                    <a:pt x="48512" y="13648"/>
                    <a:pt x="48421" y="13617"/>
                  </a:cubicBezTo>
                  <a:lnTo>
                    <a:pt x="48391" y="13617"/>
                  </a:lnTo>
                  <a:cubicBezTo>
                    <a:pt x="48330" y="13617"/>
                    <a:pt x="48239" y="13648"/>
                    <a:pt x="48178" y="13648"/>
                  </a:cubicBezTo>
                  <a:lnTo>
                    <a:pt x="48117" y="13648"/>
                  </a:lnTo>
                  <a:cubicBezTo>
                    <a:pt x="48105" y="13659"/>
                    <a:pt x="48094" y="13664"/>
                    <a:pt x="48082" y="13664"/>
                  </a:cubicBezTo>
                  <a:cubicBezTo>
                    <a:pt x="48034" y="13664"/>
                    <a:pt x="47990" y="13575"/>
                    <a:pt x="47965" y="13526"/>
                  </a:cubicBezTo>
                  <a:cubicBezTo>
                    <a:pt x="47965" y="13521"/>
                    <a:pt x="47961" y="13519"/>
                    <a:pt x="47954" y="13519"/>
                  </a:cubicBezTo>
                  <a:cubicBezTo>
                    <a:pt x="47916" y="13519"/>
                    <a:pt x="47788" y="13586"/>
                    <a:pt x="47661" y="13739"/>
                  </a:cubicBezTo>
                  <a:lnTo>
                    <a:pt x="47509" y="13800"/>
                  </a:lnTo>
                  <a:cubicBezTo>
                    <a:pt x="47357" y="13861"/>
                    <a:pt x="47388" y="13861"/>
                    <a:pt x="47357" y="13982"/>
                  </a:cubicBezTo>
                  <a:cubicBezTo>
                    <a:pt x="47357" y="14073"/>
                    <a:pt x="47509" y="14073"/>
                    <a:pt x="47540" y="14073"/>
                  </a:cubicBezTo>
                  <a:lnTo>
                    <a:pt x="47631" y="14073"/>
                  </a:lnTo>
                  <a:lnTo>
                    <a:pt x="47661" y="14104"/>
                  </a:lnTo>
                  <a:cubicBezTo>
                    <a:pt x="47661" y="14134"/>
                    <a:pt x="47631" y="14165"/>
                    <a:pt x="47600" y="14165"/>
                  </a:cubicBezTo>
                  <a:lnTo>
                    <a:pt x="47509" y="14165"/>
                  </a:lnTo>
                  <a:cubicBezTo>
                    <a:pt x="47448" y="14165"/>
                    <a:pt x="47357" y="14408"/>
                    <a:pt x="47266" y="14438"/>
                  </a:cubicBezTo>
                  <a:cubicBezTo>
                    <a:pt x="47175" y="14468"/>
                    <a:pt x="47114" y="14499"/>
                    <a:pt x="47053" y="14560"/>
                  </a:cubicBezTo>
                  <a:lnTo>
                    <a:pt x="47053" y="14590"/>
                  </a:lnTo>
                  <a:cubicBezTo>
                    <a:pt x="47175" y="14620"/>
                    <a:pt x="47296" y="14651"/>
                    <a:pt x="47418" y="14681"/>
                  </a:cubicBezTo>
                  <a:lnTo>
                    <a:pt x="47540" y="14742"/>
                  </a:lnTo>
                  <a:lnTo>
                    <a:pt x="47327" y="14742"/>
                  </a:lnTo>
                  <a:cubicBezTo>
                    <a:pt x="47175" y="14712"/>
                    <a:pt x="46992" y="14681"/>
                    <a:pt x="46840" y="14651"/>
                  </a:cubicBezTo>
                  <a:lnTo>
                    <a:pt x="46901" y="14590"/>
                  </a:lnTo>
                  <a:cubicBezTo>
                    <a:pt x="46981" y="14510"/>
                    <a:pt x="46921" y="14336"/>
                    <a:pt x="47090" y="14336"/>
                  </a:cubicBezTo>
                  <a:cubicBezTo>
                    <a:pt x="47114" y="14336"/>
                    <a:pt x="47142" y="14339"/>
                    <a:pt x="47175" y="14347"/>
                  </a:cubicBezTo>
                  <a:cubicBezTo>
                    <a:pt x="47175" y="14347"/>
                    <a:pt x="47266" y="14225"/>
                    <a:pt x="47236" y="14165"/>
                  </a:cubicBezTo>
                  <a:lnTo>
                    <a:pt x="47205" y="14043"/>
                  </a:lnTo>
                  <a:cubicBezTo>
                    <a:pt x="47205" y="13921"/>
                    <a:pt x="47175" y="13800"/>
                    <a:pt x="47114" y="13678"/>
                  </a:cubicBezTo>
                  <a:lnTo>
                    <a:pt x="47053" y="13709"/>
                  </a:lnTo>
                  <a:cubicBezTo>
                    <a:pt x="46992" y="13709"/>
                    <a:pt x="46901" y="13739"/>
                    <a:pt x="46840" y="13800"/>
                  </a:cubicBezTo>
                  <a:lnTo>
                    <a:pt x="46719" y="13861"/>
                  </a:lnTo>
                  <a:cubicBezTo>
                    <a:pt x="46689" y="13800"/>
                    <a:pt x="46840" y="13617"/>
                    <a:pt x="47053" y="13435"/>
                  </a:cubicBezTo>
                  <a:lnTo>
                    <a:pt x="47357" y="13496"/>
                  </a:lnTo>
                  <a:lnTo>
                    <a:pt x="47479" y="13496"/>
                  </a:lnTo>
                  <a:cubicBezTo>
                    <a:pt x="47600" y="13374"/>
                    <a:pt x="47722" y="13283"/>
                    <a:pt x="47874" y="13222"/>
                  </a:cubicBezTo>
                  <a:close/>
                  <a:moveTo>
                    <a:pt x="40539" y="14324"/>
                  </a:moveTo>
                  <a:cubicBezTo>
                    <a:pt x="40557" y="14324"/>
                    <a:pt x="40571" y="14331"/>
                    <a:pt x="40579" y="14347"/>
                  </a:cubicBezTo>
                  <a:cubicBezTo>
                    <a:pt x="40609" y="14377"/>
                    <a:pt x="40518" y="14499"/>
                    <a:pt x="40457" y="14499"/>
                  </a:cubicBezTo>
                  <a:cubicBezTo>
                    <a:pt x="40397" y="14499"/>
                    <a:pt x="40366" y="14529"/>
                    <a:pt x="40366" y="14590"/>
                  </a:cubicBezTo>
                  <a:lnTo>
                    <a:pt x="40488" y="14590"/>
                  </a:lnTo>
                  <a:cubicBezTo>
                    <a:pt x="40518" y="14651"/>
                    <a:pt x="40457" y="14772"/>
                    <a:pt x="40397" y="14772"/>
                  </a:cubicBezTo>
                  <a:cubicBezTo>
                    <a:pt x="40275" y="14712"/>
                    <a:pt x="40153" y="14651"/>
                    <a:pt x="40032" y="14590"/>
                  </a:cubicBezTo>
                  <a:lnTo>
                    <a:pt x="39880" y="14590"/>
                  </a:lnTo>
                  <a:cubicBezTo>
                    <a:pt x="39819" y="14590"/>
                    <a:pt x="39789" y="14560"/>
                    <a:pt x="39758" y="14499"/>
                  </a:cubicBezTo>
                  <a:cubicBezTo>
                    <a:pt x="39758" y="14468"/>
                    <a:pt x="39758" y="14408"/>
                    <a:pt x="39758" y="14377"/>
                  </a:cubicBezTo>
                  <a:cubicBezTo>
                    <a:pt x="39789" y="14362"/>
                    <a:pt x="39811" y="14355"/>
                    <a:pt x="39834" y="14355"/>
                  </a:cubicBezTo>
                  <a:cubicBezTo>
                    <a:pt x="39857" y="14355"/>
                    <a:pt x="39880" y="14362"/>
                    <a:pt x="39910" y="14377"/>
                  </a:cubicBezTo>
                  <a:cubicBezTo>
                    <a:pt x="39971" y="14377"/>
                    <a:pt x="40032" y="14438"/>
                    <a:pt x="40123" y="14438"/>
                  </a:cubicBezTo>
                  <a:lnTo>
                    <a:pt x="40305" y="14499"/>
                  </a:lnTo>
                  <a:cubicBezTo>
                    <a:pt x="40396" y="14386"/>
                    <a:pt x="40486" y="14324"/>
                    <a:pt x="40539" y="14324"/>
                  </a:cubicBezTo>
                  <a:close/>
                  <a:moveTo>
                    <a:pt x="8945" y="14256"/>
                  </a:moveTo>
                  <a:cubicBezTo>
                    <a:pt x="8975" y="14256"/>
                    <a:pt x="9013" y="14286"/>
                    <a:pt x="9059" y="14347"/>
                  </a:cubicBezTo>
                  <a:lnTo>
                    <a:pt x="8937" y="14468"/>
                  </a:lnTo>
                  <a:cubicBezTo>
                    <a:pt x="8907" y="14499"/>
                    <a:pt x="8846" y="14529"/>
                    <a:pt x="8815" y="14620"/>
                  </a:cubicBezTo>
                  <a:cubicBezTo>
                    <a:pt x="8789" y="14699"/>
                    <a:pt x="8808" y="14778"/>
                    <a:pt x="8715" y="14778"/>
                  </a:cubicBezTo>
                  <a:cubicBezTo>
                    <a:pt x="8701" y="14778"/>
                    <a:pt x="8684" y="14777"/>
                    <a:pt x="8663" y="14772"/>
                  </a:cubicBezTo>
                  <a:cubicBezTo>
                    <a:pt x="8633" y="14772"/>
                    <a:pt x="8542" y="14620"/>
                    <a:pt x="8633" y="14560"/>
                  </a:cubicBezTo>
                  <a:cubicBezTo>
                    <a:pt x="8717" y="14504"/>
                    <a:pt x="8672" y="14344"/>
                    <a:pt x="8832" y="14344"/>
                  </a:cubicBezTo>
                  <a:cubicBezTo>
                    <a:pt x="8846" y="14344"/>
                    <a:pt x="8860" y="14345"/>
                    <a:pt x="8876" y="14347"/>
                  </a:cubicBezTo>
                  <a:cubicBezTo>
                    <a:pt x="8891" y="14286"/>
                    <a:pt x="8914" y="14256"/>
                    <a:pt x="8945" y="14256"/>
                  </a:cubicBezTo>
                  <a:close/>
                  <a:moveTo>
                    <a:pt x="45224" y="14738"/>
                  </a:moveTo>
                  <a:cubicBezTo>
                    <a:pt x="45311" y="14738"/>
                    <a:pt x="45406" y="14866"/>
                    <a:pt x="45351" y="14894"/>
                  </a:cubicBezTo>
                  <a:cubicBezTo>
                    <a:pt x="45290" y="14924"/>
                    <a:pt x="45290" y="14985"/>
                    <a:pt x="45290" y="14985"/>
                  </a:cubicBezTo>
                  <a:cubicBezTo>
                    <a:pt x="45230" y="14955"/>
                    <a:pt x="45169" y="14924"/>
                    <a:pt x="45108" y="14894"/>
                  </a:cubicBezTo>
                  <a:cubicBezTo>
                    <a:pt x="45047" y="14864"/>
                    <a:pt x="45078" y="14803"/>
                    <a:pt x="45169" y="14742"/>
                  </a:cubicBezTo>
                  <a:lnTo>
                    <a:pt x="45199" y="14742"/>
                  </a:lnTo>
                  <a:cubicBezTo>
                    <a:pt x="45207" y="14739"/>
                    <a:pt x="45216" y="14738"/>
                    <a:pt x="45224" y="14738"/>
                  </a:cubicBezTo>
                  <a:close/>
                  <a:moveTo>
                    <a:pt x="14038" y="14671"/>
                  </a:moveTo>
                  <a:cubicBezTo>
                    <a:pt x="14169" y="14671"/>
                    <a:pt x="14287" y="14844"/>
                    <a:pt x="14287" y="14924"/>
                  </a:cubicBezTo>
                  <a:cubicBezTo>
                    <a:pt x="14287" y="14963"/>
                    <a:pt x="14305" y="14977"/>
                    <a:pt x="14333" y="14977"/>
                  </a:cubicBezTo>
                  <a:cubicBezTo>
                    <a:pt x="14391" y="14977"/>
                    <a:pt x="14489" y="14915"/>
                    <a:pt x="14530" y="14894"/>
                  </a:cubicBezTo>
                  <a:cubicBezTo>
                    <a:pt x="14545" y="14864"/>
                    <a:pt x="14575" y="14848"/>
                    <a:pt x="14606" y="14848"/>
                  </a:cubicBezTo>
                  <a:cubicBezTo>
                    <a:pt x="14636" y="14848"/>
                    <a:pt x="14667" y="14864"/>
                    <a:pt x="14682" y="14894"/>
                  </a:cubicBezTo>
                  <a:lnTo>
                    <a:pt x="14712" y="14894"/>
                  </a:lnTo>
                  <a:cubicBezTo>
                    <a:pt x="14742" y="14894"/>
                    <a:pt x="14771" y="14893"/>
                    <a:pt x="14800" y="14892"/>
                  </a:cubicBezTo>
                  <a:lnTo>
                    <a:pt x="14800" y="14892"/>
                  </a:lnTo>
                  <a:cubicBezTo>
                    <a:pt x="14743" y="14935"/>
                    <a:pt x="14671" y="14960"/>
                    <a:pt x="14621" y="14985"/>
                  </a:cubicBezTo>
                  <a:lnTo>
                    <a:pt x="14591" y="15016"/>
                  </a:lnTo>
                  <a:cubicBezTo>
                    <a:pt x="14491" y="15091"/>
                    <a:pt x="14370" y="15145"/>
                    <a:pt x="14246" y="15145"/>
                  </a:cubicBezTo>
                  <a:cubicBezTo>
                    <a:pt x="14219" y="15145"/>
                    <a:pt x="14192" y="15143"/>
                    <a:pt x="14165" y="15137"/>
                  </a:cubicBezTo>
                  <a:lnTo>
                    <a:pt x="14013" y="15137"/>
                  </a:lnTo>
                  <a:cubicBezTo>
                    <a:pt x="13892" y="15076"/>
                    <a:pt x="13770" y="14985"/>
                    <a:pt x="13709" y="14894"/>
                  </a:cubicBezTo>
                  <a:cubicBezTo>
                    <a:pt x="13704" y="14884"/>
                    <a:pt x="13696" y="14880"/>
                    <a:pt x="13685" y="14880"/>
                  </a:cubicBezTo>
                  <a:cubicBezTo>
                    <a:pt x="13651" y="14880"/>
                    <a:pt x="13591" y="14927"/>
                    <a:pt x="13547" y="14967"/>
                  </a:cubicBezTo>
                  <a:lnTo>
                    <a:pt x="13547" y="14967"/>
                  </a:lnTo>
                  <a:lnTo>
                    <a:pt x="13527" y="14803"/>
                  </a:lnTo>
                  <a:cubicBezTo>
                    <a:pt x="13527" y="14779"/>
                    <a:pt x="13564" y="14755"/>
                    <a:pt x="13595" y="14746"/>
                  </a:cubicBezTo>
                  <a:lnTo>
                    <a:pt x="13595" y="14746"/>
                  </a:lnTo>
                  <a:cubicBezTo>
                    <a:pt x="13653" y="14777"/>
                    <a:pt x="13712" y="14836"/>
                    <a:pt x="13770" y="14894"/>
                  </a:cubicBezTo>
                  <a:lnTo>
                    <a:pt x="13861" y="14803"/>
                  </a:lnTo>
                  <a:lnTo>
                    <a:pt x="13983" y="14681"/>
                  </a:lnTo>
                  <a:cubicBezTo>
                    <a:pt x="14001" y="14674"/>
                    <a:pt x="14020" y="14671"/>
                    <a:pt x="14038" y="14671"/>
                  </a:cubicBezTo>
                  <a:close/>
                  <a:moveTo>
                    <a:pt x="31973" y="13481"/>
                  </a:moveTo>
                  <a:cubicBezTo>
                    <a:pt x="32015" y="13481"/>
                    <a:pt x="32083" y="13496"/>
                    <a:pt x="32159" y="13526"/>
                  </a:cubicBezTo>
                  <a:lnTo>
                    <a:pt x="32220" y="13709"/>
                  </a:lnTo>
                  <a:lnTo>
                    <a:pt x="32220" y="13739"/>
                  </a:lnTo>
                  <a:cubicBezTo>
                    <a:pt x="32220" y="13761"/>
                    <a:pt x="32228" y="13771"/>
                    <a:pt x="32242" y="13771"/>
                  </a:cubicBezTo>
                  <a:cubicBezTo>
                    <a:pt x="32267" y="13771"/>
                    <a:pt x="32313" y="13737"/>
                    <a:pt x="32372" y="13678"/>
                  </a:cubicBezTo>
                  <a:lnTo>
                    <a:pt x="32433" y="13617"/>
                  </a:lnTo>
                  <a:cubicBezTo>
                    <a:pt x="32463" y="13587"/>
                    <a:pt x="32524" y="13587"/>
                    <a:pt x="32555" y="13587"/>
                  </a:cubicBezTo>
                  <a:lnTo>
                    <a:pt x="32737" y="13921"/>
                  </a:lnTo>
                  <a:cubicBezTo>
                    <a:pt x="32982" y="13832"/>
                    <a:pt x="33194" y="13776"/>
                    <a:pt x="33266" y="13776"/>
                  </a:cubicBezTo>
                  <a:cubicBezTo>
                    <a:pt x="33293" y="13776"/>
                    <a:pt x="33300" y="13783"/>
                    <a:pt x="33284" y="13800"/>
                  </a:cubicBezTo>
                  <a:lnTo>
                    <a:pt x="33254" y="13830"/>
                  </a:lnTo>
                  <a:lnTo>
                    <a:pt x="33162" y="13982"/>
                  </a:lnTo>
                  <a:cubicBezTo>
                    <a:pt x="33151" y="13980"/>
                    <a:pt x="33140" y="13979"/>
                    <a:pt x="33131" y="13979"/>
                  </a:cubicBezTo>
                  <a:cubicBezTo>
                    <a:pt x="33011" y="13979"/>
                    <a:pt x="33015" y="14141"/>
                    <a:pt x="33071" y="14225"/>
                  </a:cubicBezTo>
                  <a:cubicBezTo>
                    <a:pt x="33102" y="14286"/>
                    <a:pt x="32950" y="14408"/>
                    <a:pt x="32737" y="14468"/>
                  </a:cubicBezTo>
                  <a:lnTo>
                    <a:pt x="32463" y="14408"/>
                  </a:lnTo>
                  <a:lnTo>
                    <a:pt x="32372" y="14408"/>
                  </a:lnTo>
                  <a:cubicBezTo>
                    <a:pt x="32281" y="14499"/>
                    <a:pt x="32129" y="14620"/>
                    <a:pt x="32068" y="14620"/>
                  </a:cubicBezTo>
                  <a:cubicBezTo>
                    <a:pt x="32012" y="14592"/>
                    <a:pt x="31748" y="14435"/>
                    <a:pt x="31613" y="14435"/>
                  </a:cubicBezTo>
                  <a:cubicBezTo>
                    <a:pt x="31601" y="14435"/>
                    <a:pt x="31591" y="14436"/>
                    <a:pt x="31582" y="14438"/>
                  </a:cubicBezTo>
                  <a:cubicBezTo>
                    <a:pt x="31460" y="14499"/>
                    <a:pt x="31491" y="14620"/>
                    <a:pt x="31521" y="14620"/>
                  </a:cubicBezTo>
                  <a:cubicBezTo>
                    <a:pt x="31612" y="14712"/>
                    <a:pt x="31734" y="14803"/>
                    <a:pt x="31795" y="14894"/>
                  </a:cubicBezTo>
                  <a:lnTo>
                    <a:pt x="32190" y="14864"/>
                  </a:lnTo>
                  <a:cubicBezTo>
                    <a:pt x="32205" y="14848"/>
                    <a:pt x="32220" y="14841"/>
                    <a:pt x="32235" y="14841"/>
                  </a:cubicBezTo>
                  <a:cubicBezTo>
                    <a:pt x="32251" y="14841"/>
                    <a:pt x="32266" y="14848"/>
                    <a:pt x="32281" y="14864"/>
                  </a:cubicBezTo>
                  <a:lnTo>
                    <a:pt x="32311" y="14864"/>
                  </a:lnTo>
                  <a:cubicBezTo>
                    <a:pt x="32372" y="14924"/>
                    <a:pt x="32311" y="14985"/>
                    <a:pt x="32220" y="15016"/>
                  </a:cubicBezTo>
                  <a:lnTo>
                    <a:pt x="31764" y="15016"/>
                  </a:lnTo>
                  <a:cubicBezTo>
                    <a:pt x="31612" y="15107"/>
                    <a:pt x="31430" y="15168"/>
                    <a:pt x="31278" y="15228"/>
                  </a:cubicBezTo>
                  <a:lnTo>
                    <a:pt x="31217" y="15228"/>
                  </a:lnTo>
                  <a:lnTo>
                    <a:pt x="30761" y="15076"/>
                  </a:lnTo>
                  <a:lnTo>
                    <a:pt x="30609" y="15137"/>
                  </a:lnTo>
                  <a:cubicBezTo>
                    <a:pt x="30560" y="15153"/>
                    <a:pt x="30514" y="15161"/>
                    <a:pt x="30471" y="15161"/>
                  </a:cubicBezTo>
                  <a:cubicBezTo>
                    <a:pt x="30354" y="15161"/>
                    <a:pt x="30267" y="15105"/>
                    <a:pt x="30244" y="15016"/>
                  </a:cubicBezTo>
                  <a:lnTo>
                    <a:pt x="30366" y="14955"/>
                  </a:lnTo>
                  <a:cubicBezTo>
                    <a:pt x="30427" y="14924"/>
                    <a:pt x="30488" y="14924"/>
                    <a:pt x="30548" y="14894"/>
                  </a:cubicBezTo>
                  <a:cubicBezTo>
                    <a:pt x="30670" y="14803"/>
                    <a:pt x="30738" y="14757"/>
                    <a:pt x="30795" y="14757"/>
                  </a:cubicBezTo>
                  <a:cubicBezTo>
                    <a:pt x="30852" y="14757"/>
                    <a:pt x="30898" y="14803"/>
                    <a:pt x="30974" y="14894"/>
                  </a:cubicBezTo>
                  <a:lnTo>
                    <a:pt x="31096" y="15016"/>
                  </a:lnTo>
                  <a:cubicBezTo>
                    <a:pt x="31187" y="14985"/>
                    <a:pt x="31247" y="14742"/>
                    <a:pt x="31187" y="14681"/>
                  </a:cubicBezTo>
                  <a:cubicBezTo>
                    <a:pt x="31096" y="14590"/>
                    <a:pt x="30974" y="14529"/>
                    <a:pt x="30852" y="14529"/>
                  </a:cubicBezTo>
                  <a:lnTo>
                    <a:pt x="30792" y="14560"/>
                  </a:lnTo>
                  <a:cubicBezTo>
                    <a:pt x="30731" y="14560"/>
                    <a:pt x="30697" y="14587"/>
                    <a:pt x="30654" y="14587"/>
                  </a:cubicBezTo>
                  <a:cubicBezTo>
                    <a:pt x="30633" y="14587"/>
                    <a:pt x="30609" y="14580"/>
                    <a:pt x="30579" y="14560"/>
                  </a:cubicBezTo>
                  <a:lnTo>
                    <a:pt x="30518" y="14499"/>
                  </a:lnTo>
                  <a:cubicBezTo>
                    <a:pt x="30427" y="14499"/>
                    <a:pt x="30396" y="14408"/>
                    <a:pt x="30427" y="14347"/>
                  </a:cubicBezTo>
                  <a:lnTo>
                    <a:pt x="30457" y="14286"/>
                  </a:lnTo>
                  <a:cubicBezTo>
                    <a:pt x="30457" y="14256"/>
                    <a:pt x="30457" y="14195"/>
                    <a:pt x="30427" y="14165"/>
                  </a:cubicBezTo>
                  <a:lnTo>
                    <a:pt x="30275" y="14165"/>
                  </a:lnTo>
                  <a:lnTo>
                    <a:pt x="30214" y="14225"/>
                  </a:lnTo>
                  <a:cubicBezTo>
                    <a:pt x="30214" y="14347"/>
                    <a:pt x="30214" y="14468"/>
                    <a:pt x="30214" y="14560"/>
                  </a:cubicBezTo>
                  <a:lnTo>
                    <a:pt x="30275" y="14620"/>
                  </a:lnTo>
                  <a:cubicBezTo>
                    <a:pt x="30336" y="14681"/>
                    <a:pt x="30548" y="14651"/>
                    <a:pt x="30427" y="14803"/>
                  </a:cubicBezTo>
                  <a:cubicBezTo>
                    <a:pt x="30413" y="14816"/>
                    <a:pt x="30393" y="14822"/>
                    <a:pt x="30367" y="14822"/>
                  </a:cubicBezTo>
                  <a:cubicBezTo>
                    <a:pt x="30277" y="14822"/>
                    <a:pt x="30127" y="14746"/>
                    <a:pt x="30032" y="14651"/>
                  </a:cubicBezTo>
                  <a:cubicBezTo>
                    <a:pt x="30026" y="14645"/>
                    <a:pt x="30016" y="14643"/>
                    <a:pt x="30004" y="14643"/>
                  </a:cubicBezTo>
                  <a:cubicBezTo>
                    <a:pt x="29949" y="14643"/>
                    <a:pt x="29838" y="14692"/>
                    <a:pt x="29788" y="14742"/>
                  </a:cubicBezTo>
                  <a:cubicBezTo>
                    <a:pt x="29783" y="14745"/>
                    <a:pt x="29778" y="14746"/>
                    <a:pt x="29773" y="14746"/>
                  </a:cubicBezTo>
                  <a:cubicBezTo>
                    <a:pt x="29723" y="14746"/>
                    <a:pt x="29700" y="14615"/>
                    <a:pt x="29728" y="14560"/>
                  </a:cubicBezTo>
                  <a:cubicBezTo>
                    <a:pt x="29728" y="14538"/>
                    <a:pt x="29720" y="14528"/>
                    <a:pt x="29706" y="14528"/>
                  </a:cubicBezTo>
                  <a:cubicBezTo>
                    <a:pt x="29681" y="14528"/>
                    <a:pt x="29635" y="14562"/>
                    <a:pt x="29576" y="14620"/>
                  </a:cubicBezTo>
                  <a:lnTo>
                    <a:pt x="29333" y="14620"/>
                  </a:lnTo>
                  <a:cubicBezTo>
                    <a:pt x="29315" y="14535"/>
                    <a:pt x="29279" y="14497"/>
                    <a:pt x="29229" y="14497"/>
                  </a:cubicBezTo>
                  <a:cubicBezTo>
                    <a:pt x="29190" y="14497"/>
                    <a:pt x="29142" y="14520"/>
                    <a:pt x="29089" y="14560"/>
                  </a:cubicBezTo>
                  <a:cubicBezTo>
                    <a:pt x="29059" y="14590"/>
                    <a:pt x="29029" y="14620"/>
                    <a:pt x="28998" y="14651"/>
                  </a:cubicBezTo>
                  <a:lnTo>
                    <a:pt x="28968" y="14651"/>
                  </a:lnTo>
                  <a:cubicBezTo>
                    <a:pt x="28907" y="14651"/>
                    <a:pt x="28846" y="14590"/>
                    <a:pt x="28846" y="14560"/>
                  </a:cubicBezTo>
                  <a:cubicBezTo>
                    <a:pt x="28846" y="14529"/>
                    <a:pt x="28846" y="14377"/>
                    <a:pt x="28846" y="14347"/>
                  </a:cubicBezTo>
                  <a:cubicBezTo>
                    <a:pt x="28846" y="14325"/>
                    <a:pt x="28831" y="14304"/>
                    <a:pt x="28822" y="14304"/>
                  </a:cubicBezTo>
                  <a:cubicBezTo>
                    <a:pt x="28818" y="14304"/>
                    <a:pt x="28816" y="14308"/>
                    <a:pt x="28816" y="14317"/>
                  </a:cubicBezTo>
                  <a:lnTo>
                    <a:pt x="28816" y="14347"/>
                  </a:lnTo>
                  <a:cubicBezTo>
                    <a:pt x="28812" y="14351"/>
                    <a:pt x="28805" y="14353"/>
                    <a:pt x="28797" y="14353"/>
                  </a:cubicBezTo>
                  <a:cubicBezTo>
                    <a:pt x="28745" y="14353"/>
                    <a:pt x="28625" y="14282"/>
                    <a:pt x="28573" y="14256"/>
                  </a:cubicBezTo>
                  <a:cubicBezTo>
                    <a:pt x="28567" y="14250"/>
                    <a:pt x="28560" y="14247"/>
                    <a:pt x="28553" y="14247"/>
                  </a:cubicBezTo>
                  <a:cubicBezTo>
                    <a:pt x="28490" y="14247"/>
                    <a:pt x="28402" y="14475"/>
                    <a:pt x="28512" y="14529"/>
                  </a:cubicBezTo>
                  <a:cubicBezTo>
                    <a:pt x="28603" y="14560"/>
                    <a:pt x="28664" y="14681"/>
                    <a:pt x="28664" y="14803"/>
                  </a:cubicBezTo>
                  <a:cubicBezTo>
                    <a:pt x="28603" y="14833"/>
                    <a:pt x="28512" y="14894"/>
                    <a:pt x="28451" y="14924"/>
                  </a:cubicBezTo>
                  <a:cubicBezTo>
                    <a:pt x="28390" y="14924"/>
                    <a:pt x="28238" y="14742"/>
                    <a:pt x="28208" y="14651"/>
                  </a:cubicBezTo>
                  <a:cubicBezTo>
                    <a:pt x="28178" y="14560"/>
                    <a:pt x="27965" y="14560"/>
                    <a:pt x="27874" y="14560"/>
                  </a:cubicBezTo>
                  <a:lnTo>
                    <a:pt x="27570" y="14590"/>
                  </a:lnTo>
                  <a:lnTo>
                    <a:pt x="27387" y="14590"/>
                  </a:lnTo>
                  <a:cubicBezTo>
                    <a:pt x="27366" y="14595"/>
                    <a:pt x="27344" y="14598"/>
                    <a:pt x="27323" y="14598"/>
                  </a:cubicBezTo>
                  <a:cubicBezTo>
                    <a:pt x="27224" y="14598"/>
                    <a:pt x="27133" y="14544"/>
                    <a:pt x="27083" y="14468"/>
                  </a:cubicBezTo>
                  <a:cubicBezTo>
                    <a:pt x="27062" y="14447"/>
                    <a:pt x="27040" y="14426"/>
                    <a:pt x="27008" y="14426"/>
                  </a:cubicBezTo>
                  <a:cubicBezTo>
                    <a:pt x="26995" y="14426"/>
                    <a:pt x="26979" y="14429"/>
                    <a:pt x="26962" y="14438"/>
                  </a:cubicBezTo>
                  <a:lnTo>
                    <a:pt x="26931" y="14438"/>
                  </a:lnTo>
                  <a:cubicBezTo>
                    <a:pt x="26840" y="14468"/>
                    <a:pt x="26931" y="14499"/>
                    <a:pt x="26931" y="14560"/>
                  </a:cubicBezTo>
                  <a:lnTo>
                    <a:pt x="26962" y="14620"/>
                  </a:lnTo>
                  <a:cubicBezTo>
                    <a:pt x="26939" y="14689"/>
                    <a:pt x="26882" y="14723"/>
                    <a:pt x="26829" y="14723"/>
                  </a:cubicBezTo>
                  <a:cubicBezTo>
                    <a:pt x="26812" y="14723"/>
                    <a:pt x="26795" y="14719"/>
                    <a:pt x="26779" y="14712"/>
                  </a:cubicBezTo>
                  <a:lnTo>
                    <a:pt x="26688" y="14681"/>
                  </a:lnTo>
                  <a:lnTo>
                    <a:pt x="26658" y="14651"/>
                  </a:lnTo>
                  <a:cubicBezTo>
                    <a:pt x="26567" y="14590"/>
                    <a:pt x="26658" y="14408"/>
                    <a:pt x="26688" y="14377"/>
                  </a:cubicBezTo>
                  <a:cubicBezTo>
                    <a:pt x="26724" y="14342"/>
                    <a:pt x="26686" y="14327"/>
                    <a:pt x="26637" y="14327"/>
                  </a:cubicBezTo>
                  <a:cubicBezTo>
                    <a:pt x="26602" y="14327"/>
                    <a:pt x="26561" y="14334"/>
                    <a:pt x="26536" y="14347"/>
                  </a:cubicBezTo>
                  <a:cubicBezTo>
                    <a:pt x="26475" y="14377"/>
                    <a:pt x="26415" y="14377"/>
                    <a:pt x="26354" y="14377"/>
                  </a:cubicBezTo>
                  <a:lnTo>
                    <a:pt x="26263" y="14377"/>
                  </a:lnTo>
                  <a:cubicBezTo>
                    <a:pt x="26202" y="14408"/>
                    <a:pt x="26171" y="14438"/>
                    <a:pt x="26171" y="14499"/>
                  </a:cubicBezTo>
                  <a:lnTo>
                    <a:pt x="26202" y="14529"/>
                  </a:lnTo>
                  <a:cubicBezTo>
                    <a:pt x="26232" y="14560"/>
                    <a:pt x="26293" y="14590"/>
                    <a:pt x="26354" y="14620"/>
                  </a:cubicBezTo>
                  <a:cubicBezTo>
                    <a:pt x="26475" y="14651"/>
                    <a:pt x="26597" y="14712"/>
                    <a:pt x="26536" y="14803"/>
                  </a:cubicBezTo>
                  <a:lnTo>
                    <a:pt x="26475" y="14985"/>
                  </a:lnTo>
                  <a:cubicBezTo>
                    <a:pt x="26384" y="14864"/>
                    <a:pt x="25776" y="14894"/>
                    <a:pt x="25594" y="14864"/>
                  </a:cubicBezTo>
                  <a:cubicBezTo>
                    <a:pt x="25442" y="14833"/>
                    <a:pt x="25320" y="14742"/>
                    <a:pt x="25229" y="14620"/>
                  </a:cubicBezTo>
                  <a:cubicBezTo>
                    <a:pt x="25229" y="14590"/>
                    <a:pt x="25412" y="14529"/>
                    <a:pt x="25503" y="14529"/>
                  </a:cubicBezTo>
                  <a:cubicBezTo>
                    <a:pt x="25563" y="14529"/>
                    <a:pt x="25624" y="14499"/>
                    <a:pt x="25594" y="14468"/>
                  </a:cubicBezTo>
                  <a:lnTo>
                    <a:pt x="25442" y="14468"/>
                  </a:lnTo>
                  <a:cubicBezTo>
                    <a:pt x="25290" y="14468"/>
                    <a:pt x="25168" y="14529"/>
                    <a:pt x="25168" y="14651"/>
                  </a:cubicBezTo>
                  <a:lnTo>
                    <a:pt x="25108" y="14742"/>
                  </a:lnTo>
                  <a:cubicBezTo>
                    <a:pt x="25077" y="14772"/>
                    <a:pt x="24956" y="14833"/>
                    <a:pt x="24925" y="14864"/>
                  </a:cubicBezTo>
                  <a:cubicBezTo>
                    <a:pt x="24864" y="14894"/>
                    <a:pt x="24834" y="14955"/>
                    <a:pt x="24804" y="14955"/>
                  </a:cubicBezTo>
                  <a:cubicBezTo>
                    <a:pt x="24779" y="14960"/>
                    <a:pt x="24753" y="14961"/>
                    <a:pt x="24726" y="14961"/>
                  </a:cubicBezTo>
                  <a:cubicBezTo>
                    <a:pt x="24657" y="14961"/>
                    <a:pt x="24581" y="14950"/>
                    <a:pt x="24503" y="14950"/>
                  </a:cubicBezTo>
                  <a:cubicBezTo>
                    <a:pt x="24420" y="14950"/>
                    <a:pt x="24335" y="14963"/>
                    <a:pt x="24256" y="15016"/>
                  </a:cubicBezTo>
                  <a:cubicBezTo>
                    <a:pt x="24252" y="15020"/>
                    <a:pt x="24245" y="15022"/>
                    <a:pt x="24236" y="15022"/>
                  </a:cubicBezTo>
                  <a:cubicBezTo>
                    <a:pt x="24178" y="15022"/>
                    <a:pt x="24035" y="14947"/>
                    <a:pt x="23983" y="14894"/>
                  </a:cubicBezTo>
                  <a:lnTo>
                    <a:pt x="23922" y="14833"/>
                  </a:lnTo>
                  <a:cubicBezTo>
                    <a:pt x="23902" y="14774"/>
                    <a:pt x="23921" y="14741"/>
                    <a:pt x="23969" y="14741"/>
                  </a:cubicBezTo>
                  <a:cubicBezTo>
                    <a:pt x="23996" y="14741"/>
                    <a:pt x="24031" y="14751"/>
                    <a:pt x="24074" y="14772"/>
                  </a:cubicBezTo>
                  <a:lnTo>
                    <a:pt x="24196" y="14681"/>
                  </a:lnTo>
                  <a:lnTo>
                    <a:pt x="24256" y="14651"/>
                  </a:lnTo>
                  <a:cubicBezTo>
                    <a:pt x="24378" y="14651"/>
                    <a:pt x="24530" y="14620"/>
                    <a:pt x="24652" y="14529"/>
                  </a:cubicBezTo>
                  <a:cubicBezTo>
                    <a:pt x="24682" y="14499"/>
                    <a:pt x="24256" y="14499"/>
                    <a:pt x="24074" y="14499"/>
                  </a:cubicBezTo>
                  <a:cubicBezTo>
                    <a:pt x="23927" y="14523"/>
                    <a:pt x="23640" y="14568"/>
                    <a:pt x="23487" y="14568"/>
                  </a:cubicBezTo>
                  <a:cubicBezTo>
                    <a:pt x="23451" y="14568"/>
                    <a:pt x="23423" y="14565"/>
                    <a:pt x="23405" y="14560"/>
                  </a:cubicBezTo>
                  <a:cubicBezTo>
                    <a:pt x="23284" y="14560"/>
                    <a:pt x="23253" y="14408"/>
                    <a:pt x="23284" y="14347"/>
                  </a:cubicBezTo>
                  <a:cubicBezTo>
                    <a:pt x="23299" y="14317"/>
                    <a:pt x="23299" y="14301"/>
                    <a:pt x="23284" y="14301"/>
                  </a:cubicBezTo>
                  <a:cubicBezTo>
                    <a:pt x="23269" y="14301"/>
                    <a:pt x="23238" y="14317"/>
                    <a:pt x="23193" y="14347"/>
                  </a:cubicBezTo>
                  <a:lnTo>
                    <a:pt x="23101" y="14347"/>
                  </a:lnTo>
                  <a:cubicBezTo>
                    <a:pt x="23041" y="14347"/>
                    <a:pt x="23010" y="14377"/>
                    <a:pt x="23010" y="14408"/>
                  </a:cubicBezTo>
                  <a:cubicBezTo>
                    <a:pt x="23010" y="14408"/>
                    <a:pt x="23101" y="14560"/>
                    <a:pt x="23162" y="14742"/>
                  </a:cubicBezTo>
                  <a:lnTo>
                    <a:pt x="23436" y="14681"/>
                  </a:lnTo>
                  <a:cubicBezTo>
                    <a:pt x="23466" y="14681"/>
                    <a:pt x="23497" y="14742"/>
                    <a:pt x="23497" y="14742"/>
                  </a:cubicBezTo>
                  <a:cubicBezTo>
                    <a:pt x="23466" y="14772"/>
                    <a:pt x="23466" y="14803"/>
                    <a:pt x="23436" y="14833"/>
                  </a:cubicBezTo>
                  <a:cubicBezTo>
                    <a:pt x="23418" y="14828"/>
                    <a:pt x="23402" y="14826"/>
                    <a:pt x="23388" y="14826"/>
                  </a:cubicBezTo>
                  <a:cubicBezTo>
                    <a:pt x="23257" y="14826"/>
                    <a:pt x="23286" y="15031"/>
                    <a:pt x="23187" y="15031"/>
                  </a:cubicBezTo>
                  <a:cubicBezTo>
                    <a:pt x="23172" y="15031"/>
                    <a:pt x="23154" y="15027"/>
                    <a:pt x="23132" y="15016"/>
                  </a:cubicBezTo>
                  <a:lnTo>
                    <a:pt x="22858" y="14864"/>
                  </a:lnTo>
                  <a:cubicBezTo>
                    <a:pt x="22767" y="14932"/>
                    <a:pt x="22659" y="14966"/>
                    <a:pt x="22546" y="14966"/>
                  </a:cubicBezTo>
                  <a:cubicBezTo>
                    <a:pt x="22509" y="14966"/>
                    <a:pt x="22471" y="14962"/>
                    <a:pt x="22433" y="14955"/>
                  </a:cubicBezTo>
                  <a:cubicBezTo>
                    <a:pt x="22402" y="14924"/>
                    <a:pt x="22220" y="14803"/>
                    <a:pt x="22159" y="14772"/>
                  </a:cubicBezTo>
                  <a:cubicBezTo>
                    <a:pt x="22098" y="14712"/>
                    <a:pt x="22038" y="14651"/>
                    <a:pt x="21977" y="14590"/>
                  </a:cubicBezTo>
                  <a:lnTo>
                    <a:pt x="21916" y="14590"/>
                  </a:lnTo>
                  <a:lnTo>
                    <a:pt x="21855" y="14620"/>
                  </a:lnTo>
                  <a:cubicBezTo>
                    <a:pt x="21794" y="14712"/>
                    <a:pt x="21734" y="14803"/>
                    <a:pt x="21703" y="14894"/>
                  </a:cubicBezTo>
                  <a:lnTo>
                    <a:pt x="21642" y="14955"/>
                  </a:lnTo>
                  <a:cubicBezTo>
                    <a:pt x="21624" y="14973"/>
                    <a:pt x="21598" y="14978"/>
                    <a:pt x="21568" y="14978"/>
                  </a:cubicBezTo>
                  <a:cubicBezTo>
                    <a:pt x="21536" y="14978"/>
                    <a:pt x="21500" y="14972"/>
                    <a:pt x="21463" y="14972"/>
                  </a:cubicBezTo>
                  <a:cubicBezTo>
                    <a:pt x="21418" y="14972"/>
                    <a:pt x="21374" y="14980"/>
                    <a:pt x="21338" y="15016"/>
                  </a:cubicBezTo>
                  <a:cubicBezTo>
                    <a:pt x="21278" y="14985"/>
                    <a:pt x="21187" y="14955"/>
                    <a:pt x="21095" y="14955"/>
                  </a:cubicBezTo>
                  <a:lnTo>
                    <a:pt x="21035" y="14894"/>
                  </a:lnTo>
                  <a:lnTo>
                    <a:pt x="21004" y="14864"/>
                  </a:lnTo>
                  <a:cubicBezTo>
                    <a:pt x="20700" y="14924"/>
                    <a:pt x="20214" y="15016"/>
                    <a:pt x="19971" y="15076"/>
                  </a:cubicBezTo>
                  <a:lnTo>
                    <a:pt x="19758" y="15016"/>
                  </a:lnTo>
                  <a:lnTo>
                    <a:pt x="19697" y="15016"/>
                  </a:lnTo>
                  <a:cubicBezTo>
                    <a:pt x="19662" y="14992"/>
                    <a:pt x="19627" y="14982"/>
                    <a:pt x="19596" y="14982"/>
                  </a:cubicBezTo>
                  <a:cubicBezTo>
                    <a:pt x="19545" y="14982"/>
                    <a:pt x="19503" y="15008"/>
                    <a:pt x="19484" y="15046"/>
                  </a:cubicBezTo>
                  <a:lnTo>
                    <a:pt x="19424" y="15107"/>
                  </a:lnTo>
                  <a:cubicBezTo>
                    <a:pt x="19393" y="15107"/>
                    <a:pt x="19332" y="15107"/>
                    <a:pt x="19302" y="15076"/>
                  </a:cubicBezTo>
                  <a:cubicBezTo>
                    <a:pt x="19241" y="15046"/>
                    <a:pt x="19484" y="14985"/>
                    <a:pt x="19302" y="14955"/>
                  </a:cubicBezTo>
                  <a:lnTo>
                    <a:pt x="19184" y="14938"/>
                  </a:lnTo>
                  <a:lnTo>
                    <a:pt x="19184" y="14938"/>
                  </a:lnTo>
                  <a:lnTo>
                    <a:pt x="19211" y="14924"/>
                  </a:lnTo>
                  <a:cubicBezTo>
                    <a:pt x="19272" y="14894"/>
                    <a:pt x="19089" y="14712"/>
                    <a:pt x="19028" y="14620"/>
                  </a:cubicBezTo>
                  <a:cubicBezTo>
                    <a:pt x="18979" y="14571"/>
                    <a:pt x="19169" y="14482"/>
                    <a:pt x="19323" y="14482"/>
                  </a:cubicBezTo>
                  <a:cubicBezTo>
                    <a:pt x="19360" y="14482"/>
                    <a:pt x="19395" y="14487"/>
                    <a:pt x="19424" y="14499"/>
                  </a:cubicBezTo>
                  <a:cubicBezTo>
                    <a:pt x="19545" y="14560"/>
                    <a:pt x="19515" y="14620"/>
                    <a:pt x="19454" y="14620"/>
                  </a:cubicBezTo>
                  <a:cubicBezTo>
                    <a:pt x="19393" y="14620"/>
                    <a:pt x="19393" y="14681"/>
                    <a:pt x="19424" y="14712"/>
                  </a:cubicBezTo>
                  <a:cubicBezTo>
                    <a:pt x="19484" y="14772"/>
                    <a:pt x="19545" y="14803"/>
                    <a:pt x="19636" y="14833"/>
                  </a:cubicBezTo>
                  <a:cubicBezTo>
                    <a:pt x="19641" y="14837"/>
                    <a:pt x="19645" y="14839"/>
                    <a:pt x="19651" y="14839"/>
                  </a:cubicBezTo>
                  <a:cubicBezTo>
                    <a:pt x="19683" y="14839"/>
                    <a:pt x="19732" y="14768"/>
                    <a:pt x="19758" y="14742"/>
                  </a:cubicBezTo>
                  <a:cubicBezTo>
                    <a:pt x="19758" y="14681"/>
                    <a:pt x="19849" y="14651"/>
                    <a:pt x="19971" y="14651"/>
                  </a:cubicBezTo>
                  <a:lnTo>
                    <a:pt x="19971" y="14499"/>
                  </a:lnTo>
                  <a:lnTo>
                    <a:pt x="19971" y="14317"/>
                  </a:lnTo>
                  <a:cubicBezTo>
                    <a:pt x="20092" y="14347"/>
                    <a:pt x="20214" y="14377"/>
                    <a:pt x="20335" y="14377"/>
                  </a:cubicBezTo>
                  <a:cubicBezTo>
                    <a:pt x="20359" y="14354"/>
                    <a:pt x="20504" y="14296"/>
                    <a:pt x="20560" y="14296"/>
                  </a:cubicBezTo>
                  <a:cubicBezTo>
                    <a:pt x="20577" y="14296"/>
                    <a:pt x="20586" y="14302"/>
                    <a:pt x="20579" y="14317"/>
                  </a:cubicBezTo>
                  <a:cubicBezTo>
                    <a:pt x="20579" y="14342"/>
                    <a:pt x="20611" y="14352"/>
                    <a:pt x="20653" y="14352"/>
                  </a:cubicBezTo>
                  <a:cubicBezTo>
                    <a:pt x="20711" y="14352"/>
                    <a:pt x="20787" y="14334"/>
                    <a:pt x="20822" y="14317"/>
                  </a:cubicBezTo>
                  <a:cubicBezTo>
                    <a:pt x="20842" y="14303"/>
                    <a:pt x="20863" y="14297"/>
                    <a:pt x="20885" y="14297"/>
                  </a:cubicBezTo>
                  <a:cubicBezTo>
                    <a:pt x="20963" y="14297"/>
                    <a:pt x="21048" y="14374"/>
                    <a:pt x="21095" y="14468"/>
                  </a:cubicBezTo>
                  <a:lnTo>
                    <a:pt x="21278" y="14317"/>
                  </a:lnTo>
                  <a:cubicBezTo>
                    <a:pt x="21323" y="14301"/>
                    <a:pt x="21361" y="14294"/>
                    <a:pt x="21395" y="14294"/>
                  </a:cubicBezTo>
                  <a:cubicBezTo>
                    <a:pt x="21430" y="14294"/>
                    <a:pt x="21460" y="14301"/>
                    <a:pt x="21490" y="14317"/>
                  </a:cubicBezTo>
                  <a:cubicBezTo>
                    <a:pt x="21543" y="14369"/>
                    <a:pt x="21588" y="14389"/>
                    <a:pt x="21628" y="14389"/>
                  </a:cubicBezTo>
                  <a:cubicBezTo>
                    <a:pt x="21705" y="14389"/>
                    <a:pt x="21765" y="14316"/>
                    <a:pt x="21825" y="14256"/>
                  </a:cubicBezTo>
                  <a:lnTo>
                    <a:pt x="22220" y="13952"/>
                  </a:lnTo>
                  <a:cubicBezTo>
                    <a:pt x="22281" y="13952"/>
                    <a:pt x="22311" y="13982"/>
                    <a:pt x="22342" y="13982"/>
                  </a:cubicBezTo>
                  <a:cubicBezTo>
                    <a:pt x="22454" y="14095"/>
                    <a:pt x="22584" y="14157"/>
                    <a:pt x="22717" y="14157"/>
                  </a:cubicBezTo>
                  <a:cubicBezTo>
                    <a:pt x="22764" y="14157"/>
                    <a:pt x="22811" y="14150"/>
                    <a:pt x="22858" y="14134"/>
                  </a:cubicBezTo>
                  <a:lnTo>
                    <a:pt x="23193" y="14104"/>
                  </a:lnTo>
                  <a:cubicBezTo>
                    <a:pt x="23284" y="14138"/>
                    <a:pt x="23379" y="14155"/>
                    <a:pt x="23473" y="14155"/>
                  </a:cubicBezTo>
                  <a:cubicBezTo>
                    <a:pt x="23628" y="14155"/>
                    <a:pt x="23778" y="14108"/>
                    <a:pt x="23892" y="14013"/>
                  </a:cubicBezTo>
                  <a:lnTo>
                    <a:pt x="24196" y="14013"/>
                  </a:lnTo>
                  <a:cubicBezTo>
                    <a:pt x="24198" y="14015"/>
                    <a:pt x="24201" y="14017"/>
                    <a:pt x="24203" y="14017"/>
                  </a:cubicBezTo>
                  <a:cubicBezTo>
                    <a:pt x="24227" y="14017"/>
                    <a:pt x="24234" y="13891"/>
                    <a:pt x="24317" y="13891"/>
                  </a:cubicBezTo>
                  <a:cubicBezTo>
                    <a:pt x="24378" y="13891"/>
                    <a:pt x="24439" y="13952"/>
                    <a:pt x="24530" y="13952"/>
                  </a:cubicBezTo>
                  <a:cubicBezTo>
                    <a:pt x="24568" y="13964"/>
                    <a:pt x="24606" y="13972"/>
                    <a:pt x="24643" y="13972"/>
                  </a:cubicBezTo>
                  <a:cubicBezTo>
                    <a:pt x="24697" y="13972"/>
                    <a:pt x="24750" y="13957"/>
                    <a:pt x="24804" y="13921"/>
                  </a:cubicBezTo>
                  <a:cubicBezTo>
                    <a:pt x="24840" y="13907"/>
                    <a:pt x="24866" y="13901"/>
                    <a:pt x="24885" y="13901"/>
                  </a:cubicBezTo>
                  <a:cubicBezTo>
                    <a:pt x="24944" y="13901"/>
                    <a:pt x="24932" y="13959"/>
                    <a:pt x="24956" y="13982"/>
                  </a:cubicBezTo>
                  <a:cubicBezTo>
                    <a:pt x="24956" y="14013"/>
                    <a:pt x="24986" y="14043"/>
                    <a:pt x="25047" y="14043"/>
                  </a:cubicBezTo>
                  <a:lnTo>
                    <a:pt x="25260" y="14043"/>
                  </a:lnTo>
                  <a:lnTo>
                    <a:pt x="25563" y="14104"/>
                  </a:lnTo>
                  <a:cubicBezTo>
                    <a:pt x="25632" y="14035"/>
                    <a:pt x="25717" y="14001"/>
                    <a:pt x="25807" y="14001"/>
                  </a:cubicBezTo>
                  <a:cubicBezTo>
                    <a:pt x="25837" y="14001"/>
                    <a:pt x="25867" y="14005"/>
                    <a:pt x="25898" y="14013"/>
                  </a:cubicBezTo>
                  <a:cubicBezTo>
                    <a:pt x="25926" y="14069"/>
                    <a:pt x="26110" y="14229"/>
                    <a:pt x="26233" y="14229"/>
                  </a:cubicBezTo>
                  <a:cubicBezTo>
                    <a:pt x="26244" y="14229"/>
                    <a:pt x="26253" y="14228"/>
                    <a:pt x="26263" y="14225"/>
                  </a:cubicBezTo>
                  <a:cubicBezTo>
                    <a:pt x="26384" y="14195"/>
                    <a:pt x="26445" y="14134"/>
                    <a:pt x="26415" y="14073"/>
                  </a:cubicBezTo>
                  <a:lnTo>
                    <a:pt x="26415" y="14043"/>
                  </a:lnTo>
                  <a:cubicBezTo>
                    <a:pt x="26415" y="13982"/>
                    <a:pt x="26445" y="13952"/>
                    <a:pt x="26475" y="13921"/>
                  </a:cubicBezTo>
                  <a:cubicBezTo>
                    <a:pt x="26504" y="13892"/>
                    <a:pt x="26521" y="13882"/>
                    <a:pt x="26531" y="13882"/>
                  </a:cubicBezTo>
                  <a:cubicBezTo>
                    <a:pt x="26553" y="13882"/>
                    <a:pt x="26546" y="13931"/>
                    <a:pt x="26567" y="13952"/>
                  </a:cubicBezTo>
                  <a:lnTo>
                    <a:pt x="26658" y="14073"/>
                  </a:lnTo>
                  <a:cubicBezTo>
                    <a:pt x="26719" y="14013"/>
                    <a:pt x="26779" y="13921"/>
                    <a:pt x="26749" y="13861"/>
                  </a:cubicBezTo>
                  <a:lnTo>
                    <a:pt x="26749" y="13861"/>
                  </a:lnTo>
                  <a:lnTo>
                    <a:pt x="26901" y="13921"/>
                  </a:lnTo>
                  <a:cubicBezTo>
                    <a:pt x="26966" y="13965"/>
                    <a:pt x="27038" y="13973"/>
                    <a:pt x="27113" y="13973"/>
                  </a:cubicBezTo>
                  <a:cubicBezTo>
                    <a:pt x="27163" y="13973"/>
                    <a:pt x="27213" y="13969"/>
                    <a:pt x="27263" y="13969"/>
                  </a:cubicBezTo>
                  <a:cubicBezTo>
                    <a:pt x="27350" y="13969"/>
                    <a:pt x="27434" y="13981"/>
                    <a:pt x="27509" y="14043"/>
                  </a:cubicBezTo>
                  <a:lnTo>
                    <a:pt x="27539" y="14043"/>
                  </a:lnTo>
                  <a:cubicBezTo>
                    <a:pt x="27569" y="14025"/>
                    <a:pt x="27597" y="14018"/>
                    <a:pt x="27623" y="14018"/>
                  </a:cubicBezTo>
                  <a:cubicBezTo>
                    <a:pt x="27734" y="14018"/>
                    <a:pt x="27813" y="14146"/>
                    <a:pt x="27813" y="14195"/>
                  </a:cubicBezTo>
                  <a:cubicBezTo>
                    <a:pt x="27813" y="14256"/>
                    <a:pt x="27722" y="14347"/>
                    <a:pt x="27600" y="14408"/>
                  </a:cubicBezTo>
                  <a:lnTo>
                    <a:pt x="27813" y="14438"/>
                  </a:lnTo>
                  <a:cubicBezTo>
                    <a:pt x="27829" y="14442"/>
                    <a:pt x="27843" y="14444"/>
                    <a:pt x="27854" y="14444"/>
                  </a:cubicBezTo>
                  <a:cubicBezTo>
                    <a:pt x="27927" y="14444"/>
                    <a:pt x="27904" y="14365"/>
                    <a:pt x="27904" y="14286"/>
                  </a:cubicBezTo>
                  <a:lnTo>
                    <a:pt x="27904" y="14225"/>
                  </a:lnTo>
                  <a:cubicBezTo>
                    <a:pt x="27904" y="14139"/>
                    <a:pt x="28068" y="13889"/>
                    <a:pt x="28188" y="13889"/>
                  </a:cubicBezTo>
                  <a:cubicBezTo>
                    <a:pt x="28195" y="13889"/>
                    <a:pt x="28202" y="13889"/>
                    <a:pt x="28208" y="13891"/>
                  </a:cubicBezTo>
                  <a:cubicBezTo>
                    <a:pt x="28240" y="13899"/>
                    <a:pt x="28271" y="13903"/>
                    <a:pt x="28298" y="13903"/>
                  </a:cubicBezTo>
                  <a:cubicBezTo>
                    <a:pt x="28372" y="13903"/>
                    <a:pt x="28421" y="13875"/>
                    <a:pt x="28421" y="13830"/>
                  </a:cubicBezTo>
                  <a:lnTo>
                    <a:pt x="28421" y="13678"/>
                  </a:lnTo>
                  <a:cubicBezTo>
                    <a:pt x="28633" y="13739"/>
                    <a:pt x="28846" y="13800"/>
                    <a:pt x="29059" y="13830"/>
                  </a:cubicBezTo>
                  <a:cubicBezTo>
                    <a:pt x="29241" y="13800"/>
                    <a:pt x="29424" y="13739"/>
                    <a:pt x="29606" y="13678"/>
                  </a:cubicBezTo>
                  <a:lnTo>
                    <a:pt x="29819" y="13617"/>
                  </a:lnTo>
                  <a:lnTo>
                    <a:pt x="29880" y="13617"/>
                  </a:lnTo>
                  <a:cubicBezTo>
                    <a:pt x="30001" y="13617"/>
                    <a:pt x="29971" y="13709"/>
                    <a:pt x="29849" y="13830"/>
                  </a:cubicBezTo>
                  <a:lnTo>
                    <a:pt x="29728" y="13861"/>
                  </a:lnTo>
                  <a:lnTo>
                    <a:pt x="29576" y="13921"/>
                  </a:lnTo>
                  <a:cubicBezTo>
                    <a:pt x="29393" y="13952"/>
                    <a:pt x="29302" y="14043"/>
                    <a:pt x="29333" y="14134"/>
                  </a:cubicBezTo>
                  <a:lnTo>
                    <a:pt x="29515" y="14043"/>
                  </a:lnTo>
                  <a:cubicBezTo>
                    <a:pt x="29667" y="13982"/>
                    <a:pt x="29849" y="14013"/>
                    <a:pt x="29971" y="13830"/>
                  </a:cubicBezTo>
                  <a:lnTo>
                    <a:pt x="30032" y="13769"/>
                  </a:lnTo>
                  <a:cubicBezTo>
                    <a:pt x="30168" y="13754"/>
                    <a:pt x="30313" y="13747"/>
                    <a:pt x="30457" y="13747"/>
                  </a:cubicBezTo>
                  <a:cubicBezTo>
                    <a:pt x="30602" y="13747"/>
                    <a:pt x="30746" y="13754"/>
                    <a:pt x="30883" y="13769"/>
                  </a:cubicBezTo>
                  <a:lnTo>
                    <a:pt x="31369" y="13769"/>
                  </a:lnTo>
                  <a:cubicBezTo>
                    <a:pt x="31643" y="13739"/>
                    <a:pt x="31977" y="13557"/>
                    <a:pt x="31947" y="13526"/>
                  </a:cubicBezTo>
                  <a:cubicBezTo>
                    <a:pt x="31916" y="13496"/>
                    <a:pt x="31931" y="13481"/>
                    <a:pt x="31973" y="13481"/>
                  </a:cubicBezTo>
                  <a:close/>
                  <a:moveTo>
                    <a:pt x="29978" y="14822"/>
                  </a:moveTo>
                  <a:cubicBezTo>
                    <a:pt x="30098" y="14822"/>
                    <a:pt x="30184" y="14856"/>
                    <a:pt x="30184" y="14924"/>
                  </a:cubicBezTo>
                  <a:lnTo>
                    <a:pt x="30153" y="14955"/>
                  </a:lnTo>
                  <a:cubicBezTo>
                    <a:pt x="30153" y="15016"/>
                    <a:pt x="30123" y="15046"/>
                    <a:pt x="30032" y="15076"/>
                  </a:cubicBezTo>
                  <a:cubicBezTo>
                    <a:pt x="29971" y="15137"/>
                    <a:pt x="29971" y="15168"/>
                    <a:pt x="30032" y="15198"/>
                  </a:cubicBezTo>
                  <a:lnTo>
                    <a:pt x="30062" y="15228"/>
                  </a:lnTo>
                  <a:cubicBezTo>
                    <a:pt x="30047" y="15274"/>
                    <a:pt x="30016" y="15297"/>
                    <a:pt x="29982" y="15297"/>
                  </a:cubicBezTo>
                  <a:cubicBezTo>
                    <a:pt x="29948" y="15297"/>
                    <a:pt x="29910" y="15274"/>
                    <a:pt x="29880" y="15228"/>
                  </a:cubicBezTo>
                  <a:lnTo>
                    <a:pt x="29880" y="15168"/>
                  </a:lnTo>
                  <a:cubicBezTo>
                    <a:pt x="29880" y="15076"/>
                    <a:pt x="29880" y="15016"/>
                    <a:pt x="29728" y="15016"/>
                  </a:cubicBezTo>
                  <a:cubicBezTo>
                    <a:pt x="29637" y="15016"/>
                    <a:pt x="29637" y="14864"/>
                    <a:pt x="29728" y="14864"/>
                  </a:cubicBezTo>
                  <a:lnTo>
                    <a:pt x="29849" y="14833"/>
                  </a:lnTo>
                  <a:cubicBezTo>
                    <a:pt x="29895" y="14826"/>
                    <a:pt x="29939" y="14822"/>
                    <a:pt x="29978" y="14822"/>
                  </a:cubicBezTo>
                  <a:close/>
                  <a:moveTo>
                    <a:pt x="18269" y="14225"/>
                  </a:moveTo>
                  <a:cubicBezTo>
                    <a:pt x="18329" y="14225"/>
                    <a:pt x="18329" y="14256"/>
                    <a:pt x="18329" y="14286"/>
                  </a:cubicBezTo>
                  <a:lnTo>
                    <a:pt x="18329" y="14317"/>
                  </a:lnTo>
                  <a:lnTo>
                    <a:pt x="18329" y="14499"/>
                  </a:lnTo>
                  <a:cubicBezTo>
                    <a:pt x="18390" y="14620"/>
                    <a:pt x="18816" y="14712"/>
                    <a:pt x="18876" y="14772"/>
                  </a:cubicBezTo>
                  <a:cubicBezTo>
                    <a:pt x="18937" y="14803"/>
                    <a:pt x="18937" y="14955"/>
                    <a:pt x="18846" y="15046"/>
                  </a:cubicBezTo>
                  <a:lnTo>
                    <a:pt x="18694" y="14894"/>
                  </a:lnTo>
                  <a:lnTo>
                    <a:pt x="18603" y="14894"/>
                  </a:lnTo>
                  <a:cubicBezTo>
                    <a:pt x="18572" y="14894"/>
                    <a:pt x="18512" y="14924"/>
                    <a:pt x="18512" y="14955"/>
                  </a:cubicBezTo>
                  <a:cubicBezTo>
                    <a:pt x="18512" y="14985"/>
                    <a:pt x="18572" y="15046"/>
                    <a:pt x="18572" y="15046"/>
                  </a:cubicBezTo>
                  <a:cubicBezTo>
                    <a:pt x="18626" y="15054"/>
                    <a:pt x="18677" y="15057"/>
                    <a:pt x="18727" y="15057"/>
                  </a:cubicBezTo>
                  <a:cubicBezTo>
                    <a:pt x="18854" y="15057"/>
                    <a:pt x="18972" y="15033"/>
                    <a:pt x="19089" y="14983"/>
                  </a:cubicBezTo>
                  <a:lnTo>
                    <a:pt x="19089" y="14983"/>
                  </a:lnTo>
                  <a:cubicBezTo>
                    <a:pt x="19089" y="15092"/>
                    <a:pt x="19089" y="15217"/>
                    <a:pt x="19089" y="15320"/>
                  </a:cubicBezTo>
                  <a:lnTo>
                    <a:pt x="19028" y="15259"/>
                  </a:lnTo>
                  <a:lnTo>
                    <a:pt x="18846" y="15137"/>
                  </a:lnTo>
                  <a:cubicBezTo>
                    <a:pt x="18664" y="15137"/>
                    <a:pt x="18481" y="15076"/>
                    <a:pt x="18390" y="14924"/>
                  </a:cubicBezTo>
                  <a:cubicBezTo>
                    <a:pt x="18360" y="14833"/>
                    <a:pt x="18481" y="14651"/>
                    <a:pt x="18481" y="14651"/>
                  </a:cubicBezTo>
                  <a:lnTo>
                    <a:pt x="18481" y="14651"/>
                  </a:lnTo>
                  <a:cubicBezTo>
                    <a:pt x="18360" y="14712"/>
                    <a:pt x="18238" y="14803"/>
                    <a:pt x="18147" y="14924"/>
                  </a:cubicBezTo>
                  <a:cubicBezTo>
                    <a:pt x="18147" y="14985"/>
                    <a:pt x="18117" y="15076"/>
                    <a:pt x="18117" y="15168"/>
                  </a:cubicBezTo>
                  <a:lnTo>
                    <a:pt x="18056" y="15198"/>
                  </a:lnTo>
                  <a:cubicBezTo>
                    <a:pt x="17995" y="15228"/>
                    <a:pt x="17904" y="15259"/>
                    <a:pt x="17813" y="15259"/>
                  </a:cubicBezTo>
                  <a:lnTo>
                    <a:pt x="17752" y="15259"/>
                  </a:lnTo>
                  <a:cubicBezTo>
                    <a:pt x="17727" y="15209"/>
                    <a:pt x="17662" y="15160"/>
                    <a:pt x="17622" y="15160"/>
                  </a:cubicBezTo>
                  <a:cubicBezTo>
                    <a:pt x="17613" y="15160"/>
                    <a:pt x="17605" y="15162"/>
                    <a:pt x="17600" y="15168"/>
                  </a:cubicBezTo>
                  <a:lnTo>
                    <a:pt x="17569" y="15198"/>
                  </a:lnTo>
                  <a:lnTo>
                    <a:pt x="17539" y="15228"/>
                  </a:lnTo>
                  <a:lnTo>
                    <a:pt x="17387" y="15228"/>
                  </a:lnTo>
                  <a:lnTo>
                    <a:pt x="17357" y="15168"/>
                  </a:lnTo>
                  <a:lnTo>
                    <a:pt x="17296" y="15107"/>
                  </a:lnTo>
                  <a:cubicBezTo>
                    <a:pt x="17265" y="14985"/>
                    <a:pt x="17296" y="14864"/>
                    <a:pt x="17417" y="14833"/>
                  </a:cubicBezTo>
                  <a:cubicBezTo>
                    <a:pt x="17448" y="14833"/>
                    <a:pt x="17478" y="14833"/>
                    <a:pt x="17509" y="14803"/>
                  </a:cubicBezTo>
                  <a:cubicBezTo>
                    <a:pt x="17417" y="14772"/>
                    <a:pt x="17357" y="14772"/>
                    <a:pt x="17265" y="14772"/>
                  </a:cubicBezTo>
                  <a:cubicBezTo>
                    <a:pt x="17205" y="14772"/>
                    <a:pt x="17113" y="14864"/>
                    <a:pt x="17053" y="14955"/>
                  </a:cubicBezTo>
                  <a:lnTo>
                    <a:pt x="16992" y="15046"/>
                  </a:lnTo>
                  <a:cubicBezTo>
                    <a:pt x="16992" y="15107"/>
                    <a:pt x="16962" y="15168"/>
                    <a:pt x="16901" y="15168"/>
                  </a:cubicBezTo>
                  <a:cubicBezTo>
                    <a:pt x="16840" y="15228"/>
                    <a:pt x="16749" y="15259"/>
                    <a:pt x="16658" y="15259"/>
                  </a:cubicBezTo>
                  <a:cubicBezTo>
                    <a:pt x="16627" y="15259"/>
                    <a:pt x="16597" y="15228"/>
                    <a:pt x="16597" y="15198"/>
                  </a:cubicBezTo>
                  <a:cubicBezTo>
                    <a:pt x="16566" y="15198"/>
                    <a:pt x="16597" y="15137"/>
                    <a:pt x="16597" y="15137"/>
                  </a:cubicBezTo>
                  <a:lnTo>
                    <a:pt x="16688" y="15076"/>
                  </a:lnTo>
                  <a:cubicBezTo>
                    <a:pt x="16840" y="15016"/>
                    <a:pt x="16779" y="14894"/>
                    <a:pt x="16566" y="14833"/>
                  </a:cubicBezTo>
                  <a:lnTo>
                    <a:pt x="16384" y="14772"/>
                  </a:lnTo>
                  <a:cubicBezTo>
                    <a:pt x="16372" y="14772"/>
                    <a:pt x="16350" y="14768"/>
                    <a:pt x="16332" y="14768"/>
                  </a:cubicBezTo>
                  <a:cubicBezTo>
                    <a:pt x="16305" y="14768"/>
                    <a:pt x="16287" y="14779"/>
                    <a:pt x="16323" y="14833"/>
                  </a:cubicBezTo>
                  <a:lnTo>
                    <a:pt x="16323" y="14864"/>
                  </a:lnTo>
                  <a:cubicBezTo>
                    <a:pt x="16354" y="14894"/>
                    <a:pt x="16171" y="14924"/>
                    <a:pt x="15958" y="14924"/>
                  </a:cubicBezTo>
                  <a:lnTo>
                    <a:pt x="15867" y="14742"/>
                  </a:lnTo>
                  <a:lnTo>
                    <a:pt x="15867" y="14738"/>
                  </a:lnTo>
                  <a:lnTo>
                    <a:pt x="15867" y="14738"/>
                  </a:lnTo>
                  <a:cubicBezTo>
                    <a:pt x="15938" y="14724"/>
                    <a:pt x="16009" y="14705"/>
                    <a:pt x="16080" y="14681"/>
                  </a:cubicBezTo>
                  <a:lnTo>
                    <a:pt x="16262" y="14590"/>
                  </a:lnTo>
                  <a:cubicBezTo>
                    <a:pt x="16278" y="14575"/>
                    <a:pt x="16293" y="14567"/>
                    <a:pt x="16308" y="14567"/>
                  </a:cubicBezTo>
                  <a:cubicBezTo>
                    <a:pt x="16323" y="14567"/>
                    <a:pt x="16338" y="14575"/>
                    <a:pt x="16354" y="14590"/>
                  </a:cubicBezTo>
                  <a:lnTo>
                    <a:pt x="16475" y="14681"/>
                  </a:lnTo>
                  <a:lnTo>
                    <a:pt x="16962" y="14529"/>
                  </a:lnTo>
                  <a:lnTo>
                    <a:pt x="17083" y="14620"/>
                  </a:lnTo>
                  <a:cubicBezTo>
                    <a:pt x="17154" y="14651"/>
                    <a:pt x="17222" y="14661"/>
                    <a:pt x="17287" y="14661"/>
                  </a:cubicBezTo>
                  <a:cubicBezTo>
                    <a:pt x="17417" y="14661"/>
                    <a:pt x="17539" y="14620"/>
                    <a:pt x="17661" y="14620"/>
                  </a:cubicBezTo>
                  <a:lnTo>
                    <a:pt x="17873" y="14620"/>
                  </a:lnTo>
                  <a:cubicBezTo>
                    <a:pt x="17879" y="14638"/>
                    <a:pt x="17889" y="14645"/>
                    <a:pt x="17903" y="14645"/>
                  </a:cubicBezTo>
                  <a:cubicBezTo>
                    <a:pt x="17958" y="14645"/>
                    <a:pt x="18067" y="14512"/>
                    <a:pt x="18117" y="14438"/>
                  </a:cubicBezTo>
                  <a:cubicBezTo>
                    <a:pt x="18147" y="14347"/>
                    <a:pt x="18238" y="14225"/>
                    <a:pt x="18269" y="14225"/>
                  </a:cubicBezTo>
                  <a:close/>
                  <a:moveTo>
                    <a:pt x="15803" y="14750"/>
                  </a:moveTo>
                  <a:cubicBezTo>
                    <a:pt x="15770" y="14804"/>
                    <a:pt x="15746" y="14898"/>
                    <a:pt x="15746" y="14955"/>
                  </a:cubicBezTo>
                  <a:cubicBezTo>
                    <a:pt x="15746" y="15016"/>
                    <a:pt x="15928" y="15046"/>
                    <a:pt x="15958" y="15046"/>
                  </a:cubicBezTo>
                  <a:cubicBezTo>
                    <a:pt x="16019" y="15046"/>
                    <a:pt x="16050" y="15107"/>
                    <a:pt x="16080" y="15198"/>
                  </a:cubicBezTo>
                  <a:lnTo>
                    <a:pt x="16050" y="15228"/>
                  </a:lnTo>
                  <a:lnTo>
                    <a:pt x="15958" y="15320"/>
                  </a:lnTo>
                  <a:cubicBezTo>
                    <a:pt x="15853" y="15337"/>
                    <a:pt x="15778" y="15355"/>
                    <a:pt x="15734" y="15355"/>
                  </a:cubicBezTo>
                  <a:cubicBezTo>
                    <a:pt x="15701" y="15355"/>
                    <a:pt x="15685" y="15345"/>
                    <a:pt x="15685" y="15320"/>
                  </a:cubicBezTo>
                  <a:lnTo>
                    <a:pt x="15654" y="15259"/>
                  </a:lnTo>
                  <a:cubicBezTo>
                    <a:pt x="15624" y="15228"/>
                    <a:pt x="15563" y="15168"/>
                    <a:pt x="15533" y="15168"/>
                  </a:cubicBezTo>
                  <a:cubicBezTo>
                    <a:pt x="15411" y="15198"/>
                    <a:pt x="15442" y="15259"/>
                    <a:pt x="15503" y="15320"/>
                  </a:cubicBezTo>
                  <a:lnTo>
                    <a:pt x="15503" y="15350"/>
                  </a:lnTo>
                  <a:cubicBezTo>
                    <a:pt x="15520" y="15368"/>
                    <a:pt x="15497" y="15385"/>
                    <a:pt x="15445" y="15385"/>
                  </a:cubicBezTo>
                  <a:cubicBezTo>
                    <a:pt x="15407" y="15385"/>
                    <a:pt x="15354" y="15376"/>
                    <a:pt x="15290" y="15350"/>
                  </a:cubicBezTo>
                  <a:lnTo>
                    <a:pt x="15199" y="15320"/>
                  </a:lnTo>
                  <a:cubicBezTo>
                    <a:pt x="15168" y="15320"/>
                    <a:pt x="15138" y="15259"/>
                    <a:pt x="15138" y="15259"/>
                  </a:cubicBezTo>
                  <a:cubicBezTo>
                    <a:pt x="15168" y="15168"/>
                    <a:pt x="15229" y="15046"/>
                    <a:pt x="15229" y="15046"/>
                  </a:cubicBezTo>
                  <a:cubicBezTo>
                    <a:pt x="15229" y="15016"/>
                    <a:pt x="15199" y="14985"/>
                    <a:pt x="15168" y="14985"/>
                  </a:cubicBezTo>
                  <a:lnTo>
                    <a:pt x="15077" y="14985"/>
                  </a:lnTo>
                  <a:lnTo>
                    <a:pt x="15047" y="15016"/>
                  </a:lnTo>
                  <a:cubicBezTo>
                    <a:pt x="15047" y="15046"/>
                    <a:pt x="15077" y="15289"/>
                    <a:pt x="15016" y="15350"/>
                  </a:cubicBezTo>
                  <a:cubicBezTo>
                    <a:pt x="14925" y="15411"/>
                    <a:pt x="14834" y="15441"/>
                    <a:pt x="14743" y="15472"/>
                  </a:cubicBezTo>
                  <a:cubicBezTo>
                    <a:pt x="14682" y="15472"/>
                    <a:pt x="14621" y="15289"/>
                    <a:pt x="14621" y="15228"/>
                  </a:cubicBezTo>
                  <a:cubicBezTo>
                    <a:pt x="14621" y="15168"/>
                    <a:pt x="14651" y="15107"/>
                    <a:pt x="14712" y="15076"/>
                  </a:cubicBezTo>
                  <a:lnTo>
                    <a:pt x="14834" y="15076"/>
                  </a:lnTo>
                  <a:cubicBezTo>
                    <a:pt x="14875" y="15035"/>
                    <a:pt x="14889" y="14936"/>
                    <a:pt x="14873" y="14888"/>
                  </a:cubicBezTo>
                  <a:lnTo>
                    <a:pt x="14873" y="14888"/>
                  </a:lnTo>
                  <a:cubicBezTo>
                    <a:pt x="15031" y="14875"/>
                    <a:pt x="15184" y="14841"/>
                    <a:pt x="15320" y="14772"/>
                  </a:cubicBezTo>
                  <a:cubicBezTo>
                    <a:pt x="15330" y="14762"/>
                    <a:pt x="15340" y="14759"/>
                    <a:pt x="15352" y="14759"/>
                  </a:cubicBezTo>
                  <a:cubicBezTo>
                    <a:pt x="15374" y="14759"/>
                    <a:pt x="15401" y="14772"/>
                    <a:pt x="15442" y="14772"/>
                  </a:cubicBezTo>
                  <a:lnTo>
                    <a:pt x="15533" y="14772"/>
                  </a:lnTo>
                  <a:cubicBezTo>
                    <a:pt x="15623" y="14772"/>
                    <a:pt x="15713" y="14765"/>
                    <a:pt x="15803" y="14750"/>
                  </a:cubicBezTo>
                  <a:close/>
                  <a:moveTo>
                    <a:pt x="11521" y="15380"/>
                  </a:moveTo>
                  <a:cubicBezTo>
                    <a:pt x="11612" y="15441"/>
                    <a:pt x="11551" y="15502"/>
                    <a:pt x="11521" y="15532"/>
                  </a:cubicBezTo>
                  <a:cubicBezTo>
                    <a:pt x="11457" y="15532"/>
                    <a:pt x="11394" y="15538"/>
                    <a:pt x="11330" y="15544"/>
                  </a:cubicBezTo>
                  <a:lnTo>
                    <a:pt x="11330" y="15544"/>
                  </a:lnTo>
                  <a:lnTo>
                    <a:pt x="11521" y="15380"/>
                  </a:lnTo>
                  <a:close/>
                  <a:moveTo>
                    <a:pt x="26840" y="15137"/>
                  </a:moveTo>
                  <a:cubicBezTo>
                    <a:pt x="26901" y="15137"/>
                    <a:pt x="26992" y="15198"/>
                    <a:pt x="27083" y="15198"/>
                  </a:cubicBezTo>
                  <a:cubicBezTo>
                    <a:pt x="27326" y="15228"/>
                    <a:pt x="27114" y="15320"/>
                    <a:pt x="27144" y="15350"/>
                  </a:cubicBezTo>
                  <a:lnTo>
                    <a:pt x="27174" y="15411"/>
                  </a:lnTo>
                  <a:cubicBezTo>
                    <a:pt x="27209" y="15434"/>
                    <a:pt x="27200" y="15444"/>
                    <a:pt x="27173" y="15444"/>
                  </a:cubicBezTo>
                  <a:cubicBezTo>
                    <a:pt x="27130" y="15444"/>
                    <a:pt x="27041" y="15418"/>
                    <a:pt x="27022" y="15380"/>
                  </a:cubicBezTo>
                  <a:cubicBezTo>
                    <a:pt x="27007" y="15350"/>
                    <a:pt x="26984" y="15335"/>
                    <a:pt x="26962" y="15335"/>
                  </a:cubicBezTo>
                  <a:cubicBezTo>
                    <a:pt x="26939" y="15335"/>
                    <a:pt x="26916" y="15350"/>
                    <a:pt x="26901" y="15380"/>
                  </a:cubicBezTo>
                  <a:cubicBezTo>
                    <a:pt x="26840" y="15472"/>
                    <a:pt x="26779" y="15563"/>
                    <a:pt x="26719" y="15624"/>
                  </a:cubicBezTo>
                  <a:lnTo>
                    <a:pt x="26688" y="15624"/>
                  </a:lnTo>
                  <a:cubicBezTo>
                    <a:pt x="26627" y="15593"/>
                    <a:pt x="26627" y="15563"/>
                    <a:pt x="26627" y="15532"/>
                  </a:cubicBezTo>
                  <a:lnTo>
                    <a:pt x="26627" y="15472"/>
                  </a:lnTo>
                  <a:cubicBezTo>
                    <a:pt x="26688" y="15380"/>
                    <a:pt x="26719" y="15289"/>
                    <a:pt x="26719" y="15198"/>
                  </a:cubicBezTo>
                  <a:lnTo>
                    <a:pt x="26840" y="15137"/>
                  </a:lnTo>
                  <a:close/>
                  <a:moveTo>
                    <a:pt x="28907" y="14955"/>
                  </a:moveTo>
                  <a:cubicBezTo>
                    <a:pt x="28968" y="14955"/>
                    <a:pt x="29059" y="14985"/>
                    <a:pt x="29059" y="14985"/>
                  </a:cubicBezTo>
                  <a:cubicBezTo>
                    <a:pt x="29076" y="15088"/>
                    <a:pt x="29103" y="15123"/>
                    <a:pt x="29151" y="15123"/>
                  </a:cubicBezTo>
                  <a:cubicBezTo>
                    <a:pt x="29187" y="15123"/>
                    <a:pt x="29236" y="15103"/>
                    <a:pt x="29302" y="15076"/>
                  </a:cubicBezTo>
                  <a:lnTo>
                    <a:pt x="29333" y="15046"/>
                  </a:lnTo>
                  <a:cubicBezTo>
                    <a:pt x="29393" y="15046"/>
                    <a:pt x="29454" y="15107"/>
                    <a:pt x="29454" y="15137"/>
                  </a:cubicBezTo>
                  <a:cubicBezTo>
                    <a:pt x="29454" y="15198"/>
                    <a:pt x="29424" y="15259"/>
                    <a:pt x="29424" y="15320"/>
                  </a:cubicBezTo>
                  <a:lnTo>
                    <a:pt x="29606" y="15289"/>
                  </a:lnTo>
                  <a:cubicBezTo>
                    <a:pt x="29667" y="15289"/>
                    <a:pt x="29728" y="15289"/>
                    <a:pt x="29788" y="15320"/>
                  </a:cubicBezTo>
                  <a:lnTo>
                    <a:pt x="29849" y="15380"/>
                  </a:lnTo>
                  <a:cubicBezTo>
                    <a:pt x="29849" y="15441"/>
                    <a:pt x="29880" y="15532"/>
                    <a:pt x="29880" y="15624"/>
                  </a:cubicBezTo>
                  <a:cubicBezTo>
                    <a:pt x="29849" y="15654"/>
                    <a:pt x="29788" y="15654"/>
                    <a:pt x="29697" y="15654"/>
                  </a:cubicBezTo>
                  <a:lnTo>
                    <a:pt x="29667" y="15563"/>
                  </a:lnTo>
                  <a:cubicBezTo>
                    <a:pt x="29637" y="15532"/>
                    <a:pt x="29606" y="15502"/>
                    <a:pt x="29576" y="15472"/>
                  </a:cubicBezTo>
                  <a:lnTo>
                    <a:pt x="29515" y="15472"/>
                  </a:lnTo>
                  <a:cubicBezTo>
                    <a:pt x="29454" y="15472"/>
                    <a:pt x="29393" y="15532"/>
                    <a:pt x="29393" y="15593"/>
                  </a:cubicBezTo>
                  <a:lnTo>
                    <a:pt x="29454" y="15624"/>
                  </a:lnTo>
                  <a:lnTo>
                    <a:pt x="29454" y="15654"/>
                  </a:lnTo>
                  <a:cubicBezTo>
                    <a:pt x="29515" y="15654"/>
                    <a:pt x="29576" y="15715"/>
                    <a:pt x="29545" y="15775"/>
                  </a:cubicBezTo>
                  <a:lnTo>
                    <a:pt x="29393" y="15775"/>
                  </a:lnTo>
                  <a:cubicBezTo>
                    <a:pt x="29378" y="15779"/>
                    <a:pt x="29362" y="15780"/>
                    <a:pt x="29346" y="15780"/>
                  </a:cubicBezTo>
                  <a:cubicBezTo>
                    <a:pt x="29212" y="15780"/>
                    <a:pt x="29089" y="15665"/>
                    <a:pt x="29089" y="15502"/>
                  </a:cubicBezTo>
                  <a:cubicBezTo>
                    <a:pt x="29089" y="15380"/>
                    <a:pt x="28846" y="15016"/>
                    <a:pt x="28907" y="14955"/>
                  </a:cubicBezTo>
                  <a:close/>
                  <a:moveTo>
                    <a:pt x="19399" y="15615"/>
                  </a:moveTo>
                  <a:cubicBezTo>
                    <a:pt x="19415" y="15615"/>
                    <a:pt x="19460" y="15660"/>
                    <a:pt x="19484" y="15684"/>
                  </a:cubicBezTo>
                  <a:lnTo>
                    <a:pt x="19545" y="15745"/>
                  </a:lnTo>
                  <a:cubicBezTo>
                    <a:pt x="19636" y="15867"/>
                    <a:pt x="19667" y="15958"/>
                    <a:pt x="19667" y="15988"/>
                  </a:cubicBezTo>
                  <a:cubicBezTo>
                    <a:pt x="19636" y="15988"/>
                    <a:pt x="19393" y="15867"/>
                    <a:pt x="19272" y="15867"/>
                  </a:cubicBezTo>
                  <a:lnTo>
                    <a:pt x="19332" y="15867"/>
                  </a:lnTo>
                  <a:lnTo>
                    <a:pt x="19302" y="15715"/>
                  </a:lnTo>
                  <a:cubicBezTo>
                    <a:pt x="19272" y="15684"/>
                    <a:pt x="19363" y="15624"/>
                    <a:pt x="19393" y="15624"/>
                  </a:cubicBezTo>
                  <a:cubicBezTo>
                    <a:pt x="19393" y="15618"/>
                    <a:pt x="19395" y="15615"/>
                    <a:pt x="19399" y="15615"/>
                  </a:cubicBezTo>
                  <a:close/>
                  <a:moveTo>
                    <a:pt x="18329" y="15563"/>
                  </a:moveTo>
                  <a:lnTo>
                    <a:pt x="18360" y="15593"/>
                  </a:lnTo>
                  <a:lnTo>
                    <a:pt x="18512" y="15684"/>
                  </a:lnTo>
                  <a:cubicBezTo>
                    <a:pt x="18420" y="15745"/>
                    <a:pt x="18481" y="15897"/>
                    <a:pt x="18633" y="15958"/>
                  </a:cubicBezTo>
                  <a:lnTo>
                    <a:pt x="18755" y="15988"/>
                  </a:lnTo>
                  <a:lnTo>
                    <a:pt x="18755" y="16079"/>
                  </a:lnTo>
                  <a:cubicBezTo>
                    <a:pt x="18755" y="16110"/>
                    <a:pt x="18724" y="16110"/>
                    <a:pt x="18694" y="16110"/>
                  </a:cubicBezTo>
                  <a:lnTo>
                    <a:pt x="18512" y="16140"/>
                  </a:lnTo>
                  <a:cubicBezTo>
                    <a:pt x="18481" y="16155"/>
                    <a:pt x="18451" y="16163"/>
                    <a:pt x="18420" y="16163"/>
                  </a:cubicBezTo>
                  <a:cubicBezTo>
                    <a:pt x="18390" y="16163"/>
                    <a:pt x="18360" y="16155"/>
                    <a:pt x="18329" y="16140"/>
                  </a:cubicBezTo>
                  <a:cubicBezTo>
                    <a:pt x="18284" y="16125"/>
                    <a:pt x="18231" y="16117"/>
                    <a:pt x="18174" y="16117"/>
                  </a:cubicBezTo>
                  <a:cubicBezTo>
                    <a:pt x="18117" y="16117"/>
                    <a:pt x="18056" y="16125"/>
                    <a:pt x="17995" y="16140"/>
                  </a:cubicBezTo>
                  <a:cubicBezTo>
                    <a:pt x="17987" y="16157"/>
                    <a:pt x="17979" y="16164"/>
                    <a:pt x="17972" y="16164"/>
                  </a:cubicBezTo>
                  <a:cubicBezTo>
                    <a:pt x="17955" y="16164"/>
                    <a:pt x="17950" y="16108"/>
                    <a:pt x="17995" y="16019"/>
                  </a:cubicBezTo>
                  <a:lnTo>
                    <a:pt x="18056" y="16019"/>
                  </a:lnTo>
                  <a:lnTo>
                    <a:pt x="18269" y="15927"/>
                  </a:lnTo>
                  <a:cubicBezTo>
                    <a:pt x="18208" y="15836"/>
                    <a:pt x="18177" y="15715"/>
                    <a:pt x="18177" y="15593"/>
                  </a:cubicBezTo>
                  <a:cubicBezTo>
                    <a:pt x="18177" y="15563"/>
                    <a:pt x="18269" y="15563"/>
                    <a:pt x="18329" y="15563"/>
                  </a:cubicBezTo>
                  <a:close/>
                  <a:moveTo>
                    <a:pt x="12574" y="16093"/>
                  </a:moveTo>
                  <a:cubicBezTo>
                    <a:pt x="12616" y="16093"/>
                    <a:pt x="12651" y="16098"/>
                    <a:pt x="12676" y="16110"/>
                  </a:cubicBezTo>
                  <a:cubicBezTo>
                    <a:pt x="12767" y="16140"/>
                    <a:pt x="12615" y="16231"/>
                    <a:pt x="12372" y="16262"/>
                  </a:cubicBezTo>
                  <a:lnTo>
                    <a:pt x="12159" y="16292"/>
                  </a:lnTo>
                  <a:lnTo>
                    <a:pt x="12129" y="16292"/>
                  </a:lnTo>
                  <a:cubicBezTo>
                    <a:pt x="12095" y="16342"/>
                    <a:pt x="12052" y="16365"/>
                    <a:pt x="12016" y="16365"/>
                  </a:cubicBezTo>
                  <a:cubicBezTo>
                    <a:pt x="11986" y="16365"/>
                    <a:pt x="11960" y="16350"/>
                    <a:pt x="11946" y="16323"/>
                  </a:cubicBezTo>
                  <a:lnTo>
                    <a:pt x="11885" y="16262"/>
                  </a:lnTo>
                  <a:lnTo>
                    <a:pt x="11855" y="16231"/>
                  </a:lnTo>
                  <a:cubicBezTo>
                    <a:pt x="11825" y="16171"/>
                    <a:pt x="11916" y="16171"/>
                    <a:pt x="12037" y="16171"/>
                  </a:cubicBezTo>
                  <a:cubicBezTo>
                    <a:pt x="12135" y="16171"/>
                    <a:pt x="12407" y="16093"/>
                    <a:pt x="12574" y="16093"/>
                  </a:cubicBezTo>
                  <a:close/>
                  <a:moveTo>
                    <a:pt x="11429" y="16019"/>
                  </a:moveTo>
                  <a:lnTo>
                    <a:pt x="11278" y="16171"/>
                  </a:lnTo>
                  <a:cubicBezTo>
                    <a:pt x="11247" y="16201"/>
                    <a:pt x="11247" y="16292"/>
                    <a:pt x="11247" y="16353"/>
                  </a:cubicBezTo>
                  <a:lnTo>
                    <a:pt x="11247" y="16414"/>
                  </a:lnTo>
                  <a:cubicBezTo>
                    <a:pt x="11247" y="16449"/>
                    <a:pt x="11122" y="16464"/>
                    <a:pt x="10994" y="16464"/>
                  </a:cubicBezTo>
                  <a:cubicBezTo>
                    <a:pt x="10903" y="16464"/>
                    <a:pt x="10811" y="16457"/>
                    <a:pt x="10761" y="16444"/>
                  </a:cubicBezTo>
                  <a:cubicBezTo>
                    <a:pt x="10686" y="16407"/>
                    <a:pt x="10634" y="16381"/>
                    <a:pt x="10619" y="16381"/>
                  </a:cubicBezTo>
                  <a:cubicBezTo>
                    <a:pt x="10610" y="16381"/>
                    <a:pt x="10616" y="16391"/>
                    <a:pt x="10639" y="16414"/>
                  </a:cubicBezTo>
                  <a:lnTo>
                    <a:pt x="10700" y="16444"/>
                  </a:lnTo>
                  <a:lnTo>
                    <a:pt x="10730" y="16475"/>
                  </a:lnTo>
                  <a:cubicBezTo>
                    <a:pt x="10822" y="16475"/>
                    <a:pt x="10730" y="16566"/>
                    <a:pt x="10487" y="16627"/>
                  </a:cubicBezTo>
                  <a:lnTo>
                    <a:pt x="10305" y="16687"/>
                  </a:lnTo>
                  <a:lnTo>
                    <a:pt x="10244" y="16687"/>
                  </a:lnTo>
                  <a:cubicBezTo>
                    <a:pt x="10183" y="16687"/>
                    <a:pt x="9910" y="16657"/>
                    <a:pt x="9636" y="16657"/>
                  </a:cubicBezTo>
                  <a:lnTo>
                    <a:pt x="9423" y="16657"/>
                  </a:lnTo>
                  <a:cubicBezTo>
                    <a:pt x="9302" y="16657"/>
                    <a:pt x="9332" y="16657"/>
                    <a:pt x="9302" y="16718"/>
                  </a:cubicBezTo>
                  <a:cubicBezTo>
                    <a:pt x="9271" y="16748"/>
                    <a:pt x="9211" y="16779"/>
                    <a:pt x="9180" y="16779"/>
                  </a:cubicBezTo>
                  <a:lnTo>
                    <a:pt x="8998" y="16748"/>
                  </a:lnTo>
                  <a:cubicBezTo>
                    <a:pt x="8901" y="16690"/>
                    <a:pt x="8793" y="16669"/>
                    <a:pt x="8711" y="16669"/>
                  </a:cubicBezTo>
                  <a:cubicBezTo>
                    <a:pt x="8663" y="16669"/>
                    <a:pt x="8625" y="16676"/>
                    <a:pt x="8603" y="16687"/>
                  </a:cubicBezTo>
                  <a:cubicBezTo>
                    <a:pt x="8572" y="16718"/>
                    <a:pt x="8519" y="16733"/>
                    <a:pt x="8470" y="16733"/>
                  </a:cubicBezTo>
                  <a:cubicBezTo>
                    <a:pt x="8420" y="16733"/>
                    <a:pt x="8375" y="16718"/>
                    <a:pt x="8360" y="16687"/>
                  </a:cubicBezTo>
                  <a:cubicBezTo>
                    <a:pt x="8329" y="16627"/>
                    <a:pt x="8268" y="16444"/>
                    <a:pt x="8360" y="16444"/>
                  </a:cubicBezTo>
                  <a:cubicBezTo>
                    <a:pt x="8420" y="16444"/>
                    <a:pt x="8481" y="16414"/>
                    <a:pt x="8512" y="16353"/>
                  </a:cubicBezTo>
                  <a:cubicBezTo>
                    <a:pt x="8512" y="16323"/>
                    <a:pt x="8572" y="16323"/>
                    <a:pt x="8663" y="16323"/>
                  </a:cubicBezTo>
                  <a:lnTo>
                    <a:pt x="8694" y="16353"/>
                  </a:lnTo>
                  <a:cubicBezTo>
                    <a:pt x="8755" y="16383"/>
                    <a:pt x="8846" y="16444"/>
                    <a:pt x="8907" y="16505"/>
                  </a:cubicBezTo>
                  <a:cubicBezTo>
                    <a:pt x="8952" y="16566"/>
                    <a:pt x="8967" y="16596"/>
                    <a:pt x="8986" y="16596"/>
                  </a:cubicBezTo>
                  <a:cubicBezTo>
                    <a:pt x="9005" y="16596"/>
                    <a:pt x="9028" y="16566"/>
                    <a:pt x="9089" y="16505"/>
                  </a:cubicBezTo>
                  <a:lnTo>
                    <a:pt x="9180" y="16444"/>
                  </a:lnTo>
                  <a:cubicBezTo>
                    <a:pt x="9264" y="16388"/>
                    <a:pt x="9530" y="16228"/>
                    <a:pt x="9666" y="16228"/>
                  </a:cubicBezTo>
                  <a:cubicBezTo>
                    <a:pt x="9677" y="16228"/>
                    <a:pt x="9688" y="16229"/>
                    <a:pt x="9697" y="16231"/>
                  </a:cubicBezTo>
                  <a:cubicBezTo>
                    <a:pt x="9819" y="16292"/>
                    <a:pt x="9970" y="16353"/>
                    <a:pt x="10092" y="16353"/>
                  </a:cubicBezTo>
                  <a:cubicBezTo>
                    <a:pt x="10214" y="16323"/>
                    <a:pt x="10305" y="16292"/>
                    <a:pt x="10426" y="16292"/>
                  </a:cubicBezTo>
                  <a:cubicBezTo>
                    <a:pt x="10487" y="16292"/>
                    <a:pt x="10548" y="16201"/>
                    <a:pt x="10578" y="16110"/>
                  </a:cubicBezTo>
                  <a:lnTo>
                    <a:pt x="10700" y="16140"/>
                  </a:lnTo>
                  <a:lnTo>
                    <a:pt x="11034" y="16231"/>
                  </a:lnTo>
                  <a:cubicBezTo>
                    <a:pt x="11095" y="16079"/>
                    <a:pt x="11278" y="16019"/>
                    <a:pt x="11429" y="16019"/>
                  </a:cubicBezTo>
                  <a:close/>
                  <a:moveTo>
                    <a:pt x="16566" y="16505"/>
                  </a:moveTo>
                  <a:cubicBezTo>
                    <a:pt x="16658" y="16535"/>
                    <a:pt x="16658" y="16596"/>
                    <a:pt x="16536" y="16657"/>
                  </a:cubicBezTo>
                  <a:lnTo>
                    <a:pt x="16506" y="16657"/>
                  </a:lnTo>
                  <a:cubicBezTo>
                    <a:pt x="16481" y="16649"/>
                    <a:pt x="16457" y="16645"/>
                    <a:pt x="16432" y="16645"/>
                  </a:cubicBezTo>
                  <a:cubicBezTo>
                    <a:pt x="16366" y="16645"/>
                    <a:pt x="16299" y="16673"/>
                    <a:pt x="16232" y="16718"/>
                  </a:cubicBezTo>
                  <a:lnTo>
                    <a:pt x="16110" y="16839"/>
                  </a:lnTo>
                  <a:cubicBezTo>
                    <a:pt x="16050" y="16718"/>
                    <a:pt x="16019" y="16627"/>
                    <a:pt x="16050" y="16627"/>
                  </a:cubicBezTo>
                  <a:cubicBezTo>
                    <a:pt x="16202" y="16566"/>
                    <a:pt x="16384" y="16535"/>
                    <a:pt x="16566" y="16505"/>
                  </a:cubicBezTo>
                  <a:close/>
                  <a:moveTo>
                    <a:pt x="13284" y="16475"/>
                  </a:moveTo>
                  <a:lnTo>
                    <a:pt x="13344" y="16566"/>
                  </a:lnTo>
                  <a:cubicBezTo>
                    <a:pt x="13375" y="16687"/>
                    <a:pt x="13253" y="16809"/>
                    <a:pt x="13071" y="16839"/>
                  </a:cubicBezTo>
                  <a:lnTo>
                    <a:pt x="12919" y="16870"/>
                  </a:lnTo>
                  <a:cubicBezTo>
                    <a:pt x="12888" y="16870"/>
                    <a:pt x="12858" y="16839"/>
                    <a:pt x="12828" y="16809"/>
                  </a:cubicBezTo>
                  <a:cubicBezTo>
                    <a:pt x="12828" y="16779"/>
                    <a:pt x="12858" y="16718"/>
                    <a:pt x="12888" y="16718"/>
                  </a:cubicBezTo>
                  <a:cubicBezTo>
                    <a:pt x="12980" y="16687"/>
                    <a:pt x="13101" y="16657"/>
                    <a:pt x="13162" y="16657"/>
                  </a:cubicBezTo>
                  <a:cubicBezTo>
                    <a:pt x="13192" y="16627"/>
                    <a:pt x="13223" y="16566"/>
                    <a:pt x="13162" y="16535"/>
                  </a:cubicBezTo>
                  <a:cubicBezTo>
                    <a:pt x="13162" y="16505"/>
                    <a:pt x="13223" y="16475"/>
                    <a:pt x="13284" y="16475"/>
                  </a:cubicBezTo>
                  <a:close/>
                  <a:moveTo>
                    <a:pt x="13832" y="16480"/>
                  </a:moveTo>
                  <a:cubicBezTo>
                    <a:pt x="13881" y="16480"/>
                    <a:pt x="13932" y="16497"/>
                    <a:pt x="13983" y="16535"/>
                  </a:cubicBezTo>
                  <a:cubicBezTo>
                    <a:pt x="14044" y="16596"/>
                    <a:pt x="14104" y="16657"/>
                    <a:pt x="14135" y="16748"/>
                  </a:cubicBezTo>
                  <a:lnTo>
                    <a:pt x="14135" y="16809"/>
                  </a:lnTo>
                  <a:cubicBezTo>
                    <a:pt x="14135" y="16839"/>
                    <a:pt x="14044" y="16870"/>
                    <a:pt x="14013" y="16870"/>
                  </a:cubicBezTo>
                  <a:cubicBezTo>
                    <a:pt x="13861" y="16870"/>
                    <a:pt x="13831" y="16809"/>
                    <a:pt x="13831" y="16718"/>
                  </a:cubicBezTo>
                  <a:cubicBezTo>
                    <a:pt x="13800" y="16718"/>
                    <a:pt x="13740" y="16718"/>
                    <a:pt x="13709" y="16748"/>
                  </a:cubicBezTo>
                  <a:cubicBezTo>
                    <a:pt x="13705" y="16752"/>
                    <a:pt x="13700" y="16754"/>
                    <a:pt x="13693" y="16754"/>
                  </a:cubicBezTo>
                  <a:cubicBezTo>
                    <a:pt x="13650" y="16754"/>
                    <a:pt x="13569" y="16671"/>
                    <a:pt x="13648" y="16566"/>
                  </a:cubicBezTo>
                  <a:cubicBezTo>
                    <a:pt x="13701" y="16513"/>
                    <a:pt x="13765" y="16480"/>
                    <a:pt x="13832" y="16480"/>
                  </a:cubicBezTo>
                  <a:close/>
                  <a:moveTo>
                    <a:pt x="8025" y="16475"/>
                  </a:moveTo>
                  <a:cubicBezTo>
                    <a:pt x="8086" y="16475"/>
                    <a:pt x="8147" y="16535"/>
                    <a:pt x="8177" y="16596"/>
                  </a:cubicBezTo>
                  <a:lnTo>
                    <a:pt x="8147" y="16596"/>
                  </a:lnTo>
                  <a:cubicBezTo>
                    <a:pt x="7995" y="16657"/>
                    <a:pt x="8025" y="16900"/>
                    <a:pt x="7782" y="16900"/>
                  </a:cubicBezTo>
                  <a:cubicBezTo>
                    <a:pt x="7773" y="16909"/>
                    <a:pt x="7759" y="16913"/>
                    <a:pt x="7742" y="16913"/>
                  </a:cubicBezTo>
                  <a:cubicBezTo>
                    <a:pt x="7701" y="16913"/>
                    <a:pt x="7643" y="16891"/>
                    <a:pt x="7600" y="16870"/>
                  </a:cubicBezTo>
                  <a:lnTo>
                    <a:pt x="7569" y="16809"/>
                  </a:lnTo>
                  <a:cubicBezTo>
                    <a:pt x="7539" y="16779"/>
                    <a:pt x="7630" y="16718"/>
                    <a:pt x="7630" y="16718"/>
                  </a:cubicBezTo>
                  <a:cubicBezTo>
                    <a:pt x="7656" y="16725"/>
                    <a:pt x="7679" y="16729"/>
                    <a:pt x="7699" y="16729"/>
                  </a:cubicBezTo>
                  <a:cubicBezTo>
                    <a:pt x="7845" y="16729"/>
                    <a:pt x="7858" y="16558"/>
                    <a:pt x="7964" y="16505"/>
                  </a:cubicBezTo>
                  <a:lnTo>
                    <a:pt x="8025" y="16475"/>
                  </a:lnTo>
                  <a:close/>
                  <a:moveTo>
                    <a:pt x="15872" y="16515"/>
                  </a:moveTo>
                  <a:cubicBezTo>
                    <a:pt x="15907" y="16515"/>
                    <a:pt x="15928" y="16530"/>
                    <a:pt x="15928" y="16566"/>
                  </a:cubicBezTo>
                  <a:lnTo>
                    <a:pt x="15898" y="16566"/>
                  </a:lnTo>
                  <a:cubicBezTo>
                    <a:pt x="15746" y="16627"/>
                    <a:pt x="15654" y="16748"/>
                    <a:pt x="15563" y="16870"/>
                  </a:cubicBezTo>
                  <a:lnTo>
                    <a:pt x="15563" y="16931"/>
                  </a:lnTo>
                  <a:cubicBezTo>
                    <a:pt x="15542" y="16938"/>
                    <a:pt x="15520" y="16941"/>
                    <a:pt x="15500" y="16941"/>
                  </a:cubicBezTo>
                  <a:cubicBezTo>
                    <a:pt x="15434" y="16941"/>
                    <a:pt x="15381" y="16902"/>
                    <a:pt x="15381" y="16809"/>
                  </a:cubicBezTo>
                  <a:cubicBezTo>
                    <a:pt x="15381" y="16724"/>
                    <a:pt x="15461" y="16532"/>
                    <a:pt x="15570" y="16532"/>
                  </a:cubicBezTo>
                  <a:cubicBezTo>
                    <a:pt x="15578" y="16532"/>
                    <a:pt x="15586" y="16533"/>
                    <a:pt x="15594" y="16535"/>
                  </a:cubicBezTo>
                  <a:lnTo>
                    <a:pt x="15776" y="16535"/>
                  </a:lnTo>
                  <a:cubicBezTo>
                    <a:pt x="15814" y="16523"/>
                    <a:pt x="15846" y="16515"/>
                    <a:pt x="15872" y="16515"/>
                  </a:cubicBezTo>
                  <a:close/>
                  <a:moveTo>
                    <a:pt x="12300" y="16615"/>
                  </a:moveTo>
                  <a:cubicBezTo>
                    <a:pt x="12353" y="16615"/>
                    <a:pt x="12410" y="16649"/>
                    <a:pt x="12433" y="16718"/>
                  </a:cubicBezTo>
                  <a:cubicBezTo>
                    <a:pt x="12460" y="16772"/>
                    <a:pt x="12246" y="17067"/>
                    <a:pt x="12177" y="17067"/>
                  </a:cubicBezTo>
                  <a:cubicBezTo>
                    <a:pt x="12169" y="17067"/>
                    <a:pt x="12162" y="17062"/>
                    <a:pt x="12159" y="17052"/>
                  </a:cubicBezTo>
                  <a:cubicBezTo>
                    <a:pt x="12129" y="16900"/>
                    <a:pt x="12159" y="16748"/>
                    <a:pt x="12250" y="16627"/>
                  </a:cubicBezTo>
                  <a:cubicBezTo>
                    <a:pt x="12265" y="16619"/>
                    <a:pt x="12282" y="16615"/>
                    <a:pt x="12300" y="16615"/>
                  </a:cubicBezTo>
                  <a:close/>
                  <a:moveTo>
                    <a:pt x="3901" y="16918"/>
                  </a:moveTo>
                  <a:cubicBezTo>
                    <a:pt x="3922" y="16918"/>
                    <a:pt x="3939" y="16922"/>
                    <a:pt x="3952" y="16931"/>
                  </a:cubicBezTo>
                  <a:cubicBezTo>
                    <a:pt x="4043" y="16961"/>
                    <a:pt x="4043" y="17022"/>
                    <a:pt x="3952" y="17022"/>
                  </a:cubicBezTo>
                  <a:lnTo>
                    <a:pt x="3891" y="17052"/>
                  </a:lnTo>
                  <a:cubicBezTo>
                    <a:pt x="3739" y="17052"/>
                    <a:pt x="3770" y="17083"/>
                    <a:pt x="3831" y="17174"/>
                  </a:cubicBezTo>
                  <a:cubicBezTo>
                    <a:pt x="3861" y="17174"/>
                    <a:pt x="3739" y="17295"/>
                    <a:pt x="3709" y="17295"/>
                  </a:cubicBezTo>
                  <a:cubicBezTo>
                    <a:pt x="3557" y="17265"/>
                    <a:pt x="3405" y="17234"/>
                    <a:pt x="3253" y="17174"/>
                  </a:cubicBezTo>
                  <a:cubicBezTo>
                    <a:pt x="3253" y="17174"/>
                    <a:pt x="3253" y="17143"/>
                    <a:pt x="3253" y="17113"/>
                  </a:cubicBezTo>
                  <a:cubicBezTo>
                    <a:pt x="3283" y="17083"/>
                    <a:pt x="3344" y="17052"/>
                    <a:pt x="3375" y="17052"/>
                  </a:cubicBezTo>
                  <a:lnTo>
                    <a:pt x="3466" y="17052"/>
                  </a:lnTo>
                  <a:cubicBezTo>
                    <a:pt x="3544" y="17052"/>
                    <a:pt x="3778" y="16918"/>
                    <a:pt x="3901" y="16918"/>
                  </a:cubicBezTo>
                  <a:close/>
                  <a:moveTo>
                    <a:pt x="6203" y="16584"/>
                  </a:moveTo>
                  <a:cubicBezTo>
                    <a:pt x="6213" y="16584"/>
                    <a:pt x="6224" y="16588"/>
                    <a:pt x="6232" y="16596"/>
                  </a:cubicBezTo>
                  <a:lnTo>
                    <a:pt x="6293" y="16627"/>
                  </a:lnTo>
                  <a:lnTo>
                    <a:pt x="6323" y="16657"/>
                  </a:lnTo>
                  <a:cubicBezTo>
                    <a:pt x="6384" y="16718"/>
                    <a:pt x="6262" y="16809"/>
                    <a:pt x="6201" y="16809"/>
                  </a:cubicBezTo>
                  <a:cubicBezTo>
                    <a:pt x="6141" y="16809"/>
                    <a:pt x="5867" y="16961"/>
                    <a:pt x="5897" y="17052"/>
                  </a:cubicBezTo>
                  <a:cubicBezTo>
                    <a:pt x="5906" y="17069"/>
                    <a:pt x="5912" y="17086"/>
                    <a:pt x="5916" y="17100"/>
                  </a:cubicBezTo>
                  <a:lnTo>
                    <a:pt x="5916" y="17100"/>
                  </a:lnTo>
                  <a:cubicBezTo>
                    <a:pt x="5881" y="17077"/>
                    <a:pt x="5768" y="17043"/>
                    <a:pt x="5677" y="17043"/>
                  </a:cubicBezTo>
                  <a:cubicBezTo>
                    <a:pt x="5626" y="17043"/>
                    <a:pt x="5582" y="17054"/>
                    <a:pt x="5563" y="17083"/>
                  </a:cubicBezTo>
                  <a:cubicBezTo>
                    <a:pt x="5442" y="17174"/>
                    <a:pt x="5320" y="17234"/>
                    <a:pt x="5168" y="17295"/>
                  </a:cubicBezTo>
                  <a:cubicBezTo>
                    <a:pt x="5077" y="17295"/>
                    <a:pt x="4986" y="17022"/>
                    <a:pt x="4986" y="16900"/>
                  </a:cubicBezTo>
                  <a:cubicBezTo>
                    <a:pt x="4986" y="16832"/>
                    <a:pt x="5174" y="16746"/>
                    <a:pt x="5293" y="16746"/>
                  </a:cubicBezTo>
                  <a:cubicBezTo>
                    <a:pt x="5333" y="16746"/>
                    <a:pt x="5366" y="16756"/>
                    <a:pt x="5381" y="16779"/>
                  </a:cubicBezTo>
                  <a:cubicBezTo>
                    <a:pt x="5390" y="16806"/>
                    <a:pt x="5422" y="16817"/>
                    <a:pt x="5460" y="16817"/>
                  </a:cubicBezTo>
                  <a:cubicBezTo>
                    <a:pt x="5549" y="16817"/>
                    <a:pt x="5675" y="16760"/>
                    <a:pt x="5654" y="16718"/>
                  </a:cubicBezTo>
                  <a:cubicBezTo>
                    <a:pt x="5636" y="16680"/>
                    <a:pt x="5652" y="16654"/>
                    <a:pt x="5695" y="16654"/>
                  </a:cubicBezTo>
                  <a:cubicBezTo>
                    <a:pt x="5722" y="16654"/>
                    <a:pt x="5760" y="16664"/>
                    <a:pt x="5806" y="16687"/>
                  </a:cubicBezTo>
                  <a:lnTo>
                    <a:pt x="5928" y="16687"/>
                  </a:lnTo>
                  <a:cubicBezTo>
                    <a:pt x="5989" y="16687"/>
                    <a:pt x="6049" y="16687"/>
                    <a:pt x="6110" y="16657"/>
                  </a:cubicBezTo>
                  <a:lnTo>
                    <a:pt x="6141" y="16657"/>
                  </a:lnTo>
                  <a:cubicBezTo>
                    <a:pt x="6141" y="16612"/>
                    <a:pt x="6173" y="16584"/>
                    <a:pt x="6203" y="16584"/>
                  </a:cubicBezTo>
                  <a:close/>
                  <a:moveTo>
                    <a:pt x="86081" y="0"/>
                  </a:moveTo>
                  <a:lnTo>
                    <a:pt x="85473" y="122"/>
                  </a:lnTo>
                  <a:lnTo>
                    <a:pt x="85261" y="152"/>
                  </a:lnTo>
                  <a:lnTo>
                    <a:pt x="85078" y="183"/>
                  </a:lnTo>
                  <a:cubicBezTo>
                    <a:pt x="84957" y="183"/>
                    <a:pt x="84805" y="213"/>
                    <a:pt x="84683" y="274"/>
                  </a:cubicBezTo>
                  <a:cubicBezTo>
                    <a:pt x="84683" y="335"/>
                    <a:pt x="84683" y="426"/>
                    <a:pt x="84622" y="456"/>
                  </a:cubicBezTo>
                  <a:lnTo>
                    <a:pt x="84531" y="487"/>
                  </a:lnTo>
                  <a:cubicBezTo>
                    <a:pt x="84503" y="403"/>
                    <a:pt x="84400" y="270"/>
                    <a:pt x="84336" y="270"/>
                  </a:cubicBezTo>
                  <a:cubicBezTo>
                    <a:pt x="84330" y="270"/>
                    <a:pt x="84324" y="271"/>
                    <a:pt x="84318" y="274"/>
                  </a:cubicBezTo>
                  <a:cubicBezTo>
                    <a:pt x="84304" y="283"/>
                    <a:pt x="84286" y="288"/>
                    <a:pt x="84267" y="288"/>
                  </a:cubicBezTo>
                  <a:cubicBezTo>
                    <a:pt x="84163" y="288"/>
                    <a:pt x="84000" y="168"/>
                    <a:pt x="83923" y="91"/>
                  </a:cubicBezTo>
                  <a:cubicBezTo>
                    <a:pt x="83904" y="73"/>
                    <a:pt x="83883" y="65"/>
                    <a:pt x="83862" y="65"/>
                  </a:cubicBezTo>
                  <a:cubicBezTo>
                    <a:pt x="83815" y="65"/>
                    <a:pt x="83771" y="101"/>
                    <a:pt x="83771" y="122"/>
                  </a:cubicBezTo>
                  <a:cubicBezTo>
                    <a:pt x="83741" y="183"/>
                    <a:pt x="83650" y="213"/>
                    <a:pt x="83528" y="213"/>
                  </a:cubicBezTo>
                  <a:lnTo>
                    <a:pt x="83498" y="183"/>
                  </a:lnTo>
                  <a:cubicBezTo>
                    <a:pt x="83467" y="142"/>
                    <a:pt x="83440" y="129"/>
                    <a:pt x="83414" y="129"/>
                  </a:cubicBezTo>
                  <a:cubicBezTo>
                    <a:pt x="83363" y="129"/>
                    <a:pt x="83315" y="183"/>
                    <a:pt x="83255" y="183"/>
                  </a:cubicBezTo>
                  <a:cubicBezTo>
                    <a:pt x="83224" y="183"/>
                    <a:pt x="83163" y="152"/>
                    <a:pt x="83163" y="91"/>
                  </a:cubicBezTo>
                  <a:lnTo>
                    <a:pt x="83133" y="61"/>
                  </a:lnTo>
                  <a:cubicBezTo>
                    <a:pt x="83133" y="39"/>
                    <a:pt x="83129" y="29"/>
                    <a:pt x="83123" y="29"/>
                  </a:cubicBezTo>
                  <a:cubicBezTo>
                    <a:pt x="83111" y="29"/>
                    <a:pt x="83092" y="63"/>
                    <a:pt x="83072" y="122"/>
                  </a:cubicBezTo>
                  <a:lnTo>
                    <a:pt x="83011" y="152"/>
                  </a:lnTo>
                  <a:cubicBezTo>
                    <a:pt x="82951" y="243"/>
                    <a:pt x="82829" y="183"/>
                    <a:pt x="82768" y="243"/>
                  </a:cubicBezTo>
                  <a:lnTo>
                    <a:pt x="82647" y="304"/>
                  </a:lnTo>
                  <a:cubicBezTo>
                    <a:pt x="82495" y="243"/>
                    <a:pt x="82343" y="213"/>
                    <a:pt x="82191" y="213"/>
                  </a:cubicBezTo>
                  <a:cubicBezTo>
                    <a:pt x="82069" y="274"/>
                    <a:pt x="81948" y="304"/>
                    <a:pt x="81826" y="304"/>
                  </a:cubicBezTo>
                  <a:lnTo>
                    <a:pt x="81400" y="304"/>
                  </a:lnTo>
                  <a:lnTo>
                    <a:pt x="81096" y="335"/>
                  </a:lnTo>
                  <a:lnTo>
                    <a:pt x="81036" y="335"/>
                  </a:lnTo>
                  <a:lnTo>
                    <a:pt x="80489" y="456"/>
                  </a:lnTo>
                  <a:cubicBezTo>
                    <a:pt x="80468" y="466"/>
                    <a:pt x="80445" y="470"/>
                    <a:pt x="80420" y="470"/>
                  </a:cubicBezTo>
                  <a:cubicBezTo>
                    <a:pt x="80370" y="470"/>
                    <a:pt x="80316" y="456"/>
                    <a:pt x="80276" y="456"/>
                  </a:cubicBezTo>
                  <a:lnTo>
                    <a:pt x="80124" y="456"/>
                  </a:lnTo>
                  <a:cubicBezTo>
                    <a:pt x="80017" y="426"/>
                    <a:pt x="79911" y="411"/>
                    <a:pt x="79808" y="411"/>
                  </a:cubicBezTo>
                  <a:cubicBezTo>
                    <a:pt x="79706" y="411"/>
                    <a:pt x="79607" y="426"/>
                    <a:pt x="79516" y="456"/>
                  </a:cubicBezTo>
                  <a:lnTo>
                    <a:pt x="79333" y="395"/>
                  </a:lnTo>
                  <a:cubicBezTo>
                    <a:pt x="79303" y="390"/>
                    <a:pt x="79272" y="389"/>
                    <a:pt x="79240" y="389"/>
                  </a:cubicBezTo>
                  <a:cubicBezTo>
                    <a:pt x="79176" y="389"/>
                    <a:pt x="79111" y="395"/>
                    <a:pt x="79045" y="395"/>
                  </a:cubicBezTo>
                  <a:cubicBezTo>
                    <a:pt x="78946" y="395"/>
                    <a:pt x="78847" y="380"/>
                    <a:pt x="78756" y="304"/>
                  </a:cubicBezTo>
                  <a:lnTo>
                    <a:pt x="78726" y="304"/>
                  </a:lnTo>
                  <a:cubicBezTo>
                    <a:pt x="78634" y="304"/>
                    <a:pt x="78482" y="365"/>
                    <a:pt x="78361" y="395"/>
                  </a:cubicBezTo>
                  <a:lnTo>
                    <a:pt x="78239" y="395"/>
                  </a:lnTo>
                  <a:lnTo>
                    <a:pt x="78057" y="365"/>
                  </a:lnTo>
                  <a:cubicBezTo>
                    <a:pt x="78016" y="405"/>
                    <a:pt x="77952" y="419"/>
                    <a:pt x="77880" y="419"/>
                  </a:cubicBezTo>
                  <a:cubicBezTo>
                    <a:pt x="77736" y="419"/>
                    <a:pt x="77560" y="365"/>
                    <a:pt x="77479" y="365"/>
                  </a:cubicBezTo>
                  <a:cubicBezTo>
                    <a:pt x="77327" y="395"/>
                    <a:pt x="77175" y="426"/>
                    <a:pt x="77023" y="487"/>
                  </a:cubicBezTo>
                  <a:lnTo>
                    <a:pt x="76932" y="487"/>
                  </a:lnTo>
                  <a:cubicBezTo>
                    <a:pt x="76841" y="487"/>
                    <a:pt x="76750" y="426"/>
                    <a:pt x="76659" y="426"/>
                  </a:cubicBezTo>
                  <a:cubicBezTo>
                    <a:pt x="76537" y="426"/>
                    <a:pt x="76446" y="456"/>
                    <a:pt x="76355" y="487"/>
                  </a:cubicBezTo>
                  <a:lnTo>
                    <a:pt x="76112" y="547"/>
                  </a:lnTo>
                  <a:lnTo>
                    <a:pt x="75504" y="578"/>
                  </a:lnTo>
                  <a:cubicBezTo>
                    <a:pt x="75443" y="529"/>
                    <a:pt x="75377" y="514"/>
                    <a:pt x="75309" y="514"/>
                  </a:cubicBezTo>
                  <a:cubicBezTo>
                    <a:pt x="75206" y="514"/>
                    <a:pt x="75096" y="547"/>
                    <a:pt x="74987" y="547"/>
                  </a:cubicBezTo>
                  <a:lnTo>
                    <a:pt x="74805" y="547"/>
                  </a:lnTo>
                  <a:cubicBezTo>
                    <a:pt x="74778" y="553"/>
                    <a:pt x="74753" y="555"/>
                    <a:pt x="74729" y="555"/>
                  </a:cubicBezTo>
                  <a:cubicBezTo>
                    <a:pt x="74612" y="555"/>
                    <a:pt x="74515" y="496"/>
                    <a:pt x="74440" y="395"/>
                  </a:cubicBezTo>
                  <a:cubicBezTo>
                    <a:pt x="74438" y="391"/>
                    <a:pt x="74434" y="389"/>
                    <a:pt x="74428" y="389"/>
                  </a:cubicBezTo>
                  <a:cubicBezTo>
                    <a:pt x="74355" y="389"/>
                    <a:pt x="74001" y="738"/>
                    <a:pt x="73832" y="851"/>
                  </a:cubicBezTo>
                  <a:cubicBezTo>
                    <a:pt x="73753" y="910"/>
                    <a:pt x="73649" y="944"/>
                    <a:pt x="73545" y="944"/>
                  </a:cubicBezTo>
                  <a:cubicBezTo>
                    <a:pt x="73487" y="944"/>
                    <a:pt x="73430" y="934"/>
                    <a:pt x="73376" y="912"/>
                  </a:cubicBezTo>
                  <a:cubicBezTo>
                    <a:pt x="73346" y="882"/>
                    <a:pt x="73376" y="851"/>
                    <a:pt x="73467" y="851"/>
                  </a:cubicBezTo>
                  <a:lnTo>
                    <a:pt x="73498" y="821"/>
                  </a:lnTo>
                  <a:cubicBezTo>
                    <a:pt x="73498" y="790"/>
                    <a:pt x="73528" y="760"/>
                    <a:pt x="73528" y="730"/>
                  </a:cubicBezTo>
                  <a:cubicBezTo>
                    <a:pt x="73528" y="699"/>
                    <a:pt x="73437" y="669"/>
                    <a:pt x="73437" y="669"/>
                  </a:cubicBezTo>
                  <a:lnTo>
                    <a:pt x="73315" y="760"/>
                  </a:lnTo>
                  <a:cubicBezTo>
                    <a:pt x="73102" y="730"/>
                    <a:pt x="72890" y="699"/>
                    <a:pt x="72707" y="699"/>
                  </a:cubicBezTo>
                  <a:lnTo>
                    <a:pt x="72555" y="669"/>
                  </a:lnTo>
                  <a:cubicBezTo>
                    <a:pt x="72475" y="637"/>
                    <a:pt x="72412" y="596"/>
                    <a:pt x="72366" y="596"/>
                  </a:cubicBezTo>
                  <a:cubicBezTo>
                    <a:pt x="72324" y="596"/>
                    <a:pt x="72296" y="629"/>
                    <a:pt x="72282" y="730"/>
                  </a:cubicBezTo>
                  <a:lnTo>
                    <a:pt x="72130" y="730"/>
                  </a:lnTo>
                  <a:cubicBezTo>
                    <a:pt x="72106" y="698"/>
                    <a:pt x="72082" y="687"/>
                    <a:pt x="72059" y="687"/>
                  </a:cubicBezTo>
                  <a:cubicBezTo>
                    <a:pt x="72006" y="687"/>
                    <a:pt x="71957" y="742"/>
                    <a:pt x="71916" y="742"/>
                  </a:cubicBezTo>
                  <a:cubicBezTo>
                    <a:pt x="71906" y="742"/>
                    <a:pt x="71896" y="739"/>
                    <a:pt x="71887" y="730"/>
                  </a:cubicBezTo>
                  <a:cubicBezTo>
                    <a:pt x="71852" y="695"/>
                    <a:pt x="71820" y="683"/>
                    <a:pt x="71790" y="683"/>
                  </a:cubicBezTo>
                  <a:cubicBezTo>
                    <a:pt x="71715" y="683"/>
                    <a:pt x="71656" y="760"/>
                    <a:pt x="71613" y="760"/>
                  </a:cubicBezTo>
                  <a:cubicBezTo>
                    <a:pt x="71595" y="766"/>
                    <a:pt x="71577" y="769"/>
                    <a:pt x="71559" y="769"/>
                  </a:cubicBezTo>
                  <a:cubicBezTo>
                    <a:pt x="71487" y="769"/>
                    <a:pt x="71418" y="730"/>
                    <a:pt x="71370" y="730"/>
                  </a:cubicBezTo>
                  <a:lnTo>
                    <a:pt x="71279" y="730"/>
                  </a:lnTo>
                  <a:cubicBezTo>
                    <a:pt x="71232" y="753"/>
                    <a:pt x="71190" y="763"/>
                    <a:pt x="71154" y="763"/>
                  </a:cubicBezTo>
                  <a:cubicBezTo>
                    <a:pt x="71096" y="763"/>
                    <a:pt x="71054" y="737"/>
                    <a:pt x="71035" y="699"/>
                  </a:cubicBezTo>
                  <a:lnTo>
                    <a:pt x="71005" y="669"/>
                  </a:lnTo>
                  <a:cubicBezTo>
                    <a:pt x="70950" y="669"/>
                    <a:pt x="70844" y="794"/>
                    <a:pt x="70780" y="794"/>
                  </a:cubicBezTo>
                  <a:cubicBezTo>
                    <a:pt x="70773" y="794"/>
                    <a:pt x="70767" y="793"/>
                    <a:pt x="70762" y="790"/>
                  </a:cubicBezTo>
                  <a:cubicBezTo>
                    <a:pt x="70610" y="760"/>
                    <a:pt x="70488" y="730"/>
                    <a:pt x="70336" y="730"/>
                  </a:cubicBezTo>
                  <a:lnTo>
                    <a:pt x="70245" y="821"/>
                  </a:lnTo>
                  <a:cubicBezTo>
                    <a:pt x="70180" y="886"/>
                    <a:pt x="70097" y="916"/>
                    <a:pt x="70016" y="916"/>
                  </a:cubicBezTo>
                  <a:cubicBezTo>
                    <a:pt x="69946" y="916"/>
                    <a:pt x="69876" y="894"/>
                    <a:pt x="69820" y="851"/>
                  </a:cubicBezTo>
                  <a:lnTo>
                    <a:pt x="69485" y="699"/>
                  </a:lnTo>
                  <a:lnTo>
                    <a:pt x="69212" y="790"/>
                  </a:lnTo>
                  <a:lnTo>
                    <a:pt x="69151" y="882"/>
                  </a:lnTo>
                  <a:cubicBezTo>
                    <a:pt x="69060" y="790"/>
                    <a:pt x="68969" y="730"/>
                    <a:pt x="68908" y="639"/>
                  </a:cubicBezTo>
                  <a:cubicBezTo>
                    <a:pt x="68904" y="635"/>
                    <a:pt x="68899" y="633"/>
                    <a:pt x="68894" y="633"/>
                  </a:cubicBezTo>
                  <a:cubicBezTo>
                    <a:pt x="68861" y="633"/>
                    <a:pt x="68809" y="715"/>
                    <a:pt x="68756" y="821"/>
                  </a:cubicBezTo>
                  <a:lnTo>
                    <a:pt x="68634" y="760"/>
                  </a:lnTo>
                  <a:lnTo>
                    <a:pt x="68452" y="669"/>
                  </a:lnTo>
                  <a:cubicBezTo>
                    <a:pt x="68269" y="699"/>
                    <a:pt x="68087" y="699"/>
                    <a:pt x="68026" y="699"/>
                  </a:cubicBezTo>
                  <a:lnTo>
                    <a:pt x="67996" y="699"/>
                  </a:lnTo>
                  <a:cubicBezTo>
                    <a:pt x="67892" y="820"/>
                    <a:pt x="67779" y="853"/>
                    <a:pt x="67655" y="853"/>
                  </a:cubicBezTo>
                  <a:cubicBezTo>
                    <a:pt x="67562" y="853"/>
                    <a:pt x="67463" y="834"/>
                    <a:pt x="67358" y="821"/>
                  </a:cubicBezTo>
                  <a:cubicBezTo>
                    <a:pt x="67266" y="790"/>
                    <a:pt x="67114" y="790"/>
                    <a:pt x="67023" y="760"/>
                  </a:cubicBezTo>
                  <a:lnTo>
                    <a:pt x="66810" y="699"/>
                  </a:lnTo>
                  <a:cubicBezTo>
                    <a:pt x="66810" y="780"/>
                    <a:pt x="66770" y="821"/>
                    <a:pt x="66707" y="821"/>
                  </a:cubicBezTo>
                  <a:cubicBezTo>
                    <a:pt x="66675" y="821"/>
                    <a:pt x="66638" y="811"/>
                    <a:pt x="66598" y="790"/>
                  </a:cubicBezTo>
                  <a:lnTo>
                    <a:pt x="66476" y="760"/>
                  </a:lnTo>
                  <a:cubicBezTo>
                    <a:pt x="66415" y="760"/>
                    <a:pt x="66341" y="814"/>
                    <a:pt x="66262" y="814"/>
                  </a:cubicBezTo>
                  <a:cubicBezTo>
                    <a:pt x="66223" y="814"/>
                    <a:pt x="66182" y="801"/>
                    <a:pt x="66142" y="760"/>
                  </a:cubicBezTo>
                  <a:cubicBezTo>
                    <a:pt x="66020" y="821"/>
                    <a:pt x="65868" y="882"/>
                    <a:pt x="65747" y="912"/>
                  </a:cubicBezTo>
                  <a:cubicBezTo>
                    <a:pt x="65534" y="851"/>
                    <a:pt x="65351" y="821"/>
                    <a:pt x="65139" y="790"/>
                  </a:cubicBezTo>
                  <a:cubicBezTo>
                    <a:pt x="65086" y="808"/>
                    <a:pt x="64973" y="826"/>
                    <a:pt x="64880" y="826"/>
                  </a:cubicBezTo>
                  <a:cubicBezTo>
                    <a:pt x="64813" y="826"/>
                    <a:pt x="64756" y="816"/>
                    <a:pt x="64744" y="790"/>
                  </a:cubicBezTo>
                  <a:cubicBezTo>
                    <a:pt x="64728" y="775"/>
                    <a:pt x="64709" y="770"/>
                    <a:pt x="64688" y="770"/>
                  </a:cubicBezTo>
                  <a:cubicBezTo>
                    <a:pt x="64624" y="770"/>
                    <a:pt x="64538" y="821"/>
                    <a:pt x="64470" y="821"/>
                  </a:cubicBezTo>
                  <a:cubicBezTo>
                    <a:pt x="64348" y="821"/>
                    <a:pt x="64227" y="790"/>
                    <a:pt x="64105" y="730"/>
                  </a:cubicBezTo>
                  <a:lnTo>
                    <a:pt x="64014" y="790"/>
                  </a:lnTo>
                  <a:lnTo>
                    <a:pt x="63923" y="882"/>
                  </a:lnTo>
                  <a:cubicBezTo>
                    <a:pt x="63910" y="875"/>
                    <a:pt x="63890" y="873"/>
                    <a:pt x="63867" y="873"/>
                  </a:cubicBezTo>
                  <a:cubicBezTo>
                    <a:pt x="63802" y="873"/>
                    <a:pt x="63709" y="890"/>
                    <a:pt x="63645" y="890"/>
                  </a:cubicBezTo>
                  <a:cubicBezTo>
                    <a:pt x="63621" y="890"/>
                    <a:pt x="63601" y="888"/>
                    <a:pt x="63589" y="882"/>
                  </a:cubicBezTo>
                  <a:cubicBezTo>
                    <a:pt x="63561" y="826"/>
                    <a:pt x="63331" y="695"/>
                    <a:pt x="63222" y="695"/>
                  </a:cubicBezTo>
                  <a:cubicBezTo>
                    <a:pt x="63211" y="695"/>
                    <a:pt x="63202" y="697"/>
                    <a:pt x="63193" y="699"/>
                  </a:cubicBezTo>
                  <a:cubicBezTo>
                    <a:pt x="63011" y="760"/>
                    <a:pt x="62859" y="790"/>
                    <a:pt x="62677" y="821"/>
                  </a:cubicBezTo>
                  <a:cubicBezTo>
                    <a:pt x="62555" y="790"/>
                    <a:pt x="62464" y="730"/>
                    <a:pt x="62403" y="639"/>
                  </a:cubicBezTo>
                  <a:lnTo>
                    <a:pt x="62312" y="578"/>
                  </a:lnTo>
                  <a:lnTo>
                    <a:pt x="62281" y="547"/>
                  </a:lnTo>
                  <a:cubicBezTo>
                    <a:pt x="62190" y="547"/>
                    <a:pt x="62160" y="639"/>
                    <a:pt x="62160" y="699"/>
                  </a:cubicBezTo>
                  <a:cubicBezTo>
                    <a:pt x="62190" y="730"/>
                    <a:pt x="62130" y="790"/>
                    <a:pt x="62038" y="851"/>
                  </a:cubicBezTo>
                  <a:lnTo>
                    <a:pt x="61917" y="882"/>
                  </a:lnTo>
                  <a:cubicBezTo>
                    <a:pt x="61826" y="882"/>
                    <a:pt x="61734" y="821"/>
                    <a:pt x="61643" y="790"/>
                  </a:cubicBezTo>
                  <a:cubicBezTo>
                    <a:pt x="61598" y="775"/>
                    <a:pt x="61544" y="768"/>
                    <a:pt x="61487" y="768"/>
                  </a:cubicBezTo>
                  <a:cubicBezTo>
                    <a:pt x="61430" y="768"/>
                    <a:pt x="61370" y="775"/>
                    <a:pt x="61309" y="790"/>
                  </a:cubicBezTo>
                  <a:cubicBezTo>
                    <a:pt x="61235" y="852"/>
                    <a:pt x="61166" y="874"/>
                    <a:pt x="61100" y="874"/>
                  </a:cubicBezTo>
                  <a:cubicBezTo>
                    <a:pt x="61003" y="874"/>
                    <a:pt x="60913" y="827"/>
                    <a:pt x="60823" y="790"/>
                  </a:cubicBezTo>
                  <a:cubicBezTo>
                    <a:pt x="60755" y="771"/>
                    <a:pt x="60685" y="761"/>
                    <a:pt x="60614" y="761"/>
                  </a:cubicBezTo>
                  <a:cubicBezTo>
                    <a:pt x="60462" y="761"/>
                    <a:pt x="60309" y="808"/>
                    <a:pt x="60184" y="912"/>
                  </a:cubicBezTo>
                  <a:lnTo>
                    <a:pt x="60154" y="942"/>
                  </a:lnTo>
                  <a:cubicBezTo>
                    <a:pt x="60129" y="951"/>
                    <a:pt x="60105" y="954"/>
                    <a:pt x="60080" y="954"/>
                  </a:cubicBezTo>
                  <a:cubicBezTo>
                    <a:pt x="60014" y="954"/>
                    <a:pt x="59947" y="926"/>
                    <a:pt x="59880" y="882"/>
                  </a:cubicBezTo>
                  <a:lnTo>
                    <a:pt x="59850" y="821"/>
                  </a:lnTo>
                  <a:cubicBezTo>
                    <a:pt x="59814" y="785"/>
                    <a:pt x="59774" y="773"/>
                    <a:pt x="59734" y="773"/>
                  </a:cubicBezTo>
                  <a:cubicBezTo>
                    <a:pt x="59673" y="773"/>
                    <a:pt x="59613" y="802"/>
                    <a:pt x="59576" y="821"/>
                  </a:cubicBezTo>
                  <a:cubicBezTo>
                    <a:pt x="59546" y="836"/>
                    <a:pt x="59508" y="836"/>
                    <a:pt x="59474" y="836"/>
                  </a:cubicBezTo>
                  <a:cubicBezTo>
                    <a:pt x="59440" y="836"/>
                    <a:pt x="59409" y="836"/>
                    <a:pt x="59394" y="851"/>
                  </a:cubicBezTo>
                  <a:cubicBezTo>
                    <a:pt x="59339" y="895"/>
                    <a:pt x="59296" y="911"/>
                    <a:pt x="59260" y="911"/>
                  </a:cubicBezTo>
                  <a:cubicBezTo>
                    <a:pt x="59194" y="911"/>
                    <a:pt x="59148" y="860"/>
                    <a:pt x="59090" y="821"/>
                  </a:cubicBezTo>
                  <a:cubicBezTo>
                    <a:pt x="59029" y="790"/>
                    <a:pt x="58968" y="760"/>
                    <a:pt x="58938" y="730"/>
                  </a:cubicBezTo>
                  <a:cubicBezTo>
                    <a:pt x="58908" y="730"/>
                    <a:pt x="58847" y="760"/>
                    <a:pt x="58847" y="760"/>
                  </a:cubicBezTo>
                  <a:lnTo>
                    <a:pt x="58847" y="821"/>
                  </a:lnTo>
                  <a:cubicBezTo>
                    <a:pt x="58877" y="882"/>
                    <a:pt x="58847" y="882"/>
                    <a:pt x="58786" y="882"/>
                  </a:cubicBezTo>
                  <a:lnTo>
                    <a:pt x="58725" y="851"/>
                  </a:lnTo>
                  <a:cubicBezTo>
                    <a:pt x="58543" y="821"/>
                    <a:pt x="58360" y="821"/>
                    <a:pt x="58208" y="821"/>
                  </a:cubicBezTo>
                  <a:lnTo>
                    <a:pt x="58056" y="821"/>
                  </a:lnTo>
                  <a:cubicBezTo>
                    <a:pt x="57905" y="790"/>
                    <a:pt x="57753" y="760"/>
                    <a:pt x="57601" y="760"/>
                  </a:cubicBezTo>
                  <a:cubicBezTo>
                    <a:pt x="57601" y="841"/>
                    <a:pt x="57574" y="895"/>
                    <a:pt x="57510" y="895"/>
                  </a:cubicBezTo>
                  <a:cubicBezTo>
                    <a:pt x="57479" y="895"/>
                    <a:pt x="57438" y="882"/>
                    <a:pt x="57388" y="851"/>
                  </a:cubicBezTo>
                  <a:lnTo>
                    <a:pt x="57297" y="821"/>
                  </a:lnTo>
                  <a:cubicBezTo>
                    <a:pt x="57175" y="821"/>
                    <a:pt x="56780" y="851"/>
                    <a:pt x="56446" y="882"/>
                  </a:cubicBezTo>
                  <a:lnTo>
                    <a:pt x="56172" y="882"/>
                  </a:lnTo>
                  <a:cubicBezTo>
                    <a:pt x="56081" y="882"/>
                    <a:pt x="55898" y="821"/>
                    <a:pt x="55898" y="821"/>
                  </a:cubicBezTo>
                  <a:cubicBezTo>
                    <a:pt x="55845" y="874"/>
                    <a:pt x="55796" y="894"/>
                    <a:pt x="55751" y="894"/>
                  </a:cubicBezTo>
                  <a:cubicBezTo>
                    <a:pt x="55642" y="894"/>
                    <a:pt x="55550" y="782"/>
                    <a:pt x="55442" y="760"/>
                  </a:cubicBezTo>
                  <a:cubicBezTo>
                    <a:pt x="55415" y="760"/>
                    <a:pt x="55412" y="634"/>
                    <a:pt x="55344" y="634"/>
                  </a:cubicBezTo>
                  <a:cubicBezTo>
                    <a:pt x="55337" y="634"/>
                    <a:pt x="55329" y="636"/>
                    <a:pt x="55321" y="639"/>
                  </a:cubicBezTo>
                  <a:cubicBezTo>
                    <a:pt x="55108" y="699"/>
                    <a:pt x="55351" y="760"/>
                    <a:pt x="55321" y="760"/>
                  </a:cubicBezTo>
                  <a:lnTo>
                    <a:pt x="55169" y="851"/>
                  </a:lnTo>
                  <a:cubicBezTo>
                    <a:pt x="55053" y="909"/>
                    <a:pt x="54938" y="930"/>
                    <a:pt x="54869" y="930"/>
                  </a:cubicBezTo>
                  <a:cubicBezTo>
                    <a:pt x="54829" y="930"/>
                    <a:pt x="54804" y="923"/>
                    <a:pt x="54804" y="912"/>
                  </a:cubicBezTo>
                  <a:lnTo>
                    <a:pt x="54804" y="851"/>
                  </a:lnTo>
                  <a:lnTo>
                    <a:pt x="54804" y="821"/>
                  </a:lnTo>
                  <a:cubicBezTo>
                    <a:pt x="54804" y="798"/>
                    <a:pt x="54791" y="788"/>
                    <a:pt x="54768" y="788"/>
                  </a:cubicBezTo>
                  <a:cubicBezTo>
                    <a:pt x="54730" y="788"/>
                    <a:pt x="54667" y="814"/>
                    <a:pt x="54591" y="851"/>
                  </a:cubicBezTo>
                  <a:lnTo>
                    <a:pt x="54379" y="821"/>
                  </a:lnTo>
                  <a:cubicBezTo>
                    <a:pt x="54333" y="806"/>
                    <a:pt x="54295" y="798"/>
                    <a:pt x="54261" y="798"/>
                  </a:cubicBezTo>
                  <a:cubicBezTo>
                    <a:pt x="54227" y="798"/>
                    <a:pt x="54196" y="806"/>
                    <a:pt x="54166" y="821"/>
                  </a:cubicBezTo>
                  <a:lnTo>
                    <a:pt x="54044" y="821"/>
                  </a:lnTo>
                  <a:cubicBezTo>
                    <a:pt x="53862" y="821"/>
                    <a:pt x="53710" y="790"/>
                    <a:pt x="53558" y="730"/>
                  </a:cubicBezTo>
                  <a:lnTo>
                    <a:pt x="53436" y="790"/>
                  </a:lnTo>
                  <a:lnTo>
                    <a:pt x="53406" y="790"/>
                  </a:lnTo>
                  <a:cubicBezTo>
                    <a:pt x="53376" y="790"/>
                    <a:pt x="53132" y="973"/>
                    <a:pt x="53011" y="973"/>
                  </a:cubicBezTo>
                  <a:cubicBezTo>
                    <a:pt x="53004" y="975"/>
                    <a:pt x="52997" y="976"/>
                    <a:pt x="52989" y="976"/>
                  </a:cubicBezTo>
                  <a:cubicBezTo>
                    <a:pt x="52893" y="976"/>
                    <a:pt x="52735" y="814"/>
                    <a:pt x="52707" y="730"/>
                  </a:cubicBezTo>
                  <a:cubicBezTo>
                    <a:pt x="52697" y="709"/>
                    <a:pt x="52666" y="699"/>
                    <a:pt x="52621" y="699"/>
                  </a:cubicBezTo>
                  <a:cubicBezTo>
                    <a:pt x="52531" y="699"/>
                    <a:pt x="52383" y="740"/>
                    <a:pt x="52221" y="821"/>
                  </a:cubicBezTo>
                  <a:lnTo>
                    <a:pt x="52008" y="790"/>
                  </a:lnTo>
                  <a:cubicBezTo>
                    <a:pt x="51917" y="760"/>
                    <a:pt x="51825" y="730"/>
                    <a:pt x="51734" y="730"/>
                  </a:cubicBezTo>
                  <a:cubicBezTo>
                    <a:pt x="51673" y="730"/>
                    <a:pt x="51613" y="851"/>
                    <a:pt x="51552" y="851"/>
                  </a:cubicBezTo>
                  <a:lnTo>
                    <a:pt x="51369" y="851"/>
                  </a:lnTo>
                  <a:cubicBezTo>
                    <a:pt x="51319" y="901"/>
                    <a:pt x="51260" y="924"/>
                    <a:pt x="51196" y="924"/>
                  </a:cubicBezTo>
                  <a:cubicBezTo>
                    <a:pt x="51144" y="924"/>
                    <a:pt x="51090" y="909"/>
                    <a:pt x="51035" y="882"/>
                  </a:cubicBezTo>
                  <a:cubicBezTo>
                    <a:pt x="50944" y="821"/>
                    <a:pt x="50853" y="760"/>
                    <a:pt x="50731" y="760"/>
                  </a:cubicBezTo>
                  <a:lnTo>
                    <a:pt x="50458" y="760"/>
                  </a:lnTo>
                  <a:cubicBezTo>
                    <a:pt x="50366" y="760"/>
                    <a:pt x="50275" y="821"/>
                    <a:pt x="50184" y="851"/>
                  </a:cubicBezTo>
                  <a:lnTo>
                    <a:pt x="50032" y="942"/>
                  </a:lnTo>
                  <a:cubicBezTo>
                    <a:pt x="49951" y="861"/>
                    <a:pt x="49870" y="821"/>
                    <a:pt x="49825" y="821"/>
                  </a:cubicBezTo>
                  <a:cubicBezTo>
                    <a:pt x="49802" y="821"/>
                    <a:pt x="49789" y="831"/>
                    <a:pt x="49789" y="851"/>
                  </a:cubicBezTo>
                  <a:cubicBezTo>
                    <a:pt x="49785" y="856"/>
                    <a:pt x="49776" y="857"/>
                    <a:pt x="49766" y="857"/>
                  </a:cubicBezTo>
                  <a:cubicBezTo>
                    <a:pt x="49700" y="857"/>
                    <a:pt x="49533" y="790"/>
                    <a:pt x="49455" y="790"/>
                  </a:cubicBezTo>
                  <a:lnTo>
                    <a:pt x="49151" y="760"/>
                  </a:lnTo>
                  <a:lnTo>
                    <a:pt x="49151" y="730"/>
                  </a:lnTo>
                  <a:lnTo>
                    <a:pt x="49090" y="578"/>
                  </a:lnTo>
                  <a:cubicBezTo>
                    <a:pt x="48968" y="608"/>
                    <a:pt x="48877" y="669"/>
                    <a:pt x="48816" y="730"/>
                  </a:cubicBezTo>
                  <a:lnTo>
                    <a:pt x="48786" y="760"/>
                  </a:lnTo>
                  <a:cubicBezTo>
                    <a:pt x="48695" y="790"/>
                    <a:pt x="48603" y="821"/>
                    <a:pt x="48512" y="851"/>
                  </a:cubicBezTo>
                  <a:lnTo>
                    <a:pt x="48391" y="790"/>
                  </a:lnTo>
                  <a:lnTo>
                    <a:pt x="48269" y="760"/>
                  </a:lnTo>
                  <a:cubicBezTo>
                    <a:pt x="48247" y="766"/>
                    <a:pt x="48225" y="768"/>
                    <a:pt x="48205" y="768"/>
                  </a:cubicBezTo>
                  <a:cubicBezTo>
                    <a:pt x="48114" y="768"/>
                    <a:pt x="48040" y="719"/>
                    <a:pt x="47965" y="669"/>
                  </a:cubicBezTo>
                  <a:lnTo>
                    <a:pt x="47965" y="669"/>
                  </a:lnTo>
                  <a:cubicBezTo>
                    <a:pt x="47965" y="760"/>
                    <a:pt x="47965" y="821"/>
                    <a:pt x="47996" y="882"/>
                  </a:cubicBezTo>
                  <a:lnTo>
                    <a:pt x="47692" y="882"/>
                  </a:lnTo>
                  <a:cubicBezTo>
                    <a:pt x="47681" y="851"/>
                    <a:pt x="47661" y="838"/>
                    <a:pt x="47635" y="838"/>
                  </a:cubicBezTo>
                  <a:cubicBezTo>
                    <a:pt x="47583" y="838"/>
                    <a:pt x="47509" y="892"/>
                    <a:pt x="47448" y="973"/>
                  </a:cubicBezTo>
                  <a:lnTo>
                    <a:pt x="47266" y="882"/>
                  </a:lnTo>
                  <a:lnTo>
                    <a:pt x="47114" y="790"/>
                  </a:lnTo>
                  <a:cubicBezTo>
                    <a:pt x="46962" y="821"/>
                    <a:pt x="46810" y="821"/>
                    <a:pt x="46658" y="821"/>
                  </a:cubicBezTo>
                  <a:lnTo>
                    <a:pt x="46202" y="821"/>
                  </a:lnTo>
                  <a:cubicBezTo>
                    <a:pt x="46104" y="845"/>
                    <a:pt x="45966" y="890"/>
                    <a:pt x="45884" y="890"/>
                  </a:cubicBezTo>
                  <a:cubicBezTo>
                    <a:pt x="45865" y="890"/>
                    <a:pt x="45849" y="887"/>
                    <a:pt x="45837" y="882"/>
                  </a:cubicBezTo>
                  <a:cubicBezTo>
                    <a:pt x="45781" y="844"/>
                    <a:pt x="45736" y="830"/>
                    <a:pt x="45699" y="830"/>
                  </a:cubicBezTo>
                  <a:cubicBezTo>
                    <a:pt x="45617" y="830"/>
                    <a:pt x="45575" y="901"/>
                    <a:pt x="45533" y="942"/>
                  </a:cubicBezTo>
                  <a:lnTo>
                    <a:pt x="45412" y="1034"/>
                  </a:lnTo>
                  <a:cubicBezTo>
                    <a:pt x="45381" y="1125"/>
                    <a:pt x="45351" y="1216"/>
                    <a:pt x="45290" y="1307"/>
                  </a:cubicBezTo>
                  <a:cubicBezTo>
                    <a:pt x="45260" y="1307"/>
                    <a:pt x="45199" y="1277"/>
                    <a:pt x="45169" y="1246"/>
                  </a:cubicBezTo>
                  <a:lnTo>
                    <a:pt x="45169" y="1186"/>
                  </a:lnTo>
                  <a:lnTo>
                    <a:pt x="45169" y="1155"/>
                  </a:lnTo>
                  <a:cubicBezTo>
                    <a:pt x="45199" y="1125"/>
                    <a:pt x="44956" y="1003"/>
                    <a:pt x="45017" y="942"/>
                  </a:cubicBezTo>
                  <a:cubicBezTo>
                    <a:pt x="45038" y="921"/>
                    <a:pt x="45037" y="911"/>
                    <a:pt x="45015" y="911"/>
                  </a:cubicBezTo>
                  <a:cubicBezTo>
                    <a:pt x="44976" y="911"/>
                    <a:pt x="44870" y="944"/>
                    <a:pt x="44713" y="1003"/>
                  </a:cubicBezTo>
                  <a:lnTo>
                    <a:pt x="44591" y="973"/>
                  </a:lnTo>
                  <a:cubicBezTo>
                    <a:pt x="44435" y="928"/>
                    <a:pt x="44280" y="900"/>
                    <a:pt x="44124" y="900"/>
                  </a:cubicBezTo>
                  <a:cubicBezTo>
                    <a:pt x="44067" y="900"/>
                    <a:pt x="44010" y="904"/>
                    <a:pt x="43953" y="912"/>
                  </a:cubicBezTo>
                  <a:lnTo>
                    <a:pt x="43679" y="912"/>
                  </a:lnTo>
                  <a:cubicBezTo>
                    <a:pt x="43406" y="942"/>
                    <a:pt x="43041" y="1003"/>
                    <a:pt x="42889" y="1003"/>
                  </a:cubicBezTo>
                  <a:lnTo>
                    <a:pt x="42798" y="942"/>
                  </a:lnTo>
                  <a:cubicBezTo>
                    <a:pt x="42751" y="916"/>
                    <a:pt x="42713" y="905"/>
                    <a:pt x="42682" y="905"/>
                  </a:cubicBezTo>
                  <a:cubicBezTo>
                    <a:pt x="42567" y="905"/>
                    <a:pt x="42528" y="1040"/>
                    <a:pt x="42433" y="1064"/>
                  </a:cubicBezTo>
                  <a:cubicBezTo>
                    <a:pt x="42403" y="1064"/>
                    <a:pt x="42372" y="1003"/>
                    <a:pt x="42312" y="1003"/>
                  </a:cubicBezTo>
                  <a:cubicBezTo>
                    <a:pt x="42181" y="977"/>
                    <a:pt x="41983" y="906"/>
                    <a:pt x="41872" y="906"/>
                  </a:cubicBezTo>
                  <a:cubicBezTo>
                    <a:pt x="41854" y="906"/>
                    <a:pt x="41838" y="908"/>
                    <a:pt x="41825" y="912"/>
                  </a:cubicBezTo>
                  <a:cubicBezTo>
                    <a:pt x="41769" y="950"/>
                    <a:pt x="41730" y="964"/>
                    <a:pt x="41700" y="964"/>
                  </a:cubicBezTo>
                  <a:cubicBezTo>
                    <a:pt x="41634" y="964"/>
                    <a:pt x="41615" y="893"/>
                    <a:pt x="41552" y="851"/>
                  </a:cubicBezTo>
                  <a:lnTo>
                    <a:pt x="41521" y="851"/>
                  </a:lnTo>
                  <a:cubicBezTo>
                    <a:pt x="41491" y="851"/>
                    <a:pt x="41400" y="912"/>
                    <a:pt x="41369" y="942"/>
                  </a:cubicBezTo>
                  <a:cubicBezTo>
                    <a:pt x="41231" y="930"/>
                    <a:pt x="41092" y="922"/>
                    <a:pt x="40956" y="922"/>
                  </a:cubicBezTo>
                  <a:cubicBezTo>
                    <a:pt x="40763" y="922"/>
                    <a:pt x="40575" y="937"/>
                    <a:pt x="40397" y="973"/>
                  </a:cubicBezTo>
                  <a:cubicBezTo>
                    <a:pt x="40305" y="1003"/>
                    <a:pt x="40207" y="1018"/>
                    <a:pt x="40108" y="1018"/>
                  </a:cubicBezTo>
                  <a:cubicBezTo>
                    <a:pt x="40009" y="1018"/>
                    <a:pt x="39910" y="1003"/>
                    <a:pt x="39819" y="973"/>
                  </a:cubicBezTo>
                  <a:cubicBezTo>
                    <a:pt x="39810" y="964"/>
                    <a:pt x="39791" y="960"/>
                    <a:pt x="39767" y="960"/>
                  </a:cubicBezTo>
                  <a:cubicBezTo>
                    <a:pt x="39710" y="960"/>
                    <a:pt x="39628" y="982"/>
                    <a:pt x="39606" y="1003"/>
                  </a:cubicBezTo>
                  <a:cubicBezTo>
                    <a:pt x="39602" y="1007"/>
                    <a:pt x="39594" y="1009"/>
                    <a:pt x="39584" y="1009"/>
                  </a:cubicBezTo>
                  <a:cubicBezTo>
                    <a:pt x="39519" y="1009"/>
                    <a:pt x="39350" y="938"/>
                    <a:pt x="39272" y="912"/>
                  </a:cubicBezTo>
                  <a:cubicBezTo>
                    <a:pt x="39257" y="897"/>
                    <a:pt x="39217" y="891"/>
                    <a:pt x="39163" y="891"/>
                  </a:cubicBezTo>
                  <a:cubicBezTo>
                    <a:pt x="39002" y="891"/>
                    <a:pt x="38717" y="942"/>
                    <a:pt x="38603" y="942"/>
                  </a:cubicBezTo>
                  <a:lnTo>
                    <a:pt x="38269" y="942"/>
                  </a:lnTo>
                  <a:cubicBezTo>
                    <a:pt x="38212" y="977"/>
                    <a:pt x="38168" y="994"/>
                    <a:pt x="38135" y="994"/>
                  </a:cubicBezTo>
                  <a:cubicBezTo>
                    <a:pt x="38080" y="994"/>
                    <a:pt x="38056" y="946"/>
                    <a:pt x="38056" y="851"/>
                  </a:cubicBezTo>
                  <a:cubicBezTo>
                    <a:pt x="37904" y="882"/>
                    <a:pt x="37783" y="912"/>
                    <a:pt x="37661" y="973"/>
                  </a:cubicBezTo>
                  <a:lnTo>
                    <a:pt x="37509" y="973"/>
                  </a:lnTo>
                  <a:cubicBezTo>
                    <a:pt x="37357" y="973"/>
                    <a:pt x="37235" y="1034"/>
                    <a:pt x="37114" y="1125"/>
                  </a:cubicBezTo>
                  <a:cubicBezTo>
                    <a:pt x="37083" y="1094"/>
                    <a:pt x="37053" y="1064"/>
                    <a:pt x="37053" y="1034"/>
                  </a:cubicBezTo>
                  <a:cubicBezTo>
                    <a:pt x="37047" y="1028"/>
                    <a:pt x="37038" y="1025"/>
                    <a:pt x="37027" y="1025"/>
                  </a:cubicBezTo>
                  <a:cubicBezTo>
                    <a:pt x="36980" y="1025"/>
                    <a:pt x="36895" y="1070"/>
                    <a:pt x="36871" y="1094"/>
                  </a:cubicBezTo>
                  <a:cubicBezTo>
                    <a:pt x="36795" y="1110"/>
                    <a:pt x="36719" y="1117"/>
                    <a:pt x="36647" y="1117"/>
                  </a:cubicBezTo>
                  <a:cubicBezTo>
                    <a:pt x="36574" y="1117"/>
                    <a:pt x="36506" y="1110"/>
                    <a:pt x="36445" y="1094"/>
                  </a:cubicBezTo>
                  <a:cubicBezTo>
                    <a:pt x="36263" y="1003"/>
                    <a:pt x="36080" y="912"/>
                    <a:pt x="35898" y="882"/>
                  </a:cubicBezTo>
                  <a:cubicBezTo>
                    <a:pt x="35807" y="882"/>
                    <a:pt x="35716" y="912"/>
                    <a:pt x="35655" y="942"/>
                  </a:cubicBezTo>
                  <a:lnTo>
                    <a:pt x="35472" y="1094"/>
                  </a:lnTo>
                  <a:cubicBezTo>
                    <a:pt x="35442" y="1125"/>
                    <a:pt x="35412" y="1155"/>
                    <a:pt x="35381" y="1155"/>
                  </a:cubicBezTo>
                  <a:cubicBezTo>
                    <a:pt x="35303" y="1155"/>
                    <a:pt x="35225" y="1088"/>
                    <a:pt x="35147" y="1088"/>
                  </a:cubicBezTo>
                  <a:cubicBezTo>
                    <a:pt x="35134" y="1088"/>
                    <a:pt x="35121" y="1090"/>
                    <a:pt x="35108" y="1094"/>
                  </a:cubicBezTo>
                  <a:lnTo>
                    <a:pt x="35017" y="1125"/>
                  </a:lnTo>
                  <a:lnTo>
                    <a:pt x="34530" y="1125"/>
                  </a:lnTo>
                  <a:cubicBezTo>
                    <a:pt x="34469" y="1110"/>
                    <a:pt x="34409" y="1102"/>
                    <a:pt x="34348" y="1102"/>
                  </a:cubicBezTo>
                  <a:cubicBezTo>
                    <a:pt x="34287" y="1102"/>
                    <a:pt x="34226" y="1110"/>
                    <a:pt x="34165" y="1125"/>
                  </a:cubicBezTo>
                  <a:lnTo>
                    <a:pt x="34044" y="1094"/>
                  </a:lnTo>
                  <a:lnTo>
                    <a:pt x="33953" y="1064"/>
                  </a:lnTo>
                  <a:cubicBezTo>
                    <a:pt x="33770" y="1064"/>
                    <a:pt x="33588" y="1094"/>
                    <a:pt x="33406" y="1125"/>
                  </a:cubicBezTo>
                  <a:lnTo>
                    <a:pt x="33284" y="1125"/>
                  </a:lnTo>
                  <a:cubicBezTo>
                    <a:pt x="33260" y="1131"/>
                    <a:pt x="33235" y="1133"/>
                    <a:pt x="33211" y="1133"/>
                  </a:cubicBezTo>
                  <a:cubicBezTo>
                    <a:pt x="33114" y="1133"/>
                    <a:pt x="33017" y="1094"/>
                    <a:pt x="32919" y="1094"/>
                  </a:cubicBezTo>
                  <a:cubicBezTo>
                    <a:pt x="32798" y="1094"/>
                    <a:pt x="32676" y="1125"/>
                    <a:pt x="32524" y="1125"/>
                  </a:cubicBezTo>
                  <a:lnTo>
                    <a:pt x="32311" y="1125"/>
                  </a:lnTo>
                  <a:cubicBezTo>
                    <a:pt x="32197" y="1163"/>
                    <a:pt x="32088" y="1180"/>
                    <a:pt x="31979" y="1180"/>
                  </a:cubicBezTo>
                  <a:cubicBezTo>
                    <a:pt x="31829" y="1180"/>
                    <a:pt x="31680" y="1147"/>
                    <a:pt x="31521" y="1094"/>
                  </a:cubicBezTo>
                  <a:cubicBezTo>
                    <a:pt x="31488" y="1078"/>
                    <a:pt x="31458" y="1071"/>
                    <a:pt x="31430" y="1071"/>
                  </a:cubicBezTo>
                  <a:cubicBezTo>
                    <a:pt x="31355" y="1071"/>
                    <a:pt x="31300" y="1127"/>
                    <a:pt x="31278" y="1216"/>
                  </a:cubicBezTo>
                  <a:lnTo>
                    <a:pt x="31156" y="1125"/>
                  </a:lnTo>
                  <a:cubicBezTo>
                    <a:pt x="31105" y="1099"/>
                    <a:pt x="31064" y="1090"/>
                    <a:pt x="31030" y="1090"/>
                  </a:cubicBezTo>
                  <a:cubicBezTo>
                    <a:pt x="30983" y="1090"/>
                    <a:pt x="30948" y="1107"/>
                    <a:pt x="30913" y="1125"/>
                  </a:cubicBezTo>
                  <a:cubicBezTo>
                    <a:pt x="30883" y="1155"/>
                    <a:pt x="30860" y="1170"/>
                    <a:pt x="30833" y="1170"/>
                  </a:cubicBezTo>
                  <a:cubicBezTo>
                    <a:pt x="30807" y="1170"/>
                    <a:pt x="30776" y="1155"/>
                    <a:pt x="30731" y="1125"/>
                  </a:cubicBezTo>
                  <a:cubicBezTo>
                    <a:pt x="30704" y="1116"/>
                    <a:pt x="30677" y="1112"/>
                    <a:pt x="30651" y="1112"/>
                  </a:cubicBezTo>
                  <a:cubicBezTo>
                    <a:pt x="30586" y="1112"/>
                    <a:pt x="30522" y="1134"/>
                    <a:pt x="30457" y="1155"/>
                  </a:cubicBezTo>
                  <a:lnTo>
                    <a:pt x="30214" y="1307"/>
                  </a:lnTo>
                  <a:cubicBezTo>
                    <a:pt x="30214" y="1189"/>
                    <a:pt x="30141" y="1145"/>
                    <a:pt x="30080" y="1145"/>
                  </a:cubicBezTo>
                  <a:cubicBezTo>
                    <a:pt x="30062" y="1145"/>
                    <a:pt x="30045" y="1148"/>
                    <a:pt x="30032" y="1155"/>
                  </a:cubicBezTo>
                  <a:cubicBezTo>
                    <a:pt x="29971" y="1216"/>
                    <a:pt x="29849" y="1216"/>
                    <a:pt x="29758" y="1216"/>
                  </a:cubicBezTo>
                  <a:lnTo>
                    <a:pt x="29667" y="1216"/>
                  </a:lnTo>
                  <a:cubicBezTo>
                    <a:pt x="29637" y="1277"/>
                    <a:pt x="29606" y="1338"/>
                    <a:pt x="29606" y="1398"/>
                  </a:cubicBezTo>
                  <a:lnTo>
                    <a:pt x="29515" y="1368"/>
                  </a:lnTo>
                  <a:cubicBezTo>
                    <a:pt x="29363" y="1307"/>
                    <a:pt x="29606" y="1246"/>
                    <a:pt x="29545" y="1186"/>
                  </a:cubicBezTo>
                  <a:lnTo>
                    <a:pt x="29545" y="1155"/>
                  </a:lnTo>
                  <a:cubicBezTo>
                    <a:pt x="29515" y="1155"/>
                    <a:pt x="29424" y="1186"/>
                    <a:pt x="29363" y="1246"/>
                  </a:cubicBezTo>
                  <a:lnTo>
                    <a:pt x="29272" y="1277"/>
                  </a:lnTo>
                  <a:lnTo>
                    <a:pt x="29241" y="1277"/>
                  </a:lnTo>
                  <a:cubicBezTo>
                    <a:pt x="29211" y="1246"/>
                    <a:pt x="29181" y="1186"/>
                    <a:pt x="29241" y="1155"/>
                  </a:cubicBezTo>
                  <a:cubicBezTo>
                    <a:pt x="29272" y="1125"/>
                    <a:pt x="29120" y="1125"/>
                    <a:pt x="29059" y="1125"/>
                  </a:cubicBezTo>
                  <a:cubicBezTo>
                    <a:pt x="28998" y="1125"/>
                    <a:pt x="28816" y="1155"/>
                    <a:pt x="28603" y="1216"/>
                  </a:cubicBezTo>
                  <a:lnTo>
                    <a:pt x="28299" y="1216"/>
                  </a:lnTo>
                  <a:cubicBezTo>
                    <a:pt x="28169" y="1216"/>
                    <a:pt x="28016" y="1283"/>
                    <a:pt x="27899" y="1283"/>
                  </a:cubicBezTo>
                  <a:cubicBezTo>
                    <a:pt x="27879" y="1283"/>
                    <a:pt x="27861" y="1281"/>
                    <a:pt x="27843" y="1277"/>
                  </a:cubicBezTo>
                  <a:cubicBezTo>
                    <a:pt x="27767" y="1231"/>
                    <a:pt x="27684" y="1208"/>
                    <a:pt x="27600" y="1208"/>
                  </a:cubicBezTo>
                  <a:cubicBezTo>
                    <a:pt x="27516" y="1208"/>
                    <a:pt x="27433" y="1231"/>
                    <a:pt x="27357" y="1277"/>
                  </a:cubicBezTo>
                  <a:cubicBezTo>
                    <a:pt x="27281" y="1292"/>
                    <a:pt x="27205" y="1300"/>
                    <a:pt x="27129" y="1300"/>
                  </a:cubicBezTo>
                  <a:cubicBezTo>
                    <a:pt x="27053" y="1300"/>
                    <a:pt x="26977" y="1292"/>
                    <a:pt x="26901" y="1277"/>
                  </a:cubicBezTo>
                  <a:lnTo>
                    <a:pt x="26779" y="1186"/>
                  </a:lnTo>
                  <a:cubicBezTo>
                    <a:pt x="26597" y="1216"/>
                    <a:pt x="26475" y="1246"/>
                    <a:pt x="26323" y="1338"/>
                  </a:cubicBezTo>
                  <a:lnTo>
                    <a:pt x="26232" y="1338"/>
                  </a:lnTo>
                  <a:lnTo>
                    <a:pt x="26111" y="1368"/>
                  </a:lnTo>
                  <a:cubicBezTo>
                    <a:pt x="26070" y="1360"/>
                    <a:pt x="26027" y="1356"/>
                    <a:pt x="25983" y="1356"/>
                  </a:cubicBezTo>
                  <a:cubicBezTo>
                    <a:pt x="25863" y="1356"/>
                    <a:pt x="25736" y="1384"/>
                    <a:pt x="25624" y="1429"/>
                  </a:cubicBezTo>
                  <a:lnTo>
                    <a:pt x="25412" y="1368"/>
                  </a:lnTo>
                  <a:cubicBezTo>
                    <a:pt x="25323" y="1361"/>
                    <a:pt x="25234" y="1357"/>
                    <a:pt x="25145" y="1357"/>
                  </a:cubicBezTo>
                  <a:cubicBezTo>
                    <a:pt x="24840" y="1357"/>
                    <a:pt x="24539" y="1402"/>
                    <a:pt x="24256" y="1520"/>
                  </a:cubicBezTo>
                  <a:lnTo>
                    <a:pt x="23649" y="1520"/>
                  </a:lnTo>
                  <a:lnTo>
                    <a:pt x="23527" y="1368"/>
                  </a:lnTo>
                  <a:cubicBezTo>
                    <a:pt x="23466" y="1368"/>
                    <a:pt x="23436" y="1368"/>
                    <a:pt x="23375" y="1398"/>
                  </a:cubicBezTo>
                  <a:lnTo>
                    <a:pt x="23284" y="1459"/>
                  </a:lnTo>
                  <a:cubicBezTo>
                    <a:pt x="23257" y="1464"/>
                    <a:pt x="23226" y="1465"/>
                    <a:pt x="23193" y="1465"/>
                  </a:cubicBezTo>
                  <a:cubicBezTo>
                    <a:pt x="23034" y="1465"/>
                    <a:pt x="22819" y="1422"/>
                    <a:pt x="22721" y="1422"/>
                  </a:cubicBezTo>
                  <a:cubicBezTo>
                    <a:pt x="22700" y="1422"/>
                    <a:pt x="22685" y="1424"/>
                    <a:pt x="22676" y="1429"/>
                  </a:cubicBezTo>
                  <a:cubicBezTo>
                    <a:pt x="22554" y="1520"/>
                    <a:pt x="22433" y="1550"/>
                    <a:pt x="22281" y="1550"/>
                  </a:cubicBezTo>
                  <a:cubicBezTo>
                    <a:pt x="22220" y="1550"/>
                    <a:pt x="22159" y="1550"/>
                    <a:pt x="22098" y="1581"/>
                  </a:cubicBezTo>
                  <a:cubicBezTo>
                    <a:pt x="22038" y="1611"/>
                    <a:pt x="22007" y="1672"/>
                    <a:pt x="21946" y="1702"/>
                  </a:cubicBezTo>
                  <a:lnTo>
                    <a:pt x="21855" y="1672"/>
                  </a:lnTo>
                  <a:cubicBezTo>
                    <a:pt x="21794" y="1642"/>
                    <a:pt x="21673" y="1611"/>
                    <a:pt x="21642" y="1611"/>
                  </a:cubicBezTo>
                  <a:lnTo>
                    <a:pt x="21490" y="1763"/>
                  </a:lnTo>
                  <a:cubicBezTo>
                    <a:pt x="21444" y="1740"/>
                    <a:pt x="21401" y="1730"/>
                    <a:pt x="21364" y="1730"/>
                  </a:cubicBezTo>
                  <a:cubicBezTo>
                    <a:pt x="21256" y="1730"/>
                    <a:pt x="21194" y="1809"/>
                    <a:pt x="21217" y="1854"/>
                  </a:cubicBezTo>
                  <a:cubicBezTo>
                    <a:pt x="21217" y="1915"/>
                    <a:pt x="21338" y="2037"/>
                    <a:pt x="21490" y="2128"/>
                  </a:cubicBezTo>
                  <a:lnTo>
                    <a:pt x="21399" y="2249"/>
                  </a:lnTo>
                  <a:lnTo>
                    <a:pt x="21278" y="2371"/>
                  </a:lnTo>
                  <a:cubicBezTo>
                    <a:pt x="21187" y="2310"/>
                    <a:pt x="21065" y="2249"/>
                    <a:pt x="20943" y="2189"/>
                  </a:cubicBezTo>
                  <a:lnTo>
                    <a:pt x="20883" y="2189"/>
                  </a:lnTo>
                  <a:cubicBezTo>
                    <a:pt x="20700" y="2219"/>
                    <a:pt x="20518" y="2249"/>
                    <a:pt x="20335" y="2249"/>
                  </a:cubicBezTo>
                  <a:cubicBezTo>
                    <a:pt x="20183" y="2249"/>
                    <a:pt x="20183" y="2037"/>
                    <a:pt x="20214" y="1976"/>
                  </a:cubicBezTo>
                  <a:cubicBezTo>
                    <a:pt x="20275" y="1915"/>
                    <a:pt x="20275" y="1854"/>
                    <a:pt x="20275" y="1854"/>
                  </a:cubicBezTo>
                  <a:lnTo>
                    <a:pt x="20275" y="1854"/>
                  </a:lnTo>
                  <a:cubicBezTo>
                    <a:pt x="20163" y="1877"/>
                    <a:pt x="20067" y="1948"/>
                    <a:pt x="19989" y="1948"/>
                  </a:cubicBezTo>
                  <a:cubicBezTo>
                    <a:pt x="19960" y="1948"/>
                    <a:pt x="19934" y="1939"/>
                    <a:pt x="19910" y="1915"/>
                  </a:cubicBezTo>
                  <a:cubicBezTo>
                    <a:pt x="19819" y="1854"/>
                    <a:pt x="19576" y="1915"/>
                    <a:pt x="19576" y="1733"/>
                  </a:cubicBezTo>
                  <a:cubicBezTo>
                    <a:pt x="19576" y="1702"/>
                    <a:pt x="19515" y="1702"/>
                    <a:pt x="19515" y="1702"/>
                  </a:cubicBezTo>
                  <a:cubicBezTo>
                    <a:pt x="19416" y="1764"/>
                    <a:pt x="19307" y="1781"/>
                    <a:pt x="19195" y="1781"/>
                  </a:cubicBezTo>
                  <a:cubicBezTo>
                    <a:pt x="19063" y="1781"/>
                    <a:pt x="18926" y="1758"/>
                    <a:pt x="18794" y="1758"/>
                  </a:cubicBezTo>
                  <a:cubicBezTo>
                    <a:pt x="18760" y="1758"/>
                    <a:pt x="18727" y="1759"/>
                    <a:pt x="18694" y="1763"/>
                  </a:cubicBezTo>
                  <a:cubicBezTo>
                    <a:pt x="18481" y="1794"/>
                    <a:pt x="18299" y="1824"/>
                    <a:pt x="18117" y="1854"/>
                  </a:cubicBezTo>
                  <a:lnTo>
                    <a:pt x="18025" y="1885"/>
                  </a:lnTo>
                  <a:cubicBezTo>
                    <a:pt x="17965" y="1930"/>
                    <a:pt x="17896" y="1953"/>
                    <a:pt x="17828" y="1953"/>
                  </a:cubicBezTo>
                  <a:cubicBezTo>
                    <a:pt x="17759" y="1953"/>
                    <a:pt x="17691" y="1930"/>
                    <a:pt x="17630" y="1885"/>
                  </a:cubicBezTo>
                  <a:cubicBezTo>
                    <a:pt x="17628" y="1882"/>
                    <a:pt x="17625" y="1881"/>
                    <a:pt x="17621" y="1881"/>
                  </a:cubicBezTo>
                  <a:cubicBezTo>
                    <a:pt x="17573" y="1881"/>
                    <a:pt x="17415" y="2044"/>
                    <a:pt x="17387" y="2128"/>
                  </a:cubicBezTo>
                  <a:cubicBezTo>
                    <a:pt x="17378" y="2156"/>
                    <a:pt x="17369" y="2166"/>
                    <a:pt x="17359" y="2166"/>
                  </a:cubicBezTo>
                  <a:cubicBezTo>
                    <a:pt x="17338" y="2166"/>
                    <a:pt x="17317" y="2109"/>
                    <a:pt x="17296" y="2067"/>
                  </a:cubicBezTo>
                  <a:cubicBezTo>
                    <a:pt x="17296" y="2031"/>
                    <a:pt x="17277" y="2019"/>
                    <a:pt x="17251" y="2019"/>
                  </a:cubicBezTo>
                  <a:cubicBezTo>
                    <a:pt x="17210" y="2019"/>
                    <a:pt x="17150" y="2049"/>
                    <a:pt x="17113" y="2067"/>
                  </a:cubicBezTo>
                  <a:cubicBezTo>
                    <a:pt x="17109" y="2071"/>
                    <a:pt x="17105" y="2073"/>
                    <a:pt x="17100" y="2073"/>
                  </a:cubicBezTo>
                  <a:cubicBezTo>
                    <a:pt x="17067" y="2073"/>
                    <a:pt x="17014" y="1994"/>
                    <a:pt x="16962" y="1915"/>
                  </a:cubicBezTo>
                  <a:lnTo>
                    <a:pt x="16779" y="1946"/>
                  </a:lnTo>
                  <a:cubicBezTo>
                    <a:pt x="16675" y="1972"/>
                    <a:pt x="16570" y="2043"/>
                    <a:pt x="16504" y="2043"/>
                  </a:cubicBezTo>
                  <a:cubicBezTo>
                    <a:pt x="16493" y="2043"/>
                    <a:pt x="16484" y="2041"/>
                    <a:pt x="16475" y="2037"/>
                  </a:cubicBezTo>
                  <a:cubicBezTo>
                    <a:pt x="16427" y="2001"/>
                    <a:pt x="16384" y="1989"/>
                    <a:pt x="16346" y="1989"/>
                  </a:cubicBezTo>
                  <a:cubicBezTo>
                    <a:pt x="16287" y="1989"/>
                    <a:pt x="16239" y="2018"/>
                    <a:pt x="16202" y="2037"/>
                  </a:cubicBezTo>
                  <a:cubicBezTo>
                    <a:pt x="16126" y="2052"/>
                    <a:pt x="16050" y="2059"/>
                    <a:pt x="15974" y="2059"/>
                  </a:cubicBezTo>
                  <a:cubicBezTo>
                    <a:pt x="15898" y="2059"/>
                    <a:pt x="15822" y="2052"/>
                    <a:pt x="15746" y="2037"/>
                  </a:cubicBezTo>
                  <a:cubicBezTo>
                    <a:pt x="15719" y="2028"/>
                    <a:pt x="15684" y="2024"/>
                    <a:pt x="15649" y="2024"/>
                  </a:cubicBezTo>
                  <a:cubicBezTo>
                    <a:pt x="15563" y="2024"/>
                    <a:pt x="15472" y="2046"/>
                    <a:pt x="15472" y="2067"/>
                  </a:cubicBezTo>
                  <a:cubicBezTo>
                    <a:pt x="15445" y="2161"/>
                    <a:pt x="15394" y="2190"/>
                    <a:pt x="15338" y="2190"/>
                  </a:cubicBezTo>
                  <a:cubicBezTo>
                    <a:pt x="15268" y="2190"/>
                    <a:pt x="15189" y="2145"/>
                    <a:pt x="15138" y="2128"/>
                  </a:cubicBezTo>
                  <a:cubicBezTo>
                    <a:pt x="15097" y="2101"/>
                    <a:pt x="15062" y="2086"/>
                    <a:pt x="15033" y="2086"/>
                  </a:cubicBezTo>
                  <a:cubicBezTo>
                    <a:pt x="14998" y="2086"/>
                    <a:pt x="14972" y="2108"/>
                    <a:pt x="14955" y="2158"/>
                  </a:cubicBezTo>
                  <a:cubicBezTo>
                    <a:pt x="14925" y="2234"/>
                    <a:pt x="14895" y="2265"/>
                    <a:pt x="14857" y="2265"/>
                  </a:cubicBezTo>
                  <a:cubicBezTo>
                    <a:pt x="14819" y="2265"/>
                    <a:pt x="14773" y="2234"/>
                    <a:pt x="14712" y="2189"/>
                  </a:cubicBezTo>
                  <a:cubicBezTo>
                    <a:pt x="14690" y="2166"/>
                    <a:pt x="14667" y="2095"/>
                    <a:pt x="14609" y="2095"/>
                  </a:cubicBezTo>
                  <a:cubicBezTo>
                    <a:pt x="14588" y="2095"/>
                    <a:pt x="14562" y="2104"/>
                    <a:pt x="14530" y="2128"/>
                  </a:cubicBezTo>
                  <a:lnTo>
                    <a:pt x="14469" y="2189"/>
                  </a:lnTo>
                  <a:cubicBezTo>
                    <a:pt x="14378" y="2249"/>
                    <a:pt x="14226" y="2493"/>
                    <a:pt x="14135" y="2493"/>
                  </a:cubicBezTo>
                  <a:cubicBezTo>
                    <a:pt x="14013" y="2462"/>
                    <a:pt x="13952" y="2401"/>
                    <a:pt x="13892" y="2310"/>
                  </a:cubicBezTo>
                  <a:cubicBezTo>
                    <a:pt x="13892" y="2295"/>
                    <a:pt x="13831" y="2287"/>
                    <a:pt x="13732" y="2287"/>
                  </a:cubicBezTo>
                  <a:cubicBezTo>
                    <a:pt x="13633" y="2287"/>
                    <a:pt x="13496" y="2295"/>
                    <a:pt x="13344" y="2310"/>
                  </a:cubicBezTo>
                  <a:lnTo>
                    <a:pt x="13101" y="2371"/>
                  </a:lnTo>
                  <a:lnTo>
                    <a:pt x="13040" y="2371"/>
                  </a:lnTo>
                  <a:cubicBezTo>
                    <a:pt x="13010" y="2401"/>
                    <a:pt x="12949" y="2493"/>
                    <a:pt x="12888" y="2553"/>
                  </a:cubicBezTo>
                  <a:lnTo>
                    <a:pt x="12797" y="2462"/>
                  </a:lnTo>
                  <a:cubicBezTo>
                    <a:pt x="12737" y="2401"/>
                    <a:pt x="12676" y="2379"/>
                    <a:pt x="12607" y="2379"/>
                  </a:cubicBezTo>
                  <a:cubicBezTo>
                    <a:pt x="12539" y="2379"/>
                    <a:pt x="12463" y="2401"/>
                    <a:pt x="12372" y="2432"/>
                  </a:cubicBezTo>
                  <a:cubicBezTo>
                    <a:pt x="12159" y="2462"/>
                    <a:pt x="11916" y="2493"/>
                    <a:pt x="11673" y="2523"/>
                  </a:cubicBezTo>
                  <a:lnTo>
                    <a:pt x="11581" y="2523"/>
                  </a:lnTo>
                  <a:cubicBezTo>
                    <a:pt x="11551" y="2569"/>
                    <a:pt x="11483" y="2584"/>
                    <a:pt x="11414" y="2584"/>
                  </a:cubicBezTo>
                  <a:cubicBezTo>
                    <a:pt x="11346" y="2584"/>
                    <a:pt x="11278" y="2569"/>
                    <a:pt x="11247" y="2553"/>
                  </a:cubicBezTo>
                  <a:cubicBezTo>
                    <a:pt x="11243" y="2545"/>
                    <a:pt x="11238" y="2541"/>
                    <a:pt x="11231" y="2541"/>
                  </a:cubicBezTo>
                  <a:cubicBezTo>
                    <a:pt x="11193" y="2541"/>
                    <a:pt x="11126" y="2688"/>
                    <a:pt x="11126" y="2766"/>
                  </a:cubicBezTo>
                  <a:cubicBezTo>
                    <a:pt x="11156" y="2857"/>
                    <a:pt x="11156" y="2979"/>
                    <a:pt x="11156" y="3101"/>
                  </a:cubicBezTo>
                  <a:cubicBezTo>
                    <a:pt x="11147" y="3119"/>
                    <a:pt x="11131" y="3127"/>
                    <a:pt x="11115" y="3127"/>
                  </a:cubicBezTo>
                  <a:cubicBezTo>
                    <a:pt x="11078" y="3127"/>
                    <a:pt x="11034" y="3091"/>
                    <a:pt x="11034" y="3070"/>
                  </a:cubicBezTo>
                  <a:cubicBezTo>
                    <a:pt x="11029" y="3065"/>
                    <a:pt x="11018" y="3062"/>
                    <a:pt x="11004" y="3062"/>
                  </a:cubicBezTo>
                  <a:cubicBezTo>
                    <a:pt x="10941" y="3062"/>
                    <a:pt x="10810" y="3112"/>
                    <a:pt x="10761" y="3161"/>
                  </a:cubicBezTo>
                  <a:cubicBezTo>
                    <a:pt x="10754" y="3164"/>
                    <a:pt x="10747" y="3165"/>
                    <a:pt x="10741" y="3165"/>
                  </a:cubicBezTo>
                  <a:cubicBezTo>
                    <a:pt x="10661" y="3165"/>
                    <a:pt x="10609" y="3005"/>
                    <a:pt x="10609" y="2949"/>
                  </a:cubicBezTo>
                  <a:cubicBezTo>
                    <a:pt x="10609" y="2888"/>
                    <a:pt x="10578" y="2827"/>
                    <a:pt x="10548" y="2827"/>
                  </a:cubicBezTo>
                  <a:cubicBezTo>
                    <a:pt x="10457" y="2797"/>
                    <a:pt x="10335" y="2766"/>
                    <a:pt x="10244" y="2766"/>
                  </a:cubicBezTo>
                  <a:lnTo>
                    <a:pt x="10122" y="2766"/>
                  </a:lnTo>
                  <a:cubicBezTo>
                    <a:pt x="10031" y="2766"/>
                    <a:pt x="9940" y="2797"/>
                    <a:pt x="9849" y="2827"/>
                  </a:cubicBezTo>
                  <a:cubicBezTo>
                    <a:pt x="9849" y="2857"/>
                    <a:pt x="9697" y="3131"/>
                    <a:pt x="9545" y="3131"/>
                  </a:cubicBezTo>
                  <a:cubicBezTo>
                    <a:pt x="9423" y="3131"/>
                    <a:pt x="9454" y="3009"/>
                    <a:pt x="9515" y="2979"/>
                  </a:cubicBezTo>
                  <a:cubicBezTo>
                    <a:pt x="9558" y="2957"/>
                    <a:pt x="9509" y="2936"/>
                    <a:pt x="9413" y="2936"/>
                  </a:cubicBezTo>
                  <a:cubicBezTo>
                    <a:pt x="9373" y="2936"/>
                    <a:pt x="9325" y="2940"/>
                    <a:pt x="9271" y="2949"/>
                  </a:cubicBezTo>
                  <a:lnTo>
                    <a:pt x="9089" y="2888"/>
                  </a:lnTo>
                  <a:lnTo>
                    <a:pt x="8907" y="2827"/>
                  </a:lnTo>
                  <a:cubicBezTo>
                    <a:pt x="8755" y="2949"/>
                    <a:pt x="8572" y="3009"/>
                    <a:pt x="8390" y="3009"/>
                  </a:cubicBezTo>
                  <a:lnTo>
                    <a:pt x="8299" y="2979"/>
                  </a:lnTo>
                  <a:lnTo>
                    <a:pt x="8238" y="2979"/>
                  </a:lnTo>
                  <a:cubicBezTo>
                    <a:pt x="8208" y="2979"/>
                    <a:pt x="8177" y="3009"/>
                    <a:pt x="8177" y="3070"/>
                  </a:cubicBezTo>
                  <a:cubicBezTo>
                    <a:pt x="8268" y="3101"/>
                    <a:pt x="8329" y="3161"/>
                    <a:pt x="8420" y="3192"/>
                  </a:cubicBezTo>
                  <a:lnTo>
                    <a:pt x="8512" y="3222"/>
                  </a:lnTo>
                  <a:cubicBezTo>
                    <a:pt x="8529" y="3213"/>
                    <a:pt x="8547" y="3210"/>
                    <a:pt x="8565" y="3210"/>
                  </a:cubicBezTo>
                  <a:cubicBezTo>
                    <a:pt x="8608" y="3210"/>
                    <a:pt x="8651" y="3231"/>
                    <a:pt x="8694" y="3253"/>
                  </a:cubicBezTo>
                  <a:cubicBezTo>
                    <a:pt x="8572" y="3313"/>
                    <a:pt x="8451" y="3374"/>
                    <a:pt x="8299" y="3404"/>
                  </a:cubicBezTo>
                  <a:cubicBezTo>
                    <a:pt x="8208" y="3465"/>
                    <a:pt x="8177" y="3526"/>
                    <a:pt x="8177" y="3556"/>
                  </a:cubicBezTo>
                  <a:cubicBezTo>
                    <a:pt x="8268" y="3617"/>
                    <a:pt x="8360" y="3678"/>
                    <a:pt x="8451" y="3708"/>
                  </a:cubicBezTo>
                  <a:cubicBezTo>
                    <a:pt x="8484" y="3731"/>
                    <a:pt x="8517" y="3749"/>
                    <a:pt x="8549" y="3766"/>
                  </a:cubicBezTo>
                  <a:lnTo>
                    <a:pt x="8549" y="3766"/>
                  </a:lnTo>
                  <a:cubicBezTo>
                    <a:pt x="8491" y="3788"/>
                    <a:pt x="8425" y="3800"/>
                    <a:pt x="8360" y="3800"/>
                  </a:cubicBezTo>
                  <a:lnTo>
                    <a:pt x="8360" y="3860"/>
                  </a:lnTo>
                  <a:lnTo>
                    <a:pt x="8360" y="3921"/>
                  </a:lnTo>
                  <a:cubicBezTo>
                    <a:pt x="8390" y="3952"/>
                    <a:pt x="8238" y="4012"/>
                    <a:pt x="8177" y="4012"/>
                  </a:cubicBezTo>
                  <a:cubicBezTo>
                    <a:pt x="8116" y="4012"/>
                    <a:pt x="8056" y="3982"/>
                    <a:pt x="8056" y="3982"/>
                  </a:cubicBezTo>
                  <a:lnTo>
                    <a:pt x="8177" y="3708"/>
                  </a:lnTo>
                  <a:cubicBezTo>
                    <a:pt x="8208" y="3648"/>
                    <a:pt x="8147" y="3587"/>
                    <a:pt x="8025" y="3556"/>
                  </a:cubicBezTo>
                  <a:lnTo>
                    <a:pt x="8025" y="3678"/>
                  </a:lnTo>
                  <a:cubicBezTo>
                    <a:pt x="8025" y="3708"/>
                    <a:pt x="8056" y="3769"/>
                    <a:pt x="8025" y="3800"/>
                  </a:cubicBezTo>
                  <a:lnTo>
                    <a:pt x="7995" y="3830"/>
                  </a:lnTo>
                  <a:cubicBezTo>
                    <a:pt x="7904" y="3830"/>
                    <a:pt x="7873" y="3830"/>
                    <a:pt x="7873" y="3800"/>
                  </a:cubicBezTo>
                  <a:lnTo>
                    <a:pt x="7873" y="3739"/>
                  </a:lnTo>
                  <a:cubicBezTo>
                    <a:pt x="7843" y="3678"/>
                    <a:pt x="7782" y="3617"/>
                    <a:pt x="7721" y="3556"/>
                  </a:cubicBezTo>
                  <a:lnTo>
                    <a:pt x="7630" y="3496"/>
                  </a:lnTo>
                  <a:lnTo>
                    <a:pt x="7569" y="3465"/>
                  </a:lnTo>
                  <a:cubicBezTo>
                    <a:pt x="7563" y="3463"/>
                    <a:pt x="7558" y="3462"/>
                    <a:pt x="7553" y="3462"/>
                  </a:cubicBezTo>
                  <a:cubicBezTo>
                    <a:pt x="7482" y="3462"/>
                    <a:pt x="7510" y="3652"/>
                    <a:pt x="7539" y="3708"/>
                  </a:cubicBezTo>
                  <a:cubicBezTo>
                    <a:pt x="7600" y="3769"/>
                    <a:pt x="7478" y="3860"/>
                    <a:pt x="7417" y="3891"/>
                  </a:cubicBezTo>
                  <a:cubicBezTo>
                    <a:pt x="7356" y="3921"/>
                    <a:pt x="7630" y="3952"/>
                    <a:pt x="7691" y="3952"/>
                  </a:cubicBezTo>
                  <a:cubicBezTo>
                    <a:pt x="7782" y="3952"/>
                    <a:pt x="7782" y="4012"/>
                    <a:pt x="7752" y="4043"/>
                  </a:cubicBezTo>
                  <a:lnTo>
                    <a:pt x="7691" y="4073"/>
                  </a:lnTo>
                  <a:lnTo>
                    <a:pt x="7478" y="4225"/>
                  </a:lnTo>
                  <a:cubicBezTo>
                    <a:pt x="7355" y="4151"/>
                    <a:pt x="7151" y="4057"/>
                    <a:pt x="7062" y="4057"/>
                  </a:cubicBezTo>
                  <a:cubicBezTo>
                    <a:pt x="7042" y="4057"/>
                    <a:pt x="7028" y="4062"/>
                    <a:pt x="7022" y="4073"/>
                  </a:cubicBezTo>
                  <a:cubicBezTo>
                    <a:pt x="6931" y="4164"/>
                    <a:pt x="6840" y="4225"/>
                    <a:pt x="6718" y="4286"/>
                  </a:cubicBezTo>
                  <a:lnTo>
                    <a:pt x="6657" y="4256"/>
                  </a:lnTo>
                  <a:lnTo>
                    <a:pt x="6414" y="4164"/>
                  </a:lnTo>
                  <a:lnTo>
                    <a:pt x="6414" y="4164"/>
                  </a:lnTo>
                  <a:cubicBezTo>
                    <a:pt x="6262" y="4316"/>
                    <a:pt x="6293" y="4438"/>
                    <a:pt x="6445" y="4438"/>
                  </a:cubicBezTo>
                  <a:lnTo>
                    <a:pt x="6566" y="4468"/>
                  </a:lnTo>
                  <a:lnTo>
                    <a:pt x="6657" y="4529"/>
                  </a:lnTo>
                  <a:cubicBezTo>
                    <a:pt x="6742" y="4571"/>
                    <a:pt x="6833" y="4594"/>
                    <a:pt x="6925" y="4594"/>
                  </a:cubicBezTo>
                  <a:cubicBezTo>
                    <a:pt x="7031" y="4594"/>
                    <a:pt x="7137" y="4564"/>
                    <a:pt x="7235" y="4499"/>
                  </a:cubicBezTo>
                  <a:lnTo>
                    <a:pt x="7417" y="4468"/>
                  </a:lnTo>
                  <a:lnTo>
                    <a:pt x="7630" y="4408"/>
                  </a:lnTo>
                  <a:cubicBezTo>
                    <a:pt x="7727" y="4577"/>
                    <a:pt x="7862" y="4669"/>
                    <a:pt x="7944" y="4669"/>
                  </a:cubicBezTo>
                  <a:cubicBezTo>
                    <a:pt x="7965" y="4669"/>
                    <a:pt x="7982" y="4663"/>
                    <a:pt x="7995" y="4651"/>
                  </a:cubicBezTo>
                  <a:lnTo>
                    <a:pt x="8056" y="4620"/>
                  </a:lnTo>
                  <a:cubicBezTo>
                    <a:pt x="8071" y="4605"/>
                    <a:pt x="8094" y="4598"/>
                    <a:pt x="8113" y="4598"/>
                  </a:cubicBezTo>
                  <a:cubicBezTo>
                    <a:pt x="8132" y="4598"/>
                    <a:pt x="8147" y="4605"/>
                    <a:pt x="8147" y="4620"/>
                  </a:cubicBezTo>
                  <a:cubicBezTo>
                    <a:pt x="8177" y="4651"/>
                    <a:pt x="8208" y="4681"/>
                    <a:pt x="8208" y="4712"/>
                  </a:cubicBezTo>
                  <a:cubicBezTo>
                    <a:pt x="8177" y="4803"/>
                    <a:pt x="8147" y="4863"/>
                    <a:pt x="8116" y="4955"/>
                  </a:cubicBezTo>
                  <a:lnTo>
                    <a:pt x="8360" y="4955"/>
                  </a:lnTo>
                  <a:cubicBezTo>
                    <a:pt x="8420" y="4955"/>
                    <a:pt x="8481" y="4955"/>
                    <a:pt x="8542" y="4985"/>
                  </a:cubicBezTo>
                  <a:lnTo>
                    <a:pt x="8633" y="5046"/>
                  </a:lnTo>
                  <a:cubicBezTo>
                    <a:pt x="8755" y="4955"/>
                    <a:pt x="8876" y="4894"/>
                    <a:pt x="9028" y="4863"/>
                  </a:cubicBezTo>
                  <a:lnTo>
                    <a:pt x="9150" y="4833"/>
                  </a:lnTo>
                  <a:lnTo>
                    <a:pt x="9180" y="4833"/>
                  </a:lnTo>
                  <a:cubicBezTo>
                    <a:pt x="9241" y="4833"/>
                    <a:pt x="9241" y="4772"/>
                    <a:pt x="9241" y="4742"/>
                  </a:cubicBezTo>
                  <a:lnTo>
                    <a:pt x="9211" y="4712"/>
                  </a:lnTo>
                  <a:lnTo>
                    <a:pt x="9180" y="4681"/>
                  </a:lnTo>
                  <a:cubicBezTo>
                    <a:pt x="9089" y="4681"/>
                    <a:pt x="9150" y="4620"/>
                    <a:pt x="9211" y="4590"/>
                  </a:cubicBezTo>
                  <a:cubicBezTo>
                    <a:pt x="9241" y="4590"/>
                    <a:pt x="9150" y="4529"/>
                    <a:pt x="9119" y="4529"/>
                  </a:cubicBezTo>
                  <a:cubicBezTo>
                    <a:pt x="9059" y="4499"/>
                    <a:pt x="9119" y="4438"/>
                    <a:pt x="9211" y="4377"/>
                  </a:cubicBezTo>
                  <a:lnTo>
                    <a:pt x="9271" y="4377"/>
                  </a:lnTo>
                  <a:cubicBezTo>
                    <a:pt x="9363" y="4408"/>
                    <a:pt x="9423" y="4468"/>
                    <a:pt x="9454" y="4529"/>
                  </a:cubicBezTo>
                  <a:lnTo>
                    <a:pt x="9515" y="4651"/>
                  </a:lnTo>
                  <a:cubicBezTo>
                    <a:pt x="9553" y="4766"/>
                    <a:pt x="9616" y="4809"/>
                    <a:pt x="9672" y="4809"/>
                  </a:cubicBezTo>
                  <a:cubicBezTo>
                    <a:pt x="9705" y="4809"/>
                    <a:pt x="9735" y="4795"/>
                    <a:pt x="9758" y="4772"/>
                  </a:cubicBezTo>
                  <a:cubicBezTo>
                    <a:pt x="9764" y="4759"/>
                    <a:pt x="9772" y="4753"/>
                    <a:pt x="9780" y="4753"/>
                  </a:cubicBezTo>
                  <a:cubicBezTo>
                    <a:pt x="9811" y="4753"/>
                    <a:pt x="9849" y="4835"/>
                    <a:pt x="9849" y="4955"/>
                  </a:cubicBezTo>
                  <a:lnTo>
                    <a:pt x="9697" y="5046"/>
                  </a:lnTo>
                  <a:cubicBezTo>
                    <a:pt x="9545" y="5107"/>
                    <a:pt x="9332" y="5137"/>
                    <a:pt x="9241" y="5319"/>
                  </a:cubicBezTo>
                  <a:cubicBezTo>
                    <a:pt x="9220" y="5341"/>
                    <a:pt x="9183" y="5362"/>
                    <a:pt x="9152" y="5362"/>
                  </a:cubicBezTo>
                  <a:cubicBezTo>
                    <a:pt x="9140" y="5362"/>
                    <a:pt x="9128" y="5359"/>
                    <a:pt x="9119" y="5350"/>
                  </a:cubicBezTo>
                  <a:cubicBezTo>
                    <a:pt x="9028" y="5319"/>
                    <a:pt x="8876" y="5259"/>
                    <a:pt x="8846" y="5198"/>
                  </a:cubicBezTo>
                  <a:cubicBezTo>
                    <a:pt x="8826" y="5117"/>
                    <a:pt x="8778" y="5103"/>
                    <a:pt x="8722" y="5103"/>
                  </a:cubicBezTo>
                  <a:cubicBezTo>
                    <a:pt x="8694" y="5103"/>
                    <a:pt x="8663" y="5107"/>
                    <a:pt x="8633" y="5107"/>
                  </a:cubicBezTo>
                  <a:cubicBezTo>
                    <a:pt x="8512" y="5137"/>
                    <a:pt x="8360" y="5198"/>
                    <a:pt x="8238" y="5228"/>
                  </a:cubicBezTo>
                  <a:cubicBezTo>
                    <a:pt x="8178" y="5264"/>
                    <a:pt x="8137" y="5281"/>
                    <a:pt x="8107" y="5281"/>
                  </a:cubicBezTo>
                  <a:cubicBezTo>
                    <a:pt x="8062" y="5281"/>
                    <a:pt x="8044" y="5241"/>
                    <a:pt x="8025" y="5167"/>
                  </a:cubicBezTo>
                  <a:lnTo>
                    <a:pt x="8025" y="5076"/>
                  </a:lnTo>
                  <a:cubicBezTo>
                    <a:pt x="7904" y="5137"/>
                    <a:pt x="7660" y="5441"/>
                    <a:pt x="7569" y="5502"/>
                  </a:cubicBezTo>
                  <a:cubicBezTo>
                    <a:pt x="7537" y="5523"/>
                    <a:pt x="7501" y="5533"/>
                    <a:pt x="7466" y="5533"/>
                  </a:cubicBezTo>
                  <a:cubicBezTo>
                    <a:pt x="7403" y="5533"/>
                    <a:pt x="7346" y="5500"/>
                    <a:pt x="7326" y="5441"/>
                  </a:cubicBezTo>
                  <a:cubicBezTo>
                    <a:pt x="7311" y="5411"/>
                    <a:pt x="7288" y="5395"/>
                    <a:pt x="7261" y="5395"/>
                  </a:cubicBezTo>
                  <a:cubicBezTo>
                    <a:pt x="7235" y="5395"/>
                    <a:pt x="7204" y="5411"/>
                    <a:pt x="7174" y="5441"/>
                  </a:cubicBezTo>
                  <a:lnTo>
                    <a:pt x="7113" y="5502"/>
                  </a:lnTo>
                  <a:cubicBezTo>
                    <a:pt x="7053" y="5532"/>
                    <a:pt x="6992" y="5623"/>
                    <a:pt x="6992" y="5654"/>
                  </a:cubicBezTo>
                  <a:lnTo>
                    <a:pt x="7053" y="5715"/>
                  </a:lnTo>
                  <a:cubicBezTo>
                    <a:pt x="7083" y="5806"/>
                    <a:pt x="7144" y="5867"/>
                    <a:pt x="7174" y="5867"/>
                  </a:cubicBezTo>
                  <a:lnTo>
                    <a:pt x="7174" y="5927"/>
                  </a:lnTo>
                  <a:cubicBezTo>
                    <a:pt x="7193" y="5965"/>
                    <a:pt x="7235" y="5991"/>
                    <a:pt x="7286" y="5991"/>
                  </a:cubicBezTo>
                  <a:cubicBezTo>
                    <a:pt x="7317" y="5991"/>
                    <a:pt x="7352" y="5981"/>
                    <a:pt x="7387" y="5958"/>
                  </a:cubicBezTo>
                  <a:lnTo>
                    <a:pt x="7387" y="6079"/>
                  </a:lnTo>
                  <a:lnTo>
                    <a:pt x="7387" y="6231"/>
                  </a:lnTo>
                  <a:cubicBezTo>
                    <a:pt x="7539" y="6353"/>
                    <a:pt x="7569" y="6474"/>
                    <a:pt x="7448" y="6474"/>
                  </a:cubicBezTo>
                  <a:lnTo>
                    <a:pt x="7356" y="6444"/>
                  </a:lnTo>
                  <a:cubicBezTo>
                    <a:pt x="7306" y="6411"/>
                    <a:pt x="7266" y="6387"/>
                    <a:pt x="7229" y="6387"/>
                  </a:cubicBezTo>
                  <a:cubicBezTo>
                    <a:pt x="7199" y="6387"/>
                    <a:pt x="7171" y="6403"/>
                    <a:pt x="7144" y="6444"/>
                  </a:cubicBezTo>
                  <a:cubicBezTo>
                    <a:pt x="7083" y="6535"/>
                    <a:pt x="6961" y="6505"/>
                    <a:pt x="6870" y="6535"/>
                  </a:cubicBezTo>
                  <a:cubicBezTo>
                    <a:pt x="6809" y="6566"/>
                    <a:pt x="6718" y="6596"/>
                    <a:pt x="6688" y="6657"/>
                  </a:cubicBezTo>
                  <a:lnTo>
                    <a:pt x="6688" y="6687"/>
                  </a:lnTo>
                  <a:lnTo>
                    <a:pt x="6688" y="6718"/>
                  </a:lnTo>
                  <a:cubicBezTo>
                    <a:pt x="6597" y="6809"/>
                    <a:pt x="6505" y="6900"/>
                    <a:pt x="6414" y="6991"/>
                  </a:cubicBezTo>
                  <a:cubicBezTo>
                    <a:pt x="6323" y="7052"/>
                    <a:pt x="6445" y="7113"/>
                    <a:pt x="6475" y="7113"/>
                  </a:cubicBezTo>
                  <a:cubicBezTo>
                    <a:pt x="6505" y="7113"/>
                    <a:pt x="6779" y="7265"/>
                    <a:pt x="6749" y="7295"/>
                  </a:cubicBezTo>
                  <a:cubicBezTo>
                    <a:pt x="6657" y="7356"/>
                    <a:pt x="6597" y="7447"/>
                    <a:pt x="6566" y="7508"/>
                  </a:cubicBezTo>
                  <a:lnTo>
                    <a:pt x="6566" y="7599"/>
                  </a:lnTo>
                  <a:lnTo>
                    <a:pt x="6566" y="7690"/>
                  </a:lnTo>
                  <a:cubicBezTo>
                    <a:pt x="6505" y="7781"/>
                    <a:pt x="6384" y="7842"/>
                    <a:pt x="6262" y="7842"/>
                  </a:cubicBezTo>
                  <a:lnTo>
                    <a:pt x="6201" y="7842"/>
                  </a:lnTo>
                  <a:cubicBezTo>
                    <a:pt x="6171" y="7812"/>
                    <a:pt x="6384" y="7417"/>
                    <a:pt x="6293" y="7356"/>
                  </a:cubicBezTo>
                  <a:cubicBezTo>
                    <a:pt x="6171" y="7265"/>
                    <a:pt x="6080" y="7234"/>
                    <a:pt x="6080" y="7234"/>
                  </a:cubicBezTo>
                  <a:lnTo>
                    <a:pt x="5989" y="7265"/>
                  </a:lnTo>
                  <a:lnTo>
                    <a:pt x="5958" y="7265"/>
                  </a:lnTo>
                  <a:cubicBezTo>
                    <a:pt x="5837" y="7234"/>
                    <a:pt x="5533" y="7113"/>
                    <a:pt x="5472" y="7052"/>
                  </a:cubicBezTo>
                  <a:cubicBezTo>
                    <a:pt x="5466" y="7049"/>
                    <a:pt x="5459" y="7047"/>
                    <a:pt x="5453" y="7047"/>
                  </a:cubicBezTo>
                  <a:cubicBezTo>
                    <a:pt x="5400" y="7047"/>
                    <a:pt x="5357" y="7159"/>
                    <a:pt x="5411" y="7295"/>
                  </a:cubicBezTo>
                  <a:lnTo>
                    <a:pt x="5350" y="7386"/>
                  </a:lnTo>
                  <a:lnTo>
                    <a:pt x="5290" y="7478"/>
                  </a:lnTo>
                  <a:cubicBezTo>
                    <a:pt x="5264" y="7486"/>
                    <a:pt x="5239" y="7490"/>
                    <a:pt x="5216" y="7490"/>
                  </a:cubicBezTo>
                  <a:cubicBezTo>
                    <a:pt x="5078" y="7490"/>
                    <a:pt x="5003" y="7352"/>
                    <a:pt x="5107" y="7326"/>
                  </a:cubicBezTo>
                  <a:cubicBezTo>
                    <a:pt x="5198" y="7326"/>
                    <a:pt x="5229" y="7265"/>
                    <a:pt x="5138" y="7204"/>
                  </a:cubicBezTo>
                  <a:lnTo>
                    <a:pt x="5138" y="7204"/>
                  </a:lnTo>
                  <a:lnTo>
                    <a:pt x="5046" y="7234"/>
                  </a:lnTo>
                  <a:lnTo>
                    <a:pt x="4864" y="7265"/>
                  </a:lnTo>
                  <a:lnTo>
                    <a:pt x="4378" y="7022"/>
                  </a:lnTo>
                  <a:lnTo>
                    <a:pt x="4317" y="7022"/>
                  </a:lnTo>
                  <a:cubicBezTo>
                    <a:pt x="4286" y="7022"/>
                    <a:pt x="4256" y="7052"/>
                    <a:pt x="4256" y="7082"/>
                  </a:cubicBezTo>
                  <a:lnTo>
                    <a:pt x="4256" y="7174"/>
                  </a:lnTo>
                  <a:cubicBezTo>
                    <a:pt x="4256" y="7234"/>
                    <a:pt x="3983" y="7386"/>
                    <a:pt x="3922" y="7386"/>
                  </a:cubicBezTo>
                  <a:cubicBezTo>
                    <a:pt x="3912" y="7390"/>
                    <a:pt x="3903" y="7391"/>
                    <a:pt x="3894" y="7391"/>
                  </a:cubicBezTo>
                  <a:cubicBezTo>
                    <a:pt x="3825" y="7391"/>
                    <a:pt x="3803" y="7289"/>
                    <a:pt x="3831" y="7234"/>
                  </a:cubicBezTo>
                  <a:cubicBezTo>
                    <a:pt x="3831" y="7220"/>
                    <a:pt x="3822" y="7214"/>
                    <a:pt x="3809" y="7214"/>
                  </a:cubicBezTo>
                  <a:cubicBezTo>
                    <a:pt x="3765" y="7214"/>
                    <a:pt x="3664" y="7279"/>
                    <a:pt x="3618" y="7326"/>
                  </a:cubicBezTo>
                  <a:cubicBezTo>
                    <a:pt x="3587" y="7356"/>
                    <a:pt x="3648" y="7538"/>
                    <a:pt x="3679" y="7599"/>
                  </a:cubicBezTo>
                  <a:cubicBezTo>
                    <a:pt x="3709" y="7660"/>
                    <a:pt x="3739" y="7721"/>
                    <a:pt x="3739" y="7781"/>
                  </a:cubicBezTo>
                  <a:lnTo>
                    <a:pt x="3739" y="7812"/>
                  </a:lnTo>
                  <a:cubicBezTo>
                    <a:pt x="3674" y="7877"/>
                    <a:pt x="3592" y="7907"/>
                    <a:pt x="3506" y="7907"/>
                  </a:cubicBezTo>
                  <a:cubicBezTo>
                    <a:pt x="3431" y="7907"/>
                    <a:pt x="3354" y="7885"/>
                    <a:pt x="3283" y="7842"/>
                  </a:cubicBezTo>
                  <a:lnTo>
                    <a:pt x="3253" y="7781"/>
                  </a:lnTo>
                  <a:cubicBezTo>
                    <a:pt x="3247" y="7770"/>
                    <a:pt x="3237" y="7765"/>
                    <a:pt x="3225" y="7765"/>
                  </a:cubicBezTo>
                  <a:cubicBezTo>
                    <a:pt x="3170" y="7765"/>
                    <a:pt x="3065" y="7859"/>
                    <a:pt x="3040" y="7933"/>
                  </a:cubicBezTo>
                  <a:cubicBezTo>
                    <a:pt x="3034" y="7940"/>
                    <a:pt x="3027" y="7943"/>
                    <a:pt x="3021" y="7943"/>
                  </a:cubicBezTo>
                  <a:cubicBezTo>
                    <a:pt x="2973" y="7943"/>
                    <a:pt x="2949" y="7741"/>
                    <a:pt x="2949" y="7660"/>
                  </a:cubicBezTo>
                  <a:cubicBezTo>
                    <a:pt x="2949" y="7599"/>
                    <a:pt x="3101" y="7508"/>
                    <a:pt x="3162" y="7478"/>
                  </a:cubicBezTo>
                  <a:cubicBezTo>
                    <a:pt x="3192" y="7478"/>
                    <a:pt x="3101" y="7447"/>
                    <a:pt x="2949" y="7417"/>
                  </a:cubicBezTo>
                  <a:lnTo>
                    <a:pt x="2797" y="7417"/>
                  </a:lnTo>
                  <a:lnTo>
                    <a:pt x="2645" y="7599"/>
                  </a:lnTo>
                  <a:lnTo>
                    <a:pt x="2584" y="7569"/>
                  </a:lnTo>
                  <a:lnTo>
                    <a:pt x="2493" y="7508"/>
                  </a:lnTo>
                  <a:cubicBezTo>
                    <a:pt x="2402" y="7417"/>
                    <a:pt x="2280" y="7356"/>
                    <a:pt x="2280" y="7356"/>
                  </a:cubicBezTo>
                  <a:cubicBezTo>
                    <a:pt x="2189" y="7447"/>
                    <a:pt x="2128" y="7569"/>
                    <a:pt x="2068" y="7660"/>
                  </a:cubicBezTo>
                  <a:lnTo>
                    <a:pt x="1976" y="7599"/>
                  </a:lnTo>
                  <a:lnTo>
                    <a:pt x="1764" y="7478"/>
                  </a:lnTo>
                  <a:cubicBezTo>
                    <a:pt x="1612" y="7569"/>
                    <a:pt x="1520" y="7721"/>
                    <a:pt x="1551" y="7903"/>
                  </a:cubicBezTo>
                  <a:cubicBezTo>
                    <a:pt x="1581" y="7964"/>
                    <a:pt x="1581" y="8055"/>
                    <a:pt x="1612" y="8146"/>
                  </a:cubicBezTo>
                  <a:cubicBezTo>
                    <a:pt x="1642" y="8177"/>
                    <a:pt x="1642" y="8207"/>
                    <a:pt x="1612" y="8207"/>
                  </a:cubicBezTo>
                  <a:cubicBezTo>
                    <a:pt x="1551" y="8177"/>
                    <a:pt x="1460" y="8146"/>
                    <a:pt x="1399" y="8085"/>
                  </a:cubicBezTo>
                  <a:cubicBezTo>
                    <a:pt x="1369" y="8025"/>
                    <a:pt x="1429" y="7842"/>
                    <a:pt x="1369" y="7781"/>
                  </a:cubicBezTo>
                  <a:lnTo>
                    <a:pt x="1095" y="7781"/>
                  </a:lnTo>
                  <a:cubicBezTo>
                    <a:pt x="1095" y="7812"/>
                    <a:pt x="1065" y="7903"/>
                    <a:pt x="1095" y="7994"/>
                  </a:cubicBezTo>
                  <a:lnTo>
                    <a:pt x="1034" y="8025"/>
                  </a:lnTo>
                  <a:cubicBezTo>
                    <a:pt x="973" y="8116"/>
                    <a:pt x="913" y="8207"/>
                    <a:pt x="730" y="8207"/>
                  </a:cubicBezTo>
                  <a:cubicBezTo>
                    <a:pt x="730" y="8237"/>
                    <a:pt x="791" y="8298"/>
                    <a:pt x="821" y="8298"/>
                  </a:cubicBezTo>
                  <a:cubicBezTo>
                    <a:pt x="848" y="8325"/>
                    <a:pt x="735" y="8491"/>
                    <a:pt x="645" y="8491"/>
                  </a:cubicBezTo>
                  <a:cubicBezTo>
                    <a:pt x="632" y="8491"/>
                    <a:pt x="620" y="8488"/>
                    <a:pt x="609" y="8481"/>
                  </a:cubicBezTo>
                  <a:cubicBezTo>
                    <a:pt x="600" y="8475"/>
                    <a:pt x="590" y="8472"/>
                    <a:pt x="580" y="8472"/>
                  </a:cubicBezTo>
                  <a:cubicBezTo>
                    <a:pt x="489" y="8472"/>
                    <a:pt x="365" y="8702"/>
                    <a:pt x="365" y="8785"/>
                  </a:cubicBezTo>
                  <a:cubicBezTo>
                    <a:pt x="388" y="8874"/>
                    <a:pt x="361" y="8930"/>
                    <a:pt x="321" y="8930"/>
                  </a:cubicBezTo>
                  <a:cubicBezTo>
                    <a:pt x="307" y="8930"/>
                    <a:pt x="291" y="8922"/>
                    <a:pt x="274" y="8906"/>
                  </a:cubicBezTo>
                  <a:lnTo>
                    <a:pt x="122" y="8906"/>
                  </a:lnTo>
                  <a:lnTo>
                    <a:pt x="92" y="8936"/>
                  </a:lnTo>
                  <a:cubicBezTo>
                    <a:pt x="92" y="8967"/>
                    <a:pt x="213" y="9088"/>
                    <a:pt x="244" y="9088"/>
                  </a:cubicBezTo>
                  <a:cubicBezTo>
                    <a:pt x="335" y="9088"/>
                    <a:pt x="426" y="9088"/>
                    <a:pt x="517" y="9058"/>
                  </a:cubicBezTo>
                  <a:cubicBezTo>
                    <a:pt x="546" y="9029"/>
                    <a:pt x="520" y="8752"/>
                    <a:pt x="596" y="8752"/>
                  </a:cubicBezTo>
                  <a:cubicBezTo>
                    <a:pt x="600" y="8752"/>
                    <a:pt x="604" y="8753"/>
                    <a:pt x="609" y="8754"/>
                  </a:cubicBezTo>
                  <a:cubicBezTo>
                    <a:pt x="730" y="8754"/>
                    <a:pt x="730" y="8845"/>
                    <a:pt x="730" y="8876"/>
                  </a:cubicBezTo>
                  <a:cubicBezTo>
                    <a:pt x="700" y="8906"/>
                    <a:pt x="852" y="8967"/>
                    <a:pt x="882" y="8997"/>
                  </a:cubicBezTo>
                  <a:cubicBezTo>
                    <a:pt x="943" y="8997"/>
                    <a:pt x="943" y="9119"/>
                    <a:pt x="943" y="9119"/>
                  </a:cubicBezTo>
                  <a:cubicBezTo>
                    <a:pt x="928" y="9134"/>
                    <a:pt x="928" y="9142"/>
                    <a:pt x="939" y="9142"/>
                  </a:cubicBezTo>
                  <a:cubicBezTo>
                    <a:pt x="951" y="9142"/>
                    <a:pt x="973" y="9134"/>
                    <a:pt x="1004" y="9119"/>
                  </a:cubicBezTo>
                  <a:lnTo>
                    <a:pt x="1065" y="9119"/>
                  </a:lnTo>
                  <a:lnTo>
                    <a:pt x="1186" y="9149"/>
                  </a:lnTo>
                  <a:cubicBezTo>
                    <a:pt x="1338" y="9210"/>
                    <a:pt x="1369" y="9301"/>
                    <a:pt x="1247" y="9362"/>
                  </a:cubicBezTo>
                  <a:lnTo>
                    <a:pt x="1217" y="9362"/>
                  </a:lnTo>
                  <a:cubicBezTo>
                    <a:pt x="1188" y="9343"/>
                    <a:pt x="1166" y="9336"/>
                    <a:pt x="1149" y="9336"/>
                  </a:cubicBezTo>
                  <a:cubicBezTo>
                    <a:pt x="1112" y="9336"/>
                    <a:pt x="1104" y="9371"/>
                    <a:pt x="1125" y="9392"/>
                  </a:cubicBezTo>
                  <a:cubicBezTo>
                    <a:pt x="1125" y="9453"/>
                    <a:pt x="1186" y="9514"/>
                    <a:pt x="1186" y="9514"/>
                  </a:cubicBezTo>
                  <a:lnTo>
                    <a:pt x="1125" y="9605"/>
                  </a:lnTo>
                  <a:cubicBezTo>
                    <a:pt x="1034" y="9544"/>
                    <a:pt x="943" y="9514"/>
                    <a:pt x="852" y="9484"/>
                  </a:cubicBezTo>
                  <a:lnTo>
                    <a:pt x="761" y="9544"/>
                  </a:lnTo>
                  <a:lnTo>
                    <a:pt x="669" y="9605"/>
                  </a:lnTo>
                  <a:cubicBezTo>
                    <a:pt x="548" y="9666"/>
                    <a:pt x="700" y="9727"/>
                    <a:pt x="761" y="9727"/>
                  </a:cubicBezTo>
                  <a:cubicBezTo>
                    <a:pt x="852" y="9757"/>
                    <a:pt x="791" y="9818"/>
                    <a:pt x="639" y="9879"/>
                  </a:cubicBezTo>
                  <a:lnTo>
                    <a:pt x="487" y="9879"/>
                  </a:lnTo>
                  <a:lnTo>
                    <a:pt x="122" y="9909"/>
                  </a:lnTo>
                  <a:cubicBezTo>
                    <a:pt x="61" y="10092"/>
                    <a:pt x="31" y="10244"/>
                    <a:pt x="1" y="10426"/>
                  </a:cubicBezTo>
                  <a:cubicBezTo>
                    <a:pt x="61" y="10456"/>
                    <a:pt x="153" y="10487"/>
                    <a:pt x="213" y="10487"/>
                  </a:cubicBezTo>
                  <a:lnTo>
                    <a:pt x="274" y="10517"/>
                  </a:lnTo>
                  <a:cubicBezTo>
                    <a:pt x="335" y="10578"/>
                    <a:pt x="396" y="10669"/>
                    <a:pt x="396" y="10730"/>
                  </a:cubicBezTo>
                  <a:cubicBezTo>
                    <a:pt x="396" y="10791"/>
                    <a:pt x="396" y="10851"/>
                    <a:pt x="396" y="10912"/>
                  </a:cubicBezTo>
                  <a:lnTo>
                    <a:pt x="396" y="10973"/>
                  </a:lnTo>
                  <a:cubicBezTo>
                    <a:pt x="373" y="11041"/>
                    <a:pt x="453" y="11076"/>
                    <a:pt x="520" y="11076"/>
                  </a:cubicBezTo>
                  <a:cubicBezTo>
                    <a:pt x="542" y="11076"/>
                    <a:pt x="563" y="11072"/>
                    <a:pt x="578" y="11064"/>
                  </a:cubicBezTo>
                  <a:cubicBezTo>
                    <a:pt x="609" y="11064"/>
                    <a:pt x="639" y="10973"/>
                    <a:pt x="609" y="10851"/>
                  </a:cubicBezTo>
                  <a:lnTo>
                    <a:pt x="639" y="10821"/>
                  </a:lnTo>
                  <a:lnTo>
                    <a:pt x="700" y="10791"/>
                  </a:lnTo>
                  <a:cubicBezTo>
                    <a:pt x="821" y="10882"/>
                    <a:pt x="913" y="10943"/>
                    <a:pt x="1034" y="11003"/>
                  </a:cubicBezTo>
                  <a:lnTo>
                    <a:pt x="1186" y="11003"/>
                  </a:lnTo>
                  <a:cubicBezTo>
                    <a:pt x="1186" y="11003"/>
                    <a:pt x="1125" y="11155"/>
                    <a:pt x="1095" y="11155"/>
                  </a:cubicBezTo>
                  <a:cubicBezTo>
                    <a:pt x="1065" y="11155"/>
                    <a:pt x="1186" y="11490"/>
                    <a:pt x="1065" y="11520"/>
                  </a:cubicBezTo>
                  <a:cubicBezTo>
                    <a:pt x="943" y="11581"/>
                    <a:pt x="913" y="11763"/>
                    <a:pt x="913" y="11824"/>
                  </a:cubicBezTo>
                  <a:cubicBezTo>
                    <a:pt x="913" y="11885"/>
                    <a:pt x="943" y="11915"/>
                    <a:pt x="973" y="11976"/>
                  </a:cubicBezTo>
                  <a:lnTo>
                    <a:pt x="1095" y="11976"/>
                  </a:lnTo>
                  <a:lnTo>
                    <a:pt x="1156" y="11854"/>
                  </a:lnTo>
                  <a:cubicBezTo>
                    <a:pt x="1176" y="11773"/>
                    <a:pt x="1250" y="11719"/>
                    <a:pt x="1325" y="11719"/>
                  </a:cubicBezTo>
                  <a:cubicBezTo>
                    <a:pt x="1362" y="11719"/>
                    <a:pt x="1399" y="11733"/>
                    <a:pt x="1429" y="11763"/>
                  </a:cubicBezTo>
                  <a:cubicBezTo>
                    <a:pt x="1452" y="11808"/>
                    <a:pt x="1490" y="11836"/>
                    <a:pt x="1533" y="11836"/>
                  </a:cubicBezTo>
                  <a:cubicBezTo>
                    <a:pt x="1549" y="11836"/>
                    <a:pt x="1565" y="11832"/>
                    <a:pt x="1581" y="11824"/>
                  </a:cubicBezTo>
                  <a:lnTo>
                    <a:pt x="1855" y="11824"/>
                  </a:lnTo>
                  <a:cubicBezTo>
                    <a:pt x="1855" y="11861"/>
                    <a:pt x="1866" y="11875"/>
                    <a:pt x="1882" y="11875"/>
                  </a:cubicBezTo>
                  <a:cubicBezTo>
                    <a:pt x="1920" y="11875"/>
                    <a:pt x="1986" y="11797"/>
                    <a:pt x="2007" y="11733"/>
                  </a:cubicBezTo>
                  <a:cubicBezTo>
                    <a:pt x="2037" y="11642"/>
                    <a:pt x="2098" y="11611"/>
                    <a:pt x="2189" y="11551"/>
                  </a:cubicBezTo>
                  <a:cubicBezTo>
                    <a:pt x="2280" y="11702"/>
                    <a:pt x="2372" y="11854"/>
                    <a:pt x="2463" y="12006"/>
                  </a:cubicBezTo>
                  <a:lnTo>
                    <a:pt x="2828" y="11824"/>
                  </a:lnTo>
                  <a:cubicBezTo>
                    <a:pt x="2888" y="11885"/>
                    <a:pt x="2888" y="11976"/>
                    <a:pt x="2888" y="12067"/>
                  </a:cubicBezTo>
                  <a:lnTo>
                    <a:pt x="2828" y="12128"/>
                  </a:lnTo>
                  <a:lnTo>
                    <a:pt x="2797" y="12158"/>
                  </a:lnTo>
                  <a:cubicBezTo>
                    <a:pt x="2706" y="12158"/>
                    <a:pt x="2615" y="12219"/>
                    <a:pt x="2584" y="12310"/>
                  </a:cubicBezTo>
                  <a:lnTo>
                    <a:pt x="2706" y="12280"/>
                  </a:lnTo>
                  <a:cubicBezTo>
                    <a:pt x="2761" y="12280"/>
                    <a:pt x="2826" y="12247"/>
                    <a:pt x="2850" y="12247"/>
                  </a:cubicBezTo>
                  <a:cubicBezTo>
                    <a:pt x="2866" y="12247"/>
                    <a:pt x="2864" y="12262"/>
                    <a:pt x="2828" y="12310"/>
                  </a:cubicBezTo>
                  <a:cubicBezTo>
                    <a:pt x="2767" y="12462"/>
                    <a:pt x="2797" y="12523"/>
                    <a:pt x="2919" y="12554"/>
                  </a:cubicBezTo>
                  <a:lnTo>
                    <a:pt x="3101" y="12614"/>
                  </a:lnTo>
                  <a:cubicBezTo>
                    <a:pt x="3101" y="12569"/>
                    <a:pt x="3131" y="12554"/>
                    <a:pt x="3169" y="12554"/>
                  </a:cubicBezTo>
                  <a:cubicBezTo>
                    <a:pt x="3207" y="12554"/>
                    <a:pt x="3253" y="12569"/>
                    <a:pt x="3283" y="12584"/>
                  </a:cubicBezTo>
                  <a:cubicBezTo>
                    <a:pt x="3314" y="12599"/>
                    <a:pt x="3435" y="12614"/>
                    <a:pt x="3557" y="12614"/>
                  </a:cubicBezTo>
                  <a:cubicBezTo>
                    <a:pt x="3679" y="12614"/>
                    <a:pt x="3800" y="12599"/>
                    <a:pt x="3831" y="12554"/>
                  </a:cubicBezTo>
                  <a:cubicBezTo>
                    <a:pt x="3867" y="12499"/>
                    <a:pt x="3914" y="12488"/>
                    <a:pt x="3947" y="12488"/>
                  </a:cubicBezTo>
                  <a:cubicBezTo>
                    <a:pt x="3968" y="12488"/>
                    <a:pt x="3983" y="12493"/>
                    <a:pt x="3983" y="12493"/>
                  </a:cubicBezTo>
                  <a:cubicBezTo>
                    <a:pt x="3987" y="12497"/>
                    <a:pt x="3993" y="12499"/>
                    <a:pt x="4000" y="12499"/>
                  </a:cubicBezTo>
                  <a:cubicBezTo>
                    <a:pt x="4046" y="12499"/>
                    <a:pt x="4143" y="12428"/>
                    <a:pt x="4195" y="12402"/>
                  </a:cubicBezTo>
                  <a:cubicBezTo>
                    <a:pt x="4226" y="12341"/>
                    <a:pt x="4438" y="12158"/>
                    <a:pt x="4408" y="12098"/>
                  </a:cubicBezTo>
                  <a:cubicBezTo>
                    <a:pt x="4408" y="12037"/>
                    <a:pt x="4682" y="12006"/>
                    <a:pt x="4803" y="12006"/>
                  </a:cubicBezTo>
                  <a:cubicBezTo>
                    <a:pt x="4925" y="12006"/>
                    <a:pt x="4955" y="12158"/>
                    <a:pt x="4925" y="12189"/>
                  </a:cubicBezTo>
                  <a:cubicBezTo>
                    <a:pt x="4894" y="12250"/>
                    <a:pt x="4925" y="12310"/>
                    <a:pt x="4925" y="12310"/>
                  </a:cubicBezTo>
                  <a:cubicBezTo>
                    <a:pt x="4986" y="12250"/>
                    <a:pt x="5046" y="12219"/>
                    <a:pt x="5077" y="12158"/>
                  </a:cubicBezTo>
                  <a:cubicBezTo>
                    <a:pt x="5090" y="12145"/>
                    <a:pt x="5103" y="12139"/>
                    <a:pt x="5115" y="12139"/>
                  </a:cubicBezTo>
                  <a:cubicBezTo>
                    <a:pt x="5161" y="12139"/>
                    <a:pt x="5198" y="12221"/>
                    <a:pt x="5198" y="12341"/>
                  </a:cubicBezTo>
                  <a:lnTo>
                    <a:pt x="5107" y="12462"/>
                  </a:lnTo>
                  <a:cubicBezTo>
                    <a:pt x="5077" y="12493"/>
                    <a:pt x="5107" y="12554"/>
                    <a:pt x="5138" y="12554"/>
                  </a:cubicBezTo>
                  <a:cubicBezTo>
                    <a:pt x="5158" y="12564"/>
                    <a:pt x="5175" y="12567"/>
                    <a:pt x="5189" y="12567"/>
                  </a:cubicBezTo>
                  <a:cubicBezTo>
                    <a:pt x="5219" y="12567"/>
                    <a:pt x="5239" y="12554"/>
                    <a:pt x="5259" y="12554"/>
                  </a:cubicBezTo>
                  <a:lnTo>
                    <a:pt x="5320" y="12462"/>
                  </a:lnTo>
                  <a:cubicBezTo>
                    <a:pt x="5369" y="12397"/>
                    <a:pt x="5409" y="12367"/>
                    <a:pt x="5436" y="12367"/>
                  </a:cubicBezTo>
                  <a:cubicBezTo>
                    <a:pt x="5459" y="12367"/>
                    <a:pt x="5472" y="12390"/>
                    <a:pt x="5472" y="12432"/>
                  </a:cubicBezTo>
                  <a:lnTo>
                    <a:pt x="5502" y="12432"/>
                  </a:lnTo>
                  <a:cubicBezTo>
                    <a:pt x="5624" y="12462"/>
                    <a:pt x="5715" y="12462"/>
                    <a:pt x="5837" y="12493"/>
                  </a:cubicBezTo>
                  <a:cubicBezTo>
                    <a:pt x="5949" y="12493"/>
                    <a:pt x="5880" y="12648"/>
                    <a:pt x="6012" y="12648"/>
                  </a:cubicBezTo>
                  <a:cubicBezTo>
                    <a:pt x="6023" y="12648"/>
                    <a:pt x="6035" y="12647"/>
                    <a:pt x="6049" y="12645"/>
                  </a:cubicBezTo>
                  <a:lnTo>
                    <a:pt x="6262" y="12614"/>
                  </a:lnTo>
                  <a:cubicBezTo>
                    <a:pt x="6536" y="12614"/>
                    <a:pt x="6718" y="12432"/>
                    <a:pt x="6718" y="12341"/>
                  </a:cubicBezTo>
                  <a:cubicBezTo>
                    <a:pt x="6688" y="12280"/>
                    <a:pt x="6840" y="12189"/>
                    <a:pt x="7022" y="12189"/>
                  </a:cubicBezTo>
                  <a:lnTo>
                    <a:pt x="7113" y="12280"/>
                  </a:lnTo>
                  <a:lnTo>
                    <a:pt x="7296" y="12402"/>
                  </a:lnTo>
                  <a:cubicBezTo>
                    <a:pt x="7539" y="12462"/>
                    <a:pt x="7843" y="12493"/>
                    <a:pt x="7964" y="12523"/>
                  </a:cubicBezTo>
                  <a:lnTo>
                    <a:pt x="8025" y="12584"/>
                  </a:lnTo>
                  <a:cubicBezTo>
                    <a:pt x="8051" y="12610"/>
                    <a:pt x="8074" y="12619"/>
                    <a:pt x="8097" y="12619"/>
                  </a:cubicBezTo>
                  <a:cubicBezTo>
                    <a:pt x="8144" y="12619"/>
                    <a:pt x="8187" y="12579"/>
                    <a:pt x="8238" y="12579"/>
                  </a:cubicBezTo>
                  <a:cubicBezTo>
                    <a:pt x="8248" y="12579"/>
                    <a:pt x="8258" y="12580"/>
                    <a:pt x="8268" y="12584"/>
                  </a:cubicBezTo>
                  <a:lnTo>
                    <a:pt x="8542" y="12736"/>
                  </a:lnTo>
                  <a:lnTo>
                    <a:pt x="8633" y="12736"/>
                  </a:lnTo>
                  <a:cubicBezTo>
                    <a:pt x="8724" y="12645"/>
                    <a:pt x="8876" y="12675"/>
                    <a:pt x="8937" y="12645"/>
                  </a:cubicBezTo>
                  <a:lnTo>
                    <a:pt x="9028" y="12584"/>
                  </a:lnTo>
                  <a:cubicBezTo>
                    <a:pt x="9103" y="12509"/>
                    <a:pt x="9178" y="12454"/>
                    <a:pt x="9203" y="12454"/>
                  </a:cubicBezTo>
                  <a:cubicBezTo>
                    <a:pt x="9208" y="12454"/>
                    <a:pt x="9211" y="12457"/>
                    <a:pt x="9211" y="12462"/>
                  </a:cubicBezTo>
                  <a:cubicBezTo>
                    <a:pt x="9241" y="12462"/>
                    <a:pt x="9302" y="12554"/>
                    <a:pt x="9393" y="12645"/>
                  </a:cubicBezTo>
                  <a:lnTo>
                    <a:pt x="9636" y="12584"/>
                  </a:lnTo>
                  <a:lnTo>
                    <a:pt x="9697" y="12584"/>
                  </a:lnTo>
                  <a:cubicBezTo>
                    <a:pt x="9788" y="12614"/>
                    <a:pt x="9879" y="12675"/>
                    <a:pt x="9940" y="12736"/>
                  </a:cubicBezTo>
                  <a:lnTo>
                    <a:pt x="10031" y="12797"/>
                  </a:lnTo>
                  <a:lnTo>
                    <a:pt x="10214" y="12949"/>
                  </a:lnTo>
                  <a:cubicBezTo>
                    <a:pt x="10335" y="12858"/>
                    <a:pt x="10457" y="12766"/>
                    <a:pt x="10548" y="12675"/>
                  </a:cubicBezTo>
                  <a:lnTo>
                    <a:pt x="10730" y="12675"/>
                  </a:lnTo>
                  <a:cubicBezTo>
                    <a:pt x="10852" y="12645"/>
                    <a:pt x="10913" y="12523"/>
                    <a:pt x="11004" y="12432"/>
                  </a:cubicBezTo>
                  <a:cubicBezTo>
                    <a:pt x="11065" y="12432"/>
                    <a:pt x="11065" y="12706"/>
                    <a:pt x="11034" y="12797"/>
                  </a:cubicBezTo>
                  <a:cubicBezTo>
                    <a:pt x="11009" y="12872"/>
                    <a:pt x="11108" y="12926"/>
                    <a:pt x="11177" y="12926"/>
                  </a:cubicBezTo>
                  <a:cubicBezTo>
                    <a:pt x="11192" y="12926"/>
                    <a:pt x="11206" y="12924"/>
                    <a:pt x="11217" y="12918"/>
                  </a:cubicBezTo>
                  <a:cubicBezTo>
                    <a:pt x="11265" y="12918"/>
                    <a:pt x="11450" y="12841"/>
                    <a:pt x="11553" y="12841"/>
                  </a:cubicBezTo>
                  <a:cubicBezTo>
                    <a:pt x="11579" y="12841"/>
                    <a:pt x="11600" y="12845"/>
                    <a:pt x="11612" y="12858"/>
                  </a:cubicBezTo>
                  <a:cubicBezTo>
                    <a:pt x="11703" y="12949"/>
                    <a:pt x="11764" y="13010"/>
                    <a:pt x="11855" y="13101"/>
                  </a:cubicBezTo>
                  <a:lnTo>
                    <a:pt x="11977" y="13101"/>
                  </a:lnTo>
                  <a:cubicBezTo>
                    <a:pt x="12068" y="13101"/>
                    <a:pt x="12159" y="13192"/>
                    <a:pt x="12250" y="13192"/>
                  </a:cubicBezTo>
                  <a:lnTo>
                    <a:pt x="12372" y="13192"/>
                  </a:lnTo>
                  <a:cubicBezTo>
                    <a:pt x="12463" y="13192"/>
                    <a:pt x="12585" y="13192"/>
                    <a:pt x="12676" y="13222"/>
                  </a:cubicBezTo>
                  <a:cubicBezTo>
                    <a:pt x="12706" y="13253"/>
                    <a:pt x="12706" y="13283"/>
                    <a:pt x="12676" y="13283"/>
                  </a:cubicBezTo>
                  <a:cubicBezTo>
                    <a:pt x="12645" y="13313"/>
                    <a:pt x="12585" y="13344"/>
                    <a:pt x="12554" y="13344"/>
                  </a:cubicBezTo>
                  <a:cubicBezTo>
                    <a:pt x="12519" y="13334"/>
                    <a:pt x="12481" y="13330"/>
                    <a:pt x="12441" y="13330"/>
                  </a:cubicBezTo>
                  <a:cubicBezTo>
                    <a:pt x="12363" y="13330"/>
                    <a:pt x="12279" y="13344"/>
                    <a:pt x="12201" y="13344"/>
                  </a:cubicBezTo>
                  <a:cubicBezTo>
                    <a:pt x="12083" y="13344"/>
                    <a:pt x="11977" y="13313"/>
                    <a:pt x="11916" y="13161"/>
                  </a:cubicBezTo>
                  <a:cubicBezTo>
                    <a:pt x="11855" y="13161"/>
                    <a:pt x="11825" y="13161"/>
                    <a:pt x="11794" y="13192"/>
                  </a:cubicBezTo>
                  <a:lnTo>
                    <a:pt x="11703" y="13253"/>
                  </a:lnTo>
                  <a:cubicBezTo>
                    <a:pt x="11664" y="13312"/>
                    <a:pt x="11612" y="13345"/>
                    <a:pt x="11555" y="13345"/>
                  </a:cubicBezTo>
                  <a:cubicBezTo>
                    <a:pt x="11524" y="13345"/>
                    <a:pt x="11492" y="13335"/>
                    <a:pt x="11460" y="13313"/>
                  </a:cubicBezTo>
                  <a:cubicBezTo>
                    <a:pt x="11456" y="13306"/>
                    <a:pt x="11451" y="13303"/>
                    <a:pt x="11445" y="13303"/>
                  </a:cubicBezTo>
                  <a:cubicBezTo>
                    <a:pt x="11401" y="13303"/>
                    <a:pt x="11304" y="13477"/>
                    <a:pt x="11278" y="13557"/>
                  </a:cubicBezTo>
                  <a:cubicBezTo>
                    <a:pt x="11256" y="13589"/>
                    <a:pt x="11188" y="13598"/>
                    <a:pt x="11103" y="13598"/>
                  </a:cubicBezTo>
                  <a:cubicBezTo>
                    <a:pt x="10986" y="13598"/>
                    <a:pt x="10836" y="13581"/>
                    <a:pt x="10727" y="13581"/>
                  </a:cubicBezTo>
                  <a:cubicBezTo>
                    <a:pt x="10693" y="13581"/>
                    <a:pt x="10663" y="13582"/>
                    <a:pt x="10639" y="13587"/>
                  </a:cubicBezTo>
                  <a:cubicBezTo>
                    <a:pt x="10487" y="13648"/>
                    <a:pt x="10335" y="13739"/>
                    <a:pt x="10214" y="13830"/>
                  </a:cubicBezTo>
                  <a:lnTo>
                    <a:pt x="10244" y="13921"/>
                  </a:lnTo>
                  <a:lnTo>
                    <a:pt x="10274" y="13952"/>
                  </a:lnTo>
                  <a:cubicBezTo>
                    <a:pt x="10139" y="14064"/>
                    <a:pt x="9970" y="14127"/>
                    <a:pt x="9806" y="14127"/>
                  </a:cubicBezTo>
                  <a:cubicBezTo>
                    <a:pt x="9748" y="14127"/>
                    <a:pt x="9691" y="14119"/>
                    <a:pt x="9636" y="14104"/>
                  </a:cubicBezTo>
                  <a:cubicBezTo>
                    <a:pt x="9454" y="14013"/>
                    <a:pt x="9393" y="13891"/>
                    <a:pt x="9423" y="13861"/>
                  </a:cubicBezTo>
                  <a:cubicBezTo>
                    <a:pt x="9484" y="13800"/>
                    <a:pt x="9211" y="13648"/>
                    <a:pt x="9089" y="13617"/>
                  </a:cubicBezTo>
                  <a:cubicBezTo>
                    <a:pt x="8967" y="13617"/>
                    <a:pt x="8876" y="13678"/>
                    <a:pt x="8876" y="13769"/>
                  </a:cubicBezTo>
                  <a:lnTo>
                    <a:pt x="9119" y="13769"/>
                  </a:lnTo>
                  <a:cubicBezTo>
                    <a:pt x="9150" y="13769"/>
                    <a:pt x="9180" y="13769"/>
                    <a:pt x="9180" y="13800"/>
                  </a:cubicBezTo>
                  <a:lnTo>
                    <a:pt x="9180" y="13891"/>
                  </a:lnTo>
                  <a:lnTo>
                    <a:pt x="9028" y="13982"/>
                  </a:lnTo>
                  <a:cubicBezTo>
                    <a:pt x="8904" y="14032"/>
                    <a:pt x="8760" y="14081"/>
                    <a:pt x="8595" y="14081"/>
                  </a:cubicBezTo>
                  <a:cubicBezTo>
                    <a:pt x="8558" y="14081"/>
                    <a:pt x="8520" y="14079"/>
                    <a:pt x="8481" y="14073"/>
                  </a:cubicBezTo>
                  <a:cubicBezTo>
                    <a:pt x="8420" y="14043"/>
                    <a:pt x="8512" y="13739"/>
                    <a:pt x="8451" y="13709"/>
                  </a:cubicBezTo>
                  <a:cubicBezTo>
                    <a:pt x="8420" y="13693"/>
                    <a:pt x="8390" y="13686"/>
                    <a:pt x="8363" y="13686"/>
                  </a:cubicBezTo>
                  <a:cubicBezTo>
                    <a:pt x="8337" y="13686"/>
                    <a:pt x="8314" y="13693"/>
                    <a:pt x="8299" y="13709"/>
                  </a:cubicBezTo>
                  <a:cubicBezTo>
                    <a:pt x="8268" y="13709"/>
                    <a:pt x="8238" y="13921"/>
                    <a:pt x="8177" y="14165"/>
                  </a:cubicBezTo>
                  <a:lnTo>
                    <a:pt x="7843" y="14256"/>
                  </a:lnTo>
                  <a:lnTo>
                    <a:pt x="7752" y="14286"/>
                  </a:lnTo>
                  <a:cubicBezTo>
                    <a:pt x="7721" y="14301"/>
                    <a:pt x="7676" y="14309"/>
                    <a:pt x="7630" y="14309"/>
                  </a:cubicBezTo>
                  <a:cubicBezTo>
                    <a:pt x="7584" y="14309"/>
                    <a:pt x="7539" y="14301"/>
                    <a:pt x="7508" y="14286"/>
                  </a:cubicBezTo>
                  <a:cubicBezTo>
                    <a:pt x="7502" y="14280"/>
                    <a:pt x="7494" y="14278"/>
                    <a:pt x="7484" y="14278"/>
                  </a:cubicBezTo>
                  <a:cubicBezTo>
                    <a:pt x="7443" y="14278"/>
                    <a:pt x="7375" y="14317"/>
                    <a:pt x="7326" y="14317"/>
                  </a:cubicBezTo>
                  <a:cubicBezTo>
                    <a:pt x="7311" y="14332"/>
                    <a:pt x="7296" y="14339"/>
                    <a:pt x="7280" y="14339"/>
                  </a:cubicBezTo>
                  <a:cubicBezTo>
                    <a:pt x="7265" y="14339"/>
                    <a:pt x="7250" y="14332"/>
                    <a:pt x="7235" y="14317"/>
                  </a:cubicBezTo>
                  <a:cubicBezTo>
                    <a:pt x="7174" y="14225"/>
                    <a:pt x="7144" y="14104"/>
                    <a:pt x="7083" y="14013"/>
                  </a:cubicBezTo>
                  <a:lnTo>
                    <a:pt x="6870" y="13952"/>
                  </a:lnTo>
                  <a:lnTo>
                    <a:pt x="6840" y="13952"/>
                  </a:lnTo>
                  <a:cubicBezTo>
                    <a:pt x="6840" y="13861"/>
                    <a:pt x="6779" y="13861"/>
                    <a:pt x="6749" y="13861"/>
                  </a:cubicBezTo>
                  <a:cubicBezTo>
                    <a:pt x="6718" y="13952"/>
                    <a:pt x="6688" y="14043"/>
                    <a:pt x="6657" y="14134"/>
                  </a:cubicBezTo>
                  <a:lnTo>
                    <a:pt x="6353" y="13982"/>
                  </a:lnTo>
                  <a:cubicBezTo>
                    <a:pt x="6338" y="13967"/>
                    <a:pt x="6323" y="13959"/>
                    <a:pt x="6308" y="13959"/>
                  </a:cubicBezTo>
                  <a:cubicBezTo>
                    <a:pt x="6293" y="13959"/>
                    <a:pt x="6277" y="13967"/>
                    <a:pt x="6262" y="13982"/>
                  </a:cubicBezTo>
                  <a:cubicBezTo>
                    <a:pt x="6262" y="13982"/>
                    <a:pt x="6232" y="14043"/>
                    <a:pt x="6232" y="14043"/>
                  </a:cubicBezTo>
                  <a:lnTo>
                    <a:pt x="6445" y="14256"/>
                  </a:lnTo>
                  <a:cubicBezTo>
                    <a:pt x="6232" y="14286"/>
                    <a:pt x="6019" y="14347"/>
                    <a:pt x="5837" y="14408"/>
                  </a:cubicBezTo>
                  <a:lnTo>
                    <a:pt x="5745" y="14377"/>
                  </a:lnTo>
                  <a:lnTo>
                    <a:pt x="5685" y="14317"/>
                  </a:lnTo>
                  <a:cubicBezTo>
                    <a:pt x="5660" y="14216"/>
                    <a:pt x="5572" y="14157"/>
                    <a:pt x="5473" y="14157"/>
                  </a:cubicBezTo>
                  <a:cubicBezTo>
                    <a:pt x="5453" y="14157"/>
                    <a:pt x="5432" y="14159"/>
                    <a:pt x="5411" y="14165"/>
                  </a:cubicBezTo>
                  <a:lnTo>
                    <a:pt x="5320" y="14165"/>
                  </a:lnTo>
                  <a:cubicBezTo>
                    <a:pt x="5320" y="14195"/>
                    <a:pt x="5350" y="14225"/>
                    <a:pt x="5442" y="14225"/>
                  </a:cubicBezTo>
                  <a:lnTo>
                    <a:pt x="5594" y="14225"/>
                  </a:lnTo>
                  <a:cubicBezTo>
                    <a:pt x="5594" y="14286"/>
                    <a:pt x="5594" y="14317"/>
                    <a:pt x="5594" y="14347"/>
                  </a:cubicBezTo>
                  <a:lnTo>
                    <a:pt x="5381" y="14347"/>
                  </a:lnTo>
                  <a:cubicBezTo>
                    <a:pt x="5350" y="14357"/>
                    <a:pt x="5318" y="14361"/>
                    <a:pt x="5285" y="14361"/>
                  </a:cubicBezTo>
                  <a:cubicBezTo>
                    <a:pt x="5122" y="14361"/>
                    <a:pt x="4940" y="14256"/>
                    <a:pt x="4864" y="14256"/>
                  </a:cubicBezTo>
                  <a:cubicBezTo>
                    <a:pt x="4773" y="14256"/>
                    <a:pt x="4651" y="14225"/>
                    <a:pt x="4560" y="14225"/>
                  </a:cubicBezTo>
                  <a:cubicBezTo>
                    <a:pt x="4549" y="14220"/>
                    <a:pt x="4539" y="14217"/>
                    <a:pt x="4530" y="14217"/>
                  </a:cubicBezTo>
                  <a:cubicBezTo>
                    <a:pt x="4492" y="14217"/>
                    <a:pt x="4486" y="14267"/>
                    <a:pt x="4560" y="14317"/>
                  </a:cubicBezTo>
                  <a:lnTo>
                    <a:pt x="4590" y="14317"/>
                  </a:lnTo>
                  <a:cubicBezTo>
                    <a:pt x="4773" y="14408"/>
                    <a:pt x="4590" y="14438"/>
                    <a:pt x="4590" y="14529"/>
                  </a:cubicBezTo>
                  <a:cubicBezTo>
                    <a:pt x="4590" y="14610"/>
                    <a:pt x="4536" y="14637"/>
                    <a:pt x="4482" y="14637"/>
                  </a:cubicBezTo>
                  <a:cubicBezTo>
                    <a:pt x="4455" y="14637"/>
                    <a:pt x="4428" y="14631"/>
                    <a:pt x="4408" y="14620"/>
                  </a:cubicBezTo>
                  <a:lnTo>
                    <a:pt x="4195" y="14529"/>
                  </a:lnTo>
                  <a:cubicBezTo>
                    <a:pt x="3952" y="14620"/>
                    <a:pt x="3557" y="14560"/>
                    <a:pt x="3496" y="14620"/>
                  </a:cubicBezTo>
                  <a:cubicBezTo>
                    <a:pt x="3405" y="14681"/>
                    <a:pt x="3283" y="14742"/>
                    <a:pt x="3192" y="14772"/>
                  </a:cubicBezTo>
                  <a:lnTo>
                    <a:pt x="3162" y="14620"/>
                  </a:lnTo>
                  <a:cubicBezTo>
                    <a:pt x="3143" y="14582"/>
                    <a:pt x="3111" y="14544"/>
                    <a:pt x="3091" y="14544"/>
                  </a:cubicBezTo>
                  <a:cubicBezTo>
                    <a:pt x="3079" y="14544"/>
                    <a:pt x="3071" y="14557"/>
                    <a:pt x="3071" y="14590"/>
                  </a:cubicBezTo>
                  <a:lnTo>
                    <a:pt x="3040" y="14742"/>
                  </a:lnTo>
                  <a:cubicBezTo>
                    <a:pt x="2888" y="14894"/>
                    <a:pt x="2797" y="15076"/>
                    <a:pt x="2706" y="15289"/>
                  </a:cubicBezTo>
                  <a:cubicBezTo>
                    <a:pt x="2686" y="15318"/>
                    <a:pt x="2664" y="15332"/>
                    <a:pt x="2640" y="15332"/>
                  </a:cubicBezTo>
                  <a:cubicBezTo>
                    <a:pt x="2590" y="15332"/>
                    <a:pt x="2534" y="15271"/>
                    <a:pt x="2493" y="15168"/>
                  </a:cubicBezTo>
                  <a:lnTo>
                    <a:pt x="2645" y="14894"/>
                  </a:lnTo>
                  <a:lnTo>
                    <a:pt x="2706" y="14803"/>
                  </a:lnTo>
                  <a:cubicBezTo>
                    <a:pt x="2767" y="14681"/>
                    <a:pt x="2797" y="14560"/>
                    <a:pt x="2797" y="14438"/>
                  </a:cubicBezTo>
                  <a:lnTo>
                    <a:pt x="2797" y="14438"/>
                  </a:lnTo>
                  <a:lnTo>
                    <a:pt x="2706" y="14529"/>
                  </a:lnTo>
                  <a:cubicBezTo>
                    <a:pt x="2693" y="14521"/>
                    <a:pt x="2681" y="14517"/>
                    <a:pt x="2670" y="14517"/>
                  </a:cubicBezTo>
                  <a:cubicBezTo>
                    <a:pt x="2599" y="14517"/>
                    <a:pt x="2554" y="14659"/>
                    <a:pt x="2554" y="14712"/>
                  </a:cubicBezTo>
                  <a:cubicBezTo>
                    <a:pt x="2554" y="14745"/>
                    <a:pt x="2517" y="14769"/>
                    <a:pt x="2464" y="14769"/>
                  </a:cubicBezTo>
                  <a:cubicBezTo>
                    <a:pt x="2421" y="14769"/>
                    <a:pt x="2366" y="14753"/>
                    <a:pt x="2311" y="14712"/>
                  </a:cubicBezTo>
                  <a:lnTo>
                    <a:pt x="2220" y="14651"/>
                  </a:lnTo>
                  <a:lnTo>
                    <a:pt x="2128" y="14560"/>
                  </a:lnTo>
                  <a:cubicBezTo>
                    <a:pt x="1946" y="14499"/>
                    <a:pt x="1885" y="14377"/>
                    <a:pt x="2007" y="14286"/>
                  </a:cubicBezTo>
                  <a:lnTo>
                    <a:pt x="2007" y="14225"/>
                  </a:lnTo>
                  <a:lnTo>
                    <a:pt x="2007" y="14134"/>
                  </a:lnTo>
                  <a:cubicBezTo>
                    <a:pt x="1978" y="14086"/>
                    <a:pt x="1941" y="14069"/>
                    <a:pt x="1902" y="14069"/>
                  </a:cubicBezTo>
                  <a:cubicBezTo>
                    <a:pt x="1819" y="14069"/>
                    <a:pt x="1733" y="14153"/>
                    <a:pt x="1733" y="14195"/>
                  </a:cubicBezTo>
                  <a:cubicBezTo>
                    <a:pt x="1710" y="14263"/>
                    <a:pt x="1585" y="14298"/>
                    <a:pt x="1498" y="14298"/>
                  </a:cubicBezTo>
                  <a:cubicBezTo>
                    <a:pt x="1469" y="14298"/>
                    <a:pt x="1445" y="14294"/>
                    <a:pt x="1429" y="14286"/>
                  </a:cubicBezTo>
                  <a:lnTo>
                    <a:pt x="1429" y="14286"/>
                  </a:lnTo>
                  <a:cubicBezTo>
                    <a:pt x="1369" y="14286"/>
                    <a:pt x="1794" y="14651"/>
                    <a:pt x="1794" y="14742"/>
                  </a:cubicBezTo>
                  <a:cubicBezTo>
                    <a:pt x="1764" y="14803"/>
                    <a:pt x="1642" y="14803"/>
                    <a:pt x="1612" y="14803"/>
                  </a:cubicBezTo>
                  <a:cubicBezTo>
                    <a:pt x="1520" y="14894"/>
                    <a:pt x="1460" y="14985"/>
                    <a:pt x="1399" y="15076"/>
                  </a:cubicBezTo>
                  <a:lnTo>
                    <a:pt x="1247" y="15137"/>
                  </a:lnTo>
                  <a:cubicBezTo>
                    <a:pt x="1156" y="15168"/>
                    <a:pt x="1065" y="15198"/>
                    <a:pt x="973" y="15228"/>
                  </a:cubicBezTo>
                  <a:cubicBezTo>
                    <a:pt x="852" y="15289"/>
                    <a:pt x="1004" y="15380"/>
                    <a:pt x="973" y="15411"/>
                  </a:cubicBezTo>
                  <a:lnTo>
                    <a:pt x="882" y="15502"/>
                  </a:lnTo>
                  <a:lnTo>
                    <a:pt x="548" y="15654"/>
                  </a:lnTo>
                  <a:cubicBezTo>
                    <a:pt x="517" y="15684"/>
                    <a:pt x="578" y="15745"/>
                    <a:pt x="700" y="15775"/>
                  </a:cubicBezTo>
                  <a:lnTo>
                    <a:pt x="730" y="15775"/>
                  </a:lnTo>
                  <a:cubicBezTo>
                    <a:pt x="771" y="15735"/>
                    <a:pt x="808" y="15721"/>
                    <a:pt x="844" y="15721"/>
                  </a:cubicBezTo>
                  <a:cubicBezTo>
                    <a:pt x="916" y="15721"/>
                    <a:pt x="983" y="15775"/>
                    <a:pt x="1065" y="15775"/>
                  </a:cubicBezTo>
                  <a:lnTo>
                    <a:pt x="1186" y="15775"/>
                  </a:lnTo>
                  <a:cubicBezTo>
                    <a:pt x="1308" y="15775"/>
                    <a:pt x="1460" y="15775"/>
                    <a:pt x="1581" y="15745"/>
                  </a:cubicBezTo>
                  <a:lnTo>
                    <a:pt x="1612" y="15867"/>
                  </a:lnTo>
                  <a:lnTo>
                    <a:pt x="1672" y="16019"/>
                  </a:lnTo>
                  <a:cubicBezTo>
                    <a:pt x="1764" y="15988"/>
                    <a:pt x="1824" y="15897"/>
                    <a:pt x="1855" y="15775"/>
                  </a:cubicBezTo>
                  <a:cubicBezTo>
                    <a:pt x="1855" y="15745"/>
                    <a:pt x="1885" y="15715"/>
                    <a:pt x="1976" y="15715"/>
                  </a:cubicBezTo>
                  <a:lnTo>
                    <a:pt x="2007" y="15715"/>
                  </a:lnTo>
                  <a:cubicBezTo>
                    <a:pt x="2037" y="15760"/>
                    <a:pt x="2083" y="15783"/>
                    <a:pt x="2128" y="15783"/>
                  </a:cubicBezTo>
                  <a:cubicBezTo>
                    <a:pt x="2174" y="15783"/>
                    <a:pt x="2220" y="15760"/>
                    <a:pt x="2250" y="15715"/>
                  </a:cubicBezTo>
                  <a:cubicBezTo>
                    <a:pt x="2291" y="15694"/>
                    <a:pt x="2333" y="15631"/>
                    <a:pt x="2393" y="15631"/>
                  </a:cubicBezTo>
                  <a:cubicBezTo>
                    <a:pt x="2421" y="15631"/>
                    <a:pt x="2454" y="15645"/>
                    <a:pt x="2493" y="15684"/>
                  </a:cubicBezTo>
                  <a:cubicBezTo>
                    <a:pt x="2584" y="15654"/>
                    <a:pt x="2706" y="15624"/>
                    <a:pt x="2828" y="15593"/>
                  </a:cubicBezTo>
                  <a:lnTo>
                    <a:pt x="3131" y="15593"/>
                  </a:lnTo>
                  <a:cubicBezTo>
                    <a:pt x="3189" y="15651"/>
                    <a:pt x="3259" y="15672"/>
                    <a:pt x="3311" y="15672"/>
                  </a:cubicBezTo>
                  <a:cubicBezTo>
                    <a:pt x="3340" y="15672"/>
                    <a:pt x="3364" y="15665"/>
                    <a:pt x="3375" y="15654"/>
                  </a:cubicBezTo>
                  <a:cubicBezTo>
                    <a:pt x="3375" y="15650"/>
                    <a:pt x="3377" y="15648"/>
                    <a:pt x="3381" y="15648"/>
                  </a:cubicBezTo>
                  <a:cubicBezTo>
                    <a:pt x="3407" y="15648"/>
                    <a:pt x="3500" y="15719"/>
                    <a:pt x="3527" y="15745"/>
                  </a:cubicBezTo>
                  <a:cubicBezTo>
                    <a:pt x="3533" y="15751"/>
                    <a:pt x="3542" y="15754"/>
                    <a:pt x="3554" y="15754"/>
                  </a:cubicBezTo>
                  <a:cubicBezTo>
                    <a:pt x="3602" y="15754"/>
                    <a:pt x="3685" y="15715"/>
                    <a:pt x="3709" y="15715"/>
                  </a:cubicBezTo>
                  <a:cubicBezTo>
                    <a:pt x="3739" y="15684"/>
                    <a:pt x="3648" y="15532"/>
                    <a:pt x="3587" y="15472"/>
                  </a:cubicBezTo>
                  <a:cubicBezTo>
                    <a:pt x="3527" y="15411"/>
                    <a:pt x="3587" y="15350"/>
                    <a:pt x="3739" y="15350"/>
                  </a:cubicBezTo>
                  <a:lnTo>
                    <a:pt x="3800" y="15472"/>
                  </a:lnTo>
                  <a:cubicBezTo>
                    <a:pt x="3922" y="15502"/>
                    <a:pt x="4013" y="15593"/>
                    <a:pt x="4104" y="15624"/>
                  </a:cubicBezTo>
                  <a:cubicBezTo>
                    <a:pt x="4195" y="15654"/>
                    <a:pt x="4317" y="15624"/>
                    <a:pt x="4378" y="15684"/>
                  </a:cubicBezTo>
                  <a:cubicBezTo>
                    <a:pt x="4403" y="15703"/>
                    <a:pt x="4424" y="15710"/>
                    <a:pt x="4443" y="15710"/>
                  </a:cubicBezTo>
                  <a:cubicBezTo>
                    <a:pt x="4503" y="15710"/>
                    <a:pt x="4544" y="15641"/>
                    <a:pt x="4621" y="15641"/>
                  </a:cubicBezTo>
                  <a:cubicBezTo>
                    <a:pt x="4639" y="15641"/>
                    <a:pt x="4659" y="15645"/>
                    <a:pt x="4682" y="15654"/>
                  </a:cubicBezTo>
                  <a:lnTo>
                    <a:pt x="4803" y="15715"/>
                  </a:lnTo>
                  <a:cubicBezTo>
                    <a:pt x="4834" y="15593"/>
                    <a:pt x="4803" y="15502"/>
                    <a:pt x="4712" y="15472"/>
                  </a:cubicBezTo>
                  <a:cubicBezTo>
                    <a:pt x="4651" y="15441"/>
                    <a:pt x="4742" y="15411"/>
                    <a:pt x="4925" y="15380"/>
                  </a:cubicBezTo>
                  <a:lnTo>
                    <a:pt x="5077" y="15380"/>
                  </a:lnTo>
                  <a:cubicBezTo>
                    <a:pt x="5161" y="15380"/>
                    <a:pt x="5116" y="15536"/>
                    <a:pt x="5204" y="15536"/>
                  </a:cubicBezTo>
                  <a:cubicBezTo>
                    <a:pt x="5211" y="15536"/>
                    <a:pt x="5219" y="15535"/>
                    <a:pt x="5229" y="15532"/>
                  </a:cubicBezTo>
                  <a:cubicBezTo>
                    <a:pt x="5350" y="15532"/>
                    <a:pt x="5442" y="15472"/>
                    <a:pt x="5563" y="15472"/>
                  </a:cubicBezTo>
                  <a:lnTo>
                    <a:pt x="5715" y="15472"/>
                  </a:lnTo>
                  <a:cubicBezTo>
                    <a:pt x="5867" y="15441"/>
                    <a:pt x="6019" y="15350"/>
                    <a:pt x="6049" y="15198"/>
                  </a:cubicBezTo>
                  <a:cubicBezTo>
                    <a:pt x="6049" y="15139"/>
                    <a:pt x="6176" y="15106"/>
                    <a:pt x="6258" y="15106"/>
                  </a:cubicBezTo>
                  <a:cubicBezTo>
                    <a:pt x="6303" y="15106"/>
                    <a:pt x="6334" y="15116"/>
                    <a:pt x="6323" y="15137"/>
                  </a:cubicBezTo>
                  <a:cubicBezTo>
                    <a:pt x="6314" y="15165"/>
                    <a:pt x="6321" y="15176"/>
                    <a:pt x="6337" y="15176"/>
                  </a:cubicBezTo>
                  <a:cubicBezTo>
                    <a:pt x="6374" y="15176"/>
                    <a:pt x="6454" y="15119"/>
                    <a:pt x="6475" y="15076"/>
                  </a:cubicBezTo>
                  <a:cubicBezTo>
                    <a:pt x="6487" y="15065"/>
                    <a:pt x="6504" y="15060"/>
                    <a:pt x="6524" y="15060"/>
                  </a:cubicBezTo>
                  <a:cubicBezTo>
                    <a:pt x="6612" y="15060"/>
                    <a:pt x="6760" y="15149"/>
                    <a:pt x="6809" y="15198"/>
                  </a:cubicBezTo>
                  <a:cubicBezTo>
                    <a:pt x="6823" y="15205"/>
                    <a:pt x="6846" y="15207"/>
                    <a:pt x="6874" y="15207"/>
                  </a:cubicBezTo>
                  <a:cubicBezTo>
                    <a:pt x="6924" y="15207"/>
                    <a:pt x="6989" y="15200"/>
                    <a:pt x="7043" y="15200"/>
                  </a:cubicBezTo>
                  <a:cubicBezTo>
                    <a:pt x="7092" y="15200"/>
                    <a:pt x="7132" y="15206"/>
                    <a:pt x="7144" y="15228"/>
                  </a:cubicBezTo>
                  <a:cubicBezTo>
                    <a:pt x="7144" y="15251"/>
                    <a:pt x="7146" y="15261"/>
                    <a:pt x="7148" y="15261"/>
                  </a:cubicBezTo>
                  <a:cubicBezTo>
                    <a:pt x="7157" y="15261"/>
                    <a:pt x="7174" y="15175"/>
                    <a:pt x="7174" y="15107"/>
                  </a:cubicBezTo>
                  <a:cubicBezTo>
                    <a:pt x="7193" y="15069"/>
                    <a:pt x="7246" y="15043"/>
                    <a:pt x="7321" y="15043"/>
                  </a:cubicBezTo>
                  <a:cubicBezTo>
                    <a:pt x="7366" y="15043"/>
                    <a:pt x="7420" y="15053"/>
                    <a:pt x="7478" y="15076"/>
                  </a:cubicBezTo>
                  <a:lnTo>
                    <a:pt x="7326" y="15198"/>
                  </a:lnTo>
                  <a:lnTo>
                    <a:pt x="7204" y="15320"/>
                  </a:lnTo>
                  <a:cubicBezTo>
                    <a:pt x="7326" y="15320"/>
                    <a:pt x="7478" y="15289"/>
                    <a:pt x="7600" y="15168"/>
                  </a:cubicBezTo>
                  <a:cubicBezTo>
                    <a:pt x="7630" y="15107"/>
                    <a:pt x="7630" y="15016"/>
                    <a:pt x="7539" y="15016"/>
                  </a:cubicBezTo>
                  <a:lnTo>
                    <a:pt x="7508" y="14955"/>
                  </a:lnTo>
                  <a:cubicBezTo>
                    <a:pt x="7508" y="14894"/>
                    <a:pt x="7478" y="14803"/>
                    <a:pt x="7508" y="14742"/>
                  </a:cubicBezTo>
                  <a:cubicBezTo>
                    <a:pt x="7569" y="14712"/>
                    <a:pt x="7660" y="14712"/>
                    <a:pt x="7752" y="14712"/>
                  </a:cubicBezTo>
                  <a:cubicBezTo>
                    <a:pt x="7797" y="14757"/>
                    <a:pt x="7858" y="14780"/>
                    <a:pt x="7919" y="14780"/>
                  </a:cubicBezTo>
                  <a:cubicBezTo>
                    <a:pt x="7980" y="14780"/>
                    <a:pt x="8040" y="14757"/>
                    <a:pt x="8086" y="14712"/>
                  </a:cubicBezTo>
                  <a:lnTo>
                    <a:pt x="8147" y="14681"/>
                  </a:lnTo>
                  <a:cubicBezTo>
                    <a:pt x="8180" y="14676"/>
                    <a:pt x="8211" y="14673"/>
                    <a:pt x="8238" y="14673"/>
                  </a:cubicBezTo>
                  <a:cubicBezTo>
                    <a:pt x="8358" y="14673"/>
                    <a:pt x="8415" y="14723"/>
                    <a:pt x="8390" y="14772"/>
                  </a:cubicBezTo>
                  <a:lnTo>
                    <a:pt x="8329" y="14803"/>
                  </a:lnTo>
                  <a:lnTo>
                    <a:pt x="8238" y="14864"/>
                  </a:lnTo>
                  <a:cubicBezTo>
                    <a:pt x="8116" y="14955"/>
                    <a:pt x="8208" y="15228"/>
                    <a:pt x="8208" y="15289"/>
                  </a:cubicBezTo>
                  <a:cubicBezTo>
                    <a:pt x="8183" y="15364"/>
                    <a:pt x="8178" y="15419"/>
                    <a:pt x="8194" y="15419"/>
                  </a:cubicBezTo>
                  <a:cubicBezTo>
                    <a:pt x="8198" y="15419"/>
                    <a:pt x="8202" y="15416"/>
                    <a:pt x="8208" y="15411"/>
                  </a:cubicBezTo>
                  <a:lnTo>
                    <a:pt x="8208" y="15380"/>
                  </a:lnTo>
                  <a:cubicBezTo>
                    <a:pt x="8238" y="15350"/>
                    <a:pt x="8177" y="15259"/>
                    <a:pt x="8268" y="15228"/>
                  </a:cubicBezTo>
                  <a:cubicBezTo>
                    <a:pt x="8290" y="15223"/>
                    <a:pt x="8309" y="15220"/>
                    <a:pt x="8325" y="15220"/>
                  </a:cubicBezTo>
                  <a:cubicBezTo>
                    <a:pt x="8400" y="15220"/>
                    <a:pt x="8420" y="15275"/>
                    <a:pt x="8420" y="15350"/>
                  </a:cubicBezTo>
                  <a:cubicBezTo>
                    <a:pt x="8451" y="15350"/>
                    <a:pt x="8542" y="15137"/>
                    <a:pt x="8663" y="15107"/>
                  </a:cubicBezTo>
                  <a:cubicBezTo>
                    <a:pt x="8755" y="15046"/>
                    <a:pt x="8846" y="14985"/>
                    <a:pt x="8907" y="14924"/>
                  </a:cubicBezTo>
                  <a:cubicBezTo>
                    <a:pt x="9089" y="14924"/>
                    <a:pt x="9211" y="14985"/>
                    <a:pt x="9332" y="15107"/>
                  </a:cubicBezTo>
                  <a:cubicBezTo>
                    <a:pt x="9393" y="15168"/>
                    <a:pt x="9454" y="15228"/>
                    <a:pt x="9515" y="15289"/>
                  </a:cubicBezTo>
                  <a:cubicBezTo>
                    <a:pt x="9575" y="15289"/>
                    <a:pt x="9606" y="15259"/>
                    <a:pt x="9636" y="15228"/>
                  </a:cubicBezTo>
                  <a:lnTo>
                    <a:pt x="9636" y="15168"/>
                  </a:lnTo>
                  <a:cubicBezTo>
                    <a:pt x="9636" y="15087"/>
                    <a:pt x="9663" y="15046"/>
                    <a:pt x="9717" y="15046"/>
                  </a:cubicBezTo>
                  <a:cubicBezTo>
                    <a:pt x="9744" y="15046"/>
                    <a:pt x="9778" y="15056"/>
                    <a:pt x="9819" y="15076"/>
                  </a:cubicBezTo>
                  <a:lnTo>
                    <a:pt x="9879" y="15107"/>
                  </a:lnTo>
                  <a:cubicBezTo>
                    <a:pt x="10092" y="15046"/>
                    <a:pt x="10305" y="14985"/>
                    <a:pt x="10518" y="14955"/>
                  </a:cubicBezTo>
                  <a:lnTo>
                    <a:pt x="10761" y="15137"/>
                  </a:lnTo>
                  <a:cubicBezTo>
                    <a:pt x="10791" y="15107"/>
                    <a:pt x="10852" y="14985"/>
                    <a:pt x="10882" y="14955"/>
                  </a:cubicBezTo>
                  <a:cubicBezTo>
                    <a:pt x="10882" y="14940"/>
                    <a:pt x="10951" y="14924"/>
                    <a:pt x="11023" y="14924"/>
                  </a:cubicBezTo>
                  <a:cubicBezTo>
                    <a:pt x="11095" y="14924"/>
                    <a:pt x="11171" y="14940"/>
                    <a:pt x="11186" y="14985"/>
                  </a:cubicBezTo>
                  <a:cubicBezTo>
                    <a:pt x="11198" y="15021"/>
                    <a:pt x="11215" y="15033"/>
                    <a:pt x="11231" y="15033"/>
                  </a:cubicBezTo>
                  <a:cubicBezTo>
                    <a:pt x="11255" y="15033"/>
                    <a:pt x="11278" y="15004"/>
                    <a:pt x="11278" y="14985"/>
                  </a:cubicBezTo>
                  <a:cubicBezTo>
                    <a:pt x="11278" y="14964"/>
                    <a:pt x="11384" y="14942"/>
                    <a:pt x="11521" y="14942"/>
                  </a:cubicBezTo>
                  <a:cubicBezTo>
                    <a:pt x="11578" y="14942"/>
                    <a:pt x="11641" y="14946"/>
                    <a:pt x="11703" y="14955"/>
                  </a:cubicBezTo>
                  <a:lnTo>
                    <a:pt x="12098" y="14955"/>
                  </a:lnTo>
                  <a:cubicBezTo>
                    <a:pt x="12106" y="14947"/>
                    <a:pt x="12117" y="14943"/>
                    <a:pt x="12128" y="14943"/>
                  </a:cubicBezTo>
                  <a:cubicBezTo>
                    <a:pt x="12159" y="14943"/>
                    <a:pt x="12198" y="14971"/>
                    <a:pt x="12220" y="15016"/>
                  </a:cubicBezTo>
                  <a:lnTo>
                    <a:pt x="12250" y="15046"/>
                  </a:lnTo>
                  <a:cubicBezTo>
                    <a:pt x="12311" y="15046"/>
                    <a:pt x="12433" y="14833"/>
                    <a:pt x="12493" y="14833"/>
                  </a:cubicBezTo>
                  <a:cubicBezTo>
                    <a:pt x="12615" y="14864"/>
                    <a:pt x="12706" y="14894"/>
                    <a:pt x="12797" y="14985"/>
                  </a:cubicBezTo>
                  <a:cubicBezTo>
                    <a:pt x="12801" y="14989"/>
                    <a:pt x="12806" y="14991"/>
                    <a:pt x="12812" y="14991"/>
                  </a:cubicBezTo>
                  <a:cubicBezTo>
                    <a:pt x="12850" y="14991"/>
                    <a:pt x="12923" y="14901"/>
                    <a:pt x="12949" y="14742"/>
                  </a:cubicBezTo>
                  <a:lnTo>
                    <a:pt x="13253" y="14742"/>
                  </a:lnTo>
                  <a:cubicBezTo>
                    <a:pt x="13284" y="14772"/>
                    <a:pt x="13192" y="14924"/>
                    <a:pt x="13162" y="14955"/>
                  </a:cubicBezTo>
                  <a:cubicBezTo>
                    <a:pt x="13134" y="14982"/>
                    <a:pt x="13282" y="15035"/>
                    <a:pt x="13491" y="15044"/>
                  </a:cubicBezTo>
                  <a:lnTo>
                    <a:pt x="13491" y="15044"/>
                  </a:lnTo>
                  <a:cubicBezTo>
                    <a:pt x="13491" y="15116"/>
                    <a:pt x="13573" y="15245"/>
                    <a:pt x="13679" y="15350"/>
                  </a:cubicBezTo>
                  <a:lnTo>
                    <a:pt x="13922" y="15350"/>
                  </a:lnTo>
                  <a:cubicBezTo>
                    <a:pt x="13983" y="15380"/>
                    <a:pt x="13983" y="15441"/>
                    <a:pt x="13922" y="15502"/>
                  </a:cubicBezTo>
                  <a:lnTo>
                    <a:pt x="13892" y="15502"/>
                  </a:lnTo>
                  <a:cubicBezTo>
                    <a:pt x="13865" y="15507"/>
                    <a:pt x="13839" y="15510"/>
                    <a:pt x="13814" y="15510"/>
                  </a:cubicBezTo>
                  <a:cubicBezTo>
                    <a:pt x="13697" y="15510"/>
                    <a:pt x="13602" y="15455"/>
                    <a:pt x="13527" y="15380"/>
                  </a:cubicBezTo>
                  <a:cubicBezTo>
                    <a:pt x="13405" y="15259"/>
                    <a:pt x="13253" y="15137"/>
                    <a:pt x="13101" y="15016"/>
                  </a:cubicBezTo>
                  <a:cubicBezTo>
                    <a:pt x="13071" y="15016"/>
                    <a:pt x="13010" y="15168"/>
                    <a:pt x="13010" y="15228"/>
                  </a:cubicBezTo>
                  <a:cubicBezTo>
                    <a:pt x="13010" y="15244"/>
                    <a:pt x="12987" y="15251"/>
                    <a:pt x="12957" y="15251"/>
                  </a:cubicBezTo>
                  <a:cubicBezTo>
                    <a:pt x="12926" y="15251"/>
                    <a:pt x="12888" y="15244"/>
                    <a:pt x="12858" y="15228"/>
                  </a:cubicBezTo>
                  <a:lnTo>
                    <a:pt x="12797" y="15228"/>
                  </a:lnTo>
                  <a:cubicBezTo>
                    <a:pt x="12752" y="15213"/>
                    <a:pt x="12699" y="15206"/>
                    <a:pt x="12645" y="15206"/>
                  </a:cubicBezTo>
                  <a:cubicBezTo>
                    <a:pt x="12592" y="15206"/>
                    <a:pt x="12539" y="15213"/>
                    <a:pt x="12493" y="15228"/>
                  </a:cubicBezTo>
                  <a:cubicBezTo>
                    <a:pt x="12493" y="15214"/>
                    <a:pt x="12479" y="15208"/>
                    <a:pt x="12455" y="15208"/>
                  </a:cubicBezTo>
                  <a:cubicBezTo>
                    <a:pt x="12376" y="15208"/>
                    <a:pt x="12199" y="15273"/>
                    <a:pt x="12129" y="15320"/>
                  </a:cubicBezTo>
                  <a:cubicBezTo>
                    <a:pt x="12068" y="15350"/>
                    <a:pt x="11999" y="15365"/>
                    <a:pt x="11931" y="15365"/>
                  </a:cubicBezTo>
                  <a:cubicBezTo>
                    <a:pt x="11863" y="15365"/>
                    <a:pt x="11794" y="15350"/>
                    <a:pt x="11733" y="15320"/>
                  </a:cubicBezTo>
                  <a:lnTo>
                    <a:pt x="11612" y="15289"/>
                  </a:lnTo>
                  <a:cubicBezTo>
                    <a:pt x="11490" y="15259"/>
                    <a:pt x="11369" y="15228"/>
                    <a:pt x="11278" y="15228"/>
                  </a:cubicBezTo>
                  <a:lnTo>
                    <a:pt x="11156" y="15228"/>
                  </a:lnTo>
                  <a:cubicBezTo>
                    <a:pt x="11068" y="15258"/>
                    <a:pt x="11122" y="15401"/>
                    <a:pt x="11290" y="15548"/>
                  </a:cubicBezTo>
                  <a:lnTo>
                    <a:pt x="11290" y="15548"/>
                  </a:lnTo>
                  <a:cubicBezTo>
                    <a:pt x="11215" y="15555"/>
                    <a:pt x="11140" y="15563"/>
                    <a:pt x="11065" y="15563"/>
                  </a:cubicBezTo>
                  <a:cubicBezTo>
                    <a:pt x="10943" y="15624"/>
                    <a:pt x="10761" y="15684"/>
                    <a:pt x="10639" y="15745"/>
                  </a:cubicBezTo>
                  <a:lnTo>
                    <a:pt x="10518" y="15775"/>
                  </a:lnTo>
                  <a:cubicBezTo>
                    <a:pt x="10518" y="15775"/>
                    <a:pt x="10457" y="15715"/>
                    <a:pt x="10457" y="15684"/>
                  </a:cubicBezTo>
                  <a:cubicBezTo>
                    <a:pt x="10457" y="15684"/>
                    <a:pt x="10487" y="15624"/>
                    <a:pt x="10518" y="15624"/>
                  </a:cubicBezTo>
                  <a:lnTo>
                    <a:pt x="10609" y="15624"/>
                  </a:lnTo>
                  <a:cubicBezTo>
                    <a:pt x="10670" y="15624"/>
                    <a:pt x="10366" y="15563"/>
                    <a:pt x="10274" y="15472"/>
                  </a:cubicBezTo>
                  <a:cubicBezTo>
                    <a:pt x="10248" y="15454"/>
                    <a:pt x="10234" y="15446"/>
                    <a:pt x="10229" y="15446"/>
                  </a:cubicBezTo>
                  <a:cubicBezTo>
                    <a:pt x="10216" y="15446"/>
                    <a:pt x="10253" y="15489"/>
                    <a:pt x="10274" y="15532"/>
                  </a:cubicBezTo>
                  <a:cubicBezTo>
                    <a:pt x="10286" y="15556"/>
                    <a:pt x="10258" y="15565"/>
                    <a:pt x="10213" y="15565"/>
                  </a:cubicBezTo>
                  <a:cubicBezTo>
                    <a:pt x="10141" y="15565"/>
                    <a:pt x="10027" y="15540"/>
                    <a:pt x="9970" y="15502"/>
                  </a:cubicBezTo>
                  <a:cubicBezTo>
                    <a:pt x="9940" y="15472"/>
                    <a:pt x="9902" y="15456"/>
                    <a:pt x="9868" y="15456"/>
                  </a:cubicBezTo>
                  <a:cubicBezTo>
                    <a:pt x="9834" y="15456"/>
                    <a:pt x="9803" y="15472"/>
                    <a:pt x="9788" y="15502"/>
                  </a:cubicBezTo>
                  <a:cubicBezTo>
                    <a:pt x="9758" y="15532"/>
                    <a:pt x="9819" y="15593"/>
                    <a:pt x="9879" y="15593"/>
                  </a:cubicBezTo>
                  <a:lnTo>
                    <a:pt x="10001" y="15593"/>
                  </a:lnTo>
                  <a:cubicBezTo>
                    <a:pt x="10001" y="15624"/>
                    <a:pt x="9940" y="15745"/>
                    <a:pt x="9910" y="15806"/>
                  </a:cubicBezTo>
                  <a:cubicBezTo>
                    <a:pt x="9904" y="15811"/>
                    <a:pt x="9893" y="15814"/>
                    <a:pt x="9876" y="15814"/>
                  </a:cubicBezTo>
                  <a:cubicBezTo>
                    <a:pt x="9795" y="15814"/>
                    <a:pt x="9589" y="15755"/>
                    <a:pt x="9363" y="15654"/>
                  </a:cubicBezTo>
                  <a:lnTo>
                    <a:pt x="9636" y="15380"/>
                  </a:lnTo>
                  <a:cubicBezTo>
                    <a:pt x="9601" y="15357"/>
                    <a:pt x="9566" y="15347"/>
                    <a:pt x="9535" y="15347"/>
                  </a:cubicBezTo>
                  <a:cubicBezTo>
                    <a:pt x="9484" y="15347"/>
                    <a:pt x="9442" y="15373"/>
                    <a:pt x="9423" y="15411"/>
                  </a:cubicBezTo>
                  <a:cubicBezTo>
                    <a:pt x="9393" y="15472"/>
                    <a:pt x="9180" y="15532"/>
                    <a:pt x="9089" y="15532"/>
                  </a:cubicBezTo>
                  <a:cubicBezTo>
                    <a:pt x="9028" y="15532"/>
                    <a:pt x="9119" y="15593"/>
                    <a:pt x="9180" y="15593"/>
                  </a:cubicBezTo>
                  <a:cubicBezTo>
                    <a:pt x="9241" y="15624"/>
                    <a:pt x="9332" y="15684"/>
                    <a:pt x="9393" y="15715"/>
                  </a:cubicBezTo>
                  <a:cubicBezTo>
                    <a:pt x="9420" y="15742"/>
                    <a:pt x="9331" y="15757"/>
                    <a:pt x="9219" y="15757"/>
                  </a:cubicBezTo>
                  <a:cubicBezTo>
                    <a:pt x="9081" y="15757"/>
                    <a:pt x="8910" y="15735"/>
                    <a:pt x="8876" y="15684"/>
                  </a:cubicBezTo>
                  <a:cubicBezTo>
                    <a:pt x="8846" y="15563"/>
                    <a:pt x="8755" y="15441"/>
                    <a:pt x="8724" y="15441"/>
                  </a:cubicBezTo>
                  <a:cubicBezTo>
                    <a:pt x="8663" y="15441"/>
                    <a:pt x="8603" y="15654"/>
                    <a:pt x="8542" y="15715"/>
                  </a:cubicBezTo>
                  <a:cubicBezTo>
                    <a:pt x="8497" y="15759"/>
                    <a:pt x="8534" y="15787"/>
                    <a:pt x="8569" y="15787"/>
                  </a:cubicBezTo>
                  <a:cubicBezTo>
                    <a:pt x="8582" y="15787"/>
                    <a:pt x="8595" y="15784"/>
                    <a:pt x="8603" y="15775"/>
                  </a:cubicBezTo>
                  <a:cubicBezTo>
                    <a:pt x="8608" y="15770"/>
                    <a:pt x="8613" y="15767"/>
                    <a:pt x="8617" y="15767"/>
                  </a:cubicBezTo>
                  <a:cubicBezTo>
                    <a:pt x="8633" y="15767"/>
                    <a:pt x="8633" y="15817"/>
                    <a:pt x="8633" y="15867"/>
                  </a:cubicBezTo>
                  <a:lnTo>
                    <a:pt x="8572" y="15897"/>
                  </a:lnTo>
                  <a:lnTo>
                    <a:pt x="8512" y="15958"/>
                  </a:lnTo>
                  <a:cubicBezTo>
                    <a:pt x="8489" y="15965"/>
                    <a:pt x="8464" y="15969"/>
                    <a:pt x="8438" y="15969"/>
                  </a:cubicBezTo>
                  <a:cubicBezTo>
                    <a:pt x="8361" y="15969"/>
                    <a:pt x="8276" y="15935"/>
                    <a:pt x="8208" y="15867"/>
                  </a:cubicBezTo>
                  <a:lnTo>
                    <a:pt x="8086" y="15867"/>
                  </a:lnTo>
                  <a:cubicBezTo>
                    <a:pt x="7995" y="15836"/>
                    <a:pt x="7995" y="15806"/>
                    <a:pt x="7995" y="15715"/>
                  </a:cubicBezTo>
                  <a:lnTo>
                    <a:pt x="7934" y="15593"/>
                  </a:lnTo>
                  <a:cubicBezTo>
                    <a:pt x="7873" y="15624"/>
                    <a:pt x="7812" y="15639"/>
                    <a:pt x="7752" y="15639"/>
                  </a:cubicBezTo>
                  <a:cubicBezTo>
                    <a:pt x="7691" y="15639"/>
                    <a:pt x="7630" y="15624"/>
                    <a:pt x="7569" y="15593"/>
                  </a:cubicBezTo>
                  <a:lnTo>
                    <a:pt x="7478" y="15563"/>
                  </a:lnTo>
                  <a:lnTo>
                    <a:pt x="7326" y="15502"/>
                  </a:lnTo>
                  <a:cubicBezTo>
                    <a:pt x="7204" y="15532"/>
                    <a:pt x="7113" y="15593"/>
                    <a:pt x="7083" y="15715"/>
                  </a:cubicBezTo>
                  <a:cubicBezTo>
                    <a:pt x="7083" y="15745"/>
                    <a:pt x="7174" y="15775"/>
                    <a:pt x="7204" y="15775"/>
                  </a:cubicBezTo>
                  <a:cubicBezTo>
                    <a:pt x="7235" y="15775"/>
                    <a:pt x="7326" y="15927"/>
                    <a:pt x="7387" y="15927"/>
                  </a:cubicBezTo>
                  <a:cubicBezTo>
                    <a:pt x="7400" y="15923"/>
                    <a:pt x="7415" y="15921"/>
                    <a:pt x="7431" y="15921"/>
                  </a:cubicBezTo>
                  <a:cubicBezTo>
                    <a:pt x="7528" y="15921"/>
                    <a:pt x="7669" y="15988"/>
                    <a:pt x="7721" y="15988"/>
                  </a:cubicBezTo>
                  <a:cubicBezTo>
                    <a:pt x="7812" y="15988"/>
                    <a:pt x="7782" y="16049"/>
                    <a:pt x="7691" y="16140"/>
                  </a:cubicBezTo>
                  <a:lnTo>
                    <a:pt x="7326" y="16171"/>
                  </a:lnTo>
                  <a:lnTo>
                    <a:pt x="7174" y="16171"/>
                  </a:lnTo>
                  <a:lnTo>
                    <a:pt x="7144" y="16140"/>
                  </a:lnTo>
                  <a:cubicBezTo>
                    <a:pt x="7133" y="16119"/>
                    <a:pt x="7122" y="16109"/>
                    <a:pt x="7110" y="16109"/>
                  </a:cubicBezTo>
                  <a:cubicBezTo>
                    <a:pt x="7088" y="16109"/>
                    <a:pt x="7061" y="16142"/>
                    <a:pt x="7022" y="16201"/>
                  </a:cubicBezTo>
                  <a:lnTo>
                    <a:pt x="6992" y="16201"/>
                  </a:lnTo>
                  <a:cubicBezTo>
                    <a:pt x="6954" y="16193"/>
                    <a:pt x="6914" y="16190"/>
                    <a:pt x="6873" y="16190"/>
                  </a:cubicBezTo>
                  <a:cubicBezTo>
                    <a:pt x="6752" y="16190"/>
                    <a:pt x="6627" y="16224"/>
                    <a:pt x="6536" y="16292"/>
                  </a:cubicBezTo>
                  <a:cubicBezTo>
                    <a:pt x="6475" y="16231"/>
                    <a:pt x="6414" y="16201"/>
                    <a:pt x="6384" y="16140"/>
                  </a:cubicBezTo>
                  <a:lnTo>
                    <a:pt x="6323" y="16231"/>
                  </a:lnTo>
                  <a:lnTo>
                    <a:pt x="6262" y="16201"/>
                  </a:lnTo>
                  <a:cubicBezTo>
                    <a:pt x="6253" y="16182"/>
                    <a:pt x="6217" y="16175"/>
                    <a:pt x="6169" y="16175"/>
                  </a:cubicBezTo>
                  <a:cubicBezTo>
                    <a:pt x="6061" y="16175"/>
                    <a:pt x="5890" y="16210"/>
                    <a:pt x="5806" y="16231"/>
                  </a:cubicBezTo>
                  <a:cubicBezTo>
                    <a:pt x="5794" y="16240"/>
                    <a:pt x="5778" y="16244"/>
                    <a:pt x="5761" y="16244"/>
                  </a:cubicBezTo>
                  <a:cubicBezTo>
                    <a:pt x="5652" y="16244"/>
                    <a:pt x="5468" y="16097"/>
                    <a:pt x="5442" y="16019"/>
                  </a:cubicBezTo>
                  <a:cubicBezTo>
                    <a:pt x="5424" y="15983"/>
                    <a:pt x="5322" y="15968"/>
                    <a:pt x="5223" y="15968"/>
                  </a:cubicBezTo>
                  <a:cubicBezTo>
                    <a:pt x="5153" y="15968"/>
                    <a:pt x="5084" y="15976"/>
                    <a:pt x="5046" y="15988"/>
                  </a:cubicBezTo>
                  <a:cubicBezTo>
                    <a:pt x="4955" y="15988"/>
                    <a:pt x="4925" y="16079"/>
                    <a:pt x="4925" y="16171"/>
                  </a:cubicBezTo>
                  <a:lnTo>
                    <a:pt x="4925" y="16262"/>
                  </a:lnTo>
                  <a:cubicBezTo>
                    <a:pt x="4894" y="16292"/>
                    <a:pt x="4864" y="16292"/>
                    <a:pt x="4803" y="16323"/>
                  </a:cubicBezTo>
                  <a:cubicBezTo>
                    <a:pt x="4773" y="16323"/>
                    <a:pt x="4712" y="16292"/>
                    <a:pt x="4712" y="16262"/>
                  </a:cubicBezTo>
                  <a:lnTo>
                    <a:pt x="4712" y="16110"/>
                  </a:lnTo>
                  <a:cubicBezTo>
                    <a:pt x="4712" y="15988"/>
                    <a:pt x="4621" y="15867"/>
                    <a:pt x="4499" y="15836"/>
                  </a:cubicBezTo>
                  <a:cubicBezTo>
                    <a:pt x="4438" y="15836"/>
                    <a:pt x="4499" y="15897"/>
                    <a:pt x="4499" y="15958"/>
                  </a:cubicBezTo>
                  <a:cubicBezTo>
                    <a:pt x="4499" y="16019"/>
                    <a:pt x="4530" y="16079"/>
                    <a:pt x="4560" y="16110"/>
                  </a:cubicBezTo>
                  <a:cubicBezTo>
                    <a:pt x="4590" y="16201"/>
                    <a:pt x="4590" y="16262"/>
                    <a:pt x="4621" y="16323"/>
                  </a:cubicBezTo>
                  <a:lnTo>
                    <a:pt x="4469" y="16323"/>
                  </a:lnTo>
                  <a:cubicBezTo>
                    <a:pt x="4378" y="16323"/>
                    <a:pt x="4286" y="16323"/>
                    <a:pt x="4317" y="16414"/>
                  </a:cubicBezTo>
                  <a:cubicBezTo>
                    <a:pt x="4337" y="16551"/>
                    <a:pt x="4267" y="16587"/>
                    <a:pt x="4191" y="16587"/>
                  </a:cubicBezTo>
                  <a:cubicBezTo>
                    <a:pt x="4150" y="16587"/>
                    <a:pt x="4106" y="16577"/>
                    <a:pt x="4074" y="16566"/>
                  </a:cubicBezTo>
                  <a:cubicBezTo>
                    <a:pt x="3891" y="16475"/>
                    <a:pt x="3587" y="16475"/>
                    <a:pt x="3587" y="16231"/>
                  </a:cubicBezTo>
                  <a:lnTo>
                    <a:pt x="3587" y="16171"/>
                  </a:lnTo>
                  <a:cubicBezTo>
                    <a:pt x="3587" y="16126"/>
                    <a:pt x="3539" y="16098"/>
                    <a:pt x="3488" y="16098"/>
                  </a:cubicBezTo>
                  <a:cubicBezTo>
                    <a:pt x="3470" y="16098"/>
                    <a:pt x="3452" y="16102"/>
                    <a:pt x="3435" y="16110"/>
                  </a:cubicBezTo>
                  <a:lnTo>
                    <a:pt x="3344" y="16110"/>
                  </a:lnTo>
                  <a:cubicBezTo>
                    <a:pt x="3283" y="16110"/>
                    <a:pt x="3223" y="16079"/>
                    <a:pt x="3253" y="16019"/>
                  </a:cubicBezTo>
                  <a:cubicBezTo>
                    <a:pt x="3253" y="15988"/>
                    <a:pt x="3101" y="15988"/>
                    <a:pt x="3040" y="15988"/>
                  </a:cubicBezTo>
                  <a:cubicBezTo>
                    <a:pt x="2949" y="15988"/>
                    <a:pt x="3223" y="16231"/>
                    <a:pt x="3314" y="16292"/>
                  </a:cubicBezTo>
                  <a:cubicBezTo>
                    <a:pt x="3375" y="16353"/>
                    <a:pt x="3405" y="16414"/>
                    <a:pt x="3466" y="16475"/>
                  </a:cubicBezTo>
                  <a:cubicBezTo>
                    <a:pt x="3405" y="16475"/>
                    <a:pt x="3344" y="16444"/>
                    <a:pt x="3314" y="16414"/>
                  </a:cubicBezTo>
                  <a:cubicBezTo>
                    <a:pt x="3253" y="16414"/>
                    <a:pt x="3071" y="16535"/>
                    <a:pt x="3010" y="16566"/>
                  </a:cubicBezTo>
                  <a:cubicBezTo>
                    <a:pt x="2949" y="16627"/>
                    <a:pt x="2919" y="16718"/>
                    <a:pt x="2949" y="16779"/>
                  </a:cubicBezTo>
                  <a:cubicBezTo>
                    <a:pt x="2949" y="16839"/>
                    <a:pt x="2888" y="16900"/>
                    <a:pt x="2797" y="16900"/>
                  </a:cubicBezTo>
                  <a:lnTo>
                    <a:pt x="2736" y="16900"/>
                  </a:lnTo>
                  <a:cubicBezTo>
                    <a:pt x="2706" y="16870"/>
                    <a:pt x="2676" y="16809"/>
                    <a:pt x="2615" y="16809"/>
                  </a:cubicBezTo>
                  <a:cubicBezTo>
                    <a:pt x="2460" y="16751"/>
                    <a:pt x="2305" y="16644"/>
                    <a:pt x="2143" y="16644"/>
                  </a:cubicBezTo>
                  <a:cubicBezTo>
                    <a:pt x="2050" y="16644"/>
                    <a:pt x="1954" y="16679"/>
                    <a:pt x="1855" y="16779"/>
                  </a:cubicBezTo>
                  <a:lnTo>
                    <a:pt x="1733" y="16779"/>
                  </a:lnTo>
                  <a:cubicBezTo>
                    <a:pt x="1688" y="16763"/>
                    <a:pt x="1642" y="16756"/>
                    <a:pt x="1596" y="16756"/>
                  </a:cubicBezTo>
                  <a:cubicBezTo>
                    <a:pt x="1551" y="16756"/>
                    <a:pt x="1505" y="16763"/>
                    <a:pt x="1460" y="16779"/>
                  </a:cubicBezTo>
                  <a:cubicBezTo>
                    <a:pt x="1429" y="16794"/>
                    <a:pt x="1407" y="16801"/>
                    <a:pt x="1384" y="16801"/>
                  </a:cubicBezTo>
                  <a:cubicBezTo>
                    <a:pt x="1361" y="16801"/>
                    <a:pt x="1338" y="16794"/>
                    <a:pt x="1308" y="16779"/>
                  </a:cubicBezTo>
                  <a:lnTo>
                    <a:pt x="1247" y="16718"/>
                  </a:lnTo>
                  <a:cubicBezTo>
                    <a:pt x="1234" y="16705"/>
                    <a:pt x="1211" y="16699"/>
                    <a:pt x="1181" y="16699"/>
                  </a:cubicBezTo>
                  <a:cubicBezTo>
                    <a:pt x="1071" y="16699"/>
                    <a:pt x="861" y="16781"/>
                    <a:pt x="669" y="16900"/>
                  </a:cubicBezTo>
                  <a:lnTo>
                    <a:pt x="457" y="16779"/>
                  </a:lnTo>
                  <a:lnTo>
                    <a:pt x="213" y="16687"/>
                  </a:lnTo>
                  <a:lnTo>
                    <a:pt x="213" y="16687"/>
                  </a:lnTo>
                  <a:cubicBezTo>
                    <a:pt x="153" y="16779"/>
                    <a:pt x="244" y="16870"/>
                    <a:pt x="396" y="16870"/>
                  </a:cubicBezTo>
                  <a:lnTo>
                    <a:pt x="487" y="16991"/>
                  </a:lnTo>
                  <a:cubicBezTo>
                    <a:pt x="525" y="17057"/>
                    <a:pt x="563" y="17079"/>
                    <a:pt x="600" y="17079"/>
                  </a:cubicBezTo>
                  <a:cubicBezTo>
                    <a:pt x="677" y="17079"/>
                    <a:pt x="753" y="16989"/>
                    <a:pt x="830" y="16989"/>
                  </a:cubicBezTo>
                  <a:cubicBezTo>
                    <a:pt x="837" y="16989"/>
                    <a:pt x="844" y="16989"/>
                    <a:pt x="852" y="16991"/>
                  </a:cubicBezTo>
                  <a:cubicBezTo>
                    <a:pt x="913" y="17022"/>
                    <a:pt x="943" y="17052"/>
                    <a:pt x="973" y="17083"/>
                  </a:cubicBezTo>
                  <a:lnTo>
                    <a:pt x="1065" y="17113"/>
                  </a:lnTo>
                  <a:cubicBezTo>
                    <a:pt x="1156" y="17174"/>
                    <a:pt x="1186" y="17295"/>
                    <a:pt x="1065" y="17356"/>
                  </a:cubicBezTo>
                  <a:lnTo>
                    <a:pt x="1004" y="17417"/>
                  </a:lnTo>
                  <a:cubicBezTo>
                    <a:pt x="882" y="17478"/>
                    <a:pt x="1034" y="17569"/>
                    <a:pt x="943" y="17660"/>
                  </a:cubicBezTo>
                  <a:cubicBezTo>
                    <a:pt x="882" y="17690"/>
                    <a:pt x="882" y="17842"/>
                    <a:pt x="1095" y="17842"/>
                  </a:cubicBezTo>
                  <a:cubicBezTo>
                    <a:pt x="1125" y="17842"/>
                    <a:pt x="1186" y="17903"/>
                    <a:pt x="1247" y="17903"/>
                  </a:cubicBezTo>
                  <a:lnTo>
                    <a:pt x="1308" y="17903"/>
                  </a:lnTo>
                  <a:cubicBezTo>
                    <a:pt x="1369" y="17873"/>
                    <a:pt x="1429" y="17690"/>
                    <a:pt x="1490" y="17690"/>
                  </a:cubicBezTo>
                  <a:cubicBezTo>
                    <a:pt x="1581" y="17660"/>
                    <a:pt x="1520" y="17599"/>
                    <a:pt x="1399" y="17538"/>
                  </a:cubicBezTo>
                  <a:lnTo>
                    <a:pt x="1277" y="17478"/>
                  </a:lnTo>
                  <a:cubicBezTo>
                    <a:pt x="1247" y="17447"/>
                    <a:pt x="1247" y="17386"/>
                    <a:pt x="1277" y="17356"/>
                  </a:cubicBezTo>
                  <a:cubicBezTo>
                    <a:pt x="1300" y="17334"/>
                    <a:pt x="1322" y="17262"/>
                    <a:pt x="1381" y="17262"/>
                  </a:cubicBezTo>
                  <a:cubicBezTo>
                    <a:pt x="1402" y="17262"/>
                    <a:pt x="1428" y="17271"/>
                    <a:pt x="1460" y="17295"/>
                  </a:cubicBezTo>
                  <a:lnTo>
                    <a:pt x="1490" y="17326"/>
                  </a:lnTo>
                  <a:cubicBezTo>
                    <a:pt x="1612" y="17295"/>
                    <a:pt x="1733" y="17234"/>
                    <a:pt x="1855" y="17174"/>
                  </a:cubicBezTo>
                  <a:lnTo>
                    <a:pt x="2098" y="17174"/>
                  </a:lnTo>
                  <a:cubicBezTo>
                    <a:pt x="2159" y="17174"/>
                    <a:pt x="2220" y="17143"/>
                    <a:pt x="2280" y="17113"/>
                  </a:cubicBezTo>
                  <a:lnTo>
                    <a:pt x="2402" y="17052"/>
                  </a:lnTo>
                  <a:cubicBezTo>
                    <a:pt x="2584" y="17113"/>
                    <a:pt x="2706" y="17234"/>
                    <a:pt x="2736" y="17417"/>
                  </a:cubicBezTo>
                  <a:lnTo>
                    <a:pt x="2797" y="17538"/>
                  </a:lnTo>
                  <a:cubicBezTo>
                    <a:pt x="2828" y="17599"/>
                    <a:pt x="2888" y="17630"/>
                    <a:pt x="2949" y="17660"/>
                  </a:cubicBezTo>
                  <a:lnTo>
                    <a:pt x="2979" y="17660"/>
                  </a:lnTo>
                  <a:cubicBezTo>
                    <a:pt x="3010" y="17660"/>
                    <a:pt x="3040" y="17630"/>
                    <a:pt x="3071" y="17599"/>
                  </a:cubicBezTo>
                  <a:lnTo>
                    <a:pt x="3040" y="17599"/>
                  </a:lnTo>
                  <a:cubicBezTo>
                    <a:pt x="2979" y="17538"/>
                    <a:pt x="2979" y="17478"/>
                    <a:pt x="3071" y="17417"/>
                  </a:cubicBezTo>
                  <a:cubicBezTo>
                    <a:pt x="3101" y="17417"/>
                    <a:pt x="3162" y="17478"/>
                    <a:pt x="3192" y="17508"/>
                  </a:cubicBezTo>
                  <a:cubicBezTo>
                    <a:pt x="3253" y="17538"/>
                    <a:pt x="3253" y="17599"/>
                    <a:pt x="3314" y="17630"/>
                  </a:cubicBezTo>
                  <a:cubicBezTo>
                    <a:pt x="3527" y="17782"/>
                    <a:pt x="3587" y="17934"/>
                    <a:pt x="3405" y="18116"/>
                  </a:cubicBezTo>
                  <a:cubicBezTo>
                    <a:pt x="3413" y="18124"/>
                    <a:pt x="3426" y="18128"/>
                    <a:pt x="3440" y="18128"/>
                  </a:cubicBezTo>
                  <a:cubicBezTo>
                    <a:pt x="3480" y="18128"/>
                    <a:pt x="3535" y="18100"/>
                    <a:pt x="3557" y="18055"/>
                  </a:cubicBezTo>
                  <a:lnTo>
                    <a:pt x="3618" y="18025"/>
                  </a:lnTo>
                  <a:cubicBezTo>
                    <a:pt x="3648" y="17964"/>
                    <a:pt x="3709" y="17934"/>
                    <a:pt x="3739" y="17934"/>
                  </a:cubicBezTo>
                  <a:lnTo>
                    <a:pt x="3922" y="17964"/>
                  </a:lnTo>
                  <a:cubicBezTo>
                    <a:pt x="4074" y="17994"/>
                    <a:pt x="4195" y="18086"/>
                    <a:pt x="4286" y="18207"/>
                  </a:cubicBezTo>
                  <a:lnTo>
                    <a:pt x="4408" y="18146"/>
                  </a:lnTo>
                  <a:cubicBezTo>
                    <a:pt x="4438" y="18146"/>
                    <a:pt x="4408" y="18025"/>
                    <a:pt x="4347" y="17994"/>
                  </a:cubicBezTo>
                  <a:cubicBezTo>
                    <a:pt x="4256" y="17903"/>
                    <a:pt x="4165" y="17812"/>
                    <a:pt x="4074" y="17782"/>
                  </a:cubicBezTo>
                  <a:cubicBezTo>
                    <a:pt x="3952" y="17690"/>
                    <a:pt x="3922" y="17690"/>
                    <a:pt x="4013" y="17660"/>
                  </a:cubicBezTo>
                  <a:cubicBezTo>
                    <a:pt x="4165" y="17538"/>
                    <a:pt x="4317" y="17478"/>
                    <a:pt x="4499" y="17447"/>
                  </a:cubicBezTo>
                  <a:cubicBezTo>
                    <a:pt x="4712" y="17478"/>
                    <a:pt x="4590" y="17721"/>
                    <a:pt x="4742" y="17812"/>
                  </a:cubicBezTo>
                  <a:lnTo>
                    <a:pt x="4742" y="17873"/>
                  </a:lnTo>
                  <a:cubicBezTo>
                    <a:pt x="4784" y="17977"/>
                    <a:pt x="4811" y="18024"/>
                    <a:pt x="4883" y="18024"/>
                  </a:cubicBezTo>
                  <a:cubicBezTo>
                    <a:pt x="4916" y="18024"/>
                    <a:pt x="4958" y="18014"/>
                    <a:pt x="5016" y="17994"/>
                  </a:cubicBezTo>
                  <a:cubicBezTo>
                    <a:pt x="5107" y="17994"/>
                    <a:pt x="5198" y="17934"/>
                    <a:pt x="5259" y="17934"/>
                  </a:cubicBezTo>
                  <a:lnTo>
                    <a:pt x="5502" y="17994"/>
                  </a:lnTo>
                  <a:cubicBezTo>
                    <a:pt x="5624" y="17873"/>
                    <a:pt x="5654" y="17721"/>
                    <a:pt x="5533" y="17599"/>
                  </a:cubicBezTo>
                  <a:cubicBezTo>
                    <a:pt x="5502" y="17569"/>
                    <a:pt x="5715" y="17478"/>
                    <a:pt x="5806" y="17478"/>
                  </a:cubicBezTo>
                  <a:cubicBezTo>
                    <a:pt x="5897" y="17478"/>
                    <a:pt x="5989" y="17478"/>
                    <a:pt x="6080" y="17447"/>
                  </a:cubicBezTo>
                  <a:cubicBezTo>
                    <a:pt x="6080" y="17441"/>
                    <a:pt x="6082" y="17439"/>
                    <a:pt x="6086" y="17439"/>
                  </a:cubicBezTo>
                  <a:cubicBezTo>
                    <a:pt x="6103" y="17439"/>
                    <a:pt x="6147" y="17478"/>
                    <a:pt x="6171" y="17478"/>
                  </a:cubicBezTo>
                  <a:lnTo>
                    <a:pt x="6323" y="17478"/>
                  </a:lnTo>
                  <a:cubicBezTo>
                    <a:pt x="6353" y="17478"/>
                    <a:pt x="6262" y="17265"/>
                    <a:pt x="6323" y="17204"/>
                  </a:cubicBezTo>
                  <a:cubicBezTo>
                    <a:pt x="6347" y="17168"/>
                    <a:pt x="6408" y="17156"/>
                    <a:pt x="6478" y="17156"/>
                  </a:cubicBezTo>
                  <a:cubicBezTo>
                    <a:pt x="6585" y="17156"/>
                    <a:pt x="6712" y="17186"/>
                    <a:pt x="6749" y="17204"/>
                  </a:cubicBezTo>
                  <a:cubicBezTo>
                    <a:pt x="6766" y="17216"/>
                    <a:pt x="6782" y="17221"/>
                    <a:pt x="6797" y="17221"/>
                  </a:cubicBezTo>
                  <a:cubicBezTo>
                    <a:pt x="6861" y="17221"/>
                    <a:pt x="6901" y="17132"/>
                    <a:pt x="6901" y="17083"/>
                  </a:cubicBezTo>
                  <a:cubicBezTo>
                    <a:pt x="6901" y="17047"/>
                    <a:pt x="6880" y="17032"/>
                    <a:pt x="6856" y="17032"/>
                  </a:cubicBezTo>
                  <a:cubicBezTo>
                    <a:pt x="6840" y="17032"/>
                    <a:pt x="6822" y="17040"/>
                    <a:pt x="6809" y="17052"/>
                  </a:cubicBezTo>
                  <a:lnTo>
                    <a:pt x="6779" y="17052"/>
                  </a:lnTo>
                  <a:lnTo>
                    <a:pt x="6688" y="17083"/>
                  </a:lnTo>
                  <a:cubicBezTo>
                    <a:pt x="6627" y="16991"/>
                    <a:pt x="6627" y="16900"/>
                    <a:pt x="6657" y="16809"/>
                  </a:cubicBezTo>
                  <a:lnTo>
                    <a:pt x="6597" y="16718"/>
                  </a:lnTo>
                  <a:cubicBezTo>
                    <a:pt x="6657" y="16687"/>
                    <a:pt x="6688" y="16657"/>
                    <a:pt x="6749" y="16657"/>
                  </a:cubicBezTo>
                  <a:lnTo>
                    <a:pt x="6809" y="16657"/>
                  </a:lnTo>
                  <a:cubicBezTo>
                    <a:pt x="6813" y="16660"/>
                    <a:pt x="6817" y="16662"/>
                    <a:pt x="6822" y="16662"/>
                  </a:cubicBezTo>
                  <a:cubicBezTo>
                    <a:pt x="6865" y="16662"/>
                    <a:pt x="6965" y="16562"/>
                    <a:pt x="6992" y="16535"/>
                  </a:cubicBezTo>
                  <a:cubicBezTo>
                    <a:pt x="6996" y="16527"/>
                    <a:pt x="7005" y="16523"/>
                    <a:pt x="7017" y="16523"/>
                  </a:cubicBezTo>
                  <a:cubicBezTo>
                    <a:pt x="7089" y="16523"/>
                    <a:pt x="7283" y="16657"/>
                    <a:pt x="7387" y="16657"/>
                  </a:cubicBezTo>
                  <a:cubicBezTo>
                    <a:pt x="7478" y="16657"/>
                    <a:pt x="7569" y="16748"/>
                    <a:pt x="7539" y="16870"/>
                  </a:cubicBezTo>
                  <a:lnTo>
                    <a:pt x="7508" y="16991"/>
                  </a:lnTo>
                  <a:cubicBezTo>
                    <a:pt x="7478" y="17022"/>
                    <a:pt x="7448" y="17052"/>
                    <a:pt x="7417" y="17052"/>
                  </a:cubicBezTo>
                  <a:lnTo>
                    <a:pt x="7387" y="17052"/>
                  </a:lnTo>
                  <a:cubicBezTo>
                    <a:pt x="7356" y="17022"/>
                    <a:pt x="7235" y="16748"/>
                    <a:pt x="7083" y="16748"/>
                  </a:cubicBezTo>
                  <a:cubicBezTo>
                    <a:pt x="7072" y="16745"/>
                    <a:pt x="7062" y="16744"/>
                    <a:pt x="7054" y="16744"/>
                  </a:cubicBezTo>
                  <a:cubicBezTo>
                    <a:pt x="6972" y="16744"/>
                    <a:pt x="7028" y="16872"/>
                    <a:pt x="7083" y="16900"/>
                  </a:cubicBezTo>
                  <a:cubicBezTo>
                    <a:pt x="7174" y="16991"/>
                    <a:pt x="7265" y="17113"/>
                    <a:pt x="7326" y="17204"/>
                  </a:cubicBezTo>
                  <a:lnTo>
                    <a:pt x="7539" y="17204"/>
                  </a:lnTo>
                  <a:cubicBezTo>
                    <a:pt x="7645" y="17189"/>
                    <a:pt x="7744" y="17181"/>
                    <a:pt x="7843" y="17181"/>
                  </a:cubicBezTo>
                  <a:cubicBezTo>
                    <a:pt x="7942" y="17181"/>
                    <a:pt x="8040" y="17189"/>
                    <a:pt x="8147" y="17204"/>
                  </a:cubicBezTo>
                  <a:cubicBezTo>
                    <a:pt x="8208" y="17234"/>
                    <a:pt x="8177" y="17295"/>
                    <a:pt x="8056" y="17356"/>
                  </a:cubicBezTo>
                  <a:lnTo>
                    <a:pt x="7964" y="17386"/>
                  </a:lnTo>
                  <a:lnTo>
                    <a:pt x="7904" y="17386"/>
                  </a:lnTo>
                  <a:cubicBezTo>
                    <a:pt x="7873" y="17417"/>
                    <a:pt x="7904" y="17447"/>
                    <a:pt x="7964" y="17447"/>
                  </a:cubicBezTo>
                  <a:lnTo>
                    <a:pt x="8056" y="17690"/>
                  </a:lnTo>
                  <a:cubicBezTo>
                    <a:pt x="8299" y="17660"/>
                    <a:pt x="8633" y="17569"/>
                    <a:pt x="8815" y="17538"/>
                  </a:cubicBezTo>
                  <a:lnTo>
                    <a:pt x="8998" y="17508"/>
                  </a:lnTo>
                  <a:cubicBezTo>
                    <a:pt x="9028" y="17478"/>
                    <a:pt x="8937" y="17417"/>
                    <a:pt x="8876" y="17386"/>
                  </a:cubicBezTo>
                  <a:cubicBezTo>
                    <a:pt x="8785" y="17386"/>
                    <a:pt x="8907" y="17326"/>
                    <a:pt x="9089" y="17326"/>
                  </a:cubicBezTo>
                  <a:lnTo>
                    <a:pt x="9089" y="17356"/>
                  </a:lnTo>
                  <a:cubicBezTo>
                    <a:pt x="9211" y="17599"/>
                    <a:pt x="9515" y="17478"/>
                    <a:pt x="9697" y="17599"/>
                  </a:cubicBezTo>
                  <a:cubicBezTo>
                    <a:pt x="9725" y="17613"/>
                    <a:pt x="9749" y="17619"/>
                    <a:pt x="9769" y="17619"/>
                  </a:cubicBezTo>
                  <a:cubicBezTo>
                    <a:pt x="9836" y="17619"/>
                    <a:pt x="9870" y="17555"/>
                    <a:pt x="9940" y="17508"/>
                  </a:cubicBezTo>
                  <a:cubicBezTo>
                    <a:pt x="10001" y="17417"/>
                    <a:pt x="9970" y="17356"/>
                    <a:pt x="9879" y="17326"/>
                  </a:cubicBezTo>
                  <a:lnTo>
                    <a:pt x="9697" y="17265"/>
                  </a:lnTo>
                  <a:cubicBezTo>
                    <a:pt x="9575" y="17143"/>
                    <a:pt x="9606" y="17022"/>
                    <a:pt x="9788" y="17022"/>
                  </a:cubicBezTo>
                  <a:lnTo>
                    <a:pt x="9940" y="17022"/>
                  </a:lnTo>
                  <a:cubicBezTo>
                    <a:pt x="10034" y="17022"/>
                    <a:pt x="10127" y="16932"/>
                    <a:pt x="10235" y="16932"/>
                  </a:cubicBezTo>
                  <a:cubicBezTo>
                    <a:pt x="10267" y="16932"/>
                    <a:pt x="10300" y="16940"/>
                    <a:pt x="10335" y="16961"/>
                  </a:cubicBezTo>
                  <a:cubicBezTo>
                    <a:pt x="10364" y="16978"/>
                    <a:pt x="10392" y="16985"/>
                    <a:pt x="10418" y="16985"/>
                  </a:cubicBezTo>
                  <a:cubicBezTo>
                    <a:pt x="10493" y="16985"/>
                    <a:pt x="10559" y="16935"/>
                    <a:pt x="10616" y="16935"/>
                  </a:cubicBezTo>
                  <a:cubicBezTo>
                    <a:pt x="10646" y="16935"/>
                    <a:pt x="10674" y="16949"/>
                    <a:pt x="10700" y="16991"/>
                  </a:cubicBezTo>
                  <a:cubicBezTo>
                    <a:pt x="10761" y="16991"/>
                    <a:pt x="10791" y="16991"/>
                    <a:pt x="10822" y="16961"/>
                  </a:cubicBezTo>
                  <a:lnTo>
                    <a:pt x="10882" y="16900"/>
                  </a:lnTo>
                  <a:cubicBezTo>
                    <a:pt x="10898" y="16877"/>
                    <a:pt x="10914" y="16867"/>
                    <a:pt x="10928" y="16867"/>
                  </a:cubicBezTo>
                  <a:cubicBezTo>
                    <a:pt x="10970" y="16867"/>
                    <a:pt x="11004" y="16946"/>
                    <a:pt x="11004" y="16991"/>
                  </a:cubicBezTo>
                  <a:cubicBezTo>
                    <a:pt x="10974" y="17083"/>
                    <a:pt x="10943" y="17174"/>
                    <a:pt x="10882" y="17234"/>
                  </a:cubicBezTo>
                  <a:lnTo>
                    <a:pt x="10822" y="17265"/>
                  </a:lnTo>
                  <a:cubicBezTo>
                    <a:pt x="10809" y="17271"/>
                    <a:pt x="10796" y="17273"/>
                    <a:pt x="10782" y="17273"/>
                  </a:cubicBezTo>
                  <a:cubicBezTo>
                    <a:pt x="10724" y="17273"/>
                    <a:pt x="10651" y="17234"/>
                    <a:pt x="10578" y="17234"/>
                  </a:cubicBezTo>
                  <a:lnTo>
                    <a:pt x="10335" y="17113"/>
                  </a:lnTo>
                  <a:cubicBezTo>
                    <a:pt x="10244" y="17143"/>
                    <a:pt x="10153" y="17174"/>
                    <a:pt x="10122" y="17204"/>
                  </a:cubicBezTo>
                  <a:cubicBezTo>
                    <a:pt x="10092" y="17234"/>
                    <a:pt x="10153" y="17326"/>
                    <a:pt x="10183" y="17356"/>
                  </a:cubicBezTo>
                  <a:cubicBezTo>
                    <a:pt x="10204" y="17417"/>
                    <a:pt x="10220" y="17437"/>
                    <a:pt x="10236" y="17437"/>
                  </a:cubicBezTo>
                  <a:cubicBezTo>
                    <a:pt x="10268" y="17437"/>
                    <a:pt x="10295" y="17356"/>
                    <a:pt x="10335" y="17356"/>
                  </a:cubicBezTo>
                  <a:cubicBezTo>
                    <a:pt x="10361" y="17346"/>
                    <a:pt x="10385" y="17342"/>
                    <a:pt x="10409" y="17342"/>
                  </a:cubicBezTo>
                  <a:cubicBezTo>
                    <a:pt x="10529" y="17342"/>
                    <a:pt x="10634" y="17447"/>
                    <a:pt x="10761" y="17447"/>
                  </a:cubicBezTo>
                  <a:lnTo>
                    <a:pt x="10791" y="17447"/>
                  </a:lnTo>
                  <a:cubicBezTo>
                    <a:pt x="10806" y="17493"/>
                    <a:pt x="10829" y="17516"/>
                    <a:pt x="10852" y="17516"/>
                  </a:cubicBezTo>
                  <a:cubicBezTo>
                    <a:pt x="10875" y="17516"/>
                    <a:pt x="10898" y="17493"/>
                    <a:pt x="10913" y="17447"/>
                  </a:cubicBezTo>
                  <a:lnTo>
                    <a:pt x="10974" y="17447"/>
                  </a:lnTo>
                  <a:lnTo>
                    <a:pt x="11217" y="17356"/>
                  </a:lnTo>
                  <a:cubicBezTo>
                    <a:pt x="11242" y="17206"/>
                    <a:pt x="11308" y="17097"/>
                    <a:pt x="11381" y="17097"/>
                  </a:cubicBezTo>
                  <a:cubicBezTo>
                    <a:pt x="11397" y="17097"/>
                    <a:pt x="11413" y="17102"/>
                    <a:pt x="11429" y="17113"/>
                  </a:cubicBezTo>
                  <a:lnTo>
                    <a:pt x="11429" y="17143"/>
                  </a:lnTo>
                  <a:lnTo>
                    <a:pt x="11369" y="17234"/>
                  </a:lnTo>
                  <a:cubicBezTo>
                    <a:pt x="11308" y="17326"/>
                    <a:pt x="11369" y="17386"/>
                    <a:pt x="11521" y="17386"/>
                  </a:cubicBezTo>
                  <a:lnTo>
                    <a:pt x="11642" y="17295"/>
                  </a:lnTo>
                  <a:cubicBezTo>
                    <a:pt x="11688" y="17280"/>
                    <a:pt x="11733" y="17272"/>
                    <a:pt x="11779" y="17272"/>
                  </a:cubicBezTo>
                  <a:cubicBezTo>
                    <a:pt x="11825" y="17272"/>
                    <a:pt x="11870" y="17280"/>
                    <a:pt x="11916" y="17295"/>
                  </a:cubicBezTo>
                  <a:cubicBezTo>
                    <a:pt x="12007" y="17386"/>
                    <a:pt x="11946" y="17447"/>
                    <a:pt x="11794" y="17447"/>
                  </a:cubicBezTo>
                  <a:lnTo>
                    <a:pt x="11764" y="17447"/>
                  </a:lnTo>
                  <a:cubicBezTo>
                    <a:pt x="11764" y="17538"/>
                    <a:pt x="11703" y="17599"/>
                    <a:pt x="11673" y="17690"/>
                  </a:cubicBezTo>
                  <a:lnTo>
                    <a:pt x="11642" y="17690"/>
                  </a:lnTo>
                  <a:cubicBezTo>
                    <a:pt x="11490" y="17721"/>
                    <a:pt x="11490" y="17782"/>
                    <a:pt x="11551" y="17842"/>
                  </a:cubicBezTo>
                  <a:lnTo>
                    <a:pt x="11612" y="17873"/>
                  </a:lnTo>
                  <a:cubicBezTo>
                    <a:pt x="11733" y="17873"/>
                    <a:pt x="11825" y="17690"/>
                    <a:pt x="11855" y="17630"/>
                  </a:cubicBezTo>
                  <a:cubicBezTo>
                    <a:pt x="11855" y="17569"/>
                    <a:pt x="12037" y="17447"/>
                    <a:pt x="12250" y="17356"/>
                  </a:cubicBezTo>
                  <a:lnTo>
                    <a:pt x="12433" y="17234"/>
                  </a:lnTo>
                  <a:cubicBezTo>
                    <a:pt x="12493" y="17204"/>
                    <a:pt x="12585" y="17204"/>
                    <a:pt x="12615" y="17204"/>
                  </a:cubicBezTo>
                  <a:lnTo>
                    <a:pt x="12645" y="17234"/>
                  </a:lnTo>
                  <a:cubicBezTo>
                    <a:pt x="12656" y="17245"/>
                    <a:pt x="12673" y="17249"/>
                    <a:pt x="12695" y="17249"/>
                  </a:cubicBezTo>
                  <a:cubicBezTo>
                    <a:pt x="12792" y="17249"/>
                    <a:pt x="12982" y="17170"/>
                    <a:pt x="13094" y="17170"/>
                  </a:cubicBezTo>
                  <a:cubicBezTo>
                    <a:pt x="13108" y="17170"/>
                    <a:pt x="13120" y="17171"/>
                    <a:pt x="13132" y="17174"/>
                  </a:cubicBezTo>
                  <a:cubicBezTo>
                    <a:pt x="13253" y="17204"/>
                    <a:pt x="13344" y="17265"/>
                    <a:pt x="13405" y="17356"/>
                  </a:cubicBezTo>
                  <a:cubicBezTo>
                    <a:pt x="13405" y="17417"/>
                    <a:pt x="13466" y="17417"/>
                    <a:pt x="13466" y="17417"/>
                  </a:cubicBezTo>
                  <a:cubicBezTo>
                    <a:pt x="13466" y="17356"/>
                    <a:pt x="13496" y="17326"/>
                    <a:pt x="13496" y="17265"/>
                  </a:cubicBezTo>
                  <a:cubicBezTo>
                    <a:pt x="13496" y="17257"/>
                    <a:pt x="13503" y="17253"/>
                    <a:pt x="13515" y="17253"/>
                  </a:cubicBezTo>
                  <a:cubicBezTo>
                    <a:pt x="13547" y="17253"/>
                    <a:pt x="13620" y="17281"/>
                    <a:pt x="13709" y="17326"/>
                  </a:cubicBezTo>
                  <a:lnTo>
                    <a:pt x="13892" y="17326"/>
                  </a:lnTo>
                  <a:cubicBezTo>
                    <a:pt x="13945" y="17304"/>
                    <a:pt x="13984" y="17294"/>
                    <a:pt x="14005" y="17294"/>
                  </a:cubicBezTo>
                  <a:cubicBezTo>
                    <a:pt x="14042" y="17294"/>
                    <a:pt x="14020" y="17328"/>
                    <a:pt x="13922" y="17386"/>
                  </a:cubicBezTo>
                  <a:lnTo>
                    <a:pt x="13892" y="17478"/>
                  </a:lnTo>
                  <a:lnTo>
                    <a:pt x="13861" y="17538"/>
                  </a:lnTo>
                  <a:cubicBezTo>
                    <a:pt x="13892" y="17660"/>
                    <a:pt x="13770" y="17721"/>
                    <a:pt x="13588" y="17721"/>
                  </a:cubicBezTo>
                  <a:lnTo>
                    <a:pt x="13648" y="17569"/>
                  </a:lnTo>
                  <a:cubicBezTo>
                    <a:pt x="13648" y="17538"/>
                    <a:pt x="13618" y="17508"/>
                    <a:pt x="13588" y="17508"/>
                  </a:cubicBezTo>
                  <a:cubicBezTo>
                    <a:pt x="13496" y="17569"/>
                    <a:pt x="13436" y="17599"/>
                    <a:pt x="13344" y="17660"/>
                  </a:cubicBezTo>
                  <a:lnTo>
                    <a:pt x="13314" y="17690"/>
                  </a:lnTo>
                  <a:cubicBezTo>
                    <a:pt x="13253" y="17660"/>
                    <a:pt x="13192" y="17508"/>
                    <a:pt x="13192" y="17447"/>
                  </a:cubicBezTo>
                  <a:cubicBezTo>
                    <a:pt x="13192" y="17386"/>
                    <a:pt x="13040" y="17356"/>
                    <a:pt x="12980" y="17356"/>
                  </a:cubicBezTo>
                  <a:cubicBezTo>
                    <a:pt x="12919" y="17356"/>
                    <a:pt x="12949" y="17417"/>
                    <a:pt x="12980" y="17417"/>
                  </a:cubicBezTo>
                  <a:cubicBezTo>
                    <a:pt x="13040" y="17478"/>
                    <a:pt x="13071" y="17569"/>
                    <a:pt x="13132" y="17690"/>
                  </a:cubicBezTo>
                  <a:lnTo>
                    <a:pt x="13132" y="17812"/>
                  </a:lnTo>
                  <a:lnTo>
                    <a:pt x="13132" y="17842"/>
                  </a:lnTo>
                  <a:cubicBezTo>
                    <a:pt x="13056" y="17855"/>
                    <a:pt x="12981" y="17862"/>
                    <a:pt x="12905" y="17862"/>
                  </a:cubicBezTo>
                  <a:cubicBezTo>
                    <a:pt x="12798" y="17862"/>
                    <a:pt x="12691" y="17848"/>
                    <a:pt x="12585" y="17812"/>
                  </a:cubicBezTo>
                  <a:lnTo>
                    <a:pt x="12463" y="17630"/>
                  </a:lnTo>
                  <a:cubicBezTo>
                    <a:pt x="12437" y="17604"/>
                    <a:pt x="12401" y="17595"/>
                    <a:pt x="12365" y="17595"/>
                  </a:cubicBezTo>
                  <a:cubicBezTo>
                    <a:pt x="12316" y="17595"/>
                    <a:pt x="12268" y="17612"/>
                    <a:pt x="12250" y="17630"/>
                  </a:cubicBezTo>
                  <a:cubicBezTo>
                    <a:pt x="12250" y="17660"/>
                    <a:pt x="12281" y="17721"/>
                    <a:pt x="12311" y="17751"/>
                  </a:cubicBezTo>
                  <a:lnTo>
                    <a:pt x="12341" y="17812"/>
                  </a:lnTo>
                  <a:cubicBezTo>
                    <a:pt x="12433" y="17873"/>
                    <a:pt x="12372" y="17964"/>
                    <a:pt x="12311" y="17994"/>
                  </a:cubicBezTo>
                  <a:cubicBezTo>
                    <a:pt x="12250" y="18025"/>
                    <a:pt x="12554" y="18116"/>
                    <a:pt x="12676" y="18146"/>
                  </a:cubicBezTo>
                  <a:cubicBezTo>
                    <a:pt x="12708" y="18154"/>
                    <a:pt x="12737" y="18158"/>
                    <a:pt x="12759" y="18158"/>
                  </a:cubicBezTo>
                  <a:cubicBezTo>
                    <a:pt x="12821" y="18158"/>
                    <a:pt x="12842" y="18130"/>
                    <a:pt x="12797" y="18086"/>
                  </a:cubicBezTo>
                  <a:lnTo>
                    <a:pt x="12676" y="18086"/>
                  </a:lnTo>
                  <a:cubicBezTo>
                    <a:pt x="12676" y="18025"/>
                    <a:pt x="12706" y="17934"/>
                    <a:pt x="12767" y="17903"/>
                  </a:cubicBezTo>
                  <a:lnTo>
                    <a:pt x="12858" y="17964"/>
                  </a:lnTo>
                  <a:cubicBezTo>
                    <a:pt x="12980" y="18055"/>
                    <a:pt x="13132" y="18146"/>
                    <a:pt x="13284" y="18238"/>
                  </a:cubicBezTo>
                  <a:cubicBezTo>
                    <a:pt x="13324" y="18251"/>
                    <a:pt x="13365" y="18265"/>
                    <a:pt x="13398" y="18265"/>
                  </a:cubicBezTo>
                  <a:cubicBezTo>
                    <a:pt x="13438" y="18265"/>
                    <a:pt x="13466" y="18244"/>
                    <a:pt x="13466" y="18177"/>
                  </a:cubicBezTo>
                  <a:cubicBezTo>
                    <a:pt x="13466" y="18055"/>
                    <a:pt x="13618" y="18086"/>
                    <a:pt x="13618" y="18055"/>
                  </a:cubicBezTo>
                  <a:lnTo>
                    <a:pt x="13618" y="17934"/>
                  </a:lnTo>
                  <a:lnTo>
                    <a:pt x="13618" y="17903"/>
                  </a:lnTo>
                  <a:cubicBezTo>
                    <a:pt x="13588" y="17873"/>
                    <a:pt x="13770" y="17842"/>
                    <a:pt x="13831" y="17842"/>
                  </a:cubicBezTo>
                  <a:cubicBezTo>
                    <a:pt x="13892" y="17842"/>
                    <a:pt x="13983" y="18025"/>
                    <a:pt x="13922" y="18086"/>
                  </a:cubicBezTo>
                  <a:cubicBezTo>
                    <a:pt x="13831" y="18116"/>
                    <a:pt x="14013" y="18177"/>
                    <a:pt x="14104" y="18207"/>
                  </a:cubicBezTo>
                  <a:cubicBezTo>
                    <a:pt x="14111" y="18210"/>
                    <a:pt x="14117" y="18212"/>
                    <a:pt x="14123" y="18212"/>
                  </a:cubicBezTo>
                  <a:cubicBezTo>
                    <a:pt x="14171" y="18212"/>
                    <a:pt x="14195" y="18113"/>
                    <a:pt x="14195" y="18086"/>
                  </a:cubicBezTo>
                  <a:cubicBezTo>
                    <a:pt x="14195" y="17994"/>
                    <a:pt x="14195" y="17873"/>
                    <a:pt x="14195" y="17782"/>
                  </a:cubicBezTo>
                  <a:lnTo>
                    <a:pt x="14074" y="17690"/>
                  </a:lnTo>
                  <a:cubicBezTo>
                    <a:pt x="14044" y="17690"/>
                    <a:pt x="14104" y="17599"/>
                    <a:pt x="14135" y="17569"/>
                  </a:cubicBezTo>
                  <a:lnTo>
                    <a:pt x="14195" y="17508"/>
                  </a:lnTo>
                  <a:cubicBezTo>
                    <a:pt x="14287" y="17478"/>
                    <a:pt x="14347" y="17417"/>
                    <a:pt x="14287" y="17417"/>
                  </a:cubicBezTo>
                  <a:lnTo>
                    <a:pt x="14226" y="17417"/>
                  </a:lnTo>
                  <a:cubicBezTo>
                    <a:pt x="14195" y="17417"/>
                    <a:pt x="14408" y="17295"/>
                    <a:pt x="14439" y="17234"/>
                  </a:cubicBezTo>
                  <a:cubicBezTo>
                    <a:pt x="14469" y="17143"/>
                    <a:pt x="14530" y="17083"/>
                    <a:pt x="14591" y="17052"/>
                  </a:cubicBezTo>
                  <a:cubicBezTo>
                    <a:pt x="14594" y="17049"/>
                    <a:pt x="14598" y="17047"/>
                    <a:pt x="14602" y="17047"/>
                  </a:cubicBezTo>
                  <a:cubicBezTo>
                    <a:pt x="14634" y="17047"/>
                    <a:pt x="14682" y="17147"/>
                    <a:pt x="14682" y="17174"/>
                  </a:cubicBezTo>
                  <a:cubicBezTo>
                    <a:pt x="14773" y="17265"/>
                    <a:pt x="14864" y="17295"/>
                    <a:pt x="14986" y="17295"/>
                  </a:cubicBezTo>
                  <a:cubicBezTo>
                    <a:pt x="15138" y="17265"/>
                    <a:pt x="15290" y="17234"/>
                    <a:pt x="15472" y="17204"/>
                  </a:cubicBezTo>
                  <a:lnTo>
                    <a:pt x="15624" y="17174"/>
                  </a:lnTo>
                  <a:cubicBezTo>
                    <a:pt x="15654" y="17174"/>
                    <a:pt x="15654" y="17083"/>
                    <a:pt x="15715" y="17052"/>
                  </a:cubicBezTo>
                  <a:lnTo>
                    <a:pt x="15867" y="17052"/>
                  </a:lnTo>
                  <a:cubicBezTo>
                    <a:pt x="15958" y="17083"/>
                    <a:pt x="16019" y="17174"/>
                    <a:pt x="16110" y="17204"/>
                  </a:cubicBezTo>
                  <a:lnTo>
                    <a:pt x="16262" y="17234"/>
                  </a:lnTo>
                  <a:cubicBezTo>
                    <a:pt x="16293" y="17143"/>
                    <a:pt x="16354" y="17052"/>
                    <a:pt x="16384" y="17052"/>
                  </a:cubicBezTo>
                  <a:cubicBezTo>
                    <a:pt x="16475" y="17098"/>
                    <a:pt x="16566" y="17121"/>
                    <a:pt x="16654" y="17121"/>
                  </a:cubicBezTo>
                  <a:cubicBezTo>
                    <a:pt x="16741" y="17121"/>
                    <a:pt x="16825" y="17098"/>
                    <a:pt x="16901" y="17052"/>
                  </a:cubicBezTo>
                  <a:lnTo>
                    <a:pt x="17022" y="17022"/>
                  </a:lnTo>
                  <a:cubicBezTo>
                    <a:pt x="17053" y="17083"/>
                    <a:pt x="17113" y="17174"/>
                    <a:pt x="17174" y="17204"/>
                  </a:cubicBezTo>
                  <a:cubicBezTo>
                    <a:pt x="17180" y="17207"/>
                    <a:pt x="17188" y="17208"/>
                    <a:pt x="17197" y="17208"/>
                  </a:cubicBezTo>
                  <a:cubicBezTo>
                    <a:pt x="17272" y="17208"/>
                    <a:pt x="17459" y="17129"/>
                    <a:pt x="17585" y="17129"/>
                  </a:cubicBezTo>
                  <a:cubicBezTo>
                    <a:pt x="17614" y="17129"/>
                    <a:pt x="17640" y="17133"/>
                    <a:pt x="17661" y="17143"/>
                  </a:cubicBezTo>
                  <a:cubicBezTo>
                    <a:pt x="17696" y="17161"/>
                    <a:pt x="17714" y="17168"/>
                    <a:pt x="17719" y="17168"/>
                  </a:cubicBezTo>
                  <a:cubicBezTo>
                    <a:pt x="17731" y="17168"/>
                    <a:pt x="17673" y="17125"/>
                    <a:pt x="17630" y="17083"/>
                  </a:cubicBezTo>
                  <a:cubicBezTo>
                    <a:pt x="17569" y="17052"/>
                    <a:pt x="17630" y="17022"/>
                    <a:pt x="17782" y="17022"/>
                  </a:cubicBezTo>
                  <a:lnTo>
                    <a:pt x="17873" y="17022"/>
                  </a:lnTo>
                  <a:cubicBezTo>
                    <a:pt x="17965" y="17022"/>
                    <a:pt x="18086" y="17083"/>
                    <a:pt x="18147" y="17083"/>
                  </a:cubicBezTo>
                  <a:cubicBezTo>
                    <a:pt x="18208" y="17083"/>
                    <a:pt x="18360" y="17052"/>
                    <a:pt x="18360" y="17022"/>
                  </a:cubicBezTo>
                  <a:cubicBezTo>
                    <a:pt x="18360" y="16931"/>
                    <a:pt x="18398" y="16908"/>
                    <a:pt x="18447" y="16908"/>
                  </a:cubicBezTo>
                  <a:cubicBezTo>
                    <a:pt x="18496" y="16908"/>
                    <a:pt x="18557" y="16931"/>
                    <a:pt x="18603" y="16931"/>
                  </a:cubicBezTo>
                  <a:lnTo>
                    <a:pt x="18816" y="16870"/>
                  </a:lnTo>
                  <a:cubicBezTo>
                    <a:pt x="18816" y="16921"/>
                    <a:pt x="18843" y="16940"/>
                    <a:pt x="18879" y="16940"/>
                  </a:cubicBezTo>
                  <a:cubicBezTo>
                    <a:pt x="18928" y="16940"/>
                    <a:pt x="18993" y="16905"/>
                    <a:pt x="19028" y="16870"/>
                  </a:cubicBezTo>
                  <a:cubicBezTo>
                    <a:pt x="19050" y="16848"/>
                    <a:pt x="19083" y="16838"/>
                    <a:pt x="19122" y="16838"/>
                  </a:cubicBezTo>
                  <a:cubicBezTo>
                    <a:pt x="19193" y="16838"/>
                    <a:pt x="19284" y="16872"/>
                    <a:pt x="19363" y="16931"/>
                  </a:cubicBezTo>
                  <a:lnTo>
                    <a:pt x="19758" y="16931"/>
                  </a:lnTo>
                  <a:cubicBezTo>
                    <a:pt x="19804" y="16938"/>
                    <a:pt x="19847" y="16942"/>
                    <a:pt x="19887" y="16942"/>
                  </a:cubicBezTo>
                  <a:cubicBezTo>
                    <a:pt x="20005" y="16942"/>
                    <a:pt x="20085" y="16908"/>
                    <a:pt x="20062" y="16839"/>
                  </a:cubicBezTo>
                  <a:lnTo>
                    <a:pt x="20183" y="16809"/>
                  </a:lnTo>
                  <a:cubicBezTo>
                    <a:pt x="20244" y="16809"/>
                    <a:pt x="20305" y="16748"/>
                    <a:pt x="20366" y="16748"/>
                  </a:cubicBezTo>
                  <a:lnTo>
                    <a:pt x="20396" y="16748"/>
                  </a:lnTo>
                  <a:cubicBezTo>
                    <a:pt x="20400" y="16750"/>
                    <a:pt x="20404" y="16751"/>
                    <a:pt x="20408" y="16751"/>
                  </a:cubicBezTo>
                  <a:cubicBezTo>
                    <a:pt x="20478" y="16751"/>
                    <a:pt x="20647" y="16535"/>
                    <a:pt x="20761" y="16535"/>
                  </a:cubicBezTo>
                  <a:cubicBezTo>
                    <a:pt x="20883" y="16566"/>
                    <a:pt x="21004" y="16596"/>
                    <a:pt x="21095" y="16687"/>
                  </a:cubicBezTo>
                  <a:lnTo>
                    <a:pt x="21095" y="16809"/>
                  </a:lnTo>
                  <a:cubicBezTo>
                    <a:pt x="21072" y="16855"/>
                    <a:pt x="21080" y="16870"/>
                    <a:pt x="21101" y="16870"/>
                  </a:cubicBezTo>
                  <a:cubicBezTo>
                    <a:pt x="21136" y="16870"/>
                    <a:pt x="21209" y="16828"/>
                    <a:pt x="21247" y="16809"/>
                  </a:cubicBezTo>
                  <a:cubicBezTo>
                    <a:pt x="21278" y="16748"/>
                    <a:pt x="21521" y="16596"/>
                    <a:pt x="21551" y="16535"/>
                  </a:cubicBezTo>
                  <a:cubicBezTo>
                    <a:pt x="21561" y="16515"/>
                    <a:pt x="21568" y="16505"/>
                    <a:pt x="21572" y="16505"/>
                  </a:cubicBezTo>
                  <a:lnTo>
                    <a:pt x="21572" y="16505"/>
                  </a:lnTo>
                  <a:cubicBezTo>
                    <a:pt x="21578" y="16505"/>
                    <a:pt x="21572" y="16546"/>
                    <a:pt x="21551" y="16627"/>
                  </a:cubicBezTo>
                  <a:lnTo>
                    <a:pt x="21734" y="16657"/>
                  </a:lnTo>
                  <a:lnTo>
                    <a:pt x="21916" y="16687"/>
                  </a:lnTo>
                  <a:cubicBezTo>
                    <a:pt x="21984" y="16619"/>
                    <a:pt x="22087" y="16585"/>
                    <a:pt x="22198" y="16585"/>
                  </a:cubicBezTo>
                  <a:cubicBezTo>
                    <a:pt x="22235" y="16585"/>
                    <a:pt x="22273" y="16589"/>
                    <a:pt x="22311" y="16596"/>
                  </a:cubicBezTo>
                  <a:lnTo>
                    <a:pt x="22372" y="16657"/>
                  </a:lnTo>
                  <a:cubicBezTo>
                    <a:pt x="22463" y="16718"/>
                    <a:pt x="22524" y="16839"/>
                    <a:pt x="22615" y="16900"/>
                  </a:cubicBezTo>
                  <a:cubicBezTo>
                    <a:pt x="22676" y="16870"/>
                    <a:pt x="22706" y="16839"/>
                    <a:pt x="22676" y="16779"/>
                  </a:cubicBezTo>
                  <a:cubicBezTo>
                    <a:pt x="22676" y="16748"/>
                    <a:pt x="22949" y="16657"/>
                    <a:pt x="23041" y="16627"/>
                  </a:cubicBezTo>
                  <a:cubicBezTo>
                    <a:pt x="23078" y="16614"/>
                    <a:pt x="23121" y="16607"/>
                    <a:pt x="23165" y="16607"/>
                  </a:cubicBezTo>
                  <a:cubicBezTo>
                    <a:pt x="23227" y="16607"/>
                    <a:pt x="23291" y="16621"/>
                    <a:pt x="23345" y="16657"/>
                  </a:cubicBezTo>
                  <a:cubicBezTo>
                    <a:pt x="23390" y="16672"/>
                    <a:pt x="23428" y="16680"/>
                    <a:pt x="23466" y="16680"/>
                  </a:cubicBezTo>
                  <a:cubicBezTo>
                    <a:pt x="23504" y="16680"/>
                    <a:pt x="23542" y="16672"/>
                    <a:pt x="23588" y="16657"/>
                  </a:cubicBezTo>
                  <a:lnTo>
                    <a:pt x="23679" y="16627"/>
                  </a:lnTo>
                  <a:cubicBezTo>
                    <a:pt x="23740" y="16596"/>
                    <a:pt x="23861" y="16566"/>
                    <a:pt x="23861" y="16535"/>
                  </a:cubicBezTo>
                  <a:lnTo>
                    <a:pt x="23831" y="16323"/>
                  </a:lnTo>
                  <a:cubicBezTo>
                    <a:pt x="23953" y="16262"/>
                    <a:pt x="24044" y="16171"/>
                    <a:pt x="24135" y="16049"/>
                  </a:cubicBezTo>
                  <a:lnTo>
                    <a:pt x="24135" y="16049"/>
                  </a:lnTo>
                  <a:cubicBezTo>
                    <a:pt x="24135" y="16049"/>
                    <a:pt x="23861" y="16201"/>
                    <a:pt x="23770" y="16262"/>
                  </a:cubicBezTo>
                  <a:cubicBezTo>
                    <a:pt x="23738" y="16283"/>
                    <a:pt x="23706" y="16293"/>
                    <a:pt x="23677" y="16293"/>
                  </a:cubicBezTo>
                  <a:cubicBezTo>
                    <a:pt x="23626" y="16293"/>
                    <a:pt x="23588" y="16260"/>
                    <a:pt x="23588" y="16201"/>
                  </a:cubicBezTo>
                  <a:lnTo>
                    <a:pt x="23405" y="16231"/>
                  </a:lnTo>
                  <a:lnTo>
                    <a:pt x="23223" y="16231"/>
                  </a:lnTo>
                  <a:cubicBezTo>
                    <a:pt x="23253" y="16140"/>
                    <a:pt x="23314" y="16019"/>
                    <a:pt x="23375" y="15927"/>
                  </a:cubicBezTo>
                  <a:cubicBezTo>
                    <a:pt x="23378" y="15924"/>
                    <a:pt x="23383" y="15923"/>
                    <a:pt x="23388" y="15923"/>
                  </a:cubicBezTo>
                  <a:cubicBezTo>
                    <a:pt x="23431" y="15923"/>
                    <a:pt x="23530" y="16022"/>
                    <a:pt x="23557" y="16049"/>
                  </a:cubicBezTo>
                  <a:cubicBezTo>
                    <a:pt x="23561" y="16052"/>
                    <a:pt x="23568" y="16054"/>
                    <a:pt x="23578" y="16054"/>
                  </a:cubicBezTo>
                  <a:cubicBezTo>
                    <a:pt x="23659" y="16054"/>
                    <a:pt x="23935" y="15955"/>
                    <a:pt x="24044" y="15927"/>
                  </a:cubicBezTo>
                  <a:cubicBezTo>
                    <a:pt x="24076" y="15906"/>
                    <a:pt x="24112" y="15896"/>
                    <a:pt x="24148" y="15896"/>
                  </a:cubicBezTo>
                  <a:cubicBezTo>
                    <a:pt x="24213" y="15896"/>
                    <a:pt x="24278" y="15929"/>
                    <a:pt x="24317" y="15988"/>
                  </a:cubicBezTo>
                  <a:cubicBezTo>
                    <a:pt x="24317" y="16019"/>
                    <a:pt x="24591" y="16019"/>
                    <a:pt x="24652" y="16079"/>
                  </a:cubicBezTo>
                  <a:cubicBezTo>
                    <a:pt x="24682" y="16140"/>
                    <a:pt x="24652" y="16201"/>
                    <a:pt x="24560" y="16201"/>
                  </a:cubicBezTo>
                  <a:lnTo>
                    <a:pt x="24469" y="16201"/>
                  </a:lnTo>
                  <a:lnTo>
                    <a:pt x="24044" y="16292"/>
                  </a:lnTo>
                  <a:cubicBezTo>
                    <a:pt x="24155" y="16381"/>
                    <a:pt x="24283" y="16438"/>
                    <a:pt x="24414" y="16438"/>
                  </a:cubicBezTo>
                  <a:cubicBezTo>
                    <a:pt x="24463" y="16438"/>
                    <a:pt x="24512" y="16430"/>
                    <a:pt x="24560" y="16414"/>
                  </a:cubicBezTo>
                  <a:cubicBezTo>
                    <a:pt x="24593" y="16406"/>
                    <a:pt x="24626" y="16402"/>
                    <a:pt x="24658" y="16402"/>
                  </a:cubicBezTo>
                  <a:cubicBezTo>
                    <a:pt x="24745" y="16402"/>
                    <a:pt x="24828" y="16430"/>
                    <a:pt x="24895" y="16475"/>
                  </a:cubicBezTo>
                  <a:cubicBezTo>
                    <a:pt x="24906" y="16486"/>
                    <a:pt x="24918" y="16491"/>
                    <a:pt x="24929" y="16491"/>
                  </a:cubicBezTo>
                  <a:cubicBezTo>
                    <a:pt x="24978" y="16491"/>
                    <a:pt x="25022" y="16402"/>
                    <a:pt x="25047" y="16353"/>
                  </a:cubicBezTo>
                  <a:cubicBezTo>
                    <a:pt x="25047" y="16328"/>
                    <a:pt x="25051" y="16317"/>
                    <a:pt x="25059" y="16317"/>
                  </a:cubicBezTo>
                  <a:cubicBezTo>
                    <a:pt x="25080" y="16317"/>
                    <a:pt x="25124" y="16395"/>
                    <a:pt x="25168" y="16505"/>
                  </a:cubicBezTo>
                  <a:lnTo>
                    <a:pt x="25229" y="16627"/>
                  </a:lnTo>
                  <a:cubicBezTo>
                    <a:pt x="25260" y="16657"/>
                    <a:pt x="25290" y="16687"/>
                    <a:pt x="25351" y="16687"/>
                  </a:cubicBezTo>
                  <a:cubicBezTo>
                    <a:pt x="25472" y="16657"/>
                    <a:pt x="25381" y="16657"/>
                    <a:pt x="25351" y="16596"/>
                  </a:cubicBezTo>
                  <a:cubicBezTo>
                    <a:pt x="25320" y="16535"/>
                    <a:pt x="25351" y="16475"/>
                    <a:pt x="25442" y="16444"/>
                  </a:cubicBezTo>
                  <a:cubicBezTo>
                    <a:pt x="25507" y="16444"/>
                    <a:pt x="25526" y="16522"/>
                    <a:pt x="25586" y="16522"/>
                  </a:cubicBezTo>
                  <a:cubicBezTo>
                    <a:pt x="25611" y="16522"/>
                    <a:pt x="25642" y="16509"/>
                    <a:pt x="25685" y="16475"/>
                  </a:cubicBezTo>
                  <a:cubicBezTo>
                    <a:pt x="25731" y="16459"/>
                    <a:pt x="25784" y="16452"/>
                    <a:pt x="25841" y="16452"/>
                  </a:cubicBezTo>
                  <a:cubicBezTo>
                    <a:pt x="25898" y="16452"/>
                    <a:pt x="25959" y="16459"/>
                    <a:pt x="26019" y="16475"/>
                  </a:cubicBezTo>
                  <a:cubicBezTo>
                    <a:pt x="26050" y="16490"/>
                    <a:pt x="26080" y="16497"/>
                    <a:pt x="26111" y="16497"/>
                  </a:cubicBezTo>
                  <a:cubicBezTo>
                    <a:pt x="26141" y="16497"/>
                    <a:pt x="26171" y="16490"/>
                    <a:pt x="26202" y="16475"/>
                  </a:cubicBezTo>
                  <a:cubicBezTo>
                    <a:pt x="26263" y="16459"/>
                    <a:pt x="26331" y="16452"/>
                    <a:pt x="26399" y="16452"/>
                  </a:cubicBezTo>
                  <a:cubicBezTo>
                    <a:pt x="26468" y="16452"/>
                    <a:pt x="26536" y="16459"/>
                    <a:pt x="26597" y="16475"/>
                  </a:cubicBezTo>
                  <a:cubicBezTo>
                    <a:pt x="26623" y="16485"/>
                    <a:pt x="26648" y="16489"/>
                    <a:pt x="26671" y="16489"/>
                  </a:cubicBezTo>
                  <a:cubicBezTo>
                    <a:pt x="26759" y="16489"/>
                    <a:pt x="26830" y="16430"/>
                    <a:pt x="26918" y="16430"/>
                  </a:cubicBezTo>
                  <a:cubicBezTo>
                    <a:pt x="26941" y="16430"/>
                    <a:pt x="26966" y="16434"/>
                    <a:pt x="26992" y="16444"/>
                  </a:cubicBezTo>
                  <a:lnTo>
                    <a:pt x="27083" y="16475"/>
                  </a:lnTo>
                  <a:cubicBezTo>
                    <a:pt x="27174" y="16475"/>
                    <a:pt x="27266" y="16444"/>
                    <a:pt x="27357" y="16414"/>
                  </a:cubicBezTo>
                  <a:lnTo>
                    <a:pt x="27387" y="16383"/>
                  </a:lnTo>
                  <a:cubicBezTo>
                    <a:pt x="27418" y="16353"/>
                    <a:pt x="27478" y="16323"/>
                    <a:pt x="27509" y="16323"/>
                  </a:cubicBezTo>
                  <a:lnTo>
                    <a:pt x="27661" y="16353"/>
                  </a:lnTo>
                  <a:cubicBezTo>
                    <a:pt x="27722" y="16383"/>
                    <a:pt x="27790" y="16399"/>
                    <a:pt x="27855" y="16399"/>
                  </a:cubicBezTo>
                  <a:cubicBezTo>
                    <a:pt x="27919" y="16399"/>
                    <a:pt x="27980" y="16383"/>
                    <a:pt x="28026" y="16353"/>
                  </a:cubicBezTo>
                  <a:cubicBezTo>
                    <a:pt x="28034" y="16345"/>
                    <a:pt x="28046" y="16341"/>
                    <a:pt x="28062" y="16341"/>
                  </a:cubicBezTo>
                  <a:cubicBezTo>
                    <a:pt x="28105" y="16341"/>
                    <a:pt x="28172" y="16369"/>
                    <a:pt x="28238" y="16414"/>
                  </a:cubicBezTo>
                  <a:lnTo>
                    <a:pt x="28329" y="16475"/>
                  </a:lnTo>
                  <a:lnTo>
                    <a:pt x="28360" y="16475"/>
                  </a:lnTo>
                  <a:cubicBezTo>
                    <a:pt x="28421" y="16475"/>
                    <a:pt x="28481" y="16414"/>
                    <a:pt x="28481" y="16383"/>
                  </a:cubicBezTo>
                  <a:lnTo>
                    <a:pt x="28481" y="16323"/>
                  </a:lnTo>
                  <a:cubicBezTo>
                    <a:pt x="28481" y="16307"/>
                    <a:pt x="28474" y="16307"/>
                    <a:pt x="28466" y="16307"/>
                  </a:cubicBezTo>
                  <a:cubicBezTo>
                    <a:pt x="28459" y="16307"/>
                    <a:pt x="28451" y="16307"/>
                    <a:pt x="28451" y="16292"/>
                  </a:cubicBezTo>
                  <a:cubicBezTo>
                    <a:pt x="28451" y="16262"/>
                    <a:pt x="28421" y="16231"/>
                    <a:pt x="28451" y="16231"/>
                  </a:cubicBezTo>
                  <a:lnTo>
                    <a:pt x="28542" y="16231"/>
                  </a:lnTo>
                  <a:lnTo>
                    <a:pt x="28633" y="16353"/>
                  </a:lnTo>
                  <a:cubicBezTo>
                    <a:pt x="28785" y="16535"/>
                    <a:pt x="28785" y="16657"/>
                    <a:pt x="28664" y="16657"/>
                  </a:cubicBezTo>
                  <a:lnTo>
                    <a:pt x="28603" y="16657"/>
                  </a:lnTo>
                  <a:cubicBezTo>
                    <a:pt x="28573" y="16657"/>
                    <a:pt x="28542" y="16687"/>
                    <a:pt x="28512" y="16718"/>
                  </a:cubicBezTo>
                  <a:cubicBezTo>
                    <a:pt x="28481" y="16809"/>
                    <a:pt x="28603" y="16809"/>
                    <a:pt x="28694" y="16809"/>
                  </a:cubicBezTo>
                  <a:lnTo>
                    <a:pt x="28725" y="16809"/>
                  </a:lnTo>
                  <a:cubicBezTo>
                    <a:pt x="28816" y="16809"/>
                    <a:pt x="28907" y="16779"/>
                    <a:pt x="28968" y="16718"/>
                  </a:cubicBezTo>
                  <a:lnTo>
                    <a:pt x="29089" y="16779"/>
                  </a:lnTo>
                  <a:cubicBezTo>
                    <a:pt x="29120" y="16779"/>
                    <a:pt x="29181" y="16779"/>
                    <a:pt x="29211" y="16748"/>
                  </a:cubicBezTo>
                  <a:cubicBezTo>
                    <a:pt x="29241" y="16718"/>
                    <a:pt x="29241" y="16687"/>
                    <a:pt x="29211" y="16657"/>
                  </a:cubicBezTo>
                  <a:cubicBezTo>
                    <a:pt x="29181" y="16627"/>
                    <a:pt x="29150" y="16596"/>
                    <a:pt x="29089" y="16566"/>
                  </a:cubicBezTo>
                  <a:cubicBezTo>
                    <a:pt x="29029" y="16505"/>
                    <a:pt x="28877" y="16566"/>
                    <a:pt x="28937" y="16414"/>
                  </a:cubicBezTo>
                  <a:lnTo>
                    <a:pt x="28968" y="16353"/>
                  </a:lnTo>
                  <a:cubicBezTo>
                    <a:pt x="28983" y="16330"/>
                    <a:pt x="29005" y="16320"/>
                    <a:pt x="29030" y="16320"/>
                  </a:cubicBezTo>
                  <a:cubicBezTo>
                    <a:pt x="29101" y="16320"/>
                    <a:pt x="29196" y="16399"/>
                    <a:pt x="29241" y="16444"/>
                  </a:cubicBezTo>
                  <a:cubicBezTo>
                    <a:pt x="29250" y="16470"/>
                    <a:pt x="29276" y="16481"/>
                    <a:pt x="29314" y="16481"/>
                  </a:cubicBezTo>
                  <a:cubicBezTo>
                    <a:pt x="29412" y="16481"/>
                    <a:pt x="29592" y="16410"/>
                    <a:pt x="29788" y="16323"/>
                  </a:cubicBezTo>
                  <a:lnTo>
                    <a:pt x="30062" y="16292"/>
                  </a:lnTo>
                  <a:lnTo>
                    <a:pt x="30366" y="16262"/>
                  </a:lnTo>
                  <a:cubicBezTo>
                    <a:pt x="30396" y="16079"/>
                    <a:pt x="30396" y="15897"/>
                    <a:pt x="30366" y="15715"/>
                  </a:cubicBezTo>
                  <a:cubicBezTo>
                    <a:pt x="30366" y="15684"/>
                    <a:pt x="30457" y="15624"/>
                    <a:pt x="30640" y="15593"/>
                  </a:cubicBezTo>
                  <a:lnTo>
                    <a:pt x="30700" y="15715"/>
                  </a:lnTo>
                  <a:cubicBezTo>
                    <a:pt x="30731" y="15745"/>
                    <a:pt x="30670" y="15775"/>
                    <a:pt x="30670" y="15836"/>
                  </a:cubicBezTo>
                  <a:cubicBezTo>
                    <a:pt x="30670" y="15897"/>
                    <a:pt x="30670" y="15958"/>
                    <a:pt x="30700" y="16019"/>
                  </a:cubicBezTo>
                  <a:cubicBezTo>
                    <a:pt x="30700" y="16079"/>
                    <a:pt x="30731" y="16171"/>
                    <a:pt x="30761" y="16171"/>
                  </a:cubicBezTo>
                  <a:cubicBezTo>
                    <a:pt x="30761" y="16171"/>
                    <a:pt x="30700" y="16201"/>
                    <a:pt x="30670" y="16201"/>
                  </a:cubicBezTo>
                  <a:lnTo>
                    <a:pt x="30579" y="16231"/>
                  </a:lnTo>
                  <a:cubicBezTo>
                    <a:pt x="30488" y="16292"/>
                    <a:pt x="30518" y="16475"/>
                    <a:pt x="30548" y="16535"/>
                  </a:cubicBezTo>
                  <a:cubicBezTo>
                    <a:pt x="30553" y="16540"/>
                    <a:pt x="30560" y="16543"/>
                    <a:pt x="30568" y="16543"/>
                  </a:cubicBezTo>
                  <a:cubicBezTo>
                    <a:pt x="30608" y="16543"/>
                    <a:pt x="30680" y="16480"/>
                    <a:pt x="30731" y="16353"/>
                  </a:cubicBezTo>
                  <a:lnTo>
                    <a:pt x="30913" y="16292"/>
                  </a:lnTo>
                  <a:cubicBezTo>
                    <a:pt x="30916" y="16290"/>
                    <a:pt x="30918" y="16289"/>
                    <a:pt x="30922" y="16289"/>
                  </a:cubicBezTo>
                  <a:cubicBezTo>
                    <a:pt x="30944" y="16289"/>
                    <a:pt x="30984" y="16344"/>
                    <a:pt x="31017" y="16344"/>
                  </a:cubicBezTo>
                  <a:cubicBezTo>
                    <a:pt x="31037" y="16344"/>
                    <a:pt x="31055" y="16324"/>
                    <a:pt x="31065" y="16262"/>
                  </a:cubicBezTo>
                  <a:cubicBezTo>
                    <a:pt x="31096" y="16201"/>
                    <a:pt x="31187" y="16140"/>
                    <a:pt x="31278" y="16079"/>
                  </a:cubicBezTo>
                  <a:cubicBezTo>
                    <a:pt x="31308" y="16064"/>
                    <a:pt x="31354" y="16057"/>
                    <a:pt x="31392" y="16057"/>
                  </a:cubicBezTo>
                  <a:cubicBezTo>
                    <a:pt x="31430" y="16057"/>
                    <a:pt x="31460" y="16064"/>
                    <a:pt x="31460" y="16079"/>
                  </a:cubicBezTo>
                  <a:cubicBezTo>
                    <a:pt x="31491" y="16110"/>
                    <a:pt x="31399" y="16171"/>
                    <a:pt x="31399" y="16231"/>
                  </a:cubicBezTo>
                  <a:cubicBezTo>
                    <a:pt x="31430" y="16262"/>
                    <a:pt x="31582" y="16262"/>
                    <a:pt x="31612" y="16262"/>
                  </a:cubicBezTo>
                  <a:cubicBezTo>
                    <a:pt x="31643" y="16262"/>
                    <a:pt x="31825" y="16049"/>
                    <a:pt x="31886" y="15988"/>
                  </a:cubicBezTo>
                  <a:cubicBezTo>
                    <a:pt x="31910" y="15980"/>
                    <a:pt x="31937" y="15976"/>
                    <a:pt x="31964" y="15976"/>
                  </a:cubicBezTo>
                  <a:cubicBezTo>
                    <a:pt x="32038" y="15976"/>
                    <a:pt x="32115" y="16005"/>
                    <a:pt x="32159" y="16049"/>
                  </a:cubicBezTo>
                  <a:lnTo>
                    <a:pt x="32220" y="16110"/>
                  </a:lnTo>
                  <a:cubicBezTo>
                    <a:pt x="32251" y="16140"/>
                    <a:pt x="32311" y="16201"/>
                    <a:pt x="32342" y="16201"/>
                  </a:cubicBezTo>
                  <a:cubicBezTo>
                    <a:pt x="32433" y="16171"/>
                    <a:pt x="32433" y="16079"/>
                    <a:pt x="32372" y="16019"/>
                  </a:cubicBezTo>
                  <a:cubicBezTo>
                    <a:pt x="32281" y="15988"/>
                    <a:pt x="32311" y="15897"/>
                    <a:pt x="32372" y="15867"/>
                  </a:cubicBezTo>
                  <a:cubicBezTo>
                    <a:pt x="32378" y="15861"/>
                    <a:pt x="32386" y="15859"/>
                    <a:pt x="32397" y="15859"/>
                  </a:cubicBezTo>
                  <a:cubicBezTo>
                    <a:pt x="32444" y="15859"/>
                    <a:pt x="32530" y="15908"/>
                    <a:pt x="32555" y="15958"/>
                  </a:cubicBezTo>
                  <a:lnTo>
                    <a:pt x="32615" y="15988"/>
                  </a:lnTo>
                  <a:cubicBezTo>
                    <a:pt x="32615" y="16049"/>
                    <a:pt x="32646" y="16110"/>
                    <a:pt x="32646" y="16140"/>
                  </a:cubicBezTo>
                  <a:cubicBezTo>
                    <a:pt x="32767" y="16201"/>
                    <a:pt x="32858" y="16262"/>
                    <a:pt x="32980" y="16323"/>
                  </a:cubicBezTo>
                  <a:lnTo>
                    <a:pt x="33132" y="16353"/>
                  </a:lnTo>
                  <a:lnTo>
                    <a:pt x="33345" y="16383"/>
                  </a:lnTo>
                  <a:cubicBezTo>
                    <a:pt x="33436" y="16292"/>
                    <a:pt x="33436" y="16171"/>
                    <a:pt x="33406" y="16140"/>
                  </a:cubicBezTo>
                  <a:cubicBezTo>
                    <a:pt x="33375" y="16140"/>
                    <a:pt x="33345" y="15958"/>
                    <a:pt x="33406" y="15927"/>
                  </a:cubicBezTo>
                  <a:cubicBezTo>
                    <a:pt x="33410" y="15923"/>
                    <a:pt x="33416" y="15921"/>
                    <a:pt x="33424" y="15921"/>
                  </a:cubicBezTo>
                  <a:cubicBezTo>
                    <a:pt x="33475" y="15921"/>
                    <a:pt x="33592" y="15997"/>
                    <a:pt x="33618" y="16049"/>
                  </a:cubicBezTo>
                  <a:cubicBezTo>
                    <a:pt x="33626" y="16057"/>
                    <a:pt x="33635" y="16060"/>
                    <a:pt x="33646" y="16060"/>
                  </a:cubicBezTo>
                  <a:cubicBezTo>
                    <a:pt x="33679" y="16060"/>
                    <a:pt x="33725" y="16026"/>
                    <a:pt x="33770" y="15958"/>
                  </a:cubicBezTo>
                  <a:lnTo>
                    <a:pt x="33801" y="15958"/>
                  </a:lnTo>
                  <a:lnTo>
                    <a:pt x="33983" y="15927"/>
                  </a:lnTo>
                  <a:cubicBezTo>
                    <a:pt x="33983" y="16019"/>
                    <a:pt x="34196" y="16323"/>
                    <a:pt x="34317" y="16353"/>
                  </a:cubicBezTo>
                  <a:cubicBezTo>
                    <a:pt x="34469" y="16353"/>
                    <a:pt x="34591" y="16049"/>
                    <a:pt x="34561" y="15927"/>
                  </a:cubicBezTo>
                  <a:cubicBezTo>
                    <a:pt x="34547" y="15874"/>
                    <a:pt x="34557" y="15850"/>
                    <a:pt x="34581" y="15850"/>
                  </a:cubicBezTo>
                  <a:cubicBezTo>
                    <a:pt x="34610" y="15850"/>
                    <a:pt x="34661" y="15890"/>
                    <a:pt x="34713" y="15958"/>
                  </a:cubicBezTo>
                  <a:lnTo>
                    <a:pt x="35077" y="15958"/>
                  </a:lnTo>
                  <a:cubicBezTo>
                    <a:pt x="35260" y="15927"/>
                    <a:pt x="35442" y="15897"/>
                    <a:pt x="35624" y="15836"/>
                  </a:cubicBezTo>
                  <a:lnTo>
                    <a:pt x="35685" y="15867"/>
                  </a:lnTo>
                  <a:cubicBezTo>
                    <a:pt x="35741" y="15894"/>
                    <a:pt x="35785" y="15905"/>
                    <a:pt x="35823" y="15905"/>
                  </a:cubicBezTo>
                  <a:cubicBezTo>
                    <a:pt x="35910" y="15905"/>
                    <a:pt x="35965" y="15848"/>
                    <a:pt x="36050" y="15806"/>
                  </a:cubicBezTo>
                  <a:cubicBezTo>
                    <a:pt x="36050" y="15800"/>
                    <a:pt x="36052" y="15797"/>
                    <a:pt x="36057" y="15797"/>
                  </a:cubicBezTo>
                  <a:cubicBezTo>
                    <a:pt x="36073" y="15797"/>
                    <a:pt x="36117" y="15836"/>
                    <a:pt x="36141" y="15836"/>
                  </a:cubicBezTo>
                  <a:lnTo>
                    <a:pt x="36232" y="15867"/>
                  </a:lnTo>
                  <a:cubicBezTo>
                    <a:pt x="36293" y="15806"/>
                    <a:pt x="36354" y="15715"/>
                    <a:pt x="36384" y="15715"/>
                  </a:cubicBezTo>
                  <a:cubicBezTo>
                    <a:pt x="36445" y="15715"/>
                    <a:pt x="36476" y="15745"/>
                    <a:pt x="36506" y="15775"/>
                  </a:cubicBezTo>
                  <a:cubicBezTo>
                    <a:pt x="36506" y="15806"/>
                    <a:pt x="36415" y="15988"/>
                    <a:pt x="36506" y="16049"/>
                  </a:cubicBezTo>
                  <a:cubicBezTo>
                    <a:pt x="36521" y="16064"/>
                    <a:pt x="36533" y="16070"/>
                    <a:pt x="36545" y="16070"/>
                  </a:cubicBezTo>
                  <a:cubicBezTo>
                    <a:pt x="36581" y="16070"/>
                    <a:pt x="36604" y="16011"/>
                    <a:pt x="36628" y="15988"/>
                  </a:cubicBezTo>
                  <a:cubicBezTo>
                    <a:pt x="36658" y="15927"/>
                    <a:pt x="36688" y="15867"/>
                    <a:pt x="36719" y="15806"/>
                  </a:cubicBezTo>
                  <a:cubicBezTo>
                    <a:pt x="36749" y="15745"/>
                    <a:pt x="36810" y="15654"/>
                    <a:pt x="36840" y="15593"/>
                  </a:cubicBezTo>
                  <a:cubicBezTo>
                    <a:pt x="36848" y="15585"/>
                    <a:pt x="36865" y="15581"/>
                    <a:pt x="36888" y="15581"/>
                  </a:cubicBezTo>
                  <a:cubicBezTo>
                    <a:pt x="36950" y="15581"/>
                    <a:pt x="37055" y="15609"/>
                    <a:pt x="37144" y="15654"/>
                  </a:cubicBezTo>
                  <a:lnTo>
                    <a:pt x="37266" y="15745"/>
                  </a:lnTo>
                  <a:cubicBezTo>
                    <a:pt x="37254" y="15781"/>
                    <a:pt x="37228" y="15793"/>
                    <a:pt x="37199" y="15793"/>
                  </a:cubicBezTo>
                  <a:cubicBezTo>
                    <a:pt x="37154" y="15793"/>
                    <a:pt x="37102" y="15764"/>
                    <a:pt x="37083" y="15745"/>
                  </a:cubicBezTo>
                  <a:cubicBezTo>
                    <a:pt x="37075" y="15736"/>
                    <a:pt x="37058" y="15733"/>
                    <a:pt x="37038" y="15733"/>
                  </a:cubicBezTo>
                  <a:cubicBezTo>
                    <a:pt x="36990" y="15733"/>
                    <a:pt x="36923" y="15754"/>
                    <a:pt x="36901" y="15775"/>
                  </a:cubicBezTo>
                  <a:cubicBezTo>
                    <a:pt x="36871" y="15806"/>
                    <a:pt x="37023" y="15927"/>
                    <a:pt x="37114" y="15958"/>
                  </a:cubicBezTo>
                  <a:cubicBezTo>
                    <a:pt x="37138" y="15966"/>
                    <a:pt x="37163" y="15970"/>
                    <a:pt x="37187" y="15970"/>
                  </a:cubicBezTo>
                  <a:cubicBezTo>
                    <a:pt x="37254" y="15970"/>
                    <a:pt x="37321" y="15942"/>
                    <a:pt x="37387" y="15897"/>
                  </a:cubicBezTo>
                  <a:lnTo>
                    <a:pt x="37448" y="15836"/>
                  </a:lnTo>
                  <a:cubicBezTo>
                    <a:pt x="37509" y="15806"/>
                    <a:pt x="37600" y="15775"/>
                    <a:pt x="37631" y="15775"/>
                  </a:cubicBezTo>
                  <a:lnTo>
                    <a:pt x="37661" y="15836"/>
                  </a:lnTo>
                  <a:cubicBezTo>
                    <a:pt x="37665" y="15845"/>
                    <a:pt x="37671" y="15848"/>
                    <a:pt x="37678" y="15848"/>
                  </a:cubicBezTo>
                  <a:cubicBezTo>
                    <a:pt x="37723" y="15848"/>
                    <a:pt x="37821" y="15698"/>
                    <a:pt x="37874" y="15593"/>
                  </a:cubicBezTo>
                  <a:cubicBezTo>
                    <a:pt x="37881" y="15573"/>
                    <a:pt x="37892" y="15563"/>
                    <a:pt x="37907" y="15563"/>
                  </a:cubicBezTo>
                  <a:cubicBezTo>
                    <a:pt x="37960" y="15563"/>
                    <a:pt x="38060" y="15678"/>
                    <a:pt x="38178" y="15867"/>
                  </a:cubicBezTo>
                  <a:lnTo>
                    <a:pt x="38573" y="15867"/>
                  </a:lnTo>
                  <a:cubicBezTo>
                    <a:pt x="38786" y="15775"/>
                    <a:pt x="39029" y="15745"/>
                    <a:pt x="39242" y="15745"/>
                  </a:cubicBezTo>
                  <a:cubicBezTo>
                    <a:pt x="39258" y="15751"/>
                    <a:pt x="39275" y="15753"/>
                    <a:pt x="39291" y="15753"/>
                  </a:cubicBezTo>
                  <a:cubicBezTo>
                    <a:pt x="39363" y="15753"/>
                    <a:pt x="39424" y="15704"/>
                    <a:pt x="39424" y="15654"/>
                  </a:cubicBezTo>
                  <a:lnTo>
                    <a:pt x="39394" y="15593"/>
                  </a:lnTo>
                  <a:lnTo>
                    <a:pt x="39363" y="15563"/>
                  </a:lnTo>
                  <a:cubicBezTo>
                    <a:pt x="39287" y="15537"/>
                    <a:pt x="39508" y="15427"/>
                    <a:pt x="39671" y="15427"/>
                  </a:cubicBezTo>
                  <a:cubicBezTo>
                    <a:pt x="39704" y="15427"/>
                    <a:pt x="39733" y="15431"/>
                    <a:pt x="39758" y="15441"/>
                  </a:cubicBezTo>
                  <a:cubicBezTo>
                    <a:pt x="39880" y="15472"/>
                    <a:pt x="39971" y="15532"/>
                    <a:pt x="39941" y="15563"/>
                  </a:cubicBezTo>
                  <a:cubicBezTo>
                    <a:pt x="40009" y="15631"/>
                    <a:pt x="40077" y="15665"/>
                    <a:pt x="40159" y="15665"/>
                  </a:cubicBezTo>
                  <a:cubicBezTo>
                    <a:pt x="40186" y="15665"/>
                    <a:pt x="40214" y="15662"/>
                    <a:pt x="40245" y="15654"/>
                  </a:cubicBezTo>
                  <a:cubicBezTo>
                    <a:pt x="40300" y="15598"/>
                    <a:pt x="40356" y="15542"/>
                    <a:pt x="40426" y="15542"/>
                  </a:cubicBezTo>
                  <a:cubicBezTo>
                    <a:pt x="40470" y="15542"/>
                    <a:pt x="40520" y="15565"/>
                    <a:pt x="40579" y="15624"/>
                  </a:cubicBezTo>
                  <a:cubicBezTo>
                    <a:pt x="40585" y="15630"/>
                    <a:pt x="40596" y="15632"/>
                    <a:pt x="40610" y="15632"/>
                  </a:cubicBezTo>
                  <a:cubicBezTo>
                    <a:pt x="40668" y="15632"/>
                    <a:pt x="40780" y="15593"/>
                    <a:pt x="40853" y="15593"/>
                  </a:cubicBezTo>
                  <a:cubicBezTo>
                    <a:pt x="40913" y="15563"/>
                    <a:pt x="40974" y="15563"/>
                    <a:pt x="41035" y="15563"/>
                  </a:cubicBezTo>
                  <a:cubicBezTo>
                    <a:pt x="41065" y="15563"/>
                    <a:pt x="41126" y="15563"/>
                    <a:pt x="41126" y="15593"/>
                  </a:cubicBezTo>
                  <a:cubicBezTo>
                    <a:pt x="41156" y="15654"/>
                    <a:pt x="41126" y="15684"/>
                    <a:pt x="41096" y="15715"/>
                  </a:cubicBezTo>
                  <a:lnTo>
                    <a:pt x="41005" y="15745"/>
                  </a:lnTo>
                  <a:cubicBezTo>
                    <a:pt x="40913" y="15806"/>
                    <a:pt x="40944" y="15867"/>
                    <a:pt x="41126" y="15897"/>
                  </a:cubicBezTo>
                  <a:lnTo>
                    <a:pt x="41217" y="15775"/>
                  </a:lnTo>
                  <a:cubicBezTo>
                    <a:pt x="41238" y="15775"/>
                    <a:pt x="41258" y="15735"/>
                    <a:pt x="41296" y="15735"/>
                  </a:cubicBezTo>
                  <a:cubicBezTo>
                    <a:pt x="41315" y="15735"/>
                    <a:pt x="41339" y="15745"/>
                    <a:pt x="41369" y="15775"/>
                  </a:cubicBezTo>
                  <a:lnTo>
                    <a:pt x="41369" y="15806"/>
                  </a:lnTo>
                  <a:cubicBezTo>
                    <a:pt x="41400" y="15867"/>
                    <a:pt x="41400" y="15897"/>
                    <a:pt x="41369" y="15958"/>
                  </a:cubicBezTo>
                  <a:lnTo>
                    <a:pt x="41491" y="15958"/>
                  </a:lnTo>
                  <a:cubicBezTo>
                    <a:pt x="41552" y="15897"/>
                    <a:pt x="41582" y="15806"/>
                    <a:pt x="41582" y="15715"/>
                  </a:cubicBezTo>
                  <a:cubicBezTo>
                    <a:pt x="41582" y="15654"/>
                    <a:pt x="41704" y="15654"/>
                    <a:pt x="41825" y="15654"/>
                  </a:cubicBezTo>
                  <a:lnTo>
                    <a:pt x="41856" y="15684"/>
                  </a:lnTo>
                  <a:cubicBezTo>
                    <a:pt x="41916" y="15745"/>
                    <a:pt x="41856" y="15806"/>
                    <a:pt x="41734" y="15806"/>
                  </a:cubicBezTo>
                  <a:lnTo>
                    <a:pt x="41704" y="15806"/>
                  </a:lnTo>
                  <a:cubicBezTo>
                    <a:pt x="41673" y="15867"/>
                    <a:pt x="41734" y="15958"/>
                    <a:pt x="41825" y="15958"/>
                  </a:cubicBezTo>
                  <a:cubicBezTo>
                    <a:pt x="41845" y="15927"/>
                    <a:pt x="41866" y="15917"/>
                    <a:pt x="41886" y="15917"/>
                  </a:cubicBezTo>
                  <a:cubicBezTo>
                    <a:pt x="41927" y="15917"/>
                    <a:pt x="41967" y="15958"/>
                    <a:pt x="42008" y="15958"/>
                  </a:cubicBezTo>
                  <a:lnTo>
                    <a:pt x="42068" y="15958"/>
                  </a:lnTo>
                  <a:cubicBezTo>
                    <a:pt x="42190" y="15927"/>
                    <a:pt x="42281" y="15867"/>
                    <a:pt x="42342" y="15806"/>
                  </a:cubicBezTo>
                  <a:lnTo>
                    <a:pt x="42464" y="15836"/>
                  </a:lnTo>
                  <a:lnTo>
                    <a:pt x="42676" y="15897"/>
                  </a:lnTo>
                  <a:cubicBezTo>
                    <a:pt x="42980" y="15897"/>
                    <a:pt x="42980" y="15684"/>
                    <a:pt x="42980" y="15593"/>
                  </a:cubicBezTo>
                  <a:cubicBezTo>
                    <a:pt x="42980" y="15441"/>
                    <a:pt x="42980" y="15289"/>
                    <a:pt x="42950" y="15137"/>
                  </a:cubicBezTo>
                  <a:cubicBezTo>
                    <a:pt x="42919" y="15076"/>
                    <a:pt x="42980" y="14955"/>
                    <a:pt x="43071" y="14924"/>
                  </a:cubicBezTo>
                  <a:lnTo>
                    <a:pt x="43163" y="14894"/>
                  </a:lnTo>
                  <a:cubicBezTo>
                    <a:pt x="43178" y="14879"/>
                    <a:pt x="43185" y="14871"/>
                    <a:pt x="43193" y="14871"/>
                  </a:cubicBezTo>
                  <a:cubicBezTo>
                    <a:pt x="43201" y="14871"/>
                    <a:pt x="43208" y="14879"/>
                    <a:pt x="43223" y="14894"/>
                  </a:cubicBezTo>
                  <a:cubicBezTo>
                    <a:pt x="43254" y="14894"/>
                    <a:pt x="43284" y="14894"/>
                    <a:pt x="43284" y="14924"/>
                  </a:cubicBezTo>
                  <a:cubicBezTo>
                    <a:pt x="43315" y="14985"/>
                    <a:pt x="43345" y="15076"/>
                    <a:pt x="43406" y="15137"/>
                  </a:cubicBezTo>
                  <a:cubicBezTo>
                    <a:pt x="43436" y="15168"/>
                    <a:pt x="43497" y="15198"/>
                    <a:pt x="43558" y="15198"/>
                  </a:cubicBezTo>
                  <a:lnTo>
                    <a:pt x="43649" y="15228"/>
                  </a:lnTo>
                  <a:cubicBezTo>
                    <a:pt x="43675" y="15234"/>
                    <a:pt x="43698" y="15236"/>
                    <a:pt x="43717" y="15236"/>
                  </a:cubicBezTo>
                  <a:cubicBezTo>
                    <a:pt x="43809" y="15236"/>
                    <a:pt x="43821" y="15177"/>
                    <a:pt x="43771" y="15076"/>
                  </a:cubicBezTo>
                  <a:lnTo>
                    <a:pt x="43710" y="14985"/>
                  </a:lnTo>
                  <a:cubicBezTo>
                    <a:pt x="43801" y="14894"/>
                    <a:pt x="43892" y="14864"/>
                    <a:pt x="43983" y="14833"/>
                  </a:cubicBezTo>
                  <a:lnTo>
                    <a:pt x="44135" y="14864"/>
                  </a:lnTo>
                  <a:lnTo>
                    <a:pt x="44287" y="14924"/>
                  </a:lnTo>
                  <a:cubicBezTo>
                    <a:pt x="44287" y="14985"/>
                    <a:pt x="44257" y="15076"/>
                    <a:pt x="44196" y="15137"/>
                  </a:cubicBezTo>
                  <a:cubicBezTo>
                    <a:pt x="44166" y="15137"/>
                    <a:pt x="44257" y="15289"/>
                    <a:pt x="44318" y="15350"/>
                  </a:cubicBezTo>
                  <a:cubicBezTo>
                    <a:pt x="44332" y="15364"/>
                    <a:pt x="44346" y="15370"/>
                    <a:pt x="44360" y="15370"/>
                  </a:cubicBezTo>
                  <a:cubicBezTo>
                    <a:pt x="44405" y="15370"/>
                    <a:pt x="44446" y="15305"/>
                    <a:pt x="44470" y="15259"/>
                  </a:cubicBezTo>
                  <a:cubicBezTo>
                    <a:pt x="44470" y="15255"/>
                    <a:pt x="44475" y="15253"/>
                    <a:pt x="44484" y="15253"/>
                  </a:cubicBezTo>
                  <a:cubicBezTo>
                    <a:pt x="44541" y="15253"/>
                    <a:pt x="44756" y="15328"/>
                    <a:pt x="44834" y="15380"/>
                  </a:cubicBezTo>
                  <a:cubicBezTo>
                    <a:pt x="44926" y="15441"/>
                    <a:pt x="44956" y="15502"/>
                    <a:pt x="44926" y="15532"/>
                  </a:cubicBezTo>
                  <a:cubicBezTo>
                    <a:pt x="44682" y="15563"/>
                    <a:pt x="44470" y="15593"/>
                    <a:pt x="44226" y="15624"/>
                  </a:cubicBezTo>
                  <a:cubicBezTo>
                    <a:pt x="44196" y="15624"/>
                    <a:pt x="44166" y="15684"/>
                    <a:pt x="44166" y="15715"/>
                  </a:cubicBezTo>
                  <a:cubicBezTo>
                    <a:pt x="44226" y="15745"/>
                    <a:pt x="44287" y="15775"/>
                    <a:pt x="44378" y="15775"/>
                  </a:cubicBezTo>
                  <a:lnTo>
                    <a:pt x="44409" y="15927"/>
                  </a:lnTo>
                  <a:lnTo>
                    <a:pt x="44439" y="15958"/>
                  </a:lnTo>
                  <a:cubicBezTo>
                    <a:pt x="44561" y="15836"/>
                    <a:pt x="44652" y="15745"/>
                    <a:pt x="44804" y="15684"/>
                  </a:cubicBezTo>
                  <a:lnTo>
                    <a:pt x="44956" y="15775"/>
                  </a:lnTo>
                  <a:cubicBezTo>
                    <a:pt x="45108" y="15897"/>
                    <a:pt x="45321" y="15958"/>
                    <a:pt x="45503" y="15958"/>
                  </a:cubicBezTo>
                  <a:lnTo>
                    <a:pt x="45716" y="15927"/>
                  </a:lnTo>
                  <a:cubicBezTo>
                    <a:pt x="45929" y="15806"/>
                    <a:pt x="46172" y="15654"/>
                    <a:pt x="46141" y="15624"/>
                  </a:cubicBezTo>
                  <a:cubicBezTo>
                    <a:pt x="46081" y="15593"/>
                    <a:pt x="45959" y="15502"/>
                    <a:pt x="45837" y="15411"/>
                  </a:cubicBezTo>
                  <a:lnTo>
                    <a:pt x="45746" y="15320"/>
                  </a:lnTo>
                  <a:cubicBezTo>
                    <a:pt x="45746" y="15289"/>
                    <a:pt x="45746" y="15228"/>
                    <a:pt x="45777" y="15228"/>
                  </a:cubicBezTo>
                  <a:lnTo>
                    <a:pt x="45929" y="15228"/>
                  </a:lnTo>
                  <a:lnTo>
                    <a:pt x="45959" y="15289"/>
                  </a:lnTo>
                  <a:cubicBezTo>
                    <a:pt x="45965" y="15295"/>
                    <a:pt x="45976" y="15297"/>
                    <a:pt x="45992" y="15297"/>
                  </a:cubicBezTo>
                  <a:cubicBezTo>
                    <a:pt x="46063" y="15297"/>
                    <a:pt x="46219" y="15248"/>
                    <a:pt x="46293" y="15198"/>
                  </a:cubicBezTo>
                  <a:cubicBezTo>
                    <a:pt x="46303" y="15191"/>
                    <a:pt x="46313" y="15188"/>
                    <a:pt x="46323" y="15188"/>
                  </a:cubicBezTo>
                  <a:cubicBezTo>
                    <a:pt x="46403" y="15188"/>
                    <a:pt x="46472" y="15390"/>
                    <a:pt x="46445" y="15472"/>
                  </a:cubicBezTo>
                  <a:cubicBezTo>
                    <a:pt x="46415" y="15563"/>
                    <a:pt x="46597" y="15624"/>
                    <a:pt x="46658" y="15624"/>
                  </a:cubicBezTo>
                  <a:cubicBezTo>
                    <a:pt x="46719" y="15624"/>
                    <a:pt x="46506" y="15472"/>
                    <a:pt x="46537" y="15380"/>
                  </a:cubicBezTo>
                  <a:cubicBezTo>
                    <a:pt x="46537" y="15305"/>
                    <a:pt x="46681" y="15251"/>
                    <a:pt x="46833" y="15251"/>
                  </a:cubicBezTo>
                  <a:cubicBezTo>
                    <a:pt x="46866" y="15251"/>
                    <a:pt x="46899" y="15253"/>
                    <a:pt x="46932" y="15259"/>
                  </a:cubicBezTo>
                  <a:lnTo>
                    <a:pt x="47023" y="15320"/>
                  </a:lnTo>
                  <a:cubicBezTo>
                    <a:pt x="47101" y="15378"/>
                    <a:pt x="47180" y="15412"/>
                    <a:pt x="47267" y="15412"/>
                  </a:cubicBezTo>
                  <a:cubicBezTo>
                    <a:pt x="47314" y="15412"/>
                    <a:pt x="47364" y="15402"/>
                    <a:pt x="47418" y="15380"/>
                  </a:cubicBezTo>
                  <a:cubicBezTo>
                    <a:pt x="47466" y="15344"/>
                    <a:pt x="47523" y="15327"/>
                    <a:pt x="47581" y="15327"/>
                  </a:cubicBezTo>
                  <a:cubicBezTo>
                    <a:pt x="47669" y="15327"/>
                    <a:pt x="47758" y="15368"/>
                    <a:pt x="47813" y="15441"/>
                  </a:cubicBezTo>
                  <a:lnTo>
                    <a:pt x="47904" y="15532"/>
                  </a:lnTo>
                  <a:cubicBezTo>
                    <a:pt x="48026" y="15472"/>
                    <a:pt x="48147" y="15380"/>
                    <a:pt x="48239" y="15289"/>
                  </a:cubicBezTo>
                  <a:lnTo>
                    <a:pt x="48208" y="15259"/>
                  </a:lnTo>
                  <a:lnTo>
                    <a:pt x="48056" y="15137"/>
                  </a:lnTo>
                  <a:cubicBezTo>
                    <a:pt x="48085" y="15130"/>
                    <a:pt x="48115" y="15126"/>
                    <a:pt x="48146" y="15126"/>
                  </a:cubicBezTo>
                  <a:cubicBezTo>
                    <a:pt x="48245" y="15126"/>
                    <a:pt x="48344" y="15166"/>
                    <a:pt x="48391" y="15259"/>
                  </a:cubicBezTo>
                  <a:lnTo>
                    <a:pt x="48482" y="15289"/>
                  </a:lnTo>
                  <a:cubicBezTo>
                    <a:pt x="48526" y="15300"/>
                    <a:pt x="48567" y="15307"/>
                    <a:pt x="48606" y="15307"/>
                  </a:cubicBezTo>
                  <a:cubicBezTo>
                    <a:pt x="48674" y="15307"/>
                    <a:pt x="48739" y="15286"/>
                    <a:pt x="48816" y="15228"/>
                  </a:cubicBezTo>
                  <a:lnTo>
                    <a:pt x="48877" y="15198"/>
                  </a:lnTo>
                  <a:cubicBezTo>
                    <a:pt x="49059" y="15228"/>
                    <a:pt x="49120" y="15320"/>
                    <a:pt x="49059" y="15441"/>
                  </a:cubicBezTo>
                  <a:lnTo>
                    <a:pt x="49059" y="15532"/>
                  </a:lnTo>
                  <a:cubicBezTo>
                    <a:pt x="49181" y="15593"/>
                    <a:pt x="49211" y="15654"/>
                    <a:pt x="49181" y="15654"/>
                  </a:cubicBezTo>
                  <a:lnTo>
                    <a:pt x="49090" y="15654"/>
                  </a:lnTo>
                  <a:cubicBezTo>
                    <a:pt x="48999" y="15654"/>
                    <a:pt x="48968" y="15715"/>
                    <a:pt x="48968" y="15775"/>
                  </a:cubicBezTo>
                  <a:lnTo>
                    <a:pt x="49090" y="15806"/>
                  </a:lnTo>
                  <a:lnTo>
                    <a:pt x="49211" y="15836"/>
                  </a:lnTo>
                  <a:cubicBezTo>
                    <a:pt x="49181" y="15927"/>
                    <a:pt x="49181" y="16019"/>
                    <a:pt x="49181" y="16110"/>
                  </a:cubicBezTo>
                  <a:lnTo>
                    <a:pt x="49242" y="16110"/>
                  </a:lnTo>
                  <a:cubicBezTo>
                    <a:pt x="49333" y="16049"/>
                    <a:pt x="49424" y="15988"/>
                    <a:pt x="49485" y="15897"/>
                  </a:cubicBezTo>
                  <a:cubicBezTo>
                    <a:pt x="49546" y="15867"/>
                    <a:pt x="49363" y="15654"/>
                    <a:pt x="49424" y="15593"/>
                  </a:cubicBezTo>
                  <a:cubicBezTo>
                    <a:pt x="49515" y="15502"/>
                    <a:pt x="49394" y="15441"/>
                    <a:pt x="49333" y="15411"/>
                  </a:cubicBezTo>
                  <a:cubicBezTo>
                    <a:pt x="49303" y="15411"/>
                    <a:pt x="49333" y="15259"/>
                    <a:pt x="49485" y="15107"/>
                  </a:cubicBezTo>
                  <a:lnTo>
                    <a:pt x="49698" y="15107"/>
                  </a:lnTo>
                  <a:cubicBezTo>
                    <a:pt x="49728" y="15137"/>
                    <a:pt x="49758" y="15198"/>
                    <a:pt x="49728" y="15259"/>
                  </a:cubicBezTo>
                  <a:lnTo>
                    <a:pt x="49667" y="15259"/>
                  </a:lnTo>
                  <a:cubicBezTo>
                    <a:pt x="49606" y="15259"/>
                    <a:pt x="49667" y="15350"/>
                    <a:pt x="49698" y="15380"/>
                  </a:cubicBezTo>
                  <a:cubicBezTo>
                    <a:pt x="49700" y="15383"/>
                    <a:pt x="49705" y="15384"/>
                    <a:pt x="49710" y="15384"/>
                  </a:cubicBezTo>
                  <a:cubicBezTo>
                    <a:pt x="49765" y="15384"/>
                    <a:pt x="49946" y="15253"/>
                    <a:pt x="50002" y="15198"/>
                  </a:cubicBezTo>
                  <a:cubicBezTo>
                    <a:pt x="50032" y="15168"/>
                    <a:pt x="50070" y="15152"/>
                    <a:pt x="50108" y="15152"/>
                  </a:cubicBezTo>
                  <a:cubicBezTo>
                    <a:pt x="50146" y="15152"/>
                    <a:pt x="50184" y="15168"/>
                    <a:pt x="50214" y="15198"/>
                  </a:cubicBezTo>
                  <a:lnTo>
                    <a:pt x="50275" y="15228"/>
                  </a:lnTo>
                  <a:lnTo>
                    <a:pt x="50336" y="15289"/>
                  </a:lnTo>
                  <a:cubicBezTo>
                    <a:pt x="50427" y="15350"/>
                    <a:pt x="50488" y="15380"/>
                    <a:pt x="50579" y="15441"/>
                  </a:cubicBezTo>
                  <a:cubicBezTo>
                    <a:pt x="50579" y="15450"/>
                    <a:pt x="50584" y="15454"/>
                    <a:pt x="50593" y="15454"/>
                  </a:cubicBezTo>
                  <a:cubicBezTo>
                    <a:pt x="50612" y="15454"/>
                    <a:pt x="50649" y="15432"/>
                    <a:pt x="50670" y="15411"/>
                  </a:cubicBezTo>
                  <a:lnTo>
                    <a:pt x="50701" y="15380"/>
                  </a:lnTo>
                  <a:lnTo>
                    <a:pt x="50731" y="15350"/>
                  </a:lnTo>
                  <a:cubicBezTo>
                    <a:pt x="50731" y="15289"/>
                    <a:pt x="51035" y="15016"/>
                    <a:pt x="51065" y="14894"/>
                  </a:cubicBezTo>
                  <a:cubicBezTo>
                    <a:pt x="51084" y="14857"/>
                    <a:pt x="51131" y="14845"/>
                    <a:pt x="51191" y="14845"/>
                  </a:cubicBezTo>
                  <a:cubicBezTo>
                    <a:pt x="51293" y="14845"/>
                    <a:pt x="51434" y="14879"/>
                    <a:pt x="51543" y="14879"/>
                  </a:cubicBezTo>
                  <a:cubicBezTo>
                    <a:pt x="51581" y="14879"/>
                    <a:pt x="51616" y="14875"/>
                    <a:pt x="51643" y="14864"/>
                  </a:cubicBezTo>
                  <a:cubicBezTo>
                    <a:pt x="51662" y="14856"/>
                    <a:pt x="51680" y="14853"/>
                    <a:pt x="51696" y="14853"/>
                  </a:cubicBezTo>
                  <a:cubicBezTo>
                    <a:pt x="51807" y="14853"/>
                    <a:pt x="51841" y="15016"/>
                    <a:pt x="51734" y="15016"/>
                  </a:cubicBezTo>
                  <a:cubicBezTo>
                    <a:pt x="51643" y="15046"/>
                    <a:pt x="51582" y="15107"/>
                    <a:pt x="51582" y="15228"/>
                  </a:cubicBezTo>
                  <a:cubicBezTo>
                    <a:pt x="51613" y="15259"/>
                    <a:pt x="51521" y="15472"/>
                    <a:pt x="51582" y="15502"/>
                  </a:cubicBezTo>
                  <a:cubicBezTo>
                    <a:pt x="51643" y="15502"/>
                    <a:pt x="51856" y="15320"/>
                    <a:pt x="52099" y="15076"/>
                  </a:cubicBezTo>
                  <a:lnTo>
                    <a:pt x="52464" y="15289"/>
                  </a:lnTo>
                  <a:lnTo>
                    <a:pt x="52524" y="15289"/>
                  </a:lnTo>
                  <a:cubicBezTo>
                    <a:pt x="52585" y="15289"/>
                    <a:pt x="52707" y="15228"/>
                    <a:pt x="52676" y="15198"/>
                  </a:cubicBezTo>
                  <a:cubicBezTo>
                    <a:pt x="52646" y="15168"/>
                    <a:pt x="52494" y="14985"/>
                    <a:pt x="52524" y="14924"/>
                  </a:cubicBezTo>
                  <a:cubicBezTo>
                    <a:pt x="52524" y="14899"/>
                    <a:pt x="52557" y="14889"/>
                    <a:pt x="52599" y="14889"/>
                  </a:cubicBezTo>
                  <a:cubicBezTo>
                    <a:pt x="52657" y="14889"/>
                    <a:pt x="52733" y="14907"/>
                    <a:pt x="52768" y="14924"/>
                  </a:cubicBezTo>
                  <a:cubicBezTo>
                    <a:pt x="52776" y="14929"/>
                    <a:pt x="52784" y="14930"/>
                    <a:pt x="52792" y="14930"/>
                  </a:cubicBezTo>
                  <a:cubicBezTo>
                    <a:pt x="52844" y="14930"/>
                    <a:pt x="52889" y="14855"/>
                    <a:pt x="52889" y="14803"/>
                  </a:cubicBezTo>
                  <a:cubicBezTo>
                    <a:pt x="52902" y="14777"/>
                    <a:pt x="52926" y="14768"/>
                    <a:pt x="52951" y="14768"/>
                  </a:cubicBezTo>
                  <a:cubicBezTo>
                    <a:pt x="52986" y="14768"/>
                    <a:pt x="53024" y="14785"/>
                    <a:pt x="53041" y="14803"/>
                  </a:cubicBezTo>
                  <a:cubicBezTo>
                    <a:pt x="53072" y="14833"/>
                    <a:pt x="53041" y="14924"/>
                    <a:pt x="52980" y="14985"/>
                  </a:cubicBezTo>
                  <a:lnTo>
                    <a:pt x="53193" y="14985"/>
                  </a:lnTo>
                  <a:cubicBezTo>
                    <a:pt x="53254" y="14985"/>
                    <a:pt x="53284" y="14955"/>
                    <a:pt x="53345" y="14924"/>
                  </a:cubicBezTo>
                  <a:cubicBezTo>
                    <a:pt x="53467" y="15016"/>
                    <a:pt x="53558" y="15137"/>
                    <a:pt x="53649" y="15289"/>
                  </a:cubicBezTo>
                  <a:cubicBezTo>
                    <a:pt x="53680" y="15380"/>
                    <a:pt x="53983" y="15502"/>
                    <a:pt x="54105" y="15532"/>
                  </a:cubicBezTo>
                  <a:cubicBezTo>
                    <a:pt x="54227" y="15532"/>
                    <a:pt x="54196" y="15320"/>
                    <a:pt x="54135" y="15259"/>
                  </a:cubicBezTo>
                  <a:cubicBezTo>
                    <a:pt x="54105" y="15137"/>
                    <a:pt x="54135" y="15046"/>
                    <a:pt x="54196" y="14955"/>
                  </a:cubicBezTo>
                  <a:cubicBezTo>
                    <a:pt x="54211" y="14940"/>
                    <a:pt x="54234" y="14932"/>
                    <a:pt x="54257" y="14932"/>
                  </a:cubicBezTo>
                  <a:cubicBezTo>
                    <a:pt x="54280" y="14932"/>
                    <a:pt x="54303" y="14940"/>
                    <a:pt x="54318" y="14955"/>
                  </a:cubicBezTo>
                  <a:cubicBezTo>
                    <a:pt x="54379" y="15076"/>
                    <a:pt x="54439" y="15168"/>
                    <a:pt x="54531" y="15289"/>
                  </a:cubicBezTo>
                  <a:lnTo>
                    <a:pt x="54743" y="15289"/>
                  </a:lnTo>
                  <a:cubicBezTo>
                    <a:pt x="54804" y="15259"/>
                    <a:pt x="54774" y="15168"/>
                    <a:pt x="54743" y="15168"/>
                  </a:cubicBezTo>
                  <a:lnTo>
                    <a:pt x="55017" y="15168"/>
                  </a:lnTo>
                  <a:cubicBezTo>
                    <a:pt x="55078" y="15168"/>
                    <a:pt x="55139" y="15107"/>
                    <a:pt x="55169" y="15046"/>
                  </a:cubicBezTo>
                  <a:cubicBezTo>
                    <a:pt x="55169" y="15016"/>
                    <a:pt x="55290" y="14894"/>
                    <a:pt x="55351" y="14894"/>
                  </a:cubicBezTo>
                  <a:cubicBezTo>
                    <a:pt x="55360" y="14898"/>
                    <a:pt x="55367" y="14900"/>
                    <a:pt x="55375" y="14900"/>
                  </a:cubicBezTo>
                  <a:cubicBezTo>
                    <a:pt x="55420" y="14900"/>
                    <a:pt x="55447" y="14825"/>
                    <a:pt x="55473" y="14772"/>
                  </a:cubicBezTo>
                  <a:cubicBezTo>
                    <a:pt x="55479" y="14760"/>
                    <a:pt x="55497" y="14755"/>
                    <a:pt x="55521" y="14755"/>
                  </a:cubicBezTo>
                  <a:cubicBezTo>
                    <a:pt x="55588" y="14755"/>
                    <a:pt x="55708" y="14790"/>
                    <a:pt x="55805" y="14790"/>
                  </a:cubicBezTo>
                  <a:cubicBezTo>
                    <a:pt x="55840" y="14790"/>
                    <a:pt x="55873" y="14785"/>
                    <a:pt x="55898" y="14772"/>
                  </a:cubicBezTo>
                  <a:cubicBezTo>
                    <a:pt x="55925" y="14764"/>
                    <a:pt x="55952" y="14760"/>
                    <a:pt x="55976" y="14760"/>
                  </a:cubicBezTo>
                  <a:cubicBezTo>
                    <a:pt x="56035" y="14760"/>
                    <a:pt x="56081" y="14781"/>
                    <a:pt x="56081" y="14803"/>
                  </a:cubicBezTo>
                  <a:lnTo>
                    <a:pt x="56081" y="14864"/>
                  </a:lnTo>
                  <a:cubicBezTo>
                    <a:pt x="56081" y="14921"/>
                    <a:pt x="56130" y="14943"/>
                    <a:pt x="56181" y="14943"/>
                  </a:cubicBezTo>
                  <a:cubicBezTo>
                    <a:pt x="56211" y="14943"/>
                    <a:pt x="56241" y="14936"/>
                    <a:pt x="56263" y="14924"/>
                  </a:cubicBezTo>
                  <a:cubicBezTo>
                    <a:pt x="56294" y="14894"/>
                    <a:pt x="56324" y="14803"/>
                    <a:pt x="56385" y="14803"/>
                  </a:cubicBezTo>
                  <a:lnTo>
                    <a:pt x="56446" y="14772"/>
                  </a:lnTo>
                  <a:cubicBezTo>
                    <a:pt x="56537" y="14772"/>
                    <a:pt x="56537" y="14651"/>
                    <a:pt x="56537" y="14620"/>
                  </a:cubicBezTo>
                  <a:cubicBezTo>
                    <a:pt x="56530" y="14606"/>
                    <a:pt x="56542" y="14600"/>
                    <a:pt x="56567" y="14600"/>
                  </a:cubicBezTo>
                  <a:cubicBezTo>
                    <a:pt x="56650" y="14600"/>
                    <a:pt x="56869" y="14665"/>
                    <a:pt x="56962" y="14712"/>
                  </a:cubicBezTo>
                  <a:cubicBezTo>
                    <a:pt x="57103" y="14740"/>
                    <a:pt x="57269" y="14897"/>
                    <a:pt x="57341" y="14897"/>
                  </a:cubicBezTo>
                  <a:cubicBezTo>
                    <a:pt x="57347" y="14897"/>
                    <a:pt x="57353" y="14896"/>
                    <a:pt x="57357" y="14894"/>
                  </a:cubicBezTo>
                  <a:cubicBezTo>
                    <a:pt x="57368" y="14889"/>
                    <a:pt x="57377" y="14886"/>
                    <a:pt x="57384" y="14886"/>
                  </a:cubicBezTo>
                  <a:cubicBezTo>
                    <a:pt x="57416" y="14886"/>
                    <a:pt x="57407" y="14941"/>
                    <a:pt x="57357" y="15016"/>
                  </a:cubicBezTo>
                  <a:lnTo>
                    <a:pt x="57449" y="15107"/>
                  </a:lnTo>
                  <a:lnTo>
                    <a:pt x="57449" y="15137"/>
                  </a:lnTo>
                  <a:cubicBezTo>
                    <a:pt x="57570" y="15107"/>
                    <a:pt x="57661" y="15046"/>
                    <a:pt x="57753" y="14955"/>
                  </a:cubicBezTo>
                  <a:cubicBezTo>
                    <a:pt x="57783" y="14940"/>
                    <a:pt x="57821" y="14932"/>
                    <a:pt x="57859" y="14932"/>
                  </a:cubicBezTo>
                  <a:cubicBezTo>
                    <a:pt x="57897" y="14932"/>
                    <a:pt x="57935" y="14940"/>
                    <a:pt x="57965" y="14955"/>
                  </a:cubicBezTo>
                  <a:cubicBezTo>
                    <a:pt x="57965" y="14957"/>
                    <a:pt x="57966" y="14957"/>
                    <a:pt x="57966" y="14957"/>
                  </a:cubicBezTo>
                  <a:cubicBezTo>
                    <a:pt x="57976" y="14957"/>
                    <a:pt x="58060" y="14737"/>
                    <a:pt x="58117" y="14651"/>
                  </a:cubicBezTo>
                  <a:cubicBezTo>
                    <a:pt x="58174" y="14613"/>
                    <a:pt x="58253" y="14587"/>
                    <a:pt x="58327" y="14587"/>
                  </a:cubicBezTo>
                  <a:cubicBezTo>
                    <a:pt x="58373" y="14587"/>
                    <a:pt x="58417" y="14597"/>
                    <a:pt x="58452" y="14620"/>
                  </a:cubicBezTo>
                  <a:lnTo>
                    <a:pt x="58482" y="14620"/>
                  </a:lnTo>
                  <a:lnTo>
                    <a:pt x="58634" y="14499"/>
                  </a:lnTo>
                  <a:cubicBezTo>
                    <a:pt x="58756" y="14560"/>
                    <a:pt x="58999" y="14712"/>
                    <a:pt x="59060" y="14712"/>
                  </a:cubicBezTo>
                  <a:cubicBezTo>
                    <a:pt x="59120" y="14681"/>
                    <a:pt x="59364" y="14590"/>
                    <a:pt x="59424" y="14560"/>
                  </a:cubicBezTo>
                  <a:cubicBezTo>
                    <a:pt x="59462" y="14547"/>
                    <a:pt x="59500" y="14540"/>
                    <a:pt x="59535" y="14540"/>
                  </a:cubicBezTo>
                  <a:cubicBezTo>
                    <a:pt x="59586" y="14540"/>
                    <a:pt x="59632" y="14554"/>
                    <a:pt x="59667" y="14590"/>
                  </a:cubicBezTo>
                  <a:cubicBezTo>
                    <a:pt x="59728" y="14651"/>
                    <a:pt x="59789" y="14651"/>
                    <a:pt x="59880" y="14681"/>
                  </a:cubicBezTo>
                  <a:lnTo>
                    <a:pt x="59971" y="14620"/>
                  </a:lnTo>
                  <a:cubicBezTo>
                    <a:pt x="60032" y="14590"/>
                    <a:pt x="60063" y="14529"/>
                    <a:pt x="60093" y="14438"/>
                  </a:cubicBezTo>
                  <a:cubicBezTo>
                    <a:pt x="60096" y="14435"/>
                    <a:pt x="60103" y="14433"/>
                    <a:pt x="60111" y="14433"/>
                  </a:cubicBezTo>
                  <a:cubicBezTo>
                    <a:pt x="60181" y="14433"/>
                    <a:pt x="60407" y="14533"/>
                    <a:pt x="60488" y="14560"/>
                  </a:cubicBezTo>
                  <a:cubicBezTo>
                    <a:pt x="60498" y="14563"/>
                    <a:pt x="60509" y="14564"/>
                    <a:pt x="60522" y="14564"/>
                  </a:cubicBezTo>
                  <a:cubicBezTo>
                    <a:pt x="60623" y="14564"/>
                    <a:pt x="60789" y="14462"/>
                    <a:pt x="60762" y="14408"/>
                  </a:cubicBezTo>
                  <a:cubicBezTo>
                    <a:pt x="60762" y="14398"/>
                    <a:pt x="60766" y="14394"/>
                    <a:pt x="60774" y="14394"/>
                  </a:cubicBezTo>
                  <a:cubicBezTo>
                    <a:pt x="60817" y="14394"/>
                    <a:pt x="60959" y="14513"/>
                    <a:pt x="61035" y="14590"/>
                  </a:cubicBezTo>
                  <a:cubicBezTo>
                    <a:pt x="61073" y="14603"/>
                    <a:pt x="61116" y="14610"/>
                    <a:pt x="61160" y="14610"/>
                  </a:cubicBezTo>
                  <a:cubicBezTo>
                    <a:pt x="61222" y="14610"/>
                    <a:pt x="61286" y="14595"/>
                    <a:pt x="61339" y="14560"/>
                  </a:cubicBezTo>
                  <a:cubicBezTo>
                    <a:pt x="61370" y="14468"/>
                    <a:pt x="61400" y="14408"/>
                    <a:pt x="61400" y="14347"/>
                  </a:cubicBezTo>
                  <a:lnTo>
                    <a:pt x="61400" y="14317"/>
                  </a:lnTo>
                  <a:lnTo>
                    <a:pt x="61400" y="14256"/>
                  </a:lnTo>
                  <a:cubicBezTo>
                    <a:pt x="61339" y="14134"/>
                    <a:pt x="61218" y="14073"/>
                    <a:pt x="61126" y="14073"/>
                  </a:cubicBezTo>
                  <a:lnTo>
                    <a:pt x="61005" y="14043"/>
                  </a:lnTo>
                  <a:cubicBezTo>
                    <a:pt x="60974" y="14013"/>
                    <a:pt x="60944" y="13982"/>
                    <a:pt x="60944" y="13921"/>
                  </a:cubicBezTo>
                  <a:lnTo>
                    <a:pt x="60944" y="13830"/>
                  </a:lnTo>
                  <a:cubicBezTo>
                    <a:pt x="61035" y="13709"/>
                    <a:pt x="61096" y="13557"/>
                    <a:pt x="61096" y="13374"/>
                  </a:cubicBezTo>
                  <a:lnTo>
                    <a:pt x="61430" y="13374"/>
                  </a:lnTo>
                  <a:cubicBezTo>
                    <a:pt x="61522" y="13359"/>
                    <a:pt x="61613" y="13351"/>
                    <a:pt x="61704" y="13351"/>
                  </a:cubicBezTo>
                  <a:cubicBezTo>
                    <a:pt x="61795" y="13351"/>
                    <a:pt x="61886" y="13359"/>
                    <a:pt x="61978" y="13374"/>
                  </a:cubicBezTo>
                  <a:lnTo>
                    <a:pt x="62008" y="13374"/>
                  </a:lnTo>
                  <a:cubicBezTo>
                    <a:pt x="62160" y="13465"/>
                    <a:pt x="61978" y="13435"/>
                    <a:pt x="61978" y="13526"/>
                  </a:cubicBezTo>
                  <a:cubicBezTo>
                    <a:pt x="61978" y="13617"/>
                    <a:pt x="61947" y="13648"/>
                    <a:pt x="61826" y="13648"/>
                  </a:cubicBezTo>
                  <a:lnTo>
                    <a:pt x="61795" y="13648"/>
                  </a:lnTo>
                  <a:cubicBezTo>
                    <a:pt x="61741" y="13648"/>
                    <a:pt x="61519" y="13552"/>
                    <a:pt x="61428" y="13552"/>
                  </a:cubicBezTo>
                  <a:cubicBezTo>
                    <a:pt x="61416" y="13552"/>
                    <a:pt x="61407" y="13553"/>
                    <a:pt x="61400" y="13557"/>
                  </a:cubicBezTo>
                  <a:cubicBezTo>
                    <a:pt x="61339" y="13587"/>
                    <a:pt x="61400" y="13891"/>
                    <a:pt x="61400" y="13982"/>
                  </a:cubicBezTo>
                  <a:cubicBezTo>
                    <a:pt x="61400" y="14073"/>
                    <a:pt x="61461" y="14165"/>
                    <a:pt x="61552" y="14195"/>
                  </a:cubicBezTo>
                  <a:lnTo>
                    <a:pt x="61582" y="14104"/>
                  </a:lnTo>
                  <a:cubicBezTo>
                    <a:pt x="61613" y="14043"/>
                    <a:pt x="61613" y="13952"/>
                    <a:pt x="61643" y="13921"/>
                  </a:cubicBezTo>
                  <a:cubicBezTo>
                    <a:pt x="61655" y="13915"/>
                    <a:pt x="61669" y="13913"/>
                    <a:pt x="61683" y="13913"/>
                  </a:cubicBezTo>
                  <a:cubicBezTo>
                    <a:pt x="61740" y="13913"/>
                    <a:pt x="61813" y="13952"/>
                    <a:pt x="61886" y="13952"/>
                  </a:cubicBezTo>
                  <a:lnTo>
                    <a:pt x="62038" y="13952"/>
                  </a:lnTo>
                  <a:cubicBezTo>
                    <a:pt x="62190" y="14013"/>
                    <a:pt x="62221" y="14104"/>
                    <a:pt x="62190" y="14104"/>
                  </a:cubicBezTo>
                  <a:cubicBezTo>
                    <a:pt x="62145" y="14119"/>
                    <a:pt x="62107" y="14127"/>
                    <a:pt x="62069" y="14127"/>
                  </a:cubicBezTo>
                  <a:cubicBezTo>
                    <a:pt x="62031" y="14127"/>
                    <a:pt x="61993" y="14119"/>
                    <a:pt x="61947" y="14104"/>
                  </a:cubicBezTo>
                  <a:lnTo>
                    <a:pt x="61856" y="14165"/>
                  </a:lnTo>
                  <a:lnTo>
                    <a:pt x="61613" y="14317"/>
                  </a:lnTo>
                  <a:cubicBezTo>
                    <a:pt x="61613" y="14523"/>
                    <a:pt x="61701" y="14664"/>
                    <a:pt x="61821" y="14664"/>
                  </a:cubicBezTo>
                  <a:cubicBezTo>
                    <a:pt x="61842" y="14664"/>
                    <a:pt x="61864" y="14660"/>
                    <a:pt x="61886" y="14651"/>
                  </a:cubicBezTo>
                  <a:lnTo>
                    <a:pt x="61856" y="14499"/>
                  </a:lnTo>
                  <a:cubicBezTo>
                    <a:pt x="61856" y="14438"/>
                    <a:pt x="61886" y="14438"/>
                    <a:pt x="61947" y="14438"/>
                  </a:cubicBezTo>
                  <a:lnTo>
                    <a:pt x="61978" y="14468"/>
                  </a:lnTo>
                  <a:cubicBezTo>
                    <a:pt x="62038" y="14499"/>
                    <a:pt x="62069" y="14560"/>
                    <a:pt x="62099" y="14620"/>
                  </a:cubicBezTo>
                  <a:lnTo>
                    <a:pt x="62130" y="14833"/>
                  </a:lnTo>
                  <a:cubicBezTo>
                    <a:pt x="62281" y="14772"/>
                    <a:pt x="62373" y="14681"/>
                    <a:pt x="62342" y="14651"/>
                  </a:cubicBezTo>
                  <a:cubicBezTo>
                    <a:pt x="62585" y="14560"/>
                    <a:pt x="62829" y="14499"/>
                    <a:pt x="63072" y="14468"/>
                  </a:cubicBezTo>
                  <a:cubicBezTo>
                    <a:pt x="63160" y="14446"/>
                    <a:pt x="63237" y="14432"/>
                    <a:pt x="63298" y="14426"/>
                  </a:cubicBezTo>
                  <a:lnTo>
                    <a:pt x="63298" y="14426"/>
                  </a:lnTo>
                  <a:lnTo>
                    <a:pt x="63383" y="14448"/>
                  </a:lnTo>
                  <a:lnTo>
                    <a:pt x="63383" y="14448"/>
                  </a:lnTo>
                  <a:cubicBezTo>
                    <a:pt x="63388" y="14440"/>
                    <a:pt x="63392" y="14432"/>
                    <a:pt x="63396" y="14424"/>
                  </a:cubicBezTo>
                  <a:lnTo>
                    <a:pt x="63396" y="14424"/>
                  </a:lnTo>
                  <a:cubicBezTo>
                    <a:pt x="63385" y="14423"/>
                    <a:pt x="63373" y="14423"/>
                    <a:pt x="63361" y="14423"/>
                  </a:cubicBezTo>
                  <a:cubicBezTo>
                    <a:pt x="63342" y="14423"/>
                    <a:pt x="63321" y="14424"/>
                    <a:pt x="63298" y="14426"/>
                  </a:cubicBezTo>
                  <a:lnTo>
                    <a:pt x="63298" y="14426"/>
                  </a:lnTo>
                  <a:lnTo>
                    <a:pt x="63224" y="14408"/>
                  </a:lnTo>
                  <a:lnTo>
                    <a:pt x="63041" y="14377"/>
                  </a:lnTo>
                  <a:cubicBezTo>
                    <a:pt x="62950" y="14286"/>
                    <a:pt x="62859" y="14165"/>
                    <a:pt x="62829" y="14043"/>
                  </a:cubicBezTo>
                  <a:lnTo>
                    <a:pt x="62889" y="14043"/>
                  </a:lnTo>
                  <a:cubicBezTo>
                    <a:pt x="62950" y="14073"/>
                    <a:pt x="63315" y="14286"/>
                    <a:pt x="63376" y="14317"/>
                  </a:cubicBezTo>
                  <a:cubicBezTo>
                    <a:pt x="63406" y="14346"/>
                    <a:pt x="63413" y="14384"/>
                    <a:pt x="63396" y="14424"/>
                  </a:cubicBezTo>
                  <a:lnTo>
                    <a:pt x="63396" y="14424"/>
                  </a:lnTo>
                  <a:cubicBezTo>
                    <a:pt x="63442" y="14429"/>
                    <a:pt x="63467" y="14444"/>
                    <a:pt x="63467" y="14468"/>
                  </a:cubicBezTo>
                  <a:lnTo>
                    <a:pt x="63383" y="14448"/>
                  </a:lnTo>
                  <a:lnTo>
                    <a:pt x="63383" y="14448"/>
                  </a:lnTo>
                  <a:cubicBezTo>
                    <a:pt x="63360" y="14483"/>
                    <a:pt x="63318" y="14522"/>
                    <a:pt x="63254" y="14560"/>
                  </a:cubicBezTo>
                  <a:lnTo>
                    <a:pt x="63497" y="14590"/>
                  </a:lnTo>
                  <a:cubicBezTo>
                    <a:pt x="63691" y="14526"/>
                    <a:pt x="64006" y="14461"/>
                    <a:pt x="64206" y="14461"/>
                  </a:cubicBezTo>
                  <a:cubicBezTo>
                    <a:pt x="64289" y="14461"/>
                    <a:pt x="64352" y="14472"/>
                    <a:pt x="64379" y="14499"/>
                  </a:cubicBezTo>
                  <a:cubicBezTo>
                    <a:pt x="64470" y="14620"/>
                    <a:pt x="64531" y="14742"/>
                    <a:pt x="64500" y="14803"/>
                  </a:cubicBezTo>
                  <a:lnTo>
                    <a:pt x="64318" y="14803"/>
                  </a:lnTo>
                  <a:cubicBezTo>
                    <a:pt x="64288" y="14803"/>
                    <a:pt x="64257" y="14833"/>
                    <a:pt x="64257" y="14894"/>
                  </a:cubicBezTo>
                  <a:cubicBezTo>
                    <a:pt x="64257" y="14924"/>
                    <a:pt x="64318" y="14955"/>
                    <a:pt x="64348" y="14955"/>
                  </a:cubicBezTo>
                  <a:lnTo>
                    <a:pt x="64440" y="14955"/>
                  </a:lnTo>
                  <a:cubicBezTo>
                    <a:pt x="64561" y="14894"/>
                    <a:pt x="64652" y="14803"/>
                    <a:pt x="64652" y="14651"/>
                  </a:cubicBezTo>
                  <a:lnTo>
                    <a:pt x="64652" y="14560"/>
                  </a:lnTo>
                  <a:cubicBezTo>
                    <a:pt x="64652" y="14529"/>
                    <a:pt x="64744" y="14499"/>
                    <a:pt x="64774" y="14468"/>
                  </a:cubicBezTo>
                  <a:cubicBezTo>
                    <a:pt x="64804" y="14438"/>
                    <a:pt x="64865" y="14438"/>
                    <a:pt x="64804" y="14408"/>
                  </a:cubicBezTo>
                  <a:cubicBezTo>
                    <a:pt x="64744" y="14347"/>
                    <a:pt x="64744" y="14317"/>
                    <a:pt x="64835" y="14317"/>
                  </a:cubicBezTo>
                  <a:lnTo>
                    <a:pt x="64865" y="14317"/>
                  </a:lnTo>
                  <a:cubicBezTo>
                    <a:pt x="64926" y="14317"/>
                    <a:pt x="64865" y="14620"/>
                    <a:pt x="64835" y="14712"/>
                  </a:cubicBezTo>
                  <a:cubicBezTo>
                    <a:pt x="64804" y="14803"/>
                    <a:pt x="64744" y="14894"/>
                    <a:pt x="64713" y="14894"/>
                  </a:cubicBezTo>
                  <a:cubicBezTo>
                    <a:pt x="64683" y="14894"/>
                    <a:pt x="64713" y="15016"/>
                    <a:pt x="64744" y="15046"/>
                  </a:cubicBezTo>
                  <a:cubicBezTo>
                    <a:pt x="64751" y="15061"/>
                    <a:pt x="64765" y="15066"/>
                    <a:pt x="64783" y="15066"/>
                  </a:cubicBezTo>
                  <a:cubicBezTo>
                    <a:pt x="64838" y="15066"/>
                    <a:pt x="64926" y="15008"/>
                    <a:pt x="64926" y="14985"/>
                  </a:cubicBezTo>
                  <a:cubicBezTo>
                    <a:pt x="64956" y="14894"/>
                    <a:pt x="64987" y="14864"/>
                    <a:pt x="65017" y="14803"/>
                  </a:cubicBezTo>
                  <a:lnTo>
                    <a:pt x="65048" y="14803"/>
                  </a:lnTo>
                  <a:cubicBezTo>
                    <a:pt x="65108" y="14803"/>
                    <a:pt x="65139" y="14833"/>
                    <a:pt x="65169" y="14864"/>
                  </a:cubicBezTo>
                  <a:lnTo>
                    <a:pt x="65169" y="14924"/>
                  </a:lnTo>
                  <a:cubicBezTo>
                    <a:pt x="65169" y="14985"/>
                    <a:pt x="65230" y="15046"/>
                    <a:pt x="65230" y="15046"/>
                  </a:cubicBezTo>
                  <a:cubicBezTo>
                    <a:pt x="65260" y="15046"/>
                    <a:pt x="65321" y="14924"/>
                    <a:pt x="65321" y="14864"/>
                  </a:cubicBezTo>
                  <a:cubicBezTo>
                    <a:pt x="65351" y="14803"/>
                    <a:pt x="65078" y="14651"/>
                    <a:pt x="65078" y="14560"/>
                  </a:cubicBezTo>
                  <a:cubicBezTo>
                    <a:pt x="65078" y="14468"/>
                    <a:pt x="65230" y="14408"/>
                    <a:pt x="65291" y="14408"/>
                  </a:cubicBezTo>
                  <a:cubicBezTo>
                    <a:pt x="65296" y="14413"/>
                    <a:pt x="65303" y="14416"/>
                    <a:pt x="65310" y="14416"/>
                  </a:cubicBezTo>
                  <a:cubicBezTo>
                    <a:pt x="65342" y="14416"/>
                    <a:pt x="65387" y="14366"/>
                    <a:pt x="65412" y="14317"/>
                  </a:cubicBezTo>
                  <a:lnTo>
                    <a:pt x="65625" y="14317"/>
                  </a:lnTo>
                  <a:cubicBezTo>
                    <a:pt x="65706" y="14317"/>
                    <a:pt x="65787" y="14344"/>
                    <a:pt x="65868" y="14344"/>
                  </a:cubicBezTo>
                  <a:cubicBezTo>
                    <a:pt x="65909" y="14344"/>
                    <a:pt x="65949" y="14337"/>
                    <a:pt x="65990" y="14317"/>
                  </a:cubicBezTo>
                  <a:cubicBezTo>
                    <a:pt x="65999" y="14308"/>
                    <a:pt x="66013" y="14304"/>
                    <a:pt x="66030" y="14304"/>
                  </a:cubicBezTo>
                  <a:cubicBezTo>
                    <a:pt x="66071" y="14304"/>
                    <a:pt x="66129" y="14325"/>
                    <a:pt x="66172" y="14347"/>
                  </a:cubicBezTo>
                  <a:cubicBezTo>
                    <a:pt x="66242" y="14347"/>
                    <a:pt x="66258" y="14437"/>
                    <a:pt x="66331" y="14437"/>
                  </a:cubicBezTo>
                  <a:cubicBezTo>
                    <a:pt x="66353" y="14437"/>
                    <a:pt x="66380" y="14429"/>
                    <a:pt x="66415" y="14408"/>
                  </a:cubicBezTo>
                  <a:lnTo>
                    <a:pt x="66476" y="14377"/>
                  </a:lnTo>
                  <a:cubicBezTo>
                    <a:pt x="66503" y="14391"/>
                    <a:pt x="66526" y="14397"/>
                    <a:pt x="66547" y="14397"/>
                  </a:cubicBezTo>
                  <a:cubicBezTo>
                    <a:pt x="66621" y="14397"/>
                    <a:pt x="66658" y="14320"/>
                    <a:pt x="66658" y="14225"/>
                  </a:cubicBezTo>
                  <a:lnTo>
                    <a:pt x="66993" y="14225"/>
                  </a:lnTo>
                  <a:cubicBezTo>
                    <a:pt x="67266" y="14225"/>
                    <a:pt x="67388" y="14499"/>
                    <a:pt x="67266" y="14499"/>
                  </a:cubicBezTo>
                  <a:lnTo>
                    <a:pt x="67418" y="14499"/>
                  </a:lnTo>
                  <a:lnTo>
                    <a:pt x="67601" y="14438"/>
                  </a:lnTo>
                  <a:lnTo>
                    <a:pt x="67844" y="14377"/>
                  </a:lnTo>
                  <a:cubicBezTo>
                    <a:pt x="68044" y="14288"/>
                    <a:pt x="68212" y="14232"/>
                    <a:pt x="68287" y="14232"/>
                  </a:cubicBezTo>
                  <a:cubicBezTo>
                    <a:pt x="68315" y="14232"/>
                    <a:pt x="68330" y="14239"/>
                    <a:pt x="68330" y="14256"/>
                  </a:cubicBezTo>
                  <a:lnTo>
                    <a:pt x="68330" y="14408"/>
                  </a:lnTo>
                  <a:cubicBezTo>
                    <a:pt x="68330" y="14466"/>
                    <a:pt x="68367" y="14487"/>
                    <a:pt x="68417" y="14487"/>
                  </a:cubicBezTo>
                  <a:cubicBezTo>
                    <a:pt x="68446" y="14487"/>
                    <a:pt x="68479" y="14480"/>
                    <a:pt x="68513" y="14468"/>
                  </a:cubicBezTo>
                  <a:cubicBezTo>
                    <a:pt x="68573" y="14438"/>
                    <a:pt x="68513" y="14317"/>
                    <a:pt x="68665" y="14317"/>
                  </a:cubicBezTo>
                  <a:lnTo>
                    <a:pt x="68756" y="14317"/>
                  </a:lnTo>
                  <a:cubicBezTo>
                    <a:pt x="68763" y="14314"/>
                    <a:pt x="68770" y="14313"/>
                    <a:pt x="68777" y="14313"/>
                  </a:cubicBezTo>
                  <a:cubicBezTo>
                    <a:pt x="68864" y="14313"/>
                    <a:pt x="68964" y="14473"/>
                    <a:pt x="68908" y="14529"/>
                  </a:cubicBezTo>
                  <a:cubicBezTo>
                    <a:pt x="68863" y="14574"/>
                    <a:pt x="68802" y="14602"/>
                    <a:pt x="68761" y="14602"/>
                  </a:cubicBezTo>
                  <a:cubicBezTo>
                    <a:pt x="68746" y="14602"/>
                    <a:pt x="68734" y="14598"/>
                    <a:pt x="68725" y="14590"/>
                  </a:cubicBezTo>
                  <a:lnTo>
                    <a:pt x="68634" y="14590"/>
                  </a:lnTo>
                  <a:cubicBezTo>
                    <a:pt x="68634" y="14590"/>
                    <a:pt x="68634" y="14772"/>
                    <a:pt x="68634" y="14803"/>
                  </a:cubicBezTo>
                  <a:cubicBezTo>
                    <a:pt x="68646" y="14826"/>
                    <a:pt x="68680" y="14836"/>
                    <a:pt x="68722" y="14836"/>
                  </a:cubicBezTo>
                  <a:cubicBezTo>
                    <a:pt x="68791" y="14836"/>
                    <a:pt x="68882" y="14810"/>
                    <a:pt x="68938" y="14772"/>
                  </a:cubicBezTo>
                  <a:cubicBezTo>
                    <a:pt x="68945" y="14766"/>
                    <a:pt x="68952" y="14763"/>
                    <a:pt x="68960" y="14763"/>
                  </a:cubicBezTo>
                  <a:cubicBezTo>
                    <a:pt x="69020" y="14763"/>
                    <a:pt x="69104" y="14955"/>
                    <a:pt x="69212" y="14955"/>
                  </a:cubicBezTo>
                  <a:cubicBezTo>
                    <a:pt x="69424" y="14924"/>
                    <a:pt x="69576" y="14833"/>
                    <a:pt x="69728" y="14712"/>
                  </a:cubicBezTo>
                  <a:cubicBezTo>
                    <a:pt x="69748" y="14682"/>
                    <a:pt x="69771" y="14669"/>
                    <a:pt x="69792" y="14669"/>
                  </a:cubicBezTo>
                  <a:cubicBezTo>
                    <a:pt x="69838" y="14669"/>
                    <a:pt x="69880" y="14730"/>
                    <a:pt x="69880" y="14833"/>
                  </a:cubicBezTo>
                  <a:lnTo>
                    <a:pt x="70093" y="14894"/>
                  </a:lnTo>
                  <a:lnTo>
                    <a:pt x="70184" y="14894"/>
                  </a:lnTo>
                  <a:cubicBezTo>
                    <a:pt x="70276" y="14894"/>
                    <a:pt x="70367" y="14833"/>
                    <a:pt x="70397" y="14772"/>
                  </a:cubicBezTo>
                  <a:cubicBezTo>
                    <a:pt x="70397" y="14712"/>
                    <a:pt x="70245" y="14651"/>
                    <a:pt x="70184" y="14651"/>
                  </a:cubicBezTo>
                  <a:cubicBezTo>
                    <a:pt x="70124" y="14651"/>
                    <a:pt x="70154" y="14438"/>
                    <a:pt x="70184" y="14377"/>
                  </a:cubicBezTo>
                  <a:cubicBezTo>
                    <a:pt x="70215" y="14317"/>
                    <a:pt x="70458" y="14225"/>
                    <a:pt x="70549" y="14225"/>
                  </a:cubicBezTo>
                  <a:cubicBezTo>
                    <a:pt x="70671" y="14256"/>
                    <a:pt x="70792" y="14286"/>
                    <a:pt x="70883" y="14377"/>
                  </a:cubicBezTo>
                  <a:lnTo>
                    <a:pt x="71035" y="14347"/>
                  </a:lnTo>
                  <a:lnTo>
                    <a:pt x="71096" y="14317"/>
                  </a:lnTo>
                  <a:cubicBezTo>
                    <a:pt x="71218" y="14317"/>
                    <a:pt x="71218" y="14256"/>
                    <a:pt x="71096" y="14195"/>
                  </a:cubicBezTo>
                  <a:lnTo>
                    <a:pt x="71096" y="14165"/>
                  </a:lnTo>
                  <a:lnTo>
                    <a:pt x="71157" y="14013"/>
                  </a:lnTo>
                  <a:cubicBezTo>
                    <a:pt x="71279" y="14013"/>
                    <a:pt x="71400" y="14104"/>
                    <a:pt x="71461" y="14225"/>
                  </a:cubicBezTo>
                  <a:cubicBezTo>
                    <a:pt x="71461" y="14236"/>
                    <a:pt x="71485" y="14244"/>
                    <a:pt x="71525" y="14244"/>
                  </a:cubicBezTo>
                  <a:cubicBezTo>
                    <a:pt x="71595" y="14244"/>
                    <a:pt x="71710" y="14222"/>
                    <a:pt x="71826" y="14165"/>
                  </a:cubicBezTo>
                  <a:lnTo>
                    <a:pt x="72282" y="14165"/>
                  </a:lnTo>
                  <a:cubicBezTo>
                    <a:pt x="72336" y="14075"/>
                    <a:pt x="72496" y="14049"/>
                    <a:pt x="72637" y="14049"/>
                  </a:cubicBezTo>
                  <a:cubicBezTo>
                    <a:pt x="72734" y="14049"/>
                    <a:pt x="72822" y="14061"/>
                    <a:pt x="72859" y="14073"/>
                  </a:cubicBezTo>
                  <a:cubicBezTo>
                    <a:pt x="72981" y="14134"/>
                    <a:pt x="73163" y="14225"/>
                    <a:pt x="73194" y="14225"/>
                  </a:cubicBezTo>
                  <a:cubicBezTo>
                    <a:pt x="73285" y="14195"/>
                    <a:pt x="73376" y="14165"/>
                    <a:pt x="73467" y="14104"/>
                  </a:cubicBezTo>
                  <a:lnTo>
                    <a:pt x="73619" y="14104"/>
                  </a:lnTo>
                  <a:cubicBezTo>
                    <a:pt x="73619" y="14104"/>
                    <a:pt x="73680" y="14013"/>
                    <a:pt x="73680" y="13982"/>
                  </a:cubicBezTo>
                  <a:cubicBezTo>
                    <a:pt x="73680" y="13877"/>
                    <a:pt x="73680" y="13845"/>
                    <a:pt x="73730" y="13845"/>
                  </a:cubicBezTo>
                  <a:cubicBezTo>
                    <a:pt x="73752" y="13845"/>
                    <a:pt x="73785" y="13851"/>
                    <a:pt x="73832" y="13861"/>
                  </a:cubicBezTo>
                  <a:cubicBezTo>
                    <a:pt x="73872" y="13861"/>
                    <a:pt x="73940" y="13874"/>
                    <a:pt x="73989" y="13874"/>
                  </a:cubicBezTo>
                  <a:cubicBezTo>
                    <a:pt x="74014" y="13874"/>
                    <a:pt x="74035" y="13871"/>
                    <a:pt x="74045" y="13861"/>
                  </a:cubicBezTo>
                  <a:lnTo>
                    <a:pt x="74227" y="13739"/>
                  </a:lnTo>
                  <a:cubicBezTo>
                    <a:pt x="74302" y="13814"/>
                    <a:pt x="74418" y="13868"/>
                    <a:pt x="74542" y="13868"/>
                  </a:cubicBezTo>
                  <a:cubicBezTo>
                    <a:pt x="74568" y="13868"/>
                    <a:pt x="74595" y="13866"/>
                    <a:pt x="74622" y="13861"/>
                  </a:cubicBezTo>
                  <a:cubicBezTo>
                    <a:pt x="74630" y="13856"/>
                    <a:pt x="74637" y="13855"/>
                    <a:pt x="74641" y="13855"/>
                  </a:cubicBezTo>
                  <a:cubicBezTo>
                    <a:pt x="74667" y="13855"/>
                    <a:pt x="74618" y="13930"/>
                    <a:pt x="74592" y="13982"/>
                  </a:cubicBezTo>
                  <a:cubicBezTo>
                    <a:pt x="74586" y="13988"/>
                    <a:pt x="74591" y="13990"/>
                    <a:pt x="74604" y="13990"/>
                  </a:cubicBezTo>
                  <a:cubicBezTo>
                    <a:pt x="74657" y="13990"/>
                    <a:pt x="74841" y="13946"/>
                    <a:pt x="74865" y="13921"/>
                  </a:cubicBezTo>
                  <a:cubicBezTo>
                    <a:pt x="74926" y="13861"/>
                    <a:pt x="74987" y="13830"/>
                    <a:pt x="75048" y="13800"/>
                  </a:cubicBezTo>
                  <a:cubicBezTo>
                    <a:pt x="75078" y="13800"/>
                    <a:pt x="75169" y="13891"/>
                    <a:pt x="75169" y="13921"/>
                  </a:cubicBezTo>
                  <a:cubicBezTo>
                    <a:pt x="75175" y="13927"/>
                    <a:pt x="75183" y="13930"/>
                    <a:pt x="75192" y="13930"/>
                  </a:cubicBezTo>
                  <a:cubicBezTo>
                    <a:pt x="75232" y="13930"/>
                    <a:pt x="75297" y="13885"/>
                    <a:pt x="75321" y="13861"/>
                  </a:cubicBezTo>
                  <a:lnTo>
                    <a:pt x="75473" y="13678"/>
                  </a:lnTo>
                  <a:lnTo>
                    <a:pt x="75564" y="13800"/>
                  </a:lnTo>
                  <a:cubicBezTo>
                    <a:pt x="75625" y="13861"/>
                    <a:pt x="75716" y="13952"/>
                    <a:pt x="75747" y="13952"/>
                  </a:cubicBezTo>
                  <a:cubicBezTo>
                    <a:pt x="75899" y="13891"/>
                    <a:pt x="76020" y="13861"/>
                    <a:pt x="76172" y="13861"/>
                  </a:cubicBezTo>
                  <a:lnTo>
                    <a:pt x="76324" y="13861"/>
                  </a:lnTo>
                  <a:cubicBezTo>
                    <a:pt x="76294" y="13800"/>
                    <a:pt x="76355" y="13739"/>
                    <a:pt x="76416" y="13709"/>
                  </a:cubicBezTo>
                  <a:lnTo>
                    <a:pt x="76476" y="13739"/>
                  </a:lnTo>
                  <a:cubicBezTo>
                    <a:pt x="76598" y="13769"/>
                    <a:pt x="76598" y="13891"/>
                    <a:pt x="76598" y="13982"/>
                  </a:cubicBezTo>
                  <a:cubicBezTo>
                    <a:pt x="76602" y="13984"/>
                    <a:pt x="76607" y="13986"/>
                    <a:pt x="76611" y="13986"/>
                  </a:cubicBezTo>
                  <a:cubicBezTo>
                    <a:pt x="76663" y="13986"/>
                    <a:pt x="76689" y="13826"/>
                    <a:pt x="76689" y="13769"/>
                  </a:cubicBezTo>
                  <a:cubicBezTo>
                    <a:pt x="76689" y="13734"/>
                    <a:pt x="76773" y="13719"/>
                    <a:pt x="76860" y="13719"/>
                  </a:cubicBezTo>
                  <a:cubicBezTo>
                    <a:pt x="76922" y="13719"/>
                    <a:pt x="76986" y="13726"/>
                    <a:pt x="77023" y="13739"/>
                  </a:cubicBezTo>
                  <a:cubicBezTo>
                    <a:pt x="77068" y="13739"/>
                    <a:pt x="77257" y="13675"/>
                    <a:pt x="77380" y="13675"/>
                  </a:cubicBezTo>
                  <a:cubicBezTo>
                    <a:pt x="77426" y="13675"/>
                    <a:pt x="77463" y="13684"/>
                    <a:pt x="77479" y="13709"/>
                  </a:cubicBezTo>
                  <a:cubicBezTo>
                    <a:pt x="77497" y="13744"/>
                    <a:pt x="77536" y="13759"/>
                    <a:pt x="77583" y="13759"/>
                  </a:cubicBezTo>
                  <a:cubicBezTo>
                    <a:pt x="77617" y="13759"/>
                    <a:pt x="77654" y="13752"/>
                    <a:pt x="77692" y="13739"/>
                  </a:cubicBezTo>
                  <a:cubicBezTo>
                    <a:pt x="77692" y="13709"/>
                    <a:pt x="77631" y="13709"/>
                    <a:pt x="77510" y="13709"/>
                  </a:cubicBezTo>
                  <a:lnTo>
                    <a:pt x="77510" y="13587"/>
                  </a:lnTo>
                  <a:lnTo>
                    <a:pt x="77510" y="13526"/>
                  </a:lnTo>
                  <a:cubicBezTo>
                    <a:pt x="77540" y="13465"/>
                    <a:pt x="77571" y="13405"/>
                    <a:pt x="77571" y="13344"/>
                  </a:cubicBezTo>
                  <a:cubicBezTo>
                    <a:pt x="77601" y="13313"/>
                    <a:pt x="77540" y="13313"/>
                    <a:pt x="77479" y="13313"/>
                  </a:cubicBezTo>
                  <a:lnTo>
                    <a:pt x="77267" y="13313"/>
                  </a:lnTo>
                  <a:cubicBezTo>
                    <a:pt x="77191" y="13344"/>
                    <a:pt x="77115" y="13359"/>
                    <a:pt x="77039" y="13359"/>
                  </a:cubicBezTo>
                  <a:cubicBezTo>
                    <a:pt x="76963" y="13359"/>
                    <a:pt x="76887" y="13344"/>
                    <a:pt x="76811" y="13313"/>
                  </a:cubicBezTo>
                  <a:lnTo>
                    <a:pt x="76689" y="13222"/>
                  </a:lnTo>
                  <a:lnTo>
                    <a:pt x="76689" y="13161"/>
                  </a:lnTo>
                  <a:cubicBezTo>
                    <a:pt x="76719" y="13131"/>
                    <a:pt x="76719" y="13131"/>
                    <a:pt x="76750" y="13131"/>
                  </a:cubicBezTo>
                  <a:cubicBezTo>
                    <a:pt x="76841" y="13161"/>
                    <a:pt x="76932" y="13161"/>
                    <a:pt x="77023" y="13192"/>
                  </a:cubicBezTo>
                  <a:lnTo>
                    <a:pt x="77115" y="13192"/>
                  </a:lnTo>
                  <a:cubicBezTo>
                    <a:pt x="77236" y="13192"/>
                    <a:pt x="77358" y="13161"/>
                    <a:pt x="77479" y="13101"/>
                  </a:cubicBezTo>
                  <a:lnTo>
                    <a:pt x="77571" y="13101"/>
                  </a:lnTo>
                  <a:lnTo>
                    <a:pt x="78026" y="13161"/>
                  </a:lnTo>
                  <a:cubicBezTo>
                    <a:pt x="78543" y="13131"/>
                    <a:pt x="78999" y="13070"/>
                    <a:pt x="79090" y="13070"/>
                  </a:cubicBezTo>
                  <a:lnTo>
                    <a:pt x="79333" y="13070"/>
                  </a:lnTo>
                  <a:cubicBezTo>
                    <a:pt x="79485" y="13070"/>
                    <a:pt x="79637" y="12979"/>
                    <a:pt x="79729" y="12827"/>
                  </a:cubicBezTo>
                  <a:cubicBezTo>
                    <a:pt x="79729" y="12807"/>
                    <a:pt x="79742" y="12797"/>
                    <a:pt x="79765" y="12797"/>
                  </a:cubicBezTo>
                  <a:cubicBezTo>
                    <a:pt x="79810" y="12797"/>
                    <a:pt x="79891" y="12837"/>
                    <a:pt x="79972" y="12918"/>
                  </a:cubicBezTo>
                  <a:cubicBezTo>
                    <a:pt x="80005" y="12969"/>
                    <a:pt x="80057" y="12991"/>
                    <a:pt x="80107" y="12991"/>
                  </a:cubicBezTo>
                  <a:cubicBezTo>
                    <a:pt x="80148" y="12991"/>
                    <a:pt x="80188" y="12976"/>
                    <a:pt x="80215" y="12949"/>
                  </a:cubicBezTo>
                  <a:lnTo>
                    <a:pt x="80337" y="12918"/>
                  </a:lnTo>
                  <a:cubicBezTo>
                    <a:pt x="80489" y="13010"/>
                    <a:pt x="80580" y="13161"/>
                    <a:pt x="80489" y="13253"/>
                  </a:cubicBezTo>
                  <a:lnTo>
                    <a:pt x="80367" y="13253"/>
                  </a:lnTo>
                  <a:cubicBezTo>
                    <a:pt x="80337" y="13283"/>
                    <a:pt x="80337" y="13344"/>
                    <a:pt x="80367" y="13374"/>
                  </a:cubicBezTo>
                  <a:lnTo>
                    <a:pt x="80397" y="13405"/>
                  </a:lnTo>
                  <a:lnTo>
                    <a:pt x="80489" y="13405"/>
                  </a:lnTo>
                  <a:cubicBezTo>
                    <a:pt x="80580" y="13405"/>
                    <a:pt x="80671" y="13374"/>
                    <a:pt x="80762" y="13344"/>
                  </a:cubicBezTo>
                  <a:lnTo>
                    <a:pt x="80823" y="13344"/>
                  </a:lnTo>
                  <a:cubicBezTo>
                    <a:pt x="80884" y="13374"/>
                    <a:pt x="80975" y="13435"/>
                    <a:pt x="81005" y="13496"/>
                  </a:cubicBezTo>
                  <a:lnTo>
                    <a:pt x="81248" y="13496"/>
                  </a:lnTo>
                  <a:cubicBezTo>
                    <a:pt x="81400" y="13465"/>
                    <a:pt x="81552" y="13405"/>
                    <a:pt x="81674" y="13283"/>
                  </a:cubicBezTo>
                  <a:cubicBezTo>
                    <a:pt x="81704" y="13253"/>
                    <a:pt x="81613" y="13131"/>
                    <a:pt x="81583" y="13131"/>
                  </a:cubicBezTo>
                  <a:cubicBezTo>
                    <a:pt x="81492" y="13131"/>
                    <a:pt x="81431" y="13161"/>
                    <a:pt x="81370" y="13192"/>
                  </a:cubicBezTo>
                  <a:cubicBezTo>
                    <a:pt x="81340" y="13192"/>
                    <a:pt x="81218" y="13222"/>
                    <a:pt x="81066" y="13222"/>
                  </a:cubicBezTo>
                  <a:lnTo>
                    <a:pt x="80975" y="13253"/>
                  </a:lnTo>
                  <a:lnTo>
                    <a:pt x="80944" y="13253"/>
                  </a:lnTo>
                  <a:cubicBezTo>
                    <a:pt x="80884" y="13253"/>
                    <a:pt x="80853" y="13131"/>
                    <a:pt x="80853" y="13101"/>
                  </a:cubicBezTo>
                  <a:cubicBezTo>
                    <a:pt x="81036" y="13040"/>
                    <a:pt x="81248" y="13010"/>
                    <a:pt x="81431" y="13010"/>
                  </a:cubicBezTo>
                  <a:lnTo>
                    <a:pt x="81826" y="13010"/>
                  </a:lnTo>
                  <a:cubicBezTo>
                    <a:pt x="81917" y="12949"/>
                    <a:pt x="82039" y="12949"/>
                    <a:pt x="82130" y="12918"/>
                  </a:cubicBezTo>
                  <a:cubicBezTo>
                    <a:pt x="82217" y="12947"/>
                    <a:pt x="82331" y="13224"/>
                    <a:pt x="82237" y="13224"/>
                  </a:cubicBezTo>
                  <a:cubicBezTo>
                    <a:pt x="82232" y="13224"/>
                    <a:pt x="82227" y="13224"/>
                    <a:pt x="82221" y="13222"/>
                  </a:cubicBezTo>
                  <a:cubicBezTo>
                    <a:pt x="82069" y="13222"/>
                    <a:pt x="82069" y="13313"/>
                    <a:pt x="82160" y="13465"/>
                  </a:cubicBezTo>
                  <a:lnTo>
                    <a:pt x="82282" y="13496"/>
                  </a:lnTo>
                  <a:lnTo>
                    <a:pt x="82403" y="13526"/>
                  </a:lnTo>
                  <a:cubicBezTo>
                    <a:pt x="82586" y="13465"/>
                    <a:pt x="82555" y="13313"/>
                    <a:pt x="82525" y="13313"/>
                  </a:cubicBezTo>
                  <a:cubicBezTo>
                    <a:pt x="82464" y="13222"/>
                    <a:pt x="82464" y="13131"/>
                    <a:pt x="82495" y="13040"/>
                  </a:cubicBezTo>
                  <a:cubicBezTo>
                    <a:pt x="82647" y="12949"/>
                    <a:pt x="82799" y="12888"/>
                    <a:pt x="83011" y="12858"/>
                  </a:cubicBezTo>
                  <a:lnTo>
                    <a:pt x="83133" y="12949"/>
                  </a:lnTo>
                  <a:lnTo>
                    <a:pt x="83437" y="13101"/>
                  </a:lnTo>
                  <a:cubicBezTo>
                    <a:pt x="83529" y="13027"/>
                    <a:pt x="83643" y="12987"/>
                    <a:pt x="83760" y="12987"/>
                  </a:cubicBezTo>
                  <a:cubicBezTo>
                    <a:pt x="83835" y="12987"/>
                    <a:pt x="83912" y="13004"/>
                    <a:pt x="83984" y="13040"/>
                  </a:cubicBezTo>
                  <a:lnTo>
                    <a:pt x="84075" y="13040"/>
                  </a:lnTo>
                  <a:lnTo>
                    <a:pt x="84166" y="13010"/>
                  </a:lnTo>
                  <a:cubicBezTo>
                    <a:pt x="84212" y="12964"/>
                    <a:pt x="84265" y="12941"/>
                    <a:pt x="84318" y="12941"/>
                  </a:cubicBezTo>
                  <a:cubicBezTo>
                    <a:pt x="84372" y="12941"/>
                    <a:pt x="84425" y="12964"/>
                    <a:pt x="84470" y="13010"/>
                  </a:cubicBezTo>
                  <a:cubicBezTo>
                    <a:pt x="84501" y="13040"/>
                    <a:pt x="84501" y="13101"/>
                    <a:pt x="84440" y="13101"/>
                  </a:cubicBezTo>
                  <a:cubicBezTo>
                    <a:pt x="84418" y="13101"/>
                    <a:pt x="84283" y="13036"/>
                    <a:pt x="84223" y="13036"/>
                  </a:cubicBezTo>
                  <a:cubicBezTo>
                    <a:pt x="84201" y="13036"/>
                    <a:pt x="84189" y="13045"/>
                    <a:pt x="84197" y="13070"/>
                  </a:cubicBezTo>
                  <a:cubicBezTo>
                    <a:pt x="84227" y="13131"/>
                    <a:pt x="84440" y="13253"/>
                    <a:pt x="84501" y="13253"/>
                  </a:cubicBezTo>
                  <a:cubicBezTo>
                    <a:pt x="84592" y="13253"/>
                    <a:pt x="84683" y="12979"/>
                    <a:pt x="84622" y="12858"/>
                  </a:cubicBezTo>
                  <a:cubicBezTo>
                    <a:pt x="84579" y="12792"/>
                    <a:pt x="84708" y="12742"/>
                    <a:pt x="84818" y="12742"/>
                  </a:cubicBezTo>
                  <a:cubicBezTo>
                    <a:pt x="84861" y="12742"/>
                    <a:pt x="84901" y="12749"/>
                    <a:pt x="84926" y="12766"/>
                  </a:cubicBezTo>
                  <a:lnTo>
                    <a:pt x="85169" y="12918"/>
                  </a:lnTo>
                  <a:lnTo>
                    <a:pt x="85291" y="12918"/>
                  </a:lnTo>
                  <a:cubicBezTo>
                    <a:pt x="85443" y="12918"/>
                    <a:pt x="85352" y="12979"/>
                    <a:pt x="85291" y="13010"/>
                  </a:cubicBezTo>
                  <a:cubicBezTo>
                    <a:pt x="85230" y="13040"/>
                    <a:pt x="85504" y="13040"/>
                    <a:pt x="85565" y="13040"/>
                  </a:cubicBezTo>
                  <a:cubicBezTo>
                    <a:pt x="85625" y="13040"/>
                    <a:pt x="85656" y="13010"/>
                    <a:pt x="85625" y="12949"/>
                  </a:cubicBezTo>
                  <a:lnTo>
                    <a:pt x="85625" y="12918"/>
                  </a:lnTo>
                  <a:cubicBezTo>
                    <a:pt x="85625" y="12888"/>
                    <a:pt x="85747" y="12827"/>
                    <a:pt x="85747" y="12827"/>
                  </a:cubicBezTo>
                  <a:lnTo>
                    <a:pt x="85838" y="12918"/>
                  </a:lnTo>
                  <a:cubicBezTo>
                    <a:pt x="85909" y="12954"/>
                    <a:pt x="85981" y="12969"/>
                    <a:pt x="86052" y="12969"/>
                  </a:cubicBezTo>
                  <a:cubicBezTo>
                    <a:pt x="86102" y="12969"/>
                    <a:pt x="86153" y="12961"/>
                    <a:pt x="86203" y="12949"/>
                  </a:cubicBezTo>
                  <a:cubicBezTo>
                    <a:pt x="86216" y="12942"/>
                    <a:pt x="86241" y="12940"/>
                    <a:pt x="86273" y="12940"/>
                  </a:cubicBezTo>
                  <a:cubicBezTo>
                    <a:pt x="86362" y="12940"/>
                    <a:pt x="86505" y="12957"/>
                    <a:pt x="86604" y="12957"/>
                  </a:cubicBezTo>
                  <a:cubicBezTo>
                    <a:pt x="86640" y="12957"/>
                    <a:pt x="86670" y="12955"/>
                    <a:pt x="86689" y="12949"/>
                  </a:cubicBezTo>
                  <a:cubicBezTo>
                    <a:pt x="86811" y="12888"/>
                    <a:pt x="86902" y="12797"/>
                    <a:pt x="86963" y="12675"/>
                  </a:cubicBezTo>
                  <a:cubicBezTo>
                    <a:pt x="86971" y="12667"/>
                    <a:pt x="86983" y="12663"/>
                    <a:pt x="86998" y="12663"/>
                  </a:cubicBezTo>
                  <a:cubicBezTo>
                    <a:pt x="87089" y="12663"/>
                    <a:pt x="87279" y="12805"/>
                    <a:pt x="87358" y="12858"/>
                  </a:cubicBezTo>
                  <a:cubicBezTo>
                    <a:pt x="87449" y="12888"/>
                    <a:pt x="87548" y="12903"/>
                    <a:pt x="87651" y="12903"/>
                  </a:cubicBezTo>
                  <a:cubicBezTo>
                    <a:pt x="87753" y="12903"/>
                    <a:pt x="87859" y="12888"/>
                    <a:pt x="87966" y="12858"/>
                  </a:cubicBezTo>
                  <a:cubicBezTo>
                    <a:pt x="88095" y="12836"/>
                    <a:pt x="88239" y="12815"/>
                    <a:pt x="88377" y="12815"/>
                  </a:cubicBezTo>
                  <a:cubicBezTo>
                    <a:pt x="88434" y="12815"/>
                    <a:pt x="88490" y="12818"/>
                    <a:pt x="88543" y="12827"/>
                  </a:cubicBezTo>
                  <a:lnTo>
                    <a:pt x="88756" y="12797"/>
                  </a:lnTo>
                  <a:lnTo>
                    <a:pt x="88817" y="12797"/>
                  </a:lnTo>
                  <a:cubicBezTo>
                    <a:pt x="88828" y="12802"/>
                    <a:pt x="88840" y="12805"/>
                    <a:pt x="88853" y="12805"/>
                  </a:cubicBezTo>
                  <a:cubicBezTo>
                    <a:pt x="88909" y="12805"/>
                    <a:pt x="88975" y="12755"/>
                    <a:pt x="88999" y="12706"/>
                  </a:cubicBezTo>
                  <a:cubicBezTo>
                    <a:pt x="88999" y="12675"/>
                    <a:pt x="89030" y="12660"/>
                    <a:pt x="89079" y="12660"/>
                  </a:cubicBezTo>
                  <a:cubicBezTo>
                    <a:pt x="89129" y="12660"/>
                    <a:pt x="89197" y="12675"/>
                    <a:pt x="89273" y="12706"/>
                  </a:cubicBezTo>
                  <a:lnTo>
                    <a:pt x="89364" y="12736"/>
                  </a:lnTo>
                  <a:cubicBezTo>
                    <a:pt x="89433" y="12759"/>
                    <a:pt x="89450" y="12868"/>
                    <a:pt x="89532" y="12868"/>
                  </a:cubicBezTo>
                  <a:cubicBezTo>
                    <a:pt x="89559" y="12868"/>
                    <a:pt x="89593" y="12857"/>
                    <a:pt x="89638" y="12827"/>
                  </a:cubicBezTo>
                  <a:cubicBezTo>
                    <a:pt x="89729" y="12766"/>
                    <a:pt x="89850" y="12736"/>
                    <a:pt x="89972" y="12736"/>
                  </a:cubicBezTo>
                  <a:cubicBezTo>
                    <a:pt x="90002" y="12736"/>
                    <a:pt x="90033" y="12766"/>
                    <a:pt x="90033" y="12766"/>
                  </a:cubicBezTo>
                  <a:cubicBezTo>
                    <a:pt x="90101" y="12801"/>
                    <a:pt x="90178" y="12805"/>
                    <a:pt x="90257" y="12805"/>
                  </a:cubicBezTo>
                  <a:cubicBezTo>
                    <a:pt x="90284" y="12805"/>
                    <a:pt x="90310" y="12804"/>
                    <a:pt x="90337" y="12804"/>
                  </a:cubicBezTo>
                  <a:cubicBezTo>
                    <a:pt x="90443" y="12804"/>
                    <a:pt x="90550" y="12812"/>
                    <a:pt x="90641" y="12888"/>
                  </a:cubicBezTo>
                  <a:cubicBezTo>
                    <a:pt x="90641" y="12888"/>
                    <a:pt x="90762" y="12797"/>
                    <a:pt x="90853" y="12797"/>
                  </a:cubicBezTo>
                  <a:lnTo>
                    <a:pt x="90884" y="12797"/>
                  </a:lnTo>
                  <a:cubicBezTo>
                    <a:pt x="90908" y="12809"/>
                    <a:pt x="90926" y="12814"/>
                    <a:pt x="90939" y="12814"/>
                  </a:cubicBezTo>
                  <a:cubicBezTo>
                    <a:pt x="90994" y="12814"/>
                    <a:pt x="90969" y="12730"/>
                    <a:pt x="90945" y="12706"/>
                  </a:cubicBezTo>
                  <a:cubicBezTo>
                    <a:pt x="90914" y="12645"/>
                    <a:pt x="90853" y="12554"/>
                    <a:pt x="90823" y="12493"/>
                  </a:cubicBezTo>
                  <a:cubicBezTo>
                    <a:pt x="90817" y="12481"/>
                    <a:pt x="90804" y="12476"/>
                    <a:pt x="90787" y="12476"/>
                  </a:cubicBezTo>
                  <a:cubicBezTo>
                    <a:pt x="90714" y="12476"/>
                    <a:pt x="90562" y="12560"/>
                    <a:pt x="90489" y="12584"/>
                  </a:cubicBezTo>
                  <a:cubicBezTo>
                    <a:pt x="90468" y="12598"/>
                    <a:pt x="90453" y="12604"/>
                    <a:pt x="90443" y="12604"/>
                  </a:cubicBezTo>
                  <a:cubicBezTo>
                    <a:pt x="90412" y="12604"/>
                    <a:pt x="90435" y="12539"/>
                    <a:pt x="90458" y="12493"/>
                  </a:cubicBezTo>
                  <a:cubicBezTo>
                    <a:pt x="90483" y="12443"/>
                    <a:pt x="90285" y="12394"/>
                    <a:pt x="90162" y="12394"/>
                  </a:cubicBezTo>
                  <a:cubicBezTo>
                    <a:pt x="90134" y="12394"/>
                    <a:pt x="90110" y="12396"/>
                    <a:pt x="90094" y="12402"/>
                  </a:cubicBezTo>
                  <a:cubicBezTo>
                    <a:pt x="90029" y="12423"/>
                    <a:pt x="89949" y="12445"/>
                    <a:pt x="89865" y="12445"/>
                  </a:cubicBezTo>
                  <a:cubicBezTo>
                    <a:pt x="89830" y="12445"/>
                    <a:pt x="89795" y="12441"/>
                    <a:pt x="89759" y="12432"/>
                  </a:cubicBezTo>
                  <a:cubicBezTo>
                    <a:pt x="89698" y="12402"/>
                    <a:pt x="89516" y="12280"/>
                    <a:pt x="89334" y="12158"/>
                  </a:cubicBezTo>
                  <a:lnTo>
                    <a:pt x="89394" y="12037"/>
                  </a:lnTo>
                  <a:lnTo>
                    <a:pt x="89425" y="11976"/>
                  </a:lnTo>
                  <a:cubicBezTo>
                    <a:pt x="89470" y="11946"/>
                    <a:pt x="89516" y="11930"/>
                    <a:pt x="89550" y="11930"/>
                  </a:cubicBezTo>
                  <a:cubicBezTo>
                    <a:pt x="89584" y="11930"/>
                    <a:pt x="89607" y="11946"/>
                    <a:pt x="89607" y="11976"/>
                  </a:cubicBezTo>
                  <a:lnTo>
                    <a:pt x="89607" y="12006"/>
                  </a:lnTo>
                  <a:cubicBezTo>
                    <a:pt x="89546" y="12128"/>
                    <a:pt x="89607" y="12219"/>
                    <a:pt x="89698" y="12219"/>
                  </a:cubicBezTo>
                  <a:lnTo>
                    <a:pt x="89850" y="12189"/>
                  </a:lnTo>
                  <a:cubicBezTo>
                    <a:pt x="89972" y="12189"/>
                    <a:pt x="90094" y="12098"/>
                    <a:pt x="90063" y="12067"/>
                  </a:cubicBezTo>
                  <a:cubicBezTo>
                    <a:pt x="90033" y="12006"/>
                    <a:pt x="90033" y="11976"/>
                    <a:pt x="90033" y="11976"/>
                  </a:cubicBezTo>
                  <a:lnTo>
                    <a:pt x="90124" y="11976"/>
                  </a:lnTo>
                  <a:cubicBezTo>
                    <a:pt x="90215" y="11976"/>
                    <a:pt x="90276" y="12006"/>
                    <a:pt x="90276" y="12037"/>
                  </a:cubicBezTo>
                  <a:lnTo>
                    <a:pt x="90276" y="12098"/>
                  </a:lnTo>
                  <a:cubicBezTo>
                    <a:pt x="90276" y="12158"/>
                    <a:pt x="90306" y="12219"/>
                    <a:pt x="90398" y="12219"/>
                  </a:cubicBezTo>
                  <a:lnTo>
                    <a:pt x="90428" y="12189"/>
                  </a:lnTo>
                  <a:lnTo>
                    <a:pt x="90489" y="12158"/>
                  </a:lnTo>
                  <a:cubicBezTo>
                    <a:pt x="90513" y="12123"/>
                    <a:pt x="90546" y="12110"/>
                    <a:pt x="90579" y="12110"/>
                  </a:cubicBezTo>
                  <a:cubicBezTo>
                    <a:pt x="90631" y="12110"/>
                    <a:pt x="90683" y="12140"/>
                    <a:pt x="90701" y="12158"/>
                  </a:cubicBezTo>
                  <a:cubicBezTo>
                    <a:pt x="90777" y="12174"/>
                    <a:pt x="90861" y="12181"/>
                    <a:pt x="90945" y="12181"/>
                  </a:cubicBezTo>
                  <a:cubicBezTo>
                    <a:pt x="91028" y="12181"/>
                    <a:pt x="91112" y="12174"/>
                    <a:pt x="91188" y="12158"/>
                  </a:cubicBezTo>
                  <a:cubicBezTo>
                    <a:pt x="91233" y="12128"/>
                    <a:pt x="91287" y="12113"/>
                    <a:pt x="91340" y="12113"/>
                  </a:cubicBezTo>
                  <a:cubicBezTo>
                    <a:pt x="91393" y="12113"/>
                    <a:pt x="91446" y="12128"/>
                    <a:pt x="91492" y="12158"/>
                  </a:cubicBezTo>
                  <a:cubicBezTo>
                    <a:pt x="91492" y="12162"/>
                    <a:pt x="91494" y="12163"/>
                    <a:pt x="91497" y="12163"/>
                  </a:cubicBezTo>
                  <a:cubicBezTo>
                    <a:pt x="91524" y="12163"/>
                    <a:pt x="91647" y="12064"/>
                    <a:pt x="91674" y="12037"/>
                  </a:cubicBezTo>
                  <a:cubicBezTo>
                    <a:pt x="91763" y="11992"/>
                    <a:pt x="91852" y="11964"/>
                    <a:pt x="91953" y="11964"/>
                  </a:cubicBezTo>
                  <a:cubicBezTo>
                    <a:pt x="91990" y="11964"/>
                    <a:pt x="92029" y="11968"/>
                    <a:pt x="92069" y="11976"/>
                  </a:cubicBezTo>
                  <a:lnTo>
                    <a:pt x="92282" y="11976"/>
                  </a:lnTo>
                  <a:lnTo>
                    <a:pt x="92252" y="12219"/>
                  </a:lnTo>
                  <a:cubicBezTo>
                    <a:pt x="92464" y="12189"/>
                    <a:pt x="92677" y="12158"/>
                    <a:pt x="92708" y="12128"/>
                  </a:cubicBezTo>
                  <a:cubicBezTo>
                    <a:pt x="92738" y="12067"/>
                    <a:pt x="92799" y="11915"/>
                    <a:pt x="92829" y="11794"/>
                  </a:cubicBezTo>
                  <a:lnTo>
                    <a:pt x="92920" y="11763"/>
                  </a:lnTo>
                  <a:cubicBezTo>
                    <a:pt x="92987" y="11719"/>
                    <a:pt x="93053" y="11626"/>
                    <a:pt x="93155" y="11626"/>
                  </a:cubicBezTo>
                  <a:cubicBezTo>
                    <a:pt x="93193" y="11626"/>
                    <a:pt x="93236" y="11639"/>
                    <a:pt x="93285" y="11672"/>
                  </a:cubicBezTo>
                  <a:lnTo>
                    <a:pt x="93346" y="11733"/>
                  </a:lnTo>
                  <a:cubicBezTo>
                    <a:pt x="93346" y="11824"/>
                    <a:pt x="93346" y="11885"/>
                    <a:pt x="93407" y="11976"/>
                  </a:cubicBezTo>
                  <a:lnTo>
                    <a:pt x="93559" y="11854"/>
                  </a:lnTo>
                  <a:lnTo>
                    <a:pt x="93680" y="11824"/>
                  </a:lnTo>
                  <a:cubicBezTo>
                    <a:pt x="93802" y="11794"/>
                    <a:pt x="93923" y="11733"/>
                    <a:pt x="94015" y="11672"/>
                  </a:cubicBezTo>
                  <a:cubicBezTo>
                    <a:pt x="94045" y="11672"/>
                    <a:pt x="94015" y="11611"/>
                    <a:pt x="93954" y="11581"/>
                  </a:cubicBezTo>
                  <a:lnTo>
                    <a:pt x="93893" y="11581"/>
                  </a:lnTo>
                  <a:cubicBezTo>
                    <a:pt x="93741" y="11581"/>
                    <a:pt x="93741" y="11520"/>
                    <a:pt x="93741" y="11429"/>
                  </a:cubicBezTo>
                  <a:lnTo>
                    <a:pt x="93802" y="11277"/>
                  </a:lnTo>
                  <a:cubicBezTo>
                    <a:pt x="93832" y="11095"/>
                    <a:pt x="93893" y="10639"/>
                    <a:pt x="93802" y="10547"/>
                  </a:cubicBezTo>
                  <a:cubicBezTo>
                    <a:pt x="93650" y="10456"/>
                    <a:pt x="93528" y="10304"/>
                    <a:pt x="93437" y="10183"/>
                  </a:cubicBezTo>
                  <a:lnTo>
                    <a:pt x="93559" y="10092"/>
                  </a:lnTo>
                  <a:cubicBezTo>
                    <a:pt x="93619" y="10061"/>
                    <a:pt x="93711" y="10031"/>
                    <a:pt x="93741" y="10000"/>
                  </a:cubicBezTo>
                  <a:cubicBezTo>
                    <a:pt x="93802" y="9970"/>
                    <a:pt x="93832" y="9879"/>
                    <a:pt x="93832" y="9879"/>
                  </a:cubicBezTo>
                  <a:cubicBezTo>
                    <a:pt x="93650" y="9727"/>
                    <a:pt x="93832" y="9696"/>
                    <a:pt x="93923" y="9666"/>
                  </a:cubicBezTo>
                  <a:lnTo>
                    <a:pt x="94015" y="9666"/>
                  </a:lnTo>
                  <a:cubicBezTo>
                    <a:pt x="94052" y="9653"/>
                    <a:pt x="94090" y="9646"/>
                    <a:pt x="94126" y="9646"/>
                  </a:cubicBezTo>
                  <a:cubicBezTo>
                    <a:pt x="94176" y="9646"/>
                    <a:pt x="94222" y="9661"/>
                    <a:pt x="94258" y="9696"/>
                  </a:cubicBezTo>
                  <a:cubicBezTo>
                    <a:pt x="94279" y="9739"/>
                    <a:pt x="94407" y="9782"/>
                    <a:pt x="94491" y="9782"/>
                  </a:cubicBezTo>
                  <a:cubicBezTo>
                    <a:pt x="94526" y="9782"/>
                    <a:pt x="94553" y="9775"/>
                    <a:pt x="94562" y="9757"/>
                  </a:cubicBezTo>
                  <a:cubicBezTo>
                    <a:pt x="94623" y="9636"/>
                    <a:pt x="94683" y="9544"/>
                    <a:pt x="94714" y="9423"/>
                  </a:cubicBezTo>
                  <a:cubicBezTo>
                    <a:pt x="94714" y="9392"/>
                    <a:pt x="94699" y="9377"/>
                    <a:pt x="94672" y="9377"/>
                  </a:cubicBezTo>
                  <a:cubicBezTo>
                    <a:pt x="94645" y="9377"/>
                    <a:pt x="94607" y="9392"/>
                    <a:pt x="94562" y="9423"/>
                  </a:cubicBezTo>
                  <a:lnTo>
                    <a:pt x="94501" y="9423"/>
                  </a:lnTo>
                  <a:cubicBezTo>
                    <a:pt x="94440" y="9423"/>
                    <a:pt x="94349" y="9392"/>
                    <a:pt x="94288" y="9332"/>
                  </a:cubicBezTo>
                  <a:lnTo>
                    <a:pt x="94197" y="9240"/>
                  </a:lnTo>
                  <a:cubicBezTo>
                    <a:pt x="94167" y="9332"/>
                    <a:pt x="93954" y="9423"/>
                    <a:pt x="93741" y="9453"/>
                  </a:cubicBezTo>
                  <a:lnTo>
                    <a:pt x="93619" y="9392"/>
                  </a:lnTo>
                  <a:lnTo>
                    <a:pt x="93559" y="9332"/>
                  </a:lnTo>
                  <a:cubicBezTo>
                    <a:pt x="93467" y="9301"/>
                    <a:pt x="93407" y="9301"/>
                    <a:pt x="93316" y="9271"/>
                  </a:cubicBezTo>
                  <a:cubicBezTo>
                    <a:pt x="93255" y="9240"/>
                    <a:pt x="93316" y="9149"/>
                    <a:pt x="93316" y="9149"/>
                  </a:cubicBezTo>
                  <a:cubicBezTo>
                    <a:pt x="93320" y="9145"/>
                    <a:pt x="93329" y="9143"/>
                    <a:pt x="93342" y="9143"/>
                  </a:cubicBezTo>
                  <a:cubicBezTo>
                    <a:pt x="93392" y="9143"/>
                    <a:pt x="93493" y="9171"/>
                    <a:pt x="93560" y="9171"/>
                  </a:cubicBezTo>
                  <a:cubicBezTo>
                    <a:pt x="93589" y="9171"/>
                    <a:pt x="93612" y="9165"/>
                    <a:pt x="93619" y="9149"/>
                  </a:cubicBezTo>
                  <a:cubicBezTo>
                    <a:pt x="93680" y="9088"/>
                    <a:pt x="93619" y="8936"/>
                    <a:pt x="93559" y="8906"/>
                  </a:cubicBezTo>
                  <a:cubicBezTo>
                    <a:pt x="93528" y="8876"/>
                    <a:pt x="93650" y="8785"/>
                    <a:pt x="93711" y="8754"/>
                  </a:cubicBezTo>
                  <a:cubicBezTo>
                    <a:pt x="93771" y="8724"/>
                    <a:pt x="93771" y="8693"/>
                    <a:pt x="93741" y="8633"/>
                  </a:cubicBezTo>
                  <a:cubicBezTo>
                    <a:pt x="93741" y="8633"/>
                    <a:pt x="93863" y="8541"/>
                    <a:pt x="93923" y="8541"/>
                  </a:cubicBezTo>
                  <a:cubicBezTo>
                    <a:pt x="93984" y="8420"/>
                    <a:pt x="94045" y="8268"/>
                    <a:pt x="94075" y="8146"/>
                  </a:cubicBezTo>
                  <a:cubicBezTo>
                    <a:pt x="94106" y="8025"/>
                    <a:pt x="93893" y="7964"/>
                    <a:pt x="93832" y="7964"/>
                  </a:cubicBezTo>
                  <a:cubicBezTo>
                    <a:pt x="93680" y="7964"/>
                    <a:pt x="93528" y="7994"/>
                    <a:pt x="93407" y="8055"/>
                  </a:cubicBezTo>
                  <a:cubicBezTo>
                    <a:pt x="93398" y="8058"/>
                    <a:pt x="93390" y="8059"/>
                    <a:pt x="93381" y="8059"/>
                  </a:cubicBezTo>
                  <a:cubicBezTo>
                    <a:pt x="93295" y="8059"/>
                    <a:pt x="93194" y="7931"/>
                    <a:pt x="93194" y="7903"/>
                  </a:cubicBezTo>
                  <a:cubicBezTo>
                    <a:pt x="93194" y="7903"/>
                    <a:pt x="93140" y="7876"/>
                    <a:pt x="93059" y="7876"/>
                  </a:cubicBezTo>
                  <a:cubicBezTo>
                    <a:pt x="93018" y="7876"/>
                    <a:pt x="92971" y="7883"/>
                    <a:pt x="92920" y="7903"/>
                  </a:cubicBezTo>
                  <a:lnTo>
                    <a:pt x="92829" y="7933"/>
                  </a:lnTo>
                  <a:cubicBezTo>
                    <a:pt x="92768" y="7933"/>
                    <a:pt x="92738" y="7964"/>
                    <a:pt x="92708" y="7994"/>
                  </a:cubicBezTo>
                  <a:lnTo>
                    <a:pt x="92647" y="8116"/>
                  </a:lnTo>
                  <a:cubicBezTo>
                    <a:pt x="92677" y="8207"/>
                    <a:pt x="92768" y="8298"/>
                    <a:pt x="92860" y="8329"/>
                  </a:cubicBezTo>
                  <a:lnTo>
                    <a:pt x="93042" y="8329"/>
                  </a:lnTo>
                  <a:cubicBezTo>
                    <a:pt x="93096" y="8274"/>
                    <a:pt x="93175" y="8172"/>
                    <a:pt x="93212" y="8172"/>
                  </a:cubicBezTo>
                  <a:cubicBezTo>
                    <a:pt x="93217" y="8172"/>
                    <a:pt x="93221" y="8173"/>
                    <a:pt x="93224" y="8177"/>
                  </a:cubicBezTo>
                  <a:cubicBezTo>
                    <a:pt x="93285" y="8207"/>
                    <a:pt x="93346" y="8268"/>
                    <a:pt x="93376" y="8329"/>
                  </a:cubicBezTo>
                  <a:cubicBezTo>
                    <a:pt x="93194" y="8420"/>
                    <a:pt x="92981" y="8450"/>
                    <a:pt x="92799" y="8481"/>
                  </a:cubicBezTo>
                  <a:cubicBezTo>
                    <a:pt x="92770" y="8486"/>
                    <a:pt x="92743" y="8489"/>
                    <a:pt x="92719" y="8489"/>
                  </a:cubicBezTo>
                  <a:cubicBezTo>
                    <a:pt x="92615" y="8489"/>
                    <a:pt x="92556" y="8444"/>
                    <a:pt x="92556" y="8420"/>
                  </a:cubicBezTo>
                  <a:cubicBezTo>
                    <a:pt x="92556" y="8359"/>
                    <a:pt x="92586" y="8298"/>
                    <a:pt x="92586" y="8237"/>
                  </a:cubicBezTo>
                  <a:cubicBezTo>
                    <a:pt x="92556" y="8146"/>
                    <a:pt x="92495" y="8085"/>
                    <a:pt x="92434" y="7994"/>
                  </a:cubicBezTo>
                  <a:lnTo>
                    <a:pt x="92373" y="7933"/>
                  </a:lnTo>
                  <a:lnTo>
                    <a:pt x="92282" y="7842"/>
                  </a:lnTo>
                  <a:cubicBezTo>
                    <a:pt x="92191" y="7842"/>
                    <a:pt x="92100" y="7873"/>
                    <a:pt x="92008" y="7903"/>
                  </a:cubicBezTo>
                  <a:lnTo>
                    <a:pt x="91857" y="7873"/>
                  </a:lnTo>
                  <a:cubicBezTo>
                    <a:pt x="91674" y="7873"/>
                    <a:pt x="91401" y="7842"/>
                    <a:pt x="91218" y="7812"/>
                  </a:cubicBezTo>
                  <a:lnTo>
                    <a:pt x="91066" y="7781"/>
                  </a:lnTo>
                  <a:lnTo>
                    <a:pt x="90945" y="7781"/>
                  </a:lnTo>
                  <a:lnTo>
                    <a:pt x="90671" y="7903"/>
                  </a:lnTo>
                  <a:cubicBezTo>
                    <a:pt x="90489" y="7812"/>
                    <a:pt x="90337" y="7599"/>
                    <a:pt x="90306" y="7386"/>
                  </a:cubicBezTo>
                  <a:cubicBezTo>
                    <a:pt x="90306" y="7326"/>
                    <a:pt x="90124" y="7204"/>
                    <a:pt x="89911" y="7143"/>
                  </a:cubicBezTo>
                  <a:lnTo>
                    <a:pt x="89729" y="7174"/>
                  </a:lnTo>
                  <a:lnTo>
                    <a:pt x="89577" y="7204"/>
                  </a:lnTo>
                  <a:cubicBezTo>
                    <a:pt x="89508" y="7238"/>
                    <a:pt x="89449" y="7255"/>
                    <a:pt x="89402" y="7255"/>
                  </a:cubicBezTo>
                  <a:cubicBezTo>
                    <a:pt x="89325" y="7255"/>
                    <a:pt x="89284" y="7208"/>
                    <a:pt x="89303" y="7113"/>
                  </a:cubicBezTo>
                  <a:lnTo>
                    <a:pt x="89303" y="7113"/>
                  </a:lnTo>
                  <a:lnTo>
                    <a:pt x="89030" y="7143"/>
                  </a:lnTo>
                  <a:cubicBezTo>
                    <a:pt x="89013" y="7147"/>
                    <a:pt x="88998" y="7149"/>
                    <a:pt x="88985" y="7149"/>
                  </a:cubicBezTo>
                  <a:cubicBezTo>
                    <a:pt x="88902" y="7149"/>
                    <a:pt x="88886" y="7074"/>
                    <a:pt x="88939" y="7022"/>
                  </a:cubicBezTo>
                  <a:cubicBezTo>
                    <a:pt x="88984" y="6976"/>
                    <a:pt x="89029" y="6898"/>
                    <a:pt x="89124" y="6898"/>
                  </a:cubicBezTo>
                  <a:cubicBezTo>
                    <a:pt x="89157" y="6898"/>
                    <a:pt x="89196" y="6907"/>
                    <a:pt x="89242" y="6930"/>
                  </a:cubicBezTo>
                  <a:cubicBezTo>
                    <a:pt x="89273" y="6961"/>
                    <a:pt x="89334" y="6991"/>
                    <a:pt x="89394" y="6991"/>
                  </a:cubicBezTo>
                  <a:lnTo>
                    <a:pt x="89546" y="6991"/>
                  </a:lnTo>
                  <a:cubicBezTo>
                    <a:pt x="89594" y="6995"/>
                    <a:pt x="89638" y="6997"/>
                    <a:pt x="89680" y="6997"/>
                  </a:cubicBezTo>
                  <a:cubicBezTo>
                    <a:pt x="89962" y="6997"/>
                    <a:pt x="90116" y="6911"/>
                    <a:pt x="90063" y="6778"/>
                  </a:cubicBezTo>
                  <a:lnTo>
                    <a:pt x="90063" y="6778"/>
                  </a:lnTo>
                  <a:lnTo>
                    <a:pt x="89850" y="6870"/>
                  </a:lnTo>
                  <a:cubicBezTo>
                    <a:pt x="89820" y="6885"/>
                    <a:pt x="89797" y="6890"/>
                    <a:pt x="89779" y="6890"/>
                  </a:cubicBezTo>
                  <a:cubicBezTo>
                    <a:pt x="89725" y="6890"/>
                    <a:pt x="89714" y="6839"/>
                    <a:pt x="89668" y="6839"/>
                  </a:cubicBezTo>
                  <a:cubicBezTo>
                    <a:pt x="89486" y="6771"/>
                    <a:pt x="89286" y="6737"/>
                    <a:pt x="89095" y="6737"/>
                  </a:cubicBezTo>
                  <a:cubicBezTo>
                    <a:pt x="89032" y="6737"/>
                    <a:pt x="88969" y="6740"/>
                    <a:pt x="88908" y="6748"/>
                  </a:cubicBezTo>
                  <a:cubicBezTo>
                    <a:pt x="88878" y="6748"/>
                    <a:pt x="88847" y="6718"/>
                    <a:pt x="88817" y="6718"/>
                  </a:cubicBezTo>
                  <a:lnTo>
                    <a:pt x="88665" y="6687"/>
                  </a:lnTo>
                  <a:cubicBezTo>
                    <a:pt x="88574" y="6870"/>
                    <a:pt x="88483" y="7052"/>
                    <a:pt x="88422" y="7234"/>
                  </a:cubicBezTo>
                  <a:cubicBezTo>
                    <a:pt x="88445" y="7303"/>
                    <a:pt x="88416" y="7337"/>
                    <a:pt x="88400" y="7337"/>
                  </a:cubicBezTo>
                  <a:cubicBezTo>
                    <a:pt x="88395" y="7337"/>
                    <a:pt x="88391" y="7333"/>
                    <a:pt x="88391" y="7326"/>
                  </a:cubicBezTo>
                  <a:cubicBezTo>
                    <a:pt x="88331" y="7234"/>
                    <a:pt x="88270" y="7143"/>
                    <a:pt x="88179" y="7082"/>
                  </a:cubicBezTo>
                  <a:lnTo>
                    <a:pt x="88300" y="6900"/>
                  </a:lnTo>
                  <a:lnTo>
                    <a:pt x="88361" y="6809"/>
                  </a:lnTo>
                  <a:cubicBezTo>
                    <a:pt x="88209" y="6778"/>
                    <a:pt x="87966" y="6748"/>
                    <a:pt x="87814" y="6748"/>
                  </a:cubicBezTo>
                  <a:lnTo>
                    <a:pt x="87783" y="6657"/>
                  </a:lnTo>
                  <a:cubicBezTo>
                    <a:pt x="87753" y="6566"/>
                    <a:pt x="87753" y="6505"/>
                    <a:pt x="87814" y="6444"/>
                  </a:cubicBezTo>
                  <a:lnTo>
                    <a:pt x="87875" y="6383"/>
                  </a:lnTo>
                  <a:cubicBezTo>
                    <a:pt x="87891" y="6380"/>
                    <a:pt x="87907" y="6378"/>
                    <a:pt x="87920" y="6378"/>
                  </a:cubicBezTo>
                  <a:cubicBezTo>
                    <a:pt x="88033" y="6378"/>
                    <a:pt x="88054" y="6478"/>
                    <a:pt x="88027" y="6505"/>
                  </a:cubicBezTo>
                  <a:cubicBezTo>
                    <a:pt x="88027" y="6535"/>
                    <a:pt x="88148" y="6596"/>
                    <a:pt x="88300" y="6657"/>
                  </a:cubicBezTo>
                  <a:lnTo>
                    <a:pt x="88300" y="6322"/>
                  </a:lnTo>
                  <a:cubicBezTo>
                    <a:pt x="88422" y="6322"/>
                    <a:pt x="88513" y="6292"/>
                    <a:pt x="88635" y="6262"/>
                  </a:cubicBezTo>
                  <a:cubicBezTo>
                    <a:pt x="88695" y="6262"/>
                    <a:pt x="88665" y="6201"/>
                    <a:pt x="88635" y="6140"/>
                  </a:cubicBezTo>
                  <a:lnTo>
                    <a:pt x="88391" y="6140"/>
                  </a:lnTo>
                  <a:cubicBezTo>
                    <a:pt x="88179" y="6140"/>
                    <a:pt x="87996" y="6019"/>
                    <a:pt x="88027" y="5988"/>
                  </a:cubicBezTo>
                  <a:cubicBezTo>
                    <a:pt x="88027" y="5958"/>
                    <a:pt x="88087" y="5958"/>
                    <a:pt x="88179" y="5958"/>
                  </a:cubicBezTo>
                  <a:lnTo>
                    <a:pt x="88239" y="5988"/>
                  </a:lnTo>
                  <a:cubicBezTo>
                    <a:pt x="88301" y="6009"/>
                    <a:pt x="88349" y="6071"/>
                    <a:pt x="88421" y="6071"/>
                  </a:cubicBezTo>
                  <a:cubicBezTo>
                    <a:pt x="88455" y="6071"/>
                    <a:pt x="88495" y="6058"/>
                    <a:pt x="88543" y="6019"/>
                  </a:cubicBezTo>
                  <a:cubicBezTo>
                    <a:pt x="88589" y="6003"/>
                    <a:pt x="88635" y="5996"/>
                    <a:pt x="88680" y="5996"/>
                  </a:cubicBezTo>
                  <a:cubicBezTo>
                    <a:pt x="88726" y="5996"/>
                    <a:pt x="88771" y="6003"/>
                    <a:pt x="88817" y="6019"/>
                  </a:cubicBezTo>
                  <a:cubicBezTo>
                    <a:pt x="88857" y="6043"/>
                    <a:pt x="88885" y="6052"/>
                    <a:pt x="88903" y="6052"/>
                  </a:cubicBezTo>
                  <a:cubicBezTo>
                    <a:pt x="88953" y="6052"/>
                    <a:pt x="88931" y="5980"/>
                    <a:pt x="88908" y="5958"/>
                  </a:cubicBezTo>
                  <a:lnTo>
                    <a:pt x="88847" y="5867"/>
                  </a:lnTo>
                  <a:cubicBezTo>
                    <a:pt x="88878" y="5806"/>
                    <a:pt x="88969" y="5684"/>
                    <a:pt x="89060" y="5563"/>
                  </a:cubicBezTo>
                  <a:lnTo>
                    <a:pt x="89212" y="5563"/>
                  </a:lnTo>
                  <a:cubicBezTo>
                    <a:pt x="89364" y="5563"/>
                    <a:pt x="89334" y="5441"/>
                    <a:pt x="89303" y="5411"/>
                  </a:cubicBezTo>
                  <a:cubicBezTo>
                    <a:pt x="89303" y="5380"/>
                    <a:pt x="89273" y="5350"/>
                    <a:pt x="89273" y="5350"/>
                  </a:cubicBezTo>
                  <a:lnTo>
                    <a:pt x="89425" y="5167"/>
                  </a:lnTo>
                  <a:cubicBezTo>
                    <a:pt x="89394" y="5015"/>
                    <a:pt x="89303" y="4863"/>
                    <a:pt x="89182" y="4803"/>
                  </a:cubicBezTo>
                  <a:cubicBezTo>
                    <a:pt x="89030" y="4833"/>
                    <a:pt x="88908" y="4863"/>
                    <a:pt x="88756" y="4924"/>
                  </a:cubicBezTo>
                  <a:lnTo>
                    <a:pt x="88574" y="4803"/>
                  </a:lnTo>
                  <a:cubicBezTo>
                    <a:pt x="88483" y="4803"/>
                    <a:pt x="88422" y="4833"/>
                    <a:pt x="88361" y="4863"/>
                  </a:cubicBezTo>
                  <a:lnTo>
                    <a:pt x="88300" y="4955"/>
                  </a:lnTo>
                  <a:cubicBezTo>
                    <a:pt x="88300" y="5046"/>
                    <a:pt x="88087" y="5046"/>
                    <a:pt x="88027" y="5046"/>
                  </a:cubicBezTo>
                  <a:cubicBezTo>
                    <a:pt x="87935" y="5015"/>
                    <a:pt x="87875" y="4833"/>
                    <a:pt x="87875" y="4772"/>
                  </a:cubicBezTo>
                  <a:cubicBezTo>
                    <a:pt x="87875" y="4712"/>
                    <a:pt x="87783" y="4651"/>
                    <a:pt x="87753" y="4651"/>
                  </a:cubicBezTo>
                  <a:cubicBezTo>
                    <a:pt x="87723" y="4651"/>
                    <a:pt x="87692" y="4499"/>
                    <a:pt x="87632" y="4499"/>
                  </a:cubicBezTo>
                  <a:cubicBezTo>
                    <a:pt x="87540" y="4499"/>
                    <a:pt x="87540" y="4468"/>
                    <a:pt x="87601" y="4468"/>
                  </a:cubicBezTo>
                  <a:lnTo>
                    <a:pt x="87632" y="4468"/>
                  </a:lnTo>
                  <a:lnTo>
                    <a:pt x="88027" y="4499"/>
                  </a:lnTo>
                  <a:cubicBezTo>
                    <a:pt x="88118" y="4377"/>
                    <a:pt x="88239" y="4256"/>
                    <a:pt x="88361" y="4134"/>
                  </a:cubicBezTo>
                  <a:cubicBezTo>
                    <a:pt x="88422" y="4134"/>
                    <a:pt x="88361" y="4073"/>
                    <a:pt x="88209" y="4073"/>
                  </a:cubicBezTo>
                  <a:lnTo>
                    <a:pt x="88209" y="4043"/>
                  </a:lnTo>
                  <a:cubicBezTo>
                    <a:pt x="88148" y="3936"/>
                    <a:pt x="88057" y="3906"/>
                    <a:pt x="87966" y="3906"/>
                  </a:cubicBezTo>
                  <a:cubicBezTo>
                    <a:pt x="87875" y="3906"/>
                    <a:pt x="87783" y="3936"/>
                    <a:pt x="87723" y="3952"/>
                  </a:cubicBezTo>
                  <a:lnTo>
                    <a:pt x="87510" y="4043"/>
                  </a:lnTo>
                  <a:cubicBezTo>
                    <a:pt x="87419" y="3952"/>
                    <a:pt x="87388" y="3830"/>
                    <a:pt x="87419" y="3708"/>
                  </a:cubicBezTo>
                  <a:cubicBezTo>
                    <a:pt x="87449" y="3648"/>
                    <a:pt x="87480" y="3648"/>
                    <a:pt x="87510" y="3648"/>
                  </a:cubicBezTo>
                  <a:cubicBezTo>
                    <a:pt x="87488" y="3756"/>
                    <a:pt x="87560" y="3772"/>
                    <a:pt x="87646" y="3772"/>
                  </a:cubicBezTo>
                  <a:cubicBezTo>
                    <a:pt x="87681" y="3772"/>
                    <a:pt x="87718" y="3769"/>
                    <a:pt x="87753" y="3769"/>
                  </a:cubicBezTo>
                  <a:lnTo>
                    <a:pt x="87966" y="3739"/>
                  </a:lnTo>
                  <a:cubicBezTo>
                    <a:pt x="87844" y="3678"/>
                    <a:pt x="87753" y="3587"/>
                    <a:pt x="87662" y="3496"/>
                  </a:cubicBezTo>
                  <a:lnTo>
                    <a:pt x="87723" y="3435"/>
                  </a:lnTo>
                  <a:cubicBezTo>
                    <a:pt x="87753" y="3344"/>
                    <a:pt x="87783" y="3283"/>
                    <a:pt x="87814" y="3192"/>
                  </a:cubicBezTo>
                  <a:lnTo>
                    <a:pt x="87814" y="3161"/>
                  </a:lnTo>
                  <a:cubicBezTo>
                    <a:pt x="87814" y="3161"/>
                    <a:pt x="87723" y="3192"/>
                    <a:pt x="87632" y="3283"/>
                  </a:cubicBezTo>
                  <a:lnTo>
                    <a:pt x="87601" y="3283"/>
                  </a:lnTo>
                  <a:cubicBezTo>
                    <a:pt x="87419" y="3253"/>
                    <a:pt x="87510" y="3161"/>
                    <a:pt x="87571" y="3101"/>
                  </a:cubicBezTo>
                  <a:cubicBezTo>
                    <a:pt x="87540" y="3009"/>
                    <a:pt x="87480" y="2918"/>
                    <a:pt x="87419" y="2857"/>
                  </a:cubicBezTo>
                  <a:lnTo>
                    <a:pt x="87236" y="2857"/>
                  </a:lnTo>
                  <a:cubicBezTo>
                    <a:pt x="87084" y="2857"/>
                    <a:pt x="86963" y="2857"/>
                    <a:pt x="86963" y="2705"/>
                  </a:cubicBezTo>
                  <a:lnTo>
                    <a:pt x="86841" y="2705"/>
                  </a:lnTo>
                  <a:lnTo>
                    <a:pt x="86750" y="2918"/>
                  </a:lnTo>
                  <a:cubicBezTo>
                    <a:pt x="86537" y="2888"/>
                    <a:pt x="86446" y="2705"/>
                    <a:pt x="86446" y="2645"/>
                  </a:cubicBezTo>
                  <a:cubicBezTo>
                    <a:pt x="86507" y="2553"/>
                    <a:pt x="86568" y="2493"/>
                    <a:pt x="86628" y="2462"/>
                  </a:cubicBezTo>
                  <a:lnTo>
                    <a:pt x="86659" y="2462"/>
                  </a:lnTo>
                  <a:lnTo>
                    <a:pt x="86811" y="2523"/>
                  </a:lnTo>
                  <a:cubicBezTo>
                    <a:pt x="86963" y="2493"/>
                    <a:pt x="87054" y="2341"/>
                    <a:pt x="87054" y="2280"/>
                  </a:cubicBezTo>
                  <a:cubicBezTo>
                    <a:pt x="87024" y="2249"/>
                    <a:pt x="87054" y="2189"/>
                    <a:pt x="87115" y="2158"/>
                  </a:cubicBezTo>
                  <a:cubicBezTo>
                    <a:pt x="87267" y="2097"/>
                    <a:pt x="87388" y="1976"/>
                    <a:pt x="87510" y="1854"/>
                  </a:cubicBezTo>
                  <a:cubicBezTo>
                    <a:pt x="87540" y="1733"/>
                    <a:pt x="87571" y="1611"/>
                    <a:pt x="87540" y="1520"/>
                  </a:cubicBezTo>
                  <a:lnTo>
                    <a:pt x="87115" y="1520"/>
                  </a:lnTo>
                  <a:cubicBezTo>
                    <a:pt x="87024" y="1277"/>
                    <a:pt x="87358" y="942"/>
                    <a:pt x="87480" y="882"/>
                  </a:cubicBezTo>
                  <a:cubicBezTo>
                    <a:pt x="87601" y="851"/>
                    <a:pt x="87601" y="730"/>
                    <a:pt x="87480" y="669"/>
                  </a:cubicBezTo>
                  <a:lnTo>
                    <a:pt x="87358" y="608"/>
                  </a:lnTo>
                  <a:cubicBezTo>
                    <a:pt x="87267" y="547"/>
                    <a:pt x="87358" y="487"/>
                    <a:pt x="87358" y="456"/>
                  </a:cubicBezTo>
                  <a:cubicBezTo>
                    <a:pt x="87388" y="426"/>
                    <a:pt x="87328" y="335"/>
                    <a:pt x="87297" y="304"/>
                  </a:cubicBezTo>
                  <a:cubicBezTo>
                    <a:pt x="87252" y="243"/>
                    <a:pt x="87229" y="213"/>
                    <a:pt x="87202" y="213"/>
                  </a:cubicBezTo>
                  <a:cubicBezTo>
                    <a:pt x="87176" y="213"/>
                    <a:pt x="87145" y="243"/>
                    <a:pt x="87084" y="304"/>
                  </a:cubicBezTo>
                  <a:lnTo>
                    <a:pt x="87024" y="304"/>
                  </a:lnTo>
                  <a:cubicBezTo>
                    <a:pt x="87007" y="312"/>
                    <a:pt x="86991" y="316"/>
                    <a:pt x="86975" y="316"/>
                  </a:cubicBezTo>
                  <a:cubicBezTo>
                    <a:pt x="86932" y="316"/>
                    <a:pt x="86894" y="288"/>
                    <a:pt x="86872" y="243"/>
                  </a:cubicBezTo>
                  <a:lnTo>
                    <a:pt x="86872" y="213"/>
                  </a:lnTo>
                  <a:lnTo>
                    <a:pt x="86872" y="183"/>
                  </a:lnTo>
                  <a:cubicBezTo>
                    <a:pt x="86932" y="91"/>
                    <a:pt x="86872" y="91"/>
                    <a:pt x="86750" y="91"/>
                  </a:cubicBezTo>
                  <a:lnTo>
                    <a:pt x="86598" y="91"/>
                  </a:lnTo>
                  <a:cubicBezTo>
                    <a:pt x="86591" y="95"/>
                    <a:pt x="86581" y="96"/>
                    <a:pt x="86568" y="96"/>
                  </a:cubicBezTo>
                  <a:cubicBezTo>
                    <a:pt x="86466" y="96"/>
                    <a:pt x="86189" y="0"/>
                    <a:pt x="86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1"/>
            <p:cNvSpPr/>
            <p:nvPr/>
          </p:nvSpPr>
          <p:spPr>
            <a:xfrm rot="2700000">
              <a:off x="6819017" y="1397400"/>
              <a:ext cx="2523601" cy="400471"/>
            </a:xfrm>
            <a:custGeom>
              <a:rect b="b" l="l" r="r" t="t"/>
              <a:pathLst>
                <a:path extrusionOk="0" h="16019" w="100945">
                  <a:moveTo>
                    <a:pt x="83846" y="323"/>
                  </a:moveTo>
                  <a:cubicBezTo>
                    <a:pt x="83893" y="323"/>
                    <a:pt x="83937" y="345"/>
                    <a:pt x="83954" y="395"/>
                  </a:cubicBezTo>
                  <a:cubicBezTo>
                    <a:pt x="83984" y="426"/>
                    <a:pt x="84015" y="487"/>
                    <a:pt x="84015" y="547"/>
                  </a:cubicBezTo>
                  <a:lnTo>
                    <a:pt x="83984" y="608"/>
                  </a:lnTo>
                  <a:cubicBezTo>
                    <a:pt x="83945" y="667"/>
                    <a:pt x="83893" y="701"/>
                    <a:pt x="83837" y="701"/>
                  </a:cubicBezTo>
                  <a:cubicBezTo>
                    <a:pt x="83806" y="701"/>
                    <a:pt x="83773" y="691"/>
                    <a:pt x="83741" y="669"/>
                  </a:cubicBezTo>
                  <a:lnTo>
                    <a:pt x="83711" y="669"/>
                  </a:lnTo>
                  <a:cubicBezTo>
                    <a:pt x="83650" y="639"/>
                    <a:pt x="83559" y="426"/>
                    <a:pt x="83680" y="395"/>
                  </a:cubicBezTo>
                  <a:lnTo>
                    <a:pt x="83741" y="365"/>
                  </a:lnTo>
                  <a:cubicBezTo>
                    <a:pt x="83768" y="338"/>
                    <a:pt x="83808" y="323"/>
                    <a:pt x="83846" y="323"/>
                  </a:cubicBezTo>
                  <a:close/>
                  <a:moveTo>
                    <a:pt x="81492" y="395"/>
                  </a:moveTo>
                  <a:cubicBezTo>
                    <a:pt x="81613" y="395"/>
                    <a:pt x="81735" y="456"/>
                    <a:pt x="81826" y="517"/>
                  </a:cubicBezTo>
                  <a:cubicBezTo>
                    <a:pt x="81826" y="578"/>
                    <a:pt x="81735" y="639"/>
                    <a:pt x="81613" y="669"/>
                  </a:cubicBezTo>
                  <a:lnTo>
                    <a:pt x="81583" y="699"/>
                  </a:lnTo>
                  <a:cubicBezTo>
                    <a:pt x="81577" y="701"/>
                    <a:pt x="81570" y="702"/>
                    <a:pt x="81565" y="702"/>
                  </a:cubicBezTo>
                  <a:cubicBezTo>
                    <a:pt x="81458" y="702"/>
                    <a:pt x="81434" y="453"/>
                    <a:pt x="81492" y="395"/>
                  </a:cubicBezTo>
                  <a:close/>
                  <a:moveTo>
                    <a:pt x="73467" y="566"/>
                  </a:moveTo>
                  <a:cubicBezTo>
                    <a:pt x="73510" y="566"/>
                    <a:pt x="73520" y="594"/>
                    <a:pt x="73498" y="639"/>
                  </a:cubicBezTo>
                  <a:lnTo>
                    <a:pt x="73498" y="669"/>
                  </a:lnTo>
                  <a:cubicBezTo>
                    <a:pt x="73447" y="720"/>
                    <a:pt x="73310" y="835"/>
                    <a:pt x="73214" y="835"/>
                  </a:cubicBezTo>
                  <a:cubicBezTo>
                    <a:pt x="73195" y="835"/>
                    <a:pt x="73178" y="831"/>
                    <a:pt x="73163" y="821"/>
                  </a:cubicBezTo>
                  <a:lnTo>
                    <a:pt x="73103" y="821"/>
                  </a:lnTo>
                  <a:cubicBezTo>
                    <a:pt x="72981" y="791"/>
                    <a:pt x="73042" y="699"/>
                    <a:pt x="73042" y="639"/>
                  </a:cubicBezTo>
                  <a:lnTo>
                    <a:pt x="73042" y="608"/>
                  </a:lnTo>
                  <a:cubicBezTo>
                    <a:pt x="73057" y="593"/>
                    <a:pt x="73133" y="593"/>
                    <a:pt x="73213" y="593"/>
                  </a:cubicBezTo>
                  <a:cubicBezTo>
                    <a:pt x="73293" y="593"/>
                    <a:pt x="73376" y="593"/>
                    <a:pt x="73407" y="578"/>
                  </a:cubicBezTo>
                  <a:cubicBezTo>
                    <a:pt x="73431" y="570"/>
                    <a:pt x="73451" y="566"/>
                    <a:pt x="73467" y="566"/>
                  </a:cubicBezTo>
                  <a:close/>
                  <a:moveTo>
                    <a:pt x="75990" y="547"/>
                  </a:moveTo>
                  <a:cubicBezTo>
                    <a:pt x="76112" y="547"/>
                    <a:pt x="76142" y="639"/>
                    <a:pt x="76142" y="669"/>
                  </a:cubicBezTo>
                  <a:cubicBezTo>
                    <a:pt x="76112" y="730"/>
                    <a:pt x="76112" y="791"/>
                    <a:pt x="76112" y="851"/>
                  </a:cubicBezTo>
                  <a:cubicBezTo>
                    <a:pt x="76112" y="860"/>
                    <a:pt x="76104" y="864"/>
                    <a:pt x="76091" y="864"/>
                  </a:cubicBezTo>
                  <a:cubicBezTo>
                    <a:pt x="76058" y="864"/>
                    <a:pt x="75994" y="842"/>
                    <a:pt x="75929" y="821"/>
                  </a:cubicBezTo>
                  <a:cubicBezTo>
                    <a:pt x="75838" y="760"/>
                    <a:pt x="75869" y="547"/>
                    <a:pt x="75990" y="547"/>
                  </a:cubicBezTo>
                  <a:close/>
                  <a:moveTo>
                    <a:pt x="57631" y="760"/>
                  </a:moveTo>
                  <a:lnTo>
                    <a:pt x="57844" y="851"/>
                  </a:lnTo>
                  <a:cubicBezTo>
                    <a:pt x="57824" y="969"/>
                    <a:pt x="57754" y="1036"/>
                    <a:pt x="57666" y="1036"/>
                  </a:cubicBezTo>
                  <a:cubicBezTo>
                    <a:pt x="57617" y="1036"/>
                    <a:pt x="57563" y="1016"/>
                    <a:pt x="57510" y="973"/>
                  </a:cubicBezTo>
                  <a:lnTo>
                    <a:pt x="57418" y="912"/>
                  </a:lnTo>
                  <a:cubicBezTo>
                    <a:pt x="57388" y="882"/>
                    <a:pt x="57449" y="821"/>
                    <a:pt x="57570" y="760"/>
                  </a:cubicBezTo>
                  <a:close/>
                  <a:moveTo>
                    <a:pt x="59994" y="748"/>
                  </a:moveTo>
                  <a:cubicBezTo>
                    <a:pt x="60059" y="748"/>
                    <a:pt x="60228" y="890"/>
                    <a:pt x="60306" y="943"/>
                  </a:cubicBezTo>
                  <a:lnTo>
                    <a:pt x="60154" y="1034"/>
                  </a:lnTo>
                  <a:lnTo>
                    <a:pt x="60124" y="1064"/>
                  </a:lnTo>
                  <a:cubicBezTo>
                    <a:pt x="60002" y="1003"/>
                    <a:pt x="59941" y="882"/>
                    <a:pt x="59972" y="760"/>
                  </a:cubicBezTo>
                  <a:cubicBezTo>
                    <a:pt x="59976" y="752"/>
                    <a:pt x="59984" y="748"/>
                    <a:pt x="59994" y="748"/>
                  </a:cubicBezTo>
                  <a:close/>
                  <a:moveTo>
                    <a:pt x="61674" y="821"/>
                  </a:moveTo>
                  <a:lnTo>
                    <a:pt x="61674" y="851"/>
                  </a:lnTo>
                  <a:cubicBezTo>
                    <a:pt x="61765" y="851"/>
                    <a:pt x="62008" y="943"/>
                    <a:pt x="61887" y="1064"/>
                  </a:cubicBezTo>
                  <a:lnTo>
                    <a:pt x="61856" y="1064"/>
                  </a:lnTo>
                  <a:lnTo>
                    <a:pt x="61735" y="1003"/>
                  </a:lnTo>
                  <a:cubicBezTo>
                    <a:pt x="61613" y="912"/>
                    <a:pt x="61583" y="821"/>
                    <a:pt x="61674" y="821"/>
                  </a:cubicBezTo>
                  <a:close/>
                  <a:moveTo>
                    <a:pt x="45139" y="1003"/>
                  </a:moveTo>
                  <a:cubicBezTo>
                    <a:pt x="45169" y="1003"/>
                    <a:pt x="45199" y="1003"/>
                    <a:pt x="45230" y="1034"/>
                  </a:cubicBezTo>
                  <a:lnTo>
                    <a:pt x="45230" y="1155"/>
                  </a:lnTo>
                  <a:cubicBezTo>
                    <a:pt x="45108" y="1186"/>
                    <a:pt x="44987" y="1216"/>
                    <a:pt x="44865" y="1247"/>
                  </a:cubicBezTo>
                  <a:lnTo>
                    <a:pt x="44713" y="1277"/>
                  </a:lnTo>
                  <a:cubicBezTo>
                    <a:pt x="44622" y="1186"/>
                    <a:pt x="44743" y="1125"/>
                    <a:pt x="44987" y="1125"/>
                  </a:cubicBezTo>
                  <a:lnTo>
                    <a:pt x="45139" y="1003"/>
                  </a:lnTo>
                  <a:close/>
                  <a:moveTo>
                    <a:pt x="31659" y="1304"/>
                  </a:moveTo>
                  <a:cubicBezTo>
                    <a:pt x="31730" y="1304"/>
                    <a:pt x="31700" y="1496"/>
                    <a:pt x="31643" y="1581"/>
                  </a:cubicBezTo>
                  <a:cubicBezTo>
                    <a:pt x="31586" y="1618"/>
                    <a:pt x="31542" y="1644"/>
                    <a:pt x="31516" y="1644"/>
                  </a:cubicBezTo>
                  <a:cubicBezTo>
                    <a:pt x="31500" y="1644"/>
                    <a:pt x="31491" y="1634"/>
                    <a:pt x="31491" y="1611"/>
                  </a:cubicBezTo>
                  <a:cubicBezTo>
                    <a:pt x="31491" y="1550"/>
                    <a:pt x="31400" y="1459"/>
                    <a:pt x="31339" y="1459"/>
                  </a:cubicBezTo>
                  <a:cubicBezTo>
                    <a:pt x="31308" y="1459"/>
                    <a:pt x="31308" y="1399"/>
                    <a:pt x="31308" y="1399"/>
                  </a:cubicBezTo>
                  <a:cubicBezTo>
                    <a:pt x="31400" y="1338"/>
                    <a:pt x="31521" y="1307"/>
                    <a:pt x="31643" y="1307"/>
                  </a:cubicBezTo>
                  <a:cubicBezTo>
                    <a:pt x="31649" y="1305"/>
                    <a:pt x="31654" y="1304"/>
                    <a:pt x="31659" y="1304"/>
                  </a:cubicBezTo>
                  <a:close/>
                  <a:moveTo>
                    <a:pt x="25077" y="1459"/>
                  </a:moveTo>
                  <a:cubicBezTo>
                    <a:pt x="25229" y="1459"/>
                    <a:pt x="25381" y="1490"/>
                    <a:pt x="25503" y="1520"/>
                  </a:cubicBezTo>
                  <a:cubicBezTo>
                    <a:pt x="25533" y="1550"/>
                    <a:pt x="25564" y="1581"/>
                    <a:pt x="25503" y="1642"/>
                  </a:cubicBezTo>
                  <a:cubicBezTo>
                    <a:pt x="25453" y="1691"/>
                    <a:pt x="25404" y="1741"/>
                    <a:pt x="25321" y="1741"/>
                  </a:cubicBezTo>
                  <a:cubicBezTo>
                    <a:pt x="25302" y="1741"/>
                    <a:pt x="25282" y="1738"/>
                    <a:pt x="25260" y="1733"/>
                  </a:cubicBezTo>
                  <a:lnTo>
                    <a:pt x="25138" y="1702"/>
                  </a:lnTo>
                  <a:cubicBezTo>
                    <a:pt x="24925" y="1642"/>
                    <a:pt x="24895" y="1581"/>
                    <a:pt x="25017" y="1520"/>
                  </a:cubicBezTo>
                  <a:lnTo>
                    <a:pt x="25077" y="1459"/>
                  </a:lnTo>
                  <a:close/>
                  <a:moveTo>
                    <a:pt x="24429" y="1423"/>
                  </a:moveTo>
                  <a:cubicBezTo>
                    <a:pt x="24516" y="1423"/>
                    <a:pt x="24478" y="1498"/>
                    <a:pt x="24530" y="1550"/>
                  </a:cubicBezTo>
                  <a:lnTo>
                    <a:pt x="24591" y="1611"/>
                  </a:lnTo>
                  <a:cubicBezTo>
                    <a:pt x="24469" y="1672"/>
                    <a:pt x="24348" y="1763"/>
                    <a:pt x="24226" y="1794"/>
                  </a:cubicBezTo>
                  <a:cubicBezTo>
                    <a:pt x="24203" y="1817"/>
                    <a:pt x="24180" y="1827"/>
                    <a:pt x="24160" y="1827"/>
                  </a:cubicBezTo>
                  <a:cubicBezTo>
                    <a:pt x="24128" y="1827"/>
                    <a:pt x="24105" y="1801"/>
                    <a:pt x="24105" y="1763"/>
                  </a:cubicBezTo>
                  <a:lnTo>
                    <a:pt x="24074" y="1763"/>
                  </a:lnTo>
                  <a:cubicBezTo>
                    <a:pt x="24135" y="1642"/>
                    <a:pt x="24196" y="1520"/>
                    <a:pt x="24257" y="1429"/>
                  </a:cubicBezTo>
                  <a:lnTo>
                    <a:pt x="24378" y="1429"/>
                  </a:lnTo>
                  <a:cubicBezTo>
                    <a:pt x="24399" y="1425"/>
                    <a:pt x="24416" y="1423"/>
                    <a:pt x="24429" y="1423"/>
                  </a:cubicBezTo>
                  <a:close/>
                  <a:moveTo>
                    <a:pt x="17478" y="1763"/>
                  </a:moveTo>
                  <a:lnTo>
                    <a:pt x="17600" y="1885"/>
                  </a:lnTo>
                  <a:cubicBezTo>
                    <a:pt x="17782" y="1885"/>
                    <a:pt x="17874" y="1976"/>
                    <a:pt x="17813" y="2098"/>
                  </a:cubicBezTo>
                  <a:lnTo>
                    <a:pt x="17752" y="2158"/>
                  </a:lnTo>
                  <a:cubicBezTo>
                    <a:pt x="17714" y="2209"/>
                    <a:pt x="17681" y="2233"/>
                    <a:pt x="17656" y="2233"/>
                  </a:cubicBezTo>
                  <a:cubicBezTo>
                    <a:pt x="17621" y="2233"/>
                    <a:pt x="17600" y="2186"/>
                    <a:pt x="17600" y="2098"/>
                  </a:cubicBezTo>
                  <a:cubicBezTo>
                    <a:pt x="17539" y="2098"/>
                    <a:pt x="17326" y="2006"/>
                    <a:pt x="17326" y="1946"/>
                  </a:cubicBezTo>
                  <a:cubicBezTo>
                    <a:pt x="17357" y="1885"/>
                    <a:pt x="17418" y="1824"/>
                    <a:pt x="17478" y="1763"/>
                  </a:cubicBezTo>
                  <a:close/>
                  <a:moveTo>
                    <a:pt x="15599" y="1931"/>
                  </a:moveTo>
                  <a:cubicBezTo>
                    <a:pt x="15616" y="1931"/>
                    <a:pt x="15635" y="1936"/>
                    <a:pt x="15655" y="1946"/>
                  </a:cubicBezTo>
                  <a:lnTo>
                    <a:pt x="15776" y="2006"/>
                  </a:lnTo>
                  <a:cubicBezTo>
                    <a:pt x="15801" y="1998"/>
                    <a:pt x="15823" y="1994"/>
                    <a:pt x="15842" y="1994"/>
                  </a:cubicBezTo>
                  <a:cubicBezTo>
                    <a:pt x="15893" y="1994"/>
                    <a:pt x="15920" y="2023"/>
                    <a:pt x="15898" y="2067"/>
                  </a:cubicBezTo>
                  <a:cubicBezTo>
                    <a:pt x="15898" y="2128"/>
                    <a:pt x="15867" y="2189"/>
                    <a:pt x="15867" y="2250"/>
                  </a:cubicBezTo>
                  <a:cubicBezTo>
                    <a:pt x="15867" y="2265"/>
                    <a:pt x="15837" y="2272"/>
                    <a:pt x="15791" y="2272"/>
                  </a:cubicBezTo>
                  <a:cubicBezTo>
                    <a:pt x="15746" y="2272"/>
                    <a:pt x="15685" y="2265"/>
                    <a:pt x="15624" y="2250"/>
                  </a:cubicBezTo>
                  <a:lnTo>
                    <a:pt x="15594" y="2250"/>
                  </a:lnTo>
                  <a:cubicBezTo>
                    <a:pt x="15558" y="2285"/>
                    <a:pt x="15532" y="2298"/>
                    <a:pt x="15509" y="2298"/>
                  </a:cubicBezTo>
                  <a:cubicBezTo>
                    <a:pt x="15474" y="2298"/>
                    <a:pt x="15448" y="2268"/>
                    <a:pt x="15412" y="2250"/>
                  </a:cubicBezTo>
                  <a:cubicBezTo>
                    <a:pt x="15320" y="2189"/>
                    <a:pt x="15320" y="2128"/>
                    <a:pt x="15412" y="2067"/>
                  </a:cubicBezTo>
                  <a:cubicBezTo>
                    <a:pt x="15462" y="2042"/>
                    <a:pt x="15513" y="1931"/>
                    <a:pt x="15599" y="1931"/>
                  </a:cubicBezTo>
                  <a:close/>
                  <a:moveTo>
                    <a:pt x="88878" y="2250"/>
                  </a:moveTo>
                  <a:cubicBezTo>
                    <a:pt x="89060" y="2310"/>
                    <a:pt x="89091" y="2432"/>
                    <a:pt x="89060" y="2432"/>
                  </a:cubicBezTo>
                  <a:cubicBezTo>
                    <a:pt x="88923" y="2432"/>
                    <a:pt x="88761" y="2382"/>
                    <a:pt x="88619" y="2328"/>
                  </a:cubicBezTo>
                  <a:lnTo>
                    <a:pt x="88619" y="2328"/>
                  </a:lnTo>
                  <a:lnTo>
                    <a:pt x="88787" y="2280"/>
                  </a:lnTo>
                  <a:lnTo>
                    <a:pt x="88878" y="2250"/>
                  </a:lnTo>
                  <a:close/>
                  <a:moveTo>
                    <a:pt x="90560" y="2156"/>
                  </a:moveTo>
                  <a:cubicBezTo>
                    <a:pt x="90568" y="2156"/>
                    <a:pt x="90580" y="2182"/>
                    <a:pt x="90580" y="2219"/>
                  </a:cubicBezTo>
                  <a:cubicBezTo>
                    <a:pt x="90580" y="2371"/>
                    <a:pt x="90458" y="2462"/>
                    <a:pt x="90337" y="2462"/>
                  </a:cubicBezTo>
                  <a:lnTo>
                    <a:pt x="90215" y="2432"/>
                  </a:lnTo>
                  <a:lnTo>
                    <a:pt x="90124" y="2402"/>
                  </a:lnTo>
                  <a:cubicBezTo>
                    <a:pt x="90089" y="2407"/>
                    <a:pt x="90061" y="2410"/>
                    <a:pt x="90039" y="2410"/>
                  </a:cubicBezTo>
                  <a:cubicBezTo>
                    <a:pt x="89944" y="2410"/>
                    <a:pt x="89953" y="2365"/>
                    <a:pt x="90003" y="2341"/>
                  </a:cubicBezTo>
                  <a:cubicBezTo>
                    <a:pt x="90063" y="2310"/>
                    <a:pt x="90033" y="2250"/>
                    <a:pt x="90003" y="2219"/>
                  </a:cubicBezTo>
                  <a:cubicBezTo>
                    <a:pt x="89994" y="2210"/>
                    <a:pt x="90011" y="2207"/>
                    <a:pt x="90041" y="2207"/>
                  </a:cubicBezTo>
                  <a:cubicBezTo>
                    <a:pt x="90114" y="2207"/>
                    <a:pt x="90264" y="2228"/>
                    <a:pt x="90307" y="2250"/>
                  </a:cubicBezTo>
                  <a:cubicBezTo>
                    <a:pt x="90331" y="2258"/>
                    <a:pt x="90355" y="2262"/>
                    <a:pt x="90379" y="2262"/>
                  </a:cubicBezTo>
                  <a:cubicBezTo>
                    <a:pt x="90444" y="2262"/>
                    <a:pt x="90505" y="2233"/>
                    <a:pt x="90550" y="2189"/>
                  </a:cubicBezTo>
                  <a:cubicBezTo>
                    <a:pt x="90550" y="2166"/>
                    <a:pt x="90554" y="2156"/>
                    <a:pt x="90560" y="2156"/>
                  </a:cubicBezTo>
                  <a:close/>
                  <a:moveTo>
                    <a:pt x="94501" y="2979"/>
                  </a:moveTo>
                  <a:lnTo>
                    <a:pt x="94683" y="3009"/>
                  </a:lnTo>
                  <a:lnTo>
                    <a:pt x="94775" y="3009"/>
                  </a:lnTo>
                  <a:cubicBezTo>
                    <a:pt x="94927" y="3070"/>
                    <a:pt x="94987" y="3222"/>
                    <a:pt x="94927" y="3313"/>
                  </a:cubicBezTo>
                  <a:cubicBezTo>
                    <a:pt x="94913" y="3332"/>
                    <a:pt x="94889" y="3340"/>
                    <a:pt x="94859" y="3340"/>
                  </a:cubicBezTo>
                  <a:cubicBezTo>
                    <a:pt x="94689" y="3340"/>
                    <a:pt x="94310" y="3091"/>
                    <a:pt x="94258" y="3040"/>
                  </a:cubicBezTo>
                  <a:cubicBezTo>
                    <a:pt x="94197" y="3009"/>
                    <a:pt x="94288" y="2979"/>
                    <a:pt x="94501" y="2979"/>
                  </a:cubicBezTo>
                  <a:close/>
                  <a:moveTo>
                    <a:pt x="11430" y="3344"/>
                  </a:moveTo>
                  <a:cubicBezTo>
                    <a:pt x="11490" y="3344"/>
                    <a:pt x="11551" y="3374"/>
                    <a:pt x="11551" y="3435"/>
                  </a:cubicBezTo>
                  <a:lnTo>
                    <a:pt x="11399" y="3526"/>
                  </a:lnTo>
                  <a:cubicBezTo>
                    <a:pt x="11247" y="3617"/>
                    <a:pt x="11126" y="3678"/>
                    <a:pt x="10974" y="3739"/>
                  </a:cubicBezTo>
                  <a:lnTo>
                    <a:pt x="10974" y="3709"/>
                  </a:lnTo>
                  <a:lnTo>
                    <a:pt x="10943" y="3709"/>
                  </a:lnTo>
                  <a:cubicBezTo>
                    <a:pt x="10974" y="3587"/>
                    <a:pt x="11065" y="3496"/>
                    <a:pt x="11156" y="3405"/>
                  </a:cubicBezTo>
                  <a:cubicBezTo>
                    <a:pt x="11217" y="3374"/>
                    <a:pt x="11338" y="3344"/>
                    <a:pt x="11430" y="3344"/>
                  </a:cubicBezTo>
                  <a:close/>
                  <a:moveTo>
                    <a:pt x="20559" y="3545"/>
                  </a:moveTo>
                  <a:cubicBezTo>
                    <a:pt x="20642" y="3545"/>
                    <a:pt x="20763" y="3573"/>
                    <a:pt x="20852" y="3617"/>
                  </a:cubicBezTo>
                  <a:lnTo>
                    <a:pt x="20974" y="3709"/>
                  </a:lnTo>
                  <a:lnTo>
                    <a:pt x="20974" y="3769"/>
                  </a:lnTo>
                  <a:cubicBezTo>
                    <a:pt x="20974" y="3800"/>
                    <a:pt x="20944" y="3830"/>
                    <a:pt x="20913" y="3830"/>
                  </a:cubicBezTo>
                  <a:lnTo>
                    <a:pt x="20822" y="3830"/>
                  </a:lnTo>
                  <a:cubicBezTo>
                    <a:pt x="20700" y="3800"/>
                    <a:pt x="20579" y="3739"/>
                    <a:pt x="20488" y="3678"/>
                  </a:cubicBezTo>
                  <a:cubicBezTo>
                    <a:pt x="20427" y="3648"/>
                    <a:pt x="20427" y="3587"/>
                    <a:pt x="20488" y="3557"/>
                  </a:cubicBezTo>
                  <a:cubicBezTo>
                    <a:pt x="20504" y="3548"/>
                    <a:pt x="20529" y="3545"/>
                    <a:pt x="20559" y="3545"/>
                  </a:cubicBezTo>
                  <a:close/>
                  <a:moveTo>
                    <a:pt x="14256" y="3769"/>
                  </a:moveTo>
                  <a:cubicBezTo>
                    <a:pt x="14287" y="3800"/>
                    <a:pt x="14317" y="3861"/>
                    <a:pt x="14317" y="3921"/>
                  </a:cubicBezTo>
                  <a:cubicBezTo>
                    <a:pt x="14317" y="3946"/>
                    <a:pt x="14496" y="3990"/>
                    <a:pt x="14597" y="3990"/>
                  </a:cubicBezTo>
                  <a:cubicBezTo>
                    <a:pt x="14621" y="3990"/>
                    <a:pt x="14640" y="3988"/>
                    <a:pt x="14652" y="3982"/>
                  </a:cubicBezTo>
                  <a:cubicBezTo>
                    <a:pt x="14661" y="3979"/>
                    <a:pt x="14670" y="3977"/>
                    <a:pt x="14677" y="3977"/>
                  </a:cubicBezTo>
                  <a:cubicBezTo>
                    <a:pt x="14742" y="3977"/>
                    <a:pt x="14733" y="4086"/>
                    <a:pt x="14652" y="4195"/>
                  </a:cubicBezTo>
                  <a:lnTo>
                    <a:pt x="14378" y="4165"/>
                  </a:lnTo>
                  <a:lnTo>
                    <a:pt x="14226" y="4165"/>
                  </a:lnTo>
                  <a:cubicBezTo>
                    <a:pt x="14060" y="4165"/>
                    <a:pt x="14020" y="4039"/>
                    <a:pt x="14060" y="4039"/>
                  </a:cubicBezTo>
                  <a:cubicBezTo>
                    <a:pt x="14064" y="4039"/>
                    <a:pt x="14069" y="4040"/>
                    <a:pt x="14074" y="4043"/>
                  </a:cubicBezTo>
                  <a:cubicBezTo>
                    <a:pt x="14090" y="4051"/>
                    <a:pt x="14107" y="4055"/>
                    <a:pt x="14122" y="4055"/>
                  </a:cubicBezTo>
                  <a:cubicBezTo>
                    <a:pt x="14163" y="4055"/>
                    <a:pt x="14196" y="4027"/>
                    <a:pt x="14196" y="3982"/>
                  </a:cubicBezTo>
                  <a:cubicBezTo>
                    <a:pt x="14226" y="3921"/>
                    <a:pt x="14226" y="3830"/>
                    <a:pt x="14256" y="3769"/>
                  </a:cubicBezTo>
                  <a:close/>
                  <a:moveTo>
                    <a:pt x="13161" y="3992"/>
                  </a:moveTo>
                  <a:cubicBezTo>
                    <a:pt x="13279" y="3992"/>
                    <a:pt x="13390" y="4039"/>
                    <a:pt x="13466" y="4134"/>
                  </a:cubicBezTo>
                  <a:lnTo>
                    <a:pt x="13497" y="4134"/>
                  </a:lnTo>
                  <a:cubicBezTo>
                    <a:pt x="13360" y="4216"/>
                    <a:pt x="13285" y="4261"/>
                    <a:pt x="13221" y="4261"/>
                  </a:cubicBezTo>
                  <a:cubicBezTo>
                    <a:pt x="13143" y="4261"/>
                    <a:pt x="13083" y="4194"/>
                    <a:pt x="12949" y="4043"/>
                  </a:cubicBezTo>
                  <a:cubicBezTo>
                    <a:pt x="13018" y="4009"/>
                    <a:pt x="13091" y="3992"/>
                    <a:pt x="13161" y="3992"/>
                  </a:cubicBezTo>
                  <a:close/>
                  <a:moveTo>
                    <a:pt x="96659" y="4073"/>
                  </a:moveTo>
                  <a:cubicBezTo>
                    <a:pt x="96720" y="4256"/>
                    <a:pt x="96750" y="4377"/>
                    <a:pt x="96720" y="4408"/>
                  </a:cubicBezTo>
                  <a:cubicBezTo>
                    <a:pt x="96690" y="4423"/>
                    <a:pt x="96652" y="4430"/>
                    <a:pt x="96614" y="4430"/>
                  </a:cubicBezTo>
                  <a:cubicBezTo>
                    <a:pt x="96576" y="4430"/>
                    <a:pt x="96538" y="4423"/>
                    <a:pt x="96507" y="4408"/>
                  </a:cubicBezTo>
                  <a:cubicBezTo>
                    <a:pt x="96477" y="4408"/>
                    <a:pt x="96355" y="4438"/>
                    <a:pt x="96234" y="4499"/>
                  </a:cubicBezTo>
                  <a:lnTo>
                    <a:pt x="96112" y="4529"/>
                  </a:lnTo>
                  <a:lnTo>
                    <a:pt x="96082" y="4529"/>
                  </a:lnTo>
                  <a:cubicBezTo>
                    <a:pt x="95991" y="4438"/>
                    <a:pt x="96021" y="4225"/>
                    <a:pt x="96142" y="4073"/>
                  </a:cubicBezTo>
                  <a:close/>
                  <a:moveTo>
                    <a:pt x="87766" y="10065"/>
                  </a:moveTo>
                  <a:cubicBezTo>
                    <a:pt x="87824" y="10065"/>
                    <a:pt x="87875" y="10071"/>
                    <a:pt x="87905" y="10092"/>
                  </a:cubicBezTo>
                  <a:cubicBezTo>
                    <a:pt x="87996" y="10122"/>
                    <a:pt x="87936" y="10183"/>
                    <a:pt x="87814" y="10183"/>
                  </a:cubicBezTo>
                  <a:cubicBezTo>
                    <a:pt x="87692" y="10183"/>
                    <a:pt x="87328" y="10092"/>
                    <a:pt x="87419" y="10092"/>
                  </a:cubicBezTo>
                  <a:cubicBezTo>
                    <a:pt x="87500" y="10092"/>
                    <a:pt x="87649" y="10065"/>
                    <a:pt x="87766" y="10065"/>
                  </a:cubicBezTo>
                  <a:close/>
                  <a:moveTo>
                    <a:pt x="88865" y="10153"/>
                  </a:moveTo>
                  <a:lnTo>
                    <a:pt x="88865" y="10153"/>
                  </a:lnTo>
                  <a:cubicBezTo>
                    <a:pt x="88827" y="10153"/>
                    <a:pt x="88789" y="10154"/>
                    <a:pt x="88750" y="10156"/>
                  </a:cubicBezTo>
                  <a:lnTo>
                    <a:pt x="88750" y="10156"/>
                  </a:lnTo>
                  <a:cubicBezTo>
                    <a:pt x="88781" y="10173"/>
                    <a:pt x="88813" y="10190"/>
                    <a:pt x="88845" y="10206"/>
                  </a:cubicBezTo>
                  <a:lnTo>
                    <a:pt x="88845" y="10206"/>
                  </a:lnTo>
                  <a:cubicBezTo>
                    <a:pt x="88854" y="10191"/>
                    <a:pt x="88860" y="10172"/>
                    <a:pt x="88865" y="10153"/>
                  </a:cubicBezTo>
                  <a:close/>
                  <a:moveTo>
                    <a:pt x="86568" y="9909"/>
                  </a:moveTo>
                  <a:cubicBezTo>
                    <a:pt x="86689" y="9909"/>
                    <a:pt x="86781" y="9970"/>
                    <a:pt x="86750" y="10031"/>
                  </a:cubicBezTo>
                  <a:cubicBezTo>
                    <a:pt x="86689" y="10122"/>
                    <a:pt x="86598" y="10183"/>
                    <a:pt x="86477" y="10244"/>
                  </a:cubicBezTo>
                  <a:lnTo>
                    <a:pt x="86385" y="10244"/>
                  </a:lnTo>
                  <a:cubicBezTo>
                    <a:pt x="86325" y="10152"/>
                    <a:pt x="86355" y="10061"/>
                    <a:pt x="86416" y="9970"/>
                  </a:cubicBezTo>
                  <a:lnTo>
                    <a:pt x="86507" y="9940"/>
                  </a:lnTo>
                  <a:lnTo>
                    <a:pt x="86568" y="9909"/>
                  </a:lnTo>
                  <a:close/>
                  <a:moveTo>
                    <a:pt x="88753" y="10535"/>
                  </a:moveTo>
                  <a:cubicBezTo>
                    <a:pt x="88814" y="10535"/>
                    <a:pt x="88876" y="10539"/>
                    <a:pt x="88939" y="10548"/>
                  </a:cubicBezTo>
                  <a:cubicBezTo>
                    <a:pt x="89060" y="10548"/>
                    <a:pt x="89000" y="10791"/>
                    <a:pt x="88908" y="10791"/>
                  </a:cubicBezTo>
                  <a:cubicBezTo>
                    <a:pt x="88824" y="10791"/>
                    <a:pt x="88585" y="10635"/>
                    <a:pt x="88453" y="10635"/>
                  </a:cubicBezTo>
                  <a:cubicBezTo>
                    <a:pt x="88442" y="10635"/>
                    <a:pt x="88431" y="10636"/>
                    <a:pt x="88422" y="10639"/>
                  </a:cubicBezTo>
                  <a:cubicBezTo>
                    <a:pt x="88395" y="10648"/>
                    <a:pt x="88374" y="10651"/>
                    <a:pt x="88358" y="10651"/>
                  </a:cubicBezTo>
                  <a:cubicBezTo>
                    <a:pt x="88318" y="10651"/>
                    <a:pt x="88309" y="10630"/>
                    <a:pt x="88331" y="10608"/>
                  </a:cubicBezTo>
                  <a:lnTo>
                    <a:pt x="88331" y="10578"/>
                  </a:lnTo>
                  <a:cubicBezTo>
                    <a:pt x="88460" y="10556"/>
                    <a:pt x="88604" y="10535"/>
                    <a:pt x="88753" y="10535"/>
                  </a:cubicBezTo>
                  <a:close/>
                  <a:moveTo>
                    <a:pt x="89395" y="11368"/>
                  </a:moveTo>
                  <a:cubicBezTo>
                    <a:pt x="89425" y="11368"/>
                    <a:pt x="89425" y="11399"/>
                    <a:pt x="89455" y="11429"/>
                  </a:cubicBezTo>
                  <a:lnTo>
                    <a:pt x="89516" y="11459"/>
                  </a:lnTo>
                  <a:cubicBezTo>
                    <a:pt x="89607" y="11520"/>
                    <a:pt x="89547" y="11611"/>
                    <a:pt x="89425" y="11642"/>
                  </a:cubicBezTo>
                  <a:lnTo>
                    <a:pt x="89334" y="11672"/>
                  </a:lnTo>
                  <a:lnTo>
                    <a:pt x="89243" y="11703"/>
                  </a:lnTo>
                  <a:cubicBezTo>
                    <a:pt x="89236" y="11706"/>
                    <a:pt x="89230" y="11707"/>
                    <a:pt x="89225" y="11707"/>
                  </a:cubicBezTo>
                  <a:cubicBezTo>
                    <a:pt x="89183" y="11707"/>
                    <a:pt x="89189" y="11608"/>
                    <a:pt x="89243" y="11581"/>
                  </a:cubicBezTo>
                  <a:cubicBezTo>
                    <a:pt x="89303" y="11520"/>
                    <a:pt x="89334" y="11490"/>
                    <a:pt x="89334" y="11459"/>
                  </a:cubicBezTo>
                  <a:cubicBezTo>
                    <a:pt x="89303" y="11429"/>
                    <a:pt x="89303" y="11368"/>
                    <a:pt x="89334" y="11368"/>
                  </a:cubicBezTo>
                  <a:close/>
                  <a:moveTo>
                    <a:pt x="98088" y="11581"/>
                  </a:moveTo>
                  <a:cubicBezTo>
                    <a:pt x="98118" y="11642"/>
                    <a:pt x="98240" y="11824"/>
                    <a:pt x="98240" y="11885"/>
                  </a:cubicBezTo>
                  <a:cubicBezTo>
                    <a:pt x="98218" y="11929"/>
                    <a:pt x="98179" y="11958"/>
                    <a:pt x="98136" y="11958"/>
                  </a:cubicBezTo>
                  <a:cubicBezTo>
                    <a:pt x="98120" y="11958"/>
                    <a:pt x="98104" y="11954"/>
                    <a:pt x="98088" y="11946"/>
                  </a:cubicBezTo>
                  <a:cubicBezTo>
                    <a:pt x="98075" y="11933"/>
                    <a:pt x="98057" y="11928"/>
                    <a:pt x="98036" y="11928"/>
                  </a:cubicBezTo>
                  <a:cubicBezTo>
                    <a:pt x="97978" y="11928"/>
                    <a:pt x="97899" y="11963"/>
                    <a:pt x="97851" y="11963"/>
                  </a:cubicBezTo>
                  <a:cubicBezTo>
                    <a:pt x="97834" y="11963"/>
                    <a:pt x="97821" y="11959"/>
                    <a:pt x="97814" y="11946"/>
                  </a:cubicBezTo>
                  <a:lnTo>
                    <a:pt x="97784" y="11946"/>
                  </a:lnTo>
                  <a:cubicBezTo>
                    <a:pt x="97693" y="11915"/>
                    <a:pt x="97601" y="11855"/>
                    <a:pt x="97510" y="11824"/>
                  </a:cubicBezTo>
                  <a:cubicBezTo>
                    <a:pt x="97510" y="11794"/>
                    <a:pt x="97510" y="11763"/>
                    <a:pt x="97510" y="11733"/>
                  </a:cubicBezTo>
                  <a:cubicBezTo>
                    <a:pt x="97632" y="11733"/>
                    <a:pt x="97723" y="11763"/>
                    <a:pt x="97845" y="11794"/>
                  </a:cubicBezTo>
                  <a:lnTo>
                    <a:pt x="97997" y="11672"/>
                  </a:lnTo>
                  <a:lnTo>
                    <a:pt x="98088" y="11581"/>
                  </a:lnTo>
                  <a:close/>
                  <a:moveTo>
                    <a:pt x="99162" y="12390"/>
                  </a:moveTo>
                  <a:cubicBezTo>
                    <a:pt x="99250" y="12390"/>
                    <a:pt x="99296" y="12424"/>
                    <a:pt x="99273" y="12493"/>
                  </a:cubicBezTo>
                  <a:lnTo>
                    <a:pt x="99243" y="12523"/>
                  </a:lnTo>
                  <a:cubicBezTo>
                    <a:pt x="99221" y="12609"/>
                    <a:pt x="99093" y="12695"/>
                    <a:pt x="99020" y="12695"/>
                  </a:cubicBezTo>
                  <a:cubicBezTo>
                    <a:pt x="98990" y="12695"/>
                    <a:pt x="98969" y="12680"/>
                    <a:pt x="98969" y="12645"/>
                  </a:cubicBezTo>
                  <a:lnTo>
                    <a:pt x="98939" y="12645"/>
                  </a:lnTo>
                  <a:cubicBezTo>
                    <a:pt x="98817" y="12554"/>
                    <a:pt x="98878" y="12523"/>
                    <a:pt x="98969" y="12462"/>
                  </a:cubicBezTo>
                  <a:lnTo>
                    <a:pt x="99060" y="12402"/>
                  </a:lnTo>
                  <a:cubicBezTo>
                    <a:pt x="99098" y="12394"/>
                    <a:pt x="99133" y="12390"/>
                    <a:pt x="99162" y="12390"/>
                  </a:cubicBezTo>
                  <a:close/>
                  <a:moveTo>
                    <a:pt x="97932" y="12926"/>
                  </a:moveTo>
                  <a:cubicBezTo>
                    <a:pt x="97974" y="12926"/>
                    <a:pt x="98027" y="12934"/>
                    <a:pt x="98088" y="12949"/>
                  </a:cubicBezTo>
                  <a:lnTo>
                    <a:pt x="98088" y="13040"/>
                  </a:lnTo>
                  <a:cubicBezTo>
                    <a:pt x="98057" y="13040"/>
                    <a:pt x="98301" y="13314"/>
                    <a:pt x="98209" y="13435"/>
                  </a:cubicBezTo>
                  <a:cubicBezTo>
                    <a:pt x="98149" y="13557"/>
                    <a:pt x="98027" y="13618"/>
                    <a:pt x="97997" y="13618"/>
                  </a:cubicBezTo>
                  <a:cubicBezTo>
                    <a:pt x="97966" y="13618"/>
                    <a:pt x="97997" y="13466"/>
                    <a:pt x="97966" y="13405"/>
                  </a:cubicBezTo>
                  <a:cubicBezTo>
                    <a:pt x="97936" y="13344"/>
                    <a:pt x="97966" y="13192"/>
                    <a:pt x="97936" y="13162"/>
                  </a:cubicBezTo>
                  <a:cubicBezTo>
                    <a:pt x="97905" y="13101"/>
                    <a:pt x="97814" y="12979"/>
                    <a:pt x="97845" y="12949"/>
                  </a:cubicBezTo>
                  <a:cubicBezTo>
                    <a:pt x="97860" y="12934"/>
                    <a:pt x="97890" y="12926"/>
                    <a:pt x="97932" y="12926"/>
                  </a:cubicBezTo>
                  <a:close/>
                  <a:moveTo>
                    <a:pt x="9810" y="13775"/>
                  </a:moveTo>
                  <a:cubicBezTo>
                    <a:pt x="9866" y="13775"/>
                    <a:pt x="9888" y="13825"/>
                    <a:pt x="9910" y="13891"/>
                  </a:cubicBezTo>
                  <a:cubicBezTo>
                    <a:pt x="9920" y="13921"/>
                    <a:pt x="9930" y="13932"/>
                    <a:pt x="9941" y="13932"/>
                  </a:cubicBezTo>
                  <a:cubicBezTo>
                    <a:pt x="9964" y="13932"/>
                    <a:pt x="9991" y="13891"/>
                    <a:pt x="10031" y="13891"/>
                  </a:cubicBezTo>
                  <a:lnTo>
                    <a:pt x="10183" y="13830"/>
                  </a:lnTo>
                  <a:lnTo>
                    <a:pt x="10183" y="13830"/>
                  </a:lnTo>
                  <a:cubicBezTo>
                    <a:pt x="10183" y="13952"/>
                    <a:pt x="10153" y="14043"/>
                    <a:pt x="10123" y="14165"/>
                  </a:cubicBezTo>
                  <a:lnTo>
                    <a:pt x="10031" y="14104"/>
                  </a:lnTo>
                  <a:lnTo>
                    <a:pt x="9940" y="14073"/>
                  </a:lnTo>
                  <a:cubicBezTo>
                    <a:pt x="9849" y="13982"/>
                    <a:pt x="9788" y="13891"/>
                    <a:pt x="9728" y="13800"/>
                  </a:cubicBezTo>
                  <a:cubicBezTo>
                    <a:pt x="9761" y="13783"/>
                    <a:pt x="9788" y="13775"/>
                    <a:pt x="9810" y="13775"/>
                  </a:cubicBezTo>
                  <a:close/>
                  <a:moveTo>
                    <a:pt x="24530" y="14317"/>
                  </a:moveTo>
                  <a:cubicBezTo>
                    <a:pt x="24652" y="14317"/>
                    <a:pt x="24804" y="14529"/>
                    <a:pt x="24713" y="14560"/>
                  </a:cubicBezTo>
                  <a:cubicBezTo>
                    <a:pt x="24690" y="14571"/>
                    <a:pt x="24666" y="14576"/>
                    <a:pt x="24642" y="14576"/>
                  </a:cubicBezTo>
                  <a:cubicBezTo>
                    <a:pt x="24538" y="14576"/>
                    <a:pt x="24433" y="14482"/>
                    <a:pt x="24409" y="14408"/>
                  </a:cubicBezTo>
                  <a:cubicBezTo>
                    <a:pt x="24378" y="14347"/>
                    <a:pt x="24439" y="14317"/>
                    <a:pt x="24530" y="14317"/>
                  </a:cubicBezTo>
                  <a:close/>
                  <a:moveTo>
                    <a:pt x="100026" y="14889"/>
                  </a:moveTo>
                  <a:cubicBezTo>
                    <a:pt x="99989" y="14889"/>
                    <a:pt x="99948" y="14894"/>
                    <a:pt x="99912" y="14894"/>
                  </a:cubicBezTo>
                  <a:cubicBezTo>
                    <a:pt x="99820" y="14925"/>
                    <a:pt x="99729" y="14955"/>
                    <a:pt x="99668" y="14955"/>
                  </a:cubicBezTo>
                  <a:lnTo>
                    <a:pt x="99608" y="14955"/>
                  </a:lnTo>
                  <a:cubicBezTo>
                    <a:pt x="99606" y="14954"/>
                    <a:pt x="99605" y="14953"/>
                    <a:pt x="99604" y="14951"/>
                  </a:cubicBezTo>
                  <a:lnTo>
                    <a:pt x="99604" y="14951"/>
                  </a:lnTo>
                  <a:cubicBezTo>
                    <a:pt x="99594" y="15101"/>
                    <a:pt x="99707" y="15203"/>
                    <a:pt x="99834" y="15203"/>
                  </a:cubicBezTo>
                  <a:cubicBezTo>
                    <a:pt x="99850" y="15203"/>
                    <a:pt x="99865" y="15201"/>
                    <a:pt x="99881" y="15198"/>
                  </a:cubicBezTo>
                  <a:lnTo>
                    <a:pt x="100033" y="15137"/>
                  </a:lnTo>
                  <a:cubicBezTo>
                    <a:pt x="100094" y="15107"/>
                    <a:pt x="100124" y="15077"/>
                    <a:pt x="100124" y="14955"/>
                  </a:cubicBezTo>
                  <a:cubicBezTo>
                    <a:pt x="100124" y="14900"/>
                    <a:pt x="100081" y="14889"/>
                    <a:pt x="100026" y="14889"/>
                  </a:cubicBezTo>
                  <a:close/>
                  <a:moveTo>
                    <a:pt x="63330" y="15337"/>
                  </a:moveTo>
                  <a:cubicBezTo>
                    <a:pt x="63343" y="15337"/>
                    <a:pt x="63358" y="15341"/>
                    <a:pt x="63376" y="15350"/>
                  </a:cubicBezTo>
                  <a:cubicBezTo>
                    <a:pt x="63406" y="15380"/>
                    <a:pt x="63558" y="15472"/>
                    <a:pt x="63589" y="15532"/>
                  </a:cubicBezTo>
                  <a:lnTo>
                    <a:pt x="63589" y="15593"/>
                  </a:lnTo>
                  <a:lnTo>
                    <a:pt x="63589" y="15715"/>
                  </a:lnTo>
                  <a:cubicBezTo>
                    <a:pt x="63437" y="15745"/>
                    <a:pt x="63254" y="15745"/>
                    <a:pt x="63102" y="15776"/>
                  </a:cubicBezTo>
                  <a:cubicBezTo>
                    <a:pt x="63072" y="15715"/>
                    <a:pt x="63072" y="15684"/>
                    <a:pt x="63072" y="15624"/>
                  </a:cubicBezTo>
                  <a:cubicBezTo>
                    <a:pt x="63072" y="15593"/>
                    <a:pt x="63163" y="15593"/>
                    <a:pt x="63224" y="15593"/>
                  </a:cubicBezTo>
                  <a:cubicBezTo>
                    <a:pt x="63254" y="15593"/>
                    <a:pt x="63285" y="15441"/>
                    <a:pt x="63285" y="15380"/>
                  </a:cubicBezTo>
                  <a:cubicBezTo>
                    <a:pt x="63285" y="15359"/>
                    <a:pt x="63300" y="15337"/>
                    <a:pt x="63330" y="15337"/>
                  </a:cubicBezTo>
                  <a:close/>
                  <a:moveTo>
                    <a:pt x="81401" y="0"/>
                  </a:moveTo>
                  <a:cubicBezTo>
                    <a:pt x="81309" y="31"/>
                    <a:pt x="81157" y="61"/>
                    <a:pt x="81097" y="91"/>
                  </a:cubicBezTo>
                  <a:cubicBezTo>
                    <a:pt x="80884" y="152"/>
                    <a:pt x="80701" y="183"/>
                    <a:pt x="80489" y="183"/>
                  </a:cubicBezTo>
                  <a:cubicBezTo>
                    <a:pt x="80306" y="152"/>
                    <a:pt x="80154" y="122"/>
                    <a:pt x="79972" y="91"/>
                  </a:cubicBezTo>
                  <a:lnTo>
                    <a:pt x="79820" y="61"/>
                  </a:lnTo>
                  <a:cubicBezTo>
                    <a:pt x="79803" y="56"/>
                    <a:pt x="79790" y="53"/>
                    <a:pt x="79779" y="53"/>
                  </a:cubicBezTo>
                  <a:cubicBezTo>
                    <a:pt x="79731" y="53"/>
                    <a:pt x="79740" y="103"/>
                    <a:pt x="79790" y="152"/>
                  </a:cubicBezTo>
                  <a:cubicBezTo>
                    <a:pt x="79759" y="213"/>
                    <a:pt x="79820" y="274"/>
                    <a:pt x="79942" y="304"/>
                  </a:cubicBezTo>
                  <a:lnTo>
                    <a:pt x="80063" y="365"/>
                  </a:lnTo>
                  <a:lnTo>
                    <a:pt x="80094" y="365"/>
                  </a:lnTo>
                  <a:cubicBezTo>
                    <a:pt x="80094" y="395"/>
                    <a:pt x="80033" y="517"/>
                    <a:pt x="80033" y="517"/>
                  </a:cubicBezTo>
                  <a:cubicBezTo>
                    <a:pt x="80033" y="487"/>
                    <a:pt x="79729" y="335"/>
                    <a:pt x="79668" y="274"/>
                  </a:cubicBezTo>
                  <a:cubicBezTo>
                    <a:pt x="79607" y="213"/>
                    <a:pt x="79516" y="152"/>
                    <a:pt x="79455" y="61"/>
                  </a:cubicBezTo>
                  <a:cubicBezTo>
                    <a:pt x="79435" y="61"/>
                    <a:pt x="79347" y="48"/>
                    <a:pt x="79291" y="48"/>
                  </a:cubicBezTo>
                  <a:cubicBezTo>
                    <a:pt x="79263" y="48"/>
                    <a:pt x="79242" y="51"/>
                    <a:pt x="79242" y="61"/>
                  </a:cubicBezTo>
                  <a:cubicBezTo>
                    <a:pt x="79121" y="152"/>
                    <a:pt x="78999" y="213"/>
                    <a:pt x="78878" y="274"/>
                  </a:cubicBezTo>
                  <a:cubicBezTo>
                    <a:pt x="78787" y="304"/>
                    <a:pt x="78878" y="335"/>
                    <a:pt x="78939" y="335"/>
                  </a:cubicBezTo>
                  <a:cubicBezTo>
                    <a:pt x="79030" y="365"/>
                    <a:pt x="79091" y="426"/>
                    <a:pt x="79151" y="487"/>
                  </a:cubicBezTo>
                  <a:cubicBezTo>
                    <a:pt x="79182" y="517"/>
                    <a:pt x="79182" y="669"/>
                    <a:pt x="79091" y="699"/>
                  </a:cubicBezTo>
                  <a:cubicBezTo>
                    <a:pt x="79078" y="706"/>
                    <a:pt x="79053" y="708"/>
                    <a:pt x="79020" y="708"/>
                  </a:cubicBezTo>
                  <a:cubicBezTo>
                    <a:pt x="78932" y="708"/>
                    <a:pt x="78788" y="691"/>
                    <a:pt x="78690" y="691"/>
                  </a:cubicBezTo>
                  <a:cubicBezTo>
                    <a:pt x="78654" y="691"/>
                    <a:pt x="78623" y="693"/>
                    <a:pt x="78604" y="699"/>
                  </a:cubicBezTo>
                  <a:cubicBezTo>
                    <a:pt x="78555" y="708"/>
                    <a:pt x="78506" y="711"/>
                    <a:pt x="78458" y="711"/>
                  </a:cubicBezTo>
                  <a:cubicBezTo>
                    <a:pt x="78363" y="711"/>
                    <a:pt x="78268" y="697"/>
                    <a:pt x="78173" y="673"/>
                  </a:cubicBezTo>
                  <a:lnTo>
                    <a:pt x="78173" y="673"/>
                  </a:lnTo>
                  <a:cubicBezTo>
                    <a:pt x="78164" y="712"/>
                    <a:pt x="78142" y="765"/>
                    <a:pt x="78106" y="765"/>
                  </a:cubicBezTo>
                  <a:cubicBezTo>
                    <a:pt x="78100" y="765"/>
                    <a:pt x="78094" y="764"/>
                    <a:pt x="78087" y="760"/>
                  </a:cubicBezTo>
                  <a:cubicBezTo>
                    <a:pt x="78067" y="760"/>
                    <a:pt x="77992" y="638"/>
                    <a:pt x="77918" y="575"/>
                  </a:cubicBezTo>
                  <a:lnTo>
                    <a:pt x="77918" y="575"/>
                  </a:lnTo>
                  <a:cubicBezTo>
                    <a:pt x="77967" y="591"/>
                    <a:pt x="78013" y="612"/>
                    <a:pt x="78057" y="639"/>
                  </a:cubicBezTo>
                  <a:cubicBezTo>
                    <a:pt x="78096" y="652"/>
                    <a:pt x="78135" y="663"/>
                    <a:pt x="78173" y="673"/>
                  </a:cubicBezTo>
                  <a:lnTo>
                    <a:pt x="78173" y="673"/>
                  </a:lnTo>
                  <a:cubicBezTo>
                    <a:pt x="78177" y="659"/>
                    <a:pt x="78179" y="646"/>
                    <a:pt x="78179" y="639"/>
                  </a:cubicBezTo>
                  <a:lnTo>
                    <a:pt x="78179" y="608"/>
                  </a:lnTo>
                  <a:cubicBezTo>
                    <a:pt x="78199" y="558"/>
                    <a:pt x="78212" y="527"/>
                    <a:pt x="78217" y="508"/>
                  </a:cubicBezTo>
                  <a:lnTo>
                    <a:pt x="78217" y="508"/>
                  </a:lnTo>
                  <a:cubicBezTo>
                    <a:pt x="77946" y="523"/>
                    <a:pt x="77614" y="530"/>
                    <a:pt x="77510" y="547"/>
                  </a:cubicBezTo>
                  <a:cubicBezTo>
                    <a:pt x="77563" y="540"/>
                    <a:pt x="77614" y="536"/>
                    <a:pt x="77664" y="536"/>
                  </a:cubicBezTo>
                  <a:cubicBezTo>
                    <a:pt x="77715" y="536"/>
                    <a:pt x="77764" y="540"/>
                    <a:pt x="77811" y="548"/>
                  </a:cubicBezTo>
                  <a:lnTo>
                    <a:pt x="77811" y="548"/>
                  </a:lnTo>
                  <a:cubicBezTo>
                    <a:pt x="77812" y="548"/>
                    <a:pt x="77813" y="548"/>
                    <a:pt x="77814" y="547"/>
                  </a:cubicBezTo>
                  <a:cubicBezTo>
                    <a:pt x="77823" y="541"/>
                    <a:pt x="77833" y="539"/>
                    <a:pt x="77843" y="539"/>
                  </a:cubicBezTo>
                  <a:cubicBezTo>
                    <a:pt x="77866" y="539"/>
                    <a:pt x="77892" y="553"/>
                    <a:pt x="77918" y="575"/>
                  </a:cubicBezTo>
                  <a:lnTo>
                    <a:pt x="77918" y="575"/>
                  </a:lnTo>
                  <a:cubicBezTo>
                    <a:pt x="77883" y="563"/>
                    <a:pt x="77848" y="555"/>
                    <a:pt x="77811" y="548"/>
                  </a:cubicBezTo>
                  <a:lnTo>
                    <a:pt x="77811" y="548"/>
                  </a:lnTo>
                  <a:cubicBezTo>
                    <a:pt x="77721" y="579"/>
                    <a:pt x="77631" y="639"/>
                    <a:pt x="77571" y="699"/>
                  </a:cubicBezTo>
                  <a:lnTo>
                    <a:pt x="77449" y="639"/>
                  </a:lnTo>
                  <a:cubicBezTo>
                    <a:pt x="77425" y="650"/>
                    <a:pt x="77406" y="655"/>
                    <a:pt x="77392" y="655"/>
                  </a:cubicBezTo>
                  <a:cubicBezTo>
                    <a:pt x="77335" y="655"/>
                    <a:pt x="77363" y="572"/>
                    <a:pt x="77510" y="547"/>
                  </a:cubicBezTo>
                  <a:lnTo>
                    <a:pt x="77662" y="487"/>
                  </a:lnTo>
                  <a:lnTo>
                    <a:pt x="77692" y="487"/>
                  </a:lnTo>
                  <a:cubicBezTo>
                    <a:pt x="77783" y="456"/>
                    <a:pt x="77875" y="426"/>
                    <a:pt x="77966" y="395"/>
                  </a:cubicBezTo>
                  <a:lnTo>
                    <a:pt x="78118" y="456"/>
                  </a:lnTo>
                  <a:cubicBezTo>
                    <a:pt x="78199" y="477"/>
                    <a:pt x="78226" y="470"/>
                    <a:pt x="78217" y="508"/>
                  </a:cubicBezTo>
                  <a:lnTo>
                    <a:pt x="78217" y="508"/>
                  </a:lnTo>
                  <a:cubicBezTo>
                    <a:pt x="78421" y="497"/>
                    <a:pt x="78591" y="482"/>
                    <a:pt x="78604" y="456"/>
                  </a:cubicBezTo>
                  <a:cubicBezTo>
                    <a:pt x="78665" y="426"/>
                    <a:pt x="78391" y="304"/>
                    <a:pt x="78270" y="304"/>
                  </a:cubicBezTo>
                  <a:cubicBezTo>
                    <a:pt x="78179" y="304"/>
                    <a:pt x="78087" y="274"/>
                    <a:pt x="78027" y="213"/>
                  </a:cubicBezTo>
                  <a:lnTo>
                    <a:pt x="78027" y="183"/>
                  </a:lnTo>
                  <a:cubicBezTo>
                    <a:pt x="78021" y="171"/>
                    <a:pt x="78014" y="166"/>
                    <a:pt x="78007" y="166"/>
                  </a:cubicBezTo>
                  <a:cubicBezTo>
                    <a:pt x="77975" y="166"/>
                    <a:pt x="77935" y="255"/>
                    <a:pt x="77935" y="304"/>
                  </a:cubicBezTo>
                  <a:cubicBezTo>
                    <a:pt x="77929" y="317"/>
                    <a:pt x="77908" y="322"/>
                    <a:pt x="77876" y="322"/>
                  </a:cubicBezTo>
                  <a:cubicBezTo>
                    <a:pt x="77770" y="322"/>
                    <a:pt x="77550" y="269"/>
                    <a:pt x="77398" y="269"/>
                  </a:cubicBezTo>
                  <a:cubicBezTo>
                    <a:pt x="77372" y="269"/>
                    <a:pt x="77348" y="270"/>
                    <a:pt x="77328" y="274"/>
                  </a:cubicBezTo>
                  <a:cubicBezTo>
                    <a:pt x="77211" y="274"/>
                    <a:pt x="76968" y="364"/>
                    <a:pt x="76848" y="364"/>
                  </a:cubicBezTo>
                  <a:cubicBezTo>
                    <a:pt x="76812" y="364"/>
                    <a:pt x="76787" y="356"/>
                    <a:pt x="76780" y="335"/>
                  </a:cubicBezTo>
                  <a:cubicBezTo>
                    <a:pt x="76780" y="311"/>
                    <a:pt x="76736" y="302"/>
                    <a:pt x="76676" y="302"/>
                  </a:cubicBezTo>
                  <a:cubicBezTo>
                    <a:pt x="76579" y="302"/>
                    <a:pt x="76442" y="327"/>
                    <a:pt x="76385" y="365"/>
                  </a:cubicBezTo>
                  <a:cubicBezTo>
                    <a:pt x="76370" y="375"/>
                    <a:pt x="76350" y="379"/>
                    <a:pt x="76326" y="379"/>
                  </a:cubicBezTo>
                  <a:cubicBezTo>
                    <a:pt x="76208" y="379"/>
                    <a:pt x="76005" y="274"/>
                    <a:pt x="75929" y="274"/>
                  </a:cubicBezTo>
                  <a:lnTo>
                    <a:pt x="75717" y="335"/>
                  </a:lnTo>
                  <a:cubicBezTo>
                    <a:pt x="75686" y="335"/>
                    <a:pt x="75504" y="304"/>
                    <a:pt x="75321" y="304"/>
                  </a:cubicBezTo>
                  <a:lnTo>
                    <a:pt x="75139" y="304"/>
                  </a:lnTo>
                  <a:lnTo>
                    <a:pt x="74957" y="487"/>
                  </a:lnTo>
                  <a:lnTo>
                    <a:pt x="74835" y="365"/>
                  </a:lnTo>
                  <a:cubicBezTo>
                    <a:pt x="74835" y="335"/>
                    <a:pt x="74805" y="335"/>
                    <a:pt x="74774" y="335"/>
                  </a:cubicBezTo>
                  <a:cubicBezTo>
                    <a:pt x="74724" y="360"/>
                    <a:pt x="74663" y="375"/>
                    <a:pt x="74603" y="375"/>
                  </a:cubicBezTo>
                  <a:cubicBezTo>
                    <a:pt x="74517" y="375"/>
                    <a:pt x="74433" y="345"/>
                    <a:pt x="74379" y="274"/>
                  </a:cubicBezTo>
                  <a:lnTo>
                    <a:pt x="74288" y="183"/>
                  </a:lnTo>
                  <a:lnTo>
                    <a:pt x="73832" y="304"/>
                  </a:lnTo>
                  <a:lnTo>
                    <a:pt x="73710" y="243"/>
                  </a:lnTo>
                  <a:cubicBezTo>
                    <a:pt x="73648" y="206"/>
                    <a:pt x="73590" y="184"/>
                    <a:pt x="73539" y="184"/>
                  </a:cubicBezTo>
                  <a:cubicBezTo>
                    <a:pt x="73468" y="184"/>
                    <a:pt x="73412" y="228"/>
                    <a:pt x="73376" y="335"/>
                  </a:cubicBezTo>
                  <a:cubicBezTo>
                    <a:pt x="73376" y="362"/>
                    <a:pt x="73352" y="377"/>
                    <a:pt x="73322" y="377"/>
                  </a:cubicBezTo>
                  <a:cubicBezTo>
                    <a:pt x="73285" y="377"/>
                    <a:pt x="73241" y="354"/>
                    <a:pt x="73224" y="304"/>
                  </a:cubicBezTo>
                  <a:lnTo>
                    <a:pt x="73224" y="274"/>
                  </a:lnTo>
                  <a:cubicBezTo>
                    <a:pt x="73218" y="268"/>
                    <a:pt x="73206" y="265"/>
                    <a:pt x="73190" y="265"/>
                  </a:cubicBezTo>
                  <a:cubicBezTo>
                    <a:pt x="73126" y="265"/>
                    <a:pt x="72999" y="304"/>
                    <a:pt x="72951" y="304"/>
                  </a:cubicBezTo>
                  <a:cubicBezTo>
                    <a:pt x="72934" y="312"/>
                    <a:pt x="72918" y="316"/>
                    <a:pt x="72902" y="316"/>
                  </a:cubicBezTo>
                  <a:cubicBezTo>
                    <a:pt x="72859" y="316"/>
                    <a:pt x="72821" y="288"/>
                    <a:pt x="72799" y="243"/>
                  </a:cubicBezTo>
                  <a:cubicBezTo>
                    <a:pt x="72796" y="241"/>
                    <a:pt x="72792" y="239"/>
                    <a:pt x="72788" y="239"/>
                  </a:cubicBezTo>
                  <a:cubicBezTo>
                    <a:pt x="72742" y="239"/>
                    <a:pt x="72611" y="370"/>
                    <a:pt x="72555" y="426"/>
                  </a:cubicBezTo>
                  <a:cubicBezTo>
                    <a:pt x="72534" y="447"/>
                    <a:pt x="72512" y="457"/>
                    <a:pt x="72491" y="457"/>
                  </a:cubicBezTo>
                  <a:cubicBezTo>
                    <a:pt x="72452" y="457"/>
                    <a:pt x="72412" y="424"/>
                    <a:pt x="72373" y="365"/>
                  </a:cubicBezTo>
                  <a:lnTo>
                    <a:pt x="72160" y="365"/>
                  </a:lnTo>
                  <a:cubicBezTo>
                    <a:pt x="72137" y="342"/>
                    <a:pt x="72109" y="332"/>
                    <a:pt x="72082" y="332"/>
                  </a:cubicBezTo>
                  <a:cubicBezTo>
                    <a:pt x="72039" y="332"/>
                    <a:pt x="71997" y="358"/>
                    <a:pt x="71978" y="395"/>
                  </a:cubicBezTo>
                  <a:cubicBezTo>
                    <a:pt x="71978" y="414"/>
                    <a:pt x="71966" y="421"/>
                    <a:pt x="71948" y="421"/>
                  </a:cubicBezTo>
                  <a:cubicBezTo>
                    <a:pt x="71908" y="421"/>
                    <a:pt x="71837" y="386"/>
                    <a:pt x="71796" y="365"/>
                  </a:cubicBezTo>
                  <a:cubicBezTo>
                    <a:pt x="71790" y="359"/>
                    <a:pt x="71779" y="357"/>
                    <a:pt x="71766" y="357"/>
                  </a:cubicBezTo>
                  <a:cubicBezTo>
                    <a:pt x="71710" y="357"/>
                    <a:pt x="71602" y="401"/>
                    <a:pt x="71552" y="426"/>
                  </a:cubicBezTo>
                  <a:cubicBezTo>
                    <a:pt x="71544" y="430"/>
                    <a:pt x="71533" y="432"/>
                    <a:pt x="71520" y="432"/>
                  </a:cubicBezTo>
                  <a:cubicBezTo>
                    <a:pt x="71436" y="432"/>
                    <a:pt x="71270" y="357"/>
                    <a:pt x="71218" y="304"/>
                  </a:cubicBezTo>
                  <a:cubicBezTo>
                    <a:pt x="71188" y="289"/>
                    <a:pt x="71150" y="281"/>
                    <a:pt x="71112" y="281"/>
                  </a:cubicBezTo>
                  <a:cubicBezTo>
                    <a:pt x="71074" y="281"/>
                    <a:pt x="71036" y="289"/>
                    <a:pt x="71005" y="304"/>
                  </a:cubicBezTo>
                  <a:cubicBezTo>
                    <a:pt x="70999" y="310"/>
                    <a:pt x="70983" y="313"/>
                    <a:pt x="70961" y="313"/>
                  </a:cubicBezTo>
                  <a:cubicBezTo>
                    <a:pt x="70873" y="313"/>
                    <a:pt x="70683" y="274"/>
                    <a:pt x="70610" y="274"/>
                  </a:cubicBezTo>
                  <a:cubicBezTo>
                    <a:pt x="70519" y="274"/>
                    <a:pt x="70428" y="335"/>
                    <a:pt x="70367" y="365"/>
                  </a:cubicBezTo>
                  <a:cubicBezTo>
                    <a:pt x="70337" y="426"/>
                    <a:pt x="70276" y="456"/>
                    <a:pt x="70245" y="517"/>
                  </a:cubicBezTo>
                  <a:lnTo>
                    <a:pt x="69941" y="517"/>
                  </a:lnTo>
                  <a:lnTo>
                    <a:pt x="69729" y="456"/>
                  </a:lnTo>
                  <a:cubicBezTo>
                    <a:pt x="69715" y="360"/>
                    <a:pt x="69682" y="326"/>
                    <a:pt x="69643" y="326"/>
                  </a:cubicBezTo>
                  <a:cubicBezTo>
                    <a:pt x="69594" y="326"/>
                    <a:pt x="69535" y="376"/>
                    <a:pt x="69485" y="426"/>
                  </a:cubicBezTo>
                  <a:cubicBezTo>
                    <a:pt x="69378" y="447"/>
                    <a:pt x="69271" y="469"/>
                    <a:pt x="69152" y="469"/>
                  </a:cubicBezTo>
                  <a:cubicBezTo>
                    <a:pt x="69103" y="469"/>
                    <a:pt x="69053" y="465"/>
                    <a:pt x="68999" y="456"/>
                  </a:cubicBezTo>
                  <a:lnTo>
                    <a:pt x="68847" y="395"/>
                  </a:lnTo>
                  <a:cubicBezTo>
                    <a:pt x="68786" y="375"/>
                    <a:pt x="68726" y="365"/>
                    <a:pt x="68672" y="365"/>
                  </a:cubicBezTo>
                  <a:cubicBezTo>
                    <a:pt x="68563" y="365"/>
                    <a:pt x="68482" y="406"/>
                    <a:pt x="68482" y="487"/>
                  </a:cubicBezTo>
                  <a:lnTo>
                    <a:pt x="68422" y="487"/>
                  </a:lnTo>
                  <a:cubicBezTo>
                    <a:pt x="68398" y="498"/>
                    <a:pt x="68381" y="503"/>
                    <a:pt x="68367" y="503"/>
                  </a:cubicBezTo>
                  <a:cubicBezTo>
                    <a:pt x="68308" y="503"/>
                    <a:pt x="68319" y="414"/>
                    <a:pt x="68270" y="365"/>
                  </a:cubicBezTo>
                  <a:cubicBezTo>
                    <a:pt x="68239" y="350"/>
                    <a:pt x="68209" y="342"/>
                    <a:pt x="68178" y="342"/>
                  </a:cubicBezTo>
                  <a:cubicBezTo>
                    <a:pt x="68148" y="342"/>
                    <a:pt x="68118" y="350"/>
                    <a:pt x="68087" y="365"/>
                  </a:cubicBezTo>
                  <a:lnTo>
                    <a:pt x="68057" y="426"/>
                  </a:lnTo>
                  <a:cubicBezTo>
                    <a:pt x="67996" y="426"/>
                    <a:pt x="67540" y="456"/>
                    <a:pt x="67388" y="456"/>
                  </a:cubicBezTo>
                  <a:cubicBezTo>
                    <a:pt x="67296" y="475"/>
                    <a:pt x="67147" y="504"/>
                    <a:pt x="67031" y="504"/>
                  </a:cubicBezTo>
                  <a:cubicBezTo>
                    <a:pt x="66957" y="504"/>
                    <a:pt x="66895" y="492"/>
                    <a:pt x="66871" y="456"/>
                  </a:cubicBezTo>
                  <a:cubicBezTo>
                    <a:pt x="66854" y="421"/>
                    <a:pt x="66805" y="406"/>
                    <a:pt x="66755" y="406"/>
                  </a:cubicBezTo>
                  <a:cubicBezTo>
                    <a:pt x="66719" y="406"/>
                    <a:pt x="66684" y="413"/>
                    <a:pt x="66659" y="426"/>
                  </a:cubicBezTo>
                  <a:lnTo>
                    <a:pt x="66659" y="456"/>
                  </a:lnTo>
                  <a:cubicBezTo>
                    <a:pt x="66641" y="563"/>
                    <a:pt x="66613" y="607"/>
                    <a:pt x="66568" y="607"/>
                  </a:cubicBezTo>
                  <a:cubicBezTo>
                    <a:pt x="66536" y="607"/>
                    <a:pt x="66496" y="585"/>
                    <a:pt x="66446" y="547"/>
                  </a:cubicBezTo>
                  <a:lnTo>
                    <a:pt x="66355" y="487"/>
                  </a:lnTo>
                  <a:cubicBezTo>
                    <a:pt x="66294" y="517"/>
                    <a:pt x="66233" y="547"/>
                    <a:pt x="66172" y="578"/>
                  </a:cubicBezTo>
                  <a:cubicBezTo>
                    <a:pt x="66172" y="578"/>
                    <a:pt x="66040" y="392"/>
                    <a:pt x="65973" y="392"/>
                  </a:cubicBezTo>
                  <a:cubicBezTo>
                    <a:pt x="65968" y="392"/>
                    <a:pt x="65964" y="393"/>
                    <a:pt x="65960" y="395"/>
                  </a:cubicBezTo>
                  <a:cubicBezTo>
                    <a:pt x="65777" y="487"/>
                    <a:pt x="65625" y="547"/>
                    <a:pt x="65473" y="608"/>
                  </a:cubicBezTo>
                  <a:lnTo>
                    <a:pt x="65291" y="517"/>
                  </a:lnTo>
                  <a:cubicBezTo>
                    <a:pt x="65139" y="487"/>
                    <a:pt x="65017" y="456"/>
                    <a:pt x="64896" y="456"/>
                  </a:cubicBezTo>
                  <a:lnTo>
                    <a:pt x="64744" y="456"/>
                  </a:lnTo>
                  <a:cubicBezTo>
                    <a:pt x="64730" y="460"/>
                    <a:pt x="64713" y="461"/>
                    <a:pt x="64693" y="461"/>
                  </a:cubicBezTo>
                  <a:cubicBezTo>
                    <a:pt x="64557" y="461"/>
                    <a:pt x="64295" y="391"/>
                    <a:pt x="64177" y="391"/>
                  </a:cubicBezTo>
                  <a:cubicBezTo>
                    <a:pt x="64160" y="391"/>
                    <a:pt x="64146" y="392"/>
                    <a:pt x="64136" y="395"/>
                  </a:cubicBezTo>
                  <a:cubicBezTo>
                    <a:pt x="64014" y="395"/>
                    <a:pt x="63923" y="639"/>
                    <a:pt x="63923" y="699"/>
                  </a:cubicBezTo>
                  <a:cubicBezTo>
                    <a:pt x="63923" y="757"/>
                    <a:pt x="63862" y="778"/>
                    <a:pt x="63802" y="778"/>
                  </a:cubicBezTo>
                  <a:cubicBezTo>
                    <a:pt x="63767" y="778"/>
                    <a:pt x="63733" y="771"/>
                    <a:pt x="63710" y="760"/>
                  </a:cubicBezTo>
                  <a:cubicBezTo>
                    <a:pt x="63619" y="730"/>
                    <a:pt x="63649" y="699"/>
                    <a:pt x="63710" y="699"/>
                  </a:cubicBezTo>
                  <a:lnTo>
                    <a:pt x="63741" y="669"/>
                  </a:lnTo>
                  <a:cubicBezTo>
                    <a:pt x="63832" y="639"/>
                    <a:pt x="63832" y="517"/>
                    <a:pt x="63771" y="517"/>
                  </a:cubicBezTo>
                  <a:lnTo>
                    <a:pt x="63498" y="517"/>
                  </a:lnTo>
                  <a:cubicBezTo>
                    <a:pt x="63390" y="539"/>
                    <a:pt x="63286" y="549"/>
                    <a:pt x="63195" y="549"/>
                  </a:cubicBezTo>
                  <a:cubicBezTo>
                    <a:pt x="63030" y="549"/>
                    <a:pt x="62909" y="515"/>
                    <a:pt x="62890" y="456"/>
                  </a:cubicBezTo>
                  <a:lnTo>
                    <a:pt x="62586" y="456"/>
                  </a:lnTo>
                  <a:cubicBezTo>
                    <a:pt x="62342" y="487"/>
                    <a:pt x="62069" y="517"/>
                    <a:pt x="61826" y="578"/>
                  </a:cubicBezTo>
                  <a:lnTo>
                    <a:pt x="61552" y="456"/>
                  </a:lnTo>
                  <a:lnTo>
                    <a:pt x="61370" y="456"/>
                  </a:lnTo>
                  <a:lnTo>
                    <a:pt x="61370" y="791"/>
                  </a:lnTo>
                  <a:cubicBezTo>
                    <a:pt x="61157" y="669"/>
                    <a:pt x="60883" y="517"/>
                    <a:pt x="60853" y="487"/>
                  </a:cubicBezTo>
                  <a:cubicBezTo>
                    <a:pt x="60847" y="481"/>
                    <a:pt x="60837" y="478"/>
                    <a:pt x="60825" y="478"/>
                  </a:cubicBezTo>
                  <a:cubicBezTo>
                    <a:pt x="60776" y="478"/>
                    <a:pt x="60689" y="517"/>
                    <a:pt x="60640" y="517"/>
                  </a:cubicBezTo>
                  <a:cubicBezTo>
                    <a:pt x="60580" y="517"/>
                    <a:pt x="60276" y="547"/>
                    <a:pt x="60154" y="578"/>
                  </a:cubicBezTo>
                  <a:cubicBezTo>
                    <a:pt x="60046" y="578"/>
                    <a:pt x="59890" y="482"/>
                    <a:pt x="59792" y="482"/>
                  </a:cubicBezTo>
                  <a:cubicBezTo>
                    <a:pt x="59780" y="482"/>
                    <a:pt x="59769" y="483"/>
                    <a:pt x="59759" y="487"/>
                  </a:cubicBezTo>
                  <a:lnTo>
                    <a:pt x="59424" y="578"/>
                  </a:lnTo>
                  <a:lnTo>
                    <a:pt x="59303" y="578"/>
                  </a:lnTo>
                  <a:cubicBezTo>
                    <a:pt x="59151" y="608"/>
                    <a:pt x="59029" y="578"/>
                    <a:pt x="58908" y="669"/>
                  </a:cubicBezTo>
                  <a:cubicBezTo>
                    <a:pt x="58862" y="684"/>
                    <a:pt x="58817" y="692"/>
                    <a:pt x="58775" y="692"/>
                  </a:cubicBezTo>
                  <a:cubicBezTo>
                    <a:pt x="58733" y="692"/>
                    <a:pt x="58695" y="684"/>
                    <a:pt x="58665" y="669"/>
                  </a:cubicBezTo>
                  <a:lnTo>
                    <a:pt x="58513" y="578"/>
                  </a:lnTo>
                  <a:cubicBezTo>
                    <a:pt x="58391" y="639"/>
                    <a:pt x="58178" y="669"/>
                    <a:pt x="58026" y="699"/>
                  </a:cubicBezTo>
                  <a:lnTo>
                    <a:pt x="58026" y="547"/>
                  </a:lnTo>
                  <a:lnTo>
                    <a:pt x="58026" y="517"/>
                  </a:lnTo>
                  <a:cubicBezTo>
                    <a:pt x="57950" y="502"/>
                    <a:pt x="57867" y="494"/>
                    <a:pt x="57783" y="494"/>
                  </a:cubicBezTo>
                  <a:cubicBezTo>
                    <a:pt x="57700" y="494"/>
                    <a:pt x="57616" y="502"/>
                    <a:pt x="57540" y="517"/>
                  </a:cubicBezTo>
                  <a:cubicBezTo>
                    <a:pt x="57449" y="517"/>
                    <a:pt x="57358" y="578"/>
                    <a:pt x="57297" y="639"/>
                  </a:cubicBezTo>
                  <a:cubicBezTo>
                    <a:pt x="57297" y="644"/>
                    <a:pt x="57292" y="647"/>
                    <a:pt x="57285" y="647"/>
                  </a:cubicBezTo>
                  <a:cubicBezTo>
                    <a:pt x="57254" y="647"/>
                    <a:pt x="57169" y="602"/>
                    <a:pt x="57145" y="578"/>
                  </a:cubicBezTo>
                  <a:cubicBezTo>
                    <a:pt x="56993" y="517"/>
                    <a:pt x="56871" y="487"/>
                    <a:pt x="56719" y="487"/>
                  </a:cubicBezTo>
                  <a:lnTo>
                    <a:pt x="56415" y="487"/>
                  </a:lnTo>
                  <a:cubicBezTo>
                    <a:pt x="56233" y="517"/>
                    <a:pt x="56051" y="578"/>
                    <a:pt x="55899" y="639"/>
                  </a:cubicBezTo>
                  <a:lnTo>
                    <a:pt x="55807" y="578"/>
                  </a:lnTo>
                  <a:cubicBezTo>
                    <a:pt x="55767" y="558"/>
                    <a:pt x="55723" y="547"/>
                    <a:pt x="55679" y="547"/>
                  </a:cubicBezTo>
                  <a:cubicBezTo>
                    <a:pt x="55591" y="547"/>
                    <a:pt x="55503" y="588"/>
                    <a:pt x="55443" y="669"/>
                  </a:cubicBezTo>
                  <a:cubicBezTo>
                    <a:pt x="55199" y="669"/>
                    <a:pt x="54987" y="669"/>
                    <a:pt x="54744" y="699"/>
                  </a:cubicBezTo>
                  <a:lnTo>
                    <a:pt x="54470" y="517"/>
                  </a:lnTo>
                  <a:cubicBezTo>
                    <a:pt x="54257" y="578"/>
                    <a:pt x="54014" y="608"/>
                    <a:pt x="53801" y="608"/>
                  </a:cubicBezTo>
                  <a:cubicBezTo>
                    <a:pt x="53680" y="608"/>
                    <a:pt x="53423" y="662"/>
                    <a:pt x="53247" y="662"/>
                  </a:cubicBezTo>
                  <a:cubicBezTo>
                    <a:pt x="53160" y="662"/>
                    <a:pt x="53092" y="649"/>
                    <a:pt x="53072" y="608"/>
                  </a:cubicBezTo>
                  <a:cubicBezTo>
                    <a:pt x="53044" y="567"/>
                    <a:pt x="53011" y="551"/>
                    <a:pt x="52982" y="551"/>
                  </a:cubicBezTo>
                  <a:cubicBezTo>
                    <a:pt x="52947" y="551"/>
                    <a:pt x="52920" y="575"/>
                    <a:pt x="52920" y="608"/>
                  </a:cubicBezTo>
                  <a:cubicBezTo>
                    <a:pt x="52912" y="623"/>
                    <a:pt x="52895" y="629"/>
                    <a:pt x="52873" y="629"/>
                  </a:cubicBezTo>
                  <a:cubicBezTo>
                    <a:pt x="52806" y="629"/>
                    <a:pt x="52692" y="578"/>
                    <a:pt x="52646" y="578"/>
                  </a:cubicBezTo>
                  <a:lnTo>
                    <a:pt x="51886" y="578"/>
                  </a:lnTo>
                  <a:lnTo>
                    <a:pt x="51187" y="639"/>
                  </a:lnTo>
                  <a:cubicBezTo>
                    <a:pt x="51131" y="681"/>
                    <a:pt x="51068" y="704"/>
                    <a:pt x="51007" y="704"/>
                  </a:cubicBezTo>
                  <a:cubicBezTo>
                    <a:pt x="50938" y="704"/>
                    <a:pt x="50871" y="673"/>
                    <a:pt x="50823" y="608"/>
                  </a:cubicBezTo>
                  <a:lnTo>
                    <a:pt x="50731" y="487"/>
                  </a:lnTo>
                  <a:lnTo>
                    <a:pt x="50245" y="608"/>
                  </a:lnTo>
                  <a:lnTo>
                    <a:pt x="50063" y="608"/>
                  </a:lnTo>
                  <a:cubicBezTo>
                    <a:pt x="49971" y="639"/>
                    <a:pt x="49911" y="699"/>
                    <a:pt x="49850" y="760"/>
                  </a:cubicBezTo>
                  <a:lnTo>
                    <a:pt x="49728" y="760"/>
                  </a:lnTo>
                  <a:cubicBezTo>
                    <a:pt x="49576" y="760"/>
                    <a:pt x="49515" y="699"/>
                    <a:pt x="49424" y="639"/>
                  </a:cubicBezTo>
                  <a:lnTo>
                    <a:pt x="49394" y="608"/>
                  </a:lnTo>
                  <a:cubicBezTo>
                    <a:pt x="49212" y="639"/>
                    <a:pt x="49029" y="669"/>
                    <a:pt x="48847" y="730"/>
                  </a:cubicBezTo>
                  <a:cubicBezTo>
                    <a:pt x="48756" y="745"/>
                    <a:pt x="48664" y="753"/>
                    <a:pt x="48573" y="753"/>
                  </a:cubicBezTo>
                  <a:cubicBezTo>
                    <a:pt x="48482" y="753"/>
                    <a:pt x="48391" y="745"/>
                    <a:pt x="48300" y="730"/>
                  </a:cubicBezTo>
                  <a:cubicBezTo>
                    <a:pt x="48269" y="740"/>
                    <a:pt x="48239" y="743"/>
                    <a:pt x="48208" y="743"/>
                  </a:cubicBezTo>
                  <a:cubicBezTo>
                    <a:pt x="48148" y="743"/>
                    <a:pt x="48087" y="730"/>
                    <a:pt x="48026" y="730"/>
                  </a:cubicBezTo>
                  <a:lnTo>
                    <a:pt x="47965" y="699"/>
                  </a:lnTo>
                  <a:lnTo>
                    <a:pt x="47753" y="578"/>
                  </a:lnTo>
                  <a:cubicBezTo>
                    <a:pt x="47753" y="699"/>
                    <a:pt x="47479" y="669"/>
                    <a:pt x="47388" y="699"/>
                  </a:cubicBezTo>
                  <a:cubicBezTo>
                    <a:pt x="47266" y="699"/>
                    <a:pt x="47084" y="760"/>
                    <a:pt x="47023" y="760"/>
                  </a:cubicBezTo>
                  <a:cubicBezTo>
                    <a:pt x="46962" y="760"/>
                    <a:pt x="46810" y="730"/>
                    <a:pt x="46658" y="730"/>
                  </a:cubicBezTo>
                  <a:lnTo>
                    <a:pt x="46537" y="821"/>
                  </a:lnTo>
                  <a:cubicBezTo>
                    <a:pt x="46415" y="791"/>
                    <a:pt x="46324" y="760"/>
                    <a:pt x="46202" y="730"/>
                  </a:cubicBezTo>
                  <a:cubicBezTo>
                    <a:pt x="46196" y="724"/>
                    <a:pt x="46182" y="721"/>
                    <a:pt x="46162" y="721"/>
                  </a:cubicBezTo>
                  <a:cubicBezTo>
                    <a:pt x="46081" y="721"/>
                    <a:pt x="45911" y="760"/>
                    <a:pt x="45838" y="760"/>
                  </a:cubicBezTo>
                  <a:cubicBezTo>
                    <a:pt x="45731" y="745"/>
                    <a:pt x="45625" y="737"/>
                    <a:pt x="45518" y="737"/>
                  </a:cubicBezTo>
                  <a:cubicBezTo>
                    <a:pt x="45412" y="737"/>
                    <a:pt x="45306" y="745"/>
                    <a:pt x="45199" y="760"/>
                  </a:cubicBezTo>
                  <a:cubicBezTo>
                    <a:pt x="45088" y="805"/>
                    <a:pt x="44960" y="833"/>
                    <a:pt x="44829" y="833"/>
                  </a:cubicBezTo>
                  <a:cubicBezTo>
                    <a:pt x="44780" y="833"/>
                    <a:pt x="44731" y="829"/>
                    <a:pt x="44683" y="821"/>
                  </a:cubicBezTo>
                  <a:cubicBezTo>
                    <a:pt x="44591" y="791"/>
                    <a:pt x="44500" y="730"/>
                    <a:pt x="44439" y="669"/>
                  </a:cubicBezTo>
                  <a:cubicBezTo>
                    <a:pt x="44428" y="657"/>
                    <a:pt x="44410" y="652"/>
                    <a:pt x="44389" y="652"/>
                  </a:cubicBezTo>
                  <a:cubicBezTo>
                    <a:pt x="44301" y="652"/>
                    <a:pt x="44154" y="736"/>
                    <a:pt x="44105" y="760"/>
                  </a:cubicBezTo>
                  <a:cubicBezTo>
                    <a:pt x="44090" y="775"/>
                    <a:pt x="44067" y="783"/>
                    <a:pt x="44040" y="783"/>
                  </a:cubicBezTo>
                  <a:cubicBezTo>
                    <a:pt x="44014" y="783"/>
                    <a:pt x="43983" y="775"/>
                    <a:pt x="43953" y="760"/>
                  </a:cubicBezTo>
                  <a:cubicBezTo>
                    <a:pt x="43892" y="745"/>
                    <a:pt x="43831" y="737"/>
                    <a:pt x="43771" y="737"/>
                  </a:cubicBezTo>
                  <a:cubicBezTo>
                    <a:pt x="43710" y="737"/>
                    <a:pt x="43649" y="745"/>
                    <a:pt x="43588" y="760"/>
                  </a:cubicBezTo>
                  <a:lnTo>
                    <a:pt x="43406" y="730"/>
                  </a:lnTo>
                  <a:lnTo>
                    <a:pt x="43284" y="699"/>
                  </a:lnTo>
                  <a:cubicBezTo>
                    <a:pt x="43163" y="760"/>
                    <a:pt x="43072" y="791"/>
                    <a:pt x="42950" y="821"/>
                  </a:cubicBezTo>
                  <a:cubicBezTo>
                    <a:pt x="42930" y="821"/>
                    <a:pt x="42788" y="794"/>
                    <a:pt x="42669" y="794"/>
                  </a:cubicBezTo>
                  <a:cubicBezTo>
                    <a:pt x="42609" y="794"/>
                    <a:pt x="42555" y="801"/>
                    <a:pt x="42524" y="821"/>
                  </a:cubicBezTo>
                  <a:cubicBezTo>
                    <a:pt x="42507" y="838"/>
                    <a:pt x="42488" y="845"/>
                    <a:pt x="42468" y="845"/>
                  </a:cubicBezTo>
                  <a:cubicBezTo>
                    <a:pt x="42417" y="845"/>
                    <a:pt x="42364" y="796"/>
                    <a:pt x="42342" y="730"/>
                  </a:cubicBezTo>
                  <a:lnTo>
                    <a:pt x="42160" y="760"/>
                  </a:lnTo>
                  <a:lnTo>
                    <a:pt x="41917" y="791"/>
                  </a:lnTo>
                  <a:cubicBezTo>
                    <a:pt x="41795" y="760"/>
                    <a:pt x="41613" y="699"/>
                    <a:pt x="41582" y="699"/>
                  </a:cubicBezTo>
                  <a:lnTo>
                    <a:pt x="41552" y="699"/>
                  </a:lnTo>
                  <a:lnTo>
                    <a:pt x="41400" y="760"/>
                  </a:lnTo>
                  <a:cubicBezTo>
                    <a:pt x="41265" y="760"/>
                    <a:pt x="40962" y="856"/>
                    <a:pt x="40853" y="856"/>
                  </a:cubicBezTo>
                  <a:cubicBezTo>
                    <a:pt x="40840" y="856"/>
                    <a:pt x="40829" y="855"/>
                    <a:pt x="40822" y="851"/>
                  </a:cubicBezTo>
                  <a:cubicBezTo>
                    <a:pt x="40795" y="833"/>
                    <a:pt x="40739" y="829"/>
                    <a:pt x="40669" y="829"/>
                  </a:cubicBezTo>
                  <a:cubicBezTo>
                    <a:pt x="40596" y="829"/>
                    <a:pt x="40508" y="834"/>
                    <a:pt x="40426" y="834"/>
                  </a:cubicBezTo>
                  <a:cubicBezTo>
                    <a:pt x="40324" y="834"/>
                    <a:pt x="40231" y="826"/>
                    <a:pt x="40184" y="791"/>
                  </a:cubicBezTo>
                  <a:cubicBezTo>
                    <a:pt x="40161" y="775"/>
                    <a:pt x="40131" y="768"/>
                    <a:pt x="40096" y="768"/>
                  </a:cubicBezTo>
                  <a:cubicBezTo>
                    <a:pt x="39992" y="768"/>
                    <a:pt x="39850" y="836"/>
                    <a:pt x="39758" y="973"/>
                  </a:cubicBezTo>
                  <a:lnTo>
                    <a:pt x="39515" y="760"/>
                  </a:lnTo>
                  <a:cubicBezTo>
                    <a:pt x="39485" y="760"/>
                    <a:pt x="39424" y="760"/>
                    <a:pt x="39394" y="791"/>
                  </a:cubicBezTo>
                  <a:lnTo>
                    <a:pt x="39303" y="851"/>
                  </a:lnTo>
                  <a:cubicBezTo>
                    <a:pt x="39242" y="836"/>
                    <a:pt x="39181" y="829"/>
                    <a:pt x="39124" y="829"/>
                  </a:cubicBezTo>
                  <a:cubicBezTo>
                    <a:pt x="39067" y="829"/>
                    <a:pt x="39014" y="836"/>
                    <a:pt x="38968" y="851"/>
                  </a:cubicBezTo>
                  <a:lnTo>
                    <a:pt x="38907" y="851"/>
                  </a:lnTo>
                  <a:cubicBezTo>
                    <a:pt x="38813" y="851"/>
                    <a:pt x="38884" y="980"/>
                    <a:pt x="38834" y="980"/>
                  </a:cubicBezTo>
                  <a:cubicBezTo>
                    <a:pt x="38820" y="980"/>
                    <a:pt x="38796" y="970"/>
                    <a:pt x="38755" y="943"/>
                  </a:cubicBezTo>
                  <a:cubicBezTo>
                    <a:pt x="38710" y="927"/>
                    <a:pt x="38672" y="912"/>
                    <a:pt x="38638" y="912"/>
                  </a:cubicBezTo>
                  <a:cubicBezTo>
                    <a:pt x="38603" y="912"/>
                    <a:pt x="38573" y="927"/>
                    <a:pt x="38543" y="973"/>
                  </a:cubicBezTo>
                  <a:lnTo>
                    <a:pt x="38543" y="1064"/>
                  </a:lnTo>
                  <a:lnTo>
                    <a:pt x="38543" y="1095"/>
                  </a:lnTo>
                  <a:cubicBezTo>
                    <a:pt x="38543" y="1106"/>
                    <a:pt x="38539" y="1111"/>
                    <a:pt x="38534" y="1111"/>
                  </a:cubicBezTo>
                  <a:cubicBezTo>
                    <a:pt x="38511" y="1111"/>
                    <a:pt x="38451" y="1028"/>
                    <a:pt x="38451" y="1003"/>
                  </a:cubicBezTo>
                  <a:cubicBezTo>
                    <a:pt x="38421" y="943"/>
                    <a:pt x="38360" y="912"/>
                    <a:pt x="38299" y="882"/>
                  </a:cubicBezTo>
                  <a:lnTo>
                    <a:pt x="38239" y="882"/>
                  </a:lnTo>
                  <a:lnTo>
                    <a:pt x="38117" y="973"/>
                  </a:lnTo>
                  <a:cubicBezTo>
                    <a:pt x="38087" y="912"/>
                    <a:pt x="38026" y="851"/>
                    <a:pt x="37965" y="791"/>
                  </a:cubicBezTo>
                  <a:lnTo>
                    <a:pt x="37935" y="760"/>
                  </a:lnTo>
                  <a:lnTo>
                    <a:pt x="37844" y="699"/>
                  </a:lnTo>
                  <a:cubicBezTo>
                    <a:pt x="37752" y="791"/>
                    <a:pt x="37388" y="821"/>
                    <a:pt x="37296" y="821"/>
                  </a:cubicBezTo>
                  <a:cubicBezTo>
                    <a:pt x="37144" y="851"/>
                    <a:pt x="37023" y="912"/>
                    <a:pt x="36932" y="1034"/>
                  </a:cubicBezTo>
                  <a:cubicBezTo>
                    <a:pt x="36922" y="1054"/>
                    <a:pt x="36908" y="1064"/>
                    <a:pt x="36893" y="1064"/>
                  </a:cubicBezTo>
                  <a:cubicBezTo>
                    <a:pt x="36864" y="1064"/>
                    <a:pt x="36830" y="1024"/>
                    <a:pt x="36810" y="943"/>
                  </a:cubicBezTo>
                  <a:lnTo>
                    <a:pt x="36719" y="912"/>
                  </a:lnTo>
                  <a:cubicBezTo>
                    <a:pt x="36658" y="851"/>
                    <a:pt x="36537" y="821"/>
                    <a:pt x="36445" y="821"/>
                  </a:cubicBezTo>
                  <a:cubicBezTo>
                    <a:pt x="36272" y="879"/>
                    <a:pt x="36098" y="900"/>
                    <a:pt x="35933" y="900"/>
                  </a:cubicBezTo>
                  <a:cubicBezTo>
                    <a:pt x="35837" y="900"/>
                    <a:pt x="35744" y="893"/>
                    <a:pt x="35655" y="882"/>
                  </a:cubicBezTo>
                  <a:lnTo>
                    <a:pt x="35503" y="882"/>
                  </a:lnTo>
                  <a:cubicBezTo>
                    <a:pt x="35381" y="943"/>
                    <a:pt x="35230" y="1247"/>
                    <a:pt x="35351" y="1277"/>
                  </a:cubicBezTo>
                  <a:cubicBezTo>
                    <a:pt x="35473" y="1338"/>
                    <a:pt x="35473" y="1368"/>
                    <a:pt x="35351" y="1399"/>
                  </a:cubicBezTo>
                  <a:lnTo>
                    <a:pt x="35260" y="1459"/>
                  </a:lnTo>
                  <a:lnTo>
                    <a:pt x="35017" y="1550"/>
                  </a:lnTo>
                  <a:cubicBezTo>
                    <a:pt x="34895" y="1490"/>
                    <a:pt x="34743" y="1399"/>
                    <a:pt x="34652" y="1307"/>
                  </a:cubicBezTo>
                  <a:lnTo>
                    <a:pt x="34652" y="1277"/>
                  </a:lnTo>
                  <a:lnTo>
                    <a:pt x="34652" y="1247"/>
                  </a:lnTo>
                  <a:cubicBezTo>
                    <a:pt x="34662" y="1247"/>
                    <a:pt x="34713" y="1250"/>
                    <a:pt x="34777" y="1250"/>
                  </a:cubicBezTo>
                  <a:cubicBezTo>
                    <a:pt x="34905" y="1250"/>
                    <a:pt x="35088" y="1236"/>
                    <a:pt x="35108" y="1155"/>
                  </a:cubicBezTo>
                  <a:cubicBezTo>
                    <a:pt x="35138" y="1095"/>
                    <a:pt x="35169" y="1034"/>
                    <a:pt x="35230" y="973"/>
                  </a:cubicBezTo>
                  <a:cubicBezTo>
                    <a:pt x="35230" y="973"/>
                    <a:pt x="35230" y="943"/>
                    <a:pt x="35199" y="882"/>
                  </a:cubicBezTo>
                  <a:lnTo>
                    <a:pt x="35169" y="882"/>
                  </a:lnTo>
                  <a:lnTo>
                    <a:pt x="35017" y="851"/>
                  </a:lnTo>
                  <a:cubicBezTo>
                    <a:pt x="34865" y="851"/>
                    <a:pt x="34713" y="882"/>
                    <a:pt x="34591" y="943"/>
                  </a:cubicBezTo>
                  <a:cubicBezTo>
                    <a:pt x="34561" y="1034"/>
                    <a:pt x="34530" y="1095"/>
                    <a:pt x="34530" y="1155"/>
                  </a:cubicBezTo>
                  <a:lnTo>
                    <a:pt x="34439" y="1095"/>
                  </a:lnTo>
                  <a:cubicBezTo>
                    <a:pt x="34378" y="1064"/>
                    <a:pt x="34318" y="1034"/>
                    <a:pt x="34318" y="1003"/>
                  </a:cubicBezTo>
                  <a:lnTo>
                    <a:pt x="34318" y="973"/>
                  </a:lnTo>
                  <a:cubicBezTo>
                    <a:pt x="34348" y="912"/>
                    <a:pt x="34318" y="912"/>
                    <a:pt x="34257" y="912"/>
                  </a:cubicBezTo>
                  <a:lnTo>
                    <a:pt x="34226" y="943"/>
                  </a:lnTo>
                  <a:lnTo>
                    <a:pt x="34166" y="973"/>
                  </a:lnTo>
                  <a:cubicBezTo>
                    <a:pt x="34155" y="983"/>
                    <a:pt x="34135" y="987"/>
                    <a:pt x="34109" y="987"/>
                  </a:cubicBezTo>
                  <a:cubicBezTo>
                    <a:pt x="33993" y="987"/>
                    <a:pt x="33752" y="908"/>
                    <a:pt x="33628" y="908"/>
                  </a:cubicBezTo>
                  <a:cubicBezTo>
                    <a:pt x="33613" y="908"/>
                    <a:pt x="33599" y="909"/>
                    <a:pt x="33588" y="912"/>
                  </a:cubicBezTo>
                  <a:lnTo>
                    <a:pt x="33284" y="973"/>
                  </a:lnTo>
                  <a:lnTo>
                    <a:pt x="32950" y="973"/>
                  </a:lnTo>
                  <a:lnTo>
                    <a:pt x="32798" y="1034"/>
                  </a:lnTo>
                  <a:lnTo>
                    <a:pt x="32707" y="1034"/>
                  </a:lnTo>
                  <a:cubicBezTo>
                    <a:pt x="32692" y="1044"/>
                    <a:pt x="32676" y="1048"/>
                    <a:pt x="32658" y="1048"/>
                  </a:cubicBezTo>
                  <a:cubicBezTo>
                    <a:pt x="32569" y="1048"/>
                    <a:pt x="32454" y="933"/>
                    <a:pt x="32403" y="882"/>
                  </a:cubicBezTo>
                  <a:cubicBezTo>
                    <a:pt x="32395" y="867"/>
                    <a:pt x="32381" y="861"/>
                    <a:pt x="32363" y="861"/>
                  </a:cubicBezTo>
                  <a:cubicBezTo>
                    <a:pt x="32306" y="861"/>
                    <a:pt x="32213" y="919"/>
                    <a:pt x="32190" y="943"/>
                  </a:cubicBezTo>
                  <a:cubicBezTo>
                    <a:pt x="32068" y="1034"/>
                    <a:pt x="31977" y="1095"/>
                    <a:pt x="31856" y="1155"/>
                  </a:cubicBezTo>
                  <a:lnTo>
                    <a:pt x="31734" y="1003"/>
                  </a:lnTo>
                  <a:cubicBezTo>
                    <a:pt x="31704" y="988"/>
                    <a:pt x="31681" y="981"/>
                    <a:pt x="31658" y="981"/>
                  </a:cubicBezTo>
                  <a:cubicBezTo>
                    <a:pt x="31635" y="981"/>
                    <a:pt x="31612" y="988"/>
                    <a:pt x="31582" y="1003"/>
                  </a:cubicBezTo>
                  <a:lnTo>
                    <a:pt x="31308" y="1125"/>
                  </a:lnTo>
                  <a:cubicBezTo>
                    <a:pt x="31187" y="1034"/>
                    <a:pt x="31005" y="973"/>
                    <a:pt x="30822" y="973"/>
                  </a:cubicBezTo>
                  <a:cubicBezTo>
                    <a:pt x="30731" y="973"/>
                    <a:pt x="30640" y="973"/>
                    <a:pt x="30579" y="943"/>
                  </a:cubicBezTo>
                  <a:lnTo>
                    <a:pt x="30518" y="1003"/>
                  </a:lnTo>
                  <a:cubicBezTo>
                    <a:pt x="30457" y="1064"/>
                    <a:pt x="30457" y="1125"/>
                    <a:pt x="30397" y="1186"/>
                  </a:cubicBezTo>
                  <a:lnTo>
                    <a:pt x="30366" y="1216"/>
                  </a:lnTo>
                  <a:cubicBezTo>
                    <a:pt x="30305" y="1216"/>
                    <a:pt x="30275" y="1186"/>
                    <a:pt x="30275" y="1155"/>
                  </a:cubicBezTo>
                  <a:lnTo>
                    <a:pt x="30275" y="1064"/>
                  </a:lnTo>
                  <a:cubicBezTo>
                    <a:pt x="30275" y="1034"/>
                    <a:pt x="30214" y="973"/>
                    <a:pt x="30153" y="973"/>
                  </a:cubicBezTo>
                  <a:lnTo>
                    <a:pt x="30123" y="1003"/>
                  </a:lnTo>
                  <a:lnTo>
                    <a:pt x="30032" y="1034"/>
                  </a:lnTo>
                  <a:cubicBezTo>
                    <a:pt x="29971" y="1064"/>
                    <a:pt x="29903" y="1079"/>
                    <a:pt x="29834" y="1079"/>
                  </a:cubicBezTo>
                  <a:cubicBezTo>
                    <a:pt x="29766" y="1079"/>
                    <a:pt x="29697" y="1064"/>
                    <a:pt x="29637" y="1034"/>
                  </a:cubicBezTo>
                  <a:lnTo>
                    <a:pt x="29606" y="1034"/>
                  </a:lnTo>
                  <a:lnTo>
                    <a:pt x="29485" y="943"/>
                  </a:lnTo>
                  <a:cubicBezTo>
                    <a:pt x="29363" y="973"/>
                    <a:pt x="29181" y="1064"/>
                    <a:pt x="29181" y="1095"/>
                  </a:cubicBezTo>
                  <a:cubicBezTo>
                    <a:pt x="29181" y="1155"/>
                    <a:pt x="29120" y="1216"/>
                    <a:pt x="29059" y="1247"/>
                  </a:cubicBezTo>
                  <a:cubicBezTo>
                    <a:pt x="28998" y="1186"/>
                    <a:pt x="28968" y="1095"/>
                    <a:pt x="28907" y="1064"/>
                  </a:cubicBezTo>
                  <a:lnTo>
                    <a:pt x="28846" y="1003"/>
                  </a:lnTo>
                  <a:cubicBezTo>
                    <a:pt x="28755" y="1003"/>
                    <a:pt x="28664" y="973"/>
                    <a:pt x="28573" y="973"/>
                  </a:cubicBezTo>
                  <a:lnTo>
                    <a:pt x="28482" y="1034"/>
                  </a:lnTo>
                  <a:lnTo>
                    <a:pt x="28390" y="1095"/>
                  </a:lnTo>
                  <a:cubicBezTo>
                    <a:pt x="28238" y="1095"/>
                    <a:pt x="28056" y="1095"/>
                    <a:pt x="27904" y="1064"/>
                  </a:cubicBezTo>
                  <a:cubicBezTo>
                    <a:pt x="27894" y="1059"/>
                    <a:pt x="27881" y="1056"/>
                    <a:pt x="27868" y="1056"/>
                  </a:cubicBezTo>
                  <a:cubicBezTo>
                    <a:pt x="27802" y="1056"/>
                    <a:pt x="27701" y="1115"/>
                    <a:pt x="27600" y="1216"/>
                  </a:cubicBezTo>
                  <a:lnTo>
                    <a:pt x="27570" y="1095"/>
                  </a:lnTo>
                  <a:cubicBezTo>
                    <a:pt x="27550" y="1035"/>
                    <a:pt x="27530" y="989"/>
                    <a:pt x="27477" y="989"/>
                  </a:cubicBezTo>
                  <a:cubicBezTo>
                    <a:pt x="27448" y="989"/>
                    <a:pt x="27410" y="1002"/>
                    <a:pt x="27357" y="1034"/>
                  </a:cubicBezTo>
                  <a:lnTo>
                    <a:pt x="27296" y="1064"/>
                  </a:lnTo>
                  <a:cubicBezTo>
                    <a:pt x="27226" y="1064"/>
                    <a:pt x="27030" y="974"/>
                    <a:pt x="26943" y="974"/>
                  </a:cubicBezTo>
                  <a:cubicBezTo>
                    <a:pt x="26917" y="974"/>
                    <a:pt x="26901" y="982"/>
                    <a:pt x="26901" y="1003"/>
                  </a:cubicBezTo>
                  <a:cubicBezTo>
                    <a:pt x="26901" y="1095"/>
                    <a:pt x="26779" y="1095"/>
                    <a:pt x="26719" y="1095"/>
                  </a:cubicBezTo>
                  <a:cubicBezTo>
                    <a:pt x="26597" y="1155"/>
                    <a:pt x="26506" y="1186"/>
                    <a:pt x="26384" y="1216"/>
                  </a:cubicBezTo>
                  <a:cubicBezTo>
                    <a:pt x="26293" y="1216"/>
                    <a:pt x="26050" y="1095"/>
                    <a:pt x="25959" y="1095"/>
                  </a:cubicBezTo>
                  <a:cubicBezTo>
                    <a:pt x="25868" y="1095"/>
                    <a:pt x="25412" y="1247"/>
                    <a:pt x="25229" y="1247"/>
                  </a:cubicBezTo>
                  <a:cubicBezTo>
                    <a:pt x="24956" y="1186"/>
                    <a:pt x="24713" y="1186"/>
                    <a:pt x="24439" y="1186"/>
                  </a:cubicBezTo>
                  <a:cubicBezTo>
                    <a:pt x="24384" y="1213"/>
                    <a:pt x="24324" y="1228"/>
                    <a:pt x="24273" y="1228"/>
                  </a:cubicBezTo>
                  <a:cubicBezTo>
                    <a:pt x="24212" y="1228"/>
                    <a:pt x="24165" y="1206"/>
                    <a:pt x="24165" y="1155"/>
                  </a:cubicBezTo>
                  <a:lnTo>
                    <a:pt x="24165" y="1095"/>
                  </a:lnTo>
                  <a:cubicBezTo>
                    <a:pt x="24013" y="1155"/>
                    <a:pt x="23862" y="1216"/>
                    <a:pt x="23679" y="1277"/>
                  </a:cubicBezTo>
                  <a:cubicBezTo>
                    <a:pt x="23588" y="1277"/>
                    <a:pt x="23466" y="1247"/>
                    <a:pt x="23375" y="1216"/>
                  </a:cubicBezTo>
                  <a:lnTo>
                    <a:pt x="23284" y="1277"/>
                  </a:lnTo>
                  <a:lnTo>
                    <a:pt x="23102" y="1429"/>
                  </a:lnTo>
                  <a:cubicBezTo>
                    <a:pt x="23010" y="1368"/>
                    <a:pt x="22889" y="1368"/>
                    <a:pt x="22798" y="1368"/>
                  </a:cubicBezTo>
                  <a:cubicBezTo>
                    <a:pt x="22767" y="1399"/>
                    <a:pt x="22737" y="1459"/>
                    <a:pt x="22737" y="1490"/>
                  </a:cubicBezTo>
                  <a:cubicBezTo>
                    <a:pt x="22706" y="1550"/>
                    <a:pt x="22737" y="1733"/>
                    <a:pt x="22706" y="1794"/>
                  </a:cubicBezTo>
                  <a:cubicBezTo>
                    <a:pt x="22706" y="1815"/>
                    <a:pt x="22615" y="1837"/>
                    <a:pt x="22497" y="1837"/>
                  </a:cubicBezTo>
                  <a:cubicBezTo>
                    <a:pt x="22449" y="1837"/>
                    <a:pt x="22395" y="1833"/>
                    <a:pt x="22342" y="1824"/>
                  </a:cubicBezTo>
                  <a:lnTo>
                    <a:pt x="22159" y="1824"/>
                  </a:lnTo>
                  <a:lnTo>
                    <a:pt x="22007" y="1794"/>
                  </a:lnTo>
                  <a:cubicBezTo>
                    <a:pt x="21855" y="1794"/>
                    <a:pt x="21703" y="1794"/>
                    <a:pt x="21551" y="1824"/>
                  </a:cubicBezTo>
                  <a:cubicBezTo>
                    <a:pt x="21527" y="1824"/>
                    <a:pt x="21474" y="1819"/>
                    <a:pt x="21416" y="1819"/>
                  </a:cubicBezTo>
                  <a:cubicBezTo>
                    <a:pt x="21330" y="1819"/>
                    <a:pt x="21235" y="1830"/>
                    <a:pt x="21217" y="1885"/>
                  </a:cubicBezTo>
                  <a:cubicBezTo>
                    <a:pt x="21217" y="1929"/>
                    <a:pt x="21136" y="1958"/>
                    <a:pt x="21080" y="1958"/>
                  </a:cubicBezTo>
                  <a:cubicBezTo>
                    <a:pt x="21060" y="1958"/>
                    <a:pt x="21043" y="1954"/>
                    <a:pt x="21035" y="1946"/>
                  </a:cubicBezTo>
                  <a:cubicBezTo>
                    <a:pt x="21035" y="1915"/>
                    <a:pt x="20913" y="1915"/>
                    <a:pt x="20883" y="1885"/>
                  </a:cubicBezTo>
                  <a:cubicBezTo>
                    <a:pt x="20883" y="1854"/>
                    <a:pt x="20883" y="1642"/>
                    <a:pt x="20822" y="1642"/>
                  </a:cubicBezTo>
                  <a:cubicBezTo>
                    <a:pt x="20700" y="1611"/>
                    <a:pt x="20609" y="1581"/>
                    <a:pt x="20518" y="1520"/>
                  </a:cubicBezTo>
                  <a:lnTo>
                    <a:pt x="20366" y="1490"/>
                  </a:lnTo>
                  <a:lnTo>
                    <a:pt x="20305" y="1490"/>
                  </a:lnTo>
                  <a:cubicBezTo>
                    <a:pt x="20298" y="1482"/>
                    <a:pt x="20288" y="1479"/>
                    <a:pt x="20277" y="1479"/>
                  </a:cubicBezTo>
                  <a:cubicBezTo>
                    <a:pt x="20195" y="1479"/>
                    <a:pt x="20024" y="1653"/>
                    <a:pt x="19971" y="1733"/>
                  </a:cubicBezTo>
                  <a:cubicBezTo>
                    <a:pt x="19921" y="1808"/>
                    <a:pt x="19850" y="1862"/>
                    <a:pt x="19810" y="1862"/>
                  </a:cubicBezTo>
                  <a:cubicBezTo>
                    <a:pt x="19801" y="1862"/>
                    <a:pt x="19794" y="1860"/>
                    <a:pt x="19788" y="1854"/>
                  </a:cubicBezTo>
                  <a:lnTo>
                    <a:pt x="19728" y="1824"/>
                  </a:lnTo>
                  <a:lnTo>
                    <a:pt x="19545" y="1763"/>
                  </a:lnTo>
                  <a:cubicBezTo>
                    <a:pt x="19424" y="1854"/>
                    <a:pt x="19333" y="1915"/>
                    <a:pt x="19211" y="1976"/>
                  </a:cubicBezTo>
                  <a:cubicBezTo>
                    <a:pt x="19205" y="1982"/>
                    <a:pt x="19198" y="1984"/>
                    <a:pt x="19191" y="1984"/>
                  </a:cubicBezTo>
                  <a:cubicBezTo>
                    <a:pt x="19158" y="1984"/>
                    <a:pt x="19114" y="1940"/>
                    <a:pt x="19089" y="1915"/>
                  </a:cubicBezTo>
                  <a:lnTo>
                    <a:pt x="19120" y="1854"/>
                  </a:lnTo>
                  <a:lnTo>
                    <a:pt x="19150" y="1824"/>
                  </a:lnTo>
                  <a:cubicBezTo>
                    <a:pt x="19211" y="1763"/>
                    <a:pt x="19272" y="1672"/>
                    <a:pt x="19302" y="1581"/>
                  </a:cubicBezTo>
                  <a:lnTo>
                    <a:pt x="19120" y="1490"/>
                  </a:lnTo>
                  <a:lnTo>
                    <a:pt x="19089" y="1490"/>
                  </a:lnTo>
                  <a:cubicBezTo>
                    <a:pt x="19087" y="1487"/>
                    <a:pt x="19084" y="1486"/>
                    <a:pt x="19080" y="1486"/>
                  </a:cubicBezTo>
                  <a:cubicBezTo>
                    <a:pt x="19028" y="1486"/>
                    <a:pt x="18842" y="1649"/>
                    <a:pt x="18785" y="1733"/>
                  </a:cubicBezTo>
                  <a:cubicBezTo>
                    <a:pt x="18694" y="1854"/>
                    <a:pt x="18603" y="1946"/>
                    <a:pt x="18512" y="2037"/>
                  </a:cubicBezTo>
                  <a:lnTo>
                    <a:pt x="18269" y="2037"/>
                  </a:lnTo>
                  <a:cubicBezTo>
                    <a:pt x="18178" y="2037"/>
                    <a:pt x="18117" y="1915"/>
                    <a:pt x="18147" y="1854"/>
                  </a:cubicBezTo>
                  <a:cubicBezTo>
                    <a:pt x="18147" y="1824"/>
                    <a:pt x="18026" y="1672"/>
                    <a:pt x="17934" y="1611"/>
                  </a:cubicBezTo>
                  <a:cubicBezTo>
                    <a:pt x="17924" y="1601"/>
                    <a:pt x="17908" y="1597"/>
                    <a:pt x="17888" y="1597"/>
                  </a:cubicBezTo>
                  <a:cubicBezTo>
                    <a:pt x="17787" y="1597"/>
                    <a:pt x="17580" y="1702"/>
                    <a:pt x="17478" y="1702"/>
                  </a:cubicBezTo>
                  <a:cubicBezTo>
                    <a:pt x="17296" y="1702"/>
                    <a:pt x="17114" y="1733"/>
                    <a:pt x="16931" y="1733"/>
                  </a:cubicBezTo>
                  <a:cubicBezTo>
                    <a:pt x="16779" y="1794"/>
                    <a:pt x="16658" y="1824"/>
                    <a:pt x="16506" y="1854"/>
                  </a:cubicBezTo>
                  <a:lnTo>
                    <a:pt x="16232" y="1854"/>
                  </a:lnTo>
                  <a:lnTo>
                    <a:pt x="16171" y="1794"/>
                  </a:lnTo>
                  <a:cubicBezTo>
                    <a:pt x="16149" y="1783"/>
                    <a:pt x="16119" y="1775"/>
                    <a:pt x="16083" y="1775"/>
                  </a:cubicBezTo>
                  <a:cubicBezTo>
                    <a:pt x="16022" y="1775"/>
                    <a:pt x="15945" y="1797"/>
                    <a:pt x="15867" y="1854"/>
                  </a:cubicBezTo>
                  <a:cubicBezTo>
                    <a:pt x="15784" y="1799"/>
                    <a:pt x="15715" y="1777"/>
                    <a:pt x="15655" y="1777"/>
                  </a:cubicBezTo>
                  <a:cubicBezTo>
                    <a:pt x="15517" y="1777"/>
                    <a:pt x="15426" y="1891"/>
                    <a:pt x="15320" y="1976"/>
                  </a:cubicBezTo>
                  <a:lnTo>
                    <a:pt x="15077" y="2158"/>
                  </a:lnTo>
                  <a:cubicBezTo>
                    <a:pt x="15002" y="2137"/>
                    <a:pt x="14926" y="2127"/>
                    <a:pt x="14858" y="2127"/>
                  </a:cubicBezTo>
                  <a:cubicBezTo>
                    <a:pt x="14733" y="2127"/>
                    <a:pt x="14630" y="2160"/>
                    <a:pt x="14591" y="2219"/>
                  </a:cubicBezTo>
                  <a:lnTo>
                    <a:pt x="14591" y="2310"/>
                  </a:lnTo>
                  <a:lnTo>
                    <a:pt x="14591" y="2371"/>
                  </a:lnTo>
                  <a:cubicBezTo>
                    <a:pt x="14591" y="2446"/>
                    <a:pt x="14529" y="2501"/>
                    <a:pt x="14456" y="2501"/>
                  </a:cubicBezTo>
                  <a:cubicBezTo>
                    <a:pt x="14441" y="2501"/>
                    <a:pt x="14425" y="2498"/>
                    <a:pt x="14408" y="2493"/>
                  </a:cubicBezTo>
                  <a:cubicBezTo>
                    <a:pt x="14317" y="2462"/>
                    <a:pt x="14226" y="2462"/>
                    <a:pt x="14135" y="2462"/>
                  </a:cubicBezTo>
                  <a:lnTo>
                    <a:pt x="14044" y="2462"/>
                  </a:lnTo>
                  <a:cubicBezTo>
                    <a:pt x="13983" y="2462"/>
                    <a:pt x="13922" y="2614"/>
                    <a:pt x="13892" y="2614"/>
                  </a:cubicBezTo>
                  <a:cubicBezTo>
                    <a:pt x="13770" y="2584"/>
                    <a:pt x="13679" y="2554"/>
                    <a:pt x="13588" y="2523"/>
                  </a:cubicBezTo>
                  <a:lnTo>
                    <a:pt x="13527" y="2523"/>
                  </a:lnTo>
                  <a:cubicBezTo>
                    <a:pt x="13523" y="2519"/>
                    <a:pt x="13519" y="2517"/>
                    <a:pt x="13515" y="2517"/>
                  </a:cubicBezTo>
                  <a:cubicBezTo>
                    <a:pt x="13489" y="2517"/>
                    <a:pt x="13466" y="2592"/>
                    <a:pt x="13466" y="2645"/>
                  </a:cubicBezTo>
                  <a:cubicBezTo>
                    <a:pt x="13466" y="2689"/>
                    <a:pt x="13401" y="2717"/>
                    <a:pt x="13318" y="2717"/>
                  </a:cubicBezTo>
                  <a:cubicBezTo>
                    <a:pt x="13288" y="2717"/>
                    <a:pt x="13256" y="2714"/>
                    <a:pt x="13223" y="2706"/>
                  </a:cubicBezTo>
                  <a:lnTo>
                    <a:pt x="13162" y="2675"/>
                  </a:lnTo>
                  <a:lnTo>
                    <a:pt x="13071" y="2645"/>
                  </a:lnTo>
                  <a:cubicBezTo>
                    <a:pt x="12980" y="2614"/>
                    <a:pt x="12889" y="2584"/>
                    <a:pt x="12797" y="2523"/>
                  </a:cubicBezTo>
                  <a:cubicBezTo>
                    <a:pt x="12797" y="2518"/>
                    <a:pt x="12795" y="2515"/>
                    <a:pt x="12790" y="2515"/>
                  </a:cubicBezTo>
                  <a:cubicBezTo>
                    <a:pt x="12768" y="2515"/>
                    <a:pt x="12701" y="2574"/>
                    <a:pt x="12676" y="2675"/>
                  </a:cubicBezTo>
                  <a:lnTo>
                    <a:pt x="12554" y="2766"/>
                  </a:lnTo>
                  <a:lnTo>
                    <a:pt x="12463" y="2827"/>
                  </a:lnTo>
                  <a:cubicBezTo>
                    <a:pt x="12428" y="2916"/>
                    <a:pt x="12382" y="2963"/>
                    <a:pt x="12344" y="2963"/>
                  </a:cubicBezTo>
                  <a:cubicBezTo>
                    <a:pt x="12317" y="2963"/>
                    <a:pt x="12293" y="2939"/>
                    <a:pt x="12281" y="2888"/>
                  </a:cubicBezTo>
                  <a:lnTo>
                    <a:pt x="12220" y="2797"/>
                  </a:lnTo>
                  <a:lnTo>
                    <a:pt x="12220" y="2766"/>
                  </a:lnTo>
                  <a:cubicBezTo>
                    <a:pt x="12190" y="2751"/>
                    <a:pt x="12159" y="2744"/>
                    <a:pt x="12129" y="2744"/>
                  </a:cubicBezTo>
                  <a:cubicBezTo>
                    <a:pt x="12098" y="2744"/>
                    <a:pt x="12068" y="2751"/>
                    <a:pt x="12038" y="2766"/>
                  </a:cubicBezTo>
                  <a:lnTo>
                    <a:pt x="12038" y="2797"/>
                  </a:lnTo>
                  <a:lnTo>
                    <a:pt x="12038" y="2918"/>
                  </a:lnTo>
                  <a:cubicBezTo>
                    <a:pt x="12068" y="3009"/>
                    <a:pt x="12068" y="3131"/>
                    <a:pt x="12068" y="3222"/>
                  </a:cubicBezTo>
                  <a:cubicBezTo>
                    <a:pt x="11977" y="3131"/>
                    <a:pt x="11916" y="3040"/>
                    <a:pt x="11855" y="2949"/>
                  </a:cubicBezTo>
                  <a:cubicBezTo>
                    <a:pt x="11817" y="2891"/>
                    <a:pt x="11766" y="2870"/>
                    <a:pt x="11711" y="2870"/>
                  </a:cubicBezTo>
                  <a:cubicBezTo>
                    <a:pt x="11679" y="2870"/>
                    <a:pt x="11645" y="2877"/>
                    <a:pt x="11612" y="2888"/>
                  </a:cubicBezTo>
                  <a:cubicBezTo>
                    <a:pt x="11603" y="2897"/>
                    <a:pt x="11586" y="2900"/>
                    <a:pt x="11566" y="2900"/>
                  </a:cubicBezTo>
                  <a:cubicBezTo>
                    <a:pt x="11518" y="2900"/>
                    <a:pt x="11451" y="2879"/>
                    <a:pt x="11430" y="2857"/>
                  </a:cubicBezTo>
                  <a:cubicBezTo>
                    <a:pt x="11421" y="2849"/>
                    <a:pt x="11399" y="2845"/>
                    <a:pt x="11371" y="2845"/>
                  </a:cubicBezTo>
                  <a:cubicBezTo>
                    <a:pt x="11305" y="2845"/>
                    <a:pt x="11208" y="2866"/>
                    <a:pt x="11187" y="2888"/>
                  </a:cubicBezTo>
                  <a:cubicBezTo>
                    <a:pt x="11156" y="2888"/>
                    <a:pt x="11126" y="2949"/>
                    <a:pt x="11156" y="2949"/>
                  </a:cubicBezTo>
                  <a:lnTo>
                    <a:pt x="11156" y="2979"/>
                  </a:lnTo>
                  <a:cubicBezTo>
                    <a:pt x="11156" y="2979"/>
                    <a:pt x="11156" y="3009"/>
                    <a:pt x="11156" y="3040"/>
                  </a:cubicBezTo>
                  <a:cubicBezTo>
                    <a:pt x="11095" y="3070"/>
                    <a:pt x="11065" y="3070"/>
                    <a:pt x="11004" y="3101"/>
                  </a:cubicBezTo>
                  <a:lnTo>
                    <a:pt x="10974" y="3101"/>
                  </a:lnTo>
                  <a:cubicBezTo>
                    <a:pt x="10967" y="3097"/>
                    <a:pt x="10955" y="3096"/>
                    <a:pt x="10939" y="3096"/>
                  </a:cubicBezTo>
                  <a:cubicBezTo>
                    <a:pt x="10830" y="3096"/>
                    <a:pt x="10528" y="3166"/>
                    <a:pt x="10346" y="3166"/>
                  </a:cubicBezTo>
                  <a:cubicBezTo>
                    <a:pt x="10319" y="3166"/>
                    <a:pt x="10295" y="3165"/>
                    <a:pt x="10275" y="3161"/>
                  </a:cubicBezTo>
                  <a:lnTo>
                    <a:pt x="9940" y="3101"/>
                  </a:lnTo>
                  <a:cubicBezTo>
                    <a:pt x="9910" y="3131"/>
                    <a:pt x="9849" y="3192"/>
                    <a:pt x="9849" y="3192"/>
                  </a:cubicBezTo>
                  <a:cubicBezTo>
                    <a:pt x="9910" y="3222"/>
                    <a:pt x="9940" y="3253"/>
                    <a:pt x="10001" y="3283"/>
                  </a:cubicBezTo>
                  <a:cubicBezTo>
                    <a:pt x="10050" y="3283"/>
                    <a:pt x="10079" y="3205"/>
                    <a:pt x="10120" y="3205"/>
                  </a:cubicBezTo>
                  <a:cubicBezTo>
                    <a:pt x="10130" y="3205"/>
                    <a:pt x="10141" y="3210"/>
                    <a:pt x="10153" y="3222"/>
                  </a:cubicBezTo>
                  <a:cubicBezTo>
                    <a:pt x="10183" y="3283"/>
                    <a:pt x="10244" y="3344"/>
                    <a:pt x="10244" y="3374"/>
                  </a:cubicBezTo>
                  <a:lnTo>
                    <a:pt x="10244" y="3435"/>
                  </a:lnTo>
                  <a:cubicBezTo>
                    <a:pt x="10153" y="3465"/>
                    <a:pt x="10305" y="3557"/>
                    <a:pt x="10396" y="3587"/>
                  </a:cubicBezTo>
                  <a:cubicBezTo>
                    <a:pt x="10487" y="3587"/>
                    <a:pt x="10579" y="3587"/>
                    <a:pt x="10579" y="3526"/>
                  </a:cubicBezTo>
                  <a:lnTo>
                    <a:pt x="10579" y="3496"/>
                  </a:lnTo>
                  <a:lnTo>
                    <a:pt x="10579" y="3435"/>
                  </a:lnTo>
                  <a:cubicBezTo>
                    <a:pt x="10548" y="3405"/>
                    <a:pt x="10670" y="3374"/>
                    <a:pt x="10731" y="3374"/>
                  </a:cubicBezTo>
                  <a:cubicBezTo>
                    <a:pt x="10791" y="3374"/>
                    <a:pt x="10822" y="3587"/>
                    <a:pt x="10791" y="3648"/>
                  </a:cubicBezTo>
                  <a:cubicBezTo>
                    <a:pt x="10791" y="3709"/>
                    <a:pt x="10670" y="3800"/>
                    <a:pt x="10518" y="3800"/>
                  </a:cubicBezTo>
                  <a:lnTo>
                    <a:pt x="10366" y="3709"/>
                  </a:lnTo>
                  <a:lnTo>
                    <a:pt x="10183" y="3617"/>
                  </a:lnTo>
                  <a:cubicBezTo>
                    <a:pt x="10031" y="3800"/>
                    <a:pt x="10062" y="3952"/>
                    <a:pt x="10092" y="3952"/>
                  </a:cubicBezTo>
                  <a:lnTo>
                    <a:pt x="10487" y="3952"/>
                  </a:lnTo>
                  <a:lnTo>
                    <a:pt x="10579" y="4073"/>
                  </a:lnTo>
                  <a:cubicBezTo>
                    <a:pt x="10639" y="4073"/>
                    <a:pt x="10639" y="4134"/>
                    <a:pt x="10639" y="4165"/>
                  </a:cubicBezTo>
                  <a:cubicBezTo>
                    <a:pt x="10670" y="4165"/>
                    <a:pt x="10731" y="4073"/>
                    <a:pt x="10731" y="4013"/>
                  </a:cubicBezTo>
                  <a:cubicBezTo>
                    <a:pt x="10731" y="3982"/>
                    <a:pt x="10883" y="3952"/>
                    <a:pt x="10943" y="3952"/>
                  </a:cubicBezTo>
                  <a:cubicBezTo>
                    <a:pt x="10974" y="3952"/>
                    <a:pt x="10974" y="4013"/>
                    <a:pt x="10974" y="4043"/>
                  </a:cubicBezTo>
                  <a:cubicBezTo>
                    <a:pt x="10974" y="4064"/>
                    <a:pt x="11075" y="4099"/>
                    <a:pt x="11148" y="4099"/>
                  </a:cubicBezTo>
                  <a:cubicBezTo>
                    <a:pt x="11181" y="4099"/>
                    <a:pt x="11207" y="4092"/>
                    <a:pt x="11217" y="4073"/>
                  </a:cubicBezTo>
                  <a:cubicBezTo>
                    <a:pt x="11232" y="4043"/>
                    <a:pt x="11270" y="4028"/>
                    <a:pt x="11312" y="4028"/>
                  </a:cubicBezTo>
                  <a:cubicBezTo>
                    <a:pt x="11354" y="4028"/>
                    <a:pt x="11399" y="4043"/>
                    <a:pt x="11430" y="4073"/>
                  </a:cubicBezTo>
                  <a:lnTo>
                    <a:pt x="11521" y="4104"/>
                  </a:lnTo>
                  <a:cubicBezTo>
                    <a:pt x="11538" y="4107"/>
                    <a:pt x="11552" y="4109"/>
                    <a:pt x="11564" y="4109"/>
                  </a:cubicBezTo>
                  <a:cubicBezTo>
                    <a:pt x="11661" y="4109"/>
                    <a:pt x="11619" y="4009"/>
                    <a:pt x="11673" y="3982"/>
                  </a:cubicBezTo>
                  <a:lnTo>
                    <a:pt x="11734" y="3952"/>
                  </a:lnTo>
                  <a:cubicBezTo>
                    <a:pt x="11825" y="3952"/>
                    <a:pt x="11946" y="3982"/>
                    <a:pt x="12038" y="4043"/>
                  </a:cubicBezTo>
                  <a:lnTo>
                    <a:pt x="12038" y="4134"/>
                  </a:lnTo>
                  <a:cubicBezTo>
                    <a:pt x="11946" y="4225"/>
                    <a:pt x="11825" y="4256"/>
                    <a:pt x="11703" y="4286"/>
                  </a:cubicBezTo>
                  <a:lnTo>
                    <a:pt x="11673" y="4286"/>
                  </a:lnTo>
                  <a:cubicBezTo>
                    <a:pt x="11642" y="4316"/>
                    <a:pt x="11582" y="4316"/>
                    <a:pt x="11551" y="4316"/>
                  </a:cubicBezTo>
                  <a:cubicBezTo>
                    <a:pt x="11460" y="4286"/>
                    <a:pt x="11399" y="4256"/>
                    <a:pt x="11308" y="4225"/>
                  </a:cubicBezTo>
                  <a:lnTo>
                    <a:pt x="11247" y="4225"/>
                  </a:lnTo>
                  <a:cubicBezTo>
                    <a:pt x="11231" y="4217"/>
                    <a:pt x="11215" y="4214"/>
                    <a:pt x="11199" y="4214"/>
                  </a:cubicBezTo>
                  <a:cubicBezTo>
                    <a:pt x="11094" y="4214"/>
                    <a:pt x="10992" y="4379"/>
                    <a:pt x="10913" y="4590"/>
                  </a:cubicBezTo>
                  <a:lnTo>
                    <a:pt x="11278" y="4712"/>
                  </a:lnTo>
                  <a:lnTo>
                    <a:pt x="11308" y="4712"/>
                  </a:lnTo>
                  <a:cubicBezTo>
                    <a:pt x="11308" y="4803"/>
                    <a:pt x="11399" y="4894"/>
                    <a:pt x="11490" y="4924"/>
                  </a:cubicBezTo>
                  <a:cubicBezTo>
                    <a:pt x="11521" y="4924"/>
                    <a:pt x="11551" y="4955"/>
                    <a:pt x="11521" y="5016"/>
                  </a:cubicBezTo>
                  <a:lnTo>
                    <a:pt x="11490" y="5076"/>
                  </a:lnTo>
                  <a:lnTo>
                    <a:pt x="11490" y="5107"/>
                  </a:lnTo>
                  <a:cubicBezTo>
                    <a:pt x="11582" y="5137"/>
                    <a:pt x="11665" y="5152"/>
                    <a:pt x="11745" y="5152"/>
                  </a:cubicBezTo>
                  <a:cubicBezTo>
                    <a:pt x="11825" y="5152"/>
                    <a:pt x="11901" y="5137"/>
                    <a:pt x="11977" y="5107"/>
                  </a:cubicBezTo>
                  <a:cubicBezTo>
                    <a:pt x="12098" y="5076"/>
                    <a:pt x="12159" y="4955"/>
                    <a:pt x="12068" y="4833"/>
                  </a:cubicBezTo>
                  <a:lnTo>
                    <a:pt x="12250" y="4803"/>
                  </a:lnTo>
                  <a:lnTo>
                    <a:pt x="12402" y="4772"/>
                  </a:lnTo>
                  <a:lnTo>
                    <a:pt x="12433" y="4772"/>
                  </a:lnTo>
                  <a:cubicBezTo>
                    <a:pt x="12463" y="4772"/>
                    <a:pt x="12494" y="4833"/>
                    <a:pt x="12463" y="4864"/>
                  </a:cubicBezTo>
                  <a:cubicBezTo>
                    <a:pt x="12463" y="4864"/>
                    <a:pt x="12433" y="4985"/>
                    <a:pt x="12402" y="5076"/>
                  </a:cubicBezTo>
                  <a:lnTo>
                    <a:pt x="12402" y="5137"/>
                  </a:lnTo>
                  <a:cubicBezTo>
                    <a:pt x="12418" y="5228"/>
                    <a:pt x="12463" y="5251"/>
                    <a:pt x="12516" y="5251"/>
                  </a:cubicBezTo>
                  <a:cubicBezTo>
                    <a:pt x="12570" y="5251"/>
                    <a:pt x="12630" y="5228"/>
                    <a:pt x="12676" y="5228"/>
                  </a:cubicBezTo>
                  <a:cubicBezTo>
                    <a:pt x="12706" y="5198"/>
                    <a:pt x="12706" y="5137"/>
                    <a:pt x="12706" y="5107"/>
                  </a:cubicBezTo>
                  <a:lnTo>
                    <a:pt x="12645" y="5107"/>
                  </a:lnTo>
                  <a:cubicBezTo>
                    <a:pt x="12494" y="5107"/>
                    <a:pt x="12494" y="5107"/>
                    <a:pt x="12524" y="5016"/>
                  </a:cubicBezTo>
                  <a:lnTo>
                    <a:pt x="12554" y="4985"/>
                  </a:lnTo>
                  <a:cubicBezTo>
                    <a:pt x="12562" y="4971"/>
                    <a:pt x="12581" y="4965"/>
                    <a:pt x="12608" y="4965"/>
                  </a:cubicBezTo>
                  <a:cubicBezTo>
                    <a:pt x="12691" y="4965"/>
                    <a:pt x="12842" y="5023"/>
                    <a:pt x="12889" y="5046"/>
                  </a:cubicBezTo>
                  <a:cubicBezTo>
                    <a:pt x="12980" y="5107"/>
                    <a:pt x="13071" y="5168"/>
                    <a:pt x="13193" y="5168"/>
                  </a:cubicBezTo>
                  <a:cubicBezTo>
                    <a:pt x="13284" y="5168"/>
                    <a:pt x="13345" y="5168"/>
                    <a:pt x="13436" y="5137"/>
                  </a:cubicBezTo>
                  <a:cubicBezTo>
                    <a:pt x="13557" y="5107"/>
                    <a:pt x="13679" y="5107"/>
                    <a:pt x="13801" y="5107"/>
                  </a:cubicBezTo>
                  <a:lnTo>
                    <a:pt x="13953" y="5198"/>
                  </a:lnTo>
                  <a:cubicBezTo>
                    <a:pt x="14036" y="5281"/>
                    <a:pt x="14119" y="5415"/>
                    <a:pt x="14294" y="5415"/>
                  </a:cubicBezTo>
                  <a:cubicBezTo>
                    <a:pt x="14311" y="5415"/>
                    <a:pt x="14329" y="5413"/>
                    <a:pt x="14348" y="5411"/>
                  </a:cubicBezTo>
                  <a:lnTo>
                    <a:pt x="15260" y="5411"/>
                  </a:lnTo>
                  <a:cubicBezTo>
                    <a:pt x="15412" y="5411"/>
                    <a:pt x="15563" y="5411"/>
                    <a:pt x="15715" y="5472"/>
                  </a:cubicBezTo>
                  <a:cubicBezTo>
                    <a:pt x="15733" y="5477"/>
                    <a:pt x="15754" y="5480"/>
                    <a:pt x="15777" y="5480"/>
                  </a:cubicBezTo>
                  <a:cubicBezTo>
                    <a:pt x="15874" y="5480"/>
                    <a:pt x="16012" y="5435"/>
                    <a:pt x="16111" y="5411"/>
                  </a:cubicBezTo>
                  <a:cubicBezTo>
                    <a:pt x="16141" y="5411"/>
                    <a:pt x="16179" y="5418"/>
                    <a:pt x="16213" y="5418"/>
                  </a:cubicBezTo>
                  <a:cubicBezTo>
                    <a:pt x="16247" y="5418"/>
                    <a:pt x="16278" y="5411"/>
                    <a:pt x="16293" y="5380"/>
                  </a:cubicBezTo>
                  <a:cubicBezTo>
                    <a:pt x="16319" y="5328"/>
                    <a:pt x="16323" y="5253"/>
                    <a:pt x="16402" y="5253"/>
                  </a:cubicBezTo>
                  <a:cubicBezTo>
                    <a:pt x="16414" y="5253"/>
                    <a:pt x="16428" y="5255"/>
                    <a:pt x="16445" y="5259"/>
                  </a:cubicBezTo>
                  <a:lnTo>
                    <a:pt x="16506" y="5259"/>
                  </a:lnTo>
                  <a:cubicBezTo>
                    <a:pt x="16567" y="5320"/>
                    <a:pt x="16567" y="5411"/>
                    <a:pt x="16506" y="5472"/>
                  </a:cubicBezTo>
                  <a:lnTo>
                    <a:pt x="16323" y="5472"/>
                  </a:lnTo>
                  <a:cubicBezTo>
                    <a:pt x="16232" y="5563"/>
                    <a:pt x="16141" y="5593"/>
                    <a:pt x="16050" y="5623"/>
                  </a:cubicBezTo>
                  <a:lnTo>
                    <a:pt x="15928" y="5623"/>
                  </a:lnTo>
                  <a:cubicBezTo>
                    <a:pt x="15920" y="5619"/>
                    <a:pt x="15911" y="5617"/>
                    <a:pt x="15902" y="5617"/>
                  </a:cubicBezTo>
                  <a:cubicBezTo>
                    <a:pt x="15844" y="5617"/>
                    <a:pt x="15776" y="5693"/>
                    <a:pt x="15776" y="5745"/>
                  </a:cubicBezTo>
                  <a:cubicBezTo>
                    <a:pt x="15776" y="5752"/>
                    <a:pt x="15768" y="5756"/>
                    <a:pt x="15752" y="5756"/>
                  </a:cubicBezTo>
                  <a:cubicBezTo>
                    <a:pt x="15703" y="5756"/>
                    <a:pt x="15581" y="5716"/>
                    <a:pt x="15442" y="5623"/>
                  </a:cubicBezTo>
                  <a:lnTo>
                    <a:pt x="15168" y="5775"/>
                  </a:lnTo>
                  <a:lnTo>
                    <a:pt x="14925" y="5775"/>
                  </a:lnTo>
                  <a:cubicBezTo>
                    <a:pt x="14773" y="5745"/>
                    <a:pt x="14621" y="5745"/>
                    <a:pt x="14469" y="5745"/>
                  </a:cubicBezTo>
                  <a:lnTo>
                    <a:pt x="14256" y="5745"/>
                  </a:lnTo>
                  <a:cubicBezTo>
                    <a:pt x="14211" y="5745"/>
                    <a:pt x="14135" y="5737"/>
                    <a:pt x="14063" y="5737"/>
                  </a:cubicBezTo>
                  <a:cubicBezTo>
                    <a:pt x="13991" y="5737"/>
                    <a:pt x="13922" y="5745"/>
                    <a:pt x="13892" y="5775"/>
                  </a:cubicBezTo>
                  <a:cubicBezTo>
                    <a:pt x="13831" y="5836"/>
                    <a:pt x="13770" y="5927"/>
                    <a:pt x="13709" y="5988"/>
                  </a:cubicBezTo>
                  <a:cubicBezTo>
                    <a:pt x="13649" y="5988"/>
                    <a:pt x="13466" y="5897"/>
                    <a:pt x="13436" y="5867"/>
                  </a:cubicBezTo>
                  <a:cubicBezTo>
                    <a:pt x="13284" y="5867"/>
                    <a:pt x="13162" y="5867"/>
                    <a:pt x="13041" y="5927"/>
                  </a:cubicBezTo>
                  <a:cubicBezTo>
                    <a:pt x="12980" y="5927"/>
                    <a:pt x="12889" y="5927"/>
                    <a:pt x="12858" y="5867"/>
                  </a:cubicBezTo>
                  <a:cubicBezTo>
                    <a:pt x="12858" y="5861"/>
                    <a:pt x="12854" y="5858"/>
                    <a:pt x="12846" y="5858"/>
                  </a:cubicBezTo>
                  <a:cubicBezTo>
                    <a:pt x="12815" y="5858"/>
                    <a:pt x="12731" y="5903"/>
                    <a:pt x="12706" y="5927"/>
                  </a:cubicBezTo>
                  <a:lnTo>
                    <a:pt x="12402" y="5927"/>
                  </a:lnTo>
                  <a:cubicBezTo>
                    <a:pt x="12281" y="5927"/>
                    <a:pt x="12129" y="5927"/>
                    <a:pt x="12007" y="5958"/>
                  </a:cubicBezTo>
                  <a:cubicBezTo>
                    <a:pt x="11931" y="5973"/>
                    <a:pt x="11855" y="5981"/>
                    <a:pt x="11779" y="5981"/>
                  </a:cubicBezTo>
                  <a:cubicBezTo>
                    <a:pt x="11703" y="5981"/>
                    <a:pt x="11627" y="5973"/>
                    <a:pt x="11551" y="5958"/>
                  </a:cubicBezTo>
                  <a:lnTo>
                    <a:pt x="11399" y="5958"/>
                  </a:lnTo>
                  <a:cubicBezTo>
                    <a:pt x="11247" y="5988"/>
                    <a:pt x="11095" y="6019"/>
                    <a:pt x="10974" y="6079"/>
                  </a:cubicBezTo>
                  <a:cubicBezTo>
                    <a:pt x="10913" y="6079"/>
                    <a:pt x="10913" y="6201"/>
                    <a:pt x="10852" y="6201"/>
                  </a:cubicBezTo>
                  <a:cubicBezTo>
                    <a:pt x="10831" y="6206"/>
                    <a:pt x="10813" y="6209"/>
                    <a:pt x="10798" y="6209"/>
                  </a:cubicBezTo>
                  <a:cubicBezTo>
                    <a:pt x="10731" y="6209"/>
                    <a:pt x="10731" y="6154"/>
                    <a:pt x="10731" y="6079"/>
                  </a:cubicBezTo>
                  <a:lnTo>
                    <a:pt x="10639" y="6079"/>
                  </a:lnTo>
                  <a:cubicBezTo>
                    <a:pt x="10582" y="6137"/>
                    <a:pt x="10499" y="6158"/>
                    <a:pt x="10416" y="6158"/>
                  </a:cubicBezTo>
                  <a:cubicBezTo>
                    <a:pt x="10368" y="6158"/>
                    <a:pt x="10319" y="6151"/>
                    <a:pt x="10275" y="6140"/>
                  </a:cubicBezTo>
                  <a:lnTo>
                    <a:pt x="10062" y="6110"/>
                  </a:lnTo>
                  <a:lnTo>
                    <a:pt x="10062" y="6110"/>
                  </a:lnTo>
                  <a:cubicBezTo>
                    <a:pt x="10080" y="6181"/>
                    <a:pt x="10066" y="6211"/>
                    <a:pt x="10040" y="6211"/>
                  </a:cubicBezTo>
                  <a:cubicBezTo>
                    <a:pt x="10021" y="6211"/>
                    <a:pt x="9996" y="6196"/>
                    <a:pt x="9971" y="6171"/>
                  </a:cubicBezTo>
                  <a:lnTo>
                    <a:pt x="9819" y="6171"/>
                  </a:lnTo>
                  <a:cubicBezTo>
                    <a:pt x="9697" y="6201"/>
                    <a:pt x="9606" y="6231"/>
                    <a:pt x="9484" y="6262"/>
                  </a:cubicBezTo>
                  <a:lnTo>
                    <a:pt x="9393" y="6262"/>
                  </a:lnTo>
                  <a:cubicBezTo>
                    <a:pt x="9363" y="6292"/>
                    <a:pt x="9332" y="6292"/>
                    <a:pt x="9272" y="6323"/>
                  </a:cubicBezTo>
                  <a:cubicBezTo>
                    <a:pt x="9164" y="6344"/>
                    <a:pt x="9057" y="6366"/>
                    <a:pt x="8949" y="6366"/>
                  </a:cubicBezTo>
                  <a:cubicBezTo>
                    <a:pt x="8905" y="6366"/>
                    <a:pt x="8860" y="6362"/>
                    <a:pt x="8816" y="6353"/>
                  </a:cubicBezTo>
                  <a:lnTo>
                    <a:pt x="8724" y="6353"/>
                  </a:lnTo>
                  <a:cubicBezTo>
                    <a:pt x="8603" y="6353"/>
                    <a:pt x="8177" y="6535"/>
                    <a:pt x="8056" y="6535"/>
                  </a:cubicBezTo>
                  <a:cubicBezTo>
                    <a:pt x="7954" y="6535"/>
                    <a:pt x="7718" y="6495"/>
                    <a:pt x="7554" y="6495"/>
                  </a:cubicBezTo>
                  <a:cubicBezTo>
                    <a:pt x="7471" y="6495"/>
                    <a:pt x="7407" y="6505"/>
                    <a:pt x="7387" y="6535"/>
                  </a:cubicBezTo>
                  <a:cubicBezTo>
                    <a:pt x="7348" y="6594"/>
                    <a:pt x="7296" y="6628"/>
                    <a:pt x="7248" y="6628"/>
                  </a:cubicBezTo>
                  <a:cubicBezTo>
                    <a:pt x="7221" y="6628"/>
                    <a:pt x="7196" y="6618"/>
                    <a:pt x="7174" y="6596"/>
                  </a:cubicBezTo>
                  <a:lnTo>
                    <a:pt x="7144" y="6535"/>
                  </a:lnTo>
                  <a:lnTo>
                    <a:pt x="7113" y="6505"/>
                  </a:lnTo>
                  <a:cubicBezTo>
                    <a:pt x="7024" y="6469"/>
                    <a:pt x="6946" y="6455"/>
                    <a:pt x="6865" y="6455"/>
                  </a:cubicBezTo>
                  <a:cubicBezTo>
                    <a:pt x="6809" y="6455"/>
                    <a:pt x="6751" y="6462"/>
                    <a:pt x="6688" y="6475"/>
                  </a:cubicBezTo>
                  <a:lnTo>
                    <a:pt x="6536" y="6535"/>
                  </a:lnTo>
                  <a:cubicBezTo>
                    <a:pt x="6436" y="6586"/>
                    <a:pt x="6335" y="6608"/>
                    <a:pt x="6235" y="6608"/>
                  </a:cubicBezTo>
                  <a:cubicBezTo>
                    <a:pt x="6153" y="6608"/>
                    <a:pt x="6071" y="6593"/>
                    <a:pt x="5989" y="6566"/>
                  </a:cubicBezTo>
                  <a:cubicBezTo>
                    <a:pt x="5928" y="6551"/>
                    <a:pt x="5867" y="6543"/>
                    <a:pt x="5803" y="6543"/>
                  </a:cubicBezTo>
                  <a:cubicBezTo>
                    <a:pt x="5738" y="6543"/>
                    <a:pt x="5670" y="6551"/>
                    <a:pt x="5594" y="6566"/>
                  </a:cubicBezTo>
                  <a:lnTo>
                    <a:pt x="5503" y="6596"/>
                  </a:lnTo>
                  <a:cubicBezTo>
                    <a:pt x="5381" y="6657"/>
                    <a:pt x="5168" y="6748"/>
                    <a:pt x="5077" y="6839"/>
                  </a:cubicBezTo>
                  <a:lnTo>
                    <a:pt x="4925" y="6687"/>
                  </a:lnTo>
                  <a:cubicBezTo>
                    <a:pt x="4918" y="6684"/>
                    <a:pt x="4910" y="6682"/>
                    <a:pt x="4900" y="6682"/>
                  </a:cubicBezTo>
                  <a:cubicBezTo>
                    <a:pt x="4834" y="6682"/>
                    <a:pt x="4709" y="6753"/>
                    <a:pt x="4625" y="6753"/>
                  </a:cubicBezTo>
                  <a:cubicBezTo>
                    <a:pt x="4612" y="6753"/>
                    <a:pt x="4601" y="6752"/>
                    <a:pt x="4591" y="6748"/>
                  </a:cubicBezTo>
                  <a:lnTo>
                    <a:pt x="4317" y="6627"/>
                  </a:lnTo>
                  <a:cubicBezTo>
                    <a:pt x="4195" y="6718"/>
                    <a:pt x="4013" y="6748"/>
                    <a:pt x="3861" y="6748"/>
                  </a:cubicBezTo>
                  <a:cubicBezTo>
                    <a:pt x="3834" y="6739"/>
                    <a:pt x="3810" y="6736"/>
                    <a:pt x="3788" y="6736"/>
                  </a:cubicBezTo>
                  <a:cubicBezTo>
                    <a:pt x="3734" y="6736"/>
                    <a:pt x="3691" y="6757"/>
                    <a:pt x="3648" y="6779"/>
                  </a:cubicBezTo>
                  <a:lnTo>
                    <a:pt x="3588" y="6779"/>
                  </a:lnTo>
                  <a:lnTo>
                    <a:pt x="3284" y="6718"/>
                  </a:lnTo>
                  <a:cubicBezTo>
                    <a:pt x="3149" y="6814"/>
                    <a:pt x="3039" y="6874"/>
                    <a:pt x="2976" y="6874"/>
                  </a:cubicBezTo>
                  <a:cubicBezTo>
                    <a:pt x="2939" y="6874"/>
                    <a:pt x="2919" y="6854"/>
                    <a:pt x="2919" y="6809"/>
                  </a:cubicBezTo>
                  <a:lnTo>
                    <a:pt x="2706" y="6900"/>
                  </a:lnTo>
                  <a:cubicBezTo>
                    <a:pt x="2661" y="6915"/>
                    <a:pt x="2615" y="6923"/>
                    <a:pt x="2569" y="6923"/>
                  </a:cubicBezTo>
                  <a:cubicBezTo>
                    <a:pt x="2524" y="6923"/>
                    <a:pt x="2478" y="6915"/>
                    <a:pt x="2433" y="6900"/>
                  </a:cubicBezTo>
                  <a:cubicBezTo>
                    <a:pt x="2402" y="6870"/>
                    <a:pt x="2357" y="6855"/>
                    <a:pt x="2311" y="6855"/>
                  </a:cubicBezTo>
                  <a:cubicBezTo>
                    <a:pt x="2265" y="6855"/>
                    <a:pt x="2220" y="6870"/>
                    <a:pt x="2189" y="6900"/>
                  </a:cubicBezTo>
                  <a:cubicBezTo>
                    <a:pt x="2176" y="6905"/>
                    <a:pt x="2162" y="6906"/>
                    <a:pt x="2148" y="6906"/>
                  </a:cubicBezTo>
                  <a:cubicBezTo>
                    <a:pt x="2078" y="6906"/>
                    <a:pt x="1997" y="6863"/>
                    <a:pt x="1927" y="6863"/>
                  </a:cubicBezTo>
                  <a:cubicBezTo>
                    <a:pt x="1913" y="6863"/>
                    <a:pt x="1899" y="6865"/>
                    <a:pt x="1885" y="6870"/>
                  </a:cubicBezTo>
                  <a:lnTo>
                    <a:pt x="1794" y="6900"/>
                  </a:lnTo>
                  <a:cubicBezTo>
                    <a:pt x="1673" y="6900"/>
                    <a:pt x="1399" y="6991"/>
                    <a:pt x="1308" y="6991"/>
                  </a:cubicBezTo>
                  <a:cubicBezTo>
                    <a:pt x="1304" y="6990"/>
                    <a:pt x="1300" y="6989"/>
                    <a:pt x="1295" y="6989"/>
                  </a:cubicBezTo>
                  <a:cubicBezTo>
                    <a:pt x="1219" y="6989"/>
                    <a:pt x="1000" y="7204"/>
                    <a:pt x="943" y="7204"/>
                  </a:cubicBezTo>
                  <a:cubicBezTo>
                    <a:pt x="882" y="7174"/>
                    <a:pt x="761" y="7174"/>
                    <a:pt x="670" y="7174"/>
                  </a:cubicBezTo>
                  <a:lnTo>
                    <a:pt x="609" y="7265"/>
                  </a:lnTo>
                  <a:cubicBezTo>
                    <a:pt x="578" y="7295"/>
                    <a:pt x="396" y="7295"/>
                    <a:pt x="335" y="7326"/>
                  </a:cubicBezTo>
                  <a:cubicBezTo>
                    <a:pt x="244" y="7386"/>
                    <a:pt x="183" y="7478"/>
                    <a:pt x="153" y="7599"/>
                  </a:cubicBezTo>
                  <a:cubicBezTo>
                    <a:pt x="122" y="7690"/>
                    <a:pt x="183" y="7782"/>
                    <a:pt x="244" y="7903"/>
                  </a:cubicBezTo>
                  <a:lnTo>
                    <a:pt x="274" y="7994"/>
                  </a:lnTo>
                  <a:cubicBezTo>
                    <a:pt x="305" y="8086"/>
                    <a:pt x="183" y="8207"/>
                    <a:pt x="122" y="8207"/>
                  </a:cubicBezTo>
                  <a:cubicBezTo>
                    <a:pt x="62" y="8238"/>
                    <a:pt x="122" y="8450"/>
                    <a:pt x="62" y="8481"/>
                  </a:cubicBezTo>
                  <a:cubicBezTo>
                    <a:pt x="1" y="8541"/>
                    <a:pt x="92" y="8602"/>
                    <a:pt x="122" y="8633"/>
                  </a:cubicBezTo>
                  <a:cubicBezTo>
                    <a:pt x="183" y="8633"/>
                    <a:pt x="183" y="8754"/>
                    <a:pt x="92" y="8876"/>
                  </a:cubicBezTo>
                  <a:lnTo>
                    <a:pt x="153" y="8937"/>
                  </a:lnTo>
                  <a:lnTo>
                    <a:pt x="335" y="9149"/>
                  </a:lnTo>
                  <a:cubicBezTo>
                    <a:pt x="396" y="9362"/>
                    <a:pt x="487" y="9545"/>
                    <a:pt x="639" y="9727"/>
                  </a:cubicBezTo>
                  <a:lnTo>
                    <a:pt x="548" y="9818"/>
                  </a:lnTo>
                  <a:cubicBezTo>
                    <a:pt x="518" y="9879"/>
                    <a:pt x="548" y="9940"/>
                    <a:pt x="670" y="9970"/>
                  </a:cubicBezTo>
                  <a:lnTo>
                    <a:pt x="791" y="10000"/>
                  </a:lnTo>
                  <a:cubicBezTo>
                    <a:pt x="700" y="10061"/>
                    <a:pt x="609" y="10152"/>
                    <a:pt x="518" y="10213"/>
                  </a:cubicBezTo>
                  <a:cubicBezTo>
                    <a:pt x="457" y="10213"/>
                    <a:pt x="548" y="10335"/>
                    <a:pt x="578" y="10365"/>
                  </a:cubicBezTo>
                  <a:cubicBezTo>
                    <a:pt x="609" y="10426"/>
                    <a:pt x="639" y="10487"/>
                    <a:pt x="609" y="10548"/>
                  </a:cubicBezTo>
                  <a:lnTo>
                    <a:pt x="578" y="10608"/>
                  </a:lnTo>
                  <a:cubicBezTo>
                    <a:pt x="578" y="10730"/>
                    <a:pt x="639" y="10760"/>
                    <a:pt x="730" y="10760"/>
                  </a:cubicBezTo>
                  <a:lnTo>
                    <a:pt x="974" y="10730"/>
                  </a:lnTo>
                  <a:lnTo>
                    <a:pt x="974" y="10730"/>
                  </a:lnTo>
                  <a:cubicBezTo>
                    <a:pt x="943" y="10791"/>
                    <a:pt x="882" y="11004"/>
                    <a:pt x="822" y="11186"/>
                  </a:cubicBezTo>
                  <a:lnTo>
                    <a:pt x="1126" y="11338"/>
                  </a:lnTo>
                  <a:lnTo>
                    <a:pt x="1217" y="11368"/>
                  </a:lnTo>
                  <a:cubicBezTo>
                    <a:pt x="1338" y="11399"/>
                    <a:pt x="1490" y="11429"/>
                    <a:pt x="1612" y="11429"/>
                  </a:cubicBezTo>
                  <a:lnTo>
                    <a:pt x="1733" y="11459"/>
                  </a:lnTo>
                  <a:lnTo>
                    <a:pt x="1946" y="11490"/>
                  </a:lnTo>
                  <a:cubicBezTo>
                    <a:pt x="2129" y="11551"/>
                    <a:pt x="2706" y="11794"/>
                    <a:pt x="2858" y="11824"/>
                  </a:cubicBezTo>
                  <a:cubicBezTo>
                    <a:pt x="3040" y="11855"/>
                    <a:pt x="3223" y="11855"/>
                    <a:pt x="3405" y="11855"/>
                  </a:cubicBezTo>
                  <a:lnTo>
                    <a:pt x="3527" y="11915"/>
                  </a:lnTo>
                  <a:cubicBezTo>
                    <a:pt x="3618" y="11976"/>
                    <a:pt x="3709" y="12007"/>
                    <a:pt x="3800" y="12007"/>
                  </a:cubicBezTo>
                  <a:cubicBezTo>
                    <a:pt x="3827" y="12002"/>
                    <a:pt x="3852" y="12000"/>
                    <a:pt x="3877" y="12000"/>
                  </a:cubicBezTo>
                  <a:cubicBezTo>
                    <a:pt x="3995" y="12000"/>
                    <a:pt x="4089" y="12043"/>
                    <a:pt x="4191" y="12043"/>
                  </a:cubicBezTo>
                  <a:cubicBezTo>
                    <a:pt x="4212" y="12043"/>
                    <a:pt x="4234" y="12041"/>
                    <a:pt x="4256" y="12037"/>
                  </a:cubicBezTo>
                  <a:lnTo>
                    <a:pt x="5168" y="12037"/>
                  </a:lnTo>
                  <a:cubicBezTo>
                    <a:pt x="5259" y="12098"/>
                    <a:pt x="5381" y="12098"/>
                    <a:pt x="5503" y="12098"/>
                  </a:cubicBezTo>
                  <a:lnTo>
                    <a:pt x="5563" y="12128"/>
                  </a:lnTo>
                  <a:lnTo>
                    <a:pt x="5624" y="12189"/>
                  </a:lnTo>
                  <a:lnTo>
                    <a:pt x="5867" y="12371"/>
                  </a:lnTo>
                  <a:cubicBezTo>
                    <a:pt x="5867" y="12402"/>
                    <a:pt x="5776" y="12462"/>
                    <a:pt x="5715" y="12462"/>
                  </a:cubicBezTo>
                  <a:cubicBezTo>
                    <a:pt x="5654" y="12493"/>
                    <a:pt x="5776" y="12554"/>
                    <a:pt x="5958" y="12614"/>
                  </a:cubicBezTo>
                  <a:lnTo>
                    <a:pt x="6019" y="12402"/>
                  </a:lnTo>
                  <a:lnTo>
                    <a:pt x="6050" y="12280"/>
                  </a:lnTo>
                  <a:cubicBezTo>
                    <a:pt x="6202" y="12311"/>
                    <a:pt x="6354" y="12341"/>
                    <a:pt x="6506" y="12432"/>
                  </a:cubicBezTo>
                  <a:cubicBezTo>
                    <a:pt x="6536" y="12462"/>
                    <a:pt x="6566" y="12493"/>
                    <a:pt x="6597" y="12554"/>
                  </a:cubicBezTo>
                  <a:lnTo>
                    <a:pt x="6566" y="12584"/>
                  </a:lnTo>
                  <a:lnTo>
                    <a:pt x="6536" y="12645"/>
                  </a:lnTo>
                  <a:cubicBezTo>
                    <a:pt x="6445" y="12675"/>
                    <a:pt x="6445" y="12797"/>
                    <a:pt x="6536" y="12918"/>
                  </a:cubicBezTo>
                  <a:lnTo>
                    <a:pt x="6627" y="12949"/>
                  </a:lnTo>
                  <a:cubicBezTo>
                    <a:pt x="6718" y="12979"/>
                    <a:pt x="6749" y="13040"/>
                    <a:pt x="6688" y="13101"/>
                  </a:cubicBezTo>
                  <a:lnTo>
                    <a:pt x="6536" y="13101"/>
                  </a:lnTo>
                  <a:lnTo>
                    <a:pt x="6384" y="13010"/>
                  </a:lnTo>
                  <a:cubicBezTo>
                    <a:pt x="6354" y="13070"/>
                    <a:pt x="6323" y="13162"/>
                    <a:pt x="6293" y="13222"/>
                  </a:cubicBezTo>
                  <a:cubicBezTo>
                    <a:pt x="6289" y="13226"/>
                    <a:pt x="6284" y="13227"/>
                    <a:pt x="6276" y="13227"/>
                  </a:cubicBezTo>
                  <a:cubicBezTo>
                    <a:pt x="6211" y="13227"/>
                    <a:pt x="6013" y="13128"/>
                    <a:pt x="5958" y="13101"/>
                  </a:cubicBezTo>
                  <a:cubicBezTo>
                    <a:pt x="5944" y="13091"/>
                    <a:pt x="5927" y="13087"/>
                    <a:pt x="5911" y="13087"/>
                  </a:cubicBezTo>
                  <a:cubicBezTo>
                    <a:pt x="5824" y="13087"/>
                    <a:pt x="5725" y="13202"/>
                    <a:pt x="5776" y="13253"/>
                  </a:cubicBezTo>
                  <a:cubicBezTo>
                    <a:pt x="5837" y="13283"/>
                    <a:pt x="6202" y="13405"/>
                    <a:pt x="6293" y="13496"/>
                  </a:cubicBezTo>
                  <a:cubicBezTo>
                    <a:pt x="6304" y="13503"/>
                    <a:pt x="6315" y="13507"/>
                    <a:pt x="6325" y="13507"/>
                  </a:cubicBezTo>
                  <a:cubicBezTo>
                    <a:pt x="6399" y="13507"/>
                    <a:pt x="6449" y="13340"/>
                    <a:pt x="6475" y="13314"/>
                  </a:cubicBezTo>
                  <a:cubicBezTo>
                    <a:pt x="6486" y="13292"/>
                    <a:pt x="6504" y="13282"/>
                    <a:pt x="6526" y="13282"/>
                  </a:cubicBezTo>
                  <a:cubicBezTo>
                    <a:pt x="6566" y="13282"/>
                    <a:pt x="6618" y="13315"/>
                    <a:pt x="6658" y="13374"/>
                  </a:cubicBezTo>
                  <a:lnTo>
                    <a:pt x="6688" y="13496"/>
                  </a:lnTo>
                  <a:lnTo>
                    <a:pt x="6688" y="13526"/>
                  </a:lnTo>
                  <a:cubicBezTo>
                    <a:pt x="6709" y="13533"/>
                    <a:pt x="6740" y="13535"/>
                    <a:pt x="6777" y="13535"/>
                  </a:cubicBezTo>
                  <a:cubicBezTo>
                    <a:pt x="6843" y="13535"/>
                    <a:pt x="6925" y="13528"/>
                    <a:pt x="6992" y="13528"/>
                  </a:cubicBezTo>
                  <a:cubicBezTo>
                    <a:pt x="7054" y="13528"/>
                    <a:pt x="7102" y="13534"/>
                    <a:pt x="7113" y="13557"/>
                  </a:cubicBezTo>
                  <a:cubicBezTo>
                    <a:pt x="7144" y="13618"/>
                    <a:pt x="7022" y="13861"/>
                    <a:pt x="6962" y="13952"/>
                  </a:cubicBezTo>
                  <a:cubicBezTo>
                    <a:pt x="6901" y="14013"/>
                    <a:pt x="6840" y="14043"/>
                    <a:pt x="6779" y="14104"/>
                  </a:cubicBezTo>
                  <a:lnTo>
                    <a:pt x="6749" y="14104"/>
                  </a:lnTo>
                  <a:cubicBezTo>
                    <a:pt x="6718" y="14104"/>
                    <a:pt x="6688" y="14073"/>
                    <a:pt x="6658" y="14043"/>
                  </a:cubicBezTo>
                  <a:cubicBezTo>
                    <a:pt x="6658" y="14013"/>
                    <a:pt x="6688" y="13952"/>
                    <a:pt x="6658" y="13921"/>
                  </a:cubicBezTo>
                  <a:lnTo>
                    <a:pt x="6627" y="13861"/>
                  </a:lnTo>
                  <a:cubicBezTo>
                    <a:pt x="6621" y="13854"/>
                    <a:pt x="6606" y="13852"/>
                    <a:pt x="6587" y="13852"/>
                  </a:cubicBezTo>
                  <a:cubicBezTo>
                    <a:pt x="6533" y="13852"/>
                    <a:pt x="6443" y="13869"/>
                    <a:pt x="6379" y="13869"/>
                  </a:cubicBezTo>
                  <a:cubicBezTo>
                    <a:pt x="6356" y="13869"/>
                    <a:pt x="6336" y="13867"/>
                    <a:pt x="6323" y="13861"/>
                  </a:cubicBezTo>
                  <a:cubicBezTo>
                    <a:pt x="6309" y="13846"/>
                    <a:pt x="6290" y="13840"/>
                    <a:pt x="6271" y="13840"/>
                  </a:cubicBezTo>
                  <a:cubicBezTo>
                    <a:pt x="6211" y="13840"/>
                    <a:pt x="6141" y="13898"/>
                    <a:pt x="6141" y="13921"/>
                  </a:cubicBezTo>
                  <a:cubicBezTo>
                    <a:pt x="6171" y="13982"/>
                    <a:pt x="6171" y="14043"/>
                    <a:pt x="6141" y="14073"/>
                  </a:cubicBezTo>
                  <a:lnTo>
                    <a:pt x="6110" y="14104"/>
                  </a:lnTo>
                  <a:cubicBezTo>
                    <a:pt x="6019" y="14165"/>
                    <a:pt x="6019" y="14256"/>
                    <a:pt x="6110" y="14256"/>
                  </a:cubicBezTo>
                  <a:cubicBezTo>
                    <a:pt x="6323" y="14286"/>
                    <a:pt x="6171" y="14377"/>
                    <a:pt x="6171" y="14408"/>
                  </a:cubicBezTo>
                  <a:cubicBezTo>
                    <a:pt x="6141" y="14408"/>
                    <a:pt x="6202" y="14499"/>
                    <a:pt x="6232" y="14499"/>
                  </a:cubicBezTo>
                  <a:cubicBezTo>
                    <a:pt x="6270" y="14494"/>
                    <a:pt x="6306" y="14491"/>
                    <a:pt x="6342" y="14491"/>
                  </a:cubicBezTo>
                  <a:cubicBezTo>
                    <a:pt x="6509" y="14491"/>
                    <a:pt x="6659" y="14546"/>
                    <a:pt x="6810" y="14621"/>
                  </a:cubicBezTo>
                  <a:lnTo>
                    <a:pt x="6901" y="14651"/>
                  </a:lnTo>
                  <a:cubicBezTo>
                    <a:pt x="7053" y="14621"/>
                    <a:pt x="7205" y="14621"/>
                    <a:pt x="7357" y="14621"/>
                  </a:cubicBezTo>
                  <a:cubicBezTo>
                    <a:pt x="7448" y="14651"/>
                    <a:pt x="7509" y="14712"/>
                    <a:pt x="7569" y="14803"/>
                  </a:cubicBezTo>
                  <a:lnTo>
                    <a:pt x="7600" y="14803"/>
                  </a:lnTo>
                  <a:cubicBezTo>
                    <a:pt x="7612" y="14809"/>
                    <a:pt x="7624" y="14811"/>
                    <a:pt x="7636" y="14811"/>
                  </a:cubicBezTo>
                  <a:cubicBezTo>
                    <a:pt x="7685" y="14811"/>
                    <a:pt x="7734" y="14773"/>
                    <a:pt x="7782" y="14773"/>
                  </a:cubicBezTo>
                  <a:cubicBezTo>
                    <a:pt x="7843" y="14773"/>
                    <a:pt x="7873" y="14803"/>
                    <a:pt x="7904" y="14833"/>
                  </a:cubicBezTo>
                  <a:cubicBezTo>
                    <a:pt x="7934" y="14894"/>
                    <a:pt x="7965" y="14985"/>
                    <a:pt x="8025" y="14985"/>
                  </a:cubicBezTo>
                  <a:cubicBezTo>
                    <a:pt x="8299" y="15077"/>
                    <a:pt x="8572" y="15137"/>
                    <a:pt x="8846" y="15168"/>
                  </a:cubicBezTo>
                  <a:lnTo>
                    <a:pt x="8998" y="15198"/>
                  </a:lnTo>
                  <a:cubicBezTo>
                    <a:pt x="9089" y="15183"/>
                    <a:pt x="9180" y="15175"/>
                    <a:pt x="9275" y="15175"/>
                  </a:cubicBezTo>
                  <a:cubicBezTo>
                    <a:pt x="9370" y="15175"/>
                    <a:pt x="9469" y="15183"/>
                    <a:pt x="9576" y="15198"/>
                  </a:cubicBezTo>
                  <a:cubicBezTo>
                    <a:pt x="9636" y="15228"/>
                    <a:pt x="9697" y="15259"/>
                    <a:pt x="9788" y="15259"/>
                  </a:cubicBezTo>
                  <a:cubicBezTo>
                    <a:pt x="9857" y="15190"/>
                    <a:pt x="9939" y="15171"/>
                    <a:pt x="10022" y="15171"/>
                  </a:cubicBezTo>
                  <a:cubicBezTo>
                    <a:pt x="10121" y="15171"/>
                    <a:pt x="10222" y="15198"/>
                    <a:pt x="10305" y="15198"/>
                  </a:cubicBezTo>
                  <a:cubicBezTo>
                    <a:pt x="10361" y="15187"/>
                    <a:pt x="10416" y="15180"/>
                    <a:pt x="10470" y="15180"/>
                  </a:cubicBezTo>
                  <a:cubicBezTo>
                    <a:pt x="10564" y="15180"/>
                    <a:pt x="10653" y="15201"/>
                    <a:pt x="10731" y="15259"/>
                  </a:cubicBezTo>
                  <a:cubicBezTo>
                    <a:pt x="10739" y="15263"/>
                    <a:pt x="10749" y="15265"/>
                    <a:pt x="10760" y="15265"/>
                  </a:cubicBezTo>
                  <a:cubicBezTo>
                    <a:pt x="10825" y="15265"/>
                    <a:pt x="10926" y="15198"/>
                    <a:pt x="11004" y="15198"/>
                  </a:cubicBezTo>
                  <a:cubicBezTo>
                    <a:pt x="11069" y="15198"/>
                    <a:pt x="11119" y="15276"/>
                    <a:pt x="11175" y="15276"/>
                  </a:cubicBezTo>
                  <a:cubicBezTo>
                    <a:pt x="11198" y="15276"/>
                    <a:pt x="11221" y="15263"/>
                    <a:pt x="11247" y="15228"/>
                  </a:cubicBezTo>
                  <a:lnTo>
                    <a:pt x="11338" y="15137"/>
                  </a:lnTo>
                  <a:cubicBezTo>
                    <a:pt x="11460" y="15198"/>
                    <a:pt x="11582" y="15259"/>
                    <a:pt x="11703" y="15320"/>
                  </a:cubicBezTo>
                  <a:lnTo>
                    <a:pt x="11825" y="15259"/>
                  </a:lnTo>
                  <a:lnTo>
                    <a:pt x="11916" y="15198"/>
                  </a:lnTo>
                  <a:cubicBezTo>
                    <a:pt x="12098" y="15198"/>
                    <a:pt x="12281" y="15168"/>
                    <a:pt x="12463" y="15107"/>
                  </a:cubicBezTo>
                  <a:lnTo>
                    <a:pt x="12554" y="15198"/>
                  </a:lnTo>
                  <a:lnTo>
                    <a:pt x="12676" y="15289"/>
                  </a:lnTo>
                  <a:cubicBezTo>
                    <a:pt x="12716" y="15269"/>
                    <a:pt x="12770" y="15262"/>
                    <a:pt x="12828" y="15262"/>
                  </a:cubicBezTo>
                  <a:cubicBezTo>
                    <a:pt x="12943" y="15262"/>
                    <a:pt x="13071" y="15289"/>
                    <a:pt x="13132" y="15289"/>
                  </a:cubicBezTo>
                  <a:cubicBezTo>
                    <a:pt x="13284" y="15228"/>
                    <a:pt x="13466" y="15198"/>
                    <a:pt x="13618" y="15198"/>
                  </a:cubicBezTo>
                  <a:lnTo>
                    <a:pt x="14013" y="15198"/>
                  </a:lnTo>
                  <a:cubicBezTo>
                    <a:pt x="14030" y="15204"/>
                    <a:pt x="14047" y="15206"/>
                    <a:pt x="14063" y="15206"/>
                  </a:cubicBezTo>
                  <a:cubicBezTo>
                    <a:pt x="14137" y="15206"/>
                    <a:pt x="14207" y="15157"/>
                    <a:pt x="14256" y="15107"/>
                  </a:cubicBezTo>
                  <a:lnTo>
                    <a:pt x="14378" y="15228"/>
                  </a:lnTo>
                  <a:lnTo>
                    <a:pt x="14408" y="15228"/>
                  </a:lnTo>
                  <a:cubicBezTo>
                    <a:pt x="14484" y="15191"/>
                    <a:pt x="14570" y="15165"/>
                    <a:pt x="14640" y="15165"/>
                  </a:cubicBezTo>
                  <a:cubicBezTo>
                    <a:pt x="14683" y="15165"/>
                    <a:pt x="14720" y="15175"/>
                    <a:pt x="14743" y="15198"/>
                  </a:cubicBezTo>
                  <a:lnTo>
                    <a:pt x="14773" y="15259"/>
                  </a:lnTo>
                  <a:cubicBezTo>
                    <a:pt x="14773" y="15274"/>
                    <a:pt x="14781" y="15282"/>
                    <a:pt x="14792" y="15282"/>
                  </a:cubicBezTo>
                  <a:cubicBezTo>
                    <a:pt x="14804" y="15282"/>
                    <a:pt x="14819" y="15274"/>
                    <a:pt x="14834" y="15259"/>
                  </a:cubicBezTo>
                  <a:lnTo>
                    <a:pt x="14864" y="15259"/>
                  </a:lnTo>
                  <a:lnTo>
                    <a:pt x="14864" y="15228"/>
                  </a:lnTo>
                  <a:cubicBezTo>
                    <a:pt x="14956" y="15213"/>
                    <a:pt x="15039" y="15206"/>
                    <a:pt x="15123" y="15206"/>
                  </a:cubicBezTo>
                  <a:cubicBezTo>
                    <a:pt x="15206" y="15206"/>
                    <a:pt x="15290" y="15213"/>
                    <a:pt x="15381" y="15228"/>
                  </a:cubicBezTo>
                  <a:cubicBezTo>
                    <a:pt x="15503" y="15198"/>
                    <a:pt x="15624" y="15107"/>
                    <a:pt x="15685" y="14985"/>
                  </a:cubicBezTo>
                  <a:cubicBezTo>
                    <a:pt x="15707" y="14964"/>
                    <a:pt x="15743" y="14942"/>
                    <a:pt x="15784" y="14942"/>
                  </a:cubicBezTo>
                  <a:cubicBezTo>
                    <a:pt x="15801" y="14942"/>
                    <a:pt x="15819" y="14946"/>
                    <a:pt x="15837" y="14955"/>
                  </a:cubicBezTo>
                  <a:lnTo>
                    <a:pt x="15867" y="14955"/>
                  </a:lnTo>
                  <a:lnTo>
                    <a:pt x="15989" y="15046"/>
                  </a:lnTo>
                  <a:cubicBezTo>
                    <a:pt x="16080" y="15016"/>
                    <a:pt x="16202" y="15016"/>
                    <a:pt x="16293" y="15016"/>
                  </a:cubicBezTo>
                  <a:lnTo>
                    <a:pt x="16658" y="15137"/>
                  </a:lnTo>
                  <a:lnTo>
                    <a:pt x="16810" y="15046"/>
                  </a:lnTo>
                  <a:cubicBezTo>
                    <a:pt x="16830" y="15036"/>
                    <a:pt x="16850" y="15033"/>
                    <a:pt x="16871" y="15033"/>
                  </a:cubicBezTo>
                  <a:cubicBezTo>
                    <a:pt x="16911" y="15033"/>
                    <a:pt x="16952" y="15046"/>
                    <a:pt x="16992" y="15046"/>
                  </a:cubicBezTo>
                  <a:lnTo>
                    <a:pt x="17053" y="15046"/>
                  </a:lnTo>
                  <a:cubicBezTo>
                    <a:pt x="17056" y="15049"/>
                    <a:pt x="17063" y="15051"/>
                    <a:pt x="17074" y="15051"/>
                  </a:cubicBezTo>
                  <a:cubicBezTo>
                    <a:pt x="17155" y="15051"/>
                    <a:pt x="17435" y="14955"/>
                    <a:pt x="17570" y="14955"/>
                  </a:cubicBezTo>
                  <a:cubicBezTo>
                    <a:pt x="17592" y="14963"/>
                    <a:pt x="17617" y="14966"/>
                    <a:pt x="17643" y="14966"/>
                  </a:cubicBezTo>
                  <a:cubicBezTo>
                    <a:pt x="17720" y="14966"/>
                    <a:pt x="17805" y="14932"/>
                    <a:pt x="17874" y="14864"/>
                  </a:cubicBezTo>
                  <a:lnTo>
                    <a:pt x="17934" y="14955"/>
                  </a:lnTo>
                  <a:cubicBezTo>
                    <a:pt x="17934" y="14985"/>
                    <a:pt x="17874" y="15077"/>
                    <a:pt x="17843" y="15077"/>
                  </a:cubicBezTo>
                  <a:cubicBezTo>
                    <a:pt x="17722" y="15107"/>
                    <a:pt x="17691" y="15168"/>
                    <a:pt x="17752" y="15228"/>
                  </a:cubicBezTo>
                  <a:cubicBezTo>
                    <a:pt x="17764" y="15252"/>
                    <a:pt x="17806" y="15262"/>
                    <a:pt x="17855" y="15262"/>
                  </a:cubicBezTo>
                  <a:cubicBezTo>
                    <a:pt x="17933" y="15262"/>
                    <a:pt x="18026" y="15236"/>
                    <a:pt x="18026" y="15198"/>
                  </a:cubicBezTo>
                  <a:lnTo>
                    <a:pt x="18026" y="14955"/>
                  </a:lnTo>
                  <a:cubicBezTo>
                    <a:pt x="18050" y="14951"/>
                    <a:pt x="18073" y="14949"/>
                    <a:pt x="18097" y="14949"/>
                  </a:cubicBezTo>
                  <a:cubicBezTo>
                    <a:pt x="18255" y="14949"/>
                    <a:pt x="18410" y="15032"/>
                    <a:pt x="18542" y="15137"/>
                  </a:cubicBezTo>
                  <a:cubicBezTo>
                    <a:pt x="18573" y="15198"/>
                    <a:pt x="18664" y="15228"/>
                    <a:pt x="18694" y="15228"/>
                  </a:cubicBezTo>
                  <a:cubicBezTo>
                    <a:pt x="18725" y="15198"/>
                    <a:pt x="18725" y="15168"/>
                    <a:pt x="18694" y="15107"/>
                  </a:cubicBezTo>
                  <a:cubicBezTo>
                    <a:pt x="18755" y="15046"/>
                    <a:pt x="18846" y="15046"/>
                    <a:pt x="18907" y="15016"/>
                  </a:cubicBezTo>
                  <a:lnTo>
                    <a:pt x="18937" y="14985"/>
                  </a:lnTo>
                  <a:cubicBezTo>
                    <a:pt x="18919" y="14931"/>
                    <a:pt x="18978" y="14920"/>
                    <a:pt x="19040" y="14920"/>
                  </a:cubicBezTo>
                  <a:cubicBezTo>
                    <a:pt x="19082" y="14920"/>
                    <a:pt x="19126" y="14925"/>
                    <a:pt x="19150" y="14925"/>
                  </a:cubicBezTo>
                  <a:cubicBezTo>
                    <a:pt x="19211" y="14955"/>
                    <a:pt x="19424" y="15107"/>
                    <a:pt x="19545" y="15137"/>
                  </a:cubicBezTo>
                  <a:cubicBezTo>
                    <a:pt x="19574" y="15144"/>
                    <a:pt x="19603" y="15148"/>
                    <a:pt x="19631" y="15148"/>
                  </a:cubicBezTo>
                  <a:cubicBezTo>
                    <a:pt x="19721" y="15148"/>
                    <a:pt x="19803" y="15109"/>
                    <a:pt x="19849" y="15016"/>
                  </a:cubicBezTo>
                  <a:lnTo>
                    <a:pt x="19910" y="14955"/>
                  </a:lnTo>
                  <a:lnTo>
                    <a:pt x="19940" y="14925"/>
                  </a:lnTo>
                  <a:lnTo>
                    <a:pt x="20244" y="14742"/>
                  </a:lnTo>
                  <a:lnTo>
                    <a:pt x="20336" y="14833"/>
                  </a:lnTo>
                  <a:lnTo>
                    <a:pt x="20396" y="14925"/>
                  </a:lnTo>
                  <a:cubicBezTo>
                    <a:pt x="20518" y="14985"/>
                    <a:pt x="20609" y="15046"/>
                    <a:pt x="20731" y="15107"/>
                  </a:cubicBezTo>
                  <a:lnTo>
                    <a:pt x="20792" y="15046"/>
                  </a:lnTo>
                  <a:lnTo>
                    <a:pt x="20883" y="15016"/>
                  </a:lnTo>
                  <a:cubicBezTo>
                    <a:pt x="20903" y="14996"/>
                    <a:pt x="20928" y="14987"/>
                    <a:pt x="20954" y="14987"/>
                  </a:cubicBezTo>
                  <a:cubicBezTo>
                    <a:pt x="21049" y="14987"/>
                    <a:pt x="21170" y="15090"/>
                    <a:pt x="21217" y="15137"/>
                  </a:cubicBezTo>
                  <a:cubicBezTo>
                    <a:pt x="21232" y="15168"/>
                    <a:pt x="21270" y="15183"/>
                    <a:pt x="21308" y="15183"/>
                  </a:cubicBezTo>
                  <a:cubicBezTo>
                    <a:pt x="21346" y="15183"/>
                    <a:pt x="21384" y="15168"/>
                    <a:pt x="21399" y="15137"/>
                  </a:cubicBezTo>
                  <a:cubicBezTo>
                    <a:pt x="21420" y="15127"/>
                    <a:pt x="21443" y="15124"/>
                    <a:pt x="21467" y="15124"/>
                  </a:cubicBezTo>
                  <a:cubicBezTo>
                    <a:pt x="21514" y="15124"/>
                    <a:pt x="21562" y="15137"/>
                    <a:pt x="21582" y="15137"/>
                  </a:cubicBezTo>
                  <a:cubicBezTo>
                    <a:pt x="21643" y="15107"/>
                    <a:pt x="21703" y="15107"/>
                    <a:pt x="21734" y="15077"/>
                  </a:cubicBezTo>
                  <a:lnTo>
                    <a:pt x="21886" y="15077"/>
                  </a:lnTo>
                  <a:cubicBezTo>
                    <a:pt x="21947" y="15077"/>
                    <a:pt x="22007" y="15046"/>
                    <a:pt x="22038" y="14985"/>
                  </a:cubicBezTo>
                  <a:cubicBezTo>
                    <a:pt x="21977" y="14894"/>
                    <a:pt x="21947" y="14833"/>
                    <a:pt x="21886" y="14742"/>
                  </a:cubicBezTo>
                  <a:lnTo>
                    <a:pt x="21582" y="14742"/>
                  </a:lnTo>
                  <a:cubicBezTo>
                    <a:pt x="21673" y="14681"/>
                    <a:pt x="21764" y="14621"/>
                    <a:pt x="21825" y="14560"/>
                  </a:cubicBezTo>
                  <a:cubicBezTo>
                    <a:pt x="21828" y="14556"/>
                    <a:pt x="21833" y="14555"/>
                    <a:pt x="21838" y="14555"/>
                  </a:cubicBezTo>
                  <a:cubicBezTo>
                    <a:pt x="21881" y="14555"/>
                    <a:pt x="21980" y="14654"/>
                    <a:pt x="22007" y="14681"/>
                  </a:cubicBezTo>
                  <a:cubicBezTo>
                    <a:pt x="22068" y="14742"/>
                    <a:pt x="22129" y="14833"/>
                    <a:pt x="22159" y="14894"/>
                  </a:cubicBezTo>
                  <a:cubicBezTo>
                    <a:pt x="22159" y="14955"/>
                    <a:pt x="22190" y="14985"/>
                    <a:pt x="22251" y="15016"/>
                  </a:cubicBezTo>
                  <a:cubicBezTo>
                    <a:pt x="22281" y="15016"/>
                    <a:pt x="22342" y="14955"/>
                    <a:pt x="22403" y="14864"/>
                  </a:cubicBezTo>
                  <a:lnTo>
                    <a:pt x="22494" y="14773"/>
                  </a:lnTo>
                  <a:lnTo>
                    <a:pt x="22646" y="14773"/>
                  </a:lnTo>
                  <a:cubicBezTo>
                    <a:pt x="22646" y="14833"/>
                    <a:pt x="22646" y="14894"/>
                    <a:pt x="22615" y="14955"/>
                  </a:cubicBezTo>
                  <a:cubicBezTo>
                    <a:pt x="22494" y="15016"/>
                    <a:pt x="22372" y="15077"/>
                    <a:pt x="22251" y="15107"/>
                  </a:cubicBezTo>
                  <a:cubicBezTo>
                    <a:pt x="22159" y="15168"/>
                    <a:pt x="21825" y="15259"/>
                    <a:pt x="21855" y="15320"/>
                  </a:cubicBezTo>
                  <a:cubicBezTo>
                    <a:pt x="21883" y="15361"/>
                    <a:pt x="21947" y="15377"/>
                    <a:pt x="22013" y="15377"/>
                  </a:cubicBezTo>
                  <a:cubicBezTo>
                    <a:pt x="22092" y="15377"/>
                    <a:pt x="22173" y="15353"/>
                    <a:pt x="22190" y="15320"/>
                  </a:cubicBezTo>
                  <a:cubicBezTo>
                    <a:pt x="22220" y="15289"/>
                    <a:pt x="22372" y="15168"/>
                    <a:pt x="22433" y="15168"/>
                  </a:cubicBezTo>
                  <a:cubicBezTo>
                    <a:pt x="22436" y="15169"/>
                    <a:pt x="22441" y="15170"/>
                    <a:pt x="22446" y="15170"/>
                  </a:cubicBezTo>
                  <a:cubicBezTo>
                    <a:pt x="22532" y="15170"/>
                    <a:pt x="22833" y="14948"/>
                    <a:pt x="22919" y="14833"/>
                  </a:cubicBezTo>
                  <a:cubicBezTo>
                    <a:pt x="22937" y="14810"/>
                    <a:pt x="22950" y="14800"/>
                    <a:pt x="22959" y="14800"/>
                  </a:cubicBezTo>
                  <a:cubicBezTo>
                    <a:pt x="22998" y="14800"/>
                    <a:pt x="22968" y="14978"/>
                    <a:pt x="22919" y="15077"/>
                  </a:cubicBezTo>
                  <a:cubicBezTo>
                    <a:pt x="22889" y="15168"/>
                    <a:pt x="22889" y="15259"/>
                    <a:pt x="22919" y="15350"/>
                  </a:cubicBezTo>
                  <a:cubicBezTo>
                    <a:pt x="22934" y="15350"/>
                    <a:pt x="23003" y="15358"/>
                    <a:pt x="23067" y="15358"/>
                  </a:cubicBezTo>
                  <a:cubicBezTo>
                    <a:pt x="23132" y="15358"/>
                    <a:pt x="23193" y="15350"/>
                    <a:pt x="23193" y="15320"/>
                  </a:cubicBezTo>
                  <a:cubicBezTo>
                    <a:pt x="23223" y="15259"/>
                    <a:pt x="23284" y="15077"/>
                    <a:pt x="23345" y="15046"/>
                  </a:cubicBezTo>
                  <a:cubicBezTo>
                    <a:pt x="23406" y="15046"/>
                    <a:pt x="23466" y="15168"/>
                    <a:pt x="23466" y="15228"/>
                  </a:cubicBezTo>
                  <a:cubicBezTo>
                    <a:pt x="23466" y="15259"/>
                    <a:pt x="23558" y="15350"/>
                    <a:pt x="23710" y="15411"/>
                  </a:cubicBezTo>
                  <a:lnTo>
                    <a:pt x="23801" y="15411"/>
                  </a:lnTo>
                  <a:cubicBezTo>
                    <a:pt x="23831" y="15411"/>
                    <a:pt x="23862" y="15411"/>
                    <a:pt x="23862" y="15380"/>
                  </a:cubicBezTo>
                  <a:cubicBezTo>
                    <a:pt x="23801" y="15289"/>
                    <a:pt x="23740" y="15259"/>
                    <a:pt x="23649" y="15198"/>
                  </a:cubicBezTo>
                  <a:cubicBezTo>
                    <a:pt x="23588" y="15168"/>
                    <a:pt x="23710" y="15168"/>
                    <a:pt x="23740" y="15168"/>
                  </a:cubicBezTo>
                  <a:cubicBezTo>
                    <a:pt x="23862" y="15168"/>
                    <a:pt x="23953" y="15198"/>
                    <a:pt x="24044" y="15198"/>
                  </a:cubicBezTo>
                  <a:cubicBezTo>
                    <a:pt x="24105" y="15198"/>
                    <a:pt x="24196" y="15350"/>
                    <a:pt x="24196" y="15411"/>
                  </a:cubicBezTo>
                  <a:cubicBezTo>
                    <a:pt x="24199" y="15416"/>
                    <a:pt x="24202" y="15419"/>
                    <a:pt x="24206" y="15419"/>
                  </a:cubicBezTo>
                  <a:cubicBezTo>
                    <a:pt x="24248" y="15419"/>
                    <a:pt x="24356" y="15160"/>
                    <a:pt x="24439" y="15077"/>
                  </a:cubicBezTo>
                  <a:cubicBezTo>
                    <a:pt x="24530" y="15016"/>
                    <a:pt x="24591" y="14955"/>
                    <a:pt x="24652" y="14894"/>
                  </a:cubicBezTo>
                  <a:cubicBezTo>
                    <a:pt x="24682" y="14864"/>
                    <a:pt x="24804" y="14773"/>
                    <a:pt x="24865" y="14773"/>
                  </a:cubicBezTo>
                  <a:cubicBezTo>
                    <a:pt x="24925" y="14773"/>
                    <a:pt x="24956" y="14833"/>
                    <a:pt x="24986" y="14894"/>
                  </a:cubicBezTo>
                  <a:cubicBezTo>
                    <a:pt x="24986" y="14898"/>
                    <a:pt x="24987" y="14900"/>
                    <a:pt x="24989" y="14900"/>
                  </a:cubicBezTo>
                  <a:cubicBezTo>
                    <a:pt x="25002" y="14900"/>
                    <a:pt x="25055" y="14814"/>
                    <a:pt x="25108" y="14681"/>
                  </a:cubicBezTo>
                  <a:lnTo>
                    <a:pt x="25351" y="14833"/>
                  </a:lnTo>
                  <a:lnTo>
                    <a:pt x="25442" y="14894"/>
                  </a:lnTo>
                  <a:cubicBezTo>
                    <a:pt x="25459" y="14891"/>
                    <a:pt x="25474" y="14890"/>
                    <a:pt x="25487" y="14890"/>
                  </a:cubicBezTo>
                  <a:cubicBezTo>
                    <a:pt x="25624" y="14890"/>
                    <a:pt x="25622" y="15016"/>
                    <a:pt x="25594" y="15016"/>
                  </a:cubicBezTo>
                  <a:lnTo>
                    <a:pt x="25199" y="14925"/>
                  </a:lnTo>
                  <a:lnTo>
                    <a:pt x="25138" y="15107"/>
                  </a:lnTo>
                  <a:cubicBezTo>
                    <a:pt x="25047" y="15107"/>
                    <a:pt x="25229" y="15168"/>
                    <a:pt x="25503" y="15228"/>
                  </a:cubicBezTo>
                  <a:lnTo>
                    <a:pt x="25685" y="15137"/>
                  </a:lnTo>
                  <a:lnTo>
                    <a:pt x="25959" y="15016"/>
                  </a:lnTo>
                  <a:cubicBezTo>
                    <a:pt x="26111" y="15077"/>
                    <a:pt x="26232" y="15228"/>
                    <a:pt x="26263" y="15380"/>
                  </a:cubicBezTo>
                  <a:cubicBezTo>
                    <a:pt x="26248" y="15396"/>
                    <a:pt x="26278" y="15403"/>
                    <a:pt x="26331" y="15403"/>
                  </a:cubicBezTo>
                  <a:cubicBezTo>
                    <a:pt x="26384" y="15403"/>
                    <a:pt x="26460" y="15396"/>
                    <a:pt x="26536" y="15380"/>
                  </a:cubicBezTo>
                  <a:lnTo>
                    <a:pt x="26749" y="15472"/>
                  </a:lnTo>
                  <a:lnTo>
                    <a:pt x="26840" y="15532"/>
                  </a:lnTo>
                  <a:cubicBezTo>
                    <a:pt x="27083" y="15502"/>
                    <a:pt x="27205" y="15380"/>
                    <a:pt x="27205" y="15380"/>
                  </a:cubicBezTo>
                  <a:cubicBezTo>
                    <a:pt x="27175" y="15350"/>
                    <a:pt x="27205" y="15320"/>
                    <a:pt x="27235" y="15320"/>
                  </a:cubicBezTo>
                  <a:lnTo>
                    <a:pt x="27296" y="15320"/>
                  </a:lnTo>
                  <a:cubicBezTo>
                    <a:pt x="27324" y="15320"/>
                    <a:pt x="27628" y="15445"/>
                    <a:pt x="27729" y="15445"/>
                  </a:cubicBezTo>
                  <a:cubicBezTo>
                    <a:pt x="27739" y="15445"/>
                    <a:pt x="27747" y="15444"/>
                    <a:pt x="27752" y="15441"/>
                  </a:cubicBezTo>
                  <a:cubicBezTo>
                    <a:pt x="27843" y="15380"/>
                    <a:pt x="27935" y="15350"/>
                    <a:pt x="27995" y="15289"/>
                  </a:cubicBezTo>
                  <a:lnTo>
                    <a:pt x="28087" y="15380"/>
                  </a:lnTo>
                  <a:lnTo>
                    <a:pt x="28269" y="15532"/>
                  </a:lnTo>
                  <a:cubicBezTo>
                    <a:pt x="28482" y="15411"/>
                    <a:pt x="28542" y="15228"/>
                    <a:pt x="28482" y="15228"/>
                  </a:cubicBezTo>
                  <a:cubicBezTo>
                    <a:pt x="28474" y="15220"/>
                    <a:pt x="28481" y="15217"/>
                    <a:pt x="28496" y="15217"/>
                  </a:cubicBezTo>
                  <a:cubicBezTo>
                    <a:pt x="28538" y="15217"/>
                    <a:pt x="28642" y="15245"/>
                    <a:pt x="28664" y="15289"/>
                  </a:cubicBezTo>
                  <a:cubicBezTo>
                    <a:pt x="28694" y="15350"/>
                    <a:pt x="28725" y="15411"/>
                    <a:pt x="28755" y="15472"/>
                  </a:cubicBezTo>
                  <a:lnTo>
                    <a:pt x="28786" y="15472"/>
                  </a:lnTo>
                  <a:cubicBezTo>
                    <a:pt x="28846" y="15472"/>
                    <a:pt x="28877" y="15441"/>
                    <a:pt x="28907" y="15411"/>
                  </a:cubicBezTo>
                  <a:lnTo>
                    <a:pt x="28968" y="15350"/>
                  </a:lnTo>
                  <a:cubicBezTo>
                    <a:pt x="28998" y="15320"/>
                    <a:pt x="29044" y="15304"/>
                    <a:pt x="29090" y="15304"/>
                  </a:cubicBezTo>
                  <a:cubicBezTo>
                    <a:pt x="29135" y="15304"/>
                    <a:pt x="29181" y="15320"/>
                    <a:pt x="29211" y="15350"/>
                  </a:cubicBezTo>
                  <a:cubicBezTo>
                    <a:pt x="29226" y="15380"/>
                    <a:pt x="29242" y="15396"/>
                    <a:pt x="29257" y="15396"/>
                  </a:cubicBezTo>
                  <a:cubicBezTo>
                    <a:pt x="29272" y="15396"/>
                    <a:pt x="29287" y="15380"/>
                    <a:pt x="29302" y="15350"/>
                  </a:cubicBezTo>
                  <a:lnTo>
                    <a:pt x="29302" y="15320"/>
                  </a:lnTo>
                  <a:cubicBezTo>
                    <a:pt x="29333" y="15289"/>
                    <a:pt x="29272" y="15168"/>
                    <a:pt x="29394" y="15168"/>
                  </a:cubicBezTo>
                  <a:cubicBezTo>
                    <a:pt x="29515" y="15168"/>
                    <a:pt x="29515" y="15228"/>
                    <a:pt x="29515" y="15320"/>
                  </a:cubicBezTo>
                  <a:lnTo>
                    <a:pt x="29515" y="15380"/>
                  </a:lnTo>
                  <a:cubicBezTo>
                    <a:pt x="29515" y="15441"/>
                    <a:pt x="29606" y="15502"/>
                    <a:pt x="29697" y="15502"/>
                  </a:cubicBezTo>
                  <a:lnTo>
                    <a:pt x="29758" y="15502"/>
                  </a:lnTo>
                  <a:cubicBezTo>
                    <a:pt x="29880" y="15502"/>
                    <a:pt x="30001" y="15441"/>
                    <a:pt x="30123" y="15411"/>
                  </a:cubicBezTo>
                  <a:lnTo>
                    <a:pt x="30336" y="15259"/>
                  </a:lnTo>
                  <a:cubicBezTo>
                    <a:pt x="30336" y="15350"/>
                    <a:pt x="30366" y="15441"/>
                    <a:pt x="30397" y="15502"/>
                  </a:cubicBezTo>
                  <a:cubicBezTo>
                    <a:pt x="30397" y="15502"/>
                    <a:pt x="30609" y="15502"/>
                    <a:pt x="30609" y="15472"/>
                  </a:cubicBezTo>
                  <a:cubicBezTo>
                    <a:pt x="30609" y="15441"/>
                    <a:pt x="30647" y="15426"/>
                    <a:pt x="30689" y="15426"/>
                  </a:cubicBezTo>
                  <a:cubicBezTo>
                    <a:pt x="30731" y="15426"/>
                    <a:pt x="30777" y="15441"/>
                    <a:pt x="30792" y="15472"/>
                  </a:cubicBezTo>
                  <a:cubicBezTo>
                    <a:pt x="31005" y="15532"/>
                    <a:pt x="31187" y="15563"/>
                    <a:pt x="31400" y="15593"/>
                  </a:cubicBezTo>
                  <a:cubicBezTo>
                    <a:pt x="31521" y="15593"/>
                    <a:pt x="31643" y="15593"/>
                    <a:pt x="31734" y="15563"/>
                  </a:cubicBezTo>
                  <a:lnTo>
                    <a:pt x="31764" y="15502"/>
                  </a:lnTo>
                  <a:lnTo>
                    <a:pt x="31795" y="15502"/>
                  </a:lnTo>
                  <a:cubicBezTo>
                    <a:pt x="31798" y="15499"/>
                    <a:pt x="31803" y="15498"/>
                    <a:pt x="31810" y="15498"/>
                  </a:cubicBezTo>
                  <a:cubicBezTo>
                    <a:pt x="31879" y="15498"/>
                    <a:pt x="32140" y="15624"/>
                    <a:pt x="32251" y="15624"/>
                  </a:cubicBezTo>
                  <a:cubicBezTo>
                    <a:pt x="32261" y="15626"/>
                    <a:pt x="32271" y="15627"/>
                    <a:pt x="32280" y="15627"/>
                  </a:cubicBezTo>
                  <a:cubicBezTo>
                    <a:pt x="32418" y="15627"/>
                    <a:pt x="32524" y="15437"/>
                    <a:pt x="32524" y="15380"/>
                  </a:cubicBezTo>
                  <a:cubicBezTo>
                    <a:pt x="32524" y="15375"/>
                    <a:pt x="32527" y="15373"/>
                    <a:pt x="32532" y="15373"/>
                  </a:cubicBezTo>
                  <a:cubicBezTo>
                    <a:pt x="32557" y="15373"/>
                    <a:pt x="32642" y="15432"/>
                    <a:pt x="32767" y="15532"/>
                  </a:cubicBezTo>
                  <a:lnTo>
                    <a:pt x="33011" y="15532"/>
                  </a:lnTo>
                  <a:cubicBezTo>
                    <a:pt x="33071" y="15563"/>
                    <a:pt x="33163" y="15563"/>
                    <a:pt x="33223" y="15593"/>
                  </a:cubicBezTo>
                  <a:lnTo>
                    <a:pt x="33345" y="15624"/>
                  </a:lnTo>
                  <a:cubicBezTo>
                    <a:pt x="33497" y="15593"/>
                    <a:pt x="33527" y="15532"/>
                    <a:pt x="33497" y="15532"/>
                  </a:cubicBezTo>
                  <a:cubicBezTo>
                    <a:pt x="33467" y="15532"/>
                    <a:pt x="33527" y="15441"/>
                    <a:pt x="33649" y="15350"/>
                  </a:cubicBezTo>
                  <a:lnTo>
                    <a:pt x="33771" y="15320"/>
                  </a:lnTo>
                  <a:cubicBezTo>
                    <a:pt x="33816" y="15289"/>
                    <a:pt x="33854" y="15274"/>
                    <a:pt x="33892" y="15274"/>
                  </a:cubicBezTo>
                  <a:cubicBezTo>
                    <a:pt x="33930" y="15274"/>
                    <a:pt x="33968" y="15289"/>
                    <a:pt x="34014" y="15320"/>
                  </a:cubicBezTo>
                  <a:cubicBezTo>
                    <a:pt x="34074" y="15380"/>
                    <a:pt x="34014" y="15502"/>
                    <a:pt x="34135" y="15593"/>
                  </a:cubicBezTo>
                  <a:cubicBezTo>
                    <a:pt x="34161" y="15608"/>
                    <a:pt x="34184" y="15614"/>
                    <a:pt x="34206" y="15614"/>
                  </a:cubicBezTo>
                  <a:cubicBezTo>
                    <a:pt x="34284" y="15614"/>
                    <a:pt x="34345" y="15542"/>
                    <a:pt x="34400" y="15542"/>
                  </a:cubicBezTo>
                  <a:cubicBezTo>
                    <a:pt x="34424" y="15542"/>
                    <a:pt x="34447" y="15555"/>
                    <a:pt x="34470" y="15593"/>
                  </a:cubicBezTo>
                  <a:lnTo>
                    <a:pt x="34561" y="15684"/>
                  </a:lnTo>
                  <a:cubicBezTo>
                    <a:pt x="34682" y="15654"/>
                    <a:pt x="34804" y="15654"/>
                    <a:pt x="34926" y="15654"/>
                  </a:cubicBezTo>
                  <a:lnTo>
                    <a:pt x="34986" y="15654"/>
                  </a:lnTo>
                  <a:cubicBezTo>
                    <a:pt x="35017" y="15654"/>
                    <a:pt x="35017" y="15624"/>
                    <a:pt x="35078" y="15624"/>
                  </a:cubicBezTo>
                  <a:lnTo>
                    <a:pt x="35260" y="15624"/>
                  </a:lnTo>
                  <a:cubicBezTo>
                    <a:pt x="35301" y="15664"/>
                    <a:pt x="35335" y="15679"/>
                    <a:pt x="35365" y="15679"/>
                  </a:cubicBezTo>
                  <a:cubicBezTo>
                    <a:pt x="35441" y="15679"/>
                    <a:pt x="35495" y="15590"/>
                    <a:pt x="35570" y="15590"/>
                  </a:cubicBezTo>
                  <a:cubicBezTo>
                    <a:pt x="35578" y="15590"/>
                    <a:pt x="35586" y="15591"/>
                    <a:pt x="35594" y="15593"/>
                  </a:cubicBezTo>
                  <a:lnTo>
                    <a:pt x="35716" y="15654"/>
                  </a:lnTo>
                  <a:cubicBezTo>
                    <a:pt x="35868" y="15654"/>
                    <a:pt x="35989" y="15624"/>
                    <a:pt x="36111" y="15593"/>
                  </a:cubicBezTo>
                  <a:lnTo>
                    <a:pt x="36141" y="15593"/>
                  </a:lnTo>
                  <a:lnTo>
                    <a:pt x="36324" y="15745"/>
                  </a:lnTo>
                  <a:cubicBezTo>
                    <a:pt x="36567" y="15745"/>
                    <a:pt x="36810" y="15684"/>
                    <a:pt x="37053" y="15624"/>
                  </a:cubicBezTo>
                  <a:cubicBezTo>
                    <a:pt x="37053" y="15602"/>
                    <a:pt x="37061" y="15592"/>
                    <a:pt x="37073" y="15592"/>
                  </a:cubicBezTo>
                  <a:cubicBezTo>
                    <a:pt x="37096" y="15592"/>
                    <a:pt x="37136" y="15626"/>
                    <a:pt x="37175" y="15684"/>
                  </a:cubicBezTo>
                  <a:lnTo>
                    <a:pt x="37296" y="15684"/>
                  </a:lnTo>
                  <a:lnTo>
                    <a:pt x="37540" y="15624"/>
                  </a:lnTo>
                  <a:lnTo>
                    <a:pt x="38178" y="15624"/>
                  </a:lnTo>
                  <a:cubicBezTo>
                    <a:pt x="38208" y="15624"/>
                    <a:pt x="38421" y="15654"/>
                    <a:pt x="38664" y="15715"/>
                  </a:cubicBezTo>
                  <a:lnTo>
                    <a:pt x="39090" y="15654"/>
                  </a:lnTo>
                  <a:cubicBezTo>
                    <a:pt x="39090" y="15624"/>
                    <a:pt x="39151" y="15624"/>
                    <a:pt x="39151" y="15624"/>
                  </a:cubicBezTo>
                  <a:lnTo>
                    <a:pt x="39272" y="15745"/>
                  </a:lnTo>
                  <a:cubicBezTo>
                    <a:pt x="39515" y="15715"/>
                    <a:pt x="39728" y="15715"/>
                    <a:pt x="39941" y="15715"/>
                  </a:cubicBezTo>
                  <a:cubicBezTo>
                    <a:pt x="40070" y="15736"/>
                    <a:pt x="40184" y="15758"/>
                    <a:pt x="40293" y="15758"/>
                  </a:cubicBezTo>
                  <a:cubicBezTo>
                    <a:pt x="40338" y="15758"/>
                    <a:pt x="40383" y="15754"/>
                    <a:pt x="40427" y="15745"/>
                  </a:cubicBezTo>
                  <a:cubicBezTo>
                    <a:pt x="40518" y="15715"/>
                    <a:pt x="40610" y="15715"/>
                    <a:pt x="40670" y="15715"/>
                  </a:cubicBezTo>
                  <a:lnTo>
                    <a:pt x="40731" y="15715"/>
                  </a:lnTo>
                  <a:cubicBezTo>
                    <a:pt x="40796" y="15736"/>
                    <a:pt x="40875" y="15758"/>
                    <a:pt x="40927" y="15758"/>
                  </a:cubicBezTo>
                  <a:cubicBezTo>
                    <a:pt x="40949" y="15758"/>
                    <a:pt x="40965" y="15754"/>
                    <a:pt x="40974" y="15745"/>
                  </a:cubicBezTo>
                  <a:cubicBezTo>
                    <a:pt x="41058" y="15695"/>
                    <a:pt x="41151" y="15672"/>
                    <a:pt x="41248" y="15672"/>
                  </a:cubicBezTo>
                  <a:cubicBezTo>
                    <a:pt x="41327" y="15672"/>
                    <a:pt x="41409" y="15687"/>
                    <a:pt x="41491" y="15715"/>
                  </a:cubicBezTo>
                  <a:lnTo>
                    <a:pt x="41643" y="15745"/>
                  </a:lnTo>
                  <a:cubicBezTo>
                    <a:pt x="41765" y="15715"/>
                    <a:pt x="41886" y="15684"/>
                    <a:pt x="42008" y="15684"/>
                  </a:cubicBezTo>
                  <a:cubicBezTo>
                    <a:pt x="42069" y="15733"/>
                    <a:pt x="42120" y="15757"/>
                    <a:pt x="42161" y="15757"/>
                  </a:cubicBezTo>
                  <a:cubicBezTo>
                    <a:pt x="42223" y="15757"/>
                    <a:pt x="42263" y="15703"/>
                    <a:pt x="42281" y="15593"/>
                  </a:cubicBezTo>
                  <a:lnTo>
                    <a:pt x="42433" y="15593"/>
                  </a:lnTo>
                  <a:cubicBezTo>
                    <a:pt x="42494" y="15654"/>
                    <a:pt x="42798" y="15715"/>
                    <a:pt x="42889" y="15745"/>
                  </a:cubicBezTo>
                  <a:lnTo>
                    <a:pt x="43072" y="15806"/>
                  </a:lnTo>
                  <a:cubicBezTo>
                    <a:pt x="43315" y="15745"/>
                    <a:pt x="43588" y="15745"/>
                    <a:pt x="43831" y="15745"/>
                  </a:cubicBezTo>
                  <a:lnTo>
                    <a:pt x="44318" y="15745"/>
                  </a:lnTo>
                  <a:cubicBezTo>
                    <a:pt x="44455" y="15760"/>
                    <a:pt x="44591" y="15768"/>
                    <a:pt x="44728" y="15768"/>
                  </a:cubicBezTo>
                  <a:cubicBezTo>
                    <a:pt x="44865" y="15768"/>
                    <a:pt x="45002" y="15760"/>
                    <a:pt x="45139" y="15745"/>
                  </a:cubicBezTo>
                  <a:cubicBezTo>
                    <a:pt x="45149" y="15724"/>
                    <a:pt x="45179" y="15714"/>
                    <a:pt x="45223" y="15714"/>
                  </a:cubicBezTo>
                  <a:cubicBezTo>
                    <a:pt x="45302" y="15714"/>
                    <a:pt x="45427" y="15747"/>
                    <a:pt x="45564" y="15806"/>
                  </a:cubicBezTo>
                  <a:lnTo>
                    <a:pt x="45777" y="15745"/>
                  </a:lnTo>
                  <a:cubicBezTo>
                    <a:pt x="45830" y="15736"/>
                    <a:pt x="45884" y="15733"/>
                    <a:pt x="45936" y="15733"/>
                  </a:cubicBezTo>
                  <a:cubicBezTo>
                    <a:pt x="46063" y="15733"/>
                    <a:pt x="46186" y="15754"/>
                    <a:pt x="46294" y="15776"/>
                  </a:cubicBezTo>
                  <a:lnTo>
                    <a:pt x="46354" y="15776"/>
                  </a:lnTo>
                  <a:cubicBezTo>
                    <a:pt x="46567" y="15776"/>
                    <a:pt x="46780" y="15715"/>
                    <a:pt x="46993" y="15684"/>
                  </a:cubicBezTo>
                  <a:lnTo>
                    <a:pt x="47236" y="15776"/>
                  </a:lnTo>
                  <a:cubicBezTo>
                    <a:pt x="47266" y="15791"/>
                    <a:pt x="47304" y="15798"/>
                    <a:pt x="47346" y="15798"/>
                  </a:cubicBezTo>
                  <a:cubicBezTo>
                    <a:pt x="47388" y="15798"/>
                    <a:pt x="47433" y="15791"/>
                    <a:pt x="47479" y="15776"/>
                  </a:cubicBezTo>
                  <a:cubicBezTo>
                    <a:pt x="47540" y="15776"/>
                    <a:pt x="47601" y="15715"/>
                    <a:pt x="47692" y="15715"/>
                  </a:cubicBezTo>
                  <a:cubicBezTo>
                    <a:pt x="47753" y="15715"/>
                    <a:pt x="47813" y="15776"/>
                    <a:pt x="47905" y="15776"/>
                  </a:cubicBezTo>
                  <a:lnTo>
                    <a:pt x="47935" y="15776"/>
                  </a:lnTo>
                  <a:cubicBezTo>
                    <a:pt x="48056" y="15654"/>
                    <a:pt x="48178" y="15593"/>
                    <a:pt x="48330" y="15532"/>
                  </a:cubicBezTo>
                  <a:cubicBezTo>
                    <a:pt x="48340" y="15529"/>
                    <a:pt x="48348" y="15528"/>
                    <a:pt x="48354" y="15528"/>
                  </a:cubicBezTo>
                  <a:cubicBezTo>
                    <a:pt x="48402" y="15528"/>
                    <a:pt x="48323" y="15630"/>
                    <a:pt x="48269" y="15684"/>
                  </a:cubicBezTo>
                  <a:cubicBezTo>
                    <a:pt x="48217" y="15711"/>
                    <a:pt x="48300" y="15782"/>
                    <a:pt x="48362" y="15782"/>
                  </a:cubicBezTo>
                  <a:cubicBezTo>
                    <a:pt x="48373" y="15782"/>
                    <a:pt x="48382" y="15780"/>
                    <a:pt x="48391" y="15776"/>
                  </a:cubicBezTo>
                  <a:cubicBezTo>
                    <a:pt x="48396" y="15773"/>
                    <a:pt x="48406" y="15772"/>
                    <a:pt x="48418" y="15772"/>
                  </a:cubicBezTo>
                  <a:cubicBezTo>
                    <a:pt x="48526" y="15772"/>
                    <a:pt x="48876" y="15871"/>
                    <a:pt x="49086" y="15871"/>
                  </a:cubicBezTo>
                  <a:cubicBezTo>
                    <a:pt x="49109" y="15871"/>
                    <a:pt x="49131" y="15870"/>
                    <a:pt x="49151" y="15867"/>
                  </a:cubicBezTo>
                  <a:cubicBezTo>
                    <a:pt x="49272" y="15867"/>
                    <a:pt x="49394" y="15836"/>
                    <a:pt x="49515" y="15836"/>
                  </a:cubicBezTo>
                  <a:lnTo>
                    <a:pt x="49546" y="15836"/>
                  </a:lnTo>
                  <a:cubicBezTo>
                    <a:pt x="49637" y="15776"/>
                    <a:pt x="49683" y="15745"/>
                    <a:pt x="49724" y="15745"/>
                  </a:cubicBezTo>
                  <a:cubicBezTo>
                    <a:pt x="49766" y="15745"/>
                    <a:pt x="49804" y="15776"/>
                    <a:pt x="49880" y="15836"/>
                  </a:cubicBezTo>
                  <a:lnTo>
                    <a:pt x="49911" y="15867"/>
                  </a:lnTo>
                  <a:cubicBezTo>
                    <a:pt x="49916" y="15870"/>
                    <a:pt x="49922" y="15871"/>
                    <a:pt x="49928" y="15871"/>
                  </a:cubicBezTo>
                  <a:cubicBezTo>
                    <a:pt x="49987" y="15871"/>
                    <a:pt x="50063" y="15742"/>
                    <a:pt x="50063" y="15715"/>
                  </a:cubicBezTo>
                  <a:cubicBezTo>
                    <a:pt x="50063" y="15684"/>
                    <a:pt x="50093" y="15654"/>
                    <a:pt x="50123" y="15624"/>
                  </a:cubicBezTo>
                  <a:cubicBezTo>
                    <a:pt x="50154" y="15684"/>
                    <a:pt x="50154" y="15745"/>
                    <a:pt x="50184" y="15806"/>
                  </a:cubicBezTo>
                  <a:cubicBezTo>
                    <a:pt x="50184" y="15836"/>
                    <a:pt x="50336" y="15867"/>
                    <a:pt x="50488" y="15867"/>
                  </a:cubicBezTo>
                  <a:lnTo>
                    <a:pt x="50640" y="15867"/>
                  </a:lnTo>
                  <a:lnTo>
                    <a:pt x="50792" y="15897"/>
                  </a:lnTo>
                  <a:cubicBezTo>
                    <a:pt x="50944" y="15897"/>
                    <a:pt x="51187" y="15867"/>
                    <a:pt x="51309" y="15867"/>
                  </a:cubicBezTo>
                  <a:lnTo>
                    <a:pt x="51552" y="15867"/>
                  </a:lnTo>
                  <a:cubicBezTo>
                    <a:pt x="51579" y="15813"/>
                    <a:pt x="51655" y="15710"/>
                    <a:pt x="51714" y="15710"/>
                  </a:cubicBezTo>
                  <a:cubicBezTo>
                    <a:pt x="51721" y="15710"/>
                    <a:pt x="51728" y="15712"/>
                    <a:pt x="51734" y="15715"/>
                  </a:cubicBezTo>
                  <a:cubicBezTo>
                    <a:pt x="51795" y="15745"/>
                    <a:pt x="51826" y="15806"/>
                    <a:pt x="51856" y="15867"/>
                  </a:cubicBezTo>
                  <a:cubicBezTo>
                    <a:pt x="51947" y="15836"/>
                    <a:pt x="52038" y="15806"/>
                    <a:pt x="52130" y="15776"/>
                  </a:cubicBezTo>
                  <a:lnTo>
                    <a:pt x="52525" y="15776"/>
                  </a:lnTo>
                  <a:cubicBezTo>
                    <a:pt x="52616" y="15776"/>
                    <a:pt x="52707" y="15745"/>
                    <a:pt x="52768" y="15684"/>
                  </a:cubicBezTo>
                  <a:lnTo>
                    <a:pt x="52859" y="15836"/>
                  </a:lnTo>
                  <a:cubicBezTo>
                    <a:pt x="52889" y="15867"/>
                    <a:pt x="53102" y="15867"/>
                    <a:pt x="53254" y="15867"/>
                  </a:cubicBezTo>
                  <a:lnTo>
                    <a:pt x="53467" y="15867"/>
                  </a:lnTo>
                  <a:cubicBezTo>
                    <a:pt x="53560" y="15844"/>
                    <a:pt x="53653" y="15834"/>
                    <a:pt x="53746" y="15834"/>
                  </a:cubicBezTo>
                  <a:cubicBezTo>
                    <a:pt x="53896" y="15834"/>
                    <a:pt x="54046" y="15860"/>
                    <a:pt x="54196" y="15897"/>
                  </a:cubicBezTo>
                  <a:lnTo>
                    <a:pt x="54288" y="15867"/>
                  </a:lnTo>
                  <a:cubicBezTo>
                    <a:pt x="54303" y="15859"/>
                    <a:pt x="54318" y="15856"/>
                    <a:pt x="54331" y="15856"/>
                  </a:cubicBezTo>
                  <a:cubicBezTo>
                    <a:pt x="54396" y="15856"/>
                    <a:pt x="54435" y="15935"/>
                    <a:pt x="54503" y="15935"/>
                  </a:cubicBezTo>
                  <a:cubicBezTo>
                    <a:pt x="54528" y="15935"/>
                    <a:pt x="54557" y="15925"/>
                    <a:pt x="54592" y="15897"/>
                  </a:cubicBezTo>
                  <a:cubicBezTo>
                    <a:pt x="54642" y="15872"/>
                    <a:pt x="54692" y="15857"/>
                    <a:pt x="54740" y="15857"/>
                  </a:cubicBezTo>
                  <a:cubicBezTo>
                    <a:pt x="54809" y="15857"/>
                    <a:pt x="54873" y="15887"/>
                    <a:pt x="54926" y="15958"/>
                  </a:cubicBezTo>
                  <a:cubicBezTo>
                    <a:pt x="55291" y="15897"/>
                    <a:pt x="55625" y="15867"/>
                    <a:pt x="55959" y="15867"/>
                  </a:cubicBezTo>
                  <a:cubicBezTo>
                    <a:pt x="56081" y="15897"/>
                    <a:pt x="56172" y="15897"/>
                    <a:pt x="56294" y="15897"/>
                  </a:cubicBezTo>
                  <a:lnTo>
                    <a:pt x="56324" y="15897"/>
                  </a:lnTo>
                  <a:cubicBezTo>
                    <a:pt x="56335" y="15886"/>
                    <a:pt x="56346" y="15882"/>
                    <a:pt x="56356" y="15882"/>
                  </a:cubicBezTo>
                  <a:cubicBezTo>
                    <a:pt x="56392" y="15882"/>
                    <a:pt x="56430" y="15927"/>
                    <a:pt x="56475" y="15927"/>
                  </a:cubicBezTo>
                  <a:cubicBezTo>
                    <a:pt x="56494" y="15927"/>
                    <a:pt x="56515" y="15919"/>
                    <a:pt x="56537" y="15897"/>
                  </a:cubicBezTo>
                  <a:lnTo>
                    <a:pt x="56567" y="15836"/>
                  </a:lnTo>
                  <a:cubicBezTo>
                    <a:pt x="56593" y="15831"/>
                    <a:pt x="56619" y="15829"/>
                    <a:pt x="56645" y="15829"/>
                  </a:cubicBezTo>
                  <a:cubicBezTo>
                    <a:pt x="56770" y="15829"/>
                    <a:pt x="56887" y="15888"/>
                    <a:pt x="56962" y="15988"/>
                  </a:cubicBezTo>
                  <a:lnTo>
                    <a:pt x="57084" y="15928"/>
                  </a:lnTo>
                  <a:lnTo>
                    <a:pt x="57236" y="15806"/>
                  </a:lnTo>
                  <a:cubicBezTo>
                    <a:pt x="57418" y="15867"/>
                    <a:pt x="57601" y="15897"/>
                    <a:pt x="57783" y="15988"/>
                  </a:cubicBezTo>
                  <a:lnTo>
                    <a:pt x="57905" y="15897"/>
                  </a:lnTo>
                  <a:cubicBezTo>
                    <a:pt x="57921" y="15889"/>
                    <a:pt x="57937" y="15886"/>
                    <a:pt x="57955" y="15886"/>
                  </a:cubicBezTo>
                  <a:cubicBezTo>
                    <a:pt x="58026" y="15886"/>
                    <a:pt x="58104" y="15942"/>
                    <a:pt x="58178" y="15942"/>
                  </a:cubicBezTo>
                  <a:cubicBezTo>
                    <a:pt x="58220" y="15942"/>
                    <a:pt x="58262" y="15924"/>
                    <a:pt x="58300" y="15867"/>
                  </a:cubicBezTo>
                  <a:cubicBezTo>
                    <a:pt x="58482" y="15867"/>
                    <a:pt x="58665" y="15928"/>
                    <a:pt x="58817" y="15988"/>
                  </a:cubicBezTo>
                  <a:lnTo>
                    <a:pt x="58999" y="15867"/>
                  </a:lnTo>
                  <a:cubicBezTo>
                    <a:pt x="59045" y="15852"/>
                    <a:pt x="59090" y="15844"/>
                    <a:pt x="59132" y="15844"/>
                  </a:cubicBezTo>
                  <a:cubicBezTo>
                    <a:pt x="59174" y="15844"/>
                    <a:pt x="59212" y="15852"/>
                    <a:pt x="59242" y="15867"/>
                  </a:cubicBezTo>
                  <a:lnTo>
                    <a:pt x="59455" y="16019"/>
                  </a:lnTo>
                  <a:cubicBezTo>
                    <a:pt x="59698" y="15958"/>
                    <a:pt x="60093" y="15928"/>
                    <a:pt x="60184" y="15928"/>
                  </a:cubicBezTo>
                  <a:cubicBezTo>
                    <a:pt x="60205" y="15917"/>
                    <a:pt x="60245" y="15914"/>
                    <a:pt x="60292" y="15914"/>
                  </a:cubicBezTo>
                  <a:cubicBezTo>
                    <a:pt x="60387" y="15914"/>
                    <a:pt x="60509" y="15928"/>
                    <a:pt x="60549" y="15928"/>
                  </a:cubicBezTo>
                  <a:cubicBezTo>
                    <a:pt x="60671" y="15867"/>
                    <a:pt x="60823" y="15867"/>
                    <a:pt x="60944" y="15867"/>
                  </a:cubicBezTo>
                  <a:lnTo>
                    <a:pt x="61218" y="15928"/>
                  </a:lnTo>
                  <a:lnTo>
                    <a:pt x="61279" y="15928"/>
                  </a:lnTo>
                  <a:cubicBezTo>
                    <a:pt x="61370" y="15928"/>
                    <a:pt x="61461" y="15867"/>
                    <a:pt x="61552" y="15867"/>
                  </a:cubicBezTo>
                  <a:cubicBezTo>
                    <a:pt x="61613" y="15867"/>
                    <a:pt x="61704" y="15867"/>
                    <a:pt x="61795" y="15836"/>
                  </a:cubicBezTo>
                  <a:cubicBezTo>
                    <a:pt x="61856" y="15806"/>
                    <a:pt x="61795" y="15684"/>
                    <a:pt x="61947" y="15684"/>
                  </a:cubicBezTo>
                  <a:lnTo>
                    <a:pt x="62039" y="15684"/>
                  </a:lnTo>
                  <a:cubicBezTo>
                    <a:pt x="62048" y="15681"/>
                    <a:pt x="62059" y="15680"/>
                    <a:pt x="62069" y="15680"/>
                  </a:cubicBezTo>
                  <a:cubicBezTo>
                    <a:pt x="62155" y="15680"/>
                    <a:pt x="62251" y="15782"/>
                    <a:pt x="62251" y="15836"/>
                  </a:cubicBezTo>
                  <a:cubicBezTo>
                    <a:pt x="62356" y="15860"/>
                    <a:pt x="62460" y="15870"/>
                    <a:pt x="62565" y="15870"/>
                  </a:cubicBezTo>
                  <a:cubicBezTo>
                    <a:pt x="62734" y="15870"/>
                    <a:pt x="62903" y="15844"/>
                    <a:pt x="63072" y="15806"/>
                  </a:cubicBezTo>
                  <a:lnTo>
                    <a:pt x="63467" y="15867"/>
                  </a:lnTo>
                  <a:cubicBezTo>
                    <a:pt x="63498" y="15867"/>
                    <a:pt x="63528" y="15776"/>
                    <a:pt x="63558" y="15745"/>
                  </a:cubicBezTo>
                  <a:cubicBezTo>
                    <a:pt x="63649" y="15776"/>
                    <a:pt x="63710" y="15806"/>
                    <a:pt x="63741" y="15836"/>
                  </a:cubicBezTo>
                  <a:lnTo>
                    <a:pt x="63832" y="15897"/>
                  </a:lnTo>
                  <a:lnTo>
                    <a:pt x="63984" y="15958"/>
                  </a:lnTo>
                  <a:cubicBezTo>
                    <a:pt x="64166" y="15897"/>
                    <a:pt x="64349" y="15867"/>
                    <a:pt x="64531" y="15867"/>
                  </a:cubicBezTo>
                  <a:cubicBezTo>
                    <a:pt x="64592" y="15867"/>
                    <a:pt x="64622" y="15806"/>
                    <a:pt x="64622" y="15745"/>
                  </a:cubicBezTo>
                  <a:cubicBezTo>
                    <a:pt x="64592" y="15745"/>
                    <a:pt x="64683" y="15715"/>
                    <a:pt x="64835" y="15715"/>
                  </a:cubicBezTo>
                  <a:lnTo>
                    <a:pt x="64896" y="15928"/>
                  </a:lnTo>
                  <a:cubicBezTo>
                    <a:pt x="65108" y="15897"/>
                    <a:pt x="65990" y="15867"/>
                    <a:pt x="66264" y="15867"/>
                  </a:cubicBezTo>
                  <a:cubicBezTo>
                    <a:pt x="66567" y="15867"/>
                    <a:pt x="66841" y="15836"/>
                    <a:pt x="67145" y="15776"/>
                  </a:cubicBezTo>
                  <a:lnTo>
                    <a:pt x="67267" y="15806"/>
                  </a:lnTo>
                  <a:lnTo>
                    <a:pt x="67449" y="15867"/>
                  </a:lnTo>
                  <a:cubicBezTo>
                    <a:pt x="67550" y="15867"/>
                    <a:pt x="67760" y="15853"/>
                    <a:pt x="67915" y="15853"/>
                  </a:cubicBezTo>
                  <a:cubicBezTo>
                    <a:pt x="67993" y="15853"/>
                    <a:pt x="68057" y="15857"/>
                    <a:pt x="68087" y="15867"/>
                  </a:cubicBezTo>
                  <a:lnTo>
                    <a:pt x="68543" y="15867"/>
                  </a:lnTo>
                  <a:cubicBezTo>
                    <a:pt x="68556" y="15862"/>
                    <a:pt x="68574" y="15861"/>
                    <a:pt x="68596" y="15861"/>
                  </a:cubicBezTo>
                  <a:cubicBezTo>
                    <a:pt x="68726" y="15861"/>
                    <a:pt x="68986" y="15928"/>
                    <a:pt x="69090" y="15928"/>
                  </a:cubicBezTo>
                  <a:cubicBezTo>
                    <a:pt x="69212" y="15897"/>
                    <a:pt x="69516" y="15897"/>
                    <a:pt x="69637" y="15867"/>
                  </a:cubicBezTo>
                  <a:cubicBezTo>
                    <a:pt x="69710" y="15867"/>
                    <a:pt x="69920" y="15789"/>
                    <a:pt x="70031" y="15789"/>
                  </a:cubicBezTo>
                  <a:cubicBezTo>
                    <a:pt x="70059" y="15789"/>
                    <a:pt x="70081" y="15794"/>
                    <a:pt x="70093" y="15806"/>
                  </a:cubicBezTo>
                  <a:cubicBezTo>
                    <a:pt x="70124" y="15826"/>
                    <a:pt x="70174" y="15833"/>
                    <a:pt x="70232" y="15833"/>
                  </a:cubicBezTo>
                  <a:cubicBezTo>
                    <a:pt x="70347" y="15833"/>
                    <a:pt x="70489" y="15806"/>
                    <a:pt x="70549" y="15806"/>
                  </a:cubicBezTo>
                  <a:cubicBezTo>
                    <a:pt x="70640" y="15806"/>
                    <a:pt x="71400" y="15897"/>
                    <a:pt x="71644" y="15897"/>
                  </a:cubicBezTo>
                  <a:cubicBezTo>
                    <a:pt x="71878" y="15897"/>
                    <a:pt x="72180" y="15830"/>
                    <a:pt x="72299" y="15830"/>
                  </a:cubicBezTo>
                  <a:cubicBezTo>
                    <a:pt x="72319" y="15830"/>
                    <a:pt x="72334" y="15832"/>
                    <a:pt x="72343" y="15836"/>
                  </a:cubicBezTo>
                  <a:cubicBezTo>
                    <a:pt x="72354" y="15842"/>
                    <a:pt x="72369" y="15845"/>
                    <a:pt x="72386" y="15845"/>
                  </a:cubicBezTo>
                  <a:cubicBezTo>
                    <a:pt x="72458" y="15845"/>
                    <a:pt x="72567" y="15800"/>
                    <a:pt x="72616" y="15776"/>
                  </a:cubicBezTo>
                  <a:cubicBezTo>
                    <a:pt x="72647" y="15745"/>
                    <a:pt x="72707" y="15715"/>
                    <a:pt x="72768" y="15715"/>
                  </a:cubicBezTo>
                  <a:cubicBezTo>
                    <a:pt x="72799" y="15715"/>
                    <a:pt x="72829" y="15776"/>
                    <a:pt x="72890" y="15836"/>
                  </a:cubicBezTo>
                  <a:lnTo>
                    <a:pt x="73619" y="15836"/>
                  </a:lnTo>
                  <a:cubicBezTo>
                    <a:pt x="73832" y="15867"/>
                    <a:pt x="74045" y="15897"/>
                    <a:pt x="74258" y="15897"/>
                  </a:cubicBezTo>
                  <a:cubicBezTo>
                    <a:pt x="74413" y="15853"/>
                    <a:pt x="74585" y="15824"/>
                    <a:pt x="74762" y="15824"/>
                  </a:cubicBezTo>
                  <a:cubicBezTo>
                    <a:pt x="74826" y="15824"/>
                    <a:pt x="74892" y="15828"/>
                    <a:pt x="74957" y="15836"/>
                  </a:cubicBezTo>
                  <a:lnTo>
                    <a:pt x="75352" y="15836"/>
                  </a:lnTo>
                  <a:cubicBezTo>
                    <a:pt x="75397" y="15821"/>
                    <a:pt x="75641" y="15821"/>
                    <a:pt x="75907" y="15821"/>
                  </a:cubicBezTo>
                  <a:cubicBezTo>
                    <a:pt x="76173" y="15821"/>
                    <a:pt x="76461" y="15821"/>
                    <a:pt x="76598" y="15806"/>
                  </a:cubicBezTo>
                  <a:lnTo>
                    <a:pt x="77358" y="15715"/>
                  </a:lnTo>
                  <a:lnTo>
                    <a:pt x="77480" y="15776"/>
                  </a:lnTo>
                  <a:cubicBezTo>
                    <a:pt x="77515" y="15793"/>
                    <a:pt x="77540" y="15811"/>
                    <a:pt x="77566" y="15811"/>
                  </a:cubicBezTo>
                  <a:cubicBezTo>
                    <a:pt x="77586" y="15811"/>
                    <a:pt x="77606" y="15801"/>
                    <a:pt x="77632" y="15776"/>
                  </a:cubicBezTo>
                  <a:cubicBezTo>
                    <a:pt x="77641" y="15766"/>
                    <a:pt x="77650" y="15763"/>
                    <a:pt x="77661" y="15763"/>
                  </a:cubicBezTo>
                  <a:cubicBezTo>
                    <a:pt x="77701" y="15763"/>
                    <a:pt x="77749" y="15818"/>
                    <a:pt x="77791" y="15818"/>
                  </a:cubicBezTo>
                  <a:cubicBezTo>
                    <a:pt x="77810" y="15818"/>
                    <a:pt x="77828" y="15807"/>
                    <a:pt x="77844" y="15776"/>
                  </a:cubicBezTo>
                  <a:cubicBezTo>
                    <a:pt x="77844" y="15776"/>
                    <a:pt x="77942" y="15815"/>
                    <a:pt x="78012" y="15815"/>
                  </a:cubicBezTo>
                  <a:cubicBezTo>
                    <a:pt x="78029" y="15815"/>
                    <a:pt x="78045" y="15812"/>
                    <a:pt x="78057" y="15806"/>
                  </a:cubicBezTo>
                  <a:cubicBezTo>
                    <a:pt x="78087" y="15791"/>
                    <a:pt x="78125" y="15783"/>
                    <a:pt x="78163" y="15783"/>
                  </a:cubicBezTo>
                  <a:cubicBezTo>
                    <a:pt x="78201" y="15783"/>
                    <a:pt x="78239" y="15791"/>
                    <a:pt x="78270" y="15806"/>
                  </a:cubicBezTo>
                  <a:cubicBezTo>
                    <a:pt x="78324" y="15828"/>
                    <a:pt x="78377" y="15838"/>
                    <a:pt x="78430" y="15838"/>
                  </a:cubicBezTo>
                  <a:cubicBezTo>
                    <a:pt x="78526" y="15838"/>
                    <a:pt x="78617" y="15804"/>
                    <a:pt x="78695" y="15745"/>
                  </a:cubicBezTo>
                  <a:cubicBezTo>
                    <a:pt x="78707" y="15737"/>
                    <a:pt x="78720" y="15734"/>
                    <a:pt x="78735" y="15734"/>
                  </a:cubicBezTo>
                  <a:cubicBezTo>
                    <a:pt x="78812" y="15734"/>
                    <a:pt x="78924" y="15829"/>
                    <a:pt x="79019" y="15829"/>
                  </a:cubicBezTo>
                  <a:cubicBezTo>
                    <a:pt x="79044" y="15829"/>
                    <a:pt x="79068" y="15823"/>
                    <a:pt x="79091" y="15806"/>
                  </a:cubicBezTo>
                  <a:cubicBezTo>
                    <a:pt x="79166" y="15760"/>
                    <a:pt x="79258" y="15738"/>
                    <a:pt x="79349" y="15738"/>
                  </a:cubicBezTo>
                  <a:cubicBezTo>
                    <a:pt x="79440" y="15738"/>
                    <a:pt x="79531" y="15760"/>
                    <a:pt x="79607" y="15806"/>
                  </a:cubicBezTo>
                  <a:lnTo>
                    <a:pt x="79638" y="15836"/>
                  </a:lnTo>
                  <a:cubicBezTo>
                    <a:pt x="79719" y="15836"/>
                    <a:pt x="79992" y="15740"/>
                    <a:pt x="80116" y="15740"/>
                  </a:cubicBezTo>
                  <a:cubicBezTo>
                    <a:pt x="80131" y="15740"/>
                    <a:pt x="80144" y="15742"/>
                    <a:pt x="80154" y="15745"/>
                  </a:cubicBezTo>
                  <a:cubicBezTo>
                    <a:pt x="80192" y="15758"/>
                    <a:pt x="80230" y="15765"/>
                    <a:pt x="80266" y="15765"/>
                  </a:cubicBezTo>
                  <a:cubicBezTo>
                    <a:pt x="80316" y="15765"/>
                    <a:pt x="80362" y="15750"/>
                    <a:pt x="80398" y="15715"/>
                  </a:cubicBezTo>
                  <a:cubicBezTo>
                    <a:pt x="80403" y="15709"/>
                    <a:pt x="80410" y="15707"/>
                    <a:pt x="80418" y="15707"/>
                  </a:cubicBezTo>
                  <a:cubicBezTo>
                    <a:pt x="80450" y="15707"/>
                    <a:pt x="80495" y="15751"/>
                    <a:pt x="80519" y="15776"/>
                  </a:cubicBezTo>
                  <a:cubicBezTo>
                    <a:pt x="80519" y="15782"/>
                    <a:pt x="80526" y="15784"/>
                    <a:pt x="80537" y="15784"/>
                  </a:cubicBezTo>
                  <a:cubicBezTo>
                    <a:pt x="80567" y="15784"/>
                    <a:pt x="80628" y="15767"/>
                    <a:pt x="80668" y="15767"/>
                  </a:cubicBezTo>
                  <a:cubicBezTo>
                    <a:pt x="80683" y="15767"/>
                    <a:pt x="80695" y="15769"/>
                    <a:pt x="80701" y="15776"/>
                  </a:cubicBezTo>
                  <a:cubicBezTo>
                    <a:pt x="80754" y="15776"/>
                    <a:pt x="80895" y="15843"/>
                    <a:pt x="80973" y="15843"/>
                  </a:cubicBezTo>
                  <a:cubicBezTo>
                    <a:pt x="80986" y="15843"/>
                    <a:pt x="80997" y="15841"/>
                    <a:pt x="81005" y="15836"/>
                  </a:cubicBezTo>
                  <a:cubicBezTo>
                    <a:pt x="81009" y="15833"/>
                    <a:pt x="81020" y="15831"/>
                    <a:pt x="81037" y="15831"/>
                  </a:cubicBezTo>
                  <a:cubicBezTo>
                    <a:pt x="81139" y="15831"/>
                    <a:pt x="81457" y="15884"/>
                    <a:pt x="81684" y="15884"/>
                  </a:cubicBezTo>
                  <a:cubicBezTo>
                    <a:pt x="81752" y="15884"/>
                    <a:pt x="81813" y="15879"/>
                    <a:pt x="81857" y="15867"/>
                  </a:cubicBezTo>
                  <a:cubicBezTo>
                    <a:pt x="82039" y="15806"/>
                    <a:pt x="82252" y="15776"/>
                    <a:pt x="82464" y="15745"/>
                  </a:cubicBezTo>
                  <a:cubicBezTo>
                    <a:pt x="82586" y="15776"/>
                    <a:pt x="82708" y="15806"/>
                    <a:pt x="82829" y="15806"/>
                  </a:cubicBezTo>
                  <a:cubicBezTo>
                    <a:pt x="82981" y="15776"/>
                    <a:pt x="83133" y="15715"/>
                    <a:pt x="83255" y="15654"/>
                  </a:cubicBezTo>
                  <a:cubicBezTo>
                    <a:pt x="83271" y="15648"/>
                    <a:pt x="83290" y="15646"/>
                    <a:pt x="83310" y="15646"/>
                  </a:cubicBezTo>
                  <a:cubicBezTo>
                    <a:pt x="83398" y="15646"/>
                    <a:pt x="83503" y="15696"/>
                    <a:pt x="83528" y="15745"/>
                  </a:cubicBezTo>
                  <a:cubicBezTo>
                    <a:pt x="83541" y="15752"/>
                    <a:pt x="83558" y="15754"/>
                    <a:pt x="83577" y="15754"/>
                  </a:cubicBezTo>
                  <a:cubicBezTo>
                    <a:pt x="83630" y="15754"/>
                    <a:pt x="83700" y="15736"/>
                    <a:pt x="83753" y="15736"/>
                  </a:cubicBezTo>
                  <a:cubicBezTo>
                    <a:pt x="83772" y="15736"/>
                    <a:pt x="83789" y="15739"/>
                    <a:pt x="83802" y="15745"/>
                  </a:cubicBezTo>
                  <a:cubicBezTo>
                    <a:pt x="83923" y="15745"/>
                    <a:pt x="84075" y="15745"/>
                    <a:pt x="84227" y="15715"/>
                  </a:cubicBezTo>
                  <a:lnTo>
                    <a:pt x="84349" y="15776"/>
                  </a:lnTo>
                  <a:lnTo>
                    <a:pt x="84531" y="15867"/>
                  </a:lnTo>
                  <a:cubicBezTo>
                    <a:pt x="84744" y="15806"/>
                    <a:pt x="84926" y="15745"/>
                    <a:pt x="85139" y="15715"/>
                  </a:cubicBezTo>
                  <a:cubicBezTo>
                    <a:pt x="85215" y="15730"/>
                    <a:pt x="85291" y="15738"/>
                    <a:pt x="85367" y="15738"/>
                  </a:cubicBezTo>
                  <a:cubicBezTo>
                    <a:pt x="85443" y="15738"/>
                    <a:pt x="85519" y="15730"/>
                    <a:pt x="85595" y="15715"/>
                  </a:cubicBezTo>
                  <a:lnTo>
                    <a:pt x="85747" y="15776"/>
                  </a:lnTo>
                  <a:cubicBezTo>
                    <a:pt x="85758" y="15779"/>
                    <a:pt x="85770" y="15781"/>
                    <a:pt x="85782" y="15781"/>
                  </a:cubicBezTo>
                  <a:cubicBezTo>
                    <a:pt x="85838" y="15781"/>
                    <a:pt x="85909" y="15751"/>
                    <a:pt x="85986" y="15751"/>
                  </a:cubicBezTo>
                  <a:cubicBezTo>
                    <a:pt x="86036" y="15751"/>
                    <a:pt x="86089" y="15764"/>
                    <a:pt x="86142" y="15806"/>
                  </a:cubicBezTo>
                  <a:lnTo>
                    <a:pt x="86173" y="15867"/>
                  </a:lnTo>
                  <a:cubicBezTo>
                    <a:pt x="86294" y="15836"/>
                    <a:pt x="86385" y="15836"/>
                    <a:pt x="86507" y="15806"/>
                  </a:cubicBezTo>
                  <a:cubicBezTo>
                    <a:pt x="86720" y="15745"/>
                    <a:pt x="86933" y="15715"/>
                    <a:pt x="87145" y="15684"/>
                  </a:cubicBezTo>
                  <a:cubicBezTo>
                    <a:pt x="87328" y="15684"/>
                    <a:pt x="87814" y="15684"/>
                    <a:pt x="88270" y="15715"/>
                  </a:cubicBezTo>
                  <a:lnTo>
                    <a:pt x="88696" y="15745"/>
                  </a:lnTo>
                  <a:lnTo>
                    <a:pt x="88787" y="15745"/>
                  </a:lnTo>
                  <a:cubicBezTo>
                    <a:pt x="88814" y="15738"/>
                    <a:pt x="88851" y="15736"/>
                    <a:pt x="88892" y="15736"/>
                  </a:cubicBezTo>
                  <a:cubicBezTo>
                    <a:pt x="88964" y="15736"/>
                    <a:pt x="89048" y="15743"/>
                    <a:pt x="89112" y="15743"/>
                  </a:cubicBezTo>
                  <a:cubicBezTo>
                    <a:pt x="89171" y="15743"/>
                    <a:pt x="89212" y="15737"/>
                    <a:pt x="89212" y="15715"/>
                  </a:cubicBezTo>
                  <a:lnTo>
                    <a:pt x="89212" y="15776"/>
                  </a:lnTo>
                  <a:lnTo>
                    <a:pt x="89395" y="15745"/>
                  </a:lnTo>
                  <a:cubicBezTo>
                    <a:pt x="89486" y="15715"/>
                    <a:pt x="89577" y="15684"/>
                    <a:pt x="89638" y="15684"/>
                  </a:cubicBezTo>
                  <a:cubicBezTo>
                    <a:pt x="89759" y="15684"/>
                    <a:pt x="89851" y="15745"/>
                    <a:pt x="89972" y="15745"/>
                  </a:cubicBezTo>
                  <a:cubicBezTo>
                    <a:pt x="90086" y="15745"/>
                    <a:pt x="90217" y="15694"/>
                    <a:pt x="90301" y="15694"/>
                  </a:cubicBezTo>
                  <a:cubicBezTo>
                    <a:pt x="90329" y="15694"/>
                    <a:pt x="90352" y="15700"/>
                    <a:pt x="90367" y="15715"/>
                  </a:cubicBezTo>
                  <a:lnTo>
                    <a:pt x="90550" y="15806"/>
                  </a:lnTo>
                  <a:cubicBezTo>
                    <a:pt x="90604" y="15751"/>
                    <a:pt x="90714" y="15740"/>
                    <a:pt x="90806" y="15740"/>
                  </a:cubicBezTo>
                  <a:cubicBezTo>
                    <a:pt x="90867" y="15740"/>
                    <a:pt x="90921" y="15745"/>
                    <a:pt x="90945" y="15745"/>
                  </a:cubicBezTo>
                  <a:cubicBezTo>
                    <a:pt x="91127" y="15654"/>
                    <a:pt x="91310" y="15593"/>
                    <a:pt x="91522" y="15563"/>
                  </a:cubicBezTo>
                  <a:cubicBezTo>
                    <a:pt x="91653" y="15563"/>
                    <a:pt x="92029" y="15697"/>
                    <a:pt x="92210" y="15697"/>
                  </a:cubicBezTo>
                  <a:cubicBezTo>
                    <a:pt x="92240" y="15697"/>
                    <a:pt x="92265" y="15693"/>
                    <a:pt x="92282" y="15684"/>
                  </a:cubicBezTo>
                  <a:cubicBezTo>
                    <a:pt x="92404" y="15624"/>
                    <a:pt x="92525" y="15593"/>
                    <a:pt x="92677" y="15593"/>
                  </a:cubicBezTo>
                  <a:cubicBezTo>
                    <a:pt x="92699" y="15615"/>
                    <a:pt x="92781" y="15636"/>
                    <a:pt x="92849" y="15636"/>
                  </a:cubicBezTo>
                  <a:cubicBezTo>
                    <a:pt x="92877" y="15636"/>
                    <a:pt x="92903" y="15633"/>
                    <a:pt x="92921" y="15624"/>
                  </a:cubicBezTo>
                  <a:cubicBezTo>
                    <a:pt x="92951" y="15624"/>
                    <a:pt x="93103" y="15532"/>
                    <a:pt x="93133" y="15532"/>
                  </a:cubicBezTo>
                  <a:cubicBezTo>
                    <a:pt x="93255" y="15563"/>
                    <a:pt x="93376" y="15563"/>
                    <a:pt x="93528" y="15593"/>
                  </a:cubicBezTo>
                  <a:cubicBezTo>
                    <a:pt x="93570" y="15572"/>
                    <a:pt x="93728" y="15537"/>
                    <a:pt x="93842" y="15537"/>
                  </a:cubicBezTo>
                  <a:cubicBezTo>
                    <a:pt x="93893" y="15537"/>
                    <a:pt x="93935" y="15544"/>
                    <a:pt x="93954" y="15563"/>
                  </a:cubicBezTo>
                  <a:cubicBezTo>
                    <a:pt x="93960" y="15569"/>
                    <a:pt x="93969" y="15571"/>
                    <a:pt x="93980" y="15571"/>
                  </a:cubicBezTo>
                  <a:cubicBezTo>
                    <a:pt x="94029" y="15571"/>
                    <a:pt x="94118" y="15527"/>
                    <a:pt x="94167" y="15502"/>
                  </a:cubicBezTo>
                  <a:lnTo>
                    <a:pt x="94471" y="15380"/>
                  </a:lnTo>
                  <a:lnTo>
                    <a:pt x="94471" y="15441"/>
                  </a:lnTo>
                  <a:lnTo>
                    <a:pt x="94471" y="15654"/>
                  </a:lnTo>
                  <a:cubicBezTo>
                    <a:pt x="94611" y="15598"/>
                    <a:pt x="94881" y="15438"/>
                    <a:pt x="94970" y="15438"/>
                  </a:cubicBezTo>
                  <a:cubicBezTo>
                    <a:pt x="94977" y="15438"/>
                    <a:pt x="94983" y="15439"/>
                    <a:pt x="94987" y="15441"/>
                  </a:cubicBezTo>
                  <a:cubicBezTo>
                    <a:pt x="95109" y="15472"/>
                    <a:pt x="95261" y="15472"/>
                    <a:pt x="95383" y="15472"/>
                  </a:cubicBezTo>
                  <a:cubicBezTo>
                    <a:pt x="95474" y="15472"/>
                    <a:pt x="95595" y="15502"/>
                    <a:pt x="95687" y="15532"/>
                  </a:cubicBezTo>
                  <a:cubicBezTo>
                    <a:pt x="95713" y="15532"/>
                    <a:pt x="96051" y="15465"/>
                    <a:pt x="96243" y="15465"/>
                  </a:cubicBezTo>
                  <a:cubicBezTo>
                    <a:pt x="96275" y="15465"/>
                    <a:pt x="96303" y="15467"/>
                    <a:pt x="96325" y="15472"/>
                  </a:cubicBezTo>
                  <a:cubicBezTo>
                    <a:pt x="96446" y="15502"/>
                    <a:pt x="96598" y="15502"/>
                    <a:pt x="96720" y="15502"/>
                  </a:cubicBezTo>
                  <a:lnTo>
                    <a:pt x="96902" y="15502"/>
                  </a:lnTo>
                  <a:cubicBezTo>
                    <a:pt x="96994" y="15487"/>
                    <a:pt x="97085" y="15479"/>
                    <a:pt x="97176" y="15479"/>
                  </a:cubicBezTo>
                  <a:cubicBezTo>
                    <a:pt x="97267" y="15479"/>
                    <a:pt x="97358" y="15487"/>
                    <a:pt x="97450" y="15502"/>
                  </a:cubicBezTo>
                  <a:lnTo>
                    <a:pt x="97601" y="15411"/>
                  </a:lnTo>
                  <a:lnTo>
                    <a:pt x="97723" y="15350"/>
                  </a:lnTo>
                  <a:cubicBezTo>
                    <a:pt x="97905" y="15350"/>
                    <a:pt x="98088" y="15289"/>
                    <a:pt x="98270" y="15198"/>
                  </a:cubicBezTo>
                  <a:cubicBezTo>
                    <a:pt x="98273" y="15195"/>
                    <a:pt x="98277" y="15193"/>
                    <a:pt x="98281" y="15193"/>
                  </a:cubicBezTo>
                  <a:cubicBezTo>
                    <a:pt x="98313" y="15193"/>
                    <a:pt x="98365" y="15296"/>
                    <a:pt x="98392" y="15350"/>
                  </a:cubicBezTo>
                  <a:cubicBezTo>
                    <a:pt x="98392" y="15353"/>
                    <a:pt x="98393" y="15354"/>
                    <a:pt x="98396" y="15354"/>
                  </a:cubicBezTo>
                  <a:cubicBezTo>
                    <a:pt x="98423" y="15354"/>
                    <a:pt x="98580" y="15223"/>
                    <a:pt x="98635" y="15168"/>
                  </a:cubicBezTo>
                  <a:cubicBezTo>
                    <a:pt x="98653" y="15150"/>
                    <a:pt x="98673" y="15143"/>
                    <a:pt x="98693" y="15143"/>
                  </a:cubicBezTo>
                  <a:cubicBezTo>
                    <a:pt x="98741" y="15143"/>
                    <a:pt x="98787" y="15186"/>
                    <a:pt x="98787" y="15228"/>
                  </a:cubicBezTo>
                  <a:cubicBezTo>
                    <a:pt x="98787" y="15289"/>
                    <a:pt x="99060" y="15289"/>
                    <a:pt x="99152" y="15289"/>
                  </a:cubicBezTo>
                  <a:cubicBezTo>
                    <a:pt x="99243" y="15289"/>
                    <a:pt x="99243" y="15168"/>
                    <a:pt x="99152" y="15016"/>
                  </a:cubicBezTo>
                  <a:lnTo>
                    <a:pt x="99364" y="14985"/>
                  </a:lnTo>
                  <a:lnTo>
                    <a:pt x="99592" y="14928"/>
                  </a:lnTo>
                  <a:lnTo>
                    <a:pt x="99592" y="14928"/>
                  </a:lnTo>
                  <a:cubicBezTo>
                    <a:pt x="99594" y="14936"/>
                    <a:pt x="99598" y="14944"/>
                    <a:pt x="99604" y="14951"/>
                  </a:cubicBezTo>
                  <a:lnTo>
                    <a:pt x="99604" y="14951"/>
                  </a:lnTo>
                  <a:cubicBezTo>
                    <a:pt x="99605" y="14943"/>
                    <a:pt x="99606" y="14934"/>
                    <a:pt x="99608" y="14925"/>
                  </a:cubicBezTo>
                  <a:lnTo>
                    <a:pt x="99608" y="14925"/>
                  </a:lnTo>
                  <a:lnTo>
                    <a:pt x="99592" y="14928"/>
                  </a:lnTo>
                  <a:lnTo>
                    <a:pt x="99592" y="14928"/>
                  </a:lnTo>
                  <a:cubicBezTo>
                    <a:pt x="99579" y="14871"/>
                    <a:pt x="99677" y="14803"/>
                    <a:pt x="99729" y="14803"/>
                  </a:cubicBezTo>
                  <a:cubicBezTo>
                    <a:pt x="99760" y="14803"/>
                    <a:pt x="99729" y="14590"/>
                    <a:pt x="99790" y="14560"/>
                  </a:cubicBezTo>
                  <a:cubicBezTo>
                    <a:pt x="99798" y="14556"/>
                    <a:pt x="99807" y="14554"/>
                    <a:pt x="99815" y="14554"/>
                  </a:cubicBezTo>
                  <a:cubicBezTo>
                    <a:pt x="99867" y="14554"/>
                    <a:pt x="99912" y="14625"/>
                    <a:pt x="99912" y="14651"/>
                  </a:cubicBezTo>
                  <a:cubicBezTo>
                    <a:pt x="99917" y="14656"/>
                    <a:pt x="99926" y="14659"/>
                    <a:pt x="99940" y="14659"/>
                  </a:cubicBezTo>
                  <a:cubicBezTo>
                    <a:pt x="100005" y="14659"/>
                    <a:pt x="100161" y="14600"/>
                    <a:pt x="100337" y="14499"/>
                  </a:cubicBezTo>
                  <a:lnTo>
                    <a:pt x="100337" y="14256"/>
                  </a:lnTo>
                  <a:lnTo>
                    <a:pt x="100337" y="14043"/>
                  </a:lnTo>
                  <a:cubicBezTo>
                    <a:pt x="100307" y="13861"/>
                    <a:pt x="100246" y="13709"/>
                    <a:pt x="100094" y="13557"/>
                  </a:cubicBezTo>
                  <a:cubicBezTo>
                    <a:pt x="100064" y="13526"/>
                    <a:pt x="100094" y="13466"/>
                    <a:pt x="100185" y="13374"/>
                  </a:cubicBezTo>
                  <a:lnTo>
                    <a:pt x="100307" y="13374"/>
                  </a:lnTo>
                  <a:cubicBezTo>
                    <a:pt x="100367" y="13466"/>
                    <a:pt x="100428" y="13466"/>
                    <a:pt x="100428" y="13466"/>
                  </a:cubicBezTo>
                  <a:cubicBezTo>
                    <a:pt x="100519" y="13344"/>
                    <a:pt x="100611" y="13283"/>
                    <a:pt x="100702" y="13192"/>
                  </a:cubicBezTo>
                  <a:lnTo>
                    <a:pt x="100945" y="13040"/>
                  </a:lnTo>
                  <a:lnTo>
                    <a:pt x="100945" y="13010"/>
                  </a:lnTo>
                  <a:cubicBezTo>
                    <a:pt x="100945" y="12933"/>
                    <a:pt x="100687" y="12813"/>
                    <a:pt x="100533" y="12813"/>
                  </a:cubicBezTo>
                  <a:cubicBezTo>
                    <a:pt x="100504" y="12813"/>
                    <a:pt x="100478" y="12818"/>
                    <a:pt x="100459" y="12827"/>
                  </a:cubicBezTo>
                  <a:lnTo>
                    <a:pt x="100398" y="12827"/>
                  </a:lnTo>
                  <a:cubicBezTo>
                    <a:pt x="100367" y="12888"/>
                    <a:pt x="100337" y="12979"/>
                    <a:pt x="100337" y="13070"/>
                  </a:cubicBezTo>
                  <a:lnTo>
                    <a:pt x="100246" y="13101"/>
                  </a:lnTo>
                  <a:cubicBezTo>
                    <a:pt x="100185" y="13101"/>
                    <a:pt x="100094" y="13101"/>
                    <a:pt x="100064" y="13070"/>
                  </a:cubicBezTo>
                  <a:cubicBezTo>
                    <a:pt x="100033" y="13010"/>
                    <a:pt x="100033" y="12949"/>
                    <a:pt x="100064" y="12918"/>
                  </a:cubicBezTo>
                  <a:cubicBezTo>
                    <a:pt x="100094" y="12858"/>
                    <a:pt x="100124" y="12827"/>
                    <a:pt x="100185" y="12797"/>
                  </a:cubicBezTo>
                  <a:lnTo>
                    <a:pt x="100337" y="12706"/>
                  </a:lnTo>
                  <a:cubicBezTo>
                    <a:pt x="100550" y="12614"/>
                    <a:pt x="100459" y="12523"/>
                    <a:pt x="100398" y="12493"/>
                  </a:cubicBezTo>
                  <a:cubicBezTo>
                    <a:pt x="100307" y="12493"/>
                    <a:pt x="100307" y="12341"/>
                    <a:pt x="100337" y="12280"/>
                  </a:cubicBezTo>
                  <a:cubicBezTo>
                    <a:pt x="100367" y="12250"/>
                    <a:pt x="100185" y="12189"/>
                    <a:pt x="100155" y="12189"/>
                  </a:cubicBezTo>
                  <a:cubicBezTo>
                    <a:pt x="100094" y="12159"/>
                    <a:pt x="100155" y="12067"/>
                    <a:pt x="100185" y="12037"/>
                  </a:cubicBezTo>
                  <a:cubicBezTo>
                    <a:pt x="100216" y="12007"/>
                    <a:pt x="100185" y="11915"/>
                    <a:pt x="100124" y="11855"/>
                  </a:cubicBezTo>
                  <a:lnTo>
                    <a:pt x="100003" y="11915"/>
                  </a:lnTo>
                  <a:cubicBezTo>
                    <a:pt x="99957" y="11961"/>
                    <a:pt x="99896" y="11984"/>
                    <a:pt x="99832" y="11984"/>
                  </a:cubicBezTo>
                  <a:cubicBezTo>
                    <a:pt x="99767" y="11984"/>
                    <a:pt x="99699" y="11961"/>
                    <a:pt x="99638" y="11915"/>
                  </a:cubicBezTo>
                  <a:cubicBezTo>
                    <a:pt x="99632" y="11909"/>
                    <a:pt x="99625" y="11907"/>
                    <a:pt x="99617" y="11907"/>
                  </a:cubicBezTo>
                  <a:cubicBezTo>
                    <a:pt x="99586" y="11907"/>
                    <a:pt x="99547" y="11946"/>
                    <a:pt x="99547" y="11946"/>
                  </a:cubicBezTo>
                  <a:cubicBezTo>
                    <a:pt x="99542" y="11950"/>
                    <a:pt x="99536" y="11952"/>
                    <a:pt x="99529" y="11952"/>
                  </a:cubicBezTo>
                  <a:cubicBezTo>
                    <a:pt x="99484" y="11952"/>
                    <a:pt x="99390" y="11885"/>
                    <a:pt x="99364" y="11885"/>
                  </a:cubicBezTo>
                  <a:lnTo>
                    <a:pt x="99121" y="11885"/>
                  </a:lnTo>
                  <a:cubicBezTo>
                    <a:pt x="99060" y="11855"/>
                    <a:pt x="99000" y="11763"/>
                    <a:pt x="98969" y="11703"/>
                  </a:cubicBezTo>
                  <a:cubicBezTo>
                    <a:pt x="98951" y="11667"/>
                    <a:pt x="98934" y="11652"/>
                    <a:pt x="98910" y="11652"/>
                  </a:cubicBezTo>
                  <a:cubicBezTo>
                    <a:pt x="98893" y="11652"/>
                    <a:pt x="98873" y="11660"/>
                    <a:pt x="98848" y="11672"/>
                  </a:cubicBezTo>
                  <a:lnTo>
                    <a:pt x="98817" y="11703"/>
                  </a:lnTo>
                  <a:cubicBezTo>
                    <a:pt x="98787" y="11794"/>
                    <a:pt x="98726" y="11855"/>
                    <a:pt x="98696" y="11915"/>
                  </a:cubicBezTo>
                  <a:cubicBezTo>
                    <a:pt x="98681" y="11931"/>
                    <a:pt x="98658" y="11938"/>
                    <a:pt x="98635" y="11938"/>
                  </a:cubicBezTo>
                  <a:cubicBezTo>
                    <a:pt x="98612" y="11938"/>
                    <a:pt x="98589" y="11931"/>
                    <a:pt x="98574" y="11915"/>
                  </a:cubicBezTo>
                  <a:cubicBezTo>
                    <a:pt x="98513" y="11915"/>
                    <a:pt x="98513" y="11824"/>
                    <a:pt x="98513" y="11824"/>
                  </a:cubicBezTo>
                  <a:cubicBezTo>
                    <a:pt x="98696" y="11703"/>
                    <a:pt x="98605" y="11520"/>
                    <a:pt x="98605" y="11399"/>
                  </a:cubicBezTo>
                  <a:cubicBezTo>
                    <a:pt x="98516" y="11386"/>
                    <a:pt x="98433" y="11379"/>
                    <a:pt x="98351" y="11379"/>
                  </a:cubicBezTo>
                  <a:cubicBezTo>
                    <a:pt x="98235" y="11379"/>
                    <a:pt x="98121" y="11393"/>
                    <a:pt x="97997" y="11429"/>
                  </a:cubicBezTo>
                  <a:lnTo>
                    <a:pt x="97814" y="11459"/>
                  </a:lnTo>
                  <a:lnTo>
                    <a:pt x="97784" y="11459"/>
                  </a:lnTo>
                  <a:cubicBezTo>
                    <a:pt x="97781" y="11462"/>
                    <a:pt x="97778" y="11463"/>
                    <a:pt x="97774" y="11463"/>
                  </a:cubicBezTo>
                  <a:cubicBezTo>
                    <a:pt x="97738" y="11463"/>
                    <a:pt x="97660" y="11332"/>
                    <a:pt x="97632" y="11277"/>
                  </a:cubicBezTo>
                  <a:cubicBezTo>
                    <a:pt x="97622" y="11258"/>
                    <a:pt x="97595" y="11251"/>
                    <a:pt x="97561" y="11251"/>
                  </a:cubicBezTo>
                  <a:cubicBezTo>
                    <a:pt x="97484" y="11251"/>
                    <a:pt x="97370" y="11286"/>
                    <a:pt x="97328" y="11307"/>
                  </a:cubicBezTo>
                  <a:lnTo>
                    <a:pt x="97054" y="11429"/>
                  </a:lnTo>
                  <a:lnTo>
                    <a:pt x="97024" y="11429"/>
                  </a:lnTo>
                  <a:lnTo>
                    <a:pt x="96994" y="11399"/>
                  </a:lnTo>
                  <a:cubicBezTo>
                    <a:pt x="96983" y="11377"/>
                    <a:pt x="96957" y="11367"/>
                    <a:pt x="96921" y="11367"/>
                  </a:cubicBezTo>
                  <a:cubicBezTo>
                    <a:pt x="96856" y="11367"/>
                    <a:pt x="96757" y="11401"/>
                    <a:pt x="96659" y="11459"/>
                  </a:cubicBezTo>
                  <a:cubicBezTo>
                    <a:pt x="96623" y="11414"/>
                    <a:pt x="96586" y="11398"/>
                    <a:pt x="96549" y="11398"/>
                  </a:cubicBezTo>
                  <a:cubicBezTo>
                    <a:pt x="96474" y="11398"/>
                    <a:pt x="96399" y="11463"/>
                    <a:pt x="96323" y="11463"/>
                  </a:cubicBezTo>
                  <a:cubicBezTo>
                    <a:pt x="96314" y="11463"/>
                    <a:pt x="96304" y="11462"/>
                    <a:pt x="96294" y="11459"/>
                  </a:cubicBezTo>
                  <a:cubicBezTo>
                    <a:pt x="96234" y="11459"/>
                    <a:pt x="96203" y="11459"/>
                    <a:pt x="96173" y="11520"/>
                  </a:cubicBezTo>
                  <a:lnTo>
                    <a:pt x="96173" y="11551"/>
                  </a:lnTo>
                  <a:cubicBezTo>
                    <a:pt x="96203" y="11581"/>
                    <a:pt x="96446" y="11611"/>
                    <a:pt x="96446" y="11672"/>
                  </a:cubicBezTo>
                  <a:cubicBezTo>
                    <a:pt x="96446" y="11717"/>
                    <a:pt x="96463" y="11745"/>
                    <a:pt x="96483" y="11745"/>
                  </a:cubicBezTo>
                  <a:cubicBezTo>
                    <a:pt x="96491" y="11745"/>
                    <a:pt x="96499" y="11741"/>
                    <a:pt x="96507" y="11733"/>
                  </a:cubicBezTo>
                  <a:lnTo>
                    <a:pt x="96507" y="11703"/>
                  </a:lnTo>
                  <a:cubicBezTo>
                    <a:pt x="96507" y="11617"/>
                    <a:pt x="96492" y="11531"/>
                    <a:pt x="96558" y="11531"/>
                  </a:cubicBezTo>
                  <a:cubicBezTo>
                    <a:pt x="96586" y="11531"/>
                    <a:pt x="96627" y="11545"/>
                    <a:pt x="96690" y="11581"/>
                  </a:cubicBezTo>
                  <a:lnTo>
                    <a:pt x="96872" y="11581"/>
                  </a:lnTo>
                  <a:cubicBezTo>
                    <a:pt x="96994" y="11581"/>
                    <a:pt x="97085" y="11611"/>
                    <a:pt x="97206" y="11672"/>
                  </a:cubicBezTo>
                  <a:lnTo>
                    <a:pt x="97298" y="11733"/>
                  </a:lnTo>
                  <a:cubicBezTo>
                    <a:pt x="97298" y="11763"/>
                    <a:pt x="97237" y="11824"/>
                    <a:pt x="97206" y="11824"/>
                  </a:cubicBezTo>
                  <a:cubicBezTo>
                    <a:pt x="97201" y="11830"/>
                    <a:pt x="97194" y="11832"/>
                    <a:pt x="97185" y="11832"/>
                  </a:cubicBezTo>
                  <a:cubicBezTo>
                    <a:pt x="97144" y="11832"/>
                    <a:pt x="97069" y="11778"/>
                    <a:pt x="96994" y="11703"/>
                  </a:cubicBezTo>
                  <a:lnTo>
                    <a:pt x="96963" y="11703"/>
                  </a:lnTo>
                  <a:lnTo>
                    <a:pt x="96720" y="11794"/>
                  </a:lnTo>
                  <a:cubicBezTo>
                    <a:pt x="96586" y="11844"/>
                    <a:pt x="96452" y="11867"/>
                    <a:pt x="96318" y="11867"/>
                  </a:cubicBezTo>
                  <a:cubicBezTo>
                    <a:pt x="96209" y="11867"/>
                    <a:pt x="96100" y="11852"/>
                    <a:pt x="95991" y="11824"/>
                  </a:cubicBezTo>
                  <a:cubicBezTo>
                    <a:pt x="95930" y="11794"/>
                    <a:pt x="96051" y="11490"/>
                    <a:pt x="95930" y="11459"/>
                  </a:cubicBezTo>
                  <a:cubicBezTo>
                    <a:pt x="95901" y="11452"/>
                    <a:pt x="95874" y="11448"/>
                    <a:pt x="95849" y="11448"/>
                  </a:cubicBezTo>
                  <a:cubicBezTo>
                    <a:pt x="95767" y="11448"/>
                    <a:pt x="95703" y="11488"/>
                    <a:pt x="95656" y="11581"/>
                  </a:cubicBezTo>
                  <a:cubicBezTo>
                    <a:pt x="95656" y="11590"/>
                    <a:pt x="95643" y="11594"/>
                    <a:pt x="95623" y="11594"/>
                  </a:cubicBezTo>
                  <a:cubicBezTo>
                    <a:pt x="95575" y="11594"/>
                    <a:pt x="95486" y="11572"/>
                    <a:pt x="95443" y="11551"/>
                  </a:cubicBezTo>
                  <a:cubicBezTo>
                    <a:pt x="95413" y="11490"/>
                    <a:pt x="95383" y="11399"/>
                    <a:pt x="95413" y="11338"/>
                  </a:cubicBezTo>
                  <a:lnTo>
                    <a:pt x="95413" y="11338"/>
                  </a:lnTo>
                  <a:lnTo>
                    <a:pt x="95322" y="11368"/>
                  </a:lnTo>
                  <a:lnTo>
                    <a:pt x="95018" y="11520"/>
                  </a:lnTo>
                  <a:cubicBezTo>
                    <a:pt x="94744" y="11459"/>
                    <a:pt x="94501" y="11429"/>
                    <a:pt x="94228" y="11429"/>
                  </a:cubicBezTo>
                  <a:cubicBezTo>
                    <a:pt x="94167" y="11490"/>
                    <a:pt x="94136" y="11581"/>
                    <a:pt x="94136" y="11672"/>
                  </a:cubicBezTo>
                  <a:lnTo>
                    <a:pt x="93984" y="11611"/>
                  </a:lnTo>
                  <a:cubicBezTo>
                    <a:pt x="93924" y="11581"/>
                    <a:pt x="93924" y="11490"/>
                    <a:pt x="93893" y="11399"/>
                  </a:cubicBezTo>
                  <a:cubicBezTo>
                    <a:pt x="93832" y="11459"/>
                    <a:pt x="93772" y="11520"/>
                    <a:pt x="93711" y="11581"/>
                  </a:cubicBezTo>
                  <a:cubicBezTo>
                    <a:pt x="93649" y="11643"/>
                    <a:pt x="93671" y="11732"/>
                    <a:pt x="93729" y="11793"/>
                  </a:cubicBezTo>
                  <a:lnTo>
                    <a:pt x="93729" y="11793"/>
                  </a:lnTo>
                  <a:cubicBezTo>
                    <a:pt x="93750" y="11772"/>
                    <a:pt x="93773" y="11753"/>
                    <a:pt x="93802" y="11733"/>
                  </a:cubicBezTo>
                  <a:cubicBezTo>
                    <a:pt x="93832" y="11733"/>
                    <a:pt x="93863" y="11794"/>
                    <a:pt x="93863" y="11855"/>
                  </a:cubicBezTo>
                  <a:lnTo>
                    <a:pt x="94015" y="11855"/>
                  </a:lnTo>
                  <a:lnTo>
                    <a:pt x="94197" y="11794"/>
                  </a:lnTo>
                  <a:cubicBezTo>
                    <a:pt x="94254" y="11786"/>
                    <a:pt x="94311" y="11782"/>
                    <a:pt x="94361" y="11782"/>
                  </a:cubicBezTo>
                  <a:cubicBezTo>
                    <a:pt x="94498" y="11782"/>
                    <a:pt x="94582" y="11810"/>
                    <a:pt x="94471" y="11855"/>
                  </a:cubicBezTo>
                  <a:cubicBezTo>
                    <a:pt x="94427" y="11872"/>
                    <a:pt x="94313" y="11894"/>
                    <a:pt x="94168" y="11918"/>
                  </a:cubicBezTo>
                  <a:lnTo>
                    <a:pt x="94168" y="11918"/>
                  </a:lnTo>
                  <a:cubicBezTo>
                    <a:pt x="94059" y="11901"/>
                    <a:pt x="93948" y="11880"/>
                    <a:pt x="93832" y="11855"/>
                  </a:cubicBezTo>
                  <a:cubicBezTo>
                    <a:pt x="93793" y="11845"/>
                    <a:pt x="93757" y="11822"/>
                    <a:pt x="93729" y="11793"/>
                  </a:cubicBezTo>
                  <a:lnTo>
                    <a:pt x="93729" y="11793"/>
                  </a:lnTo>
                  <a:cubicBezTo>
                    <a:pt x="93685" y="11836"/>
                    <a:pt x="93651" y="11884"/>
                    <a:pt x="93589" y="11946"/>
                  </a:cubicBezTo>
                  <a:lnTo>
                    <a:pt x="93559" y="12007"/>
                  </a:lnTo>
                  <a:cubicBezTo>
                    <a:pt x="93559" y="12007"/>
                    <a:pt x="93560" y="12008"/>
                    <a:pt x="93560" y="12008"/>
                  </a:cubicBezTo>
                  <a:lnTo>
                    <a:pt x="93560" y="12008"/>
                  </a:lnTo>
                  <a:cubicBezTo>
                    <a:pt x="93753" y="11981"/>
                    <a:pt x="93984" y="11948"/>
                    <a:pt x="94168" y="11918"/>
                  </a:cubicBezTo>
                  <a:lnTo>
                    <a:pt x="94168" y="11918"/>
                  </a:lnTo>
                  <a:cubicBezTo>
                    <a:pt x="94318" y="11941"/>
                    <a:pt x="94465" y="11959"/>
                    <a:pt x="94623" y="11976"/>
                  </a:cubicBezTo>
                  <a:lnTo>
                    <a:pt x="94532" y="12037"/>
                  </a:lnTo>
                  <a:lnTo>
                    <a:pt x="94319" y="12128"/>
                  </a:lnTo>
                  <a:cubicBezTo>
                    <a:pt x="94319" y="12010"/>
                    <a:pt x="94246" y="11966"/>
                    <a:pt x="94199" y="11966"/>
                  </a:cubicBezTo>
                  <a:cubicBezTo>
                    <a:pt x="94185" y="11966"/>
                    <a:pt x="94174" y="11969"/>
                    <a:pt x="94167" y="11976"/>
                  </a:cubicBezTo>
                  <a:cubicBezTo>
                    <a:pt x="94167" y="12005"/>
                    <a:pt x="93981" y="12192"/>
                    <a:pt x="93858" y="12192"/>
                  </a:cubicBezTo>
                  <a:cubicBezTo>
                    <a:pt x="93849" y="12192"/>
                    <a:pt x="93840" y="12191"/>
                    <a:pt x="93832" y="12189"/>
                  </a:cubicBezTo>
                  <a:cubicBezTo>
                    <a:pt x="93742" y="12159"/>
                    <a:pt x="93622" y="12069"/>
                    <a:pt x="93560" y="12008"/>
                  </a:cubicBezTo>
                  <a:lnTo>
                    <a:pt x="93560" y="12008"/>
                  </a:lnTo>
                  <a:cubicBezTo>
                    <a:pt x="93375" y="12035"/>
                    <a:pt x="93226" y="12057"/>
                    <a:pt x="93194" y="12067"/>
                  </a:cubicBezTo>
                  <a:cubicBezTo>
                    <a:pt x="93183" y="12070"/>
                    <a:pt x="93175" y="12071"/>
                    <a:pt x="93169" y="12071"/>
                  </a:cubicBezTo>
                  <a:cubicBezTo>
                    <a:pt x="93104" y="12071"/>
                    <a:pt x="93260" y="11940"/>
                    <a:pt x="93316" y="11885"/>
                  </a:cubicBezTo>
                  <a:cubicBezTo>
                    <a:pt x="93373" y="11856"/>
                    <a:pt x="93185" y="11609"/>
                    <a:pt x="93062" y="11609"/>
                  </a:cubicBezTo>
                  <a:cubicBezTo>
                    <a:pt x="93055" y="11609"/>
                    <a:pt x="93049" y="11610"/>
                    <a:pt x="93042" y="11611"/>
                  </a:cubicBezTo>
                  <a:cubicBezTo>
                    <a:pt x="92921" y="11611"/>
                    <a:pt x="92860" y="11490"/>
                    <a:pt x="92890" y="11277"/>
                  </a:cubicBezTo>
                  <a:lnTo>
                    <a:pt x="92921" y="11247"/>
                  </a:lnTo>
                  <a:cubicBezTo>
                    <a:pt x="92981" y="11216"/>
                    <a:pt x="92981" y="11125"/>
                    <a:pt x="92981" y="11095"/>
                  </a:cubicBezTo>
                  <a:lnTo>
                    <a:pt x="92921" y="11034"/>
                  </a:lnTo>
                  <a:cubicBezTo>
                    <a:pt x="92884" y="10997"/>
                    <a:pt x="92839" y="10983"/>
                    <a:pt x="92793" y="10983"/>
                  </a:cubicBezTo>
                  <a:cubicBezTo>
                    <a:pt x="92685" y="10983"/>
                    <a:pt x="92568" y="11061"/>
                    <a:pt x="92525" y="11125"/>
                  </a:cubicBezTo>
                  <a:cubicBezTo>
                    <a:pt x="92519" y="11149"/>
                    <a:pt x="92516" y="11173"/>
                    <a:pt x="92515" y="11196"/>
                  </a:cubicBezTo>
                  <a:lnTo>
                    <a:pt x="92515" y="11196"/>
                  </a:lnTo>
                  <a:cubicBezTo>
                    <a:pt x="92529" y="11194"/>
                    <a:pt x="92542" y="11193"/>
                    <a:pt x="92556" y="11193"/>
                  </a:cubicBezTo>
                  <a:cubicBezTo>
                    <a:pt x="92594" y="11193"/>
                    <a:pt x="92632" y="11201"/>
                    <a:pt x="92677" y="11216"/>
                  </a:cubicBezTo>
                  <a:lnTo>
                    <a:pt x="92677" y="11247"/>
                  </a:lnTo>
                  <a:cubicBezTo>
                    <a:pt x="92677" y="11277"/>
                    <a:pt x="92647" y="11338"/>
                    <a:pt x="92617" y="11338"/>
                  </a:cubicBezTo>
                  <a:lnTo>
                    <a:pt x="92556" y="11338"/>
                  </a:lnTo>
                  <a:cubicBezTo>
                    <a:pt x="92543" y="11321"/>
                    <a:pt x="92532" y="11306"/>
                    <a:pt x="92522" y="11290"/>
                  </a:cubicBezTo>
                  <a:lnTo>
                    <a:pt x="92522" y="11290"/>
                  </a:lnTo>
                  <a:cubicBezTo>
                    <a:pt x="92536" y="11352"/>
                    <a:pt x="92567" y="11410"/>
                    <a:pt x="92617" y="11459"/>
                  </a:cubicBezTo>
                  <a:lnTo>
                    <a:pt x="92434" y="11642"/>
                  </a:lnTo>
                  <a:lnTo>
                    <a:pt x="92039" y="11429"/>
                  </a:lnTo>
                  <a:lnTo>
                    <a:pt x="91796" y="11338"/>
                  </a:lnTo>
                  <a:cubicBezTo>
                    <a:pt x="91674" y="11459"/>
                    <a:pt x="91553" y="11520"/>
                    <a:pt x="91370" y="11551"/>
                  </a:cubicBezTo>
                  <a:lnTo>
                    <a:pt x="91340" y="11520"/>
                  </a:lnTo>
                  <a:lnTo>
                    <a:pt x="91249" y="11429"/>
                  </a:lnTo>
                  <a:cubicBezTo>
                    <a:pt x="91401" y="11277"/>
                    <a:pt x="91614" y="11186"/>
                    <a:pt x="91857" y="11155"/>
                  </a:cubicBezTo>
                  <a:lnTo>
                    <a:pt x="92039" y="11216"/>
                  </a:lnTo>
                  <a:cubicBezTo>
                    <a:pt x="92061" y="11221"/>
                    <a:pt x="92082" y="11223"/>
                    <a:pt x="92100" y="11223"/>
                  </a:cubicBezTo>
                  <a:cubicBezTo>
                    <a:pt x="92191" y="11223"/>
                    <a:pt x="92245" y="11180"/>
                    <a:pt x="92305" y="11180"/>
                  </a:cubicBezTo>
                  <a:cubicBezTo>
                    <a:pt x="92317" y="11180"/>
                    <a:pt x="92330" y="11181"/>
                    <a:pt x="92343" y="11186"/>
                  </a:cubicBezTo>
                  <a:lnTo>
                    <a:pt x="92434" y="11216"/>
                  </a:lnTo>
                  <a:cubicBezTo>
                    <a:pt x="92448" y="11212"/>
                    <a:pt x="92462" y="11208"/>
                    <a:pt x="92474" y="11204"/>
                  </a:cubicBezTo>
                  <a:lnTo>
                    <a:pt x="92474" y="11204"/>
                  </a:lnTo>
                  <a:cubicBezTo>
                    <a:pt x="92487" y="11232"/>
                    <a:pt x="92503" y="11260"/>
                    <a:pt x="92522" y="11290"/>
                  </a:cubicBezTo>
                  <a:lnTo>
                    <a:pt x="92522" y="11290"/>
                  </a:lnTo>
                  <a:cubicBezTo>
                    <a:pt x="92515" y="11260"/>
                    <a:pt x="92513" y="11228"/>
                    <a:pt x="92515" y="11196"/>
                  </a:cubicBezTo>
                  <a:lnTo>
                    <a:pt x="92515" y="11196"/>
                  </a:lnTo>
                  <a:cubicBezTo>
                    <a:pt x="92502" y="11198"/>
                    <a:pt x="92488" y="11201"/>
                    <a:pt x="92474" y="11204"/>
                  </a:cubicBezTo>
                  <a:lnTo>
                    <a:pt x="92474" y="11204"/>
                  </a:lnTo>
                  <a:cubicBezTo>
                    <a:pt x="92445" y="11140"/>
                    <a:pt x="92434" y="11077"/>
                    <a:pt x="92434" y="11004"/>
                  </a:cubicBezTo>
                  <a:lnTo>
                    <a:pt x="92343" y="10943"/>
                  </a:lnTo>
                  <a:lnTo>
                    <a:pt x="92313" y="10912"/>
                  </a:lnTo>
                  <a:cubicBezTo>
                    <a:pt x="92221" y="10943"/>
                    <a:pt x="92130" y="10973"/>
                    <a:pt x="92069" y="11064"/>
                  </a:cubicBezTo>
                  <a:lnTo>
                    <a:pt x="91948" y="11064"/>
                  </a:lnTo>
                  <a:lnTo>
                    <a:pt x="91674" y="11095"/>
                  </a:lnTo>
                  <a:cubicBezTo>
                    <a:pt x="91401" y="10943"/>
                    <a:pt x="91370" y="10791"/>
                    <a:pt x="91614" y="10791"/>
                  </a:cubicBezTo>
                  <a:lnTo>
                    <a:pt x="91917" y="10791"/>
                  </a:lnTo>
                  <a:cubicBezTo>
                    <a:pt x="92009" y="10730"/>
                    <a:pt x="92039" y="10608"/>
                    <a:pt x="92069" y="10517"/>
                  </a:cubicBezTo>
                  <a:lnTo>
                    <a:pt x="92069" y="10426"/>
                  </a:lnTo>
                  <a:cubicBezTo>
                    <a:pt x="92069" y="10365"/>
                    <a:pt x="92039" y="10335"/>
                    <a:pt x="91978" y="10335"/>
                  </a:cubicBezTo>
                  <a:lnTo>
                    <a:pt x="91796" y="10335"/>
                  </a:lnTo>
                  <a:lnTo>
                    <a:pt x="91705" y="10274"/>
                  </a:lnTo>
                  <a:cubicBezTo>
                    <a:pt x="91669" y="10283"/>
                    <a:pt x="91633" y="10287"/>
                    <a:pt x="91599" y="10287"/>
                  </a:cubicBezTo>
                  <a:cubicBezTo>
                    <a:pt x="91515" y="10287"/>
                    <a:pt x="91435" y="10265"/>
                    <a:pt x="91370" y="10244"/>
                  </a:cubicBezTo>
                  <a:lnTo>
                    <a:pt x="91279" y="10213"/>
                  </a:lnTo>
                  <a:lnTo>
                    <a:pt x="91249" y="10213"/>
                  </a:lnTo>
                  <a:cubicBezTo>
                    <a:pt x="91218" y="10213"/>
                    <a:pt x="91006" y="10335"/>
                    <a:pt x="90914" y="10335"/>
                  </a:cubicBezTo>
                  <a:cubicBezTo>
                    <a:pt x="90762" y="10274"/>
                    <a:pt x="90610" y="10274"/>
                    <a:pt x="90458" y="10274"/>
                  </a:cubicBezTo>
                  <a:lnTo>
                    <a:pt x="90307" y="10365"/>
                  </a:lnTo>
                  <a:lnTo>
                    <a:pt x="90276" y="10396"/>
                  </a:lnTo>
                  <a:cubicBezTo>
                    <a:pt x="90185" y="10365"/>
                    <a:pt x="90215" y="10274"/>
                    <a:pt x="90337" y="10183"/>
                  </a:cubicBezTo>
                  <a:lnTo>
                    <a:pt x="90458" y="10183"/>
                  </a:lnTo>
                  <a:cubicBezTo>
                    <a:pt x="90489" y="10152"/>
                    <a:pt x="90337" y="10122"/>
                    <a:pt x="90307" y="10122"/>
                  </a:cubicBezTo>
                  <a:cubicBezTo>
                    <a:pt x="90246" y="10092"/>
                    <a:pt x="90246" y="10031"/>
                    <a:pt x="90246" y="10000"/>
                  </a:cubicBezTo>
                  <a:cubicBezTo>
                    <a:pt x="90276" y="9970"/>
                    <a:pt x="90215" y="9970"/>
                    <a:pt x="90124" y="9970"/>
                  </a:cubicBezTo>
                  <a:lnTo>
                    <a:pt x="90124" y="10000"/>
                  </a:lnTo>
                  <a:lnTo>
                    <a:pt x="90094" y="10061"/>
                  </a:lnTo>
                  <a:cubicBezTo>
                    <a:pt x="90094" y="10082"/>
                    <a:pt x="90078" y="10090"/>
                    <a:pt x="90053" y="10090"/>
                  </a:cubicBezTo>
                  <a:cubicBezTo>
                    <a:pt x="89966" y="10090"/>
                    <a:pt x="89762" y="9994"/>
                    <a:pt x="89668" y="9970"/>
                  </a:cubicBezTo>
                  <a:cubicBezTo>
                    <a:pt x="89648" y="9966"/>
                    <a:pt x="89628" y="9964"/>
                    <a:pt x="89608" y="9964"/>
                  </a:cubicBezTo>
                  <a:cubicBezTo>
                    <a:pt x="89478" y="9964"/>
                    <a:pt x="89356" y="10047"/>
                    <a:pt x="89303" y="10152"/>
                  </a:cubicBezTo>
                  <a:lnTo>
                    <a:pt x="89182" y="10244"/>
                  </a:lnTo>
                  <a:lnTo>
                    <a:pt x="89091" y="10304"/>
                  </a:lnTo>
                  <a:cubicBezTo>
                    <a:pt x="89013" y="10281"/>
                    <a:pt x="88928" y="10246"/>
                    <a:pt x="88845" y="10206"/>
                  </a:cubicBezTo>
                  <a:lnTo>
                    <a:pt x="88845" y="10206"/>
                  </a:lnTo>
                  <a:cubicBezTo>
                    <a:pt x="88832" y="10229"/>
                    <a:pt x="88813" y="10244"/>
                    <a:pt x="88787" y="10244"/>
                  </a:cubicBezTo>
                  <a:cubicBezTo>
                    <a:pt x="88780" y="10247"/>
                    <a:pt x="88774" y="10248"/>
                    <a:pt x="88769" y="10248"/>
                  </a:cubicBezTo>
                  <a:cubicBezTo>
                    <a:pt x="88741" y="10248"/>
                    <a:pt x="88722" y="10213"/>
                    <a:pt x="88710" y="10159"/>
                  </a:cubicBezTo>
                  <a:lnTo>
                    <a:pt x="88710" y="10159"/>
                  </a:lnTo>
                  <a:cubicBezTo>
                    <a:pt x="88723" y="10158"/>
                    <a:pt x="88737" y="10157"/>
                    <a:pt x="88750" y="10156"/>
                  </a:cubicBezTo>
                  <a:lnTo>
                    <a:pt x="88750" y="10156"/>
                  </a:lnTo>
                  <a:cubicBezTo>
                    <a:pt x="88735" y="10148"/>
                    <a:pt x="88719" y="10139"/>
                    <a:pt x="88704" y="10130"/>
                  </a:cubicBezTo>
                  <a:lnTo>
                    <a:pt x="88704" y="10130"/>
                  </a:lnTo>
                  <a:cubicBezTo>
                    <a:pt x="88699" y="10093"/>
                    <a:pt x="88696" y="10048"/>
                    <a:pt x="88696" y="10000"/>
                  </a:cubicBezTo>
                  <a:lnTo>
                    <a:pt x="88600" y="10064"/>
                  </a:lnTo>
                  <a:lnTo>
                    <a:pt x="88600" y="10064"/>
                  </a:lnTo>
                  <a:cubicBezTo>
                    <a:pt x="88481" y="9983"/>
                    <a:pt x="88410" y="9907"/>
                    <a:pt x="88452" y="9879"/>
                  </a:cubicBezTo>
                  <a:cubicBezTo>
                    <a:pt x="88507" y="9825"/>
                    <a:pt x="88658" y="9722"/>
                    <a:pt x="88711" y="9722"/>
                  </a:cubicBezTo>
                  <a:cubicBezTo>
                    <a:pt x="88718" y="9722"/>
                    <a:pt x="88723" y="9724"/>
                    <a:pt x="88726" y="9727"/>
                  </a:cubicBezTo>
                  <a:cubicBezTo>
                    <a:pt x="88787" y="9788"/>
                    <a:pt x="88848" y="9879"/>
                    <a:pt x="88878" y="10000"/>
                  </a:cubicBezTo>
                  <a:cubicBezTo>
                    <a:pt x="88878" y="10032"/>
                    <a:pt x="88878" y="10098"/>
                    <a:pt x="88865" y="10153"/>
                  </a:cubicBezTo>
                  <a:lnTo>
                    <a:pt x="88865" y="10153"/>
                  </a:lnTo>
                  <a:cubicBezTo>
                    <a:pt x="88900" y="10152"/>
                    <a:pt x="88934" y="10152"/>
                    <a:pt x="88969" y="10152"/>
                  </a:cubicBezTo>
                  <a:lnTo>
                    <a:pt x="88969" y="10122"/>
                  </a:lnTo>
                  <a:lnTo>
                    <a:pt x="88969" y="10000"/>
                  </a:lnTo>
                  <a:cubicBezTo>
                    <a:pt x="89000" y="9848"/>
                    <a:pt x="89060" y="9727"/>
                    <a:pt x="89151" y="9666"/>
                  </a:cubicBezTo>
                  <a:cubicBezTo>
                    <a:pt x="89163" y="9661"/>
                    <a:pt x="89174" y="9658"/>
                    <a:pt x="89185" y="9658"/>
                  </a:cubicBezTo>
                  <a:cubicBezTo>
                    <a:pt x="89234" y="9658"/>
                    <a:pt x="89279" y="9708"/>
                    <a:pt x="89303" y="9757"/>
                  </a:cubicBezTo>
                  <a:lnTo>
                    <a:pt x="89395" y="9696"/>
                  </a:lnTo>
                  <a:cubicBezTo>
                    <a:pt x="89425" y="9666"/>
                    <a:pt x="89425" y="9605"/>
                    <a:pt x="89486" y="9605"/>
                  </a:cubicBezTo>
                  <a:lnTo>
                    <a:pt x="89607" y="9575"/>
                  </a:lnTo>
                  <a:cubicBezTo>
                    <a:pt x="89759" y="9545"/>
                    <a:pt x="89942" y="9453"/>
                    <a:pt x="90033" y="9423"/>
                  </a:cubicBezTo>
                  <a:lnTo>
                    <a:pt x="90124" y="9514"/>
                  </a:lnTo>
                  <a:cubicBezTo>
                    <a:pt x="90165" y="9514"/>
                    <a:pt x="90219" y="9528"/>
                    <a:pt x="90268" y="9528"/>
                  </a:cubicBezTo>
                  <a:cubicBezTo>
                    <a:pt x="90293" y="9528"/>
                    <a:pt x="90317" y="9524"/>
                    <a:pt x="90337" y="9514"/>
                  </a:cubicBezTo>
                  <a:lnTo>
                    <a:pt x="90458" y="9514"/>
                  </a:lnTo>
                  <a:cubicBezTo>
                    <a:pt x="90550" y="9529"/>
                    <a:pt x="90641" y="9537"/>
                    <a:pt x="90732" y="9537"/>
                  </a:cubicBezTo>
                  <a:cubicBezTo>
                    <a:pt x="90823" y="9537"/>
                    <a:pt x="90914" y="9529"/>
                    <a:pt x="91006" y="9514"/>
                  </a:cubicBezTo>
                  <a:cubicBezTo>
                    <a:pt x="91092" y="9493"/>
                    <a:pt x="91162" y="9471"/>
                    <a:pt x="91239" y="9471"/>
                  </a:cubicBezTo>
                  <a:cubicBezTo>
                    <a:pt x="91271" y="9471"/>
                    <a:pt x="91304" y="9475"/>
                    <a:pt x="91340" y="9484"/>
                  </a:cubicBezTo>
                  <a:cubicBezTo>
                    <a:pt x="91462" y="9514"/>
                    <a:pt x="91583" y="9545"/>
                    <a:pt x="91735" y="9575"/>
                  </a:cubicBezTo>
                  <a:cubicBezTo>
                    <a:pt x="91766" y="9560"/>
                    <a:pt x="91804" y="9552"/>
                    <a:pt x="91845" y="9552"/>
                  </a:cubicBezTo>
                  <a:cubicBezTo>
                    <a:pt x="91887" y="9552"/>
                    <a:pt x="91933" y="9560"/>
                    <a:pt x="91978" y="9575"/>
                  </a:cubicBezTo>
                  <a:lnTo>
                    <a:pt x="92009" y="9575"/>
                  </a:lnTo>
                  <a:lnTo>
                    <a:pt x="92221" y="9423"/>
                  </a:lnTo>
                  <a:cubicBezTo>
                    <a:pt x="92434" y="9514"/>
                    <a:pt x="92647" y="9575"/>
                    <a:pt x="92708" y="9575"/>
                  </a:cubicBezTo>
                  <a:lnTo>
                    <a:pt x="92738" y="9575"/>
                  </a:lnTo>
                  <a:lnTo>
                    <a:pt x="92890" y="9453"/>
                  </a:lnTo>
                  <a:cubicBezTo>
                    <a:pt x="92966" y="9484"/>
                    <a:pt x="93042" y="9499"/>
                    <a:pt x="93122" y="9499"/>
                  </a:cubicBezTo>
                  <a:cubicBezTo>
                    <a:pt x="93202" y="9499"/>
                    <a:pt x="93285" y="9484"/>
                    <a:pt x="93376" y="9453"/>
                  </a:cubicBezTo>
                  <a:lnTo>
                    <a:pt x="93528" y="9545"/>
                  </a:lnTo>
                  <a:cubicBezTo>
                    <a:pt x="93533" y="9549"/>
                    <a:pt x="93540" y="9551"/>
                    <a:pt x="93549" y="9551"/>
                  </a:cubicBezTo>
                  <a:cubicBezTo>
                    <a:pt x="93576" y="9551"/>
                    <a:pt x="93621" y="9533"/>
                    <a:pt x="93668" y="9533"/>
                  </a:cubicBezTo>
                  <a:cubicBezTo>
                    <a:pt x="93703" y="9533"/>
                    <a:pt x="93739" y="9543"/>
                    <a:pt x="93772" y="9575"/>
                  </a:cubicBezTo>
                  <a:cubicBezTo>
                    <a:pt x="93772" y="9575"/>
                    <a:pt x="93962" y="9469"/>
                    <a:pt x="94095" y="9469"/>
                  </a:cubicBezTo>
                  <a:cubicBezTo>
                    <a:pt x="94122" y="9469"/>
                    <a:pt x="94147" y="9474"/>
                    <a:pt x="94167" y="9484"/>
                  </a:cubicBezTo>
                  <a:cubicBezTo>
                    <a:pt x="94192" y="9501"/>
                    <a:pt x="94220" y="9508"/>
                    <a:pt x="94248" y="9508"/>
                  </a:cubicBezTo>
                  <a:cubicBezTo>
                    <a:pt x="94319" y="9508"/>
                    <a:pt x="94388" y="9458"/>
                    <a:pt x="94410" y="9393"/>
                  </a:cubicBezTo>
                  <a:cubicBezTo>
                    <a:pt x="94562" y="9423"/>
                    <a:pt x="94653" y="9453"/>
                    <a:pt x="94775" y="9514"/>
                  </a:cubicBezTo>
                  <a:cubicBezTo>
                    <a:pt x="94791" y="9522"/>
                    <a:pt x="94806" y="9525"/>
                    <a:pt x="94821" y="9525"/>
                  </a:cubicBezTo>
                  <a:cubicBezTo>
                    <a:pt x="94889" y="9525"/>
                    <a:pt x="94950" y="9458"/>
                    <a:pt x="95015" y="9458"/>
                  </a:cubicBezTo>
                  <a:cubicBezTo>
                    <a:pt x="95045" y="9458"/>
                    <a:pt x="95076" y="9472"/>
                    <a:pt x="95109" y="9514"/>
                  </a:cubicBezTo>
                  <a:cubicBezTo>
                    <a:pt x="95231" y="9453"/>
                    <a:pt x="95322" y="9393"/>
                    <a:pt x="95443" y="9301"/>
                  </a:cubicBezTo>
                  <a:lnTo>
                    <a:pt x="95717" y="9301"/>
                  </a:lnTo>
                  <a:cubicBezTo>
                    <a:pt x="95899" y="9271"/>
                    <a:pt x="96051" y="9210"/>
                    <a:pt x="96203" y="9119"/>
                  </a:cubicBezTo>
                  <a:cubicBezTo>
                    <a:pt x="96264" y="9058"/>
                    <a:pt x="96203" y="8997"/>
                    <a:pt x="96082" y="8997"/>
                  </a:cubicBezTo>
                  <a:lnTo>
                    <a:pt x="96112" y="8845"/>
                  </a:lnTo>
                  <a:lnTo>
                    <a:pt x="96142" y="8724"/>
                  </a:lnTo>
                  <a:cubicBezTo>
                    <a:pt x="96142" y="8572"/>
                    <a:pt x="96082" y="8420"/>
                    <a:pt x="96021" y="8298"/>
                  </a:cubicBezTo>
                  <a:lnTo>
                    <a:pt x="96112" y="8207"/>
                  </a:lnTo>
                  <a:lnTo>
                    <a:pt x="96173" y="8146"/>
                  </a:lnTo>
                  <a:cubicBezTo>
                    <a:pt x="96203" y="8086"/>
                    <a:pt x="96325" y="7903"/>
                    <a:pt x="96325" y="7873"/>
                  </a:cubicBezTo>
                  <a:cubicBezTo>
                    <a:pt x="96325" y="7812"/>
                    <a:pt x="96416" y="7721"/>
                    <a:pt x="96538" y="7660"/>
                  </a:cubicBezTo>
                  <a:lnTo>
                    <a:pt x="96629" y="7599"/>
                  </a:lnTo>
                  <a:cubicBezTo>
                    <a:pt x="96720" y="7417"/>
                    <a:pt x="96781" y="7265"/>
                    <a:pt x="96811" y="7082"/>
                  </a:cubicBezTo>
                  <a:lnTo>
                    <a:pt x="96720" y="6991"/>
                  </a:lnTo>
                  <a:cubicBezTo>
                    <a:pt x="96750" y="6900"/>
                    <a:pt x="96842" y="6809"/>
                    <a:pt x="96933" y="6779"/>
                  </a:cubicBezTo>
                  <a:lnTo>
                    <a:pt x="97054" y="6779"/>
                  </a:lnTo>
                  <a:cubicBezTo>
                    <a:pt x="97115" y="6718"/>
                    <a:pt x="97024" y="6657"/>
                    <a:pt x="96994" y="6627"/>
                  </a:cubicBezTo>
                  <a:cubicBezTo>
                    <a:pt x="96963" y="6596"/>
                    <a:pt x="97237" y="6323"/>
                    <a:pt x="97358" y="6231"/>
                  </a:cubicBezTo>
                  <a:cubicBezTo>
                    <a:pt x="97480" y="6110"/>
                    <a:pt x="97450" y="5988"/>
                    <a:pt x="97419" y="5958"/>
                  </a:cubicBezTo>
                  <a:cubicBezTo>
                    <a:pt x="97358" y="5958"/>
                    <a:pt x="97358" y="5836"/>
                    <a:pt x="97419" y="5715"/>
                  </a:cubicBezTo>
                  <a:lnTo>
                    <a:pt x="97510" y="5654"/>
                  </a:lnTo>
                  <a:lnTo>
                    <a:pt x="97571" y="5593"/>
                  </a:lnTo>
                  <a:cubicBezTo>
                    <a:pt x="97693" y="5563"/>
                    <a:pt x="97753" y="5350"/>
                    <a:pt x="97693" y="5350"/>
                  </a:cubicBezTo>
                  <a:cubicBezTo>
                    <a:pt x="97632" y="5320"/>
                    <a:pt x="97571" y="5289"/>
                    <a:pt x="97510" y="5259"/>
                  </a:cubicBezTo>
                  <a:cubicBezTo>
                    <a:pt x="97510" y="5255"/>
                    <a:pt x="97509" y="5253"/>
                    <a:pt x="97506" y="5253"/>
                  </a:cubicBezTo>
                  <a:cubicBezTo>
                    <a:pt x="97486" y="5253"/>
                    <a:pt x="97407" y="5336"/>
                    <a:pt x="97328" y="5441"/>
                  </a:cubicBezTo>
                  <a:lnTo>
                    <a:pt x="97146" y="5350"/>
                  </a:lnTo>
                  <a:lnTo>
                    <a:pt x="97054" y="5289"/>
                  </a:lnTo>
                  <a:cubicBezTo>
                    <a:pt x="97115" y="5228"/>
                    <a:pt x="96872" y="5107"/>
                    <a:pt x="96750" y="5046"/>
                  </a:cubicBezTo>
                  <a:cubicBezTo>
                    <a:pt x="96629" y="5016"/>
                    <a:pt x="96902" y="4924"/>
                    <a:pt x="96994" y="4924"/>
                  </a:cubicBezTo>
                  <a:cubicBezTo>
                    <a:pt x="97010" y="4916"/>
                    <a:pt x="97048" y="4912"/>
                    <a:pt x="97096" y="4912"/>
                  </a:cubicBezTo>
                  <a:cubicBezTo>
                    <a:pt x="97226" y="4912"/>
                    <a:pt x="97427" y="4941"/>
                    <a:pt x="97450" y="4985"/>
                  </a:cubicBezTo>
                  <a:cubicBezTo>
                    <a:pt x="97461" y="5021"/>
                    <a:pt x="97483" y="5038"/>
                    <a:pt x="97508" y="5038"/>
                  </a:cubicBezTo>
                  <a:cubicBezTo>
                    <a:pt x="97547" y="5038"/>
                    <a:pt x="97595" y="4998"/>
                    <a:pt x="97632" y="4924"/>
                  </a:cubicBezTo>
                  <a:lnTo>
                    <a:pt x="97784" y="5016"/>
                  </a:lnTo>
                  <a:cubicBezTo>
                    <a:pt x="97784" y="5016"/>
                    <a:pt x="97784" y="5046"/>
                    <a:pt x="97814" y="5046"/>
                  </a:cubicBezTo>
                  <a:cubicBezTo>
                    <a:pt x="97852" y="5071"/>
                    <a:pt x="97869" y="5086"/>
                    <a:pt x="97884" y="5086"/>
                  </a:cubicBezTo>
                  <a:cubicBezTo>
                    <a:pt x="97906" y="5086"/>
                    <a:pt x="97925" y="5056"/>
                    <a:pt x="97997" y="4985"/>
                  </a:cubicBezTo>
                  <a:lnTo>
                    <a:pt x="98088" y="4924"/>
                  </a:lnTo>
                  <a:cubicBezTo>
                    <a:pt x="98179" y="4894"/>
                    <a:pt x="98240" y="4803"/>
                    <a:pt x="98209" y="4712"/>
                  </a:cubicBezTo>
                  <a:lnTo>
                    <a:pt x="98179" y="4681"/>
                  </a:lnTo>
                  <a:lnTo>
                    <a:pt x="98057" y="4529"/>
                  </a:lnTo>
                  <a:cubicBezTo>
                    <a:pt x="98057" y="4408"/>
                    <a:pt x="98057" y="4286"/>
                    <a:pt x="98057" y="4165"/>
                  </a:cubicBezTo>
                  <a:cubicBezTo>
                    <a:pt x="98027" y="4165"/>
                    <a:pt x="97723" y="4104"/>
                    <a:pt x="97662" y="4013"/>
                  </a:cubicBezTo>
                  <a:cubicBezTo>
                    <a:pt x="97480" y="3891"/>
                    <a:pt x="97298" y="3769"/>
                    <a:pt x="97085" y="3709"/>
                  </a:cubicBezTo>
                  <a:cubicBezTo>
                    <a:pt x="96902" y="3709"/>
                    <a:pt x="96720" y="3678"/>
                    <a:pt x="96538" y="3648"/>
                  </a:cubicBezTo>
                  <a:cubicBezTo>
                    <a:pt x="96416" y="3587"/>
                    <a:pt x="96294" y="3496"/>
                    <a:pt x="96203" y="3405"/>
                  </a:cubicBezTo>
                  <a:lnTo>
                    <a:pt x="96264" y="3313"/>
                  </a:lnTo>
                  <a:cubicBezTo>
                    <a:pt x="96355" y="3222"/>
                    <a:pt x="96416" y="3131"/>
                    <a:pt x="96477" y="3040"/>
                  </a:cubicBezTo>
                  <a:cubicBezTo>
                    <a:pt x="96507" y="2979"/>
                    <a:pt x="96477" y="2918"/>
                    <a:pt x="96446" y="2857"/>
                  </a:cubicBezTo>
                  <a:cubicBezTo>
                    <a:pt x="96416" y="2812"/>
                    <a:pt x="96386" y="2789"/>
                    <a:pt x="96351" y="2789"/>
                  </a:cubicBezTo>
                  <a:cubicBezTo>
                    <a:pt x="96317" y="2789"/>
                    <a:pt x="96279" y="2812"/>
                    <a:pt x="96234" y="2857"/>
                  </a:cubicBezTo>
                  <a:cubicBezTo>
                    <a:pt x="96207" y="2875"/>
                    <a:pt x="96188" y="2883"/>
                    <a:pt x="96174" y="2883"/>
                  </a:cubicBezTo>
                  <a:cubicBezTo>
                    <a:pt x="96140" y="2883"/>
                    <a:pt x="96134" y="2840"/>
                    <a:pt x="96112" y="2797"/>
                  </a:cubicBezTo>
                  <a:cubicBezTo>
                    <a:pt x="96082" y="2766"/>
                    <a:pt x="96051" y="2736"/>
                    <a:pt x="95991" y="2736"/>
                  </a:cubicBezTo>
                  <a:cubicBezTo>
                    <a:pt x="95899" y="2736"/>
                    <a:pt x="95778" y="2766"/>
                    <a:pt x="95747" y="2827"/>
                  </a:cubicBezTo>
                  <a:lnTo>
                    <a:pt x="95626" y="3070"/>
                  </a:lnTo>
                  <a:cubicBezTo>
                    <a:pt x="95474" y="3009"/>
                    <a:pt x="95413" y="2857"/>
                    <a:pt x="95443" y="2736"/>
                  </a:cubicBezTo>
                  <a:cubicBezTo>
                    <a:pt x="95474" y="2645"/>
                    <a:pt x="95535" y="2554"/>
                    <a:pt x="95565" y="2493"/>
                  </a:cubicBezTo>
                  <a:lnTo>
                    <a:pt x="95443" y="2493"/>
                  </a:lnTo>
                  <a:cubicBezTo>
                    <a:pt x="95383" y="2493"/>
                    <a:pt x="95352" y="2554"/>
                    <a:pt x="95322" y="2584"/>
                  </a:cubicBezTo>
                  <a:cubicBezTo>
                    <a:pt x="95261" y="2584"/>
                    <a:pt x="95261" y="2645"/>
                    <a:pt x="95261" y="2645"/>
                  </a:cubicBezTo>
                  <a:lnTo>
                    <a:pt x="95079" y="2584"/>
                  </a:lnTo>
                  <a:cubicBezTo>
                    <a:pt x="95062" y="2581"/>
                    <a:pt x="95045" y="2580"/>
                    <a:pt x="95027" y="2580"/>
                  </a:cubicBezTo>
                  <a:cubicBezTo>
                    <a:pt x="94848" y="2580"/>
                    <a:pt x="94614" y="2708"/>
                    <a:pt x="94532" y="2736"/>
                  </a:cubicBezTo>
                  <a:cubicBezTo>
                    <a:pt x="94349" y="2706"/>
                    <a:pt x="94197" y="2645"/>
                    <a:pt x="94045" y="2554"/>
                  </a:cubicBezTo>
                  <a:cubicBezTo>
                    <a:pt x="94012" y="2542"/>
                    <a:pt x="93974" y="2535"/>
                    <a:pt x="93937" y="2535"/>
                  </a:cubicBezTo>
                  <a:cubicBezTo>
                    <a:pt x="93873" y="2535"/>
                    <a:pt x="93810" y="2557"/>
                    <a:pt x="93772" y="2614"/>
                  </a:cubicBezTo>
                  <a:cubicBezTo>
                    <a:pt x="93765" y="2618"/>
                    <a:pt x="93758" y="2619"/>
                    <a:pt x="93752" y="2619"/>
                  </a:cubicBezTo>
                  <a:cubicBezTo>
                    <a:pt x="93698" y="2619"/>
                    <a:pt x="93650" y="2517"/>
                    <a:pt x="93650" y="2462"/>
                  </a:cubicBezTo>
                  <a:cubicBezTo>
                    <a:pt x="93650" y="2455"/>
                    <a:pt x="93647" y="2451"/>
                    <a:pt x="93641" y="2451"/>
                  </a:cubicBezTo>
                  <a:cubicBezTo>
                    <a:pt x="93621" y="2451"/>
                    <a:pt x="93575" y="2491"/>
                    <a:pt x="93528" y="2584"/>
                  </a:cubicBezTo>
                  <a:lnTo>
                    <a:pt x="93255" y="2584"/>
                  </a:lnTo>
                  <a:cubicBezTo>
                    <a:pt x="93133" y="2706"/>
                    <a:pt x="92860" y="3009"/>
                    <a:pt x="92921" y="3101"/>
                  </a:cubicBezTo>
                  <a:cubicBezTo>
                    <a:pt x="92956" y="3136"/>
                    <a:pt x="92898" y="3151"/>
                    <a:pt x="92831" y="3151"/>
                  </a:cubicBezTo>
                  <a:cubicBezTo>
                    <a:pt x="92784" y="3151"/>
                    <a:pt x="92733" y="3144"/>
                    <a:pt x="92708" y="3131"/>
                  </a:cubicBezTo>
                  <a:cubicBezTo>
                    <a:pt x="92681" y="3122"/>
                    <a:pt x="92654" y="3118"/>
                    <a:pt x="92628" y="3118"/>
                  </a:cubicBezTo>
                  <a:cubicBezTo>
                    <a:pt x="92566" y="3118"/>
                    <a:pt x="92508" y="3140"/>
                    <a:pt x="92465" y="3161"/>
                  </a:cubicBezTo>
                  <a:cubicBezTo>
                    <a:pt x="92313" y="3161"/>
                    <a:pt x="92191" y="3131"/>
                    <a:pt x="92069" y="3070"/>
                  </a:cubicBezTo>
                  <a:cubicBezTo>
                    <a:pt x="92009" y="3009"/>
                    <a:pt x="91917" y="2888"/>
                    <a:pt x="91917" y="2827"/>
                  </a:cubicBezTo>
                  <a:cubicBezTo>
                    <a:pt x="91917" y="2797"/>
                    <a:pt x="92161" y="2706"/>
                    <a:pt x="92252" y="2706"/>
                  </a:cubicBezTo>
                  <a:cubicBezTo>
                    <a:pt x="92313" y="2706"/>
                    <a:pt x="92221" y="2614"/>
                    <a:pt x="92039" y="2523"/>
                  </a:cubicBezTo>
                  <a:lnTo>
                    <a:pt x="91978" y="2523"/>
                  </a:lnTo>
                  <a:cubicBezTo>
                    <a:pt x="91961" y="2517"/>
                    <a:pt x="91947" y="2515"/>
                    <a:pt x="91935" y="2515"/>
                  </a:cubicBezTo>
                  <a:cubicBezTo>
                    <a:pt x="91887" y="2515"/>
                    <a:pt x="91887" y="2559"/>
                    <a:pt x="91887" y="2584"/>
                  </a:cubicBezTo>
                  <a:cubicBezTo>
                    <a:pt x="91917" y="2584"/>
                    <a:pt x="91826" y="2614"/>
                    <a:pt x="91796" y="2614"/>
                  </a:cubicBezTo>
                  <a:cubicBezTo>
                    <a:pt x="91766" y="2614"/>
                    <a:pt x="91674" y="2432"/>
                    <a:pt x="91583" y="2432"/>
                  </a:cubicBezTo>
                  <a:cubicBezTo>
                    <a:pt x="91492" y="2432"/>
                    <a:pt x="91522" y="2402"/>
                    <a:pt x="91583" y="2371"/>
                  </a:cubicBezTo>
                  <a:cubicBezTo>
                    <a:pt x="91644" y="2371"/>
                    <a:pt x="90945" y="2280"/>
                    <a:pt x="90914" y="2250"/>
                  </a:cubicBezTo>
                  <a:cubicBezTo>
                    <a:pt x="90884" y="2219"/>
                    <a:pt x="90914" y="2128"/>
                    <a:pt x="90945" y="2098"/>
                  </a:cubicBezTo>
                  <a:cubicBezTo>
                    <a:pt x="90975" y="2067"/>
                    <a:pt x="90975" y="2037"/>
                    <a:pt x="90914" y="2006"/>
                  </a:cubicBezTo>
                  <a:lnTo>
                    <a:pt x="90884" y="1976"/>
                  </a:lnTo>
                  <a:lnTo>
                    <a:pt x="90854" y="1946"/>
                  </a:lnTo>
                  <a:cubicBezTo>
                    <a:pt x="90793" y="1915"/>
                    <a:pt x="90975" y="1763"/>
                    <a:pt x="91036" y="1733"/>
                  </a:cubicBezTo>
                  <a:cubicBezTo>
                    <a:pt x="91043" y="1726"/>
                    <a:pt x="91051" y="1723"/>
                    <a:pt x="91060" y="1723"/>
                  </a:cubicBezTo>
                  <a:cubicBezTo>
                    <a:pt x="91134" y="1723"/>
                    <a:pt x="91276" y="1922"/>
                    <a:pt x="91249" y="1976"/>
                  </a:cubicBezTo>
                  <a:cubicBezTo>
                    <a:pt x="91249" y="2067"/>
                    <a:pt x="91279" y="2128"/>
                    <a:pt x="91279" y="2128"/>
                  </a:cubicBezTo>
                  <a:cubicBezTo>
                    <a:pt x="91370" y="2067"/>
                    <a:pt x="91462" y="2006"/>
                    <a:pt x="91522" y="1915"/>
                  </a:cubicBezTo>
                  <a:lnTo>
                    <a:pt x="91614" y="1885"/>
                  </a:lnTo>
                  <a:cubicBezTo>
                    <a:pt x="91674" y="1794"/>
                    <a:pt x="91705" y="1702"/>
                    <a:pt x="91735" y="1581"/>
                  </a:cubicBezTo>
                  <a:cubicBezTo>
                    <a:pt x="91705" y="1520"/>
                    <a:pt x="91674" y="1429"/>
                    <a:pt x="91644" y="1368"/>
                  </a:cubicBezTo>
                  <a:cubicBezTo>
                    <a:pt x="91614" y="1277"/>
                    <a:pt x="91279" y="1247"/>
                    <a:pt x="91279" y="1186"/>
                  </a:cubicBezTo>
                  <a:cubicBezTo>
                    <a:pt x="91257" y="1141"/>
                    <a:pt x="91349" y="1113"/>
                    <a:pt x="91495" y="1113"/>
                  </a:cubicBezTo>
                  <a:cubicBezTo>
                    <a:pt x="91548" y="1113"/>
                    <a:pt x="91609" y="1117"/>
                    <a:pt x="91674" y="1125"/>
                  </a:cubicBezTo>
                  <a:lnTo>
                    <a:pt x="91887" y="1125"/>
                  </a:lnTo>
                  <a:cubicBezTo>
                    <a:pt x="91891" y="1129"/>
                    <a:pt x="91897" y="1131"/>
                    <a:pt x="91903" y="1131"/>
                  </a:cubicBezTo>
                  <a:cubicBezTo>
                    <a:pt x="91941" y="1131"/>
                    <a:pt x="92009" y="1060"/>
                    <a:pt x="92009" y="1034"/>
                  </a:cubicBezTo>
                  <a:lnTo>
                    <a:pt x="92009" y="943"/>
                  </a:lnTo>
                  <a:cubicBezTo>
                    <a:pt x="92009" y="821"/>
                    <a:pt x="91857" y="639"/>
                    <a:pt x="91766" y="639"/>
                  </a:cubicBezTo>
                  <a:cubicBezTo>
                    <a:pt x="91705" y="669"/>
                    <a:pt x="91614" y="791"/>
                    <a:pt x="91674" y="821"/>
                  </a:cubicBezTo>
                  <a:cubicBezTo>
                    <a:pt x="91705" y="821"/>
                    <a:pt x="91705" y="912"/>
                    <a:pt x="91705" y="943"/>
                  </a:cubicBezTo>
                  <a:cubicBezTo>
                    <a:pt x="91705" y="1003"/>
                    <a:pt x="91644" y="1034"/>
                    <a:pt x="91553" y="1034"/>
                  </a:cubicBezTo>
                  <a:cubicBezTo>
                    <a:pt x="91535" y="945"/>
                    <a:pt x="91497" y="898"/>
                    <a:pt x="91438" y="898"/>
                  </a:cubicBezTo>
                  <a:cubicBezTo>
                    <a:pt x="91395" y="898"/>
                    <a:pt x="91343" y="922"/>
                    <a:pt x="91279" y="973"/>
                  </a:cubicBezTo>
                  <a:lnTo>
                    <a:pt x="91249" y="973"/>
                  </a:lnTo>
                  <a:cubicBezTo>
                    <a:pt x="91188" y="973"/>
                    <a:pt x="91158" y="943"/>
                    <a:pt x="91127" y="882"/>
                  </a:cubicBezTo>
                  <a:lnTo>
                    <a:pt x="91127" y="821"/>
                  </a:lnTo>
                  <a:cubicBezTo>
                    <a:pt x="91158" y="791"/>
                    <a:pt x="91188" y="730"/>
                    <a:pt x="91188" y="699"/>
                  </a:cubicBezTo>
                  <a:cubicBezTo>
                    <a:pt x="91127" y="608"/>
                    <a:pt x="91036" y="547"/>
                    <a:pt x="90945" y="487"/>
                  </a:cubicBezTo>
                  <a:cubicBezTo>
                    <a:pt x="90914" y="517"/>
                    <a:pt x="90884" y="578"/>
                    <a:pt x="90884" y="639"/>
                  </a:cubicBezTo>
                  <a:cubicBezTo>
                    <a:pt x="90882" y="640"/>
                    <a:pt x="90881" y="641"/>
                    <a:pt x="90878" y="641"/>
                  </a:cubicBezTo>
                  <a:cubicBezTo>
                    <a:pt x="90838" y="641"/>
                    <a:pt x="90695" y="394"/>
                    <a:pt x="90580" y="365"/>
                  </a:cubicBezTo>
                  <a:cubicBezTo>
                    <a:pt x="90568" y="362"/>
                    <a:pt x="90555" y="360"/>
                    <a:pt x="90543" y="360"/>
                  </a:cubicBezTo>
                  <a:cubicBezTo>
                    <a:pt x="90434" y="360"/>
                    <a:pt x="90334" y="475"/>
                    <a:pt x="90307" y="639"/>
                  </a:cubicBezTo>
                  <a:lnTo>
                    <a:pt x="90063" y="426"/>
                  </a:lnTo>
                  <a:cubicBezTo>
                    <a:pt x="90033" y="456"/>
                    <a:pt x="90003" y="456"/>
                    <a:pt x="89972" y="487"/>
                  </a:cubicBezTo>
                  <a:lnTo>
                    <a:pt x="89820" y="487"/>
                  </a:lnTo>
                  <a:cubicBezTo>
                    <a:pt x="89820" y="517"/>
                    <a:pt x="89486" y="547"/>
                    <a:pt x="89425" y="608"/>
                  </a:cubicBezTo>
                  <a:cubicBezTo>
                    <a:pt x="89379" y="631"/>
                    <a:pt x="89245" y="689"/>
                    <a:pt x="89183" y="689"/>
                  </a:cubicBezTo>
                  <a:cubicBezTo>
                    <a:pt x="89164" y="689"/>
                    <a:pt x="89151" y="684"/>
                    <a:pt x="89151" y="669"/>
                  </a:cubicBezTo>
                  <a:cubicBezTo>
                    <a:pt x="89151" y="639"/>
                    <a:pt x="88969" y="639"/>
                    <a:pt x="88939" y="639"/>
                  </a:cubicBezTo>
                  <a:cubicBezTo>
                    <a:pt x="88898" y="639"/>
                    <a:pt x="88777" y="612"/>
                    <a:pt x="88700" y="612"/>
                  </a:cubicBezTo>
                  <a:cubicBezTo>
                    <a:pt x="88662" y="612"/>
                    <a:pt x="88635" y="618"/>
                    <a:pt x="88635" y="639"/>
                  </a:cubicBezTo>
                  <a:cubicBezTo>
                    <a:pt x="88635" y="669"/>
                    <a:pt x="88604" y="730"/>
                    <a:pt x="88574" y="791"/>
                  </a:cubicBezTo>
                  <a:cubicBezTo>
                    <a:pt x="88574" y="791"/>
                    <a:pt x="88452" y="760"/>
                    <a:pt x="88422" y="730"/>
                  </a:cubicBezTo>
                  <a:cubicBezTo>
                    <a:pt x="88392" y="730"/>
                    <a:pt x="88179" y="608"/>
                    <a:pt x="87936" y="517"/>
                  </a:cubicBezTo>
                  <a:lnTo>
                    <a:pt x="87692" y="608"/>
                  </a:lnTo>
                  <a:lnTo>
                    <a:pt x="87662" y="608"/>
                  </a:lnTo>
                  <a:cubicBezTo>
                    <a:pt x="87657" y="611"/>
                    <a:pt x="87651" y="612"/>
                    <a:pt x="87645" y="612"/>
                  </a:cubicBezTo>
                  <a:cubicBezTo>
                    <a:pt x="87585" y="612"/>
                    <a:pt x="87507" y="484"/>
                    <a:pt x="87480" y="456"/>
                  </a:cubicBezTo>
                  <a:cubicBezTo>
                    <a:pt x="87480" y="441"/>
                    <a:pt x="87472" y="435"/>
                    <a:pt x="87460" y="435"/>
                  </a:cubicBezTo>
                  <a:cubicBezTo>
                    <a:pt x="87423" y="435"/>
                    <a:pt x="87343" y="487"/>
                    <a:pt x="87297" y="487"/>
                  </a:cubicBezTo>
                  <a:cubicBezTo>
                    <a:pt x="87262" y="496"/>
                    <a:pt x="87229" y="499"/>
                    <a:pt x="87197" y="499"/>
                  </a:cubicBezTo>
                  <a:cubicBezTo>
                    <a:pt x="87120" y="499"/>
                    <a:pt x="87049" y="478"/>
                    <a:pt x="86963" y="456"/>
                  </a:cubicBezTo>
                  <a:cubicBezTo>
                    <a:pt x="86952" y="451"/>
                    <a:pt x="86938" y="448"/>
                    <a:pt x="86922" y="448"/>
                  </a:cubicBezTo>
                  <a:cubicBezTo>
                    <a:pt x="86851" y="448"/>
                    <a:pt x="86745" y="498"/>
                    <a:pt x="86720" y="547"/>
                  </a:cubicBezTo>
                  <a:cubicBezTo>
                    <a:pt x="86710" y="558"/>
                    <a:pt x="86696" y="562"/>
                    <a:pt x="86680" y="562"/>
                  </a:cubicBezTo>
                  <a:cubicBezTo>
                    <a:pt x="86609" y="562"/>
                    <a:pt x="86496" y="483"/>
                    <a:pt x="86436" y="483"/>
                  </a:cubicBezTo>
                  <a:cubicBezTo>
                    <a:pt x="86428" y="483"/>
                    <a:pt x="86421" y="484"/>
                    <a:pt x="86416" y="487"/>
                  </a:cubicBezTo>
                  <a:cubicBezTo>
                    <a:pt x="86385" y="517"/>
                    <a:pt x="86325" y="547"/>
                    <a:pt x="86294" y="578"/>
                  </a:cubicBezTo>
                  <a:lnTo>
                    <a:pt x="86264" y="578"/>
                  </a:lnTo>
                  <a:cubicBezTo>
                    <a:pt x="86233" y="578"/>
                    <a:pt x="86112" y="517"/>
                    <a:pt x="86082" y="487"/>
                  </a:cubicBezTo>
                  <a:cubicBezTo>
                    <a:pt x="86078" y="483"/>
                    <a:pt x="86073" y="482"/>
                    <a:pt x="86066" y="482"/>
                  </a:cubicBezTo>
                  <a:cubicBezTo>
                    <a:pt x="86012" y="482"/>
                    <a:pt x="85862" y="578"/>
                    <a:pt x="85808" y="578"/>
                  </a:cubicBezTo>
                  <a:cubicBezTo>
                    <a:pt x="85747" y="578"/>
                    <a:pt x="85717" y="365"/>
                    <a:pt x="85808" y="335"/>
                  </a:cubicBezTo>
                  <a:cubicBezTo>
                    <a:pt x="85899" y="335"/>
                    <a:pt x="85899" y="243"/>
                    <a:pt x="85808" y="152"/>
                  </a:cubicBezTo>
                  <a:lnTo>
                    <a:pt x="85717" y="91"/>
                  </a:lnTo>
                  <a:cubicBezTo>
                    <a:pt x="85656" y="91"/>
                    <a:pt x="85595" y="335"/>
                    <a:pt x="85595" y="395"/>
                  </a:cubicBezTo>
                  <a:cubicBezTo>
                    <a:pt x="85595" y="464"/>
                    <a:pt x="85527" y="498"/>
                    <a:pt x="85428" y="498"/>
                  </a:cubicBezTo>
                  <a:cubicBezTo>
                    <a:pt x="85396" y="498"/>
                    <a:pt x="85360" y="494"/>
                    <a:pt x="85322" y="487"/>
                  </a:cubicBezTo>
                  <a:lnTo>
                    <a:pt x="85200" y="487"/>
                  </a:lnTo>
                  <a:cubicBezTo>
                    <a:pt x="84987" y="456"/>
                    <a:pt x="84987" y="456"/>
                    <a:pt x="84957" y="274"/>
                  </a:cubicBezTo>
                  <a:cubicBezTo>
                    <a:pt x="84957" y="243"/>
                    <a:pt x="84957" y="243"/>
                    <a:pt x="84957" y="243"/>
                  </a:cubicBezTo>
                  <a:cubicBezTo>
                    <a:pt x="84805" y="213"/>
                    <a:pt x="84775" y="122"/>
                    <a:pt x="84683" y="31"/>
                  </a:cubicBezTo>
                  <a:lnTo>
                    <a:pt x="84653" y="0"/>
                  </a:lnTo>
                  <a:cubicBezTo>
                    <a:pt x="84501" y="31"/>
                    <a:pt x="84501" y="183"/>
                    <a:pt x="84623" y="365"/>
                  </a:cubicBezTo>
                  <a:lnTo>
                    <a:pt x="84562" y="487"/>
                  </a:lnTo>
                  <a:lnTo>
                    <a:pt x="84471" y="669"/>
                  </a:lnTo>
                  <a:cubicBezTo>
                    <a:pt x="84258" y="639"/>
                    <a:pt x="84136" y="365"/>
                    <a:pt x="84167" y="335"/>
                  </a:cubicBezTo>
                  <a:cubicBezTo>
                    <a:pt x="84227" y="304"/>
                    <a:pt x="84288" y="274"/>
                    <a:pt x="84349" y="213"/>
                  </a:cubicBezTo>
                  <a:cubicBezTo>
                    <a:pt x="84349" y="183"/>
                    <a:pt x="84288" y="152"/>
                    <a:pt x="84258" y="152"/>
                  </a:cubicBezTo>
                  <a:cubicBezTo>
                    <a:pt x="84045" y="183"/>
                    <a:pt x="83863" y="213"/>
                    <a:pt x="83680" y="213"/>
                  </a:cubicBezTo>
                  <a:cubicBezTo>
                    <a:pt x="83467" y="122"/>
                    <a:pt x="83285" y="91"/>
                    <a:pt x="83103" y="61"/>
                  </a:cubicBezTo>
                  <a:cubicBezTo>
                    <a:pt x="83012" y="61"/>
                    <a:pt x="82981" y="122"/>
                    <a:pt x="82981" y="152"/>
                  </a:cubicBezTo>
                  <a:cubicBezTo>
                    <a:pt x="82981" y="152"/>
                    <a:pt x="82738" y="243"/>
                    <a:pt x="82708" y="304"/>
                  </a:cubicBezTo>
                  <a:cubicBezTo>
                    <a:pt x="82685" y="349"/>
                    <a:pt x="82647" y="377"/>
                    <a:pt x="82628" y="377"/>
                  </a:cubicBezTo>
                  <a:cubicBezTo>
                    <a:pt x="82621" y="377"/>
                    <a:pt x="82616" y="373"/>
                    <a:pt x="82616" y="365"/>
                  </a:cubicBezTo>
                  <a:lnTo>
                    <a:pt x="82616" y="335"/>
                  </a:lnTo>
                  <a:cubicBezTo>
                    <a:pt x="82616" y="274"/>
                    <a:pt x="82647" y="213"/>
                    <a:pt x="82647" y="213"/>
                  </a:cubicBezTo>
                  <a:lnTo>
                    <a:pt x="82556" y="152"/>
                  </a:lnTo>
                  <a:cubicBezTo>
                    <a:pt x="82511" y="130"/>
                    <a:pt x="82441" y="124"/>
                    <a:pt x="82368" y="124"/>
                  </a:cubicBezTo>
                  <a:cubicBezTo>
                    <a:pt x="82288" y="124"/>
                    <a:pt x="82203" y="131"/>
                    <a:pt x="82143" y="131"/>
                  </a:cubicBezTo>
                  <a:cubicBezTo>
                    <a:pt x="82109" y="131"/>
                    <a:pt x="82083" y="129"/>
                    <a:pt x="82069" y="122"/>
                  </a:cubicBezTo>
                  <a:cubicBezTo>
                    <a:pt x="82024" y="107"/>
                    <a:pt x="81970" y="99"/>
                    <a:pt x="81917" y="99"/>
                  </a:cubicBezTo>
                  <a:cubicBezTo>
                    <a:pt x="81864" y="99"/>
                    <a:pt x="81811" y="107"/>
                    <a:pt x="81765" y="122"/>
                  </a:cubicBezTo>
                  <a:cubicBezTo>
                    <a:pt x="81742" y="145"/>
                    <a:pt x="81714" y="155"/>
                    <a:pt x="81687" y="155"/>
                  </a:cubicBezTo>
                  <a:cubicBezTo>
                    <a:pt x="81644" y="155"/>
                    <a:pt x="81602" y="129"/>
                    <a:pt x="81583" y="91"/>
                  </a:cubicBezTo>
                  <a:lnTo>
                    <a:pt x="81522" y="31"/>
                  </a:lnTo>
                  <a:lnTo>
                    <a:pt x="81461" y="31"/>
                  </a:lnTo>
                  <a:lnTo>
                    <a:pt x="814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6" name="Google Shape;4196;p51"/>
          <p:cNvSpPr/>
          <p:nvPr/>
        </p:nvSpPr>
        <p:spPr>
          <a:xfrm>
            <a:off x="7534149" y="2645675"/>
            <a:ext cx="339341" cy="338482"/>
          </a:xfrm>
          <a:custGeom>
            <a:rect b="b" l="l" r="r" t="t"/>
            <a:pathLst>
              <a:path extrusionOk="0" h="57516" w="57662">
                <a:moveTo>
                  <a:pt x="23983" y="1"/>
                </a:moveTo>
                <a:lnTo>
                  <a:pt x="23983" y="1"/>
                </a:lnTo>
                <a:cubicBezTo>
                  <a:pt x="23985" y="2"/>
                  <a:pt x="23986" y="3"/>
                  <a:pt x="23988" y="5"/>
                </a:cubicBezTo>
                <a:lnTo>
                  <a:pt x="23988" y="5"/>
                </a:lnTo>
                <a:cubicBezTo>
                  <a:pt x="23987" y="3"/>
                  <a:pt x="23985" y="2"/>
                  <a:pt x="23983" y="1"/>
                </a:cubicBezTo>
                <a:close/>
                <a:moveTo>
                  <a:pt x="40828" y="17959"/>
                </a:moveTo>
                <a:cubicBezTo>
                  <a:pt x="40826" y="17960"/>
                  <a:pt x="40824" y="17962"/>
                  <a:pt x="40822" y="17965"/>
                </a:cubicBezTo>
                <a:cubicBezTo>
                  <a:pt x="40824" y="17963"/>
                  <a:pt x="40826" y="17961"/>
                  <a:pt x="40828" y="17959"/>
                </a:cubicBezTo>
                <a:close/>
                <a:moveTo>
                  <a:pt x="43740" y="22554"/>
                </a:moveTo>
                <a:lnTo>
                  <a:pt x="43740" y="22554"/>
                </a:lnTo>
                <a:cubicBezTo>
                  <a:pt x="44013" y="22615"/>
                  <a:pt x="43709" y="22767"/>
                  <a:pt x="43983" y="22767"/>
                </a:cubicBezTo>
                <a:cubicBezTo>
                  <a:pt x="43922" y="22767"/>
                  <a:pt x="43861" y="22798"/>
                  <a:pt x="43801" y="22828"/>
                </a:cubicBezTo>
                <a:lnTo>
                  <a:pt x="43679" y="22615"/>
                </a:lnTo>
                <a:lnTo>
                  <a:pt x="43740" y="22554"/>
                </a:lnTo>
                <a:close/>
                <a:moveTo>
                  <a:pt x="31538" y="12307"/>
                </a:moveTo>
                <a:cubicBezTo>
                  <a:pt x="31599" y="12307"/>
                  <a:pt x="31655" y="12308"/>
                  <a:pt x="31703" y="12311"/>
                </a:cubicBezTo>
                <a:lnTo>
                  <a:pt x="31673" y="12433"/>
                </a:lnTo>
                <a:cubicBezTo>
                  <a:pt x="32493" y="12463"/>
                  <a:pt x="34378" y="12402"/>
                  <a:pt x="35624" y="12737"/>
                </a:cubicBezTo>
                <a:lnTo>
                  <a:pt x="35472" y="12980"/>
                </a:lnTo>
                <a:cubicBezTo>
                  <a:pt x="35807" y="13010"/>
                  <a:pt x="36111" y="13041"/>
                  <a:pt x="36414" y="13132"/>
                </a:cubicBezTo>
                <a:cubicBezTo>
                  <a:pt x="36749" y="13223"/>
                  <a:pt x="37083" y="13345"/>
                  <a:pt x="37418" y="13497"/>
                </a:cubicBezTo>
                <a:cubicBezTo>
                  <a:pt x="37752" y="13618"/>
                  <a:pt x="38056" y="13770"/>
                  <a:pt x="38299" y="13892"/>
                </a:cubicBezTo>
                <a:cubicBezTo>
                  <a:pt x="38573" y="14044"/>
                  <a:pt x="38785" y="14165"/>
                  <a:pt x="38937" y="14226"/>
                </a:cubicBezTo>
                <a:cubicBezTo>
                  <a:pt x="38937" y="14287"/>
                  <a:pt x="38968" y="14317"/>
                  <a:pt x="38968" y="14348"/>
                </a:cubicBezTo>
                <a:cubicBezTo>
                  <a:pt x="38968" y="14317"/>
                  <a:pt x="38968" y="14317"/>
                  <a:pt x="38998" y="14287"/>
                </a:cubicBezTo>
                <a:lnTo>
                  <a:pt x="39059" y="14317"/>
                </a:lnTo>
                <a:lnTo>
                  <a:pt x="38968" y="14348"/>
                </a:lnTo>
                <a:cubicBezTo>
                  <a:pt x="38998" y="14408"/>
                  <a:pt x="39028" y="14500"/>
                  <a:pt x="38998" y="14560"/>
                </a:cubicBezTo>
                <a:cubicBezTo>
                  <a:pt x="39089" y="14500"/>
                  <a:pt x="39059" y="14469"/>
                  <a:pt x="39089" y="14408"/>
                </a:cubicBezTo>
                <a:lnTo>
                  <a:pt x="39150" y="14408"/>
                </a:lnTo>
                <a:lnTo>
                  <a:pt x="39393" y="14591"/>
                </a:lnTo>
                <a:cubicBezTo>
                  <a:pt x="39332" y="14682"/>
                  <a:pt x="39180" y="14804"/>
                  <a:pt x="39241" y="14895"/>
                </a:cubicBezTo>
                <a:cubicBezTo>
                  <a:pt x="39484" y="15259"/>
                  <a:pt x="39697" y="15655"/>
                  <a:pt x="39910" y="16050"/>
                </a:cubicBezTo>
                <a:cubicBezTo>
                  <a:pt x="40123" y="16415"/>
                  <a:pt x="40366" y="16779"/>
                  <a:pt x="40609" y="17114"/>
                </a:cubicBezTo>
                <a:cubicBezTo>
                  <a:pt x="40548" y="17174"/>
                  <a:pt x="40548" y="17174"/>
                  <a:pt x="40487" y="17174"/>
                </a:cubicBezTo>
                <a:cubicBezTo>
                  <a:pt x="40731" y="17326"/>
                  <a:pt x="40852" y="17509"/>
                  <a:pt x="41065" y="17630"/>
                </a:cubicBezTo>
                <a:cubicBezTo>
                  <a:pt x="41006" y="17749"/>
                  <a:pt x="40917" y="17868"/>
                  <a:pt x="40828" y="17959"/>
                </a:cubicBezTo>
                <a:lnTo>
                  <a:pt x="40828" y="17959"/>
                </a:lnTo>
                <a:cubicBezTo>
                  <a:pt x="40835" y="17953"/>
                  <a:pt x="40844" y="17950"/>
                  <a:pt x="40854" y="17950"/>
                </a:cubicBezTo>
                <a:cubicBezTo>
                  <a:pt x="41046" y="17950"/>
                  <a:pt x="41758" y="18911"/>
                  <a:pt x="41673" y="18968"/>
                </a:cubicBezTo>
                <a:lnTo>
                  <a:pt x="42098" y="18755"/>
                </a:lnTo>
                <a:lnTo>
                  <a:pt x="42098" y="18755"/>
                </a:lnTo>
                <a:cubicBezTo>
                  <a:pt x="42250" y="18998"/>
                  <a:pt x="41673" y="19089"/>
                  <a:pt x="41886" y="19241"/>
                </a:cubicBezTo>
                <a:cubicBezTo>
                  <a:pt x="41989" y="19202"/>
                  <a:pt x="42062" y="19186"/>
                  <a:pt x="42114" y="19186"/>
                </a:cubicBezTo>
                <a:cubicBezTo>
                  <a:pt x="42358" y="19186"/>
                  <a:pt x="42113" y="19554"/>
                  <a:pt x="42310" y="19554"/>
                </a:cubicBezTo>
                <a:cubicBezTo>
                  <a:pt x="42327" y="19554"/>
                  <a:pt x="42347" y="19551"/>
                  <a:pt x="42372" y="19545"/>
                </a:cubicBezTo>
                <a:lnTo>
                  <a:pt x="42372" y="19545"/>
                </a:lnTo>
                <a:cubicBezTo>
                  <a:pt x="42342" y="19576"/>
                  <a:pt x="42372" y="19667"/>
                  <a:pt x="42190" y="19758"/>
                </a:cubicBezTo>
                <a:cubicBezTo>
                  <a:pt x="42272" y="19728"/>
                  <a:pt x="42321" y="19717"/>
                  <a:pt x="42350" y="19717"/>
                </a:cubicBezTo>
                <a:cubicBezTo>
                  <a:pt x="42440" y="19717"/>
                  <a:pt x="42341" y="19826"/>
                  <a:pt x="42433" y="19849"/>
                </a:cubicBezTo>
                <a:cubicBezTo>
                  <a:pt x="42449" y="19853"/>
                  <a:pt x="42463" y="19855"/>
                  <a:pt x="42475" y="19855"/>
                </a:cubicBezTo>
                <a:cubicBezTo>
                  <a:pt x="42548" y="19855"/>
                  <a:pt x="42536" y="19780"/>
                  <a:pt x="42615" y="19728"/>
                </a:cubicBezTo>
                <a:lnTo>
                  <a:pt x="42798" y="19819"/>
                </a:lnTo>
                <a:cubicBezTo>
                  <a:pt x="42745" y="19924"/>
                  <a:pt x="42577" y="20007"/>
                  <a:pt x="42494" y="20007"/>
                </a:cubicBezTo>
                <a:cubicBezTo>
                  <a:pt x="42482" y="20007"/>
                  <a:pt x="42471" y="20005"/>
                  <a:pt x="42463" y="20001"/>
                </a:cubicBezTo>
                <a:lnTo>
                  <a:pt x="42463" y="20001"/>
                </a:lnTo>
                <a:cubicBezTo>
                  <a:pt x="42494" y="20244"/>
                  <a:pt x="42706" y="20852"/>
                  <a:pt x="42858" y="21521"/>
                </a:cubicBezTo>
                <a:cubicBezTo>
                  <a:pt x="42919" y="21825"/>
                  <a:pt x="43010" y="22129"/>
                  <a:pt x="43102" y="22402"/>
                </a:cubicBezTo>
                <a:cubicBezTo>
                  <a:pt x="43132" y="22615"/>
                  <a:pt x="43223" y="22828"/>
                  <a:pt x="43314" y="22980"/>
                </a:cubicBezTo>
                <a:cubicBezTo>
                  <a:pt x="43557" y="22889"/>
                  <a:pt x="43405" y="22798"/>
                  <a:pt x="43649" y="22646"/>
                </a:cubicBezTo>
                <a:cubicBezTo>
                  <a:pt x="43679" y="22737"/>
                  <a:pt x="43709" y="22828"/>
                  <a:pt x="43709" y="22919"/>
                </a:cubicBezTo>
                <a:cubicBezTo>
                  <a:pt x="43588" y="23041"/>
                  <a:pt x="43770" y="23162"/>
                  <a:pt x="43314" y="23375"/>
                </a:cubicBezTo>
                <a:lnTo>
                  <a:pt x="43709" y="23314"/>
                </a:lnTo>
                <a:lnTo>
                  <a:pt x="43497" y="23436"/>
                </a:lnTo>
                <a:cubicBezTo>
                  <a:pt x="44013" y="23861"/>
                  <a:pt x="43740" y="23497"/>
                  <a:pt x="43770" y="24013"/>
                </a:cubicBezTo>
                <a:cubicBezTo>
                  <a:pt x="43801" y="24105"/>
                  <a:pt x="43892" y="24165"/>
                  <a:pt x="43983" y="24196"/>
                </a:cubicBezTo>
                <a:cubicBezTo>
                  <a:pt x="43953" y="24287"/>
                  <a:pt x="43953" y="24378"/>
                  <a:pt x="43983" y="24439"/>
                </a:cubicBezTo>
                <a:cubicBezTo>
                  <a:pt x="44226" y="24865"/>
                  <a:pt x="44652" y="25351"/>
                  <a:pt x="44743" y="25928"/>
                </a:cubicBezTo>
                <a:lnTo>
                  <a:pt x="44712" y="25928"/>
                </a:lnTo>
                <a:lnTo>
                  <a:pt x="44561" y="25776"/>
                </a:lnTo>
                <a:lnTo>
                  <a:pt x="44561" y="25776"/>
                </a:lnTo>
                <a:cubicBezTo>
                  <a:pt x="44561" y="25928"/>
                  <a:pt x="44621" y="26050"/>
                  <a:pt x="44712" y="26172"/>
                </a:cubicBezTo>
                <a:cubicBezTo>
                  <a:pt x="44743" y="26475"/>
                  <a:pt x="44804" y="26779"/>
                  <a:pt x="44925" y="27083"/>
                </a:cubicBezTo>
                <a:cubicBezTo>
                  <a:pt x="44986" y="27296"/>
                  <a:pt x="45077" y="27479"/>
                  <a:pt x="45199" y="27691"/>
                </a:cubicBezTo>
                <a:cubicBezTo>
                  <a:pt x="45472" y="28056"/>
                  <a:pt x="45564" y="28542"/>
                  <a:pt x="45533" y="28998"/>
                </a:cubicBezTo>
                <a:cubicBezTo>
                  <a:pt x="45472" y="28968"/>
                  <a:pt x="45442" y="28938"/>
                  <a:pt x="45412" y="28907"/>
                </a:cubicBezTo>
                <a:lnTo>
                  <a:pt x="45412" y="28907"/>
                </a:lnTo>
                <a:cubicBezTo>
                  <a:pt x="45260" y="29272"/>
                  <a:pt x="45564" y="30001"/>
                  <a:pt x="45351" y="30700"/>
                </a:cubicBezTo>
                <a:cubicBezTo>
                  <a:pt x="45384" y="30601"/>
                  <a:pt x="45472" y="30501"/>
                  <a:pt x="45550" y="30501"/>
                </a:cubicBezTo>
                <a:cubicBezTo>
                  <a:pt x="45614" y="30501"/>
                  <a:pt x="45671" y="30569"/>
                  <a:pt x="45685" y="30761"/>
                </a:cubicBezTo>
                <a:cubicBezTo>
                  <a:pt x="45624" y="31004"/>
                  <a:pt x="45564" y="31217"/>
                  <a:pt x="45564" y="31460"/>
                </a:cubicBezTo>
                <a:cubicBezTo>
                  <a:pt x="45442" y="31460"/>
                  <a:pt x="45320" y="31400"/>
                  <a:pt x="45229" y="31369"/>
                </a:cubicBezTo>
                <a:lnTo>
                  <a:pt x="45229" y="31369"/>
                </a:lnTo>
                <a:cubicBezTo>
                  <a:pt x="45320" y="31582"/>
                  <a:pt x="45564" y="31521"/>
                  <a:pt x="45503" y="31673"/>
                </a:cubicBezTo>
                <a:cubicBezTo>
                  <a:pt x="45491" y="31685"/>
                  <a:pt x="45474" y="31690"/>
                  <a:pt x="45455" y="31690"/>
                </a:cubicBezTo>
                <a:cubicBezTo>
                  <a:pt x="45375" y="31690"/>
                  <a:pt x="45248" y="31606"/>
                  <a:pt x="45199" y="31582"/>
                </a:cubicBezTo>
                <a:lnTo>
                  <a:pt x="45199" y="31582"/>
                </a:lnTo>
                <a:cubicBezTo>
                  <a:pt x="45229" y="31673"/>
                  <a:pt x="45108" y="31734"/>
                  <a:pt x="45260" y="31764"/>
                </a:cubicBezTo>
                <a:cubicBezTo>
                  <a:pt x="45305" y="31749"/>
                  <a:pt x="45351" y="31742"/>
                  <a:pt x="45396" y="31742"/>
                </a:cubicBezTo>
                <a:cubicBezTo>
                  <a:pt x="45442" y="31742"/>
                  <a:pt x="45488" y="31749"/>
                  <a:pt x="45533" y="31764"/>
                </a:cubicBezTo>
                <a:cubicBezTo>
                  <a:pt x="45503" y="32099"/>
                  <a:pt x="45412" y="32403"/>
                  <a:pt x="45260" y="32707"/>
                </a:cubicBezTo>
                <a:cubicBezTo>
                  <a:pt x="45260" y="32707"/>
                  <a:pt x="45320" y="32859"/>
                  <a:pt x="45381" y="33011"/>
                </a:cubicBezTo>
                <a:lnTo>
                  <a:pt x="45472" y="33345"/>
                </a:lnTo>
                <a:cubicBezTo>
                  <a:pt x="45229" y="34500"/>
                  <a:pt x="44895" y="35625"/>
                  <a:pt x="44439" y="36749"/>
                </a:cubicBezTo>
                <a:cubicBezTo>
                  <a:pt x="44105" y="37509"/>
                  <a:pt x="43740" y="38239"/>
                  <a:pt x="43314" y="38968"/>
                </a:cubicBezTo>
                <a:cubicBezTo>
                  <a:pt x="42858" y="39698"/>
                  <a:pt x="42342" y="40397"/>
                  <a:pt x="41764" y="41065"/>
                </a:cubicBezTo>
                <a:cubicBezTo>
                  <a:pt x="41187" y="41704"/>
                  <a:pt x="40579" y="42281"/>
                  <a:pt x="39910" y="42798"/>
                </a:cubicBezTo>
                <a:cubicBezTo>
                  <a:pt x="39241" y="43284"/>
                  <a:pt x="38542" y="43710"/>
                  <a:pt x="37843" y="44075"/>
                </a:cubicBezTo>
                <a:cubicBezTo>
                  <a:pt x="36749" y="44652"/>
                  <a:pt x="35624" y="45078"/>
                  <a:pt x="34439" y="45321"/>
                </a:cubicBezTo>
                <a:lnTo>
                  <a:pt x="34530" y="45260"/>
                </a:lnTo>
                <a:lnTo>
                  <a:pt x="34530" y="45260"/>
                </a:lnTo>
                <a:cubicBezTo>
                  <a:pt x="33358" y="45573"/>
                  <a:pt x="32163" y="45729"/>
                  <a:pt x="30965" y="45729"/>
                </a:cubicBezTo>
                <a:cubicBezTo>
                  <a:pt x="30765" y="45729"/>
                  <a:pt x="30565" y="45725"/>
                  <a:pt x="30366" y="45716"/>
                </a:cubicBezTo>
                <a:cubicBezTo>
                  <a:pt x="28572" y="45686"/>
                  <a:pt x="26809" y="45382"/>
                  <a:pt x="25138" y="44834"/>
                </a:cubicBezTo>
                <a:cubicBezTo>
                  <a:pt x="23405" y="44257"/>
                  <a:pt x="21794" y="43467"/>
                  <a:pt x="20274" y="42494"/>
                </a:cubicBezTo>
                <a:cubicBezTo>
                  <a:pt x="19028" y="41673"/>
                  <a:pt x="17873" y="40731"/>
                  <a:pt x="16870" y="39667"/>
                </a:cubicBezTo>
                <a:cubicBezTo>
                  <a:pt x="16688" y="39272"/>
                  <a:pt x="16505" y="38877"/>
                  <a:pt x="16262" y="38512"/>
                </a:cubicBezTo>
                <a:cubicBezTo>
                  <a:pt x="16049" y="38178"/>
                  <a:pt x="15837" y="37813"/>
                  <a:pt x="15654" y="37418"/>
                </a:cubicBezTo>
                <a:lnTo>
                  <a:pt x="15654" y="37418"/>
                </a:lnTo>
                <a:cubicBezTo>
                  <a:pt x="15719" y="37645"/>
                  <a:pt x="15672" y="37742"/>
                  <a:pt x="15590" y="37742"/>
                </a:cubicBezTo>
                <a:cubicBezTo>
                  <a:pt x="15519" y="37742"/>
                  <a:pt x="15421" y="37667"/>
                  <a:pt x="15350" y="37540"/>
                </a:cubicBezTo>
                <a:cubicBezTo>
                  <a:pt x="15046" y="37023"/>
                  <a:pt x="14925" y="36749"/>
                  <a:pt x="14834" y="36597"/>
                </a:cubicBezTo>
                <a:cubicBezTo>
                  <a:pt x="14742" y="36445"/>
                  <a:pt x="14712" y="36445"/>
                  <a:pt x="14651" y="36445"/>
                </a:cubicBezTo>
                <a:cubicBezTo>
                  <a:pt x="14621" y="36445"/>
                  <a:pt x="14560" y="36445"/>
                  <a:pt x="14469" y="36293"/>
                </a:cubicBezTo>
                <a:cubicBezTo>
                  <a:pt x="14378" y="36202"/>
                  <a:pt x="14317" y="36081"/>
                  <a:pt x="14226" y="35989"/>
                </a:cubicBezTo>
                <a:cubicBezTo>
                  <a:pt x="14165" y="35807"/>
                  <a:pt x="14043" y="35594"/>
                  <a:pt x="13922" y="35321"/>
                </a:cubicBezTo>
                <a:cubicBezTo>
                  <a:pt x="13861" y="35169"/>
                  <a:pt x="13770" y="34956"/>
                  <a:pt x="13648" y="34743"/>
                </a:cubicBezTo>
                <a:cubicBezTo>
                  <a:pt x="13557" y="34530"/>
                  <a:pt x="13496" y="34257"/>
                  <a:pt x="13405" y="33983"/>
                </a:cubicBezTo>
                <a:cubicBezTo>
                  <a:pt x="13192" y="33345"/>
                  <a:pt x="13010" y="32676"/>
                  <a:pt x="12888" y="32007"/>
                </a:cubicBezTo>
                <a:cubicBezTo>
                  <a:pt x="12311" y="28694"/>
                  <a:pt x="12645" y="25290"/>
                  <a:pt x="13891" y="22129"/>
                </a:cubicBezTo>
                <a:cubicBezTo>
                  <a:pt x="14134" y="21551"/>
                  <a:pt x="14408" y="20974"/>
                  <a:pt x="14712" y="20427"/>
                </a:cubicBezTo>
                <a:cubicBezTo>
                  <a:pt x="14864" y="20184"/>
                  <a:pt x="14985" y="19971"/>
                  <a:pt x="15107" y="19788"/>
                </a:cubicBezTo>
                <a:cubicBezTo>
                  <a:pt x="15229" y="19576"/>
                  <a:pt x="15320" y="19454"/>
                  <a:pt x="15411" y="19302"/>
                </a:cubicBezTo>
                <a:cubicBezTo>
                  <a:pt x="15502" y="18968"/>
                  <a:pt x="15624" y="18633"/>
                  <a:pt x="15806" y="18299"/>
                </a:cubicBezTo>
                <a:cubicBezTo>
                  <a:pt x="15989" y="17995"/>
                  <a:pt x="16201" y="17691"/>
                  <a:pt x="16414" y="17357"/>
                </a:cubicBezTo>
                <a:cubicBezTo>
                  <a:pt x="16627" y="17053"/>
                  <a:pt x="16870" y="16840"/>
                  <a:pt x="17083" y="16567"/>
                </a:cubicBezTo>
                <a:cubicBezTo>
                  <a:pt x="17296" y="16323"/>
                  <a:pt x="17508" y="16080"/>
                  <a:pt x="17660" y="15807"/>
                </a:cubicBezTo>
                <a:lnTo>
                  <a:pt x="17660" y="15959"/>
                </a:lnTo>
                <a:cubicBezTo>
                  <a:pt x="17843" y="15776"/>
                  <a:pt x="18025" y="15594"/>
                  <a:pt x="18207" y="15442"/>
                </a:cubicBezTo>
                <a:cubicBezTo>
                  <a:pt x="18511" y="15199"/>
                  <a:pt x="18815" y="14956"/>
                  <a:pt x="19150" y="14743"/>
                </a:cubicBezTo>
                <a:cubicBezTo>
                  <a:pt x="20031" y="14196"/>
                  <a:pt x="20973" y="13740"/>
                  <a:pt x="21977" y="13436"/>
                </a:cubicBezTo>
                <a:cubicBezTo>
                  <a:pt x="24165" y="12676"/>
                  <a:pt x="26749" y="12615"/>
                  <a:pt x="27600" y="12524"/>
                </a:cubicBezTo>
                <a:lnTo>
                  <a:pt x="27387" y="12463"/>
                </a:lnTo>
                <a:cubicBezTo>
                  <a:pt x="27602" y="12406"/>
                  <a:pt x="27824" y="12375"/>
                  <a:pt x="28047" y="12375"/>
                </a:cubicBezTo>
                <a:cubicBezTo>
                  <a:pt x="28295" y="12375"/>
                  <a:pt x="28544" y="12413"/>
                  <a:pt x="28785" y="12493"/>
                </a:cubicBezTo>
                <a:cubicBezTo>
                  <a:pt x="29119" y="12676"/>
                  <a:pt x="29515" y="12828"/>
                  <a:pt x="29910" y="12919"/>
                </a:cubicBezTo>
                <a:cubicBezTo>
                  <a:pt x="29800" y="12450"/>
                  <a:pt x="30939" y="12307"/>
                  <a:pt x="31538" y="12307"/>
                </a:cubicBezTo>
                <a:close/>
                <a:moveTo>
                  <a:pt x="8610" y="48991"/>
                </a:moveTo>
                <a:cubicBezTo>
                  <a:pt x="8637" y="49032"/>
                  <a:pt x="8666" y="49068"/>
                  <a:pt x="8694" y="49090"/>
                </a:cubicBezTo>
                <a:cubicBezTo>
                  <a:pt x="8666" y="49057"/>
                  <a:pt x="8638" y="49024"/>
                  <a:pt x="8610" y="48991"/>
                </a:cubicBezTo>
                <a:close/>
                <a:moveTo>
                  <a:pt x="35749" y="56859"/>
                </a:moveTo>
                <a:cubicBezTo>
                  <a:pt x="35728" y="56863"/>
                  <a:pt x="35706" y="56867"/>
                  <a:pt x="35685" y="56871"/>
                </a:cubicBezTo>
                <a:cubicBezTo>
                  <a:pt x="35692" y="56874"/>
                  <a:pt x="35698" y="56876"/>
                  <a:pt x="35705" y="56876"/>
                </a:cubicBezTo>
                <a:cubicBezTo>
                  <a:pt x="35719" y="56876"/>
                  <a:pt x="35734" y="56870"/>
                  <a:pt x="35749" y="56859"/>
                </a:cubicBezTo>
                <a:close/>
                <a:moveTo>
                  <a:pt x="23988" y="5"/>
                </a:moveTo>
                <a:cubicBezTo>
                  <a:pt x="24089" y="101"/>
                  <a:pt x="21300" y="439"/>
                  <a:pt x="18481" y="1399"/>
                </a:cubicBezTo>
                <a:cubicBezTo>
                  <a:pt x="17144" y="1855"/>
                  <a:pt x="15837" y="2402"/>
                  <a:pt x="14560" y="3071"/>
                </a:cubicBezTo>
                <a:cubicBezTo>
                  <a:pt x="13526" y="3618"/>
                  <a:pt x="12827" y="4074"/>
                  <a:pt x="12767" y="4074"/>
                </a:cubicBezTo>
                <a:lnTo>
                  <a:pt x="12888" y="4560"/>
                </a:lnTo>
                <a:cubicBezTo>
                  <a:pt x="11916" y="5199"/>
                  <a:pt x="11703" y="5199"/>
                  <a:pt x="11520" y="5199"/>
                </a:cubicBezTo>
                <a:cubicBezTo>
                  <a:pt x="11479" y="5193"/>
                  <a:pt x="11438" y="5187"/>
                  <a:pt x="11394" y="5187"/>
                </a:cubicBezTo>
                <a:cubicBezTo>
                  <a:pt x="11212" y="5187"/>
                  <a:pt x="10964" y="5287"/>
                  <a:pt x="10305" y="5898"/>
                </a:cubicBezTo>
                <a:cubicBezTo>
                  <a:pt x="10213" y="6232"/>
                  <a:pt x="10031" y="6506"/>
                  <a:pt x="9757" y="6749"/>
                </a:cubicBezTo>
                <a:cubicBezTo>
                  <a:pt x="9484" y="7022"/>
                  <a:pt x="9180" y="7326"/>
                  <a:pt x="8815" y="7630"/>
                </a:cubicBezTo>
                <a:cubicBezTo>
                  <a:pt x="8116" y="8208"/>
                  <a:pt x="7508" y="8816"/>
                  <a:pt x="7387" y="9211"/>
                </a:cubicBezTo>
                <a:cubicBezTo>
                  <a:pt x="7386" y="9210"/>
                  <a:pt x="7385" y="9210"/>
                  <a:pt x="7384" y="9210"/>
                </a:cubicBezTo>
                <a:cubicBezTo>
                  <a:pt x="7336" y="9210"/>
                  <a:pt x="6791" y="9816"/>
                  <a:pt x="6612" y="9816"/>
                </a:cubicBezTo>
                <a:cubicBezTo>
                  <a:pt x="6591" y="9816"/>
                  <a:pt x="6575" y="9807"/>
                  <a:pt x="6566" y="9788"/>
                </a:cubicBezTo>
                <a:lnTo>
                  <a:pt x="6566" y="9788"/>
                </a:lnTo>
                <a:cubicBezTo>
                  <a:pt x="6657" y="10275"/>
                  <a:pt x="5988" y="10700"/>
                  <a:pt x="5715" y="11278"/>
                </a:cubicBezTo>
                <a:cubicBezTo>
                  <a:pt x="5699" y="11341"/>
                  <a:pt x="5704" y="11365"/>
                  <a:pt x="5723" y="11365"/>
                </a:cubicBezTo>
                <a:cubicBezTo>
                  <a:pt x="5777" y="11365"/>
                  <a:pt x="5945" y="11171"/>
                  <a:pt x="6080" y="11126"/>
                </a:cubicBezTo>
                <a:lnTo>
                  <a:pt x="6080" y="11126"/>
                </a:lnTo>
                <a:lnTo>
                  <a:pt x="5715" y="11764"/>
                </a:lnTo>
                <a:lnTo>
                  <a:pt x="5380" y="12402"/>
                </a:lnTo>
                <a:cubicBezTo>
                  <a:pt x="5210" y="12602"/>
                  <a:pt x="5059" y="12708"/>
                  <a:pt x="4975" y="12708"/>
                </a:cubicBezTo>
                <a:cubicBezTo>
                  <a:pt x="4879" y="12708"/>
                  <a:pt x="4870" y="12571"/>
                  <a:pt x="5016" y="12281"/>
                </a:cubicBezTo>
                <a:lnTo>
                  <a:pt x="5016" y="12281"/>
                </a:lnTo>
                <a:cubicBezTo>
                  <a:pt x="4043" y="13709"/>
                  <a:pt x="3253" y="15199"/>
                  <a:pt x="2584" y="16779"/>
                </a:cubicBezTo>
                <a:cubicBezTo>
                  <a:pt x="2098" y="17904"/>
                  <a:pt x="1672" y="19089"/>
                  <a:pt x="1307" y="20275"/>
                </a:cubicBezTo>
                <a:cubicBezTo>
                  <a:pt x="1155" y="20913"/>
                  <a:pt x="973" y="21551"/>
                  <a:pt x="821" y="22220"/>
                </a:cubicBezTo>
                <a:cubicBezTo>
                  <a:pt x="669" y="22858"/>
                  <a:pt x="578" y="23527"/>
                  <a:pt x="426" y="24226"/>
                </a:cubicBezTo>
                <a:cubicBezTo>
                  <a:pt x="61" y="26779"/>
                  <a:pt x="0" y="29393"/>
                  <a:pt x="244" y="32007"/>
                </a:cubicBezTo>
                <a:cubicBezTo>
                  <a:pt x="426" y="33740"/>
                  <a:pt x="760" y="35473"/>
                  <a:pt x="1277" y="37144"/>
                </a:cubicBezTo>
                <a:cubicBezTo>
                  <a:pt x="1368" y="36567"/>
                  <a:pt x="943" y="35381"/>
                  <a:pt x="1277" y="34834"/>
                </a:cubicBezTo>
                <a:lnTo>
                  <a:pt x="1277" y="34834"/>
                </a:lnTo>
                <a:cubicBezTo>
                  <a:pt x="1763" y="35807"/>
                  <a:pt x="1520" y="36384"/>
                  <a:pt x="1915" y="36749"/>
                </a:cubicBezTo>
                <a:cubicBezTo>
                  <a:pt x="1672" y="37023"/>
                  <a:pt x="1794" y="37600"/>
                  <a:pt x="1946" y="38239"/>
                </a:cubicBezTo>
                <a:cubicBezTo>
                  <a:pt x="2098" y="38847"/>
                  <a:pt x="2341" y="39515"/>
                  <a:pt x="2159" y="40032"/>
                </a:cubicBezTo>
                <a:lnTo>
                  <a:pt x="2614" y="40184"/>
                </a:lnTo>
                <a:lnTo>
                  <a:pt x="2614" y="40761"/>
                </a:lnTo>
                <a:cubicBezTo>
                  <a:pt x="3192" y="41825"/>
                  <a:pt x="3557" y="42403"/>
                  <a:pt x="3769" y="42737"/>
                </a:cubicBezTo>
                <a:cubicBezTo>
                  <a:pt x="3952" y="43072"/>
                  <a:pt x="4013" y="43163"/>
                  <a:pt x="4073" y="43254"/>
                </a:cubicBezTo>
                <a:cubicBezTo>
                  <a:pt x="4408" y="44014"/>
                  <a:pt x="4803" y="44743"/>
                  <a:pt x="5259" y="45442"/>
                </a:cubicBezTo>
                <a:cubicBezTo>
                  <a:pt x="5836" y="46263"/>
                  <a:pt x="6505" y="46962"/>
                  <a:pt x="7235" y="47631"/>
                </a:cubicBezTo>
                <a:cubicBezTo>
                  <a:pt x="7720" y="48031"/>
                  <a:pt x="8179" y="48484"/>
                  <a:pt x="8610" y="48991"/>
                </a:cubicBezTo>
                <a:lnTo>
                  <a:pt x="8610" y="48991"/>
                </a:lnTo>
                <a:cubicBezTo>
                  <a:pt x="8527" y="48862"/>
                  <a:pt x="8469" y="48675"/>
                  <a:pt x="8578" y="48675"/>
                </a:cubicBezTo>
                <a:cubicBezTo>
                  <a:pt x="8627" y="48675"/>
                  <a:pt x="8712" y="48714"/>
                  <a:pt x="8846" y="48816"/>
                </a:cubicBezTo>
                <a:cubicBezTo>
                  <a:pt x="8694" y="49120"/>
                  <a:pt x="10183" y="49789"/>
                  <a:pt x="10153" y="50245"/>
                </a:cubicBezTo>
                <a:cubicBezTo>
                  <a:pt x="10528" y="50550"/>
                  <a:pt x="11500" y="51380"/>
                  <a:pt x="11813" y="51380"/>
                </a:cubicBezTo>
                <a:cubicBezTo>
                  <a:pt x="11899" y="51380"/>
                  <a:pt x="11935" y="51317"/>
                  <a:pt x="11896" y="51163"/>
                </a:cubicBezTo>
                <a:lnTo>
                  <a:pt x="11896" y="51163"/>
                </a:lnTo>
                <a:cubicBezTo>
                  <a:pt x="12024" y="51532"/>
                  <a:pt x="12907" y="52271"/>
                  <a:pt x="12700" y="52271"/>
                </a:cubicBezTo>
                <a:cubicBezTo>
                  <a:pt x="12656" y="52271"/>
                  <a:pt x="12563" y="52238"/>
                  <a:pt x="12402" y="52160"/>
                </a:cubicBezTo>
                <a:lnTo>
                  <a:pt x="12402" y="52160"/>
                </a:lnTo>
                <a:cubicBezTo>
                  <a:pt x="12797" y="52525"/>
                  <a:pt x="13223" y="52829"/>
                  <a:pt x="13678" y="53072"/>
                </a:cubicBezTo>
                <a:lnTo>
                  <a:pt x="13131" y="52555"/>
                </a:lnTo>
                <a:lnTo>
                  <a:pt x="13131" y="52555"/>
                </a:lnTo>
                <a:lnTo>
                  <a:pt x="15137" y="53923"/>
                </a:lnTo>
                <a:cubicBezTo>
                  <a:pt x="15654" y="54318"/>
                  <a:pt x="16262" y="54591"/>
                  <a:pt x="16900" y="54683"/>
                </a:cubicBezTo>
                <a:lnTo>
                  <a:pt x="16323" y="54196"/>
                </a:lnTo>
                <a:lnTo>
                  <a:pt x="16323" y="54196"/>
                </a:lnTo>
                <a:cubicBezTo>
                  <a:pt x="17387" y="54713"/>
                  <a:pt x="18238" y="55139"/>
                  <a:pt x="18511" y="55686"/>
                </a:cubicBezTo>
                <a:lnTo>
                  <a:pt x="17934" y="55503"/>
                </a:lnTo>
                <a:cubicBezTo>
                  <a:pt x="17630" y="55412"/>
                  <a:pt x="17356" y="55291"/>
                  <a:pt x="17356" y="55291"/>
                </a:cubicBezTo>
                <a:lnTo>
                  <a:pt x="17356" y="55291"/>
                </a:lnTo>
                <a:cubicBezTo>
                  <a:pt x="18755" y="56050"/>
                  <a:pt x="20274" y="56537"/>
                  <a:pt x="21855" y="56810"/>
                </a:cubicBezTo>
                <a:lnTo>
                  <a:pt x="21308" y="56628"/>
                </a:lnTo>
                <a:lnTo>
                  <a:pt x="21308" y="56628"/>
                </a:lnTo>
                <a:cubicBezTo>
                  <a:pt x="22341" y="56780"/>
                  <a:pt x="25502" y="57479"/>
                  <a:pt x="28633" y="57509"/>
                </a:cubicBezTo>
                <a:cubicBezTo>
                  <a:pt x="28746" y="57514"/>
                  <a:pt x="28859" y="57516"/>
                  <a:pt x="28972" y="57516"/>
                </a:cubicBezTo>
                <a:cubicBezTo>
                  <a:pt x="29649" y="57516"/>
                  <a:pt x="30322" y="57449"/>
                  <a:pt x="30974" y="57449"/>
                </a:cubicBezTo>
                <a:cubicBezTo>
                  <a:pt x="31734" y="57418"/>
                  <a:pt x="32433" y="57266"/>
                  <a:pt x="33071" y="57175"/>
                </a:cubicBezTo>
                <a:cubicBezTo>
                  <a:pt x="34013" y="57054"/>
                  <a:pt x="34895" y="56810"/>
                  <a:pt x="35776" y="56476"/>
                </a:cubicBezTo>
                <a:lnTo>
                  <a:pt x="35320" y="56385"/>
                </a:lnTo>
                <a:lnTo>
                  <a:pt x="34895" y="56263"/>
                </a:lnTo>
                <a:lnTo>
                  <a:pt x="35655" y="56020"/>
                </a:lnTo>
                <a:lnTo>
                  <a:pt x="36392" y="55725"/>
                </a:lnTo>
                <a:lnTo>
                  <a:pt x="36392" y="55725"/>
                </a:lnTo>
                <a:cubicBezTo>
                  <a:pt x="36225" y="55827"/>
                  <a:pt x="35935" y="56723"/>
                  <a:pt x="35749" y="56859"/>
                </a:cubicBezTo>
                <a:lnTo>
                  <a:pt x="35749" y="56859"/>
                </a:lnTo>
                <a:cubicBezTo>
                  <a:pt x="37308" y="56556"/>
                  <a:pt x="38867" y="56134"/>
                  <a:pt x="40366" y="55564"/>
                </a:cubicBezTo>
                <a:cubicBezTo>
                  <a:pt x="42737" y="54683"/>
                  <a:pt x="44986" y="53467"/>
                  <a:pt x="47023" y="51947"/>
                </a:cubicBezTo>
                <a:cubicBezTo>
                  <a:pt x="49059" y="50397"/>
                  <a:pt x="50852" y="48573"/>
                  <a:pt x="52342" y="46506"/>
                </a:cubicBezTo>
                <a:cubicBezTo>
                  <a:pt x="53254" y="45230"/>
                  <a:pt x="54105" y="43892"/>
                  <a:pt x="54865" y="42524"/>
                </a:cubicBezTo>
                <a:cubicBezTo>
                  <a:pt x="55096" y="42163"/>
                  <a:pt x="55237" y="42040"/>
                  <a:pt x="55324" y="42040"/>
                </a:cubicBezTo>
                <a:cubicBezTo>
                  <a:pt x="55500" y="42040"/>
                  <a:pt x="55452" y="42544"/>
                  <a:pt x="55473" y="42585"/>
                </a:cubicBezTo>
                <a:cubicBezTo>
                  <a:pt x="56020" y="41065"/>
                  <a:pt x="55442" y="41825"/>
                  <a:pt x="55989" y="40579"/>
                </a:cubicBezTo>
                <a:cubicBezTo>
                  <a:pt x="56031" y="40510"/>
                  <a:pt x="56064" y="40482"/>
                  <a:pt x="56091" y="40482"/>
                </a:cubicBezTo>
                <a:cubicBezTo>
                  <a:pt x="56182" y="40482"/>
                  <a:pt x="56195" y="40810"/>
                  <a:pt x="56172" y="40974"/>
                </a:cubicBezTo>
                <a:cubicBezTo>
                  <a:pt x="56384" y="40397"/>
                  <a:pt x="56628" y="39910"/>
                  <a:pt x="56506" y="39819"/>
                </a:cubicBezTo>
                <a:lnTo>
                  <a:pt x="56506" y="39819"/>
                </a:lnTo>
                <a:cubicBezTo>
                  <a:pt x="56334" y="40135"/>
                  <a:pt x="56182" y="40200"/>
                  <a:pt x="56032" y="40200"/>
                </a:cubicBezTo>
                <a:cubicBezTo>
                  <a:pt x="55925" y="40200"/>
                  <a:pt x="55820" y="40167"/>
                  <a:pt x="55708" y="40167"/>
                </a:cubicBezTo>
                <a:cubicBezTo>
                  <a:pt x="55642" y="40167"/>
                  <a:pt x="55574" y="40179"/>
                  <a:pt x="55503" y="40214"/>
                </a:cubicBezTo>
                <a:lnTo>
                  <a:pt x="56080" y="38664"/>
                </a:lnTo>
                <a:cubicBezTo>
                  <a:pt x="56141" y="38786"/>
                  <a:pt x="56141" y="38938"/>
                  <a:pt x="56080" y="39090"/>
                </a:cubicBezTo>
                <a:cubicBezTo>
                  <a:pt x="56141" y="38968"/>
                  <a:pt x="56263" y="38877"/>
                  <a:pt x="56293" y="38786"/>
                </a:cubicBezTo>
                <a:cubicBezTo>
                  <a:pt x="56324" y="38695"/>
                  <a:pt x="56324" y="38603"/>
                  <a:pt x="56293" y="38512"/>
                </a:cubicBezTo>
                <a:cubicBezTo>
                  <a:pt x="56395" y="38512"/>
                  <a:pt x="56482" y="38580"/>
                  <a:pt x="56575" y="38580"/>
                </a:cubicBezTo>
                <a:cubicBezTo>
                  <a:pt x="56621" y="38580"/>
                  <a:pt x="56668" y="38563"/>
                  <a:pt x="56719" y="38512"/>
                </a:cubicBezTo>
                <a:cubicBezTo>
                  <a:pt x="56688" y="38299"/>
                  <a:pt x="56476" y="37995"/>
                  <a:pt x="56719" y="37843"/>
                </a:cubicBezTo>
                <a:lnTo>
                  <a:pt x="56780" y="37843"/>
                </a:lnTo>
                <a:cubicBezTo>
                  <a:pt x="57236" y="37479"/>
                  <a:pt x="56567" y="36992"/>
                  <a:pt x="56992" y="36658"/>
                </a:cubicBezTo>
                <a:lnTo>
                  <a:pt x="56992" y="36658"/>
                </a:lnTo>
                <a:lnTo>
                  <a:pt x="57053" y="36719"/>
                </a:lnTo>
                <a:cubicBezTo>
                  <a:pt x="57266" y="36628"/>
                  <a:pt x="57114" y="36263"/>
                  <a:pt x="57387" y="36020"/>
                </a:cubicBezTo>
                <a:lnTo>
                  <a:pt x="57387" y="36020"/>
                </a:lnTo>
                <a:cubicBezTo>
                  <a:pt x="57348" y="36046"/>
                  <a:pt x="57280" y="36067"/>
                  <a:pt x="57218" y="36067"/>
                </a:cubicBezTo>
                <a:cubicBezTo>
                  <a:pt x="57137" y="36067"/>
                  <a:pt x="57066" y="36032"/>
                  <a:pt x="57084" y="35929"/>
                </a:cubicBezTo>
                <a:cubicBezTo>
                  <a:pt x="57327" y="35655"/>
                  <a:pt x="57205" y="35381"/>
                  <a:pt x="57509" y="35199"/>
                </a:cubicBezTo>
                <a:lnTo>
                  <a:pt x="57266" y="34925"/>
                </a:lnTo>
                <a:cubicBezTo>
                  <a:pt x="57357" y="34470"/>
                  <a:pt x="57448" y="34014"/>
                  <a:pt x="57479" y="33558"/>
                </a:cubicBezTo>
                <a:cubicBezTo>
                  <a:pt x="57570" y="32889"/>
                  <a:pt x="57631" y="32251"/>
                  <a:pt x="57631" y="31582"/>
                </a:cubicBezTo>
                <a:cubicBezTo>
                  <a:pt x="57631" y="30883"/>
                  <a:pt x="57661" y="30184"/>
                  <a:pt x="57631" y="29606"/>
                </a:cubicBezTo>
                <a:cubicBezTo>
                  <a:pt x="57600" y="28998"/>
                  <a:pt x="57570" y="28512"/>
                  <a:pt x="57539" y="28238"/>
                </a:cubicBezTo>
                <a:lnTo>
                  <a:pt x="57539" y="28238"/>
                </a:lnTo>
                <a:lnTo>
                  <a:pt x="57600" y="28299"/>
                </a:lnTo>
                <a:cubicBezTo>
                  <a:pt x="57570" y="27874"/>
                  <a:pt x="57539" y="27327"/>
                  <a:pt x="57479" y="26749"/>
                </a:cubicBezTo>
                <a:cubicBezTo>
                  <a:pt x="57387" y="26141"/>
                  <a:pt x="57357" y="25503"/>
                  <a:pt x="57236" y="24865"/>
                </a:cubicBezTo>
                <a:cubicBezTo>
                  <a:pt x="57144" y="24226"/>
                  <a:pt x="56992" y="23618"/>
                  <a:pt x="56871" y="23041"/>
                </a:cubicBezTo>
                <a:cubicBezTo>
                  <a:pt x="56719" y="22524"/>
                  <a:pt x="56536" y="22038"/>
                  <a:pt x="56324" y="21551"/>
                </a:cubicBezTo>
                <a:cubicBezTo>
                  <a:pt x="56536" y="21217"/>
                  <a:pt x="56415" y="20883"/>
                  <a:pt x="56415" y="20579"/>
                </a:cubicBezTo>
                <a:lnTo>
                  <a:pt x="56415" y="20579"/>
                </a:lnTo>
                <a:cubicBezTo>
                  <a:pt x="56365" y="20679"/>
                  <a:pt x="56278" y="20724"/>
                  <a:pt x="56209" y="20724"/>
                </a:cubicBezTo>
                <a:cubicBezTo>
                  <a:pt x="56154" y="20724"/>
                  <a:pt x="56111" y="20694"/>
                  <a:pt x="56111" y="20640"/>
                </a:cubicBezTo>
                <a:cubicBezTo>
                  <a:pt x="56017" y="20278"/>
                  <a:pt x="55965" y="20235"/>
                  <a:pt x="55904" y="20235"/>
                </a:cubicBezTo>
                <a:cubicBezTo>
                  <a:pt x="55885" y="20235"/>
                  <a:pt x="55865" y="20239"/>
                  <a:pt x="55843" y="20239"/>
                </a:cubicBezTo>
                <a:cubicBezTo>
                  <a:pt x="55776" y="20239"/>
                  <a:pt x="55687" y="20200"/>
                  <a:pt x="55533" y="19880"/>
                </a:cubicBezTo>
                <a:cubicBezTo>
                  <a:pt x="55351" y="19515"/>
                  <a:pt x="55229" y="19150"/>
                  <a:pt x="55108" y="18785"/>
                </a:cubicBezTo>
                <a:cubicBezTo>
                  <a:pt x="54956" y="18329"/>
                  <a:pt x="54773" y="17782"/>
                  <a:pt x="54591" y="17205"/>
                </a:cubicBezTo>
                <a:cubicBezTo>
                  <a:pt x="54530" y="16931"/>
                  <a:pt x="54439" y="16658"/>
                  <a:pt x="54348" y="16384"/>
                </a:cubicBezTo>
                <a:cubicBezTo>
                  <a:pt x="54287" y="16111"/>
                  <a:pt x="54196" y="15867"/>
                  <a:pt x="54105" y="15624"/>
                </a:cubicBezTo>
                <a:cubicBezTo>
                  <a:pt x="54014" y="15290"/>
                  <a:pt x="53922" y="15016"/>
                  <a:pt x="53862" y="14804"/>
                </a:cubicBezTo>
                <a:cubicBezTo>
                  <a:pt x="53862" y="14773"/>
                  <a:pt x="53862" y="14743"/>
                  <a:pt x="53862" y="14712"/>
                </a:cubicBezTo>
                <a:cubicBezTo>
                  <a:pt x="53862" y="14652"/>
                  <a:pt x="53831" y="14591"/>
                  <a:pt x="53831" y="14560"/>
                </a:cubicBezTo>
                <a:cubicBezTo>
                  <a:pt x="53770" y="14348"/>
                  <a:pt x="53679" y="14165"/>
                  <a:pt x="53618" y="14013"/>
                </a:cubicBezTo>
                <a:cubicBezTo>
                  <a:pt x="53436" y="13618"/>
                  <a:pt x="53193" y="13223"/>
                  <a:pt x="52950" y="12828"/>
                </a:cubicBezTo>
                <a:lnTo>
                  <a:pt x="52950" y="12828"/>
                </a:lnTo>
                <a:cubicBezTo>
                  <a:pt x="53071" y="13345"/>
                  <a:pt x="53254" y="13861"/>
                  <a:pt x="53497" y="14348"/>
                </a:cubicBezTo>
                <a:cubicBezTo>
                  <a:pt x="53254" y="14074"/>
                  <a:pt x="53162" y="13740"/>
                  <a:pt x="52919" y="13497"/>
                </a:cubicBezTo>
                <a:lnTo>
                  <a:pt x="52828" y="13405"/>
                </a:lnTo>
                <a:lnTo>
                  <a:pt x="52889" y="13405"/>
                </a:lnTo>
                <a:cubicBezTo>
                  <a:pt x="52737" y="13223"/>
                  <a:pt x="52615" y="13010"/>
                  <a:pt x="52524" y="12797"/>
                </a:cubicBezTo>
                <a:lnTo>
                  <a:pt x="52342" y="12402"/>
                </a:lnTo>
                <a:cubicBezTo>
                  <a:pt x="52345" y="12396"/>
                  <a:pt x="52351" y="12394"/>
                  <a:pt x="52359" y="12394"/>
                </a:cubicBezTo>
                <a:cubicBezTo>
                  <a:pt x="52436" y="12394"/>
                  <a:pt x="52730" y="12633"/>
                  <a:pt x="52950" y="12797"/>
                </a:cubicBezTo>
                <a:cubicBezTo>
                  <a:pt x="52707" y="12433"/>
                  <a:pt x="52463" y="12038"/>
                  <a:pt x="52281" y="11642"/>
                </a:cubicBezTo>
                <a:cubicBezTo>
                  <a:pt x="52247" y="11623"/>
                  <a:pt x="52224" y="11614"/>
                  <a:pt x="52209" y="11614"/>
                </a:cubicBezTo>
                <a:cubicBezTo>
                  <a:pt x="52132" y="11614"/>
                  <a:pt x="52291" y="11854"/>
                  <a:pt x="52342" y="12007"/>
                </a:cubicBezTo>
                <a:cubicBezTo>
                  <a:pt x="52220" y="11886"/>
                  <a:pt x="52068" y="11734"/>
                  <a:pt x="51886" y="11582"/>
                </a:cubicBezTo>
                <a:cubicBezTo>
                  <a:pt x="51521" y="10913"/>
                  <a:pt x="51126" y="10244"/>
                  <a:pt x="50913" y="10092"/>
                </a:cubicBezTo>
                <a:lnTo>
                  <a:pt x="50913" y="10183"/>
                </a:lnTo>
                <a:cubicBezTo>
                  <a:pt x="50396" y="9940"/>
                  <a:pt x="50822" y="9727"/>
                  <a:pt x="50700" y="9332"/>
                </a:cubicBezTo>
                <a:lnTo>
                  <a:pt x="50700" y="9332"/>
                </a:lnTo>
                <a:cubicBezTo>
                  <a:pt x="50609" y="9393"/>
                  <a:pt x="50548" y="9424"/>
                  <a:pt x="50457" y="9454"/>
                </a:cubicBezTo>
                <a:cubicBezTo>
                  <a:pt x="50336" y="9272"/>
                  <a:pt x="50214" y="9120"/>
                  <a:pt x="50062" y="8968"/>
                </a:cubicBezTo>
                <a:cubicBezTo>
                  <a:pt x="48998" y="7813"/>
                  <a:pt x="47813" y="6749"/>
                  <a:pt x="46536" y="5837"/>
                </a:cubicBezTo>
                <a:lnTo>
                  <a:pt x="46627" y="5320"/>
                </a:lnTo>
                <a:lnTo>
                  <a:pt x="46506" y="5320"/>
                </a:lnTo>
                <a:lnTo>
                  <a:pt x="46232" y="5594"/>
                </a:lnTo>
                <a:cubicBezTo>
                  <a:pt x="44591" y="4378"/>
                  <a:pt x="42798" y="3375"/>
                  <a:pt x="40883" y="2615"/>
                </a:cubicBezTo>
                <a:cubicBezTo>
                  <a:pt x="39272" y="1916"/>
                  <a:pt x="37570" y="1399"/>
                  <a:pt x="35837" y="1004"/>
                </a:cubicBezTo>
                <a:cubicBezTo>
                  <a:pt x="34986" y="791"/>
                  <a:pt x="34165" y="670"/>
                  <a:pt x="33314" y="518"/>
                </a:cubicBezTo>
                <a:cubicBezTo>
                  <a:pt x="32463" y="366"/>
                  <a:pt x="31582" y="274"/>
                  <a:pt x="30700" y="244"/>
                </a:cubicBezTo>
                <a:cubicBezTo>
                  <a:pt x="30548" y="122"/>
                  <a:pt x="30761" y="122"/>
                  <a:pt x="30943" y="92"/>
                </a:cubicBezTo>
                <a:cubicBezTo>
                  <a:pt x="30181" y="70"/>
                  <a:pt x="29446" y="52"/>
                  <a:pt x="28724" y="52"/>
                </a:cubicBezTo>
                <a:cubicBezTo>
                  <a:pt x="27432" y="52"/>
                  <a:pt x="26182" y="110"/>
                  <a:pt x="24894" y="305"/>
                </a:cubicBezTo>
                <a:cubicBezTo>
                  <a:pt x="24562" y="275"/>
                  <a:pt x="24260" y="185"/>
                  <a:pt x="23988" y="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7" name="Google Shape;4197;p51"/>
          <p:cNvGrpSpPr/>
          <p:nvPr/>
        </p:nvGrpSpPr>
        <p:grpSpPr>
          <a:xfrm>
            <a:off x="7505024" y="3638378"/>
            <a:ext cx="397595" cy="394723"/>
            <a:chOff x="7030803" y="563820"/>
            <a:chExt cx="2083830" cy="2068780"/>
          </a:xfrm>
        </p:grpSpPr>
        <p:sp>
          <p:nvSpPr>
            <p:cNvPr id="4198" name="Google Shape;4198;p51"/>
            <p:cNvSpPr/>
            <p:nvPr/>
          </p:nvSpPr>
          <p:spPr>
            <a:xfrm rot="-2554597">
              <a:off x="6873154" y="1435106"/>
              <a:ext cx="2367936" cy="456642"/>
            </a:xfrm>
            <a:custGeom>
              <a:rect b="b" l="l" r="r" t="t"/>
              <a:pathLst>
                <a:path extrusionOk="0" h="18265" w="94714">
                  <a:moveTo>
                    <a:pt x="17417" y="2310"/>
                  </a:moveTo>
                  <a:cubicBezTo>
                    <a:pt x="17448" y="2310"/>
                    <a:pt x="17509" y="2341"/>
                    <a:pt x="17539" y="2371"/>
                  </a:cubicBezTo>
                  <a:cubicBezTo>
                    <a:pt x="17539" y="2401"/>
                    <a:pt x="17509" y="2432"/>
                    <a:pt x="17478" y="2462"/>
                  </a:cubicBezTo>
                  <a:cubicBezTo>
                    <a:pt x="17448" y="2493"/>
                    <a:pt x="17387" y="2493"/>
                    <a:pt x="17357" y="2493"/>
                  </a:cubicBezTo>
                  <a:lnTo>
                    <a:pt x="17144" y="2614"/>
                  </a:lnTo>
                  <a:cubicBezTo>
                    <a:pt x="16992" y="2553"/>
                    <a:pt x="17022" y="2432"/>
                    <a:pt x="17235" y="2371"/>
                  </a:cubicBezTo>
                  <a:lnTo>
                    <a:pt x="17417" y="2310"/>
                  </a:lnTo>
                  <a:close/>
                  <a:moveTo>
                    <a:pt x="12341" y="2736"/>
                  </a:moveTo>
                  <a:cubicBezTo>
                    <a:pt x="12433" y="2736"/>
                    <a:pt x="12402" y="2979"/>
                    <a:pt x="12281" y="3040"/>
                  </a:cubicBezTo>
                  <a:cubicBezTo>
                    <a:pt x="12247" y="3051"/>
                    <a:pt x="12214" y="3058"/>
                    <a:pt x="12185" y="3058"/>
                  </a:cubicBezTo>
                  <a:cubicBezTo>
                    <a:pt x="12135" y="3058"/>
                    <a:pt x="12098" y="3037"/>
                    <a:pt x="12098" y="2979"/>
                  </a:cubicBezTo>
                  <a:cubicBezTo>
                    <a:pt x="12129" y="2888"/>
                    <a:pt x="12220" y="2797"/>
                    <a:pt x="12341" y="2736"/>
                  </a:cubicBezTo>
                  <a:close/>
                  <a:moveTo>
                    <a:pt x="82756" y="2780"/>
                  </a:moveTo>
                  <a:cubicBezTo>
                    <a:pt x="82765" y="2780"/>
                    <a:pt x="82768" y="2786"/>
                    <a:pt x="82768" y="2797"/>
                  </a:cubicBezTo>
                  <a:cubicBezTo>
                    <a:pt x="82738" y="2857"/>
                    <a:pt x="82768" y="2888"/>
                    <a:pt x="82799" y="2888"/>
                  </a:cubicBezTo>
                  <a:cubicBezTo>
                    <a:pt x="82829" y="2888"/>
                    <a:pt x="82890" y="2949"/>
                    <a:pt x="82920" y="2979"/>
                  </a:cubicBezTo>
                  <a:cubicBezTo>
                    <a:pt x="82768" y="3009"/>
                    <a:pt x="82647" y="3040"/>
                    <a:pt x="82525" y="3070"/>
                  </a:cubicBezTo>
                  <a:cubicBezTo>
                    <a:pt x="82495" y="3070"/>
                    <a:pt x="82464" y="3040"/>
                    <a:pt x="82434" y="3009"/>
                  </a:cubicBezTo>
                  <a:cubicBezTo>
                    <a:pt x="82403" y="2979"/>
                    <a:pt x="82434" y="2918"/>
                    <a:pt x="82434" y="2918"/>
                  </a:cubicBezTo>
                  <a:lnTo>
                    <a:pt x="82616" y="2888"/>
                  </a:lnTo>
                  <a:cubicBezTo>
                    <a:pt x="82697" y="2807"/>
                    <a:pt x="82738" y="2780"/>
                    <a:pt x="82756" y="2780"/>
                  </a:cubicBezTo>
                  <a:close/>
                  <a:moveTo>
                    <a:pt x="81639" y="3136"/>
                  </a:moveTo>
                  <a:cubicBezTo>
                    <a:pt x="81674" y="3136"/>
                    <a:pt x="81708" y="3144"/>
                    <a:pt x="81735" y="3161"/>
                  </a:cubicBezTo>
                  <a:cubicBezTo>
                    <a:pt x="81856" y="3192"/>
                    <a:pt x="81886" y="3282"/>
                    <a:pt x="81797" y="3313"/>
                  </a:cubicBezTo>
                  <a:lnTo>
                    <a:pt x="81797" y="3313"/>
                  </a:lnTo>
                  <a:cubicBezTo>
                    <a:pt x="81685" y="3308"/>
                    <a:pt x="81576" y="3278"/>
                    <a:pt x="81492" y="3222"/>
                  </a:cubicBezTo>
                  <a:cubicBezTo>
                    <a:pt x="81470" y="3179"/>
                    <a:pt x="81555" y="3136"/>
                    <a:pt x="81639" y="3136"/>
                  </a:cubicBezTo>
                  <a:close/>
                  <a:moveTo>
                    <a:pt x="8542" y="3526"/>
                  </a:moveTo>
                  <a:lnTo>
                    <a:pt x="8724" y="3617"/>
                  </a:lnTo>
                  <a:cubicBezTo>
                    <a:pt x="8697" y="3671"/>
                    <a:pt x="8653" y="3713"/>
                    <a:pt x="8598" y="3743"/>
                  </a:cubicBezTo>
                  <a:lnTo>
                    <a:pt x="8598" y="3743"/>
                  </a:lnTo>
                  <a:cubicBezTo>
                    <a:pt x="8581" y="3721"/>
                    <a:pt x="8564" y="3700"/>
                    <a:pt x="8542" y="3678"/>
                  </a:cubicBezTo>
                  <a:lnTo>
                    <a:pt x="8451" y="3678"/>
                  </a:lnTo>
                  <a:cubicBezTo>
                    <a:pt x="8420" y="3678"/>
                    <a:pt x="8420" y="3617"/>
                    <a:pt x="8420" y="3556"/>
                  </a:cubicBezTo>
                  <a:cubicBezTo>
                    <a:pt x="8420" y="3526"/>
                    <a:pt x="8512" y="3526"/>
                    <a:pt x="8542" y="3526"/>
                  </a:cubicBezTo>
                  <a:close/>
                  <a:moveTo>
                    <a:pt x="10244" y="3496"/>
                  </a:moveTo>
                  <a:cubicBezTo>
                    <a:pt x="10305" y="3496"/>
                    <a:pt x="10366" y="3526"/>
                    <a:pt x="10335" y="3556"/>
                  </a:cubicBezTo>
                  <a:lnTo>
                    <a:pt x="10335" y="3587"/>
                  </a:lnTo>
                  <a:lnTo>
                    <a:pt x="10335" y="3617"/>
                  </a:lnTo>
                  <a:cubicBezTo>
                    <a:pt x="10314" y="3660"/>
                    <a:pt x="10338" y="3703"/>
                    <a:pt x="10375" y="3703"/>
                  </a:cubicBezTo>
                  <a:cubicBezTo>
                    <a:pt x="10391" y="3703"/>
                    <a:pt x="10409" y="3696"/>
                    <a:pt x="10426" y="3678"/>
                  </a:cubicBezTo>
                  <a:lnTo>
                    <a:pt x="10457" y="3678"/>
                  </a:lnTo>
                  <a:cubicBezTo>
                    <a:pt x="10461" y="3676"/>
                    <a:pt x="10465" y="3675"/>
                    <a:pt x="10470" y="3675"/>
                  </a:cubicBezTo>
                  <a:cubicBezTo>
                    <a:pt x="10537" y="3675"/>
                    <a:pt x="10664" y="3860"/>
                    <a:pt x="10578" y="3860"/>
                  </a:cubicBezTo>
                  <a:lnTo>
                    <a:pt x="10001" y="3860"/>
                  </a:lnTo>
                  <a:cubicBezTo>
                    <a:pt x="10001" y="3769"/>
                    <a:pt x="10031" y="3648"/>
                    <a:pt x="10031" y="3648"/>
                  </a:cubicBezTo>
                  <a:cubicBezTo>
                    <a:pt x="10183" y="3648"/>
                    <a:pt x="10183" y="3556"/>
                    <a:pt x="10244" y="3496"/>
                  </a:cubicBezTo>
                  <a:close/>
                  <a:moveTo>
                    <a:pt x="9506" y="3483"/>
                  </a:moveTo>
                  <a:cubicBezTo>
                    <a:pt x="9527" y="3483"/>
                    <a:pt x="9550" y="3487"/>
                    <a:pt x="9575" y="3496"/>
                  </a:cubicBezTo>
                  <a:cubicBezTo>
                    <a:pt x="9667" y="3526"/>
                    <a:pt x="9758" y="3587"/>
                    <a:pt x="9819" y="3678"/>
                  </a:cubicBezTo>
                  <a:lnTo>
                    <a:pt x="9849" y="3739"/>
                  </a:lnTo>
                  <a:cubicBezTo>
                    <a:pt x="9827" y="3805"/>
                    <a:pt x="9758" y="3855"/>
                    <a:pt x="9675" y="3855"/>
                  </a:cubicBezTo>
                  <a:cubicBezTo>
                    <a:pt x="9643" y="3855"/>
                    <a:pt x="9609" y="3847"/>
                    <a:pt x="9575" y="3830"/>
                  </a:cubicBezTo>
                  <a:lnTo>
                    <a:pt x="9484" y="3830"/>
                  </a:lnTo>
                  <a:cubicBezTo>
                    <a:pt x="9423" y="3830"/>
                    <a:pt x="9363" y="3830"/>
                    <a:pt x="9332" y="3860"/>
                  </a:cubicBezTo>
                  <a:lnTo>
                    <a:pt x="9332" y="3982"/>
                  </a:lnTo>
                  <a:cubicBezTo>
                    <a:pt x="9241" y="3982"/>
                    <a:pt x="9180" y="3891"/>
                    <a:pt x="9180" y="3830"/>
                  </a:cubicBezTo>
                  <a:lnTo>
                    <a:pt x="9211" y="3769"/>
                  </a:lnTo>
                  <a:cubicBezTo>
                    <a:pt x="9211" y="3739"/>
                    <a:pt x="9211" y="3678"/>
                    <a:pt x="9211" y="3678"/>
                  </a:cubicBezTo>
                  <a:cubicBezTo>
                    <a:pt x="9315" y="3626"/>
                    <a:pt x="9375" y="3483"/>
                    <a:pt x="9506" y="3483"/>
                  </a:cubicBezTo>
                  <a:close/>
                  <a:moveTo>
                    <a:pt x="9940" y="4316"/>
                  </a:moveTo>
                  <a:lnTo>
                    <a:pt x="10153" y="4347"/>
                  </a:lnTo>
                  <a:cubicBezTo>
                    <a:pt x="10426" y="4408"/>
                    <a:pt x="10639" y="4468"/>
                    <a:pt x="10639" y="4499"/>
                  </a:cubicBezTo>
                  <a:cubicBezTo>
                    <a:pt x="10639" y="4542"/>
                    <a:pt x="10578" y="4585"/>
                    <a:pt x="10500" y="4585"/>
                  </a:cubicBezTo>
                  <a:cubicBezTo>
                    <a:pt x="10467" y="4585"/>
                    <a:pt x="10432" y="4577"/>
                    <a:pt x="10396" y="4560"/>
                  </a:cubicBezTo>
                  <a:lnTo>
                    <a:pt x="10244" y="4560"/>
                  </a:lnTo>
                  <a:cubicBezTo>
                    <a:pt x="10122" y="4560"/>
                    <a:pt x="10001" y="4529"/>
                    <a:pt x="9879" y="4468"/>
                  </a:cubicBezTo>
                  <a:cubicBezTo>
                    <a:pt x="9849" y="4438"/>
                    <a:pt x="9819" y="4408"/>
                    <a:pt x="9819" y="4377"/>
                  </a:cubicBezTo>
                  <a:cubicBezTo>
                    <a:pt x="9849" y="4347"/>
                    <a:pt x="9879" y="4316"/>
                    <a:pt x="9940" y="4316"/>
                  </a:cubicBezTo>
                  <a:close/>
                  <a:moveTo>
                    <a:pt x="8811" y="4402"/>
                  </a:moveTo>
                  <a:cubicBezTo>
                    <a:pt x="8877" y="4402"/>
                    <a:pt x="8979" y="4488"/>
                    <a:pt x="9059" y="4620"/>
                  </a:cubicBezTo>
                  <a:lnTo>
                    <a:pt x="8755" y="4681"/>
                  </a:lnTo>
                  <a:lnTo>
                    <a:pt x="8663" y="4681"/>
                  </a:lnTo>
                  <a:cubicBezTo>
                    <a:pt x="8649" y="4696"/>
                    <a:pt x="8627" y="4702"/>
                    <a:pt x="8604" y="4702"/>
                  </a:cubicBezTo>
                  <a:cubicBezTo>
                    <a:pt x="8529" y="4702"/>
                    <a:pt x="8435" y="4643"/>
                    <a:pt x="8481" y="4620"/>
                  </a:cubicBezTo>
                  <a:lnTo>
                    <a:pt x="8785" y="4408"/>
                  </a:lnTo>
                  <a:cubicBezTo>
                    <a:pt x="8793" y="4404"/>
                    <a:pt x="8802" y="4402"/>
                    <a:pt x="8811" y="4402"/>
                  </a:cubicBezTo>
                  <a:close/>
                  <a:moveTo>
                    <a:pt x="11133" y="4107"/>
                  </a:moveTo>
                  <a:cubicBezTo>
                    <a:pt x="11149" y="4107"/>
                    <a:pt x="11166" y="4114"/>
                    <a:pt x="11186" y="4134"/>
                  </a:cubicBezTo>
                  <a:cubicBezTo>
                    <a:pt x="11217" y="4164"/>
                    <a:pt x="11247" y="4225"/>
                    <a:pt x="11247" y="4256"/>
                  </a:cubicBezTo>
                  <a:lnTo>
                    <a:pt x="11217" y="4347"/>
                  </a:lnTo>
                  <a:cubicBezTo>
                    <a:pt x="11126" y="4468"/>
                    <a:pt x="11156" y="4560"/>
                    <a:pt x="11247" y="4590"/>
                  </a:cubicBezTo>
                  <a:lnTo>
                    <a:pt x="11278" y="4620"/>
                  </a:lnTo>
                  <a:cubicBezTo>
                    <a:pt x="11338" y="4712"/>
                    <a:pt x="11217" y="4772"/>
                    <a:pt x="11126" y="4803"/>
                  </a:cubicBezTo>
                  <a:cubicBezTo>
                    <a:pt x="11065" y="4803"/>
                    <a:pt x="11004" y="4803"/>
                    <a:pt x="10974" y="4772"/>
                  </a:cubicBezTo>
                  <a:lnTo>
                    <a:pt x="10882" y="4681"/>
                  </a:lnTo>
                  <a:cubicBezTo>
                    <a:pt x="10822" y="4590"/>
                    <a:pt x="10943" y="4438"/>
                    <a:pt x="10882" y="4377"/>
                  </a:cubicBezTo>
                  <a:cubicBezTo>
                    <a:pt x="10852" y="4316"/>
                    <a:pt x="10852" y="4225"/>
                    <a:pt x="10882" y="4134"/>
                  </a:cubicBezTo>
                  <a:lnTo>
                    <a:pt x="11034" y="4134"/>
                  </a:lnTo>
                  <a:cubicBezTo>
                    <a:pt x="11075" y="4134"/>
                    <a:pt x="11102" y="4107"/>
                    <a:pt x="11133" y="4107"/>
                  </a:cubicBezTo>
                  <a:close/>
                  <a:moveTo>
                    <a:pt x="10457" y="4742"/>
                  </a:moveTo>
                  <a:cubicBezTo>
                    <a:pt x="10791" y="4863"/>
                    <a:pt x="10882" y="4985"/>
                    <a:pt x="10639" y="4985"/>
                  </a:cubicBezTo>
                  <a:lnTo>
                    <a:pt x="10396" y="4985"/>
                  </a:lnTo>
                  <a:cubicBezTo>
                    <a:pt x="10366" y="4924"/>
                    <a:pt x="10305" y="4863"/>
                    <a:pt x="10274" y="4863"/>
                  </a:cubicBezTo>
                  <a:lnTo>
                    <a:pt x="10183" y="4863"/>
                  </a:lnTo>
                  <a:cubicBezTo>
                    <a:pt x="10153" y="4863"/>
                    <a:pt x="10153" y="4803"/>
                    <a:pt x="10153" y="4742"/>
                  </a:cubicBezTo>
                  <a:close/>
                  <a:moveTo>
                    <a:pt x="87566" y="6443"/>
                  </a:moveTo>
                  <a:cubicBezTo>
                    <a:pt x="87624" y="6443"/>
                    <a:pt x="87667" y="6472"/>
                    <a:pt x="87688" y="6525"/>
                  </a:cubicBezTo>
                  <a:lnTo>
                    <a:pt x="87688" y="6525"/>
                  </a:lnTo>
                  <a:cubicBezTo>
                    <a:pt x="87653" y="6627"/>
                    <a:pt x="87382" y="6839"/>
                    <a:pt x="87297" y="6839"/>
                  </a:cubicBezTo>
                  <a:cubicBezTo>
                    <a:pt x="87206" y="6809"/>
                    <a:pt x="87176" y="6778"/>
                    <a:pt x="87176" y="6748"/>
                  </a:cubicBezTo>
                  <a:lnTo>
                    <a:pt x="87206" y="6748"/>
                  </a:lnTo>
                  <a:cubicBezTo>
                    <a:pt x="87267" y="6718"/>
                    <a:pt x="87358" y="6687"/>
                    <a:pt x="87419" y="6657"/>
                  </a:cubicBezTo>
                  <a:cubicBezTo>
                    <a:pt x="87449" y="6626"/>
                    <a:pt x="87388" y="6535"/>
                    <a:pt x="87419" y="6505"/>
                  </a:cubicBezTo>
                  <a:lnTo>
                    <a:pt x="87449" y="6474"/>
                  </a:lnTo>
                  <a:cubicBezTo>
                    <a:pt x="87492" y="6453"/>
                    <a:pt x="87531" y="6443"/>
                    <a:pt x="87566" y="6443"/>
                  </a:cubicBezTo>
                  <a:close/>
                  <a:moveTo>
                    <a:pt x="88923" y="7361"/>
                  </a:moveTo>
                  <a:cubicBezTo>
                    <a:pt x="88961" y="7361"/>
                    <a:pt x="88990" y="7369"/>
                    <a:pt x="88999" y="7386"/>
                  </a:cubicBezTo>
                  <a:cubicBezTo>
                    <a:pt x="89060" y="7508"/>
                    <a:pt x="89091" y="7629"/>
                    <a:pt x="89091" y="7721"/>
                  </a:cubicBezTo>
                  <a:cubicBezTo>
                    <a:pt x="89091" y="7758"/>
                    <a:pt x="89067" y="7784"/>
                    <a:pt x="89021" y="7784"/>
                  </a:cubicBezTo>
                  <a:cubicBezTo>
                    <a:pt x="88992" y="7784"/>
                    <a:pt x="88955" y="7774"/>
                    <a:pt x="88908" y="7751"/>
                  </a:cubicBezTo>
                  <a:lnTo>
                    <a:pt x="88847" y="7751"/>
                  </a:lnTo>
                  <a:cubicBezTo>
                    <a:pt x="88787" y="7751"/>
                    <a:pt x="88695" y="7812"/>
                    <a:pt x="88635" y="7812"/>
                  </a:cubicBezTo>
                  <a:lnTo>
                    <a:pt x="88331" y="7842"/>
                  </a:lnTo>
                  <a:cubicBezTo>
                    <a:pt x="88386" y="7676"/>
                    <a:pt x="88442" y="7534"/>
                    <a:pt x="88474" y="7534"/>
                  </a:cubicBezTo>
                  <a:cubicBezTo>
                    <a:pt x="88477" y="7534"/>
                    <a:pt x="88480" y="7536"/>
                    <a:pt x="88483" y="7538"/>
                  </a:cubicBezTo>
                  <a:cubicBezTo>
                    <a:pt x="88488" y="7544"/>
                    <a:pt x="88498" y="7546"/>
                    <a:pt x="88510" y="7546"/>
                  </a:cubicBezTo>
                  <a:cubicBezTo>
                    <a:pt x="88565" y="7546"/>
                    <a:pt x="88671" y="7497"/>
                    <a:pt x="88695" y="7447"/>
                  </a:cubicBezTo>
                  <a:cubicBezTo>
                    <a:pt x="88695" y="7404"/>
                    <a:pt x="88832" y="7361"/>
                    <a:pt x="88923" y="7361"/>
                  </a:cubicBezTo>
                  <a:close/>
                  <a:moveTo>
                    <a:pt x="7782" y="7082"/>
                  </a:moveTo>
                  <a:cubicBezTo>
                    <a:pt x="7904" y="7082"/>
                    <a:pt x="8025" y="7113"/>
                    <a:pt x="8147" y="7143"/>
                  </a:cubicBezTo>
                  <a:lnTo>
                    <a:pt x="7995" y="7143"/>
                  </a:lnTo>
                  <a:lnTo>
                    <a:pt x="7934" y="7174"/>
                  </a:lnTo>
                  <a:lnTo>
                    <a:pt x="7600" y="7295"/>
                  </a:lnTo>
                  <a:cubicBezTo>
                    <a:pt x="7569" y="7569"/>
                    <a:pt x="7752" y="7721"/>
                    <a:pt x="7812" y="7721"/>
                  </a:cubicBezTo>
                  <a:cubicBezTo>
                    <a:pt x="7838" y="7708"/>
                    <a:pt x="7863" y="7701"/>
                    <a:pt x="7886" y="7701"/>
                  </a:cubicBezTo>
                  <a:cubicBezTo>
                    <a:pt x="7918" y="7701"/>
                    <a:pt x="7947" y="7715"/>
                    <a:pt x="7964" y="7751"/>
                  </a:cubicBezTo>
                  <a:lnTo>
                    <a:pt x="7904" y="7873"/>
                  </a:lnTo>
                  <a:cubicBezTo>
                    <a:pt x="7851" y="7926"/>
                    <a:pt x="7777" y="7958"/>
                    <a:pt x="7701" y="7958"/>
                  </a:cubicBezTo>
                  <a:cubicBezTo>
                    <a:pt x="7646" y="7958"/>
                    <a:pt x="7590" y="7941"/>
                    <a:pt x="7539" y="7903"/>
                  </a:cubicBezTo>
                  <a:lnTo>
                    <a:pt x="7448" y="7842"/>
                  </a:lnTo>
                  <a:cubicBezTo>
                    <a:pt x="7387" y="7781"/>
                    <a:pt x="7326" y="7721"/>
                    <a:pt x="7265" y="7690"/>
                  </a:cubicBezTo>
                  <a:cubicBezTo>
                    <a:pt x="7174" y="7599"/>
                    <a:pt x="7448" y="7569"/>
                    <a:pt x="7296" y="7478"/>
                  </a:cubicBezTo>
                  <a:cubicBezTo>
                    <a:pt x="7296" y="7447"/>
                    <a:pt x="7326" y="7417"/>
                    <a:pt x="7326" y="7417"/>
                  </a:cubicBezTo>
                  <a:lnTo>
                    <a:pt x="7539" y="7295"/>
                  </a:lnTo>
                  <a:cubicBezTo>
                    <a:pt x="7539" y="7174"/>
                    <a:pt x="7660" y="7113"/>
                    <a:pt x="7782" y="7082"/>
                  </a:cubicBezTo>
                  <a:close/>
                  <a:moveTo>
                    <a:pt x="2645" y="9058"/>
                  </a:moveTo>
                  <a:lnTo>
                    <a:pt x="2645" y="9058"/>
                  </a:lnTo>
                  <a:cubicBezTo>
                    <a:pt x="2676" y="9088"/>
                    <a:pt x="2676" y="9119"/>
                    <a:pt x="2615" y="9149"/>
                  </a:cubicBezTo>
                  <a:lnTo>
                    <a:pt x="2645" y="9210"/>
                  </a:lnTo>
                  <a:lnTo>
                    <a:pt x="2676" y="9332"/>
                  </a:lnTo>
                  <a:cubicBezTo>
                    <a:pt x="2635" y="9352"/>
                    <a:pt x="2578" y="9359"/>
                    <a:pt x="2516" y="9359"/>
                  </a:cubicBezTo>
                  <a:cubicBezTo>
                    <a:pt x="2392" y="9359"/>
                    <a:pt x="2250" y="9332"/>
                    <a:pt x="2189" y="9332"/>
                  </a:cubicBezTo>
                  <a:cubicBezTo>
                    <a:pt x="2098" y="9332"/>
                    <a:pt x="2007" y="9301"/>
                    <a:pt x="1946" y="9240"/>
                  </a:cubicBezTo>
                  <a:lnTo>
                    <a:pt x="1946" y="9180"/>
                  </a:lnTo>
                  <a:cubicBezTo>
                    <a:pt x="1976" y="9149"/>
                    <a:pt x="2037" y="9149"/>
                    <a:pt x="2068" y="9149"/>
                  </a:cubicBezTo>
                  <a:cubicBezTo>
                    <a:pt x="2159" y="9180"/>
                    <a:pt x="2280" y="9210"/>
                    <a:pt x="2372" y="9210"/>
                  </a:cubicBezTo>
                  <a:cubicBezTo>
                    <a:pt x="2493" y="9180"/>
                    <a:pt x="2584" y="9149"/>
                    <a:pt x="2645" y="9058"/>
                  </a:cubicBezTo>
                  <a:close/>
                  <a:moveTo>
                    <a:pt x="1500" y="8832"/>
                  </a:moveTo>
                  <a:cubicBezTo>
                    <a:pt x="1536" y="8832"/>
                    <a:pt x="1669" y="8973"/>
                    <a:pt x="1824" y="9180"/>
                  </a:cubicBezTo>
                  <a:lnTo>
                    <a:pt x="1794" y="9332"/>
                  </a:lnTo>
                  <a:cubicBezTo>
                    <a:pt x="1794" y="9362"/>
                    <a:pt x="1764" y="9392"/>
                    <a:pt x="1703" y="9423"/>
                  </a:cubicBezTo>
                  <a:cubicBezTo>
                    <a:pt x="1672" y="9423"/>
                    <a:pt x="1612" y="9392"/>
                    <a:pt x="1612" y="9362"/>
                  </a:cubicBezTo>
                  <a:lnTo>
                    <a:pt x="1581" y="9240"/>
                  </a:lnTo>
                  <a:cubicBezTo>
                    <a:pt x="1520" y="9119"/>
                    <a:pt x="1520" y="8967"/>
                    <a:pt x="1490" y="8845"/>
                  </a:cubicBezTo>
                  <a:cubicBezTo>
                    <a:pt x="1490" y="8836"/>
                    <a:pt x="1493" y="8832"/>
                    <a:pt x="1500" y="8832"/>
                  </a:cubicBezTo>
                  <a:close/>
                  <a:moveTo>
                    <a:pt x="91188" y="10000"/>
                  </a:moveTo>
                  <a:cubicBezTo>
                    <a:pt x="91300" y="10000"/>
                    <a:pt x="91542" y="10156"/>
                    <a:pt x="91578" y="10156"/>
                  </a:cubicBezTo>
                  <a:cubicBezTo>
                    <a:pt x="91581" y="10156"/>
                    <a:pt x="91583" y="10155"/>
                    <a:pt x="91583" y="10152"/>
                  </a:cubicBezTo>
                  <a:cubicBezTo>
                    <a:pt x="91583" y="10150"/>
                    <a:pt x="91583" y="10149"/>
                    <a:pt x="91583" y="10149"/>
                  </a:cubicBezTo>
                  <a:lnTo>
                    <a:pt x="91583" y="10149"/>
                  </a:lnTo>
                  <a:cubicBezTo>
                    <a:pt x="91587" y="10149"/>
                    <a:pt x="91611" y="10307"/>
                    <a:pt x="91583" y="10335"/>
                  </a:cubicBezTo>
                  <a:cubicBezTo>
                    <a:pt x="91575" y="10343"/>
                    <a:pt x="91562" y="10347"/>
                    <a:pt x="91547" y="10347"/>
                  </a:cubicBezTo>
                  <a:cubicBezTo>
                    <a:pt x="91450" y="10347"/>
                    <a:pt x="91236" y="10201"/>
                    <a:pt x="91157" y="10122"/>
                  </a:cubicBezTo>
                  <a:cubicBezTo>
                    <a:pt x="91036" y="10031"/>
                    <a:pt x="91066" y="10000"/>
                    <a:pt x="91188" y="10000"/>
                  </a:cubicBezTo>
                  <a:close/>
                  <a:moveTo>
                    <a:pt x="943" y="10152"/>
                  </a:moveTo>
                  <a:lnTo>
                    <a:pt x="1004" y="10183"/>
                  </a:lnTo>
                  <a:lnTo>
                    <a:pt x="1095" y="10213"/>
                  </a:lnTo>
                  <a:cubicBezTo>
                    <a:pt x="1217" y="10213"/>
                    <a:pt x="1156" y="10395"/>
                    <a:pt x="1095" y="10456"/>
                  </a:cubicBezTo>
                  <a:cubicBezTo>
                    <a:pt x="1073" y="10478"/>
                    <a:pt x="1044" y="10488"/>
                    <a:pt x="1013" y="10488"/>
                  </a:cubicBezTo>
                  <a:cubicBezTo>
                    <a:pt x="956" y="10488"/>
                    <a:pt x="891" y="10454"/>
                    <a:pt x="852" y="10395"/>
                  </a:cubicBezTo>
                  <a:lnTo>
                    <a:pt x="791" y="10335"/>
                  </a:lnTo>
                  <a:lnTo>
                    <a:pt x="730" y="10274"/>
                  </a:lnTo>
                  <a:cubicBezTo>
                    <a:pt x="791" y="10213"/>
                    <a:pt x="852" y="10152"/>
                    <a:pt x="943" y="10152"/>
                  </a:cubicBezTo>
                  <a:close/>
                  <a:moveTo>
                    <a:pt x="92675" y="10283"/>
                  </a:moveTo>
                  <a:cubicBezTo>
                    <a:pt x="92754" y="10283"/>
                    <a:pt x="92897" y="10311"/>
                    <a:pt x="92986" y="10311"/>
                  </a:cubicBezTo>
                  <a:cubicBezTo>
                    <a:pt x="93009" y="10311"/>
                    <a:pt x="93028" y="10309"/>
                    <a:pt x="93042" y="10304"/>
                  </a:cubicBezTo>
                  <a:cubicBezTo>
                    <a:pt x="93164" y="10304"/>
                    <a:pt x="93224" y="10365"/>
                    <a:pt x="93164" y="10487"/>
                  </a:cubicBezTo>
                  <a:lnTo>
                    <a:pt x="93072" y="10578"/>
                  </a:lnTo>
                  <a:lnTo>
                    <a:pt x="93042" y="10608"/>
                  </a:lnTo>
                  <a:cubicBezTo>
                    <a:pt x="92951" y="10608"/>
                    <a:pt x="92799" y="10578"/>
                    <a:pt x="92768" y="10578"/>
                  </a:cubicBezTo>
                  <a:cubicBezTo>
                    <a:pt x="92708" y="10578"/>
                    <a:pt x="92616" y="10395"/>
                    <a:pt x="92616" y="10304"/>
                  </a:cubicBezTo>
                  <a:cubicBezTo>
                    <a:pt x="92616" y="10288"/>
                    <a:pt x="92639" y="10283"/>
                    <a:pt x="92675" y="10283"/>
                  </a:cubicBezTo>
                  <a:close/>
                  <a:moveTo>
                    <a:pt x="90922" y="10292"/>
                  </a:moveTo>
                  <a:cubicBezTo>
                    <a:pt x="90939" y="10292"/>
                    <a:pt x="90957" y="10295"/>
                    <a:pt x="90975" y="10304"/>
                  </a:cubicBezTo>
                  <a:lnTo>
                    <a:pt x="91036" y="10304"/>
                  </a:lnTo>
                  <a:cubicBezTo>
                    <a:pt x="91157" y="10365"/>
                    <a:pt x="91188" y="10517"/>
                    <a:pt x="91370" y="10517"/>
                  </a:cubicBezTo>
                  <a:lnTo>
                    <a:pt x="91522" y="10517"/>
                  </a:lnTo>
                  <a:cubicBezTo>
                    <a:pt x="91522" y="10639"/>
                    <a:pt x="91340" y="10791"/>
                    <a:pt x="91127" y="10882"/>
                  </a:cubicBezTo>
                  <a:lnTo>
                    <a:pt x="91005" y="10699"/>
                  </a:lnTo>
                  <a:cubicBezTo>
                    <a:pt x="91066" y="10669"/>
                    <a:pt x="91005" y="10578"/>
                    <a:pt x="90884" y="10517"/>
                  </a:cubicBezTo>
                  <a:lnTo>
                    <a:pt x="90853" y="10547"/>
                  </a:lnTo>
                  <a:lnTo>
                    <a:pt x="90701" y="10669"/>
                  </a:lnTo>
                  <a:cubicBezTo>
                    <a:pt x="90671" y="10547"/>
                    <a:pt x="90762" y="10365"/>
                    <a:pt x="90793" y="10335"/>
                  </a:cubicBezTo>
                  <a:cubicBezTo>
                    <a:pt x="90836" y="10313"/>
                    <a:pt x="90879" y="10292"/>
                    <a:pt x="90922" y="10292"/>
                  </a:cubicBezTo>
                  <a:close/>
                  <a:moveTo>
                    <a:pt x="92738" y="10760"/>
                  </a:moveTo>
                  <a:cubicBezTo>
                    <a:pt x="92799" y="10821"/>
                    <a:pt x="92829" y="10882"/>
                    <a:pt x="92860" y="10943"/>
                  </a:cubicBezTo>
                  <a:lnTo>
                    <a:pt x="92951" y="11003"/>
                  </a:lnTo>
                  <a:lnTo>
                    <a:pt x="93042" y="11095"/>
                  </a:lnTo>
                  <a:cubicBezTo>
                    <a:pt x="92996" y="11125"/>
                    <a:pt x="92943" y="11140"/>
                    <a:pt x="92890" y="11140"/>
                  </a:cubicBezTo>
                  <a:cubicBezTo>
                    <a:pt x="92837" y="11140"/>
                    <a:pt x="92784" y="11125"/>
                    <a:pt x="92738" y="11095"/>
                  </a:cubicBezTo>
                  <a:cubicBezTo>
                    <a:pt x="92677" y="11064"/>
                    <a:pt x="92556" y="10851"/>
                    <a:pt x="92586" y="10821"/>
                  </a:cubicBezTo>
                  <a:cubicBezTo>
                    <a:pt x="92616" y="10791"/>
                    <a:pt x="92677" y="10760"/>
                    <a:pt x="92738" y="10760"/>
                  </a:cubicBezTo>
                  <a:close/>
                  <a:moveTo>
                    <a:pt x="15941" y="11394"/>
                  </a:moveTo>
                  <a:cubicBezTo>
                    <a:pt x="15949" y="11394"/>
                    <a:pt x="15955" y="11395"/>
                    <a:pt x="15958" y="11399"/>
                  </a:cubicBezTo>
                  <a:cubicBezTo>
                    <a:pt x="15989" y="11459"/>
                    <a:pt x="15989" y="11520"/>
                    <a:pt x="16019" y="11611"/>
                  </a:cubicBezTo>
                  <a:lnTo>
                    <a:pt x="15898" y="11581"/>
                  </a:lnTo>
                  <a:lnTo>
                    <a:pt x="15685" y="11551"/>
                  </a:lnTo>
                  <a:cubicBezTo>
                    <a:pt x="15667" y="11639"/>
                    <a:pt x="15649" y="11686"/>
                    <a:pt x="15644" y="11686"/>
                  </a:cubicBezTo>
                  <a:cubicBezTo>
                    <a:pt x="15640" y="11686"/>
                    <a:pt x="15642" y="11662"/>
                    <a:pt x="15654" y="11611"/>
                  </a:cubicBezTo>
                  <a:cubicBezTo>
                    <a:pt x="15654" y="11503"/>
                    <a:pt x="15873" y="11394"/>
                    <a:pt x="15941" y="11394"/>
                  </a:cubicBezTo>
                  <a:close/>
                  <a:moveTo>
                    <a:pt x="14560" y="11338"/>
                  </a:moveTo>
                  <a:cubicBezTo>
                    <a:pt x="14712" y="11399"/>
                    <a:pt x="14834" y="11490"/>
                    <a:pt x="14955" y="11611"/>
                  </a:cubicBezTo>
                  <a:cubicBezTo>
                    <a:pt x="15001" y="11656"/>
                    <a:pt x="14861" y="11735"/>
                    <a:pt x="14761" y="11735"/>
                  </a:cubicBezTo>
                  <a:cubicBezTo>
                    <a:pt x="14727" y="11735"/>
                    <a:pt x="14697" y="11726"/>
                    <a:pt x="14682" y="11702"/>
                  </a:cubicBezTo>
                  <a:cubicBezTo>
                    <a:pt x="14627" y="11675"/>
                    <a:pt x="14573" y="11660"/>
                    <a:pt x="14521" y="11660"/>
                  </a:cubicBezTo>
                  <a:cubicBezTo>
                    <a:pt x="14457" y="11660"/>
                    <a:pt x="14398" y="11683"/>
                    <a:pt x="14347" y="11733"/>
                  </a:cubicBezTo>
                  <a:lnTo>
                    <a:pt x="14287" y="11733"/>
                  </a:lnTo>
                  <a:lnTo>
                    <a:pt x="14135" y="11702"/>
                  </a:lnTo>
                  <a:cubicBezTo>
                    <a:pt x="14152" y="11614"/>
                    <a:pt x="14211" y="11567"/>
                    <a:pt x="14294" y="11567"/>
                  </a:cubicBezTo>
                  <a:cubicBezTo>
                    <a:pt x="14352" y="11567"/>
                    <a:pt x="14423" y="11591"/>
                    <a:pt x="14499" y="11642"/>
                  </a:cubicBezTo>
                  <a:lnTo>
                    <a:pt x="14560" y="11338"/>
                  </a:lnTo>
                  <a:close/>
                  <a:moveTo>
                    <a:pt x="12620" y="11409"/>
                  </a:moveTo>
                  <a:cubicBezTo>
                    <a:pt x="12634" y="11409"/>
                    <a:pt x="12652" y="11415"/>
                    <a:pt x="12676" y="11429"/>
                  </a:cubicBezTo>
                  <a:lnTo>
                    <a:pt x="12828" y="11429"/>
                  </a:lnTo>
                  <a:cubicBezTo>
                    <a:pt x="12949" y="11429"/>
                    <a:pt x="12888" y="11611"/>
                    <a:pt x="12828" y="11702"/>
                  </a:cubicBezTo>
                  <a:cubicBezTo>
                    <a:pt x="12814" y="11730"/>
                    <a:pt x="12788" y="11745"/>
                    <a:pt x="12758" y="11745"/>
                  </a:cubicBezTo>
                  <a:cubicBezTo>
                    <a:pt x="12721" y="11745"/>
                    <a:pt x="12679" y="11722"/>
                    <a:pt x="12645" y="11672"/>
                  </a:cubicBezTo>
                  <a:cubicBezTo>
                    <a:pt x="12594" y="11595"/>
                    <a:pt x="12542" y="11409"/>
                    <a:pt x="12620" y="11409"/>
                  </a:cubicBezTo>
                  <a:close/>
                  <a:moveTo>
                    <a:pt x="16718" y="11429"/>
                  </a:moveTo>
                  <a:cubicBezTo>
                    <a:pt x="16779" y="11429"/>
                    <a:pt x="16840" y="11429"/>
                    <a:pt x="16901" y="11459"/>
                  </a:cubicBezTo>
                  <a:lnTo>
                    <a:pt x="16931" y="11490"/>
                  </a:lnTo>
                  <a:cubicBezTo>
                    <a:pt x="16901" y="11611"/>
                    <a:pt x="16810" y="11702"/>
                    <a:pt x="16749" y="11763"/>
                  </a:cubicBezTo>
                  <a:lnTo>
                    <a:pt x="16627" y="11854"/>
                  </a:lnTo>
                  <a:cubicBezTo>
                    <a:pt x="16597" y="11854"/>
                    <a:pt x="16536" y="11824"/>
                    <a:pt x="16506" y="11794"/>
                  </a:cubicBezTo>
                  <a:cubicBezTo>
                    <a:pt x="16506" y="11763"/>
                    <a:pt x="16506" y="11733"/>
                    <a:pt x="16536" y="11702"/>
                  </a:cubicBezTo>
                  <a:lnTo>
                    <a:pt x="16597" y="11672"/>
                  </a:lnTo>
                  <a:cubicBezTo>
                    <a:pt x="16658" y="11642"/>
                    <a:pt x="16627" y="11551"/>
                    <a:pt x="16536" y="11459"/>
                  </a:cubicBezTo>
                  <a:lnTo>
                    <a:pt x="16718" y="11429"/>
                  </a:lnTo>
                  <a:close/>
                  <a:moveTo>
                    <a:pt x="17368" y="11579"/>
                  </a:moveTo>
                  <a:cubicBezTo>
                    <a:pt x="17374" y="11579"/>
                    <a:pt x="17381" y="11579"/>
                    <a:pt x="17387" y="11581"/>
                  </a:cubicBezTo>
                  <a:lnTo>
                    <a:pt x="17387" y="11611"/>
                  </a:lnTo>
                  <a:lnTo>
                    <a:pt x="17387" y="11733"/>
                  </a:lnTo>
                  <a:cubicBezTo>
                    <a:pt x="17342" y="11846"/>
                    <a:pt x="17263" y="11908"/>
                    <a:pt x="17201" y="11908"/>
                  </a:cubicBezTo>
                  <a:cubicBezTo>
                    <a:pt x="17179" y="11908"/>
                    <a:pt x="17160" y="11901"/>
                    <a:pt x="17144" y="11885"/>
                  </a:cubicBezTo>
                  <a:cubicBezTo>
                    <a:pt x="17086" y="11827"/>
                    <a:pt x="17247" y="11579"/>
                    <a:pt x="17368" y="11579"/>
                  </a:cubicBezTo>
                  <a:close/>
                  <a:moveTo>
                    <a:pt x="7404" y="11705"/>
                  </a:moveTo>
                  <a:cubicBezTo>
                    <a:pt x="7427" y="11705"/>
                    <a:pt x="7452" y="11713"/>
                    <a:pt x="7478" y="11733"/>
                  </a:cubicBezTo>
                  <a:lnTo>
                    <a:pt x="7569" y="11794"/>
                  </a:lnTo>
                  <a:lnTo>
                    <a:pt x="7600" y="11824"/>
                  </a:lnTo>
                  <a:cubicBezTo>
                    <a:pt x="7630" y="11854"/>
                    <a:pt x="7630" y="11915"/>
                    <a:pt x="7569" y="11946"/>
                  </a:cubicBezTo>
                  <a:lnTo>
                    <a:pt x="7448" y="11946"/>
                  </a:lnTo>
                  <a:cubicBezTo>
                    <a:pt x="7415" y="11954"/>
                    <a:pt x="7387" y="11958"/>
                    <a:pt x="7363" y="11958"/>
                  </a:cubicBezTo>
                  <a:cubicBezTo>
                    <a:pt x="7298" y="11958"/>
                    <a:pt x="7265" y="11929"/>
                    <a:pt x="7265" y="11885"/>
                  </a:cubicBezTo>
                  <a:cubicBezTo>
                    <a:pt x="7265" y="11813"/>
                    <a:pt x="7321" y="11705"/>
                    <a:pt x="7404" y="11705"/>
                  </a:cubicBezTo>
                  <a:close/>
                  <a:moveTo>
                    <a:pt x="6931" y="11247"/>
                  </a:moveTo>
                  <a:lnTo>
                    <a:pt x="7022" y="11277"/>
                  </a:lnTo>
                  <a:lnTo>
                    <a:pt x="7053" y="11307"/>
                  </a:lnTo>
                  <a:cubicBezTo>
                    <a:pt x="7083" y="11459"/>
                    <a:pt x="7113" y="11581"/>
                    <a:pt x="7083" y="11733"/>
                  </a:cubicBezTo>
                  <a:cubicBezTo>
                    <a:pt x="7022" y="11854"/>
                    <a:pt x="6961" y="11946"/>
                    <a:pt x="6870" y="12037"/>
                  </a:cubicBezTo>
                  <a:cubicBezTo>
                    <a:pt x="6840" y="12067"/>
                    <a:pt x="6809" y="12067"/>
                    <a:pt x="6749" y="12098"/>
                  </a:cubicBezTo>
                  <a:cubicBezTo>
                    <a:pt x="6749" y="12067"/>
                    <a:pt x="6779" y="12037"/>
                    <a:pt x="6809" y="11976"/>
                  </a:cubicBezTo>
                  <a:cubicBezTo>
                    <a:pt x="6809" y="11824"/>
                    <a:pt x="6809" y="11702"/>
                    <a:pt x="6809" y="11581"/>
                  </a:cubicBezTo>
                  <a:lnTo>
                    <a:pt x="6779" y="11520"/>
                  </a:lnTo>
                  <a:lnTo>
                    <a:pt x="6779" y="11459"/>
                  </a:lnTo>
                  <a:cubicBezTo>
                    <a:pt x="6809" y="11368"/>
                    <a:pt x="6870" y="11307"/>
                    <a:pt x="6931" y="11247"/>
                  </a:cubicBezTo>
                  <a:close/>
                  <a:moveTo>
                    <a:pt x="75134" y="11942"/>
                  </a:moveTo>
                  <a:cubicBezTo>
                    <a:pt x="75225" y="11942"/>
                    <a:pt x="75349" y="12073"/>
                    <a:pt x="75321" y="12128"/>
                  </a:cubicBezTo>
                  <a:cubicBezTo>
                    <a:pt x="75312" y="12156"/>
                    <a:pt x="75289" y="12167"/>
                    <a:pt x="75259" y="12167"/>
                  </a:cubicBezTo>
                  <a:cubicBezTo>
                    <a:pt x="75191" y="12167"/>
                    <a:pt x="75090" y="12110"/>
                    <a:pt x="75048" y="12067"/>
                  </a:cubicBezTo>
                  <a:cubicBezTo>
                    <a:pt x="74987" y="12037"/>
                    <a:pt x="75017" y="11946"/>
                    <a:pt x="75078" y="11946"/>
                  </a:cubicBezTo>
                  <a:lnTo>
                    <a:pt x="75108" y="11946"/>
                  </a:lnTo>
                  <a:cubicBezTo>
                    <a:pt x="75117" y="11943"/>
                    <a:pt x="75125" y="11942"/>
                    <a:pt x="75134" y="11942"/>
                  </a:cubicBezTo>
                  <a:close/>
                  <a:moveTo>
                    <a:pt x="68938" y="12006"/>
                  </a:moveTo>
                  <a:cubicBezTo>
                    <a:pt x="69029" y="12006"/>
                    <a:pt x="69121" y="12067"/>
                    <a:pt x="69181" y="12128"/>
                  </a:cubicBezTo>
                  <a:lnTo>
                    <a:pt x="69090" y="12189"/>
                  </a:lnTo>
                  <a:lnTo>
                    <a:pt x="68938" y="12280"/>
                  </a:lnTo>
                  <a:cubicBezTo>
                    <a:pt x="68999" y="12310"/>
                    <a:pt x="68969" y="12432"/>
                    <a:pt x="68908" y="12462"/>
                  </a:cubicBezTo>
                  <a:lnTo>
                    <a:pt x="68847" y="12493"/>
                  </a:lnTo>
                  <a:lnTo>
                    <a:pt x="68786" y="12493"/>
                  </a:lnTo>
                  <a:cubicBezTo>
                    <a:pt x="68725" y="12493"/>
                    <a:pt x="68695" y="12462"/>
                    <a:pt x="68665" y="12402"/>
                  </a:cubicBezTo>
                  <a:lnTo>
                    <a:pt x="68665" y="12280"/>
                  </a:lnTo>
                  <a:lnTo>
                    <a:pt x="68665" y="12250"/>
                  </a:lnTo>
                  <a:cubicBezTo>
                    <a:pt x="68634" y="12128"/>
                    <a:pt x="68725" y="12006"/>
                    <a:pt x="68847" y="12006"/>
                  </a:cubicBezTo>
                  <a:close/>
                  <a:moveTo>
                    <a:pt x="69637" y="12189"/>
                  </a:moveTo>
                  <a:lnTo>
                    <a:pt x="69820" y="12280"/>
                  </a:lnTo>
                  <a:cubicBezTo>
                    <a:pt x="69880" y="12310"/>
                    <a:pt x="69880" y="12402"/>
                    <a:pt x="69820" y="12432"/>
                  </a:cubicBezTo>
                  <a:cubicBezTo>
                    <a:pt x="69728" y="12462"/>
                    <a:pt x="69637" y="12493"/>
                    <a:pt x="69546" y="12523"/>
                  </a:cubicBezTo>
                  <a:lnTo>
                    <a:pt x="69485" y="12523"/>
                  </a:lnTo>
                  <a:cubicBezTo>
                    <a:pt x="69394" y="12523"/>
                    <a:pt x="69364" y="12493"/>
                    <a:pt x="69364" y="12462"/>
                  </a:cubicBezTo>
                  <a:cubicBezTo>
                    <a:pt x="69394" y="12432"/>
                    <a:pt x="69546" y="12280"/>
                    <a:pt x="69637" y="12189"/>
                  </a:cubicBezTo>
                  <a:close/>
                  <a:moveTo>
                    <a:pt x="87328" y="12037"/>
                  </a:moveTo>
                  <a:lnTo>
                    <a:pt x="87480" y="12158"/>
                  </a:lnTo>
                  <a:lnTo>
                    <a:pt x="87510" y="12189"/>
                  </a:lnTo>
                  <a:cubicBezTo>
                    <a:pt x="87540" y="12181"/>
                    <a:pt x="87571" y="12177"/>
                    <a:pt x="87600" y="12177"/>
                  </a:cubicBezTo>
                  <a:cubicBezTo>
                    <a:pt x="87689" y="12177"/>
                    <a:pt x="87768" y="12212"/>
                    <a:pt x="87814" y="12280"/>
                  </a:cubicBezTo>
                  <a:lnTo>
                    <a:pt x="87814" y="12371"/>
                  </a:lnTo>
                  <a:cubicBezTo>
                    <a:pt x="87844" y="12371"/>
                    <a:pt x="87844" y="12432"/>
                    <a:pt x="87875" y="12432"/>
                  </a:cubicBezTo>
                  <a:lnTo>
                    <a:pt x="87966" y="12462"/>
                  </a:lnTo>
                  <a:cubicBezTo>
                    <a:pt x="88027" y="12493"/>
                    <a:pt x="88087" y="12554"/>
                    <a:pt x="88027" y="12584"/>
                  </a:cubicBezTo>
                  <a:lnTo>
                    <a:pt x="87905" y="12554"/>
                  </a:lnTo>
                  <a:cubicBezTo>
                    <a:pt x="87783" y="12554"/>
                    <a:pt x="87662" y="12554"/>
                    <a:pt x="87540" y="12523"/>
                  </a:cubicBezTo>
                  <a:cubicBezTo>
                    <a:pt x="87480" y="12493"/>
                    <a:pt x="87540" y="12402"/>
                    <a:pt x="87601" y="12341"/>
                  </a:cubicBezTo>
                  <a:cubicBezTo>
                    <a:pt x="87632" y="12310"/>
                    <a:pt x="87449" y="12250"/>
                    <a:pt x="87388" y="12250"/>
                  </a:cubicBezTo>
                  <a:cubicBezTo>
                    <a:pt x="87297" y="12250"/>
                    <a:pt x="87267" y="12158"/>
                    <a:pt x="87328" y="12037"/>
                  </a:cubicBezTo>
                  <a:close/>
                  <a:moveTo>
                    <a:pt x="79941" y="12265"/>
                  </a:moveTo>
                  <a:cubicBezTo>
                    <a:pt x="79987" y="12265"/>
                    <a:pt x="80033" y="12280"/>
                    <a:pt x="80063" y="12341"/>
                  </a:cubicBezTo>
                  <a:cubicBezTo>
                    <a:pt x="80124" y="12432"/>
                    <a:pt x="80185" y="12462"/>
                    <a:pt x="80276" y="12493"/>
                  </a:cubicBezTo>
                  <a:lnTo>
                    <a:pt x="80428" y="12554"/>
                  </a:lnTo>
                  <a:cubicBezTo>
                    <a:pt x="80428" y="12590"/>
                    <a:pt x="80395" y="12607"/>
                    <a:pt x="80340" y="12607"/>
                  </a:cubicBezTo>
                  <a:cubicBezTo>
                    <a:pt x="80255" y="12607"/>
                    <a:pt x="80119" y="12566"/>
                    <a:pt x="79972" y="12493"/>
                  </a:cubicBezTo>
                  <a:lnTo>
                    <a:pt x="79759" y="12402"/>
                  </a:lnTo>
                  <a:cubicBezTo>
                    <a:pt x="79729" y="12371"/>
                    <a:pt x="79820" y="12280"/>
                    <a:pt x="79820" y="12280"/>
                  </a:cubicBezTo>
                  <a:cubicBezTo>
                    <a:pt x="79850" y="12280"/>
                    <a:pt x="79896" y="12265"/>
                    <a:pt x="79941" y="12265"/>
                  </a:cubicBezTo>
                  <a:close/>
                  <a:moveTo>
                    <a:pt x="88387" y="12028"/>
                  </a:moveTo>
                  <a:cubicBezTo>
                    <a:pt x="88484" y="12028"/>
                    <a:pt x="88659" y="12067"/>
                    <a:pt x="88756" y="12067"/>
                  </a:cubicBezTo>
                  <a:cubicBezTo>
                    <a:pt x="88847" y="12067"/>
                    <a:pt x="89030" y="12432"/>
                    <a:pt x="88939" y="12523"/>
                  </a:cubicBezTo>
                  <a:cubicBezTo>
                    <a:pt x="88817" y="12614"/>
                    <a:pt x="88574" y="12584"/>
                    <a:pt x="88513" y="12645"/>
                  </a:cubicBezTo>
                  <a:cubicBezTo>
                    <a:pt x="88508" y="12647"/>
                    <a:pt x="88503" y="12647"/>
                    <a:pt x="88498" y="12647"/>
                  </a:cubicBezTo>
                  <a:cubicBezTo>
                    <a:pt x="88422" y="12647"/>
                    <a:pt x="88424" y="12427"/>
                    <a:pt x="88452" y="12341"/>
                  </a:cubicBezTo>
                  <a:cubicBezTo>
                    <a:pt x="88483" y="12250"/>
                    <a:pt x="88422" y="12189"/>
                    <a:pt x="88361" y="12189"/>
                  </a:cubicBezTo>
                  <a:cubicBezTo>
                    <a:pt x="88270" y="12219"/>
                    <a:pt x="88179" y="12250"/>
                    <a:pt x="88087" y="12250"/>
                  </a:cubicBezTo>
                  <a:cubicBezTo>
                    <a:pt x="88148" y="12158"/>
                    <a:pt x="88239" y="12098"/>
                    <a:pt x="88331" y="12037"/>
                  </a:cubicBezTo>
                  <a:cubicBezTo>
                    <a:pt x="88343" y="12031"/>
                    <a:pt x="88362" y="12028"/>
                    <a:pt x="88387" y="12028"/>
                  </a:cubicBezTo>
                  <a:close/>
                  <a:moveTo>
                    <a:pt x="67759" y="12525"/>
                  </a:moveTo>
                  <a:cubicBezTo>
                    <a:pt x="67795" y="12525"/>
                    <a:pt x="67833" y="12533"/>
                    <a:pt x="67874" y="12554"/>
                  </a:cubicBezTo>
                  <a:lnTo>
                    <a:pt x="67935" y="12554"/>
                  </a:lnTo>
                  <a:cubicBezTo>
                    <a:pt x="67996" y="12614"/>
                    <a:pt x="67965" y="12706"/>
                    <a:pt x="67844" y="12766"/>
                  </a:cubicBezTo>
                  <a:lnTo>
                    <a:pt x="67783" y="12797"/>
                  </a:lnTo>
                  <a:cubicBezTo>
                    <a:pt x="67734" y="12797"/>
                    <a:pt x="67681" y="12802"/>
                    <a:pt x="67628" y="12802"/>
                  </a:cubicBezTo>
                  <a:cubicBezTo>
                    <a:pt x="67550" y="12802"/>
                    <a:pt x="67473" y="12791"/>
                    <a:pt x="67418" y="12736"/>
                  </a:cubicBezTo>
                  <a:cubicBezTo>
                    <a:pt x="67388" y="12706"/>
                    <a:pt x="67388" y="12675"/>
                    <a:pt x="67418" y="12645"/>
                  </a:cubicBezTo>
                  <a:cubicBezTo>
                    <a:pt x="67536" y="12621"/>
                    <a:pt x="67636" y="12525"/>
                    <a:pt x="67759" y="12525"/>
                  </a:cubicBezTo>
                  <a:close/>
                  <a:moveTo>
                    <a:pt x="75777" y="12736"/>
                  </a:moveTo>
                  <a:cubicBezTo>
                    <a:pt x="75807" y="12765"/>
                    <a:pt x="75779" y="12824"/>
                    <a:pt x="75721" y="12883"/>
                  </a:cubicBezTo>
                  <a:lnTo>
                    <a:pt x="75721" y="12883"/>
                  </a:lnTo>
                  <a:cubicBezTo>
                    <a:pt x="75721" y="12873"/>
                    <a:pt x="75719" y="12865"/>
                    <a:pt x="75716" y="12858"/>
                  </a:cubicBezTo>
                  <a:cubicBezTo>
                    <a:pt x="75686" y="12736"/>
                    <a:pt x="75747" y="12736"/>
                    <a:pt x="75777" y="12736"/>
                  </a:cubicBezTo>
                  <a:close/>
                  <a:moveTo>
                    <a:pt x="22567" y="12887"/>
                  </a:moveTo>
                  <a:cubicBezTo>
                    <a:pt x="22633" y="12887"/>
                    <a:pt x="22697" y="12920"/>
                    <a:pt x="22737" y="12979"/>
                  </a:cubicBezTo>
                  <a:lnTo>
                    <a:pt x="22767" y="13040"/>
                  </a:lnTo>
                  <a:lnTo>
                    <a:pt x="22828" y="13070"/>
                  </a:lnTo>
                  <a:cubicBezTo>
                    <a:pt x="22828" y="13123"/>
                    <a:pt x="22818" y="13156"/>
                    <a:pt x="22791" y="13156"/>
                  </a:cubicBezTo>
                  <a:cubicBezTo>
                    <a:pt x="22772" y="13156"/>
                    <a:pt x="22744" y="13139"/>
                    <a:pt x="22706" y="13101"/>
                  </a:cubicBezTo>
                  <a:lnTo>
                    <a:pt x="22585" y="13101"/>
                  </a:lnTo>
                  <a:lnTo>
                    <a:pt x="22463" y="13070"/>
                  </a:lnTo>
                  <a:cubicBezTo>
                    <a:pt x="22447" y="13073"/>
                    <a:pt x="22433" y="13074"/>
                    <a:pt x="22421" y="13074"/>
                  </a:cubicBezTo>
                  <a:cubicBezTo>
                    <a:pt x="22302" y="13074"/>
                    <a:pt x="22408" y="12946"/>
                    <a:pt x="22463" y="12918"/>
                  </a:cubicBezTo>
                  <a:cubicBezTo>
                    <a:pt x="22495" y="12897"/>
                    <a:pt x="22532" y="12887"/>
                    <a:pt x="22567" y="12887"/>
                  </a:cubicBezTo>
                  <a:close/>
                  <a:moveTo>
                    <a:pt x="42524" y="12797"/>
                  </a:moveTo>
                  <a:cubicBezTo>
                    <a:pt x="42615" y="12827"/>
                    <a:pt x="42798" y="13010"/>
                    <a:pt x="42737" y="13101"/>
                  </a:cubicBezTo>
                  <a:cubicBezTo>
                    <a:pt x="42701" y="13172"/>
                    <a:pt x="42666" y="13201"/>
                    <a:pt x="42636" y="13201"/>
                  </a:cubicBezTo>
                  <a:cubicBezTo>
                    <a:pt x="42615" y="13201"/>
                    <a:pt x="42598" y="13187"/>
                    <a:pt x="42585" y="13161"/>
                  </a:cubicBezTo>
                  <a:lnTo>
                    <a:pt x="42585" y="13101"/>
                  </a:lnTo>
                  <a:cubicBezTo>
                    <a:pt x="42615" y="12979"/>
                    <a:pt x="42585" y="12918"/>
                    <a:pt x="42433" y="12918"/>
                  </a:cubicBezTo>
                  <a:cubicBezTo>
                    <a:pt x="42403" y="12858"/>
                    <a:pt x="42433" y="12827"/>
                    <a:pt x="42524" y="12827"/>
                  </a:cubicBezTo>
                  <a:lnTo>
                    <a:pt x="42524" y="12797"/>
                  </a:lnTo>
                  <a:close/>
                  <a:moveTo>
                    <a:pt x="16293" y="12584"/>
                  </a:moveTo>
                  <a:cubicBezTo>
                    <a:pt x="16384" y="12614"/>
                    <a:pt x="16445" y="12675"/>
                    <a:pt x="16506" y="12736"/>
                  </a:cubicBezTo>
                  <a:cubicBezTo>
                    <a:pt x="16506" y="12780"/>
                    <a:pt x="16522" y="12809"/>
                    <a:pt x="16543" y="12809"/>
                  </a:cubicBezTo>
                  <a:cubicBezTo>
                    <a:pt x="16550" y="12809"/>
                    <a:pt x="16558" y="12805"/>
                    <a:pt x="16566" y="12797"/>
                  </a:cubicBezTo>
                  <a:lnTo>
                    <a:pt x="16566" y="12675"/>
                  </a:lnTo>
                  <a:cubicBezTo>
                    <a:pt x="16597" y="12645"/>
                    <a:pt x="16627" y="12614"/>
                    <a:pt x="16658" y="12614"/>
                  </a:cubicBezTo>
                  <a:cubicBezTo>
                    <a:pt x="16688" y="12614"/>
                    <a:pt x="16779" y="12645"/>
                    <a:pt x="16779" y="12645"/>
                  </a:cubicBezTo>
                  <a:lnTo>
                    <a:pt x="16779" y="12797"/>
                  </a:lnTo>
                  <a:cubicBezTo>
                    <a:pt x="16870" y="12918"/>
                    <a:pt x="17022" y="13192"/>
                    <a:pt x="16962" y="13222"/>
                  </a:cubicBezTo>
                  <a:cubicBezTo>
                    <a:pt x="16951" y="13233"/>
                    <a:pt x="16938" y="13238"/>
                    <a:pt x="16924" y="13238"/>
                  </a:cubicBezTo>
                  <a:cubicBezTo>
                    <a:pt x="16860" y="13238"/>
                    <a:pt x="16768" y="13129"/>
                    <a:pt x="16718" y="12979"/>
                  </a:cubicBezTo>
                  <a:lnTo>
                    <a:pt x="16232" y="12979"/>
                  </a:lnTo>
                  <a:cubicBezTo>
                    <a:pt x="16232" y="12949"/>
                    <a:pt x="16354" y="12766"/>
                    <a:pt x="16293" y="12706"/>
                  </a:cubicBezTo>
                  <a:cubicBezTo>
                    <a:pt x="16232" y="12675"/>
                    <a:pt x="16202" y="12584"/>
                    <a:pt x="16202" y="12584"/>
                  </a:cubicBezTo>
                  <a:close/>
                  <a:moveTo>
                    <a:pt x="43892" y="13010"/>
                  </a:moveTo>
                  <a:cubicBezTo>
                    <a:pt x="43983" y="13101"/>
                    <a:pt x="44074" y="13161"/>
                    <a:pt x="44135" y="13253"/>
                  </a:cubicBezTo>
                  <a:cubicBezTo>
                    <a:pt x="44156" y="13253"/>
                    <a:pt x="44135" y="13266"/>
                    <a:pt x="44092" y="13266"/>
                  </a:cubicBezTo>
                  <a:cubicBezTo>
                    <a:pt x="44071" y="13266"/>
                    <a:pt x="44044" y="13263"/>
                    <a:pt x="44014" y="13253"/>
                  </a:cubicBezTo>
                  <a:lnTo>
                    <a:pt x="43467" y="13253"/>
                  </a:lnTo>
                  <a:cubicBezTo>
                    <a:pt x="43406" y="13222"/>
                    <a:pt x="43467" y="13131"/>
                    <a:pt x="43588" y="13040"/>
                  </a:cubicBezTo>
                  <a:cubicBezTo>
                    <a:pt x="43624" y="13076"/>
                    <a:pt x="43655" y="13088"/>
                    <a:pt x="43685" y="13088"/>
                  </a:cubicBezTo>
                  <a:cubicBezTo>
                    <a:pt x="43732" y="13088"/>
                    <a:pt x="43776" y="13058"/>
                    <a:pt x="43831" y="13040"/>
                  </a:cubicBezTo>
                  <a:lnTo>
                    <a:pt x="43892" y="13010"/>
                  </a:lnTo>
                  <a:close/>
                  <a:moveTo>
                    <a:pt x="14834" y="12918"/>
                  </a:moveTo>
                  <a:lnTo>
                    <a:pt x="14803" y="12949"/>
                  </a:lnTo>
                  <a:cubicBezTo>
                    <a:pt x="14895" y="12949"/>
                    <a:pt x="15138" y="13010"/>
                    <a:pt x="15107" y="13040"/>
                  </a:cubicBezTo>
                  <a:lnTo>
                    <a:pt x="15107" y="13131"/>
                  </a:lnTo>
                  <a:cubicBezTo>
                    <a:pt x="15138" y="13222"/>
                    <a:pt x="15138" y="13283"/>
                    <a:pt x="15077" y="13344"/>
                  </a:cubicBezTo>
                  <a:lnTo>
                    <a:pt x="14986" y="13344"/>
                  </a:lnTo>
                  <a:cubicBezTo>
                    <a:pt x="14955" y="13313"/>
                    <a:pt x="14895" y="13283"/>
                    <a:pt x="14864" y="13253"/>
                  </a:cubicBezTo>
                  <a:lnTo>
                    <a:pt x="14712" y="13101"/>
                  </a:lnTo>
                  <a:cubicBezTo>
                    <a:pt x="14682" y="13010"/>
                    <a:pt x="14743" y="12918"/>
                    <a:pt x="14834" y="12918"/>
                  </a:cubicBezTo>
                  <a:close/>
                  <a:moveTo>
                    <a:pt x="76025" y="12647"/>
                  </a:moveTo>
                  <a:cubicBezTo>
                    <a:pt x="76174" y="12647"/>
                    <a:pt x="76311" y="12749"/>
                    <a:pt x="76264" y="12797"/>
                  </a:cubicBezTo>
                  <a:cubicBezTo>
                    <a:pt x="76203" y="12827"/>
                    <a:pt x="76416" y="13161"/>
                    <a:pt x="76507" y="13283"/>
                  </a:cubicBezTo>
                  <a:cubicBezTo>
                    <a:pt x="76553" y="13376"/>
                    <a:pt x="76511" y="13416"/>
                    <a:pt x="76461" y="13416"/>
                  </a:cubicBezTo>
                  <a:cubicBezTo>
                    <a:pt x="76446" y="13416"/>
                    <a:pt x="76430" y="13412"/>
                    <a:pt x="76416" y="13405"/>
                  </a:cubicBezTo>
                  <a:cubicBezTo>
                    <a:pt x="76294" y="13344"/>
                    <a:pt x="76203" y="13313"/>
                    <a:pt x="76081" y="13313"/>
                  </a:cubicBezTo>
                  <a:lnTo>
                    <a:pt x="76020" y="13344"/>
                  </a:lnTo>
                  <a:cubicBezTo>
                    <a:pt x="75965" y="13390"/>
                    <a:pt x="75916" y="13405"/>
                    <a:pt x="75869" y="13405"/>
                  </a:cubicBezTo>
                  <a:cubicBezTo>
                    <a:pt x="75774" y="13405"/>
                    <a:pt x="75692" y="13340"/>
                    <a:pt x="75600" y="13340"/>
                  </a:cubicBezTo>
                  <a:cubicBezTo>
                    <a:pt x="75588" y="13340"/>
                    <a:pt x="75577" y="13341"/>
                    <a:pt x="75564" y="13344"/>
                  </a:cubicBezTo>
                  <a:lnTo>
                    <a:pt x="75443" y="13405"/>
                  </a:lnTo>
                  <a:cubicBezTo>
                    <a:pt x="75260" y="13374"/>
                    <a:pt x="75108" y="13313"/>
                    <a:pt x="75108" y="13283"/>
                  </a:cubicBezTo>
                  <a:cubicBezTo>
                    <a:pt x="75108" y="13253"/>
                    <a:pt x="75352" y="13101"/>
                    <a:pt x="75291" y="13040"/>
                  </a:cubicBezTo>
                  <a:cubicBezTo>
                    <a:pt x="75230" y="12979"/>
                    <a:pt x="75139" y="12888"/>
                    <a:pt x="75108" y="12888"/>
                  </a:cubicBezTo>
                  <a:cubicBezTo>
                    <a:pt x="75108" y="12858"/>
                    <a:pt x="75230" y="12827"/>
                    <a:pt x="75291" y="12827"/>
                  </a:cubicBezTo>
                  <a:cubicBezTo>
                    <a:pt x="75352" y="12827"/>
                    <a:pt x="75504" y="13131"/>
                    <a:pt x="75564" y="13161"/>
                  </a:cubicBezTo>
                  <a:cubicBezTo>
                    <a:pt x="75570" y="13163"/>
                    <a:pt x="75575" y="13164"/>
                    <a:pt x="75580" y="13164"/>
                  </a:cubicBezTo>
                  <a:cubicBezTo>
                    <a:pt x="75652" y="13164"/>
                    <a:pt x="75719" y="13008"/>
                    <a:pt x="75722" y="12908"/>
                  </a:cubicBezTo>
                  <a:lnTo>
                    <a:pt x="75722" y="12908"/>
                  </a:lnTo>
                  <a:cubicBezTo>
                    <a:pt x="75730" y="12910"/>
                    <a:pt x="75741" y="12911"/>
                    <a:pt x="75754" y="12911"/>
                  </a:cubicBezTo>
                  <a:cubicBezTo>
                    <a:pt x="75792" y="12911"/>
                    <a:pt x="75853" y="12903"/>
                    <a:pt x="75929" y="12888"/>
                  </a:cubicBezTo>
                  <a:lnTo>
                    <a:pt x="75899" y="12675"/>
                  </a:lnTo>
                  <a:cubicBezTo>
                    <a:pt x="75939" y="12655"/>
                    <a:pt x="75982" y="12647"/>
                    <a:pt x="76025" y="12647"/>
                  </a:cubicBezTo>
                  <a:close/>
                  <a:moveTo>
                    <a:pt x="66347" y="13262"/>
                  </a:moveTo>
                  <a:cubicBezTo>
                    <a:pt x="66389" y="13262"/>
                    <a:pt x="66442" y="13277"/>
                    <a:pt x="66507" y="13313"/>
                  </a:cubicBezTo>
                  <a:lnTo>
                    <a:pt x="66658" y="13405"/>
                  </a:lnTo>
                  <a:cubicBezTo>
                    <a:pt x="66658" y="13405"/>
                    <a:pt x="66689" y="13465"/>
                    <a:pt x="66658" y="13496"/>
                  </a:cubicBezTo>
                  <a:lnTo>
                    <a:pt x="66598" y="13496"/>
                  </a:lnTo>
                  <a:lnTo>
                    <a:pt x="66507" y="13405"/>
                  </a:lnTo>
                  <a:cubicBezTo>
                    <a:pt x="66440" y="13438"/>
                    <a:pt x="66373" y="13462"/>
                    <a:pt x="66321" y="13462"/>
                  </a:cubicBezTo>
                  <a:cubicBezTo>
                    <a:pt x="66279" y="13462"/>
                    <a:pt x="66247" y="13446"/>
                    <a:pt x="66233" y="13405"/>
                  </a:cubicBezTo>
                  <a:cubicBezTo>
                    <a:pt x="66212" y="13341"/>
                    <a:pt x="66250" y="13262"/>
                    <a:pt x="66347" y="13262"/>
                  </a:cubicBezTo>
                  <a:close/>
                  <a:moveTo>
                    <a:pt x="72720" y="12795"/>
                  </a:moveTo>
                  <a:cubicBezTo>
                    <a:pt x="72786" y="12795"/>
                    <a:pt x="72850" y="12829"/>
                    <a:pt x="72890" y="12888"/>
                  </a:cubicBezTo>
                  <a:lnTo>
                    <a:pt x="72829" y="12979"/>
                  </a:lnTo>
                  <a:lnTo>
                    <a:pt x="72738" y="13070"/>
                  </a:lnTo>
                  <a:cubicBezTo>
                    <a:pt x="72757" y="13129"/>
                    <a:pt x="72878" y="13163"/>
                    <a:pt x="72986" y="13163"/>
                  </a:cubicBezTo>
                  <a:cubicBezTo>
                    <a:pt x="73045" y="13163"/>
                    <a:pt x="73100" y="13153"/>
                    <a:pt x="73133" y="13131"/>
                  </a:cubicBezTo>
                  <a:cubicBezTo>
                    <a:pt x="73224" y="13070"/>
                    <a:pt x="73315" y="13040"/>
                    <a:pt x="73437" y="13010"/>
                  </a:cubicBezTo>
                  <a:lnTo>
                    <a:pt x="73528" y="13010"/>
                  </a:lnTo>
                  <a:cubicBezTo>
                    <a:pt x="73538" y="13006"/>
                    <a:pt x="73547" y="13005"/>
                    <a:pt x="73556" y="13005"/>
                  </a:cubicBezTo>
                  <a:cubicBezTo>
                    <a:pt x="73632" y="13005"/>
                    <a:pt x="73680" y="13107"/>
                    <a:pt x="73680" y="13161"/>
                  </a:cubicBezTo>
                  <a:cubicBezTo>
                    <a:pt x="73680" y="13197"/>
                    <a:pt x="73774" y="13212"/>
                    <a:pt x="73852" y="13212"/>
                  </a:cubicBezTo>
                  <a:cubicBezTo>
                    <a:pt x="73907" y="13212"/>
                    <a:pt x="73953" y="13204"/>
                    <a:pt x="73953" y="13192"/>
                  </a:cubicBezTo>
                  <a:cubicBezTo>
                    <a:pt x="73923" y="13131"/>
                    <a:pt x="73923" y="13070"/>
                    <a:pt x="73953" y="13040"/>
                  </a:cubicBezTo>
                  <a:cubicBezTo>
                    <a:pt x="73965" y="13042"/>
                    <a:pt x="73976" y="13043"/>
                    <a:pt x="73985" y="13043"/>
                  </a:cubicBezTo>
                  <a:cubicBezTo>
                    <a:pt x="74097" y="13043"/>
                    <a:pt x="74049" y="12888"/>
                    <a:pt x="74105" y="12888"/>
                  </a:cubicBezTo>
                  <a:cubicBezTo>
                    <a:pt x="74197" y="12888"/>
                    <a:pt x="74288" y="12918"/>
                    <a:pt x="74379" y="12949"/>
                  </a:cubicBezTo>
                  <a:lnTo>
                    <a:pt x="74470" y="12979"/>
                  </a:lnTo>
                  <a:cubicBezTo>
                    <a:pt x="74531" y="12994"/>
                    <a:pt x="74584" y="13002"/>
                    <a:pt x="74637" y="13002"/>
                  </a:cubicBezTo>
                  <a:cubicBezTo>
                    <a:pt x="74691" y="13002"/>
                    <a:pt x="74744" y="12994"/>
                    <a:pt x="74805" y="12979"/>
                  </a:cubicBezTo>
                  <a:lnTo>
                    <a:pt x="74805" y="12918"/>
                  </a:lnTo>
                  <a:cubicBezTo>
                    <a:pt x="74805" y="12850"/>
                    <a:pt x="74839" y="12816"/>
                    <a:pt x="74894" y="12816"/>
                  </a:cubicBezTo>
                  <a:cubicBezTo>
                    <a:pt x="74913" y="12816"/>
                    <a:pt x="74934" y="12820"/>
                    <a:pt x="74957" y="12827"/>
                  </a:cubicBezTo>
                  <a:lnTo>
                    <a:pt x="74987" y="12827"/>
                  </a:lnTo>
                  <a:cubicBezTo>
                    <a:pt x="74957" y="12979"/>
                    <a:pt x="74865" y="13101"/>
                    <a:pt x="74744" y="13192"/>
                  </a:cubicBezTo>
                  <a:cubicBezTo>
                    <a:pt x="74683" y="13253"/>
                    <a:pt x="74653" y="13283"/>
                    <a:pt x="74592" y="13344"/>
                  </a:cubicBezTo>
                  <a:lnTo>
                    <a:pt x="74409" y="13344"/>
                  </a:lnTo>
                  <a:cubicBezTo>
                    <a:pt x="74399" y="13354"/>
                    <a:pt x="74389" y="13357"/>
                    <a:pt x="74379" y="13357"/>
                  </a:cubicBezTo>
                  <a:cubicBezTo>
                    <a:pt x="74359" y="13357"/>
                    <a:pt x="74338" y="13344"/>
                    <a:pt x="74318" y="13344"/>
                  </a:cubicBezTo>
                  <a:cubicBezTo>
                    <a:pt x="74300" y="13335"/>
                    <a:pt x="74283" y="13331"/>
                    <a:pt x="74265" y="13331"/>
                  </a:cubicBezTo>
                  <a:cubicBezTo>
                    <a:pt x="74222" y="13331"/>
                    <a:pt x="74179" y="13353"/>
                    <a:pt x="74136" y="13374"/>
                  </a:cubicBezTo>
                  <a:cubicBezTo>
                    <a:pt x="74130" y="13380"/>
                    <a:pt x="74123" y="13382"/>
                    <a:pt x="74114" y="13382"/>
                  </a:cubicBezTo>
                  <a:cubicBezTo>
                    <a:pt x="74073" y="13382"/>
                    <a:pt x="73998" y="13328"/>
                    <a:pt x="73923" y="13253"/>
                  </a:cubicBezTo>
                  <a:lnTo>
                    <a:pt x="73771" y="13344"/>
                  </a:lnTo>
                  <a:lnTo>
                    <a:pt x="73649" y="13465"/>
                  </a:lnTo>
                  <a:cubicBezTo>
                    <a:pt x="73528" y="13374"/>
                    <a:pt x="73376" y="13374"/>
                    <a:pt x="73254" y="13374"/>
                  </a:cubicBezTo>
                  <a:lnTo>
                    <a:pt x="73102" y="13374"/>
                  </a:lnTo>
                  <a:cubicBezTo>
                    <a:pt x="73042" y="13374"/>
                    <a:pt x="72950" y="13313"/>
                    <a:pt x="72920" y="13313"/>
                  </a:cubicBezTo>
                  <a:cubicBezTo>
                    <a:pt x="72859" y="13344"/>
                    <a:pt x="72829" y="13435"/>
                    <a:pt x="72798" y="13465"/>
                  </a:cubicBezTo>
                  <a:lnTo>
                    <a:pt x="72768" y="13496"/>
                  </a:lnTo>
                  <a:cubicBezTo>
                    <a:pt x="72707" y="13511"/>
                    <a:pt x="72654" y="13519"/>
                    <a:pt x="72601" y="13519"/>
                  </a:cubicBezTo>
                  <a:cubicBezTo>
                    <a:pt x="72548" y="13519"/>
                    <a:pt x="72494" y="13511"/>
                    <a:pt x="72434" y="13496"/>
                  </a:cubicBezTo>
                  <a:lnTo>
                    <a:pt x="72312" y="13496"/>
                  </a:lnTo>
                  <a:cubicBezTo>
                    <a:pt x="72282" y="13496"/>
                    <a:pt x="72251" y="13465"/>
                    <a:pt x="72251" y="13435"/>
                  </a:cubicBezTo>
                  <a:cubicBezTo>
                    <a:pt x="72251" y="13405"/>
                    <a:pt x="72251" y="13344"/>
                    <a:pt x="72282" y="13344"/>
                  </a:cubicBezTo>
                  <a:lnTo>
                    <a:pt x="72373" y="13283"/>
                  </a:lnTo>
                  <a:cubicBezTo>
                    <a:pt x="72464" y="13253"/>
                    <a:pt x="72525" y="13101"/>
                    <a:pt x="72434" y="13101"/>
                  </a:cubicBezTo>
                  <a:cubicBezTo>
                    <a:pt x="72373" y="13070"/>
                    <a:pt x="72555" y="12888"/>
                    <a:pt x="72616" y="12827"/>
                  </a:cubicBezTo>
                  <a:cubicBezTo>
                    <a:pt x="72648" y="12806"/>
                    <a:pt x="72684" y="12795"/>
                    <a:pt x="72720" y="12795"/>
                  </a:cubicBezTo>
                  <a:close/>
                  <a:moveTo>
                    <a:pt x="13702" y="13179"/>
                  </a:moveTo>
                  <a:cubicBezTo>
                    <a:pt x="13745" y="13179"/>
                    <a:pt x="13788" y="13201"/>
                    <a:pt x="13831" y="13222"/>
                  </a:cubicBezTo>
                  <a:cubicBezTo>
                    <a:pt x="13861" y="13283"/>
                    <a:pt x="13861" y="13344"/>
                    <a:pt x="13709" y="13344"/>
                  </a:cubicBezTo>
                  <a:cubicBezTo>
                    <a:pt x="13588" y="13374"/>
                    <a:pt x="13648" y="13465"/>
                    <a:pt x="13618" y="13526"/>
                  </a:cubicBezTo>
                  <a:lnTo>
                    <a:pt x="13588" y="13557"/>
                  </a:lnTo>
                  <a:cubicBezTo>
                    <a:pt x="13557" y="13557"/>
                    <a:pt x="13496" y="13557"/>
                    <a:pt x="13466" y="13526"/>
                  </a:cubicBezTo>
                  <a:cubicBezTo>
                    <a:pt x="13436" y="13496"/>
                    <a:pt x="13588" y="13313"/>
                    <a:pt x="13496" y="13313"/>
                  </a:cubicBezTo>
                  <a:cubicBezTo>
                    <a:pt x="13405" y="13313"/>
                    <a:pt x="13405" y="13283"/>
                    <a:pt x="13527" y="13222"/>
                  </a:cubicBezTo>
                  <a:lnTo>
                    <a:pt x="13648" y="13192"/>
                  </a:lnTo>
                  <a:cubicBezTo>
                    <a:pt x="13666" y="13183"/>
                    <a:pt x="13684" y="13179"/>
                    <a:pt x="13702" y="13179"/>
                  </a:cubicBezTo>
                  <a:close/>
                  <a:moveTo>
                    <a:pt x="17782" y="13040"/>
                  </a:moveTo>
                  <a:lnTo>
                    <a:pt x="17934" y="13101"/>
                  </a:lnTo>
                  <a:lnTo>
                    <a:pt x="18025" y="13101"/>
                  </a:lnTo>
                  <a:cubicBezTo>
                    <a:pt x="18117" y="13131"/>
                    <a:pt x="18086" y="13192"/>
                    <a:pt x="17995" y="13192"/>
                  </a:cubicBezTo>
                  <a:cubicBezTo>
                    <a:pt x="17873" y="13192"/>
                    <a:pt x="17721" y="13587"/>
                    <a:pt x="17691" y="13587"/>
                  </a:cubicBezTo>
                  <a:cubicBezTo>
                    <a:pt x="17682" y="13596"/>
                    <a:pt x="17668" y="13600"/>
                    <a:pt x="17652" y="13600"/>
                  </a:cubicBezTo>
                  <a:cubicBezTo>
                    <a:pt x="17612" y="13600"/>
                    <a:pt x="17561" y="13578"/>
                    <a:pt x="17539" y="13557"/>
                  </a:cubicBezTo>
                  <a:lnTo>
                    <a:pt x="17539" y="13526"/>
                  </a:lnTo>
                  <a:lnTo>
                    <a:pt x="17569" y="13405"/>
                  </a:lnTo>
                  <a:cubicBezTo>
                    <a:pt x="17630" y="13313"/>
                    <a:pt x="17721" y="13131"/>
                    <a:pt x="17782" y="13040"/>
                  </a:cubicBezTo>
                  <a:close/>
                  <a:moveTo>
                    <a:pt x="65534" y="13070"/>
                  </a:moveTo>
                  <a:cubicBezTo>
                    <a:pt x="65625" y="13101"/>
                    <a:pt x="65686" y="13131"/>
                    <a:pt x="65747" y="13161"/>
                  </a:cubicBezTo>
                  <a:cubicBezTo>
                    <a:pt x="65807" y="13192"/>
                    <a:pt x="65899" y="13313"/>
                    <a:pt x="65899" y="13344"/>
                  </a:cubicBezTo>
                  <a:cubicBezTo>
                    <a:pt x="65868" y="13374"/>
                    <a:pt x="65899" y="13435"/>
                    <a:pt x="65990" y="13435"/>
                  </a:cubicBezTo>
                  <a:lnTo>
                    <a:pt x="66020" y="13465"/>
                  </a:lnTo>
                  <a:cubicBezTo>
                    <a:pt x="66051" y="13465"/>
                    <a:pt x="66051" y="13557"/>
                    <a:pt x="66051" y="13557"/>
                  </a:cubicBezTo>
                  <a:cubicBezTo>
                    <a:pt x="66051" y="13587"/>
                    <a:pt x="65990" y="13587"/>
                    <a:pt x="65959" y="13587"/>
                  </a:cubicBezTo>
                  <a:lnTo>
                    <a:pt x="65868" y="13617"/>
                  </a:lnTo>
                  <a:cubicBezTo>
                    <a:pt x="65777" y="13617"/>
                    <a:pt x="65625" y="13587"/>
                    <a:pt x="65564" y="13557"/>
                  </a:cubicBezTo>
                  <a:lnTo>
                    <a:pt x="65503" y="13526"/>
                  </a:lnTo>
                  <a:cubicBezTo>
                    <a:pt x="65473" y="13496"/>
                    <a:pt x="65443" y="13435"/>
                    <a:pt x="65473" y="13374"/>
                  </a:cubicBezTo>
                  <a:lnTo>
                    <a:pt x="65503" y="13344"/>
                  </a:lnTo>
                  <a:cubicBezTo>
                    <a:pt x="65564" y="13313"/>
                    <a:pt x="65564" y="13253"/>
                    <a:pt x="65503" y="13253"/>
                  </a:cubicBezTo>
                  <a:lnTo>
                    <a:pt x="65473" y="13222"/>
                  </a:lnTo>
                  <a:cubicBezTo>
                    <a:pt x="65443" y="13192"/>
                    <a:pt x="65473" y="13131"/>
                    <a:pt x="65503" y="13101"/>
                  </a:cubicBezTo>
                  <a:lnTo>
                    <a:pt x="65534" y="13070"/>
                  </a:lnTo>
                  <a:close/>
                  <a:moveTo>
                    <a:pt x="37783" y="13313"/>
                  </a:moveTo>
                  <a:lnTo>
                    <a:pt x="37904" y="13374"/>
                  </a:lnTo>
                  <a:lnTo>
                    <a:pt x="38056" y="13496"/>
                  </a:lnTo>
                  <a:cubicBezTo>
                    <a:pt x="38080" y="13591"/>
                    <a:pt x="38011" y="13667"/>
                    <a:pt x="37936" y="13667"/>
                  </a:cubicBezTo>
                  <a:cubicBezTo>
                    <a:pt x="37915" y="13667"/>
                    <a:pt x="37894" y="13661"/>
                    <a:pt x="37874" y="13648"/>
                  </a:cubicBezTo>
                  <a:cubicBezTo>
                    <a:pt x="37847" y="13630"/>
                    <a:pt x="37820" y="13610"/>
                    <a:pt x="37794" y="13588"/>
                  </a:cubicBezTo>
                  <a:lnTo>
                    <a:pt x="37794" y="13588"/>
                  </a:lnTo>
                  <a:cubicBezTo>
                    <a:pt x="37813" y="13520"/>
                    <a:pt x="37810" y="13423"/>
                    <a:pt x="37783" y="13313"/>
                  </a:cubicBezTo>
                  <a:close/>
                  <a:moveTo>
                    <a:pt x="44253" y="13412"/>
                  </a:moveTo>
                  <a:cubicBezTo>
                    <a:pt x="44318" y="13412"/>
                    <a:pt x="44378" y="13420"/>
                    <a:pt x="44439" y="13435"/>
                  </a:cubicBezTo>
                  <a:lnTo>
                    <a:pt x="44652" y="13526"/>
                  </a:lnTo>
                  <a:cubicBezTo>
                    <a:pt x="44726" y="13477"/>
                    <a:pt x="44821" y="13427"/>
                    <a:pt x="44920" y="13427"/>
                  </a:cubicBezTo>
                  <a:cubicBezTo>
                    <a:pt x="44942" y="13427"/>
                    <a:pt x="44964" y="13429"/>
                    <a:pt x="44986" y="13435"/>
                  </a:cubicBezTo>
                  <a:cubicBezTo>
                    <a:pt x="45047" y="13465"/>
                    <a:pt x="44956" y="13587"/>
                    <a:pt x="44926" y="13617"/>
                  </a:cubicBezTo>
                  <a:cubicBezTo>
                    <a:pt x="44872" y="13653"/>
                    <a:pt x="44819" y="13668"/>
                    <a:pt x="44771" y="13668"/>
                  </a:cubicBezTo>
                  <a:cubicBezTo>
                    <a:pt x="44738" y="13668"/>
                    <a:pt x="44708" y="13660"/>
                    <a:pt x="44682" y="13648"/>
                  </a:cubicBezTo>
                  <a:cubicBezTo>
                    <a:pt x="44439" y="13648"/>
                    <a:pt x="44196" y="13617"/>
                    <a:pt x="43953" y="13587"/>
                  </a:cubicBezTo>
                  <a:cubicBezTo>
                    <a:pt x="43953" y="13526"/>
                    <a:pt x="43983" y="13465"/>
                    <a:pt x="44014" y="13435"/>
                  </a:cubicBezTo>
                  <a:lnTo>
                    <a:pt x="44044" y="13435"/>
                  </a:lnTo>
                  <a:cubicBezTo>
                    <a:pt x="44120" y="13420"/>
                    <a:pt x="44188" y="13412"/>
                    <a:pt x="44253" y="13412"/>
                  </a:cubicBezTo>
                  <a:close/>
                  <a:moveTo>
                    <a:pt x="63285" y="13344"/>
                  </a:moveTo>
                  <a:cubicBezTo>
                    <a:pt x="63437" y="13374"/>
                    <a:pt x="63528" y="13435"/>
                    <a:pt x="63528" y="13496"/>
                  </a:cubicBezTo>
                  <a:cubicBezTo>
                    <a:pt x="63505" y="13540"/>
                    <a:pt x="63418" y="13569"/>
                    <a:pt x="63361" y="13569"/>
                  </a:cubicBezTo>
                  <a:cubicBezTo>
                    <a:pt x="63340" y="13569"/>
                    <a:pt x="63323" y="13565"/>
                    <a:pt x="63315" y="13557"/>
                  </a:cubicBezTo>
                  <a:cubicBezTo>
                    <a:pt x="63293" y="13535"/>
                    <a:pt x="63226" y="13514"/>
                    <a:pt x="63157" y="13514"/>
                  </a:cubicBezTo>
                  <a:cubicBezTo>
                    <a:pt x="63128" y="13514"/>
                    <a:pt x="63098" y="13517"/>
                    <a:pt x="63072" y="13526"/>
                  </a:cubicBezTo>
                  <a:lnTo>
                    <a:pt x="62981" y="13557"/>
                  </a:lnTo>
                  <a:lnTo>
                    <a:pt x="62889" y="13617"/>
                  </a:lnTo>
                  <a:cubicBezTo>
                    <a:pt x="62851" y="13656"/>
                    <a:pt x="62813" y="13672"/>
                    <a:pt x="62777" y="13672"/>
                  </a:cubicBezTo>
                  <a:cubicBezTo>
                    <a:pt x="62727" y="13672"/>
                    <a:pt x="62682" y="13640"/>
                    <a:pt x="62646" y="13587"/>
                  </a:cubicBezTo>
                  <a:cubicBezTo>
                    <a:pt x="62616" y="13557"/>
                    <a:pt x="62555" y="13374"/>
                    <a:pt x="62616" y="13374"/>
                  </a:cubicBezTo>
                  <a:lnTo>
                    <a:pt x="62616" y="13374"/>
                  </a:lnTo>
                  <a:cubicBezTo>
                    <a:pt x="62628" y="13380"/>
                    <a:pt x="62656" y="13383"/>
                    <a:pt x="62694" y="13383"/>
                  </a:cubicBezTo>
                  <a:cubicBezTo>
                    <a:pt x="62847" y="13383"/>
                    <a:pt x="63163" y="13344"/>
                    <a:pt x="63285" y="13344"/>
                  </a:cubicBezTo>
                  <a:close/>
                  <a:moveTo>
                    <a:pt x="71431" y="12888"/>
                  </a:moveTo>
                  <a:cubicBezTo>
                    <a:pt x="71583" y="13070"/>
                    <a:pt x="71643" y="13222"/>
                    <a:pt x="71552" y="13222"/>
                  </a:cubicBezTo>
                  <a:cubicBezTo>
                    <a:pt x="71339" y="13283"/>
                    <a:pt x="71157" y="13344"/>
                    <a:pt x="70975" y="13435"/>
                  </a:cubicBezTo>
                  <a:cubicBezTo>
                    <a:pt x="70914" y="13496"/>
                    <a:pt x="70975" y="13526"/>
                    <a:pt x="71127" y="13526"/>
                  </a:cubicBezTo>
                  <a:lnTo>
                    <a:pt x="71218" y="13526"/>
                  </a:lnTo>
                  <a:cubicBezTo>
                    <a:pt x="71248" y="13557"/>
                    <a:pt x="71279" y="13587"/>
                    <a:pt x="71309" y="13617"/>
                  </a:cubicBezTo>
                  <a:cubicBezTo>
                    <a:pt x="71309" y="13648"/>
                    <a:pt x="71248" y="13678"/>
                    <a:pt x="71248" y="13678"/>
                  </a:cubicBezTo>
                  <a:lnTo>
                    <a:pt x="71066" y="13678"/>
                  </a:lnTo>
                  <a:cubicBezTo>
                    <a:pt x="70823" y="13648"/>
                    <a:pt x="70610" y="13526"/>
                    <a:pt x="70428" y="13374"/>
                  </a:cubicBezTo>
                  <a:cubicBezTo>
                    <a:pt x="70306" y="13283"/>
                    <a:pt x="70184" y="13192"/>
                    <a:pt x="70063" y="13161"/>
                  </a:cubicBezTo>
                  <a:cubicBezTo>
                    <a:pt x="69972" y="13161"/>
                    <a:pt x="69972" y="13101"/>
                    <a:pt x="70093" y="13070"/>
                  </a:cubicBezTo>
                  <a:lnTo>
                    <a:pt x="70124" y="13010"/>
                  </a:lnTo>
                  <a:cubicBezTo>
                    <a:pt x="70169" y="12979"/>
                    <a:pt x="70200" y="12964"/>
                    <a:pt x="70230" y="12964"/>
                  </a:cubicBezTo>
                  <a:cubicBezTo>
                    <a:pt x="70260" y="12964"/>
                    <a:pt x="70291" y="12979"/>
                    <a:pt x="70336" y="13010"/>
                  </a:cubicBezTo>
                  <a:lnTo>
                    <a:pt x="70367" y="13040"/>
                  </a:lnTo>
                  <a:lnTo>
                    <a:pt x="70853" y="12949"/>
                  </a:lnTo>
                  <a:lnTo>
                    <a:pt x="70975" y="13040"/>
                  </a:lnTo>
                  <a:cubicBezTo>
                    <a:pt x="71035" y="13070"/>
                    <a:pt x="71127" y="13101"/>
                    <a:pt x="71157" y="13101"/>
                  </a:cubicBezTo>
                  <a:lnTo>
                    <a:pt x="71431" y="12888"/>
                  </a:lnTo>
                  <a:close/>
                  <a:moveTo>
                    <a:pt x="17296" y="13010"/>
                  </a:moveTo>
                  <a:cubicBezTo>
                    <a:pt x="17296" y="13010"/>
                    <a:pt x="17326" y="13070"/>
                    <a:pt x="17326" y="13101"/>
                  </a:cubicBezTo>
                  <a:lnTo>
                    <a:pt x="17326" y="13131"/>
                  </a:lnTo>
                  <a:cubicBezTo>
                    <a:pt x="17296" y="13313"/>
                    <a:pt x="17448" y="13526"/>
                    <a:pt x="17113" y="13648"/>
                  </a:cubicBezTo>
                  <a:lnTo>
                    <a:pt x="17083" y="13678"/>
                  </a:lnTo>
                  <a:cubicBezTo>
                    <a:pt x="17047" y="13714"/>
                    <a:pt x="17026" y="13726"/>
                    <a:pt x="17012" y="13726"/>
                  </a:cubicBezTo>
                  <a:cubicBezTo>
                    <a:pt x="16992" y="13726"/>
                    <a:pt x="16992" y="13697"/>
                    <a:pt x="16992" y="13678"/>
                  </a:cubicBezTo>
                  <a:cubicBezTo>
                    <a:pt x="17022" y="13648"/>
                    <a:pt x="17113" y="13405"/>
                    <a:pt x="17113" y="13344"/>
                  </a:cubicBezTo>
                  <a:cubicBezTo>
                    <a:pt x="17113" y="13253"/>
                    <a:pt x="17144" y="13161"/>
                    <a:pt x="17174" y="13070"/>
                  </a:cubicBezTo>
                  <a:cubicBezTo>
                    <a:pt x="17205" y="13040"/>
                    <a:pt x="17235" y="13010"/>
                    <a:pt x="17296" y="13010"/>
                  </a:cubicBezTo>
                  <a:close/>
                  <a:moveTo>
                    <a:pt x="64288" y="13131"/>
                  </a:moveTo>
                  <a:cubicBezTo>
                    <a:pt x="64318" y="13161"/>
                    <a:pt x="64348" y="13222"/>
                    <a:pt x="64379" y="13283"/>
                  </a:cubicBezTo>
                  <a:lnTo>
                    <a:pt x="64652" y="13283"/>
                  </a:lnTo>
                  <a:lnTo>
                    <a:pt x="64713" y="13253"/>
                  </a:lnTo>
                  <a:cubicBezTo>
                    <a:pt x="64763" y="13202"/>
                    <a:pt x="64823" y="13180"/>
                    <a:pt x="64881" y="13180"/>
                  </a:cubicBezTo>
                  <a:cubicBezTo>
                    <a:pt x="64929" y="13180"/>
                    <a:pt x="64976" y="13195"/>
                    <a:pt x="65017" y="13222"/>
                  </a:cubicBezTo>
                  <a:lnTo>
                    <a:pt x="65139" y="13283"/>
                  </a:lnTo>
                  <a:cubicBezTo>
                    <a:pt x="65017" y="13435"/>
                    <a:pt x="64865" y="13587"/>
                    <a:pt x="64713" y="13709"/>
                  </a:cubicBezTo>
                  <a:cubicBezTo>
                    <a:pt x="64662" y="13747"/>
                    <a:pt x="64622" y="13764"/>
                    <a:pt x="64592" y="13764"/>
                  </a:cubicBezTo>
                  <a:cubicBezTo>
                    <a:pt x="64551" y="13764"/>
                    <a:pt x="64531" y="13731"/>
                    <a:pt x="64531" y="13678"/>
                  </a:cubicBezTo>
                  <a:cubicBezTo>
                    <a:pt x="64531" y="13577"/>
                    <a:pt x="64300" y="13413"/>
                    <a:pt x="64187" y="13413"/>
                  </a:cubicBezTo>
                  <a:cubicBezTo>
                    <a:pt x="64164" y="13413"/>
                    <a:pt x="64146" y="13420"/>
                    <a:pt x="64136" y="13435"/>
                  </a:cubicBezTo>
                  <a:cubicBezTo>
                    <a:pt x="64117" y="13464"/>
                    <a:pt x="64100" y="13486"/>
                    <a:pt x="64088" y="13503"/>
                  </a:cubicBezTo>
                  <a:lnTo>
                    <a:pt x="64088" y="13503"/>
                  </a:lnTo>
                  <a:cubicBezTo>
                    <a:pt x="64114" y="13458"/>
                    <a:pt x="64166" y="13360"/>
                    <a:pt x="64166" y="13313"/>
                  </a:cubicBezTo>
                  <a:cubicBezTo>
                    <a:pt x="64136" y="13253"/>
                    <a:pt x="64136" y="13192"/>
                    <a:pt x="64136" y="13131"/>
                  </a:cubicBezTo>
                  <a:close/>
                  <a:moveTo>
                    <a:pt x="37313" y="13518"/>
                  </a:moveTo>
                  <a:cubicBezTo>
                    <a:pt x="37337" y="13518"/>
                    <a:pt x="37357" y="13562"/>
                    <a:pt x="37357" y="13587"/>
                  </a:cubicBezTo>
                  <a:cubicBezTo>
                    <a:pt x="37357" y="13617"/>
                    <a:pt x="37205" y="13678"/>
                    <a:pt x="37023" y="13709"/>
                  </a:cubicBezTo>
                  <a:lnTo>
                    <a:pt x="36871" y="13739"/>
                  </a:lnTo>
                  <a:lnTo>
                    <a:pt x="36719" y="13739"/>
                  </a:lnTo>
                  <a:cubicBezTo>
                    <a:pt x="36567" y="13739"/>
                    <a:pt x="36384" y="13769"/>
                    <a:pt x="36324" y="13769"/>
                  </a:cubicBezTo>
                  <a:lnTo>
                    <a:pt x="36202" y="13769"/>
                  </a:lnTo>
                  <a:cubicBezTo>
                    <a:pt x="36172" y="13739"/>
                    <a:pt x="36202" y="13678"/>
                    <a:pt x="36232" y="13648"/>
                  </a:cubicBezTo>
                  <a:cubicBezTo>
                    <a:pt x="36253" y="13648"/>
                    <a:pt x="36340" y="13675"/>
                    <a:pt x="36406" y="13675"/>
                  </a:cubicBezTo>
                  <a:cubicBezTo>
                    <a:pt x="36438" y="13675"/>
                    <a:pt x="36465" y="13668"/>
                    <a:pt x="36476" y="13648"/>
                  </a:cubicBezTo>
                  <a:cubicBezTo>
                    <a:pt x="36476" y="13587"/>
                    <a:pt x="36810" y="13587"/>
                    <a:pt x="36901" y="13587"/>
                  </a:cubicBezTo>
                  <a:lnTo>
                    <a:pt x="37235" y="13587"/>
                  </a:lnTo>
                  <a:lnTo>
                    <a:pt x="37266" y="13557"/>
                  </a:lnTo>
                  <a:lnTo>
                    <a:pt x="37296" y="13526"/>
                  </a:lnTo>
                  <a:cubicBezTo>
                    <a:pt x="37302" y="13520"/>
                    <a:pt x="37308" y="13518"/>
                    <a:pt x="37313" y="13518"/>
                  </a:cubicBezTo>
                  <a:close/>
                  <a:moveTo>
                    <a:pt x="45716" y="13405"/>
                  </a:moveTo>
                  <a:cubicBezTo>
                    <a:pt x="45868" y="13435"/>
                    <a:pt x="45929" y="13709"/>
                    <a:pt x="45807" y="13739"/>
                  </a:cubicBezTo>
                  <a:cubicBezTo>
                    <a:pt x="45761" y="13769"/>
                    <a:pt x="45708" y="13785"/>
                    <a:pt x="45655" y="13785"/>
                  </a:cubicBezTo>
                  <a:cubicBezTo>
                    <a:pt x="45602" y="13785"/>
                    <a:pt x="45549" y="13769"/>
                    <a:pt x="45503" y="13739"/>
                  </a:cubicBezTo>
                  <a:cubicBezTo>
                    <a:pt x="45412" y="13709"/>
                    <a:pt x="45290" y="13526"/>
                    <a:pt x="45442" y="13405"/>
                  </a:cubicBezTo>
                  <a:close/>
                  <a:moveTo>
                    <a:pt x="54895" y="13283"/>
                  </a:moveTo>
                  <a:cubicBezTo>
                    <a:pt x="54926" y="13313"/>
                    <a:pt x="54895" y="13374"/>
                    <a:pt x="54895" y="13405"/>
                  </a:cubicBezTo>
                  <a:cubicBezTo>
                    <a:pt x="54865" y="13435"/>
                    <a:pt x="54895" y="13496"/>
                    <a:pt x="54987" y="13526"/>
                  </a:cubicBezTo>
                  <a:lnTo>
                    <a:pt x="55078" y="13587"/>
                  </a:lnTo>
                  <a:cubicBezTo>
                    <a:pt x="55108" y="13617"/>
                    <a:pt x="55230" y="13709"/>
                    <a:pt x="55108" y="13769"/>
                  </a:cubicBezTo>
                  <a:lnTo>
                    <a:pt x="55017" y="13830"/>
                  </a:lnTo>
                  <a:cubicBezTo>
                    <a:pt x="54956" y="13769"/>
                    <a:pt x="54895" y="13678"/>
                    <a:pt x="54835" y="13587"/>
                  </a:cubicBezTo>
                  <a:lnTo>
                    <a:pt x="54804" y="13526"/>
                  </a:lnTo>
                  <a:cubicBezTo>
                    <a:pt x="54652" y="13405"/>
                    <a:pt x="54652" y="13344"/>
                    <a:pt x="54865" y="13283"/>
                  </a:cubicBezTo>
                  <a:close/>
                  <a:moveTo>
                    <a:pt x="68634" y="12979"/>
                  </a:moveTo>
                  <a:cubicBezTo>
                    <a:pt x="69090" y="13040"/>
                    <a:pt x="69516" y="13070"/>
                    <a:pt x="69546" y="13070"/>
                  </a:cubicBezTo>
                  <a:lnTo>
                    <a:pt x="69576" y="13070"/>
                  </a:lnTo>
                  <a:cubicBezTo>
                    <a:pt x="69615" y="13045"/>
                    <a:pt x="69648" y="13035"/>
                    <a:pt x="69678" y="13035"/>
                  </a:cubicBezTo>
                  <a:cubicBezTo>
                    <a:pt x="69719" y="13035"/>
                    <a:pt x="69754" y="13053"/>
                    <a:pt x="69789" y="13070"/>
                  </a:cubicBezTo>
                  <a:cubicBezTo>
                    <a:pt x="69941" y="13131"/>
                    <a:pt x="69728" y="13222"/>
                    <a:pt x="69789" y="13253"/>
                  </a:cubicBezTo>
                  <a:lnTo>
                    <a:pt x="69850" y="13313"/>
                  </a:lnTo>
                  <a:cubicBezTo>
                    <a:pt x="69911" y="13374"/>
                    <a:pt x="69880" y="13435"/>
                    <a:pt x="69820" y="13435"/>
                  </a:cubicBezTo>
                  <a:lnTo>
                    <a:pt x="69850" y="13435"/>
                  </a:lnTo>
                  <a:cubicBezTo>
                    <a:pt x="69759" y="13435"/>
                    <a:pt x="69759" y="13769"/>
                    <a:pt x="69728" y="13830"/>
                  </a:cubicBezTo>
                  <a:cubicBezTo>
                    <a:pt x="69724" y="13834"/>
                    <a:pt x="69717" y="13836"/>
                    <a:pt x="69707" y="13836"/>
                  </a:cubicBezTo>
                  <a:cubicBezTo>
                    <a:pt x="69643" y="13836"/>
                    <a:pt x="69461" y="13753"/>
                    <a:pt x="69303" y="13648"/>
                  </a:cubicBezTo>
                  <a:lnTo>
                    <a:pt x="69121" y="13496"/>
                  </a:lnTo>
                  <a:lnTo>
                    <a:pt x="68969" y="13374"/>
                  </a:lnTo>
                  <a:cubicBezTo>
                    <a:pt x="68896" y="13287"/>
                    <a:pt x="68830" y="13249"/>
                    <a:pt x="68782" y="13249"/>
                  </a:cubicBezTo>
                  <a:cubicBezTo>
                    <a:pt x="68728" y="13249"/>
                    <a:pt x="68695" y="13295"/>
                    <a:pt x="68695" y="13374"/>
                  </a:cubicBezTo>
                  <a:lnTo>
                    <a:pt x="68421" y="13344"/>
                  </a:lnTo>
                  <a:lnTo>
                    <a:pt x="68391" y="13344"/>
                  </a:lnTo>
                  <a:cubicBezTo>
                    <a:pt x="68269" y="13405"/>
                    <a:pt x="68117" y="13465"/>
                    <a:pt x="67965" y="13526"/>
                  </a:cubicBezTo>
                  <a:lnTo>
                    <a:pt x="67874" y="13496"/>
                  </a:lnTo>
                  <a:lnTo>
                    <a:pt x="67783" y="13465"/>
                  </a:lnTo>
                  <a:cubicBezTo>
                    <a:pt x="67662" y="13435"/>
                    <a:pt x="67540" y="13435"/>
                    <a:pt x="67418" y="13405"/>
                  </a:cubicBezTo>
                  <a:lnTo>
                    <a:pt x="67236" y="13405"/>
                  </a:lnTo>
                  <a:cubicBezTo>
                    <a:pt x="67212" y="13419"/>
                    <a:pt x="67193" y="13425"/>
                    <a:pt x="67178" y="13425"/>
                  </a:cubicBezTo>
                  <a:cubicBezTo>
                    <a:pt x="67094" y="13425"/>
                    <a:pt x="67124" y="13243"/>
                    <a:pt x="67175" y="13192"/>
                  </a:cubicBezTo>
                  <a:cubicBezTo>
                    <a:pt x="67188" y="13166"/>
                    <a:pt x="67223" y="13157"/>
                    <a:pt x="67261" y="13157"/>
                  </a:cubicBezTo>
                  <a:cubicBezTo>
                    <a:pt x="67312" y="13157"/>
                    <a:pt x="67370" y="13174"/>
                    <a:pt x="67388" y="13192"/>
                  </a:cubicBezTo>
                  <a:cubicBezTo>
                    <a:pt x="67391" y="13195"/>
                    <a:pt x="67396" y="13197"/>
                    <a:pt x="67403" y="13197"/>
                  </a:cubicBezTo>
                  <a:cubicBezTo>
                    <a:pt x="67456" y="13197"/>
                    <a:pt x="67607" y="13094"/>
                    <a:pt x="67662" y="13040"/>
                  </a:cubicBezTo>
                  <a:cubicBezTo>
                    <a:pt x="67677" y="13032"/>
                    <a:pt x="67698" y="13028"/>
                    <a:pt x="67723" y="13028"/>
                  </a:cubicBezTo>
                  <a:cubicBezTo>
                    <a:pt x="67798" y="13028"/>
                    <a:pt x="67912" y="13063"/>
                    <a:pt x="68026" y="13131"/>
                  </a:cubicBezTo>
                  <a:lnTo>
                    <a:pt x="68209" y="13101"/>
                  </a:lnTo>
                  <a:lnTo>
                    <a:pt x="68634" y="12979"/>
                  </a:lnTo>
                  <a:close/>
                  <a:moveTo>
                    <a:pt x="42737" y="13526"/>
                  </a:moveTo>
                  <a:cubicBezTo>
                    <a:pt x="42798" y="13526"/>
                    <a:pt x="43011" y="13709"/>
                    <a:pt x="43011" y="13769"/>
                  </a:cubicBezTo>
                  <a:cubicBezTo>
                    <a:pt x="43011" y="13830"/>
                    <a:pt x="42919" y="13861"/>
                    <a:pt x="42798" y="13861"/>
                  </a:cubicBezTo>
                  <a:lnTo>
                    <a:pt x="42737" y="13830"/>
                  </a:lnTo>
                  <a:lnTo>
                    <a:pt x="42646" y="13769"/>
                  </a:lnTo>
                  <a:cubicBezTo>
                    <a:pt x="42615" y="13648"/>
                    <a:pt x="42646" y="13557"/>
                    <a:pt x="42737" y="13557"/>
                  </a:cubicBezTo>
                  <a:lnTo>
                    <a:pt x="42737" y="13526"/>
                  </a:lnTo>
                  <a:close/>
                  <a:moveTo>
                    <a:pt x="43658" y="13514"/>
                  </a:moveTo>
                  <a:cubicBezTo>
                    <a:pt x="43728" y="13514"/>
                    <a:pt x="43771" y="13529"/>
                    <a:pt x="43771" y="13557"/>
                  </a:cubicBezTo>
                  <a:lnTo>
                    <a:pt x="43771" y="13678"/>
                  </a:lnTo>
                  <a:cubicBezTo>
                    <a:pt x="43771" y="13769"/>
                    <a:pt x="43710" y="13830"/>
                    <a:pt x="43649" y="13861"/>
                  </a:cubicBezTo>
                  <a:lnTo>
                    <a:pt x="43619" y="13861"/>
                  </a:lnTo>
                  <a:cubicBezTo>
                    <a:pt x="43193" y="13769"/>
                    <a:pt x="43102" y="13709"/>
                    <a:pt x="43163" y="13678"/>
                  </a:cubicBezTo>
                  <a:lnTo>
                    <a:pt x="43315" y="13587"/>
                  </a:lnTo>
                  <a:cubicBezTo>
                    <a:pt x="43448" y="13537"/>
                    <a:pt x="43573" y="13514"/>
                    <a:pt x="43658" y="13514"/>
                  </a:cubicBezTo>
                  <a:close/>
                  <a:moveTo>
                    <a:pt x="23894" y="13214"/>
                  </a:moveTo>
                  <a:cubicBezTo>
                    <a:pt x="23911" y="13214"/>
                    <a:pt x="23930" y="13217"/>
                    <a:pt x="23953" y="13222"/>
                  </a:cubicBezTo>
                  <a:cubicBezTo>
                    <a:pt x="23983" y="13222"/>
                    <a:pt x="24013" y="13313"/>
                    <a:pt x="24013" y="13344"/>
                  </a:cubicBezTo>
                  <a:cubicBezTo>
                    <a:pt x="24013" y="13344"/>
                    <a:pt x="23922" y="13374"/>
                    <a:pt x="23922" y="13405"/>
                  </a:cubicBezTo>
                  <a:lnTo>
                    <a:pt x="23892" y="13496"/>
                  </a:lnTo>
                  <a:cubicBezTo>
                    <a:pt x="24044" y="13557"/>
                    <a:pt x="24135" y="13648"/>
                    <a:pt x="24044" y="13678"/>
                  </a:cubicBezTo>
                  <a:lnTo>
                    <a:pt x="23953" y="13678"/>
                  </a:lnTo>
                  <a:cubicBezTo>
                    <a:pt x="23892" y="13678"/>
                    <a:pt x="23801" y="13557"/>
                    <a:pt x="23801" y="13526"/>
                  </a:cubicBezTo>
                  <a:cubicBezTo>
                    <a:pt x="23770" y="13465"/>
                    <a:pt x="23770" y="13435"/>
                    <a:pt x="23740" y="13435"/>
                  </a:cubicBezTo>
                  <a:cubicBezTo>
                    <a:pt x="23709" y="13557"/>
                    <a:pt x="23709" y="13678"/>
                    <a:pt x="23709" y="13800"/>
                  </a:cubicBezTo>
                  <a:cubicBezTo>
                    <a:pt x="23709" y="13861"/>
                    <a:pt x="23664" y="13876"/>
                    <a:pt x="23607" y="13876"/>
                  </a:cubicBezTo>
                  <a:cubicBezTo>
                    <a:pt x="23550" y="13876"/>
                    <a:pt x="23481" y="13861"/>
                    <a:pt x="23436" y="13861"/>
                  </a:cubicBezTo>
                  <a:cubicBezTo>
                    <a:pt x="23345" y="13861"/>
                    <a:pt x="23405" y="13800"/>
                    <a:pt x="23618" y="13769"/>
                  </a:cubicBezTo>
                  <a:lnTo>
                    <a:pt x="23466" y="13648"/>
                  </a:lnTo>
                  <a:cubicBezTo>
                    <a:pt x="23375" y="13557"/>
                    <a:pt x="23497" y="13496"/>
                    <a:pt x="23466" y="13435"/>
                  </a:cubicBezTo>
                  <a:lnTo>
                    <a:pt x="23375" y="13283"/>
                  </a:lnTo>
                  <a:cubicBezTo>
                    <a:pt x="23421" y="13237"/>
                    <a:pt x="23474" y="13215"/>
                    <a:pt x="23527" y="13215"/>
                  </a:cubicBezTo>
                  <a:cubicBezTo>
                    <a:pt x="23580" y="13215"/>
                    <a:pt x="23633" y="13237"/>
                    <a:pt x="23679" y="13283"/>
                  </a:cubicBezTo>
                  <a:cubicBezTo>
                    <a:pt x="23700" y="13305"/>
                    <a:pt x="23737" y="13326"/>
                    <a:pt x="23768" y="13326"/>
                  </a:cubicBezTo>
                  <a:cubicBezTo>
                    <a:pt x="23780" y="13326"/>
                    <a:pt x="23792" y="13322"/>
                    <a:pt x="23801" y="13313"/>
                  </a:cubicBezTo>
                  <a:cubicBezTo>
                    <a:pt x="23801" y="13264"/>
                    <a:pt x="23821" y="13214"/>
                    <a:pt x="23894" y="13214"/>
                  </a:cubicBezTo>
                  <a:close/>
                  <a:moveTo>
                    <a:pt x="11458" y="13515"/>
                  </a:moveTo>
                  <a:cubicBezTo>
                    <a:pt x="11477" y="13515"/>
                    <a:pt x="11498" y="13519"/>
                    <a:pt x="11521" y="13526"/>
                  </a:cubicBezTo>
                  <a:cubicBezTo>
                    <a:pt x="11551" y="13526"/>
                    <a:pt x="11551" y="13557"/>
                    <a:pt x="11551" y="13617"/>
                  </a:cubicBezTo>
                  <a:cubicBezTo>
                    <a:pt x="11581" y="13709"/>
                    <a:pt x="11581" y="13769"/>
                    <a:pt x="11460" y="13769"/>
                  </a:cubicBezTo>
                  <a:cubicBezTo>
                    <a:pt x="11369" y="13800"/>
                    <a:pt x="11308" y="13830"/>
                    <a:pt x="11247" y="13861"/>
                  </a:cubicBezTo>
                  <a:lnTo>
                    <a:pt x="11126" y="13891"/>
                  </a:lnTo>
                  <a:cubicBezTo>
                    <a:pt x="11106" y="13894"/>
                    <a:pt x="11089" y="13896"/>
                    <a:pt x="11072" y="13896"/>
                  </a:cubicBezTo>
                  <a:cubicBezTo>
                    <a:pt x="10932" y="13896"/>
                    <a:pt x="10889" y="13784"/>
                    <a:pt x="10943" y="13648"/>
                  </a:cubicBezTo>
                  <a:lnTo>
                    <a:pt x="10943" y="13648"/>
                  </a:lnTo>
                  <a:lnTo>
                    <a:pt x="11186" y="13678"/>
                  </a:lnTo>
                  <a:cubicBezTo>
                    <a:pt x="11247" y="13678"/>
                    <a:pt x="11308" y="13678"/>
                    <a:pt x="11369" y="13617"/>
                  </a:cubicBezTo>
                  <a:cubicBezTo>
                    <a:pt x="11369" y="13549"/>
                    <a:pt x="11403" y="13515"/>
                    <a:pt x="11458" y="13515"/>
                  </a:cubicBezTo>
                  <a:close/>
                  <a:moveTo>
                    <a:pt x="55716" y="13587"/>
                  </a:moveTo>
                  <a:lnTo>
                    <a:pt x="55959" y="13648"/>
                  </a:lnTo>
                  <a:cubicBezTo>
                    <a:pt x="55971" y="13654"/>
                    <a:pt x="55985" y="13656"/>
                    <a:pt x="55999" y="13656"/>
                  </a:cubicBezTo>
                  <a:cubicBezTo>
                    <a:pt x="56056" y="13656"/>
                    <a:pt x="56129" y="13617"/>
                    <a:pt x="56202" y="13617"/>
                  </a:cubicBezTo>
                  <a:lnTo>
                    <a:pt x="56294" y="13617"/>
                  </a:lnTo>
                  <a:cubicBezTo>
                    <a:pt x="56334" y="13617"/>
                    <a:pt x="56442" y="13604"/>
                    <a:pt x="56528" y="13604"/>
                  </a:cubicBezTo>
                  <a:cubicBezTo>
                    <a:pt x="56570" y="13604"/>
                    <a:pt x="56608" y="13607"/>
                    <a:pt x="56628" y="13617"/>
                  </a:cubicBezTo>
                  <a:cubicBezTo>
                    <a:pt x="56658" y="13648"/>
                    <a:pt x="56871" y="13800"/>
                    <a:pt x="56810" y="13830"/>
                  </a:cubicBezTo>
                  <a:cubicBezTo>
                    <a:pt x="56802" y="13847"/>
                    <a:pt x="56789" y="13855"/>
                    <a:pt x="56772" y="13855"/>
                  </a:cubicBezTo>
                  <a:cubicBezTo>
                    <a:pt x="56729" y="13855"/>
                    <a:pt x="56663" y="13805"/>
                    <a:pt x="56598" y="13739"/>
                  </a:cubicBezTo>
                  <a:lnTo>
                    <a:pt x="56385" y="13861"/>
                  </a:lnTo>
                  <a:lnTo>
                    <a:pt x="56202" y="13921"/>
                  </a:lnTo>
                  <a:cubicBezTo>
                    <a:pt x="55868" y="13891"/>
                    <a:pt x="55655" y="13739"/>
                    <a:pt x="55716" y="13587"/>
                  </a:cubicBezTo>
                  <a:close/>
                  <a:moveTo>
                    <a:pt x="57848" y="13412"/>
                  </a:moveTo>
                  <a:cubicBezTo>
                    <a:pt x="57905" y="13412"/>
                    <a:pt x="57965" y="13420"/>
                    <a:pt x="57996" y="13435"/>
                  </a:cubicBezTo>
                  <a:cubicBezTo>
                    <a:pt x="58087" y="13465"/>
                    <a:pt x="58208" y="13496"/>
                    <a:pt x="58300" y="13496"/>
                  </a:cubicBezTo>
                  <a:cubicBezTo>
                    <a:pt x="58349" y="13471"/>
                    <a:pt x="58537" y="13427"/>
                    <a:pt x="58640" y="13427"/>
                  </a:cubicBezTo>
                  <a:cubicBezTo>
                    <a:pt x="58664" y="13427"/>
                    <a:pt x="58683" y="13429"/>
                    <a:pt x="58695" y="13435"/>
                  </a:cubicBezTo>
                  <a:cubicBezTo>
                    <a:pt x="58725" y="13496"/>
                    <a:pt x="58512" y="13617"/>
                    <a:pt x="58208" y="13739"/>
                  </a:cubicBezTo>
                  <a:lnTo>
                    <a:pt x="58056" y="13617"/>
                  </a:lnTo>
                  <a:lnTo>
                    <a:pt x="58026" y="13617"/>
                  </a:lnTo>
                  <a:cubicBezTo>
                    <a:pt x="58026" y="13596"/>
                    <a:pt x="57996" y="13574"/>
                    <a:pt x="57946" y="13574"/>
                  </a:cubicBezTo>
                  <a:cubicBezTo>
                    <a:pt x="57925" y="13574"/>
                    <a:pt x="57901" y="13578"/>
                    <a:pt x="57874" y="13587"/>
                  </a:cubicBezTo>
                  <a:cubicBezTo>
                    <a:pt x="57753" y="13678"/>
                    <a:pt x="57661" y="13800"/>
                    <a:pt x="57601" y="13921"/>
                  </a:cubicBezTo>
                  <a:lnTo>
                    <a:pt x="57479" y="13921"/>
                  </a:lnTo>
                  <a:cubicBezTo>
                    <a:pt x="57418" y="13921"/>
                    <a:pt x="57388" y="13830"/>
                    <a:pt x="57388" y="13769"/>
                  </a:cubicBezTo>
                  <a:cubicBezTo>
                    <a:pt x="57418" y="13739"/>
                    <a:pt x="57236" y="13739"/>
                    <a:pt x="57175" y="13739"/>
                  </a:cubicBezTo>
                  <a:cubicBezTo>
                    <a:pt x="57114" y="13739"/>
                    <a:pt x="57053" y="13709"/>
                    <a:pt x="57053" y="13709"/>
                  </a:cubicBezTo>
                  <a:cubicBezTo>
                    <a:pt x="57114" y="13648"/>
                    <a:pt x="57175" y="13557"/>
                    <a:pt x="57266" y="13496"/>
                  </a:cubicBezTo>
                  <a:cubicBezTo>
                    <a:pt x="57278" y="13490"/>
                    <a:pt x="57293" y="13488"/>
                    <a:pt x="57310" y="13488"/>
                  </a:cubicBezTo>
                  <a:cubicBezTo>
                    <a:pt x="57382" y="13488"/>
                    <a:pt x="57491" y="13532"/>
                    <a:pt x="57540" y="13557"/>
                  </a:cubicBezTo>
                  <a:cubicBezTo>
                    <a:pt x="57544" y="13561"/>
                    <a:pt x="57550" y="13563"/>
                    <a:pt x="57557" y="13563"/>
                  </a:cubicBezTo>
                  <a:cubicBezTo>
                    <a:pt x="57602" y="13563"/>
                    <a:pt x="57696" y="13488"/>
                    <a:pt x="57722" y="13435"/>
                  </a:cubicBezTo>
                  <a:cubicBezTo>
                    <a:pt x="57737" y="13420"/>
                    <a:pt x="57791" y="13412"/>
                    <a:pt x="57848" y="13412"/>
                  </a:cubicBezTo>
                  <a:close/>
                  <a:moveTo>
                    <a:pt x="59819" y="13526"/>
                  </a:moveTo>
                  <a:cubicBezTo>
                    <a:pt x="59880" y="13526"/>
                    <a:pt x="60063" y="13617"/>
                    <a:pt x="60032" y="13617"/>
                  </a:cubicBezTo>
                  <a:cubicBezTo>
                    <a:pt x="60032" y="13648"/>
                    <a:pt x="60063" y="13678"/>
                    <a:pt x="60154" y="13678"/>
                  </a:cubicBezTo>
                  <a:lnTo>
                    <a:pt x="60215" y="13739"/>
                  </a:lnTo>
                  <a:cubicBezTo>
                    <a:pt x="60275" y="13800"/>
                    <a:pt x="60519" y="13769"/>
                    <a:pt x="60397" y="13891"/>
                  </a:cubicBezTo>
                  <a:cubicBezTo>
                    <a:pt x="60336" y="13921"/>
                    <a:pt x="60275" y="13937"/>
                    <a:pt x="60215" y="13937"/>
                  </a:cubicBezTo>
                  <a:cubicBezTo>
                    <a:pt x="60154" y="13937"/>
                    <a:pt x="60093" y="13921"/>
                    <a:pt x="60032" y="13891"/>
                  </a:cubicBezTo>
                  <a:lnTo>
                    <a:pt x="59911" y="13800"/>
                  </a:lnTo>
                  <a:cubicBezTo>
                    <a:pt x="59759" y="13648"/>
                    <a:pt x="59728" y="13526"/>
                    <a:pt x="59819" y="13526"/>
                  </a:cubicBezTo>
                  <a:close/>
                  <a:moveTo>
                    <a:pt x="41743" y="13044"/>
                  </a:moveTo>
                  <a:cubicBezTo>
                    <a:pt x="41801" y="13044"/>
                    <a:pt x="41865" y="13080"/>
                    <a:pt x="41886" y="13101"/>
                  </a:cubicBezTo>
                  <a:cubicBezTo>
                    <a:pt x="41916" y="13131"/>
                    <a:pt x="41856" y="13253"/>
                    <a:pt x="41795" y="13313"/>
                  </a:cubicBezTo>
                  <a:cubicBezTo>
                    <a:pt x="41734" y="13344"/>
                    <a:pt x="41795" y="13435"/>
                    <a:pt x="41886" y="13496"/>
                  </a:cubicBezTo>
                  <a:lnTo>
                    <a:pt x="42068" y="13496"/>
                  </a:lnTo>
                  <a:cubicBezTo>
                    <a:pt x="42099" y="13481"/>
                    <a:pt x="42152" y="13473"/>
                    <a:pt x="42198" y="13473"/>
                  </a:cubicBezTo>
                  <a:cubicBezTo>
                    <a:pt x="42243" y="13473"/>
                    <a:pt x="42281" y="13481"/>
                    <a:pt x="42281" y="13496"/>
                  </a:cubicBezTo>
                  <a:lnTo>
                    <a:pt x="42342" y="13587"/>
                  </a:lnTo>
                  <a:cubicBezTo>
                    <a:pt x="42433" y="13617"/>
                    <a:pt x="42433" y="13678"/>
                    <a:pt x="42342" y="13678"/>
                  </a:cubicBezTo>
                  <a:lnTo>
                    <a:pt x="42160" y="13678"/>
                  </a:lnTo>
                  <a:cubicBezTo>
                    <a:pt x="42068" y="13709"/>
                    <a:pt x="42008" y="13830"/>
                    <a:pt x="42038" y="13921"/>
                  </a:cubicBezTo>
                  <a:lnTo>
                    <a:pt x="41886" y="13921"/>
                  </a:lnTo>
                  <a:cubicBezTo>
                    <a:pt x="41734" y="13921"/>
                    <a:pt x="41825" y="13800"/>
                    <a:pt x="41795" y="13739"/>
                  </a:cubicBezTo>
                  <a:cubicBezTo>
                    <a:pt x="41704" y="13709"/>
                    <a:pt x="41612" y="13678"/>
                    <a:pt x="41521" y="13678"/>
                  </a:cubicBezTo>
                  <a:cubicBezTo>
                    <a:pt x="41460" y="13678"/>
                    <a:pt x="41400" y="13709"/>
                    <a:pt x="41400" y="13739"/>
                  </a:cubicBezTo>
                  <a:lnTo>
                    <a:pt x="41460" y="13739"/>
                  </a:lnTo>
                  <a:lnTo>
                    <a:pt x="41460" y="13769"/>
                  </a:lnTo>
                  <a:cubicBezTo>
                    <a:pt x="41491" y="13830"/>
                    <a:pt x="41460" y="13891"/>
                    <a:pt x="41400" y="13891"/>
                  </a:cubicBezTo>
                  <a:lnTo>
                    <a:pt x="41339" y="13891"/>
                  </a:lnTo>
                  <a:cubicBezTo>
                    <a:pt x="41217" y="13891"/>
                    <a:pt x="41126" y="13830"/>
                    <a:pt x="41035" y="13830"/>
                  </a:cubicBezTo>
                  <a:cubicBezTo>
                    <a:pt x="40974" y="13830"/>
                    <a:pt x="40913" y="13861"/>
                    <a:pt x="40913" y="13921"/>
                  </a:cubicBezTo>
                  <a:cubicBezTo>
                    <a:pt x="40894" y="13979"/>
                    <a:pt x="40850" y="14000"/>
                    <a:pt x="40805" y="14000"/>
                  </a:cubicBezTo>
                  <a:cubicBezTo>
                    <a:pt x="40780" y="14000"/>
                    <a:pt x="40753" y="13993"/>
                    <a:pt x="40731" y="13982"/>
                  </a:cubicBezTo>
                  <a:lnTo>
                    <a:pt x="40701" y="13952"/>
                  </a:lnTo>
                  <a:cubicBezTo>
                    <a:pt x="40701" y="13921"/>
                    <a:pt x="40594" y="13906"/>
                    <a:pt x="40427" y="13906"/>
                  </a:cubicBezTo>
                  <a:cubicBezTo>
                    <a:pt x="40424" y="13906"/>
                    <a:pt x="40420" y="13906"/>
                    <a:pt x="40417" y="13906"/>
                  </a:cubicBezTo>
                  <a:lnTo>
                    <a:pt x="40417" y="13906"/>
                  </a:lnTo>
                  <a:lnTo>
                    <a:pt x="40397" y="13921"/>
                  </a:lnTo>
                  <a:cubicBezTo>
                    <a:pt x="40376" y="13917"/>
                    <a:pt x="40356" y="13913"/>
                    <a:pt x="40335" y="13908"/>
                  </a:cubicBezTo>
                  <a:lnTo>
                    <a:pt x="40335" y="13908"/>
                  </a:lnTo>
                  <a:cubicBezTo>
                    <a:pt x="40181" y="13912"/>
                    <a:pt x="39990" y="13927"/>
                    <a:pt x="39789" y="13952"/>
                  </a:cubicBezTo>
                  <a:lnTo>
                    <a:pt x="39667" y="13921"/>
                  </a:lnTo>
                  <a:lnTo>
                    <a:pt x="39454" y="13861"/>
                  </a:lnTo>
                  <a:cubicBezTo>
                    <a:pt x="39439" y="13921"/>
                    <a:pt x="39409" y="13952"/>
                    <a:pt x="39371" y="13952"/>
                  </a:cubicBezTo>
                  <a:cubicBezTo>
                    <a:pt x="39333" y="13952"/>
                    <a:pt x="39287" y="13921"/>
                    <a:pt x="39242" y="13861"/>
                  </a:cubicBezTo>
                  <a:lnTo>
                    <a:pt x="39150" y="13800"/>
                  </a:lnTo>
                  <a:lnTo>
                    <a:pt x="38998" y="13709"/>
                  </a:lnTo>
                  <a:cubicBezTo>
                    <a:pt x="39029" y="13617"/>
                    <a:pt x="39059" y="13526"/>
                    <a:pt x="39090" y="13435"/>
                  </a:cubicBezTo>
                  <a:lnTo>
                    <a:pt x="39181" y="13435"/>
                  </a:lnTo>
                  <a:cubicBezTo>
                    <a:pt x="39242" y="13496"/>
                    <a:pt x="39333" y="13587"/>
                    <a:pt x="39394" y="13678"/>
                  </a:cubicBezTo>
                  <a:lnTo>
                    <a:pt x="39576" y="13587"/>
                  </a:lnTo>
                  <a:lnTo>
                    <a:pt x="39637" y="13587"/>
                  </a:lnTo>
                  <a:cubicBezTo>
                    <a:pt x="39653" y="13590"/>
                    <a:pt x="39668" y="13592"/>
                    <a:pt x="39682" y="13592"/>
                  </a:cubicBezTo>
                  <a:cubicBezTo>
                    <a:pt x="39795" y="13592"/>
                    <a:pt x="39816" y="13489"/>
                    <a:pt x="39789" y="13435"/>
                  </a:cubicBezTo>
                  <a:cubicBezTo>
                    <a:pt x="39746" y="13414"/>
                    <a:pt x="39703" y="13392"/>
                    <a:pt x="39670" y="13392"/>
                  </a:cubicBezTo>
                  <a:cubicBezTo>
                    <a:pt x="39657" y="13392"/>
                    <a:pt x="39646" y="13396"/>
                    <a:pt x="39637" y="13405"/>
                  </a:cubicBezTo>
                  <a:lnTo>
                    <a:pt x="39576" y="13405"/>
                  </a:lnTo>
                  <a:cubicBezTo>
                    <a:pt x="39515" y="13405"/>
                    <a:pt x="39485" y="13405"/>
                    <a:pt x="39454" y="13344"/>
                  </a:cubicBezTo>
                  <a:cubicBezTo>
                    <a:pt x="39454" y="13313"/>
                    <a:pt x="39485" y="13253"/>
                    <a:pt x="39515" y="13253"/>
                  </a:cubicBezTo>
                  <a:lnTo>
                    <a:pt x="39637" y="13253"/>
                  </a:lnTo>
                  <a:cubicBezTo>
                    <a:pt x="39700" y="13240"/>
                    <a:pt x="39757" y="13233"/>
                    <a:pt x="39812" y="13233"/>
                  </a:cubicBezTo>
                  <a:cubicBezTo>
                    <a:pt x="39889" y="13233"/>
                    <a:pt x="39961" y="13247"/>
                    <a:pt x="40032" y="13283"/>
                  </a:cubicBezTo>
                  <a:lnTo>
                    <a:pt x="40032" y="13374"/>
                  </a:lnTo>
                  <a:cubicBezTo>
                    <a:pt x="40001" y="13496"/>
                    <a:pt x="40123" y="13648"/>
                    <a:pt x="40184" y="13678"/>
                  </a:cubicBezTo>
                  <a:cubicBezTo>
                    <a:pt x="40336" y="13678"/>
                    <a:pt x="40488" y="13648"/>
                    <a:pt x="40640" y="13587"/>
                  </a:cubicBezTo>
                  <a:cubicBezTo>
                    <a:pt x="40668" y="13568"/>
                    <a:pt x="40688" y="13561"/>
                    <a:pt x="40701" y="13561"/>
                  </a:cubicBezTo>
                  <a:cubicBezTo>
                    <a:pt x="40731" y="13561"/>
                    <a:pt x="40731" y="13596"/>
                    <a:pt x="40731" y="13617"/>
                  </a:cubicBezTo>
                  <a:cubicBezTo>
                    <a:pt x="40688" y="13661"/>
                    <a:pt x="40660" y="13704"/>
                    <a:pt x="40625" y="13737"/>
                  </a:cubicBezTo>
                  <a:lnTo>
                    <a:pt x="40625" y="13737"/>
                  </a:lnTo>
                  <a:cubicBezTo>
                    <a:pt x="40550" y="13728"/>
                    <a:pt x="40473" y="13724"/>
                    <a:pt x="40397" y="13724"/>
                  </a:cubicBezTo>
                  <a:cubicBezTo>
                    <a:pt x="40252" y="13724"/>
                    <a:pt x="40108" y="13739"/>
                    <a:pt x="39971" y="13769"/>
                  </a:cubicBezTo>
                  <a:cubicBezTo>
                    <a:pt x="40076" y="13822"/>
                    <a:pt x="40204" y="13875"/>
                    <a:pt x="40335" y="13908"/>
                  </a:cubicBezTo>
                  <a:lnTo>
                    <a:pt x="40335" y="13908"/>
                  </a:lnTo>
                  <a:cubicBezTo>
                    <a:pt x="40364" y="13907"/>
                    <a:pt x="40391" y="13906"/>
                    <a:pt x="40417" y="13906"/>
                  </a:cubicBezTo>
                  <a:lnTo>
                    <a:pt x="40417" y="13906"/>
                  </a:lnTo>
                  <a:lnTo>
                    <a:pt x="40518" y="13830"/>
                  </a:lnTo>
                  <a:lnTo>
                    <a:pt x="40579" y="13769"/>
                  </a:lnTo>
                  <a:cubicBezTo>
                    <a:pt x="40596" y="13761"/>
                    <a:pt x="40611" y="13750"/>
                    <a:pt x="40625" y="13737"/>
                  </a:cubicBezTo>
                  <a:lnTo>
                    <a:pt x="40625" y="13737"/>
                  </a:lnTo>
                  <a:cubicBezTo>
                    <a:pt x="40692" y="13744"/>
                    <a:pt x="40758" y="13755"/>
                    <a:pt x="40822" y="13769"/>
                  </a:cubicBezTo>
                  <a:lnTo>
                    <a:pt x="40822" y="13739"/>
                  </a:lnTo>
                  <a:cubicBezTo>
                    <a:pt x="40883" y="13587"/>
                    <a:pt x="40974" y="13557"/>
                    <a:pt x="41126" y="13557"/>
                  </a:cubicBezTo>
                  <a:lnTo>
                    <a:pt x="41156" y="13557"/>
                  </a:lnTo>
                  <a:cubicBezTo>
                    <a:pt x="41174" y="13548"/>
                    <a:pt x="41195" y="13544"/>
                    <a:pt x="41215" y="13544"/>
                  </a:cubicBezTo>
                  <a:cubicBezTo>
                    <a:pt x="41265" y="13544"/>
                    <a:pt x="41317" y="13566"/>
                    <a:pt x="41339" y="13587"/>
                  </a:cubicBezTo>
                  <a:cubicBezTo>
                    <a:pt x="41342" y="13590"/>
                    <a:pt x="41347" y="13592"/>
                    <a:pt x="41354" y="13592"/>
                  </a:cubicBezTo>
                  <a:cubicBezTo>
                    <a:pt x="41408" y="13592"/>
                    <a:pt x="41558" y="13492"/>
                    <a:pt x="41612" y="13465"/>
                  </a:cubicBezTo>
                  <a:cubicBezTo>
                    <a:pt x="41673" y="13435"/>
                    <a:pt x="41612" y="13131"/>
                    <a:pt x="41673" y="13070"/>
                  </a:cubicBezTo>
                  <a:cubicBezTo>
                    <a:pt x="41692" y="13051"/>
                    <a:pt x="41717" y="13044"/>
                    <a:pt x="41743" y="13044"/>
                  </a:cubicBezTo>
                  <a:close/>
                  <a:moveTo>
                    <a:pt x="65716" y="13830"/>
                  </a:moveTo>
                  <a:cubicBezTo>
                    <a:pt x="65777" y="13830"/>
                    <a:pt x="65868" y="13830"/>
                    <a:pt x="65899" y="13891"/>
                  </a:cubicBezTo>
                  <a:cubicBezTo>
                    <a:pt x="65929" y="13921"/>
                    <a:pt x="65868" y="14013"/>
                    <a:pt x="65868" y="14043"/>
                  </a:cubicBezTo>
                  <a:lnTo>
                    <a:pt x="65260" y="14043"/>
                  </a:lnTo>
                  <a:cubicBezTo>
                    <a:pt x="65108" y="14013"/>
                    <a:pt x="65048" y="13982"/>
                    <a:pt x="65169" y="13982"/>
                  </a:cubicBezTo>
                  <a:lnTo>
                    <a:pt x="65139" y="13982"/>
                  </a:lnTo>
                  <a:cubicBezTo>
                    <a:pt x="65351" y="13952"/>
                    <a:pt x="65534" y="13891"/>
                    <a:pt x="65716" y="13830"/>
                  </a:cubicBezTo>
                  <a:close/>
                  <a:moveTo>
                    <a:pt x="14375" y="13605"/>
                  </a:moveTo>
                  <a:cubicBezTo>
                    <a:pt x="14388" y="13605"/>
                    <a:pt x="14399" y="13609"/>
                    <a:pt x="14408" y="13617"/>
                  </a:cubicBezTo>
                  <a:lnTo>
                    <a:pt x="14439" y="13617"/>
                  </a:lnTo>
                  <a:cubicBezTo>
                    <a:pt x="14439" y="13709"/>
                    <a:pt x="14408" y="13800"/>
                    <a:pt x="14378" y="13891"/>
                  </a:cubicBezTo>
                  <a:cubicBezTo>
                    <a:pt x="14347" y="13952"/>
                    <a:pt x="14256" y="14073"/>
                    <a:pt x="14195" y="14073"/>
                  </a:cubicBezTo>
                  <a:cubicBezTo>
                    <a:pt x="14191" y="14076"/>
                    <a:pt x="14185" y="14077"/>
                    <a:pt x="14179" y="14077"/>
                  </a:cubicBezTo>
                  <a:cubicBezTo>
                    <a:pt x="14103" y="14077"/>
                    <a:pt x="13915" y="13921"/>
                    <a:pt x="13831" y="13921"/>
                  </a:cubicBezTo>
                  <a:cubicBezTo>
                    <a:pt x="13709" y="13921"/>
                    <a:pt x="13709" y="13891"/>
                    <a:pt x="13831" y="13861"/>
                  </a:cubicBezTo>
                  <a:lnTo>
                    <a:pt x="13922" y="13891"/>
                  </a:lnTo>
                  <a:lnTo>
                    <a:pt x="14165" y="13921"/>
                  </a:lnTo>
                  <a:cubicBezTo>
                    <a:pt x="14226" y="13830"/>
                    <a:pt x="14256" y="13739"/>
                    <a:pt x="14256" y="13648"/>
                  </a:cubicBezTo>
                  <a:lnTo>
                    <a:pt x="14287" y="13648"/>
                  </a:lnTo>
                  <a:cubicBezTo>
                    <a:pt x="14308" y="13626"/>
                    <a:pt x="14345" y="13605"/>
                    <a:pt x="14375" y="13605"/>
                  </a:cubicBezTo>
                  <a:close/>
                  <a:moveTo>
                    <a:pt x="38512" y="13344"/>
                  </a:moveTo>
                  <a:cubicBezTo>
                    <a:pt x="38573" y="13405"/>
                    <a:pt x="38664" y="13496"/>
                    <a:pt x="38694" y="13526"/>
                  </a:cubicBezTo>
                  <a:lnTo>
                    <a:pt x="38725" y="13557"/>
                  </a:lnTo>
                  <a:lnTo>
                    <a:pt x="38968" y="13739"/>
                  </a:lnTo>
                  <a:cubicBezTo>
                    <a:pt x="38846" y="13830"/>
                    <a:pt x="38755" y="13982"/>
                    <a:pt x="38786" y="14013"/>
                  </a:cubicBezTo>
                  <a:cubicBezTo>
                    <a:pt x="38786" y="14043"/>
                    <a:pt x="38755" y="14073"/>
                    <a:pt x="38694" y="14073"/>
                  </a:cubicBezTo>
                  <a:lnTo>
                    <a:pt x="38573" y="14073"/>
                  </a:lnTo>
                  <a:cubicBezTo>
                    <a:pt x="38500" y="14090"/>
                    <a:pt x="38433" y="14097"/>
                    <a:pt x="38375" y="14097"/>
                  </a:cubicBezTo>
                  <a:cubicBezTo>
                    <a:pt x="38217" y="14097"/>
                    <a:pt x="38125" y="14041"/>
                    <a:pt x="38147" y="13952"/>
                  </a:cubicBezTo>
                  <a:lnTo>
                    <a:pt x="38208" y="13891"/>
                  </a:lnTo>
                  <a:lnTo>
                    <a:pt x="38299" y="13769"/>
                  </a:lnTo>
                  <a:cubicBezTo>
                    <a:pt x="38376" y="13795"/>
                    <a:pt x="38443" y="13804"/>
                    <a:pt x="38491" y="13804"/>
                  </a:cubicBezTo>
                  <a:cubicBezTo>
                    <a:pt x="38557" y="13804"/>
                    <a:pt x="38590" y="13787"/>
                    <a:pt x="38573" y="13769"/>
                  </a:cubicBezTo>
                  <a:cubicBezTo>
                    <a:pt x="38451" y="13648"/>
                    <a:pt x="38330" y="13526"/>
                    <a:pt x="38208" y="13435"/>
                  </a:cubicBezTo>
                  <a:cubicBezTo>
                    <a:pt x="38147" y="13374"/>
                    <a:pt x="38208" y="13344"/>
                    <a:pt x="38299" y="13344"/>
                  </a:cubicBezTo>
                  <a:close/>
                  <a:moveTo>
                    <a:pt x="35928" y="13557"/>
                  </a:moveTo>
                  <a:cubicBezTo>
                    <a:pt x="35959" y="13557"/>
                    <a:pt x="36020" y="13617"/>
                    <a:pt x="36050" y="13617"/>
                  </a:cubicBezTo>
                  <a:lnTo>
                    <a:pt x="35898" y="14013"/>
                  </a:lnTo>
                  <a:lnTo>
                    <a:pt x="35868" y="14104"/>
                  </a:lnTo>
                  <a:cubicBezTo>
                    <a:pt x="35861" y="14130"/>
                    <a:pt x="35836" y="14141"/>
                    <a:pt x="35800" y="14141"/>
                  </a:cubicBezTo>
                  <a:cubicBezTo>
                    <a:pt x="35762" y="14141"/>
                    <a:pt x="35712" y="14129"/>
                    <a:pt x="35657" y="14111"/>
                  </a:cubicBezTo>
                  <a:lnTo>
                    <a:pt x="35657" y="14111"/>
                  </a:lnTo>
                  <a:cubicBezTo>
                    <a:pt x="35695" y="14081"/>
                    <a:pt x="35730" y="14032"/>
                    <a:pt x="35746" y="13982"/>
                  </a:cubicBezTo>
                  <a:lnTo>
                    <a:pt x="35776" y="13891"/>
                  </a:lnTo>
                  <a:lnTo>
                    <a:pt x="35837" y="13830"/>
                  </a:lnTo>
                  <a:cubicBezTo>
                    <a:pt x="35776" y="13769"/>
                    <a:pt x="35807" y="13678"/>
                    <a:pt x="35868" y="13617"/>
                  </a:cubicBezTo>
                  <a:lnTo>
                    <a:pt x="35928" y="13557"/>
                  </a:lnTo>
                  <a:close/>
                  <a:moveTo>
                    <a:pt x="53498" y="13885"/>
                  </a:moveTo>
                  <a:cubicBezTo>
                    <a:pt x="53509" y="13885"/>
                    <a:pt x="53519" y="13887"/>
                    <a:pt x="53528" y="13891"/>
                  </a:cubicBezTo>
                  <a:lnTo>
                    <a:pt x="53680" y="13952"/>
                  </a:lnTo>
                  <a:cubicBezTo>
                    <a:pt x="53831" y="14073"/>
                    <a:pt x="53892" y="14195"/>
                    <a:pt x="53831" y="14195"/>
                  </a:cubicBezTo>
                  <a:lnTo>
                    <a:pt x="53831" y="14165"/>
                  </a:lnTo>
                  <a:cubicBezTo>
                    <a:pt x="53771" y="14165"/>
                    <a:pt x="53680" y="14134"/>
                    <a:pt x="53710" y="14104"/>
                  </a:cubicBezTo>
                  <a:cubicBezTo>
                    <a:pt x="53710" y="14073"/>
                    <a:pt x="53649" y="14043"/>
                    <a:pt x="53558" y="14043"/>
                  </a:cubicBezTo>
                  <a:lnTo>
                    <a:pt x="53406" y="14043"/>
                  </a:lnTo>
                  <a:cubicBezTo>
                    <a:pt x="53379" y="14052"/>
                    <a:pt x="53353" y="14056"/>
                    <a:pt x="53328" y="14056"/>
                  </a:cubicBezTo>
                  <a:cubicBezTo>
                    <a:pt x="53269" y="14056"/>
                    <a:pt x="53224" y="14034"/>
                    <a:pt x="53224" y="14013"/>
                  </a:cubicBezTo>
                  <a:cubicBezTo>
                    <a:pt x="53302" y="13960"/>
                    <a:pt x="53426" y="13885"/>
                    <a:pt x="53498" y="13885"/>
                  </a:cubicBezTo>
                  <a:close/>
                  <a:moveTo>
                    <a:pt x="35427" y="14058"/>
                  </a:moveTo>
                  <a:cubicBezTo>
                    <a:pt x="35465" y="14058"/>
                    <a:pt x="35503" y="14073"/>
                    <a:pt x="35533" y="14104"/>
                  </a:cubicBezTo>
                  <a:lnTo>
                    <a:pt x="35564" y="14134"/>
                  </a:lnTo>
                  <a:cubicBezTo>
                    <a:pt x="35569" y="14137"/>
                    <a:pt x="35575" y="14139"/>
                    <a:pt x="35580" y="14139"/>
                  </a:cubicBezTo>
                  <a:lnTo>
                    <a:pt x="35580" y="14139"/>
                  </a:lnTo>
                  <a:cubicBezTo>
                    <a:pt x="35575" y="14158"/>
                    <a:pt x="35570" y="14176"/>
                    <a:pt x="35564" y="14195"/>
                  </a:cubicBezTo>
                  <a:lnTo>
                    <a:pt x="35472" y="14225"/>
                  </a:lnTo>
                  <a:cubicBezTo>
                    <a:pt x="35321" y="14225"/>
                    <a:pt x="35290" y="14195"/>
                    <a:pt x="35321" y="14104"/>
                  </a:cubicBezTo>
                  <a:cubicBezTo>
                    <a:pt x="35351" y="14073"/>
                    <a:pt x="35389" y="14058"/>
                    <a:pt x="35427" y="14058"/>
                  </a:cubicBezTo>
                  <a:close/>
                  <a:moveTo>
                    <a:pt x="35442" y="13617"/>
                  </a:moveTo>
                  <a:cubicBezTo>
                    <a:pt x="35574" y="13670"/>
                    <a:pt x="35637" y="13860"/>
                    <a:pt x="35592" y="14088"/>
                  </a:cubicBezTo>
                  <a:lnTo>
                    <a:pt x="35592" y="14088"/>
                  </a:lnTo>
                  <a:cubicBezTo>
                    <a:pt x="35473" y="14043"/>
                    <a:pt x="35348" y="13980"/>
                    <a:pt x="35290" y="13952"/>
                  </a:cubicBezTo>
                  <a:cubicBezTo>
                    <a:pt x="35194" y="13894"/>
                    <a:pt x="35122" y="13873"/>
                    <a:pt x="35082" y="13873"/>
                  </a:cubicBezTo>
                  <a:cubicBezTo>
                    <a:pt x="35059" y="13873"/>
                    <a:pt x="35047" y="13880"/>
                    <a:pt x="35047" y="13891"/>
                  </a:cubicBezTo>
                  <a:cubicBezTo>
                    <a:pt x="35108" y="13952"/>
                    <a:pt x="35290" y="14043"/>
                    <a:pt x="35169" y="14104"/>
                  </a:cubicBezTo>
                  <a:cubicBezTo>
                    <a:pt x="35144" y="14129"/>
                    <a:pt x="35121" y="14138"/>
                    <a:pt x="35099" y="14138"/>
                  </a:cubicBezTo>
                  <a:cubicBezTo>
                    <a:pt x="35042" y="14138"/>
                    <a:pt x="34992" y="14073"/>
                    <a:pt x="34925" y="14073"/>
                  </a:cubicBezTo>
                  <a:lnTo>
                    <a:pt x="34865" y="14073"/>
                  </a:lnTo>
                  <a:cubicBezTo>
                    <a:pt x="34847" y="14091"/>
                    <a:pt x="34813" y="14099"/>
                    <a:pt x="34773" y="14099"/>
                  </a:cubicBezTo>
                  <a:cubicBezTo>
                    <a:pt x="34674" y="14099"/>
                    <a:pt x="34534" y="14056"/>
                    <a:pt x="34469" y="14013"/>
                  </a:cubicBezTo>
                  <a:cubicBezTo>
                    <a:pt x="34455" y="14003"/>
                    <a:pt x="34440" y="13998"/>
                    <a:pt x="34426" y="13998"/>
                  </a:cubicBezTo>
                  <a:cubicBezTo>
                    <a:pt x="34351" y="13998"/>
                    <a:pt x="34287" y="14114"/>
                    <a:pt x="34287" y="14165"/>
                  </a:cubicBezTo>
                  <a:cubicBezTo>
                    <a:pt x="34287" y="14192"/>
                    <a:pt x="34212" y="14321"/>
                    <a:pt x="34129" y="14321"/>
                  </a:cubicBezTo>
                  <a:cubicBezTo>
                    <a:pt x="34121" y="14321"/>
                    <a:pt x="34113" y="14319"/>
                    <a:pt x="34105" y="14317"/>
                  </a:cubicBezTo>
                  <a:cubicBezTo>
                    <a:pt x="34044" y="14286"/>
                    <a:pt x="33983" y="14256"/>
                    <a:pt x="33922" y="14225"/>
                  </a:cubicBezTo>
                  <a:cubicBezTo>
                    <a:pt x="33869" y="14279"/>
                    <a:pt x="33820" y="14298"/>
                    <a:pt x="33777" y="14298"/>
                  </a:cubicBezTo>
                  <a:cubicBezTo>
                    <a:pt x="33674" y="14298"/>
                    <a:pt x="33600" y="14186"/>
                    <a:pt x="33558" y="14165"/>
                  </a:cubicBezTo>
                  <a:cubicBezTo>
                    <a:pt x="33497" y="14134"/>
                    <a:pt x="33345" y="14134"/>
                    <a:pt x="33375" y="14043"/>
                  </a:cubicBezTo>
                  <a:cubicBezTo>
                    <a:pt x="33406" y="13921"/>
                    <a:pt x="33406" y="13800"/>
                    <a:pt x="33497" y="13739"/>
                  </a:cubicBezTo>
                  <a:lnTo>
                    <a:pt x="33649" y="13648"/>
                  </a:lnTo>
                  <a:cubicBezTo>
                    <a:pt x="33770" y="13769"/>
                    <a:pt x="33831" y="13861"/>
                    <a:pt x="33740" y="13861"/>
                  </a:cubicBezTo>
                  <a:lnTo>
                    <a:pt x="33649" y="13861"/>
                  </a:lnTo>
                  <a:cubicBezTo>
                    <a:pt x="33618" y="13891"/>
                    <a:pt x="33588" y="13921"/>
                    <a:pt x="33588" y="13952"/>
                  </a:cubicBezTo>
                  <a:cubicBezTo>
                    <a:pt x="33588" y="13982"/>
                    <a:pt x="33618" y="14013"/>
                    <a:pt x="33649" y="14043"/>
                  </a:cubicBezTo>
                  <a:lnTo>
                    <a:pt x="33801" y="14073"/>
                  </a:lnTo>
                  <a:lnTo>
                    <a:pt x="34074" y="14073"/>
                  </a:lnTo>
                  <a:cubicBezTo>
                    <a:pt x="34074" y="14043"/>
                    <a:pt x="34165" y="13891"/>
                    <a:pt x="34135" y="13830"/>
                  </a:cubicBezTo>
                  <a:cubicBezTo>
                    <a:pt x="34105" y="13769"/>
                    <a:pt x="34226" y="13648"/>
                    <a:pt x="34287" y="13648"/>
                  </a:cubicBezTo>
                  <a:lnTo>
                    <a:pt x="34500" y="13648"/>
                  </a:lnTo>
                  <a:cubicBezTo>
                    <a:pt x="34621" y="13678"/>
                    <a:pt x="34743" y="13678"/>
                    <a:pt x="34834" y="13678"/>
                  </a:cubicBezTo>
                  <a:cubicBezTo>
                    <a:pt x="35017" y="13678"/>
                    <a:pt x="35169" y="13617"/>
                    <a:pt x="35321" y="13617"/>
                  </a:cubicBezTo>
                  <a:close/>
                  <a:moveTo>
                    <a:pt x="58847" y="14073"/>
                  </a:moveTo>
                  <a:cubicBezTo>
                    <a:pt x="58877" y="14073"/>
                    <a:pt x="58847" y="14256"/>
                    <a:pt x="58695" y="14317"/>
                  </a:cubicBezTo>
                  <a:lnTo>
                    <a:pt x="58573" y="14377"/>
                  </a:lnTo>
                  <a:cubicBezTo>
                    <a:pt x="58391" y="14377"/>
                    <a:pt x="58208" y="14347"/>
                    <a:pt x="58056" y="14317"/>
                  </a:cubicBezTo>
                  <a:cubicBezTo>
                    <a:pt x="58026" y="14286"/>
                    <a:pt x="58026" y="14256"/>
                    <a:pt x="58056" y="14225"/>
                  </a:cubicBezTo>
                  <a:cubicBezTo>
                    <a:pt x="58056" y="14225"/>
                    <a:pt x="58087" y="14195"/>
                    <a:pt x="58117" y="14195"/>
                  </a:cubicBezTo>
                  <a:lnTo>
                    <a:pt x="58269" y="14317"/>
                  </a:lnTo>
                  <a:cubicBezTo>
                    <a:pt x="58452" y="14256"/>
                    <a:pt x="58786" y="14195"/>
                    <a:pt x="58786" y="14134"/>
                  </a:cubicBezTo>
                  <a:cubicBezTo>
                    <a:pt x="58816" y="14073"/>
                    <a:pt x="58816" y="14073"/>
                    <a:pt x="58847" y="14073"/>
                  </a:cubicBezTo>
                  <a:close/>
                  <a:moveTo>
                    <a:pt x="49272" y="13769"/>
                  </a:moveTo>
                  <a:lnTo>
                    <a:pt x="49303" y="13800"/>
                  </a:lnTo>
                  <a:lnTo>
                    <a:pt x="49394" y="13830"/>
                  </a:lnTo>
                  <a:cubicBezTo>
                    <a:pt x="49394" y="13921"/>
                    <a:pt x="49363" y="14043"/>
                    <a:pt x="49333" y="14165"/>
                  </a:cubicBezTo>
                  <a:cubicBezTo>
                    <a:pt x="49303" y="14195"/>
                    <a:pt x="49181" y="14195"/>
                    <a:pt x="49151" y="14195"/>
                  </a:cubicBezTo>
                  <a:cubicBezTo>
                    <a:pt x="49142" y="14186"/>
                    <a:pt x="49130" y="14182"/>
                    <a:pt x="49118" y="14182"/>
                  </a:cubicBezTo>
                  <a:cubicBezTo>
                    <a:pt x="49090" y="14182"/>
                    <a:pt x="49059" y="14204"/>
                    <a:pt x="49059" y="14225"/>
                  </a:cubicBezTo>
                  <a:lnTo>
                    <a:pt x="49151" y="14317"/>
                  </a:lnTo>
                  <a:cubicBezTo>
                    <a:pt x="49242" y="14438"/>
                    <a:pt x="49272" y="14499"/>
                    <a:pt x="49211" y="14499"/>
                  </a:cubicBezTo>
                  <a:lnTo>
                    <a:pt x="49090" y="14499"/>
                  </a:lnTo>
                  <a:cubicBezTo>
                    <a:pt x="48999" y="14499"/>
                    <a:pt x="48907" y="14438"/>
                    <a:pt x="48907" y="14377"/>
                  </a:cubicBezTo>
                  <a:cubicBezTo>
                    <a:pt x="48907" y="14335"/>
                    <a:pt x="48790" y="14278"/>
                    <a:pt x="48718" y="14278"/>
                  </a:cubicBezTo>
                  <a:cubicBezTo>
                    <a:pt x="48687" y="14278"/>
                    <a:pt x="48664" y="14289"/>
                    <a:pt x="48664" y="14317"/>
                  </a:cubicBezTo>
                  <a:cubicBezTo>
                    <a:pt x="48664" y="14333"/>
                    <a:pt x="48648" y="14341"/>
                    <a:pt x="48624" y="14341"/>
                  </a:cubicBezTo>
                  <a:cubicBezTo>
                    <a:pt x="48564" y="14341"/>
                    <a:pt x="48460" y="14291"/>
                    <a:pt x="48482" y="14225"/>
                  </a:cubicBezTo>
                  <a:cubicBezTo>
                    <a:pt x="48543" y="14104"/>
                    <a:pt x="48603" y="14013"/>
                    <a:pt x="48695" y="13921"/>
                  </a:cubicBezTo>
                  <a:lnTo>
                    <a:pt x="48968" y="13921"/>
                  </a:lnTo>
                  <a:cubicBezTo>
                    <a:pt x="49059" y="13861"/>
                    <a:pt x="49151" y="13800"/>
                    <a:pt x="49272" y="13769"/>
                  </a:cubicBezTo>
                  <a:close/>
                  <a:moveTo>
                    <a:pt x="43375" y="14013"/>
                  </a:moveTo>
                  <a:lnTo>
                    <a:pt x="43527" y="14134"/>
                  </a:lnTo>
                  <a:cubicBezTo>
                    <a:pt x="43558" y="14154"/>
                    <a:pt x="43578" y="14161"/>
                    <a:pt x="43594" y="14161"/>
                  </a:cubicBezTo>
                  <a:cubicBezTo>
                    <a:pt x="43625" y="14161"/>
                    <a:pt x="43639" y="14134"/>
                    <a:pt x="43679" y="14134"/>
                  </a:cubicBezTo>
                  <a:cubicBezTo>
                    <a:pt x="43720" y="14114"/>
                    <a:pt x="43759" y="14105"/>
                    <a:pt x="43795" y="14105"/>
                  </a:cubicBezTo>
                  <a:cubicBezTo>
                    <a:pt x="43918" y="14105"/>
                    <a:pt x="44018" y="14202"/>
                    <a:pt x="44135" y="14225"/>
                  </a:cubicBezTo>
                  <a:cubicBezTo>
                    <a:pt x="44196" y="14225"/>
                    <a:pt x="44166" y="14377"/>
                    <a:pt x="44074" y="14438"/>
                  </a:cubicBezTo>
                  <a:lnTo>
                    <a:pt x="43983" y="14499"/>
                  </a:lnTo>
                  <a:cubicBezTo>
                    <a:pt x="43953" y="14519"/>
                    <a:pt x="43916" y="14529"/>
                    <a:pt x="43877" y="14529"/>
                  </a:cubicBezTo>
                  <a:cubicBezTo>
                    <a:pt x="43801" y="14529"/>
                    <a:pt x="43720" y="14489"/>
                    <a:pt x="43679" y="14408"/>
                  </a:cubicBezTo>
                  <a:lnTo>
                    <a:pt x="43558" y="14347"/>
                  </a:lnTo>
                  <a:lnTo>
                    <a:pt x="43436" y="14347"/>
                  </a:lnTo>
                  <a:cubicBezTo>
                    <a:pt x="43345" y="14256"/>
                    <a:pt x="43315" y="14104"/>
                    <a:pt x="43375" y="14013"/>
                  </a:cubicBezTo>
                  <a:close/>
                  <a:moveTo>
                    <a:pt x="45229" y="14189"/>
                  </a:moveTo>
                  <a:cubicBezTo>
                    <a:pt x="45238" y="14189"/>
                    <a:pt x="45248" y="14191"/>
                    <a:pt x="45260" y="14195"/>
                  </a:cubicBezTo>
                  <a:cubicBezTo>
                    <a:pt x="45412" y="14256"/>
                    <a:pt x="45381" y="14499"/>
                    <a:pt x="45199" y="14499"/>
                  </a:cubicBezTo>
                  <a:lnTo>
                    <a:pt x="45047" y="14560"/>
                  </a:lnTo>
                  <a:lnTo>
                    <a:pt x="45017" y="14560"/>
                  </a:lnTo>
                  <a:cubicBezTo>
                    <a:pt x="44956" y="14499"/>
                    <a:pt x="44926" y="14438"/>
                    <a:pt x="44956" y="14377"/>
                  </a:cubicBezTo>
                  <a:lnTo>
                    <a:pt x="45199" y="14377"/>
                  </a:lnTo>
                  <a:cubicBezTo>
                    <a:pt x="45173" y="14272"/>
                    <a:pt x="45169" y="14189"/>
                    <a:pt x="45229" y="14189"/>
                  </a:cubicBezTo>
                  <a:close/>
                  <a:moveTo>
                    <a:pt x="56719" y="14225"/>
                  </a:moveTo>
                  <a:cubicBezTo>
                    <a:pt x="56780" y="14225"/>
                    <a:pt x="56810" y="14317"/>
                    <a:pt x="56780" y="14377"/>
                  </a:cubicBezTo>
                  <a:lnTo>
                    <a:pt x="56719" y="14377"/>
                  </a:lnTo>
                  <a:cubicBezTo>
                    <a:pt x="56598" y="14408"/>
                    <a:pt x="56476" y="14438"/>
                    <a:pt x="56354" y="14468"/>
                  </a:cubicBezTo>
                  <a:lnTo>
                    <a:pt x="56354" y="14529"/>
                  </a:lnTo>
                  <a:lnTo>
                    <a:pt x="56354" y="14560"/>
                  </a:lnTo>
                  <a:cubicBezTo>
                    <a:pt x="56324" y="14590"/>
                    <a:pt x="56263" y="14590"/>
                    <a:pt x="56233" y="14590"/>
                  </a:cubicBezTo>
                  <a:cubicBezTo>
                    <a:pt x="56202" y="14529"/>
                    <a:pt x="56202" y="14468"/>
                    <a:pt x="56202" y="14408"/>
                  </a:cubicBezTo>
                  <a:cubicBezTo>
                    <a:pt x="56202" y="14377"/>
                    <a:pt x="56324" y="14286"/>
                    <a:pt x="56506" y="14256"/>
                  </a:cubicBezTo>
                  <a:lnTo>
                    <a:pt x="56658" y="14225"/>
                  </a:lnTo>
                  <a:close/>
                  <a:moveTo>
                    <a:pt x="69794" y="14091"/>
                  </a:moveTo>
                  <a:cubicBezTo>
                    <a:pt x="69855" y="14091"/>
                    <a:pt x="69929" y="14113"/>
                    <a:pt x="69972" y="14134"/>
                  </a:cubicBezTo>
                  <a:cubicBezTo>
                    <a:pt x="70032" y="14165"/>
                    <a:pt x="70093" y="14225"/>
                    <a:pt x="70063" y="14317"/>
                  </a:cubicBezTo>
                  <a:cubicBezTo>
                    <a:pt x="70039" y="14352"/>
                    <a:pt x="70010" y="14365"/>
                    <a:pt x="69981" y="14365"/>
                  </a:cubicBezTo>
                  <a:cubicBezTo>
                    <a:pt x="69935" y="14365"/>
                    <a:pt x="69887" y="14335"/>
                    <a:pt x="69850" y="14317"/>
                  </a:cubicBezTo>
                  <a:lnTo>
                    <a:pt x="69820" y="14286"/>
                  </a:lnTo>
                  <a:cubicBezTo>
                    <a:pt x="69759" y="14286"/>
                    <a:pt x="69607" y="14499"/>
                    <a:pt x="69546" y="14590"/>
                  </a:cubicBezTo>
                  <a:cubicBezTo>
                    <a:pt x="69536" y="14600"/>
                    <a:pt x="69522" y="14604"/>
                    <a:pt x="69506" y="14604"/>
                  </a:cubicBezTo>
                  <a:cubicBezTo>
                    <a:pt x="69421" y="14604"/>
                    <a:pt x="69268" y="14489"/>
                    <a:pt x="69242" y="14438"/>
                  </a:cubicBezTo>
                  <a:cubicBezTo>
                    <a:pt x="69181" y="14347"/>
                    <a:pt x="69242" y="14225"/>
                    <a:pt x="69364" y="14165"/>
                  </a:cubicBezTo>
                  <a:lnTo>
                    <a:pt x="69485" y="14134"/>
                  </a:lnTo>
                  <a:cubicBezTo>
                    <a:pt x="69516" y="14119"/>
                    <a:pt x="69569" y="14119"/>
                    <a:pt x="69618" y="14119"/>
                  </a:cubicBezTo>
                  <a:cubicBezTo>
                    <a:pt x="69668" y="14119"/>
                    <a:pt x="69713" y="14119"/>
                    <a:pt x="69728" y="14104"/>
                  </a:cubicBezTo>
                  <a:cubicBezTo>
                    <a:pt x="69746" y="14095"/>
                    <a:pt x="69769" y="14091"/>
                    <a:pt x="69794" y="14091"/>
                  </a:cubicBezTo>
                  <a:close/>
                  <a:moveTo>
                    <a:pt x="37631" y="13678"/>
                  </a:moveTo>
                  <a:cubicBezTo>
                    <a:pt x="37651" y="13686"/>
                    <a:pt x="37669" y="13690"/>
                    <a:pt x="37686" y="13690"/>
                  </a:cubicBezTo>
                  <a:cubicBezTo>
                    <a:pt x="37687" y="13690"/>
                    <a:pt x="37687" y="13690"/>
                    <a:pt x="37688" y="13690"/>
                  </a:cubicBezTo>
                  <a:lnTo>
                    <a:pt x="37688" y="13690"/>
                  </a:lnTo>
                  <a:cubicBezTo>
                    <a:pt x="37731" y="13758"/>
                    <a:pt x="37784" y="13836"/>
                    <a:pt x="37843" y="13921"/>
                  </a:cubicBezTo>
                  <a:lnTo>
                    <a:pt x="37783" y="13982"/>
                  </a:lnTo>
                  <a:cubicBezTo>
                    <a:pt x="37741" y="14003"/>
                    <a:pt x="37714" y="14052"/>
                    <a:pt x="37652" y="14052"/>
                  </a:cubicBezTo>
                  <a:cubicBezTo>
                    <a:pt x="37624" y="14052"/>
                    <a:pt x="37588" y="14041"/>
                    <a:pt x="37539" y="14013"/>
                  </a:cubicBezTo>
                  <a:lnTo>
                    <a:pt x="37418" y="13952"/>
                  </a:lnTo>
                  <a:cubicBezTo>
                    <a:pt x="37357" y="14104"/>
                    <a:pt x="37296" y="14620"/>
                    <a:pt x="37175" y="14712"/>
                  </a:cubicBezTo>
                  <a:cubicBezTo>
                    <a:pt x="37142" y="14728"/>
                    <a:pt x="37107" y="14736"/>
                    <a:pt x="37073" y="14736"/>
                  </a:cubicBezTo>
                  <a:cubicBezTo>
                    <a:pt x="36980" y="14736"/>
                    <a:pt x="36893" y="14679"/>
                    <a:pt x="36871" y="14590"/>
                  </a:cubicBezTo>
                  <a:cubicBezTo>
                    <a:pt x="36871" y="14499"/>
                    <a:pt x="36992" y="14438"/>
                    <a:pt x="37053" y="14438"/>
                  </a:cubicBezTo>
                  <a:cubicBezTo>
                    <a:pt x="37083" y="14438"/>
                    <a:pt x="37205" y="14286"/>
                    <a:pt x="37175" y="14256"/>
                  </a:cubicBezTo>
                  <a:cubicBezTo>
                    <a:pt x="37083" y="14165"/>
                    <a:pt x="36962" y="14134"/>
                    <a:pt x="36871" y="14134"/>
                  </a:cubicBezTo>
                  <a:cubicBezTo>
                    <a:pt x="36780" y="14165"/>
                    <a:pt x="36628" y="14225"/>
                    <a:pt x="36476" y="14317"/>
                  </a:cubicBezTo>
                  <a:lnTo>
                    <a:pt x="36384" y="14377"/>
                  </a:lnTo>
                  <a:cubicBezTo>
                    <a:pt x="36324" y="14438"/>
                    <a:pt x="36324" y="14529"/>
                    <a:pt x="36445" y="14529"/>
                  </a:cubicBezTo>
                  <a:lnTo>
                    <a:pt x="36567" y="14529"/>
                  </a:lnTo>
                  <a:cubicBezTo>
                    <a:pt x="36536" y="14620"/>
                    <a:pt x="36445" y="14681"/>
                    <a:pt x="36354" y="14712"/>
                  </a:cubicBezTo>
                  <a:lnTo>
                    <a:pt x="36293" y="14681"/>
                  </a:lnTo>
                  <a:lnTo>
                    <a:pt x="36202" y="14651"/>
                  </a:lnTo>
                  <a:cubicBezTo>
                    <a:pt x="36202" y="14499"/>
                    <a:pt x="36232" y="14347"/>
                    <a:pt x="36293" y="14195"/>
                  </a:cubicBezTo>
                  <a:lnTo>
                    <a:pt x="36354" y="14134"/>
                  </a:lnTo>
                  <a:cubicBezTo>
                    <a:pt x="36384" y="14104"/>
                    <a:pt x="36445" y="14073"/>
                    <a:pt x="36445" y="14043"/>
                  </a:cubicBezTo>
                  <a:cubicBezTo>
                    <a:pt x="36476" y="13952"/>
                    <a:pt x="36567" y="13921"/>
                    <a:pt x="36658" y="13921"/>
                  </a:cubicBezTo>
                  <a:cubicBezTo>
                    <a:pt x="36696" y="13929"/>
                    <a:pt x="36734" y="13933"/>
                    <a:pt x="36771" y="13933"/>
                  </a:cubicBezTo>
                  <a:cubicBezTo>
                    <a:pt x="36884" y="13933"/>
                    <a:pt x="36992" y="13899"/>
                    <a:pt x="37083" y="13830"/>
                  </a:cubicBezTo>
                  <a:lnTo>
                    <a:pt x="37175" y="13709"/>
                  </a:lnTo>
                  <a:cubicBezTo>
                    <a:pt x="37205" y="13769"/>
                    <a:pt x="37258" y="13800"/>
                    <a:pt x="37311" y="13800"/>
                  </a:cubicBezTo>
                  <a:cubicBezTo>
                    <a:pt x="37365" y="13800"/>
                    <a:pt x="37418" y="13769"/>
                    <a:pt x="37448" y="13709"/>
                  </a:cubicBezTo>
                  <a:lnTo>
                    <a:pt x="37539" y="13678"/>
                  </a:lnTo>
                  <a:close/>
                  <a:moveTo>
                    <a:pt x="47874" y="13222"/>
                  </a:moveTo>
                  <a:lnTo>
                    <a:pt x="47965" y="13344"/>
                  </a:lnTo>
                  <a:cubicBezTo>
                    <a:pt x="48041" y="13445"/>
                    <a:pt x="48179" y="13504"/>
                    <a:pt x="48310" y="13504"/>
                  </a:cubicBezTo>
                  <a:cubicBezTo>
                    <a:pt x="48338" y="13504"/>
                    <a:pt x="48365" y="13501"/>
                    <a:pt x="48391" y="13496"/>
                  </a:cubicBezTo>
                  <a:lnTo>
                    <a:pt x="48664" y="13496"/>
                  </a:lnTo>
                  <a:cubicBezTo>
                    <a:pt x="48968" y="13496"/>
                    <a:pt x="49181" y="13405"/>
                    <a:pt x="49151" y="13405"/>
                  </a:cubicBezTo>
                  <a:cubicBezTo>
                    <a:pt x="49120" y="13374"/>
                    <a:pt x="49394" y="13283"/>
                    <a:pt x="49515" y="13283"/>
                  </a:cubicBezTo>
                  <a:cubicBezTo>
                    <a:pt x="49606" y="13313"/>
                    <a:pt x="49728" y="13496"/>
                    <a:pt x="49728" y="13557"/>
                  </a:cubicBezTo>
                  <a:cubicBezTo>
                    <a:pt x="49728" y="13617"/>
                    <a:pt x="49637" y="13678"/>
                    <a:pt x="49515" y="13678"/>
                  </a:cubicBezTo>
                  <a:lnTo>
                    <a:pt x="49485" y="13648"/>
                  </a:lnTo>
                  <a:lnTo>
                    <a:pt x="49394" y="13587"/>
                  </a:lnTo>
                  <a:cubicBezTo>
                    <a:pt x="49303" y="13648"/>
                    <a:pt x="49211" y="13678"/>
                    <a:pt x="49090" y="13709"/>
                  </a:cubicBezTo>
                  <a:lnTo>
                    <a:pt x="48786" y="13648"/>
                  </a:lnTo>
                  <a:lnTo>
                    <a:pt x="48725" y="13709"/>
                  </a:lnTo>
                  <a:lnTo>
                    <a:pt x="48603" y="13769"/>
                  </a:lnTo>
                  <a:cubicBezTo>
                    <a:pt x="48543" y="13709"/>
                    <a:pt x="48512" y="13648"/>
                    <a:pt x="48421" y="13617"/>
                  </a:cubicBezTo>
                  <a:lnTo>
                    <a:pt x="48391" y="13617"/>
                  </a:lnTo>
                  <a:cubicBezTo>
                    <a:pt x="48330" y="13617"/>
                    <a:pt x="48239" y="13648"/>
                    <a:pt x="48178" y="13648"/>
                  </a:cubicBezTo>
                  <a:lnTo>
                    <a:pt x="48117" y="13648"/>
                  </a:lnTo>
                  <a:cubicBezTo>
                    <a:pt x="48105" y="13659"/>
                    <a:pt x="48094" y="13664"/>
                    <a:pt x="48082" y="13664"/>
                  </a:cubicBezTo>
                  <a:cubicBezTo>
                    <a:pt x="48034" y="13664"/>
                    <a:pt x="47990" y="13575"/>
                    <a:pt x="47965" y="13526"/>
                  </a:cubicBezTo>
                  <a:cubicBezTo>
                    <a:pt x="47965" y="13521"/>
                    <a:pt x="47961" y="13519"/>
                    <a:pt x="47954" y="13519"/>
                  </a:cubicBezTo>
                  <a:cubicBezTo>
                    <a:pt x="47916" y="13519"/>
                    <a:pt x="47788" y="13586"/>
                    <a:pt x="47661" y="13739"/>
                  </a:cubicBezTo>
                  <a:lnTo>
                    <a:pt x="47509" y="13800"/>
                  </a:lnTo>
                  <a:cubicBezTo>
                    <a:pt x="47357" y="13861"/>
                    <a:pt x="47388" y="13861"/>
                    <a:pt x="47357" y="13982"/>
                  </a:cubicBezTo>
                  <a:cubicBezTo>
                    <a:pt x="47357" y="14073"/>
                    <a:pt x="47509" y="14073"/>
                    <a:pt x="47540" y="14073"/>
                  </a:cubicBezTo>
                  <a:lnTo>
                    <a:pt x="47631" y="14073"/>
                  </a:lnTo>
                  <a:lnTo>
                    <a:pt x="47661" y="14104"/>
                  </a:lnTo>
                  <a:cubicBezTo>
                    <a:pt x="47661" y="14134"/>
                    <a:pt x="47631" y="14165"/>
                    <a:pt x="47600" y="14165"/>
                  </a:cubicBezTo>
                  <a:lnTo>
                    <a:pt x="47509" y="14165"/>
                  </a:lnTo>
                  <a:cubicBezTo>
                    <a:pt x="47448" y="14165"/>
                    <a:pt x="47357" y="14408"/>
                    <a:pt x="47266" y="14438"/>
                  </a:cubicBezTo>
                  <a:cubicBezTo>
                    <a:pt x="47175" y="14468"/>
                    <a:pt x="47114" y="14499"/>
                    <a:pt x="47053" y="14560"/>
                  </a:cubicBezTo>
                  <a:lnTo>
                    <a:pt x="47053" y="14590"/>
                  </a:lnTo>
                  <a:cubicBezTo>
                    <a:pt x="47175" y="14620"/>
                    <a:pt x="47296" y="14651"/>
                    <a:pt x="47418" y="14681"/>
                  </a:cubicBezTo>
                  <a:lnTo>
                    <a:pt x="47540" y="14742"/>
                  </a:lnTo>
                  <a:lnTo>
                    <a:pt x="47327" y="14742"/>
                  </a:lnTo>
                  <a:cubicBezTo>
                    <a:pt x="47175" y="14712"/>
                    <a:pt x="46992" y="14681"/>
                    <a:pt x="46840" y="14651"/>
                  </a:cubicBezTo>
                  <a:lnTo>
                    <a:pt x="46901" y="14590"/>
                  </a:lnTo>
                  <a:cubicBezTo>
                    <a:pt x="46981" y="14510"/>
                    <a:pt x="46921" y="14336"/>
                    <a:pt x="47090" y="14336"/>
                  </a:cubicBezTo>
                  <a:cubicBezTo>
                    <a:pt x="47114" y="14336"/>
                    <a:pt x="47142" y="14339"/>
                    <a:pt x="47175" y="14347"/>
                  </a:cubicBezTo>
                  <a:cubicBezTo>
                    <a:pt x="47175" y="14347"/>
                    <a:pt x="47266" y="14225"/>
                    <a:pt x="47236" y="14165"/>
                  </a:cubicBezTo>
                  <a:lnTo>
                    <a:pt x="47205" y="14043"/>
                  </a:lnTo>
                  <a:cubicBezTo>
                    <a:pt x="47205" y="13921"/>
                    <a:pt x="47175" y="13800"/>
                    <a:pt x="47114" y="13678"/>
                  </a:cubicBezTo>
                  <a:lnTo>
                    <a:pt x="47053" y="13709"/>
                  </a:lnTo>
                  <a:cubicBezTo>
                    <a:pt x="46992" y="13709"/>
                    <a:pt x="46901" y="13739"/>
                    <a:pt x="46840" y="13800"/>
                  </a:cubicBezTo>
                  <a:lnTo>
                    <a:pt x="46719" y="13861"/>
                  </a:lnTo>
                  <a:cubicBezTo>
                    <a:pt x="46689" y="13800"/>
                    <a:pt x="46840" y="13617"/>
                    <a:pt x="47053" y="13435"/>
                  </a:cubicBezTo>
                  <a:lnTo>
                    <a:pt x="47357" y="13496"/>
                  </a:lnTo>
                  <a:lnTo>
                    <a:pt x="47479" y="13496"/>
                  </a:lnTo>
                  <a:cubicBezTo>
                    <a:pt x="47600" y="13374"/>
                    <a:pt x="47722" y="13283"/>
                    <a:pt x="47874" y="13222"/>
                  </a:cubicBezTo>
                  <a:close/>
                  <a:moveTo>
                    <a:pt x="40539" y="14324"/>
                  </a:moveTo>
                  <a:cubicBezTo>
                    <a:pt x="40557" y="14324"/>
                    <a:pt x="40571" y="14331"/>
                    <a:pt x="40579" y="14347"/>
                  </a:cubicBezTo>
                  <a:cubicBezTo>
                    <a:pt x="40609" y="14377"/>
                    <a:pt x="40518" y="14499"/>
                    <a:pt x="40457" y="14499"/>
                  </a:cubicBezTo>
                  <a:cubicBezTo>
                    <a:pt x="40397" y="14499"/>
                    <a:pt x="40366" y="14529"/>
                    <a:pt x="40366" y="14590"/>
                  </a:cubicBezTo>
                  <a:lnTo>
                    <a:pt x="40488" y="14590"/>
                  </a:lnTo>
                  <a:cubicBezTo>
                    <a:pt x="40518" y="14651"/>
                    <a:pt x="40457" y="14772"/>
                    <a:pt x="40397" y="14772"/>
                  </a:cubicBezTo>
                  <a:cubicBezTo>
                    <a:pt x="40275" y="14712"/>
                    <a:pt x="40153" y="14651"/>
                    <a:pt x="40032" y="14590"/>
                  </a:cubicBezTo>
                  <a:lnTo>
                    <a:pt x="39880" y="14590"/>
                  </a:lnTo>
                  <a:cubicBezTo>
                    <a:pt x="39819" y="14590"/>
                    <a:pt x="39789" y="14560"/>
                    <a:pt x="39758" y="14499"/>
                  </a:cubicBezTo>
                  <a:cubicBezTo>
                    <a:pt x="39758" y="14468"/>
                    <a:pt x="39758" y="14408"/>
                    <a:pt x="39758" y="14377"/>
                  </a:cubicBezTo>
                  <a:cubicBezTo>
                    <a:pt x="39789" y="14362"/>
                    <a:pt x="39811" y="14355"/>
                    <a:pt x="39834" y="14355"/>
                  </a:cubicBezTo>
                  <a:cubicBezTo>
                    <a:pt x="39857" y="14355"/>
                    <a:pt x="39880" y="14362"/>
                    <a:pt x="39910" y="14377"/>
                  </a:cubicBezTo>
                  <a:cubicBezTo>
                    <a:pt x="39971" y="14377"/>
                    <a:pt x="40032" y="14438"/>
                    <a:pt x="40123" y="14438"/>
                  </a:cubicBezTo>
                  <a:lnTo>
                    <a:pt x="40305" y="14499"/>
                  </a:lnTo>
                  <a:cubicBezTo>
                    <a:pt x="40396" y="14386"/>
                    <a:pt x="40486" y="14324"/>
                    <a:pt x="40539" y="14324"/>
                  </a:cubicBezTo>
                  <a:close/>
                  <a:moveTo>
                    <a:pt x="8945" y="14256"/>
                  </a:moveTo>
                  <a:cubicBezTo>
                    <a:pt x="8975" y="14256"/>
                    <a:pt x="9013" y="14286"/>
                    <a:pt x="9059" y="14347"/>
                  </a:cubicBezTo>
                  <a:lnTo>
                    <a:pt x="8937" y="14468"/>
                  </a:lnTo>
                  <a:cubicBezTo>
                    <a:pt x="8907" y="14499"/>
                    <a:pt x="8846" y="14529"/>
                    <a:pt x="8815" y="14620"/>
                  </a:cubicBezTo>
                  <a:cubicBezTo>
                    <a:pt x="8789" y="14699"/>
                    <a:pt x="8808" y="14778"/>
                    <a:pt x="8715" y="14778"/>
                  </a:cubicBezTo>
                  <a:cubicBezTo>
                    <a:pt x="8701" y="14778"/>
                    <a:pt x="8684" y="14777"/>
                    <a:pt x="8663" y="14772"/>
                  </a:cubicBezTo>
                  <a:cubicBezTo>
                    <a:pt x="8633" y="14772"/>
                    <a:pt x="8542" y="14620"/>
                    <a:pt x="8633" y="14560"/>
                  </a:cubicBezTo>
                  <a:cubicBezTo>
                    <a:pt x="8717" y="14504"/>
                    <a:pt x="8672" y="14344"/>
                    <a:pt x="8832" y="14344"/>
                  </a:cubicBezTo>
                  <a:cubicBezTo>
                    <a:pt x="8846" y="14344"/>
                    <a:pt x="8860" y="14345"/>
                    <a:pt x="8876" y="14347"/>
                  </a:cubicBezTo>
                  <a:cubicBezTo>
                    <a:pt x="8891" y="14286"/>
                    <a:pt x="8914" y="14256"/>
                    <a:pt x="8945" y="14256"/>
                  </a:cubicBezTo>
                  <a:close/>
                  <a:moveTo>
                    <a:pt x="45224" y="14738"/>
                  </a:moveTo>
                  <a:cubicBezTo>
                    <a:pt x="45311" y="14738"/>
                    <a:pt x="45406" y="14866"/>
                    <a:pt x="45351" y="14894"/>
                  </a:cubicBezTo>
                  <a:cubicBezTo>
                    <a:pt x="45290" y="14924"/>
                    <a:pt x="45290" y="14985"/>
                    <a:pt x="45290" y="14985"/>
                  </a:cubicBezTo>
                  <a:cubicBezTo>
                    <a:pt x="45230" y="14955"/>
                    <a:pt x="45169" y="14924"/>
                    <a:pt x="45108" y="14894"/>
                  </a:cubicBezTo>
                  <a:cubicBezTo>
                    <a:pt x="45047" y="14864"/>
                    <a:pt x="45078" y="14803"/>
                    <a:pt x="45169" y="14742"/>
                  </a:cubicBezTo>
                  <a:lnTo>
                    <a:pt x="45199" y="14742"/>
                  </a:lnTo>
                  <a:cubicBezTo>
                    <a:pt x="45207" y="14739"/>
                    <a:pt x="45216" y="14738"/>
                    <a:pt x="45224" y="14738"/>
                  </a:cubicBezTo>
                  <a:close/>
                  <a:moveTo>
                    <a:pt x="14038" y="14671"/>
                  </a:moveTo>
                  <a:cubicBezTo>
                    <a:pt x="14169" y="14671"/>
                    <a:pt x="14287" y="14844"/>
                    <a:pt x="14287" y="14924"/>
                  </a:cubicBezTo>
                  <a:cubicBezTo>
                    <a:pt x="14287" y="14963"/>
                    <a:pt x="14305" y="14977"/>
                    <a:pt x="14333" y="14977"/>
                  </a:cubicBezTo>
                  <a:cubicBezTo>
                    <a:pt x="14391" y="14977"/>
                    <a:pt x="14489" y="14915"/>
                    <a:pt x="14530" y="14894"/>
                  </a:cubicBezTo>
                  <a:cubicBezTo>
                    <a:pt x="14545" y="14864"/>
                    <a:pt x="14575" y="14848"/>
                    <a:pt x="14606" y="14848"/>
                  </a:cubicBezTo>
                  <a:cubicBezTo>
                    <a:pt x="14636" y="14848"/>
                    <a:pt x="14667" y="14864"/>
                    <a:pt x="14682" y="14894"/>
                  </a:cubicBezTo>
                  <a:lnTo>
                    <a:pt x="14712" y="14894"/>
                  </a:lnTo>
                  <a:cubicBezTo>
                    <a:pt x="14742" y="14894"/>
                    <a:pt x="14771" y="14893"/>
                    <a:pt x="14800" y="14892"/>
                  </a:cubicBezTo>
                  <a:lnTo>
                    <a:pt x="14800" y="14892"/>
                  </a:lnTo>
                  <a:cubicBezTo>
                    <a:pt x="14743" y="14935"/>
                    <a:pt x="14671" y="14960"/>
                    <a:pt x="14621" y="14985"/>
                  </a:cubicBezTo>
                  <a:lnTo>
                    <a:pt x="14591" y="15016"/>
                  </a:lnTo>
                  <a:cubicBezTo>
                    <a:pt x="14491" y="15091"/>
                    <a:pt x="14370" y="15145"/>
                    <a:pt x="14246" y="15145"/>
                  </a:cubicBezTo>
                  <a:cubicBezTo>
                    <a:pt x="14219" y="15145"/>
                    <a:pt x="14192" y="15143"/>
                    <a:pt x="14165" y="15137"/>
                  </a:cubicBezTo>
                  <a:lnTo>
                    <a:pt x="14013" y="15137"/>
                  </a:lnTo>
                  <a:cubicBezTo>
                    <a:pt x="13892" y="15076"/>
                    <a:pt x="13770" y="14985"/>
                    <a:pt x="13709" y="14894"/>
                  </a:cubicBezTo>
                  <a:cubicBezTo>
                    <a:pt x="13704" y="14884"/>
                    <a:pt x="13696" y="14880"/>
                    <a:pt x="13685" y="14880"/>
                  </a:cubicBezTo>
                  <a:cubicBezTo>
                    <a:pt x="13651" y="14880"/>
                    <a:pt x="13591" y="14927"/>
                    <a:pt x="13547" y="14967"/>
                  </a:cubicBezTo>
                  <a:lnTo>
                    <a:pt x="13547" y="14967"/>
                  </a:lnTo>
                  <a:lnTo>
                    <a:pt x="13527" y="14803"/>
                  </a:lnTo>
                  <a:cubicBezTo>
                    <a:pt x="13527" y="14779"/>
                    <a:pt x="13564" y="14755"/>
                    <a:pt x="13595" y="14746"/>
                  </a:cubicBezTo>
                  <a:lnTo>
                    <a:pt x="13595" y="14746"/>
                  </a:lnTo>
                  <a:cubicBezTo>
                    <a:pt x="13653" y="14777"/>
                    <a:pt x="13712" y="14836"/>
                    <a:pt x="13770" y="14894"/>
                  </a:cubicBezTo>
                  <a:lnTo>
                    <a:pt x="13861" y="14803"/>
                  </a:lnTo>
                  <a:lnTo>
                    <a:pt x="13983" y="14681"/>
                  </a:lnTo>
                  <a:cubicBezTo>
                    <a:pt x="14001" y="14674"/>
                    <a:pt x="14020" y="14671"/>
                    <a:pt x="14038" y="14671"/>
                  </a:cubicBezTo>
                  <a:close/>
                  <a:moveTo>
                    <a:pt x="31973" y="13481"/>
                  </a:moveTo>
                  <a:cubicBezTo>
                    <a:pt x="32015" y="13481"/>
                    <a:pt x="32083" y="13496"/>
                    <a:pt x="32159" y="13526"/>
                  </a:cubicBezTo>
                  <a:lnTo>
                    <a:pt x="32220" y="13709"/>
                  </a:lnTo>
                  <a:lnTo>
                    <a:pt x="32220" y="13739"/>
                  </a:lnTo>
                  <a:cubicBezTo>
                    <a:pt x="32220" y="13761"/>
                    <a:pt x="32228" y="13771"/>
                    <a:pt x="32242" y="13771"/>
                  </a:cubicBezTo>
                  <a:cubicBezTo>
                    <a:pt x="32267" y="13771"/>
                    <a:pt x="32313" y="13737"/>
                    <a:pt x="32372" y="13678"/>
                  </a:cubicBezTo>
                  <a:lnTo>
                    <a:pt x="32433" y="13617"/>
                  </a:lnTo>
                  <a:cubicBezTo>
                    <a:pt x="32463" y="13587"/>
                    <a:pt x="32524" y="13587"/>
                    <a:pt x="32555" y="13587"/>
                  </a:cubicBezTo>
                  <a:lnTo>
                    <a:pt x="32737" y="13921"/>
                  </a:lnTo>
                  <a:cubicBezTo>
                    <a:pt x="32982" y="13832"/>
                    <a:pt x="33194" y="13776"/>
                    <a:pt x="33266" y="13776"/>
                  </a:cubicBezTo>
                  <a:cubicBezTo>
                    <a:pt x="33293" y="13776"/>
                    <a:pt x="33300" y="13783"/>
                    <a:pt x="33284" y="13800"/>
                  </a:cubicBezTo>
                  <a:lnTo>
                    <a:pt x="33254" y="13830"/>
                  </a:lnTo>
                  <a:lnTo>
                    <a:pt x="33162" y="13982"/>
                  </a:lnTo>
                  <a:cubicBezTo>
                    <a:pt x="33151" y="13980"/>
                    <a:pt x="33140" y="13979"/>
                    <a:pt x="33131" y="13979"/>
                  </a:cubicBezTo>
                  <a:cubicBezTo>
                    <a:pt x="33011" y="13979"/>
                    <a:pt x="33015" y="14141"/>
                    <a:pt x="33071" y="14225"/>
                  </a:cubicBezTo>
                  <a:cubicBezTo>
                    <a:pt x="33102" y="14286"/>
                    <a:pt x="32950" y="14408"/>
                    <a:pt x="32737" y="14468"/>
                  </a:cubicBezTo>
                  <a:lnTo>
                    <a:pt x="32463" y="14408"/>
                  </a:lnTo>
                  <a:lnTo>
                    <a:pt x="32372" y="14408"/>
                  </a:lnTo>
                  <a:cubicBezTo>
                    <a:pt x="32281" y="14499"/>
                    <a:pt x="32129" y="14620"/>
                    <a:pt x="32068" y="14620"/>
                  </a:cubicBezTo>
                  <a:cubicBezTo>
                    <a:pt x="32012" y="14592"/>
                    <a:pt x="31748" y="14435"/>
                    <a:pt x="31613" y="14435"/>
                  </a:cubicBezTo>
                  <a:cubicBezTo>
                    <a:pt x="31601" y="14435"/>
                    <a:pt x="31591" y="14436"/>
                    <a:pt x="31582" y="14438"/>
                  </a:cubicBezTo>
                  <a:cubicBezTo>
                    <a:pt x="31460" y="14499"/>
                    <a:pt x="31491" y="14620"/>
                    <a:pt x="31521" y="14620"/>
                  </a:cubicBezTo>
                  <a:cubicBezTo>
                    <a:pt x="31612" y="14712"/>
                    <a:pt x="31734" y="14803"/>
                    <a:pt x="31795" y="14894"/>
                  </a:cubicBezTo>
                  <a:lnTo>
                    <a:pt x="32190" y="14864"/>
                  </a:lnTo>
                  <a:cubicBezTo>
                    <a:pt x="32205" y="14848"/>
                    <a:pt x="32220" y="14841"/>
                    <a:pt x="32235" y="14841"/>
                  </a:cubicBezTo>
                  <a:cubicBezTo>
                    <a:pt x="32251" y="14841"/>
                    <a:pt x="32266" y="14848"/>
                    <a:pt x="32281" y="14864"/>
                  </a:cubicBezTo>
                  <a:lnTo>
                    <a:pt x="32311" y="14864"/>
                  </a:lnTo>
                  <a:cubicBezTo>
                    <a:pt x="32372" y="14924"/>
                    <a:pt x="32311" y="14985"/>
                    <a:pt x="32220" y="15016"/>
                  </a:cubicBezTo>
                  <a:lnTo>
                    <a:pt x="31764" y="15016"/>
                  </a:lnTo>
                  <a:cubicBezTo>
                    <a:pt x="31612" y="15107"/>
                    <a:pt x="31430" y="15168"/>
                    <a:pt x="31278" y="15228"/>
                  </a:cubicBezTo>
                  <a:lnTo>
                    <a:pt x="31217" y="15228"/>
                  </a:lnTo>
                  <a:lnTo>
                    <a:pt x="30761" y="15076"/>
                  </a:lnTo>
                  <a:lnTo>
                    <a:pt x="30609" y="15137"/>
                  </a:lnTo>
                  <a:cubicBezTo>
                    <a:pt x="30560" y="15153"/>
                    <a:pt x="30514" y="15161"/>
                    <a:pt x="30471" y="15161"/>
                  </a:cubicBezTo>
                  <a:cubicBezTo>
                    <a:pt x="30354" y="15161"/>
                    <a:pt x="30267" y="15105"/>
                    <a:pt x="30244" y="15016"/>
                  </a:cubicBezTo>
                  <a:lnTo>
                    <a:pt x="30366" y="14955"/>
                  </a:lnTo>
                  <a:cubicBezTo>
                    <a:pt x="30427" y="14924"/>
                    <a:pt x="30488" y="14924"/>
                    <a:pt x="30548" y="14894"/>
                  </a:cubicBezTo>
                  <a:cubicBezTo>
                    <a:pt x="30670" y="14803"/>
                    <a:pt x="30738" y="14757"/>
                    <a:pt x="30795" y="14757"/>
                  </a:cubicBezTo>
                  <a:cubicBezTo>
                    <a:pt x="30852" y="14757"/>
                    <a:pt x="30898" y="14803"/>
                    <a:pt x="30974" y="14894"/>
                  </a:cubicBezTo>
                  <a:lnTo>
                    <a:pt x="31096" y="15016"/>
                  </a:lnTo>
                  <a:cubicBezTo>
                    <a:pt x="31187" y="14985"/>
                    <a:pt x="31247" y="14742"/>
                    <a:pt x="31187" y="14681"/>
                  </a:cubicBezTo>
                  <a:cubicBezTo>
                    <a:pt x="31096" y="14590"/>
                    <a:pt x="30974" y="14529"/>
                    <a:pt x="30852" y="14529"/>
                  </a:cubicBezTo>
                  <a:lnTo>
                    <a:pt x="30792" y="14560"/>
                  </a:lnTo>
                  <a:cubicBezTo>
                    <a:pt x="30731" y="14560"/>
                    <a:pt x="30697" y="14587"/>
                    <a:pt x="30654" y="14587"/>
                  </a:cubicBezTo>
                  <a:cubicBezTo>
                    <a:pt x="30633" y="14587"/>
                    <a:pt x="30609" y="14580"/>
                    <a:pt x="30579" y="14560"/>
                  </a:cubicBezTo>
                  <a:lnTo>
                    <a:pt x="30518" y="14499"/>
                  </a:lnTo>
                  <a:cubicBezTo>
                    <a:pt x="30427" y="14499"/>
                    <a:pt x="30396" y="14408"/>
                    <a:pt x="30427" y="14347"/>
                  </a:cubicBezTo>
                  <a:lnTo>
                    <a:pt x="30457" y="14286"/>
                  </a:lnTo>
                  <a:cubicBezTo>
                    <a:pt x="30457" y="14256"/>
                    <a:pt x="30457" y="14195"/>
                    <a:pt x="30427" y="14165"/>
                  </a:cubicBezTo>
                  <a:lnTo>
                    <a:pt x="30275" y="14165"/>
                  </a:lnTo>
                  <a:lnTo>
                    <a:pt x="30214" y="14225"/>
                  </a:lnTo>
                  <a:cubicBezTo>
                    <a:pt x="30214" y="14347"/>
                    <a:pt x="30214" y="14468"/>
                    <a:pt x="30214" y="14560"/>
                  </a:cubicBezTo>
                  <a:lnTo>
                    <a:pt x="30275" y="14620"/>
                  </a:lnTo>
                  <a:cubicBezTo>
                    <a:pt x="30336" y="14681"/>
                    <a:pt x="30548" y="14651"/>
                    <a:pt x="30427" y="14803"/>
                  </a:cubicBezTo>
                  <a:cubicBezTo>
                    <a:pt x="30413" y="14816"/>
                    <a:pt x="30393" y="14822"/>
                    <a:pt x="30367" y="14822"/>
                  </a:cubicBezTo>
                  <a:cubicBezTo>
                    <a:pt x="30277" y="14822"/>
                    <a:pt x="30127" y="14746"/>
                    <a:pt x="30032" y="14651"/>
                  </a:cubicBezTo>
                  <a:cubicBezTo>
                    <a:pt x="30026" y="14645"/>
                    <a:pt x="30016" y="14643"/>
                    <a:pt x="30004" y="14643"/>
                  </a:cubicBezTo>
                  <a:cubicBezTo>
                    <a:pt x="29949" y="14643"/>
                    <a:pt x="29838" y="14692"/>
                    <a:pt x="29788" y="14742"/>
                  </a:cubicBezTo>
                  <a:cubicBezTo>
                    <a:pt x="29783" y="14745"/>
                    <a:pt x="29778" y="14746"/>
                    <a:pt x="29773" y="14746"/>
                  </a:cubicBezTo>
                  <a:cubicBezTo>
                    <a:pt x="29723" y="14746"/>
                    <a:pt x="29700" y="14615"/>
                    <a:pt x="29728" y="14560"/>
                  </a:cubicBezTo>
                  <a:cubicBezTo>
                    <a:pt x="29728" y="14538"/>
                    <a:pt x="29720" y="14528"/>
                    <a:pt x="29706" y="14528"/>
                  </a:cubicBezTo>
                  <a:cubicBezTo>
                    <a:pt x="29681" y="14528"/>
                    <a:pt x="29635" y="14562"/>
                    <a:pt x="29576" y="14620"/>
                  </a:cubicBezTo>
                  <a:lnTo>
                    <a:pt x="29333" y="14620"/>
                  </a:lnTo>
                  <a:cubicBezTo>
                    <a:pt x="29315" y="14535"/>
                    <a:pt x="29279" y="14497"/>
                    <a:pt x="29229" y="14497"/>
                  </a:cubicBezTo>
                  <a:cubicBezTo>
                    <a:pt x="29190" y="14497"/>
                    <a:pt x="29142" y="14520"/>
                    <a:pt x="29089" y="14560"/>
                  </a:cubicBezTo>
                  <a:cubicBezTo>
                    <a:pt x="29059" y="14590"/>
                    <a:pt x="29029" y="14620"/>
                    <a:pt x="28998" y="14651"/>
                  </a:cubicBezTo>
                  <a:lnTo>
                    <a:pt x="28968" y="14651"/>
                  </a:lnTo>
                  <a:cubicBezTo>
                    <a:pt x="28907" y="14651"/>
                    <a:pt x="28846" y="14590"/>
                    <a:pt x="28846" y="14560"/>
                  </a:cubicBezTo>
                  <a:cubicBezTo>
                    <a:pt x="28846" y="14529"/>
                    <a:pt x="28846" y="14377"/>
                    <a:pt x="28846" y="14347"/>
                  </a:cubicBezTo>
                  <a:cubicBezTo>
                    <a:pt x="28846" y="14325"/>
                    <a:pt x="28831" y="14304"/>
                    <a:pt x="28822" y="14304"/>
                  </a:cubicBezTo>
                  <a:cubicBezTo>
                    <a:pt x="28818" y="14304"/>
                    <a:pt x="28816" y="14308"/>
                    <a:pt x="28816" y="14317"/>
                  </a:cubicBezTo>
                  <a:lnTo>
                    <a:pt x="28816" y="14347"/>
                  </a:lnTo>
                  <a:cubicBezTo>
                    <a:pt x="28812" y="14351"/>
                    <a:pt x="28805" y="14353"/>
                    <a:pt x="28797" y="14353"/>
                  </a:cubicBezTo>
                  <a:cubicBezTo>
                    <a:pt x="28745" y="14353"/>
                    <a:pt x="28625" y="14282"/>
                    <a:pt x="28573" y="14256"/>
                  </a:cubicBezTo>
                  <a:cubicBezTo>
                    <a:pt x="28567" y="14250"/>
                    <a:pt x="28560" y="14247"/>
                    <a:pt x="28553" y="14247"/>
                  </a:cubicBezTo>
                  <a:cubicBezTo>
                    <a:pt x="28490" y="14247"/>
                    <a:pt x="28402" y="14475"/>
                    <a:pt x="28512" y="14529"/>
                  </a:cubicBezTo>
                  <a:cubicBezTo>
                    <a:pt x="28603" y="14560"/>
                    <a:pt x="28664" y="14681"/>
                    <a:pt x="28664" y="14803"/>
                  </a:cubicBezTo>
                  <a:cubicBezTo>
                    <a:pt x="28603" y="14833"/>
                    <a:pt x="28512" y="14894"/>
                    <a:pt x="28451" y="14924"/>
                  </a:cubicBezTo>
                  <a:cubicBezTo>
                    <a:pt x="28390" y="14924"/>
                    <a:pt x="28238" y="14742"/>
                    <a:pt x="28208" y="14651"/>
                  </a:cubicBezTo>
                  <a:cubicBezTo>
                    <a:pt x="28178" y="14560"/>
                    <a:pt x="27965" y="14560"/>
                    <a:pt x="27874" y="14560"/>
                  </a:cubicBezTo>
                  <a:lnTo>
                    <a:pt x="27570" y="14590"/>
                  </a:lnTo>
                  <a:lnTo>
                    <a:pt x="27387" y="14590"/>
                  </a:lnTo>
                  <a:cubicBezTo>
                    <a:pt x="27366" y="14595"/>
                    <a:pt x="27344" y="14598"/>
                    <a:pt x="27323" y="14598"/>
                  </a:cubicBezTo>
                  <a:cubicBezTo>
                    <a:pt x="27224" y="14598"/>
                    <a:pt x="27133" y="14544"/>
                    <a:pt x="27083" y="14468"/>
                  </a:cubicBezTo>
                  <a:cubicBezTo>
                    <a:pt x="27062" y="14447"/>
                    <a:pt x="27040" y="14426"/>
                    <a:pt x="27008" y="14426"/>
                  </a:cubicBezTo>
                  <a:cubicBezTo>
                    <a:pt x="26995" y="14426"/>
                    <a:pt x="26979" y="14429"/>
                    <a:pt x="26962" y="14438"/>
                  </a:cubicBezTo>
                  <a:lnTo>
                    <a:pt x="26931" y="14438"/>
                  </a:lnTo>
                  <a:cubicBezTo>
                    <a:pt x="26840" y="14468"/>
                    <a:pt x="26931" y="14499"/>
                    <a:pt x="26931" y="14560"/>
                  </a:cubicBezTo>
                  <a:lnTo>
                    <a:pt x="26962" y="14620"/>
                  </a:lnTo>
                  <a:cubicBezTo>
                    <a:pt x="26939" y="14689"/>
                    <a:pt x="26882" y="14723"/>
                    <a:pt x="26829" y="14723"/>
                  </a:cubicBezTo>
                  <a:cubicBezTo>
                    <a:pt x="26812" y="14723"/>
                    <a:pt x="26795" y="14719"/>
                    <a:pt x="26779" y="14712"/>
                  </a:cubicBezTo>
                  <a:lnTo>
                    <a:pt x="26688" y="14681"/>
                  </a:lnTo>
                  <a:lnTo>
                    <a:pt x="26658" y="14651"/>
                  </a:lnTo>
                  <a:cubicBezTo>
                    <a:pt x="26567" y="14590"/>
                    <a:pt x="26658" y="14408"/>
                    <a:pt x="26688" y="14377"/>
                  </a:cubicBezTo>
                  <a:cubicBezTo>
                    <a:pt x="26724" y="14342"/>
                    <a:pt x="26686" y="14327"/>
                    <a:pt x="26637" y="14327"/>
                  </a:cubicBezTo>
                  <a:cubicBezTo>
                    <a:pt x="26602" y="14327"/>
                    <a:pt x="26561" y="14334"/>
                    <a:pt x="26536" y="14347"/>
                  </a:cubicBezTo>
                  <a:cubicBezTo>
                    <a:pt x="26475" y="14377"/>
                    <a:pt x="26415" y="14377"/>
                    <a:pt x="26354" y="14377"/>
                  </a:cubicBezTo>
                  <a:lnTo>
                    <a:pt x="26263" y="14377"/>
                  </a:lnTo>
                  <a:cubicBezTo>
                    <a:pt x="26202" y="14408"/>
                    <a:pt x="26171" y="14438"/>
                    <a:pt x="26171" y="14499"/>
                  </a:cubicBezTo>
                  <a:lnTo>
                    <a:pt x="26202" y="14529"/>
                  </a:lnTo>
                  <a:cubicBezTo>
                    <a:pt x="26232" y="14560"/>
                    <a:pt x="26293" y="14590"/>
                    <a:pt x="26354" y="14620"/>
                  </a:cubicBezTo>
                  <a:cubicBezTo>
                    <a:pt x="26475" y="14651"/>
                    <a:pt x="26597" y="14712"/>
                    <a:pt x="26536" y="14803"/>
                  </a:cubicBezTo>
                  <a:lnTo>
                    <a:pt x="26475" y="14985"/>
                  </a:lnTo>
                  <a:cubicBezTo>
                    <a:pt x="26384" y="14864"/>
                    <a:pt x="25776" y="14894"/>
                    <a:pt x="25594" y="14864"/>
                  </a:cubicBezTo>
                  <a:cubicBezTo>
                    <a:pt x="25442" y="14833"/>
                    <a:pt x="25320" y="14742"/>
                    <a:pt x="25229" y="14620"/>
                  </a:cubicBezTo>
                  <a:cubicBezTo>
                    <a:pt x="25229" y="14590"/>
                    <a:pt x="25412" y="14529"/>
                    <a:pt x="25503" y="14529"/>
                  </a:cubicBezTo>
                  <a:cubicBezTo>
                    <a:pt x="25563" y="14529"/>
                    <a:pt x="25624" y="14499"/>
                    <a:pt x="25594" y="14468"/>
                  </a:cubicBezTo>
                  <a:lnTo>
                    <a:pt x="25442" y="14468"/>
                  </a:lnTo>
                  <a:cubicBezTo>
                    <a:pt x="25290" y="14468"/>
                    <a:pt x="25168" y="14529"/>
                    <a:pt x="25168" y="14651"/>
                  </a:cubicBezTo>
                  <a:lnTo>
                    <a:pt x="25108" y="14742"/>
                  </a:lnTo>
                  <a:cubicBezTo>
                    <a:pt x="25077" y="14772"/>
                    <a:pt x="24956" y="14833"/>
                    <a:pt x="24925" y="14864"/>
                  </a:cubicBezTo>
                  <a:cubicBezTo>
                    <a:pt x="24864" y="14894"/>
                    <a:pt x="24834" y="14955"/>
                    <a:pt x="24804" y="14955"/>
                  </a:cubicBezTo>
                  <a:cubicBezTo>
                    <a:pt x="24779" y="14960"/>
                    <a:pt x="24753" y="14961"/>
                    <a:pt x="24726" y="14961"/>
                  </a:cubicBezTo>
                  <a:cubicBezTo>
                    <a:pt x="24657" y="14961"/>
                    <a:pt x="24581" y="14950"/>
                    <a:pt x="24503" y="14950"/>
                  </a:cubicBezTo>
                  <a:cubicBezTo>
                    <a:pt x="24420" y="14950"/>
                    <a:pt x="24335" y="14963"/>
                    <a:pt x="24256" y="15016"/>
                  </a:cubicBezTo>
                  <a:cubicBezTo>
                    <a:pt x="24252" y="15020"/>
                    <a:pt x="24245" y="15022"/>
                    <a:pt x="24236" y="15022"/>
                  </a:cubicBezTo>
                  <a:cubicBezTo>
                    <a:pt x="24178" y="15022"/>
                    <a:pt x="24035" y="14947"/>
                    <a:pt x="23983" y="14894"/>
                  </a:cubicBezTo>
                  <a:lnTo>
                    <a:pt x="23922" y="14833"/>
                  </a:lnTo>
                  <a:cubicBezTo>
                    <a:pt x="23902" y="14774"/>
                    <a:pt x="23921" y="14741"/>
                    <a:pt x="23969" y="14741"/>
                  </a:cubicBezTo>
                  <a:cubicBezTo>
                    <a:pt x="23996" y="14741"/>
                    <a:pt x="24031" y="14751"/>
                    <a:pt x="24074" y="14772"/>
                  </a:cubicBezTo>
                  <a:lnTo>
                    <a:pt x="24196" y="14681"/>
                  </a:lnTo>
                  <a:lnTo>
                    <a:pt x="24256" y="14651"/>
                  </a:lnTo>
                  <a:cubicBezTo>
                    <a:pt x="24378" y="14651"/>
                    <a:pt x="24530" y="14620"/>
                    <a:pt x="24652" y="14529"/>
                  </a:cubicBezTo>
                  <a:cubicBezTo>
                    <a:pt x="24682" y="14499"/>
                    <a:pt x="24256" y="14499"/>
                    <a:pt x="24074" y="14499"/>
                  </a:cubicBezTo>
                  <a:cubicBezTo>
                    <a:pt x="23927" y="14523"/>
                    <a:pt x="23640" y="14568"/>
                    <a:pt x="23487" y="14568"/>
                  </a:cubicBezTo>
                  <a:cubicBezTo>
                    <a:pt x="23451" y="14568"/>
                    <a:pt x="23423" y="14565"/>
                    <a:pt x="23405" y="14560"/>
                  </a:cubicBezTo>
                  <a:cubicBezTo>
                    <a:pt x="23284" y="14560"/>
                    <a:pt x="23253" y="14408"/>
                    <a:pt x="23284" y="14347"/>
                  </a:cubicBezTo>
                  <a:cubicBezTo>
                    <a:pt x="23299" y="14317"/>
                    <a:pt x="23299" y="14301"/>
                    <a:pt x="23284" y="14301"/>
                  </a:cubicBezTo>
                  <a:cubicBezTo>
                    <a:pt x="23269" y="14301"/>
                    <a:pt x="23238" y="14317"/>
                    <a:pt x="23193" y="14347"/>
                  </a:cubicBezTo>
                  <a:lnTo>
                    <a:pt x="23101" y="14347"/>
                  </a:lnTo>
                  <a:cubicBezTo>
                    <a:pt x="23041" y="14347"/>
                    <a:pt x="23010" y="14377"/>
                    <a:pt x="23010" y="14408"/>
                  </a:cubicBezTo>
                  <a:cubicBezTo>
                    <a:pt x="23010" y="14408"/>
                    <a:pt x="23101" y="14560"/>
                    <a:pt x="23162" y="14742"/>
                  </a:cubicBezTo>
                  <a:lnTo>
                    <a:pt x="23436" y="14681"/>
                  </a:lnTo>
                  <a:cubicBezTo>
                    <a:pt x="23466" y="14681"/>
                    <a:pt x="23497" y="14742"/>
                    <a:pt x="23497" y="14742"/>
                  </a:cubicBezTo>
                  <a:cubicBezTo>
                    <a:pt x="23466" y="14772"/>
                    <a:pt x="23466" y="14803"/>
                    <a:pt x="23436" y="14833"/>
                  </a:cubicBezTo>
                  <a:cubicBezTo>
                    <a:pt x="23418" y="14828"/>
                    <a:pt x="23402" y="14826"/>
                    <a:pt x="23388" y="14826"/>
                  </a:cubicBezTo>
                  <a:cubicBezTo>
                    <a:pt x="23257" y="14826"/>
                    <a:pt x="23286" y="15031"/>
                    <a:pt x="23187" y="15031"/>
                  </a:cubicBezTo>
                  <a:cubicBezTo>
                    <a:pt x="23172" y="15031"/>
                    <a:pt x="23154" y="15027"/>
                    <a:pt x="23132" y="15016"/>
                  </a:cubicBezTo>
                  <a:lnTo>
                    <a:pt x="22858" y="14864"/>
                  </a:lnTo>
                  <a:cubicBezTo>
                    <a:pt x="22767" y="14932"/>
                    <a:pt x="22659" y="14966"/>
                    <a:pt x="22546" y="14966"/>
                  </a:cubicBezTo>
                  <a:cubicBezTo>
                    <a:pt x="22509" y="14966"/>
                    <a:pt x="22471" y="14962"/>
                    <a:pt x="22433" y="14955"/>
                  </a:cubicBezTo>
                  <a:cubicBezTo>
                    <a:pt x="22402" y="14924"/>
                    <a:pt x="22220" y="14803"/>
                    <a:pt x="22159" y="14772"/>
                  </a:cubicBezTo>
                  <a:cubicBezTo>
                    <a:pt x="22098" y="14712"/>
                    <a:pt x="22038" y="14651"/>
                    <a:pt x="21977" y="14590"/>
                  </a:cubicBezTo>
                  <a:lnTo>
                    <a:pt x="21916" y="14590"/>
                  </a:lnTo>
                  <a:lnTo>
                    <a:pt x="21855" y="14620"/>
                  </a:lnTo>
                  <a:cubicBezTo>
                    <a:pt x="21794" y="14712"/>
                    <a:pt x="21734" y="14803"/>
                    <a:pt x="21703" y="14894"/>
                  </a:cubicBezTo>
                  <a:lnTo>
                    <a:pt x="21642" y="14955"/>
                  </a:lnTo>
                  <a:cubicBezTo>
                    <a:pt x="21624" y="14973"/>
                    <a:pt x="21598" y="14978"/>
                    <a:pt x="21568" y="14978"/>
                  </a:cubicBezTo>
                  <a:cubicBezTo>
                    <a:pt x="21536" y="14978"/>
                    <a:pt x="21500" y="14972"/>
                    <a:pt x="21463" y="14972"/>
                  </a:cubicBezTo>
                  <a:cubicBezTo>
                    <a:pt x="21418" y="14972"/>
                    <a:pt x="21374" y="14980"/>
                    <a:pt x="21338" y="15016"/>
                  </a:cubicBezTo>
                  <a:cubicBezTo>
                    <a:pt x="21278" y="14985"/>
                    <a:pt x="21187" y="14955"/>
                    <a:pt x="21095" y="14955"/>
                  </a:cubicBezTo>
                  <a:lnTo>
                    <a:pt x="21035" y="14894"/>
                  </a:lnTo>
                  <a:lnTo>
                    <a:pt x="21004" y="14864"/>
                  </a:lnTo>
                  <a:cubicBezTo>
                    <a:pt x="20700" y="14924"/>
                    <a:pt x="20214" y="15016"/>
                    <a:pt x="19971" y="15076"/>
                  </a:cubicBezTo>
                  <a:lnTo>
                    <a:pt x="19758" y="15016"/>
                  </a:lnTo>
                  <a:lnTo>
                    <a:pt x="19697" y="15016"/>
                  </a:lnTo>
                  <a:cubicBezTo>
                    <a:pt x="19662" y="14992"/>
                    <a:pt x="19627" y="14982"/>
                    <a:pt x="19596" y="14982"/>
                  </a:cubicBezTo>
                  <a:cubicBezTo>
                    <a:pt x="19545" y="14982"/>
                    <a:pt x="19503" y="15008"/>
                    <a:pt x="19484" y="15046"/>
                  </a:cubicBezTo>
                  <a:lnTo>
                    <a:pt x="19424" y="15107"/>
                  </a:lnTo>
                  <a:cubicBezTo>
                    <a:pt x="19393" y="15107"/>
                    <a:pt x="19332" y="15107"/>
                    <a:pt x="19302" y="15076"/>
                  </a:cubicBezTo>
                  <a:cubicBezTo>
                    <a:pt x="19241" y="15046"/>
                    <a:pt x="19484" y="14985"/>
                    <a:pt x="19302" y="14955"/>
                  </a:cubicBezTo>
                  <a:lnTo>
                    <a:pt x="19184" y="14938"/>
                  </a:lnTo>
                  <a:lnTo>
                    <a:pt x="19184" y="14938"/>
                  </a:lnTo>
                  <a:lnTo>
                    <a:pt x="19211" y="14924"/>
                  </a:lnTo>
                  <a:cubicBezTo>
                    <a:pt x="19272" y="14894"/>
                    <a:pt x="19089" y="14712"/>
                    <a:pt x="19028" y="14620"/>
                  </a:cubicBezTo>
                  <a:cubicBezTo>
                    <a:pt x="18979" y="14571"/>
                    <a:pt x="19169" y="14482"/>
                    <a:pt x="19323" y="14482"/>
                  </a:cubicBezTo>
                  <a:cubicBezTo>
                    <a:pt x="19360" y="14482"/>
                    <a:pt x="19395" y="14487"/>
                    <a:pt x="19424" y="14499"/>
                  </a:cubicBezTo>
                  <a:cubicBezTo>
                    <a:pt x="19545" y="14560"/>
                    <a:pt x="19515" y="14620"/>
                    <a:pt x="19454" y="14620"/>
                  </a:cubicBezTo>
                  <a:cubicBezTo>
                    <a:pt x="19393" y="14620"/>
                    <a:pt x="19393" y="14681"/>
                    <a:pt x="19424" y="14712"/>
                  </a:cubicBezTo>
                  <a:cubicBezTo>
                    <a:pt x="19484" y="14772"/>
                    <a:pt x="19545" y="14803"/>
                    <a:pt x="19636" y="14833"/>
                  </a:cubicBezTo>
                  <a:cubicBezTo>
                    <a:pt x="19641" y="14837"/>
                    <a:pt x="19645" y="14839"/>
                    <a:pt x="19651" y="14839"/>
                  </a:cubicBezTo>
                  <a:cubicBezTo>
                    <a:pt x="19683" y="14839"/>
                    <a:pt x="19732" y="14768"/>
                    <a:pt x="19758" y="14742"/>
                  </a:cubicBezTo>
                  <a:cubicBezTo>
                    <a:pt x="19758" y="14681"/>
                    <a:pt x="19849" y="14651"/>
                    <a:pt x="19971" y="14651"/>
                  </a:cubicBezTo>
                  <a:lnTo>
                    <a:pt x="19971" y="14499"/>
                  </a:lnTo>
                  <a:lnTo>
                    <a:pt x="19971" y="14317"/>
                  </a:lnTo>
                  <a:cubicBezTo>
                    <a:pt x="20092" y="14347"/>
                    <a:pt x="20214" y="14377"/>
                    <a:pt x="20335" y="14377"/>
                  </a:cubicBezTo>
                  <a:cubicBezTo>
                    <a:pt x="20359" y="14354"/>
                    <a:pt x="20504" y="14296"/>
                    <a:pt x="20560" y="14296"/>
                  </a:cubicBezTo>
                  <a:cubicBezTo>
                    <a:pt x="20577" y="14296"/>
                    <a:pt x="20586" y="14302"/>
                    <a:pt x="20579" y="14317"/>
                  </a:cubicBezTo>
                  <a:cubicBezTo>
                    <a:pt x="20579" y="14342"/>
                    <a:pt x="20611" y="14352"/>
                    <a:pt x="20653" y="14352"/>
                  </a:cubicBezTo>
                  <a:cubicBezTo>
                    <a:pt x="20711" y="14352"/>
                    <a:pt x="20787" y="14334"/>
                    <a:pt x="20822" y="14317"/>
                  </a:cubicBezTo>
                  <a:cubicBezTo>
                    <a:pt x="20842" y="14303"/>
                    <a:pt x="20863" y="14297"/>
                    <a:pt x="20885" y="14297"/>
                  </a:cubicBezTo>
                  <a:cubicBezTo>
                    <a:pt x="20963" y="14297"/>
                    <a:pt x="21048" y="14374"/>
                    <a:pt x="21095" y="14468"/>
                  </a:cubicBezTo>
                  <a:lnTo>
                    <a:pt x="21278" y="14317"/>
                  </a:lnTo>
                  <a:cubicBezTo>
                    <a:pt x="21323" y="14301"/>
                    <a:pt x="21361" y="14294"/>
                    <a:pt x="21395" y="14294"/>
                  </a:cubicBezTo>
                  <a:cubicBezTo>
                    <a:pt x="21430" y="14294"/>
                    <a:pt x="21460" y="14301"/>
                    <a:pt x="21490" y="14317"/>
                  </a:cubicBezTo>
                  <a:cubicBezTo>
                    <a:pt x="21543" y="14369"/>
                    <a:pt x="21588" y="14389"/>
                    <a:pt x="21628" y="14389"/>
                  </a:cubicBezTo>
                  <a:cubicBezTo>
                    <a:pt x="21705" y="14389"/>
                    <a:pt x="21765" y="14316"/>
                    <a:pt x="21825" y="14256"/>
                  </a:cubicBezTo>
                  <a:lnTo>
                    <a:pt x="22220" y="13952"/>
                  </a:lnTo>
                  <a:cubicBezTo>
                    <a:pt x="22281" y="13952"/>
                    <a:pt x="22311" y="13982"/>
                    <a:pt x="22342" y="13982"/>
                  </a:cubicBezTo>
                  <a:cubicBezTo>
                    <a:pt x="22454" y="14095"/>
                    <a:pt x="22584" y="14157"/>
                    <a:pt x="22717" y="14157"/>
                  </a:cubicBezTo>
                  <a:cubicBezTo>
                    <a:pt x="22764" y="14157"/>
                    <a:pt x="22811" y="14150"/>
                    <a:pt x="22858" y="14134"/>
                  </a:cubicBezTo>
                  <a:lnTo>
                    <a:pt x="23193" y="14104"/>
                  </a:lnTo>
                  <a:cubicBezTo>
                    <a:pt x="23284" y="14138"/>
                    <a:pt x="23379" y="14155"/>
                    <a:pt x="23473" y="14155"/>
                  </a:cubicBezTo>
                  <a:cubicBezTo>
                    <a:pt x="23628" y="14155"/>
                    <a:pt x="23778" y="14108"/>
                    <a:pt x="23892" y="14013"/>
                  </a:cubicBezTo>
                  <a:lnTo>
                    <a:pt x="24196" y="14013"/>
                  </a:lnTo>
                  <a:cubicBezTo>
                    <a:pt x="24198" y="14015"/>
                    <a:pt x="24201" y="14017"/>
                    <a:pt x="24203" y="14017"/>
                  </a:cubicBezTo>
                  <a:cubicBezTo>
                    <a:pt x="24227" y="14017"/>
                    <a:pt x="24234" y="13891"/>
                    <a:pt x="24317" y="13891"/>
                  </a:cubicBezTo>
                  <a:cubicBezTo>
                    <a:pt x="24378" y="13891"/>
                    <a:pt x="24439" y="13952"/>
                    <a:pt x="24530" y="13952"/>
                  </a:cubicBezTo>
                  <a:cubicBezTo>
                    <a:pt x="24568" y="13964"/>
                    <a:pt x="24606" y="13972"/>
                    <a:pt x="24643" y="13972"/>
                  </a:cubicBezTo>
                  <a:cubicBezTo>
                    <a:pt x="24697" y="13972"/>
                    <a:pt x="24750" y="13957"/>
                    <a:pt x="24804" y="13921"/>
                  </a:cubicBezTo>
                  <a:cubicBezTo>
                    <a:pt x="24840" y="13907"/>
                    <a:pt x="24866" y="13901"/>
                    <a:pt x="24885" y="13901"/>
                  </a:cubicBezTo>
                  <a:cubicBezTo>
                    <a:pt x="24944" y="13901"/>
                    <a:pt x="24932" y="13959"/>
                    <a:pt x="24956" y="13982"/>
                  </a:cubicBezTo>
                  <a:cubicBezTo>
                    <a:pt x="24956" y="14013"/>
                    <a:pt x="24986" y="14043"/>
                    <a:pt x="25047" y="14043"/>
                  </a:cubicBezTo>
                  <a:lnTo>
                    <a:pt x="25260" y="14043"/>
                  </a:lnTo>
                  <a:lnTo>
                    <a:pt x="25563" y="14104"/>
                  </a:lnTo>
                  <a:cubicBezTo>
                    <a:pt x="25632" y="14035"/>
                    <a:pt x="25717" y="14001"/>
                    <a:pt x="25807" y="14001"/>
                  </a:cubicBezTo>
                  <a:cubicBezTo>
                    <a:pt x="25837" y="14001"/>
                    <a:pt x="25867" y="14005"/>
                    <a:pt x="25898" y="14013"/>
                  </a:cubicBezTo>
                  <a:cubicBezTo>
                    <a:pt x="25926" y="14069"/>
                    <a:pt x="26110" y="14229"/>
                    <a:pt x="26233" y="14229"/>
                  </a:cubicBezTo>
                  <a:cubicBezTo>
                    <a:pt x="26244" y="14229"/>
                    <a:pt x="26253" y="14228"/>
                    <a:pt x="26263" y="14225"/>
                  </a:cubicBezTo>
                  <a:cubicBezTo>
                    <a:pt x="26384" y="14195"/>
                    <a:pt x="26445" y="14134"/>
                    <a:pt x="26415" y="14073"/>
                  </a:cubicBezTo>
                  <a:lnTo>
                    <a:pt x="26415" y="14043"/>
                  </a:lnTo>
                  <a:cubicBezTo>
                    <a:pt x="26415" y="13982"/>
                    <a:pt x="26445" y="13952"/>
                    <a:pt x="26475" y="13921"/>
                  </a:cubicBezTo>
                  <a:cubicBezTo>
                    <a:pt x="26504" y="13892"/>
                    <a:pt x="26521" y="13882"/>
                    <a:pt x="26531" y="13882"/>
                  </a:cubicBezTo>
                  <a:cubicBezTo>
                    <a:pt x="26553" y="13882"/>
                    <a:pt x="26546" y="13931"/>
                    <a:pt x="26567" y="13952"/>
                  </a:cubicBezTo>
                  <a:lnTo>
                    <a:pt x="26658" y="14073"/>
                  </a:lnTo>
                  <a:cubicBezTo>
                    <a:pt x="26719" y="14013"/>
                    <a:pt x="26779" y="13921"/>
                    <a:pt x="26749" y="13861"/>
                  </a:cubicBezTo>
                  <a:lnTo>
                    <a:pt x="26749" y="13861"/>
                  </a:lnTo>
                  <a:lnTo>
                    <a:pt x="26901" y="13921"/>
                  </a:lnTo>
                  <a:cubicBezTo>
                    <a:pt x="26966" y="13965"/>
                    <a:pt x="27038" y="13973"/>
                    <a:pt x="27113" y="13973"/>
                  </a:cubicBezTo>
                  <a:cubicBezTo>
                    <a:pt x="27163" y="13973"/>
                    <a:pt x="27213" y="13969"/>
                    <a:pt x="27263" y="13969"/>
                  </a:cubicBezTo>
                  <a:cubicBezTo>
                    <a:pt x="27350" y="13969"/>
                    <a:pt x="27434" y="13981"/>
                    <a:pt x="27509" y="14043"/>
                  </a:cubicBezTo>
                  <a:lnTo>
                    <a:pt x="27539" y="14043"/>
                  </a:lnTo>
                  <a:cubicBezTo>
                    <a:pt x="27569" y="14025"/>
                    <a:pt x="27597" y="14018"/>
                    <a:pt x="27623" y="14018"/>
                  </a:cubicBezTo>
                  <a:cubicBezTo>
                    <a:pt x="27734" y="14018"/>
                    <a:pt x="27813" y="14146"/>
                    <a:pt x="27813" y="14195"/>
                  </a:cubicBezTo>
                  <a:cubicBezTo>
                    <a:pt x="27813" y="14256"/>
                    <a:pt x="27722" y="14347"/>
                    <a:pt x="27600" y="14408"/>
                  </a:cubicBezTo>
                  <a:lnTo>
                    <a:pt x="27813" y="14438"/>
                  </a:lnTo>
                  <a:cubicBezTo>
                    <a:pt x="27829" y="14442"/>
                    <a:pt x="27843" y="14444"/>
                    <a:pt x="27854" y="14444"/>
                  </a:cubicBezTo>
                  <a:cubicBezTo>
                    <a:pt x="27927" y="14444"/>
                    <a:pt x="27904" y="14365"/>
                    <a:pt x="27904" y="14286"/>
                  </a:cubicBezTo>
                  <a:lnTo>
                    <a:pt x="27904" y="14225"/>
                  </a:lnTo>
                  <a:cubicBezTo>
                    <a:pt x="27904" y="14139"/>
                    <a:pt x="28068" y="13889"/>
                    <a:pt x="28188" y="13889"/>
                  </a:cubicBezTo>
                  <a:cubicBezTo>
                    <a:pt x="28195" y="13889"/>
                    <a:pt x="28202" y="13889"/>
                    <a:pt x="28208" y="13891"/>
                  </a:cubicBezTo>
                  <a:cubicBezTo>
                    <a:pt x="28240" y="13899"/>
                    <a:pt x="28271" y="13903"/>
                    <a:pt x="28298" y="13903"/>
                  </a:cubicBezTo>
                  <a:cubicBezTo>
                    <a:pt x="28372" y="13903"/>
                    <a:pt x="28421" y="13875"/>
                    <a:pt x="28421" y="13830"/>
                  </a:cubicBezTo>
                  <a:lnTo>
                    <a:pt x="28421" y="13678"/>
                  </a:lnTo>
                  <a:cubicBezTo>
                    <a:pt x="28633" y="13739"/>
                    <a:pt x="28846" y="13800"/>
                    <a:pt x="29059" y="13830"/>
                  </a:cubicBezTo>
                  <a:cubicBezTo>
                    <a:pt x="29241" y="13800"/>
                    <a:pt x="29424" y="13739"/>
                    <a:pt x="29606" y="13678"/>
                  </a:cubicBezTo>
                  <a:lnTo>
                    <a:pt x="29819" y="13617"/>
                  </a:lnTo>
                  <a:lnTo>
                    <a:pt x="29880" y="13617"/>
                  </a:lnTo>
                  <a:cubicBezTo>
                    <a:pt x="30001" y="13617"/>
                    <a:pt x="29971" y="13709"/>
                    <a:pt x="29849" y="13830"/>
                  </a:cubicBezTo>
                  <a:lnTo>
                    <a:pt x="29728" y="13861"/>
                  </a:lnTo>
                  <a:lnTo>
                    <a:pt x="29576" y="13921"/>
                  </a:lnTo>
                  <a:cubicBezTo>
                    <a:pt x="29393" y="13952"/>
                    <a:pt x="29302" y="14043"/>
                    <a:pt x="29333" y="14134"/>
                  </a:cubicBezTo>
                  <a:lnTo>
                    <a:pt x="29515" y="14043"/>
                  </a:lnTo>
                  <a:cubicBezTo>
                    <a:pt x="29667" y="13982"/>
                    <a:pt x="29849" y="14013"/>
                    <a:pt x="29971" y="13830"/>
                  </a:cubicBezTo>
                  <a:lnTo>
                    <a:pt x="30032" y="13769"/>
                  </a:lnTo>
                  <a:cubicBezTo>
                    <a:pt x="30168" y="13754"/>
                    <a:pt x="30313" y="13747"/>
                    <a:pt x="30457" y="13747"/>
                  </a:cubicBezTo>
                  <a:cubicBezTo>
                    <a:pt x="30602" y="13747"/>
                    <a:pt x="30746" y="13754"/>
                    <a:pt x="30883" y="13769"/>
                  </a:cubicBezTo>
                  <a:lnTo>
                    <a:pt x="31369" y="13769"/>
                  </a:lnTo>
                  <a:cubicBezTo>
                    <a:pt x="31643" y="13739"/>
                    <a:pt x="31977" y="13557"/>
                    <a:pt x="31947" y="13526"/>
                  </a:cubicBezTo>
                  <a:cubicBezTo>
                    <a:pt x="31916" y="13496"/>
                    <a:pt x="31931" y="13481"/>
                    <a:pt x="31973" y="13481"/>
                  </a:cubicBezTo>
                  <a:close/>
                  <a:moveTo>
                    <a:pt x="29978" y="14822"/>
                  </a:moveTo>
                  <a:cubicBezTo>
                    <a:pt x="30098" y="14822"/>
                    <a:pt x="30184" y="14856"/>
                    <a:pt x="30184" y="14924"/>
                  </a:cubicBezTo>
                  <a:lnTo>
                    <a:pt x="30153" y="14955"/>
                  </a:lnTo>
                  <a:cubicBezTo>
                    <a:pt x="30153" y="15016"/>
                    <a:pt x="30123" y="15046"/>
                    <a:pt x="30032" y="15076"/>
                  </a:cubicBezTo>
                  <a:cubicBezTo>
                    <a:pt x="29971" y="15137"/>
                    <a:pt x="29971" y="15168"/>
                    <a:pt x="30032" y="15198"/>
                  </a:cubicBezTo>
                  <a:lnTo>
                    <a:pt x="30062" y="15228"/>
                  </a:lnTo>
                  <a:cubicBezTo>
                    <a:pt x="30047" y="15274"/>
                    <a:pt x="30016" y="15297"/>
                    <a:pt x="29982" y="15297"/>
                  </a:cubicBezTo>
                  <a:cubicBezTo>
                    <a:pt x="29948" y="15297"/>
                    <a:pt x="29910" y="15274"/>
                    <a:pt x="29880" y="15228"/>
                  </a:cubicBezTo>
                  <a:lnTo>
                    <a:pt x="29880" y="15168"/>
                  </a:lnTo>
                  <a:cubicBezTo>
                    <a:pt x="29880" y="15076"/>
                    <a:pt x="29880" y="15016"/>
                    <a:pt x="29728" y="15016"/>
                  </a:cubicBezTo>
                  <a:cubicBezTo>
                    <a:pt x="29637" y="15016"/>
                    <a:pt x="29637" y="14864"/>
                    <a:pt x="29728" y="14864"/>
                  </a:cubicBezTo>
                  <a:lnTo>
                    <a:pt x="29849" y="14833"/>
                  </a:lnTo>
                  <a:cubicBezTo>
                    <a:pt x="29895" y="14826"/>
                    <a:pt x="29939" y="14822"/>
                    <a:pt x="29978" y="14822"/>
                  </a:cubicBezTo>
                  <a:close/>
                  <a:moveTo>
                    <a:pt x="18269" y="14225"/>
                  </a:moveTo>
                  <a:cubicBezTo>
                    <a:pt x="18329" y="14225"/>
                    <a:pt x="18329" y="14256"/>
                    <a:pt x="18329" y="14286"/>
                  </a:cubicBezTo>
                  <a:lnTo>
                    <a:pt x="18329" y="14317"/>
                  </a:lnTo>
                  <a:lnTo>
                    <a:pt x="18329" y="14499"/>
                  </a:lnTo>
                  <a:cubicBezTo>
                    <a:pt x="18390" y="14620"/>
                    <a:pt x="18816" y="14712"/>
                    <a:pt x="18876" y="14772"/>
                  </a:cubicBezTo>
                  <a:cubicBezTo>
                    <a:pt x="18937" y="14803"/>
                    <a:pt x="18937" y="14955"/>
                    <a:pt x="18846" y="15046"/>
                  </a:cubicBezTo>
                  <a:lnTo>
                    <a:pt x="18694" y="14894"/>
                  </a:lnTo>
                  <a:lnTo>
                    <a:pt x="18603" y="14894"/>
                  </a:lnTo>
                  <a:cubicBezTo>
                    <a:pt x="18572" y="14894"/>
                    <a:pt x="18512" y="14924"/>
                    <a:pt x="18512" y="14955"/>
                  </a:cubicBezTo>
                  <a:cubicBezTo>
                    <a:pt x="18512" y="14985"/>
                    <a:pt x="18572" y="15046"/>
                    <a:pt x="18572" y="15046"/>
                  </a:cubicBezTo>
                  <a:cubicBezTo>
                    <a:pt x="18626" y="15054"/>
                    <a:pt x="18677" y="15057"/>
                    <a:pt x="18727" y="15057"/>
                  </a:cubicBezTo>
                  <a:cubicBezTo>
                    <a:pt x="18854" y="15057"/>
                    <a:pt x="18972" y="15033"/>
                    <a:pt x="19089" y="14983"/>
                  </a:cubicBezTo>
                  <a:lnTo>
                    <a:pt x="19089" y="14983"/>
                  </a:lnTo>
                  <a:cubicBezTo>
                    <a:pt x="19089" y="15092"/>
                    <a:pt x="19089" y="15217"/>
                    <a:pt x="19089" y="15320"/>
                  </a:cubicBezTo>
                  <a:lnTo>
                    <a:pt x="19028" y="15259"/>
                  </a:lnTo>
                  <a:lnTo>
                    <a:pt x="18846" y="15137"/>
                  </a:lnTo>
                  <a:cubicBezTo>
                    <a:pt x="18664" y="15137"/>
                    <a:pt x="18481" y="15076"/>
                    <a:pt x="18390" y="14924"/>
                  </a:cubicBezTo>
                  <a:cubicBezTo>
                    <a:pt x="18360" y="14833"/>
                    <a:pt x="18481" y="14651"/>
                    <a:pt x="18481" y="14651"/>
                  </a:cubicBezTo>
                  <a:lnTo>
                    <a:pt x="18481" y="14651"/>
                  </a:lnTo>
                  <a:cubicBezTo>
                    <a:pt x="18360" y="14712"/>
                    <a:pt x="18238" y="14803"/>
                    <a:pt x="18147" y="14924"/>
                  </a:cubicBezTo>
                  <a:cubicBezTo>
                    <a:pt x="18147" y="14985"/>
                    <a:pt x="18117" y="15076"/>
                    <a:pt x="18117" y="15168"/>
                  </a:cubicBezTo>
                  <a:lnTo>
                    <a:pt x="18056" y="15198"/>
                  </a:lnTo>
                  <a:cubicBezTo>
                    <a:pt x="17995" y="15228"/>
                    <a:pt x="17904" y="15259"/>
                    <a:pt x="17813" y="15259"/>
                  </a:cubicBezTo>
                  <a:lnTo>
                    <a:pt x="17752" y="15259"/>
                  </a:lnTo>
                  <a:cubicBezTo>
                    <a:pt x="17727" y="15209"/>
                    <a:pt x="17662" y="15160"/>
                    <a:pt x="17622" y="15160"/>
                  </a:cubicBezTo>
                  <a:cubicBezTo>
                    <a:pt x="17613" y="15160"/>
                    <a:pt x="17605" y="15162"/>
                    <a:pt x="17600" y="15168"/>
                  </a:cubicBezTo>
                  <a:lnTo>
                    <a:pt x="17569" y="15198"/>
                  </a:lnTo>
                  <a:lnTo>
                    <a:pt x="17539" y="15228"/>
                  </a:lnTo>
                  <a:lnTo>
                    <a:pt x="17387" y="15228"/>
                  </a:lnTo>
                  <a:lnTo>
                    <a:pt x="17357" y="15168"/>
                  </a:lnTo>
                  <a:lnTo>
                    <a:pt x="17296" y="15107"/>
                  </a:lnTo>
                  <a:cubicBezTo>
                    <a:pt x="17265" y="14985"/>
                    <a:pt x="17296" y="14864"/>
                    <a:pt x="17417" y="14833"/>
                  </a:cubicBezTo>
                  <a:cubicBezTo>
                    <a:pt x="17448" y="14833"/>
                    <a:pt x="17478" y="14833"/>
                    <a:pt x="17509" y="14803"/>
                  </a:cubicBezTo>
                  <a:cubicBezTo>
                    <a:pt x="17417" y="14772"/>
                    <a:pt x="17357" y="14772"/>
                    <a:pt x="17265" y="14772"/>
                  </a:cubicBezTo>
                  <a:cubicBezTo>
                    <a:pt x="17205" y="14772"/>
                    <a:pt x="17113" y="14864"/>
                    <a:pt x="17053" y="14955"/>
                  </a:cubicBezTo>
                  <a:lnTo>
                    <a:pt x="16992" y="15046"/>
                  </a:lnTo>
                  <a:cubicBezTo>
                    <a:pt x="16992" y="15107"/>
                    <a:pt x="16962" y="15168"/>
                    <a:pt x="16901" y="15168"/>
                  </a:cubicBezTo>
                  <a:cubicBezTo>
                    <a:pt x="16840" y="15228"/>
                    <a:pt x="16749" y="15259"/>
                    <a:pt x="16658" y="15259"/>
                  </a:cubicBezTo>
                  <a:cubicBezTo>
                    <a:pt x="16627" y="15259"/>
                    <a:pt x="16597" y="15228"/>
                    <a:pt x="16597" y="15198"/>
                  </a:cubicBezTo>
                  <a:cubicBezTo>
                    <a:pt x="16566" y="15198"/>
                    <a:pt x="16597" y="15137"/>
                    <a:pt x="16597" y="15137"/>
                  </a:cubicBezTo>
                  <a:lnTo>
                    <a:pt x="16688" y="15076"/>
                  </a:lnTo>
                  <a:cubicBezTo>
                    <a:pt x="16840" y="15016"/>
                    <a:pt x="16779" y="14894"/>
                    <a:pt x="16566" y="14833"/>
                  </a:cubicBezTo>
                  <a:lnTo>
                    <a:pt x="16384" y="14772"/>
                  </a:lnTo>
                  <a:cubicBezTo>
                    <a:pt x="16372" y="14772"/>
                    <a:pt x="16350" y="14768"/>
                    <a:pt x="16332" y="14768"/>
                  </a:cubicBezTo>
                  <a:cubicBezTo>
                    <a:pt x="16305" y="14768"/>
                    <a:pt x="16287" y="14779"/>
                    <a:pt x="16323" y="14833"/>
                  </a:cubicBezTo>
                  <a:lnTo>
                    <a:pt x="16323" y="14864"/>
                  </a:lnTo>
                  <a:cubicBezTo>
                    <a:pt x="16354" y="14894"/>
                    <a:pt x="16171" y="14924"/>
                    <a:pt x="15958" y="14924"/>
                  </a:cubicBezTo>
                  <a:lnTo>
                    <a:pt x="15867" y="14742"/>
                  </a:lnTo>
                  <a:lnTo>
                    <a:pt x="15867" y="14738"/>
                  </a:lnTo>
                  <a:lnTo>
                    <a:pt x="15867" y="14738"/>
                  </a:lnTo>
                  <a:cubicBezTo>
                    <a:pt x="15938" y="14724"/>
                    <a:pt x="16009" y="14705"/>
                    <a:pt x="16080" y="14681"/>
                  </a:cubicBezTo>
                  <a:lnTo>
                    <a:pt x="16262" y="14590"/>
                  </a:lnTo>
                  <a:cubicBezTo>
                    <a:pt x="16278" y="14575"/>
                    <a:pt x="16293" y="14567"/>
                    <a:pt x="16308" y="14567"/>
                  </a:cubicBezTo>
                  <a:cubicBezTo>
                    <a:pt x="16323" y="14567"/>
                    <a:pt x="16338" y="14575"/>
                    <a:pt x="16354" y="14590"/>
                  </a:cubicBezTo>
                  <a:lnTo>
                    <a:pt x="16475" y="14681"/>
                  </a:lnTo>
                  <a:lnTo>
                    <a:pt x="16962" y="14529"/>
                  </a:lnTo>
                  <a:lnTo>
                    <a:pt x="17083" y="14620"/>
                  </a:lnTo>
                  <a:cubicBezTo>
                    <a:pt x="17154" y="14651"/>
                    <a:pt x="17222" y="14661"/>
                    <a:pt x="17287" y="14661"/>
                  </a:cubicBezTo>
                  <a:cubicBezTo>
                    <a:pt x="17417" y="14661"/>
                    <a:pt x="17539" y="14620"/>
                    <a:pt x="17661" y="14620"/>
                  </a:cubicBezTo>
                  <a:lnTo>
                    <a:pt x="17873" y="14620"/>
                  </a:lnTo>
                  <a:cubicBezTo>
                    <a:pt x="17879" y="14638"/>
                    <a:pt x="17889" y="14645"/>
                    <a:pt x="17903" y="14645"/>
                  </a:cubicBezTo>
                  <a:cubicBezTo>
                    <a:pt x="17958" y="14645"/>
                    <a:pt x="18067" y="14512"/>
                    <a:pt x="18117" y="14438"/>
                  </a:cubicBezTo>
                  <a:cubicBezTo>
                    <a:pt x="18147" y="14347"/>
                    <a:pt x="18238" y="14225"/>
                    <a:pt x="18269" y="14225"/>
                  </a:cubicBezTo>
                  <a:close/>
                  <a:moveTo>
                    <a:pt x="15803" y="14750"/>
                  </a:moveTo>
                  <a:cubicBezTo>
                    <a:pt x="15770" y="14804"/>
                    <a:pt x="15746" y="14898"/>
                    <a:pt x="15746" y="14955"/>
                  </a:cubicBezTo>
                  <a:cubicBezTo>
                    <a:pt x="15746" y="15016"/>
                    <a:pt x="15928" y="15046"/>
                    <a:pt x="15958" y="15046"/>
                  </a:cubicBezTo>
                  <a:cubicBezTo>
                    <a:pt x="16019" y="15046"/>
                    <a:pt x="16050" y="15107"/>
                    <a:pt x="16080" y="15198"/>
                  </a:cubicBezTo>
                  <a:lnTo>
                    <a:pt x="16050" y="15228"/>
                  </a:lnTo>
                  <a:lnTo>
                    <a:pt x="15958" y="15320"/>
                  </a:lnTo>
                  <a:cubicBezTo>
                    <a:pt x="15853" y="15337"/>
                    <a:pt x="15778" y="15355"/>
                    <a:pt x="15734" y="15355"/>
                  </a:cubicBezTo>
                  <a:cubicBezTo>
                    <a:pt x="15701" y="15355"/>
                    <a:pt x="15685" y="15345"/>
                    <a:pt x="15685" y="15320"/>
                  </a:cubicBezTo>
                  <a:lnTo>
                    <a:pt x="15654" y="15259"/>
                  </a:lnTo>
                  <a:cubicBezTo>
                    <a:pt x="15624" y="15228"/>
                    <a:pt x="15563" y="15168"/>
                    <a:pt x="15533" y="15168"/>
                  </a:cubicBezTo>
                  <a:cubicBezTo>
                    <a:pt x="15411" y="15198"/>
                    <a:pt x="15442" y="15259"/>
                    <a:pt x="15503" y="15320"/>
                  </a:cubicBezTo>
                  <a:lnTo>
                    <a:pt x="15503" y="15350"/>
                  </a:lnTo>
                  <a:cubicBezTo>
                    <a:pt x="15520" y="15368"/>
                    <a:pt x="15497" y="15385"/>
                    <a:pt x="15445" y="15385"/>
                  </a:cubicBezTo>
                  <a:cubicBezTo>
                    <a:pt x="15407" y="15385"/>
                    <a:pt x="15354" y="15376"/>
                    <a:pt x="15290" y="15350"/>
                  </a:cubicBezTo>
                  <a:lnTo>
                    <a:pt x="15199" y="15320"/>
                  </a:lnTo>
                  <a:cubicBezTo>
                    <a:pt x="15168" y="15320"/>
                    <a:pt x="15138" y="15259"/>
                    <a:pt x="15138" y="15259"/>
                  </a:cubicBezTo>
                  <a:cubicBezTo>
                    <a:pt x="15168" y="15168"/>
                    <a:pt x="15229" y="15046"/>
                    <a:pt x="15229" y="15046"/>
                  </a:cubicBezTo>
                  <a:cubicBezTo>
                    <a:pt x="15229" y="15016"/>
                    <a:pt x="15199" y="14985"/>
                    <a:pt x="15168" y="14985"/>
                  </a:cubicBezTo>
                  <a:lnTo>
                    <a:pt x="15077" y="14985"/>
                  </a:lnTo>
                  <a:lnTo>
                    <a:pt x="15047" y="15016"/>
                  </a:lnTo>
                  <a:cubicBezTo>
                    <a:pt x="15047" y="15046"/>
                    <a:pt x="15077" y="15289"/>
                    <a:pt x="15016" y="15350"/>
                  </a:cubicBezTo>
                  <a:cubicBezTo>
                    <a:pt x="14925" y="15411"/>
                    <a:pt x="14834" y="15441"/>
                    <a:pt x="14743" y="15472"/>
                  </a:cubicBezTo>
                  <a:cubicBezTo>
                    <a:pt x="14682" y="15472"/>
                    <a:pt x="14621" y="15289"/>
                    <a:pt x="14621" y="15228"/>
                  </a:cubicBezTo>
                  <a:cubicBezTo>
                    <a:pt x="14621" y="15168"/>
                    <a:pt x="14651" y="15107"/>
                    <a:pt x="14712" y="15076"/>
                  </a:cubicBezTo>
                  <a:lnTo>
                    <a:pt x="14834" y="15076"/>
                  </a:lnTo>
                  <a:cubicBezTo>
                    <a:pt x="14875" y="15035"/>
                    <a:pt x="14889" y="14936"/>
                    <a:pt x="14873" y="14888"/>
                  </a:cubicBezTo>
                  <a:lnTo>
                    <a:pt x="14873" y="14888"/>
                  </a:lnTo>
                  <a:cubicBezTo>
                    <a:pt x="15031" y="14875"/>
                    <a:pt x="15184" y="14841"/>
                    <a:pt x="15320" y="14772"/>
                  </a:cubicBezTo>
                  <a:cubicBezTo>
                    <a:pt x="15330" y="14762"/>
                    <a:pt x="15340" y="14759"/>
                    <a:pt x="15352" y="14759"/>
                  </a:cubicBezTo>
                  <a:cubicBezTo>
                    <a:pt x="15374" y="14759"/>
                    <a:pt x="15401" y="14772"/>
                    <a:pt x="15442" y="14772"/>
                  </a:cubicBezTo>
                  <a:lnTo>
                    <a:pt x="15533" y="14772"/>
                  </a:lnTo>
                  <a:cubicBezTo>
                    <a:pt x="15623" y="14772"/>
                    <a:pt x="15713" y="14765"/>
                    <a:pt x="15803" y="14750"/>
                  </a:cubicBezTo>
                  <a:close/>
                  <a:moveTo>
                    <a:pt x="11521" y="15380"/>
                  </a:moveTo>
                  <a:cubicBezTo>
                    <a:pt x="11612" y="15441"/>
                    <a:pt x="11551" y="15502"/>
                    <a:pt x="11521" y="15532"/>
                  </a:cubicBezTo>
                  <a:cubicBezTo>
                    <a:pt x="11457" y="15532"/>
                    <a:pt x="11394" y="15538"/>
                    <a:pt x="11330" y="15544"/>
                  </a:cubicBezTo>
                  <a:lnTo>
                    <a:pt x="11330" y="15544"/>
                  </a:lnTo>
                  <a:lnTo>
                    <a:pt x="11521" y="15380"/>
                  </a:lnTo>
                  <a:close/>
                  <a:moveTo>
                    <a:pt x="26840" y="15137"/>
                  </a:moveTo>
                  <a:cubicBezTo>
                    <a:pt x="26901" y="15137"/>
                    <a:pt x="26992" y="15198"/>
                    <a:pt x="27083" y="15198"/>
                  </a:cubicBezTo>
                  <a:cubicBezTo>
                    <a:pt x="27326" y="15228"/>
                    <a:pt x="27114" y="15320"/>
                    <a:pt x="27144" y="15350"/>
                  </a:cubicBezTo>
                  <a:lnTo>
                    <a:pt x="27174" y="15411"/>
                  </a:lnTo>
                  <a:cubicBezTo>
                    <a:pt x="27209" y="15434"/>
                    <a:pt x="27200" y="15444"/>
                    <a:pt x="27173" y="15444"/>
                  </a:cubicBezTo>
                  <a:cubicBezTo>
                    <a:pt x="27130" y="15444"/>
                    <a:pt x="27041" y="15418"/>
                    <a:pt x="27022" y="15380"/>
                  </a:cubicBezTo>
                  <a:cubicBezTo>
                    <a:pt x="27007" y="15350"/>
                    <a:pt x="26984" y="15335"/>
                    <a:pt x="26962" y="15335"/>
                  </a:cubicBezTo>
                  <a:cubicBezTo>
                    <a:pt x="26939" y="15335"/>
                    <a:pt x="26916" y="15350"/>
                    <a:pt x="26901" y="15380"/>
                  </a:cubicBezTo>
                  <a:cubicBezTo>
                    <a:pt x="26840" y="15472"/>
                    <a:pt x="26779" y="15563"/>
                    <a:pt x="26719" y="15624"/>
                  </a:cubicBezTo>
                  <a:lnTo>
                    <a:pt x="26688" y="15624"/>
                  </a:lnTo>
                  <a:cubicBezTo>
                    <a:pt x="26627" y="15593"/>
                    <a:pt x="26627" y="15563"/>
                    <a:pt x="26627" y="15532"/>
                  </a:cubicBezTo>
                  <a:lnTo>
                    <a:pt x="26627" y="15472"/>
                  </a:lnTo>
                  <a:cubicBezTo>
                    <a:pt x="26688" y="15380"/>
                    <a:pt x="26719" y="15289"/>
                    <a:pt x="26719" y="15198"/>
                  </a:cubicBezTo>
                  <a:lnTo>
                    <a:pt x="26840" y="15137"/>
                  </a:lnTo>
                  <a:close/>
                  <a:moveTo>
                    <a:pt x="28907" y="14955"/>
                  </a:moveTo>
                  <a:cubicBezTo>
                    <a:pt x="28968" y="14955"/>
                    <a:pt x="29059" y="14985"/>
                    <a:pt x="29059" y="14985"/>
                  </a:cubicBezTo>
                  <a:cubicBezTo>
                    <a:pt x="29076" y="15088"/>
                    <a:pt x="29103" y="15123"/>
                    <a:pt x="29151" y="15123"/>
                  </a:cubicBezTo>
                  <a:cubicBezTo>
                    <a:pt x="29187" y="15123"/>
                    <a:pt x="29236" y="15103"/>
                    <a:pt x="29302" y="15076"/>
                  </a:cubicBezTo>
                  <a:lnTo>
                    <a:pt x="29333" y="15046"/>
                  </a:lnTo>
                  <a:cubicBezTo>
                    <a:pt x="29393" y="15046"/>
                    <a:pt x="29454" y="15107"/>
                    <a:pt x="29454" y="15137"/>
                  </a:cubicBezTo>
                  <a:cubicBezTo>
                    <a:pt x="29454" y="15198"/>
                    <a:pt x="29424" y="15259"/>
                    <a:pt x="29424" y="15320"/>
                  </a:cubicBezTo>
                  <a:lnTo>
                    <a:pt x="29606" y="15289"/>
                  </a:lnTo>
                  <a:cubicBezTo>
                    <a:pt x="29667" y="15289"/>
                    <a:pt x="29728" y="15289"/>
                    <a:pt x="29788" y="15320"/>
                  </a:cubicBezTo>
                  <a:lnTo>
                    <a:pt x="29849" y="15380"/>
                  </a:lnTo>
                  <a:cubicBezTo>
                    <a:pt x="29849" y="15441"/>
                    <a:pt x="29880" y="15532"/>
                    <a:pt x="29880" y="15624"/>
                  </a:cubicBezTo>
                  <a:cubicBezTo>
                    <a:pt x="29849" y="15654"/>
                    <a:pt x="29788" y="15654"/>
                    <a:pt x="29697" y="15654"/>
                  </a:cubicBezTo>
                  <a:lnTo>
                    <a:pt x="29667" y="15563"/>
                  </a:lnTo>
                  <a:cubicBezTo>
                    <a:pt x="29637" y="15532"/>
                    <a:pt x="29606" y="15502"/>
                    <a:pt x="29576" y="15472"/>
                  </a:cubicBezTo>
                  <a:lnTo>
                    <a:pt x="29515" y="15472"/>
                  </a:lnTo>
                  <a:cubicBezTo>
                    <a:pt x="29454" y="15472"/>
                    <a:pt x="29393" y="15532"/>
                    <a:pt x="29393" y="15593"/>
                  </a:cubicBezTo>
                  <a:lnTo>
                    <a:pt x="29454" y="15624"/>
                  </a:lnTo>
                  <a:lnTo>
                    <a:pt x="29454" y="15654"/>
                  </a:lnTo>
                  <a:cubicBezTo>
                    <a:pt x="29515" y="15654"/>
                    <a:pt x="29576" y="15715"/>
                    <a:pt x="29545" y="15775"/>
                  </a:cubicBezTo>
                  <a:lnTo>
                    <a:pt x="29393" y="15775"/>
                  </a:lnTo>
                  <a:cubicBezTo>
                    <a:pt x="29378" y="15779"/>
                    <a:pt x="29362" y="15780"/>
                    <a:pt x="29346" y="15780"/>
                  </a:cubicBezTo>
                  <a:cubicBezTo>
                    <a:pt x="29212" y="15780"/>
                    <a:pt x="29089" y="15665"/>
                    <a:pt x="29089" y="15502"/>
                  </a:cubicBezTo>
                  <a:cubicBezTo>
                    <a:pt x="29089" y="15380"/>
                    <a:pt x="28846" y="15016"/>
                    <a:pt x="28907" y="14955"/>
                  </a:cubicBezTo>
                  <a:close/>
                  <a:moveTo>
                    <a:pt x="19399" y="15615"/>
                  </a:moveTo>
                  <a:cubicBezTo>
                    <a:pt x="19415" y="15615"/>
                    <a:pt x="19460" y="15660"/>
                    <a:pt x="19484" y="15684"/>
                  </a:cubicBezTo>
                  <a:lnTo>
                    <a:pt x="19545" y="15745"/>
                  </a:lnTo>
                  <a:cubicBezTo>
                    <a:pt x="19636" y="15867"/>
                    <a:pt x="19667" y="15958"/>
                    <a:pt x="19667" y="15988"/>
                  </a:cubicBezTo>
                  <a:cubicBezTo>
                    <a:pt x="19636" y="15988"/>
                    <a:pt x="19393" y="15867"/>
                    <a:pt x="19272" y="15867"/>
                  </a:cubicBezTo>
                  <a:lnTo>
                    <a:pt x="19332" y="15867"/>
                  </a:lnTo>
                  <a:lnTo>
                    <a:pt x="19302" y="15715"/>
                  </a:lnTo>
                  <a:cubicBezTo>
                    <a:pt x="19272" y="15684"/>
                    <a:pt x="19363" y="15624"/>
                    <a:pt x="19393" y="15624"/>
                  </a:cubicBezTo>
                  <a:cubicBezTo>
                    <a:pt x="19393" y="15618"/>
                    <a:pt x="19395" y="15615"/>
                    <a:pt x="19399" y="15615"/>
                  </a:cubicBezTo>
                  <a:close/>
                  <a:moveTo>
                    <a:pt x="18329" y="15563"/>
                  </a:moveTo>
                  <a:lnTo>
                    <a:pt x="18360" y="15593"/>
                  </a:lnTo>
                  <a:lnTo>
                    <a:pt x="18512" y="15684"/>
                  </a:lnTo>
                  <a:cubicBezTo>
                    <a:pt x="18420" y="15745"/>
                    <a:pt x="18481" y="15897"/>
                    <a:pt x="18633" y="15958"/>
                  </a:cubicBezTo>
                  <a:lnTo>
                    <a:pt x="18755" y="15988"/>
                  </a:lnTo>
                  <a:lnTo>
                    <a:pt x="18755" y="16079"/>
                  </a:lnTo>
                  <a:cubicBezTo>
                    <a:pt x="18755" y="16110"/>
                    <a:pt x="18724" y="16110"/>
                    <a:pt x="18694" y="16110"/>
                  </a:cubicBezTo>
                  <a:lnTo>
                    <a:pt x="18512" y="16140"/>
                  </a:lnTo>
                  <a:cubicBezTo>
                    <a:pt x="18481" y="16155"/>
                    <a:pt x="18451" y="16163"/>
                    <a:pt x="18420" y="16163"/>
                  </a:cubicBezTo>
                  <a:cubicBezTo>
                    <a:pt x="18390" y="16163"/>
                    <a:pt x="18360" y="16155"/>
                    <a:pt x="18329" y="16140"/>
                  </a:cubicBezTo>
                  <a:cubicBezTo>
                    <a:pt x="18284" y="16125"/>
                    <a:pt x="18231" y="16117"/>
                    <a:pt x="18174" y="16117"/>
                  </a:cubicBezTo>
                  <a:cubicBezTo>
                    <a:pt x="18117" y="16117"/>
                    <a:pt x="18056" y="16125"/>
                    <a:pt x="17995" y="16140"/>
                  </a:cubicBezTo>
                  <a:cubicBezTo>
                    <a:pt x="17987" y="16157"/>
                    <a:pt x="17979" y="16164"/>
                    <a:pt x="17972" y="16164"/>
                  </a:cubicBezTo>
                  <a:cubicBezTo>
                    <a:pt x="17955" y="16164"/>
                    <a:pt x="17950" y="16108"/>
                    <a:pt x="17995" y="16019"/>
                  </a:cubicBezTo>
                  <a:lnTo>
                    <a:pt x="18056" y="16019"/>
                  </a:lnTo>
                  <a:lnTo>
                    <a:pt x="18269" y="15927"/>
                  </a:lnTo>
                  <a:cubicBezTo>
                    <a:pt x="18208" y="15836"/>
                    <a:pt x="18177" y="15715"/>
                    <a:pt x="18177" y="15593"/>
                  </a:cubicBezTo>
                  <a:cubicBezTo>
                    <a:pt x="18177" y="15563"/>
                    <a:pt x="18269" y="15563"/>
                    <a:pt x="18329" y="15563"/>
                  </a:cubicBezTo>
                  <a:close/>
                  <a:moveTo>
                    <a:pt x="12574" y="16093"/>
                  </a:moveTo>
                  <a:cubicBezTo>
                    <a:pt x="12616" y="16093"/>
                    <a:pt x="12651" y="16098"/>
                    <a:pt x="12676" y="16110"/>
                  </a:cubicBezTo>
                  <a:cubicBezTo>
                    <a:pt x="12767" y="16140"/>
                    <a:pt x="12615" y="16231"/>
                    <a:pt x="12372" y="16262"/>
                  </a:cubicBezTo>
                  <a:lnTo>
                    <a:pt x="12159" y="16292"/>
                  </a:lnTo>
                  <a:lnTo>
                    <a:pt x="12129" y="16292"/>
                  </a:lnTo>
                  <a:cubicBezTo>
                    <a:pt x="12095" y="16342"/>
                    <a:pt x="12052" y="16365"/>
                    <a:pt x="12016" y="16365"/>
                  </a:cubicBezTo>
                  <a:cubicBezTo>
                    <a:pt x="11986" y="16365"/>
                    <a:pt x="11960" y="16350"/>
                    <a:pt x="11946" y="16323"/>
                  </a:cubicBezTo>
                  <a:lnTo>
                    <a:pt x="11885" y="16262"/>
                  </a:lnTo>
                  <a:lnTo>
                    <a:pt x="11855" y="16231"/>
                  </a:lnTo>
                  <a:cubicBezTo>
                    <a:pt x="11825" y="16171"/>
                    <a:pt x="11916" y="16171"/>
                    <a:pt x="12037" y="16171"/>
                  </a:cubicBezTo>
                  <a:cubicBezTo>
                    <a:pt x="12135" y="16171"/>
                    <a:pt x="12407" y="16093"/>
                    <a:pt x="12574" y="16093"/>
                  </a:cubicBezTo>
                  <a:close/>
                  <a:moveTo>
                    <a:pt x="11429" y="16019"/>
                  </a:moveTo>
                  <a:lnTo>
                    <a:pt x="11278" y="16171"/>
                  </a:lnTo>
                  <a:cubicBezTo>
                    <a:pt x="11247" y="16201"/>
                    <a:pt x="11247" y="16292"/>
                    <a:pt x="11247" y="16353"/>
                  </a:cubicBezTo>
                  <a:lnTo>
                    <a:pt x="11247" y="16414"/>
                  </a:lnTo>
                  <a:cubicBezTo>
                    <a:pt x="11247" y="16449"/>
                    <a:pt x="11122" y="16464"/>
                    <a:pt x="10994" y="16464"/>
                  </a:cubicBezTo>
                  <a:cubicBezTo>
                    <a:pt x="10903" y="16464"/>
                    <a:pt x="10811" y="16457"/>
                    <a:pt x="10761" y="16444"/>
                  </a:cubicBezTo>
                  <a:cubicBezTo>
                    <a:pt x="10686" y="16407"/>
                    <a:pt x="10634" y="16381"/>
                    <a:pt x="10619" y="16381"/>
                  </a:cubicBezTo>
                  <a:cubicBezTo>
                    <a:pt x="10610" y="16381"/>
                    <a:pt x="10616" y="16391"/>
                    <a:pt x="10639" y="16414"/>
                  </a:cubicBezTo>
                  <a:lnTo>
                    <a:pt x="10700" y="16444"/>
                  </a:lnTo>
                  <a:lnTo>
                    <a:pt x="10730" y="16475"/>
                  </a:lnTo>
                  <a:cubicBezTo>
                    <a:pt x="10822" y="16475"/>
                    <a:pt x="10730" y="16566"/>
                    <a:pt x="10487" y="16627"/>
                  </a:cubicBezTo>
                  <a:lnTo>
                    <a:pt x="10305" y="16687"/>
                  </a:lnTo>
                  <a:lnTo>
                    <a:pt x="10244" y="16687"/>
                  </a:lnTo>
                  <a:cubicBezTo>
                    <a:pt x="10183" y="16687"/>
                    <a:pt x="9910" y="16657"/>
                    <a:pt x="9636" y="16657"/>
                  </a:cubicBezTo>
                  <a:lnTo>
                    <a:pt x="9423" y="16657"/>
                  </a:lnTo>
                  <a:cubicBezTo>
                    <a:pt x="9302" y="16657"/>
                    <a:pt x="9332" y="16657"/>
                    <a:pt x="9302" y="16718"/>
                  </a:cubicBezTo>
                  <a:cubicBezTo>
                    <a:pt x="9271" y="16748"/>
                    <a:pt x="9211" y="16779"/>
                    <a:pt x="9180" y="16779"/>
                  </a:cubicBezTo>
                  <a:lnTo>
                    <a:pt x="8998" y="16748"/>
                  </a:lnTo>
                  <a:cubicBezTo>
                    <a:pt x="8901" y="16690"/>
                    <a:pt x="8793" y="16669"/>
                    <a:pt x="8711" y="16669"/>
                  </a:cubicBezTo>
                  <a:cubicBezTo>
                    <a:pt x="8663" y="16669"/>
                    <a:pt x="8625" y="16676"/>
                    <a:pt x="8603" y="16687"/>
                  </a:cubicBezTo>
                  <a:cubicBezTo>
                    <a:pt x="8572" y="16718"/>
                    <a:pt x="8519" y="16733"/>
                    <a:pt x="8470" y="16733"/>
                  </a:cubicBezTo>
                  <a:cubicBezTo>
                    <a:pt x="8420" y="16733"/>
                    <a:pt x="8375" y="16718"/>
                    <a:pt x="8360" y="16687"/>
                  </a:cubicBezTo>
                  <a:cubicBezTo>
                    <a:pt x="8329" y="16627"/>
                    <a:pt x="8268" y="16444"/>
                    <a:pt x="8360" y="16444"/>
                  </a:cubicBezTo>
                  <a:cubicBezTo>
                    <a:pt x="8420" y="16444"/>
                    <a:pt x="8481" y="16414"/>
                    <a:pt x="8512" y="16353"/>
                  </a:cubicBezTo>
                  <a:cubicBezTo>
                    <a:pt x="8512" y="16323"/>
                    <a:pt x="8572" y="16323"/>
                    <a:pt x="8663" y="16323"/>
                  </a:cubicBezTo>
                  <a:lnTo>
                    <a:pt x="8694" y="16353"/>
                  </a:lnTo>
                  <a:cubicBezTo>
                    <a:pt x="8755" y="16383"/>
                    <a:pt x="8846" y="16444"/>
                    <a:pt x="8907" y="16505"/>
                  </a:cubicBezTo>
                  <a:cubicBezTo>
                    <a:pt x="8952" y="16566"/>
                    <a:pt x="8967" y="16596"/>
                    <a:pt x="8986" y="16596"/>
                  </a:cubicBezTo>
                  <a:cubicBezTo>
                    <a:pt x="9005" y="16596"/>
                    <a:pt x="9028" y="16566"/>
                    <a:pt x="9089" y="16505"/>
                  </a:cubicBezTo>
                  <a:lnTo>
                    <a:pt x="9180" y="16444"/>
                  </a:lnTo>
                  <a:cubicBezTo>
                    <a:pt x="9264" y="16388"/>
                    <a:pt x="9530" y="16228"/>
                    <a:pt x="9666" y="16228"/>
                  </a:cubicBezTo>
                  <a:cubicBezTo>
                    <a:pt x="9677" y="16228"/>
                    <a:pt x="9688" y="16229"/>
                    <a:pt x="9697" y="16231"/>
                  </a:cubicBezTo>
                  <a:cubicBezTo>
                    <a:pt x="9819" y="16292"/>
                    <a:pt x="9970" y="16353"/>
                    <a:pt x="10092" y="16353"/>
                  </a:cubicBezTo>
                  <a:cubicBezTo>
                    <a:pt x="10214" y="16323"/>
                    <a:pt x="10305" y="16292"/>
                    <a:pt x="10426" y="16292"/>
                  </a:cubicBezTo>
                  <a:cubicBezTo>
                    <a:pt x="10487" y="16292"/>
                    <a:pt x="10548" y="16201"/>
                    <a:pt x="10578" y="16110"/>
                  </a:cubicBezTo>
                  <a:lnTo>
                    <a:pt x="10700" y="16140"/>
                  </a:lnTo>
                  <a:lnTo>
                    <a:pt x="11034" y="16231"/>
                  </a:lnTo>
                  <a:cubicBezTo>
                    <a:pt x="11095" y="16079"/>
                    <a:pt x="11278" y="16019"/>
                    <a:pt x="11429" y="16019"/>
                  </a:cubicBezTo>
                  <a:close/>
                  <a:moveTo>
                    <a:pt x="16566" y="16505"/>
                  </a:moveTo>
                  <a:cubicBezTo>
                    <a:pt x="16658" y="16535"/>
                    <a:pt x="16658" y="16596"/>
                    <a:pt x="16536" y="16657"/>
                  </a:cubicBezTo>
                  <a:lnTo>
                    <a:pt x="16506" y="16657"/>
                  </a:lnTo>
                  <a:cubicBezTo>
                    <a:pt x="16481" y="16649"/>
                    <a:pt x="16457" y="16645"/>
                    <a:pt x="16432" y="16645"/>
                  </a:cubicBezTo>
                  <a:cubicBezTo>
                    <a:pt x="16366" y="16645"/>
                    <a:pt x="16299" y="16673"/>
                    <a:pt x="16232" y="16718"/>
                  </a:cubicBezTo>
                  <a:lnTo>
                    <a:pt x="16110" y="16839"/>
                  </a:lnTo>
                  <a:cubicBezTo>
                    <a:pt x="16050" y="16718"/>
                    <a:pt x="16019" y="16627"/>
                    <a:pt x="16050" y="16627"/>
                  </a:cubicBezTo>
                  <a:cubicBezTo>
                    <a:pt x="16202" y="16566"/>
                    <a:pt x="16384" y="16535"/>
                    <a:pt x="16566" y="16505"/>
                  </a:cubicBezTo>
                  <a:close/>
                  <a:moveTo>
                    <a:pt x="13284" y="16475"/>
                  </a:moveTo>
                  <a:lnTo>
                    <a:pt x="13344" y="16566"/>
                  </a:lnTo>
                  <a:cubicBezTo>
                    <a:pt x="13375" y="16687"/>
                    <a:pt x="13253" y="16809"/>
                    <a:pt x="13071" y="16839"/>
                  </a:cubicBezTo>
                  <a:lnTo>
                    <a:pt x="12919" y="16870"/>
                  </a:lnTo>
                  <a:cubicBezTo>
                    <a:pt x="12888" y="16870"/>
                    <a:pt x="12858" y="16839"/>
                    <a:pt x="12828" y="16809"/>
                  </a:cubicBezTo>
                  <a:cubicBezTo>
                    <a:pt x="12828" y="16779"/>
                    <a:pt x="12858" y="16718"/>
                    <a:pt x="12888" y="16718"/>
                  </a:cubicBezTo>
                  <a:cubicBezTo>
                    <a:pt x="12980" y="16687"/>
                    <a:pt x="13101" y="16657"/>
                    <a:pt x="13162" y="16657"/>
                  </a:cubicBezTo>
                  <a:cubicBezTo>
                    <a:pt x="13192" y="16627"/>
                    <a:pt x="13223" y="16566"/>
                    <a:pt x="13162" y="16535"/>
                  </a:cubicBezTo>
                  <a:cubicBezTo>
                    <a:pt x="13162" y="16505"/>
                    <a:pt x="13223" y="16475"/>
                    <a:pt x="13284" y="16475"/>
                  </a:cubicBezTo>
                  <a:close/>
                  <a:moveTo>
                    <a:pt x="13832" y="16480"/>
                  </a:moveTo>
                  <a:cubicBezTo>
                    <a:pt x="13881" y="16480"/>
                    <a:pt x="13932" y="16497"/>
                    <a:pt x="13983" y="16535"/>
                  </a:cubicBezTo>
                  <a:cubicBezTo>
                    <a:pt x="14044" y="16596"/>
                    <a:pt x="14104" y="16657"/>
                    <a:pt x="14135" y="16748"/>
                  </a:cubicBezTo>
                  <a:lnTo>
                    <a:pt x="14135" y="16809"/>
                  </a:lnTo>
                  <a:cubicBezTo>
                    <a:pt x="14135" y="16839"/>
                    <a:pt x="14044" y="16870"/>
                    <a:pt x="14013" y="16870"/>
                  </a:cubicBezTo>
                  <a:cubicBezTo>
                    <a:pt x="13861" y="16870"/>
                    <a:pt x="13831" y="16809"/>
                    <a:pt x="13831" y="16718"/>
                  </a:cubicBezTo>
                  <a:cubicBezTo>
                    <a:pt x="13800" y="16718"/>
                    <a:pt x="13740" y="16718"/>
                    <a:pt x="13709" y="16748"/>
                  </a:cubicBezTo>
                  <a:cubicBezTo>
                    <a:pt x="13705" y="16752"/>
                    <a:pt x="13700" y="16754"/>
                    <a:pt x="13693" y="16754"/>
                  </a:cubicBezTo>
                  <a:cubicBezTo>
                    <a:pt x="13650" y="16754"/>
                    <a:pt x="13569" y="16671"/>
                    <a:pt x="13648" y="16566"/>
                  </a:cubicBezTo>
                  <a:cubicBezTo>
                    <a:pt x="13701" y="16513"/>
                    <a:pt x="13765" y="16480"/>
                    <a:pt x="13832" y="16480"/>
                  </a:cubicBezTo>
                  <a:close/>
                  <a:moveTo>
                    <a:pt x="8025" y="16475"/>
                  </a:moveTo>
                  <a:cubicBezTo>
                    <a:pt x="8086" y="16475"/>
                    <a:pt x="8147" y="16535"/>
                    <a:pt x="8177" y="16596"/>
                  </a:cubicBezTo>
                  <a:lnTo>
                    <a:pt x="8147" y="16596"/>
                  </a:lnTo>
                  <a:cubicBezTo>
                    <a:pt x="7995" y="16657"/>
                    <a:pt x="8025" y="16900"/>
                    <a:pt x="7782" y="16900"/>
                  </a:cubicBezTo>
                  <a:cubicBezTo>
                    <a:pt x="7773" y="16909"/>
                    <a:pt x="7759" y="16913"/>
                    <a:pt x="7742" y="16913"/>
                  </a:cubicBezTo>
                  <a:cubicBezTo>
                    <a:pt x="7701" y="16913"/>
                    <a:pt x="7643" y="16891"/>
                    <a:pt x="7600" y="16870"/>
                  </a:cubicBezTo>
                  <a:lnTo>
                    <a:pt x="7569" y="16809"/>
                  </a:lnTo>
                  <a:cubicBezTo>
                    <a:pt x="7539" y="16779"/>
                    <a:pt x="7630" y="16718"/>
                    <a:pt x="7630" y="16718"/>
                  </a:cubicBezTo>
                  <a:cubicBezTo>
                    <a:pt x="7656" y="16725"/>
                    <a:pt x="7679" y="16729"/>
                    <a:pt x="7699" y="16729"/>
                  </a:cubicBezTo>
                  <a:cubicBezTo>
                    <a:pt x="7845" y="16729"/>
                    <a:pt x="7858" y="16558"/>
                    <a:pt x="7964" y="16505"/>
                  </a:cubicBezTo>
                  <a:lnTo>
                    <a:pt x="8025" y="16475"/>
                  </a:lnTo>
                  <a:close/>
                  <a:moveTo>
                    <a:pt x="15872" y="16515"/>
                  </a:moveTo>
                  <a:cubicBezTo>
                    <a:pt x="15907" y="16515"/>
                    <a:pt x="15928" y="16530"/>
                    <a:pt x="15928" y="16566"/>
                  </a:cubicBezTo>
                  <a:lnTo>
                    <a:pt x="15898" y="16566"/>
                  </a:lnTo>
                  <a:cubicBezTo>
                    <a:pt x="15746" y="16627"/>
                    <a:pt x="15654" y="16748"/>
                    <a:pt x="15563" y="16870"/>
                  </a:cubicBezTo>
                  <a:lnTo>
                    <a:pt x="15563" y="16931"/>
                  </a:lnTo>
                  <a:cubicBezTo>
                    <a:pt x="15542" y="16938"/>
                    <a:pt x="15520" y="16941"/>
                    <a:pt x="15500" y="16941"/>
                  </a:cubicBezTo>
                  <a:cubicBezTo>
                    <a:pt x="15434" y="16941"/>
                    <a:pt x="15381" y="16902"/>
                    <a:pt x="15381" y="16809"/>
                  </a:cubicBezTo>
                  <a:cubicBezTo>
                    <a:pt x="15381" y="16724"/>
                    <a:pt x="15461" y="16532"/>
                    <a:pt x="15570" y="16532"/>
                  </a:cubicBezTo>
                  <a:cubicBezTo>
                    <a:pt x="15578" y="16532"/>
                    <a:pt x="15586" y="16533"/>
                    <a:pt x="15594" y="16535"/>
                  </a:cubicBezTo>
                  <a:lnTo>
                    <a:pt x="15776" y="16535"/>
                  </a:lnTo>
                  <a:cubicBezTo>
                    <a:pt x="15814" y="16523"/>
                    <a:pt x="15846" y="16515"/>
                    <a:pt x="15872" y="16515"/>
                  </a:cubicBezTo>
                  <a:close/>
                  <a:moveTo>
                    <a:pt x="12300" y="16615"/>
                  </a:moveTo>
                  <a:cubicBezTo>
                    <a:pt x="12353" y="16615"/>
                    <a:pt x="12410" y="16649"/>
                    <a:pt x="12433" y="16718"/>
                  </a:cubicBezTo>
                  <a:cubicBezTo>
                    <a:pt x="12460" y="16772"/>
                    <a:pt x="12246" y="17067"/>
                    <a:pt x="12177" y="17067"/>
                  </a:cubicBezTo>
                  <a:cubicBezTo>
                    <a:pt x="12169" y="17067"/>
                    <a:pt x="12162" y="17062"/>
                    <a:pt x="12159" y="17052"/>
                  </a:cubicBezTo>
                  <a:cubicBezTo>
                    <a:pt x="12129" y="16900"/>
                    <a:pt x="12159" y="16748"/>
                    <a:pt x="12250" y="16627"/>
                  </a:cubicBezTo>
                  <a:cubicBezTo>
                    <a:pt x="12265" y="16619"/>
                    <a:pt x="12282" y="16615"/>
                    <a:pt x="12300" y="16615"/>
                  </a:cubicBezTo>
                  <a:close/>
                  <a:moveTo>
                    <a:pt x="3901" y="16918"/>
                  </a:moveTo>
                  <a:cubicBezTo>
                    <a:pt x="3922" y="16918"/>
                    <a:pt x="3939" y="16922"/>
                    <a:pt x="3952" y="16931"/>
                  </a:cubicBezTo>
                  <a:cubicBezTo>
                    <a:pt x="4043" y="16961"/>
                    <a:pt x="4043" y="17022"/>
                    <a:pt x="3952" y="17022"/>
                  </a:cubicBezTo>
                  <a:lnTo>
                    <a:pt x="3891" y="17052"/>
                  </a:lnTo>
                  <a:cubicBezTo>
                    <a:pt x="3739" y="17052"/>
                    <a:pt x="3770" y="17083"/>
                    <a:pt x="3831" y="17174"/>
                  </a:cubicBezTo>
                  <a:cubicBezTo>
                    <a:pt x="3861" y="17174"/>
                    <a:pt x="3739" y="17295"/>
                    <a:pt x="3709" y="17295"/>
                  </a:cubicBezTo>
                  <a:cubicBezTo>
                    <a:pt x="3557" y="17265"/>
                    <a:pt x="3405" y="17234"/>
                    <a:pt x="3253" y="17174"/>
                  </a:cubicBezTo>
                  <a:cubicBezTo>
                    <a:pt x="3253" y="17174"/>
                    <a:pt x="3253" y="17143"/>
                    <a:pt x="3253" y="17113"/>
                  </a:cubicBezTo>
                  <a:cubicBezTo>
                    <a:pt x="3283" y="17083"/>
                    <a:pt x="3344" y="17052"/>
                    <a:pt x="3375" y="17052"/>
                  </a:cubicBezTo>
                  <a:lnTo>
                    <a:pt x="3466" y="17052"/>
                  </a:lnTo>
                  <a:cubicBezTo>
                    <a:pt x="3544" y="17052"/>
                    <a:pt x="3778" y="16918"/>
                    <a:pt x="3901" y="16918"/>
                  </a:cubicBezTo>
                  <a:close/>
                  <a:moveTo>
                    <a:pt x="6203" y="16584"/>
                  </a:moveTo>
                  <a:cubicBezTo>
                    <a:pt x="6213" y="16584"/>
                    <a:pt x="6224" y="16588"/>
                    <a:pt x="6232" y="16596"/>
                  </a:cubicBezTo>
                  <a:lnTo>
                    <a:pt x="6293" y="16627"/>
                  </a:lnTo>
                  <a:lnTo>
                    <a:pt x="6323" y="16657"/>
                  </a:lnTo>
                  <a:cubicBezTo>
                    <a:pt x="6384" y="16718"/>
                    <a:pt x="6262" y="16809"/>
                    <a:pt x="6201" y="16809"/>
                  </a:cubicBezTo>
                  <a:cubicBezTo>
                    <a:pt x="6141" y="16809"/>
                    <a:pt x="5867" y="16961"/>
                    <a:pt x="5897" y="17052"/>
                  </a:cubicBezTo>
                  <a:cubicBezTo>
                    <a:pt x="5906" y="17069"/>
                    <a:pt x="5912" y="17086"/>
                    <a:pt x="5916" y="17100"/>
                  </a:cubicBezTo>
                  <a:lnTo>
                    <a:pt x="5916" y="17100"/>
                  </a:lnTo>
                  <a:cubicBezTo>
                    <a:pt x="5881" y="17077"/>
                    <a:pt x="5768" y="17043"/>
                    <a:pt x="5677" y="17043"/>
                  </a:cubicBezTo>
                  <a:cubicBezTo>
                    <a:pt x="5626" y="17043"/>
                    <a:pt x="5582" y="17054"/>
                    <a:pt x="5563" y="17083"/>
                  </a:cubicBezTo>
                  <a:cubicBezTo>
                    <a:pt x="5442" y="17174"/>
                    <a:pt x="5320" y="17234"/>
                    <a:pt x="5168" y="17295"/>
                  </a:cubicBezTo>
                  <a:cubicBezTo>
                    <a:pt x="5077" y="17295"/>
                    <a:pt x="4986" y="17022"/>
                    <a:pt x="4986" y="16900"/>
                  </a:cubicBezTo>
                  <a:cubicBezTo>
                    <a:pt x="4986" y="16832"/>
                    <a:pt x="5174" y="16746"/>
                    <a:pt x="5293" y="16746"/>
                  </a:cubicBezTo>
                  <a:cubicBezTo>
                    <a:pt x="5333" y="16746"/>
                    <a:pt x="5366" y="16756"/>
                    <a:pt x="5381" y="16779"/>
                  </a:cubicBezTo>
                  <a:cubicBezTo>
                    <a:pt x="5390" y="16806"/>
                    <a:pt x="5422" y="16817"/>
                    <a:pt x="5460" y="16817"/>
                  </a:cubicBezTo>
                  <a:cubicBezTo>
                    <a:pt x="5549" y="16817"/>
                    <a:pt x="5675" y="16760"/>
                    <a:pt x="5654" y="16718"/>
                  </a:cubicBezTo>
                  <a:cubicBezTo>
                    <a:pt x="5636" y="16680"/>
                    <a:pt x="5652" y="16654"/>
                    <a:pt x="5695" y="16654"/>
                  </a:cubicBezTo>
                  <a:cubicBezTo>
                    <a:pt x="5722" y="16654"/>
                    <a:pt x="5760" y="16664"/>
                    <a:pt x="5806" y="16687"/>
                  </a:cubicBezTo>
                  <a:lnTo>
                    <a:pt x="5928" y="16687"/>
                  </a:lnTo>
                  <a:cubicBezTo>
                    <a:pt x="5989" y="16687"/>
                    <a:pt x="6049" y="16687"/>
                    <a:pt x="6110" y="16657"/>
                  </a:cubicBezTo>
                  <a:lnTo>
                    <a:pt x="6141" y="16657"/>
                  </a:lnTo>
                  <a:cubicBezTo>
                    <a:pt x="6141" y="16612"/>
                    <a:pt x="6173" y="16584"/>
                    <a:pt x="6203" y="16584"/>
                  </a:cubicBezTo>
                  <a:close/>
                  <a:moveTo>
                    <a:pt x="86081" y="0"/>
                  </a:moveTo>
                  <a:lnTo>
                    <a:pt x="85473" y="122"/>
                  </a:lnTo>
                  <a:lnTo>
                    <a:pt x="85261" y="152"/>
                  </a:lnTo>
                  <a:lnTo>
                    <a:pt x="85078" y="183"/>
                  </a:lnTo>
                  <a:cubicBezTo>
                    <a:pt x="84957" y="183"/>
                    <a:pt x="84805" y="213"/>
                    <a:pt x="84683" y="274"/>
                  </a:cubicBezTo>
                  <a:cubicBezTo>
                    <a:pt x="84683" y="335"/>
                    <a:pt x="84683" y="426"/>
                    <a:pt x="84622" y="456"/>
                  </a:cubicBezTo>
                  <a:lnTo>
                    <a:pt x="84531" y="487"/>
                  </a:lnTo>
                  <a:cubicBezTo>
                    <a:pt x="84503" y="403"/>
                    <a:pt x="84400" y="270"/>
                    <a:pt x="84336" y="270"/>
                  </a:cubicBezTo>
                  <a:cubicBezTo>
                    <a:pt x="84330" y="270"/>
                    <a:pt x="84324" y="271"/>
                    <a:pt x="84318" y="274"/>
                  </a:cubicBezTo>
                  <a:cubicBezTo>
                    <a:pt x="84304" y="283"/>
                    <a:pt x="84286" y="288"/>
                    <a:pt x="84267" y="288"/>
                  </a:cubicBezTo>
                  <a:cubicBezTo>
                    <a:pt x="84163" y="288"/>
                    <a:pt x="84000" y="168"/>
                    <a:pt x="83923" y="91"/>
                  </a:cubicBezTo>
                  <a:cubicBezTo>
                    <a:pt x="83904" y="73"/>
                    <a:pt x="83883" y="65"/>
                    <a:pt x="83862" y="65"/>
                  </a:cubicBezTo>
                  <a:cubicBezTo>
                    <a:pt x="83815" y="65"/>
                    <a:pt x="83771" y="101"/>
                    <a:pt x="83771" y="122"/>
                  </a:cubicBezTo>
                  <a:cubicBezTo>
                    <a:pt x="83741" y="183"/>
                    <a:pt x="83650" y="213"/>
                    <a:pt x="83528" y="213"/>
                  </a:cubicBezTo>
                  <a:lnTo>
                    <a:pt x="83498" y="183"/>
                  </a:lnTo>
                  <a:cubicBezTo>
                    <a:pt x="83467" y="142"/>
                    <a:pt x="83440" y="129"/>
                    <a:pt x="83414" y="129"/>
                  </a:cubicBezTo>
                  <a:cubicBezTo>
                    <a:pt x="83363" y="129"/>
                    <a:pt x="83315" y="183"/>
                    <a:pt x="83255" y="183"/>
                  </a:cubicBezTo>
                  <a:cubicBezTo>
                    <a:pt x="83224" y="183"/>
                    <a:pt x="83163" y="152"/>
                    <a:pt x="83163" y="91"/>
                  </a:cubicBezTo>
                  <a:lnTo>
                    <a:pt x="83133" y="61"/>
                  </a:lnTo>
                  <a:cubicBezTo>
                    <a:pt x="83133" y="39"/>
                    <a:pt x="83129" y="29"/>
                    <a:pt x="83123" y="29"/>
                  </a:cubicBezTo>
                  <a:cubicBezTo>
                    <a:pt x="83111" y="29"/>
                    <a:pt x="83092" y="63"/>
                    <a:pt x="83072" y="122"/>
                  </a:cubicBezTo>
                  <a:lnTo>
                    <a:pt x="83011" y="152"/>
                  </a:lnTo>
                  <a:cubicBezTo>
                    <a:pt x="82951" y="243"/>
                    <a:pt x="82829" y="183"/>
                    <a:pt x="82768" y="243"/>
                  </a:cubicBezTo>
                  <a:lnTo>
                    <a:pt x="82647" y="304"/>
                  </a:lnTo>
                  <a:cubicBezTo>
                    <a:pt x="82495" y="243"/>
                    <a:pt x="82343" y="213"/>
                    <a:pt x="82191" y="213"/>
                  </a:cubicBezTo>
                  <a:cubicBezTo>
                    <a:pt x="82069" y="274"/>
                    <a:pt x="81948" y="304"/>
                    <a:pt x="81826" y="304"/>
                  </a:cubicBezTo>
                  <a:lnTo>
                    <a:pt x="81400" y="304"/>
                  </a:lnTo>
                  <a:lnTo>
                    <a:pt x="81096" y="335"/>
                  </a:lnTo>
                  <a:lnTo>
                    <a:pt x="81036" y="335"/>
                  </a:lnTo>
                  <a:lnTo>
                    <a:pt x="80489" y="456"/>
                  </a:lnTo>
                  <a:cubicBezTo>
                    <a:pt x="80468" y="466"/>
                    <a:pt x="80445" y="470"/>
                    <a:pt x="80420" y="470"/>
                  </a:cubicBezTo>
                  <a:cubicBezTo>
                    <a:pt x="80370" y="470"/>
                    <a:pt x="80316" y="456"/>
                    <a:pt x="80276" y="456"/>
                  </a:cubicBezTo>
                  <a:lnTo>
                    <a:pt x="80124" y="456"/>
                  </a:lnTo>
                  <a:cubicBezTo>
                    <a:pt x="80017" y="426"/>
                    <a:pt x="79911" y="411"/>
                    <a:pt x="79808" y="411"/>
                  </a:cubicBezTo>
                  <a:cubicBezTo>
                    <a:pt x="79706" y="411"/>
                    <a:pt x="79607" y="426"/>
                    <a:pt x="79516" y="456"/>
                  </a:cubicBezTo>
                  <a:lnTo>
                    <a:pt x="79333" y="395"/>
                  </a:lnTo>
                  <a:cubicBezTo>
                    <a:pt x="79303" y="390"/>
                    <a:pt x="79272" y="389"/>
                    <a:pt x="79240" y="389"/>
                  </a:cubicBezTo>
                  <a:cubicBezTo>
                    <a:pt x="79176" y="389"/>
                    <a:pt x="79111" y="395"/>
                    <a:pt x="79045" y="395"/>
                  </a:cubicBezTo>
                  <a:cubicBezTo>
                    <a:pt x="78946" y="395"/>
                    <a:pt x="78847" y="380"/>
                    <a:pt x="78756" y="304"/>
                  </a:cubicBezTo>
                  <a:lnTo>
                    <a:pt x="78726" y="304"/>
                  </a:lnTo>
                  <a:cubicBezTo>
                    <a:pt x="78634" y="304"/>
                    <a:pt x="78482" y="365"/>
                    <a:pt x="78361" y="395"/>
                  </a:cubicBezTo>
                  <a:lnTo>
                    <a:pt x="78239" y="395"/>
                  </a:lnTo>
                  <a:lnTo>
                    <a:pt x="78057" y="365"/>
                  </a:lnTo>
                  <a:cubicBezTo>
                    <a:pt x="78016" y="405"/>
                    <a:pt x="77952" y="419"/>
                    <a:pt x="77880" y="419"/>
                  </a:cubicBezTo>
                  <a:cubicBezTo>
                    <a:pt x="77736" y="419"/>
                    <a:pt x="77560" y="365"/>
                    <a:pt x="77479" y="365"/>
                  </a:cubicBezTo>
                  <a:cubicBezTo>
                    <a:pt x="77327" y="395"/>
                    <a:pt x="77175" y="426"/>
                    <a:pt x="77023" y="487"/>
                  </a:cubicBezTo>
                  <a:lnTo>
                    <a:pt x="76932" y="487"/>
                  </a:lnTo>
                  <a:cubicBezTo>
                    <a:pt x="76841" y="487"/>
                    <a:pt x="76750" y="426"/>
                    <a:pt x="76659" y="426"/>
                  </a:cubicBezTo>
                  <a:cubicBezTo>
                    <a:pt x="76537" y="426"/>
                    <a:pt x="76446" y="456"/>
                    <a:pt x="76355" y="487"/>
                  </a:cubicBezTo>
                  <a:lnTo>
                    <a:pt x="76112" y="547"/>
                  </a:lnTo>
                  <a:lnTo>
                    <a:pt x="75504" y="578"/>
                  </a:lnTo>
                  <a:cubicBezTo>
                    <a:pt x="75443" y="529"/>
                    <a:pt x="75377" y="514"/>
                    <a:pt x="75309" y="514"/>
                  </a:cubicBezTo>
                  <a:cubicBezTo>
                    <a:pt x="75206" y="514"/>
                    <a:pt x="75096" y="547"/>
                    <a:pt x="74987" y="547"/>
                  </a:cubicBezTo>
                  <a:lnTo>
                    <a:pt x="74805" y="547"/>
                  </a:lnTo>
                  <a:cubicBezTo>
                    <a:pt x="74778" y="553"/>
                    <a:pt x="74753" y="555"/>
                    <a:pt x="74729" y="555"/>
                  </a:cubicBezTo>
                  <a:cubicBezTo>
                    <a:pt x="74612" y="555"/>
                    <a:pt x="74515" y="496"/>
                    <a:pt x="74440" y="395"/>
                  </a:cubicBezTo>
                  <a:cubicBezTo>
                    <a:pt x="74438" y="391"/>
                    <a:pt x="74434" y="389"/>
                    <a:pt x="74428" y="389"/>
                  </a:cubicBezTo>
                  <a:cubicBezTo>
                    <a:pt x="74355" y="389"/>
                    <a:pt x="74001" y="738"/>
                    <a:pt x="73832" y="851"/>
                  </a:cubicBezTo>
                  <a:cubicBezTo>
                    <a:pt x="73753" y="910"/>
                    <a:pt x="73649" y="944"/>
                    <a:pt x="73545" y="944"/>
                  </a:cubicBezTo>
                  <a:cubicBezTo>
                    <a:pt x="73487" y="944"/>
                    <a:pt x="73430" y="934"/>
                    <a:pt x="73376" y="912"/>
                  </a:cubicBezTo>
                  <a:cubicBezTo>
                    <a:pt x="73346" y="882"/>
                    <a:pt x="73376" y="851"/>
                    <a:pt x="73467" y="851"/>
                  </a:cubicBezTo>
                  <a:lnTo>
                    <a:pt x="73498" y="821"/>
                  </a:lnTo>
                  <a:cubicBezTo>
                    <a:pt x="73498" y="790"/>
                    <a:pt x="73528" y="760"/>
                    <a:pt x="73528" y="730"/>
                  </a:cubicBezTo>
                  <a:cubicBezTo>
                    <a:pt x="73528" y="699"/>
                    <a:pt x="73437" y="669"/>
                    <a:pt x="73437" y="669"/>
                  </a:cubicBezTo>
                  <a:lnTo>
                    <a:pt x="73315" y="760"/>
                  </a:lnTo>
                  <a:cubicBezTo>
                    <a:pt x="73102" y="730"/>
                    <a:pt x="72890" y="699"/>
                    <a:pt x="72707" y="699"/>
                  </a:cubicBezTo>
                  <a:lnTo>
                    <a:pt x="72555" y="669"/>
                  </a:lnTo>
                  <a:cubicBezTo>
                    <a:pt x="72475" y="637"/>
                    <a:pt x="72412" y="596"/>
                    <a:pt x="72366" y="596"/>
                  </a:cubicBezTo>
                  <a:cubicBezTo>
                    <a:pt x="72324" y="596"/>
                    <a:pt x="72296" y="629"/>
                    <a:pt x="72282" y="730"/>
                  </a:cubicBezTo>
                  <a:lnTo>
                    <a:pt x="72130" y="730"/>
                  </a:lnTo>
                  <a:cubicBezTo>
                    <a:pt x="72106" y="698"/>
                    <a:pt x="72082" y="687"/>
                    <a:pt x="72059" y="687"/>
                  </a:cubicBezTo>
                  <a:cubicBezTo>
                    <a:pt x="72006" y="687"/>
                    <a:pt x="71957" y="742"/>
                    <a:pt x="71916" y="742"/>
                  </a:cubicBezTo>
                  <a:cubicBezTo>
                    <a:pt x="71906" y="742"/>
                    <a:pt x="71896" y="739"/>
                    <a:pt x="71887" y="730"/>
                  </a:cubicBezTo>
                  <a:cubicBezTo>
                    <a:pt x="71852" y="695"/>
                    <a:pt x="71820" y="683"/>
                    <a:pt x="71790" y="683"/>
                  </a:cubicBezTo>
                  <a:cubicBezTo>
                    <a:pt x="71715" y="683"/>
                    <a:pt x="71656" y="760"/>
                    <a:pt x="71613" y="760"/>
                  </a:cubicBezTo>
                  <a:cubicBezTo>
                    <a:pt x="71595" y="766"/>
                    <a:pt x="71577" y="769"/>
                    <a:pt x="71559" y="769"/>
                  </a:cubicBezTo>
                  <a:cubicBezTo>
                    <a:pt x="71487" y="769"/>
                    <a:pt x="71418" y="730"/>
                    <a:pt x="71370" y="730"/>
                  </a:cubicBezTo>
                  <a:lnTo>
                    <a:pt x="71279" y="730"/>
                  </a:lnTo>
                  <a:cubicBezTo>
                    <a:pt x="71232" y="753"/>
                    <a:pt x="71190" y="763"/>
                    <a:pt x="71154" y="763"/>
                  </a:cubicBezTo>
                  <a:cubicBezTo>
                    <a:pt x="71096" y="763"/>
                    <a:pt x="71054" y="737"/>
                    <a:pt x="71035" y="699"/>
                  </a:cubicBezTo>
                  <a:lnTo>
                    <a:pt x="71005" y="669"/>
                  </a:lnTo>
                  <a:cubicBezTo>
                    <a:pt x="70950" y="669"/>
                    <a:pt x="70844" y="794"/>
                    <a:pt x="70780" y="794"/>
                  </a:cubicBezTo>
                  <a:cubicBezTo>
                    <a:pt x="70773" y="794"/>
                    <a:pt x="70767" y="793"/>
                    <a:pt x="70762" y="790"/>
                  </a:cubicBezTo>
                  <a:cubicBezTo>
                    <a:pt x="70610" y="760"/>
                    <a:pt x="70488" y="730"/>
                    <a:pt x="70336" y="730"/>
                  </a:cubicBezTo>
                  <a:lnTo>
                    <a:pt x="70245" y="821"/>
                  </a:lnTo>
                  <a:cubicBezTo>
                    <a:pt x="70180" y="886"/>
                    <a:pt x="70097" y="916"/>
                    <a:pt x="70016" y="916"/>
                  </a:cubicBezTo>
                  <a:cubicBezTo>
                    <a:pt x="69946" y="916"/>
                    <a:pt x="69876" y="894"/>
                    <a:pt x="69820" y="851"/>
                  </a:cubicBezTo>
                  <a:lnTo>
                    <a:pt x="69485" y="699"/>
                  </a:lnTo>
                  <a:lnTo>
                    <a:pt x="69212" y="790"/>
                  </a:lnTo>
                  <a:lnTo>
                    <a:pt x="69151" y="882"/>
                  </a:lnTo>
                  <a:cubicBezTo>
                    <a:pt x="69060" y="790"/>
                    <a:pt x="68969" y="730"/>
                    <a:pt x="68908" y="639"/>
                  </a:cubicBezTo>
                  <a:cubicBezTo>
                    <a:pt x="68904" y="635"/>
                    <a:pt x="68899" y="633"/>
                    <a:pt x="68894" y="633"/>
                  </a:cubicBezTo>
                  <a:cubicBezTo>
                    <a:pt x="68861" y="633"/>
                    <a:pt x="68809" y="715"/>
                    <a:pt x="68756" y="821"/>
                  </a:cubicBezTo>
                  <a:lnTo>
                    <a:pt x="68634" y="760"/>
                  </a:lnTo>
                  <a:lnTo>
                    <a:pt x="68452" y="669"/>
                  </a:lnTo>
                  <a:cubicBezTo>
                    <a:pt x="68269" y="699"/>
                    <a:pt x="68087" y="699"/>
                    <a:pt x="68026" y="699"/>
                  </a:cubicBezTo>
                  <a:lnTo>
                    <a:pt x="67996" y="699"/>
                  </a:lnTo>
                  <a:cubicBezTo>
                    <a:pt x="67892" y="820"/>
                    <a:pt x="67779" y="853"/>
                    <a:pt x="67655" y="853"/>
                  </a:cubicBezTo>
                  <a:cubicBezTo>
                    <a:pt x="67562" y="853"/>
                    <a:pt x="67463" y="834"/>
                    <a:pt x="67358" y="821"/>
                  </a:cubicBezTo>
                  <a:cubicBezTo>
                    <a:pt x="67266" y="790"/>
                    <a:pt x="67114" y="790"/>
                    <a:pt x="67023" y="760"/>
                  </a:cubicBezTo>
                  <a:lnTo>
                    <a:pt x="66810" y="699"/>
                  </a:lnTo>
                  <a:cubicBezTo>
                    <a:pt x="66810" y="780"/>
                    <a:pt x="66770" y="821"/>
                    <a:pt x="66707" y="821"/>
                  </a:cubicBezTo>
                  <a:cubicBezTo>
                    <a:pt x="66675" y="821"/>
                    <a:pt x="66638" y="811"/>
                    <a:pt x="66598" y="790"/>
                  </a:cubicBezTo>
                  <a:lnTo>
                    <a:pt x="66476" y="760"/>
                  </a:lnTo>
                  <a:cubicBezTo>
                    <a:pt x="66415" y="760"/>
                    <a:pt x="66341" y="814"/>
                    <a:pt x="66262" y="814"/>
                  </a:cubicBezTo>
                  <a:cubicBezTo>
                    <a:pt x="66223" y="814"/>
                    <a:pt x="66182" y="801"/>
                    <a:pt x="66142" y="760"/>
                  </a:cubicBezTo>
                  <a:cubicBezTo>
                    <a:pt x="66020" y="821"/>
                    <a:pt x="65868" y="882"/>
                    <a:pt x="65747" y="912"/>
                  </a:cubicBezTo>
                  <a:cubicBezTo>
                    <a:pt x="65534" y="851"/>
                    <a:pt x="65351" y="821"/>
                    <a:pt x="65139" y="790"/>
                  </a:cubicBezTo>
                  <a:cubicBezTo>
                    <a:pt x="65086" y="808"/>
                    <a:pt x="64973" y="826"/>
                    <a:pt x="64880" y="826"/>
                  </a:cubicBezTo>
                  <a:cubicBezTo>
                    <a:pt x="64813" y="826"/>
                    <a:pt x="64756" y="816"/>
                    <a:pt x="64744" y="790"/>
                  </a:cubicBezTo>
                  <a:cubicBezTo>
                    <a:pt x="64728" y="775"/>
                    <a:pt x="64709" y="770"/>
                    <a:pt x="64688" y="770"/>
                  </a:cubicBezTo>
                  <a:cubicBezTo>
                    <a:pt x="64624" y="770"/>
                    <a:pt x="64538" y="821"/>
                    <a:pt x="64470" y="821"/>
                  </a:cubicBezTo>
                  <a:cubicBezTo>
                    <a:pt x="64348" y="821"/>
                    <a:pt x="64227" y="790"/>
                    <a:pt x="64105" y="730"/>
                  </a:cubicBezTo>
                  <a:lnTo>
                    <a:pt x="64014" y="790"/>
                  </a:lnTo>
                  <a:lnTo>
                    <a:pt x="63923" y="882"/>
                  </a:lnTo>
                  <a:cubicBezTo>
                    <a:pt x="63910" y="875"/>
                    <a:pt x="63890" y="873"/>
                    <a:pt x="63867" y="873"/>
                  </a:cubicBezTo>
                  <a:cubicBezTo>
                    <a:pt x="63802" y="873"/>
                    <a:pt x="63709" y="890"/>
                    <a:pt x="63645" y="890"/>
                  </a:cubicBezTo>
                  <a:cubicBezTo>
                    <a:pt x="63621" y="890"/>
                    <a:pt x="63601" y="888"/>
                    <a:pt x="63589" y="882"/>
                  </a:cubicBezTo>
                  <a:cubicBezTo>
                    <a:pt x="63561" y="826"/>
                    <a:pt x="63331" y="695"/>
                    <a:pt x="63222" y="695"/>
                  </a:cubicBezTo>
                  <a:cubicBezTo>
                    <a:pt x="63211" y="695"/>
                    <a:pt x="63202" y="697"/>
                    <a:pt x="63193" y="699"/>
                  </a:cubicBezTo>
                  <a:cubicBezTo>
                    <a:pt x="63011" y="760"/>
                    <a:pt x="62859" y="790"/>
                    <a:pt x="62677" y="821"/>
                  </a:cubicBezTo>
                  <a:cubicBezTo>
                    <a:pt x="62555" y="790"/>
                    <a:pt x="62464" y="730"/>
                    <a:pt x="62403" y="639"/>
                  </a:cubicBezTo>
                  <a:lnTo>
                    <a:pt x="62312" y="578"/>
                  </a:lnTo>
                  <a:lnTo>
                    <a:pt x="62281" y="547"/>
                  </a:lnTo>
                  <a:cubicBezTo>
                    <a:pt x="62190" y="547"/>
                    <a:pt x="62160" y="639"/>
                    <a:pt x="62160" y="699"/>
                  </a:cubicBezTo>
                  <a:cubicBezTo>
                    <a:pt x="62190" y="730"/>
                    <a:pt x="62130" y="790"/>
                    <a:pt x="62038" y="851"/>
                  </a:cubicBezTo>
                  <a:lnTo>
                    <a:pt x="61917" y="882"/>
                  </a:lnTo>
                  <a:cubicBezTo>
                    <a:pt x="61826" y="882"/>
                    <a:pt x="61734" y="821"/>
                    <a:pt x="61643" y="790"/>
                  </a:cubicBezTo>
                  <a:cubicBezTo>
                    <a:pt x="61598" y="775"/>
                    <a:pt x="61544" y="768"/>
                    <a:pt x="61487" y="768"/>
                  </a:cubicBezTo>
                  <a:cubicBezTo>
                    <a:pt x="61430" y="768"/>
                    <a:pt x="61370" y="775"/>
                    <a:pt x="61309" y="790"/>
                  </a:cubicBezTo>
                  <a:cubicBezTo>
                    <a:pt x="61235" y="852"/>
                    <a:pt x="61166" y="874"/>
                    <a:pt x="61100" y="874"/>
                  </a:cubicBezTo>
                  <a:cubicBezTo>
                    <a:pt x="61003" y="874"/>
                    <a:pt x="60913" y="827"/>
                    <a:pt x="60823" y="790"/>
                  </a:cubicBezTo>
                  <a:cubicBezTo>
                    <a:pt x="60755" y="771"/>
                    <a:pt x="60685" y="761"/>
                    <a:pt x="60614" y="761"/>
                  </a:cubicBezTo>
                  <a:cubicBezTo>
                    <a:pt x="60462" y="761"/>
                    <a:pt x="60309" y="808"/>
                    <a:pt x="60184" y="912"/>
                  </a:cubicBezTo>
                  <a:lnTo>
                    <a:pt x="60154" y="942"/>
                  </a:lnTo>
                  <a:cubicBezTo>
                    <a:pt x="60129" y="951"/>
                    <a:pt x="60105" y="954"/>
                    <a:pt x="60080" y="954"/>
                  </a:cubicBezTo>
                  <a:cubicBezTo>
                    <a:pt x="60014" y="954"/>
                    <a:pt x="59947" y="926"/>
                    <a:pt x="59880" y="882"/>
                  </a:cubicBezTo>
                  <a:lnTo>
                    <a:pt x="59850" y="821"/>
                  </a:lnTo>
                  <a:cubicBezTo>
                    <a:pt x="59814" y="785"/>
                    <a:pt x="59774" y="773"/>
                    <a:pt x="59734" y="773"/>
                  </a:cubicBezTo>
                  <a:cubicBezTo>
                    <a:pt x="59673" y="773"/>
                    <a:pt x="59613" y="802"/>
                    <a:pt x="59576" y="821"/>
                  </a:cubicBezTo>
                  <a:cubicBezTo>
                    <a:pt x="59546" y="836"/>
                    <a:pt x="59508" y="836"/>
                    <a:pt x="59474" y="836"/>
                  </a:cubicBezTo>
                  <a:cubicBezTo>
                    <a:pt x="59440" y="836"/>
                    <a:pt x="59409" y="836"/>
                    <a:pt x="59394" y="851"/>
                  </a:cubicBezTo>
                  <a:cubicBezTo>
                    <a:pt x="59339" y="895"/>
                    <a:pt x="59296" y="911"/>
                    <a:pt x="59260" y="911"/>
                  </a:cubicBezTo>
                  <a:cubicBezTo>
                    <a:pt x="59194" y="911"/>
                    <a:pt x="59148" y="860"/>
                    <a:pt x="59090" y="821"/>
                  </a:cubicBezTo>
                  <a:cubicBezTo>
                    <a:pt x="59029" y="790"/>
                    <a:pt x="58968" y="760"/>
                    <a:pt x="58938" y="730"/>
                  </a:cubicBezTo>
                  <a:cubicBezTo>
                    <a:pt x="58908" y="730"/>
                    <a:pt x="58847" y="760"/>
                    <a:pt x="58847" y="760"/>
                  </a:cubicBezTo>
                  <a:lnTo>
                    <a:pt x="58847" y="821"/>
                  </a:lnTo>
                  <a:cubicBezTo>
                    <a:pt x="58877" y="882"/>
                    <a:pt x="58847" y="882"/>
                    <a:pt x="58786" y="882"/>
                  </a:cubicBezTo>
                  <a:lnTo>
                    <a:pt x="58725" y="851"/>
                  </a:lnTo>
                  <a:cubicBezTo>
                    <a:pt x="58543" y="821"/>
                    <a:pt x="58360" y="821"/>
                    <a:pt x="58208" y="821"/>
                  </a:cubicBezTo>
                  <a:lnTo>
                    <a:pt x="58056" y="821"/>
                  </a:lnTo>
                  <a:cubicBezTo>
                    <a:pt x="57905" y="790"/>
                    <a:pt x="57753" y="760"/>
                    <a:pt x="57601" y="760"/>
                  </a:cubicBezTo>
                  <a:cubicBezTo>
                    <a:pt x="57601" y="841"/>
                    <a:pt x="57574" y="895"/>
                    <a:pt x="57510" y="895"/>
                  </a:cubicBezTo>
                  <a:cubicBezTo>
                    <a:pt x="57479" y="895"/>
                    <a:pt x="57438" y="882"/>
                    <a:pt x="57388" y="851"/>
                  </a:cubicBezTo>
                  <a:lnTo>
                    <a:pt x="57297" y="821"/>
                  </a:lnTo>
                  <a:cubicBezTo>
                    <a:pt x="57175" y="821"/>
                    <a:pt x="56780" y="851"/>
                    <a:pt x="56446" y="882"/>
                  </a:cubicBezTo>
                  <a:lnTo>
                    <a:pt x="56172" y="882"/>
                  </a:lnTo>
                  <a:cubicBezTo>
                    <a:pt x="56081" y="882"/>
                    <a:pt x="55898" y="821"/>
                    <a:pt x="55898" y="821"/>
                  </a:cubicBezTo>
                  <a:cubicBezTo>
                    <a:pt x="55845" y="874"/>
                    <a:pt x="55796" y="894"/>
                    <a:pt x="55751" y="894"/>
                  </a:cubicBezTo>
                  <a:cubicBezTo>
                    <a:pt x="55642" y="894"/>
                    <a:pt x="55550" y="782"/>
                    <a:pt x="55442" y="760"/>
                  </a:cubicBezTo>
                  <a:cubicBezTo>
                    <a:pt x="55415" y="760"/>
                    <a:pt x="55412" y="634"/>
                    <a:pt x="55344" y="634"/>
                  </a:cubicBezTo>
                  <a:cubicBezTo>
                    <a:pt x="55337" y="634"/>
                    <a:pt x="55329" y="636"/>
                    <a:pt x="55321" y="639"/>
                  </a:cubicBezTo>
                  <a:cubicBezTo>
                    <a:pt x="55108" y="699"/>
                    <a:pt x="55351" y="760"/>
                    <a:pt x="55321" y="760"/>
                  </a:cubicBezTo>
                  <a:lnTo>
                    <a:pt x="55169" y="851"/>
                  </a:lnTo>
                  <a:cubicBezTo>
                    <a:pt x="55053" y="909"/>
                    <a:pt x="54938" y="930"/>
                    <a:pt x="54869" y="930"/>
                  </a:cubicBezTo>
                  <a:cubicBezTo>
                    <a:pt x="54829" y="930"/>
                    <a:pt x="54804" y="923"/>
                    <a:pt x="54804" y="912"/>
                  </a:cubicBezTo>
                  <a:lnTo>
                    <a:pt x="54804" y="851"/>
                  </a:lnTo>
                  <a:lnTo>
                    <a:pt x="54804" y="821"/>
                  </a:lnTo>
                  <a:cubicBezTo>
                    <a:pt x="54804" y="798"/>
                    <a:pt x="54791" y="788"/>
                    <a:pt x="54768" y="788"/>
                  </a:cubicBezTo>
                  <a:cubicBezTo>
                    <a:pt x="54730" y="788"/>
                    <a:pt x="54667" y="814"/>
                    <a:pt x="54591" y="851"/>
                  </a:cubicBezTo>
                  <a:lnTo>
                    <a:pt x="54379" y="821"/>
                  </a:lnTo>
                  <a:cubicBezTo>
                    <a:pt x="54333" y="806"/>
                    <a:pt x="54295" y="798"/>
                    <a:pt x="54261" y="798"/>
                  </a:cubicBezTo>
                  <a:cubicBezTo>
                    <a:pt x="54227" y="798"/>
                    <a:pt x="54196" y="806"/>
                    <a:pt x="54166" y="821"/>
                  </a:cubicBezTo>
                  <a:lnTo>
                    <a:pt x="54044" y="821"/>
                  </a:lnTo>
                  <a:cubicBezTo>
                    <a:pt x="53862" y="821"/>
                    <a:pt x="53710" y="790"/>
                    <a:pt x="53558" y="730"/>
                  </a:cubicBezTo>
                  <a:lnTo>
                    <a:pt x="53436" y="790"/>
                  </a:lnTo>
                  <a:lnTo>
                    <a:pt x="53406" y="790"/>
                  </a:lnTo>
                  <a:cubicBezTo>
                    <a:pt x="53376" y="790"/>
                    <a:pt x="53132" y="973"/>
                    <a:pt x="53011" y="973"/>
                  </a:cubicBezTo>
                  <a:cubicBezTo>
                    <a:pt x="53004" y="975"/>
                    <a:pt x="52997" y="976"/>
                    <a:pt x="52989" y="976"/>
                  </a:cubicBezTo>
                  <a:cubicBezTo>
                    <a:pt x="52893" y="976"/>
                    <a:pt x="52735" y="814"/>
                    <a:pt x="52707" y="730"/>
                  </a:cubicBezTo>
                  <a:cubicBezTo>
                    <a:pt x="52697" y="709"/>
                    <a:pt x="52666" y="699"/>
                    <a:pt x="52621" y="699"/>
                  </a:cubicBezTo>
                  <a:cubicBezTo>
                    <a:pt x="52531" y="699"/>
                    <a:pt x="52383" y="740"/>
                    <a:pt x="52221" y="821"/>
                  </a:cubicBezTo>
                  <a:lnTo>
                    <a:pt x="52008" y="790"/>
                  </a:lnTo>
                  <a:cubicBezTo>
                    <a:pt x="51917" y="760"/>
                    <a:pt x="51825" y="730"/>
                    <a:pt x="51734" y="730"/>
                  </a:cubicBezTo>
                  <a:cubicBezTo>
                    <a:pt x="51673" y="730"/>
                    <a:pt x="51613" y="851"/>
                    <a:pt x="51552" y="851"/>
                  </a:cubicBezTo>
                  <a:lnTo>
                    <a:pt x="51369" y="851"/>
                  </a:lnTo>
                  <a:cubicBezTo>
                    <a:pt x="51319" y="901"/>
                    <a:pt x="51260" y="924"/>
                    <a:pt x="51196" y="924"/>
                  </a:cubicBezTo>
                  <a:cubicBezTo>
                    <a:pt x="51144" y="924"/>
                    <a:pt x="51090" y="909"/>
                    <a:pt x="51035" y="882"/>
                  </a:cubicBezTo>
                  <a:cubicBezTo>
                    <a:pt x="50944" y="821"/>
                    <a:pt x="50853" y="760"/>
                    <a:pt x="50731" y="760"/>
                  </a:cubicBezTo>
                  <a:lnTo>
                    <a:pt x="50458" y="760"/>
                  </a:lnTo>
                  <a:cubicBezTo>
                    <a:pt x="50366" y="760"/>
                    <a:pt x="50275" y="821"/>
                    <a:pt x="50184" y="851"/>
                  </a:cubicBezTo>
                  <a:lnTo>
                    <a:pt x="50032" y="942"/>
                  </a:lnTo>
                  <a:cubicBezTo>
                    <a:pt x="49951" y="861"/>
                    <a:pt x="49870" y="821"/>
                    <a:pt x="49825" y="821"/>
                  </a:cubicBezTo>
                  <a:cubicBezTo>
                    <a:pt x="49802" y="821"/>
                    <a:pt x="49789" y="831"/>
                    <a:pt x="49789" y="851"/>
                  </a:cubicBezTo>
                  <a:cubicBezTo>
                    <a:pt x="49785" y="856"/>
                    <a:pt x="49776" y="857"/>
                    <a:pt x="49766" y="857"/>
                  </a:cubicBezTo>
                  <a:cubicBezTo>
                    <a:pt x="49700" y="857"/>
                    <a:pt x="49533" y="790"/>
                    <a:pt x="49455" y="790"/>
                  </a:cubicBezTo>
                  <a:lnTo>
                    <a:pt x="49151" y="760"/>
                  </a:lnTo>
                  <a:lnTo>
                    <a:pt x="49151" y="730"/>
                  </a:lnTo>
                  <a:lnTo>
                    <a:pt x="49090" y="578"/>
                  </a:lnTo>
                  <a:cubicBezTo>
                    <a:pt x="48968" y="608"/>
                    <a:pt x="48877" y="669"/>
                    <a:pt x="48816" y="730"/>
                  </a:cubicBezTo>
                  <a:lnTo>
                    <a:pt x="48786" y="760"/>
                  </a:lnTo>
                  <a:cubicBezTo>
                    <a:pt x="48695" y="790"/>
                    <a:pt x="48603" y="821"/>
                    <a:pt x="48512" y="851"/>
                  </a:cubicBezTo>
                  <a:lnTo>
                    <a:pt x="48391" y="790"/>
                  </a:lnTo>
                  <a:lnTo>
                    <a:pt x="48269" y="760"/>
                  </a:lnTo>
                  <a:cubicBezTo>
                    <a:pt x="48247" y="766"/>
                    <a:pt x="48225" y="768"/>
                    <a:pt x="48205" y="768"/>
                  </a:cubicBezTo>
                  <a:cubicBezTo>
                    <a:pt x="48114" y="768"/>
                    <a:pt x="48040" y="719"/>
                    <a:pt x="47965" y="669"/>
                  </a:cubicBezTo>
                  <a:lnTo>
                    <a:pt x="47965" y="669"/>
                  </a:lnTo>
                  <a:cubicBezTo>
                    <a:pt x="47965" y="760"/>
                    <a:pt x="47965" y="821"/>
                    <a:pt x="47996" y="882"/>
                  </a:cubicBezTo>
                  <a:lnTo>
                    <a:pt x="47692" y="882"/>
                  </a:lnTo>
                  <a:cubicBezTo>
                    <a:pt x="47681" y="851"/>
                    <a:pt x="47661" y="838"/>
                    <a:pt x="47635" y="838"/>
                  </a:cubicBezTo>
                  <a:cubicBezTo>
                    <a:pt x="47583" y="838"/>
                    <a:pt x="47509" y="892"/>
                    <a:pt x="47448" y="973"/>
                  </a:cubicBezTo>
                  <a:lnTo>
                    <a:pt x="47266" y="882"/>
                  </a:lnTo>
                  <a:lnTo>
                    <a:pt x="47114" y="790"/>
                  </a:lnTo>
                  <a:cubicBezTo>
                    <a:pt x="46962" y="821"/>
                    <a:pt x="46810" y="821"/>
                    <a:pt x="46658" y="821"/>
                  </a:cubicBezTo>
                  <a:lnTo>
                    <a:pt x="46202" y="821"/>
                  </a:lnTo>
                  <a:cubicBezTo>
                    <a:pt x="46104" y="845"/>
                    <a:pt x="45966" y="890"/>
                    <a:pt x="45884" y="890"/>
                  </a:cubicBezTo>
                  <a:cubicBezTo>
                    <a:pt x="45865" y="890"/>
                    <a:pt x="45849" y="887"/>
                    <a:pt x="45837" y="882"/>
                  </a:cubicBezTo>
                  <a:cubicBezTo>
                    <a:pt x="45781" y="844"/>
                    <a:pt x="45736" y="830"/>
                    <a:pt x="45699" y="830"/>
                  </a:cubicBezTo>
                  <a:cubicBezTo>
                    <a:pt x="45617" y="830"/>
                    <a:pt x="45575" y="901"/>
                    <a:pt x="45533" y="942"/>
                  </a:cubicBezTo>
                  <a:lnTo>
                    <a:pt x="45412" y="1034"/>
                  </a:lnTo>
                  <a:cubicBezTo>
                    <a:pt x="45381" y="1125"/>
                    <a:pt x="45351" y="1216"/>
                    <a:pt x="45290" y="1307"/>
                  </a:cubicBezTo>
                  <a:cubicBezTo>
                    <a:pt x="45260" y="1307"/>
                    <a:pt x="45199" y="1277"/>
                    <a:pt x="45169" y="1246"/>
                  </a:cubicBezTo>
                  <a:lnTo>
                    <a:pt x="45169" y="1186"/>
                  </a:lnTo>
                  <a:lnTo>
                    <a:pt x="45169" y="1155"/>
                  </a:lnTo>
                  <a:cubicBezTo>
                    <a:pt x="45199" y="1125"/>
                    <a:pt x="44956" y="1003"/>
                    <a:pt x="45017" y="942"/>
                  </a:cubicBezTo>
                  <a:cubicBezTo>
                    <a:pt x="45038" y="921"/>
                    <a:pt x="45037" y="911"/>
                    <a:pt x="45015" y="911"/>
                  </a:cubicBezTo>
                  <a:cubicBezTo>
                    <a:pt x="44976" y="911"/>
                    <a:pt x="44870" y="944"/>
                    <a:pt x="44713" y="1003"/>
                  </a:cubicBezTo>
                  <a:lnTo>
                    <a:pt x="44591" y="973"/>
                  </a:lnTo>
                  <a:cubicBezTo>
                    <a:pt x="44435" y="928"/>
                    <a:pt x="44280" y="900"/>
                    <a:pt x="44124" y="900"/>
                  </a:cubicBezTo>
                  <a:cubicBezTo>
                    <a:pt x="44067" y="900"/>
                    <a:pt x="44010" y="904"/>
                    <a:pt x="43953" y="912"/>
                  </a:cubicBezTo>
                  <a:lnTo>
                    <a:pt x="43679" y="912"/>
                  </a:lnTo>
                  <a:cubicBezTo>
                    <a:pt x="43406" y="942"/>
                    <a:pt x="43041" y="1003"/>
                    <a:pt x="42889" y="1003"/>
                  </a:cubicBezTo>
                  <a:lnTo>
                    <a:pt x="42798" y="942"/>
                  </a:lnTo>
                  <a:cubicBezTo>
                    <a:pt x="42751" y="916"/>
                    <a:pt x="42713" y="905"/>
                    <a:pt x="42682" y="905"/>
                  </a:cubicBezTo>
                  <a:cubicBezTo>
                    <a:pt x="42567" y="905"/>
                    <a:pt x="42528" y="1040"/>
                    <a:pt x="42433" y="1064"/>
                  </a:cubicBezTo>
                  <a:cubicBezTo>
                    <a:pt x="42403" y="1064"/>
                    <a:pt x="42372" y="1003"/>
                    <a:pt x="42312" y="1003"/>
                  </a:cubicBezTo>
                  <a:cubicBezTo>
                    <a:pt x="42181" y="977"/>
                    <a:pt x="41983" y="906"/>
                    <a:pt x="41872" y="906"/>
                  </a:cubicBezTo>
                  <a:cubicBezTo>
                    <a:pt x="41854" y="906"/>
                    <a:pt x="41838" y="908"/>
                    <a:pt x="41825" y="912"/>
                  </a:cubicBezTo>
                  <a:cubicBezTo>
                    <a:pt x="41769" y="950"/>
                    <a:pt x="41730" y="964"/>
                    <a:pt x="41700" y="964"/>
                  </a:cubicBezTo>
                  <a:cubicBezTo>
                    <a:pt x="41634" y="964"/>
                    <a:pt x="41615" y="893"/>
                    <a:pt x="41552" y="851"/>
                  </a:cubicBezTo>
                  <a:lnTo>
                    <a:pt x="41521" y="851"/>
                  </a:lnTo>
                  <a:cubicBezTo>
                    <a:pt x="41491" y="851"/>
                    <a:pt x="41400" y="912"/>
                    <a:pt x="41369" y="942"/>
                  </a:cubicBezTo>
                  <a:cubicBezTo>
                    <a:pt x="41231" y="930"/>
                    <a:pt x="41092" y="922"/>
                    <a:pt x="40956" y="922"/>
                  </a:cubicBezTo>
                  <a:cubicBezTo>
                    <a:pt x="40763" y="922"/>
                    <a:pt x="40575" y="937"/>
                    <a:pt x="40397" y="973"/>
                  </a:cubicBezTo>
                  <a:cubicBezTo>
                    <a:pt x="40305" y="1003"/>
                    <a:pt x="40207" y="1018"/>
                    <a:pt x="40108" y="1018"/>
                  </a:cubicBezTo>
                  <a:cubicBezTo>
                    <a:pt x="40009" y="1018"/>
                    <a:pt x="39910" y="1003"/>
                    <a:pt x="39819" y="973"/>
                  </a:cubicBezTo>
                  <a:cubicBezTo>
                    <a:pt x="39810" y="964"/>
                    <a:pt x="39791" y="960"/>
                    <a:pt x="39767" y="960"/>
                  </a:cubicBezTo>
                  <a:cubicBezTo>
                    <a:pt x="39710" y="960"/>
                    <a:pt x="39628" y="982"/>
                    <a:pt x="39606" y="1003"/>
                  </a:cubicBezTo>
                  <a:cubicBezTo>
                    <a:pt x="39602" y="1007"/>
                    <a:pt x="39594" y="1009"/>
                    <a:pt x="39584" y="1009"/>
                  </a:cubicBezTo>
                  <a:cubicBezTo>
                    <a:pt x="39519" y="1009"/>
                    <a:pt x="39350" y="938"/>
                    <a:pt x="39272" y="912"/>
                  </a:cubicBezTo>
                  <a:cubicBezTo>
                    <a:pt x="39257" y="897"/>
                    <a:pt x="39217" y="891"/>
                    <a:pt x="39163" y="891"/>
                  </a:cubicBezTo>
                  <a:cubicBezTo>
                    <a:pt x="39002" y="891"/>
                    <a:pt x="38717" y="942"/>
                    <a:pt x="38603" y="942"/>
                  </a:cubicBezTo>
                  <a:lnTo>
                    <a:pt x="38269" y="942"/>
                  </a:lnTo>
                  <a:cubicBezTo>
                    <a:pt x="38212" y="977"/>
                    <a:pt x="38168" y="994"/>
                    <a:pt x="38135" y="994"/>
                  </a:cubicBezTo>
                  <a:cubicBezTo>
                    <a:pt x="38080" y="994"/>
                    <a:pt x="38056" y="946"/>
                    <a:pt x="38056" y="851"/>
                  </a:cubicBezTo>
                  <a:cubicBezTo>
                    <a:pt x="37904" y="882"/>
                    <a:pt x="37783" y="912"/>
                    <a:pt x="37661" y="973"/>
                  </a:cubicBezTo>
                  <a:lnTo>
                    <a:pt x="37509" y="973"/>
                  </a:lnTo>
                  <a:cubicBezTo>
                    <a:pt x="37357" y="973"/>
                    <a:pt x="37235" y="1034"/>
                    <a:pt x="37114" y="1125"/>
                  </a:cubicBezTo>
                  <a:cubicBezTo>
                    <a:pt x="37083" y="1094"/>
                    <a:pt x="37053" y="1064"/>
                    <a:pt x="37053" y="1034"/>
                  </a:cubicBezTo>
                  <a:cubicBezTo>
                    <a:pt x="37047" y="1028"/>
                    <a:pt x="37038" y="1025"/>
                    <a:pt x="37027" y="1025"/>
                  </a:cubicBezTo>
                  <a:cubicBezTo>
                    <a:pt x="36980" y="1025"/>
                    <a:pt x="36895" y="1070"/>
                    <a:pt x="36871" y="1094"/>
                  </a:cubicBezTo>
                  <a:cubicBezTo>
                    <a:pt x="36795" y="1110"/>
                    <a:pt x="36719" y="1117"/>
                    <a:pt x="36647" y="1117"/>
                  </a:cubicBezTo>
                  <a:cubicBezTo>
                    <a:pt x="36574" y="1117"/>
                    <a:pt x="36506" y="1110"/>
                    <a:pt x="36445" y="1094"/>
                  </a:cubicBezTo>
                  <a:cubicBezTo>
                    <a:pt x="36263" y="1003"/>
                    <a:pt x="36080" y="912"/>
                    <a:pt x="35898" y="882"/>
                  </a:cubicBezTo>
                  <a:cubicBezTo>
                    <a:pt x="35807" y="882"/>
                    <a:pt x="35716" y="912"/>
                    <a:pt x="35655" y="942"/>
                  </a:cubicBezTo>
                  <a:lnTo>
                    <a:pt x="35472" y="1094"/>
                  </a:lnTo>
                  <a:cubicBezTo>
                    <a:pt x="35442" y="1125"/>
                    <a:pt x="35412" y="1155"/>
                    <a:pt x="35381" y="1155"/>
                  </a:cubicBezTo>
                  <a:cubicBezTo>
                    <a:pt x="35303" y="1155"/>
                    <a:pt x="35225" y="1088"/>
                    <a:pt x="35147" y="1088"/>
                  </a:cubicBezTo>
                  <a:cubicBezTo>
                    <a:pt x="35134" y="1088"/>
                    <a:pt x="35121" y="1090"/>
                    <a:pt x="35108" y="1094"/>
                  </a:cubicBezTo>
                  <a:lnTo>
                    <a:pt x="35017" y="1125"/>
                  </a:lnTo>
                  <a:lnTo>
                    <a:pt x="34530" y="1125"/>
                  </a:lnTo>
                  <a:cubicBezTo>
                    <a:pt x="34469" y="1110"/>
                    <a:pt x="34409" y="1102"/>
                    <a:pt x="34348" y="1102"/>
                  </a:cubicBezTo>
                  <a:cubicBezTo>
                    <a:pt x="34287" y="1102"/>
                    <a:pt x="34226" y="1110"/>
                    <a:pt x="34165" y="1125"/>
                  </a:cubicBezTo>
                  <a:lnTo>
                    <a:pt x="34044" y="1094"/>
                  </a:lnTo>
                  <a:lnTo>
                    <a:pt x="33953" y="1064"/>
                  </a:lnTo>
                  <a:cubicBezTo>
                    <a:pt x="33770" y="1064"/>
                    <a:pt x="33588" y="1094"/>
                    <a:pt x="33406" y="1125"/>
                  </a:cubicBezTo>
                  <a:lnTo>
                    <a:pt x="33284" y="1125"/>
                  </a:lnTo>
                  <a:cubicBezTo>
                    <a:pt x="33260" y="1131"/>
                    <a:pt x="33235" y="1133"/>
                    <a:pt x="33211" y="1133"/>
                  </a:cubicBezTo>
                  <a:cubicBezTo>
                    <a:pt x="33114" y="1133"/>
                    <a:pt x="33017" y="1094"/>
                    <a:pt x="32919" y="1094"/>
                  </a:cubicBezTo>
                  <a:cubicBezTo>
                    <a:pt x="32798" y="1094"/>
                    <a:pt x="32676" y="1125"/>
                    <a:pt x="32524" y="1125"/>
                  </a:cubicBezTo>
                  <a:lnTo>
                    <a:pt x="32311" y="1125"/>
                  </a:lnTo>
                  <a:cubicBezTo>
                    <a:pt x="32197" y="1163"/>
                    <a:pt x="32088" y="1180"/>
                    <a:pt x="31979" y="1180"/>
                  </a:cubicBezTo>
                  <a:cubicBezTo>
                    <a:pt x="31829" y="1180"/>
                    <a:pt x="31680" y="1147"/>
                    <a:pt x="31521" y="1094"/>
                  </a:cubicBezTo>
                  <a:cubicBezTo>
                    <a:pt x="31488" y="1078"/>
                    <a:pt x="31458" y="1071"/>
                    <a:pt x="31430" y="1071"/>
                  </a:cubicBezTo>
                  <a:cubicBezTo>
                    <a:pt x="31355" y="1071"/>
                    <a:pt x="31300" y="1127"/>
                    <a:pt x="31278" y="1216"/>
                  </a:cubicBezTo>
                  <a:lnTo>
                    <a:pt x="31156" y="1125"/>
                  </a:lnTo>
                  <a:cubicBezTo>
                    <a:pt x="31105" y="1099"/>
                    <a:pt x="31064" y="1090"/>
                    <a:pt x="31030" y="1090"/>
                  </a:cubicBezTo>
                  <a:cubicBezTo>
                    <a:pt x="30983" y="1090"/>
                    <a:pt x="30948" y="1107"/>
                    <a:pt x="30913" y="1125"/>
                  </a:cubicBezTo>
                  <a:cubicBezTo>
                    <a:pt x="30883" y="1155"/>
                    <a:pt x="30860" y="1170"/>
                    <a:pt x="30833" y="1170"/>
                  </a:cubicBezTo>
                  <a:cubicBezTo>
                    <a:pt x="30807" y="1170"/>
                    <a:pt x="30776" y="1155"/>
                    <a:pt x="30731" y="1125"/>
                  </a:cubicBezTo>
                  <a:cubicBezTo>
                    <a:pt x="30704" y="1116"/>
                    <a:pt x="30677" y="1112"/>
                    <a:pt x="30651" y="1112"/>
                  </a:cubicBezTo>
                  <a:cubicBezTo>
                    <a:pt x="30586" y="1112"/>
                    <a:pt x="30522" y="1134"/>
                    <a:pt x="30457" y="1155"/>
                  </a:cubicBezTo>
                  <a:lnTo>
                    <a:pt x="30214" y="1307"/>
                  </a:lnTo>
                  <a:cubicBezTo>
                    <a:pt x="30214" y="1189"/>
                    <a:pt x="30141" y="1145"/>
                    <a:pt x="30080" y="1145"/>
                  </a:cubicBezTo>
                  <a:cubicBezTo>
                    <a:pt x="30062" y="1145"/>
                    <a:pt x="30045" y="1148"/>
                    <a:pt x="30032" y="1155"/>
                  </a:cubicBezTo>
                  <a:cubicBezTo>
                    <a:pt x="29971" y="1216"/>
                    <a:pt x="29849" y="1216"/>
                    <a:pt x="29758" y="1216"/>
                  </a:cubicBezTo>
                  <a:lnTo>
                    <a:pt x="29667" y="1216"/>
                  </a:lnTo>
                  <a:cubicBezTo>
                    <a:pt x="29637" y="1277"/>
                    <a:pt x="29606" y="1338"/>
                    <a:pt x="29606" y="1398"/>
                  </a:cubicBezTo>
                  <a:lnTo>
                    <a:pt x="29515" y="1368"/>
                  </a:lnTo>
                  <a:cubicBezTo>
                    <a:pt x="29363" y="1307"/>
                    <a:pt x="29606" y="1246"/>
                    <a:pt x="29545" y="1186"/>
                  </a:cubicBezTo>
                  <a:lnTo>
                    <a:pt x="29545" y="1155"/>
                  </a:lnTo>
                  <a:cubicBezTo>
                    <a:pt x="29515" y="1155"/>
                    <a:pt x="29424" y="1186"/>
                    <a:pt x="29363" y="1246"/>
                  </a:cubicBezTo>
                  <a:lnTo>
                    <a:pt x="29272" y="1277"/>
                  </a:lnTo>
                  <a:lnTo>
                    <a:pt x="29241" y="1277"/>
                  </a:lnTo>
                  <a:cubicBezTo>
                    <a:pt x="29211" y="1246"/>
                    <a:pt x="29181" y="1186"/>
                    <a:pt x="29241" y="1155"/>
                  </a:cubicBezTo>
                  <a:cubicBezTo>
                    <a:pt x="29272" y="1125"/>
                    <a:pt x="29120" y="1125"/>
                    <a:pt x="29059" y="1125"/>
                  </a:cubicBezTo>
                  <a:cubicBezTo>
                    <a:pt x="28998" y="1125"/>
                    <a:pt x="28816" y="1155"/>
                    <a:pt x="28603" y="1216"/>
                  </a:cubicBezTo>
                  <a:lnTo>
                    <a:pt x="28299" y="1216"/>
                  </a:lnTo>
                  <a:cubicBezTo>
                    <a:pt x="28169" y="1216"/>
                    <a:pt x="28016" y="1283"/>
                    <a:pt x="27899" y="1283"/>
                  </a:cubicBezTo>
                  <a:cubicBezTo>
                    <a:pt x="27879" y="1283"/>
                    <a:pt x="27861" y="1281"/>
                    <a:pt x="27843" y="1277"/>
                  </a:cubicBezTo>
                  <a:cubicBezTo>
                    <a:pt x="27767" y="1231"/>
                    <a:pt x="27684" y="1208"/>
                    <a:pt x="27600" y="1208"/>
                  </a:cubicBezTo>
                  <a:cubicBezTo>
                    <a:pt x="27516" y="1208"/>
                    <a:pt x="27433" y="1231"/>
                    <a:pt x="27357" y="1277"/>
                  </a:cubicBezTo>
                  <a:cubicBezTo>
                    <a:pt x="27281" y="1292"/>
                    <a:pt x="27205" y="1300"/>
                    <a:pt x="27129" y="1300"/>
                  </a:cubicBezTo>
                  <a:cubicBezTo>
                    <a:pt x="27053" y="1300"/>
                    <a:pt x="26977" y="1292"/>
                    <a:pt x="26901" y="1277"/>
                  </a:cubicBezTo>
                  <a:lnTo>
                    <a:pt x="26779" y="1186"/>
                  </a:lnTo>
                  <a:cubicBezTo>
                    <a:pt x="26597" y="1216"/>
                    <a:pt x="26475" y="1246"/>
                    <a:pt x="26323" y="1338"/>
                  </a:cubicBezTo>
                  <a:lnTo>
                    <a:pt x="26232" y="1338"/>
                  </a:lnTo>
                  <a:lnTo>
                    <a:pt x="26111" y="1368"/>
                  </a:lnTo>
                  <a:cubicBezTo>
                    <a:pt x="26070" y="1360"/>
                    <a:pt x="26027" y="1356"/>
                    <a:pt x="25983" y="1356"/>
                  </a:cubicBezTo>
                  <a:cubicBezTo>
                    <a:pt x="25863" y="1356"/>
                    <a:pt x="25736" y="1384"/>
                    <a:pt x="25624" y="1429"/>
                  </a:cubicBezTo>
                  <a:lnTo>
                    <a:pt x="25412" y="1368"/>
                  </a:lnTo>
                  <a:cubicBezTo>
                    <a:pt x="25323" y="1361"/>
                    <a:pt x="25234" y="1357"/>
                    <a:pt x="25145" y="1357"/>
                  </a:cubicBezTo>
                  <a:cubicBezTo>
                    <a:pt x="24840" y="1357"/>
                    <a:pt x="24539" y="1402"/>
                    <a:pt x="24256" y="1520"/>
                  </a:cubicBezTo>
                  <a:lnTo>
                    <a:pt x="23649" y="1520"/>
                  </a:lnTo>
                  <a:lnTo>
                    <a:pt x="23527" y="1368"/>
                  </a:lnTo>
                  <a:cubicBezTo>
                    <a:pt x="23466" y="1368"/>
                    <a:pt x="23436" y="1368"/>
                    <a:pt x="23375" y="1398"/>
                  </a:cubicBezTo>
                  <a:lnTo>
                    <a:pt x="23284" y="1459"/>
                  </a:lnTo>
                  <a:cubicBezTo>
                    <a:pt x="23257" y="1464"/>
                    <a:pt x="23226" y="1465"/>
                    <a:pt x="23193" y="1465"/>
                  </a:cubicBezTo>
                  <a:cubicBezTo>
                    <a:pt x="23034" y="1465"/>
                    <a:pt x="22819" y="1422"/>
                    <a:pt x="22721" y="1422"/>
                  </a:cubicBezTo>
                  <a:cubicBezTo>
                    <a:pt x="22700" y="1422"/>
                    <a:pt x="22685" y="1424"/>
                    <a:pt x="22676" y="1429"/>
                  </a:cubicBezTo>
                  <a:cubicBezTo>
                    <a:pt x="22554" y="1520"/>
                    <a:pt x="22433" y="1550"/>
                    <a:pt x="22281" y="1550"/>
                  </a:cubicBezTo>
                  <a:cubicBezTo>
                    <a:pt x="22220" y="1550"/>
                    <a:pt x="22159" y="1550"/>
                    <a:pt x="22098" y="1581"/>
                  </a:cubicBezTo>
                  <a:cubicBezTo>
                    <a:pt x="22038" y="1611"/>
                    <a:pt x="22007" y="1672"/>
                    <a:pt x="21946" y="1702"/>
                  </a:cubicBezTo>
                  <a:lnTo>
                    <a:pt x="21855" y="1672"/>
                  </a:lnTo>
                  <a:cubicBezTo>
                    <a:pt x="21794" y="1642"/>
                    <a:pt x="21673" y="1611"/>
                    <a:pt x="21642" y="1611"/>
                  </a:cubicBezTo>
                  <a:lnTo>
                    <a:pt x="21490" y="1763"/>
                  </a:lnTo>
                  <a:cubicBezTo>
                    <a:pt x="21444" y="1740"/>
                    <a:pt x="21401" y="1730"/>
                    <a:pt x="21364" y="1730"/>
                  </a:cubicBezTo>
                  <a:cubicBezTo>
                    <a:pt x="21256" y="1730"/>
                    <a:pt x="21194" y="1809"/>
                    <a:pt x="21217" y="1854"/>
                  </a:cubicBezTo>
                  <a:cubicBezTo>
                    <a:pt x="21217" y="1915"/>
                    <a:pt x="21338" y="2037"/>
                    <a:pt x="21490" y="2128"/>
                  </a:cubicBezTo>
                  <a:lnTo>
                    <a:pt x="21399" y="2249"/>
                  </a:lnTo>
                  <a:lnTo>
                    <a:pt x="21278" y="2371"/>
                  </a:lnTo>
                  <a:cubicBezTo>
                    <a:pt x="21187" y="2310"/>
                    <a:pt x="21065" y="2249"/>
                    <a:pt x="20943" y="2189"/>
                  </a:cubicBezTo>
                  <a:lnTo>
                    <a:pt x="20883" y="2189"/>
                  </a:lnTo>
                  <a:cubicBezTo>
                    <a:pt x="20700" y="2219"/>
                    <a:pt x="20518" y="2249"/>
                    <a:pt x="20335" y="2249"/>
                  </a:cubicBezTo>
                  <a:cubicBezTo>
                    <a:pt x="20183" y="2249"/>
                    <a:pt x="20183" y="2037"/>
                    <a:pt x="20214" y="1976"/>
                  </a:cubicBezTo>
                  <a:cubicBezTo>
                    <a:pt x="20275" y="1915"/>
                    <a:pt x="20275" y="1854"/>
                    <a:pt x="20275" y="1854"/>
                  </a:cubicBezTo>
                  <a:lnTo>
                    <a:pt x="20275" y="1854"/>
                  </a:lnTo>
                  <a:cubicBezTo>
                    <a:pt x="20163" y="1877"/>
                    <a:pt x="20067" y="1948"/>
                    <a:pt x="19989" y="1948"/>
                  </a:cubicBezTo>
                  <a:cubicBezTo>
                    <a:pt x="19960" y="1948"/>
                    <a:pt x="19934" y="1939"/>
                    <a:pt x="19910" y="1915"/>
                  </a:cubicBezTo>
                  <a:cubicBezTo>
                    <a:pt x="19819" y="1854"/>
                    <a:pt x="19576" y="1915"/>
                    <a:pt x="19576" y="1733"/>
                  </a:cubicBezTo>
                  <a:cubicBezTo>
                    <a:pt x="19576" y="1702"/>
                    <a:pt x="19515" y="1702"/>
                    <a:pt x="19515" y="1702"/>
                  </a:cubicBezTo>
                  <a:cubicBezTo>
                    <a:pt x="19416" y="1764"/>
                    <a:pt x="19307" y="1781"/>
                    <a:pt x="19195" y="1781"/>
                  </a:cubicBezTo>
                  <a:cubicBezTo>
                    <a:pt x="19063" y="1781"/>
                    <a:pt x="18926" y="1758"/>
                    <a:pt x="18794" y="1758"/>
                  </a:cubicBezTo>
                  <a:cubicBezTo>
                    <a:pt x="18760" y="1758"/>
                    <a:pt x="18727" y="1759"/>
                    <a:pt x="18694" y="1763"/>
                  </a:cubicBezTo>
                  <a:cubicBezTo>
                    <a:pt x="18481" y="1794"/>
                    <a:pt x="18299" y="1824"/>
                    <a:pt x="18117" y="1854"/>
                  </a:cubicBezTo>
                  <a:lnTo>
                    <a:pt x="18025" y="1885"/>
                  </a:lnTo>
                  <a:cubicBezTo>
                    <a:pt x="17965" y="1930"/>
                    <a:pt x="17896" y="1953"/>
                    <a:pt x="17828" y="1953"/>
                  </a:cubicBezTo>
                  <a:cubicBezTo>
                    <a:pt x="17759" y="1953"/>
                    <a:pt x="17691" y="1930"/>
                    <a:pt x="17630" y="1885"/>
                  </a:cubicBezTo>
                  <a:cubicBezTo>
                    <a:pt x="17628" y="1882"/>
                    <a:pt x="17625" y="1881"/>
                    <a:pt x="17621" y="1881"/>
                  </a:cubicBezTo>
                  <a:cubicBezTo>
                    <a:pt x="17573" y="1881"/>
                    <a:pt x="17415" y="2044"/>
                    <a:pt x="17387" y="2128"/>
                  </a:cubicBezTo>
                  <a:cubicBezTo>
                    <a:pt x="17378" y="2156"/>
                    <a:pt x="17369" y="2166"/>
                    <a:pt x="17359" y="2166"/>
                  </a:cubicBezTo>
                  <a:cubicBezTo>
                    <a:pt x="17338" y="2166"/>
                    <a:pt x="17317" y="2109"/>
                    <a:pt x="17296" y="2067"/>
                  </a:cubicBezTo>
                  <a:cubicBezTo>
                    <a:pt x="17296" y="2031"/>
                    <a:pt x="17277" y="2019"/>
                    <a:pt x="17251" y="2019"/>
                  </a:cubicBezTo>
                  <a:cubicBezTo>
                    <a:pt x="17210" y="2019"/>
                    <a:pt x="17150" y="2049"/>
                    <a:pt x="17113" y="2067"/>
                  </a:cubicBezTo>
                  <a:cubicBezTo>
                    <a:pt x="17109" y="2071"/>
                    <a:pt x="17105" y="2073"/>
                    <a:pt x="17100" y="2073"/>
                  </a:cubicBezTo>
                  <a:cubicBezTo>
                    <a:pt x="17067" y="2073"/>
                    <a:pt x="17014" y="1994"/>
                    <a:pt x="16962" y="1915"/>
                  </a:cubicBezTo>
                  <a:lnTo>
                    <a:pt x="16779" y="1946"/>
                  </a:lnTo>
                  <a:cubicBezTo>
                    <a:pt x="16675" y="1972"/>
                    <a:pt x="16570" y="2043"/>
                    <a:pt x="16504" y="2043"/>
                  </a:cubicBezTo>
                  <a:cubicBezTo>
                    <a:pt x="16493" y="2043"/>
                    <a:pt x="16484" y="2041"/>
                    <a:pt x="16475" y="2037"/>
                  </a:cubicBezTo>
                  <a:cubicBezTo>
                    <a:pt x="16427" y="2001"/>
                    <a:pt x="16384" y="1989"/>
                    <a:pt x="16346" y="1989"/>
                  </a:cubicBezTo>
                  <a:cubicBezTo>
                    <a:pt x="16287" y="1989"/>
                    <a:pt x="16239" y="2018"/>
                    <a:pt x="16202" y="2037"/>
                  </a:cubicBezTo>
                  <a:cubicBezTo>
                    <a:pt x="16126" y="2052"/>
                    <a:pt x="16050" y="2059"/>
                    <a:pt x="15974" y="2059"/>
                  </a:cubicBezTo>
                  <a:cubicBezTo>
                    <a:pt x="15898" y="2059"/>
                    <a:pt x="15822" y="2052"/>
                    <a:pt x="15746" y="2037"/>
                  </a:cubicBezTo>
                  <a:cubicBezTo>
                    <a:pt x="15719" y="2028"/>
                    <a:pt x="15684" y="2024"/>
                    <a:pt x="15649" y="2024"/>
                  </a:cubicBezTo>
                  <a:cubicBezTo>
                    <a:pt x="15563" y="2024"/>
                    <a:pt x="15472" y="2046"/>
                    <a:pt x="15472" y="2067"/>
                  </a:cubicBezTo>
                  <a:cubicBezTo>
                    <a:pt x="15445" y="2161"/>
                    <a:pt x="15394" y="2190"/>
                    <a:pt x="15338" y="2190"/>
                  </a:cubicBezTo>
                  <a:cubicBezTo>
                    <a:pt x="15268" y="2190"/>
                    <a:pt x="15189" y="2145"/>
                    <a:pt x="15138" y="2128"/>
                  </a:cubicBezTo>
                  <a:cubicBezTo>
                    <a:pt x="15097" y="2101"/>
                    <a:pt x="15062" y="2086"/>
                    <a:pt x="15033" y="2086"/>
                  </a:cubicBezTo>
                  <a:cubicBezTo>
                    <a:pt x="14998" y="2086"/>
                    <a:pt x="14972" y="2108"/>
                    <a:pt x="14955" y="2158"/>
                  </a:cubicBezTo>
                  <a:cubicBezTo>
                    <a:pt x="14925" y="2234"/>
                    <a:pt x="14895" y="2265"/>
                    <a:pt x="14857" y="2265"/>
                  </a:cubicBezTo>
                  <a:cubicBezTo>
                    <a:pt x="14819" y="2265"/>
                    <a:pt x="14773" y="2234"/>
                    <a:pt x="14712" y="2189"/>
                  </a:cubicBezTo>
                  <a:cubicBezTo>
                    <a:pt x="14690" y="2166"/>
                    <a:pt x="14667" y="2095"/>
                    <a:pt x="14609" y="2095"/>
                  </a:cubicBezTo>
                  <a:cubicBezTo>
                    <a:pt x="14588" y="2095"/>
                    <a:pt x="14562" y="2104"/>
                    <a:pt x="14530" y="2128"/>
                  </a:cubicBezTo>
                  <a:lnTo>
                    <a:pt x="14469" y="2189"/>
                  </a:lnTo>
                  <a:cubicBezTo>
                    <a:pt x="14378" y="2249"/>
                    <a:pt x="14226" y="2493"/>
                    <a:pt x="14135" y="2493"/>
                  </a:cubicBezTo>
                  <a:cubicBezTo>
                    <a:pt x="14013" y="2462"/>
                    <a:pt x="13952" y="2401"/>
                    <a:pt x="13892" y="2310"/>
                  </a:cubicBezTo>
                  <a:cubicBezTo>
                    <a:pt x="13892" y="2295"/>
                    <a:pt x="13831" y="2287"/>
                    <a:pt x="13732" y="2287"/>
                  </a:cubicBezTo>
                  <a:cubicBezTo>
                    <a:pt x="13633" y="2287"/>
                    <a:pt x="13496" y="2295"/>
                    <a:pt x="13344" y="2310"/>
                  </a:cubicBezTo>
                  <a:lnTo>
                    <a:pt x="13101" y="2371"/>
                  </a:lnTo>
                  <a:lnTo>
                    <a:pt x="13040" y="2371"/>
                  </a:lnTo>
                  <a:cubicBezTo>
                    <a:pt x="13010" y="2401"/>
                    <a:pt x="12949" y="2493"/>
                    <a:pt x="12888" y="2553"/>
                  </a:cubicBezTo>
                  <a:lnTo>
                    <a:pt x="12797" y="2462"/>
                  </a:lnTo>
                  <a:cubicBezTo>
                    <a:pt x="12737" y="2401"/>
                    <a:pt x="12676" y="2379"/>
                    <a:pt x="12607" y="2379"/>
                  </a:cubicBezTo>
                  <a:cubicBezTo>
                    <a:pt x="12539" y="2379"/>
                    <a:pt x="12463" y="2401"/>
                    <a:pt x="12372" y="2432"/>
                  </a:cubicBezTo>
                  <a:cubicBezTo>
                    <a:pt x="12159" y="2462"/>
                    <a:pt x="11916" y="2493"/>
                    <a:pt x="11673" y="2523"/>
                  </a:cubicBezTo>
                  <a:lnTo>
                    <a:pt x="11581" y="2523"/>
                  </a:lnTo>
                  <a:cubicBezTo>
                    <a:pt x="11551" y="2569"/>
                    <a:pt x="11483" y="2584"/>
                    <a:pt x="11414" y="2584"/>
                  </a:cubicBezTo>
                  <a:cubicBezTo>
                    <a:pt x="11346" y="2584"/>
                    <a:pt x="11278" y="2569"/>
                    <a:pt x="11247" y="2553"/>
                  </a:cubicBezTo>
                  <a:cubicBezTo>
                    <a:pt x="11243" y="2545"/>
                    <a:pt x="11238" y="2541"/>
                    <a:pt x="11231" y="2541"/>
                  </a:cubicBezTo>
                  <a:cubicBezTo>
                    <a:pt x="11193" y="2541"/>
                    <a:pt x="11126" y="2688"/>
                    <a:pt x="11126" y="2766"/>
                  </a:cubicBezTo>
                  <a:cubicBezTo>
                    <a:pt x="11156" y="2857"/>
                    <a:pt x="11156" y="2979"/>
                    <a:pt x="11156" y="3101"/>
                  </a:cubicBezTo>
                  <a:cubicBezTo>
                    <a:pt x="11147" y="3119"/>
                    <a:pt x="11131" y="3127"/>
                    <a:pt x="11115" y="3127"/>
                  </a:cubicBezTo>
                  <a:cubicBezTo>
                    <a:pt x="11078" y="3127"/>
                    <a:pt x="11034" y="3091"/>
                    <a:pt x="11034" y="3070"/>
                  </a:cubicBezTo>
                  <a:cubicBezTo>
                    <a:pt x="11029" y="3065"/>
                    <a:pt x="11018" y="3062"/>
                    <a:pt x="11004" y="3062"/>
                  </a:cubicBezTo>
                  <a:cubicBezTo>
                    <a:pt x="10941" y="3062"/>
                    <a:pt x="10810" y="3112"/>
                    <a:pt x="10761" y="3161"/>
                  </a:cubicBezTo>
                  <a:cubicBezTo>
                    <a:pt x="10754" y="3164"/>
                    <a:pt x="10747" y="3165"/>
                    <a:pt x="10741" y="3165"/>
                  </a:cubicBezTo>
                  <a:cubicBezTo>
                    <a:pt x="10661" y="3165"/>
                    <a:pt x="10609" y="3005"/>
                    <a:pt x="10609" y="2949"/>
                  </a:cubicBezTo>
                  <a:cubicBezTo>
                    <a:pt x="10609" y="2888"/>
                    <a:pt x="10578" y="2827"/>
                    <a:pt x="10548" y="2827"/>
                  </a:cubicBezTo>
                  <a:cubicBezTo>
                    <a:pt x="10457" y="2797"/>
                    <a:pt x="10335" y="2766"/>
                    <a:pt x="10244" y="2766"/>
                  </a:cubicBezTo>
                  <a:lnTo>
                    <a:pt x="10122" y="2766"/>
                  </a:lnTo>
                  <a:cubicBezTo>
                    <a:pt x="10031" y="2766"/>
                    <a:pt x="9940" y="2797"/>
                    <a:pt x="9849" y="2827"/>
                  </a:cubicBezTo>
                  <a:cubicBezTo>
                    <a:pt x="9849" y="2857"/>
                    <a:pt x="9697" y="3131"/>
                    <a:pt x="9545" y="3131"/>
                  </a:cubicBezTo>
                  <a:cubicBezTo>
                    <a:pt x="9423" y="3131"/>
                    <a:pt x="9454" y="3009"/>
                    <a:pt x="9515" y="2979"/>
                  </a:cubicBezTo>
                  <a:cubicBezTo>
                    <a:pt x="9558" y="2957"/>
                    <a:pt x="9509" y="2936"/>
                    <a:pt x="9413" y="2936"/>
                  </a:cubicBezTo>
                  <a:cubicBezTo>
                    <a:pt x="9373" y="2936"/>
                    <a:pt x="9325" y="2940"/>
                    <a:pt x="9271" y="2949"/>
                  </a:cubicBezTo>
                  <a:lnTo>
                    <a:pt x="9089" y="2888"/>
                  </a:lnTo>
                  <a:lnTo>
                    <a:pt x="8907" y="2827"/>
                  </a:lnTo>
                  <a:cubicBezTo>
                    <a:pt x="8755" y="2949"/>
                    <a:pt x="8572" y="3009"/>
                    <a:pt x="8390" y="3009"/>
                  </a:cubicBezTo>
                  <a:lnTo>
                    <a:pt x="8299" y="2979"/>
                  </a:lnTo>
                  <a:lnTo>
                    <a:pt x="8238" y="2979"/>
                  </a:lnTo>
                  <a:cubicBezTo>
                    <a:pt x="8208" y="2979"/>
                    <a:pt x="8177" y="3009"/>
                    <a:pt x="8177" y="3070"/>
                  </a:cubicBezTo>
                  <a:cubicBezTo>
                    <a:pt x="8268" y="3101"/>
                    <a:pt x="8329" y="3161"/>
                    <a:pt x="8420" y="3192"/>
                  </a:cubicBezTo>
                  <a:lnTo>
                    <a:pt x="8512" y="3222"/>
                  </a:lnTo>
                  <a:cubicBezTo>
                    <a:pt x="8529" y="3213"/>
                    <a:pt x="8547" y="3210"/>
                    <a:pt x="8565" y="3210"/>
                  </a:cubicBezTo>
                  <a:cubicBezTo>
                    <a:pt x="8608" y="3210"/>
                    <a:pt x="8651" y="3231"/>
                    <a:pt x="8694" y="3253"/>
                  </a:cubicBezTo>
                  <a:cubicBezTo>
                    <a:pt x="8572" y="3313"/>
                    <a:pt x="8451" y="3374"/>
                    <a:pt x="8299" y="3404"/>
                  </a:cubicBezTo>
                  <a:cubicBezTo>
                    <a:pt x="8208" y="3465"/>
                    <a:pt x="8177" y="3526"/>
                    <a:pt x="8177" y="3556"/>
                  </a:cubicBezTo>
                  <a:cubicBezTo>
                    <a:pt x="8268" y="3617"/>
                    <a:pt x="8360" y="3678"/>
                    <a:pt x="8451" y="3708"/>
                  </a:cubicBezTo>
                  <a:cubicBezTo>
                    <a:pt x="8484" y="3731"/>
                    <a:pt x="8517" y="3749"/>
                    <a:pt x="8549" y="3766"/>
                  </a:cubicBezTo>
                  <a:lnTo>
                    <a:pt x="8549" y="3766"/>
                  </a:lnTo>
                  <a:cubicBezTo>
                    <a:pt x="8491" y="3788"/>
                    <a:pt x="8425" y="3800"/>
                    <a:pt x="8360" y="3800"/>
                  </a:cubicBezTo>
                  <a:lnTo>
                    <a:pt x="8360" y="3860"/>
                  </a:lnTo>
                  <a:lnTo>
                    <a:pt x="8360" y="3921"/>
                  </a:lnTo>
                  <a:cubicBezTo>
                    <a:pt x="8390" y="3952"/>
                    <a:pt x="8238" y="4012"/>
                    <a:pt x="8177" y="4012"/>
                  </a:cubicBezTo>
                  <a:cubicBezTo>
                    <a:pt x="8116" y="4012"/>
                    <a:pt x="8056" y="3982"/>
                    <a:pt x="8056" y="3982"/>
                  </a:cubicBezTo>
                  <a:lnTo>
                    <a:pt x="8177" y="3708"/>
                  </a:lnTo>
                  <a:cubicBezTo>
                    <a:pt x="8208" y="3648"/>
                    <a:pt x="8147" y="3587"/>
                    <a:pt x="8025" y="3556"/>
                  </a:cubicBezTo>
                  <a:lnTo>
                    <a:pt x="8025" y="3678"/>
                  </a:lnTo>
                  <a:cubicBezTo>
                    <a:pt x="8025" y="3708"/>
                    <a:pt x="8056" y="3769"/>
                    <a:pt x="8025" y="3800"/>
                  </a:cubicBezTo>
                  <a:lnTo>
                    <a:pt x="7995" y="3830"/>
                  </a:lnTo>
                  <a:cubicBezTo>
                    <a:pt x="7904" y="3830"/>
                    <a:pt x="7873" y="3830"/>
                    <a:pt x="7873" y="3800"/>
                  </a:cubicBezTo>
                  <a:lnTo>
                    <a:pt x="7873" y="3739"/>
                  </a:lnTo>
                  <a:cubicBezTo>
                    <a:pt x="7843" y="3678"/>
                    <a:pt x="7782" y="3617"/>
                    <a:pt x="7721" y="3556"/>
                  </a:cubicBezTo>
                  <a:lnTo>
                    <a:pt x="7630" y="3496"/>
                  </a:lnTo>
                  <a:lnTo>
                    <a:pt x="7569" y="3465"/>
                  </a:lnTo>
                  <a:cubicBezTo>
                    <a:pt x="7563" y="3463"/>
                    <a:pt x="7558" y="3462"/>
                    <a:pt x="7553" y="3462"/>
                  </a:cubicBezTo>
                  <a:cubicBezTo>
                    <a:pt x="7482" y="3462"/>
                    <a:pt x="7510" y="3652"/>
                    <a:pt x="7539" y="3708"/>
                  </a:cubicBezTo>
                  <a:cubicBezTo>
                    <a:pt x="7600" y="3769"/>
                    <a:pt x="7478" y="3860"/>
                    <a:pt x="7417" y="3891"/>
                  </a:cubicBezTo>
                  <a:cubicBezTo>
                    <a:pt x="7356" y="3921"/>
                    <a:pt x="7630" y="3952"/>
                    <a:pt x="7691" y="3952"/>
                  </a:cubicBezTo>
                  <a:cubicBezTo>
                    <a:pt x="7782" y="3952"/>
                    <a:pt x="7782" y="4012"/>
                    <a:pt x="7752" y="4043"/>
                  </a:cubicBezTo>
                  <a:lnTo>
                    <a:pt x="7691" y="4073"/>
                  </a:lnTo>
                  <a:lnTo>
                    <a:pt x="7478" y="4225"/>
                  </a:lnTo>
                  <a:cubicBezTo>
                    <a:pt x="7355" y="4151"/>
                    <a:pt x="7151" y="4057"/>
                    <a:pt x="7062" y="4057"/>
                  </a:cubicBezTo>
                  <a:cubicBezTo>
                    <a:pt x="7042" y="4057"/>
                    <a:pt x="7028" y="4062"/>
                    <a:pt x="7022" y="4073"/>
                  </a:cubicBezTo>
                  <a:cubicBezTo>
                    <a:pt x="6931" y="4164"/>
                    <a:pt x="6840" y="4225"/>
                    <a:pt x="6718" y="4286"/>
                  </a:cubicBezTo>
                  <a:lnTo>
                    <a:pt x="6657" y="4256"/>
                  </a:lnTo>
                  <a:lnTo>
                    <a:pt x="6414" y="4164"/>
                  </a:lnTo>
                  <a:lnTo>
                    <a:pt x="6414" y="4164"/>
                  </a:lnTo>
                  <a:cubicBezTo>
                    <a:pt x="6262" y="4316"/>
                    <a:pt x="6293" y="4438"/>
                    <a:pt x="6445" y="4438"/>
                  </a:cubicBezTo>
                  <a:lnTo>
                    <a:pt x="6566" y="4468"/>
                  </a:lnTo>
                  <a:lnTo>
                    <a:pt x="6657" y="4529"/>
                  </a:lnTo>
                  <a:cubicBezTo>
                    <a:pt x="6742" y="4571"/>
                    <a:pt x="6833" y="4594"/>
                    <a:pt x="6925" y="4594"/>
                  </a:cubicBezTo>
                  <a:cubicBezTo>
                    <a:pt x="7031" y="4594"/>
                    <a:pt x="7137" y="4564"/>
                    <a:pt x="7235" y="4499"/>
                  </a:cubicBezTo>
                  <a:lnTo>
                    <a:pt x="7417" y="4468"/>
                  </a:lnTo>
                  <a:lnTo>
                    <a:pt x="7630" y="4408"/>
                  </a:lnTo>
                  <a:cubicBezTo>
                    <a:pt x="7727" y="4577"/>
                    <a:pt x="7862" y="4669"/>
                    <a:pt x="7944" y="4669"/>
                  </a:cubicBezTo>
                  <a:cubicBezTo>
                    <a:pt x="7965" y="4669"/>
                    <a:pt x="7982" y="4663"/>
                    <a:pt x="7995" y="4651"/>
                  </a:cubicBezTo>
                  <a:lnTo>
                    <a:pt x="8056" y="4620"/>
                  </a:lnTo>
                  <a:cubicBezTo>
                    <a:pt x="8071" y="4605"/>
                    <a:pt x="8094" y="4598"/>
                    <a:pt x="8113" y="4598"/>
                  </a:cubicBezTo>
                  <a:cubicBezTo>
                    <a:pt x="8132" y="4598"/>
                    <a:pt x="8147" y="4605"/>
                    <a:pt x="8147" y="4620"/>
                  </a:cubicBezTo>
                  <a:cubicBezTo>
                    <a:pt x="8177" y="4651"/>
                    <a:pt x="8208" y="4681"/>
                    <a:pt x="8208" y="4712"/>
                  </a:cubicBezTo>
                  <a:cubicBezTo>
                    <a:pt x="8177" y="4803"/>
                    <a:pt x="8147" y="4863"/>
                    <a:pt x="8116" y="4955"/>
                  </a:cubicBezTo>
                  <a:lnTo>
                    <a:pt x="8360" y="4955"/>
                  </a:lnTo>
                  <a:cubicBezTo>
                    <a:pt x="8420" y="4955"/>
                    <a:pt x="8481" y="4955"/>
                    <a:pt x="8542" y="4985"/>
                  </a:cubicBezTo>
                  <a:lnTo>
                    <a:pt x="8633" y="5046"/>
                  </a:lnTo>
                  <a:cubicBezTo>
                    <a:pt x="8755" y="4955"/>
                    <a:pt x="8876" y="4894"/>
                    <a:pt x="9028" y="4863"/>
                  </a:cubicBezTo>
                  <a:lnTo>
                    <a:pt x="9150" y="4833"/>
                  </a:lnTo>
                  <a:lnTo>
                    <a:pt x="9180" y="4833"/>
                  </a:lnTo>
                  <a:cubicBezTo>
                    <a:pt x="9241" y="4833"/>
                    <a:pt x="9241" y="4772"/>
                    <a:pt x="9241" y="4742"/>
                  </a:cubicBezTo>
                  <a:lnTo>
                    <a:pt x="9211" y="4712"/>
                  </a:lnTo>
                  <a:lnTo>
                    <a:pt x="9180" y="4681"/>
                  </a:lnTo>
                  <a:cubicBezTo>
                    <a:pt x="9089" y="4681"/>
                    <a:pt x="9150" y="4620"/>
                    <a:pt x="9211" y="4590"/>
                  </a:cubicBezTo>
                  <a:cubicBezTo>
                    <a:pt x="9241" y="4590"/>
                    <a:pt x="9150" y="4529"/>
                    <a:pt x="9119" y="4529"/>
                  </a:cubicBezTo>
                  <a:cubicBezTo>
                    <a:pt x="9059" y="4499"/>
                    <a:pt x="9119" y="4438"/>
                    <a:pt x="9211" y="4377"/>
                  </a:cubicBezTo>
                  <a:lnTo>
                    <a:pt x="9271" y="4377"/>
                  </a:lnTo>
                  <a:cubicBezTo>
                    <a:pt x="9363" y="4408"/>
                    <a:pt x="9423" y="4468"/>
                    <a:pt x="9454" y="4529"/>
                  </a:cubicBezTo>
                  <a:lnTo>
                    <a:pt x="9515" y="4651"/>
                  </a:lnTo>
                  <a:cubicBezTo>
                    <a:pt x="9553" y="4766"/>
                    <a:pt x="9616" y="4809"/>
                    <a:pt x="9672" y="4809"/>
                  </a:cubicBezTo>
                  <a:cubicBezTo>
                    <a:pt x="9705" y="4809"/>
                    <a:pt x="9735" y="4795"/>
                    <a:pt x="9758" y="4772"/>
                  </a:cubicBezTo>
                  <a:cubicBezTo>
                    <a:pt x="9764" y="4759"/>
                    <a:pt x="9772" y="4753"/>
                    <a:pt x="9780" y="4753"/>
                  </a:cubicBezTo>
                  <a:cubicBezTo>
                    <a:pt x="9811" y="4753"/>
                    <a:pt x="9849" y="4835"/>
                    <a:pt x="9849" y="4955"/>
                  </a:cubicBezTo>
                  <a:lnTo>
                    <a:pt x="9697" y="5046"/>
                  </a:lnTo>
                  <a:cubicBezTo>
                    <a:pt x="9545" y="5107"/>
                    <a:pt x="9332" y="5137"/>
                    <a:pt x="9241" y="5319"/>
                  </a:cubicBezTo>
                  <a:cubicBezTo>
                    <a:pt x="9220" y="5341"/>
                    <a:pt x="9183" y="5362"/>
                    <a:pt x="9152" y="5362"/>
                  </a:cubicBezTo>
                  <a:cubicBezTo>
                    <a:pt x="9140" y="5362"/>
                    <a:pt x="9128" y="5359"/>
                    <a:pt x="9119" y="5350"/>
                  </a:cubicBezTo>
                  <a:cubicBezTo>
                    <a:pt x="9028" y="5319"/>
                    <a:pt x="8876" y="5259"/>
                    <a:pt x="8846" y="5198"/>
                  </a:cubicBezTo>
                  <a:cubicBezTo>
                    <a:pt x="8826" y="5117"/>
                    <a:pt x="8778" y="5103"/>
                    <a:pt x="8722" y="5103"/>
                  </a:cubicBezTo>
                  <a:cubicBezTo>
                    <a:pt x="8694" y="5103"/>
                    <a:pt x="8663" y="5107"/>
                    <a:pt x="8633" y="5107"/>
                  </a:cubicBezTo>
                  <a:cubicBezTo>
                    <a:pt x="8512" y="5137"/>
                    <a:pt x="8360" y="5198"/>
                    <a:pt x="8238" y="5228"/>
                  </a:cubicBezTo>
                  <a:cubicBezTo>
                    <a:pt x="8178" y="5264"/>
                    <a:pt x="8137" y="5281"/>
                    <a:pt x="8107" y="5281"/>
                  </a:cubicBezTo>
                  <a:cubicBezTo>
                    <a:pt x="8062" y="5281"/>
                    <a:pt x="8044" y="5241"/>
                    <a:pt x="8025" y="5167"/>
                  </a:cubicBezTo>
                  <a:lnTo>
                    <a:pt x="8025" y="5076"/>
                  </a:lnTo>
                  <a:cubicBezTo>
                    <a:pt x="7904" y="5137"/>
                    <a:pt x="7660" y="5441"/>
                    <a:pt x="7569" y="5502"/>
                  </a:cubicBezTo>
                  <a:cubicBezTo>
                    <a:pt x="7537" y="5523"/>
                    <a:pt x="7501" y="5533"/>
                    <a:pt x="7466" y="5533"/>
                  </a:cubicBezTo>
                  <a:cubicBezTo>
                    <a:pt x="7403" y="5533"/>
                    <a:pt x="7346" y="5500"/>
                    <a:pt x="7326" y="5441"/>
                  </a:cubicBezTo>
                  <a:cubicBezTo>
                    <a:pt x="7311" y="5411"/>
                    <a:pt x="7288" y="5395"/>
                    <a:pt x="7261" y="5395"/>
                  </a:cubicBezTo>
                  <a:cubicBezTo>
                    <a:pt x="7235" y="5395"/>
                    <a:pt x="7204" y="5411"/>
                    <a:pt x="7174" y="5441"/>
                  </a:cubicBezTo>
                  <a:lnTo>
                    <a:pt x="7113" y="5502"/>
                  </a:lnTo>
                  <a:cubicBezTo>
                    <a:pt x="7053" y="5532"/>
                    <a:pt x="6992" y="5623"/>
                    <a:pt x="6992" y="5654"/>
                  </a:cubicBezTo>
                  <a:lnTo>
                    <a:pt x="7053" y="5715"/>
                  </a:lnTo>
                  <a:cubicBezTo>
                    <a:pt x="7083" y="5806"/>
                    <a:pt x="7144" y="5867"/>
                    <a:pt x="7174" y="5867"/>
                  </a:cubicBezTo>
                  <a:lnTo>
                    <a:pt x="7174" y="5927"/>
                  </a:lnTo>
                  <a:cubicBezTo>
                    <a:pt x="7193" y="5965"/>
                    <a:pt x="7235" y="5991"/>
                    <a:pt x="7286" y="5991"/>
                  </a:cubicBezTo>
                  <a:cubicBezTo>
                    <a:pt x="7317" y="5991"/>
                    <a:pt x="7352" y="5981"/>
                    <a:pt x="7387" y="5958"/>
                  </a:cubicBezTo>
                  <a:lnTo>
                    <a:pt x="7387" y="6079"/>
                  </a:lnTo>
                  <a:lnTo>
                    <a:pt x="7387" y="6231"/>
                  </a:lnTo>
                  <a:cubicBezTo>
                    <a:pt x="7539" y="6353"/>
                    <a:pt x="7569" y="6474"/>
                    <a:pt x="7448" y="6474"/>
                  </a:cubicBezTo>
                  <a:lnTo>
                    <a:pt x="7356" y="6444"/>
                  </a:lnTo>
                  <a:cubicBezTo>
                    <a:pt x="7306" y="6411"/>
                    <a:pt x="7266" y="6387"/>
                    <a:pt x="7229" y="6387"/>
                  </a:cubicBezTo>
                  <a:cubicBezTo>
                    <a:pt x="7199" y="6387"/>
                    <a:pt x="7171" y="6403"/>
                    <a:pt x="7144" y="6444"/>
                  </a:cubicBezTo>
                  <a:cubicBezTo>
                    <a:pt x="7083" y="6535"/>
                    <a:pt x="6961" y="6505"/>
                    <a:pt x="6870" y="6535"/>
                  </a:cubicBezTo>
                  <a:cubicBezTo>
                    <a:pt x="6809" y="6566"/>
                    <a:pt x="6718" y="6596"/>
                    <a:pt x="6688" y="6657"/>
                  </a:cubicBezTo>
                  <a:lnTo>
                    <a:pt x="6688" y="6687"/>
                  </a:lnTo>
                  <a:lnTo>
                    <a:pt x="6688" y="6718"/>
                  </a:lnTo>
                  <a:cubicBezTo>
                    <a:pt x="6597" y="6809"/>
                    <a:pt x="6505" y="6900"/>
                    <a:pt x="6414" y="6991"/>
                  </a:cubicBezTo>
                  <a:cubicBezTo>
                    <a:pt x="6323" y="7052"/>
                    <a:pt x="6445" y="7113"/>
                    <a:pt x="6475" y="7113"/>
                  </a:cubicBezTo>
                  <a:cubicBezTo>
                    <a:pt x="6505" y="7113"/>
                    <a:pt x="6779" y="7265"/>
                    <a:pt x="6749" y="7295"/>
                  </a:cubicBezTo>
                  <a:cubicBezTo>
                    <a:pt x="6657" y="7356"/>
                    <a:pt x="6597" y="7447"/>
                    <a:pt x="6566" y="7508"/>
                  </a:cubicBezTo>
                  <a:lnTo>
                    <a:pt x="6566" y="7599"/>
                  </a:lnTo>
                  <a:lnTo>
                    <a:pt x="6566" y="7690"/>
                  </a:lnTo>
                  <a:cubicBezTo>
                    <a:pt x="6505" y="7781"/>
                    <a:pt x="6384" y="7842"/>
                    <a:pt x="6262" y="7842"/>
                  </a:cubicBezTo>
                  <a:lnTo>
                    <a:pt x="6201" y="7842"/>
                  </a:lnTo>
                  <a:cubicBezTo>
                    <a:pt x="6171" y="7812"/>
                    <a:pt x="6384" y="7417"/>
                    <a:pt x="6293" y="7356"/>
                  </a:cubicBezTo>
                  <a:cubicBezTo>
                    <a:pt x="6171" y="7265"/>
                    <a:pt x="6080" y="7234"/>
                    <a:pt x="6080" y="7234"/>
                  </a:cubicBezTo>
                  <a:lnTo>
                    <a:pt x="5989" y="7265"/>
                  </a:lnTo>
                  <a:lnTo>
                    <a:pt x="5958" y="7265"/>
                  </a:lnTo>
                  <a:cubicBezTo>
                    <a:pt x="5837" y="7234"/>
                    <a:pt x="5533" y="7113"/>
                    <a:pt x="5472" y="7052"/>
                  </a:cubicBezTo>
                  <a:cubicBezTo>
                    <a:pt x="5466" y="7049"/>
                    <a:pt x="5459" y="7047"/>
                    <a:pt x="5453" y="7047"/>
                  </a:cubicBezTo>
                  <a:cubicBezTo>
                    <a:pt x="5400" y="7047"/>
                    <a:pt x="5357" y="7159"/>
                    <a:pt x="5411" y="7295"/>
                  </a:cubicBezTo>
                  <a:lnTo>
                    <a:pt x="5350" y="7386"/>
                  </a:lnTo>
                  <a:lnTo>
                    <a:pt x="5290" y="7478"/>
                  </a:lnTo>
                  <a:cubicBezTo>
                    <a:pt x="5264" y="7486"/>
                    <a:pt x="5239" y="7490"/>
                    <a:pt x="5216" y="7490"/>
                  </a:cubicBezTo>
                  <a:cubicBezTo>
                    <a:pt x="5078" y="7490"/>
                    <a:pt x="5003" y="7352"/>
                    <a:pt x="5107" y="7326"/>
                  </a:cubicBezTo>
                  <a:cubicBezTo>
                    <a:pt x="5198" y="7326"/>
                    <a:pt x="5229" y="7265"/>
                    <a:pt x="5138" y="7204"/>
                  </a:cubicBezTo>
                  <a:lnTo>
                    <a:pt x="5138" y="7204"/>
                  </a:lnTo>
                  <a:lnTo>
                    <a:pt x="5046" y="7234"/>
                  </a:lnTo>
                  <a:lnTo>
                    <a:pt x="4864" y="7265"/>
                  </a:lnTo>
                  <a:lnTo>
                    <a:pt x="4378" y="7022"/>
                  </a:lnTo>
                  <a:lnTo>
                    <a:pt x="4317" y="7022"/>
                  </a:lnTo>
                  <a:cubicBezTo>
                    <a:pt x="4286" y="7022"/>
                    <a:pt x="4256" y="7052"/>
                    <a:pt x="4256" y="7082"/>
                  </a:cubicBezTo>
                  <a:lnTo>
                    <a:pt x="4256" y="7174"/>
                  </a:lnTo>
                  <a:cubicBezTo>
                    <a:pt x="4256" y="7234"/>
                    <a:pt x="3983" y="7386"/>
                    <a:pt x="3922" y="7386"/>
                  </a:cubicBezTo>
                  <a:cubicBezTo>
                    <a:pt x="3912" y="7390"/>
                    <a:pt x="3903" y="7391"/>
                    <a:pt x="3894" y="7391"/>
                  </a:cubicBezTo>
                  <a:cubicBezTo>
                    <a:pt x="3825" y="7391"/>
                    <a:pt x="3803" y="7289"/>
                    <a:pt x="3831" y="7234"/>
                  </a:cubicBezTo>
                  <a:cubicBezTo>
                    <a:pt x="3831" y="7220"/>
                    <a:pt x="3822" y="7214"/>
                    <a:pt x="3809" y="7214"/>
                  </a:cubicBezTo>
                  <a:cubicBezTo>
                    <a:pt x="3765" y="7214"/>
                    <a:pt x="3664" y="7279"/>
                    <a:pt x="3618" y="7326"/>
                  </a:cubicBezTo>
                  <a:cubicBezTo>
                    <a:pt x="3587" y="7356"/>
                    <a:pt x="3648" y="7538"/>
                    <a:pt x="3679" y="7599"/>
                  </a:cubicBezTo>
                  <a:cubicBezTo>
                    <a:pt x="3709" y="7660"/>
                    <a:pt x="3739" y="7721"/>
                    <a:pt x="3739" y="7781"/>
                  </a:cubicBezTo>
                  <a:lnTo>
                    <a:pt x="3739" y="7812"/>
                  </a:lnTo>
                  <a:cubicBezTo>
                    <a:pt x="3674" y="7877"/>
                    <a:pt x="3592" y="7907"/>
                    <a:pt x="3506" y="7907"/>
                  </a:cubicBezTo>
                  <a:cubicBezTo>
                    <a:pt x="3431" y="7907"/>
                    <a:pt x="3354" y="7885"/>
                    <a:pt x="3283" y="7842"/>
                  </a:cubicBezTo>
                  <a:lnTo>
                    <a:pt x="3253" y="7781"/>
                  </a:lnTo>
                  <a:cubicBezTo>
                    <a:pt x="3247" y="7770"/>
                    <a:pt x="3237" y="7765"/>
                    <a:pt x="3225" y="7765"/>
                  </a:cubicBezTo>
                  <a:cubicBezTo>
                    <a:pt x="3170" y="7765"/>
                    <a:pt x="3065" y="7859"/>
                    <a:pt x="3040" y="7933"/>
                  </a:cubicBezTo>
                  <a:cubicBezTo>
                    <a:pt x="3034" y="7940"/>
                    <a:pt x="3027" y="7943"/>
                    <a:pt x="3021" y="7943"/>
                  </a:cubicBezTo>
                  <a:cubicBezTo>
                    <a:pt x="2973" y="7943"/>
                    <a:pt x="2949" y="7741"/>
                    <a:pt x="2949" y="7660"/>
                  </a:cubicBezTo>
                  <a:cubicBezTo>
                    <a:pt x="2949" y="7599"/>
                    <a:pt x="3101" y="7508"/>
                    <a:pt x="3162" y="7478"/>
                  </a:cubicBezTo>
                  <a:cubicBezTo>
                    <a:pt x="3192" y="7478"/>
                    <a:pt x="3101" y="7447"/>
                    <a:pt x="2949" y="7417"/>
                  </a:cubicBezTo>
                  <a:lnTo>
                    <a:pt x="2797" y="7417"/>
                  </a:lnTo>
                  <a:lnTo>
                    <a:pt x="2645" y="7599"/>
                  </a:lnTo>
                  <a:lnTo>
                    <a:pt x="2584" y="7569"/>
                  </a:lnTo>
                  <a:lnTo>
                    <a:pt x="2493" y="7508"/>
                  </a:lnTo>
                  <a:cubicBezTo>
                    <a:pt x="2402" y="7417"/>
                    <a:pt x="2280" y="7356"/>
                    <a:pt x="2280" y="7356"/>
                  </a:cubicBezTo>
                  <a:cubicBezTo>
                    <a:pt x="2189" y="7447"/>
                    <a:pt x="2128" y="7569"/>
                    <a:pt x="2068" y="7660"/>
                  </a:cubicBezTo>
                  <a:lnTo>
                    <a:pt x="1976" y="7599"/>
                  </a:lnTo>
                  <a:lnTo>
                    <a:pt x="1764" y="7478"/>
                  </a:lnTo>
                  <a:cubicBezTo>
                    <a:pt x="1612" y="7569"/>
                    <a:pt x="1520" y="7721"/>
                    <a:pt x="1551" y="7903"/>
                  </a:cubicBezTo>
                  <a:cubicBezTo>
                    <a:pt x="1581" y="7964"/>
                    <a:pt x="1581" y="8055"/>
                    <a:pt x="1612" y="8146"/>
                  </a:cubicBezTo>
                  <a:cubicBezTo>
                    <a:pt x="1642" y="8177"/>
                    <a:pt x="1642" y="8207"/>
                    <a:pt x="1612" y="8207"/>
                  </a:cubicBezTo>
                  <a:cubicBezTo>
                    <a:pt x="1551" y="8177"/>
                    <a:pt x="1460" y="8146"/>
                    <a:pt x="1399" y="8085"/>
                  </a:cubicBezTo>
                  <a:cubicBezTo>
                    <a:pt x="1369" y="8025"/>
                    <a:pt x="1429" y="7842"/>
                    <a:pt x="1369" y="7781"/>
                  </a:cubicBezTo>
                  <a:lnTo>
                    <a:pt x="1095" y="7781"/>
                  </a:lnTo>
                  <a:cubicBezTo>
                    <a:pt x="1095" y="7812"/>
                    <a:pt x="1065" y="7903"/>
                    <a:pt x="1095" y="7994"/>
                  </a:cubicBezTo>
                  <a:lnTo>
                    <a:pt x="1034" y="8025"/>
                  </a:lnTo>
                  <a:cubicBezTo>
                    <a:pt x="973" y="8116"/>
                    <a:pt x="913" y="8207"/>
                    <a:pt x="730" y="8207"/>
                  </a:cubicBezTo>
                  <a:cubicBezTo>
                    <a:pt x="730" y="8237"/>
                    <a:pt x="791" y="8298"/>
                    <a:pt x="821" y="8298"/>
                  </a:cubicBezTo>
                  <a:cubicBezTo>
                    <a:pt x="848" y="8325"/>
                    <a:pt x="735" y="8491"/>
                    <a:pt x="645" y="8491"/>
                  </a:cubicBezTo>
                  <a:cubicBezTo>
                    <a:pt x="632" y="8491"/>
                    <a:pt x="620" y="8488"/>
                    <a:pt x="609" y="8481"/>
                  </a:cubicBezTo>
                  <a:cubicBezTo>
                    <a:pt x="600" y="8475"/>
                    <a:pt x="590" y="8472"/>
                    <a:pt x="580" y="8472"/>
                  </a:cubicBezTo>
                  <a:cubicBezTo>
                    <a:pt x="489" y="8472"/>
                    <a:pt x="365" y="8702"/>
                    <a:pt x="365" y="8785"/>
                  </a:cubicBezTo>
                  <a:cubicBezTo>
                    <a:pt x="388" y="8874"/>
                    <a:pt x="361" y="8930"/>
                    <a:pt x="321" y="8930"/>
                  </a:cubicBezTo>
                  <a:cubicBezTo>
                    <a:pt x="307" y="8930"/>
                    <a:pt x="291" y="8922"/>
                    <a:pt x="274" y="8906"/>
                  </a:cubicBezTo>
                  <a:lnTo>
                    <a:pt x="122" y="8906"/>
                  </a:lnTo>
                  <a:lnTo>
                    <a:pt x="92" y="8936"/>
                  </a:lnTo>
                  <a:cubicBezTo>
                    <a:pt x="92" y="8967"/>
                    <a:pt x="213" y="9088"/>
                    <a:pt x="244" y="9088"/>
                  </a:cubicBezTo>
                  <a:cubicBezTo>
                    <a:pt x="335" y="9088"/>
                    <a:pt x="426" y="9088"/>
                    <a:pt x="517" y="9058"/>
                  </a:cubicBezTo>
                  <a:cubicBezTo>
                    <a:pt x="546" y="9029"/>
                    <a:pt x="520" y="8752"/>
                    <a:pt x="596" y="8752"/>
                  </a:cubicBezTo>
                  <a:cubicBezTo>
                    <a:pt x="600" y="8752"/>
                    <a:pt x="604" y="8753"/>
                    <a:pt x="609" y="8754"/>
                  </a:cubicBezTo>
                  <a:cubicBezTo>
                    <a:pt x="730" y="8754"/>
                    <a:pt x="730" y="8845"/>
                    <a:pt x="730" y="8876"/>
                  </a:cubicBezTo>
                  <a:cubicBezTo>
                    <a:pt x="700" y="8906"/>
                    <a:pt x="852" y="8967"/>
                    <a:pt x="882" y="8997"/>
                  </a:cubicBezTo>
                  <a:cubicBezTo>
                    <a:pt x="943" y="8997"/>
                    <a:pt x="943" y="9119"/>
                    <a:pt x="943" y="9119"/>
                  </a:cubicBezTo>
                  <a:cubicBezTo>
                    <a:pt x="928" y="9134"/>
                    <a:pt x="928" y="9142"/>
                    <a:pt x="939" y="9142"/>
                  </a:cubicBezTo>
                  <a:cubicBezTo>
                    <a:pt x="951" y="9142"/>
                    <a:pt x="973" y="9134"/>
                    <a:pt x="1004" y="9119"/>
                  </a:cubicBezTo>
                  <a:lnTo>
                    <a:pt x="1065" y="9119"/>
                  </a:lnTo>
                  <a:lnTo>
                    <a:pt x="1186" y="9149"/>
                  </a:lnTo>
                  <a:cubicBezTo>
                    <a:pt x="1338" y="9210"/>
                    <a:pt x="1369" y="9301"/>
                    <a:pt x="1247" y="9362"/>
                  </a:cubicBezTo>
                  <a:lnTo>
                    <a:pt x="1217" y="9362"/>
                  </a:lnTo>
                  <a:cubicBezTo>
                    <a:pt x="1188" y="9343"/>
                    <a:pt x="1166" y="9336"/>
                    <a:pt x="1149" y="9336"/>
                  </a:cubicBezTo>
                  <a:cubicBezTo>
                    <a:pt x="1112" y="9336"/>
                    <a:pt x="1104" y="9371"/>
                    <a:pt x="1125" y="9392"/>
                  </a:cubicBezTo>
                  <a:cubicBezTo>
                    <a:pt x="1125" y="9453"/>
                    <a:pt x="1186" y="9514"/>
                    <a:pt x="1186" y="9514"/>
                  </a:cubicBezTo>
                  <a:lnTo>
                    <a:pt x="1125" y="9605"/>
                  </a:lnTo>
                  <a:cubicBezTo>
                    <a:pt x="1034" y="9544"/>
                    <a:pt x="943" y="9514"/>
                    <a:pt x="852" y="9484"/>
                  </a:cubicBezTo>
                  <a:lnTo>
                    <a:pt x="761" y="9544"/>
                  </a:lnTo>
                  <a:lnTo>
                    <a:pt x="669" y="9605"/>
                  </a:lnTo>
                  <a:cubicBezTo>
                    <a:pt x="548" y="9666"/>
                    <a:pt x="700" y="9727"/>
                    <a:pt x="761" y="9727"/>
                  </a:cubicBezTo>
                  <a:cubicBezTo>
                    <a:pt x="852" y="9757"/>
                    <a:pt x="791" y="9818"/>
                    <a:pt x="639" y="9879"/>
                  </a:cubicBezTo>
                  <a:lnTo>
                    <a:pt x="487" y="9879"/>
                  </a:lnTo>
                  <a:lnTo>
                    <a:pt x="122" y="9909"/>
                  </a:lnTo>
                  <a:cubicBezTo>
                    <a:pt x="61" y="10092"/>
                    <a:pt x="31" y="10244"/>
                    <a:pt x="1" y="10426"/>
                  </a:cubicBezTo>
                  <a:cubicBezTo>
                    <a:pt x="61" y="10456"/>
                    <a:pt x="153" y="10487"/>
                    <a:pt x="213" y="10487"/>
                  </a:cubicBezTo>
                  <a:lnTo>
                    <a:pt x="274" y="10517"/>
                  </a:lnTo>
                  <a:cubicBezTo>
                    <a:pt x="335" y="10578"/>
                    <a:pt x="396" y="10669"/>
                    <a:pt x="396" y="10730"/>
                  </a:cubicBezTo>
                  <a:cubicBezTo>
                    <a:pt x="396" y="10791"/>
                    <a:pt x="396" y="10851"/>
                    <a:pt x="396" y="10912"/>
                  </a:cubicBezTo>
                  <a:lnTo>
                    <a:pt x="396" y="10973"/>
                  </a:lnTo>
                  <a:cubicBezTo>
                    <a:pt x="373" y="11041"/>
                    <a:pt x="453" y="11076"/>
                    <a:pt x="520" y="11076"/>
                  </a:cubicBezTo>
                  <a:cubicBezTo>
                    <a:pt x="542" y="11076"/>
                    <a:pt x="563" y="11072"/>
                    <a:pt x="578" y="11064"/>
                  </a:cubicBezTo>
                  <a:cubicBezTo>
                    <a:pt x="609" y="11064"/>
                    <a:pt x="639" y="10973"/>
                    <a:pt x="609" y="10851"/>
                  </a:cubicBezTo>
                  <a:lnTo>
                    <a:pt x="639" y="10821"/>
                  </a:lnTo>
                  <a:lnTo>
                    <a:pt x="700" y="10791"/>
                  </a:lnTo>
                  <a:cubicBezTo>
                    <a:pt x="821" y="10882"/>
                    <a:pt x="913" y="10943"/>
                    <a:pt x="1034" y="11003"/>
                  </a:cubicBezTo>
                  <a:lnTo>
                    <a:pt x="1186" y="11003"/>
                  </a:lnTo>
                  <a:cubicBezTo>
                    <a:pt x="1186" y="11003"/>
                    <a:pt x="1125" y="11155"/>
                    <a:pt x="1095" y="11155"/>
                  </a:cubicBezTo>
                  <a:cubicBezTo>
                    <a:pt x="1065" y="11155"/>
                    <a:pt x="1186" y="11490"/>
                    <a:pt x="1065" y="11520"/>
                  </a:cubicBezTo>
                  <a:cubicBezTo>
                    <a:pt x="943" y="11581"/>
                    <a:pt x="913" y="11763"/>
                    <a:pt x="913" y="11824"/>
                  </a:cubicBezTo>
                  <a:cubicBezTo>
                    <a:pt x="913" y="11885"/>
                    <a:pt x="943" y="11915"/>
                    <a:pt x="973" y="11976"/>
                  </a:cubicBezTo>
                  <a:lnTo>
                    <a:pt x="1095" y="11976"/>
                  </a:lnTo>
                  <a:lnTo>
                    <a:pt x="1156" y="11854"/>
                  </a:lnTo>
                  <a:cubicBezTo>
                    <a:pt x="1176" y="11773"/>
                    <a:pt x="1250" y="11719"/>
                    <a:pt x="1325" y="11719"/>
                  </a:cubicBezTo>
                  <a:cubicBezTo>
                    <a:pt x="1362" y="11719"/>
                    <a:pt x="1399" y="11733"/>
                    <a:pt x="1429" y="11763"/>
                  </a:cubicBezTo>
                  <a:cubicBezTo>
                    <a:pt x="1452" y="11808"/>
                    <a:pt x="1490" y="11836"/>
                    <a:pt x="1533" y="11836"/>
                  </a:cubicBezTo>
                  <a:cubicBezTo>
                    <a:pt x="1549" y="11836"/>
                    <a:pt x="1565" y="11832"/>
                    <a:pt x="1581" y="11824"/>
                  </a:cubicBezTo>
                  <a:lnTo>
                    <a:pt x="1855" y="11824"/>
                  </a:lnTo>
                  <a:cubicBezTo>
                    <a:pt x="1855" y="11861"/>
                    <a:pt x="1866" y="11875"/>
                    <a:pt x="1882" y="11875"/>
                  </a:cubicBezTo>
                  <a:cubicBezTo>
                    <a:pt x="1920" y="11875"/>
                    <a:pt x="1986" y="11797"/>
                    <a:pt x="2007" y="11733"/>
                  </a:cubicBezTo>
                  <a:cubicBezTo>
                    <a:pt x="2037" y="11642"/>
                    <a:pt x="2098" y="11611"/>
                    <a:pt x="2189" y="11551"/>
                  </a:cubicBezTo>
                  <a:cubicBezTo>
                    <a:pt x="2280" y="11702"/>
                    <a:pt x="2372" y="11854"/>
                    <a:pt x="2463" y="12006"/>
                  </a:cubicBezTo>
                  <a:lnTo>
                    <a:pt x="2828" y="11824"/>
                  </a:lnTo>
                  <a:cubicBezTo>
                    <a:pt x="2888" y="11885"/>
                    <a:pt x="2888" y="11976"/>
                    <a:pt x="2888" y="12067"/>
                  </a:cubicBezTo>
                  <a:lnTo>
                    <a:pt x="2828" y="12128"/>
                  </a:lnTo>
                  <a:lnTo>
                    <a:pt x="2797" y="12158"/>
                  </a:lnTo>
                  <a:cubicBezTo>
                    <a:pt x="2706" y="12158"/>
                    <a:pt x="2615" y="12219"/>
                    <a:pt x="2584" y="12310"/>
                  </a:cubicBezTo>
                  <a:lnTo>
                    <a:pt x="2706" y="12280"/>
                  </a:lnTo>
                  <a:cubicBezTo>
                    <a:pt x="2761" y="12280"/>
                    <a:pt x="2826" y="12247"/>
                    <a:pt x="2850" y="12247"/>
                  </a:cubicBezTo>
                  <a:cubicBezTo>
                    <a:pt x="2866" y="12247"/>
                    <a:pt x="2864" y="12262"/>
                    <a:pt x="2828" y="12310"/>
                  </a:cubicBezTo>
                  <a:cubicBezTo>
                    <a:pt x="2767" y="12462"/>
                    <a:pt x="2797" y="12523"/>
                    <a:pt x="2919" y="12554"/>
                  </a:cubicBezTo>
                  <a:lnTo>
                    <a:pt x="3101" y="12614"/>
                  </a:lnTo>
                  <a:cubicBezTo>
                    <a:pt x="3101" y="12569"/>
                    <a:pt x="3131" y="12554"/>
                    <a:pt x="3169" y="12554"/>
                  </a:cubicBezTo>
                  <a:cubicBezTo>
                    <a:pt x="3207" y="12554"/>
                    <a:pt x="3253" y="12569"/>
                    <a:pt x="3283" y="12584"/>
                  </a:cubicBezTo>
                  <a:cubicBezTo>
                    <a:pt x="3314" y="12599"/>
                    <a:pt x="3435" y="12614"/>
                    <a:pt x="3557" y="12614"/>
                  </a:cubicBezTo>
                  <a:cubicBezTo>
                    <a:pt x="3679" y="12614"/>
                    <a:pt x="3800" y="12599"/>
                    <a:pt x="3831" y="12554"/>
                  </a:cubicBezTo>
                  <a:cubicBezTo>
                    <a:pt x="3867" y="12499"/>
                    <a:pt x="3914" y="12488"/>
                    <a:pt x="3947" y="12488"/>
                  </a:cubicBezTo>
                  <a:cubicBezTo>
                    <a:pt x="3968" y="12488"/>
                    <a:pt x="3983" y="12493"/>
                    <a:pt x="3983" y="12493"/>
                  </a:cubicBezTo>
                  <a:cubicBezTo>
                    <a:pt x="3987" y="12497"/>
                    <a:pt x="3993" y="12499"/>
                    <a:pt x="4000" y="12499"/>
                  </a:cubicBezTo>
                  <a:cubicBezTo>
                    <a:pt x="4046" y="12499"/>
                    <a:pt x="4143" y="12428"/>
                    <a:pt x="4195" y="12402"/>
                  </a:cubicBezTo>
                  <a:cubicBezTo>
                    <a:pt x="4226" y="12341"/>
                    <a:pt x="4438" y="12158"/>
                    <a:pt x="4408" y="12098"/>
                  </a:cubicBezTo>
                  <a:cubicBezTo>
                    <a:pt x="4408" y="12037"/>
                    <a:pt x="4682" y="12006"/>
                    <a:pt x="4803" y="12006"/>
                  </a:cubicBezTo>
                  <a:cubicBezTo>
                    <a:pt x="4925" y="12006"/>
                    <a:pt x="4955" y="12158"/>
                    <a:pt x="4925" y="12189"/>
                  </a:cubicBezTo>
                  <a:cubicBezTo>
                    <a:pt x="4894" y="12250"/>
                    <a:pt x="4925" y="12310"/>
                    <a:pt x="4925" y="12310"/>
                  </a:cubicBezTo>
                  <a:cubicBezTo>
                    <a:pt x="4986" y="12250"/>
                    <a:pt x="5046" y="12219"/>
                    <a:pt x="5077" y="12158"/>
                  </a:cubicBezTo>
                  <a:cubicBezTo>
                    <a:pt x="5090" y="12145"/>
                    <a:pt x="5103" y="12139"/>
                    <a:pt x="5115" y="12139"/>
                  </a:cubicBezTo>
                  <a:cubicBezTo>
                    <a:pt x="5161" y="12139"/>
                    <a:pt x="5198" y="12221"/>
                    <a:pt x="5198" y="12341"/>
                  </a:cubicBezTo>
                  <a:lnTo>
                    <a:pt x="5107" y="12462"/>
                  </a:lnTo>
                  <a:cubicBezTo>
                    <a:pt x="5077" y="12493"/>
                    <a:pt x="5107" y="12554"/>
                    <a:pt x="5138" y="12554"/>
                  </a:cubicBezTo>
                  <a:cubicBezTo>
                    <a:pt x="5158" y="12564"/>
                    <a:pt x="5175" y="12567"/>
                    <a:pt x="5189" y="12567"/>
                  </a:cubicBezTo>
                  <a:cubicBezTo>
                    <a:pt x="5219" y="12567"/>
                    <a:pt x="5239" y="12554"/>
                    <a:pt x="5259" y="12554"/>
                  </a:cubicBezTo>
                  <a:lnTo>
                    <a:pt x="5320" y="12462"/>
                  </a:lnTo>
                  <a:cubicBezTo>
                    <a:pt x="5369" y="12397"/>
                    <a:pt x="5409" y="12367"/>
                    <a:pt x="5436" y="12367"/>
                  </a:cubicBezTo>
                  <a:cubicBezTo>
                    <a:pt x="5459" y="12367"/>
                    <a:pt x="5472" y="12390"/>
                    <a:pt x="5472" y="12432"/>
                  </a:cubicBezTo>
                  <a:lnTo>
                    <a:pt x="5502" y="12432"/>
                  </a:lnTo>
                  <a:cubicBezTo>
                    <a:pt x="5624" y="12462"/>
                    <a:pt x="5715" y="12462"/>
                    <a:pt x="5837" y="12493"/>
                  </a:cubicBezTo>
                  <a:cubicBezTo>
                    <a:pt x="5949" y="12493"/>
                    <a:pt x="5880" y="12648"/>
                    <a:pt x="6012" y="12648"/>
                  </a:cubicBezTo>
                  <a:cubicBezTo>
                    <a:pt x="6023" y="12648"/>
                    <a:pt x="6035" y="12647"/>
                    <a:pt x="6049" y="12645"/>
                  </a:cubicBezTo>
                  <a:lnTo>
                    <a:pt x="6262" y="12614"/>
                  </a:lnTo>
                  <a:cubicBezTo>
                    <a:pt x="6536" y="12614"/>
                    <a:pt x="6718" y="12432"/>
                    <a:pt x="6718" y="12341"/>
                  </a:cubicBezTo>
                  <a:cubicBezTo>
                    <a:pt x="6688" y="12280"/>
                    <a:pt x="6840" y="12189"/>
                    <a:pt x="7022" y="12189"/>
                  </a:cubicBezTo>
                  <a:lnTo>
                    <a:pt x="7113" y="12280"/>
                  </a:lnTo>
                  <a:lnTo>
                    <a:pt x="7296" y="12402"/>
                  </a:lnTo>
                  <a:cubicBezTo>
                    <a:pt x="7539" y="12462"/>
                    <a:pt x="7843" y="12493"/>
                    <a:pt x="7964" y="12523"/>
                  </a:cubicBezTo>
                  <a:lnTo>
                    <a:pt x="8025" y="12584"/>
                  </a:lnTo>
                  <a:cubicBezTo>
                    <a:pt x="8051" y="12610"/>
                    <a:pt x="8074" y="12619"/>
                    <a:pt x="8097" y="12619"/>
                  </a:cubicBezTo>
                  <a:cubicBezTo>
                    <a:pt x="8144" y="12619"/>
                    <a:pt x="8187" y="12579"/>
                    <a:pt x="8238" y="12579"/>
                  </a:cubicBezTo>
                  <a:cubicBezTo>
                    <a:pt x="8248" y="12579"/>
                    <a:pt x="8258" y="12580"/>
                    <a:pt x="8268" y="12584"/>
                  </a:cubicBezTo>
                  <a:lnTo>
                    <a:pt x="8542" y="12736"/>
                  </a:lnTo>
                  <a:lnTo>
                    <a:pt x="8633" y="12736"/>
                  </a:lnTo>
                  <a:cubicBezTo>
                    <a:pt x="8724" y="12645"/>
                    <a:pt x="8876" y="12675"/>
                    <a:pt x="8937" y="12645"/>
                  </a:cubicBezTo>
                  <a:lnTo>
                    <a:pt x="9028" y="12584"/>
                  </a:lnTo>
                  <a:cubicBezTo>
                    <a:pt x="9103" y="12509"/>
                    <a:pt x="9178" y="12454"/>
                    <a:pt x="9203" y="12454"/>
                  </a:cubicBezTo>
                  <a:cubicBezTo>
                    <a:pt x="9208" y="12454"/>
                    <a:pt x="9211" y="12457"/>
                    <a:pt x="9211" y="12462"/>
                  </a:cubicBezTo>
                  <a:cubicBezTo>
                    <a:pt x="9241" y="12462"/>
                    <a:pt x="9302" y="12554"/>
                    <a:pt x="9393" y="12645"/>
                  </a:cubicBezTo>
                  <a:lnTo>
                    <a:pt x="9636" y="12584"/>
                  </a:lnTo>
                  <a:lnTo>
                    <a:pt x="9697" y="12584"/>
                  </a:lnTo>
                  <a:cubicBezTo>
                    <a:pt x="9788" y="12614"/>
                    <a:pt x="9879" y="12675"/>
                    <a:pt x="9940" y="12736"/>
                  </a:cubicBezTo>
                  <a:lnTo>
                    <a:pt x="10031" y="12797"/>
                  </a:lnTo>
                  <a:lnTo>
                    <a:pt x="10214" y="12949"/>
                  </a:lnTo>
                  <a:cubicBezTo>
                    <a:pt x="10335" y="12858"/>
                    <a:pt x="10457" y="12766"/>
                    <a:pt x="10548" y="12675"/>
                  </a:cubicBezTo>
                  <a:lnTo>
                    <a:pt x="10730" y="12675"/>
                  </a:lnTo>
                  <a:cubicBezTo>
                    <a:pt x="10852" y="12645"/>
                    <a:pt x="10913" y="12523"/>
                    <a:pt x="11004" y="12432"/>
                  </a:cubicBezTo>
                  <a:cubicBezTo>
                    <a:pt x="11065" y="12432"/>
                    <a:pt x="11065" y="12706"/>
                    <a:pt x="11034" y="12797"/>
                  </a:cubicBezTo>
                  <a:cubicBezTo>
                    <a:pt x="11009" y="12872"/>
                    <a:pt x="11108" y="12926"/>
                    <a:pt x="11177" y="12926"/>
                  </a:cubicBezTo>
                  <a:cubicBezTo>
                    <a:pt x="11192" y="12926"/>
                    <a:pt x="11206" y="12924"/>
                    <a:pt x="11217" y="12918"/>
                  </a:cubicBezTo>
                  <a:cubicBezTo>
                    <a:pt x="11265" y="12918"/>
                    <a:pt x="11450" y="12841"/>
                    <a:pt x="11553" y="12841"/>
                  </a:cubicBezTo>
                  <a:cubicBezTo>
                    <a:pt x="11579" y="12841"/>
                    <a:pt x="11600" y="12845"/>
                    <a:pt x="11612" y="12858"/>
                  </a:cubicBezTo>
                  <a:cubicBezTo>
                    <a:pt x="11703" y="12949"/>
                    <a:pt x="11764" y="13010"/>
                    <a:pt x="11855" y="13101"/>
                  </a:cubicBezTo>
                  <a:lnTo>
                    <a:pt x="11977" y="13101"/>
                  </a:lnTo>
                  <a:cubicBezTo>
                    <a:pt x="12068" y="13101"/>
                    <a:pt x="12159" y="13192"/>
                    <a:pt x="12250" y="13192"/>
                  </a:cubicBezTo>
                  <a:lnTo>
                    <a:pt x="12372" y="13192"/>
                  </a:lnTo>
                  <a:cubicBezTo>
                    <a:pt x="12463" y="13192"/>
                    <a:pt x="12585" y="13192"/>
                    <a:pt x="12676" y="13222"/>
                  </a:cubicBezTo>
                  <a:cubicBezTo>
                    <a:pt x="12706" y="13253"/>
                    <a:pt x="12706" y="13283"/>
                    <a:pt x="12676" y="13283"/>
                  </a:cubicBezTo>
                  <a:cubicBezTo>
                    <a:pt x="12645" y="13313"/>
                    <a:pt x="12585" y="13344"/>
                    <a:pt x="12554" y="13344"/>
                  </a:cubicBezTo>
                  <a:cubicBezTo>
                    <a:pt x="12519" y="13334"/>
                    <a:pt x="12481" y="13330"/>
                    <a:pt x="12441" y="13330"/>
                  </a:cubicBezTo>
                  <a:cubicBezTo>
                    <a:pt x="12363" y="13330"/>
                    <a:pt x="12279" y="13344"/>
                    <a:pt x="12201" y="13344"/>
                  </a:cubicBezTo>
                  <a:cubicBezTo>
                    <a:pt x="12083" y="13344"/>
                    <a:pt x="11977" y="13313"/>
                    <a:pt x="11916" y="13161"/>
                  </a:cubicBezTo>
                  <a:cubicBezTo>
                    <a:pt x="11855" y="13161"/>
                    <a:pt x="11825" y="13161"/>
                    <a:pt x="11794" y="13192"/>
                  </a:cubicBezTo>
                  <a:lnTo>
                    <a:pt x="11703" y="13253"/>
                  </a:lnTo>
                  <a:cubicBezTo>
                    <a:pt x="11664" y="13312"/>
                    <a:pt x="11612" y="13345"/>
                    <a:pt x="11555" y="13345"/>
                  </a:cubicBezTo>
                  <a:cubicBezTo>
                    <a:pt x="11524" y="13345"/>
                    <a:pt x="11492" y="13335"/>
                    <a:pt x="11460" y="13313"/>
                  </a:cubicBezTo>
                  <a:cubicBezTo>
                    <a:pt x="11456" y="13306"/>
                    <a:pt x="11451" y="13303"/>
                    <a:pt x="11445" y="13303"/>
                  </a:cubicBezTo>
                  <a:cubicBezTo>
                    <a:pt x="11401" y="13303"/>
                    <a:pt x="11304" y="13477"/>
                    <a:pt x="11278" y="13557"/>
                  </a:cubicBezTo>
                  <a:cubicBezTo>
                    <a:pt x="11256" y="13589"/>
                    <a:pt x="11188" y="13598"/>
                    <a:pt x="11103" y="13598"/>
                  </a:cubicBezTo>
                  <a:cubicBezTo>
                    <a:pt x="10986" y="13598"/>
                    <a:pt x="10836" y="13581"/>
                    <a:pt x="10727" y="13581"/>
                  </a:cubicBezTo>
                  <a:cubicBezTo>
                    <a:pt x="10693" y="13581"/>
                    <a:pt x="10663" y="13582"/>
                    <a:pt x="10639" y="13587"/>
                  </a:cubicBezTo>
                  <a:cubicBezTo>
                    <a:pt x="10487" y="13648"/>
                    <a:pt x="10335" y="13739"/>
                    <a:pt x="10214" y="13830"/>
                  </a:cubicBezTo>
                  <a:lnTo>
                    <a:pt x="10244" y="13921"/>
                  </a:lnTo>
                  <a:lnTo>
                    <a:pt x="10274" y="13952"/>
                  </a:lnTo>
                  <a:cubicBezTo>
                    <a:pt x="10139" y="14064"/>
                    <a:pt x="9970" y="14127"/>
                    <a:pt x="9806" y="14127"/>
                  </a:cubicBezTo>
                  <a:cubicBezTo>
                    <a:pt x="9748" y="14127"/>
                    <a:pt x="9691" y="14119"/>
                    <a:pt x="9636" y="14104"/>
                  </a:cubicBezTo>
                  <a:cubicBezTo>
                    <a:pt x="9454" y="14013"/>
                    <a:pt x="9393" y="13891"/>
                    <a:pt x="9423" y="13861"/>
                  </a:cubicBezTo>
                  <a:cubicBezTo>
                    <a:pt x="9484" y="13800"/>
                    <a:pt x="9211" y="13648"/>
                    <a:pt x="9089" y="13617"/>
                  </a:cubicBezTo>
                  <a:cubicBezTo>
                    <a:pt x="8967" y="13617"/>
                    <a:pt x="8876" y="13678"/>
                    <a:pt x="8876" y="13769"/>
                  </a:cubicBezTo>
                  <a:lnTo>
                    <a:pt x="9119" y="13769"/>
                  </a:lnTo>
                  <a:cubicBezTo>
                    <a:pt x="9150" y="13769"/>
                    <a:pt x="9180" y="13769"/>
                    <a:pt x="9180" y="13800"/>
                  </a:cubicBezTo>
                  <a:lnTo>
                    <a:pt x="9180" y="13891"/>
                  </a:lnTo>
                  <a:lnTo>
                    <a:pt x="9028" y="13982"/>
                  </a:lnTo>
                  <a:cubicBezTo>
                    <a:pt x="8904" y="14032"/>
                    <a:pt x="8760" y="14081"/>
                    <a:pt x="8595" y="14081"/>
                  </a:cubicBezTo>
                  <a:cubicBezTo>
                    <a:pt x="8558" y="14081"/>
                    <a:pt x="8520" y="14079"/>
                    <a:pt x="8481" y="14073"/>
                  </a:cubicBezTo>
                  <a:cubicBezTo>
                    <a:pt x="8420" y="14043"/>
                    <a:pt x="8512" y="13739"/>
                    <a:pt x="8451" y="13709"/>
                  </a:cubicBezTo>
                  <a:cubicBezTo>
                    <a:pt x="8420" y="13693"/>
                    <a:pt x="8390" y="13686"/>
                    <a:pt x="8363" y="13686"/>
                  </a:cubicBezTo>
                  <a:cubicBezTo>
                    <a:pt x="8337" y="13686"/>
                    <a:pt x="8314" y="13693"/>
                    <a:pt x="8299" y="13709"/>
                  </a:cubicBezTo>
                  <a:cubicBezTo>
                    <a:pt x="8268" y="13709"/>
                    <a:pt x="8238" y="13921"/>
                    <a:pt x="8177" y="14165"/>
                  </a:cubicBezTo>
                  <a:lnTo>
                    <a:pt x="7843" y="14256"/>
                  </a:lnTo>
                  <a:lnTo>
                    <a:pt x="7752" y="14286"/>
                  </a:lnTo>
                  <a:cubicBezTo>
                    <a:pt x="7721" y="14301"/>
                    <a:pt x="7676" y="14309"/>
                    <a:pt x="7630" y="14309"/>
                  </a:cubicBezTo>
                  <a:cubicBezTo>
                    <a:pt x="7584" y="14309"/>
                    <a:pt x="7539" y="14301"/>
                    <a:pt x="7508" y="14286"/>
                  </a:cubicBezTo>
                  <a:cubicBezTo>
                    <a:pt x="7502" y="14280"/>
                    <a:pt x="7494" y="14278"/>
                    <a:pt x="7484" y="14278"/>
                  </a:cubicBezTo>
                  <a:cubicBezTo>
                    <a:pt x="7443" y="14278"/>
                    <a:pt x="7375" y="14317"/>
                    <a:pt x="7326" y="14317"/>
                  </a:cubicBezTo>
                  <a:cubicBezTo>
                    <a:pt x="7311" y="14332"/>
                    <a:pt x="7296" y="14339"/>
                    <a:pt x="7280" y="14339"/>
                  </a:cubicBezTo>
                  <a:cubicBezTo>
                    <a:pt x="7265" y="14339"/>
                    <a:pt x="7250" y="14332"/>
                    <a:pt x="7235" y="14317"/>
                  </a:cubicBezTo>
                  <a:cubicBezTo>
                    <a:pt x="7174" y="14225"/>
                    <a:pt x="7144" y="14104"/>
                    <a:pt x="7083" y="14013"/>
                  </a:cubicBezTo>
                  <a:lnTo>
                    <a:pt x="6870" y="13952"/>
                  </a:lnTo>
                  <a:lnTo>
                    <a:pt x="6840" y="13952"/>
                  </a:lnTo>
                  <a:cubicBezTo>
                    <a:pt x="6840" y="13861"/>
                    <a:pt x="6779" y="13861"/>
                    <a:pt x="6749" y="13861"/>
                  </a:cubicBezTo>
                  <a:cubicBezTo>
                    <a:pt x="6718" y="13952"/>
                    <a:pt x="6688" y="14043"/>
                    <a:pt x="6657" y="14134"/>
                  </a:cubicBezTo>
                  <a:lnTo>
                    <a:pt x="6353" y="13982"/>
                  </a:lnTo>
                  <a:cubicBezTo>
                    <a:pt x="6338" y="13967"/>
                    <a:pt x="6323" y="13959"/>
                    <a:pt x="6308" y="13959"/>
                  </a:cubicBezTo>
                  <a:cubicBezTo>
                    <a:pt x="6293" y="13959"/>
                    <a:pt x="6277" y="13967"/>
                    <a:pt x="6262" y="13982"/>
                  </a:cubicBezTo>
                  <a:cubicBezTo>
                    <a:pt x="6262" y="13982"/>
                    <a:pt x="6232" y="14043"/>
                    <a:pt x="6232" y="14043"/>
                  </a:cubicBezTo>
                  <a:lnTo>
                    <a:pt x="6445" y="14256"/>
                  </a:lnTo>
                  <a:cubicBezTo>
                    <a:pt x="6232" y="14286"/>
                    <a:pt x="6019" y="14347"/>
                    <a:pt x="5837" y="14408"/>
                  </a:cubicBezTo>
                  <a:lnTo>
                    <a:pt x="5745" y="14377"/>
                  </a:lnTo>
                  <a:lnTo>
                    <a:pt x="5685" y="14317"/>
                  </a:lnTo>
                  <a:cubicBezTo>
                    <a:pt x="5660" y="14216"/>
                    <a:pt x="5572" y="14157"/>
                    <a:pt x="5473" y="14157"/>
                  </a:cubicBezTo>
                  <a:cubicBezTo>
                    <a:pt x="5453" y="14157"/>
                    <a:pt x="5432" y="14159"/>
                    <a:pt x="5411" y="14165"/>
                  </a:cubicBezTo>
                  <a:lnTo>
                    <a:pt x="5320" y="14165"/>
                  </a:lnTo>
                  <a:cubicBezTo>
                    <a:pt x="5320" y="14195"/>
                    <a:pt x="5350" y="14225"/>
                    <a:pt x="5442" y="14225"/>
                  </a:cubicBezTo>
                  <a:lnTo>
                    <a:pt x="5594" y="14225"/>
                  </a:lnTo>
                  <a:cubicBezTo>
                    <a:pt x="5594" y="14286"/>
                    <a:pt x="5594" y="14317"/>
                    <a:pt x="5594" y="14347"/>
                  </a:cubicBezTo>
                  <a:lnTo>
                    <a:pt x="5381" y="14347"/>
                  </a:lnTo>
                  <a:cubicBezTo>
                    <a:pt x="5350" y="14357"/>
                    <a:pt x="5318" y="14361"/>
                    <a:pt x="5285" y="14361"/>
                  </a:cubicBezTo>
                  <a:cubicBezTo>
                    <a:pt x="5122" y="14361"/>
                    <a:pt x="4940" y="14256"/>
                    <a:pt x="4864" y="14256"/>
                  </a:cubicBezTo>
                  <a:cubicBezTo>
                    <a:pt x="4773" y="14256"/>
                    <a:pt x="4651" y="14225"/>
                    <a:pt x="4560" y="14225"/>
                  </a:cubicBezTo>
                  <a:cubicBezTo>
                    <a:pt x="4549" y="14220"/>
                    <a:pt x="4539" y="14217"/>
                    <a:pt x="4530" y="14217"/>
                  </a:cubicBezTo>
                  <a:cubicBezTo>
                    <a:pt x="4492" y="14217"/>
                    <a:pt x="4486" y="14267"/>
                    <a:pt x="4560" y="14317"/>
                  </a:cubicBezTo>
                  <a:lnTo>
                    <a:pt x="4590" y="14317"/>
                  </a:lnTo>
                  <a:cubicBezTo>
                    <a:pt x="4773" y="14408"/>
                    <a:pt x="4590" y="14438"/>
                    <a:pt x="4590" y="14529"/>
                  </a:cubicBezTo>
                  <a:cubicBezTo>
                    <a:pt x="4590" y="14610"/>
                    <a:pt x="4536" y="14637"/>
                    <a:pt x="4482" y="14637"/>
                  </a:cubicBezTo>
                  <a:cubicBezTo>
                    <a:pt x="4455" y="14637"/>
                    <a:pt x="4428" y="14631"/>
                    <a:pt x="4408" y="14620"/>
                  </a:cubicBezTo>
                  <a:lnTo>
                    <a:pt x="4195" y="14529"/>
                  </a:lnTo>
                  <a:cubicBezTo>
                    <a:pt x="3952" y="14620"/>
                    <a:pt x="3557" y="14560"/>
                    <a:pt x="3496" y="14620"/>
                  </a:cubicBezTo>
                  <a:cubicBezTo>
                    <a:pt x="3405" y="14681"/>
                    <a:pt x="3283" y="14742"/>
                    <a:pt x="3192" y="14772"/>
                  </a:cubicBezTo>
                  <a:lnTo>
                    <a:pt x="3162" y="14620"/>
                  </a:lnTo>
                  <a:cubicBezTo>
                    <a:pt x="3143" y="14582"/>
                    <a:pt x="3111" y="14544"/>
                    <a:pt x="3091" y="14544"/>
                  </a:cubicBezTo>
                  <a:cubicBezTo>
                    <a:pt x="3079" y="14544"/>
                    <a:pt x="3071" y="14557"/>
                    <a:pt x="3071" y="14590"/>
                  </a:cubicBezTo>
                  <a:lnTo>
                    <a:pt x="3040" y="14742"/>
                  </a:lnTo>
                  <a:cubicBezTo>
                    <a:pt x="2888" y="14894"/>
                    <a:pt x="2797" y="15076"/>
                    <a:pt x="2706" y="15289"/>
                  </a:cubicBezTo>
                  <a:cubicBezTo>
                    <a:pt x="2686" y="15318"/>
                    <a:pt x="2664" y="15332"/>
                    <a:pt x="2640" y="15332"/>
                  </a:cubicBezTo>
                  <a:cubicBezTo>
                    <a:pt x="2590" y="15332"/>
                    <a:pt x="2534" y="15271"/>
                    <a:pt x="2493" y="15168"/>
                  </a:cubicBezTo>
                  <a:lnTo>
                    <a:pt x="2645" y="14894"/>
                  </a:lnTo>
                  <a:lnTo>
                    <a:pt x="2706" y="14803"/>
                  </a:lnTo>
                  <a:cubicBezTo>
                    <a:pt x="2767" y="14681"/>
                    <a:pt x="2797" y="14560"/>
                    <a:pt x="2797" y="14438"/>
                  </a:cubicBezTo>
                  <a:lnTo>
                    <a:pt x="2797" y="14438"/>
                  </a:lnTo>
                  <a:lnTo>
                    <a:pt x="2706" y="14529"/>
                  </a:lnTo>
                  <a:cubicBezTo>
                    <a:pt x="2693" y="14521"/>
                    <a:pt x="2681" y="14517"/>
                    <a:pt x="2670" y="14517"/>
                  </a:cubicBezTo>
                  <a:cubicBezTo>
                    <a:pt x="2599" y="14517"/>
                    <a:pt x="2554" y="14659"/>
                    <a:pt x="2554" y="14712"/>
                  </a:cubicBezTo>
                  <a:cubicBezTo>
                    <a:pt x="2554" y="14745"/>
                    <a:pt x="2517" y="14769"/>
                    <a:pt x="2464" y="14769"/>
                  </a:cubicBezTo>
                  <a:cubicBezTo>
                    <a:pt x="2421" y="14769"/>
                    <a:pt x="2366" y="14753"/>
                    <a:pt x="2311" y="14712"/>
                  </a:cubicBezTo>
                  <a:lnTo>
                    <a:pt x="2220" y="14651"/>
                  </a:lnTo>
                  <a:lnTo>
                    <a:pt x="2128" y="14560"/>
                  </a:lnTo>
                  <a:cubicBezTo>
                    <a:pt x="1946" y="14499"/>
                    <a:pt x="1885" y="14377"/>
                    <a:pt x="2007" y="14286"/>
                  </a:cubicBezTo>
                  <a:lnTo>
                    <a:pt x="2007" y="14225"/>
                  </a:lnTo>
                  <a:lnTo>
                    <a:pt x="2007" y="14134"/>
                  </a:lnTo>
                  <a:cubicBezTo>
                    <a:pt x="1978" y="14086"/>
                    <a:pt x="1941" y="14069"/>
                    <a:pt x="1902" y="14069"/>
                  </a:cubicBezTo>
                  <a:cubicBezTo>
                    <a:pt x="1819" y="14069"/>
                    <a:pt x="1733" y="14153"/>
                    <a:pt x="1733" y="14195"/>
                  </a:cubicBezTo>
                  <a:cubicBezTo>
                    <a:pt x="1710" y="14263"/>
                    <a:pt x="1585" y="14298"/>
                    <a:pt x="1498" y="14298"/>
                  </a:cubicBezTo>
                  <a:cubicBezTo>
                    <a:pt x="1469" y="14298"/>
                    <a:pt x="1445" y="14294"/>
                    <a:pt x="1429" y="14286"/>
                  </a:cubicBezTo>
                  <a:lnTo>
                    <a:pt x="1429" y="14286"/>
                  </a:lnTo>
                  <a:cubicBezTo>
                    <a:pt x="1369" y="14286"/>
                    <a:pt x="1794" y="14651"/>
                    <a:pt x="1794" y="14742"/>
                  </a:cubicBezTo>
                  <a:cubicBezTo>
                    <a:pt x="1764" y="14803"/>
                    <a:pt x="1642" y="14803"/>
                    <a:pt x="1612" y="14803"/>
                  </a:cubicBezTo>
                  <a:cubicBezTo>
                    <a:pt x="1520" y="14894"/>
                    <a:pt x="1460" y="14985"/>
                    <a:pt x="1399" y="15076"/>
                  </a:cubicBezTo>
                  <a:lnTo>
                    <a:pt x="1247" y="15137"/>
                  </a:lnTo>
                  <a:cubicBezTo>
                    <a:pt x="1156" y="15168"/>
                    <a:pt x="1065" y="15198"/>
                    <a:pt x="973" y="15228"/>
                  </a:cubicBezTo>
                  <a:cubicBezTo>
                    <a:pt x="852" y="15289"/>
                    <a:pt x="1004" y="15380"/>
                    <a:pt x="973" y="15411"/>
                  </a:cubicBezTo>
                  <a:lnTo>
                    <a:pt x="882" y="15502"/>
                  </a:lnTo>
                  <a:lnTo>
                    <a:pt x="548" y="15654"/>
                  </a:lnTo>
                  <a:cubicBezTo>
                    <a:pt x="517" y="15684"/>
                    <a:pt x="578" y="15745"/>
                    <a:pt x="700" y="15775"/>
                  </a:cubicBezTo>
                  <a:lnTo>
                    <a:pt x="730" y="15775"/>
                  </a:lnTo>
                  <a:cubicBezTo>
                    <a:pt x="771" y="15735"/>
                    <a:pt x="808" y="15721"/>
                    <a:pt x="844" y="15721"/>
                  </a:cubicBezTo>
                  <a:cubicBezTo>
                    <a:pt x="916" y="15721"/>
                    <a:pt x="983" y="15775"/>
                    <a:pt x="1065" y="15775"/>
                  </a:cubicBezTo>
                  <a:lnTo>
                    <a:pt x="1186" y="15775"/>
                  </a:lnTo>
                  <a:cubicBezTo>
                    <a:pt x="1308" y="15775"/>
                    <a:pt x="1460" y="15775"/>
                    <a:pt x="1581" y="15745"/>
                  </a:cubicBezTo>
                  <a:lnTo>
                    <a:pt x="1612" y="15867"/>
                  </a:lnTo>
                  <a:lnTo>
                    <a:pt x="1672" y="16019"/>
                  </a:lnTo>
                  <a:cubicBezTo>
                    <a:pt x="1764" y="15988"/>
                    <a:pt x="1824" y="15897"/>
                    <a:pt x="1855" y="15775"/>
                  </a:cubicBezTo>
                  <a:cubicBezTo>
                    <a:pt x="1855" y="15745"/>
                    <a:pt x="1885" y="15715"/>
                    <a:pt x="1976" y="15715"/>
                  </a:cubicBezTo>
                  <a:lnTo>
                    <a:pt x="2007" y="15715"/>
                  </a:lnTo>
                  <a:cubicBezTo>
                    <a:pt x="2037" y="15760"/>
                    <a:pt x="2083" y="15783"/>
                    <a:pt x="2128" y="15783"/>
                  </a:cubicBezTo>
                  <a:cubicBezTo>
                    <a:pt x="2174" y="15783"/>
                    <a:pt x="2220" y="15760"/>
                    <a:pt x="2250" y="15715"/>
                  </a:cubicBezTo>
                  <a:cubicBezTo>
                    <a:pt x="2291" y="15694"/>
                    <a:pt x="2333" y="15631"/>
                    <a:pt x="2393" y="15631"/>
                  </a:cubicBezTo>
                  <a:cubicBezTo>
                    <a:pt x="2421" y="15631"/>
                    <a:pt x="2454" y="15645"/>
                    <a:pt x="2493" y="15684"/>
                  </a:cubicBezTo>
                  <a:cubicBezTo>
                    <a:pt x="2584" y="15654"/>
                    <a:pt x="2706" y="15624"/>
                    <a:pt x="2828" y="15593"/>
                  </a:cubicBezTo>
                  <a:lnTo>
                    <a:pt x="3131" y="15593"/>
                  </a:lnTo>
                  <a:cubicBezTo>
                    <a:pt x="3189" y="15651"/>
                    <a:pt x="3259" y="15672"/>
                    <a:pt x="3311" y="15672"/>
                  </a:cubicBezTo>
                  <a:cubicBezTo>
                    <a:pt x="3340" y="15672"/>
                    <a:pt x="3364" y="15665"/>
                    <a:pt x="3375" y="15654"/>
                  </a:cubicBezTo>
                  <a:cubicBezTo>
                    <a:pt x="3375" y="15650"/>
                    <a:pt x="3377" y="15648"/>
                    <a:pt x="3381" y="15648"/>
                  </a:cubicBezTo>
                  <a:cubicBezTo>
                    <a:pt x="3407" y="15648"/>
                    <a:pt x="3500" y="15719"/>
                    <a:pt x="3527" y="15745"/>
                  </a:cubicBezTo>
                  <a:cubicBezTo>
                    <a:pt x="3533" y="15751"/>
                    <a:pt x="3542" y="15754"/>
                    <a:pt x="3554" y="15754"/>
                  </a:cubicBezTo>
                  <a:cubicBezTo>
                    <a:pt x="3602" y="15754"/>
                    <a:pt x="3685" y="15715"/>
                    <a:pt x="3709" y="15715"/>
                  </a:cubicBezTo>
                  <a:cubicBezTo>
                    <a:pt x="3739" y="15684"/>
                    <a:pt x="3648" y="15532"/>
                    <a:pt x="3587" y="15472"/>
                  </a:cubicBezTo>
                  <a:cubicBezTo>
                    <a:pt x="3527" y="15411"/>
                    <a:pt x="3587" y="15350"/>
                    <a:pt x="3739" y="15350"/>
                  </a:cubicBezTo>
                  <a:lnTo>
                    <a:pt x="3800" y="15472"/>
                  </a:lnTo>
                  <a:cubicBezTo>
                    <a:pt x="3922" y="15502"/>
                    <a:pt x="4013" y="15593"/>
                    <a:pt x="4104" y="15624"/>
                  </a:cubicBezTo>
                  <a:cubicBezTo>
                    <a:pt x="4195" y="15654"/>
                    <a:pt x="4317" y="15624"/>
                    <a:pt x="4378" y="15684"/>
                  </a:cubicBezTo>
                  <a:cubicBezTo>
                    <a:pt x="4403" y="15703"/>
                    <a:pt x="4424" y="15710"/>
                    <a:pt x="4443" y="15710"/>
                  </a:cubicBezTo>
                  <a:cubicBezTo>
                    <a:pt x="4503" y="15710"/>
                    <a:pt x="4544" y="15641"/>
                    <a:pt x="4621" y="15641"/>
                  </a:cubicBezTo>
                  <a:cubicBezTo>
                    <a:pt x="4639" y="15641"/>
                    <a:pt x="4659" y="15645"/>
                    <a:pt x="4682" y="15654"/>
                  </a:cubicBezTo>
                  <a:lnTo>
                    <a:pt x="4803" y="15715"/>
                  </a:lnTo>
                  <a:cubicBezTo>
                    <a:pt x="4834" y="15593"/>
                    <a:pt x="4803" y="15502"/>
                    <a:pt x="4712" y="15472"/>
                  </a:cubicBezTo>
                  <a:cubicBezTo>
                    <a:pt x="4651" y="15441"/>
                    <a:pt x="4742" y="15411"/>
                    <a:pt x="4925" y="15380"/>
                  </a:cubicBezTo>
                  <a:lnTo>
                    <a:pt x="5077" y="15380"/>
                  </a:lnTo>
                  <a:cubicBezTo>
                    <a:pt x="5161" y="15380"/>
                    <a:pt x="5116" y="15536"/>
                    <a:pt x="5204" y="15536"/>
                  </a:cubicBezTo>
                  <a:cubicBezTo>
                    <a:pt x="5211" y="15536"/>
                    <a:pt x="5219" y="15535"/>
                    <a:pt x="5229" y="15532"/>
                  </a:cubicBezTo>
                  <a:cubicBezTo>
                    <a:pt x="5350" y="15532"/>
                    <a:pt x="5442" y="15472"/>
                    <a:pt x="5563" y="15472"/>
                  </a:cubicBezTo>
                  <a:lnTo>
                    <a:pt x="5715" y="15472"/>
                  </a:lnTo>
                  <a:cubicBezTo>
                    <a:pt x="5867" y="15441"/>
                    <a:pt x="6019" y="15350"/>
                    <a:pt x="6049" y="15198"/>
                  </a:cubicBezTo>
                  <a:cubicBezTo>
                    <a:pt x="6049" y="15139"/>
                    <a:pt x="6176" y="15106"/>
                    <a:pt x="6258" y="15106"/>
                  </a:cubicBezTo>
                  <a:cubicBezTo>
                    <a:pt x="6303" y="15106"/>
                    <a:pt x="6334" y="15116"/>
                    <a:pt x="6323" y="15137"/>
                  </a:cubicBezTo>
                  <a:cubicBezTo>
                    <a:pt x="6314" y="15165"/>
                    <a:pt x="6321" y="15176"/>
                    <a:pt x="6337" y="15176"/>
                  </a:cubicBezTo>
                  <a:cubicBezTo>
                    <a:pt x="6374" y="15176"/>
                    <a:pt x="6454" y="15119"/>
                    <a:pt x="6475" y="15076"/>
                  </a:cubicBezTo>
                  <a:cubicBezTo>
                    <a:pt x="6487" y="15065"/>
                    <a:pt x="6504" y="15060"/>
                    <a:pt x="6524" y="15060"/>
                  </a:cubicBezTo>
                  <a:cubicBezTo>
                    <a:pt x="6612" y="15060"/>
                    <a:pt x="6760" y="15149"/>
                    <a:pt x="6809" y="15198"/>
                  </a:cubicBezTo>
                  <a:cubicBezTo>
                    <a:pt x="6823" y="15205"/>
                    <a:pt x="6846" y="15207"/>
                    <a:pt x="6874" y="15207"/>
                  </a:cubicBezTo>
                  <a:cubicBezTo>
                    <a:pt x="6924" y="15207"/>
                    <a:pt x="6989" y="15200"/>
                    <a:pt x="7043" y="15200"/>
                  </a:cubicBezTo>
                  <a:cubicBezTo>
                    <a:pt x="7092" y="15200"/>
                    <a:pt x="7132" y="15206"/>
                    <a:pt x="7144" y="15228"/>
                  </a:cubicBezTo>
                  <a:cubicBezTo>
                    <a:pt x="7144" y="15251"/>
                    <a:pt x="7146" y="15261"/>
                    <a:pt x="7148" y="15261"/>
                  </a:cubicBezTo>
                  <a:cubicBezTo>
                    <a:pt x="7157" y="15261"/>
                    <a:pt x="7174" y="15175"/>
                    <a:pt x="7174" y="15107"/>
                  </a:cubicBezTo>
                  <a:cubicBezTo>
                    <a:pt x="7193" y="15069"/>
                    <a:pt x="7246" y="15043"/>
                    <a:pt x="7321" y="15043"/>
                  </a:cubicBezTo>
                  <a:cubicBezTo>
                    <a:pt x="7366" y="15043"/>
                    <a:pt x="7420" y="15053"/>
                    <a:pt x="7478" y="15076"/>
                  </a:cubicBezTo>
                  <a:lnTo>
                    <a:pt x="7326" y="15198"/>
                  </a:lnTo>
                  <a:lnTo>
                    <a:pt x="7204" y="15320"/>
                  </a:lnTo>
                  <a:cubicBezTo>
                    <a:pt x="7326" y="15320"/>
                    <a:pt x="7478" y="15289"/>
                    <a:pt x="7600" y="15168"/>
                  </a:cubicBezTo>
                  <a:cubicBezTo>
                    <a:pt x="7630" y="15107"/>
                    <a:pt x="7630" y="15016"/>
                    <a:pt x="7539" y="15016"/>
                  </a:cubicBezTo>
                  <a:lnTo>
                    <a:pt x="7508" y="14955"/>
                  </a:lnTo>
                  <a:cubicBezTo>
                    <a:pt x="7508" y="14894"/>
                    <a:pt x="7478" y="14803"/>
                    <a:pt x="7508" y="14742"/>
                  </a:cubicBezTo>
                  <a:cubicBezTo>
                    <a:pt x="7569" y="14712"/>
                    <a:pt x="7660" y="14712"/>
                    <a:pt x="7752" y="14712"/>
                  </a:cubicBezTo>
                  <a:cubicBezTo>
                    <a:pt x="7797" y="14757"/>
                    <a:pt x="7858" y="14780"/>
                    <a:pt x="7919" y="14780"/>
                  </a:cubicBezTo>
                  <a:cubicBezTo>
                    <a:pt x="7980" y="14780"/>
                    <a:pt x="8040" y="14757"/>
                    <a:pt x="8086" y="14712"/>
                  </a:cubicBezTo>
                  <a:lnTo>
                    <a:pt x="8147" y="14681"/>
                  </a:lnTo>
                  <a:cubicBezTo>
                    <a:pt x="8180" y="14676"/>
                    <a:pt x="8211" y="14673"/>
                    <a:pt x="8238" y="14673"/>
                  </a:cubicBezTo>
                  <a:cubicBezTo>
                    <a:pt x="8358" y="14673"/>
                    <a:pt x="8415" y="14723"/>
                    <a:pt x="8390" y="14772"/>
                  </a:cubicBezTo>
                  <a:lnTo>
                    <a:pt x="8329" y="14803"/>
                  </a:lnTo>
                  <a:lnTo>
                    <a:pt x="8238" y="14864"/>
                  </a:lnTo>
                  <a:cubicBezTo>
                    <a:pt x="8116" y="14955"/>
                    <a:pt x="8208" y="15228"/>
                    <a:pt x="8208" y="15289"/>
                  </a:cubicBezTo>
                  <a:cubicBezTo>
                    <a:pt x="8183" y="15364"/>
                    <a:pt x="8178" y="15419"/>
                    <a:pt x="8194" y="15419"/>
                  </a:cubicBezTo>
                  <a:cubicBezTo>
                    <a:pt x="8198" y="15419"/>
                    <a:pt x="8202" y="15416"/>
                    <a:pt x="8208" y="15411"/>
                  </a:cubicBezTo>
                  <a:lnTo>
                    <a:pt x="8208" y="15380"/>
                  </a:lnTo>
                  <a:cubicBezTo>
                    <a:pt x="8238" y="15350"/>
                    <a:pt x="8177" y="15259"/>
                    <a:pt x="8268" y="15228"/>
                  </a:cubicBezTo>
                  <a:cubicBezTo>
                    <a:pt x="8290" y="15223"/>
                    <a:pt x="8309" y="15220"/>
                    <a:pt x="8325" y="15220"/>
                  </a:cubicBezTo>
                  <a:cubicBezTo>
                    <a:pt x="8400" y="15220"/>
                    <a:pt x="8420" y="15275"/>
                    <a:pt x="8420" y="15350"/>
                  </a:cubicBezTo>
                  <a:cubicBezTo>
                    <a:pt x="8451" y="15350"/>
                    <a:pt x="8542" y="15137"/>
                    <a:pt x="8663" y="15107"/>
                  </a:cubicBezTo>
                  <a:cubicBezTo>
                    <a:pt x="8755" y="15046"/>
                    <a:pt x="8846" y="14985"/>
                    <a:pt x="8907" y="14924"/>
                  </a:cubicBezTo>
                  <a:cubicBezTo>
                    <a:pt x="9089" y="14924"/>
                    <a:pt x="9211" y="14985"/>
                    <a:pt x="9332" y="15107"/>
                  </a:cubicBezTo>
                  <a:cubicBezTo>
                    <a:pt x="9393" y="15168"/>
                    <a:pt x="9454" y="15228"/>
                    <a:pt x="9515" y="15289"/>
                  </a:cubicBezTo>
                  <a:cubicBezTo>
                    <a:pt x="9575" y="15289"/>
                    <a:pt x="9606" y="15259"/>
                    <a:pt x="9636" y="15228"/>
                  </a:cubicBezTo>
                  <a:lnTo>
                    <a:pt x="9636" y="15168"/>
                  </a:lnTo>
                  <a:cubicBezTo>
                    <a:pt x="9636" y="15087"/>
                    <a:pt x="9663" y="15046"/>
                    <a:pt x="9717" y="15046"/>
                  </a:cubicBezTo>
                  <a:cubicBezTo>
                    <a:pt x="9744" y="15046"/>
                    <a:pt x="9778" y="15056"/>
                    <a:pt x="9819" y="15076"/>
                  </a:cubicBezTo>
                  <a:lnTo>
                    <a:pt x="9879" y="15107"/>
                  </a:lnTo>
                  <a:cubicBezTo>
                    <a:pt x="10092" y="15046"/>
                    <a:pt x="10305" y="14985"/>
                    <a:pt x="10518" y="14955"/>
                  </a:cubicBezTo>
                  <a:lnTo>
                    <a:pt x="10761" y="15137"/>
                  </a:lnTo>
                  <a:cubicBezTo>
                    <a:pt x="10791" y="15107"/>
                    <a:pt x="10852" y="14985"/>
                    <a:pt x="10882" y="14955"/>
                  </a:cubicBezTo>
                  <a:cubicBezTo>
                    <a:pt x="10882" y="14940"/>
                    <a:pt x="10951" y="14924"/>
                    <a:pt x="11023" y="14924"/>
                  </a:cubicBezTo>
                  <a:cubicBezTo>
                    <a:pt x="11095" y="14924"/>
                    <a:pt x="11171" y="14940"/>
                    <a:pt x="11186" y="14985"/>
                  </a:cubicBezTo>
                  <a:cubicBezTo>
                    <a:pt x="11198" y="15021"/>
                    <a:pt x="11215" y="15033"/>
                    <a:pt x="11231" y="15033"/>
                  </a:cubicBezTo>
                  <a:cubicBezTo>
                    <a:pt x="11255" y="15033"/>
                    <a:pt x="11278" y="15004"/>
                    <a:pt x="11278" y="14985"/>
                  </a:cubicBezTo>
                  <a:cubicBezTo>
                    <a:pt x="11278" y="14964"/>
                    <a:pt x="11384" y="14942"/>
                    <a:pt x="11521" y="14942"/>
                  </a:cubicBezTo>
                  <a:cubicBezTo>
                    <a:pt x="11578" y="14942"/>
                    <a:pt x="11641" y="14946"/>
                    <a:pt x="11703" y="14955"/>
                  </a:cubicBezTo>
                  <a:lnTo>
                    <a:pt x="12098" y="14955"/>
                  </a:lnTo>
                  <a:cubicBezTo>
                    <a:pt x="12106" y="14947"/>
                    <a:pt x="12117" y="14943"/>
                    <a:pt x="12128" y="14943"/>
                  </a:cubicBezTo>
                  <a:cubicBezTo>
                    <a:pt x="12159" y="14943"/>
                    <a:pt x="12198" y="14971"/>
                    <a:pt x="12220" y="15016"/>
                  </a:cubicBezTo>
                  <a:lnTo>
                    <a:pt x="12250" y="15046"/>
                  </a:lnTo>
                  <a:cubicBezTo>
                    <a:pt x="12311" y="15046"/>
                    <a:pt x="12433" y="14833"/>
                    <a:pt x="12493" y="14833"/>
                  </a:cubicBezTo>
                  <a:cubicBezTo>
                    <a:pt x="12615" y="14864"/>
                    <a:pt x="12706" y="14894"/>
                    <a:pt x="12797" y="14985"/>
                  </a:cubicBezTo>
                  <a:cubicBezTo>
                    <a:pt x="12801" y="14989"/>
                    <a:pt x="12806" y="14991"/>
                    <a:pt x="12812" y="14991"/>
                  </a:cubicBezTo>
                  <a:cubicBezTo>
                    <a:pt x="12850" y="14991"/>
                    <a:pt x="12923" y="14901"/>
                    <a:pt x="12949" y="14742"/>
                  </a:cubicBezTo>
                  <a:lnTo>
                    <a:pt x="13253" y="14742"/>
                  </a:lnTo>
                  <a:cubicBezTo>
                    <a:pt x="13284" y="14772"/>
                    <a:pt x="13192" y="14924"/>
                    <a:pt x="13162" y="14955"/>
                  </a:cubicBezTo>
                  <a:cubicBezTo>
                    <a:pt x="13134" y="14982"/>
                    <a:pt x="13282" y="15035"/>
                    <a:pt x="13491" y="15044"/>
                  </a:cubicBezTo>
                  <a:lnTo>
                    <a:pt x="13491" y="15044"/>
                  </a:lnTo>
                  <a:cubicBezTo>
                    <a:pt x="13491" y="15116"/>
                    <a:pt x="13573" y="15245"/>
                    <a:pt x="13679" y="15350"/>
                  </a:cubicBezTo>
                  <a:lnTo>
                    <a:pt x="13922" y="15350"/>
                  </a:lnTo>
                  <a:cubicBezTo>
                    <a:pt x="13983" y="15380"/>
                    <a:pt x="13983" y="15441"/>
                    <a:pt x="13922" y="15502"/>
                  </a:cubicBezTo>
                  <a:lnTo>
                    <a:pt x="13892" y="15502"/>
                  </a:lnTo>
                  <a:cubicBezTo>
                    <a:pt x="13865" y="15507"/>
                    <a:pt x="13839" y="15510"/>
                    <a:pt x="13814" y="15510"/>
                  </a:cubicBezTo>
                  <a:cubicBezTo>
                    <a:pt x="13697" y="15510"/>
                    <a:pt x="13602" y="15455"/>
                    <a:pt x="13527" y="15380"/>
                  </a:cubicBezTo>
                  <a:cubicBezTo>
                    <a:pt x="13405" y="15259"/>
                    <a:pt x="13253" y="15137"/>
                    <a:pt x="13101" y="15016"/>
                  </a:cubicBezTo>
                  <a:cubicBezTo>
                    <a:pt x="13071" y="15016"/>
                    <a:pt x="13010" y="15168"/>
                    <a:pt x="13010" y="15228"/>
                  </a:cubicBezTo>
                  <a:cubicBezTo>
                    <a:pt x="13010" y="15244"/>
                    <a:pt x="12987" y="15251"/>
                    <a:pt x="12957" y="15251"/>
                  </a:cubicBezTo>
                  <a:cubicBezTo>
                    <a:pt x="12926" y="15251"/>
                    <a:pt x="12888" y="15244"/>
                    <a:pt x="12858" y="15228"/>
                  </a:cubicBezTo>
                  <a:lnTo>
                    <a:pt x="12797" y="15228"/>
                  </a:lnTo>
                  <a:cubicBezTo>
                    <a:pt x="12752" y="15213"/>
                    <a:pt x="12699" y="15206"/>
                    <a:pt x="12645" y="15206"/>
                  </a:cubicBezTo>
                  <a:cubicBezTo>
                    <a:pt x="12592" y="15206"/>
                    <a:pt x="12539" y="15213"/>
                    <a:pt x="12493" y="15228"/>
                  </a:cubicBezTo>
                  <a:cubicBezTo>
                    <a:pt x="12493" y="15214"/>
                    <a:pt x="12479" y="15208"/>
                    <a:pt x="12455" y="15208"/>
                  </a:cubicBezTo>
                  <a:cubicBezTo>
                    <a:pt x="12376" y="15208"/>
                    <a:pt x="12199" y="15273"/>
                    <a:pt x="12129" y="15320"/>
                  </a:cubicBezTo>
                  <a:cubicBezTo>
                    <a:pt x="12068" y="15350"/>
                    <a:pt x="11999" y="15365"/>
                    <a:pt x="11931" y="15365"/>
                  </a:cubicBezTo>
                  <a:cubicBezTo>
                    <a:pt x="11863" y="15365"/>
                    <a:pt x="11794" y="15350"/>
                    <a:pt x="11733" y="15320"/>
                  </a:cubicBezTo>
                  <a:lnTo>
                    <a:pt x="11612" y="15289"/>
                  </a:lnTo>
                  <a:cubicBezTo>
                    <a:pt x="11490" y="15259"/>
                    <a:pt x="11369" y="15228"/>
                    <a:pt x="11278" y="15228"/>
                  </a:cubicBezTo>
                  <a:lnTo>
                    <a:pt x="11156" y="15228"/>
                  </a:lnTo>
                  <a:cubicBezTo>
                    <a:pt x="11068" y="15258"/>
                    <a:pt x="11122" y="15401"/>
                    <a:pt x="11290" y="15548"/>
                  </a:cubicBezTo>
                  <a:lnTo>
                    <a:pt x="11290" y="15548"/>
                  </a:lnTo>
                  <a:cubicBezTo>
                    <a:pt x="11215" y="15555"/>
                    <a:pt x="11140" y="15563"/>
                    <a:pt x="11065" y="15563"/>
                  </a:cubicBezTo>
                  <a:cubicBezTo>
                    <a:pt x="10943" y="15624"/>
                    <a:pt x="10761" y="15684"/>
                    <a:pt x="10639" y="15745"/>
                  </a:cubicBezTo>
                  <a:lnTo>
                    <a:pt x="10518" y="15775"/>
                  </a:lnTo>
                  <a:cubicBezTo>
                    <a:pt x="10518" y="15775"/>
                    <a:pt x="10457" y="15715"/>
                    <a:pt x="10457" y="15684"/>
                  </a:cubicBezTo>
                  <a:cubicBezTo>
                    <a:pt x="10457" y="15684"/>
                    <a:pt x="10487" y="15624"/>
                    <a:pt x="10518" y="15624"/>
                  </a:cubicBezTo>
                  <a:lnTo>
                    <a:pt x="10609" y="15624"/>
                  </a:lnTo>
                  <a:cubicBezTo>
                    <a:pt x="10670" y="15624"/>
                    <a:pt x="10366" y="15563"/>
                    <a:pt x="10274" y="15472"/>
                  </a:cubicBezTo>
                  <a:cubicBezTo>
                    <a:pt x="10248" y="15454"/>
                    <a:pt x="10234" y="15446"/>
                    <a:pt x="10229" y="15446"/>
                  </a:cubicBezTo>
                  <a:cubicBezTo>
                    <a:pt x="10216" y="15446"/>
                    <a:pt x="10253" y="15489"/>
                    <a:pt x="10274" y="15532"/>
                  </a:cubicBezTo>
                  <a:cubicBezTo>
                    <a:pt x="10286" y="15556"/>
                    <a:pt x="10258" y="15565"/>
                    <a:pt x="10213" y="15565"/>
                  </a:cubicBezTo>
                  <a:cubicBezTo>
                    <a:pt x="10141" y="15565"/>
                    <a:pt x="10027" y="15540"/>
                    <a:pt x="9970" y="15502"/>
                  </a:cubicBezTo>
                  <a:cubicBezTo>
                    <a:pt x="9940" y="15472"/>
                    <a:pt x="9902" y="15456"/>
                    <a:pt x="9868" y="15456"/>
                  </a:cubicBezTo>
                  <a:cubicBezTo>
                    <a:pt x="9834" y="15456"/>
                    <a:pt x="9803" y="15472"/>
                    <a:pt x="9788" y="15502"/>
                  </a:cubicBezTo>
                  <a:cubicBezTo>
                    <a:pt x="9758" y="15532"/>
                    <a:pt x="9819" y="15593"/>
                    <a:pt x="9879" y="15593"/>
                  </a:cubicBezTo>
                  <a:lnTo>
                    <a:pt x="10001" y="15593"/>
                  </a:lnTo>
                  <a:cubicBezTo>
                    <a:pt x="10001" y="15624"/>
                    <a:pt x="9940" y="15745"/>
                    <a:pt x="9910" y="15806"/>
                  </a:cubicBezTo>
                  <a:cubicBezTo>
                    <a:pt x="9904" y="15811"/>
                    <a:pt x="9893" y="15814"/>
                    <a:pt x="9876" y="15814"/>
                  </a:cubicBezTo>
                  <a:cubicBezTo>
                    <a:pt x="9795" y="15814"/>
                    <a:pt x="9589" y="15755"/>
                    <a:pt x="9363" y="15654"/>
                  </a:cubicBezTo>
                  <a:lnTo>
                    <a:pt x="9636" y="15380"/>
                  </a:lnTo>
                  <a:cubicBezTo>
                    <a:pt x="9601" y="15357"/>
                    <a:pt x="9566" y="15347"/>
                    <a:pt x="9535" y="15347"/>
                  </a:cubicBezTo>
                  <a:cubicBezTo>
                    <a:pt x="9484" y="15347"/>
                    <a:pt x="9442" y="15373"/>
                    <a:pt x="9423" y="15411"/>
                  </a:cubicBezTo>
                  <a:cubicBezTo>
                    <a:pt x="9393" y="15472"/>
                    <a:pt x="9180" y="15532"/>
                    <a:pt x="9089" y="15532"/>
                  </a:cubicBezTo>
                  <a:cubicBezTo>
                    <a:pt x="9028" y="15532"/>
                    <a:pt x="9119" y="15593"/>
                    <a:pt x="9180" y="15593"/>
                  </a:cubicBezTo>
                  <a:cubicBezTo>
                    <a:pt x="9241" y="15624"/>
                    <a:pt x="9332" y="15684"/>
                    <a:pt x="9393" y="15715"/>
                  </a:cubicBezTo>
                  <a:cubicBezTo>
                    <a:pt x="9420" y="15742"/>
                    <a:pt x="9331" y="15757"/>
                    <a:pt x="9219" y="15757"/>
                  </a:cubicBezTo>
                  <a:cubicBezTo>
                    <a:pt x="9081" y="15757"/>
                    <a:pt x="8910" y="15735"/>
                    <a:pt x="8876" y="15684"/>
                  </a:cubicBezTo>
                  <a:cubicBezTo>
                    <a:pt x="8846" y="15563"/>
                    <a:pt x="8755" y="15441"/>
                    <a:pt x="8724" y="15441"/>
                  </a:cubicBezTo>
                  <a:cubicBezTo>
                    <a:pt x="8663" y="15441"/>
                    <a:pt x="8603" y="15654"/>
                    <a:pt x="8542" y="15715"/>
                  </a:cubicBezTo>
                  <a:cubicBezTo>
                    <a:pt x="8497" y="15759"/>
                    <a:pt x="8534" y="15787"/>
                    <a:pt x="8569" y="15787"/>
                  </a:cubicBezTo>
                  <a:cubicBezTo>
                    <a:pt x="8582" y="15787"/>
                    <a:pt x="8595" y="15784"/>
                    <a:pt x="8603" y="15775"/>
                  </a:cubicBezTo>
                  <a:cubicBezTo>
                    <a:pt x="8608" y="15770"/>
                    <a:pt x="8613" y="15767"/>
                    <a:pt x="8617" y="15767"/>
                  </a:cubicBezTo>
                  <a:cubicBezTo>
                    <a:pt x="8633" y="15767"/>
                    <a:pt x="8633" y="15817"/>
                    <a:pt x="8633" y="15867"/>
                  </a:cubicBezTo>
                  <a:lnTo>
                    <a:pt x="8572" y="15897"/>
                  </a:lnTo>
                  <a:lnTo>
                    <a:pt x="8512" y="15958"/>
                  </a:lnTo>
                  <a:cubicBezTo>
                    <a:pt x="8489" y="15965"/>
                    <a:pt x="8464" y="15969"/>
                    <a:pt x="8438" y="15969"/>
                  </a:cubicBezTo>
                  <a:cubicBezTo>
                    <a:pt x="8361" y="15969"/>
                    <a:pt x="8276" y="15935"/>
                    <a:pt x="8208" y="15867"/>
                  </a:cubicBezTo>
                  <a:lnTo>
                    <a:pt x="8086" y="15867"/>
                  </a:lnTo>
                  <a:cubicBezTo>
                    <a:pt x="7995" y="15836"/>
                    <a:pt x="7995" y="15806"/>
                    <a:pt x="7995" y="15715"/>
                  </a:cubicBezTo>
                  <a:lnTo>
                    <a:pt x="7934" y="15593"/>
                  </a:lnTo>
                  <a:cubicBezTo>
                    <a:pt x="7873" y="15624"/>
                    <a:pt x="7812" y="15639"/>
                    <a:pt x="7752" y="15639"/>
                  </a:cubicBezTo>
                  <a:cubicBezTo>
                    <a:pt x="7691" y="15639"/>
                    <a:pt x="7630" y="15624"/>
                    <a:pt x="7569" y="15593"/>
                  </a:cubicBezTo>
                  <a:lnTo>
                    <a:pt x="7478" y="15563"/>
                  </a:lnTo>
                  <a:lnTo>
                    <a:pt x="7326" y="15502"/>
                  </a:lnTo>
                  <a:cubicBezTo>
                    <a:pt x="7204" y="15532"/>
                    <a:pt x="7113" y="15593"/>
                    <a:pt x="7083" y="15715"/>
                  </a:cubicBezTo>
                  <a:cubicBezTo>
                    <a:pt x="7083" y="15745"/>
                    <a:pt x="7174" y="15775"/>
                    <a:pt x="7204" y="15775"/>
                  </a:cubicBezTo>
                  <a:cubicBezTo>
                    <a:pt x="7235" y="15775"/>
                    <a:pt x="7326" y="15927"/>
                    <a:pt x="7387" y="15927"/>
                  </a:cubicBezTo>
                  <a:cubicBezTo>
                    <a:pt x="7400" y="15923"/>
                    <a:pt x="7415" y="15921"/>
                    <a:pt x="7431" y="15921"/>
                  </a:cubicBezTo>
                  <a:cubicBezTo>
                    <a:pt x="7528" y="15921"/>
                    <a:pt x="7669" y="15988"/>
                    <a:pt x="7721" y="15988"/>
                  </a:cubicBezTo>
                  <a:cubicBezTo>
                    <a:pt x="7812" y="15988"/>
                    <a:pt x="7782" y="16049"/>
                    <a:pt x="7691" y="16140"/>
                  </a:cubicBezTo>
                  <a:lnTo>
                    <a:pt x="7326" y="16171"/>
                  </a:lnTo>
                  <a:lnTo>
                    <a:pt x="7174" y="16171"/>
                  </a:lnTo>
                  <a:lnTo>
                    <a:pt x="7144" y="16140"/>
                  </a:lnTo>
                  <a:cubicBezTo>
                    <a:pt x="7133" y="16119"/>
                    <a:pt x="7122" y="16109"/>
                    <a:pt x="7110" y="16109"/>
                  </a:cubicBezTo>
                  <a:cubicBezTo>
                    <a:pt x="7088" y="16109"/>
                    <a:pt x="7061" y="16142"/>
                    <a:pt x="7022" y="16201"/>
                  </a:cubicBezTo>
                  <a:lnTo>
                    <a:pt x="6992" y="16201"/>
                  </a:lnTo>
                  <a:cubicBezTo>
                    <a:pt x="6954" y="16193"/>
                    <a:pt x="6914" y="16190"/>
                    <a:pt x="6873" y="16190"/>
                  </a:cubicBezTo>
                  <a:cubicBezTo>
                    <a:pt x="6752" y="16190"/>
                    <a:pt x="6627" y="16224"/>
                    <a:pt x="6536" y="16292"/>
                  </a:cubicBezTo>
                  <a:cubicBezTo>
                    <a:pt x="6475" y="16231"/>
                    <a:pt x="6414" y="16201"/>
                    <a:pt x="6384" y="16140"/>
                  </a:cubicBezTo>
                  <a:lnTo>
                    <a:pt x="6323" y="16231"/>
                  </a:lnTo>
                  <a:lnTo>
                    <a:pt x="6262" y="16201"/>
                  </a:lnTo>
                  <a:cubicBezTo>
                    <a:pt x="6253" y="16182"/>
                    <a:pt x="6217" y="16175"/>
                    <a:pt x="6169" y="16175"/>
                  </a:cubicBezTo>
                  <a:cubicBezTo>
                    <a:pt x="6061" y="16175"/>
                    <a:pt x="5890" y="16210"/>
                    <a:pt x="5806" y="16231"/>
                  </a:cubicBezTo>
                  <a:cubicBezTo>
                    <a:pt x="5794" y="16240"/>
                    <a:pt x="5778" y="16244"/>
                    <a:pt x="5761" y="16244"/>
                  </a:cubicBezTo>
                  <a:cubicBezTo>
                    <a:pt x="5652" y="16244"/>
                    <a:pt x="5468" y="16097"/>
                    <a:pt x="5442" y="16019"/>
                  </a:cubicBezTo>
                  <a:cubicBezTo>
                    <a:pt x="5424" y="15983"/>
                    <a:pt x="5322" y="15968"/>
                    <a:pt x="5223" y="15968"/>
                  </a:cubicBezTo>
                  <a:cubicBezTo>
                    <a:pt x="5153" y="15968"/>
                    <a:pt x="5084" y="15976"/>
                    <a:pt x="5046" y="15988"/>
                  </a:cubicBezTo>
                  <a:cubicBezTo>
                    <a:pt x="4955" y="15988"/>
                    <a:pt x="4925" y="16079"/>
                    <a:pt x="4925" y="16171"/>
                  </a:cubicBezTo>
                  <a:lnTo>
                    <a:pt x="4925" y="16262"/>
                  </a:lnTo>
                  <a:cubicBezTo>
                    <a:pt x="4894" y="16292"/>
                    <a:pt x="4864" y="16292"/>
                    <a:pt x="4803" y="16323"/>
                  </a:cubicBezTo>
                  <a:cubicBezTo>
                    <a:pt x="4773" y="16323"/>
                    <a:pt x="4712" y="16292"/>
                    <a:pt x="4712" y="16262"/>
                  </a:cubicBezTo>
                  <a:lnTo>
                    <a:pt x="4712" y="16110"/>
                  </a:lnTo>
                  <a:cubicBezTo>
                    <a:pt x="4712" y="15988"/>
                    <a:pt x="4621" y="15867"/>
                    <a:pt x="4499" y="15836"/>
                  </a:cubicBezTo>
                  <a:cubicBezTo>
                    <a:pt x="4438" y="15836"/>
                    <a:pt x="4499" y="15897"/>
                    <a:pt x="4499" y="15958"/>
                  </a:cubicBezTo>
                  <a:cubicBezTo>
                    <a:pt x="4499" y="16019"/>
                    <a:pt x="4530" y="16079"/>
                    <a:pt x="4560" y="16110"/>
                  </a:cubicBezTo>
                  <a:cubicBezTo>
                    <a:pt x="4590" y="16201"/>
                    <a:pt x="4590" y="16262"/>
                    <a:pt x="4621" y="16323"/>
                  </a:cubicBezTo>
                  <a:lnTo>
                    <a:pt x="4469" y="16323"/>
                  </a:lnTo>
                  <a:cubicBezTo>
                    <a:pt x="4378" y="16323"/>
                    <a:pt x="4286" y="16323"/>
                    <a:pt x="4317" y="16414"/>
                  </a:cubicBezTo>
                  <a:cubicBezTo>
                    <a:pt x="4337" y="16551"/>
                    <a:pt x="4267" y="16587"/>
                    <a:pt x="4191" y="16587"/>
                  </a:cubicBezTo>
                  <a:cubicBezTo>
                    <a:pt x="4150" y="16587"/>
                    <a:pt x="4106" y="16577"/>
                    <a:pt x="4074" y="16566"/>
                  </a:cubicBezTo>
                  <a:cubicBezTo>
                    <a:pt x="3891" y="16475"/>
                    <a:pt x="3587" y="16475"/>
                    <a:pt x="3587" y="16231"/>
                  </a:cubicBezTo>
                  <a:lnTo>
                    <a:pt x="3587" y="16171"/>
                  </a:lnTo>
                  <a:cubicBezTo>
                    <a:pt x="3587" y="16126"/>
                    <a:pt x="3539" y="16098"/>
                    <a:pt x="3488" y="16098"/>
                  </a:cubicBezTo>
                  <a:cubicBezTo>
                    <a:pt x="3470" y="16098"/>
                    <a:pt x="3452" y="16102"/>
                    <a:pt x="3435" y="16110"/>
                  </a:cubicBezTo>
                  <a:lnTo>
                    <a:pt x="3344" y="16110"/>
                  </a:lnTo>
                  <a:cubicBezTo>
                    <a:pt x="3283" y="16110"/>
                    <a:pt x="3223" y="16079"/>
                    <a:pt x="3253" y="16019"/>
                  </a:cubicBezTo>
                  <a:cubicBezTo>
                    <a:pt x="3253" y="15988"/>
                    <a:pt x="3101" y="15988"/>
                    <a:pt x="3040" y="15988"/>
                  </a:cubicBezTo>
                  <a:cubicBezTo>
                    <a:pt x="2949" y="15988"/>
                    <a:pt x="3223" y="16231"/>
                    <a:pt x="3314" y="16292"/>
                  </a:cubicBezTo>
                  <a:cubicBezTo>
                    <a:pt x="3375" y="16353"/>
                    <a:pt x="3405" y="16414"/>
                    <a:pt x="3466" y="16475"/>
                  </a:cubicBezTo>
                  <a:cubicBezTo>
                    <a:pt x="3405" y="16475"/>
                    <a:pt x="3344" y="16444"/>
                    <a:pt x="3314" y="16414"/>
                  </a:cubicBezTo>
                  <a:cubicBezTo>
                    <a:pt x="3253" y="16414"/>
                    <a:pt x="3071" y="16535"/>
                    <a:pt x="3010" y="16566"/>
                  </a:cubicBezTo>
                  <a:cubicBezTo>
                    <a:pt x="2949" y="16627"/>
                    <a:pt x="2919" y="16718"/>
                    <a:pt x="2949" y="16779"/>
                  </a:cubicBezTo>
                  <a:cubicBezTo>
                    <a:pt x="2949" y="16839"/>
                    <a:pt x="2888" y="16900"/>
                    <a:pt x="2797" y="16900"/>
                  </a:cubicBezTo>
                  <a:lnTo>
                    <a:pt x="2736" y="16900"/>
                  </a:lnTo>
                  <a:cubicBezTo>
                    <a:pt x="2706" y="16870"/>
                    <a:pt x="2676" y="16809"/>
                    <a:pt x="2615" y="16809"/>
                  </a:cubicBezTo>
                  <a:cubicBezTo>
                    <a:pt x="2460" y="16751"/>
                    <a:pt x="2305" y="16644"/>
                    <a:pt x="2143" y="16644"/>
                  </a:cubicBezTo>
                  <a:cubicBezTo>
                    <a:pt x="2050" y="16644"/>
                    <a:pt x="1954" y="16679"/>
                    <a:pt x="1855" y="16779"/>
                  </a:cubicBezTo>
                  <a:lnTo>
                    <a:pt x="1733" y="16779"/>
                  </a:lnTo>
                  <a:cubicBezTo>
                    <a:pt x="1688" y="16763"/>
                    <a:pt x="1642" y="16756"/>
                    <a:pt x="1596" y="16756"/>
                  </a:cubicBezTo>
                  <a:cubicBezTo>
                    <a:pt x="1551" y="16756"/>
                    <a:pt x="1505" y="16763"/>
                    <a:pt x="1460" y="16779"/>
                  </a:cubicBezTo>
                  <a:cubicBezTo>
                    <a:pt x="1429" y="16794"/>
                    <a:pt x="1407" y="16801"/>
                    <a:pt x="1384" y="16801"/>
                  </a:cubicBezTo>
                  <a:cubicBezTo>
                    <a:pt x="1361" y="16801"/>
                    <a:pt x="1338" y="16794"/>
                    <a:pt x="1308" y="16779"/>
                  </a:cubicBezTo>
                  <a:lnTo>
                    <a:pt x="1247" y="16718"/>
                  </a:lnTo>
                  <a:cubicBezTo>
                    <a:pt x="1234" y="16705"/>
                    <a:pt x="1211" y="16699"/>
                    <a:pt x="1181" y="16699"/>
                  </a:cubicBezTo>
                  <a:cubicBezTo>
                    <a:pt x="1071" y="16699"/>
                    <a:pt x="861" y="16781"/>
                    <a:pt x="669" y="16900"/>
                  </a:cubicBezTo>
                  <a:lnTo>
                    <a:pt x="457" y="16779"/>
                  </a:lnTo>
                  <a:lnTo>
                    <a:pt x="213" y="16687"/>
                  </a:lnTo>
                  <a:lnTo>
                    <a:pt x="213" y="16687"/>
                  </a:lnTo>
                  <a:cubicBezTo>
                    <a:pt x="153" y="16779"/>
                    <a:pt x="244" y="16870"/>
                    <a:pt x="396" y="16870"/>
                  </a:cubicBezTo>
                  <a:lnTo>
                    <a:pt x="487" y="16991"/>
                  </a:lnTo>
                  <a:cubicBezTo>
                    <a:pt x="525" y="17057"/>
                    <a:pt x="563" y="17079"/>
                    <a:pt x="600" y="17079"/>
                  </a:cubicBezTo>
                  <a:cubicBezTo>
                    <a:pt x="677" y="17079"/>
                    <a:pt x="753" y="16989"/>
                    <a:pt x="830" y="16989"/>
                  </a:cubicBezTo>
                  <a:cubicBezTo>
                    <a:pt x="837" y="16989"/>
                    <a:pt x="844" y="16989"/>
                    <a:pt x="852" y="16991"/>
                  </a:cubicBezTo>
                  <a:cubicBezTo>
                    <a:pt x="913" y="17022"/>
                    <a:pt x="943" y="17052"/>
                    <a:pt x="973" y="17083"/>
                  </a:cubicBezTo>
                  <a:lnTo>
                    <a:pt x="1065" y="17113"/>
                  </a:lnTo>
                  <a:cubicBezTo>
                    <a:pt x="1156" y="17174"/>
                    <a:pt x="1186" y="17295"/>
                    <a:pt x="1065" y="17356"/>
                  </a:cubicBezTo>
                  <a:lnTo>
                    <a:pt x="1004" y="17417"/>
                  </a:lnTo>
                  <a:cubicBezTo>
                    <a:pt x="882" y="17478"/>
                    <a:pt x="1034" y="17569"/>
                    <a:pt x="943" y="17660"/>
                  </a:cubicBezTo>
                  <a:cubicBezTo>
                    <a:pt x="882" y="17690"/>
                    <a:pt x="882" y="17842"/>
                    <a:pt x="1095" y="17842"/>
                  </a:cubicBezTo>
                  <a:cubicBezTo>
                    <a:pt x="1125" y="17842"/>
                    <a:pt x="1186" y="17903"/>
                    <a:pt x="1247" y="17903"/>
                  </a:cubicBezTo>
                  <a:lnTo>
                    <a:pt x="1308" y="17903"/>
                  </a:lnTo>
                  <a:cubicBezTo>
                    <a:pt x="1369" y="17873"/>
                    <a:pt x="1429" y="17690"/>
                    <a:pt x="1490" y="17690"/>
                  </a:cubicBezTo>
                  <a:cubicBezTo>
                    <a:pt x="1581" y="17660"/>
                    <a:pt x="1520" y="17599"/>
                    <a:pt x="1399" y="17538"/>
                  </a:cubicBezTo>
                  <a:lnTo>
                    <a:pt x="1277" y="17478"/>
                  </a:lnTo>
                  <a:cubicBezTo>
                    <a:pt x="1247" y="17447"/>
                    <a:pt x="1247" y="17386"/>
                    <a:pt x="1277" y="17356"/>
                  </a:cubicBezTo>
                  <a:cubicBezTo>
                    <a:pt x="1300" y="17334"/>
                    <a:pt x="1322" y="17262"/>
                    <a:pt x="1381" y="17262"/>
                  </a:cubicBezTo>
                  <a:cubicBezTo>
                    <a:pt x="1402" y="17262"/>
                    <a:pt x="1428" y="17271"/>
                    <a:pt x="1460" y="17295"/>
                  </a:cubicBezTo>
                  <a:lnTo>
                    <a:pt x="1490" y="17326"/>
                  </a:lnTo>
                  <a:cubicBezTo>
                    <a:pt x="1612" y="17295"/>
                    <a:pt x="1733" y="17234"/>
                    <a:pt x="1855" y="17174"/>
                  </a:cubicBezTo>
                  <a:lnTo>
                    <a:pt x="2098" y="17174"/>
                  </a:lnTo>
                  <a:cubicBezTo>
                    <a:pt x="2159" y="17174"/>
                    <a:pt x="2220" y="17143"/>
                    <a:pt x="2280" y="17113"/>
                  </a:cubicBezTo>
                  <a:lnTo>
                    <a:pt x="2402" y="17052"/>
                  </a:lnTo>
                  <a:cubicBezTo>
                    <a:pt x="2584" y="17113"/>
                    <a:pt x="2706" y="17234"/>
                    <a:pt x="2736" y="17417"/>
                  </a:cubicBezTo>
                  <a:lnTo>
                    <a:pt x="2797" y="17538"/>
                  </a:lnTo>
                  <a:cubicBezTo>
                    <a:pt x="2828" y="17599"/>
                    <a:pt x="2888" y="17630"/>
                    <a:pt x="2949" y="17660"/>
                  </a:cubicBezTo>
                  <a:lnTo>
                    <a:pt x="2979" y="17660"/>
                  </a:lnTo>
                  <a:cubicBezTo>
                    <a:pt x="3010" y="17660"/>
                    <a:pt x="3040" y="17630"/>
                    <a:pt x="3071" y="17599"/>
                  </a:cubicBezTo>
                  <a:lnTo>
                    <a:pt x="3040" y="17599"/>
                  </a:lnTo>
                  <a:cubicBezTo>
                    <a:pt x="2979" y="17538"/>
                    <a:pt x="2979" y="17478"/>
                    <a:pt x="3071" y="17417"/>
                  </a:cubicBezTo>
                  <a:cubicBezTo>
                    <a:pt x="3101" y="17417"/>
                    <a:pt x="3162" y="17478"/>
                    <a:pt x="3192" y="17508"/>
                  </a:cubicBezTo>
                  <a:cubicBezTo>
                    <a:pt x="3253" y="17538"/>
                    <a:pt x="3253" y="17599"/>
                    <a:pt x="3314" y="17630"/>
                  </a:cubicBezTo>
                  <a:cubicBezTo>
                    <a:pt x="3527" y="17782"/>
                    <a:pt x="3587" y="17934"/>
                    <a:pt x="3405" y="18116"/>
                  </a:cubicBezTo>
                  <a:cubicBezTo>
                    <a:pt x="3413" y="18124"/>
                    <a:pt x="3426" y="18128"/>
                    <a:pt x="3440" y="18128"/>
                  </a:cubicBezTo>
                  <a:cubicBezTo>
                    <a:pt x="3480" y="18128"/>
                    <a:pt x="3535" y="18100"/>
                    <a:pt x="3557" y="18055"/>
                  </a:cubicBezTo>
                  <a:lnTo>
                    <a:pt x="3618" y="18025"/>
                  </a:lnTo>
                  <a:cubicBezTo>
                    <a:pt x="3648" y="17964"/>
                    <a:pt x="3709" y="17934"/>
                    <a:pt x="3739" y="17934"/>
                  </a:cubicBezTo>
                  <a:lnTo>
                    <a:pt x="3922" y="17964"/>
                  </a:lnTo>
                  <a:cubicBezTo>
                    <a:pt x="4074" y="17994"/>
                    <a:pt x="4195" y="18086"/>
                    <a:pt x="4286" y="18207"/>
                  </a:cubicBezTo>
                  <a:lnTo>
                    <a:pt x="4408" y="18146"/>
                  </a:lnTo>
                  <a:cubicBezTo>
                    <a:pt x="4438" y="18146"/>
                    <a:pt x="4408" y="18025"/>
                    <a:pt x="4347" y="17994"/>
                  </a:cubicBezTo>
                  <a:cubicBezTo>
                    <a:pt x="4256" y="17903"/>
                    <a:pt x="4165" y="17812"/>
                    <a:pt x="4074" y="17782"/>
                  </a:cubicBezTo>
                  <a:cubicBezTo>
                    <a:pt x="3952" y="17690"/>
                    <a:pt x="3922" y="17690"/>
                    <a:pt x="4013" y="17660"/>
                  </a:cubicBezTo>
                  <a:cubicBezTo>
                    <a:pt x="4165" y="17538"/>
                    <a:pt x="4317" y="17478"/>
                    <a:pt x="4499" y="17447"/>
                  </a:cubicBezTo>
                  <a:cubicBezTo>
                    <a:pt x="4712" y="17478"/>
                    <a:pt x="4590" y="17721"/>
                    <a:pt x="4742" y="17812"/>
                  </a:cubicBezTo>
                  <a:lnTo>
                    <a:pt x="4742" y="17873"/>
                  </a:lnTo>
                  <a:cubicBezTo>
                    <a:pt x="4784" y="17977"/>
                    <a:pt x="4811" y="18024"/>
                    <a:pt x="4883" y="18024"/>
                  </a:cubicBezTo>
                  <a:cubicBezTo>
                    <a:pt x="4916" y="18024"/>
                    <a:pt x="4958" y="18014"/>
                    <a:pt x="5016" y="17994"/>
                  </a:cubicBezTo>
                  <a:cubicBezTo>
                    <a:pt x="5107" y="17994"/>
                    <a:pt x="5198" y="17934"/>
                    <a:pt x="5259" y="17934"/>
                  </a:cubicBezTo>
                  <a:lnTo>
                    <a:pt x="5502" y="17994"/>
                  </a:lnTo>
                  <a:cubicBezTo>
                    <a:pt x="5624" y="17873"/>
                    <a:pt x="5654" y="17721"/>
                    <a:pt x="5533" y="17599"/>
                  </a:cubicBezTo>
                  <a:cubicBezTo>
                    <a:pt x="5502" y="17569"/>
                    <a:pt x="5715" y="17478"/>
                    <a:pt x="5806" y="17478"/>
                  </a:cubicBezTo>
                  <a:cubicBezTo>
                    <a:pt x="5897" y="17478"/>
                    <a:pt x="5989" y="17478"/>
                    <a:pt x="6080" y="17447"/>
                  </a:cubicBezTo>
                  <a:cubicBezTo>
                    <a:pt x="6080" y="17441"/>
                    <a:pt x="6082" y="17439"/>
                    <a:pt x="6086" y="17439"/>
                  </a:cubicBezTo>
                  <a:cubicBezTo>
                    <a:pt x="6103" y="17439"/>
                    <a:pt x="6147" y="17478"/>
                    <a:pt x="6171" y="17478"/>
                  </a:cubicBezTo>
                  <a:lnTo>
                    <a:pt x="6323" y="17478"/>
                  </a:lnTo>
                  <a:cubicBezTo>
                    <a:pt x="6353" y="17478"/>
                    <a:pt x="6262" y="17265"/>
                    <a:pt x="6323" y="17204"/>
                  </a:cubicBezTo>
                  <a:cubicBezTo>
                    <a:pt x="6347" y="17168"/>
                    <a:pt x="6408" y="17156"/>
                    <a:pt x="6478" y="17156"/>
                  </a:cubicBezTo>
                  <a:cubicBezTo>
                    <a:pt x="6585" y="17156"/>
                    <a:pt x="6712" y="17186"/>
                    <a:pt x="6749" y="17204"/>
                  </a:cubicBezTo>
                  <a:cubicBezTo>
                    <a:pt x="6766" y="17216"/>
                    <a:pt x="6782" y="17221"/>
                    <a:pt x="6797" y="17221"/>
                  </a:cubicBezTo>
                  <a:cubicBezTo>
                    <a:pt x="6861" y="17221"/>
                    <a:pt x="6901" y="17132"/>
                    <a:pt x="6901" y="17083"/>
                  </a:cubicBezTo>
                  <a:cubicBezTo>
                    <a:pt x="6901" y="17047"/>
                    <a:pt x="6880" y="17032"/>
                    <a:pt x="6856" y="17032"/>
                  </a:cubicBezTo>
                  <a:cubicBezTo>
                    <a:pt x="6840" y="17032"/>
                    <a:pt x="6822" y="17040"/>
                    <a:pt x="6809" y="17052"/>
                  </a:cubicBezTo>
                  <a:lnTo>
                    <a:pt x="6779" y="17052"/>
                  </a:lnTo>
                  <a:lnTo>
                    <a:pt x="6688" y="17083"/>
                  </a:lnTo>
                  <a:cubicBezTo>
                    <a:pt x="6627" y="16991"/>
                    <a:pt x="6627" y="16900"/>
                    <a:pt x="6657" y="16809"/>
                  </a:cubicBezTo>
                  <a:lnTo>
                    <a:pt x="6597" y="16718"/>
                  </a:lnTo>
                  <a:cubicBezTo>
                    <a:pt x="6657" y="16687"/>
                    <a:pt x="6688" y="16657"/>
                    <a:pt x="6749" y="16657"/>
                  </a:cubicBezTo>
                  <a:lnTo>
                    <a:pt x="6809" y="16657"/>
                  </a:lnTo>
                  <a:cubicBezTo>
                    <a:pt x="6813" y="16660"/>
                    <a:pt x="6817" y="16662"/>
                    <a:pt x="6822" y="16662"/>
                  </a:cubicBezTo>
                  <a:cubicBezTo>
                    <a:pt x="6865" y="16662"/>
                    <a:pt x="6965" y="16562"/>
                    <a:pt x="6992" y="16535"/>
                  </a:cubicBezTo>
                  <a:cubicBezTo>
                    <a:pt x="6996" y="16527"/>
                    <a:pt x="7005" y="16523"/>
                    <a:pt x="7017" y="16523"/>
                  </a:cubicBezTo>
                  <a:cubicBezTo>
                    <a:pt x="7089" y="16523"/>
                    <a:pt x="7283" y="16657"/>
                    <a:pt x="7387" y="16657"/>
                  </a:cubicBezTo>
                  <a:cubicBezTo>
                    <a:pt x="7478" y="16657"/>
                    <a:pt x="7569" y="16748"/>
                    <a:pt x="7539" y="16870"/>
                  </a:cubicBezTo>
                  <a:lnTo>
                    <a:pt x="7508" y="16991"/>
                  </a:lnTo>
                  <a:cubicBezTo>
                    <a:pt x="7478" y="17022"/>
                    <a:pt x="7448" y="17052"/>
                    <a:pt x="7417" y="17052"/>
                  </a:cubicBezTo>
                  <a:lnTo>
                    <a:pt x="7387" y="17052"/>
                  </a:lnTo>
                  <a:cubicBezTo>
                    <a:pt x="7356" y="17022"/>
                    <a:pt x="7235" y="16748"/>
                    <a:pt x="7083" y="16748"/>
                  </a:cubicBezTo>
                  <a:cubicBezTo>
                    <a:pt x="7072" y="16745"/>
                    <a:pt x="7062" y="16744"/>
                    <a:pt x="7054" y="16744"/>
                  </a:cubicBezTo>
                  <a:cubicBezTo>
                    <a:pt x="6972" y="16744"/>
                    <a:pt x="7028" y="16872"/>
                    <a:pt x="7083" y="16900"/>
                  </a:cubicBezTo>
                  <a:cubicBezTo>
                    <a:pt x="7174" y="16991"/>
                    <a:pt x="7265" y="17113"/>
                    <a:pt x="7326" y="17204"/>
                  </a:cubicBezTo>
                  <a:lnTo>
                    <a:pt x="7539" y="17204"/>
                  </a:lnTo>
                  <a:cubicBezTo>
                    <a:pt x="7645" y="17189"/>
                    <a:pt x="7744" y="17181"/>
                    <a:pt x="7843" y="17181"/>
                  </a:cubicBezTo>
                  <a:cubicBezTo>
                    <a:pt x="7942" y="17181"/>
                    <a:pt x="8040" y="17189"/>
                    <a:pt x="8147" y="17204"/>
                  </a:cubicBezTo>
                  <a:cubicBezTo>
                    <a:pt x="8208" y="17234"/>
                    <a:pt x="8177" y="17295"/>
                    <a:pt x="8056" y="17356"/>
                  </a:cubicBezTo>
                  <a:lnTo>
                    <a:pt x="7964" y="17386"/>
                  </a:lnTo>
                  <a:lnTo>
                    <a:pt x="7904" y="17386"/>
                  </a:lnTo>
                  <a:cubicBezTo>
                    <a:pt x="7873" y="17417"/>
                    <a:pt x="7904" y="17447"/>
                    <a:pt x="7964" y="17447"/>
                  </a:cubicBezTo>
                  <a:lnTo>
                    <a:pt x="8056" y="17690"/>
                  </a:lnTo>
                  <a:cubicBezTo>
                    <a:pt x="8299" y="17660"/>
                    <a:pt x="8633" y="17569"/>
                    <a:pt x="8815" y="17538"/>
                  </a:cubicBezTo>
                  <a:lnTo>
                    <a:pt x="8998" y="17508"/>
                  </a:lnTo>
                  <a:cubicBezTo>
                    <a:pt x="9028" y="17478"/>
                    <a:pt x="8937" y="17417"/>
                    <a:pt x="8876" y="17386"/>
                  </a:cubicBezTo>
                  <a:cubicBezTo>
                    <a:pt x="8785" y="17386"/>
                    <a:pt x="8907" y="17326"/>
                    <a:pt x="9089" y="17326"/>
                  </a:cubicBezTo>
                  <a:lnTo>
                    <a:pt x="9089" y="17356"/>
                  </a:lnTo>
                  <a:cubicBezTo>
                    <a:pt x="9211" y="17599"/>
                    <a:pt x="9515" y="17478"/>
                    <a:pt x="9697" y="17599"/>
                  </a:cubicBezTo>
                  <a:cubicBezTo>
                    <a:pt x="9725" y="17613"/>
                    <a:pt x="9749" y="17619"/>
                    <a:pt x="9769" y="17619"/>
                  </a:cubicBezTo>
                  <a:cubicBezTo>
                    <a:pt x="9836" y="17619"/>
                    <a:pt x="9870" y="17555"/>
                    <a:pt x="9940" y="17508"/>
                  </a:cubicBezTo>
                  <a:cubicBezTo>
                    <a:pt x="10001" y="17417"/>
                    <a:pt x="9970" y="17356"/>
                    <a:pt x="9879" y="17326"/>
                  </a:cubicBezTo>
                  <a:lnTo>
                    <a:pt x="9697" y="17265"/>
                  </a:lnTo>
                  <a:cubicBezTo>
                    <a:pt x="9575" y="17143"/>
                    <a:pt x="9606" y="17022"/>
                    <a:pt x="9788" y="17022"/>
                  </a:cubicBezTo>
                  <a:lnTo>
                    <a:pt x="9940" y="17022"/>
                  </a:lnTo>
                  <a:cubicBezTo>
                    <a:pt x="10034" y="17022"/>
                    <a:pt x="10127" y="16932"/>
                    <a:pt x="10235" y="16932"/>
                  </a:cubicBezTo>
                  <a:cubicBezTo>
                    <a:pt x="10267" y="16932"/>
                    <a:pt x="10300" y="16940"/>
                    <a:pt x="10335" y="16961"/>
                  </a:cubicBezTo>
                  <a:cubicBezTo>
                    <a:pt x="10364" y="16978"/>
                    <a:pt x="10392" y="16985"/>
                    <a:pt x="10418" y="16985"/>
                  </a:cubicBezTo>
                  <a:cubicBezTo>
                    <a:pt x="10493" y="16985"/>
                    <a:pt x="10559" y="16935"/>
                    <a:pt x="10616" y="16935"/>
                  </a:cubicBezTo>
                  <a:cubicBezTo>
                    <a:pt x="10646" y="16935"/>
                    <a:pt x="10674" y="16949"/>
                    <a:pt x="10700" y="16991"/>
                  </a:cubicBezTo>
                  <a:cubicBezTo>
                    <a:pt x="10761" y="16991"/>
                    <a:pt x="10791" y="16991"/>
                    <a:pt x="10822" y="16961"/>
                  </a:cubicBezTo>
                  <a:lnTo>
                    <a:pt x="10882" y="16900"/>
                  </a:lnTo>
                  <a:cubicBezTo>
                    <a:pt x="10898" y="16877"/>
                    <a:pt x="10914" y="16867"/>
                    <a:pt x="10928" y="16867"/>
                  </a:cubicBezTo>
                  <a:cubicBezTo>
                    <a:pt x="10970" y="16867"/>
                    <a:pt x="11004" y="16946"/>
                    <a:pt x="11004" y="16991"/>
                  </a:cubicBezTo>
                  <a:cubicBezTo>
                    <a:pt x="10974" y="17083"/>
                    <a:pt x="10943" y="17174"/>
                    <a:pt x="10882" y="17234"/>
                  </a:cubicBezTo>
                  <a:lnTo>
                    <a:pt x="10822" y="17265"/>
                  </a:lnTo>
                  <a:cubicBezTo>
                    <a:pt x="10809" y="17271"/>
                    <a:pt x="10796" y="17273"/>
                    <a:pt x="10782" y="17273"/>
                  </a:cubicBezTo>
                  <a:cubicBezTo>
                    <a:pt x="10724" y="17273"/>
                    <a:pt x="10651" y="17234"/>
                    <a:pt x="10578" y="17234"/>
                  </a:cubicBezTo>
                  <a:lnTo>
                    <a:pt x="10335" y="17113"/>
                  </a:lnTo>
                  <a:cubicBezTo>
                    <a:pt x="10244" y="17143"/>
                    <a:pt x="10153" y="17174"/>
                    <a:pt x="10122" y="17204"/>
                  </a:cubicBezTo>
                  <a:cubicBezTo>
                    <a:pt x="10092" y="17234"/>
                    <a:pt x="10153" y="17326"/>
                    <a:pt x="10183" y="17356"/>
                  </a:cubicBezTo>
                  <a:cubicBezTo>
                    <a:pt x="10204" y="17417"/>
                    <a:pt x="10220" y="17437"/>
                    <a:pt x="10236" y="17437"/>
                  </a:cubicBezTo>
                  <a:cubicBezTo>
                    <a:pt x="10268" y="17437"/>
                    <a:pt x="10295" y="17356"/>
                    <a:pt x="10335" y="17356"/>
                  </a:cubicBezTo>
                  <a:cubicBezTo>
                    <a:pt x="10361" y="17346"/>
                    <a:pt x="10385" y="17342"/>
                    <a:pt x="10409" y="17342"/>
                  </a:cubicBezTo>
                  <a:cubicBezTo>
                    <a:pt x="10529" y="17342"/>
                    <a:pt x="10634" y="17447"/>
                    <a:pt x="10761" y="17447"/>
                  </a:cubicBezTo>
                  <a:lnTo>
                    <a:pt x="10791" y="17447"/>
                  </a:lnTo>
                  <a:cubicBezTo>
                    <a:pt x="10806" y="17493"/>
                    <a:pt x="10829" y="17516"/>
                    <a:pt x="10852" y="17516"/>
                  </a:cubicBezTo>
                  <a:cubicBezTo>
                    <a:pt x="10875" y="17516"/>
                    <a:pt x="10898" y="17493"/>
                    <a:pt x="10913" y="17447"/>
                  </a:cubicBezTo>
                  <a:lnTo>
                    <a:pt x="10974" y="17447"/>
                  </a:lnTo>
                  <a:lnTo>
                    <a:pt x="11217" y="17356"/>
                  </a:lnTo>
                  <a:cubicBezTo>
                    <a:pt x="11242" y="17206"/>
                    <a:pt x="11308" y="17097"/>
                    <a:pt x="11381" y="17097"/>
                  </a:cubicBezTo>
                  <a:cubicBezTo>
                    <a:pt x="11397" y="17097"/>
                    <a:pt x="11413" y="17102"/>
                    <a:pt x="11429" y="17113"/>
                  </a:cubicBezTo>
                  <a:lnTo>
                    <a:pt x="11429" y="17143"/>
                  </a:lnTo>
                  <a:lnTo>
                    <a:pt x="11369" y="17234"/>
                  </a:lnTo>
                  <a:cubicBezTo>
                    <a:pt x="11308" y="17326"/>
                    <a:pt x="11369" y="17386"/>
                    <a:pt x="11521" y="17386"/>
                  </a:cubicBezTo>
                  <a:lnTo>
                    <a:pt x="11642" y="17295"/>
                  </a:lnTo>
                  <a:cubicBezTo>
                    <a:pt x="11688" y="17280"/>
                    <a:pt x="11733" y="17272"/>
                    <a:pt x="11779" y="17272"/>
                  </a:cubicBezTo>
                  <a:cubicBezTo>
                    <a:pt x="11825" y="17272"/>
                    <a:pt x="11870" y="17280"/>
                    <a:pt x="11916" y="17295"/>
                  </a:cubicBezTo>
                  <a:cubicBezTo>
                    <a:pt x="12007" y="17386"/>
                    <a:pt x="11946" y="17447"/>
                    <a:pt x="11794" y="17447"/>
                  </a:cubicBezTo>
                  <a:lnTo>
                    <a:pt x="11764" y="17447"/>
                  </a:lnTo>
                  <a:cubicBezTo>
                    <a:pt x="11764" y="17538"/>
                    <a:pt x="11703" y="17599"/>
                    <a:pt x="11673" y="17690"/>
                  </a:cubicBezTo>
                  <a:lnTo>
                    <a:pt x="11642" y="17690"/>
                  </a:lnTo>
                  <a:cubicBezTo>
                    <a:pt x="11490" y="17721"/>
                    <a:pt x="11490" y="17782"/>
                    <a:pt x="11551" y="17842"/>
                  </a:cubicBezTo>
                  <a:lnTo>
                    <a:pt x="11612" y="17873"/>
                  </a:lnTo>
                  <a:cubicBezTo>
                    <a:pt x="11733" y="17873"/>
                    <a:pt x="11825" y="17690"/>
                    <a:pt x="11855" y="17630"/>
                  </a:cubicBezTo>
                  <a:cubicBezTo>
                    <a:pt x="11855" y="17569"/>
                    <a:pt x="12037" y="17447"/>
                    <a:pt x="12250" y="17356"/>
                  </a:cubicBezTo>
                  <a:lnTo>
                    <a:pt x="12433" y="17234"/>
                  </a:lnTo>
                  <a:cubicBezTo>
                    <a:pt x="12493" y="17204"/>
                    <a:pt x="12585" y="17204"/>
                    <a:pt x="12615" y="17204"/>
                  </a:cubicBezTo>
                  <a:lnTo>
                    <a:pt x="12645" y="17234"/>
                  </a:lnTo>
                  <a:cubicBezTo>
                    <a:pt x="12656" y="17245"/>
                    <a:pt x="12673" y="17249"/>
                    <a:pt x="12695" y="17249"/>
                  </a:cubicBezTo>
                  <a:cubicBezTo>
                    <a:pt x="12792" y="17249"/>
                    <a:pt x="12982" y="17170"/>
                    <a:pt x="13094" y="17170"/>
                  </a:cubicBezTo>
                  <a:cubicBezTo>
                    <a:pt x="13108" y="17170"/>
                    <a:pt x="13120" y="17171"/>
                    <a:pt x="13132" y="17174"/>
                  </a:cubicBezTo>
                  <a:cubicBezTo>
                    <a:pt x="13253" y="17204"/>
                    <a:pt x="13344" y="17265"/>
                    <a:pt x="13405" y="17356"/>
                  </a:cubicBezTo>
                  <a:cubicBezTo>
                    <a:pt x="13405" y="17417"/>
                    <a:pt x="13466" y="17417"/>
                    <a:pt x="13466" y="17417"/>
                  </a:cubicBezTo>
                  <a:cubicBezTo>
                    <a:pt x="13466" y="17356"/>
                    <a:pt x="13496" y="17326"/>
                    <a:pt x="13496" y="17265"/>
                  </a:cubicBezTo>
                  <a:cubicBezTo>
                    <a:pt x="13496" y="17257"/>
                    <a:pt x="13503" y="17253"/>
                    <a:pt x="13515" y="17253"/>
                  </a:cubicBezTo>
                  <a:cubicBezTo>
                    <a:pt x="13547" y="17253"/>
                    <a:pt x="13620" y="17281"/>
                    <a:pt x="13709" y="17326"/>
                  </a:cubicBezTo>
                  <a:lnTo>
                    <a:pt x="13892" y="17326"/>
                  </a:lnTo>
                  <a:cubicBezTo>
                    <a:pt x="13945" y="17304"/>
                    <a:pt x="13984" y="17294"/>
                    <a:pt x="14005" y="17294"/>
                  </a:cubicBezTo>
                  <a:cubicBezTo>
                    <a:pt x="14042" y="17294"/>
                    <a:pt x="14020" y="17328"/>
                    <a:pt x="13922" y="17386"/>
                  </a:cubicBezTo>
                  <a:lnTo>
                    <a:pt x="13892" y="17478"/>
                  </a:lnTo>
                  <a:lnTo>
                    <a:pt x="13861" y="17538"/>
                  </a:lnTo>
                  <a:cubicBezTo>
                    <a:pt x="13892" y="17660"/>
                    <a:pt x="13770" y="17721"/>
                    <a:pt x="13588" y="17721"/>
                  </a:cubicBezTo>
                  <a:lnTo>
                    <a:pt x="13648" y="17569"/>
                  </a:lnTo>
                  <a:cubicBezTo>
                    <a:pt x="13648" y="17538"/>
                    <a:pt x="13618" y="17508"/>
                    <a:pt x="13588" y="17508"/>
                  </a:cubicBezTo>
                  <a:cubicBezTo>
                    <a:pt x="13496" y="17569"/>
                    <a:pt x="13436" y="17599"/>
                    <a:pt x="13344" y="17660"/>
                  </a:cubicBezTo>
                  <a:lnTo>
                    <a:pt x="13314" y="17690"/>
                  </a:lnTo>
                  <a:cubicBezTo>
                    <a:pt x="13253" y="17660"/>
                    <a:pt x="13192" y="17508"/>
                    <a:pt x="13192" y="17447"/>
                  </a:cubicBezTo>
                  <a:cubicBezTo>
                    <a:pt x="13192" y="17386"/>
                    <a:pt x="13040" y="17356"/>
                    <a:pt x="12980" y="17356"/>
                  </a:cubicBezTo>
                  <a:cubicBezTo>
                    <a:pt x="12919" y="17356"/>
                    <a:pt x="12949" y="17417"/>
                    <a:pt x="12980" y="17417"/>
                  </a:cubicBezTo>
                  <a:cubicBezTo>
                    <a:pt x="13040" y="17478"/>
                    <a:pt x="13071" y="17569"/>
                    <a:pt x="13132" y="17690"/>
                  </a:cubicBezTo>
                  <a:lnTo>
                    <a:pt x="13132" y="17812"/>
                  </a:lnTo>
                  <a:lnTo>
                    <a:pt x="13132" y="17842"/>
                  </a:lnTo>
                  <a:cubicBezTo>
                    <a:pt x="13056" y="17855"/>
                    <a:pt x="12981" y="17862"/>
                    <a:pt x="12905" y="17862"/>
                  </a:cubicBezTo>
                  <a:cubicBezTo>
                    <a:pt x="12798" y="17862"/>
                    <a:pt x="12691" y="17848"/>
                    <a:pt x="12585" y="17812"/>
                  </a:cubicBezTo>
                  <a:lnTo>
                    <a:pt x="12463" y="17630"/>
                  </a:lnTo>
                  <a:cubicBezTo>
                    <a:pt x="12437" y="17604"/>
                    <a:pt x="12401" y="17595"/>
                    <a:pt x="12365" y="17595"/>
                  </a:cubicBezTo>
                  <a:cubicBezTo>
                    <a:pt x="12316" y="17595"/>
                    <a:pt x="12268" y="17612"/>
                    <a:pt x="12250" y="17630"/>
                  </a:cubicBezTo>
                  <a:cubicBezTo>
                    <a:pt x="12250" y="17660"/>
                    <a:pt x="12281" y="17721"/>
                    <a:pt x="12311" y="17751"/>
                  </a:cubicBezTo>
                  <a:lnTo>
                    <a:pt x="12341" y="17812"/>
                  </a:lnTo>
                  <a:cubicBezTo>
                    <a:pt x="12433" y="17873"/>
                    <a:pt x="12372" y="17964"/>
                    <a:pt x="12311" y="17994"/>
                  </a:cubicBezTo>
                  <a:cubicBezTo>
                    <a:pt x="12250" y="18025"/>
                    <a:pt x="12554" y="18116"/>
                    <a:pt x="12676" y="18146"/>
                  </a:cubicBezTo>
                  <a:cubicBezTo>
                    <a:pt x="12708" y="18154"/>
                    <a:pt x="12737" y="18158"/>
                    <a:pt x="12759" y="18158"/>
                  </a:cubicBezTo>
                  <a:cubicBezTo>
                    <a:pt x="12821" y="18158"/>
                    <a:pt x="12842" y="18130"/>
                    <a:pt x="12797" y="18086"/>
                  </a:cubicBezTo>
                  <a:lnTo>
                    <a:pt x="12676" y="18086"/>
                  </a:lnTo>
                  <a:cubicBezTo>
                    <a:pt x="12676" y="18025"/>
                    <a:pt x="12706" y="17934"/>
                    <a:pt x="12767" y="17903"/>
                  </a:cubicBezTo>
                  <a:lnTo>
                    <a:pt x="12858" y="17964"/>
                  </a:lnTo>
                  <a:cubicBezTo>
                    <a:pt x="12980" y="18055"/>
                    <a:pt x="13132" y="18146"/>
                    <a:pt x="13284" y="18238"/>
                  </a:cubicBezTo>
                  <a:cubicBezTo>
                    <a:pt x="13324" y="18251"/>
                    <a:pt x="13365" y="18265"/>
                    <a:pt x="13398" y="18265"/>
                  </a:cubicBezTo>
                  <a:cubicBezTo>
                    <a:pt x="13438" y="18265"/>
                    <a:pt x="13466" y="18244"/>
                    <a:pt x="13466" y="18177"/>
                  </a:cubicBezTo>
                  <a:cubicBezTo>
                    <a:pt x="13466" y="18055"/>
                    <a:pt x="13618" y="18086"/>
                    <a:pt x="13618" y="18055"/>
                  </a:cubicBezTo>
                  <a:lnTo>
                    <a:pt x="13618" y="17934"/>
                  </a:lnTo>
                  <a:lnTo>
                    <a:pt x="13618" y="17903"/>
                  </a:lnTo>
                  <a:cubicBezTo>
                    <a:pt x="13588" y="17873"/>
                    <a:pt x="13770" y="17842"/>
                    <a:pt x="13831" y="17842"/>
                  </a:cubicBezTo>
                  <a:cubicBezTo>
                    <a:pt x="13892" y="17842"/>
                    <a:pt x="13983" y="18025"/>
                    <a:pt x="13922" y="18086"/>
                  </a:cubicBezTo>
                  <a:cubicBezTo>
                    <a:pt x="13831" y="18116"/>
                    <a:pt x="14013" y="18177"/>
                    <a:pt x="14104" y="18207"/>
                  </a:cubicBezTo>
                  <a:cubicBezTo>
                    <a:pt x="14111" y="18210"/>
                    <a:pt x="14117" y="18212"/>
                    <a:pt x="14123" y="18212"/>
                  </a:cubicBezTo>
                  <a:cubicBezTo>
                    <a:pt x="14171" y="18212"/>
                    <a:pt x="14195" y="18113"/>
                    <a:pt x="14195" y="18086"/>
                  </a:cubicBezTo>
                  <a:cubicBezTo>
                    <a:pt x="14195" y="17994"/>
                    <a:pt x="14195" y="17873"/>
                    <a:pt x="14195" y="17782"/>
                  </a:cubicBezTo>
                  <a:lnTo>
                    <a:pt x="14074" y="17690"/>
                  </a:lnTo>
                  <a:cubicBezTo>
                    <a:pt x="14044" y="17690"/>
                    <a:pt x="14104" y="17599"/>
                    <a:pt x="14135" y="17569"/>
                  </a:cubicBezTo>
                  <a:lnTo>
                    <a:pt x="14195" y="17508"/>
                  </a:lnTo>
                  <a:cubicBezTo>
                    <a:pt x="14287" y="17478"/>
                    <a:pt x="14347" y="17417"/>
                    <a:pt x="14287" y="17417"/>
                  </a:cubicBezTo>
                  <a:lnTo>
                    <a:pt x="14226" y="17417"/>
                  </a:lnTo>
                  <a:cubicBezTo>
                    <a:pt x="14195" y="17417"/>
                    <a:pt x="14408" y="17295"/>
                    <a:pt x="14439" y="17234"/>
                  </a:cubicBezTo>
                  <a:cubicBezTo>
                    <a:pt x="14469" y="17143"/>
                    <a:pt x="14530" y="17083"/>
                    <a:pt x="14591" y="17052"/>
                  </a:cubicBezTo>
                  <a:cubicBezTo>
                    <a:pt x="14594" y="17049"/>
                    <a:pt x="14598" y="17047"/>
                    <a:pt x="14602" y="17047"/>
                  </a:cubicBezTo>
                  <a:cubicBezTo>
                    <a:pt x="14634" y="17047"/>
                    <a:pt x="14682" y="17147"/>
                    <a:pt x="14682" y="17174"/>
                  </a:cubicBezTo>
                  <a:cubicBezTo>
                    <a:pt x="14773" y="17265"/>
                    <a:pt x="14864" y="17295"/>
                    <a:pt x="14986" y="17295"/>
                  </a:cubicBezTo>
                  <a:cubicBezTo>
                    <a:pt x="15138" y="17265"/>
                    <a:pt x="15290" y="17234"/>
                    <a:pt x="15472" y="17204"/>
                  </a:cubicBezTo>
                  <a:lnTo>
                    <a:pt x="15624" y="17174"/>
                  </a:lnTo>
                  <a:cubicBezTo>
                    <a:pt x="15654" y="17174"/>
                    <a:pt x="15654" y="17083"/>
                    <a:pt x="15715" y="17052"/>
                  </a:cubicBezTo>
                  <a:lnTo>
                    <a:pt x="15867" y="17052"/>
                  </a:lnTo>
                  <a:cubicBezTo>
                    <a:pt x="15958" y="17083"/>
                    <a:pt x="16019" y="17174"/>
                    <a:pt x="16110" y="17204"/>
                  </a:cubicBezTo>
                  <a:lnTo>
                    <a:pt x="16262" y="17234"/>
                  </a:lnTo>
                  <a:cubicBezTo>
                    <a:pt x="16293" y="17143"/>
                    <a:pt x="16354" y="17052"/>
                    <a:pt x="16384" y="17052"/>
                  </a:cubicBezTo>
                  <a:cubicBezTo>
                    <a:pt x="16475" y="17098"/>
                    <a:pt x="16566" y="17121"/>
                    <a:pt x="16654" y="17121"/>
                  </a:cubicBezTo>
                  <a:cubicBezTo>
                    <a:pt x="16741" y="17121"/>
                    <a:pt x="16825" y="17098"/>
                    <a:pt x="16901" y="17052"/>
                  </a:cubicBezTo>
                  <a:lnTo>
                    <a:pt x="17022" y="17022"/>
                  </a:lnTo>
                  <a:cubicBezTo>
                    <a:pt x="17053" y="17083"/>
                    <a:pt x="17113" y="17174"/>
                    <a:pt x="17174" y="17204"/>
                  </a:cubicBezTo>
                  <a:cubicBezTo>
                    <a:pt x="17180" y="17207"/>
                    <a:pt x="17188" y="17208"/>
                    <a:pt x="17197" y="17208"/>
                  </a:cubicBezTo>
                  <a:cubicBezTo>
                    <a:pt x="17272" y="17208"/>
                    <a:pt x="17459" y="17129"/>
                    <a:pt x="17585" y="17129"/>
                  </a:cubicBezTo>
                  <a:cubicBezTo>
                    <a:pt x="17614" y="17129"/>
                    <a:pt x="17640" y="17133"/>
                    <a:pt x="17661" y="17143"/>
                  </a:cubicBezTo>
                  <a:cubicBezTo>
                    <a:pt x="17696" y="17161"/>
                    <a:pt x="17714" y="17168"/>
                    <a:pt x="17719" y="17168"/>
                  </a:cubicBezTo>
                  <a:cubicBezTo>
                    <a:pt x="17731" y="17168"/>
                    <a:pt x="17673" y="17125"/>
                    <a:pt x="17630" y="17083"/>
                  </a:cubicBezTo>
                  <a:cubicBezTo>
                    <a:pt x="17569" y="17052"/>
                    <a:pt x="17630" y="17022"/>
                    <a:pt x="17782" y="17022"/>
                  </a:cubicBezTo>
                  <a:lnTo>
                    <a:pt x="17873" y="17022"/>
                  </a:lnTo>
                  <a:cubicBezTo>
                    <a:pt x="17965" y="17022"/>
                    <a:pt x="18086" y="17083"/>
                    <a:pt x="18147" y="17083"/>
                  </a:cubicBezTo>
                  <a:cubicBezTo>
                    <a:pt x="18208" y="17083"/>
                    <a:pt x="18360" y="17052"/>
                    <a:pt x="18360" y="17022"/>
                  </a:cubicBezTo>
                  <a:cubicBezTo>
                    <a:pt x="18360" y="16931"/>
                    <a:pt x="18398" y="16908"/>
                    <a:pt x="18447" y="16908"/>
                  </a:cubicBezTo>
                  <a:cubicBezTo>
                    <a:pt x="18496" y="16908"/>
                    <a:pt x="18557" y="16931"/>
                    <a:pt x="18603" y="16931"/>
                  </a:cubicBezTo>
                  <a:lnTo>
                    <a:pt x="18816" y="16870"/>
                  </a:lnTo>
                  <a:cubicBezTo>
                    <a:pt x="18816" y="16921"/>
                    <a:pt x="18843" y="16940"/>
                    <a:pt x="18879" y="16940"/>
                  </a:cubicBezTo>
                  <a:cubicBezTo>
                    <a:pt x="18928" y="16940"/>
                    <a:pt x="18993" y="16905"/>
                    <a:pt x="19028" y="16870"/>
                  </a:cubicBezTo>
                  <a:cubicBezTo>
                    <a:pt x="19050" y="16848"/>
                    <a:pt x="19083" y="16838"/>
                    <a:pt x="19122" y="16838"/>
                  </a:cubicBezTo>
                  <a:cubicBezTo>
                    <a:pt x="19193" y="16838"/>
                    <a:pt x="19284" y="16872"/>
                    <a:pt x="19363" y="16931"/>
                  </a:cubicBezTo>
                  <a:lnTo>
                    <a:pt x="19758" y="16931"/>
                  </a:lnTo>
                  <a:cubicBezTo>
                    <a:pt x="19804" y="16938"/>
                    <a:pt x="19847" y="16942"/>
                    <a:pt x="19887" y="16942"/>
                  </a:cubicBezTo>
                  <a:cubicBezTo>
                    <a:pt x="20005" y="16942"/>
                    <a:pt x="20085" y="16908"/>
                    <a:pt x="20062" y="16839"/>
                  </a:cubicBezTo>
                  <a:lnTo>
                    <a:pt x="20183" y="16809"/>
                  </a:lnTo>
                  <a:cubicBezTo>
                    <a:pt x="20244" y="16809"/>
                    <a:pt x="20305" y="16748"/>
                    <a:pt x="20366" y="16748"/>
                  </a:cubicBezTo>
                  <a:lnTo>
                    <a:pt x="20396" y="16748"/>
                  </a:lnTo>
                  <a:cubicBezTo>
                    <a:pt x="20400" y="16750"/>
                    <a:pt x="20404" y="16751"/>
                    <a:pt x="20408" y="16751"/>
                  </a:cubicBezTo>
                  <a:cubicBezTo>
                    <a:pt x="20478" y="16751"/>
                    <a:pt x="20647" y="16535"/>
                    <a:pt x="20761" y="16535"/>
                  </a:cubicBezTo>
                  <a:cubicBezTo>
                    <a:pt x="20883" y="16566"/>
                    <a:pt x="21004" y="16596"/>
                    <a:pt x="21095" y="16687"/>
                  </a:cubicBezTo>
                  <a:lnTo>
                    <a:pt x="21095" y="16809"/>
                  </a:lnTo>
                  <a:cubicBezTo>
                    <a:pt x="21072" y="16855"/>
                    <a:pt x="21080" y="16870"/>
                    <a:pt x="21101" y="16870"/>
                  </a:cubicBezTo>
                  <a:cubicBezTo>
                    <a:pt x="21136" y="16870"/>
                    <a:pt x="21209" y="16828"/>
                    <a:pt x="21247" y="16809"/>
                  </a:cubicBezTo>
                  <a:cubicBezTo>
                    <a:pt x="21278" y="16748"/>
                    <a:pt x="21521" y="16596"/>
                    <a:pt x="21551" y="16535"/>
                  </a:cubicBezTo>
                  <a:cubicBezTo>
                    <a:pt x="21561" y="16515"/>
                    <a:pt x="21568" y="16505"/>
                    <a:pt x="21572" y="16505"/>
                  </a:cubicBezTo>
                  <a:lnTo>
                    <a:pt x="21572" y="16505"/>
                  </a:lnTo>
                  <a:cubicBezTo>
                    <a:pt x="21578" y="16505"/>
                    <a:pt x="21572" y="16546"/>
                    <a:pt x="21551" y="16627"/>
                  </a:cubicBezTo>
                  <a:lnTo>
                    <a:pt x="21734" y="16657"/>
                  </a:lnTo>
                  <a:lnTo>
                    <a:pt x="21916" y="16687"/>
                  </a:lnTo>
                  <a:cubicBezTo>
                    <a:pt x="21984" y="16619"/>
                    <a:pt x="22087" y="16585"/>
                    <a:pt x="22198" y="16585"/>
                  </a:cubicBezTo>
                  <a:cubicBezTo>
                    <a:pt x="22235" y="16585"/>
                    <a:pt x="22273" y="16589"/>
                    <a:pt x="22311" y="16596"/>
                  </a:cubicBezTo>
                  <a:lnTo>
                    <a:pt x="22372" y="16657"/>
                  </a:lnTo>
                  <a:cubicBezTo>
                    <a:pt x="22463" y="16718"/>
                    <a:pt x="22524" y="16839"/>
                    <a:pt x="22615" y="16900"/>
                  </a:cubicBezTo>
                  <a:cubicBezTo>
                    <a:pt x="22676" y="16870"/>
                    <a:pt x="22706" y="16839"/>
                    <a:pt x="22676" y="16779"/>
                  </a:cubicBezTo>
                  <a:cubicBezTo>
                    <a:pt x="22676" y="16748"/>
                    <a:pt x="22949" y="16657"/>
                    <a:pt x="23041" y="16627"/>
                  </a:cubicBezTo>
                  <a:cubicBezTo>
                    <a:pt x="23078" y="16614"/>
                    <a:pt x="23121" y="16607"/>
                    <a:pt x="23165" y="16607"/>
                  </a:cubicBezTo>
                  <a:cubicBezTo>
                    <a:pt x="23227" y="16607"/>
                    <a:pt x="23291" y="16621"/>
                    <a:pt x="23345" y="16657"/>
                  </a:cubicBezTo>
                  <a:cubicBezTo>
                    <a:pt x="23390" y="16672"/>
                    <a:pt x="23428" y="16680"/>
                    <a:pt x="23466" y="16680"/>
                  </a:cubicBezTo>
                  <a:cubicBezTo>
                    <a:pt x="23504" y="16680"/>
                    <a:pt x="23542" y="16672"/>
                    <a:pt x="23588" y="16657"/>
                  </a:cubicBezTo>
                  <a:lnTo>
                    <a:pt x="23679" y="16627"/>
                  </a:lnTo>
                  <a:cubicBezTo>
                    <a:pt x="23740" y="16596"/>
                    <a:pt x="23861" y="16566"/>
                    <a:pt x="23861" y="16535"/>
                  </a:cubicBezTo>
                  <a:lnTo>
                    <a:pt x="23831" y="16323"/>
                  </a:lnTo>
                  <a:cubicBezTo>
                    <a:pt x="23953" y="16262"/>
                    <a:pt x="24044" y="16171"/>
                    <a:pt x="24135" y="16049"/>
                  </a:cubicBezTo>
                  <a:lnTo>
                    <a:pt x="24135" y="16049"/>
                  </a:lnTo>
                  <a:cubicBezTo>
                    <a:pt x="24135" y="16049"/>
                    <a:pt x="23861" y="16201"/>
                    <a:pt x="23770" y="16262"/>
                  </a:cubicBezTo>
                  <a:cubicBezTo>
                    <a:pt x="23738" y="16283"/>
                    <a:pt x="23706" y="16293"/>
                    <a:pt x="23677" y="16293"/>
                  </a:cubicBezTo>
                  <a:cubicBezTo>
                    <a:pt x="23626" y="16293"/>
                    <a:pt x="23588" y="16260"/>
                    <a:pt x="23588" y="16201"/>
                  </a:cubicBezTo>
                  <a:lnTo>
                    <a:pt x="23405" y="16231"/>
                  </a:lnTo>
                  <a:lnTo>
                    <a:pt x="23223" y="16231"/>
                  </a:lnTo>
                  <a:cubicBezTo>
                    <a:pt x="23253" y="16140"/>
                    <a:pt x="23314" y="16019"/>
                    <a:pt x="23375" y="15927"/>
                  </a:cubicBezTo>
                  <a:cubicBezTo>
                    <a:pt x="23378" y="15924"/>
                    <a:pt x="23383" y="15923"/>
                    <a:pt x="23388" y="15923"/>
                  </a:cubicBezTo>
                  <a:cubicBezTo>
                    <a:pt x="23431" y="15923"/>
                    <a:pt x="23530" y="16022"/>
                    <a:pt x="23557" y="16049"/>
                  </a:cubicBezTo>
                  <a:cubicBezTo>
                    <a:pt x="23561" y="16052"/>
                    <a:pt x="23568" y="16054"/>
                    <a:pt x="23578" y="16054"/>
                  </a:cubicBezTo>
                  <a:cubicBezTo>
                    <a:pt x="23659" y="16054"/>
                    <a:pt x="23935" y="15955"/>
                    <a:pt x="24044" y="15927"/>
                  </a:cubicBezTo>
                  <a:cubicBezTo>
                    <a:pt x="24076" y="15906"/>
                    <a:pt x="24112" y="15896"/>
                    <a:pt x="24148" y="15896"/>
                  </a:cubicBezTo>
                  <a:cubicBezTo>
                    <a:pt x="24213" y="15896"/>
                    <a:pt x="24278" y="15929"/>
                    <a:pt x="24317" y="15988"/>
                  </a:cubicBezTo>
                  <a:cubicBezTo>
                    <a:pt x="24317" y="16019"/>
                    <a:pt x="24591" y="16019"/>
                    <a:pt x="24652" y="16079"/>
                  </a:cubicBezTo>
                  <a:cubicBezTo>
                    <a:pt x="24682" y="16140"/>
                    <a:pt x="24652" y="16201"/>
                    <a:pt x="24560" y="16201"/>
                  </a:cubicBezTo>
                  <a:lnTo>
                    <a:pt x="24469" y="16201"/>
                  </a:lnTo>
                  <a:lnTo>
                    <a:pt x="24044" y="16292"/>
                  </a:lnTo>
                  <a:cubicBezTo>
                    <a:pt x="24155" y="16381"/>
                    <a:pt x="24283" y="16438"/>
                    <a:pt x="24414" y="16438"/>
                  </a:cubicBezTo>
                  <a:cubicBezTo>
                    <a:pt x="24463" y="16438"/>
                    <a:pt x="24512" y="16430"/>
                    <a:pt x="24560" y="16414"/>
                  </a:cubicBezTo>
                  <a:cubicBezTo>
                    <a:pt x="24593" y="16406"/>
                    <a:pt x="24626" y="16402"/>
                    <a:pt x="24658" y="16402"/>
                  </a:cubicBezTo>
                  <a:cubicBezTo>
                    <a:pt x="24745" y="16402"/>
                    <a:pt x="24828" y="16430"/>
                    <a:pt x="24895" y="16475"/>
                  </a:cubicBezTo>
                  <a:cubicBezTo>
                    <a:pt x="24906" y="16486"/>
                    <a:pt x="24918" y="16491"/>
                    <a:pt x="24929" y="16491"/>
                  </a:cubicBezTo>
                  <a:cubicBezTo>
                    <a:pt x="24978" y="16491"/>
                    <a:pt x="25022" y="16402"/>
                    <a:pt x="25047" y="16353"/>
                  </a:cubicBezTo>
                  <a:cubicBezTo>
                    <a:pt x="25047" y="16328"/>
                    <a:pt x="25051" y="16317"/>
                    <a:pt x="25059" y="16317"/>
                  </a:cubicBezTo>
                  <a:cubicBezTo>
                    <a:pt x="25080" y="16317"/>
                    <a:pt x="25124" y="16395"/>
                    <a:pt x="25168" y="16505"/>
                  </a:cubicBezTo>
                  <a:lnTo>
                    <a:pt x="25229" y="16627"/>
                  </a:lnTo>
                  <a:cubicBezTo>
                    <a:pt x="25260" y="16657"/>
                    <a:pt x="25290" y="16687"/>
                    <a:pt x="25351" y="16687"/>
                  </a:cubicBezTo>
                  <a:cubicBezTo>
                    <a:pt x="25472" y="16657"/>
                    <a:pt x="25381" y="16657"/>
                    <a:pt x="25351" y="16596"/>
                  </a:cubicBezTo>
                  <a:cubicBezTo>
                    <a:pt x="25320" y="16535"/>
                    <a:pt x="25351" y="16475"/>
                    <a:pt x="25442" y="16444"/>
                  </a:cubicBezTo>
                  <a:cubicBezTo>
                    <a:pt x="25507" y="16444"/>
                    <a:pt x="25526" y="16522"/>
                    <a:pt x="25586" y="16522"/>
                  </a:cubicBezTo>
                  <a:cubicBezTo>
                    <a:pt x="25611" y="16522"/>
                    <a:pt x="25642" y="16509"/>
                    <a:pt x="25685" y="16475"/>
                  </a:cubicBezTo>
                  <a:cubicBezTo>
                    <a:pt x="25731" y="16459"/>
                    <a:pt x="25784" y="16452"/>
                    <a:pt x="25841" y="16452"/>
                  </a:cubicBezTo>
                  <a:cubicBezTo>
                    <a:pt x="25898" y="16452"/>
                    <a:pt x="25959" y="16459"/>
                    <a:pt x="26019" y="16475"/>
                  </a:cubicBezTo>
                  <a:cubicBezTo>
                    <a:pt x="26050" y="16490"/>
                    <a:pt x="26080" y="16497"/>
                    <a:pt x="26111" y="16497"/>
                  </a:cubicBezTo>
                  <a:cubicBezTo>
                    <a:pt x="26141" y="16497"/>
                    <a:pt x="26171" y="16490"/>
                    <a:pt x="26202" y="16475"/>
                  </a:cubicBezTo>
                  <a:cubicBezTo>
                    <a:pt x="26263" y="16459"/>
                    <a:pt x="26331" y="16452"/>
                    <a:pt x="26399" y="16452"/>
                  </a:cubicBezTo>
                  <a:cubicBezTo>
                    <a:pt x="26468" y="16452"/>
                    <a:pt x="26536" y="16459"/>
                    <a:pt x="26597" y="16475"/>
                  </a:cubicBezTo>
                  <a:cubicBezTo>
                    <a:pt x="26623" y="16485"/>
                    <a:pt x="26648" y="16489"/>
                    <a:pt x="26671" y="16489"/>
                  </a:cubicBezTo>
                  <a:cubicBezTo>
                    <a:pt x="26759" y="16489"/>
                    <a:pt x="26830" y="16430"/>
                    <a:pt x="26918" y="16430"/>
                  </a:cubicBezTo>
                  <a:cubicBezTo>
                    <a:pt x="26941" y="16430"/>
                    <a:pt x="26966" y="16434"/>
                    <a:pt x="26992" y="16444"/>
                  </a:cubicBezTo>
                  <a:lnTo>
                    <a:pt x="27083" y="16475"/>
                  </a:lnTo>
                  <a:cubicBezTo>
                    <a:pt x="27174" y="16475"/>
                    <a:pt x="27266" y="16444"/>
                    <a:pt x="27357" y="16414"/>
                  </a:cubicBezTo>
                  <a:lnTo>
                    <a:pt x="27387" y="16383"/>
                  </a:lnTo>
                  <a:cubicBezTo>
                    <a:pt x="27418" y="16353"/>
                    <a:pt x="27478" y="16323"/>
                    <a:pt x="27509" y="16323"/>
                  </a:cubicBezTo>
                  <a:lnTo>
                    <a:pt x="27661" y="16353"/>
                  </a:lnTo>
                  <a:cubicBezTo>
                    <a:pt x="27722" y="16383"/>
                    <a:pt x="27790" y="16399"/>
                    <a:pt x="27855" y="16399"/>
                  </a:cubicBezTo>
                  <a:cubicBezTo>
                    <a:pt x="27919" y="16399"/>
                    <a:pt x="27980" y="16383"/>
                    <a:pt x="28026" y="16353"/>
                  </a:cubicBezTo>
                  <a:cubicBezTo>
                    <a:pt x="28034" y="16345"/>
                    <a:pt x="28046" y="16341"/>
                    <a:pt x="28062" y="16341"/>
                  </a:cubicBezTo>
                  <a:cubicBezTo>
                    <a:pt x="28105" y="16341"/>
                    <a:pt x="28172" y="16369"/>
                    <a:pt x="28238" y="16414"/>
                  </a:cubicBezTo>
                  <a:lnTo>
                    <a:pt x="28329" y="16475"/>
                  </a:lnTo>
                  <a:lnTo>
                    <a:pt x="28360" y="16475"/>
                  </a:lnTo>
                  <a:cubicBezTo>
                    <a:pt x="28421" y="16475"/>
                    <a:pt x="28481" y="16414"/>
                    <a:pt x="28481" y="16383"/>
                  </a:cubicBezTo>
                  <a:lnTo>
                    <a:pt x="28481" y="16323"/>
                  </a:lnTo>
                  <a:cubicBezTo>
                    <a:pt x="28481" y="16307"/>
                    <a:pt x="28474" y="16307"/>
                    <a:pt x="28466" y="16307"/>
                  </a:cubicBezTo>
                  <a:cubicBezTo>
                    <a:pt x="28459" y="16307"/>
                    <a:pt x="28451" y="16307"/>
                    <a:pt x="28451" y="16292"/>
                  </a:cubicBezTo>
                  <a:cubicBezTo>
                    <a:pt x="28451" y="16262"/>
                    <a:pt x="28421" y="16231"/>
                    <a:pt x="28451" y="16231"/>
                  </a:cubicBezTo>
                  <a:lnTo>
                    <a:pt x="28542" y="16231"/>
                  </a:lnTo>
                  <a:lnTo>
                    <a:pt x="28633" y="16353"/>
                  </a:lnTo>
                  <a:cubicBezTo>
                    <a:pt x="28785" y="16535"/>
                    <a:pt x="28785" y="16657"/>
                    <a:pt x="28664" y="16657"/>
                  </a:cubicBezTo>
                  <a:lnTo>
                    <a:pt x="28603" y="16657"/>
                  </a:lnTo>
                  <a:cubicBezTo>
                    <a:pt x="28573" y="16657"/>
                    <a:pt x="28542" y="16687"/>
                    <a:pt x="28512" y="16718"/>
                  </a:cubicBezTo>
                  <a:cubicBezTo>
                    <a:pt x="28481" y="16809"/>
                    <a:pt x="28603" y="16809"/>
                    <a:pt x="28694" y="16809"/>
                  </a:cubicBezTo>
                  <a:lnTo>
                    <a:pt x="28725" y="16809"/>
                  </a:lnTo>
                  <a:cubicBezTo>
                    <a:pt x="28816" y="16809"/>
                    <a:pt x="28907" y="16779"/>
                    <a:pt x="28968" y="16718"/>
                  </a:cubicBezTo>
                  <a:lnTo>
                    <a:pt x="29089" y="16779"/>
                  </a:lnTo>
                  <a:cubicBezTo>
                    <a:pt x="29120" y="16779"/>
                    <a:pt x="29181" y="16779"/>
                    <a:pt x="29211" y="16748"/>
                  </a:cubicBezTo>
                  <a:cubicBezTo>
                    <a:pt x="29241" y="16718"/>
                    <a:pt x="29241" y="16687"/>
                    <a:pt x="29211" y="16657"/>
                  </a:cubicBezTo>
                  <a:cubicBezTo>
                    <a:pt x="29181" y="16627"/>
                    <a:pt x="29150" y="16596"/>
                    <a:pt x="29089" y="16566"/>
                  </a:cubicBezTo>
                  <a:cubicBezTo>
                    <a:pt x="29029" y="16505"/>
                    <a:pt x="28877" y="16566"/>
                    <a:pt x="28937" y="16414"/>
                  </a:cubicBezTo>
                  <a:lnTo>
                    <a:pt x="28968" y="16353"/>
                  </a:lnTo>
                  <a:cubicBezTo>
                    <a:pt x="28983" y="16330"/>
                    <a:pt x="29005" y="16320"/>
                    <a:pt x="29030" y="16320"/>
                  </a:cubicBezTo>
                  <a:cubicBezTo>
                    <a:pt x="29101" y="16320"/>
                    <a:pt x="29196" y="16399"/>
                    <a:pt x="29241" y="16444"/>
                  </a:cubicBezTo>
                  <a:cubicBezTo>
                    <a:pt x="29250" y="16470"/>
                    <a:pt x="29276" y="16481"/>
                    <a:pt x="29314" y="16481"/>
                  </a:cubicBezTo>
                  <a:cubicBezTo>
                    <a:pt x="29412" y="16481"/>
                    <a:pt x="29592" y="16410"/>
                    <a:pt x="29788" y="16323"/>
                  </a:cubicBezTo>
                  <a:lnTo>
                    <a:pt x="30062" y="16292"/>
                  </a:lnTo>
                  <a:lnTo>
                    <a:pt x="30366" y="16262"/>
                  </a:lnTo>
                  <a:cubicBezTo>
                    <a:pt x="30396" y="16079"/>
                    <a:pt x="30396" y="15897"/>
                    <a:pt x="30366" y="15715"/>
                  </a:cubicBezTo>
                  <a:cubicBezTo>
                    <a:pt x="30366" y="15684"/>
                    <a:pt x="30457" y="15624"/>
                    <a:pt x="30640" y="15593"/>
                  </a:cubicBezTo>
                  <a:lnTo>
                    <a:pt x="30700" y="15715"/>
                  </a:lnTo>
                  <a:cubicBezTo>
                    <a:pt x="30731" y="15745"/>
                    <a:pt x="30670" y="15775"/>
                    <a:pt x="30670" y="15836"/>
                  </a:cubicBezTo>
                  <a:cubicBezTo>
                    <a:pt x="30670" y="15897"/>
                    <a:pt x="30670" y="15958"/>
                    <a:pt x="30700" y="16019"/>
                  </a:cubicBezTo>
                  <a:cubicBezTo>
                    <a:pt x="30700" y="16079"/>
                    <a:pt x="30731" y="16171"/>
                    <a:pt x="30761" y="16171"/>
                  </a:cubicBezTo>
                  <a:cubicBezTo>
                    <a:pt x="30761" y="16171"/>
                    <a:pt x="30700" y="16201"/>
                    <a:pt x="30670" y="16201"/>
                  </a:cubicBezTo>
                  <a:lnTo>
                    <a:pt x="30579" y="16231"/>
                  </a:lnTo>
                  <a:cubicBezTo>
                    <a:pt x="30488" y="16292"/>
                    <a:pt x="30518" y="16475"/>
                    <a:pt x="30548" y="16535"/>
                  </a:cubicBezTo>
                  <a:cubicBezTo>
                    <a:pt x="30553" y="16540"/>
                    <a:pt x="30560" y="16543"/>
                    <a:pt x="30568" y="16543"/>
                  </a:cubicBezTo>
                  <a:cubicBezTo>
                    <a:pt x="30608" y="16543"/>
                    <a:pt x="30680" y="16480"/>
                    <a:pt x="30731" y="16353"/>
                  </a:cubicBezTo>
                  <a:lnTo>
                    <a:pt x="30913" y="16292"/>
                  </a:lnTo>
                  <a:cubicBezTo>
                    <a:pt x="30916" y="16290"/>
                    <a:pt x="30918" y="16289"/>
                    <a:pt x="30922" y="16289"/>
                  </a:cubicBezTo>
                  <a:cubicBezTo>
                    <a:pt x="30944" y="16289"/>
                    <a:pt x="30984" y="16344"/>
                    <a:pt x="31017" y="16344"/>
                  </a:cubicBezTo>
                  <a:cubicBezTo>
                    <a:pt x="31037" y="16344"/>
                    <a:pt x="31055" y="16324"/>
                    <a:pt x="31065" y="16262"/>
                  </a:cubicBezTo>
                  <a:cubicBezTo>
                    <a:pt x="31096" y="16201"/>
                    <a:pt x="31187" y="16140"/>
                    <a:pt x="31278" y="16079"/>
                  </a:cubicBezTo>
                  <a:cubicBezTo>
                    <a:pt x="31308" y="16064"/>
                    <a:pt x="31354" y="16057"/>
                    <a:pt x="31392" y="16057"/>
                  </a:cubicBezTo>
                  <a:cubicBezTo>
                    <a:pt x="31430" y="16057"/>
                    <a:pt x="31460" y="16064"/>
                    <a:pt x="31460" y="16079"/>
                  </a:cubicBezTo>
                  <a:cubicBezTo>
                    <a:pt x="31491" y="16110"/>
                    <a:pt x="31399" y="16171"/>
                    <a:pt x="31399" y="16231"/>
                  </a:cubicBezTo>
                  <a:cubicBezTo>
                    <a:pt x="31430" y="16262"/>
                    <a:pt x="31582" y="16262"/>
                    <a:pt x="31612" y="16262"/>
                  </a:cubicBezTo>
                  <a:cubicBezTo>
                    <a:pt x="31643" y="16262"/>
                    <a:pt x="31825" y="16049"/>
                    <a:pt x="31886" y="15988"/>
                  </a:cubicBezTo>
                  <a:cubicBezTo>
                    <a:pt x="31910" y="15980"/>
                    <a:pt x="31937" y="15976"/>
                    <a:pt x="31964" y="15976"/>
                  </a:cubicBezTo>
                  <a:cubicBezTo>
                    <a:pt x="32038" y="15976"/>
                    <a:pt x="32115" y="16005"/>
                    <a:pt x="32159" y="16049"/>
                  </a:cubicBezTo>
                  <a:lnTo>
                    <a:pt x="32220" y="16110"/>
                  </a:lnTo>
                  <a:cubicBezTo>
                    <a:pt x="32251" y="16140"/>
                    <a:pt x="32311" y="16201"/>
                    <a:pt x="32342" y="16201"/>
                  </a:cubicBezTo>
                  <a:cubicBezTo>
                    <a:pt x="32433" y="16171"/>
                    <a:pt x="32433" y="16079"/>
                    <a:pt x="32372" y="16019"/>
                  </a:cubicBezTo>
                  <a:cubicBezTo>
                    <a:pt x="32281" y="15988"/>
                    <a:pt x="32311" y="15897"/>
                    <a:pt x="32372" y="15867"/>
                  </a:cubicBezTo>
                  <a:cubicBezTo>
                    <a:pt x="32378" y="15861"/>
                    <a:pt x="32386" y="15859"/>
                    <a:pt x="32397" y="15859"/>
                  </a:cubicBezTo>
                  <a:cubicBezTo>
                    <a:pt x="32444" y="15859"/>
                    <a:pt x="32530" y="15908"/>
                    <a:pt x="32555" y="15958"/>
                  </a:cubicBezTo>
                  <a:lnTo>
                    <a:pt x="32615" y="15988"/>
                  </a:lnTo>
                  <a:cubicBezTo>
                    <a:pt x="32615" y="16049"/>
                    <a:pt x="32646" y="16110"/>
                    <a:pt x="32646" y="16140"/>
                  </a:cubicBezTo>
                  <a:cubicBezTo>
                    <a:pt x="32767" y="16201"/>
                    <a:pt x="32858" y="16262"/>
                    <a:pt x="32980" y="16323"/>
                  </a:cubicBezTo>
                  <a:lnTo>
                    <a:pt x="33132" y="16353"/>
                  </a:lnTo>
                  <a:lnTo>
                    <a:pt x="33345" y="16383"/>
                  </a:lnTo>
                  <a:cubicBezTo>
                    <a:pt x="33436" y="16292"/>
                    <a:pt x="33436" y="16171"/>
                    <a:pt x="33406" y="16140"/>
                  </a:cubicBezTo>
                  <a:cubicBezTo>
                    <a:pt x="33375" y="16140"/>
                    <a:pt x="33345" y="15958"/>
                    <a:pt x="33406" y="15927"/>
                  </a:cubicBezTo>
                  <a:cubicBezTo>
                    <a:pt x="33410" y="15923"/>
                    <a:pt x="33416" y="15921"/>
                    <a:pt x="33424" y="15921"/>
                  </a:cubicBezTo>
                  <a:cubicBezTo>
                    <a:pt x="33475" y="15921"/>
                    <a:pt x="33592" y="15997"/>
                    <a:pt x="33618" y="16049"/>
                  </a:cubicBezTo>
                  <a:cubicBezTo>
                    <a:pt x="33626" y="16057"/>
                    <a:pt x="33635" y="16060"/>
                    <a:pt x="33646" y="16060"/>
                  </a:cubicBezTo>
                  <a:cubicBezTo>
                    <a:pt x="33679" y="16060"/>
                    <a:pt x="33725" y="16026"/>
                    <a:pt x="33770" y="15958"/>
                  </a:cubicBezTo>
                  <a:lnTo>
                    <a:pt x="33801" y="15958"/>
                  </a:lnTo>
                  <a:lnTo>
                    <a:pt x="33983" y="15927"/>
                  </a:lnTo>
                  <a:cubicBezTo>
                    <a:pt x="33983" y="16019"/>
                    <a:pt x="34196" y="16323"/>
                    <a:pt x="34317" y="16353"/>
                  </a:cubicBezTo>
                  <a:cubicBezTo>
                    <a:pt x="34469" y="16353"/>
                    <a:pt x="34591" y="16049"/>
                    <a:pt x="34561" y="15927"/>
                  </a:cubicBezTo>
                  <a:cubicBezTo>
                    <a:pt x="34547" y="15874"/>
                    <a:pt x="34557" y="15850"/>
                    <a:pt x="34581" y="15850"/>
                  </a:cubicBezTo>
                  <a:cubicBezTo>
                    <a:pt x="34610" y="15850"/>
                    <a:pt x="34661" y="15890"/>
                    <a:pt x="34713" y="15958"/>
                  </a:cubicBezTo>
                  <a:lnTo>
                    <a:pt x="35077" y="15958"/>
                  </a:lnTo>
                  <a:cubicBezTo>
                    <a:pt x="35260" y="15927"/>
                    <a:pt x="35442" y="15897"/>
                    <a:pt x="35624" y="15836"/>
                  </a:cubicBezTo>
                  <a:lnTo>
                    <a:pt x="35685" y="15867"/>
                  </a:lnTo>
                  <a:cubicBezTo>
                    <a:pt x="35741" y="15894"/>
                    <a:pt x="35785" y="15905"/>
                    <a:pt x="35823" y="15905"/>
                  </a:cubicBezTo>
                  <a:cubicBezTo>
                    <a:pt x="35910" y="15905"/>
                    <a:pt x="35965" y="15848"/>
                    <a:pt x="36050" y="15806"/>
                  </a:cubicBezTo>
                  <a:cubicBezTo>
                    <a:pt x="36050" y="15800"/>
                    <a:pt x="36052" y="15797"/>
                    <a:pt x="36057" y="15797"/>
                  </a:cubicBezTo>
                  <a:cubicBezTo>
                    <a:pt x="36073" y="15797"/>
                    <a:pt x="36117" y="15836"/>
                    <a:pt x="36141" y="15836"/>
                  </a:cubicBezTo>
                  <a:lnTo>
                    <a:pt x="36232" y="15867"/>
                  </a:lnTo>
                  <a:cubicBezTo>
                    <a:pt x="36293" y="15806"/>
                    <a:pt x="36354" y="15715"/>
                    <a:pt x="36384" y="15715"/>
                  </a:cubicBezTo>
                  <a:cubicBezTo>
                    <a:pt x="36445" y="15715"/>
                    <a:pt x="36476" y="15745"/>
                    <a:pt x="36506" y="15775"/>
                  </a:cubicBezTo>
                  <a:cubicBezTo>
                    <a:pt x="36506" y="15806"/>
                    <a:pt x="36415" y="15988"/>
                    <a:pt x="36506" y="16049"/>
                  </a:cubicBezTo>
                  <a:cubicBezTo>
                    <a:pt x="36521" y="16064"/>
                    <a:pt x="36533" y="16070"/>
                    <a:pt x="36545" y="16070"/>
                  </a:cubicBezTo>
                  <a:cubicBezTo>
                    <a:pt x="36581" y="16070"/>
                    <a:pt x="36604" y="16011"/>
                    <a:pt x="36628" y="15988"/>
                  </a:cubicBezTo>
                  <a:cubicBezTo>
                    <a:pt x="36658" y="15927"/>
                    <a:pt x="36688" y="15867"/>
                    <a:pt x="36719" y="15806"/>
                  </a:cubicBezTo>
                  <a:cubicBezTo>
                    <a:pt x="36749" y="15745"/>
                    <a:pt x="36810" y="15654"/>
                    <a:pt x="36840" y="15593"/>
                  </a:cubicBezTo>
                  <a:cubicBezTo>
                    <a:pt x="36848" y="15585"/>
                    <a:pt x="36865" y="15581"/>
                    <a:pt x="36888" y="15581"/>
                  </a:cubicBezTo>
                  <a:cubicBezTo>
                    <a:pt x="36950" y="15581"/>
                    <a:pt x="37055" y="15609"/>
                    <a:pt x="37144" y="15654"/>
                  </a:cubicBezTo>
                  <a:lnTo>
                    <a:pt x="37266" y="15745"/>
                  </a:lnTo>
                  <a:cubicBezTo>
                    <a:pt x="37254" y="15781"/>
                    <a:pt x="37228" y="15793"/>
                    <a:pt x="37199" y="15793"/>
                  </a:cubicBezTo>
                  <a:cubicBezTo>
                    <a:pt x="37154" y="15793"/>
                    <a:pt x="37102" y="15764"/>
                    <a:pt x="37083" y="15745"/>
                  </a:cubicBezTo>
                  <a:cubicBezTo>
                    <a:pt x="37075" y="15736"/>
                    <a:pt x="37058" y="15733"/>
                    <a:pt x="37038" y="15733"/>
                  </a:cubicBezTo>
                  <a:cubicBezTo>
                    <a:pt x="36990" y="15733"/>
                    <a:pt x="36923" y="15754"/>
                    <a:pt x="36901" y="15775"/>
                  </a:cubicBezTo>
                  <a:cubicBezTo>
                    <a:pt x="36871" y="15806"/>
                    <a:pt x="37023" y="15927"/>
                    <a:pt x="37114" y="15958"/>
                  </a:cubicBezTo>
                  <a:cubicBezTo>
                    <a:pt x="37138" y="15966"/>
                    <a:pt x="37163" y="15970"/>
                    <a:pt x="37187" y="15970"/>
                  </a:cubicBezTo>
                  <a:cubicBezTo>
                    <a:pt x="37254" y="15970"/>
                    <a:pt x="37321" y="15942"/>
                    <a:pt x="37387" y="15897"/>
                  </a:cubicBezTo>
                  <a:lnTo>
                    <a:pt x="37448" y="15836"/>
                  </a:lnTo>
                  <a:cubicBezTo>
                    <a:pt x="37509" y="15806"/>
                    <a:pt x="37600" y="15775"/>
                    <a:pt x="37631" y="15775"/>
                  </a:cubicBezTo>
                  <a:lnTo>
                    <a:pt x="37661" y="15836"/>
                  </a:lnTo>
                  <a:cubicBezTo>
                    <a:pt x="37665" y="15845"/>
                    <a:pt x="37671" y="15848"/>
                    <a:pt x="37678" y="15848"/>
                  </a:cubicBezTo>
                  <a:cubicBezTo>
                    <a:pt x="37723" y="15848"/>
                    <a:pt x="37821" y="15698"/>
                    <a:pt x="37874" y="15593"/>
                  </a:cubicBezTo>
                  <a:cubicBezTo>
                    <a:pt x="37881" y="15573"/>
                    <a:pt x="37892" y="15563"/>
                    <a:pt x="37907" y="15563"/>
                  </a:cubicBezTo>
                  <a:cubicBezTo>
                    <a:pt x="37960" y="15563"/>
                    <a:pt x="38060" y="15678"/>
                    <a:pt x="38178" y="15867"/>
                  </a:cubicBezTo>
                  <a:lnTo>
                    <a:pt x="38573" y="15867"/>
                  </a:lnTo>
                  <a:cubicBezTo>
                    <a:pt x="38786" y="15775"/>
                    <a:pt x="39029" y="15745"/>
                    <a:pt x="39242" y="15745"/>
                  </a:cubicBezTo>
                  <a:cubicBezTo>
                    <a:pt x="39258" y="15751"/>
                    <a:pt x="39275" y="15753"/>
                    <a:pt x="39291" y="15753"/>
                  </a:cubicBezTo>
                  <a:cubicBezTo>
                    <a:pt x="39363" y="15753"/>
                    <a:pt x="39424" y="15704"/>
                    <a:pt x="39424" y="15654"/>
                  </a:cubicBezTo>
                  <a:lnTo>
                    <a:pt x="39394" y="15593"/>
                  </a:lnTo>
                  <a:lnTo>
                    <a:pt x="39363" y="15563"/>
                  </a:lnTo>
                  <a:cubicBezTo>
                    <a:pt x="39287" y="15537"/>
                    <a:pt x="39508" y="15427"/>
                    <a:pt x="39671" y="15427"/>
                  </a:cubicBezTo>
                  <a:cubicBezTo>
                    <a:pt x="39704" y="15427"/>
                    <a:pt x="39733" y="15431"/>
                    <a:pt x="39758" y="15441"/>
                  </a:cubicBezTo>
                  <a:cubicBezTo>
                    <a:pt x="39880" y="15472"/>
                    <a:pt x="39971" y="15532"/>
                    <a:pt x="39941" y="15563"/>
                  </a:cubicBezTo>
                  <a:cubicBezTo>
                    <a:pt x="40009" y="15631"/>
                    <a:pt x="40077" y="15665"/>
                    <a:pt x="40159" y="15665"/>
                  </a:cubicBezTo>
                  <a:cubicBezTo>
                    <a:pt x="40186" y="15665"/>
                    <a:pt x="40214" y="15662"/>
                    <a:pt x="40245" y="15654"/>
                  </a:cubicBezTo>
                  <a:cubicBezTo>
                    <a:pt x="40300" y="15598"/>
                    <a:pt x="40356" y="15542"/>
                    <a:pt x="40426" y="15542"/>
                  </a:cubicBezTo>
                  <a:cubicBezTo>
                    <a:pt x="40470" y="15542"/>
                    <a:pt x="40520" y="15565"/>
                    <a:pt x="40579" y="15624"/>
                  </a:cubicBezTo>
                  <a:cubicBezTo>
                    <a:pt x="40585" y="15630"/>
                    <a:pt x="40596" y="15632"/>
                    <a:pt x="40610" y="15632"/>
                  </a:cubicBezTo>
                  <a:cubicBezTo>
                    <a:pt x="40668" y="15632"/>
                    <a:pt x="40780" y="15593"/>
                    <a:pt x="40853" y="15593"/>
                  </a:cubicBezTo>
                  <a:cubicBezTo>
                    <a:pt x="40913" y="15563"/>
                    <a:pt x="40974" y="15563"/>
                    <a:pt x="41035" y="15563"/>
                  </a:cubicBezTo>
                  <a:cubicBezTo>
                    <a:pt x="41065" y="15563"/>
                    <a:pt x="41126" y="15563"/>
                    <a:pt x="41126" y="15593"/>
                  </a:cubicBezTo>
                  <a:cubicBezTo>
                    <a:pt x="41156" y="15654"/>
                    <a:pt x="41126" y="15684"/>
                    <a:pt x="41096" y="15715"/>
                  </a:cubicBezTo>
                  <a:lnTo>
                    <a:pt x="41005" y="15745"/>
                  </a:lnTo>
                  <a:cubicBezTo>
                    <a:pt x="40913" y="15806"/>
                    <a:pt x="40944" y="15867"/>
                    <a:pt x="41126" y="15897"/>
                  </a:cubicBezTo>
                  <a:lnTo>
                    <a:pt x="41217" y="15775"/>
                  </a:lnTo>
                  <a:cubicBezTo>
                    <a:pt x="41238" y="15775"/>
                    <a:pt x="41258" y="15735"/>
                    <a:pt x="41296" y="15735"/>
                  </a:cubicBezTo>
                  <a:cubicBezTo>
                    <a:pt x="41315" y="15735"/>
                    <a:pt x="41339" y="15745"/>
                    <a:pt x="41369" y="15775"/>
                  </a:cubicBezTo>
                  <a:lnTo>
                    <a:pt x="41369" y="15806"/>
                  </a:lnTo>
                  <a:cubicBezTo>
                    <a:pt x="41400" y="15867"/>
                    <a:pt x="41400" y="15897"/>
                    <a:pt x="41369" y="15958"/>
                  </a:cubicBezTo>
                  <a:lnTo>
                    <a:pt x="41491" y="15958"/>
                  </a:lnTo>
                  <a:cubicBezTo>
                    <a:pt x="41552" y="15897"/>
                    <a:pt x="41582" y="15806"/>
                    <a:pt x="41582" y="15715"/>
                  </a:cubicBezTo>
                  <a:cubicBezTo>
                    <a:pt x="41582" y="15654"/>
                    <a:pt x="41704" y="15654"/>
                    <a:pt x="41825" y="15654"/>
                  </a:cubicBezTo>
                  <a:lnTo>
                    <a:pt x="41856" y="15684"/>
                  </a:lnTo>
                  <a:cubicBezTo>
                    <a:pt x="41916" y="15745"/>
                    <a:pt x="41856" y="15806"/>
                    <a:pt x="41734" y="15806"/>
                  </a:cubicBezTo>
                  <a:lnTo>
                    <a:pt x="41704" y="15806"/>
                  </a:lnTo>
                  <a:cubicBezTo>
                    <a:pt x="41673" y="15867"/>
                    <a:pt x="41734" y="15958"/>
                    <a:pt x="41825" y="15958"/>
                  </a:cubicBezTo>
                  <a:cubicBezTo>
                    <a:pt x="41845" y="15927"/>
                    <a:pt x="41866" y="15917"/>
                    <a:pt x="41886" y="15917"/>
                  </a:cubicBezTo>
                  <a:cubicBezTo>
                    <a:pt x="41927" y="15917"/>
                    <a:pt x="41967" y="15958"/>
                    <a:pt x="42008" y="15958"/>
                  </a:cubicBezTo>
                  <a:lnTo>
                    <a:pt x="42068" y="15958"/>
                  </a:lnTo>
                  <a:cubicBezTo>
                    <a:pt x="42190" y="15927"/>
                    <a:pt x="42281" y="15867"/>
                    <a:pt x="42342" y="15806"/>
                  </a:cubicBezTo>
                  <a:lnTo>
                    <a:pt x="42464" y="15836"/>
                  </a:lnTo>
                  <a:lnTo>
                    <a:pt x="42676" y="15897"/>
                  </a:lnTo>
                  <a:cubicBezTo>
                    <a:pt x="42980" y="15897"/>
                    <a:pt x="42980" y="15684"/>
                    <a:pt x="42980" y="15593"/>
                  </a:cubicBezTo>
                  <a:cubicBezTo>
                    <a:pt x="42980" y="15441"/>
                    <a:pt x="42980" y="15289"/>
                    <a:pt x="42950" y="15137"/>
                  </a:cubicBezTo>
                  <a:cubicBezTo>
                    <a:pt x="42919" y="15076"/>
                    <a:pt x="42980" y="14955"/>
                    <a:pt x="43071" y="14924"/>
                  </a:cubicBezTo>
                  <a:lnTo>
                    <a:pt x="43163" y="14894"/>
                  </a:lnTo>
                  <a:cubicBezTo>
                    <a:pt x="43178" y="14879"/>
                    <a:pt x="43185" y="14871"/>
                    <a:pt x="43193" y="14871"/>
                  </a:cubicBezTo>
                  <a:cubicBezTo>
                    <a:pt x="43201" y="14871"/>
                    <a:pt x="43208" y="14879"/>
                    <a:pt x="43223" y="14894"/>
                  </a:cubicBezTo>
                  <a:cubicBezTo>
                    <a:pt x="43254" y="14894"/>
                    <a:pt x="43284" y="14894"/>
                    <a:pt x="43284" y="14924"/>
                  </a:cubicBezTo>
                  <a:cubicBezTo>
                    <a:pt x="43315" y="14985"/>
                    <a:pt x="43345" y="15076"/>
                    <a:pt x="43406" y="15137"/>
                  </a:cubicBezTo>
                  <a:cubicBezTo>
                    <a:pt x="43436" y="15168"/>
                    <a:pt x="43497" y="15198"/>
                    <a:pt x="43558" y="15198"/>
                  </a:cubicBezTo>
                  <a:lnTo>
                    <a:pt x="43649" y="15228"/>
                  </a:lnTo>
                  <a:cubicBezTo>
                    <a:pt x="43675" y="15234"/>
                    <a:pt x="43698" y="15236"/>
                    <a:pt x="43717" y="15236"/>
                  </a:cubicBezTo>
                  <a:cubicBezTo>
                    <a:pt x="43809" y="15236"/>
                    <a:pt x="43821" y="15177"/>
                    <a:pt x="43771" y="15076"/>
                  </a:cubicBezTo>
                  <a:lnTo>
                    <a:pt x="43710" y="14985"/>
                  </a:lnTo>
                  <a:cubicBezTo>
                    <a:pt x="43801" y="14894"/>
                    <a:pt x="43892" y="14864"/>
                    <a:pt x="43983" y="14833"/>
                  </a:cubicBezTo>
                  <a:lnTo>
                    <a:pt x="44135" y="14864"/>
                  </a:lnTo>
                  <a:lnTo>
                    <a:pt x="44287" y="14924"/>
                  </a:lnTo>
                  <a:cubicBezTo>
                    <a:pt x="44287" y="14985"/>
                    <a:pt x="44257" y="15076"/>
                    <a:pt x="44196" y="15137"/>
                  </a:cubicBezTo>
                  <a:cubicBezTo>
                    <a:pt x="44166" y="15137"/>
                    <a:pt x="44257" y="15289"/>
                    <a:pt x="44318" y="15350"/>
                  </a:cubicBezTo>
                  <a:cubicBezTo>
                    <a:pt x="44332" y="15364"/>
                    <a:pt x="44346" y="15370"/>
                    <a:pt x="44360" y="15370"/>
                  </a:cubicBezTo>
                  <a:cubicBezTo>
                    <a:pt x="44405" y="15370"/>
                    <a:pt x="44446" y="15305"/>
                    <a:pt x="44470" y="15259"/>
                  </a:cubicBezTo>
                  <a:cubicBezTo>
                    <a:pt x="44470" y="15255"/>
                    <a:pt x="44475" y="15253"/>
                    <a:pt x="44484" y="15253"/>
                  </a:cubicBezTo>
                  <a:cubicBezTo>
                    <a:pt x="44541" y="15253"/>
                    <a:pt x="44756" y="15328"/>
                    <a:pt x="44834" y="15380"/>
                  </a:cubicBezTo>
                  <a:cubicBezTo>
                    <a:pt x="44926" y="15441"/>
                    <a:pt x="44956" y="15502"/>
                    <a:pt x="44926" y="15532"/>
                  </a:cubicBezTo>
                  <a:cubicBezTo>
                    <a:pt x="44682" y="15563"/>
                    <a:pt x="44470" y="15593"/>
                    <a:pt x="44226" y="15624"/>
                  </a:cubicBezTo>
                  <a:cubicBezTo>
                    <a:pt x="44196" y="15624"/>
                    <a:pt x="44166" y="15684"/>
                    <a:pt x="44166" y="15715"/>
                  </a:cubicBezTo>
                  <a:cubicBezTo>
                    <a:pt x="44226" y="15745"/>
                    <a:pt x="44287" y="15775"/>
                    <a:pt x="44378" y="15775"/>
                  </a:cubicBezTo>
                  <a:lnTo>
                    <a:pt x="44409" y="15927"/>
                  </a:lnTo>
                  <a:lnTo>
                    <a:pt x="44439" y="15958"/>
                  </a:lnTo>
                  <a:cubicBezTo>
                    <a:pt x="44561" y="15836"/>
                    <a:pt x="44652" y="15745"/>
                    <a:pt x="44804" y="15684"/>
                  </a:cubicBezTo>
                  <a:lnTo>
                    <a:pt x="44956" y="15775"/>
                  </a:lnTo>
                  <a:cubicBezTo>
                    <a:pt x="45108" y="15897"/>
                    <a:pt x="45321" y="15958"/>
                    <a:pt x="45503" y="15958"/>
                  </a:cubicBezTo>
                  <a:lnTo>
                    <a:pt x="45716" y="15927"/>
                  </a:lnTo>
                  <a:cubicBezTo>
                    <a:pt x="45929" y="15806"/>
                    <a:pt x="46172" y="15654"/>
                    <a:pt x="46141" y="15624"/>
                  </a:cubicBezTo>
                  <a:cubicBezTo>
                    <a:pt x="46081" y="15593"/>
                    <a:pt x="45959" y="15502"/>
                    <a:pt x="45837" y="15411"/>
                  </a:cubicBezTo>
                  <a:lnTo>
                    <a:pt x="45746" y="15320"/>
                  </a:lnTo>
                  <a:cubicBezTo>
                    <a:pt x="45746" y="15289"/>
                    <a:pt x="45746" y="15228"/>
                    <a:pt x="45777" y="15228"/>
                  </a:cubicBezTo>
                  <a:lnTo>
                    <a:pt x="45929" y="15228"/>
                  </a:lnTo>
                  <a:lnTo>
                    <a:pt x="45959" y="15289"/>
                  </a:lnTo>
                  <a:cubicBezTo>
                    <a:pt x="45965" y="15295"/>
                    <a:pt x="45976" y="15297"/>
                    <a:pt x="45992" y="15297"/>
                  </a:cubicBezTo>
                  <a:cubicBezTo>
                    <a:pt x="46063" y="15297"/>
                    <a:pt x="46219" y="15248"/>
                    <a:pt x="46293" y="15198"/>
                  </a:cubicBezTo>
                  <a:cubicBezTo>
                    <a:pt x="46303" y="15191"/>
                    <a:pt x="46313" y="15188"/>
                    <a:pt x="46323" y="15188"/>
                  </a:cubicBezTo>
                  <a:cubicBezTo>
                    <a:pt x="46403" y="15188"/>
                    <a:pt x="46472" y="15390"/>
                    <a:pt x="46445" y="15472"/>
                  </a:cubicBezTo>
                  <a:cubicBezTo>
                    <a:pt x="46415" y="15563"/>
                    <a:pt x="46597" y="15624"/>
                    <a:pt x="46658" y="15624"/>
                  </a:cubicBezTo>
                  <a:cubicBezTo>
                    <a:pt x="46719" y="15624"/>
                    <a:pt x="46506" y="15472"/>
                    <a:pt x="46537" y="15380"/>
                  </a:cubicBezTo>
                  <a:cubicBezTo>
                    <a:pt x="46537" y="15305"/>
                    <a:pt x="46681" y="15251"/>
                    <a:pt x="46833" y="15251"/>
                  </a:cubicBezTo>
                  <a:cubicBezTo>
                    <a:pt x="46866" y="15251"/>
                    <a:pt x="46899" y="15253"/>
                    <a:pt x="46932" y="15259"/>
                  </a:cubicBezTo>
                  <a:lnTo>
                    <a:pt x="47023" y="15320"/>
                  </a:lnTo>
                  <a:cubicBezTo>
                    <a:pt x="47101" y="15378"/>
                    <a:pt x="47180" y="15412"/>
                    <a:pt x="47267" y="15412"/>
                  </a:cubicBezTo>
                  <a:cubicBezTo>
                    <a:pt x="47314" y="15412"/>
                    <a:pt x="47364" y="15402"/>
                    <a:pt x="47418" y="15380"/>
                  </a:cubicBezTo>
                  <a:cubicBezTo>
                    <a:pt x="47466" y="15344"/>
                    <a:pt x="47523" y="15327"/>
                    <a:pt x="47581" y="15327"/>
                  </a:cubicBezTo>
                  <a:cubicBezTo>
                    <a:pt x="47669" y="15327"/>
                    <a:pt x="47758" y="15368"/>
                    <a:pt x="47813" y="15441"/>
                  </a:cubicBezTo>
                  <a:lnTo>
                    <a:pt x="47904" y="15532"/>
                  </a:lnTo>
                  <a:cubicBezTo>
                    <a:pt x="48026" y="15472"/>
                    <a:pt x="48147" y="15380"/>
                    <a:pt x="48239" y="15289"/>
                  </a:cubicBezTo>
                  <a:lnTo>
                    <a:pt x="48208" y="15259"/>
                  </a:lnTo>
                  <a:lnTo>
                    <a:pt x="48056" y="15137"/>
                  </a:lnTo>
                  <a:cubicBezTo>
                    <a:pt x="48085" y="15130"/>
                    <a:pt x="48115" y="15126"/>
                    <a:pt x="48146" y="15126"/>
                  </a:cubicBezTo>
                  <a:cubicBezTo>
                    <a:pt x="48245" y="15126"/>
                    <a:pt x="48344" y="15166"/>
                    <a:pt x="48391" y="15259"/>
                  </a:cubicBezTo>
                  <a:lnTo>
                    <a:pt x="48482" y="15289"/>
                  </a:lnTo>
                  <a:cubicBezTo>
                    <a:pt x="48526" y="15300"/>
                    <a:pt x="48567" y="15307"/>
                    <a:pt x="48606" y="15307"/>
                  </a:cubicBezTo>
                  <a:cubicBezTo>
                    <a:pt x="48674" y="15307"/>
                    <a:pt x="48739" y="15286"/>
                    <a:pt x="48816" y="15228"/>
                  </a:cubicBezTo>
                  <a:lnTo>
                    <a:pt x="48877" y="15198"/>
                  </a:lnTo>
                  <a:cubicBezTo>
                    <a:pt x="49059" y="15228"/>
                    <a:pt x="49120" y="15320"/>
                    <a:pt x="49059" y="15441"/>
                  </a:cubicBezTo>
                  <a:lnTo>
                    <a:pt x="49059" y="15532"/>
                  </a:lnTo>
                  <a:cubicBezTo>
                    <a:pt x="49181" y="15593"/>
                    <a:pt x="49211" y="15654"/>
                    <a:pt x="49181" y="15654"/>
                  </a:cubicBezTo>
                  <a:lnTo>
                    <a:pt x="49090" y="15654"/>
                  </a:lnTo>
                  <a:cubicBezTo>
                    <a:pt x="48999" y="15654"/>
                    <a:pt x="48968" y="15715"/>
                    <a:pt x="48968" y="15775"/>
                  </a:cubicBezTo>
                  <a:lnTo>
                    <a:pt x="49090" y="15806"/>
                  </a:lnTo>
                  <a:lnTo>
                    <a:pt x="49211" y="15836"/>
                  </a:lnTo>
                  <a:cubicBezTo>
                    <a:pt x="49181" y="15927"/>
                    <a:pt x="49181" y="16019"/>
                    <a:pt x="49181" y="16110"/>
                  </a:cubicBezTo>
                  <a:lnTo>
                    <a:pt x="49242" y="16110"/>
                  </a:lnTo>
                  <a:cubicBezTo>
                    <a:pt x="49333" y="16049"/>
                    <a:pt x="49424" y="15988"/>
                    <a:pt x="49485" y="15897"/>
                  </a:cubicBezTo>
                  <a:cubicBezTo>
                    <a:pt x="49546" y="15867"/>
                    <a:pt x="49363" y="15654"/>
                    <a:pt x="49424" y="15593"/>
                  </a:cubicBezTo>
                  <a:cubicBezTo>
                    <a:pt x="49515" y="15502"/>
                    <a:pt x="49394" y="15441"/>
                    <a:pt x="49333" y="15411"/>
                  </a:cubicBezTo>
                  <a:cubicBezTo>
                    <a:pt x="49303" y="15411"/>
                    <a:pt x="49333" y="15259"/>
                    <a:pt x="49485" y="15107"/>
                  </a:cubicBezTo>
                  <a:lnTo>
                    <a:pt x="49698" y="15107"/>
                  </a:lnTo>
                  <a:cubicBezTo>
                    <a:pt x="49728" y="15137"/>
                    <a:pt x="49758" y="15198"/>
                    <a:pt x="49728" y="15259"/>
                  </a:cubicBezTo>
                  <a:lnTo>
                    <a:pt x="49667" y="15259"/>
                  </a:lnTo>
                  <a:cubicBezTo>
                    <a:pt x="49606" y="15259"/>
                    <a:pt x="49667" y="15350"/>
                    <a:pt x="49698" y="15380"/>
                  </a:cubicBezTo>
                  <a:cubicBezTo>
                    <a:pt x="49700" y="15383"/>
                    <a:pt x="49705" y="15384"/>
                    <a:pt x="49710" y="15384"/>
                  </a:cubicBezTo>
                  <a:cubicBezTo>
                    <a:pt x="49765" y="15384"/>
                    <a:pt x="49946" y="15253"/>
                    <a:pt x="50002" y="15198"/>
                  </a:cubicBezTo>
                  <a:cubicBezTo>
                    <a:pt x="50032" y="15168"/>
                    <a:pt x="50070" y="15152"/>
                    <a:pt x="50108" y="15152"/>
                  </a:cubicBezTo>
                  <a:cubicBezTo>
                    <a:pt x="50146" y="15152"/>
                    <a:pt x="50184" y="15168"/>
                    <a:pt x="50214" y="15198"/>
                  </a:cubicBezTo>
                  <a:lnTo>
                    <a:pt x="50275" y="15228"/>
                  </a:lnTo>
                  <a:lnTo>
                    <a:pt x="50336" y="15289"/>
                  </a:lnTo>
                  <a:cubicBezTo>
                    <a:pt x="50427" y="15350"/>
                    <a:pt x="50488" y="15380"/>
                    <a:pt x="50579" y="15441"/>
                  </a:cubicBezTo>
                  <a:cubicBezTo>
                    <a:pt x="50579" y="15450"/>
                    <a:pt x="50584" y="15454"/>
                    <a:pt x="50593" y="15454"/>
                  </a:cubicBezTo>
                  <a:cubicBezTo>
                    <a:pt x="50612" y="15454"/>
                    <a:pt x="50649" y="15432"/>
                    <a:pt x="50670" y="15411"/>
                  </a:cubicBezTo>
                  <a:lnTo>
                    <a:pt x="50701" y="15380"/>
                  </a:lnTo>
                  <a:lnTo>
                    <a:pt x="50731" y="15350"/>
                  </a:lnTo>
                  <a:cubicBezTo>
                    <a:pt x="50731" y="15289"/>
                    <a:pt x="51035" y="15016"/>
                    <a:pt x="51065" y="14894"/>
                  </a:cubicBezTo>
                  <a:cubicBezTo>
                    <a:pt x="51084" y="14857"/>
                    <a:pt x="51131" y="14845"/>
                    <a:pt x="51191" y="14845"/>
                  </a:cubicBezTo>
                  <a:cubicBezTo>
                    <a:pt x="51293" y="14845"/>
                    <a:pt x="51434" y="14879"/>
                    <a:pt x="51543" y="14879"/>
                  </a:cubicBezTo>
                  <a:cubicBezTo>
                    <a:pt x="51581" y="14879"/>
                    <a:pt x="51616" y="14875"/>
                    <a:pt x="51643" y="14864"/>
                  </a:cubicBezTo>
                  <a:cubicBezTo>
                    <a:pt x="51662" y="14856"/>
                    <a:pt x="51680" y="14853"/>
                    <a:pt x="51696" y="14853"/>
                  </a:cubicBezTo>
                  <a:cubicBezTo>
                    <a:pt x="51807" y="14853"/>
                    <a:pt x="51841" y="15016"/>
                    <a:pt x="51734" y="15016"/>
                  </a:cubicBezTo>
                  <a:cubicBezTo>
                    <a:pt x="51643" y="15046"/>
                    <a:pt x="51582" y="15107"/>
                    <a:pt x="51582" y="15228"/>
                  </a:cubicBezTo>
                  <a:cubicBezTo>
                    <a:pt x="51613" y="15259"/>
                    <a:pt x="51521" y="15472"/>
                    <a:pt x="51582" y="15502"/>
                  </a:cubicBezTo>
                  <a:cubicBezTo>
                    <a:pt x="51643" y="15502"/>
                    <a:pt x="51856" y="15320"/>
                    <a:pt x="52099" y="15076"/>
                  </a:cubicBezTo>
                  <a:lnTo>
                    <a:pt x="52464" y="15289"/>
                  </a:lnTo>
                  <a:lnTo>
                    <a:pt x="52524" y="15289"/>
                  </a:lnTo>
                  <a:cubicBezTo>
                    <a:pt x="52585" y="15289"/>
                    <a:pt x="52707" y="15228"/>
                    <a:pt x="52676" y="15198"/>
                  </a:cubicBezTo>
                  <a:cubicBezTo>
                    <a:pt x="52646" y="15168"/>
                    <a:pt x="52494" y="14985"/>
                    <a:pt x="52524" y="14924"/>
                  </a:cubicBezTo>
                  <a:cubicBezTo>
                    <a:pt x="52524" y="14899"/>
                    <a:pt x="52557" y="14889"/>
                    <a:pt x="52599" y="14889"/>
                  </a:cubicBezTo>
                  <a:cubicBezTo>
                    <a:pt x="52657" y="14889"/>
                    <a:pt x="52733" y="14907"/>
                    <a:pt x="52768" y="14924"/>
                  </a:cubicBezTo>
                  <a:cubicBezTo>
                    <a:pt x="52776" y="14929"/>
                    <a:pt x="52784" y="14930"/>
                    <a:pt x="52792" y="14930"/>
                  </a:cubicBezTo>
                  <a:cubicBezTo>
                    <a:pt x="52844" y="14930"/>
                    <a:pt x="52889" y="14855"/>
                    <a:pt x="52889" y="14803"/>
                  </a:cubicBezTo>
                  <a:cubicBezTo>
                    <a:pt x="52902" y="14777"/>
                    <a:pt x="52926" y="14768"/>
                    <a:pt x="52951" y="14768"/>
                  </a:cubicBezTo>
                  <a:cubicBezTo>
                    <a:pt x="52986" y="14768"/>
                    <a:pt x="53024" y="14785"/>
                    <a:pt x="53041" y="14803"/>
                  </a:cubicBezTo>
                  <a:cubicBezTo>
                    <a:pt x="53072" y="14833"/>
                    <a:pt x="53041" y="14924"/>
                    <a:pt x="52980" y="14985"/>
                  </a:cubicBezTo>
                  <a:lnTo>
                    <a:pt x="53193" y="14985"/>
                  </a:lnTo>
                  <a:cubicBezTo>
                    <a:pt x="53254" y="14985"/>
                    <a:pt x="53284" y="14955"/>
                    <a:pt x="53345" y="14924"/>
                  </a:cubicBezTo>
                  <a:cubicBezTo>
                    <a:pt x="53467" y="15016"/>
                    <a:pt x="53558" y="15137"/>
                    <a:pt x="53649" y="15289"/>
                  </a:cubicBezTo>
                  <a:cubicBezTo>
                    <a:pt x="53680" y="15380"/>
                    <a:pt x="53983" y="15502"/>
                    <a:pt x="54105" y="15532"/>
                  </a:cubicBezTo>
                  <a:cubicBezTo>
                    <a:pt x="54227" y="15532"/>
                    <a:pt x="54196" y="15320"/>
                    <a:pt x="54135" y="15259"/>
                  </a:cubicBezTo>
                  <a:cubicBezTo>
                    <a:pt x="54105" y="15137"/>
                    <a:pt x="54135" y="15046"/>
                    <a:pt x="54196" y="14955"/>
                  </a:cubicBezTo>
                  <a:cubicBezTo>
                    <a:pt x="54211" y="14940"/>
                    <a:pt x="54234" y="14932"/>
                    <a:pt x="54257" y="14932"/>
                  </a:cubicBezTo>
                  <a:cubicBezTo>
                    <a:pt x="54280" y="14932"/>
                    <a:pt x="54303" y="14940"/>
                    <a:pt x="54318" y="14955"/>
                  </a:cubicBezTo>
                  <a:cubicBezTo>
                    <a:pt x="54379" y="15076"/>
                    <a:pt x="54439" y="15168"/>
                    <a:pt x="54531" y="15289"/>
                  </a:cubicBezTo>
                  <a:lnTo>
                    <a:pt x="54743" y="15289"/>
                  </a:lnTo>
                  <a:cubicBezTo>
                    <a:pt x="54804" y="15259"/>
                    <a:pt x="54774" y="15168"/>
                    <a:pt x="54743" y="15168"/>
                  </a:cubicBezTo>
                  <a:lnTo>
                    <a:pt x="55017" y="15168"/>
                  </a:lnTo>
                  <a:cubicBezTo>
                    <a:pt x="55078" y="15168"/>
                    <a:pt x="55139" y="15107"/>
                    <a:pt x="55169" y="15046"/>
                  </a:cubicBezTo>
                  <a:cubicBezTo>
                    <a:pt x="55169" y="15016"/>
                    <a:pt x="55290" y="14894"/>
                    <a:pt x="55351" y="14894"/>
                  </a:cubicBezTo>
                  <a:cubicBezTo>
                    <a:pt x="55360" y="14898"/>
                    <a:pt x="55367" y="14900"/>
                    <a:pt x="55375" y="14900"/>
                  </a:cubicBezTo>
                  <a:cubicBezTo>
                    <a:pt x="55420" y="14900"/>
                    <a:pt x="55447" y="14825"/>
                    <a:pt x="55473" y="14772"/>
                  </a:cubicBezTo>
                  <a:cubicBezTo>
                    <a:pt x="55479" y="14760"/>
                    <a:pt x="55497" y="14755"/>
                    <a:pt x="55521" y="14755"/>
                  </a:cubicBezTo>
                  <a:cubicBezTo>
                    <a:pt x="55588" y="14755"/>
                    <a:pt x="55708" y="14790"/>
                    <a:pt x="55805" y="14790"/>
                  </a:cubicBezTo>
                  <a:cubicBezTo>
                    <a:pt x="55840" y="14790"/>
                    <a:pt x="55873" y="14785"/>
                    <a:pt x="55898" y="14772"/>
                  </a:cubicBezTo>
                  <a:cubicBezTo>
                    <a:pt x="55925" y="14764"/>
                    <a:pt x="55952" y="14760"/>
                    <a:pt x="55976" y="14760"/>
                  </a:cubicBezTo>
                  <a:cubicBezTo>
                    <a:pt x="56035" y="14760"/>
                    <a:pt x="56081" y="14781"/>
                    <a:pt x="56081" y="14803"/>
                  </a:cubicBezTo>
                  <a:lnTo>
                    <a:pt x="56081" y="14864"/>
                  </a:lnTo>
                  <a:cubicBezTo>
                    <a:pt x="56081" y="14921"/>
                    <a:pt x="56130" y="14943"/>
                    <a:pt x="56181" y="14943"/>
                  </a:cubicBezTo>
                  <a:cubicBezTo>
                    <a:pt x="56211" y="14943"/>
                    <a:pt x="56241" y="14936"/>
                    <a:pt x="56263" y="14924"/>
                  </a:cubicBezTo>
                  <a:cubicBezTo>
                    <a:pt x="56294" y="14894"/>
                    <a:pt x="56324" y="14803"/>
                    <a:pt x="56385" y="14803"/>
                  </a:cubicBezTo>
                  <a:lnTo>
                    <a:pt x="56446" y="14772"/>
                  </a:lnTo>
                  <a:cubicBezTo>
                    <a:pt x="56537" y="14772"/>
                    <a:pt x="56537" y="14651"/>
                    <a:pt x="56537" y="14620"/>
                  </a:cubicBezTo>
                  <a:cubicBezTo>
                    <a:pt x="56530" y="14606"/>
                    <a:pt x="56542" y="14600"/>
                    <a:pt x="56567" y="14600"/>
                  </a:cubicBezTo>
                  <a:cubicBezTo>
                    <a:pt x="56650" y="14600"/>
                    <a:pt x="56869" y="14665"/>
                    <a:pt x="56962" y="14712"/>
                  </a:cubicBezTo>
                  <a:cubicBezTo>
                    <a:pt x="57103" y="14740"/>
                    <a:pt x="57269" y="14897"/>
                    <a:pt x="57341" y="14897"/>
                  </a:cubicBezTo>
                  <a:cubicBezTo>
                    <a:pt x="57347" y="14897"/>
                    <a:pt x="57353" y="14896"/>
                    <a:pt x="57357" y="14894"/>
                  </a:cubicBezTo>
                  <a:cubicBezTo>
                    <a:pt x="57368" y="14889"/>
                    <a:pt x="57377" y="14886"/>
                    <a:pt x="57384" y="14886"/>
                  </a:cubicBezTo>
                  <a:cubicBezTo>
                    <a:pt x="57416" y="14886"/>
                    <a:pt x="57407" y="14941"/>
                    <a:pt x="57357" y="15016"/>
                  </a:cubicBezTo>
                  <a:lnTo>
                    <a:pt x="57449" y="15107"/>
                  </a:lnTo>
                  <a:lnTo>
                    <a:pt x="57449" y="15137"/>
                  </a:lnTo>
                  <a:cubicBezTo>
                    <a:pt x="57570" y="15107"/>
                    <a:pt x="57661" y="15046"/>
                    <a:pt x="57753" y="14955"/>
                  </a:cubicBezTo>
                  <a:cubicBezTo>
                    <a:pt x="57783" y="14940"/>
                    <a:pt x="57821" y="14932"/>
                    <a:pt x="57859" y="14932"/>
                  </a:cubicBezTo>
                  <a:cubicBezTo>
                    <a:pt x="57897" y="14932"/>
                    <a:pt x="57935" y="14940"/>
                    <a:pt x="57965" y="14955"/>
                  </a:cubicBezTo>
                  <a:cubicBezTo>
                    <a:pt x="57965" y="14957"/>
                    <a:pt x="57966" y="14957"/>
                    <a:pt x="57966" y="14957"/>
                  </a:cubicBezTo>
                  <a:cubicBezTo>
                    <a:pt x="57976" y="14957"/>
                    <a:pt x="58060" y="14737"/>
                    <a:pt x="58117" y="14651"/>
                  </a:cubicBezTo>
                  <a:cubicBezTo>
                    <a:pt x="58174" y="14613"/>
                    <a:pt x="58253" y="14587"/>
                    <a:pt x="58327" y="14587"/>
                  </a:cubicBezTo>
                  <a:cubicBezTo>
                    <a:pt x="58373" y="14587"/>
                    <a:pt x="58417" y="14597"/>
                    <a:pt x="58452" y="14620"/>
                  </a:cubicBezTo>
                  <a:lnTo>
                    <a:pt x="58482" y="14620"/>
                  </a:lnTo>
                  <a:lnTo>
                    <a:pt x="58634" y="14499"/>
                  </a:lnTo>
                  <a:cubicBezTo>
                    <a:pt x="58756" y="14560"/>
                    <a:pt x="58999" y="14712"/>
                    <a:pt x="59060" y="14712"/>
                  </a:cubicBezTo>
                  <a:cubicBezTo>
                    <a:pt x="59120" y="14681"/>
                    <a:pt x="59364" y="14590"/>
                    <a:pt x="59424" y="14560"/>
                  </a:cubicBezTo>
                  <a:cubicBezTo>
                    <a:pt x="59462" y="14547"/>
                    <a:pt x="59500" y="14540"/>
                    <a:pt x="59535" y="14540"/>
                  </a:cubicBezTo>
                  <a:cubicBezTo>
                    <a:pt x="59586" y="14540"/>
                    <a:pt x="59632" y="14554"/>
                    <a:pt x="59667" y="14590"/>
                  </a:cubicBezTo>
                  <a:cubicBezTo>
                    <a:pt x="59728" y="14651"/>
                    <a:pt x="59789" y="14651"/>
                    <a:pt x="59880" y="14681"/>
                  </a:cubicBezTo>
                  <a:lnTo>
                    <a:pt x="59971" y="14620"/>
                  </a:lnTo>
                  <a:cubicBezTo>
                    <a:pt x="60032" y="14590"/>
                    <a:pt x="60063" y="14529"/>
                    <a:pt x="60093" y="14438"/>
                  </a:cubicBezTo>
                  <a:cubicBezTo>
                    <a:pt x="60096" y="14435"/>
                    <a:pt x="60103" y="14433"/>
                    <a:pt x="60111" y="14433"/>
                  </a:cubicBezTo>
                  <a:cubicBezTo>
                    <a:pt x="60181" y="14433"/>
                    <a:pt x="60407" y="14533"/>
                    <a:pt x="60488" y="14560"/>
                  </a:cubicBezTo>
                  <a:cubicBezTo>
                    <a:pt x="60498" y="14563"/>
                    <a:pt x="60509" y="14564"/>
                    <a:pt x="60522" y="14564"/>
                  </a:cubicBezTo>
                  <a:cubicBezTo>
                    <a:pt x="60623" y="14564"/>
                    <a:pt x="60789" y="14462"/>
                    <a:pt x="60762" y="14408"/>
                  </a:cubicBezTo>
                  <a:cubicBezTo>
                    <a:pt x="60762" y="14398"/>
                    <a:pt x="60766" y="14394"/>
                    <a:pt x="60774" y="14394"/>
                  </a:cubicBezTo>
                  <a:cubicBezTo>
                    <a:pt x="60817" y="14394"/>
                    <a:pt x="60959" y="14513"/>
                    <a:pt x="61035" y="14590"/>
                  </a:cubicBezTo>
                  <a:cubicBezTo>
                    <a:pt x="61073" y="14603"/>
                    <a:pt x="61116" y="14610"/>
                    <a:pt x="61160" y="14610"/>
                  </a:cubicBezTo>
                  <a:cubicBezTo>
                    <a:pt x="61222" y="14610"/>
                    <a:pt x="61286" y="14595"/>
                    <a:pt x="61339" y="14560"/>
                  </a:cubicBezTo>
                  <a:cubicBezTo>
                    <a:pt x="61370" y="14468"/>
                    <a:pt x="61400" y="14408"/>
                    <a:pt x="61400" y="14347"/>
                  </a:cubicBezTo>
                  <a:lnTo>
                    <a:pt x="61400" y="14317"/>
                  </a:lnTo>
                  <a:lnTo>
                    <a:pt x="61400" y="14256"/>
                  </a:lnTo>
                  <a:cubicBezTo>
                    <a:pt x="61339" y="14134"/>
                    <a:pt x="61218" y="14073"/>
                    <a:pt x="61126" y="14073"/>
                  </a:cubicBezTo>
                  <a:lnTo>
                    <a:pt x="61005" y="14043"/>
                  </a:lnTo>
                  <a:cubicBezTo>
                    <a:pt x="60974" y="14013"/>
                    <a:pt x="60944" y="13982"/>
                    <a:pt x="60944" y="13921"/>
                  </a:cubicBezTo>
                  <a:lnTo>
                    <a:pt x="60944" y="13830"/>
                  </a:lnTo>
                  <a:cubicBezTo>
                    <a:pt x="61035" y="13709"/>
                    <a:pt x="61096" y="13557"/>
                    <a:pt x="61096" y="13374"/>
                  </a:cubicBezTo>
                  <a:lnTo>
                    <a:pt x="61430" y="13374"/>
                  </a:lnTo>
                  <a:cubicBezTo>
                    <a:pt x="61522" y="13359"/>
                    <a:pt x="61613" y="13351"/>
                    <a:pt x="61704" y="13351"/>
                  </a:cubicBezTo>
                  <a:cubicBezTo>
                    <a:pt x="61795" y="13351"/>
                    <a:pt x="61886" y="13359"/>
                    <a:pt x="61978" y="13374"/>
                  </a:cubicBezTo>
                  <a:lnTo>
                    <a:pt x="62008" y="13374"/>
                  </a:lnTo>
                  <a:cubicBezTo>
                    <a:pt x="62160" y="13465"/>
                    <a:pt x="61978" y="13435"/>
                    <a:pt x="61978" y="13526"/>
                  </a:cubicBezTo>
                  <a:cubicBezTo>
                    <a:pt x="61978" y="13617"/>
                    <a:pt x="61947" y="13648"/>
                    <a:pt x="61826" y="13648"/>
                  </a:cubicBezTo>
                  <a:lnTo>
                    <a:pt x="61795" y="13648"/>
                  </a:lnTo>
                  <a:cubicBezTo>
                    <a:pt x="61741" y="13648"/>
                    <a:pt x="61519" y="13552"/>
                    <a:pt x="61428" y="13552"/>
                  </a:cubicBezTo>
                  <a:cubicBezTo>
                    <a:pt x="61416" y="13552"/>
                    <a:pt x="61407" y="13553"/>
                    <a:pt x="61400" y="13557"/>
                  </a:cubicBezTo>
                  <a:cubicBezTo>
                    <a:pt x="61339" y="13587"/>
                    <a:pt x="61400" y="13891"/>
                    <a:pt x="61400" y="13982"/>
                  </a:cubicBezTo>
                  <a:cubicBezTo>
                    <a:pt x="61400" y="14073"/>
                    <a:pt x="61461" y="14165"/>
                    <a:pt x="61552" y="14195"/>
                  </a:cubicBezTo>
                  <a:lnTo>
                    <a:pt x="61582" y="14104"/>
                  </a:lnTo>
                  <a:cubicBezTo>
                    <a:pt x="61613" y="14043"/>
                    <a:pt x="61613" y="13952"/>
                    <a:pt x="61643" y="13921"/>
                  </a:cubicBezTo>
                  <a:cubicBezTo>
                    <a:pt x="61655" y="13915"/>
                    <a:pt x="61669" y="13913"/>
                    <a:pt x="61683" y="13913"/>
                  </a:cubicBezTo>
                  <a:cubicBezTo>
                    <a:pt x="61740" y="13913"/>
                    <a:pt x="61813" y="13952"/>
                    <a:pt x="61886" y="13952"/>
                  </a:cubicBezTo>
                  <a:lnTo>
                    <a:pt x="62038" y="13952"/>
                  </a:lnTo>
                  <a:cubicBezTo>
                    <a:pt x="62190" y="14013"/>
                    <a:pt x="62221" y="14104"/>
                    <a:pt x="62190" y="14104"/>
                  </a:cubicBezTo>
                  <a:cubicBezTo>
                    <a:pt x="62145" y="14119"/>
                    <a:pt x="62107" y="14127"/>
                    <a:pt x="62069" y="14127"/>
                  </a:cubicBezTo>
                  <a:cubicBezTo>
                    <a:pt x="62031" y="14127"/>
                    <a:pt x="61993" y="14119"/>
                    <a:pt x="61947" y="14104"/>
                  </a:cubicBezTo>
                  <a:lnTo>
                    <a:pt x="61856" y="14165"/>
                  </a:lnTo>
                  <a:lnTo>
                    <a:pt x="61613" y="14317"/>
                  </a:lnTo>
                  <a:cubicBezTo>
                    <a:pt x="61613" y="14523"/>
                    <a:pt x="61701" y="14664"/>
                    <a:pt x="61821" y="14664"/>
                  </a:cubicBezTo>
                  <a:cubicBezTo>
                    <a:pt x="61842" y="14664"/>
                    <a:pt x="61864" y="14660"/>
                    <a:pt x="61886" y="14651"/>
                  </a:cubicBezTo>
                  <a:lnTo>
                    <a:pt x="61856" y="14499"/>
                  </a:lnTo>
                  <a:cubicBezTo>
                    <a:pt x="61856" y="14438"/>
                    <a:pt x="61886" y="14438"/>
                    <a:pt x="61947" y="14438"/>
                  </a:cubicBezTo>
                  <a:lnTo>
                    <a:pt x="61978" y="14468"/>
                  </a:lnTo>
                  <a:cubicBezTo>
                    <a:pt x="62038" y="14499"/>
                    <a:pt x="62069" y="14560"/>
                    <a:pt x="62099" y="14620"/>
                  </a:cubicBezTo>
                  <a:lnTo>
                    <a:pt x="62130" y="14833"/>
                  </a:lnTo>
                  <a:cubicBezTo>
                    <a:pt x="62281" y="14772"/>
                    <a:pt x="62373" y="14681"/>
                    <a:pt x="62342" y="14651"/>
                  </a:cubicBezTo>
                  <a:cubicBezTo>
                    <a:pt x="62585" y="14560"/>
                    <a:pt x="62829" y="14499"/>
                    <a:pt x="63072" y="14468"/>
                  </a:cubicBezTo>
                  <a:cubicBezTo>
                    <a:pt x="63160" y="14446"/>
                    <a:pt x="63237" y="14432"/>
                    <a:pt x="63298" y="14426"/>
                  </a:cubicBezTo>
                  <a:lnTo>
                    <a:pt x="63298" y="14426"/>
                  </a:lnTo>
                  <a:lnTo>
                    <a:pt x="63383" y="14448"/>
                  </a:lnTo>
                  <a:lnTo>
                    <a:pt x="63383" y="14448"/>
                  </a:lnTo>
                  <a:cubicBezTo>
                    <a:pt x="63388" y="14440"/>
                    <a:pt x="63392" y="14432"/>
                    <a:pt x="63396" y="14424"/>
                  </a:cubicBezTo>
                  <a:lnTo>
                    <a:pt x="63396" y="14424"/>
                  </a:lnTo>
                  <a:cubicBezTo>
                    <a:pt x="63385" y="14423"/>
                    <a:pt x="63373" y="14423"/>
                    <a:pt x="63361" y="14423"/>
                  </a:cubicBezTo>
                  <a:cubicBezTo>
                    <a:pt x="63342" y="14423"/>
                    <a:pt x="63321" y="14424"/>
                    <a:pt x="63298" y="14426"/>
                  </a:cubicBezTo>
                  <a:lnTo>
                    <a:pt x="63298" y="14426"/>
                  </a:lnTo>
                  <a:lnTo>
                    <a:pt x="63224" y="14408"/>
                  </a:lnTo>
                  <a:lnTo>
                    <a:pt x="63041" y="14377"/>
                  </a:lnTo>
                  <a:cubicBezTo>
                    <a:pt x="62950" y="14286"/>
                    <a:pt x="62859" y="14165"/>
                    <a:pt x="62829" y="14043"/>
                  </a:cubicBezTo>
                  <a:lnTo>
                    <a:pt x="62889" y="14043"/>
                  </a:lnTo>
                  <a:cubicBezTo>
                    <a:pt x="62950" y="14073"/>
                    <a:pt x="63315" y="14286"/>
                    <a:pt x="63376" y="14317"/>
                  </a:cubicBezTo>
                  <a:cubicBezTo>
                    <a:pt x="63406" y="14346"/>
                    <a:pt x="63413" y="14384"/>
                    <a:pt x="63396" y="14424"/>
                  </a:cubicBezTo>
                  <a:lnTo>
                    <a:pt x="63396" y="14424"/>
                  </a:lnTo>
                  <a:cubicBezTo>
                    <a:pt x="63442" y="14429"/>
                    <a:pt x="63467" y="14444"/>
                    <a:pt x="63467" y="14468"/>
                  </a:cubicBezTo>
                  <a:lnTo>
                    <a:pt x="63383" y="14448"/>
                  </a:lnTo>
                  <a:lnTo>
                    <a:pt x="63383" y="14448"/>
                  </a:lnTo>
                  <a:cubicBezTo>
                    <a:pt x="63360" y="14483"/>
                    <a:pt x="63318" y="14522"/>
                    <a:pt x="63254" y="14560"/>
                  </a:cubicBezTo>
                  <a:lnTo>
                    <a:pt x="63497" y="14590"/>
                  </a:lnTo>
                  <a:cubicBezTo>
                    <a:pt x="63691" y="14526"/>
                    <a:pt x="64006" y="14461"/>
                    <a:pt x="64206" y="14461"/>
                  </a:cubicBezTo>
                  <a:cubicBezTo>
                    <a:pt x="64289" y="14461"/>
                    <a:pt x="64352" y="14472"/>
                    <a:pt x="64379" y="14499"/>
                  </a:cubicBezTo>
                  <a:cubicBezTo>
                    <a:pt x="64470" y="14620"/>
                    <a:pt x="64531" y="14742"/>
                    <a:pt x="64500" y="14803"/>
                  </a:cubicBezTo>
                  <a:lnTo>
                    <a:pt x="64318" y="14803"/>
                  </a:lnTo>
                  <a:cubicBezTo>
                    <a:pt x="64288" y="14803"/>
                    <a:pt x="64257" y="14833"/>
                    <a:pt x="64257" y="14894"/>
                  </a:cubicBezTo>
                  <a:cubicBezTo>
                    <a:pt x="64257" y="14924"/>
                    <a:pt x="64318" y="14955"/>
                    <a:pt x="64348" y="14955"/>
                  </a:cubicBezTo>
                  <a:lnTo>
                    <a:pt x="64440" y="14955"/>
                  </a:lnTo>
                  <a:cubicBezTo>
                    <a:pt x="64561" y="14894"/>
                    <a:pt x="64652" y="14803"/>
                    <a:pt x="64652" y="14651"/>
                  </a:cubicBezTo>
                  <a:lnTo>
                    <a:pt x="64652" y="14560"/>
                  </a:lnTo>
                  <a:cubicBezTo>
                    <a:pt x="64652" y="14529"/>
                    <a:pt x="64744" y="14499"/>
                    <a:pt x="64774" y="14468"/>
                  </a:cubicBezTo>
                  <a:cubicBezTo>
                    <a:pt x="64804" y="14438"/>
                    <a:pt x="64865" y="14438"/>
                    <a:pt x="64804" y="14408"/>
                  </a:cubicBezTo>
                  <a:cubicBezTo>
                    <a:pt x="64744" y="14347"/>
                    <a:pt x="64744" y="14317"/>
                    <a:pt x="64835" y="14317"/>
                  </a:cubicBezTo>
                  <a:lnTo>
                    <a:pt x="64865" y="14317"/>
                  </a:lnTo>
                  <a:cubicBezTo>
                    <a:pt x="64926" y="14317"/>
                    <a:pt x="64865" y="14620"/>
                    <a:pt x="64835" y="14712"/>
                  </a:cubicBezTo>
                  <a:cubicBezTo>
                    <a:pt x="64804" y="14803"/>
                    <a:pt x="64744" y="14894"/>
                    <a:pt x="64713" y="14894"/>
                  </a:cubicBezTo>
                  <a:cubicBezTo>
                    <a:pt x="64683" y="14894"/>
                    <a:pt x="64713" y="15016"/>
                    <a:pt x="64744" y="15046"/>
                  </a:cubicBezTo>
                  <a:cubicBezTo>
                    <a:pt x="64751" y="15061"/>
                    <a:pt x="64765" y="15066"/>
                    <a:pt x="64783" y="15066"/>
                  </a:cubicBezTo>
                  <a:cubicBezTo>
                    <a:pt x="64838" y="15066"/>
                    <a:pt x="64926" y="15008"/>
                    <a:pt x="64926" y="14985"/>
                  </a:cubicBezTo>
                  <a:cubicBezTo>
                    <a:pt x="64956" y="14894"/>
                    <a:pt x="64987" y="14864"/>
                    <a:pt x="65017" y="14803"/>
                  </a:cubicBezTo>
                  <a:lnTo>
                    <a:pt x="65048" y="14803"/>
                  </a:lnTo>
                  <a:cubicBezTo>
                    <a:pt x="65108" y="14803"/>
                    <a:pt x="65139" y="14833"/>
                    <a:pt x="65169" y="14864"/>
                  </a:cubicBezTo>
                  <a:lnTo>
                    <a:pt x="65169" y="14924"/>
                  </a:lnTo>
                  <a:cubicBezTo>
                    <a:pt x="65169" y="14985"/>
                    <a:pt x="65230" y="15046"/>
                    <a:pt x="65230" y="15046"/>
                  </a:cubicBezTo>
                  <a:cubicBezTo>
                    <a:pt x="65260" y="15046"/>
                    <a:pt x="65321" y="14924"/>
                    <a:pt x="65321" y="14864"/>
                  </a:cubicBezTo>
                  <a:cubicBezTo>
                    <a:pt x="65351" y="14803"/>
                    <a:pt x="65078" y="14651"/>
                    <a:pt x="65078" y="14560"/>
                  </a:cubicBezTo>
                  <a:cubicBezTo>
                    <a:pt x="65078" y="14468"/>
                    <a:pt x="65230" y="14408"/>
                    <a:pt x="65291" y="14408"/>
                  </a:cubicBezTo>
                  <a:cubicBezTo>
                    <a:pt x="65296" y="14413"/>
                    <a:pt x="65303" y="14416"/>
                    <a:pt x="65310" y="14416"/>
                  </a:cubicBezTo>
                  <a:cubicBezTo>
                    <a:pt x="65342" y="14416"/>
                    <a:pt x="65387" y="14366"/>
                    <a:pt x="65412" y="14317"/>
                  </a:cubicBezTo>
                  <a:lnTo>
                    <a:pt x="65625" y="14317"/>
                  </a:lnTo>
                  <a:cubicBezTo>
                    <a:pt x="65706" y="14317"/>
                    <a:pt x="65787" y="14344"/>
                    <a:pt x="65868" y="14344"/>
                  </a:cubicBezTo>
                  <a:cubicBezTo>
                    <a:pt x="65909" y="14344"/>
                    <a:pt x="65949" y="14337"/>
                    <a:pt x="65990" y="14317"/>
                  </a:cubicBezTo>
                  <a:cubicBezTo>
                    <a:pt x="65999" y="14308"/>
                    <a:pt x="66013" y="14304"/>
                    <a:pt x="66030" y="14304"/>
                  </a:cubicBezTo>
                  <a:cubicBezTo>
                    <a:pt x="66071" y="14304"/>
                    <a:pt x="66129" y="14325"/>
                    <a:pt x="66172" y="14347"/>
                  </a:cubicBezTo>
                  <a:cubicBezTo>
                    <a:pt x="66242" y="14347"/>
                    <a:pt x="66258" y="14437"/>
                    <a:pt x="66331" y="14437"/>
                  </a:cubicBezTo>
                  <a:cubicBezTo>
                    <a:pt x="66353" y="14437"/>
                    <a:pt x="66380" y="14429"/>
                    <a:pt x="66415" y="14408"/>
                  </a:cubicBezTo>
                  <a:lnTo>
                    <a:pt x="66476" y="14377"/>
                  </a:lnTo>
                  <a:cubicBezTo>
                    <a:pt x="66503" y="14391"/>
                    <a:pt x="66526" y="14397"/>
                    <a:pt x="66547" y="14397"/>
                  </a:cubicBezTo>
                  <a:cubicBezTo>
                    <a:pt x="66621" y="14397"/>
                    <a:pt x="66658" y="14320"/>
                    <a:pt x="66658" y="14225"/>
                  </a:cubicBezTo>
                  <a:lnTo>
                    <a:pt x="66993" y="14225"/>
                  </a:lnTo>
                  <a:cubicBezTo>
                    <a:pt x="67266" y="14225"/>
                    <a:pt x="67388" y="14499"/>
                    <a:pt x="67266" y="14499"/>
                  </a:cubicBezTo>
                  <a:lnTo>
                    <a:pt x="67418" y="14499"/>
                  </a:lnTo>
                  <a:lnTo>
                    <a:pt x="67601" y="14438"/>
                  </a:lnTo>
                  <a:lnTo>
                    <a:pt x="67844" y="14377"/>
                  </a:lnTo>
                  <a:cubicBezTo>
                    <a:pt x="68044" y="14288"/>
                    <a:pt x="68212" y="14232"/>
                    <a:pt x="68287" y="14232"/>
                  </a:cubicBezTo>
                  <a:cubicBezTo>
                    <a:pt x="68315" y="14232"/>
                    <a:pt x="68330" y="14239"/>
                    <a:pt x="68330" y="14256"/>
                  </a:cubicBezTo>
                  <a:lnTo>
                    <a:pt x="68330" y="14408"/>
                  </a:lnTo>
                  <a:cubicBezTo>
                    <a:pt x="68330" y="14466"/>
                    <a:pt x="68367" y="14487"/>
                    <a:pt x="68417" y="14487"/>
                  </a:cubicBezTo>
                  <a:cubicBezTo>
                    <a:pt x="68446" y="14487"/>
                    <a:pt x="68479" y="14480"/>
                    <a:pt x="68513" y="14468"/>
                  </a:cubicBezTo>
                  <a:cubicBezTo>
                    <a:pt x="68573" y="14438"/>
                    <a:pt x="68513" y="14317"/>
                    <a:pt x="68665" y="14317"/>
                  </a:cubicBezTo>
                  <a:lnTo>
                    <a:pt x="68756" y="14317"/>
                  </a:lnTo>
                  <a:cubicBezTo>
                    <a:pt x="68763" y="14314"/>
                    <a:pt x="68770" y="14313"/>
                    <a:pt x="68777" y="14313"/>
                  </a:cubicBezTo>
                  <a:cubicBezTo>
                    <a:pt x="68864" y="14313"/>
                    <a:pt x="68964" y="14473"/>
                    <a:pt x="68908" y="14529"/>
                  </a:cubicBezTo>
                  <a:cubicBezTo>
                    <a:pt x="68863" y="14574"/>
                    <a:pt x="68802" y="14602"/>
                    <a:pt x="68761" y="14602"/>
                  </a:cubicBezTo>
                  <a:cubicBezTo>
                    <a:pt x="68746" y="14602"/>
                    <a:pt x="68734" y="14598"/>
                    <a:pt x="68725" y="14590"/>
                  </a:cubicBezTo>
                  <a:lnTo>
                    <a:pt x="68634" y="14590"/>
                  </a:lnTo>
                  <a:cubicBezTo>
                    <a:pt x="68634" y="14590"/>
                    <a:pt x="68634" y="14772"/>
                    <a:pt x="68634" y="14803"/>
                  </a:cubicBezTo>
                  <a:cubicBezTo>
                    <a:pt x="68646" y="14826"/>
                    <a:pt x="68680" y="14836"/>
                    <a:pt x="68722" y="14836"/>
                  </a:cubicBezTo>
                  <a:cubicBezTo>
                    <a:pt x="68791" y="14836"/>
                    <a:pt x="68882" y="14810"/>
                    <a:pt x="68938" y="14772"/>
                  </a:cubicBezTo>
                  <a:cubicBezTo>
                    <a:pt x="68945" y="14766"/>
                    <a:pt x="68952" y="14763"/>
                    <a:pt x="68960" y="14763"/>
                  </a:cubicBezTo>
                  <a:cubicBezTo>
                    <a:pt x="69020" y="14763"/>
                    <a:pt x="69104" y="14955"/>
                    <a:pt x="69212" y="14955"/>
                  </a:cubicBezTo>
                  <a:cubicBezTo>
                    <a:pt x="69424" y="14924"/>
                    <a:pt x="69576" y="14833"/>
                    <a:pt x="69728" y="14712"/>
                  </a:cubicBezTo>
                  <a:cubicBezTo>
                    <a:pt x="69748" y="14682"/>
                    <a:pt x="69771" y="14669"/>
                    <a:pt x="69792" y="14669"/>
                  </a:cubicBezTo>
                  <a:cubicBezTo>
                    <a:pt x="69838" y="14669"/>
                    <a:pt x="69880" y="14730"/>
                    <a:pt x="69880" y="14833"/>
                  </a:cubicBezTo>
                  <a:lnTo>
                    <a:pt x="70093" y="14894"/>
                  </a:lnTo>
                  <a:lnTo>
                    <a:pt x="70184" y="14894"/>
                  </a:lnTo>
                  <a:cubicBezTo>
                    <a:pt x="70276" y="14894"/>
                    <a:pt x="70367" y="14833"/>
                    <a:pt x="70397" y="14772"/>
                  </a:cubicBezTo>
                  <a:cubicBezTo>
                    <a:pt x="70397" y="14712"/>
                    <a:pt x="70245" y="14651"/>
                    <a:pt x="70184" y="14651"/>
                  </a:cubicBezTo>
                  <a:cubicBezTo>
                    <a:pt x="70124" y="14651"/>
                    <a:pt x="70154" y="14438"/>
                    <a:pt x="70184" y="14377"/>
                  </a:cubicBezTo>
                  <a:cubicBezTo>
                    <a:pt x="70215" y="14317"/>
                    <a:pt x="70458" y="14225"/>
                    <a:pt x="70549" y="14225"/>
                  </a:cubicBezTo>
                  <a:cubicBezTo>
                    <a:pt x="70671" y="14256"/>
                    <a:pt x="70792" y="14286"/>
                    <a:pt x="70883" y="14377"/>
                  </a:cubicBezTo>
                  <a:lnTo>
                    <a:pt x="71035" y="14347"/>
                  </a:lnTo>
                  <a:lnTo>
                    <a:pt x="71096" y="14317"/>
                  </a:lnTo>
                  <a:cubicBezTo>
                    <a:pt x="71218" y="14317"/>
                    <a:pt x="71218" y="14256"/>
                    <a:pt x="71096" y="14195"/>
                  </a:cubicBezTo>
                  <a:lnTo>
                    <a:pt x="71096" y="14165"/>
                  </a:lnTo>
                  <a:lnTo>
                    <a:pt x="71157" y="14013"/>
                  </a:lnTo>
                  <a:cubicBezTo>
                    <a:pt x="71279" y="14013"/>
                    <a:pt x="71400" y="14104"/>
                    <a:pt x="71461" y="14225"/>
                  </a:cubicBezTo>
                  <a:cubicBezTo>
                    <a:pt x="71461" y="14236"/>
                    <a:pt x="71485" y="14244"/>
                    <a:pt x="71525" y="14244"/>
                  </a:cubicBezTo>
                  <a:cubicBezTo>
                    <a:pt x="71595" y="14244"/>
                    <a:pt x="71710" y="14222"/>
                    <a:pt x="71826" y="14165"/>
                  </a:cubicBezTo>
                  <a:lnTo>
                    <a:pt x="72282" y="14165"/>
                  </a:lnTo>
                  <a:cubicBezTo>
                    <a:pt x="72336" y="14075"/>
                    <a:pt x="72496" y="14049"/>
                    <a:pt x="72637" y="14049"/>
                  </a:cubicBezTo>
                  <a:cubicBezTo>
                    <a:pt x="72734" y="14049"/>
                    <a:pt x="72822" y="14061"/>
                    <a:pt x="72859" y="14073"/>
                  </a:cubicBezTo>
                  <a:cubicBezTo>
                    <a:pt x="72981" y="14134"/>
                    <a:pt x="73163" y="14225"/>
                    <a:pt x="73194" y="14225"/>
                  </a:cubicBezTo>
                  <a:cubicBezTo>
                    <a:pt x="73285" y="14195"/>
                    <a:pt x="73376" y="14165"/>
                    <a:pt x="73467" y="14104"/>
                  </a:cubicBezTo>
                  <a:lnTo>
                    <a:pt x="73619" y="14104"/>
                  </a:lnTo>
                  <a:cubicBezTo>
                    <a:pt x="73619" y="14104"/>
                    <a:pt x="73680" y="14013"/>
                    <a:pt x="73680" y="13982"/>
                  </a:cubicBezTo>
                  <a:cubicBezTo>
                    <a:pt x="73680" y="13877"/>
                    <a:pt x="73680" y="13845"/>
                    <a:pt x="73730" y="13845"/>
                  </a:cubicBezTo>
                  <a:cubicBezTo>
                    <a:pt x="73752" y="13845"/>
                    <a:pt x="73785" y="13851"/>
                    <a:pt x="73832" y="13861"/>
                  </a:cubicBezTo>
                  <a:cubicBezTo>
                    <a:pt x="73872" y="13861"/>
                    <a:pt x="73940" y="13874"/>
                    <a:pt x="73989" y="13874"/>
                  </a:cubicBezTo>
                  <a:cubicBezTo>
                    <a:pt x="74014" y="13874"/>
                    <a:pt x="74035" y="13871"/>
                    <a:pt x="74045" y="13861"/>
                  </a:cubicBezTo>
                  <a:lnTo>
                    <a:pt x="74227" y="13739"/>
                  </a:lnTo>
                  <a:cubicBezTo>
                    <a:pt x="74302" y="13814"/>
                    <a:pt x="74418" y="13868"/>
                    <a:pt x="74542" y="13868"/>
                  </a:cubicBezTo>
                  <a:cubicBezTo>
                    <a:pt x="74568" y="13868"/>
                    <a:pt x="74595" y="13866"/>
                    <a:pt x="74622" y="13861"/>
                  </a:cubicBezTo>
                  <a:cubicBezTo>
                    <a:pt x="74630" y="13856"/>
                    <a:pt x="74637" y="13855"/>
                    <a:pt x="74641" y="13855"/>
                  </a:cubicBezTo>
                  <a:cubicBezTo>
                    <a:pt x="74667" y="13855"/>
                    <a:pt x="74618" y="13930"/>
                    <a:pt x="74592" y="13982"/>
                  </a:cubicBezTo>
                  <a:cubicBezTo>
                    <a:pt x="74586" y="13988"/>
                    <a:pt x="74591" y="13990"/>
                    <a:pt x="74604" y="13990"/>
                  </a:cubicBezTo>
                  <a:cubicBezTo>
                    <a:pt x="74657" y="13990"/>
                    <a:pt x="74841" y="13946"/>
                    <a:pt x="74865" y="13921"/>
                  </a:cubicBezTo>
                  <a:cubicBezTo>
                    <a:pt x="74926" y="13861"/>
                    <a:pt x="74987" y="13830"/>
                    <a:pt x="75048" y="13800"/>
                  </a:cubicBezTo>
                  <a:cubicBezTo>
                    <a:pt x="75078" y="13800"/>
                    <a:pt x="75169" y="13891"/>
                    <a:pt x="75169" y="13921"/>
                  </a:cubicBezTo>
                  <a:cubicBezTo>
                    <a:pt x="75175" y="13927"/>
                    <a:pt x="75183" y="13930"/>
                    <a:pt x="75192" y="13930"/>
                  </a:cubicBezTo>
                  <a:cubicBezTo>
                    <a:pt x="75232" y="13930"/>
                    <a:pt x="75297" y="13885"/>
                    <a:pt x="75321" y="13861"/>
                  </a:cubicBezTo>
                  <a:lnTo>
                    <a:pt x="75473" y="13678"/>
                  </a:lnTo>
                  <a:lnTo>
                    <a:pt x="75564" y="13800"/>
                  </a:lnTo>
                  <a:cubicBezTo>
                    <a:pt x="75625" y="13861"/>
                    <a:pt x="75716" y="13952"/>
                    <a:pt x="75747" y="13952"/>
                  </a:cubicBezTo>
                  <a:cubicBezTo>
                    <a:pt x="75899" y="13891"/>
                    <a:pt x="76020" y="13861"/>
                    <a:pt x="76172" y="13861"/>
                  </a:cubicBezTo>
                  <a:lnTo>
                    <a:pt x="76324" y="13861"/>
                  </a:lnTo>
                  <a:cubicBezTo>
                    <a:pt x="76294" y="13800"/>
                    <a:pt x="76355" y="13739"/>
                    <a:pt x="76416" y="13709"/>
                  </a:cubicBezTo>
                  <a:lnTo>
                    <a:pt x="76476" y="13739"/>
                  </a:lnTo>
                  <a:cubicBezTo>
                    <a:pt x="76598" y="13769"/>
                    <a:pt x="76598" y="13891"/>
                    <a:pt x="76598" y="13982"/>
                  </a:cubicBezTo>
                  <a:cubicBezTo>
                    <a:pt x="76602" y="13984"/>
                    <a:pt x="76607" y="13986"/>
                    <a:pt x="76611" y="13986"/>
                  </a:cubicBezTo>
                  <a:cubicBezTo>
                    <a:pt x="76663" y="13986"/>
                    <a:pt x="76689" y="13826"/>
                    <a:pt x="76689" y="13769"/>
                  </a:cubicBezTo>
                  <a:cubicBezTo>
                    <a:pt x="76689" y="13734"/>
                    <a:pt x="76773" y="13719"/>
                    <a:pt x="76860" y="13719"/>
                  </a:cubicBezTo>
                  <a:cubicBezTo>
                    <a:pt x="76922" y="13719"/>
                    <a:pt x="76986" y="13726"/>
                    <a:pt x="77023" y="13739"/>
                  </a:cubicBezTo>
                  <a:cubicBezTo>
                    <a:pt x="77068" y="13739"/>
                    <a:pt x="77257" y="13675"/>
                    <a:pt x="77380" y="13675"/>
                  </a:cubicBezTo>
                  <a:cubicBezTo>
                    <a:pt x="77426" y="13675"/>
                    <a:pt x="77463" y="13684"/>
                    <a:pt x="77479" y="13709"/>
                  </a:cubicBezTo>
                  <a:cubicBezTo>
                    <a:pt x="77497" y="13744"/>
                    <a:pt x="77536" y="13759"/>
                    <a:pt x="77583" y="13759"/>
                  </a:cubicBezTo>
                  <a:cubicBezTo>
                    <a:pt x="77617" y="13759"/>
                    <a:pt x="77654" y="13752"/>
                    <a:pt x="77692" y="13739"/>
                  </a:cubicBezTo>
                  <a:cubicBezTo>
                    <a:pt x="77692" y="13709"/>
                    <a:pt x="77631" y="13709"/>
                    <a:pt x="77510" y="13709"/>
                  </a:cubicBezTo>
                  <a:lnTo>
                    <a:pt x="77510" y="13587"/>
                  </a:lnTo>
                  <a:lnTo>
                    <a:pt x="77510" y="13526"/>
                  </a:lnTo>
                  <a:cubicBezTo>
                    <a:pt x="77540" y="13465"/>
                    <a:pt x="77571" y="13405"/>
                    <a:pt x="77571" y="13344"/>
                  </a:cubicBezTo>
                  <a:cubicBezTo>
                    <a:pt x="77601" y="13313"/>
                    <a:pt x="77540" y="13313"/>
                    <a:pt x="77479" y="13313"/>
                  </a:cubicBezTo>
                  <a:lnTo>
                    <a:pt x="77267" y="13313"/>
                  </a:lnTo>
                  <a:cubicBezTo>
                    <a:pt x="77191" y="13344"/>
                    <a:pt x="77115" y="13359"/>
                    <a:pt x="77039" y="13359"/>
                  </a:cubicBezTo>
                  <a:cubicBezTo>
                    <a:pt x="76963" y="13359"/>
                    <a:pt x="76887" y="13344"/>
                    <a:pt x="76811" y="13313"/>
                  </a:cubicBezTo>
                  <a:lnTo>
                    <a:pt x="76689" y="13222"/>
                  </a:lnTo>
                  <a:lnTo>
                    <a:pt x="76689" y="13161"/>
                  </a:lnTo>
                  <a:cubicBezTo>
                    <a:pt x="76719" y="13131"/>
                    <a:pt x="76719" y="13131"/>
                    <a:pt x="76750" y="13131"/>
                  </a:cubicBezTo>
                  <a:cubicBezTo>
                    <a:pt x="76841" y="13161"/>
                    <a:pt x="76932" y="13161"/>
                    <a:pt x="77023" y="13192"/>
                  </a:cubicBezTo>
                  <a:lnTo>
                    <a:pt x="77115" y="13192"/>
                  </a:lnTo>
                  <a:cubicBezTo>
                    <a:pt x="77236" y="13192"/>
                    <a:pt x="77358" y="13161"/>
                    <a:pt x="77479" y="13101"/>
                  </a:cubicBezTo>
                  <a:lnTo>
                    <a:pt x="77571" y="13101"/>
                  </a:lnTo>
                  <a:lnTo>
                    <a:pt x="78026" y="13161"/>
                  </a:lnTo>
                  <a:cubicBezTo>
                    <a:pt x="78543" y="13131"/>
                    <a:pt x="78999" y="13070"/>
                    <a:pt x="79090" y="13070"/>
                  </a:cubicBezTo>
                  <a:lnTo>
                    <a:pt x="79333" y="13070"/>
                  </a:lnTo>
                  <a:cubicBezTo>
                    <a:pt x="79485" y="13070"/>
                    <a:pt x="79637" y="12979"/>
                    <a:pt x="79729" y="12827"/>
                  </a:cubicBezTo>
                  <a:cubicBezTo>
                    <a:pt x="79729" y="12807"/>
                    <a:pt x="79742" y="12797"/>
                    <a:pt x="79765" y="12797"/>
                  </a:cubicBezTo>
                  <a:cubicBezTo>
                    <a:pt x="79810" y="12797"/>
                    <a:pt x="79891" y="12837"/>
                    <a:pt x="79972" y="12918"/>
                  </a:cubicBezTo>
                  <a:cubicBezTo>
                    <a:pt x="80005" y="12969"/>
                    <a:pt x="80057" y="12991"/>
                    <a:pt x="80107" y="12991"/>
                  </a:cubicBezTo>
                  <a:cubicBezTo>
                    <a:pt x="80148" y="12991"/>
                    <a:pt x="80188" y="12976"/>
                    <a:pt x="80215" y="12949"/>
                  </a:cubicBezTo>
                  <a:lnTo>
                    <a:pt x="80337" y="12918"/>
                  </a:lnTo>
                  <a:cubicBezTo>
                    <a:pt x="80489" y="13010"/>
                    <a:pt x="80580" y="13161"/>
                    <a:pt x="80489" y="13253"/>
                  </a:cubicBezTo>
                  <a:lnTo>
                    <a:pt x="80367" y="13253"/>
                  </a:lnTo>
                  <a:cubicBezTo>
                    <a:pt x="80337" y="13283"/>
                    <a:pt x="80337" y="13344"/>
                    <a:pt x="80367" y="13374"/>
                  </a:cubicBezTo>
                  <a:lnTo>
                    <a:pt x="80397" y="13405"/>
                  </a:lnTo>
                  <a:lnTo>
                    <a:pt x="80489" y="13405"/>
                  </a:lnTo>
                  <a:cubicBezTo>
                    <a:pt x="80580" y="13405"/>
                    <a:pt x="80671" y="13374"/>
                    <a:pt x="80762" y="13344"/>
                  </a:cubicBezTo>
                  <a:lnTo>
                    <a:pt x="80823" y="13344"/>
                  </a:lnTo>
                  <a:cubicBezTo>
                    <a:pt x="80884" y="13374"/>
                    <a:pt x="80975" y="13435"/>
                    <a:pt x="81005" y="13496"/>
                  </a:cubicBezTo>
                  <a:lnTo>
                    <a:pt x="81248" y="13496"/>
                  </a:lnTo>
                  <a:cubicBezTo>
                    <a:pt x="81400" y="13465"/>
                    <a:pt x="81552" y="13405"/>
                    <a:pt x="81674" y="13283"/>
                  </a:cubicBezTo>
                  <a:cubicBezTo>
                    <a:pt x="81704" y="13253"/>
                    <a:pt x="81613" y="13131"/>
                    <a:pt x="81583" y="13131"/>
                  </a:cubicBezTo>
                  <a:cubicBezTo>
                    <a:pt x="81492" y="13131"/>
                    <a:pt x="81431" y="13161"/>
                    <a:pt x="81370" y="13192"/>
                  </a:cubicBezTo>
                  <a:cubicBezTo>
                    <a:pt x="81340" y="13192"/>
                    <a:pt x="81218" y="13222"/>
                    <a:pt x="81066" y="13222"/>
                  </a:cubicBezTo>
                  <a:lnTo>
                    <a:pt x="80975" y="13253"/>
                  </a:lnTo>
                  <a:lnTo>
                    <a:pt x="80944" y="13253"/>
                  </a:lnTo>
                  <a:cubicBezTo>
                    <a:pt x="80884" y="13253"/>
                    <a:pt x="80853" y="13131"/>
                    <a:pt x="80853" y="13101"/>
                  </a:cubicBezTo>
                  <a:cubicBezTo>
                    <a:pt x="81036" y="13040"/>
                    <a:pt x="81248" y="13010"/>
                    <a:pt x="81431" y="13010"/>
                  </a:cubicBezTo>
                  <a:lnTo>
                    <a:pt x="81826" y="13010"/>
                  </a:lnTo>
                  <a:cubicBezTo>
                    <a:pt x="81917" y="12949"/>
                    <a:pt x="82039" y="12949"/>
                    <a:pt x="82130" y="12918"/>
                  </a:cubicBezTo>
                  <a:cubicBezTo>
                    <a:pt x="82217" y="12947"/>
                    <a:pt x="82331" y="13224"/>
                    <a:pt x="82237" y="13224"/>
                  </a:cubicBezTo>
                  <a:cubicBezTo>
                    <a:pt x="82232" y="13224"/>
                    <a:pt x="82227" y="13224"/>
                    <a:pt x="82221" y="13222"/>
                  </a:cubicBezTo>
                  <a:cubicBezTo>
                    <a:pt x="82069" y="13222"/>
                    <a:pt x="82069" y="13313"/>
                    <a:pt x="82160" y="13465"/>
                  </a:cubicBezTo>
                  <a:lnTo>
                    <a:pt x="82282" y="13496"/>
                  </a:lnTo>
                  <a:lnTo>
                    <a:pt x="82403" y="13526"/>
                  </a:lnTo>
                  <a:cubicBezTo>
                    <a:pt x="82586" y="13465"/>
                    <a:pt x="82555" y="13313"/>
                    <a:pt x="82525" y="13313"/>
                  </a:cubicBezTo>
                  <a:cubicBezTo>
                    <a:pt x="82464" y="13222"/>
                    <a:pt x="82464" y="13131"/>
                    <a:pt x="82495" y="13040"/>
                  </a:cubicBezTo>
                  <a:cubicBezTo>
                    <a:pt x="82647" y="12949"/>
                    <a:pt x="82799" y="12888"/>
                    <a:pt x="83011" y="12858"/>
                  </a:cubicBezTo>
                  <a:lnTo>
                    <a:pt x="83133" y="12949"/>
                  </a:lnTo>
                  <a:lnTo>
                    <a:pt x="83437" y="13101"/>
                  </a:lnTo>
                  <a:cubicBezTo>
                    <a:pt x="83529" y="13027"/>
                    <a:pt x="83643" y="12987"/>
                    <a:pt x="83760" y="12987"/>
                  </a:cubicBezTo>
                  <a:cubicBezTo>
                    <a:pt x="83835" y="12987"/>
                    <a:pt x="83912" y="13004"/>
                    <a:pt x="83984" y="13040"/>
                  </a:cubicBezTo>
                  <a:lnTo>
                    <a:pt x="84075" y="13040"/>
                  </a:lnTo>
                  <a:lnTo>
                    <a:pt x="84166" y="13010"/>
                  </a:lnTo>
                  <a:cubicBezTo>
                    <a:pt x="84212" y="12964"/>
                    <a:pt x="84265" y="12941"/>
                    <a:pt x="84318" y="12941"/>
                  </a:cubicBezTo>
                  <a:cubicBezTo>
                    <a:pt x="84372" y="12941"/>
                    <a:pt x="84425" y="12964"/>
                    <a:pt x="84470" y="13010"/>
                  </a:cubicBezTo>
                  <a:cubicBezTo>
                    <a:pt x="84501" y="13040"/>
                    <a:pt x="84501" y="13101"/>
                    <a:pt x="84440" y="13101"/>
                  </a:cubicBezTo>
                  <a:cubicBezTo>
                    <a:pt x="84418" y="13101"/>
                    <a:pt x="84283" y="13036"/>
                    <a:pt x="84223" y="13036"/>
                  </a:cubicBezTo>
                  <a:cubicBezTo>
                    <a:pt x="84201" y="13036"/>
                    <a:pt x="84189" y="13045"/>
                    <a:pt x="84197" y="13070"/>
                  </a:cubicBezTo>
                  <a:cubicBezTo>
                    <a:pt x="84227" y="13131"/>
                    <a:pt x="84440" y="13253"/>
                    <a:pt x="84501" y="13253"/>
                  </a:cubicBezTo>
                  <a:cubicBezTo>
                    <a:pt x="84592" y="13253"/>
                    <a:pt x="84683" y="12979"/>
                    <a:pt x="84622" y="12858"/>
                  </a:cubicBezTo>
                  <a:cubicBezTo>
                    <a:pt x="84579" y="12792"/>
                    <a:pt x="84708" y="12742"/>
                    <a:pt x="84818" y="12742"/>
                  </a:cubicBezTo>
                  <a:cubicBezTo>
                    <a:pt x="84861" y="12742"/>
                    <a:pt x="84901" y="12749"/>
                    <a:pt x="84926" y="12766"/>
                  </a:cubicBezTo>
                  <a:lnTo>
                    <a:pt x="85169" y="12918"/>
                  </a:lnTo>
                  <a:lnTo>
                    <a:pt x="85291" y="12918"/>
                  </a:lnTo>
                  <a:cubicBezTo>
                    <a:pt x="85443" y="12918"/>
                    <a:pt x="85352" y="12979"/>
                    <a:pt x="85291" y="13010"/>
                  </a:cubicBezTo>
                  <a:cubicBezTo>
                    <a:pt x="85230" y="13040"/>
                    <a:pt x="85504" y="13040"/>
                    <a:pt x="85565" y="13040"/>
                  </a:cubicBezTo>
                  <a:cubicBezTo>
                    <a:pt x="85625" y="13040"/>
                    <a:pt x="85656" y="13010"/>
                    <a:pt x="85625" y="12949"/>
                  </a:cubicBezTo>
                  <a:lnTo>
                    <a:pt x="85625" y="12918"/>
                  </a:lnTo>
                  <a:cubicBezTo>
                    <a:pt x="85625" y="12888"/>
                    <a:pt x="85747" y="12827"/>
                    <a:pt x="85747" y="12827"/>
                  </a:cubicBezTo>
                  <a:lnTo>
                    <a:pt x="85838" y="12918"/>
                  </a:lnTo>
                  <a:cubicBezTo>
                    <a:pt x="85909" y="12954"/>
                    <a:pt x="85981" y="12969"/>
                    <a:pt x="86052" y="12969"/>
                  </a:cubicBezTo>
                  <a:cubicBezTo>
                    <a:pt x="86102" y="12969"/>
                    <a:pt x="86153" y="12961"/>
                    <a:pt x="86203" y="12949"/>
                  </a:cubicBezTo>
                  <a:cubicBezTo>
                    <a:pt x="86216" y="12942"/>
                    <a:pt x="86241" y="12940"/>
                    <a:pt x="86273" y="12940"/>
                  </a:cubicBezTo>
                  <a:cubicBezTo>
                    <a:pt x="86362" y="12940"/>
                    <a:pt x="86505" y="12957"/>
                    <a:pt x="86604" y="12957"/>
                  </a:cubicBezTo>
                  <a:cubicBezTo>
                    <a:pt x="86640" y="12957"/>
                    <a:pt x="86670" y="12955"/>
                    <a:pt x="86689" y="12949"/>
                  </a:cubicBezTo>
                  <a:cubicBezTo>
                    <a:pt x="86811" y="12888"/>
                    <a:pt x="86902" y="12797"/>
                    <a:pt x="86963" y="12675"/>
                  </a:cubicBezTo>
                  <a:cubicBezTo>
                    <a:pt x="86971" y="12667"/>
                    <a:pt x="86983" y="12663"/>
                    <a:pt x="86998" y="12663"/>
                  </a:cubicBezTo>
                  <a:cubicBezTo>
                    <a:pt x="87089" y="12663"/>
                    <a:pt x="87279" y="12805"/>
                    <a:pt x="87358" y="12858"/>
                  </a:cubicBezTo>
                  <a:cubicBezTo>
                    <a:pt x="87449" y="12888"/>
                    <a:pt x="87548" y="12903"/>
                    <a:pt x="87651" y="12903"/>
                  </a:cubicBezTo>
                  <a:cubicBezTo>
                    <a:pt x="87753" y="12903"/>
                    <a:pt x="87859" y="12888"/>
                    <a:pt x="87966" y="12858"/>
                  </a:cubicBezTo>
                  <a:cubicBezTo>
                    <a:pt x="88095" y="12836"/>
                    <a:pt x="88239" y="12815"/>
                    <a:pt x="88377" y="12815"/>
                  </a:cubicBezTo>
                  <a:cubicBezTo>
                    <a:pt x="88434" y="12815"/>
                    <a:pt x="88490" y="12818"/>
                    <a:pt x="88543" y="12827"/>
                  </a:cubicBezTo>
                  <a:lnTo>
                    <a:pt x="88756" y="12797"/>
                  </a:lnTo>
                  <a:lnTo>
                    <a:pt x="88817" y="12797"/>
                  </a:lnTo>
                  <a:cubicBezTo>
                    <a:pt x="88828" y="12802"/>
                    <a:pt x="88840" y="12805"/>
                    <a:pt x="88853" y="12805"/>
                  </a:cubicBezTo>
                  <a:cubicBezTo>
                    <a:pt x="88909" y="12805"/>
                    <a:pt x="88975" y="12755"/>
                    <a:pt x="88999" y="12706"/>
                  </a:cubicBezTo>
                  <a:cubicBezTo>
                    <a:pt x="88999" y="12675"/>
                    <a:pt x="89030" y="12660"/>
                    <a:pt x="89079" y="12660"/>
                  </a:cubicBezTo>
                  <a:cubicBezTo>
                    <a:pt x="89129" y="12660"/>
                    <a:pt x="89197" y="12675"/>
                    <a:pt x="89273" y="12706"/>
                  </a:cubicBezTo>
                  <a:lnTo>
                    <a:pt x="89364" y="12736"/>
                  </a:lnTo>
                  <a:cubicBezTo>
                    <a:pt x="89433" y="12759"/>
                    <a:pt x="89450" y="12868"/>
                    <a:pt x="89532" y="12868"/>
                  </a:cubicBezTo>
                  <a:cubicBezTo>
                    <a:pt x="89559" y="12868"/>
                    <a:pt x="89593" y="12857"/>
                    <a:pt x="89638" y="12827"/>
                  </a:cubicBezTo>
                  <a:cubicBezTo>
                    <a:pt x="89729" y="12766"/>
                    <a:pt x="89850" y="12736"/>
                    <a:pt x="89972" y="12736"/>
                  </a:cubicBezTo>
                  <a:cubicBezTo>
                    <a:pt x="90002" y="12736"/>
                    <a:pt x="90033" y="12766"/>
                    <a:pt x="90033" y="12766"/>
                  </a:cubicBezTo>
                  <a:cubicBezTo>
                    <a:pt x="90101" y="12801"/>
                    <a:pt x="90178" y="12805"/>
                    <a:pt x="90257" y="12805"/>
                  </a:cubicBezTo>
                  <a:cubicBezTo>
                    <a:pt x="90284" y="12805"/>
                    <a:pt x="90310" y="12804"/>
                    <a:pt x="90337" y="12804"/>
                  </a:cubicBezTo>
                  <a:cubicBezTo>
                    <a:pt x="90443" y="12804"/>
                    <a:pt x="90550" y="12812"/>
                    <a:pt x="90641" y="12888"/>
                  </a:cubicBezTo>
                  <a:cubicBezTo>
                    <a:pt x="90641" y="12888"/>
                    <a:pt x="90762" y="12797"/>
                    <a:pt x="90853" y="12797"/>
                  </a:cubicBezTo>
                  <a:lnTo>
                    <a:pt x="90884" y="12797"/>
                  </a:lnTo>
                  <a:cubicBezTo>
                    <a:pt x="90908" y="12809"/>
                    <a:pt x="90926" y="12814"/>
                    <a:pt x="90939" y="12814"/>
                  </a:cubicBezTo>
                  <a:cubicBezTo>
                    <a:pt x="90994" y="12814"/>
                    <a:pt x="90969" y="12730"/>
                    <a:pt x="90945" y="12706"/>
                  </a:cubicBezTo>
                  <a:cubicBezTo>
                    <a:pt x="90914" y="12645"/>
                    <a:pt x="90853" y="12554"/>
                    <a:pt x="90823" y="12493"/>
                  </a:cubicBezTo>
                  <a:cubicBezTo>
                    <a:pt x="90817" y="12481"/>
                    <a:pt x="90804" y="12476"/>
                    <a:pt x="90787" y="12476"/>
                  </a:cubicBezTo>
                  <a:cubicBezTo>
                    <a:pt x="90714" y="12476"/>
                    <a:pt x="90562" y="12560"/>
                    <a:pt x="90489" y="12584"/>
                  </a:cubicBezTo>
                  <a:cubicBezTo>
                    <a:pt x="90468" y="12598"/>
                    <a:pt x="90453" y="12604"/>
                    <a:pt x="90443" y="12604"/>
                  </a:cubicBezTo>
                  <a:cubicBezTo>
                    <a:pt x="90412" y="12604"/>
                    <a:pt x="90435" y="12539"/>
                    <a:pt x="90458" y="12493"/>
                  </a:cubicBezTo>
                  <a:cubicBezTo>
                    <a:pt x="90483" y="12443"/>
                    <a:pt x="90285" y="12394"/>
                    <a:pt x="90162" y="12394"/>
                  </a:cubicBezTo>
                  <a:cubicBezTo>
                    <a:pt x="90134" y="12394"/>
                    <a:pt x="90110" y="12396"/>
                    <a:pt x="90094" y="12402"/>
                  </a:cubicBezTo>
                  <a:cubicBezTo>
                    <a:pt x="90029" y="12423"/>
                    <a:pt x="89949" y="12445"/>
                    <a:pt x="89865" y="12445"/>
                  </a:cubicBezTo>
                  <a:cubicBezTo>
                    <a:pt x="89830" y="12445"/>
                    <a:pt x="89795" y="12441"/>
                    <a:pt x="89759" y="12432"/>
                  </a:cubicBezTo>
                  <a:cubicBezTo>
                    <a:pt x="89698" y="12402"/>
                    <a:pt x="89516" y="12280"/>
                    <a:pt x="89334" y="12158"/>
                  </a:cubicBezTo>
                  <a:lnTo>
                    <a:pt x="89394" y="12037"/>
                  </a:lnTo>
                  <a:lnTo>
                    <a:pt x="89425" y="11976"/>
                  </a:lnTo>
                  <a:cubicBezTo>
                    <a:pt x="89470" y="11946"/>
                    <a:pt x="89516" y="11930"/>
                    <a:pt x="89550" y="11930"/>
                  </a:cubicBezTo>
                  <a:cubicBezTo>
                    <a:pt x="89584" y="11930"/>
                    <a:pt x="89607" y="11946"/>
                    <a:pt x="89607" y="11976"/>
                  </a:cubicBezTo>
                  <a:lnTo>
                    <a:pt x="89607" y="12006"/>
                  </a:lnTo>
                  <a:cubicBezTo>
                    <a:pt x="89546" y="12128"/>
                    <a:pt x="89607" y="12219"/>
                    <a:pt x="89698" y="12219"/>
                  </a:cubicBezTo>
                  <a:lnTo>
                    <a:pt x="89850" y="12189"/>
                  </a:lnTo>
                  <a:cubicBezTo>
                    <a:pt x="89972" y="12189"/>
                    <a:pt x="90094" y="12098"/>
                    <a:pt x="90063" y="12067"/>
                  </a:cubicBezTo>
                  <a:cubicBezTo>
                    <a:pt x="90033" y="12006"/>
                    <a:pt x="90033" y="11976"/>
                    <a:pt x="90033" y="11976"/>
                  </a:cubicBezTo>
                  <a:lnTo>
                    <a:pt x="90124" y="11976"/>
                  </a:lnTo>
                  <a:cubicBezTo>
                    <a:pt x="90215" y="11976"/>
                    <a:pt x="90276" y="12006"/>
                    <a:pt x="90276" y="12037"/>
                  </a:cubicBezTo>
                  <a:lnTo>
                    <a:pt x="90276" y="12098"/>
                  </a:lnTo>
                  <a:cubicBezTo>
                    <a:pt x="90276" y="12158"/>
                    <a:pt x="90306" y="12219"/>
                    <a:pt x="90398" y="12219"/>
                  </a:cubicBezTo>
                  <a:lnTo>
                    <a:pt x="90428" y="12189"/>
                  </a:lnTo>
                  <a:lnTo>
                    <a:pt x="90489" y="12158"/>
                  </a:lnTo>
                  <a:cubicBezTo>
                    <a:pt x="90513" y="12123"/>
                    <a:pt x="90546" y="12110"/>
                    <a:pt x="90579" y="12110"/>
                  </a:cubicBezTo>
                  <a:cubicBezTo>
                    <a:pt x="90631" y="12110"/>
                    <a:pt x="90683" y="12140"/>
                    <a:pt x="90701" y="12158"/>
                  </a:cubicBezTo>
                  <a:cubicBezTo>
                    <a:pt x="90777" y="12174"/>
                    <a:pt x="90861" y="12181"/>
                    <a:pt x="90945" y="12181"/>
                  </a:cubicBezTo>
                  <a:cubicBezTo>
                    <a:pt x="91028" y="12181"/>
                    <a:pt x="91112" y="12174"/>
                    <a:pt x="91188" y="12158"/>
                  </a:cubicBezTo>
                  <a:cubicBezTo>
                    <a:pt x="91233" y="12128"/>
                    <a:pt x="91287" y="12113"/>
                    <a:pt x="91340" y="12113"/>
                  </a:cubicBezTo>
                  <a:cubicBezTo>
                    <a:pt x="91393" y="12113"/>
                    <a:pt x="91446" y="12128"/>
                    <a:pt x="91492" y="12158"/>
                  </a:cubicBezTo>
                  <a:cubicBezTo>
                    <a:pt x="91492" y="12162"/>
                    <a:pt x="91494" y="12163"/>
                    <a:pt x="91497" y="12163"/>
                  </a:cubicBezTo>
                  <a:cubicBezTo>
                    <a:pt x="91524" y="12163"/>
                    <a:pt x="91647" y="12064"/>
                    <a:pt x="91674" y="12037"/>
                  </a:cubicBezTo>
                  <a:cubicBezTo>
                    <a:pt x="91763" y="11992"/>
                    <a:pt x="91852" y="11964"/>
                    <a:pt x="91953" y="11964"/>
                  </a:cubicBezTo>
                  <a:cubicBezTo>
                    <a:pt x="91990" y="11964"/>
                    <a:pt x="92029" y="11968"/>
                    <a:pt x="92069" y="11976"/>
                  </a:cubicBezTo>
                  <a:lnTo>
                    <a:pt x="92282" y="11976"/>
                  </a:lnTo>
                  <a:lnTo>
                    <a:pt x="92252" y="12219"/>
                  </a:lnTo>
                  <a:cubicBezTo>
                    <a:pt x="92464" y="12189"/>
                    <a:pt x="92677" y="12158"/>
                    <a:pt x="92708" y="12128"/>
                  </a:cubicBezTo>
                  <a:cubicBezTo>
                    <a:pt x="92738" y="12067"/>
                    <a:pt x="92799" y="11915"/>
                    <a:pt x="92829" y="11794"/>
                  </a:cubicBezTo>
                  <a:lnTo>
                    <a:pt x="92920" y="11763"/>
                  </a:lnTo>
                  <a:cubicBezTo>
                    <a:pt x="92987" y="11719"/>
                    <a:pt x="93053" y="11626"/>
                    <a:pt x="93155" y="11626"/>
                  </a:cubicBezTo>
                  <a:cubicBezTo>
                    <a:pt x="93193" y="11626"/>
                    <a:pt x="93236" y="11639"/>
                    <a:pt x="93285" y="11672"/>
                  </a:cubicBezTo>
                  <a:lnTo>
                    <a:pt x="93346" y="11733"/>
                  </a:lnTo>
                  <a:cubicBezTo>
                    <a:pt x="93346" y="11824"/>
                    <a:pt x="93346" y="11885"/>
                    <a:pt x="93407" y="11976"/>
                  </a:cubicBezTo>
                  <a:lnTo>
                    <a:pt x="93559" y="11854"/>
                  </a:lnTo>
                  <a:lnTo>
                    <a:pt x="93680" y="11824"/>
                  </a:lnTo>
                  <a:cubicBezTo>
                    <a:pt x="93802" y="11794"/>
                    <a:pt x="93923" y="11733"/>
                    <a:pt x="94015" y="11672"/>
                  </a:cubicBezTo>
                  <a:cubicBezTo>
                    <a:pt x="94045" y="11672"/>
                    <a:pt x="94015" y="11611"/>
                    <a:pt x="93954" y="11581"/>
                  </a:cubicBezTo>
                  <a:lnTo>
                    <a:pt x="93893" y="11581"/>
                  </a:lnTo>
                  <a:cubicBezTo>
                    <a:pt x="93741" y="11581"/>
                    <a:pt x="93741" y="11520"/>
                    <a:pt x="93741" y="11429"/>
                  </a:cubicBezTo>
                  <a:lnTo>
                    <a:pt x="93802" y="11277"/>
                  </a:lnTo>
                  <a:cubicBezTo>
                    <a:pt x="93832" y="11095"/>
                    <a:pt x="93893" y="10639"/>
                    <a:pt x="93802" y="10547"/>
                  </a:cubicBezTo>
                  <a:cubicBezTo>
                    <a:pt x="93650" y="10456"/>
                    <a:pt x="93528" y="10304"/>
                    <a:pt x="93437" y="10183"/>
                  </a:cubicBezTo>
                  <a:lnTo>
                    <a:pt x="93559" y="10092"/>
                  </a:lnTo>
                  <a:cubicBezTo>
                    <a:pt x="93619" y="10061"/>
                    <a:pt x="93711" y="10031"/>
                    <a:pt x="93741" y="10000"/>
                  </a:cubicBezTo>
                  <a:cubicBezTo>
                    <a:pt x="93802" y="9970"/>
                    <a:pt x="93832" y="9879"/>
                    <a:pt x="93832" y="9879"/>
                  </a:cubicBezTo>
                  <a:cubicBezTo>
                    <a:pt x="93650" y="9727"/>
                    <a:pt x="93832" y="9696"/>
                    <a:pt x="93923" y="9666"/>
                  </a:cubicBezTo>
                  <a:lnTo>
                    <a:pt x="94015" y="9666"/>
                  </a:lnTo>
                  <a:cubicBezTo>
                    <a:pt x="94052" y="9653"/>
                    <a:pt x="94090" y="9646"/>
                    <a:pt x="94126" y="9646"/>
                  </a:cubicBezTo>
                  <a:cubicBezTo>
                    <a:pt x="94176" y="9646"/>
                    <a:pt x="94222" y="9661"/>
                    <a:pt x="94258" y="9696"/>
                  </a:cubicBezTo>
                  <a:cubicBezTo>
                    <a:pt x="94279" y="9739"/>
                    <a:pt x="94407" y="9782"/>
                    <a:pt x="94491" y="9782"/>
                  </a:cubicBezTo>
                  <a:cubicBezTo>
                    <a:pt x="94526" y="9782"/>
                    <a:pt x="94553" y="9775"/>
                    <a:pt x="94562" y="9757"/>
                  </a:cubicBezTo>
                  <a:cubicBezTo>
                    <a:pt x="94623" y="9636"/>
                    <a:pt x="94683" y="9544"/>
                    <a:pt x="94714" y="9423"/>
                  </a:cubicBezTo>
                  <a:cubicBezTo>
                    <a:pt x="94714" y="9392"/>
                    <a:pt x="94699" y="9377"/>
                    <a:pt x="94672" y="9377"/>
                  </a:cubicBezTo>
                  <a:cubicBezTo>
                    <a:pt x="94645" y="9377"/>
                    <a:pt x="94607" y="9392"/>
                    <a:pt x="94562" y="9423"/>
                  </a:cubicBezTo>
                  <a:lnTo>
                    <a:pt x="94501" y="9423"/>
                  </a:lnTo>
                  <a:cubicBezTo>
                    <a:pt x="94440" y="9423"/>
                    <a:pt x="94349" y="9392"/>
                    <a:pt x="94288" y="9332"/>
                  </a:cubicBezTo>
                  <a:lnTo>
                    <a:pt x="94197" y="9240"/>
                  </a:lnTo>
                  <a:cubicBezTo>
                    <a:pt x="94167" y="9332"/>
                    <a:pt x="93954" y="9423"/>
                    <a:pt x="93741" y="9453"/>
                  </a:cubicBezTo>
                  <a:lnTo>
                    <a:pt x="93619" y="9392"/>
                  </a:lnTo>
                  <a:lnTo>
                    <a:pt x="93559" y="9332"/>
                  </a:lnTo>
                  <a:cubicBezTo>
                    <a:pt x="93467" y="9301"/>
                    <a:pt x="93407" y="9301"/>
                    <a:pt x="93316" y="9271"/>
                  </a:cubicBezTo>
                  <a:cubicBezTo>
                    <a:pt x="93255" y="9240"/>
                    <a:pt x="93316" y="9149"/>
                    <a:pt x="93316" y="9149"/>
                  </a:cubicBezTo>
                  <a:cubicBezTo>
                    <a:pt x="93320" y="9145"/>
                    <a:pt x="93329" y="9143"/>
                    <a:pt x="93342" y="9143"/>
                  </a:cubicBezTo>
                  <a:cubicBezTo>
                    <a:pt x="93392" y="9143"/>
                    <a:pt x="93493" y="9171"/>
                    <a:pt x="93560" y="9171"/>
                  </a:cubicBezTo>
                  <a:cubicBezTo>
                    <a:pt x="93589" y="9171"/>
                    <a:pt x="93612" y="9165"/>
                    <a:pt x="93619" y="9149"/>
                  </a:cubicBezTo>
                  <a:cubicBezTo>
                    <a:pt x="93680" y="9088"/>
                    <a:pt x="93619" y="8936"/>
                    <a:pt x="93559" y="8906"/>
                  </a:cubicBezTo>
                  <a:cubicBezTo>
                    <a:pt x="93528" y="8876"/>
                    <a:pt x="93650" y="8785"/>
                    <a:pt x="93711" y="8754"/>
                  </a:cubicBezTo>
                  <a:cubicBezTo>
                    <a:pt x="93771" y="8724"/>
                    <a:pt x="93771" y="8693"/>
                    <a:pt x="93741" y="8633"/>
                  </a:cubicBezTo>
                  <a:cubicBezTo>
                    <a:pt x="93741" y="8633"/>
                    <a:pt x="93863" y="8541"/>
                    <a:pt x="93923" y="8541"/>
                  </a:cubicBezTo>
                  <a:cubicBezTo>
                    <a:pt x="93984" y="8420"/>
                    <a:pt x="94045" y="8268"/>
                    <a:pt x="94075" y="8146"/>
                  </a:cubicBezTo>
                  <a:cubicBezTo>
                    <a:pt x="94106" y="8025"/>
                    <a:pt x="93893" y="7964"/>
                    <a:pt x="93832" y="7964"/>
                  </a:cubicBezTo>
                  <a:cubicBezTo>
                    <a:pt x="93680" y="7964"/>
                    <a:pt x="93528" y="7994"/>
                    <a:pt x="93407" y="8055"/>
                  </a:cubicBezTo>
                  <a:cubicBezTo>
                    <a:pt x="93398" y="8058"/>
                    <a:pt x="93390" y="8059"/>
                    <a:pt x="93381" y="8059"/>
                  </a:cubicBezTo>
                  <a:cubicBezTo>
                    <a:pt x="93295" y="8059"/>
                    <a:pt x="93194" y="7931"/>
                    <a:pt x="93194" y="7903"/>
                  </a:cubicBezTo>
                  <a:cubicBezTo>
                    <a:pt x="93194" y="7903"/>
                    <a:pt x="93140" y="7876"/>
                    <a:pt x="93059" y="7876"/>
                  </a:cubicBezTo>
                  <a:cubicBezTo>
                    <a:pt x="93018" y="7876"/>
                    <a:pt x="92971" y="7883"/>
                    <a:pt x="92920" y="7903"/>
                  </a:cubicBezTo>
                  <a:lnTo>
                    <a:pt x="92829" y="7933"/>
                  </a:lnTo>
                  <a:cubicBezTo>
                    <a:pt x="92768" y="7933"/>
                    <a:pt x="92738" y="7964"/>
                    <a:pt x="92708" y="7994"/>
                  </a:cubicBezTo>
                  <a:lnTo>
                    <a:pt x="92647" y="8116"/>
                  </a:lnTo>
                  <a:cubicBezTo>
                    <a:pt x="92677" y="8207"/>
                    <a:pt x="92768" y="8298"/>
                    <a:pt x="92860" y="8329"/>
                  </a:cubicBezTo>
                  <a:lnTo>
                    <a:pt x="93042" y="8329"/>
                  </a:lnTo>
                  <a:cubicBezTo>
                    <a:pt x="93096" y="8274"/>
                    <a:pt x="93175" y="8172"/>
                    <a:pt x="93212" y="8172"/>
                  </a:cubicBezTo>
                  <a:cubicBezTo>
                    <a:pt x="93217" y="8172"/>
                    <a:pt x="93221" y="8173"/>
                    <a:pt x="93224" y="8177"/>
                  </a:cubicBezTo>
                  <a:cubicBezTo>
                    <a:pt x="93285" y="8207"/>
                    <a:pt x="93346" y="8268"/>
                    <a:pt x="93376" y="8329"/>
                  </a:cubicBezTo>
                  <a:cubicBezTo>
                    <a:pt x="93194" y="8420"/>
                    <a:pt x="92981" y="8450"/>
                    <a:pt x="92799" y="8481"/>
                  </a:cubicBezTo>
                  <a:cubicBezTo>
                    <a:pt x="92770" y="8486"/>
                    <a:pt x="92743" y="8489"/>
                    <a:pt x="92719" y="8489"/>
                  </a:cubicBezTo>
                  <a:cubicBezTo>
                    <a:pt x="92615" y="8489"/>
                    <a:pt x="92556" y="8444"/>
                    <a:pt x="92556" y="8420"/>
                  </a:cubicBezTo>
                  <a:cubicBezTo>
                    <a:pt x="92556" y="8359"/>
                    <a:pt x="92586" y="8298"/>
                    <a:pt x="92586" y="8237"/>
                  </a:cubicBezTo>
                  <a:cubicBezTo>
                    <a:pt x="92556" y="8146"/>
                    <a:pt x="92495" y="8085"/>
                    <a:pt x="92434" y="7994"/>
                  </a:cubicBezTo>
                  <a:lnTo>
                    <a:pt x="92373" y="7933"/>
                  </a:lnTo>
                  <a:lnTo>
                    <a:pt x="92282" y="7842"/>
                  </a:lnTo>
                  <a:cubicBezTo>
                    <a:pt x="92191" y="7842"/>
                    <a:pt x="92100" y="7873"/>
                    <a:pt x="92008" y="7903"/>
                  </a:cubicBezTo>
                  <a:lnTo>
                    <a:pt x="91857" y="7873"/>
                  </a:lnTo>
                  <a:cubicBezTo>
                    <a:pt x="91674" y="7873"/>
                    <a:pt x="91401" y="7842"/>
                    <a:pt x="91218" y="7812"/>
                  </a:cubicBezTo>
                  <a:lnTo>
                    <a:pt x="91066" y="7781"/>
                  </a:lnTo>
                  <a:lnTo>
                    <a:pt x="90945" y="7781"/>
                  </a:lnTo>
                  <a:lnTo>
                    <a:pt x="90671" y="7903"/>
                  </a:lnTo>
                  <a:cubicBezTo>
                    <a:pt x="90489" y="7812"/>
                    <a:pt x="90337" y="7599"/>
                    <a:pt x="90306" y="7386"/>
                  </a:cubicBezTo>
                  <a:cubicBezTo>
                    <a:pt x="90306" y="7326"/>
                    <a:pt x="90124" y="7204"/>
                    <a:pt x="89911" y="7143"/>
                  </a:cubicBezTo>
                  <a:lnTo>
                    <a:pt x="89729" y="7174"/>
                  </a:lnTo>
                  <a:lnTo>
                    <a:pt x="89577" y="7204"/>
                  </a:lnTo>
                  <a:cubicBezTo>
                    <a:pt x="89508" y="7238"/>
                    <a:pt x="89449" y="7255"/>
                    <a:pt x="89402" y="7255"/>
                  </a:cubicBezTo>
                  <a:cubicBezTo>
                    <a:pt x="89325" y="7255"/>
                    <a:pt x="89284" y="7208"/>
                    <a:pt x="89303" y="7113"/>
                  </a:cubicBezTo>
                  <a:lnTo>
                    <a:pt x="89303" y="7113"/>
                  </a:lnTo>
                  <a:lnTo>
                    <a:pt x="89030" y="7143"/>
                  </a:lnTo>
                  <a:cubicBezTo>
                    <a:pt x="89013" y="7147"/>
                    <a:pt x="88998" y="7149"/>
                    <a:pt x="88985" y="7149"/>
                  </a:cubicBezTo>
                  <a:cubicBezTo>
                    <a:pt x="88902" y="7149"/>
                    <a:pt x="88886" y="7074"/>
                    <a:pt x="88939" y="7022"/>
                  </a:cubicBezTo>
                  <a:cubicBezTo>
                    <a:pt x="88984" y="6976"/>
                    <a:pt x="89029" y="6898"/>
                    <a:pt x="89124" y="6898"/>
                  </a:cubicBezTo>
                  <a:cubicBezTo>
                    <a:pt x="89157" y="6898"/>
                    <a:pt x="89196" y="6907"/>
                    <a:pt x="89242" y="6930"/>
                  </a:cubicBezTo>
                  <a:cubicBezTo>
                    <a:pt x="89273" y="6961"/>
                    <a:pt x="89334" y="6991"/>
                    <a:pt x="89394" y="6991"/>
                  </a:cubicBezTo>
                  <a:lnTo>
                    <a:pt x="89546" y="6991"/>
                  </a:lnTo>
                  <a:cubicBezTo>
                    <a:pt x="89594" y="6995"/>
                    <a:pt x="89638" y="6997"/>
                    <a:pt x="89680" y="6997"/>
                  </a:cubicBezTo>
                  <a:cubicBezTo>
                    <a:pt x="89962" y="6997"/>
                    <a:pt x="90116" y="6911"/>
                    <a:pt x="90063" y="6778"/>
                  </a:cubicBezTo>
                  <a:lnTo>
                    <a:pt x="90063" y="6778"/>
                  </a:lnTo>
                  <a:lnTo>
                    <a:pt x="89850" y="6870"/>
                  </a:lnTo>
                  <a:cubicBezTo>
                    <a:pt x="89820" y="6885"/>
                    <a:pt x="89797" y="6890"/>
                    <a:pt x="89779" y="6890"/>
                  </a:cubicBezTo>
                  <a:cubicBezTo>
                    <a:pt x="89725" y="6890"/>
                    <a:pt x="89714" y="6839"/>
                    <a:pt x="89668" y="6839"/>
                  </a:cubicBezTo>
                  <a:cubicBezTo>
                    <a:pt x="89486" y="6771"/>
                    <a:pt x="89286" y="6737"/>
                    <a:pt x="89095" y="6737"/>
                  </a:cubicBezTo>
                  <a:cubicBezTo>
                    <a:pt x="89032" y="6737"/>
                    <a:pt x="88969" y="6740"/>
                    <a:pt x="88908" y="6748"/>
                  </a:cubicBezTo>
                  <a:cubicBezTo>
                    <a:pt x="88878" y="6748"/>
                    <a:pt x="88847" y="6718"/>
                    <a:pt x="88817" y="6718"/>
                  </a:cubicBezTo>
                  <a:lnTo>
                    <a:pt x="88665" y="6687"/>
                  </a:lnTo>
                  <a:cubicBezTo>
                    <a:pt x="88574" y="6870"/>
                    <a:pt x="88483" y="7052"/>
                    <a:pt x="88422" y="7234"/>
                  </a:cubicBezTo>
                  <a:cubicBezTo>
                    <a:pt x="88445" y="7303"/>
                    <a:pt x="88416" y="7337"/>
                    <a:pt x="88400" y="7337"/>
                  </a:cubicBezTo>
                  <a:cubicBezTo>
                    <a:pt x="88395" y="7337"/>
                    <a:pt x="88391" y="7333"/>
                    <a:pt x="88391" y="7326"/>
                  </a:cubicBezTo>
                  <a:cubicBezTo>
                    <a:pt x="88331" y="7234"/>
                    <a:pt x="88270" y="7143"/>
                    <a:pt x="88179" y="7082"/>
                  </a:cubicBezTo>
                  <a:lnTo>
                    <a:pt x="88300" y="6900"/>
                  </a:lnTo>
                  <a:lnTo>
                    <a:pt x="88361" y="6809"/>
                  </a:lnTo>
                  <a:cubicBezTo>
                    <a:pt x="88209" y="6778"/>
                    <a:pt x="87966" y="6748"/>
                    <a:pt x="87814" y="6748"/>
                  </a:cubicBezTo>
                  <a:lnTo>
                    <a:pt x="87783" y="6657"/>
                  </a:lnTo>
                  <a:cubicBezTo>
                    <a:pt x="87753" y="6566"/>
                    <a:pt x="87753" y="6505"/>
                    <a:pt x="87814" y="6444"/>
                  </a:cubicBezTo>
                  <a:lnTo>
                    <a:pt x="87875" y="6383"/>
                  </a:lnTo>
                  <a:cubicBezTo>
                    <a:pt x="87891" y="6380"/>
                    <a:pt x="87907" y="6378"/>
                    <a:pt x="87920" y="6378"/>
                  </a:cubicBezTo>
                  <a:cubicBezTo>
                    <a:pt x="88033" y="6378"/>
                    <a:pt x="88054" y="6478"/>
                    <a:pt x="88027" y="6505"/>
                  </a:cubicBezTo>
                  <a:cubicBezTo>
                    <a:pt x="88027" y="6535"/>
                    <a:pt x="88148" y="6596"/>
                    <a:pt x="88300" y="6657"/>
                  </a:cubicBezTo>
                  <a:lnTo>
                    <a:pt x="88300" y="6322"/>
                  </a:lnTo>
                  <a:cubicBezTo>
                    <a:pt x="88422" y="6322"/>
                    <a:pt x="88513" y="6292"/>
                    <a:pt x="88635" y="6262"/>
                  </a:cubicBezTo>
                  <a:cubicBezTo>
                    <a:pt x="88695" y="6262"/>
                    <a:pt x="88665" y="6201"/>
                    <a:pt x="88635" y="6140"/>
                  </a:cubicBezTo>
                  <a:lnTo>
                    <a:pt x="88391" y="6140"/>
                  </a:lnTo>
                  <a:cubicBezTo>
                    <a:pt x="88179" y="6140"/>
                    <a:pt x="87996" y="6019"/>
                    <a:pt x="88027" y="5988"/>
                  </a:cubicBezTo>
                  <a:cubicBezTo>
                    <a:pt x="88027" y="5958"/>
                    <a:pt x="88087" y="5958"/>
                    <a:pt x="88179" y="5958"/>
                  </a:cubicBezTo>
                  <a:lnTo>
                    <a:pt x="88239" y="5988"/>
                  </a:lnTo>
                  <a:cubicBezTo>
                    <a:pt x="88301" y="6009"/>
                    <a:pt x="88349" y="6071"/>
                    <a:pt x="88421" y="6071"/>
                  </a:cubicBezTo>
                  <a:cubicBezTo>
                    <a:pt x="88455" y="6071"/>
                    <a:pt x="88495" y="6058"/>
                    <a:pt x="88543" y="6019"/>
                  </a:cubicBezTo>
                  <a:cubicBezTo>
                    <a:pt x="88589" y="6003"/>
                    <a:pt x="88635" y="5996"/>
                    <a:pt x="88680" y="5996"/>
                  </a:cubicBezTo>
                  <a:cubicBezTo>
                    <a:pt x="88726" y="5996"/>
                    <a:pt x="88771" y="6003"/>
                    <a:pt x="88817" y="6019"/>
                  </a:cubicBezTo>
                  <a:cubicBezTo>
                    <a:pt x="88857" y="6043"/>
                    <a:pt x="88885" y="6052"/>
                    <a:pt x="88903" y="6052"/>
                  </a:cubicBezTo>
                  <a:cubicBezTo>
                    <a:pt x="88953" y="6052"/>
                    <a:pt x="88931" y="5980"/>
                    <a:pt x="88908" y="5958"/>
                  </a:cubicBezTo>
                  <a:lnTo>
                    <a:pt x="88847" y="5867"/>
                  </a:lnTo>
                  <a:cubicBezTo>
                    <a:pt x="88878" y="5806"/>
                    <a:pt x="88969" y="5684"/>
                    <a:pt x="89060" y="5563"/>
                  </a:cubicBezTo>
                  <a:lnTo>
                    <a:pt x="89212" y="5563"/>
                  </a:lnTo>
                  <a:cubicBezTo>
                    <a:pt x="89364" y="5563"/>
                    <a:pt x="89334" y="5441"/>
                    <a:pt x="89303" y="5411"/>
                  </a:cubicBezTo>
                  <a:cubicBezTo>
                    <a:pt x="89303" y="5380"/>
                    <a:pt x="89273" y="5350"/>
                    <a:pt x="89273" y="5350"/>
                  </a:cubicBezTo>
                  <a:lnTo>
                    <a:pt x="89425" y="5167"/>
                  </a:lnTo>
                  <a:cubicBezTo>
                    <a:pt x="89394" y="5015"/>
                    <a:pt x="89303" y="4863"/>
                    <a:pt x="89182" y="4803"/>
                  </a:cubicBezTo>
                  <a:cubicBezTo>
                    <a:pt x="89030" y="4833"/>
                    <a:pt x="88908" y="4863"/>
                    <a:pt x="88756" y="4924"/>
                  </a:cubicBezTo>
                  <a:lnTo>
                    <a:pt x="88574" y="4803"/>
                  </a:lnTo>
                  <a:cubicBezTo>
                    <a:pt x="88483" y="4803"/>
                    <a:pt x="88422" y="4833"/>
                    <a:pt x="88361" y="4863"/>
                  </a:cubicBezTo>
                  <a:lnTo>
                    <a:pt x="88300" y="4955"/>
                  </a:lnTo>
                  <a:cubicBezTo>
                    <a:pt x="88300" y="5046"/>
                    <a:pt x="88087" y="5046"/>
                    <a:pt x="88027" y="5046"/>
                  </a:cubicBezTo>
                  <a:cubicBezTo>
                    <a:pt x="87935" y="5015"/>
                    <a:pt x="87875" y="4833"/>
                    <a:pt x="87875" y="4772"/>
                  </a:cubicBezTo>
                  <a:cubicBezTo>
                    <a:pt x="87875" y="4712"/>
                    <a:pt x="87783" y="4651"/>
                    <a:pt x="87753" y="4651"/>
                  </a:cubicBezTo>
                  <a:cubicBezTo>
                    <a:pt x="87723" y="4651"/>
                    <a:pt x="87692" y="4499"/>
                    <a:pt x="87632" y="4499"/>
                  </a:cubicBezTo>
                  <a:cubicBezTo>
                    <a:pt x="87540" y="4499"/>
                    <a:pt x="87540" y="4468"/>
                    <a:pt x="87601" y="4468"/>
                  </a:cubicBezTo>
                  <a:lnTo>
                    <a:pt x="87632" y="4468"/>
                  </a:lnTo>
                  <a:lnTo>
                    <a:pt x="88027" y="4499"/>
                  </a:lnTo>
                  <a:cubicBezTo>
                    <a:pt x="88118" y="4377"/>
                    <a:pt x="88239" y="4256"/>
                    <a:pt x="88361" y="4134"/>
                  </a:cubicBezTo>
                  <a:cubicBezTo>
                    <a:pt x="88422" y="4134"/>
                    <a:pt x="88361" y="4073"/>
                    <a:pt x="88209" y="4073"/>
                  </a:cubicBezTo>
                  <a:lnTo>
                    <a:pt x="88209" y="4043"/>
                  </a:lnTo>
                  <a:cubicBezTo>
                    <a:pt x="88148" y="3936"/>
                    <a:pt x="88057" y="3906"/>
                    <a:pt x="87966" y="3906"/>
                  </a:cubicBezTo>
                  <a:cubicBezTo>
                    <a:pt x="87875" y="3906"/>
                    <a:pt x="87783" y="3936"/>
                    <a:pt x="87723" y="3952"/>
                  </a:cubicBezTo>
                  <a:lnTo>
                    <a:pt x="87510" y="4043"/>
                  </a:lnTo>
                  <a:cubicBezTo>
                    <a:pt x="87419" y="3952"/>
                    <a:pt x="87388" y="3830"/>
                    <a:pt x="87419" y="3708"/>
                  </a:cubicBezTo>
                  <a:cubicBezTo>
                    <a:pt x="87449" y="3648"/>
                    <a:pt x="87480" y="3648"/>
                    <a:pt x="87510" y="3648"/>
                  </a:cubicBezTo>
                  <a:cubicBezTo>
                    <a:pt x="87488" y="3756"/>
                    <a:pt x="87560" y="3772"/>
                    <a:pt x="87646" y="3772"/>
                  </a:cubicBezTo>
                  <a:cubicBezTo>
                    <a:pt x="87681" y="3772"/>
                    <a:pt x="87718" y="3769"/>
                    <a:pt x="87753" y="3769"/>
                  </a:cubicBezTo>
                  <a:lnTo>
                    <a:pt x="87966" y="3739"/>
                  </a:lnTo>
                  <a:cubicBezTo>
                    <a:pt x="87844" y="3678"/>
                    <a:pt x="87753" y="3587"/>
                    <a:pt x="87662" y="3496"/>
                  </a:cubicBezTo>
                  <a:lnTo>
                    <a:pt x="87723" y="3435"/>
                  </a:lnTo>
                  <a:cubicBezTo>
                    <a:pt x="87753" y="3344"/>
                    <a:pt x="87783" y="3283"/>
                    <a:pt x="87814" y="3192"/>
                  </a:cubicBezTo>
                  <a:lnTo>
                    <a:pt x="87814" y="3161"/>
                  </a:lnTo>
                  <a:cubicBezTo>
                    <a:pt x="87814" y="3161"/>
                    <a:pt x="87723" y="3192"/>
                    <a:pt x="87632" y="3283"/>
                  </a:cubicBezTo>
                  <a:lnTo>
                    <a:pt x="87601" y="3283"/>
                  </a:lnTo>
                  <a:cubicBezTo>
                    <a:pt x="87419" y="3253"/>
                    <a:pt x="87510" y="3161"/>
                    <a:pt x="87571" y="3101"/>
                  </a:cubicBezTo>
                  <a:cubicBezTo>
                    <a:pt x="87540" y="3009"/>
                    <a:pt x="87480" y="2918"/>
                    <a:pt x="87419" y="2857"/>
                  </a:cubicBezTo>
                  <a:lnTo>
                    <a:pt x="87236" y="2857"/>
                  </a:lnTo>
                  <a:cubicBezTo>
                    <a:pt x="87084" y="2857"/>
                    <a:pt x="86963" y="2857"/>
                    <a:pt x="86963" y="2705"/>
                  </a:cubicBezTo>
                  <a:lnTo>
                    <a:pt x="86841" y="2705"/>
                  </a:lnTo>
                  <a:lnTo>
                    <a:pt x="86750" y="2918"/>
                  </a:lnTo>
                  <a:cubicBezTo>
                    <a:pt x="86537" y="2888"/>
                    <a:pt x="86446" y="2705"/>
                    <a:pt x="86446" y="2645"/>
                  </a:cubicBezTo>
                  <a:cubicBezTo>
                    <a:pt x="86507" y="2553"/>
                    <a:pt x="86568" y="2493"/>
                    <a:pt x="86628" y="2462"/>
                  </a:cubicBezTo>
                  <a:lnTo>
                    <a:pt x="86659" y="2462"/>
                  </a:lnTo>
                  <a:lnTo>
                    <a:pt x="86811" y="2523"/>
                  </a:lnTo>
                  <a:cubicBezTo>
                    <a:pt x="86963" y="2493"/>
                    <a:pt x="87054" y="2341"/>
                    <a:pt x="87054" y="2280"/>
                  </a:cubicBezTo>
                  <a:cubicBezTo>
                    <a:pt x="87024" y="2249"/>
                    <a:pt x="87054" y="2189"/>
                    <a:pt x="87115" y="2158"/>
                  </a:cubicBezTo>
                  <a:cubicBezTo>
                    <a:pt x="87267" y="2097"/>
                    <a:pt x="87388" y="1976"/>
                    <a:pt x="87510" y="1854"/>
                  </a:cubicBezTo>
                  <a:cubicBezTo>
                    <a:pt x="87540" y="1733"/>
                    <a:pt x="87571" y="1611"/>
                    <a:pt x="87540" y="1520"/>
                  </a:cubicBezTo>
                  <a:lnTo>
                    <a:pt x="87115" y="1520"/>
                  </a:lnTo>
                  <a:cubicBezTo>
                    <a:pt x="87024" y="1277"/>
                    <a:pt x="87358" y="942"/>
                    <a:pt x="87480" y="882"/>
                  </a:cubicBezTo>
                  <a:cubicBezTo>
                    <a:pt x="87601" y="851"/>
                    <a:pt x="87601" y="730"/>
                    <a:pt x="87480" y="669"/>
                  </a:cubicBezTo>
                  <a:lnTo>
                    <a:pt x="87358" y="608"/>
                  </a:lnTo>
                  <a:cubicBezTo>
                    <a:pt x="87267" y="547"/>
                    <a:pt x="87358" y="487"/>
                    <a:pt x="87358" y="456"/>
                  </a:cubicBezTo>
                  <a:cubicBezTo>
                    <a:pt x="87388" y="426"/>
                    <a:pt x="87328" y="335"/>
                    <a:pt x="87297" y="304"/>
                  </a:cubicBezTo>
                  <a:cubicBezTo>
                    <a:pt x="87252" y="243"/>
                    <a:pt x="87229" y="213"/>
                    <a:pt x="87202" y="213"/>
                  </a:cubicBezTo>
                  <a:cubicBezTo>
                    <a:pt x="87176" y="213"/>
                    <a:pt x="87145" y="243"/>
                    <a:pt x="87084" y="304"/>
                  </a:cubicBezTo>
                  <a:lnTo>
                    <a:pt x="87024" y="304"/>
                  </a:lnTo>
                  <a:cubicBezTo>
                    <a:pt x="87007" y="312"/>
                    <a:pt x="86991" y="316"/>
                    <a:pt x="86975" y="316"/>
                  </a:cubicBezTo>
                  <a:cubicBezTo>
                    <a:pt x="86932" y="316"/>
                    <a:pt x="86894" y="288"/>
                    <a:pt x="86872" y="243"/>
                  </a:cubicBezTo>
                  <a:lnTo>
                    <a:pt x="86872" y="213"/>
                  </a:lnTo>
                  <a:lnTo>
                    <a:pt x="86872" y="183"/>
                  </a:lnTo>
                  <a:cubicBezTo>
                    <a:pt x="86932" y="91"/>
                    <a:pt x="86872" y="91"/>
                    <a:pt x="86750" y="91"/>
                  </a:cubicBezTo>
                  <a:lnTo>
                    <a:pt x="86598" y="91"/>
                  </a:lnTo>
                  <a:cubicBezTo>
                    <a:pt x="86591" y="95"/>
                    <a:pt x="86581" y="96"/>
                    <a:pt x="86568" y="96"/>
                  </a:cubicBezTo>
                  <a:cubicBezTo>
                    <a:pt x="86466" y="96"/>
                    <a:pt x="86189" y="0"/>
                    <a:pt x="86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1"/>
            <p:cNvSpPr/>
            <p:nvPr/>
          </p:nvSpPr>
          <p:spPr>
            <a:xfrm rot="2700000">
              <a:off x="6819017" y="1397400"/>
              <a:ext cx="2523601" cy="400471"/>
            </a:xfrm>
            <a:custGeom>
              <a:rect b="b" l="l" r="r" t="t"/>
              <a:pathLst>
                <a:path extrusionOk="0" h="16019" w="100945">
                  <a:moveTo>
                    <a:pt x="83846" y="323"/>
                  </a:moveTo>
                  <a:cubicBezTo>
                    <a:pt x="83893" y="323"/>
                    <a:pt x="83937" y="345"/>
                    <a:pt x="83954" y="395"/>
                  </a:cubicBezTo>
                  <a:cubicBezTo>
                    <a:pt x="83984" y="426"/>
                    <a:pt x="84015" y="487"/>
                    <a:pt x="84015" y="547"/>
                  </a:cubicBezTo>
                  <a:lnTo>
                    <a:pt x="83984" y="608"/>
                  </a:lnTo>
                  <a:cubicBezTo>
                    <a:pt x="83945" y="667"/>
                    <a:pt x="83893" y="701"/>
                    <a:pt x="83837" y="701"/>
                  </a:cubicBezTo>
                  <a:cubicBezTo>
                    <a:pt x="83806" y="701"/>
                    <a:pt x="83773" y="691"/>
                    <a:pt x="83741" y="669"/>
                  </a:cubicBezTo>
                  <a:lnTo>
                    <a:pt x="83711" y="669"/>
                  </a:lnTo>
                  <a:cubicBezTo>
                    <a:pt x="83650" y="639"/>
                    <a:pt x="83559" y="426"/>
                    <a:pt x="83680" y="395"/>
                  </a:cubicBezTo>
                  <a:lnTo>
                    <a:pt x="83741" y="365"/>
                  </a:lnTo>
                  <a:cubicBezTo>
                    <a:pt x="83768" y="338"/>
                    <a:pt x="83808" y="323"/>
                    <a:pt x="83846" y="323"/>
                  </a:cubicBezTo>
                  <a:close/>
                  <a:moveTo>
                    <a:pt x="81492" y="395"/>
                  </a:moveTo>
                  <a:cubicBezTo>
                    <a:pt x="81613" y="395"/>
                    <a:pt x="81735" y="456"/>
                    <a:pt x="81826" y="517"/>
                  </a:cubicBezTo>
                  <a:cubicBezTo>
                    <a:pt x="81826" y="578"/>
                    <a:pt x="81735" y="639"/>
                    <a:pt x="81613" y="669"/>
                  </a:cubicBezTo>
                  <a:lnTo>
                    <a:pt x="81583" y="699"/>
                  </a:lnTo>
                  <a:cubicBezTo>
                    <a:pt x="81577" y="701"/>
                    <a:pt x="81570" y="702"/>
                    <a:pt x="81565" y="702"/>
                  </a:cubicBezTo>
                  <a:cubicBezTo>
                    <a:pt x="81458" y="702"/>
                    <a:pt x="81434" y="453"/>
                    <a:pt x="81492" y="395"/>
                  </a:cubicBezTo>
                  <a:close/>
                  <a:moveTo>
                    <a:pt x="73467" y="566"/>
                  </a:moveTo>
                  <a:cubicBezTo>
                    <a:pt x="73510" y="566"/>
                    <a:pt x="73520" y="594"/>
                    <a:pt x="73498" y="639"/>
                  </a:cubicBezTo>
                  <a:lnTo>
                    <a:pt x="73498" y="669"/>
                  </a:lnTo>
                  <a:cubicBezTo>
                    <a:pt x="73447" y="720"/>
                    <a:pt x="73310" y="835"/>
                    <a:pt x="73214" y="835"/>
                  </a:cubicBezTo>
                  <a:cubicBezTo>
                    <a:pt x="73195" y="835"/>
                    <a:pt x="73178" y="831"/>
                    <a:pt x="73163" y="821"/>
                  </a:cubicBezTo>
                  <a:lnTo>
                    <a:pt x="73103" y="821"/>
                  </a:lnTo>
                  <a:cubicBezTo>
                    <a:pt x="72981" y="791"/>
                    <a:pt x="73042" y="699"/>
                    <a:pt x="73042" y="639"/>
                  </a:cubicBezTo>
                  <a:lnTo>
                    <a:pt x="73042" y="608"/>
                  </a:lnTo>
                  <a:cubicBezTo>
                    <a:pt x="73057" y="593"/>
                    <a:pt x="73133" y="593"/>
                    <a:pt x="73213" y="593"/>
                  </a:cubicBezTo>
                  <a:cubicBezTo>
                    <a:pt x="73293" y="593"/>
                    <a:pt x="73376" y="593"/>
                    <a:pt x="73407" y="578"/>
                  </a:cubicBezTo>
                  <a:cubicBezTo>
                    <a:pt x="73431" y="570"/>
                    <a:pt x="73451" y="566"/>
                    <a:pt x="73467" y="566"/>
                  </a:cubicBezTo>
                  <a:close/>
                  <a:moveTo>
                    <a:pt x="75990" y="547"/>
                  </a:moveTo>
                  <a:cubicBezTo>
                    <a:pt x="76112" y="547"/>
                    <a:pt x="76142" y="639"/>
                    <a:pt x="76142" y="669"/>
                  </a:cubicBezTo>
                  <a:cubicBezTo>
                    <a:pt x="76112" y="730"/>
                    <a:pt x="76112" y="791"/>
                    <a:pt x="76112" y="851"/>
                  </a:cubicBezTo>
                  <a:cubicBezTo>
                    <a:pt x="76112" y="860"/>
                    <a:pt x="76104" y="864"/>
                    <a:pt x="76091" y="864"/>
                  </a:cubicBezTo>
                  <a:cubicBezTo>
                    <a:pt x="76058" y="864"/>
                    <a:pt x="75994" y="842"/>
                    <a:pt x="75929" y="821"/>
                  </a:cubicBezTo>
                  <a:cubicBezTo>
                    <a:pt x="75838" y="760"/>
                    <a:pt x="75869" y="547"/>
                    <a:pt x="75990" y="547"/>
                  </a:cubicBezTo>
                  <a:close/>
                  <a:moveTo>
                    <a:pt x="57631" y="760"/>
                  </a:moveTo>
                  <a:lnTo>
                    <a:pt x="57844" y="851"/>
                  </a:lnTo>
                  <a:cubicBezTo>
                    <a:pt x="57824" y="969"/>
                    <a:pt x="57754" y="1036"/>
                    <a:pt x="57666" y="1036"/>
                  </a:cubicBezTo>
                  <a:cubicBezTo>
                    <a:pt x="57617" y="1036"/>
                    <a:pt x="57563" y="1016"/>
                    <a:pt x="57510" y="973"/>
                  </a:cubicBezTo>
                  <a:lnTo>
                    <a:pt x="57418" y="912"/>
                  </a:lnTo>
                  <a:cubicBezTo>
                    <a:pt x="57388" y="882"/>
                    <a:pt x="57449" y="821"/>
                    <a:pt x="57570" y="760"/>
                  </a:cubicBezTo>
                  <a:close/>
                  <a:moveTo>
                    <a:pt x="59994" y="748"/>
                  </a:moveTo>
                  <a:cubicBezTo>
                    <a:pt x="60059" y="748"/>
                    <a:pt x="60228" y="890"/>
                    <a:pt x="60306" y="943"/>
                  </a:cubicBezTo>
                  <a:lnTo>
                    <a:pt x="60154" y="1034"/>
                  </a:lnTo>
                  <a:lnTo>
                    <a:pt x="60124" y="1064"/>
                  </a:lnTo>
                  <a:cubicBezTo>
                    <a:pt x="60002" y="1003"/>
                    <a:pt x="59941" y="882"/>
                    <a:pt x="59972" y="760"/>
                  </a:cubicBezTo>
                  <a:cubicBezTo>
                    <a:pt x="59976" y="752"/>
                    <a:pt x="59984" y="748"/>
                    <a:pt x="59994" y="748"/>
                  </a:cubicBezTo>
                  <a:close/>
                  <a:moveTo>
                    <a:pt x="61674" y="821"/>
                  </a:moveTo>
                  <a:lnTo>
                    <a:pt x="61674" y="851"/>
                  </a:lnTo>
                  <a:cubicBezTo>
                    <a:pt x="61765" y="851"/>
                    <a:pt x="62008" y="943"/>
                    <a:pt x="61887" y="1064"/>
                  </a:cubicBezTo>
                  <a:lnTo>
                    <a:pt x="61856" y="1064"/>
                  </a:lnTo>
                  <a:lnTo>
                    <a:pt x="61735" y="1003"/>
                  </a:lnTo>
                  <a:cubicBezTo>
                    <a:pt x="61613" y="912"/>
                    <a:pt x="61583" y="821"/>
                    <a:pt x="61674" y="821"/>
                  </a:cubicBezTo>
                  <a:close/>
                  <a:moveTo>
                    <a:pt x="45139" y="1003"/>
                  </a:moveTo>
                  <a:cubicBezTo>
                    <a:pt x="45169" y="1003"/>
                    <a:pt x="45199" y="1003"/>
                    <a:pt x="45230" y="1034"/>
                  </a:cubicBezTo>
                  <a:lnTo>
                    <a:pt x="45230" y="1155"/>
                  </a:lnTo>
                  <a:cubicBezTo>
                    <a:pt x="45108" y="1186"/>
                    <a:pt x="44987" y="1216"/>
                    <a:pt x="44865" y="1247"/>
                  </a:cubicBezTo>
                  <a:lnTo>
                    <a:pt x="44713" y="1277"/>
                  </a:lnTo>
                  <a:cubicBezTo>
                    <a:pt x="44622" y="1186"/>
                    <a:pt x="44743" y="1125"/>
                    <a:pt x="44987" y="1125"/>
                  </a:cubicBezTo>
                  <a:lnTo>
                    <a:pt x="45139" y="1003"/>
                  </a:lnTo>
                  <a:close/>
                  <a:moveTo>
                    <a:pt x="31659" y="1304"/>
                  </a:moveTo>
                  <a:cubicBezTo>
                    <a:pt x="31730" y="1304"/>
                    <a:pt x="31700" y="1496"/>
                    <a:pt x="31643" y="1581"/>
                  </a:cubicBezTo>
                  <a:cubicBezTo>
                    <a:pt x="31586" y="1618"/>
                    <a:pt x="31542" y="1644"/>
                    <a:pt x="31516" y="1644"/>
                  </a:cubicBezTo>
                  <a:cubicBezTo>
                    <a:pt x="31500" y="1644"/>
                    <a:pt x="31491" y="1634"/>
                    <a:pt x="31491" y="1611"/>
                  </a:cubicBezTo>
                  <a:cubicBezTo>
                    <a:pt x="31491" y="1550"/>
                    <a:pt x="31400" y="1459"/>
                    <a:pt x="31339" y="1459"/>
                  </a:cubicBezTo>
                  <a:cubicBezTo>
                    <a:pt x="31308" y="1459"/>
                    <a:pt x="31308" y="1399"/>
                    <a:pt x="31308" y="1399"/>
                  </a:cubicBezTo>
                  <a:cubicBezTo>
                    <a:pt x="31400" y="1338"/>
                    <a:pt x="31521" y="1307"/>
                    <a:pt x="31643" y="1307"/>
                  </a:cubicBezTo>
                  <a:cubicBezTo>
                    <a:pt x="31649" y="1305"/>
                    <a:pt x="31654" y="1304"/>
                    <a:pt x="31659" y="1304"/>
                  </a:cubicBezTo>
                  <a:close/>
                  <a:moveTo>
                    <a:pt x="25077" y="1459"/>
                  </a:moveTo>
                  <a:cubicBezTo>
                    <a:pt x="25229" y="1459"/>
                    <a:pt x="25381" y="1490"/>
                    <a:pt x="25503" y="1520"/>
                  </a:cubicBezTo>
                  <a:cubicBezTo>
                    <a:pt x="25533" y="1550"/>
                    <a:pt x="25564" y="1581"/>
                    <a:pt x="25503" y="1642"/>
                  </a:cubicBezTo>
                  <a:cubicBezTo>
                    <a:pt x="25453" y="1691"/>
                    <a:pt x="25404" y="1741"/>
                    <a:pt x="25321" y="1741"/>
                  </a:cubicBezTo>
                  <a:cubicBezTo>
                    <a:pt x="25302" y="1741"/>
                    <a:pt x="25282" y="1738"/>
                    <a:pt x="25260" y="1733"/>
                  </a:cubicBezTo>
                  <a:lnTo>
                    <a:pt x="25138" y="1702"/>
                  </a:lnTo>
                  <a:cubicBezTo>
                    <a:pt x="24925" y="1642"/>
                    <a:pt x="24895" y="1581"/>
                    <a:pt x="25017" y="1520"/>
                  </a:cubicBezTo>
                  <a:lnTo>
                    <a:pt x="25077" y="1459"/>
                  </a:lnTo>
                  <a:close/>
                  <a:moveTo>
                    <a:pt x="24429" y="1423"/>
                  </a:moveTo>
                  <a:cubicBezTo>
                    <a:pt x="24516" y="1423"/>
                    <a:pt x="24478" y="1498"/>
                    <a:pt x="24530" y="1550"/>
                  </a:cubicBezTo>
                  <a:lnTo>
                    <a:pt x="24591" y="1611"/>
                  </a:lnTo>
                  <a:cubicBezTo>
                    <a:pt x="24469" y="1672"/>
                    <a:pt x="24348" y="1763"/>
                    <a:pt x="24226" y="1794"/>
                  </a:cubicBezTo>
                  <a:cubicBezTo>
                    <a:pt x="24203" y="1817"/>
                    <a:pt x="24180" y="1827"/>
                    <a:pt x="24160" y="1827"/>
                  </a:cubicBezTo>
                  <a:cubicBezTo>
                    <a:pt x="24128" y="1827"/>
                    <a:pt x="24105" y="1801"/>
                    <a:pt x="24105" y="1763"/>
                  </a:cubicBezTo>
                  <a:lnTo>
                    <a:pt x="24074" y="1763"/>
                  </a:lnTo>
                  <a:cubicBezTo>
                    <a:pt x="24135" y="1642"/>
                    <a:pt x="24196" y="1520"/>
                    <a:pt x="24257" y="1429"/>
                  </a:cubicBezTo>
                  <a:lnTo>
                    <a:pt x="24378" y="1429"/>
                  </a:lnTo>
                  <a:cubicBezTo>
                    <a:pt x="24399" y="1425"/>
                    <a:pt x="24416" y="1423"/>
                    <a:pt x="24429" y="1423"/>
                  </a:cubicBezTo>
                  <a:close/>
                  <a:moveTo>
                    <a:pt x="17478" y="1763"/>
                  </a:moveTo>
                  <a:lnTo>
                    <a:pt x="17600" y="1885"/>
                  </a:lnTo>
                  <a:cubicBezTo>
                    <a:pt x="17782" y="1885"/>
                    <a:pt x="17874" y="1976"/>
                    <a:pt x="17813" y="2098"/>
                  </a:cubicBezTo>
                  <a:lnTo>
                    <a:pt x="17752" y="2158"/>
                  </a:lnTo>
                  <a:cubicBezTo>
                    <a:pt x="17714" y="2209"/>
                    <a:pt x="17681" y="2233"/>
                    <a:pt x="17656" y="2233"/>
                  </a:cubicBezTo>
                  <a:cubicBezTo>
                    <a:pt x="17621" y="2233"/>
                    <a:pt x="17600" y="2186"/>
                    <a:pt x="17600" y="2098"/>
                  </a:cubicBezTo>
                  <a:cubicBezTo>
                    <a:pt x="17539" y="2098"/>
                    <a:pt x="17326" y="2006"/>
                    <a:pt x="17326" y="1946"/>
                  </a:cubicBezTo>
                  <a:cubicBezTo>
                    <a:pt x="17357" y="1885"/>
                    <a:pt x="17418" y="1824"/>
                    <a:pt x="17478" y="1763"/>
                  </a:cubicBezTo>
                  <a:close/>
                  <a:moveTo>
                    <a:pt x="15599" y="1931"/>
                  </a:moveTo>
                  <a:cubicBezTo>
                    <a:pt x="15616" y="1931"/>
                    <a:pt x="15635" y="1936"/>
                    <a:pt x="15655" y="1946"/>
                  </a:cubicBezTo>
                  <a:lnTo>
                    <a:pt x="15776" y="2006"/>
                  </a:lnTo>
                  <a:cubicBezTo>
                    <a:pt x="15801" y="1998"/>
                    <a:pt x="15823" y="1994"/>
                    <a:pt x="15842" y="1994"/>
                  </a:cubicBezTo>
                  <a:cubicBezTo>
                    <a:pt x="15893" y="1994"/>
                    <a:pt x="15920" y="2023"/>
                    <a:pt x="15898" y="2067"/>
                  </a:cubicBezTo>
                  <a:cubicBezTo>
                    <a:pt x="15898" y="2128"/>
                    <a:pt x="15867" y="2189"/>
                    <a:pt x="15867" y="2250"/>
                  </a:cubicBezTo>
                  <a:cubicBezTo>
                    <a:pt x="15867" y="2265"/>
                    <a:pt x="15837" y="2272"/>
                    <a:pt x="15791" y="2272"/>
                  </a:cubicBezTo>
                  <a:cubicBezTo>
                    <a:pt x="15746" y="2272"/>
                    <a:pt x="15685" y="2265"/>
                    <a:pt x="15624" y="2250"/>
                  </a:cubicBezTo>
                  <a:lnTo>
                    <a:pt x="15594" y="2250"/>
                  </a:lnTo>
                  <a:cubicBezTo>
                    <a:pt x="15558" y="2285"/>
                    <a:pt x="15532" y="2298"/>
                    <a:pt x="15509" y="2298"/>
                  </a:cubicBezTo>
                  <a:cubicBezTo>
                    <a:pt x="15474" y="2298"/>
                    <a:pt x="15448" y="2268"/>
                    <a:pt x="15412" y="2250"/>
                  </a:cubicBezTo>
                  <a:cubicBezTo>
                    <a:pt x="15320" y="2189"/>
                    <a:pt x="15320" y="2128"/>
                    <a:pt x="15412" y="2067"/>
                  </a:cubicBezTo>
                  <a:cubicBezTo>
                    <a:pt x="15462" y="2042"/>
                    <a:pt x="15513" y="1931"/>
                    <a:pt x="15599" y="1931"/>
                  </a:cubicBezTo>
                  <a:close/>
                  <a:moveTo>
                    <a:pt x="88878" y="2250"/>
                  </a:moveTo>
                  <a:cubicBezTo>
                    <a:pt x="89060" y="2310"/>
                    <a:pt x="89091" y="2432"/>
                    <a:pt x="89060" y="2432"/>
                  </a:cubicBezTo>
                  <a:cubicBezTo>
                    <a:pt x="88923" y="2432"/>
                    <a:pt x="88761" y="2382"/>
                    <a:pt x="88619" y="2328"/>
                  </a:cubicBezTo>
                  <a:lnTo>
                    <a:pt x="88619" y="2328"/>
                  </a:lnTo>
                  <a:lnTo>
                    <a:pt x="88787" y="2280"/>
                  </a:lnTo>
                  <a:lnTo>
                    <a:pt x="88878" y="2250"/>
                  </a:lnTo>
                  <a:close/>
                  <a:moveTo>
                    <a:pt x="90560" y="2156"/>
                  </a:moveTo>
                  <a:cubicBezTo>
                    <a:pt x="90568" y="2156"/>
                    <a:pt x="90580" y="2182"/>
                    <a:pt x="90580" y="2219"/>
                  </a:cubicBezTo>
                  <a:cubicBezTo>
                    <a:pt x="90580" y="2371"/>
                    <a:pt x="90458" y="2462"/>
                    <a:pt x="90337" y="2462"/>
                  </a:cubicBezTo>
                  <a:lnTo>
                    <a:pt x="90215" y="2432"/>
                  </a:lnTo>
                  <a:lnTo>
                    <a:pt x="90124" y="2402"/>
                  </a:lnTo>
                  <a:cubicBezTo>
                    <a:pt x="90089" y="2407"/>
                    <a:pt x="90061" y="2410"/>
                    <a:pt x="90039" y="2410"/>
                  </a:cubicBezTo>
                  <a:cubicBezTo>
                    <a:pt x="89944" y="2410"/>
                    <a:pt x="89953" y="2365"/>
                    <a:pt x="90003" y="2341"/>
                  </a:cubicBezTo>
                  <a:cubicBezTo>
                    <a:pt x="90063" y="2310"/>
                    <a:pt x="90033" y="2250"/>
                    <a:pt x="90003" y="2219"/>
                  </a:cubicBezTo>
                  <a:cubicBezTo>
                    <a:pt x="89994" y="2210"/>
                    <a:pt x="90011" y="2207"/>
                    <a:pt x="90041" y="2207"/>
                  </a:cubicBezTo>
                  <a:cubicBezTo>
                    <a:pt x="90114" y="2207"/>
                    <a:pt x="90264" y="2228"/>
                    <a:pt x="90307" y="2250"/>
                  </a:cubicBezTo>
                  <a:cubicBezTo>
                    <a:pt x="90331" y="2258"/>
                    <a:pt x="90355" y="2262"/>
                    <a:pt x="90379" y="2262"/>
                  </a:cubicBezTo>
                  <a:cubicBezTo>
                    <a:pt x="90444" y="2262"/>
                    <a:pt x="90505" y="2233"/>
                    <a:pt x="90550" y="2189"/>
                  </a:cubicBezTo>
                  <a:cubicBezTo>
                    <a:pt x="90550" y="2166"/>
                    <a:pt x="90554" y="2156"/>
                    <a:pt x="90560" y="2156"/>
                  </a:cubicBezTo>
                  <a:close/>
                  <a:moveTo>
                    <a:pt x="94501" y="2979"/>
                  </a:moveTo>
                  <a:lnTo>
                    <a:pt x="94683" y="3009"/>
                  </a:lnTo>
                  <a:lnTo>
                    <a:pt x="94775" y="3009"/>
                  </a:lnTo>
                  <a:cubicBezTo>
                    <a:pt x="94927" y="3070"/>
                    <a:pt x="94987" y="3222"/>
                    <a:pt x="94927" y="3313"/>
                  </a:cubicBezTo>
                  <a:cubicBezTo>
                    <a:pt x="94913" y="3332"/>
                    <a:pt x="94889" y="3340"/>
                    <a:pt x="94859" y="3340"/>
                  </a:cubicBezTo>
                  <a:cubicBezTo>
                    <a:pt x="94689" y="3340"/>
                    <a:pt x="94310" y="3091"/>
                    <a:pt x="94258" y="3040"/>
                  </a:cubicBezTo>
                  <a:cubicBezTo>
                    <a:pt x="94197" y="3009"/>
                    <a:pt x="94288" y="2979"/>
                    <a:pt x="94501" y="2979"/>
                  </a:cubicBezTo>
                  <a:close/>
                  <a:moveTo>
                    <a:pt x="11430" y="3344"/>
                  </a:moveTo>
                  <a:cubicBezTo>
                    <a:pt x="11490" y="3344"/>
                    <a:pt x="11551" y="3374"/>
                    <a:pt x="11551" y="3435"/>
                  </a:cubicBezTo>
                  <a:lnTo>
                    <a:pt x="11399" y="3526"/>
                  </a:lnTo>
                  <a:cubicBezTo>
                    <a:pt x="11247" y="3617"/>
                    <a:pt x="11126" y="3678"/>
                    <a:pt x="10974" y="3739"/>
                  </a:cubicBezTo>
                  <a:lnTo>
                    <a:pt x="10974" y="3709"/>
                  </a:lnTo>
                  <a:lnTo>
                    <a:pt x="10943" y="3709"/>
                  </a:lnTo>
                  <a:cubicBezTo>
                    <a:pt x="10974" y="3587"/>
                    <a:pt x="11065" y="3496"/>
                    <a:pt x="11156" y="3405"/>
                  </a:cubicBezTo>
                  <a:cubicBezTo>
                    <a:pt x="11217" y="3374"/>
                    <a:pt x="11338" y="3344"/>
                    <a:pt x="11430" y="3344"/>
                  </a:cubicBezTo>
                  <a:close/>
                  <a:moveTo>
                    <a:pt x="20559" y="3545"/>
                  </a:moveTo>
                  <a:cubicBezTo>
                    <a:pt x="20642" y="3545"/>
                    <a:pt x="20763" y="3573"/>
                    <a:pt x="20852" y="3617"/>
                  </a:cubicBezTo>
                  <a:lnTo>
                    <a:pt x="20974" y="3709"/>
                  </a:lnTo>
                  <a:lnTo>
                    <a:pt x="20974" y="3769"/>
                  </a:lnTo>
                  <a:cubicBezTo>
                    <a:pt x="20974" y="3800"/>
                    <a:pt x="20944" y="3830"/>
                    <a:pt x="20913" y="3830"/>
                  </a:cubicBezTo>
                  <a:lnTo>
                    <a:pt x="20822" y="3830"/>
                  </a:lnTo>
                  <a:cubicBezTo>
                    <a:pt x="20700" y="3800"/>
                    <a:pt x="20579" y="3739"/>
                    <a:pt x="20488" y="3678"/>
                  </a:cubicBezTo>
                  <a:cubicBezTo>
                    <a:pt x="20427" y="3648"/>
                    <a:pt x="20427" y="3587"/>
                    <a:pt x="20488" y="3557"/>
                  </a:cubicBezTo>
                  <a:cubicBezTo>
                    <a:pt x="20504" y="3548"/>
                    <a:pt x="20529" y="3545"/>
                    <a:pt x="20559" y="3545"/>
                  </a:cubicBezTo>
                  <a:close/>
                  <a:moveTo>
                    <a:pt x="14256" y="3769"/>
                  </a:moveTo>
                  <a:cubicBezTo>
                    <a:pt x="14287" y="3800"/>
                    <a:pt x="14317" y="3861"/>
                    <a:pt x="14317" y="3921"/>
                  </a:cubicBezTo>
                  <a:cubicBezTo>
                    <a:pt x="14317" y="3946"/>
                    <a:pt x="14496" y="3990"/>
                    <a:pt x="14597" y="3990"/>
                  </a:cubicBezTo>
                  <a:cubicBezTo>
                    <a:pt x="14621" y="3990"/>
                    <a:pt x="14640" y="3988"/>
                    <a:pt x="14652" y="3982"/>
                  </a:cubicBezTo>
                  <a:cubicBezTo>
                    <a:pt x="14661" y="3979"/>
                    <a:pt x="14670" y="3977"/>
                    <a:pt x="14677" y="3977"/>
                  </a:cubicBezTo>
                  <a:cubicBezTo>
                    <a:pt x="14742" y="3977"/>
                    <a:pt x="14733" y="4086"/>
                    <a:pt x="14652" y="4195"/>
                  </a:cubicBezTo>
                  <a:lnTo>
                    <a:pt x="14378" y="4165"/>
                  </a:lnTo>
                  <a:lnTo>
                    <a:pt x="14226" y="4165"/>
                  </a:lnTo>
                  <a:cubicBezTo>
                    <a:pt x="14060" y="4165"/>
                    <a:pt x="14020" y="4039"/>
                    <a:pt x="14060" y="4039"/>
                  </a:cubicBezTo>
                  <a:cubicBezTo>
                    <a:pt x="14064" y="4039"/>
                    <a:pt x="14069" y="4040"/>
                    <a:pt x="14074" y="4043"/>
                  </a:cubicBezTo>
                  <a:cubicBezTo>
                    <a:pt x="14090" y="4051"/>
                    <a:pt x="14107" y="4055"/>
                    <a:pt x="14122" y="4055"/>
                  </a:cubicBezTo>
                  <a:cubicBezTo>
                    <a:pt x="14163" y="4055"/>
                    <a:pt x="14196" y="4027"/>
                    <a:pt x="14196" y="3982"/>
                  </a:cubicBezTo>
                  <a:cubicBezTo>
                    <a:pt x="14226" y="3921"/>
                    <a:pt x="14226" y="3830"/>
                    <a:pt x="14256" y="3769"/>
                  </a:cubicBezTo>
                  <a:close/>
                  <a:moveTo>
                    <a:pt x="13161" y="3992"/>
                  </a:moveTo>
                  <a:cubicBezTo>
                    <a:pt x="13279" y="3992"/>
                    <a:pt x="13390" y="4039"/>
                    <a:pt x="13466" y="4134"/>
                  </a:cubicBezTo>
                  <a:lnTo>
                    <a:pt x="13497" y="4134"/>
                  </a:lnTo>
                  <a:cubicBezTo>
                    <a:pt x="13360" y="4216"/>
                    <a:pt x="13285" y="4261"/>
                    <a:pt x="13221" y="4261"/>
                  </a:cubicBezTo>
                  <a:cubicBezTo>
                    <a:pt x="13143" y="4261"/>
                    <a:pt x="13083" y="4194"/>
                    <a:pt x="12949" y="4043"/>
                  </a:cubicBezTo>
                  <a:cubicBezTo>
                    <a:pt x="13018" y="4009"/>
                    <a:pt x="13091" y="3992"/>
                    <a:pt x="13161" y="3992"/>
                  </a:cubicBezTo>
                  <a:close/>
                  <a:moveTo>
                    <a:pt x="96659" y="4073"/>
                  </a:moveTo>
                  <a:cubicBezTo>
                    <a:pt x="96720" y="4256"/>
                    <a:pt x="96750" y="4377"/>
                    <a:pt x="96720" y="4408"/>
                  </a:cubicBezTo>
                  <a:cubicBezTo>
                    <a:pt x="96690" y="4423"/>
                    <a:pt x="96652" y="4430"/>
                    <a:pt x="96614" y="4430"/>
                  </a:cubicBezTo>
                  <a:cubicBezTo>
                    <a:pt x="96576" y="4430"/>
                    <a:pt x="96538" y="4423"/>
                    <a:pt x="96507" y="4408"/>
                  </a:cubicBezTo>
                  <a:cubicBezTo>
                    <a:pt x="96477" y="4408"/>
                    <a:pt x="96355" y="4438"/>
                    <a:pt x="96234" y="4499"/>
                  </a:cubicBezTo>
                  <a:lnTo>
                    <a:pt x="96112" y="4529"/>
                  </a:lnTo>
                  <a:lnTo>
                    <a:pt x="96082" y="4529"/>
                  </a:lnTo>
                  <a:cubicBezTo>
                    <a:pt x="95991" y="4438"/>
                    <a:pt x="96021" y="4225"/>
                    <a:pt x="96142" y="4073"/>
                  </a:cubicBezTo>
                  <a:close/>
                  <a:moveTo>
                    <a:pt x="87766" y="10065"/>
                  </a:moveTo>
                  <a:cubicBezTo>
                    <a:pt x="87824" y="10065"/>
                    <a:pt x="87875" y="10071"/>
                    <a:pt x="87905" y="10092"/>
                  </a:cubicBezTo>
                  <a:cubicBezTo>
                    <a:pt x="87996" y="10122"/>
                    <a:pt x="87936" y="10183"/>
                    <a:pt x="87814" y="10183"/>
                  </a:cubicBezTo>
                  <a:cubicBezTo>
                    <a:pt x="87692" y="10183"/>
                    <a:pt x="87328" y="10092"/>
                    <a:pt x="87419" y="10092"/>
                  </a:cubicBezTo>
                  <a:cubicBezTo>
                    <a:pt x="87500" y="10092"/>
                    <a:pt x="87649" y="10065"/>
                    <a:pt x="87766" y="10065"/>
                  </a:cubicBezTo>
                  <a:close/>
                  <a:moveTo>
                    <a:pt x="88865" y="10153"/>
                  </a:moveTo>
                  <a:lnTo>
                    <a:pt x="88865" y="10153"/>
                  </a:lnTo>
                  <a:cubicBezTo>
                    <a:pt x="88827" y="10153"/>
                    <a:pt x="88789" y="10154"/>
                    <a:pt x="88750" y="10156"/>
                  </a:cubicBezTo>
                  <a:lnTo>
                    <a:pt x="88750" y="10156"/>
                  </a:lnTo>
                  <a:cubicBezTo>
                    <a:pt x="88781" y="10173"/>
                    <a:pt x="88813" y="10190"/>
                    <a:pt x="88845" y="10206"/>
                  </a:cubicBezTo>
                  <a:lnTo>
                    <a:pt x="88845" y="10206"/>
                  </a:lnTo>
                  <a:cubicBezTo>
                    <a:pt x="88854" y="10191"/>
                    <a:pt x="88860" y="10172"/>
                    <a:pt x="88865" y="10153"/>
                  </a:cubicBezTo>
                  <a:close/>
                  <a:moveTo>
                    <a:pt x="86568" y="9909"/>
                  </a:moveTo>
                  <a:cubicBezTo>
                    <a:pt x="86689" y="9909"/>
                    <a:pt x="86781" y="9970"/>
                    <a:pt x="86750" y="10031"/>
                  </a:cubicBezTo>
                  <a:cubicBezTo>
                    <a:pt x="86689" y="10122"/>
                    <a:pt x="86598" y="10183"/>
                    <a:pt x="86477" y="10244"/>
                  </a:cubicBezTo>
                  <a:lnTo>
                    <a:pt x="86385" y="10244"/>
                  </a:lnTo>
                  <a:cubicBezTo>
                    <a:pt x="86325" y="10152"/>
                    <a:pt x="86355" y="10061"/>
                    <a:pt x="86416" y="9970"/>
                  </a:cubicBezTo>
                  <a:lnTo>
                    <a:pt x="86507" y="9940"/>
                  </a:lnTo>
                  <a:lnTo>
                    <a:pt x="86568" y="9909"/>
                  </a:lnTo>
                  <a:close/>
                  <a:moveTo>
                    <a:pt x="88753" y="10535"/>
                  </a:moveTo>
                  <a:cubicBezTo>
                    <a:pt x="88814" y="10535"/>
                    <a:pt x="88876" y="10539"/>
                    <a:pt x="88939" y="10548"/>
                  </a:cubicBezTo>
                  <a:cubicBezTo>
                    <a:pt x="89060" y="10548"/>
                    <a:pt x="89000" y="10791"/>
                    <a:pt x="88908" y="10791"/>
                  </a:cubicBezTo>
                  <a:cubicBezTo>
                    <a:pt x="88824" y="10791"/>
                    <a:pt x="88585" y="10635"/>
                    <a:pt x="88453" y="10635"/>
                  </a:cubicBezTo>
                  <a:cubicBezTo>
                    <a:pt x="88442" y="10635"/>
                    <a:pt x="88431" y="10636"/>
                    <a:pt x="88422" y="10639"/>
                  </a:cubicBezTo>
                  <a:cubicBezTo>
                    <a:pt x="88395" y="10648"/>
                    <a:pt x="88374" y="10651"/>
                    <a:pt x="88358" y="10651"/>
                  </a:cubicBezTo>
                  <a:cubicBezTo>
                    <a:pt x="88318" y="10651"/>
                    <a:pt x="88309" y="10630"/>
                    <a:pt x="88331" y="10608"/>
                  </a:cubicBezTo>
                  <a:lnTo>
                    <a:pt x="88331" y="10578"/>
                  </a:lnTo>
                  <a:cubicBezTo>
                    <a:pt x="88460" y="10556"/>
                    <a:pt x="88604" y="10535"/>
                    <a:pt x="88753" y="10535"/>
                  </a:cubicBezTo>
                  <a:close/>
                  <a:moveTo>
                    <a:pt x="89395" y="11368"/>
                  </a:moveTo>
                  <a:cubicBezTo>
                    <a:pt x="89425" y="11368"/>
                    <a:pt x="89425" y="11399"/>
                    <a:pt x="89455" y="11429"/>
                  </a:cubicBezTo>
                  <a:lnTo>
                    <a:pt x="89516" y="11459"/>
                  </a:lnTo>
                  <a:cubicBezTo>
                    <a:pt x="89607" y="11520"/>
                    <a:pt x="89547" y="11611"/>
                    <a:pt x="89425" y="11642"/>
                  </a:cubicBezTo>
                  <a:lnTo>
                    <a:pt x="89334" y="11672"/>
                  </a:lnTo>
                  <a:lnTo>
                    <a:pt x="89243" y="11703"/>
                  </a:lnTo>
                  <a:cubicBezTo>
                    <a:pt x="89236" y="11706"/>
                    <a:pt x="89230" y="11707"/>
                    <a:pt x="89225" y="11707"/>
                  </a:cubicBezTo>
                  <a:cubicBezTo>
                    <a:pt x="89183" y="11707"/>
                    <a:pt x="89189" y="11608"/>
                    <a:pt x="89243" y="11581"/>
                  </a:cubicBezTo>
                  <a:cubicBezTo>
                    <a:pt x="89303" y="11520"/>
                    <a:pt x="89334" y="11490"/>
                    <a:pt x="89334" y="11459"/>
                  </a:cubicBezTo>
                  <a:cubicBezTo>
                    <a:pt x="89303" y="11429"/>
                    <a:pt x="89303" y="11368"/>
                    <a:pt x="89334" y="11368"/>
                  </a:cubicBezTo>
                  <a:close/>
                  <a:moveTo>
                    <a:pt x="98088" y="11581"/>
                  </a:moveTo>
                  <a:cubicBezTo>
                    <a:pt x="98118" y="11642"/>
                    <a:pt x="98240" y="11824"/>
                    <a:pt x="98240" y="11885"/>
                  </a:cubicBezTo>
                  <a:cubicBezTo>
                    <a:pt x="98218" y="11929"/>
                    <a:pt x="98179" y="11958"/>
                    <a:pt x="98136" y="11958"/>
                  </a:cubicBezTo>
                  <a:cubicBezTo>
                    <a:pt x="98120" y="11958"/>
                    <a:pt x="98104" y="11954"/>
                    <a:pt x="98088" y="11946"/>
                  </a:cubicBezTo>
                  <a:cubicBezTo>
                    <a:pt x="98075" y="11933"/>
                    <a:pt x="98057" y="11928"/>
                    <a:pt x="98036" y="11928"/>
                  </a:cubicBezTo>
                  <a:cubicBezTo>
                    <a:pt x="97978" y="11928"/>
                    <a:pt x="97899" y="11963"/>
                    <a:pt x="97851" y="11963"/>
                  </a:cubicBezTo>
                  <a:cubicBezTo>
                    <a:pt x="97834" y="11963"/>
                    <a:pt x="97821" y="11959"/>
                    <a:pt x="97814" y="11946"/>
                  </a:cubicBezTo>
                  <a:lnTo>
                    <a:pt x="97784" y="11946"/>
                  </a:lnTo>
                  <a:cubicBezTo>
                    <a:pt x="97693" y="11915"/>
                    <a:pt x="97601" y="11855"/>
                    <a:pt x="97510" y="11824"/>
                  </a:cubicBezTo>
                  <a:cubicBezTo>
                    <a:pt x="97510" y="11794"/>
                    <a:pt x="97510" y="11763"/>
                    <a:pt x="97510" y="11733"/>
                  </a:cubicBezTo>
                  <a:cubicBezTo>
                    <a:pt x="97632" y="11733"/>
                    <a:pt x="97723" y="11763"/>
                    <a:pt x="97845" y="11794"/>
                  </a:cubicBezTo>
                  <a:lnTo>
                    <a:pt x="97997" y="11672"/>
                  </a:lnTo>
                  <a:lnTo>
                    <a:pt x="98088" y="11581"/>
                  </a:lnTo>
                  <a:close/>
                  <a:moveTo>
                    <a:pt x="99162" y="12390"/>
                  </a:moveTo>
                  <a:cubicBezTo>
                    <a:pt x="99250" y="12390"/>
                    <a:pt x="99296" y="12424"/>
                    <a:pt x="99273" y="12493"/>
                  </a:cubicBezTo>
                  <a:lnTo>
                    <a:pt x="99243" y="12523"/>
                  </a:lnTo>
                  <a:cubicBezTo>
                    <a:pt x="99221" y="12609"/>
                    <a:pt x="99093" y="12695"/>
                    <a:pt x="99020" y="12695"/>
                  </a:cubicBezTo>
                  <a:cubicBezTo>
                    <a:pt x="98990" y="12695"/>
                    <a:pt x="98969" y="12680"/>
                    <a:pt x="98969" y="12645"/>
                  </a:cubicBezTo>
                  <a:lnTo>
                    <a:pt x="98939" y="12645"/>
                  </a:lnTo>
                  <a:cubicBezTo>
                    <a:pt x="98817" y="12554"/>
                    <a:pt x="98878" y="12523"/>
                    <a:pt x="98969" y="12462"/>
                  </a:cubicBezTo>
                  <a:lnTo>
                    <a:pt x="99060" y="12402"/>
                  </a:lnTo>
                  <a:cubicBezTo>
                    <a:pt x="99098" y="12394"/>
                    <a:pt x="99133" y="12390"/>
                    <a:pt x="99162" y="12390"/>
                  </a:cubicBezTo>
                  <a:close/>
                  <a:moveTo>
                    <a:pt x="97932" y="12926"/>
                  </a:moveTo>
                  <a:cubicBezTo>
                    <a:pt x="97974" y="12926"/>
                    <a:pt x="98027" y="12934"/>
                    <a:pt x="98088" y="12949"/>
                  </a:cubicBezTo>
                  <a:lnTo>
                    <a:pt x="98088" y="13040"/>
                  </a:lnTo>
                  <a:cubicBezTo>
                    <a:pt x="98057" y="13040"/>
                    <a:pt x="98301" y="13314"/>
                    <a:pt x="98209" y="13435"/>
                  </a:cubicBezTo>
                  <a:cubicBezTo>
                    <a:pt x="98149" y="13557"/>
                    <a:pt x="98027" y="13618"/>
                    <a:pt x="97997" y="13618"/>
                  </a:cubicBezTo>
                  <a:cubicBezTo>
                    <a:pt x="97966" y="13618"/>
                    <a:pt x="97997" y="13466"/>
                    <a:pt x="97966" y="13405"/>
                  </a:cubicBezTo>
                  <a:cubicBezTo>
                    <a:pt x="97936" y="13344"/>
                    <a:pt x="97966" y="13192"/>
                    <a:pt x="97936" y="13162"/>
                  </a:cubicBezTo>
                  <a:cubicBezTo>
                    <a:pt x="97905" y="13101"/>
                    <a:pt x="97814" y="12979"/>
                    <a:pt x="97845" y="12949"/>
                  </a:cubicBezTo>
                  <a:cubicBezTo>
                    <a:pt x="97860" y="12934"/>
                    <a:pt x="97890" y="12926"/>
                    <a:pt x="97932" y="12926"/>
                  </a:cubicBezTo>
                  <a:close/>
                  <a:moveTo>
                    <a:pt x="9810" y="13775"/>
                  </a:moveTo>
                  <a:cubicBezTo>
                    <a:pt x="9866" y="13775"/>
                    <a:pt x="9888" y="13825"/>
                    <a:pt x="9910" y="13891"/>
                  </a:cubicBezTo>
                  <a:cubicBezTo>
                    <a:pt x="9920" y="13921"/>
                    <a:pt x="9930" y="13932"/>
                    <a:pt x="9941" y="13932"/>
                  </a:cubicBezTo>
                  <a:cubicBezTo>
                    <a:pt x="9964" y="13932"/>
                    <a:pt x="9991" y="13891"/>
                    <a:pt x="10031" y="13891"/>
                  </a:cubicBezTo>
                  <a:lnTo>
                    <a:pt x="10183" y="13830"/>
                  </a:lnTo>
                  <a:lnTo>
                    <a:pt x="10183" y="13830"/>
                  </a:lnTo>
                  <a:cubicBezTo>
                    <a:pt x="10183" y="13952"/>
                    <a:pt x="10153" y="14043"/>
                    <a:pt x="10123" y="14165"/>
                  </a:cubicBezTo>
                  <a:lnTo>
                    <a:pt x="10031" y="14104"/>
                  </a:lnTo>
                  <a:lnTo>
                    <a:pt x="9940" y="14073"/>
                  </a:lnTo>
                  <a:cubicBezTo>
                    <a:pt x="9849" y="13982"/>
                    <a:pt x="9788" y="13891"/>
                    <a:pt x="9728" y="13800"/>
                  </a:cubicBezTo>
                  <a:cubicBezTo>
                    <a:pt x="9761" y="13783"/>
                    <a:pt x="9788" y="13775"/>
                    <a:pt x="9810" y="13775"/>
                  </a:cubicBezTo>
                  <a:close/>
                  <a:moveTo>
                    <a:pt x="24530" y="14317"/>
                  </a:moveTo>
                  <a:cubicBezTo>
                    <a:pt x="24652" y="14317"/>
                    <a:pt x="24804" y="14529"/>
                    <a:pt x="24713" y="14560"/>
                  </a:cubicBezTo>
                  <a:cubicBezTo>
                    <a:pt x="24690" y="14571"/>
                    <a:pt x="24666" y="14576"/>
                    <a:pt x="24642" y="14576"/>
                  </a:cubicBezTo>
                  <a:cubicBezTo>
                    <a:pt x="24538" y="14576"/>
                    <a:pt x="24433" y="14482"/>
                    <a:pt x="24409" y="14408"/>
                  </a:cubicBezTo>
                  <a:cubicBezTo>
                    <a:pt x="24378" y="14347"/>
                    <a:pt x="24439" y="14317"/>
                    <a:pt x="24530" y="14317"/>
                  </a:cubicBezTo>
                  <a:close/>
                  <a:moveTo>
                    <a:pt x="100026" y="14889"/>
                  </a:moveTo>
                  <a:cubicBezTo>
                    <a:pt x="99989" y="14889"/>
                    <a:pt x="99948" y="14894"/>
                    <a:pt x="99912" y="14894"/>
                  </a:cubicBezTo>
                  <a:cubicBezTo>
                    <a:pt x="99820" y="14925"/>
                    <a:pt x="99729" y="14955"/>
                    <a:pt x="99668" y="14955"/>
                  </a:cubicBezTo>
                  <a:lnTo>
                    <a:pt x="99608" y="14955"/>
                  </a:lnTo>
                  <a:cubicBezTo>
                    <a:pt x="99606" y="14954"/>
                    <a:pt x="99605" y="14953"/>
                    <a:pt x="99604" y="14951"/>
                  </a:cubicBezTo>
                  <a:lnTo>
                    <a:pt x="99604" y="14951"/>
                  </a:lnTo>
                  <a:cubicBezTo>
                    <a:pt x="99594" y="15101"/>
                    <a:pt x="99707" y="15203"/>
                    <a:pt x="99834" y="15203"/>
                  </a:cubicBezTo>
                  <a:cubicBezTo>
                    <a:pt x="99850" y="15203"/>
                    <a:pt x="99865" y="15201"/>
                    <a:pt x="99881" y="15198"/>
                  </a:cubicBezTo>
                  <a:lnTo>
                    <a:pt x="100033" y="15137"/>
                  </a:lnTo>
                  <a:cubicBezTo>
                    <a:pt x="100094" y="15107"/>
                    <a:pt x="100124" y="15077"/>
                    <a:pt x="100124" y="14955"/>
                  </a:cubicBezTo>
                  <a:cubicBezTo>
                    <a:pt x="100124" y="14900"/>
                    <a:pt x="100081" y="14889"/>
                    <a:pt x="100026" y="14889"/>
                  </a:cubicBezTo>
                  <a:close/>
                  <a:moveTo>
                    <a:pt x="63330" y="15337"/>
                  </a:moveTo>
                  <a:cubicBezTo>
                    <a:pt x="63343" y="15337"/>
                    <a:pt x="63358" y="15341"/>
                    <a:pt x="63376" y="15350"/>
                  </a:cubicBezTo>
                  <a:cubicBezTo>
                    <a:pt x="63406" y="15380"/>
                    <a:pt x="63558" y="15472"/>
                    <a:pt x="63589" y="15532"/>
                  </a:cubicBezTo>
                  <a:lnTo>
                    <a:pt x="63589" y="15593"/>
                  </a:lnTo>
                  <a:lnTo>
                    <a:pt x="63589" y="15715"/>
                  </a:lnTo>
                  <a:cubicBezTo>
                    <a:pt x="63437" y="15745"/>
                    <a:pt x="63254" y="15745"/>
                    <a:pt x="63102" y="15776"/>
                  </a:cubicBezTo>
                  <a:cubicBezTo>
                    <a:pt x="63072" y="15715"/>
                    <a:pt x="63072" y="15684"/>
                    <a:pt x="63072" y="15624"/>
                  </a:cubicBezTo>
                  <a:cubicBezTo>
                    <a:pt x="63072" y="15593"/>
                    <a:pt x="63163" y="15593"/>
                    <a:pt x="63224" y="15593"/>
                  </a:cubicBezTo>
                  <a:cubicBezTo>
                    <a:pt x="63254" y="15593"/>
                    <a:pt x="63285" y="15441"/>
                    <a:pt x="63285" y="15380"/>
                  </a:cubicBezTo>
                  <a:cubicBezTo>
                    <a:pt x="63285" y="15359"/>
                    <a:pt x="63300" y="15337"/>
                    <a:pt x="63330" y="15337"/>
                  </a:cubicBezTo>
                  <a:close/>
                  <a:moveTo>
                    <a:pt x="81401" y="0"/>
                  </a:moveTo>
                  <a:cubicBezTo>
                    <a:pt x="81309" y="31"/>
                    <a:pt x="81157" y="61"/>
                    <a:pt x="81097" y="91"/>
                  </a:cubicBezTo>
                  <a:cubicBezTo>
                    <a:pt x="80884" y="152"/>
                    <a:pt x="80701" y="183"/>
                    <a:pt x="80489" y="183"/>
                  </a:cubicBezTo>
                  <a:cubicBezTo>
                    <a:pt x="80306" y="152"/>
                    <a:pt x="80154" y="122"/>
                    <a:pt x="79972" y="91"/>
                  </a:cubicBezTo>
                  <a:lnTo>
                    <a:pt x="79820" y="61"/>
                  </a:lnTo>
                  <a:cubicBezTo>
                    <a:pt x="79803" y="56"/>
                    <a:pt x="79790" y="53"/>
                    <a:pt x="79779" y="53"/>
                  </a:cubicBezTo>
                  <a:cubicBezTo>
                    <a:pt x="79731" y="53"/>
                    <a:pt x="79740" y="103"/>
                    <a:pt x="79790" y="152"/>
                  </a:cubicBezTo>
                  <a:cubicBezTo>
                    <a:pt x="79759" y="213"/>
                    <a:pt x="79820" y="274"/>
                    <a:pt x="79942" y="304"/>
                  </a:cubicBezTo>
                  <a:lnTo>
                    <a:pt x="80063" y="365"/>
                  </a:lnTo>
                  <a:lnTo>
                    <a:pt x="80094" y="365"/>
                  </a:lnTo>
                  <a:cubicBezTo>
                    <a:pt x="80094" y="395"/>
                    <a:pt x="80033" y="517"/>
                    <a:pt x="80033" y="517"/>
                  </a:cubicBezTo>
                  <a:cubicBezTo>
                    <a:pt x="80033" y="487"/>
                    <a:pt x="79729" y="335"/>
                    <a:pt x="79668" y="274"/>
                  </a:cubicBezTo>
                  <a:cubicBezTo>
                    <a:pt x="79607" y="213"/>
                    <a:pt x="79516" y="152"/>
                    <a:pt x="79455" y="61"/>
                  </a:cubicBezTo>
                  <a:cubicBezTo>
                    <a:pt x="79435" y="61"/>
                    <a:pt x="79347" y="48"/>
                    <a:pt x="79291" y="48"/>
                  </a:cubicBezTo>
                  <a:cubicBezTo>
                    <a:pt x="79263" y="48"/>
                    <a:pt x="79242" y="51"/>
                    <a:pt x="79242" y="61"/>
                  </a:cubicBezTo>
                  <a:cubicBezTo>
                    <a:pt x="79121" y="152"/>
                    <a:pt x="78999" y="213"/>
                    <a:pt x="78878" y="274"/>
                  </a:cubicBezTo>
                  <a:cubicBezTo>
                    <a:pt x="78787" y="304"/>
                    <a:pt x="78878" y="335"/>
                    <a:pt x="78939" y="335"/>
                  </a:cubicBezTo>
                  <a:cubicBezTo>
                    <a:pt x="79030" y="365"/>
                    <a:pt x="79091" y="426"/>
                    <a:pt x="79151" y="487"/>
                  </a:cubicBezTo>
                  <a:cubicBezTo>
                    <a:pt x="79182" y="517"/>
                    <a:pt x="79182" y="669"/>
                    <a:pt x="79091" y="699"/>
                  </a:cubicBezTo>
                  <a:cubicBezTo>
                    <a:pt x="79078" y="706"/>
                    <a:pt x="79053" y="708"/>
                    <a:pt x="79020" y="708"/>
                  </a:cubicBezTo>
                  <a:cubicBezTo>
                    <a:pt x="78932" y="708"/>
                    <a:pt x="78788" y="691"/>
                    <a:pt x="78690" y="691"/>
                  </a:cubicBezTo>
                  <a:cubicBezTo>
                    <a:pt x="78654" y="691"/>
                    <a:pt x="78623" y="693"/>
                    <a:pt x="78604" y="699"/>
                  </a:cubicBezTo>
                  <a:cubicBezTo>
                    <a:pt x="78555" y="708"/>
                    <a:pt x="78506" y="711"/>
                    <a:pt x="78458" y="711"/>
                  </a:cubicBezTo>
                  <a:cubicBezTo>
                    <a:pt x="78363" y="711"/>
                    <a:pt x="78268" y="697"/>
                    <a:pt x="78173" y="673"/>
                  </a:cubicBezTo>
                  <a:lnTo>
                    <a:pt x="78173" y="673"/>
                  </a:lnTo>
                  <a:cubicBezTo>
                    <a:pt x="78164" y="712"/>
                    <a:pt x="78142" y="765"/>
                    <a:pt x="78106" y="765"/>
                  </a:cubicBezTo>
                  <a:cubicBezTo>
                    <a:pt x="78100" y="765"/>
                    <a:pt x="78094" y="764"/>
                    <a:pt x="78087" y="760"/>
                  </a:cubicBezTo>
                  <a:cubicBezTo>
                    <a:pt x="78067" y="760"/>
                    <a:pt x="77992" y="638"/>
                    <a:pt x="77918" y="575"/>
                  </a:cubicBezTo>
                  <a:lnTo>
                    <a:pt x="77918" y="575"/>
                  </a:lnTo>
                  <a:cubicBezTo>
                    <a:pt x="77967" y="591"/>
                    <a:pt x="78013" y="612"/>
                    <a:pt x="78057" y="639"/>
                  </a:cubicBezTo>
                  <a:cubicBezTo>
                    <a:pt x="78096" y="652"/>
                    <a:pt x="78135" y="663"/>
                    <a:pt x="78173" y="673"/>
                  </a:cubicBezTo>
                  <a:lnTo>
                    <a:pt x="78173" y="673"/>
                  </a:lnTo>
                  <a:cubicBezTo>
                    <a:pt x="78177" y="659"/>
                    <a:pt x="78179" y="646"/>
                    <a:pt x="78179" y="639"/>
                  </a:cubicBezTo>
                  <a:lnTo>
                    <a:pt x="78179" y="608"/>
                  </a:lnTo>
                  <a:cubicBezTo>
                    <a:pt x="78199" y="558"/>
                    <a:pt x="78212" y="527"/>
                    <a:pt x="78217" y="508"/>
                  </a:cubicBezTo>
                  <a:lnTo>
                    <a:pt x="78217" y="508"/>
                  </a:lnTo>
                  <a:cubicBezTo>
                    <a:pt x="77946" y="523"/>
                    <a:pt x="77614" y="530"/>
                    <a:pt x="77510" y="547"/>
                  </a:cubicBezTo>
                  <a:cubicBezTo>
                    <a:pt x="77563" y="540"/>
                    <a:pt x="77614" y="536"/>
                    <a:pt x="77664" y="536"/>
                  </a:cubicBezTo>
                  <a:cubicBezTo>
                    <a:pt x="77715" y="536"/>
                    <a:pt x="77764" y="540"/>
                    <a:pt x="77811" y="548"/>
                  </a:cubicBezTo>
                  <a:lnTo>
                    <a:pt x="77811" y="548"/>
                  </a:lnTo>
                  <a:cubicBezTo>
                    <a:pt x="77812" y="548"/>
                    <a:pt x="77813" y="548"/>
                    <a:pt x="77814" y="547"/>
                  </a:cubicBezTo>
                  <a:cubicBezTo>
                    <a:pt x="77823" y="541"/>
                    <a:pt x="77833" y="539"/>
                    <a:pt x="77843" y="539"/>
                  </a:cubicBezTo>
                  <a:cubicBezTo>
                    <a:pt x="77866" y="539"/>
                    <a:pt x="77892" y="553"/>
                    <a:pt x="77918" y="575"/>
                  </a:cubicBezTo>
                  <a:lnTo>
                    <a:pt x="77918" y="575"/>
                  </a:lnTo>
                  <a:cubicBezTo>
                    <a:pt x="77883" y="563"/>
                    <a:pt x="77848" y="555"/>
                    <a:pt x="77811" y="548"/>
                  </a:cubicBezTo>
                  <a:lnTo>
                    <a:pt x="77811" y="548"/>
                  </a:lnTo>
                  <a:cubicBezTo>
                    <a:pt x="77721" y="579"/>
                    <a:pt x="77631" y="639"/>
                    <a:pt x="77571" y="699"/>
                  </a:cubicBezTo>
                  <a:lnTo>
                    <a:pt x="77449" y="639"/>
                  </a:lnTo>
                  <a:cubicBezTo>
                    <a:pt x="77425" y="650"/>
                    <a:pt x="77406" y="655"/>
                    <a:pt x="77392" y="655"/>
                  </a:cubicBezTo>
                  <a:cubicBezTo>
                    <a:pt x="77335" y="655"/>
                    <a:pt x="77363" y="572"/>
                    <a:pt x="77510" y="547"/>
                  </a:cubicBezTo>
                  <a:lnTo>
                    <a:pt x="77662" y="487"/>
                  </a:lnTo>
                  <a:lnTo>
                    <a:pt x="77692" y="487"/>
                  </a:lnTo>
                  <a:cubicBezTo>
                    <a:pt x="77783" y="456"/>
                    <a:pt x="77875" y="426"/>
                    <a:pt x="77966" y="395"/>
                  </a:cubicBezTo>
                  <a:lnTo>
                    <a:pt x="78118" y="456"/>
                  </a:lnTo>
                  <a:cubicBezTo>
                    <a:pt x="78199" y="477"/>
                    <a:pt x="78226" y="470"/>
                    <a:pt x="78217" y="508"/>
                  </a:cubicBezTo>
                  <a:lnTo>
                    <a:pt x="78217" y="508"/>
                  </a:lnTo>
                  <a:cubicBezTo>
                    <a:pt x="78421" y="497"/>
                    <a:pt x="78591" y="482"/>
                    <a:pt x="78604" y="456"/>
                  </a:cubicBezTo>
                  <a:cubicBezTo>
                    <a:pt x="78665" y="426"/>
                    <a:pt x="78391" y="304"/>
                    <a:pt x="78270" y="304"/>
                  </a:cubicBezTo>
                  <a:cubicBezTo>
                    <a:pt x="78179" y="304"/>
                    <a:pt x="78087" y="274"/>
                    <a:pt x="78027" y="213"/>
                  </a:cubicBezTo>
                  <a:lnTo>
                    <a:pt x="78027" y="183"/>
                  </a:lnTo>
                  <a:cubicBezTo>
                    <a:pt x="78021" y="171"/>
                    <a:pt x="78014" y="166"/>
                    <a:pt x="78007" y="166"/>
                  </a:cubicBezTo>
                  <a:cubicBezTo>
                    <a:pt x="77975" y="166"/>
                    <a:pt x="77935" y="255"/>
                    <a:pt x="77935" y="304"/>
                  </a:cubicBezTo>
                  <a:cubicBezTo>
                    <a:pt x="77929" y="317"/>
                    <a:pt x="77908" y="322"/>
                    <a:pt x="77876" y="322"/>
                  </a:cubicBezTo>
                  <a:cubicBezTo>
                    <a:pt x="77770" y="322"/>
                    <a:pt x="77550" y="269"/>
                    <a:pt x="77398" y="269"/>
                  </a:cubicBezTo>
                  <a:cubicBezTo>
                    <a:pt x="77372" y="269"/>
                    <a:pt x="77348" y="270"/>
                    <a:pt x="77328" y="274"/>
                  </a:cubicBezTo>
                  <a:cubicBezTo>
                    <a:pt x="77211" y="274"/>
                    <a:pt x="76968" y="364"/>
                    <a:pt x="76848" y="364"/>
                  </a:cubicBezTo>
                  <a:cubicBezTo>
                    <a:pt x="76812" y="364"/>
                    <a:pt x="76787" y="356"/>
                    <a:pt x="76780" y="335"/>
                  </a:cubicBezTo>
                  <a:cubicBezTo>
                    <a:pt x="76780" y="311"/>
                    <a:pt x="76736" y="302"/>
                    <a:pt x="76676" y="302"/>
                  </a:cubicBezTo>
                  <a:cubicBezTo>
                    <a:pt x="76579" y="302"/>
                    <a:pt x="76442" y="327"/>
                    <a:pt x="76385" y="365"/>
                  </a:cubicBezTo>
                  <a:cubicBezTo>
                    <a:pt x="76370" y="375"/>
                    <a:pt x="76350" y="379"/>
                    <a:pt x="76326" y="379"/>
                  </a:cubicBezTo>
                  <a:cubicBezTo>
                    <a:pt x="76208" y="379"/>
                    <a:pt x="76005" y="274"/>
                    <a:pt x="75929" y="274"/>
                  </a:cubicBezTo>
                  <a:lnTo>
                    <a:pt x="75717" y="335"/>
                  </a:lnTo>
                  <a:cubicBezTo>
                    <a:pt x="75686" y="335"/>
                    <a:pt x="75504" y="304"/>
                    <a:pt x="75321" y="304"/>
                  </a:cubicBezTo>
                  <a:lnTo>
                    <a:pt x="75139" y="304"/>
                  </a:lnTo>
                  <a:lnTo>
                    <a:pt x="74957" y="487"/>
                  </a:lnTo>
                  <a:lnTo>
                    <a:pt x="74835" y="365"/>
                  </a:lnTo>
                  <a:cubicBezTo>
                    <a:pt x="74835" y="335"/>
                    <a:pt x="74805" y="335"/>
                    <a:pt x="74774" y="335"/>
                  </a:cubicBezTo>
                  <a:cubicBezTo>
                    <a:pt x="74724" y="360"/>
                    <a:pt x="74663" y="375"/>
                    <a:pt x="74603" y="375"/>
                  </a:cubicBezTo>
                  <a:cubicBezTo>
                    <a:pt x="74517" y="375"/>
                    <a:pt x="74433" y="345"/>
                    <a:pt x="74379" y="274"/>
                  </a:cubicBezTo>
                  <a:lnTo>
                    <a:pt x="74288" y="183"/>
                  </a:lnTo>
                  <a:lnTo>
                    <a:pt x="73832" y="304"/>
                  </a:lnTo>
                  <a:lnTo>
                    <a:pt x="73710" y="243"/>
                  </a:lnTo>
                  <a:cubicBezTo>
                    <a:pt x="73648" y="206"/>
                    <a:pt x="73590" y="184"/>
                    <a:pt x="73539" y="184"/>
                  </a:cubicBezTo>
                  <a:cubicBezTo>
                    <a:pt x="73468" y="184"/>
                    <a:pt x="73412" y="228"/>
                    <a:pt x="73376" y="335"/>
                  </a:cubicBezTo>
                  <a:cubicBezTo>
                    <a:pt x="73376" y="362"/>
                    <a:pt x="73352" y="377"/>
                    <a:pt x="73322" y="377"/>
                  </a:cubicBezTo>
                  <a:cubicBezTo>
                    <a:pt x="73285" y="377"/>
                    <a:pt x="73241" y="354"/>
                    <a:pt x="73224" y="304"/>
                  </a:cubicBezTo>
                  <a:lnTo>
                    <a:pt x="73224" y="274"/>
                  </a:lnTo>
                  <a:cubicBezTo>
                    <a:pt x="73218" y="268"/>
                    <a:pt x="73206" y="265"/>
                    <a:pt x="73190" y="265"/>
                  </a:cubicBezTo>
                  <a:cubicBezTo>
                    <a:pt x="73126" y="265"/>
                    <a:pt x="72999" y="304"/>
                    <a:pt x="72951" y="304"/>
                  </a:cubicBezTo>
                  <a:cubicBezTo>
                    <a:pt x="72934" y="312"/>
                    <a:pt x="72918" y="316"/>
                    <a:pt x="72902" y="316"/>
                  </a:cubicBezTo>
                  <a:cubicBezTo>
                    <a:pt x="72859" y="316"/>
                    <a:pt x="72821" y="288"/>
                    <a:pt x="72799" y="243"/>
                  </a:cubicBezTo>
                  <a:cubicBezTo>
                    <a:pt x="72796" y="241"/>
                    <a:pt x="72792" y="239"/>
                    <a:pt x="72788" y="239"/>
                  </a:cubicBezTo>
                  <a:cubicBezTo>
                    <a:pt x="72742" y="239"/>
                    <a:pt x="72611" y="370"/>
                    <a:pt x="72555" y="426"/>
                  </a:cubicBezTo>
                  <a:cubicBezTo>
                    <a:pt x="72534" y="447"/>
                    <a:pt x="72512" y="457"/>
                    <a:pt x="72491" y="457"/>
                  </a:cubicBezTo>
                  <a:cubicBezTo>
                    <a:pt x="72452" y="457"/>
                    <a:pt x="72412" y="424"/>
                    <a:pt x="72373" y="365"/>
                  </a:cubicBezTo>
                  <a:lnTo>
                    <a:pt x="72160" y="365"/>
                  </a:lnTo>
                  <a:cubicBezTo>
                    <a:pt x="72137" y="342"/>
                    <a:pt x="72109" y="332"/>
                    <a:pt x="72082" y="332"/>
                  </a:cubicBezTo>
                  <a:cubicBezTo>
                    <a:pt x="72039" y="332"/>
                    <a:pt x="71997" y="358"/>
                    <a:pt x="71978" y="395"/>
                  </a:cubicBezTo>
                  <a:cubicBezTo>
                    <a:pt x="71978" y="414"/>
                    <a:pt x="71966" y="421"/>
                    <a:pt x="71948" y="421"/>
                  </a:cubicBezTo>
                  <a:cubicBezTo>
                    <a:pt x="71908" y="421"/>
                    <a:pt x="71837" y="386"/>
                    <a:pt x="71796" y="365"/>
                  </a:cubicBezTo>
                  <a:cubicBezTo>
                    <a:pt x="71790" y="359"/>
                    <a:pt x="71779" y="357"/>
                    <a:pt x="71766" y="357"/>
                  </a:cubicBezTo>
                  <a:cubicBezTo>
                    <a:pt x="71710" y="357"/>
                    <a:pt x="71602" y="401"/>
                    <a:pt x="71552" y="426"/>
                  </a:cubicBezTo>
                  <a:cubicBezTo>
                    <a:pt x="71544" y="430"/>
                    <a:pt x="71533" y="432"/>
                    <a:pt x="71520" y="432"/>
                  </a:cubicBezTo>
                  <a:cubicBezTo>
                    <a:pt x="71436" y="432"/>
                    <a:pt x="71270" y="357"/>
                    <a:pt x="71218" y="304"/>
                  </a:cubicBezTo>
                  <a:cubicBezTo>
                    <a:pt x="71188" y="289"/>
                    <a:pt x="71150" y="281"/>
                    <a:pt x="71112" y="281"/>
                  </a:cubicBezTo>
                  <a:cubicBezTo>
                    <a:pt x="71074" y="281"/>
                    <a:pt x="71036" y="289"/>
                    <a:pt x="71005" y="304"/>
                  </a:cubicBezTo>
                  <a:cubicBezTo>
                    <a:pt x="70999" y="310"/>
                    <a:pt x="70983" y="313"/>
                    <a:pt x="70961" y="313"/>
                  </a:cubicBezTo>
                  <a:cubicBezTo>
                    <a:pt x="70873" y="313"/>
                    <a:pt x="70683" y="274"/>
                    <a:pt x="70610" y="274"/>
                  </a:cubicBezTo>
                  <a:cubicBezTo>
                    <a:pt x="70519" y="274"/>
                    <a:pt x="70428" y="335"/>
                    <a:pt x="70367" y="365"/>
                  </a:cubicBezTo>
                  <a:cubicBezTo>
                    <a:pt x="70337" y="426"/>
                    <a:pt x="70276" y="456"/>
                    <a:pt x="70245" y="517"/>
                  </a:cubicBezTo>
                  <a:lnTo>
                    <a:pt x="69941" y="517"/>
                  </a:lnTo>
                  <a:lnTo>
                    <a:pt x="69729" y="456"/>
                  </a:lnTo>
                  <a:cubicBezTo>
                    <a:pt x="69715" y="360"/>
                    <a:pt x="69682" y="326"/>
                    <a:pt x="69643" y="326"/>
                  </a:cubicBezTo>
                  <a:cubicBezTo>
                    <a:pt x="69594" y="326"/>
                    <a:pt x="69535" y="376"/>
                    <a:pt x="69485" y="426"/>
                  </a:cubicBezTo>
                  <a:cubicBezTo>
                    <a:pt x="69378" y="447"/>
                    <a:pt x="69271" y="469"/>
                    <a:pt x="69152" y="469"/>
                  </a:cubicBezTo>
                  <a:cubicBezTo>
                    <a:pt x="69103" y="469"/>
                    <a:pt x="69053" y="465"/>
                    <a:pt x="68999" y="456"/>
                  </a:cubicBezTo>
                  <a:lnTo>
                    <a:pt x="68847" y="395"/>
                  </a:lnTo>
                  <a:cubicBezTo>
                    <a:pt x="68786" y="375"/>
                    <a:pt x="68726" y="365"/>
                    <a:pt x="68672" y="365"/>
                  </a:cubicBezTo>
                  <a:cubicBezTo>
                    <a:pt x="68563" y="365"/>
                    <a:pt x="68482" y="406"/>
                    <a:pt x="68482" y="487"/>
                  </a:cubicBezTo>
                  <a:lnTo>
                    <a:pt x="68422" y="487"/>
                  </a:lnTo>
                  <a:cubicBezTo>
                    <a:pt x="68398" y="498"/>
                    <a:pt x="68381" y="503"/>
                    <a:pt x="68367" y="503"/>
                  </a:cubicBezTo>
                  <a:cubicBezTo>
                    <a:pt x="68308" y="503"/>
                    <a:pt x="68319" y="414"/>
                    <a:pt x="68270" y="365"/>
                  </a:cubicBezTo>
                  <a:cubicBezTo>
                    <a:pt x="68239" y="350"/>
                    <a:pt x="68209" y="342"/>
                    <a:pt x="68178" y="342"/>
                  </a:cubicBezTo>
                  <a:cubicBezTo>
                    <a:pt x="68148" y="342"/>
                    <a:pt x="68118" y="350"/>
                    <a:pt x="68087" y="365"/>
                  </a:cubicBezTo>
                  <a:lnTo>
                    <a:pt x="68057" y="426"/>
                  </a:lnTo>
                  <a:cubicBezTo>
                    <a:pt x="67996" y="426"/>
                    <a:pt x="67540" y="456"/>
                    <a:pt x="67388" y="456"/>
                  </a:cubicBezTo>
                  <a:cubicBezTo>
                    <a:pt x="67296" y="475"/>
                    <a:pt x="67147" y="504"/>
                    <a:pt x="67031" y="504"/>
                  </a:cubicBezTo>
                  <a:cubicBezTo>
                    <a:pt x="66957" y="504"/>
                    <a:pt x="66895" y="492"/>
                    <a:pt x="66871" y="456"/>
                  </a:cubicBezTo>
                  <a:cubicBezTo>
                    <a:pt x="66854" y="421"/>
                    <a:pt x="66805" y="406"/>
                    <a:pt x="66755" y="406"/>
                  </a:cubicBezTo>
                  <a:cubicBezTo>
                    <a:pt x="66719" y="406"/>
                    <a:pt x="66684" y="413"/>
                    <a:pt x="66659" y="426"/>
                  </a:cubicBezTo>
                  <a:lnTo>
                    <a:pt x="66659" y="456"/>
                  </a:lnTo>
                  <a:cubicBezTo>
                    <a:pt x="66641" y="563"/>
                    <a:pt x="66613" y="607"/>
                    <a:pt x="66568" y="607"/>
                  </a:cubicBezTo>
                  <a:cubicBezTo>
                    <a:pt x="66536" y="607"/>
                    <a:pt x="66496" y="585"/>
                    <a:pt x="66446" y="547"/>
                  </a:cubicBezTo>
                  <a:lnTo>
                    <a:pt x="66355" y="487"/>
                  </a:lnTo>
                  <a:cubicBezTo>
                    <a:pt x="66294" y="517"/>
                    <a:pt x="66233" y="547"/>
                    <a:pt x="66172" y="578"/>
                  </a:cubicBezTo>
                  <a:cubicBezTo>
                    <a:pt x="66172" y="578"/>
                    <a:pt x="66040" y="392"/>
                    <a:pt x="65973" y="392"/>
                  </a:cubicBezTo>
                  <a:cubicBezTo>
                    <a:pt x="65968" y="392"/>
                    <a:pt x="65964" y="393"/>
                    <a:pt x="65960" y="395"/>
                  </a:cubicBezTo>
                  <a:cubicBezTo>
                    <a:pt x="65777" y="487"/>
                    <a:pt x="65625" y="547"/>
                    <a:pt x="65473" y="608"/>
                  </a:cubicBezTo>
                  <a:lnTo>
                    <a:pt x="65291" y="517"/>
                  </a:lnTo>
                  <a:cubicBezTo>
                    <a:pt x="65139" y="487"/>
                    <a:pt x="65017" y="456"/>
                    <a:pt x="64896" y="456"/>
                  </a:cubicBezTo>
                  <a:lnTo>
                    <a:pt x="64744" y="456"/>
                  </a:lnTo>
                  <a:cubicBezTo>
                    <a:pt x="64730" y="460"/>
                    <a:pt x="64713" y="461"/>
                    <a:pt x="64693" y="461"/>
                  </a:cubicBezTo>
                  <a:cubicBezTo>
                    <a:pt x="64557" y="461"/>
                    <a:pt x="64295" y="391"/>
                    <a:pt x="64177" y="391"/>
                  </a:cubicBezTo>
                  <a:cubicBezTo>
                    <a:pt x="64160" y="391"/>
                    <a:pt x="64146" y="392"/>
                    <a:pt x="64136" y="395"/>
                  </a:cubicBezTo>
                  <a:cubicBezTo>
                    <a:pt x="64014" y="395"/>
                    <a:pt x="63923" y="639"/>
                    <a:pt x="63923" y="699"/>
                  </a:cubicBezTo>
                  <a:cubicBezTo>
                    <a:pt x="63923" y="757"/>
                    <a:pt x="63862" y="778"/>
                    <a:pt x="63802" y="778"/>
                  </a:cubicBezTo>
                  <a:cubicBezTo>
                    <a:pt x="63767" y="778"/>
                    <a:pt x="63733" y="771"/>
                    <a:pt x="63710" y="760"/>
                  </a:cubicBezTo>
                  <a:cubicBezTo>
                    <a:pt x="63619" y="730"/>
                    <a:pt x="63649" y="699"/>
                    <a:pt x="63710" y="699"/>
                  </a:cubicBezTo>
                  <a:lnTo>
                    <a:pt x="63741" y="669"/>
                  </a:lnTo>
                  <a:cubicBezTo>
                    <a:pt x="63832" y="639"/>
                    <a:pt x="63832" y="517"/>
                    <a:pt x="63771" y="517"/>
                  </a:cubicBezTo>
                  <a:lnTo>
                    <a:pt x="63498" y="517"/>
                  </a:lnTo>
                  <a:cubicBezTo>
                    <a:pt x="63390" y="539"/>
                    <a:pt x="63286" y="549"/>
                    <a:pt x="63195" y="549"/>
                  </a:cubicBezTo>
                  <a:cubicBezTo>
                    <a:pt x="63030" y="549"/>
                    <a:pt x="62909" y="515"/>
                    <a:pt x="62890" y="456"/>
                  </a:cubicBezTo>
                  <a:lnTo>
                    <a:pt x="62586" y="456"/>
                  </a:lnTo>
                  <a:cubicBezTo>
                    <a:pt x="62342" y="487"/>
                    <a:pt x="62069" y="517"/>
                    <a:pt x="61826" y="578"/>
                  </a:cubicBezTo>
                  <a:lnTo>
                    <a:pt x="61552" y="456"/>
                  </a:lnTo>
                  <a:lnTo>
                    <a:pt x="61370" y="456"/>
                  </a:lnTo>
                  <a:lnTo>
                    <a:pt x="61370" y="791"/>
                  </a:lnTo>
                  <a:cubicBezTo>
                    <a:pt x="61157" y="669"/>
                    <a:pt x="60883" y="517"/>
                    <a:pt x="60853" y="487"/>
                  </a:cubicBezTo>
                  <a:cubicBezTo>
                    <a:pt x="60847" y="481"/>
                    <a:pt x="60837" y="478"/>
                    <a:pt x="60825" y="478"/>
                  </a:cubicBezTo>
                  <a:cubicBezTo>
                    <a:pt x="60776" y="478"/>
                    <a:pt x="60689" y="517"/>
                    <a:pt x="60640" y="517"/>
                  </a:cubicBezTo>
                  <a:cubicBezTo>
                    <a:pt x="60580" y="517"/>
                    <a:pt x="60276" y="547"/>
                    <a:pt x="60154" y="578"/>
                  </a:cubicBezTo>
                  <a:cubicBezTo>
                    <a:pt x="60046" y="578"/>
                    <a:pt x="59890" y="482"/>
                    <a:pt x="59792" y="482"/>
                  </a:cubicBezTo>
                  <a:cubicBezTo>
                    <a:pt x="59780" y="482"/>
                    <a:pt x="59769" y="483"/>
                    <a:pt x="59759" y="487"/>
                  </a:cubicBezTo>
                  <a:lnTo>
                    <a:pt x="59424" y="578"/>
                  </a:lnTo>
                  <a:lnTo>
                    <a:pt x="59303" y="578"/>
                  </a:lnTo>
                  <a:cubicBezTo>
                    <a:pt x="59151" y="608"/>
                    <a:pt x="59029" y="578"/>
                    <a:pt x="58908" y="669"/>
                  </a:cubicBezTo>
                  <a:cubicBezTo>
                    <a:pt x="58862" y="684"/>
                    <a:pt x="58817" y="692"/>
                    <a:pt x="58775" y="692"/>
                  </a:cubicBezTo>
                  <a:cubicBezTo>
                    <a:pt x="58733" y="692"/>
                    <a:pt x="58695" y="684"/>
                    <a:pt x="58665" y="669"/>
                  </a:cubicBezTo>
                  <a:lnTo>
                    <a:pt x="58513" y="578"/>
                  </a:lnTo>
                  <a:cubicBezTo>
                    <a:pt x="58391" y="639"/>
                    <a:pt x="58178" y="669"/>
                    <a:pt x="58026" y="699"/>
                  </a:cubicBezTo>
                  <a:lnTo>
                    <a:pt x="58026" y="547"/>
                  </a:lnTo>
                  <a:lnTo>
                    <a:pt x="58026" y="517"/>
                  </a:lnTo>
                  <a:cubicBezTo>
                    <a:pt x="57950" y="502"/>
                    <a:pt x="57867" y="494"/>
                    <a:pt x="57783" y="494"/>
                  </a:cubicBezTo>
                  <a:cubicBezTo>
                    <a:pt x="57700" y="494"/>
                    <a:pt x="57616" y="502"/>
                    <a:pt x="57540" y="517"/>
                  </a:cubicBezTo>
                  <a:cubicBezTo>
                    <a:pt x="57449" y="517"/>
                    <a:pt x="57358" y="578"/>
                    <a:pt x="57297" y="639"/>
                  </a:cubicBezTo>
                  <a:cubicBezTo>
                    <a:pt x="57297" y="644"/>
                    <a:pt x="57292" y="647"/>
                    <a:pt x="57285" y="647"/>
                  </a:cubicBezTo>
                  <a:cubicBezTo>
                    <a:pt x="57254" y="647"/>
                    <a:pt x="57169" y="602"/>
                    <a:pt x="57145" y="578"/>
                  </a:cubicBezTo>
                  <a:cubicBezTo>
                    <a:pt x="56993" y="517"/>
                    <a:pt x="56871" y="487"/>
                    <a:pt x="56719" y="487"/>
                  </a:cubicBezTo>
                  <a:lnTo>
                    <a:pt x="56415" y="487"/>
                  </a:lnTo>
                  <a:cubicBezTo>
                    <a:pt x="56233" y="517"/>
                    <a:pt x="56051" y="578"/>
                    <a:pt x="55899" y="639"/>
                  </a:cubicBezTo>
                  <a:lnTo>
                    <a:pt x="55807" y="578"/>
                  </a:lnTo>
                  <a:cubicBezTo>
                    <a:pt x="55767" y="558"/>
                    <a:pt x="55723" y="547"/>
                    <a:pt x="55679" y="547"/>
                  </a:cubicBezTo>
                  <a:cubicBezTo>
                    <a:pt x="55591" y="547"/>
                    <a:pt x="55503" y="588"/>
                    <a:pt x="55443" y="669"/>
                  </a:cubicBezTo>
                  <a:cubicBezTo>
                    <a:pt x="55199" y="669"/>
                    <a:pt x="54987" y="669"/>
                    <a:pt x="54744" y="699"/>
                  </a:cubicBezTo>
                  <a:lnTo>
                    <a:pt x="54470" y="517"/>
                  </a:lnTo>
                  <a:cubicBezTo>
                    <a:pt x="54257" y="578"/>
                    <a:pt x="54014" y="608"/>
                    <a:pt x="53801" y="608"/>
                  </a:cubicBezTo>
                  <a:cubicBezTo>
                    <a:pt x="53680" y="608"/>
                    <a:pt x="53423" y="662"/>
                    <a:pt x="53247" y="662"/>
                  </a:cubicBezTo>
                  <a:cubicBezTo>
                    <a:pt x="53160" y="662"/>
                    <a:pt x="53092" y="649"/>
                    <a:pt x="53072" y="608"/>
                  </a:cubicBezTo>
                  <a:cubicBezTo>
                    <a:pt x="53044" y="567"/>
                    <a:pt x="53011" y="551"/>
                    <a:pt x="52982" y="551"/>
                  </a:cubicBezTo>
                  <a:cubicBezTo>
                    <a:pt x="52947" y="551"/>
                    <a:pt x="52920" y="575"/>
                    <a:pt x="52920" y="608"/>
                  </a:cubicBezTo>
                  <a:cubicBezTo>
                    <a:pt x="52912" y="623"/>
                    <a:pt x="52895" y="629"/>
                    <a:pt x="52873" y="629"/>
                  </a:cubicBezTo>
                  <a:cubicBezTo>
                    <a:pt x="52806" y="629"/>
                    <a:pt x="52692" y="578"/>
                    <a:pt x="52646" y="578"/>
                  </a:cubicBezTo>
                  <a:lnTo>
                    <a:pt x="51886" y="578"/>
                  </a:lnTo>
                  <a:lnTo>
                    <a:pt x="51187" y="639"/>
                  </a:lnTo>
                  <a:cubicBezTo>
                    <a:pt x="51131" y="681"/>
                    <a:pt x="51068" y="704"/>
                    <a:pt x="51007" y="704"/>
                  </a:cubicBezTo>
                  <a:cubicBezTo>
                    <a:pt x="50938" y="704"/>
                    <a:pt x="50871" y="673"/>
                    <a:pt x="50823" y="608"/>
                  </a:cubicBezTo>
                  <a:lnTo>
                    <a:pt x="50731" y="487"/>
                  </a:lnTo>
                  <a:lnTo>
                    <a:pt x="50245" y="608"/>
                  </a:lnTo>
                  <a:lnTo>
                    <a:pt x="50063" y="608"/>
                  </a:lnTo>
                  <a:cubicBezTo>
                    <a:pt x="49971" y="639"/>
                    <a:pt x="49911" y="699"/>
                    <a:pt x="49850" y="760"/>
                  </a:cubicBezTo>
                  <a:lnTo>
                    <a:pt x="49728" y="760"/>
                  </a:lnTo>
                  <a:cubicBezTo>
                    <a:pt x="49576" y="760"/>
                    <a:pt x="49515" y="699"/>
                    <a:pt x="49424" y="639"/>
                  </a:cubicBezTo>
                  <a:lnTo>
                    <a:pt x="49394" y="608"/>
                  </a:lnTo>
                  <a:cubicBezTo>
                    <a:pt x="49212" y="639"/>
                    <a:pt x="49029" y="669"/>
                    <a:pt x="48847" y="730"/>
                  </a:cubicBezTo>
                  <a:cubicBezTo>
                    <a:pt x="48756" y="745"/>
                    <a:pt x="48664" y="753"/>
                    <a:pt x="48573" y="753"/>
                  </a:cubicBezTo>
                  <a:cubicBezTo>
                    <a:pt x="48482" y="753"/>
                    <a:pt x="48391" y="745"/>
                    <a:pt x="48300" y="730"/>
                  </a:cubicBezTo>
                  <a:cubicBezTo>
                    <a:pt x="48269" y="740"/>
                    <a:pt x="48239" y="743"/>
                    <a:pt x="48208" y="743"/>
                  </a:cubicBezTo>
                  <a:cubicBezTo>
                    <a:pt x="48148" y="743"/>
                    <a:pt x="48087" y="730"/>
                    <a:pt x="48026" y="730"/>
                  </a:cubicBezTo>
                  <a:lnTo>
                    <a:pt x="47965" y="699"/>
                  </a:lnTo>
                  <a:lnTo>
                    <a:pt x="47753" y="578"/>
                  </a:lnTo>
                  <a:cubicBezTo>
                    <a:pt x="47753" y="699"/>
                    <a:pt x="47479" y="669"/>
                    <a:pt x="47388" y="699"/>
                  </a:cubicBezTo>
                  <a:cubicBezTo>
                    <a:pt x="47266" y="699"/>
                    <a:pt x="47084" y="760"/>
                    <a:pt x="47023" y="760"/>
                  </a:cubicBezTo>
                  <a:cubicBezTo>
                    <a:pt x="46962" y="760"/>
                    <a:pt x="46810" y="730"/>
                    <a:pt x="46658" y="730"/>
                  </a:cubicBezTo>
                  <a:lnTo>
                    <a:pt x="46537" y="821"/>
                  </a:lnTo>
                  <a:cubicBezTo>
                    <a:pt x="46415" y="791"/>
                    <a:pt x="46324" y="760"/>
                    <a:pt x="46202" y="730"/>
                  </a:cubicBezTo>
                  <a:cubicBezTo>
                    <a:pt x="46196" y="724"/>
                    <a:pt x="46182" y="721"/>
                    <a:pt x="46162" y="721"/>
                  </a:cubicBezTo>
                  <a:cubicBezTo>
                    <a:pt x="46081" y="721"/>
                    <a:pt x="45911" y="760"/>
                    <a:pt x="45838" y="760"/>
                  </a:cubicBezTo>
                  <a:cubicBezTo>
                    <a:pt x="45731" y="745"/>
                    <a:pt x="45625" y="737"/>
                    <a:pt x="45518" y="737"/>
                  </a:cubicBezTo>
                  <a:cubicBezTo>
                    <a:pt x="45412" y="737"/>
                    <a:pt x="45306" y="745"/>
                    <a:pt x="45199" y="760"/>
                  </a:cubicBezTo>
                  <a:cubicBezTo>
                    <a:pt x="45088" y="805"/>
                    <a:pt x="44960" y="833"/>
                    <a:pt x="44829" y="833"/>
                  </a:cubicBezTo>
                  <a:cubicBezTo>
                    <a:pt x="44780" y="833"/>
                    <a:pt x="44731" y="829"/>
                    <a:pt x="44683" y="821"/>
                  </a:cubicBezTo>
                  <a:cubicBezTo>
                    <a:pt x="44591" y="791"/>
                    <a:pt x="44500" y="730"/>
                    <a:pt x="44439" y="669"/>
                  </a:cubicBezTo>
                  <a:cubicBezTo>
                    <a:pt x="44428" y="657"/>
                    <a:pt x="44410" y="652"/>
                    <a:pt x="44389" y="652"/>
                  </a:cubicBezTo>
                  <a:cubicBezTo>
                    <a:pt x="44301" y="652"/>
                    <a:pt x="44154" y="736"/>
                    <a:pt x="44105" y="760"/>
                  </a:cubicBezTo>
                  <a:cubicBezTo>
                    <a:pt x="44090" y="775"/>
                    <a:pt x="44067" y="783"/>
                    <a:pt x="44040" y="783"/>
                  </a:cubicBezTo>
                  <a:cubicBezTo>
                    <a:pt x="44014" y="783"/>
                    <a:pt x="43983" y="775"/>
                    <a:pt x="43953" y="760"/>
                  </a:cubicBezTo>
                  <a:cubicBezTo>
                    <a:pt x="43892" y="745"/>
                    <a:pt x="43831" y="737"/>
                    <a:pt x="43771" y="737"/>
                  </a:cubicBezTo>
                  <a:cubicBezTo>
                    <a:pt x="43710" y="737"/>
                    <a:pt x="43649" y="745"/>
                    <a:pt x="43588" y="760"/>
                  </a:cubicBezTo>
                  <a:lnTo>
                    <a:pt x="43406" y="730"/>
                  </a:lnTo>
                  <a:lnTo>
                    <a:pt x="43284" y="699"/>
                  </a:lnTo>
                  <a:cubicBezTo>
                    <a:pt x="43163" y="760"/>
                    <a:pt x="43072" y="791"/>
                    <a:pt x="42950" y="821"/>
                  </a:cubicBezTo>
                  <a:cubicBezTo>
                    <a:pt x="42930" y="821"/>
                    <a:pt x="42788" y="794"/>
                    <a:pt x="42669" y="794"/>
                  </a:cubicBezTo>
                  <a:cubicBezTo>
                    <a:pt x="42609" y="794"/>
                    <a:pt x="42555" y="801"/>
                    <a:pt x="42524" y="821"/>
                  </a:cubicBezTo>
                  <a:cubicBezTo>
                    <a:pt x="42507" y="838"/>
                    <a:pt x="42488" y="845"/>
                    <a:pt x="42468" y="845"/>
                  </a:cubicBezTo>
                  <a:cubicBezTo>
                    <a:pt x="42417" y="845"/>
                    <a:pt x="42364" y="796"/>
                    <a:pt x="42342" y="730"/>
                  </a:cubicBezTo>
                  <a:lnTo>
                    <a:pt x="42160" y="760"/>
                  </a:lnTo>
                  <a:lnTo>
                    <a:pt x="41917" y="791"/>
                  </a:lnTo>
                  <a:cubicBezTo>
                    <a:pt x="41795" y="760"/>
                    <a:pt x="41613" y="699"/>
                    <a:pt x="41582" y="699"/>
                  </a:cubicBezTo>
                  <a:lnTo>
                    <a:pt x="41552" y="699"/>
                  </a:lnTo>
                  <a:lnTo>
                    <a:pt x="41400" y="760"/>
                  </a:lnTo>
                  <a:cubicBezTo>
                    <a:pt x="41265" y="760"/>
                    <a:pt x="40962" y="856"/>
                    <a:pt x="40853" y="856"/>
                  </a:cubicBezTo>
                  <a:cubicBezTo>
                    <a:pt x="40840" y="856"/>
                    <a:pt x="40829" y="855"/>
                    <a:pt x="40822" y="851"/>
                  </a:cubicBezTo>
                  <a:cubicBezTo>
                    <a:pt x="40795" y="833"/>
                    <a:pt x="40739" y="829"/>
                    <a:pt x="40669" y="829"/>
                  </a:cubicBezTo>
                  <a:cubicBezTo>
                    <a:pt x="40596" y="829"/>
                    <a:pt x="40508" y="834"/>
                    <a:pt x="40426" y="834"/>
                  </a:cubicBezTo>
                  <a:cubicBezTo>
                    <a:pt x="40324" y="834"/>
                    <a:pt x="40231" y="826"/>
                    <a:pt x="40184" y="791"/>
                  </a:cubicBezTo>
                  <a:cubicBezTo>
                    <a:pt x="40161" y="775"/>
                    <a:pt x="40131" y="768"/>
                    <a:pt x="40096" y="768"/>
                  </a:cubicBezTo>
                  <a:cubicBezTo>
                    <a:pt x="39992" y="768"/>
                    <a:pt x="39850" y="836"/>
                    <a:pt x="39758" y="973"/>
                  </a:cubicBezTo>
                  <a:lnTo>
                    <a:pt x="39515" y="760"/>
                  </a:lnTo>
                  <a:cubicBezTo>
                    <a:pt x="39485" y="760"/>
                    <a:pt x="39424" y="760"/>
                    <a:pt x="39394" y="791"/>
                  </a:cubicBezTo>
                  <a:lnTo>
                    <a:pt x="39303" y="851"/>
                  </a:lnTo>
                  <a:cubicBezTo>
                    <a:pt x="39242" y="836"/>
                    <a:pt x="39181" y="829"/>
                    <a:pt x="39124" y="829"/>
                  </a:cubicBezTo>
                  <a:cubicBezTo>
                    <a:pt x="39067" y="829"/>
                    <a:pt x="39014" y="836"/>
                    <a:pt x="38968" y="851"/>
                  </a:cubicBezTo>
                  <a:lnTo>
                    <a:pt x="38907" y="851"/>
                  </a:lnTo>
                  <a:cubicBezTo>
                    <a:pt x="38813" y="851"/>
                    <a:pt x="38884" y="980"/>
                    <a:pt x="38834" y="980"/>
                  </a:cubicBezTo>
                  <a:cubicBezTo>
                    <a:pt x="38820" y="980"/>
                    <a:pt x="38796" y="970"/>
                    <a:pt x="38755" y="943"/>
                  </a:cubicBezTo>
                  <a:cubicBezTo>
                    <a:pt x="38710" y="927"/>
                    <a:pt x="38672" y="912"/>
                    <a:pt x="38638" y="912"/>
                  </a:cubicBezTo>
                  <a:cubicBezTo>
                    <a:pt x="38603" y="912"/>
                    <a:pt x="38573" y="927"/>
                    <a:pt x="38543" y="973"/>
                  </a:cubicBezTo>
                  <a:lnTo>
                    <a:pt x="38543" y="1064"/>
                  </a:lnTo>
                  <a:lnTo>
                    <a:pt x="38543" y="1095"/>
                  </a:lnTo>
                  <a:cubicBezTo>
                    <a:pt x="38543" y="1106"/>
                    <a:pt x="38539" y="1111"/>
                    <a:pt x="38534" y="1111"/>
                  </a:cubicBezTo>
                  <a:cubicBezTo>
                    <a:pt x="38511" y="1111"/>
                    <a:pt x="38451" y="1028"/>
                    <a:pt x="38451" y="1003"/>
                  </a:cubicBezTo>
                  <a:cubicBezTo>
                    <a:pt x="38421" y="943"/>
                    <a:pt x="38360" y="912"/>
                    <a:pt x="38299" y="882"/>
                  </a:cubicBezTo>
                  <a:lnTo>
                    <a:pt x="38239" y="882"/>
                  </a:lnTo>
                  <a:lnTo>
                    <a:pt x="38117" y="973"/>
                  </a:lnTo>
                  <a:cubicBezTo>
                    <a:pt x="38087" y="912"/>
                    <a:pt x="38026" y="851"/>
                    <a:pt x="37965" y="791"/>
                  </a:cubicBezTo>
                  <a:lnTo>
                    <a:pt x="37935" y="760"/>
                  </a:lnTo>
                  <a:lnTo>
                    <a:pt x="37844" y="699"/>
                  </a:lnTo>
                  <a:cubicBezTo>
                    <a:pt x="37752" y="791"/>
                    <a:pt x="37388" y="821"/>
                    <a:pt x="37296" y="821"/>
                  </a:cubicBezTo>
                  <a:cubicBezTo>
                    <a:pt x="37144" y="851"/>
                    <a:pt x="37023" y="912"/>
                    <a:pt x="36932" y="1034"/>
                  </a:cubicBezTo>
                  <a:cubicBezTo>
                    <a:pt x="36922" y="1054"/>
                    <a:pt x="36908" y="1064"/>
                    <a:pt x="36893" y="1064"/>
                  </a:cubicBezTo>
                  <a:cubicBezTo>
                    <a:pt x="36864" y="1064"/>
                    <a:pt x="36830" y="1024"/>
                    <a:pt x="36810" y="943"/>
                  </a:cubicBezTo>
                  <a:lnTo>
                    <a:pt x="36719" y="912"/>
                  </a:lnTo>
                  <a:cubicBezTo>
                    <a:pt x="36658" y="851"/>
                    <a:pt x="36537" y="821"/>
                    <a:pt x="36445" y="821"/>
                  </a:cubicBezTo>
                  <a:cubicBezTo>
                    <a:pt x="36272" y="879"/>
                    <a:pt x="36098" y="900"/>
                    <a:pt x="35933" y="900"/>
                  </a:cubicBezTo>
                  <a:cubicBezTo>
                    <a:pt x="35837" y="900"/>
                    <a:pt x="35744" y="893"/>
                    <a:pt x="35655" y="882"/>
                  </a:cubicBezTo>
                  <a:lnTo>
                    <a:pt x="35503" y="882"/>
                  </a:lnTo>
                  <a:cubicBezTo>
                    <a:pt x="35381" y="943"/>
                    <a:pt x="35230" y="1247"/>
                    <a:pt x="35351" y="1277"/>
                  </a:cubicBezTo>
                  <a:cubicBezTo>
                    <a:pt x="35473" y="1338"/>
                    <a:pt x="35473" y="1368"/>
                    <a:pt x="35351" y="1399"/>
                  </a:cubicBezTo>
                  <a:lnTo>
                    <a:pt x="35260" y="1459"/>
                  </a:lnTo>
                  <a:lnTo>
                    <a:pt x="35017" y="1550"/>
                  </a:lnTo>
                  <a:cubicBezTo>
                    <a:pt x="34895" y="1490"/>
                    <a:pt x="34743" y="1399"/>
                    <a:pt x="34652" y="1307"/>
                  </a:cubicBezTo>
                  <a:lnTo>
                    <a:pt x="34652" y="1277"/>
                  </a:lnTo>
                  <a:lnTo>
                    <a:pt x="34652" y="1247"/>
                  </a:lnTo>
                  <a:cubicBezTo>
                    <a:pt x="34662" y="1247"/>
                    <a:pt x="34713" y="1250"/>
                    <a:pt x="34777" y="1250"/>
                  </a:cubicBezTo>
                  <a:cubicBezTo>
                    <a:pt x="34905" y="1250"/>
                    <a:pt x="35088" y="1236"/>
                    <a:pt x="35108" y="1155"/>
                  </a:cubicBezTo>
                  <a:cubicBezTo>
                    <a:pt x="35138" y="1095"/>
                    <a:pt x="35169" y="1034"/>
                    <a:pt x="35230" y="973"/>
                  </a:cubicBezTo>
                  <a:cubicBezTo>
                    <a:pt x="35230" y="973"/>
                    <a:pt x="35230" y="943"/>
                    <a:pt x="35199" y="882"/>
                  </a:cubicBezTo>
                  <a:lnTo>
                    <a:pt x="35169" y="882"/>
                  </a:lnTo>
                  <a:lnTo>
                    <a:pt x="35017" y="851"/>
                  </a:lnTo>
                  <a:cubicBezTo>
                    <a:pt x="34865" y="851"/>
                    <a:pt x="34713" y="882"/>
                    <a:pt x="34591" y="943"/>
                  </a:cubicBezTo>
                  <a:cubicBezTo>
                    <a:pt x="34561" y="1034"/>
                    <a:pt x="34530" y="1095"/>
                    <a:pt x="34530" y="1155"/>
                  </a:cubicBezTo>
                  <a:lnTo>
                    <a:pt x="34439" y="1095"/>
                  </a:lnTo>
                  <a:cubicBezTo>
                    <a:pt x="34378" y="1064"/>
                    <a:pt x="34318" y="1034"/>
                    <a:pt x="34318" y="1003"/>
                  </a:cubicBezTo>
                  <a:lnTo>
                    <a:pt x="34318" y="973"/>
                  </a:lnTo>
                  <a:cubicBezTo>
                    <a:pt x="34348" y="912"/>
                    <a:pt x="34318" y="912"/>
                    <a:pt x="34257" y="912"/>
                  </a:cubicBezTo>
                  <a:lnTo>
                    <a:pt x="34226" y="943"/>
                  </a:lnTo>
                  <a:lnTo>
                    <a:pt x="34166" y="973"/>
                  </a:lnTo>
                  <a:cubicBezTo>
                    <a:pt x="34155" y="983"/>
                    <a:pt x="34135" y="987"/>
                    <a:pt x="34109" y="987"/>
                  </a:cubicBezTo>
                  <a:cubicBezTo>
                    <a:pt x="33993" y="987"/>
                    <a:pt x="33752" y="908"/>
                    <a:pt x="33628" y="908"/>
                  </a:cubicBezTo>
                  <a:cubicBezTo>
                    <a:pt x="33613" y="908"/>
                    <a:pt x="33599" y="909"/>
                    <a:pt x="33588" y="912"/>
                  </a:cubicBezTo>
                  <a:lnTo>
                    <a:pt x="33284" y="973"/>
                  </a:lnTo>
                  <a:lnTo>
                    <a:pt x="32950" y="973"/>
                  </a:lnTo>
                  <a:lnTo>
                    <a:pt x="32798" y="1034"/>
                  </a:lnTo>
                  <a:lnTo>
                    <a:pt x="32707" y="1034"/>
                  </a:lnTo>
                  <a:cubicBezTo>
                    <a:pt x="32692" y="1044"/>
                    <a:pt x="32676" y="1048"/>
                    <a:pt x="32658" y="1048"/>
                  </a:cubicBezTo>
                  <a:cubicBezTo>
                    <a:pt x="32569" y="1048"/>
                    <a:pt x="32454" y="933"/>
                    <a:pt x="32403" y="882"/>
                  </a:cubicBezTo>
                  <a:cubicBezTo>
                    <a:pt x="32395" y="867"/>
                    <a:pt x="32381" y="861"/>
                    <a:pt x="32363" y="861"/>
                  </a:cubicBezTo>
                  <a:cubicBezTo>
                    <a:pt x="32306" y="861"/>
                    <a:pt x="32213" y="919"/>
                    <a:pt x="32190" y="943"/>
                  </a:cubicBezTo>
                  <a:cubicBezTo>
                    <a:pt x="32068" y="1034"/>
                    <a:pt x="31977" y="1095"/>
                    <a:pt x="31856" y="1155"/>
                  </a:cubicBezTo>
                  <a:lnTo>
                    <a:pt x="31734" y="1003"/>
                  </a:lnTo>
                  <a:cubicBezTo>
                    <a:pt x="31704" y="988"/>
                    <a:pt x="31681" y="981"/>
                    <a:pt x="31658" y="981"/>
                  </a:cubicBezTo>
                  <a:cubicBezTo>
                    <a:pt x="31635" y="981"/>
                    <a:pt x="31612" y="988"/>
                    <a:pt x="31582" y="1003"/>
                  </a:cubicBezTo>
                  <a:lnTo>
                    <a:pt x="31308" y="1125"/>
                  </a:lnTo>
                  <a:cubicBezTo>
                    <a:pt x="31187" y="1034"/>
                    <a:pt x="31005" y="973"/>
                    <a:pt x="30822" y="973"/>
                  </a:cubicBezTo>
                  <a:cubicBezTo>
                    <a:pt x="30731" y="973"/>
                    <a:pt x="30640" y="973"/>
                    <a:pt x="30579" y="943"/>
                  </a:cubicBezTo>
                  <a:lnTo>
                    <a:pt x="30518" y="1003"/>
                  </a:lnTo>
                  <a:cubicBezTo>
                    <a:pt x="30457" y="1064"/>
                    <a:pt x="30457" y="1125"/>
                    <a:pt x="30397" y="1186"/>
                  </a:cubicBezTo>
                  <a:lnTo>
                    <a:pt x="30366" y="1216"/>
                  </a:lnTo>
                  <a:cubicBezTo>
                    <a:pt x="30305" y="1216"/>
                    <a:pt x="30275" y="1186"/>
                    <a:pt x="30275" y="1155"/>
                  </a:cubicBezTo>
                  <a:lnTo>
                    <a:pt x="30275" y="1064"/>
                  </a:lnTo>
                  <a:cubicBezTo>
                    <a:pt x="30275" y="1034"/>
                    <a:pt x="30214" y="973"/>
                    <a:pt x="30153" y="973"/>
                  </a:cubicBezTo>
                  <a:lnTo>
                    <a:pt x="30123" y="1003"/>
                  </a:lnTo>
                  <a:lnTo>
                    <a:pt x="30032" y="1034"/>
                  </a:lnTo>
                  <a:cubicBezTo>
                    <a:pt x="29971" y="1064"/>
                    <a:pt x="29903" y="1079"/>
                    <a:pt x="29834" y="1079"/>
                  </a:cubicBezTo>
                  <a:cubicBezTo>
                    <a:pt x="29766" y="1079"/>
                    <a:pt x="29697" y="1064"/>
                    <a:pt x="29637" y="1034"/>
                  </a:cubicBezTo>
                  <a:lnTo>
                    <a:pt x="29606" y="1034"/>
                  </a:lnTo>
                  <a:lnTo>
                    <a:pt x="29485" y="943"/>
                  </a:lnTo>
                  <a:cubicBezTo>
                    <a:pt x="29363" y="973"/>
                    <a:pt x="29181" y="1064"/>
                    <a:pt x="29181" y="1095"/>
                  </a:cubicBezTo>
                  <a:cubicBezTo>
                    <a:pt x="29181" y="1155"/>
                    <a:pt x="29120" y="1216"/>
                    <a:pt x="29059" y="1247"/>
                  </a:cubicBezTo>
                  <a:cubicBezTo>
                    <a:pt x="28998" y="1186"/>
                    <a:pt x="28968" y="1095"/>
                    <a:pt x="28907" y="1064"/>
                  </a:cubicBezTo>
                  <a:lnTo>
                    <a:pt x="28846" y="1003"/>
                  </a:lnTo>
                  <a:cubicBezTo>
                    <a:pt x="28755" y="1003"/>
                    <a:pt x="28664" y="973"/>
                    <a:pt x="28573" y="973"/>
                  </a:cubicBezTo>
                  <a:lnTo>
                    <a:pt x="28482" y="1034"/>
                  </a:lnTo>
                  <a:lnTo>
                    <a:pt x="28390" y="1095"/>
                  </a:lnTo>
                  <a:cubicBezTo>
                    <a:pt x="28238" y="1095"/>
                    <a:pt x="28056" y="1095"/>
                    <a:pt x="27904" y="1064"/>
                  </a:cubicBezTo>
                  <a:cubicBezTo>
                    <a:pt x="27894" y="1059"/>
                    <a:pt x="27881" y="1056"/>
                    <a:pt x="27868" y="1056"/>
                  </a:cubicBezTo>
                  <a:cubicBezTo>
                    <a:pt x="27802" y="1056"/>
                    <a:pt x="27701" y="1115"/>
                    <a:pt x="27600" y="1216"/>
                  </a:cubicBezTo>
                  <a:lnTo>
                    <a:pt x="27570" y="1095"/>
                  </a:lnTo>
                  <a:cubicBezTo>
                    <a:pt x="27550" y="1035"/>
                    <a:pt x="27530" y="989"/>
                    <a:pt x="27477" y="989"/>
                  </a:cubicBezTo>
                  <a:cubicBezTo>
                    <a:pt x="27448" y="989"/>
                    <a:pt x="27410" y="1002"/>
                    <a:pt x="27357" y="1034"/>
                  </a:cubicBezTo>
                  <a:lnTo>
                    <a:pt x="27296" y="1064"/>
                  </a:lnTo>
                  <a:cubicBezTo>
                    <a:pt x="27226" y="1064"/>
                    <a:pt x="27030" y="974"/>
                    <a:pt x="26943" y="974"/>
                  </a:cubicBezTo>
                  <a:cubicBezTo>
                    <a:pt x="26917" y="974"/>
                    <a:pt x="26901" y="982"/>
                    <a:pt x="26901" y="1003"/>
                  </a:cubicBezTo>
                  <a:cubicBezTo>
                    <a:pt x="26901" y="1095"/>
                    <a:pt x="26779" y="1095"/>
                    <a:pt x="26719" y="1095"/>
                  </a:cubicBezTo>
                  <a:cubicBezTo>
                    <a:pt x="26597" y="1155"/>
                    <a:pt x="26506" y="1186"/>
                    <a:pt x="26384" y="1216"/>
                  </a:cubicBezTo>
                  <a:cubicBezTo>
                    <a:pt x="26293" y="1216"/>
                    <a:pt x="26050" y="1095"/>
                    <a:pt x="25959" y="1095"/>
                  </a:cubicBezTo>
                  <a:cubicBezTo>
                    <a:pt x="25868" y="1095"/>
                    <a:pt x="25412" y="1247"/>
                    <a:pt x="25229" y="1247"/>
                  </a:cubicBezTo>
                  <a:cubicBezTo>
                    <a:pt x="24956" y="1186"/>
                    <a:pt x="24713" y="1186"/>
                    <a:pt x="24439" y="1186"/>
                  </a:cubicBezTo>
                  <a:cubicBezTo>
                    <a:pt x="24384" y="1213"/>
                    <a:pt x="24324" y="1228"/>
                    <a:pt x="24273" y="1228"/>
                  </a:cubicBezTo>
                  <a:cubicBezTo>
                    <a:pt x="24212" y="1228"/>
                    <a:pt x="24165" y="1206"/>
                    <a:pt x="24165" y="1155"/>
                  </a:cubicBezTo>
                  <a:lnTo>
                    <a:pt x="24165" y="1095"/>
                  </a:lnTo>
                  <a:cubicBezTo>
                    <a:pt x="24013" y="1155"/>
                    <a:pt x="23862" y="1216"/>
                    <a:pt x="23679" y="1277"/>
                  </a:cubicBezTo>
                  <a:cubicBezTo>
                    <a:pt x="23588" y="1277"/>
                    <a:pt x="23466" y="1247"/>
                    <a:pt x="23375" y="1216"/>
                  </a:cubicBezTo>
                  <a:lnTo>
                    <a:pt x="23284" y="1277"/>
                  </a:lnTo>
                  <a:lnTo>
                    <a:pt x="23102" y="1429"/>
                  </a:lnTo>
                  <a:cubicBezTo>
                    <a:pt x="23010" y="1368"/>
                    <a:pt x="22889" y="1368"/>
                    <a:pt x="22798" y="1368"/>
                  </a:cubicBezTo>
                  <a:cubicBezTo>
                    <a:pt x="22767" y="1399"/>
                    <a:pt x="22737" y="1459"/>
                    <a:pt x="22737" y="1490"/>
                  </a:cubicBezTo>
                  <a:cubicBezTo>
                    <a:pt x="22706" y="1550"/>
                    <a:pt x="22737" y="1733"/>
                    <a:pt x="22706" y="1794"/>
                  </a:cubicBezTo>
                  <a:cubicBezTo>
                    <a:pt x="22706" y="1815"/>
                    <a:pt x="22615" y="1837"/>
                    <a:pt x="22497" y="1837"/>
                  </a:cubicBezTo>
                  <a:cubicBezTo>
                    <a:pt x="22449" y="1837"/>
                    <a:pt x="22395" y="1833"/>
                    <a:pt x="22342" y="1824"/>
                  </a:cubicBezTo>
                  <a:lnTo>
                    <a:pt x="22159" y="1824"/>
                  </a:lnTo>
                  <a:lnTo>
                    <a:pt x="22007" y="1794"/>
                  </a:lnTo>
                  <a:cubicBezTo>
                    <a:pt x="21855" y="1794"/>
                    <a:pt x="21703" y="1794"/>
                    <a:pt x="21551" y="1824"/>
                  </a:cubicBezTo>
                  <a:cubicBezTo>
                    <a:pt x="21527" y="1824"/>
                    <a:pt x="21474" y="1819"/>
                    <a:pt x="21416" y="1819"/>
                  </a:cubicBezTo>
                  <a:cubicBezTo>
                    <a:pt x="21330" y="1819"/>
                    <a:pt x="21235" y="1830"/>
                    <a:pt x="21217" y="1885"/>
                  </a:cubicBezTo>
                  <a:cubicBezTo>
                    <a:pt x="21217" y="1929"/>
                    <a:pt x="21136" y="1958"/>
                    <a:pt x="21080" y="1958"/>
                  </a:cubicBezTo>
                  <a:cubicBezTo>
                    <a:pt x="21060" y="1958"/>
                    <a:pt x="21043" y="1954"/>
                    <a:pt x="21035" y="1946"/>
                  </a:cubicBezTo>
                  <a:cubicBezTo>
                    <a:pt x="21035" y="1915"/>
                    <a:pt x="20913" y="1915"/>
                    <a:pt x="20883" y="1885"/>
                  </a:cubicBezTo>
                  <a:cubicBezTo>
                    <a:pt x="20883" y="1854"/>
                    <a:pt x="20883" y="1642"/>
                    <a:pt x="20822" y="1642"/>
                  </a:cubicBezTo>
                  <a:cubicBezTo>
                    <a:pt x="20700" y="1611"/>
                    <a:pt x="20609" y="1581"/>
                    <a:pt x="20518" y="1520"/>
                  </a:cubicBezTo>
                  <a:lnTo>
                    <a:pt x="20366" y="1490"/>
                  </a:lnTo>
                  <a:lnTo>
                    <a:pt x="20305" y="1490"/>
                  </a:lnTo>
                  <a:cubicBezTo>
                    <a:pt x="20298" y="1482"/>
                    <a:pt x="20288" y="1479"/>
                    <a:pt x="20277" y="1479"/>
                  </a:cubicBezTo>
                  <a:cubicBezTo>
                    <a:pt x="20195" y="1479"/>
                    <a:pt x="20024" y="1653"/>
                    <a:pt x="19971" y="1733"/>
                  </a:cubicBezTo>
                  <a:cubicBezTo>
                    <a:pt x="19921" y="1808"/>
                    <a:pt x="19850" y="1862"/>
                    <a:pt x="19810" y="1862"/>
                  </a:cubicBezTo>
                  <a:cubicBezTo>
                    <a:pt x="19801" y="1862"/>
                    <a:pt x="19794" y="1860"/>
                    <a:pt x="19788" y="1854"/>
                  </a:cubicBezTo>
                  <a:lnTo>
                    <a:pt x="19728" y="1824"/>
                  </a:lnTo>
                  <a:lnTo>
                    <a:pt x="19545" y="1763"/>
                  </a:lnTo>
                  <a:cubicBezTo>
                    <a:pt x="19424" y="1854"/>
                    <a:pt x="19333" y="1915"/>
                    <a:pt x="19211" y="1976"/>
                  </a:cubicBezTo>
                  <a:cubicBezTo>
                    <a:pt x="19205" y="1982"/>
                    <a:pt x="19198" y="1984"/>
                    <a:pt x="19191" y="1984"/>
                  </a:cubicBezTo>
                  <a:cubicBezTo>
                    <a:pt x="19158" y="1984"/>
                    <a:pt x="19114" y="1940"/>
                    <a:pt x="19089" y="1915"/>
                  </a:cubicBezTo>
                  <a:lnTo>
                    <a:pt x="19120" y="1854"/>
                  </a:lnTo>
                  <a:lnTo>
                    <a:pt x="19150" y="1824"/>
                  </a:lnTo>
                  <a:cubicBezTo>
                    <a:pt x="19211" y="1763"/>
                    <a:pt x="19272" y="1672"/>
                    <a:pt x="19302" y="1581"/>
                  </a:cubicBezTo>
                  <a:lnTo>
                    <a:pt x="19120" y="1490"/>
                  </a:lnTo>
                  <a:lnTo>
                    <a:pt x="19089" y="1490"/>
                  </a:lnTo>
                  <a:cubicBezTo>
                    <a:pt x="19087" y="1487"/>
                    <a:pt x="19084" y="1486"/>
                    <a:pt x="19080" y="1486"/>
                  </a:cubicBezTo>
                  <a:cubicBezTo>
                    <a:pt x="19028" y="1486"/>
                    <a:pt x="18842" y="1649"/>
                    <a:pt x="18785" y="1733"/>
                  </a:cubicBezTo>
                  <a:cubicBezTo>
                    <a:pt x="18694" y="1854"/>
                    <a:pt x="18603" y="1946"/>
                    <a:pt x="18512" y="2037"/>
                  </a:cubicBezTo>
                  <a:lnTo>
                    <a:pt x="18269" y="2037"/>
                  </a:lnTo>
                  <a:cubicBezTo>
                    <a:pt x="18178" y="2037"/>
                    <a:pt x="18117" y="1915"/>
                    <a:pt x="18147" y="1854"/>
                  </a:cubicBezTo>
                  <a:cubicBezTo>
                    <a:pt x="18147" y="1824"/>
                    <a:pt x="18026" y="1672"/>
                    <a:pt x="17934" y="1611"/>
                  </a:cubicBezTo>
                  <a:cubicBezTo>
                    <a:pt x="17924" y="1601"/>
                    <a:pt x="17908" y="1597"/>
                    <a:pt x="17888" y="1597"/>
                  </a:cubicBezTo>
                  <a:cubicBezTo>
                    <a:pt x="17787" y="1597"/>
                    <a:pt x="17580" y="1702"/>
                    <a:pt x="17478" y="1702"/>
                  </a:cubicBezTo>
                  <a:cubicBezTo>
                    <a:pt x="17296" y="1702"/>
                    <a:pt x="17114" y="1733"/>
                    <a:pt x="16931" y="1733"/>
                  </a:cubicBezTo>
                  <a:cubicBezTo>
                    <a:pt x="16779" y="1794"/>
                    <a:pt x="16658" y="1824"/>
                    <a:pt x="16506" y="1854"/>
                  </a:cubicBezTo>
                  <a:lnTo>
                    <a:pt x="16232" y="1854"/>
                  </a:lnTo>
                  <a:lnTo>
                    <a:pt x="16171" y="1794"/>
                  </a:lnTo>
                  <a:cubicBezTo>
                    <a:pt x="16149" y="1783"/>
                    <a:pt x="16119" y="1775"/>
                    <a:pt x="16083" y="1775"/>
                  </a:cubicBezTo>
                  <a:cubicBezTo>
                    <a:pt x="16022" y="1775"/>
                    <a:pt x="15945" y="1797"/>
                    <a:pt x="15867" y="1854"/>
                  </a:cubicBezTo>
                  <a:cubicBezTo>
                    <a:pt x="15784" y="1799"/>
                    <a:pt x="15715" y="1777"/>
                    <a:pt x="15655" y="1777"/>
                  </a:cubicBezTo>
                  <a:cubicBezTo>
                    <a:pt x="15517" y="1777"/>
                    <a:pt x="15426" y="1891"/>
                    <a:pt x="15320" y="1976"/>
                  </a:cubicBezTo>
                  <a:lnTo>
                    <a:pt x="15077" y="2158"/>
                  </a:lnTo>
                  <a:cubicBezTo>
                    <a:pt x="15002" y="2137"/>
                    <a:pt x="14926" y="2127"/>
                    <a:pt x="14858" y="2127"/>
                  </a:cubicBezTo>
                  <a:cubicBezTo>
                    <a:pt x="14733" y="2127"/>
                    <a:pt x="14630" y="2160"/>
                    <a:pt x="14591" y="2219"/>
                  </a:cubicBezTo>
                  <a:lnTo>
                    <a:pt x="14591" y="2310"/>
                  </a:lnTo>
                  <a:lnTo>
                    <a:pt x="14591" y="2371"/>
                  </a:lnTo>
                  <a:cubicBezTo>
                    <a:pt x="14591" y="2446"/>
                    <a:pt x="14529" y="2501"/>
                    <a:pt x="14456" y="2501"/>
                  </a:cubicBezTo>
                  <a:cubicBezTo>
                    <a:pt x="14441" y="2501"/>
                    <a:pt x="14425" y="2498"/>
                    <a:pt x="14408" y="2493"/>
                  </a:cubicBezTo>
                  <a:cubicBezTo>
                    <a:pt x="14317" y="2462"/>
                    <a:pt x="14226" y="2462"/>
                    <a:pt x="14135" y="2462"/>
                  </a:cubicBezTo>
                  <a:lnTo>
                    <a:pt x="14044" y="2462"/>
                  </a:lnTo>
                  <a:cubicBezTo>
                    <a:pt x="13983" y="2462"/>
                    <a:pt x="13922" y="2614"/>
                    <a:pt x="13892" y="2614"/>
                  </a:cubicBezTo>
                  <a:cubicBezTo>
                    <a:pt x="13770" y="2584"/>
                    <a:pt x="13679" y="2554"/>
                    <a:pt x="13588" y="2523"/>
                  </a:cubicBezTo>
                  <a:lnTo>
                    <a:pt x="13527" y="2523"/>
                  </a:lnTo>
                  <a:cubicBezTo>
                    <a:pt x="13523" y="2519"/>
                    <a:pt x="13519" y="2517"/>
                    <a:pt x="13515" y="2517"/>
                  </a:cubicBezTo>
                  <a:cubicBezTo>
                    <a:pt x="13489" y="2517"/>
                    <a:pt x="13466" y="2592"/>
                    <a:pt x="13466" y="2645"/>
                  </a:cubicBezTo>
                  <a:cubicBezTo>
                    <a:pt x="13466" y="2689"/>
                    <a:pt x="13401" y="2717"/>
                    <a:pt x="13318" y="2717"/>
                  </a:cubicBezTo>
                  <a:cubicBezTo>
                    <a:pt x="13288" y="2717"/>
                    <a:pt x="13256" y="2714"/>
                    <a:pt x="13223" y="2706"/>
                  </a:cubicBezTo>
                  <a:lnTo>
                    <a:pt x="13162" y="2675"/>
                  </a:lnTo>
                  <a:lnTo>
                    <a:pt x="13071" y="2645"/>
                  </a:lnTo>
                  <a:cubicBezTo>
                    <a:pt x="12980" y="2614"/>
                    <a:pt x="12889" y="2584"/>
                    <a:pt x="12797" y="2523"/>
                  </a:cubicBezTo>
                  <a:cubicBezTo>
                    <a:pt x="12797" y="2518"/>
                    <a:pt x="12795" y="2515"/>
                    <a:pt x="12790" y="2515"/>
                  </a:cubicBezTo>
                  <a:cubicBezTo>
                    <a:pt x="12768" y="2515"/>
                    <a:pt x="12701" y="2574"/>
                    <a:pt x="12676" y="2675"/>
                  </a:cubicBezTo>
                  <a:lnTo>
                    <a:pt x="12554" y="2766"/>
                  </a:lnTo>
                  <a:lnTo>
                    <a:pt x="12463" y="2827"/>
                  </a:lnTo>
                  <a:cubicBezTo>
                    <a:pt x="12428" y="2916"/>
                    <a:pt x="12382" y="2963"/>
                    <a:pt x="12344" y="2963"/>
                  </a:cubicBezTo>
                  <a:cubicBezTo>
                    <a:pt x="12317" y="2963"/>
                    <a:pt x="12293" y="2939"/>
                    <a:pt x="12281" y="2888"/>
                  </a:cubicBezTo>
                  <a:lnTo>
                    <a:pt x="12220" y="2797"/>
                  </a:lnTo>
                  <a:lnTo>
                    <a:pt x="12220" y="2766"/>
                  </a:lnTo>
                  <a:cubicBezTo>
                    <a:pt x="12190" y="2751"/>
                    <a:pt x="12159" y="2744"/>
                    <a:pt x="12129" y="2744"/>
                  </a:cubicBezTo>
                  <a:cubicBezTo>
                    <a:pt x="12098" y="2744"/>
                    <a:pt x="12068" y="2751"/>
                    <a:pt x="12038" y="2766"/>
                  </a:cubicBezTo>
                  <a:lnTo>
                    <a:pt x="12038" y="2797"/>
                  </a:lnTo>
                  <a:lnTo>
                    <a:pt x="12038" y="2918"/>
                  </a:lnTo>
                  <a:cubicBezTo>
                    <a:pt x="12068" y="3009"/>
                    <a:pt x="12068" y="3131"/>
                    <a:pt x="12068" y="3222"/>
                  </a:cubicBezTo>
                  <a:cubicBezTo>
                    <a:pt x="11977" y="3131"/>
                    <a:pt x="11916" y="3040"/>
                    <a:pt x="11855" y="2949"/>
                  </a:cubicBezTo>
                  <a:cubicBezTo>
                    <a:pt x="11817" y="2891"/>
                    <a:pt x="11766" y="2870"/>
                    <a:pt x="11711" y="2870"/>
                  </a:cubicBezTo>
                  <a:cubicBezTo>
                    <a:pt x="11679" y="2870"/>
                    <a:pt x="11645" y="2877"/>
                    <a:pt x="11612" y="2888"/>
                  </a:cubicBezTo>
                  <a:cubicBezTo>
                    <a:pt x="11603" y="2897"/>
                    <a:pt x="11586" y="2900"/>
                    <a:pt x="11566" y="2900"/>
                  </a:cubicBezTo>
                  <a:cubicBezTo>
                    <a:pt x="11518" y="2900"/>
                    <a:pt x="11451" y="2879"/>
                    <a:pt x="11430" y="2857"/>
                  </a:cubicBezTo>
                  <a:cubicBezTo>
                    <a:pt x="11421" y="2849"/>
                    <a:pt x="11399" y="2845"/>
                    <a:pt x="11371" y="2845"/>
                  </a:cubicBezTo>
                  <a:cubicBezTo>
                    <a:pt x="11305" y="2845"/>
                    <a:pt x="11208" y="2866"/>
                    <a:pt x="11187" y="2888"/>
                  </a:cubicBezTo>
                  <a:cubicBezTo>
                    <a:pt x="11156" y="2888"/>
                    <a:pt x="11126" y="2949"/>
                    <a:pt x="11156" y="2949"/>
                  </a:cubicBezTo>
                  <a:lnTo>
                    <a:pt x="11156" y="2979"/>
                  </a:lnTo>
                  <a:cubicBezTo>
                    <a:pt x="11156" y="2979"/>
                    <a:pt x="11156" y="3009"/>
                    <a:pt x="11156" y="3040"/>
                  </a:cubicBezTo>
                  <a:cubicBezTo>
                    <a:pt x="11095" y="3070"/>
                    <a:pt x="11065" y="3070"/>
                    <a:pt x="11004" y="3101"/>
                  </a:cubicBezTo>
                  <a:lnTo>
                    <a:pt x="10974" y="3101"/>
                  </a:lnTo>
                  <a:cubicBezTo>
                    <a:pt x="10967" y="3097"/>
                    <a:pt x="10955" y="3096"/>
                    <a:pt x="10939" y="3096"/>
                  </a:cubicBezTo>
                  <a:cubicBezTo>
                    <a:pt x="10830" y="3096"/>
                    <a:pt x="10528" y="3166"/>
                    <a:pt x="10346" y="3166"/>
                  </a:cubicBezTo>
                  <a:cubicBezTo>
                    <a:pt x="10319" y="3166"/>
                    <a:pt x="10295" y="3165"/>
                    <a:pt x="10275" y="3161"/>
                  </a:cubicBezTo>
                  <a:lnTo>
                    <a:pt x="9940" y="3101"/>
                  </a:lnTo>
                  <a:cubicBezTo>
                    <a:pt x="9910" y="3131"/>
                    <a:pt x="9849" y="3192"/>
                    <a:pt x="9849" y="3192"/>
                  </a:cubicBezTo>
                  <a:cubicBezTo>
                    <a:pt x="9910" y="3222"/>
                    <a:pt x="9940" y="3253"/>
                    <a:pt x="10001" y="3283"/>
                  </a:cubicBezTo>
                  <a:cubicBezTo>
                    <a:pt x="10050" y="3283"/>
                    <a:pt x="10079" y="3205"/>
                    <a:pt x="10120" y="3205"/>
                  </a:cubicBezTo>
                  <a:cubicBezTo>
                    <a:pt x="10130" y="3205"/>
                    <a:pt x="10141" y="3210"/>
                    <a:pt x="10153" y="3222"/>
                  </a:cubicBezTo>
                  <a:cubicBezTo>
                    <a:pt x="10183" y="3283"/>
                    <a:pt x="10244" y="3344"/>
                    <a:pt x="10244" y="3374"/>
                  </a:cubicBezTo>
                  <a:lnTo>
                    <a:pt x="10244" y="3435"/>
                  </a:lnTo>
                  <a:cubicBezTo>
                    <a:pt x="10153" y="3465"/>
                    <a:pt x="10305" y="3557"/>
                    <a:pt x="10396" y="3587"/>
                  </a:cubicBezTo>
                  <a:cubicBezTo>
                    <a:pt x="10487" y="3587"/>
                    <a:pt x="10579" y="3587"/>
                    <a:pt x="10579" y="3526"/>
                  </a:cubicBezTo>
                  <a:lnTo>
                    <a:pt x="10579" y="3496"/>
                  </a:lnTo>
                  <a:lnTo>
                    <a:pt x="10579" y="3435"/>
                  </a:lnTo>
                  <a:cubicBezTo>
                    <a:pt x="10548" y="3405"/>
                    <a:pt x="10670" y="3374"/>
                    <a:pt x="10731" y="3374"/>
                  </a:cubicBezTo>
                  <a:cubicBezTo>
                    <a:pt x="10791" y="3374"/>
                    <a:pt x="10822" y="3587"/>
                    <a:pt x="10791" y="3648"/>
                  </a:cubicBezTo>
                  <a:cubicBezTo>
                    <a:pt x="10791" y="3709"/>
                    <a:pt x="10670" y="3800"/>
                    <a:pt x="10518" y="3800"/>
                  </a:cubicBezTo>
                  <a:lnTo>
                    <a:pt x="10366" y="3709"/>
                  </a:lnTo>
                  <a:lnTo>
                    <a:pt x="10183" y="3617"/>
                  </a:lnTo>
                  <a:cubicBezTo>
                    <a:pt x="10031" y="3800"/>
                    <a:pt x="10062" y="3952"/>
                    <a:pt x="10092" y="3952"/>
                  </a:cubicBezTo>
                  <a:lnTo>
                    <a:pt x="10487" y="3952"/>
                  </a:lnTo>
                  <a:lnTo>
                    <a:pt x="10579" y="4073"/>
                  </a:lnTo>
                  <a:cubicBezTo>
                    <a:pt x="10639" y="4073"/>
                    <a:pt x="10639" y="4134"/>
                    <a:pt x="10639" y="4165"/>
                  </a:cubicBezTo>
                  <a:cubicBezTo>
                    <a:pt x="10670" y="4165"/>
                    <a:pt x="10731" y="4073"/>
                    <a:pt x="10731" y="4013"/>
                  </a:cubicBezTo>
                  <a:cubicBezTo>
                    <a:pt x="10731" y="3982"/>
                    <a:pt x="10883" y="3952"/>
                    <a:pt x="10943" y="3952"/>
                  </a:cubicBezTo>
                  <a:cubicBezTo>
                    <a:pt x="10974" y="3952"/>
                    <a:pt x="10974" y="4013"/>
                    <a:pt x="10974" y="4043"/>
                  </a:cubicBezTo>
                  <a:cubicBezTo>
                    <a:pt x="10974" y="4064"/>
                    <a:pt x="11075" y="4099"/>
                    <a:pt x="11148" y="4099"/>
                  </a:cubicBezTo>
                  <a:cubicBezTo>
                    <a:pt x="11181" y="4099"/>
                    <a:pt x="11207" y="4092"/>
                    <a:pt x="11217" y="4073"/>
                  </a:cubicBezTo>
                  <a:cubicBezTo>
                    <a:pt x="11232" y="4043"/>
                    <a:pt x="11270" y="4028"/>
                    <a:pt x="11312" y="4028"/>
                  </a:cubicBezTo>
                  <a:cubicBezTo>
                    <a:pt x="11354" y="4028"/>
                    <a:pt x="11399" y="4043"/>
                    <a:pt x="11430" y="4073"/>
                  </a:cubicBezTo>
                  <a:lnTo>
                    <a:pt x="11521" y="4104"/>
                  </a:lnTo>
                  <a:cubicBezTo>
                    <a:pt x="11538" y="4107"/>
                    <a:pt x="11552" y="4109"/>
                    <a:pt x="11564" y="4109"/>
                  </a:cubicBezTo>
                  <a:cubicBezTo>
                    <a:pt x="11661" y="4109"/>
                    <a:pt x="11619" y="4009"/>
                    <a:pt x="11673" y="3982"/>
                  </a:cubicBezTo>
                  <a:lnTo>
                    <a:pt x="11734" y="3952"/>
                  </a:lnTo>
                  <a:cubicBezTo>
                    <a:pt x="11825" y="3952"/>
                    <a:pt x="11946" y="3982"/>
                    <a:pt x="12038" y="4043"/>
                  </a:cubicBezTo>
                  <a:lnTo>
                    <a:pt x="12038" y="4134"/>
                  </a:lnTo>
                  <a:cubicBezTo>
                    <a:pt x="11946" y="4225"/>
                    <a:pt x="11825" y="4256"/>
                    <a:pt x="11703" y="4286"/>
                  </a:cubicBezTo>
                  <a:lnTo>
                    <a:pt x="11673" y="4286"/>
                  </a:lnTo>
                  <a:cubicBezTo>
                    <a:pt x="11642" y="4316"/>
                    <a:pt x="11582" y="4316"/>
                    <a:pt x="11551" y="4316"/>
                  </a:cubicBezTo>
                  <a:cubicBezTo>
                    <a:pt x="11460" y="4286"/>
                    <a:pt x="11399" y="4256"/>
                    <a:pt x="11308" y="4225"/>
                  </a:cubicBezTo>
                  <a:lnTo>
                    <a:pt x="11247" y="4225"/>
                  </a:lnTo>
                  <a:cubicBezTo>
                    <a:pt x="11231" y="4217"/>
                    <a:pt x="11215" y="4214"/>
                    <a:pt x="11199" y="4214"/>
                  </a:cubicBezTo>
                  <a:cubicBezTo>
                    <a:pt x="11094" y="4214"/>
                    <a:pt x="10992" y="4379"/>
                    <a:pt x="10913" y="4590"/>
                  </a:cubicBezTo>
                  <a:lnTo>
                    <a:pt x="11278" y="4712"/>
                  </a:lnTo>
                  <a:lnTo>
                    <a:pt x="11308" y="4712"/>
                  </a:lnTo>
                  <a:cubicBezTo>
                    <a:pt x="11308" y="4803"/>
                    <a:pt x="11399" y="4894"/>
                    <a:pt x="11490" y="4924"/>
                  </a:cubicBezTo>
                  <a:cubicBezTo>
                    <a:pt x="11521" y="4924"/>
                    <a:pt x="11551" y="4955"/>
                    <a:pt x="11521" y="5016"/>
                  </a:cubicBezTo>
                  <a:lnTo>
                    <a:pt x="11490" y="5076"/>
                  </a:lnTo>
                  <a:lnTo>
                    <a:pt x="11490" y="5107"/>
                  </a:lnTo>
                  <a:cubicBezTo>
                    <a:pt x="11582" y="5137"/>
                    <a:pt x="11665" y="5152"/>
                    <a:pt x="11745" y="5152"/>
                  </a:cubicBezTo>
                  <a:cubicBezTo>
                    <a:pt x="11825" y="5152"/>
                    <a:pt x="11901" y="5137"/>
                    <a:pt x="11977" y="5107"/>
                  </a:cubicBezTo>
                  <a:cubicBezTo>
                    <a:pt x="12098" y="5076"/>
                    <a:pt x="12159" y="4955"/>
                    <a:pt x="12068" y="4833"/>
                  </a:cubicBezTo>
                  <a:lnTo>
                    <a:pt x="12250" y="4803"/>
                  </a:lnTo>
                  <a:lnTo>
                    <a:pt x="12402" y="4772"/>
                  </a:lnTo>
                  <a:lnTo>
                    <a:pt x="12433" y="4772"/>
                  </a:lnTo>
                  <a:cubicBezTo>
                    <a:pt x="12463" y="4772"/>
                    <a:pt x="12494" y="4833"/>
                    <a:pt x="12463" y="4864"/>
                  </a:cubicBezTo>
                  <a:cubicBezTo>
                    <a:pt x="12463" y="4864"/>
                    <a:pt x="12433" y="4985"/>
                    <a:pt x="12402" y="5076"/>
                  </a:cubicBezTo>
                  <a:lnTo>
                    <a:pt x="12402" y="5137"/>
                  </a:lnTo>
                  <a:cubicBezTo>
                    <a:pt x="12418" y="5228"/>
                    <a:pt x="12463" y="5251"/>
                    <a:pt x="12516" y="5251"/>
                  </a:cubicBezTo>
                  <a:cubicBezTo>
                    <a:pt x="12570" y="5251"/>
                    <a:pt x="12630" y="5228"/>
                    <a:pt x="12676" y="5228"/>
                  </a:cubicBezTo>
                  <a:cubicBezTo>
                    <a:pt x="12706" y="5198"/>
                    <a:pt x="12706" y="5137"/>
                    <a:pt x="12706" y="5107"/>
                  </a:cubicBezTo>
                  <a:lnTo>
                    <a:pt x="12645" y="5107"/>
                  </a:lnTo>
                  <a:cubicBezTo>
                    <a:pt x="12494" y="5107"/>
                    <a:pt x="12494" y="5107"/>
                    <a:pt x="12524" y="5016"/>
                  </a:cubicBezTo>
                  <a:lnTo>
                    <a:pt x="12554" y="4985"/>
                  </a:lnTo>
                  <a:cubicBezTo>
                    <a:pt x="12562" y="4971"/>
                    <a:pt x="12581" y="4965"/>
                    <a:pt x="12608" y="4965"/>
                  </a:cubicBezTo>
                  <a:cubicBezTo>
                    <a:pt x="12691" y="4965"/>
                    <a:pt x="12842" y="5023"/>
                    <a:pt x="12889" y="5046"/>
                  </a:cubicBezTo>
                  <a:cubicBezTo>
                    <a:pt x="12980" y="5107"/>
                    <a:pt x="13071" y="5168"/>
                    <a:pt x="13193" y="5168"/>
                  </a:cubicBezTo>
                  <a:cubicBezTo>
                    <a:pt x="13284" y="5168"/>
                    <a:pt x="13345" y="5168"/>
                    <a:pt x="13436" y="5137"/>
                  </a:cubicBezTo>
                  <a:cubicBezTo>
                    <a:pt x="13557" y="5107"/>
                    <a:pt x="13679" y="5107"/>
                    <a:pt x="13801" y="5107"/>
                  </a:cubicBezTo>
                  <a:lnTo>
                    <a:pt x="13953" y="5198"/>
                  </a:lnTo>
                  <a:cubicBezTo>
                    <a:pt x="14036" y="5281"/>
                    <a:pt x="14119" y="5415"/>
                    <a:pt x="14294" y="5415"/>
                  </a:cubicBezTo>
                  <a:cubicBezTo>
                    <a:pt x="14311" y="5415"/>
                    <a:pt x="14329" y="5413"/>
                    <a:pt x="14348" y="5411"/>
                  </a:cubicBezTo>
                  <a:lnTo>
                    <a:pt x="15260" y="5411"/>
                  </a:lnTo>
                  <a:cubicBezTo>
                    <a:pt x="15412" y="5411"/>
                    <a:pt x="15563" y="5411"/>
                    <a:pt x="15715" y="5472"/>
                  </a:cubicBezTo>
                  <a:cubicBezTo>
                    <a:pt x="15733" y="5477"/>
                    <a:pt x="15754" y="5480"/>
                    <a:pt x="15777" y="5480"/>
                  </a:cubicBezTo>
                  <a:cubicBezTo>
                    <a:pt x="15874" y="5480"/>
                    <a:pt x="16012" y="5435"/>
                    <a:pt x="16111" y="5411"/>
                  </a:cubicBezTo>
                  <a:cubicBezTo>
                    <a:pt x="16141" y="5411"/>
                    <a:pt x="16179" y="5418"/>
                    <a:pt x="16213" y="5418"/>
                  </a:cubicBezTo>
                  <a:cubicBezTo>
                    <a:pt x="16247" y="5418"/>
                    <a:pt x="16278" y="5411"/>
                    <a:pt x="16293" y="5380"/>
                  </a:cubicBezTo>
                  <a:cubicBezTo>
                    <a:pt x="16319" y="5328"/>
                    <a:pt x="16323" y="5253"/>
                    <a:pt x="16402" y="5253"/>
                  </a:cubicBezTo>
                  <a:cubicBezTo>
                    <a:pt x="16414" y="5253"/>
                    <a:pt x="16428" y="5255"/>
                    <a:pt x="16445" y="5259"/>
                  </a:cubicBezTo>
                  <a:lnTo>
                    <a:pt x="16506" y="5259"/>
                  </a:lnTo>
                  <a:cubicBezTo>
                    <a:pt x="16567" y="5320"/>
                    <a:pt x="16567" y="5411"/>
                    <a:pt x="16506" y="5472"/>
                  </a:cubicBezTo>
                  <a:lnTo>
                    <a:pt x="16323" y="5472"/>
                  </a:lnTo>
                  <a:cubicBezTo>
                    <a:pt x="16232" y="5563"/>
                    <a:pt x="16141" y="5593"/>
                    <a:pt x="16050" y="5623"/>
                  </a:cubicBezTo>
                  <a:lnTo>
                    <a:pt x="15928" y="5623"/>
                  </a:lnTo>
                  <a:cubicBezTo>
                    <a:pt x="15920" y="5619"/>
                    <a:pt x="15911" y="5617"/>
                    <a:pt x="15902" y="5617"/>
                  </a:cubicBezTo>
                  <a:cubicBezTo>
                    <a:pt x="15844" y="5617"/>
                    <a:pt x="15776" y="5693"/>
                    <a:pt x="15776" y="5745"/>
                  </a:cubicBezTo>
                  <a:cubicBezTo>
                    <a:pt x="15776" y="5752"/>
                    <a:pt x="15768" y="5756"/>
                    <a:pt x="15752" y="5756"/>
                  </a:cubicBezTo>
                  <a:cubicBezTo>
                    <a:pt x="15703" y="5756"/>
                    <a:pt x="15581" y="5716"/>
                    <a:pt x="15442" y="5623"/>
                  </a:cubicBezTo>
                  <a:lnTo>
                    <a:pt x="15168" y="5775"/>
                  </a:lnTo>
                  <a:lnTo>
                    <a:pt x="14925" y="5775"/>
                  </a:lnTo>
                  <a:cubicBezTo>
                    <a:pt x="14773" y="5745"/>
                    <a:pt x="14621" y="5745"/>
                    <a:pt x="14469" y="5745"/>
                  </a:cubicBezTo>
                  <a:lnTo>
                    <a:pt x="14256" y="5745"/>
                  </a:lnTo>
                  <a:cubicBezTo>
                    <a:pt x="14211" y="5745"/>
                    <a:pt x="14135" y="5737"/>
                    <a:pt x="14063" y="5737"/>
                  </a:cubicBezTo>
                  <a:cubicBezTo>
                    <a:pt x="13991" y="5737"/>
                    <a:pt x="13922" y="5745"/>
                    <a:pt x="13892" y="5775"/>
                  </a:cubicBezTo>
                  <a:cubicBezTo>
                    <a:pt x="13831" y="5836"/>
                    <a:pt x="13770" y="5927"/>
                    <a:pt x="13709" y="5988"/>
                  </a:cubicBezTo>
                  <a:cubicBezTo>
                    <a:pt x="13649" y="5988"/>
                    <a:pt x="13466" y="5897"/>
                    <a:pt x="13436" y="5867"/>
                  </a:cubicBezTo>
                  <a:cubicBezTo>
                    <a:pt x="13284" y="5867"/>
                    <a:pt x="13162" y="5867"/>
                    <a:pt x="13041" y="5927"/>
                  </a:cubicBezTo>
                  <a:cubicBezTo>
                    <a:pt x="12980" y="5927"/>
                    <a:pt x="12889" y="5927"/>
                    <a:pt x="12858" y="5867"/>
                  </a:cubicBezTo>
                  <a:cubicBezTo>
                    <a:pt x="12858" y="5861"/>
                    <a:pt x="12854" y="5858"/>
                    <a:pt x="12846" y="5858"/>
                  </a:cubicBezTo>
                  <a:cubicBezTo>
                    <a:pt x="12815" y="5858"/>
                    <a:pt x="12731" y="5903"/>
                    <a:pt x="12706" y="5927"/>
                  </a:cubicBezTo>
                  <a:lnTo>
                    <a:pt x="12402" y="5927"/>
                  </a:lnTo>
                  <a:cubicBezTo>
                    <a:pt x="12281" y="5927"/>
                    <a:pt x="12129" y="5927"/>
                    <a:pt x="12007" y="5958"/>
                  </a:cubicBezTo>
                  <a:cubicBezTo>
                    <a:pt x="11931" y="5973"/>
                    <a:pt x="11855" y="5981"/>
                    <a:pt x="11779" y="5981"/>
                  </a:cubicBezTo>
                  <a:cubicBezTo>
                    <a:pt x="11703" y="5981"/>
                    <a:pt x="11627" y="5973"/>
                    <a:pt x="11551" y="5958"/>
                  </a:cubicBezTo>
                  <a:lnTo>
                    <a:pt x="11399" y="5958"/>
                  </a:lnTo>
                  <a:cubicBezTo>
                    <a:pt x="11247" y="5988"/>
                    <a:pt x="11095" y="6019"/>
                    <a:pt x="10974" y="6079"/>
                  </a:cubicBezTo>
                  <a:cubicBezTo>
                    <a:pt x="10913" y="6079"/>
                    <a:pt x="10913" y="6201"/>
                    <a:pt x="10852" y="6201"/>
                  </a:cubicBezTo>
                  <a:cubicBezTo>
                    <a:pt x="10831" y="6206"/>
                    <a:pt x="10813" y="6209"/>
                    <a:pt x="10798" y="6209"/>
                  </a:cubicBezTo>
                  <a:cubicBezTo>
                    <a:pt x="10731" y="6209"/>
                    <a:pt x="10731" y="6154"/>
                    <a:pt x="10731" y="6079"/>
                  </a:cubicBezTo>
                  <a:lnTo>
                    <a:pt x="10639" y="6079"/>
                  </a:lnTo>
                  <a:cubicBezTo>
                    <a:pt x="10582" y="6137"/>
                    <a:pt x="10499" y="6158"/>
                    <a:pt x="10416" y="6158"/>
                  </a:cubicBezTo>
                  <a:cubicBezTo>
                    <a:pt x="10368" y="6158"/>
                    <a:pt x="10319" y="6151"/>
                    <a:pt x="10275" y="6140"/>
                  </a:cubicBezTo>
                  <a:lnTo>
                    <a:pt x="10062" y="6110"/>
                  </a:lnTo>
                  <a:lnTo>
                    <a:pt x="10062" y="6110"/>
                  </a:lnTo>
                  <a:cubicBezTo>
                    <a:pt x="10080" y="6181"/>
                    <a:pt x="10066" y="6211"/>
                    <a:pt x="10040" y="6211"/>
                  </a:cubicBezTo>
                  <a:cubicBezTo>
                    <a:pt x="10021" y="6211"/>
                    <a:pt x="9996" y="6196"/>
                    <a:pt x="9971" y="6171"/>
                  </a:cubicBezTo>
                  <a:lnTo>
                    <a:pt x="9819" y="6171"/>
                  </a:lnTo>
                  <a:cubicBezTo>
                    <a:pt x="9697" y="6201"/>
                    <a:pt x="9606" y="6231"/>
                    <a:pt x="9484" y="6262"/>
                  </a:cubicBezTo>
                  <a:lnTo>
                    <a:pt x="9393" y="6262"/>
                  </a:lnTo>
                  <a:cubicBezTo>
                    <a:pt x="9363" y="6292"/>
                    <a:pt x="9332" y="6292"/>
                    <a:pt x="9272" y="6323"/>
                  </a:cubicBezTo>
                  <a:cubicBezTo>
                    <a:pt x="9164" y="6344"/>
                    <a:pt x="9057" y="6366"/>
                    <a:pt x="8949" y="6366"/>
                  </a:cubicBezTo>
                  <a:cubicBezTo>
                    <a:pt x="8905" y="6366"/>
                    <a:pt x="8860" y="6362"/>
                    <a:pt x="8816" y="6353"/>
                  </a:cubicBezTo>
                  <a:lnTo>
                    <a:pt x="8724" y="6353"/>
                  </a:lnTo>
                  <a:cubicBezTo>
                    <a:pt x="8603" y="6353"/>
                    <a:pt x="8177" y="6535"/>
                    <a:pt x="8056" y="6535"/>
                  </a:cubicBezTo>
                  <a:cubicBezTo>
                    <a:pt x="7954" y="6535"/>
                    <a:pt x="7718" y="6495"/>
                    <a:pt x="7554" y="6495"/>
                  </a:cubicBezTo>
                  <a:cubicBezTo>
                    <a:pt x="7471" y="6495"/>
                    <a:pt x="7407" y="6505"/>
                    <a:pt x="7387" y="6535"/>
                  </a:cubicBezTo>
                  <a:cubicBezTo>
                    <a:pt x="7348" y="6594"/>
                    <a:pt x="7296" y="6628"/>
                    <a:pt x="7248" y="6628"/>
                  </a:cubicBezTo>
                  <a:cubicBezTo>
                    <a:pt x="7221" y="6628"/>
                    <a:pt x="7196" y="6618"/>
                    <a:pt x="7174" y="6596"/>
                  </a:cubicBezTo>
                  <a:lnTo>
                    <a:pt x="7144" y="6535"/>
                  </a:lnTo>
                  <a:lnTo>
                    <a:pt x="7113" y="6505"/>
                  </a:lnTo>
                  <a:cubicBezTo>
                    <a:pt x="7024" y="6469"/>
                    <a:pt x="6946" y="6455"/>
                    <a:pt x="6865" y="6455"/>
                  </a:cubicBezTo>
                  <a:cubicBezTo>
                    <a:pt x="6809" y="6455"/>
                    <a:pt x="6751" y="6462"/>
                    <a:pt x="6688" y="6475"/>
                  </a:cubicBezTo>
                  <a:lnTo>
                    <a:pt x="6536" y="6535"/>
                  </a:lnTo>
                  <a:cubicBezTo>
                    <a:pt x="6436" y="6586"/>
                    <a:pt x="6335" y="6608"/>
                    <a:pt x="6235" y="6608"/>
                  </a:cubicBezTo>
                  <a:cubicBezTo>
                    <a:pt x="6153" y="6608"/>
                    <a:pt x="6071" y="6593"/>
                    <a:pt x="5989" y="6566"/>
                  </a:cubicBezTo>
                  <a:cubicBezTo>
                    <a:pt x="5928" y="6551"/>
                    <a:pt x="5867" y="6543"/>
                    <a:pt x="5803" y="6543"/>
                  </a:cubicBezTo>
                  <a:cubicBezTo>
                    <a:pt x="5738" y="6543"/>
                    <a:pt x="5670" y="6551"/>
                    <a:pt x="5594" y="6566"/>
                  </a:cubicBezTo>
                  <a:lnTo>
                    <a:pt x="5503" y="6596"/>
                  </a:lnTo>
                  <a:cubicBezTo>
                    <a:pt x="5381" y="6657"/>
                    <a:pt x="5168" y="6748"/>
                    <a:pt x="5077" y="6839"/>
                  </a:cubicBezTo>
                  <a:lnTo>
                    <a:pt x="4925" y="6687"/>
                  </a:lnTo>
                  <a:cubicBezTo>
                    <a:pt x="4918" y="6684"/>
                    <a:pt x="4910" y="6682"/>
                    <a:pt x="4900" y="6682"/>
                  </a:cubicBezTo>
                  <a:cubicBezTo>
                    <a:pt x="4834" y="6682"/>
                    <a:pt x="4709" y="6753"/>
                    <a:pt x="4625" y="6753"/>
                  </a:cubicBezTo>
                  <a:cubicBezTo>
                    <a:pt x="4612" y="6753"/>
                    <a:pt x="4601" y="6752"/>
                    <a:pt x="4591" y="6748"/>
                  </a:cubicBezTo>
                  <a:lnTo>
                    <a:pt x="4317" y="6627"/>
                  </a:lnTo>
                  <a:cubicBezTo>
                    <a:pt x="4195" y="6718"/>
                    <a:pt x="4013" y="6748"/>
                    <a:pt x="3861" y="6748"/>
                  </a:cubicBezTo>
                  <a:cubicBezTo>
                    <a:pt x="3834" y="6739"/>
                    <a:pt x="3810" y="6736"/>
                    <a:pt x="3788" y="6736"/>
                  </a:cubicBezTo>
                  <a:cubicBezTo>
                    <a:pt x="3734" y="6736"/>
                    <a:pt x="3691" y="6757"/>
                    <a:pt x="3648" y="6779"/>
                  </a:cubicBezTo>
                  <a:lnTo>
                    <a:pt x="3588" y="6779"/>
                  </a:lnTo>
                  <a:lnTo>
                    <a:pt x="3284" y="6718"/>
                  </a:lnTo>
                  <a:cubicBezTo>
                    <a:pt x="3149" y="6814"/>
                    <a:pt x="3039" y="6874"/>
                    <a:pt x="2976" y="6874"/>
                  </a:cubicBezTo>
                  <a:cubicBezTo>
                    <a:pt x="2939" y="6874"/>
                    <a:pt x="2919" y="6854"/>
                    <a:pt x="2919" y="6809"/>
                  </a:cubicBezTo>
                  <a:lnTo>
                    <a:pt x="2706" y="6900"/>
                  </a:lnTo>
                  <a:cubicBezTo>
                    <a:pt x="2661" y="6915"/>
                    <a:pt x="2615" y="6923"/>
                    <a:pt x="2569" y="6923"/>
                  </a:cubicBezTo>
                  <a:cubicBezTo>
                    <a:pt x="2524" y="6923"/>
                    <a:pt x="2478" y="6915"/>
                    <a:pt x="2433" y="6900"/>
                  </a:cubicBezTo>
                  <a:cubicBezTo>
                    <a:pt x="2402" y="6870"/>
                    <a:pt x="2357" y="6855"/>
                    <a:pt x="2311" y="6855"/>
                  </a:cubicBezTo>
                  <a:cubicBezTo>
                    <a:pt x="2265" y="6855"/>
                    <a:pt x="2220" y="6870"/>
                    <a:pt x="2189" y="6900"/>
                  </a:cubicBezTo>
                  <a:cubicBezTo>
                    <a:pt x="2176" y="6905"/>
                    <a:pt x="2162" y="6906"/>
                    <a:pt x="2148" y="6906"/>
                  </a:cubicBezTo>
                  <a:cubicBezTo>
                    <a:pt x="2078" y="6906"/>
                    <a:pt x="1997" y="6863"/>
                    <a:pt x="1927" y="6863"/>
                  </a:cubicBezTo>
                  <a:cubicBezTo>
                    <a:pt x="1913" y="6863"/>
                    <a:pt x="1899" y="6865"/>
                    <a:pt x="1885" y="6870"/>
                  </a:cubicBezTo>
                  <a:lnTo>
                    <a:pt x="1794" y="6900"/>
                  </a:lnTo>
                  <a:cubicBezTo>
                    <a:pt x="1673" y="6900"/>
                    <a:pt x="1399" y="6991"/>
                    <a:pt x="1308" y="6991"/>
                  </a:cubicBezTo>
                  <a:cubicBezTo>
                    <a:pt x="1304" y="6990"/>
                    <a:pt x="1300" y="6989"/>
                    <a:pt x="1295" y="6989"/>
                  </a:cubicBezTo>
                  <a:cubicBezTo>
                    <a:pt x="1219" y="6989"/>
                    <a:pt x="1000" y="7204"/>
                    <a:pt x="943" y="7204"/>
                  </a:cubicBezTo>
                  <a:cubicBezTo>
                    <a:pt x="882" y="7174"/>
                    <a:pt x="761" y="7174"/>
                    <a:pt x="670" y="7174"/>
                  </a:cubicBezTo>
                  <a:lnTo>
                    <a:pt x="609" y="7265"/>
                  </a:lnTo>
                  <a:cubicBezTo>
                    <a:pt x="578" y="7295"/>
                    <a:pt x="396" y="7295"/>
                    <a:pt x="335" y="7326"/>
                  </a:cubicBezTo>
                  <a:cubicBezTo>
                    <a:pt x="244" y="7386"/>
                    <a:pt x="183" y="7478"/>
                    <a:pt x="153" y="7599"/>
                  </a:cubicBezTo>
                  <a:cubicBezTo>
                    <a:pt x="122" y="7690"/>
                    <a:pt x="183" y="7782"/>
                    <a:pt x="244" y="7903"/>
                  </a:cubicBezTo>
                  <a:lnTo>
                    <a:pt x="274" y="7994"/>
                  </a:lnTo>
                  <a:cubicBezTo>
                    <a:pt x="305" y="8086"/>
                    <a:pt x="183" y="8207"/>
                    <a:pt x="122" y="8207"/>
                  </a:cubicBezTo>
                  <a:cubicBezTo>
                    <a:pt x="62" y="8238"/>
                    <a:pt x="122" y="8450"/>
                    <a:pt x="62" y="8481"/>
                  </a:cubicBezTo>
                  <a:cubicBezTo>
                    <a:pt x="1" y="8541"/>
                    <a:pt x="92" y="8602"/>
                    <a:pt x="122" y="8633"/>
                  </a:cubicBezTo>
                  <a:cubicBezTo>
                    <a:pt x="183" y="8633"/>
                    <a:pt x="183" y="8754"/>
                    <a:pt x="92" y="8876"/>
                  </a:cubicBezTo>
                  <a:lnTo>
                    <a:pt x="153" y="8937"/>
                  </a:lnTo>
                  <a:lnTo>
                    <a:pt x="335" y="9149"/>
                  </a:lnTo>
                  <a:cubicBezTo>
                    <a:pt x="396" y="9362"/>
                    <a:pt x="487" y="9545"/>
                    <a:pt x="639" y="9727"/>
                  </a:cubicBezTo>
                  <a:lnTo>
                    <a:pt x="548" y="9818"/>
                  </a:lnTo>
                  <a:cubicBezTo>
                    <a:pt x="518" y="9879"/>
                    <a:pt x="548" y="9940"/>
                    <a:pt x="670" y="9970"/>
                  </a:cubicBezTo>
                  <a:lnTo>
                    <a:pt x="791" y="10000"/>
                  </a:lnTo>
                  <a:cubicBezTo>
                    <a:pt x="700" y="10061"/>
                    <a:pt x="609" y="10152"/>
                    <a:pt x="518" y="10213"/>
                  </a:cubicBezTo>
                  <a:cubicBezTo>
                    <a:pt x="457" y="10213"/>
                    <a:pt x="548" y="10335"/>
                    <a:pt x="578" y="10365"/>
                  </a:cubicBezTo>
                  <a:cubicBezTo>
                    <a:pt x="609" y="10426"/>
                    <a:pt x="639" y="10487"/>
                    <a:pt x="609" y="10548"/>
                  </a:cubicBezTo>
                  <a:lnTo>
                    <a:pt x="578" y="10608"/>
                  </a:lnTo>
                  <a:cubicBezTo>
                    <a:pt x="578" y="10730"/>
                    <a:pt x="639" y="10760"/>
                    <a:pt x="730" y="10760"/>
                  </a:cubicBezTo>
                  <a:lnTo>
                    <a:pt x="974" y="10730"/>
                  </a:lnTo>
                  <a:lnTo>
                    <a:pt x="974" y="10730"/>
                  </a:lnTo>
                  <a:cubicBezTo>
                    <a:pt x="943" y="10791"/>
                    <a:pt x="882" y="11004"/>
                    <a:pt x="822" y="11186"/>
                  </a:cubicBezTo>
                  <a:lnTo>
                    <a:pt x="1126" y="11338"/>
                  </a:lnTo>
                  <a:lnTo>
                    <a:pt x="1217" y="11368"/>
                  </a:lnTo>
                  <a:cubicBezTo>
                    <a:pt x="1338" y="11399"/>
                    <a:pt x="1490" y="11429"/>
                    <a:pt x="1612" y="11429"/>
                  </a:cubicBezTo>
                  <a:lnTo>
                    <a:pt x="1733" y="11459"/>
                  </a:lnTo>
                  <a:lnTo>
                    <a:pt x="1946" y="11490"/>
                  </a:lnTo>
                  <a:cubicBezTo>
                    <a:pt x="2129" y="11551"/>
                    <a:pt x="2706" y="11794"/>
                    <a:pt x="2858" y="11824"/>
                  </a:cubicBezTo>
                  <a:cubicBezTo>
                    <a:pt x="3040" y="11855"/>
                    <a:pt x="3223" y="11855"/>
                    <a:pt x="3405" y="11855"/>
                  </a:cubicBezTo>
                  <a:lnTo>
                    <a:pt x="3527" y="11915"/>
                  </a:lnTo>
                  <a:cubicBezTo>
                    <a:pt x="3618" y="11976"/>
                    <a:pt x="3709" y="12007"/>
                    <a:pt x="3800" y="12007"/>
                  </a:cubicBezTo>
                  <a:cubicBezTo>
                    <a:pt x="3827" y="12002"/>
                    <a:pt x="3852" y="12000"/>
                    <a:pt x="3877" y="12000"/>
                  </a:cubicBezTo>
                  <a:cubicBezTo>
                    <a:pt x="3995" y="12000"/>
                    <a:pt x="4089" y="12043"/>
                    <a:pt x="4191" y="12043"/>
                  </a:cubicBezTo>
                  <a:cubicBezTo>
                    <a:pt x="4212" y="12043"/>
                    <a:pt x="4234" y="12041"/>
                    <a:pt x="4256" y="12037"/>
                  </a:cubicBezTo>
                  <a:lnTo>
                    <a:pt x="5168" y="12037"/>
                  </a:lnTo>
                  <a:cubicBezTo>
                    <a:pt x="5259" y="12098"/>
                    <a:pt x="5381" y="12098"/>
                    <a:pt x="5503" y="12098"/>
                  </a:cubicBezTo>
                  <a:lnTo>
                    <a:pt x="5563" y="12128"/>
                  </a:lnTo>
                  <a:lnTo>
                    <a:pt x="5624" y="12189"/>
                  </a:lnTo>
                  <a:lnTo>
                    <a:pt x="5867" y="12371"/>
                  </a:lnTo>
                  <a:cubicBezTo>
                    <a:pt x="5867" y="12402"/>
                    <a:pt x="5776" y="12462"/>
                    <a:pt x="5715" y="12462"/>
                  </a:cubicBezTo>
                  <a:cubicBezTo>
                    <a:pt x="5654" y="12493"/>
                    <a:pt x="5776" y="12554"/>
                    <a:pt x="5958" y="12614"/>
                  </a:cubicBezTo>
                  <a:lnTo>
                    <a:pt x="6019" y="12402"/>
                  </a:lnTo>
                  <a:lnTo>
                    <a:pt x="6050" y="12280"/>
                  </a:lnTo>
                  <a:cubicBezTo>
                    <a:pt x="6202" y="12311"/>
                    <a:pt x="6354" y="12341"/>
                    <a:pt x="6506" y="12432"/>
                  </a:cubicBezTo>
                  <a:cubicBezTo>
                    <a:pt x="6536" y="12462"/>
                    <a:pt x="6566" y="12493"/>
                    <a:pt x="6597" y="12554"/>
                  </a:cubicBezTo>
                  <a:lnTo>
                    <a:pt x="6566" y="12584"/>
                  </a:lnTo>
                  <a:lnTo>
                    <a:pt x="6536" y="12645"/>
                  </a:lnTo>
                  <a:cubicBezTo>
                    <a:pt x="6445" y="12675"/>
                    <a:pt x="6445" y="12797"/>
                    <a:pt x="6536" y="12918"/>
                  </a:cubicBezTo>
                  <a:lnTo>
                    <a:pt x="6627" y="12949"/>
                  </a:lnTo>
                  <a:cubicBezTo>
                    <a:pt x="6718" y="12979"/>
                    <a:pt x="6749" y="13040"/>
                    <a:pt x="6688" y="13101"/>
                  </a:cubicBezTo>
                  <a:lnTo>
                    <a:pt x="6536" y="13101"/>
                  </a:lnTo>
                  <a:lnTo>
                    <a:pt x="6384" y="13010"/>
                  </a:lnTo>
                  <a:cubicBezTo>
                    <a:pt x="6354" y="13070"/>
                    <a:pt x="6323" y="13162"/>
                    <a:pt x="6293" y="13222"/>
                  </a:cubicBezTo>
                  <a:cubicBezTo>
                    <a:pt x="6289" y="13226"/>
                    <a:pt x="6284" y="13227"/>
                    <a:pt x="6276" y="13227"/>
                  </a:cubicBezTo>
                  <a:cubicBezTo>
                    <a:pt x="6211" y="13227"/>
                    <a:pt x="6013" y="13128"/>
                    <a:pt x="5958" y="13101"/>
                  </a:cubicBezTo>
                  <a:cubicBezTo>
                    <a:pt x="5944" y="13091"/>
                    <a:pt x="5927" y="13087"/>
                    <a:pt x="5911" y="13087"/>
                  </a:cubicBezTo>
                  <a:cubicBezTo>
                    <a:pt x="5824" y="13087"/>
                    <a:pt x="5725" y="13202"/>
                    <a:pt x="5776" y="13253"/>
                  </a:cubicBezTo>
                  <a:cubicBezTo>
                    <a:pt x="5837" y="13283"/>
                    <a:pt x="6202" y="13405"/>
                    <a:pt x="6293" y="13496"/>
                  </a:cubicBezTo>
                  <a:cubicBezTo>
                    <a:pt x="6304" y="13503"/>
                    <a:pt x="6315" y="13507"/>
                    <a:pt x="6325" y="13507"/>
                  </a:cubicBezTo>
                  <a:cubicBezTo>
                    <a:pt x="6399" y="13507"/>
                    <a:pt x="6449" y="13340"/>
                    <a:pt x="6475" y="13314"/>
                  </a:cubicBezTo>
                  <a:cubicBezTo>
                    <a:pt x="6486" y="13292"/>
                    <a:pt x="6504" y="13282"/>
                    <a:pt x="6526" y="13282"/>
                  </a:cubicBezTo>
                  <a:cubicBezTo>
                    <a:pt x="6566" y="13282"/>
                    <a:pt x="6618" y="13315"/>
                    <a:pt x="6658" y="13374"/>
                  </a:cubicBezTo>
                  <a:lnTo>
                    <a:pt x="6688" y="13496"/>
                  </a:lnTo>
                  <a:lnTo>
                    <a:pt x="6688" y="13526"/>
                  </a:lnTo>
                  <a:cubicBezTo>
                    <a:pt x="6709" y="13533"/>
                    <a:pt x="6740" y="13535"/>
                    <a:pt x="6777" y="13535"/>
                  </a:cubicBezTo>
                  <a:cubicBezTo>
                    <a:pt x="6843" y="13535"/>
                    <a:pt x="6925" y="13528"/>
                    <a:pt x="6992" y="13528"/>
                  </a:cubicBezTo>
                  <a:cubicBezTo>
                    <a:pt x="7054" y="13528"/>
                    <a:pt x="7102" y="13534"/>
                    <a:pt x="7113" y="13557"/>
                  </a:cubicBezTo>
                  <a:cubicBezTo>
                    <a:pt x="7144" y="13618"/>
                    <a:pt x="7022" y="13861"/>
                    <a:pt x="6962" y="13952"/>
                  </a:cubicBezTo>
                  <a:cubicBezTo>
                    <a:pt x="6901" y="14013"/>
                    <a:pt x="6840" y="14043"/>
                    <a:pt x="6779" y="14104"/>
                  </a:cubicBezTo>
                  <a:lnTo>
                    <a:pt x="6749" y="14104"/>
                  </a:lnTo>
                  <a:cubicBezTo>
                    <a:pt x="6718" y="14104"/>
                    <a:pt x="6688" y="14073"/>
                    <a:pt x="6658" y="14043"/>
                  </a:cubicBezTo>
                  <a:cubicBezTo>
                    <a:pt x="6658" y="14013"/>
                    <a:pt x="6688" y="13952"/>
                    <a:pt x="6658" y="13921"/>
                  </a:cubicBezTo>
                  <a:lnTo>
                    <a:pt x="6627" y="13861"/>
                  </a:lnTo>
                  <a:cubicBezTo>
                    <a:pt x="6621" y="13854"/>
                    <a:pt x="6606" y="13852"/>
                    <a:pt x="6587" y="13852"/>
                  </a:cubicBezTo>
                  <a:cubicBezTo>
                    <a:pt x="6533" y="13852"/>
                    <a:pt x="6443" y="13869"/>
                    <a:pt x="6379" y="13869"/>
                  </a:cubicBezTo>
                  <a:cubicBezTo>
                    <a:pt x="6356" y="13869"/>
                    <a:pt x="6336" y="13867"/>
                    <a:pt x="6323" y="13861"/>
                  </a:cubicBezTo>
                  <a:cubicBezTo>
                    <a:pt x="6309" y="13846"/>
                    <a:pt x="6290" y="13840"/>
                    <a:pt x="6271" y="13840"/>
                  </a:cubicBezTo>
                  <a:cubicBezTo>
                    <a:pt x="6211" y="13840"/>
                    <a:pt x="6141" y="13898"/>
                    <a:pt x="6141" y="13921"/>
                  </a:cubicBezTo>
                  <a:cubicBezTo>
                    <a:pt x="6171" y="13982"/>
                    <a:pt x="6171" y="14043"/>
                    <a:pt x="6141" y="14073"/>
                  </a:cubicBezTo>
                  <a:lnTo>
                    <a:pt x="6110" y="14104"/>
                  </a:lnTo>
                  <a:cubicBezTo>
                    <a:pt x="6019" y="14165"/>
                    <a:pt x="6019" y="14256"/>
                    <a:pt x="6110" y="14256"/>
                  </a:cubicBezTo>
                  <a:cubicBezTo>
                    <a:pt x="6323" y="14286"/>
                    <a:pt x="6171" y="14377"/>
                    <a:pt x="6171" y="14408"/>
                  </a:cubicBezTo>
                  <a:cubicBezTo>
                    <a:pt x="6141" y="14408"/>
                    <a:pt x="6202" y="14499"/>
                    <a:pt x="6232" y="14499"/>
                  </a:cubicBezTo>
                  <a:cubicBezTo>
                    <a:pt x="6270" y="14494"/>
                    <a:pt x="6306" y="14491"/>
                    <a:pt x="6342" y="14491"/>
                  </a:cubicBezTo>
                  <a:cubicBezTo>
                    <a:pt x="6509" y="14491"/>
                    <a:pt x="6659" y="14546"/>
                    <a:pt x="6810" y="14621"/>
                  </a:cubicBezTo>
                  <a:lnTo>
                    <a:pt x="6901" y="14651"/>
                  </a:lnTo>
                  <a:cubicBezTo>
                    <a:pt x="7053" y="14621"/>
                    <a:pt x="7205" y="14621"/>
                    <a:pt x="7357" y="14621"/>
                  </a:cubicBezTo>
                  <a:cubicBezTo>
                    <a:pt x="7448" y="14651"/>
                    <a:pt x="7509" y="14712"/>
                    <a:pt x="7569" y="14803"/>
                  </a:cubicBezTo>
                  <a:lnTo>
                    <a:pt x="7600" y="14803"/>
                  </a:lnTo>
                  <a:cubicBezTo>
                    <a:pt x="7612" y="14809"/>
                    <a:pt x="7624" y="14811"/>
                    <a:pt x="7636" y="14811"/>
                  </a:cubicBezTo>
                  <a:cubicBezTo>
                    <a:pt x="7685" y="14811"/>
                    <a:pt x="7734" y="14773"/>
                    <a:pt x="7782" y="14773"/>
                  </a:cubicBezTo>
                  <a:cubicBezTo>
                    <a:pt x="7843" y="14773"/>
                    <a:pt x="7873" y="14803"/>
                    <a:pt x="7904" y="14833"/>
                  </a:cubicBezTo>
                  <a:cubicBezTo>
                    <a:pt x="7934" y="14894"/>
                    <a:pt x="7965" y="14985"/>
                    <a:pt x="8025" y="14985"/>
                  </a:cubicBezTo>
                  <a:cubicBezTo>
                    <a:pt x="8299" y="15077"/>
                    <a:pt x="8572" y="15137"/>
                    <a:pt x="8846" y="15168"/>
                  </a:cubicBezTo>
                  <a:lnTo>
                    <a:pt x="8998" y="15198"/>
                  </a:lnTo>
                  <a:cubicBezTo>
                    <a:pt x="9089" y="15183"/>
                    <a:pt x="9180" y="15175"/>
                    <a:pt x="9275" y="15175"/>
                  </a:cubicBezTo>
                  <a:cubicBezTo>
                    <a:pt x="9370" y="15175"/>
                    <a:pt x="9469" y="15183"/>
                    <a:pt x="9576" y="15198"/>
                  </a:cubicBezTo>
                  <a:cubicBezTo>
                    <a:pt x="9636" y="15228"/>
                    <a:pt x="9697" y="15259"/>
                    <a:pt x="9788" y="15259"/>
                  </a:cubicBezTo>
                  <a:cubicBezTo>
                    <a:pt x="9857" y="15190"/>
                    <a:pt x="9939" y="15171"/>
                    <a:pt x="10022" y="15171"/>
                  </a:cubicBezTo>
                  <a:cubicBezTo>
                    <a:pt x="10121" y="15171"/>
                    <a:pt x="10222" y="15198"/>
                    <a:pt x="10305" y="15198"/>
                  </a:cubicBezTo>
                  <a:cubicBezTo>
                    <a:pt x="10361" y="15187"/>
                    <a:pt x="10416" y="15180"/>
                    <a:pt x="10470" y="15180"/>
                  </a:cubicBezTo>
                  <a:cubicBezTo>
                    <a:pt x="10564" y="15180"/>
                    <a:pt x="10653" y="15201"/>
                    <a:pt x="10731" y="15259"/>
                  </a:cubicBezTo>
                  <a:cubicBezTo>
                    <a:pt x="10739" y="15263"/>
                    <a:pt x="10749" y="15265"/>
                    <a:pt x="10760" y="15265"/>
                  </a:cubicBezTo>
                  <a:cubicBezTo>
                    <a:pt x="10825" y="15265"/>
                    <a:pt x="10926" y="15198"/>
                    <a:pt x="11004" y="15198"/>
                  </a:cubicBezTo>
                  <a:cubicBezTo>
                    <a:pt x="11069" y="15198"/>
                    <a:pt x="11119" y="15276"/>
                    <a:pt x="11175" y="15276"/>
                  </a:cubicBezTo>
                  <a:cubicBezTo>
                    <a:pt x="11198" y="15276"/>
                    <a:pt x="11221" y="15263"/>
                    <a:pt x="11247" y="15228"/>
                  </a:cubicBezTo>
                  <a:lnTo>
                    <a:pt x="11338" y="15137"/>
                  </a:lnTo>
                  <a:cubicBezTo>
                    <a:pt x="11460" y="15198"/>
                    <a:pt x="11582" y="15259"/>
                    <a:pt x="11703" y="15320"/>
                  </a:cubicBezTo>
                  <a:lnTo>
                    <a:pt x="11825" y="15259"/>
                  </a:lnTo>
                  <a:lnTo>
                    <a:pt x="11916" y="15198"/>
                  </a:lnTo>
                  <a:cubicBezTo>
                    <a:pt x="12098" y="15198"/>
                    <a:pt x="12281" y="15168"/>
                    <a:pt x="12463" y="15107"/>
                  </a:cubicBezTo>
                  <a:lnTo>
                    <a:pt x="12554" y="15198"/>
                  </a:lnTo>
                  <a:lnTo>
                    <a:pt x="12676" y="15289"/>
                  </a:lnTo>
                  <a:cubicBezTo>
                    <a:pt x="12716" y="15269"/>
                    <a:pt x="12770" y="15262"/>
                    <a:pt x="12828" y="15262"/>
                  </a:cubicBezTo>
                  <a:cubicBezTo>
                    <a:pt x="12943" y="15262"/>
                    <a:pt x="13071" y="15289"/>
                    <a:pt x="13132" y="15289"/>
                  </a:cubicBezTo>
                  <a:cubicBezTo>
                    <a:pt x="13284" y="15228"/>
                    <a:pt x="13466" y="15198"/>
                    <a:pt x="13618" y="15198"/>
                  </a:cubicBezTo>
                  <a:lnTo>
                    <a:pt x="14013" y="15198"/>
                  </a:lnTo>
                  <a:cubicBezTo>
                    <a:pt x="14030" y="15204"/>
                    <a:pt x="14047" y="15206"/>
                    <a:pt x="14063" y="15206"/>
                  </a:cubicBezTo>
                  <a:cubicBezTo>
                    <a:pt x="14137" y="15206"/>
                    <a:pt x="14207" y="15157"/>
                    <a:pt x="14256" y="15107"/>
                  </a:cubicBezTo>
                  <a:lnTo>
                    <a:pt x="14378" y="15228"/>
                  </a:lnTo>
                  <a:lnTo>
                    <a:pt x="14408" y="15228"/>
                  </a:lnTo>
                  <a:cubicBezTo>
                    <a:pt x="14484" y="15191"/>
                    <a:pt x="14570" y="15165"/>
                    <a:pt x="14640" y="15165"/>
                  </a:cubicBezTo>
                  <a:cubicBezTo>
                    <a:pt x="14683" y="15165"/>
                    <a:pt x="14720" y="15175"/>
                    <a:pt x="14743" y="15198"/>
                  </a:cubicBezTo>
                  <a:lnTo>
                    <a:pt x="14773" y="15259"/>
                  </a:lnTo>
                  <a:cubicBezTo>
                    <a:pt x="14773" y="15274"/>
                    <a:pt x="14781" y="15282"/>
                    <a:pt x="14792" y="15282"/>
                  </a:cubicBezTo>
                  <a:cubicBezTo>
                    <a:pt x="14804" y="15282"/>
                    <a:pt x="14819" y="15274"/>
                    <a:pt x="14834" y="15259"/>
                  </a:cubicBezTo>
                  <a:lnTo>
                    <a:pt x="14864" y="15259"/>
                  </a:lnTo>
                  <a:lnTo>
                    <a:pt x="14864" y="15228"/>
                  </a:lnTo>
                  <a:cubicBezTo>
                    <a:pt x="14956" y="15213"/>
                    <a:pt x="15039" y="15206"/>
                    <a:pt x="15123" y="15206"/>
                  </a:cubicBezTo>
                  <a:cubicBezTo>
                    <a:pt x="15206" y="15206"/>
                    <a:pt x="15290" y="15213"/>
                    <a:pt x="15381" y="15228"/>
                  </a:cubicBezTo>
                  <a:cubicBezTo>
                    <a:pt x="15503" y="15198"/>
                    <a:pt x="15624" y="15107"/>
                    <a:pt x="15685" y="14985"/>
                  </a:cubicBezTo>
                  <a:cubicBezTo>
                    <a:pt x="15707" y="14964"/>
                    <a:pt x="15743" y="14942"/>
                    <a:pt x="15784" y="14942"/>
                  </a:cubicBezTo>
                  <a:cubicBezTo>
                    <a:pt x="15801" y="14942"/>
                    <a:pt x="15819" y="14946"/>
                    <a:pt x="15837" y="14955"/>
                  </a:cubicBezTo>
                  <a:lnTo>
                    <a:pt x="15867" y="14955"/>
                  </a:lnTo>
                  <a:lnTo>
                    <a:pt x="15989" y="15046"/>
                  </a:lnTo>
                  <a:cubicBezTo>
                    <a:pt x="16080" y="15016"/>
                    <a:pt x="16202" y="15016"/>
                    <a:pt x="16293" y="15016"/>
                  </a:cubicBezTo>
                  <a:lnTo>
                    <a:pt x="16658" y="15137"/>
                  </a:lnTo>
                  <a:lnTo>
                    <a:pt x="16810" y="15046"/>
                  </a:lnTo>
                  <a:cubicBezTo>
                    <a:pt x="16830" y="15036"/>
                    <a:pt x="16850" y="15033"/>
                    <a:pt x="16871" y="15033"/>
                  </a:cubicBezTo>
                  <a:cubicBezTo>
                    <a:pt x="16911" y="15033"/>
                    <a:pt x="16952" y="15046"/>
                    <a:pt x="16992" y="15046"/>
                  </a:cubicBezTo>
                  <a:lnTo>
                    <a:pt x="17053" y="15046"/>
                  </a:lnTo>
                  <a:cubicBezTo>
                    <a:pt x="17056" y="15049"/>
                    <a:pt x="17063" y="15051"/>
                    <a:pt x="17074" y="15051"/>
                  </a:cubicBezTo>
                  <a:cubicBezTo>
                    <a:pt x="17155" y="15051"/>
                    <a:pt x="17435" y="14955"/>
                    <a:pt x="17570" y="14955"/>
                  </a:cubicBezTo>
                  <a:cubicBezTo>
                    <a:pt x="17592" y="14963"/>
                    <a:pt x="17617" y="14966"/>
                    <a:pt x="17643" y="14966"/>
                  </a:cubicBezTo>
                  <a:cubicBezTo>
                    <a:pt x="17720" y="14966"/>
                    <a:pt x="17805" y="14932"/>
                    <a:pt x="17874" y="14864"/>
                  </a:cubicBezTo>
                  <a:lnTo>
                    <a:pt x="17934" y="14955"/>
                  </a:lnTo>
                  <a:cubicBezTo>
                    <a:pt x="17934" y="14985"/>
                    <a:pt x="17874" y="15077"/>
                    <a:pt x="17843" y="15077"/>
                  </a:cubicBezTo>
                  <a:cubicBezTo>
                    <a:pt x="17722" y="15107"/>
                    <a:pt x="17691" y="15168"/>
                    <a:pt x="17752" y="15228"/>
                  </a:cubicBezTo>
                  <a:cubicBezTo>
                    <a:pt x="17764" y="15252"/>
                    <a:pt x="17806" y="15262"/>
                    <a:pt x="17855" y="15262"/>
                  </a:cubicBezTo>
                  <a:cubicBezTo>
                    <a:pt x="17933" y="15262"/>
                    <a:pt x="18026" y="15236"/>
                    <a:pt x="18026" y="15198"/>
                  </a:cubicBezTo>
                  <a:lnTo>
                    <a:pt x="18026" y="14955"/>
                  </a:lnTo>
                  <a:cubicBezTo>
                    <a:pt x="18050" y="14951"/>
                    <a:pt x="18073" y="14949"/>
                    <a:pt x="18097" y="14949"/>
                  </a:cubicBezTo>
                  <a:cubicBezTo>
                    <a:pt x="18255" y="14949"/>
                    <a:pt x="18410" y="15032"/>
                    <a:pt x="18542" y="15137"/>
                  </a:cubicBezTo>
                  <a:cubicBezTo>
                    <a:pt x="18573" y="15198"/>
                    <a:pt x="18664" y="15228"/>
                    <a:pt x="18694" y="15228"/>
                  </a:cubicBezTo>
                  <a:cubicBezTo>
                    <a:pt x="18725" y="15198"/>
                    <a:pt x="18725" y="15168"/>
                    <a:pt x="18694" y="15107"/>
                  </a:cubicBezTo>
                  <a:cubicBezTo>
                    <a:pt x="18755" y="15046"/>
                    <a:pt x="18846" y="15046"/>
                    <a:pt x="18907" y="15016"/>
                  </a:cubicBezTo>
                  <a:lnTo>
                    <a:pt x="18937" y="14985"/>
                  </a:lnTo>
                  <a:cubicBezTo>
                    <a:pt x="18919" y="14931"/>
                    <a:pt x="18978" y="14920"/>
                    <a:pt x="19040" y="14920"/>
                  </a:cubicBezTo>
                  <a:cubicBezTo>
                    <a:pt x="19082" y="14920"/>
                    <a:pt x="19126" y="14925"/>
                    <a:pt x="19150" y="14925"/>
                  </a:cubicBezTo>
                  <a:cubicBezTo>
                    <a:pt x="19211" y="14955"/>
                    <a:pt x="19424" y="15107"/>
                    <a:pt x="19545" y="15137"/>
                  </a:cubicBezTo>
                  <a:cubicBezTo>
                    <a:pt x="19574" y="15144"/>
                    <a:pt x="19603" y="15148"/>
                    <a:pt x="19631" y="15148"/>
                  </a:cubicBezTo>
                  <a:cubicBezTo>
                    <a:pt x="19721" y="15148"/>
                    <a:pt x="19803" y="15109"/>
                    <a:pt x="19849" y="15016"/>
                  </a:cubicBezTo>
                  <a:lnTo>
                    <a:pt x="19910" y="14955"/>
                  </a:lnTo>
                  <a:lnTo>
                    <a:pt x="19940" y="14925"/>
                  </a:lnTo>
                  <a:lnTo>
                    <a:pt x="20244" y="14742"/>
                  </a:lnTo>
                  <a:lnTo>
                    <a:pt x="20336" y="14833"/>
                  </a:lnTo>
                  <a:lnTo>
                    <a:pt x="20396" y="14925"/>
                  </a:lnTo>
                  <a:cubicBezTo>
                    <a:pt x="20518" y="14985"/>
                    <a:pt x="20609" y="15046"/>
                    <a:pt x="20731" y="15107"/>
                  </a:cubicBezTo>
                  <a:lnTo>
                    <a:pt x="20792" y="15046"/>
                  </a:lnTo>
                  <a:lnTo>
                    <a:pt x="20883" y="15016"/>
                  </a:lnTo>
                  <a:cubicBezTo>
                    <a:pt x="20903" y="14996"/>
                    <a:pt x="20928" y="14987"/>
                    <a:pt x="20954" y="14987"/>
                  </a:cubicBezTo>
                  <a:cubicBezTo>
                    <a:pt x="21049" y="14987"/>
                    <a:pt x="21170" y="15090"/>
                    <a:pt x="21217" y="15137"/>
                  </a:cubicBezTo>
                  <a:cubicBezTo>
                    <a:pt x="21232" y="15168"/>
                    <a:pt x="21270" y="15183"/>
                    <a:pt x="21308" y="15183"/>
                  </a:cubicBezTo>
                  <a:cubicBezTo>
                    <a:pt x="21346" y="15183"/>
                    <a:pt x="21384" y="15168"/>
                    <a:pt x="21399" y="15137"/>
                  </a:cubicBezTo>
                  <a:cubicBezTo>
                    <a:pt x="21420" y="15127"/>
                    <a:pt x="21443" y="15124"/>
                    <a:pt x="21467" y="15124"/>
                  </a:cubicBezTo>
                  <a:cubicBezTo>
                    <a:pt x="21514" y="15124"/>
                    <a:pt x="21562" y="15137"/>
                    <a:pt x="21582" y="15137"/>
                  </a:cubicBezTo>
                  <a:cubicBezTo>
                    <a:pt x="21643" y="15107"/>
                    <a:pt x="21703" y="15107"/>
                    <a:pt x="21734" y="15077"/>
                  </a:cubicBezTo>
                  <a:lnTo>
                    <a:pt x="21886" y="15077"/>
                  </a:lnTo>
                  <a:cubicBezTo>
                    <a:pt x="21947" y="15077"/>
                    <a:pt x="22007" y="15046"/>
                    <a:pt x="22038" y="14985"/>
                  </a:cubicBezTo>
                  <a:cubicBezTo>
                    <a:pt x="21977" y="14894"/>
                    <a:pt x="21947" y="14833"/>
                    <a:pt x="21886" y="14742"/>
                  </a:cubicBezTo>
                  <a:lnTo>
                    <a:pt x="21582" y="14742"/>
                  </a:lnTo>
                  <a:cubicBezTo>
                    <a:pt x="21673" y="14681"/>
                    <a:pt x="21764" y="14621"/>
                    <a:pt x="21825" y="14560"/>
                  </a:cubicBezTo>
                  <a:cubicBezTo>
                    <a:pt x="21828" y="14556"/>
                    <a:pt x="21833" y="14555"/>
                    <a:pt x="21838" y="14555"/>
                  </a:cubicBezTo>
                  <a:cubicBezTo>
                    <a:pt x="21881" y="14555"/>
                    <a:pt x="21980" y="14654"/>
                    <a:pt x="22007" y="14681"/>
                  </a:cubicBezTo>
                  <a:cubicBezTo>
                    <a:pt x="22068" y="14742"/>
                    <a:pt x="22129" y="14833"/>
                    <a:pt x="22159" y="14894"/>
                  </a:cubicBezTo>
                  <a:cubicBezTo>
                    <a:pt x="22159" y="14955"/>
                    <a:pt x="22190" y="14985"/>
                    <a:pt x="22251" y="15016"/>
                  </a:cubicBezTo>
                  <a:cubicBezTo>
                    <a:pt x="22281" y="15016"/>
                    <a:pt x="22342" y="14955"/>
                    <a:pt x="22403" y="14864"/>
                  </a:cubicBezTo>
                  <a:lnTo>
                    <a:pt x="22494" y="14773"/>
                  </a:lnTo>
                  <a:lnTo>
                    <a:pt x="22646" y="14773"/>
                  </a:lnTo>
                  <a:cubicBezTo>
                    <a:pt x="22646" y="14833"/>
                    <a:pt x="22646" y="14894"/>
                    <a:pt x="22615" y="14955"/>
                  </a:cubicBezTo>
                  <a:cubicBezTo>
                    <a:pt x="22494" y="15016"/>
                    <a:pt x="22372" y="15077"/>
                    <a:pt x="22251" y="15107"/>
                  </a:cubicBezTo>
                  <a:cubicBezTo>
                    <a:pt x="22159" y="15168"/>
                    <a:pt x="21825" y="15259"/>
                    <a:pt x="21855" y="15320"/>
                  </a:cubicBezTo>
                  <a:cubicBezTo>
                    <a:pt x="21883" y="15361"/>
                    <a:pt x="21947" y="15377"/>
                    <a:pt x="22013" y="15377"/>
                  </a:cubicBezTo>
                  <a:cubicBezTo>
                    <a:pt x="22092" y="15377"/>
                    <a:pt x="22173" y="15353"/>
                    <a:pt x="22190" y="15320"/>
                  </a:cubicBezTo>
                  <a:cubicBezTo>
                    <a:pt x="22220" y="15289"/>
                    <a:pt x="22372" y="15168"/>
                    <a:pt x="22433" y="15168"/>
                  </a:cubicBezTo>
                  <a:cubicBezTo>
                    <a:pt x="22436" y="15169"/>
                    <a:pt x="22441" y="15170"/>
                    <a:pt x="22446" y="15170"/>
                  </a:cubicBezTo>
                  <a:cubicBezTo>
                    <a:pt x="22532" y="15170"/>
                    <a:pt x="22833" y="14948"/>
                    <a:pt x="22919" y="14833"/>
                  </a:cubicBezTo>
                  <a:cubicBezTo>
                    <a:pt x="22937" y="14810"/>
                    <a:pt x="22950" y="14800"/>
                    <a:pt x="22959" y="14800"/>
                  </a:cubicBezTo>
                  <a:cubicBezTo>
                    <a:pt x="22998" y="14800"/>
                    <a:pt x="22968" y="14978"/>
                    <a:pt x="22919" y="15077"/>
                  </a:cubicBezTo>
                  <a:cubicBezTo>
                    <a:pt x="22889" y="15168"/>
                    <a:pt x="22889" y="15259"/>
                    <a:pt x="22919" y="15350"/>
                  </a:cubicBezTo>
                  <a:cubicBezTo>
                    <a:pt x="22934" y="15350"/>
                    <a:pt x="23003" y="15358"/>
                    <a:pt x="23067" y="15358"/>
                  </a:cubicBezTo>
                  <a:cubicBezTo>
                    <a:pt x="23132" y="15358"/>
                    <a:pt x="23193" y="15350"/>
                    <a:pt x="23193" y="15320"/>
                  </a:cubicBezTo>
                  <a:cubicBezTo>
                    <a:pt x="23223" y="15259"/>
                    <a:pt x="23284" y="15077"/>
                    <a:pt x="23345" y="15046"/>
                  </a:cubicBezTo>
                  <a:cubicBezTo>
                    <a:pt x="23406" y="15046"/>
                    <a:pt x="23466" y="15168"/>
                    <a:pt x="23466" y="15228"/>
                  </a:cubicBezTo>
                  <a:cubicBezTo>
                    <a:pt x="23466" y="15259"/>
                    <a:pt x="23558" y="15350"/>
                    <a:pt x="23710" y="15411"/>
                  </a:cubicBezTo>
                  <a:lnTo>
                    <a:pt x="23801" y="15411"/>
                  </a:lnTo>
                  <a:cubicBezTo>
                    <a:pt x="23831" y="15411"/>
                    <a:pt x="23862" y="15411"/>
                    <a:pt x="23862" y="15380"/>
                  </a:cubicBezTo>
                  <a:cubicBezTo>
                    <a:pt x="23801" y="15289"/>
                    <a:pt x="23740" y="15259"/>
                    <a:pt x="23649" y="15198"/>
                  </a:cubicBezTo>
                  <a:cubicBezTo>
                    <a:pt x="23588" y="15168"/>
                    <a:pt x="23710" y="15168"/>
                    <a:pt x="23740" y="15168"/>
                  </a:cubicBezTo>
                  <a:cubicBezTo>
                    <a:pt x="23862" y="15168"/>
                    <a:pt x="23953" y="15198"/>
                    <a:pt x="24044" y="15198"/>
                  </a:cubicBezTo>
                  <a:cubicBezTo>
                    <a:pt x="24105" y="15198"/>
                    <a:pt x="24196" y="15350"/>
                    <a:pt x="24196" y="15411"/>
                  </a:cubicBezTo>
                  <a:cubicBezTo>
                    <a:pt x="24199" y="15416"/>
                    <a:pt x="24202" y="15419"/>
                    <a:pt x="24206" y="15419"/>
                  </a:cubicBezTo>
                  <a:cubicBezTo>
                    <a:pt x="24248" y="15419"/>
                    <a:pt x="24356" y="15160"/>
                    <a:pt x="24439" y="15077"/>
                  </a:cubicBezTo>
                  <a:cubicBezTo>
                    <a:pt x="24530" y="15016"/>
                    <a:pt x="24591" y="14955"/>
                    <a:pt x="24652" y="14894"/>
                  </a:cubicBezTo>
                  <a:cubicBezTo>
                    <a:pt x="24682" y="14864"/>
                    <a:pt x="24804" y="14773"/>
                    <a:pt x="24865" y="14773"/>
                  </a:cubicBezTo>
                  <a:cubicBezTo>
                    <a:pt x="24925" y="14773"/>
                    <a:pt x="24956" y="14833"/>
                    <a:pt x="24986" y="14894"/>
                  </a:cubicBezTo>
                  <a:cubicBezTo>
                    <a:pt x="24986" y="14898"/>
                    <a:pt x="24987" y="14900"/>
                    <a:pt x="24989" y="14900"/>
                  </a:cubicBezTo>
                  <a:cubicBezTo>
                    <a:pt x="25002" y="14900"/>
                    <a:pt x="25055" y="14814"/>
                    <a:pt x="25108" y="14681"/>
                  </a:cubicBezTo>
                  <a:lnTo>
                    <a:pt x="25351" y="14833"/>
                  </a:lnTo>
                  <a:lnTo>
                    <a:pt x="25442" y="14894"/>
                  </a:lnTo>
                  <a:cubicBezTo>
                    <a:pt x="25459" y="14891"/>
                    <a:pt x="25474" y="14890"/>
                    <a:pt x="25487" y="14890"/>
                  </a:cubicBezTo>
                  <a:cubicBezTo>
                    <a:pt x="25624" y="14890"/>
                    <a:pt x="25622" y="15016"/>
                    <a:pt x="25594" y="15016"/>
                  </a:cubicBezTo>
                  <a:lnTo>
                    <a:pt x="25199" y="14925"/>
                  </a:lnTo>
                  <a:lnTo>
                    <a:pt x="25138" y="15107"/>
                  </a:lnTo>
                  <a:cubicBezTo>
                    <a:pt x="25047" y="15107"/>
                    <a:pt x="25229" y="15168"/>
                    <a:pt x="25503" y="15228"/>
                  </a:cubicBezTo>
                  <a:lnTo>
                    <a:pt x="25685" y="15137"/>
                  </a:lnTo>
                  <a:lnTo>
                    <a:pt x="25959" y="15016"/>
                  </a:lnTo>
                  <a:cubicBezTo>
                    <a:pt x="26111" y="15077"/>
                    <a:pt x="26232" y="15228"/>
                    <a:pt x="26263" y="15380"/>
                  </a:cubicBezTo>
                  <a:cubicBezTo>
                    <a:pt x="26248" y="15396"/>
                    <a:pt x="26278" y="15403"/>
                    <a:pt x="26331" y="15403"/>
                  </a:cubicBezTo>
                  <a:cubicBezTo>
                    <a:pt x="26384" y="15403"/>
                    <a:pt x="26460" y="15396"/>
                    <a:pt x="26536" y="15380"/>
                  </a:cubicBezTo>
                  <a:lnTo>
                    <a:pt x="26749" y="15472"/>
                  </a:lnTo>
                  <a:lnTo>
                    <a:pt x="26840" y="15532"/>
                  </a:lnTo>
                  <a:cubicBezTo>
                    <a:pt x="27083" y="15502"/>
                    <a:pt x="27205" y="15380"/>
                    <a:pt x="27205" y="15380"/>
                  </a:cubicBezTo>
                  <a:cubicBezTo>
                    <a:pt x="27175" y="15350"/>
                    <a:pt x="27205" y="15320"/>
                    <a:pt x="27235" y="15320"/>
                  </a:cubicBezTo>
                  <a:lnTo>
                    <a:pt x="27296" y="15320"/>
                  </a:lnTo>
                  <a:cubicBezTo>
                    <a:pt x="27324" y="15320"/>
                    <a:pt x="27628" y="15445"/>
                    <a:pt x="27729" y="15445"/>
                  </a:cubicBezTo>
                  <a:cubicBezTo>
                    <a:pt x="27739" y="15445"/>
                    <a:pt x="27747" y="15444"/>
                    <a:pt x="27752" y="15441"/>
                  </a:cubicBezTo>
                  <a:cubicBezTo>
                    <a:pt x="27843" y="15380"/>
                    <a:pt x="27935" y="15350"/>
                    <a:pt x="27995" y="15289"/>
                  </a:cubicBezTo>
                  <a:lnTo>
                    <a:pt x="28087" y="15380"/>
                  </a:lnTo>
                  <a:lnTo>
                    <a:pt x="28269" y="15532"/>
                  </a:lnTo>
                  <a:cubicBezTo>
                    <a:pt x="28482" y="15411"/>
                    <a:pt x="28542" y="15228"/>
                    <a:pt x="28482" y="15228"/>
                  </a:cubicBezTo>
                  <a:cubicBezTo>
                    <a:pt x="28474" y="15220"/>
                    <a:pt x="28481" y="15217"/>
                    <a:pt x="28496" y="15217"/>
                  </a:cubicBezTo>
                  <a:cubicBezTo>
                    <a:pt x="28538" y="15217"/>
                    <a:pt x="28642" y="15245"/>
                    <a:pt x="28664" y="15289"/>
                  </a:cubicBezTo>
                  <a:cubicBezTo>
                    <a:pt x="28694" y="15350"/>
                    <a:pt x="28725" y="15411"/>
                    <a:pt x="28755" y="15472"/>
                  </a:cubicBezTo>
                  <a:lnTo>
                    <a:pt x="28786" y="15472"/>
                  </a:lnTo>
                  <a:cubicBezTo>
                    <a:pt x="28846" y="15472"/>
                    <a:pt x="28877" y="15441"/>
                    <a:pt x="28907" y="15411"/>
                  </a:cubicBezTo>
                  <a:lnTo>
                    <a:pt x="28968" y="15350"/>
                  </a:lnTo>
                  <a:cubicBezTo>
                    <a:pt x="28998" y="15320"/>
                    <a:pt x="29044" y="15304"/>
                    <a:pt x="29090" y="15304"/>
                  </a:cubicBezTo>
                  <a:cubicBezTo>
                    <a:pt x="29135" y="15304"/>
                    <a:pt x="29181" y="15320"/>
                    <a:pt x="29211" y="15350"/>
                  </a:cubicBezTo>
                  <a:cubicBezTo>
                    <a:pt x="29226" y="15380"/>
                    <a:pt x="29242" y="15396"/>
                    <a:pt x="29257" y="15396"/>
                  </a:cubicBezTo>
                  <a:cubicBezTo>
                    <a:pt x="29272" y="15396"/>
                    <a:pt x="29287" y="15380"/>
                    <a:pt x="29302" y="15350"/>
                  </a:cubicBezTo>
                  <a:lnTo>
                    <a:pt x="29302" y="15320"/>
                  </a:lnTo>
                  <a:cubicBezTo>
                    <a:pt x="29333" y="15289"/>
                    <a:pt x="29272" y="15168"/>
                    <a:pt x="29394" y="15168"/>
                  </a:cubicBezTo>
                  <a:cubicBezTo>
                    <a:pt x="29515" y="15168"/>
                    <a:pt x="29515" y="15228"/>
                    <a:pt x="29515" y="15320"/>
                  </a:cubicBezTo>
                  <a:lnTo>
                    <a:pt x="29515" y="15380"/>
                  </a:lnTo>
                  <a:cubicBezTo>
                    <a:pt x="29515" y="15441"/>
                    <a:pt x="29606" y="15502"/>
                    <a:pt x="29697" y="15502"/>
                  </a:cubicBezTo>
                  <a:lnTo>
                    <a:pt x="29758" y="15502"/>
                  </a:lnTo>
                  <a:cubicBezTo>
                    <a:pt x="29880" y="15502"/>
                    <a:pt x="30001" y="15441"/>
                    <a:pt x="30123" y="15411"/>
                  </a:cubicBezTo>
                  <a:lnTo>
                    <a:pt x="30336" y="15259"/>
                  </a:lnTo>
                  <a:cubicBezTo>
                    <a:pt x="30336" y="15350"/>
                    <a:pt x="30366" y="15441"/>
                    <a:pt x="30397" y="15502"/>
                  </a:cubicBezTo>
                  <a:cubicBezTo>
                    <a:pt x="30397" y="15502"/>
                    <a:pt x="30609" y="15502"/>
                    <a:pt x="30609" y="15472"/>
                  </a:cubicBezTo>
                  <a:cubicBezTo>
                    <a:pt x="30609" y="15441"/>
                    <a:pt x="30647" y="15426"/>
                    <a:pt x="30689" y="15426"/>
                  </a:cubicBezTo>
                  <a:cubicBezTo>
                    <a:pt x="30731" y="15426"/>
                    <a:pt x="30777" y="15441"/>
                    <a:pt x="30792" y="15472"/>
                  </a:cubicBezTo>
                  <a:cubicBezTo>
                    <a:pt x="31005" y="15532"/>
                    <a:pt x="31187" y="15563"/>
                    <a:pt x="31400" y="15593"/>
                  </a:cubicBezTo>
                  <a:cubicBezTo>
                    <a:pt x="31521" y="15593"/>
                    <a:pt x="31643" y="15593"/>
                    <a:pt x="31734" y="15563"/>
                  </a:cubicBezTo>
                  <a:lnTo>
                    <a:pt x="31764" y="15502"/>
                  </a:lnTo>
                  <a:lnTo>
                    <a:pt x="31795" y="15502"/>
                  </a:lnTo>
                  <a:cubicBezTo>
                    <a:pt x="31798" y="15499"/>
                    <a:pt x="31803" y="15498"/>
                    <a:pt x="31810" y="15498"/>
                  </a:cubicBezTo>
                  <a:cubicBezTo>
                    <a:pt x="31879" y="15498"/>
                    <a:pt x="32140" y="15624"/>
                    <a:pt x="32251" y="15624"/>
                  </a:cubicBezTo>
                  <a:cubicBezTo>
                    <a:pt x="32261" y="15626"/>
                    <a:pt x="32271" y="15627"/>
                    <a:pt x="32280" y="15627"/>
                  </a:cubicBezTo>
                  <a:cubicBezTo>
                    <a:pt x="32418" y="15627"/>
                    <a:pt x="32524" y="15437"/>
                    <a:pt x="32524" y="15380"/>
                  </a:cubicBezTo>
                  <a:cubicBezTo>
                    <a:pt x="32524" y="15375"/>
                    <a:pt x="32527" y="15373"/>
                    <a:pt x="32532" y="15373"/>
                  </a:cubicBezTo>
                  <a:cubicBezTo>
                    <a:pt x="32557" y="15373"/>
                    <a:pt x="32642" y="15432"/>
                    <a:pt x="32767" y="15532"/>
                  </a:cubicBezTo>
                  <a:lnTo>
                    <a:pt x="33011" y="15532"/>
                  </a:lnTo>
                  <a:cubicBezTo>
                    <a:pt x="33071" y="15563"/>
                    <a:pt x="33163" y="15563"/>
                    <a:pt x="33223" y="15593"/>
                  </a:cubicBezTo>
                  <a:lnTo>
                    <a:pt x="33345" y="15624"/>
                  </a:lnTo>
                  <a:cubicBezTo>
                    <a:pt x="33497" y="15593"/>
                    <a:pt x="33527" y="15532"/>
                    <a:pt x="33497" y="15532"/>
                  </a:cubicBezTo>
                  <a:cubicBezTo>
                    <a:pt x="33467" y="15532"/>
                    <a:pt x="33527" y="15441"/>
                    <a:pt x="33649" y="15350"/>
                  </a:cubicBezTo>
                  <a:lnTo>
                    <a:pt x="33771" y="15320"/>
                  </a:lnTo>
                  <a:cubicBezTo>
                    <a:pt x="33816" y="15289"/>
                    <a:pt x="33854" y="15274"/>
                    <a:pt x="33892" y="15274"/>
                  </a:cubicBezTo>
                  <a:cubicBezTo>
                    <a:pt x="33930" y="15274"/>
                    <a:pt x="33968" y="15289"/>
                    <a:pt x="34014" y="15320"/>
                  </a:cubicBezTo>
                  <a:cubicBezTo>
                    <a:pt x="34074" y="15380"/>
                    <a:pt x="34014" y="15502"/>
                    <a:pt x="34135" y="15593"/>
                  </a:cubicBezTo>
                  <a:cubicBezTo>
                    <a:pt x="34161" y="15608"/>
                    <a:pt x="34184" y="15614"/>
                    <a:pt x="34206" y="15614"/>
                  </a:cubicBezTo>
                  <a:cubicBezTo>
                    <a:pt x="34284" y="15614"/>
                    <a:pt x="34345" y="15542"/>
                    <a:pt x="34400" y="15542"/>
                  </a:cubicBezTo>
                  <a:cubicBezTo>
                    <a:pt x="34424" y="15542"/>
                    <a:pt x="34447" y="15555"/>
                    <a:pt x="34470" y="15593"/>
                  </a:cubicBezTo>
                  <a:lnTo>
                    <a:pt x="34561" y="15684"/>
                  </a:lnTo>
                  <a:cubicBezTo>
                    <a:pt x="34682" y="15654"/>
                    <a:pt x="34804" y="15654"/>
                    <a:pt x="34926" y="15654"/>
                  </a:cubicBezTo>
                  <a:lnTo>
                    <a:pt x="34986" y="15654"/>
                  </a:lnTo>
                  <a:cubicBezTo>
                    <a:pt x="35017" y="15654"/>
                    <a:pt x="35017" y="15624"/>
                    <a:pt x="35078" y="15624"/>
                  </a:cubicBezTo>
                  <a:lnTo>
                    <a:pt x="35260" y="15624"/>
                  </a:lnTo>
                  <a:cubicBezTo>
                    <a:pt x="35301" y="15664"/>
                    <a:pt x="35335" y="15679"/>
                    <a:pt x="35365" y="15679"/>
                  </a:cubicBezTo>
                  <a:cubicBezTo>
                    <a:pt x="35441" y="15679"/>
                    <a:pt x="35495" y="15590"/>
                    <a:pt x="35570" y="15590"/>
                  </a:cubicBezTo>
                  <a:cubicBezTo>
                    <a:pt x="35578" y="15590"/>
                    <a:pt x="35586" y="15591"/>
                    <a:pt x="35594" y="15593"/>
                  </a:cubicBezTo>
                  <a:lnTo>
                    <a:pt x="35716" y="15654"/>
                  </a:lnTo>
                  <a:cubicBezTo>
                    <a:pt x="35868" y="15654"/>
                    <a:pt x="35989" y="15624"/>
                    <a:pt x="36111" y="15593"/>
                  </a:cubicBezTo>
                  <a:lnTo>
                    <a:pt x="36141" y="15593"/>
                  </a:lnTo>
                  <a:lnTo>
                    <a:pt x="36324" y="15745"/>
                  </a:lnTo>
                  <a:cubicBezTo>
                    <a:pt x="36567" y="15745"/>
                    <a:pt x="36810" y="15684"/>
                    <a:pt x="37053" y="15624"/>
                  </a:cubicBezTo>
                  <a:cubicBezTo>
                    <a:pt x="37053" y="15602"/>
                    <a:pt x="37061" y="15592"/>
                    <a:pt x="37073" y="15592"/>
                  </a:cubicBezTo>
                  <a:cubicBezTo>
                    <a:pt x="37096" y="15592"/>
                    <a:pt x="37136" y="15626"/>
                    <a:pt x="37175" y="15684"/>
                  </a:cubicBezTo>
                  <a:lnTo>
                    <a:pt x="37296" y="15684"/>
                  </a:lnTo>
                  <a:lnTo>
                    <a:pt x="37540" y="15624"/>
                  </a:lnTo>
                  <a:lnTo>
                    <a:pt x="38178" y="15624"/>
                  </a:lnTo>
                  <a:cubicBezTo>
                    <a:pt x="38208" y="15624"/>
                    <a:pt x="38421" y="15654"/>
                    <a:pt x="38664" y="15715"/>
                  </a:cubicBezTo>
                  <a:lnTo>
                    <a:pt x="39090" y="15654"/>
                  </a:lnTo>
                  <a:cubicBezTo>
                    <a:pt x="39090" y="15624"/>
                    <a:pt x="39151" y="15624"/>
                    <a:pt x="39151" y="15624"/>
                  </a:cubicBezTo>
                  <a:lnTo>
                    <a:pt x="39272" y="15745"/>
                  </a:lnTo>
                  <a:cubicBezTo>
                    <a:pt x="39515" y="15715"/>
                    <a:pt x="39728" y="15715"/>
                    <a:pt x="39941" y="15715"/>
                  </a:cubicBezTo>
                  <a:cubicBezTo>
                    <a:pt x="40070" y="15736"/>
                    <a:pt x="40184" y="15758"/>
                    <a:pt x="40293" y="15758"/>
                  </a:cubicBezTo>
                  <a:cubicBezTo>
                    <a:pt x="40338" y="15758"/>
                    <a:pt x="40383" y="15754"/>
                    <a:pt x="40427" y="15745"/>
                  </a:cubicBezTo>
                  <a:cubicBezTo>
                    <a:pt x="40518" y="15715"/>
                    <a:pt x="40610" y="15715"/>
                    <a:pt x="40670" y="15715"/>
                  </a:cubicBezTo>
                  <a:lnTo>
                    <a:pt x="40731" y="15715"/>
                  </a:lnTo>
                  <a:cubicBezTo>
                    <a:pt x="40796" y="15736"/>
                    <a:pt x="40875" y="15758"/>
                    <a:pt x="40927" y="15758"/>
                  </a:cubicBezTo>
                  <a:cubicBezTo>
                    <a:pt x="40949" y="15758"/>
                    <a:pt x="40965" y="15754"/>
                    <a:pt x="40974" y="15745"/>
                  </a:cubicBezTo>
                  <a:cubicBezTo>
                    <a:pt x="41058" y="15695"/>
                    <a:pt x="41151" y="15672"/>
                    <a:pt x="41248" y="15672"/>
                  </a:cubicBezTo>
                  <a:cubicBezTo>
                    <a:pt x="41327" y="15672"/>
                    <a:pt x="41409" y="15687"/>
                    <a:pt x="41491" y="15715"/>
                  </a:cubicBezTo>
                  <a:lnTo>
                    <a:pt x="41643" y="15745"/>
                  </a:lnTo>
                  <a:cubicBezTo>
                    <a:pt x="41765" y="15715"/>
                    <a:pt x="41886" y="15684"/>
                    <a:pt x="42008" y="15684"/>
                  </a:cubicBezTo>
                  <a:cubicBezTo>
                    <a:pt x="42069" y="15733"/>
                    <a:pt x="42120" y="15757"/>
                    <a:pt x="42161" y="15757"/>
                  </a:cubicBezTo>
                  <a:cubicBezTo>
                    <a:pt x="42223" y="15757"/>
                    <a:pt x="42263" y="15703"/>
                    <a:pt x="42281" y="15593"/>
                  </a:cubicBezTo>
                  <a:lnTo>
                    <a:pt x="42433" y="15593"/>
                  </a:lnTo>
                  <a:cubicBezTo>
                    <a:pt x="42494" y="15654"/>
                    <a:pt x="42798" y="15715"/>
                    <a:pt x="42889" y="15745"/>
                  </a:cubicBezTo>
                  <a:lnTo>
                    <a:pt x="43072" y="15806"/>
                  </a:lnTo>
                  <a:cubicBezTo>
                    <a:pt x="43315" y="15745"/>
                    <a:pt x="43588" y="15745"/>
                    <a:pt x="43831" y="15745"/>
                  </a:cubicBezTo>
                  <a:lnTo>
                    <a:pt x="44318" y="15745"/>
                  </a:lnTo>
                  <a:cubicBezTo>
                    <a:pt x="44455" y="15760"/>
                    <a:pt x="44591" y="15768"/>
                    <a:pt x="44728" y="15768"/>
                  </a:cubicBezTo>
                  <a:cubicBezTo>
                    <a:pt x="44865" y="15768"/>
                    <a:pt x="45002" y="15760"/>
                    <a:pt x="45139" y="15745"/>
                  </a:cubicBezTo>
                  <a:cubicBezTo>
                    <a:pt x="45149" y="15724"/>
                    <a:pt x="45179" y="15714"/>
                    <a:pt x="45223" y="15714"/>
                  </a:cubicBezTo>
                  <a:cubicBezTo>
                    <a:pt x="45302" y="15714"/>
                    <a:pt x="45427" y="15747"/>
                    <a:pt x="45564" y="15806"/>
                  </a:cubicBezTo>
                  <a:lnTo>
                    <a:pt x="45777" y="15745"/>
                  </a:lnTo>
                  <a:cubicBezTo>
                    <a:pt x="45830" y="15736"/>
                    <a:pt x="45884" y="15733"/>
                    <a:pt x="45936" y="15733"/>
                  </a:cubicBezTo>
                  <a:cubicBezTo>
                    <a:pt x="46063" y="15733"/>
                    <a:pt x="46186" y="15754"/>
                    <a:pt x="46294" y="15776"/>
                  </a:cubicBezTo>
                  <a:lnTo>
                    <a:pt x="46354" y="15776"/>
                  </a:lnTo>
                  <a:cubicBezTo>
                    <a:pt x="46567" y="15776"/>
                    <a:pt x="46780" y="15715"/>
                    <a:pt x="46993" y="15684"/>
                  </a:cubicBezTo>
                  <a:lnTo>
                    <a:pt x="47236" y="15776"/>
                  </a:lnTo>
                  <a:cubicBezTo>
                    <a:pt x="47266" y="15791"/>
                    <a:pt x="47304" y="15798"/>
                    <a:pt x="47346" y="15798"/>
                  </a:cubicBezTo>
                  <a:cubicBezTo>
                    <a:pt x="47388" y="15798"/>
                    <a:pt x="47433" y="15791"/>
                    <a:pt x="47479" y="15776"/>
                  </a:cubicBezTo>
                  <a:cubicBezTo>
                    <a:pt x="47540" y="15776"/>
                    <a:pt x="47601" y="15715"/>
                    <a:pt x="47692" y="15715"/>
                  </a:cubicBezTo>
                  <a:cubicBezTo>
                    <a:pt x="47753" y="15715"/>
                    <a:pt x="47813" y="15776"/>
                    <a:pt x="47905" y="15776"/>
                  </a:cubicBezTo>
                  <a:lnTo>
                    <a:pt x="47935" y="15776"/>
                  </a:lnTo>
                  <a:cubicBezTo>
                    <a:pt x="48056" y="15654"/>
                    <a:pt x="48178" y="15593"/>
                    <a:pt x="48330" y="15532"/>
                  </a:cubicBezTo>
                  <a:cubicBezTo>
                    <a:pt x="48340" y="15529"/>
                    <a:pt x="48348" y="15528"/>
                    <a:pt x="48354" y="15528"/>
                  </a:cubicBezTo>
                  <a:cubicBezTo>
                    <a:pt x="48402" y="15528"/>
                    <a:pt x="48323" y="15630"/>
                    <a:pt x="48269" y="15684"/>
                  </a:cubicBezTo>
                  <a:cubicBezTo>
                    <a:pt x="48217" y="15711"/>
                    <a:pt x="48300" y="15782"/>
                    <a:pt x="48362" y="15782"/>
                  </a:cubicBezTo>
                  <a:cubicBezTo>
                    <a:pt x="48373" y="15782"/>
                    <a:pt x="48382" y="15780"/>
                    <a:pt x="48391" y="15776"/>
                  </a:cubicBezTo>
                  <a:cubicBezTo>
                    <a:pt x="48396" y="15773"/>
                    <a:pt x="48406" y="15772"/>
                    <a:pt x="48418" y="15772"/>
                  </a:cubicBezTo>
                  <a:cubicBezTo>
                    <a:pt x="48526" y="15772"/>
                    <a:pt x="48876" y="15871"/>
                    <a:pt x="49086" y="15871"/>
                  </a:cubicBezTo>
                  <a:cubicBezTo>
                    <a:pt x="49109" y="15871"/>
                    <a:pt x="49131" y="15870"/>
                    <a:pt x="49151" y="15867"/>
                  </a:cubicBezTo>
                  <a:cubicBezTo>
                    <a:pt x="49272" y="15867"/>
                    <a:pt x="49394" y="15836"/>
                    <a:pt x="49515" y="15836"/>
                  </a:cubicBezTo>
                  <a:lnTo>
                    <a:pt x="49546" y="15836"/>
                  </a:lnTo>
                  <a:cubicBezTo>
                    <a:pt x="49637" y="15776"/>
                    <a:pt x="49683" y="15745"/>
                    <a:pt x="49724" y="15745"/>
                  </a:cubicBezTo>
                  <a:cubicBezTo>
                    <a:pt x="49766" y="15745"/>
                    <a:pt x="49804" y="15776"/>
                    <a:pt x="49880" y="15836"/>
                  </a:cubicBezTo>
                  <a:lnTo>
                    <a:pt x="49911" y="15867"/>
                  </a:lnTo>
                  <a:cubicBezTo>
                    <a:pt x="49916" y="15870"/>
                    <a:pt x="49922" y="15871"/>
                    <a:pt x="49928" y="15871"/>
                  </a:cubicBezTo>
                  <a:cubicBezTo>
                    <a:pt x="49987" y="15871"/>
                    <a:pt x="50063" y="15742"/>
                    <a:pt x="50063" y="15715"/>
                  </a:cubicBezTo>
                  <a:cubicBezTo>
                    <a:pt x="50063" y="15684"/>
                    <a:pt x="50093" y="15654"/>
                    <a:pt x="50123" y="15624"/>
                  </a:cubicBezTo>
                  <a:cubicBezTo>
                    <a:pt x="50154" y="15684"/>
                    <a:pt x="50154" y="15745"/>
                    <a:pt x="50184" y="15806"/>
                  </a:cubicBezTo>
                  <a:cubicBezTo>
                    <a:pt x="50184" y="15836"/>
                    <a:pt x="50336" y="15867"/>
                    <a:pt x="50488" y="15867"/>
                  </a:cubicBezTo>
                  <a:lnTo>
                    <a:pt x="50640" y="15867"/>
                  </a:lnTo>
                  <a:lnTo>
                    <a:pt x="50792" y="15897"/>
                  </a:lnTo>
                  <a:cubicBezTo>
                    <a:pt x="50944" y="15897"/>
                    <a:pt x="51187" y="15867"/>
                    <a:pt x="51309" y="15867"/>
                  </a:cubicBezTo>
                  <a:lnTo>
                    <a:pt x="51552" y="15867"/>
                  </a:lnTo>
                  <a:cubicBezTo>
                    <a:pt x="51579" y="15813"/>
                    <a:pt x="51655" y="15710"/>
                    <a:pt x="51714" y="15710"/>
                  </a:cubicBezTo>
                  <a:cubicBezTo>
                    <a:pt x="51721" y="15710"/>
                    <a:pt x="51728" y="15712"/>
                    <a:pt x="51734" y="15715"/>
                  </a:cubicBezTo>
                  <a:cubicBezTo>
                    <a:pt x="51795" y="15745"/>
                    <a:pt x="51826" y="15806"/>
                    <a:pt x="51856" y="15867"/>
                  </a:cubicBezTo>
                  <a:cubicBezTo>
                    <a:pt x="51947" y="15836"/>
                    <a:pt x="52038" y="15806"/>
                    <a:pt x="52130" y="15776"/>
                  </a:cubicBezTo>
                  <a:lnTo>
                    <a:pt x="52525" y="15776"/>
                  </a:lnTo>
                  <a:cubicBezTo>
                    <a:pt x="52616" y="15776"/>
                    <a:pt x="52707" y="15745"/>
                    <a:pt x="52768" y="15684"/>
                  </a:cubicBezTo>
                  <a:lnTo>
                    <a:pt x="52859" y="15836"/>
                  </a:lnTo>
                  <a:cubicBezTo>
                    <a:pt x="52889" y="15867"/>
                    <a:pt x="53102" y="15867"/>
                    <a:pt x="53254" y="15867"/>
                  </a:cubicBezTo>
                  <a:lnTo>
                    <a:pt x="53467" y="15867"/>
                  </a:lnTo>
                  <a:cubicBezTo>
                    <a:pt x="53560" y="15844"/>
                    <a:pt x="53653" y="15834"/>
                    <a:pt x="53746" y="15834"/>
                  </a:cubicBezTo>
                  <a:cubicBezTo>
                    <a:pt x="53896" y="15834"/>
                    <a:pt x="54046" y="15860"/>
                    <a:pt x="54196" y="15897"/>
                  </a:cubicBezTo>
                  <a:lnTo>
                    <a:pt x="54288" y="15867"/>
                  </a:lnTo>
                  <a:cubicBezTo>
                    <a:pt x="54303" y="15859"/>
                    <a:pt x="54318" y="15856"/>
                    <a:pt x="54331" y="15856"/>
                  </a:cubicBezTo>
                  <a:cubicBezTo>
                    <a:pt x="54396" y="15856"/>
                    <a:pt x="54435" y="15935"/>
                    <a:pt x="54503" y="15935"/>
                  </a:cubicBezTo>
                  <a:cubicBezTo>
                    <a:pt x="54528" y="15935"/>
                    <a:pt x="54557" y="15925"/>
                    <a:pt x="54592" y="15897"/>
                  </a:cubicBezTo>
                  <a:cubicBezTo>
                    <a:pt x="54642" y="15872"/>
                    <a:pt x="54692" y="15857"/>
                    <a:pt x="54740" y="15857"/>
                  </a:cubicBezTo>
                  <a:cubicBezTo>
                    <a:pt x="54809" y="15857"/>
                    <a:pt x="54873" y="15887"/>
                    <a:pt x="54926" y="15958"/>
                  </a:cubicBezTo>
                  <a:cubicBezTo>
                    <a:pt x="55291" y="15897"/>
                    <a:pt x="55625" y="15867"/>
                    <a:pt x="55959" y="15867"/>
                  </a:cubicBezTo>
                  <a:cubicBezTo>
                    <a:pt x="56081" y="15897"/>
                    <a:pt x="56172" y="15897"/>
                    <a:pt x="56294" y="15897"/>
                  </a:cubicBezTo>
                  <a:lnTo>
                    <a:pt x="56324" y="15897"/>
                  </a:lnTo>
                  <a:cubicBezTo>
                    <a:pt x="56335" y="15886"/>
                    <a:pt x="56346" y="15882"/>
                    <a:pt x="56356" y="15882"/>
                  </a:cubicBezTo>
                  <a:cubicBezTo>
                    <a:pt x="56392" y="15882"/>
                    <a:pt x="56430" y="15927"/>
                    <a:pt x="56475" y="15927"/>
                  </a:cubicBezTo>
                  <a:cubicBezTo>
                    <a:pt x="56494" y="15927"/>
                    <a:pt x="56515" y="15919"/>
                    <a:pt x="56537" y="15897"/>
                  </a:cubicBezTo>
                  <a:lnTo>
                    <a:pt x="56567" y="15836"/>
                  </a:lnTo>
                  <a:cubicBezTo>
                    <a:pt x="56593" y="15831"/>
                    <a:pt x="56619" y="15829"/>
                    <a:pt x="56645" y="15829"/>
                  </a:cubicBezTo>
                  <a:cubicBezTo>
                    <a:pt x="56770" y="15829"/>
                    <a:pt x="56887" y="15888"/>
                    <a:pt x="56962" y="15988"/>
                  </a:cubicBezTo>
                  <a:lnTo>
                    <a:pt x="57084" y="15928"/>
                  </a:lnTo>
                  <a:lnTo>
                    <a:pt x="57236" y="15806"/>
                  </a:lnTo>
                  <a:cubicBezTo>
                    <a:pt x="57418" y="15867"/>
                    <a:pt x="57601" y="15897"/>
                    <a:pt x="57783" y="15988"/>
                  </a:cubicBezTo>
                  <a:lnTo>
                    <a:pt x="57905" y="15897"/>
                  </a:lnTo>
                  <a:cubicBezTo>
                    <a:pt x="57921" y="15889"/>
                    <a:pt x="57937" y="15886"/>
                    <a:pt x="57955" y="15886"/>
                  </a:cubicBezTo>
                  <a:cubicBezTo>
                    <a:pt x="58026" y="15886"/>
                    <a:pt x="58104" y="15942"/>
                    <a:pt x="58178" y="15942"/>
                  </a:cubicBezTo>
                  <a:cubicBezTo>
                    <a:pt x="58220" y="15942"/>
                    <a:pt x="58262" y="15924"/>
                    <a:pt x="58300" y="15867"/>
                  </a:cubicBezTo>
                  <a:cubicBezTo>
                    <a:pt x="58482" y="15867"/>
                    <a:pt x="58665" y="15928"/>
                    <a:pt x="58817" y="15988"/>
                  </a:cubicBezTo>
                  <a:lnTo>
                    <a:pt x="58999" y="15867"/>
                  </a:lnTo>
                  <a:cubicBezTo>
                    <a:pt x="59045" y="15852"/>
                    <a:pt x="59090" y="15844"/>
                    <a:pt x="59132" y="15844"/>
                  </a:cubicBezTo>
                  <a:cubicBezTo>
                    <a:pt x="59174" y="15844"/>
                    <a:pt x="59212" y="15852"/>
                    <a:pt x="59242" y="15867"/>
                  </a:cubicBezTo>
                  <a:lnTo>
                    <a:pt x="59455" y="16019"/>
                  </a:lnTo>
                  <a:cubicBezTo>
                    <a:pt x="59698" y="15958"/>
                    <a:pt x="60093" y="15928"/>
                    <a:pt x="60184" y="15928"/>
                  </a:cubicBezTo>
                  <a:cubicBezTo>
                    <a:pt x="60205" y="15917"/>
                    <a:pt x="60245" y="15914"/>
                    <a:pt x="60292" y="15914"/>
                  </a:cubicBezTo>
                  <a:cubicBezTo>
                    <a:pt x="60387" y="15914"/>
                    <a:pt x="60509" y="15928"/>
                    <a:pt x="60549" y="15928"/>
                  </a:cubicBezTo>
                  <a:cubicBezTo>
                    <a:pt x="60671" y="15867"/>
                    <a:pt x="60823" y="15867"/>
                    <a:pt x="60944" y="15867"/>
                  </a:cubicBezTo>
                  <a:lnTo>
                    <a:pt x="61218" y="15928"/>
                  </a:lnTo>
                  <a:lnTo>
                    <a:pt x="61279" y="15928"/>
                  </a:lnTo>
                  <a:cubicBezTo>
                    <a:pt x="61370" y="15928"/>
                    <a:pt x="61461" y="15867"/>
                    <a:pt x="61552" y="15867"/>
                  </a:cubicBezTo>
                  <a:cubicBezTo>
                    <a:pt x="61613" y="15867"/>
                    <a:pt x="61704" y="15867"/>
                    <a:pt x="61795" y="15836"/>
                  </a:cubicBezTo>
                  <a:cubicBezTo>
                    <a:pt x="61856" y="15806"/>
                    <a:pt x="61795" y="15684"/>
                    <a:pt x="61947" y="15684"/>
                  </a:cubicBezTo>
                  <a:lnTo>
                    <a:pt x="62039" y="15684"/>
                  </a:lnTo>
                  <a:cubicBezTo>
                    <a:pt x="62048" y="15681"/>
                    <a:pt x="62059" y="15680"/>
                    <a:pt x="62069" y="15680"/>
                  </a:cubicBezTo>
                  <a:cubicBezTo>
                    <a:pt x="62155" y="15680"/>
                    <a:pt x="62251" y="15782"/>
                    <a:pt x="62251" y="15836"/>
                  </a:cubicBezTo>
                  <a:cubicBezTo>
                    <a:pt x="62356" y="15860"/>
                    <a:pt x="62460" y="15870"/>
                    <a:pt x="62565" y="15870"/>
                  </a:cubicBezTo>
                  <a:cubicBezTo>
                    <a:pt x="62734" y="15870"/>
                    <a:pt x="62903" y="15844"/>
                    <a:pt x="63072" y="15806"/>
                  </a:cubicBezTo>
                  <a:lnTo>
                    <a:pt x="63467" y="15867"/>
                  </a:lnTo>
                  <a:cubicBezTo>
                    <a:pt x="63498" y="15867"/>
                    <a:pt x="63528" y="15776"/>
                    <a:pt x="63558" y="15745"/>
                  </a:cubicBezTo>
                  <a:cubicBezTo>
                    <a:pt x="63649" y="15776"/>
                    <a:pt x="63710" y="15806"/>
                    <a:pt x="63741" y="15836"/>
                  </a:cubicBezTo>
                  <a:lnTo>
                    <a:pt x="63832" y="15897"/>
                  </a:lnTo>
                  <a:lnTo>
                    <a:pt x="63984" y="15958"/>
                  </a:lnTo>
                  <a:cubicBezTo>
                    <a:pt x="64166" y="15897"/>
                    <a:pt x="64349" y="15867"/>
                    <a:pt x="64531" y="15867"/>
                  </a:cubicBezTo>
                  <a:cubicBezTo>
                    <a:pt x="64592" y="15867"/>
                    <a:pt x="64622" y="15806"/>
                    <a:pt x="64622" y="15745"/>
                  </a:cubicBezTo>
                  <a:cubicBezTo>
                    <a:pt x="64592" y="15745"/>
                    <a:pt x="64683" y="15715"/>
                    <a:pt x="64835" y="15715"/>
                  </a:cubicBezTo>
                  <a:lnTo>
                    <a:pt x="64896" y="15928"/>
                  </a:lnTo>
                  <a:cubicBezTo>
                    <a:pt x="65108" y="15897"/>
                    <a:pt x="65990" y="15867"/>
                    <a:pt x="66264" y="15867"/>
                  </a:cubicBezTo>
                  <a:cubicBezTo>
                    <a:pt x="66567" y="15867"/>
                    <a:pt x="66841" y="15836"/>
                    <a:pt x="67145" y="15776"/>
                  </a:cubicBezTo>
                  <a:lnTo>
                    <a:pt x="67267" y="15806"/>
                  </a:lnTo>
                  <a:lnTo>
                    <a:pt x="67449" y="15867"/>
                  </a:lnTo>
                  <a:cubicBezTo>
                    <a:pt x="67550" y="15867"/>
                    <a:pt x="67760" y="15853"/>
                    <a:pt x="67915" y="15853"/>
                  </a:cubicBezTo>
                  <a:cubicBezTo>
                    <a:pt x="67993" y="15853"/>
                    <a:pt x="68057" y="15857"/>
                    <a:pt x="68087" y="15867"/>
                  </a:cubicBezTo>
                  <a:lnTo>
                    <a:pt x="68543" y="15867"/>
                  </a:lnTo>
                  <a:cubicBezTo>
                    <a:pt x="68556" y="15862"/>
                    <a:pt x="68574" y="15861"/>
                    <a:pt x="68596" y="15861"/>
                  </a:cubicBezTo>
                  <a:cubicBezTo>
                    <a:pt x="68726" y="15861"/>
                    <a:pt x="68986" y="15928"/>
                    <a:pt x="69090" y="15928"/>
                  </a:cubicBezTo>
                  <a:cubicBezTo>
                    <a:pt x="69212" y="15897"/>
                    <a:pt x="69516" y="15897"/>
                    <a:pt x="69637" y="15867"/>
                  </a:cubicBezTo>
                  <a:cubicBezTo>
                    <a:pt x="69710" y="15867"/>
                    <a:pt x="69920" y="15789"/>
                    <a:pt x="70031" y="15789"/>
                  </a:cubicBezTo>
                  <a:cubicBezTo>
                    <a:pt x="70059" y="15789"/>
                    <a:pt x="70081" y="15794"/>
                    <a:pt x="70093" y="15806"/>
                  </a:cubicBezTo>
                  <a:cubicBezTo>
                    <a:pt x="70124" y="15826"/>
                    <a:pt x="70174" y="15833"/>
                    <a:pt x="70232" y="15833"/>
                  </a:cubicBezTo>
                  <a:cubicBezTo>
                    <a:pt x="70347" y="15833"/>
                    <a:pt x="70489" y="15806"/>
                    <a:pt x="70549" y="15806"/>
                  </a:cubicBezTo>
                  <a:cubicBezTo>
                    <a:pt x="70640" y="15806"/>
                    <a:pt x="71400" y="15897"/>
                    <a:pt x="71644" y="15897"/>
                  </a:cubicBezTo>
                  <a:cubicBezTo>
                    <a:pt x="71878" y="15897"/>
                    <a:pt x="72180" y="15830"/>
                    <a:pt x="72299" y="15830"/>
                  </a:cubicBezTo>
                  <a:cubicBezTo>
                    <a:pt x="72319" y="15830"/>
                    <a:pt x="72334" y="15832"/>
                    <a:pt x="72343" y="15836"/>
                  </a:cubicBezTo>
                  <a:cubicBezTo>
                    <a:pt x="72354" y="15842"/>
                    <a:pt x="72369" y="15845"/>
                    <a:pt x="72386" y="15845"/>
                  </a:cubicBezTo>
                  <a:cubicBezTo>
                    <a:pt x="72458" y="15845"/>
                    <a:pt x="72567" y="15800"/>
                    <a:pt x="72616" y="15776"/>
                  </a:cubicBezTo>
                  <a:cubicBezTo>
                    <a:pt x="72647" y="15745"/>
                    <a:pt x="72707" y="15715"/>
                    <a:pt x="72768" y="15715"/>
                  </a:cubicBezTo>
                  <a:cubicBezTo>
                    <a:pt x="72799" y="15715"/>
                    <a:pt x="72829" y="15776"/>
                    <a:pt x="72890" y="15836"/>
                  </a:cubicBezTo>
                  <a:lnTo>
                    <a:pt x="73619" y="15836"/>
                  </a:lnTo>
                  <a:cubicBezTo>
                    <a:pt x="73832" y="15867"/>
                    <a:pt x="74045" y="15897"/>
                    <a:pt x="74258" y="15897"/>
                  </a:cubicBezTo>
                  <a:cubicBezTo>
                    <a:pt x="74413" y="15853"/>
                    <a:pt x="74585" y="15824"/>
                    <a:pt x="74762" y="15824"/>
                  </a:cubicBezTo>
                  <a:cubicBezTo>
                    <a:pt x="74826" y="15824"/>
                    <a:pt x="74892" y="15828"/>
                    <a:pt x="74957" y="15836"/>
                  </a:cubicBezTo>
                  <a:lnTo>
                    <a:pt x="75352" y="15836"/>
                  </a:lnTo>
                  <a:cubicBezTo>
                    <a:pt x="75397" y="15821"/>
                    <a:pt x="75641" y="15821"/>
                    <a:pt x="75907" y="15821"/>
                  </a:cubicBezTo>
                  <a:cubicBezTo>
                    <a:pt x="76173" y="15821"/>
                    <a:pt x="76461" y="15821"/>
                    <a:pt x="76598" y="15806"/>
                  </a:cubicBezTo>
                  <a:lnTo>
                    <a:pt x="77358" y="15715"/>
                  </a:lnTo>
                  <a:lnTo>
                    <a:pt x="77480" y="15776"/>
                  </a:lnTo>
                  <a:cubicBezTo>
                    <a:pt x="77515" y="15793"/>
                    <a:pt x="77540" y="15811"/>
                    <a:pt x="77566" y="15811"/>
                  </a:cubicBezTo>
                  <a:cubicBezTo>
                    <a:pt x="77586" y="15811"/>
                    <a:pt x="77606" y="15801"/>
                    <a:pt x="77632" y="15776"/>
                  </a:cubicBezTo>
                  <a:cubicBezTo>
                    <a:pt x="77641" y="15766"/>
                    <a:pt x="77650" y="15763"/>
                    <a:pt x="77661" y="15763"/>
                  </a:cubicBezTo>
                  <a:cubicBezTo>
                    <a:pt x="77701" y="15763"/>
                    <a:pt x="77749" y="15818"/>
                    <a:pt x="77791" y="15818"/>
                  </a:cubicBezTo>
                  <a:cubicBezTo>
                    <a:pt x="77810" y="15818"/>
                    <a:pt x="77828" y="15807"/>
                    <a:pt x="77844" y="15776"/>
                  </a:cubicBezTo>
                  <a:cubicBezTo>
                    <a:pt x="77844" y="15776"/>
                    <a:pt x="77942" y="15815"/>
                    <a:pt x="78012" y="15815"/>
                  </a:cubicBezTo>
                  <a:cubicBezTo>
                    <a:pt x="78029" y="15815"/>
                    <a:pt x="78045" y="15812"/>
                    <a:pt x="78057" y="15806"/>
                  </a:cubicBezTo>
                  <a:cubicBezTo>
                    <a:pt x="78087" y="15791"/>
                    <a:pt x="78125" y="15783"/>
                    <a:pt x="78163" y="15783"/>
                  </a:cubicBezTo>
                  <a:cubicBezTo>
                    <a:pt x="78201" y="15783"/>
                    <a:pt x="78239" y="15791"/>
                    <a:pt x="78270" y="15806"/>
                  </a:cubicBezTo>
                  <a:cubicBezTo>
                    <a:pt x="78324" y="15828"/>
                    <a:pt x="78377" y="15838"/>
                    <a:pt x="78430" y="15838"/>
                  </a:cubicBezTo>
                  <a:cubicBezTo>
                    <a:pt x="78526" y="15838"/>
                    <a:pt x="78617" y="15804"/>
                    <a:pt x="78695" y="15745"/>
                  </a:cubicBezTo>
                  <a:cubicBezTo>
                    <a:pt x="78707" y="15737"/>
                    <a:pt x="78720" y="15734"/>
                    <a:pt x="78735" y="15734"/>
                  </a:cubicBezTo>
                  <a:cubicBezTo>
                    <a:pt x="78812" y="15734"/>
                    <a:pt x="78924" y="15829"/>
                    <a:pt x="79019" y="15829"/>
                  </a:cubicBezTo>
                  <a:cubicBezTo>
                    <a:pt x="79044" y="15829"/>
                    <a:pt x="79068" y="15823"/>
                    <a:pt x="79091" y="15806"/>
                  </a:cubicBezTo>
                  <a:cubicBezTo>
                    <a:pt x="79166" y="15760"/>
                    <a:pt x="79258" y="15738"/>
                    <a:pt x="79349" y="15738"/>
                  </a:cubicBezTo>
                  <a:cubicBezTo>
                    <a:pt x="79440" y="15738"/>
                    <a:pt x="79531" y="15760"/>
                    <a:pt x="79607" y="15806"/>
                  </a:cubicBezTo>
                  <a:lnTo>
                    <a:pt x="79638" y="15836"/>
                  </a:lnTo>
                  <a:cubicBezTo>
                    <a:pt x="79719" y="15836"/>
                    <a:pt x="79992" y="15740"/>
                    <a:pt x="80116" y="15740"/>
                  </a:cubicBezTo>
                  <a:cubicBezTo>
                    <a:pt x="80131" y="15740"/>
                    <a:pt x="80144" y="15742"/>
                    <a:pt x="80154" y="15745"/>
                  </a:cubicBezTo>
                  <a:cubicBezTo>
                    <a:pt x="80192" y="15758"/>
                    <a:pt x="80230" y="15765"/>
                    <a:pt x="80266" y="15765"/>
                  </a:cubicBezTo>
                  <a:cubicBezTo>
                    <a:pt x="80316" y="15765"/>
                    <a:pt x="80362" y="15750"/>
                    <a:pt x="80398" y="15715"/>
                  </a:cubicBezTo>
                  <a:cubicBezTo>
                    <a:pt x="80403" y="15709"/>
                    <a:pt x="80410" y="15707"/>
                    <a:pt x="80418" y="15707"/>
                  </a:cubicBezTo>
                  <a:cubicBezTo>
                    <a:pt x="80450" y="15707"/>
                    <a:pt x="80495" y="15751"/>
                    <a:pt x="80519" y="15776"/>
                  </a:cubicBezTo>
                  <a:cubicBezTo>
                    <a:pt x="80519" y="15782"/>
                    <a:pt x="80526" y="15784"/>
                    <a:pt x="80537" y="15784"/>
                  </a:cubicBezTo>
                  <a:cubicBezTo>
                    <a:pt x="80567" y="15784"/>
                    <a:pt x="80628" y="15767"/>
                    <a:pt x="80668" y="15767"/>
                  </a:cubicBezTo>
                  <a:cubicBezTo>
                    <a:pt x="80683" y="15767"/>
                    <a:pt x="80695" y="15769"/>
                    <a:pt x="80701" y="15776"/>
                  </a:cubicBezTo>
                  <a:cubicBezTo>
                    <a:pt x="80754" y="15776"/>
                    <a:pt x="80895" y="15843"/>
                    <a:pt x="80973" y="15843"/>
                  </a:cubicBezTo>
                  <a:cubicBezTo>
                    <a:pt x="80986" y="15843"/>
                    <a:pt x="80997" y="15841"/>
                    <a:pt x="81005" y="15836"/>
                  </a:cubicBezTo>
                  <a:cubicBezTo>
                    <a:pt x="81009" y="15833"/>
                    <a:pt x="81020" y="15831"/>
                    <a:pt x="81037" y="15831"/>
                  </a:cubicBezTo>
                  <a:cubicBezTo>
                    <a:pt x="81139" y="15831"/>
                    <a:pt x="81457" y="15884"/>
                    <a:pt x="81684" y="15884"/>
                  </a:cubicBezTo>
                  <a:cubicBezTo>
                    <a:pt x="81752" y="15884"/>
                    <a:pt x="81813" y="15879"/>
                    <a:pt x="81857" y="15867"/>
                  </a:cubicBezTo>
                  <a:cubicBezTo>
                    <a:pt x="82039" y="15806"/>
                    <a:pt x="82252" y="15776"/>
                    <a:pt x="82464" y="15745"/>
                  </a:cubicBezTo>
                  <a:cubicBezTo>
                    <a:pt x="82586" y="15776"/>
                    <a:pt x="82708" y="15806"/>
                    <a:pt x="82829" y="15806"/>
                  </a:cubicBezTo>
                  <a:cubicBezTo>
                    <a:pt x="82981" y="15776"/>
                    <a:pt x="83133" y="15715"/>
                    <a:pt x="83255" y="15654"/>
                  </a:cubicBezTo>
                  <a:cubicBezTo>
                    <a:pt x="83271" y="15648"/>
                    <a:pt x="83290" y="15646"/>
                    <a:pt x="83310" y="15646"/>
                  </a:cubicBezTo>
                  <a:cubicBezTo>
                    <a:pt x="83398" y="15646"/>
                    <a:pt x="83503" y="15696"/>
                    <a:pt x="83528" y="15745"/>
                  </a:cubicBezTo>
                  <a:cubicBezTo>
                    <a:pt x="83541" y="15752"/>
                    <a:pt x="83558" y="15754"/>
                    <a:pt x="83577" y="15754"/>
                  </a:cubicBezTo>
                  <a:cubicBezTo>
                    <a:pt x="83630" y="15754"/>
                    <a:pt x="83700" y="15736"/>
                    <a:pt x="83753" y="15736"/>
                  </a:cubicBezTo>
                  <a:cubicBezTo>
                    <a:pt x="83772" y="15736"/>
                    <a:pt x="83789" y="15739"/>
                    <a:pt x="83802" y="15745"/>
                  </a:cubicBezTo>
                  <a:cubicBezTo>
                    <a:pt x="83923" y="15745"/>
                    <a:pt x="84075" y="15745"/>
                    <a:pt x="84227" y="15715"/>
                  </a:cubicBezTo>
                  <a:lnTo>
                    <a:pt x="84349" y="15776"/>
                  </a:lnTo>
                  <a:lnTo>
                    <a:pt x="84531" y="15867"/>
                  </a:lnTo>
                  <a:cubicBezTo>
                    <a:pt x="84744" y="15806"/>
                    <a:pt x="84926" y="15745"/>
                    <a:pt x="85139" y="15715"/>
                  </a:cubicBezTo>
                  <a:cubicBezTo>
                    <a:pt x="85215" y="15730"/>
                    <a:pt x="85291" y="15738"/>
                    <a:pt x="85367" y="15738"/>
                  </a:cubicBezTo>
                  <a:cubicBezTo>
                    <a:pt x="85443" y="15738"/>
                    <a:pt x="85519" y="15730"/>
                    <a:pt x="85595" y="15715"/>
                  </a:cubicBezTo>
                  <a:lnTo>
                    <a:pt x="85747" y="15776"/>
                  </a:lnTo>
                  <a:cubicBezTo>
                    <a:pt x="85758" y="15779"/>
                    <a:pt x="85770" y="15781"/>
                    <a:pt x="85782" y="15781"/>
                  </a:cubicBezTo>
                  <a:cubicBezTo>
                    <a:pt x="85838" y="15781"/>
                    <a:pt x="85909" y="15751"/>
                    <a:pt x="85986" y="15751"/>
                  </a:cubicBezTo>
                  <a:cubicBezTo>
                    <a:pt x="86036" y="15751"/>
                    <a:pt x="86089" y="15764"/>
                    <a:pt x="86142" y="15806"/>
                  </a:cubicBezTo>
                  <a:lnTo>
                    <a:pt x="86173" y="15867"/>
                  </a:lnTo>
                  <a:cubicBezTo>
                    <a:pt x="86294" y="15836"/>
                    <a:pt x="86385" y="15836"/>
                    <a:pt x="86507" y="15806"/>
                  </a:cubicBezTo>
                  <a:cubicBezTo>
                    <a:pt x="86720" y="15745"/>
                    <a:pt x="86933" y="15715"/>
                    <a:pt x="87145" y="15684"/>
                  </a:cubicBezTo>
                  <a:cubicBezTo>
                    <a:pt x="87328" y="15684"/>
                    <a:pt x="87814" y="15684"/>
                    <a:pt x="88270" y="15715"/>
                  </a:cubicBezTo>
                  <a:lnTo>
                    <a:pt x="88696" y="15745"/>
                  </a:lnTo>
                  <a:lnTo>
                    <a:pt x="88787" y="15745"/>
                  </a:lnTo>
                  <a:cubicBezTo>
                    <a:pt x="88814" y="15738"/>
                    <a:pt x="88851" y="15736"/>
                    <a:pt x="88892" y="15736"/>
                  </a:cubicBezTo>
                  <a:cubicBezTo>
                    <a:pt x="88964" y="15736"/>
                    <a:pt x="89048" y="15743"/>
                    <a:pt x="89112" y="15743"/>
                  </a:cubicBezTo>
                  <a:cubicBezTo>
                    <a:pt x="89171" y="15743"/>
                    <a:pt x="89212" y="15737"/>
                    <a:pt x="89212" y="15715"/>
                  </a:cubicBezTo>
                  <a:lnTo>
                    <a:pt x="89212" y="15776"/>
                  </a:lnTo>
                  <a:lnTo>
                    <a:pt x="89395" y="15745"/>
                  </a:lnTo>
                  <a:cubicBezTo>
                    <a:pt x="89486" y="15715"/>
                    <a:pt x="89577" y="15684"/>
                    <a:pt x="89638" y="15684"/>
                  </a:cubicBezTo>
                  <a:cubicBezTo>
                    <a:pt x="89759" y="15684"/>
                    <a:pt x="89851" y="15745"/>
                    <a:pt x="89972" y="15745"/>
                  </a:cubicBezTo>
                  <a:cubicBezTo>
                    <a:pt x="90086" y="15745"/>
                    <a:pt x="90217" y="15694"/>
                    <a:pt x="90301" y="15694"/>
                  </a:cubicBezTo>
                  <a:cubicBezTo>
                    <a:pt x="90329" y="15694"/>
                    <a:pt x="90352" y="15700"/>
                    <a:pt x="90367" y="15715"/>
                  </a:cubicBezTo>
                  <a:lnTo>
                    <a:pt x="90550" y="15806"/>
                  </a:lnTo>
                  <a:cubicBezTo>
                    <a:pt x="90604" y="15751"/>
                    <a:pt x="90714" y="15740"/>
                    <a:pt x="90806" y="15740"/>
                  </a:cubicBezTo>
                  <a:cubicBezTo>
                    <a:pt x="90867" y="15740"/>
                    <a:pt x="90921" y="15745"/>
                    <a:pt x="90945" y="15745"/>
                  </a:cubicBezTo>
                  <a:cubicBezTo>
                    <a:pt x="91127" y="15654"/>
                    <a:pt x="91310" y="15593"/>
                    <a:pt x="91522" y="15563"/>
                  </a:cubicBezTo>
                  <a:cubicBezTo>
                    <a:pt x="91653" y="15563"/>
                    <a:pt x="92029" y="15697"/>
                    <a:pt x="92210" y="15697"/>
                  </a:cubicBezTo>
                  <a:cubicBezTo>
                    <a:pt x="92240" y="15697"/>
                    <a:pt x="92265" y="15693"/>
                    <a:pt x="92282" y="15684"/>
                  </a:cubicBezTo>
                  <a:cubicBezTo>
                    <a:pt x="92404" y="15624"/>
                    <a:pt x="92525" y="15593"/>
                    <a:pt x="92677" y="15593"/>
                  </a:cubicBezTo>
                  <a:cubicBezTo>
                    <a:pt x="92699" y="15615"/>
                    <a:pt x="92781" y="15636"/>
                    <a:pt x="92849" y="15636"/>
                  </a:cubicBezTo>
                  <a:cubicBezTo>
                    <a:pt x="92877" y="15636"/>
                    <a:pt x="92903" y="15633"/>
                    <a:pt x="92921" y="15624"/>
                  </a:cubicBezTo>
                  <a:cubicBezTo>
                    <a:pt x="92951" y="15624"/>
                    <a:pt x="93103" y="15532"/>
                    <a:pt x="93133" y="15532"/>
                  </a:cubicBezTo>
                  <a:cubicBezTo>
                    <a:pt x="93255" y="15563"/>
                    <a:pt x="93376" y="15563"/>
                    <a:pt x="93528" y="15593"/>
                  </a:cubicBezTo>
                  <a:cubicBezTo>
                    <a:pt x="93570" y="15572"/>
                    <a:pt x="93728" y="15537"/>
                    <a:pt x="93842" y="15537"/>
                  </a:cubicBezTo>
                  <a:cubicBezTo>
                    <a:pt x="93893" y="15537"/>
                    <a:pt x="93935" y="15544"/>
                    <a:pt x="93954" y="15563"/>
                  </a:cubicBezTo>
                  <a:cubicBezTo>
                    <a:pt x="93960" y="15569"/>
                    <a:pt x="93969" y="15571"/>
                    <a:pt x="93980" y="15571"/>
                  </a:cubicBezTo>
                  <a:cubicBezTo>
                    <a:pt x="94029" y="15571"/>
                    <a:pt x="94118" y="15527"/>
                    <a:pt x="94167" y="15502"/>
                  </a:cubicBezTo>
                  <a:lnTo>
                    <a:pt x="94471" y="15380"/>
                  </a:lnTo>
                  <a:lnTo>
                    <a:pt x="94471" y="15441"/>
                  </a:lnTo>
                  <a:lnTo>
                    <a:pt x="94471" y="15654"/>
                  </a:lnTo>
                  <a:cubicBezTo>
                    <a:pt x="94611" y="15598"/>
                    <a:pt x="94881" y="15438"/>
                    <a:pt x="94970" y="15438"/>
                  </a:cubicBezTo>
                  <a:cubicBezTo>
                    <a:pt x="94977" y="15438"/>
                    <a:pt x="94983" y="15439"/>
                    <a:pt x="94987" y="15441"/>
                  </a:cubicBezTo>
                  <a:cubicBezTo>
                    <a:pt x="95109" y="15472"/>
                    <a:pt x="95261" y="15472"/>
                    <a:pt x="95383" y="15472"/>
                  </a:cubicBezTo>
                  <a:cubicBezTo>
                    <a:pt x="95474" y="15472"/>
                    <a:pt x="95595" y="15502"/>
                    <a:pt x="95687" y="15532"/>
                  </a:cubicBezTo>
                  <a:cubicBezTo>
                    <a:pt x="95713" y="15532"/>
                    <a:pt x="96051" y="15465"/>
                    <a:pt x="96243" y="15465"/>
                  </a:cubicBezTo>
                  <a:cubicBezTo>
                    <a:pt x="96275" y="15465"/>
                    <a:pt x="96303" y="15467"/>
                    <a:pt x="96325" y="15472"/>
                  </a:cubicBezTo>
                  <a:cubicBezTo>
                    <a:pt x="96446" y="15502"/>
                    <a:pt x="96598" y="15502"/>
                    <a:pt x="96720" y="15502"/>
                  </a:cubicBezTo>
                  <a:lnTo>
                    <a:pt x="96902" y="15502"/>
                  </a:lnTo>
                  <a:cubicBezTo>
                    <a:pt x="96994" y="15487"/>
                    <a:pt x="97085" y="15479"/>
                    <a:pt x="97176" y="15479"/>
                  </a:cubicBezTo>
                  <a:cubicBezTo>
                    <a:pt x="97267" y="15479"/>
                    <a:pt x="97358" y="15487"/>
                    <a:pt x="97450" y="15502"/>
                  </a:cubicBezTo>
                  <a:lnTo>
                    <a:pt x="97601" y="15411"/>
                  </a:lnTo>
                  <a:lnTo>
                    <a:pt x="97723" y="15350"/>
                  </a:lnTo>
                  <a:cubicBezTo>
                    <a:pt x="97905" y="15350"/>
                    <a:pt x="98088" y="15289"/>
                    <a:pt x="98270" y="15198"/>
                  </a:cubicBezTo>
                  <a:cubicBezTo>
                    <a:pt x="98273" y="15195"/>
                    <a:pt x="98277" y="15193"/>
                    <a:pt x="98281" y="15193"/>
                  </a:cubicBezTo>
                  <a:cubicBezTo>
                    <a:pt x="98313" y="15193"/>
                    <a:pt x="98365" y="15296"/>
                    <a:pt x="98392" y="15350"/>
                  </a:cubicBezTo>
                  <a:cubicBezTo>
                    <a:pt x="98392" y="15353"/>
                    <a:pt x="98393" y="15354"/>
                    <a:pt x="98396" y="15354"/>
                  </a:cubicBezTo>
                  <a:cubicBezTo>
                    <a:pt x="98423" y="15354"/>
                    <a:pt x="98580" y="15223"/>
                    <a:pt x="98635" y="15168"/>
                  </a:cubicBezTo>
                  <a:cubicBezTo>
                    <a:pt x="98653" y="15150"/>
                    <a:pt x="98673" y="15143"/>
                    <a:pt x="98693" y="15143"/>
                  </a:cubicBezTo>
                  <a:cubicBezTo>
                    <a:pt x="98741" y="15143"/>
                    <a:pt x="98787" y="15186"/>
                    <a:pt x="98787" y="15228"/>
                  </a:cubicBezTo>
                  <a:cubicBezTo>
                    <a:pt x="98787" y="15289"/>
                    <a:pt x="99060" y="15289"/>
                    <a:pt x="99152" y="15289"/>
                  </a:cubicBezTo>
                  <a:cubicBezTo>
                    <a:pt x="99243" y="15289"/>
                    <a:pt x="99243" y="15168"/>
                    <a:pt x="99152" y="15016"/>
                  </a:cubicBezTo>
                  <a:lnTo>
                    <a:pt x="99364" y="14985"/>
                  </a:lnTo>
                  <a:lnTo>
                    <a:pt x="99592" y="14928"/>
                  </a:lnTo>
                  <a:lnTo>
                    <a:pt x="99592" y="14928"/>
                  </a:lnTo>
                  <a:cubicBezTo>
                    <a:pt x="99594" y="14936"/>
                    <a:pt x="99598" y="14944"/>
                    <a:pt x="99604" y="14951"/>
                  </a:cubicBezTo>
                  <a:lnTo>
                    <a:pt x="99604" y="14951"/>
                  </a:lnTo>
                  <a:cubicBezTo>
                    <a:pt x="99605" y="14943"/>
                    <a:pt x="99606" y="14934"/>
                    <a:pt x="99608" y="14925"/>
                  </a:cubicBezTo>
                  <a:lnTo>
                    <a:pt x="99608" y="14925"/>
                  </a:lnTo>
                  <a:lnTo>
                    <a:pt x="99592" y="14928"/>
                  </a:lnTo>
                  <a:lnTo>
                    <a:pt x="99592" y="14928"/>
                  </a:lnTo>
                  <a:cubicBezTo>
                    <a:pt x="99579" y="14871"/>
                    <a:pt x="99677" y="14803"/>
                    <a:pt x="99729" y="14803"/>
                  </a:cubicBezTo>
                  <a:cubicBezTo>
                    <a:pt x="99760" y="14803"/>
                    <a:pt x="99729" y="14590"/>
                    <a:pt x="99790" y="14560"/>
                  </a:cubicBezTo>
                  <a:cubicBezTo>
                    <a:pt x="99798" y="14556"/>
                    <a:pt x="99807" y="14554"/>
                    <a:pt x="99815" y="14554"/>
                  </a:cubicBezTo>
                  <a:cubicBezTo>
                    <a:pt x="99867" y="14554"/>
                    <a:pt x="99912" y="14625"/>
                    <a:pt x="99912" y="14651"/>
                  </a:cubicBezTo>
                  <a:cubicBezTo>
                    <a:pt x="99917" y="14656"/>
                    <a:pt x="99926" y="14659"/>
                    <a:pt x="99940" y="14659"/>
                  </a:cubicBezTo>
                  <a:cubicBezTo>
                    <a:pt x="100005" y="14659"/>
                    <a:pt x="100161" y="14600"/>
                    <a:pt x="100337" y="14499"/>
                  </a:cubicBezTo>
                  <a:lnTo>
                    <a:pt x="100337" y="14256"/>
                  </a:lnTo>
                  <a:lnTo>
                    <a:pt x="100337" y="14043"/>
                  </a:lnTo>
                  <a:cubicBezTo>
                    <a:pt x="100307" y="13861"/>
                    <a:pt x="100246" y="13709"/>
                    <a:pt x="100094" y="13557"/>
                  </a:cubicBezTo>
                  <a:cubicBezTo>
                    <a:pt x="100064" y="13526"/>
                    <a:pt x="100094" y="13466"/>
                    <a:pt x="100185" y="13374"/>
                  </a:cubicBezTo>
                  <a:lnTo>
                    <a:pt x="100307" y="13374"/>
                  </a:lnTo>
                  <a:cubicBezTo>
                    <a:pt x="100367" y="13466"/>
                    <a:pt x="100428" y="13466"/>
                    <a:pt x="100428" y="13466"/>
                  </a:cubicBezTo>
                  <a:cubicBezTo>
                    <a:pt x="100519" y="13344"/>
                    <a:pt x="100611" y="13283"/>
                    <a:pt x="100702" y="13192"/>
                  </a:cubicBezTo>
                  <a:lnTo>
                    <a:pt x="100945" y="13040"/>
                  </a:lnTo>
                  <a:lnTo>
                    <a:pt x="100945" y="13010"/>
                  </a:lnTo>
                  <a:cubicBezTo>
                    <a:pt x="100945" y="12933"/>
                    <a:pt x="100687" y="12813"/>
                    <a:pt x="100533" y="12813"/>
                  </a:cubicBezTo>
                  <a:cubicBezTo>
                    <a:pt x="100504" y="12813"/>
                    <a:pt x="100478" y="12818"/>
                    <a:pt x="100459" y="12827"/>
                  </a:cubicBezTo>
                  <a:lnTo>
                    <a:pt x="100398" y="12827"/>
                  </a:lnTo>
                  <a:cubicBezTo>
                    <a:pt x="100367" y="12888"/>
                    <a:pt x="100337" y="12979"/>
                    <a:pt x="100337" y="13070"/>
                  </a:cubicBezTo>
                  <a:lnTo>
                    <a:pt x="100246" y="13101"/>
                  </a:lnTo>
                  <a:cubicBezTo>
                    <a:pt x="100185" y="13101"/>
                    <a:pt x="100094" y="13101"/>
                    <a:pt x="100064" y="13070"/>
                  </a:cubicBezTo>
                  <a:cubicBezTo>
                    <a:pt x="100033" y="13010"/>
                    <a:pt x="100033" y="12949"/>
                    <a:pt x="100064" y="12918"/>
                  </a:cubicBezTo>
                  <a:cubicBezTo>
                    <a:pt x="100094" y="12858"/>
                    <a:pt x="100124" y="12827"/>
                    <a:pt x="100185" y="12797"/>
                  </a:cubicBezTo>
                  <a:lnTo>
                    <a:pt x="100337" y="12706"/>
                  </a:lnTo>
                  <a:cubicBezTo>
                    <a:pt x="100550" y="12614"/>
                    <a:pt x="100459" y="12523"/>
                    <a:pt x="100398" y="12493"/>
                  </a:cubicBezTo>
                  <a:cubicBezTo>
                    <a:pt x="100307" y="12493"/>
                    <a:pt x="100307" y="12341"/>
                    <a:pt x="100337" y="12280"/>
                  </a:cubicBezTo>
                  <a:cubicBezTo>
                    <a:pt x="100367" y="12250"/>
                    <a:pt x="100185" y="12189"/>
                    <a:pt x="100155" y="12189"/>
                  </a:cubicBezTo>
                  <a:cubicBezTo>
                    <a:pt x="100094" y="12159"/>
                    <a:pt x="100155" y="12067"/>
                    <a:pt x="100185" y="12037"/>
                  </a:cubicBezTo>
                  <a:cubicBezTo>
                    <a:pt x="100216" y="12007"/>
                    <a:pt x="100185" y="11915"/>
                    <a:pt x="100124" y="11855"/>
                  </a:cubicBezTo>
                  <a:lnTo>
                    <a:pt x="100003" y="11915"/>
                  </a:lnTo>
                  <a:cubicBezTo>
                    <a:pt x="99957" y="11961"/>
                    <a:pt x="99896" y="11984"/>
                    <a:pt x="99832" y="11984"/>
                  </a:cubicBezTo>
                  <a:cubicBezTo>
                    <a:pt x="99767" y="11984"/>
                    <a:pt x="99699" y="11961"/>
                    <a:pt x="99638" y="11915"/>
                  </a:cubicBezTo>
                  <a:cubicBezTo>
                    <a:pt x="99632" y="11909"/>
                    <a:pt x="99625" y="11907"/>
                    <a:pt x="99617" y="11907"/>
                  </a:cubicBezTo>
                  <a:cubicBezTo>
                    <a:pt x="99586" y="11907"/>
                    <a:pt x="99547" y="11946"/>
                    <a:pt x="99547" y="11946"/>
                  </a:cubicBezTo>
                  <a:cubicBezTo>
                    <a:pt x="99542" y="11950"/>
                    <a:pt x="99536" y="11952"/>
                    <a:pt x="99529" y="11952"/>
                  </a:cubicBezTo>
                  <a:cubicBezTo>
                    <a:pt x="99484" y="11952"/>
                    <a:pt x="99390" y="11885"/>
                    <a:pt x="99364" y="11885"/>
                  </a:cubicBezTo>
                  <a:lnTo>
                    <a:pt x="99121" y="11885"/>
                  </a:lnTo>
                  <a:cubicBezTo>
                    <a:pt x="99060" y="11855"/>
                    <a:pt x="99000" y="11763"/>
                    <a:pt x="98969" y="11703"/>
                  </a:cubicBezTo>
                  <a:cubicBezTo>
                    <a:pt x="98951" y="11667"/>
                    <a:pt x="98934" y="11652"/>
                    <a:pt x="98910" y="11652"/>
                  </a:cubicBezTo>
                  <a:cubicBezTo>
                    <a:pt x="98893" y="11652"/>
                    <a:pt x="98873" y="11660"/>
                    <a:pt x="98848" y="11672"/>
                  </a:cubicBezTo>
                  <a:lnTo>
                    <a:pt x="98817" y="11703"/>
                  </a:lnTo>
                  <a:cubicBezTo>
                    <a:pt x="98787" y="11794"/>
                    <a:pt x="98726" y="11855"/>
                    <a:pt x="98696" y="11915"/>
                  </a:cubicBezTo>
                  <a:cubicBezTo>
                    <a:pt x="98681" y="11931"/>
                    <a:pt x="98658" y="11938"/>
                    <a:pt x="98635" y="11938"/>
                  </a:cubicBezTo>
                  <a:cubicBezTo>
                    <a:pt x="98612" y="11938"/>
                    <a:pt x="98589" y="11931"/>
                    <a:pt x="98574" y="11915"/>
                  </a:cubicBezTo>
                  <a:cubicBezTo>
                    <a:pt x="98513" y="11915"/>
                    <a:pt x="98513" y="11824"/>
                    <a:pt x="98513" y="11824"/>
                  </a:cubicBezTo>
                  <a:cubicBezTo>
                    <a:pt x="98696" y="11703"/>
                    <a:pt x="98605" y="11520"/>
                    <a:pt x="98605" y="11399"/>
                  </a:cubicBezTo>
                  <a:cubicBezTo>
                    <a:pt x="98516" y="11386"/>
                    <a:pt x="98433" y="11379"/>
                    <a:pt x="98351" y="11379"/>
                  </a:cubicBezTo>
                  <a:cubicBezTo>
                    <a:pt x="98235" y="11379"/>
                    <a:pt x="98121" y="11393"/>
                    <a:pt x="97997" y="11429"/>
                  </a:cubicBezTo>
                  <a:lnTo>
                    <a:pt x="97814" y="11459"/>
                  </a:lnTo>
                  <a:lnTo>
                    <a:pt x="97784" y="11459"/>
                  </a:lnTo>
                  <a:cubicBezTo>
                    <a:pt x="97781" y="11462"/>
                    <a:pt x="97778" y="11463"/>
                    <a:pt x="97774" y="11463"/>
                  </a:cubicBezTo>
                  <a:cubicBezTo>
                    <a:pt x="97738" y="11463"/>
                    <a:pt x="97660" y="11332"/>
                    <a:pt x="97632" y="11277"/>
                  </a:cubicBezTo>
                  <a:cubicBezTo>
                    <a:pt x="97622" y="11258"/>
                    <a:pt x="97595" y="11251"/>
                    <a:pt x="97561" y="11251"/>
                  </a:cubicBezTo>
                  <a:cubicBezTo>
                    <a:pt x="97484" y="11251"/>
                    <a:pt x="97370" y="11286"/>
                    <a:pt x="97328" y="11307"/>
                  </a:cubicBezTo>
                  <a:lnTo>
                    <a:pt x="97054" y="11429"/>
                  </a:lnTo>
                  <a:lnTo>
                    <a:pt x="97024" y="11429"/>
                  </a:lnTo>
                  <a:lnTo>
                    <a:pt x="96994" y="11399"/>
                  </a:lnTo>
                  <a:cubicBezTo>
                    <a:pt x="96983" y="11377"/>
                    <a:pt x="96957" y="11367"/>
                    <a:pt x="96921" y="11367"/>
                  </a:cubicBezTo>
                  <a:cubicBezTo>
                    <a:pt x="96856" y="11367"/>
                    <a:pt x="96757" y="11401"/>
                    <a:pt x="96659" y="11459"/>
                  </a:cubicBezTo>
                  <a:cubicBezTo>
                    <a:pt x="96623" y="11414"/>
                    <a:pt x="96586" y="11398"/>
                    <a:pt x="96549" y="11398"/>
                  </a:cubicBezTo>
                  <a:cubicBezTo>
                    <a:pt x="96474" y="11398"/>
                    <a:pt x="96399" y="11463"/>
                    <a:pt x="96323" y="11463"/>
                  </a:cubicBezTo>
                  <a:cubicBezTo>
                    <a:pt x="96314" y="11463"/>
                    <a:pt x="96304" y="11462"/>
                    <a:pt x="96294" y="11459"/>
                  </a:cubicBezTo>
                  <a:cubicBezTo>
                    <a:pt x="96234" y="11459"/>
                    <a:pt x="96203" y="11459"/>
                    <a:pt x="96173" y="11520"/>
                  </a:cubicBezTo>
                  <a:lnTo>
                    <a:pt x="96173" y="11551"/>
                  </a:lnTo>
                  <a:cubicBezTo>
                    <a:pt x="96203" y="11581"/>
                    <a:pt x="96446" y="11611"/>
                    <a:pt x="96446" y="11672"/>
                  </a:cubicBezTo>
                  <a:cubicBezTo>
                    <a:pt x="96446" y="11717"/>
                    <a:pt x="96463" y="11745"/>
                    <a:pt x="96483" y="11745"/>
                  </a:cubicBezTo>
                  <a:cubicBezTo>
                    <a:pt x="96491" y="11745"/>
                    <a:pt x="96499" y="11741"/>
                    <a:pt x="96507" y="11733"/>
                  </a:cubicBezTo>
                  <a:lnTo>
                    <a:pt x="96507" y="11703"/>
                  </a:lnTo>
                  <a:cubicBezTo>
                    <a:pt x="96507" y="11617"/>
                    <a:pt x="96492" y="11531"/>
                    <a:pt x="96558" y="11531"/>
                  </a:cubicBezTo>
                  <a:cubicBezTo>
                    <a:pt x="96586" y="11531"/>
                    <a:pt x="96627" y="11545"/>
                    <a:pt x="96690" y="11581"/>
                  </a:cubicBezTo>
                  <a:lnTo>
                    <a:pt x="96872" y="11581"/>
                  </a:lnTo>
                  <a:cubicBezTo>
                    <a:pt x="96994" y="11581"/>
                    <a:pt x="97085" y="11611"/>
                    <a:pt x="97206" y="11672"/>
                  </a:cubicBezTo>
                  <a:lnTo>
                    <a:pt x="97298" y="11733"/>
                  </a:lnTo>
                  <a:cubicBezTo>
                    <a:pt x="97298" y="11763"/>
                    <a:pt x="97237" y="11824"/>
                    <a:pt x="97206" y="11824"/>
                  </a:cubicBezTo>
                  <a:cubicBezTo>
                    <a:pt x="97201" y="11830"/>
                    <a:pt x="97194" y="11832"/>
                    <a:pt x="97185" y="11832"/>
                  </a:cubicBezTo>
                  <a:cubicBezTo>
                    <a:pt x="97144" y="11832"/>
                    <a:pt x="97069" y="11778"/>
                    <a:pt x="96994" y="11703"/>
                  </a:cubicBezTo>
                  <a:lnTo>
                    <a:pt x="96963" y="11703"/>
                  </a:lnTo>
                  <a:lnTo>
                    <a:pt x="96720" y="11794"/>
                  </a:lnTo>
                  <a:cubicBezTo>
                    <a:pt x="96586" y="11844"/>
                    <a:pt x="96452" y="11867"/>
                    <a:pt x="96318" y="11867"/>
                  </a:cubicBezTo>
                  <a:cubicBezTo>
                    <a:pt x="96209" y="11867"/>
                    <a:pt x="96100" y="11852"/>
                    <a:pt x="95991" y="11824"/>
                  </a:cubicBezTo>
                  <a:cubicBezTo>
                    <a:pt x="95930" y="11794"/>
                    <a:pt x="96051" y="11490"/>
                    <a:pt x="95930" y="11459"/>
                  </a:cubicBezTo>
                  <a:cubicBezTo>
                    <a:pt x="95901" y="11452"/>
                    <a:pt x="95874" y="11448"/>
                    <a:pt x="95849" y="11448"/>
                  </a:cubicBezTo>
                  <a:cubicBezTo>
                    <a:pt x="95767" y="11448"/>
                    <a:pt x="95703" y="11488"/>
                    <a:pt x="95656" y="11581"/>
                  </a:cubicBezTo>
                  <a:cubicBezTo>
                    <a:pt x="95656" y="11590"/>
                    <a:pt x="95643" y="11594"/>
                    <a:pt x="95623" y="11594"/>
                  </a:cubicBezTo>
                  <a:cubicBezTo>
                    <a:pt x="95575" y="11594"/>
                    <a:pt x="95486" y="11572"/>
                    <a:pt x="95443" y="11551"/>
                  </a:cubicBezTo>
                  <a:cubicBezTo>
                    <a:pt x="95413" y="11490"/>
                    <a:pt x="95383" y="11399"/>
                    <a:pt x="95413" y="11338"/>
                  </a:cubicBezTo>
                  <a:lnTo>
                    <a:pt x="95413" y="11338"/>
                  </a:lnTo>
                  <a:lnTo>
                    <a:pt x="95322" y="11368"/>
                  </a:lnTo>
                  <a:lnTo>
                    <a:pt x="95018" y="11520"/>
                  </a:lnTo>
                  <a:cubicBezTo>
                    <a:pt x="94744" y="11459"/>
                    <a:pt x="94501" y="11429"/>
                    <a:pt x="94228" y="11429"/>
                  </a:cubicBezTo>
                  <a:cubicBezTo>
                    <a:pt x="94167" y="11490"/>
                    <a:pt x="94136" y="11581"/>
                    <a:pt x="94136" y="11672"/>
                  </a:cubicBezTo>
                  <a:lnTo>
                    <a:pt x="93984" y="11611"/>
                  </a:lnTo>
                  <a:cubicBezTo>
                    <a:pt x="93924" y="11581"/>
                    <a:pt x="93924" y="11490"/>
                    <a:pt x="93893" y="11399"/>
                  </a:cubicBezTo>
                  <a:cubicBezTo>
                    <a:pt x="93832" y="11459"/>
                    <a:pt x="93772" y="11520"/>
                    <a:pt x="93711" y="11581"/>
                  </a:cubicBezTo>
                  <a:cubicBezTo>
                    <a:pt x="93649" y="11643"/>
                    <a:pt x="93671" y="11732"/>
                    <a:pt x="93729" y="11793"/>
                  </a:cubicBezTo>
                  <a:lnTo>
                    <a:pt x="93729" y="11793"/>
                  </a:lnTo>
                  <a:cubicBezTo>
                    <a:pt x="93750" y="11772"/>
                    <a:pt x="93773" y="11753"/>
                    <a:pt x="93802" y="11733"/>
                  </a:cubicBezTo>
                  <a:cubicBezTo>
                    <a:pt x="93832" y="11733"/>
                    <a:pt x="93863" y="11794"/>
                    <a:pt x="93863" y="11855"/>
                  </a:cubicBezTo>
                  <a:lnTo>
                    <a:pt x="94015" y="11855"/>
                  </a:lnTo>
                  <a:lnTo>
                    <a:pt x="94197" y="11794"/>
                  </a:lnTo>
                  <a:cubicBezTo>
                    <a:pt x="94254" y="11786"/>
                    <a:pt x="94311" y="11782"/>
                    <a:pt x="94361" y="11782"/>
                  </a:cubicBezTo>
                  <a:cubicBezTo>
                    <a:pt x="94498" y="11782"/>
                    <a:pt x="94582" y="11810"/>
                    <a:pt x="94471" y="11855"/>
                  </a:cubicBezTo>
                  <a:cubicBezTo>
                    <a:pt x="94427" y="11872"/>
                    <a:pt x="94313" y="11894"/>
                    <a:pt x="94168" y="11918"/>
                  </a:cubicBezTo>
                  <a:lnTo>
                    <a:pt x="94168" y="11918"/>
                  </a:lnTo>
                  <a:cubicBezTo>
                    <a:pt x="94059" y="11901"/>
                    <a:pt x="93948" y="11880"/>
                    <a:pt x="93832" y="11855"/>
                  </a:cubicBezTo>
                  <a:cubicBezTo>
                    <a:pt x="93793" y="11845"/>
                    <a:pt x="93757" y="11822"/>
                    <a:pt x="93729" y="11793"/>
                  </a:cubicBezTo>
                  <a:lnTo>
                    <a:pt x="93729" y="11793"/>
                  </a:lnTo>
                  <a:cubicBezTo>
                    <a:pt x="93685" y="11836"/>
                    <a:pt x="93651" y="11884"/>
                    <a:pt x="93589" y="11946"/>
                  </a:cubicBezTo>
                  <a:lnTo>
                    <a:pt x="93559" y="12007"/>
                  </a:lnTo>
                  <a:cubicBezTo>
                    <a:pt x="93559" y="12007"/>
                    <a:pt x="93560" y="12008"/>
                    <a:pt x="93560" y="12008"/>
                  </a:cubicBezTo>
                  <a:lnTo>
                    <a:pt x="93560" y="12008"/>
                  </a:lnTo>
                  <a:cubicBezTo>
                    <a:pt x="93753" y="11981"/>
                    <a:pt x="93984" y="11948"/>
                    <a:pt x="94168" y="11918"/>
                  </a:cubicBezTo>
                  <a:lnTo>
                    <a:pt x="94168" y="11918"/>
                  </a:lnTo>
                  <a:cubicBezTo>
                    <a:pt x="94318" y="11941"/>
                    <a:pt x="94465" y="11959"/>
                    <a:pt x="94623" y="11976"/>
                  </a:cubicBezTo>
                  <a:lnTo>
                    <a:pt x="94532" y="12037"/>
                  </a:lnTo>
                  <a:lnTo>
                    <a:pt x="94319" y="12128"/>
                  </a:lnTo>
                  <a:cubicBezTo>
                    <a:pt x="94319" y="12010"/>
                    <a:pt x="94246" y="11966"/>
                    <a:pt x="94199" y="11966"/>
                  </a:cubicBezTo>
                  <a:cubicBezTo>
                    <a:pt x="94185" y="11966"/>
                    <a:pt x="94174" y="11969"/>
                    <a:pt x="94167" y="11976"/>
                  </a:cubicBezTo>
                  <a:cubicBezTo>
                    <a:pt x="94167" y="12005"/>
                    <a:pt x="93981" y="12192"/>
                    <a:pt x="93858" y="12192"/>
                  </a:cubicBezTo>
                  <a:cubicBezTo>
                    <a:pt x="93849" y="12192"/>
                    <a:pt x="93840" y="12191"/>
                    <a:pt x="93832" y="12189"/>
                  </a:cubicBezTo>
                  <a:cubicBezTo>
                    <a:pt x="93742" y="12159"/>
                    <a:pt x="93622" y="12069"/>
                    <a:pt x="93560" y="12008"/>
                  </a:cubicBezTo>
                  <a:lnTo>
                    <a:pt x="93560" y="12008"/>
                  </a:lnTo>
                  <a:cubicBezTo>
                    <a:pt x="93375" y="12035"/>
                    <a:pt x="93226" y="12057"/>
                    <a:pt x="93194" y="12067"/>
                  </a:cubicBezTo>
                  <a:cubicBezTo>
                    <a:pt x="93183" y="12070"/>
                    <a:pt x="93175" y="12071"/>
                    <a:pt x="93169" y="12071"/>
                  </a:cubicBezTo>
                  <a:cubicBezTo>
                    <a:pt x="93104" y="12071"/>
                    <a:pt x="93260" y="11940"/>
                    <a:pt x="93316" y="11885"/>
                  </a:cubicBezTo>
                  <a:cubicBezTo>
                    <a:pt x="93373" y="11856"/>
                    <a:pt x="93185" y="11609"/>
                    <a:pt x="93062" y="11609"/>
                  </a:cubicBezTo>
                  <a:cubicBezTo>
                    <a:pt x="93055" y="11609"/>
                    <a:pt x="93049" y="11610"/>
                    <a:pt x="93042" y="11611"/>
                  </a:cubicBezTo>
                  <a:cubicBezTo>
                    <a:pt x="92921" y="11611"/>
                    <a:pt x="92860" y="11490"/>
                    <a:pt x="92890" y="11277"/>
                  </a:cubicBezTo>
                  <a:lnTo>
                    <a:pt x="92921" y="11247"/>
                  </a:lnTo>
                  <a:cubicBezTo>
                    <a:pt x="92981" y="11216"/>
                    <a:pt x="92981" y="11125"/>
                    <a:pt x="92981" y="11095"/>
                  </a:cubicBezTo>
                  <a:lnTo>
                    <a:pt x="92921" y="11034"/>
                  </a:lnTo>
                  <a:cubicBezTo>
                    <a:pt x="92884" y="10997"/>
                    <a:pt x="92839" y="10983"/>
                    <a:pt x="92793" y="10983"/>
                  </a:cubicBezTo>
                  <a:cubicBezTo>
                    <a:pt x="92685" y="10983"/>
                    <a:pt x="92568" y="11061"/>
                    <a:pt x="92525" y="11125"/>
                  </a:cubicBezTo>
                  <a:cubicBezTo>
                    <a:pt x="92519" y="11149"/>
                    <a:pt x="92516" y="11173"/>
                    <a:pt x="92515" y="11196"/>
                  </a:cubicBezTo>
                  <a:lnTo>
                    <a:pt x="92515" y="11196"/>
                  </a:lnTo>
                  <a:cubicBezTo>
                    <a:pt x="92529" y="11194"/>
                    <a:pt x="92542" y="11193"/>
                    <a:pt x="92556" y="11193"/>
                  </a:cubicBezTo>
                  <a:cubicBezTo>
                    <a:pt x="92594" y="11193"/>
                    <a:pt x="92632" y="11201"/>
                    <a:pt x="92677" y="11216"/>
                  </a:cubicBezTo>
                  <a:lnTo>
                    <a:pt x="92677" y="11247"/>
                  </a:lnTo>
                  <a:cubicBezTo>
                    <a:pt x="92677" y="11277"/>
                    <a:pt x="92647" y="11338"/>
                    <a:pt x="92617" y="11338"/>
                  </a:cubicBezTo>
                  <a:lnTo>
                    <a:pt x="92556" y="11338"/>
                  </a:lnTo>
                  <a:cubicBezTo>
                    <a:pt x="92543" y="11321"/>
                    <a:pt x="92532" y="11306"/>
                    <a:pt x="92522" y="11290"/>
                  </a:cubicBezTo>
                  <a:lnTo>
                    <a:pt x="92522" y="11290"/>
                  </a:lnTo>
                  <a:cubicBezTo>
                    <a:pt x="92536" y="11352"/>
                    <a:pt x="92567" y="11410"/>
                    <a:pt x="92617" y="11459"/>
                  </a:cubicBezTo>
                  <a:lnTo>
                    <a:pt x="92434" y="11642"/>
                  </a:lnTo>
                  <a:lnTo>
                    <a:pt x="92039" y="11429"/>
                  </a:lnTo>
                  <a:lnTo>
                    <a:pt x="91796" y="11338"/>
                  </a:lnTo>
                  <a:cubicBezTo>
                    <a:pt x="91674" y="11459"/>
                    <a:pt x="91553" y="11520"/>
                    <a:pt x="91370" y="11551"/>
                  </a:cubicBezTo>
                  <a:lnTo>
                    <a:pt x="91340" y="11520"/>
                  </a:lnTo>
                  <a:lnTo>
                    <a:pt x="91249" y="11429"/>
                  </a:lnTo>
                  <a:cubicBezTo>
                    <a:pt x="91401" y="11277"/>
                    <a:pt x="91614" y="11186"/>
                    <a:pt x="91857" y="11155"/>
                  </a:cubicBezTo>
                  <a:lnTo>
                    <a:pt x="92039" y="11216"/>
                  </a:lnTo>
                  <a:cubicBezTo>
                    <a:pt x="92061" y="11221"/>
                    <a:pt x="92082" y="11223"/>
                    <a:pt x="92100" y="11223"/>
                  </a:cubicBezTo>
                  <a:cubicBezTo>
                    <a:pt x="92191" y="11223"/>
                    <a:pt x="92245" y="11180"/>
                    <a:pt x="92305" y="11180"/>
                  </a:cubicBezTo>
                  <a:cubicBezTo>
                    <a:pt x="92317" y="11180"/>
                    <a:pt x="92330" y="11181"/>
                    <a:pt x="92343" y="11186"/>
                  </a:cubicBezTo>
                  <a:lnTo>
                    <a:pt x="92434" y="11216"/>
                  </a:lnTo>
                  <a:cubicBezTo>
                    <a:pt x="92448" y="11212"/>
                    <a:pt x="92462" y="11208"/>
                    <a:pt x="92474" y="11204"/>
                  </a:cubicBezTo>
                  <a:lnTo>
                    <a:pt x="92474" y="11204"/>
                  </a:lnTo>
                  <a:cubicBezTo>
                    <a:pt x="92487" y="11232"/>
                    <a:pt x="92503" y="11260"/>
                    <a:pt x="92522" y="11290"/>
                  </a:cubicBezTo>
                  <a:lnTo>
                    <a:pt x="92522" y="11290"/>
                  </a:lnTo>
                  <a:cubicBezTo>
                    <a:pt x="92515" y="11260"/>
                    <a:pt x="92513" y="11228"/>
                    <a:pt x="92515" y="11196"/>
                  </a:cubicBezTo>
                  <a:lnTo>
                    <a:pt x="92515" y="11196"/>
                  </a:lnTo>
                  <a:cubicBezTo>
                    <a:pt x="92502" y="11198"/>
                    <a:pt x="92488" y="11201"/>
                    <a:pt x="92474" y="11204"/>
                  </a:cubicBezTo>
                  <a:lnTo>
                    <a:pt x="92474" y="11204"/>
                  </a:lnTo>
                  <a:cubicBezTo>
                    <a:pt x="92445" y="11140"/>
                    <a:pt x="92434" y="11077"/>
                    <a:pt x="92434" y="11004"/>
                  </a:cubicBezTo>
                  <a:lnTo>
                    <a:pt x="92343" y="10943"/>
                  </a:lnTo>
                  <a:lnTo>
                    <a:pt x="92313" y="10912"/>
                  </a:lnTo>
                  <a:cubicBezTo>
                    <a:pt x="92221" y="10943"/>
                    <a:pt x="92130" y="10973"/>
                    <a:pt x="92069" y="11064"/>
                  </a:cubicBezTo>
                  <a:lnTo>
                    <a:pt x="91948" y="11064"/>
                  </a:lnTo>
                  <a:lnTo>
                    <a:pt x="91674" y="11095"/>
                  </a:lnTo>
                  <a:cubicBezTo>
                    <a:pt x="91401" y="10943"/>
                    <a:pt x="91370" y="10791"/>
                    <a:pt x="91614" y="10791"/>
                  </a:cubicBezTo>
                  <a:lnTo>
                    <a:pt x="91917" y="10791"/>
                  </a:lnTo>
                  <a:cubicBezTo>
                    <a:pt x="92009" y="10730"/>
                    <a:pt x="92039" y="10608"/>
                    <a:pt x="92069" y="10517"/>
                  </a:cubicBezTo>
                  <a:lnTo>
                    <a:pt x="92069" y="10426"/>
                  </a:lnTo>
                  <a:cubicBezTo>
                    <a:pt x="92069" y="10365"/>
                    <a:pt x="92039" y="10335"/>
                    <a:pt x="91978" y="10335"/>
                  </a:cubicBezTo>
                  <a:lnTo>
                    <a:pt x="91796" y="10335"/>
                  </a:lnTo>
                  <a:lnTo>
                    <a:pt x="91705" y="10274"/>
                  </a:lnTo>
                  <a:cubicBezTo>
                    <a:pt x="91669" y="10283"/>
                    <a:pt x="91633" y="10287"/>
                    <a:pt x="91599" y="10287"/>
                  </a:cubicBezTo>
                  <a:cubicBezTo>
                    <a:pt x="91515" y="10287"/>
                    <a:pt x="91435" y="10265"/>
                    <a:pt x="91370" y="10244"/>
                  </a:cubicBezTo>
                  <a:lnTo>
                    <a:pt x="91279" y="10213"/>
                  </a:lnTo>
                  <a:lnTo>
                    <a:pt x="91249" y="10213"/>
                  </a:lnTo>
                  <a:cubicBezTo>
                    <a:pt x="91218" y="10213"/>
                    <a:pt x="91006" y="10335"/>
                    <a:pt x="90914" y="10335"/>
                  </a:cubicBezTo>
                  <a:cubicBezTo>
                    <a:pt x="90762" y="10274"/>
                    <a:pt x="90610" y="10274"/>
                    <a:pt x="90458" y="10274"/>
                  </a:cubicBezTo>
                  <a:lnTo>
                    <a:pt x="90307" y="10365"/>
                  </a:lnTo>
                  <a:lnTo>
                    <a:pt x="90276" y="10396"/>
                  </a:lnTo>
                  <a:cubicBezTo>
                    <a:pt x="90185" y="10365"/>
                    <a:pt x="90215" y="10274"/>
                    <a:pt x="90337" y="10183"/>
                  </a:cubicBezTo>
                  <a:lnTo>
                    <a:pt x="90458" y="10183"/>
                  </a:lnTo>
                  <a:cubicBezTo>
                    <a:pt x="90489" y="10152"/>
                    <a:pt x="90337" y="10122"/>
                    <a:pt x="90307" y="10122"/>
                  </a:cubicBezTo>
                  <a:cubicBezTo>
                    <a:pt x="90246" y="10092"/>
                    <a:pt x="90246" y="10031"/>
                    <a:pt x="90246" y="10000"/>
                  </a:cubicBezTo>
                  <a:cubicBezTo>
                    <a:pt x="90276" y="9970"/>
                    <a:pt x="90215" y="9970"/>
                    <a:pt x="90124" y="9970"/>
                  </a:cubicBezTo>
                  <a:lnTo>
                    <a:pt x="90124" y="10000"/>
                  </a:lnTo>
                  <a:lnTo>
                    <a:pt x="90094" y="10061"/>
                  </a:lnTo>
                  <a:cubicBezTo>
                    <a:pt x="90094" y="10082"/>
                    <a:pt x="90078" y="10090"/>
                    <a:pt x="90053" y="10090"/>
                  </a:cubicBezTo>
                  <a:cubicBezTo>
                    <a:pt x="89966" y="10090"/>
                    <a:pt x="89762" y="9994"/>
                    <a:pt x="89668" y="9970"/>
                  </a:cubicBezTo>
                  <a:cubicBezTo>
                    <a:pt x="89648" y="9966"/>
                    <a:pt x="89628" y="9964"/>
                    <a:pt x="89608" y="9964"/>
                  </a:cubicBezTo>
                  <a:cubicBezTo>
                    <a:pt x="89478" y="9964"/>
                    <a:pt x="89356" y="10047"/>
                    <a:pt x="89303" y="10152"/>
                  </a:cubicBezTo>
                  <a:lnTo>
                    <a:pt x="89182" y="10244"/>
                  </a:lnTo>
                  <a:lnTo>
                    <a:pt x="89091" y="10304"/>
                  </a:lnTo>
                  <a:cubicBezTo>
                    <a:pt x="89013" y="10281"/>
                    <a:pt x="88928" y="10246"/>
                    <a:pt x="88845" y="10206"/>
                  </a:cubicBezTo>
                  <a:lnTo>
                    <a:pt x="88845" y="10206"/>
                  </a:lnTo>
                  <a:cubicBezTo>
                    <a:pt x="88832" y="10229"/>
                    <a:pt x="88813" y="10244"/>
                    <a:pt x="88787" y="10244"/>
                  </a:cubicBezTo>
                  <a:cubicBezTo>
                    <a:pt x="88780" y="10247"/>
                    <a:pt x="88774" y="10248"/>
                    <a:pt x="88769" y="10248"/>
                  </a:cubicBezTo>
                  <a:cubicBezTo>
                    <a:pt x="88741" y="10248"/>
                    <a:pt x="88722" y="10213"/>
                    <a:pt x="88710" y="10159"/>
                  </a:cubicBezTo>
                  <a:lnTo>
                    <a:pt x="88710" y="10159"/>
                  </a:lnTo>
                  <a:cubicBezTo>
                    <a:pt x="88723" y="10158"/>
                    <a:pt x="88737" y="10157"/>
                    <a:pt x="88750" y="10156"/>
                  </a:cubicBezTo>
                  <a:lnTo>
                    <a:pt x="88750" y="10156"/>
                  </a:lnTo>
                  <a:cubicBezTo>
                    <a:pt x="88735" y="10148"/>
                    <a:pt x="88719" y="10139"/>
                    <a:pt x="88704" y="10130"/>
                  </a:cubicBezTo>
                  <a:lnTo>
                    <a:pt x="88704" y="10130"/>
                  </a:lnTo>
                  <a:cubicBezTo>
                    <a:pt x="88699" y="10093"/>
                    <a:pt x="88696" y="10048"/>
                    <a:pt x="88696" y="10000"/>
                  </a:cubicBezTo>
                  <a:lnTo>
                    <a:pt x="88600" y="10064"/>
                  </a:lnTo>
                  <a:lnTo>
                    <a:pt x="88600" y="10064"/>
                  </a:lnTo>
                  <a:cubicBezTo>
                    <a:pt x="88481" y="9983"/>
                    <a:pt x="88410" y="9907"/>
                    <a:pt x="88452" y="9879"/>
                  </a:cubicBezTo>
                  <a:cubicBezTo>
                    <a:pt x="88507" y="9825"/>
                    <a:pt x="88658" y="9722"/>
                    <a:pt x="88711" y="9722"/>
                  </a:cubicBezTo>
                  <a:cubicBezTo>
                    <a:pt x="88718" y="9722"/>
                    <a:pt x="88723" y="9724"/>
                    <a:pt x="88726" y="9727"/>
                  </a:cubicBezTo>
                  <a:cubicBezTo>
                    <a:pt x="88787" y="9788"/>
                    <a:pt x="88848" y="9879"/>
                    <a:pt x="88878" y="10000"/>
                  </a:cubicBezTo>
                  <a:cubicBezTo>
                    <a:pt x="88878" y="10032"/>
                    <a:pt x="88878" y="10098"/>
                    <a:pt x="88865" y="10153"/>
                  </a:cubicBezTo>
                  <a:lnTo>
                    <a:pt x="88865" y="10153"/>
                  </a:lnTo>
                  <a:cubicBezTo>
                    <a:pt x="88900" y="10152"/>
                    <a:pt x="88934" y="10152"/>
                    <a:pt x="88969" y="10152"/>
                  </a:cubicBezTo>
                  <a:lnTo>
                    <a:pt x="88969" y="10122"/>
                  </a:lnTo>
                  <a:lnTo>
                    <a:pt x="88969" y="10000"/>
                  </a:lnTo>
                  <a:cubicBezTo>
                    <a:pt x="89000" y="9848"/>
                    <a:pt x="89060" y="9727"/>
                    <a:pt x="89151" y="9666"/>
                  </a:cubicBezTo>
                  <a:cubicBezTo>
                    <a:pt x="89163" y="9661"/>
                    <a:pt x="89174" y="9658"/>
                    <a:pt x="89185" y="9658"/>
                  </a:cubicBezTo>
                  <a:cubicBezTo>
                    <a:pt x="89234" y="9658"/>
                    <a:pt x="89279" y="9708"/>
                    <a:pt x="89303" y="9757"/>
                  </a:cubicBezTo>
                  <a:lnTo>
                    <a:pt x="89395" y="9696"/>
                  </a:lnTo>
                  <a:cubicBezTo>
                    <a:pt x="89425" y="9666"/>
                    <a:pt x="89425" y="9605"/>
                    <a:pt x="89486" y="9605"/>
                  </a:cubicBezTo>
                  <a:lnTo>
                    <a:pt x="89607" y="9575"/>
                  </a:lnTo>
                  <a:cubicBezTo>
                    <a:pt x="89759" y="9545"/>
                    <a:pt x="89942" y="9453"/>
                    <a:pt x="90033" y="9423"/>
                  </a:cubicBezTo>
                  <a:lnTo>
                    <a:pt x="90124" y="9514"/>
                  </a:lnTo>
                  <a:cubicBezTo>
                    <a:pt x="90165" y="9514"/>
                    <a:pt x="90219" y="9528"/>
                    <a:pt x="90268" y="9528"/>
                  </a:cubicBezTo>
                  <a:cubicBezTo>
                    <a:pt x="90293" y="9528"/>
                    <a:pt x="90317" y="9524"/>
                    <a:pt x="90337" y="9514"/>
                  </a:cubicBezTo>
                  <a:lnTo>
                    <a:pt x="90458" y="9514"/>
                  </a:lnTo>
                  <a:cubicBezTo>
                    <a:pt x="90550" y="9529"/>
                    <a:pt x="90641" y="9537"/>
                    <a:pt x="90732" y="9537"/>
                  </a:cubicBezTo>
                  <a:cubicBezTo>
                    <a:pt x="90823" y="9537"/>
                    <a:pt x="90914" y="9529"/>
                    <a:pt x="91006" y="9514"/>
                  </a:cubicBezTo>
                  <a:cubicBezTo>
                    <a:pt x="91092" y="9493"/>
                    <a:pt x="91162" y="9471"/>
                    <a:pt x="91239" y="9471"/>
                  </a:cubicBezTo>
                  <a:cubicBezTo>
                    <a:pt x="91271" y="9471"/>
                    <a:pt x="91304" y="9475"/>
                    <a:pt x="91340" y="9484"/>
                  </a:cubicBezTo>
                  <a:cubicBezTo>
                    <a:pt x="91462" y="9514"/>
                    <a:pt x="91583" y="9545"/>
                    <a:pt x="91735" y="9575"/>
                  </a:cubicBezTo>
                  <a:cubicBezTo>
                    <a:pt x="91766" y="9560"/>
                    <a:pt x="91804" y="9552"/>
                    <a:pt x="91845" y="9552"/>
                  </a:cubicBezTo>
                  <a:cubicBezTo>
                    <a:pt x="91887" y="9552"/>
                    <a:pt x="91933" y="9560"/>
                    <a:pt x="91978" y="9575"/>
                  </a:cubicBezTo>
                  <a:lnTo>
                    <a:pt x="92009" y="9575"/>
                  </a:lnTo>
                  <a:lnTo>
                    <a:pt x="92221" y="9423"/>
                  </a:lnTo>
                  <a:cubicBezTo>
                    <a:pt x="92434" y="9514"/>
                    <a:pt x="92647" y="9575"/>
                    <a:pt x="92708" y="9575"/>
                  </a:cubicBezTo>
                  <a:lnTo>
                    <a:pt x="92738" y="9575"/>
                  </a:lnTo>
                  <a:lnTo>
                    <a:pt x="92890" y="9453"/>
                  </a:lnTo>
                  <a:cubicBezTo>
                    <a:pt x="92966" y="9484"/>
                    <a:pt x="93042" y="9499"/>
                    <a:pt x="93122" y="9499"/>
                  </a:cubicBezTo>
                  <a:cubicBezTo>
                    <a:pt x="93202" y="9499"/>
                    <a:pt x="93285" y="9484"/>
                    <a:pt x="93376" y="9453"/>
                  </a:cubicBezTo>
                  <a:lnTo>
                    <a:pt x="93528" y="9545"/>
                  </a:lnTo>
                  <a:cubicBezTo>
                    <a:pt x="93533" y="9549"/>
                    <a:pt x="93540" y="9551"/>
                    <a:pt x="93549" y="9551"/>
                  </a:cubicBezTo>
                  <a:cubicBezTo>
                    <a:pt x="93576" y="9551"/>
                    <a:pt x="93621" y="9533"/>
                    <a:pt x="93668" y="9533"/>
                  </a:cubicBezTo>
                  <a:cubicBezTo>
                    <a:pt x="93703" y="9533"/>
                    <a:pt x="93739" y="9543"/>
                    <a:pt x="93772" y="9575"/>
                  </a:cubicBezTo>
                  <a:cubicBezTo>
                    <a:pt x="93772" y="9575"/>
                    <a:pt x="93962" y="9469"/>
                    <a:pt x="94095" y="9469"/>
                  </a:cubicBezTo>
                  <a:cubicBezTo>
                    <a:pt x="94122" y="9469"/>
                    <a:pt x="94147" y="9474"/>
                    <a:pt x="94167" y="9484"/>
                  </a:cubicBezTo>
                  <a:cubicBezTo>
                    <a:pt x="94192" y="9501"/>
                    <a:pt x="94220" y="9508"/>
                    <a:pt x="94248" y="9508"/>
                  </a:cubicBezTo>
                  <a:cubicBezTo>
                    <a:pt x="94319" y="9508"/>
                    <a:pt x="94388" y="9458"/>
                    <a:pt x="94410" y="9393"/>
                  </a:cubicBezTo>
                  <a:cubicBezTo>
                    <a:pt x="94562" y="9423"/>
                    <a:pt x="94653" y="9453"/>
                    <a:pt x="94775" y="9514"/>
                  </a:cubicBezTo>
                  <a:cubicBezTo>
                    <a:pt x="94791" y="9522"/>
                    <a:pt x="94806" y="9525"/>
                    <a:pt x="94821" y="9525"/>
                  </a:cubicBezTo>
                  <a:cubicBezTo>
                    <a:pt x="94889" y="9525"/>
                    <a:pt x="94950" y="9458"/>
                    <a:pt x="95015" y="9458"/>
                  </a:cubicBezTo>
                  <a:cubicBezTo>
                    <a:pt x="95045" y="9458"/>
                    <a:pt x="95076" y="9472"/>
                    <a:pt x="95109" y="9514"/>
                  </a:cubicBezTo>
                  <a:cubicBezTo>
                    <a:pt x="95231" y="9453"/>
                    <a:pt x="95322" y="9393"/>
                    <a:pt x="95443" y="9301"/>
                  </a:cubicBezTo>
                  <a:lnTo>
                    <a:pt x="95717" y="9301"/>
                  </a:lnTo>
                  <a:cubicBezTo>
                    <a:pt x="95899" y="9271"/>
                    <a:pt x="96051" y="9210"/>
                    <a:pt x="96203" y="9119"/>
                  </a:cubicBezTo>
                  <a:cubicBezTo>
                    <a:pt x="96264" y="9058"/>
                    <a:pt x="96203" y="8997"/>
                    <a:pt x="96082" y="8997"/>
                  </a:cubicBezTo>
                  <a:lnTo>
                    <a:pt x="96112" y="8845"/>
                  </a:lnTo>
                  <a:lnTo>
                    <a:pt x="96142" y="8724"/>
                  </a:lnTo>
                  <a:cubicBezTo>
                    <a:pt x="96142" y="8572"/>
                    <a:pt x="96082" y="8420"/>
                    <a:pt x="96021" y="8298"/>
                  </a:cubicBezTo>
                  <a:lnTo>
                    <a:pt x="96112" y="8207"/>
                  </a:lnTo>
                  <a:lnTo>
                    <a:pt x="96173" y="8146"/>
                  </a:lnTo>
                  <a:cubicBezTo>
                    <a:pt x="96203" y="8086"/>
                    <a:pt x="96325" y="7903"/>
                    <a:pt x="96325" y="7873"/>
                  </a:cubicBezTo>
                  <a:cubicBezTo>
                    <a:pt x="96325" y="7812"/>
                    <a:pt x="96416" y="7721"/>
                    <a:pt x="96538" y="7660"/>
                  </a:cubicBezTo>
                  <a:lnTo>
                    <a:pt x="96629" y="7599"/>
                  </a:lnTo>
                  <a:cubicBezTo>
                    <a:pt x="96720" y="7417"/>
                    <a:pt x="96781" y="7265"/>
                    <a:pt x="96811" y="7082"/>
                  </a:cubicBezTo>
                  <a:lnTo>
                    <a:pt x="96720" y="6991"/>
                  </a:lnTo>
                  <a:cubicBezTo>
                    <a:pt x="96750" y="6900"/>
                    <a:pt x="96842" y="6809"/>
                    <a:pt x="96933" y="6779"/>
                  </a:cubicBezTo>
                  <a:lnTo>
                    <a:pt x="97054" y="6779"/>
                  </a:lnTo>
                  <a:cubicBezTo>
                    <a:pt x="97115" y="6718"/>
                    <a:pt x="97024" y="6657"/>
                    <a:pt x="96994" y="6627"/>
                  </a:cubicBezTo>
                  <a:cubicBezTo>
                    <a:pt x="96963" y="6596"/>
                    <a:pt x="97237" y="6323"/>
                    <a:pt x="97358" y="6231"/>
                  </a:cubicBezTo>
                  <a:cubicBezTo>
                    <a:pt x="97480" y="6110"/>
                    <a:pt x="97450" y="5988"/>
                    <a:pt x="97419" y="5958"/>
                  </a:cubicBezTo>
                  <a:cubicBezTo>
                    <a:pt x="97358" y="5958"/>
                    <a:pt x="97358" y="5836"/>
                    <a:pt x="97419" y="5715"/>
                  </a:cubicBezTo>
                  <a:lnTo>
                    <a:pt x="97510" y="5654"/>
                  </a:lnTo>
                  <a:lnTo>
                    <a:pt x="97571" y="5593"/>
                  </a:lnTo>
                  <a:cubicBezTo>
                    <a:pt x="97693" y="5563"/>
                    <a:pt x="97753" y="5350"/>
                    <a:pt x="97693" y="5350"/>
                  </a:cubicBezTo>
                  <a:cubicBezTo>
                    <a:pt x="97632" y="5320"/>
                    <a:pt x="97571" y="5289"/>
                    <a:pt x="97510" y="5259"/>
                  </a:cubicBezTo>
                  <a:cubicBezTo>
                    <a:pt x="97510" y="5255"/>
                    <a:pt x="97509" y="5253"/>
                    <a:pt x="97506" y="5253"/>
                  </a:cubicBezTo>
                  <a:cubicBezTo>
                    <a:pt x="97486" y="5253"/>
                    <a:pt x="97407" y="5336"/>
                    <a:pt x="97328" y="5441"/>
                  </a:cubicBezTo>
                  <a:lnTo>
                    <a:pt x="97146" y="5350"/>
                  </a:lnTo>
                  <a:lnTo>
                    <a:pt x="97054" y="5289"/>
                  </a:lnTo>
                  <a:cubicBezTo>
                    <a:pt x="97115" y="5228"/>
                    <a:pt x="96872" y="5107"/>
                    <a:pt x="96750" y="5046"/>
                  </a:cubicBezTo>
                  <a:cubicBezTo>
                    <a:pt x="96629" y="5016"/>
                    <a:pt x="96902" y="4924"/>
                    <a:pt x="96994" y="4924"/>
                  </a:cubicBezTo>
                  <a:cubicBezTo>
                    <a:pt x="97010" y="4916"/>
                    <a:pt x="97048" y="4912"/>
                    <a:pt x="97096" y="4912"/>
                  </a:cubicBezTo>
                  <a:cubicBezTo>
                    <a:pt x="97226" y="4912"/>
                    <a:pt x="97427" y="4941"/>
                    <a:pt x="97450" y="4985"/>
                  </a:cubicBezTo>
                  <a:cubicBezTo>
                    <a:pt x="97461" y="5021"/>
                    <a:pt x="97483" y="5038"/>
                    <a:pt x="97508" y="5038"/>
                  </a:cubicBezTo>
                  <a:cubicBezTo>
                    <a:pt x="97547" y="5038"/>
                    <a:pt x="97595" y="4998"/>
                    <a:pt x="97632" y="4924"/>
                  </a:cubicBezTo>
                  <a:lnTo>
                    <a:pt x="97784" y="5016"/>
                  </a:lnTo>
                  <a:cubicBezTo>
                    <a:pt x="97784" y="5016"/>
                    <a:pt x="97784" y="5046"/>
                    <a:pt x="97814" y="5046"/>
                  </a:cubicBezTo>
                  <a:cubicBezTo>
                    <a:pt x="97852" y="5071"/>
                    <a:pt x="97869" y="5086"/>
                    <a:pt x="97884" y="5086"/>
                  </a:cubicBezTo>
                  <a:cubicBezTo>
                    <a:pt x="97906" y="5086"/>
                    <a:pt x="97925" y="5056"/>
                    <a:pt x="97997" y="4985"/>
                  </a:cubicBezTo>
                  <a:lnTo>
                    <a:pt x="98088" y="4924"/>
                  </a:lnTo>
                  <a:cubicBezTo>
                    <a:pt x="98179" y="4894"/>
                    <a:pt x="98240" y="4803"/>
                    <a:pt x="98209" y="4712"/>
                  </a:cubicBezTo>
                  <a:lnTo>
                    <a:pt x="98179" y="4681"/>
                  </a:lnTo>
                  <a:lnTo>
                    <a:pt x="98057" y="4529"/>
                  </a:lnTo>
                  <a:cubicBezTo>
                    <a:pt x="98057" y="4408"/>
                    <a:pt x="98057" y="4286"/>
                    <a:pt x="98057" y="4165"/>
                  </a:cubicBezTo>
                  <a:cubicBezTo>
                    <a:pt x="98027" y="4165"/>
                    <a:pt x="97723" y="4104"/>
                    <a:pt x="97662" y="4013"/>
                  </a:cubicBezTo>
                  <a:cubicBezTo>
                    <a:pt x="97480" y="3891"/>
                    <a:pt x="97298" y="3769"/>
                    <a:pt x="97085" y="3709"/>
                  </a:cubicBezTo>
                  <a:cubicBezTo>
                    <a:pt x="96902" y="3709"/>
                    <a:pt x="96720" y="3678"/>
                    <a:pt x="96538" y="3648"/>
                  </a:cubicBezTo>
                  <a:cubicBezTo>
                    <a:pt x="96416" y="3587"/>
                    <a:pt x="96294" y="3496"/>
                    <a:pt x="96203" y="3405"/>
                  </a:cubicBezTo>
                  <a:lnTo>
                    <a:pt x="96264" y="3313"/>
                  </a:lnTo>
                  <a:cubicBezTo>
                    <a:pt x="96355" y="3222"/>
                    <a:pt x="96416" y="3131"/>
                    <a:pt x="96477" y="3040"/>
                  </a:cubicBezTo>
                  <a:cubicBezTo>
                    <a:pt x="96507" y="2979"/>
                    <a:pt x="96477" y="2918"/>
                    <a:pt x="96446" y="2857"/>
                  </a:cubicBezTo>
                  <a:cubicBezTo>
                    <a:pt x="96416" y="2812"/>
                    <a:pt x="96386" y="2789"/>
                    <a:pt x="96351" y="2789"/>
                  </a:cubicBezTo>
                  <a:cubicBezTo>
                    <a:pt x="96317" y="2789"/>
                    <a:pt x="96279" y="2812"/>
                    <a:pt x="96234" y="2857"/>
                  </a:cubicBezTo>
                  <a:cubicBezTo>
                    <a:pt x="96207" y="2875"/>
                    <a:pt x="96188" y="2883"/>
                    <a:pt x="96174" y="2883"/>
                  </a:cubicBezTo>
                  <a:cubicBezTo>
                    <a:pt x="96140" y="2883"/>
                    <a:pt x="96134" y="2840"/>
                    <a:pt x="96112" y="2797"/>
                  </a:cubicBezTo>
                  <a:cubicBezTo>
                    <a:pt x="96082" y="2766"/>
                    <a:pt x="96051" y="2736"/>
                    <a:pt x="95991" y="2736"/>
                  </a:cubicBezTo>
                  <a:cubicBezTo>
                    <a:pt x="95899" y="2736"/>
                    <a:pt x="95778" y="2766"/>
                    <a:pt x="95747" y="2827"/>
                  </a:cubicBezTo>
                  <a:lnTo>
                    <a:pt x="95626" y="3070"/>
                  </a:lnTo>
                  <a:cubicBezTo>
                    <a:pt x="95474" y="3009"/>
                    <a:pt x="95413" y="2857"/>
                    <a:pt x="95443" y="2736"/>
                  </a:cubicBezTo>
                  <a:cubicBezTo>
                    <a:pt x="95474" y="2645"/>
                    <a:pt x="95535" y="2554"/>
                    <a:pt x="95565" y="2493"/>
                  </a:cubicBezTo>
                  <a:lnTo>
                    <a:pt x="95443" y="2493"/>
                  </a:lnTo>
                  <a:cubicBezTo>
                    <a:pt x="95383" y="2493"/>
                    <a:pt x="95352" y="2554"/>
                    <a:pt x="95322" y="2584"/>
                  </a:cubicBezTo>
                  <a:cubicBezTo>
                    <a:pt x="95261" y="2584"/>
                    <a:pt x="95261" y="2645"/>
                    <a:pt x="95261" y="2645"/>
                  </a:cubicBezTo>
                  <a:lnTo>
                    <a:pt x="95079" y="2584"/>
                  </a:lnTo>
                  <a:cubicBezTo>
                    <a:pt x="95062" y="2581"/>
                    <a:pt x="95045" y="2580"/>
                    <a:pt x="95027" y="2580"/>
                  </a:cubicBezTo>
                  <a:cubicBezTo>
                    <a:pt x="94848" y="2580"/>
                    <a:pt x="94614" y="2708"/>
                    <a:pt x="94532" y="2736"/>
                  </a:cubicBezTo>
                  <a:cubicBezTo>
                    <a:pt x="94349" y="2706"/>
                    <a:pt x="94197" y="2645"/>
                    <a:pt x="94045" y="2554"/>
                  </a:cubicBezTo>
                  <a:cubicBezTo>
                    <a:pt x="94012" y="2542"/>
                    <a:pt x="93974" y="2535"/>
                    <a:pt x="93937" y="2535"/>
                  </a:cubicBezTo>
                  <a:cubicBezTo>
                    <a:pt x="93873" y="2535"/>
                    <a:pt x="93810" y="2557"/>
                    <a:pt x="93772" y="2614"/>
                  </a:cubicBezTo>
                  <a:cubicBezTo>
                    <a:pt x="93765" y="2618"/>
                    <a:pt x="93758" y="2619"/>
                    <a:pt x="93752" y="2619"/>
                  </a:cubicBezTo>
                  <a:cubicBezTo>
                    <a:pt x="93698" y="2619"/>
                    <a:pt x="93650" y="2517"/>
                    <a:pt x="93650" y="2462"/>
                  </a:cubicBezTo>
                  <a:cubicBezTo>
                    <a:pt x="93650" y="2455"/>
                    <a:pt x="93647" y="2451"/>
                    <a:pt x="93641" y="2451"/>
                  </a:cubicBezTo>
                  <a:cubicBezTo>
                    <a:pt x="93621" y="2451"/>
                    <a:pt x="93575" y="2491"/>
                    <a:pt x="93528" y="2584"/>
                  </a:cubicBezTo>
                  <a:lnTo>
                    <a:pt x="93255" y="2584"/>
                  </a:lnTo>
                  <a:cubicBezTo>
                    <a:pt x="93133" y="2706"/>
                    <a:pt x="92860" y="3009"/>
                    <a:pt x="92921" y="3101"/>
                  </a:cubicBezTo>
                  <a:cubicBezTo>
                    <a:pt x="92956" y="3136"/>
                    <a:pt x="92898" y="3151"/>
                    <a:pt x="92831" y="3151"/>
                  </a:cubicBezTo>
                  <a:cubicBezTo>
                    <a:pt x="92784" y="3151"/>
                    <a:pt x="92733" y="3144"/>
                    <a:pt x="92708" y="3131"/>
                  </a:cubicBezTo>
                  <a:cubicBezTo>
                    <a:pt x="92681" y="3122"/>
                    <a:pt x="92654" y="3118"/>
                    <a:pt x="92628" y="3118"/>
                  </a:cubicBezTo>
                  <a:cubicBezTo>
                    <a:pt x="92566" y="3118"/>
                    <a:pt x="92508" y="3140"/>
                    <a:pt x="92465" y="3161"/>
                  </a:cubicBezTo>
                  <a:cubicBezTo>
                    <a:pt x="92313" y="3161"/>
                    <a:pt x="92191" y="3131"/>
                    <a:pt x="92069" y="3070"/>
                  </a:cubicBezTo>
                  <a:cubicBezTo>
                    <a:pt x="92009" y="3009"/>
                    <a:pt x="91917" y="2888"/>
                    <a:pt x="91917" y="2827"/>
                  </a:cubicBezTo>
                  <a:cubicBezTo>
                    <a:pt x="91917" y="2797"/>
                    <a:pt x="92161" y="2706"/>
                    <a:pt x="92252" y="2706"/>
                  </a:cubicBezTo>
                  <a:cubicBezTo>
                    <a:pt x="92313" y="2706"/>
                    <a:pt x="92221" y="2614"/>
                    <a:pt x="92039" y="2523"/>
                  </a:cubicBezTo>
                  <a:lnTo>
                    <a:pt x="91978" y="2523"/>
                  </a:lnTo>
                  <a:cubicBezTo>
                    <a:pt x="91961" y="2517"/>
                    <a:pt x="91947" y="2515"/>
                    <a:pt x="91935" y="2515"/>
                  </a:cubicBezTo>
                  <a:cubicBezTo>
                    <a:pt x="91887" y="2515"/>
                    <a:pt x="91887" y="2559"/>
                    <a:pt x="91887" y="2584"/>
                  </a:cubicBezTo>
                  <a:cubicBezTo>
                    <a:pt x="91917" y="2584"/>
                    <a:pt x="91826" y="2614"/>
                    <a:pt x="91796" y="2614"/>
                  </a:cubicBezTo>
                  <a:cubicBezTo>
                    <a:pt x="91766" y="2614"/>
                    <a:pt x="91674" y="2432"/>
                    <a:pt x="91583" y="2432"/>
                  </a:cubicBezTo>
                  <a:cubicBezTo>
                    <a:pt x="91492" y="2432"/>
                    <a:pt x="91522" y="2402"/>
                    <a:pt x="91583" y="2371"/>
                  </a:cubicBezTo>
                  <a:cubicBezTo>
                    <a:pt x="91644" y="2371"/>
                    <a:pt x="90945" y="2280"/>
                    <a:pt x="90914" y="2250"/>
                  </a:cubicBezTo>
                  <a:cubicBezTo>
                    <a:pt x="90884" y="2219"/>
                    <a:pt x="90914" y="2128"/>
                    <a:pt x="90945" y="2098"/>
                  </a:cubicBezTo>
                  <a:cubicBezTo>
                    <a:pt x="90975" y="2067"/>
                    <a:pt x="90975" y="2037"/>
                    <a:pt x="90914" y="2006"/>
                  </a:cubicBezTo>
                  <a:lnTo>
                    <a:pt x="90884" y="1976"/>
                  </a:lnTo>
                  <a:lnTo>
                    <a:pt x="90854" y="1946"/>
                  </a:lnTo>
                  <a:cubicBezTo>
                    <a:pt x="90793" y="1915"/>
                    <a:pt x="90975" y="1763"/>
                    <a:pt x="91036" y="1733"/>
                  </a:cubicBezTo>
                  <a:cubicBezTo>
                    <a:pt x="91043" y="1726"/>
                    <a:pt x="91051" y="1723"/>
                    <a:pt x="91060" y="1723"/>
                  </a:cubicBezTo>
                  <a:cubicBezTo>
                    <a:pt x="91134" y="1723"/>
                    <a:pt x="91276" y="1922"/>
                    <a:pt x="91249" y="1976"/>
                  </a:cubicBezTo>
                  <a:cubicBezTo>
                    <a:pt x="91249" y="2067"/>
                    <a:pt x="91279" y="2128"/>
                    <a:pt x="91279" y="2128"/>
                  </a:cubicBezTo>
                  <a:cubicBezTo>
                    <a:pt x="91370" y="2067"/>
                    <a:pt x="91462" y="2006"/>
                    <a:pt x="91522" y="1915"/>
                  </a:cubicBezTo>
                  <a:lnTo>
                    <a:pt x="91614" y="1885"/>
                  </a:lnTo>
                  <a:cubicBezTo>
                    <a:pt x="91674" y="1794"/>
                    <a:pt x="91705" y="1702"/>
                    <a:pt x="91735" y="1581"/>
                  </a:cubicBezTo>
                  <a:cubicBezTo>
                    <a:pt x="91705" y="1520"/>
                    <a:pt x="91674" y="1429"/>
                    <a:pt x="91644" y="1368"/>
                  </a:cubicBezTo>
                  <a:cubicBezTo>
                    <a:pt x="91614" y="1277"/>
                    <a:pt x="91279" y="1247"/>
                    <a:pt x="91279" y="1186"/>
                  </a:cubicBezTo>
                  <a:cubicBezTo>
                    <a:pt x="91257" y="1141"/>
                    <a:pt x="91349" y="1113"/>
                    <a:pt x="91495" y="1113"/>
                  </a:cubicBezTo>
                  <a:cubicBezTo>
                    <a:pt x="91548" y="1113"/>
                    <a:pt x="91609" y="1117"/>
                    <a:pt x="91674" y="1125"/>
                  </a:cubicBezTo>
                  <a:lnTo>
                    <a:pt x="91887" y="1125"/>
                  </a:lnTo>
                  <a:cubicBezTo>
                    <a:pt x="91891" y="1129"/>
                    <a:pt x="91897" y="1131"/>
                    <a:pt x="91903" y="1131"/>
                  </a:cubicBezTo>
                  <a:cubicBezTo>
                    <a:pt x="91941" y="1131"/>
                    <a:pt x="92009" y="1060"/>
                    <a:pt x="92009" y="1034"/>
                  </a:cubicBezTo>
                  <a:lnTo>
                    <a:pt x="92009" y="943"/>
                  </a:lnTo>
                  <a:cubicBezTo>
                    <a:pt x="92009" y="821"/>
                    <a:pt x="91857" y="639"/>
                    <a:pt x="91766" y="639"/>
                  </a:cubicBezTo>
                  <a:cubicBezTo>
                    <a:pt x="91705" y="669"/>
                    <a:pt x="91614" y="791"/>
                    <a:pt x="91674" y="821"/>
                  </a:cubicBezTo>
                  <a:cubicBezTo>
                    <a:pt x="91705" y="821"/>
                    <a:pt x="91705" y="912"/>
                    <a:pt x="91705" y="943"/>
                  </a:cubicBezTo>
                  <a:cubicBezTo>
                    <a:pt x="91705" y="1003"/>
                    <a:pt x="91644" y="1034"/>
                    <a:pt x="91553" y="1034"/>
                  </a:cubicBezTo>
                  <a:cubicBezTo>
                    <a:pt x="91535" y="945"/>
                    <a:pt x="91497" y="898"/>
                    <a:pt x="91438" y="898"/>
                  </a:cubicBezTo>
                  <a:cubicBezTo>
                    <a:pt x="91395" y="898"/>
                    <a:pt x="91343" y="922"/>
                    <a:pt x="91279" y="973"/>
                  </a:cubicBezTo>
                  <a:lnTo>
                    <a:pt x="91249" y="973"/>
                  </a:lnTo>
                  <a:cubicBezTo>
                    <a:pt x="91188" y="973"/>
                    <a:pt x="91158" y="943"/>
                    <a:pt x="91127" y="882"/>
                  </a:cubicBezTo>
                  <a:lnTo>
                    <a:pt x="91127" y="821"/>
                  </a:lnTo>
                  <a:cubicBezTo>
                    <a:pt x="91158" y="791"/>
                    <a:pt x="91188" y="730"/>
                    <a:pt x="91188" y="699"/>
                  </a:cubicBezTo>
                  <a:cubicBezTo>
                    <a:pt x="91127" y="608"/>
                    <a:pt x="91036" y="547"/>
                    <a:pt x="90945" y="487"/>
                  </a:cubicBezTo>
                  <a:cubicBezTo>
                    <a:pt x="90914" y="517"/>
                    <a:pt x="90884" y="578"/>
                    <a:pt x="90884" y="639"/>
                  </a:cubicBezTo>
                  <a:cubicBezTo>
                    <a:pt x="90882" y="640"/>
                    <a:pt x="90881" y="641"/>
                    <a:pt x="90878" y="641"/>
                  </a:cubicBezTo>
                  <a:cubicBezTo>
                    <a:pt x="90838" y="641"/>
                    <a:pt x="90695" y="394"/>
                    <a:pt x="90580" y="365"/>
                  </a:cubicBezTo>
                  <a:cubicBezTo>
                    <a:pt x="90568" y="362"/>
                    <a:pt x="90555" y="360"/>
                    <a:pt x="90543" y="360"/>
                  </a:cubicBezTo>
                  <a:cubicBezTo>
                    <a:pt x="90434" y="360"/>
                    <a:pt x="90334" y="475"/>
                    <a:pt x="90307" y="639"/>
                  </a:cubicBezTo>
                  <a:lnTo>
                    <a:pt x="90063" y="426"/>
                  </a:lnTo>
                  <a:cubicBezTo>
                    <a:pt x="90033" y="456"/>
                    <a:pt x="90003" y="456"/>
                    <a:pt x="89972" y="487"/>
                  </a:cubicBezTo>
                  <a:lnTo>
                    <a:pt x="89820" y="487"/>
                  </a:lnTo>
                  <a:cubicBezTo>
                    <a:pt x="89820" y="517"/>
                    <a:pt x="89486" y="547"/>
                    <a:pt x="89425" y="608"/>
                  </a:cubicBezTo>
                  <a:cubicBezTo>
                    <a:pt x="89379" y="631"/>
                    <a:pt x="89245" y="689"/>
                    <a:pt x="89183" y="689"/>
                  </a:cubicBezTo>
                  <a:cubicBezTo>
                    <a:pt x="89164" y="689"/>
                    <a:pt x="89151" y="684"/>
                    <a:pt x="89151" y="669"/>
                  </a:cubicBezTo>
                  <a:cubicBezTo>
                    <a:pt x="89151" y="639"/>
                    <a:pt x="88969" y="639"/>
                    <a:pt x="88939" y="639"/>
                  </a:cubicBezTo>
                  <a:cubicBezTo>
                    <a:pt x="88898" y="639"/>
                    <a:pt x="88777" y="612"/>
                    <a:pt x="88700" y="612"/>
                  </a:cubicBezTo>
                  <a:cubicBezTo>
                    <a:pt x="88662" y="612"/>
                    <a:pt x="88635" y="618"/>
                    <a:pt x="88635" y="639"/>
                  </a:cubicBezTo>
                  <a:cubicBezTo>
                    <a:pt x="88635" y="669"/>
                    <a:pt x="88604" y="730"/>
                    <a:pt x="88574" y="791"/>
                  </a:cubicBezTo>
                  <a:cubicBezTo>
                    <a:pt x="88574" y="791"/>
                    <a:pt x="88452" y="760"/>
                    <a:pt x="88422" y="730"/>
                  </a:cubicBezTo>
                  <a:cubicBezTo>
                    <a:pt x="88392" y="730"/>
                    <a:pt x="88179" y="608"/>
                    <a:pt x="87936" y="517"/>
                  </a:cubicBezTo>
                  <a:lnTo>
                    <a:pt x="87692" y="608"/>
                  </a:lnTo>
                  <a:lnTo>
                    <a:pt x="87662" y="608"/>
                  </a:lnTo>
                  <a:cubicBezTo>
                    <a:pt x="87657" y="611"/>
                    <a:pt x="87651" y="612"/>
                    <a:pt x="87645" y="612"/>
                  </a:cubicBezTo>
                  <a:cubicBezTo>
                    <a:pt x="87585" y="612"/>
                    <a:pt x="87507" y="484"/>
                    <a:pt x="87480" y="456"/>
                  </a:cubicBezTo>
                  <a:cubicBezTo>
                    <a:pt x="87480" y="441"/>
                    <a:pt x="87472" y="435"/>
                    <a:pt x="87460" y="435"/>
                  </a:cubicBezTo>
                  <a:cubicBezTo>
                    <a:pt x="87423" y="435"/>
                    <a:pt x="87343" y="487"/>
                    <a:pt x="87297" y="487"/>
                  </a:cubicBezTo>
                  <a:cubicBezTo>
                    <a:pt x="87262" y="496"/>
                    <a:pt x="87229" y="499"/>
                    <a:pt x="87197" y="499"/>
                  </a:cubicBezTo>
                  <a:cubicBezTo>
                    <a:pt x="87120" y="499"/>
                    <a:pt x="87049" y="478"/>
                    <a:pt x="86963" y="456"/>
                  </a:cubicBezTo>
                  <a:cubicBezTo>
                    <a:pt x="86952" y="451"/>
                    <a:pt x="86938" y="448"/>
                    <a:pt x="86922" y="448"/>
                  </a:cubicBezTo>
                  <a:cubicBezTo>
                    <a:pt x="86851" y="448"/>
                    <a:pt x="86745" y="498"/>
                    <a:pt x="86720" y="547"/>
                  </a:cubicBezTo>
                  <a:cubicBezTo>
                    <a:pt x="86710" y="558"/>
                    <a:pt x="86696" y="562"/>
                    <a:pt x="86680" y="562"/>
                  </a:cubicBezTo>
                  <a:cubicBezTo>
                    <a:pt x="86609" y="562"/>
                    <a:pt x="86496" y="483"/>
                    <a:pt x="86436" y="483"/>
                  </a:cubicBezTo>
                  <a:cubicBezTo>
                    <a:pt x="86428" y="483"/>
                    <a:pt x="86421" y="484"/>
                    <a:pt x="86416" y="487"/>
                  </a:cubicBezTo>
                  <a:cubicBezTo>
                    <a:pt x="86385" y="517"/>
                    <a:pt x="86325" y="547"/>
                    <a:pt x="86294" y="578"/>
                  </a:cubicBezTo>
                  <a:lnTo>
                    <a:pt x="86264" y="578"/>
                  </a:lnTo>
                  <a:cubicBezTo>
                    <a:pt x="86233" y="578"/>
                    <a:pt x="86112" y="517"/>
                    <a:pt x="86082" y="487"/>
                  </a:cubicBezTo>
                  <a:cubicBezTo>
                    <a:pt x="86078" y="483"/>
                    <a:pt x="86073" y="482"/>
                    <a:pt x="86066" y="482"/>
                  </a:cubicBezTo>
                  <a:cubicBezTo>
                    <a:pt x="86012" y="482"/>
                    <a:pt x="85862" y="578"/>
                    <a:pt x="85808" y="578"/>
                  </a:cubicBezTo>
                  <a:cubicBezTo>
                    <a:pt x="85747" y="578"/>
                    <a:pt x="85717" y="365"/>
                    <a:pt x="85808" y="335"/>
                  </a:cubicBezTo>
                  <a:cubicBezTo>
                    <a:pt x="85899" y="335"/>
                    <a:pt x="85899" y="243"/>
                    <a:pt x="85808" y="152"/>
                  </a:cubicBezTo>
                  <a:lnTo>
                    <a:pt x="85717" y="91"/>
                  </a:lnTo>
                  <a:cubicBezTo>
                    <a:pt x="85656" y="91"/>
                    <a:pt x="85595" y="335"/>
                    <a:pt x="85595" y="395"/>
                  </a:cubicBezTo>
                  <a:cubicBezTo>
                    <a:pt x="85595" y="464"/>
                    <a:pt x="85527" y="498"/>
                    <a:pt x="85428" y="498"/>
                  </a:cubicBezTo>
                  <a:cubicBezTo>
                    <a:pt x="85396" y="498"/>
                    <a:pt x="85360" y="494"/>
                    <a:pt x="85322" y="487"/>
                  </a:cubicBezTo>
                  <a:lnTo>
                    <a:pt x="85200" y="487"/>
                  </a:lnTo>
                  <a:cubicBezTo>
                    <a:pt x="84987" y="456"/>
                    <a:pt x="84987" y="456"/>
                    <a:pt x="84957" y="274"/>
                  </a:cubicBezTo>
                  <a:cubicBezTo>
                    <a:pt x="84957" y="243"/>
                    <a:pt x="84957" y="243"/>
                    <a:pt x="84957" y="243"/>
                  </a:cubicBezTo>
                  <a:cubicBezTo>
                    <a:pt x="84805" y="213"/>
                    <a:pt x="84775" y="122"/>
                    <a:pt x="84683" y="31"/>
                  </a:cubicBezTo>
                  <a:lnTo>
                    <a:pt x="84653" y="0"/>
                  </a:lnTo>
                  <a:cubicBezTo>
                    <a:pt x="84501" y="31"/>
                    <a:pt x="84501" y="183"/>
                    <a:pt x="84623" y="365"/>
                  </a:cubicBezTo>
                  <a:lnTo>
                    <a:pt x="84562" y="487"/>
                  </a:lnTo>
                  <a:lnTo>
                    <a:pt x="84471" y="669"/>
                  </a:lnTo>
                  <a:cubicBezTo>
                    <a:pt x="84258" y="639"/>
                    <a:pt x="84136" y="365"/>
                    <a:pt x="84167" y="335"/>
                  </a:cubicBezTo>
                  <a:cubicBezTo>
                    <a:pt x="84227" y="304"/>
                    <a:pt x="84288" y="274"/>
                    <a:pt x="84349" y="213"/>
                  </a:cubicBezTo>
                  <a:cubicBezTo>
                    <a:pt x="84349" y="183"/>
                    <a:pt x="84288" y="152"/>
                    <a:pt x="84258" y="152"/>
                  </a:cubicBezTo>
                  <a:cubicBezTo>
                    <a:pt x="84045" y="183"/>
                    <a:pt x="83863" y="213"/>
                    <a:pt x="83680" y="213"/>
                  </a:cubicBezTo>
                  <a:cubicBezTo>
                    <a:pt x="83467" y="122"/>
                    <a:pt x="83285" y="91"/>
                    <a:pt x="83103" y="61"/>
                  </a:cubicBezTo>
                  <a:cubicBezTo>
                    <a:pt x="83012" y="61"/>
                    <a:pt x="82981" y="122"/>
                    <a:pt x="82981" y="152"/>
                  </a:cubicBezTo>
                  <a:cubicBezTo>
                    <a:pt x="82981" y="152"/>
                    <a:pt x="82738" y="243"/>
                    <a:pt x="82708" y="304"/>
                  </a:cubicBezTo>
                  <a:cubicBezTo>
                    <a:pt x="82685" y="349"/>
                    <a:pt x="82647" y="377"/>
                    <a:pt x="82628" y="377"/>
                  </a:cubicBezTo>
                  <a:cubicBezTo>
                    <a:pt x="82621" y="377"/>
                    <a:pt x="82616" y="373"/>
                    <a:pt x="82616" y="365"/>
                  </a:cubicBezTo>
                  <a:lnTo>
                    <a:pt x="82616" y="335"/>
                  </a:lnTo>
                  <a:cubicBezTo>
                    <a:pt x="82616" y="274"/>
                    <a:pt x="82647" y="213"/>
                    <a:pt x="82647" y="213"/>
                  </a:cubicBezTo>
                  <a:lnTo>
                    <a:pt x="82556" y="152"/>
                  </a:lnTo>
                  <a:cubicBezTo>
                    <a:pt x="82511" y="130"/>
                    <a:pt x="82441" y="124"/>
                    <a:pt x="82368" y="124"/>
                  </a:cubicBezTo>
                  <a:cubicBezTo>
                    <a:pt x="82288" y="124"/>
                    <a:pt x="82203" y="131"/>
                    <a:pt x="82143" y="131"/>
                  </a:cubicBezTo>
                  <a:cubicBezTo>
                    <a:pt x="82109" y="131"/>
                    <a:pt x="82083" y="129"/>
                    <a:pt x="82069" y="122"/>
                  </a:cubicBezTo>
                  <a:cubicBezTo>
                    <a:pt x="82024" y="107"/>
                    <a:pt x="81970" y="99"/>
                    <a:pt x="81917" y="99"/>
                  </a:cubicBezTo>
                  <a:cubicBezTo>
                    <a:pt x="81864" y="99"/>
                    <a:pt x="81811" y="107"/>
                    <a:pt x="81765" y="122"/>
                  </a:cubicBezTo>
                  <a:cubicBezTo>
                    <a:pt x="81742" y="145"/>
                    <a:pt x="81714" y="155"/>
                    <a:pt x="81687" y="155"/>
                  </a:cubicBezTo>
                  <a:cubicBezTo>
                    <a:pt x="81644" y="155"/>
                    <a:pt x="81602" y="129"/>
                    <a:pt x="81583" y="91"/>
                  </a:cubicBezTo>
                  <a:lnTo>
                    <a:pt x="81522" y="31"/>
                  </a:lnTo>
                  <a:lnTo>
                    <a:pt x="81461" y="31"/>
                  </a:lnTo>
                  <a:lnTo>
                    <a:pt x="814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0" name="Google Shape;4200;p51"/>
          <p:cNvGrpSpPr/>
          <p:nvPr/>
        </p:nvGrpSpPr>
        <p:grpSpPr>
          <a:xfrm flipH="1" rot="6312591">
            <a:off x="5842010" y="-1717434"/>
            <a:ext cx="1542195" cy="5051834"/>
            <a:chOff x="4570175" y="1970200"/>
            <a:chExt cx="674450" cy="2209325"/>
          </a:xfrm>
        </p:grpSpPr>
        <p:sp>
          <p:nvSpPr>
            <p:cNvPr id="4201" name="Google Shape;4201;p51"/>
            <p:cNvSpPr/>
            <p:nvPr/>
          </p:nvSpPr>
          <p:spPr>
            <a:xfrm>
              <a:off x="4625800" y="4026875"/>
              <a:ext cx="32800" cy="50775"/>
            </a:xfrm>
            <a:custGeom>
              <a:rect b="b" l="l" r="r" t="t"/>
              <a:pathLst>
                <a:path extrusionOk="0" h="2031" w="1312">
                  <a:moveTo>
                    <a:pt x="1311" y="1"/>
                  </a:moveTo>
                  <a:cubicBezTo>
                    <a:pt x="1276" y="55"/>
                    <a:pt x="1247" y="101"/>
                    <a:pt x="1221" y="141"/>
                  </a:cubicBezTo>
                  <a:lnTo>
                    <a:pt x="1221" y="141"/>
                  </a:lnTo>
                  <a:cubicBezTo>
                    <a:pt x="1264" y="85"/>
                    <a:pt x="1290" y="43"/>
                    <a:pt x="1311" y="1"/>
                  </a:cubicBezTo>
                  <a:close/>
                  <a:moveTo>
                    <a:pt x="1221" y="141"/>
                  </a:moveTo>
                  <a:lnTo>
                    <a:pt x="1221" y="141"/>
                  </a:lnTo>
                  <a:cubicBezTo>
                    <a:pt x="1213" y="153"/>
                    <a:pt x="1203" y="165"/>
                    <a:pt x="1193" y="178"/>
                  </a:cubicBezTo>
                  <a:cubicBezTo>
                    <a:pt x="1110" y="317"/>
                    <a:pt x="1015" y="433"/>
                    <a:pt x="1002" y="433"/>
                  </a:cubicBezTo>
                  <a:cubicBezTo>
                    <a:pt x="1000" y="433"/>
                    <a:pt x="1001" y="427"/>
                    <a:pt x="1007" y="415"/>
                  </a:cubicBezTo>
                  <a:lnTo>
                    <a:pt x="1007" y="415"/>
                  </a:lnTo>
                  <a:cubicBezTo>
                    <a:pt x="795" y="770"/>
                    <a:pt x="770" y="762"/>
                    <a:pt x="770" y="830"/>
                  </a:cubicBezTo>
                  <a:cubicBezTo>
                    <a:pt x="678" y="986"/>
                    <a:pt x="565" y="1138"/>
                    <a:pt x="555" y="1138"/>
                  </a:cubicBezTo>
                  <a:cubicBezTo>
                    <a:pt x="550" y="1138"/>
                    <a:pt x="567" y="1105"/>
                    <a:pt x="618" y="1024"/>
                  </a:cubicBezTo>
                  <a:lnTo>
                    <a:pt x="618" y="1024"/>
                  </a:lnTo>
                  <a:lnTo>
                    <a:pt x="203" y="1667"/>
                  </a:lnTo>
                  <a:lnTo>
                    <a:pt x="465" y="1295"/>
                  </a:lnTo>
                  <a:lnTo>
                    <a:pt x="465" y="1295"/>
                  </a:lnTo>
                  <a:cubicBezTo>
                    <a:pt x="423" y="1413"/>
                    <a:pt x="42" y="1887"/>
                    <a:pt x="0" y="2031"/>
                  </a:cubicBezTo>
                  <a:lnTo>
                    <a:pt x="457" y="1346"/>
                  </a:lnTo>
                  <a:lnTo>
                    <a:pt x="440" y="1388"/>
                  </a:lnTo>
                  <a:cubicBezTo>
                    <a:pt x="542" y="1219"/>
                    <a:pt x="753" y="923"/>
                    <a:pt x="829" y="821"/>
                  </a:cubicBezTo>
                  <a:lnTo>
                    <a:pt x="829" y="821"/>
                  </a:lnTo>
                  <a:cubicBezTo>
                    <a:pt x="821" y="838"/>
                    <a:pt x="829" y="830"/>
                    <a:pt x="753" y="957"/>
                  </a:cubicBezTo>
                  <a:cubicBezTo>
                    <a:pt x="1268" y="191"/>
                    <a:pt x="919" y="623"/>
                    <a:pt x="1221" y="14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1"/>
            <p:cNvSpPr/>
            <p:nvPr/>
          </p:nvSpPr>
          <p:spPr>
            <a:xfrm>
              <a:off x="4658775" y="3982875"/>
              <a:ext cx="28825" cy="48250"/>
            </a:xfrm>
            <a:custGeom>
              <a:rect b="b" l="l" r="r" t="t"/>
              <a:pathLst>
                <a:path extrusionOk="0" h="1930" w="1153">
                  <a:moveTo>
                    <a:pt x="1129" y="0"/>
                  </a:moveTo>
                  <a:cubicBezTo>
                    <a:pt x="1127" y="0"/>
                    <a:pt x="1120" y="6"/>
                    <a:pt x="1109" y="18"/>
                  </a:cubicBezTo>
                  <a:cubicBezTo>
                    <a:pt x="864" y="416"/>
                    <a:pt x="813" y="466"/>
                    <a:pt x="686" y="720"/>
                  </a:cubicBezTo>
                  <a:cubicBezTo>
                    <a:pt x="449" y="1075"/>
                    <a:pt x="272" y="1329"/>
                    <a:pt x="153" y="1490"/>
                  </a:cubicBezTo>
                  <a:cubicBezTo>
                    <a:pt x="85" y="1591"/>
                    <a:pt x="94" y="1617"/>
                    <a:pt x="9" y="1752"/>
                  </a:cubicBezTo>
                  <a:cubicBezTo>
                    <a:pt x="26" y="1727"/>
                    <a:pt x="43" y="1701"/>
                    <a:pt x="68" y="1659"/>
                  </a:cubicBezTo>
                  <a:lnTo>
                    <a:pt x="111" y="1676"/>
                  </a:lnTo>
                  <a:cubicBezTo>
                    <a:pt x="178" y="1558"/>
                    <a:pt x="255" y="1456"/>
                    <a:pt x="339" y="1329"/>
                  </a:cubicBezTo>
                  <a:lnTo>
                    <a:pt x="339" y="1329"/>
                  </a:lnTo>
                  <a:cubicBezTo>
                    <a:pt x="229" y="1532"/>
                    <a:pt x="111" y="1727"/>
                    <a:pt x="1" y="1930"/>
                  </a:cubicBezTo>
                  <a:cubicBezTo>
                    <a:pt x="119" y="1786"/>
                    <a:pt x="238" y="1634"/>
                    <a:pt x="339" y="1481"/>
                  </a:cubicBezTo>
                  <a:cubicBezTo>
                    <a:pt x="466" y="1287"/>
                    <a:pt x="593" y="1092"/>
                    <a:pt x="669" y="982"/>
                  </a:cubicBezTo>
                  <a:lnTo>
                    <a:pt x="669" y="982"/>
                  </a:lnTo>
                  <a:cubicBezTo>
                    <a:pt x="619" y="1043"/>
                    <a:pt x="600" y="1061"/>
                    <a:pt x="594" y="1061"/>
                  </a:cubicBezTo>
                  <a:cubicBezTo>
                    <a:pt x="586" y="1061"/>
                    <a:pt x="612" y="1017"/>
                    <a:pt x="608" y="1017"/>
                  </a:cubicBezTo>
                  <a:lnTo>
                    <a:pt x="608" y="1017"/>
                  </a:lnTo>
                  <a:cubicBezTo>
                    <a:pt x="604" y="1017"/>
                    <a:pt x="566" y="1068"/>
                    <a:pt x="415" y="1278"/>
                  </a:cubicBezTo>
                  <a:lnTo>
                    <a:pt x="576" y="957"/>
                  </a:lnTo>
                  <a:lnTo>
                    <a:pt x="906" y="475"/>
                  </a:lnTo>
                  <a:cubicBezTo>
                    <a:pt x="900" y="462"/>
                    <a:pt x="1024" y="251"/>
                    <a:pt x="1012" y="251"/>
                  </a:cubicBezTo>
                  <a:lnTo>
                    <a:pt x="1012" y="251"/>
                  </a:lnTo>
                  <a:cubicBezTo>
                    <a:pt x="1008" y="251"/>
                    <a:pt x="990" y="273"/>
                    <a:pt x="948" y="331"/>
                  </a:cubicBezTo>
                  <a:cubicBezTo>
                    <a:pt x="923" y="382"/>
                    <a:pt x="864" y="475"/>
                    <a:pt x="813" y="551"/>
                  </a:cubicBezTo>
                  <a:cubicBezTo>
                    <a:pt x="821" y="490"/>
                    <a:pt x="1153" y="0"/>
                    <a:pt x="112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1"/>
            <p:cNvSpPr/>
            <p:nvPr/>
          </p:nvSpPr>
          <p:spPr>
            <a:xfrm>
              <a:off x="4658575" y="4026675"/>
              <a:ext cx="225" cy="450"/>
            </a:xfrm>
            <a:custGeom>
              <a:rect b="b" l="l" r="r" t="t"/>
              <a:pathLst>
                <a:path extrusionOk="0" h="18" w="9">
                  <a:moveTo>
                    <a:pt x="9" y="0"/>
                  </a:moveTo>
                  <a:lnTo>
                    <a:pt x="0" y="17"/>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1"/>
            <p:cNvSpPr/>
            <p:nvPr/>
          </p:nvSpPr>
          <p:spPr>
            <a:xfrm>
              <a:off x="4682600" y="3951800"/>
              <a:ext cx="27375" cy="44700"/>
            </a:xfrm>
            <a:custGeom>
              <a:rect b="b" l="l" r="r" t="t"/>
              <a:pathLst>
                <a:path extrusionOk="0" h="1788" w="1095">
                  <a:moveTo>
                    <a:pt x="587" y="660"/>
                  </a:moveTo>
                  <a:cubicBezTo>
                    <a:pt x="554" y="711"/>
                    <a:pt x="520" y="762"/>
                    <a:pt x="486" y="813"/>
                  </a:cubicBezTo>
                  <a:cubicBezTo>
                    <a:pt x="482" y="823"/>
                    <a:pt x="448" y="881"/>
                    <a:pt x="405" y="954"/>
                  </a:cubicBezTo>
                  <a:lnTo>
                    <a:pt x="405" y="954"/>
                  </a:lnTo>
                  <a:cubicBezTo>
                    <a:pt x="446" y="885"/>
                    <a:pt x="515" y="776"/>
                    <a:pt x="587" y="660"/>
                  </a:cubicBezTo>
                  <a:close/>
                  <a:moveTo>
                    <a:pt x="405" y="954"/>
                  </a:moveTo>
                  <a:lnTo>
                    <a:pt x="405" y="954"/>
                  </a:lnTo>
                  <a:cubicBezTo>
                    <a:pt x="399" y="964"/>
                    <a:pt x="393" y="973"/>
                    <a:pt x="389" y="982"/>
                  </a:cubicBezTo>
                  <a:lnTo>
                    <a:pt x="389" y="982"/>
                  </a:lnTo>
                  <a:cubicBezTo>
                    <a:pt x="394" y="972"/>
                    <a:pt x="400" y="963"/>
                    <a:pt x="405" y="954"/>
                  </a:cubicBezTo>
                  <a:close/>
                  <a:moveTo>
                    <a:pt x="1095" y="1"/>
                  </a:moveTo>
                  <a:cubicBezTo>
                    <a:pt x="858" y="398"/>
                    <a:pt x="579" y="830"/>
                    <a:pt x="359" y="1143"/>
                  </a:cubicBezTo>
                  <a:lnTo>
                    <a:pt x="418" y="999"/>
                  </a:lnTo>
                  <a:cubicBezTo>
                    <a:pt x="672" y="652"/>
                    <a:pt x="807" y="415"/>
                    <a:pt x="1036" y="60"/>
                  </a:cubicBezTo>
                  <a:lnTo>
                    <a:pt x="1036" y="60"/>
                  </a:lnTo>
                  <a:cubicBezTo>
                    <a:pt x="858" y="330"/>
                    <a:pt x="680" y="593"/>
                    <a:pt x="503" y="855"/>
                  </a:cubicBezTo>
                  <a:cubicBezTo>
                    <a:pt x="412" y="979"/>
                    <a:pt x="372" y="1028"/>
                    <a:pt x="366" y="1028"/>
                  </a:cubicBezTo>
                  <a:cubicBezTo>
                    <a:pt x="363" y="1028"/>
                    <a:pt x="371" y="1011"/>
                    <a:pt x="389" y="982"/>
                  </a:cubicBezTo>
                  <a:lnTo>
                    <a:pt x="389" y="982"/>
                  </a:lnTo>
                  <a:cubicBezTo>
                    <a:pt x="309" y="1117"/>
                    <a:pt x="210" y="1283"/>
                    <a:pt x="218" y="1283"/>
                  </a:cubicBezTo>
                  <a:cubicBezTo>
                    <a:pt x="223" y="1283"/>
                    <a:pt x="275" y="1210"/>
                    <a:pt x="410" y="1007"/>
                  </a:cubicBezTo>
                  <a:lnTo>
                    <a:pt x="410" y="1007"/>
                  </a:lnTo>
                  <a:cubicBezTo>
                    <a:pt x="418" y="1050"/>
                    <a:pt x="122" y="1464"/>
                    <a:pt x="12" y="1659"/>
                  </a:cubicBezTo>
                  <a:cubicBezTo>
                    <a:pt x="35" y="1625"/>
                    <a:pt x="45" y="1613"/>
                    <a:pt x="47" y="1613"/>
                  </a:cubicBezTo>
                  <a:lnTo>
                    <a:pt x="47" y="1613"/>
                  </a:lnTo>
                  <a:cubicBezTo>
                    <a:pt x="52" y="1613"/>
                    <a:pt x="1" y="1705"/>
                    <a:pt x="14" y="1705"/>
                  </a:cubicBezTo>
                  <a:cubicBezTo>
                    <a:pt x="15" y="1705"/>
                    <a:pt x="17" y="1703"/>
                    <a:pt x="21" y="1701"/>
                  </a:cubicBezTo>
                  <a:cubicBezTo>
                    <a:pt x="71" y="1608"/>
                    <a:pt x="139" y="1489"/>
                    <a:pt x="241" y="1337"/>
                  </a:cubicBezTo>
                  <a:cubicBezTo>
                    <a:pt x="247" y="1331"/>
                    <a:pt x="251" y="1328"/>
                    <a:pt x="253" y="1328"/>
                  </a:cubicBezTo>
                  <a:cubicBezTo>
                    <a:pt x="269" y="1328"/>
                    <a:pt x="142" y="1534"/>
                    <a:pt x="29" y="1692"/>
                  </a:cubicBezTo>
                  <a:cubicBezTo>
                    <a:pt x="60" y="1654"/>
                    <a:pt x="74" y="1640"/>
                    <a:pt x="78" y="1640"/>
                  </a:cubicBezTo>
                  <a:cubicBezTo>
                    <a:pt x="92" y="1640"/>
                    <a:pt x="3" y="1788"/>
                    <a:pt x="10" y="1788"/>
                  </a:cubicBezTo>
                  <a:cubicBezTo>
                    <a:pt x="14" y="1788"/>
                    <a:pt x="34" y="1761"/>
                    <a:pt x="88" y="1684"/>
                  </a:cubicBezTo>
                  <a:cubicBezTo>
                    <a:pt x="308" y="1337"/>
                    <a:pt x="494" y="1050"/>
                    <a:pt x="655" y="770"/>
                  </a:cubicBezTo>
                  <a:cubicBezTo>
                    <a:pt x="740" y="635"/>
                    <a:pt x="816" y="508"/>
                    <a:pt x="892" y="381"/>
                  </a:cubicBezTo>
                  <a:cubicBezTo>
                    <a:pt x="968" y="254"/>
                    <a:pt x="1027" y="127"/>
                    <a:pt x="10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1"/>
            <p:cNvSpPr/>
            <p:nvPr/>
          </p:nvSpPr>
          <p:spPr>
            <a:xfrm>
              <a:off x="4684375" y="1970200"/>
              <a:ext cx="560250" cy="2007650"/>
            </a:xfrm>
            <a:custGeom>
              <a:rect b="b" l="l" r="r" t="t"/>
              <a:pathLst>
                <a:path extrusionOk="0" h="80306" w="22410">
                  <a:moveTo>
                    <a:pt x="21665" y="3401"/>
                  </a:moveTo>
                  <a:cubicBezTo>
                    <a:pt x="21666" y="3413"/>
                    <a:pt x="21667" y="3424"/>
                    <a:pt x="21668" y="3432"/>
                  </a:cubicBezTo>
                  <a:lnTo>
                    <a:pt x="21668" y="3432"/>
                  </a:lnTo>
                  <a:cubicBezTo>
                    <a:pt x="21666" y="3421"/>
                    <a:pt x="21665" y="3411"/>
                    <a:pt x="21665" y="3401"/>
                  </a:cubicBezTo>
                  <a:close/>
                  <a:moveTo>
                    <a:pt x="22229" y="8448"/>
                  </a:moveTo>
                  <a:cubicBezTo>
                    <a:pt x="22231" y="8503"/>
                    <a:pt x="22232" y="8558"/>
                    <a:pt x="22232" y="8612"/>
                  </a:cubicBezTo>
                  <a:lnTo>
                    <a:pt x="22232" y="8460"/>
                  </a:lnTo>
                  <a:cubicBezTo>
                    <a:pt x="22231" y="8455"/>
                    <a:pt x="22230" y="8451"/>
                    <a:pt x="22229" y="8448"/>
                  </a:cubicBezTo>
                  <a:close/>
                  <a:moveTo>
                    <a:pt x="22314" y="11494"/>
                  </a:moveTo>
                  <a:lnTo>
                    <a:pt x="22316" y="11657"/>
                  </a:lnTo>
                  <a:cubicBezTo>
                    <a:pt x="22316" y="11603"/>
                    <a:pt x="22316" y="11548"/>
                    <a:pt x="22314" y="11494"/>
                  </a:cubicBezTo>
                  <a:close/>
                  <a:moveTo>
                    <a:pt x="20875" y="30487"/>
                  </a:moveTo>
                  <a:lnTo>
                    <a:pt x="20875" y="30487"/>
                  </a:lnTo>
                  <a:cubicBezTo>
                    <a:pt x="20871" y="30507"/>
                    <a:pt x="20866" y="30527"/>
                    <a:pt x="20861" y="30547"/>
                  </a:cubicBezTo>
                  <a:cubicBezTo>
                    <a:pt x="20871" y="30512"/>
                    <a:pt x="20874" y="30495"/>
                    <a:pt x="20875" y="30487"/>
                  </a:cubicBezTo>
                  <a:close/>
                  <a:moveTo>
                    <a:pt x="19542" y="35843"/>
                  </a:moveTo>
                  <a:lnTo>
                    <a:pt x="19542" y="35843"/>
                  </a:lnTo>
                  <a:cubicBezTo>
                    <a:pt x="19537" y="35852"/>
                    <a:pt x="19535" y="35861"/>
                    <a:pt x="19534" y="35870"/>
                  </a:cubicBezTo>
                  <a:lnTo>
                    <a:pt x="19534" y="35870"/>
                  </a:lnTo>
                  <a:cubicBezTo>
                    <a:pt x="19536" y="35862"/>
                    <a:pt x="19539" y="35852"/>
                    <a:pt x="19542" y="35843"/>
                  </a:cubicBezTo>
                  <a:close/>
                  <a:moveTo>
                    <a:pt x="19765" y="36804"/>
                  </a:moveTo>
                  <a:cubicBezTo>
                    <a:pt x="19765" y="36804"/>
                    <a:pt x="19764" y="36808"/>
                    <a:pt x="19762" y="36815"/>
                  </a:cubicBezTo>
                  <a:cubicBezTo>
                    <a:pt x="19750" y="36869"/>
                    <a:pt x="19739" y="36921"/>
                    <a:pt x="19728" y="36970"/>
                  </a:cubicBezTo>
                  <a:lnTo>
                    <a:pt x="19728" y="36970"/>
                  </a:lnTo>
                  <a:cubicBezTo>
                    <a:pt x="19749" y="36881"/>
                    <a:pt x="19765" y="36804"/>
                    <a:pt x="19765" y="36804"/>
                  </a:cubicBezTo>
                  <a:close/>
                  <a:moveTo>
                    <a:pt x="19131" y="37791"/>
                  </a:moveTo>
                  <a:cubicBezTo>
                    <a:pt x="19129" y="37798"/>
                    <a:pt x="19128" y="37802"/>
                    <a:pt x="19127" y="37805"/>
                  </a:cubicBezTo>
                  <a:cubicBezTo>
                    <a:pt x="19128" y="37800"/>
                    <a:pt x="19129" y="37796"/>
                    <a:pt x="19131" y="37791"/>
                  </a:cubicBezTo>
                  <a:close/>
                  <a:moveTo>
                    <a:pt x="18645" y="39615"/>
                  </a:moveTo>
                  <a:lnTo>
                    <a:pt x="18645" y="39617"/>
                  </a:lnTo>
                  <a:lnTo>
                    <a:pt x="18645" y="39617"/>
                  </a:lnTo>
                  <a:cubicBezTo>
                    <a:pt x="18645" y="39618"/>
                    <a:pt x="18644" y="39619"/>
                    <a:pt x="18644" y="39620"/>
                  </a:cubicBezTo>
                  <a:lnTo>
                    <a:pt x="18644" y="39620"/>
                  </a:lnTo>
                  <a:lnTo>
                    <a:pt x="18645" y="39615"/>
                  </a:lnTo>
                  <a:close/>
                  <a:moveTo>
                    <a:pt x="18476" y="40208"/>
                  </a:moveTo>
                  <a:lnTo>
                    <a:pt x="18408" y="40461"/>
                  </a:lnTo>
                  <a:lnTo>
                    <a:pt x="18408" y="40377"/>
                  </a:lnTo>
                  <a:cubicBezTo>
                    <a:pt x="18425" y="40318"/>
                    <a:pt x="18442" y="40258"/>
                    <a:pt x="18476" y="40208"/>
                  </a:cubicBezTo>
                  <a:close/>
                  <a:moveTo>
                    <a:pt x="18002" y="40842"/>
                  </a:moveTo>
                  <a:cubicBezTo>
                    <a:pt x="17998" y="40867"/>
                    <a:pt x="17994" y="40889"/>
                    <a:pt x="17992" y="40908"/>
                  </a:cubicBezTo>
                  <a:lnTo>
                    <a:pt x="17992" y="40908"/>
                  </a:lnTo>
                  <a:cubicBezTo>
                    <a:pt x="17995" y="40886"/>
                    <a:pt x="17999" y="40864"/>
                    <a:pt x="18002" y="40842"/>
                  </a:cubicBezTo>
                  <a:close/>
                  <a:moveTo>
                    <a:pt x="18230" y="42094"/>
                  </a:moveTo>
                  <a:lnTo>
                    <a:pt x="18230" y="42111"/>
                  </a:lnTo>
                  <a:cubicBezTo>
                    <a:pt x="18222" y="42136"/>
                    <a:pt x="18222" y="42153"/>
                    <a:pt x="18222" y="42170"/>
                  </a:cubicBezTo>
                  <a:cubicBezTo>
                    <a:pt x="18207" y="42223"/>
                    <a:pt x="18192" y="42269"/>
                    <a:pt x="18171" y="42314"/>
                  </a:cubicBezTo>
                  <a:lnTo>
                    <a:pt x="18171" y="42314"/>
                  </a:lnTo>
                  <a:cubicBezTo>
                    <a:pt x="18189" y="42246"/>
                    <a:pt x="18209" y="42173"/>
                    <a:pt x="18230" y="42094"/>
                  </a:cubicBezTo>
                  <a:close/>
                  <a:moveTo>
                    <a:pt x="17826" y="42167"/>
                  </a:moveTo>
                  <a:lnTo>
                    <a:pt x="17826" y="42167"/>
                  </a:lnTo>
                  <a:cubicBezTo>
                    <a:pt x="17827" y="42167"/>
                    <a:pt x="17827" y="42174"/>
                    <a:pt x="17824" y="42187"/>
                  </a:cubicBezTo>
                  <a:cubicBezTo>
                    <a:pt x="17697" y="42602"/>
                    <a:pt x="17782" y="42585"/>
                    <a:pt x="17621" y="42957"/>
                  </a:cubicBezTo>
                  <a:cubicBezTo>
                    <a:pt x="17621" y="42972"/>
                    <a:pt x="17623" y="42979"/>
                    <a:pt x="17627" y="42979"/>
                  </a:cubicBezTo>
                  <a:cubicBezTo>
                    <a:pt x="17639" y="42979"/>
                    <a:pt x="17667" y="42917"/>
                    <a:pt x="17699" y="42823"/>
                  </a:cubicBezTo>
                  <a:lnTo>
                    <a:pt x="17699" y="42823"/>
                  </a:lnTo>
                  <a:cubicBezTo>
                    <a:pt x="17697" y="42838"/>
                    <a:pt x="17697" y="42852"/>
                    <a:pt x="17697" y="42864"/>
                  </a:cubicBezTo>
                  <a:cubicBezTo>
                    <a:pt x="17655" y="43016"/>
                    <a:pt x="17604" y="43177"/>
                    <a:pt x="17571" y="43295"/>
                  </a:cubicBezTo>
                  <a:cubicBezTo>
                    <a:pt x="17534" y="43399"/>
                    <a:pt x="17503" y="43496"/>
                    <a:pt x="17496" y="43496"/>
                  </a:cubicBezTo>
                  <a:cubicBezTo>
                    <a:pt x="17495" y="43496"/>
                    <a:pt x="17494" y="43494"/>
                    <a:pt x="17494" y="43490"/>
                  </a:cubicBezTo>
                  <a:cubicBezTo>
                    <a:pt x="17478" y="43448"/>
                    <a:pt x="17621" y="42940"/>
                    <a:pt x="17638" y="42779"/>
                  </a:cubicBezTo>
                  <a:lnTo>
                    <a:pt x="17647" y="42779"/>
                  </a:lnTo>
                  <a:cubicBezTo>
                    <a:pt x="17670" y="42665"/>
                    <a:pt x="17816" y="42167"/>
                    <a:pt x="17826" y="42167"/>
                  </a:cubicBezTo>
                  <a:close/>
                  <a:moveTo>
                    <a:pt x="16804" y="44964"/>
                  </a:moveTo>
                  <a:cubicBezTo>
                    <a:pt x="16800" y="44971"/>
                    <a:pt x="16796" y="44979"/>
                    <a:pt x="16792" y="44987"/>
                  </a:cubicBezTo>
                  <a:cubicBezTo>
                    <a:pt x="16795" y="44985"/>
                    <a:pt x="16799" y="44976"/>
                    <a:pt x="16804" y="44964"/>
                  </a:cubicBezTo>
                  <a:close/>
                  <a:moveTo>
                    <a:pt x="17351" y="44023"/>
                  </a:moveTo>
                  <a:lnTo>
                    <a:pt x="17308" y="44150"/>
                  </a:lnTo>
                  <a:cubicBezTo>
                    <a:pt x="17045" y="44976"/>
                    <a:pt x="16956" y="45291"/>
                    <a:pt x="16974" y="45291"/>
                  </a:cubicBezTo>
                  <a:cubicBezTo>
                    <a:pt x="16997" y="45291"/>
                    <a:pt x="17198" y="44772"/>
                    <a:pt x="17435" y="44150"/>
                  </a:cubicBezTo>
                  <a:lnTo>
                    <a:pt x="17435" y="44150"/>
                  </a:lnTo>
                  <a:cubicBezTo>
                    <a:pt x="17224" y="44776"/>
                    <a:pt x="17012" y="45427"/>
                    <a:pt x="16801" y="46078"/>
                  </a:cubicBezTo>
                  <a:lnTo>
                    <a:pt x="16843" y="45994"/>
                  </a:lnTo>
                  <a:lnTo>
                    <a:pt x="16843" y="45994"/>
                  </a:lnTo>
                  <a:cubicBezTo>
                    <a:pt x="16767" y="46205"/>
                    <a:pt x="16733" y="46383"/>
                    <a:pt x="16682" y="46484"/>
                  </a:cubicBezTo>
                  <a:cubicBezTo>
                    <a:pt x="16691" y="46425"/>
                    <a:pt x="16699" y="46374"/>
                    <a:pt x="16716" y="46315"/>
                  </a:cubicBezTo>
                  <a:cubicBezTo>
                    <a:pt x="16742" y="46214"/>
                    <a:pt x="16775" y="46070"/>
                    <a:pt x="16809" y="45918"/>
                  </a:cubicBezTo>
                  <a:cubicBezTo>
                    <a:pt x="16877" y="45613"/>
                    <a:pt x="16961" y="45258"/>
                    <a:pt x="17004" y="45089"/>
                  </a:cubicBezTo>
                  <a:cubicBezTo>
                    <a:pt x="17122" y="44691"/>
                    <a:pt x="17258" y="44268"/>
                    <a:pt x="17351" y="44023"/>
                  </a:cubicBezTo>
                  <a:close/>
                  <a:moveTo>
                    <a:pt x="16488" y="46785"/>
                  </a:moveTo>
                  <a:cubicBezTo>
                    <a:pt x="16483" y="46799"/>
                    <a:pt x="16478" y="46814"/>
                    <a:pt x="16471" y="46831"/>
                  </a:cubicBezTo>
                  <a:lnTo>
                    <a:pt x="16488" y="46785"/>
                  </a:lnTo>
                  <a:close/>
                  <a:moveTo>
                    <a:pt x="16572" y="46459"/>
                  </a:moveTo>
                  <a:cubicBezTo>
                    <a:pt x="16539" y="46594"/>
                    <a:pt x="16496" y="46721"/>
                    <a:pt x="16454" y="46848"/>
                  </a:cubicBezTo>
                  <a:cubicBezTo>
                    <a:pt x="16454" y="46789"/>
                    <a:pt x="16420" y="46865"/>
                    <a:pt x="16547" y="46501"/>
                  </a:cubicBezTo>
                  <a:lnTo>
                    <a:pt x="16547" y="46510"/>
                  </a:lnTo>
                  <a:cubicBezTo>
                    <a:pt x="16547" y="46517"/>
                    <a:pt x="16548" y="46521"/>
                    <a:pt x="16549" y="46521"/>
                  </a:cubicBezTo>
                  <a:cubicBezTo>
                    <a:pt x="16553" y="46521"/>
                    <a:pt x="16561" y="46501"/>
                    <a:pt x="16572" y="46459"/>
                  </a:cubicBezTo>
                  <a:close/>
                  <a:moveTo>
                    <a:pt x="16226" y="47356"/>
                  </a:moveTo>
                  <a:lnTo>
                    <a:pt x="16226" y="47356"/>
                  </a:lnTo>
                  <a:cubicBezTo>
                    <a:pt x="16226" y="47356"/>
                    <a:pt x="16226" y="47356"/>
                    <a:pt x="16226" y="47356"/>
                  </a:cubicBezTo>
                  <a:lnTo>
                    <a:pt x="16226" y="47356"/>
                  </a:lnTo>
                  <a:cubicBezTo>
                    <a:pt x="16226" y="47356"/>
                    <a:pt x="16226" y="47356"/>
                    <a:pt x="16226" y="47356"/>
                  </a:cubicBezTo>
                  <a:close/>
                  <a:moveTo>
                    <a:pt x="16387" y="46797"/>
                  </a:moveTo>
                  <a:lnTo>
                    <a:pt x="16387" y="46797"/>
                  </a:lnTo>
                  <a:cubicBezTo>
                    <a:pt x="16403" y="46797"/>
                    <a:pt x="16273" y="47107"/>
                    <a:pt x="16234" y="47246"/>
                  </a:cubicBezTo>
                  <a:lnTo>
                    <a:pt x="16369" y="46958"/>
                  </a:lnTo>
                  <a:lnTo>
                    <a:pt x="16369" y="46958"/>
                  </a:lnTo>
                  <a:cubicBezTo>
                    <a:pt x="16320" y="47090"/>
                    <a:pt x="16255" y="47357"/>
                    <a:pt x="16228" y="47357"/>
                  </a:cubicBezTo>
                  <a:cubicBezTo>
                    <a:pt x="16227" y="47357"/>
                    <a:pt x="16227" y="47356"/>
                    <a:pt x="16226" y="47356"/>
                  </a:cubicBezTo>
                  <a:lnTo>
                    <a:pt x="16226" y="47356"/>
                  </a:lnTo>
                  <a:cubicBezTo>
                    <a:pt x="16234" y="47362"/>
                    <a:pt x="16222" y="47423"/>
                    <a:pt x="16227" y="47423"/>
                  </a:cubicBezTo>
                  <a:cubicBezTo>
                    <a:pt x="16231" y="47423"/>
                    <a:pt x="16250" y="47371"/>
                    <a:pt x="16310" y="47178"/>
                  </a:cubicBezTo>
                  <a:lnTo>
                    <a:pt x="16310" y="47178"/>
                  </a:lnTo>
                  <a:lnTo>
                    <a:pt x="16226" y="47491"/>
                  </a:lnTo>
                  <a:cubicBezTo>
                    <a:pt x="16242" y="47466"/>
                    <a:pt x="16251" y="47449"/>
                    <a:pt x="16259" y="47423"/>
                  </a:cubicBezTo>
                  <a:lnTo>
                    <a:pt x="16259" y="47423"/>
                  </a:lnTo>
                  <a:cubicBezTo>
                    <a:pt x="16234" y="47517"/>
                    <a:pt x="16200" y="47610"/>
                    <a:pt x="16166" y="47703"/>
                  </a:cubicBezTo>
                  <a:cubicBezTo>
                    <a:pt x="16124" y="47813"/>
                    <a:pt x="16048" y="48024"/>
                    <a:pt x="15972" y="48193"/>
                  </a:cubicBezTo>
                  <a:cubicBezTo>
                    <a:pt x="15989" y="48092"/>
                    <a:pt x="16022" y="47990"/>
                    <a:pt x="16056" y="47897"/>
                  </a:cubicBezTo>
                  <a:lnTo>
                    <a:pt x="16056" y="47897"/>
                  </a:lnTo>
                  <a:cubicBezTo>
                    <a:pt x="15946" y="48168"/>
                    <a:pt x="15870" y="48413"/>
                    <a:pt x="15819" y="48574"/>
                  </a:cubicBezTo>
                  <a:cubicBezTo>
                    <a:pt x="15902" y="48344"/>
                    <a:pt x="15920" y="48307"/>
                    <a:pt x="15928" y="48307"/>
                  </a:cubicBezTo>
                  <a:cubicBezTo>
                    <a:pt x="15933" y="48307"/>
                    <a:pt x="15935" y="48316"/>
                    <a:pt x="15941" y="48316"/>
                  </a:cubicBezTo>
                  <a:cubicBezTo>
                    <a:pt x="15945" y="48316"/>
                    <a:pt x="15952" y="48311"/>
                    <a:pt x="15963" y="48295"/>
                  </a:cubicBezTo>
                  <a:lnTo>
                    <a:pt x="15963" y="48295"/>
                  </a:lnTo>
                  <a:cubicBezTo>
                    <a:pt x="15879" y="48565"/>
                    <a:pt x="15726" y="48997"/>
                    <a:pt x="15676" y="49158"/>
                  </a:cubicBezTo>
                  <a:cubicBezTo>
                    <a:pt x="15570" y="49425"/>
                    <a:pt x="15469" y="49652"/>
                    <a:pt x="15449" y="49652"/>
                  </a:cubicBezTo>
                  <a:cubicBezTo>
                    <a:pt x="15443" y="49652"/>
                    <a:pt x="15446" y="49622"/>
                    <a:pt x="15464" y="49555"/>
                  </a:cubicBezTo>
                  <a:lnTo>
                    <a:pt x="15464" y="49555"/>
                  </a:lnTo>
                  <a:cubicBezTo>
                    <a:pt x="15388" y="49792"/>
                    <a:pt x="15295" y="50037"/>
                    <a:pt x="15227" y="50291"/>
                  </a:cubicBezTo>
                  <a:cubicBezTo>
                    <a:pt x="15371" y="49817"/>
                    <a:pt x="15287" y="50300"/>
                    <a:pt x="15464" y="49699"/>
                  </a:cubicBezTo>
                  <a:cubicBezTo>
                    <a:pt x="15475" y="49682"/>
                    <a:pt x="15481" y="49674"/>
                    <a:pt x="15485" y="49674"/>
                  </a:cubicBezTo>
                  <a:lnTo>
                    <a:pt x="15485" y="49674"/>
                  </a:lnTo>
                  <a:cubicBezTo>
                    <a:pt x="15512" y="49674"/>
                    <a:pt x="15290" y="50238"/>
                    <a:pt x="15177" y="50503"/>
                  </a:cubicBezTo>
                  <a:cubicBezTo>
                    <a:pt x="15201" y="50435"/>
                    <a:pt x="15205" y="50419"/>
                    <a:pt x="15202" y="50419"/>
                  </a:cubicBezTo>
                  <a:lnTo>
                    <a:pt x="15202" y="50419"/>
                  </a:lnTo>
                  <a:cubicBezTo>
                    <a:pt x="15198" y="50419"/>
                    <a:pt x="15186" y="50436"/>
                    <a:pt x="15180" y="50436"/>
                  </a:cubicBezTo>
                  <a:cubicBezTo>
                    <a:pt x="15178" y="50436"/>
                    <a:pt x="15177" y="50433"/>
                    <a:pt x="15177" y="50427"/>
                  </a:cubicBezTo>
                  <a:cubicBezTo>
                    <a:pt x="15113" y="50620"/>
                    <a:pt x="15095" y="50697"/>
                    <a:pt x="15105" y="50697"/>
                  </a:cubicBezTo>
                  <a:cubicBezTo>
                    <a:pt x="15119" y="50697"/>
                    <a:pt x="15187" y="50546"/>
                    <a:pt x="15261" y="50359"/>
                  </a:cubicBezTo>
                  <a:lnTo>
                    <a:pt x="15261" y="50359"/>
                  </a:lnTo>
                  <a:lnTo>
                    <a:pt x="15083" y="50900"/>
                  </a:lnTo>
                  <a:cubicBezTo>
                    <a:pt x="15092" y="50875"/>
                    <a:pt x="15100" y="50858"/>
                    <a:pt x="15109" y="50841"/>
                  </a:cubicBezTo>
                  <a:lnTo>
                    <a:pt x="15109" y="50841"/>
                  </a:lnTo>
                  <a:cubicBezTo>
                    <a:pt x="15041" y="51027"/>
                    <a:pt x="14982" y="51205"/>
                    <a:pt x="14914" y="51382"/>
                  </a:cubicBezTo>
                  <a:lnTo>
                    <a:pt x="14923" y="51391"/>
                  </a:lnTo>
                  <a:cubicBezTo>
                    <a:pt x="14900" y="51411"/>
                    <a:pt x="14882" y="51424"/>
                    <a:pt x="14873" y="51424"/>
                  </a:cubicBezTo>
                  <a:cubicBezTo>
                    <a:pt x="14858" y="51424"/>
                    <a:pt x="14864" y="51391"/>
                    <a:pt x="14906" y="51298"/>
                  </a:cubicBezTo>
                  <a:lnTo>
                    <a:pt x="14906" y="51298"/>
                  </a:lnTo>
                  <a:lnTo>
                    <a:pt x="14779" y="51577"/>
                  </a:lnTo>
                  <a:lnTo>
                    <a:pt x="14931" y="51137"/>
                  </a:lnTo>
                  <a:lnTo>
                    <a:pt x="14931" y="51137"/>
                  </a:lnTo>
                  <a:cubicBezTo>
                    <a:pt x="14847" y="51315"/>
                    <a:pt x="14754" y="51619"/>
                    <a:pt x="14669" y="51848"/>
                  </a:cubicBezTo>
                  <a:cubicBezTo>
                    <a:pt x="14655" y="51878"/>
                    <a:pt x="14648" y="51892"/>
                    <a:pt x="14646" y="51892"/>
                  </a:cubicBezTo>
                  <a:cubicBezTo>
                    <a:pt x="14631" y="51892"/>
                    <a:pt x="14871" y="51220"/>
                    <a:pt x="14923" y="50968"/>
                  </a:cubicBezTo>
                  <a:cubicBezTo>
                    <a:pt x="14990" y="50742"/>
                    <a:pt x="15172" y="50296"/>
                    <a:pt x="15199" y="50265"/>
                  </a:cubicBezTo>
                  <a:lnTo>
                    <a:pt x="15199" y="50265"/>
                  </a:lnTo>
                  <a:cubicBezTo>
                    <a:pt x="15199" y="50270"/>
                    <a:pt x="15200" y="50273"/>
                    <a:pt x="15202" y="50274"/>
                  </a:cubicBezTo>
                  <a:cubicBezTo>
                    <a:pt x="15203" y="50267"/>
                    <a:pt x="15203" y="50263"/>
                    <a:pt x="15202" y="50263"/>
                  </a:cubicBezTo>
                  <a:cubicBezTo>
                    <a:pt x="15201" y="50263"/>
                    <a:pt x="15200" y="50264"/>
                    <a:pt x="15199" y="50265"/>
                  </a:cubicBezTo>
                  <a:lnTo>
                    <a:pt x="15199" y="50265"/>
                  </a:lnTo>
                  <a:cubicBezTo>
                    <a:pt x="15198" y="50173"/>
                    <a:pt x="15477" y="49455"/>
                    <a:pt x="15566" y="49158"/>
                  </a:cubicBezTo>
                  <a:cubicBezTo>
                    <a:pt x="15811" y="48430"/>
                    <a:pt x="15777" y="48692"/>
                    <a:pt x="15989" y="48041"/>
                  </a:cubicBezTo>
                  <a:lnTo>
                    <a:pt x="15989" y="48041"/>
                  </a:lnTo>
                  <a:lnTo>
                    <a:pt x="15879" y="48269"/>
                  </a:lnTo>
                  <a:cubicBezTo>
                    <a:pt x="16073" y="47686"/>
                    <a:pt x="16149" y="47440"/>
                    <a:pt x="16378" y="46806"/>
                  </a:cubicBezTo>
                  <a:cubicBezTo>
                    <a:pt x="16382" y="46800"/>
                    <a:pt x="16385" y="46797"/>
                    <a:pt x="16387" y="46797"/>
                  </a:cubicBezTo>
                  <a:close/>
                  <a:moveTo>
                    <a:pt x="12783" y="56297"/>
                  </a:moveTo>
                  <a:cubicBezTo>
                    <a:pt x="12783" y="56297"/>
                    <a:pt x="12783" y="56297"/>
                    <a:pt x="12783" y="56297"/>
                  </a:cubicBezTo>
                  <a:cubicBezTo>
                    <a:pt x="12783" y="56297"/>
                    <a:pt x="12783" y="56297"/>
                    <a:pt x="12783" y="56297"/>
                  </a:cubicBezTo>
                  <a:close/>
                  <a:moveTo>
                    <a:pt x="13500" y="55791"/>
                  </a:moveTo>
                  <a:cubicBezTo>
                    <a:pt x="13380" y="56064"/>
                    <a:pt x="13268" y="56285"/>
                    <a:pt x="13222" y="56458"/>
                  </a:cubicBezTo>
                  <a:lnTo>
                    <a:pt x="13375" y="56077"/>
                  </a:lnTo>
                  <a:lnTo>
                    <a:pt x="13383" y="56086"/>
                  </a:lnTo>
                  <a:cubicBezTo>
                    <a:pt x="13421" y="55994"/>
                    <a:pt x="13460" y="55893"/>
                    <a:pt x="13500" y="55791"/>
                  </a:cubicBezTo>
                  <a:close/>
                  <a:moveTo>
                    <a:pt x="14877" y="51997"/>
                  </a:moveTo>
                  <a:cubicBezTo>
                    <a:pt x="14852" y="51997"/>
                    <a:pt x="14737" y="52383"/>
                    <a:pt x="14576" y="52770"/>
                  </a:cubicBezTo>
                  <a:lnTo>
                    <a:pt x="14618" y="52575"/>
                  </a:lnTo>
                  <a:lnTo>
                    <a:pt x="14331" y="53404"/>
                  </a:lnTo>
                  <a:cubicBezTo>
                    <a:pt x="14271" y="53658"/>
                    <a:pt x="14356" y="53438"/>
                    <a:pt x="14187" y="53954"/>
                  </a:cubicBezTo>
                  <a:cubicBezTo>
                    <a:pt x="14099" y="54129"/>
                    <a:pt x="14024" y="54248"/>
                    <a:pt x="13991" y="54263"/>
                  </a:cubicBezTo>
                  <a:lnTo>
                    <a:pt x="13991" y="54263"/>
                  </a:lnTo>
                  <a:cubicBezTo>
                    <a:pt x="13991" y="54262"/>
                    <a:pt x="13992" y="54260"/>
                    <a:pt x="13992" y="54259"/>
                  </a:cubicBezTo>
                  <a:lnTo>
                    <a:pt x="13992" y="54259"/>
                  </a:lnTo>
                  <a:cubicBezTo>
                    <a:pt x="13992" y="54260"/>
                    <a:pt x="13991" y="54262"/>
                    <a:pt x="13990" y="54263"/>
                  </a:cubicBezTo>
                  <a:lnTo>
                    <a:pt x="13990" y="54263"/>
                  </a:lnTo>
                  <a:cubicBezTo>
                    <a:pt x="13991" y="54263"/>
                    <a:pt x="13991" y="54263"/>
                    <a:pt x="13991" y="54263"/>
                  </a:cubicBezTo>
                  <a:lnTo>
                    <a:pt x="13991" y="54263"/>
                  </a:lnTo>
                  <a:cubicBezTo>
                    <a:pt x="13941" y="54422"/>
                    <a:pt x="13890" y="54582"/>
                    <a:pt x="13832" y="54741"/>
                  </a:cubicBezTo>
                  <a:cubicBezTo>
                    <a:pt x="13747" y="54944"/>
                    <a:pt x="13645" y="55198"/>
                    <a:pt x="13535" y="55468"/>
                  </a:cubicBezTo>
                  <a:lnTo>
                    <a:pt x="13620" y="55231"/>
                  </a:lnTo>
                  <a:lnTo>
                    <a:pt x="13620" y="55231"/>
                  </a:lnTo>
                  <a:cubicBezTo>
                    <a:pt x="13434" y="55654"/>
                    <a:pt x="13383" y="55824"/>
                    <a:pt x="13324" y="56001"/>
                  </a:cubicBezTo>
                  <a:cubicBezTo>
                    <a:pt x="13324" y="55996"/>
                    <a:pt x="13324" y="55993"/>
                    <a:pt x="13322" y="55993"/>
                  </a:cubicBezTo>
                  <a:cubicBezTo>
                    <a:pt x="13319" y="55993"/>
                    <a:pt x="13308" y="56025"/>
                    <a:pt x="13282" y="56077"/>
                  </a:cubicBezTo>
                  <a:cubicBezTo>
                    <a:pt x="13168" y="56355"/>
                    <a:pt x="13106" y="56544"/>
                    <a:pt x="13124" y="56544"/>
                  </a:cubicBezTo>
                  <a:cubicBezTo>
                    <a:pt x="13131" y="56544"/>
                    <a:pt x="13146" y="56522"/>
                    <a:pt x="13172" y="56475"/>
                  </a:cubicBezTo>
                  <a:lnTo>
                    <a:pt x="13214" y="56348"/>
                  </a:lnTo>
                  <a:lnTo>
                    <a:pt x="13349" y="56094"/>
                  </a:lnTo>
                  <a:cubicBezTo>
                    <a:pt x="13341" y="55976"/>
                    <a:pt x="13688" y="55223"/>
                    <a:pt x="13848" y="54792"/>
                  </a:cubicBezTo>
                  <a:lnTo>
                    <a:pt x="13848" y="54792"/>
                  </a:lnTo>
                  <a:cubicBezTo>
                    <a:pt x="13755" y="55105"/>
                    <a:pt x="13637" y="55418"/>
                    <a:pt x="13502" y="55714"/>
                  </a:cubicBezTo>
                  <a:lnTo>
                    <a:pt x="13539" y="55691"/>
                  </a:lnTo>
                  <a:lnTo>
                    <a:pt x="13539" y="55691"/>
                  </a:lnTo>
                  <a:cubicBezTo>
                    <a:pt x="13526" y="55725"/>
                    <a:pt x="13513" y="55758"/>
                    <a:pt x="13500" y="55791"/>
                  </a:cubicBezTo>
                  <a:lnTo>
                    <a:pt x="13500" y="55791"/>
                  </a:lnTo>
                  <a:cubicBezTo>
                    <a:pt x="13514" y="55758"/>
                    <a:pt x="13529" y="55723"/>
                    <a:pt x="13544" y="55688"/>
                  </a:cubicBezTo>
                  <a:lnTo>
                    <a:pt x="13544" y="55688"/>
                  </a:lnTo>
                  <a:lnTo>
                    <a:pt x="13539" y="55691"/>
                  </a:lnTo>
                  <a:lnTo>
                    <a:pt x="13539" y="55691"/>
                  </a:lnTo>
                  <a:cubicBezTo>
                    <a:pt x="13604" y="55525"/>
                    <a:pt x="13669" y="55362"/>
                    <a:pt x="13730" y="55231"/>
                  </a:cubicBezTo>
                  <a:cubicBezTo>
                    <a:pt x="13806" y="55003"/>
                    <a:pt x="13874" y="54792"/>
                    <a:pt x="14102" y="54208"/>
                  </a:cubicBezTo>
                  <a:lnTo>
                    <a:pt x="14102" y="54233"/>
                  </a:lnTo>
                  <a:cubicBezTo>
                    <a:pt x="14212" y="53819"/>
                    <a:pt x="14567" y="53134"/>
                    <a:pt x="14661" y="52829"/>
                  </a:cubicBezTo>
                  <a:cubicBezTo>
                    <a:pt x="14663" y="52810"/>
                    <a:pt x="14662" y="52802"/>
                    <a:pt x="14659" y="52802"/>
                  </a:cubicBezTo>
                  <a:cubicBezTo>
                    <a:pt x="14628" y="52802"/>
                    <a:pt x="14380" y="53483"/>
                    <a:pt x="14297" y="53658"/>
                  </a:cubicBezTo>
                  <a:cubicBezTo>
                    <a:pt x="14354" y="53467"/>
                    <a:pt x="14440" y="53276"/>
                    <a:pt x="14432" y="53276"/>
                  </a:cubicBezTo>
                  <a:lnTo>
                    <a:pt x="14432" y="53276"/>
                  </a:lnTo>
                  <a:cubicBezTo>
                    <a:pt x="14430" y="53276"/>
                    <a:pt x="14417" y="53297"/>
                    <a:pt x="14390" y="53345"/>
                  </a:cubicBezTo>
                  <a:cubicBezTo>
                    <a:pt x="14601" y="52761"/>
                    <a:pt x="14567" y="53024"/>
                    <a:pt x="14720" y="52533"/>
                  </a:cubicBezTo>
                  <a:lnTo>
                    <a:pt x="14720" y="52533"/>
                  </a:lnTo>
                  <a:lnTo>
                    <a:pt x="14610" y="52795"/>
                  </a:lnTo>
                  <a:cubicBezTo>
                    <a:pt x="14669" y="52575"/>
                    <a:pt x="14821" y="52228"/>
                    <a:pt x="14880" y="52000"/>
                  </a:cubicBezTo>
                  <a:cubicBezTo>
                    <a:pt x="14880" y="51998"/>
                    <a:pt x="14879" y="51997"/>
                    <a:pt x="14877" y="51997"/>
                  </a:cubicBezTo>
                  <a:close/>
                  <a:moveTo>
                    <a:pt x="12859" y="56644"/>
                  </a:moveTo>
                  <a:cubicBezTo>
                    <a:pt x="12830" y="56720"/>
                    <a:pt x="12810" y="56774"/>
                    <a:pt x="12798" y="56810"/>
                  </a:cubicBezTo>
                  <a:lnTo>
                    <a:pt x="12798" y="56810"/>
                  </a:lnTo>
                  <a:cubicBezTo>
                    <a:pt x="12819" y="56755"/>
                    <a:pt x="12839" y="56700"/>
                    <a:pt x="12859" y="56644"/>
                  </a:cubicBezTo>
                  <a:close/>
                  <a:moveTo>
                    <a:pt x="12106" y="58920"/>
                  </a:moveTo>
                  <a:cubicBezTo>
                    <a:pt x="12095" y="58942"/>
                    <a:pt x="12080" y="58976"/>
                    <a:pt x="12069" y="59004"/>
                  </a:cubicBezTo>
                  <a:lnTo>
                    <a:pt x="12069" y="59004"/>
                  </a:lnTo>
                  <a:cubicBezTo>
                    <a:pt x="12082" y="58974"/>
                    <a:pt x="12095" y="58945"/>
                    <a:pt x="12106" y="58920"/>
                  </a:cubicBezTo>
                  <a:close/>
                  <a:moveTo>
                    <a:pt x="11853" y="59413"/>
                  </a:moveTo>
                  <a:lnTo>
                    <a:pt x="11844" y="59436"/>
                  </a:lnTo>
                  <a:cubicBezTo>
                    <a:pt x="11847" y="59428"/>
                    <a:pt x="11850" y="59421"/>
                    <a:pt x="11853" y="59413"/>
                  </a:cubicBezTo>
                  <a:close/>
                  <a:moveTo>
                    <a:pt x="11415" y="60329"/>
                  </a:moveTo>
                  <a:lnTo>
                    <a:pt x="11415" y="60329"/>
                  </a:lnTo>
                  <a:cubicBezTo>
                    <a:pt x="11414" y="60330"/>
                    <a:pt x="11413" y="60331"/>
                    <a:pt x="11412" y="60332"/>
                  </a:cubicBezTo>
                  <a:cubicBezTo>
                    <a:pt x="11412" y="60334"/>
                    <a:pt x="11412" y="60336"/>
                    <a:pt x="11411" y="60339"/>
                  </a:cubicBezTo>
                  <a:lnTo>
                    <a:pt x="11411" y="60339"/>
                  </a:lnTo>
                  <a:cubicBezTo>
                    <a:pt x="11413" y="60335"/>
                    <a:pt x="11414" y="60332"/>
                    <a:pt x="11415" y="60329"/>
                  </a:cubicBezTo>
                  <a:close/>
                  <a:moveTo>
                    <a:pt x="11607" y="59994"/>
                  </a:moveTo>
                  <a:cubicBezTo>
                    <a:pt x="11488" y="60256"/>
                    <a:pt x="11564" y="60146"/>
                    <a:pt x="11412" y="60434"/>
                  </a:cubicBezTo>
                  <a:cubicBezTo>
                    <a:pt x="11373" y="60514"/>
                    <a:pt x="11357" y="60544"/>
                    <a:pt x="11354" y="60544"/>
                  </a:cubicBezTo>
                  <a:cubicBezTo>
                    <a:pt x="11348" y="60544"/>
                    <a:pt x="11402" y="60401"/>
                    <a:pt x="11411" y="60339"/>
                  </a:cubicBezTo>
                  <a:lnTo>
                    <a:pt x="11411" y="60339"/>
                  </a:lnTo>
                  <a:cubicBezTo>
                    <a:pt x="11385" y="60416"/>
                    <a:pt x="11314" y="60557"/>
                    <a:pt x="11328" y="60578"/>
                  </a:cubicBezTo>
                  <a:cubicBezTo>
                    <a:pt x="10930" y="61348"/>
                    <a:pt x="11116" y="61145"/>
                    <a:pt x="10668" y="62067"/>
                  </a:cubicBezTo>
                  <a:cubicBezTo>
                    <a:pt x="10625" y="62075"/>
                    <a:pt x="10541" y="62278"/>
                    <a:pt x="10456" y="62490"/>
                  </a:cubicBezTo>
                  <a:cubicBezTo>
                    <a:pt x="10380" y="62667"/>
                    <a:pt x="10295" y="62845"/>
                    <a:pt x="10186" y="63006"/>
                  </a:cubicBezTo>
                  <a:cubicBezTo>
                    <a:pt x="10279" y="62828"/>
                    <a:pt x="10372" y="62616"/>
                    <a:pt x="10439" y="62456"/>
                  </a:cubicBezTo>
                  <a:cubicBezTo>
                    <a:pt x="10482" y="62380"/>
                    <a:pt x="10507" y="62295"/>
                    <a:pt x="10524" y="62219"/>
                  </a:cubicBezTo>
                  <a:lnTo>
                    <a:pt x="10524" y="62219"/>
                  </a:lnTo>
                  <a:cubicBezTo>
                    <a:pt x="10380" y="62557"/>
                    <a:pt x="10143" y="63014"/>
                    <a:pt x="10025" y="63242"/>
                  </a:cubicBezTo>
                  <a:cubicBezTo>
                    <a:pt x="10074" y="63162"/>
                    <a:pt x="10102" y="63129"/>
                    <a:pt x="10116" y="63129"/>
                  </a:cubicBezTo>
                  <a:cubicBezTo>
                    <a:pt x="10135" y="63129"/>
                    <a:pt x="10122" y="63195"/>
                    <a:pt x="10092" y="63285"/>
                  </a:cubicBezTo>
                  <a:cubicBezTo>
                    <a:pt x="10211" y="63014"/>
                    <a:pt x="10414" y="62633"/>
                    <a:pt x="10608" y="62227"/>
                  </a:cubicBezTo>
                  <a:cubicBezTo>
                    <a:pt x="10803" y="61821"/>
                    <a:pt x="11023" y="61390"/>
                    <a:pt x="11201" y="61009"/>
                  </a:cubicBezTo>
                  <a:lnTo>
                    <a:pt x="11201" y="61009"/>
                  </a:lnTo>
                  <a:lnTo>
                    <a:pt x="11124" y="61077"/>
                  </a:lnTo>
                  <a:cubicBezTo>
                    <a:pt x="11225" y="60841"/>
                    <a:pt x="11255" y="60781"/>
                    <a:pt x="11262" y="60781"/>
                  </a:cubicBezTo>
                  <a:lnTo>
                    <a:pt x="11262" y="60781"/>
                  </a:lnTo>
                  <a:cubicBezTo>
                    <a:pt x="11269" y="60781"/>
                    <a:pt x="11252" y="60845"/>
                    <a:pt x="11261" y="60845"/>
                  </a:cubicBezTo>
                  <a:cubicBezTo>
                    <a:pt x="11268" y="60845"/>
                    <a:pt x="11293" y="60804"/>
                    <a:pt x="11361" y="60654"/>
                  </a:cubicBezTo>
                  <a:lnTo>
                    <a:pt x="11446" y="60417"/>
                  </a:lnTo>
                  <a:lnTo>
                    <a:pt x="11463" y="60383"/>
                  </a:lnTo>
                  <a:lnTo>
                    <a:pt x="11607" y="59994"/>
                  </a:lnTo>
                  <a:close/>
                  <a:moveTo>
                    <a:pt x="9509" y="64385"/>
                  </a:moveTo>
                  <a:cubicBezTo>
                    <a:pt x="9494" y="64419"/>
                    <a:pt x="9477" y="64457"/>
                    <a:pt x="9460" y="64499"/>
                  </a:cubicBezTo>
                  <a:lnTo>
                    <a:pt x="9460" y="64499"/>
                  </a:lnTo>
                  <a:cubicBezTo>
                    <a:pt x="9477" y="64461"/>
                    <a:pt x="9493" y="64423"/>
                    <a:pt x="9509" y="64385"/>
                  </a:cubicBezTo>
                  <a:close/>
                  <a:moveTo>
                    <a:pt x="14254" y="53184"/>
                  </a:moveTo>
                  <a:lnTo>
                    <a:pt x="14254" y="53193"/>
                  </a:lnTo>
                  <a:cubicBezTo>
                    <a:pt x="14187" y="53396"/>
                    <a:pt x="14111" y="53582"/>
                    <a:pt x="14060" y="53760"/>
                  </a:cubicBezTo>
                  <a:lnTo>
                    <a:pt x="14018" y="53793"/>
                  </a:lnTo>
                  <a:cubicBezTo>
                    <a:pt x="13662" y="54690"/>
                    <a:pt x="13442" y="55350"/>
                    <a:pt x="13045" y="56280"/>
                  </a:cubicBezTo>
                  <a:cubicBezTo>
                    <a:pt x="13077" y="56145"/>
                    <a:pt x="13221" y="55829"/>
                    <a:pt x="13209" y="55829"/>
                  </a:cubicBezTo>
                  <a:lnTo>
                    <a:pt x="13209" y="55829"/>
                  </a:lnTo>
                  <a:cubicBezTo>
                    <a:pt x="13209" y="55829"/>
                    <a:pt x="13207" y="55830"/>
                    <a:pt x="13206" y="55832"/>
                  </a:cubicBezTo>
                  <a:cubicBezTo>
                    <a:pt x="12969" y="56390"/>
                    <a:pt x="13062" y="56340"/>
                    <a:pt x="12808" y="56873"/>
                  </a:cubicBezTo>
                  <a:cubicBezTo>
                    <a:pt x="12887" y="56673"/>
                    <a:pt x="12912" y="56606"/>
                    <a:pt x="12910" y="56606"/>
                  </a:cubicBezTo>
                  <a:lnTo>
                    <a:pt x="12910" y="56606"/>
                  </a:lnTo>
                  <a:cubicBezTo>
                    <a:pt x="12904" y="56606"/>
                    <a:pt x="12789" y="56873"/>
                    <a:pt x="12780" y="56873"/>
                  </a:cubicBezTo>
                  <a:cubicBezTo>
                    <a:pt x="12777" y="56873"/>
                    <a:pt x="12782" y="56855"/>
                    <a:pt x="12798" y="56810"/>
                  </a:cubicBezTo>
                  <a:lnTo>
                    <a:pt x="12798" y="56810"/>
                  </a:lnTo>
                  <a:cubicBezTo>
                    <a:pt x="12630" y="57254"/>
                    <a:pt x="12429" y="57694"/>
                    <a:pt x="12241" y="58108"/>
                  </a:cubicBezTo>
                  <a:cubicBezTo>
                    <a:pt x="12030" y="58564"/>
                    <a:pt x="11835" y="58987"/>
                    <a:pt x="11700" y="59300"/>
                  </a:cubicBezTo>
                  <a:cubicBezTo>
                    <a:pt x="11713" y="59277"/>
                    <a:pt x="11719" y="59267"/>
                    <a:pt x="11721" y="59267"/>
                  </a:cubicBezTo>
                  <a:lnTo>
                    <a:pt x="11721" y="59267"/>
                  </a:lnTo>
                  <a:cubicBezTo>
                    <a:pt x="11732" y="59267"/>
                    <a:pt x="11598" y="59575"/>
                    <a:pt x="11598" y="59597"/>
                  </a:cubicBezTo>
                  <a:cubicBezTo>
                    <a:pt x="11566" y="59668"/>
                    <a:pt x="11549" y="59697"/>
                    <a:pt x="11545" y="59697"/>
                  </a:cubicBezTo>
                  <a:cubicBezTo>
                    <a:pt x="11538" y="59697"/>
                    <a:pt x="11555" y="59641"/>
                    <a:pt x="11590" y="59563"/>
                  </a:cubicBezTo>
                  <a:lnTo>
                    <a:pt x="11590" y="59563"/>
                  </a:lnTo>
                  <a:cubicBezTo>
                    <a:pt x="11473" y="59810"/>
                    <a:pt x="11416" y="59897"/>
                    <a:pt x="11399" y="59897"/>
                  </a:cubicBezTo>
                  <a:cubicBezTo>
                    <a:pt x="11394" y="59897"/>
                    <a:pt x="11393" y="59889"/>
                    <a:pt x="11395" y="59876"/>
                  </a:cubicBezTo>
                  <a:cubicBezTo>
                    <a:pt x="11497" y="59647"/>
                    <a:pt x="11590" y="59419"/>
                    <a:pt x="11691" y="59199"/>
                  </a:cubicBezTo>
                  <a:lnTo>
                    <a:pt x="11691" y="59199"/>
                  </a:lnTo>
                  <a:cubicBezTo>
                    <a:pt x="11590" y="59410"/>
                    <a:pt x="11522" y="59520"/>
                    <a:pt x="11437" y="59698"/>
                  </a:cubicBezTo>
                  <a:cubicBezTo>
                    <a:pt x="11404" y="59774"/>
                    <a:pt x="11361" y="59859"/>
                    <a:pt x="11311" y="59986"/>
                  </a:cubicBezTo>
                  <a:cubicBezTo>
                    <a:pt x="11268" y="60104"/>
                    <a:pt x="11277" y="60079"/>
                    <a:pt x="11294" y="60087"/>
                  </a:cubicBezTo>
                  <a:cubicBezTo>
                    <a:pt x="11209" y="60299"/>
                    <a:pt x="11099" y="60578"/>
                    <a:pt x="10964" y="60933"/>
                  </a:cubicBezTo>
                  <a:lnTo>
                    <a:pt x="10964" y="60916"/>
                  </a:lnTo>
                  <a:lnTo>
                    <a:pt x="10634" y="61635"/>
                  </a:lnTo>
                  <a:lnTo>
                    <a:pt x="10668" y="61542"/>
                  </a:lnTo>
                  <a:lnTo>
                    <a:pt x="10490" y="61974"/>
                  </a:lnTo>
                  <a:cubicBezTo>
                    <a:pt x="10488" y="61972"/>
                    <a:pt x="10486" y="61971"/>
                    <a:pt x="10484" y="61971"/>
                  </a:cubicBezTo>
                  <a:cubicBezTo>
                    <a:pt x="10460" y="61971"/>
                    <a:pt x="10423" y="62072"/>
                    <a:pt x="10415" y="62072"/>
                  </a:cubicBezTo>
                  <a:cubicBezTo>
                    <a:pt x="10414" y="62072"/>
                    <a:pt x="10414" y="62070"/>
                    <a:pt x="10414" y="62067"/>
                  </a:cubicBezTo>
                  <a:cubicBezTo>
                    <a:pt x="10245" y="62312"/>
                    <a:pt x="9974" y="63006"/>
                    <a:pt x="9678" y="63572"/>
                  </a:cubicBezTo>
                  <a:lnTo>
                    <a:pt x="9712" y="63479"/>
                  </a:lnTo>
                  <a:lnTo>
                    <a:pt x="9712" y="63479"/>
                  </a:lnTo>
                  <a:cubicBezTo>
                    <a:pt x="9585" y="63792"/>
                    <a:pt x="9187" y="64554"/>
                    <a:pt x="8934" y="65036"/>
                  </a:cubicBezTo>
                  <a:lnTo>
                    <a:pt x="8934" y="65019"/>
                  </a:lnTo>
                  <a:cubicBezTo>
                    <a:pt x="9031" y="64813"/>
                    <a:pt x="9066" y="64716"/>
                    <a:pt x="9055" y="64716"/>
                  </a:cubicBezTo>
                  <a:cubicBezTo>
                    <a:pt x="9050" y="64716"/>
                    <a:pt x="9034" y="64738"/>
                    <a:pt x="9010" y="64782"/>
                  </a:cubicBezTo>
                  <a:lnTo>
                    <a:pt x="9170" y="64410"/>
                  </a:lnTo>
                  <a:cubicBezTo>
                    <a:pt x="9255" y="64249"/>
                    <a:pt x="9475" y="63775"/>
                    <a:pt x="9517" y="63750"/>
                  </a:cubicBezTo>
                  <a:lnTo>
                    <a:pt x="9517" y="63750"/>
                  </a:lnTo>
                  <a:cubicBezTo>
                    <a:pt x="9426" y="63946"/>
                    <a:pt x="9389" y="64021"/>
                    <a:pt x="9392" y="64021"/>
                  </a:cubicBezTo>
                  <a:cubicBezTo>
                    <a:pt x="9393" y="64021"/>
                    <a:pt x="9418" y="63977"/>
                    <a:pt x="9458" y="63911"/>
                  </a:cubicBezTo>
                  <a:cubicBezTo>
                    <a:pt x="9608" y="63568"/>
                    <a:pt x="9923" y="62946"/>
                    <a:pt x="9883" y="62946"/>
                  </a:cubicBezTo>
                  <a:cubicBezTo>
                    <a:pt x="9882" y="62946"/>
                    <a:pt x="9882" y="62946"/>
                    <a:pt x="9881" y="62946"/>
                  </a:cubicBezTo>
                  <a:cubicBezTo>
                    <a:pt x="9957" y="62786"/>
                    <a:pt x="10042" y="62625"/>
                    <a:pt x="10135" y="62473"/>
                  </a:cubicBezTo>
                  <a:cubicBezTo>
                    <a:pt x="10139" y="62469"/>
                    <a:pt x="10142" y="62467"/>
                    <a:pt x="10143" y="62467"/>
                  </a:cubicBezTo>
                  <a:cubicBezTo>
                    <a:pt x="10157" y="62467"/>
                    <a:pt x="10113" y="62572"/>
                    <a:pt x="10076" y="62684"/>
                  </a:cubicBezTo>
                  <a:cubicBezTo>
                    <a:pt x="10295" y="62219"/>
                    <a:pt x="10507" y="61745"/>
                    <a:pt x="10718" y="61271"/>
                  </a:cubicBezTo>
                  <a:cubicBezTo>
                    <a:pt x="10718" y="61269"/>
                    <a:pt x="10718" y="61267"/>
                    <a:pt x="10717" y="61267"/>
                  </a:cubicBezTo>
                  <a:cubicBezTo>
                    <a:pt x="10692" y="61267"/>
                    <a:pt x="10435" y="61812"/>
                    <a:pt x="10417" y="61812"/>
                  </a:cubicBezTo>
                  <a:cubicBezTo>
                    <a:pt x="10412" y="61812"/>
                    <a:pt x="10425" y="61772"/>
                    <a:pt x="10465" y="61669"/>
                  </a:cubicBezTo>
                  <a:cubicBezTo>
                    <a:pt x="10507" y="61458"/>
                    <a:pt x="10592" y="61255"/>
                    <a:pt x="10693" y="61068"/>
                  </a:cubicBezTo>
                  <a:cubicBezTo>
                    <a:pt x="10694" y="61068"/>
                    <a:pt x="10694" y="61067"/>
                    <a:pt x="10695" y="61067"/>
                  </a:cubicBezTo>
                  <a:lnTo>
                    <a:pt x="10695" y="61067"/>
                  </a:lnTo>
                  <a:cubicBezTo>
                    <a:pt x="10699" y="61067"/>
                    <a:pt x="10683" y="61107"/>
                    <a:pt x="10668" y="61153"/>
                  </a:cubicBezTo>
                  <a:cubicBezTo>
                    <a:pt x="10761" y="60933"/>
                    <a:pt x="10786" y="60899"/>
                    <a:pt x="10905" y="60671"/>
                  </a:cubicBezTo>
                  <a:cubicBezTo>
                    <a:pt x="10909" y="60665"/>
                    <a:pt x="10913" y="60663"/>
                    <a:pt x="10915" y="60663"/>
                  </a:cubicBezTo>
                  <a:cubicBezTo>
                    <a:pt x="10935" y="60663"/>
                    <a:pt x="10781" y="60981"/>
                    <a:pt x="10727" y="61136"/>
                  </a:cubicBezTo>
                  <a:cubicBezTo>
                    <a:pt x="10795" y="60975"/>
                    <a:pt x="10862" y="60806"/>
                    <a:pt x="10938" y="60637"/>
                  </a:cubicBezTo>
                  <a:lnTo>
                    <a:pt x="10938" y="60637"/>
                  </a:lnTo>
                  <a:lnTo>
                    <a:pt x="10930" y="60679"/>
                  </a:lnTo>
                  <a:lnTo>
                    <a:pt x="11158" y="60172"/>
                  </a:lnTo>
                  <a:cubicBezTo>
                    <a:pt x="11170" y="60140"/>
                    <a:pt x="11174" y="60126"/>
                    <a:pt x="11172" y="60126"/>
                  </a:cubicBezTo>
                  <a:lnTo>
                    <a:pt x="11172" y="60126"/>
                  </a:lnTo>
                  <a:cubicBezTo>
                    <a:pt x="11163" y="60126"/>
                    <a:pt x="10976" y="60556"/>
                    <a:pt x="10947" y="60578"/>
                  </a:cubicBezTo>
                  <a:lnTo>
                    <a:pt x="11082" y="60248"/>
                  </a:lnTo>
                  <a:cubicBezTo>
                    <a:pt x="11260" y="59876"/>
                    <a:pt x="11683" y="58869"/>
                    <a:pt x="11869" y="58556"/>
                  </a:cubicBezTo>
                  <a:cubicBezTo>
                    <a:pt x="12072" y="58125"/>
                    <a:pt x="11962" y="58302"/>
                    <a:pt x="11987" y="58184"/>
                  </a:cubicBezTo>
                  <a:cubicBezTo>
                    <a:pt x="12080" y="57913"/>
                    <a:pt x="12216" y="57685"/>
                    <a:pt x="12326" y="57431"/>
                  </a:cubicBezTo>
                  <a:cubicBezTo>
                    <a:pt x="12300" y="57431"/>
                    <a:pt x="12436" y="57126"/>
                    <a:pt x="12410" y="57101"/>
                  </a:cubicBezTo>
                  <a:lnTo>
                    <a:pt x="12596" y="56678"/>
                  </a:lnTo>
                  <a:cubicBezTo>
                    <a:pt x="12605" y="56642"/>
                    <a:pt x="12606" y="56626"/>
                    <a:pt x="12603" y="56626"/>
                  </a:cubicBezTo>
                  <a:lnTo>
                    <a:pt x="12603" y="56626"/>
                  </a:lnTo>
                  <a:cubicBezTo>
                    <a:pt x="12580" y="56626"/>
                    <a:pt x="12367" y="57193"/>
                    <a:pt x="12309" y="57287"/>
                  </a:cubicBezTo>
                  <a:cubicBezTo>
                    <a:pt x="12286" y="57321"/>
                    <a:pt x="12275" y="57335"/>
                    <a:pt x="12271" y="57335"/>
                  </a:cubicBezTo>
                  <a:cubicBezTo>
                    <a:pt x="12255" y="57335"/>
                    <a:pt x="12377" y="57086"/>
                    <a:pt x="12368" y="57086"/>
                  </a:cubicBezTo>
                  <a:lnTo>
                    <a:pt x="12368" y="57086"/>
                  </a:lnTo>
                  <a:cubicBezTo>
                    <a:pt x="12366" y="57086"/>
                    <a:pt x="12361" y="57093"/>
                    <a:pt x="12351" y="57109"/>
                  </a:cubicBezTo>
                  <a:cubicBezTo>
                    <a:pt x="12207" y="57431"/>
                    <a:pt x="12216" y="57465"/>
                    <a:pt x="12157" y="57617"/>
                  </a:cubicBezTo>
                  <a:cubicBezTo>
                    <a:pt x="12084" y="57795"/>
                    <a:pt x="12026" y="57888"/>
                    <a:pt x="12014" y="57888"/>
                  </a:cubicBezTo>
                  <a:cubicBezTo>
                    <a:pt x="12014" y="57888"/>
                    <a:pt x="12013" y="57888"/>
                    <a:pt x="12013" y="57888"/>
                  </a:cubicBezTo>
                  <a:cubicBezTo>
                    <a:pt x="12258" y="57380"/>
                    <a:pt x="12114" y="57600"/>
                    <a:pt x="12300" y="57177"/>
                  </a:cubicBezTo>
                  <a:lnTo>
                    <a:pt x="12317" y="57169"/>
                  </a:lnTo>
                  <a:cubicBezTo>
                    <a:pt x="12300" y="57152"/>
                    <a:pt x="12563" y="56551"/>
                    <a:pt x="12647" y="56323"/>
                  </a:cubicBezTo>
                  <a:cubicBezTo>
                    <a:pt x="12692" y="56228"/>
                    <a:pt x="12712" y="56191"/>
                    <a:pt x="12716" y="56191"/>
                  </a:cubicBezTo>
                  <a:lnTo>
                    <a:pt x="12716" y="56191"/>
                  </a:lnTo>
                  <a:cubicBezTo>
                    <a:pt x="12731" y="56191"/>
                    <a:pt x="12527" y="56703"/>
                    <a:pt x="12537" y="56703"/>
                  </a:cubicBezTo>
                  <a:cubicBezTo>
                    <a:pt x="12537" y="56703"/>
                    <a:pt x="12537" y="56703"/>
                    <a:pt x="12537" y="56703"/>
                  </a:cubicBezTo>
                  <a:lnTo>
                    <a:pt x="12766" y="56137"/>
                  </a:lnTo>
                  <a:lnTo>
                    <a:pt x="12766" y="56137"/>
                  </a:lnTo>
                  <a:cubicBezTo>
                    <a:pt x="12681" y="56390"/>
                    <a:pt x="12799" y="56145"/>
                    <a:pt x="12681" y="56483"/>
                  </a:cubicBezTo>
                  <a:cubicBezTo>
                    <a:pt x="12816" y="56137"/>
                    <a:pt x="12850" y="56103"/>
                    <a:pt x="12977" y="55773"/>
                  </a:cubicBezTo>
                  <a:lnTo>
                    <a:pt x="12977" y="55773"/>
                  </a:lnTo>
                  <a:cubicBezTo>
                    <a:pt x="12955" y="55846"/>
                    <a:pt x="12949" y="55876"/>
                    <a:pt x="12954" y="55876"/>
                  </a:cubicBezTo>
                  <a:cubicBezTo>
                    <a:pt x="12975" y="55876"/>
                    <a:pt x="13205" y="55318"/>
                    <a:pt x="13239" y="55291"/>
                  </a:cubicBezTo>
                  <a:lnTo>
                    <a:pt x="13239" y="55291"/>
                  </a:lnTo>
                  <a:cubicBezTo>
                    <a:pt x="13104" y="55629"/>
                    <a:pt x="12952" y="55967"/>
                    <a:pt x="12783" y="56297"/>
                  </a:cubicBezTo>
                  <a:lnTo>
                    <a:pt x="12783" y="56297"/>
                  </a:lnTo>
                  <a:cubicBezTo>
                    <a:pt x="12783" y="56297"/>
                    <a:pt x="12783" y="56297"/>
                    <a:pt x="12783" y="56297"/>
                  </a:cubicBezTo>
                  <a:lnTo>
                    <a:pt x="12783" y="56297"/>
                  </a:lnTo>
                  <a:cubicBezTo>
                    <a:pt x="12784" y="56297"/>
                    <a:pt x="12595" y="56757"/>
                    <a:pt x="12503" y="56932"/>
                  </a:cubicBezTo>
                  <a:cubicBezTo>
                    <a:pt x="12478" y="57025"/>
                    <a:pt x="12453" y="57118"/>
                    <a:pt x="12427" y="57211"/>
                  </a:cubicBezTo>
                  <a:cubicBezTo>
                    <a:pt x="12546" y="56952"/>
                    <a:pt x="12677" y="56596"/>
                    <a:pt x="12697" y="56596"/>
                  </a:cubicBezTo>
                  <a:cubicBezTo>
                    <a:pt x="12700" y="56596"/>
                    <a:pt x="12700" y="56603"/>
                    <a:pt x="12698" y="56619"/>
                  </a:cubicBezTo>
                  <a:lnTo>
                    <a:pt x="12850" y="56196"/>
                  </a:lnTo>
                  <a:lnTo>
                    <a:pt x="12850" y="56196"/>
                  </a:lnTo>
                  <a:cubicBezTo>
                    <a:pt x="12723" y="56644"/>
                    <a:pt x="12732" y="56619"/>
                    <a:pt x="12588" y="57016"/>
                  </a:cubicBezTo>
                  <a:cubicBezTo>
                    <a:pt x="12960" y="56238"/>
                    <a:pt x="13138" y="55578"/>
                    <a:pt x="13442" y="54944"/>
                  </a:cubicBezTo>
                  <a:lnTo>
                    <a:pt x="13442" y="54944"/>
                  </a:lnTo>
                  <a:lnTo>
                    <a:pt x="13409" y="55045"/>
                  </a:lnTo>
                  <a:cubicBezTo>
                    <a:pt x="13679" y="54394"/>
                    <a:pt x="13832" y="53988"/>
                    <a:pt x="13967" y="53726"/>
                  </a:cubicBezTo>
                  <a:cubicBezTo>
                    <a:pt x="14051" y="53540"/>
                    <a:pt x="14145" y="53362"/>
                    <a:pt x="14254" y="53184"/>
                  </a:cubicBezTo>
                  <a:close/>
                  <a:moveTo>
                    <a:pt x="9060" y="65214"/>
                  </a:moveTo>
                  <a:lnTo>
                    <a:pt x="9060" y="65214"/>
                  </a:lnTo>
                  <a:cubicBezTo>
                    <a:pt x="9050" y="65231"/>
                    <a:pt x="9041" y="65247"/>
                    <a:pt x="9033" y="65264"/>
                  </a:cubicBezTo>
                  <a:lnTo>
                    <a:pt x="9033" y="65264"/>
                  </a:lnTo>
                  <a:cubicBezTo>
                    <a:pt x="9042" y="65248"/>
                    <a:pt x="9051" y="65231"/>
                    <a:pt x="9060" y="65214"/>
                  </a:cubicBezTo>
                  <a:close/>
                  <a:moveTo>
                    <a:pt x="8037" y="66550"/>
                  </a:moveTo>
                  <a:lnTo>
                    <a:pt x="8037" y="66550"/>
                  </a:lnTo>
                  <a:cubicBezTo>
                    <a:pt x="8018" y="66581"/>
                    <a:pt x="7985" y="66640"/>
                    <a:pt x="7945" y="66717"/>
                  </a:cubicBezTo>
                  <a:lnTo>
                    <a:pt x="7945" y="66717"/>
                  </a:lnTo>
                  <a:lnTo>
                    <a:pt x="8037" y="66550"/>
                  </a:lnTo>
                  <a:close/>
                  <a:moveTo>
                    <a:pt x="7402" y="67988"/>
                  </a:moveTo>
                  <a:cubicBezTo>
                    <a:pt x="7398" y="68001"/>
                    <a:pt x="7392" y="68013"/>
                    <a:pt x="7387" y="68026"/>
                  </a:cubicBezTo>
                  <a:lnTo>
                    <a:pt x="7387" y="68026"/>
                  </a:lnTo>
                  <a:cubicBezTo>
                    <a:pt x="7392" y="68016"/>
                    <a:pt x="7397" y="68006"/>
                    <a:pt x="7402" y="67997"/>
                  </a:cubicBezTo>
                  <a:lnTo>
                    <a:pt x="7402" y="67988"/>
                  </a:lnTo>
                  <a:close/>
                  <a:moveTo>
                    <a:pt x="6180" y="69629"/>
                  </a:moveTo>
                  <a:cubicBezTo>
                    <a:pt x="6176" y="69637"/>
                    <a:pt x="6172" y="69646"/>
                    <a:pt x="6167" y="69655"/>
                  </a:cubicBezTo>
                  <a:cubicBezTo>
                    <a:pt x="6173" y="69644"/>
                    <a:pt x="6177" y="69636"/>
                    <a:pt x="6180" y="69629"/>
                  </a:cubicBezTo>
                  <a:close/>
                  <a:moveTo>
                    <a:pt x="8637" y="65459"/>
                  </a:moveTo>
                  <a:lnTo>
                    <a:pt x="8637" y="65459"/>
                  </a:lnTo>
                  <a:cubicBezTo>
                    <a:pt x="8485" y="65746"/>
                    <a:pt x="8299" y="66119"/>
                    <a:pt x="8088" y="66559"/>
                  </a:cubicBezTo>
                  <a:cubicBezTo>
                    <a:pt x="7876" y="67007"/>
                    <a:pt x="7639" y="67506"/>
                    <a:pt x="7377" y="68064"/>
                  </a:cubicBezTo>
                  <a:cubicBezTo>
                    <a:pt x="7377" y="68051"/>
                    <a:pt x="7381" y="68039"/>
                    <a:pt x="7387" y="68026"/>
                  </a:cubicBezTo>
                  <a:lnTo>
                    <a:pt x="7387" y="68026"/>
                  </a:lnTo>
                  <a:cubicBezTo>
                    <a:pt x="7106" y="68548"/>
                    <a:pt x="7085" y="68605"/>
                    <a:pt x="6853" y="69046"/>
                  </a:cubicBezTo>
                  <a:lnTo>
                    <a:pt x="6912" y="68902"/>
                  </a:lnTo>
                  <a:lnTo>
                    <a:pt x="6912" y="68902"/>
                  </a:lnTo>
                  <a:cubicBezTo>
                    <a:pt x="6853" y="68969"/>
                    <a:pt x="6683" y="69333"/>
                    <a:pt x="6489" y="69689"/>
                  </a:cubicBezTo>
                  <a:cubicBezTo>
                    <a:pt x="6421" y="69858"/>
                    <a:pt x="6336" y="70018"/>
                    <a:pt x="6235" y="70171"/>
                  </a:cubicBezTo>
                  <a:lnTo>
                    <a:pt x="6252" y="70112"/>
                  </a:lnTo>
                  <a:lnTo>
                    <a:pt x="6252" y="70112"/>
                  </a:lnTo>
                  <a:cubicBezTo>
                    <a:pt x="6210" y="70171"/>
                    <a:pt x="6007" y="70509"/>
                    <a:pt x="5787" y="70907"/>
                  </a:cubicBezTo>
                  <a:lnTo>
                    <a:pt x="5863" y="70738"/>
                  </a:lnTo>
                  <a:cubicBezTo>
                    <a:pt x="5914" y="70628"/>
                    <a:pt x="5973" y="70509"/>
                    <a:pt x="6040" y="70365"/>
                  </a:cubicBezTo>
                  <a:lnTo>
                    <a:pt x="6040" y="70365"/>
                  </a:lnTo>
                  <a:cubicBezTo>
                    <a:pt x="5998" y="70450"/>
                    <a:pt x="5947" y="70543"/>
                    <a:pt x="5871" y="70670"/>
                  </a:cubicBezTo>
                  <a:lnTo>
                    <a:pt x="6210" y="69942"/>
                  </a:lnTo>
                  <a:lnTo>
                    <a:pt x="6210" y="69942"/>
                  </a:lnTo>
                  <a:cubicBezTo>
                    <a:pt x="6007" y="70289"/>
                    <a:pt x="6023" y="70365"/>
                    <a:pt x="5778" y="70788"/>
                  </a:cubicBezTo>
                  <a:cubicBezTo>
                    <a:pt x="5761" y="70746"/>
                    <a:pt x="5736" y="70763"/>
                    <a:pt x="5964" y="70298"/>
                  </a:cubicBezTo>
                  <a:cubicBezTo>
                    <a:pt x="6044" y="70159"/>
                    <a:pt x="6069" y="70120"/>
                    <a:pt x="6073" y="70120"/>
                  </a:cubicBezTo>
                  <a:lnTo>
                    <a:pt x="6073" y="70120"/>
                  </a:lnTo>
                  <a:cubicBezTo>
                    <a:pt x="6079" y="70120"/>
                    <a:pt x="6051" y="70183"/>
                    <a:pt x="6058" y="70183"/>
                  </a:cubicBezTo>
                  <a:cubicBezTo>
                    <a:pt x="6062" y="70183"/>
                    <a:pt x="6073" y="70169"/>
                    <a:pt x="6100" y="70128"/>
                  </a:cubicBezTo>
                  <a:cubicBezTo>
                    <a:pt x="6235" y="69807"/>
                    <a:pt x="6345" y="69756"/>
                    <a:pt x="6480" y="69409"/>
                  </a:cubicBezTo>
                  <a:cubicBezTo>
                    <a:pt x="6683" y="69020"/>
                    <a:pt x="6641" y="69156"/>
                    <a:pt x="6717" y="69037"/>
                  </a:cubicBezTo>
                  <a:lnTo>
                    <a:pt x="6717" y="69037"/>
                  </a:lnTo>
                  <a:cubicBezTo>
                    <a:pt x="6656" y="69154"/>
                    <a:pt x="6643" y="69185"/>
                    <a:pt x="6648" y="69185"/>
                  </a:cubicBezTo>
                  <a:cubicBezTo>
                    <a:pt x="6654" y="69185"/>
                    <a:pt x="6684" y="69143"/>
                    <a:pt x="6690" y="69143"/>
                  </a:cubicBezTo>
                  <a:lnTo>
                    <a:pt x="6690" y="69143"/>
                  </a:lnTo>
                  <a:cubicBezTo>
                    <a:pt x="6697" y="69143"/>
                    <a:pt x="6679" y="69186"/>
                    <a:pt x="6590" y="69359"/>
                  </a:cubicBezTo>
                  <a:cubicBezTo>
                    <a:pt x="6819" y="68969"/>
                    <a:pt x="6717" y="69054"/>
                    <a:pt x="6903" y="68724"/>
                  </a:cubicBezTo>
                  <a:lnTo>
                    <a:pt x="6962" y="68690"/>
                  </a:lnTo>
                  <a:cubicBezTo>
                    <a:pt x="7132" y="68386"/>
                    <a:pt x="7504" y="67743"/>
                    <a:pt x="7707" y="67320"/>
                  </a:cubicBezTo>
                  <a:lnTo>
                    <a:pt x="7707" y="67320"/>
                  </a:lnTo>
                  <a:cubicBezTo>
                    <a:pt x="7659" y="67399"/>
                    <a:pt x="7639" y="67429"/>
                    <a:pt x="7634" y="67429"/>
                  </a:cubicBezTo>
                  <a:cubicBezTo>
                    <a:pt x="7621" y="67429"/>
                    <a:pt x="7762" y="67147"/>
                    <a:pt x="7746" y="67147"/>
                  </a:cubicBezTo>
                  <a:lnTo>
                    <a:pt x="7746" y="67147"/>
                  </a:lnTo>
                  <a:cubicBezTo>
                    <a:pt x="7745" y="67147"/>
                    <a:pt x="7743" y="67148"/>
                    <a:pt x="7741" y="67151"/>
                  </a:cubicBezTo>
                  <a:cubicBezTo>
                    <a:pt x="7741" y="67217"/>
                    <a:pt x="7471" y="67676"/>
                    <a:pt x="7454" y="67676"/>
                  </a:cubicBezTo>
                  <a:cubicBezTo>
                    <a:pt x="7453" y="67676"/>
                    <a:pt x="7453" y="67676"/>
                    <a:pt x="7453" y="67675"/>
                  </a:cubicBezTo>
                  <a:cubicBezTo>
                    <a:pt x="7571" y="67459"/>
                    <a:pt x="7806" y="66984"/>
                    <a:pt x="7945" y="66717"/>
                  </a:cubicBezTo>
                  <a:lnTo>
                    <a:pt x="7945" y="66717"/>
                  </a:lnTo>
                  <a:lnTo>
                    <a:pt x="7749" y="67075"/>
                  </a:lnTo>
                  <a:cubicBezTo>
                    <a:pt x="7825" y="66880"/>
                    <a:pt x="8147" y="66195"/>
                    <a:pt x="8147" y="66178"/>
                  </a:cubicBezTo>
                  <a:cubicBezTo>
                    <a:pt x="8265" y="65975"/>
                    <a:pt x="8417" y="65662"/>
                    <a:pt x="8494" y="65560"/>
                  </a:cubicBezTo>
                  <a:lnTo>
                    <a:pt x="8494" y="65560"/>
                  </a:lnTo>
                  <a:lnTo>
                    <a:pt x="8316" y="65958"/>
                  </a:lnTo>
                  <a:lnTo>
                    <a:pt x="8223" y="66085"/>
                  </a:lnTo>
                  <a:lnTo>
                    <a:pt x="8138" y="66322"/>
                  </a:lnTo>
                  <a:cubicBezTo>
                    <a:pt x="8274" y="66076"/>
                    <a:pt x="8561" y="65560"/>
                    <a:pt x="8637" y="65459"/>
                  </a:cubicBezTo>
                  <a:close/>
                  <a:moveTo>
                    <a:pt x="4315" y="73783"/>
                  </a:moveTo>
                  <a:lnTo>
                    <a:pt x="4315" y="73783"/>
                  </a:lnTo>
                  <a:lnTo>
                    <a:pt x="4315" y="73783"/>
                  </a:lnTo>
                  <a:close/>
                  <a:moveTo>
                    <a:pt x="21157" y="0"/>
                  </a:moveTo>
                  <a:lnTo>
                    <a:pt x="21157" y="0"/>
                  </a:lnTo>
                  <a:cubicBezTo>
                    <a:pt x="21293" y="1125"/>
                    <a:pt x="21453" y="1624"/>
                    <a:pt x="21538" y="2546"/>
                  </a:cubicBezTo>
                  <a:cubicBezTo>
                    <a:pt x="21530" y="2500"/>
                    <a:pt x="21525" y="2484"/>
                    <a:pt x="21523" y="2484"/>
                  </a:cubicBezTo>
                  <a:cubicBezTo>
                    <a:pt x="21517" y="2484"/>
                    <a:pt x="21521" y="2557"/>
                    <a:pt x="21521" y="2580"/>
                  </a:cubicBezTo>
                  <a:cubicBezTo>
                    <a:pt x="21580" y="2868"/>
                    <a:pt x="21606" y="3223"/>
                    <a:pt x="21640" y="3401"/>
                  </a:cubicBezTo>
                  <a:lnTo>
                    <a:pt x="21690" y="3866"/>
                  </a:lnTo>
                  <a:cubicBezTo>
                    <a:pt x="21673" y="3858"/>
                    <a:pt x="21623" y="3688"/>
                    <a:pt x="21572" y="3215"/>
                  </a:cubicBezTo>
                  <a:lnTo>
                    <a:pt x="21572" y="3215"/>
                  </a:lnTo>
                  <a:cubicBezTo>
                    <a:pt x="21656" y="4044"/>
                    <a:pt x="21750" y="4771"/>
                    <a:pt x="21834" y="5507"/>
                  </a:cubicBezTo>
                  <a:cubicBezTo>
                    <a:pt x="21902" y="6243"/>
                    <a:pt x="21961" y="6979"/>
                    <a:pt x="22012" y="7817"/>
                  </a:cubicBezTo>
                  <a:cubicBezTo>
                    <a:pt x="22012" y="7826"/>
                    <a:pt x="22012" y="7829"/>
                    <a:pt x="22011" y="7829"/>
                  </a:cubicBezTo>
                  <a:cubicBezTo>
                    <a:pt x="22009" y="7829"/>
                    <a:pt x="22000" y="7692"/>
                    <a:pt x="21996" y="7692"/>
                  </a:cubicBezTo>
                  <a:cubicBezTo>
                    <a:pt x="21995" y="7692"/>
                    <a:pt x="21995" y="7701"/>
                    <a:pt x="21995" y="7724"/>
                  </a:cubicBezTo>
                  <a:cubicBezTo>
                    <a:pt x="22004" y="7838"/>
                    <a:pt x="22017" y="7994"/>
                    <a:pt x="22029" y="8114"/>
                  </a:cubicBezTo>
                  <a:lnTo>
                    <a:pt x="22029" y="8114"/>
                  </a:lnTo>
                  <a:cubicBezTo>
                    <a:pt x="22029" y="8106"/>
                    <a:pt x="22029" y="8096"/>
                    <a:pt x="22029" y="8087"/>
                  </a:cubicBezTo>
                  <a:lnTo>
                    <a:pt x="22029" y="8087"/>
                  </a:lnTo>
                  <a:cubicBezTo>
                    <a:pt x="22031" y="8115"/>
                    <a:pt x="22033" y="8142"/>
                    <a:pt x="22035" y="8169"/>
                  </a:cubicBezTo>
                  <a:lnTo>
                    <a:pt x="22035" y="8169"/>
                  </a:lnTo>
                  <a:cubicBezTo>
                    <a:pt x="22033" y="8152"/>
                    <a:pt x="22031" y="8134"/>
                    <a:pt x="22029" y="8114"/>
                  </a:cubicBezTo>
                  <a:lnTo>
                    <a:pt x="22029" y="8114"/>
                  </a:lnTo>
                  <a:cubicBezTo>
                    <a:pt x="22030" y="8150"/>
                    <a:pt x="22033" y="8184"/>
                    <a:pt x="22038" y="8218"/>
                  </a:cubicBezTo>
                  <a:lnTo>
                    <a:pt x="22038" y="8218"/>
                  </a:lnTo>
                  <a:cubicBezTo>
                    <a:pt x="22037" y="8202"/>
                    <a:pt x="22036" y="8186"/>
                    <a:pt x="22035" y="8169"/>
                  </a:cubicBezTo>
                  <a:lnTo>
                    <a:pt x="22035" y="8169"/>
                  </a:lnTo>
                  <a:cubicBezTo>
                    <a:pt x="22039" y="8207"/>
                    <a:pt x="22042" y="8238"/>
                    <a:pt x="22045" y="8261"/>
                  </a:cubicBezTo>
                  <a:lnTo>
                    <a:pt x="22045" y="8261"/>
                  </a:lnTo>
                  <a:cubicBezTo>
                    <a:pt x="22043" y="8247"/>
                    <a:pt x="22040" y="8232"/>
                    <a:pt x="22038" y="8218"/>
                  </a:cubicBezTo>
                  <a:lnTo>
                    <a:pt x="22038" y="8218"/>
                  </a:lnTo>
                  <a:cubicBezTo>
                    <a:pt x="22049" y="8385"/>
                    <a:pt x="22054" y="8536"/>
                    <a:pt x="22054" y="8671"/>
                  </a:cubicBezTo>
                  <a:cubicBezTo>
                    <a:pt x="22062" y="8849"/>
                    <a:pt x="22062" y="9001"/>
                    <a:pt x="22062" y="9145"/>
                  </a:cubicBezTo>
                  <a:cubicBezTo>
                    <a:pt x="22071" y="9449"/>
                    <a:pt x="22071" y="9695"/>
                    <a:pt x="22096" y="9974"/>
                  </a:cubicBezTo>
                  <a:cubicBezTo>
                    <a:pt x="22096" y="9975"/>
                    <a:pt x="22095" y="9976"/>
                    <a:pt x="22095" y="9976"/>
                  </a:cubicBezTo>
                  <a:cubicBezTo>
                    <a:pt x="22079" y="9976"/>
                    <a:pt x="22065" y="9612"/>
                    <a:pt x="22063" y="9612"/>
                  </a:cubicBezTo>
                  <a:cubicBezTo>
                    <a:pt x="22063" y="9612"/>
                    <a:pt x="22062" y="9614"/>
                    <a:pt x="22062" y="9618"/>
                  </a:cubicBezTo>
                  <a:cubicBezTo>
                    <a:pt x="22071" y="10050"/>
                    <a:pt x="22088" y="10371"/>
                    <a:pt x="22122" y="10701"/>
                  </a:cubicBezTo>
                  <a:cubicBezTo>
                    <a:pt x="22147" y="11023"/>
                    <a:pt x="22164" y="11353"/>
                    <a:pt x="22164" y="11784"/>
                  </a:cubicBezTo>
                  <a:cubicBezTo>
                    <a:pt x="22158" y="11721"/>
                    <a:pt x="22154" y="11694"/>
                    <a:pt x="22151" y="11694"/>
                  </a:cubicBezTo>
                  <a:cubicBezTo>
                    <a:pt x="22138" y="11694"/>
                    <a:pt x="22137" y="12023"/>
                    <a:pt x="22130" y="12207"/>
                  </a:cubicBezTo>
                  <a:cubicBezTo>
                    <a:pt x="22139" y="12562"/>
                    <a:pt x="22164" y="13112"/>
                    <a:pt x="22164" y="13713"/>
                  </a:cubicBezTo>
                  <a:cubicBezTo>
                    <a:pt x="22164" y="14313"/>
                    <a:pt x="22147" y="14956"/>
                    <a:pt x="22147" y="15498"/>
                  </a:cubicBezTo>
                  <a:cubicBezTo>
                    <a:pt x="22142" y="15472"/>
                    <a:pt x="22137" y="15461"/>
                    <a:pt x="22133" y="15461"/>
                  </a:cubicBezTo>
                  <a:cubicBezTo>
                    <a:pt x="22093" y="15461"/>
                    <a:pt x="22116" y="16698"/>
                    <a:pt x="22062" y="16775"/>
                  </a:cubicBezTo>
                  <a:cubicBezTo>
                    <a:pt x="22046" y="16987"/>
                    <a:pt x="22046" y="17198"/>
                    <a:pt x="22062" y="17410"/>
                  </a:cubicBezTo>
                  <a:cubicBezTo>
                    <a:pt x="22062" y="17274"/>
                    <a:pt x="22071" y="17130"/>
                    <a:pt x="22096" y="16995"/>
                  </a:cubicBezTo>
                  <a:lnTo>
                    <a:pt x="22096" y="16995"/>
                  </a:lnTo>
                  <a:cubicBezTo>
                    <a:pt x="22079" y="17350"/>
                    <a:pt x="22062" y="17875"/>
                    <a:pt x="22079" y="17926"/>
                  </a:cubicBezTo>
                  <a:lnTo>
                    <a:pt x="22037" y="18357"/>
                  </a:lnTo>
                  <a:cubicBezTo>
                    <a:pt x="22062" y="18492"/>
                    <a:pt x="22071" y="18628"/>
                    <a:pt x="22054" y="18763"/>
                  </a:cubicBezTo>
                  <a:cubicBezTo>
                    <a:pt x="21978" y="19288"/>
                    <a:pt x="22096" y="18704"/>
                    <a:pt x="22029" y="19465"/>
                  </a:cubicBezTo>
                  <a:cubicBezTo>
                    <a:pt x="22020" y="19330"/>
                    <a:pt x="22012" y="19203"/>
                    <a:pt x="21995" y="19068"/>
                  </a:cubicBezTo>
                  <a:cubicBezTo>
                    <a:pt x="21969" y="19431"/>
                    <a:pt x="21986" y="19389"/>
                    <a:pt x="21969" y="19643"/>
                  </a:cubicBezTo>
                  <a:cubicBezTo>
                    <a:pt x="21967" y="19652"/>
                    <a:pt x="21964" y="19656"/>
                    <a:pt x="21962" y="19656"/>
                  </a:cubicBezTo>
                  <a:cubicBezTo>
                    <a:pt x="21946" y="19656"/>
                    <a:pt x="21953" y="19359"/>
                    <a:pt x="21953" y="19110"/>
                  </a:cubicBezTo>
                  <a:lnTo>
                    <a:pt x="21953" y="19110"/>
                  </a:lnTo>
                  <a:cubicBezTo>
                    <a:pt x="21944" y="19262"/>
                    <a:pt x="21927" y="19423"/>
                    <a:pt x="21910" y="19575"/>
                  </a:cubicBezTo>
                  <a:cubicBezTo>
                    <a:pt x="21902" y="20032"/>
                    <a:pt x="21885" y="20819"/>
                    <a:pt x="21817" y="21546"/>
                  </a:cubicBezTo>
                  <a:cubicBezTo>
                    <a:pt x="21811" y="21460"/>
                    <a:pt x="21818" y="21311"/>
                    <a:pt x="21806" y="21311"/>
                  </a:cubicBezTo>
                  <a:cubicBezTo>
                    <a:pt x="21802" y="21311"/>
                    <a:pt x="21795" y="21332"/>
                    <a:pt x="21783" y="21385"/>
                  </a:cubicBezTo>
                  <a:cubicBezTo>
                    <a:pt x="21783" y="21766"/>
                    <a:pt x="21750" y="22147"/>
                    <a:pt x="21707" y="22528"/>
                  </a:cubicBezTo>
                  <a:lnTo>
                    <a:pt x="21707" y="22451"/>
                  </a:lnTo>
                  <a:cubicBezTo>
                    <a:pt x="21656" y="23179"/>
                    <a:pt x="21640" y="22993"/>
                    <a:pt x="21563" y="23653"/>
                  </a:cubicBezTo>
                  <a:cubicBezTo>
                    <a:pt x="21563" y="23644"/>
                    <a:pt x="21563" y="23627"/>
                    <a:pt x="21563" y="23619"/>
                  </a:cubicBezTo>
                  <a:lnTo>
                    <a:pt x="21538" y="24025"/>
                  </a:lnTo>
                  <a:cubicBezTo>
                    <a:pt x="21530" y="24304"/>
                    <a:pt x="21496" y="24592"/>
                    <a:pt x="21453" y="24871"/>
                  </a:cubicBezTo>
                  <a:cubicBezTo>
                    <a:pt x="21411" y="25057"/>
                    <a:pt x="21369" y="25201"/>
                    <a:pt x="21327" y="25454"/>
                  </a:cubicBezTo>
                  <a:lnTo>
                    <a:pt x="21335" y="25344"/>
                  </a:lnTo>
                  <a:lnTo>
                    <a:pt x="21335" y="25344"/>
                  </a:lnTo>
                  <a:cubicBezTo>
                    <a:pt x="21259" y="25657"/>
                    <a:pt x="21149" y="26664"/>
                    <a:pt x="21098" y="26952"/>
                  </a:cubicBezTo>
                  <a:cubicBezTo>
                    <a:pt x="21174" y="26605"/>
                    <a:pt x="21140" y="26842"/>
                    <a:pt x="21208" y="26580"/>
                  </a:cubicBezTo>
                  <a:cubicBezTo>
                    <a:pt x="21242" y="26267"/>
                    <a:pt x="21191" y="26360"/>
                    <a:pt x="21276" y="25835"/>
                  </a:cubicBezTo>
                  <a:lnTo>
                    <a:pt x="21276" y="25835"/>
                  </a:lnTo>
                  <a:cubicBezTo>
                    <a:pt x="21301" y="25911"/>
                    <a:pt x="21217" y="26571"/>
                    <a:pt x="21225" y="26706"/>
                  </a:cubicBezTo>
                  <a:cubicBezTo>
                    <a:pt x="21208" y="26884"/>
                    <a:pt x="21166" y="27062"/>
                    <a:pt x="21090" y="27222"/>
                  </a:cubicBezTo>
                  <a:cubicBezTo>
                    <a:pt x="21047" y="27586"/>
                    <a:pt x="20997" y="27865"/>
                    <a:pt x="20946" y="28170"/>
                  </a:cubicBezTo>
                  <a:cubicBezTo>
                    <a:pt x="20887" y="28474"/>
                    <a:pt x="20836" y="28804"/>
                    <a:pt x="20768" y="29244"/>
                  </a:cubicBezTo>
                  <a:cubicBezTo>
                    <a:pt x="20735" y="29563"/>
                    <a:pt x="20768" y="29815"/>
                    <a:pt x="20595" y="30546"/>
                  </a:cubicBezTo>
                  <a:lnTo>
                    <a:pt x="20595" y="30546"/>
                  </a:lnTo>
                  <a:cubicBezTo>
                    <a:pt x="20595" y="30533"/>
                    <a:pt x="20594" y="30525"/>
                    <a:pt x="20591" y="30522"/>
                  </a:cubicBezTo>
                  <a:lnTo>
                    <a:pt x="20591" y="30522"/>
                  </a:lnTo>
                  <a:lnTo>
                    <a:pt x="20591" y="30564"/>
                  </a:lnTo>
                  <a:cubicBezTo>
                    <a:pt x="20592" y="30558"/>
                    <a:pt x="20593" y="30552"/>
                    <a:pt x="20595" y="30546"/>
                  </a:cubicBezTo>
                  <a:lnTo>
                    <a:pt x="20595" y="30546"/>
                  </a:lnTo>
                  <a:cubicBezTo>
                    <a:pt x="20593" y="30629"/>
                    <a:pt x="20521" y="30897"/>
                    <a:pt x="20506" y="31029"/>
                  </a:cubicBezTo>
                  <a:cubicBezTo>
                    <a:pt x="20522" y="30981"/>
                    <a:pt x="20531" y="30963"/>
                    <a:pt x="20535" y="30963"/>
                  </a:cubicBezTo>
                  <a:lnTo>
                    <a:pt x="20535" y="30963"/>
                  </a:lnTo>
                  <a:cubicBezTo>
                    <a:pt x="20548" y="30963"/>
                    <a:pt x="20517" y="31138"/>
                    <a:pt x="20526" y="31138"/>
                  </a:cubicBezTo>
                  <a:cubicBezTo>
                    <a:pt x="20529" y="31138"/>
                    <a:pt x="20538" y="31113"/>
                    <a:pt x="20557" y="31046"/>
                  </a:cubicBezTo>
                  <a:lnTo>
                    <a:pt x="20557" y="31046"/>
                  </a:lnTo>
                  <a:cubicBezTo>
                    <a:pt x="20481" y="31478"/>
                    <a:pt x="20421" y="31545"/>
                    <a:pt x="20388" y="31579"/>
                  </a:cubicBezTo>
                  <a:cubicBezTo>
                    <a:pt x="20371" y="31892"/>
                    <a:pt x="20210" y="32433"/>
                    <a:pt x="20100" y="33102"/>
                  </a:cubicBezTo>
                  <a:cubicBezTo>
                    <a:pt x="20107" y="32996"/>
                    <a:pt x="20196" y="32481"/>
                    <a:pt x="20182" y="32481"/>
                  </a:cubicBezTo>
                  <a:lnTo>
                    <a:pt x="20182" y="32481"/>
                  </a:lnTo>
                  <a:cubicBezTo>
                    <a:pt x="20179" y="32481"/>
                    <a:pt x="20172" y="32502"/>
                    <a:pt x="20159" y="32552"/>
                  </a:cubicBezTo>
                  <a:cubicBezTo>
                    <a:pt x="20125" y="32831"/>
                    <a:pt x="20091" y="33119"/>
                    <a:pt x="20041" y="33406"/>
                  </a:cubicBezTo>
                  <a:cubicBezTo>
                    <a:pt x="20062" y="33298"/>
                    <a:pt x="20090" y="33196"/>
                    <a:pt x="20108" y="33090"/>
                  </a:cubicBezTo>
                  <a:lnTo>
                    <a:pt x="20108" y="33090"/>
                  </a:lnTo>
                  <a:cubicBezTo>
                    <a:pt x="20049" y="33469"/>
                    <a:pt x="19959" y="33847"/>
                    <a:pt x="19846" y="34218"/>
                  </a:cubicBezTo>
                  <a:cubicBezTo>
                    <a:pt x="19843" y="34226"/>
                    <a:pt x="19841" y="34230"/>
                    <a:pt x="19840" y="34230"/>
                  </a:cubicBezTo>
                  <a:cubicBezTo>
                    <a:pt x="19831" y="34230"/>
                    <a:pt x="19868" y="34027"/>
                    <a:pt x="19905" y="33863"/>
                  </a:cubicBezTo>
                  <a:lnTo>
                    <a:pt x="19905" y="33863"/>
                  </a:lnTo>
                  <a:cubicBezTo>
                    <a:pt x="19855" y="34058"/>
                    <a:pt x="19795" y="34379"/>
                    <a:pt x="19753" y="34641"/>
                  </a:cubicBezTo>
                  <a:cubicBezTo>
                    <a:pt x="19728" y="34836"/>
                    <a:pt x="19592" y="35513"/>
                    <a:pt x="19559" y="35792"/>
                  </a:cubicBezTo>
                  <a:cubicBezTo>
                    <a:pt x="19550" y="35826"/>
                    <a:pt x="19542" y="35859"/>
                    <a:pt x="19533" y="35893"/>
                  </a:cubicBezTo>
                  <a:cubicBezTo>
                    <a:pt x="19533" y="35886"/>
                    <a:pt x="19533" y="35878"/>
                    <a:pt x="19534" y="35870"/>
                  </a:cubicBezTo>
                  <a:lnTo>
                    <a:pt x="19534" y="35870"/>
                  </a:lnTo>
                  <a:cubicBezTo>
                    <a:pt x="19522" y="35916"/>
                    <a:pt x="19515" y="35951"/>
                    <a:pt x="19508" y="35986"/>
                  </a:cubicBezTo>
                  <a:cubicBezTo>
                    <a:pt x="19474" y="36096"/>
                    <a:pt x="19449" y="36206"/>
                    <a:pt x="19423" y="36325"/>
                  </a:cubicBezTo>
                  <a:lnTo>
                    <a:pt x="19432" y="36249"/>
                  </a:lnTo>
                  <a:lnTo>
                    <a:pt x="19432" y="36249"/>
                  </a:lnTo>
                  <a:cubicBezTo>
                    <a:pt x="19423" y="36299"/>
                    <a:pt x="19415" y="36342"/>
                    <a:pt x="19406" y="36384"/>
                  </a:cubicBezTo>
                  <a:cubicBezTo>
                    <a:pt x="19372" y="36502"/>
                    <a:pt x="19339" y="36612"/>
                    <a:pt x="19322" y="36748"/>
                  </a:cubicBezTo>
                  <a:lnTo>
                    <a:pt x="19288" y="36925"/>
                  </a:lnTo>
                  <a:lnTo>
                    <a:pt x="19305" y="36841"/>
                  </a:lnTo>
                  <a:lnTo>
                    <a:pt x="19305" y="36841"/>
                  </a:lnTo>
                  <a:cubicBezTo>
                    <a:pt x="19330" y="36883"/>
                    <a:pt x="19255" y="37298"/>
                    <a:pt x="19131" y="37791"/>
                  </a:cubicBezTo>
                  <a:lnTo>
                    <a:pt x="19131" y="37791"/>
                  </a:lnTo>
                  <a:cubicBezTo>
                    <a:pt x="19148" y="37725"/>
                    <a:pt x="19212" y="37477"/>
                    <a:pt x="19305" y="37137"/>
                  </a:cubicBezTo>
                  <a:lnTo>
                    <a:pt x="19305" y="37137"/>
                  </a:lnTo>
                  <a:lnTo>
                    <a:pt x="19279" y="37264"/>
                  </a:lnTo>
                  <a:cubicBezTo>
                    <a:pt x="19136" y="37822"/>
                    <a:pt x="19017" y="38347"/>
                    <a:pt x="18873" y="38829"/>
                  </a:cubicBezTo>
                  <a:cubicBezTo>
                    <a:pt x="18916" y="38651"/>
                    <a:pt x="18958" y="38465"/>
                    <a:pt x="19017" y="38245"/>
                  </a:cubicBezTo>
                  <a:lnTo>
                    <a:pt x="19017" y="38245"/>
                  </a:lnTo>
                  <a:cubicBezTo>
                    <a:pt x="18941" y="38507"/>
                    <a:pt x="18856" y="38837"/>
                    <a:pt x="18780" y="39133"/>
                  </a:cubicBezTo>
                  <a:cubicBezTo>
                    <a:pt x="18741" y="39284"/>
                    <a:pt x="18702" y="39434"/>
                    <a:pt x="18656" y="39582"/>
                  </a:cubicBezTo>
                  <a:lnTo>
                    <a:pt x="18656" y="39582"/>
                  </a:lnTo>
                  <a:cubicBezTo>
                    <a:pt x="18683" y="39482"/>
                    <a:pt x="18697" y="39424"/>
                    <a:pt x="18704" y="39387"/>
                  </a:cubicBezTo>
                  <a:lnTo>
                    <a:pt x="18704" y="39387"/>
                  </a:lnTo>
                  <a:cubicBezTo>
                    <a:pt x="18682" y="39468"/>
                    <a:pt x="18660" y="39542"/>
                    <a:pt x="18644" y="39621"/>
                  </a:cubicBezTo>
                  <a:lnTo>
                    <a:pt x="18644" y="39621"/>
                  </a:lnTo>
                  <a:cubicBezTo>
                    <a:pt x="18623" y="39685"/>
                    <a:pt x="18601" y="39748"/>
                    <a:pt x="18577" y="39810"/>
                  </a:cubicBezTo>
                  <a:cubicBezTo>
                    <a:pt x="18755" y="39006"/>
                    <a:pt x="18882" y="38626"/>
                    <a:pt x="19068" y="37780"/>
                  </a:cubicBezTo>
                  <a:cubicBezTo>
                    <a:pt x="19092" y="37704"/>
                    <a:pt x="19104" y="37673"/>
                    <a:pt x="19108" y="37673"/>
                  </a:cubicBezTo>
                  <a:lnTo>
                    <a:pt x="19108" y="37673"/>
                  </a:lnTo>
                  <a:cubicBezTo>
                    <a:pt x="19124" y="37673"/>
                    <a:pt x="18959" y="38334"/>
                    <a:pt x="18966" y="38355"/>
                  </a:cubicBezTo>
                  <a:lnTo>
                    <a:pt x="19093" y="37881"/>
                  </a:lnTo>
                  <a:lnTo>
                    <a:pt x="19093" y="37881"/>
                  </a:lnTo>
                  <a:cubicBezTo>
                    <a:pt x="19092" y="37883"/>
                    <a:pt x="19092" y="37884"/>
                    <a:pt x="19091" y="37884"/>
                  </a:cubicBezTo>
                  <a:cubicBezTo>
                    <a:pt x="19075" y="37884"/>
                    <a:pt x="19254" y="37151"/>
                    <a:pt x="19225" y="37151"/>
                  </a:cubicBezTo>
                  <a:lnTo>
                    <a:pt x="19225" y="37151"/>
                  </a:lnTo>
                  <a:cubicBezTo>
                    <a:pt x="19221" y="37151"/>
                    <a:pt x="19214" y="37162"/>
                    <a:pt x="19203" y="37188"/>
                  </a:cubicBezTo>
                  <a:cubicBezTo>
                    <a:pt x="19068" y="37704"/>
                    <a:pt x="18941" y="38228"/>
                    <a:pt x="18806" y="38736"/>
                  </a:cubicBezTo>
                  <a:cubicBezTo>
                    <a:pt x="18670" y="39235"/>
                    <a:pt x="18535" y="39717"/>
                    <a:pt x="18416" y="40165"/>
                  </a:cubicBezTo>
                  <a:lnTo>
                    <a:pt x="18425" y="39243"/>
                  </a:lnTo>
                  <a:lnTo>
                    <a:pt x="18425" y="39176"/>
                  </a:lnTo>
                  <a:cubicBezTo>
                    <a:pt x="18188" y="40064"/>
                    <a:pt x="18391" y="39632"/>
                    <a:pt x="18349" y="39844"/>
                  </a:cubicBezTo>
                  <a:cubicBezTo>
                    <a:pt x="18307" y="40030"/>
                    <a:pt x="18264" y="40208"/>
                    <a:pt x="18205" y="40385"/>
                  </a:cubicBezTo>
                  <a:lnTo>
                    <a:pt x="18222" y="40284"/>
                  </a:lnTo>
                  <a:lnTo>
                    <a:pt x="18222" y="40284"/>
                  </a:lnTo>
                  <a:cubicBezTo>
                    <a:pt x="18087" y="40842"/>
                    <a:pt x="18205" y="40470"/>
                    <a:pt x="18070" y="40960"/>
                  </a:cubicBezTo>
                  <a:cubicBezTo>
                    <a:pt x="18051" y="41050"/>
                    <a:pt x="18046" y="41083"/>
                    <a:pt x="18048" y="41083"/>
                  </a:cubicBezTo>
                  <a:cubicBezTo>
                    <a:pt x="18054" y="41083"/>
                    <a:pt x="18123" y="40814"/>
                    <a:pt x="18129" y="40814"/>
                  </a:cubicBezTo>
                  <a:lnTo>
                    <a:pt x="18129" y="40814"/>
                  </a:lnTo>
                  <a:cubicBezTo>
                    <a:pt x="18130" y="40814"/>
                    <a:pt x="18128" y="40829"/>
                    <a:pt x="18120" y="40867"/>
                  </a:cubicBezTo>
                  <a:cubicBezTo>
                    <a:pt x="17968" y="41400"/>
                    <a:pt x="18095" y="41214"/>
                    <a:pt x="17824" y="42026"/>
                  </a:cubicBezTo>
                  <a:cubicBezTo>
                    <a:pt x="17824" y="41984"/>
                    <a:pt x="17765" y="42103"/>
                    <a:pt x="17900" y="41629"/>
                  </a:cubicBezTo>
                  <a:lnTo>
                    <a:pt x="17900" y="41629"/>
                  </a:lnTo>
                  <a:lnTo>
                    <a:pt x="17740" y="42086"/>
                  </a:lnTo>
                  <a:cubicBezTo>
                    <a:pt x="17892" y="41527"/>
                    <a:pt x="17799" y="41866"/>
                    <a:pt x="17960" y="41299"/>
                  </a:cubicBezTo>
                  <a:cubicBezTo>
                    <a:pt x="17998" y="41063"/>
                    <a:pt x="17967" y="41080"/>
                    <a:pt x="17992" y="40908"/>
                  </a:cubicBezTo>
                  <a:lnTo>
                    <a:pt x="17992" y="40908"/>
                  </a:lnTo>
                  <a:cubicBezTo>
                    <a:pt x="17967" y="41054"/>
                    <a:pt x="17936" y="41194"/>
                    <a:pt x="17892" y="41341"/>
                  </a:cubicBezTo>
                  <a:cubicBezTo>
                    <a:pt x="17857" y="41453"/>
                    <a:pt x="17843" y="41493"/>
                    <a:pt x="17840" y="41493"/>
                  </a:cubicBezTo>
                  <a:cubicBezTo>
                    <a:pt x="17833" y="41493"/>
                    <a:pt x="17892" y="41261"/>
                    <a:pt x="17892" y="41231"/>
                  </a:cubicBezTo>
                  <a:lnTo>
                    <a:pt x="17892" y="41231"/>
                  </a:lnTo>
                  <a:cubicBezTo>
                    <a:pt x="17782" y="41756"/>
                    <a:pt x="17697" y="41790"/>
                    <a:pt x="17596" y="42255"/>
                  </a:cubicBezTo>
                  <a:cubicBezTo>
                    <a:pt x="17664" y="42179"/>
                    <a:pt x="17630" y="42263"/>
                    <a:pt x="17748" y="41942"/>
                  </a:cubicBezTo>
                  <a:lnTo>
                    <a:pt x="17748" y="41942"/>
                  </a:lnTo>
                  <a:cubicBezTo>
                    <a:pt x="17676" y="42256"/>
                    <a:pt x="17542" y="42638"/>
                    <a:pt x="17507" y="42638"/>
                  </a:cubicBezTo>
                  <a:cubicBezTo>
                    <a:pt x="17506" y="42638"/>
                    <a:pt x="17504" y="42638"/>
                    <a:pt x="17503" y="42635"/>
                  </a:cubicBezTo>
                  <a:lnTo>
                    <a:pt x="17503" y="42635"/>
                  </a:lnTo>
                  <a:lnTo>
                    <a:pt x="17511" y="42712"/>
                  </a:lnTo>
                  <a:cubicBezTo>
                    <a:pt x="17486" y="42779"/>
                    <a:pt x="17410" y="43041"/>
                    <a:pt x="17393" y="43050"/>
                  </a:cubicBezTo>
                  <a:lnTo>
                    <a:pt x="17376" y="43168"/>
                  </a:lnTo>
                  <a:cubicBezTo>
                    <a:pt x="17486" y="42898"/>
                    <a:pt x="17571" y="42619"/>
                    <a:pt x="17647" y="42339"/>
                  </a:cubicBezTo>
                  <a:lnTo>
                    <a:pt x="17647" y="42339"/>
                  </a:lnTo>
                  <a:cubicBezTo>
                    <a:pt x="17639" y="42376"/>
                    <a:pt x="17640" y="42387"/>
                    <a:pt x="17645" y="42387"/>
                  </a:cubicBezTo>
                  <a:cubicBezTo>
                    <a:pt x="17652" y="42387"/>
                    <a:pt x="17667" y="42362"/>
                    <a:pt x="17674" y="42362"/>
                  </a:cubicBezTo>
                  <a:lnTo>
                    <a:pt x="17674" y="42362"/>
                  </a:lnTo>
                  <a:cubicBezTo>
                    <a:pt x="17684" y="42362"/>
                    <a:pt x="17679" y="42412"/>
                    <a:pt x="17613" y="42652"/>
                  </a:cubicBezTo>
                  <a:cubicBezTo>
                    <a:pt x="17588" y="42735"/>
                    <a:pt x="17578" y="42761"/>
                    <a:pt x="17575" y="42761"/>
                  </a:cubicBezTo>
                  <a:cubicBezTo>
                    <a:pt x="17568" y="42761"/>
                    <a:pt x="17581" y="42686"/>
                    <a:pt x="17572" y="42686"/>
                  </a:cubicBezTo>
                  <a:lnTo>
                    <a:pt x="17572" y="42686"/>
                  </a:lnTo>
                  <a:cubicBezTo>
                    <a:pt x="17571" y="42686"/>
                    <a:pt x="17571" y="42686"/>
                    <a:pt x="17571" y="42686"/>
                  </a:cubicBezTo>
                  <a:cubicBezTo>
                    <a:pt x="17410" y="43287"/>
                    <a:pt x="17317" y="43583"/>
                    <a:pt x="17215" y="43845"/>
                  </a:cubicBezTo>
                  <a:cubicBezTo>
                    <a:pt x="17122" y="44107"/>
                    <a:pt x="17029" y="44336"/>
                    <a:pt x="16894" y="44810"/>
                  </a:cubicBezTo>
                  <a:cubicBezTo>
                    <a:pt x="16928" y="44683"/>
                    <a:pt x="16987" y="44488"/>
                    <a:pt x="17063" y="44260"/>
                  </a:cubicBezTo>
                  <a:cubicBezTo>
                    <a:pt x="17088" y="44150"/>
                    <a:pt x="17131" y="44031"/>
                    <a:pt x="17165" y="43913"/>
                  </a:cubicBezTo>
                  <a:cubicBezTo>
                    <a:pt x="17198" y="43786"/>
                    <a:pt x="17232" y="43667"/>
                    <a:pt x="17266" y="43558"/>
                  </a:cubicBezTo>
                  <a:lnTo>
                    <a:pt x="17266" y="43558"/>
                  </a:lnTo>
                  <a:cubicBezTo>
                    <a:pt x="17165" y="43820"/>
                    <a:pt x="17097" y="44141"/>
                    <a:pt x="17004" y="44403"/>
                  </a:cubicBezTo>
                  <a:cubicBezTo>
                    <a:pt x="17039" y="44279"/>
                    <a:pt x="17056" y="44208"/>
                    <a:pt x="17050" y="44208"/>
                  </a:cubicBezTo>
                  <a:lnTo>
                    <a:pt x="17050" y="44208"/>
                  </a:lnTo>
                  <a:cubicBezTo>
                    <a:pt x="17043" y="44208"/>
                    <a:pt x="17018" y="44266"/>
                    <a:pt x="16970" y="44395"/>
                  </a:cubicBezTo>
                  <a:lnTo>
                    <a:pt x="16953" y="44513"/>
                  </a:lnTo>
                  <a:cubicBezTo>
                    <a:pt x="16910" y="44651"/>
                    <a:pt x="16835" y="44888"/>
                    <a:pt x="16804" y="44964"/>
                  </a:cubicBezTo>
                  <a:lnTo>
                    <a:pt x="16804" y="44964"/>
                  </a:lnTo>
                  <a:cubicBezTo>
                    <a:pt x="16828" y="44915"/>
                    <a:pt x="16851" y="44866"/>
                    <a:pt x="16867" y="44813"/>
                  </a:cubicBezTo>
                  <a:lnTo>
                    <a:pt x="16867" y="44813"/>
                  </a:lnTo>
                  <a:cubicBezTo>
                    <a:pt x="16754" y="45243"/>
                    <a:pt x="16531" y="45998"/>
                    <a:pt x="16285" y="46696"/>
                  </a:cubicBezTo>
                  <a:cubicBezTo>
                    <a:pt x="16278" y="46649"/>
                    <a:pt x="16478" y="46019"/>
                    <a:pt x="16465" y="46019"/>
                  </a:cubicBezTo>
                  <a:lnTo>
                    <a:pt x="16465" y="46019"/>
                  </a:lnTo>
                  <a:cubicBezTo>
                    <a:pt x="16462" y="46019"/>
                    <a:pt x="16444" y="46062"/>
                    <a:pt x="16403" y="46171"/>
                  </a:cubicBezTo>
                  <a:cubicBezTo>
                    <a:pt x="16319" y="46527"/>
                    <a:pt x="16209" y="46882"/>
                    <a:pt x="16073" y="47229"/>
                  </a:cubicBezTo>
                  <a:cubicBezTo>
                    <a:pt x="16085" y="47183"/>
                    <a:pt x="16088" y="47165"/>
                    <a:pt x="16085" y="47165"/>
                  </a:cubicBezTo>
                  <a:lnTo>
                    <a:pt x="16085" y="47165"/>
                  </a:lnTo>
                  <a:cubicBezTo>
                    <a:pt x="16074" y="47165"/>
                    <a:pt x="15975" y="47441"/>
                    <a:pt x="15964" y="47441"/>
                  </a:cubicBezTo>
                  <a:cubicBezTo>
                    <a:pt x="15964" y="47441"/>
                    <a:pt x="15963" y="47441"/>
                    <a:pt x="15963" y="47440"/>
                  </a:cubicBezTo>
                  <a:lnTo>
                    <a:pt x="15760" y="48168"/>
                  </a:lnTo>
                  <a:cubicBezTo>
                    <a:pt x="15642" y="48515"/>
                    <a:pt x="15498" y="48912"/>
                    <a:pt x="15405" y="49225"/>
                  </a:cubicBezTo>
                  <a:cubicBezTo>
                    <a:pt x="15439" y="49124"/>
                    <a:pt x="15481" y="48980"/>
                    <a:pt x="15540" y="48811"/>
                  </a:cubicBezTo>
                  <a:lnTo>
                    <a:pt x="15540" y="48811"/>
                  </a:lnTo>
                  <a:cubicBezTo>
                    <a:pt x="15481" y="49056"/>
                    <a:pt x="15405" y="49293"/>
                    <a:pt x="15303" y="49521"/>
                  </a:cubicBezTo>
                  <a:cubicBezTo>
                    <a:pt x="15219" y="49758"/>
                    <a:pt x="15109" y="50004"/>
                    <a:pt x="15007" y="50317"/>
                  </a:cubicBezTo>
                  <a:lnTo>
                    <a:pt x="15092" y="50029"/>
                  </a:lnTo>
                  <a:lnTo>
                    <a:pt x="15092" y="50029"/>
                  </a:lnTo>
                  <a:cubicBezTo>
                    <a:pt x="14914" y="50494"/>
                    <a:pt x="14796" y="50858"/>
                    <a:pt x="14669" y="51230"/>
                  </a:cubicBezTo>
                  <a:lnTo>
                    <a:pt x="14652" y="51213"/>
                  </a:lnTo>
                  <a:cubicBezTo>
                    <a:pt x="14618" y="51374"/>
                    <a:pt x="14576" y="51535"/>
                    <a:pt x="14517" y="51687"/>
                  </a:cubicBezTo>
                  <a:cubicBezTo>
                    <a:pt x="14441" y="51915"/>
                    <a:pt x="14348" y="52161"/>
                    <a:pt x="14322" y="52245"/>
                  </a:cubicBezTo>
                  <a:cubicBezTo>
                    <a:pt x="14525" y="51687"/>
                    <a:pt x="14618" y="51442"/>
                    <a:pt x="14711" y="51205"/>
                  </a:cubicBezTo>
                  <a:cubicBezTo>
                    <a:pt x="14804" y="50968"/>
                    <a:pt x="14897" y="50740"/>
                    <a:pt x="15092" y="50190"/>
                  </a:cubicBezTo>
                  <a:lnTo>
                    <a:pt x="15092" y="50190"/>
                  </a:lnTo>
                  <a:cubicBezTo>
                    <a:pt x="14974" y="50613"/>
                    <a:pt x="14872" y="50909"/>
                    <a:pt x="14737" y="51366"/>
                  </a:cubicBezTo>
                  <a:cubicBezTo>
                    <a:pt x="14711" y="51450"/>
                    <a:pt x="14677" y="51535"/>
                    <a:pt x="14635" y="51611"/>
                  </a:cubicBezTo>
                  <a:cubicBezTo>
                    <a:pt x="14601" y="51772"/>
                    <a:pt x="14559" y="51924"/>
                    <a:pt x="14508" y="52076"/>
                  </a:cubicBezTo>
                  <a:lnTo>
                    <a:pt x="14466" y="52152"/>
                  </a:lnTo>
                  <a:cubicBezTo>
                    <a:pt x="14161" y="52897"/>
                    <a:pt x="14263" y="52854"/>
                    <a:pt x="13967" y="53557"/>
                  </a:cubicBezTo>
                  <a:cubicBezTo>
                    <a:pt x="13960" y="53566"/>
                    <a:pt x="13956" y="53571"/>
                    <a:pt x="13954" y="53571"/>
                  </a:cubicBezTo>
                  <a:cubicBezTo>
                    <a:pt x="13924" y="53571"/>
                    <a:pt x="14173" y="52896"/>
                    <a:pt x="14314" y="52482"/>
                  </a:cubicBezTo>
                  <a:lnTo>
                    <a:pt x="14314" y="52482"/>
                  </a:lnTo>
                  <a:cubicBezTo>
                    <a:pt x="14292" y="52526"/>
                    <a:pt x="14281" y="52545"/>
                    <a:pt x="14277" y="52545"/>
                  </a:cubicBezTo>
                  <a:cubicBezTo>
                    <a:pt x="14261" y="52545"/>
                    <a:pt x="14453" y="52059"/>
                    <a:pt x="14432" y="52059"/>
                  </a:cubicBezTo>
                  <a:lnTo>
                    <a:pt x="14432" y="52059"/>
                  </a:lnTo>
                  <a:cubicBezTo>
                    <a:pt x="14428" y="52059"/>
                    <a:pt x="14412" y="52083"/>
                    <a:pt x="14381" y="52144"/>
                  </a:cubicBezTo>
                  <a:lnTo>
                    <a:pt x="14322" y="52364"/>
                  </a:lnTo>
                  <a:cubicBezTo>
                    <a:pt x="14274" y="52478"/>
                    <a:pt x="14248" y="52526"/>
                    <a:pt x="14243" y="52526"/>
                  </a:cubicBezTo>
                  <a:cubicBezTo>
                    <a:pt x="14238" y="52526"/>
                    <a:pt x="14251" y="52484"/>
                    <a:pt x="14280" y="52414"/>
                  </a:cubicBezTo>
                  <a:lnTo>
                    <a:pt x="14280" y="52414"/>
                  </a:lnTo>
                  <a:cubicBezTo>
                    <a:pt x="14229" y="52524"/>
                    <a:pt x="14187" y="52634"/>
                    <a:pt x="14161" y="52753"/>
                  </a:cubicBezTo>
                  <a:cubicBezTo>
                    <a:pt x="13996" y="53180"/>
                    <a:pt x="13956" y="53266"/>
                    <a:pt x="13947" y="53266"/>
                  </a:cubicBezTo>
                  <a:cubicBezTo>
                    <a:pt x="13941" y="53266"/>
                    <a:pt x="13949" y="53228"/>
                    <a:pt x="13941" y="53228"/>
                  </a:cubicBezTo>
                  <a:cubicBezTo>
                    <a:pt x="13931" y="53228"/>
                    <a:pt x="13887" y="53310"/>
                    <a:pt x="13722" y="53717"/>
                  </a:cubicBezTo>
                  <a:cubicBezTo>
                    <a:pt x="13753" y="53600"/>
                    <a:pt x="13864" y="53331"/>
                    <a:pt x="13847" y="53331"/>
                  </a:cubicBezTo>
                  <a:lnTo>
                    <a:pt x="13847" y="53331"/>
                  </a:lnTo>
                  <a:cubicBezTo>
                    <a:pt x="13845" y="53331"/>
                    <a:pt x="13843" y="53333"/>
                    <a:pt x="13840" y="53337"/>
                  </a:cubicBezTo>
                  <a:lnTo>
                    <a:pt x="14077" y="52744"/>
                  </a:lnTo>
                  <a:lnTo>
                    <a:pt x="14060" y="52727"/>
                  </a:lnTo>
                  <a:cubicBezTo>
                    <a:pt x="13848" y="53235"/>
                    <a:pt x="13671" y="53760"/>
                    <a:pt x="13527" y="54292"/>
                  </a:cubicBezTo>
                  <a:cubicBezTo>
                    <a:pt x="13627" y="54011"/>
                    <a:pt x="13655" y="53947"/>
                    <a:pt x="13664" y="53947"/>
                  </a:cubicBezTo>
                  <a:cubicBezTo>
                    <a:pt x="13671" y="53947"/>
                    <a:pt x="13665" y="53992"/>
                    <a:pt x="13675" y="53992"/>
                  </a:cubicBezTo>
                  <a:cubicBezTo>
                    <a:pt x="13683" y="53992"/>
                    <a:pt x="13700" y="53966"/>
                    <a:pt x="13738" y="53878"/>
                  </a:cubicBezTo>
                  <a:lnTo>
                    <a:pt x="13738" y="53878"/>
                  </a:lnTo>
                  <a:cubicBezTo>
                    <a:pt x="13705" y="53988"/>
                    <a:pt x="13662" y="54098"/>
                    <a:pt x="13612" y="54208"/>
                  </a:cubicBezTo>
                  <a:cubicBezTo>
                    <a:pt x="13596" y="54256"/>
                    <a:pt x="13482" y="54567"/>
                    <a:pt x="13497" y="54567"/>
                  </a:cubicBezTo>
                  <a:cubicBezTo>
                    <a:pt x="13498" y="54567"/>
                    <a:pt x="13498" y="54567"/>
                    <a:pt x="13499" y="54566"/>
                  </a:cubicBezTo>
                  <a:lnTo>
                    <a:pt x="13499" y="54566"/>
                  </a:lnTo>
                  <a:cubicBezTo>
                    <a:pt x="13373" y="54701"/>
                    <a:pt x="12883" y="55854"/>
                    <a:pt x="12831" y="55854"/>
                  </a:cubicBezTo>
                  <a:cubicBezTo>
                    <a:pt x="12825" y="55854"/>
                    <a:pt x="12825" y="55837"/>
                    <a:pt x="12833" y="55798"/>
                  </a:cubicBezTo>
                  <a:lnTo>
                    <a:pt x="12833" y="55798"/>
                  </a:lnTo>
                  <a:cubicBezTo>
                    <a:pt x="12740" y="56001"/>
                    <a:pt x="12580" y="56424"/>
                    <a:pt x="12376" y="56915"/>
                  </a:cubicBezTo>
                  <a:cubicBezTo>
                    <a:pt x="12173" y="57406"/>
                    <a:pt x="11937" y="57947"/>
                    <a:pt x="11750" y="58395"/>
                  </a:cubicBezTo>
                  <a:lnTo>
                    <a:pt x="11801" y="58184"/>
                  </a:lnTo>
                  <a:lnTo>
                    <a:pt x="11801" y="58184"/>
                  </a:lnTo>
                  <a:cubicBezTo>
                    <a:pt x="11336" y="59097"/>
                    <a:pt x="11480" y="59030"/>
                    <a:pt x="11251" y="59580"/>
                  </a:cubicBezTo>
                  <a:cubicBezTo>
                    <a:pt x="11291" y="59476"/>
                    <a:pt x="11304" y="59435"/>
                    <a:pt x="11301" y="59435"/>
                  </a:cubicBezTo>
                  <a:lnTo>
                    <a:pt x="11301" y="59435"/>
                  </a:lnTo>
                  <a:cubicBezTo>
                    <a:pt x="11296" y="59435"/>
                    <a:pt x="11258" y="59514"/>
                    <a:pt x="11209" y="59622"/>
                  </a:cubicBezTo>
                  <a:cubicBezTo>
                    <a:pt x="11116" y="59816"/>
                    <a:pt x="10981" y="60079"/>
                    <a:pt x="10930" y="60172"/>
                  </a:cubicBezTo>
                  <a:cubicBezTo>
                    <a:pt x="10752" y="60612"/>
                    <a:pt x="10625" y="60967"/>
                    <a:pt x="10346" y="61568"/>
                  </a:cubicBezTo>
                  <a:cubicBezTo>
                    <a:pt x="10211" y="61711"/>
                    <a:pt x="10101" y="61872"/>
                    <a:pt x="10033" y="62058"/>
                  </a:cubicBezTo>
                  <a:cubicBezTo>
                    <a:pt x="9991" y="62143"/>
                    <a:pt x="9966" y="62236"/>
                    <a:pt x="9923" y="62320"/>
                  </a:cubicBezTo>
                  <a:cubicBezTo>
                    <a:pt x="9737" y="62701"/>
                    <a:pt x="9509" y="63217"/>
                    <a:pt x="9382" y="63446"/>
                  </a:cubicBezTo>
                  <a:lnTo>
                    <a:pt x="9399" y="63395"/>
                  </a:lnTo>
                  <a:lnTo>
                    <a:pt x="9399" y="63395"/>
                  </a:lnTo>
                  <a:cubicBezTo>
                    <a:pt x="9277" y="63625"/>
                    <a:pt x="9233" y="63737"/>
                    <a:pt x="9245" y="63737"/>
                  </a:cubicBezTo>
                  <a:cubicBezTo>
                    <a:pt x="9255" y="63737"/>
                    <a:pt x="9302" y="63665"/>
                    <a:pt x="9373" y="63522"/>
                  </a:cubicBezTo>
                  <a:lnTo>
                    <a:pt x="9373" y="63522"/>
                  </a:lnTo>
                  <a:lnTo>
                    <a:pt x="9196" y="63928"/>
                  </a:lnTo>
                  <a:lnTo>
                    <a:pt x="9179" y="63936"/>
                  </a:lnTo>
                  <a:cubicBezTo>
                    <a:pt x="9060" y="64207"/>
                    <a:pt x="8950" y="64478"/>
                    <a:pt x="8815" y="64774"/>
                  </a:cubicBezTo>
                  <a:cubicBezTo>
                    <a:pt x="8680" y="65078"/>
                    <a:pt x="8519" y="65408"/>
                    <a:pt x="8308" y="65831"/>
                  </a:cubicBezTo>
                  <a:cubicBezTo>
                    <a:pt x="8320" y="65800"/>
                    <a:pt x="8322" y="65788"/>
                    <a:pt x="8319" y="65788"/>
                  </a:cubicBezTo>
                  <a:lnTo>
                    <a:pt x="8319" y="65788"/>
                  </a:lnTo>
                  <a:cubicBezTo>
                    <a:pt x="8303" y="65788"/>
                    <a:pt x="8175" y="66011"/>
                    <a:pt x="8165" y="66011"/>
                  </a:cubicBezTo>
                  <a:cubicBezTo>
                    <a:pt x="8158" y="66011"/>
                    <a:pt x="8193" y="65933"/>
                    <a:pt x="8316" y="65687"/>
                  </a:cubicBezTo>
                  <a:lnTo>
                    <a:pt x="8316" y="65687"/>
                  </a:lnTo>
                  <a:cubicBezTo>
                    <a:pt x="8293" y="65742"/>
                    <a:pt x="8287" y="65762"/>
                    <a:pt x="8290" y="65762"/>
                  </a:cubicBezTo>
                  <a:cubicBezTo>
                    <a:pt x="8302" y="65762"/>
                    <a:pt x="8409" y="65569"/>
                    <a:pt x="8434" y="65543"/>
                  </a:cubicBezTo>
                  <a:cubicBezTo>
                    <a:pt x="8578" y="65273"/>
                    <a:pt x="8680" y="65011"/>
                    <a:pt x="8739" y="64884"/>
                  </a:cubicBezTo>
                  <a:lnTo>
                    <a:pt x="8739" y="64884"/>
                  </a:lnTo>
                  <a:cubicBezTo>
                    <a:pt x="8724" y="64906"/>
                    <a:pt x="8712" y="64916"/>
                    <a:pt x="8705" y="64916"/>
                  </a:cubicBezTo>
                  <a:cubicBezTo>
                    <a:pt x="8684" y="64916"/>
                    <a:pt x="8695" y="64835"/>
                    <a:pt x="8739" y="64723"/>
                  </a:cubicBezTo>
                  <a:lnTo>
                    <a:pt x="8739" y="64723"/>
                  </a:lnTo>
                  <a:cubicBezTo>
                    <a:pt x="8502" y="65281"/>
                    <a:pt x="7690" y="66779"/>
                    <a:pt x="7690" y="66939"/>
                  </a:cubicBezTo>
                  <a:cubicBezTo>
                    <a:pt x="7521" y="67278"/>
                    <a:pt x="7318" y="67658"/>
                    <a:pt x="7106" y="68047"/>
                  </a:cubicBezTo>
                  <a:cubicBezTo>
                    <a:pt x="6895" y="68445"/>
                    <a:pt x="6683" y="68851"/>
                    <a:pt x="6472" y="69223"/>
                  </a:cubicBezTo>
                  <a:cubicBezTo>
                    <a:pt x="6487" y="69201"/>
                    <a:pt x="6521" y="69153"/>
                    <a:pt x="6524" y="69153"/>
                  </a:cubicBezTo>
                  <a:lnTo>
                    <a:pt x="6524" y="69153"/>
                  </a:lnTo>
                  <a:cubicBezTo>
                    <a:pt x="6524" y="69153"/>
                    <a:pt x="6524" y="69154"/>
                    <a:pt x="6523" y="69156"/>
                  </a:cubicBezTo>
                  <a:lnTo>
                    <a:pt x="6150" y="69790"/>
                  </a:lnTo>
                  <a:lnTo>
                    <a:pt x="6218" y="69638"/>
                  </a:lnTo>
                  <a:lnTo>
                    <a:pt x="6218" y="69638"/>
                  </a:lnTo>
                  <a:cubicBezTo>
                    <a:pt x="6142" y="69782"/>
                    <a:pt x="6049" y="69917"/>
                    <a:pt x="5964" y="70052"/>
                  </a:cubicBezTo>
                  <a:cubicBezTo>
                    <a:pt x="5961" y="70057"/>
                    <a:pt x="5958" y="70059"/>
                    <a:pt x="5957" y="70059"/>
                  </a:cubicBezTo>
                  <a:cubicBezTo>
                    <a:pt x="5948" y="70059"/>
                    <a:pt x="6025" y="69907"/>
                    <a:pt x="6108" y="69748"/>
                  </a:cubicBezTo>
                  <a:cubicBezTo>
                    <a:pt x="6143" y="69673"/>
                    <a:pt x="6181" y="69609"/>
                    <a:pt x="6186" y="69609"/>
                  </a:cubicBezTo>
                  <a:lnTo>
                    <a:pt x="6186" y="69609"/>
                  </a:lnTo>
                  <a:cubicBezTo>
                    <a:pt x="6188" y="69609"/>
                    <a:pt x="6186" y="69615"/>
                    <a:pt x="6180" y="69629"/>
                  </a:cubicBezTo>
                  <a:lnTo>
                    <a:pt x="6180" y="69629"/>
                  </a:lnTo>
                  <a:cubicBezTo>
                    <a:pt x="6222" y="69541"/>
                    <a:pt x="6236" y="69508"/>
                    <a:pt x="6233" y="69508"/>
                  </a:cubicBezTo>
                  <a:lnTo>
                    <a:pt x="6233" y="69508"/>
                  </a:lnTo>
                  <a:cubicBezTo>
                    <a:pt x="6225" y="69508"/>
                    <a:pt x="6072" y="69793"/>
                    <a:pt x="6062" y="69793"/>
                  </a:cubicBezTo>
                  <a:cubicBezTo>
                    <a:pt x="6060" y="69793"/>
                    <a:pt x="6068" y="69773"/>
                    <a:pt x="6091" y="69722"/>
                  </a:cubicBezTo>
                  <a:cubicBezTo>
                    <a:pt x="6159" y="69612"/>
                    <a:pt x="6227" y="69460"/>
                    <a:pt x="6269" y="69376"/>
                  </a:cubicBezTo>
                  <a:lnTo>
                    <a:pt x="6269" y="69376"/>
                  </a:lnTo>
                  <a:cubicBezTo>
                    <a:pt x="6125" y="69638"/>
                    <a:pt x="6023" y="69832"/>
                    <a:pt x="5939" y="70002"/>
                  </a:cubicBezTo>
                  <a:cubicBezTo>
                    <a:pt x="5854" y="70162"/>
                    <a:pt x="5761" y="70315"/>
                    <a:pt x="5660" y="70458"/>
                  </a:cubicBezTo>
                  <a:cubicBezTo>
                    <a:pt x="5465" y="70890"/>
                    <a:pt x="5245" y="71304"/>
                    <a:pt x="5000" y="71702"/>
                  </a:cubicBezTo>
                  <a:cubicBezTo>
                    <a:pt x="5010" y="71678"/>
                    <a:pt x="5014" y="71668"/>
                    <a:pt x="5012" y="71668"/>
                  </a:cubicBezTo>
                  <a:lnTo>
                    <a:pt x="5012" y="71668"/>
                  </a:lnTo>
                  <a:cubicBezTo>
                    <a:pt x="5002" y="71668"/>
                    <a:pt x="4814" y="72020"/>
                    <a:pt x="4802" y="72020"/>
                  </a:cubicBezTo>
                  <a:cubicBezTo>
                    <a:pt x="4800" y="72020"/>
                    <a:pt x="4805" y="72003"/>
                    <a:pt x="4822" y="71964"/>
                  </a:cubicBezTo>
                  <a:lnTo>
                    <a:pt x="4822" y="71964"/>
                  </a:lnTo>
                  <a:cubicBezTo>
                    <a:pt x="4738" y="72159"/>
                    <a:pt x="4467" y="72565"/>
                    <a:pt x="4442" y="72649"/>
                  </a:cubicBezTo>
                  <a:cubicBezTo>
                    <a:pt x="4475" y="72573"/>
                    <a:pt x="4594" y="72370"/>
                    <a:pt x="4687" y="72235"/>
                  </a:cubicBezTo>
                  <a:lnTo>
                    <a:pt x="4687" y="72235"/>
                  </a:lnTo>
                  <a:cubicBezTo>
                    <a:pt x="4577" y="72429"/>
                    <a:pt x="4585" y="72463"/>
                    <a:pt x="4442" y="72700"/>
                  </a:cubicBezTo>
                  <a:cubicBezTo>
                    <a:pt x="4434" y="72711"/>
                    <a:pt x="4430" y="72714"/>
                    <a:pt x="4428" y="72714"/>
                  </a:cubicBezTo>
                  <a:cubicBezTo>
                    <a:pt x="4425" y="72714"/>
                    <a:pt x="4425" y="72709"/>
                    <a:pt x="4425" y="72709"/>
                  </a:cubicBezTo>
                  <a:cubicBezTo>
                    <a:pt x="4264" y="73022"/>
                    <a:pt x="4425" y="72844"/>
                    <a:pt x="4112" y="73385"/>
                  </a:cubicBezTo>
                  <a:cubicBezTo>
                    <a:pt x="3861" y="73819"/>
                    <a:pt x="3768" y="73966"/>
                    <a:pt x="3757" y="73966"/>
                  </a:cubicBezTo>
                  <a:cubicBezTo>
                    <a:pt x="3732" y="73966"/>
                    <a:pt x="4062" y="73327"/>
                    <a:pt x="4048" y="73327"/>
                  </a:cubicBezTo>
                  <a:lnTo>
                    <a:pt x="4048" y="73327"/>
                  </a:lnTo>
                  <a:cubicBezTo>
                    <a:pt x="4047" y="73327"/>
                    <a:pt x="4043" y="73332"/>
                    <a:pt x="4036" y="73343"/>
                  </a:cubicBezTo>
                  <a:cubicBezTo>
                    <a:pt x="4019" y="73402"/>
                    <a:pt x="3663" y="74037"/>
                    <a:pt x="3486" y="74307"/>
                  </a:cubicBezTo>
                  <a:lnTo>
                    <a:pt x="3519" y="74231"/>
                  </a:lnTo>
                  <a:lnTo>
                    <a:pt x="3519" y="74231"/>
                  </a:lnTo>
                  <a:cubicBezTo>
                    <a:pt x="3435" y="74409"/>
                    <a:pt x="3333" y="74578"/>
                    <a:pt x="3223" y="74747"/>
                  </a:cubicBezTo>
                  <a:cubicBezTo>
                    <a:pt x="3198" y="74849"/>
                    <a:pt x="3113" y="75026"/>
                    <a:pt x="3071" y="75136"/>
                  </a:cubicBezTo>
                  <a:lnTo>
                    <a:pt x="2690" y="75771"/>
                  </a:lnTo>
                  <a:lnTo>
                    <a:pt x="2690" y="75771"/>
                  </a:lnTo>
                  <a:lnTo>
                    <a:pt x="2758" y="75627"/>
                  </a:lnTo>
                  <a:lnTo>
                    <a:pt x="2758" y="75627"/>
                  </a:lnTo>
                  <a:cubicBezTo>
                    <a:pt x="2674" y="75779"/>
                    <a:pt x="2597" y="75906"/>
                    <a:pt x="2521" y="76033"/>
                  </a:cubicBezTo>
                  <a:cubicBezTo>
                    <a:pt x="2517" y="76037"/>
                    <a:pt x="2515" y="76039"/>
                    <a:pt x="2513" y="76039"/>
                  </a:cubicBezTo>
                  <a:cubicBezTo>
                    <a:pt x="2502" y="76039"/>
                    <a:pt x="2607" y="75870"/>
                    <a:pt x="2699" y="75695"/>
                  </a:cubicBezTo>
                  <a:lnTo>
                    <a:pt x="2699" y="75695"/>
                  </a:lnTo>
                  <a:cubicBezTo>
                    <a:pt x="2606" y="75813"/>
                    <a:pt x="2530" y="75940"/>
                    <a:pt x="2479" y="76075"/>
                  </a:cubicBezTo>
                  <a:lnTo>
                    <a:pt x="2521" y="75999"/>
                  </a:lnTo>
                  <a:lnTo>
                    <a:pt x="2521" y="75999"/>
                  </a:lnTo>
                  <a:cubicBezTo>
                    <a:pt x="2459" y="76123"/>
                    <a:pt x="2260" y="76480"/>
                    <a:pt x="2276" y="76480"/>
                  </a:cubicBezTo>
                  <a:cubicBezTo>
                    <a:pt x="2282" y="76480"/>
                    <a:pt x="2316" y="76434"/>
                    <a:pt x="2394" y="76312"/>
                  </a:cubicBezTo>
                  <a:lnTo>
                    <a:pt x="2394" y="76312"/>
                  </a:lnTo>
                  <a:cubicBezTo>
                    <a:pt x="2200" y="76668"/>
                    <a:pt x="2090" y="76761"/>
                    <a:pt x="1955" y="77006"/>
                  </a:cubicBezTo>
                  <a:cubicBezTo>
                    <a:pt x="1954" y="77006"/>
                    <a:pt x="1954" y="77006"/>
                    <a:pt x="1953" y="77006"/>
                  </a:cubicBezTo>
                  <a:cubicBezTo>
                    <a:pt x="1938" y="77006"/>
                    <a:pt x="2009" y="76878"/>
                    <a:pt x="2000" y="76878"/>
                  </a:cubicBezTo>
                  <a:lnTo>
                    <a:pt x="2000" y="76878"/>
                  </a:lnTo>
                  <a:cubicBezTo>
                    <a:pt x="1998" y="76878"/>
                    <a:pt x="1989" y="76888"/>
                    <a:pt x="1971" y="76913"/>
                  </a:cubicBezTo>
                  <a:cubicBezTo>
                    <a:pt x="1828" y="77141"/>
                    <a:pt x="1726" y="77294"/>
                    <a:pt x="1616" y="77488"/>
                  </a:cubicBezTo>
                  <a:cubicBezTo>
                    <a:pt x="1659" y="77424"/>
                    <a:pt x="1668" y="77414"/>
                    <a:pt x="1672" y="77414"/>
                  </a:cubicBezTo>
                  <a:cubicBezTo>
                    <a:pt x="1674" y="77414"/>
                    <a:pt x="1674" y="77416"/>
                    <a:pt x="1676" y="77416"/>
                  </a:cubicBezTo>
                  <a:cubicBezTo>
                    <a:pt x="1682" y="77416"/>
                    <a:pt x="1698" y="77399"/>
                    <a:pt x="1785" y="77268"/>
                  </a:cubicBezTo>
                  <a:lnTo>
                    <a:pt x="1785" y="77268"/>
                  </a:lnTo>
                  <a:cubicBezTo>
                    <a:pt x="1727" y="77377"/>
                    <a:pt x="1545" y="77674"/>
                    <a:pt x="1556" y="77674"/>
                  </a:cubicBezTo>
                  <a:cubicBezTo>
                    <a:pt x="1556" y="77674"/>
                    <a:pt x="1557" y="77674"/>
                    <a:pt x="1557" y="77674"/>
                  </a:cubicBezTo>
                  <a:cubicBezTo>
                    <a:pt x="1616" y="77556"/>
                    <a:pt x="1684" y="77446"/>
                    <a:pt x="1760" y="77344"/>
                  </a:cubicBezTo>
                  <a:lnTo>
                    <a:pt x="1760" y="77344"/>
                  </a:lnTo>
                  <a:cubicBezTo>
                    <a:pt x="1574" y="77666"/>
                    <a:pt x="1362" y="77987"/>
                    <a:pt x="1151" y="78300"/>
                  </a:cubicBezTo>
                  <a:cubicBezTo>
                    <a:pt x="1168" y="78275"/>
                    <a:pt x="1176" y="78249"/>
                    <a:pt x="1193" y="78216"/>
                  </a:cubicBezTo>
                  <a:lnTo>
                    <a:pt x="1193" y="78216"/>
                  </a:lnTo>
                  <a:cubicBezTo>
                    <a:pt x="956" y="78647"/>
                    <a:pt x="559" y="79273"/>
                    <a:pt x="406" y="79569"/>
                  </a:cubicBezTo>
                  <a:lnTo>
                    <a:pt x="491" y="79451"/>
                  </a:lnTo>
                  <a:cubicBezTo>
                    <a:pt x="559" y="79315"/>
                    <a:pt x="643" y="79188"/>
                    <a:pt x="736" y="79062"/>
                  </a:cubicBezTo>
                  <a:lnTo>
                    <a:pt x="736" y="79062"/>
                  </a:lnTo>
                  <a:cubicBezTo>
                    <a:pt x="686" y="79144"/>
                    <a:pt x="673" y="79171"/>
                    <a:pt x="677" y="79171"/>
                  </a:cubicBezTo>
                  <a:cubicBezTo>
                    <a:pt x="684" y="79171"/>
                    <a:pt x="752" y="79078"/>
                    <a:pt x="762" y="79078"/>
                  </a:cubicBezTo>
                  <a:lnTo>
                    <a:pt x="762" y="79078"/>
                  </a:lnTo>
                  <a:cubicBezTo>
                    <a:pt x="767" y="79078"/>
                    <a:pt x="754" y="79107"/>
                    <a:pt x="703" y="79197"/>
                  </a:cubicBezTo>
                  <a:cubicBezTo>
                    <a:pt x="423" y="79662"/>
                    <a:pt x="127" y="80043"/>
                    <a:pt x="0" y="80305"/>
                  </a:cubicBezTo>
                  <a:lnTo>
                    <a:pt x="466" y="79628"/>
                  </a:lnTo>
                  <a:cubicBezTo>
                    <a:pt x="609" y="79408"/>
                    <a:pt x="728" y="79214"/>
                    <a:pt x="779" y="79129"/>
                  </a:cubicBezTo>
                  <a:lnTo>
                    <a:pt x="779" y="79129"/>
                  </a:lnTo>
                  <a:lnTo>
                    <a:pt x="601" y="79408"/>
                  </a:lnTo>
                  <a:lnTo>
                    <a:pt x="965" y="78740"/>
                  </a:lnTo>
                  <a:cubicBezTo>
                    <a:pt x="998" y="78724"/>
                    <a:pt x="1298" y="78198"/>
                    <a:pt x="1327" y="78198"/>
                  </a:cubicBezTo>
                  <a:cubicBezTo>
                    <a:pt x="1328" y="78198"/>
                    <a:pt x="1328" y="78198"/>
                    <a:pt x="1329" y="78199"/>
                  </a:cubicBezTo>
                  <a:cubicBezTo>
                    <a:pt x="1193" y="78419"/>
                    <a:pt x="1066" y="78622"/>
                    <a:pt x="965" y="78791"/>
                  </a:cubicBezTo>
                  <a:cubicBezTo>
                    <a:pt x="999" y="78757"/>
                    <a:pt x="1337" y="78207"/>
                    <a:pt x="1489" y="77979"/>
                  </a:cubicBezTo>
                  <a:lnTo>
                    <a:pt x="1489" y="77979"/>
                  </a:lnTo>
                  <a:lnTo>
                    <a:pt x="1295" y="78266"/>
                  </a:lnTo>
                  <a:cubicBezTo>
                    <a:pt x="1605" y="77738"/>
                    <a:pt x="2031" y="77086"/>
                    <a:pt x="2319" y="76564"/>
                  </a:cubicBezTo>
                  <a:lnTo>
                    <a:pt x="2319" y="76564"/>
                  </a:lnTo>
                  <a:cubicBezTo>
                    <a:pt x="2281" y="76632"/>
                    <a:pt x="2268" y="76659"/>
                    <a:pt x="2271" y="76659"/>
                  </a:cubicBezTo>
                  <a:cubicBezTo>
                    <a:pt x="2280" y="76659"/>
                    <a:pt x="2495" y="76312"/>
                    <a:pt x="2511" y="76312"/>
                  </a:cubicBezTo>
                  <a:lnTo>
                    <a:pt x="2511" y="76312"/>
                  </a:lnTo>
                  <a:cubicBezTo>
                    <a:pt x="2515" y="76312"/>
                    <a:pt x="2506" y="76333"/>
                    <a:pt x="2479" y="76388"/>
                  </a:cubicBezTo>
                  <a:cubicBezTo>
                    <a:pt x="2420" y="76481"/>
                    <a:pt x="2369" y="76574"/>
                    <a:pt x="2301" y="76668"/>
                  </a:cubicBezTo>
                  <a:cubicBezTo>
                    <a:pt x="2301" y="76671"/>
                    <a:pt x="2302" y="76672"/>
                    <a:pt x="2304" y="76672"/>
                  </a:cubicBezTo>
                  <a:cubicBezTo>
                    <a:pt x="2326" y="76672"/>
                    <a:pt x="2501" y="76349"/>
                    <a:pt x="2572" y="76261"/>
                  </a:cubicBezTo>
                  <a:cubicBezTo>
                    <a:pt x="2592" y="76215"/>
                    <a:pt x="2783" y="75884"/>
                    <a:pt x="2767" y="75884"/>
                  </a:cubicBezTo>
                  <a:lnTo>
                    <a:pt x="2767" y="75884"/>
                  </a:lnTo>
                  <a:cubicBezTo>
                    <a:pt x="2763" y="75884"/>
                    <a:pt x="2743" y="75909"/>
                    <a:pt x="2699" y="75974"/>
                  </a:cubicBezTo>
                  <a:cubicBezTo>
                    <a:pt x="2809" y="75813"/>
                    <a:pt x="3012" y="75424"/>
                    <a:pt x="3173" y="75204"/>
                  </a:cubicBezTo>
                  <a:lnTo>
                    <a:pt x="3173" y="75204"/>
                  </a:lnTo>
                  <a:cubicBezTo>
                    <a:pt x="3169" y="75207"/>
                    <a:pt x="3166" y="75209"/>
                    <a:pt x="3165" y="75209"/>
                  </a:cubicBezTo>
                  <a:cubicBezTo>
                    <a:pt x="3140" y="75209"/>
                    <a:pt x="3420" y="74767"/>
                    <a:pt x="3452" y="74680"/>
                  </a:cubicBezTo>
                  <a:cubicBezTo>
                    <a:pt x="3511" y="74578"/>
                    <a:pt x="3570" y="74493"/>
                    <a:pt x="3613" y="74426"/>
                  </a:cubicBezTo>
                  <a:lnTo>
                    <a:pt x="3613" y="74426"/>
                  </a:lnTo>
                  <a:cubicBezTo>
                    <a:pt x="3494" y="74646"/>
                    <a:pt x="3350" y="74916"/>
                    <a:pt x="3190" y="75196"/>
                  </a:cubicBezTo>
                  <a:cubicBezTo>
                    <a:pt x="3139" y="75272"/>
                    <a:pt x="3088" y="75356"/>
                    <a:pt x="3037" y="75449"/>
                  </a:cubicBezTo>
                  <a:lnTo>
                    <a:pt x="3046" y="75458"/>
                  </a:lnTo>
                  <a:lnTo>
                    <a:pt x="2276" y="76854"/>
                  </a:lnTo>
                  <a:lnTo>
                    <a:pt x="2344" y="76710"/>
                  </a:lnTo>
                  <a:lnTo>
                    <a:pt x="2344" y="76710"/>
                  </a:lnTo>
                  <a:cubicBezTo>
                    <a:pt x="2132" y="77141"/>
                    <a:pt x="1845" y="77530"/>
                    <a:pt x="1608" y="77953"/>
                  </a:cubicBezTo>
                  <a:cubicBezTo>
                    <a:pt x="1613" y="77939"/>
                    <a:pt x="1623" y="77919"/>
                    <a:pt x="1621" y="77919"/>
                  </a:cubicBezTo>
                  <a:lnTo>
                    <a:pt x="1621" y="77919"/>
                  </a:lnTo>
                  <a:cubicBezTo>
                    <a:pt x="1620" y="77919"/>
                    <a:pt x="1612" y="77930"/>
                    <a:pt x="1591" y="77962"/>
                  </a:cubicBezTo>
                  <a:cubicBezTo>
                    <a:pt x="1269" y="78461"/>
                    <a:pt x="1176" y="78698"/>
                    <a:pt x="897" y="79095"/>
                  </a:cubicBezTo>
                  <a:lnTo>
                    <a:pt x="922" y="79036"/>
                  </a:lnTo>
                  <a:lnTo>
                    <a:pt x="922" y="79036"/>
                  </a:lnTo>
                  <a:cubicBezTo>
                    <a:pt x="899" y="79067"/>
                    <a:pt x="775" y="79286"/>
                    <a:pt x="796" y="79286"/>
                  </a:cubicBezTo>
                  <a:cubicBezTo>
                    <a:pt x="797" y="79286"/>
                    <a:pt x="800" y="79285"/>
                    <a:pt x="804" y="79281"/>
                  </a:cubicBezTo>
                  <a:cubicBezTo>
                    <a:pt x="1016" y="78935"/>
                    <a:pt x="1049" y="78867"/>
                    <a:pt x="1244" y="78562"/>
                  </a:cubicBezTo>
                  <a:lnTo>
                    <a:pt x="1244" y="78562"/>
                  </a:lnTo>
                  <a:cubicBezTo>
                    <a:pt x="1185" y="78698"/>
                    <a:pt x="1016" y="78977"/>
                    <a:pt x="889" y="79180"/>
                  </a:cubicBezTo>
                  <a:lnTo>
                    <a:pt x="897" y="79214"/>
                  </a:lnTo>
                  <a:cubicBezTo>
                    <a:pt x="829" y="79358"/>
                    <a:pt x="745" y="79484"/>
                    <a:pt x="660" y="79611"/>
                  </a:cubicBezTo>
                  <a:cubicBezTo>
                    <a:pt x="567" y="79738"/>
                    <a:pt x="483" y="79865"/>
                    <a:pt x="415" y="80009"/>
                  </a:cubicBezTo>
                  <a:lnTo>
                    <a:pt x="612" y="79733"/>
                  </a:lnTo>
                  <a:lnTo>
                    <a:pt x="612" y="79733"/>
                  </a:lnTo>
                  <a:cubicBezTo>
                    <a:pt x="606" y="79743"/>
                    <a:pt x="599" y="79753"/>
                    <a:pt x="593" y="79764"/>
                  </a:cubicBezTo>
                  <a:lnTo>
                    <a:pt x="626" y="79713"/>
                  </a:lnTo>
                  <a:lnTo>
                    <a:pt x="612" y="79733"/>
                  </a:lnTo>
                  <a:lnTo>
                    <a:pt x="612" y="79733"/>
                  </a:lnTo>
                  <a:cubicBezTo>
                    <a:pt x="665" y="79650"/>
                    <a:pt x="718" y="79566"/>
                    <a:pt x="770" y="79476"/>
                  </a:cubicBezTo>
                  <a:cubicBezTo>
                    <a:pt x="914" y="79214"/>
                    <a:pt x="1083" y="78960"/>
                    <a:pt x="1286" y="78732"/>
                  </a:cubicBezTo>
                  <a:cubicBezTo>
                    <a:pt x="1321" y="78678"/>
                    <a:pt x="1336" y="78658"/>
                    <a:pt x="1340" y="78658"/>
                  </a:cubicBezTo>
                  <a:lnTo>
                    <a:pt x="1340" y="78658"/>
                  </a:lnTo>
                  <a:cubicBezTo>
                    <a:pt x="1352" y="78658"/>
                    <a:pt x="1275" y="78817"/>
                    <a:pt x="1292" y="78817"/>
                  </a:cubicBezTo>
                  <a:cubicBezTo>
                    <a:pt x="1293" y="78817"/>
                    <a:pt x="1294" y="78817"/>
                    <a:pt x="1295" y="78816"/>
                  </a:cubicBezTo>
                  <a:cubicBezTo>
                    <a:pt x="1506" y="78469"/>
                    <a:pt x="1472" y="78469"/>
                    <a:pt x="1684" y="78123"/>
                  </a:cubicBezTo>
                  <a:cubicBezTo>
                    <a:pt x="1711" y="78079"/>
                    <a:pt x="1721" y="78063"/>
                    <a:pt x="1723" y="78063"/>
                  </a:cubicBezTo>
                  <a:lnTo>
                    <a:pt x="1723" y="78063"/>
                  </a:lnTo>
                  <a:cubicBezTo>
                    <a:pt x="1726" y="78063"/>
                    <a:pt x="1708" y="78100"/>
                    <a:pt x="1692" y="78131"/>
                  </a:cubicBezTo>
                  <a:lnTo>
                    <a:pt x="1836" y="77869"/>
                  </a:lnTo>
                  <a:cubicBezTo>
                    <a:pt x="1849" y="77862"/>
                    <a:pt x="2071" y="77517"/>
                    <a:pt x="2082" y="77517"/>
                  </a:cubicBezTo>
                  <a:lnTo>
                    <a:pt x="2082" y="77517"/>
                  </a:lnTo>
                  <a:cubicBezTo>
                    <a:pt x="2086" y="77517"/>
                    <a:pt x="2069" y="77549"/>
                    <a:pt x="2022" y="77632"/>
                  </a:cubicBezTo>
                  <a:lnTo>
                    <a:pt x="1887" y="77860"/>
                  </a:lnTo>
                  <a:cubicBezTo>
                    <a:pt x="2200" y="77398"/>
                    <a:pt x="2707" y="76598"/>
                    <a:pt x="2740" y="76598"/>
                  </a:cubicBezTo>
                  <a:cubicBezTo>
                    <a:pt x="2741" y="76598"/>
                    <a:pt x="2741" y="76599"/>
                    <a:pt x="2741" y="76600"/>
                  </a:cubicBezTo>
                  <a:cubicBezTo>
                    <a:pt x="2910" y="76338"/>
                    <a:pt x="2851" y="76414"/>
                    <a:pt x="3122" y="75991"/>
                  </a:cubicBezTo>
                  <a:cubicBezTo>
                    <a:pt x="3215" y="75779"/>
                    <a:pt x="3071" y="75982"/>
                    <a:pt x="3333" y="75509"/>
                  </a:cubicBezTo>
                  <a:lnTo>
                    <a:pt x="3333" y="75509"/>
                  </a:lnTo>
                  <a:lnTo>
                    <a:pt x="3105" y="75872"/>
                  </a:lnTo>
                  <a:lnTo>
                    <a:pt x="2987" y="76092"/>
                  </a:lnTo>
                  <a:lnTo>
                    <a:pt x="3215" y="75720"/>
                  </a:lnTo>
                  <a:lnTo>
                    <a:pt x="3215" y="75720"/>
                  </a:lnTo>
                  <a:cubicBezTo>
                    <a:pt x="3080" y="75957"/>
                    <a:pt x="3113" y="75923"/>
                    <a:pt x="3088" y="76008"/>
                  </a:cubicBezTo>
                  <a:cubicBezTo>
                    <a:pt x="2733" y="76591"/>
                    <a:pt x="2606" y="76727"/>
                    <a:pt x="2420" y="77023"/>
                  </a:cubicBezTo>
                  <a:cubicBezTo>
                    <a:pt x="2500" y="76863"/>
                    <a:pt x="2655" y="76603"/>
                    <a:pt x="2638" y="76603"/>
                  </a:cubicBezTo>
                  <a:cubicBezTo>
                    <a:pt x="2635" y="76603"/>
                    <a:pt x="2627" y="76610"/>
                    <a:pt x="2614" y="76625"/>
                  </a:cubicBezTo>
                  <a:cubicBezTo>
                    <a:pt x="2809" y="76346"/>
                    <a:pt x="2792" y="76287"/>
                    <a:pt x="3012" y="75957"/>
                  </a:cubicBezTo>
                  <a:lnTo>
                    <a:pt x="3012" y="75957"/>
                  </a:lnTo>
                  <a:lnTo>
                    <a:pt x="2978" y="76033"/>
                  </a:lnTo>
                  <a:cubicBezTo>
                    <a:pt x="3130" y="75745"/>
                    <a:pt x="3173" y="75720"/>
                    <a:pt x="3300" y="75483"/>
                  </a:cubicBezTo>
                  <a:lnTo>
                    <a:pt x="3300" y="75483"/>
                  </a:lnTo>
                  <a:cubicBezTo>
                    <a:pt x="3298" y="75487"/>
                    <a:pt x="3297" y="75489"/>
                    <a:pt x="3299" y="75489"/>
                  </a:cubicBezTo>
                  <a:cubicBezTo>
                    <a:pt x="3302" y="75489"/>
                    <a:pt x="3320" y="75469"/>
                    <a:pt x="3333" y="75449"/>
                  </a:cubicBezTo>
                  <a:cubicBezTo>
                    <a:pt x="3428" y="75285"/>
                    <a:pt x="3449" y="75244"/>
                    <a:pt x="3445" y="75244"/>
                  </a:cubicBezTo>
                  <a:lnTo>
                    <a:pt x="3445" y="75244"/>
                  </a:lnTo>
                  <a:cubicBezTo>
                    <a:pt x="3441" y="75244"/>
                    <a:pt x="3409" y="75288"/>
                    <a:pt x="3402" y="75288"/>
                  </a:cubicBezTo>
                  <a:cubicBezTo>
                    <a:pt x="3396" y="75288"/>
                    <a:pt x="3413" y="75246"/>
                    <a:pt x="3503" y="75077"/>
                  </a:cubicBezTo>
                  <a:cubicBezTo>
                    <a:pt x="3627" y="74885"/>
                    <a:pt x="3666" y="74841"/>
                    <a:pt x="3678" y="74841"/>
                  </a:cubicBezTo>
                  <a:cubicBezTo>
                    <a:pt x="3688" y="74841"/>
                    <a:pt x="3679" y="74874"/>
                    <a:pt x="3688" y="74874"/>
                  </a:cubicBezTo>
                  <a:cubicBezTo>
                    <a:pt x="3692" y="74874"/>
                    <a:pt x="3700" y="74867"/>
                    <a:pt x="3714" y="74849"/>
                  </a:cubicBezTo>
                  <a:lnTo>
                    <a:pt x="3714" y="74849"/>
                  </a:lnTo>
                  <a:cubicBezTo>
                    <a:pt x="3300" y="75602"/>
                    <a:pt x="3765" y="74857"/>
                    <a:pt x="3308" y="75669"/>
                  </a:cubicBezTo>
                  <a:cubicBezTo>
                    <a:pt x="3309" y="75670"/>
                    <a:pt x="3310" y="75670"/>
                    <a:pt x="3311" y="75670"/>
                  </a:cubicBezTo>
                  <a:cubicBezTo>
                    <a:pt x="3352" y="75670"/>
                    <a:pt x="3543" y="75362"/>
                    <a:pt x="3790" y="74942"/>
                  </a:cubicBezTo>
                  <a:lnTo>
                    <a:pt x="3790" y="74942"/>
                  </a:lnTo>
                  <a:cubicBezTo>
                    <a:pt x="3745" y="75008"/>
                    <a:pt x="3725" y="75030"/>
                    <a:pt x="3717" y="75030"/>
                  </a:cubicBezTo>
                  <a:cubicBezTo>
                    <a:pt x="3704" y="75030"/>
                    <a:pt x="3733" y="74956"/>
                    <a:pt x="3717" y="74956"/>
                  </a:cubicBezTo>
                  <a:cubicBezTo>
                    <a:pt x="3707" y="74956"/>
                    <a:pt x="3678" y="74988"/>
                    <a:pt x="3604" y="75094"/>
                  </a:cubicBezTo>
                  <a:cubicBezTo>
                    <a:pt x="3968" y="74443"/>
                    <a:pt x="3875" y="74460"/>
                    <a:pt x="4323" y="73757"/>
                  </a:cubicBezTo>
                  <a:lnTo>
                    <a:pt x="4323" y="73757"/>
                  </a:lnTo>
                  <a:lnTo>
                    <a:pt x="4315" y="73783"/>
                  </a:lnTo>
                  <a:lnTo>
                    <a:pt x="4467" y="73470"/>
                  </a:lnTo>
                  <a:lnTo>
                    <a:pt x="4721" y="73072"/>
                  </a:lnTo>
                  <a:lnTo>
                    <a:pt x="4721" y="73072"/>
                  </a:lnTo>
                  <a:cubicBezTo>
                    <a:pt x="4602" y="73343"/>
                    <a:pt x="4408" y="73639"/>
                    <a:pt x="4306" y="73851"/>
                  </a:cubicBezTo>
                  <a:cubicBezTo>
                    <a:pt x="4628" y="73377"/>
                    <a:pt x="4662" y="73165"/>
                    <a:pt x="5000" y="72599"/>
                  </a:cubicBezTo>
                  <a:cubicBezTo>
                    <a:pt x="5056" y="72517"/>
                    <a:pt x="5082" y="72483"/>
                    <a:pt x="5087" y="72483"/>
                  </a:cubicBezTo>
                  <a:lnTo>
                    <a:pt x="5087" y="72483"/>
                  </a:lnTo>
                  <a:cubicBezTo>
                    <a:pt x="5110" y="72483"/>
                    <a:pt x="4691" y="73194"/>
                    <a:pt x="4712" y="73208"/>
                  </a:cubicBezTo>
                  <a:cubicBezTo>
                    <a:pt x="4788" y="73072"/>
                    <a:pt x="4865" y="72945"/>
                    <a:pt x="4958" y="72827"/>
                  </a:cubicBezTo>
                  <a:lnTo>
                    <a:pt x="4958" y="72827"/>
                  </a:lnTo>
                  <a:cubicBezTo>
                    <a:pt x="4636" y="73360"/>
                    <a:pt x="4788" y="73165"/>
                    <a:pt x="4425" y="73757"/>
                  </a:cubicBezTo>
                  <a:cubicBezTo>
                    <a:pt x="4476" y="73660"/>
                    <a:pt x="4491" y="73629"/>
                    <a:pt x="4488" y="73629"/>
                  </a:cubicBezTo>
                  <a:lnTo>
                    <a:pt x="4488" y="73629"/>
                  </a:lnTo>
                  <a:cubicBezTo>
                    <a:pt x="4483" y="73629"/>
                    <a:pt x="4416" y="73739"/>
                    <a:pt x="4408" y="73739"/>
                  </a:cubicBezTo>
                  <a:cubicBezTo>
                    <a:pt x="4406" y="73739"/>
                    <a:pt x="4406" y="73737"/>
                    <a:pt x="4408" y="73732"/>
                  </a:cubicBezTo>
                  <a:lnTo>
                    <a:pt x="4408" y="73732"/>
                  </a:lnTo>
                  <a:cubicBezTo>
                    <a:pt x="4365" y="73825"/>
                    <a:pt x="4044" y="74383"/>
                    <a:pt x="3816" y="74773"/>
                  </a:cubicBezTo>
                  <a:cubicBezTo>
                    <a:pt x="3812" y="74783"/>
                    <a:pt x="3812" y="74788"/>
                    <a:pt x="3814" y="74788"/>
                  </a:cubicBezTo>
                  <a:cubicBezTo>
                    <a:pt x="3831" y="74788"/>
                    <a:pt x="4044" y="74418"/>
                    <a:pt x="4188" y="74197"/>
                  </a:cubicBezTo>
                  <a:cubicBezTo>
                    <a:pt x="4433" y="73715"/>
                    <a:pt x="4763" y="73250"/>
                    <a:pt x="4949" y="72869"/>
                  </a:cubicBezTo>
                  <a:cubicBezTo>
                    <a:pt x="5052" y="72693"/>
                    <a:pt x="5089" y="72636"/>
                    <a:pt x="5093" y="72636"/>
                  </a:cubicBezTo>
                  <a:lnTo>
                    <a:pt x="5093" y="72636"/>
                  </a:lnTo>
                  <a:cubicBezTo>
                    <a:pt x="5102" y="72636"/>
                    <a:pt x="5008" y="72819"/>
                    <a:pt x="5015" y="72819"/>
                  </a:cubicBezTo>
                  <a:cubicBezTo>
                    <a:pt x="5016" y="72819"/>
                    <a:pt x="5016" y="72819"/>
                    <a:pt x="5017" y="72819"/>
                  </a:cubicBezTo>
                  <a:cubicBezTo>
                    <a:pt x="5296" y="72362"/>
                    <a:pt x="5110" y="72607"/>
                    <a:pt x="5194" y="72455"/>
                  </a:cubicBezTo>
                  <a:cubicBezTo>
                    <a:pt x="5558" y="71753"/>
                    <a:pt x="5651" y="71693"/>
                    <a:pt x="5930" y="71203"/>
                  </a:cubicBezTo>
                  <a:cubicBezTo>
                    <a:pt x="6032" y="70983"/>
                    <a:pt x="6227" y="70619"/>
                    <a:pt x="6446" y="70230"/>
                  </a:cubicBezTo>
                  <a:cubicBezTo>
                    <a:pt x="6666" y="69841"/>
                    <a:pt x="6895" y="69401"/>
                    <a:pt x="7089" y="69054"/>
                  </a:cubicBezTo>
                  <a:lnTo>
                    <a:pt x="7089" y="69054"/>
                  </a:lnTo>
                  <a:cubicBezTo>
                    <a:pt x="7076" y="69080"/>
                    <a:pt x="7073" y="69090"/>
                    <a:pt x="7076" y="69090"/>
                  </a:cubicBezTo>
                  <a:cubicBezTo>
                    <a:pt x="7081" y="69090"/>
                    <a:pt x="7117" y="69041"/>
                    <a:pt x="7140" y="69012"/>
                  </a:cubicBezTo>
                  <a:cubicBezTo>
                    <a:pt x="7326" y="68563"/>
                    <a:pt x="7267" y="68733"/>
                    <a:pt x="7521" y="68183"/>
                  </a:cubicBezTo>
                  <a:lnTo>
                    <a:pt x="7521" y="68183"/>
                  </a:lnTo>
                  <a:lnTo>
                    <a:pt x="7267" y="68623"/>
                  </a:lnTo>
                  <a:cubicBezTo>
                    <a:pt x="7453" y="68259"/>
                    <a:pt x="7572" y="67954"/>
                    <a:pt x="7775" y="67641"/>
                  </a:cubicBezTo>
                  <a:lnTo>
                    <a:pt x="7775" y="67641"/>
                  </a:lnTo>
                  <a:cubicBezTo>
                    <a:pt x="7729" y="67709"/>
                    <a:pt x="7708" y="67738"/>
                    <a:pt x="7703" y="67738"/>
                  </a:cubicBezTo>
                  <a:cubicBezTo>
                    <a:pt x="7694" y="67738"/>
                    <a:pt x="7752" y="67622"/>
                    <a:pt x="7825" y="67464"/>
                  </a:cubicBezTo>
                  <a:cubicBezTo>
                    <a:pt x="7944" y="67227"/>
                    <a:pt x="8113" y="66897"/>
                    <a:pt x="8172" y="66762"/>
                  </a:cubicBezTo>
                  <a:cubicBezTo>
                    <a:pt x="8375" y="66398"/>
                    <a:pt x="8536" y="66009"/>
                    <a:pt x="8663" y="65823"/>
                  </a:cubicBezTo>
                  <a:lnTo>
                    <a:pt x="8663" y="65823"/>
                  </a:lnTo>
                  <a:lnTo>
                    <a:pt x="8646" y="65873"/>
                  </a:lnTo>
                  <a:lnTo>
                    <a:pt x="8925" y="65340"/>
                  </a:lnTo>
                  <a:lnTo>
                    <a:pt x="8925" y="65425"/>
                  </a:lnTo>
                  <a:cubicBezTo>
                    <a:pt x="9106" y="65100"/>
                    <a:pt x="9281" y="64687"/>
                    <a:pt x="9262" y="64687"/>
                  </a:cubicBezTo>
                  <a:lnTo>
                    <a:pt x="9262" y="64687"/>
                  </a:lnTo>
                  <a:cubicBezTo>
                    <a:pt x="9260" y="64687"/>
                    <a:pt x="9255" y="64693"/>
                    <a:pt x="9247" y="64706"/>
                  </a:cubicBezTo>
                  <a:cubicBezTo>
                    <a:pt x="9343" y="64521"/>
                    <a:pt x="9371" y="64477"/>
                    <a:pt x="9378" y="64477"/>
                  </a:cubicBezTo>
                  <a:cubicBezTo>
                    <a:pt x="9384" y="64477"/>
                    <a:pt x="9374" y="64510"/>
                    <a:pt x="9381" y="64510"/>
                  </a:cubicBezTo>
                  <a:cubicBezTo>
                    <a:pt x="9383" y="64510"/>
                    <a:pt x="9386" y="64508"/>
                    <a:pt x="9390" y="64503"/>
                  </a:cubicBezTo>
                  <a:lnTo>
                    <a:pt x="9390" y="64503"/>
                  </a:lnTo>
                  <a:cubicBezTo>
                    <a:pt x="9340" y="64621"/>
                    <a:pt x="9272" y="64799"/>
                    <a:pt x="9196" y="64968"/>
                  </a:cubicBezTo>
                  <a:cubicBezTo>
                    <a:pt x="9137" y="65095"/>
                    <a:pt x="9069" y="65222"/>
                    <a:pt x="8993" y="65340"/>
                  </a:cubicBezTo>
                  <a:cubicBezTo>
                    <a:pt x="9008" y="65315"/>
                    <a:pt x="9020" y="65290"/>
                    <a:pt x="9033" y="65264"/>
                  </a:cubicBezTo>
                  <a:lnTo>
                    <a:pt x="9033" y="65264"/>
                  </a:lnTo>
                  <a:cubicBezTo>
                    <a:pt x="8533" y="66190"/>
                    <a:pt x="8929" y="65578"/>
                    <a:pt x="8688" y="66076"/>
                  </a:cubicBezTo>
                  <a:cubicBezTo>
                    <a:pt x="8824" y="65814"/>
                    <a:pt x="8942" y="65620"/>
                    <a:pt x="9077" y="65340"/>
                  </a:cubicBezTo>
                  <a:cubicBezTo>
                    <a:pt x="9111" y="65264"/>
                    <a:pt x="9196" y="65095"/>
                    <a:pt x="9280" y="64917"/>
                  </a:cubicBezTo>
                  <a:cubicBezTo>
                    <a:pt x="9344" y="64778"/>
                    <a:pt x="9407" y="64625"/>
                    <a:pt x="9460" y="64499"/>
                  </a:cubicBezTo>
                  <a:lnTo>
                    <a:pt x="9460" y="64499"/>
                  </a:lnTo>
                  <a:cubicBezTo>
                    <a:pt x="9350" y="64748"/>
                    <a:pt x="9217" y="64996"/>
                    <a:pt x="9077" y="65230"/>
                  </a:cubicBezTo>
                  <a:cubicBezTo>
                    <a:pt x="9197" y="65000"/>
                    <a:pt x="9204" y="64949"/>
                    <a:pt x="9302" y="64768"/>
                  </a:cubicBezTo>
                  <a:lnTo>
                    <a:pt x="9302" y="64768"/>
                  </a:lnTo>
                  <a:lnTo>
                    <a:pt x="9289" y="64799"/>
                  </a:lnTo>
                  <a:lnTo>
                    <a:pt x="9323" y="64731"/>
                  </a:lnTo>
                  <a:lnTo>
                    <a:pt x="9323" y="64731"/>
                  </a:lnTo>
                  <a:cubicBezTo>
                    <a:pt x="9315" y="64744"/>
                    <a:pt x="9309" y="64756"/>
                    <a:pt x="9302" y="64768"/>
                  </a:cubicBezTo>
                  <a:lnTo>
                    <a:pt x="9302" y="64768"/>
                  </a:lnTo>
                  <a:lnTo>
                    <a:pt x="9407" y="64528"/>
                  </a:lnTo>
                  <a:cubicBezTo>
                    <a:pt x="9440" y="64502"/>
                    <a:pt x="9644" y="64073"/>
                    <a:pt x="9657" y="64073"/>
                  </a:cubicBezTo>
                  <a:lnTo>
                    <a:pt x="9657" y="64073"/>
                  </a:lnTo>
                  <a:cubicBezTo>
                    <a:pt x="9661" y="64073"/>
                    <a:pt x="9649" y="64110"/>
                    <a:pt x="9610" y="64207"/>
                  </a:cubicBezTo>
                  <a:cubicBezTo>
                    <a:pt x="9779" y="63843"/>
                    <a:pt x="9653" y="64072"/>
                    <a:pt x="9805" y="63733"/>
                  </a:cubicBezTo>
                  <a:lnTo>
                    <a:pt x="9805" y="63733"/>
                  </a:lnTo>
                  <a:lnTo>
                    <a:pt x="9475" y="64393"/>
                  </a:lnTo>
                  <a:lnTo>
                    <a:pt x="9450" y="64368"/>
                  </a:lnTo>
                  <a:cubicBezTo>
                    <a:pt x="9551" y="64122"/>
                    <a:pt x="9602" y="64072"/>
                    <a:pt x="9729" y="63801"/>
                  </a:cubicBezTo>
                  <a:lnTo>
                    <a:pt x="9729" y="63801"/>
                  </a:lnTo>
                  <a:lnTo>
                    <a:pt x="9686" y="63809"/>
                  </a:lnTo>
                  <a:lnTo>
                    <a:pt x="9940" y="63352"/>
                  </a:lnTo>
                  <a:lnTo>
                    <a:pt x="9940" y="63352"/>
                  </a:lnTo>
                  <a:cubicBezTo>
                    <a:pt x="9937" y="63356"/>
                    <a:pt x="9936" y="63357"/>
                    <a:pt x="9935" y="63357"/>
                  </a:cubicBezTo>
                  <a:cubicBezTo>
                    <a:pt x="9922" y="63357"/>
                    <a:pt x="10087" y="63041"/>
                    <a:pt x="10126" y="62938"/>
                  </a:cubicBezTo>
                  <a:cubicBezTo>
                    <a:pt x="10262" y="62684"/>
                    <a:pt x="10228" y="62879"/>
                    <a:pt x="10414" y="62422"/>
                  </a:cubicBezTo>
                  <a:lnTo>
                    <a:pt x="10414" y="62422"/>
                  </a:lnTo>
                  <a:lnTo>
                    <a:pt x="10397" y="62456"/>
                  </a:lnTo>
                  <a:cubicBezTo>
                    <a:pt x="10507" y="62194"/>
                    <a:pt x="10575" y="62041"/>
                    <a:pt x="10744" y="61678"/>
                  </a:cubicBezTo>
                  <a:lnTo>
                    <a:pt x="10744" y="61678"/>
                  </a:lnTo>
                  <a:cubicBezTo>
                    <a:pt x="10744" y="61703"/>
                    <a:pt x="10702" y="61804"/>
                    <a:pt x="10676" y="61855"/>
                  </a:cubicBezTo>
                  <a:cubicBezTo>
                    <a:pt x="10930" y="61356"/>
                    <a:pt x="11268" y="60510"/>
                    <a:pt x="11421" y="60299"/>
                  </a:cubicBezTo>
                  <a:lnTo>
                    <a:pt x="11421" y="60299"/>
                  </a:lnTo>
                  <a:cubicBezTo>
                    <a:pt x="11421" y="60306"/>
                    <a:pt x="11418" y="60316"/>
                    <a:pt x="11415" y="60329"/>
                  </a:cubicBezTo>
                  <a:lnTo>
                    <a:pt x="11415" y="60329"/>
                  </a:lnTo>
                  <a:cubicBezTo>
                    <a:pt x="11474" y="60234"/>
                    <a:pt x="11565" y="60035"/>
                    <a:pt x="11624" y="59909"/>
                  </a:cubicBezTo>
                  <a:cubicBezTo>
                    <a:pt x="11660" y="59837"/>
                    <a:pt x="11684" y="59786"/>
                    <a:pt x="11687" y="59786"/>
                  </a:cubicBezTo>
                  <a:lnTo>
                    <a:pt x="11687" y="59786"/>
                  </a:lnTo>
                  <a:cubicBezTo>
                    <a:pt x="11689" y="59786"/>
                    <a:pt x="11676" y="59824"/>
                    <a:pt x="11641" y="59918"/>
                  </a:cubicBezTo>
                  <a:lnTo>
                    <a:pt x="11920" y="59199"/>
                  </a:lnTo>
                  <a:lnTo>
                    <a:pt x="11920" y="59199"/>
                  </a:lnTo>
                  <a:cubicBezTo>
                    <a:pt x="11904" y="59275"/>
                    <a:pt x="11882" y="59345"/>
                    <a:pt x="11853" y="59413"/>
                  </a:cubicBezTo>
                  <a:lnTo>
                    <a:pt x="11853" y="59413"/>
                  </a:lnTo>
                  <a:lnTo>
                    <a:pt x="12063" y="58928"/>
                  </a:lnTo>
                  <a:lnTo>
                    <a:pt x="12063" y="58945"/>
                  </a:lnTo>
                  <a:cubicBezTo>
                    <a:pt x="12224" y="58531"/>
                    <a:pt x="12478" y="57955"/>
                    <a:pt x="12588" y="57634"/>
                  </a:cubicBezTo>
                  <a:lnTo>
                    <a:pt x="12588" y="57634"/>
                  </a:lnTo>
                  <a:cubicBezTo>
                    <a:pt x="12505" y="57806"/>
                    <a:pt x="12471" y="57870"/>
                    <a:pt x="12467" y="57870"/>
                  </a:cubicBezTo>
                  <a:cubicBezTo>
                    <a:pt x="12453" y="57870"/>
                    <a:pt x="12680" y="57336"/>
                    <a:pt x="12666" y="57336"/>
                  </a:cubicBezTo>
                  <a:lnTo>
                    <a:pt x="12666" y="57336"/>
                  </a:lnTo>
                  <a:cubicBezTo>
                    <a:pt x="12666" y="57336"/>
                    <a:pt x="12665" y="57337"/>
                    <a:pt x="12664" y="57338"/>
                  </a:cubicBezTo>
                  <a:cubicBezTo>
                    <a:pt x="12716" y="57234"/>
                    <a:pt x="12762" y="57156"/>
                    <a:pt x="12778" y="57156"/>
                  </a:cubicBezTo>
                  <a:cubicBezTo>
                    <a:pt x="12780" y="57156"/>
                    <a:pt x="12782" y="57157"/>
                    <a:pt x="12783" y="57160"/>
                  </a:cubicBezTo>
                  <a:cubicBezTo>
                    <a:pt x="12799" y="57194"/>
                    <a:pt x="12766" y="57312"/>
                    <a:pt x="12664" y="57583"/>
                  </a:cubicBezTo>
                  <a:cubicBezTo>
                    <a:pt x="12580" y="57719"/>
                    <a:pt x="12444" y="58099"/>
                    <a:pt x="12326" y="58370"/>
                  </a:cubicBezTo>
                  <a:cubicBezTo>
                    <a:pt x="12495" y="58023"/>
                    <a:pt x="12529" y="57913"/>
                    <a:pt x="12647" y="57634"/>
                  </a:cubicBezTo>
                  <a:lnTo>
                    <a:pt x="12647" y="57634"/>
                  </a:lnTo>
                  <a:cubicBezTo>
                    <a:pt x="12635" y="57666"/>
                    <a:pt x="12631" y="57679"/>
                    <a:pt x="12633" y="57679"/>
                  </a:cubicBezTo>
                  <a:cubicBezTo>
                    <a:pt x="12644" y="57679"/>
                    <a:pt x="12823" y="57295"/>
                    <a:pt x="12833" y="57295"/>
                  </a:cubicBezTo>
                  <a:cubicBezTo>
                    <a:pt x="12833" y="57295"/>
                    <a:pt x="12833" y="57295"/>
                    <a:pt x="12833" y="57296"/>
                  </a:cubicBezTo>
                  <a:cubicBezTo>
                    <a:pt x="12791" y="57473"/>
                    <a:pt x="12732" y="57642"/>
                    <a:pt x="12639" y="57803"/>
                  </a:cubicBezTo>
                  <a:cubicBezTo>
                    <a:pt x="12553" y="58001"/>
                    <a:pt x="12524" y="58055"/>
                    <a:pt x="12519" y="58055"/>
                  </a:cubicBezTo>
                  <a:cubicBezTo>
                    <a:pt x="12512" y="58055"/>
                    <a:pt x="12540" y="57972"/>
                    <a:pt x="12537" y="57972"/>
                  </a:cubicBezTo>
                  <a:lnTo>
                    <a:pt x="12537" y="57972"/>
                  </a:lnTo>
                  <a:cubicBezTo>
                    <a:pt x="12535" y="57972"/>
                    <a:pt x="12531" y="57981"/>
                    <a:pt x="12520" y="58006"/>
                  </a:cubicBezTo>
                  <a:cubicBezTo>
                    <a:pt x="12427" y="58125"/>
                    <a:pt x="12207" y="58734"/>
                    <a:pt x="12055" y="59047"/>
                  </a:cubicBezTo>
                  <a:cubicBezTo>
                    <a:pt x="12053" y="59051"/>
                    <a:pt x="12052" y="59053"/>
                    <a:pt x="12051" y="59053"/>
                  </a:cubicBezTo>
                  <a:cubicBezTo>
                    <a:pt x="12050" y="59053"/>
                    <a:pt x="12058" y="59031"/>
                    <a:pt x="12069" y="59004"/>
                  </a:cubicBezTo>
                  <a:lnTo>
                    <a:pt x="12069" y="59004"/>
                  </a:lnTo>
                  <a:cubicBezTo>
                    <a:pt x="11942" y="59295"/>
                    <a:pt x="11734" y="59771"/>
                    <a:pt x="11734" y="59816"/>
                  </a:cubicBezTo>
                  <a:lnTo>
                    <a:pt x="12021" y="59131"/>
                  </a:lnTo>
                  <a:cubicBezTo>
                    <a:pt x="12033" y="59106"/>
                    <a:pt x="12039" y="59097"/>
                    <a:pt x="12040" y="59097"/>
                  </a:cubicBezTo>
                  <a:lnTo>
                    <a:pt x="12040" y="59097"/>
                  </a:lnTo>
                  <a:cubicBezTo>
                    <a:pt x="12047" y="59097"/>
                    <a:pt x="12009" y="59208"/>
                    <a:pt x="12017" y="59208"/>
                  </a:cubicBezTo>
                  <a:cubicBezTo>
                    <a:pt x="12020" y="59208"/>
                    <a:pt x="12031" y="59190"/>
                    <a:pt x="12055" y="59140"/>
                  </a:cubicBezTo>
                  <a:cubicBezTo>
                    <a:pt x="12114" y="58987"/>
                    <a:pt x="12199" y="58801"/>
                    <a:pt x="12292" y="58598"/>
                  </a:cubicBezTo>
                  <a:lnTo>
                    <a:pt x="12292" y="58598"/>
                  </a:lnTo>
                  <a:lnTo>
                    <a:pt x="12283" y="58641"/>
                  </a:lnTo>
                  <a:cubicBezTo>
                    <a:pt x="12478" y="58235"/>
                    <a:pt x="12766" y="57592"/>
                    <a:pt x="12960" y="57109"/>
                  </a:cubicBezTo>
                  <a:cubicBezTo>
                    <a:pt x="12960" y="56983"/>
                    <a:pt x="13028" y="56720"/>
                    <a:pt x="13062" y="56483"/>
                  </a:cubicBezTo>
                  <a:lnTo>
                    <a:pt x="13519" y="55392"/>
                  </a:lnTo>
                  <a:cubicBezTo>
                    <a:pt x="13670" y="55021"/>
                    <a:pt x="13839" y="54651"/>
                    <a:pt x="13990" y="54263"/>
                  </a:cubicBezTo>
                  <a:lnTo>
                    <a:pt x="13990" y="54263"/>
                  </a:lnTo>
                  <a:cubicBezTo>
                    <a:pt x="13988" y="54264"/>
                    <a:pt x="13986" y="54265"/>
                    <a:pt x="13985" y="54265"/>
                  </a:cubicBezTo>
                  <a:cubicBezTo>
                    <a:pt x="13975" y="54265"/>
                    <a:pt x="13971" y="54249"/>
                    <a:pt x="13975" y="54216"/>
                  </a:cubicBezTo>
                  <a:cubicBezTo>
                    <a:pt x="14075" y="54009"/>
                    <a:pt x="14215" y="53624"/>
                    <a:pt x="14244" y="53624"/>
                  </a:cubicBezTo>
                  <a:cubicBezTo>
                    <a:pt x="14245" y="53624"/>
                    <a:pt x="14245" y="53624"/>
                    <a:pt x="14246" y="53624"/>
                  </a:cubicBezTo>
                  <a:cubicBezTo>
                    <a:pt x="14301" y="53397"/>
                    <a:pt x="14514" y="52817"/>
                    <a:pt x="14486" y="52817"/>
                  </a:cubicBezTo>
                  <a:cubicBezTo>
                    <a:pt x="14484" y="52817"/>
                    <a:pt x="14480" y="52821"/>
                    <a:pt x="14474" y="52829"/>
                  </a:cubicBezTo>
                  <a:lnTo>
                    <a:pt x="14508" y="52744"/>
                  </a:lnTo>
                  <a:cubicBezTo>
                    <a:pt x="14737" y="52279"/>
                    <a:pt x="14940" y="51797"/>
                    <a:pt x="15117" y="51306"/>
                  </a:cubicBezTo>
                  <a:cubicBezTo>
                    <a:pt x="15157" y="51194"/>
                    <a:pt x="15161" y="51154"/>
                    <a:pt x="15144" y="51154"/>
                  </a:cubicBezTo>
                  <a:cubicBezTo>
                    <a:pt x="15139" y="51154"/>
                    <a:pt x="15133" y="51157"/>
                    <a:pt x="15126" y="51162"/>
                  </a:cubicBezTo>
                  <a:cubicBezTo>
                    <a:pt x="15185" y="51002"/>
                    <a:pt x="15253" y="50850"/>
                    <a:pt x="15312" y="50706"/>
                  </a:cubicBezTo>
                  <a:lnTo>
                    <a:pt x="15312" y="50706"/>
                  </a:lnTo>
                  <a:cubicBezTo>
                    <a:pt x="15278" y="50841"/>
                    <a:pt x="15236" y="50985"/>
                    <a:pt x="15185" y="51129"/>
                  </a:cubicBezTo>
                  <a:lnTo>
                    <a:pt x="15625" y="49953"/>
                  </a:lnTo>
                  <a:lnTo>
                    <a:pt x="15600" y="50046"/>
                  </a:lnTo>
                  <a:lnTo>
                    <a:pt x="15760" y="49572"/>
                  </a:lnTo>
                  <a:lnTo>
                    <a:pt x="15760" y="49572"/>
                  </a:lnTo>
                  <a:cubicBezTo>
                    <a:pt x="15678" y="49804"/>
                    <a:pt x="15549" y="50149"/>
                    <a:pt x="15527" y="50149"/>
                  </a:cubicBezTo>
                  <a:cubicBezTo>
                    <a:pt x="15524" y="50149"/>
                    <a:pt x="15522" y="50143"/>
                    <a:pt x="15523" y="50130"/>
                  </a:cubicBezTo>
                  <a:cubicBezTo>
                    <a:pt x="15693" y="49598"/>
                    <a:pt x="15836" y="49310"/>
                    <a:pt x="15955" y="48845"/>
                  </a:cubicBezTo>
                  <a:cubicBezTo>
                    <a:pt x="15958" y="48847"/>
                    <a:pt x="15962" y="48848"/>
                    <a:pt x="15965" y="48848"/>
                  </a:cubicBezTo>
                  <a:cubicBezTo>
                    <a:pt x="15990" y="48848"/>
                    <a:pt x="16018" y="48804"/>
                    <a:pt x="16030" y="48804"/>
                  </a:cubicBezTo>
                  <a:cubicBezTo>
                    <a:pt x="16038" y="48804"/>
                    <a:pt x="16040" y="48821"/>
                    <a:pt x="16031" y="48878"/>
                  </a:cubicBezTo>
                  <a:cubicBezTo>
                    <a:pt x="16031" y="48895"/>
                    <a:pt x="16022" y="48912"/>
                    <a:pt x="16014" y="48929"/>
                  </a:cubicBezTo>
                  <a:cubicBezTo>
                    <a:pt x="15955" y="49208"/>
                    <a:pt x="15879" y="49488"/>
                    <a:pt x="15786" y="49758"/>
                  </a:cubicBezTo>
                  <a:cubicBezTo>
                    <a:pt x="15980" y="49268"/>
                    <a:pt x="16039" y="49081"/>
                    <a:pt x="16090" y="48912"/>
                  </a:cubicBezTo>
                  <a:cubicBezTo>
                    <a:pt x="16149" y="48743"/>
                    <a:pt x="16200" y="48591"/>
                    <a:pt x="16352" y="48159"/>
                  </a:cubicBezTo>
                  <a:cubicBezTo>
                    <a:pt x="16355" y="48157"/>
                    <a:pt x="16356" y="48156"/>
                    <a:pt x="16358" y="48156"/>
                  </a:cubicBezTo>
                  <a:lnTo>
                    <a:pt x="16358" y="48156"/>
                  </a:lnTo>
                  <a:cubicBezTo>
                    <a:pt x="16387" y="48156"/>
                    <a:pt x="16172" y="48805"/>
                    <a:pt x="16185" y="48805"/>
                  </a:cubicBezTo>
                  <a:cubicBezTo>
                    <a:pt x="16187" y="48805"/>
                    <a:pt x="16192" y="48796"/>
                    <a:pt x="16200" y="48777"/>
                  </a:cubicBezTo>
                  <a:lnTo>
                    <a:pt x="16200" y="48777"/>
                  </a:lnTo>
                  <a:cubicBezTo>
                    <a:pt x="16099" y="49048"/>
                    <a:pt x="16006" y="49310"/>
                    <a:pt x="15904" y="49581"/>
                  </a:cubicBezTo>
                  <a:cubicBezTo>
                    <a:pt x="15929" y="49504"/>
                    <a:pt x="15955" y="49437"/>
                    <a:pt x="15972" y="49361"/>
                  </a:cubicBezTo>
                  <a:lnTo>
                    <a:pt x="15972" y="49361"/>
                  </a:lnTo>
                  <a:cubicBezTo>
                    <a:pt x="15786" y="49919"/>
                    <a:pt x="15684" y="50114"/>
                    <a:pt x="15566" y="50545"/>
                  </a:cubicBezTo>
                  <a:cubicBezTo>
                    <a:pt x="15547" y="50589"/>
                    <a:pt x="15539" y="50606"/>
                    <a:pt x="15536" y="50606"/>
                  </a:cubicBezTo>
                  <a:cubicBezTo>
                    <a:pt x="15527" y="50606"/>
                    <a:pt x="15617" y="50338"/>
                    <a:pt x="15612" y="50338"/>
                  </a:cubicBezTo>
                  <a:lnTo>
                    <a:pt x="15612" y="50338"/>
                  </a:lnTo>
                  <a:cubicBezTo>
                    <a:pt x="15611" y="50338"/>
                    <a:pt x="15602" y="50358"/>
                    <a:pt x="15583" y="50410"/>
                  </a:cubicBezTo>
                  <a:cubicBezTo>
                    <a:pt x="15650" y="50207"/>
                    <a:pt x="15709" y="49995"/>
                    <a:pt x="15752" y="49784"/>
                  </a:cubicBezTo>
                  <a:lnTo>
                    <a:pt x="15752" y="49784"/>
                  </a:lnTo>
                  <a:cubicBezTo>
                    <a:pt x="15506" y="50418"/>
                    <a:pt x="15650" y="50156"/>
                    <a:pt x="15464" y="50706"/>
                  </a:cubicBezTo>
                  <a:lnTo>
                    <a:pt x="15295" y="51103"/>
                  </a:lnTo>
                  <a:cubicBezTo>
                    <a:pt x="15272" y="51171"/>
                    <a:pt x="15264" y="51195"/>
                    <a:pt x="15266" y="51195"/>
                  </a:cubicBezTo>
                  <a:cubicBezTo>
                    <a:pt x="15271" y="51195"/>
                    <a:pt x="15340" y="51025"/>
                    <a:pt x="15346" y="51019"/>
                  </a:cubicBezTo>
                  <a:lnTo>
                    <a:pt x="15346" y="51019"/>
                  </a:lnTo>
                  <a:cubicBezTo>
                    <a:pt x="15244" y="51315"/>
                    <a:pt x="15185" y="51425"/>
                    <a:pt x="15100" y="51653"/>
                  </a:cubicBezTo>
                  <a:cubicBezTo>
                    <a:pt x="15130" y="51594"/>
                    <a:pt x="15180" y="51468"/>
                    <a:pt x="15191" y="51468"/>
                  </a:cubicBezTo>
                  <a:cubicBezTo>
                    <a:pt x="15193" y="51468"/>
                    <a:pt x="15193" y="51470"/>
                    <a:pt x="15193" y="51475"/>
                  </a:cubicBezTo>
                  <a:cubicBezTo>
                    <a:pt x="15117" y="51662"/>
                    <a:pt x="15050" y="51848"/>
                    <a:pt x="14974" y="52025"/>
                  </a:cubicBezTo>
                  <a:cubicBezTo>
                    <a:pt x="14897" y="52203"/>
                    <a:pt x="14821" y="52381"/>
                    <a:pt x="14737" y="52541"/>
                  </a:cubicBezTo>
                  <a:cubicBezTo>
                    <a:pt x="14754" y="52509"/>
                    <a:pt x="14764" y="52496"/>
                    <a:pt x="14769" y="52496"/>
                  </a:cubicBezTo>
                  <a:cubicBezTo>
                    <a:pt x="14791" y="52496"/>
                    <a:pt x="14686" y="52814"/>
                    <a:pt x="14644" y="52947"/>
                  </a:cubicBezTo>
                  <a:lnTo>
                    <a:pt x="14957" y="52254"/>
                  </a:lnTo>
                  <a:cubicBezTo>
                    <a:pt x="15287" y="51349"/>
                    <a:pt x="15506" y="50790"/>
                    <a:pt x="15845" y="49809"/>
                  </a:cubicBezTo>
                  <a:lnTo>
                    <a:pt x="15845" y="49868"/>
                  </a:lnTo>
                  <a:cubicBezTo>
                    <a:pt x="15997" y="49496"/>
                    <a:pt x="16099" y="49225"/>
                    <a:pt x="16166" y="49005"/>
                  </a:cubicBezTo>
                  <a:cubicBezTo>
                    <a:pt x="16234" y="48785"/>
                    <a:pt x="16276" y="48625"/>
                    <a:pt x="16310" y="48472"/>
                  </a:cubicBezTo>
                  <a:cubicBezTo>
                    <a:pt x="16412" y="48058"/>
                    <a:pt x="16530" y="47643"/>
                    <a:pt x="16674" y="47237"/>
                  </a:cubicBezTo>
                  <a:cubicBezTo>
                    <a:pt x="16722" y="47213"/>
                    <a:pt x="16870" y="46675"/>
                    <a:pt x="16899" y="46675"/>
                  </a:cubicBezTo>
                  <a:cubicBezTo>
                    <a:pt x="16900" y="46675"/>
                    <a:pt x="16901" y="46676"/>
                    <a:pt x="16902" y="46679"/>
                  </a:cubicBezTo>
                  <a:cubicBezTo>
                    <a:pt x="16820" y="46906"/>
                    <a:pt x="16799" y="46979"/>
                    <a:pt x="16806" y="46979"/>
                  </a:cubicBezTo>
                  <a:cubicBezTo>
                    <a:pt x="16812" y="46979"/>
                    <a:pt x="16835" y="46938"/>
                    <a:pt x="16860" y="46891"/>
                  </a:cubicBezTo>
                  <a:cubicBezTo>
                    <a:pt x="16928" y="46603"/>
                    <a:pt x="17004" y="46324"/>
                    <a:pt x="17105" y="46045"/>
                  </a:cubicBezTo>
                  <a:lnTo>
                    <a:pt x="17105" y="46045"/>
                  </a:lnTo>
                  <a:cubicBezTo>
                    <a:pt x="17098" y="46081"/>
                    <a:pt x="17099" y="46094"/>
                    <a:pt x="17103" y="46094"/>
                  </a:cubicBezTo>
                  <a:cubicBezTo>
                    <a:pt x="17111" y="46094"/>
                    <a:pt x="17132" y="46050"/>
                    <a:pt x="17138" y="46050"/>
                  </a:cubicBezTo>
                  <a:lnTo>
                    <a:pt x="17138" y="46050"/>
                  </a:lnTo>
                  <a:cubicBezTo>
                    <a:pt x="17143" y="46050"/>
                    <a:pt x="17134" y="46094"/>
                    <a:pt x="17080" y="46273"/>
                  </a:cubicBezTo>
                  <a:cubicBezTo>
                    <a:pt x="17224" y="45858"/>
                    <a:pt x="17351" y="45436"/>
                    <a:pt x="17452" y="45004"/>
                  </a:cubicBezTo>
                  <a:cubicBezTo>
                    <a:pt x="17596" y="44497"/>
                    <a:pt x="17630" y="44420"/>
                    <a:pt x="17664" y="44361"/>
                  </a:cubicBezTo>
                  <a:cubicBezTo>
                    <a:pt x="17697" y="44293"/>
                    <a:pt x="17740" y="44226"/>
                    <a:pt x="17875" y="43727"/>
                  </a:cubicBezTo>
                  <a:lnTo>
                    <a:pt x="17875" y="43727"/>
                  </a:lnTo>
                  <a:lnTo>
                    <a:pt x="17841" y="43871"/>
                  </a:lnTo>
                  <a:lnTo>
                    <a:pt x="17841" y="43871"/>
                  </a:lnTo>
                  <a:lnTo>
                    <a:pt x="18019" y="43253"/>
                  </a:lnTo>
                  <a:lnTo>
                    <a:pt x="17943" y="43448"/>
                  </a:lnTo>
                  <a:lnTo>
                    <a:pt x="18137" y="42712"/>
                  </a:lnTo>
                  <a:cubicBezTo>
                    <a:pt x="18167" y="42589"/>
                    <a:pt x="18175" y="42545"/>
                    <a:pt x="18171" y="42545"/>
                  </a:cubicBezTo>
                  <a:lnTo>
                    <a:pt x="18171" y="42545"/>
                  </a:lnTo>
                  <a:cubicBezTo>
                    <a:pt x="18162" y="42545"/>
                    <a:pt x="18075" y="42827"/>
                    <a:pt x="18063" y="42827"/>
                  </a:cubicBezTo>
                  <a:cubicBezTo>
                    <a:pt x="18062" y="42827"/>
                    <a:pt x="18061" y="42825"/>
                    <a:pt x="18061" y="42822"/>
                  </a:cubicBezTo>
                  <a:lnTo>
                    <a:pt x="18044" y="42982"/>
                  </a:lnTo>
                  <a:cubicBezTo>
                    <a:pt x="17951" y="43278"/>
                    <a:pt x="17850" y="43701"/>
                    <a:pt x="17816" y="43761"/>
                  </a:cubicBezTo>
                  <a:cubicBezTo>
                    <a:pt x="17867" y="43574"/>
                    <a:pt x="17909" y="43380"/>
                    <a:pt x="17943" y="43185"/>
                  </a:cubicBezTo>
                  <a:lnTo>
                    <a:pt x="17943" y="43185"/>
                  </a:lnTo>
                  <a:lnTo>
                    <a:pt x="17816" y="43651"/>
                  </a:lnTo>
                  <a:lnTo>
                    <a:pt x="17748" y="43794"/>
                  </a:lnTo>
                  <a:cubicBezTo>
                    <a:pt x="17621" y="44260"/>
                    <a:pt x="17494" y="44606"/>
                    <a:pt x="17435" y="44886"/>
                  </a:cubicBezTo>
                  <a:cubicBezTo>
                    <a:pt x="17503" y="44700"/>
                    <a:pt x="17511" y="44573"/>
                    <a:pt x="17579" y="44403"/>
                  </a:cubicBezTo>
                  <a:lnTo>
                    <a:pt x="17579" y="44403"/>
                  </a:lnTo>
                  <a:cubicBezTo>
                    <a:pt x="17545" y="44640"/>
                    <a:pt x="17368" y="45207"/>
                    <a:pt x="17207" y="45757"/>
                  </a:cubicBezTo>
                  <a:cubicBezTo>
                    <a:pt x="17193" y="45764"/>
                    <a:pt x="17150" y="45886"/>
                    <a:pt x="17145" y="45886"/>
                  </a:cubicBezTo>
                  <a:cubicBezTo>
                    <a:pt x="17144" y="45886"/>
                    <a:pt x="17145" y="45880"/>
                    <a:pt x="17148" y="45867"/>
                  </a:cubicBezTo>
                  <a:cubicBezTo>
                    <a:pt x="17148" y="45850"/>
                    <a:pt x="17181" y="45757"/>
                    <a:pt x="17198" y="45706"/>
                  </a:cubicBezTo>
                  <a:lnTo>
                    <a:pt x="17198" y="45706"/>
                  </a:lnTo>
                  <a:cubicBezTo>
                    <a:pt x="17197" y="45708"/>
                    <a:pt x="17196" y="45709"/>
                    <a:pt x="17195" y="45709"/>
                  </a:cubicBezTo>
                  <a:cubicBezTo>
                    <a:pt x="17188" y="45709"/>
                    <a:pt x="17202" y="45643"/>
                    <a:pt x="17196" y="45643"/>
                  </a:cubicBezTo>
                  <a:lnTo>
                    <a:pt x="17196" y="45643"/>
                  </a:lnTo>
                  <a:cubicBezTo>
                    <a:pt x="17191" y="45643"/>
                    <a:pt x="17167" y="45704"/>
                    <a:pt x="17088" y="45943"/>
                  </a:cubicBezTo>
                  <a:cubicBezTo>
                    <a:pt x="17122" y="45753"/>
                    <a:pt x="17203" y="45367"/>
                    <a:pt x="17191" y="45367"/>
                  </a:cubicBezTo>
                  <a:lnTo>
                    <a:pt x="17191" y="45367"/>
                  </a:lnTo>
                  <a:cubicBezTo>
                    <a:pt x="17191" y="45367"/>
                    <a:pt x="17190" y="45367"/>
                    <a:pt x="17190" y="45368"/>
                  </a:cubicBezTo>
                  <a:cubicBezTo>
                    <a:pt x="17283" y="45063"/>
                    <a:pt x="17410" y="44640"/>
                    <a:pt x="17494" y="44395"/>
                  </a:cubicBezTo>
                  <a:lnTo>
                    <a:pt x="17494" y="44420"/>
                  </a:lnTo>
                  <a:cubicBezTo>
                    <a:pt x="17587" y="44158"/>
                    <a:pt x="17723" y="43591"/>
                    <a:pt x="17765" y="43558"/>
                  </a:cubicBezTo>
                  <a:cubicBezTo>
                    <a:pt x="17794" y="43448"/>
                    <a:pt x="17859" y="43203"/>
                    <a:pt x="17850" y="43203"/>
                  </a:cubicBezTo>
                  <a:lnTo>
                    <a:pt x="17850" y="43203"/>
                  </a:lnTo>
                  <a:cubicBezTo>
                    <a:pt x="17847" y="43203"/>
                    <a:pt x="17827" y="43255"/>
                    <a:pt x="17782" y="43397"/>
                  </a:cubicBezTo>
                  <a:lnTo>
                    <a:pt x="17985" y="42644"/>
                  </a:lnTo>
                  <a:cubicBezTo>
                    <a:pt x="17986" y="42656"/>
                    <a:pt x="17988" y="42662"/>
                    <a:pt x="17992" y="42662"/>
                  </a:cubicBezTo>
                  <a:cubicBezTo>
                    <a:pt x="18015" y="42662"/>
                    <a:pt x="18081" y="42476"/>
                    <a:pt x="18095" y="42476"/>
                  </a:cubicBezTo>
                  <a:lnTo>
                    <a:pt x="18095" y="42476"/>
                  </a:lnTo>
                  <a:cubicBezTo>
                    <a:pt x="18105" y="42476"/>
                    <a:pt x="18092" y="42558"/>
                    <a:pt x="18027" y="42830"/>
                  </a:cubicBezTo>
                  <a:cubicBezTo>
                    <a:pt x="18034" y="42810"/>
                    <a:pt x="18082" y="42641"/>
                    <a:pt x="18159" y="42359"/>
                  </a:cubicBezTo>
                  <a:lnTo>
                    <a:pt x="18159" y="42359"/>
                  </a:lnTo>
                  <a:cubicBezTo>
                    <a:pt x="18153" y="42402"/>
                    <a:pt x="18153" y="42421"/>
                    <a:pt x="18157" y="42421"/>
                  </a:cubicBezTo>
                  <a:cubicBezTo>
                    <a:pt x="18176" y="42421"/>
                    <a:pt x="18268" y="42119"/>
                    <a:pt x="18366" y="41806"/>
                  </a:cubicBezTo>
                  <a:lnTo>
                    <a:pt x="18366" y="41705"/>
                  </a:lnTo>
                  <a:cubicBezTo>
                    <a:pt x="18493" y="41367"/>
                    <a:pt x="18594" y="41028"/>
                    <a:pt x="18679" y="40673"/>
                  </a:cubicBezTo>
                  <a:lnTo>
                    <a:pt x="18882" y="39548"/>
                  </a:lnTo>
                  <a:cubicBezTo>
                    <a:pt x="18907" y="39438"/>
                    <a:pt x="18941" y="39328"/>
                    <a:pt x="18966" y="39218"/>
                  </a:cubicBezTo>
                  <a:cubicBezTo>
                    <a:pt x="19009" y="39105"/>
                    <a:pt x="19098" y="38746"/>
                    <a:pt x="19112" y="38746"/>
                  </a:cubicBezTo>
                  <a:lnTo>
                    <a:pt x="19112" y="38746"/>
                  </a:lnTo>
                  <a:cubicBezTo>
                    <a:pt x="19115" y="38746"/>
                    <a:pt x="19114" y="38761"/>
                    <a:pt x="19110" y="38795"/>
                  </a:cubicBezTo>
                  <a:cubicBezTo>
                    <a:pt x="19113" y="38789"/>
                    <a:pt x="19115" y="38786"/>
                    <a:pt x="19117" y="38786"/>
                  </a:cubicBezTo>
                  <a:lnTo>
                    <a:pt x="19117" y="38786"/>
                  </a:lnTo>
                  <a:cubicBezTo>
                    <a:pt x="19127" y="38786"/>
                    <a:pt x="19095" y="38939"/>
                    <a:pt x="19042" y="39125"/>
                  </a:cubicBezTo>
                  <a:cubicBezTo>
                    <a:pt x="19039" y="39130"/>
                    <a:pt x="19037" y="39132"/>
                    <a:pt x="19036" y="39132"/>
                  </a:cubicBezTo>
                  <a:cubicBezTo>
                    <a:pt x="19033" y="39132"/>
                    <a:pt x="19035" y="39121"/>
                    <a:pt x="19033" y="39121"/>
                  </a:cubicBezTo>
                  <a:lnTo>
                    <a:pt x="19033" y="39121"/>
                  </a:lnTo>
                  <a:cubicBezTo>
                    <a:pt x="19032" y="39121"/>
                    <a:pt x="19030" y="39124"/>
                    <a:pt x="19026" y="39133"/>
                  </a:cubicBezTo>
                  <a:cubicBezTo>
                    <a:pt x="19026" y="39156"/>
                    <a:pt x="19028" y="39175"/>
                    <a:pt x="19036" y="39175"/>
                  </a:cubicBezTo>
                  <a:cubicBezTo>
                    <a:pt x="19049" y="39175"/>
                    <a:pt x="19075" y="39128"/>
                    <a:pt x="19127" y="38973"/>
                  </a:cubicBezTo>
                  <a:lnTo>
                    <a:pt x="19127" y="38973"/>
                  </a:lnTo>
                  <a:cubicBezTo>
                    <a:pt x="19051" y="39235"/>
                    <a:pt x="19034" y="39269"/>
                    <a:pt x="19000" y="39455"/>
                  </a:cubicBezTo>
                  <a:lnTo>
                    <a:pt x="19076" y="39192"/>
                  </a:lnTo>
                  <a:lnTo>
                    <a:pt x="19076" y="39192"/>
                  </a:lnTo>
                  <a:cubicBezTo>
                    <a:pt x="18975" y="39582"/>
                    <a:pt x="18848" y="40199"/>
                    <a:pt x="18873" y="40199"/>
                  </a:cubicBezTo>
                  <a:cubicBezTo>
                    <a:pt x="18873" y="40064"/>
                    <a:pt x="18975" y="39818"/>
                    <a:pt x="19034" y="39607"/>
                  </a:cubicBezTo>
                  <a:lnTo>
                    <a:pt x="19034" y="39607"/>
                  </a:lnTo>
                  <a:cubicBezTo>
                    <a:pt x="19009" y="39732"/>
                    <a:pt x="18961" y="39956"/>
                    <a:pt x="18968" y="39956"/>
                  </a:cubicBezTo>
                  <a:cubicBezTo>
                    <a:pt x="18971" y="39956"/>
                    <a:pt x="18981" y="39929"/>
                    <a:pt x="19000" y="39861"/>
                  </a:cubicBezTo>
                  <a:cubicBezTo>
                    <a:pt x="19006" y="39785"/>
                    <a:pt x="19106" y="39365"/>
                    <a:pt x="19095" y="39365"/>
                  </a:cubicBezTo>
                  <a:lnTo>
                    <a:pt x="19095" y="39365"/>
                  </a:lnTo>
                  <a:cubicBezTo>
                    <a:pt x="19091" y="39365"/>
                    <a:pt x="19073" y="39415"/>
                    <a:pt x="19034" y="39548"/>
                  </a:cubicBezTo>
                  <a:cubicBezTo>
                    <a:pt x="19085" y="39328"/>
                    <a:pt x="19144" y="39032"/>
                    <a:pt x="19220" y="38786"/>
                  </a:cubicBezTo>
                  <a:lnTo>
                    <a:pt x="19220" y="38786"/>
                  </a:lnTo>
                  <a:cubicBezTo>
                    <a:pt x="19191" y="38934"/>
                    <a:pt x="19191" y="38960"/>
                    <a:pt x="19198" y="38960"/>
                  </a:cubicBezTo>
                  <a:cubicBezTo>
                    <a:pt x="19202" y="38960"/>
                    <a:pt x="19208" y="38953"/>
                    <a:pt x="19212" y="38953"/>
                  </a:cubicBezTo>
                  <a:cubicBezTo>
                    <a:pt x="19217" y="38953"/>
                    <a:pt x="19220" y="38959"/>
                    <a:pt x="19220" y="38981"/>
                  </a:cubicBezTo>
                  <a:cubicBezTo>
                    <a:pt x="19254" y="38879"/>
                    <a:pt x="19262" y="38778"/>
                    <a:pt x="19254" y="38676"/>
                  </a:cubicBezTo>
                  <a:cubicBezTo>
                    <a:pt x="19444" y="37988"/>
                    <a:pt x="19567" y="37692"/>
                    <a:pt x="19728" y="36970"/>
                  </a:cubicBezTo>
                  <a:lnTo>
                    <a:pt x="19728" y="36970"/>
                  </a:lnTo>
                  <a:cubicBezTo>
                    <a:pt x="19699" y="37096"/>
                    <a:pt x="19661" y="37246"/>
                    <a:pt x="19653" y="37246"/>
                  </a:cubicBezTo>
                  <a:cubicBezTo>
                    <a:pt x="19652" y="37246"/>
                    <a:pt x="19652" y="37244"/>
                    <a:pt x="19652" y="37238"/>
                  </a:cubicBezTo>
                  <a:cubicBezTo>
                    <a:pt x="19762" y="36621"/>
                    <a:pt x="19880" y="36452"/>
                    <a:pt x="19990" y="35927"/>
                  </a:cubicBezTo>
                  <a:lnTo>
                    <a:pt x="19990" y="35927"/>
                  </a:lnTo>
                  <a:cubicBezTo>
                    <a:pt x="19973" y="35969"/>
                    <a:pt x="19948" y="36020"/>
                    <a:pt x="19922" y="36063"/>
                  </a:cubicBezTo>
                  <a:cubicBezTo>
                    <a:pt x="19956" y="35902"/>
                    <a:pt x="20032" y="35496"/>
                    <a:pt x="20075" y="35301"/>
                  </a:cubicBezTo>
                  <a:cubicBezTo>
                    <a:pt x="20093" y="35264"/>
                    <a:pt x="20174" y="34958"/>
                    <a:pt x="20188" y="34958"/>
                  </a:cubicBezTo>
                  <a:lnTo>
                    <a:pt x="20188" y="34958"/>
                  </a:lnTo>
                  <a:cubicBezTo>
                    <a:pt x="20193" y="34958"/>
                    <a:pt x="20188" y="35000"/>
                    <a:pt x="20168" y="35115"/>
                  </a:cubicBezTo>
                  <a:cubicBezTo>
                    <a:pt x="20379" y="34201"/>
                    <a:pt x="20261" y="34294"/>
                    <a:pt x="20497" y="33254"/>
                  </a:cubicBezTo>
                  <a:lnTo>
                    <a:pt x="20497" y="33254"/>
                  </a:lnTo>
                  <a:cubicBezTo>
                    <a:pt x="20388" y="33736"/>
                    <a:pt x="20379" y="33787"/>
                    <a:pt x="20294" y="34168"/>
                  </a:cubicBezTo>
                  <a:cubicBezTo>
                    <a:pt x="20321" y="34011"/>
                    <a:pt x="20327" y="33965"/>
                    <a:pt x="20323" y="33965"/>
                  </a:cubicBezTo>
                  <a:lnTo>
                    <a:pt x="20323" y="33965"/>
                  </a:lnTo>
                  <a:cubicBezTo>
                    <a:pt x="20318" y="33965"/>
                    <a:pt x="20295" y="34055"/>
                    <a:pt x="20282" y="34055"/>
                  </a:cubicBezTo>
                  <a:cubicBezTo>
                    <a:pt x="20280" y="34055"/>
                    <a:pt x="20279" y="34053"/>
                    <a:pt x="20278" y="34049"/>
                  </a:cubicBezTo>
                  <a:cubicBezTo>
                    <a:pt x="20335" y="33871"/>
                    <a:pt x="20435" y="33381"/>
                    <a:pt x="20442" y="33381"/>
                  </a:cubicBezTo>
                  <a:lnTo>
                    <a:pt x="20442" y="33381"/>
                  </a:lnTo>
                  <a:cubicBezTo>
                    <a:pt x="20444" y="33381"/>
                    <a:pt x="20436" y="33433"/>
                    <a:pt x="20413" y="33567"/>
                  </a:cubicBezTo>
                  <a:cubicBezTo>
                    <a:pt x="20489" y="33246"/>
                    <a:pt x="20616" y="32594"/>
                    <a:pt x="20624" y="32442"/>
                  </a:cubicBezTo>
                  <a:lnTo>
                    <a:pt x="20624" y="32442"/>
                  </a:lnTo>
                  <a:lnTo>
                    <a:pt x="20565" y="32721"/>
                  </a:lnTo>
                  <a:cubicBezTo>
                    <a:pt x="20633" y="32349"/>
                    <a:pt x="20692" y="31968"/>
                    <a:pt x="20726" y="31588"/>
                  </a:cubicBezTo>
                  <a:lnTo>
                    <a:pt x="20726" y="31588"/>
                  </a:lnTo>
                  <a:cubicBezTo>
                    <a:pt x="20624" y="32171"/>
                    <a:pt x="20667" y="32163"/>
                    <a:pt x="20523" y="32899"/>
                  </a:cubicBezTo>
                  <a:cubicBezTo>
                    <a:pt x="20467" y="33151"/>
                    <a:pt x="20448" y="33226"/>
                    <a:pt x="20444" y="33226"/>
                  </a:cubicBezTo>
                  <a:cubicBezTo>
                    <a:pt x="20438" y="33226"/>
                    <a:pt x="20463" y="33068"/>
                    <a:pt x="20454" y="33068"/>
                  </a:cubicBezTo>
                  <a:lnTo>
                    <a:pt x="20454" y="33068"/>
                  </a:lnTo>
                  <a:cubicBezTo>
                    <a:pt x="20449" y="33068"/>
                    <a:pt x="20436" y="33108"/>
                    <a:pt x="20404" y="33229"/>
                  </a:cubicBezTo>
                  <a:lnTo>
                    <a:pt x="20303" y="33804"/>
                  </a:lnTo>
                  <a:lnTo>
                    <a:pt x="20362" y="33533"/>
                  </a:lnTo>
                  <a:lnTo>
                    <a:pt x="20362" y="33533"/>
                  </a:lnTo>
                  <a:cubicBezTo>
                    <a:pt x="20378" y="33623"/>
                    <a:pt x="20183" y="34357"/>
                    <a:pt x="20221" y="34357"/>
                  </a:cubicBezTo>
                  <a:cubicBezTo>
                    <a:pt x="20223" y="34357"/>
                    <a:pt x="20225" y="34356"/>
                    <a:pt x="20227" y="34354"/>
                  </a:cubicBezTo>
                  <a:lnTo>
                    <a:pt x="20227" y="34354"/>
                  </a:lnTo>
                  <a:cubicBezTo>
                    <a:pt x="20097" y="34836"/>
                    <a:pt x="20066" y="35030"/>
                    <a:pt x="19955" y="35469"/>
                  </a:cubicBezTo>
                  <a:lnTo>
                    <a:pt x="19955" y="35469"/>
                  </a:lnTo>
                  <a:cubicBezTo>
                    <a:pt x="19955" y="35466"/>
                    <a:pt x="19956" y="35464"/>
                    <a:pt x="19956" y="35462"/>
                  </a:cubicBezTo>
                  <a:lnTo>
                    <a:pt x="19956" y="35462"/>
                  </a:lnTo>
                  <a:cubicBezTo>
                    <a:pt x="19955" y="35466"/>
                    <a:pt x="19955" y="35469"/>
                    <a:pt x="19954" y="35473"/>
                  </a:cubicBezTo>
                  <a:lnTo>
                    <a:pt x="19954" y="35473"/>
                  </a:lnTo>
                  <a:cubicBezTo>
                    <a:pt x="19935" y="35548"/>
                    <a:pt x="19913" y="35631"/>
                    <a:pt x="19888" y="35724"/>
                  </a:cubicBezTo>
                  <a:cubicBezTo>
                    <a:pt x="19885" y="35759"/>
                    <a:pt x="19884" y="35774"/>
                    <a:pt x="19886" y="35774"/>
                  </a:cubicBezTo>
                  <a:cubicBezTo>
                    <a:pt x="19892" y="35774"/>
                    <a:pt x="19913" y="35681"/>
                    <a:pt x="19935" y="35574"/>
                  </a:cubicBezTo>
                  <a:lnTo>
                    <a:pt x="19935" y="35574"/>
                  </a:lnTo>
                  <a:cubicBezTo>
                    <a:pt x="19897" y="35799"/>
                    <a:pt x="19914" y="35871"/>
                    <a:pt x="19804" y="36232"/>
                  </a:cubicBezTo>
                  <a:cubicBezTo>
                    <a:pt x="19785" y="36298"/>
                    <a:pt x="19780" y="36330"/>
                    <a:pt x="19784" y="36330"/>
                  </a:cubicBezTo>
                  <a:cubicBezTo>
                    <a:pt x="19792" y="36330"/>
                    <a:pt x="19836" y="36212"/>
                    <a:pt x="19887" y="36006"/>
                  </a:cubicBezTo>
                  <a:lnTo>
                    <a:pt x="19887" y="36006"/>
                  </a:lnTo>
                  <a:cubicBezTo>
                    <a:pt x="19818" y="36299"/>
                    <a:pt x="19754" y="36582"/>
                    <a:pt x="19668" y="36908"/>
                  </a:cubicBezTo>
                  <a:lnTo>
                    <a:pt x="19787" y="36553"/>
                  </a:lnTo>
                  <a:lnTo>
                    <a:pt x="19694" y="36934"/>
                  </a:lnTo>
                  <a:lnTo>
                    <a:pt x="19787" y="36612"/>
                  </a:lnTo>
                  <a:lnTo>
                    <a:pt x="19787" y="36612"/>
                  </a:lnTo>
                  <a:cubicBezTo>
                    <a:pt x="19618" y="37331"/>
                    <a:pt x="19415" y="38152"/>
                    <a:pt x="19288" y="38524"/>
                  </a:cubicBezTo>
                  <a:cubicBezTo>
                    <a:pt x="19406" y="37898"/>
                    <a:pt x="19668" y="36866"/>
                    <a:pt x="19711" y="36494"/>
                  </a:cubicBezTo>
                  <a:lnTo>
                    <a:pt x="19711" y="36494"/>
                  </a:lnTo>
                  <a:cubicBezTo>
                    <a:pt x="19660" y="36629"/>
                    <a:pt x="19618" y="37002"/>
                    <a:pt x="19533" y="37171"/>
                  </a:cubicBezTo>
                  <a:lnTo>
                    <a:pt x="19516" y="37365"/>
                  </a:lnTo>
                  <a:cubicBezTo>
                    <a:pt x="19474" y="37585"/>
                    <a:pt x="19355" y="38093"/>
                    <a:pt x="19322" y="38135"/>
                  </a:cubicBezTo>
                  <a:cubicBezTo>
                    <a:pt x="19449" y="37526"/>
                    <a:pt x="19465" y="37365"/>
                    <a:pt x="19516" y="37061"/>
                  </a:cubicBezTo>
                  <a:cubicBezTo>
                    <a:pt x="19516" y="37010"/>
                    <a:pt x="19525" y="36959"/>
                    <a:pt x="19542" y="36917"/>
                  </a:cubicBezTo>
                  <a:lnTo>
                    <a:pt x="19542" y="36900"/>
                  </a:lnTo>
                  <a:cubicBezTo>
                    <a:pt x="19584" y="36731"/>
                    <a:pt x="19660" y="36435"/>
                    <a:pt x="19694" y="36266"/>
                  </a:cubicBezTo>
                  <a:cubicBezTo>
                    <a:pt x="19714" y="36184"/>
                    <a:pt x="19724" y="36159"/>
                    <a:pt x="19728" y="36159"/>
                  </a:cubicBezTo>
                  <a:cubicBezTo>
                    <a:pt x="19734" y="36159"/>
                    <a:pt x="19728" y="36216"/>
                    <a:pt x="19728" y="36232"/>
                  </a:cubicBezTo>
                  <a:cubicBezTo>
                    <a:pt x="19821" y="35910"/>
                    <a:pt x="19888" y="35580"/>
                    <a:pt x="19939" y="35250"/>
                  </a:cubicBezTo>
                  <a:cubicBezTo>
                    <a:pt x="19990" y="34937"/>
                    <a:pt x="20049" y="34616"/>
                    <a:pt x="20142" y="34235"/>
                  </a:cubicBezTo>
                  <a:cubicBezTo>
                    <a:pt x="20157" y="34235"/>
                    <a:pt x="20260" y="33793"/>
                    <a:pt x="20271" y="33793"/>
                  </a:cubicBezTo>
                  <a:lnTo>
                    <a:pt x="20271" y="33793"/>
                  </a:lnTo>
                  <a:cubicBezTo>
                    <a:pt x="20273" y="33793"/>
                    <a:pt x="20273" y="33804"/>
                    <a:pt x="20269" y="33829"/>
                  </a:cubicBezTo>
                  <a:cubicBezTo>
                    <a:pt x="20345" y="33499"/>
                    <a:pt x="20396" y="33169"/>
                    <a:pt x="20438" y="32831"/>
                  </a:cubicBezTo>
                  <a:cubicBezTo>
                    <a:pt x="20460" y="32781"/>
                    <a:pt x="20542" y="32324"/>
                    <a:pt x="20551" y="32324"/>
                  </a:cubicBezTo>
                  <a:lnTo>
                    <a:pt x="20551" y="32324"/>
                  </a:lnTo>
                  <a:cubicBezTo>
                    <a:pt x="20553" y="32324"/>
                    <a:pt x="20552" y="32339"/>
                    <a:pt x="20548" y="32374"/>
                  </a:cubicBezTo>
                  <a:lnTo>
                    <a:pt x="20599" y="31960"/>
                  </a:lnTo>
                  <a:cubicBezTo>
                    <a:pt x="20658" y="31681"/>
                    <a:pt x="20760" y="31088"/>
                    <a:pt x="20802" y="30995"/>
                  </a:cubicBezTo>
                  <a:cubicBezTo>
                    <a:pt x="20853" y="30682"/>
                    <a:pt x="20777" y="30894"/>
                    <a:pt x="20870" y="30471"/>
                  </a:cubicBezTo>
                  <a:lnTo>
                    <a:pt x="20870" y="30471"/>
                  </a:lnTo>
                  <a:cubicBezTo>
                    <a:pt x="20870" y="30481"/>
                    <a:pt x="20876" y="30472"/>
                    <a:pt x="20875" y="30487"/>
                  </a:cubicBezTo>
                  <a:lnTo>
                    <a:pt x="20875" y="30487"/>
                  </a:lnTo>
                  <a:cubicBezTo>
                    <a:pt x="20935" y="30218"/>
                    <a:pt x="20974" y="29943"/>
                    <a:pt x="21005" y="29676"/>
                  </a:cubicBezTo>
                  <a:lnTo>
                    <a:pt x="21005" y="29676"/>
                  </a:lnTo>
                  <a:cubicBezTo>
                    <a:pt x="20946" y="29980"/>
                    <a:pt x="20988" y="29743"/>
                    <a:pt x="20920" y="30099"/>
                  </a:cubicBezTo>
                  <a:cubicBezTo>
                    <a:pt x="20920" y="30014"/>
                    <a:pt x="20929" y="29929"/>
                    <a:pt x="20946" y="29836"/>
                  </a:cubicBezTo>
                  <a:cubicBezTo>
                    <a:pt x="20971" y="29684"/>
                    <a:pt x="20997" y="29481"/>
                    <a:pt x="21039" y="29278"/>
                  </a:cubicBezTo>
                  <a:lnTo>
                    <a:pt x="21039" y="29278"/>
                  </a:lnTo>
                  <a:cubicBezTo>
                    <a:pt x="21027" y="29406"/>
                    <a:pt x="21027" y="29454"/>
                    <a:pt x="21032" y="29454"/>
                  </a:cubicBezTo>
                  <a:cubicBezTo>
                    <a:pt x="21048" y="29454"/>
                    <a:pt x="21117" y="29056"/>
                    <a:pt x="21125" y="29056"/>
                  </a:cubicBezTo>
                  <a:lnTo>
                    <a:pt x="21125" y="29056"/>
                  </a:lnTo>
                  <a:cubicBezTo>
                    <a:pt x="21127" y="29056"/>
                    <a:pt x="21127" y="29069"/>
                    <a:pt x="21124" y="29100"/>
                  </a:cubicBezTo>
                  <a:cubicBezTo>
                    <a:pt x="21276" y="28221"/>
                    <a:pt x="21318" y="27696"/>
                    <a:pt x="21377" y="26952"/>
                  </a:cubicBezTo>
                  <a:cubicBezTo>
                    <a:pt x="21437" y="26512"/>
                    <a:pt x="21504" y="26021"/>
                    <a:pt x="21572" y="25556"/>
                  </a:cubicBezTo>
                  <a:cubicBezTo>
                    <a:pt x="21597" y="25319"/>
                    <a:pt x="21631" y="25091"/>
                    <a:pt x="21656" y="24879"/>
                  </a:cubicBezTo>
                  <a:cubicBezTo>
                    <a:pt x="21673" y="24659"/>
                    <a:pt x="21690" y="24465"/>
                    <a:pt x="21699" y="24296"/>
                  </a:cubicBezTo>
                  <a:lnTo>
                    <a:pt x="21699" y="24296"/>
                  </a:lnTo>
                  <a:lnTo>
                    <a:pt x="21690" y="24380"/>
                  </a:lnTo>
                  <a:lnTo>
                    <a:pt x="21716" y="23966"/>
                  </a:lnTo>
                  <a:cubicBezTo>
                    <a:pt x="21741" y="23729"/>
                    <a:pt x="21750" y="23974"/>
                    <a:pt x="21783" y="23602"/>
                  </a:cubicBezTo>
                  <a:lnTo>
                    <a:pt x="21783" y="23602"/>
                  </a:lnTo>
                  <a:cubicBezTo>
                    <a:pt x="21809" y="23729"/>
                    <a:pt x="21716" y="24245"/>
                    <a:pt x="21699" y="24625"/>
                  </a:cubicBezTo>
                  <a:cubicBezTo>
                    <a:pt x="21721" y="24488"/>
                    <a:pt x="21731" y="24436"/>
                    <a:pt x="21736" y="24436"/>
                  </a:cubicBezTo>
                  <a:lnTo>
                    <a:pt x="21736" y="24436"/>
                  </a:lnTo>
                  <a:cubicBezTo>
                    <a:pt x="21749" y="24436"/>
                    <a:pt x="21705" y="24885"/>
                    <a:pt x="21719" y="24885"/>
                  </a:cubicBezTo>
                  <a:cubicBezTo>
                    <a:pt x="21723" y="24885"/>
                    <a:pt x="21729" y="24859"/>
                    <a:pt x="21741" y="24795"/>
                  </a:cubicBezTo>
                  <a:cubicBezTo>
                    <a:pt x="21699" y="24541"/>
                    <a:pt x="21876" y="23416"/>
                    <a:pt x="21902" y="22849"/>
                  </a:cubicBezTo>
                  <a:cubicBezTo>
                    <a:pt x="21920" y="22705"/>
                    <a:pt x="21928" y="22655"/>
                    <a:pt x="21932" y="22655"/>
                  </a:cubicBezTo>
                  <a:lnTo>
                    <a:pt x="21932" y="22655"/>
                  </a:lnTo>
                  <a:cubicBezTo>
                    <a:pt x="21939" y="22655"/>
                    <a:pt x="21922" y="22890"/>
                    <a:pt x="21926" y="22890"/>
                  </a:cubicBezTo>
                  <a:cubicBezTo>
                    <a:pt x="21928" y="22890"/>
                    <a:pt x="21930" y="22874"/>
                    <a:pt x="21936" y="22832"/>
                  </a:cubicBezTo>
                  <a:lnTo>
                    <a:pt x="21936" y="22654"/>
                  </a:lnTo>
                  <a:cubicBezTo>
                    <a:pt x="21968" y="22453"/>
                    <a:pt x="21977" y="22375"/>
                    <a:pt x="21992" y="22375"/>
                  </a:cubicBezTo>
                  <a:cubicBezTo>
                    <a:pt x="21993" y="22375"/>
                    <a:pt x="21994" y="22375"/>
                    <a:pt x="21995" y="22375"/>
                  </a:cubicBezTo>
                  <a:cubicBezTo>
                    <a:pt x="22062" y="21800"/>
                    <a:pt x="22096" y="21132"/>
                    <a:pt x="22113" y="20641"/>
                  </a:cubicBezTo>
                  <a:lnTo>
                    <a:pt x="22113" y="20641"/>
                  </a:lnTo>
                  <a:cubicBezTo>
                    <a:pt x="22103" y="20833"/>
                    <a:pt x="22097" y="20887"/>
                    <a:pt x="22093" y="20887"/>
                  </a:cubicBezTo>
                  <a:cubicBezTo>
                    <a:pt x="22088" y="20887"/>
                    <a:pt x="22084" y="20802"/>
                    <a:pt x="22077" y="20802"/>
                  </a:cubicBezTo>
                  <a:cubicBezTo>
                    <a:pt x="22070" y="20802"/>
                    <a:pt x="22061" y="20855"/>
                    <a:pt x="22046" y="21047"/>
                  </a:cubicBezTo>
                  <a:cubicBezTo>
                    <a:pt x="22054" y="20853"/>
                    <a:pt x="22079" y="20447"/>
                    <a:pt x="22113" y="20066"/>
                  </a:cubicBezTo>
                  <a:lnTo>
                    <a:pt x="22113" y="20066"/>
                  </a:lnTo>
                  <a:cubicBezTo>
                    <a:pt x="22108" y="20139"/>
                    <a:pt x="22109" y="20164"/>
                    <a:pt x="22112" y="20164"/>
                  </a:cubicBezTo>
                  <a:cubicBezTo>
                    <a:pt x="22118" y="20164"/>
                    <a:pt x="22140" y="20028"/>
                    <a:pt x="22147" y="20028"/>
                  </a:cubicBezTo>
                  <a:lnTo>
                    <a:pt x="22147" y="20028"/>
                  </a:lnTo>
                  <a:cubicBezTo>
                    <a:pt x="22152" y="20028"/>
                    <a:pt x="22148" y="20109"/>
                    <a:pt x="22122" y="20396"/>
                  </a:cubicBezTo>
                  <a:cubicBezTo>
                    <a:pt x="22164" y="20277"/>
                    <a:pt x="22147" y="19990"/>
                    <a:pt x="22181" y="19617"/>
                  </a:cubicBezTo>
                  <a:lnTo>
                    <a:pt x="22181" y="19617"/>
                  </a:lnTo>
                  <a:cubicBezTo>
                    <a:pt x="22173" y="19803"/>
                    <a:pt x="22165" y="20187"/>
                    <a:pt x="22171" y="20187"/>
                  </a:cubicBezTo>
                  <a:cubicBezTo>
                    <a:pt x="22172" y="20187"/>
                    <a:pt x="22172" y="20186"/>
                    <a:pt x="22172" y="20184"/>
                  </a:cubicBezTo>
                  <a:cubicBezTo>
                    <a:pt x="22172" y="20049"/>
                    <a:pt x="22181" y="19871"/>
                    <a:pt x="22198" y="19677"/>
                  </a:cubicBezTo>
                  <a:cubicBezTo>
                    <a:pt x="22206" y="19575"/>
                    <a:pt x="22215" y="19474"/>
                    <a:pt x="22223" y="19372"/>
                  </a:cubicBezTo>
                  <a:cubicBezTo>
                    <a:pt x="22232" y="19271"/>
                    <a:pt x="22232" y="19178"/>
                    <a:pt x="22240" y="19068"/>
                  </a:cubicBezTo>
                  <a:cubicBezTo>
                    <a:pt x="22274" y="18670"/>
                    <a:pt x="22299" y="18306"/>
                    <a:pt x="22291" y="18205"/>
                  </a:cubicBezTo>
                  <a:cubicBezTo>
                    <a:pt x="22282" y="17799"/>
                    <a:pt x="22291" y="17181"/>
                    <a:pt x="22291" y="16691"/>
                  </a:cubicBezTo>
                  <a:cubicBezTo>
                    <a:pt x="22325" y="16208"/>
                    <a:pt x="22325" y="15667"/>
                    <a:pt x="22342" y="15117"/>
                  </a:cubicBezTo>
                  <a:lnTo>
                    <a:pt x="22350" y="15210"/>
                  </a:lnTo>
                  <a:cubicBezTo>
                    <a:pt x="22367" y="14906"/>
                    <a:pt x="22367" y="14423"/>
                    <a:pt x="22375" y="13967"/>
                  </a:cubicBezTo>
                  <a:lnTo>
                    <a:pt x="22409" y="13857"/>
                  </a:lnTo>
                  <a:cubicBezTo>
                    <a:pt x="22401" y="13544"/>
                    <a:pt x="22384" y="12951"/>
                    <a:pt x="22384" y="12469"/>
                  </a:cubicBezTo>
                  <a:cubicBezTo>
                    <a:pt x="22377" y="12469"/>
                    <a:pt x="22376" y="12755"/>
                    <a:pt x="22367" y="12755"/>
                  </a:cubicBezTo>
                  <a:cubicBezTo>
                    <a:pt x="22364" y="12755"/>
                    <a:pt x="22362" y="12739"/>
                    <a:pt x="22359" y="12698"/>
                  </a:cubicBezTo>
                  <a:lnTo>
                    <a:pt x="22359" y="12698"/>
                  </a:lnTo>
                  <a:cubicBezTo>
                    <a:pt x="22359" y="12904"/>
                    <a:pt x="22365" y="13081"/>
                    <a:pt x="22377" y="13081"/>
                  </a:cubicBezTo>
                  <a:cubicBezTo>
                    <a:pt x="22379" y="13081"/>
                    <a:pt x="22381" y="13075"/>
                    <a:pt x="22384" y="13061"/>
                  </a:cubicBezTo>
                  <a:lnTo>
                    <a:pt x="22384" y="13061"/>
                  </a:lnTo>
                  <a:cubicBezTo>
                    <a:pt x="22384" y="13290"/>
                    <a:pt x="22359" y="13307"/>
                    <a:pt x="22350" y="13501"/>
                  </a:cubicBezTo>
                  <a:lnTo>
                    <a:pt x="22325" y="12579"/>
                  </a:lnTo>
                  <a:cubicBezTo>
                    <a:pt x="22325" y="12545"/>
                    <a:pt x="22325" y="12503"/>
                    <a:pt x="22325" y="12469"/>
                  </a:cubicBezTo>
                  <a:lnTo>
                    <a:pt x="22299" y="12402"/>
                  </a:lnTo>
                  <a:cubicBezTo>
                    <a:pt x="22299" y="12202"/>
                    <a:pt x="22305" y="12123"/>
                    <a:pt x="22312" y="12123"/>
                  </a:cubicBezTo>
                  <a:cubicBezTo>
                    <a:pt x="22314" y="12123"/>
                    <a:pt x="22315" y="12126"/>
                    <a:pt x="22316" y="12131"/>
                  </a:cubicBezTo>
                  <a:cubicBezTo>
                    <a:pt x="22299" y="11615"/>
                    <a:pt x="22274" y="11429"/>
                    <a:pt x="22266" y="10887"/>
                  </a:cubicBezTo>
                  <a:lnTo>
                    <a:pt x="22266" y="10887"/>
                  </a:lnTo>
                  <a:cubicBezTo>
                    <a:pt x="22292" y="11088"/>
                    <a:pt x="22309" y="11289"/>
                    <a:pt x="22314" y="11494"/>
                  </a:cubicBezTo>
                  <a:lnTo>
                    <a:pt x="22314" y="11494"/>
                  </a:lnTo>
                  <a:lnTo>
                    <a:pt x="22308" y="11031"/>
                  </a:lnTo>
                  <a:lnTo>
                    <a:pt x="22308" y="11031"/>
                  </a:lnTo>
                  <a:cubicBezTo>
                    <a:pt x="22331" y="11289"/>
                    <a:pt x="22333" y="12237"/>
                    <a:pt x="22366" y="12237"/>
                  </a:cubicBezTo>
                  <a:cubicBezTo>
                    <a:pt x="22369" y="12237"/>
                    <a:pt x="22372" y="12230"/>
                    <a:pt x="22375" y="12216"/>
                  </a:cubicBezTo>
                  <a:cubicBezTo>
                    <a:pt x="22359" y="11869"/>
                    <a:pt x="22359" y="11446"/>
                    <a:pt x="22333" y="11031"/>
                  </a:cubicBezTo>
                  <a:cubicBezTo>
                    <a:pt x="22308" y="10625"/>
                    <a:pt x="22274" y="10219"/>
                    <a:pt x="22249" y="9923"/>
                  </a:cubicBezTo>
                  <a:cubicBezTo>
                    <a:pt x="22266" y="9602"/>
                    <a:pt x="22215" y="9128"/>
                    <a:pt x="22206" y="8595"/>
                  </a:cubicBezTo>
                  <a:cubicBezTo>
                    <a:pt x="22213" y="8542"/>
                    <a:pt x="22214" y="8431"/>
                    <a:pt x="22223" y="8431"/>
                  </a:cubicBezTo>
                  <a:cubicBezTo>
                    <a:pt x="22225" y="8431"/>
                    <a:pt x="22227" y="8436"/>
                    <a:pt x="22229" y="8448"/>
                  </a:cubicBezTo>
                  <a:lnTo>
                    <a:pt x="22229" y="8448"/>
                  </a:lnTo>
                  <a:cubicBezTo>
                    <a:pt x="22221" y="8147"/>
                    <a:pt x="22193" y="7828"/>
                    <a:pt x="22164" y="7521"/>
                  </a:cubicBezTo>
                  <a:cubicBezTo>
                    <a:pt x="22130" y="7157"/>
                    <a:pt x="22096" y="6810"/>
                    <a:pt x="22062" y="6497"/>
                  </a:cubicBezTo>
                  <a:lnTo>
                    <a:pt x="22071" y="6184"/>
                  </a:lnTo>
                  <a:cubicBezTo>
                    <a:pt x="22047" y="5808"/>
                    <a:pt x="22036" y="5723"/>
                    <a:pt x="22028" y="5723"/>
                  </a:cubicBezTo>
                  <a:cubicBezTo>
                    <a:pt x="22025" y="5723"/>
                    <a:pt x="22023" y="5738"/>
                    <a:pt x="22020" y="5753"/>
                  </a:cubicBezTo>
                  <a:cubicBezTo>
                    <a:pt x="22015" y="5767"/>
                    <a:pt x="22013" y="5782"/>
                    <a:pt x="22009" y="5782"/>
                  </a:cubicBezTo>
                  <a:cubicBezTo>
                    <a:pt x="22006" y="5782"/>
                    <a:pt x="22002" y="5774"/>
                    <a:pt x="21995" y="5753"/>
                  </a:cubicBezTo>
                  <a:cubicBezTo>
                    <a:pt x="21986" y="5702"/>
                    <a:pt x="21978" y="5575"/>
                    <a:pt x="21944" y="5304"/>
                  </a:cubicBezTo>
                  <a:cubicBezTo>
                    <a:pt x="21953" y="5042"/>
                    <a:pt x="21826" y="3976"/>
                    <a:pt x="21851" y="3934"/>
                  </a:cubicBezTo>
                  <a:cubicBezTo>
                    <a:pt x="21826" y="3731"/>
                    <a:pt x="21817" y="3638"/>
                    <a:pt x="21800" y="3612"/>
                  </a:cubicBezTo>
                  <a:lnTo>
                    <a:pt x="21800" y="3612"/>
                  </a:lnTo>
                  <a:cubicBezTo>
                    <a:pt x="21814" y="3760"/>
                    <a:pt x="21843" y="4041"/>
                    <a:pt x="21834" y="4041"/>
                  </a:cubicBezTo>
                  <a:cubicBezTo>
                    <a:pt x="21831" y="4041"/>
                    <a:pt x="21826" y="4022"/>
                    <a:pt x="21817" y="3976"/>
                  </a:cubicBezTo>
                  <a:cubicBezTo>
                    <a:pt x="21766" y="3604"/>
                    <a:pt x="21766" y="3426"/>
                    <a:pt x="21733" y="3130"/>
                  </a:cubicBezTo>
                  <a:lnTo>
                    <a:pt x="21733" y="3130"/>
                  </a:lnTo>
                  <a:cubicBezTo>
                    <a:pt x="21739" y="3150"/>
                    <a:pt x="21767" y="3281"/>
                    <a:pt x="21770" y="3281"/>
                  </a:cubicBezTo>
                  <a:cubicBezTo>
                    <a:pt x="21771" y="3281"/>
                    <a:pt x="21770" y="3272"/>
                    <a:pt x="21766" y="3249"/>
                  </a:cubicBezTo>
                  <a:cubicBezTo>
                    <a:pt x="21741" y="3071"/>
                    <a:pt x="21716" y="2843"/>
                    <a:pt x="21690" y="2614"/>
                  </a:cubicBezTo>
                  <a:cubicBezTo>
                    <a:pt x="21656" y="2377"/>
                    <a:pt x="21623" y="2123"/>
                    <a:pt x="21580" y="1870"/>
                  </a:cubicBezTo>
                  <a:cubicBezTo>
                    <a:pt x="21504" y="1371"/>
                    <a:pt x="21428" y="863"/>
                    <a:pt x="21352" y="533"/>
                  </a:cubicBezTo>
                  <a:lnTo>
                    <a:pt x="21352" y="533"/>
                  </a:lnTo>
                  <a:cubicBezTo>
                    <a:pt x="21394" y="787"/>
                    <a:pt x="21420" y="812"/>
                    <a:pt x="21453" y="1159"/>
                  </a:cubicBezTo>
                  <a:cubicBezTo>
                    <a:pt x="21428" y="1075"/>
                    <a:pt x="21411" y="981"/>
                    <a:pt x="21403" y="897"/>
                  </a:cubicBezTo>
                  <a:lnTo>
                    <a:pt x="21403" y="897"/>
                  </a:lnTo>
                  <a:cubicBezTo>
                    <a:pt x="21377" y="939"/>
                    <a:pt x="21462" y="1244"/>
                    <a:pt x="21496" y="1607"/>
                  </a:cubicBezTo>
                  <a:lnTo>
                    <a:pt x="21386" y="1015"/>
                  </a:lnTo>
                  <a:lnTo>
                    <a:pt x="21411" y="1354"/>
                  </a:lnTo>
                  <a:lnTo>
                    <a:pt x="2115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1"/>
            <p:cNvSpPr/>
            <p:nvPr/>
          </p:nvSpPr>
          <p:spPr>
            <a:xfrm>
              <a:off x="4671900" y="3968500"/>
              <a:ext cx="18000" cy="27525"/>
            </a:xfrm>
            <a:custGeom>
              <a:rect b="b" l="l" r="r" t="t"/>
              <a:pathLst>
                <a:path extrusionOk="0" h="1101" w="720">
                  <a:moveTo>
                    <a:pt x="669" y="1"/>
                  </a:moveTo>
                  <a:lnTo>
                    <a:pt x="669" y="1"/>
                  </a:lnTo>
                  <a:cubicBezTo>
                    <a:pt x="330" y="500"/>
                    <a:pt x="271" y="686"/>
                    <a:pt x="0" y="1101"/>
                  </a:cubicBezTo>
                  <a:cubicBezTo>
                    <a:pt x="161" y="906"/>
                    <a:pt x="719" y="77"/>
                    <a:pt x="694" y="35"/>
                  </a:cubicBezTo>
                  <a:lnTo>
                    <a:pt x="694" y="35"/>
                  </a:lnTo>
                  <a:cubicBezTo>
                    <a:pt x="592" y="229"/>
                    <a:pt x="474" y="424"/>
                    <a:pt x="347" y="610"/>
                  </a:cubicBezTo>
                  <a:cubicBezTo>
                    <a:pt x="340" y="615"/>
                    <a:pt x="335" y="617"/>
                    <a:pt x="332" y="617"/>
                  </a:cubicBezTo>
                  <a:cubicBezTo>
                    <a:pt x="288" y="617"/>
                    <a:pt x="637" y="143"/>
                    <a:pt x="66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1"/>
            <p:cNvSpPr/>
            <p:nvPr/>
          </p:nvSpPr>
          <p:spPr>
            <a:xfrm>
              <a:off x="4752025" y="4130300"/>
              <a:ext cx="9350" cy="4450"/>
            </a:xfrm>
            <a:custGeom>
              <a:rect b="b" l="l" r="r" t="t"/>
              <a:pathLst>
                <a:path extrusionOk="0" h="178" w="374">
                  <a:moveTo>
                    <a:pt x="374" y="0"/>
                  </a:moveTo>
                  <a:lnTo>
                    <a:pt x="238" y="43"/>
                  </a:lnTo>
                  <a:lnTo>
                    <a:pt x="238" y="34"/>
                  </a:lnTo>
                  <a:cubicBezTo>
                    <a:pt x="204" y="51"/>
                    <a:pt x="171" y="68"/>
                    <a:pt x="137" y="76"/>
                  </a:cubicBezTo>
                  <a:cubicBezTo>
                    <a:pt x="137" y="68"/>
                    <a:pt x="137" y="59"/>
                    <a:pt x="154" y="51"/>
                  </a:cubicBezTo>
                  <a:lnTo>
                    <a:pt x="154" y="51"/>
                  </a:lnTo>
                  <a:cubicBezTo>
                    <a:pt x="0" y="100"/>
                    <a:pt x="117" y="117"/>
                    <a:pt x="17" y="170"/>
                  </a:cubicBezTo>
                  <a:lnTo>
                    <a:pt x="17" y="170"/>
                  </a:lnTo>
                  <a:cubicBezTo>
                    <a:pt x="22" y="169"/>
                    <a:pt x="28" y="169"/>
                    <a:pt x="35" y="169"/>
                  </a:cubicBezTo>
                  <a:cubicBezTo>
                    <a:pt x="46" y="162"/>
                    <a:pt x="58" y="160"/>
                    <a:pt x="68" y="160"/>
                  </a:cubicBezTo>
                  <a:cubicBezTo>
                    <a:pt x="82" y="160"/>
                    <a:pt x="91" y="165"/>
                    <a:pt x="86" y="169"/>
                  </a:cubicBezTo>
                  <a:cubicBezTo>
                    <a:pt x="145" y="127"/>
                    <a:pt x="154" y="144"/>
                    <a:pt x="154" y="110"/>
                  </a:cubicBezTo>
                  <a:cubicBezTo>
                    <a:pt x="169" y="95"/>
                    <a:pt x="187" y="89"/>
                    <a:pt x="199" y="89"/>
                  </a:cubicBezTo>
                  <a:cubicBezTo>
                    <a:pt x="214" y="89"/>
                    <a:pt x="220" y="100"/>
                    <a:pt x="196" y="119"/>
                  </a:cubicBezTo>
                  <a:lnTo>
                    <a:pt x="314" y="51"/>
                  </a:lnTo>
                  <a:lnTo>
                    <a:pt x="238" y="68"/>
                  </a:lnTo>
                  <a:cubicBezTo>
                    <a:pt x="247" y="34"/>
                    <a:pt x="357" y="43"/>
                    <a:pt x="374" y="0"/>
                  </a:cubicBezTo>
                  <a:close/>
                  <a:moveTo>
                    <a:pt x="17" y="170"/>
                  </a:moveTo>
                  <a:cubicBezTo>
                    <a:pt x="11" y="171"/>
                    <a:pt x="6" y="173"/>
                    <a:pt x="1" y="178"/>
                  </a:cubicBezTo>
                  <a:cubicBezTo>
                    <a:pt x="7" y="175"/>
                    <a:pt x="12" y="173"/>
                    <a:pt x="17" y="17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1"/>
            <p:cNvSpPr/>
            <p:nvPr/>
          </p:nvSpPr>
          <p:spPr>
            <a:xfrm>
              <a:off x="4742950" y="4132150"/>
              <a:ext cx="8900" cy="6000"/>
            </a:xfrm>
            <a:custGeom>
              <a:rect b="b" l="l" r="r" t="t"/>
              <a:pathLst>
                <a:path extrusionOk="0" h="240" w="356">
                  <a:moveTo>
                    <a:pt x="356" y="104"/>
                  </a:moveTo>
                  <a:cubicBezTo>
                    <a:pt x="351" y="105"/>
                    <a:pt x="348" y="107"/>
                    <a:pt x="345" y="109"/>
                  </a:cubicBezTo>
                  <a:lnTo>
                    <a:pt x="345" y="109"/>
                  </a:lnTo>
                  <a:lnTo>
                    <a:pt x="356" y="104"/>
                  </a:lnTo>
                  <a:close/>
                  <a:moveTo>
                    <a:pt x="316" y="0"/>
                  </a:moveTo>
                  <a:cubicBezTo>
                    <a:pt x="263" y="0"/>
                    <a:pt x="192" y="36"/>
                    <a:pt x="153" y="36"/>
                  </a:cubicBezTo>
                  <a:cubicBezTo>
                    <a:pt x="208" y="50"/>
                    <a:pt x="151" y="64"/>
                    <a:pt x="192" y="64"/>
                  </a:cubicBezTo>
                  <a:cubicBezTo>
                    <a:pt x="201" y="64"/>
                    <a:pt x="216" y="63"/>
                    <a:pt x="238" y="62"/>
                  </a:cubicBezTo>
                  <a:lnTo>
                    <a:pt x="238" y="62"/>
                  </a:lnTo>
                  <a:lnTo>
                    <a:pt x="187" y="121"/>
                  </a:lnTo>
                  <a:lnTo>
                    <a:pt x="94" y="146"/>
                  </a:lnTo>
                  <a:cubicBezTo>
                    <a:pt x="94" y="155"/>
                    <a:pt x="34" y="189"/>
                    <a:pt x="85" y="189"/>
                  </a:cubicBezTo>
                  <a:cubicBezTo>
                    <a:pt x="94" y="180"/>
                    <a:pt x="111" y="172"/>
                    <a:pt x="119" y="172"/>
                  </a:cubicBezTo>
                  <a:cubicBezTo>
                    <a:pt x="119" y="197"/>
                    <a:pt x="1" y="222"/>
                    <a:pt x="34" y="239"/>
                  </a:cubicBezTo>
                  <a:cubicBezTo>
                    <a:pt x="111" y="214"/>
                    <a:pt x="128" y="214"/>
                    <a:pt x="161" y="172"/>
                  </a:cubicBezTo>
                  <a:cubicBezTo>
                    <a:pt x="212" y="155"/>
                    <a:pt x="263" y="146"/>
                    <a:pt x="322" y="146"/>
                  </a:cubicBezTo>
                  <a:cubicBezTo>
                    <a:pt x="336" y="132"/>
                    <a:pt x="333" y="119"/>
                    <a:pt x="345" y="109"/>
                  </a:cubicBezTo>
                  <a:lnTo>
                    <a:pt x="345" y="109"/>
                  </a:lnTo>
                  <a:lnTo>
                    <a:pt x="339" y="112"/>
                  </a:lnTo>
                  <a:lnTo>
                    <a:pt x="322" y="70"/>
                  </a:lnTo>
                  <a:cubicBezTo>
                    <a:pt x="305" y="79"/>
                    <a:pt x="280" y="87"/>
                    <a:pt x="263" y="95"/>
                  </a:cubicBezTo>
                  <a:lnTo>
                    <a:pt x="356" y="11"/>
                  </a:lnTo>
                  <a:cubicBezTo>
                    <a:pt x="345" y="3"/>
                    <a:pt x="331" y="0"/>
                    <a:pt x="31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1"/>
            <p:cNvSpPr/>
            <p:nvPr/>
          </p:nvSpPr>
          <p:spPr>
            <a:xfrm>
              <a:off x="4751825" y="4134725"/>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1"/>
            <p:cNvSpPr/>
            <p:nvPr/>
          </p:nvSpPr>
          <p:spPr>
            <a:xfrm>
              <a:off x="4577150" y="4121000"/>
              <a:ext cx="2350" cy="9100"/>
            </a:xfrm>
            <a:custGeom>
              <a:rect b="b" l="l" r="r" t="t"/>
              <a:pathLst>
                <a:path extrusionOk="0" h="364" w="94">
                  <a:moveTo>
                    <a:pt x="91" y="172"/>
                  </a:moveTo>
                  <a:lnTo>
                    <a:pt x="94" y="178"/>
                  </a:lnTo>
                  <a:cubicBezTo>
                    <a:pt x="93" y="176"/>
                    <a:pt x="92" y="174"/>
                    <a:pt x="91" y="172"/>
                  </a:cubicBezTo>
                  <a:close/>
                  <a:moveTo>
                    <a:pt x="9" y="0"/>
                  </a:moveTo>
                  <a:cubicBezTo>
                    <a:pt x="0" y="59"/>
                    <a:pt x="34" y="42"/>
                    <a:pt x="34" y="118"/>
                  </a:cubicBezTo>
                  <a:cubicBezTo>
                    <a:pt x="34" y="102"/>
                    <a:pt x="26" y="93"/>
                    <a:pt x="17" y="85"/>
                  </a:cubicBezTo>
                  <a:lnTo>
                    <a:pt x="17" y="364"/>
                  </a:lnTo>
                  <a:cubicBezTo>
                    <a:pt x="30" y="358"/>
                    <a:pt x="38" y="309"/>
                    <a:pt x="45" y="309"/>
                  </a:cubicBezTo>
                  <a:cubicBezTo>
                    <a:pt x="47" y="309"/>
                    <a:pt x="49" y="315"/>
                    <a:pt x="51" y="330"/>
                  </a:cubicBezTo>
                  <a:cubicBezTo>
                    <a:pt x="60" y="288"/>
                    <a:pt x="60" y="254"/>
                    <a:pt x="34" y="220"/>
                  </a:cubicBezTo>
                  <a:lnTo>
                    <a:pt x="34" y="220"/>
                  </a:lnTo>
                  <a:lnTo>
                    <a:pt x="60" y="245"/>
                  </a:lnTo>
                  <a:cubicBezTo>
                    <a:pt x="41" y="196"/>
                    <a:pt x="58" y="161"/>
                    <a:pt x="76" y="161"/>
                  </a:cubicBezTo>
                  <a:cubicBezTo>
                    <a:pt x="81" y="161"/>
                    <a:pt x="86" y="164"/>
                    <a:pt x="91" y="172"/>
                  </a:cubicBezTo>
                  <a:lnTo>
                    <a:pt x="91" y="172"/>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1"/>
            <p:cNvSpPr/>
            <p:nvPr/>
          </p:nvSpPr>
          <p:spPr>
            <a:xfrm>
              <a:off x="4576100" y="4118250"/>
              <a:ext cx="650" cy="1500"/>
            </a:xfrm>
            <a:custGeom>
              <a:rect b="b" l="l" r="r" t="t"/>
              <a:pathLst>
                <a:path extrusionOk="0" h="60" w="26">
                  <a:moveTo>
                    <a:pt x="0" y="0"/>
                  </a:moveTo>
                  <a:cubicBezTo>
                    <a:pt x="0" y="17"/>
                    <a:pt x="17" y="42"/>
                    <a:pt x="26" y="59"/>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1"/>
            <p:cNvSpPr/>
            <p:nvPr/>
          </p:nvSpPr>
          <p:spPr>
            <a:xfrm>
              <a:off x="4586875" y="4128825"/>
              <a:ext cx="450" cy="650"/>
            </a:xfrm>
            <a:custGeom>
              <a:rect b="b" l="l" r="r" t="t"/>
              <a:pathLst>
                <a:path extrusionOk="0" h="26" w="18">
                  <a:moveTo>
                    <a:pt x="18" y="25"/>
                  </a:moveTo>
                  <a:lnTo>
                    <a:pt x="18" y="25"/>
                  </a:lnTo>
                  <a:lnTo>
                    <a:pt x="1"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1"/>
            <p:cNvSpPr/>
            <p:nvPr/>
          </p:nvSpPr>
          <p:spPr>
            <a:xfrm>
              <a:off x="4574200" y="4087375"/>
              <a:ext cx="25" cy="650"/>
            </a:xfrm>
            <a:custGeom>
              <a:rect b="b" l="l" r="r" t="t"/>
              <a:pathLst>
                <a:path extrusionOk="0" h="26" w="1">
                  <a:moveTo>
                    <a:pt x="0" y="25"/>
                  </a:moveTo>
                  <a:lnTo>
                    <a:pt x="0" y="0"/>
                  </a:lnTo>
                  <a:cubicBezTo>
                    <a:pt x="0" y="8"/>
                    <a:pt x="0" y="17"/>
                    <a:pt x="0" y="2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1"/>
            <p:cNvSpPr/>
            <p:nvPr/>
          </p:nvSpPr>
          <p:spPr>
            <a:xfrm>
              <a:off x="4588350" y="4141075"/>
              <a:ext cx="2775" cy="7225"/>
            </a:xfrm>
            <a:custGeom>
              <a:rect b="b" l="l" r="r" t="t"/>
              <a:pathLst>
                <a:path extrusionOk="0" h="289" w="111">
                  <a:moveTo>
                    <a:pt x="18" y="1"/>
                  </a:moveTo>
                  <a:lnTo>
                    <a:pt x="18" y="1"/>
                  </a:lnTo>
                  <a:cubicBezTo>
                    <a:pt x="1" y="43"/>
                    <a:pt x="9" y="94"/>
                    <a:pt x="35" y="128"/>
                  </a:cubicBezTo>
                  <a:lnTo>
                    <a:pt x="35" y="161"/>
                  </a:lnTo>
                  <a:lnTo>
                    <a:pt x="85" y="271"/>
                  </a:lnTo>
                  <a:lnTo>
                    <a:pt x="111" y="288"/>
                  </a:lnTo>
                  <a:lnTo>
                    <a:pt x="111" y="288"/>
                  </a:lnTo>
                  <a:lnTo>
                    <a:pt x="85" y="170"/>
                  </a:lnTo>
                  <a:lnTo>
                    <a:pt x="85" y="170"/>
                  </a:lnTo>
                  <a:cubicBezTo>
                    <a:pt x="88" y="172"/>
                    <a:pt x="89" y="173"/>
                    <a:pt x="91" y="173"/>
                  </a:cubicBezTo>
                  <a:cubicBezTo>
                    <a:pt x="99" y="173"/>
                    <a:pt x="97" y="147"/>
                    <a:pt x="104" y="147"/>
                  </a:cubicBezTo>
                  <a:cubicBezTo>
                    <a:pt x="105" y="147"/>
                    <a:pt x="108" y="148"/>
                    <a:pt x="111" y="153"/>
                  </a:cubicBezTo>
                  <a:cubicBezTo>
                    <a:pt x="111" y="146"/>
                    <a:pt x="105" y="107"/>
                    <a:pt x="103" y="107"/>
                  </a:cubicBezTo>
                  <a:cubicBezTo>
                    <a:pt x="103" y="107"/>
                    <a:pt x="102" y="108"/>
                    <a:pt x="102" y="111"/>
                  </a:cubicBezTo>
                  <a:lnTo>
                    <a:pt x="102" y="136"/>
                  </a:lnTo>
                  <a:cubicBezTo>
                    <a:pt x="60" y="68"/>
                    <a:pt x="52" y="11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1"/>
            <p:cNvSpPr/>
            <p:nvPr/>
          </p:nvSpPr>
          <p:spPr>
            <a:xfrm>
              <a:off x="4584975" y="402370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1"/>
            <p:cNvSpPr/>
            <p:nvPr/>
          </p:nvSpPr>
          <p:spPr>
            <a:xfrm>
              <a:off x="4584975" y="4023700"/>
              <a:ext cx="225" cy="525"/>
            </a:xfrm>
            <a:custGeom>
              <a:rect b="b" l="l" r="r" t="t"/>
              <a:pathLst>
                <a:path extrusionOk="0" h="21" w="9">
                  <a:moveTo>
                    <a:pt x="0" y="1"/>
                  </a:moveTo>
                  <a:lnTo>
                    <a:pt x="0" y="1"/>
                  </a:lnTo>
                  <a:cubicBezTo>
                    <a:pt x="6" y="7"/>
                    <a:pt x="8" y="20"/>
                    <a:pt x="9" y="20"/>
                  </a:cubicBezTo>
                  <a:cubicBezTo>
                    <a:pt x="9" y="20"/>
                    <a:pt x="9" y="17"/>
                    <a:pt x="9" y="9"/>
                  </a:cubicBez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1"/>
            <p:cNvSpPr/>
            <p:nvPr/>
          </p:nvSpPr>
          <p:spPr>
            <a:xfrm>
              <a:off x="4576725" y="4119725"/>
              <a:ext cx="650" cy="1075"/>
            </a:xfrm>
            <a:custGeom>
              <a:rect b="b" l="l" r="r" t="t"/>
              <a:pathLst>
                <a:path extrusionOk="0" h="43" w="26">
                  <a:moveTo>
                    <a:pt x="1" y="0"/>
                  </a:moveTo>
                  <a:lnTo>
                    <a:pt x="26" y="43"/>
                  </a:lnTo>
                  <a:lnTo>
                    <a:pt x="26" y="17"/>
                  </a:lnTo>
                  <a:cubicBezTo>
                    <a:pt x="17" y="17"/>
                    <a:pt x="9" y="9"/>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1"/>
            <p:cNvSpPr/>
            <p:nvPr/>
          </p:nvSpPr>
          <p:spPr>
            <a:xfrm>
              <a:off x="4579275" y="4122675"/>
              <a:ext cx="650" cy="3625"/>
            </a:xfrm>
            <a:custGeom>
              <a:rect b="b" l="l" r="r" t="t"/>
              <a:pathLst>
                <a:path extrusionOk="0" h="145" w="26">
                  <a:moveTo>
                    <a:pt x="0" y="1"/>
                  </a:moveTo>
                  <a:lnTo>
                    <a:pt x="0" y="111"/>
                  </a:lnTo>
                  <a:lnTo>
                    <a:pt x="25" y="145"/>
                  </a:lnTo>
                  <a:cubicBezTo>
                    <a:pt x="17" y="102"/>
                    <a:pt x="17" y="5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1"/>
            <p:cNvSpPr/>
            <p:nvPr/>
          </p:nvSpPr>
          <p:spPr>
            <a:xfrm>
              <a:off x="4570175" y="4076550"/>
              <a:ext cx="7425" cy="41725"/>
            </a:xfrm>
            <a:custGeom>
              <a:rect b="b" l="l" r="r" t="t"/>
              <a:pathLst>
                <a:path extrusionOk="0" h="1669" w="297">
                  <a:moveTo>
                    <a:pt x="27" y="130"/>
                  </a:moveTo>
                  <a:cubicBezTo>
                    <a:pt x="22" y="133"/>
                    <a:pt x="17" y="139"/>
                    <a:pt x="17" y="145"/>
                  </a:cubicBezTo>
                  <a:cubicBezTo>
                    <a:pt x="21" y="142"/>
                    <a:pt x="24" y="136"/>
                    <a:pt x="27" y="130"/>
                  </a:cubicBezTo>
                  <a:close/>
                  <a:moveTo>
                    <a:pt x="62" y="0"/>
                  </a:moveTo>
                  <a:cubicBezTo>
                    <a:pt x="39" y="0"/>
                    <a:pt x="46" y="87"/>
                    <a:pt x="27" y="130"/>
                  </a:cubicBezTo>
                  <a:lnTo>
                    <a:pt x="27" y="130"/>
                  </a:lnTo>
                  <a:cubicBezTo>
                    <a:pt x="29" y="129"/>
                    <a:pt x="32" y="128"/>
                    <a:pt x="34" y="128"/>
                  </a:cubicBezTo>
                  <a:lnTo>
                    <a:pt x="26" y="196"/>
                  </a:lnTo>
                  <a:cubicBezTo>
                    <a:pt x="31" y="179"/>
                    <a:pt x="35" y="173"/>
                    <a:pt x="40" y="173"/>
                  </a:cubicBezTo>
                  <a:cubicBezTo>
                    <a:pt x="52" y="173"/>
                    <a:pt x="62" y="214"/>
                    <a:pt x="68" y="238"/>
                  </a:cubicBezTo>
                  <a:cubicBezTo>
                    <a:pt x="68" y="281"/>
                    <a:pt x="68" y="315"/>
                    <a:pt x="60" y="315"/>
                  </a:cubicBezTo>
                  <a:lnTo>
                    <a:pt x="51" y="272"/>
                  </a:lnTo>
                  <a:lnTo>
                    <a:pt x="51" y="272"/>
                  </a:lnTo>
                  <a:cubicBezTo>
                    <a:pt x="34" y="323"/>
                    <a:pt x="76" y="382"/>
                    <a:pt x="60" y="433"/>
                  </a:cubicBezTo>
                  <a:cubicBezTo>
                    <a:pt x="51" y="433"/>
                    <a:pt x="43" y="416"/>
                    <a:pt x="34" y="416"/>
                  </a:cubicBezTo>
                  <a:cubicBezTo>
                    <a:pt x="60" y="475"/>
                    <a:pt x="76" y="543"/>
                    <a:pt x="76" y="611"/>
                  </a:cubicBezTo>
                  <a:lnTo>
                    <a:pt x="43" y="560"/>
                  </a:lnTo>
                  <a:lnTo>
                    <a:pt x="43" y="560"/>
                  </a:lnTo>
                  <a:cubicBezTo>
                    <a:pt x="76" y="670"/>
                    <a:pt x="76" y="788"/>
                    <a:pt x="51" y="898"/>
                  </a:cubicBezTo>
                  <a:cubicBezTo>
                    <a:pt x="58" y="884"/>
                    <a:pt x="59" y="871"/>
                    <a:pt x="64" y="871"/>
                  </a:cubicBezTo>
                  <a:cubicBezTo>
                    <a:pt x="65" y="871"/>
                    <a:pt x="66" y="871"/>
                    <a:pt x="68" y="873"/>
                  </a:cubicBezTo>
                  <a:cubicBezTo>
                    <a:pt x="75" y="926"/>
                    <a:pt x="61" y="968"/>
                    <a:pt x="42" y="968"/>
                  </a:cubicBezTo>
                  <a:cubicBezTo>
                    <a:pt x="37" y="968"/>
                    <a:pt x="31" y="965"/>
                    <a:pt x="26" y="957"/>
                  </a:cubicBezTo>
                  <a:lnTo>
                    <a:pt x="26" y="957"/>
                  </a:lnTo>
                  <a:cubicBezTo>
                    <a:pt x="60" y="1017"/>
                    <a:pt x="0" y="1194"/>
                    <a:pt x="43" y="1279"/>
                  </a:cubicBezTo>
                  <a:lnTo>
                    <a:pt x="237" y="1668"/>
                  </a:lnTo>
                  <a:cubicBezTo>
                    <a:pt x="229" y="1651"/>
                    <a:pt x="229" y="1634"/>
                    <a:pt x="229" y="1617"/>
                  </a:cubicBezTo>
                  <a:cubicBezTo>
                    <a:pt x="246" y="1600"/>
                    <a:pt x="253" y="1587"/>
                    <a:pt x="259" y="1587"/>
                  </a:cubicBezTo>
                  <a:cubicBezTo>
                    <a:pt x="265" y="1587"/>
                    <a:pt x="272" y="1598"/>
                    <a:pt x="288" y="1626"/>
                  </a:cubicBezTo>
                  <a:cubicBezTo>
                    <a:pt x="271" y="1567"/>
                    <a:pt x="246" y="1592"/>
                    <a:pt x="237" y="1499"/>
                  </a:cubicBezTo>
                  <a:lnTo>
                    <a:pt x="237" y="1499"/>
                  </a:lnTo>
                  <a:cubicBezTo>
                    <a:pt x="244" y="1513"/>
                    <a:pt x="256" y="1523"/>
                    <a:pt x="267" y="1523"/>
                  </a:cubicBezTo>
                  <a:cubicBezTo>
                    <a:pt x="282" y="1523"/>
                    <a:pt x="296" y="1505"/>
                    <a:pt x="296" y="1457"/>
                  </a:cubicBezTo>
                  <a:cubicBezTo>
                    <a:pt x="271" y="1237"/>
                    <a:pt x="170" y="1093"/>
                    <a:pt x="127" y="890"/>
                  </a:cubicBezTo>
                  <a:cubicBezTo>
                    <a:pt x="153" y="881"/>
                    <a:pt x="144" y="721"/>
                    <a:pt x="153" y="644"/>
                  </a:cubicBezTo>
                  <a:cubicBezTo>
                    <a:pt x="178" y="687"/>
                    <a:pt x="195" y="738"/>
                    <a:pt x="195" y="788"/>
                  </a:cubicBezTo>
                  <a:lnTo>
                    <a:pt x="195" y="636"/>
                  </a:lnTo>
                  <a:lnTo>
                    <a:pt x="144" y="619"/>
                  </a:lnTo>
                  <a:cubicBezTo>
                    <a:pt x="144" y="556"/>
                    <a:pt x="148" y="536"/>
                    <a:pt x="153" y="536"/>
                  </a:cubicBezTo>
                  <a:cubicBezTo>
                    <a:pt x="163" y="536"/>
                    <a:pt x="179" y="601"/>
                    <a:pt x="188" y="601"/>
                  </a:cubicBezTo>
                  <a:cubicBezTo>
                    <a:pt x="191" y="601"/>
                    <a:pt x="193" y="594"/>
                    <a:pt x="195" y="577"/>
                  </a:cubicBezTo>
                  <a:cubicBezTo>
                    <a:pt x="186" y="535"/>
                    <a:pt x="178" y="492"/>
                    <a:pt x="161" y="458"/>
                  </a:cubicBezTo>
                  <a:lnTo>
                    <a:pt x="161" y="458"/>
                  </a:lnTo>
                  <a:cubicBezTo>
                    <a:pt x="167" y="521"/>
                    <a:pt x="160" y="534"/>
                    <a:pt x="149" y="534"/>
                  </a:cubicBezTo>
                  <a:cubicBezTo>
                    <a:pt x="141" y="534"/>
                    <a:pt x="131" y="527"/>
                    <a:pt x="123" y="527"/>
                  </a:cubicBezTo>
                  <a:cubicBezTo>
                    <a:pt x="112" y="527"/>
                    <a:pt x="104" y="540"/>
                    <a:pt x="110" y="602"/>
                  </a:cubicBezTo>
                  <a:cubicBezTo>
                    <a:pt x="68" y="585"/>
                    <a:pt x="68" y="484"/>
                    <a:pt x="76" y="425"/>
                  </a:cubicBezTo>
                  <a:cubicBezTo>
                    <a:pt x="84" y="410"/>
                    <a:pt x="89" y="405"/>
                    <a:pt x="93" y="405"/>
                  </a:cubicBezTo>
                  <a:cubicBezTo>
                    <a:pt x="109" y="405"/>
                    <a:pt x="109" y="486"/>
                    <a:pt x="136" y="492"/>
                  </a:cubicBezTo>
                  <a:cubicBezTo>
                    <a:pt x="136" y="425"/>
                    <a:pt x="127" y="441"/>
                    <a:pt x="102" y="408"/>
                  </a:cubicBezTo>
                  <a:cubicBezTo>
                    <a:pt x="119" y="306"/>
                    <a:pt x="60" y="179"/>
                    <a:pt x="110" y="120"/>
                  </a:cubicBezTo>
                  <a:cubicBezTo>
                    <a:pt x="102" y="35"/>
                    <a:pt x="85" y="44"/>
                    <a:pt x="68" y="2"/>
                  </a:cubicBezTo>
                  <a:cubicBezTo>
                    <a:pt x="66" y="1"/>
                    <a:pt x="64" y="0"/>
                    <a:pt x="6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1"/>
            <p:cNvSpPr/>
            <p:nvPr/>
          </p:nvSpPr>
          <p:spPr>
            <a:xfrm>
              <a:off x="4575875" y="4104275"/>
              <a:ext cx="25" cy="450"/>
            </a:xfrm>
            <a:custGeom>
              <a:rect b="b" l="l" r="r" t="t"/>
              <a:pathLst>
                <a:path extrusionOk="0" h="18" w="1">
                  <a:moveTo>
                    <a:pt x="1" y="18"/>
                  </a:moveTo>
                  <a:cubicBezTo>
                    <a:pt x="1" y="18"/>
                    <a:pt x="1" y="9"/>
                    <a:pt x="1" y="1"/>
                  </a:cubicBezTo>
                  <a:cubicBezTo>
                    <a:pt x="1" y="9"/>
                    <a:pt x="1" y="18"/>
                    <a:pt x="1" y="1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1"/>
            <p:cNvSpPr/>
            <p:nvPr/>
          </p:nvSpPr>
          <p:spPr>
            <a:xfrm>
              <a:off x="4575025" y="4096250"/>
              <a:ext cx="25" cy="650"/>
            </a:xfrm>
            <a:custGeom>
              <a:rect b="b" l="l" r="r" t="t"/>
              <a:pathLst>
                <a:path extrusionOk="0" h="26" w="1">
                  <a:moveTo>
                    <a:pt x="1" y="26"/>
                  </a:moveTo>
                  <a:lnTo>
                    <a:pt x="1" y="26"/>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1"/>
            <p:cNvSpPr/>
            <p:nvPr/>
          </p:nvSpPr>
          <p:spPr>
            <a:xfrm>
              <a:off x="4578850" y="4118875"/>
              <a:ext cx="450" cy="875"/>
            </a:xfrm>
            <a:custGeom>
              <a:rect b="b" l="l" r="r" t="t"/>
              <a:pathLst>
                <a:path extrusionOk="0" h="35" w="18">
                  <a:moveTo>
                    <a:pt x="0" y="0"/>
                  </a:moveTo>
                  <a:cubicBezTo>
                    <a:pt x="9" y="17"/>
                    <a:pt x="9" y="26"/>
                    <a:pt x="17" y="34"/>
                  </a:cubicBezTo>
                  <a:cubicBezTo>
                    <a:pt x="17" y="26"/>
                    <a:pt x="9" y="17"/>
                    <a:pt x="9" y="9"/>
                  </a:cubicBezTo>
                  <a:cubicBezTo>
                    <a:pt x="0" y="1"/>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1"/>
            <p:cNvSpPr/>
            <p:nvPr/>
          </p:nvSpPr>
          <p:spPr>
            <a:xfrm>
              <a:off x="4577350" y="4119925"/>
              <a:ext cx="250" cy="450"/>
            </a:xfrm>
            <a:custGeom>
              <a:rect b="b" l="l" r="r" t="t"/>
              <a:pathLst>
                <a:path extrusionOk="0" h="18" w="10">
                  <a:moveTo>
                    <a:pt x="1" y="1"/>
                  </a:moveTo>
                  <a:lnTo>
                    <a:pt x="1" y="18"/>
                  </a:lnTo>
                  <a:cubicBezTo>
                    <a:pt x="9" y="18"/>
                    <a:pt x="9" y="9"/>
                    <a:pt x="9" y="9"/>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1"/>
            <p:cNvSpPr/>
            <p:nvPr/>
          </p:nvSpPr>
          <p:spPr>
            <a:xfrm>
              <a:off x="4579475" y="4070875"/>
              <a:ext cx="225" cy="450"/>
            </a:xfrm>
            <a:custGeom>
              <a:rect b="b" l="l" r="r" t="t"/>
              <a:pathLst>
                <a:path extrusionOk="0" h="18" w="9">
                  <a:moveTo>
                    <a:pt x="9" y="0"/>
                  </a:moveTo>
                  <a:cubicBezTo>
                    <a:pt x="1" y="9"/>
                    <a:pt x="1" y="17"/>
                    <a:pt x="9" y="17"/>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1"/>
            <p:cNvSpPr/>
            <p:nvPr/>
          </p:nvSpPr>
          <p:spPr>
            <a:xfrm>
              <a:off x="4574825" y="4082500"/>
              <a:ext cx="2725" cy="22275"/>
            </a:xfrm>
            <a:custGeom>
              <a:rect b="b" l="l" r="r" t="t"/>
              <a:pathLst>
                <a:path extrusionOk="0" h="891" w="109">
                  <a:moveTo>
                    <a:pt x="26" y="0"/>
                  </a:moveTo>
                  <a:cubicBezTo>
                    <a:pt x="26" y="51"/>
                    <a:pt x="34" y="94"/>
                    <a:pt x="43" y="144"/>
                  </a:cubicBezTo>
                  <a:lnTo>
                    <a:pt x="0" y="144"/>
                  </a:lnTo>
                  <a:cubicBezTo>
                    <a:pt x="0" y="220"/>
                    <a:pt x="43" y="153"/>
                    <a:pt x="43" y="254"/>
                  </a:cubicBezTo>
                  <a:lnTo>
                    <a:pt x="43" y="229"/>
                  </a:lnTo>
                  <a:cubicBezTo>
                    <a:pt x="51" y="330"/>
                    <a:pt x="51" y="423"/>
                    <a:pt x="51" y="525"/>
                  </a:cubicBezTo>
                  <a:cubicBezTo>
                    <a:pt x="50" y="524"/>
                    <a:pt x="49" y="524"/>
                    <a:pt x="48" y="524"/>
                  </a:cubicBezTo>
                  <a:cubicBezTo>
                    <a:pt x="34" y="524"/>
                    <a:pt x="25" y="576"/>
                    <a:pt x="5" y="576"/>
                  </a:cubicBezTo>
                  <a:cubicBezTo>
                    <a:pt x="3" y="576"/>
                    <a:pt x="2" y="576"/>
                    <a:pt x="0" y="576"/>
                  </a:cubicBezTo>
                  <a:lnTo>
                    <a:pt x="0" y="576"/>
                  </a:lnTo>
                  <a:cubicBezTo>
                    <a:pt x="0" y="626"/>
                    <a:pt x="17" y="677"/>
                    <a:pt x="43" y="728"/>
                  </a:cubicBezTo>
                  <a:cubicBezTo>
                    <a:pt x="34" y="770"/>
                    <a:pt x="51" y="829"/>
                    <a:pt x="43" y="872"/>
                  </a:cubicBezTo>
                  <a:cubicBezTo>
                    <a:pt x="43" y="870"/>
                    <a:pt x="44" y="870"/>
                    <a:pt x="46" y="870"/>
                  </a:cubicBezTo>
                  <a:cubicBezTo>
                    <a:pt x="52" y="870"/>
                    <a:pt x="63" y="891"/>
                    <a:pt x="69" y="891"/>
                  </a:cubicBezTo>
                  <a:cubicBezTo>
                    <a:pt x="73" y="891"/>
                    <a:pt x="75" y="878"/>
                    <a:pt x="69" y="834"/>
                  </a:cubicBezTo>
                  <a:lnTo>
                    <a:pt x="69" y="834"/>
                  </a:lnTo>
                  <a:cubicBezTo>
                    <a:pt x="69" y="834"/>
                    <a:pt x="69" y="834"/>
                    <a:pt x="69" y="834"/>
                  </a:cubicBezTo>
                  <a:cubicBezTo>
                    <a:pt x="70" y="834"/>
                    <a:pt x="72" y="834"/>
                    <a:pt x="77" y="838"/>
                  </a:cubicBezTo>
                  <a:cubicBezTo>
                    <a:pt x="102" y="762"/>
                    <a:pt x="68" y="736"/>
                    <a:pt x="60" y="669"/>
                  </a:cubicBezTo>
                  <a:cubicBezTo>
                    <a:pt x="63" y="661"/>
                    <a:pt x="65" y="658"/>
                    <a:pt x="68" y="658"/>
                  </a:cubicBezTo>
                  <a:cubicBezTo>
                    <a:pt x="77" y="658"/>
                    <a:pt x="84" y="701"/>
                    <a:pt x="90" y="701"/>
                  </a:cubicBezTo>
                  <a:cubicBezTo>
                    <a:pt x="91" y="701"/>
                    <a:pt x="92" y="699"/>
                    <a:pt x="93" y="694"/>
                  </a:cubicBezTo>
                  <a:cubicBezTo>
                    <a:pt x="77" y="611"/>
                    <a:pt x="109" y="440"/>
                    <a:pt x="63" y="440"/>
                  </a:cubicBezTo>
                  <a:cubicBezTo>
                    <a:pt x="62" y="440"/>
                    <a:pt x="61" y="440"/>
                    <a:pt x="60" y="440"/>
                  </a:cubicBezTo>
                  <a:cubicBezTo>
                    <a:pt x="51" y="406"/>
                    <a:pt x="60" y="381"/>
                    <a:pt x="77" y="356"/>
                  </a:cubicBezTo>
                  <a:cubicBezTo>
                    <a:pt x="17" y="254"/>
                    <a:pt x="102" y="0"/>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1"/>
            <p:cNvSpPr/>
            <p:nvPr/>
          </p:nvSpPr>
          <p:spPr>
            <a:xfrm>
              <a:off x="4578850" y="4115275"/>
              <a:ext cx="25" cy="450"/>
            </a:xfrm>
            <a:custGeom>
              <a:rect b="b" l="l" r="r" t="t"/>
              <a:pathLst>
                <a:path extrusionOk="0" h="18" w="1">
                  <a:moveTo>
                    <a:pt x="0" y="18"/>
                  </a:moveTo>
                  <a:cubicBezTo>
                    <a:pt x="0" y="18"/>
                    <a:pt x="0"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1"/>
            <p:cNvSpPr/>
            <p:nvPr/>
          </p:nvSpPr>
          <p:spPr>
            <a:xfrm>
              <a:off x="4571850" y="4116325"/>
              <a:ext cx="4475" cy="23300"/>
            </a:xfrm>
            <a:custGeom>
              <a:rect b="b" l="l" r="r" t="t"/>
              <a:pathLst>
                <a:path extrusionOk="0" h="932" w="179">
                  <a:moveTo>
                    <a:pt x="52" y="779"/>
                  </a:moveTo>
                  <a:lnTo>
                    <a:pt x="52" y="830"/>
                  </a:lnTo>
                  <a:cubicBezTo>
                    <a:pt x="43" y="813"/>
                    <a:pt x="43" y="796"/>
                    <a:pt x="52" y="779"/>
                  </a:cubicBezTo>
                  <a:close/>
                  <a:moveTo>
                    <a:pt x="35" y="9"/>
                  </a:moveTo>
                  <a:cubicBezTo>
                    <a:pt x="26" y="26"/>
                    <a:pt x="35" y="43"/>
                    <a:pt x="35" y="60"/>
                  </a:cubicBezTo>
                  <a:cubicBezTo>
                    <a:pt x="34" y="55"/>
                    <a:pt x="32" y="53"/>
                    <a:pt x="31" y="53"/>
                  </a:cubicBezTo>
                  <a:cubicBezTo>
                    <a:pt x="22" y="53"/>
                    <a:pt x="9" y="124"/>
                    <a:pt x="9" y="153"/>
                  </a:cubicBezTo>
                  <a:cubicBezTo>
                    <a:pt x="26" y="272"/>
                    <a:pt x="26" y="390"/>
                    <a:pt x="26" y="509"/>
                  </a:cubicBezTo>
                  <a:cubicBezTo>
                    <a:pt x="26" y="502"/>
                    <a:pt x="21" y="489"/>
                    <a:pt x="14" y="489"/>
                  </a:cubicBezTo>
                  <a:cubicBezTo>
                    <a:pt x="13" y="489"/>
                    <a:pt x="11" y="490"/>
                    <a:pt x="9" y="492"/>
                  </a:cubicBezTo>
                  <a:cubicBezTo>
                    <a:pt x="9" y="652"/>
                    <a:pt x="1" y="720"/>
                    <a:pt x="9" y="898"/>
                  </a:cubicBezTo>
                  <a:lnTo>
                    <a:pt x="60" y="931"/>
                  </a:lnTo>
                  <a:cubicBezTo>
                    <a:pt x="69" y="931"/>
                    <a:pt x="60" y="898"/>
                    <a:pt x="60" y="855"/>
                  </a:cubicBezTo>
                  <a:lnTo>
                    <a:pt x="60" y="855"/>
                  </a:lnTo>
                  <a:cubicBezTo>
                    <a:pt x="64" y="859"/>
                    <a:pt x="69" y="862"/>
                    <a:pt x="73" y="862"/>
                  </a:cubicBezTo>
                  <a:cubicBezTo>
                    <a:pt x="80" y="862"/>
                    <a:pt x="86" y="855"/>
                    <a:pt x="86" y="830"/>
                  </a:cubicBezTo>
                  <a:cubicBezTo>
                    <a:pt x="101" y="745"/>
                    <a:pt x="67" y="703"/>
                    <a:pt x="61" y="645"/>
                  </a:cubicBezTo>
                  <a:lnTo>
                    <a:pt x="61" y="645"/>
                  </a:lnTo>
                  <a:cubicBezTo>
                    <a:pt x="69" y="588"/>
                    <a:pt x="68" y="523"/>
                    <a:pt x="52" y="466"/>
                  </a:cubicBezTo>
                  <a:cubicBezTo>
                    <a:pt x="56" y="462"/>
                    <a:pt x="59" y="461"/>
                    <a:pt x="61" y="461"/>
                  </a:cubicBezTo>
                  <a:cubicBezTo>
                    <a:pt x="83" y="461"/>
                    <a:pt x="71" y="574"/>
                    <a:pt x="82" y="574"/>
                  </a:cubicBezTo>
                  <a:cubicBezTo>
                    <a:pt x="84" y="574"/>
                    <a:pt x="88" y="567"/>
                    <a:pt x="94" y="551"/>
                  </a:cubicBezTo>
                  <a:lnTo>
                    <a:pt x="94" y="551"/>
                  </a:lnTo>
                  <a:cubicBezTo>
                    <a:pt x="86" y="618"/>
                    <a:pt x="94" y="686"/>
                    <a:pt x="111" y="762"/>
                  </a:cubicBezTo>
                  <a:cubicBezTo>
                    <a:pt x="118" y="689"/>
                    <a:pt x="151" y="622"/>
                    <a:pt x="171" y="622"/>
                  </a:cubicBezTo>
                  <a:cubicBezTo>
                    <a:pt x="174" y="622"/>
                    <a:pt x="176" y="624"/>
                    <a:pt x="179" y="627"/>
                  </a:cubicBezTo>
                  <a:cubicBezTo>
                    <a:pt x="168" y="550"/>
                    <a:pt x="150" y="540"/>
                    <a:pt x="133" y="540"/>
                  </a:cubicBezTo>
                  <a:cubicBezTo>
                    <a:pt x="126" y="540"/>
                    <a:pt x="120" y="541"/>
                    <a:pt x="114" y="541"/>
                  </a:cubicBezTo>
                  <a:cubicBezTo>
                    <a:pt x="98" y="541"/>
                    <a:pt x="84" y="532"/>
                    <a:pt x="77" y="466"/>
                  </a:cubicBezTo>
                  <a:lnTo>
                    <a:pt x="86" y="365"/>
                  </a:lnTo>
                  <a:lnTo>
                    <a:pt x="43" y="322"/>
                  </a:lnTo>
                  <a:cubicBezTo>
                    <a:pt x="43" y="308"/>
                    <a:pt x="45" y="304"/>
                    <a:pt x="48" y="304"/>
                  </a:cubicBezTo>
                  <a:cubicBezTo>
                    <a:pt x="53" y="304"/>
                    <a:pt x="60" y="315"/>
                    <a:pt x="67" y="315"/>
                  </a:cubicBezTo>
                  <a:cubicBezTo>
                    <a:pt x="72" y="315"/>
                    <a:pt x="77" y="304"/>
                    <a:pt x="77" y="263"/>
                  </a:cubicBezTo>
                  <a:cubicBezTo>
                    <a:pt x="52" y="238"/>
                    <a:pt x="69" y="170"/>
                    <a:pt x="60" y="153"/>
                  </a:cubicBezTo>
                  <a:cubicBezTo>
                    <a:pt x="69" y="153"/>
                    <a:pt x="77" y="153"/>
                    <a:pt x="77" y="102"/>
                  </a:cubicBezTo>
                  <a:cubicBezTo>
                    <a:pt x="77" y="102"/>
                    <a:pt x="60" y="102"/>
                    <a:pt x="60" y="69"/>
                  </a:cubicBezTo>
                  <a:cubicBezTo>
                    <a:pt x="66" y="65"/>
                    <a:pt x="71" y="63"/>
                    <a:pt x="74" y="63"/>
                  </a:cubicBezTo>
                  <a:cubicBezTo>
                    <a:pt x="97" y="63"/>
                    <a:pt x="82" y="131"/>
                    <a:pt x="96" y="131"/>
                  </a:cubicBezTo>
                  <a:cubicBezTo>
                    <a:pt x="100" y="131"/>
                    <a:pt x="104" y="128"/>
                    <a:pt x="111" y="119"/>
                  </a:cubicBezTo>
                  <a:cubicBezTo>
                    <a:pt x="111" y="1"/>
                    <a:pt x="69" y="52"/>
                    <a:pt x="52" y="26"/>
                  </a:cubicBezTo>
                  <a:lnTo>
                    <a:pt x="52" y="26"/>
                  </a:lnTo>
                  <a:cubicBezTo>
                    <a:pt x="52" y="35"/>
                    <a:pt x="69" y="52"/>
                    <a:pt x="52" y="52"/>
                  </a:cubicBezTo>
                  <a:cubicBezTo>
                    <a:pt x="35" y="52"/>
                    <a:pt x="52" y="9"/>
                    <a:pt x="35"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1"/>
            <p:cNvSpPr/>
            <p:nvPr/>
          </p:nvSpPr>
          <p:spPr>
            <a:xfrm>
              <a:off x="4729850" y="4140025"/>
              <a:ext cx="450" cy="25"/>
            </a:xfrm>
            <a:custGeom>
              <a:rect b="b" l="l" r="r" t="t"/>
              <a:pathLst>
                <a:path extrusionOk="0" h="1" w="18">
                  <a:moveTo>
                    <a:pt x="0" y="0"/>
                  </a:move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1"/>
            <p:cNvSpPr/>
            <p:nvPr/>
          </p:nvSpPr>
          <p:spPr>
            <a:xfrm>
              <a:off x="4606325" y="4167100"/>
              <a:ext cx="875" cy="25"/>
            </a:xfrm>
            <a:custGeom>
              <a:rect b="b" l="l" r="r" t="t"/>
              <a:pathLst>
                <a:path extrusionOk="0" h="1" w="35">
                  <a:moveTo>
                    <a:pt x="1" y="0"/>
                  </a:moveTo>
                  <a:lnTo>
                    <a:pt x="35" y="0"/>
                  </a:lnTo>
                  <a:cubicBezTo>
                    <a:pt x="26" y="0"/>
                    <a:pt x="9"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1"/>
            <p:cNvSpPr/>
            <p:nvPr/>
          </p:nvSpPr>
          <p:spPr>
            <a:xfrm>
              <a:off x="4624100" y="4160125"/>
              <a:ext cx="1075" cy="650"/>
            </a:xfrm>
            <a:custGeom>
              <a:rect b="b" l="l" r="r" t="t"/>
              <a:pathLst>
                <a:path extrusionOk="0" h="26" w="43">
                  <a:moveTo>
                    <a:pt x="43" y="0"/>
                  </a:moveTo>
                  <a:lnTo>
                    <a:pt x="43" y="0"/>
                  </a:lnTo>
                  <a:cubicBezTo>
                    <a:pt x="26" y="8"/>
                    <a:pt x="9" y="8"/>
                    <a:pt x="0" y="25"/>
                  </a:cubicBez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1"/>
            <p:cNvSpPr/>
            <p:nvPr/>
          </p:nvSpPr>
          <p:spPr>
            <a:xfrm>
              <a:off x="4720125" y="4142775"/>
              <a:ext cx="225" cy="25"/>
            </a:xfrm>
            <a:custGeom>
              <a:rect b="b" l="l" r="r" t="t"/>
              <a:pathLst>
                <a:path extrusionOk="0" h="1" w="9">
                  <a:moveTo>
                    <a:pt x="8" y="0"/>
                  </a:moveTo>
                  <a:lnTo>
                    <a:pt x="8"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1"/>
            <p:cNvSpPr/>
            <p:nvPr/>
          </p:nvSpPr>
          <p:spPr>
            <a:xfrm>
              <a:off x="4660900" y="4156300"/>
              <a:ext cx="875" cy="25"/>
            </a:xfrm>
            <a:custGeom>
              <a:rect b="b" l="l" r="r" t="t"/>
              <a:pathLst>
                <a:path extrusionOk="0" h="1" w="35">
                  <a:moveTo>
                    <a:pt x="0" y="1"/>
                  </a:moveTo>
                  <a:cubicBezTo>
                    <a:pt x="9" y="1"/>
                    <a:pt x="26" y="1"/>
                    <a:pt x="34" y="1"/>
                  </a:cubicBezTo>
                  <a:cubicBezTo>
                    <a:pt x="34" y="1"/>
                    <a:pt x="17"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1"/>
            <p:cNvSpPr/>
            <p:nvPr/>
          </p:nvSpPr>
          <p:spPr>
            <a:xfrm>
              <a:off x="4623900" y="4160750"/>
              <a:ext cx="0" cy="25"/>
            </a:xfrm>
            <a:custGeom>
              <a:rect b="b" l="l" r="r" t="t"/>
              <a:pathLst>
                <a:path extrusionOk="0" h="1" w="0">
                  <a:moveTo>
                    <a:pt x="0" y="0"/>
                  </a:moveTo>
                  <a:lnTo>
                    <a:pt x="0"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1"/>
            <p:cNvSpPr/>
            <p:nvPr/>
          </p:nvSpPr>
          <p:spPr>
            <a:xfrm>
              <a:off x="4598500" y="4164550"/>
              <a:ext cx="450" cy="25"/>
            </a:xfrm>
            <a:custGeom>
              <a:rect b="b" l="l" r="r" t="t"/>
              <a:pathLst>
                <a:path extrusionOk="0" h="1" w="18">
                  <a:moveTo>
                    <a:pt x="18" y="1"/>
                  </a:moveTo>
                  <a:lnTo>
                    <a:pt x="1" y="1"/>
                  </a:lnTo>
                  <a:cubicBezTo>
                    <a:pt x="9" y="1"/>
                    <a:pt x="9" y="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1"/>
            <p:cNvSpPr/>
            <p:nvPr/>
          </p:nvSpPr>
          <p:spPr>
            <a:xfrm>
              <a:off x="4599575" y="4167725"/>
              <a:ext cx="450" cy="25"/>
            </a:xfrm>
            <a:custGeom>
              <a:rect b="b" l="l" r="r" t="t"/>
              <a:pathLst>
                <a:path extrusionOk="0" h="1" w="18">
                  <a:moveTo>
                    <a:pt x="17" y="1"/>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1"/>
            <p:cNvSpPr/>
            <p:nvPr/>
          </p:nvSpPr>
          <p:spPr>
            <a:xfrm>
              <a:off x="4589000" y="4154400"/>
              <a:ext cx="225" cy="1075"/>
            </a:xfrm>
            <a:custGeom>
              <a:rect b="b" l="l" r="r" t="t"/>
              <a:pathLst>
                <a:path extrusionOk="0" h="43" w="9">
                  <a:moveTo>
                    <a:pt x="0" y="1"/>
                  </a:moveTo>
                  <a:cubicBezTo>
                    <a:pt x="0" y="18"/>
                    <a:pt x="0" y="26"/>
                    <a:pt x="9" y="43"/>
                  </a:cubicBez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1"/>
            <p:cNvSpPr/>
            <p:nvPr/>
          </p:nvSpPr>
          <p:spPr>
            <a:xfrm>
              <a:off x="4597450" y="4166875"/>
              <a:ext cx="250" cy="250"/>
            </a:xfrm>
            <a:custGeom>
              <a:rect b="b" l="l" r="r" t="t"/>
              <a:pathLst>
                <a:path extrusionOk="0" h="10" w="10">
                  <a:moveTo>
                    <a:pt x="1" y="1"/>
                  </a:moveTo>
                  <a:lnTo>
                    <a:pt x="1" y="1"/>
                  </a:lnTo>
                  <a:cubicBezTo>
                    <a:pt x="1" y="1"/>
                    <a:pt x="9" y="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1"/>
            <p:cNvSpPr/>
            <p:nvPr/>
          </p:nvSpPr>
          <p:spPr>
            <a:xfrm>
              <a:off x="4737675" y="4141300"/>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1"/>
            <p:cNvSpPr/>
            <p:nvPr/>
          </p:nvSpPr>
          <p:spPr>
            <a:xfrm>
              <a:off x="4739775" y="4138325"/>
              <a:ext cx="875" cy="450"/>
            </a:xfrm>
            <a:custGeom>
              <a:rect b="b" l="l" r="r" t="t"/>
              <a:pathLst>
                <a:path extrusionOk="0" h="18" w="35">
                  <a:moveTo>
                    <a:pt x="35" y="1"/>
                  </a:moveTo>
                  <a:cubicBezTo>
                    <a:pt x="18" y="1"/>
                    <a:pt x="9" y="9"/>
                    <a:pt x="1" y="18"/>
                  </a:cubicBezTo>
                  <a:lnTo>
                    <a:pt x="3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1"/>
            <p:cNvSpPr/>
            <p:nvPr/>
          </p:nvSpPr>
          <p:spPr>
            <a:xfrm>
              <a:off x="4677175" y="4154350"/>
              <a:ext cx="1150" cy="500"/>
            </a:xfrm>
            <a:custGeom>
              <a:rect b="b" l="l" r="r" t="t"/>
              <a:pathLst>
                <a:path extrusionOk="0" h="20" w="46">
                  <a:moveTo>
                    <a:pt x="31" y="0"/>
                  </a:moveTo>
                  <a:cubicBezTo>
                    <a:pt x="24" y="0"/>
                    <a:pt x="14" y="3"/>
                    <a:pt x="1" y="11"/>
                  </a:cubicBezTo>
                  <a:cubicBezTo>
                    <a:pt x="9" y="11"/>
                    <a:pt x="43" y="11"/>
                    <a:pt x="26" y="20"/>
                  </a:cubicBezTo>
                  <a:cubicBezTo>
                    <a:pt x="43" y="14"/>
                    <a:pt x="45" y="0"/>
                    <a:pt x="3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1"/>
            <p:cNvSpPr/>
            <p:nvPr/>
          </p:nvSpPr>
          <p:spPr>
            <a:xfrm>
              <a:off x="4734400" y="4148900"/>
              <a:ext cx="550" cy="450"/>
            </a:xfrm>
            <a:custGeom>
              <a:rect b="b" l="l" r="r" t="t"/>
              <a:pathLst>
                <a:path extrusionOk="0" h="18" w="22">
                  <a:moveTo>
                    <a:pt x="21" y="1"/>
                  </a:moveTo>
                  <a:cubicBezTo>
                    <a:pt x="14" y="1"/>
                    <a:pt x="7" y="7"/>
                    <a:pt x="5" y="13"/>
                  </a:cubicBezTo>
                  <a:lnTo>
                    <a:pt x="5" y="13"/>
                  </a:lnTo>
                  <a:cubicBezTo>
                    <a:pt x="9" y="10"/>
                    <a:pt x="16" y="5"/>
                    <a:pt x="21" y="1"/>
                  </a:cubicBezTo>
                  <a:close/>
                  <a:moveTo>
                    <a:pt x="5" y="13"/>
                  </a:moveTo>
                  <a:lnTo>
                    <a:pt x="5" y="13"/>
                  </a:lnTo>
                  <a:cubicBezTo>
                    <a:pt x="2" y="16"/>
                    <a:pt x="1" y="18"/>
                    <a:pt x="4" y="18"/>
                  </a:cubicBezTo>
                  <a:cubicBezTo>
                    <a:pt x="4" y="16"/>
                    <a:pt x="4" y="15"/>
                    <a:pt x="5" y="1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1"/>
            <p:cNvSpPr/>
            <p:nvPr/>
          </p:nvSpPr>
          <p:spPr>
            <a:xfrm>
              <a:off x="4734925" y="4148475"/>
              <a:ext cx="650" cy="450"/>
            </a:xfrm>
            <a:custGeom>
              <a:rect b="b" l="l" r="r" t="t"/>
              <a:pathLst>
                <a:path extrusionOk="0" h="18" w="26">
                  <a:moveTo>
                    <a:pt x="0" y="18"/>
                  </a:move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1"/>
            <p:cNvSpPr/>
            <p:nvPr/>
          </p:nvSpPr>
          <p:spPr>
            <a:xfrm>
              <a:off x="4671475" y="4165200"/>
              <a:ext cx="450" cy="175"/>
            </a:xfrm>
            <a:custGeom>
              <a:rect b="b" l="l" r="r" t="t"/>
              <a:pathLst>
                <a:path extrusionOk="0" h="7" w="18">
                  <a:moveTo>
                    <a:pt x="0" y="0"/>
                  </a:moveTo>
                  <a:cubicBezTo>
                    <a:pt x="0" y="4"/>
                    <a:pt x="2" y="6"/>
                    <a:pt x="6" y="6"/>
                  </a:cubicBezTo>
                  <a:cubicBezTo>
                    <a:pt x="9" y="6"/>
                    <a:pt x="13" y="4"/>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1"/>
            <p:cNvSpPr/>
            <p:nvPr/>
          </p:nvSpPr>
          <p:spPr>
            <a:xfrm>
              <a:off x="4736825" y="4133475"/>
              <a:ext cx="9125" cy="4875"/>
            </a:xfrm>
            <a:custGeom>
              <a:rect b="b" l="l" r="r" t="t"/>
              <a:pathLst>
                <a:path extrusionOk="0" h="195" w="365">
                  <a:moveTo>
                    <a:pt x="167" y="188"/>
                  </a:moveTo>
                  <a:cubicBezTo>
                    <a:pt x="162" y="189"/>
                    <a:pt x="156" y="191"/>
                    <a:pt x="153" y="195"/>
                  </a:cubicBezTo>
                  <a:cubicBezTo>
                    <a:pt x="158" y="193"/>
                    <a:pt x="162" y="190"/>
                    <a:pt x="167" y="188"/>
                  </a:cubicBezTo>
                  <a:close/>
                  <a:moveTo>
                    <a:pt x="296" y="0"/>
                  </a:moveTo>
                  <a:cubicBezTo>
                    <a:pt x="186" y="42"/>
                    <a:pt x="85" y="102"/>
                    <a:pt x="0" y="178"/>
                  </a:cubicBezTo>
                  <a:cubicBezTo>
                    <a:pt x="68" y="136"/>
                    <a:pt x="144" y="110"/>
                    <a:pt x="220" y="102"/>
                  </a:cubicBezTo>
                  <a:lnTo>
                    <a:pt x="220" y="102"/>
                  </a:lnTo>
                  <a:lnTo>
                    <a:pt x="203" y="136"/>
                  </a:lnTo>
                  <a:cubicBezTo>
                    <a:pt x="136" y="144"/>
                    <a:pt x="76" y="161"/>
                    <a:pt x="17" y="186"/>
                  </a:cubicBezTo>
                  <a:lnTo>
                    <a:pt x="178" y="152"/>
                  </a:lnTo>
                  <a:cubicBezTo>
                    <a:pt x="248" y="152"/>
                    <a:pt x="218" y="167"/>
                    <a:pt x="167" y="188"/>
                  </a:cubicBezTo>
                  <a:lnTo>
                    <a:pt x="167" y="188"/>
                  </a:lnTo>
                  <a:cubicBezTo>
                    <a:pt x="168" y="188"/>
                    <a:pt x="169" y="188"/>
                    <a:pt x="170" y="188"/>
                  </a:cubicBezTo>
                  <a:cubicBezTo>
                    <a:pt x="176" y="188"/>
                    <a:pt x="182" y="190"/>
                    <a:pt x="186" y="195"/>
                  </a:cubicBezTo>
                  <a:cubicBezTo>
                    <a:pt x="186" y="181"/>
                    <a:pt x="281" y="131"/>
                    <a:pt x="255" y="131"/>
                  </a:cubicBezTo>
                  <a:cubicBezTo>
                    <a:pt x="248" y="131"/>
                    <a:pt x="232" y="135"/>
                    <a:pt x="203" y="144"/>
                  </a:cubicBezTo>
                  <a:cubicBezTo>
                    <a:pt x="203" y="110"/>
                    <a:pt x="288" y="102"/>
                    <a:pt x="322" y="76"/>
                  </a:cubicBezTo>
                  <a:cubicBezTo>
                    <a:pt x="288" y="76"/>
                    <a:pt x="330" y="59"/>
                    <a:pt x="322" y="42"/>
                  </a:cubicBezTo>
                  <a:lnTo>
                    <a:pt x="322" y="42"/>
                  </a:lnTo>
                  <a:cubicBezTo>
                    <a:pt x="296" y="59"/>
                    <a:pt x="279" y="76"/>
                    <a:pt x="254" y="76"/>
                  </a:cubicBezTo>
                  <a:cubicBezTo>
                    <a:pt x="237" y="68"/>
                    <a:pt x="279" y="42"/>
                    <a:pt x="313" y="42"/>
                  </a:cubicBezTo>
                  <a:cubicBezTo>
                    <a:pt x="263" y="42"/>
                    <a:pt x="364" y="0"/>
                    <a:pt x="29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1"/>
            <p:cNvSpPr/>
            <p:nvPr/>
          </p:nvSpPr>
          <p:spPr>
            <a:xfrm>
              <a:off x="4740625" y="4145100"/>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1"/>
            <p:cNvSpPr/>
            <p:nvPr/>
          </p:nvSpPr>
          <p:spPr>
            <a:xfrm>
              <a:off x="4574400" y="4156725"/>
              <a:ext cx="450" cy="450"/>
            </a:xfrm>
            <a:custGeom>
              <a:rect b="b" l="l" r="r" t="t"/>
              <a:pathLst>
                <a:path extrusionOk="0" h="18" w="18">
                  <a:moveTo>
                    <a:pt x="1" y="1"/>
                  </a:moveTo>
                  <a:cubicBezTo>
                    <a:pt x="9" y="18"/>
                    <a:pt x="17" y="18"/>
                    <a:pt x="17" y="18"/>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1"/>
            <p:cNvSpPr/>
            <p:nvPr/>
          </p:nvSpPr>
          <p:spPr>
            <a:xfrm>
              <a:off x="4737450" y="4142550"/>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1"/>
            <p:cNvSpPr/>
            <p:nvPr/>
          </p:nvSpPr>
          <p:spPr>
            <a:xfrm>
              <a:off x="4577575" y="416772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1"/>
            <p:cNvSpPr/>
            <p:nvPr/>
          </p:nvSpPr>
          <p:spPr>
            <a:xfrm>
              <a:off x="4592175" y="4162025"/>
              <a:ext cx="25" cy="25"/>
            </a:xfrm>
            <a:custGeom>
              <a:rect b="b" l="l" r="r" t="t"/>
              <a:pathLst>
                <a:path extrusionOk="0" h="1" w="1">
                  <a:moveTo>
                    <a:pt x="0" y="0"/>
                  </a:moveTo>
                  <a:lnTo>
                    <a:pt x="0" y="0"/>
                  </a:lnTo>
                  <a:cubicBezTo>
                    <a:pt x="0" y="0"/>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1"/>
            <p:cNvSpPr/>
            <p:nvPr/>
          </p:nvSpPr>
          <p:spPr>
            <a:xfrm>
              <a:off x="4577575" y="416772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1"/>
            <p:cNvSpPr/>
            <p:nvPr/>
          </p:nvSpPr>
          <p:spPr>
            <a:xfrm>
              <a:off x="4622400" y="4174075"/>
              <a:ext cx="450" cy="225"/>
            </a:xfrm>
            <a:custGeom>
              <a:rect b="b" l="l" r="r" t="t"/>
              <a:pathLst>
                <a:path extrusionOk="0" h="9" w="18">
                  <a:moveTo>
                    <a:pt x="1" y="0"/>
                  </a:moveTo>
                  <a:cubicBezTo>
                    <a:pt x="1" y="0"/>
                    <a:pt x="1" y="6"/>
                    <a:pt x="10" y="8"/>
                  </a:cubicBezTo>
                  <a:lnTo>
                    <a:pt x="10" y="8"/>
                  </a:lnTo>
                  <a:cubicBezTo>
                    <a:pt x="8" y="7"/>
                    <a:pt x="5" y="5"/>
                    <a:pt x="1" y="0"/>
                  </a:cubicBezTo>
                  <a:close/>
                  <a:moveTo>
                    <a:pt x="10" y="8"/>
                  </a:moveTo>
                  <a:cubicBezTo>
                    <a:pt x="12" y="9"/>
                    <a:pt x="14" y="9"/>
                    <a:pt x="18" y="9"/>
                  </a:cubicBezTo>
                  <a:cubicBezTo>
                    <a:pt x="15" y="9"/>
                    <a:pt x="12" y="9"/>
                    <a:pt x="10" y="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1"/>
            <p:cNvSpPr/>
            <p:nvPr/>
          </p:nvSpPr>
          <p:spPr>
            <a:xfrm>
              <a:off x="4614150" y="4174500"/>
              <a:ext cx="250" cy="25"/>
            </a:xfrm>
            <a:custGeom>
              <a:rect b="b" l="l" r="r" t="t"/>
              <a:pathLst>
                <a:path extrusionOk="0" h="1" w="10">
                  <a:moveTo>
                    <a:pt x="9" y="0"/>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1"/>
            <p:cNvSpPr/>
            <p:nvPr/>
          </p:nvSpPr>
          <p:spPr>
            <a:xfrm>
              <a:off x="4673575" y="4151875"/>
              <a:ext cx="875" cy="225"/>
            </a:xfrm>
            <a:custGeom>
              <a:rect b="b" l="l" r="r" t="t"/>
              <a:pathLst>
                <a:path extrusionOk="0" h="9" w="35">
                  <a:moveTo>
                    <a:pt x="35" y="0"/>
                  </a:moveTo>
                  <a:cubicBezTo>
                    <a:pt x="31" y="0"/>
                    <a:pt x="24" y="2"/>
                    <a:pt x="18" y="4"/>
                  </a:cubicBezTo>
                  <a:lnTo>
                    <a:pt x="18" y="4"/>
                  </a:lnTo>
                  <a:lnTo>
                    <a:pt x="35" y="0"/>
                  </a:lnTo>
                  <a:close/>
                  <a:moveTo>
                    <a:pt x="18" y="4"/>
                  </a:moveTo>
                  <a:lnTo>
                    <a:pt x="1" y="9"/>
                  </a:lnTo>
                  <a:cubicBezTo>
                    <a:pt x="5" y="9"/>
                    <a:pt x="12" y="6"/>
                    <a:pt x="18"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1"/>
            <p:cNvSpPr/>
            <p:nvPr/>
          </p:nvSpPr>
          <p:spPr>
            <a:xfrm>
              <a:off x="4576950" y="4167300"/>
              <a:ext cx="425" cy="450"/>
            </a:xfrm>
            <a:custGeom>
              <a:rect b="b" l="l" r="r" t="t"/>
              <a:pathLst>
                <a:path extrusionOk="0" h="18" w="17">
                  <a:moveTo>
                    <a:pt x="17" y="18"/>
                  </a:moveTo>
                  <a:cubicBezTo>
                    <a:pt x="8" y="9"/>
                    <a:pt x="8" y="1"/>
                    <a:pt x="0" y="1"/>
                  </a:cubicBezTo>
                  <a:cubicBezTo>
                    <a:pt x="8" y="1"/>
                    <a:pt x="8" y="9"/>
                    <a:pt x="17" y="1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1"/>
            <p:cNvSpPr/>
            <p:nvPr/>
          </p:nvSpPr>
          <p:spPr>
            <a:xfrm>
              <a:off x="4634450" y="4168575"/>
              <a:ext cx="250" cy="25"/>
            </a:xfrm>
            <a:custGeom>
              <a:rect b="b" l="l" r="r" t="t"/>
              <a:pathLst>
                <a:path extrusionOk="0" h="1" w="10">
                  <a:moveTo>
                    <a:pt x="9" y="0"/>
                  </a:moveTo>
                  <a:lnTo>
                    <a:pt x="1" y="0"/>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1"/>
            <p:cNvSpPr/>
            <p:nvPr/>
          </p:nvSpPr>
          <p:spPr>
            <a:xfrm>
              <a:off x="4633200" y="4166675"/>
              <a:ext cx="10175" cy="2150"/>
            </a:xfrm>
            <a:custGeom>
              <a:rect b="b" l="l" r="r" t="t"/>
              <a:pathLst>
                <a:path extrusionOk="0" h="86" w="407">
                  <a:moveTo>
                    <a:pt x="288" y="0"/>
                  </a:moveTo>
                  <a:cubicBezTo>
                    <a:pt x="254" y="17"/>
                    <a:pt x="186" y="9"/>
                    <a:pt x="161" y="17"/>
                  </a:cubicBezTo>
                  <a:cubicBezTo>
                    <a:pt x="237" y="17"/>
                    <a:pt x="178" y="43"/>
                    <a:pt x="127" y="59"/>
                  </a:cubicBezTo>
                  <a:cubicBezTo>
                    <a:pt x="85" y="59"/>
                    <a:pt x="127" y="34"/>
                    <a:pt x="93" y="34"/>
                  </a:cubicBezTo>
                  <a:lnTo>
                    <a:pt x="0" y="59"/>
                  </a:lnTo>
                  <a:lnTo>
                    <a:pt x="85" y="43"/>
                  </a:lnTo>
                  <a:lnTo>
                    <a:pt x="85" y="43"/>
                  </a:lnTo>
                  <a:lnTo>
                    <a:pt x="59" y="76"/>
                  </a:lnTo>
                  <a:lnTo>
                    <a:pt x="68" y="76"/>
                  </a:lnTo>
                  <a:cubicBezTo>
                    <a:pt x="96" y="70"/>
                    <a:pt x="114" y="67"/>
                    <a:pt x="126" y="67"/>
                  </a:cubicBezTo>
                  <a:cubicBezTo>
                    <a:pt x="159" y="67"/>
                    <a:pt x="146" y="86"/>
                    <a:pt x="168" y="86"/>
                  </a:cubicBezTo>
                  <a:cubicBezTo>
                    <a:pt x="179" y="86"/>
                    <a:pt x="199" y="81"/>
                    <a:pt x="237" y="68"/>
                  </a:cubicBezTo>
                  <a:lnTo>
                    <a:pt x="237" y="68"/>
                  </a:lnTo>
                  <a:cubicBezTo>
                    <a:pt x="237" y="76"/>
                    <a:pt x="229" y="76"/>
                    <a:pt x="229" y="85"/>
                  </a:cubicBezTo>
                  <a:cubicBezTo>
                    <a:pt x="288" y="59"/>
                    <a:pt x="398" y="51"/>
                    <a:pt x="406" y="17"/>
                  </a:cubicBezTo>
                  <a:cubicBezTo>
                    <a:pt x="399" y="17"/>
                    <a:pt x="378" y="19"/>
                    <a:pt x="355" y="19"/>
                  </a:cubicBezTo>
                  <a:cubicBezTo>
                    <a:pt x="320" y="19"/>
                    <a:pt x="283" y="16"/>
                    <a:pt x="28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1"/>
            <p:cNvSpPr/>
            <p:nvPr/>
          </p:nvSpPr>
          <p:spPr>
            <a:xfrm>
              <a:off x="4638275" y="4168775"/>
              <a:ext cx="650" cy="250"/>
            </a:xfrm>
            <a:custGeom>
              <a:rect b="b" l="l" r="r" t="t"/>
              <a:pathLst>
                <a:path extrusionOk="0" h="10" w="26">
                  <a:moveTo>
                    <a:pt x="26" y="1"/>
                  </a:moveTo>
                  <a:cubicBezTo>
                    <a:pt x="17" y="1"/>
                    <a:pt x="9" y="1"/>
                    <a:pt x="0" y="9"/>
                  </a:cubicBezTo>
                  <a:cubicBezTo>
                    <a:pt x="9" y="9"/>
                    <a:pt x="17"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1"/>
            <p:cNvSpPr/>
            <p:nvPr/>
          </p:nvSpPr>
          <p:spPr>
            <a:xfrm>
              <a:off x="4653925" y="4166675"/>
              <a:ext cx="650" cy="450"/>
            </a:xfrm>
            <a:custGeom>
              <a:rect b="b" l="l" r="r" t="t"/>
              <a:pathLst>
                <a:path extrusionOk="0" h="18" w="26">
                  <a:moveTo>
                    <a:pt x="0" y="17"/>
                  </a:move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1"/>
            <p:cNvSpPr/>
            <p:nvPr/>
          </p:nvSpPr>
          <p:spPr>
            <a:xfrm>
              <a:off x="4579100" y="4127975"/>
              <a:ext cx="825" cy="2150"/>
            </a:xfrm>
            <a:custGeom>
              <a:rect b="b" l="l" r="r" t="t"/>
              <a:pathLst>
                <a:path extrusionOk="0" h="86" w="33">
                  <a:moveTo>
                    <a:pt x="32" y="0"/>
                  </a:moveTo>
                  <a:cubicBezTo>
                    <a:pt x="24" y="0"/>
                    <a:pt x="1" y="85"/>
                    <a:pt x="28" y="85"/>
                  </a:cubicBezTo>
                  <a:cubicBezTo>
                    <a:pt x="30" y="85"/>
                    <a:pt x="31" y="85"/>
                    <a:pt x="32" y="85"/>
                  </a:cubicBezTo>
                  <a:lnTo>
                    <a:pt x="32" y="9"/>
                  </a:lnTo>
                  <a:lnTo>
                    <a:pt x="3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1"/>
            <p:cNvSpPr/>
            <p:nvPr/>
          </p:nvSpPr>
          <p:spPr>
            <a:xfrm>
              <a:off x="4692825" y="4154625"/>
              <a:ext cx="675" cy="225"/>
            </a:xfrm>
            <a:custGeom>
              <a:rect b="b" l="l" r="r" t="t"/>
              <a:pathLst>
                <a:path extrusionOk="0" h="9" w="27">
                  <a:moveTo>
                    <a:pt x="26" y="0"/>
                  </a:moveTo>
                  <a:cubicBezTo>
                    <a:pt x="18" y="0"/>
                    <a:pt x="9" y="0"/>
                    <a:pt x="1" y="9"/>
                  </a:cubicBezTo>
                  <a:cubicBezTo>
                    <a:pt x="9" y="9"/>
                    <a:pt x="18" y="0"/>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1"/>
            <p:cNvSpPr/>
            <p:nvPr/>
          </p:nvSpPr>
          <p:spPr>
            <a:xfrm>
              <a:off x="4640375" y="4166450"/>
              <a:ext cx="675" cy="250"/>
            </a:xfrm>
            <a:custGeom>
              <a:rect b="b" l="l" r="r" t="t"/>
              <a:pathLst>
                <a:path extrusionOk="0" h="10" w="27">
                  <a:moveTo>
                    <a:pt x="26" y="1"/>
                  </a:moveTo>
                  <a:cubicBezTo>
                    <a:pt x="18" y="1"/>
                    <a:pt x="9" y="1"/>
                    <a:pt x="1" y="9"/>
                  </a:cubicBezTo>
                  <a:cubicBezTo>
                    <a:pt x="9" y="9"/>
                    <a:pt x="18"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1"/>
            <p:cNvSpPr/>
            <p:nvPr/>
          </p:nvSpPr>
          <p:spPr>
            <a:xfrm>
              <a:off x="4694100" y="4155450"/>
              <a:ext cx="2350" cy="875"/>
            </a:xfrm>
            <a:custGeom>
              <a:rect b="b" l="l" r="r" t="t"/>
              <a:pathLst>
                <a:path extrusionOk="0" h="35" w="94">
                  <a:moveTo>
                    <a:pt x="94" y="1"/>
                  </a:moveTo>
                  <a:cubicBezTo>
                    <a:pt x="68" y="9"/>
                    <a:pt x="34" y="18"/>
                    <a:pt x="1" y="18"/>
                  </a:cubicBezTo>
                  <a:cubicBezTo>
                    <a:pt x="9" y="18"/>
                    <a:pt x="34" y="26"/>
                    <a:pt x="34" y="35"/>
                  </a:cubicBezTo>
                  <a:cubicBezTo>
                    <a:pt x="60" y="26"/>
                    <a:pt x="77" y="18"/>
                    <a:pt x="9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1"/>
            <p:cNvSpPr/>
            <p:nvPr/>
          </p:nvSpPr>
          <p:spPr>
            <a:xfrm>
              <a:off x="4696650" y="415545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1"/>
            <p:cNvSpPr/>
            <p:nvPr/>
          </p:nvSpPr>
          <p:spPr>
            <a:xfrm>
              <a:off x="4572700" y="3970200"/>
              <a:ext cx="171550" cy="209325"/>
            </a:xfrm>
            <a:custGeom>
              <a:rect b="b" l="l" r="r" t="t"/>
              <a:pathLst>
                <a:path extrusionOk="0" h="8373" w="6862">
                  <a:moveTo>
                    <a:pt x="305" y="1388"/>
                  </a:moveTo>
                  <a:cubicBezTo>
                    <a:pt x="305" y="1392"/>
                    <a:pt x="306" y="1396"/>
                    <a:pt x="307" y="1400"/>
                  </a:cubicBezTo>
                  <a:lnTo>
                    <a:pt x="307" y="1400"/>
                  </a:lnTo>
                  <a:cubicBezTo>
                    <a:pt x="306" y="1396"/>
                    <a:pt x="306" y="1392"/>
                    <a:pt x="305" y="1388"/>
                  </a:cubicBezTo>
                  <a:close/>
                  <a:moveTo>
                    <a:pt x="288" y="3841"/>
                  </a:moveTo>
                  <a:cubicBezTo>
                    <a:pt x="288" y="3845"/>
                    <a:pt x="288" y="3845"/>
                    <a:pt x="289" y="3845"/>
                  </a:cubicBezTo>
                  <a:lnTo>
                    <a:pt x="289" y="3845"/>
                  </a:lnTo>
                  <a:cubicBezTo>
                    <a:pt x="289" y="3844"/>
                    <a:pt x="289" y="3843"/>
                    <a:pt x="288" y="3841"/>
                  </a:cubicBezTo>
                  <a:close/>
                  <a:moveTo>
                    <a:pt x="544" y="3877"/>
                  </a:moveTo>
                  <a:cubicBezTo>
                    <a:pt x="543" y="3879"/>
                    <a:pt x="543" y="3881"/>
                    <a:pt x="542" y="3883"/>
                  </a:cubicBezTo>
                  <a:lnTo>
                    <a:pt x="555" y="3896"/>
                  </a:lnTo>
                  <a:lnTo>
                    <a:pt x="555" y="3896"/>
                  </a:lnTo>
                  <a:cubicBezTo>
                    <a:pt x="552" y="3887"/>
                    <a:pt x="547" y="3878"/>
                    <a:pt x="544" y="3877"/>
                  </a:cubicBezTo>
                  <a:close/>
                  <a:moveTo>
                    <a:pt x="555" y="3896"/>
                  </a:moveTo>
                  <a:cubicBezTo>
                    <a:pt x="560" y="3908"/>
                    <a:pt x="564" y="3920"/>
                    <a:pt x="566" y="3920"/>
                  </a:cubicBezTo>
                  <a:cubicBezTo>
                    <a:pt x="567" y="3920"/>
                    <a:pt x="568" y="3917"/>
                    <a:pt x="568" y="3909"/>
                  </a:cubicBezTo>
                  <a:lnTo>
                    <a:pt x="555" y="3896"/>
                  </a:lnTo>
                  <a:close/>
                  <a:moveTo>
                    <a:pt x="280" y="5237"/>
                  </a:moveTo>
                  <a:lnTo>
                    <a:pt x="286" y="5242"/>
                  </a:lnTo>
                  <a:lnTo>
                    <a:pt x="286" y="5242"/>
                  </a:lnTo>
                  <a:cubicBezTo>
                    <a:pt x="285" y="5239"/>
                    <a:pt x="283" y="5237"/>
                    <a:pt x="280" y="5237"/>
                  </a:cubicBezTo>
                  <a:close/>
                  <a:moveTo>
                    <a:pt x="686" y="5694"/>
                  </a:moveTo>
                  <a:lnTo>
                    <a:pt x="686" y="5694"/>
                  </a:lnTo>
                  <a:cubicBezTo>
                    <a:pt x="686" y="5702"/>
                    <a:pt x="685" y="5710"/>
                    <a:pt x="685" y="5718"/>
                  </a:cubicBezTo>
                  <a:lnTo>
                    <a:pt x="685" y="5718"/>
                  </a:lnTo>
                  <a:cubicBezTo>
                    <a:pt x="686" y="5710"/>
                    <a:pt x="686" y="5702"/>
                    <a:pt x="686" y="5694"/>
                  </a:cubicBezTo>
                  <a:close/>
                  <a:moveTo>
                    <a:pt x="238" y="5821"/>
                  </a:moveTo>
                  <a:cubicBezTo>
                    <a:pt x="238" y="5840"/>
                    <a:pt x="238" y="5861"/>
                    <a:pt x="241" y="5874"/>
                  </a:cubicBezTo>
                  <a:lnTo>
                    <a:pt x="241" y="5874"/>
                  </a:lnTo>
                  <a:cubicBezTo>
                    <a:pt x="239" y="5857"/>
                    <a:pt x="238" y="5839"/>
                    <a:pt x="238" y="5821"/>
                  </a:cubicBezTo>
                  <a:close/>
                  <a:moveTo>
                    <a:pt x="6362" y="6793"/>
                  </a:moveTo>
                  <a:cubicBezTo>
                    <a:pt x="6358" y="6793"/>
                    <a:pt x="6355" y="6797"/>
                    <a:pt x="6353" y="6801"/>
                  </a:cubicBezTo>
                  <a:lnTo>
                    <a:pt x="6353" y="6801"/>
                  </a:lnTo>
                  <a:lnTo>
                    <a:pt x="6362" y="6793"/>
                  </a:lnTo>
                  <a:close/>
                  <a:moveTo>
                    <a:pt x="348" y="6785"/>
                  </a:moveTo>
                  <a:lnTo>
                    <a:pt x="348" y="6827"/>
                  </a:lnTo>
                  <a:cubicBezTo>
                    <a:pt x="339" y="6819"/>
                    <a:pt x="339" y="6802"/>
                    <a:pt x="348" y="6785"/>
                  </a:cubicBezTo>
                  <a:close/>
                  <a:moveTo>
                    <a:pt x="6625" y="6844"/>
                  </a:moveTo>
                  <a:lnTo>
                    <a:pt x="6625" y="6844"/>
                  </a:lnTo>
                  <a:cubicBezTo>
                    <a:pt x="6608" y="6854"/>
                    <a:pt x="6591" y="6863"/>
                    <a:pt x="6573" y="6871"/>
                  </a:cubicBezTo>
                  <a:lnTo>
                    <a:pt x="6573" y="6871"/>
                  </a:lnTo>
                  <a:cubicBezTo>
                    <a:pt x="6579" y="6870"/>
                    <a:pt x="6585" y="6870"/>
                    <a:pt x="6591" y="6870"/>
                  </a:cubicBezTo>
                  <a:lnTo>
                    <a:pt x="6591" y="6886"/>
                  </a:lnTo>
                  <a:cubicBezTo>
                    <a:pt x="6599" y="6886"/>
                    <a:pt x="6641" y="6861"/>
                    <a:pt x="6625" y="6844"/>
                  </a:cubicBezTo>
                  <a:close/>
                  <a:moveTo>
                    <a:pt x="6573" y="6871"/>
                  </a:moveTo>
                  <a:cubicBezTo>
                    <a:pt x="6554" y="6873"/>
                    <a:pt x="6538" y="6879"/>
                    <a:pt x="6523" y="6888"/>
                  </a:cubicBezTo>
                  <a:lnTo>
                    <a:pt x="6523" y="6888"/>
                  </a:lnTo>
                  <a:cubicBezTo>
                    <a:pt x="6541" y="6883"/>
                    <a:pt x="6557" y="6877"/>
                    <a:pt x="6573" y="6871"/>
                  </a:cubicBezTo>
                  <a:close/>
                  <a:moveTo>
                    <a:pt x="331" y="6937"/>
                  </a:moveTo>
                  <a:lnTo>
                    <a:pt x="331" y="6980"/>
                  </a:lnTo>
                  <a:lnTo>
                    <a:pt x="314" y="6963"/>
                  </a:lnTo>
                  <a:cubicBezTo>
                    <a:pt x="314" y="6954"/>
                    <a:pt x="322" y="6937"/>
                    <a:pt x="331" y="6937"/>
                  </a:cubicBezTo>
                  <a:close/>
                  <a:moveTo>
                    <a:pt x="6168" y="7114"/>
                  </a:moveTo>
                  <a:lnTo>
                    <a:pt x="6168" y="7114"/>
                  </a:lnTo>
                  <a:cubicBezTo>
                    <a:pt x="6168" y="7114"/>
                    <a:pt x="6168" y="7114"/>
                    <a:pt x="6168" y="7115"/>
                  </a:cubicBezTo>
                  <a:cubicBezTo>
                    <a:pt x="6173" y="7115"/>
                    <a:pt x="6172" y="7114"/>
                    <a:pt x="6168" y="7114"/>
                  </a:cubicBezTo>
                  <a:close/>
                  <a:moveTo>
                    <a:pt x="610" y="7244"/>
                  </a:moveTo>
                  <a:cubicBezTo>
                    <a:pt x="612" y="7250"/>
                    <a:pt x="618" y="7250"/>
                    <a:pt x="618" y="7250"/>
                  </a:cubicBezTo>
                  <a:cubicBezTo>
                    <a:pt x="618" y="7264"/>
                    <a:pt x="618" y="7272"/>
                    <a:pt x="614" y="7275"/>
                  </a:cubicBezTo>
                  <a:lnTo>
                    <a:pt x="614" y="7275"/>
                  </a:lnTo>
                  <a:cubicBezTo>
                    <a:pt x="613" y="7265"/>
                    <a:pt x="611" y="7255"/>
                    <a:pt x="610" y="7244"/>
                  </a:cubicBezTo>
                  <a:close/>
                  <a:moveTo>
                    <a:pt x="626" y="7340"/>
                  </a:moveTo>
                  <a:cubicBezTo>
                    <a:pt x="629" y="7351"/>
                    <a:pt x="632" y="7357"/>
                    <a:pt x="635" y="7360"/>
                  </a:cubicBezTo>
                  <a:cubicBezTo>
                    <a:pt x="632" y="7353"/>
                    <a:pt x="629" y="7346"/>
                    <a:pt x="626" y="7340"/>
                  </a:cubicBezTo>
                  <a:close/>
                  <a:moveTo>
                    <a:pt x="4965" y="7396"/>
                  </a:moveTo>
                  <a:cubicBezTo>
                    <a:pt x="4960" y="7398"/>
                    <a:pt x="4954" y="7400"/>
                    <a:pt x="4950" y="7402"/>
                  </a:cubicBezTo>
                  <a:cubicBezTo>
                    <a:pt x="4955" y="7401"/>
                    <a:pt x="4960" y="7398"/>
                    <a:pt x="4965" y="7396"/>
                  </a:cubicBezTo>
                  <a:close/>
                  <a:moveTo>
                    <a:pt x="4036" y="7419"/>
                  </a:moveTo>
                  <a:cubicBezTo>
                    <a:pt x="4037" y="7420"/>
                    <a:pt x="4038" y="7420"/>
                    <a:pt x="4039" y="7420"/>
                  </a:cubicBezTo>
                  <a:lnTo>
                    <a:pt x="4039" y="7420"/>
                  </a:lnTo>
                  <a:lnTo>
                    <a:pt x="4044" y="7419"/>
                  </a:lnTo>
                  <a:close/>
                  <a:moveTo>
                    <a:pt x="4492" y="7450"/>
                  </a:moveTo>
                  <a:cubicBezTo>
                    <a:pt x="4490" y="7451"/>
                    <a:pt x="4489" y="7453"/>
                    <a:pt x="4486" y="7453"/>
                  </a:cubicBezTo>
                  <a:lnTo>
                    <a:pt x="4486" y="7453"/>
                  </a:lnTo>
                  <a:cubicBezTo>
                    <a:pt x="4488" y="7452"/>
                    <a:pt x="4490" y="7451"/>
                    <a:pt x="4492" y="7450"/>
                  </a:cubicBezTo>
                  <a:close/>
                  <a:moveTo>
                    <a:pt x="3275" y="7512"/>
                  </a:moveTo>
                  <a:cubicBezTo>
                    <a:pt x="3274" y="7512"/>
                    <a:pt x="3274" y="7512"/>
                    <a:pt x="3273" y="7513"/>
                  </a:cubicBezTo>
                  <a:lnTo>
                    <a:pt x="3273" y="7513"/>
                  </a:lnTo>
                  <a:cubicBezTo>
                    <a:pt x="3274" y="7513"/>
                    <a:pt x="3274" y="7512"/>
                    <a:pt x="3275" y="7512"/>
                  </a:cubicBezTo>
                  <a:close/>
                  <a:moveTo>
                    <a:pt x="239" y="7289"/>
                  </a:moveTo>
                  <a:cubicBezTo>
                    <a:pt x="241" y="7289"/>
                    <a:pt x="244" y="7290"/>
                    <a:pt x="246" y="7293"/>
                  </a:cubicBezTo>
                  <a:cubicBezTo>
                    <a:pt x="238" y="7369"/>
                    <a:pt x="314" y="7360"/>
                    <a:pt x="280" y="7436"/>
                  </a:cubicBezTo>
                  <a:cubicBezTo>
                    <a:pt x="282" y="7437"/>
                    <a:pt x="284" y="7438"/>
                    <a:pt x="286" y="7438"/>
                  </a:cubicBezTo>
                  <a:cubicBezTo>
                    <a:pt x="299" y="7438"/>
                    <a:pt x="305" y="7416"/>
                    <a:pt x="305" y="7394"/>
                  </a:cubicBezTo>
                  <a:cubicBezTo>
                    <a:pt x="314" y="7402"/>
                    <a:pt x="322" y="7411"/>
                    <a:pt x="322" y="7411"/>
                  </a:cubicBezTo>
                  <a:cubicBezTo>
                    <a:pt x="331" y="7436"/>
                    <a:pt x="331" y="7462"/>
                    <a:pt x="331" y="7487"/>
                  </a:cubicBezTo>
                  <a:cubicBezTo>
                    <a:pt x="331" y="7512"/>
                    <a:pt x="331" y="7521"/>
                    <a:pt x="322" y="7521"/>
                  </a:cubicBezTo>
                  <a:cubicBezTo>
                    <a:pt x="280" y="7521"/>
                    <a:pt x="272" y="7428"/>
                    <a:pt x="238" y="7402"/>
                  </a:cubicBezTo>
                  <a:cubicBezTo>
                    <a:pt x="230" y="7380"/>
                    <a:pt x="223" y="7289"/>
                    <a:pt x="239" y="7289"/>
                  </a:cubicBezTo>
                  <a:close/>
                  <a:moveTo>
                    <a:pt x="3511" y="7377"/>
                  </a:moveTo>
                  <a:lnTo>
                    <a:pt x="3511" y="7377"/>
                  </a:lnTo>
                  <a:cubicBezTo>
                    <a:pt x="3376" y="7402"/>
                    <a:pt x="3232" y="7419"/>
                    <a:pt x="3089" y="7428"/>
                  </a:cubicBezTo>
                  <a:lnTo>
                    <a:pt x="3114" y="7462"/>
                  </a:lnTo>
                  <a:cubicBezTo>
                    <a:pt x="3086" y="7474"/>
                    <a:pt x="3072" y="7478"/>
                    <a:pt x="3065" y="7478"/>
                  </a:cubicBezTo>
                  <a:cubicBezTo>
                    <a:pt x="3046" y="7478"/>
                    <a:pt x="3088" y="7442"/>
                    <a:pt x="3050" y="7442"/>
                  </a:cubicBezTo>
                  <a:cubicBezTo>
                    <a:pt x="3045" y="7442"/>
                    <a:pt x="3038" y="7443"/>
                    <a:pt x="3029" y="7445"/>
                  </a:cubicBezTo>
                  <a:lnTo>
                    <a:pt x="2987" y="7479"/>
                  </a:lnTo>
                  <a:lnTo>
                    <a:pt x="2919" y="7521"/>
                  </a:lnTo>
                  <a:cubicBezTo>
                    <a:pt x="2970" y="7512"/>
                    <a:pt x="2945" y="7496"/>
                    <a:pt x="2995" y="7496"/>
                  </a:cubicBezTo>
                  <a:cubicBezTo>
                    <a:pt x="3047" y="7496"/>
                    <a:pt x="3015" y="7515"/>
                    <a:pt x="3000" y="7537"/>
                  </a:cubicBezTo>
                  <a:lnTo>
                    <a:pt x="3000" y="7537"/>
                  </a:lnTo>
                  <a:cubicBezTo>
                    <a:pt x="3013" y="7531"/>
                    <a:pt x="3029" y="7528"/>
                    <a:pt x="3029" y="7512"/>
                  </a:cubicBezTo>
                  <a:cubicBezTo>
                    <a:pt x="3037" y="7513"/>
                    <a:pt x="3045" y="7513"/>
                    <a:pt x="3052" y="7513"/>
                  </a:cubicBezTo>
                  <a:cubicBezTo>
                    <a:pt x="3176" y="7513"/>
                    <a:pt x="3131" y="7444"/>
                    <a:pt x="3292" y="7436"/>
                  </a:cubicBezTo>
                  <a:cubicBezTo>
                    <a:pt x="3297" y="7448"/>
                    <a:pt x="3305" y="7452"/>
                    <a:pt x="3315" y="7452"/>
                  </a:cubicBezTo>
                  <a:cubicBezTo>
                    <a:pt x="3348" y="7452"/>
                    <a:pt x="3403" y="7407"/>
                    <a:pt x="3442" y="7407"/>
                  </a:cubicBezTo>
                  <a:cubicBezTo>
                    <a:pt x="3452" y="7407"/>
                    <a:pt x="3462" y="7411"/>
                    <a:pt x="3469" y="7419"/>
                  </a:cubicBezTo>
                  <a:cubicBezTo>
                    <a:pt x="3402" y="7428"/>
                    <a:pt x="3325" y="7487"/>
                    <a:pt x="3334" y="7487"/>
                  </a:cubicBezTo>
                  <a:cubicBezTo>
                    <a:pt x="3402" y="7470"/>
                    <a:pt x="3461" y="7453"/>
                    <a:pt x="3528" y="7445"/>
                  </a:cubicBezTo>
                  <a:cubicBezTo>
                    <a:pt x="3486" y="7436"/>
                    <a:pt x="3486" y="7402"/>
                    <a:pt x="3511" y="7377"/>
                  </a:cubicBezTo>
                  <a:close/>
                  <a:moveTo>
                    <a:pt x="2732" y="7545"/>
                  </a:moveTo>
                  <a:lnTo>
                    <a:pt x="2732" y="7545"/>
                  </a:lnTo>
                  <a:cubicBezTo>
                    <a:pt x="2729" y="7546"/>
                    <a:pt x="2727" y="7546"/>
                    <a:pt x="2725" y="7546"/>
                  </a:cubicBezTo>
                  <a:cubicBezTo>
                    <a:pt x="2727" y="7546"/>
                    <a:pt x="2729" y="7546"/>
                    <a:pt x="2732" y="7545"/>
                  </a:cubicBezTo>
                  <a:close/>
                  <a:moveTo>
                    <a:pt x="3000" y="7537"/>
                  </a:moveTo>
                  <a:lnTo>
                    <a:pt x="3000" y="7537"/>
                  </a:lnTo>
                  <a:cubicBezTo>
                    <a:pt x="2995" y="7539"/>
                    <a:pt x="2991" y="7542"/>
                    <a:pt x="2989" y="7547"/>
                  </a:cubicBezTo>
                  <a:lnTo>
                    <a:pt x="2989" y="7547"/>
                  </a:lnTo>
                  <a:cubicBezTo>
                    <a:pt x="2991" y="7546"/>
                    <a:pt x="2994" y="7546"/>
                    <a:pt x="2995" y="7546"/>
                  </a:cubicBezTo>
                  <a:cubicBezTo>
                    <a:pt x="2996" y="7543"/>
                    <a:pt x="2998" y="7540"/>
                    <a:pt x="3000" y="7537"/>
                  </a:cubicBezTo>
                  <a:close/>
                  <a:moveTo>
                    <a:pt x="2268" y="7589"/>
                  </a:moveTo>
                  <a:lnTo>
                    <a:pt x="2204" y="7605"/>
                  </a:lnTo>
                  <a:lnTo>
                    <a:pt x="2204" y="7605"/>
                  </a:lnTo>
                  <a:cubicBezTo>
                    <a:pt x="2228" y="7604"/>
                    <a:pt x="2250" y="7602"/>
                    <a:pt x="2268" y="7589"/>
                  </a:cubicBezTo>
                  <a:close/>
                  <a:moveTo>
                    <a:pt x="4890" y="7648"/>
                  </a:moveTo>
                  <a:lnTo>
                    <a:pt x="4890" y="7648"/>
                  </a:lnTo>
                  <a:cubicBezTo>
                    <a:pt x="4885" y="7650"/>
                    <a:pt x="4882" y="7651"/>
                    <a:pt x="4881" y="7653"/>
                  </a:cubicBezTo>
                  <a:lnTo>
                    <a:pt x="4881" y="7653"/>
                  </a:lnTo>
                  <a:cubicBezTo>
                    <a:pt x="4883" y="7651"/>
                    <a:pt x="4887" y="7650"/>
                    <a:pt x="4890" y="7648"/>
                  </a:cubicBezTo>
                  <a:close/>
                  <a:moveTo>
                    <a:pt x="5043" y="7335"/>
                  </a:moveTo>
                  <a:lnTo>
                    <a:pt x="5017" y="7360"/>
                  </a:lnTo>
                  <a:cubicBezTo>
                    <a:pt x="4997" y="7373"/>
                    <a:pt x="4983" y="7387"/>
                    <a:pt x="4965" y="7396"/>
                  </a:cubicBezTo>
                  <a:lnTo>
                    <a:pt x="4965" y="7396"/>
                  </a:lnTo>
                  <a:cubicBezTo>
                    <a:pt x="4974" y="7393"/>
                    <a:pt x="4983" y="7391"/>
                    <a:pt x="4992" y="7391"/>
                  </a:cubicBezTo>
                  <a:cubicBezTo>
                    <a:pt x="4998" y="7391"/>
                    <a:pt x="5004" y="7392"/>
                    <a:pt x="5009" y="7394"/>
                  </a:cubicBezTo>
                  <a:lnTo>
                    <a:pt x="4890" y="7479"/>
                  </a:lnTo>
                  <a:lnTo>
                    <a:pt x="4890" y="7479"/>
                  </a:lnTo>
                  <a:cubicBezTo>
                    <a:pt x="4958" y="7470"/>
                    <a:pt x="4958" y="7419"/>
                    <a:pt x="5043" y="7402"/>
                  </a:cubicBezTo>
                  <a:lnTo>
                    <a:pt x="5043" y="7402"/>
                  </a:lnTo>
                  <a:cubicBezTo>
                    <a:pt x="5043" y="7436"/>
                    <a:pt x="5051" y="7453"/>
                    <a:pt x="4975" y="7504"/>
                  </a:cubicBezTo>
                  <a:cubicBezTo>
                    <a:pt x="4966" y="7505"/>
                    <a:pt x="4960" y="7505"/>
                    <a:pt x="4955" y="7505"/>
                  </a:cubicBezTo>
                  <a:cubicBezTo>
                    <a:pt x="4914" y="7505"/>
                    <a:pt x="4970" y="7479"/>
                    <a:pt x="4933" y="7479"/>
                  </a:cubicBezTo>
                  <a:cubicBezTo>
                    <a:pt x="4916" y="7495"/>
                    <a:pt x="4902" y="7499"/>
                    <a:pt x="4888" y="7499"/>
                  </a:cubicBezTo>
                  <a:cubicBezTo>
                    <a:pt x="4874" y="7499"/>
                    <a:pt x="4860" y="7495"/>
                    <a:pt x="4847" y="7495"/>
                  </a:cubicBezTo>
                  <a:cubicBezTo>
                    <a:pt x="4831" y="7495"/>
                    <a:pt x="4815" y="7500"/>
                    <a:pt x="4797" y="7521"/>
                  </a:cubicBezTo>
                  <a:cubicBezTo>
                    <a:pt x="4777" y="7528"/>
                    <a:pt x="4764" y="7530"/>
                    <a:pt x="4754" y="7530"/>
                  </a:cubicBezTo>
                  <a:cubicBezTo>
                    <a:pt x="4727" y="7530"/>
                    <a:pt x="4731" y="7510"/>
                    <a:pt x="4713" y="7504"/>
                  </a:cubicBezTo>
                  <a:cubicBezTo>
                    <a:pt x="4789" y="7487"/>
                    <a:pt x="4670" y="7487"/>
                    <a:pt x="4763" y="7453"/>
                  </a:cubicBezTo>
                  <a:cubicBezTo>
                    <a:pt x="4687" y="7453"/>
                    <a:pt x="4721" y="7504"/>
                    <a:pt x="4653" y="7504"/>
                  </a:cubicBezTo>
                  <a:lnTo>
                    <a:pt x="4637" y="7470"/>
                  </a:lnTo>
                  <a:cubicBezTo>
                    <a:pt x="4544" y="7479"/>
                    <a:pt x="4459" y="7496"/>
                    <a:pt x="4374" y="7529"/>
                  </a:cubicBezTo>
                  <a:cubicBezTo>
                    <a:pt x="4442" y="7538"/>
                    <a:pt x="4340" y="7563"/>
                    <a:pt x="4357" y="7580"/>
                  </a:cubicBezTo>
                  <a:cubicBezTo>
                    <a:pt x="4362" y="7560"/>
                    <a:pt x="4396" y="7552"/>
                    <a:pt x="4424" y="7552"/>
                  </a:cubicBezTo>
                  <a:cubicBezTo>
                    <a:pt x="4443" y="7552"/>
                    <a:pt x="4459" y="7556"/>
                    <a:pt x="4459" y="7563"/>
                  </a:cubicBezTo>
                  <a:cubicBezTo>
                    <a:pt x="4391" y="7589"/>
                    <a:pt x="4324" y="7605"/>
                    <a:pt x="4247" y="7614"/>
                  </a:cubicBezTo>
                  <a:lnTo>
                    <a:pt x="4357" y="7614"/>
                  </a:lnTo>
                  <a:cubicBezTo>
                    <a:pt x="4324" y="7639"/>
                    <a:pt x="4205" y="7707"/>
                    <a:pt x="4205" y="7707"/>
                  </a:cubicBezTo>
                  <a:cubicBezTo>
                    <a:pt x="4177" y="7707"/>
                    <a:pt x="4141" y="7711"/>
                    <a:pt x="4113" y="7711"/>
                  </a:cubicBezTo>
                  <a:cubicBezTo>
                    <a:pt x="4099" y="7711"/>
                    <a:pt x="4087" y="7710"/>
                    <a:pt x="4078" y="7707"/>
                  </a:cubicBezTo>
                  <a:lnTo>
                    <a:pt x="4146" y="7665"/>
                  </a:lnTo>
                  <a:lnTo>
                    <a:pt x="4180" y="7682"/>
                  </a:lnTo>
                  <a:lnTo>
                    <a:pt x="4214" y="7639"/>
                  </a:lnTo>
                  <a:lnTo>
                    <a:pt x="4214" y="7639"/>
                  </a:lnTo>
                  <a:cubicBezTo>
                    <a:pt x="4189" y="7643"/>
                    <a:pt x="4165" y="7645"/>
                    <a:pt x="4140" y="7645"/>
                  </a:cubicBezTo>
                  <a:cubicBezTo>
                    <a:pt x="4105" y="7645"/>
                    <a:pt x="4071" y="7641"/>
                    <a:pt x="4036" y="7631"/>
                  </a:cubicBezTo>
                  <a:cubicBezTo>
                    <a:pt x="4191" y="7590"/>
                    <a:pt x="4338" y="7534"/>
                    <a:pt x="4484" y="7454"/>
                  </a:cubicBezTo>
                  <a:lnTo>
                    <a:pt x="4484" y="7454"/>
                  </a:lnTo>
                  <a:lnTo>
                    <a:pt x="4484" y="7462"/>
                  </a:lnTo>
                  <a:cubicBezTo>
                    <a:pt x="4594" y="7436"/>
                    <a:pt x="4603" y="7428"/>
                    <a:pt x="4679" y="7394"/>
                  </a:cubicBezTo>
                  <a:lnTo>
                    <a:pt x="4679" y="7394"/>
                  </a:lnTo>
                  <a:lnTo>
                    <a:pt x="4653" y="7411"/>
                  </a:lnTo>
                  <a:cubicBezTo>
                    <a:pt x="4657" y="7414"/>
                    <a:pt x="4662" y="7415"/>
                    <a:pt x="4668" y="7415"/>
                  </a:cubicBezTo>
                  <a:cubicBezTo>
                    <a:pt x="4696" y="7415"/>
                    <a:pt x="4751" y="7389"/>
                    <a:pt x="4806" y="7369"/>
                  </a:cubicBezTo>
                  <a:cubicBezTo>
                    <a:pt x="4820" y="7355"/>
                    <a:pt x="4845" y="7341"/>
                    <a:pt x="4872" y="7341"/>
                  </a:cubicBezTo>
                  <a:cubicBezTo>
                    <a:pt x="4878" y="7341"/>
                    <a:pt x="4884" y="7342"/>
                    <a:pt x="4890" y="7343"/>
                  </a:cubicBezTo>
                  <a:lnTo>
                    <a:pt x="4882" y="7360"/>
                  </a:lnTo>
                  <a:cubicBezTo>
                    <a:pt x="4933" y="7360"/>
                    <a:pt x="4992" y="7352"/>
                    <a:pt x="5043" y="7335"/>
                  </a:cubicBezTo>
                  <a:close/>
                  <a:moveTo>
                    <a:pt x="2200" y="7589"/>
                  </a:moveTo>
                  <a:cubicBezTo>
                    <a:pt x="2150" y="7605"/>
                    <a:pt x="2099" y="7622"/>
                    <a:pt x="2048" y="7622"/>
                  </a:cubicBezTo>
                  <a:cubicBezTo>
                    <a:pt x="1997" y="7665"/>
                    <a:pt x="1938" y="7682"/>
                    <a:pt x="1870" y="7690"/>
                  </a:cubicBezTo>
                  <a:cubicBezTo>
                    <a:pt x="1849" y="7712"/>
                    <a:pt x="1816" y="7717"/>
                    <a:pt x="1781" y="7717"/>
                  </a:cubicBezTo>
                  <a:cubicBezTo>
                    <a:pt x="1739" y="7717"/>
                    <a:pt x="1693" y="7709"/>
                    <a:pt x="1660" y="7709"/>
                  </a:cubicBezTo>
                  <a:cubicBezTo>
                    <a:pt x="1646" y="7709"/>
                    <a:pt x="1633" y="7710"/>
                    <a:pt x="1625" y="7715"/>
                  </a:cubicBezTo>
                  <a:cubicBezTo>
                    <a:pt x="1615" y="7738"/>
                    <a:pt x="1629" y="7745"/>
                    <a:pt x="1652" y="7745"/>
                  </a:cubicBezTo>
                  <a:cubicBezTo>
                    <a:pt x="1684" y="7745"/>
                    <a:pt x="1735" y="7731"/>
                    <a:pt x="1765" y="7731"/>
                  </a:cubicBezTo>
                  <a:cubicBezTo>
                    <a:pt x="1770" y="7731"/>
                    <a:pt x="1774" y="7732"/>
                    <a:pt x="1777" y="7732"/>
                  </a:cubicBezTo>
                  <a:cubicBezTo>
                    <a:pt x="1735" y="7766"/>
                    <a:pt x="1684" y="7741"/>
                    <a:pt x="1727" y="7766"/>
                  </a:cubicBezTo>
                  <a:cubicBezTo>
                    <a:pt x="1705" y="7773"/>
                    <a:pt x="1689" y="7776"/>
                    <a:pt x="1677" y="7776"/>
                  </a:cubicBezTo>
                  <a:cubicBezTo>
                    <a:pt x="1648" y="7776"/>
                    <a:pt x="1643" y="7760"/>
                    <a:pt x="1624" y="7760"/>
                  </a:cubicBezTo>
                  <a:cubicBezTo>
                    <a:pt x="1614" y="7760"/>
                    <a:pt x="1602" y="7764"/>
                    <a:pt x="1583" y="7775"/>
                  </a:cubicBezTo>
                  <a:lnTo>
                    <a:pt x="1625" y="7775"/>
                  </a:lnTo>
                  <a:cubicBezTo>
                    <a:pt x="1600" y="7809"/>
                    <a:pt x="1532" y="7800"/>
                    <a:pt x="1490" y="7825"/>
                  </a:cubicBezTo>
                  <a:cubicBezTo>
                    <a:pt x="1490" y="7835"/>
                    <a:pt x="1495" y="7839"/>
                    <a:pt x="1505" y="7839"/>
                  </a:cubicBezTo>
                  <a:cubicBezTo>
                    <a:pt x="1529" y="7839"/>
                    <a:pt x="1579" y="7817"/>
                    <a:pt x="1633" y="7817"/>
                  </a:cubicBezTo>
                  <a:lnTo>
                    <a:pt x="1600" y="7851"/>
                  </a:lnTo>
                  <a:lnTo>
                    <a:pt x="1743" y="7800"/>
                  </a:lnTo>
                  <a:cubicBezTo>
                    <a:pt x="1786" y="7749"/>
                    <a:pt x="1743" y="7758"/>
                    <a:pt x="1828" y="7715"/>
                  </a:cubicBezTo>
                  <a:cubicBezTo>
                    <a:pt x="1862" y="7727"/>
                    <a:pt x="1889" y="7750"/>
                    <a:pt x="1897" y="7774"/>
                  </a:cubicBezTo>
                  <a:lnTo>
                    <a:pt x="1897" y="7774"/>
                  </a:lnTo>
                  <a:cubicBezTo>
                    <a:pt x="1964" y="7732"/>
                    <a:pt x="2032" y="7707"/>
                    <a:pt x="2107" y="7707"/>
                  </a:cubicBezTo>
                  <a:lnTo>
                    <a:pt x="2073" y="7724"/>
                  </a:lnTo>
                  <a:cubicBezTo>
                    <a:pt x="2116" y="7724"/>
                    <a:pt x="2166" y="7707"/>
                    <a:pt x="2200" y="7673"/>
                  </a:cubicBezTo>
                  <a:cubicBezTo>
                    <a:pt x="2200" y="7682"/>
                    <a:pt x="2209" y="7690"/>
                    <a:pt x="2217" y="7690"/>
                  </a:cubicBezTo>
                  <a:cubicBezTo>
                    <a:pt x="2285" y="7673"/>
                    <a:pt x="2319" y="7639"/>
                    <a:pt x="2276" y="7622"/>
                  </a:cubicBezTo>
                  <a:lnTo>
                    <a:pt x="2276" y="7622"/>
                  </a:lnTo>
                  <a:lnTo>
                    <a:pt x="2259" y="7639"/>
                  </a:lnTo>
                  <a:lnTo>
                    <a:pt x="2209" y="7614"/>
                  </a:lnTo>
                  <a:cubicBezTo>
                    <a:pt x="2192" y="7673"/>
                    <a:pt x="2056" y="7665"/>
                    <a:pt x="1980" y="7699"/>
                  </a:cubicBezTo>
                  <a:cubicBezTo>
                    <a:pt x="2022" y="7677"/>
                    <a:pt x="2053" y="7633"/>
                    <a:pt x="2106" y="7633"/>
                  </a:cubicBezTo>
                  <a:cubicBezTo>
                    <a:pt x="2116" y="7633"/>
                    <a:pt x="2128" y="7635"/>
                    <a:pt x="2141" y="7639"/>
                  </a:cubicBezTo>
                  <a:lnTo>
                    <a:pt x="2133" y="7614"/>
                  </a:lnTo>
                  <a:cubicBezTo>
                    <a:pt x="2156" y="7606"/>
                    <a:pt x="2179" y="7606"/>
                    <a:pt x="2200" y="7605"/>
                  </a:cubicBezTo>
                  <a:lnTo>
                    <a:pt x="2200" y="7605"/>
                  </a:lnTo>
                  <a:lnTo>
                    <a:pt x="2200" y="7605"/>
                  </a:lnTo>
                  <a:lnTo>
                    <a:pt x="2204" y="7605"/>
                  </a:lnTo>
                  <a:lnTo>
                    <a:pt x="2204" y="7605"/>
                  </a:lnTo>
                  <a:cubicBezTo>
                    <a:pt x="2203" y="7605"/>
                    <a:pt x="2202" y="7605"/>
                    <a:pt x="2200" y="7605"/>
                  </a:cubicBezTo>
                  <a:lnTo>
                    <a:pt x="2200" y="7605"/>
                  </a:lnTo>
                  <a:lnTo>
                    <a:pt x="2200" y="7589"/>
                  </a:lnTo>
                  <a:close/>
                  <a:moveTo>
                    <a:pt x="2395" y="7869"/>
                  </a:moveTo>
                  <a:cubicBezTo>
                    <a:pt x="2389" y="7871"/>
                    <a:pt x="2384" y="7874"/>
                    <a:pt x="2378" y="7876"/>
                  </a:cubicBezTo>
                  <a:cubicBezTo>
                    <a:pt x="2385" y="7873"/>
                    <a:pt x="2390" y="7871"/>
                    <a:pt x="2395" y="7869"/>
                  </a:cubicBezTo>
                  <a:close/>
                  <a:moveTo>
                    <a:pt x="3258" y="7885"/>
                  </a:moveTo>
                  <a:cubicBezTo>
                    <a:pt x="3254" y="7885"/>
                    <a:pt x="3252" y="7886"/>
                    <a:pt x="3251" y="7888"/>
                  </a:cubicBezTo>
                  <a:lnTo>
                    <a:pt x="3251" y="7888"/>
                  </a:lnTo>
                  <a:cubicBezTo>
                    <a:pt x="3253" y="7887"/>
                    <a:pt x="3255" y="7886"/>
                    <a:pt x="3258" y="7885"/>
                  </a:cubicBezTo>
                  <a:close/>
                  <a:moveTo>
                    <a:pt x="466" y="7605"/>
                  </a:moveTo>
                  <a:cubicBezTo>
                    <a:pt x="483" y="7707"/>
                    <a:pt x="517" y="7809"/>
                    <a:pt x="585" y="7885"/>
                  </a:cubicBezTo>
                  <a:cubicBezTo>
                    <a:pt x="585" y="7885"/>
                    <a:pt x="585" y="7876"/>
                    <a:pt x="585" y="7868"/>
                  </a:cubicBezTo>
                  <a:cubicBezTo>
                    <a:pt x="601" y="7893"/>
                    <a:pt x="635" y="7902"/>
                    <a:pt x="635" y="7927"/>
                  </a:cubicBezTo>
                  <a:cubicBezTo>
                    <a:pt x="601" y="7927"/>
                    <a:pt x="559" y="7910"/>
                    <a:pt x="534" y="7893"/>
                  </a:cubicBezTo>
                  <a:cubicBezTo>
                    <a:pt x="483" y="7876"/>
                    <a:pt x="441" y="7842"/>
                    <a:pt x="398" y="7809"/>
                  </a:cubicBezTo>
                  <a:cubicBezTo>
                    <a:pt x="365" y="7749"/>
                    <a:pt x="348" y="7682"/>
                    <a:pt x="339" y="7614"/>
                  </a:cubicBezTo>
                  <a:lnTo>
                    <a:pt x="339" y="7614"/>
                  </a:lnTo>
                  <a:lnTo>
                    <a:pt x="348" y="7639"/>
                  </a:lnTo>
                  <a:cubicBezTo>
                    <a:pt x="389" y="7776"/>
                    <a:pt x="430" y="7825"/>
                    <a:pt x="448" y="7825"/>
                  </a:cubicBezTo>
                  <a:cubicBezTo>
                    <a:pt x="453" y="7825"/>
                    <a:pt x="456" y="7822"/>
                    <a:pt x="458" y="7817"/>
                  </a:cubicBezTo>
                  <a:cubicBezTo>
                    <a:pt x="466" y="7792"/>
                    <a:pt x="449" y="7707"/>
                    <a:pt x="466" y="7605"/>
                  </a:cubicBezTo>
                  <a:close/>
                  <a:moveTo>
                    <a:pt x="568" y="8012"/>
                  </a:moveTo>
                  <a:lnTo>
                    <a:pt x="568" y="8012"/>
                  </a:lnTo>
                  <a:cubicBezTo>
                    <a:pt x="593" y="8020"/>
                    <a:pt x="610" y="8037"/>
                    <a:pt x="635" y="8045"/>
                  </a:cubicBezTo>
                  <a:cubicBezTo>
                    <a:pt x="627" y="8049"/>
                    <a:pt x="623" y="8055"/>
                    <a:pt x="616" y="8055"/>
                  </a:cubicBezTo>
                  <a:cubicBezTo>
                    <a:pt x="608" y="8055"/>
                    <a:pt x="596" y="8048"/>
                    <a:pt x="572" y="8024"/>
                  </a:cubicBezTo>
                  <a:lnTo>
                    <a:pt x="572" y="8024"/>
                  </a:lnTo>
                  <a:cubicBezTo>
                    <a:pt x="576" y="8020"/>
                    <a:pt x="574" y="8018"/>
                    <a:pt x="568" y="8012"/>
                  </a:cubicBezTo>
                  <a:close/>
                  <a:moveTo>
                    <a:pt x="3943" y="7605"/>
                  </a:moveTo>
                  <a:cubicBezTo>
                    <a:pt x="3892" y="7631"/>
                    <a:pt x="3884" y="7648"/>
                    <a:pt x="3909" y="7656"/>
                  </a:cubicBezTo>
                  <a:cubicBezTo>
                    <a:pt x="3892" y="7665"/>
                    <a:pt x="3875" y="7673"/>
                    <a:pt x="3841" y="7690"/>
                  </a:cubicBezTo>
                  <a:cubicBezTo>
                    <a:pt x="3824" y="7696"/>
                    <a:pt x="3779" y="7710"/>
                    <a:pt x="3747" y="7710"/>
                  </a:cubicBezTo>
                  <a:cubicBezTo>
                    <a:pt x="3732" y="7710"/>
                    <a:pt x="3720" y="7707"/>
                    <a:pt x="3715" y="7699"/>
                  </a:cubicBezTo>
                  <a:cubicBezTo>
                    <a:pt x="3782" y="7682"/>
                    <a:pt x="3774" y="7682"/>
                    <a:pt x="3740" y="7673"/>
                  </a:cubicBezTo>
                  <a:lnTo>
                    <a:pt x="3740" y="7673"/>
                  </a:lnTo>
                  <a:cubicBezTo>
                    <a:pt x="3681" y="7707"/>
                    <a:pt x="3562" y="7715"/>
                    <a:pt x="3579" y="7758"/>
                  </a:cubicBezTo>
                  <a:cubicBezTo>
                    <a:pt x="3548" y="7763"/>
                    <a:pt x="3534" y="7765"/>
                    <a:pt x="3527" y="7765"/>
                  </a:cubicBezTo>
                  <a:cubicBezTo>
                    <a:pt x="3511" y="7765"/>
                    <a:pt x="3523" y="7758"/>
                    <a:pt x="3478" y="7758"/>
                  </a:cubicBezTo>
                  <a:cubicBezTo>
                    <a:pt x="3469" y="7741"/>
                    <a:pt x="3495" y="7732"/>
                    <a:pt x="3511" y="7715"/>
                  </a:cubicBezTo>
                  <a:lnTo>
                    <a:pt x="3511" y="7715"/>
                  </a:lnTo>
                  <a:lnTo>
                    <a:pt x="3258" y="7783"/>
                  </a:lnTo>
                  <a:cubicBezTo>
                    <a:pt x="3249" y="7817"/>
                    <a:pt x="3427" y="7775"/>
                    <a:pt x="3342" y="7834"/>
                  </a:cubicBezTo>
                  <a:cubicBezTo>
                    <a:pt x="3325" y="7851"/>
                    <a:pt x="3342" y="7893"/>
                    <a:pt x="3249" y="7893"/>
                  </a:cubicBezTo>
                  <a:cubicBezTo>
                    <a:pt x="3249" y="7893"/>
                    <a:pt x="3249" y="7890"/>
                    <a:pt x="3251" y="7888"/>
                  </a:cubicBezTo>
                  <a:lnTo>
                    <a:pt x="3251" y="7888"/>
                  </a:lnTo>
                  <a:cubicBezTo>
                    <a:pt x="3238" y="7894"/>
                    <a:pt x="3228" y="7895"/>
                    <a:pt x="3218" y="7895"/>
                  </a:cubicBezTo>
                  <a:cubicBezTo>
                    <a:pt x="3205" y="7895"/>
                    <a:pt x="3190" y="7893"/>
                    <a:pt x="3165" y="7893"/>
                  </a:cubicBezTo>
                  <a:cubicBezTo>
                    <a:pt x="3148" y="7868"/>
                    <a:pt x="3215" y="7859"/>
                    <a:pt x="3241" y="7834"/>
                  </a:cubicBezTo>
                  <a:lnTo>
                    <a:pt x="3241" y="7834"/>
                  </a:lnTo>
                  <a:cubicBezTo>
                    <a:pt x="3215" y="7851"/>
                    <a:pt x="3182" y="7859"/>
                    <a:pt x="3156" y="7868"/>
                  </a:cubicBezTo>
                  <a:lnTo>
                    <a:pt x="3156" y="7859"/>
                  </a:lnTo>
                  <a:lnTo>
                    <a:pt x="3063" y="7885"/>
                  </a:lnTo>
                  <a:cubicBezTo>
                    <a:pt x="3055" y="7891"/>
                    <a:pt x="3055" y="7893"/>
                    <a:pt x="3059" y="7893"/>
                  </a:cubicBezTo>
                  <a:cubicBezTo>
                    <a:pt x="3070" y="7893"/>
                    <a:pt x="3108" y="7881"/>
                    <a:pt x="3127" y="7881"/>
                  </a:cubicBezTo>
                  <a:cubicBezTo>
                    <a:pt x="3133" y="7881"/>
                    <a:pt x="3138" y="7882"/>
                    <a:pt x="3139" y="7885"/>
                  </a:cubicBezTo>
                  <a:lnTo>
                    <a:pt x="3089" y="7910"/>
                  </a:lnTo>
                  <a:cubicBezTo>
                    <a:pt x="3014" y="7935"/>
                    <a:pt x="2935" y="7951"/>
                    <a:pt x="2855" y="7951"/>
                  </a:cubicBezTo>
                  <a:cubicBezTo>
                    <a:pt x="2826" y="7951"/>
                    <a:pt x="2797" y="7948"/>
                    <a:pt x="2767" y="7944"/>
                  </a:cubicBezTo>
                  <a:cubicBezTo>
                    <a:pt x="2682" y="7944"/>
                    <a:pt x="2725" y="7969"/>
                    <a:pt x="2708" y="7995"/>
                  </a:cubicBezTo>
                  <a:cubicBezTo>
                    <a:pt x="2666" y="8020"/>
                    <a:pt x="2615" y="8003"/>
                    <a:pt x="2572" y="8020"/>
                  </a:cubicBezTo>
                  <a:cubicBezTo>
                    <a:pt x="2581" y="8045"/>
                    <a:pt x="2522" y="8054"/>
                    <a:pt x="2522" y="8079"/>
                  </a:cubicBezTo>
                  <a:lnTo>
                    <a:pt x="2446" y="8088"/>
                  </a:lnTo>
                  <a:cubicBezTo>
                    <a:pt x="2436" y="8099"/>
                    <a:pt x="2439" y="8103"/>
                    <a:pt x="2449" y="8103"/>
                  </a:cubicBezTo>
                  <a:cubicBezTo>
                    <a:pt x="2469" y="8103"/>
                    <a:pt x="2521" y="8085"/>
                    <a:pt x="2549" y="8085"/>
                  </a:cubicBezTo>
                  <a:cubicBezTo>
                    <a:pt x="2556" y="8085"/>
                    <a:pt x="2561" y="8085"/>
                    <a:pt x="2564" y="8088"/>
                  </a:cubicBezTo>
                  <a:cubicBezTo>
                    <a:pt x="2615" y="8113"/>
                    <a:pt x="2505" y="8105"/>
                    <a:pt x="2539" y="8130"/>
                  </a:cubicBezTo>
                  <a:cubicBezTo>
                    <a:pt x="2598" y="8113"/>
                    <a:pt x="2589" y="8088"/>
                    <a:pt x="2623" y="8079"/>
                  </a:cubicBezTo>
                  <a:cubicBezTo>
                    <a:pt x="2633" y="8077"/>
                    <a:pt x="2642" y="8076"/>
                    <a:pt x="2650" y="8076"/>
                  </a:cubicBezTo>
                  <a:cubicBezTo>
                    <a:pt x="2670" y="8076"/>
                    <a:pt x="2682" y="8082"/>
                    <a:pt x="2682" y="8088"/>
                  </a:cubicBezTo>
                  <a:cubicBezTo>
                    <a:pt x="2581" y="8096"/>
                    <a:pt x="2632" y="8130"/>
                    <a:pt x="2556" y="8138"/>
                  </a:cubicBezTo>
                  <a:lnTo>
                    <a:pt x="2556" y="8130"/>
                  </a:lnTo>
                  <a:cubicBezTo>
                    <a:pt x="2556" y="8155"/>
                    <a:pt x="2446" y="8155"/>
                    <a:pt x="2403" y="8181"/>
                  </a:cubicBezTo>
                  <a:cubicBezTo>
                    <a:pt x="2319" y="8164"/>
                    <a:pt x="2463" y="8130"/>
                    <a:pt x="2463" y="8122"/>
                  </a:cubicBezTo>
                  <a:lnTo>
                    <a:pt x="2463" y="8122"/>
                  </a:lnTo>
                  <a:lnTo>
                    <a:pt x="2361" y="8147"/>
                  </a:lnTo>
                  <a:cubicBezTo>
                    <a:pt x="2403" y="8122"/>
                    <a:pt x="2353" y="8113"/>
                    <a:pt x="2412" y="8079"/>
                  </a:cubicBezTo>
                  <a:lnTo>
                    <a:pt x="2412" y="8079"/>
                  </a:lnTo>
                  <a:cubicBezTo>
                    <a:pt x="2378" y="8092"/>
                    <a:pt x="2359" y="8092"/>
                    <a:pt x="2341" y="8092"/>
                  </a:cubicBezTo>
                  <a:cubicBezTo>
                    <a:pt x="2323" y="8092"/>
                    <a:pt x="2306" y="8092"/>
                    <a:pt x="2276" y="8105"/>
                  </a:cubicBezTo>
                  <a:cubicBezTo>
                    <a:pt x="2336" y="8054"/>
                    <a:pt x="2183" y="8088"/>
                    <a:pt x="2175" y="8062"/>
                  </a:cubicBezTo>
                  <a:cubicBezTo>
                    <a:pt x="2204" y="8054"/>
                    <a:pt x="2236" y="8050"/>
                    <a:pt x="2268" y="8050"/>
                  </a:cubicBezTo>
                  <a:cubicBezTo>
                    <a:pt x="2300" y="8050"/>
                    <a:pt x="2331" y="8054"/>
                    <a:pt x="2361" y="8062"/>
                  </a:cubicBezTo>
                  <a:cubicBezTo>
                    <a:pt x="2361" y="8054"/>
                    <a:pt x="2446" y="8045"/>
                    <a:pt x="2479" y="8045"/>
                  </a:cubicBezTo>
                  <a:lnTo>
                    <a:pt x="2522" y="8003"/>
                  </a:lnTo>
                  <a:cubicBezTo>
                    <a:pt x="2488" y="8003"/>
                    <a:pt x="2443" y="8018"/>
                    <a:pt x="2421" y="8018"/>
                  </a:cubicBezTo>
                  <a:cubicBezTo>
                    <a:pt x="2411" y="8018"/>
                    <a:pt x="2406" y="8014"/>
                    <a:pt x="2412" y="8003"/>
                  </a:cubicBezTo>
                  <a:lnTo>
                    <a:pt x="2412" y="8003"/>
                  </a:lnTo>
                  <a:lnTo>
                    <a:pt x="2336" y="8037"/>
                  </a:lnTo>
                  <a:cubicBezTo>
                    <a:pt x="2378" y="7995"/>
                    <a:pt x="2420" y="7961"/>
                    <a:pt x="2471" y="7935"/>
                  </a:cubicBezTo>
                  <a:cubicBezTo>
                    <a:pt x="2460" y="7934"/>
                    <a:pt x="2449" y="7934"/>
                    <a:pt x="2439" y="7934"/>
                  </a:cubicBezTo>
                  <a:cubicBezTo>
                    <a:pt x="2314" y="7934"/>
                    <a:pt x="2224" y="8013"/>
                    <a:pt x="2124" y="8013"/>
                  </a:cubicBezTo>
                  <a:cubicBezTo>
                    <a:pt x="2116" y="8013"/>
                    <a:pt x="2107" y="8013"/>
                    <a:pt x="2099" y="8012"/>
                  </a:cubicBezTo>
                  <a:lnTo>
                    <a:pt x="2116" y="8003"/>
                  </a:lnTo>
                  <a:lnTo>
                    <a:pt x="2116" y="8003"/>
                  </a:lnTo>
                  <a:cubicBezTo>
                    <a:pt x="2040" y="8019"/>
                    <a:pt x="1982" y="8026"/>
                    <a:pt x="1935" y="8026"/>
                  </a:cubicBezTo>
                  <a:cubicBezTo>
                    <a:pt x="1836" y="8026"/>
                    <a:pt x="1792" y="7995"/>
                    <a:pt x="1752" y="7961"/>
                  </a:cubicBezTo>
                  <a:lnTo>
                    <a:pt x="1853" y="7944"/>
                  </a:lnTo>
                  <a:lnTo>
                    <a:pt x="1862" y="7969"/>
                  </a:lnTo>
                  <a:cubicBezTo>
                    <a:pt x="2023" y="7961"/>
                    <a:pt x="2133" y="7868"/>
                    <a:pt x="2302" y="7851"/>
                  </a:cubicBezTo>
                  <a:lnTo>
                    <a:pt x="2302" y="7851"/>
                  </a:lnTo>
                  <a:cubicBezTo>
                    <a:pt x="2285" y="7885"/>
                    <a:pt x="2217" y="7876"/>
                    <a:pt x="2226" y="7893"/>
                  </a:cubicBezTo>
                  <a:cubicBezTo>
                    <a:pt x="2315" y="7878"/>
                    <a:pt x="2306" y="7831"/>
                    <a:pt x="2377" y="7831"/>
                  </a:cubicBezTo>
                  <a:cubicBezTo>
                    <a:pt x="2387" y="7831"/>
                    <a:pt x="2398" y="7832"/>
                    <a:pt x="2412" y="7834"/>
                  </a:cubicBezTo>
                  <a:cubicBezTo>
                    <a:pt x="2276" y="7858"/>
                    <a:pt x="2481" y="7829"/>
                    <a:pt x="2395" y="7869"/>
                  </a:cubicBezTo>
                  <a:lnTo>
                    <a:pt x="2395" y="7869"/>
                  </a:lnTo>
                  <a:cubicBezTo>
                    <a:pt x="2561" y="7801"/>
                    <a:pt x="2754" y="7816"/>
                    <a:pt x="2860" y="7792"/>
                  </a:cubicBezTo>
                  <a:cubicBezTo>
                    <a:pt x="2835" y="7783"/>
                    <a:pt x="2911" y="7749"/>
                    <a:pt x="2911" y="7749"/>
                  </a:cubicBezTo>
                  <a:cubicBezTo>
                    <a:pt x="2945" y="7749"/>
                    <a:pt x="2936" y="7775"/>
                    <a:pt x="2911" y="7775"/>
                  </a:cubicBezTo>
                  <a:cubicBezTo>
                    <a:pt x="2970" y="7775"/>
                    <a:pt x="2979" y="7792"/>
                    <a:pt x="2979" y="7817"/>
                  </a:cubicBezTo>
                  <a:lnTo>
                    <a:pt x="2860" y="7842"/>
                  </a:lnTo>
                  <a:cubicBezTo>
                    <a:pt x="2902" y="7842"/>
                    <a:pt x="2928" y="7851"/>
                    <a:pt x="2962" y="7851"/>
                  </a:cubicBezTo>
                  <a:cubicBezTo>
                    <a:pt x="2979" y="7851"/>
                    <a:pt x="2995" y="7842"/>
                    <a:pt x="3012" y="7834"/>
                  </a:cubicBezTo>
                  <a:cubicBezTo>
                    <a:pt x="3038" y="7825"/>
                    <a:pt x="3029" y="7825"/>
                    <a:pt x="3029" y="7809"/>
                  </a:cubicBezTo>
                  <a:lnTo>
                    <a:pt x="3165" y="7715"/>
                  </a:lnTo>
                  <a:lnTo>
                    <a:pt x="3165" y="7724"/>
                  </a:lnTo>
                  <a:lnTo>
                    <a:pt x="3300" y="7690"/>
                  </a:lnTo>
                  <a:lnTo>
                    <a:pt x="3283" y="7707"/>
                  </a:lnTo>
                  <a:lnTo>
                    <a:pt x="3359" y="7673"/>
                  </a:lnTo>
                  <a:cubicBezTo>
                    <a:pt x="3359" y="7686"/>
                    <a:pt x="3366" y="7686"/>
                    <a:pt x="3372" y="7686"/>
                  </a:cubicBezTo>
                  <a:cubicBezTo>
                    <a:pt x="3378" y="7686"/>
                    <a:pt x="3385" y="7686"/>
                    <a:pt x="3385" y="7699"/>
                  </a:cubicBezTo>
                  <a:cubicBezTo>
                    <a:pt x="3394" y="7704"/>
                    <a:pt x="3404" y="7706"/>
                    <a:pt x="3415" y="7706"/>
                  </a:cubicBezTo>
                  <a:cubicBezTo>
                    <a:pt x="3478" y="7706"/>
                    <a:pt x="3571" y="7639"/>
                    <a:pt x="3664" y="7639"/>
                  </a:cubicBezTo>
                  <a:lnTo>
                    <a:pt x="3647" y="7656"/>
                  </a:lnTo>
                  <a:cubicBezTo>
                    <a:pt x="3740" y="7622"/>
                    <a:pt x="3841" y="7605"/>
                    <a:pt x="3943" y="7605"/>
                  </a:cubicBezTo>
                  <a:close/>
                  <a:moveTo>
                    <a:pt x="1261" y="8198"/>
                  </a:moveTo>
                  <a:cubicBezTo>
                    <a:pt x="1259" y="8199"/>
                    <a:pt x="1259" y="8200"/>
                    <a:pt x="1261" y="8202"/>
                  </a:cubicBezTo>
                  <a:lnTo>
                    <a:pt x="1261" y="8202"/>
                  </a:lnTo>
                  <a:cubicBezTo>
                    <a:pt x="1261" y="8200"/>
                    <a:pt x="1261" y="8199"/>
                    <a:pt x="1261" y="8198"/>
                  </a:cubicBezTo>
                  <a:close/>
                  <a:moveTo>
                    <a:pt x="1683" y="8236"/>
                  </a:moveTo>
                  <a:cubicBezTo>
                    <a:pt x="1679" y="8237"/>
                    <a:pt x="1673" y="8238"/>
                    <a:pt x="1667" y="8240"/>
                  </a:cubicBezTo>
                  <a:cubicBezTo>
                    <a:pt x="1674" y="8240"/>
                    <a:pt x="1680" y="8238"/>
                    <a:pt x="1683" y="8236"/>
                  </a:cubicBezTo>
                  <a:close/>
                  <a:moveTo>
                    <a:pt x="1439" y="8037"/>
                  </a:moveTo>
                  <a:lnTo>
                    <a:pt x="1439" y="8045"/>
                  </a:lnTo>
                  <a:cubicBezTo>
                    <a:pt x="1456" y="8071"/>
                    <a:pt x="1456" y="8096"/>
                    <a:pt x="1430" y="8096"/>
                  </a:cubicBezTo>
                  <a:lnTo>
                    <a:pt x="1481" y="8105"/>
                  </a:lnTo>
                  <a:lnTo>
                    <a:pt x="1405" y="8130"/>
                  </a:lnTo>
                  <a:cubicBezTo>
                    <a:pt x="1411" y="8132"/>
                    <a:pt x="1417" y="8133"/>
                    <a:pt x="1424" y="8133"/>
                  </a:cubicBezTo>
                  <a:cubicBezTo>
                    <a:pt x="1454" y="8133"/>
                    <a:pt x="1483" y="8110"/>
                    <a:pt x="1513" y="8110"/>
                  </a:cubicBezTo>
                  <a:cubicBezTo>
                    <a:pt x="1520" y="8110"/>
                    <a:pt x="1526" y="8111"/>
                    <a:pt x="1532" y="8113"/>
                  </a:cubicBezTo>
                  <a:cubicBezTo>
                    <a:pt x="1583" y="8122"/>
                    <a:pt x="1439" y="8147"/>
                    <a:pt x="1388" y="8198"/>
                  </a:cubicBezTo>
                  <a:cubicBezTo>
                    <a:pt x="1372" y="8208"/>
                    <a:pt x="1346" y="8211"/>
                    <a:pt x="1322" y="8211"/>
                  </a:cubicBezTo>
                  <a:cubicBezTo>
                    <a:pt x="1293" y="8211"/>
                    <a:pt x="1267" y="8206"/>
                    <a:pt x="1261" y="8202"/>
                  </a:cubicBezTo>
                  <a:lnTo>
                    <a:pt x="1261" y="8202"/>
                  </a:lnTo>
                  <a:cubicBezTo>
                    <a:pt x="1251" y="8239"/>
                    <a:pt x="1107" y="8232"/>
                    <a:pt x="1050" y="8248"/>
                  </a:cubicBezTo>
                  <a:cubicBezTo>
                    <a:pt x="1039" y="8251"/>
                    <a:pt x="1029" y="8252"/>
                    <a:pt x="1018" y="8252"/>
                  </a:cubicBezTo>
                  <a:cubicBezTo>
                    <a:pt x="987" y="8252"/>
                    <a:pt x="957" y="8242"/>
                    <a:pt x="931" y="8223"/>
                  </a:cubicBezTo>
                  <a:cubicBezTo>
                    <a:pt x="898" y="8198"/>
                    <a:pt x="864" y="8189"/>
                    <a:pt x="830" y="8189"/>
                  </a:cubicBezTo>
                  <a:lnTo>
                    <a:pt x="864" y="8223"/>
                  </a:lnTo>
                  <a:cubicBezTo>
                    <a:pt x="762" y="8223"/>
                    <a:pt x="661" y="8181"/>
                    <a:pt x="585" y="8113"/>
                  </a:cubicBezTo>
                  <a:cubicBezTo>
                    <a:pt x="585" y="8109"/>
                    <a:pt x="586" y="8107"/>
                    <a:pt x="588" y="8107"/>
                  </a:cubicBezTo>
                  <a:cubicBezTo>
                    <a:pt x="598" y="8107"/>
                    <a:pt x="634" y="8155"/>
                    <a:pt x="669" y="8155"/>
                  </a:cubicBezTo>
                  <a:cubicBezTo>
                    <a:pt x="652" y="8138"/>
                    <a:pt x="635" y="8122"/>
                    <a:pt x="627" y="8096"/>
                  </a:cubicBezTo>
                  <a:lnTo>
                    <a:pt x="627" y="8096"/>
                  </a:lnTo>
                  <a:cubicBezTo>
                    <a:pt x="652" y="8113"/>
                    <a:pt x="711" y="8113"/>
                    <a:pt x="694" y="8138"/>
                  </a:cubicBezTo>
                  <a:cubicBezTo>
                    <a:pt x="703" y="8130"/>
                    <a:pt x="754" y="8122"/>
                    <a:pt x="678" y="8105"/>
                  </a:cubicBezTo>
                  <a:lnTo>
                    <a:pt x="737" y="8105"/>
                  </a:lnTo>
                  <a:cubicBezTo>
                    <a:pt x="728" y="8096"/>
                    <a:pt x="728" y="8096"/>
                    <a:pt x="728" y="8088"/>
                  </a:cubicBezTo>
                  <a:lnTo>
                    <a:pt x="728" y="8088"/>
                  </a:lnTo>
                  <a:lnTo>
                    <a:pt x="779" y="8105"/>
                  </a:lnTo>
                  <a:cubicBezTo>
                    <a:pt x="804" y="8122"/>
                    <a:pt x="830" y="8138"/>
                    <a:pt x="855" y="8155"/>
                  </a:cubicBezTo>
                  <a:lnTo>
                    <a:pt x="804" y="8155"/>
                  </a:lnTo>
                  <a:cubicBezTo>
                    <a:pt x="838" y="8172"/>
                    <a:pt x="889" y="8181"/>
                    <a:pt x="931" y="8181"/>
                  </a:cubicBezTo>
                  <a:cubicBezTo>
                    <a:pt x="847" y="8164"/>
                    <a:pt x="898" y="8155"/>
                    <a:pt x="881" y="8130"/>
                  </a:cubicBezTo>
                  <a:lnTo>
                    <a:pt x="1041" y="8130"/>
                  </a:lnTo>
                  <a:cubicBezTo>
                    <a:pt x="1101" y="8138"/>
                    <a:pt x="1160" y="8164"/>
                    <a:pt x="1117" y="8181"/>
                  </a:cubicBezTo>
                  <a:cubicBezTo>
                    <a:pt x="1160" y="8172"/>
                    <a:pt x="1211" y="8181"/>
                    <a:pt x="1253" y="8147"/>
                  </a:cubicBezTo>
                  <a:lnTo>
                    <a:pt x="1253" y="8147"/>
                  </a:lnTo>
                  <a:cubicBezTo>
                    <a:pt x="1241" y="8152"/>
                    <a:pt x="1232" y="8155"/>
                    <a:pt x="1226" y="8155"/>
                  </a:cubicBezTo>
                  <a:cubicBezTo>
                    <a:pt x="1204" y="8155"/>
                    <a:pt x="1219" y="8123"/>
                    <a:pt x="1192" y="8123"/>
                  </a:cubicBezTo>
                  <a:cubicBezTo>
                    <a:pt x="1183" y="8123"/>
                    <a:pt x="1167" y="8127"/>
                    <a:pt x="1143" y="8138"/>
                  </a:cubicBezTo>
                  <a:cubicBezTo>
                    <a:pt x="1123" y="8113"/>
                    <a:pt x="1156" y="8106"/>
                    <a:pt x="1199" y="8106"/>
                  </a:cubicBezTo>
                  <a:cubicBezTo>
                    <a:pt x="1228" y="8106"/>
                    <a:pt x="1262" y="8110"/>
                    <a:pt x="1287" y="8113"/>
                  </a:cubicBezTo>
                  <a:cubicBezTo>
                    <a:pt x="1261" y="8122"/>
                    <a:pt x="1278" y="8130"/>
                    <a:pt x="1278" y="8147"/>
                  </a:cubicBezTo>
                  <a:cubicBezTo>
                    <a:pt x="1363" y="8122"/>
                    <a:pt x="1320" y="8096"/>
                    <a:pt x="1261" y="8096"/>
                  </a:cubicBezTo>
                  <a:lnTo>
                    <a:pt x="1354" y="8062"/>
                  </a:lnTo>
                  <a:lnTo>
                    <a:pt x="1337" y="8062"/>
                  </a:lnTo>
                  <a:lnTo>
                    <a:pt x="1439" y="8037"/>
                  </a:lnTo>
                  <a:close/>
                  <a:moveTo>
                    <a:pt x="272" y="1"/>
                  </a:moveTo>
                  <a:lnTo>
                    <a:pt x="272" y="1"/>
                  </a:lnTo>
                  <a:cubicBezTo>
                    <a:pt x="246" y="195"/>
                    <a:pt x="348" y="280"/>
                    <a:pt x="314" y="440"/>
                  </a:cubicBezTo>
                  <a:cubicBezTo>
                    <a:pt x="311" y="432"/>
                    <a:pt x="308" y="429"/>
                    <a:pt x="306" y="429"/>
                  </a:cubicBezTo>
                  <a:cubicBezTo>
                    <a:pt x="300" y="429"/>
                    <a:pt x="294" y="443"/>
                    <a:pt x="288" y="449"/>
                  </a:cubicBezTo>
                  <a:cubicBezTo>
                    <a:pt x="297" y="491"/>
                    <a:pt x="305" y="542"/>
                    <a:pt x="322" y="584"/>
                  </a:cubicBezTo>
                  <a:lnTo>
                    <a:pt x="322" y="669"/>
                  </a:lnTo>
                  <a:cubicBezTo>
                    <a:pt x="305" y="669"/>
                    <a:pt x="272" y="635"/>
                    <a:pt x="272" y="550"/>
                  </a:cubicBezTo>
                  <a:lnTo>
                    <a:pt x="272" y="550"/>
                  </a:lnTo>
                  <a:cubicBezTo>
                    <a:pt x="263" y="838"/>
                    <a:pt x="339" y="1058"/>
                    <a:pt x="314" y="1346"/>
                  </a:cubicBezTo>
                  <a:cubicBezTo>
                    <a:pt x="312" y="1346"/>
                    <a:pt x="311" y="1347"/>
                    <a:pt x="310" y="1347"/>
                  </a:cubicBezTo>
                  <a:cubicBezTo>
                    <a:pt x="300" y="1347"/>
                    <a:pt x="298" y="1321"/>
                    <a:pt x="297" y="1321"/>
                  </a:cubicBezTo>
                  <a:cubicBezTo>
                    <a:pt x="297" y="1321"/>
                    <a:pt x="297" y="1323"/>
                    <a:pt x="297" y="1329"/>
                  </a:cubicBezTo>
                  <a:cubicBezTo>
                    <a:pt x="304" y="1357"/>
                    <a:pt x="311" y="1410"/>
                    <a:pt x="318" y="1426"/>
                  </a:cubicBezTo>
                  <a:lnTo>
                    <a:pt x="318" y="1426"/>
                  </a:lnTo>
                  <a:cubicBezTo>
                    <a:pt x="313" y="1419"/>
                    <a:pt x="309" y="1410"/>
                    <a:pt x="307" y="1400"/>
                  </a:cubicBezTo>
                  <a:lnTo>
                    <a:pt x="307" y="1400"/>
                  </a:lnTo>
                  <a:cubicBezTo>
                    <a:pt x="320" y="1536"/>
                    <a:pt x="280" y="1611"/>
                    <a:pt x="297" y="1709"/>
                  </a:cubicBezTo>
                  <a:cubicBezTo>
                    <a:pt x="282" y="1709"/>
                    <a:pt x="287" y="1648"/>
                    <a:pt x="282" y="1648"/>
                  </a:cubicBezTo>
                  <a:lnTo>
                    <a:pt x="282" y="1648"/>
                  </a:lnTo>
                  <a:cubicBezTo>
                    <a:pt x="282" y="1648"/>
                    <a:pt x="281" y="1648"/>
                    <a:pt x="280" y="1650"/>
                  </a:cubicBezTo>
                  <a:cubicBezTo>
                    <a:pt x="263" y="1794"/>
                    <a:pt x="314" y="1870"/>
                    <a:pt x="314" y="2014"/>
                  </a:cubicBezTo>
                  <a:cubicBezTo>
                    <a:pt x="310" y="2005"/>
                    <a:pt x="307" y="2001"/>
                    <a:pt x="304" y="2001"/>
                  </a:cubicBezTo>
                  <a:cubicBezTo>
                    <a:pt x="293" y="2001"/>
                    <a:pt x="287" y="2056"/>
                    <a:pt x="280" y="2090"/>
                  </a:cubicBezTo>
                  <a:cubicBezTo>
                    <a:pt x="297" y="2208"/>
                    <a:pt x="305" y="2471"/>
                    <a:pt x="322" y="2648"/>
                  </a:cubicBezTo>
                  <a:cubicBezTo>
                    <a:pt x="318" y="2645"/>
                    <a:pt x="314" y="2643"/>
                    <a:pt x="310" y="2643"/>
                  </a:cubicBezTo>
                  <a:cubicBezTo>
                    <a:pt x="270" y="2643"/>
                    <a:pt x="310" y="2853"/>
                    <a:pt x="263" y="2868"/>
                  </a:cubicBezTo>
                  <a:cubicBezTo>
                    <a:pt x="263" y="2911"/>
                    <a:pt x="272" y="2978"/>
                    <a:pt x="288" y="2978"/>
                  </a:cubicBezTo>
                  <a:cubicBezTo>
                    <a:pt x="281" y="2955"/>
                    <a:pt x="295" y="2901"/>
                    <a:pt x="304" y="2901"/>
                  </a:cubicBezTo>
                  <a:cubicBezTo>
                    <a:pt x="304" y="2901"/>
                    <a:pt x="305" y="2902"/>
                    <a:pt x="305" y="2902"/>
                  </a:cubicBezTo>
                  <a:cubicBezTo>
                    <a:pt x="314" y="2961"/>
                    <a:pt x="314" y="3054"/>
                    <a:pt x="339" y="3063"/>
                  </a:cubicBezTo>
                  <a:lnTo>
                    <a:pt x="314" y="3139"/>
                  </a:lnTo>
                  <a:cubicBezTo>
                    <a:pt x="339" y="3147"/>
                    <a:pt x="356" y="3173"/>
                    <a:pt x="356" y="3207"/>
                  </a:cubicBezTo>
                  <a:cubicBezTo>
                    <a:pt x="305" y="3300"/>
                    <a:pt x="390" y="3198"/>
                    <a:pt x="365" y="3325"/>
                  </a:cubicBezTo>
                  <a:cubicBezTo>
                    <a:pt x="348" y="3300"/>
                    <a:pt x="331" y="3283"/>
                    <a:pt x="314" y="3257"/>
                  </a:cubicBezTo>
                  <a:lnTo>
                    <a:pt x="314" y="3257"/>
                  </a:lnTo>
                  <a:cubicBezTo>
                    <a:pt x="305" y="3325"/>
                    <a:pt x="322" y="3317"/>
                    <a:pt x="322" y="3359"/>
                  </a:cubicBezTo>
                  <a:cubicBezTo>
                    <a:pt x="321" y="3360"/>
                    <a:pt x="320" y="3360"/>
                    <a:pt x="318" y="3360"/>
                  </a:cubicBezTo>
                  <a:cubicBezTo>
                    <a:pt x="302" y="3360"/>
                    <a:pt x="279" y="3313"/>
                    <a:pt x="272" y="3266"/>
                  </a:cubicBezTo>
                  <a:lnTo>
                    <a:pt x="255" y="3342"/>
                  </a:lnTo>
                  <a:cubicBezTo>
                    <a:pt x="297" y="3452"/>
                    <a:pt x="322" y="3570"/>
                    <a:pt x="314" y="3680"/>
                  </a:cubicBezTo>
                  <a:cubicBezTo>
                    <a:pt x="301" y="3668"/>
                    <a:pt x="298" y="3642"/>
                    <a:pt x="287" y="3642"/>
                  </a:cubicBezTo>
                  <a:cubicBezTo>
                    <a:pt x="283" y="3642"/>
                    <a:pt x="278" y="3646"/>
                    <a:pt x="272" y="3655"/>
                  </a:cubicBezTo>
                  <a:cubicBezTo>
                    <a:pt x="297" y="3723"/>
                    <a:pt x="305" y="3790"/>
                    <a:pt x="297" y="3850"/>
                  </a:cubicBezTo>
                  <a:cubicBezTo>
                    <a:pt x="293" y="3845"/>
                    <a:pt x="291" y="3845"/>
                    <a:pt x="290" y="3845"/>
                  </a:cubicBezTo>
                  <a:cubicBezTo>
                    <a:pt x="289" y="3845"/>
                    <a:pt x="289" y="3845"/>
                    <a:pt x="289" y="3845"/>
                  </a:cubicBezTo>
                  <a:lnTo>
                    <a:pt x="289" y="3845"/>
                  </a:lnTo>
                  <a:cubicBezTo>
                    <a:pt x="313" y="3967"/>
                    <a:pt x="280" y="3935"/>
                    <a:pt x="280" y="4053"/>
                  </a:cubicBezTo>
                  <a:cubicBezTo>
                    <a:pt x="280" y="4053"/>
                    <a:pt x="272" y="4044"/>
                    <a:pt x="272" y="4044"/>
                  </a:cubicBezTo>
                  <a:lnTo>
                    <a:pt x="272" y="4044"/>
                  </a:lnTo>
                  <a:lnTo>
                    <a:pt x="288" y="4112"/>
                  </a:lnTo>
                  <a:cubicBezTo>
                    <a:pt x="331" y="4256"/>
                    <a:pt x="255" y="4273"/>
                    <a:pt x="238" y="4357"/>
                  </a:cubicBezTo>
                  <a:lnTo>
                    <a:pt x="238" y="4340"/>
                  </a:lnTo>
                  <a:cubicBezTo>
                    <a:pt x="212" y="4399"/>
                    <a:pt x="238" y="4569"/>
                    <a:pt x="229" y="4619"/>
                  </a:cubicBezTo>
                  <a:cubicBezTo>
                    <a:pt x="246" y="4552"/>
                    <a:pt x="246" y="4602"/>
                    <a:pt x="280" y="4552"/>
                  </a:cubicBezTo>
                  <a:cubicBezTo>
                    <a:pt x="272" y="4501"/>
                    <a:pt x="229" y="4518"/>
                    <a:pt x="246" y="4425"/>
                  </a:cubicBezTo>
                  <a:lnTo>
                    <a:pt x="246" y="4425"/>
                  </a:lnTo>
                  <a:cubicBezTo>
                    <a:pt x="272" y="4442"/>
                    <a:pt x="288" y="4552"/>
                    <a:pt x="305" y="4577"/>
                  </a:cubicBezTo>
                  <a:cubicBezTo>
                    <a:pt x="305" y="4619"/>
                    <a:pt x="280" y="4653"/>
                    <a:pt x="246" y="4662"/>
                  </a:cubicBezTo>
                  <a:cubicBezTo>
                    <a:pt x="255" y="4789"/>
                    <a:pt x="238" y="4865"/>
                    <a:pt x="246" y="5017"/>
                  </a:cubicBezTo>
                  <a:cubicBezTo>
                    <a:pt x="263" y="5076"/>
                    <a:pt x="331" y="5118"/>
                    <a:pt x="288" y="5245"/>
                  </a:cubicBezTo>
                  <a:lnTo>
                    <a:pt x="286" y="5242"/>
                  </a:lnTo>
                  <a:lnTo>
                    <a:pt x="286" y="5242"/>
                  </a:lnTo>
                  <a:cubicBezTo>
                    <a:pt x="289" y="5258"/>
                    <a:pt x="275" y="5301"/>
                    <a:pt x="288" y="5321"/>
                  </a:cubicBezTo>
                  <a:cubicBezTo>
                    <a:pt x="295" y="5314"/>
                    <a:pt x="299" y="5311"/>
                    <a:pt x="303" y="5311"/>
                  </a:cubicBezTo>
                  <a:cubicBezTo>
                    <a:pt x="313" y="5311"/>
                    <a:pt x="313" y="5341"/>
                    <a:pt x="322" y="5341"/>
                  </a:cubicBezTo>
                  <a:cubicBezTo>
                    <a:pt x="326" y="5341"/>
                    <a:pt x="331" y="5336"/>
                    <a:pt x="339" y="5321"/>
                  </a:cubicBezTo>
                  <a:lnTo>
                    <a:pt x="339" y="5321"/>
                  </a:lnTo>
                  <a:cubicBezTo>
                    <a:pt x="339" y="5398"/>
                    <a:pt x="297" y="5415"/>
                    <a:pt x="272" y="5423"/>
                  </a:cubicBezTo>
                  <a:cubicBezTo>
                    <a:pt x="314" y="5474"/>
                    <a:pt x="246" y="5567"/>
                    <a:pt x="272" y="5685"/>
                  </a:cubicBezTo>
                  <a:cubicBezTo>
                    <a:pt x="258" y="5664"/>
                    <a:pt x="249" y="5580"/>
                    <a:pt x="237" y="5580"/>
                  </a:cubicBezTo>
                  <a:cubicBezTo>
                    <a:pt x="235" y="5580"/>
                    <a:pt x="232" y="5583"/>
                    <a:pt x="229" y="5592"/>
                  </a:cubicBezTo>
                  <a:lnTo>
                    <a:pt x="280" y="5736"/>
                  </a:lnTo>
                  <a:lnTo>
                    <a:pt x="280" y="5668"/>
                  </a:lnTo>
                  <a:lnTo>
                    <a:pt x="280" y="5668"/>
                  </a:lnTo>
                  <a:cubicBezTo>
                    <a:pt x="314" y="5787"/>
                    <a:pt x="272" y="5821"/>
                    <a:pt x="255" y="5880"/>
                  </a:cubicBezTo>
                  <a:cubicBezTo>
                    <a:pt x="252" y="5882"/>
                    <a:pt x="250" y="5884"/>
                    <a:pt x="248" y="5884"/>
                  </a:cubicBezTo>
                  <a:cubicBezTo>
                    <a:pt x="244" y="5884"/>
                    <a:pt x="242" y="5880"/>
                    <a:pt x="241" y="5874"/>
                  </a:cubicBezTo>
                  <a:lnTo>
                    <a:pt x="241" y="5874"/>
                  </a:lnTo>
                  <a:cubicBezTo>
                    <a:pt x="244" y="5903"/>
                    <a:pt x="249" y="5929"/>
                    <a:pt x="255" y="5956"/>
                  </a:cubicBezTo>
                  <a:cubicBezTo>
                    <a:pt x="272" y="6024"/>
                    <a:pt x="288" y="6091"/>
                    <a:pt x="305" y="6159"/>
                  </a:cubicBezTo>
                  <a:lnTo>
                    <a:pt x="305" y="6176"/>
                  </a:lnTo>
                  <a:lnTo>
                    <a:pt x="305" y="6193"/>
                  </a:lnTo>
                  <a:lnTo>
                    <a:pt x="297" y="6252"/>
                  </a:lnTo>
                  <a:lnTo>
                    <a:pt x="297" y="6260"/>
                  </a:lnTo>
                  <a:lnTo>
                    <a:pt x="280" y="6320"/>
                  </a:lnTo>
                  <a:lnTo>
                    <a:pt x="297" y="6354"/>
                  </a:lnTo>
                  <a:lnTo>
                    <a:pt x="297" y="6337"/>
                  </a:lnTo>
                  <a:cubicBezTo>
                    <a:pt x="322" y="6345"/>
                    <a:pt x="348" y="6421"/>
                    <a:pt x="348" y="6506"/>
                  </a:cubicBezTo>
                  <a:cubicBezTo>
                    <a:pt x="348" y="6497"/>
                    <a:pt x="356" y="6455"/>
                    <a:pt x="356" y="6387"/>
                  </a:cubicBezTo>
                  <a:lnTo>
                    <a:pt x="373" y="6413"/>
                  </a:lnTo>
                  <a:cubicBezTo>
                    <a:pt x="365" y="6506"/>
                    <a:pt x="356" y="6599"/>
                    <a:pt x="348" y="6683"/>
                  </a:cubicBezTo>
                  <a:cubicBezTo>
                    <a:pt x="339" y="6650"/>
                    <a:pt x="339" y="6616"/>
                    <a:pt x="339" y="6582"/>
                  </a:cubicBezTo>
                  <a:lnTo>
                    <a:pt x="339" y="6582"/>
                  </a:lnTo>
                  <a:cubicBezTo>
                    <a:pt x="305" y="6675"/>
                    <a:pt x="356" y="6810"/>
                    <a:pt x="314" y="6861"/>
                  </a:cubicBezTo>
                  <a:cubicBezTo>
                    <a:pt x="288" y="6743"/>
                    <a:pt x="280" y="6624"/>
                    <a:pt x="280" y="6497"/>
                  </a:cubicBezTo>
                  <a:cubicBezTo>
                    <a:pt x="287" y="6486"/>
                    <a:pt x="292" y="6482"/>
                    <a:pt x="296" y="6482"/>
                  </a:cubicBezTo>
                  <a:cubicBezTo>
                    <a:pt x="318" y="6482"/>
                    <a:pt x="308" y="6607"/>
                    <a:pt x="322" y="6607"/>
                  </a:cubicBezTo>
                  <a:lnTo>
                    <a:pt x="331" y="6523"/>
                  </a:lnTo>
                  <a:lnTo>
                    <a:pt x="331" y="6523"/>
                  </a:lnTo>
                  <a:cubicBezTo>
                    <a:pt x="330" y="6523"/>
                    <a:pt x="330" y="6523"/>
                    <a:pt x="330" y="6523"/>
                  </a:cubicBezTo>
                  <a:cubicBezTo>
                    <a:pt x="316" y="6523"/>
                    <a:pt x="320" y="6397"/>
                    <a:pt x="286" y="6397"/>
                  </a:cubicBezTo>
                  <a:cubicBezTo>
                    <a:pt x="282" y="6397"/>
                    <a:pt x="277" y="6400"/>
                    <a:pt x="272" y="6404"/>
                  </a:cubicBezTo>
                  <a:cubicBezTo>
                    <a:pt x="255" y="6590"/>
                    <a:pt x="255" y="6768"/>
                    <a:pt x="255" y="6929"/>
                  </a:cubicBezTo>
                  <a:lnTo>
                    <a:pt x="18" y="6776"/>
                  </a:lnTo>
                  <a:cubicBezTo>
                    <a:pt x="18" y="6776"/>
                    <a:pt x="9" y="6776"/>
                    <a:pt x="1" y="6768"/>
                  </a:cubicBezTo>
                  <a:lnTo>
                    <a:pt x="1" y="6768"/>
                  </a:lnTo>
                  <a:cubicBezTo>
                    <a:pt x="1" y="6859"/>
                    <a:pt x="34" y="6869"/>
                    <a:pt x="63" y="6869"/>
                  </a:cubicBezTo>
                  <a:cubicBezTo>
                    <a:pt x="70" y="6869"/>
                    <a:pt x="77" y="6868"/>
                    <a:pt x="83" y="6868"/>
                  </a:cubicBezTo>
                  <a:cubicBezTo>
                    <a:pt x="93" y="6868"/>
                    <a:pt x="100" y="6870"/>
                    <a:pt x="102" y="6878"/>
                  </a:cubicBezTo>
                  <a:cubicBezTo>
                    <a:pt x="111" y="6912"/>
                    <a:pt x="119" y="6946"/>
                    <a:pt x="111" y="6971"/>
                  </a:cubicBezTo>
                  <a:lnTo>
                    <a:pt x="94" y="6954"/>
                  </a:lnTo>
                  <a:lnTo>
                    <a:pt x="94" y="6954"/>
                  </a:lnTo>
                  <a:cubicBezTo>
                    <a:pt x="102" y="7056"/>
                    <a:pt x="128" y="6988"/>
                    <a:pt x="128" y="7073"/>
                  </a:cubicBezTo>
                  <a:cubicBezTo>
                    <a:pt x="132" y="7090"/>
                    <a:pt x="134" y="7096"/>
                    <a:pt x="135" y="7096"/>
                  </a:cubicBezTo>
                  <a:cubicBezTo>
                    <a:pt x="138" y="7096"/>
                    <a:pt x="134" y="7047"/>
                    <a:pt x="139" y="7047"/>
                  </a:cubicBezTo>
                  <a:cubicBezTo>
                    <a:pt x="141" y="7047"/>
                    <a:pt x="142" y="7050"/>
                    <a:pt x="145" y="7056"/>
                  </a:cubicBezTo>
                  <a:cubicBezTo>
                    <a:pt x="145" y="7157"/>
                    <a:pt x="212" y="7123"/>
                    <a:pt x="187" y="7267"/>
                  </a:cubicBezTo>
                  <a:cubicBezTo>
                    <a:pt x="181" y="7267"/>
                    <a:pt x="174" y="7270"/>
                    <a:pt x="167" y="7270"/>
                  </a:cubicBezTo>
                  <a:cubicBezTo>
                    <a:pt x="154" y="7270"/>
                    <a:pt x="142" y="7260"/>
                    <a:pt x="136" y="7199"/>
                  </a:cubicBezTo>
                  <a:lnTo>
                    <a:pt x="119" y="7284"/>
                  </a:lnTo>
                  <a:cubicBezTo>
                    <a:pt x="111" y="7242"/>
                    <a:pt x="102" y="7191"/>
                    <a:pt x="102" y="7140"/>
                  </a:cubicBezTo>
                  <a:cubicBezTo>
                    <a:pt x="69" y="7098"/>
                    <a:pt x="52" y="7106"/>
                    <a:pt x="26" y="7064"/>
                  </a:cubicBezTo>
                  <a:lnTo>
                    <a:pt x="26" y="7064"/>
                  </a:lnTo>
                  <a:cubicBezTo>
                    <a:pt x="35" y="7098"/>
                    <a:pt x="60" y="7081"/>
                    <a:pt x="52" y="7149"/>
                  </a:cubicBezTo>
                  <a:cubicBezTo>
                    <a:pt x="52" y="7172"/>
                    <a:pt x="51" y="7180"/>
                    <a:pt x="49" y="7180"/>
                  </a:cubicBezTo>
                  <a:cubicBezTo>
                    <a:pt x="46" y="7180"/>
                    <a:pt x="38" y="7138"/>
                    <a:pt x="26" y="7132"/>
                  </a:cubicBezTo>
                  <a:lnTo>
                    <a:pt x="26" y="7132"/>
                  </a:lnTo>
                  <a:cubicBezTo>
                    <a:pt x="69" y="7225"/>
                    <a:pt x="1" y="7242"/>
                    <a:pt x="35" y="7326"/>
                  </a:cubicBezTo>
                  <a:cubicBezTo>
                    <a:pt x="69" y="7309"/>
                    <a:pt x="69" y="7326"/>
                    <a:pt x="94" y="7259"/>
                  </a:cubicBezTo>
                  <a:lnTo>
                    <a:pt x="94" y="7259"/>
                  </a:lnTo>
                  <a:cubicBezTo>
                    <a:pt x="111" y="7326"/>
                    <a:pt x="85" y="7402"/>
                    <a:pt x="52" y="7402"/>
                  </a:cubicBezTo>
                  <a:lnTo>
                    <a:pt x="85" y="7411"/>
                  </a:lnTo>
                  <a:cubicBezTo>
                    <a:pt x="77" y="7428"/>
                    <a:pt x="85" y="7487"/>
                    <a:pt x="77" y="7487"/>
                  </a:cubicBezTo>
                  <a:lnTo>
                    <a:pt x="94" y="7504"/>
                  </a:lnTo>
                  <a:cubicBezTo>
                    <a:pt x="111" y="7453"/>
                    <a:pt x="119" y="7394"/>
                    <a:pt x="102" y="7335"/>
                  </a:cubicBezTo>
                  <a:lnTo>
                    <a:pt x="102" y="7335"/>
                  </a:lnTo>
                  <a:cubicBezTo>
                    <a:pt x="107" y="7341"/>
                    <a:pt x="112" y="7343"/>
                    <a:pt x="117" y="7343"/>
                  </a:cubicBezTo>
                  <a:cubicBezTo>
                    <a:pt x="126" y="7343"/>
                    <a:pt x="135" y="7335"/>
                    <a:pt x="142" y="7335"/>
                  </a:cubicBezTo>
                  <a:cubicBezTo>
                    <a:pt x="151" y="7335"/>
                    <a:pt x="158" y="7346"/>
                    <a:pt x="162" y="7394"/>
                  </a:cubicBezTo>
                  <a:cubicBezTo>
                    <a:pt x="165" y="7410"/>
                    <a:pt x="163" y="7415"/>
                    <a:pt x="159" y="7415"/>
                  </a:cubicBezTo>
                  <a:cubicBezTo>
                    <a:pt x="153" y="7415"/>
                    <a:pt x="141" y="7402"/>
                    <a:pt x="136" y="7402"/>
                  </a:cubicBezTo>
                  <a:lnTo>
                    <a:pt x="136" y="7402"/>
                  </a:lnTo>
                  <a:cubicBezTo>
                    <a:pt x="153" y="7479"/>
                    <a:pt x="162" y="7563"/>
                    <a:pt x="162" y="7639"/>
                  </a:cubicBezTo>
                  <a:cubicBezTo>
                    <a:pt x="153" y="7715"/>
                    <a:pt x="170" y="7783"/>
                    <a:pt x="204" y="7851"/>
                  </a:cubicBezTo>
                  <a:cubicBezTo>
                    <a:pt x="162" y="7766"/>
                    <a:pt x="136" y="7673"/>
                    <a:pt x="111" y="7589"/>
                  </a:cubicBezTo>
                  <a:lnTo>
                    <a:pt x="111" y="7589"/>
                  </a:lnTo>
                  <a:cubicBezTo>
                    <a:pt x="94" y="7648"/>
                    <a:pt x="145" y="7707"/>
                    <a:pt x="162" y="7766"/>
                  </a:cubicBezTo>
                  <a:cubicBezTo>
                    <a:pt x="149" y="7742"/>
                    <a:pt x="139" y="7729"/>
                    <a:pt x="133" y="7729"/>
                  </a:cubicBezTo>
                  <a:cubicBezTo>
                    <a:pt x="126" y="7729"/>
                    <a:pt x="123" y="7744"/>
                    <a:pt x="128" y="7775"/>
                  </a:cubicBezTo>
                  <a:lnTo>
                    <a:pt x="153" y="7800"/>
                  </a:lnTo>
                  <a:cubicBezTo>
                    <a:pt x="162" y="7825"/>
                    <a:pt x="178" y="7902"/>
                    <a:pt x="187" y="7902"/>
                  </a:cubicBezTo>
                  <a:cubicBezTo>
                    <a:pt x="195" y="7902"/>
                    <a:pt x="195" y="7885"/>
                    <a:pt x="187" y="7851"/>
                  </a:cubicBezTo>
                  <a:lnTo>
                    <a:pt x="187" y="7851"/>
                  </a:lnTo>
                  <a:cubicBezTo>
                    <a:pt x="221" y="7885"/>
                    <a:pt x="255" y="7952"/>
                    <a:pt x="305" y="8012"/>
                  </a:cubicBezTo>
                  <a:cubicBezTo>
                    <a:pt x="365" y="8088"/>
                    <a:pt x="424" y="8147"/>
                    <a:pt x="500" y="8206"/>
                  </a:cubicBezTo>
                  <a:cubicBezTo>
                    <a:pt x="497" y="8209"/>
                    <a:pt x="492" y="8211"/>
                    <a:pt x="487" y="8211"/>
                  </a:cubicBezTo>
                  <a:cubicBezTo>
                    <a:pt x="462" y="8211"/>
                    <a:pt x="416" y="8183"/>
                    <a:pt x="381" y="8155"/>
                  </a:cubicBezTo>
                  <a:cubicBezTo>
                    <a:pt x="363" y="8137"/>
                    <a:pt x="347" y="8121"/>
                    <a:pt x="343" y="8121"/>
                  </a:cubicBezTo>
                  <a:cubicBezTo>
                    <a:pt x="340" y="8121"/>
                    <a:pt x="345" y="8133"/>
                    <a:pt x="365" y="8164"/>
                  </a:cubicBezTo>
                  <a:cubicBezTo>
                    <a:pt x="424" y="8215"/>
                    <a:pt x="508" y="8223"/>
                    <a:pt x="610" y="8299"/>
                  </a:cubicBezTo>
                  <a:cubicBezTo>
                    <a:pt x="605" y="8299"/>
                    <a:pt x="601" y="8298"/>
                    <a:pt x="598" y="8298"/>
                  </a:cubicBezTo>
                  <a:cubicBezTo>
                    <a:pt x="559" y="8298"/>
                    <a:pt x="660" y="8343"/>
                    <a:pt x="652" y="8358"/>
                  </a:cubicBezTo>
                  <a:lnTo>
                    <a:pt x="838" y="8358"/>
                  </a:lnTo>
                  <a:cubicBezTo>
                    <a:pt x="883" y="8368"/>
                    <a:pt x="928" y="8372"/>
                    <a:pt x="974" y="8372"/>
                  </a:cubicBezTo>
                  <a:cubicBezTo>
                    <a:pt x="1007" y="8372"/>
                    <a:pt x="1040" y="8370"/>
                    <a:pt x="1075" y="8367"/>
                  </a:cubicBezTo>
                  <a:lnTo>
                    <a:pt x="982" y="8367"/>
                  </a:lnTo>
                  <a:cubicBezTo>
                    <a:pt x="1011" y="8355"/>
                    <a:pt x="1040" y="8351"/>
                    <a:pt x="1068" y="8351"/>
                  </a:cubicBezTo>
                  <a:cubicBezTo>
                    <a:pt x="1115" y="8351"/>
                    <a:pt x="1162" y="8361"/>
                    <a:pt x="1212" y="8361"/>
                  </a:cubicBezTo>
                  <a:cubicBezTo>
                    <a:pt x="1239" y="8361"/>
                    <a:pt x="1266" y="8358"/>
                    <a:pt x="1295" y="8350"/>
                  </a:cubicBezTo>
                  <a:lnTo>
                    <a:pt x="1295" y="8350"/>
                  </a:lnTo>
                  <a:lnTo>
                    <a:pt x="1244" y="8367"/>
                  </a:lnTo>
                  <a:cubicBezTo>
                    <a:pt x="1320" y="8367"/>
                    <a:pt x="1397" y="8350"/>
                    <a:pt x="1464" y="8316"/>
                  </a:cubicBezTo>
                  <a:lnTo>
                    <a:pt x="1464" y="8350"/>
                  </a:lnTo>
                  <a:cubicBezTo>
                    <a:pt x="1473" y="8308"/>
                    <a:pt x="1617" y="8282"/>
                    <a:pt x="1642" y="8265"/>
                  </a:cubicBezTo>
                  <a:lnTo>
                    <a:pt x="1642" y="8265"/>
                  </a:lnTo>
                  <a:cubicBezTo>
                    <a:pt x="1564" y="8285"/>
                    <a:pt x="1521" y="8288"/>
                    <a:pt x="1486" y="8288"/>
                  </a:cubicBezTo>
                  <a:cubicBezTo>
                    <a:pt x="1468" y="8288"/>
                    <a:pt x="1452" y="8287"/>
                    <a:pt x="1434" y="8287"/>
                  </a:cubicBezTo>
                  <a:cubicBezTo>
                    <a:pt x="1396" y="8287"/>
                    <a:pt x="1350" y="8291"/>
                    <a:pt x="1261" y="8316"/>
                  </a:cubicBezTo>
                  <a:cubicBezTo>
                    <a:pt x="1337" y="8274"/>
                    <a:pt x="1388" y="8257"/>
                    <a:pt x="1464" y="8206"/>
                  </a:cubicBezTo>
                  <a:cubicBezTo>
                    <a:pt x="1498" y="8206"/>
                    <a:pt x="1515" y="8215"/>
                    <a:pt x="1515" y="8223"/>
                  </a:cubicBezTo>
                  <a:cubicBezTo>
                    <a:pt x="1540" y="8198"/>
                    <a:pt x="1540" y="8172"/>
                    <a:pt x="1591" y="8155"/>
                  </a:cubicBezTo>
                  <a:lnTo>
                    <a:pt x="1608" y="8172"/>
                  </a:lnTo>
                  <a:cubicBezTo>
                    <a:pt x="1743" y="8164"/>
                    <a:pt x="1718" y="8088"/>
                    <a:pt x="1853" y="8079"/>
                  </a:cubicBezTo>
                  <a:lnTo>
                    <a:pt x="1853" y="8079"/>
                  </a:lnTo>
                  <a:cubicBezTo>
                    <a:pt x="1879" y="8113"/>
                    <a:pt x="1743" y="8147"/>
                    <a:pt x="1667" y="8181"/>
                  </a:cubicBezTo>
                  <a:cubicBezTo>
                    <a:pt x="1735" y="8206"/>
                    <a:pt x="1540" y="8215"/>
                    <a:pt x="1625" y="8248"/>
                  </a:cubicBezTo>
                  <a:lnTo>
                    <a:pt x="1659" y="8223"/>
                  </a:lnTo>
                  <a:cubicBezTo>
                    <a:pt x="1665" y="8222"/>
                    <a:pt x="1670" y="8221"/>
                    <a:pt x="1674" y="8221"/>
                  </a:cubicBezTo>
                  <a:cubicBezTo>
                    <a:pt x="1691" y="8221"/>
                    <a:pt x="1692" y="8230"/>
                    <a:pt x="1683" y="8236"/>
                  </a:cubicBezTo>
                  <a:lnTo>
                    <a:pt x="1683" y="8236"/>
                  </a:lnTo>
                  <a:cubicBezTo>
                    <a:pt x="1723" y="8226"/>
                    <a:pt x="1711" y="8237"/>
                    <a:pt x="1727" y="8215"/>
                  </a:cubicBezTo>
                  <a:cubicBezTo>
                    <a:pt x="1762" y="8209"/>
                    <a:pt x="1786" y="8207"/>
                    <a:pt x="1801" y="8207"/>
                  </a:cubicBezTo>
                  <a:cubicBezTo>
                    <a:pt x="1867" y="8207"/>
                    <a:pt x="1778" y="8251"/>
                    <a:pt x="1875" y="8251"/>
                  </a:cubicBezTo>
                  <a:cubicBezTo>
                    <a:pt x="1887" y="8251"/>
                    <a:pt x="1902" y="8250"/>
                    <a:pt x="1921" y="8248"/>
                  </a:cubicBezTo>
                  <a:lnTo>
                    <a:pt x="1921" y="8248"/>
                  </a:lnTo>
                  <a:cubicBezTo>
                    <a:pt x="1896" y="8265"/>
                    <a:pt x="1845" y="8265"/>
                    <a:pt x="1853" y="8291"/>
                  </a:cubicBezTo>
                  <a:lnTo>
                    <a:pt x="1752" y="8299"/>
                  </a:lnTo>
                  <a:lnTo>
                    <a:pt x="1752" y="8325"/>
                  </a:lnTo>
                  <a:cubicBezTo>
                    <a:pt x="1853" y="8316"/>
                    <a:pt x="1946" y="8274"/>
                    <a:pt x="2014" y="8198"/>
                  </a:cubicBezTo>
                  <a:lnTo>
                    <a:pt x="2014" y="8198"/>
                  </a:lnTo>
                  <a:cubicBezTo>
                    <a:pt x="1985" y="8210"/>
                    <a:pt x="1969" y="8215"/>
                    <a:pt x="1960" y="8215"/>
                  </a:cubicBezTo>
                  <a:cubicBezTo>
                    <a:pt x="1936" y="8215"/>
                    <a:pt x="1980" y="8172"/>
                    <a:pt x="1930" y="8172"/>
                  </a:cubicBezTo>
                  <a:cubicBezTo>
                    <a:pt x="1939" y="8162"/>
                    <a:pt x="1952" y="8158"/>
                    <a:pt x="1966" y="8158"/>
                  </a:cubicBezTo>
                  <a:cubicBezTo>
                    <a:pt x="1976" y="8158"/>
                    <a:pt x="1987" y="8160"/>
                    <a:pt x="1997" y="8164"/>
                  </a:cubicBezTo>
                  <a:cubicBezTo>
                    <a:pt x="1997" y="8156"/>
                    <a:pt x="2057" y="8141"/>
                    <a:pt x="2050" y="8125"/>
                  </a:cubicBezTo>
                  <a:lnTo>
                    <a:pt x="2050" y="8125"/>
                  </a:lnTo>
                  <a:cubicBezTo>
                    <a:pt x="2099" y="8188"/>
                    <a:pt x="2360" y="8148"/>
                    <a:pt x="2310" y="8223"/>
                  </a:cubicBezTo>
                  <a:cubicBezTo>
                    <a:pt x="2471" y="8198"/>
                    <a:pt x="2632" y="8164"/>
                    <a:pt x="2784" y="8113"/>
                  </a:cubicBezTo>
                  <a:lnTo>
                    <a:pt x="2784" y="8113"/>
                  </a:lnTo>
                  <a:lnTo>
                    <a:pt x="2742" y="8138"/>
                  </a:lnTo>
                  <a:cubicBezTo>
                    <a:pt x="2768" y="8143"/>
                    <a:pt x="2789" y="8145"/>
                    <a:pt x="2807" y="8145"/>
                  </a:cubicBezTo>
                  <a:cubicBezTo>
                    <a:pt x="2919" y="8145"/>
                    <a:pt x="2900" y="8066"/>
                    <a:pt x="2987" y="8037"/>
                  </a:cubicBezTo>
                  <a:lnTo>
                    <a:pt x="2987" y="8037"/>
                  </a:lnTo>
                  <a:cubicBezTo>
                    <a:pt x="2946" y="8055"/>
                    <a:pt x="2957" y="8059"/>
                    <a:pt x="2985" y="8059"/>
                  </a:cubicBezTo>
                  <a:cubicBezTo>
                    <a:pt x="3006" y="8059"/>
                    <a:pt x="3037" y="8057"/>
                    <a:pt x="3063" y="8057"/>
                  </a:cubicBezTo>
                  <a:cubicBezTo>
                    <a:pt x="3081" y="8057"/>
                    <a:pt x="3097" y="8058"/>
                    <a:pt x="3105" y="8062"/>
                  </a:cubicBezTo>
                  <a:cubicBezTo>
                    <a:pt x="3182" y="8012"/>
                    <a:pt x="3266" y="7978"/>
                    <a:pt x="3351" y="7952"/>
                  </a:cubicBezTo>
                  <a:cubicBezTo>
                    <a:pt x="3374" y="7975"/>
                    <a:pt x="3390" y="8013"/>
                    <a:pt x="3444" y="8013"/>
                  </a:cubicBezTo>
                  <a:cubicBezTo>
                    <a:pt x="3449" y="8013"/>
                    <a:pt x="3455" y="8012"/>
                    <a:pt x="3461" y="8012"/>
                  </a:cubicBezTo>
                  <a:lnTo>
                    <a:pt x="3503" y="7978"/>
                  </a:lnTo>
                  <a:cubicBezTo>
                    <a:pt x="3571" y="7952"/>
                    <a:pt x="3647" y="7935"/>
                    <a:pt x="3715" y="7927"/>
                  </a:cubicBezTo>
                  <a:lnTo>
                    <a:pt x="3706" y="7927"/>
                  </a:lnTo>
                  <a:cubicBezTo>
                    <a:pt x="3783" y="7927"/>
                    <a:pt x="3783" y="7892"/>
                    <a:pt x="3738" y="7892"/>
                  </a:cubicBezTo>
                  <a:cubicBezTo>
                    <a:pt x="3733" y="7892"/>
                    <a:pt x="3728" y="7892"/>
                    <a:pt x="3723" y="7893"/>
                  </a:cubicBezTo>
                  <a:lnTo>
                    <a:pt x="3799" y="7859"/>
                  </a:lnTo>
                  <a:lnTo>
                    <a:pt x="3799" y="7868"/>
                  </a:lnTo>
                  <a:cubicBezTo>
                    <a:pt x="3901" y="7809"/>
                    <a:pt x="4011" y="7766"/>
                    <a:pt x="4129" y="7724"/>
                  </a:cubicBezTo>
                  <a:lnTo>
                    <a:pt x="4129" y="7724"/>
                  </a:lnTo>
                  <a:cubicBezTo>
                    <a:pt x="4095" y="7758"/>
                    <a:pt x="4264" y="7749"/>
                    <a:pt x="4121" y="7783"/>
                  </a:cubicBezTo>
                  <a:cubicBezTo>
                    <a:pt x="4154" y="7766"/>
                    <a:pt x="4095" y="7766"/>
                    <a:pt x="4078" y="7758"/>
                  </a:cubicBezTo>
                  <a:cubicBezTo>
                    <a:pt x="4036" y="7766"/>
                    <a:pt x="4002" y="7783"/>
                    <a:pt x="3968" y="7809"/>
                  </a:cubicBezTo>
                  <a:cubicBezTo>
                    <a:pt x="3985" y="7817"/>
                    <a:pt x="3977" y="7859"/>
                    <a:pt x="3960" y="7885"/>
                  </a:cubicBezTo>
                  <a:cubicBezTo>
                    <a:pt x="4053" y="7825"/>
                    <a:pt x="4349" y="7792"/>
                    <a:pt x="4349" y="7715"/>
                  </a:cubicBezTo>
                  <a:cubicBezTo>
                    <a:pt x="4476" y="7690"/>
                    <a:pt x="4637" y="7631"/>
                    <a:pt x="4780" y="7614"/>
                  </a:cubicBezTo>
                  <a:cubicBezTo>
                    <a:pt x="4780" y="7614"/>
                    <a:pt x="4763" y="7605"/>
                    <a:pt x="4763" y="7597"/>
                  </a:cubicBezTo>
                  <a:lnTo>
                    <a:pt x="4899" y="7597"/>
                  </a:lnTo>
                  <a:lnTo>
                    <a:pt x="4873" y="7614"/>
                  </a:lnTo>
                  <a:lnTo>
                    <a:pt x="4958" y="7614"/>
                  </a:lnTo>
                  <a:cubicBezTo>
                    <a:pt x="4966" y="7622"/>
                    <a:pt x="4924" y="7648"/>
                    <a:pt x="4907" y="7656"/>
                  </a:cubicBezTo>
                  <a:cubicBezTo>
                    <a:pt x="4902" y="7659"/>
                    <a:pt x="4897" y="7660"/>
                    <a:pt x="4892" y="7660"/>
                  </a:cubicBezTo>
                  <a:cubicBezTo>
                    <a:pt x="4883" y="7660"/>
                    <a:pt x="4877" y="7657"/>
                    <a:pt x="4881" y="7653"/>
                  </a:cubicBezTo>
                  <a:lnTo>
                    <a:pt x="4881" y="7653"/>
                  </a:lnTo>
                  <a:cubicBezTo>
                    <a:pt x="4861" y="7663"/>
                    <a:pt x="4863" y="7666"/>
                    <a:pt x="4872" y="7666"/>
                  </a:cubicBezTo>
                  <a:cubicBezTo>
                    <a:pt x="4881" y="7666"/>
                    <a:pt x="4899" y="7663"/>
                    <a:pt x="4911" y="7663"/>
                  </a:cubicBezTo>
                  <a:cubicBezTo>
                    <a:pt x="4925" y="7663"/>
                    <a:pt x="4933" y="7667"/>
                    <a:pt x="4916" y="7682"/>
                  </a:cubicBezTo>
                  <a:cubicBezTo>
                    <a:pt x="4890" y="7682"/>
                    <a:pt x="4865" y="7690"/>
                    <a:pt x="4848" y="7699"/>
                  </a:cubicBezTo>
                  <a:cubicBezTo>
                    <a:pt x="4932" y="7692"/>
                    <a:pt x="4970" y="7650"/>
                    <a:pt x="5023" y="7650"/>
                  </a:cubicBezTo>
                  <a:cubicBezTo>
                    <a:pt x="5034" y="7650"/>
                    <a:pt x="5046" y="7652"/>
                    <a:pt x="5060" y="7656"/>
                  </a:cubicBezTo>
                  <a:cubicBezTo>
                    <a:pt x="5119" y="7605"/>
                    <a:pt x="5203" y="7572"/>
                    <a:pt x="5288" y="7572"/>
                  </a:cubicBezTo>
                  <a:cubicBezTo>
                    <a:pt x="5282" y="7576"/>
                    <a:pt x="5281" y="7578"/>
                    <a:pt x="5284" y="7578"/>
                  </a:cubicBezTo>
                  <a:cubicBezTo>
                    <a:pt x="5292" y="7578"/>
                    <a:pt x="5328" y="7564"/>
                    <a:pt x="5345" y="7564"/>
                  </a:cubicBezTo>
                  <a:cubicBezTo>
                    <a:pt x="5354" y="7564"/>
                    <a:pt x="5357" y="7568"/>
                    <a:pt x="5347" y="7580"/>
                  </a:cubicBezTo>
                  <a:cubicBezTo>
                    <a:pt x="5381" y="7555"/>
                    <a:pt x="5466" y="7555"/>
                    <a:pt x="5474" y="7529"/>
                  </a:cubicBezTo>
                  <a:lnTo>
                    <a:pt x="5474" y="7529"/>
                  </a:lnTo>
                  <a:cubicBezTo>
                    <a:pt x="5449" y="7546"/>
                    <a:pt x="5423" y="7555"/>
                    <a:pt x="5389" y="7555"/>
                  </a:cubicBezTo>
                  <a:cubicBezTo>
                    <a:pt x="5423" y="7538"/>
                    <a:pt x="5423" y="7512"/>
                    <a:pt x="5474" y="7504"/>
                  </a:cubicBezTo>
                  <a:lnTo>
                    <a:pt x="5474" y="7512"/>
                  </a:lnTo>
                  <a:cubicBezTo>
                    <a:pt x="5525" y="7479"/>
                    <a:pt x="5474" y="7445"/>
                    <a:pt x="5576" y="7411"/>
                  </a:cubicBezTo>
                  <a:cubicBezTo>
                    <a:pt x="5630" y="7394"/>
                    <a:pt x="5662" y="7387"/>
                    <a:pt x="5678" y="7387"/>
                  </a:cubicBezTo>
                  <a:cubicBezTo>
                    <a:pt x="5744" y="7387"/>
                    <a:pt x="5567" y="7496"/>
                    <a:pt x="5601" y="7496"/>
                  </a:cubicBezTo>
                  <a:cubicBezTo>
                    <a:pt x="5652" y="7462"/>
                    <a:pt x="5719" y="7436"/>
                    <a:pt x="5779" y="7436"/>
                  </a:cubicBezTo>
                  <a:lnTo>
                    <a:pt x="5770" y="7445"/>
                  </a:lnTo>
                  <a:cubicBezTo>
                    <a:pt x="5796" y="7428"/>
                    <a:pt x="5829" y="7411"/>
                    <a:pt x="5872" y="7411"/>
                  </a:cubicBezTo>
                  <a:cubicBezTo>
                    <a:pt x="5880" y="7386"/>
                    <a:pt x="5897" y="7352"/>
                    <a:pt x="5914" y="7326"/>
                  </a:cubicBezTo>
                  <a:lnTo>
                    <a:pt x="6041" y="7284"/>
                  </a:lnTo>
                  <a:lnTo>
                    <a:pt x="6041" y="7284"/>
                  </a:lnTo>
                  <a:lnTo>
                    <a:pt x="6015" y="7309"/>
                  </a:lnTo>
                  <a:cubicBezTo>
                    <a:pt x="6041" y="7293"/>
                    <a:pt x="6066" y="7284"/>
                    <a:pt x="6092" y="7276"/>
                  </a:cubicBezTo>
                  <a:lnTo>
                    <a:pt x="6092" y="7276"/>
                  </a:lnTo>
                  <a:cubicBezTo>
                    <a:pt x="6109" y="7293"/>
                    <a:pt x="6066" y="7301"/>
                    <a:pt x="6032" y="7318"/>
                  </a:cubicBezTo>
                  <a:cubicBezTo>
                    <a:pt x="6039" y="7320"/>
                    <a:pt x="6046" y="7321"/>
                    <a:pt x="6053" y="7321"/>
                  </a:cubicBezTo>
                  <a:cubicBezTo>
                    <a:pt x="6074" y="7321"/>
                    <a:pt x="6096" y="7312"/>
                    <a:pt x="6109" y="7293"/>
                  </a:cubicBezTo>
                  <a:lnTo>
                    <a:pt x="6092" y="7293"/>
                  </a:lnTo>
                  <a:cubicBezTo>
                    <a:pt x="6113" y="7278"/>
                    <a:pt x="6195" y="7228"/>
                    <a:pt x="6164" y="7228"/>
                  </a:cubicBezTo>
                  <a:cubicBezTo>
                    <a:pt x="6158" y="7228"/>
                    <a:pt x="6148" y="7229"/>
                    <a:pt x="6134" y="7233"/>
                  </a:cubicBezTo>
                  <a:cubicBezTo>
                    <a:pt x="6163" y="7212"/>
                    <a:pt x="6187" y="7210"/>
                    <a:pt x="6208" y="7210"/>
                  </a:cubicBezTo>
                  <a:cubicBezTo>
                    <a:pt x="6213" y="7210"/>
                    <a:pt x="6218" y="7210"/>
                    <a:pt x="6223" y="7210"/>
                  </a:cubicBezTo>
                  <a:cubicBezTo>
                    <a:pt x="6239" y="7210"/>
                    <a:pt x="6253" y="7209"/>
                    <a:pt x="6269" y="7199"/>
                  </a:cubicBezTo>
                  <a:lnTo>
                    <a:pt x="6269" y="7199"/>
                  </a:lnTo>
                  <a:cubicBezTo>
                    <a:pt x="6286" y="7216"/>
                    <a:pt x="6244" y="7242"/>
                    <a:pt x="6269" y="7242"/>
                  </a:cubicBezTo>
                  <a:cubicBezTo>
                    <a:pt x="6303" y="7233"/>
                    <a:pt x="6345" y="7216"/>
                    <a:pt x="6379" y="7199"/>
                  </a:cubicBezTo>
                  <a:lnTo>
                    <a:pt x="6379" y="7199"/>
                  </a:lnTo>
                  <a:cubicBezTo>
                    <a:pt x="6373" y="7201"/>
                    <a:pt x="6369" y="7201"/>
                    <a:pt x="6365" y="7201"/>
                  </a:cubicBezTo>
                  <a:cubicBezTo>
                    <a:pt x="6350" y="7201"/>
                    <a:pt x="6364" y="7189"/>
                    <a:pt x="6340" y="7189"/>
                  </a:cubicBezTo>
                  <a:cubicBezTo>
                    <a:pt x="6335" y="7189"/>
                    <a:pt x="6329" y="7190"/>
                    <a:pt x="6320" y="7191"/>
                  </a:cubicBezTo>
                  <a:cubicBezTo>
                    <a:pt x="6345" y="7174"/>
                    <a:pt x="6396" y="7157"/>
                    <a:pt x="6396" y="7149"/>
                  </a:cubicBezTo>
                  <a:lnTo>
                    <a:pt x="6396" y="7149"/>
                  </a:lnTo>
                  <a:cubicBezTo>
                    <a:pt x="6371" y="7166"/>
                    <a:pt x="6354" y="7166"/>
                    <a:pt x="6328" y="7166"/>
                  </a:cubicBezTo>
                  <a:cubicBezTo>
                    <a:pt x="6388" y="7140"/>
                    <a:pt x="6455" y="7123"/>
                    <a:pt x="6515" y="7115"/>
                  </a:cubicBezTo>
                  <a:lnTo>
                    <a:pt x="6515" y="7115"/>
                  </a:lnTo>
                  <a:cubicBezTo>
                    <a:pt x="6515" y="7123"/>
                    <a:pt x="6515" y="7123"/>
                    <a:pt x="6506" y="7132"/>
                  </a:cubicBezTo>
                  <a:cubicBezTo>
                    <a:pt x="6574" y="7073"/>
                    <a:pt x="6701" y="7047"/>
                    <a:pt x="6743" y="6996"/>
                  </a:cubicBezTo>
                  <a:lnTo>
                    <a:pt x="6718" y="6996"/>
                  </a:lnTo>
                  <a:cubicBezTo>
                    <a:pt x="6701" y="7013"/>
                    <a:pt x="6675" y="7022"/>
                    <a:pt x="6641" y="7022"/>
                  </a:cubicBezTo>
                  <a:cubicBezTo>
                    <a:pt x="6701" y="6988"/>
                    <a:pt x="6591" y="7005"/>
                    <a:pt x="6650" y="6971"/>
                  </a:cubicBezTo>
                  <a:cubicBezTo>
                    <a:pt x="6735" y="6929"/>
                    <a:pt x="6828" y="6937"/>
                    <a:pt x="6861" y="6886"/>
                  </a:cubicBezTo>
                  <a:lnTo>
                    <a:pt x="6861" y="6886"/>
                  </a:lnTo>
                  <a:cubicBezTo>
                    <a:pt x="6785" y="6895"/>
                    <a:pt x="6701" y="6920"/>
                    <a:pt x="6633" y="6954"/>
                  </a:cubicBezTo>
                  <a:lnTo>
                    <a:pt x="6684" y="6937"/>
                  </a:lnTo>
                  <a:lnTo>
                    <a:pt x="6582" y="7022"/>
                  </a:lnTo>
                  <a:cubicBezTo>
                    <a:pt x="6581" y="7020"/>
                    <a:pt x="6579" y="7019"/>
                    <a:pt x="6575" y="7019"/>
                  </a:cubicBezTo>
                  <a:cubicBezTo>
                    <a:pt x="6555" y="7019"/>
                    <a:pt x="6501" y="7045"/>
                    <a:pt x="6476" y="7045"/>
                  </a:cubicBezTo>
                  <a:cubicBezTo>
                    <a:pt x="6470" y="7045"/>
                    <a:pt x="6465" y="7043"/>
                    <a:pt x="6464" y="7039"/>
                  </a:cubicBezTo>
                  <a:cubicBezTo>
                    <a:pt x="6506" y="7022"/>
                    <a:pt x="6548" y="7005"/>
                    <a:pt x="6582" y="6996"/>
                  </a:cubicBezTo>
                  <a:lnTo>
                    <a:pt x="6582" y="6996"/>
                  </a:lnTo>
                  <a:cubicBezTo>
                    <a:pt x="6523" y="7005"/>
                    <a:pt x="6472" y="7013"/>
                    <a:pt x="6422" y="7030"/>
                  </a:cubicBezTo>
                  <a:lnTo>
                    <a:pt x="6481" y="7022"/>
                  </a:lnTo>
                  <a:lnTo>
                    <a:pt x="6481" y="7022"/>
                  </a:lnTo>
                  <a:cubicBezTo>
                    <a:pt x="6388" y="7081"/>
                    <a:pt x="6252" y="7106"/>
                    <a:pt x="6159" y="7157"/>
                  </a:cubicBezTo>
                  <a:cubicBezTo>
                    <a:pt x="6186" y="7142"/>
                    <a:pt x="6181" y="7139"/>
                    <a:pt x="6167" y="7139"/>
                  </a:cubicBezTo>
                  <a:cubicBezTo>
                    <a:pt x="6155" y="7139"/>
                    <a:pt x="6135" y="7142"/>
                    <a:pt x="6121" y="7142"/>
                  </a:cubicBezTo>
                  <a:cubicBezTo>
                    <a:pt x="6104" y="7142"/>
                    <a:pt x="6096" y="7138"/>
                    <a:pt x="6117" y="7123"/>
                  </a:cubicBezTo>
                  <a:cubicBezTo>
                    <a:pt x="6125" y="7115"/>
                    <a:pt x="6142" y="7113"/>
                    <a:pt x="6155" y="7113"/>
                  </a:cubicBezTo>
                  <a:cubicBezTo>
                    <a:pt x="6160" y="7113"/>
                    <a:pt x="6165" y="7113"/>
                    <a:pt x="6168" y="7114"/>
                  </a:cubicBezTo>
                  <a:lnTo>
                    <a:pt x="6168" y="7114"/>
                  </a:lnTo>
                  <a:cubicBezTo>
                    <a:pt x="6167" y="7105"/>
                    <a:pt x="6162" y="7102"/>
                    <a:pt x="6155" y="7102"/>
                  </a:cubicBezTo>
                  <a:cubicBezTo>
                    <a:pt x="6138" y="7102"/>
                    <a:pt x="6110" y="7116"/>
                    <a:pt x="6091" y="7116"/>
                  </a:cubicBezTo>
                  <a:cubicBezTo>
                    <a:pt x="6088" y="7116"/>
                    <a:pt x="6086" y="7116"/>
                    <a:pt x="6083" y="7115"/>
                  </a:cubicBezTo>
                  <a:cubicBezTo>
                    <a:pt x="6075" y="7132"/>
                    <a:pt x="5982" y="7166"/>
                    <a:pt x="6041" y="7166"/>
                  </a:cubicBezTo>
                  <a:cubicBezTo>
                    <a:pt x="6007" y="7166"/>
                    <a:pt x="5939" y="7208"/>
                    <a:pt x="5897" y="7208"/>
                  </a:cubicBezTo>
                  <a:cubicBezTo>
                    <a:pt x="5905" y="7233"/>
                    <a:pt x="5812" y="7250"/>
                    <a:pt x="5804" y="7267"/>
                  </a:cubicBezTo>
                  <a:cubicBezTo>
                    <a:pt x="5796" y="7271"/>
                    <a:pt x="5787" y="7273"/>
                    <a:pt x="5779" y="7273"/>
                  </a:cubicBezTo>
                  <a:cubicBezTo>
                    <a:pt x="5770" y="7273"/>
                    <a:pt x="5762" y="7271"/>
                    <a:pt x="5753" y="7267"/>
                  </a:cubicBezTo>
                  <a:lnTo>
                    <a:pt x="5880" y="7191"/>
                  </a:lnTo>
                  <a:cubicBezTo>
                    <a:pt x="5905" y="7191"/>
                    <a:pt x="5948" y="7174"/>
                    <a:pt x="5931" y="7174"/>
                  </a:cubicBezTo>
                  <a:lnTo>
                    <a:pt x="5931" y="7166"/>
                  </a:lnTo>
                  <a:lnTo>
                    <a:pt x="6176" y="7022"/>
                  </a:lnTo>
                  <a:lnTo>
                    <a:pt x="6151" y="7047"/>
                  </a:lnTo>
                  <a:cubicBezTo>
                    <a:pt x="6218" y="6988"/>
                    <a:pt x="6312" y="7005"/>
                    <a:pt x="6379" y="6954"/>
                  </a:cubicBezTo>
                  <a:lnTo>
                    <a:pt x="6379" y="6954"/>
                  </a:lnTo>
                  <a:cubicBezTo>
                    <a:pt x="6371" y="6963"/>
                    <a:pt x="6362" y="6963"/>
                    <a:pt x="6379" y="6963"/>
                  </a:cubicBezTo>
                  <a:cubicBezTo>
                    <a:pt x="6453" y="6946"/>
                    <a:pt x="6485" y="6910"/>
                    <a:pt x="6523" y="6888"/>
                  </a:cubicBezTo>
                  <a:lnTo>
                    <a:pt x="6523" y="6888"/>
                  </a:lnTo>
                  <a:cubicBezTo>
                    <a:pt x="6512" y="6891"/>
                    <a:pt x="6501" y="6893"/>
                    <a:pt x="6489" y="6895"/>
                  </a:cubicBezTo>
                  <a:cubicBezTo>
                    <a:pt x="6523" y="6870"/>
                    <a:pt x="6557" y="6844"/>
                    <a:pt x="6599" y="6836"/>
                  </a:cubicBezTo>
                  <a:lnTo>
                    <a:pt x="6599" y="6802"/>
                  </a:lnTo>
                  <a:cubicBezTo>
                    <a:pt x="6633" y="6760"/>
                    <a:pt x="6701" y="6785"/>
                    <a:pt x="6743" y="6743"/>
                  </a:cubicBezTo>
                  <a:lnTo>
                    <a:pt x="6684" y="6743"/>
                  </a:lnTo>
                  <a:cubicBezTo>
                    <a:pt x="6667" y="6751"/>
                    <a:pt x="6650" y="6760"/>
                    <a:pt x="6633" y="6768"/>
                  </a:cubicBezTo>
                  <a:cubicBezTo>
                    <a:pt x="6610" y="6786"/>
                    <a:pt x="6583" y="6795"/>
                    <a:pt x="6554" y="6795"/>
                  </a:cubicBezTo>
                  <a:cubicBezTo>
                    <a:pt x="6530" y="6795"/>
                    <a:pt x="6504" y="6788"/>
                    <a:pt x="6481" y="6776"/>
                  </a:cubicBezTo>
                  <a:cubicBezTo>
                    <a:pt x="6477" y="6777"/>
                    <a:pt x="6474" y="6778"/>
                    <a:pt x="6472" y="6778"/>
                  </a:cubicBezTo>
                  <a:cubicBezTo>
                    <a:pt x="6447" y="6778"/>
                    <a:pt x="6488" y="6741"/>
                    <a:pt x="6481" y="6726"/>
                  </a:cubicBezTo>
                  <a:lnTo>
                    <a:pt x="6481" y="6726"/>
                  </a:lnTo>
                  <a:cubicBezTo>
                    <a:pt x="6413" y="6751"/>
                    <a:pt x="6430" y="6785"/>
                    <a:pt x="6362" y="6810"/>
                  </a:cubicBezTo>
                  <a:cubicBezTo>
                    <a:pt x="6353" y="6810"/>
                    <a:pt x="6351" y="6805"/>
                    <a:pt x="6353" y="6801"/>
                  </a:cubicBezTo>
                  <a:lnTo>
                    <a:pt x="6353" y="6801"/>
                  </a:lnTo>
                  <a:lnTo>
                    <a:pt x="6320" y="6827"/>
                  </a:lnTo>
                  <a:cubicBezTo>
                    <a:pt x="6319" y="6826"/>
                    <a:pt x="6314" y="6825"/>
                    <a:pt x="6309" y="6825"/>
                  </a:cubicBezTo>
                  <a:cubicBezTo>
                    <a:pt x="6297" y="6825"/>
                    <a:pt x="6279" y="6827"/>
                    <a:pt x="6265" y="6827"/>
                  </a:cubicBezTo>
                  <a:cubicBezTo>
                    <a:pt x="6244" y="6827"/>
                    <a:pt x="6231" y="6823"/>
                    <a:pt x="6261" y="6802"/>
                  </a:cubicBezTo>
                  <a:lnTo>
                    <a:pt x="6303" y="6793"/>
                  </a:lnTo>
                  <a:cubicBezTo>
                    <a:pt x="6235" y="6793"/>
                    <a:pt x="6138" y="6808"/>
                    <a:pt x="6080" y="6808"/>
                  </a:cubicBezTo>
                  <a:cubicBezTo>
                    <a:pt x="6051" y="6808"/>
                    <a:pt x="6032" y="6805"/>
                    <a:pt x="6032" y="6793"/>
                  </a:cubicBezTo>
                  <a:cubicBezTo>
                    <a:pt x="5982" y="6802"/>
                    <a:pt x="5999" y="6810"/>
                    <a:pt x="5914" y="6827"/>
                  </a:cubicBezTo>
                  <a:cubicBezTo>
                    <a:pt x="5889" y="6861"/>
                    <a:pt x="5931" y="6870"/>
                    <a:pt x="5846" y="6912"/>
                  </a:cubicBezTo>
                  <a:lnTo>
                    <a:pt x="5922" y="6903"/>
                  </a:lnTo>
                  <a:cubicBezTo>
                    <a:pt x="5939" y="6895"/>
                    <a:pt x="5948" y="6886"/>
                    <a:pt x="5956" y="6878"/>
                  </a:cubicBezTo>
                  <a:lnTo>
                    <a:pt x="5956" y="6878"/>
                  </a:lnTo>
                  <a:lnTo>
                    <a:pt x="5889" y="6895"/>
                  </a:lnTo>
                  <a:cubicBezTo>
                    <a:pt x="5931" y="6878"/>
                    <a:pt x="5922" y="6870"/>
                    <a:pt x="5931" y="6844"/>
                  </a:cubicBezTo>
                  <a:cubicBezTo>
                    <a:pt x="5980" y="6832"/>
                    <a:pt x="6030" y="6824"/>
                    <a:pt x="6083" y="6824"/>
                  </a:cubicBezTo>
                  <a:cubicBezTo>
                    <a:pt x="6102" y="6824"/>
                    <a:pt x="6122" y="6825"/>
                    <a:pt x="6142" y="6827"/>
                  </a:cubicBezTo>
                  <a:cubicBezTo>
                    <a:pt x="6109" y="6853"/>
                    <a:pt x="6049" y="6870"/>
                    <a:pt x="6075" y="6886"/>
                  </a:cubicBezTo>
                  <a:cubicBezTo>
                    <a:pt x="6070" y="6886"/>
                    <a:pt x="6066" y="6886"/>
                    <a:pt x="6062" y="6886"/>
                  </a:cubicBezTo>
                  <a:cubicBezTo>
                    <a:pt x="6016" y="6886"/>
                    <a:pt x="6019" y="6929"/>
                    <a:pt x="5956" y="6929"/>
                  </a:cubicBezTo>
                  <a:lnTo>
                    <a:pt x="5965" y="6912"/>
                  </a:lnTo>
                  <a:lnTo>
                    <a:pt x="5965" y="6912"/>
                  </a:lnTo>
                  <a:cubicBezTo>
                    <a:pt x="5914" y="6954"/>
                    <a:pt x="5905" y="6929"/>
                    <a:pt x="5863" y="6954"/>
                  </a:cubicBezTo>
                  <a:cubicBezTo>
                    <a:pt x="5863" y="6946"/>
                    <a:pt x="5863" y="6946"/>
                    <a:pt x="5855" y="6946"/>
                  </a:cubicBezTo>
                  <a:cubicBezTo>
                    <a:pt x="5762" y="6988"/>
                    <a:pt x="5889" y="6954"/>
                    <a:pt x="5796" y="7005"/>
                  </a:cubicBezTo>
                  <a:cubicBezTo>
                    <a:pt x="5781" y="7009"/>
                    <a:pt x="5770" y="7011"/>
                    <a:pt x="5762" y="7011"/>
                  </a:cubicBezTo>
                  <a:cubicBezTo>
                    <a:pt x="5726" y="7011"/>
                    <a:pt x="5757" y="6971"/>
                    <a:pt x="5736" y="6971"/>
                  </a:cubicBezTo>
                  <a:cubicBezTo>
                    <a:pt x="5863" y="6895"/>
                    <a:pt x="5719" y="6929"/>
                    <a:pt x="5863" y="6853"/>
                  </a:cubicBezTo>
                  <a:cubicBezTo>
                    <a:pt x="5856" y="6838"/>
                    <a:pt x="5840" y="6831"/>
                    <a:pt x="5819" y="6831"/>
                  </a:cubicBezTo>
                  <a:cubicBezTo>
                    <a:pt x="5791" y="6831"/>
                    <a:pt x="5754" y="6842"/>
                    <a:pt x="5711" y="6861"/>
                  </a:cubicBezTo>
                  <a:cubicBezTo>
                    <a:pt x="5770" y="6861"/>
                    <a:pt x="5694" y="6920"/>
                    <a:pt x="5770" y="6920"/>
                  </a:cubicBezTo>
                  <a:cubicBezTo>
                    <a:pt x="5652" y="6980"/>
                    <a:pt x="5686" y="7047"/>
                    <a:pt x="5533" y="7047"/>
                  </a:cubicBezTo>
                  <a:lnTo>
                    <a:pt x="5533" y="7039"/>
                  </a:lnTo>
                  <a:lnTo>
                    <a:pt x="5491" y="7081"/>
                  </a:lnTo>
                  <a:lnTo>
                    <a:pt x="5406" y="7089"/>
                  </a:lnTo>
                  <a:cubicBezTo>
                    <a:pt x="5440" y="7039"/>
                    <a:pt x="5508" y="7039"/>
                    <a:pt x="5542" y="7013"/>
                  </a:cubicBezTo>
                  <a:cubicBezTo>
                    <a:pt x="5536" y="7013"/>
                    <a:pt x="5531" y="7013"/>
                    <a:pt x="5525" y="7013"/>
                  </a:cubicBezTo>
                  <a:cubicBezTo>
                    <a:pt x="5431" y="7013"/>
                    <a:pt x="5418" y="7082"/>
                    <a:pt x="5313" y="7106"/>
                  </a:cubicBezTo>
                  <a:cubicBezTo>
                    <a:pt x="5212" y="7089"/>
                    <a:pt x="5415" y="7056"/>
                    <a:pt x="5406" y="7022"/>
                  </a:cubicBezTo>
                  <a:lnTo>
                    <a:pt x="5406" y="7022"/>
                  </a:lnTo>
                  <a:cubicBezTo>
                    <a:pt x="5398" y="7026"/>
                    <a:pt x="5379" y="7028"/>
                    <a:pt x="5362" y="7028"/>
                  </a:cubicBezTo>
                  <a:cubicBezTo>
                    <a:pt x="5345" y="7028"/>
                    <a:pt x="5330" y="7026"/>
                    <a:pt x="5330" y="7022"/>
                  </a:cubicBezTo>
                  <a:cubicBezTo>
                    <a:pt x="5432" y="7005"/>
                    <a:pt x="5381" y="6980"/>
                    <a:pt x="5499" y="6971"/>
                  </a:cubicBezTo>
                  <a:lnTo>
                    <a:pt x="5499" y="6971"/>
                  </a:lnTo>
                  <a:cubicBezTo>
                    <a:pt x="5449" y="6996"/>
                    <a:pt x="5508" y="6980"/>
                    <a:pt x="5499" y="6996"/>
                  </a:cubicBezTo>
                  <a:cubicBezTo>
                    <a:pt x="5559" y="6963"/>
                    <a:pt x="5626" y="6937"/>
                    <a:pt x="5694" y="6929"/>
                  </a:cubicBezTo>
                  <a:cubicBezTo>
                    <a:pt x="5697" y="6917"/>
                    <a:pt x="5690" y="6914"/>
                    <a:pt x="5678" y="6914"/>
                  </a:cubicBezTo>
                  <a:cubicBezTo>
                    <a:pt x="5655" y="6914"/>
                    <a:pt x="5609" y="6929"/>
                    <a:pt x="5576" y="6929"/>
                  </a:cubicBezTo>
                  <a:cubicBezTo>
                    <a:pt x="5491" y="6980"/>
                    <a:pt x="5389" y="6954"/>
                    <a:pt x="5330" y="7005"/>
                  </a:cubicBezTo>
                  <a:cubicBezTo>
                    <a:pt x="5308" y="7012"/>
                    <a:pt x="5294" y="7015"/>
                    <a:pt x="5287" y="7015"/>
                  </a:cubicBezTo>
                  <a:cubicBezTo>
                    <a:pt x="5262" y="7015"/>
                    <a:pt x="5311" y="6980"/>
                    <a:pt x="5305" y="6980"/>
                  </a:cubicBezTo>
                  <a:lnTo>
                    <a:pt x="5305" y="6980"/>
                  </a:lnTo>
                  <a:cubicBezTo>
                    <a:pt x="5220" y="6996"/>
                    <a:pt x="5271" y="7013"/>
                    <a:pt x="5246" y="7030"/>
                  </a:cubicBezTo>
                  <a:cubicBezTo>
                    <a:pt x="5197" y="7051"/>
                    <a:pt x="5163" y="7056"/>
                    <a:pt x="5133" y="7056"/>
                  </a:cubicBezTo>
                  <a:cubicBezTo>
                    <a:pt x="5103" y="7056"/>
                    <a:pt x="5078" y="7051"/>
                    <a:pt x="5048" y="7051"/>
                  </a:cubicBezTo>
                  <a:cubicBezTo>
                    <a:pt x="5033" y="7051"/>
                    <a:pt x="5018" y="7052"/>
                    <a:pt x="5000" y="7056"/>
                  </a:cubicBezTo>
                  <a:cubicBezTo>
                    <a:pt x="4933" y="7115"/>
                    <a:pt x="4738" y="7149"/>
                    <a:pt x="4611" y="7183"/>
                  </a:cubicBezTo>
                  <a:cubicBezTo>
                    <a:pt x="4620" y="7166"/>
                    <a:pt x="4603" y="7157"/>
                    <a:pt x="4594" y="7149"/>
                  </a:cubicBezTo>
                  <a:cubicBezTo>
                    <a:pt x="4527" y="7216"/>
                    <a:pt x="4544" y="7191"/>
                    <a:pt x="4459" y="7250"/>
                  </a:cubicBezTo>
                  <a:lnTo>
                    <a:pt x="4544" y="7250"/>
                  </a:lnTo>
                  <a:cubicBezTo>
                    <a:pt x="4485" y="7265"/>
                    <a:pt x="4446" y="7304"/>
                    <a:pt x="4393" y="7304"/>
                  </a:cubicBezTo>
                  <a:cubicBezTo>
                    <a:pt x="4384" y="7304"/>
                    <a:pt x="4375" y="7303"/>
                    <a:pt x="4366" y="7301"/>
                  </a:cubicBezTo>
                  <a:lnTo>
                    <a:pt x="4366" y="7301"/>
                  </a:lnTo>
                  <a:cubicBezTo>
                    <a:pt x="4459" y="7326"/>
                    <a:pt x="4264" y="7360"/>
                    <a:pt x="4214" y="7394"/>
                  </a:cubicBezTo>
                  <a:cubicBezTo>
                    <a:pt x="4157" y="7394"/>
                    <a:pt x="4107" y="7423"/>
                    <a:pt x="4062" y="7423"/>
                  </a:cubicBezTo>
                  <a:cubicBezTo>
                    <a:pt x="4054" y="7423"/>
                    <a:pt x="4046" y="7422"/>
                    <a:pt x="4039" y="7420"/>
                  </a:cubicBezTo>
                  <a:lnTo>
                    <a:pt x="4039" y="7420"/>
                  </a:lnTo>
                  <a:lnTo>
                    <a:pt x="3943" y="7436"/>
                  </a:lnTo>
                  <a:lnTo>
                    <a:pt x="3943" y="7394"/>
                  </a:lnTo>
                  <a:cubicBezTo>
                    <a:pt x="3867" y="7394"/>
                    <a:pt x="3791" y="7445"/>
                    <a:pt x="3816" y="7453"/>
                  </a:cubicBezTo>
                  <a:cubicBezTo>
                    <a:pt x="3748" y="7453"/>
                    <a:pt x="3782" y="7436"/>
                    <a:pt x="3774" y="7419"/>
                  </a:cubicBezTo>
                  <a:cubicBezTo>
                    <a:pt x="3802" y="7405"/>
                    <a:pt x="3865" y="7362"/>
                    <a:pt x="3900" y="7362"/>
                  </a:cubicBezTo>
                  <a:cubicBezTo>
                    <a:pt x="3907" y="7362"/>
                    <a:pt x="3913" y="7364"/>
                    <a:pt x="3918" y="7369"/>
                  </a:cubicBezTo>
                  <a:cubicBezTo>
                    <a:pt x="3918" y="7369"/>
                    <a:pt x="3901" y="7377"/>
                    <a:pt x="3901" y="7377"/>
                  </a:cubicBezTo>
                  <a:cubicBezTo>
                    <a:pt x="4087" y="7360"/>
                    <a:pt x="3943" y="7309"/>
                    <a:pt x="4036" y="7284"/>
                  </a:cubicBezTo>
                  <a:cubicBezTo>
                    <a:pt x="3994" y="7284"/>
                    <a:pt x="3943" y="7284"/>
                    <a:pt x="3901" y="7301"/>
                  </a:cubicBezTo>
                  <a:cubicBezTo>
                    <a:pt x="3841" y="7318"/>
                    <a:pt x="3782" y="7343"/>
                    <a:pt x="3731" y="7369"/>
                  </a:cubicBezTo>
                  <a:cubicBezTo>
                    <a:pt x="3764" y="7353"/>
                    <a:pt x="3799" y="7347"/>
                    <a:pt x="3834" y="7347"/>
                  </a:cubicBezTo>
                  <a:cubicBezTo>
                    <a:pt x="3854" y="7347"/>
                    <a:pt x="3874" y="7349"/>
                    <a:pt x="3892" y="7352"/>
                  </a:cubicBezTo>
                  <a:cubicBezTo>
                    <a:pt x="3850" y="7360"/>
                    <a:pt x="3841" y="7377"/>
                    <a:pt x="3799" y="7377"/>
                  </a:cubicBezTo>
                  <a:lnTo>
                    <a:pt x="3765" y="7394"/>
                  </a:lnTo>
                  <a:cubicBezTo>
                    <a:pt x="3763" y="7387"/>
                    <a:pt x="3752" y="7385"/>
                    <a:pt x="3739" y="7385"/>
                  </a:cubicBezTo>
                  <a:cubicBezTo>
                    <a:pt x="3721" y="7385"/>
                    <a:pt x="3700" y="7389"/>
                    <a:pt x="3688" y="7389"/>
                  </a:cubicBezTo>
                  <a:cubicBezTo>
                    <a:pt x="3674" y="7389"/>
                    <a:pt x="3672" y="7385"/>
                    <a:pt x="3698" y="7369"/>
                  </a:cubicBezTo>
                  <a:lnTo>
                    <a:pt x="3698" y="7369"/>
                  </a:lnTo>
                  <a:cubicBezTo>
                    <a:pt x="3630" y="7386"/>
                    <a:pt x="3681" y="7394"/>
                    <a:pt x="3621" y="7419"/>
                  </a:cubicBezTo>
                  <a:lnTo>
                    <a:pt x="3740" y="7402"/>
                  </a:lnTo>
                  <a:lnTo>
                    <a:pt x="3740" y="7428"/>
                  </a:lnTo>
                  <a:cubicBezTo>
                    <a:pt x="3719" y="7445"/>
                    <a:pt x="3706" y="7447"/>
                    <a:pt x="3692" y="7447"/>
                  </a:cubicBezTo>
                  <a:cubicBezTo>
                    <a:pt x="3688" y="7447"/>
                    <a:pt x="3683" y="7447"/>
                    <a:pt x="3678" y="7447"/>
                  </a:cubicBezTo>
                  <a:cubicBezTo>
                    <a:pt x="3668" y="7447"/>
                    <a:pt x="3655" y="7448"/>
                    <a:pt x="3638" y="7453"/>
                  </a:cubicBezTo>
                  <a:lnTo>
                    <a:pt x="3647" y="7479"/>
                  </a:lnTo>
                  <a:lnTo>
                    <a:pt x="3647" y="7479"/>
                  </a:lnTo>
                  <a:lnTo>
                    <a:pt x="3554" y="7470"/>
                  </a:lnTo>
                  <a:lnTo>
                    <a:pt x="3554" y="7470"/>
                  </a:lnTo>
                  <a:cubicBezTo>
                    <a:pt x="3571" y="7496"/>
                    <a:pt x="3503" y="7496"/>
                    <a:pt x="3486" y="7504"/>
                  </a:cubicBezTo>
                  <a:cubicBezTo>
                    <a:pt x="3450" y="7504"/>
                    <a:pt x="3448" y="7479"/>
                    <a:pt x="3423" y="7479"/>
                  </a:cubicBezTo>
                  <a:cubicBezTo>
                    <a:pt x="3413" y="7479"/>
                    <a:pt x="3399" y="7483"/>
                    <a:pt x="3376" y="7496"/>
                  </a:cubicBezTo>
                  <a:lnTo>
                    <a:pt x="3385" y="7496"/>
                  </a:lnTo>
                  <a:cubicBezTo>
                    <a:pt x="3342" y="7521"/>
                    <a:pt x="3292" y="7529"/>
                    <a:pt x="3249" y="7529"/>
                  </a:cubicBezTo>
                  <a:cubicBezTo>
                    <a:pt x="3249" y="7529"/>
                    <a:pt x="3264" y="7514"/>
                    <a:pt x="3273" y="7513"/>
                  </a:cubicBezTo>
                  <a:lnTo>
                    <a:pt x="3273" y="7513"/>
                  </a:lnTo>
                  <a:cubicBezTo>
                    <a:pt x="3200" y="7520"/>
                    <a:pt x="3097" y="7567"/>
                    <a:pt x="3031" y="7567"/>
                  </a:cubicBezTo>
                  <a:cubicBezTo>
                    <a:pt x="3013" y="7567"/>
                    <a:pt x="2998" y="7564"/>
                    <a:pt x="2987" y="7555"/>
                  </a:cubicBezTo>
                  <a:cubicBezTo>
                    <a:pt x="2987" y="7551"/>
                    <a:pt x="2988" y="7549"/>
                    <a:pt x="2989" y="7547"/>
                  </a:cubicBezTo>
                  <a:lnTo>
                    <a:pt x="2989" y="7547"/>
                  </a:lnTo>
                  <a:cubicBezTo>
                    <a:pt x="2966" y="7548"/>
                    <a:pt x="2925" y="7555"/>
                    <a:pt x="2905" y="7555"/>
                  </a:cubicBezTo>
                  <a:cubicBezTo>
                    <a:pt x="2891" y="7555"/>
                    <a:pt x="2887" y="7551"/>
                    <a:pt x="2911" y="7538"/>
                  </a:cubicBezTo>
                  <a:lnTo>
                    <a:pt x="2911" y="7538"/>
                  </a:lnTo>
                  <a:lnTo>
                    <a:pt x="2792" y="7597"/>
                  </a:lnTo>
                  <a:cubicBezTo>
                    <a:pt x="2792" y="7580"/>
                    <a:pt x="2818" y="7572"/>
                    <a:pt x="2835" y="7563"/>
                  </a:cubicBezTo>
                  <a:lnTo>
                    <a:pt x="2835" y="7563"/>
                  </a:lnTo>
                  <a:lnTo>
                    <a:pt x="2742" y="7589"/>
                  </a:lnTo>
                  <a:lnTo>
                    <a:pt x="2742" y="7580"/>
                  </a:lnTo>
                  <a:cubicBezTo>
                    <a:pt x="2657" y="7605"/>
                    <a:pt x="2581" y="7631"/>
                    <a:pt x="2513" y="7665"/>
                  </a:cubicBezTo>
                  <a:cubicBezTo>
                    <a:pt x="2640" y="7665"/>
                    <a:pt x="2454" y="7707"/>
                    <a:pt x="2471" y="7724"/>
                  </a:cubicBezTo>
                  <a:cubicBezTo>
                    <a:pt x="2420" y="7724"/>
                    <a:pt x="2395" y="7665"/>
                    <a:pt x="2488" y="7622"/>
                  </a:cubicBezTo>
                  <a:cubicBezTo>
                    <a:pt x="2493" y="7625"/>
                    <a:pt x="2500" y="7626"/>
                    <a:pt x="2506" y="7626"/>
                  </a:cubicBezTo>
                  <a:cubicBezTo>
                    <a:pt x="2541" y="7626"/>
                    <a:pt x="2589" y="7596"/>
                    <a:pt x="2632" y="7589"/>
                  </a:cubicBezTo>
                  <a:cubicBezTo>
                    <a:pt x="2589" y="7589"/>
                    <a:pt x="2539" y="7597"/>
                    <a:pt x="2496" y="7614"/>
                  </a:cubicBezTo>
                  <a:cubicBezTo>
                    <a:pt x="2539" y="7589"/>
                    <a:pt x="2429" y="7605"/>
                    <a:pt x="2429" y="7589"/>
                  </a:cubicBezTo>
                  <a:cubicBezTo>
                    <a:pt x="2437" y="7580"/>
                    <a:pt x="2446" y="7546"/>
                    <a:pt x="2513" y="7546"/>
                  </a:cubicBezTo>
                  <a:cubicBezTo>
                    <a:pt x="2527" y="7544"/>
                    <a:pt x="2537" y="7543"/>
                    <a:pt x="2544" y="7543"/>
                  </a:cubicBezTo>
                  <a:cubicBezTo>
                    <a:pt x="2583" y="7543"/>
                    <a:pt x="2543" y="7573"/>
                    <a:pt x="2551" y="7573"/>
                  </a:cubicBezTo>
                  <a:cubicBezTo>
                    <a:pt x="2552" y="7573"/>
                    <a:pt x="2554" y="7572"/>
                    <a:pt x="2556" y="7572"/>
                  </a:cubicBezTo>
                  <a:cubicBezTo>
                    <a:pt x="2562" y="7576"/>
                    <a:pt x="2570" y="7578"/>
                    <a:pt x="2579" y="7578"/>
                  </a:cubicBezTo>
                  <a:cubicBezTo>
                    <a:pt x="2624" y="7578"/>
                    <a:pt x="2701" y="7538"/>
                    <a:pt x="2750" y="7538"/>
                  </a:cubicBezTo>
                  <a:cubicBezTo>
                    <a:pt x="2750" y="7538"/>
                    <a:pt x="2740" y="7543"/>
                    <a:pt x="2732" y="7545"/>
                  </a:cubicBezTo>
                  <a:lnTo>
                    <a:pt x="2732" y="7545"/>
                  </a:lnTo>
                  <a:cubicBezTo>
                    <a:pt x="2785" y="7536"/>
                    <a:pt x="2885" y="7520"/>
                    <a:pt x="2885" y="7496"/>
                  </a:cubicBezTo>
                  <a:lnTo>
                    <a:pt x="2885" y="7496"/>
                  </a:lnTo>
                  <a:lnTo>
                    <a:pt x="2759" y="7538"/>
                  </a:lnTo>
                  <a:cubicBezTo>
                    <a:pt x="2733" y="7529"/>
                    <a:pt x="2792" y="7504"/>
                    <a:pt x="2759" y="7496"/>
                  </a:cubicBezTo>
                  <a:lnTo>
                    <a:pt x="2759" y="7496"/>
                  </a:lnTo>
                  <a:cubicBezTo>
                    <a:pt x="2725" y="7512"/>
                    <a:pt x="2691" y="7521"/>
                    <a:pt x="2657" y="7521"/>
                  </a:cubicBezTo>
                  <a:lnTo>
                    <a:pt x="2657" y="7512"/>
                  </a:lnTo>
                  <a:cubicBezTo>
                    <a:pt x="2564" y="7512"/>
                    <a:pt x="2471" y="7529"/>
                    <a:pt x="2378" y="7555"/>
                  </a:cubicBezTo>
                  <a:cubicBezTo>
                    <a:pt x="2361" y="7614"/>
                    <a:pt x="2336" y="7665"/>
                    <a:pt x="2302" y="7715"/>
                  </a:cubicBezTo>
                  <a:cubicBezTo>
                    <a:pt x="2167" y="7741"/>
                    <a:pt x="2032" y="7766"/>
                    <a:pt x="1897" y="7775"/>
                  </a:cubicBezTo>
                  <a:lnTo>
                    <a:pt x="1897" y="7775"/>
                  </a:lnTo>
                  <a:cubicBezTo>
                    <a:pt x="1897" y="7774"/>
                    <a:pt x="1897" y="7774"/>
                    <a:pt x="1897" y="7774"/>
                  </a:cubicBezTo>
                  <a:lnTo>
                    <a:pt x="1897" y="7774"/>
                  </a:lnTo>
                  <a:cubicBezTo>
                    <a:pt x="1897" y="7774"/>
                    <a:pt x="1896" y="7774"/>
                    <a:pt x="1896" y="7775"/>
                  </a:cubicBezTo>
                  <a:cubicBezTo>
                    <a:pt x="1896" y="7775"/>
                    <a:pt x="1897" y="7775"/>
                    <a:pt x="1897" y="7775"/>
                  </a:cubicBezTo>
                  <a:lnTo>
                    <a:pt x="1897" y="7775"/>
                  </a:lnTo>
                  <a:cubicBezTo>
                    <a:pt x="1901" y="7786"/>
                    <a:pt x="1901" y="7798"/>
                    <a:pt x="1896" y="7809"/>
                  </a:cubicBezTo>
                  <a:cubicBezTo>
                    <a:pt x="1888" y="7805"/>
                    <a:pt x="1878" y="7803"/>
                    <a:pt x="1868" y="7803"/>
                  </a:cubicBezTo>
                  <a:cubicBezTo>
                    <a:pt x="1849" y="7803"/>
                    <a:pt x="1827" y="7807"/>
                    <a:pt x="1811" y="7807"/>
                  </a:cubicBezTo>
                  <a:cubicBezTo>
                    <a:pt x="1796" y="7807"/>
                    <a:pt x="1786" y="7804"/>
                    <a:pt x="1786" y="7792"/>
                  </a:cubicBezTo>
                  <a:cubicBezTo>
                    <a:pt x="1752" y="7825"/>
                    <a:pt x="1633" y="7868"/>
                    <a:pt x="1659" y="7893"/>
                  </a:cubicBezTo>
                  <a:lnTo>
                    <a:pt x="1642" y="7893"/>
                  </a:lnTo>
                  <a:cubicBezTo>
                    <a:pt x="1586" y="7871"/>
                    <a:pt x="1525" y="7859"/>
                    <a:pt x="1464" y="7859"/>
                  </a:cubicBezTo>
                  <a:cubicBezTo>
                    <a:pt x="1433" y="7859"/>
                    <a:pt x="1402" y="7862"/>
                    <a:pt x="1371" y="7868"/>
                  </a:cubicBezTo>
                  <a:cubicBezTo>
                    <a:pt x="1346" y="7876"/>
                    <a:pt x="1346" y="7893"/>
                    <a:pt x="1354" y="7918"/>
                  </a:cubicBezTo>
                  <a:lnTo>
                    <a:pt x="1270" y="7918"/>
                  </a:lnTo>
                  <a:cubicBezTo>
                    <a:pt x="1295" y="7902"/>
                    <a:pt x="1312" y="7885"/>
                    <a:pt x="1346" y="7876"/>
                  </a:cubicBezTo>
                  <a:lnTo>
                    <a:pt x="1346" y="7876"/>
                  </a:lnTo>
                  <a:cubicBezTo>
                    <a:pt x="1270" y="7885"/>
                    <a:pt x="1202" y="7893"/>
                    <a:pt x="1143" y="7893"/>
                  </a:cubicBezTo>
                  <a:lnTo>
                    <a:pt x="1160" y="7876"/>
                  </a:lnTo>
                  <a:lnTo>
                    <a:pt x="1084" y="7902"/>
                  </a:lnTo>
                  <a:cubicBezTo>
                    <a:pt x="1098" y="7899"/>
                    <a:pt x="1115" y="7897"/>
                    <a:pt x="1130" y="7897"/>
                  </a:cubicBezTo>
                  <a:cubicBezTo>
                    <a:pt x="1162" y="7897"/>
                    <a:pt x="1188" y="7904"/>
                    <a:pt x="1177" y="7927"/>
                  </a:cubicBezTo>
                  <a:cubicBezTo>
                    <a:pt x="1134" y="7940"/>
                    <a:pt x="1101" y="7940"/>
                    <a:pt x="1069" y="7940"/>
                  </a:cubicBezTo>
                  <a:cubicBezTo>
                    <a:pt x="1037" y="7940"/>
                    <a:pt x="1007" y="7940"/>
                    <a:pt x="974" y="7952"/>
                  </a:cubicBezTo>
                  <a:cubicBezTo>
                    <a:pt x="982" y="7902"/>
                    <a:pt x="957" y="7893"/>
                    <a:pt x="982" y="7868"/>
                  </a:cubicBezTo>
                  <a:lnTo>
                    <a:pt x="991" y="7868"/>
                  </a:lnTo>
                  <a:cubicBezTo>
                    <a:pt x="1024" y="7834"/>
                    <a:pt x="1058" y="7817"/>
                    <a:pt x="1101" y="7809"/>
                  </a:cubicBezTo>
                  <a:cubicBezTo>
                    <a:pt x="1033" y="7800"/>
                    <a:pt x="1007" y="7800"/>
                    <a:pt x="991" y="7800"/>
                  </a:cubicBezTo>
                  <a:cubicBezTo>
                    <a:pt x="957" y="7800"/>
                    <a:pt x="931" y="7792"/>
                    <a:pt x="906" y="7783"/>
                  </a:cubicBezTo>
                  <a:cubicBezTo>
                    <a:pt x="906" y="7749"/>
                    <a:pt x="991" y="7766"/>
                    <a:pt x="974" y="7741"/>
                  </a:cubicBezTo>
                  <a:lnTo>
                    <a:pt x="974" y="7741"/>
                  </a:lnTo>
                  <a:cubicBezTo>
                    <a:pt x="1007" y="7749"/>
                    <a:pt x="1041" y="7758"/>
                    <a:pt x="1075" y="7758"/>
                  </a:cubicBezTo>
                  <a:cubicBezTo>
                    <a:pt x="1067" y="7758"/>
                    <a:pt x="1050" y="7766"/>
                    <a:pt x="1041" y="7775"/>
                  </a:cubicBezTo>
                  <a:cubicBezTo>
                    <a:pt x="1117" y="7749"/>
                    <a:pt x="1151" y="7775"/>
                    <a:pt x="1219" y="7732"/>
                  </a:cubicBezTo>
                  <a:lnTo>
                    <a:pt x="1219" y="7732"/>
                  </a:lnTo>
                  <a:cubicBezTo>
                    <a:pt x="1261" y="7741"/>
                    <a:pt x="1151" y="7758"/>
                    <a:pt x="1202" y="7758"/>
                  </a:cubicBezTo>
                  <a:cubicBezTo>
                    <a:pt x="1160" y="7775"/>
                    <a:pt x="1134" y="7800"/>
                    <a:pt x="1109" y="7834"/>
                  </a:cubicBezTo>
                  <a:cubicBezTo>
                    <a:pt x="1211" y="7834"/>
                    <a:pt x="1160" y="7792"/>
                    <a:pt x="1244" y="7766"/>
                  </a:cubicBezTo>
                  <a:lnTo>
                    <a:pt x="1320" y="7783"/>
                  </a:lnTo>
                  <a:cubicBezTo>
                    <a:pt x="1363" y="7775"/>
                    <a:pt x="1295" y="7775"/>
                    <a:pt x="1295" y="7766"/>
                  </a:cubicBezTo>
                  <a:cubicBezTo>
                    <a:pt x="1316" y="7762"/>
                    <a:pt x="1335" y="7760"/>
                    <a:pt x="1354" y="7760"/>
                  </a:cubicBezTo>
                  <a:cubicBezTo>
                    <a:pt x="1373" y="7760"/>
                    <a:pt x="1392" y="7762"/>
                    <a:pt x="1414" y="7766"/>
                  </a:cubicBezTo>
                  <a:cubicBezTo>
                    <a:pt x="1397" y="7758"/>
                    <a:pt x="1380" y="7758"/>
                    <a:pt x="1380" y="7741"/>
                  </a:cubicBezTo>
                  <a:lnTo>
                    <a:pt x="1380" y="7741"/>
                  </a:lnTo>
                  <a:cubicBezTo>
                    <a:pt x="1402" y="7746"/>
                    <a:pt x="1424" y="7747"/>
                    <a:pt x="1445" y="7747"/>
                  </a:cubicBezTo>
                  <a:cubicBezTo>
                    <a:pt x="1456" y="7747"/>
                    <a:pt x="1466" y="7747"/>
                    <a:pt x="1477" y="7747"/>
                  </a:cubicBezTo>
                  <a:cubicBezTo>
                    <a:pt x="1509" y="7747"/>
                    <a:pt x="1540" y="7749"/>
                    <a:pt x="1574" y="7766"/>
                  </a:cubicBezTo>
                  <a:cubicBezTo>
                    <a:pt x="1540" y="7749"/>
                    <a:pt x="1608" y="7707"/>
                    <a:pt x="1642" y="7699"/>
                  </a:cubicBezTo>
                  <a:lnTo>
                    <a:pt x="1507" y="7673"/>
                  </a:lnTo>
                  <a:cubicBezTo>
                    <a:pt x="1346" y="7707"/>
                    <a:pt x="1236" y="7715"/>
                    <a:pt x="1101" y="7741"/>
                  </a:cubicBezTo>
                  <a:lnTo>
                    <a:pt x="1109" y="7724"/>
                  </a:lnTo>
                  <a:cubicBezTo>
                    <a:pt x="1073" y="7718"/>
                    <a:pt x="1046" y="7715"/>
                    <a:pt x="1024" y="7715"/>
                  </a:cubicBezTo>
                  <a:cubicBezTo>
                    <a:pt x="985" y="7715"/>
                    <a:pt x="965" y="7724"/>
                    <a:pt x="948" y="7741"/>
                  </a:cubicBezTo>
                  <a:cubicBezTo>
                    <a:pt x="924" y="7759"/>
                    <a:pt x="895" y="7773"/>
                    <a:pt x="865" y="7773"/>
                  </a:cubicBezTo>
                  <a:cubicBezTo>
                    <a:pt x="853" y="7773"/>
                    <a:pt x="842" y="7771"/>
                    <a:pt x="830" y="7766"/>
                  </a:cubicBezTo>
                  <a:cubicBezTo>
                    <a:pt x="847" y="7732"/>
                    <a:pt x="796" y="7749"/>
                    <a:pt x="821" y="7715"/>
                  </a:cubicBezTo>
                  <a:lnTo>
                    <a:pt x="821" y="7715"/>
                  </a:lnTo>
                  <a:cubicBezTo>
                    <a:pt x="826" y="7720"/>
                    <a:pt x="831" y="7722"/>
                    <a:pt x="834" y="7722"/>
                  </a:cubicBezTo>
                  <a:cubicBezTo>
                    <a:pt x="843" y="7722"/>
                    <a:pt x="847" y="7711"/>
                    <a:pt x="847" y="7699"/>
                  </a:cubicBezTo>
                  <a:lnTo>
                    <a:pt x="847" y="7699"/>
                  </a:lnTo>
                  <a:cubicBezTo>
                    <a:pt x="838" y="7703"/>
                    <a:pt x="828" y="7707"/>
                    <a:pt x="818" y="7707"/>
                  </a:cubicBezTo>
                  <a:cubicBezTo>
                    <a:pt x="809" y="7707"/>
                    <a:pt x="800" y="7703"/>
                    <a:pt x="796" y="7690"/>
                  </a:cubicBezTo>
                  <a:cubicBezTo>
                    <a:pt x="811" y="7683"/>
                    <a:pt x="813" y="7663"/>
                    <a:pt x="829" y="7663"/>
                  </a:cubicBezTo>
                  <a:cubicBezTo>
                    <a:pt x="832" y="7663"/>
                    <a:pt x="835" y="7664"/>
                    <a:pt x="838" y="7665"/>
                  </a:cubicBezTo>
                  <a:cubicBezTo>
                    <a:pt x="821" y="7639"/>
                    <a:pt x="796" y="7614"/>
                    <a:pt x="762" y="7614"/>
                  </a:cubicBezTo>
                  <a:cubicBezTo>
                    <a:pt x="728" y="7572"/>
                    <a:pt x="745" y="7555"/>
                    <a:pt x="754" y="7546"/>
                  </a:cubicBezTo>
                  <a:cubicBezTo>
                    <a:pt x="762" y="7538"/>
                    <a:pt x="771" y="7529"/>
                    <a:pt x="754" y="7470"/>
                  </a:cubicBezTo>
                  <a:lnTo>
                    <a:pt x="754" y="7470"/>
                  </a:lnTo>
                  <a:lnTo>
                    <a:pt x="771" y="7487"/>
                  </a:lnTo>
                  <a:cubicBezTo>
                    <a:pt x="762" y="7462"/>
                    <a:pt x="754" y="7436"/>
                    <a:pt x="754" y="7402"/>
                  </a:cubicBezTo>
                  <a:lnTo>
                    <a:pt x="737" y="7436"/>
                  </a:lnTo>
                  <a:cubicBezTo>
                    <a:pt x="720" y="7402"/>
                    <a:pt x="711" y="7369"/>
                    <a:pt x="703" y="7326"/>
                  </a:cubicBezTo>
                  <a:cubicBezTo>
                    <a:pt x="697" y="7312"/>
                    <a:pt x="692" y="7307"/>
                    <a:pt x="688" y="7307"/>
                  </a:cubicBezTo>
                  <a:cubicBezTo>
                    <a:pt x="677" y="7307"/>
                    <a:pt x="674" y="7352"/>
                    <a:pt x="663" y="7352"/>
                  </a:cubicBezTo>
                  <a:cubicBezTo>
                    <a:pt x="662" y="7352"/>
                    <a:pt x="661" y="7352"/>
                    <a:pt x="661" y="7352"/>
                  </a:cubicBezTo>
                  <a:lnTo>
                    <a:pt x="661" y="7352"/>
                  </a:lnTo>
                  <a:lnTo>
                    <a:pt x="694" y="7369"/>
                  </a:lnTo>
                  <a:cubicBezTo>
                    <a:pt x="686" y="7411"/>
                    <a:pt x="720" y="7462"/>
                    <a:pt x="703" y="7479"/>
                  </a:cubicBezTo>
                  <a:cubicBezTo>
                    <a:pt x="686" y="7411"/>
                    <a:pt x="669" y="7428"/>
                    <a:pt x="652" y="7402"/>
                  </a:cubicBezTo>
                  <a:lnTo>
                    <a:pt x="652" y="7402"/>
                  </a:lnTo>
                  <a:cubicBezTo>
                    <a:pt x="661" y="7428"/>
                    <a:pt x="669" y="7445"/>
                    <a:pt x="678" y="7470"/>
                  </a:cubicBezTo>
                  <a:lnTo>
                    <a:pt x="661" y="7496"/>
                  </a:lnTo>
                  <a:cubicBezTo>
                    <a:pt x="669" y="7555"/>
                    <a:pt x="678" y="7597"/>
                    <a:pt x="711" y="7614"/>
                  </a:cubicBezTo>
                  <a:cubicBezTo>
                    <a:pt x="711" y="7589"/>
                    <a:pt x="678" y="7589"/>
                    <a:pt x="686" y="7563"/>
                  </a:cubicBezTo>
                  <a:lnTo>
                    <a:pt x="686" y="7563"/>
                  </a:lnTo>
                  <a:cubicBezTo>
                    <a:pt x="728" y="7580"/>
                    <a:pt x="754" y="7639"/>
                    <a:pt x="788" y="7665"/>
                  </a:cubicBezTo>
                  <a:cubicBezTo>
                    <a:pt x="779" y="7665"/>
                    <a:pt x="788" y="7673"/>
                    <a:pt x="779" y="7682"/>
                  </a:cubicBezTo>
                  <a:cubicBezTo>
                    <a:pt x="771" y="7682"/>
                    <a:pt x="771" y="7673"/>
                    <a:pt x="771" y="7673"/>
                  </a:cubicBezTo>
                  <a:cubicBezTo>
                    <a:pt x="754" y="7682"/>
                    <a:pt x="737" y="7665"/>
                    <a:pt x="754" y="7707"/>
                  </a:cubicBezTo>
                  <a:lnTo>
                    <a:pt x="661" y="7707"/>
                  </a:lnTo>
                  <a:cubicBezTo>
                    <a:pt x="627" y="7673"/>
                    <a:pt x="618" y="7639"/>
                    <a:pt x="610" y="7597"/>
                  </a:cubicBezTo>
                  <a:lnTo>
                    <a:pt x="618" y="7597"/>
                  </a:lnTo>
                  <a:cubicBezTo>
                    <a:pt x="610" y="7563"/>
                    <a:pt x="568" y="7487"/>
                    <a:pt x="593" y="7470"/>
                  </a:cubicBezTo>
                  <a:cubicBezTo>
                    <a:pt x="587" y="7459"/>
                    <a:pt x="578" y="7424"/>
                    <a:pt x="569" y="7424"/>
                  </a:cubicBezTo>
                  <a:cubicBezTo>
                    <a:pt x="565" y="7424"/>
                    <a:pt x="562" y="7432"/>
                    <a:pt x="559" y="7453"/>
                  </a:cubicBezTo>
                  <a:cubicBezTo>
                    <a:pt x="551" y="7419"/>
                    <a:pt x="542" y="7377"/>
                    <a:pt x="534" y="7343"/>
                  </a:cubicBezTo>
                  <a:lnTo>
                    <a:pt x="534" y="7343"/>
                  </a:lnTo>
                  <a:cubicBezTo>
                    <a:pt x="537" y="7344"/>
                    <a:pt x="541" y="7345"/>
                    <a:pt x="544" y="7345"/>
                  </a:cubicBezTo>
                  <a:cubicBezTo>
                    <a:pt x="570" y="7345"/>
                    <a:pt x="581" y="7307"/>
                    <a:pt x="597" y="7307"/>
                  </a:cubicBezTo>
                  <a:cubicBezTo>
                    <a:pt x="605" y="7307"/>
                    <a:pt x="614" y="7315"/>
                    <a:pt x="626" y="7340"/>
                  </a:cubicBezTo>
                  <a:lnTo>
                    <a:pt x="626" y="7340"/>
                  </a:lnTo>
                  <a:cubicBezTo>
                    <a:pt x="622" y="7327"/>
                    <a:pt x="619" y="7308"/>
                    <a:pt x="615" y="7281"/>
                  </a:cubicBezTo>
                  <a:lnTo>
                    <a:pt x="615" y="7281"/>
                  </a:lnTo>
                  <a:cubicBezTo>
                    <a:pt x="621" y="7287"/>
                    <a:pt x="625" y="7290"/>
                    <a:pt x="630" y="7290"/>
                  </a:cubicBezTo>
                  <a:cubicBezTo>
                    <a:pt x="647" y="7290"/>
                    <a:pt x="652" y="7243"/>
                    <a:pt x="652" y="7191"/>
                  </a:cubicBezTo>
                  <a:lnTo>
                    <a:pt x="627" y="7174"/>
                  </a:lnTo>
                  <a:cubicBezTo>
                    <a:pt x="652" y="7123"/>
                    <a:pt x="661" y="7056"/>
                    <a:pt x="652" y="6996"/>
                  </a:cubicBezTo>
                  <a:lnTo>
                    <a:pt x="559" y="6802"/>
                  </a:lnTo>
                  <a:lnTo>
                    <a:pt x="559" y="6743"/>
                  </a:lnTo>
                  <a:cubicBezTo>
                    <a:pt x="573" y="6721"/>
                    <a:pt x="564" y="6659"/>
                    <a:pt x="580" y="6659"/>
                  </a:cubicBezTo>
                  <a:cubicBezTo>
                    <a:pt x="583" y="6659"/>
                    <a:pt x="587" y="6661"/>
                    <a:pt x="593" y="6667"/>
                  </a:cubicBezTo>
                  <a:cubicBezTo>
                    <a:pt x="594" y="6665"/>
                    <a:pt x="595" y="6665"/>
                    <a:pt x="596" y="6665"/>
                  </a:cubicBezTo>
                  <a:cubicBezTo>
                    <a:pt x="601" y="6665"/>
                    <a:pt x="601" y="6689"/>
                    <a:pt x="601" y="6726"/>
                  </a:cubicBezTo>
                  <a:cubicBezTo>
                    <a:pt x="601" y="6726"/>
                    <a:pt x="598" y="6722"/>
                    <a:pt x="595" y="6722"/>
                  </a:cubicBezTo>
                  <a:cubicBezTo>
                    <a:pt x="594" y="6722"/>
                    <a:pt x="593" y="6723"/>
                    <a:pt x="593" y="6726"/>
                  </a:cubicBezTo>
                  <a:cubicBezTo>
                    <a:pt x="599" y="6729"/>
                    <a:pt x="606" y="6732"/>
                    <a:pt x="613" y="6732"/>
                  </a:cubicBezTo>
                  <a:cubicBezTo>
                    <a:pt x="624" y="6732"/>
                    <a:pt x="636" y="6723"/>
                    <a:pt x="652" y="6692"/>
                  </a:cubicBezTo>
                  <a:lnTo>
                    <a:pt x="652" y="6692"/>
                  </a:lnTo>
                  <a:cubicBezTo>
                    <a:pt x="644" y="6726"/>
                    <a:pt x="644" y="6751"/>
                    <a:pt x="652" y="6776"/>
                  </a:cubicBezTo>
                  <a:lnTo>
                    <a:pt x="652" y="6734"/>
                  </a:lnTo>
                  <a:cubicBezTo>
                    <a:pt x="652" y="6802"/>
                    <a:pt x="694" y="6903"/>
                    <a:pt x="711" y="6903"/>
                  </a:cubicBezTo>
                  <a:cubicBezTo>
                    <a:pt x="678" y="6886"/>
                    <a:pt x="711" y="6836"/>
                    <a:pt x="711" y="6802"/>
                  </a:cubicBezTo>
                  <a:cubicBezTo>
                    <a:pt x="718" y="6821"/>
                    <a:pt x="729" y="6859"/>
                    <a:pt x="734" y="6859"/>
                  </a:cubicBezTo>
                  <a:cubicBezTo>
                    <a:pt x="736" y="6859"/>
                    <a:pt x="737" y="6855"/>
                    <a:pt x="737" y="6844"/>
                  </a:cubicBezTo>
                  <a:cubicBezTo>
                    <a:pt x="731" y="6832"/>
                    <a:pt x="720" y="6760"/>
                    <a:pt x="708" y="6760"/>
                  </a:cubicBezTo>
                  <a:cubicBezTo>
                    <a:pt x="703" y="6760"/>
                    <a:pt x="699" y="6769"/>
                    <a:pt x="694" y="6793"/>
                  </a:cubicBezTo>
                  <a:cubicBezTo>
                    <a:pt x="686" y="6751"/>
                    <a:pt x="678" y="6700"/>
                    <a:pt x="686" y="6658"/>
                  </a:cubicBezTo>
                  <a:lnTo>
                    <a:pt x="686" y="6658"/>
                  </a:lnTo>
                  <a:cubicBezTo>
                    <a:pt x="690" y="6683"/>
                    <a:pt x="697" y="6688"/>
                    <a:pt x="704" y="6688"/>
                  </a:cubicBezTo>
                  <a:cubicBezTo>
                    <a:pt x="708" y="6688"/>
                    <a:pt x="712" y="6687"/>
                    <a:pt x="716" y="6687"/>
                  </a:cubicBezTo>
                  <a:cubicBezTo>
                    <a:pt x="720" y="6687"/>
                    <a:pt x="724" y="6688"/>
                    <a:pt x="728" y="6692"/>
                  </a:cubicBezTo>
                  <a:cubicBezTo>
                    <a:pt x="720" y="6667"/>
                    <a:pt x="703" y="6650"/>
                    <a:pt x="678" y="6641"/>
                  </a:cubicBezTo>
                  <a:cubicBezTo>
                    <a:pt x="703" y="6506"/>
                    <a:pt x="762" y="6455"/>
                    <a:pt x="745" y="6311"/>
                  </a:cubicBezTo>
                  <a:cubicBezTo>
                    <a:pt x="745" y="6310"/>
                    <a:pt x="744" y="6309"/>
                    <a:pt x="744" y="6309"/>
                  </a:cubicBezTo>
                  <a:lnTo>
                    <a:pt x="744" y="6309"/>
                  </a:lnTo>
                  <a:cubicBezTo>
                    <a:pt x="739" y="6309"/>
                    <a:pt x="751" y="6388"/>
                    <a:pt x="731" y="6388"/>
                  </a:cubicBezTo>
                  <a:cubicBezTo>
                    <a:pt x="730" y="6388"/>
                    <a:pt x="729" y="6388"/>
                    <a:pt x="728" y="6387"/>
                  </a:cubicBezTo>
                  <a:cubicBezTo>
                    <a:pt x="694" y="6277"/>
                    <a:pt x="771" y="6244"/>
                    <a:pt x="754" y="6150"/>
                  </a:cubicBezTo>
                  <a:lnTo>
                    <a:pt x="754" y="6150"/>
                  </a:lnTo>
                  <a:lnTo>
                    <a:pt x="720" y="6176"/>
                  </a:lnTo>
                  <a:cubicBezTo>
                    <a:pt x="711" y="6150"/>
                    <a:pt x="703" y="6083"/>
                    <a:pt x="703" y="6049"/>
                  </a:cubicBezTo>
                  <a:cubicBezTo>
                    <a:pt x="715" y="6043"/>
                    <a:pt x="732" y="5987"/>
                    <a:pt x="744" y="5987"/>
                  </a:cubicBezTo>
                  <a:cubicBezTo>
                    <a:pt x="748" y="5987"/>
                    <a:pt x="751" y="5995"/>
                    <a:pt x="754" y="6015"/>
                  </a:cubicBezTo>
                  <a:cubicBezTo>
                    <a:pt x="770" y="5870"/>
                    <a:pt x="686" y="5879"/>
                    <a:pt x="685" y="5718"/>
                  </a:cubicBezTo>
                  <a:lnTo>
                    <a:pt x="685" y="5718"/>
                  </a:lnTo>
                  <a:cubicBezTo>
                    <a:pt x="684" y="5763"/>
                    <a:pt x="678" y="5812"/>
                    <a:pt x="678" y="5854"/>
                  </a:cubicBezTo>
                  <a:cubicBezTo>
                    <a:pt x="671" y="5829"/>
                    <a:pt x="668" y="5822"/>
                    <a:pt x="666" y="5822"/>
                  </a:cubicBezTo>
                  <a:cubicBezTo>
                    <a:pt x="663" y="5822"/>
                    <a:pt x="660" y="5838"/>
                    <a:pt x="649" y="5838"/>
                  </a:cubicBezTo>
                  <a:cubicBezTo>
                    <a:pt x="647" y="5838"/>
                    <a:pt x="646" y="5838"/>
                    <a:pt x="644" y="5837"/>
                  </a:cubicBezTo>
                  <a:cubicBezTo>
                    <a:pt x="656" y="5806"/>
                    <a:pt x="650" y="5721"/>
                    <a:pt x="661" y="5721"/>
                  </a:cubicBezTo>
                  <a:cubicBezTo>
                    <a:pt x="664" y="5721"/>
                    <a:pt x="669" y="5730"/>
                    <a:pt x="678" y="5753"/>
                  </a:cubicBezTo>
                  <a:cubicBezTo>
                    <a:pt x="678" y="5685"/>
                    <a:pt x="678" y="5618"/>
                    <a:pt x="661" y="5558"/>
                  </a:cubicBezTo>
                  <a:lnTo>
                    <a:pt x="652" y="5601"/>
                  </a:lnTo>
                  <a:cubicBezTo>
                    <a:pt x="652" y="5533"/>
                    <a:pt x="644" y="5465"/>
                    <a:pt x="610" y="5406"/>
                  </a:cubicBezTo>
                  <a:lnTo>
                    <a:pt x="610" y="5406"/>
                  </a:lnTo>
                  <a:cubicBezTo>
                    <a:pt x="610" y="5508"/>
                    <a:pt x="652" y="5508"/>
                    <a:pt x="652" y="5634"/>
                  </a:cubicBezTo>
                  <a:cubicBezTo>
                    <a:pt x="644" y="5680"/>
                    <a:pt x="639" y="5693"/>
                    <a:pt x="634" y="5693"/>
                  </a:cubicBezTo>
                  <a:cubicBezTo>
                    <a:pt x="626" y="5693"/>
                    <a:pt x="620" y="5665"/>
                    <a:pt x="608" y="5665"/>
                  </a:cubicBezTo>
                  <a:cubicBezTo>
                    <a:pt x="602" y="5665"/>
                    <a:pt x="594" y="5672"/>
                    <a:pt x="585" y="5694"/>
                  </a:cubicBezTo>
                  <a:lnTo>
                    <a:pt x="610" y="5795"/>
                  </a:lnTo>
                  <a:lnTo>
                    <a:pt x="610" y="5744"/>
                  </a:lnTo>
                  <a:cubicBezTo>
                    <a:pt x="651" y="5761"/>
                    <a:pt x="612" y="5889"/>
                    <a:pt x="649" y="5889"/>
                  </a:cubicBezTo>
                  <a:cubicBezTo>
                    <a:pt x="650" y="5889"/>
                    <a:pt x="651" y="5889"/>
                    <a:pt x="652" y="5888"/>
                  </a:cubicBezTo>
                  <a:lnTo>
                    <a:pt x="652" y="5888"/>
                  </a:lnTo>
                  <a:cubicBezTo>
                    <a:pt x="618" y="5990"/>
                    <a:pt x="635" y="6024"/>
                    <a:pt x="610" y="6125"/>
                  </a:cubicBezTo>
                  <a:cubicBezTo>
                    <a:pt x="614" y="6134"/>
                    <a:pt x="618" y="6138"/>
                    <a:pt x="620" y="6138"/>
                  </a:cubicBezTo>
                  <a:cubicBezTo>
                    <a:pt x="627" y="6138"/>
                    <a:pt x="627" y="6108"/>
                    <a:pt x="627" y="6083"/>
                  </a:cubicBezTo>
                  <a:cubicBezTo>
                    <a:pt x="627" y="6142"/>
                    <a:pt x="669" y="6142"/>
                    <a:pt x="644" y="6218"/>
                  </a:cubicBezTo>
                  <a:cubicBezTo>
                    <a:pt x="641" y="6228"/>
                    <a:pt x="642" y="6233"/>
                    <a:pt x="645" y="6233"/>
                  </a:cubicBezTo>
                  <a:cubicBezTo>
                    <a:pt x="652" y="6233"/>
                    <a:pt x="669" y="6206"/>
                    <a:pt x="669" y="6159"/>
                  </a:cubicBezTo>
                  <a:lnTo>
                    <a:pt x="669" y="6337"/>
                  </a:lnTo>
                  <a:lnTo>
                    <a:pt x="694" y="6269"/>
                  </a:lnTo>
                  <a:lnTo>
                    <a:pt x="694" y="6337"/>
                  </a:lnTo>
                  <a:lnTo>
                    <a:pt x="711" y="6277"/>
                  </a:lnTo>
                  <a:lnTo>
                    <a:pt x="711" y="6277"/>
                  </a:lnTo>
                  <a:cubicBezTo>
                    <a:pt x="728" y="6396"/>
                    <a:pt x="711" y="6506"/>
                    <a:pt x="678" y="6616"/>
                  </a:cubicBezTo>
                  <a:cubicBezTo>
                    <a:pt x="644" y="6506"/>
                    <a:pt x="661" y="6328"/>
                    <a:pt x="618" y="6260"/>
                  </a:cubicBezTo>
                  <a:lnTo>
                    <a:pt x="618" y="6260"/>
                  </a:lnTo>
                  <a:cubicBezTo>
                    <a:pt x="601" y="6286"/>
                    <a:pt x="644" y="6354"/>
                    <a:pt x="610" y="6379"/>
                  </a:cubicBezTo>
                  <a:lnTo>
                    <a:pt x="635" y="6413"/>
                  </a:lnTo>
                  <a:cubicBezTo>
                    <a:pt x="644" y="6455"/>
                    <a:pt x="652" y="6540"/>
                    <a:pt x="627" y="6548"/>
                  </a:cubicBezTo>
                  <a:cubicBezTo>
                    <a:pt x="610" y="6489"/>
                    <a:pt x="593" y="6421"/>
                    <a:pt x="559" y="6362"/>
                  </a:cubicBezTo>
                  <a:cubicBezTo>
                    <a:pt x="551" y="6362"/>
                    <a:pt x="551" y="6354"/>
                    <a:pt x="551" y="6337"/>
                  </a:cubicBezTo>
                  <a:cubicBezTo>
                    <a:pt x="551" y="6303"/>
                    <a:pt x="551" y="6269"/>
                    <a:pt x="551" y="6227"/>
                  </a:cubicBezTo>
                  <a:cubicBezTo>
                    <a:pt x="554" y="6213"/>
                    <a:pt x="559" y="6209"/>
                    <a:pt x="563" y="6209"/>
                  </a:cubicBezTo>
                  <a:cubicBezTo>
                    <a:pt x="570" y="6209"/>
                    <a:pt x="576" y="6218"/>
                    <a:pt x="576" y="6218"/>
                  </a:cubicBezTo>
                  <a:cubicBezTo>
                    <a:pt x="610" y="6091"/>
                    <a:pt x="525" y="6007"/>
                    <a:pt x="551" y="5871"/>
                  </a:cubicBezTo>
                  <a:cubicBezTo>
                    <a:pt x="572" y="5871"/>
                    <a:pt x="576" y="5797"/>
                    <a:pt x="587" y="5797"/>
                  </a:cubicBezTo>
                  <a:cubicBezTo>
                    <a:pt x="588" y="5797"/>
                    <a:pt x="591" y="5799"/>
                    <a:pt x="593" y="5804"/>
                  </a:cubicBezTo>
                  <a:cubicBezTo>
                    <a:pt x="593" y="5744"/>
                    <a:pt x="576" y="5685"/>
                    <a:pt x="551" y="5626"/>
                  </a:cubicBezTo>
                  <a:cubicBezTo>
                    <a:pt x="572" y="5619"/>
                    <a:pt x="563" y="5540"/>
                    <a:pt x="575" y="5540"/>
                  </a:cubicBezTo>
                  <a:cubicBezTo>
                    <a:pt x="577" y="5540"/>
                    <a:pt x="580" y="5543"/>
                    <a:pt x="585" y="5550"/>
                  </a:cubicBezTo>
                  <a:lnTo>
                    <a:pt x="551" y="5474"/>
                  </a:lnTo>
                  <a:cubicBezTo>
                    <a:pt x="559" y="5431"/>
                    <a:pt x="542" y="5330"/>
                    <a:pt x="568" y="5313"/>
                  </a:cubicBezTo>
                  <a:cubicBezTo>
                    <a:pt x="559" y="5254"/>
                    <a:pt x="534" y="5296"/>
                    <a:pt x="542" y="5220"/>
                  </a:cubicBezTo>
                  <a:cubicBezTo>
                    <a:pt x="551" y="5220"/>
                    <a:pt x="551" y="5220"/>
                    <a:pt x="551" y="5228"/>
                  </a:cubicBezTo>
                  <a:cubicBezTo>
                    <a:pt x="568" y="5186"/>
                    <a:pt x="568" y="5127"/>
                    <a:pt x="551" y="5085"/>
                  </a:cubicBezTo>
                  <a:cubicBezTo>
                    <a:pt x="542" y="5110"/>
                    <a:pt x="542" y="5135"/>
                    <a:pt x="542" y="5152"/>
                  </a:cubicBezTo>
                  <a:cubicBezTo>
                    <a:pt x="525" y="5152"/>
                    <a:pt x="508" y="5085"/>
                    <a:pt x="525" y="5017"/>
                  </a:cubicBezTo>
                  <a:lnTo>
                    <a:pt x="525" y="5017"/>
                  </a:lnTo>
                  <a:cubicBezTo>
                    <a:pt x="533" y="5038"/>
                    <a:pt x="539" y="5045"/>
                    <a:pt x="543" y="5045"/>
                  </a:cubicBezTo>
                  <a:cubicBezTo>
                    <a:pt x="558" y="5045"/>
                    <a:pt x="562" y="4976"/>
                    <a:pt x="571" y="4976"/>
                  </a:cubicBezTo>
                  <a:cubicBezTo>
                    <a:pt x="572" y="4976"/>
                    <a:pt x="574" y="4978"/>
                    <a:pt x="576" y="4983"/>
                  </a:cubicBezTo>
                  <a:cubicBezTo>
                    <a:pt x="568" y="4856"/>
                    <a:pt x="551" y="4729"/>
                    <a:pt x="500" y="4611"/>
                  </a:cubicBezTo>
                  <a:cubicBezTo>
                    <a:pt x="508" y="4459"/>
                    <a:pt x="500" y="4306"/>
                    <a:pt x="483" y="4154"/>
                  </a:cubicBezTo>
                  <a:lnTo>
                    <a:pt x="483" y="4171"/>
                  </a:lnTo>
                  <a:lnTo>
                    <a:pt x="466" y="4103"/>
                  </a:lnTo>
                  <a:cubicBezTo>
                    <a:pt x="466" y="4061"/>
                    <a:pt x="500" y="4103"/>
                    <a:pt x="491" y="4036"/>
                  </a:cubicBezTo>
                  <a:lnTo>
                    <a:pt x="491" y="4036"/>
                  </a:lnTo>
                  <a:cubicBezTo>
                    <a:pt x="517" y="4061"/>
                    <a:pt x="500" y="4146"/>
                    <a:pt x="517" y="4213"/>
                  </a:cubicBezTo>
                  <a:cubicBezTo>
                    <a:pt x="524" y="4190"/>
                    <a:pt x="530" y="4181"/>
                    <a:pt x="535" y="4181"/>
                  </a:cubicBezTo>
                  <a:cubicBezTo>
                    <a:pt x="548" y="4181"/>
                    <a:pt x="554" y="4256"/>
                    <a:pt x="566" y="4256"/>
                  </a:cubicBezTo>
                  <a:cubicBezTo>
                    <a:pt x="569" y="4256"/>
                    <a:pt x="572" y="4251"/>
                    <a:pt x="576" y="4239"/>
                  </a:cubicBezTo>
                  <a:cubicBezTo>
                    <a:pt x="517" y="4196"/>
                    <a:pt x="568" y="4002"/>
                    <a:pt x="534" y="3909"/>
                  </a:cubicBezTo>
                  <a:cubicBezTo>
                    <a:pt x="536" y="3885"/>
                    <a:pt x="539" y="3877"/>
                    <a:pt x="543" y="3877"/>
                  </a:cubicBezTo>
                  <a:cubicBezTo>
                    <a:pt x="543" y="3877"/>
                    <a:pt x="543" y="3877"/>
                    <a:pt x="544" y="3877"/>
                  </a:cubicBezTo>
                  <a:lnTo>
                    <a:pt x="544" y="3877"/>
                  </a:lnTo>
                  <a:cubicBezTo>
                    <a:pt x="552" y="3840"/>
                    <a:pt x="560" y="3833"/>
                    <a:pt x="568" y="3833"/>
                  </a:cubicBezTo>
                  <a:cubicBezTo>
                    <a:pt x="585" y="3731"/>
                    <a:pt x="576" y="3630"/>
                    <a:pt x="542" y="3537"/>
                  </a:cubicBezTo>
                  <a:lnTo>
                    <a:pt x="542" y="3537"/>
                  </a:lnTo>
                  <a:cubicBezTo>
                    <a:pt x="547" y="3567"/>
                    <a:pt x="547" y="3575"/>
                    <a:pt x="544" y="3575"/>
                  </a:cubicBezTo>
                  <a:cubicBezTo>
                    <a:pt x="541" y="3575"/>
                    <a:pt x="533" y="3560"/>
                    <a:pt x="526" y="3560"/>
                  </a:cubicBezTo>
                  <a:cubicBezTo>
                    <a:pt x="521" y="3560"/>
                    <a:pt x="517" y="3570"/>
                    <a:pt x="517" y="3604"/>
                  </a:cubicBezTo>
                  <a:cubicBezTo>
                    <a:pt x="500" y="3553"/>
                    <a:pt x="491" y="3494"/>
                    <a:pt x="500" y="3435"/>
                  </a:cubicBezTo>
                  <a:lnTo>
                    <a:pt x="500" y="3435"/>
                  </a:lnTo>
                  <a:cubicBezTo>
                    <a:pt x="502" y="3449"/>
                    <a:pt x="504" y="3453"/>
                    <a:pt x="508" y="3453"/>
                  </a:cubicBezTo>
                  <a:cubicBezTo>
                    <a:pt x="515" y="3453"/>
                    <a:pt x="524" y="3430"/>
                    <a:pt x="530" y="3430"/>
                  </a:cubicBezTo>
                  <a:cubicBezTo>
                    <a:pt x="535" y="3430"/>
                    <a:pt x="537" y="3444"/>
                    <a:pt x="534" y="3494"/>
                  </a:cubicBezTo>
                  <a:cubicBezTo>
                    <a:pt x="568" y="3469"/>
                    <a:pt x="534" y="3427"/>
                    <a:pt x="534" y="3359"/>
                  </a:cubicBezTo>
                  <a:lnTo>
                    <a:pt x="534" y="3359"/>
                  </a:lnTo>
                  <a:cubicBezTo>
                    <a:pt x="542" y="3393"/>
                    <a:pt x="551" y="3427"/>
                    <a:pt x="568" y="3460"/>
                  </a:cubicBezTo>
                  <a:cubicBezTo>
                    <a:pt x="525" y="3359"/>
                    <a:pt x="601" y="3156"/>
                    <a:pt x="568" y="3122"/>
                  </a:cubicBezTo>
                  <a:cubicBezTo>
                    <a:pt x="542" y="3046"/>
                    <a:pt x="517" y="2944"/>
                    <a:pt x="491" y="2860"/>
                  </a:cubicBezTo>
                  <a:cubicBezTo>
                    <a:pt x="500" y="2775"/>
                    <a:pt x="508" y="2682"/>
                    <a:pt x="508" y="2589"/>
                  </a:cubicBezTo>
                  <a:lnTo>
                    <a:pt x="517" y="2606"/>
                  </a:lnTo>
                  <a:cubicBezTo>
                    <a:pt x="525" y="2555"/>
                    <a:pt x="508" y="2479"/>
                    <a:pt x="517" y="2395"/>
                  </a:cubicBezTo>
                  <a:lnTo>
                    <a:pt x="542" y="2378"/>
                  </a:lnTo>
                  <a:cubicBezTo>
                    <a:pt x="534" y="2301"/>
                    <a:pt x="534" y="2225"/>
                    <a:pt x="534" y="2141"/>
                  </a:cubicBezTo>
                  <a:cubicBezTo>
                    <a:pt x="520" y="2141"/>
                    <a:pt x="523" y="2192"/>
                    <a:pt x="515" y="2192"/>
                  </a:cubicBezTo>
                  <a:cubicBezTo>
                    <a:pt x="514" y="2192"/>
                    <a:pt x="511" y="2189"/>
                    <a:pt x="508" y="2183"/>
                  </a:cubicBezTo>
                  <a:lnTo>
                    <a:pt x="508" y="2183"/>
                  </a:lnTo>
                  <a:cubicBezTo>
                    <a:pt x="508" y="2218"/>
                    <a:pt x="508" y="2247"/>
                    <a:pt x="518" y="2247"/>
                  </a:cubicBezTo>
                  <a:cubicBezTo>
                    <a:pt x="520" y="2247"/>
                    <a:pt x="522" y="2245"/>
                    <a:pt x="525" y="2242"/>
                  </a:cubicBezTo>
                  <a:lnTo>
                    <a:pt x="525" y="2242"/>
                  </a:lnTo>
                  <a:cubicBezTo>
                    <a:pt x="525" y="2285"/>
                    <a:pt x="500" y="2285"/>
                    <a:pt x="491" y="2318"/>
                  </a:cubicBezTo>
                  <a:lnTo>
                    <a:pt x="475" y="2158"/>
                  </a:lnTo>
                  <a:lnTo>
                    <a:pt x="483" y="2141"/>
                  </a:lnTo>
                  <a:lnTo>
                    <a:pt x="449" y="2132"/>
                  </a:lnTo>
                  <a:cubicBezTo>
                    <a:pt x="456" y="2099"/>
                    <a:pt x="457" y="2087"/>
                    <a:pt x="465" y="2087"/>
                  </a:cubicBezTo>
                  <a:cubicBezTo>
                    <a:pt x="468" y="2087"/>
                    <a:pt x="471" y="2088"/>
                    <a:pt x="475" y="2090"/>
                  </a:cubicBezTo>
                  <a:cubicBezTo>
                    <a:pt x="458" y="1997"/>
                    <a:pt x="424" y="1972"/>
                    <a:pt x="432" y="1879"/>
                  </a:cubicBezTo>
                  <a:lnTo>
                    <a:pt x="432" y="1879"/>
                  </a:lnTo>
                  <a:cubicBezTo>
                    <a:pt x="458" y="1912"/>
                    <a:pt x="475" y="1963"/>
                    <a:pt x="475" y="2005"/>
                  </a:cubicBezTo>
                  <a:lnTo>
                    <a:pt x="475" y="1904"/>
                  </a:lnTo>
                  <a:cubicBezTo>
                    <a:pt x="498" y="1943"/>
                    <a:pt x="492" y="2109"/>
                    <a:pt x="519" y="2109"/>
                  </a:cubicBezTo>
                  <a:cubicBezTo>
                    <a:pt x="521" y="2109"/>
                    <a:pt x="523" y="2109"/>
                    <a:pt x="525" y="2107"/>
                  </a:cubicBezTo>
                  <a:cubicBezTo>
                    <a:pt x="517" y="1972"/>
                    <a:pt x="491" y="1845"/>
                    <a:pt x="458" y="1709"/>
                  </a:cubicBezTo>
                  <a:cubicBezTo>
                    <a:pt x="491" y="1659"/>
                    <a:pt x="458" y="1574"/>
                    <a:pt x="466" y="1489"/>
                  </a:cubicBezTo>
                  <a:cubicBezTo>
                    <a:pt x="473" y="1476"/>
                    <a:pt x="479" y="1458"/>
                    <a:pt x="486" y="1458"/>
                  </a:cubicBezTo>
                  <a:cubicBezTo>
                    <a:pt x="488" y="1458"/>
                    <a:pt x="490" y="1460"/>
                    <a:pt x="491" y="1464"/>
                  </a:cubicBezTo>
                  <a:lnTo>
                    <a:pt x="491" y="1489"/>
                  </a:lnTo>
                  <a:cubicBezTo>
                    <a:pt x="500" y="1371"/>
                    <a:pt x="483" y="1244"/>
                    <a:pt x="458" y="1126"/>
                  </a:cubicBezTo>
                  <a:lnTo>
                    <a:pt x="491" y="1075"/>
                  </a:lnTo>
                  <a:cubicBezTo>
                    <a:pt x="494" y="1009"/>
                    <a:pt x="489" y="994"/>
                    <a:pt x="480" y="994"/>
                  </a:cubicBezTo>
                  <a:cubicBezTo>
                    <a:pt x="473" y="994"/>
                    <a:pt x="464" y="1004"/>
                    <a:pt x="455" y="1004"/>
                  </a:cubicBezTo>
                  <a:cubicBezTo>
                    <a:pt x="445" y="1004"/>
                    <a:pt x="435" y="989"/>
                    <a:pt x="432" y="923"/>
                  </a:cubicBezTo>
                  <a:cubicBezTo>
                    <a:pt x="466" y="880"/>
                    <a:pt x="449" y="694"/>
                    <a:pt x="475" y="686"/>
                  </a:cubicBezTo>
                  <a:cubicBezTo>
                    <a:pt x="475" y="652"/>
                    <a:pt x="475" y="635"/>
                    <a:pt x="458" y="635"/>
                  </a:cubicBezTo>
                  <a:cubicBezTo>
                    <a:pt x="451" y="655"/>
                    <a:pt x="455" y="703"/>
                    <a:pt x="444" y="703"/>
                  </a:cubicBezTo>
                  <a:cubicBezTo>
                    <a:pt x="441" y="703"/>
                    <a:pt x="437" y="701"/>
                    <a:pt x="432" y="694"/>
                  </a:cubicBezTo>
                  <a:cubicBezTo>
                    <a:pt x="432" y="643"/>
                    <a:pt x="432" y="601"/>
                    <a:pt x="441" y="550"/>
                  </a:cubicBezTo>
                  <a:cubicBezTo>
                    <a:pt x="447" y="550"/>
                    <a:pt x="454" y="572"/>
                    <a:pt x="457" y="572"/>
                  </a:cubicBezTo>
                  <a:cubicBezTo>
                    <a:pt x="457" y="572"/>
                    <a:pt x="458" y="571"/>
                    <a:pt x="458" y="567"/>
                  </a:cubicBezTo>
                  <a:cubicBezTo>
                    <a:pt x="449" y="449"/>
                    <a:pt x="449" y="220"/>
                    <a:pt x="398" y="102"/>
                  </a:cubicBezTo>
                  <a:lnTo>
                    <a:pt x="398" y="102"/>
                  </a:lnTo>
                  <a:cubicBezTo>
                    <a:pt x="398" y="144"/>
                    <a:pt x="424" y="144"/>
                    <a:pt x="407" y="204"/>
                  </a:cubicBezTo>
                  <a:cubicBezTo>
                    <a:pt x="390" y="204"/>
                    <a:pt x="398" y="170"/>
                    <a:pt x="390" y="161"/>
                  </a:cubicBezTo>
                  <a:lnTo>
                    <a:pt x="390" y="161"/>
                  </a:lnTo>
                  <a:cubicBezTo>
                    <a:pt x="365" y="170"/>
                    <a:pt x="407" y="220"/>
                    <a:pt x="390" y="280"/>
                  </a:cubicBezTo>
                  <a:lnTo>
                    <a:pt x="356" y="178"/>
                  </a:lnTo>
                  <a:lnTo>
                    <a:pt x="339" y="237"/>
                  </a:lnTo>
                  <a:lnTo>
                    <a:pt x="27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1"/>
            <p:cNvSpPr/>
            <p:nvPr/>
          </p:nvSpPr>
          <p:spPr>
            <a:xfrm>
              <a:off x="4737675" y="4139600"/>
              <a:ext cx="2975" cy="1300"/>
            </a:xfrm>
            <a:custGeom>
              <a:rect b="b" l="l" r="r" t="t"/>
              <a:pathLst>
                <a:path extrusionOk="0" h="52" w="119">
                  <a:moveTo>
                    <a:pt x="102" y="0"/>
                  </a:moveTo>
                  <a:cubicBezTo>
                    <a:pt x="110" y="26"/>
                    <a:pt x="0" y="34"/>
                    <a:pt x="42" y="51"/>
                  </a:cubicBezTo>
                  <a:cubicBezTo>
                    <a:pt x="59" y="34"/>
                    <a:pt x="119" y="17"/>
                    <a:pt x="10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1"/>
            <p:cNvSpPr/>
            <p:nvPr/>
          </p:nvSpPr>
          <p:spPr>
            <a:xfrm>
              <a:off x="4739350" y="4140225"/>
              <a:ext cx="1725" cy="675"/>
            </a:xfrm>
            <a:custGeom>
              <a:rect b="b" l="l" r="r" t="t"/>
              <a:pathLst>
                <a:path extrusionOk="0" h="27" w="69">
                  <a:moveTo>
                    <a:pt x="69" y="1"/>
                  </a:moveTo>
                  <a:cubicBezTo>
                    <a:pt x="66" y="2"/>
                    <a:pt x="63" y="3"/>
                    <a:pt x="61" y="4"/>
                  </a:cubicBezTo>
                  <a:lnTo>
                    <a:pt x="61" y="4"/>
                  </a:lnTo>
                  <a:lnTo>
                    <a:pt x="69" y="1"/>
                  </a:lnTo>
                  <a:close/>
                  <a:moveTo>
                    <a:pt x="61" y="4"/>
                  </a:moveTo>
                  <a:lnTo>
                    <a:pt x="1" y="26"/>
                  </a:lnTo>
                  <a:lnTo>
                    <a:pt x="43" y="26"/>
                  </a:lnTo>
                  <a:cubicBezTo>
                    <a:pt x="43" y="19"/>
                    <a:pt x="43" y="11"/>
                    <a:pt x="61"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1"/>
            <p:cNvSpPr/>
            <p:nvPr/>
          </p:nvSpPr>
          <p:spPr>
            <a:xfrm>
              <a:off x="4743300" y="4141925"/>
              <a:ext cx="5400" cy="2975"/>
            </a:xfrm>
            <a:custGeom>
              <a:rect b="b" l="l" r="r" t="t"/>
              <a:pathLst>
                <a:path extrusionOk="0" h="119" w="216">
                  <a:moveTo>
                    <a:pt x="105" y="17"/>
                  </a:moveTo>
                  <a:cubicBezTo>
                    <a:pt x="86" y="22"/>
                    <a:pt x="64" y="30"/>
                    <a:pt x="44" y="42"/>
                  </a:cubicBezTo>
                  <a:lnTo>
                    <a:pt x="44" y="42"/>
                  </a:lnTo>
                  <a:cubicBezTo>
                    <a:pt x="62" y="34"/>
                    <a:pt x="84" y="26"/>
                    <a:pt x="107" y="20"/>
                  </a:cubicBezTo>
                  <a:lnTo>
                    <a:pt x="107" y="20"/>
                  </a:lnTo>
                  <a:cubicBezTo>
                    <a:pt x="107" y="19"/>
                    <a:pt x="106" y="18"/>
                    <a:pt x="105" y="17"/>
                  </a:cubicBezTo>
                  <a:close/>
                  <a:moveTo>
                    <a:pt x="44" y="42"/>
                  </a:moveTo>
                  <a:cubicBezTo>
                    <a:pt x="18" y="53"/>
                    <a:pt x="1" y="65"/>
                    <a:pt x="4" y="77"/>
                  </a:cubicBezTo>
                  <a:cubicBezTo>
                    <a:pt x="14" y="62"/>
                    <a:pt x="28" y="51"/>
                    <a:pt x="44" y="42"/>
                  </a:cubicBezTo>
                  <a:close/>
                  <a:moveTo>
                    <a:pt x="215" y="1"/>
                  </a:moveTo>
                  <a:cubicBezTo>
                    <a:pt x="193" y="1"/>
                    <a:pt x="150" y="8"/>
                    <a:pt x="107" y="20"/>
                  </a:cubicBezTo>
                  <a:lnTo>
                    <a:pt x="107" y="20"/>
                  </a:lnTo>
                  <a:cubicBezTo>
                    <a:pt x="143" y="60"/>
                    <a:pt x="29" y="61"/>
                    <a:pt x="20" y="119"/>
                  </a:cubicBezTo>
                  <a:cubicBezTo>
                    <a:pt x="122" y="94"/>
                    <a:pt x="130" y="34"/>
                    <a:pt x="21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1"/>
            <p:cNvSpPr/>
            <p:nvPr/>
          </p:nvSpPr>
          <p:spPr>
            <a:xfrm>
              <a:off x="4742525" y="4145100"/>
              <a:ext cx="1500" cy="875"/>
            </a:xfrm>
            <a:custGeom>
              <a:rect b="b" l="l" r="r" t="t"/>
              <a:pathLst>
                <a:path extrusionOk="0" h="35" w="60">
                  <a:moveTo>
                    <a:pt x="60" y="0"/>
                  </a:moveTo>
                  <a:lnTo>
                    <a:pt x="1" y="34"/>
                  </a:lnTo>
                  <a:lnTo>
                    <a:pt x="9" y="34"/>
                  </a:lnTo>
                  <a:lnTo>
                    <a:pt x="60" y="9"/>
                  </a:lnTo>
                  <a:lnTo>
                    <a:pt x="6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1"/>
            <p:cNvSpPr/>
            <p:nvPr/>
          </p:nvSpPr>
          <p:spPr>
            <a:xfrm>
              <a:off x="4708275" y="4143275"/>
              <a:ext cx="1500" cy="575"/>
            </a:xfrm>
            <a:custGeom>
              <a:rect b="b" l="l" r="r" t="t"/>
              <a:pathLst>
                <a:path extrusionOk="0" h="23" w="60">
                  <a:moveTo>
                    <a:pt x="46" y="0"/>
                  </a:moveTo>
                  <a:cubicBezTo>
                    <a:pt x="31" y="0"/>
                    <a:pt x="13" y="16"/>
                    <a:pt x="0" y="23"/>
                  </a:cubicBezTo>
                  <a:cubicBezTo>
                    <a:pt x="17" y="23"/>
                    <a:pt x="43" y="14"/>
                    <a:pt x="60" y="6"/>
                  </a:cubicBezTo>
                  <a:cubicBezTo>
                    <a:pt x="55" y="2"/>
                    <a:pt x="51" y="0"/>
                    <a:pt x="4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1"/>
            <p:cNvSpPr/>
            <p:nvPr/>
          </p:nvSpPr>
          <p:spPr>
            <a:xfrm>
              <a:off x="4589200" y="4006150"/>
              <a:ext cx="450" cy="11025"/>
            </a:xfrm>
            <a:custGeom>
              <a:rect b="b" l="l" r="r" t="t"/>
              <a:pathLst>
                <a:path extrusionOk="0" h="441" w="18">
                  <a:moveTo>
                    <a:pt x="1" y="1"/>
                  </a:moveTo>
                  <a:lnTo>
                    <a:pt x="13" y="325"/>
                  </a:lnTo>
                  <a:lnTo>
                    <a:pt x="13" y="325"/>
                  </a:lnTo>
                  <a:cubicBezTo>
                    <a:pt x="9" y="195"/>
                    <a:pt x="7" y="100"/>
                    <a:pt x="1" y="1"/>
                  </a:cubicBezTo>
                  <a:close/>
                  <a:moveTo>
                    <a:pt x="13" y="325"/>
                  </a:moveTo>
                  <a:cubicBezTo>
                    <a:pt x="14" y="361"/>
                    <a:pt x="16" y="399"/>
                    <a:pt x="18" y="441"/>
                  </a:cubicBezTo>
                  <a:lnTo>
                    <a:pt x="13" y="32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1"/>
            <p:cNvSpPr/>
            <p:nvPr/>
          </p:nvSpPr>
          <p:spPr>
            <a:xfrm>
              <a:off x="4674000" y="4152075"/>
              <a:ext cx="8075" cy="2975"/>
            </a:xfrm>
            <a:custGeom>
              <a:rect b="b" l="l" r="r" t="t"/>
              <a:pathLst>
                <a:path extrusionOk="0" h="119" w="323">
                  <a:moveTo>
                    <a:pt x="322" y="1"/>
                  </a:moveTo>
                  <a:cubicBezTo>
                    <a:pt x="170" y="1"/>
                    <a:pt x="136" y="102"/>
                    <a:pt x="1" y="102"/>
                  </a:cubicBezTo>
                  <a:lnTo>
                    <a:pt x="60" y="119"/>
                  </a:lnTo>
                  <a:cubicBezTo>
                    <a:pt x="162" y="77"/>
                    <a:pt x="212" y="34"/>
                    <a:pt x="32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1"/>
            <p:cNvSpPr/>
            <p:nvPr/>
          </p:nvSpPr>
          <p:spPr>
            <a:xfrm>
              <a:off x="4673800" y="4151450"/>
              <a:ext cx="2975" cy="1925"/>
            </a:xfrm>
            <a:custGeom>
              <a:rect b="b" l="l" r="r" t="t"/>
              <a:pathLst>
                <a:path extrusionOk="0" h="77" w="119">
                  <a:moveTo>
                    <a:pt x="77" y="0"/>
                  </a:moveTo>
                  <a:cubicBezTo>
                    <a:pt x="102" y="34"/>
                    <a:pt x="0" y="59"/>
                    <a:pt x="17" y="76"/>
                  </a:cubicBezTo>
                  <a:cubicBezTo>
                    <a:pt x="93" y="51"/>
                    <a:pt x="51" y="43"/>
                    <a:pt x="119" y="26"/>
                  </a:cubicBezTo>
                  <a:lnTo>
                    <a:pt x="7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1"/>
            <p:cNvSpPr/>
            <p:nvPr/>
          </p:nvSpPr>
          <p:spPr>
            <a:xfrm>
              <a:off x="4690925" y="4161375"/>
              <a:ext cx="875" cy="675"/>
            </a:xfrm>
            <a:custGeom>
              <a:rect b="b" l="l" r="r" t="t"/>
              <a:pathLst>
                <a:path extrusionOk="0" h="27" w="35">
                  <a:moveTo>
                    <a:pt x="34" y="1"/>
                  </a:moveTo>
                  <a:lnTo>
                    <a:pt x="1" y="26"/>
                  </a:lnTo>
                  <a:lnTo>
                    <a:pt x="26" y="9"/>
                  </a:lnTo>
                  <a:lnTo>
                    <a:pt x="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1"/>
            <p:cNvSpPr/>
            <p:nvPr/>
          </p:nvSpPr>
          <p:spPr>
            <a:xfrm>
              <a:off x="4661750" y="4154825"/>
              <a:ext cx="1500" cy="225"/>
            </a:xfrm>
            <a:custGeom>
              <a:rect b="b" l="l" r="r" t="t"/>
              <a:pathLst>
                <a:path extrusionOk="0" h="9" w="60">
                  <a:moveTo>
                    <a:pt x="0" y="1"/>
                  </a:moveTo>
                  <a:lnTo>
                    <a:pt x="43" y="9"/>
                  </a:lnTo>
                  <a:lnTo>
                    <a:pt x="5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1"/>
            <p:cNvSpPr/>
            <p:nvPr/>
          </p:nvSpPr>
          <p:spPr>
            <a:xfrm>
              <a:off x="4663225" y="4154625"/>
              <a:ext cx="225" cy="225"/>
            </a:xfrm>
            <a:custGeom>
              <a:rect b="b" l="l" r="r" t="t"/>
              <a:pathLst>
                <a:path extrusionOk="0" h="9" w="9">
                  <a:moveTo>
                    <a:pt x="9" y="0"/>
                  </a:move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1"/>
            <p:cNvSpPr/>
            <p:nvPr/>
          </p:nvSpPr>
          <p:spPr>
            <a:xfrm>
              <a:off x="4691150" y="4162650"/>
              <a:ext cx="1700" cy="650"/>
            </a:xfrm>
            <a:custGeom>
              <a:rect b="b" l="l" r="r" t="t"/>
              <a:pathLst>
                <a:path extrusionOk="0" h="26" w="68">
                  <a:moveTo>
                    <a:pt x="68" y="1"/>
                  </a:moveTo>
                  <a:lnTo>
                    <a:pt x="0" y="26"/>
                  </a:lnTo>
                  <a:lnTo>
                    <a:pt x="51" y="17"/>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1"/>
            <p:cNvSpPr/>
            <p:nvPr/>
          </p:nvSpPr>
          <p:spPr>
            <a:xfrm>
              <a:off x="4677825" y="4161375"/>
              <a:ext cx="1925" cy="450"/>
            </a:xfrm>
            <a:custGeom>
              <a:rect b="b" l="l" r="r" t="t"/>
              <a:pathLst>
                <a:path extrusionOk="0" h="18" w="77">
                  <a:moveTo>
                    <a:pt x="76" y="1"/>
                  </a:moveTo>
                  <a:cubicBezTo>
                    <a:pt x="68" y="1"/>
                    <a:pt x="0" y="9"/>
                    <a:pt x="34" y="18"/>
                  </a:cubicBezTo>
                  <a:lnTo>
                    <a:pt x="7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1"/>
            <p:cNvSpPr/>
            <p:nvPr/>
          </p:nvSpPr>
          <p:spPr>
            <a:xfrm>
              <a:off x="4652850" y="4156525"/>
              <a:ext cx="1525" cy="650"/>
            </a:xfrm>
            <a:custGeom>
              <a:rect b="b" l="l" r="r" t="t"/>
              <a:pathLst>
                <a:path extrusionOk="0" h="26" w="61">
                  <a:moveTo>
                    <a:pt x="52" y="0"/>
                  </a:moveTo>
                  <a:lnTo>
                    <a:pt x="1" y="26"/>
                  </a:lnTo>
                  <a:lnTo>
                    <a:pt x="60" y="9"/>
                  </a:lnTo>
                  <a:lnTo>
                    <a:pt x="5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1"/>
            <p:cNvSpPr/>
            <p:nvPr/>
          </p:nvSpPr>
          <p:spPr>
            <a:xfrm>
              <a:off x="4668000" y="4166025"/>
              <a:ext cx="2750" cy="875"/>
            </a:xfrm>
            <a:custGeom>
              <a:rect b="b" l="l" r="r" t="t"/>
              <a:pathLst>
                <a:path extrusionOk="0" h="35" w="110">
                  <a:moveTo>
                    <a:pt x="80" y="1"/>
                  </a:moveTo>
                  <a:cubicBezTo>
                    <a:pt x="82" y="5"/>
                    <a:pt x="85" y="7"/>
                    <a:pt x="88" y="10"/>
                  </a:cubicBezTo>
                  <a:lnTo>
                    <a:pt x="88" y="10"/>
                  </a:lnTo>
                  <a:cubicBezTo>
                    <a:pt x="90" y="7"/>
                    <a:pt x="88" y="4"/>
                    <a:pt x="80" y="1"/>
                  </a:cubicBezTo>
                  <a:close/>
                  <a:moveTo>
                    <a:pt x="88" y="10"/>
                  </a:moveTo>
                  <a:lnTo>
                    <a:pt x="88" y="10"/>
                  </a:lnTo>
                  <a:cubicBezTo>
                    <a:pt x="81" y="23"/>
                    <a:pt x="1" y="35"/>
                    <a:pt x="63" y="35"/>
                  </a:cubicBezTo>
                  <a:cubicBezTo>
                    <a:pt x="110" y="21"/>
                    <a:pt x="99" y="19"/>
                    <a:pt x="88" y="1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1"/>
            <p:cNvSpPr/>
            <p:nvPr/>
          </p:nvSpPr>
          <p:spPr>
            <a:xfrm>
              <a:off x="4651600" y="4165600"/>
              <a:ext cx="450" cy="250"/>
            </a:xfrm>
            <a:custGeom>
              <a:rect b="b" l="l" r="r" t="t"/>
              <a:pathLst>
                <a:path extrusionOk="0" h="10" w="18">
                  <a:moveTo>
                    <a:pt x="17" y="1"/>
                  </a:moveTo>
                  <a:cubicBezTo>
                    <a:pt x="9" y="1"/>
                    <a:pt x="0" y="1"/>
                    <a:pt x="0" y="9"/>
                  </a:cubicBez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1"/>
            <p:cNvSpPr/>
            <p:nvPr/>
          </p:nvSpPr>
          <p:spPr>
            <a:xfrm>
              <a:off x="4652025" y="4165325"/>
              <a:ext cx="1700" cy="300"/>
            </a:xfrm>
            <a:custGeom>
              <a:rect b="b" l="l" r="r" t="t"/>
              <a:pathLst>
                <a:path extrusionOk="0" h="12" w="68">
                  <a:moveTo>
                    <a:pt x="47" y="0"/>
                  </a:moveTo>
                  <a:cubicBezTo>
                    <a:pt x="32" y="0"/>
                    <a:pt x="18" y="6"/>
                    <a:pt x="0" y="12"/>
                  </a:cubicBezTo>
                  <a:cubicBezTo>
                    <a:pt x="25" y="12"/>
                    <a:pt x="51" y="12"/>
                    <a:pt x="68" y="4"/>
                  </a:cubicBezTo>
                  <a:cubicBezTo>
                    <a:pt x="60" y="1"/>
                    <a:pt x="54" y="0"/>
                    <a:pt x="4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1"/>
            <p:cNvSpPr/>
            <p:nvPr/>
          </p:nvSpPr>
          <p:spPr>
            <a:xfrm>
              <a:off x="4644825" y="4166250"/>
              <a:ext cx="1725" cy="1175"/>
            </a:xfrm>
            <a:custGeom>
              <a:rect b="b" l="l" r="r" t="t"/>
              <a:pathLst>
                <a:path extrusionOk="0" h="47" w="69">
                  <a:moveTo>
                    <a:pt x="68" y="0"/>
                  </a:moveTo>
                  <a:lnTo>
                    <a:pt x="51" y="17"/>
                  </a:lnTo>
                  <a:cubicBezTo>
                    <a:pt x="17" y="17"/>
                    <a:pt x="0" y="26"/>
                    <a:pt x="9" y="34"/>
                  </a:cubicBezTo>
                  <a:lnTo>
                    <a:pt x="26" y="34"/>
                  </a:lnTo>
                  <a:cubicBezTo>
                    <a:pt x="17" y="43"/>
                    <a:pt x="15" y="47"/>
                    <a:pt x="17" y="47"/>
                  </a:cubicBezTo>
                  <a:cubicBezTo>
                    <a:pt x="20" y="47"/>
                    <a:pt x="26" y="43"/>
                    <a:pt x="34" y="34"/>
                  </a:cubicBezTo>
                  <a:cubicBezTo>
                    <a:pt x="51" y="26"/>
                    <a:pt x="60" y="17"/>
                    <a:pt x="60" y="17"/>
                  </a:cubicBez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1"/>
            <p:cNvSpPr/>
            <p:nvPr/>
          </p:nvSpPr>
          <p:spPr>
            <a:xfrm>
              <a:off x="4617125" y="4160525"/>
              <a:ext cx="5300" cy="1300"/>
            </a:xfrm>
            <a:custGeom>
              <a:rect b="b" l="l" r="r" t="t"/>
              <a:pathLst>
                <a:path extrusionOk="0" h="52" w="212">
                  <a:moveTo>
                    <a:pt x="212" y="1"/>
                  </a:moveTo>
                  <a:cubicBezTo>
                    <a:pt x="119" y="18"/>
                    <a:pt x="102" y="9"/>
                    <a:pt x="0" y="35"/>
                  </a:cubicBezTo>
                  <a:cubicBezTo>
                    <a:pt x="85" y="35"/>
                    <a:pt x="102" y="35"/>
                    <a:pt x="102" y="52"/>
                  </a:cubicBezTo>
                  <a:cubicBezTo>
                    <a:pt x="186" y="43"/>
                    <a:pt x="169" y="9"/>
                    <a:pt x="21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1"/>
            <p:cNvSpPr/>
            <p:nvPr/>
          </p:nvSpPr>
          <p:spPr>
            <a:xfrm>
              <a:off x="4622400" y="4160325"/>
              <a:ext cx="675" cy="225"/>
            </a:xfrm>
            <a:custGeom>
              <a:rect b="b" l="l" r="r" t="t"/>
              <a:pathLst>
                <a:path extrusionOk="0" h="9" w="27">
                  <a:moveTo>
                    <a:pt x="26" y="0"/>
                  </a:moveTo>
                  <a:cubicBezTo>
                    <a:pt x="18" y="0"/>
                    <a:pt x="9" y="0"/>
                    <a:pt x="1" y="9"/>
                  </a:cubicBez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1"/>
            <p:cNvSpPr/>
            <p:nvPr/>
          </p:nvSpPr>
          <p:spPr>
            <a:xfrm>
              <a:off x="4653275" y="4170700"/>
              <a:ext cx="1100" cy="1075"/>
            </a:xfrm>
            <a:custGeom>
              <a:rect b="b" l="l" r="r" t="t"/>
              <a:pathLst>
                <a:path extrusionOk="0" h="43" w="44">
                  <a:moveTo>
                    <a:pt x="43" y="0"/>
                  </a:moveTo>
                  <a:lnTo>
                    <a:pt x="1" y="42"/>
                  </a:lnTo>
                  <a:lnTo>
                    <a:pt x="18" y="34"/>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1"/>
            <p:cNvSpPr/>
            <p:nvPr/>
          </p:nvSpPr>
          <p:spPr>
            <a:xfrm>
              <a:off x="4613775" y="4161400"/>
              <a:ext cx="1525" cy="225"/>
            </a:xfrm>
            <a:custGeom>
              <a:rect b="b" l="l" r="r" t="t"/>
              <a:pathLst>
                <a:path extrusionOk="0" h="9" w="61">
                  <a:moveTo>
                    <a:pt x="28" y="2"/>
                  </a:moveTo>
                  <a:cubicBezTo>
                    <a:pt x="26" y="2"/>
                    <a:pt x="23" y="3"/>
                    <a:pt x="21" y="3"/>
                  </a:cubicBezTo>
                  <a:lnTo>
                    <a:pt x="21" y="3"/>
                  </a:lnTo>
                  <a:cubicBezTo>
                    <a:pt x="23" y="3"/>
                    <a:pt x="26" y="2"/>
                    <a:pt x="28" y="2"/>
                  </a:cubicBezTo>
                  <a:close/>
                  <a:moveTo>
                    <a:pt x="21" y="3"/>
                  </a:moveTo>
                  <a:cubicBezTo>
                    <a:pt x="9" y="5"/>
                    <a:pt x="0" y="8"/>
                    <a:pt x="7" y="8"/>
                  </a:cubicBezTo>
                  <a:cubicBezTo>
                    <a:pt x="12" y="6"/>
                    <a:pt x="17" y="4"/>
                    <a:pt x="21" y="3"/>
                  </a:cubicBezTo>
                  <a:close/>
                  <a:moveTo>
                    <a:pt x="45" y="1"/>
                  </a:moveTo>
                  <a:cubicBezTo>
                    <a:pt x="40" y="1"/>
                    <a:pt x="34" y="1"/>
                    <a:pt x="28" y="2"/>
                  </a:cubicBezTo>
                  <a:lnTo>
                    <a:pt x="28" y="2"/>
                  </a:lnTo>
                  <a:cubicBezTo>
                    <a:pt x="30" y="2"/>
                    <a:pt x="31" y="2"/>
                    <a:pt x="33" y="2"/>
                  </a:cubicBezTo>
                  <a:cubicBezTo>
                    <a:pt x="41" y="2"/>
                    <a:pt x="50" y="4"/>
                    <a:pt x="58" y="8"/>
                  </a:cubicBezTo>
                  <a:cubicBezTo>
                    <a:pt x="61" y="3"/>
                    <a:pt x="54" y="1"/>
                    <a:pt x="4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1"/>
            <p:cNvSpPr/>
            <p:nvPr/>
          </p:nvSpPr>
          <p:spPr>
            <a:xfrm>
              <a:off x="4623475" y="4169250"/>
              <a:ext cx="2125" cy="500"/>
            </a:xfrm>
            <a:custGeom>
              <a:rect b="b" l="l" r="r" t="t"/>
              <a:pathLst>
                <a:path extrusionOk="0" h="20" w="85">
                  <a:moveTo>
                    <a:pt x="22" y="1"/>
                  </a:moveTo>
                  <a:cubicBezTo>
                    <a:pt x="13" y="1"/>
                    <a:pt x="6" y="4"/>
                    <a:pt x="0" y="16"/>
                  </a:cubicBezTo>
                  <a:cubicBezTo>
                    <a:pt x="3" y="19"/>
                    <a:pt x="10" y="19"/>
                    <a:pt x="20" y="19"/>
                  </a:cubicBezTo>
                  <a:cubicBezTo>
                    <a:pt x="40" y="19"/>
                    <a:pt x="68" y="16"/>
                    <a:pt x="85" y="16"/>
                  </a:cubicBezTo>
                  <a:cubicBezTo>
                    <a:pt x="62" y="16"/>
                    <a:pt x="40" y="1"/>
                    <a:pt x="2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1"/>
            <p:cNvSpPr/>
            <p:nvPr/>
          </p:nvSpPr>
          <p:spPr>
            <a:xfrm>
              <a:off x="4608450" y="4164150"/>
              <a:ext cx="1650" cy="850"/>
            </a:xfrm>
            <a:custGeom>
              <a:rect b="b" l="l" r="r" t="t"/>
              <a:pathLst>
                <a:path extrusionOk="0" h="34" w="66">
                  <a:moveTo>
                    <a:pt x="38" y="0"/>
                  </a:moveTo>
                  <a:cubicBezTo>
                    <a:pt x="30" y="0"/>
                    <a:pt x="18" y="2"/>
                    <a:pt x="0" y="8"/>
                  </a:cubicBezTo>
                  <a:cubicBezTo>
                    <a:pt x="17" y="8"/>
                    <a:pt x="43" y="17"/>
                    <a:pt x="34" y="34"/>
                  </a:cubicBezTo>
                  <a:cubicBezTo>
                    <a:pt x="47" y="27"/>
                    <a:pt x="66" y="0"/>
                    <a:pt x="3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1"/>
            <p:cNvSpPr/>
            <p:nvPr/>
          </p:nvSpPr>
          <p:spPr>
            <a:xfrm>
              <a:off x="4619650" y="4169850"/>
              <a:ext cx="1725" cy="450"/>
            </a:xfrm>
            <a:custGeom>
              <a:rect b="b" l="l" r="r" t="t"/>
              <a:pathLst>
                <a:path extrusionOk="0" h="18" w="69">
                  <a:moveTo>
                    <a:pt x="68" y="0"/>
                  </a:moveTo>
                  <a:lnTo>
                    <a:pt x="1" y="17"/>
                  </a:lnTo>
                  <a:lnTo>
                    <a:pt x="9" y="17"/>
                  </a:ln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1"/>
            <p:cNvSpPr/>
            <p:nvPr/>
          </p:nvSpPr>
          <p:spPr>
            <a:xfrm>
              <a:off x="4622200" y="4174500"/>
              <a:ext cx="5100" cy="1925"/>
            </a:xfrm>
            <a:custGeom>
              <a:rect b="b" l="l" r="r" t="t"/>
              <a:pathLst>
                <a:path extrusionOk="0" h="77" w="204">
                  <a:moveTo>
                    <a:pt x="144" y="0"/>
                  </a:moveTo>
                  <a:cubicBezTo>
                    <a:pt x="0" y="0"/>
                    <a:pt x="161" y="34"/>
                    <a:pt x="60" y="43"/>
                  </a:cubicBezTo>
                  <a:cubicBezTo>
                    <a:pt x="119" y="43"/>
                    <a:pt x="153" y="68"/>
                    <a:pt x="144" y="76"/>
                  </a:cubicBezTo>
                  <a:cubicBezTo>
                    <a:pt x="203" y="43"/>
                    <a:pt x="43" y="43"/>
                    <a:pt x="1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1"/>
            <p:cNvSpPr/>
            <p:nvPr/>
          </p:nvSpPr>
          <p:spPr>
            <a:xfrm>
              <a:off x="4622825" y="4175550"/>
              <a:ext cx="675" cy="25"/>
            </a:xfrm>
            <a:custGeom>
              <a:rect b="b" l="l" r="r" t="t"/>
              <a:pathLst>
                <a:path extrusionOk="0" h="1" w="27">
                  <a:moveTo>
                    <a:pt x="26" y="1"/>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1"/>
            <p:cNvSpPr/>
            <p:nvPr/>
          </p:nvSpPr>
          <p:spPr>
            <a:xfrm>
              <a:off x="4600200" y="4174925"/>
              <a:ext cx="650" cy="225"/>
            </a:xfrm>
            <a:custGeom>
              <a:rect b="b" l="l" r="r" t="t"/>
              <a:pathLst>
                <a:path extrusionOk="0" h="9" w="26">
                  <a:moveTo>
                    <a:pt x="26" y="0"/>
                  </a:moveTo>
                  <a:cubicBezTo>
                    <a:pt x="22" y="0"/>
                    <a:pt x="17" y="2"/>
                    <a:pt x="13" y="4"/>
                  </a:cubicBezTo>
                  <a:lnTo>
                    <a:pt x="13" y="4"/>
                  </a:lnTo>
                  <a:lnTo>
                    <a:pt x="26" y="0"/>
                  </a:lnTo>
                  <a:close/>
                  <a:moveTo>
                    <a:pt x="13" y="4"/>
                  </a:moveTo>
                  <a:lnTo>
                    <a:pt x="1" y="9"/>
                  </a:lnTo>
                  <a:cubicBezTo>
                    <a:pt x="5" y="9"/>
                    <a:pt x="9" y="7"/>
                    <a:pt x="13"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1"/>
            <p:cNvSpPr/>
            <p:nvPr/>
          </p:nvSpPr>
          <p:spPr>
            <a:xfrm>
              <a:off x="4611825" y="4176175"/>
              <a:ext cx="5750" cy="2150"/>
            </a:xfrm>
            <a:custGeom>
              <a:rect b="b" l="l" r="r" t="t"/>
              <a:pathLst>
                <a:path extrusionOk="0" h="86" w="230">
                  <a:moveTo>
                    <a:pt x="229" y="1"/>
                  </a:moveTo>
                  <a:cubicBezTo>
                    <a:pt x="162" y="35"/>
                    <a:pt x="1" y="60"/>
                    <a:pt x="18" y="86"/>
                  </a:cubicBezTo>
                  <a:cubicBezTo>
                    <a:pt x="60" y="86"/>
                    <a:pt x="111" y="77"/>
                    <a:pt x="153" y="52"/>
                  </a:cubicBezTo>
                  <a:lnTo>
                    <a:pt x="136" y="52"/>
                  </a:lnTo>
                  <a:lnTo>
                    <a:pt x="22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1"/>
            <p:cNvSpPr/>
            <p:nvPr/>
          </p:nvSpPr>
          <p:spPr>
            <a:xfrm>
              <a:off x="4593450" y="4162025"/>
              <a:ext cx="650" cy="500"/>
            </a:xfrm>
            <a:custGeom>
              <a:rect b="b" l="l" r="r" t="t"/>
              <a:pathLst>
                <a:path extrusionOk="0" h="20" w="26">
                  <a:moveTo>
                    <a:pt x="17" y="0"/>
                  </a:moveTo>
                  <a:cubicBezTo>
                    <a:pt x="17" y="7"/>
                    <a:pt x="0" y="19"/>
                    <a:pt x="3" y="19"/>
                  </a:cubicBezTo>
                  <a:cubicBezTo>
                    <a:pt x="3" y="19"/>
                    <a:pt x="5" y="19"/>
                    <a:pt x="8" y="17"/>
                  </a:cubicBezTo>
                  <a:lnTo>
                    <a:pt x="25" y="17"/>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1"/>
            <p:cNvSpPr/>
            <p:nvPr/>
          </p:nvSpPr>
          <p:spPr>
            <a:xfrm>
              <a:off x="4593850" y="4162025"/>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1"/>
            <p:cNvSpPr/>
            <p:nvPr/>
          </p:nvSpPr>
          <p:spPr>
            <a:xfrm>
              <a:off x="4604650" y="4173850"/>
              <a:ext cx="2350" cy="450"/>
            </a:xfrm>
            <a:custGeom>
              <a:rect b="b" l="l" r="r" t="t"/>
              <a:pathLst>
                <a:path extrusionOk="0" h="18" w="94">
                  <a:moveTo>
                    <a:pt x="93" y="1"/>
                  </a:moveTo>
                  <a:cubicBezTo>
                    <a:pt x="76" y="1"/>
                    <a:pt x="0" y="1"/>
                    <a:pt x="9" y="18"/>
                  </a:cubicBezTo>
                  <a:cubicBezTo>
                    <a:pt x="34" y="18"/>
                    <a:pt x="68" y="9"/>
                    <a:pt x="9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1"/>
            <p:cNvSpPr/>
            <p:nvPr/>
          </p:nvSpPr>
          <p:spPr>
            <a:xfrm>
              <a:off x="4591100" y="4160525"/>
              <a:ext cx="450" cy="875"/>
            </a:xfrm>
            <a:custGeom>
              <a:rect b="b" l="l" r="r" t="t"/>
              <a:pathLst>
                <a:path extrusionOk="0" h="35" w="18">
                  <a:moveTo>
                    <a:pt x="1" y="1"/>
                  </a:moveTo>
                  <a:lnTo>
                    <a:pt x="1" y="9"/>
                  </a:lnTo>
                  <a:cubicBezTo>
                    <a:pt x="1" y="18"/>
                    <a:pt x="9" y="26"/>
                    <a:pt x="18" y="35"/>
                  </a:cubicBezTo>
                  <a:cubicBezTo>
                    <a:pt x="9" y="26"/>
                    <a:pt x="9" y="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1"/>
            <p:cNvSpPr/>
            <p:nvPr/>
          </p:nvSpPr>
          <p:spPr>
            <a:xfrm>
              <a:off x="4590900" y="4153550"/>
              <a:ext cx="450" cy="1500"/>
            </a:xfrm>
            <a:custGeom>
              <a:rect b="b" l="l" r="r" t="t"/>
              <a:pathLst>
                <a:path extrusionOk="0" h="60" w="18">
                  <a:moveTo>
                    <a:pt x="9" y="1"/>
                  </a:moveTo>
                  <a:lnTo>
                    <a:pt x="0" y="9"/>
                  </a:lnTo>
                  <a:lnTo>
                    <a:pt x="17" y="60"/>
                  </a:lnTo>
                  <a:lnTo>
                    <a:pt x="17" y="52"/>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1"/>
            <p:cNvSpPr/>
            <p:nvPr/>
          </p:nvSpPr>
          <p:spPr>
            <a:xfrm>
              <a:off x="4578200" y="4168575"/>
              <a:ext cx="2200" cy="2900"/>
            </a:xfrm>
            <a:custGeom>
              <a:rect b="b" l="l" r="r" t="t"/>
              <a:pathLst>
                <a:path extrusionOk="0" h="116" w="88">
                  <a:moveTo>
                    <a:pt x="18" y="0"/>
                  </a:moveTo>
                  <a:lnTo>
                    <a:pt x="18" y="0"/>
                  </a:lnTo>
                  <a:cubicBezTo>
                    <a:pt x="9" y="43"/>
                    <a:pt x="35" y="34"/>
                    <a:pt x="68" y="93"/>
                  </a:cubicBezTo>
                  <a:lnTo>
                    <a:pt x="1" y="43"/>
                  </a:lnTo>
                  <a:lnTo>
                    <a:pt x="1" y="43"/>
                  </a:lnTo>
                  <a:cubicBezTo>
                    <a:pt x="28" y="90"/>
                    <a:pt x="71" y="116"/>
                    <a:pt x="83" y="116"/>
                  </a:cubicBezTo>
                  <a:cubicBezTo>
                    <a:pt x="86" y="116"/>
                    <a:pt x="87" y="114"/>
                    <a:pt x="85" y="110"/>
                  </a:cubicBezTo>
                  <a:cubicBezTo>
                    <a:pt x="60" y="77"/>
                    <a:pt x="35" y="34"/>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1"/>
            <p:cNvSpPr/>
            <p:nvPr/>
          </p:nvSpPr>
          <p:spPr>
            <a:xfrm>
              <a:off x="4587525" y="4064725"/>
              <a:ext cx="4250" cy="42125"/>
            </a:xfrm>
            <a:custGeom>
              <a:rect b="b" l="l" r="r" t="t"/>
              <a:pathLst>
                <a:path extrusionOk="0" h="1685" w="170">
                  <a:moveTo>
                    <a:pt x="25" y="1058"/>
                  </a:moveTo>
                  <a:cubicBezTo>
                    <a:pt x="25" y="1070"/>
                    <a:pt x="27" y="1077"/>
                    <a:pt x="30" y="1082"/>
                  </a:cubicBezTo>
                  <a:lnTo>
                    <a:pt x="30" y="1082"/>
                  </a:lnTo>
                  <a:lnTo>
                    <a:pt x="25" y="1058"/>
                  </a:lnTo>
                  <a:close/>
                  <a:moveTo>
                    <a:pt x="166" y="1281"/>
                  </a:moveTo>
                  <a:cubicBezTo>
                    <a:pt x="167" y="1283"/>
                    <a:pt x="168" y="1285"/>
                    <a:pt x="169" y="1287"/>
                  </a:cubicBezTo>
                  <a:cubicBezTo>
                    <a:pt x="168" y="1285"/>
                    <a:pt x="167" y="1283"/>
                    <a:pt x="166" y="1281"/>
                  </a:cubicBezTo>
                  <a:close/>
                  <a:moveTo>
                    <a:pt x="144" y="1"/>
                  </a:moveTo>
                  <a:cubicBezTo>
                    <a:pt x="144" y="52"/>
                    <a:pt x="127" y="85"/>
                    <a:pt x="118" y="136"/>
                  </a:cubicBezTo>
                  <a:cubicBezTo>
                    <a:pt x="112" y="123"/>
                    <a:pt x="108" y="118"/>
                    <a:pt x="105" y="118"/>
                  </a:cubicBezTo>
                  <a:cubicBezTo>
                    <a:pt x="96" y="118"/>
                    <a:pt x="110" y="197"/>
                    <a:pt x="90" y="197"/>
                  </a:cubicBezTo>
                  <a:cubicBezTo>
                    <a:pt x="88" y="197"/>
                    <a:pt x="86" y="196"/>
                    <a:pt x="85" y="195"/>
                  </a:cubicBezTo>
                  <a:cubicBezTo>
                    <a:pt x="76" y="162"/>
                    <a:pt x="76" y="119"/>
                    <a:pt x="85" y="85"/>
                  </a:cubicBezTo>
                  <a:cubicBezTo>
                    <a:pt x="83" y="85"/>
                    <a:pt x="81" y="84"/>
                    <a:pt x="80" y="84"/>
                  </a:cubicBezTo>
                  <a:cubicBezTo>
                    <a:pt x="66" y="84"/>
                    <a:pt x="52" y="112"/>
                    <a:pt x="38" y="112"/>
                  </a:cubicBezTo>
                  <a:cubicBezTo>
                    <a:pt x="37" y="112"/>
                    <a:pt x="35" y="112"/>
                    <a:pt x="34" y="111"/>
                  </a:cubicBezTo>
                  <a:lnTo>
                    <a:pt x="34" y="111"/>
                  </a:lnTo>
                  <a:cubicBezTo>
                    <a:pt x="17" y="229"/>
                    <a:pt x="93" y="246"/>
                    <a:pt x="76" y="365"/>
                  </a:cubicBezTo>
                  <a:cubicBezTo>
                    <a:pt x="67" y="365"/>
                    <a:pt x="58" y="353"/>
                    <a:pt x="52" y="353"/>
                  </a:cubicBezTo>
                  <a:cubicBezTo>
                    <a:pt x="47" y="353"/>
                    <a:pt x="44" y="360"/>
                    <a:pt x="43" y="383"/>
                  </a:cubicBezTo>
                  <a:lnTo>
                    <a:pt x="43" y="383"/>
                  </a:lnTo>
                  <a:cubicBezTo>
                    <a:pt x="42" y="382"/>
                    <a:pt x="42" y="382"/>
                    <a:pt x="42" y="382"/>
                  </a:cubicBezTo>
                  <a:lnTo>
                    <a:pt x="42" y="382"/>
                  </a:lnTo>
                  <a:lnTo>
                    <a:pt x="42" y="398"/>
                  </a:lnTo>
                  <a:cubicBezTo>
                    <a:pt x="42" y="393"/>
                    <a:pt x="42" y="387"/>
                    <a:pt x="43" y="383"/>
                  </a:cubicBezTo>
                  <a:lnTo>
                    <a:pt x="43" y="383"/>
                  </a:lnTo>
                  <a:cubicBezTo>
                    <a:pt x="67" y="500"/>
                    <a:pt x="0" y="475"/>
                    <a:pt x="51" y="551"/>
                  </a:cubicBezTo>
                  <a:lnTo>
                    <a:pt x="25" y="551"/>
                  </a:lnTo>
                  <a:cubicBezTo>
                    <a:pt x="42" y="618"/>
                    <a:pt x="51" y="695"/>
                    <a:pt x="51" y="771"/>
                  </a:cubicBezTo>
                  <a:cubicBezTo>
                    <a:pt x="68" y="864"/>
                    <a:pt x="68" y="957"/>
                    <a:pt x="68" y="1058"/>
                  </a:cubicBezTo>
                  <a:lnTo>
                    <a:pt x="34" y="965"/>
                  </a:lnTo>
                  <a:lnTo>
                    <a:pt x="34" y="965"/>
                  </a:lnTo>
                  <a:cubicBezTo>
                    <a:pt x="25" y="1033"/>
                    <a:pt x="59" y="1050"/>
                    <a:pt x="51" y="1092"/>
                  </a:cubicBezTo>
                  <a:cubicBezTo>
                    <a:pt x="51" y="1092"/>
                    <a:pt x="49" y="1093"/>
                    <a:pt x="46" y="1093"/>
                  </a:cubicBezTo>
                  <a:cubicBezTo>
                    <a:pt x="41" y="1093"/>
                    <a:pt x="34" y="1091"/>
                    <a:pt x="30" y="1082"/>
                  </a:cubicBezTo>
                  <a:lnTo>
                    <a:pt x="30" y="1082"/>
                  </a:lnTo>
                  <a:lnTo>
                    <a:pt x="68" y="1287"/>
                  </a:lnTo>
                  <a:cubicBezTo>
                    <a:pt x="72" y="1297"/>
                    <a:pt x="75" y="1301"/>
                    <a:pt x="77" y="1301"/>
                  </a:cubicBezTo>
                  <a:cubicBezTo>
                    <a:pt x="86" y="1301"/>
                    <a:pt x="89" y="1261"/>
                    <a:pt x="101" y="1261"/>
                  </a:cubicBezTo>
                  <a:cubicBezTo>
                    <a:pt x="118" y="1287"/>
                    <a:pt x="110" y="1380"/>
                    <a:pt x="93" y="1388"/>
                  </a:cubicBezTo>
                  <a:cubicBezTo>
                    <a:pt x="87" y="1375"/>
                    <a:pt x="80" y="1343"/>
                    <a:pt x="74" y="1343"/>
                  </a:cubicBezTo>
                  <a:cubicBezTo>
                    <a:pt x="72" y="1343"/>
                    <a:pt x="70" y="1346"/>
                    <a:pt x="68" y="1354"/>
                  </a:cubicBezTo>
                  <a:lnTo>
                    <a:pt x="110" y="1430"/>
                  </a:lnTo>
                  <a:cubicBezTo>
                    <a:pt x="102" y="1455"/>
                    <a:pt x="95" y="1465"/>
                    <a:pt x="89" y="1465"/>
                  </a:cubicBezTo>
                  <a:cubicBezTo>
                    <a:pt x="65" y="1465"/>
                    <a:pt x="47" y="1343"/>
                    <a:pt x="34" y="1304"/>
                  </a:cubicBezTo>
                  <a:lnTo>
                    <a:pt x="34" y="1304"/>
                  </a:lnTo>
                  <a:cubicBezTo>
                    <a:pt x="25" y="1405"/>
                    <a:pt x="59" y="1439"/>
                    <a:pt x="59" y="1549"/>
                  </a:cubicBezTo>
                  <a:cubicBezTo>
                    <a:pt x="59" y="1524"/>
                    <a:pt x="68" y="1498"/>
                    <a:pt x="85" y="1481"/>
                  </a:cubicBezTo>
                  <a:cubicBezTo>
                    <a:pt x="110" y="1481"/>
                    <a:pt x="101" y="1583"/>
                    <a:pt x="101" y="1659"/>
                  </a:cubicBezTo>
                  <a:cubicBezTo>
                    <a:pt x="105" y="1639"/>
                    <a:pt x="109" y="1631"/>
                    <a:pt x="114" y="1631"/>
                  </a:cubicBezTo>
                  <a:cubicBezTo>
                    <a:pt x="122" y="1631"/>
                    <a:pt x="130" y="1650"/>
                    <a:pt x="135" y="1676"/>
                  </a:cubicBezTo>
                  <a:cubicBezTo>
                    <a:pt x="135" y="1676"/>
                    <a:pt x="135" y="1684"/>
                    <a:pt x="135" y="1684"/>
                  </a:cubicBezTo>
                  <a:cubicBezTo>
                    <a:pt x="135" y="1684"/>
                    <a:pt x="144" y="1684"/>
                    <a:pt x="152" y="1676"/>
                  </a:cubicBezTo>
                  <a:cubicBezTo>
                    <a:pt x="152" y="1625"/>
                    <a:pt x="161" y="1574"/>
                    <a:pt x="169" y="1524"/>
                  </a:cubicBezTo>
                  <a:lnTo>
                    <a:pt x="169" y="1524"/>
                  </a:lnTo>
                  <a:cubicBezTo>
                    <a:pt x="164" y="1528"/>
                    <a:pt x="160" y="1530"/>
                    <a:pt x="156" y="1530"/>
                  </a:cubicBezTo>
                  <a:cubicBezTo>
                    <a:pt x="127" y="1530"/>
                    <a:pt x="159" y="1383"/>
                    <a:pt x="144" y="1337"/>
                  </a:cubicBezTo>
                  <a:lnTo>
                    <a:pt x="144" y="1278"/>
                  </a:lnTo>
                  <a:lnTo>
                    <a:pt x="144" y="1253"/>
                  </a:lnTo>
                  <a:cubicBezTo>
                    <a:pt x="144" y="1253"/>
                    <a:pt x="151" y="1253"/>
                    <a:pt x="166" y="1281"/>
                  </a:cubicBezTo>
                  <a:lnTo>
                    <a:pt x="166" y="1281"/>
                  </a:lnTo>
                  <a:cubicBezTo>
                    <a:pt x="154" y="1251"/>
                    <a:pt x="159" y="1176"/>
                    <a:pt x="146" y="1176"/>
                  </a:cubicBezTo>
                  <a:cubicBezTo>
                    <a:pt x="145" y="1176"/>
                    <a:pt x="145" y="1176"/>
                    <a:pt x="144" y="1177"/>
                  </a:cubicBezTo>
                  <a:lnTo>
                    <a:pt x="144" y="965"/>
                  </a:lnTo>
                  <a:cubicBezTo>
                    <a:pt x="144" y="957"/>
                    <a:pt x="144" y="948"/>
                    <a:pt x="152" y="948"/>
                  </a:cubicBezTo>
                  <a:cubicBezTo>
                    <a:pt x="152" y="940"/>
                    <a:pt x="144" y="940"/>
                    <a:pt x="144" y="940"/>
                  </a:cubicBezTo>
                  <a:lnTo>
                    <a:pt x="14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1"/>
            <p:cNvSpPr/>
            <p:nvPr/>
          </p:nvSpPr>
          <p:spPr>
            <a:xfrm>
              <a:off x="4588775" y="4103425"/>
              <a:ext cx="250" cy="1100"/>
            </a:xfrm>
            <a:custGeom>
              <a:rect b="b" l="l" r="r" t="t"/>
              <a:pathLst>
                <a:path extrusionOk="0" h="44" w="10">
                  <a:moveTo>
                    <a:pt x="9" y="1"/>
                  </a:moveTo>
                  <a:cubicBezTo>
                    <a:pt x="1" y="18"/>
                    <a:pt x="1" y="26"/>
                    <a:pt x="9" y="43"/>
                  </a:cubicBezTo>
                  <a:cubicBezTo>
                    <a:pt x="9" y="35"/>
                    <a:pt x="9" y="9"/>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1"/>
            <p:cNvSpPr/>
            <p:nvPr/>
          </p:nvSpPr>
          <p:spPr>
            <a:xfrm>
              <a:off x="4591325" y="4063050"/>
              <a:ext cx="25" cy="1700"/>
            </a:xfrm>
            <a:custGeom>
              <a:rect b="b" l="l" r="r" t="t"/>
              <a:pathLst>
                <a:path extrusionOk="0" h="68" w="1">
                  <a:moveTo>
                    <a:pt x="0" y="0"/>
                  </a:moveTo>
                  <a:lnTo>
                    <a:pt x="0" y="68"/>
                  </a:lnTo>
                  <a:cubicBezTo>
                    <a:pt x="0" y="42"/>
                    <a:pt x="0" y="26"/>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1"/>
            <p:cNvSpPr/>
            <p:nvPr/>
          </p:nvSpPr>
          <p:spPr>
            <a:xfrm>
              <a:off x="4590250" y="4108725"/>
              <a:ext cx="875" cy="3825"/>
            </a:xfrm>
            <a:custGeom>
              <a:rect b="b" l="l" r="r" t="t"/>
              <a:pathLst>
                <a:path extrusionOk="0" h="153" w="35">
                  <a:moveTo>
                    <a:pt x="1" y="0"/>
                  </a:moveTo>
                  <a:lnTo>
                    <a:pt x="9" y="119"/>
                  </a:lnTo>
                  <a:cubicBezTo>
                    <a:pt x="11" y="109"/>
                    <a:pt x="13" y="105"/>
                    <a:pt x="15" y="105"/>
                  </a:cubicBezTo>
                  <a:cubicBezTo>
                    <a:pt x="22" y="105"/>
                    <a:pt x="28" y="146"/>
                    <a:pt x="35" y="153"/>
                  </a:cubicBezTo>
                  <a:lnTo>
                    <a:pt x="35" y="9"/>
                  </a:lnTo>
                  <a:cubicBezTo>
                    <a:pt x="26" y="9"/>
                    <a:pt x="18"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1"/>
            <p:cNvSpPr/>
            <p:nvPr/>
          </p:nvSpPr>
          <p:spPr>
            <a:xfrm>
              <a:off x="4591100" y="4107025"/>
              <a:ext cx="675" cy="1925"/>
            </a:xfrm>
            <a:custGeom>
              <a:rect b="b" l="l" r="r" t="t"/>
              <a:pathLst>
                <a:path extrusionOk="0" h="77" w="27">
                  <a:moveTo>
                    <a:pt x="1" y="1"/>
                  </a:moveTo>
                  <a:lnTo>
                    <a:pt x="1" y="77"/>
                  </a:lnTo>
                  <a:cubicBezTo>
                    <a:pt x="9" y="77"/>
                    <a:pt x="18" y="68"/>
                    <a:pt x="26" y="35"/>
                  </a:cubicBezTo>
                  <a:cubicBezTo>
                    <a:pt x="9" y="26"/>
                    <a:pt x="9" y="18"/>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1"/>
            <p:cNvSpPr/>
            <p:nvPr/>
          </p:nvSpPr>
          <p:spPr>
            <a:xfrm>
              <a:off x="4577150" y="4106600"/>
              <a:ext cx="225" cy="1725"/>
            </a:xfrm>
            <a:custGeom>
              <a:rect b="b" l="l" r="r" t="t"/>
              <a:pathLst>
                <a:path extrusionOk="0" h="69" w="9">
                  <a:moveTo>
                    <a:pt x="0" y="1"/>
                  </a:moveTo>
                  <a:lnTo>
                    <a:pt x="9" y="68"/>
                  </a:lnTo>
                  <a:lnTo>
                    <a:pt x="9" y="43"/>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1"/>
            <p:cNvSpPr/>
            <p:nvPr/>
          </p:nvSpPr>
          <p:spPr>
            <a:xfrm>
              <a:off x="4578425" y="4098350"/>
              <a:ext cx="225" cy="2775"/>
            </a:xfrm>
            <a:custGeom>
              <a:rect b="b" l="l" r="r" t="t"/>
              <a:pathLst>
                <a:path extrusionOk="0" h="111" w="9">
                  <a:moveTo>
                    <a:pt x="9" y="1"/>
                  </a:moveTo>
                  <a:cubicBezTo>
                    <a:pt x="0" y="35"/>
                    <a:pt x="0" y="77"/>
                    <a:pt x="9" y="111"/>
                  </a:cubicBezTo>
                  <a:cubicBezTo>
                    <a:pt x="9" y="77"/>
                    <a:pt x="9" y="35"/>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1"/>
            <p:cNvSpPr/>
            <p:nvPr/>
          </p:nvSpPr>
          <p:spPr>
            <a:xfrm>
              <a:off x="4573975" y="4098775"/>
              <a:ext cx="250" cy="1725"/>
            </a:xfrm>
            <a:custGeom>
              <a:rect b="b" l="l" r="r" t="t"/>
              <a:pathLst>
                <a:path extrusionOk="0" h="69" w="10">
                  <a:moveTo>
                    <a:pt x="1" y="1"/>
                  </a:moveTo>
                  <a:lnTo>
                    <a:pt x="1" y="9"/>
                  </a:lnTo>
                  <a:lnTo>
                    <a:pt x="9" y="68"/>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1"/>
            <p:cNvSpPr/>
            <p:nvPr/>
          </p:nvSpPr>
          <p:spPr>
            <a:xfrm>
              <a:off x="4588575" y="4050150"/>
              <a:ext cx="25" cy="850"/>
            </a:xfrm>
            <a:custGeom>
              <a:rect b="b" l="l" r="r" t="t"/>
              <a:pathLst>
                <a:path extrusionOk="0" h="34" w="1">
                  <a:moveTo>
                    <a:pt x="0" y="34"/>
                  </a:moveTo>
                  <a:lnTo>
                    <a:pt x="0" y="0"/>
                  </a:lnTo>
                  <a:cubicBezTo>
                    <a:pt x="0" y="9"/>
                    <a:pt x="0" y="17"/>
                    <a:pt x="0" y="3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1"/>
            <p:cNvSpPr/>
            <p:nvPr/>
          </p:nvSpPr>
          <p:spPr>
            <a:xfrm>
              <a:off x="4588575" y="4041075"/>
              <a:ext cx="2550" cy="24900"/>
            </a:xfrm>
            <a:custGeom>
              <a:rect b="b" l="l" r="r" t="t"/>
              <a:pathLst>
                <a:path extrusionOk="0" h="996" w="102">
                  <a:moveTo>
                    <a:pt x="71" y="1"/>
                  </a:moveTo>
                  <a:cubicBezTo>
                    <a:pt x="62" y="1"/>
                    <a:pt x="52" y="35"/>
                    <a:pt x="40" y="35"/>
                  </a:cubicBezTo>
                  <a:cubicBezTo>
                    <a:pt x="36" y="35"/>
                    <a:pt x="31" y="30"/>
                    <a:pt x="26" y="16"/>
                  </a:cubicBezTo>
                  <a:lnTo>
                    <a:pt x="26" y="16"/>
                  </a:lnTo>
                  <a:cubicBezTo>
                    <a:pt x="26" y="115"/>
                    <a:pt x="2" y="270"/>
                    <a:pt x="39" y="286"/>
                  </a:cubicBezTo>
                  <a:lnTo>
                    <a:pt x="39" y="286"/>
                  </a:lnTo>
                  <a:cubicBezTo>
                    <a:pt x="38" y="286"/>
                    <a:pt x="37" y="286"/>
                    <a:pt x="36" y="286"/>
                  </a:cubicBezTo>
                  <a:cubicBezTo>
                    <a:pt x="30" y="286"/>
                    <a:pt x="22" y="289"/>
                    <a:pt x="17" y="304"/>
                  </a:cubicBezTo>
                  <a:lnTo>
                    <a:pt x="51" y="363"/>
                  </a:lnTo>
                  <a:lnTo>
                    <a:pt x="59" y="304"/>
                  </a:lnTo>
                  <a:cubicBezTo>
                    <a:pt x="85" y="405"/>
                    <a:pt x="85" y="507"/>
                    <a:pt x="59" y="600"/>
                  </a:cubicBezTo>
                  <a:cubicBezTo>
                    <a:pt x="51" y="490"/>
                    <a:pt x="17" y="549"/>
                    <a:pt x="34" y="389"/>
                  </a:cubicBezTo>
                  <a:lnTo>
                    <a:pt x="34" y="389"/>
                  </a:lnTo>
                  <a:cubicBezTo>
                    <a:pt x="29" y="394"/>
                    <a:pt x="20" y="409"/>
                    <a:pt x="12" y="409"/>
                  </a:cubicBezTo>
                  <a:cubicBezTo>
                    <a:pt x="8" y="409"/>
                    <a:pt x="3" y="404"/>
                    <a:pt x="0" y="389"/>
                  </a:cubicBezTo>
                  <a:lnTo>
                    <a:pt x="0" y="389"/>
                  </a:lnTo>
                  <a:cubicBezTo>
                    <a:pt x="0" y="575"/>
                    <a:pt x="9" y="761"/>
                    <a:pt x="26" y="938"/>
                  </a:cubicBezTo>
                  <a:cubicBezTo>
                    <a:pt x="32" y="902"/>
                    <a:pt x="36" y="889"/>
                    <a:pt x="40" y="889"/>
                  </a:cubicBezTo>
                  <a:cubicBezTo>
                    <a:pt x="51" y="889"/>
                    <a:pt x="57" y="996"/>
                    <a:pt x="76" y="996"/>
                  </a:cubicBezTo>
                  <a:cubicBezTo>
                    <a:pt x="79" y="996"/>
                    <a:pt x="82" y="994"/>
                    <a:pt x="85" y="989"/>
                  </a:cubicBezTo>
                  <a:lnTo>
                    <a:pt x="76" y="905"/>
                  </a:lnTo>
                  <a:lnTo>
                    <a:pt x="85" y="913"/>
                  </a:lnTo>
                  <a:lnTo>
                    <a:pt x="85" y="812"/>
                  </a:lnTo>
                  <a:cubicBezTo>
                    <a:pt x="68" y="828"/>
                    <a:pt x="68" y="845"/>
                    <a:pt x="51" y="845"/>
                  </a:cubicBezTo>
                  <a:cubicBezTo>
                    <a:pt x="59" y="710"/>
                    <a:pt x="68" y="795"/>
                    <a:pt x="93" y="702"/>
                  </a:cubicBezTo>
                  <a:lnTo>
                    <a:pt x="93" y="549"/>
                  </a:lnTo>
                  <a:lnTo>
                    <a:pt x="102" y="558"/>
                  </a:lnTo>
                  <a:cubicBezTo>
                    <a:pt x="102" y="558"/>
                    <a:pt x="102" y="549"/>
                    <a:pt x="93" y="541"/>
                  </a:cubicBezTo>
                  <a:lnTo>
                    <a:pt x="85" y="33"/>
                  </a:lnTo>
                  <a:cubicBezTo>
                    <a:pt x="80" y="9"/>
                    <a:pt x="76" y="1"/>
                    <a:pt x="7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1"/>
            <p:cNvSpPr/>
            <p:nvPr/>
          </p:nvSpPr>
          <p:spPr>
            <a:xfrm>
              <a:off x="4588775" y="4017775"/>
              <a:ext cx="250" cy="250"/>
            </a:xfrm>
            <a:custGeom>
              <a:rect b="b" l="l" r="r" t="t"/>
              <a:pathLst>
                <a:path extrusionOk="0" h="10" w="10">
                  <a:moveTo>
                    <a:pt x="1" y="9"/>
                  </a:moveTo>
                  <a:lnTo>
                    <a:pt x="1" y="9"/>
                  </a:lnTo>
                  <a:cubicBezTo>
                    <a:pt x="1" y="9"/>
                    <a:pt x="9" y="1"/>
                    <a:pt x="1"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1"/>
            <p:cNvSpPr/>
            <p:nvPr/>
          </p:nvSpPr>
          <p:spPr>
            <a:xfrm>
              <a:off x="4588775" y="4018000"/>
              <a:ext cx="875" cy="3825"/>
            </a:xfrm>
            <a:custGeom>
              <a:rect b="b" l="l" r="r" t="t"/>
              <a:pathLst>
                <a:path extrusionOk="0" h="153" w="35">
                  <a:moveTo>
                    <a:pt x="9" y="0"/>
                  </a:moveTo>
                  <a:lnTo>
                    <a:pt x="9" y="0"/>
                  </a:lnTo>
                  <a:cubicBezTo>
                    <a:pt x="18" y="26"/>
                    <a:pt x="26" y="60"/>
                    <a:pt x="18" y="85"/>
                  </a:cubicBezTo>
                  <a:lnTo>
                    <a:pt x="1" y="68"/>
                  </a:lnTo>
                  <a:lnTo>
                    <a:pt x="35" y="153"/>
                  </a:lnTo>
                  <a:lnTo>
                    <a:pt x="35" y="17"/>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1"/>
            <p:cNvSpPr/>
            <p:nvPr/>
          </p:nvSpPr>
          <p:spPr>
            <a:xfrm>
              <a:off x="4588350" y="4021600"/>
              <a:ext cx="1925" cy="2775"/>
            </a:xfrm>
            <a:custGeom>
              <a:rect b="b" l="l" r="r" t="t"/>
              <a:pathLst>
                <a:path extrusionOk="0" h="111" w="77">
                  <a:moveTo>
                    <a:pt x="18" y="0"/>
                  </a:moveTo>
                  <a:lnTo>
                    <a:pt x="18" y="0"/>
                  </a:lnTo>
                  <a:cubicBezTo>
                    <a:pt x="1" y="0"/>
                    <a:pt x="9" y="85"/>
                    <a:pt x="18" y="102"/>
                  </a:cubicBezTo>
                  <a:lnTo>
                    <a:pt x="77" y="110"/>
                  </a:lnTo>
                  <a:cubicBezTo>
                    <a:pt x="72" y="69"/>
                    <a:pt x="61" y="53"/>
                    <a:pt x="48" y="53"/>
                  </a:cubicBezTo>
                  <a:cubicBezTo>
                    <a:pt x="37" y="53"/>
                    <a:pt x="26" y="65"/>
                    <a:pt x="18" y="85"/>
                  </a:cubicBezTo>
                  <a:cubicBezTo>
                    <a:pt x="9" y="17"/>
                    <a:pt x="52" y="42"/>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1"/>
            <p:cNvSpPr/>
            <p:nvPr/>
          </p:nvSpPr>
          <p:spPr>
            <a:xfrm>
              <a:off x="4589425" y="4037250"/>
              <a:ext cx="450" cy="1275"/>
            </a:xfrm>
            <a:custGeom>
              <a:rect b="b" l="l" r="r" t="t"/>
              <a:pathLst>
                <a:path extrusionOk="0" h="51" w="18">
                  <a:moveTo>
                    <a:pt x="0" y="0"/>
                  </a:moveTo>
                  <a:lnTo>
                    <a:pt x="0" y="51"/>
                  </a:lnTo>
                  <a:lnTo>
                    <a:pt x="17" y="26"/>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1"/>
            <p:cNvSpPr/>
            <p:nvPr/>
          </p:nvSpPr>
          <p:spPr>
            <a:xfrm>
              <a:off x="4588775" y="4035975"/>
              <a:ext cx="675" cy="1300"/>
            </a:xfrm>
            <a:custGeom>
              <a:rect b="b" l="l" r="r" t="t"/>
              <a:pathLst>
                <a:path extrusionOk="0" h="52" w="27">
                  <a:moveTo>
                    <a:pt x="26" y="0"/>
                  </a:moveTo>
                  <a:cubicBezTo>
                    <a:pt x="18" y="9"/>
                    <a:pt x="9" y="9"/>
                    <a:pt x="1" y="17"/>
                  </a:cubicBezTo>
                  <a:lnTo>
                    <a:pt x="26" y="51"/>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1"/>
            <p:cNvSpPr/>
            <p:nvPr/>
          </p:nvSpPr>
          <p:spPr>
            <a:xfrm>
              <a:off x="4589850" y="4030900"/>
              <a:ext cx="25" cy="1925"/>
            </a:xfrm>
            <a:custGeom>
              <a:rect b="b" l="l" r="r" t="t"/>
              <a:pathLst>
                <a:path extrusionOk="0" h="77" w="1">
                  <a:moveTo>
                    <a:pt x="0" y="76"/>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1"/>
            <p:cNvSpPr/>
            <p:nvPr/>
          </p:nvSpPr>
          <p:spPr>
            <a:xfrm>
              <a:off x="4589625" y="4032800"/>
              <a:ext cx="25" cy="1500"/>
            </a:xfrm>
            <a:custGeom>
              <a:rect b="b" l="l" r="r" t="t"/>
              <a:pathLst>
                <a:path extrusionOk="0" h="60" w="1">
                  <a:moveTo>
                    <a:pt x="1" y="60"/>
                  </a:moveTo>
                  <a:lnTo>
                    <a:pt x="1" y="6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1"/>
            <p:cNvSpPr/>
            <p:nvPr/>
          </p:nvSpPr>
          <p:spPr>
            <a:xfrm>
              <a:off x="4589625" y="4033850"/>
              <a:ext cx="1075" cy="2150"/>
            </a:xfrm>
            <a:custGeom>
              <a:rect b="b" l="l" r="r" t="t"/>
              <a:pathLst>
                <a:path extrusionOk="0" h="86" w="43">
                  <a:moveTo>
                    <a:pt x="34" y="1"/>
                  </a:moveTo>
                  <a:lnTo>
                    <a:pt x="1" y="9"/>
                  </a:lnTo>
                  <a:lnTo>
                    <a:pt x="1" y="85"/>
                  </a:lnTo>
                  <a:cubicBezTo>
                    <a:pt x="17" y="77"/>
                    <a:pt x="43" y="68"/>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1"/>
            <p:cNvSpPr/>
            <p:nvPr/>
          </p:nvSpPr>
          <p:spPr>
            <a:xfrm>
              <a:off x="4574600" y="4087375"/>
              <a:ext cx="450" cy="1700"/>
            </a:xfrm>
            <a:custGeom>
              <a:rect b="b" l="l" r="r" t="t"/>
              <a:pathLst>
                <a:path extrusionOk="0" h="68" w="18">
                  <a:moveTo>
                    <a:pt x="9" y="0"/>
                  </a:moveTo>
                  <a:lnTo>
                    <a:pt x="1" y="8"/>
                  </a:lnTo>
                  <a:lnTo>
                    <a:pt x="18" y="68"/>
                  </a:lnTo>
                  <a:lnTo>
                    <a:pt x="18" y="5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1"/>
            <p:cNvSpPr/>
            <p:nvPr/>
          </p:nvSpPr>
          <p:spPr>
            <a:xfrm>
              <a:off x="4575250" y="4079750"/>
              <a:ext cx="450" cy="875"/>
            </a:xfrm>
            <a:custGeom>
              <a:rect b="b" l="l" r="r" t="t"/>
              <a:pathLst>
                <a:path extrusionOk="0" h="35" w="18">
                  <a:moveTo>
                    <a:pt x="0" y="0"/>
                  </a:moveTo>
                  <a:cubicBezTo>
                    <a:pt x="0" y="9"/>
                    <a:pt x="9" y="26"/>
                    <a:pt x="17" y="34"/>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1"/>
            <p:cNvSpPr/>
            <p:nvPr/>
          </p:nvSpPr>
          <p:spPr>
            <a:xfrm>
              <a:off x="4571025" y="4070200"/>
              <a:ext cx="4875" cy="9575"/>
            </a:xfrm>
            <a:custGeom>
              <a:rect b="b" l="l" r="r" t="t"/>
              <a:pathLst>
                <a:path extrusionOk="0" h="383" w="195">
                  <a:moveTo>
                    <a:pt x="96" y="1"/>
                  </a:moveTo>
                  <a:cubicBezTo>
                    <a:pt x="71" y="1"/>
                    <a:pt x="44" y="10"/>
                    <a:pt x="17" y="10"/>
                  </a:cubicBezTo>
                  <a:cubicBezTo>
                    <a:pt x="9" y="19"/>
                    <a:pt x="0" y="163"/>
                    <a:pt x="34" y="171"/>
                  </a:cubicBezTo>
                  <a:cubicBezTo>
                    <a:pt x="39" y="158"/>
                    <a:pt x="43" y="154"/>
                    <a:pt x="47" y="154"/>
                  </a:cubicBezTo>
                  <a:cubicBezTo>
                    <a:pt x="57" y="154"/>
                    <a:pt x="63" y="188"/>
                    <a:pt x="68" y="188"/>
                  </a:cubicBezTo>
                  <a:cubicBezTo>
                    <a:pt x="71" y="188"/>
                    <a:pt x="74" y="176"/>
                    <a:pt x="76" y="137"/>
                  </a:cubicBezTo>
                  <a:cubicBezTo>
                    <a:pt x="77" y="137"/>
                    <a:pt x="79" y="136"/>
                    <a:pt x="80" y="136"/>
                  </a:cubicBezTo>
                  <a:cubicBezTo>
                    <a:pt x="96" y="136"/>
                    <a:pt x="118" y="192"/>
                    <a:pt x="110" y="247"/>
                  </a:cubicBezTo>
                  <a:cubicBezTo>
                    <a:pt x="97" y="247"/>
                    <a:pt x="99" y="211"/>
                    <a:pt x="89" y="211"/>
                  </a:cubicBezTo>
                  <a:cubicBezTo>
                    <a:pt x="86" y="211"/>
                    <a:pt x="82" y="214"/>
                    <a:pt x="76" y="222"/>
                  </a:cubicBezTo>
                  <a:cubicBezTo>
                    <a:pt x="96" y="255"/>
                    <a:pt x="90" y="267"/>
                    <a:pt x="102" y="267"/>
                  </a:cubicBezTo>
                  <a:cubicBezTo>
                    <a:pt x="106" y="267"/>
                    <a:pt x="111" y="266"/>
                    <a:pt x="119" y="264"/>
                  </a:cubicBezTo>
                  <a:cubicBezTo>
                    <a:pt x="127" y="306"/>
                    <a:pt x="152" y="340"/>
                    <a:pt x="169" y="382"/>
                  </a:cubicBezTo>
                  <a:cubicBezTo>
                    <a:pt x="161" y="298"/>
                    <a:pt x="195" y="137"/>
                    <a:pt x="152" y="36"/>
                  </a:cubicBezTo>
                  <a:cubicBezTo>
                    <a:pt x="137" y="8"/>
                    <a:pt x="117" y="1"/>
                    <a:pt x="9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1"/>
            <p:cNvSpPr/>
            <p:nvPr/>
          </p:nvSpPr>
          <p:spPr>
            <a:xfrm>
              <a:off x="4570600" y="4077000"/>
              <a:ext cx="650" cy="1725"/>
            </a:xfrm>
            <a:custGeom>
              <a:rect b="b" l="l" r="r" t="t"/>
              <a:pathLst>
                <a:path extrusionOk="0" h="69" w="26">
                  <a:moveTo>
                    <a:pt x="0" y="1"/>
                  </a:moveTo>
                  <a:cubicBezTo>
                    <a:pt x="0" y="26"/>
                    <a:pt x="0" y="43"/>
                    <a:pt x="0" y="68"/>
                  </a:cubicBezTo>
                  <a:cubicBezTo>
                    <a:pt x="26" y="60"/>
                    <a:pt x="0" y="34"/>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1"/>
            <p:cNvSpPr/>
            <p:nvPr/>
          </p:nvSpPr>
          <p:spPr>
            <a:xfrm>
              <a:off x="4579475" y="4057950"/>
              <a:ext cx="650" cy="2150"/>
            </a:xfrm>
            <a:custGeom>
              <a:rect b="b" l="l" r="r" t="t"/>
              <a:pathLst>
                <a:path extrusionOk="0" h="86" w="26">
                  <a:moveTo>
                    <a:pt x="4" y="0"/>
                  </a:moveTo>
                  <a:cubicBezTo>
                    <a:pt x="3" y="0"/>
                    <a:pt x="2" y="1"/>
                    <a:pt x="1" y="1"/>
                  </a:cubicBezTo>
                  <a:lnTo>
                    <a:pt x="9" y="86"/>
                  </a:lnTo>
                  <a:cubicBezTo>
                    <a:pt x="9" y="77"/>
                    <a:pt x="17" y="60"/>
                    <a:pt x="26" y="52"/>
                  </a:cubicBezTo>
                  <a:cubicBezTo>
                    <a:pt x="26" y="52"/>
                    <a:pt x="19" y="0"/>
                    <a:pt x="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1"/>
            <p:cNvSpPr/>
            <p:nvPr/>
          </p:nvSpPr>
          <p:spPr>
            <a:xfrm>
              <a:off x="4579675" y="4060075"/>
              <a:ext cx="250" cy="875"/>
            </a:xfrm>
            <a:custGeom>
              <a:rect b="b" l="l" r="r" t="t"/>
              <a:pathLst>
                <a:path extrusionOk="0" h="35" w="10">
                  <a:moveTo>
                    <a:pt x="9" y="1"/>
                  </a:moveTo>
                  <a:cubicBezTo>
                    <a:pt x="1" y="9"/>
                    <a:pt x="1" y="26"/>
                    <a:pt x="9" y="35"/>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1"/>
            <p:cNvSpPr/>
            <p:nvPr/>
          </p:nvSpPr>
          <p:spPr>
            <a:xfrm>
              <a:off x="4580325" y="4059025"/>
              <a:ext cx="25" cy="225"/>
            </a:xfrm>
            <a:custGeom>
              <a:rect b="b" l="l" r="r" t="t"/>
              <a:pathLst>
                <a:path extrusionOk="0" h="9" w="1">
                  <a:moveTo>
                    <a:pt x="0" y="0"/>
                  </a:moveTo>
                  <a:lnTo>
                    <a:pt x="0" y="0"/>
                  </a:lnTo>
                  <a:cubicBezTo>
                    <a:pt x="0" y="0"/>
                    <a:pt x="0" y="9"/>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1"/>
            <p:cNvSpPr/>
            <p:nvPr/>
          </p:nvSpPr>
          <p:spPr>
            <a:xfrm>
              <a:off x="4590050" y="4026025"/>
              <a:ext cx="450" cy="1500"/>
            </a:xfrm>
            <a:custGeom>
              <a:rect b="b" l="l" r="r" t="t"/>
              <a:pathLst>
                <a:path extrusionOk="0" h="60" w="18">
                  <a:moveTo>
                    <a:pt x="0" y="1"/>
                  </a:moveTo>
                  <a:cubicBezTo>
                    <a:pt x="0" y="18"/>
                    <a:pt x="0" y="43"/>
                    <a:pt x="0" y="60"/>
                  </a:cubicBezTo>
                  <a:cubicBezTo>
                    <a:pt x="17" y="60"/>
                    <a:pt x="0" y="26"/>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29" name="Shape 4329"/>
        <p:cNvGrpSpPr/>
        <p:nvPr/>
      </p:nvGrpSpPr>
      <p:grpSpPr>
        <a:xfrm>
          <a:off x="0" y="0"/>
          <a:ext cx="0" cy="0"/>
          <a:chOff x="0" y="0"/>
          <a:chExt cx="0" cy="0"/>
        </a:xfrm>
      </p:grpSpPr>
      <p:sp>
        <p:nvSpPr>
          <p:cNvPr id="4330" name="Google Shape;4330;p52"/>
          <p:cNvSpPr/>
          <p:nvPr/>
        </p:nvSpPr>
        <p:spPr>
          <a:xfrm flipH="1" rot="10800000">
            <a:off x="6484005" y="3132983"/>
            <a:ext cx="1711775" cy="400475"/>
          </a:xfrm>
          <a:custGeom>
            <a:rect b="b" l="l" r="r" t="t"/>
            <a:pathLst>
              <a:path extrusionOk="0" h="16019" w="100945">
                <a:moveTo>
                  <a:pt x="83846" y="323"/>
                </a:moveTo>
                <a:cubicBezTo>
                  <a:pt x="83893" y="323"/>
                  <a:pt x="83937" y="345"/>
                  <a:pt x="83954" y="395"/>
                </a:cubicBezTo>
                <a:cubicBezTo>
                  <a:pt x="83984" y="426"/>
                  <a:pt x="84015" y="487"/>
                  <a:pt x="84015" y="547"/>
                </a:cubicBezTo>
                <a:lnTo>
                  <a:pt x="83984" y="608"/>
                </a:lnTo>
                <a:cubicBezTo>
                  <a:pt x="83945" y="667"/>
                  <a:pt x="83893" y="701"/>
                  <a:pt x="83837" y="701"/>
                </a:cubicBezTo>
                <a:cubicBezTo>
                  <a:pt x="83806" y="701"/>
                  <a:pt x="83773" y="691"/>
                  <a:pt x="83741" y="669"/>
                </a:cubicBezTo>
                <a:lnTo>
                  <a:pt x="83711" y="669"/>
                </a:lnTo>
                <a:cubicBezTo>
                  <a:pt x="83650" y="639"/>
                  <a:pt x="83559" y="426"/>
                  <a:pt x="83680" y="395"/>
                </a:cubicBezTo>
                <a:lnTo>
                  <a:pt x="83741" y="365"/>
                </a:lnTo>
                <a:cubicBezTo>
                  <a:pt x="83768" y="338"/>
                  <a:pt x="83808" y="323"/>
                  <a:pt x="83846" y="323"/>
                </a:cubicBezTo>
                <a:close/>
                <a:moveTo>
                  <a:pt x="81492" y="395"/>
                </a:moveTo>
                <a:cubicBezTo>
                  <a:pt x="81613" y="395"/>
                  <a:pt x="81735" y="456"/>
                  <a:pt x="81826" y="517"/>
                </a:cubicBezTo>
                <a:cubicBezTo>
                  <a:pt x="81826" y="578"/>
                  <a:pt x="81735" y="639"/>
                  <a:pt x="81613" y="669"/>
                </a:cubicBezTo>
                <a:lnTo>
                  <a:pt x="81583" y="699"/>
                </a:lnTo>
                <a:cubicBezTo>
                  <a:pt x="81577" y="701"/>
                  <a:pt x="81570" y="702"/>
                  <a:pt x="81565" y="702"/>
                </a:cubicBezTo>
                <a:cubicBezTo>
                  <a:pt x="81458" y="702"/>
                  <a:pt x="81434" y="453"/>
                  <a:pt x="81492" y="395"/>
                </a:cubicBezTo>
                <a:close/>
                <a:moveTo>
                  <a:pt x="73467" y="566"/>
                </a:moveTo>
                <a:cubicBezTo>
                  <a:pt x="73510" y="566"/>
                  <a:pt x="73520" y="594"/>
                  <a:pt x="73498" y="639"/>
                </a:cubicBezTo>
                <a:lnTo>
                  <a:pt x="73498" y="669"/>
                </a:lnTo>
                <a:cubicBezTo>
                  <a:pt x="73447" y="720"/>
                  <a:pt x="73310" y="835"/>
                  <a:pt x="73214" y="835"/>
                </a:cubicBezTo>
                <a:cubicBezTo>
                  <a:pt x="73195" y="835"/>
                  <a:pt x="73178" y="831"/>
                  <a:pt x="73163" y="821"/>
                </a:cubicBezTo>
                <a:lnTo>
                  <a:pt x="73103" y="821"/>
                </a:lnTo>
                <a:cubicBezTo>
                  <a:pt x="72981" y="791"/>
                  <a:pt x="73042" y="699"/>
                  <a:pt x="73042" y="639"/>
                </a:cubicBezTo>
                <a:lnTo>
                  <a:pt x="73042" y="608"/>
                </a:lnTo>
                <a:cubicBezTo>
                  <a:pt x="73057" y="593"/>
                  <a:pt x="73133" y="593"/>
                  <a:pt x="73213" y="593"/>
                </a:cubicBezTo>
                <a:cubicBezTo>
                  <a:pt x="73293" y="593"/>
                  <a:pt x="73376" y="593"/>
                  <a:pt x="73407" y="578"/>
                </a:cubicBezTo>
                <a:cubicBezTo>
                  <a:pt x="73431" y="570"/>
                  <a:pt x="73451" y="566"/>
                  <a:pt x="73467" y="566"/>
                </a:cubicBezTo>
                <a:close/>
                <a:moveTo>
                  <a:pt x="75990" y="547"/>
                </a:moveTo>
                <a:cubicBezTo>
                  <a:pt x="76112" y="547"/>
                  <a:pt x="76142" y="639"/>
                  <a:pt x="76142" y="669"/>
                </a:cubicBezTo>
                <a:cubicBezTo>
                  <a:pt x="76112" y="730"/>
                  <a:pt x="76112" y="791"/>
                  <a:pt x="76112" y="851"/>
                </a:cubicBezTo>
                <a:cubicBezTo>
                  <a:pt x="76112" y="860"/>
                  <a:pt x="76104" y="864"/>
                  <a:pt x="76091" y="864"/>
                </a:cubicBezTo>
                <a:cubicBezTo>
                  <a:pt x="76058" y="864"/>
                  <a:pt x="75994" y="842"/>
                  <a:pt x="75929" y="821"/>
                </a:cubicBezTo>
                <a:cubicBezTo>
                  <a:pt x="75838" y="760"/>
                  <a:pt x="75869" y="547"/>
                  <a:pt x="75990" y="547"/>
                </a:cubicBezTo>
                <a:close/>
                <a:moveTo>
                  <a:pt x="57631" y="760"/>
                </a:moveTo>
                <a:lnTo>
                  <a:pt x="57844" y="851"/>
                </a:lnTo>
                <a:cubicBezTo>
                  <a:pt x="57824" y="969"/>
                  <a:pt x="57754" y="1036"/>
                  <a:pt x="57666" y="1036"/>
                </a:cubicBezTo>
                <a:cubicBezTo>
                  <a:pt x="57617" y="1036"/>
                  <a:pt x="57563" y="1016"/>
                  <a:pt x="57510" y="973"/>
                </a:cubicBezTo>
                <a:lnTo>
                  <a:pt x="57418" y="912"/>
                </a:lnTo>
                <a:cubicBezTo>
                  <a:pt x="57388" y="882"/>
                  <a:pt x="57449" y="821"/>
                  <a:pt x="57570" y="760"/>
                </a:cubicBezTo>
                <a:close/>
                <a:moveTo>
                  <a:pt x="59994" y="748"/>
                </a:moveTo>
                <a:cubicBezTo>
                  <a:pt x="60059" y="748"/>
                  <a:pt x="60228" y="890"/>
                  <a:pt x="60306" y="943"/>
                </a:cubicBezTo>
                <a:lnTo>
                  <a:pt x="60154" y="1034"/>
                </a:lnTo>
                <a:lnTo>
                  <a:pt x="60124" y="1064"/>
                </a:lnTo>
                <a:cubicBezTo>
                  <a:pt x="60002" y="1003"/>
                  <a:pt x="59941" y="882"/>
                  <a:pt x="59972" y="760"/>
                </a:cubicBezTo>
                <a:cubicBezTo>
                  <a:pt x="59976" y="752"/>
                  <a:pt x="59984" y="748"/>
                  <a:pt x="59994" y="748"/>
                </a:cubicBezTo>
                <a:close/>
                <a:moveTo>
                  <a:pt x="61674" y="821"/>
                </a:moveTo>
                <a:lnTo>
                  <a:pt x="61674" y="851"/>
                </a:lnTo>
                <a:cubicBezTo>
                  <a:pt x="61765" y="851"/>
                  <a:pt x="62008" y="943"/>
                  <a:pt x="61887" y="1064"/>
                </a:cubicBezTo>
                <a:lnTo>
                  <a:pt x="61856" y="1064"/>
                </a:lnTo>
                <a:lnTo>
                  <a:pt x="61735" y="1003"/>
                </a:lnTo>
                <a:cubicBezTo>
                  <a:pt x="61613" y="912"/>
                  <a:pt x="61583" y="821"/>
                  <a:pt x="61674" y="821"/>
                </a:cubicBezTo>
                <a:close/>
                <a:moveTo>
                  <a:pt x="45139" y="1003"/>
                </a:moveTo>
                <a:cubicBezTo>
                  <a:pt x="45169" y="1003"/>
                  <a:pt x="45199" y="1003"/>
                  <a:pt x="45230" y="1034"/>
                </a:cubicBezTo>
                <a:lnTo>
                  <a:pt x="45230" y="1155"/>
                </a:lnTo>
                <a:cubicBezTo>
                  <a:pt x="45108" y="1186"/>
                  <a:pt x="44987" y="1216"/>
                  <a:pt x="44865" y="1247"/>
                </a:cubicBezTo>
                <a:lnTo>
                  <a:pt x="44713" y="1277"/>
                </a:lnTo>
                <a:cubicBezTo>
                  <a:pt x="44622" y="1186"/>
                  <a:pt x="44743" y="1125"/>
                  <a:pt x="44987" y="1125"/>
                </a:cubicBezTo>
                <a:lnTo>
                  <a:pt x="45139" y="1003"/>
                </a:lnTo>
                <a:close/>
                <a:moveTo>
                  <a:pt x="31659" y="1304"/>
                </a:moveTo>
                <a:cubicBezTo>
                  <a:pt x="31730" y="1304"/>
                  <a:pt x="31700" y="1496"/>
                  <a:pt x="31643" y="1581"/>
                </a:cubicBezTo>
                <a:cubicBezTo>
                  <a:pt x="31586" y="1618"/>
                  <a:pt x="31542" y="1644"/>
                  <a:pt x="31516" y="1644"/>
                </a:cubicBezTo>
                <a:cubicBezTo>
                  <a:pt x="31500" y="1644"/>
                  <a:pt x="31491" y="1634"/>
                  <a:pt x="31491" y="1611"/>
                </a:cubicBezTo>
                <a:cubicBezTo>
                  <a:pt x="31491" y="1550"/>
                  <a:pt x="31400" y="1459"/>
                  <a:pt x="31339" y="1459"/>
                </a:cubicBezTo>
                <a:cubicBezTo>
                  <a:pt x="31308" y="1459"/>
                  <a:pt x="31308" y="1399"/>
                  <a:pt x="31308" y="1399"/>
                </a:cubicBezTo>
                <a:cubicBezTo>
                  <a:pt x="31400" y="1338"/>
                  <a:pt x="31521" y="1307"/>
                  <a:pt x="31643" y="1307"/>
                </a:cubicBezTo>
                <a:cubicBezTo>
                  <a:pt x="31649" y="1305"/>
                  <a:pt x="31654" y="1304"/>
                  <a:pt x="31659" y="1304"/>
                </a:cubicBezTo>
                <a:close/>
                <a:moveTo>
                  <a:pt x="25077" y="1459"/>
                </a:moveTo>
                <a:cubicBezTo>
                  <a:pt x="25229" y="1459"/>
                  <a:pt x="25381" y="1490"/>
                  <a:pt x="25503" y="1520"/>
                </a:cubicBezTo>
                <a:cubicBezTo>
                  <a:pt x="25533" y="1550"/>
                  <a:pt x="25564" y="1581"/>
                  <a:pt x="25503" y="1642"/>
                </a:cubicBezTo>
                <a:cubicBezTo>
                  <a:pt x="25453" y="1691"/>
                  <a:pt x="25404" y="1741"/>
                  <a:pt x="25321" y="1741"/>
                </a:cubicBezTo>
                <a:cubicBezTo>
                  <a:pt x="25302" y="1741"/>
                  <a:pt x="25282" y="1738"/>
                  <a:pt x="25260" y="1733"/>
                </a:cubicBezTo>
                <a:lnTo>
                  <a:pt x="25138" y="1702"/>
                </a:lnTo>
                <a:cubicBezTo>
                  <a:pt x="24925" y="1642"/>
                  <a:pt x="24895" y="1581"/>
                  <a:pt x="25017" y="1520"/>
                </a:cubicBezTo>
                <a:lnTo>
                  <a:pt x="25077" y="1459"/>
                </a:lnTo>
                <a:close/>
                <a:moveTo>
                  <a:pt x="24429" y="1423"/>
                </a:moveTo>
                <a:cubicBezTo>
                  <a:pt x="24516" y="1423"/>
                  <a:pt x="24478" y="1498"/>
                  <a:pt x="24530" y="1550"/>
                </a:cubicBezTo>
                <a:lnTo>
                  <a:pt x="24591" y="1611"/>
                </a:lnTo>
                <a:cubicBezTo>
                  <a:pt x="24469" y="1672"/>
                  <a:pt x="24348" y="1763"/>
                  <a:pt x="24226" y="1794"/>
                </a:cubicBezTo>
                <a:cubicBezTo>
                  <a:pt x="24203" y="1817"/>
                  <a:pt x="24180" y="1827"/>
                  <a:pt x="24160" y="1827"/>
                </a:cubicBezTo>
                <a:cubicBezTo>
                  <a:pt x="24128" y="1827"/>
                  <a:pt x="24105" y="1801"/>
                  <a:pt x="24105" y="1763"/>
                </a:cubicBezTo>
                <a:lnTo>
                  <a:pt x="24074" y="1763"/>
                </a:lnTo>
                <a:cubicBezTo>
                  <a:pt x="24135" y="1642"/>
                  <a:pt x="24196" y="1520"/>
                  <a:pt x="24257" y="1429"/>
                </a:cubicBezTo>
                <a:lnTo>
                  <a:pt x="24378" y="1429"/>
                </a:lnTo>
                <a:cubicBezTo>
                  <a:pt x="24399" y="1425"/>
                  <a:pt x="24416" y="1423"/>
                  <a:pt x="24429" y="1423"/>
                </a:cubicBezTo>
                <a:close/>
                <a:moveTo>
                  <a:pt x="17478" y="1763"/>
                </a:moveTo>
                <a:lnTo>
                  <a:pt x="17600" y="1885"/>
                </a:lnTo>
                <a:cubicBezTo>
                  <a:pt x="17782" y="1885"/>
                  <a:pt x="17874" y="1976"/>
                  <a:pt x="17813" y="2098"/>
                </a:cubicBezTo>
                <a:lnTo>
                  <a:pt x="17752" y="2158"/>
                </a:lnTo>
                <a:cubicBezTo>
                  <a:pt x="17714" y="2209"/>
                  <a:pt x="17681" y="2233"/>
                  <a:pt x="17656" y="2233"/>
                </a:cubicBezTo>
                <a:cubicBezTo>
                  <a:pt x="17621" y="2233"/>
                  <a:pt x="17600" y="2186"/>
                  <a:pt x="17600" y="2098"/>
                </a:cubicBezTo>
                <a:cubicBezTo>
                  <a:pt x="17539" y="2098"/>
                  <a:pt x="17326" y="2006"/>
                  <a:pt x="17326" y="1946"/>
                </a:cubicBezTo>
                <a:cubicBezTo>
                  <a:pt x="17357" y="1885"/>
                  <a:pt x="17418" y="1824"/>
                  <a:pt x="17478" y="1763"/>
                </a:cubicBezTo>
                <a:close/>
                <a:moveTo>
                  <a:pt x="15599" y="1931"/>
                </a:moveTo>
                <a:cubicBezTo>
                  <a:pt x="15616" y="1931"/>
                  <a:pt x="15635" y="1936"/>
                  <a:pt x="15655" y="1946"/>
                </a:cubicBezTo>
                <a:lnTo>
                  <a:pt x="15776" y="2006"/>
                </a:lnTo>
                <a:cubicBezTo>
                  <a:pt x="15801" y="1998"/>
                  <a:pt x="15823" y="1994"/>
                  <a:pt x="15842" y="1994"/>
                </a:cubicBezTo>
                <a:cubicBezTo>
                  <a:pt x="15893" y="1994"/>
                  <a:pt x="15920" y="2023"/>
                  <a:pt x="15898" y="2067"/>
                </a:cubicBezTo>
                <a:cubicBezTo>
                  <a:pt x="15898" y="2128"/>
                  <a:pt x="15867" y="2189"/>
                  <a:pt x="15867" y="2250"/>
                </a:cubicBezTo>
                <a:cubicBezTo>
                  <a:pt x="15867" y="2265"/>
                  <a:pt x="15837" y="2272"/>
                  <a:pt x="15791" y="2272"/>
                </a:cubicBezTo>
                <a:cubicBezTo>
                  <a:pt x="15746" y="2272"/>
                  <a:pt x="15685" y="2265"/>
                  <a:pt x="15624" y="2250"/>
                </a:cubicBezTo>
                <a:lnTo>
                  <a:pt x="15594" y="2250"/>
                </a:lnTo>
                <a:cubicBezTo>
                  <a:pt x="15558" y="2285"/>
                  <a:pt x="15532" y="2298"/>
                  <a:pt x="15509" y="2298"/>
                </a:cubicBezTo>
                <a:cubicBezTo>
                  <a:pt x="15474" y="2298"/>
                  <a:pt x="15448" y="2268"/>
                  <a:pt x="15412" y="2250"/>
                </a:cubicBezTo>
                <a:cubicBezTo>
                  <a:pt x="15320" y="2189"/>
                  <a:pt x="15320" y="2128"/>
                  <a:pt x="15412" y="2067"/>
                </a:cubicBezTo>
                <a:cubicBezTo>
                  <a:pt x="15462" y="2042"/>
                  <a:pt x="15513" y="1931"/>
                  <a:pt x="15599" y="1931"/>
                </a:cubicBezTo>
                <a:close/>
                <a:moveTo>
                  <a:pt x="88878" y="2250"/>
                </a:moveTo>
                <a:cubicBezTo>
                  <a:pt x="89060" y="2310"/>
                  <a:pt x="89091" y="2432"/>
                  <a:pt x="89060" y="2432"/>
                </a:cubicBezTo>
                <a:cubicBezTo>
                  <a:pt x="88923" y="2432"/>
                  <a:pt x="88761" y="2382"/>
                  <a:pt x="88619" y="2328"/>
                </a:cubicBezTo>
                <a:lnTo>
                  <a:pt x="88619" y="2328"/>
                </a:lnTo>
                <a:lnTo>
                  <a:pt x="88787" y="2280"/>
                </a:lnTo>
                <a:lnTo>
                  <a:pt x="88878" y="2250"/>
                </a:lnTo>
                <a:close/>
                <a:moveTo>
                  <a:pt x="90560" y="2156"/>
                </a:moveTo>
                <a:cubicBezTo>
                  <a:pt x="90568" y="2156"/>
                  <a:pt x="90580" y="2182"/>
                  <a:pt x="90580" y="2219"/>
                </a:cubicBezTo>
                <a:cubicBezTo>
                  <a:pt x="90580" y="2371"/>
                  <a:pt x="90458" y="2462"/>
                  <a:pt x="90337" y="2462"/>
                </a:cubicBezTo>
                <a:lnTo>
                  <a:pt x="90215" y="2432"/>
                </a:lnTo>
                <a:lnTo>
                  <a:pt x="90124" y="2402"/>
                </a:lnTo>
                <a:cubicBezTo>
                  <a:pt x="90089" y="2407"/>
                  <a:pt x="90061" y="2410"/>
                  <a:pt x="90039" y="2410"/>
                </a:cubicBezTo>
                <a:cubicBezTo>
                  <a:pt x="89944" y="2410"/>
                  <a:pt x="89953" y="2365"/>
                  <a:pt x="90003" y="2341"/>
                </a:cubicBezTo>
                <a:cubicBezTo>
                  <a:pt x="90063" y="2310"/>
                  <a:pt x="90033" y="2250"/>
                  <a:pt x="90003" y="2219"/>
                </a:cubicBezTo>
                <a:cubicBezTo>
                  <a:pt x="89994" y="2210"/>
                  <a:pt x="90011" y="2207"/>
                  <a:pt x="90041" y="2207"/>
                </a:cubicBezTo>
                <a:cubicBezTo>
                  <a:pt x="90114" y="2207"/>
                  <a:pt x="90264" y="2228"/>
                  <a:pt x="90307" y="2250"/>
                </a:cubicBezTo>
                <a:cubicBezTo>
                  <a:pt x="90331" y="2258"/>
                  <a:pt x="90355" y="2262"/>
                  <a:pt x="90379" y="2262"/>
                </a:cubicBezTo>
                <a:cubicBezTo>
                  <a:pt x="90444" y="2262"/>
                  <a:pt x="90505" y="2233"/>
                  <a:pt x="90550" y="2189"/>
                </a:cubicBezTo>
                <a:cubicBezTo>
                  <a:pt x="90550" y="2166"/>
                  <a:pt x="90554" y="2156"/>
                  <a:pt x="90560" y="2156"/>
                </a:cubicBezTo>
                <a:close/>
                <a:moveTo>
                  <a:pt x="94501" y="2979"/>
                </a:moveTo>
                <a:lnTo>
                  <a:pt x="94683" y="3009"/>
                </a:lnTo>
                <a:lnTo>
                  <a:pt x="94775" y="3009"/>
                </a:lnTo>
                <a:cubicBezTo>
                  <a:pt x="94927" y="3070"/>
                  <a:pt x="94987" y="3222"/>
                  <a:pt x="94927" y="3313"/>
                </a:cubicBezTo>
                <a:cubicBezTo>
                  <a:pt x="94913" y="3332"/>
                  <a:pt x="94889" y="3340"/>
                  <a:pt x="94859" y="3340"/>
                </a:cubicBezTo>
                <a:cubicBezTo>
                  <a:pt x="94689" y="3340"/>
                  <a:pt x="94310" y="3091"/>
                  <a:pt x="94258" y="3040"/>
                </a:cubicBezTo>
                <a:cubicBezTo>
                  <a:pt x="94197" y="3009"/>
                  <a:pt x="94288" y="2979"/>
                  <a:pt x="94501" y="2979"/>
                </a:cubicBezTo>
                <a:close/>
                <a:moveTo>
                  <a:pt x="11430" y="3344"/>
                </a:moveTo>
                <a:cubicBezTo>
                  <a:pt x="11490" y="3344"/>
                  <a:pt x="11551" y="3374"/>
                  <a:pt x="11551" y="3435"/>
                </a:cubicBezTo>
                <a:lnTo>
                  <a:pt x="11399" y="3526"/>
                </a:lnTo>
                <a:cubicBezTo>
                  <a:pt x="11247" y="3617"/>
                  <a:pt x="11126" y="3678"/>
                  <a:pt x="10974" y="3739"/>
                </a:cubicBezTo>
                <a:lnTo>
                  <a:pt x="10974" y="3709"/>
                </a:lnTo>
                <a:lnTo>
                  <a:pt x="10943" y="3709"/>
                </a:lnTo>
                <a:cubicBezTo>
                  <a:pt x="10974" y="3587"/>
                  <a:pt x="11065" y="3496"/>
                  <a:pt x="11156" y="3405"/>
                </a:cubicBezTo>
                <a:cubicBezTo>
                  <a:pt x="11217" y="3374"/>
                  <a:pt x="11338" y="3344"/>
                  <a:pt x="11430" y="3344"/>
                </a:cubicBezTo>
                <a:close/>
                <a:moveTo>
                  <a:pt x="20559" y="3545"/>
                </a:moveTo>
                <a:cubicBezTo>
                  <a:pt x="20642" y="3545"/>
                  <a:pt x="20763" y="3573"/>
                  <a:pt x="20852" y="3617"/>
                </a:cubicBezTo>
                <a:lnTo>
                  <a:pt x="20974" y="3709"/>
                </a:lnTo>
                <a:lnTo>
                  <a:pt x="20974" y="3769"/>
                </a:lnTo>
                <a:cubicBezTo>
                  <a:pt x="20974" y="3800"/>
                  <a:pt x="20944" y="3830"/>
                  <a:pt x="20913" y="3830"/>
                </a:cubicBezTo>
                <a:lnTo>
                  <a:pt x="20822" y="3830"/>
                </a:lnTo>
                <a:cubicBezTo>
                  <a:pt x="20700" y="3800"/>
                  <a:pt x="20579" y="3739"/>
                  <a:pt x="20488" y="3678"/>
                </a:cubicBezTo>
                <a:cubicBezTo>
                  <a:pt x="20427" y="3648"/>
                  <a:pt x="20427" y="3587"/>
                  <a:pt x="20488" y="3557"/>
                </a:cubicBezTo>
                <a:cubicBezTo>
                  <a:pt x="20504" y="3548"/>
                  <a:pt x="20529" y="3545"/>
                  <a:pt x="20559" y="3545"/>
                </a:cubicBezTo>
                <a:close/>
                <a:moveTo>
                  <a:pt x="14256" y="3769"/>
                </a:moveTo>
                <a:cubicBezTo>
                  <a:pt x="14287" y="3800"/>
                  <a:pt x="14317" y="3861"/>
                  <a:pt x="14317" y="3921"/>
                </a:cubicBezTo>
                <a:cubicBezTo>
                  <a:pt x="14317" y="3946"/>
                  <a:pt x="14496" y="3990"/>
                  <a:pt x="14597" y="3990"/>
                </a:cubicBezTo>
                <a:cubicBezTo>
                  <a:pt x="14621" y="3990"/>
                  <a:pt x="14640" y="3988"/>
                  <a:pt x="14652" y="3982"/>
                </a:cubicBezTo>
                <a:cubicBezTo>
                  <a:pt x="14661" y="3979"/>
                  <a:pt x="14670" y="3977"/>
                  <a:pt x="14677" y="3977"/>
                </a:cubicBezTo>
                <a:cubicBezTo>
                  <a:pt x="14742" y="3977"/>
                  <a:pt x="14733" y="4086"/>
                  <a:pt x="14652" y="4195"/>
                </a:cubicBezTo>
                <a:lnTo>
                  <a:pt x="14378" y="4165"/>
                </a:lnTo>
                <a:lnTo>
                  <a:pt x="14226" y="4165"/>
                </a:lnTo>
                <a:cubicBezTo>
                  <a:pt x="14060" y="4165"/>
                  <a:pt x="14020" y="4039"/>
                  <a:pt x="14060" y="4039"/>
                </a:cubicBezTo>
                <a:cubicBezTo>
                  <a:pt x="14064" y="4039"/>
                  <a:pt x="14069" y="4040"/>
                  <a:pt x="14074" y="4043"/>
                </a:cubicBezTo>
                <a:cubicBezTo>
                  <a:pt x="14090" y="4051"/>
                  <a:pt x="14107" y="4055"/>
                  <a:pt x="14122" y="4055"/>
                </a:cubicBezTo>
                <a:cubicBezTo>
                  <a:pt x="14163" y="4055"/>
                  <a:pt x="14196" y="4027"/>
                  <a:pt x="14196" y="3982"/>
                </a:cubicBezTo>
                <a:cubicBezTo>
                  <a:pt x="14226" y="3921"/>
                  <a:pt x="14226" y="3830"/>
                  <a:pt x="14256" y="3769"/>
                </a:cubicBezTo>
                <a:close/>
                <a:moveTo>
                  <a:pt x="13161" y="3992"/>
                </a:moveTo>
                <a:cubicBezTo>
                  <a:pt x="13279" y="3992"/>
                  <a:pt x="13390" y="4039"/>
                  <a:pt x="13466" y="4134"/>
                </a:cubicBezTo>
                <a:lnTo>
                  <a:pt x="13497" y="4134"/>
                </a:lnTo>
                <a:cubicBezTo>
                  <a:pt x="13360" y="4216"/>
                  <a:pt x="13285" y="4261"/>
                  <a:pt x="13221" y="4261"/>
                </a:cubicBezTo>
                <a:cubicBezTo>
                  <a:pt x="13143" y="4261"/>
                  <a:pt x="13083" y="4194"/>
                  <a:pt x="12949" y="4043"/>
                </a:cubicBezTo>
                <a:cubicBezTo>
                  <a:pt x="13018" y="4009"/>
                  <a:pt x="13091" y="3992"/>
                  <a:pt x="13161" y="3992"/>
                </a:cubicBezTo>
                <a:close/>
                <a:moveTo>
                  <a:pt x="96659" y="4073"/>
                </a:moveTo>
                <a:cubicBezTo>
                  <a:pt x="96720" y="4256"/>
                  <a:pt x="96750" y="4377"/>
                  <a:pt x="96720" y="4408"/>
                </a:cubicBezTo>
                <a:cubicBezTo>
                  <a:pt x="96690" y="4423"/>
                  <a:pt x="96652" y="4430"/>
                  <a:pt x="96614" y="4430"/>
                </a:cubicBezTo>
                <a:cubicBezTo>
                  <a:pt x="96576" y="4430"/>
                  <a:pt x="96538" y="4423"/>
                  <a:pt x="96507" y="4408"/>
                </a:cubicBezTo>
                <a:cubicBezTo>
                  <a:pt x="96477" y="4408"/>
                  <a:pt x="96355" y="4438"/>
                  <a:pt x="96234" y="4499"/>
                </a:cubicBezTo>
                <a:lnTo>
                  <a:pt x="96112" y="4529"/>
                </a:lnTo>
                <a:lnTo>
                  <a:pt x="96082" y="4529"/>
                </a:lnTo>
                <a:cubicBezTo>
                  <a:pt x="95991" y="4438"/>
                  <a:pt x="96021" y="4225"/>
                  <a:pt x="96142" y="4073"/>
                </a:cubicBezTo>
                <a:close/>
                <a:moveTo>
                  <a:pt x="87766" y="10065"/>
                </a:moveTo>
                <a:cubicBezTo>
                  <a:pt x="87824" y="10065"/>
                  <a:pt x="87875" y="10071"/>
                  <a:pt x="87905" y="10092"/>
                </a:cubicBezTo>
                <a:cubicBezTo>
                  <a:pt x="87996" y="10122"/>
                  <a:pt x="87936" y="10183"/>
                  <a:pt x="87814" y="10183"/>
                </a:cubicBezTo>
                <a:cubicBezTo>
                  <a:pt x="87692" y="10183"/>
                  <a:pt x="87328" y="10092"/>
                  <a:pt x="87419" y="10092"/>
                </a:cubicBezTo>
                <a:cubicBezTo>
                  <a:pt x="87500" y="10092"/>
                  <a:pt x="87649" y="10065"/>
                  <a:pt x="87766" y="10065"/>
                </a:cubicBezTo>
                <a:close/>
                <a:moveTo>
                  <a:pt x="88865" y="10153"/>
                </a:moveTo>
                <a:lnTo>
                  <a:pt x="88865" y="10153"/>
                </a:lnTo>
                <a:cubicBezTo>
                  <a:pt x="88827" y="10153"/>
                  <a:pt x="88789" y="10154"/>
                  <a:pt x="88750" y="10156"/>
                </a:cubicBezTo>
                <a:lnTo>
                  <a:pt x="88750" y="10156"/>
                </a:lnTo>
                <a:cubicBezTo>
                  <a:pt x="88781" y="10173"/>
                  <a:pt x="88813" y="10190"/>
                  <a:pt x="88845" y="10206"/>
                </a:cubicBezTo>
                <a:lnTo>
                  <a:pt x="88845" y="10206"/>
                </a:lnTo>
                <a:cubicBezTo>
                  <a:pt x="88854" y="10191"/>
                  <a:pt x="88860" y="10172"/>
                  <a:pt x="88865" y="10153"/>
                </a:cubicBezTo>
                <a:close/>
                <a:moveTo>
                  <a:pt x="86568" y="9909"/>
                </a:moveTo>
                <a:cubicBezTo>
                  <a:pt x="86689" y="9909"/>
                  <a:pt x="86781" y="9970"/>
                  <a:pt x="86750" y="10031"/>
                </a:cubicBezTo>
                <a:cubicBezTo>
                  <a:pt x="86689" y="10122"/>
                  <a:pt x="86598" y="10183"/>
                  <a:pt x="86477" y="10244"/>
                </a:cubicBezTo>
                <a:lnTo>
                  <a:pt x="86385" y="10244"/>
                </a:lnTo>
                <a:cubicBezTo>
                  <a:pt x="86325" y="10152"/>
                  <a:pt x="86355" y="10061"/>
                  <a:pt x="86416" y="9970"/>
                </a:cubicBezTo>
                <a:lnTo>
                  <a:pt x="86507" y="9940"/>
                </a:lnTo>
                <a:lnTo>
                  <a:pt x="86568" y="9909"/>
                </a:lnTo>
                <a:close/>
                <a:moveTo>
                  <a:pt x="88753" y="10535"/>
                </a:moveTo>
                <a:cubicBezTo>
                  <a:pt x="88814" y="10535"/>
                  <a:pt x="88876" y="10539"/>
                  <a:pt x="88939" y="10548"/>
                </a:cubicBezTo>
                <a:cubicBezTo>
                  <a:pt x="89060" y="10548"/>
                  <a:pt x="89000" y="10791"/>
                  <a:pt x="88908" y="10791"/>
                </a:cubicBezTo>
                <a:cubicBezTo>
                  <a:pt x="88824" y="10791"/>
                  <a:pt x="88585" y="10635"/>
                  <a:pt x="88453" y="10635"/>
                </a:cubicBezTo>
                <a:cubicBezTo>
                  <a:pt x="88442" y="10635"/>
                  <a:pt x="88431" y="10636"/>
                  <a:pt x="88422" y="10639"/>
                </a:cubicBezTo>
                <a:cubicBezTo>
                  <a:pt x="88395" y="10648"/>
                  <a:pt x="88374" y="10651"/>
                  <a:pt x="88358" y="10651"/>
                </a:cubicBezTo>
                <a:cubicBezTo>
                  <a:pt x="88318" y="10651"/>
                  <a:pt x="88309" y="10630"/>
                  <a:pt x="88331" y="10608"/>
                </a:cubicBezTo>
                <a:lnTo>
                  <a:pt x="88331" y="10578"/>
                </a:lnTo>
                <a:cubicBezTo>
                  <a:pt x="88460" y="10556"/>
                  <a:pt x="88604" y="10535"/>
                  <a:pt x="88753" y="10535"/>
                </a:cubicBezTo>
                <a:close/>
                <a:moveTo>
                  <a:pt x="89395" y="11368"/>
                </a:moveTo>
                <a:cubicBezTo>
                  <a:pt x="89425" y="11368"/>
                  <a:pt x="89425" y="11399"/>
                  <a:pt x="89455" y="11429"/>
                </a:cubicBezTo>
                <a:lnTo>
                  <a:pt x="89516" y="11459"/>
                </a:lnTo>
                <a:cubicBezTo>
                  <a:pt x="89607" y="11520"/>
                  <a:pt x="89547" y="11611"/>
                  <a:pt x="89425" y="11642"/>
                </a:cubicBezTo>
                <a:lnTo>
                  <a:pt x="89334" y="11672"/>
                </a:lnTo>
                <a:lnTo>
                  <a:pt x="89243" y="11703"/>
                </a:lnTo>
                <a:cubicBezTo>
                  <a:pt x="89236" y="11706"/>
                  <a:pt x="89230" y="11707"/>
                  <a:pt x="89225" y="11707"/>
                </a:cubicBezTo>
                <a:cubicBezTo>
                  <a:pt x="89183" y="11707"/>
                  <a:pt x="89189" y="11608"/>
                  <a:pt x="89243" y="11581"/>
                </a:cubicBezTo>
                <a:cubicBezTo>
                  <a:pt x="89303" y="11520"/>
                  <a:pt x="89334" y="11490"/>
                  <a:pt x="89334" y="11459"/>
                </a:cubicBezTo>
                <a:cubicBezTo>
                  <a:pt x="89303" y="11429"/>
                  <a:pt x="89303" y="11368"/>
                  <a:pt x="89334" y="11368"/>
                </a:cubicBezTo>
                <a:close/>
                <a:moveTo>
                  <a:pt x="98088" y="11581"/>
                </a:moveTo>
                <a:cubicBezTo>
                  <a:pt x="98118" y="11642"/>
                  <a:pt x="98240" y="11824"/>
                  <a:pt x="98240" y="11885"/>
                </a:cubicBezTo>
                <a:cubicBezTo>
                  <a:pt x="98218" y="11929"/>
                  <a:pt x="98179" y="11958"/>
                  <a:pt x="98136" y="11958"/>
                </a:cubicBezTo>
                <a:cubicBezTo>
                  <a:pt x="98120" y="11958"/>
                  <a:pt x="98104" y="11954"/>
                  <a:pt x="98088" y="11946"/>
                </a:cubicBezTo>
                <a:cubicBezTo>
                  <a:pt x="98075" y="11933"/>
                  <a:pt x="98057" y="11928"/>
                  <a:pt x="98036" y="11928"/>
                </a:cubicBezTo>
                <a:cubicBezTo>
                  <a:pt x="97978" y="11928"/>
                  <a:pt x="97899" y="11963"/>
                  <a:pt x="97851" y="11963"/>
                </a:cubicBezTo>
                <a:cubicBezTo>
                  <a:pt x="97834" y="11963"/>
                  <a:pt x="97821" y="11959"/>
                  <a:pt x="97814" y="11946"/>
                </a:cubicBezTo>
                <a:lnTo>
                  <a:pt x="97784" y="11946"/>
                </a:lnTo>
                <a:cubicBezTo>
                  <a:pt x="97693" y="11915"/>
                  <a:pt x="97601" y="11855"/>
                  <a:pt x="97510" y="11824"/>
                </a:cubicBezTo>
                <a:cubicBezTo>
                  <a:pt x="97510" y="11794"/>
                  <a:pt x="97510" y="11763"/>
                  <a:pt x="97510" y="11733"/>
                </a:cubicBezTo>
                <a:cubicBezTo>
                  <a:pt x="97632" y="11733"/>
                  <a:pt x="97723" y="11763"/>
                  <a:pt x="97845" y="11794"/>
                </a:cubicBezTo>
                <a:lnTo>
                  <a:pt x="97997" y="11672"/>
                </a:lnTo>
                <a:lnTo>
                  <a:pt x="98088" y="11581"/>
                </a:lnTo>
                <a:close/>
                <a:moveTo>
                  <a:pt x="99162" y="12390"/>
                </a:moveTo>
                <a:cubicBezTo>
                  <a:pt x="99250" y="12390"/>
                  <a:pt x="99296" y="12424"/>
                  <a:pt x="99273" y="12493"/>
                </a:cubicBezTo>
                <a:lnTo>
                  <a:pt x="99243" y="12523"/>
                </a:lnTo>
                <a:cubicBezTo>
                  <a:pt x="99221" y="12609"/>
                  <a:pt x="99093" y="12695"/>
                  <a:pt x="99020" y="12695"/>
                </a:cubicBezTo>
                <a:cubicBezTo>
                  <a:pt x="98990" y="12695"/>
                  <a:pt x="98969" y="12680"/>
                  <a:pt x="98969" y="12645"/>
                </a:cubicBezTo>
                <a:lnTo>
                  <a:pt x="98939" y="12645"/>
                </a:lnTo>
                <a:cubicBezTo>
                  <a:pt x="98817" y="12554"/>
                  <a:pt x="98878" y="12523"/>
                  <a:pt x="98969" y="12462"/>
                </a:cubicBezTo>
                <a:lnTo>
                  <a:pt x="99060" y="12402"/>
                </a:lnTo>
                <a:cubicBezTo>
                  <a:pt x="99098" y="12394"/>
                  <a:pt x="99133" y="12390"/>
                  <a:pt x="99162" y="12390"/>
                </a:cubicBezTo>
                <a:close/>
                <a:moveTo>
                  <a:pt x="97932" y="12926"/>
                </a:moveTo>
                <a:cubicBezTo>
                  <a:pt x="97974" y="12926"/>
                  <a:pt x="98027" y="12934"/>
                  <a:pt x="98088" y="12949"/>
                </a:cubicBezTo>
                <a:lnTo>
                  <a:pt x="98088" y="13040"/>
                </a:lnTo>
                <a:cubicBezTo>
                  <a:pt x="98057" y="13040"/>
                  <a:pt x="98301" y="13314"/>
                  <a:pt x="98209" y="13435"/>
                </a:cubicBezTo>
                <a:cubicBezTo>
                  <a:pt x="98149" y="13557"/>
                  <a:pt x="98027" y="13618"/>
                  <a:pt x="97997" y="13618"/>
                </a:cubicBezTo>
                <a:cubicBezTo>
                  <a:pt x="97966" y="13618"/>
                  <a:pt x="97997" y="13466"/>
                  <a:pt x="97966" y="13405"/>
                </a:cubicBezTo>
                <a:cubicBezTo>
                  <a:pt x="97936" y="13344"/>
                  <a:pt x="97966" y="13192"/>
                  <a:pt x="97936" y="13162"/>
                </a:cubicBezTo>
                <a:cubicBezTo>
                  <a:pt x="97905" y="13101"/>
                  <a:pt x="97814" y="12979"/>
                  <a:pt x="97845" y="12949"/>
                </a:cubicBezTo>
                <a:cubicBezTo>
                  <a:pt x="97860" y="12934"/>
                  <a:pt x="97890" y="12926"/>
                  <a:pt x="97932" y="12926"/>
                </a:cubicBezTo>
                <a:close/>
                <a:moveTo>
                  <a:pt x="9810" y="13775"/>
                </a:moveTo>
                <a:cubicBezTo>
                  <a:pt x="9866" y="13775"/>
                  <a:pt x="9888" y="13825"/>
                  <a:pt x="9910" y="13891"/>
                </a:cubicBezTo>
                <a:cubicBezTo>
                  <a:pt x="9920" y="13921"/>
                  <a:pt x="9930" y="13932"/>
                  <a:pt x="9941" y="13932"/>
                </a:cubicBezTo>
                <a:cubicBezTo>
                  <a:pt x="9964" y="13932"/>
                  <a:pt x="9991" y="13891"/>
                  <a:pt x="10031" y="13891"/>
                </a:cubicBezTo>
                <a:lnTo>
                  <a:pt x="10183" y="13830"/>
                </a:lnTo>
                <a:lnTo>
                  <a:pt x="10183" y="13830"/>
                </a:lnTo>
                <a:cubicBezTo>
                  <a:pt x="10183" y="13952"/>
                  <a:pt x="10153" y="14043"/>
                  <a:pt x="10123" y="14165"/>
                </a:cubicBezTo>
                <a:lnTo>
                  <a:pt x="10031" y="14104"/>
                </a:lnTo>
                <a:lnTo>
                  <a:pt x="9940" y="14073"/>
                </a:lnTo>
                <a:cubicBezTo>
                  <a:pt x="9849" y="13982"/>
                  <a:pt x="9788" y="13891"/>
                  <a:pt x="9728" y="13800"/>
                </a:cubicBezTo>
                <a:cubicBezTo>
                  <a:pt x="9761" y="13783"/>
                  <a:pt x="9788" y="13775"/>
                  <a:pt x="9810" y="13775"/>
                </a:cubicBezTo>
                <a:close/>
                <a:moveTo>
                  <a:pt x="24530" y="14317"/>
                </a:moveTo>
                <a:cubicBezTo>
                  <a:pt x="24652" y="14317"/>
                  <a:pt x="24804" y="14529"/>
                  <a:pt x="24713" y="14560"/>
                </a:cubicBezTo>
                <a:cubicBezTo>
                  <a:pt x="24690" y="14571"/>
                  <a:pt x="24666" y="14576"/>
                  <a:pt x="24642" y="14576"/>
                </a:cubicBezTo>
                <a:cubicBezTo>
                  <a:pt x="24538" y="14576"/>
                  <a:pt x="24433" y="14482"/>
                  <a:pt x="24409" y="14408"/>
                </a:cubicBezTo>
                <a:cubicBezTo>
                  <a:pt x="24378" y="14347"/>
                  <a:pt x="24439" y="14317"/>
                  <a:pt x="24530" y="14317"/>
                </a:cubicBezTo>
                <a:close/>
                <a:moveTo>
                  <a:pt x="100026" y="14889"/>
                </a:moveTo>
                <a:cubicBezTo>
                  <a:pt x="99989" y="14889"/>
                  <a:pt x="99948" y="14894"/>
                  <a:pt x="99912" y="14894"/>
                </a:cubicBezTo>
                <a:cubicBezTo>
                  <a:pt x="99820" y="14925"/>
                  <a:pt x="99729" y="14955"/>
                  <a:pt x="99668" y="14955"/>
                </a:cubicBezTo>
                <a:lnTo>
                  <a:pt x="99608" y="14955"/>
                </a:lnTo>
                <a:cubicBezTo>
                  <a:pt x="99606" y="14954"/>
                  <a:pt x="99605" y="14953"/>
                  <a:pt x="99604" y="14951"/>
                </a:cubicBezTo>
                <a:lnTo>
                  <a:pt x="99604" y="14951"/>
                </a:lnTo>
                <a:cubicBezTo>
                  <a:pt x="99594" y="15101"/>
                  <a:pt x="99707" y="15203"/>
                  <a:pt x="99834" y="15203"/>
                </a:cubicBezTo>
                <a:cubicBezTo>
                  <a:pt x="99850" y="15203"/>
                  <a:pt x="99865" y="15201"/>
                  <a:pt x="99881" y="15198"/>
                </a:cubicBezTo>
                <a:lnTo>
                  <a:pt x="100033" y="15137"/>
                </a:lnTo>
                <a:cubicBezTo>
                  <a:pt x="100094" y="15107"/>
                  <a:pt x="100124" y="15077"/>
                  <a:pt x="100124" y="14955"/>
                </a:cubicBezTo>
                <a:cubicBezTo>
                  <a:pt x="100124" y="14900"/>
                  <a:pt x="100081" y="14889"/>
                  <a:pt x="100026" y="14889"/>
                </a:cubicBezTo>
                <a:close/>
                <a:moveTo>
                  <a:pt x="63330" y="15337"/>
                </a:moveTo>
                <a:cubicBezTo>
                  <a:pt x="63343" y="15337"/>
                  <a:pt x="63358" y="15341"/>
                  <a:pt x="63376" y="15350"/>
                </a:cubicBezTo>
                <a:cubicBezTo>
                  <a:pt x="63406" y="15380"/>
                  <a:pt x="63558" y="15472"/>
                  <a:pt x="63589" y="15532"/>
                </a:cubicBezTo>
                <a:lnTo>
                  <a:pt x="63589" y="15593"/>
                </a:lnTo>
                <a:lnTo>
                  <a:pt x="63589" y="15715"/>
                </a:lnTo>
                <a:cubicBezTo>
                  <a:pt x="63437" y="15745"/>
                  <a:pt x="63254" y="15745"/>
                  <a:pt x="63102" y="15776"/>
                </a:cubicBezTo>
                <a:cubicBezTo>
                  <a:pt x="63072" y="15715"/>
                  <a:pt x="63072" y="15684"/>
                  <a:pt x="63072" y="15624"/>
                </a:cubicBezTo>
                <a:cubicBezTo>
                  <a:pt x="63072" y="15593"/>
                  <a:pt x="63163" y="15593"/>
                  <a:pt x="63224" y="15593"/>
                </a:cubicBezTo>
                <a:cubicBezTo>
                  <a:pt x="63254" y="15593"/>
                  <a:pt x="63285" y="15441"/>
                  <a:pt x="63285" y="15380"/>
                </a:cubicBezTo>
                <a:cubicBezTo>
                  <a:pt x="63285" y="15359"/>
                  <a:pt x="63300" y="15337"/>
                  <a:pt x="63330" y="15337"/>
                </a:cubicBezTo>
                <a:close/>
                <a:moveTo>
                  <a:pt x="81401" y="0"/>
                </a:moveTo>
                <a:cubicBezTo>
                  <a:pt x="81309" y="31"/>
                  <a:pt x="81157" y="61"/>
                  <a:pt x="81097" y="91"/>
                </a:cubicBezTo>
                <a:cubicBezTo>
                  <a:pt x="80884" y="152"/>
                  <a:pt x="80701" y="183"/>
                  <a:pt x="80489" y="183"/>
                </a:cubicBezTo>
                <a:cubicBezTo>
                  <a:pt x="80306" y="152"/>
                  <a:pt x="80154" y="122"/>
                  <a:pt x="79972" y="91"/>
                </a:cubicBezTo>
                <a:lnTo>
                  <a:pt x="79820" y="61"/>
                </a:lnTo>
                <a:cubicBezTo>
                  <a:pt x="79803" y="56"/>
                  <a:pt x="79790" y="53"/>
                  <a:pt x="79779" y="53"/>
                </a:cubicBezTo>
                <a:cubicBezTo>
                  <a:pt x="79731" y="53"/>
                  <a:pt x="79740" y="103"/>
                  <a:pt x="79790" y="152"/>
                </a:cubicBezTo>
                <a:cubicBezTo>
                  <a:pt x="79759" y="213"/>
                  <a:pt x="79820" y="274"/>
                  <a:pt x="79942" y="304"/>
                </a:cubicBezTo>
                <a:lnTo>
                  <a:pt x="80063" y="365"/>
                </a:lnTo>
                <a:lnTo>
                  <a:pt x="80094" y="365"/>
                </a:lnTo>
                <a:cubicBezTo>
                  <a:pt x="80094" y="395"/>
                  <a:pt x="80033" y="517"/>
                  <a:pt x="80033" y="517"/>
                </a:cubicBezTo>
                <a:cubicBezTo>
                  <a:pt x="80033" y="487"/>
                  <a:pt x="79729" y="335"/>
                  <a:pt x="79668" y="274"/>
                </a:cubicBezTo>
                <a:cubicBezTo>
                  <a:pt x="79607" y="213"/>
                  <a:pt x="79516" y="152"/>
                  <a:pt x="79455" y="61"/>
                </a:cubicBezTo>
                <a:cubicBezTo>
                  <a:pt x="79435" y="61"/>
                  <a:pt x="79347" y="48"/>
                  <a:pt x="79291" y="48"/>
                </a:cubicBezTo>
                <a:cubicBezTo>
                  <a:pt x="79263" y="48"/>
                  <a:pt x="79242" y="51"/>
                  <a:pt x="79242" y="61"/>
                </a:cubicBezTo>
                <a:cubicBezTo>
                  <a:pt x="79121" y="152"/>
                  <a:pt x="78999" y="213"/>
                  <a:pt x="78878" y="274"/>
                </a:cubicBezTo>
                <a:cubicBezTo>
                  <a:pt x="78787" y="304"/>
                  <a:pt x="78878" y="335"/>
                  <a:pt x="78939" y="335"/>
                </a:cubicBezTo>
                <a:cubicBezTo>
                  <a:pt x="79030" y="365"/>
                  <a:pt x="79091" y="426"/>
                  <a:pt x="79151" y="487"/>
                </a:cubicBezTo>
                <a:cubicBezTo>
                  <a:pt x="79182" y="517"/>
                  <a:pt x="79182" y="669"/>
                  <a:pt x="79091" y="699"/>
                </a:cubicBezTo>
                <a:cubicBezTo>
                  <a:pt x="79078" y="706"/>
                  <a:pt x="79053" y="708"/>
                  <a:pt x="79020" y="708"/>
                </a:cubicBezTo>
                <a:cubicBezTo>
                  <a:pt x="78932" y="708"/>
                  <a:pt x="78788" y="691"/>
                  <a:pt x="78690" y="691"/>
                </a:cubicBezTo>
                <a:cubicBezTo>
                  <a:pt x="78654" y="691"/>
                  <a:pt x="78623" y="693"/>
                  <a:pt x="78604" y="699"/>
                </a:cubicBezTo>
                <a:cubicBezTo>
                  <a:pt x="78555" y="708"/>
                  <a:pt x="78506" y="711"/>
                  <a:pt x="78458" y="711"/>
                </a:cubicBezTo>
                <a:cubicBezTo>
                  <a:pt x="78363" y="711"/>
                  <a:pt x="78268" y="697"/>
                  <a:pt x="78173" y="673"/>
                </a:cubicBezTo>
                <a:lnTo>
                  <a:pt x="78173" y="673"/>
                </a:lnTo>
                <a:cubicBezTo>
                  <a:pt x="78164" y="712"/>
                  <a:pt x="78142" y="765"/>
                  <a:pt x="78106" y="765"/>
                </a:cubicBezTo>
                <a:cubicBezTo>
                  <a:pt x="78100" y="765"/>
                  <a:pt x="78094" y="764"/>
                  <a:pt x="78087" y="760"/>
                </a:cubicBezTo>
                <a:cubicBezTo>
                  <a:pt x="78067" y="760"/>
                  <a:pt x="77992" y="638"/>
                  <a:pt x="77918" y="575"/>
                </a:cubicBezTo>
                <a:lnTo>
                  <a:pt x="77918" y="575"/>
                </a:lnTo>
                <a:cubicBezTo>
                  <a:pt x="77967" y="591"/>
                  <a:pt x="78013" y="612"/>
                  <a:pt x="78057" y="639"/>
                </a:cubicBezTo>
                <a:cubicBezTo>
                  <a:pt x="78096" y="652"/>
                  <a:pt x="78135" y="663"/>
                  <a:pt x="78173" y="673"/>
                </a:cubicBezTo>
                <a:lnTo>
                  <a:pt x="78173" y="673"/>
                </a:lnTo>
                <a:cubicBezTo>
                  <a:pt x="78177" y="659"/>
                  <a:pt x="78179" y="646"/>
                  <a:pt x="78179" y="639"/>
                </a:cubicBezTo>
                <a:lnTo>
                  <a:pt x="78179" y="608"/>
                </a:lnTo>
                <a:cubicBezTo>
                  <a:pt x="78199" y="558"/>
                  <a:pt x="78212" y="527"/>
                  <a:pt x="78217" y="508"/>
                </a:cubicBezTo>
                <a:lnTo>
                  <a:pt x="78217" y="508"/>
                </a:lnTo>
                <a:cubicBezTo>
                  <a:pt x="77946" y="523"/>
                  <a:pt x="77614" y="530"/>
                  <a:pt x="77510" y="547"/>
                </a:cubicBezTo>
                <a:cubicBezTo>
                  <a:pt x="77563" y="540"/>
                  <a:pt x="77614" y="536"/>
                  <a:pt x="77664" y="536"/>
                </a:cubicBezTo>
                <a:cubicBezTo>
                  <a:pt x="77715" y="536"/>
                  <a:pt x="77764" y="540"/>
                  <a:pt x="77811" y="548"/>
                </a:cubicBezTo>
                <a:lnTo>
                  <a:pt x="77811" y="548"/>
                </a:lnTo>
                <a:cubicBezTo>
                  <a:pt x="77812" y="548"/>
                  <a:pt x="77813" y="548"/>
                  <a:pt x="77814" y="547"/>
                </a:cubicBezTo>
                <a:cubicBezTo>
                  <a:pt x="77823" y="541"/>
                  <a:pt x="77833" y="539"/>
                  <a:pt x="77843" y="539"/>
                </a:cubicBezTo>
                <a:cubicBezTo>
                  <a:pt x="77866" y="539"/>
                  <a:pt x="77892" y="553"/>
                  <a:pt x="77918" y="575"/>
                </a:cubicBezTo>
                <a:lnTo>
                  <a:pt x="77918" y="575"/>
                </a:lnTo>
                <a:cubicBezTo>
                  <a:pt x="77883" y="563"/>
                  <a:pt x="77848" y="555"/>
                  <a:pt x="77811" y="548"/>
                </a:cubicBezTo>
                <a:lnTo>
                  <a:pt x="77811" y="548"/>
                </a:lnTo>
                <a:cubicBezTo>
                  <a:pt x="77721" y="579"/>
                  <a:pt x="77631" y="639"/>
                  <a:pt x="77571" y="699"/>
                </a:cubicBezTo>
                <a:lnTo>
                  <a:pt x="77449" y="639"/>
                </a:lnTo>
                <a:cubicBezTo>
                  <a:pt x="77425" y="650"/>
                  <a:pt x="77406" y="655"/>
                  <a:pt x="77392" y="655"/>
                </a:cubicBezTo>
                <a:cubicBezTo>
                  <a:pt x="77335" y="655"/>
                  <a:pt x="77363" y="572"/>
                  <a:pt x="77510" y="547"/>
                </a:cubicBezTo>
                <a:lnTo>
                  <a:pt x="77662" y="487"/>
                </a:lnTo>
                <a:lnTo>
                  <a:pt x="77692" y="487"/>
                </a:lnTo>
                <a:cubicBezTo>
                  <a:pt x="77783" y="456"/>
                  <a:pt x="77875" y="426"/>
                  <a:pt x="77966" y="395"/>
                </a:cubicBezTo>
                <a:lnTo>
                  <a:pt x="78118" y="456"/>
                </a:lnTo>
                <a:cubicBezTo>
                  <a:pt x="78199" y="477"/>
                  <a:pt x="78226" y="470"/>
                  <a:pt x="78217" y="508"/>
                </a:cubicBezTo>
                <a:lnTo>
                  <a:pt x="78217" y="508"/>
                </a:lnTo>
                <a:cubicBezTo>
                  <a:pt x="78421" y="497"/>
                  <a:pt x="78591" y="482"/>
                  <a:pt x="78604" y="456"/>
                </a:cubicBezTo>
                <a:cubicBezTo>
                  <a:pt x="78665" y="426"/>
                  <a:pt x="78391" y="304"/>
                  <a:pt x="78270" y="304"/>
                </a:cubicBezTo>
                <a:cubicBezTo>
                  <a:pt x="78179" y="304"/>
                  <a:pt x="78087" y="274"/>
                  <a:pt x="78027" y="213"/>
                </a:cubicBezTo>
                <a:lnTo>
                  <a:pt x="78027" y="183"/>
                </a:lnTo>
                <a:cubicBezTo>
                  <a:pt x="78021" y="171"/>
                  <a:pt x="78014" y="166"/>
                  <a:pt x="78007" y="166"/>
                </a:cubicBezTo>
                <a:cubicBezTo>
                  <a:pt x="77975" y="166"/>
                  <a:pt x="77935" y="255"/>
                  <a:pt x="77935" y="304"/>
                </a:cubicBezTo>
                <a:cubicBezTo>
                  <a:pt x="77929" y="317"/>
                  <a:pt x="77908" y="322"/>
                  <a:pt x="77876" y="322"/>
                </a:cubicBezTo>
                <a:cubicBezTo>
                  <a:pt x="77770" y="322"/>
                  <a:pt x="77550" y="269"/>
                  <a:pt x="77398" y="269"/>
                </a:cubicBezTo>
                <a:cubicBezTo>
                  <a:pt x="77372" y="269"/>
                  <a:pt x="77348" y="270"/>
                  <a:pt x="77328" y="274"/>
                </a:cubicBezTo>
                <a:cubicBezTo>
                  <a:pt x="77211" y="274"/>
                  <a:pt x="76968" y="364"/>
                  <a:pt x="76848" y="364"/>
                </a:cubicBezTo>
                <a:cubicBezTo>
                  <a:pt x="76812" y="364"/>
                  <a:pt x="76787" y="356"/>
                  <a:pt x="76780" y="335"/>
                </a:cubicBezTo>
                <a:cubicBezTo>
                  <a:pt x="76780" y="311"/>
                  <a:pt x="76736" y="302"/>
                  <a:pt x="76676" y="302"/>
                </a:cubicBezTo>
                <a:cubicBezTo>
                  <a:pt x="76579" y="302"/>
                  <a:pt x="76442" y="327"/>
                  <a:pt x="76385" y="365"/>
                </a:cubicBezTo>
                <a:cubicBezTo>
                  <a:pt x="76370" y="375"/>
                  <a:pt x="76350" y="379"/>
                  <a:pt x="76326" y="379"/>
                </a:cubicBezTo>
                <a:cubicBezTo>
                  <a:pt x="76208" y="379"/>
                  <a:pt x="76005" y="274"/>
                  <a:pt x="75929" y="274"/>
                </a:cubicBezTo>
                <a:lnTo>
                  <a:pt x="75717" y="335"/>
                </a:lnTo>
                <a:cubicBezTo>
                  <a:pt x="75686" y="335"/>
                  <a:pt x="75504" y="304"/>
                  <a:pt x="75321" y="304"/>
                </a:cubicBezTo>
                <a:lnTo>
                  <a:pt x="75139" y="304"/>
                </a:lnTo>
                <a:lnTo>
                  <a:pt x="74957" y="487"/>
                </a:lnTo>
                <a:lnTo>
                  <a:pt x="74835" y="365"/>
                </a:lnTo>
                <a:cubicBezTo>
                  <a:pt x="74835" y="335"/>
                  <a:pt x="74805" y="335"/>
                  <a:pt x="74774" y="335"/>
                </a:cubicBezTo>
                <a:cubicBezTo>
                  <a:pt x="74724" y="360"/>
                  <a:pt x="74663" y="375"/>
                  <a:pt x="74603" y="375"/>
                </a:cubicBezTo>
                <a:cubicBezTo>
                  <a:pt x="74517" y="375"/>
                  <a:pt x="74433" y="345"/>
                  <a:pt x="74379" y="274"/>
                </a:cubicBezTo>
                <a:lnTo>
                  <a:pt x="74288" y="183"/>
                </a:lnTo>
                <a:lnTo>
                  <a:pt x="73832" y="304"/>
                </a:lnTo>
                <a:lnTo>
                  <a:pt x="73710" y="243"/>
                </a:lnTo>
                <a:cubicBezTo>
                  <a:pt x="73648" y="206"/>
                  <a:pt x="73590" y="184"/>
                  <a:pt x="73539" y="184"/>
                </a:cubicBezTo>
                <a:cubicBezTo>
                  <a:pt x="73468" y="184"/>
                  <a:pt x="73412" y="228"/>
                  <a:pt x="73376" y="335"/>
                </a:cubicBezTo>
                <a:cubicBezTo>
                  <a:pt x="73376" y="362"/>
                  <a:pt x="73352" y="377"/>
                  <a:pt x="73322" y="377"/>
                </a:cubicBezTo>
                <a:cubicBezTo>
                  <a:pt x="73285" y="377"/>
                  <a:pt x="73241" y="354"/>
                  <a:pt x="73224" y="304"/>
                </a:cubicBezTo>
                <a:lnTo>
                  <a:pt x="73224" y="274"/>
                </a:lnTo>
                <a:cubicBezTo>
                  <a:pt x="73218" y="268"/>
                  <a:pt x="73206" y="265"/>
                  <a:pt x="73190" y="265"/>
                </a:cubicBezTo>
                <a:cubicBezTo>
                  <a:pt x="73126" y="265"/>
                  <a:pt x="72999" y="304"/>
                  <a:pt x="72951" y="304"/>
                </a:cubicBezTo>
                <a:cubicBezTo>
                  <a:pt x="72934" y="312"/>
                  <a:pt x="72918" y="316"/>
                  <a:pt x="72902" y="316"/>
                </a:cubicBezTo>
                <a:cubicBezTo>
                  <a:pt x="72859" y="316"/>
                  <a:pt x="72821" y="288"/>
                  <a:pt x="72799" y="243"/>
                </a:cubicBezTo>
                <a:cubicBezTo>
                  <a:pt x="72796" y="241"/>
                  <a:pt x="72792" y="239"/>
                  <a:pt x="72788" y="239"/>
                </a:cubicBezTo>
                <a:cubicBezTo>
                  <a:pt x="72742" y="239"/>
                  <a:pt x="72611" y="370"/>
                  <a:pt x="72555" y="426"/>
                </a:cubicBezTo>
                <a:cubicBezTo>
                  <a:pt x="72534" y="447"/>
                  <a:pt x="72512" y="457"/>
                  <a:pt x="72491" y="457"/>
                </a:cubicBezTo>
                <a:cubicBezTo>
                  <a:pt x="72452" y="457"/>
                  <a:pt x="72412" y="424"/>
                  <a:pt x="72373" y="365"/>
                </a:cubicBezTo>
                <a:lnTo>
                  <a:pt x="72160" y="365"/>
                </a:lnTo>
                <a:cubicBezTo>
                  <a:pt x="72137" y="342"/>
                  <a:pt x="72109" y="332"/>
                  <a:pt x="72082" y="332"/>
                </a:cubicBezTo>
                <a:cubicBezTo>
                  <a:pt x="72039" y="332"/>
                  <a:pt x="71997" y="358"/>
                  <a:pt x="71978" y="395"/>
                </a:cubicBezTo>
                <a:cubicBezTo>
                  <a:pt x="71978" y="414"/>
                  <a:pt x="71966" y="421"/>
                  <a:pt x="71948" y="421"/>
                </a:cubicBezTo>
                <a:cubicBezTo>
                  <a:pt x="71908" y="421"/>
                  <a:pt x="71837" y="386"/>
                  <a:pt x="71796" y="365"/>
                </a:cubicBezTo>
                <a:cubicBezTo>
                  <a:pt x="71790" y="359"/>
                  <a:pt x="71779" y="357"/>
                  <a:pt x="71766" y="357"/>
                </a:cubicBezTo>
                <a:cubicBezTo>
                  <a:pt x="71710" y="357"/>
                  <a:pt x="71602" y="401"/>
                  <a:pt x="71552" y="426"/>
                </a:cubicBezTo>
                <a:cubicBezTo>
                  <a:pt x="71544" y="430"/>
                  <a:pt x="71533" y="432"/>
                  <a:pt x="71520" y="432"/>
                </a:cubicBezTo>
                <a:cubicBezTo>
                  <a:pt x="71436" y="432"/>
                  <a:pt x="71270" y="357"/>
                  <a:pt x="71218" y="304"/>
                </a:cubicBezTo>
                <a:cubicBezTo>
                  <a:pt x="71188" y="289"/>
                  <a:pt x="71150" y="281"/>
                  <a:pt x="71112" y="281"/>
                </a:cubicBezTo>
                <a:cubicBezTo>
                  <a:pt x="71074" y="281"/>
                  <a:pt x="71036" y="289"/>
                  <a:pt x="71005" y="304"/>
                </a:cubicBezTo>
                <a:cubicBezTo>
                  <a:pt x="70999" y="310"/>
                  <a:pt x="70983" y="313"/>
                  <a:pt x="70961" y="313"/>
                </a:cubicBezTo>
                <a:cubicBezTo>
                  <a:pt x="70873" y="313"/>
                  <a:pt x="70683" y="274"/>
                  <a:pt x="70610" y="274"/>
                </a:cubicBezTo>
                <a:cubicBezTo>
                  <a:pt x="70519" y="274"/>
                  <a:pt x="70428" y="335"/>
                  <a:pt x="70367" y="365"/>
                </a:cubicBezTo>
                <a:cubicBezTo>
                  <a:pt x="70337" y="426"/>
                  <a:pt x="70276" y="456"/>
                  <a:pt x="70245" y="517"/>
                </a:cubicBezTo>
                <a:lnTo>
                  <a:pt x="69941" y="517"/>
                </a:lnTo>
                <a:lnTo>
                  <a:pt x="69729" y="456"/>
                </a:lnTo>
                <a:cubicBezTo>
                  <a:pt x="69715" y="360"/>
                  <a:pt x="69682" y="326"/>
                  <a:pt x="69643" y="326"/>
                </a:cubicBezTo>
                <a:cubicBezTo>
                  <a:pt x="69594" y="326"/>
                  <a:pt x="69535" y="376"/>
                  <a:pt x="69485" y="426"/>
                </a:cubicBezTo>
                <a:cubicBezTo>
                  <a:pt x="69378" y="447"/>
                  <a:pt x="69271" y="469"/>
                  <a:pt x="69152" y="469"/>
                </a:cubicBezTo>
                <a:cubicBezTo>
                  <a:pt x="69103" y="469"/>
                  <a:pt x="69053" y="465"/>
                  <a:pt x="68999" y="456"/>
                </a:cubicBezTo>
                <a:lnTo>
                  <a:pt x="68847" y="395"/>
                </a:lnTo>
                <a:cubicBezTo>
                  <a:pt x="68786" y="375"/>
                  <a:pt x="68726" y="365"/>
                  <a:pt x="68672" y="365"/>
                </a:cubicBezTo>
                <a:cubicBezTo>
                  <a:pt x="68563" y="365"/>
                  <a:pt x="68482" y="406"/>
                  <a:pt x="68482" y="487"/>
                </a:cubicBezTo>
                <a:lnTo>
                  <a:pt x="68422" y="487"/>
                </a:lnTo>
                <a:cubicBezTo>
                  <a:pt x="68398" y="498"/>
                  <a:pt x="68381" y="503"/>
                  <a:pt x="68367" y="503"/>
                </a:cubicBezTo>
                <a:cubicBezTo>
                  <a:pt x="68308" y="503"/>
                  <a:pt x="68319" y="414"/>
                  <a:pt x="68270" y="365"/>
                </a:cubicBezTo>
                <a:cubicBezTo>
                  <a:pt x="68239" y="350"/>
                  <a:pt x="68209" y="342"/>
                  <a:pt x="68178" y="342"/>
                </a:cubicBezTo>
                <a:cubicBezTo>
                  <a:pt x="68148" y="342"/>
                  <a:pt x="68118" y="350"/>
                  <a:pt x="68087" y="365"/>
                </a:cubicBezTo>
                <a:lnTo>
                  <a:pt x="68057" y="426"/>
                </a:lnTo>
                <a:cubicBezTo>
                  <a:pt x="67996" y="426"/>
                  <a:pt x="67540" y="456"/>
                  <a:pt x="67388" y="456"/>
                </a:cubicBezTo>
                <a:cubicBezTo>
                  <a:pt x="67296" y="475"/>
                  <a:pt x="67147" y="504"/>
                  <a:pt x="67031" y="504"/>
                </a:cubicBezTo>
                <a:cubicBezTo>
                  <a:pt x="66957" y="504"/>
                  <a:pt x="66895" y="492"/>
                  <a:pt x="66871" y="456"/>
                </a:cubicBezTo>
                <a:cubicBezTo>
                  <a:pt x="66854" y="421"/>
                  <a:pt x="66805" y="406"/>
                  <a:pt x="66755" y="406"/>
                </a:cubicBezTo>
                <a:cubicBezTo>
                  <a:pt x="66719" y="406"/>
                  <a:pt x="66684" y="413"/>
                  <a:pt x="66659" y="426"/>
                </a:cubicBezTo>
                <a:lnTo>
                  <a:pt x="66659" y="456"/>
                </a:lnTo>
                <a:cubicBezTo>
                  <a:pt x="66641" y="563"/>
                  <a:pt x="66613" y="607"/>
                  <a:pt x="66568" y="607"/>
                </a:cubicBezTo>
                <a:cubicBezTo>
                  <a:pt x="66536" y="607"/>
                  <a:pt x="66496" y="585"/>
                  <a:pt x="66446" y="547"/>
                </a:cubicBezTo>
                <a:lnTo>
                  <a:pt x="66355" y="487"/>
                </a:lnTo>
                <a:cubicBezTo>
                  <a:pt x="66294" y="517"/>
                  <a:pt x="66233" y="547"/>
                  <a:pt x="66172" y="578"/>
                </a:cubicBezTo>
                <a:cubicBezTo>
                  <a:pt x="66172" y="578"/>
                  <a:pt x="66040" y="392"/>
                  <a:pt x="65973" y="392"/>
                </a:cubicBezTo>
                <a:cubicBezTo>
                  <a:pt x="65968" y="392"/>
                  <a:pt x="65964" y="393"/>
                  <a:pt x="65960" y="395"/>
                </a:cubicBezTo>
                <a:cubicBezTo>
                  <a:pt x="65777" y="487"/>
                  <a:pt x="65625" y="547"/>
                  <a:pt x="65473" y="608"/>
                </a:cubicBezTo>
                <a:lnTo>
                  <a:pt x="65291" y="517"/>
                </a:lnTo>
                <a:cubicBezTo>
                  <a:pt x="65139" y="487"/>
                  <a:pt x="65017" y="456"/>
                  <a:pt x="64896" y="456"/>
                </a:cubicBezTo>
                <a:lnTo>
                  <a:pt x="64744" y="456"/>
                </a:lnTo>
                <a:cubicBezTo>
                  <a:pt x="64730" y="460"/>
                  <a:pt x="64713" y="461"/>
                  <a:pt x="64693" y="461"/>
                </a:cubicBezTo>
                <a:cubicBezTo>
                  <a:pt x="64557" y="461"/>
                  <a:pt x="64295" y="391"/>
                  <a:pt x="64177" y="391"/>
                </a:cubicBezTo>
                <a:cubicBezTo>
                  <a:pt x="64160" y="391"/>
                  <a:pt x="64146" y="392"/>
                  <a:pt x="64136" y="395"/>
                </a:cubicBezTo>
                <a:cubicBezTo>
                  <a:pt x="64014" y="395"/>
                  <a:pt x="63923" y="639"/>
                  <a:pt x="63923" y="699"/>
                </a:cubicBezTo>
                <a:cubicBezTo>
                  <a:pt x="63923" y="757"/>
                  <a:pt x="63862" y="778"/>
                  <a:pt x="63802" y="778"/>
                </a:cubicBezTo>
                <a:cubicBezTo>
                  <a:pt x="63767" y="778"/>
                  <a:pt x="63733" y="771"/>
                  <a:pt x="63710" y="760"/>
                </a:cubicBezTo>
                <a:cubicBezTo>
                  <a:pt x="63619" y="730"/>
                  <a:pt x="63649" y="699"/>
                  <a:pt x="63710" y="699"/>
                </a:cubicBezTo>
                <a:lnTo>
                  <a:pt x="63741" y="669"/>
                </a:lnTo>
                <a:cubicBezTo>
                  <a:pt x="63832" y="639"/>
                  <a:pt x="63832" y="517"/>
                  <a:pt x="63771" y="517"/>
                </a:cubicBezTo>
                <a:lnTo>
                  <a:pt x="63498" y="517"/>
                </a:lnTo>
                <a:cubicBezTo>
                  <a:pt x="63390" y="539"/>
                  <a:pt x="63286" y="549"/>
                  <a:pt x="63195" y="549"/>
                </a:cubicBezTo>
                <a:cubicBezTo>
                  <a:pt x="63030" y="549"/>
                  <a:pt x="62909" y="515"/>
                  <a:pt x="62890" y="456"/>
                </a:cubicBezTo>
                <a:lnTo>
                  <a:pt x="62586" y="456"/>
                </a:lnTo>
                <a:cubicBezTo>
                  <a:pt x="62342" y="487"/>
                  <a:pt x="62069" y="517"/>
                  <a:pt x="61826" y="578"/>
                </a:cubicBezTo>
                <a:lnTo>
                  <a:pt x="61552" y="456"/>
                </a:lnTo>
                <a:lnTo>
                  <a:pt x="61370" y="456"/>
                </a:lnTo>
                <a:lnTo>
                  <a:pt x="61370" y="791"/>
                </a:lnTo>
                <a:cubicBezTo>
                  <a:pt x="61157" y="669"/>
                  <a:pt x="60883" y="517"/>
                  <a:pt x="60853" y="487"/>
                </a:cubicBezTo>
                <a:cubicBezTo>
                  <a:pt x="60847" y="481"/>
                  <a:pt x="60837" y="478"/>
                  <a:pt x="60825" y="478"/>
                </a:cubicBezTo>
                <a:cubicBezTo>
                  <a:pt x="60776" y="478"/>
                  <a:pt x="60689" y="517"/>
                  <a:pt x="60640" y="517"/>
                </a:cubicBezTo>
                <a:cubicBezTo>
                  <a:pt x="60580" y="517"/>
                  <a:pt x="60276" y="547"/>
                  <a:pt x="60154" y="578"/>
                </a:cubicBezTo>
                <a:cubicBezTo>
                  <a:pt x="60046" y="578"/>
                  <a:pt x="59890" y="482"/>
                  <a:pt x="59792" y="482"/>
                </a:cubicBezTo>
                <a:cubicBezTo>
                  <a:pt x="59780" y="482"/>
                  <a:pt x="59769" y="483"/>
                  <a:pt x="59759" y="487"/>
                </a:cubicBezTo>
                <a:lnTo>
                  <a:pt x="59424" y="578"/>
                </a:lnTo>
                <a:lnTo>
                  <a:pt x="59303" y="578"/>
                </a:lnTo>
                <a:cubicBezTo>
                  <a:pt x="59151" y="608"/>
                  <a:pt x="59029" y="578"/>
                  <a:pt x="58908" y="669"/>
                </a:cubicBezTo>
                <a:cubicBezTo>
                  <a:pt x="58862" y="684"/>
                  <a:pt x="58817" y="692"/>
                  <a:pt x="58775" y="692"/>
                </a:cubicBezTo>
                <a:cubicBezTo>
                  <a:pt x="58733" y="692"/>
                  <a:pt x="58695" y="684"/>
                  <a:pt x="58665" y="669"/>
                </a:cubicBezTo>
                <a:lnTo>
                  <a:pt x="58513" y="578"/>
                </a:lnTo>
                <a:cubicBezTo>
                  <a:pt x="58391" y="639"/>
                  <a:pt x="58178" y="669"/>
                  <a:pt x="58026" y="699"/>
                </a:cubicBezTo>
                <a:lnTo>
                  <a:pt x="58026" y="547"/>
                </a:lnTo>
                <a:lnTo>
                  <a:pt x="58026" y="517"/>
                </a:lnTo>
                <a:cubicBezTo>
                  <a:pt x="57950" y="502"/>
                  <a:pt x="57867" y="494"/>
                  <a:pt x="57783" y="494"/>
                </a:cubicBezTo>
                <a:cubicBezTo>
                  <a:pt x="57700" y="494"/>
                  <a:pt x="57616" y="502"/>
                  <a:pt x="57540" y="517"/>
                </a:cubicBezTo>
                <a:cubicBezTo>
                  <a:pt x="57449" y="517"/>
                  <a:pt x="57358" y="578"/>
                  <a:pt x="57297" y="639"/>
                </a:cubicBezTo>
                <a:cubicBezTo>
                  <a:pt x="57297" y="644"/>
                  <a:pt x="57292" y="647"/>
                  <a:pt x="57285" y="647"/>
                </a:cubicBezTo>
                <a:cubicBezTo>
                  <a:pt x="57254" y="647"/>
                  <a:pt x="57169" y="602"/>
                  <a:pt x="57145" y="578"/>
                </a:cubicBezTo>
                <a:cubicBezTo>
                  <a:pt x="56993" y="517"/>
                  <a:pt x="56871" y="487"/>
                  <a:pt x="56719" y="487"/>
                </a:cubicBezTo>
                <a:lnTo>
                  <a:pt x="56415" y="487"/>
                </a:lnTo>
                <a:cubicBezTo>
                  <a:pt x="56233" y="517"/>
                  <a:pt x="56051" y="578"/>
                  <a:pt x="55899" y="639"/>
                </a:cubicBezTo>
                <a:lnTo>
                  <a:pt x="55807" y="578"/>
                </a:lnTo>
                <a:cubicBezTo>
                  <a:pt x="55767" y="558"/>
                  <a:pt x="55723" y="547"/>
                  <a:pt x="55679" y="547"/>
                </a:cubicBezTo>
                <a:cubicBezTo>
                  <a:pt x="55591" y="547"/>
                  <a:pt x="55503" y="588"/>
                  <a:pt x="55443" y="669"/>
                </a:cubicBezTo>
                <a:cubicBezTo>
                  <a:pt x="55199" y="669"/>
                  <a:pt x="54987" y="669"/>
                  <a:pt x="54744" y="699"/>
                </a:cubicBezTo>
                <a:lnTo>
                  <a:pt x="54470" y="517"/>
                </a:lnTo>
                <a:cubicBezTo>
                  <a:pt x="54257" y="578"/>
                  <a:pt x="54014" y="608"/>
                  <a:pt x="53801" y="608"/>
                </a:cubicBezTo>
                <a:cubicBezTo>
                  <a:pt x="53680" y="608"/>
                  <a:pt x="53423" y="662"/>
                  <a:pt x="53247" y="662"/>
                </a:cubicBezTo>
                <a:cubicBezTo>
                  <a:pt x="53160" y="662"/>
                  <a:pt x="53092" y="649"/>
                  <a:pt x="53072" y="608"/>
                </a:cubicBezTo>
                <a:cubicBezTo>
                  <a:pt x="53044" y="567"/>
                  <a:pt x="53011" y="551"/>
                  <a:pt x="52982" y="551"/>
                </a:cubicBezTo>
                <a:cubicBezTo>
                  <a:pt x="52947" y="551"/>
                  <a:pt x="52920" y="575"/>
                  <a:pt x="52920" y="608"/>
                </a:cubicBezTo>
                <a:cubicBezTo>
                  <a:pt x="52912" y="623"/>
                  <a:pt x="52895" y="629"/>
                  <a:pt x="52873" y="629"/>
                </a:cubicBezTo>
                <a:cubicBezTo>
                  <a:pt x="52806" y="629"/>
                  <a:pt x="52692" y="578"/>
                  <a:pt x="52646" y="578"/>
                </a:cubicBezTo>
                <a:lnTo>
                  <a:pt x="51886" y="578"/>
                </a:lnTo>
                <a:lnTo>
                  <a:pt x="51187" y="639"/>
                </a:lnTo>
                <a:cubicBezTo>
                  <a:pt x="51131" y="681"/>
                  <a:pt x="51068" y="704"/>
                  <a:pt x="51007" y="704"/>
                </a:cubicBezTo>
                <a:cubicBezTo>
                  <a:pt x="50938" y="704"/>
                  <a:pt x="50871" y="673"/>
                  <a:pt x="50823" y="608"/>
                </a:cubicBezTo>
                <a:lnTo>
                  <a:pt x="50731" y="487"/>
                </a:lnTo>
                <a:lnTo>
                  <a:pt x="50245" y="608"/>
                </a:lnTo>
                <a:lnTo>
                  <a:pt x="50063" y="608"/>
                </a:lnTo>
                <a:cubicBezTo>
                  <a:pt x="49971" y="639"/>
                  <a:pt x="49911" y="699"/>
                  <a:pt x="49850" y="760"/>
                </a:cubicBezTo>
                <a:lnTo>
                  <a:pt x="49728" y="760"/>
                </a:lnTo>
                <a:cubicBezTo>
                  <a:pt x="49576" y="760"/>
                  <a:pt x="49515" y="699"/>
                  <a:pt x="49424" y="639"/>
                </a:cubicBezTo>
                <a:lnTo>
                  <a:pt x="49394" y="608"/>
                </a:lnTo>
                <a:cubicBezTo>
                  <a:pt x="49212" y="639"/>
                  <a:pt x="49029" y="669"/>
                  <a:pt x="48847" y="730"/>
                </a:cubicBezTo>
                <a:cubicBezTo>
                  <a:pt x="48756" y="745"/>
                  <a:pt x="48664" y="753"/>
                  <a:pt x="48573" y="753"/>
                </a:cubicBezTo>
                <a:cubicBezTo>
                  <a:pt x="48482" y="753"/>
                  <a:pt x="48391" y="745"/>
                  <a:pt x="48300" y="730"/>
                </a:cubicBezTo>
                <a:cubicBezTo>
                  <a:pt x="48269" y="740"/>
                  <a:pt x="48239" y="743"/>
                  <a:pt x="48208" y="743"/>
                </a:cubicBezTo>
                <a:cubicBezTo>
                  <a:pt x="48148" y="743"/>
                  <a:pt x="48087" y="730"/>
                  <a:pt x="48026" y="730"/>
                </a:cubicBezTo>
                <a:lnTo>
                  <a:pt x="47965" y="699"/>
                </a:lnTo>
                <a:lnTo>
                  <a:pt x="47753" y="578"/>
                </a:lnTo>
                <a:cubicBezTo>
                  <a:pt x="47753" y="699"/>
                  <a:pt x="47479" y="669"/>
                  <a:pt x="47388" y="699"/>
                </a:cubicBezTo>
                <a:cubicBezTo>
                  <a:pt x="47266" y="699"/>
                  <a:pt x="47084" y="760"/>
                  <a:pt x="47023" y="760"/>
                </a:cubicBezTo>
                <a:cubicBezTo>
                  <a:pt x="46962" y="760"/>
                  <a:pt x="46810" y="730"/>
                  <a:pt x="46658" y="730"/>
                </a:cubicBezTo>
                <a:lnTo>
                  <a:pt x="46537" y="821"/>
                </a:lnTo>
                <a:cubicBezTo>
                  <a:pt x="46415" y="791"/>
                  <a:pt x="46324" y="760"/>
                  <a:pt x="46202" y="730"/>
                </a:cubicBezTo>
                <a:cubicBezTo>
                  <a:pt x="46196" y="724"/>
                  <a:pt x="46182" y="721"/>
                  <a:pt x="46162" y="721"/>
                </a:cubicBezTo>
                <a:cubicBezTo>
                  <a:pt x="46081" y="721"/>
                  <a:pt x="45911" y="760"/>
                  <a:pt x="45838" y="760"/>
                </a:cubicBezTo>
                <a:cubicBezTo>
                  <a:pt x="45731" y="745"/>
                  <a:pt x="45625" y="737"/>
                  <a:pt x="45518" y="737"/>
                </a:cubicBezTo>
                <a:cubicBezTo>
                  <a:pt x="45412" y="737"/>
                  <a:pt x="45306" y="745"/>
                  <a:pt x="45199" y="760"/>
                </a:cubicBezTo>
                <a:cubicBezTo>
                  <a:pt x="45088" y="805"/>
                  <a:pt x="44960" y="833"/>
                  <a:pt x="44829" y="833"/>
                </a:cubicBezTo>
                <a:cubicBezTo>
                  <a:pt x="44780" y="833"/>
                  <a:pt x="44731" y="829"/>
                  <a:pt x="44683" y="821"/>
                </a:cubicBezTo>
                <a:cubicBezTo>
                  <a:pt x="44591" y="791"/>
                  <a:pt x="44500" y="730"/>
                  <a:pt x="44439" y="669"/>
                </a:cubicBezTo>
                <a:cubicBezTo>
                  <a:pt x="44428" y="657"/>
                  <a:pt x="44410" y="652"/>
                  <a:pt x="44389" y="652"/>
                </a:cubicBezTo>
                <a:cubicBezTo>
                  <a:pt x="44301" y="652"/>
                  <a:pt x="44154" y="736"/>
                  <a:pt x="44105" y="760"/>
                </a:cubicBezTo>
                <a:cubicBezTo>
                  <a:pt x="44090" y="775"/>
                  <a:pt x="44067" y="783"/>
                  <a:pt x="44040" y="783"/>
                </a:cubicBezTo>
                <a:cubicBezTo>
                  <a:pt x="44014" y="783"/>
                  <a:pt x="43983" y="775"/>
                  <a:pt x="43953" y="760"/>
                </a:cubicBezTo>
                <a:cubicBezTo>
                  <a:pt x="43892" y="745"/>
                  <a:pt x="43831" y="737"/>
                  <a:pt x="43771" y="737"/>
                </a:cubicBezTo>
                <a:cubicBezTo>
                  <a:pt x="43710" y="737"/>
                  <a:pt x="43649" y="745"/>
                  <a:pt x="43588" y="760"/>
                </a:cubicBezTo>
                <a:lnTo>
                  <a:pt x="43406" y="730"/>
                </a:lnTo>
                <a:lnTo>
                  <a:pt x="43284" y="699"/>
                </a:lnTo>
                <a:cubicBezTo>
                  <a:pt x="43163" y="760"/>
                  <a:pt x="43072" y="791"/>
                  <a:pt x="42950" y="821"/>
                </a:cubicBezTo>
                <a:cubicBezTo>
                  <a:pt x="42930" y="821"/>
                  <a:pt x="42788" y="794"/>
                  <a:pt x="42669" y="794"/>
                </a:cubicBezTo>
                <a:cubicBezTo>
                  <a:pt x="42609" y="794"/>
                  <a:pt x="42555" y="801"/>
                  <a:pt x="42524" y="821"/>
                </a:cubicBezTo>
                <a:cubicBezTo>
                  <a:pt x="42507" y="838"/>
                  <a:pt x="42488" y="845"/>
                  <a:pt x="42468" y="845"/>
                </a:cubicBezTo>
                <a:cubicBezTo>
                  <a:pt x="42417" y="845"/>
                  <a:pt x="42364" y="796"/>
                  <a:pt x="42342" y="730"/>
                </a:cubicBezTo>
                <a:lnTo>
                  <a:pt x="42160" y="760"/>
                </a:lnTo>
                <a:lnTo>
                  <a:pt x="41917" y="791"/>
                </a:lnTo>
                <a:cubicBezTo>
                  <a:pt x="41795" y="760"/>
                  <a:pt x="41613" y="699"/>
                  <a:pt x="41582" y="699"/>
                </a:cubicBezTo>
                <a:lnTo>
                  <a:pt x="41552" y="699"/>
                </a:lnTo>
                <a:lnTo>
                  <a:pt x="41400" y="760"/>
                </a:lnTo>
                <a:cubicBezTo>
                  <a:pt x="41265" y="760"/>
                  <a:pt x="40962" y="856"/>
                  <a:pt x="40853" y="856"/>
                </a:cubicBezTo>
                <a:cubicBezTo>
                  <a:pt x="40840" y="856"/>
                  <a:pt x="40829" y="855"/>
                  <a:pt x="40822" y="851"/>
                </a:cubicBezTo>
                <a:cubicBezTo>
                  <a:pt x="40795" y="833"/>
                  <a:pt x="40739" y="829"/>
                  <a:pt x="40669" y="829"/>
                </a:cubicBezTo>
                <a:cubicBezTo>
                  <a:pt x="40596" y="829"/>
                  <a:pt x="40508" y="834"/>
                  <a:pt x="40426" y="834"/>
                </a:cubicBezTo>
                <a:cubicBezTo>
                  <a:pt x="40324" y="834"/>
                  <a:pt x="40231" y="826"/>
                  <a:pt x="40184" y="791"/>
                </a:cubicBezTo>
                <a:cubicBezTo>
                  <a:pt x="40161" y="775"/>
                  <a:pt x="40131" y="768"/>
                  <a:pt x="40096" y="768"/>
                </a:cubicBezTo>
                <a:cubicBezTo>
                  <a:pt x="39992" y="768"/>
                  <a:pt x="39850" y="836"/>
                  <a:pt x="39758" y="973"/>
                </a:cubicBezTo>
                <a:lnTo>
                  <a:pt x="39515" y="760"/>
                </a:lnTo>
                <a:cubicBezTo>
                  <a:pt x="39485" y="760"/>
                  <a:pt x="39424" y="760"/>
                  <a:pt x="39394" y="791"/>
                </a:cubicBezTo>
                <a:lnTo>
                  <a:pt x="39303" y="851"/>
                </a:lnTo>
                <a:cubicBezTo>
                  <a:pt x="39242" y="836"/>
                  <a:pt x="39181" y="829"/>
                  <a:pt x="39124" y="829"/>
                </a:cubicBezTo>
                <a:cubicBezTo>
                  <a:pt x="39067" y="829"/>
                  <a:pt x="39014" y="836"/>
                  <a:pt x="38968" y="851"/>
                </a:cubicBezTo>
                <a:lnTo>
                  <a:pt x="38907" y="851"/>
                </a:lnTo>
                <a:cubicBezTo>
                  <a:pt x="38813" y="851"/>
                  <a:pt x="38884" y="980"/>
                  <a:pt x="38834" y="980"/>
                </a:cubicBezTo>
                <a:cubicBezTo>
                  <a:pt x="38820" y="980"/>
                  <a:pt x="38796" y="970"/>
                  <a:pt x="38755" y="943"/>
                </a:cubicBezTo>
                <a:cubicBezTo>
                  <a:pt x="38710" y="927"/>
                  <a:pt x="38672" y="912"/>
                  <a:pt x="38638" y="912"/>
                </a:cubicBezTo>
                <a:cubicBezTo>
                  <a:pt x="38603" y="912"/>
                  <a:pt x="38573" y="927"/>
                  <a:pt x="38543" y="973"/>
                </a:cubicBezTo>
                <a:lnTo>
                  <a:pt x="38543" y="1064"/>
                </a:lnTo>
                <a:lnTo>
                  <a:pt x="38543" y="1095"/>
                </a:lnTo>
                <a:cubicBezTo>
                  <a:pt x="38543" y="1106"/>
                  <a:pt x="38539" y="1111"/>
                  <a:pt x="38534" y="1111"/>
                </a:cubicBezTo>
                <a:cubicBezTo>
                  <a:pt x="38511" y="1111"/>
                  <a:pt x="38451" y="1028"/>
                  <a:pt x="38451" y="1003"/>
                </a:cubicBezTo>
                <a:cubicBezTo>
                  <a:pt x="38421" y="943"/>
                  <a:pt x="38360" y="912"/>
                  <a:pt x="38299" y="882"/>
                </a:cubicBezTo>
                <a:lnTo>
                  <a:pt x="38239" y="882"/>
                </a:lnTo>
                <a:lnTo>
                  <a:pt x="38117" y="973"/>
                </a:lnTo>
                <a:cubicBezTo>
                  <a:pt x="38087" y="912"/>
                  <a:pt x="38026" y="851"/>
                  <a:pt x="37965" y="791"/>
                </a:cubicBezTo>
                <a:lnTo>
                  <a:pt x="37935" y="760"/>
                </a:lnTo>
                <a:lnTo>
                  <a:pt x="37844" y="699"/>
                </a:lnTo>
                <a:cubicBezTo>
                  <a:pt x="37752" y="791"/>
                  <a:pt x="37388" y="821"/>
                  <a:pt x="37296" y="821"/>
                </a:cubicBezTo>
                <a:cubicBezTo>
                  <a:pt x="37144" y="851"/>
                  <a:pt x="37023" y="912"/>
                  <a:pt x="36932" y="1034"/>
                </a:cubicBezTo>
                <a:cubicBezTo>
                  <a:pt x="36922" y="1054"/>
                  <a:pt x="36908" y="1064"/>
                  <a:pt x="36893" y="1064"/>
                </a:cubicBezTo>
                <a:cubicBezTo>
                  <a:pt x="36864" y="1064"/>
                  <a:pt x="36830" y="1024"/>
                  <a:pt x="36810" y="943"/>
                </a:cubicBezTo>
                <a:lnTo>
                  <a:pt x="36719" y="912"/>
                </a:lnTo>
                <a:cubicBezTo>
                  <a:pt x="36658" y="851"/>
                  <a:pt x="36537" y="821"/>
                  <a:pt x="36445" y="821"/>
                </a:cubicBezTo>
                <a:cubicBezTo>
                  <a:pt x="36272" y="879"/>
                  <a:pt x="36098" y="900"/>
                  <a:pt x="35933" y="900"/>
                </a:cubicBezTo>
                <a:cubicBezTo>
                  <a:pt x="35837" y="900"/>
                  <a:pt x="35744" y="893"/>
                  <a:pt x="35655" y="882"/>
                </a:cubicBezTo>
                <a:lnTo>
                  <a:pt x="35503" y="882"/>
                </a:lnTo>
                <a:cubicBezTo>
                  <a:pt x="35381" y="943"/>
                  <a:pt x="35230" y="1247"/>
                  <a:pt x="35351" y="1277"/>
                </a:cubicBezTo>
                <a:cubicBezTo>
                  <a:pt x="35473" y="1338"/>
                  <a:pt x="35473" y="1368"/>
                  <a:pt x="35351" y="1399"/>
                </a:cubicBezTo>
                <a:lnTo>
                  <a:pt x="35260" y="1459"/>
                </a:lnTo>
                <a:lnTo>
                  <a:pt x="35017" y="1550"/>
                </a:lnTo>
                <a:cubicBezTo>
                  <a:pt x="34895" y="1490"/>
                  <a:pt x="34743" y="1399"/>
                  <a:pt x="34652" y="1307"/>
                </a:cubicBezTo>
                <a:lnTo>
                  <a:pt x="34652" y="1277"/>
                </a:lnTo>
                <a:lnTo>
                  <a:pt x="34652" y="1247"/>
                </a:lnTo>
                <a:cubicBezTo>
                  <a:pt x="34662" y="1247"/>
                  <a:pt x="34713" y="1250"/>
                  <a:pt x="34777" y="1250"/>
                </a:cubicBezTo>
                <a:cubicBezTo>
                  <a:pt x="34905" y="1250"/>
                  <a:pt x="35088" y="1236"/>
                  <a:pt x="35108" y="1155"/>
                </a:cubicBezTo>
                <a:cubicBezTo>
                  <a:pt x="35138" y="1095"/>
                  <a:pt x="35169" y="1034"/>
                  <a:pt x="35230" y="973"/>
                </a:cubicBezTo>
                <a:cubicBezTo>
                  <a:pt x="35230" y="973"/>
                  <a:pt x="35230" y="943"/>
                  <a:pt x="35199" y="882"/>
                </a:cubicBezTo>
                <a:lnTo>
                  <a:pt x="35169" y="882"/>
                </a:lnTo>
                <a:lnTo>
                  <a:pt x="35017" y="851"/>
                </a:lnTo>
                <a:cubicBezTo>
                  <a:pt x="34865" y="851"/>
                  <a:pt x="34713" y="882"/>
                  <a:pt x="34591" y="943"/>
                </a:cubicBezTo>
                <a:cubicBezTo>
                  <a:pt x="34561" y="1034"/>
                  <a:pt x="34530" y="1095"/>
                  <a:pt x="34530" y="1155"/>
                </a:cubicBezTo>
                <a:lnTo>
                  <a:pt x="34439" y="1095"/>
                </a:lnTo>
                <a:cubicBezTo>
                  <a:pt x="34378" y="1064"/>
                  <a:pt x="34318" y="1034"/>
                  <a:pt x="34318" y="1003"/>
                </a:cubicBezTo>
                <a:lnTo>
                  <a:pt x="34318" y="973"/>
                </a:lnTo>
                <a:cubicBezTo>
                  <a:pt x="34348" y="912"/>
                  <a:pt x="34318" y="912"/>
                  <a:pt x="34257" y="912"/>
                </a:cubicBezTo>
                <a:lnTo>
                  <a:pt x="34226" y="943"/>
                </a:lnTo>
                <a:lnTo>
                  <a:pt x="34166" y="973"/>
                </a:lnTo>
                <a:cubicBezTo>
                  <a:pt x="34155" y="983"/>
                  <a:pt x="34135" y="987"/>
                  <a:pt x="34109" y="987"/>
                </a:cubicBezTo>
                <a:cubicBezTo>
                  <a:pt x="33993" y="987"/>
                  <a:pt x="33752" y="908"/>
                  <a:pt x="33628" y="908"/>
                </a:cubicBezTo>
                <a:cubicBezTo>
                  <a:pt x="33613" y="908"/>
                  <a:pt x="33599" y="909"/>
                  <a:pt x="33588" y="912"/>
                </a:cubicBezTo>
                <a:lnTo>
                  <a:pt x="33284" y="973"/>
                </a:lnTo>
                <a:lnTo>
                  <a:pt x="32950" y="973"/>
                </a:lnTo>
                <a:lnTo>
                  <a:pt x="32798" y="1034"/>
                </a:lnTo>
                <a:lnTo>
                  <a:pt x="32707" y="1034"/>
                </a:lnTo>
                <a:cubicBezTo>
                  <a:pt x="32692" y="1044"/>
                  <a:pt x="32676" y="1048"/>
                  <a:pt x="32658" y="1048"/>
                </a:cubicBezTo>
                <a:cubicBezTo>
                  <a:pt x="32569" y="1048"/>
                  <a:pt x="32454" y="933"/>
                  <a:pt x="32403" y="882"/>
                </a:cubicBezTo>
                <a:cubicBezTo>
                  <a:pt x="32395" y="867"/>
                  <a:pt x="32381" y="861"/>
                  <a:pt x="32363" y="861"/>
                </a:cubicBezTo>
                <a:cubicBezTo>
                  <a:pt x="32306" y="861"/>
                  <a:pt x="32213" y="919"/>
                  <a:pt x="32190" y="943"/>
                </a:cubicBezTo>
                <a:cubicBezTo>
                  <a:pt x="32068" y="1034"/>
                  <a:pt x="31977" y="1095"/>
                  <a:pt x="31856" y="1155"/>
                </a:cubicBezTo>
                <a:lnTo>
                  <a:pt x="31734" y="1003"/>
                </a:lnTo>
                <a:cubicBezTo>
                  <a:pt x="31704" y="988"/>
                  <a:pt x="31681" y="981"/>
                  <a:pt x="31658" y="981"/>
                </a:cubicBezTo>
                <a:cubicBezTo>
                  <a:pt x="31635" y="981"/>
                  <a:pt x="31612" y="988"/>
                  <a:pt x="31582" y="1003"/>
                </a:cubicBezTo>
                <a:lnTo>
                  <a:pt x="31308" y="1125"/>
                </a:lnTo>
                <a:cubicBezTo>
                  <a:pt x="31187" y="1034"/>
                  <a:pt x="31005" y="973"/>
                  <a:pt x="30822" y="973"/>
                </a:cubicBezTo>
                <a:cubicBezTo>
                  <a:pt x="30731" y="973"/>
                  <a:pt x="30640" y="973"/>
                  <a:pt x="30579" y="943"/>
                </a:cubicBezTo>
                <a:lnTo>
                  <a:pt x="30518" y="1003"/>
                </a:lnTo>
                <a:cubicBezTo>
                  <a:pt x="30457" y="1064"/>
                  <a:pt x="30457" y="1125"/>
                  <a:pt x="30397" y="1186"/>
                </a:cubicBezTo>
                <a:lnTo>
                  <a:pt x="30366" y="1216"/>
                </a:lnTo>
                <a:cubicBezTo>
                  <a:pt x="30305" y="1216"/>
                  <a:pt x="30275" y="1186"/>
                  <a:pt x="30275" y="1155"/>
                </a:cubicBezTo>
                <a:lnTo>
                  <a:pt x="30275" y="1064"/>
                </a:lnTo>
                <a:cubicBezTo>
                  <a:pt x="30275" y="1034"/>
                  <a:pt x="30214" y="973"/>
                  <a:pt x="30153" y="973"/>
                </a:cubicBezTo>
                <a:lnTo>
                  <a:pt x="30123" y="1003"/>
                </a:lnTo>
                <a:lnTo>
                  <a:pt x="30032" y="1034"/>
                </a:lnTo>
                <a:cubicBezTo>
                  <a:pt x="29971" y="1064"/>
                  <a:pt x="29903" y="1079"/>
                  <a:pt x="29834" y="1079"/>
                </a:cubicBezTo>
                <a:cubicBezTo>
                  <a:pt x="29766" y="1079"/>
                  <a:pt x="29697" y="1064"/>
                  <a:pt x="29637" y="1034"/>
                </a:cubicBezTo>
                <a:lnTo>
                  <a:pt x="29606" y="1034"/>
                </a:lnTo>
                <a:lnTo>
                  <a:pt x="29485" y="943"/>
                </a:lnTo>
                <a:cubicBezTo>
                  <a:pt x="29363" y="973"/>
                  <a:pt x="29181" y="1064"/>
                  <a:pt x="29181" y="1095"/>
                </a:cubicBezTo>
                <a:cubicBezTo>
                  <a:pt x="29181" y="1155"/>
                  <a:pt x="29120" y="1216"/>
                  <a:pt x="29059" y="1247"/>
                </a:cubicBezTo>
                <a:cubicBezTo>
                  <a:pt x="28998" y="1186"/>
                  <a:pt x="28968" y="1095"/>
                  <a:pt x="28907" y="1064"/>
                </a:cubicBezTo>
                <a:lnTo>
                  <a:pt x="28846" y="1003"/>
                </a:lnTo>
                <a:cubicBezTo>
                  <a:pt x="28755" y="1003"/>
                  <a:pt x="28664" y="973"/>
                  <a:pt x="28573" y="973"/>
                </a:cubicBezTo>
                <a:lnTo>
                  <a:pt x="28482" y="1034"/>
                </a:lnTo>
                <a:lnTo>
                  <a:pt x="28390" y="1095"/>
                </a:lnTo>
                <a:cubicBezTo>
                  <a:pt x="28238" y="1095"/>
                  <a:pt x="28056" y="1095"/>
                  <a:pt x="27904" y="1064"/>
                </a:cubicBezTo>
                <a:cubicBezTo>
                  <a:pt x="27894" y="1059"/>
                  <a:pt x="27881" y="1056"/>
                  <a:pt x="27868" y="1056"/>
                </a:cubicBezTo>
                <a:cubicBezTo>
                  <a:pt x="27802" y="1056"/>
                  <a:pt x="27701" y="1115"/>
                  <a:pt x="27600" y="1216"/>
                </a:cubicBezTo>
                <a:lnTo>
                  <a:pt x="27570" y="1095"/>
                </a:lnTo>
                <a:cubicBezTo>
                  <a:pt x="27550" y="1035"/>
                  <a:pt x="27530" y="989"/>
                  <a:pt x="27477" y="989"/>
                </a:cubicBezTo>
                <a:cubicBezTo>
                  <a:pt x="27448" y="989"/>
                  <a:pt x="27410" y="1002"/>
                  <a:pt x="27357" y="1034"/>
                </a:cubicBezTo>
                <a:lnTo>
                  <a:pt x="27296" y="1064"/>
                </a:lnTo>
                <a:cubicBezTo>
                  <a:pt x="27226" y="1064"/>
                  <a:pt x="27030" y="974"/>
                  <a:pt x="26943" y="974"/>
                </a:cubicBezTo>
                <a:cubicBezTo>
                  <a:pt x="26917" y="974"/>
                  <a:pt x="26901" y="982"/>
                  <a:pt x="26901" y="1003"/>
                </a:cubicBezTo>
                <a:cubicBezTo>
                  <a:pt x="26901" y="1095"/>
                  <a:pt x="26779" y="1095"/>
                  <a:pt x="26719" y="1095"/>
                </a:cubicBezTo>
                <a:cubicBezTo>
                  <a:pt x="26597" y="1155"/>
                  <a:pt x="26506" y="1186"/>
                  <a:pt x="26384" y="1216"/>
                </a:cubicBezTo>
                <a:cubicBezTo>
                  <a:pt x="26293" y="1216"/>
                  <a:pt x="26050" y="1095"/>
                  <a:pt x="25959" y="1095"/>
                </a:cubicBezTo>
                <a:cubicBezTo>
                  <a:pt x="25868" y="1095"/>
                  <a:pt x="25412" y="1247"/>
                  <a:pt x="25229" y="1247"/>
                </a:cubicBezTo>
                <a:cubicBezTo>
                  <a:pt x="24956" y="1186"/>
                  <a:pt x="24713" y="1186"/>
                  <a:pt x="24439" y="1186"/>
                </a:cubicBezTo>
                <a:cubicBezTo>
                  <a:pt x="24384" y="1213"/>
                  <a:pt x="24324" y="1228"/>
                  <a:pt x="24273" y="1228"/>
                </a:cubicBezTo>
                <a:cubicBezTo>
                  <a:pt x="24212" y="1228"/>
                  <a:pt x="24165" y="1206"/>
                  <a:pt x="24165" y="1155"/>
                </a:cubicBezTo>
                <a:lnTo>
                  <a:pt x="24165" y="1095"/>
                </a:lnTo>
                <a:cubicBezTo>
                  <a:pt x="24013" y="1155"/>
                  <a:pt x="23862" y="1216"/>
                  <a:pt x="23679" y="1277"/>
                </a:cubicBezTo>
                <a:cubicBezTo>
                  <a:pt x="23588" y="1277"/>
                  <a:pt x="23466" y="1247"/>
                  <a:pt x="23375" y="1216"/>
                </a:cubicBezTo>
                <a:lnTo>
                  <a:pt x="23284" y="1277"/>
                </a:lnTo>
                <a:lnTo>
                  <a:pt x="23102" y="1429"/>
                </a:lnTo>
                <a:cubicBezTo>
                  <a:pt x="23010" y="1368"/>
                  <a:pt x="22889" y="1368"/>
                  <a:pt x="22798" y="1368"/>
                </a:cubicBezTo>
                <a:cubicBezTo>
                  <a:pt x="22767" y="1399"/>
                  <a:pt x="22737" y="1459"/>
                  <a:pt x="22737" y="1490"/>
                </a:cubicBezTo>
                <a:cubicBezTo>
                  <a:pt x="22706" y="1550"/>
                  <a:pt x="22737" y="1733"/>
                  <a:pt x="22706" y="1794"/>
                </a:cubicBezTo>
                <a:cubicBezTo>
                  <a:pt x="22706" y="1815"/>
                  <a:pt x="22615" y="1837"/>
                  <a:pt x="22497" y="1837"/>
                </a:cubicBezTo>
                <a:cubicBezTo>
                  <a:pt x="22449" y="1837"/>
                  <a:pt x="22395" y="1833"/>
                  <a:pt x="22342" y="1824"/>
                </a:cubicBezTo>
                <a:lnTo>
                  <a:pt x="22159" y="1824"/>
                </a:lnTo>
                <a:lnTo>
                  <a:pt x="22007" y="1794"/>
                </a:lnTo>
                <a:cubicBezTo>
                  <a:pt x="21855" y="1794"/>
                  <a:pt x="21703" y="1794"/>
                  <a:pt x="21551" y="1824"/>
                </a:cubicBezTo>
                <a:cubicBezTo>
                  <a:pt x="21527" y="1824"/>
                  <a:pt x="21474" y="1819"/>
                  <a:pt x="21416" y="1819"/>
                </a:cubicBezTo>
                <a:cubicBezTo>
                  <a:pt x="21330" y="1819"/>
                  <a:pt x="21235" y="1830"/>
                  <a:pt x="21217" y="1885"/>
                </a:cubicBezTo>
                <a:cubicBezTo>
                  <a:pt x="21217" y="1929"/>
                  <a:pt x="21136" y="1958"/>
                  <a:pt x="21080" y="1958"/>
                </a:cubicBezTo>
                <a:cubicBezTo>
                  <a:pt x="21060" y="1958"/>
                  <a:pt x="21043" y="1954"/>
                  <a:pt x="21035" y="1946"/>
                </a:cubicBezTo>
                <a:cubicBezTo>
                  <a:pt x="21035" y="1915"/>
                  <a:pt x="20913" y="1915"/>
                  <a:pt x="20883" y="1885"/>
                </a:cubicBezTo>
                <a:cubicBezTo>
                  <a:pt x="20883" y="1854"/>
                  <a:pt x="20883" y="1642"/>
                  <a:pt x="20822" y="1642"/>
                </a:cubicBezTo>
                <a:cubicBezTo>
                  <a:pt x="20700" y="1611"/>
                  <a:pt x="20609" y="1581"/>
                  <a:pt x="20518" y="1520"/>
                </a:cubicBezTo>
                <a:lnTo>
                  <a:pt x="20366" y="1490"/>
                </a:lnTo>
                <a:lnTo>
                  <a:pt x="20305" y="1490"/>
                </a:lnTo>
                <a:cubicBezTo>
                  <a:pt x="20298" y="1482"/>
                  <a:pt x="20288" y="1479"/>
                  <a:pt x="20277" y="1479"/>
                </a:cubicBezTo>
                <a:cubicBezTo>
                  <a:pt x="20195" y="1479"/>
                  <a:pt x="20024" y="1653"/>
                  <a:pt x="19971" y="1733"/>
                </a:cubicBezTo>
                <a:cubicBezTo>
                  <a:pt x="19921" y="1808"/>
                  <a:pt x="19850" y="1862"/>
                  <a:pt x="19810" y="1862"/>
                </a:cubicBezTo>
                <a:cubicBezTo>
                  <a:pt x="19801" y="1862"/>
                  <a:pt x="19794" y="1860"/>
                  <a:pt x="19788" y="1854"/>
                </a:cubicBezTo>
                <a:lnTo>
                  <a:pt x="19728" y="1824"/>
                </a:lnTo>
                <a:lnTo>
                  <a:pt x="19545" y="1763"/>
                </a:lnTo>
                <a:cubicBezTo>
                  <a:pt x="19424" y="1854"/>
                  <a:pt x="19333" y="1915"/>
                  <a:pt x="19211" y="1976"/>
                </a:cubicBezTo>
                <a:cubicBezTo>
                  <a:pt x="19205" y="1982"/>
                  <a:pt x="19198" y="1984"/>
                  <a:pt x="19191" y="1984"/>
                </a:cubicBezTo>
                <a:cubicBezTo>
                  <a:pt x="19158" y="1984"/>
                  <a:pt x="19114" y="1940"/>
                  <a:pt x="19089" y="1915"/>
                </a:cubicBezTo>
                <a:lnTo>
                  <a:pt x="19120" y="1854"/>
                </a:lnTo>
                <a:lnTo>
                  <a:pt x="19150" y="1824"/>
                </a:lnTo>
                <a:cubicBezTo>
                  <a:pt x="19211" y="1763"/>
                  <a:pt x="19272" y="1672"/>
                  <a:pt x="19302" y="1581"/>
                </a:cubicBezTo>
                <a:lnTo>
                  <a:pt x="19120" y="1490"/>
                </a:lnTo>
                <a:lnTo>
                  <a:pt x="19089" y="1490"/>
                </a:lnTo>
                <a:cubicBezTo>
                  <a:pt x="19087" y="1487"/>
                  <a:pt x="19084" y="1486"/>
                  <a:pt x="19080" y="1486"/>
                </a:cubicBezTo>
                <a:cubicBezTo>
                  <a:pt x="19028" y="1486"/>
                  <a:pt x="18842" y="1649"/>
                  <a:pt x="18785" y="1733"/>
                </a:cubicBezTo>
                <a:cubicBezTo>
                  <a:pt x="18694" y="1854"/>
                  <a:pt x="18603" y="1946"/>
                  <a:pt x="18512" y="2037"/>
                </a:cubicBezTo>
                <a:lnTo>
                  <a:pt x="18269" y="2037"/>
                </a:lnTo>
                <a:cubicBezTo>
                  <a:pt x="18178" y="2037"/>
                  <a:pt x="18117" y="1915"/>
                  <a:pt x="18147" y="1854"/>
                </a:cubicBezTo>
                <a:cubicBezTo>
                  <a:pt x="18147" y="1824"/>
                  <a:pt x="18026" y="1672"/>
                  <a:pt x="17934" y="1611"/>
                </a:cubicBezTo>
                <a:cubicBezTo>
                  <a:pt x="17924" y="1601"/>
                  <a:pt x="17908" y="1597"/>
                  <a:pt x="17888" y="1597"/>
                </a:cubicBezTo>
                <a:cubicBezTo>
                  <a:pt x="17787" y="1597"/>
                  <a:pt x="17580" y="1702"/>
                  <a:pt x="17478" y="1702"/>
                </a:cubicBezTo>
                <a:cubicBezTo>
                  <a:pt x="17296" y="1702"/>
                  <a:pt x="17114" y="1733"/>
                  <a:pt x="16931" y="1733"/>
                </a:cubicBezTo>
                <a:cubicBezTo>
                  <a:pt x="16779" y="1794"/>
                  <a:pt x="16658" y="1824"/>
                  <a:pt x="16506" y="1854"/>
                </a:cubicBezTo>
                <a:lnTo>
                  <a:pt x="16232" y="1854"/>
                </a:lnTo>
                <a:lnTo>
                  <a:pt x="16171" y="1794"/>
                </a:lnTo>
                <a:cubicBezTo>
                  <a:pt x="16149" y="1783"/>
                  <a:pt x="16119" y="1775"/>
                  <a:pt x="16083" y="1775"/>
                </a:cubicBezTo>
                <a:cubicBezTo>
                  <a:pt x="16022" y="1775"/>
                  <a:pt x="15945" y="1797"/>
                  <a:pt x="15867" y="1854"/>
                </a:cubicBezTo>
                <a:cubicBezTo>
                  <a:pt x="15784" y="1799"/>
                  <a:pt x="15715" y="1777"/>
                  <a:pt x="15655" y="1777"/>
                </a:cubicBezTo>
                <a:cubicBezTo>
                  <a:pt x="15517" y="1777"/>
                  <a:pt x="15426" y="1891"/>
                  <a:pt x="15320" y="1976"/>
                </a:cubicBezTo>
                <a:lnTo>
                  <a:pt x="15077" y="2158"/>
                </a:lnTo>
                <a:cubicBezTo>
                  <a:pt x="15002" y="2137"/>
                  <a:pt x="14926" y="2127"/>
                  <a:pt x="14858" y="2127"/>
                </a:cubicBezTo>
                <a:cubicBezTo>
                  <a:pt x="14733" y="2127"/>
                  <a:pt x="14630" y="2160"/>
                  <a:pt x="14591" y="2219"/>
                </a:cubicBezTo>
                <a:lnTo>
                  <a:pt x="14591" y="2310"/>
                </a:lnTo>
                <a:lnTo>
                  <a:pt x="14591" y="2371"/>
                </a:lnTo>
                <a:cubicBezTo>
                  <a:pt x="14591" y="2446"/>
                  <a:pt x="14529" y="2501"/>
                  <a:pt x="14456" y="2501"/>
                </a:cubicBezTo>
                <a:cubicBezTo>
                  <a:pt x="14441" y="2501"/>
                  <a:pt x="14425" y="2498"/>
                  <a:pt x="14408" y="2493"/>
                </a:cubicBezTo>
                <a:cubicBezTo>
                  <a:pt x="14317" y="2462"/>
                  <a:pt x="14226" y="2462"/>
                  <a:pt x="14135" y="2462"/>
                </a:cubicBezTo>
                <a:lnTo>
                  <a:pt x="14044" y="2462"/>
                </a:lnTo>
                <a:cubicBezTo>
                  <a:pt x="13983" y="2462"/>
                  <a:pt x="13922" y="2614"/>
                  <a:pt x="13892" y="2614"/>
                </a:cubicBezTo>
                <a:cubicBezTo>
                  <a:pt x="13770" y="2584"/>
                  <a:pt x="13679" y="2554"/>
                  <a:pt x="13588" y="2523"/>
                </a:cubicBezTo>
                <a:lnTo>
                  <a:pt x="13527" y="2523"/>
                </a:lnTo>
                <a:cubicBezTo>
                  <a:pt x="13523" y="2519"/>
                  <a:pt x="13519" y="2517"/>
                  <a:pt x="13515" y="2517"/>
                </a:cubicBezTo>
                <a:cubicBezTo>
                  <a:pt x="13489" y="2517"/>
                  <a:pt x="13466" y="2592"/>
                  <a:pt x="13466" y="2645"/>
                </a:cubicBezTo>
                <a:cubicBezTo>
                  <a:pt x="13466" y="2689"/>
                  <a:pt x="13401" y="2717"/>
                  <a:pt x="13318" y="2717"/>
                </a:cubicBezTo>
                <a:cubicBezTo>
                  <a:pt x="13288" y="2717"/>
                  <a:pt x="13256" y="2714"/>
                  <a:pt x="13223" y="2706"/>
                </a:cubicBezTo>
                <a:lnTo>
                  <a:pt x="13162" y="2675"/>
                </a:lnTo>
                <a:lnTo>
                  <a:pt x="13071" y="2645"/>
                </a:lnTo>
                <a:cubicBezTo>
                  <a:pt x="12980" y="2614"/>
                  <a:pt x="12889" y="2584"/>
                  <a:pt x="12797" y="2523"/>
                </a:cubicBezTo>
                <a:cubicBezTo>
                  <a:pt x="12797" y="2518"/>
                  <a:pt x="12795" y="2515"/>
                  <a:pt x="12790" y="2515"/>
                </a:cubicBezTo>
                <a:cubicBezTo>
                  <a:pt x="12768" y="2515"/>
                  <a:pt x="12701" y="2574"/>
                  <a:pt x="12676" y="2675"/>
                </a:cubicBezTo>
                <a:lnTo>
                  <a:pt x="12554" y="2766"/>
                </a:lnTo>
                <a:lnTo>
                  <a:pt x="12463" y="2827"/>
                </a:lnTo>
                <a:cubicBezTo>
                  <a:pt x="12428" y="2916"/>
                  <a:pt x="12382" y="2963"/>
                  <a:pt x="12344" y="2963"/>
                </a:cubicBezTo>
                <a:cubicBezTo>
                  <a:pt x="12317" y="2963"/>
                  <a:pt x="12293" y="2939"/>
                  <a:pt x="12281" y="2888"/>
                </a:cubicBezTo>
                <a:lnTo>
                  <a:pt x="12220" y="2797"/>
                </a:lnTo>
                <a:lnTo>
                  <a:pt x="12220" y="2766"/>
                </a:lnTo>
                <a:cubicBezTo>
                  <a:pt x="12190" y="2751"/>
                  <a:pt x="12159" y="2744"/>
                  <a:pt x="12129" y="2744"/>
                </a:cubicBezTo>
                <a:cubicBezTo>
                  <a:pt x="12098" y="2744"/>
                  <a:pt x="12068" y="2751"/>
                  <a:pt x="12038" y="2766"/>
                </a:cubicBezTo>
                <a:lnTo>
                  <a:pt x="12038" y="2797"/>
                </a:lnTo>
                <a:lnTo>
                  <a:pt x="12038" y="2918"/>
                </a:lnTo>
                <a:cubicBezTo>
                  <a:pt x="12068" y="3009"/>
                  <a:pt x="12068" y="3131"/>
                  <a:pt x="12068" y="3222"/>
                </a:cubicBezTo>
                <a:cubicBezTo>
                  <a:pt x="11977" y="3131"/>
                  <a:pt x="11916" y="3040"/>
                  <a:pt x="11855" y="2949"/>
                </a:cubicBezTo>
                <a:cubicBezTo>
                  <a:pt x="11817" y="2891"/>
                  <a:pt x="11766" y="2870"/>
                  <a:pt x="11711" y="2870"/>
                </a:cubicBezTo>
                <a:cubicBezTo>
                  <a:pt x="11679" y="2870"/>
                  <a:pt x="11645" y="2877"/>
                  <a:pt x="11612" y="2888"/>
                </a:cubicBezTo>
                <a:cubicBezTo>
                  <a:pt x="11603" y="2897"/>
                  <a:pt x="11586" y="2900"/>
                  <a:pt x="11566" y="2900"/>
                </a:cubicBezTo>
                <a:cubicBezTo>
                  <a:pt x="11518" y="2900"/>
                  <a:pt x="11451" y="2879"/>
                  <a:pt x="11430" y="2857"/>
                </a:cubicBezTo>
                <a:cubicBezTo>
                  <a:pt x="11421" y="2849"/>
                  <a:pt x="11399" y="2845"/>
                  <a:pt x="11371" y="2845"/>
                </a:cubicBezTo>
                <a:cubicBezTo>
                  <a:pt x="11305" y="2845"/>
                  <a:pt x="11208" y="2866"/>
                  <a:pt x="11187" y="2888"/>
                </a:cubicBezTo>
                <a:cubicBezTo>
                  <a:pt x="11156" y="2888"/>
                  <a:pt x="11126" y="2949"/>
                  <a:pt x="11156" y="2949"/>
                </a:cubicBezTo>
                <a:lnTo>
                  <a:pt x="11156" y="2979"/>
                </a:lnTo>
                <a:cubicBezTo>
                  <a:pt x="11156" y="2979"/>
                  <a:pt x="11156" y="3009"/>
                  <a:pt x="11156" y="3040"/>
                </a:cubicBezTo>
                <a:cubicBezTo>
                  <a:pt x="11095" y="3070"/>
                  <a:pt x="11065" y="3070"/>
                  <a:pt x="11004" y="3101"/>
                </a:cubicBezTo>
                <a:lnTo>
                  <a:pt x="10974" y="3101"/>
                </a:lnTo>
                <a:cubicBezTo>
                  <a:pt x="10967" y="3097"/>
                  <a:pt x="10955" y="3096"/>
                  <a:pt x="10939" y="3096"/>
                </a:cubicBezTo>
                <a:cubicBezTo>
                  <a:pt x="10830" y="3096"/>
                  <a:pt x="10528" y="3166"/>
                  <a:pt x="10346" y="3166"/>
                </a:cubicBezTo>
                <a:cubicBezTo>
                  <a:pt x="10319" y="3166"/>
                  <a:pt x="10295" y="3165"/>
                  <a:pt x="10275" y="3161"/>
                </a:cubicBezTo>
                <a:lnTo>
                  <a:pt x="9940" y="3101"/>
                </a:lnTo>
                <a:cubicBezTo>
                  <a:pt x="9910" y="3131"/>
                  <a:pt x="9849" y="3192"/>
                  <a:pt x="9849" y="3192"/>
                </a:cubicBezTo>
                <a:cubicBezTo>
                  <a:pt x="9910" y="3222"/>
                  <a:pt x="9940" y="3253"/>
                  <a:pt x="10001" y="3283"/>
                </a:cubicBezTo>
                <a:cubicBezTo>
                  <a:pt x="10050" y="3283"/>
                  <a:pt x="10079" y="3205"/>
                  <a:pt x="10120" y="3205"/>
                </a:cubicBezTo>
                <a:cubicBezTo>
                  <a:pt x="10130" y="3205"/>
                  <a:pt x="10141" y="3210"/>
                  <a:pt x="10153" y="3222"/>
                </a:cubicBezTo>
                <a:cubicBezTo>
                  <a:pt x="10183" y="3283"/>
                  <a:pt x="10244" y="3344"/>
                  <a:pt x="10244" y="3374"/>
                </a:cubicBezTo>
                <a:lnTo>
                  <a:pt x="10244" y="3435"/>
                </a:lnTo>
                <a:cubicBezTo>
                  <a:pt x="10153" y="3465"/>
                  <a:pt x="10305" y="3557"/>
                  <a:pt x="10396" y="3587"/>
                </a:cubicBezTo>
                <a:cubicBezTo>
                  <a:pt x="10487" y="3587"/>
                  <a:pt x="10579" y="3587"/>
                  <a:pt x="10579" y="3526"/>
                </a:cubicBezTo>
                <a:lnTo>
                  <a:pt x="10579" y="3496"/>
                </a:lnTo>
                <a:lnTo>
                  <a:pt x="10579" y="3435"/>
                </a:lnTo>
                <a:cubicBezTo>
                  <a:pt x="10548" y="3405"/>
                  <a:pt x="10670" y="3374"/>
                  <a:pt x="10731" y="3374"/>
                </a:cubicBezTo>
                <a:cubicBezTo>
                  <a:pt x="10791" y="3374"/>
                  <a:pt x="10822" y="3587"/>
                  <a:pt x="10791" y="3648"/>
                </a:cubicBezTo>
                <a:cubicBezTo>
                  <a:pt x="10791" y="3709"/>
                  <a:pt x="10670" y="3800"/>
                  <a:pt x="10518" y="3800"/>
                </a:cubicBezTo>
                <a:lnTo>
                  <a:pt x="10366" y="3709"/>
                </a:lnTo>
                <a:lnTo>
                  <a:pt x="10183" y="3617"/>
                </a:lnTo>
                <a:cubicBezTo>
                  <a:pt x="10031" y="3800"/>
                  <a:pt x="10062" y="3952"/>
                  <a:pt x="10092" y="3952"/>
                </a:cubicBezTo>
                <a:lnTo>
                  <a:pt x="10487" y="3952"/>
                </a:lnTo>
                <a:lnTo>
                  <a:pt x="10579" y="4073"/>
                </a:lnTo>
                <a:cubicBezTo>
                  <a:pt x="10639" y="4073"/>
                  <a:pt x="10639" y="4134"/>
                  <a:pt x="10639" y="4165"/>
                </a:cubicBezTo>
                <a:cubicBezTo>
                  <a:pt x="10670" y="4165"/>
                  <a:pt x="10731" y="4073"/>
                  <a:pt x="10731" y="4013"/>
                </a:cubicBezTo>
                <a:cubicBezTo>
                  <a:pt x="10731" y="3982"/>
                  <a:pt x="10883" y="3952"/>
                  <a:pt x="10943" y="3952"/>
                </a:cubicBezTo>
                <a:cubicBezTo>
                  <a:pt x="10974" y="3952"/>
                  <a:pt x="10974" y="4013"/>
                  <a:pt x="10974" y="4043"/>
                </a:cubicBezTo>
                <a:cubicBezTo>
                  <a:pt x="10974" y="4064"/>
                  <a:pt x="11075" y="4099"/>
                  <a:pt x="11148" y="4099"/>
                </a:cubicBezTo>
                <a:cubicBezTo>
                  <a:pt x="11181" y="4099"/>
                  <a:pt x="11207" y="4092"/>
                  <a:pt x="11217" y="4073"/>
                </a:cubicBezTo>
                <a:cubicBezTo>
                  <a:pt x="11232" y="4043"/>
                  <a:pt x="11270" y="4028"/>
                  <a:pt x="11312" y="4028"/>
                </a:cubicBezTo>
                <a:cubicBezTo>
                  <a:pt x="11354" y="4028"/>
                  <a:pt x="11399" y="4043"/>
                  <a:pt x="11430" y="4073"/>
                </a:cubicBezTo>
                <a:lnTo>
                  <a:pt x="11521" y="4104"/>
                </a:lnTo>
                <a:cubicBezTo>
                  <a:pt x="11538" y="4107"/>
                  <a:pt x="11552" y="4109"/>
                  <a:pt x="11564" y="4109"/>
                </a:cubicBezTo>
                <a:cubicBezTo>
                  <a:pt x="11661" y="4109"/>
                  <a:pt x="11619" y="4009"/>
                  <a:pt x="11673" y="3982"/>
                </a:cubicBezTo>
                <a:lnTo>
                  <a:pt x="11734" y="3952"/>
                </a:lnTo>
                <a:cubicBezTo>
                  <a:pt x="11825" y="3952"/>
                  <a:pt x="11946" y="3982"/>
                  <a:pt x="12038" y="4043"/>
                </a:cubicBezTo>
                <a:lnTo>
                  <a:pt x="12038" y="4134"/>
                </a:lnTo>
                <a:cubicBezTo>
                  <a:pt x="11946" y="4225"/>
                  <a:pt x="11825" y="4256"/>
                  <a:pt x="11703" y="4286"/>
                </a:cubicBezTo>
                <a:lnTo>
                  <a:pt x="11673" y="4286"/>
                </a:lnTo>
                <a:cubicBezTo>
                  <a:pt x="11642" y="4316"/>
                  <a:pt x="11582" y="4316"/>
                  <a:pt x="11551" y="4316"/>
                </a:cubicBezTo>
                <a:cubicBezTo>
                  <a:pt x="11460" y="4286"/>
                  <a:pt x="11399" y="4256"/>
                  <a:pt x="11308" y="4225"/>
                </a:cubicBezTo>
                <a:lnTo>
                  <a:pt x="11247" y="4225"/>
                </a:lnTo>
                <a:cubicBezTo>
                  <a:pt x="11231" y="4217"/>
                  <a:pt x="11215" y="4214"/>
                  <a:pt x="11199" y="4214"/>
                </a:cubicBezTo>
                <a:cubicBezTo>
                  <a:pt x="11094" y="4214"/>
                  <a:pt x="10992" y="4379"/>
                  <a:pt x="10913" y="4590"/>
                </a:cubicBezTo>
                <a:lnTo>
                  <a:pt x="11278" y="4712"/>
                </a:lnTo>
                <a:lnTo>
                  <a:pt x="11308" y="4712"/>
                </a:lnTo>
                <a:cubicBezTo>
                  <a:pt x="11308" y="4803"/>
                  <a:pt x="11399" y="4894"/>
                  <a:pt x="11490" y="4924"/>
                </a:cubicBezTo>
                <a:cubicBezTo>
                  <a:pt x="11521" y="4924"/>
                  <a:pt x="11551" y="4955"/>
                  <a:pt x="11521" y="5016"/>
                </a:cubicBezTo>
                <a:lnTo>
                  <a:pt x="11490" y="5076"/>
                </a:lnTo>
                <a:lnTo>
                  <a:pt x="11490" y="5107"/>
                </a:lnTo>
                <a:cubicBezTo>
                  <a:pt x="11582" y="5137"/>
                  <a:pt x="11665" y="5152"/>
                  <a:pt x="11745" y="5152"/>
                </a:cubicBezTo>
                <a:cubicBezTo>
                  <a:pt x="11825" y="5152"/>
                  <a:pt x="11901" y="5137"/>
                  <a:pt x="11977" y="5107"/>
                </a:cubicBezTo>
                <a:cubicBezTo>
                  <a:pt x="12098" y="5076"/>
                  <a:pt x="12159" y="4955"/>
                  <a:pt x="12068" y="4833"/>
                </a:cubicBezTo>
                <a:lnTo>
                  <a:pt x="12250" y="4803"/>
                </a:lnTo>
                <a:lnTo>
                  <a:pt x="12402" y="4772"/>
                </a:lnTo>
                <a:lnTo>
                  <a:pt x="12433" y="4772"/>
                </a:lnTo>
                <a:cubicBezTo>
                  <a:pt x="12463" y="4772"/>
                  <a:pt x="12494" y="4833"/>
                  <a:pt x="12463" y="4864"/>
                </a:cubicBezTo>
                <a:cubicBezTo>
                  <a:pt x="12463" y="4864"/>
                  <a:pt x="12433" y="4985"/>
                  <a:pt x="12402" y="5076"/>
                </a:cubicBezTo>
                <a:lnTo>
                  <a:pt x="12402" y="5137"/>
                </a:lnTo>
                <a:cubicBezTo>
                  <a:pt x="12418" y="5228"/>
                  <a:pt x="12463" y="5251"/>
                  <a:pt x="12516" y="5251"/>
                </a:cubicBezTo>
                <a:cubicBezTo>
                  <a:pt x="12570" y="5251"/>
                  <a:pt x="12630" y="5228"/>
                  <a:pt x="12676" y="5228"/>
                </a:cubicBezTo>
                <a:cubicBezTo>
                  <a:pt x="12706" y="5198"/>
                  <a:pt x="12706" y="5137"/>
                  <a:pt x="12706" y="5107"/>
                </a:cubicBezTo>
                <a:lnTo>
                  <a:pt x="12645" y="5107"/>
                </a:lnTo>
                <a:cubicBezTo>
                  <a:pt x="12494" y="5107"/>
                  <a:pt x="12494" y="5107"/>
                  <a:pt x="12524" y="5016"/>
                </a:cubicBezTo>
                <a:lnTo>
                  <a:pt x="12554" y="4985"/>
                </a:lnTo>
                <a:cubicBezTo>
                  <a:pt x="12562" y="4971"/>
                  <a:pt x="12581" y="4965"/>
                  <a:pt x="12608" y="4965"/>
                </a:cubicBezTo>
                <a:cubicBezTo>
                  <a:pt x="12691" y="4965"/>
                  <a:pt x="12842" y="5023"/>
                  <a:pt x="12889" y="5046"/>
                </a:cubicBezTo>
                <a:cubicBezTo>
                  <a:pt x="12980" y="5107"/>
                  <a:pt x="13071" y="5168"/>
                  <a:pt x="13193" y="5168"/>
                </a:cubicBezTo>
                <a:cubicBezTo>
                  <a:pt x="13284" y="5168"/>
                  <a:pt x="13345" y="5168"/>
                  <a:pt x="13436" y="5137"/>
                </a:cubicBezTo>
                <a:cubicBezTo>
                  <a:pt x="13557" y="5107"/>
                  <a:pt x="13679" y="5107"/>
                  <a:pt x="13801" y="5107"/>
                </a:cubicBezTo>
                <a:lnTo>
                  <a:pt x="13953" y="5198"/>
                </a:lnTo>
                <a:cubicBezTo>
                  <a:pt x="14036" y="5281"/>
                  <a:pt x="14119" y="5415"/>
                  <a:pt x="14294" y="5415"/>
                </a:cubicBezTo>
                <a:cubicBezTo>
                  <a:pt x="14311" y="5415"/>
                  <a:pt x="14329" y="5413"/>
                  <a:pt x="14348" y="5411"/>
                </a:cubicBezTo>
                <a:lnTo>
                  <a:pt x="15260" y="5411"/>
                </a:lnTo>
                <a:cubicBezTo>
                  <a:pt x="15412" y="5411"/>
                  <a:pt x="15563" y="5411"/>
                  <a:pt x="15715" y="5472"/>
                </a:cubicBezTo>
                <a:cubicBezTo>
                  <a:pt x="15733" y="5477"/>
                  <a:pt x="15754" y="5480"/>
                  <a:pt x="15777" y="5480"/>
                </a:cubicBezTo>
                <a:cubicBezTo>
                  <a:pt x="15874" y="5480"/>
                  <a:pt x="16012" y="5435"/>
                  <a:pt x="16111" y="5411"/>
                </a:cubicBezTo>
                <a:cubicBezTo>
                  <a:pt x="16141" y="5411"/>
                  <a:pt x="16179" y="5418"/>
                  <a:pt x="16213" y="5418"/>
                </a:cubicBezTo>
                <a:cubicBezTo>
                  <a:pt x="16247" y="5418"/>
                  <a:pt x="16278" y="5411"/>
                  <a:pt x="16293" y="5380"/>
                </a:cubicBezTo>
                <a:cubicBezTo>
                  <a:pt x="16319" y="5328"/>
                  <a:pt x="16323" y="5253"/>
                  <a:pt x="16402" y="5253"/>
                </a:cubicBezTo>
                <a:cubicBezTo>
                  <a:pt x="16414" y="5253"/>
                  <a:pt x="16428" y="5255"/>
                  <a:pt x="16445" y="5259"/>
                </a:cubicBezTo>
                <a:lnTo>
                  <a:pt x="16506" y="5259"/>
                </a:lnTo>
                <a:cubicBezTo>
                  <a:pt x="16567" y="5320"/>
                  <a:pt x="16567" y="5411"/>
                  <a:pt x="16506" y="5472"/>
                </a:cubicBezTo>
                <a:lnTo>
                  <a:pt x="16323" y="5472"/>
                </a:lnTo>
                <a:cubicBezTo>
                  <a:pt x="16232" y="5563"/>
                  <a:pt x="16141" y="5593"/>
                  <a:pt x="16050" y="5623"/>
                </a:cubicBezTo>
                <a:lnTo>
                  <a:pt x="15928" y="5623"/>
                </a:lnTo>
                <a:cubicBezTo>
                  <a:pt x="15920" y="5619"/>
                  <a:pt x="15911" y="5617"/>
                  <a:pt x="15902" y="5617"/>
                </a:cubicBezTo>
                <a:cubicBezTo>
                  <a:pt x="15844" y="5617"/>
                  <a:pt x="15776" y="5693"/>
                  <a:pt x="15776" y="5745"/>
                </a:cubicBezTo>
                <a:cubicBezTo>
                  <a:pt x="15776" y="5752"/>
                  <a:pt x="15768" y="5756"/>
                  <a:pt x="15752" y="5756"/>
                </a:cubicBezTo>
                <a:cubicBezTo>
                  <a:pt x="15703" y="5756"/>
                  <a:pt x="15581" y="5716"/>
                  <a:pt x="15442" y="5623"/>
                </a:cubicBezTo>
                <a:lnTo>
                  <a:pt x="15168" y="5775"/>
                </a:lnTo>
                <a:lnTo>
                  <a:pt x="14925" y="5775"/>
                </a:lnTo>
                <a:cubicBezTo>
                  <a:pt x="14773" y="5745"/>
                  <a:pt x="14621" y="5745"/>
                  <a:pt x="14469" y="5745"/>
                </a:cubicBezTo>
                <a:lnTo>
                  <a:pt x="14256" y="5745"/>
                </a:lnTo>
                <a:cubicBezTo>
                  <a:pt x="14211" y="5745"/>
                  <a:pt x="14135" y="5737"/>
                  <a:pt x="14063" y="5737"/>
                </a:cubicBezTo>
                <a:cubicBezTo>
                  <a:pt x="13991" y="5737"/>
                  <a:pt x="13922" y="5745"/>
                  <a:pt x="13892" y="5775"/>
                </a:cubicBezTo>
                <a:cubicBezTo>
                  <a:pt x="13831" y="5836"/>
                  <a:pt x="13770" y="5927"/>
                  <a:pt x="13709" y="5988"/>
                </a:cubicBezTo>
                <a:cubicBezTo>
                  <a:pt x="13649" y="5988"/>
                  <a:pt x="13466" y="5897"/>
                  <a:pt x="13436" y="5867"/>
                </a:cubicBezTo>
                <a:cubicBezTo>
                  <a:pt x="13284" y="5867"/>
                  <a:pt x="13162" y="5867"/>
                  <a:pt x="13041" y="5927"/>
                </a:cubicBezTo>
                <a:cubicBezTo>
                  <a:pt x="12980" y="5927"/>
                  <a:pt x="12889" y="5927"/>
                  <a:pt x="12858" y="5867"/>
                </a:cubicBezTo>
                <a:cubicBezTo>
                  <a:pt x="12858" y="5861"/>
                  <a:pt x="12854" y="5858"/>
                  <a:pt x="12846" y="5858"/>
                </a:cubicBezTo>
                <a:cubicBezTo>
                  <a:pt x="12815" y="5858"/>
                  <a:pt x="12731" y="5903"/>
                  <a:pt x="12706" y="5927"/>
                </a:cubicBezTo>
                <a:lnTo>
                  <a:pt x="12402" y="5927"/>
                </a:lnTo>
                <a:cubicBezTo>
                  <a:pt x="12281" y="5927"/>
                  <a:pt x="12129" y="5927"/>
                  <a:pt x="12007" y="5958"/>
                </a:cubicBezTo>
                <a:cubicBezTo>
                  <a:pt x="11931" y="5973"/>
                  <a:pt x="11855" y="5981"/>
                  <a:pt x="11779" y="5981"/>
                </a:cubicBezTo>
                <a:cubicBezTo>
                  <a:pt x="11703" y="5981"/>
                  <a:pt x="11627" y="5973"/>
                  <a:pt x="11551" y="5958"/>
                </a:cubicBezTo>
                <a:lnTo>
                  <a:pt x="11399" y="5958"/>
                </a:lnTo>
                <a:cubicBezTo>
                  <a:pt x="11247" y="5988"/>
                  <a:pt x="11095" y="6019"/>
                  <a:pt x="10974" y="6079"/>
                </a:cubicBezTo>
                <a:cubicBezTo>
                  <a:pt x="10913" y="6079"/>
                  <a:pt x="10913" y="6201"/>
                  <a:pt x="10852" y="6201"/>
                </a:cubicBezTo>
                <a:cubicBezTo>
                  <a:pt x="10831" y="6206"/>
                  <a:pt x="10813" y="6209"/>
                  <a:pt x="10798" y="6209"/>
                </a:cubicBezTo>
                <a:cubicBezTo>
                  <a:pt x="10731" y="6209"/>
                  <a:pt x="10731" y="6154"/>
                  <a:pt x="10731" y="6079"/>
                </a:cubicBezTo>
                <a:lnTo>
                  <a:pt x="10639" y="6079"/>
                </a:lnTo>
                <a:cubicBezTo>
                  <a:pt x="10582" y="6137"/>
                  <a:pt x="10499" y="6158"/>
                  <a:pt x="10416" y="6158"/>
                </a:cubicBezTo>
                <a:cubicBezTo>
                  <a:pt x="10368" y="6158"/>
                  <a:pt x="10319" y="6151"/>
                  <a:pt x="10275" y="6140"/>
                </a:cubicBezTo>
                <a:lnTo>
                  <a:pt x="10062" y="6110"/>
                </a:lnTo>
                <a:lnTo>
                  <a:pt x="10062" y="6110"/>
                </a:lnTo>
                <a:cubicBezTo>
                  <a:pt x="10080" y="6181"/>
                  <a:pt x="10066" y="6211"/>
                  <a:pt x="10040" y="6211"/>
                </a:cubicBezTo>
                <a:cubicBezTo>
                  <a:pt x="10021" y="6211"/>
                  <a:pt x="9996" y="6196"/>
                  <a:pt x="9971" y="6171"/>
                </a:cubicBezTo>
                <a:lnTo>
                  <a:pt x="9819" y="6171"/>
                </a:lnTo>
                <a:cubicBezTo>
                  <a:pt x="9697" y="6201"/>
                  <a:pt x="9606" y="6231"/>
                  <a:pt x="9484" y="6262"/>
                </a:cubicBezTo>
                <a:lnTo>
                  <a:pt x="9393" y="6262"/>
                </a:lnTo>
                <a:cubicBezTo>
                  <a:pt x="9363" y="6292"/>
                  <a:pt x="9332" y="6292"/>
                  <a:pt x="9272" y="6323"/>
                </a:cubicBezTo>
                <a:cubicBezTo>
                  <a:pt x="9164" y="6344"/>
                  <a:pt x="9057" y="6366"/>
                  <a:pt x="8949" y="6366"/>
                </a:cubicBezTo>
                <a:cubicBezTo>
                  <a:pt x="8905" y="6366"/>
                  <a:pt x="8860" y="6362"/>
                  <a:pt x="8816" y="6353"/>
                </a:cubicBezTo>
                <a:lnTo>
                  <a:pt x="8724" y="6353"/>
                </a:lnTo>
                <a:cubicBezTo>
                  <a:pt x="8603" y="6353"/>
                  <a:pt x="8177" y="6535"/>
                  <a:pt x="8056" y="6535"/>
                </a:cubicBezTo>
                <a:cubicBezTo>
                  <a:pt x="7954" y="6535"/>
                  <a:pt x="7718" y="6495"/>
                  <a:pt x="7554" y="6495"/>
                </a:cubicBezTo>
                <a:cubicBezTo>
                  <a:pt x="7471" y="6495"/>
                  <a:pt x="7407" y="6505"/>
                  <a:pt x="7387" y="6535"/>
                </a:cubicBezTo>
                <a:cubicBezTo>
                  <a:pt x="7348" y="6594"/>
                  <a:pt x="7296" y="6628"/>
                  <a:pt x="7248" y="6628"/>
                </a:cubicBezTo>
                <a:cubicBezTo>
                  <a:pt x="7221" y="6628"/>
                  <a:pt x="7196" y="6618"/>
                  <a:pt x="7174" y="6596"/>
                </a:cubicBezTo>
                <a:lnTo>
                  <a:pt x="7144" y="6535"/>
                </a:lnTo>
                <a:lnTo>
                  <a:pt x="7113" y="6505"/>
                </a:lnTo>
                <a:cubicBezTo>
                  <a:pt x="7024" y="6469"/>
                  <a:pt x="6946" y="6455"/>
                  <a:pt x="6865" y="6455"/>
                </a:cubicBezTo>
                <a:cubicBezTo>
                  <a:pt x="6809" y="6455"/>
                  <a:pt x="6751" y="6462"/>
                  <a:pt x="6688" y="6475"/>
                </a:cubicBezTo>
                <a:lnTo>
                  <a:pt x="6536" y="6535"/>
                </a:lnTo>
                <a:cubicBezTo>
                  <a:pt x="6436" y="6586"/>
                  <a:pt x="6335" y="6608"/>
                  <a:pt x="6235" y="6608"/>
                </a:cubicBezTo>
                <a:cubicBezTo>
                  <a:pt x="6153" y="6608"/>
                  <a:pt x="6071" y="6593"/>
                  <a:pt x="5989" y="6566"/>
                </a:cubicBezTo>
                <a:cubicBezTo>
                  <a:pt x="5928" y="6551"/>
                  <a:pt x="5867" y="6543"/>
                  <a:pt x="5803" y="6543"/>
                </a:cubicBezTo>
                <a:cubicBezTo>
                  <a:pt x="5738" y="6543"/>
                  <a:pt x="5670" y="6551"/>
                  <a:pt x="5594" y="6566"/>
                </a:cubicBezTo>
                <a:lnTo>
                  <a:pt x="5503" y="6596"/>
                </a:lnTo>
                <a:cubicBezTo>
                  <a:pt x="5381" y="6657"/>
                  <a:pt x="5168" y="6748"/>
                  <a:pt x="5077" y="6839"/>
                </a:cubicBezTo>
                <a:lnTo>
                  <a:pt x="4925" y="6687"/>
                </a:lnTo>
                <a:cubicBezTo>
                  <a:pt x="4918" y="6684"/>
                  <a:pt x="4910" y="6682"/>
                  <a:pt x="4900" y="6682"/>
                </a:cubicBezTo>
                <a:cubicBezTo>
                  <a:pt x="4834" y="6682"/>
                  <a:pt x="4709" y="6753"/>
                  <a:pt x="4625" y="6753"/>
                </a:cubicBezTo>
                <a:cubicBezTo>
                  <a:pt x="4612" y="6753"/>
                  <a:pt x="4601" y="6752"/>
                  <a:pt x="4591" y="6748"/>
                </a:cubicBezTo>
                <a:lnTo>
                  <a:pt x="4317" y="6627"/>
                </a:lnTo>
                <a:cubicBezTo>
                  <a:pt x="4195" y="6718"/>
                  <a:pt x="4013" y="6748"/>
                  <a:pt x="3861" y="6748"/>
                </a:cubicBezTo>
                <a:cubicBezTo>
                  <a:pt x="3834" y="6739"/>
                  <a:pt x="3810" y="6736"/>
                  <a:pt x="3788" y="6736"/>
                </a:cubicBezTo>
                <a:cubicBezTo>
                  <a:pt x="3734" y="6736"/>
                  <a:pt x="3691" y="6757"/>
                  <a:pt x="3648" y="6779"/>
                </a:cubicBezTo>
                <a:lnTo>
                  <a:pt x="3588" y="6779"/>
                </a:lnTo>
                <a:lnTo>
                  <a:pt x="3284" y="6718"/>
                </a:lnTo>
                <a:cubicBezTo>
                  <a:pt x="3149" y="6814"/>
                  <a:pt x="3039" y="6874"/>
                  <a:pt x="2976" y="6874"/>
                </a:cubicBezTo>
                <a:cubicBezTo>
                  <a:pt x="2939" y="6874"/>
                  <a:pt x="2919" y="6854"/>
                  <a:pt x="2919" y="6809"/>
                </a:cubicBezTo>
                <a:lnTo>
                  <a:pt x="2706" y="6900"/>
                </a:lnTo>
                <a:cubicBezTo>
                  <a:pt x="2661" y="6915"/>
                  <a:pt x="2615" y="6923"/>
                  <a:pt x="2569" y="6923"/>
                </a:cubicBezTo>
                <a:cubicBezTo>
                  <a:pt x="2524" y="6923"/>
                  <a:pt x="2478" y="6915"/>
                  <a:pt x="2433" y="6900"/>
                </a:cubicBezTo>
                <a:cubicBezTo>
                  <a:pt x="2402" y="6870"/>
                  <a:pt x="2357" y="6855"/>
                  <a:pt x="2311" y="6855"/>
                </a:cubicBezTo>
                <a:cubicBezTo>
                  <a:pt x="2265" y="6855"/>
                  <a:pt x="2220" y="6870"/>
                  <a:pt x="2189" y="6900"/>
                </a:cubicBezTo>
                <a:cubicBezTo>
                  <a:pt x="2176" y="6905"/>
                  <a:pt x="2162" y="6906"/>
                  <a:pt x="2148" y="6906"/>
                </a:cubicBezTo>
                <a:cubicBezTo>
                  <a:pt x="2078" y="6906"/>
                  <a:pt x="1997" y="6863"/>
                  <a:pt x="1927" y="6863"/>
                </a:cubicBezTo>
                <a:cubicBezTo>
                  <a:pt x="1913" y="6863"/>
                  <a:pt x="1899" y="6865"/>
                  <a:pt x="1885" y="6870"/>
                </a:cubicBezTo>
                <a:lnTo>
                  <a:pt x="1794" y="6900"/>
                </a:lnTo>
                <a:cubicBezTo>
                  <a:pt x="1673" y="6900"/>
                  <a:pt x="1399" y="6991"/>
                  <a:pt x="1308" y="6991"/>
                </a:cubicBezTo>
                <a:cubicBezTo>
                  <a:pt x="1304" y="6990"/>
                  <a:pt x="1300" y="6989"/>
                  <a:pt x="1295" y="6989"/>
                </a:cubicBezTo>
                <a:cubicBezTo>
                  <a:pt x="1219" y="6989"/>
                  <a:pt x="1000" y="7204"/>
                  <a:pt x="943" y="7204"/>
                </a:cubicBezTo>
                <a:cubicBezTo>
                  <a:pt x="882" y="7174"/>
                  <a:pt x="761" y="7174"/>
                  <a:pt x="670" y="7174"/>
                </a:cubicBezTo>
                <a:lnTo>
                  <a:pt x="609" y="7265"/>
                </a:lnTo>
                <a:cubicBezTo>
                  <a:pt x="578" y="7295"/>
                  <a:pt x="396" y="7295"/>
                  <a:pt x="335" y="7326"/>
                </a:cubicBezTo>
                <a:cubicBezTo>
                  <a:pt x="244" y="7386"/>
                  <a:pt x="183" y="7478"/>
                  <a:pt x="153" y="7599"/>
                </a:cubicBezTo>
                <a:cubicBezTo>
                  <a:pt x="122" y="7690"/>
                  <a:pt x="183" y="7782"/>
                  <a:pt x="244" y="7903"/>
                </a:cubicBezTo>
                <a:lnTo>
                  <a:pt x="274" y="7994"/>
                </a:lnTo>
                <a:cubicBezTo>
                  <a:pt x="305" y="8086"/>
                  <a:pt x="183" y="8207"/>
                  <a:pt x="122" y="8207"/>
                </a:cubicBezTo>
                <a:cubicBezTo>
                  <a:pt x="62" y="8238"/>
                  <a:pt x="122" y="8450"/>
                  <a:pt x="62" y="8481"/>
                </a:cubicBezTo>
                <a:cubicBezTo>
                  <a:pt x="1" y="8541"/>
                  <a:pt x="92" y="8602"/>
                  <a:pt x="122" y="8633"/>
                </a:cubicBezTo>
                <a:cubicBezTo>
                  <a:pt x="183" y="8633"/>
                  <a:pt x="183" y="8754"/>
                  <a:pt x="92" y="8876"/>
                </a:cubicBezTo>
                <a:lnTo>
                  <a:pt x="153" y="8937"/>
                </a:lnTo>
                <a:lnTo>
                  <a:pt x="335" y="9149"/>
                </a:lnTo>
                <a:cubicBezTo>
                  <a:pt x="396" y="9362"/>
                  <a:pt x="487" y="9545"/>
                  <a:pt x="639" y="9727"/>
                </a:cubicBezTo>
                <a:lnTo>
                  <a:pt x="548" y="9818"/>
                </a:lnTo>
                <a:cubicBezTo>
                  <a:pt x="518" y="9879"/>
                  <a:pt x="548" y="9940"/>
                  <a:pt x="670" y="9970"/>
                </a:cubicBezTo>
                <a:lnTo>
                  <a:pt x="791" y="10000"/>
                </a:lnTo>
                <a:cubicBezTo>
                  <a:pt x="700" y="10061"/>
                  <a:pt x="609" y="10152"/>
                  <a:pt x="518" y="10213"/>
                </a:cubicBezTo>
                <a:cubicBezTo>
                  <a:pt x="457" y="10213"/>
                  <a:pt x="548" y="10335"/>
                  <a:pt x="578" y="10365"/>
                </a:cubicBezTo>
                <a:cubicBezTo>
                  <a:pt x="609" y="10426"/>
                  <a:pt x="639" y="10487"/>
                  <a:pt x="609" y="10548"/>
                </a:cubicBezTo>
                <a:lnTo>
                  <a:pt x="578" y="10608"/>
                </a:lnTo>
                <a:cubicBezTo>
                  <a:pt x="578" y="10730"/>
                  <a:pt x="639" y="10760"/>
                  <a:pt x="730" y="10760"/>
                </a:cubicBezTo>
                <a:lnTo>
                  <a:pt x="974" y="10730"/>
                </a:lnTo>
                <a:lnTo>
                  <a:pt x="974" y="10730"/>
                </a:lnTo>
                <a:cubicBezTo>
                  <a:pt x="943" y="10791"/>
                  <a:pt x="882" y="11004"/>
                  <a:pt x="822" y="11186"/>
                </a:cubicBezTo>
                <a:lnTo>
                  <a:pt x="1126" y="11338"/>
                </a:lnTo>
                <a:lnTo>
                  <a:pt x="1217" y="11368"/>
                </a:lnTo>
                <a:cubicBezTo>
                  <a:pt x="1338" y="11399"/>
                  <a:pt x="1490" y="11429"/>
                  <a:pt x="1612" y="11429"/>
                </a:cubicBezTo>
                <a:lnTo>
                  <a:pt x="1733" y="11459"/>
                </a:lnTo>
                <a:lnTo>
                  <a:pt x="1946" y="11490"/>
                </a:lnTo>
                <a:cubicBezTo>
                  <a:pt x="2129" y="11551"/>
                  <a:pt x="2706" y="11794"/>
                  <a:pt x="2858" y="11824"/>
                </a:cubicBezTo>
                <a:cubicBezTo>
                  <a:pt x="3040" y="11855"/>
                  <a:pt x="3223" y="11855"/>
                  <a:pt x="3405" y="11855"/>
                </a:cubicBezTo>
                <a:lnTo>
                  <a:pt x="3527" y="11915"/>
                </a:lnTo>
                <a:cubicBezTo>
                  <a:pt x="3618" y="11976"/>
                  <a:pt x="3709" y="12007"/>
                  <a:pt x="3800" y="12007"/>
                </a:cubicBezTo>
                <a:cubicBezTo>
                  <a:pt x="3827" y="12002"/>
                  <a:pt x="3852" y="12000"/>
                  <a:pt x="3877" y="12000"/>
                </a:cubicBezTo>
                <a:cubicBezTo>
                  <a:pt x="3995" y="12000"/>
                  <a:pt x="4089" y="12043"/>
                  <a:pt x="4191" y="12043"/>
                </a:cubicBezTo>
                <a:cubicBezTo>
                  <a:pt x="4212" y="12043"/>
                  <a:pt x="4234" y="12041"/>
                  <a:pt x="4256" y="12037"/>
                </a:cubicBezTo>
                <a:lnTo>
                  <a:pt x="5168" y="12037"/>
                </a:lnTo>
                <a:cubicBezTo>
                  <a:pt x="5259" y="12098"/>
                  <a:pt x="5381" y="12098"/>
                  <a:pt x="5503" y="12098"/>
                </a:cubicBezTo>
                <a:lnTo>
                  <a:pt x="5563" y="12128"/>
                </a:lnTo>
                <a:lnTo>
                  <a:pt x="5624" y="12189"/>
                </a:lnTo>
                <a:lnTo>
                  <a:pt x="5867" y="12371"/>
                </a:lnTo>
                <a:cubicBezTo>
                  <a:pt x="5867" y="12402"/>
                  <a:pt x="5776" y="12462"/>
                  <a:pt x="5715" y="12462"/>
                </a:cubicBezTo>
                <a:cubicBezTo>
                  <a:pt x="5654" y="12493"/>
                  <a:pt x="5776" y="12554"/>
                  <a:pt x="5958" y="12614"/>
                </a:cubicBezTo>
                <a:lnTo>
                  <a:pt x="6019" y="12402"/>
                </a:lnTo>
                <a:lnTo>
                  <a:pt x="6050" y="12280"/>
                </a:lnTo>
                <a:cubicBezTo>
                  <a:pt x="6202" y="12311"/>
                  <a:pt x="6354" y="12341"/>
                  <a:pt x="6506" y="12432"/>
                </a:cubicBezTo>
                <a:cubicBezTo>
                  <a:pt x="6536" y="12462"/>
                  <a:pt x="6566" y="12493"/>
                  <a:pt x="6597" y="12554"/>
                </a:cubicBezTo>
                <a:lnTo>
                  <a:pt x="6566" y="12584"/>
                </a:lnTo>
                <a:lnTo>
                  <a:pt x="6536" y="12645"/>
                </a:lnTo>
                <a:cubicBezTo>
                  <a:pt x="6445" y="12675"/>
                  <a:pt x="6445" y="12797"/>
                  <a:pt x="6536" y="12918"/>
                </a:cubicBezTo>
                <a:lnTo>
                  <a:pt x="6627" y="12949"/>
                </a:lnTo>
                <a:cubicBezTo>
                  <a:pt x="6718" y="12979"/>
                  <a:pt x="6749" y="13040"/>
                  <a:pt x="6688" y="13101"/>
                </a:cubicBezTo>
                <a:lnTo>
                  <a:pt x="6536" y="13101"/>
                </a:lnTo>
                <a:lnTo>
                  <a:pt x="6384" y="13010"/>
                </a:lnTo>
                <a:cubicBezTo>
                  <a:pt x="6354" y="13070"/>
                  <a:pt x="6323" y="13162"/>
                  <a:pt x="6293" y="13222"/>
                </a:cubicBezTo>
                <a:cubicBezTo>
                  <a:pt x="6289" y="13226"/>
                  <a:pt x="6284" y="13227"/>
                  <a:pt x="6276" y="13227"/>
                </a:cubicBezTo>
                <a:cubicBezTo>
                  <a:pt x="6211" y="13227"/>
                  <a:pt x="6013" y="13128"/>
                  <a:pt x="5958" y="13101"/>
                </a:cubicBezTo>
                <a:cubicBezTo>
                  <a:pt x="5944" y="13091"/>
                  <a:pt x="5927" y="13087"/>
                  <a:pt x="5911" y="13087"/>
                </a:cubicBezTo>
                <a:cubicBezTo>
                  <a:pt x="5824" y="13087"/>
                  <a:pt x="5725" y="13202"/>
                  <a:pt x="5776" y="13253"/>
                </a:cubicBezTo>
                <a:cubicBezTo>
                  <a:pt x="5837" y="13283"/>
                  <a:pt x="6202" y="13405"/>
                  <a:pt x="6293" y="13496"/>
                </a:cubicBezTo>
                <a:cubicBezTo>
                  <a:pt x="6304" y="13503"/>
                  <a:pt x="6315" y="13507"/>
                  <a:pt x="6325" y="13507"/>
                </a:cubicBezTo>
                <a:cubicBezTo>
                  <a:pt x="6399" y="13507"/>
                  <a:pt x="6449" y="13340"/>
                  <a:pt x="6475" y="13314"/>
                </a:cubicBezTo>
                <a:cubicBezTo>
                  <a:pt x="6486" y="13292"/>
                  <a:pt x="6504" y="13282"/>
                  <a:pt x="6526" y="13282"/>
                </a:cubicBezTo>
                <a:cubicBezTo>
                  <a:pt x="6566" y="13282"/>
                  <a:pt x="6618" y="13315"/>
                  <a:pt x="6658" y="13374"/>
                </a:cubicBezTo>
                <a:lnTo>
                  <a:pt x="6688" y="13496"/>
                </a:lnTo>
                <a:lnTo>
                  <a:pt x="6688" y="13526"/>
                </a:lnTo>
                <a:cubicBezTo>
                  <a:pt x="6709" y="13533"/>
                  <a:pt x="6740" y="13535"/>
                  <a:pt x="6777" y="13535"/>
                </a:cubicBezTo>
                <a:cubicBezTo>
                  <a:pt x="6843" y="13535"/>
                  <a:pt x="6925" y="13528"/>
                  <a:pt x="6992" y="13528"/>
                </a:cubicBezTo>
                <a:cubicBezTo>
                  <a:pt x="7054" y="13528"/>
                  <a:pt x="7102" y="13534"/>
                  <a:pt x="7113" y="13557"/>
                </a:cubicBezTo>
                <a:cubicBezTo>
                  <a:pt x="7144" y="13618"/>
                  <a:pt x="7022" y="13861"/>
                  <a:pt x="6962" y="13952"/>
                </a:cubicBezTo>
                <a:cubicBezTo>
                  <a:pt x="6901" y="14013"/>
                  <a:pt x="6840" y="14043"/>
                  <a:pt x="6779" y="14104"/>
                </a:cubicBezTo>
                <a:lnTo>
                  <a:pt x="6749" y="14104"/>
                </a:lnTo>
                <a:cubicBezTo>
                  <a:pt x="6718" y="14104"/>
                  <a:pt x="6688" y="14073"/>
                  <a:pt x="6658" y="14043"/>
                </a:cubicBezTo>
                <a:cubicBezTo>
                  <a:pt x="6658" y="14013"/>
                  <a:pt x="6688" y="13952"/>
                  <a:pt x="6658" y="13921"/>
                </a:cubicBezTo>
                <a:lnTo>
                  <a:pt x="6627" y="13861"/>
                </a:lnTo>
                <a:cubicBezTo>
                  <a:pt x="6621" y="13854"/>
                  <a:pt x="6606" y="13852"/>
                  <a:pt x="6587" y="13852"/>
                </a:cubicBezTo>
                <a:cubicBezTo>
                  <a:pt x="6533" y="13852"/>
                  <a:pt x="6443" y="13869"/>
                  <a:pt x="6379" y="13869"/>
                </a:cubicBezTo>
                <a:cubicBezTo>
                  <a:pt x="6356" y="13869"/>
                  <a:pt x="6336" y="13867"/>
                  <a:pt x="6323" y="13861"/>
                </a:cubicBezTo>
                <a:cubicBezTo>
                  <a:pt x="6309" y="13846"/>
                  <a:pt x="6290" y="13840"/>
                  <a:pt x="6271" y="13840"/>
                </a:cubicBezTo>
                <a:cubicBezTo>
                  <a:pt x="6211" y="13840"/>
                  <a:pt x="6141" y="13898"/>
                  <a:pt x="6141" y="13921"/>
                </a:cubicBezTo>
                <a:cubicBezTo>
                  <a:pt x="6171" y="13982"/>
                  <a:pt x="6171" y="14043"/>
                  <a:pt x="6141" y="14073"/>
                </a:cubicBezTo>
                <a:lnTo>
                  <a:pt x="6110" y="14104"/>
                </a:lnTo>
                <a:cubicBezTo>
                  <a:pt x="6019" y="14165"/>
                  <a:pt x="6019" y="14256"/>
                  <a:pt x="6110" y="14256"/>
                </a:cubicBezTo>
                <a:cubicBezTo>
                  <a:pt x="6323" y="14286"/>
                  <a:pt x="6171" y="14377"/>
                  <a:pt x="6171" y="14408"/>
                </a:cubicBezTo>
                <a:cubicBezTo>
                  <a:pt x="6141" y="14408"/>
                  <a:pt x="6202" y="14499"/>
                  <a:pt x="6232" y="14499"/>
                </a:cubicBezTo>
                <a:cubicBezTo>
                  <a:pt x="6270" y="14494"/>
                  <a:pt x="6306" y="14491"/>
                  <a:pt x="6342" y="14491"/>
                </a:cubicBezTo>
                <a:cubicBezTo>
                  <a:pt x="6509" y="14491"/>
                  <a:pt x="6659" y="14546"/>
                  <a:pt x="6810" y="14621"/>
                </a:cubicBezTo>
                <a:lnTo>
                  <a:pt x="6901" y="14651"/>
                </a:lnTo>
                <a:cubicBezTo>
                  <a:pt x="7053" y="14621"/>
                  <a:pt x="7205" y="14621"/>
                  <a:pt x="7357" y="14621"/>
                </a:cubicBezTo>
                <a:cubicBezTo>
                  <a:pt x="7448" y="14651"/>
                  <a:pt x="7509" y="14712"/>
                  <a:pt x="7569" y="14803"/>
                </a:cubicBezTo>
                <a:lnTo>
                  <a:pt x="7600" y="14803"/>
                </a:lnTo>
                <a:cubicBezTo>
                  <a:pt x="7612" y="14809"/>
                  <a:pt x="7624" y="14811"/>
                  <a:pt x="7636" y="14811"/>
                </a:cubicBezTo>
                <a:cubicBezTo>
                  <a:pt x="7685" y="14811"/>
                  <a:pt x="7734" y="14773"/>
                  <a:pt x="7782" y="14773"/>
                </a:cubicBezTo>
                <a:cubicBezTo>
                  <a:pt x="7843" y="14773"/>
                  <a:pt x="7873" y="14803"/>
                  <a:pt x="7904" y="14833"/>
                </a:cubicBezTo>
                <a:cubicBezTo>
                  <a:pt x="7934" y="14894"/>
                  <a:pt x="7965" y="14985"/>
                  <a:pt x="8025" y="14985"/>
                </a:cubicBezTo>
                <a:cubicBezTo>
                  <a:pt x="8299" y="15077"/>
                  <a:pt x="8572" y="15137"/>
                  <a:pt x="8846" y="15168"/>
                </a:cubicBezTo>
                <a:lnTo>
                  <a:pt x="8998" y="15198"/>
                </a:lnTo>
                <a:cubicBezTo>
                  <a:pt x="9089" y="15183"/>
                  <a:pt x="9180" y="15175"/>
                  <a:pt x="9275" y="15175"/>
                </a:cubicBezTo>
                <a:cubicBezTo>
                  <a:pt x="9370" y="15175"/>
                  <a:pt x="9469" y="15183"/>
                  <a:pt x="9576" y="15198"/>
                </a:cubicBezTo>
                <a:cubicBezTo>
                  <a:pt x="9636" y="15228"/>
                  <a:pt x="9697" y="15259"/>
                  <a:pt x="9788" y="15259"/>
                </a:cubicBezTo>
                <a:cubicBezTo>
                  <a:pt x="9857" y="15190"/>
                  <a:pt x="9939" y="15171"/>
                  <a:pt x="10022" y="15171"/>
                </a:cubicBezTo>
                <a:cubicBezTo>
                  <a:pt x="10121" y="15171"/>
                  <a:pt x="10222" y="15198"/>
                  <a:pt x="10305" y="15198"/>
                </a:cubicBezTo>
                <a:cubicBezTo>
                  <a:pt x="10361" y="15187"/>
                  <a:pt x="10416" y="15180"/>
                  <a:pt x="10470" y="15180"/>
                </a:cubicBezTo>
                <a:cubicBezTo>
                  <a:pt x="10564" y="15180"/>
                  <a:pt x="10653" y="15201"/>
                  <a:pt x="10731" y="15259"/>
                </a:cubicBezTo>
                <a:cubicBezTo>
                  <a:pt x="10739" y="15263"/>
                  <a:pt x="10749" y="15265"/>
                  <a:pt x="10760" y="15265"/>
                </a:cubicBezTo>
                <a:cubicBezTo>
                  <a:pt x="10825" y="15265"/>
                  <a:pt x="10926" y="15198"/>
                  <a:pt x="11004" y="15198"/>
                </a:cubicBezTo>
                <a:cubicBezTo>
                  <a:pt x="11069" y="15198"/>
                  <a:pt x="11119" y="15276"/>
                  <a:pt x="11175" y="15276"/>
                </a:cubicBezTo>
                <a:cubicBezTo>
                  <a:pt x="11198" y="15276"/>
                  <a:pt x="11221" y="15263"/>
                  <a:pt x="11247" y="15228"/>
                </a:cubicBezTo>
                <a:lnTo>
                  <a:pt x="11338" y="15137"/>
                </a:lnTo>
                <a:cubicBezTo>
                  <a:pt x="11460" y="15198"/>
                  <a:pt x="11582" y="15259"/>
                  <a:pt x="11703" y="15320"/>
                </a:cubicBezTo>
                <a:lnTo>
                  <a:pt x="11825" y="15259"/>
                </a:lnTo>
                <a:lnTo>
                  <a:pt x="11916" y="15198"/>
                </a:lnTo>
                <a:cubicBezTo>
                  <a:pt x="12098" y="15198"/>
                  <a:pt x="12281" y="15168"/>
                  <a:pt x="12463" y="15107"/>
                </a:cubicBezTo>
                <a:lnTo>
                  <a:pt x="12554" y="15198"/>
                </a:lnTo>
                <a:lnTo>
                  <a:pt x="12676" y="15289"/>
                </a:lnTo>
                <a:cubicBezTo>
                  <a:pt x="12716" y="15269"/>
                  <a:pt x="12770" y="15262"/>
                  <a:pt x="12828" y="15262"/>
                </a:cubicBezTo>
                <a:cubicBezTo>
                  <a:pt x="12943" y="15262"/>
                  <a:pt x="13071" y="15289"/>
                  <a:pt x="13132" y="15289"/>
                </a:cubicBezTo>
                <a:cubicBezTo>
                  <a:pt x="13284" y="15228"/>
                  <a:pt x="13466" y="15198"/>
                  <a:pt x="13618" y="15198"/>
                </a:cubicBezTo>
                <a:lnTo>
                  <a:pt x="14013" y="15198"/>
                </a:lnTo>
                <a:cubicBezTo>
                  <a:pt x="14030" y="15204"/>
                  <a:pt x="14047" y="15206"/>
                  <a:pt x="14063" y="15206"/>
                </a:cubicBezTo>
                <a:cubicBezTo>
                  <a:pt x="14137" y="15206"/>
                  <a:pt x="14207" y="15157"/>
                  <a:pt x="14256" y="15107"/>
                </a:cubicBezTo>
                <a:lnTo>
                  <a:pt x="14378" y="15228"/>
                </a:lnTo>
                <a:lnTo>
                  <a:pt x="14408" y="15228"/>
                </a:lnTo>
                <a:cubicBezTo>
                  <a:pt x="14484" y="15191"/>
                  <a:pt x="14570" y="15165"/>
                  <a:pt x="14640" y="15165"/>
                </a:cubicBezTo>
                <a:cubicBezTo>
                  <a:pt x="14683" y="15165"/>
                  <a:pt x="14720" y="15175"/>
                  <a:pt x="14743" y="15198"/>
                </a:cubicBezTo>
                <a:lnTo>
                  <a:pt x="14773" y="15259"/>
                </a:lnTo>
                <a:cubicBezTo>
                  <a:pt x="14773" y="15274"/>
                  <a:pt x="14781" y="15282"/>
                  <a:pt x="14792" y="15282"/>
                </a:cubicBezTo>
                <a:cubicBezTo>
                  <a:pt x="14804" y="15282"/>
                  <a:pt x="14819" y="15274"/>
                  <a:pt x="14834" y="15259"/>
                </a:cubicBezTo>
                <a:lnTo>
                  <a:pt x="14864" y="15259"/>
                </a:lnTo>
                <a:lnTo>
                  <a:pt x="14864" y="15228"/>
                </a:lnTo>
                <a:cubicBezTo>
                  <a:pt x="14956" y="15213"/>
                  <a:pt x="15039" y="15206"/>
                  <a:pt x="15123" y="15206"/>
                </a:cubicBezTo>
                <a:cubicBezTo>
                  <a:pt x="15206" y="15206"/>
                  <a:pt x="15290" y="15213"/>
                  <a:pt x="15381" y="15228"/>
                </a:cubicBezTo>
                <a:cubicBezTo>
                  <a:pt x="15503" y="15198"/>
                  <a:pt x="15624" y="15107"/>
                  <a:pt x="15685" y="14985"/>
                </a:cubicBezTo>
                <a:cubicBezTo>
                  <a:pt x="15707" y="14964"/>
                  <a:pt x="15743" y="14942"/>
                  <a:pt x="15784" y="14942"/>
                </a:cubicBezTo>
                <a:cubicBezTo>
                  <a:pt x="15801" y="14942"/>
                  <a:pt x="15819" y="14946"/>
                  <a:pt x="15837" y="14955"/>
                </a:cubicBezTo>
                <a:lnTo>
                  <a:pt x="15867" y="14955"/>
                </a:lnTo>
                <a:lnTo>
                  <a:pt x="15989" y="15046"/>
                </a:lnTo>
                <a:cubicBezTo>
                  <a:pt x="16080" y="15016"/>
                  <a:pt x="16202" y="15016"/>
                  <a:pt x="16293" y="15016"/>
                </a:cubicBezTo>
                <a:lnTo>
                  <a:pt x="16658" y="15137"/>
                </a:lnTo>
                <a:lnTo>
                  <a:pt x="16810" y="15046"/>
                </a:lnTo>
                <a:cubicBezTo>
                  <a:pt x="16830" y="15036"/>
                  <a:pt x="16850" y="15033"/>
                  <a:pt x="16871" y="15033"/>
                </a:cubicBezTo>
                <a:cubicBezTo>
                  <a:pt x="16911" y="15033"/>
                  <a:pt x="16952" y="15046"/>
                  <a:pt x="16992" y="15046"/>
                </a:cubicBezTo>
                <a:lnTo>
                  <a:pt x="17053" y="15046"/>
                </a:lnTo>
                <a:cubicBezTo>
                  <a:pt x="17056" y="15049"/>
                  <a:pt x="17063" y="15051"/>
                  <a:pt x="17074" y="15051"/>
                </a:cubicBezTo>
                <a:cubicBezTo>
                  <a:pt x="17155" y="15051"/>
                  <a:pt x="17435" y="14955"/>
                  <a:pt x="17570" y="14955"/>
                </a:cubicBezTo>
                <a:cubicBezTo>
                  <a:pt x="17592" y="14963"/>
                  <a:pt x="17617" y="14966"/>
                  <a:pt x="17643" y="14966"/>
                </a:cubicBezTo>
                <a:cubicBezTo>
                  <a:pt x="17720" y="14966"/>
                  <a:pt x="17805" y="14932"/>
                  <a:pt x="17874" y="14864"/>
                </a:cubicBezTo>
                <a:lnTo>
                  <a:pt x="17934" y="14955"/>
                </a:lnTo>
                <a:cubicBezTo>
                  <a:pt x="17934" y="14985"/>
                  <a:pt x="17874" y="15077"/>
                  <a:pt x="17843" y="15077"/>
                </a:cubicBezTo>
                <a:cubicBezTo>
                  <a:pt x="17722" y="15107"/>
                  <a:pt x="17691" y="15168"/>
                  <a:pt x="17752" y="15228"/>
                </a:cubicBezTo>
                <a:cubicBezTo>
                  <a:pt x="17764" y="15252"/>
                  <a:pt x="17806" y="15262"/>
                  <a:pt x="17855" y="15262"/>
                </a:cubicBezTo>
                <a:cubicBezTo>
                  <a:pt x="17933" y="15262"/>
                  <a:pt x="18026" y="15236"/>
                  <a:pt x="18026" y="15198"/>
                </a:cubicBezTo>
                <a:lnTo>
                  <a:pt x="18026" y="14955"/>
                </a:lnTo>
                <a:cubicBezTo>
                  <a:pt x="18050" y="14951"/>
                  <a:pt x="18073" y="14949"/>
                  <a:pt x="18097" y="14949"/>
                </a:cubicBezTo>
                <a:cubicBezTo>
                  <a:pt x="18255" y="14949"/>
                  <a:pt x="18410" y="15032"/>
                  <a:pt x="18542" y="15137"/>
                </a:cubicBezTo>
                <a:cubicBezTo>
                  <a:pt x="18573" y="15198"/>
                  <a:pt x="18664" y="15228"/>
                  <a:pt x="18694" y="15228"/>
                </a:cubicBezTo>
                <a:cubicBezTo>
                  <a:pt x="18725" y="15198"/>
                  <a:pt x="18725" y="15168"/>
                  <a:pt x="18694" y="15107"/>
                </a:cubicBezTo>
                <a:cubicBezTo>
                  <a:pt x="18755" y="15046"/>
                  <a:pt x="18846" y="15046"/>
                  <a:pt x="18907" y="15016"/>
                </a:cubicBezTo>
                <a:lnTo>
                  <a:pt x="18937" y="14985"/>
                </a:lnTo>
                <a:cubicBezTo>
                  <a:pt x="18919" y="14931"/>
                  <a:pt x="18978" y="14920"/>
                  <a:pt x="19040" y="14920"/>
                </a:cubicBezTo>
                <a:cubicBezTo>
                  <a:pt x="19082" y="14920"/>
                  <a:pt x="19126" y="14925"/>
                  <a:pt x="19150" y="14925"/>
                </a:cubicBezTo>
                <a:cubicBezTo>
                  <a:pt x="19211" y="14955"/>
                  <a:pt x="19424" y="15107"/>
                  <a:pt x="19545" y="15137"/>
                </a:cubicBezTo>
                <a:cubicBezTo>
                  <a:pt x="19574" y="15144"/>
                  <a:pt x="19603" y="15148"/>
                  <a:pt x="19631" y="15148"/>
                </a:cubicBezTo>
                <a:cubicBezTo>
                  <a:pt x="19721" y="15148"/>
                  <a:pt x="19803" y="15109"/>
                  <a:pt x="19849" y="15016"/>
                </a:cubicBezTo>
                <a:lnTo>
                  <a:pt x="19910" y="14955"/>
                </a:lnTo>
                <a:lnTo>
                  <a:pt x="19940" y="14925"/>
                </a:lnTo>
                <a:lnTo>
                  <a:pt x="20244" y="14742"/>
                </a:lnTo>
                <a:lnTo>
                  <a:pt x="20336" y="14833"/>
                </a:lnTo>
                <a:lnTo>
                  <a:pt x="20396" y="14925"/>
                </a:lnTo>
                <a:cubicBezTo>
                  <a:pt x="20518" y="14985"/>
                  <a:pt x="20609" y="15046"/>
                  <a:pt x="20731" y="15107"/>
                </a:cubicBezTo>
                <a:lnTo>
                  <a:pt x="20792" y="15046"/>
                </a:lnTo>
                <a:lnTo>
                  <a:pt x="20883" y="15016"/>
                </a:lnTo>
                <a:cubicBezTo>
                  <a:pt x="20903" y="14996"/>
                  <a:pt x="20928" y="14987"/>
                  <a:pt x="20954" y="14987"/>
                </a:cubicBezTo>
                <a:cubicBezTo>
                  <a:pt x="21049" y="14987"/>
                  <a:pt x="21170" y="15090"/>
                  <a:pt x="21217" y="15137"/>
                </a:cubicBezTo>
                <a:cubicBezTo>
                  <a:pt x="21232" y="15168"/>
                  <a:pt x="21270" y="15183"/>
                  <a:pt x="21308" y="15183"/>
                </a:cubicBezTo>
                <a:cubicBezTo>
                  <a:pt x="21346" y="15183"/>
                  <a:pt x="21384" y="15168"/>
                  <a:pt x="21399" y="15137"/>
                </a:cubicBezTo>
                <a:cubicBezTo>
                  <a:pt x="21420" y="15127"/>
                  <a:pt x="21443" y="15124"/>
                  <a:pt x="21467" y="15124"/>
                </a:cubicBezTo>
                <a:cubicBezTo>
                  <a:pt x="21514" y="15124"/>
                  <a:pt x="21562" y="15137"/>
                  <a:pt x="21582" y="15137"/>
                </a:cubicBezTo>
                <a:cubicBezTo>
                  <a:pt x="21643" y="15107"/>
                  <a:pt x="21703" y="15107"/>
                  <a:pt x="21734" y="15077"/>
                </a:cubicBezTo>
                <a:lnTo>
                  <a:pt x="21886" y="15077"/>
                </a:lnTo>
                <a:cubicBezTo>
                  <a:pt x="21947" y="15077"/>
                  <a:pt x="22007" y="15046"/>
                  <a:pt x="22038" y="14985"/>
                </a:cubicBezTo>
                <a:cubicBezTo>
                  <a:pt x="21977" y="14894"/>
                  <a:pt x="21947" y="14833"/>
                  <a:pt x="21886" y="14742"/>
                </a:cubicBezTo>
                <a:lnTo>
                  <a:pt x="21582" y="14742"/>
                </a:lnTo>
                <a:cubicBezTo>
                  <a:pt x="21673" y="14681"/>
                  <a:pt x="21764" y="14621"/>
                  <a:pt x="21825" y="14560"/>
                </a:cubicBezTo>
                <a:cubicBezTo>
                  <a:pt x="21828" y="14556"/>
                  <a:pt x="21833" y="14555"/>
                  <a:pt x="21838" y="14555"/>
                </a:cubicBezTo>
                <a:cubicBezTo>
                  <a:pt x="21881" y="14555"/>
                  <a:pt x="21980" y="14654"/>
                  <a:pt x="22007" y="14681"/>
                </a:cubicBezTo>
                <a:cubicBezTo>
                  <a:pt x="22068" y="14742"/>
                  <a:pt x="22129" y="14833"/>
                  <a:pt x="22159" y="14894"/>
                </a:cubicBezTo>
                <a:cubicBezTo>
                  <a:pt x="22159" y="14955"/>
                  <a:pt x="22190" y="14985"/>
                  <a:pt x="22251" y="15016"/>
                </a:cubicBezTo>
                <a:cubicBezTo>
                  <a:pt x="22281" y="15016"/>
                  <a:pt x="22342" y="14955"/>
                  <a:pt x="22403" y="14864"/>
                </a:cubicBezTo>
                <a:lnTo>
                  <a:pt x="22494" y="14773"/>
                </a:lnTo>
                <a:lnTo>
                  <a:pt x="22646" y="14773"/>
                </a:lnTo>
                <a:cubicBezTo>
                  <a:pt x="22646" y="14833"/>
                  <a:pt x="22646" y="14894"/>
                  <a:pt x="22615" y="14955"/>
                </a:cubicBezTo>
                <a:cubicBezTo>
                  <a:pt x="22494" y="15016"/>
                  <a:pt x="22372" y="15077"/>
                  <a:pt x="22251" y="15107"/>
                </a:cubicBezTo>
                <a:cubicBezTo>
                  <a:pt x="22159" y="15168"/>
                  <a:pt x="21825" y="15259"/>
                  <a:pt x="21855" y="15320"/>
                </a:cubicBezTo>
                <a:cubicBezTo>
                  <a:pt x="21883" y="15361"/>
                  <a:pt x="21947" y="15377"/>
                  <a:pt x="22013" y="15377"/>
                </a:cubicBezTo>
                <a:cubicBezTo>
                  <a:pt x="22092" y="15377"/>
                  <a:pt x="22173" y="15353"/>
                  <a:pt x="22190" y="15320"/>
                </a:cubicBezTo>
                <a:cubicBezTo>
                  <a:pt x="22220" y="15289"/>
                  <a:pt x="22372" y="15168"/>
                  <a:pt x="22433" y="15168"/>
                </a:cubicBezTo>
                <a:cubicBezTo>
                  <a:pt x="22436" y="15169"/>
                  <a:pt x="22441" y="15170"/>
                  <a:pt x="22446" y="15170"/>
                </a:cubicBezTo>
                <a:cubicBezTo>
                  <a:pt x="22532" y="15170"/>
                  <a:pt x="22833" y="14948"/>
                  <a:pt x="22919" y="14833"/>
                </a:cubicBezTo>
                <a:cubicBezTo>
                  <a:pt x="22937" y="14810"/>
                  <a:pt x="22950" y="14800"/>
                  <a:pt x="22959" y="14800"/>
                </a:cubicBezTo>
                <a:cubicBezTo>
                  <a:pt x="22998" y="14800"/>
                  <a:pt x="22968" y="14978"/>
                  <a:pt x="22919" y="15077"/>
                </a:cubicBezTo>
                <a:cubicBezTo>
                  <a:pt x="22889" y="15168"/>
                  <a:pt x="22889" y="15259"/>
                  <a:pt x="22919" y="15350"/>
                </a:cubicBezTo>
                <a:cubicBezTo>
                  <a:pt x="22934" y="15350"/>
                  <a:pt x="23003" y="15358"/>
                  <a:pt x="23067" y="15358"/>
                </a:cubicBezTo>
                <a:cubicBezTo>
                  <a:pt x="23132" y="15358"/>
                  <a:pt x="23193" y="15350"/>
                  <a:pt x="23193" y="15320"/>
                </a:cubicBezTo>
                <a:cubicBezTo>
                  <a:pt x="23223" y="15259"/>
                  <a:pt x="23284" y="15077"/>
                  <a:pt x="23345" y="15046"/>
                </a:cubicBezTo>
                <a:cubicBezTo>
                  <a:pt x="23406" y="15046"/>
                  <a:pt x="23466" y="15168"/>
                  <a:pt x="23466" y="15228"/>
                </a:cubicBezTo>
                <a:cubicBezTo>
                  <a:pt x="23466" y="15259"/>
                  <a:pt x="23558" y="15350"/>
                  <a:pt x="23710" y="15411"/>
                </a:cubicBezTo>
                <a:lnTo>
                  <a:pt x="23801" y="15411"/>
                </a:lnTo>
                <a:cubicBezTo>
                  <a:pt x="23831" y="15411"/>
                  <a:pt x="23862" y="15411"/>
                  <a:pt x="23862" y="15380"/>
                </a:cubicBezTo>
                <a:cubicBezTo>
                  <a:pt x="23801" y="15289"/>
                  <a:pt x="23740" y="15259"/>
                  <a:pt x="23649" y="15198"/>
                </a:cubicBezTo>
                <a:cubicBezTo>
                  <a:pt x="23588" y="15168"/>
                  <a:pt x="23710" y="15168"/>
                  <a:pt x="23740" y="15168"/>
                </a:cubicBezTo>
                <a:cubicBezTo>
                  <a:pt x="23862" y="15168"/>
                  <a:pt x="23953" y="15198"/>
                  <a:pt x="24044" y="15198"/>
                </a:cubicBezTo>
                <a:cubicBezTo>
                  <a:pt x="24105" y="15198"/>
                  <a:pt x="24196" y="15350"/>
                  <a:pt x="24196" y="15411"/>
                </a:cubicBezTo>
                <a:cubicBezTo>
                  <a:pt x="24199" y="15416"/>
                  <a:pt x="24202" y="15419"/>
                  <a:pt x="24206" y="15419"/>
                </a:cubicBezTo>
                <a:cubicBezTo>
                  <a:pt x="24248" y="15419"/>
                  <a:pt x="24356" y="15160"/>
                  <a:pt x="24439" y="15077"/>
                </a:cubicBezTo>
                <a:cubicBezTo>
                  <a:pt x="24530" y="15016"/>
                  <a:pt x="24591" y="14955"/>
                  <a:pt x="24652" y="14894"/>
                </a:cubicBezTo>
                <a:cubicBezTo>
                  <a:pt x="24682" y="14864"/>
                  <a:pt x="24804" y="14773"/>
                  <a:pt x="24865" y="14773"/>
                </a:cubicBezTo>
                <a:cubicBezTo>
                  <a:pt x="24925" y="14773"/>
                  <a:pt x="24956" y="14833"/>
                  <a:pt x="24986" y="14894"/>
                </a:cubicBezTo>
                <a:cubicBezTo>
                  <a:pt x="24986" y="14898"/>
                  <a:pt x="24987" y="14900"/>
                  <a:pt x="24989" y="14900"/>
                </a:cubicBezTo>
                <a:cubicBezTo>
                  <a:pt x="25002" y="14900"/>
                  <a:pt x="25055" y="14814"/>
                  <a:pt x="25108" y="14681"/>
                </a:cubicBezTo>
                <a:lnTo>
                  <a:pt x="25351" y="14833"/>
                </a:lnTo>
                <a:lnTo>
                  <a:pt x="25442" y="14894"/>
                </a:lnTo>
                <a:cubicBezTo>
                  <a:pt x="25459" y="14891"/>
                  <a:pt x="25474" y="14890"/>
                  <a:pt x="25487" y="14890"/>
                </a:cubicBezTo>
                <a:cubicBezTo>
                  <a:pt x="25624" y="14890"/>
                  <a:pt x="25622" y="15016"/>
                  <a:pt x="25594" y="15016"/>
                </a:cubicBezTo>
                <a:lnTo>
                  <a:pt x="25199" y="14925"/>
                </a:lnTo>
                <a:lnTo>
                  <a:pt x="25138" y="15107"/>
                </a:lnTo>
                <a:cubicBezTo>
                  <a:pt x="25047" y="15107"/>
                  <a:pt x="25229" y="15168"/>
                  <a:pt x="25503" y="15228"/>
                </a:cubicBezTo>
                <a:lnTo>
                  <a:pt x="25685" y="15137"/>
                </a:lnTo>
                <a:lnTo>
                  <a:pt x="25959" y="15016"/>
                </a:lnTo>
                <a:cubicBezTo>
                  <a:pt x="26111" y="15077"/>
                  <a:pt x="26232" y="15228"/>
                  <a:pt x="26263" y="15380"/>
                </a:cubicBezTo>
                <a:cubicBezTo>
                  <a:pt x="26248" y="15396"/>
                  <a:pt x="26278" y="15403"/>
                  <a:pt x="26331" y="15403"/>
                </a:cubicBezTo>
                <a:cubicBezTo>
                  <a:pt x="26384" y="15403"/>
                  <a:pt x="26460" y="15396"/>
                  <a:pt x="26536" y="15380"/>
                </a:cubicBezTo>
                <a:lnTo>
                  <a:pt x="26749" y="15472"/>
                </a:lnTo>
                <a:lnTo>
                  <a:pt x="26840" y="15532"/>
                </a:lnTo>
                <a:cubicBezTo>
                  <a:pt x="27083" y="15502"/>
                  <a:pt x="27205" y="15380"/>
                  <a:pt x="27205" y="15380"/>
                </a:cubicBezTo>
                <a:cubicBezTo>
                  <a:pt x="27175" y="15350"/>
                  <a:pt x="27205" y="15320"/>
                  <a:pt x="27235" y="15320"/>
                </a:cubicBezTo>
                <a:lnTo>
                  <a:pt x="27296" y="15320"/>
                </a:lnTo>
                <a:cubicBezTo>
                  <a:pt x="27324" y="15320"/>
                  <a:pt x="27628" y="15445"/>
                  <a:pt x="27729" y="15445"/>
                </a:cubicBezTo>
                <a:cubicBezTo>
                  <a:pt x="27739" y="15445"/>
                  <a:pt x="27747" y="15444"/>
                  <a:pt x="27752" y="15441"/>
                </a:cubicBezTo>
                <a:cubicBezTo>
                  <a:pt x="27843" y="15380"/>
                  <a:pt x="27935" y="15350"/>
                  <a:pt x="27995" y="15289"/>
                </a:cubicBezTo>
                <a:lnTo>
                  <a:pt x="28087" y="15380"/>
                </a:lnTo>
                <a:lnTo>
                  <a:pt x="28269" y="15532"/>
                </a:lnTo>
                <a:cubicBezTo>
                  <a:pt x="28482" y="15411"/>
                  <a:pt x="28542" y="15228"/>
                  <a:pt x="28482" y="15228"/>
                </a:cubicBezTo>
                <a:cubicBezTo>
                  <a:pt x="28474" y="15220"/>
                  <a:pt x="28481" y="15217"/>
                  <a:pt x="28496" y="15217"/>
                </a:cubicBezTo>
                <a:cubicBezTo>
                  <a:pt x="28538" y="15217"/>
                  <a:pt x="28642" y="15245"/>
                  <a:pt x="28664" y="15289"/>
                </a:cubicBezTo>
                <a:cubicBezTo>
                  <a:pt x="28694" y="15350"/>
                  <a:pt x="28725" y="15411"/>
                  <a:pt x="28755" y="15472"/>
                </a:cubicBezTo>
                <a:lnTo>
                  <a:pt x="28786" y="15472"/>
                </a:lnTo>
                <a:cubicBezTo>
                  <a:pt x="28846" y="15472"/>
                  <a:pt x="28877" y="15441"/>
                  <a:pt x="28907" y="15411"/>
                </a:cubicBezTo>
                <a:lnTo>
                  <a:pt x="28968" y="15350"/>
                </a:lnTo>
                <a:cubicBezTo>
                  <a:pt x="28998" y="15320"/>
                  <a:pt x="29044" y="15304"/>
                  <a:pt x="29090" y="15304"/>
                </a:cubicBezTo>
                <a:cubicBezTo>
                  <a:pt x="29135" y="15304"/>
                  <a:pt x="29181" y="15320"/>
                  <a:pt x="29211" y="15350"/>
                </a:cubicBezTo>
                <a:cubicBezTo>
                  <a:pt x="29226" y="15380"/>
                  <a:pt x="29242" y="15396"/>
                  <a:pt x="29257" y="15396"/>
                </a:cubicBezTo>
                <a:cubicBezTo>
                  <a:pt x="29272" y="15396"/>
                  <a:pt x="29287" y="15380"/>
                  <a:pt x="29302" y="15350"/>
                </a:cubicBezTo>
                <a:lnTo>
                  <a:pt x="29302" y="15320"/>
                </a:lnTo>
                <a:cubicBezTo>
                  <a:pt x="29333" y="15289"/>
                  <a:pt x="29272" y="15168"/>
                  <a:pt x="29394" y="15168"/>
                </a:cubicBezTo>
                <a:cubicBezTo>
                  <a:pt x="29515" y="15168"/>
                  <a:pt x="29515" y="15228"/>
                  <a:pt x="29515" y="15320"/>
                </a:cubicBezTo>
                <a:lnTo>
                  <a:pt x="29515" y="15380"/>
                </a:lnTo>
                <a:cubicBezTo>
                  <a:pt x="29515" y="15441"/>
                  <a:pt x="29606" y="15502"/>
                  <a:pt x="29697" y="15502"/>
                </a:cubicBezTo>
                <a:lnTo>
                  <a:pt x="29758" y="15502"/>
                </a:lnTo>
                <a:cubicBezTo>
                  <a:pt x="29880" y="15502"/>
                  <a:pt x="30001" y="15441"/>
                  <a:pt x="30123" y="15411"/>
                </a:cubicBezTo>
                <a:lnTo>
                  <a:pt x="30336" y="15259"/>
                </a:lnTo>
                <a:cubicBezTo>
                  <a:pt x="30336" y="15350"/>
                  <a:pt x="30366" y="15441"/>
                  <a:pt x="30397" y="15502"/>
                </a:cubicBezTo>
                <a:cubicBezTo>
                  <a:pt x="30397" y="15502"/>
                  <a:pt x="30609" y="15502"/>
                  <a:pt x="30609" y="15472"/>
                </a:cubicBezTo>
                <a:cubicBezTo>
                  <a:pt x="30609" y="15441"/>
                  <a:pt x="30647" y="15426"/>
                  <a:pt x="30689" y="15426"/>
                </a:cubicBezTo>
                <a:cubicBezTo>
                  <a:pt x="30731" y="15426"/>
                  <a:pt x="30777" y="15441"/>
                  <a:pt x="30792" y="15472"/>
                </a:cubicBezTo>
                <a:cubicBezTo>
                  <a:pt x="31005" y="15532"/>
                  <a:pt x="31187" y="15563"/>
                  <a:pt x="31400" y="15593"/>
                </a:cubicBezTo>
                <a:cubicBezTo>
                  <a:pt x="31521" y="15593"/>
                  <a:pt x="31643" y="15593"/>
                  <a:pt x="31734" y="15563"/>
                </a:cubicBezTo>
                <a:lnTo>
                  <a:pt x="31764" y="15502"/>
                </a:lnTo>
                <a:lnTo>
                  <a:pt x="31795" y="15502"/>
                </a:lnTo>
                <a:cubicBezTo>
                  <a:pt x="31798" y="15499"/>
                  <a:pt x="31803" y="15498"/>
                  <a:pt x="31810" y="15498"/>
                </a:cubicBezTo>
                <a:cubicBezTo>
                  <a:pt x="31879" y="15498"/>
                  <a:pt x="32140" y="15624"/>
                  <a:pt x="32251" y="15624"/>
                </a:cubicBezTo>
                <a:cubicBezTo>
                  <a:pt x="32261" y="15626"/>
                  <a:pt x="32271" y="15627"/>
                  <a:pt x="32280" y="15627"/>
                </a:cubicBezTo>
                <a:cubicBezTo>
                  <a:pt x="32418" y="15627"/>
                  <a:pt x="32524" y="15437"/>
                  <a:pt x="32524" y="15380"/>
                </a:cubicBezTo>
                <a:cubicBezTo>
                  <a:pt x="32524" y="15375"/>
                  <a:pt x="32527" y="15373"/>
                  <a:pt x="32532" y="15373"/>
                </a:cubicBezTo>
                <a:cubicBezTo>
                  <a:pt x="32557" y="15373"/>
                  <a:pt x="32642" y="15432"/>
                  <a:pt x="32767" y="15532"/>
                </a:cubicBezTo>
                <a:lnTo>
                  <a:pt x="33011" y="15532"/>
                </a:lnTo>
                <a:cubicBezTo>
                  <a:pt x="33071" y="15563"/>
                  <a:pt x="33163" y="15563"/>
                  <a:pt x="33223" y="15593"/>
                </a:cubicBezTo>
                <a:lnTo>
                  <a:pt x="33345" y="15624"/>
                </a:lnTo>
                <a:cubicBezTo>
                  <a:pt x="33497" y="15593"/>
                  <a:pt x="33527" y="15532"/>
                  <a:pt x="33497" y="15532"/>
                </a:cubicBezTo>
                <a:cubicBezTo>
                  <a:pt x="33467" y="15532"/>
                  <a:pt x="33527" y="15441"/>
                  <a:pt x="33649" y="15350"/>
                </a:cubicBezTo>
                <a:lnTo>
                  <a:pt x="33771" y="15320"/>
                </a:lnTo>
                <a:cubicBezTo>
                  <a:pt x="33816" y="15289"/>
                  <a:pt x="33854" y="15274"/>
                  <a:pt x="33892" y="15274"/>
                </a:cubicBezTo>
                <a:cubicBezTo>
                  <a:pt x="33930" y="15274"/>
                  <a:pt x="33968" y="15289"/>
                  <a:pt x="34014" y="15320"/>
                </a:cubicBezTo>
                <a:cubicBezTo>
                  <a:pt x="34074" y="15380"/>
                  <a:pt x="34014" y="15502"/>
                  <a:pt x="34135" y="15593"/>
                </a:cubicBezTo>
                <a:cubicBezTo>
                  <a:pt x="34161" y="15608"/>
                  <a:pt x="34184" y="15614"/>
                  <a:pt x="34206" y="15614"/>
                </a:cubicBezTo>
                <a:cubicBezTo>
                  <a:pt x="34284" y="15614"/>
                  <a:pt x="34345" y="15542"/>
                  <a:pt x="34400" y="15542"/>
                </a:cubicBezTo>
                <a:cubicBezTo>
                  <a:pt x="34424" y="15542"/>
                  <a:pt x="34447" y="15555"/>
                  <a:pt x="34470" y="15593"/>
                </a:cubicBezTo>
                <a:lnTo>
                  <a:pt x="34561" y="15684"/>
                </a:lnTo>
                <a:cubicBezTo>
                  <a:pt x="34682" y="15654"/>
                  <a:pt x="34804" y="15654"/>
                  <a:pt x="34926" y="15654"/>
                </a:cubicBezTo>
                <a:lnTo>
                  <a:pt x="34986" y="15654"/>
                </a:lnTo>
                <a:cubicBezTo>
                  <a:pt x="35017" y="15654"/>
                  <a:pt x="35017" y="15624"/>
                  <a:pt x="35078" y="15624"/>
                </a:cubicBezTo>
                <a:lnTo>
                  <a:pt x="35260" y="15624"/>
                </a:lnTo>
                <a:cubicBezTo>
                  <a:pt x="35301" y="15664"/>
                  <a:pt x="35335" y="15679"/>
                  <a:pt x="35365" y="15679"/>
                </a:cubicBezTo>
                <a:cubicBezTo>
                  <a:pt x="35441" y="15679"/>
                  <a:pt x="35495" y="15590"/>
                  <a:pt x="35570" y="15590"/>
                </a:cubicBezTo>
                <a:cubicBezTo>
                  <a:pt x="35578" y="15590"/>
                  <a:pt x="35586" y="15591"/>
                  <a:pt x="35594" y="15593"/>
                </a:cubicBezTo>
                <a:lnTo>
                  <a:pt x="35716" y="15654"/>
                </a:lnTo>
                <a:cubicBezTo>
                  <a:pt x="35868" y="15654"/>
                  <a:pt x="35989" y="15624"/>
                  <a:pt x="36111" y="15593"/>
                </a:cubicBezTo>
                <a:lnTo>
                  <a:pt x="36141" y="15593"/>
                </a:lnTo>
                <a:lnTo>
                  <a:pt x="36324" y="15745"/>
                </a:lnTo>
                <a:cubicBezTo>
                  <a:pt x="36567" y="15745"/>
                  <a:pt x="36810" y="15684"/>
                  <a:pt x="37053" y="15624"/>
                </a:cubicBezTo>
                <a:cubicBezTo>
                  <a:pt x="37053" y="15602"/>
                  <a:pt x="37061" y="15592"/>
                  <a:pt x="37073" y="15592"/>
                </a:cubicBezTo>
                <a:cubicBezTo>
                  <a:pt x="37096" y="15592"/>
                  <a:pt x="37136" y="15626"/>
                  <a:pt x="37175" y="15684"/>
                </a:cubicBezTo>
                <a:lnTo>
                  <a:pt x="37296" y="15684"/>
                </a:lnTo>
                <a:lnTo>
                  <a:pt x="37540" y="15624"/>
                </a:lnTo>
                <a:lnTo>
                  <a:pt x="38178" y="15624"/>
                </a:lnTo>
                <a:cubicBezTo>
                  <a:pt x="38208" y="15624"/>
                  <a:pt x="38421" y="15654"/>
                  <a:pt x="38664" y="15715"/>
                </a:cubicBezTo>
                <a:lnTo>
                  <a:pt x="39090" y="15654"/>
                </a:lnTo>
                <a:cubicBezTo>
                  <a:pt x="39090" y="15624"/>
                  <a:pt x="39151" y="15624"/>
                  <a:pt x="39151" y="15624"/>
                </a:cubicBezTo>
                <a:lnTo>
                  <a:pt x="39272" y="15745"/>
                </a:lnTo>
                <a:cubicBezTo>
                  <a:pt x="39515" y="15715"/>
                  <a:pt x="39728" y="15715"/>
                  <a:pt x="39941" y="15715"/>
                </a:cubicBezTo>
                <a:cubicBezTo>
                  <a:pt x="40070" y="15736"/>
                  <a:pt x="40184" y="15758"/>
                  <a:pt x="40293" y="15758"/>
                </a:cubicBezTo>
                <a:cubicBezTo>
                  <a:pt x="40338" y="15758"/>
                  <a:pt x="40383" y="15754"/>
                  <a:pt x="40427" y="15745"/>
                </a:cubicBezTo>
                <a:cubicBezTo>
                  <a:pt x="40518" y="15715"/>
                  <a:pt x="40610" y="15715"/>
                  <a:pt x="40670" y="15715"/>
                </a:cubicBezTo>
                <a:lnTo>
                  <a:pt x="40731" y="15715"/>
                </a:lnTo>
                <a:cubicBezTo>
                  <a:pt x="40796" y="15736"/>
                  <a:pt x="40875" y="15758"/>
                  <a:pt x="40927" y="15758"/>
                </a:cubicBezTo>
                <a:cubicBezTo>
                  <a:pt x="40949" y="15758"/>
                  <a:pt x="40965" y="15754"/>
                  <a:pt x="40974" y="15745"/>
                </a:cubicBezTo>
                <a:cubicBezTo>
                  <a:pt x="41058" y="15695"/>
                  <a:pt x="41151" y="15672"/>
                  <a:pt x="41248" y="15672"/>
                </a:cubicBezTo>
                <a:cubicBezTo>
                  <a:pt x="41327" y="15672"/>
                  <a:pt x="41409" y="15687"/>
                  <a:pt x="41491" y="15715"/>
                </a:cubicBezTo>
                <a:lnTo>
                  <a:pt x="41643" y="15745"/>
                </a:lnTo>
                <a:cubicBezTo>
                  <a:pt x="41765" y="15715"/>
                  <a:pt x="41886" y="15684"/>
                  <a:pt x="42008" y="15684"/>
                </a:cubicBezTo>
                <a:cubicBezTo>
                  <a:pt x="42069" y="15733"/>
                  <a:pt x="42120" y="15757"/>
                  <a:pt x="42161" y="15757"/>
                </a:cubicBezTo>
                <a:cubicBezTo>
                  <a:pt x="42223" y="15757"/>
                  <a:pt x="42263" y="15703"/>
                  <a:pt x="42281" y="15593"/>
                </a:cubicBezTo>
                <a:lnTo>
                  <a:pt x="42433" y="15593"/>
                </a:lnTo>
                <a:cubicBezTo>
                  <a:pt x="42494" y="15654"/>
                  <a:pt x="42798" y="15715"/>
                  <a:pt x="42889" y="15745"/>
                </a:cubicBezTo>
                <a:lnTo>
                  <a:pt x="43072" y="15806"/>
                </a:lnTo>
                <a:cubicBezTo>
                  <a:pt x="43315" y="15745"/>
                  <a:pt x="43588" y="15745"/>
                  <a:pt x="43831" y="15745"/>
                </a:cubicBezTo>
                <a:lnTo>
                  <a:pt x="44318" y="15745"/>
                </a:lnTo>
                <a:cubicBezTo>
                  <a:pt x="44455" y="15760"/>
                  <a:pt x="44591" y="15768"/>
                  <a:pt x="44728" y="15768"/>
                </a:cubicBezTo>
                <a:cubicBezTo>
                  <a:pt x="44865" y="15768"/>
                  <a:pt x="45002" y="15760"/>
                  <a:pt x="45139" y="15745"/>
                </a:cubicBezTo>
                <a:cubicBezTo>
                  <a:pt x="45149" y="15724"/>
                  <a:pt x="45179" y="15714"/>
                  <a:pt x="45223" y="15714"/>
                </a:cubicBezTo>
                <a:cubicBezTo>
                  <a:pt x="45302" y="15714"/>
                  <a:pt x="45427" y="15747"/>
                  <a:pt x="45564" y="15806"/>
                </a:cubicBezTo>
                <a:lnTo>
                  <a:pt x="45777" y="15745"/>
                </a:lnTo>
                <a:cubicBezTo>
                  <a:pt x="45830" y="15736"/>
                  <a:pt x="45884" y="15733"/>
                  <a:pt x="45936" y="15733"/>
                </a:cubicBezTo>
                <a:cubicBezTo>
                  <a:pt x="46063" y="15733"/>
                  <a:pt x="46186" y="15754"/>
                  <a:pt x="46294" y="15776"/>
                </a:cubicBezTo>
                <a:lnTo>
                  <a:pt x="46354" y="15776"/>
                </a:lnTo>
                <a:cubicBezTo>
                  <a:pt x="46567" y="15776"/>
                  <a:pt x="46780" y="15715"/>
                  <a:pt x="46993" y="15684"/>
                </a:cubicBezTo>
                <a:lnTo>
                  <a:pt x="47236" y="15776"/>
                </a:lnTo>
                <a:cubicBezTo>
                  <a:pt x="47266" y="15791"/>
                  <a:pt x="47304" y="15798"/>
                  <a:pt x="47346" y="15798"/>
                </a:cubicBezTo>
                <a:cubicBezTo>
                  <a:pt x="47388" y="15798"/>
                  <a:pt x="47433" y="15791"/>
                  <a:pt x="47479" y="15776"/>
                </a:cubicBezTo>
                <a:cubicBezTo>
                  <a:pt x="47540" y="15776"/>
                  <a:pt x="47601" y="15715"/>
                  <a:pt x="47692" y="15715"/>
                </a:cubicBezTo>
                <a:cubicBezTo>
                  <a:pt x="47753" y="15715"/>
                  <a:pt x="47813" y="15776"/>
                  <a:pt x="47905" y="15776"/>
                </a:cubicBezTo>
                <a:lnTo>
                  <a:pt x="47935" y="15776"/>
                </a:lnTo>
                <a:cubicBezTo>
                  <a:pt x="48056" y="15654"/>
                  <a:pt x="48178" y="15593"/>
                  <a:pt x="48330" y="15532"/>
                </a:cubicBezTo>
                <a:cubicBezTo>
                  <a:pt x="48340" y="15529"/>
                  <a:pt x="48348" y="15528"/>
                  <a:pt x="48354" y="15528"/>
                </a:cubicBezTo>
                <a:cubicBezTo>
                  <a:pt x="48402" y="15528"/>
                  <a:pt x="48323" y="15630"/>
                  <a:pt x="48269" y="15684"/>
                </a:cubicBezTo>
                <a:cubicBezTo>
                  <a:pt x="48217" y="15711"/>
                  <a:pt x="48300" y="15782"/>
                  <a:pt x="48362" y="15782"/>
                </a:cubicBezTo>
                <a:cubicBezTo>
                  <a:pt x="48373" y="15782"/>
                  <a:pt x="48382" y="15780"/>
                  <a:pt x="48391" y="15776"/>
                </a:cubicBezTo>
                <a:cubicBezTo>
                  <a:pt x="48396" y="15773"/>
                  <a:pt x="48406" y="15772"/>
                  <a:pt x="48418" y="15772"/>
                </a:cubicBezTo>
                <a:cubicBezTo>
                  <a:pt x="48526" y="15772"/>
                  <a:pt x="48876" y="15871"/>
                  <a:pt x="49086" y="15871"/>
                </a:cubicBezTo>
                <a:cubicBezTo>
                  <a:pt x="49109" y="15871"/>
                  <a:pt x="49131" y="15870"/>
                  <a:pt x="49151" y="15867"/>
                </a:cubicBezTo>
                <a:cubicBezTo>
                  <a:pt x="49272" y="15867"/>
                  <a:pt x="49394" y="15836"/>
                  <a:pt x="49515" y="15836"/>
                </a:cubicBezTo>
                <a:lnTo>
                  <a:pt x="49546" y="15836"/>
                </a:lnTo>
                <a:cubicBezTo>
                  <a:pt x="49637" y="15776"/>
                  <a:pt x="49683" y="15745"/>
                  <a:pt x="49724" y="15745"/>
                </a:cubicBezTo>
                <a:cubicBezTo>
                  <a:pt x="49766" y="15745"/>
                  <a:pt x="49804" y="15776"/>
                  <a:pt x="49880" y="15836"/>
                </a:cubicBezTo>
                <a:lnTo>
                  <a:pt x="49911" y="15867"/>
                </a:lnTo>
                <a:cubicBezTo>
                  <a:pt x="49916" y="15870"/>
                  <a:pt x="49922" y="15871"/>
                  <a:pt x="49928" y="15871"/>
                </a:cubicBezTo>
                <a:cubicBezTo>
                  <a:pt x="49987" y="15871"/>
                  <a:pt x="50063" y="15742"/>
                  <a:pt x="50063" y="15715"/>
                </a:cubicBezTo>
                <a:cubicBezTo>
                  <a:pt x="50063" y="15684"/>
                  <a:pt x="50093" y="15654"/>
                  <a:pt x="50123" y="15624"/>
                </a:cubicBezTo>
                <a:cubicBezTo>
                  <a:pt x="50154" y="15684"/>
                  <a:pt x="50154" y="15745"/>
                  <a:pt x="50184" y="15806"/>
                </a:cubicBezTo>
                <a:cubicBezTo>
                  <a:pt x="50184" y="15836"/>
                  <a:pt x="50336" y="15867"/>
                  <a:pt x="50488" y="15867"/>
                </a:cubicBezTo>
                <a:lnTo>
                  <a:pt x="50640" y="15867"/>
                </a:lnTo>
                <a:lnTo>
                  <a:pt x="50792" y="15897"/>
                </a:lnTo>
                <a:cubicBezTo>
                  <a:pt x="50944" y="15897"/>
                  <a:pt x="51187" y="15867"/>
                  <a:pt x="51309" y="15867"/>
                </a:cubicBezTo>
                <a:lnTo>
                  <a:pt x="51552" y="15867"/>
                </a:lnTo>
                <a:cubicBezTo>
                  <a:pt x="51579" y="15813"/>
                  <a:pt x="51655" y="15710"/>
                  <a:pt x="51714" y="15710"/>
                </a:cubicBezTo>
                <a:cubicBezTo>
                  <a:pt x="51721" y="15710"/>
                  <a:pt x="51728" y="15712"/>
                  <a:pt x="51734" y="15715"/>
                </a:cubicBezTo>
                <a:cubicBezTo>
                  <a:pt x="51795" y="15745"/>
                  <a:pt x="51826" y="15806"/>
                  <a:pt x="51856" y="15867"/>
                </a:cubicBezTo>
                <a:cubicBezTo>
                  <a:pt x="51947" y="15836"/>
                  <a:pt x="52038" y="15806"/>
                  <a:pt x="52130" y="15776"/>
                </a:cubicBezTo>
                <a:lnTo>
                  <a:pt x="52525" y="15776"/>
                </a:lnTo>
                <a:cubicBezTo>
                  <a:pt x="52616" y="15776"/>
                  <a:pt x="52707" y="15745"/>
                  <a:pt x="52768" y="15684"/>
                </a:cubicBezTo>
                <a:lnTo>
                  <a:pt x="52859" y="15836"/>
                </a:lnTo>
                <a:cubicBezTo>
                  <a:pt x="52889" y="15867"/>
                  <a:pt x="53102" y="15867"/>
                  <a:pt x="53254" y="15867"/>
                </a:cubicBezTo>
                <a:lnTo>
                  <a:pt x="53467" y="15867"/>
                </a:lnTo>
                <a:cubicBezTo>
                  <a:pt x="53560" y="15844"/>
                  <a:pt x="53653" y="15834"/>
                  <a:pt x="53746" y="15834"/>
                </a:cubicBezTo>
                <a:cubicBezTo>
                  <a:pt x="53896" y="15834"/>
                  <a:pt x="54046" y="15860"/>
                  <a:pt x="54196" y="15897"/>
                </a:cubicBezTo>
                <a:lnTo>
                  <a:pt x="54288" y="15867"/>
                </a:lnTo>
                <a:cubicBezTo>
                  <a:pt x="54303" y="15859"/>
                  <a:pt x="54318" y="15856"/>
                  <a:pt x="54331" y="15856"/>
                </a:cubicBezTo>
                <a:cubicBezTo>
                  <a:pt x="54396" y="15856"/>
                  <a:pt x="54435" y="15935"/>
                  <a:pt x="54503" y="15935"/>
                </a:cubicBezTo>
                <a:cubicBezTo>
                  <a:pt x="54528" y="15935"/>
                  <a:pt x="54557" y="15925"/>
                  <a:pt x="54592" y="15897"/>
                </a:cubicBezTo>
                <a:cubicBezTo>
                  <a:pt x="54642" y="15872"/>
                  <a:pt x="54692" y="15857"/>
                  <a:pt x="54740" y="15857"/>
                </a:cubicBezTo>
                <a:cubicBezTo>
                  <a:pt x="54809" y="15857"/>
                  <a:pt x="54873" y="15887"/>
                  <a:pt x="54926" y="15958"/>
                </a:cubicBezTo>
                <a:cubicBezTo>
                  <a:pt x="55291" y="15897"/>
                  <a:pt x="55625" y="15867"/>
                  <a:pt x="55959" y="15867"/>
                </a:cubicBezTo>
                <a:cubicBezTo>
                  <a:pt x="56081" y="15897"/>
                  <a:pt x="56172" y="15897"/>
                  <a:pt x="56294" y="15897"/>
                </a:cubicBezTo>
                <a:lnTo>
                  <a:pt x="56324" y="15897"/>
                </a:lnTo>
                <a:cubicBezTo>
                  <a:pt x="56335" y="15886"/>
                  <a:pt x="56346" y="15882"/>
                  <a:pt x="56356" y="15882"/>
                </a:cubicBezTo>
                <a:cubicBezTo>
                  <a:pt x="56392" y="15882"/>
                  <a:pt x="56430" y="15927"/>
                  <a:pt x="56475" y="15927"/>
                </a:cubicBezTo>
                <a:cubicBezTo>
                  <a:pt x="56494" y="15927"/>
                  <a:pt x="56515" y="15919"/>
                  <a:pt x="56537" y="15897"/>
                </a:cubicBezTo>
                <a:lnTo>
                  <a:pt x="56567" y="15836"/>
                </a:lnTo>
                <a:cubicBezTo>
                  <a:pt x="56593" y="15831"/>
                  <a:pt x="56619" y="15829"/>
                  <a:pt x="56645" y="15829"/>
                </a:cubicBezTo>
                <a:cubicBezTo>
                  <a:pt x="56770" y="15829"/>
                  <a:pt x="56887" y="15888"/>
                  <a:pt x="56962" y="15988"/>
                </a:cubicBezTo>
                <a:lnTo>
                  <a:pt x="57084" y="15928"/>
                </a:lnTo>
                <a:lnTo>
                  <a:pt x="57236" y="15806"/>
                </a:lnTo>
                <a:cubicBezTo>
                  <a:pt x="57418" y="15867"/>
                  <a:pt x="57601" y="15897"/>
                  <a:pt x="57783" y="15988"/>
                </a:cubicBezTo>
                <a:lnTo>
                  <a:pt x="57905" y="15897"/>
                </a:lnTo>
                <a:cubicBezTo>
                  <a:pt x="57921" y="15889"/>
                  <a:pt x="57937" y="15886"/>
                  <a:pt x="57955" y="15886"/>
                </a:cubicBezTo>
                <a:cubicBezTo>
                  <a:pt x="58026" y="15886"/>
                  <a:pt x="58104" y="15942"/>
                  <a:pt x="58178" y="15942"/>
                </a:cubicBezTo>
                <a:cubicBezTo>
                  <a:pt x="58220" y="15942"/>
                  <a:pt x="58262" y="15924"/>
                  <a:pt x="58300" y="15867"/>
                </a:cubicBezTo>
                <a:cubicBezTo>
                  <a:pt x="58482" y="15867"/>
                  <a:pt x="58665" y="15928"/>
                  <a:pt x="58817" y="15988"/>
                </a:cubicBezTo>
                <a:lnTo>
                  <a:pt x="58999" y="15867"/>
                </a:lnTo>
                <a:cubicBezTo>
                  <a:pt x="59045" y="15852"/>
                  <a:pt x="59090" y="15844"/>
                  <a:pt x="59132" y="15844"/>
                </a:cubicBezTo>
                <a:cubicBezTo>
                  <a:pt x="59174" y="15844"/>
                  <a:pt x="59212" y="15852"/>
                  <a:pt x="59242" y="15867"/>
                </a:cubicBezTo>
                <a:lnTo>
                  <a:pt x="59455" y="16019"/>
                </a:lnTo>
                <a:cubicBezTo>
                  <a:pt x="59698" y="15958"/>
                  <a:pt x="60093" y="15928"/>
                  <a:pt x="60184" y="15928"/>
                </a:cubicBezTo>
                <a:cubicBezTo>
                  <a:pt x="60205" y="15917"/>
                  <a:pt x="60245" y="15914"/>
                  <a:pt x="60292" y="15914"/>
                </a:cubicBezTo>
                <a:cubicBezTo>
                  <a:pt x="60387" y="15914"/>
                  <a:pt x="60509" y="15928"/>
                  <a:pt x="60549" y="15928"/>
                </a:cubicBezTo>
                <a:cubicBezTo>
                  <a:pt x="60671" y="15867"/>
                  <a:pt x="60823" y="15867"/>
                  <a:pt x="60944" y="15867"/>
                </a:cubicBezTo>
                <a:lnTo>
                  <a:pt x="61218" y="15928"/>
                </a:lnTo>
                <a:lnTo>
                  <a:pt x="61279" y="15928"/>
                </a:lnTo>
                <a:cubicBezTo>
                  <a:pt x="61370" y="15928"/>
                  <a:pt x="61461" y="15867"/>
                  <a:pt x="61552" y="15867"/>
                </a:cubicBezTo>
                <a:cubicBezTo>
                  <a:pt x="61613" y="15867"/>
                  <a:pt x="61704" y="15867"/>
                  <a:pt x="61795" y="15836"/>
                </a:cubicBezTo>
                <a:cubicBezTo>
                  <a:pt x="61856" y="15806"/>
                  <a:pt x="61795" y="15684"/>
                  <a:pt x="61947" y="15684"/>
                </a:cubicBezTo>
                <a:lnTo>
                  <a:pt x="62039" y="15684"/>
                </a:lnTo>
                <a:cubicBezTo>
                  <a:pt x="62048" y="15681"/>
                  <a:pt x="62059" y="15680"/>
                  <a:pt x="62069" y="15680"/>
                </a:cubicBezTo>
                <a:cubicBezTo>
                  <a:pt x="62155" y="15680"/>
                  <a:pt x="62251" y="15782"/>
                  <a:pt x="62251" y="15836"/>
                </a:cubicBezTo>
                <a:cubicBezTo>
                  <a:pt x="62356" y="15860"/>
                  <a:pt x="62460" y="15870"/>
                  <a:pt x="62565" y="15870"/>
                </a:cubicBezTo>
                <a:cubicBezTo>
                  <a:pt x="62734" y="15870"/>
                  <a:pt x="62903" y="15844"/>
                  <a:pt x="63072" y="15806"/>
                </a:cubicBezTo>
                <a:lnTo>
                  <a:pt x="63467" y="15867"/>
                </a:lnTo>
                <a:cubicBezTo>
                  <a:pt x="63498" y="15867"/>
                  <a:pt x="63528" y="15776"/>
                  <a:pt x="63558" y="15745"/>
                </a:cubicBezTo>
                <a:cubicBezTo>
                  <a:pt x="63649" y="15776"/>
                  <a:pt x="63710" y="15806"/>
                  <a:pt x="63741" y="15836"/>
                </a:cubicBezTo>
                <a:lnTo>
                  <a:pt x="63832" y="15897"/>
                </a:lnTo>
                <a:lnTo>
                  <a:pt x="63984" y="15958"/>
                </a:lnTo>
                <a:cubicBezTo>
                  <a:pt x="64166" y="15897"/>
                  <a:pt x="64349" y="15867"/>
                  <a:pt x="64531" y="15867"/>
                </a:cubicBezTo>
                <a:cubicBezTo>
                  <a:pt x="64592" y="15867"/>
                  <a:pt x="64622" y="15806"/>
                  <a:pt x="64622" y="15745"/>
                </a:cubicBezTo>
                <a:cubicBezTo>
                  <a:pt x="64592" y="15745"/>
                  <a:pt x="64683" y="15715"/>
                  <a:pt x="64835" y="15715"/>
                </a:cubicBezTo>
                <a:lnTo>
                  <a:pt x="64896" y="15928"/>
                </a:lnTo>
                <a:cubicBezTo>
                  <a:pt x="65108" y="15897"/>
                  <a:pt x="65990" y="15867"/>
                  <a:pt x="66264" y="15867"/>
                </a:cubicBezTo>
                <a:cubicBezTo>
                  <a:pt x="66567" y="15867"/>
                  <a:pt x="66841" y="15836"/>
                  <a:pt x="67145" y="15776"/>
                </a:cubicBezTo>
                <a:lnTo>
                  <a:pt x="67267" y="15806"/>
                </a:lnTo>
                <a:lnTo>
                  <a:pt x="67449" y="15867"/>
                </a:lnTo>
                <a:cubicBezTo>
                  <a:pt x="67550" y="15867"/>
                  <a:pt x="67760" y="15853"/>
                  <a:pt x="67915" y="15853"/>
                </a:cubicBezTo>
                <a:cubicBezTo>
                  <a:pt x="67993" y="15853"/>
                  <a:pt x="68057" y="15857"/>
                  <a:pt x="68087" y="15867"/>
                </a:cubicBezTo>
                <a:lnTo>
                  <a:pt x="68543" y="15867"/>
                </a:lnTo>
                <a:cubicBezTo>
                  <a:pt x="68556" y="15862"/>
                  <a:pt x="68574" y="15861"/>
                  <a:pt x="68596" y="15861"/>
                </a:cubicBezTo>
                <a:cubicBezTo>
                  <a:pt x="68726" y="15861"/>
                  <a:pt x="68986" y="15928"/>
                  <a:pt x="69090" y="15928"/>
                </a:cubicBezTo>
                <a:cubicBezTo>
                  <a:pt x="69212" y="15897"/>
                  <a:pt x="69516" y="15897"/>
                  <a:pt x="69637" y="15867"/>
                </a:cubicBezTo>
                <a:cubicBezTo>
                  <a:pt x="69710" y="15867"/>
                  <a:pt x="69920" y="15789"/>
                  <a:pt x="70031" y="15789"/>
                </a:cubicBezTo>
                <a:cubicBezTo>
                  <a:pt x="70059" y="15789"/>
                  <a:pt x="70081" y="15794"/>
                  <a:pt x="70093" y="15806"/>
                </a:cubicBezTo>
                <a:cubicBezTo>
                  <a:pt x="70124" y="15826"/>
                  <a:pt x="70174" y="15833"/>
                  <a:pt x="70232" y="15833"/>
                </a:cubicBezTo>
                <a:cubicBezTo>
                  <a:pt x="70347" y="15833"/>
                  <a:pt x="70489" y="15806"/>
                  <a:pt x="70549" y="15806"/>
                </a:cubicBezTo>
                <a:cubicBezTo>
                  <a:pt x="70640" y="15806"/>
                  <a:pt x="71400" y="15897"/>
                  <a:pt x="71644" y="15897"/>
                </a:cubicBezTo>
                <a:cubicBezTo>
                  <a:pt x="71878" y="15897"/>
                  <a:pt x="72180" y="15830"/>
                  <a:pt x="72299" y="15830"/>
                </a:cubicBezTo>
                <a:cubicBezTo>
                  <a:pt x="72319" y="15830"/>
                  <a:pt x="72334" y="15832"/>
                  <a:pt x="72343" y="15836"/>
                </a:cubicBezTo>
                <a:cubicBezTo>
                  <a:pt x="72354" y="15842"/>
                  <a:pt x="72369" y="15845"/>
                  <a:pt x="72386" y="15845"/>
                </a:cubicBezTo>
                <a:cubicBezTo>
                  <a:pt x="72458" y="15845"/>
                  <a:pt x="72567" y="15800"/>
                  <a:pt x="72616" y="15776"/>
                </a:cubicBezTo>
                <a:cubicBezTo>
                  <a:pt x="72647" y="15745"/>
                  <a:pt x="72707" y="15715"/>
                  <a:pt x="72768" y="15715"/>
                </a:cubicBezTo>
                <a:cubicBezTo>
                  <a:pt x="72799" y="15715"/>
                  <a:pt x="72829" y="15776"/>
                  <a:pt x="72890" y="15836"/>
                </a:cubicBezTo>
                <a:lnTo>
                  <a:pt x="73619" y="15836"/>
                </a:lnTo>
                <a:cubicBezTo>
                  <a:pt x="73832" y="15867"/>
                  <a:pt x="74045" y="15897"/>
                  <a:pt x="74258" y="15897"/>
                </a:cubicBezTo>
                <a:cubicBezTo>
                  <a:pt x="74413" y="15853"/>
                  <a:pt x="74585" y="15824"/>
                  <a:pt x="74762" y="15824"/>
                </a:cubicBezTo>
                <a:cubicBezTo>
                  <a:pt x="74826" y="15824"/>
                  <a:pt x="74892" y="15828"/>
                  <a:pt x="74957" y="15836"/>
                </a:cubicBezTo>
                <a:lnTo>
                  <a:pt x="75352" y="15836"/>
                </a:lnTo>
                <a:cubicBezTo>
                  <a:pt x="75397" y="15821"/>
                  <a:pt x="75641" y="15821"/>
                  <a:pt x="75907" y="15821"/>
                </a:cubicBezTo>
                <a:cubicBezTo>
                  <a:pt x="76173" y="15821"/>
                  <a:pt x="76461" y="15821"/>
                  <a:pt x="76598" y="15806"/>
                </a:cubicBezTo>
                <a:lnTo>
                  <a:pt x="77358" y="15715"/>
                </a:lnTo>
                <a:lnTo>
                  <a:pt x="77480" y="15776"/>
                </a:lnTo>
                <a:cubicBezTo>
                  <a:pt x="77515" y="15793"/>
                  <a:pt x="77540" y="15811"/>
                  <a:pt x="77566" y="15811"/>
                </a:cubicBezTo>
                <a:cubicBezTo>
                  <a:pt x="77586" y="15811"/>
                  <a:pt x="77606" y="15801"/>
                  <a:pt x="77632" y="15776"/>
                </a:cubicBezTo>
                <a:cubicBezTo>
                  <a:pt x="77641" y="15766"/>
                  <a:pt x="77650" y="15763"/>
                  <a:pt x="77661" y="15763"/>
                </a:cubicBezTo>
                <a:cubicBezTo>
                  <a:pt x="77701" y="15763"/>
                  <a:pt x="77749" y="15818"/>
                  <a:pt x="77791" y="15818"/>
                </a:cubicBezTo>
                <a:cubicBezTo>
                  <a:pt x="77810" y="15818"/>
                  <a:pt x="77828" y="15807"/>
                  <a:pt x="77844" y="15776"/>
                </a:cubicBezTo>
                <a:cubicBezTo>
                  <a:pt x="77844" y="15776"/>
                  <a:pt x="77942" y="15815"/>
                  <a:pt x="78012" y="15815"/>
                </a:cubicBezTo>
                <a:cubicBezTo>
                  <a:pt x="78029" y="15815"/>
                  <a:pt x="78045" y="15812"/>
                  <a:pt x="78057" y="15806"/>
                </a:cubicBezTo>
                <a:cubicBezTo>
                  <a:pt x="78087" y="15791"/>
                  <a:pt x="78125" y="15783"/>
                  <a:pt x="78163" y="15783"/>
                </a:cubicBezTo>
                <a:cubicBezTo>
                  <a:pt x="78201" y="15783"/>
                  <a:pt x="78239" y="15791"/>
                  <a:pt x="78270" y="15806"/>
                </a:cubicBezTo>
                <a:cubicBezTo>
                  <a:pt x="78324" y="15828"/>
                  <a:pt x="78377" y="15838"/>
                  <a:pt x="78430" y="15838"/>
                </a:cubicBezTo>
                <a:cubicBezTo>
                  <a:pt x="78526" y="15838"/>
                  <a:pt x="78617" y="15804"/>
                  <a:pt x="78695" y="15745"/>
                </a:cubicBezTo>
                <a:cubicBezTo>
                  <a:pt x="78707" y="15737"/>
                  <a:pt x="78720" y="15734"/>
                  <a:pt x="78735" y="15734"/>
                </a:cubicBezTo>
                <a:cubicBezTo>
                  <a:pt x="78812" y="15734"/>
                  <a:pt x="78924" y="15829"/>
                  <a:pt x="79019" y="15829"/>
                </a:cubicBezTo>
                <a:cubicBezTo>
                  <a:pt x="79044" y="15829"/>
                  <a:pt x="79068" y="15823"/>
                  <a:pt x="79091" y="15806"/>
                </a:cubicBezTo>
                <a:cubicBezTo>
                  <a:pt x="79166" y="15760"/>
                  <a:pt x="79258" y="15738"/>
                  <a:pt x="79349" y="15738"/>
                </a:cubicBezTo>
                <a:cubicBezTo>
                  <a:pt x="79440" y="15738"/>
                  <a:pt x="79531" y="15760"/>
                  <a:pt x="79607" y="15806"/>
                </a:cubicBezTo>
                <a:lnTo>
                  <a:pt x="79638" y="15836"/>
                </a:lnTo>
                <a:cubicBezTo>
                  <a:pt x="79719" y="15836"/>
                  <a:pt x="79992" y="15740"/>
                  <a:pt x="80116" y="15740"/>
                </a:cubicBezTo>
                <a:cubicBezTo>
                  <a:pt x="80131" y="15740"/>
                  <a:pt x="80144" y="15742"/>
                  <a:pt x="80154" y="15745"/>
                </a:cubicBezTo>
                <a:cubicBezTo>
                  <a:pt x="80192" y="15758"/>
                  <a:pt x="80230" y="15765"/>
                  <a:pt x="80266" y="15765"/>
                </a:cubicBezTo>
                <a:cubicBezTo>
                  <a:pt x="80316" y="15765"/>
                  <a:pt x="80362" y="15750"/>
                  <a:pt x="80398" y="15715"/>
                </a:cubicBezTo>
                <a:cubicBezTo>
                  <a:pt x="80403" y="15709"/>
                  <a:pt x="80410" y="15707"/>
                  <a:pt x="80418" y="15707"/>
                </a:cubicBezTo>
                <a:cubicBezTo>
                  <a:pt x="80450" y="15707"/>
                  <a:pt x="80495" y="15751"/>
                  <a:pt x="80519" y="15776"/>
                </a:cubicBezTo>
                <a:cubicBezTo>
                  <a:pt x="80519" y="15782"/>
                  <a:pt x="80526" y="15784"/>
                  <a:pt x="80537" y="15784"/>
                </a:cubicBezTo>
                <a:cubicBezTo>
                  <a:pt x="80567" y="15784"/>
                  <a:pt x="80628" y="15767"/>
                  <a:pt x="80668" y="15767"/>
                </a:cubicBezTo>
                <a:cubicBezTo>
                  <a:pt x="80683" y="15767"/>
                  <a:pt x="80695" y="15769"/>
                  <a:pt x="80701" y="15776"/>
                </a:cubicBezTo>
                <a:cubicBezTo>
                  <a:pt x="80754" y="15776"/>
                  <a:pt x="80895" y="15843"/>
                  <a:pt x="80973" y="15843"/>
                </a:cubicBezTo>
                <a:cubicBezTo>
                  <a:pt x="80986" y="15843"/>
                  <a:pt x="80997" y="15841"/>
                  <a:pt x="81005" y="15836"/>
                </a:cubicBezTo>
                <a:cubicBezTo>
                  <a:pt x="81009" y="15833"/>
                  <a:pt x="81020" y="15831"/>
                  <a:pt x="81037" y="15831"/>
                </a:cubicBezTo>
                <a:cubicBezTo>
                  <a:pt x="81139" y="15831"/>
                  <a:pt x="81457" y="15884"/>
                  <a:pt x="81684" y="15884"/>
                </a:cubicBezTo>
                <a:cubicBezTo>
                  <a:pt x="81752" y="15884"/>
                  <a:pt x="81813" y="15879"/>
                  <a:pt x="81857" y="15867"/>
                </a:cubicBezTo>
                <a:cubicBezTo>
                  <a:pt x="82039" y="15806"/>
                  <a:pt x="82252" y="15776"/>
                  <a:pt x="82464" y="15745"/>
                </a:cubicBezTo>
                <a:cubicBezTo>
                  <a:pt x="82586" y="15776"/>
                  <a:pt x="82708" y="15806"/>
                  <a:pt x="82829" y="15806"/>
                </a:cubicBezTo>
                <a:cubicBezTo>
                  <a:pt x="82981" y="15776"/>
                  <a:pt x="83133" y="15715"/>
                  <a:pt x="83255" y="15654"/>
                </a:cubicBezTo>
                <a:cubicBezTo>
                  <a:pt x="83271" y="15648"/>
                  <a:pt x="83290" y="15646"/>
                  <a:pt x="83310" y="15646"/>
                </a:cubicBezTo>
                <a:cubicBezTo>
                  <a:pt x="83398" y="15646"/>
                  <a:pt x="83503" y="15696"/>
                  <a:pt x="83528" y="15745"/>
                </a:cubicBezTo>
                <a:cubicBezTo>
                  <a:pt x="83541" y="15752"/>
                  <a:pt x="83558" y="15754"/>
                  <a:pt x="83577" y="15754"/>
                </a:cubicBezTo>
                <a:cubicBezTo>
                  <a:pt x="83630" y="15754"/>
                  <a:pt x="83700" y="15736"/>
                  <a:pt x="83753" y="15736"/>
                </a:cubicBezTo>
                <a:cubicBezTo>
                  <a:pt x="83772" y="15736"/>
                  <a:pt x="83789" y="15739"/>
                  <a:pt x="83802" y="15745"/>
                </a:cubicBezTo>
                <a:cubicBezTo>
                  <a:pt x="83923" y="15745"/>
                  <a:pt x="84075" y="15745"/>
                  <a:pt x="84227" y="15715"/>
                </a:cubicBezTo>
                <a:lnTo>
                  <a:pt x="84349" y="15776"/>
                </a:lnTo>
                <a:lnTo>
                  <a:pt x="84531" y="15867"/>
                </a:lnTo>
                <a:cubicBezTo>
                  <a:pt x="84744" y="15806"/>
                  <a:pt x="84926" y="15745"/>
                  <a:pt x="85139" y="15715"/>
                </a:cubicBezTo>
                <a:cubicBezTo>
                  <a:pt x="85215" y="15730"/>
                  <a:pt x="85291" y="15738"/>
                  <a:pt x="85367" y="15738"/>
                </a:cubicBezTo>
                <a:cubicBezTo>
                  <a:pt x="85443" y="15738"/>
                  <a:pt x="85519" y="15730"/>
                  <a:pt x="85595" y="15715"/>
                </a:cubicBezTo>
                <a:lnTo>
                  <a:pt x="85747" y="15776"/>
                </a:lnTo>
                <a:cubicBezTo>
                  <a:pt x="85758" y="15779"/>
                  <a:pt x="85770" y="15781"/>
                  <a:pt x="85782" y="15781"/>
                </a:cubicBezTo>
                <a:cubicBezTo>
                  <a:pt x="85838" y="15781"/>
                  <a:pt x="85909" y="15751"/>
                  <a:pt x="85986" y="15751"/>
                </a:cubicBezTo>
                <a:cubicBezTo>
                  <a:pt x="86036" y="15751"/>
                  <a:pt x="86089" y="15764"/>
                  <a:pt x="86142" y="15806"/>
                </a:cubicBezTo>
                <a:lnTo>
                  <a:pt x="86173" y="15867"/>
                </a:lnTo>
                <a:cubicBezTo>
                  <a:pt x="86294" y="15836"/>
                  <a:pt x="86385" y="15836"/>
                  <a:pt x="86507" y="15806"/>
                </a:cubicBezTo>
                <a:cubicBezTo>
                  <a:pt x="86720" y="15745"/>
                  <a:pt x="86933" y="15715"/>
                  <a:pt x="87145" y="15684"/>
                </a:cubicBezTo>
                <a:cubicBezTo>
                  <a:pt x="87328" y="15684"/>
                  <a:pt x="87814" y="15684"/>
                  <a:pt x="88270" y="15715"/>
                </a:cubicBezTo>
                <a:lnTo>
                  <a:pt x="88696" y="15745"/>
                </a:lnTo>
                <a:lnTo>
                  <a:pt x="88787" y="15745"/>
                </a:lnTo>
                <a:cubicBezTo>
                  <a:pt x="88814" y="15738"/>
                  <a:pt x="88851" y="15736"/>
                  <a:pt x="88892" y="15736"/>
                </a:cubicBezTo>
                <a:cubicBezTo>
                  <a:pt x="88964" y="15736"/>
                  <a:pt x="89048" y="15743"/>
                  <a:pt x="89112" y="15743"/>
                </a:cubicBezTo>
                <a:cubicBezTo>
                  <a:pt x="89171" y="15743"/>
                  <a:pt x="89212" y="15737"/>
                  <a:pt x="89212" y="15715"/>
                </a:cubicBezTo>
                <a:lnTo>
                  <a:pt x="89212" y="15776"/>
                </a:lnTo>
                <a:lnTo>
                  <a:pt x="89395" y="15745"/>
                </a:lnTo>
                <a:cubicBezTo>
                  <a:pt x="89486" y="15715"/>
                  <a:pt x="89577" y="15684"/>
                  <a:pt x="89638" y="15684"/>
                </a:cubicBezTo>
                <a:cubicBezTo>
                  <a:pt x="89759" y="15684"/>
                  <a:pt x="89851" y="15745"/>
                  <a:pt x="89972" y="15745"/>
                </a:cubicBezTo>
                <a:cubicBezTo>
                  <a:pt x="90086" y="15745"/>
                  <a:pt x="90217" y="15694"/>
                  <a:pt x="90301" y="15694"/>
                </a:cubicBezTo>
                <a:cubicBezTo>
                  <a:pt x="90329" y="15694"/>
                  <a:pt x="90352" y="15700"/>
                  <a:pt x="90367" y="15715"/>
                </a:cubicBezTo>
                <a:lnTo>
                  <a:pt x="90550" y="15806"/>
                </a:lnTo>
                <a:cubicBezTo>
                  <a:pt x="90604" y="15751"/>
                  <a:pt x="90714" y="15740"/>
                  <a:pt x="90806" y="15740"/>
                </a:cubicBezTo>
                <a:cubicBezTo>
                  <a:pt x="90867" y="15740"/>
                  <a:pt x="90921" y="15745"/>
                  <a:pt x="90945" y="15745"/>
                </a:cubicBezTo>
                <a:cubicBezTo>
                  <a:pt x="91127" y="15654"/>
                  <a:pt x="91310" y="15593"/>
                  <a:pt x="91522" y="15563"/>
                </a:cubicBezTo>
                <a:cubicBezTo>
                  <a:pt x="91653" y="15563"/>
                  <a:pt x="92029" y="15697"/>
                  <a:pt x="92210" y="15697"/>
                </a:cubicBezTo>
                <a:cubicBezTo>
                  <a:pt x="92240" y="15697"/>
                  <a:pt x="92265" y="15693"/>
                  <a:pt x="92282" y="15684"/>
                </a:cubicBezTo>
                <a:cubicBezTo>
                  <a:pt x="92404" y="15624"/>
                  <a:pt x="92525" y="15593"/>
                  <a:pt x="92677" y="15593"/>
                </a:cubicBezTo>
                <a:cubicBezTo>
                  <a:pt x="92699" y="15615"/>
                  <a:pt x="92781" y="15636"/>
                  <a:pt x="92849" y="15636"/>
                </a:cubicBezTo>
                <a:cubicBezTo>
                  <a:pt x="92877" y="15636"/>
                  <a:pt x="92903" y="15633"/>
                  <a:pt x="92921" y="15624"/>
                </a:cubicBezTo>
                <a:cubicBezTo>
                  <a:pt x="92951" y="15624"/>
                  <a:pt x="93103" y="15532"/>
                  <a:pt x="93133" y="15532"/>
                </a:cubicBezTo>
                <a:cubicBezTo>
                  <a:pt x="93255" y="15563"/>
                  <a:pt x="93376" y="15563"/>
                  <a:pt x="93528" y="15593"/>
                </a:cubicBezTo>
                <a:cubicBezTo>
                  <a:pt x="93570" y="15572"/>
                  <a:pt x="93728" y="15537"/>
                  <a:pt x="93842" y="15537"/>
                </a:cubicBezTo>
                <a:cubicBezTo>
                  <a:pt x="93893" y="15537"/>
                  <a:pt x="93935" y="15544"/>
                  <a:pt x="93954" y="15563"/>
                </a:cubicBezTo>
                <a:cubicBezTo>
                  <a:pt x="93960" y="15569"/>
                  <a:pt x="93969" y="15571"/>
                  <a:pt x="93980" y="15571"/>
                </a:cubicBezTo>
                <a:cubicBezTo>
                  <a:pt x="94029" y="15571"/>
                  <a:pt x="94118" y="15527"/>
                  <a:pt x="94167" y="15502"/>
                </a:cubicBezTo>
                <a:lnTo>
                  <a:pt x="94471" y="15380"/>
                </a:lnTo>
                <a:lnTo>
                  <a:pt x="94471" y="15441"/>
                </a:lnTo>
                <a:lnTo>
                  <a:pt x="94471" y="15654"/>
                </a:lnTo>
                <a:cubicBezTo>
                  <a:pt x="94611" y="15598"/>
                  <a:pt x="94881" y="15438"/>
                  <a:pt x="94970" y="15438"/>
                </a:cubicBezTo>
                <a:cubicBezTo>
                  <a:pt x="94977" y="15438"/>
                  <a:pt x="94983" y="15439"/>
                  <a:pt x="94987" y="15441"/>
                </a:cubicBezTo>
                <a:cubicBezTo>
                  <a:pt x="95109" y="15472"/>
                  <a:pt x="95261" y="15472"/>
                  <a:pt x="95383" y="15472"/>
                </a:cubicBezTo>
                <a:cubicBezTo>
                  <a:pt x="95474" y="15472"/>
                  <a:pt x="95595" y="15502"/>
                  <a:pt x="95687" y="15532"/>
                </a:cubicBezTo>
                <a:cubicBezTo>
                  <a:pt x="95713" y="15532"/>
                  <a:pt x="96051" y="15465"/>
                  <a:pt x="96243" y="15465"/>
                </a:cubicBezTo>
                <a:cubicBezTo>
                  <a:pt x="96275" y="15465"/>
                  <a:pt x="96303" y="15467"/>
                  <a:pt x="96325" y="15472"/>
                </a:cubicBezTo>
                <a:cubicBezTo>
                  <a:pt x="96446" y="15502"/>
                  <a:pt x="96598" y="15502"/>
                  <a:pt x="96720" y="15502"/>
                </a:cubicBezTo>
                <a:lnTo>
                  <a:pt x="96902" y="15502"/>
                </a:lnTo>
                <a:cubicBezTo>
                  <a:pt x="96994" y="15487"/>
                  <a:pt x="97085" y="15479"/>
                  <a:pt x="97176" y="15479"/>
                </a:cubicBezTo>
                <a:cubicBezTo>
                  <a:pt x="97267" y="15479"/>
                  <a:pt x="97358" y="15487"/>
                  <a:pt x="97450" y="15502"/>
                </a:cubicBezTo>
                <a:lnTo>
                  <a:pt x="97601" y="15411"/>
                </a:lnTo>
                <a:lnTo>
                  <a:pt x="97723" y="15350"/>
                </a:lnTo>
                <a:cubicBezTo>
                  <a:pt x="97905" y="15350"/>
                  <a:pt x="98088" y="15289"/>
                  <a:pt x="98270" y="15198"/>
                </a:cubicBezTo>
                <a:cubicBezTo>
                  <a:pt x="98273" y="15195"/>
                  <a:pt x="98277" y="15193"/>
                  <a:pt x="98281" y="15193"/>
                </a:cubicBezTo>
                <a:cubicBezTo>
                  <a:pt x="98313" y="15193"/>
                  <a:pt x="98365" y="15296"/>
                  <a:pt x="98392" y="15350"/>
                </a:cubicBezTo>
                <a:cubicBezTo>
                  <a:pt x="98392" y="15353"/>
                  <a:pt x="98393" y="15354"/>
                  <a:pt x="98396" y="15354"/>
                </a:cubicBezTo>
                <a:cubicBezTo>
                  <a:pt x="98423" y="15354"/>
                  <a:pt x="98580" y="15223"/>
                  <a:pt x="98635" y="15168"/>
                </a:cubicBezTo>
                <a:cubicBezTo>
                  <a:pt x="98653" y="15150"/>
                  <a:pt x="98673" y="15143"/>
                  <a:pt x="98693" y="15143"/>
                </a:cubicBezTo>
                <a:cubicBezTo>
                  <a:pt x="98741" y="15143"/>
                  <a:pt x="98787" y="15186"/>
                  <a:pt x="98787" y="15228"/>
                </a:cubicBezTo>
                <a:cubicBezTo>
                  <a:pt x="98787" y="15289"/>
                  <a:pt x="99060" y="15289"/>
                  <a:pt x="99152" y="15289"/>
                </a:cubicBezTo>
                <a:cubicBezTo>
                  <a:pt x="99243" y="15289"/>
                  <a:pt x="99243" y="15168"/>
                  <a:pt x="99152" y="15016"/>
                </a:cubicBezTo>
                <a:lnTo>
                  <a:pt x="99364" y="14985"/>
                </a:lnTo>
                <a:lnTo>
                  <a:pt x="99592" y="14928"/>
                </a:lnTo>
                <a:lnTo>
                  <a:pt x="99592" y="14928"/>
                </a:lnTo>
                <a:cubicBezTo>
                  <a:pt x="99594" y="14936"/>
                  <a:pt x="99598" y="14944"/>
                  <a:pt x="99604" y="14951"/>
                </a:cubicBezTo>
                <a:lnTo>
                  <a:pt x="99604" y="14951"/>
                </a:lnTo>
                <a:cubicBezTo>
                  <a:pt x="99605" y="14943"/>
                  <a:pt x="99606" y="14934"/>
                  <a:pt x="99608" y="14925"/>
                </a:cubicBezTo>
                <a:lnTo>
                  <a:pt x="99608" y="14925"/>
                </a:lnTo>
                <a:lnTo>
                  <a:pt x="99592" y="14928"/>
                </a:lnTo>
                <a:lnTo>
                  <a:pt x="99592" y="14928"/>
                </a:lnTo>
                <a:cubicBezTo>
                  <a:pt x="99579" y="14871"/>
                  <a:pt x="99677" y="14803"/>
                  <a:pt x="99729" y="14803"/>
                </a:cubicBezTo>
                <a:cubicBezTo>
                  <a:pt x="99760" y="14803"/>
                  <a:pt x="99729" y="14590"/>
                  <a:pt x="99790" y="14560"/>
                </a:cubicBezTo>
                <a:cubicBezTo>
                  <a:pt x="99798" y="14556"/>
                  <a:pt x="99807" y="14554"/>
                  <a:pt x="99815" y="14554"/>
                </a:cubicBezTo>
                <a:cubicBezTo>
                  <a:pt x="99867" y="14554"/>
                  <a:pt x="99912" y="14625"/>
                  <a:pt x="99912" y="14651"/>
                </a:cubicBezTo>
                <a:cubicBezTo>
                  <a:pt x="99917" y="14656"/>
                  <a:pt x="99926" y="14659"/>
                  <a:pt x="99940" y="14659"/>
                </a:cubicBezTo>
                <a:cubicBezTo>
                  <a:pt x="100005" y="14659"/>
                  <a:pt x="100161" y="14600"/>
                  <a:pt x="100337" y="14499"/>
                </a:cubicBezTo>
                <a:lnTo>
                  <a:pt x="100337" y="14256"/>
                </a:lnTo>
                <a:lnTo>
                  <a:pt x="100337" y="14043"/>
                </a:lnTo>
                <a:cubicBezTo>
                  <a:pt x="100307" y="13861"/>
                  <a:pt x="100246" y="13709"/>
                  <a:pt x="100094" y="13557"/>
                </a:cubicBezTo>
                <a:cubicBezTo>
                  <a:pt x="100064" y="13526"/>
                  <a:pt x="100094" y="13466"/>
                  <a:pt x="100185" y="13374"/>
                </a:cubicBezTo>
                <a:lnTo>
                  <a:pt x="100307" y="13374"/>
                </a:lnTo>
                <a:cubicBezTo>
                  <a:pt x="100367" y="13466"/>
                  <a:pt x="100428" y="13466"/>
                  <a:pt x="100428" y="13466"/>
                </a:cubicBezTo>
                <a:cubicBezTo>
                  <a:pt x="100519" y="13344"/>
                  <a:pt x="100611" y="13283"/>
                  <a:pt x="100702" y="13192"/>
                </a:cubicBezTo>
                <a:lnTo>
                  <a:pt x="100945" y="13040"/>
                </a:lnTo>
                <a:lnTo>
                  <a:pt x="100945" y="13010"/>
                </a:lnTo>
                <a:cubicBezTo>
                  <a:pt x="100945" y="12933"/>
                  <a:pt x="100687" y="12813"/>
                  <a:pt x="100533" y="12813"/>
                </a:cubicBezTo>
                <a:cubicBezTo>
                  <a:pt x="100504" y="12813"/>
                  <a:pt x="100478" y="12818"/>
                  <a:pt x="100459" y="12827"/>
                </a:cubicBezTo>
                <a:lnTo>
                  <a:pt x="100398" y="12827"/>
                </a:lnTo>
                <a:cubicBezTo>
                  <a:pt x="100367" y="12888"/>
                  <a:pt x="100337" y="12979"/>
                  <a:pt x="100337" y="13070"/>
                </a:cubicBezTo>
                <a:lnTo>
                  <a:pt x="100246" y="13101"/>
                </a:lnTo>
                <a:cubicBezTo>
                  <a:pt x="100185" y="13101"/>
                  <a:pt x="100094" y="13101"/>
                  <a:pt x="100064" y="13070"/>
                </a:cubicBezTo>
                <a:cubicBezTo>
                  <a:pt x="100033" y="13010"/>
                  <a:pt x="100033" y="12949"/>
                  <a:pt x="100064" y="12918"/>
                </a:cubicBezTo>
                <a:cubicBezTo>
                  <a:pt x="100094" y="12858"/>
                  <a:pt x="100124" y="12827"/>
                  <a:pt x="100185" y="12797"/>
                </a:cubicBezTo>
                <a:lnTo>
                  <a:pt x="100337" y="12706"/>
                </a:lnTo>
                <a:cubicBezTo>
                  <a:pt x="100550" y="12614"/>
                  <a:pt x="100459" y="12523"/>
                  <a:pt x="100398" y="12493"/>
                </a:cubicBezTo>
                <a:cubicBezTo>
                  <a:pt x="100307" y="12493"/>
                  <a:pt x="100307" y="12341"/>
                  <a:pt x="100337" y="12280"/>
                </a:cubicBezTo>
                <a:cubicBezTo>
                  <a:pt x="100367" y="12250"/>
                  <a:pt x="100185" y="12189"/>
                  <a:pt x="100155" y="12189"/>
                </a:cubicBezTo>
                <a:cubicBezTo>
                  <a:pt x="100094" y="12159"/>
                  <a:pt x="100155" y="12067"/>
                  <a:pt x="100185" y="12037"/>
                </a:cubicBezTo>
                <a:cubicBezTo>
                  <a:pt x="100216" y="12007"/>
                  <a:pt x="100185" y="11915"/>
                  <a:pt x="100124" y="11855"/>
                </a:cubicBezTo>
                <a:lnTo>
                  <a:pt x="100003" y="11915"/>
                </a:lnTo>
                <a:cubicBezTo>
                  <a:pt x="99957" y="11961"/>
                  <a:pt x="99896" y="11984"/>
                  <a:pt x="99832" y="11984"/>
                </a:cubicBezTo>
                <a:cubicBezTo>
                  <a:pt x="99767" y="11984"/>
                  <a:pt x="99699" y="11961"/>
                  <a:pt x="99638" y="11915"/>
                </a:cubicBezTo>
                <a:cubicBezTo>
                  <a:pt x="99632" y="11909"/>
                  <a:pt x="99625" y="11907"/>
                  <a:pt x="99617" y="11907"/>
                </a:cubicBezTo>
                <a:cubicBezTo>
                  <a:pt x="99586" y="11907"/>
                  <a:pt x="99547" y="11946"/>
                  <a:pt x="99547" y="11946"/>
                </a:cubicBezTo>
                <a:cubicBezTo>
                  <a:pt x="99542" y="11950"/>
                  <a:pt x="99536" y="11952"/>
                  <a:pt x="99529" y="11952"/>
                </a:cubicBezTo>
                <a:cubicBezTo>
                  <a:pt x="99484" y="11952"/>
                  <a:pt x="99390" y="11885"/>
                  <a:pt x="99364" y="11885"/>
                </a:cubicBezTo>
                <a:lnTo>
                  <a:pt x="99121" y="11885"/>
                </a:lnTo>
                <a:cubicBezTo>
                  <a:pt x="99060" y="11855"/>
                  <a:pt x="99000" y="11763"/>
                  <a:pt x="98969" y="11703"/>
                </a:cubicBezTo>
                <a:cubicBezTo>
                  <a:pt x="98951" y="11667"/>
                  <a:pt x="98934" y="11652"/>
                  <a:pt x="98910" y="11652"/>
                </a:cubicBezTo>
                <a:cubicBezTo>
                  <a:pt x="98893" y="11652"/>
                  <a:pt x="98873" y="11660"/>
                  <a:pt x="98848" y="11672"/>
                </a:cubicBezTo>
                <a:lnTo>
                  <a:pt x="98817" y="11703"/>
                </a:lnTo>
                <a:cubicBezTo>
                  <a:pt x="98787" y="11794"/>
                  <a:pt x="98726" y="11855"/>
                  <a:pt x="98696" y="11915"/>
                </a:cubicBezTo>
                <a:cubicBezTo>
                  <a:pt x="98681" y="11931"/>
                  <a:pt x="98658" y="11938"/>
                  <a:pt x="98635" y="11938"/>
                </a:cubicBezTo>
                <a:cubicBezTo>
                  <a:pt x="98612" y="11938"/>
                  <a:pt x="98589" y="11931"/>
                  <a:pt x="98574" y="11915"/>
                </a:cubicBezTo>
                <a:cubicBezTo>
                  <a:pt x="98513" y="11915"/>
                  <a:pt x="98513" y="11824"/>
                  <a:pt x="98513" y="11824"/>
                </a:cubicBezTo>
                <a:cubicBezTo>
                  <a:pt x="98696" y="11703"/>
                  <a:pt x="98605" y="11520"/>
                  <a:pt x="98605" y="11399"/>
                </a:cubicBezTo>
                <a:cubicBezTo>
                  <a:pt x="98516" y="11386"/>
                  <a:pt x="98433" y="11379"/>
                  <a:pt x="98351" y="11379"/>
                </a:cubicBezTo>
                <a:cubicBezTo>
                  <a:pt x="98235" y="11379"/>
                  <a:pt x="98121" y="11393"/>
                  <a:pt x="97997" y="11429"/>
                </a:cubicBezTo>
                <a:lnTo>
                  <a:pt x="97814" y="11459"/>
                </a:lnTo>
                <a:lnTo>
                  <a:pt x="97784" y="11459"/>
                </a:lnTo>
                <a:cubicBezTo>
                  <a:pt x="97781" y="11462"/>
                  <a:pt x="97778" y="11463"/>
                  <a:pt x="97774" y="11463"/>
                </a:cubicBezTo>
                <a:cubicBezTo>
                  <a:pt x="97738" y="11463"/>
                  <a:pt x="97660" y="11332"/>
                  <a:pt x="97632" y="11277"/>
                </a:cubicBezTo>
                <a:cubicBezTo>
                  <a:pt x="97622" y="11258"/>
                  <a:pt x="97595" y="11251"/>
                  <a:pt x="97561" y="11251"/>
                </a:cubicBezTo>
                <a:cubicBezTo>
                  <a:pt x="97484" y="11251"/>
                  <a:pt x="97370" y="11286"/>
                  <a:pt x="97328" y="11307"/>
                </a:cubicBezTo>
                <a:lnTo>
                  <a:pt x="97054" y="11429"/>
                </a:lnTo>
                <a:lnTo>
                  <a:pt x="97024" y="11429"/>
                </a:lnTo>
                <a:lnTo>
                  <a:pt x="96994" y="11399"/>
                </a:lnTo>
                <a:cubicBezTo>
                  <a:pt x="96983" y="11377"/>
                  <a:pt x="96957" y="11367"/>
                  <a:pt x="96921" y="11367"/>
                </a:cubicBezTo>
                <a:cubicBezTo>
                  <a:pt x="96856" y="11367"/>
                  <a:pt x="96757" y="11401"/>
                  <a:pt x="96659" y="11459"/>
                </a:cubicBezTo>
                <a:cubicBezTo>
                  <a:pt x="96623" y="11414"/>
                  <a:pt x="96586" y="11398"/>
                  <a:pt x="96549" y="11398"/>
                </a:cubicBezTo>
                <a:cubicBezTo>
                  <a:pt x="96474" y="11398"/>
                  <a:pt x="96399" y="11463"/>
                  <a:pt x="96323" y="11463"/>
                </a:cubicBezTo>
                <a:cubicBezTo>
                  <a:pt x="96314" y="11463"/>
                  <a:pt x="96304" y="11462"/>
                  <a:pt x="96294" y="11459"/>
                </a:cubicBezTo>
                <a:cubicBezTo>
                  <a:pt x="96234" y="11459"/>
                  <a:pt x="96203" y="11459"/>
                  <a:pt x="96173" y="11520"/>
                </a:cubicBezTo>
                <a:lnTo>
                  <a:pt x="96173" y="11551"/>
                </a:lnTo>
                <a:cubicBezTo>
                  <a:pt x="96203" y="11581"/>
                  <a:pt x="96446" y="11611"/>
                  <a:pt x="96446" y="11672"/>
                </a:cubicBezTo>
                <a:cubicBezTo>
                  <a:pt x="96446" y="11717"/>
                  <a:pt x="96463" y="11745"/>
                  <a:pt x="96483" y="11745"/>
                </a:cubicBezTo>
                <a:cubicBezTo>
                  <a:pt x="96491" y="11745"/>
                  <a:pt x="96499" y="11741"/>
                  <a:pt x="96507" y="11733"/>
                </a:cubicBezTo>
                <a:lnTo>
                  <a:pt x="96507" y="11703"/>
                </a:lnTo>
                <a:cubicBezTo>
                  <a:pt x="96507" y="11617"/>
                  <a:pt x="96492" y="11531"/>
                  <a:pt x="96558" y="11531"/>
                </a:cubicBezTo>
                <a:cubicBezTo>
                  <a:pt x="96586" y="11531"/>
                  <a:pt x="96627" y="11545"/>
                  <a:pt x="96690" y="11581"/>
                </a:cubicBezTo>
                <a:lnTo>
                  <a:pt x="96872" y="11581"/>
                </a:lnTo>
                <a:cubicBezTo>
                  <a:pt x="96994" y="11581"/>
                  <a:pt x="97085" y="11611"/>
                  <a:pt x="97206" y="11672"/>
                </a:cubicBezTo>
                <a:lnTo>
                  <a:pt x="97298" y="11733"/>
                </a:lnTo>
                <a:cubicBezTo>
                  <a:pt x="97298" y="11763"/>
                  <a:pt x="97237" y="11824"/>
                  <a:pt x="97206" y="11824"/>
                </a:cubicBezTo>
                <a:cubicBezTo>
                  <a:pt x="97201" y="11830"/>
                  <a:pt x="97194" y="11832"/>
                  <a:pt x="97185" y="11832"/>
                </a:cubicBezTo>
                <a:cubicBezTo>
                  <a:pt x="97144" y="11832"/>
                  <a:pt x="97069" y="11778"/>
                  <a:pt x="96994" y="11703"/>
                </a:cubicBezTo>
                <a:lnTo>
                  <a:pt x="96963" y="11703"/>
                </a:lnTo>
                <a:lnTo>
                  <a:pt x="96720" y="11794"/>
                </a:lnTo>
                <a:cubicBezTo>
                  <a:pt x="96586" y="11844"/>
                  <a:pt x="96452" y="11867"/>
                  <a:pt x="96318" y="11867"/>
                </a:cubicBezTo>
                <a:cubicBezTo>
                  <a:pt x="96209" y="11867"/>
                  <a:pt x="96100" y="11852"/>
                  <a:pt x="95991" y="11824"/>
                </a:cubicBezTo>
                <a:cubicBezTo>
                  <a:pt x="95930" y="11794"/>
                  <a:pt x="96051" y="11490"/>
                  <a:pt x="95930" y="11459"/>
                </a:cubicBezTo>
                <a:cubicBezTo>
                  <a:pt x="95901" y="11452"/>
                  <a:pt x="95874" y="11448"/>
                  <a:pt x="95849" y="11448"/>
                </a:cubicBezTo>
                <a:cubicBezTo>
                  <a:pt x="95767" y="11448"/>
                  <a:pt x="95703" y="11488"/>
                  <a:pt x="95656" y="11581"/>
                </a:cubicBezTo>
                <a:cubicBezTo>
                  <a:pt x="95656" y="11590"/>
                  <a:pt x="95643" y="11594"/>
                  <a:pt x="95623" y="11594"/>
                </a:cubicBezTo>
                <a:cubicBezTo>
                  <a:pt x="95575" y="11594"/>
                  <a:pt x="95486" y="11572"/>
                  <a:pt x="95443" y="11551"/>
                </a:cubicBezTo>
                <a:cubicBezTo>
                  <a:pt x="95413" y="11490"/>
                  <a:pt x="95383" y="11399"/>
                  <a:pt x="95413" y="11338"/>
                </a:cubicBezTo>
                <a:lnTo>
                  <a:pt x="95413" y="11338"/>
                </a:lnTo>
                <a:lnTo>
                  <a:pt x="95322" y="11368"/>
                </a:lnTo>
                <a:lnTo>
                  <a:pt x="95018" y="11520"/>
                </a:lnTo>
                <a:cubicBezTo>
                  <a:pt x="94744" y="11459"/>
                  <a:pt x="94501" y="11429"/>
                  <a:pt x="94228" y="11429"/>
                </a:cubicBezTo>
                <a:cubicBezTo>
                  <a:pt x="94167" y="11490"/>
                  <a:pt x="94136" y="11581"/>
                  <a:pt x="94136" y="11672"/>
                </a:cubicBezTo>
                <a:lnTo>
                  <a:pt x="93984" y="11611"/>
                </a:lnTo>
                <a:cubicBezTo>
                  <a:pt x="93924" y="11581"/>
                  <a:pt x="93924" y="11490"/>
                  <a:pt x="93893" y="11399"/>
                </a:cubicBezTo>
                <a:cubicBezTo>
                  <a:pt x="93832" y="11459"/>
                  <a:pt x="93772" y="11520"/>
                  <a:pt x="93711" y="11581"/>
                </a:cubicBezTo>
                <a:cubicBezTo>
                  <a:pt x="93649" y="11643"/>
                  <a:pt x="93671" y="11732"/>
                  <a:pt x="93729" y="11793"/>
                </a:cubicBezTo>
                <a:lnTo>
                  <a:pt x="93729" y="11793"/>
                </a:lnTo>
                <a:cubicBezTo>
                  <a:pt x="93750" y="11772"/>
                  <a:pt x="93773" y="11753"/>
                  <a:pt x="93802" y="11733"/>
                </a:cubicBezTo>
                <a:cubicBezTo>
                  <a:pt x="93832" y="11733"/>
                  <a:pt x="93863" y="11794"/>
                  <a:pt x="93863" y="11855"/>
                </a:cubicBezTo>
                <a:lnTo>
                  <a:pt x="94015" y="11855"/>
                </a:lnTo>
                <a:lnTo>
                  <a:pt x="94197" y="11794"/>
                </a:lnTo>
                <a:cubicBezTo>
                  <a:pt x="94254" y="11786"/>
                  <a:pt x="94311" y="11782"/>
                  <a:pt x="94361" y="11782"/>
                </a:cubicBezTo>
                <a:cubicBezTo>
                  <a:pt x="94498" y="11782"/>
                  <a:pt x="94582" y="11810"/>
                  <a:pt x="94471" y="11855"/>
                </a:cubicBezTo>
                <a:cubicBezTo>
                  <a:pt x="94427" y="11872"/>
                  <a:pt x="94313" y="11894"/>
                  <a:pt x="94168" y="11918"/>
                </a:cubicBezTo>
                <a:lnTo>
                  <a:pt x="94168" y="11918"/>
                </a:lnTo>
                <a:cubicBezTo>
                  <a:pt x="94059" y="11901"/>
                  <a:pt x="93948" y="11880"/>
                  <a:pt x="93832" y="11855"/>
                </a:cubicBezTo>
                <a:cubicBezTo>
                  <a:pt x="93793" y="11845"/>
                  <a:pt x="93757" y="11822"/>
                  <a:pt x="93729" y="11793"/>
                </a:cubicBezTo>
                <a:lnTo>
                  <a:pt x="93729" y="11793"/>
                </a:lnTo>
                <a:cubicBezTo>
                  <a:pt x="93685" y="11836"/>
                  <a:pt x="93651" y="11884"/>
                  <a:pt x="93589" y="11946"/>
                </a:cubicBezTo>
                <a:lnTo>
                  <a:pt x="93559" y="12007"/>
                </a:lnTo>
                <a:cubicBezTo>
                  <a:pt x="93559" y="12007"/>
                  <a:pt x="93560" y="12008"/>
                  <a:pt x="93560" y="12008"/>
                </a:cubicBezTo>
                <a:lnTo>
                  <a:pt x="93560" y="12008"/>
                </a:lnTo>
                <a:cubicBezTo>
                  <a:pt x="93753" y="11981"/>
                  <a:pt x="93984" y="11948"/>
                  <a:pt x="94168" y="11918"/>
                </a:cubicBezTo>
                <a:lnTo>
                  <a:pt x="94168" y="11918"/>
                </a:lnTo>
                <a:cubicBezTo>
                  <a:pt x="94318" y="11941"/>
                  <a:pt x="94465" y="11959"/>
                  <a:pt x="94623" y="11976"/>
                </a:cubicBezTo>
                <a:lnTo>
                  <a:pt x="94532" y="12037"/>
                </a:lnTo>
                <a:lnTo>
                  <a:pt x="94319" y="12128"/>
                </a:lnTo>
                <a:cubicBezTo>
                  <a:pt x="94319" y="12010"/>
                  <a:pt x="94246" y="11966"/>
                  <a:pt x="94199" y="11966"/>
                </a:cubicBezTo>
                <a:cubicBezTo>
                  <a:pt x="94185" y="11966"/>
                  <a:pt x="94174" y="11969"/>
                  <a:pt x="94167" y="11976"/>
                </a:cubicBezTo>
                <a:cubicBezTo>
                  <a:pt x="94167" y="12005"/>
                  <a:pt x="93981" y="12192"/>
                  <a:pt x="93858" y="12192"/>
                </a:cubicBezTo>
                <a:cubicBezTo>
                  <a:pt x="93849" y="12192"/>
                  <a:pt x="93840" y="12191"/>
                  <a:pt x="93832" y="12189"/>
                </a:cubicBezTo>
                <a:cubicBezTo>
                  <a:pt x="93742" y="12159"/>
                  <a:pt x="93622" y="12069"/>
                  <a:pt x="93560" y="12008"/>
                </a:cubicBezTo>
                <a:lnTo>
                  <a:pt x="93560" y="12008"/>
                </a:lnTo>
                <a:cubicBezTo>
                  <a:pt x="93375" y="12035"/>
                  <a:pt x="93226" y="12057"/>
                  <a:pt x="93194" y="12067"/>
                </a:cubicBezTo>
                <a:cubicBezTo>
                  <a:pt x="93183" y="12070"/>
                  <a:pt x="93175" y="12071"/>
                  <a:pt x="93169" y="12071"/>
                </a:cubicBezTo>
                <a:cubicBezTo>
                  <a:pt x="93104" y="12071"/>
                  <a:pt x="93260" y="11940"/>
                  <a:pt x="93316" y="11885"/>
                </a:cubicBezTo>
                <a:cubicBezTo>
                  <a:pt x="93373" y="11856"/>
                  <a:pt x="93185" y="11609"/>
                  <a:pt x="93062" y="11609"/>
                </a:cubicBezTo>
                <a:cubicBezTo>
                  <a:pt x="93055" y="11609"/>
                  <a:pt x="93049" y="11610"/>
                  <a:pt x="93042" y="11611"/>
                </a:cubicBezTo>
                <a:cubicBezTo>
                  <a:pt x="92921" y="11611"/>
                  <a:pt x="92860" y="11490"/>
                  <a:pt x="92890" y="11277"/>
                </a:cubicBezTo>
                <a:lnTo>
                  <a:pt x="92921" y="11247"/>
                </a:lnTo>
                <a:cubicBezTo>
                  <a:pt x="92981" y="11216"/>
                  <a:pt x="92981" y="11125"/>
                  <a:pt x="92981" y="11095"/>
                </a:cubicBezTo>
                <a:lnTo>
                  <a:pt x="92921" y="11034"/>
                </a:lnTo>
                <a:cubicBezTo>
                  <a:pt x="92884" y="10997"/>
                  <a:pt x="92839" y="10983"/>
                  <a:pt x="92793" y="10983"/>
                </a:cubicBezTo>
                <a:cubicBezTo>
                  <a:pt x="92685" y="10983"/>
                  <a:pt x="92568" y="11061"/>
                  <a:pt x="92525" y="11125"/>
                </a:cubicBezTo>
                <a:cubicBezTo>
                  <a:pt x="92519" y="11149"/>
                  <a:pt x="92516" y="11173"/>
                  <a:pt x="92515" y="11196"/>
                </a:cubicBezTo>
                <a:lnTo>
                  <a:pt x="92515" y="11196"/>
                </a:lnTo>
                <a:cubicBezTo>
                  <a:pt x="92529" y="11194"/>
                  <a:pt x="92542" y="11193"/>
                  <a:pt x="92556" y="11193"/>
                </a:cubicBezTo>
                <a:cubicBezTo>
                  <a:pt x="92594" y="11193"/>
                  <a:pt x="92632" y="11201"/>
                  <a:pt x="92677" y="11216"/>
                </a:cubicBezTo>
                <a:lnTo>
                  <a:pt x="92677" y="11247"/>
                </a:lnTo>
                <a:cubicBezTo>
                  <a:pt x="92677" y="11277"/>
                  <a:pt x="92647" y="11338"/>
                  <a:pt x="92617" y="11338"/>
                </a:cubicBezTo>
                <a:lnTo>
                  <a:pt x="92556" y="11338"/>
                </a:lnTo>
                <a:cubicBezTo>
                  <a:pt x="92543" y="11321"/>
                  <a:pt x="92532" y="11306"/>
                  <a:pt x="92522" y="11290"/>
                </a:cubicBezTo>
                <a:lnTo>
                  <a:pt x="92522" y="11290"/>
                </a:lnTo>
                <a:cubicBezTo>
                  <a:pt x="92536" y="11352"/>
                  <a:pt x="92567" y="11410"/>
                  <a:pt x="92617" y="11459"/>
                </a:cubicBezTo>
                <a:lnTo>
                  <a:pt x="92434" y="11642"/>
                </a:lnTo>
                <a:lnTo>
                  <a:pt x="92039" y="11429"/>
                </a:lnTo>
                <a:lnTo>
                  <a:pt x="91796" y="11338"/>
                </a:lnTo>
                <a:cubicBezTo>
                  <a:pt x="91674" y="11459"/>
                  <a:pt x="91553" y="11520"/>
                  <a:pt x="91370" y="11551"/>
                </a:cubicBezTo>
                <a:lnTo>
                  <a:pt x="91340" y="11520"/>
                </a:lnTo>
                <a:lnTo>
                  <a:pt x="91249" y="11429"/>
                </a:lnTo>
                <a:cubicBezTo>
                  <a:pt x="91401" y="11277"/>
                  <a:pt x="91614" y="11186"/>
                  <a:pt x="91857" y="11155"/>
                </a:cubicBezTo>
                <a:lnTo>
                  <a:pt x="92039" y="11216"/>
                </a:lnTo>
                <a:cubicBezTo>
                  <a:pt x="92061" y="11221"/>
                  <a:pt x="92082" y="11223"/>
                  <a:pt x="92100" y="11223"/>
                </a:cubicBezTo>
                <a:cubicBezTo>
                  <a:pt x="92191" y="11223"/>
                  <a:pt x="92245" y="11180"/>
                  <a:pt x="92305" y="11180"/>
                </a:cubicBezTo>
                <a:cubicBezTo>
                  <a:pt x="92317" y="11180"/>
                  <a:pt x="92330" y="11181"/>
                  <a:pt x="92343" y="11186"/>
                </a:cubicBezTo>
                <a:lnTo>
                  <a:pt x="92434" y="11216"/>
                </a:lnTo>
                <a:cubicBezTo>
                  <a:pt x="92448" y="11212"/>
                  <a:pt x="92462" y="11208"/>
                  <a:pt x="92474" y="11204"/>
                </a:cubicBezTo>
                <a:lnTo>
                  <a:pt x="92474" y="11204"/>
                </a:lnTo>
                <a:cubicBezTo>
                  <a:pt x="92487" y="11232"/>
                  <a:pt x="92503" y="11260"/>
                  <a:pt x="92522" y="11290"/>
                </a:cubicBezTo>
                <a:lnTo>
                  <a:pt x="92522" y="11290"/>
                </a:lnTo>
                <a:cubicBezTo>
                  <a:pt x="92515" y="11260"/>
                  <a:pt x="92513" y="11228"/>
                  <a:pt x="92515" y="11196"/>
                </a:cubicBezTo>
                <a:lnTo>
                  <a:pt x="92515" y="11196"/>
                </a:lnTo>
                <a:cubicBezTo>
                  <a:pt x="92502" y="11198"/>
                  <a:pt x="92488" y="11201"/>
                  <a:pt x="92474" y="11204"/>
                </a:cubicBezTo>
                <a:lnTo>
                  <a:pt x="92474" y="11204"/>
                </a:lnTo>
                <a:cubicBezTo>
                  <a:pt x="92445" y="11140"/>
                  <a:pt x="92434" y="11077"/>
                  <a:pt x="92434" y="11004"/>
                </a:cubicBezTo>
                <a:lnTo>
                  <a:pt x="92343" y="10943"/>
                </a:lnTo>
                <a:lnTo>
                  <a:pt x="92313" y="10912"/>
                </a:lnTo>
                <a:cubicBezTo>
                  <a:pt x="92221" y="10943"/>
                  <a:pt x="92130" y="10973"/>
                  <a:pt x="92069" y="11064"/>
                </a:cubicBezTo>
                <a:lnTo>
                  <a:pt x="91948" y="11064"/>
                </a:lnTo>
                <a:lnTo>
                  <a:pt x="91674" y="11095"/>
                </a:lnTo>
                <a:cubicBezTo>
                  <a:pt x="91401" y="10943"/>
                  <a:pt x="91370" y="10791"/>
                  <a:pt x="91614" y="10791"/>
                </a:cubicBezTo>
                <a:lnTo>
                  <a:pt x="91917" y="10791"/>
                </a:lnTo>
                <a:cubicBezTo>
                  <a:pt x="92009" y="10730"/>
                  <a:pt x="92039" y="10608"/>
                  <a:pt x="92069" y="10517"/>
                </a:cubicBezTo>
                <a:lnTo>
                  <a:pt x="92069" y="10426"/>
                </a:lnTo>
                <a:cubicBezTo>
                  <a:pt x="92069" y="10365"/>
                  <a:pt x="92039" y="10335"/>
                  <a:pt x="91978" y="10335"/>
                </a:cubicBezTo>
                <a:lnTo>
                  <a:pt x="91796" y="10335"/>
                </a:lnTo>
                <a:lnTo>
                  <a:pt x="91705" y="10274"/>
                </a:lnTo>
                <a:cubicBezTo>
                  <a:pt x="91669" y="10283"/>
                  <a:pt x="91633" y="10287"/>
                  <a:pt x="91599" y="10287"/>
                </a:cubicBezTo>
                <a:cubicBezTo>
                  <a:pt x="91515" y="10287"/>
                  <a:pt x="91435" y="10265"/>
                  <a:pt x="91370" y="10244"/>
                </a:cubicBezTo>
                <a:lnTo>
                  <a:pt x="91279" y="10213"/>
                </a:lnTo>
                <a:lnTo>
                  <a:pt x="91249" y="10213"/>
                </a:lnTo>
                <a:cubicBezTo>
                  <a:pt x="91218" y="10213"/>
                  <a:pt x="91006" y="10335"/>
                  <a:pt x="90914" y="10335"/>
                </a:cubicBezTo>
                <a:cubicBezTo>
                  <a:pt x="90762" y="10274"/>
                  <a:pt x="90610" y="10274"/>
                  <a:pt x="90458" y="10274"/>
                </a:cubicBezTo>
                <a:lnTo>
                  <a:pt x="90307" y="10365"/>
                </a:lnTo>
                <a:lnTo>
                  <a:pt x="90276" y="10396"/>
                </a:lnTo>
                <a:cubicBezTo>
                  <a:pt x="90185" y="10365"/>
                  <a:pt x="90215" y="10274"/>
                  <a:pt x="90337" y="10183"/>
                </a:cubicBezTo>
                <a:lnTo>
                  <a:pt x="90458" y="10183"/>
                </a:lnTo>
                <a:cubicBezTo>
                  <a:pt x="90489" y="10152"/>
                  <a:pt x="90337" y="10122"/>
                  <a:pt x="90307" y="10122"/>
                </a:cubicBezTo>
                <a:cubicBezTo>
                  <a:pt x="90246" y="10092"/>
                  <a:pt x="90246" y="10031"/>
                  <a:pt x="90246" y="10000"/>
                </a:cubicBezTo>
                <a:cubicBezTo>
                  <a:pt x="90276" y="9970"/>
                  <a:pt x="90215" y="9970"/>
                  <a:pt x="90124" y="9970"/>
                </a:cubicBezTo>
                <a:lnTo>
                  <a:pt x="90124" y="10000"/>
                </a:lnTo>
                <a:lnTo>
                  <a:pt x="90094" y="10061"/>
                </a:lnTo>
                <a:cubicBezTo>
                  <a:pt x="90094" y="10082"/>
                  <a:pt x="90078" y="10090"/>
                  <a:pt x="90053" y="10090"/>
                </a:cubicBezTo>
                <a:cubicBezTo>
                  <a:pt x="89966" y="10090"/>
                  <a:pt x="89762" y="9994"/>
                  <a:pt x="89668" y="9970"/>
                </a:cubicBezTo>
                <a:cubicBezTo>
                  <a:pt x="89648" y="9966"/>
                  <a:pt x="89628" y="9964"/>
                  <a:pt x="89608" y="9964"/>
                </a:cubicBezTo>
                <a:cubicBezTo>
                  <a:pt x="89478" y="9964"/>
                  <a:pt x="89356" y="10047"/>
                  <a:pt x="89303" y="10152"/>
                </a:cubicBezTo>
                <a:lnTo>
                  <a:pt x="89182" y="10244"/>
                </a:lnTo>
                <a:lnTo>
                  <a:pt x="89091" y="10304"/>
                </a:lnTo>
                <a:cubicBezTo>
                  <a:pt x="89013" y="10281"/>
                  <a:pt x="88928" y="10246"/>
                  <a:pt x="88845" y="10206"/>
                </a:cubicBezTo>
                <a:lnTo>
                  <a:pt x="88845" y="10206"/>
                </a:lnTo>
                <a:cubicBezTo>
                  <a:pt x="88832" y="10229"/>
                  <a:pt x="88813" y="10244"/>
                  <a:pt x="88787" y="10244"/>
                </a:cubicBezTo>
                <a:cubicBezTo>
                  <a:pt x="88780" y="10247"/>
                  <a:pt x="88774" y="10248"/>
                  <a:pt x="88769" y="10248"/>
                </a:cubicBezTo>
                <a:cubicBezTo>
                  <a:pt x="88741" y="10248"/>
                  <a:pt x="88722" y="10213"/>
                  <a:pt x="88710" y="10159"/>
                </a:cubicBezTo>
                <a:lnTo>
                  <a:pt x="88710" y="10159"/>
                </a:lnTo>
                <a:cubicBezTo>
                  <a:pt x="88723" y="10158"/>
                  <a:pt x="88737" y="10157"/>
                  <a:pt x="88750" y="10156"/>
                </a:cubicBezTo>
                <a:lnTo>
                  <a:pt x="88750" y="10156"/>
                </a:lnTo>
                <a:cubicBezTo>
                  <a:pt x="88735" y="10148"/>
                  <a:pt x="88719" y="10139"/>
                  <a:pt x="88704" y="10130"/>
                </a:cubicBezTo>
                <a:lnTo>
                  <a:pt x="88704" y="10130"/>
                </a:lnTo>
                <a:cubicBezTo>
                  <a:pt x="88699" y="10093"/>
                  <a:pt x="88696" y="10048"/>
                  <a:pt x="88696" y="10000"/>
                </a:cubicBezTo>
                <a:lnTo>
                  <a:pt x="88600" y="10064"/>
                </a:lnTo>
                <a:lnTo>
                  <a:pt x="88600" y="10064"/>
                </a:lnTo>
                <a:cubicBezTo>
                  <a:pt x="88481" y="9983"/>
                  <a:pt x="88410" y="9907"/>
                  <a:pt x="88452" y="9879"/>
                </a:cubicBezTo>
                <a:cubicBezTo>
                  <a:pt x="88507" y="9825"/>
                  <a:pt x="88658" y="9722"/>
                  <a:pt x="88711" y="9722"/>
                </a:cubicBezTo>
                <a:cubicBezTo>
                  <a:pt x="88718" y="9722"/>
                  <a:pt x="88723" y="9724"/>
                  <a:pt x="88726" y="9727"/>
                </a:cubicBezTo>
                <a:cubicBezTo>
                  <a:pt x="88787" y="9788"/>
                  <a:pt x="88848" y="9879"/>
                  <a:pt x="88878" y="10000"/>
                </a:cubicBezTo>
                <a:cubicBezTo>
                  <a:pt x="88878" y="10032"/>
                  <a:pt x="88878" y="10098"/>
                  <a:pt x="88865" y="10153"/>
                </a:cubicBezTo>
                <a:lnTo>
                  <a:pt x="88865" y="10153"/>
                </a:lnTo>
                <a:cubicBezTo>
                  <a:pt x="88900" y="10152"/>
                  <a:pt x="88934" y="10152"/>
                  <a:pt x="88969" y="10152"/>
                </a:cubicBezTo>
                <a:lnTo>
                  <a:pt x="88969" y="10122"/>
                </a:lnTo>
                <a:lnTo>
                  <a:pt x="88969" y="10000"/>
                </a:lnTo>
                <a:cubicBezTo>
                  <a:pt x="89000" y="9848"/>
                  <a:pt x="89060" y="9727"/>
                  <a:pt x="89151" y="9666"/>
                </a:cubicBezTo>
                <a:cubicBezTo>
                  <a:pt x="89163" y="9661"/>
                  <a:pt x="89174" y="9658"/>
                  <a:pt x="89185" y="9658"/>
                </a:cubicBezTo>
                <a:cubicBezTo>
                  <a:pt x="89234" y="9658"/>
                  <a:pt x="89279" y="9708"/>
                  <a:pt x="89303" y="9757"/>
                </a:cubicBezTo>
                <a:lnTo>
                  <a:pt x="89395" y="9696"/>
                </a:lnTo>
                <a:cubicBezTo>
                  <a:pt x="89425" y="9666"/>
                  <a:pt x="89425" y="9605"/>
                  <a:pt x="89486" y="9605"/>
                </a:cubicBezTo>
                <a:lnTo>
                  <a:pt x="89607" y="9575"/>
                </a:lnTo>
                <a:cubicBezTo>
                  <a:pt x="89759" y="9545"/>
                  <a:pt x="89942" y="9453"/>
                  <a:pt x="90033" y="9423"/>
                </a:cubicBezTo>
                <a:lnTo>
                  <a:pt x="90124" y="9514"/>
                </a:lnTo>
                <a:cubicBezTo>
                  <a:pt x="90165" y="9514"/>
                  <a:pt x="90219" y="9528"/>
                  <a:pt x="90268" y="9528"/>
                </a:cubicBezTo>
                <a:cubicBezTo>
                  <a:pt x="90293" y="9528"/>
                  <a:pt x="90317" y="9524"/>
                  <a:pt x="90337" y="9514"/>
                </a:cubicBezTo>
                <a:lnTo>
                  <a:pt x="90458" y="9514"/>
                </a:lnTo>
                <a:cubicBezTo>
                  <a:pt x="90550" y="9529"/>
                  <a:pt x="90641" y="9537"/>
                  <a:pt x="90732" y="9537"/>
                </a:cubicBezTo>
                <a:cubicBezTo>
                  <a:pt x="90823" y="9537"/>
                  <a:pt x="90914" y="9529"/>
                  <a:pt x="91006" y="9514"/>
                </a:cubicBezTo>
                <a:cubicBezTo>
                  <a:pt x="91092" y="9493"/>
                  <a:pt x="91162" y="9471"/>
                  <a:pt x="91239" y="9471"/>
                </a:cubicBezTo>
                <a:cubicBezTo>
                  <a:pt x="91271" y="9471"/>
                  <a:pt x="91304" y="9475"/>
                  <a:pt x="91340" y="9484"/>
                </a:cubicBezTo>
                <a:cubicBezTo>
                  <a:pt x="91462" y="9514"/>
                  <a:pt x="91583" y="9545"/>
                  <a:pt x="91735" y="9575"/>
                </a:cubicBezTo>
                <a:cubicBezTo>
                  <a:pt x="91766" y="9560"/>
                  <a:pt x="91804" y="9552"/>
                  <a:pt x="91845" y="9552"/>
                </a:cubicBezTo>
                <a:cubicBezTo>
                  <a:pt x="91887" y="9552"/>
                  <a:pt x="91933" y="9560"/>
                  <a:pt x="91978" y="9575"/>
                </a:cubicBezTo>
                <a:lnTo>
                  <a:pt x="92009" y="9575"/>
                </a:lnTo>
                <a:lnTo>
                  <a:pt x="92221" y="9423"/>
                </a:lnTo>
                <a:cubicBezTo>
                  <a:pt x="92434" y="9514"/>
                  <a:pt x="92647" y="9575"/>
                  <a:pt x="92708" y="9575"/>
                </a:cubicBezTo>
                <a:lnTo>
                  <a:pt x="92738" y="9575"/>
                </a:lnTo>
                <a:lnTo>
                  <a:pt x="92890" y="9453"/>
                </a:lnTo>
                <a:cubicBezTo>
                  <a:pt x="92966" y="9484"/>
                  <a:pt x="93042" y="9499"/>
                  <a:pt x="93122" y="9499"/>
                </a:cubicBezTo>
                <a:cubicBezTo>
                  <a:pt x="93202" y="9499"/>
                  <a:pt x="93285" y="9484"/>
                  <a:pt x="93376" y="9453"/>
                </a:cubicBezTo>
                <a:lnTo>
                  <a:pt x="93528" y="9545"/>
                </a:lnTo>
                <a:cubicBezTo>
                  <a:pt x="93533" y="9549"/>
                  <a:pt x="93540" y="9551"/>
                  <a:pt x="93549" y="9551"/>
                </a:cubicBezTo>
                <a:cubicBezTo>
                  <a:pt x="93576" y="9551"/>
                  <a:pt x="93621" y="9533"/>
                  <a:pt x="93668" y="9533"/>
                </a:cubicBezTo>
                <a:cubicBezTo>
                  <a:pt x="93703" y="9533"/>
                  <a:pt x="93739" y="9543"/>
                  <a:pt x="93772" y="9575"/>
                </a:cubicBezTo>
                <a:cubicBezTo>
                  <a:pt x="93772" y="9575"/>
                  <a:pt x="93962" y="9469"/>
                  <a:pt x="94095" y="9469"/>
                </a:cubicBezTo>
                <a:cubicBezTo>
                  <a:pt x="94122" y="9469"/>
                  <a:pt x="94147" y="9474"/>
                  <a:pt x="94167" y="9484"/>
                </a:cubicBezTo>
                <a:cubicBezTo>
                  <a:pt x="94192" y="9501"/>
                  <a:pt x="94220" y="9508"/>
                  <a:pt x="94248" y="9508"/>
                </a:cubicBezTo>
                <a:cubicBezTo>
                  <a:pt x="94319" y="9508"/>
                  <a:pt x="94388" y="9458"/>
                  <a:pt x="94410" y="9393"/>
                </a:cubicBezTo>
                <a:cubicBezTo>
                  <a:pt x="94562" y="9423"/>
                  <a:pt x="94653" y="9453"/>
                  <a:pt x="94775" y="9514"/>
                </a:cubicBezTo>
                <a:cubicBezTo>
                  <a:pt x="94791" y="9522"/>
                  <a:pt x="94806" y="9525"/>
                  <a:pt x="94821" y="9525"/>
                </a:cubicBezTo>
                <a:cubicBezTo>
                  <a:pt x="94889" y="9525"/>
                  <a:pt x="94950" y="9458"/>
                  <a:pt x="95015" y="9458"/>
                </a:cubicBezTo>
                <a:cubicBezTo>
                  <a:pt x="95045" y="9458"/>
                  <a:pt x="95076" y="9472"/>
                  <a:pt x="95109" y="9514"/>
                </a:cubicBezTo>
                <a:cubicBezTo>
                  <a:pt x="95231" y="9453"/>
                  <a:pt x="95322" y="9393"/>
                  <a:pt x="95443" y="9301"/>
                </a:cubicBezTo>
                <a:lnTo>
                  <a:pt x="95717" y="9301"/>
                </a:lnTo>
                <a:cubicBezTo>
                  <a:pt x="95899" y="9271"/>
                  <a:pt x="96051" y="9210"/>
                  <a:pt x="96203" y="9119"/>
                </a:cubicBezTo>
                <a:cubicBezTo>
                  <a:pt x="96264" y="9058"/>
                  <a:pt x="96203" y="8997"/>
                  <a:pt x="96082" y="8997"/>
                </a:cubicBezTo>
                <a:lnTo>
                  <a:pt x="96112" y="8845"/>
                </a:lnTo>
                <a:lnTo>
                  <a:pt x="96142" y="8724"/>
                </a:lnTo>
                <a:cubicBezTo>
                  <a:pt x="96142" y="8572"/>
                  <a:pt x="96082" y="8420"/>
                  <a:pt x="96021" y="8298"/>
                </a:cubicBezTo>
                <a:lnTo>
                  <a:pt x="96112" y="8207"/>
                </a:lnTo>
                <a:lnTo>
                  <a:pt x="96173" y="8146"/>
                </a:lnTo>
                <a:cubicBezTo>
                  <a:pt x="96203" y="8086"/>
                  <a:pt x="96325" y="7903"/>
                  <a:pt x="96325" y="7873"/>
                </a:cubicBezTo>
                <a:cubicBezTo>
                  <a:pt x="96325" y="7812"/>
                  <a:pt x="96416" y="7721"/>
                  <a:pt x="96538" y="7660"/>
                </a:cubicBezTo>
                <a:lnTo>
                  <a:pt x="96629" y="7599"/>
                </a:lnTo>
                <a:cubicBezTo>
                  <a:pt x="96720" y="7417"/>
                  <a:pt x="96781" y="7265"/>
                  <a:pt x="96811" y="7082"/>
                </a:cubicBezTo>
                <a:lnTo>
                  <a:pt x="96720" y="6991"/>
                </a:lnTo>
                <a:cubicBezTo>
                  <a:pt x="96750" y="6900"/>
                  <a:pt x="96842" y="6809"/>
                  <a:pt x="96933" y="6779"/>
                </a:cubicBezTo>
                <a:lnTo>
                  <a:pt x="97054" y="6779"/>
                </a:lnTo>
                <a:cubicBezTo>
                  <a:pt x="97115" y="6718"/>
                  <a:pt x="97024" y="6657"/>
                  <a:pt x="96994" y="6627"/>
                </a:cubicBezTo>
                <a:cubicBezTo>
                  <a:pt x="96963" y="6596"/>
                  <a:pt x="97237" y="6323"/>
                  <a:pt x="97358" y="6231"/>
                </a:cubicBezTo>
                <a:cubicBezTo>
                  <a:pt x="97480" y="6110"/>
                  <a:pt x="97450" y="5988"/>
                  <a:pt x="97419" y="5958"/>
                </a:cubicBezTo>
                <a:cubicBezTo>
                  <a:pt x="97358" y="5958"/>
                  <a:pt x="97358" y="5836"/>
                  <a:pt x="97419" y="5715"/>
                </a:cubicBezTo>
                <a:lnTo>
                  <a:pt x="97510" y="5654"/>
                </a:lnTo>
                <a:lnTo>
                  <a:pt x="97571" y="5593"/>
                </a:lnTo>
                <a:cubicBezTo>
                  <a:pt x="97693" y="5563"/>
                  <a:pt x="97753" y="5350"/>
                  <a:pt x="97693" y="5350"/>
                </a:cubicBezTo>
                <a:cubicBezTo>
                  <a:pt x="97632" y="5320"/>
                  <a:pt x="97571" y="5289"/>
                  <a:pt x="97510" y="5259"/>
                </a:cubicBezTo>
                <a:cubicBezTo>
                  <a:pt x="97510" y="5255"/>
                  <a:pt x="97509" y="5253"/>
                  <a:pt x="97506" y="5253"/>
                </a:cubicBezTo>
                <a:cubicBezTo>
                  <a:pt x="97486" y="5253"/>
                  <a:pt x="97407" y="5336"/>
                  <a:pt x="97328" y="5441"/>
                </a:cubicBezTo>
                <a:lnTo>
                  <a:pt x="97146" y="5350"/>
                </a:lnTo>
                <a:lnTo>
                  <a:pt x="97054" y="5289"/>
                </a:lnTo>
                <a:cubicBezTo>
                  <a:pt x="97115" y="5228"/>
                  <a:pt x="96872" y="5107"/>
                  <a:pt x="96750" y="5046"/>
                </a:cubicBezTo>
                <a:cubicBezTo>
                  <a:pt x="96629" y="5016"/>
                  <a:pt x="96902" y="4924"/>
                  <a:pt x="96994" y="4924"/>
                </a:cubicBezTo>
                <a:cubicBezTo>
                  <a:pt x="97010" y="4916"/>
                  <a:pt x="97048" y="4912"/>
                  <a:pt x="97096" y="4912"/>
                </a:cubicBezTo>
                <a:cubicBezTo>
                  <a:pt x="97226" y="4912"/>
                  <a:pt x="97427" y="4941"/>
                  <a:pt x="97450" y="4985"/>
                </a:cubicBezTo>
                <a:cubicBezTo>
                  <a:pt x="97461" y="5021"/>
                  <a:pt x="97483" y="5038"/>
                  <a:pt x="97508" y="5038"/>
                </a:cubicBezTo>
                <a:cubicBezTo>
                  <a:pt x="97547" y="5038"/>
                  <a:pt x="97595" y="4998"/>
                  <a:pt x="97632" y="4924"/>
                </a:cubicBezTo>
                <a:lnTo>
                  <a:pt x="97784" y="5016"/>
                </a:lnTo>
                <a:cubicBezTo>
                  <a:pt x="97784" y="5016"/>
                  <a:pt x="97784" y="5046"/>
                  <a:pt x="97814" y="5046"/>
                </a:cubicBezTo>
                <a:cubicBezTo>
                  <a:pt x="97852" y="5071"/>
                  <a:pt x="97869" y="5086"/>
                  <a:pt x="97884" y="5086"/>
                </a:cubicBezTo>
                <a:cubicBezTo>
                  <a:pt x="97906" y="5086"/>
                  <a:pt x="97925" y="5056"/>
                  <a:pt x="97997" y="4985"/>
                </a:cubicBezTo>
                <a:lnTo>
                  <a:pt x="98088" y="4924"/>
                </a:lnTo>
                <a:cubicBezTo>
                  <a:pt x="98179" y="4894"/>
                  <a:pt x="98240" y="4803"/>
                  <a:pt x="98209" y="4712"/>
                </a:cubicBezTo>
                <a:lnTo>
                  <a:pt x="98179" y="4681"/>
                </a:lnTo>
                <a:lnTo>
                  <a:pt x="98057" y="4529"/>
                </a:lnTo>
                <a:cubicBezTo>
                  <a:pt x="98057" y="4408"/>
                  <a:pt x="98057" y="4286"/>
                  <a:pt x="98057" y="4165"/>
                </a:cubicBezTo>
                <a:cubicBezTo>
                  <a:pt x="98027" y="4165"/>
                  <a:pt x="97723" y="4104"/>
                  <a:pt x="97662" y="4013"/>
                </a:cubicBezTo>
                <a:cubicBezTo>
                  <a:pt x="97480" y="3891"/>
                  <a:pt x="97298" y="3769"/>
                  <a:pt x="97085" y="3709"/>
                </a:cubicBezTo>
                <a:cubicBezTo>
                  <a:pt x="96902" y="3709"/>
                  <a:pt x="96720" y="3678"/>
                  <a:pt x="96538" y="3648"/>
                </a:cubicBezTo>
                <a:cubicBezTo>
                  <a:pt x="96416" y="3587"/>
                  <a:pt x="96294" y="3496"/>
                  <a:pt x="96203" y="3405"/>
                </a:cubicBezTo>
                <a:lnTo>
                  <a:pt x="96264" y="3313"/>
                </a:lnTo>
                <a:cubicBezTo>
                  <a:pt x="96355" y="3222"/>
                  <a:pt x="96416" y="3131"/>
                  <a:pt x="96477" y="3040"/>
                </a:cubicBezTo>
                <a:cubicBezTo>
                  <a:pt x="96507" y="2979"/>
                  <a:pt x="96477" y="2918"/>
                  <a:pt x="96446" y="2857"/>
                </a:cubicBezTo>
                <a:cubicBezTo>
                  <a:pt x="96416" y="2812"/>
                  <a:pt x="96386" y="2789"/>
                  <a:pt x="96351" y="2789"/>
                </a:cubicBezTo>
                <a:cubicBezTo>
                  <a:pt x="96317" y="2789"/>
                  <a:pt x="96279" y="2812"/>
                  <a:pt x="96234" y="2857"/>
                </a:cubicBezTo>
                <a:cubicBezTo>
                  <a:pt x="96207" y="2875"/>
                  <a:pt x="96188" y="2883"/>
                  <a:pt x="96174" y="2883"/>
                </a:cubicBezTo>
                <a:cubicBezTo>
                  <a:pt x="96140" y="2883"/>
                  <a:pt x="96134" y="2840"/>
                  <a:pt x="96112" y="2797"/>
                </a:cubicBezTo>
                <a:cubicBezTo>
                  <a:pt x="96082" y="2766"/>
                  <a:pt x="96051" y="2736"/>
                  <a:pt x="95991" y="2736"/>
                </a:cubicBezTo>
                <a:cubicBezTo>
                  <a:pt x="95899" y="2736"/>
                  <a:pt x="95778" y="2766"/>
                  <a:pt x="95747" y="2827"/>
                </a:cubicBezTo>
                <a:lnTo>
                  <a:pt x="95626" y="3070"/>
                </a:lnTo>
                <a:cubicBezTo>
                  <a:pt x="95474" y="3009"/>
                  <a:pt x="95413" y="2857"/>
                  <a:pt x="95443" y="2736"/>
                </a:cubicBezTo>
                <a:cubicBezTo>
                  <a:pt x="95474" y="2645"/>
                  <a:pt x="95535" y="2554"/>
                  <a:pt x="95565" y="2493"/>
                </a:cubicBezTo>
                <a:lnTo>
                  <a:pt x="95443" y="2493"/>
                </a:lnTo>
                <a:cubicBezTo>
                  <a:pt x="95383" y="2493"/>
                  <a:pt x="95352" y="2554"/>
                  <a:pt x="95322" y="2584"/>
                </a:cubicBezTo>
                <a:cubicBezTo>
                  <a:pt x="95261" y="2584"/>
                  <a:pt x="95261" y="2645"/>
                  <a:pt x="95261" y="2645"/>
                </a:cubicBezTo>
                <a:lnTo>
                  <a:pt x="95079" y="2584"/>
                </a:lnTo>
                <a:cubicBezTo>
                  <a:pt x="95062" y="2581"/>
                  <a:pt x="95045" y="2580"/>
                  <a:pt x="95027" y="2580"/>
                </a:cubicBezTo>
                <a:cubicBezTo>
                  <a:pt x="94848" y="2580"/>
                  <a:pt x="94614" y="2708"/>
                  <a:pt x="94532" y="2736"/>
                </a:cubicBezTo>
                <a:cubicBezTo>
                  <a:pt x="94349" y="2706"/>
                  <a:pt x="94197" y="2645"/>
                  <a:pt x="94045" y="2554"/>
                </a:cubicBezTo>
                <a:cubicBezTo>
                  <a:pt x="94012" y="2542"/>
                  <a:pt x="93974" y="2535"/>
                  <a:pt x="93937" y="2535"/>
                </a:cubicBezTo>
                <a:cubicBezTo>
                  <a:pt x="93873" y="2535"/>
                  <a:pt x="93810" y="2557"/>
                  <a:pt x="93772" y="2614"/>
                </a:cubicBezTo>
                <a:cubicBezTo>
                  <a:pt x="93765" y="2618"/>
                  <a:pt x="93758" y="2619"/>
                  <a:pt x="93752" y="2619"/>
                </a:cubicBezTo>
                <a:cubicBezTo>
                  <a:pt x="93698" y="2619"/>
                  <a:pt x="93650" y="2517"/>
                  <a:pt x="93650" y="2462"/>
                </a:cubicBezTo>
                <a:cubicBezTo>
                  <a:pt x="93650" y="2455"/>
                  <a:pt x="93647" y="2451"/>
                  <a:pt x="93641" y="2451"/>
                </a:cubicBezTo>
                <a:cubicBezTo>
                  <a:pt x="93621" y="2451"/>
                  <a:pt x="93575" y="2491"/>
                  <a:pt x="93528" y="2584"/>
                </a:cubicBezTo>
                <a:lnTo>
                  <a:pt x="93255" y="2584"/>
                </a:lnTo>
                <a:cubicBezTo>
                  <a:pt x="93133" y="2706"/>
                  <a:pt x="92860" y="3009"/>
                  <a:pt x="92921" y="3101"/>
                </a:cubicBezTo>
                <a:cubicBezTo>
                  <a:pt x="92956" y="3136"/>
                  <a:pt x="92898" y="3151"/>
                  <a:pt x="92831" y="3151"/>
                </a:cubicBezTo>
                <a:cubicBezTo>
                  <a:pt x="92784" y="3151"/>
                  <a:pt x="92733" y="3144"/>
                  <a:pt x="92708" y="3131"/>
                </a:cubicBezTo>
                <a:cubicBezTo>
                  <a:pt x="92681" y="3122"/>
                  <a:pt x="92654" y="3118"/>
                  <a:pt x="92628" y="3118"/>
                </a:cubicBezTo>
                <a:cubicBezTo>
                  <a:pt x="92566" y="3118"/>
                  <a:pt x="92508" y="3140"/>
                  <a:pt x="92465" y="3161"/>
                </a:cubicBezTo>
                <a:cubicBezTo>
                  <a:pt x="92313" y="3161"/>
                  <a:pt x="92191" y="3131"/>
                  <a:pt x="92069" y="3070"/>
                </a:cubicBezTo>
                <a:cubicBezTo>
                  <a:pt x="92009" y="3009"/>
                  <a:pt x="91917" y="2888"/>
                  <a:pt x="91917" y="2827"/>
                </a:cubicBezTo>
                <a:cubicBezTo>
                  <a:pt x="91917" y="2797"/>
                  <a:pt x="92161" y="2706"/>
                  <a:pt x="92252" y="2706"/>
                </a:cubicBezTo>
                <a:cubicBezTo>
                  <a:pt x="92313" y="2706"/>
                  <a:pt x="92221" y="2614"/>
                  <a:pt x="92039" y="2523"/>
                </a:cubicBezTo>
                <a:lnTo>
                  <a:pt x="91978" y="2523"/>
                </a:lnTo>
                <a:cubicBezTo>
                  <a:pt x="91961" y="2517"/>
                  <a:pt x="91947" y="2515"/>
                  <a:pt x="91935" y="2515"/>
                </a:cubicBezTo>
                <a:cubicBezTo>
                  <a:pt x="91887" y="2515"/>
                  <a:pt x="91887" y="2559"/>
                  <a:pt x="91887" y="2584"/>
                </a:cubicBezTo>
                <a:cubicBezTo>
                  <a:pt x="91917" y="2584"/>
                  <a:pt x="91826" y="2614"/>
                  <a:pt x="91796" y="2614"/>
                </a:cubicBezTo>
                <a:cubicBezTo>
                  <a:pt x="91766" y="2614"/>
                  <a:pt x="91674" y="2432"/>
                  <a:pt x="91583" y="2432"/>
                </a:cubicBezTo>
                <a:cubicBezTo>
                  <a:pt x="91492" y="2432"/>
                  <a:pt x="91522" y="2402"/>
                  <a:pt x="91583" y="2371"/>
                </a:cubicBezTo>
                <a:cubicBezTo>
                  <a:pt x="91644" y="2371"/>
                  <a:pt x="90945" y="2280"/>
                  <a:pt x="90914" y="2250"/>
                </a:cubicBezTo>
                <a:cubicBezTo>
                  <a:pt x="90884" y="2219"/>
                  <a:pt x="90914" y="2128"/>
                  <a:pt x="90945" y="2098"/>
                </a:cubicBezTo>
                <a:cubicBezTo>
                  <a:pt x="90975" y="2067"/>
                  <a:pt x="90975" y="2037"/>
                  <a:pt x="90914" y="2006"/>
                </a:cubicBezTo>
                <a:lnTo>
                  <a:pt x="90884" y="1976"/>
                </a:lnTo>
                <a:lnTo>
                  <a:pt x="90854" y="1946"/>
                </a:lnTo>
                <a:cubicBezTo>
                  <a:pt x="90793" y="1915"/>
                  <a:pt x="90975" y="1763"/>
                  <a:pt x="91036" y="1733"/>
                </a:cubicBezTo>
                <a:cubicBezTo>
                  <a:pt x="91043" y="1726"/>
                  <a:pt x="91051" y="1723"/>
                  <a:pt x="91060" y="1723"/>
                </a:cubicBezTo>
                <a:cubicBezTo>
                  <a:pt x="91134" y="1723"/>
                  <a:pt x="91276" y="1922"/>
                  <a:pt x="91249" y="1976"/>
                </a:cubicBezTo>
                <a:cubicBezTo>
                  <a:pt x="91249" y="2067"/>
                  <a:pt x="91279" y="2128"/>
                  <a:pt x="91279" y="2128"/>
                </a:cubicBezTo>
                <a:cubicBezTo>
                  <a:pt x="91370" y="2067"/>
                  <a:pt x="91462" y="2006"/>
                  <a:pt x="91522" y="1915"/>
                </a:cubicBezTo>
                <a:lnTo>
                  <a:pt x="91614" y="1885"/>
                </a:lnTo>
                <a:cubicBezTo>
                  <a:pt x="91674" y="1794"/>
                  <a:pt x="91705" y="1702"/>
                  <a:pt x="91735" y="1581"/>
                </a:cubicBezTo>
                <a:cubicBezTo>
                  <a:pt x="91705" y="1520"/>
                  <a:pt x="91674" y="1429"/>
                  <a:pt x="91644" y="1368"/>
                </a:cubicBezTo>
                <a:cubicBezTo>
                  <a:pt x="91614" y="1277"/>
                  <a:pt x="91279" y="1247"/>
                  <a:pt x="91279" y="1186"/>
                </a:cubicBezTo>
                <a:cubicBezTo>
                  <a:pt x="91257" y="1141"/>
                  <a:pt x="91349" y="1113"/>
                  <a:pt x="91495" y="1113"/>
                </a:cubicBezTo>
                <a:cubicBezTo>
                  <a:pt x="91548" y="1113"/>
                  <a:pt x="91609" y="1117"/>
                  <a:pt x="91674" y="1125"/>
                </a:cubicBezTo>
                <a:lnTo>
                  <a:pt x="91887" y="1125"/>
                </a:lnTo>
                <a:cubicBezTo>
                  <a:pt x="91891" y="1129"/>
                  <a:pt x="91897" y="1131"/>
                  <a:pt x="91903" y="1131"/>
                </a:cubicBezTo>
                <a:cubicBezTo>
                  <a:pt x="91941" y="1131"/>
                  <a:pt x="92009" y="1060"/>
                  <a:pt x="92009" y="1034"/>
                </a:cubicBezTo>
                <a:lnTo>
                  <a:pt x="92009" y="943"/>
                </a:lnTo>
                <a:cubicBezTo>
                  <a:pt x="92009" y="821"/>
                  <a:pt x="91857" y="639"/>
                  <a:pt x="91766" y="639"/>
                </a:cubicBezTo>
                <a:cubicBezTo>
                  <a:pt x="91705" y="669"/>
                  <a:pt x="91614" y="791"/>
                  <a:pt x="91674" y="821"/>
                </a:cubicBezTo>
                <a:cubicBezTo>
                  <a:pt x="91705" y="821"/>
                  <a:pt x="91705" y="912"/>
                  <a:pt x="91705" y="943"/>
                </a:cubicBezTo>
                <a:cubicBezTo>
                  <a:pt x="91705" y="1003"/>
                  <a:pt x="91644" y="1034"/>
                  <a:pt x="91553" y="1034"/>
                </a:cubicBezTo>
                <a:cubicBezTo>
                  <a:pt x="91535" y="945"/>
                  <a:pt x="91497" y="898"/>
                  <a:pt x="91438" y="898"/>
                </a:cubicBezTo>
                <a:cubicBezTo>
                  <a:pt x="91395" y="898"/>
                  <a:pt x="91343" y="922"/>
                  <a:pt x="91279" y="973"/>
                </a:cubicBezTo>
                <a:lnTo>
                  <a:pt x="91249" y="973"/>
                </a:lnTo>
                <a:cubicBezTo>
                  <a:pt x="91188" y="973"/>
                  <a:pt x="91158" y="943"/>
                  <a:pt x="91127" y="882"/>
                </a:cubicBezTo>
                <a:lnTo>
                  <a:pt x="91127" y="821"/>
                </a:lnTo>
                <a:cubicBezTo>
                  <a:pt x="91158" y="791"/>
                  <a:pt x="91188" y="730"/>
                  <a:pt x="91188" y="699"/>
                </a:cubicBezTo>
                <a:cubicBezTo>
                  <a:pt x="91127" y="608"/>
                  <a:pt x="91036" y="547"/>
                  <a:pt x="90945" y="487"/>
                </a:cubicBezTo>
                <a:cubicBezTo>
                  <a:pt x="90914" y="517"/>
                  <a:pt x="90884" y="578"/>
                  <a:pt x="90884" y="639"/>
                </a:cubicBezTo>
                <a:cubicBezTo>
                  <a:pt x="90882" y="640"/>
                  <a:pt x="90881" y="641"/>
                  <a:pt x="90878" y="641"/>
                </a:cubicBezTo>
                <a:cubicBezTo>
                  <a:pt x="90838" y="641"/>
                  <a:pt x="90695" y="394"/>
                  <a:pt x="90580" y="365"/>
                </a:cubicBezTo>
                <a:cubicBezTo>
                  <a:pt x="90568" y="362"/>
                  <a:pt x="90555" y="360"/>
                  <a:pt x="90543" y="360"/>
                </a:cubicBezTo>
                <a:cubicBezTo>
                  <a:pt x="90434" y="360"/>
                  <a:pt x="90334" y="475"/>
                  <a:pt x="90307" y="639"/>
                </a:cubicBezTo>
                <a:lnTo>
                  <a:pt x="90063" y="426"/>
                </a:lnTo>
                <a:cubicBezTo>
                  <a:pt x="90033" y="456"/>
                  <a:pt x="90003" y="456"/>
                  <a:pt x="89972" y="487"/>
                </a:cubicBezTo>
                <a:lnTo>
                  <a:pt x="89820" y="487"/>
                </a:lnTo>
                <a:cubicBezTo>
                  <a:pt x="89820" y="517"/>
                  <a:pt x="89486" y="547"/>
                  <a:pt x="89425" y="608"/>
                </a:cubicBezTo>
                <a:cubicBezTo>
                  <a:pt x="89379" y="631"/>
                  <a:pt x="89245" y="689"/>
                  <a:pt x="89183" y="689"/>
                </a:cubicBezTo>
                <a:cubicBezTo>
                  <a:pt x="89164" y="689"/>
                  <a:pt x="89151" y="684"/>
                  <a:pt x="89151" y="669"/>
                </a:cubicBezTo>
                <a:cubicBezTo>
                  <a:pt x="89151" y="639"/>
                  <a:pt x="88969" y="639"/>
                  <a:pt x="88939" y="639"/>
                </a:cubicBezTo>
                <a:cubicBezTo>
                  <a:pt x="88898" y="639"/>
                  <a:pt x="88777" y="612"/>
                  <a:pt x="88700" y="612"/>
                </a:cubicBezTo>
                <a:cubicBezTo>
                  <a:pt x="88662" y="612"/>
                  <a:pt x="88635" y="618"/>
                  <a:pt x="88635" y="639"/>
                </a:cubicBezTo>
                <a:cubicBezTo>
                  <a:pt x="88635" y="669"/>
                  <a:pt x="88604" y="730"/>
                  <a:pt x="88574" y="791"/>
                </a:cubicBezTo>
                <a:cubicBezTo>
                  <a:pt x="88574" y="791"/>
                  <a:pt x="88452" y="760"/>
                  <a:pt x="88422" y="730"/>
                </a:cubicBezTo>
                <a:cubicBezTo>
                  <a:pt x="88392" y="730"/>
                  <a:pt x="88179" y="608"/>
                  <a:pt x="87936" y="517"/>
                </a:cubicBezTo>
                <a:lnTo>
                  <a:pt x="87692" y="608"/>
                </a:lnTo>
                <a:lnTo>
                  <a:pt x="87662" y="608"/>
                </a:lnTo>
                <a:cubicBezTo>
                  <a:pt x="87657" y="611"/>
                  <a:pt x="87651" y="612"/>
                  <a:pt x="87645" y="612"/>
                </a:cubicBezTo>
                <a:cubicBezTo>
                  <a:pt x="87585" y="612"/>
                  <a:pt x="87507" y="484"/>
                  <a:pt x="87480" y="456"/>
                </a:cubicBezTo>
                <a:cubicBezTo>
                  <a:pt x="87480" y="441"/>
                  <a:pt x="87472" y="435"/>
                  <a:pt x="87460" y="435"/>
                </a:cubicBezTo>
                <a:cubicBezTo>
                  <a:pt x="87423" y="435"/>
                  <a:pt x="87343" y="487"/>
                  <a:pt x="87297" y="487"/>
                </a:cubicBezTo>
                <a:cubicBezTo>
                  <a:pt x="87262" y="496"/>
                  <a:pt x="87229" y="499"/>
                  <a:pt x="87197" y="499"/>
                </a:cubicBezTo>
                <a:cubicBezTo>
                  <a:pt x="87120" y="499"/>
                  <a:pt x="87049" y="478"/>
                  <a:pt x="86963" y="456"/>
                </a:cubicBezTo>
                <a:cubicBezTo>
                  <a:pt x="86952" y="451"/>
                  <a:pt x="86938" y="448"/>
                  <a:pt x="86922" y="448"/>
                </a:cubicBezTo>
                <a:cubicBezTo>
                  <a:pt x="86851" y="448"/>
                  <a:pt x="86745" y="498"/>
                  <a:pt x="86720" y="547"/>
                </a:cubicBezTo>
                <a:cubicBezTo>
                  <a:pt x="86710" y="558"/>
                  <a:pt x="86696" y="562"/>
                  <a:pt x="86680" y="562"/>
                </a:cubicBezTo>
                <a:cubicBezTo>
                  <a:pt x="86609" y="562"/>
                  <a:pt x="86496" y="483"/>
                  <a:pt x="86436" y="483"/>
                </a:cubicBezTo>
                <a:cubicBezTo>
                  <a:pt x="86428" y="483"/>
                  <a:pt x="86421" y="484"/>
                  <a:pt x="86416" y="487"/>
                </a:cubicBezTo>
                <a:cubicBezTo>
                  <a:pt x="86385" y="517"/>
                  <a:pt x="86325" y="547"/>
                  <a:pt x="86294" y="578"/>
                </a:cubicBezTo>
                <a:lnTo>
                  <a:pt x="86264" y="578"/>
                </a:lnTo>
                <a:cubicBezTo>
                  <a:pt x="86233" y="578"/>
                  <a:pt x="86112" y="517"/>
                  <a:pt x="86082" y="487"/>
                </a:cubicBezTo>
                <a:cubicBezTo>
                  <a:pt x="86078" y="483"/>
                  <a:pt x="86073" y="482"/>
                  <a:pt x="86066" y="482"/>
                </a:cubicBezTo>
                <a:cubicBezTo>
                  <a:pt x="86012" y="482"/>
                  <a:pt x="85862" y="578"/>
                  <a:pt x="85808" y="578"/>
                </a:cubicBezTo>
                <a:cubicBezTo>
                  <a:pt x="85747" y="578"/>
                  <a:pt x="85717" y="365"/>
                  <a:pt x="85808" y="335"/>
                </a:cubicBezTo>
                <a:cubicBezTo>
                  <a:pt x="85899" y="335"/>
                  <a:pt x="85899" y="243"/>
                  <a:pt x="85808" y="152"/>
                </a:cubicBezTo>
                <a:lnTo>
                  <a:pt x="85717" y="91"/>
                </a:lnTo>
                <a:cubicBezTo>
                  <a:pt x="85656" y="91"/>
                  <a:pt x="85595" y="335"/>
                  <a:pt x="85595" y="395"/>
                </a:cubicBezTo>
                <a:cubicBezTo>
                  <a:pt x="85595" y="464"/>
                  <a:pt x="85527" y="498"/>
                  <a:pt x="85428" y="498"/>
                </a:cubicBezTo>
                <a:cubicBezTo>
                  <a:pt x="85396" y="498"/>
                  <a:pt x="85360" y="494"/>
                  <a:pt x="85322" y="487"/>
                </a:cubicBezTo>
                <a:lnTo>
                  <a:pt x="85200" y="487"/>
                </a:lnTo>
                <a:cubicBezTo>
                  <a:pt x="84987" y="456"/>
                  <a:pt x="84987" y="456"/>
                  <a:pt x="84957" y="274"/>
                </a:cubicBezTo>
                <a:cubicBezTo>
                  <a:pt x="84957" y="243"/>
                  <a:pt x="84957" y="243"/>
                  <a:pt x="84957" y="243"/>
                </a:cubicBezTo>
                <a:cubicBezTo>
                  <a:pt x="84805" y="213"/>
                  <a:pt x="84775" y="122"/>
                  <a:pt x="84683" y="31"/>
                </a:cubicBezTo>
                <a:lnTo>
                  <a:pt x="84653" y="0"/>
                </a:lnTo>
                <a:cubicBezTo>
                  <a:pt x="84501" y="31"/>
                  <a:pt x="84501" y="183"/>
                  <a:pt x="84623" y="365"/>
                </a:cubicBezTo>
                <a:lnTo>
                  <a:pt x="84562" y="487"/>
                </a:lnTo>
                <a:lnTo>
                  <a:pt x="84471" y="669"/>
                </a:lnTo>
                <a:cubicBezTo>
                  <a:pt x="84258" y="639"/>
                  <a:pt x="84136" y="365"/>
                  <a:pt x="84167" y="335"/>
                </a:cubicBezTo>
                <a:cubicBezTo>
                  <a:pt x="84227" y="304"/>
                  <a:pt x="84288" y="274"/>
                  <a:pt x="84349" y="213"/>
                </a:cubicBezTo>
                <a:cubicBezTo>
                  <a:pt x="84349" y="183"/>
                  <a:pt x="84288" y="152"/>
                  <a:pt x="84258" y="152"/>
                </a:cubicBezTo>
                <a:cubicBezTo>
                  <a:pt x="84045" y="183"/>
                  <a:pt x="83863" y="213"/>
                  <a:pt x="83680" y="213"/>
                </a:cubicBezTo>
                <a:cubicBezTo>
                  <a:pt x="83467" y="122"/>
                  <a:pt x="83285" y="91"/>
                  <a:pt x="83103" y="61"/>
                </a:cubicBezTo>
                <a:cubicBezTo>
                  <a:pt x="83012" y="61"/>
                  <a:pt x="82981" y="122"/>
                  <a:pt x="82981" y="152"/>
                </a:cubicBezTo>
                <a:cubicBezTo>
                  <a:pt x="82981" y="152"/>
                  <a:pt x="82738" y="243"/>
                  <a:pt x="82708" y="304"/>
                </a:cubicBezTo>
                <a:cubicBezTo>
                  <a:pt x="82685" y="349"/>
                  <a:pt x="82647" y="377"/>
                  <a:pt x="82628" y="377"/>
                </a:cubicBezTo>
                <a:cubicBezTo>
                  <a:pt x="82621" y="377"/>
                  <a:pt x="82616" y="373"/>
                  <a:pt x="82616" y="365"/>
                </a:cubicBezTo>
                <a:lnTo>
                  <a:pt x="82616" y="335"/>
                </a:lnTo>
                <a:cubicBezTo>
                  <a:pt x="82616" y="274"/>
                  <a:pt x="82647" y="213"/>
                  <a:pt x="82647" y="213"/>
                </a:cubicBezTo>
                <a:lnTo>
                  <a:pt x="82556" y="152"/>
                </a:lnTo>
                <a:cubicBezTo>
                  <a:pt x="82511" y="130"/>
                  <a:pt x="82441" y="124"/>
                  <a:pt x="82368" y="124"/>
                </a:cubicBezTo>
                <a:cubicBezTo>
                  <a:pt x="82288" y="124"/>
                  <a:pt x="82203" y="131"/>
                  <a:pt x="82143" y="131"/>
                </a:cubicBezTo>
                <a:cubicBezTo>
                  <a:pt x="82109" y="131"/>
                  <a:pt x="82083" y="129"/>
                  <a:pt x="82069" y="122"/>
                </a:cubicBezTo>
                <a:cubicBezTo>
                  <a:pt x="82024" y="107"/>
                  <a:pt x="81970" y="99"/>
                  <a:pt x="81917" y="99"/>
                </a:cubicBezTo>
                <a:cubicBezTo>
                  <a:pt x="81864" y="99"/>
                  <a:pt x="81811" y="107"/>
                  <a:pt x="81765" y="122"/>
                </a:cubicBezTo>
                <a:cubicBezTo>
                  <a:pt x="81742" y="145"/>
                  <a:pt x="81714" y="155"/>
                  <a:pt x="81687" y="155"/>
                </a:cubicBezTo>
                <a:cubicBezTo>
                  <a:pt x="81644" y="155"/>
                  <a:pt x="81602" y="129"/>
                  <a:pt x="81583" y="91"/>
                </a:cubicBezTo>
                <a:lnTo>
                  <a:pt x="81522" y="31"/>
                </a:lnTo>
                <a:lnTo>
                  <a:pt x="81461" y="31"/>
                </a:lnTo>
                <a:lnTo>
                  <a:pt x="8140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2"/>
          <p:cNvSpPr/>
          <p:nvPr/>
        </p:nvSpPr>
        <p:spPr>
          <a:xfrm flipH="1" rot="10508304">
            <a:off x="6577819" y="1455096"/>
            <a:ext cx="1679164" cy="456622"/>
          </a:xfrm>
          <a:custGeom>
            <a:rect b="b" l="l" r="r" t="t"/>
            <a:pathLst>
              <a:path extrusionOk="0" h="18265" w="94714">
                <a:moveTo>
                  <a:pt x="17417" y="2310"/>
                </a:moveTo>
                <a:cubicBezTo>
                  <a:pt x="17448" y="2310"/>
                  <a:pt x="17509" y="2341"/>
                  <a:pt x="17539" y="2371"/>
                </a:cubicBezTo>
                <a:cubicBezTo>
                  <a:pt x="17539" y="2401"/>
                  <a:pt x="17509" y="2432"/>
                  <a:pt x="17478" y="2462"/>
                </a:cubicBezTo>
                <a:cubicBezTo>
                  <a:pt x="17448" y="2493"/>
                  <a:pt x="17387" y="2493"/>
                  <a:pt x="17357" y="2493"/>
                </a:cubicBezTo>
                <a:lnTo>
                  <a:pt x="17144" y="2614"/>
                </a:lnTo>
                <a:cubicBezTo>
                  <a:pt x="16992" y="2553"/>
                  <a:pt x="17022" y="2432"/>
                  <a:pt x="17235" y="2371"/>
                </a:cubicBezTo>
                <a:lnTo>
                  <a:pt x="17417" y="2310"/>
                </a:lnTo>
                <a:close/>
                <a:moveTo>
                  <a:pt x="12341" y="2736"/>
                </a:moveTo>
                <a:cubicBezTo>
                  <a:pt x="12433" y="2736"/>
                  <a:pt x="12402" y="2979"/>
                  <a:pt x="12281" y="3040"/>
                </a:cubicBezTo>
                <a:cubicBezTo>
                  <a:pt x="12247" y="3051"/>
                  <a:pt x="12214" y="3058"/>
                  <a:pt x="12185" y="3058"/>
                </a:cubicBezTo>
                <a:cubicBezTo>
                  <a:pt x="12135" y="3058"/>
                  <a:pt x="12098" y="3037"/>
                  <a:pt x="12098" y="2979"/>
                </a:cubicBezTo>
                <a:cubicBezTo>
                  <a:pt x="12129" y="2888"/>
                  <a:pt x="12220" y="2797"/>
                  <a:pt x="12341" y="2736"/>
                </a:cubicBezTo>
                <a:close/>
                <a:moveTo>
                  <a:pt x="82756" y="2780"/>
                </a:moveTo>
                <a:cubicBezTo>
                  <a:pt x="82765" y="2780"/>
                  <a:pt x="82768" y="2786"/>
                  <a:pt x="82768" y="2797"/>
                </a:cubicBezTo>
                <a:cubicBezTo>
                  <a:pt x="82738" y="2857"/>
                  <a:pt x="82768" y="2888"/>
                  <a:pt x="82799" y="2888"/>
                </a:cubicBezTo>
                <a:cubicBezTo>
                  <a:pt x="82829" y="2888"/>
                  <a:pt x="82890" y="2949"/>
                  <a:pt x="82920" y="2979"/>
                </a:cubicBezTo>
                <a:cubicBezTo>
                  <a:pt x="82768" y="3009"/>
                  <a:pt x="82647" y="3040"/>
                  <a:pt x="82525" y="3070"/>
                </a:cubicBezTo>
                <a:cubicBezTo>
                  <a:pt x="82495" y="3070"/>
                  <a:pt x="82464" y="3040"/>
                  <a:pt x="82434" y="3009"/>
                </a:cubicBezTo>
                <a:cubicBezTo>
                  <a:pt x="82403" y="2979"/>
                  <a:pt x="82434" y="2918"/>
                  <a:pt x="82434" y="2918"/>
                </a:cubicBezTo>
                <a:lnTo>
                  <a:pt x="82616" y="2888"/>
                </a:lnTo>
                <a:cubicBezTo>
                  <a:pt x="82697" y="2807"/>
                  <a:pt x="82738" y="2780"/>
                  <a:pt x="82756" y="2780"/>
                </a:cubicBezTo>
                <a:close/>
                <a:moveTo>
                  <a:pt x="81639" y="3136"/>
                </a:moveTo>
                <a:cubicBezTo>
                  <a:pt x="81674" y="3136"/>
                  <a:pt x="81708" y="3144"/>
                  <a:pt x="81735" y="3161"/>
                </a:cubicBezTo>
                <a:cubicBezTo>
                  <a:pt x="81856" y="3192"/>
                  <a:pt x="81886" y="3282"/>
                  <a:pt x="81797" y="3313"/>
                </a:cubicBezTo>
                <a:lnTo>
                  <a:pt x="81797" y="3313"/>
                </a:lnTo>
                <a:cubicBezTo>
                  <a:pt x="81685" y="3308"/>
                  <a:pt x="81576" y="3278"/>
                  <a:pt x="81492" y="3222"/>
                </a:cubicBezTo>
                <a:cubicBezTo>
                  <a:pt x="81470" y="3179"/>
                  <a:pt x="81555" y="3136"/>
                  <a:pt x="81639" y="3136"/>
                </a:cubicBezTo>
                <a:close/>
                <a:moveTo>
                  <a:pt x="8542" y="3526"/>
                </a:moveTo>
                <a:lnTo>
                  <a:pt x="8724" y="3617"/>
                </a:lnTo>
                <a:cubicBezTo>
                  <a:pt x="8697" y="3671"/>
                  <a:pt x="8653" y="3713"/>
                  <a:pt x="8598" y="3743"/>
                </a:cubicBezTo>
                <a:lnTo>
                  <a:pt x="8598" y="3743"/>
                </a:lnTo>
                <a:cubicBezTo>
                  <a:pt x="8581" y="3721"/>
                  <a:pt x="8564" y="3700"/>
                  <a:pt x="8542" y="3678"/>
                </a:cubicBezTo>
                <a:lnTo>
                  <a:pt x="8451" y="3678"/>
                </a:lnTo>
                <a:cubicBezTo>
                  <a:pt x="8420" y="3678"/>
                  <a:pt x="8420" y="3617"/>
                  <a:pt x="8420" y="3556"/>
                </a:cubicBezTo>
                <a:cubicBezTo>
                  <a:pt x="8420" y="3526"/>
                  <a:pt x="8512" y="3526"/>
                  <a:pt x="8542" y="3526"/>
                </a:cubicBezTo>
                <a:close/>
                <a:moveTo>
                  <a:pt x="10244" y="3496"/>
                </a:moveTo>
                <a:cubicBezTo>
                  <a:pt x="10305" y="3496"/>
                  <a:pt x="10366" y="3526"/>
                  <a:pt x="10335" y="3556"/>
                </a:cubicBezTo>
                <a:lnTo>
                  <a:pt x="10335" y="3587"/>
                </a:lnTo>
                <a:lnTo>
                  <a:pt x="10335" y="3617"/>
                </a:lnTo>
                <a:cubicBezTo>
                  <a:pt x="10314" y="3660"/>
                  <a:pt x="10338" y="3703"/>
                  <a:pt x="10375" y="3703"/>
                </a:cubicBezTo>
                <a:cubicBezTo>
                  <a:pt x="10391" y="3703"/>
                  <a:pt x="10409" y="3696"/>
                  <a:pt x="10426" y="3678"/>
                </a:cubicBezTo>
                <a:lnTo>
                  <a:pt x="10457" y="3678"/>
                </a:lnTo>
                <a:cubicBezTo>
                  <a:pt x="10461" y="3676"/>
                  <a:pt x="10465" y="3675"/>
                  <a:pt x="10470" y="3675"/>
                </a:cubicBezTo>
                <a:cubicBezTo>
                  <a:pt x="10537" y="3675"/>
                  <a:pt x="10664" y="3860"/>
                  <a:pt x="10578" y="3860"/>
                </a:cubicBezTo>
                <a:lnTo>
                  <a:pt x="10001" y="3860"/>
                </a:lnTo>
                <a:cubicBezTo>
                  <a:pt x="10001" y="3769"/>
                  <a:pt x="10031" y="3648"/>
                  <a:pt x="10031" y="3648"/>
                </a:cubicBezTo>
                <a:cubicBezTo>
                  <a:pt x="10183" y="3648"/>
                  <a:pt x="10183" y="3556"/>
                  <a:pt x="10244" y="3496"/>
                </a:cubicBezTo>
                <a:close/>
                <a:moveTo>
                  <a:pt x="9506" y="3483"/>
                </a:moveTo>
                <a:cubicBezTo>
                  <a:pt x="9527" y="3483"/>
                  <a:pt x="9550" y="3487"/>
                  <a:pt x="9575" y="3496"/>
                </a:cubicBezTo>
                <a:cubicBezTo>
                  <a:pt x="9667" y="3526"/>
                  <a:pt x="9758" y="3587"/>
                  <a:pt x="9819" y="3678"/>
                </a:cubicBezTo>
                <a:lnTo>
                  <a:pt x="9849" y="3739"/>
                </a:lnTo>
                <a:cubicBezTo>
                  <a:pt x="9827" y="3805"/>
                  <a:pt x="9758" y="3855"/>
                  <a:pt x="9675" y="3855"/>
                </a:cubicBezTo>
                <a:cubicBezTo>
                  <a:pt x="9643" y="3855"/>
                  <a:pt x="9609" y="3847"/>
                  <a:pt x="9575" y="3830"/>
                </a:cubicBezTo>
                <a:lnTo>
                  <a:pt x="9484" y="3830"/>
                </a:lnTo>
                <a:cubicBezTo>
                  <a:pt x="9423" y="3830"/>
                  <a:pt x="9363" y="3830"/>
                  <a:pt x="9332" y="3860"/>
                </a:cubicBezTo>
                <a:lnTo>
                  <a:pt x="9332" y="3982"/>
                </a:lnTo>
                <a:cubicBezTo>
                  <a:pt x="9241" y="3982"/>
                  <a:pt x="9180" y="3891"/>
                  <a:pt x="9180" y="3830"/>
                </a:cubicBezTo>
                <a:lnTo>
                  <a:pt x="9211" y="3769"/>
                </a:lnTo>
                <a:cubicBezTo>
                  <a:pt x="9211" y="3739"/>
                  <a:pt x="9211" y="3678"/>
                  <a:pt x="9211" y="3678"/>
                </a:cubicBezTo>
                <a:cubicBezTo>
                  <a:pt x="9315" y="3626"/>
                  <a:pt x="9375" y="3483"/>
                  <a:pt x="9506" y="3483"/>
                </a:cubicBezTo>
                <a:close/>
                <a:moveTo>
                  <a:pt x="9940" y="4316"/>
                </a:moveTo>
                <a:lnTo>
                  <a:pt x="10153" y="4347"/>
                </a:lnTo>
                <a:cubicBezTo>
                  <a:pt x="10426" y="4408"/>
                  <a:pt x="10639" y="4468"/>
                  <a:pt x="10639" y="4499"/>
                </a:cubicBezTo>
                <a:cubicBezTo>
                  <a:pt x="10639" y="4542"/>
                  <a:pt x="10578" y="4585"/>
                  <a:pt x="10500" y="4585"/>
                </a:cubicBezTo>
                <a:cubicBezTo>
                  <a:pt x="10467" y="4585"/>
                  <a:pt x="10432" y="4577"/>
                  <a:pt x="10396" y="4560"/>
                </a:cubicBezTo>
                <a:lnTo>
                  <a:pt x="10244" y="4560"/>
                </a:lnTo>
                <a:cubicBezTo>
                  <a:pt x="10122" y="4560"/>
                  <a:pt x="10001" y="4529"/>
                  <a:pt x="9879" y="4468"/>
                </a:cubicBezTo>
                <a:cubicBezTo>
                  <a:pt x="9849" y="4438"/>
                  <a:pt x="9819" y="4408"/>
                  <a:pt x="9819" y="4377"/>
                </a:cubicBezTo>
                <a:cubicBezTo>
                  <a:pt x="9849" y="4347"/>
                  <a:pt x="9879" y="4316"/>
                  <a:pt x="9940" y="4316"/>
                </a:cubicBezTo>
                <a:close/>
                <a:moveTo>
                  <a:pt x="8811" y="4402"/>
                </a:moveTo>
                <a:cubicBezTo>
                  <a:pt x="8877" y="4402"/>
                  <a:pt x="8979" y="4488"/>
                  <a:pt x="9059" y="4620"/>
                </a:cubicBezTo>
                <a:lnTo>
                  <a:pt x="8755" y="4681"/>
                </a:lnTo>
                <a:lnTo>
                  <a:pt x="8663" y="4681"/>
                </a:lnTo>
                <a:cubicBezTo>
                  <a:pt x="8649" y="4696"/>
                  <a:pt x="8627" y="4702"/>
                  <a:pt x="8604" y="4702"/>
                </a:cubicBezTo>
                <a:cubicBezTo>
                  <a:pt x="8529" y="4702"/>
                  <a:pt x="8435" y="4643"/>
                  <a:pt x="8481" y="4620"/>
                </a:cubicBezTo>
                <a:lnTo>
                  <a:pt x="8785" y="4408"/>
                </a:lnTo>
                <a:cubicBezTo>
                  <a:pt x="8793" y="4404"/>
                  <a:pt x="8802" y="4402"/>
                  <a:pt x="8811" y="4402"/>
                </a:cubicBezTo>
                <a:close/>
                <a:moveTo>
                  <a:pt x="11133" y="4107"/>
                </a:moveTo>
                <a:cubicBezTo>
                  <a:pt x="11149" y="4107"/>
                  <a:pt x="11166" y="4114"/>
                  <a:pt x="11186" y="4134"/>
                </a:cubicBezTo>
                <a:cubicBezTo>
                  <a:pt x="11217" y="4164"/>
                  <a:pt x="11247" y="4225"/>
                  <a:pt x="11247" y="4256"/>
                </a:cubicBezTo>
                <a:lnTo>
                  <a:pt x="11217" y="4347"/>
                </a:lnTo>
                <a:cubicBezTo>
                  <a:pt x="11126" y="4468"/>
                  <a:pt x="11156" y="4560"/>
                  <a:pt x="11247" y="4590"/>
                </a:cubicBezTo>
                <a:lnTo>
                  <a:pt x="11278" y="4620"/>
                </a:lnTo>
                <a:cubicBezTo>
                  <a:pt x="11338" y="4712"/>
                  <a:pt x="11217" y="4772"/>
                  <a:pt x="11126" y="4803"/>
                </a:cubicBezTo>
                <a:cubicBezTo>
                  <a:pt x="11065" y="4803"/>
                  <a:pt x="11004" y="4803"/>
                  <a:pt x="10974" y="4772"/>
                </a:cubicBezTo>
                <a:lnTo>
                  <a:pt x="10882" y="4681"/>
                </a:lnTo>
                <a:cubicBezTo>
                  <a:pt x="10822" y="4590"/>
                  <a:pt x="10943" y="4438"/>
                  <a:pt x="10882" y="4377"/>
                </a:cubicBezTo>
                <a:cubicBezTo>
                  <a:pt x="10852" y="4316"/>
                  <a:pt x="10852" y="4225"/>
                  <a:pt x="10882" y="4134"/>
                </a:cubicBezTo>
                <a:lnTo>
                  <a:pt x="11034" y="4134"/>
                </a:lnTo>
                <a:cubicBezTo>
                  <a:pt x="11075" y="4134"/>
                  <a:pt x="11102" y="4107"/>
                  <a:pt x="11133" y="4107"/>
                </a:cubicBezTo>
                <a:close/>
                <a:moveTo>
                  <a:pt x="10457" y="4742"/>
                </a:moveTo>
                <a:cubicBezTo>
                  <a:pt x="10791" y="4863"/>
                  <a:pt x="10882" y="4985"/>
                  <a:pt x="10639" y="4985"/>
                </a:cubicBezTo>
                <a:lnTo>
                  <a:pt x="10396" y="4985"/>
                </a:lnTo>
                <a:cubicBezTo>
                  <a:pt x="10366" y="4924"/>
                  <a:pt x="10305" y="4863"/>
                  <a:pt x="10274" y="4863"/>
                </a:cubicBezTo>
                <a:lnTo>
                  <a:pt x="10183" y="4863"/>
                </a:lnTo>
                <a:cubicBezTo>
                  <a:pt x="10153" y="4863"/>
                  <a:pt x="10153" y="4803"/>
                  <a:pt x="10153" y="4742"/>
                </a:cubicBezTo>
                <a:close/>
                <a:moveTo>
                  <a:pt x="87566" y="6443"/>
                </a:moveTo>
                <a:cubicBezTo>
                  <a:pt x="87624" y="6443"/>
                  <a:pt x="87667" y="6472"/>
                  <a:pt x="87688" y="6525"/>
                </a:cubicBezTo>
                <a:lnTo>
                  <a:pt x="87688" y="6525"/>
                </a:lnTo>
                <a:cubicBezTo>
                  <a:pt x="87653" y="6627"/>
                  <a:pt x="87382" y="6839"/>
                  <a:pt x="87297" y="6839"/>
                </a:cubicBezTo>
                <a:cubicBezTo>
                  <a:pt x="87206" y="6809"/>
                  <a:pt x="87176" y="6778"/>
                  <a:pt x="87176" y="6748"/>
                </a:cubicBezTo>
                <a:lnTo>
                  <a:pt x="87206" y="6748"/>
                </a:lnTo>
                <a:cubicBezTo>
                  <a:pt x="87267" y="6718"/>
                  <a:pt x="87358" y="6687"/>
                  <a:pt x="87419" y="6657"/>
                </a:cubicBezTo>
                <a:cubicBezTo>
                  <a:pt x="87449" y="6626"/>
                  <a:pt x="87388" y="6535"/>
                  <a:pt x="87419" y="6505"/>
                </a:cubicBezTo>
                <a:lnTo>
                  <a:pt x="87449" y="6474"/>
                </a:lnTo>
                <a:cubicBezTo>
                  <a:pt x="87492" y="6453"/>
                  <a:pt x="87531" y="6443"/>
                  <a:pt x="87566" y="6443"/>
                </a:cubicBezTo>
                <a:close/>
                <a:moveTo>
                  <a:pt x="88923" y="7361"/>
                </a:moveTo>
                <a:cubicBezTo>
                  <a:pt x="88961" y="7361"/>
                  <a:pt x="88990" y="7369"/>
                  <a:pt x="88999" y="7386"/>
                </a:cubicBezTo>
                <a:cubicBezTo>
                  <a:pt x="89060" y="7508"/>
                  <a:pt x="89091" y="7629"/>
                  <a:pt x="89091" y="7721"/>
                </a:cubicBezTo>
                <a:cubicBezTo>
                  <a:pt x="89091" y="7758"/>
                  <a:pt x="89067" y="7784"/>
                  <a:pt x="89021" y="7784"/>
                </a:cubicBezTo>
                <a:cubicBezTo>
                  <a:pt x="88992" y="7784"/>
                  <a:pt x="88955" y="7774"/>
                  <a:pt x="88908" y="7751"/>
                </a:cubicBezTo>
                <a:lnTo>
                  <a:pt x="88847" y="7751"/>
                </a:lnTo>
                <a:cubicBezTo>
                  <a:pt x="88787" y="7751"/>
                  <a:pt x="88695" y="7812"/>
                  <a:pt x="88635" y="7812"/>
                </a:cubicBezTo>
                <a:lnTo>
                  <a:pt x="88331" y="7842"/>
                </a:lnTo>
                <a:cubicBezTo>
                  <a:pt x="88386" y="7676"/>
                  <a:pt x="88442" y="7534"/>
                  <a:pt x="88474" y="7534"/>
                </a:cubicBezTo>
                <a:cubicBezTo>
                  <a:pt x="88477" y="7534"/>
                  <a:pt x="88480" y="7536"/>
                  <a:pt x="88483" y="7538"/>
                </a:cubicBezTo>
                <a:cubicBezTo>
                  <a:pt x="88488" y="7544"/>
                  <a:pt x="88498" y="7546"/>
                  <a:pt x="88510" y="7546"/>
                </a:cubicBezTo>
                <a:cubicBezTo>
                  <a:pt x="88565" y="7546"/>
                  <a:pt x="88671" y="7497"/>
                  <a:pt x="88695" y="7447"/>
                </a:cubicBezTo>
                <a:cubicBezTo>
                  <a:pt x="88695" y="7404"/>
                  <a:pt x="88832" y="7361"/>
                  <a:pt x="88923" y="7361"/>
                </a:cubicBezTo>
                <a:close/>
                <a:moveTo>
                  <a:pt x="7782" y="7082"/>
                </a:moveTo>
                <a:cubicBezTo>
                  <a:pt x="7904" y="7082"/>
                  <a:pt x="8025" y="7113"/>
                  <a:pt x="8147" y="7143"/>
                </a:cubicBezTo>
                <a:lnTo>
                  <a:pt x="7995" y="7143"/>
                </a:lnTo>
                <a:lnTo>
                  <a:pt x="7934" y="7174"/>
                </a:lnTo>
                <a:lnTo>
                  <a:pt x="7600" y="7295"/>
                </a:lnTo>
                <a:cubicBezTo>
                  <a:pt x="7569" y="7569"/>
                  <a:pt x="7752" y="7721"/>
                  <a:pt x="7812" y="7721"/>
                </a:cubicBezTo>
                <a:cubicBezTo>
                  <a:pt x="7838" y="7708"/>
                  <a:pt x="7863" y="7701"/>
                  <a:pt x="7886" y="7701"/>
                </a:cubicBezTo>
                <a:cubicBezTo>
                  <a:pt x="7918" y="7701"/>
                  <a:pt x="7947" y="7715"/>
                  <a:pt x="7964" y="7751"/>
                </a:cubicBezTo>
                <a:lnTo>
                  <a:pt x="7904" y="7873"/>
                </a:lnTo>
                <a:cubicBezTo>
                  <a:pt x="7851" y="7926"/>
                  <a:pt x="7777" y="7958"/>
                  <a:pt x="7701" y="7958"/>
                </a:cubicBezTo>
                <a:cubicBezTo>
                  <a:pt x="7646" y="7958"/>
                  <a:pt x="7590" y="7941"/>
                  <a:pt x="7539" y="7903"/>
                </a:cubicBezTo>
                <a:lnTo>
                  <a:pt x="7448" y="7842"/>
                </a:lnTo>
                <a:cubicBezTo>
                  <a:pt x="7387" y="7781"/>
                  <a:pt x="7326" y="7721"/>
                  <a:pt x="7265" y="7690"/>
                </a:cubicBezTo>
                <a:cubicBezTo>
                  <a:pt x="7174" y="7599"/>
                  <a:pt x="7448" y="7569"/>
                  <a:pt x="7296" y="7478"/>
                </a:cubicBezTo>
                <a:cubicBezTo>
                  <a:pt x="7296" y="7447"/>
                  <a:pt x="7326" y="7417"/>
                  <a:pt x="7326" y="7417"/>
                </a:cubicBezTo>
                <a:lnTo>
                  <a:pt x="7539" y="7295"/>
                </a:lnTo>
                <a:cubicBezTo>
                  <a:pt x="7539" y="7174"/>
                  <a:pt x="7660" y="7113"/>
                  <a:pt x="7782" y="7082"/>
                </a:cubicBezTo>
                <a:close/>
                <a:moveTo>
                  <a:pt x="2645" y="9058"/>
                </a:moveTo>
                <a:lnTo>
                  <a:pt x="2645" y="9058"/>
                </a:lnTo>
                <a:cubicBezTo>
                  <a:pt x="2676" y="9088"/>
                  <a:pt x="2676" y="9119"/>
                  <a:pt x="2615" y="9149"/>
                </a:cubicBezTo>
                <a:lnTo>
                  <a:pt x="2645" y="9210"/>
                </a:lnTo>
                <a:lnTo>
                  <a:pt x="2676" y="9332"/>
                </a:lnTo>
                <a:cubicBezTo>
                  <a:pt x="2635" y="9352"/>
                  <a:pt x="2578" y="9359"/>
                  <a:pt x="2516" y="9359"/>
                </a:cubicBezTo>
                <a:cubicBezTo>
                  <a:pt x="2392" y="9359"/>
                  <a:pt x="2250" y="9332"/>
                  <a:pt x="2189" y="9332"/>
                </a:cubicBezTo>
                <a:cubicBezTo>
                  <a:pt x="2098" y="9332"/>
                  <a:pt x="2007" y="9301"/>
                  <a:pt x="1946" y="9240"/>
                </a:cubicBezTo>
                <a:lnTo>
                  <a:pt x="1946" y="9180"/>
                </a:lnTo>
                <a:cubicBezTo>
                  <a:pt x="1976" y="9149"/>
                  <a:pt x="2037" y="9149"/>
                  <a:pt x="2068" y="9149"/>
                </a:cubicBezTo>
                <a:cubicBezTo>
                  <a:pt x="2159" y="9180"/>
                  <a:pt x="2280" y="9210"/>
                  <a:pt x="2372" y="9210"/>
                </a:cubicBezTo>
                <a:cubicBezTo>
                  <a:pt x="2493" y="9180"/>
                  <a:pt x="2584" y="9149"/>
                  <a:pt x="2645" y="9058"/>
                </a:cubicBezTo>
                <a:close/>
                <a:moveTo>
                  <a:pt x="1500" y="8832"/>
                </a:moveTo>
                <a:cubicBezTo>
                  <a:pt x="1536" y="8832"/>
                  <a:pt x="1669" y="8973"/>
                  <a:pt x="1824" y="9180"/>
                </a:cubicBezTo>
                <a:lnTo>
                  <a:pt x="1794" y="9332"/>
                </a:lnTo>
                <a:cubicBezTo>
                  <a:pt x="1794" y="9362"/>
                  <a:pt x="1764" y="9392"/>
                  <a:pt x="1703" y="9423"/>
                </a:cubicBezTo>
                <a:cubicBezTo>
                  <a:pt x="1672" y="9423"/>
                  <a:pt x="1612" y="9392"/>
                  <a:pt x="1612" y="9362"/>
                </a:cubicBezTo>
                <a:lnTo>
                  <a:pt x="1581" y="9240"/>
                </a:lnTo>
                <a:cubicBezTo>
                  <a:pt x="1520" y="9119"/>
                  <a:pt x="1520" y="8967"/>
                  <a:pt x="1490" y="8845"/>
                </a:cubicBezTo>
                <a:cubicBezTo>
                  <a:pt x="1490" y="8836"/>
                  <a:pt x="1493" y="8832"/>
                  <a:pt x="1500" y="8832"/>
                </a:cubicBezTo>
                <a:close/>
                <a:moveTo>
                  <a:pt x="91188" y="10000"/>
                </a:moveTo>
                <a:cubicBezTo>
                  <a:pt x="91300" y="10000"/>
                  <a:pt x="91542" y="10156"/>
                  <a:pt x="91578" y="10156"/>
                </a:cubicBezTo>
                <a:cubicBezTo>
                  <a:pt x="91581" y="10156"/>
                  <a:pt x="91583" y="10155"/>
                  <a:pt x="91583" y="10152"/>
                </a:cubicBezTo>
                <a:cubicBezTo>
                  <a:pt x="91583" y="10150"/>
                  <a:pt x="91583" y="10149"/>
                  <a:pt x="91583" y="10149"/>
                </a:cubicBezTo>
                <a:lnTo>
                  <a:pt x="91583" y="10149"/>
                </a:lnTo>
                <a:cubicBezTo>
                  <a:pt x="91587" y="10149"/>
                  <a:pt x="91611" y="10307"/>
                  <a:pt x="91583" y="10335"/>
                </a:cubicBezTo>
                <a:cubicBezTo>
                  <a:pt x="91575" y="10343"/>
                  <a:pt x="91562" y="10347"/>
                  <a:pt x="91547" y="10347"/>
                </a:cubicBezTo>
                <a:cubicBezTo>
                  <a:pt x="91450" y="10347"/>
                  <a:pt x="91236" y="10201"/>
                  <a:pt x="91157" y="10122"/>
                </a:cubicBezTo>
                <a:cubicBezTo>
                  <a:pt x="91036" y="10031"/>
                  <a:pt x="91066" y="10000"/>
                  <a:pt x="91188" y="10000"/>
                </a:cubicBezTo>
                <a:close/>
                <a:moveTo>
                  <a:pt x="943" y="10152"/>
                </a:moveTo>
                <a:lnTo>
                  <a:pt x="1004" y="10183"/>
                </a:lnTo>
                <a:lnTo>
                  <a:pt x="1095" y="10213"/>
                </a:lnTo>
                <a:cubicBezTo>
                  <a:pt x="1217" y="10213"/>
                  <a:pt x="1156" y="10395"/>
                  <a:pt x="1095" y="10456"/>
                </a:cubicBezTo>
                <a:cubicBezTo>
                  <a:pt x="1073" y="10478"/>
                  <a:pt x="1044" y="10488"/>
                  <a:pt x="1013" y="10488"/>
                </a:cubicBezTo>
                <a:cubicBezTo>
                  <a:pt x="956" y="10488"/>
                  <a:pt x="891" y="10454"/>
                  <a:pt x="852" y="10395"/>
                </a:cubicBezTo>
                <a:lnTo>
                  <a:pt x="791" y="10335"/>
                </a:lnTo>
                <a:lnTo>
                  <a:pt x="730" y="10274"/>
                </a:lnTo>
                <a:cubicBezTo>
                  <a:pt x="791" y="10213"/>
                  <a:pt x="852" y="10152"/>
                  <a:pt x="943" y="10152"/>
                </a:cubicBezTo>
                <a:close/>
                <a:moveTo>
                  <a:pt x="92675" y="10283"/>
                </a:moveTo>
                <a:cubicBezTo>
                  <a:pt x="92754" y="10283"/>
                  <a:pt x="92897" y="10311"/>
                  <a:pt x="92986" y="10311"/>
                </a:cubicBezTo>
                <a:cubicBezTo>
                  <a:pt x="93009" y="10311"/>
                  <a:pt x="93028" y="10309"/>
                  <a:pt x="93042" y="10304"/>
                </a:cubicBezTo>
                <a:cubicBezTo>
                  <a:pt x="93164" y="10304"/>
                  <a:pt x="93224" y="10365"/>
                  <a:pt x="93164" y="10487"/>
                </a:cubicBezTo>
                <a:lnTo>
                  <a:pt x="93072" y="10578"/>
                </a:lnTo>
                <a:lnTo>
                  <a:pt x="93042" y="10608"/>
                </a:lnTo>
                <a:cubicBezTo>
                  <a:pt x="92951" y="10608"/>
                  <a:pt x="92799" y="10578"/>
                  <a:pt x="92768" y="10578"/>
                </a:cubicBezTo>
                <a:cubicBezTo>
                  <a:pt x="92708" y="10578"/>
                  <a:pt x="92616" y="10395"/>
                  <a:pt x="92616" y="10304"/>
                </a:cubicBezTo>
                <a:cubicBezTo>
                  <a:pt x="92616" y="10288"/>
                  <a:pt x="92639" y="10283"/>
                  <a:pt x="92675" y="10283"/>
                </a:cubicBezTo>
                <a:close/>
                <a:moveTo>
                  <a:pt x="90922" y="10292"/>
                </a:moveTo>
                <a:cubicBezTo>
                  <a:pt x="90939" y="10292"/>
                  <a:pt x="90957" y="10295"/>
                  <a:pt x="90975" y="10304"/>
                </a:cubicBezTo>
                <a:lnTo>
                  <a:pt x="91036" y="10304"/>
                </a:lnTo>
                <a:cubicBezTo>
                  <a:pt x="91157" y="10365"/>
                  <a:pt x="91188" y="10517"/>
                  <a:pt x="91370" y="10517"/>
                </a:cubicBezTo>
                <a:lnTo>
                  <a:pt x="91522" y="10517"/>
                </a:lnTo>
                <a:cubicBezTo>
                  <a:pt x="91522" y="10639"/>
                  <a:pt x="91340" y="10791"/>
                  <a:pt x="91127" y="10882"/>
                </a:cubicBezTo>
                <a:lnTo>
                  <a:pt x="91005" y="10699"/>
                </a:lnTo>
                <a:cubicBezTo>
                  <a:pt x="91066" y="10669"/>
                  <a:pt x="91005" y="10578"/>
                  <a:pt x="90884" y="10517"/>
                </a:cubicBezTo>
                <a:lnTo>
                  <a:pt x="90853" y="10547"/>
                </a:lnTo>
                <a:lnTo>
                  <a:pt x="90701" y="10669"/>
                </a:lnTo>
                <a:cubicBezTo>
                  <a:pt x="90671" y="10547"/>
                  <a:pt x="90762" y="10365"/>
                  <a:pt x="90793" y="10335"/>
                </a:cubicBezTo>
                <a:cubicBezTo>
                  <a:pt x="90836" y="10313"/>
                  <a:pt x="90879" y="10292"/>
                  <a:pt x="90922" y="10292"/>
                </a:cubicBezTo>
                <a:close/>
                <a:moveTo>
                  <a:pt x="92738" y="10760"/>
                </a:moveTo>
                <a:cubicBezTo>
                  <a:pt x="92799" y="10821"/>
                  <a:pt x="92829" y="10882"/>
                  <a:pt x="92860" y="10943"/>
                </a:cubicBezTo>
                <a:lnTo>
                  <a:pt x="92951" y="11003"/>
                </a:lnTo>
                <a:lnTo>
                  <a:pt x="93042" y="11095"/>
                </a:lnTo>
                <a:cubicBezTo>
                  <a:pt x="92996" y="11125"/>
                  <a:pt x="92943" y="11140"/>
                  <a:pt x="92890" y="11140"/>
                </a:cubicBezTo>
                <a:cubicBezTo>
                  <a:pt x="92837" y="11140"/>
                  <a:pt x="92784" y="11125"/>
                  <a:pt x="92738" y="11095"/>
                </a:cubicBezTo>
                <a:cubicBezTo>
                  <a:pt x="92677" y="11064"/>
                  <a:pt x="92556" y="10851"/>
                  <a:pt x="92586" y="10821"/>
                </a:cubicBezTo>
                <a:cubicBezTo>
                  <a:pt x="92616" y="10791"/>
                  <a:pt x="92677" y="10760"/>
                  <a:pt x="92738" y="10760"/>
                </a:cubicBezTo>
                <a:close/>
                <a:moveTo>
                  <a:pt x="15941" y="11394"/>
                </a:moveTo>
                <a:cubicBezTo>
                  <a:pt x="15949" y="11394"/>
                  <a:pt x="15955" y="11395"/>
                  <a:pt x="15958" y="11399"/>
                </a:cubicBezTo>
                <a:cubicBezTo>
                  <a:pt x="15989" y="11459"/>
                  <a:pt x="15989" y="11520"/>
                  <a:pt x="16019" y="11611"/>
                </a:cubicBezTo>
                <a:lnTo>
                  <a:pt x="15898" y="11581"/>
                </a:lnTo>
                <a:lnTo>
                  <a:pt x="15685" y="11551"/>
                </a:lnTo>
                <a:cubicBezTo>
                  <a:pt x="15667" y="11639"/>
                  <a:pt x="15649" y="11686"/>
                  <a:pt x="15644" y="11686"/>
                </a:cubicBezTo>
                <a:cubicBezTo>
                  <a:pt x="15640" y="11686"/>
                  <a:pt x="15642" y="11662"/>
                  <a:pt x="15654" y="11611"/>
                </a:cubicBezTo>
                <a:cubicBezTo>
                  <a:pt x="15654" y="11503"/>
                  <a:pt x="15873" y="11394"/>
                  <a:pt x="15941" y="11394"/>
                </a:cubicBezTo>
                <a:close/>
                <a:moveTo>
                  <a:pt x="14560" y="11338"/>
                </a:moveTo>
                <a:cubicBezTo>
                  <a:pt x="14712" y="11399"/>
                  <a:pt x="14834" y="11490"/>
                  <a:pt x="14955" y="11611"/>
                </a:cubicBezTo>
                <a:cubicBezTo>
                  <a:pt x="15001" y="11656"/>
                  <a:pt x="14861" y="11735"/>
                  <a:pt x="14761" y="11735"/>
                </a:cubicBezTo>
                <a:cubicBezTo>
                  <a:pt x="14727" y="11735"/>
                  <a:pt x="14697" y="11726"/>
                  <a:pt x="14682" y="11702"/>
                </a:cubicBezTo>
                <a:cubicBezTo>
                  <a:pt x="14627" y="11675"/>
                  <a:pt x="14573" y="11660"/>
                  <a:pt x="14521" y="11660"/>
                </a:cubicBezTo>
                <a:cubicBezTo>
                  <a:pt x="14457" y="11660"/>
                  <a:pt x="14398" y="11683"/>
                  <a:pt x="14347" y="11733"/>
                </a:cubicBezTo>
                <a:lnTo>
                  <a:pt x="14287" y="11733"/>
                </a:lnTo>
                <a:lnTo>
                  <a:pt x="14135" y="11702"/>
                </a:lnTo>
                <a:cubicBezTo>
                  <a:pt x="14152" y="11614"/>
                  <a:pt x="14211" y="11567"/>
                  <a:pt x="14294" y="11567"/>
                </a:cubicBezTo>
                <a:cubicBezTo>
                  <a:pt x="14352" y="11567"/>
                  <a:pt x="14423" y="11591"/>
                  <a:pt x="14499" y="11642"/>
                </a:cubicBezTo>
                <a:lnTo>
                  <a:pt x="14560" y="11338"/>
                </a:lnTo>
                <a:close/>
                <a:moveTo>
                  <a:pt x="12620" y="11409"/>
                </a:moveTo>
                <a:cubicBezTo>
                  <a:pt x="12634" y="11409"/>
                  <a:pt x="12652" y="11415"/>
                  <a:pt x="12676" y="11429"/>
                </a:cubicBezTo>
                <a:lnTo>
                  <a:pt x="12828" y="11429"/>
                </a:lnTo>
                <a:cubicBezTo>
                  <a:pt x="12949" y="11429"/>
                  <a:pt x="12888" y="11611"/>
                  <a:pt x="12828" y="11702"/>
                </a:cubicBezTo>
                <a:cubicBezTo>
                  <a:pt x="12814" y="11730"/>
                  <a:pt x="12788" y="11745"/>
                  <a:pt x="12758" y="11745"/>
                </a:cubicBezTo>
                <a:cubicBezTo>
                  <a:pt x="12721" y="11745"/>
                  <a:pt x="12679" y="11722"/>
                  <a:pt x="12645" y="11672"/>
                </a:cubicBezTo>
                <a:cubicBezTo>
                  <a:pt x="12594" y="11595"/>
                  <a:pt x="12542" y="11409"/>
                  <a:pt x="12620" y="11409"/>
                </a:cubicBezTo>
                <a:close/>
                <a:moveTo>
                  <a:pt x="16718" y="11429"/>
                </a:moveTo>
                <a:cubicBezTo>
                  <a:pt x="16779" y="11429"/>
                  <a:pt x="16840" y="11429"/>
                  <a:pt x="16901" y="11459"/>
                </a:cubicBezTo>
                <a:lnTo>
                  <a:pt x="16931" y="11490"/>
                </a:lnTo>
                <a:cubicBezTo>
                  <a:pt x="16901" y="11611"/>
                  <a:pt x="16810" y="11702"/>
                  <a:pt x="16749" y="11763"/>
                </a:cubicBezTo>
                <a:lnTo>
                  <a:pt x="16627" y="11854"/>
                </a:lnTo>
                <a:cubicBezTo>
                  <a:pt x="16597" y="11854"/>
                  <a:pt x="16536" y="11824"/>
                  <a:pt x="16506" y="11794"/>
                </a:cubicBezTo>
                <a:cubicBezTo>
                  <a:pt x="16506" y="11763"/>
                  <a:pt x="16506" y="11733"/>
                  <a:pt x="16536" y="11702"/>
                </a:cubicBezTo>
                <a:lnTo>
                  <a:pt x="16597" y="11672"/>
                </a:lnTo>
                <a:cubicBezTo>
                  <a:pt x="16658" y="11642"/>
                  <a:pt x="16627" y="11551"/>
                  <a:pt x="16536" y="11459"/>
                </a:cubicBezTo>
                <a:lnTo>
                  <a:pt x="16718" y="11429"/>
                </a:lnTo>
                <a:close/>
                <a:moveTo>
                  <a:pt x="17368" y="11579"/>
                </a:moveTo>
                <a:cubicBezTo>
                  <a:pt x="17374" y="11579"/>
                  <a:pt x="17381" y="11579"/>
                  <a:pt x="17387" y="11581"/>
                </a:cubicBezTo>
                <a:lnTo>
                  <a:pt x="17387" y="11611"/>
                </a:lnTo>
                <a:lnTo>
                  <a:pt x="17387" y="11733"/>
                </a:lnTo>
                <a:cubicBezTo>
                  <a:pt x="17342" y="11846"/>
                  <a:pt x="17263" y="11908"/>
                  <a:pt x="17201" y="11908"/>
                </a:cubicBezTo>
                <a:cubicBezTo>
                  <a:pt x="17179" y="11908"/>
                  <a:pt x="17160" y="11901"/>
                  <a:pt x="17144" y="11885"/>
                </a:cubicBezTo>
                <a:cubicBezTo>
                  <a:pt x="17086" y="11827"/>
                  <a:pt x="17247" y="11579"/>
                  <a:pt x="17368" y="11579"/>
                </a:cubicBezTo>
                <a:close/>
                <a:moveTo>
                  <a:pt x="7404" y="11705"/>
                </a:moveTo>
                <a:cubicBezTo>
                  <a:pt x="7427" y="11705"/>
                  <a:pt x="7452" y="11713"/>
                  <a:pt x="7478" y="11733"/>
                </a:cubicBezTo>
                <a:lnTo>
                  <a:pt x="7569" y="11794"/>
                </a:lnTo>
                <a:lnTo>
                  <a:pt x="7600" y="11824"/>
                </a:lnTo>
                <a:cubicBezTo>
                  <a:pt x="7630" y="11854"/>
                  <a:pt x="7630" y="11915"/>
                  <a:pt x="7569" y="11946"/>
                </a:cubicBezTo>
                <a:lnTo>
                  <a:pt x="7448" y="11946"/>
                </a:lnTo>
                <a:cubicBezTo>
                  <a:pt x="7415" y="11954"/>
                  <a:pt x="7387" y="11958"/>
                  <a:pt x="7363" y="11958"/>
                </a:cubicBezTo>
                <a:cubicBezTo>
                  <a:pt x="7298" y="11958"/>
                  <a:pt x="7265" y="11929"/>
                  <a:pt x="7265" y="11885"/>
                </a:cubicBezTo>
                <a:cubicBezTo>
                  <a:pt x="7265" y="11813"/>
                  <a:pt x="7321" y="11705"/>
                  <a:pt x="7404" y="11705"/>
                </a:cubicBezTo>
                <a:close/>
                <a:moveTo>
                  <a:pt x="6931" y="11247"/>
                </a:moveTo>
                <a:lnTo>
                  <a:pt x="7022" y="11277"/>
                </a:lnTo>
                <a:lnTo>
                  <a:pt x="7053" y="11307"/>
                </a:lnTo>
                <a:cubicBezTo>
                  <a:pt x="7083" y="11459"/>
                  <a:pt x="7113" y="11581"/>
                  <a:pt x="7083" y="11733"/>
                </a:cubicBezTo>
                <a:cubicBezTo>
                  <a:pt x="7022" y="11854"/>
                  <a:pt x="6961" y="11946"/>
                  <a:pt x="6870" y="12037"/>
                </a:cubicBezTo>
                <a:cubicBezTo>
                  <a:pt x="6840" y="12067"/>
                  <a:pt x="6809" y="12067"/>
                  <a:pt x="6749" y="12098"/>
                </a:cubicBezTo>
                <a:cubicBezTo>
                  <a:pt x="6749" y="12067"/>
                  <a:pt x="6779" y="12037"/>
                  <a:pt x="6809" y="11976"/>
                </a:cubicBezTo>
                <a:cubicBezTo>
                  <a:pt x="6809" y="11824"/>
                  <a:pt x="6809" y="11702"/>
                  <a:pt x="6809" y="11581"/>
                </a:cubicBezTo>
                <a:lnTo>
                  <a:pt x="6779" y="11520"/>
                </a:lnTo>
                <a:lnTo>
                  <a:pt x="6779" y="11459"/>
                </a:lnTo>
                <a:cubicBezTo>
                  <a:pt x="6809" y="11368"/>
                  <a:pt x="6870" y="11307"/>
                  <a:pt x="6931" y="11247"/>
                </a:cubicBezTo>
                <a:close/>
                <a:moveTo>
                  <a:pt x="75134" y="11942"/>
                </a:moveTo>
                <a:cubicBezTo>
                  <a:pt x="75225" y="11942"/>
                  <a:pt x="75349" y="12073"/>
                  <a:pt x="75321" y="12128"/>
                </a:cubicBezTo>
                <a:cubicBezTo>
                  <a:pt x="75312" y="12156"/>
                  <a:pt x="75289" y="12167"/>
                  <a:pt x="75259" y="12167"/>
                </a:cubicBezTo>
                <a:cubicBezTo>
                  <a:pt x="75191" y="12167"/>
                  <a:pt x="75090" y="12110"/>
                  <a:pt x="75048" y="12067"/>
                </a:cubicBezTo>
                <a:cubicBezTo>
                  <a:pt x="74987" y="12037"/>
                  <a:pt x="75017" y="11946"/>
                  <a:pt x="75078" y="11946"/>
                </a:cubicBezTo>
                <a:lnTo>
                  <a:pt x="75108" y="11946"/>
                </a:lnTo>
                <a:cubicBezTo>
                  <a:pt x="75117" y="11943"/>
                  <a:pt x="75125" y="11942"/>
                  <a:pt x="75134" y="11942"/>
                </a:cubicBezTo>
                <a:close/>
                <a:moveTo>
                  <a:pt x="68938" y="12006"/>
                </a:moveTo>
                <a:cubicBezTo>
                  <a:pt x="69029" y="12006"/>
                  <a:pt x="69121" y="12067"/>
                  <a:pt x="69181" y="12128"/>
                </a:cubicBezTo>
                <a:lnTo>
                  <a:pt x="69090" y="12189"/>
                </a:lnTo>
                <a:lnTo>
                  <a:pt x="68938" y="12280"/>
                </a:lnTo>
                <a:cubicBezTo>
                  <a:pt x="68999" y="12310"/>
                  <a:pt x="68969" y="12432"/>
                  <a:pt x="68908" y="12462"/>
                </a:cubicBezTo>
                <a:lnTo>
                  <a:pt x="68847" y="12493"/>
                </a:lnTo>
                <a:lnTo>
                  <a:pt x="68786" y="12493"/>
                </a:lnTo>
                <a:cubicBezTo>
                  <a:pt x="68725" y="12493"/>
                  <a:pt x="68695" y="12462"/>
                  <a:pt x="68665" y="12402"/>
                </a:cubicBezTo>
                <a:lnTo>
                  <a:pt x="68665" y="12280"/>
                </a:lnTo>
                <a:lnTo>
                  <a:pt x="68665" y="12250"/>
                </a:lnTo>
                <a:cubicBezTo>
                  <a:pt x="68634" y="12128"/>
                  <a:pt x="68725" y="12006"/>
                  <a:pt x="68847" y="12006"/>
                </a:cubicBezTo>
                <a:close/>
                <a:moveTo>
                  <a:pt x="69637" y="12189"/>
                </a:moveTo>
                <a:lnTo>
                  <a:pt x="69820" y="12280"/>
                </a:lnTo>
                <a:cubicBezTo>
                  <a:pt x="69880" y="12310"/>
                  <a:pt x="69880" y="12402"/>
                  <a:pt x="69820" y="12432"/>
                </a:cubicBezTo>
                <a:cubicBezTo>
                  <a:pt x="69728" y="12462"/>
                  <a:pt x="69637" y="12493"/>
                  <a:pt x="69546" y="12523"/>
                </a:cubicBezTo>
                <a:lnTo>
                  <a:pt x="69485" y="12523"/>
                </a:lnTo>
                <a:cubicBezTo>
                  <a:pt x="69394" y="12523"/>
                  <a:pt x="69364" y="12493"/>
                  <a:pt x="69364" y="12462"/>
                </a:cubicBezTo>
                <a:cubicBezTo>
                  <a:pt x="69394" y="12432"/>
                  <a:pt x="69546" y="12280"/>
                  <a:pt x="69637" y="12189"/>
                </a:cubicBezTo>
                <a:close/>
                <a:moveTo>
                  <a:pt x="87328" y="12037"/>
                </a:moveTo>
                <a:lnTo>
                  <a:pt x="87480" y="12158"/>
                </a:lnTo>
                <a:lnTo>
                  <a:pt x="87510" y="12189"/>
                </a:lnTo>
                <a:cubicBezTo>
                  <a:pt x="87540" y="12181"/>
                  <a:pt x="87571" y="12177"/>
                  <a:pt x="87600" y="12177"/>
                </a:cubicBezTo>
                <a:cubicBezTo>
                  <a:pt x="87689" y="12177"/>
                  <a:pt x="87768" y="12212"/>
                  <a:pt x="87814" y="12280"/>
                </a:cubicBezTo>
                <a:lnTo>
                  <a:pt x="87814" y="12371"/>
                </a:lnTo>
                <a:cubicBezTo>
                  <a:pt x="87844" y="12371"/>
                  <a:pt x="87844" y="12432"/>
                  <a:pt x="87875" y="12432"/>
                </a:cubicBezTo>
                <a:lnTo>
                  <a:pt x="87966" y="12462"/>
                </a:lnTo>
                <a:cubicBezTo>
                  <a:pt x="88027" y="12493"/>
                  <a:pt x="88087" y="12554"/>
                  <a:pt x="88027" y="12584"/>
                </a:cubicBezTo>
                <a:lnTo>
                  <a:pt x="87905" y="12554"/>
                </a:lnTo>
                <a:cubicBezTo>
                  <a:pt x="87783" y="12554"/>
                  <a:pt x="87662" y="12554"/>
                  <a:pt x="87540" y="12523"/>
                </a:cubicBezTo>
                <a:cubicBezTo>
                  <a:pt x="87480" y="12493"/>
                  <a:pt x="87540" y="12402"/>
                  <a:pt x="87601" y="12341"/>
                </a:cubicBezTo>
                <a:cubicBezTo>
                  <a:pt x="87632" y="12310"/>
                  <a:pt x="87449" y="12250"/>
                  <a:pt x="87388" y="12250"/>
                </a:cubicBezTo>
                <a:cubicBezTo>
                  <a:pt x="87297" y="12250"/>
                  <a:pt x="87267" y="12158"/>
                  <a:pt x="87328" y="12037"/>
                </a:cubicBezTo>
                <a:close/>
                <a:moveTo>
                  <a:pt x="79941" y="12265"/>
                </a:moveTo>
                <a:cubicBezTo>
                  <a:pt x="79987" y="12265"/>
                  <a:pt x="80033" y="12280"/>
                  <a:pt x="80063" y="12341"/>
                </a:cubicBezTo>
                <a:cubicBezTo>
                  <a:pt x="80124" y="12432"/>
                  <a:pt x="80185" y="12462"/>
                  <a:pt x="80276" y="12493"/>
                </a:cubicBezTo>
                <a:lnTo>
                  <a:pt x="80428" y="12554"/>
                </a:lnTo>
                <a:cubicBezTo>
                  <a:pt x="80428" y="12590"/>
                  <a:pt x="80395" y="12607"/>
                  <a:pt x="80340" y="12607"/>
                </a:cubicBezTo>
                <a:cubicBezTo>
                  <a:pt x="80255" y="12607"/>
                  <a:pt x="80119" y="12566"/>
                  <a:pt x="79972" y="12493"/>
                </a:cubicBezTo>
                <a:lnTo>
                  <a:pt x="79759" y="12402"/>
                </a:lnTo>
                <a:cubicBezTo>
                  <a:pt x="79729" y="12371"/>
                  <a:pt x="79820" y="12280"/>
                  <a:pt x="79820" y="12280"/>
                </a:cubicBezTo>
                <a:cubicBezTo>
                  <a:pt x="79850" y="12280"/>
                  <a:pt x="79896" y="12265"/>
                  <a:pt x="79941" y="12265"/>
                </a:cubicBezTo>
                <a:close/>
                <a:moveTo>
                  <a:pt x="88387" y="12028"/>
                </a:moveTo>
                <a:cubicBezTo>
                  <a:pt x="88484" y="12028"/>
                  <a:pt x="88659" y="12067"/>
                  <a:pt x="88756" y="12067"/>
                </a:cubicBezTo>
                <a:cubicBezTo>
                  <a:pt x="88847" y="12067"/>
                  <a:pt x="89030" y="12432"/>
                  <a:pt x="88939" y="12523"/>
                </a:cubicBezTo>
                <a:cubicBezTo>
                  <a:pt x="88817" y="12614"/>
                  <a:pt x="88574" y="12584"/>
                  <a:pt x="88513" y="12645"/>
                </a:cubicBezTo>
                <a:cubicBezTo>
                  <a:pt x="88508" y="12647"/>
                  <a:pt x="88503" y="12647"/>
                  <a:pt x="88498" y="12647"/>
                </a:cubicBezTo>
                <a:cubicBezTo>
                  <a:pt x="88422" y="12647"/>
                  <a:pt x="88424" y="12427"/>
                  <a:pt x="88452" y="12341"/>
                </a:cubicBezTo>
                <a:cubicBezTo>
                  <a:pt x="88483" y="12250"/>
                  <a:pt x="88422" y="12189"/>
                  <a:pt x="88361" y="12189"/>
                </a:cubicBezTo>
                <a:cubicBezTo>
                  <a:pt x="88270" y="12219"/>
                  <a:pt x="88179" y="12250"/>
                  <a:pt x="88087" y="12250"/>
                </a:cubicBezTo>
                <a:cubicBezTo>
                  <a:pt x="88148" y="12158"/>
                  <a:pt x="88239" y="12098"/>
                  <a:pt x="88331" y="12037"/>
                </a:cubicBezTo>
                <a:cubicBezTo>
                  <a:pt x="88343" y="12031"/>
                  <a:pt x="88362" y="12028"/>
                  <a:pt x="88387" y="12028"/>
                </a:cubicBezTo>
                <a:close/>
                <a:moveTo>
                  <a:pt x="67759" y="12525"/>
                </a:moveTo>
                <a:cubicBezTo>
                  <a:pt x="67795" y="12525"/>
                  <a:pt x="67833" y="12533"/>
                  <a:pt x="67874" y="12554"/>
                </a:cubicBezTo>
                <a:lnTo>
                  <a:pt x="67935" y="12554"/>
                </a:lnTo>
                <a:cubicBezTo>
                  <a:pt x="67996" y="12614"/>
                  <a:pt x="67965" y="12706"/>
                  <a:pt x="67844" y="12766"/>
                </a:cubicBezTo>
                <a:lnTo>
                  <a:pt x="67783" y="12797"/>
                </a:lnTo>
                <a:cubicBezTo>
                  <a:pt x="67734" y="12797"/>
                  <a:pt x="67681" y="12802"/>
                  <a:pt x="67628" y="12802"/>
                </a:cubicBezTo>
                <a:cubicBezTo>
                  <a:pt x="67550" y="12802"/>
                  <a:pt x="67473" y="12791"/>
                  <a:pt x="67418" y="12736"/>
                </a:cubicBezTo>
                <a:cubicBezTo>
                  <a:pt x="67388" y="12706"/>
                  <a:pt x="67388" y="12675"/>
                  <a:pt x="67418" y="12645"/>
                </a:cubicBezTo>
                <a:cubicBezTo>
                  <a:pt x="67536" y="12621"/>
                  <a:pt x="67636" y="12525"/>
                  <a:pt x="67759" y="12525"/>
                </a:cubicBezTo>
                <a:close/>
                <a:moveTo>
                  <a:pt x="75777" y="12736"/>
                </a:moveTo>
                <a:cubicBezTo>
                  <a:pt x="75807" y="12765"/>
                  <a:pt x="75779" y="12824"/>
                  <a:pt x="75721" y="12883"/>
                </a:cubicBezTo>
                <a:lnTo>
                  <a:pt x="75721" y="12883"/>
                </a:lnTo>
                <a:cubicBezTo>
                  <a:pt x="75721" y="12873"/>
                  <a:pt x="75719" y="12865"/>
                  <a:pt x="75716" y="12858"/>
                </a:cubicBezTo>
                <a:cubicBezTo>
                  <a:pt x="75686" y="12736"/>
                  <a:pt x="75747" y="12736"/>
                  <a:pt x="75777" y="12736"/>
                </a:cubicBezTo>
                <a:close/>
                <a:moveTo>
                  <a:pt x="22567" y="12887"/>
                </a:moveTo>
                <a:cubicBezTo>
                  <a:pt x="22633" y="12887"/>
                  <a:pt x="22697" y="12920"/>
                  <a:pt x="22737" y="12979"/>
                </a:cubicBezTo>
                <a:lnTo>
                  <a:pt x="22767" y="13040"/>
                </a:lnTo>
                <a:lnTo>
                  <a:pt x="22828" y="13070"/>
                </a:lnTo>
                <a:cubicBezTo>
                  <a:pt x="22828" y="13123"/>
                  <a:pt x="22818" y="13156"/>
                  <a:pt x="22791" y="13156"/>
                </a:cubicBezTo>
                <a:cubicBezTo>
                  <a:pt x="22772" y="13156"/>
                  <a:pt x="22744" y="13139"/>
                  <a:pt x="22706" y="13101"/>
                </a:cubicBezTo>
                <a:lnTo>
                  <a:pt x="22585" y="13101"/>
                </a:lnTo>
                <a:lnTo>
                  <a:pt x="22463" y="13070"/>
                </a:lnTo>
                <a:cubicBezTo>
                  <a:pt x="22447" y="13073"/>
                  <a:pt x="22433" y="13074"/>
                  <a:pt x="22421" y="13074"/>
                </a:cubicBezTo>
                <a:cubicBezTo>
                  <a:pt x="22302" y="13074"/>
                  <a:pt x="22408" y="12946"/>
                  <a:pt x="22463" y="12918"/>
                </a:cubicBezTo>
                <a:cubicBezTo>
                  <a:pt x="22495" y="12897"/>
                  <a:pt x="22532" y="12887"/>
                  <a:pt x="22567" y="12887"/>
                </a:cubicBezTo>
                <a:close/>
                <a:moveTo>
                  <a:pt x="42524" y="12797"/>
                </a:moveTo>
                <a:cubicBezTo>
                  <a:pt x="42615" y="12827"/>
                  <a:pt x="42798" y="13010"/>
                  <a:pt x="42737" y="13101"/>
                </a:cubicBezTo>
                <a:cubicBezTo>
                  <a:pt x="42701" y="13172"/>
                  <a:pt x="42666" y="13201"/>
                  <a:pt x="42636" y="13201"/>
                </a:cubicBezTo>
                <a:cubicBezTo>
                  <a:pt x="42615" y="13201"/>
                  <a:pt x="42598" y="13187"/>
                  <a:pt x="42585" y="13161"/>
                </a:cubicBezTo>
                <a:lnTo>
                  <a:pt x="42585" y="13101"/>
                </a:lnTo>
                <a:cubicBezTo>
                  <a:pt x="42615" y="12979"/>
                  <a:pt x="42585" y="12918"/>
                  <a:pt x="42433" y="12918"/>
                </a:cubicBezTo>
                <a:cubicBezTo>
                  <a:pt x="42403" y="12858"/>
                  <a:pt x="42433" y="12827"/>
                  <a:pt x="42524" y="12827"/>
                </a:cubicBezTo>
                <a:lnTo>
                  <a:pt x="42524" y="12797"/>
                </a:lnTo>
                <a:close/>
                <a:moveTo>
                  <a:pt x="16293" y="12584"/>
                </a:moveTo>
                <a:cubicBezTo>
                  <a:pt x="16384" y="12614"/>
                  <a:pt x="16445" y="12675"/>
                  <a:pt x="16506" y="12736"/>
                </a:cubicBezTo>
                <a:cubicBezTo>
                  <a:pt x="16506" y="12780"/>
                  <a:pt x="16522" y="12809"/>
                  <a:pt x="16543" y="12809"/>
                </a:cubicBezTo>
                <a:cubicBezTo>
                  <a:pt x="16550" y="12809"/>
                  <a:pt x="16558" y="12805"/>
                  <a:pt x="16566" y="12797"/>
                </a:cubicBezTo>
                <a:lnTo>
                  <a:pt x="16566" y="12675"/>
                </a:lnTo>
                <a:cubicBezTo>
                  <a:pt x="16597" y="12645"/>
                  <a:pt x="16627" y="12614"/>
                  <a:pt x="16658" y="12614"/>
                </a:cubicBezTo>
                <a:cubicBezTo>
                  <a:pt x="16688" y="12614"/>
                  <a:pt x="16779" y="12645"/>
                  <a:pt x="16779" y="12645"/>
                </a:cubicBezTo>
                <a:lnTo>
                  <a:pt x="16779" y="12797"/>
                </a:lnTo>
                <a:cubicBezTo>
                  <a:pt x="16870" y="12918"/>
                  <a:pt x="17022" y="13192"/>
                  <a:pt x="16962" y="13222"/>
                </a:cubicBezTo>
                <a:cubicBezTo>
                  <a:pt x="16951" y="13233"/>
                  <a:pt x="16938" y="13238"/>
                  <a:pt x="16924" y="13238"/>
                </a:cubicBezTo>
                <a:cubicBezTo>
                  <a:pt x="16860" y="13238"/>
                  <a:pt x="16768" y="13129"/>
                  <a:pt x="16718" y="12979"/>
                </a:cubicBezTo>
                <a:lnTo>
                  <a:pt x="16232" y="12979"/>
                </a:lnTo>
                <a:cubicBezTo>
                  <a:pt x="16232" y="12949"/>
                  <a:pt x="16354" y="12766"/>
                  <a:pt x="16293" y="12706"/>
                </a:cubicBezTo>
                <a:cubicBezTo>
                  <a:pt x="16232" y="12675"/>
                  <a:pt x="16202" y="12584"/>
                  <a:pt x="16202" y="12584"/>
                </a:cubicBezTo>
                <a:close/>
                <a:moveTo>
                  <a:pt x="43892" y="13010"/>
                </a:moveTo>
                <a:cubicBezTo>
                  <a:pt x="43983" y="13101"/>
                  <a:pt x="44074" y="13161"/>
                  <a:pt x="44135" y="13253"/>
                </a:cubicBezTo>
                <a:cubicBezTo>
                  <a:pt x="44156" y="13253"/>
                  <a:pt x="44135" y="13266"/>
                  <a:pt x="44092" y="13266"/>
                </a:cubicBezTo>
                <a:cubicBezTo>
                  <a:pt x="44071" y="13266"/>
                  <a:pt x="44044" y="13263"/>
                  <a:pt x="44014" y="13253"/>
                </a:cubicBezTo>
                <a:lnTo>
                  <a:pt x="43467" y="13253"/>
                </a:lnTo>
                <a:cubicBezTo>
                  <a:pt x="43406" y="13222"/>
                  <a:pt x="43467" y="13131"/>
                  <a:pt x="43588" y="13040"/>
                </a:cubicBezTo>
                <a:cubicBezTo>
                  <a:pt x="43624" y="13076"/>
                  <a:pt x="43655" y="13088"/>
                  <a:pt x="43685" y="13088"/>
                </a:cubicBezTo>
                <a:cubicBezTo>
                  <a:pt x="43732" y="13088"/>
                  <a:pt x="43776" y="13058"/>
                  <a:pt x="43831" y="13040"/>
                </a:cubicBezTo>
                <a:lnTo>
                  <a:pt x="43892" y="13010"/>
                </a:lnTo>
                <a:close/>
                <a:moveTo>
                  <a:pt x="14834" y="12918"/>
                </a:moveTo>
                <a:lnTo>
                  <a:pt x="14803" y="12949"/>
                </a:lnTo>
                <a:cubicBezTo>
                  <a:pt x="14895" y="12949"/>
                  <a:pt x="15138" y="13010"/>
                  <a:pt x="15107" y="13040"/>
                </a:cubicBezTo>
                <a:lnTo>
                  <a:pt x="15107" y="13131"/>
                </a:lnTo>
                <a:cubicBezTo>
                  <a:pt x="15138" y="13222"/>
                  <a:pt x="15138" y="13283"/>
                  <a:pt x="15077" y="13344"/>
                </a:cubicBezTo>
                <a:lnTo>
                  <a:pt x="14986" y="13344"/>
                </a:lnTo>
                <a:cubicBezTo>
                  <a:pt x="14955" y="13313"/>
                  <a:pt x="14895" y="13283"/>
                  <a:pt x="14864" y="13253"/>
                </a:cubicBezTo>
                <a:lnTo>
                  <a:pt x="14712" y="13101"/>
                </a:lnTo>
                <a:cubicBezTo>
                  <a:pt x="14682" y="13010"/>
                  <a:pt x="14743" y="12918"/>
                  <a:pt x="14834" y="12918"/>
                </a:cubicBezTo>
                <a:close/>
                <a:moveTo>
                  <a:pt x="76025" y="12647"/>
                </a:moveTo>
                <a:cubicBezTo>
                  <a:pt x="76174" y="12647"/>
                  <a:pt x="76311" y="12749"/>
                  <a:pt x="76264" y="12797"/>
                </a:cubicBezTo>
                <a:cubicBezTo>
                  <a:pt x="76203" y="12827"/>
                  <a:pt x="76416" y="13161"/>
                  <a:pt x="76507" y="13283"/>
                </a:cubicBezTo>
                <a:cubicBezTo>
                  <a:pt x="76553" y="13376"/>
                  <a:pt x="76511" y="13416"/>
                  <a:pt x="76461" y="13416"/>
                </a:cubicBezTo>
                <a:cubicBezTo>
                  <a:pt x="76446" y="13416"/>
                  <a:pt x="76430" y="13412"/>
                  <a:pt x="76416" y="13405"/>
                </a:cubicBezTo>
                <a:cubicBezTo>
                  <a:pt x="76294" y="13344"/>
                  <a:pt x="76203" y="13313"/>
                  <a:pt x="76081" y="13313"/>
                </a:cubicBezTo>
                <a:lnTo>
                  <a:pt x="76020" y="13344"/>
                </a:lnTo>
                <a:cubicBezTo>
                  <a:pt x="75965" y="13390"/>
                  <a:pt x="75916" y="13405"/>
                  <a:pt x="75869" y="13405"/>
                </a:cubicBezTo>
                <a:cubicBezTo>
                  <a:pt x="75774" y="13405"/>
                  <a:pt x="75692" y="13340"/>
                  <a:pt x="75600" y="13340"/>
                </a:cubicBezTo>
                <a:cubicBezTo>
                  <a:pt x="75588" y="13340"/>
                  <a:pt x="75577" y="13341"/>
                  <a:pt x="75564" y="13344"/>
                </a:cubicBezTo>
                <a:lnTo>
                  <a:pt x="75443" y="13405"/>
                </a:lnTo>
                <a:cubicBezTo>
                  <a:pt x="75260" y="13374"/>
                  <a:pt x="75108" y="13313"/>
                  <a:pt x="75108" y="13283"/>
                </a:cubicBezTo>
                <a:cubicBezTo>
                  <a:pt x="75108" y="13253"/>
                  <a:pt x="75352" y="13101"/>
                  <a:pt x="75291" y="13040"/>
                </a:cubicBezTo>
                <a:cubicBezTo>
                  <a:pt x="75230" y="12979"/>
                  <a:pt x="75139" y="12888"/>
                  <a:pt x="75108" y="12888"/>
                </a:cubicBezTo>
                <a:cubicBezTo>
                  <a:pt x="75108" y="12858"/>
                  <a:pt x="75230" y="12827"/>
                  <a:pt x="75291" y="12827"/>
                </a:cubicBezTo>
                <a:cubicBezTo>
                  <a:pt x="75352" y="12827"/>
                  <a:pt x="75504" y="13131"/>
                  <a:pt x="75564" y="13161"/>
                </a:cubicBezTo>
                <a:cubicBezTo>
                  <a:pt x="75570" y="13163"/>
                  <a:pt x="75575" y="13164"/>
                  <a:pt x="75580" y="13164"/>
                </a:cubicBezTo>
                <a:cubicBezTo>
                  <a:pt x="75652" y="13164"/>
                  <a:pt x="75719" y="13008"/>
                  <a:pt x="75722" y="12908"/>
                </a:cubicBezTo>
                <a:lnTo>
                  <a:pt x="75722" y="12908"/>
                </a:lnTo>
                <a:cubicBezTo>
                  <a:pt x="75730" y="12910"/>
                  <a:pt x="75741" y="12911"/>
                  <a:pt x="75754" y="12911"/>
                </a:cubicBezTo>
                <a:cubicBezTo>
                  <a:pt x="75792" y="12911"/>
                  <a:pt x="75853" y="12903"/>
                  <a:pt x="75929" y="12888"/>
                </a:cubicBezTo>
                <a:lnTo>
                  <a:pt x="75899" y="12675"/>
                </a:lnTo>
                <a:cubicBezTo>
                  <a:pt x="75939" y="12655"/>
                  <a:pt x="75982" y="12647"/>
                  <a:pt x="76025" y="12647"/>
                </a:cubicBezTo>
                <a:close/>
                <a:moveTo>
                  <a:pt x="66347" y="13262"/>
                </a:moveTo>
                <a:cubicBezTo>
                  <a:pt x="66389" y="13262"/>
                  <a:pt x="66442" y="13277"/>
                  <a:pt x="66507" y="13313"/>
                </a:cubicBezTo>
                <a:lnTo>
                  <a:pt x="66658" y="13405"/>
                </a:lnTo>
                <a:cubicBezTo>
                  <a:pt x="66658" y="13405"/>
                  <a:pt x="66689" y="13465"/>
                  <a:pt x="66658" y="13496"/>
                </a:cubicBezTo>
                <a:lnTo>
                  <a:pt x="66598" y="13496"/>
                </a:lnTo>
                <a:lnTo>
                  <a:pt x="66507" y="13405"/>
                </a:lnTo>
                <a:cubicBezTo>
                  <a:pt x="66440" y="13438"/>
                  <a:pt x="66373" y="13462"/>
                  <a:pt x="66321" y="13462"/>
                </a:cubicBezTo>
                <a:cubicBezTo>
                  <a:pt x="66279" y="13462"/>
                  <a:pt x="66247" y="13446"/>
                  <a:pt x="66233" y="13405"/>
                </a:cubicBezTo>
                <a:cubicBezTo>
                  <a:pt x="66212" y="13341"/>
                  <a:pt x="66250" y="13262"/>
                  <a:pt x="66347" y="13262"/>
                </a:cubicBezTo>
                <a:close/>
                <a:moveTo>
                  <a:pt x="72720" y="12795"/>
                </a:moveTo>
                <a:cubicBezTo>
                  <a:pt x="72786" y="12795"/>
                  <a:pt x="72850" y="12829"/>
                  <a:pt x="72890" y="12888"/>
                </a:cubicBezTo>
                <a:lnTo>
                  <a:pt x="72829" y="12979"/>
                </a:lnTo>
                <a:lnTo>
                  <a:pt x="72738" y="13070"/>
                </a:lnTo>
                <a:cubicBezTo>
                  <a:pt x="72757" y="13129"/>
                  <a:pt x="72878" y="13163"/>
                  <a:pt x="72986" y="13163"/>
                </a:cubicBezTo>
                <a:cubicBezTo>
                  <a:pt x="73045" y="13163"/>
                  <a:pt x="73100" y="13153"/>
                  <a:pt x="73133" y="13131"/>
                </a:cubicBezTo>
                <a:cubicBezTo>
                  <a:pt x="73224" y="13070"/>
                  <a:pt x="73315" y="13040"/>
                  <a:pt x="73437" y="13010"/>
                </a:cubicBezTo>
                <a:lnTo>
                  <a:pt x="73528" y="13010"/>
                </a:lnTo>
                <a:cubicBezTo>
                  <a:pt x="73538" y="13006"/>
                  <a:pt x="73547" y="13005"/>
                  <a:pt x="73556" y="13005"/>
                </a:cubicBezTo>
                <a:cubicBezTo>
                  <a:pt x="73632" y="13005"/>
                  <a:pt x="73680" y="13107"/>
                  <a:pt x="73680" y="13161"/>
                </a:cubicBezTo>
                <a:cubicBezTo>
                  <a:pt x="73680" y="13197"/>
                  <a:pt x="73774" y="13212"/>
                  <a:pt x="73852" y="13212"/>
                </a:cubicBezTo>
                <a:cubicBezTo>
                  <a:pt x="73907" y="13212"/>
                  <a:pt x="73953" y="13204"/>
                  <a:pt x="73953" y="13192"/>
                </a:cubicBezTo>
                <a:cubicBezTo>
                  <a:pt x="73923" y="13131"/>
                  <a:pt x="73923" y="13070"/>
                  <a:pt x="73953" y="13040"/>
                </a:cubicBezTo>
                <a:cubicBezTo>
                  <a:pt x="73965" y="13042"/>
                  <a:pt x="73976" y="13043"/>
                  <a:pt x="73985" y="13043"/>
                </a:cubicBezTo>
                <a:cubicBezTo>
                  <a:pt x="74097" y="13043"/>
                  <a:pt x="74049" y="12888"/>
                  <a:pt x="74105" y="12888"/>
                </a:cubicBezTo>
                <a:cubicBezTo>
                  <a:pt x="74197" y="12888"/>
                  <a:pt x="74288" y="12918"/>
                  <a:pt x="74379" y="12949"/>
                </a:cubicBezTo>
                <a:lnTo>
                  <a:pt x="74470" y="12979"/>
                </a:lnTo>
                <a:cubicBezTo>
                  <a:pt x="74531" y="12994"/>
                  <a:pt x="74584" y="13002"/>
                  <a:pt x="74637" y="13002"/>
                </a:cubicBezTo>
                <a:cubicBezTo>
                  <a:pt x="74691" y="13002"/>
                  <a:pt x="74744" y="12994"/>
                  <a:pt x="74805" y="12979"/>
                </a:cubicBezTo>
                <a:lnTo>
                  <a:pt x="74805" y="12918"/>
                </a:lnTo>
                <a:cubicBezTo>
                  <a:pt x="74805" y="12850"/>
                  <a:pt x="74839" y="12816"/>
                  <a:pt x="74894" y="12816"/>
                </a:cubicBezTo>
                <a:cubicBezTo>
                  <a:pt x="74913" y="12816"/>
                  <a:pt x="74934" y="12820"/>
                  <a:pt x="74957" y="12827"/>
                </a:cubicBezTo>
                <a:lnTo>
                  <a:pt x="74987" y="12827"/>
                </a:lnTo>
                <a:cubicBezTo>
                  <a:pt x="74957" y="12979"/>
                  <a:pt x="74865" y="13101"/>
                  <a:pt x="74744" y="13192"/>
                </a:cubicBezTo>
                <a:cubicBezTo>
                  <a:pt x="74683" y="13253"/>
                  <a:pt x="74653" y="13283"/>
                  <a:pt x="74592" y="13344"/>
                </a:cubicBezTo>
                <a:lnTo>
                  <a:pt x="74409" y="13344"/>
                </a:lnTo>
                <a:cubicBezTo>
                  <a:pt x="74399" y="13354"/>
                  <a:pt x="74389" y="13357"/>
                  <a:pt x="74379" y="13357"/>
                </a:cubicBezTo>
                <a:cubicBezTo>
                  <a:pt x="74359" y="13357"/>
                  <a:pt x="74338" y="13344"/>
                  <a:pt x="74318" y="13344"/>
                </a:cubicBezTo>
                <a:cubicBezTo>
                  <a:pt x="74300" y="13335"/>
                  <a:pt x="74283" y="13331"/>
                  <a:pt x="74265" y="13331"/>
                </a:cubicBezTo>
                <a:cubicBezTo>
                  <a:pt x="74222" y="13331"/>
                  <a:pt x="74179" y="13353"/>
                  <a:pt x="74136" y="13374"/>
                </a:cubicBezTo>
                <a:cubicBezTo>
                  <a:pt x="74130" y="13380"/>
                  <a:pt x="74123" y="13382"/>
                  <a:pt x="74114" y="13382"/>
                </a:cubicBezTo>
                <a:cubicBezTo>
                  <a:pt x="74073" y="13382"/>
                  <a:pt x="73998" y="13328"/>
                  <a:pt x="73923" y="13253"/>
                </a:cubicBezTo>
                <a:lnTo>
                  <a:pt x="73771" y="13344"/>
                </a:lnTo>
                <a:lnTo>
                  <a:pt x="73649" y="13465"/>
                </a:lnTo>
                <a:cubicBezTo>
                  <a:pt x="73528" y="13374"/>
                  <a:pt x="73376" y="13374"/>
                  <a:pt x="73254" y="13374"/>
                </a:cubicBezTo>
                <a:lnTo>
                  <a:pt x="73102" y="13374"/>
                </a:lnTo>
                <a:cubicBezTo>
                  <a:pt x="73042" y="13374"/>
                  <a:pt x="72950" y="13313"/>
                  <a:pt x="72920" y="13313"/>
                </a:cubicBezTo>
                <a:cubicBezTo>
                  <a:pt x="72859" y="13344"/>
                  <a:pt x="72829" y="13435"/>
                  <a:pt x="72798" y="13465"/>
                </a:cubicBezTo>
                <a:lnTo>
                  <a:pt x="72768" y="13496"/>
                </a:lnTo>
                <a:cubicBezTo>
                  <a:pt x="72707" y="13511"/>
                  <a:pt x="72654" y="13519"/>
                  <a:pt x="72601" y="13519"/>
                </a:cubicBezTo>
                <a:cubicBezTo>
                  <a:pt x="72548" y="13519"/>
                  <a:pt x="72494" y="13511"/>
                  <a:pt x="72434" y="13496"/>
                </a:cubicBezTo>
                <a:lnTo>
                  <a:pt x="72312" y="13496"/>
                </a:lnTo>
                <a:cubicBezTo>
                  <a:pt x="72282" y="13496"/>
                  <a:pt x="72251" y="13465"/>
                  <a:pt x="72251" y="13435"/>
                </a:cubicBezTo>
                <a:cubicBezTo>
                  <a:pt x="72251" y="13405"/>
                  <a:pt x="72251" y="13344"/>
                  <a:pt x="72282" y="13344"/>
                </a:cubicBezTo>
                <a:lnTo>
                  <a:pt x="72373" y="13283"/>
                </a:lnTo>
                <a:cubicBezTo>
                  <a:pt x="72464" y="13253"/>
                  <a:pt x="72525" y="13101"/>
                  <a:pt x="72434" y="13101"/>
                </a:cubicBezTo>
                <a:cubicBezTo>
                  <a:pt x="72373" y="13070"/>
                  <a:pt x="72555" y="12888"/>
                  <a:pt x="72616" y="12827"/>
                </a:cubicBezTo>
                <a:cubicBezTo>
                  <a:pt x="72648" y="12806"/>
                  <a:pt x="72684" y="12795"/>
                  <a:pt x="72720" y="12795"/>
                </a:cubicBezTo>
                <a:close/>
                <a:moveTo>
                  <a:pt x="13702" y="13179"/>
                </a:moveTo>
                <a:cubicBezTo>
                  <a:pt x="13745" y="13179"/>
                  <a:pt x="13788" y="13201"/>
                  <a:pt x="13831" y="13222"/>
                </a:cubicBezTo>
                <a:cubicBezTo>
                  <a:pt x="13861" y="13283"/>
                  <a:pt x="13861" y="13344"/>
                  <a:pt x="13709" y="13344"/>
                </a:cubicBezTo>
                <a:cubicBezTo>
                  <a:pt x="13588" y="13374"/>
                  <a:pt x="13648" y="13465"/>
                  <a:pt x="13618" y="13526"/>
                </a:cubicBezTo>
                <a:lnTo>
                  <a:pt x="13588" y="13557"/>
                </a:lnTo>
                <a:cubicBezTo>
                  <a:pt x="13557" y="13557"/>
                  <a:pt x="13496" y="13557"/>
                  <a:pt x="13466" y="13526"/>
                </a:cubicBezTo>
                <a:cubicBezTo>
                  <a:pt x="13436" y="13496"/>
                  <a:pt x="13588" y="13313"/>
                  <a:pt x="13496" y="13313"/>
                </a:cubicBezTo>
                <a:cubicBezTo>
                  <a:pt x="13405" y="13313"/>
                  <a:pt x="13405" y="13283"/>
                  <a:pt x="13527" y="13222"/>
                </a:cubicBezTo>
                <a:lnTo>
                  <a:pt x="13648" y="13192"/>
                </a:lnTo>
                <a:cubicBezTo>
                  <a:pt x="13666" y="13183"/>
                  <a:pt x="13684" y="13179"/>
                  <a:pt x="13702" y="13179"/>
                </a:cubicBezTo>
                <a:close/>
                <a:moveTo>
                  <a:pt x="17782" y="13040"/>
                </a:moveTo>
                <a:lnTo>
                  <a:pt x="17934" y="13101"/>
                </a:lnTo>
                <a:lnTo>
                  <a:pt x="18025" y="13101"/>
                </a:lnTo>
                <a:cubicBezTo>
                  <a:pt x="18117" y="13131"/>
                  <a:pt x="18086" y="13192"/>
                  <a:pt x="17995" y="13192"/>
                </a:cubicBezTo>
                <a:cubicBezTo>
                  <a:pt x="17873" y="13192"/>
                  <a:pt x="17721" y="13587"/>
                  <a:pt x="17691" y="13587"/>
                </a:cubicBezTo>
                <a:cubicBezTo>
                  <a:pt x="17682" y="13596"/>
                  <a:pt x="17668" y="13600"/>
                  <a:pt x="17652" y="13600"/>
                </a:cubicBezTo>
                <a:cubicBezTo>
                  <a:pt x="17612" y="13600"/>
                  <a:pt x="17561" y="13578"/>
                  <a:pt x="17539" y="13557"/>
                </a:cubicBezTo>
                <a:lnTo>
                  <a:pt x="17539" y="13526"/>
                </a:lnTo>
                <a:lnTo>
                  <a:pt x="17569" y="13405"/>
                </a:lnTo>
                <a:cubicBezTo>
                  <a:pt x="17630" y="13313"/>
                  <a:pt x="17721" y="13131"/>
                  <a:pt x="17782" y="13040"/>
                </a:cubicBezTo>
                <a:close/>
                <a:moveTo>
                  <a:pt x="65534" y="13070"/>
                </a:moveTo>
                <a:cubicBezTo>
                  <a:pt x="65625" y="13101"/>
                  <a:pt x="65686" y="13131"/>
                  <a:pt x="65747" y="13161"/>
                </a:cubicBezTo>
                <a:cubicBezTo>
                  <a:pt x="65807" y="13192"/>
                  <a:pt x="65899" y="13313"/>
                  <a:pt x="65899" y="13344"/>
                </a:cubicBezTo>
                <a:cubicBezTo>
                  <a:pt x="65868" y="13374"/>
                  <a:pt x="65899" y="13435"/>
                  <a:pt x="65990" y="13435"/>
                </a:cubicBezTo>
                <a:lnTo>
                  <a:pt x="66020" y="13465"/>
                </a:lnTo>
                <a:cubicBezTo>
                  <a:pt x="66051" y="13465"/>
                  <a:pt x="66051" y="13557"/>
                  <a:pt x="66051" y="13557"/>
                </a:cubicBezTo>
                <a:cubicBezTo>
                  <a:pt x="66051" y="13587"/>
                  <a:pt x="65990" y="13587"/>
                  <a:pt x="65959" y="13587"/>
                </a:cubicBezTo>
                <a:lnTo>
                  <a:pt x="65868" y="13617"/>
                </a:lnTo>
                <a:cubicBezTo>
                  <a:pt x="65777" y="13617"/>
                  <a:pt x="65625" y="13587"/>
                  <a:pt x="65564" y="13557"/>
                </a:cubicBezTo>
                <a:lnTo>
                  <a:pt x="65503" y="13526"/>
                </a:lnTo>
                <a:cubicBezTo>
                  <a:pt x="65473" y="13496"/>
                  <a:pt x="65443" y="13435"/>
                  <a:pt x="65473" y="13374"/>
                </a:cubicBezTo>
                <a:lnTo>
                  <a:pt x="65503" y="13344"/>
                </a:lnTo>
                <a:cubicBezTo>
                  <a:pt x="65564" y="13313"/>
                  <a:pt x="65564" y="13253"/>
                  <a:pt x="65503" y="13253"/>
                </a:cubicBezTo>
                <a:lnTo>
                  <a:pt x="65473" y="13222"/>
                </a:lnTo>
                <a:cubicBezTo>
                  <a:pt x="65443" y="13192"/>
                  <a:pt x="65473" y="13131"/>
                  <a:pt x="65503" y="13101"/>
                </a:cubicBezTo>
                <a:lnTo>
                  <a:pt x="65534" y="13070"/>
                </a:lnTo>
                <a:close/>
                <a:moveTo>
                  <a:pt x="37783" y="13313"/>
                </a:moveTo>
                <a:lnTo>
                  <a:pt x="37904" y="13374"/>
                </a:lnTo>
                <a:lnTo>
                  <a:pt x="38056" y="13496"/>
                </a:lnTo>
                <a:cubicBezTo>
                  <a:pt x="38080" y="13591"/>
                  <a:pt x="38011" y="13667"/>
                  <a:pt x="37936" y="13667"/>
                </a:cubicBezTo>
                <a:cubicBezTo>
                  <a:pt x="37915" y="13667"/>
                  <a:pt x="37894" y="13661"/>
                  <a:pt x="37874" y="13648"/>
                </a:cubicBezTo>
                <a:cubicBezTo>
                  <a:pt x="37847" y="13630"/>
                  <a:pt x="37820" y="13610"/>
                  <a:pt x="37794" y="13588"/>
                </a:cubicBezTo>
                <a:lnTo>
                  <a:pt x="37794" y="13588"/>
                </a:lnTo>
                <a:cubicBezTo>
                  <a:pt x="37813" y="13520"/>
                  <a:pt x="37810" y="13423"/>
                  <a:pt x="37783" y="13313"/>
                </a:cubicBezTo>
                <a:close/>
                <a:moveTo>
                  <a:pt x="44253" y="13412"/>
                </a:moveTo>
                <a:cubicBezTo>
                  <a:pt x="44318" y="13412"/>
                  <a:pt x="44378" y="13420"/>
                  <a:pt x="44439" y="13435"/>
                </a:cubicBezTo>
                <a:lnTo>
                  <a:pt x="44652" y="13526"/>
                </a:lnTo>
                <a:cubicBezTo>
                  <a:pt x="44726" y="13477"/>
                  <a:pt x="44821" y="13427"/>
                  <a:pt x="44920" y="13427"/>
                </a:cubicBezTo>
                <a:cubicBezTo>
                  <a:pt x="44942" y="13427"/>
                  <a:pt x="44964" y="13429"/>
                  <a:pt x="44986" y="13435"/>
                </a:cubicBezTo>
                <a:cubicBezTo>
                  <a:pt x="45047" y="13465"/>
                  <a:pt x="44956" y="13587"/>
                  <a:pt x="44926" y="13617"/>
                </a:cubicBezTo>
                <a:cubicBezTo>
                  <a:pt x="44872" y="13653"/>
                  <a:pt x="44819" y="13668"/>
                  <a:pt x="44771" y="13668"/>
                </a:cubicBezTo>
                <a:cubicBezTo>
                  <a:pt x="44738" y="13668"/>
                  <a:pt x="44708" y="13660"/>
                  <a:pt x="44682" y="13648"/>
                </a:cubicBezTo>
                <a:cubicBezTo>
                  <a:pt x="44439" y="13648"/>
                  <a:pt x="44196" y="13617"/>
                  <a:pt x="43953" y="13587"/>
                </a:cubicBezTo>
                <a:cubicBezTo>
                  <a:pt x="43953" y="13526"/>
                  <a:pt x="43983" y="13465"/>
                  <a:pt x="44014" y="13435"/>
                </a:cubicBezTo>
                <a:lnTo>
                  <a:pt x="44044" y="13435"/>
                </a:lnTo>
                <a:cubicBezTo>
                  <a:pt x="44120" y="13420"/>
                  <a:pt x="44188" y="13412"/>
                  <a:pt x="44253" y="13412"/>
                </a:cubicBezTo>
                <a:close/>
                <a:moveTo>
                  <a:pt x="63285" y="13344"/>
                </a:moveTo>
                <a:cubicBezTo>
                  <a:pt x="63437" y="13374"/>
                  <a:pt x="63528" y="13435"/>
                  <a:pt x="63528" y="13496"/>
                </a:cubicBezTo>
                <a:cubicBezTo>
                  <a:pt x="63505" y="13540"/>
                  <a:pt x="63418" y="13569"/>
                  <a:pt x="63361" y="13569"/>
                </a:cubicBezTo>
                <a:cubicBezTo>
                  <a:pt x="63340" y="13569"/>
                  <a:pt x="63323" y="13565"/>
                  <a:pt x="63315" y="13557"/>
                </a:cubicBezTo>
                <a:cubicBezTo>
                  <a:pt x="63293" y="13535"/>
                  <a:pt x="63226" y="13514"/>
                  <a:pt x="63157" y="13514"/>
                </a:cubicBezTo>
                <a:cubicBezTo>
                  <a:pt x="63128" y="13514"/>
                  <a:pt x="63098" y="13517"/>
                  <a:pt x="63072" y="13526"/>
                </a:cubicBezTo>
                <a:lnTo>
                  <a:pt x="62981" y="13557"/>
                </a:lnTo>
                <a:lnTo>
                  <a:pt x="62889" y="13617"/>
                </a:lnTo>
                <a:cubicBezTo>
                  <a:pt x="62851" y="13656"/>
                  <a:pt x="62813" y="13672"/>
                  <a:pt x="62777" y="13672"/>
                </a:cubicBezTo>
                <a:cubicBezTo>
                  <a:pt x="62727" y="13672"/>
                  <a:pt x="62682" y="13640"/>
                  <a:pt x="62646" y="13587"/>
                </a:cubicBezTo>
                <a:cubicBezTo>
                  <a:pt x="62616" y="13557"/>
                  <a:pt x="62555" y="13374"/>
                  <a:pt x="62616" y="13374"/>
                </a:cubicBezTo>
                <a:lnTo>
                  <a:pt x="62616" y="13374"/>
                </a:lnTo>
                <a:cubicBezTo>
                  <a:pt x="62628" y="13380"/>
                  <a:pt x="62656" y="13383"/>
                  <a:pt x="62694" y="13383"/>
                </a:cubicBezTo>
                <a:cubicBezTo>
                  <a:pt x="62847" y="13383"/>
                  <a:pt x="63163" y="13344"/>
                  <a:pt x="63285" y="13344"/>
                </a:cubicBezTo>
                <a:close/>
                <a:moveTo>
                  <a:pt x="71431" y="12888"/>
                </a:moveTo>
                <a:cubicBezTo>
                  <a:pt x="71583" y="13070"/>
                  <a:pt x="71643" y="13222"/>
                  <a:pt x="71552" y="13222"/>
                </a:cubicBezTo>
                <a:cubicBezTo>
                  <a:pt x="71339" y="13283"/>
                  <a:pt x="71157" y="13344"/>
                  <a:pt x="70975" y="13435"/>
                </a:cubicBezTo>
                <a:cubicBezTo>
                  <a:pt x="70914" y="13496"/>
                  <a:pt x="70975" y="13526"/>
                  <a:pt x="71127" y="13526"/>
                </a:cubicBezTo>
                <a:lnTo>
                  <a:pt x="71218" y="13526"/>
                </a:lnTo>
                <a:cubicBezTo>
                  <a:pt x="71248" y="13557"/>
                  <a:pt x="71279" y="13587"/>
                  <a:pt x="71309" y="13617"/>
                </a:cubicBezTo>
                <a:cubicBezTo>
                  <a:pt x="71309" y="13648"/>
                  <a:pt x="71248" y="13678"/>
                  <a:pt x="71248" y="13678"/>
                </a:cubicBezTo>
                <a:lnTo>
                  <a:pt x="71066" y="13678"/>
                </a:lnTo>
                <a:cubicBezTo>
                  <a:pt x="70823" y="13648"/>
                  <a:pt x="70610" y="13526"/>
                  <a:pt x="70428" y="13374"/>
                </a:cubicBezTo>
                <a:cubicBezTo>
                  <a:pt x="70306" y="13283"/>
                  <a:pt x="70184" y="13192"/>
                  <a:pt x="70063" y="13161"/>
                </a:cubicBezTo>
                <a:cubicBezTo>
                  <a:pt x="69972" y="13161"/>
                  <a:pt x="69972" y="13101"/>
                  <a:pt x="70093" y="13070"/>
                </a:cubicBezTo>
                <a:lnTo>
                  <a:pt x="70124" y="13010"/>
                </a:lnTo>
                <a:cubicBezTo>
                  <a:pt x="70169" y="12979"/>
                  <a:pt x="70200" y="12964"/>
                  <a:pt x="70230" y="12964"/>
                </a:cubicBezTo>
                <a:cubicBezTo>
                  <a:pt x="70260" y="12964"/>
                  <a:pt x="70291" y="12979"/>
                  <a:pt x="70336" y="13010"/>
                </a:cubicBezTo>
                <a:lnTo>
                  <a:pt x="70367" y="13040"/>
                </a:lnTo>
                <a:lnTo>
                  <a:pt x="70853" y="12949"/>
                </a:lnTo>
                <a:lnTo>
                  <a:pt x="70975" y="13040"/>
                </a:lnTo>
                <a:cubicBezTo>
                  <a:pt x="71035" y="13070"/>
                  <a:pt x="71127" y="13101"/>
                  <a:pt x="71157" y="13101"/>
                </a:cubicBezTo>
                <a:lnTo>
                  <a:pt x="71431" y="12888"/>
                </a:lnTo>
                <a:close/>
                <a:moveTo>
                  <a:pt x="17296" y="13010"/>
                </a:moveTo>
                <a:cubicBezTo>
                  <a:pt x="17296" y="13010"/>
                  <a:pt x="17326" y="13070"/>
                  <a:pt x="17326" y="13101"/>
                </a:cubicBezTo>
                <a:lnTo>
                  <a:pt x="17326" y="13131"/>
                </a:lnTo>
                <a:cubicBezTo>
                  <a:pt x="17296" y="13313"/>
                  <a:pt x="17448" y="13526"/>
                  <a:pt x="17113" y="13648"/>
                </a:cubicBezTo>
                <a:lnTo>
                  <a:pt x="17083" y="13678"/>
                </a:lnTo>
                <a:cubicBezTo>
                  <a:pt x="17047" y="13714"/>
                  <a:pt x="17026" y="13726"/>
                  <a:pt x="17012" y="13726"/>
                </a:cubicBezTo>
                <a:cubicBezTo>
                  <a:pt x="16992" y="13726"/>
                  <a:pt x="16992" y="13697"/>
                  <a:pt x="16992" y="13678"/>
                </a:cubicBezTo>
                <a:cubicBezTo>
                  <a:pt x="17022" y="13648"/>
                  <a:pt x="17113" y="13405"/>
                  <a:pt x="17113" y="13344"/>
                </a:cubicBezTo>
                <a:cubicBezTo>
                  <a:pt x="17113" y="13253"/>
                  <a:pt x="17144" y="13161"/>
                  <a:pt x="17174" y="13070"/>
                </a:cubicBezTo>
                <a:cubicBezTo>
                  <a:pt x="17205" y="13040"/>
                  <a:pt x="17235" y="13010"/>
                  <a:pt x="17296" y="13010"/>
                </a:cubicBezTo>
                <a:close/>
                <a:moveTo>
                  <a:pt x="64288" y="13131"/>
                </a:moveTo>
                <a:cubicBezTo>
                  <a:pt x="64318" y="13161"/>
                  <a:pt x="64348" y="13222"/>
                  <a:pt x="64379" y="13283"/>
                </a:cubicBezTo>
                <a:lnTo>
                  <a:pt x="64652" y="13283"/>
                </a:lnTo>
                <a:lnTo>
                  <a:pt x="64713" y="13253"/>
                </a:lnTo>
                <a:cubicBezTo>
                  <a:pt x="64763" y="13202"/>
                  <a:pt x="64823" y="13180"/>
                  <a:pt x="64881" y="13180"/>
                </a:cubicBezTo>
                <a:cubicBezTo>
                  <a:pt x="64929" y="13180"/>
                  <a:pt x="64976" y="13195"/>
                  <a:pt x="65017" y="13222"/>
                </a:cubicBezTo>
                <a:lnTo>
                  <a:pt x="65139" y="13283"/>
                </a:lnTo>
                <a:cubicBezTo>
                  <a:pt x="65017" y="13435"/>
                  <a:pt x="64865" y="13587"/>
                  <a:pt x="64713" y="13709"/>
                </a:cubicBezTo>
                <a:cubicBezTo>
                  <a:pt x="64662" y="13747"/>
                  <a:pt x="64622" y="13764"/>
                  <a:pt x="64592" y="13764"/>
                </a:cubicBezTo>
                <a:cubicBezTo>
                  <a:pt x="64551" y="13764"/>
                  <a:pt x="64531" y="13731"/>
                  <a:pt x="64531" y="13678"/>
                </a:cubicBezTo>
                <a:cubicBezTo>
                  <a:pt x="64531" y="13577"/>
                  <a:pt x="64300" y="13413"/>
                  <a:pt x="64187" y="13413"/>
                </a:cubicBezTo>
                <a:cubicBezTo>
                  <a:pt x="64164" y="13413"/>
                  <a:pt x="64146" y="13420"/>
                  <a:pt x="64136" y="13435"/>
                </a:cubicBezTo>
                <a:cubicBezTo>
                  <a:pt x="64117" y="13464"/>
                  <a:pt x="64100" y="13486"/>
                  <a:pt x="64088" y="13503"/>
                </a:cubicBezTo>
                <a:lnTo>
                  <a:pt x="64088" y="13503"/>
                </a:lnTo>
                <a:cubicBezTo>
                  <a:pt x="64114" y="13458"/>
                  <a:pt x="64166" y="13360"/>
                  <a:pt x="64166" y="13313"/>
                </a:cubicBezTo>
                <a:cubicBezTo>
                  <a:pt x="64136" y="13253"/>
                  <a:pt x="64136" y="13192"/>
                  <a:pt x="64136" y="13131"/>
                </a:cubicBezTo>
                <a:close/>
                <a:moveTo>
                  <a:pt x="37313" y="13518"/>
                </a:moveTo>
                <a:cubicBezTo>
                  <a:pt x="37337" y="13518"/>
                  <a:pt x="37357" y="13562"/>
                  <a:pt x="37357" y="13587"/>
                </a:cubicBezTo>
                <a:cubicBezTo>
                  <a:pt x="37357" y="13617"/>
                  <a:pt x="37205" y="13678"/>
                  <a:pt x="37023" y="13709"/>
                </a:cubicBezTo>
                <a:lnTo>
                  <a:pt x="36871" y="13739"/>
                </a:lnTo>
                <a:lnTo>
                  <a:pt x="36719" y="13739"/>
                </a:lnTo>
                <a:cubicBezTo>
                  <a:pt x="36567" y="13739"/>
                  <a:pt x="36384" y="13769"/>
                  <a:pt x="36324" y="13769"/>
                </a:cubicBezTo>
                <a:lnTo>
                  <a:pt x="36202" y="13769"/>
                </a:lnTo>
                <a:cubicBezTo>
                  <a:pt x="36172" y="13739"/>
                  <a:pt x="36202" y="13678"/>
                  <a:pt x="36232" y="13648"/>
                </a:cubicBezTo>
                <a:cubicBezTo>
                  <a:pt x="36253" y="13648"/>
                  <a:pt x="36340" y="13675"/>
                  <a:pt x="36406" y="13675"/>
                </a:cubicBezTo>
                <a:cubicBezTo>
                  <a:pt x="36438" y="13675"/>
                  <a:pt x="36465" y="13668"/>
                  <a:pt x="36476" y="13648"/>
                </a:cubicBezTo>
                <a:cubicBezTo>
                  <a:pt x="36476" y="13587"/>
                  <a:pt x="36810" y="13587"/>
                  <a:pt x="36901" y="13587"/>
                </a:cubicBezTo>
                <a:lnTo>
                  <a:pt x="37235" y="13587"/>
                </a:lnTo>
                <a:lnTo>
                  <a:pt x="37266" y="13557"/>
                </a:lnTo>
                <a:lnTo>
                  <a:pt x="37296" y="13526"/>
                </a:lnTo>
                <a:cubicBezTo>
                  <a:pt x="37302" y="13520"/>
                  <a:pt x="37308" y="13518"/>
                  <a:pt x="37313" y="13518"/>
                </a:cubicBezTo>
                <a:close/>
                <a:moveTo>
                  <a:pt x="45716" y="13405"/>
                </a:moveTo>
                <a:cubicBezTo>
                  <a:pt x="45868" y="13435"/>
                  <a:pt x="45929" y="13709"/>
                  <a:pt x="45807" y="13739"/>
                </a:cubicBezTo>
                <a:cubicBezTo>
                  <a:pt x="45761" y="13769"/>
                  <a:pt x="45708" y="13785"/>
                  <a:pt x="45655" y="13785"/>
                </a:cubicBezTo>
                <a:cubicBezTo>
                  <a:pt x="45602" y="13785"/>
                  <a:pt x="45549" y="13769"/>
                  <a:pt x="45503" y="13739"/>
                </a:cubicBezTo>
                <a:cubicBezTo>
                  <a:pt x="45412" y="13709"/>
                  <a:pt x="45290" y="13526"/>
                  <a:pt x="45442" y="13405"/>
                </a:cubicBezTo>
                <a:close/>
                <a:moveTo>
                  <a:pt x="54895" y="13283"/>
                </a:moveTo>
                <a:cubicBezTo>
                  <a:pt x="54926" y="13313"/>
                  <a:pt x="54895" y="13374"/>
                  <a:pt x="54895" y="13405"/>
                </a:cubicBezTo>
                <a:cubicBezTo>
                  <a:pt x="54865" y="13435"/>
                  <a:pt x="54895" y="13496"/>
                  <a:pt x="54987" y="13526"/>
                </a:cubicBezTo>
                <a:lnTo>
                  <a:pt x="55078" y="13587"/>
                </a:lnTo>
                <a:cubicBezTo>
                  <a:pt x="55108" y="13617"/>
                  <a:pt x="55230" y="13709"/>
                  <a:pt x="55108" y="13769"/>
                </a:cubicBezTo>
                <a:lnTo>
                  <a:pt x="55017" y="13830"/>
                </a:lnTo>
                <a:cubicBezTo>
                  <a:pt x="54956" y="13769"/>
                  <a:pt x="54895" y="13678"/>
                  <a:pt x="54835" y="13587"/>
                </a:cubicBezTo>
                <a:lnTo>
                  <a:pt x="54804" y="13526"/>
                </a:lnTo>
                <a:cubicBezTo>
                  <a:pt x="54652" y="13405"/>
                  <a:pt x="54652" y="13344"/>
                  <a:pt x="54865" y="13283"/>
                </a:cubicBezTo>
                <a:close/>
                <a:moveTo>
                  <a:pt x="68634" y="12979"/>
                </a:moveTo>
                <a:cubicBezTo>
                  <a:pt x="69090" y="13040"/>
                  <a:pt x="69516" y="13070"/>
                  <a:pt x="69546" y="13070"/>
                </a:cubicBezTo>
                <a:lnTo>
                  <a:pt x="69576" y="13070"/>
                </a:lnTo>
                <a:cubicBezTo>
                  <a:pt x="69615" y="13045"/>
                  <a:pt x="69648" y="13035"/>
                  <a:pt x="69678" y="13035"/>
                </a:cubicBezTo>
                <a:cubicBezTo>
                  <a:pt x="69719" y="13035"/>
                  <a:pt x="69754" y="13053"/>
                  <a:pt x="69789" y="13070"/>
                </a:cubicBezTo>
                <a:cubicBezTo>
                  <a:pt x="69941" y="13131"/>
                  <a:pt x="69728" y="13222"/>
                  <a:pt x="69789" y="13253"/>
                </a:cubicBezTo>
                <a:lnTo>
                  <a:pt x="69850" y="13313"/>
                </a:lnTo>
                <a:cubicBezTo>
                  <a:pt x="69911" y="13374"/>
                  <a:pt x="69880" y="13435"/>
                  <a:pt x="69820" y="13435"/>
                </a:cubicBezTo>
                <a:lnTo>
                  <a:pt x="69850" y="13435"/>
                </a:lnTo>
                <a:cubicBezTo>
                  <a:pt x="69759" y="13435"/>
                  <a:pt x="69759" y="13769"/>
                  <a:pt x="69728" y="13830"/>
                </a:cubicBezTo>
                <a:cubicBezTo>
                  <a:pt x="69724" y="13834"/>
                  <a:pt x="69717" y="13836"/>
                  <a:pt x="69707" y="13836"/>
                </a:cubicBezTo>
                <a:cubicBezTo>
                  <a:pt x="69643" y="13836"/>
                  <a:pt x="69461" y="13753"/>
                  <a:pt x="69303" y="13648"/>
                </a:cubicBezTo>
                <a:lnTo>
                  <a:pt x="69121" y="13496"/>
                </a:lnTo>
                <a:lnTo>
                  <a:pt x="68969" y="13374"/>
                </a:lnTo>
                <a:cubicBezTo>
                  <a:pt x="68896" y="13287"/>
                  <a:pt x="68830" y="13249"/>
                  <a:pt x="68782" y="13249"/>
                </a:cubicBezTo>
                <a:cubicBezTo>
                  <a:pt x="68728" y="13249"/>
                  <a:pt x="68695" y="13295"/>
                  <a:pt x="68695" y="13374"/>
                </a:cubicBezTo>
                <a:lnTo>
                  <a:pt x="68421" y="13344"/>
                </a:lnTo>
                <a:lnTo>
                  <a:pt x="68391" y="13344"/>
                </a:lnTo>
                <a:cubicBezTo>
                  <a:pt x="68269" y="13405"/>
                  <a:pt x="68117" y="13465"/>
                  <a:pt x="67965" y="13526"/>
                </a:cubicBezTo>
                <a:lnTo>
                  <a:pt x="67874" y="13496"/>
                </a:lnTo>
                <a:lnTo>
                  <a:pt x="67783" y="13465"/>
                </a:lnTo>
                <a:cubicBezTo>
                  <a:pt x="67662" y="13435"/>
                  <a:pt x="67540" y="13435"/>
                  <a:pt x="67418" y="13405"/>
                </a:cubicBezTo>
                <a:lnTo>
                  <a:pt x="67236" y="13405"/>
                </a:lnTo>
                <a:cubicBezTo>
                  <a:pt x="67212" y="13419"/>
                  <a:pt x="67193" y="13425"/>
                  <a:pt x="67178" y="13425"/>
                </a:cubicBezTo>
                <a:cubicBezTo>
                  <a:pt x="67094" y="13425"/>
                  <a:pt x="67124" y="13243"/>
                  <a:pt x="67175" y="13192"/>
                </a:cubicBezTo>
                <a:cubicBezTo>
                  <a:pt x="67188" y="13166"/>
                  <a:pt x="67223" y="13157"/>
                  <a:pt x="67261" y="13157"/>
                </a:cubicBezTo>
                <a:cubicBezTo>
                  <a:pt x="67312" y="13157"/>
                  <a:pt x="67370" y="13174"/>
                  <a:pt x="67388" y="13192"/>
                </a:cubicBezTo>
                <a:cubicBezTo>
                  <a:pt x="67391" y="13195"/>
                  <a:pt x="67396" y="13197"/>
                  <a:pt x="67403" y="13197"/>
                </a:cubicBezTo>
                <a:cubicBezTo>
                  <a:pt x="67456" y="13197"/>
                  <a:pt x="67607" y="13094"/>
                  <a:pt x="67662" y="13040"/>
                </a:cubicBezTo>
                <a:cubicBezTo>
                  <a:pt x="67677" y="13032"/>
                  <a:pt x="67698" y="13028"/>
                  <a:pt x="67723" y="13028"/>
                </a:cubicBezTo>
                <a:cubicBezTo>
                  <a:pt x="67798" y="13028"/>
                  <a:pt x="67912" y="13063"/>
                  <a:pt x="68026" y="13131"/>
                </a:cubicBezTo>
                <a:lnTo>
                  <a:pt x="68209" y="13101"/>
                </a:lnTo>
                <a:lnTo>
                  <a:pt x="68634" y="12979"/>
                </a:lnTo>
                <a:close/>
                <a:moveTo>
                  <a:pt x="42737" y="13526"/>
                </a:moveTo>
                <a:cubicBezTo>
                  <a:pt x="42798" y="13526"/>
                  <a:pt x="43011" y="13709"/>
                  <a:pt x="43011" y="13769"/>
                </a:cubicBezTo>
                <a:cubicBezTo>
                  <a:pt x="43011" y="13830"/>
                  <a:pt x="42919" y="13861"/>
                  <a:pt x="42798" y="13861"/>
                </a:cubicBezTo>
                <a:lnTo>
                  <a:pt x="42737" y="13830"/>
                </a:lnTo>
                <a:lnTo>
                  <a:pt x="42646" y="13769"/>
                </a:lnTo>
                <a:cubicBezTo>
                  <a:pt x="42615" y="13648"/>
                  <a:pt x="42646" y="13557"/>
                  <a:pt x="42737" y="13557"/>
                </a:cubicBezTo>
                <a:lnTo>
                  <a:pt x="42737" y="13526"/>
                </a:lnTo>
                <a:close/>
                <a:moveTo>
                  <a:pt x="43658" y="13514"/>
                </a:moveTo>
                <a:cubicBezTo>
                  <a:pt x="43728" y="13514"/>
                  <a:pt x="43771" y="13529"/>
                  <a:pt x="43771" y="13557"/>
                </a:cubicBezTo>
                <a:lnTo>
                  <a:pt x="43771" y="13678"/>
                </a:lnTo>
                <a:cubicBezTo>
                  <a:pt x="43771" y="13769"/>
                  <a:pt x="43710" y="13830"/>
                  <a:pt x="43649" y="13861"/>
                </a:cubicBezTo>
                <a:lnTo>
                  <a:pt x="43619" y="13861"/>
                </a:lnTo>
                <a:cubicBezTo>
                  <a:pt x="43193" y="13769"/>
                  <a:pt x="43102" y="13709"/>
                  <a:pt x="43163" y="13678"/>
                </a:cubicBezTo>
                <a:lnTo>
                  <a:pt x="43315" y="13587"/>
                </a:lnTo>
                <a:cubicBezTo>
                  <a:pt x="43448" y="13537"/>
                  <a:pt x="43573" y="13514"/>
                  <a:pt x="43658" y="13514"/>
                </a:cubicBezTo>
                <a:close/>
                <a:moveTo>
                  <a:pt x="23894" y="13214"/>
                </a:moveTo>
                <a:cubicBezTo>
                  <a:pt x="23911" y="13214"/>
                  <a:pt x="23930" y="13217"/>
                  <a:pt x="23953" y="13222"/>
                </a:cubicBezTo>
                <a:cubicBezTo>
                  <a:pt x="23983" y="13222"/>
                  <a:pt x="24013" y="13313"/>
                  <a:pt x="24013" y="13344"/>
                </a:cubicBezTo>
                <a:cubicBezTo>
                  <a:pt x="24013" y="13344"/>
                  <a:pt x="23922" y="13374"/>
                  <a:pt x="23922" y="13405"/>
                </a:cubicBezTo>
                <a:lnTo>
                  <a:pt x="23892" y="13496"/>
                </a:lnTo>
                <a:cubicBezTo>
                  <a:pt x="24044" y="13557"/>
                  <a:pt x="24135" y="13648"/>
                  <a:pt x="24044" y="13678"/>
                </a:cubicBezTo>
                <a:lnTo>
                  <a:pt x="23953" y="13678"/>
                </a:lnTo>
                <a:cubicBezTo>
                  <a:pt x="23892" y="13678"/>
                  <a:pt x="23801" y="13557"/>
                  <a:pt x="23801" y="13526"/>
                </a:cubicBezTo>
                <a:cubicBezTo>
                  <a:pt x="23770" y="13465"/>
                  <a:pt x="23770" y="13435"/>
                  <a:pt x="23740" y="13435"/>
                </a:cubicBezTo>
                <a:cubicBezTo>
                  <a:pt x="23709" y="13557"/>
                  <a:pt x="23709" y="13678"/>
                  <a:pt x="23709" y="13800"/>
                </a:cubicBezTo>
                <a:cubicBezTo>
                  <a:pt x="23709" y="13861"/>
                  <a:pt x="23664" y="13876"/>
                  <a:pt x="23607" y="13876"/>
                </a:cubicBezTo>
                <a:cubicBezTo>
                  <a:pt x="23550" y="13876"/>
                  <a:pt x="23481" y="13861"/>
                  <a:pt x="23436" y="13861"/>
                </a:cubicBezTo>
                <a:cubicBezTo>
                  <a:pt x="23345" y="13861"/>
                  <a:pt x="23405" y="13800"/>
                  <a:pt x="23618" y="13769"/>
                </a:cubicBezTo>
                <a:lnTo>
                  <a:pt x="23466" y="13648"/>
                </a:lnTo>
                <a:cubicBezTo>
                  <a:pt x="23375" y="13557"/>
                  <a:pt x="23497" y="13496"/>
                  <a:pt x="23466" y="13435"/>
                </a:cubicBezTo>
                <a:lnTo>
                  <a:pt x="23375" y="13283"/>
                </a:lnTo>
                <a:cubicBezTo>
                  <a:pt x="23421" y="13237"/>
                  <a:pt x="23474" y="13215"/>
                  <a:pt x="23527" y="13215"/>
                </a:cubicBezTo>
                <a:cubicBezTo>
                  <a:pt x="23580" y="13215"/>
                  <a:pt x="23633" y="13237"/>
                  <a:pt x="23679" y="13283"/>
                </a:cubicBezTo>
                <a:cubicBezTo>
                  <a:pt x="23700" y="13305"/>
                  <a:pt x="23737" y="13326"/>
                  <a:pt x="23768" y="13326"/>
                </a:cubicBezTo>
                <a:cubicBezTo>
                  <a:pt x="23780" y="13326"/>
                  <a:pt x="23792" y="13322"/>
                  <a:pt x="23801" y="13313"/>
                </a:cubicBezTo>
                <a:cubicBezTo>
                  <a:pt x="23801" y="13264"/>
                  <a:pt x="23821" y="13214"/>
                  <a:pt x="23894" y="13214"/>
                </a:cubicBezTo>
                <a:close/>
                <a:moveTo>
                  <a:pt x="11458" y="13515"/>
                </a:moveTo>
                <a:cubicBezTo>
                  <a:pt x="11477" y="13515"/>
                  <a:pt x="11498" y="13519"/>
                  <a:pt x="11521" y="13526"/>
                </a:cubicBezTo>
                <a:cubicBezTo>
                  <a:pt x="11551" y="13526"/>
                  <a:pt x="11551" y="13557"/>
                  <a:pt x="11551" y="13617"/>
                </a:cubicBezTo>
                <a:cubicBezTo>
                  <a:pt x="11581" y="13709"/>
                  <a:pt x="11581" y="13769"/>
                  <a:pt x="11460" y="13769"/>
                </a:cubicBezTo>
                <a:cubicBezTo>
                  <a:pt x="11369" y="13800"/>
                  <a:pt x="11308" y="13830"/>
                  <a:pt x="11247" y="13861"/>
                </a:cubicBezTo>
                <a:lnTo>
                  <a:pt x="11126" y="13891"/>
                </a:lnTo>
                <a:cubicBezTo>
                  <a:pt x="11106" y="13894"/>
                  <a:pt x="11089" y="13896"/>
                  <a:pt x="11072" y="13896"/>
                </a:cubicBezTo>
                <a:cubicBezTo>
                  <a:pt x="10932" y="13896"/>
                  <a:pt x="10889" y="13784"/>
                  <a:pt x="10943" y="13648"/>
                </a:cubicBezTo>
                <a:lnTo>
                  <a:pt x="10943" y="13648"/>
                </a:lnTo>
                <a:lnTo>
                  <a:pt x="11186" y="13678"/>
                </a:lnTo>
                <a:cubicBezTo>
                  <a:pt x="11247" y="13678"/>
                  <a:pt x="11308" y="13678"/>
                  <a:pt x="11369" y="13617"/>
                </a:cubicBezTo>
                <a:cubicBezTo>
                  <a:pt x="11369" y="13549"/>
                  <a:pt x="11403" y="13515"/>
                  <a:pt x="11458" y="13515"/>
                </a:cubicBezTo>
                <a:close/>
                <a:moveTo>
                  <a:pt x="55716" y="13587"/>
                </a:moveTo>
                <a:lnTo>
                  <a:pt x="55959" y="13648"/>
                </a:lnTo>
                <a:cubicBezTo>
                  <a:pt x="55971" y="13654"/>
                  <a:pt x="55985" y="13656"/>
                  <a:pt x="55999" y="13656"/>
                </a:cubicBezTo>
                <a:cubicBezTo>
                  <a:pt x="56056" y="13656"/>
                  <a:pt x="56129" y="13617"/>
                  <a:pt x="56202" y="13617"/>
                </a:cubicBezTo>
                <a:lnTo>
                  <a:pt x="56294" y="13617"/>
                </a:lnTo>
                <a:cubicBezTo>
                  <a:pt x="56334" y="13617"/>
                  <a:pt x="56442" y="13604"/>
                  <a:pt x="56528" y="13604"/>
                </a:cubicBezTo>
                <a:cubicBezTo>
                  <a:pt x="56570" y="13604"/>
                  <a:pt x="56608" y="13607"/>
                  <a:pt x="56628" y="13617"/>
                </a:cubicBezTo>
                <a:cubicBezTo>
                  <a:pt x="56658" y="13648"/>
                  <a:pt x="56871" y="13800"/>
                  <a:pt x="56810" y="13830"/>
                </a:cubicBezTo>
                <a:cubicBezTo>
                  <a:pt x="56802" y="13847"/>
                  <a:pt x="56789" y="13855"/>
                  <a:pt x="56772" y="13855"/>
                </a:cubicBezTo>
                <a:cubicBezTo>
                  <a:pt x="56729" y="13855"/>
                  <a:pt x="56663" y="13805"/>
                  <a:pt x="56598" y="13739"/>
                </a:cubicBezTo>
                <a:lnTo>
                  <a:pt x="56385" y="13861"/>
                </a:lnTo>
                <a:lnTo>
                  <a:pt x="56202" y="13921"/>
                </a:lnTo>
                <a:cubicBezTo>
                  <a:pt x="55868" y="13891"/>
                  <a:pt x="55655" y="13739"/>
                  <a:pt x="55716" y="13587"/>
                </a:cubicBezTo>
                <a:close/>
                <a:moveTo>
                  <a:pt x="57848" y="13412"/>
                </a:moveTo>
                <a:cubicBezTo>
                  <a:pt x="57905" y="13412"/>
                  <a:pt x="57965" y="13420"/>
                  <a:pt x="57996" y="13435"/>
                </a:cubicBezTo>
                <a:cubicBezTo>
                  <a:pt x="58087" y="13465"/>
                  <a:pt x="58208" y="13496"/>
                  <a:pt x="58300" y="13496"/>
                </a:cubicBezTo>
                <a:cubicBezTo>
                  <a:pt x="58349" y="13471"/>
                  <a:pt x="58537" y="13427"/>
                  <a:pt x="58640" y="13427"/>
                </a:cubicBezTo>
                <a:cubicBezTo>
                  <a:pt x="58664" y="13427"/>
                  <a:pt x="58683" y="13429"/>
                  <a:pt x="58695" y="13435"/>
                </a:cubicBezTo>
                <a:cubicBezTo>
                  <a:pt x="58725" y="13496"/>
                  <a:pt x="58512" y="13617"/>
                  <a:pt x="58208" y="13739"/>
                </a:cubicBezTo>
                <a:lnTo>
                  <a:pt x="58056" y="13617"/>
                </a:lnTo>
                <a:lnTo>
                  <a:pt x="58026" y="13617"/>
                </a:lnTo>
                <a:cubicBezTo>
                  <a:pt x="58026" y="13596"/>
                  <a:pt x="57996" y="13574"/>
                  <a:pt x="57946" y="13574"/>
                </a:cubicBezTo>
                <a:cubicBezTo>
                  <a:pt x="57925" y="13574"/>
                  <a:pt x="57901" y="13578"/>
                  <a:pt x="57874" y="13587"/>
                </a:cubicBezTo>
                <a:cubicBezTo>
                  <a:pt x="57753" y="13678"/>
                  <a:pt x="57661" y="13800"/>
                  <a:pt x="57601" y="13921"/>
                </a:cubicBezTo>
                <a:lnTo>
                  <a:pt x="57479" y="13921"/>
                </a:lnTo>
                <a:cubicBezTo>
                  <a:pt x="57418" y="13921"/>
                  <a:pt x="57388" y="13830"/>
                  <a:pt x="57388" y="13769"/>
                </a:cubicBezTo>
                <a:cubicBezTo>
                  <a:pt x="57418" y="13739"/>
                  <a:pt x="57236" y="13739"/>
                  <a:pt x="57175" y="13739"/>
                </a:cubicBezTo>
                <a:cubicBezTo>
                  <a:pt x="57114" y="13739"/>
                  <a:pt x="57053" y="13709"/>
                  <a:pt x="57053" y="13709"/>
                </a:cubicBezTo>
                <a:cubicBezTo>
                  <a:pt x="57114" y="13648"/>
                  <a:pt x="57175" y="13557"/>
                  <a:pt x="57266" y="13496"/>
                </a:cubicBezTo>
                <a:cubicBezTo>
                  <a:pt x="57278" y="13490"/>
                  <a:pt x="57293" y="13488"/>
                  <a:pt x="57310" y="13488"/>
                </a:cubicBezTo>
                <a:cubicBezTo>
                  <a:pt x="57382" y="13488"/>
                  <a:pt x="57491" y="13532"/>
                  <a:pt x="57540" y="13557"/>
                </a:cubicBezTo>
                <a:cubicBezTo>
                  <a:pt x="57544" y="13561"/>
                  <a:pt x="57550" y="13563"/>
                  <a:pt x="57557" y="13563"/>
                </a:cubicBezTo>
                <a:cubicBezTo>
                  <a:pt x="57602" y="13563"/>
                  <a:pt x="57696" y="13488"/>
                  <a:pt x="57722" y="13435"/>
                </a:cubicBezTo>
                <a:cubicBezTo>
                  <a:pt x="57737" y="13420"/>
                  <a:pt x="57791" y="13412"/>
                  <a:pt x="57848" y="13412"/>
                </a:cubicBezTo>
                <a:close/>
                <a:moveTo>
                  <a:pt x="59819" y="13526"/>
                </a:moveTo>
                <a:cubicBezTo>
                  <a:pt x="59880" y="13526"/>
                  <a:pt x="60063" y="13617"/>
                  <a:pt x="60032" y="13617"/>
                </a:cubicBezTo>
                <a:cubicBezTo>
                  <a:pt x="60032" y="13648"/>
                  <a:pt x="60063" y="13678"/>
                  <a:pt x="60154" y="13678"/>
                </a:cubicBezTo>
                <a:lnTo>
                  <a:pt x="60215" y="13739"/>
                </a:lnTo>
                <a:cubicBezTo>
                  <a:pt x="60275" y="13800"/>
                  <a:pt x="60519" y="13769"/>
                  <a:pt x="60397" y="13891"/>
                </a:cubicBezTo>
                <a:cubicBezTo>
                  <a:pt x="60336" y="13921"/>
                  <a:pt x="60275" y="13937"/>
                  <a:pt x="60215" y="13937"/>
                </a:cubicBezTo>
                <a:cubicBezTo>
                  <a:pt x="60154" y="13937"/>
                  <a:pt x="60093" y="13921"/>
                  <a:pt x="60032" y="13891"/>
                </a:cubicBezTo>
                <a:lnTo>
                  <a:pt x="59911" y="13800"/>
                </a:lnTo>
                <a:cubicBezTo>
                  <a:pt x="59759" y="13648"/>
                  <a:pt x="59728" y="13526"/>
                  <a:pt x="59819" y="13526"/>
                </a:cubicBezTo>
                <a:close/>
                <a:moveTo>
                  <a:pt x="41743" y="13044"/>
                </a:moveTo>
                <a:cubicBezTo>
                  <a:pt x="41801" y="13044"/>
                  <a:pt x="41865" y="13080"/>
                  <a:pt x="41886" y="13101"/>
                </a:cubicBezTo>
                <a:cubicBezTo>
                  <a:pt x="41916" y="13131"/>
                  <a:pt x="41856" y="13253"/>
                  <a:pt x="41795" y="13313"/>
                </a:cubicBezTo>
                <a:cubicBezTo>
                  <a:pt x="41734" y="13344"/>
                  <a:pt x="41795" y="13435"/>
                  <a:pt x="41886" y="13496"/>
                </a:cubicBezTo>
                <a:lnTo>
                  <a:pt x="42068" y="13496"/>
                </a:lnTo>
                <a:cubicBezTo>
                  <a:pt x="42099" y="13481"/>
                  <a:pt x="42152" y="13473"/>
                  <a:pt x="42198" y="13473"/>
                </a:cubicBezTo>
                <a:cubicBezTo>
                  <a:pt x="42243" y="13473"/>
                  <a:pt x="42281" y="13481"/>
                  <a:pt x="42281" y="13496"/>
                </a:cubicBezTo>
                <a:lnTo>
                  <a:pt x="42342" y="13587"/>
                </a:lnTo>
                <a:cubicBezTo>
                  <a:pt x="42433" y="13617"/>
                  <a:pt x="42433" y="13678"/>
                  <a:pt x="42342" y="13678"/>
                </a:cubicBezTo>
                <a:lnTo>
                  <a:pt x="42160" y="13678"/>
                </a:lnTo>
                <a:cubicBezTo>
                  <a:pt x="42068" y="13709"/>
                  <a:pt x="42008" y="13830"/>
                  <a:pt x="42038" y="13921"/>
                </a:cubicBezTo>
                <a:lnTo>
                  <a:pt x="41886" y="13921"/>
                </a:lnTo>
                <a:cubicBezTo>
                  <a:pt x="41734" y="13921"/>
                  <a:pt x="41825" y="13800"/>
                  <a:pt x="41795" y="13739"/>
                </a:cubicBezTo>
                <a:cubicBezTo>
                  <a:pt x="41704" y="13709"/>
                  <a:pt x="41612" y="13678"/>
                  <a:pt x="41521" y="13678"/>
                </a:cubicBezTo>
                <a:cubicBezTo>
                  <a:pt x="41460" y="13678"/>
                  <a:pt x="41400" y="13709"/>
                  <a:pt x="41400" y="13739"/>
                </a:cubicBezTo>
                <a:lnTo>
                  <a:pt x="41460" y="13739"/>
                </a:lnTo>
                <a:lnTo>
                  <a:pt x="41460" y="13769"/>
                </a:lnTo>
                <a:cubicBezTo>
                  <a:pt x="41491" y="13830"/>
                  <a:pt x="41460" y="13891"/>
                  <a:pt x="41400" y="13891"/>
                </a:cubicBezTo>
                <a:lnTo>
                  <a:pt x="41339" y="13891"/>
                </a:lnTo>
                <a:cubicBezTo>
                  <a:pt x="41217" y="13891"/>
                  <a:pt x="41126" y="13830"/>
                  <a:pt x="41035" y="13830"/>
                </a:cubicBezTo>
                <a:cubicBezTo>
                  <a:pt x="40974" y="13830"/>
                  <a:pt x="40913" y="13861"/>
                  <a:pt x="40913" y="13921"/>
                </a:cubicBezTo>
                <a:cubicBezTo>
                  <a:pt x="40894" y="13979"/>
                  <a:pt x="40850" y="14000"/>
                  <a:pt x="40805" y="14000"/>
                </a:cubicBezTo>
                <a:cubicBezTo>
                  <a:pt x="40780" y="14000"/>
                  <a:pt x="40753" y="13993"/>
                  <a:pt x="40731" y="13982"/>
                </a:cubicBezTo>
                <a:lnTo>
                  <a:pt x="40701" y="13952"/>
                </a:lnTo>
                <a:cubicBezTo>
                  <a:pt x="40701" y="13921"/>
                  <a:pt x="40594" y="13906"/>
                  <a:pt x="40427" y="13906"/>
                </a:cubicBezTo>
                <a:cubicBezTo>
                  <a:pt x="40424" y="13906"/>
                  <a:pt x="40420" y="13906"/>
                  <a:pt x="40417" y="13906"/>
                </a:cubicBezTo>
                <a:lnTo>
                  <a:pt x="40417" y="13906"/>
                </a:lnTo>
                <a:lnTo>
                  <a:pt x="40397" y="13921"/>
                </a:lnTo>
                <a:cubicBezTo>
                  <a:pt x="40376" y="13917"/>
                  <a:pt x="40356" y="13913"/>
                  <a:pt x="40335" y="13908"/>
                </a:cubicBezTo>
                <a:lnTo>
                  <a:pt x="40335" y="13908"/>
                </a:lnTo>
                <a:cubicBezTo>
                  <a:pt x="40181" y="13912"/>
                  <a:pt x="39990" y="13927"/>
                  <a:pt x="39789" y="13952"/>
                </a:cubicBezTo>
                <a:lnTo>
                  <a:pt x="39667" y="13921"/>
                </a:lnTo>
                <a:lnTo>
                  <a:pt x="39454" y="13861"/>
                </a:lnTo>
                <a:cubicBezTo>
                  <a:pt x="39439" y="13921"/>
                  <a:pt x="39409" y="13952"/>
                  <a:pt x="39371" y="13952"/>
                </a:cubicBezTo>
                <a:cubicBezTo>
                  <a:pt x="39333" y="13952"/>
                  <a:pt x="39287" y="13921"/>
                  <a:pt x="39242" y="13861"/>
                </a:cubicBezTo>
                <a:lnTo>
                  <a:pt x="39150" y="13800"/>
                </a:lnTo>
                <a:lnTo>
                  <a:pt x="38998" y="13709"/>
                </a:lnTo>
                <a:cubicBezTo>
                  <a:pt x="39029" y="13617"/>
                  <a:pt x="39059" y="13526"/>
                  <a:pt x="39090" y="13435"/>
                </a:cubicBezTo>
                <a:lnTo>
                  <a:pt x="39181" y="13435"/>
                </a:lnTo>
                <a:cubicBezTo>
                  <a:pt x="39242" y="13496"/>
                  <a:pt x="39333" y="13587"/>
                  <a:pt x="39394" y="13678"/>
                </a:cubicBezTo>
                <a:lnTo>
                  <a:pt x="39576" y="13587"/>
                </a:lnTo>
                <a:lnTo>
                  <a:pt x="39637" y="13587"/>
                </a:lnTo>
                <a:cubicBezTo>
                  <a:pt x="39653" y="13590"/>
                  <a:pt x="39668" y="13592"/>
                  <a:pt x="39682" y="13592"/>
                </a:cubicBezTo>
                <a:cubicBezTo>
                  <a:pt x="39795" y="13592"/>
                  <a:pt x="39816" y="13489"/>
                  <a:pt x="39789" y="13435"/>
                </a:cubicBezTo>
                <a:cubicBezTo>
                  <a:pt x="39746" y="13414"/>
                  <a:pt x="39703" y="13392"/>
                  <a:pt x="39670" y="13392"/>
                </a:cubicBezTo>
                <a:cubicBezTo>
                  <a:pt x="39657" y="13392"/>
                  <a:pt x="39646" y="13396"/>
                  <a:pt x="39637" y="13405"/>
                </a:cubicBezTo>
                <a:lnTo>
                  <a:pt x="39576" y="13405"/>
                </a:lnTo>
                <a:cubicBezTo>
                  <a:pt x="39515" y="13405"/>
                  <a:pt x="39485" y="13405"/>
                  <a:pt x="39454" y="13344"/>
                </a:cubicBezTo>
                <a:cubicBezTo>
                  <a:pt x="39454" y="13313"/>
                  <a:pt x="39485" y="13253"/>
                  <a:pt x="39515" y="13253"/>
                </a:cubicBezTo>
                <a:lnTo>
                  <a:pt x="39637" y="13253"/>
                </a:lnTo>
                <a:cubicBezTo>
                  <a:pt x="39700" y="13240"/>
                  <a:pt x="39757" y="13233"/>
                  <a:pt x="39812" y="13233"/>
                </a:cubicBezTo>
                <a:cubicBezTo>
                  <a:pt x="39889" y="13233"/>
                  <a:pt x="39961" y="13247"/>
                  <a:pt x="40032" y="13283"/>
                </a:cubicBezTo>
                <a:lnTo>
                  <a:pt x="40032" y="13374"/>
                </a:lnTo>
                <a:cubicBezTo>
                  <a:pt x="40001" y="13496"/>
                  <a:pt x="40123" y="13648"/>
                  <a:pt x="40184" y="13678"/>
                </a:cubicBezTo>
                <a:cubicBezTo>
                  <a:pt x="40336" y="13678"/>
                  <a:pt x="40488" y="13648"/>
                  <a:pt x="40640" y="13587"/>
                </a:cubicBezTo>
                <a:cubicBezTo>
                  <a:pt x="40668" y="13568"/>
                  <a:pt x="40688" y="13561"/>
                  <a:pt x="40701" y="13561"/>
                </a:cubicBezTo>
                <a:cubicBezTo>
                  <a:pt x="40731" y="13561"/>
                  <a:pt x="40731" y="13596"/>
                  <a:pt x="40731" y="13617"/>
                </a:cubicBezTo>
                <a:cubicBezTo>
                  <a:pt x="40688" y="13661"/>
                  <a:pt x="40660" y="13704"/>
                  <a:pt x="40625" y="13737"/>
                </a:cubicBezTo>
                <a:lnTo>
                  <a:pt x="40625" y="13737"/>
                </a:lnTo>
                <a:cubicBezTo>
                  <a:pt x="40550" y="13728"/>
                  <a:pt x="40473" y="13724"/>
                  <a:pt x="40397" y="13724"/>
                </a:cubicBezTo>
                <a:cubicBezTo>
                  <a:pt x="40252" y="13724"/>
                  <a:pt x="40108" y="13739"/>
                  <a:pt x="39971" y="13769"/>
                </a:cubicBezTo>
                <a:cubicBezTo>
                  <a:pt x="40076" y="13822"/>
                  <a:pt x="40204" y="13875"/>
                  <a:pt x="40335" y="13908"/>
                </a:cubicBezTo>
                <a:lnTo>
                  <a:pt x="40335" y="13908"/>
                </a:lnTo>
                <a:cubicBezTo>
                  <a:pt x="40364" y="13907"/>
                  <a:pt x="40391" y="13906"/>
                  <a:pt x="40417" y="13906"/>
                </a:cubicBezTo>
                <a:lnTo>
                  <a:pt x="40417" y="13906"/>
                </a:lnTo>
                <a:lnTo>
                  <a:pt x="40518" y="13830"/>
                </a:lnTo>
                <a:lnTo>
                  <a:pt x="40579" y="13769"/>
                </a:lnTo>
                <a:cubicBezTo>
                  <a:pt x="40596" y="13761"/>
                  <a:pt x="40611" y="13750"/>
                  <a:pt x="40625" y="13737"/>
                </a:cubicBezTo>
                <a:lnTo>
                  <a:pt x="40625" y="13737"/>
                </a:lnTo>
                <a:cubicBezTo>
                  <a:pt x="40692" y="13744"/>
                  <a:pt x="40758" y="13755"/>
                  <a:pt x="40822" y="13769"/>
                </a:cubicBezTo>
                <a:lnTo>
                  <a:pt x="40822" y="13739"/>
                </a:lnTo>
                <a:cubicBezTo>
                  <a:pt x="40883" y="13587"/>
                  <a:pt x="40974" y="13557"/>
                  <a:pt x="41126" y="13557"/>
                </a:cubicBezTo>
                <a:lnTo>
                  <a:pt x="41156" y="13557"/>
                </a:lnTo>
                <a:cubicBezTo>
                  <a:pt x="41174" y="13548"/>
                  <a:pt x="41195" y="13544"/>
                  <a:pt x="41215" y="13544"/>
                </a:cubicBezTo>
                <a:cubicBezTo>
                  <a:pt x="41265" y="13544"/>
                  <a:pt x="41317" y="13566"/>
                  <a:pt x="41339" y="13587"/>
                </a:cubicBezTo>
                <a:cubicBezTo>
                  <a:pt x="41342" y="13590"/>
                  <a:pt x="41347" y="13592"/>
                  <a:pt x="41354" y="13592"/>
                </a:cubicBezTo>
                <a:cubicBezTo>
                  <a:pt x="41408" y="13592"/>
                  <a:pt x="41558" y="13492"/>
                  <a:pt x="41612" y="13465"/>
                </a:cubicBezTo>
                <a:cubicBezTo>
                  <a:pt x="41673" y="13435"/>
                  <a:pt x="41612" y="13131"/>
                  <a:pt x="41673" y="13070"/>
                </a:cubicBezTo>
                <a:cubicBezTo>
                  <a:pt x="41692" y="13051"/>
                  <a:pt x="41717" y="13044"/>
                  <a:pt x="41743" y="13044"/>
                </a:cubicBezTo>
                <a:close/>
                <a:moveTo>
                  <a:pt x="65716" y="13830"/>
                </a:moveTo>
                <a:cubicBezTo>
                  <a:pt x="65777" y="13830"/>
                  <a:pt x="65868" y="13830"/>
                  <a:pt x="65899" y="13891"/>
                </a:cubicBezTo>
                <a:cubicBezTo>
                  <a:pt x="65929" y="13921"/>
                  <a:pt x="65868" y="14013"/>
                  <a:pt x="65868" y="14043"/>
                </a:cubicBezTo>
                <a:lnTo>
                  <a:pt x="65260" y="14043"/>
                </a:lnTo>
                <a:cubicBezTo>
                  <a:pt x="65108" y="14013"/>
                  <a:pt x="65048" y="13982"/>
                  <a:pt x="65169" y="13982"/>
                </a:cubicBezTo>
                <a:lnTo>
                  <a:pt x="65139" y="13982"/>
                </a:lnTo>
                <a:cubicBezTo>
                  <a:pt x="65351" y="13952"/>
                  <a:pt x="65534" y="13891"/>
                  <a:pt x="65716" y="13830"/>
                </a:cubicBezTo>
                <a:close/>
                <a:moveTo>
                  <a:pt x="14375" y="13605"/>
                </a:moveTo>
                <a:cubicBezTo>
                  <a:pt x="14388" y="13605"/>
                  <a:pt x="14399" y="13609"/>
                  <a:pt x="14408" y="13617"/>
                </a:cubicBezTo>
                <a:lnTo>
                  <a:pt x="14439" y="13617"/>
                </a:lnTo>
                <a:cubicBezTo>
                  <a:pt x="14439" y="13709"/>
                  <a:pt x="14408" y="13800"/>
                  <a:pt x="14378" y="13891"/>
                </a:cubicBezTo>
                <a:cubicBezTo>
                  <a:pt x="14347" y="13952"/>
                  <a:pt x="14256" y="14073"/>
                  <a:pt x="14195" y="14073"/>
                </a:cubicBezTo>
                <a:cubicBezTo>
                  <a:pt x="14191" y="14076"/>
                  <a:pt x="14185" y="14077"/>
                  <a:pt x="14179" y="14077"/>
                </a:cubicBezTo>
                <a:cubicBezTo>
                  <a:pt x="14103" y="14077"/>
                  <a:pt x="13915" y="13921"/>
                  <a:pt x="13831" y="13921"/>
                </a:cubicBezTo>
                <a:cubicBezTo>
                  <a:pt x="13709" y="13921"/>
                  <a:pt x="13709" y="13891"/>
                  <a:pt x="13831" y="13861"/>
                </a:cubicBezTo>
                <a:lnTo>
                  <a:pt x="13922" y="13891"/>
                </a:lnTo>
                <a:lnTo>
                  <a:pt x="14165" y="13921"/>
                </a:lnTo>
                <a:cubicBezTo>
                  <a:pt x="14226" y="13830"/>
                  <a:pt x="14256" y="13739"/>
                  <a:pt x="14256" y="13648"/>
                </a:cubicBezTo>
                <a:lnTo>
                  <a:pt x="14287" y="13648"/>
                </a:lnTo>
                <a:cubicBezTo>
                  <a:pt x="14308" y="13626"/>
                  <a:pt x="14345" y="13605"/>
                  <a:pt x="14375" y="13605"/>
                </a:cubicBezTo>
                <a:close/>
                <a:moveTo>
                  <a:pt x="38512" y="13344"/>
                </a:moveTo>
                <a:cubicBezTo>
                  <a:pt x="38573" y="13405"/>
                  <a:pt x="38664" y="13496"/>
                  <a:pt x="38694" y="13526"/>
                </a:cubicBezTo>
                <a:lnTo>
                  <a:pt x="38725" y="13557"/>
                </a:lnTo>
                <a:lnTo>
                  <a:pt x="38968" y="13739"/>
                </a:lnTo>
                <a:cubicBezTo>
                  <a:pt x="38846" y="13830"/>
                  <a:pt x="38755" y="13982"/>
                  <a:pt x="38786" y="14013"/>
                </a:cubicBezTo>
                <a:cubicBezTo>
                  <a:pt x="38786" y="14043"/>
                  <a:pt x="38755" y="14073"/>
                  <a:pt x="38694" y="14073"/>
                </a:cubicBezTo>
                <a:lnTo>
                  <a:pt x="38573" y="14073"/>
                </a:lnTo>
                <a:cubicBezTo>
                  <a:pt x="38500" y="14090"/>
                  <a:pt x="38433" y="14097"/>
                  <a:pt x="38375" y="14097"/>
                </a:cubicBezTo>
                <a:cubicBezTo>
                  <a:pt x="38217" y="14097"/>
                  <a:pt x="38125" y="14041"/>
                  <a:pt x="38147" y="13952"/>
                </a:cubicBezTo>
                <a:lnTo>
                  <a:pt x="38208" y="13891"/>
                </a:lnTo>
                <a:lnTo>
                  <a:pt x="38299" y="13769"/>
                </a:lnTo>
                <a:cubicBezTo>
                  <a:pt x="38376" y="13795"/>
                  <a:pt x="38443" y="13804"/>
                  <a:pt x="38491" y="13804"/>
                </a:cubicBezTo>
                <a:cubicBezTo>
                  <a:pt x="38557" y="13804"/>
                  <a:pt x="38590" y="13787"/>
                  <a:pt x="38573" y="13769"/>
                </a:cubicBezTo>
                <a:cubicBezTo>
                  <a:pt x="38451" y="13648"/>
                  <a:pt x="38330" y="13526"/>
                  <a:pt x="38208" y="13435"/>
                </a:cubicBezTo>
                <a:cubicBezTo>
                  <a:pt x="38147" y="13374"/>
                  <a:pt x="38208" y="13344"/>
                  <a:pt x="38299" y="13344"/>
                </a:cubicBezTo>
                <a:close/>
                <a:moveTo>
                  <a:pt x="35928" y="13557"/>
                </a:moveTo>
                <a:cubicBezTo>
                  <a:pt x="35959" y="13557"/>
                  <a:pt x="36020" y="13617"/>
                  <a:pt x="36050" y="13617"/>
                </a:cubicBezTo>
                <a:lnTo>
                  <a:pt x="35898" y="14013"/>
                </a:lnTo>
                <a:lnTo>
                  <a:pt x="35868" y="14104"/>
                </a:lnTo>
                <a:cubicBezTo>
                  <a:pt x="35861" y="14130"/>
                  <a:pt x="35836" y="14141"/>
                  <a:pt x="35800" y="14141"/>
                </a:cubicBezTo>
                <a:cubicBezTo>
                  <a:pt x="35762" y="14141"/>
                  <a:pt x="35712" y="14129"/>
                  <a:pt x="35657" y="14111"/>
                </a:cubicBezTo>
                <a:lnTo>
                  <a:pt x="35657" y="14111"/>
                </a:lnTo>
                <a:cubicBezTo>
                  <a:pt x="35695" y="14081"/>
                  <a:pt x="35730" y="14032"/>
                  <a:pt x="35746" y="13982"/>
                </a:cubicBezTo>
                <a:lnTo>
                  <a:pt x="35776" y="13891"/>
                </a:lnTo>
                <a:lnTo>
                  <a:pt x="35837" y="13830"/>
                </a:lnTo>
                <a:cubicBezTo>
                  <a:pt x="35776" y="13769"/>
                  <a:pt x="35807" y="13678"/>
                  <a:pt x="35868" y="13617"/>
                </a:cubicBezTo>
                <a:lnTo>
                  <a:pt x="35928" y="13557"/>
                </a:lnTo>
                <a:close/>
                <a:moveTo>
                  <a:pt x="53498" y="13885"/>
                </a:moveTo>
                <a:cubicBezTo>
                  <a:pt x="53509" y="13885"/>
                  <a:pt x="53519" y="13887"/>
                  <a:pt x="53528" y="13891"/>
                </a:cubicBezTo>
                <a:lnTo>
                  <a:pt x="53680" y="13952"/>
                </a:lnTo>
                <a:cubicBezTo>
                  <a:pt x="53831" y="14073"/>
                  <a:pt x="53892" y="14195"/>
                  <a:pt x="53831" y="14195"/>
                </a:cubicBezTo>
                <a:lnTo>
                  <a:pt x="53831" y="14165"/>
                </a:lnTo>
                <a:cubicBezTo>
                  <a:pt x="53771" y="14165"/>
                  <a:pt x="53680" y="14134"/>
                  <a:pt x="53710" y="14104"/>
                </a:cubicBezTo>
                <a:cubicBezTo>
                  <a:pt x="53710" y="14073"/>
                  <a:pt x="53649" y="14043"/>
                  <a:pt x="53558" y="14043"/>
                </a:cubicBezTo>
                <a:lnTo>
                  <a:pt x="53406" y="14043"/>
                </a:lnTo>
                <a:cubicBezTo>
                  <a:pt x="53379" y="14052"/>
                  <a:pt x="53353" y="14056"/>
                  <a:pt x="53328" y="14056"/>
                </a:cubicBezTo>
                <a:cubicBezTo>
                  <a:pt x="53269" y="14056"/>
                  <a:pt x="53224" y="14034"/>
                  <a:pt x="53224" y="14013"/>
                </a:cubicBezTo>
                <a:cubicBezTo>
                  <a:pt x="53302" y="13960"/>
                  <a:pt x="53426" y="13885"/>
                  <a:pt x="53498" y="13885"/>
                </a:cubicBezTo>
                <a:close/>
                <a:moveTo>
                  <a:pt x="35427" y="14058"/>
                </a:moveTo>
                <a:cubicBezTo>
                  <a:pt x="35465" y="14058"/>
                  <a:pt x="35503" y="14073"/>
                  <a:pt x="35533" y="14104"/>
                </a:cubicBezTo>
                <a:lnTo>
                  <a:pt x="35564" y="14134"/>
                </a:lnTo>
                <a:cubicBezTo>
                  <a:pt x="35569" y="14137"/>
                  <a:pt x="35575" y="14139"/>
                  <a:pt x="35580" y="14139"/>
                </a:cubicBezTo>
                <a:lnTo>
                  <a:pt x="35580" y="14139"/>
                </a:lnTo>
                <a:cubicBezTo>
                  <a:pt x="35575" y="14158"/>
                  <a:pt x="35570" y="14176"/>
                  <a:pt x="35564" y="14195"/>
                </a:cubicBezTo>
                <a:lnTo>
                  <a:pt x="35472" y="14225"/>
                </a:lnTo>
                <a:cubicBezTo>
                  <a:pt x="35321" y="14225"/>
                  <a:pt x="35290" y="14195"/>
                  <a:pt x="35321" y="14104"/>
                </a:cubicBezTo>
                <a:cubicBezTo>
                  <a:pt x="35351" y="14073"/>
                  <a:pt x="35389" y="14058"/>
                  <a:pt x="35427" y="14058"/>
                </a:cubicBezTo>
                <a:close/>
                <a:moveTo>
                  <a:pt x="35442" y="13617"/>
                </a:moveTo>
                <a:cubicBezTo>
                  <a:pt x="35574" y="13670"/>
                  <a:pt x="35637" y="13860"/>
                  <a:pt x="35592" y="14088"/>
                </a:cubicBezTo>
                <a:lnTo>
                  <a:pt x="35592" y="14088"/>
                </a:lnTo>
                <a:cubicBezTo>
                  <a:pt x="35473" y="14043"/>
                  <a:pt x="35348" y="13980"/>
                  <a:pt x="35290" y="13952"/>
                </a:cubicBezTo>
                <a:cubicBezTo>
                  <a:pt x="35194" y="13894"/>
                  <a:pt x="35122" y="13873"/>
                  <a:pt x="35082" y="13873"/>
                </a:cubicBezTo>
                <a:cubicBezTo>
                  <a:pt x="35059" y="13873"/>
                  <a:pt x="35047" y="13880"/>
                  <a:pt x="35047" y="13891"/>
                </a:cubicBezTo>
                <a:cubicBezTo>
                  <a:pt x="35108" y="13952"/>
                  <a:pt x="35290" y="14043"/>
                  <a:pt x="35169" y="14104"/>
                </a:cubicBezTo>
                <a:cubicBezTo>
                  <a:pt x="35144" y="14129"/>
                  <a:pt x="35121" y="14138"/>
                  <a:pt x="35099" y="14138"/>
                </a:cubicBezTo>
                <a:cubicBezTo>
                  <a:pt x="35042" y="14138"/>
                  <a:pt x="34992" y="14073"/>
                  <a:pt x="34925" y="14073"/>
                </a:cubicBezTo>
                <a:lnTo>
                  <a:pt x="34865" y="14073"/>
                </a:lnTo>
                <a:cubicBezTo>
                  <a:pt x="34847" y="14091"/>
                  <a:pt x="34813" y="14099"/>
                  <a:pt x="34773" y="14099"/>
                </a:cubicBezTo>
                <a:cubicBezTo>
                  <a:pt x="34674" y="14099"/>
                  <a:pt x="34534" y="14056"/>
                  <a:pt x="34469" y="14013"/>
                </a:cubicBezTo>
                <a:cubicBezTo>
                  <a:pt x="34455" y="14003"/>
                  <a:pt x="34440" y="13998"/>
                  <a:pt x="34426" y="13998"/>
                </a:cubicBezTo>
                <a:cubicBezTo>
                  <a:pt x="34351" y="13998"/>
                  <a:pt x="34287" y="14114"/>
                  <a:pt x="34287" y="14165"/>
                </a:cubicBezTo>
                <a:cubicBezTo>
                  <a:pt x="34287" y="14192"/>
                  <a:pt x="34212" y="14321"/>
                  <a:pt x="34129" y="14321"/>
                </a:cubicBezTo>
                <a:cubicBezTo>
                  <a:pt x="34121" y="14321"/>
                  <a:pt x="34113" y="14319"/>
                  <a:pt x="34105" y="14317"/>
                </a:cubicBezTo>
                <a:cubicBezTo>
                  <a:pt x="34044" y="14286"/>
                  <a:pt x="33983" y="14256"/>
                  <a:pt x="33922" y="14225"/>
                </a:cubicBezTo>
                <a:cubicBezTo>
                  <a:pt x="33869" y="14279"/>
                  <a:pt x="33820" y="14298"/>
                  <a:pt x="33777" y="14298"/>
                </a:cubicBezTo>
                <a:cubicBezTo>
                  <a:pt x="33674" y="14298"/>
                  <a:pt x="33600" y="14186"/>
                  <a:pt x="33558" y="14165"/>
                </a:cubicBezTo>
                <a:cubicBezTo>
                  <a:pt x="33497" y="14134"/>
                  <a:pt x="33345" y="14134"/>
                  <a:pt x="33375" y="14043"/>
                </a:cubicBezTo>
                <a:cubicBezTo>
                  <a:pt x="33406" y="13921"/>
                  <a:pt x="33406" y="13800"/>
                  <a:pt x="33497" y="13739"/>
                </a:cubicBezTo>
                <a:lnTo>
                  <a:pt x="33649" y="13648"/>
                </a:lnTo>
                <a:cubicBezTo>
                  <a:pt x="33770" y="13769"/>
                  <a:pt x="33831" y="13861"/>
                  <a:pt x="33740" y="13861"/>
                </a:cubicBezTo>
                <a:lnTo>
                  <a:pt x="33649" y="13861"/>
                </a:lnTo>
                <a:cubicBezTo>
                  <a:pt x="33618" y="13891"/>
                  <a:pt x="33588" y="13921"/>
                  <a:pt x="33588" y="13952"/>
                </a:cubicBezTo>
                <a:cubicBezTo>
                  <a:pt x="33588" y="13982"/>
                  <a:pt x="33618" y="14013"/>
                  <a:pt x="33649" y="14043"/>
                </a:cubicBezTo>
                <a:lnTo>
                  <a:pt x="33801" y="14073"/>
                </a:lnTo>
                <a:lnTo>
                  <a:pt x="34074" y="14073"/>
                </a:lnTo>
                <a:cubicBezTo>
                  <a:pt x="34074" y="14043"/>
                  <a:pt x="34165" y="13891"/>
                  <a:pt x="34135" y="13830"/>
                </a:cubicBezTo>
                <a:cubicBezTo>
                  <a:pt x="34105" y="13769"/>
                  <a:pt x="34226" y="13648"/>
                  <a:pt x="34287" y="13648"/>
                </a:cubicBezTo>
                <a:lnTo>
                  <a:pt x="34500" y="13648"/>
                </a:lnTo>
                <a:cubicBezTo>
                  <a:pt x="34621" y="13678"/>
                  <a:pt x="34743" y="13678"/>
                  <a:pt x="34834" y="13678"/>
                </a:cubicBezTo>
                <a:cubicBezTo>
                  <a:pt x="35017" y="13678"/>
                  <a:pt x="35169" y="13617"/>
                  <a:pt x="35321" y="13617"/>
                </a:cubicBezTo>
                <a:close/>
                <a:moveTo>
                  <a:pt x="58847" y="14073"/>
                </a:moveTo>
                <a:cubicBezTo>
                  <a:pt x="58877" y="14073"/>
                  <a:pt x="58847" y="14256"/>
                  <a:pt x="58695" y="14317"/>
                </a:cubicBezTo>
                <a:lnTo>
                  <a:pt x="58573" y="14377"/>
                </a:lnTo>
                <a:cubicBezTo>
                  <a:pt x="58391" y="14377"/>
                  <a:pt x="58208" y="14347"/>
                  <a:pt x="58056" y="14317"/>
                </a:cubicBezTo>
                <a:cubicBezTo>
                  <a:pt x="58026" y="14286"/>
                  <a:pt x="58026" y="14256"/>
                  <a:pt x="58056" y="14225"/>
                </a:cubicBezTo>
                <a:cubicBezTo>
                  <a:pt x="58056" y="14225"/>
                  <a:pt x="58087" y="14195"/>
                  <a:pt x="58117" y="14195"/>
                </a:cubicBezTo>
                <a:lnTo>
                  <a:pt x="58269" y="14317"/>
                </a:lnTo>
                <a:cubicBezTo>
                  <a:pt x="58452" y="14256"/>
                  <a:pt x="58786" y="14195"/>
                  <a:pt x="58786" y="14134"/>
                </a:cubicBezTo>
                <a:cubicBezTo>
                  <a:pt x="58816" y="14073"/>
                  <a:pt x="58816" y="14073"/>
                  <a:pt x="58847" y="14073"/>
                </a:cubicBezTo>
                <a:close/>
                <a:moveTo>
                  <a:pt x="49272" y="13769"/>
                </a:moveTo>
                <a:lnTo>
                  <a:pt x="49303" y="13800"/>
                </a:lnTo>
                <a:lnTo>
                  <a:pt x="49394" y="13830"/>
                </a:lnTo>
                <a:cubicBezTo>
                  <a:pt x="49394" y="13921"/>
                  <a:pt x="49363" y="14043"/>
                  <a:pt x="49333" y="14165"/>
                </a:cubicBezTo>
                <a:cubicBezTo>
                  <a:pt x="49303" y="14195"/>
                  <a:pt x="49181" y="14195"/>
                  <a:pt x="49151" y="14195"/>
                </a:cubicBezTo>
                <a:cubicBezTo>
                  <a:pt x="49142" y="14186"/>
                  <a:pt x="49130" y="14182"/>
                  <a:pt x="49118" y="14182"/>
                </a:cubicBezTo>
                <a:cubicBezTo>
                  <a:pt x="49090" y="14182"/>
                  <a:pt x="49059" y="14204"/>
                  <a:pt x="49059" y="14225"/>
                </a:cubicBezTo>
                <a:lnTo>
                  <a:pt x="49151" y="14317"/>
                </a:lnTo>
                <a:cubicBezTo>
                  <a:pt x="49242" y="14438"/>
                  <a:pt x="49272" y="14499"/>
                  <a:pt x="49211" y="14499"/>
                </a:cubicBezTo>
                <a:lnTo>
                  <a:pt x="49090" y="14499"/>
                </a:lnTo>
                <a:cubicBezTo>
                  <a:pt x="48999" y="14499"/>
                  <a:pt x="48907" y="14438"/>
                  <a:pt x="48907" y="14377"/>
                </a:cubicBezTo>
                <a:cubicBezTo>
                  <a:pt x="48907" y="14335"/>
                  <a:pt x="48790" y="14278"/>
                  <a:pt x="48718" y="14278"/>
                </a:cubicBezTo>
                <a:cubicBezTo>
                  <a:pt x="48687" y="14278"/>
                  <a:pt x="48664" y="14289"/>
                  <a:pt x="48664" y="14317"/>
                </a:cubicBezTo>
                <a:cubicBezTo>
                  <a:pt x="48664" y="14333"/>
                  <a:pt x="48648" y="14341"/>
                  <a:pt x="48624" y="14341"/>
                </a:cubicBezTo>
                <a:cubicBezTo>
                  <a:pt x="48564" y="14341"/>
                  <a:pt x="48460" y="14291"/>
                  <a:pt x="48482" y="14225"/>
                </a:cubicBezTo>
                <a:cubicBezTo>
                  <a:pt x="48543" y="14104"/>
                  <a:pt x="48603" y="14013"/>
                  <a:pt x="48695" y="13921"/>
                </a:cubicBezTo>
                <a:lnTo>
                  <a:pt x="48968" y="13921"/>
                </a:lnTo>
                <a:cubicBezTo>
                  <a:pt x="49059" y="13861"/>
                  <a:pt x="49151" y="13800"/>
                  <a:pt x="49272" y="13769"/>
                </a:cubicBezTo>
                <a:close/>
                <a:moveTo>
                  <a:pt x="43375" y="14013"/>
                </a:moveTo>
                <a:lnTo>
                  <a:pt x="43527" y="14134"/>
                </a:lnTo>
                <a:cubicBezTo>
                  <a:pt x="43558" y="14154"/>
                  <a:pt x="43578" y="14161"/>
                  <a:pt x="43594" y="14161"/>
                </a:cubicBezTo>
                <a:cubicBezTo>
                  <a:pt x="43625" y="14161"/>
                  <a:pt x="43639" y="14134"/>
                  <a:pt x="43679" y="14134"/>
                </a:cubicBezTo>
                <a:cubicBezTo>
                  <a:pt x="43720" y="14114"/>
                  <a:pt x="43759" y="14105"/>
                  <a:pt x="43795" y="14105"/>
                </a:cubicBezTo>
                <a:cubicBezTo>
                  <a:pt x="43918" y="14105"/>
                  <a:pt x="44018" y="14202"/>
                  <a:pt x="44135" y="14225"/>
                </a:cubicBezTo>
                <a:cubicBezTo>
                  <a:pt x="44196" y="14225"/>
                  <a:pt x="44166" y="14377"/>
                  <a:pt x="44074" y="14438"/>
                </a:cubicBezTo>
                <a:lnTo>
                  <a:pt x="43983" y="14499"/>
                </a:lnTo>
                <a:cubicBezTo>
                  <a:pt x="43953" y="14519"/>
                  <a:pt x="43916" y="14529"/>
                  <a:pt x="43877" y="14529"/>
                </a:cubicBezTo>
                <a:cubicBezTo>
                  <a:pt x="43801" y="14529"/>
                  <a:pt x="43720" y="14489"/>
                  <a:pt x="43679" y="14408"/>
                </a:cubicBezTo>
                <a:lnTo>
                  <a:pt x="43558" y="14347"/>
                </a:lnTo>
                <a:lnTo>
                  <a:pt x="43436" y="14347"/>
                </a:lnTo>
                <a:cubicBezTo>
                  <a:pt x="43345" y="14256"/>
                  <a:pt x="43315" y="14104"/>
                  <a:pt x="43375" y="14013"/>
                </a:cubicBezTo>
                <a:close/>
                <a:moveTo>
                  <a:pt x="45229" y="14189"/>
                </a:moveTo>
                <a:cubicBezTo>
                  <a:pt x="45238" y="14189"/>
                  <a:pt x="45248" y="14191"/>
                  <a:pt x="45260" y="14195"/>
                </a:cubicBezTo>
                <a:cubicBezTo>
                  <a:pt x="45412" y="14256"/>
                  <a:pt x="45381" y="14499"/>
                  <a:pt x="45199" y="14499"/>
                </a:cubicBezTo>
                <a:lnTo>
                  <a:pt x="45047" y="14560"/>
                </a:lnTo>
                <a:lnTo>
                  <a:pt x="45017" y="14560"/>
                </a:lnTo>
                <a:cubicBezTo>
                  <a:pt x="44956" y="14499"/>
                  <a:pt x="44926" y="14438"/>
                  <a:pt x="44956" y="14377"/>
                </a:cubicBezTo>
                <a:lnTo>
                  <a:pt x="45199" y="14377"/>
                </a:lnTo>
                <a:cubicBezTo>
                  <a:pt x="45173" y="14272"/>
                  <a:pt x="45169" y="14189"/>
                  <a:pt x="45229" y="14189"/>
                </a:cubicBezTo>
                <a:close/>
                <a:moveTo>
                  <a:pt x="56719" y="14225"/>
                </a:moveTo>
                <a:cubicBezTo>
                  <a:pt x="56780" y="14225"/>
                  <a:pt x="56810" y="14317"/>
                  <a:pt x="56780" y="14377"/>
                </a:cubicBezTo>
                <a:lnTo>
                  <a:pt x="56719" y="14377"/>
                </a:lnTo>
                <a:cubicBezTo>
                  <a:pt x="56598" y="14408"/>
                  <a:pt x="56476" y="14438"/>
                  <a:pt x="56354" y="14468"/>
                </a:cubicBezTo>
                <a:lnTo>
                  <a:pt x="56354" y="14529"/>
                </a:lnTo>
                <a:lnTo>
                  <a:pt x="56354" y="14560"/>
                </a:lnTo>
                <a:cubicBezTo>
                  <a:pt x="56324" y="14590"/>
                  <a:pt x="56263" y="14590"/>
                  <a:pt x="56233" y="14590"/>
                </a:cubicBezTo>
                <a:cubicBezTo>
                  <a:pt x="56202" y="14529"/>
                  <a:pt x="56202" y="14468"/>
                  <a:pt x="56202" y="14408"/>
                </a:cubicBezTo>
                <a:cubicBezTo>
                  <a:pt x="56202" y="14377"/>
                  <a:pt x="56324" y="14286"/>
                  <a:pt x="56506" y="14256"/>
                </a:cubicBezTo>
                <a:lnTo>
                  <a:pt x="56658" y="14225"/>
                </a:lnTo>
                <a:close/>
                <a:moveTo>
                  <a:pt x="69794" y="14091"/>
                </a:moveTo>
                <a:cubicBezTo>
                  <a:pt x="69855" y="14091"/>
                  <a:pt x="69929" y="14113"/>
                  <a:pt x="69972" y="14134"/>
                </a:cubicBezTo>
                <a:cubicBezTo>
                  <a:pt x="70032" y="14165"/>
                  <a:pt x="70093" y="14225"/>
                  <a:pt x="70063" y="14317"/>
                </a:cubicBezTo>
                <a:cubicBezTo>
                  <a:pt x="70039" y="14352"/>
                  <a:pt x="70010" y="14365"/>
                  <a:pt x="69981" y="14365"/>
                </a:cubicBezTo>
                <a:cubicBezTo>
                  <a:pt x="69935" y="14365"/>
                  <a:pt x="69887" y="14335"/>
                  <a:pt x="69850" y="14317"/>
                </a:cubicBezTo>
                <a:lnTo>
                  <a:pt x="69820" y="14286"/>
                </a:lnTo>
                <a:cubicBezTo>
                  <a:pt x="69759" y="14286"/>
                  <a:pt x="69607" y="14499"/>
                  <a:pt x="69546" y="14590"/>
                </a:cubicBezTo>
                <a:cubicBezTo>
                  <a:pt x="69536" y="14600"/>
                  <a:pt x="69522" y="14604"/>
                  <a:pt x="69506" y="14604"/>
                </a:cubicBezTo>
                <a:cubicBezTo>
                  <a:pt x="69421" y="14604"/>
                  <a:pt x="69268" y="14489"/>
                  <a:pt x="69242" y="14438"/>
                </a:cubicBezTo>
                <a:cubicBezTo>
                  <a:pt x="69181" y="14347"/>
                  <a:pt x="69242" y="14225"/>
                  <a:pt x="69364" y="14165"/>
                </a:cubicBezTo>
                <a:lnTo>
                  <a:pt x="69485" y="14134"/>
                </a:lnTo>
                <a:cubicBezTo>
                  <a:pt x="69516" y="14119"/>
                  <a:pt x="69569" y="14119"/>
                  <a:pt x="69618" y="14119"/>
                </a:cubicBezTo>
                <a:cubicBezTo>
                  <a:pt x="69668" y="14119"/>
                  <a:pt x="69713" y="14119"/>
                  <a:pt x="69728" y="14104"/>
                </a:cubicBezTo>
                <a:cubicBezTo>
                  <a:pt x="69746" y="14095"/>
                  <a:pt x="69769" y="14091"/>
                  <a:pt x="69794" y="14091"/>
                </a:cubicBezTo>
                <a:close/>
                <a:moveTo>
                  <a:pt x="37631" y="13678"/>
                </a:moveTo>
                <a:cubicBezTo>
                  <a:pt x="37651" y="13686"/>
                  <a:pt x="37669" y="13690"/>
                  <a:pt x="37686" y="13690"/>
                </a:cubicBezTo>
                <a:cubicBezTo>
                  <a:pt x="37687" y="13690"/>
                  <a:pt x="37687" y="13690"/>
                  <a:pt x="37688" y="13690"/>
                </a:cubicBezTo>
                <a:lnTo>
                  <a:pt x="37688" y="13690"/>
                </a:lnTo>
                <a:cubicBezTo>
                  <a:pt x="37731" y="13758"/>
                  <a:pt x="37784" y="13836"/>
                  <a:pt x="37843" y="13921"/>
                </a:cubicBezTo>
                <a:lnTo>
                  <a:pt x="37783" y="13982"/>
                </a:lnTo>
                <a:cubicBezTo>
                  <a:pt x="37741" y="14003"/>
                  <a:pt x="37714" y="14052"/>
                  <a:pt x="37652" y="14052"/>
                </a:cubicBezTo>
                <a:cubicBezTo>
                  <a:pt x="37624" y="14052"/>
                  <a:pt x="37588" y="14041"/>
                  <a:pt x="37539" y="14013"/>
                </a:cubicBezTo>
                <a:lnTo>
                  <a:pt x="37418" y="13952"/>
                </a:lnTo>
                <a:cubicBezTo>
                  <a:pt x="37357" y="14104"/>
                  <a:pt x="37296" y="14620"/>
                  <a:pt x="37175" y="14712"/>
                </a:cubicBezTo>
                <a:cubicBezTo>
                  <a:pt x="37142" y="14728"/>
                  <a:pt x="37107" y="14736"/>
                  <a:pt x="37073" y="14736"/>
                </a:cubicBezTo>
                <a:cubicBezTo>
                  <a:pt x="36980" y="14736"/>
                  <a:pt x="36893" y="14679"/>
                  <a:pt x="36871" y="14590"/>
                </a:cubicBezTo>
                <a:cubicBezTo>
                  <a:pt x="36871" y="14499"/>
                  <a:pt x="36992" y="14438"/>
                  <a:pt x="37053" y="14438"/>
                </a:cubicBezTo>
                <a:cubicBezTo>
                  <a:pt x="37083" y="14438"/>
                  <a:pt x="37205" y="14286"/>
                  <a:pt x="37175" y="14256"/>
                </a:cubicBezTo>
                <a:cubicBezTo>
                  <a:pt x="37083" y="14165"/>
                  <a:pt x="36962" y="14134"/>
                  <a:pt x="36871" y="14134"/>
                </a:cubicBezTo>
                <a:cubicBezTo>
                  <a:pt x="36780" y="14165"/>
                  <a:pt x="36628" y="14225"/>
                  <a:pt x="36476" y="14317"/>
                </a:cubicBezTo>
                <a:lnTo>
                  <a:pt x="36384" y="14377"/>
                </a:lnTo>
                <a:cubicBezTo>
                  <a:pt x="36324" y="14438"/>
                  <a:pt x="36324" y="14529"/>
                  <a:pt x="36445" y="14529"/>
                </a:cubicBezTo>
                <a:lnTo>
                  <a:pt x="36567" y="14529"/>
                </a:lnTo>
                <a:cubicBezTo>
                  <a:pt x="36536" y="14620"/>
                  <a:pt x="36445" y="14681"/>
                  <a:pt x="36354" y="14712"/>
                </a:cubicBezTo>
                <a:lnTo>
                  <a:pt x="36293" y="14681"/>
                </a:lnTo>
                <a:lnTo>
                  <a:pt x="36202" y="14651"/>
                </a:lnTo>
                <a:cubicBezTo>
                  <a:pt x="36202" y="14499"/>
                  <a:pt x="36232" y="14347"/>
                  <a:pt x="36293" y="14195"/>
                </a:cubicBezTo>
                <a:lnTo>
                  <a:pt x="36354" y="14134"/>
                </a:lnTo>
                <a:cubicBezTo>
                  <a:pt x="36384" y="14104"/>
                  <a:pt x="36445" y="14073"/>
                  <a:pt x="36445" y="14043"/>
                </a:cubicBezTo>
                <a:cubicBezTo>
                  <a:pt x="36476" y="13952"/>
                  <a:pt x="36567" y="13921"/>
                  <a:pt x="36658" y="13921"/>
                </a:cubicBezTo>
                <a:cubicBezTo>
                  <a:pt x="36696" y="13929"/>
                  <a:pt x="36734" y="13933"/>
                  <a:pt x="36771" y="13933"/>
                </a:cubicBezTo>
                <a:cubicBezTo>
                  <a:pt x="36884" y="13933"/>
                  <a:pt x="36992" y="13899"/>
                  <a:pt x="37083" y="13830"/>
                </a:cubicBezTo>
                <a:lnTo>
                  <a:pt x="37175" y="13709"/>
                </a:lnTo>
                <a:cubicBezTo>
                  <a:pt x="37205" y="13769"/>
                  <a:pt x="37258" y="13800"/>
                  <a:pt x="37311" y="13800"/>
                </a:cubicBezTo>
                <a:cubicBezTo>
                  <a:pt x="37365" y="13800"/>
                  <a:pt x="37418" y="13769"/>
                  <a:pt x="37448" y="13709"/>
                </a:cubicBezTo>
                <a:lnTo>
                  <a:pt x="37539" y="13678"/>
                </a:lnTo>
                <a:close/>
                <a:moveTo>
                  <a:pt x="47874" y="13222"/>
                </a:moveTo>
                <a:lnTo>
                  <a:pt x="47965" y="13344"/>
                </a:lnTo>
                <a:cubicBezTo>
                  <a:pt x="48041" y="13445"/>
                  <a:pt x="48179" y="13504"/>
                  <a:pt x="48310" y="13504"/>
                </a:cubicBezTo>
                <a:cubicBezTo>
                  <a:pt x="48338" y="13504"/>
                  <a:pt x="48365" y="13501"/>
                  <a:pt x="48391" y="13496"/>
                </a:cubicBezTo>
                <a:lnTo>
                  <a:pt x="48664" y="13496"/>
                </a:lnTo>
                <a:cubicBezTo>
                  <a:pt x="48968" y="13496"/>
                  <a:pt x="49181" y="13405"/>
                  <a:pt x="49151" y="13405"/>
                </a:cubicBezTo>
                <a:cubicBezTo>
                  <a:pt x="49120" y="13374"/>
                  <a:pt x="49394" y="13283"/>
                  <a:pt x="49515" y="13283"/>
                </a:cubicBezTo>
                <a:cubicBezTo>
                  <a:pt x="49606" y="13313"/>
                  <a:pt x="49728" y="13496"/>
                  <a:pt x="49728" y="13557"/>
                </a:cubicBezTo>
                <a:cubicBezTo>
                  <a:pt x="49728" y="13617"/>
                  <a:pt x="49637" y="13678"/>
                  <a:pt x="49515" y="13678"/>
                </a:cubicBezTo>
                <a:lnTo>
                  <a:pt x="49485" y="13648"/>
                </a:lnTo>
                <a:lnTo>
                  <a:pt x="49394" y="13587"/>
                </a:lnTo>
                <a:cubicBezTo>
                  <a:pt x="49303" y="13648"/>
                  <a:pt x="49211" y="13678"/>
                  <a:pt x="49090" y="13709"/>
                </a:cubicBezTo>
                <a:lnTo>
                  <a:pt x="48786" y="13648"/>
                </a:lnTo>
                <a:lnTo>
                  <a:pt x="48725" y="13709"/>
                </a:lnTo>
                <a:lnTo>
                  <a:pt x="48603" y="13769"/>
                </a:lnTo>
                <a:cubicBezTo>
                  <a:pt x="48543" y="13709"/>
                  <a:pt x="48512" y="13648"/>
                  <a:pt x="48421" y="13617"/>
                </a:cubicBezTo>
                <a:lnTo>
                  <a:pt x="48391" y="13617"/>
                </a:lnTo>
                <a:cubicBezTo>
                  <a:pt x="48330" y="13617"/>
                  <a:pt x="48239" y="13648"/>
                  <a:pt x="48178" y="13648"/>
                </a:cubicBezTo>
                <a:lnTo>
                  <a:pt x="48117" y="13648"/>
                </a:lnTo>
                <a:cubicBezTo>
                  <a:pt x="48105" y="13659"/>
                  <a:pt x="48094" y="13664"/>
                  <a:pt x="48082" y="13664"/>
                </a:cubicBezTo>
                <a:cubicBezTo>
                  <a:pt x="48034" y="13664"/>
                  <a:pt x="47990" y="13575"/>
                  <a:pt x="47965" y="13526"/>
                </a:cubicBezTo>
                <a:cubicBezTo>
                  <a:pt x="47965" y="13521"/>
                  <a:pt x="47961" y="13519"/>
                  <a:pt x="47954" y="13519"/>
                </a:cubicBezTo>
                <a:cubicBezTo>
                  <a:pt x="47916" y="13519"/>
                  <a:pt x="47788" y="13586"/>
                  <a:pt x="47661" y="13739"/>
                </a:cubicBezTo>
                <a:lnTo>
                  <a:pt x="47509" y="13800"/>
                </a:lnTo>
                <a:cubicBezTo>
                  <a:pt x="47357" y="13861"/>
                  <a:pt x="47388" y="13861"/>
                  <a:pt x="47357" y="13982"/>
                </a:cubicBezTo>
                <a:cubicBezTo>
                  <a:pt x="47357" y="14073"/>
                  <a:pt x="47509" y="14073"/>
                  <a:pt x="47540" y="14073"/>
                </a:cubicBezTo>
                <a:lnTo>
                  <a:pt x="47631" y="14073"/>
                </a:lnTo>
                <a:lnTo>
                  <a:pt x="47661" y="14104"/>
                </a:lnTo>
                <a:cubicBezTo>
                  <a:pt x="47661" y="14134"/>
                  <a:pt x="47631" y="14165"/>
                  <a:pt x="47600" y="14165"/>
                </a:cubicBezTo>
                <a:lnTo>
                  <a:pt x="47509" y="14165"/>
                </a:lnTo>
                <a:cubicBezTo>
                  <a:pt x="47448" y="14165"/>
                  <a:pt x="47357" y="14408"/>
                  <a:pt x="47266" y="14438"/>
                </a:cubicBezTo>
                <a:cubicBezTo>
                  <a:pt x="47175" y="14468"/>
                  <a:pt x="47114" y="14499"/>
                  <a:pt x="47053" y="14560"/>
                </a:cubicBezTo>
                <a:lnTo>
                  <a:pt x="47053" y="14590"/>
                </a:lnTo>
                <a:cubicBezTo>
                  <a:pt x="47175" y="14620"/>
                  <a:pt x="47296" y="14651"/>
                  <a:pt x="47418" y="14681"/>
                </a:cubicBezTo>
                <a:lnTo>
                  <a:pt x="47540" y="14742"/>
                </a:lnTo>
                <a:lnTo>
                  <a:pt x="47327" y="14742"/>
                </a:lnTo>
                <a:cubicBezTo>
                  <a:pt x="47175" y="14712"/>
                  <a:pt x="46992" y="14681"/>
                  <a:pt x="46840" y="14651"/>
                </a:cubicBezTo>
                <a:lnTo>
                  <a:pt x="46901" y="14590"/>
                </a:lnTo>
                <a:cubicBezTo>
                  <a:pt x="46981" y="14510"/>
                  <a:pt x="46921" y="14336"/>
                  <a:pt x="47090" y="14336"/>
                </a:cubicBezTo>
                <a:cubicBezTo>
                  <a:pt x="47114" y="14336"/>
                  <a:pt x="47142" y="14339"/>
                  <a:pt x="47175" y="14347"/>
                </a:cubicBezTo>
                <a:cubicBezTo>
                  <a:pt x="47175" y="14347"/>
                  <a:pt x="47266" y="14225"/>
                  <a:pt x="47236" y="14165"/>
                </a:cubicBezTo>
                <a:lnTo>
                  <a:pt x="47205" y="14043"/>
                </a:lnTo>
                <a:cubicBezTo>
                  <a:pt x="47205" y="13921"/>
                  <a:pt x="47175" y="13800"/>
                  <a:pt x="47114" y="13678"/>
                </a:cubicBezTo>
                <a:lnTo>
                  <a:pt x="47053" y="13709"/>
                </a:lnTo>
                <a:cubicBezTo>
                  <a:pt x="46992" y="13709"/>
                  <a:pt x="46901" y="13739"/>
                  <a:pt x="46840" y="13800"/>
                </a:cubicBezTo>
                <a:lnTo>
                  <a:pt x="46719" y="13861"/>
                </a:lnTo>
                <a:cubicBezTo>
                  <a:pt x="46689" y="13800"/>
                  <a:pt x="46840" y="13617"/>
                  <a:pt x="47053" y="13435"/>
                </a:cubicBezTo>
                <a:lnTo>
                  <a:pt x="47357" y="13496"/>
                </a:lnTo>
                <a:lnTo>
                  <a:pt x="47479" y="13496"/>
                </a:lnTo>
                <a:cubicBezTo>
                  <a:pt x="47600" y="13374"/>
                  <a:pt x="47722" y="13283"/>
                  <a:pt x="47874" y="13222"/>
                </a:cubicBezTo>
                <a:close/>
                <a:moveTo>
                  <a:pt x="40539" y="14324"/>
                </a:moveTo>
                <a:cubicBezTo>
                  <a:pt x="40557" y="14324"/>
                  <a:pt x="40571" y="14331"/>
                  <a:pt x="40579" y="14347"/>
                </a:cubicBezTo>
                <a:cubicBezTo>
                  <a:pt x="40609" y="14377"/>
                  <a:pt x="40518" y="14499"/>
                  <a:pt x="40457" y="14499"/>
                </a:cubicBezTo>
                <a:cubicBezTo>
                  <a:pt x="40397" y="14499"/>
                  <a:pt x="40366" y="14529"/>
                  <a:pt x="40366" y="14590"/>
                </a:cubicBezTo>
                <a:lnTo>
                  <a:pt x="40488" y="14590"/>
                </a:lnTo>
                <a:cubicBezTo>
                  <a:pt x="40518" y="14651"/>
                  <a:pt x="40457" y="14772"/>
                  <a:pt x="40397" y="14772"/>
                </a:cubicBezTo>
                <a:cubicBezTo>
                  <a:pt x="40275" y="14712"/>
                  <a:pt x="40153" y="14651"/>
                  <a:pt x="40032" y="14590"/>
                </a:cubicBezTo>
                <a:lnTo>
                  <a:pt x="39880" y="14590"/>
                </a:lnTo>
                <a:cubicBezTo>
                  <a:pt x="39819" y="14590"/>
                  <a:pt x="39789" y="14560"/>
                  <a:pt x="39758" y="14499"/>
                </a:cubicBezTo>
                <a:cubicBezTo>
                  <a:pt x="39758" y="14468"/>
                  <a:pt x="39758" y="14408"/>
                  <a:pt x="39758" y="14377"/>
                </a:cubicBezTo>
                <a:cubicBezTo>
                  <a:pt x="39789" y="14362"/>
                  <a:pt x="39811" y="14355"/>
                  <a:pt x="39834" y="14355"/>
                </a:cubicBezTo>
                <a:cubicBezTo>
                  <a:pt x="39857" y="14355"/>
                  <a:pt x="39880" y="14362"/>
                  <a:pt x="39910" y="14377"/>
                </a:cubicBezTo>
                <a:cubicBezTo>
                  <a:pt x="39971" y="14377"/>
                  <a:pt x="40032" y="14438"/>
                  <a:pt x="40123" y="14438"/>
                </a:cubicBezTo>
                <a:lnTo>
                  <a:pt x="40305" y="14499"/>
                </a:lnTo>
                <a:cubicBezTo>
                  <a:pt x="40396" y="14386"/>
                  <a:pt x="40486" y="14324"/>
                  <a:pt x="40539" y="14324"/>
                </a:cubicBezTo>
                <a:close/>
                <a:moveTo>
                  <a:pt x="8945" y="14256"/>
                </a:moveTo>
                <a:cubicBezTo>
                  <a:pt x="8975" y="14256"/>
                  <a:pt x="9013" y="14286"/>
                  <a:pt x="9059" y="14347"/>
                </a:cubicBezTo>
                <a:lnTo>
                  <a:pt x="8937" y="14468"/>
                </a:lnTo>
                <a:cubicBezTo>
                  <a:pt x="8907" y="14499"/>
                  <a:pt x="8846" y="14529"/>
                  <a:pt x="8815" y="14620"/>
                </a:cubicBezTo>
                <a:cubicBezTo>
                  <a:pt x="8789" y="14699"/>
                  <a:pt x="8808" y="14778"/>
                  <a:pt x="8715" y="14778"/>
                </a:cubicBezTo>
                <a:cubicBezTo>
                  <a:pt x="8701" y="14778"/>
                  <a:pt x="8684" y="14777"/>
                  <a:pt x="8663" y="14772"/>
                </a:cubicBezTo>
                <a:cubicBezTo>
                  <a:pt x="8633" y="14772"/>
                  <a:pt x="8542" y="14620"/>
                  <a:pt x="8633" y="14560"/>
                </a:cubicBezTo>
                <a:cubicBezTo>
                  <a:pt x="8717" y="14504"/>
                  <a:pt x="8672" y="14344"/>
                  <a:pt x="8832" y="14344"/>
                </a:cubicBezTo>
                <a:cubicBezTo>
                  <a:pt x="8846" y="14344"/>
                  <a:pt x="8860" y="14345"/>
                  <a:pt x="8876" y="14347"/>
                </a:cubicBezTo>
                <a:cubicBezTo>
                  <a:pt x="8891" y="14286"/>
                  <a:pt x="8914" y="14256"/>
                  <a:pt x="8945" y="14256"/>
                </a:cubicBezTo>
                <a:close/>
                <a:moveTo>
                  <a:pt x="45224" y="14738"/>
                </a:moveTo>
                <a:cubicBezTo>
                  <a:pt x="45311" y="14738"/>
                  <a:pt x="45406" y="14866"/>
                  <a:pt x="45351" y="14894"/>
                </a:cubicBezTo>
                <a:cubicBezTo>
                  <a:pt x="45290" y="14924"/>
                  <a:pt x="45290" y="14985"/>
                  <a:pt x="45290" y="14985"/>
                </a:cubicBezTo>
                <a:cubicBezTo>
                  <a:pt x="45230" y="14955"/>
                  <a:pt x="45169" y="14924"/>
                  <a:pt x="45108" y="14894"/>
                </a:cubicBezTo>
                <a:cubicBezTo>
                  <a:pt x="45047" y="14864"/>
                  <a:pt x="45078" y="14803"/>
                  <a:pt x="45169" y="14742"/>
                </a:cubicBezTo>
                <a:lnTo>
                  <a:pt x="45199" y="14742"/>
                </a:lnTo>
                <a:cubicBezTo>
                  <a:pt x="45207" y="14739"/>
                  <a:pt x="45216" y="14738"/>
                  <a:pt x="45224" y="14738"/>
                </a:cubicBezTo>
                <a:close/>
                <a:moveTo>
                  <a:pt x="14038" y="14671"/>
                </a:moveTo>
                <a:cubicBezTo>
                  <a:pt x="14169" y="14671"/>
                  <a:pt x="14287" y="14844"/>
                  <a:pt x="14287" y="14924"/>
                </a:cubicBezTo>
                <a:cubicBezTo>
                  <a:pt x="14287" y="14963"/>
                  <a:pt x="14305" y="14977"/>
                  <a:pt x="14333" y="14977"/>
                </a:cubicBezTo>
                <a:cubicBezTo>
                  <a:pt x="14391" y="14977"/>
                  <a:pt x="14489" y="14915"/>
                  <a:pt x="14530" y="14894"/>
                </a:cubicBezTo>
                <a:cubicBezTo>
                  <a:pt x="14545" y="14864"/>
                  <a:pt x="14575" y="14848"/>
                  <a:pt x="14606" y="14848"/>
                </a:cubicBezTo>
                <a:cubicBezTo>
                  <a:pt x="14636" y="14848"/>
                  <a:pt x="14667" y="14864"/>
                  <a:pt x="14682" y="14894"/>
                </a:cubicBezTo>
                <a:lnTo>
                  <a:pt x="14712" y="14894"/>
                </a:lnTo>
                <a:cubicBezTo>
                  <a:pt x="14742" y="14894"/>
                  <a:pt x="14771" y="14893"/>
                  <a:pt x="14800" y="14892"/>
                </a:cubicBezTo>
                <a:lnTo>
                  <a:pt x="14800" y="14892"/>
                </a:lnTo>
                <a:cubicBezTo>
                  <a:pt x="14743" y="14935"/>
                  <a:pt x="14671" y="14960"/>
                  <a:pt x="14621" y="14985"/>
                </a:cubicBezTo>
                <a:lnTo>
                  <a:pt x="14591" y="15016"/>
                </a:lnTo>
                <a:cubicBezTo>
                  <a:pt x="14491" y="15091"/>
                  <a:pt x="14370" y="15145"/>
                  <a:pt x="14246" y="15145"/>
                </a:cubicBezTo>
                <a:cubicBezTo>
                  <a:pt x="14219" y="15145"/>
                  <a:pt x="14192" y="15143"/>
                  <a:pt x="14165" y="15137"/>
                </a:cubicBezTo>
                <a:lnTo>
                  <a:pt x="14013" y="15137"/>
                </a:lnTo>
                <a:cubicBezTo>
                  <a:pt x="13892" y="15076"/>
                  <a:pt x="13770" y="14985"/>
                  <a:pt x="13709" y="14894"/>
                </a:cubicBezTo>
                <a:cubicBezTo>
                  <a:pt x="13704" y="14884"/>
                  <a:pt x="13696" y="14880"/>
                  <a:pt x="13685" y="14880"/>
                </a:cubicBezTo>
                <a:cubicBezTo>
                  <a:pt x="13651" y="14880"/>
                  <a:pt x="13591" y="14927"/>
                  <a:pt x="13547" y="14967"/>
                </a:cubicBezTo>
                <a:lnTo>
                  <a:pt x="13547" y="14967"/>
                </a:lnTo>
                <a:lnTo>
                  <a:pt x="13527" y="14803"/>
                </a:lnTo>
                <a:cubicBezTo>
                  <a:pt x="13527" y="14779"/>
                  <a:pt x="13564" y="14755"/>
                  <a:pt x="13595" y="14746"/>
                </a:cubicBezTo>
                <a:lnTo>
                  <a:pt x="13595" y="14746"/>
                </a:lnTo>
                <a:cubicBezTo>
                  <a:pt x="13653" y="14777"/>
                  <a:pt x="13712" y="14836"/>
                  <a:pt x="13770" y="14894"/>
                </a:cubicBezTo>
                <a:lnTo>
                  <a:pt x="13861" y="14803"/>
                </a:lnTo>
                <a:lnTo>
                  <a:pt x="13983" y="14681"/>
                </a:lnTo>
                <a:cubicBezTo>
                  <a:pt x="14001" y="14674"/>
                  <a:pt x="14020" y="14671"/>
                  <a:pt x="14038" y="14671"/>
                </a:cubicBezTo>
                <a:close/>
                <a:moveTo>
                  <a:pt x="31973" y="13481"/>
                </a:moveTo>
                <a:cubicBezTo>
                  <a:pt x="32015" y="13481"/>
                  <a:pt x="32083" y="13496"/>
                  <a:pt x="32159" y="13526"/>
                </a:cubicBezTo>
                <a:lnTo>
                  <a:pt x="32220" y="13709"/>
                </a:lnTo>
                <a:lnTo>
                  <a:pt x="32220" y="13739"/>
                </a:lnTo>
                <a:cubicBezTo>
                  <a:pt x="32220" y="13761"/>
                  <a:pt x="32228" y="13771"/>
                  <a:pt x="32242" y="13771"/>
                </a:cubicBezTo>
                <a:cubicBezTo>
                  <a:pt x="32267" y="13771"/>
                  <a:pt x="32313" y="13737"/>
                  <a:pt x="32372" y="13678"/>
                </a:cubicBezTo>
                <a:lnTo>
                  <a:pt x="32433" y="13617"/>
                </a:lnTo>
                <a:cubicBezTo>
                  <a:pt x="32463" y="13587"/>
                  <a:pt x="32524" y="13587"/>
                  <a:pt x="32555" y="13587"/>
                </a:cubicBezTo>
                <a:lnTo>
                  <a:pt x="32737" y="13921"/>
                </a:lnTo>
                <a:cubicBezTo>
                  <a:pt x="32982" y="13832"/>
                  <a:pt x="33194" y="13776"/>
                  <a:pt x="33266" y="13776"/>
                </a:cubicBezTo>
                <a:cubicBezTo>
                  <a:pt x="33293" y="13776"/>
                  <a:pt x="33300" y="13783"/>
                  <a:pt x="33284" y="13800"/>
                </a:cubicBezTo>
                <a:lnTo>
                  <a:pt x="33254" y="13830"/>
                </a:lnTo>
                <a:lnTo>
                  <a:pt x="33162" y="13982"/>
                </a:lnTo>
                <a:cubicBezTo>
                  <a:pt x="33151" y="13980"/>
                  <a:pt x="33140" y="13979"/>
                  <a:pt x="33131" y="13979"/>
                </a:cubicBezTo>
                <a:cubicBezTo>
                  <a:pt x="33011" y="13979"/>
                  <a:pt x="33015" y="14141"/>
                  <a:pt x="33071" y="14225"/>
                </a:cubicBezTo>
                <a:cubicBezTo>
                  <a:pt x="33102" y="14286"/>
                  <a:pt x="32950" y="14408"/>
                  <a:pt x="32737" y="14468"/>
                </a:cubicBezTo>
                <a:lnTo>
                  <a:pt x="32463" y="14408"/>
                </a:lnTo>
                <a:lnTo>
                  <a:pt x="32372" y="14408"/>
                </a:lnTo>
                <a:cubicBezTo>
                  <a:pt x="32281" y="14499"/>
                  <a:pt x="32129" y="14620"/>
                  <a:pt x="32068" y="14620"/>
                </a:cubicBezTo>
                <a:cubicBezTo>
                  <a:pt x="32012" y="14592"/>
                  <a:pt x="31748" y="14435"/>
                  <a:pt x="31613" y="14435"/>
                </a:cubicBezTo>
                <a:cubicBezTo>
                  <a:pt x="31601" y="14435"/>
                  <a:pt x="31591" y="14436"/>
                  <a:pt x="31582" y="14438"/>
                </a:cubicBezTo>
                <a:cubicBezTo>
                  <a:pt x="31460" y="14499"/>
                  <a:pt x="31491" y="14620"/>
                  <a:pt x="31521" y="14620"/>
                </a:cubicBezTo>
                <a:cubicBezTo>
                  <a:pt x="31612" y="14712"/>
                  <a:pt x="31734" y="14803"/>
                  <a:pt x="31795" y="14894"/>
                </a:cubicBezTo>
                <a:lnTo>
                  <a:pt x="32190" y="14864"/>
                </a:lnTo>
                <a:cubicBezTo>
                  <a:pt x="32205" y="14848"/>
                  <a:pt x="32220" y="14841"/>
                  <a:pt x="32235" y="14841"/>
                </a:cubicBezTo>
                <a:cubicBezTo>
                  <a:pt x="32251" y="14841"/>
                  <a:pt x="32266" y="14848"/>
                  <a:pt x="32281" y="14864"/>
                </a:cubicBezTo>
                <a:lnTo>
                  <a:pt x="32311" y="14864"/>
                </a:lnTo>
                <a:cubicBezTo>
                  <a:pt x="32372" y="14924"/>
                  <a:pt x="32311" y="14985"/>
                  <a:pt x="32220" y="15016"/>
                </a:cubicBezTo>
                <a:lnTo>
                  <a:pt x="31764" y="15016"/>
                </a:lnTo>
                <a:cubicBezTo>
                  <a:pt x="31612" y="15107"/>
                  <a:pt x="31430" y="15168"/>
                  <a:pt x="31278" y="15228"/>
                </a:cubicBezTo>
                <a:lnTo>
                  <a:pt x="31217" y="15228"/>
                </a:lnTo>
                <a:lnTo>
                  <a:pt x="30761" y="15076"/>
                </a:lnTo>
                <a:lnTo>
                  <a:pt x="30609" y="15137"/>
                </a:lnTo>
                <a:cubicBezTo>
                  <a:pt x="30560" y="15153"/>
                  <a:pt x="30514" y="15161"/>
                  <a:pt x="30471" y="15161"/>
                </a:cubicBezTo>
                <a:cubicBezTo>
                  <a:pt x="30354" y="15161"/>
                  <a:pt x="30267" y="15105"/>
                  <a:pt x="30244" y="15016"/>
                </a:cubicBezTo>
                <a:lnTo>
                  <a:pt x="30366" y="14955"/>
                </a:lnTo>
                <a:cubicBezTo>
                  <a:pt x="30427" y="14924"/>
                  <a:pt x="30488" y="14924"/>
                  <a:pt x="30548" y="14894"/>
                </a:cubicBezTo>
                <a:cubicBezTo>
                  <a:pt x="30670" y="14803"/>
                  <a:pt x="30738" y="14757"/>
                  <a:pt x="30795" y="14757"/>
                </a:cubicBezTo>
                <a:cubicBezTo>
                  <a:pt x="30852" y="14757"/>
                  <a:pt x="30898" y="14803"/>
                  <a:pt x="30974" y="14894"/>
                </a:cubicBezTo>
                <a:lnTo>
                  <a:pt x="31096" y="15016"/>
                </a:lnTo>
                <a:cubicBezTo>
                  <a:pt x="31187" y="14985"/>
                  <a:pt x="31247" y="14742"/>
                  <a:pt x="31187" y="14681"/>
                </a:cubicBezTo>
                <a:cubicBezTo>
                  <a:pt x="31096" y="14590"/>
                  <a:pt x="30974" y="14529"/>
                  <a:pt x="30852" y="14529"/>
                </a:cubicBezTo>
                <a:lnTo>
                  <a:pt x="30792" y="14560"/>
                </a:lnTo>
                <a:cubicBezTo>
                  <a:pt x="30731" y="14560"/>
                  <a:pt x="30697" y="14587"/>
                  <a:pt x="30654" y="14587"/>
                </a:cubicBezTo>
                <a:cubicBezTo>
                  <a:pt x="30633" y="14587"/>
                  <a:pt x="30609" y="14580"/>
                  <a:pt x="30579" y="14560"/>
                </a:cubicBezTo>
                <a:lnTo>
                  <a:pt x="30518" y="14499"/>
                </a:lnTo>
                <a:cubicBezTo>
                  <a:pt x="30427" y="14499"/>
                  <a:pt x="30396" y="14408"/>
                  <a:pt x="30427" y="14347"/>
                </a:cubicBezTo>
                <a:lnTo>
                  <a:pt x="30457" y="14286"/>
                </a:lnTo>
                <a:cubicBezTo>
                  <a:pt x="30457" y="14256"/>
                  <a:pt x="30457" y="14195"/>
                  <a:pt x="30427" y="14165"/>
                </a:cubicBezTo>
                <a:lnTo>
                  <a:pt x="30275" y="14165"/>
                </a:lnTo>
                <a:lnTo>
                  <a:pt x="30214" y="14225"/>
                </a:lnTo>
                <a:cubicBezTo>
                  <a:pt x="30214" y="14347"/>
                  <a:pt x="30214" y="14468"/>
                  <a:pt x="30214" y="14560"/>
                </a:cubicBezTo>
                <a:lnTo>
                  <a:pt x="30275" y="14620"/>
                </a:lnTo>
                <a:cubicBezTo>
                  <a:pt x="30336" y="14681"/>
                  <a:pt x="30548" y="14651"/>
                  <a:pt x="30427" y="14803"/>
                </a:cubicBezTo>
                <a:cubicBezTo>
                  <a:pt x="30413" y="14816"/>
                  <a:pt x="30393" y="14822"/>
                  <a:pt x="30367" y="14822"/>
                </a:cubicBezTo>
                <a:cubicBezTo>
                  <a:pt x="30277" y="14822"/>
                  <a:pt x="30127" y="14746"/>
                  <a:pt x="30032" y="14651"/>
                </a:cubicBezTo>
                <a:cubicBezTo>
                  <a:pt x="30026" y="14645"/>
                  <a:pt x="30016" y="14643"/>
                  <a:pt x="30004" y="14643"/>
                </a:cubicBezTo>
                <a:cubicBezTo>
                  <a:pt x="29949" y="14643"/>
                  <a:pt x="29838" y="14692"/>
                  <a:pt x="29788" y="14742"/>
                </a:cubicBezTo>
                <a:cubicBezTo>
                  <a:pt x="29783" y="14745"/>
                  <a:pt x="29778" y="14746"/>
                  <a:pt x="29773" y="14746"/>
                </a:cubicBezTo>
                <a:cubicBezTo>
                  <a:pt x="29723" y="14746"/>
                  <a:pt x="29700" y="14615"/>
                  <a:pt x="29728" y="14560"/>
                </a:cubicBezTo>
                <a:cubicBezTo>
                  <a:pt x="29728" y="14538"/>
                  <a:pt x="29720" y="14528"/>
                  <a:pt x="29706" y="14528"/>
                </a:cubicBezTo>
                <a:cubicBezTo>
                  <a:pt x="29681" y="14528"/>
                  <a:pt x="29635" y="14562"/>
                  <a:pt x="29576" y="14620"/>
                </a:cubicBezTo>
                <a:lnTo>
                  <a:pt x="29333" y="14620"/>
                </a:lnTo>
                <a:cubicBezTo>
                  <a:pt x="29315" y="14535"/>
                  <a:pt x="29279" y="14497"/>
                  <a:pt x="29229" y="14497"/>
                </a:cubicBezTo>
                <a:cubicBezTo>
                  <a:pt x="29190" y="14497"/>
                  <a:pt x="29142" y="14520"/>
                  <a:pt x="29089" y="14560"/>
                </a:cubicBezTo>
                <a:cubicBezTo>
                  <a:pt x="29059" y="14590"/>
                  <a:pt x="29029" y="14620"/>
                  <a:pt x="28998" y="14651"/>
                </a:cubicBezTo>
                <a:lnTo>
                  <a:pt x="28968" y="14651"/>
                </a:lnTo>
                <a:cubicBezTo>
                  <a:pt x="28907" y="14651"/>
                  <a:pt x="28846" y="14590"/>
                  <a:pt x="28846" y="14560"/>
                </a:cubicBezTo>
                <a:cubicBezTo>
                  <a:pt x="28846" y="14529"/>
                  <a:pt x="28846" y="14377"/>
                  <a:pt x="28846" y="14347"/>
                </a:cubicBezTo>
                <a:cubicBezTo>
                  <a:pt x="28846" y="14325"/>
                  <a:pt x="28831" y="14304"/>
                  <a:pt x="28822" y="14304"/>
                </a:cubicBezTo>
                <a:cubicBezTo>
                  <a:pt x="28818" y="14304"/>
                  <a:pt x="28816" y="14308"/>
                  <a:pt x="28816" y="14317"/>
                </a:cubicBezTo>
                <a:lnTo>
                  <a:pt x="28816" y="14347"/>
                </a:lnTo>
                <a:cubicBezTo>
                  <a:pt x="28812" y="14351"/>
                  <a:pt x="28805" y="14353"/>
                  <a:pt x="28797" y="14353"/>
                </a:cubicBezTo>
                <a:cubicBezTo>
                  <a:pt x="28745" y="14353"/>
                  <a:pt x="28625" y="14282"/>
                  <a:pt x="28573" y="14256"/>
                </a:cubicBezTo>
                <a:cubicBezTo>
                  <a:pt x="28567" y="14250"/>
                  <a:pt x="28560" y="14247"/>
                  <a:pt x="28553" y="14247"/>
                </a:cubicBezTo>
                <a:cubicBezTo>
                  <a:pt x="28490" y="14247"/>
                  <a:pt x="28402" y="14475"/>
                  <a:pt x="28512" y="14529"/>
                </a:cubicBezTo>
                <a:cubicBezTo>
                  <a:pt x="28603" y="14560"/>
                  <a:pt x="28664" y="14681"/>
                  <a:pt x="28664" y="14803"/>
                </a:cubicBezTo>
                <a:cubicBezTo>
                  <a:pt x="28603" y="14833"/>
                  <a:pt x="28512" y="14894"/>
                  <a:pt x="28451" y="14924"/>
                </a:cubicBezTo>
                <a:cubicBezTo>
                  <a:pt x="28390" y="14924"/>
                  <a:pt x="28238" y="14742"/>
                  <a:pt x="28208" y="14651"/>
                </a:cubicBezTo>
                <a:cubicBezTo>
                  <a:pt x="28178" y="14560"/>
                  <a:pt x="27965" y="14560"/>
                  <a:pt x="27874" y="14560"/>
                </a:cubicBezTo>
                <a:lnTo>
                  <a:pt x="27570" y="14590"/>
                </a:lnTo>
                <a:lnTo>
                  <a:pt x="27387" y="14590"/>
                </a:lnTo>
                <a:cubicBezTo>
                  <a:pt x="27366" y="14595"/>
                  <a:pt x="27344" y="14598"/>
                  <a:pt x="27323" y="14598"/>
                </a:cubicBezTo>
                <a:cubicBezTo>
                  <a:pt x="27224" y="14598"/>
                  <a:pt x="27133" y="14544"/>
                  <a:pt x="27083" y="14468"/>
                </a:cubicBezTo>
                <a:cubicBezTo>
                  <a:pt x="27062" y="14447"/>
                  <a:pt x="27040" y="14426"/>
                  <a:pt x="27008" y="14426"/>
                </a:cubicBezTo>
                <a:cubicBezTo>
                  <a:pt x="26995" y="14426"/>
                  <a:pt x="26979" y="14429"/>
                  <a:pt x="26962" y="14438"/>
                </a:cubicBezTo>
                <a:lnTo>
                  <a:pt x="26931" y="14438"/>
                </a:lnTo>
                <a:cubicBezTo>
                  <a:pt x="26840" y="14468"/>
                  <a:pt x="26931" y="14499"/>
                  <a:pt x="26931" y="14560"/>
                </a:cubicBezTo>
                <a:lnTo>
                  <a:pt x="26962" y="14620"/>
                </a:lnTo>
                <a:cubicBezTo>
                  <a:pt x="26939" y="14689"/>
                  <a:pt x="26882" y="14723"/>
                  <a:pt x="26829" y="14723"/>
                </a:cubicBezTo>
                <a:cubicBezTo>
                  <a:pt x="26812" y="14723"/>
                  <a:pt x="26795" y="14719"/>
                  <a:pt x="26779" y="14712"/>
                </a:cubicBezTo>
                <a:lnTo>
                  <a:pt x="26688" y="14681"/>
                </a:lnTo>
                <a:lnTo>
                  <a:pt x="26658" y="14651"/>
                </a:lnTo>
                <a:cubicBezTo>
                  <a:pt x="26567" y="14590"/>
                  <a:pt x="26658" y="14408"/>
                  <a:pt x="26688" y="14377"/>
                </a:cubicBezTo>
                <a:cubicBezTo>
                  <a:pt x="26724" y="14342"/>
                  <a:pt x="26686" y="14327"/>
                  <a:pt x="26637" y="14327"/>
                </a:cubicBezTo>
                <a:cubicBezTo>
                  <a:pt x="26602" y="14327"/>
                  <a:pt x="26561" y="14334"/>
                  <a:pt x="26536" y="14347"/>
                </a:cubicBezTo>
                <a:cubicBezTo>
                  <a:pt x="26475" y="14377"/>
                  <a:pt x="26415" y="14377"/>
                  <a:pt x="26354" y="14377"/>
                </a:cubicBezTo>
                <a:lnTo>
                  <a:pt x="26263" y="14377"/>
                </a:lnTo>
                <a:cubicBezTo>
                  <a:pt x="26202" y="14408"/>
                  <a:pt x="26171" y="14438"/>
                  <a:pt x="26171" y="14499"/>
                </a:cubicBezTo>
                <a:lnTo>
                  <a:pt x="26202" y="14529"/>
                </a:lnTo>
                <a:cubicBezTo>
                  <a:pt x="26232" y="14560"/>
                  <a:pt x="26293" y="14590"/>
                  <a:pt x="26354" y="14620"/>
                </a:cubicBezTo>
                <a:cubicBezTo>
                  <a:pt x="26475" y="14651"/>
                  <a:pt x="26597" y="14712"/>
                  <a:pt x="26536" y="14803"/>
                </a:cubicBezTo>
                <a:lnTo>
                  <a:pt x="26475" y="14985"/>
                </a:lnTo>
                <a:cubicBezTo>
                  <a:pt x="26384" y="14864"/>
                  <a:pt x="25776" y="14894"/>
                  <a:pt x="25594" y="14864"/>
                </a:cubicBezTo>
                <a:cubicBezTo>
                  <a:pt x="25442" y="14833"/>
                  <a:pt x="25320" y="14742"/>
                  <a:pt x="25229" y="14620"/>
                </a:cubicBezTo>
                <a:cubicBezTo>
                  <a:pt x="25229" y="14590"/>
                  <a:pt x="25412" y="14529"/>
                  <a:pt x="25503" y="14529"/>
                </a:cubicBezTo>
                <a:cubicBezTo>
                  <a:pt x="25563" y="14529"/>
                  <a:pt x="25624" y="14499"/>
                  <a:pt x="25594" y="14468"/>
                </a:cubicBezTo>
                <a:lnTo>
                  <a:pt x="25442" y="14468"/>
                </a:lnTo>
                <a:cubicBezTo>
                  <a:pt x="25290" y="14468"/>
                  <a:pt x="25168" y="14529"/>
                  <a:pt x="25168" y="14651"/>
                </a:cubicBezTo>
                <a:lnTo>
                  <a:pt x="25108" y="14742"/>
                </a:lnTo>
                <a:cubicBezTo>
                  <a:pt x="25077" y="14772"/>
                  <a:pt x="24956" y="14833"/>
                  <a:pt x="24925" y="14864"/>
                </a:cubicBezTo>
                <a:cubicBezTo>
                  <a:pt x="24864" y="14894"/>
                  <a:pt x="24834" y="14955"/>
                  <a:pt x="24804" y="14955"/>
                </a:cubicBezTo>
                <a:cubicBezTo>
                  <a:pt x="24779" y="14960"/>
                  <a:pt x="24753" y="14961"/>
                  <a:pt x="24726" y="14961"/>
                </a:cubicBezTo>
                <a:cubicBezTo>
                  <a:pt x="24657" y="14961"/>
                  <a:pt x="24581" y="14950"/>
                  <a:pt x="24503" y="14950"/>
                </a:cubicBezTo>
                <a:cubicBezTo>
                  <a:pt x="24420" y="14950"/>
                  <a:pt x="24335" y="14963"/>
                  <a:pt x="24256" y="15016"/>
                </a:cubicBezTo>
                <a:cubicBezTo>
                  <a:pt x="24252" y="15020"/>
                  <a:pt x="24245" y="15022"/>
                  <a:pt x="24236" y="15022"/>
                </a:cubicBezTo>
                <a:cubicBezTo>
                  <a:pt x="24178" y="15022"/>
                  <a:pt x="24035" y="14947"/>
                  <a:pt x="23983" y="14894"/>
                </a:cubicBezTo>
                <a:lnTo>
                  <a:pt x="23922" y="14833"/>
                </a:lnTo>
                <a:cubicBezTo>
                  <a:pt x="23902" y="14774"/>
                  <a:pt x="23921" y="14741"/>
                  <a:pt x="23969" y="14741"/>
                </a:cubicBezTo>
                <a:cubicBezTo>
                  <a:pt x="23996" y="14741"/>
                  <a:pt x="24031" y="14751"/>
                  <a:pt x="24074" y="14772"/>
                </a:cubicBezTo>
                <a:lnTo>
                  <a:pt x="24196" y="14681"/>
                </a:lnTo>
                <a:lnTo>
                  <a:pt x="24256" y="14651"/>
                </a:lnTo>
                <a:cubicBezTo>
                  <a:pt x="24378" y="14651"/>
                  <a:pt x="24530" y="14620"/>
                  <a:pt x="24652" y="14529"/>
                </a:cubicBezTo>
                <a:cubicBezTo>
                  <a:pt x="24682" y="14499"/>
                  <a:pt x="24256" y="14499"/>
                  <a:pt x="24074" y="14499"/>
                </a:cubicBezTo>
                <a:cubicBezTo>
                  <a:pt x="23927" y="14523"/>
                  <a:pt x="23640" y="14568"/>
                  <a:pt x="23487" y="14568"/>
                </a:cubicBezTo>
                <a:cubicBezTo>
                  <a:pt x="23451" y="14568"/>
                  <a:pt x="23423" y="14565"/>
                  <a:pt x="23405" y="14560"/>
                </a:cubicBezTo>
                <a:cubicBezTo>
                  <a:pt x="23284" y="14560"/>
                  <a:pt x="23253" y="14408"/>
                  <a:pt x="23284" y="14347"/>
                </a:cubicBezTo>
                <a:cubicBezTo>
                  <a:pt x="23299" y="14317"/>
                  <a:pt x="23299" y="14301"/>
                  <a:pt x="23284" y="14301"/>
                </a:cubicBezTo>
                <a:cubicBezTo>
                  <a:pt x="23269" y="14301"/>
                  <a:pt x="23238" y="14317"/>
                  <a:pt x="23193" y="14347"/>
                </a:cubicBezTo>
                <a:lnTo>
                  <a:pt x="23101" y="14347"/>
                </a:lnTo>
                <a:cubicBezTo>
                  <a:pt x="23041" y="14347"/>
                  <a:pt x="23010" y="14377"/>
                  <a:pt x="23010" y="14408"/>
                </a:cubicBezTo>
                <a:cubicBezTo>
                  <a:pt x="23010" y="14408"/>
                  <a:pt x="23101" y="14560"/>
                  <a:pt x="23162" y="14742"/>
                </a:cubicBezTo>
                <a:lnTo>
                  <a:pt x="23436" y="14681"/>
                </a:lnTo>
                <a:cubicBezTo>
                  <a:pt x="23466" y="14681"/>
                  <a:pt x="23497" y="14742"/>
                  <a:pt x="23497" y="14742"/>
                </a:cubicBezTo>
                <a:cubicBezTo>
                  <a:pt x="23466" y="14772"/>
                  <a:pt x="23466" y="14803"/>
                  <a:pt x="23436" y="14833"/>
                </a:cubicBezTo>
                <a:cubicBezTo>
                  <a:pt x="23418" y="14828"/>
                  <a:pt x="23402" y="14826"/>
                  <a:pt x="23388" y="14826"/>
                </a:cubicBezTo>
                <a:cubicBezTo>
                  <a:pt x="23257" y="14826"/>
                  <a:pt x="23286" y="15031"/>
                  <a:pt x="23187" y="15031"/>
                </a:cubicBezTo>
                <a:cubicBezTo>
                  <a:pt x="23172" y="15031"/>
                  <a:pt x="23154" y="15027"/>
                  <a:pt x="23132" y="15016"/>
                </a:cubicBezTo>
                <a:lnTo>
                  <a:pt x="22858" y="14864"/>
                </a:lnTo>
                <a:cubicBezTo>
                  <a:pt x="22767" y="14932"/>
                  <a:pt x="22659" y="14966"/>
                  <a:pt x="22546" y="14966"/>
                </a:cubicBezTo>
                <a:cubicBezTo>
                  <a:pt x="22509" y="14966"/>
                  <a:pt x="22471" y="14962"/>
                  <a:pt x="22433" y="14955"/>
                </a:cubicBezTo>
                <a:cubicBezTo>
                  <a:pt x="22402" y="14924"/>
                  <a:pt x="22220" y="14803"/>
                  <a:pt x="22159" y="14772"/>
                </a:cubicBezTo>
                <a:cubicBezTo>
                  <a:pt x="22098" y="14712"/>
                  <a:pt x="22038" y="14651"/>
                  <a:pt x="21977" y="14590"/>
                </a:cubicBezTo>
                <a:lnTo>
                  <a:pt x="21916" y="14590"/>
                </a:lnTo>
                <a:lnTo>
                  <a:pt x="21855" y="14620"/>
                </a:lnTo>
                <a:cubicBezTo>
                  <a:pt x="21794" y="14712"/>
                  <a:pt x="21734" y="14803"/>
                  <a:pt x="21703" y="14894"/>
                </a:cubicBezTo>
                <a:lnTo>
                  <a:pt x="21642" y="14955"/>
                </a:lnTo>
                <a:cubicBezTo>
                  <a:pt x="21624" y="14973"/>
                  <a:pt x="21598" y="14978"/>
                  <a:pt x="21568" y="14978"/>
                </a:cubicBezTo>
                <a:cubicBezTo>
                  <a:pt x="21536" y="14978"/>
                  <a:pt x="21500" y="14972"/>
                  <a:pt x="21463" y="14972"/>
                </a:cubicBezTo>
                <a:cubicBezTo>
                  <a:pt x="21418" y="14972"/>
                  <a:pt x="21374" y="14980"/>
                  <a:pt x="21338" y="15016"/>
                </a:cubicBezTo>
                <a:cubicBezTo>
                  <a:pt x="21278" y="14985"/>
                  <a:pt x="21187" y="14955"/>
                  <a:pt x="21095" y="14955"/>
                </a:cubicBezTo>
                <a:lnTo>
                  <a:pt x="21035" y="14894"/>
                </a:lnTo>
                <a:lnTo>
                  <a:pt x="21004" y="14864"/>
                </a:lnTo>
                <a:cubicBezTo>
                  <a:pt x="20700" y="14924"/>
                  <a:pt x="20214" y="15016"/>
                  <a:pt x="19971" y="15076"/>
                </a:cubicBezTo>
                <a:lnTo>
                  <a:pt x="19758" y="15016"/>
                </a:lnTo>
                <a:lnTo>
                  <a:pt x="19697" y="15016"/>
                </a:lnTo>
                <a:cubicBezTo>
                  <a:pt x="19662" y="14992"/>
                  <a:pt x="19627" y="14982"/>
                  <a:pt x="19596" y="14982"/>
                </a:cubicBezTo>
                <a:cubicBezTo>
                  <a:pt x="19545" y="14982"/>
                  <a:pt x="19503" y="15008"/>
                  <a:pt x="19484" y="15046"/>
                </a:cubicBezTo>
                <a:lnTo>
                  <a:pt x="19424" y="15107"/>
                </a:lnTo>
                <a:cubicBezTo>
                  <a:pt x="19393" y="15107"/>
                  <a:pt x="19332" y="15107"/>
                  <a:pt x="19302" y="15076"/>
                </a:cubicBezTo>
                <a:cubicBezTo>
                  <a:pt x="19241" y="15046"/>
                  <a:pt x="19484" y="14985"/>
                  <a:pt x="19302" y="14955"/>
                </a:cubicBezTo>
                <a:lnTo>
                  <a:pt x="19184" y="14938"/>
                </a:lnTo>
                <a:lnTo>
                  <a:pt x="19184" y="14938"/>
                </a:lnTo>
                <a:lnTo>
                  <a:pt x="19211" y="14924"/>
                </a:lnTo>
                <a:cubicBezTo>
                  <a:pt x="19272" y="14894"/>
                  <a:pt x="19089" y="14712"/>
                  <a:pt x="19028" y="14620"/>
                </a:cubicBezTo>
                <a:cubicBezTo>
                  <a:pt x="18979" y="14571"/>
                  <a:pt x="19169" y="14482"/>
                  <a:pt x="19323" y="14482"/>
                </a:cubicBezTo>
                <a:cubicBezTo>
                  <a:pt x="19360" y="14482"/>
                  <a:pt x="19395" y="14487"/>
                  <a:pt x="19424" y="14499"/>
                </a:cubicBezTo>
                <a:cubicBezTo>
                  <a:pt x="19545" y="14560"/>
                  <a:pt x="19515" y="14620"/>
                  <a:pt x="19454" y="14620"/>
                </a:cubicBezTo>
                <a:cubicBezTo>
                  <a:pt x="19393" y="14620"/>
                  <a:pt x="19393" y="14681"/>
                  <a:pt x="19424" y="14712"/>
                </a:cubicBezTo>
                <a:cubicBezTo>
                  <a:pt x="19484" y="14772"/>
                  <a:pt x="19545" y="14803"/>
                  <a:pt x="19636" y="14833"/>
                </a:cubicBezTo>
                <a:cubicBezTo>
                  <a:pt x="19641" y="14837"/>
                  <a:pt x="19645" y="14839"/>
                  <a:pt x="19651" y="14839"/>
                </a:cubicBezTo>
                <a:cubicBezTo>
                  <a:pt x="19683" y="14839"/>
                  <a:pt x="19732" y="14768"/>
                  <a:pt x="19758" y="14742"/>
                </a:cubicBezTo>
                <a:cubicBezTo>
                  <a:pt x="19758" y="14681"/>
                  <a:pt x="19849" y="14651"/>
                  <a:pt x="19971" y="14651"/>
                </a:cubicBezTo>
                <a:lnTo>
                  <a:pt x="19971" y="14499"/>
                </a:lnTo>
                <a:lnTo>
                  <a:pt x="19971" y="14317"/>
                </a:lnTo>
                <a:cubicBezTo>
                  <a:pt x="20092" y="14347"/>
                  <a:pt x="20214" y="14377"/>
                  <a:pt x="20335" y="14377"/>
                </a:cubicBezTo>
                <a:cubicBezTo>
                  <a:pt x="20359" y="14354"/>
                  <a:pt x="20504" y="14296"/>
                  <a:pt x="20560" y="14296"/>
                </a:cubicBezTo>
                <a:cubicBezTo>
                  <a:pt x="20577" y="14296"/>
                  <a:pt x="20586" y="14302"/>
                  <a:pt x="20579" y="14317"/>
                </a:cubicBezTo>
                <a:cubicBezTo>
                  <a:pt x="20579" y="14342"/>
                  <a:pt x="20611" y="14352"/>
                  <a:pt x="20653" y="14352"/>
                </a:cubicBezTo>
                <a:cubicBezTo>
                  <a:pt x="20711" y="14352"/>
                  <a:pt x="20787" y="14334"/>
                  <a:pt x="20822" y="14317"/>
                </a:cubicBezTo>
                <a:cubicBezTo>
                  <a:pt x="20842" y="14303"/>
                  <a:pt x="20863" y="14297"/>
                  <a:pt x="20885" y="14297"/>
                </a:cubicBezTo>
                <a:cubicBezTo>
                  <a:pt x="20963" y="14297"/>
                  <a:pt x="21048" y="14374"/>
                  <a:pt x="21095" y="14468"/>
                </a:cubicBezTo>
                <a:lnTo>
                  <a:pt x="21278" y="14317"/>
                </a:lnTo>
                <a:cubicBezTo>
                  <a:pt x="21323" y="14301"/>
                  <a:pt x="21361" y="14294"/>
                  <a:pt x="21395" y="14294"/>
                </a:cubicBezTo>
                <a:cubicBezTo>
                  <a:pt x="21430" y="14294"/>
                  <a:pt x="21460" y="14301"/>
                  <a:pt x="21490" y="14317"/>
                </a:cubicBezTo>
                <a:cubicBezTo>
                  <a:pt x="21543" y="14369"/>
                  <a:pt x="21588" y="14389"/>
                  <a:pt x="21628" y="14389"/>
                </a:cubicBezTo>
                <a:cubicBezTo>
                  <a:pt x="21705" y="14389"/>
                  <a:pt x="21765" y="14316"/>
                  <a:pt x="21825" y="14256"/>
                </a:cubicBezTo>
                <a:lnTo>
                  <a:pt x="22220" y="13952"/>
                </a:lnTo>
                <a:cubicBezTo>
                  <a:pt x="22281" y="13952"/>
                  <a:pt x="22311" y="13982"/>
                  <a:pt x="22342" y="13982"/>
                </a:cubicBezTo>
                <a:cubicBezTo>
                  <a:pt x="22454" y="14095"/>
                  <a:pt x="22584" y="14157"/>
                  <a:pt x="22717" y="14157"/>
                </a:cubicBezTo>
                <a:cubicBezTo>
                  <a:pt x="22764" y="14157"/>
                  <a:pt x="22811" y="14150"/>
                  <a:pt x="22858" y="14134"/>
                </a:cubicBezTo>
                <a:lnTo>
                  <a:pt x="23193" y="14104"/>
                </a:lnTo>
                <a:cubicBezTo>
                  <a:pt x="23284" y="14138"/>
                  <a:pt x="23379" y="14155"/>
                  <a:pt x="23473" y="14155"/>
                </a:cubicBezTo>
                <a:cubicBezTo>
                  <a:pt x="23628" y="14155"/>
                  <a:pt x="23778" y="14108"/>
                  <a:pt x="23892" y="14013"/>
                </a:cubicBezTo>
                <a:lnTo>
                  <a:pt x="24196" y="14013"/>
                </a:lnTo>
                <a:cubicBezTo>
                  <a:pt x="24198" y="14015"/>
                  <a:pt x="24201" y="14017"/>
                  <a:pt x="24203" y="14017"/>
                </a:cubicBezTo>
                <a:cubicBezTo>
                  <a:pt x="24227" y="14017"/>
                  <a:pt x="24234" y="13891"/>
                  <a:pt x="24317" y="13891"/>
                </a:cubicBezTo>
                <a:cubicBezTo>
                  <a:pt x="24378" y="13891"/>
                  <a:pt x="24439" y="13952"/>
                  <a:pt x="24530" y="13952"/>
                </a:cubicBezTo>
                <a:cubicBezTo>
                  <a:pt x="24568" y="13964"/>
                  <a:pt x="24606" y="13972"/>
                  <a:pt x="24643" y="13972"/>
                </a:cubicBezTo>
                <a:cubicBezTo>
                  <a:pt x="24697" y="13972"/>
                  <a:pt x="24750" y="13957"/>
                  <a:pt x="24804" y="13921"/>
                </a:cubicBezTo>
                <a:cubicBezTo>
                  <a:pt x="24840" y="13907"/>
                  <a:pt x="24866" y="13901"/>
                  <a:pt x="24885" y="13901"/>
                </a:cubicBezTo>
                <a:cubicBezTo>
                  <a:pt x="24944" y="13901"/>
                  <a:pt x="24932" y="13959"/>
                  <a:pt x="24956" y="13982"/>
                </a:cubicBezTo>
                <a:cubicBezTo>
                  <a:pt x="24956" y="14013"/>
                  <a:pt x="24986" y="14043"/>
                  <a:pt x="25047" y="14043"/>
                </a:cubicBezTo>
                <a:lnTo>
                  <a:pt x="25260" y="14043"/>
                </a:lnTo>
                <a:lnTo>
                  <a:pt x="25563" y="14104"/>
                </a:lnTo>
                <a:cubicBezTo>
                  <a:pt x="25632" y="14035"/>
                  <a:pt x="25717" y="14001"/>
                  <a:pt x="25807" y="14001"/>
                </a:cubicBezTo>
                <a:cubicBezTo>
                  <a:pt x="25837" y="14001"/>
                  <a:pt x="25867" y="14005"/>
                  <a:pt x="25898" y="14013"/>
                </a:cubicBezTo>
                <a:cubicBezTo>
                  <a:pt x="25926" y="14069"/>
                  <a:pt x="26110" y="14229"/>
                  <a:pt x="26233" y="14229"/>
                </a:cubicBezTo>
                <a:cubicBezTo>
                  <a:pt x="26244" y="14229"/>
                  <a:pt x="26253" y="14228"/>
                  <a:pt x="26263" y="14225"/>
                </a:cubicBezTo>
                <a:cubicBezTo>
                  <a:pt x="26384" y="14195"/>
                  <a:pt x="26445" y="14134"/>
                  <a:pt x="26415" y="14073"/>
                </a:cubicBezTo>
                <a:lnTo>
                  <a:pt x="26415" y="14043"/>
                </a:lnTo>
                <a:cubicBezTo>
                  <a:pt x="26415" y="13982"/>
                  <a:pt x="26445" y="13952"/>
                  <a:pt x="26475" y="13921"/>
                </a:cubicBezTo>
                <a:cubicBezTo>
                  <a:pt x="26504" y="13892"/>
                  <a:pt x="26521" y="13882"/>
                  <a:pt x="26531" y="13882"/>
                </a:cubicBezTo>
                <a:cubicBezTo>
                  <a:pt x="26553" y="13882"/>
                  <a:pt x="26546" y="13931"/>
                  <a:pt x="26567" y="13952"/>
                </a:cubicBezTo>
                <a:lnTo>
                  <a:pt x="26658" y="14073"/>
                </a:lnTo>
                <a:cubicBezTo>
                  <a:pt x="26719" y="14013"/>
                  <a:pt x="26779" y="13921"/>
                  <a:pt x="26749" y="13861"/>
                </a:cubicBezTo>
                <a:lnTo>
                  <a:pt x="26749" y="13861"/>
                </a:lnTo>
                <a:lnTo>
                  <a:pt x="26901" y="13921"/>
                </a:lnTo>
                <a:cubicBezTo>
                  <a:pt x="26966" y="13965"/>
                  <a:pt x="27038" y="13973"/>
                  <a:pt x="27113" y="13973"/>
                </a:cubicBezTo>
                <a:cubicBezTo>
                  <a:pt x="27163" y="13973"/>
                  <a:pt x="27213" y="13969"/>
                  <a:pt x="27263" y="13969"/>
                </a:cubicBezTo>
                <a:cubicBezTo>
                  <a:pt x="27350" y="13969"/>
                  <a:pt x="27434" y="13981"/>
                  <a:pt x="27509" y="14043"/>
                </a:cubicBezTo>
                <a:lnTo>
                  <a:pt x="27539" y="14043"/>
                </a:lnTo>
                <a:cubicBezTo>
                  <a:pt x="27569" y="14025"/>
                  <a:pt x="27597" y="14018"/>
                  <a:pt x="27623" y="14018"/>
                </a:cubicBezTo>
                <a:cubicBezTo>
                  <a:pt x="27734" y="14018"/>
                  <a:pt x="27813" y="14146"/>
                  <a:pt x="27813" y="14195"/>
                </a:cubicBezTo>
                <a:cubicBezTo>
                  <a:pt x="27813" y="14256"/>
                  <a:pt x="27722" y="14347"/>
                  <a:pt x="27600" y="14408"/>
                </a:cubicBezTo>
                <a:lnTo>
                  <a:pt x="27813" y="14438"/>
                </a:lnTo>
                <a:cubicBezTo>
                  <a:pt x="27829" y="14442"/>
                  <a:pt x="27843" y="14444"/>
                  <a:pt x="27854" y="14444"/>
                </a:cubicBezTo>
                <a:cubicBezTo>
                  <a:pt x="27927" y="14444"/>
                  <a:pt x="27904" y="14365"/>
                  <a:pt x="27904" y="14286"/>
                </a:cubicBezTo>
                <a:lnTo>
                  <a:pt x="27904" y="14225"/>
                </a:lnTo>
                <a:cubicBezTo>
                  <a:pt x="27904" y="14139"/>
                  <a:pt x="28068" y="13889"/>
                  <a:pt x="28188" y="13889"/>
                </a:cubicBezTo>
                <a:cubicBezTo>
                  <a:pt x="28195" y="13889"/>
                  <a:pt x="28202" y="13889"/>
                  <a:pt x="28208" y="13891"/>
                </a:cubicBezTo>
                <a:cubicBezTo>
                  <a:pt x="28240" y="13899"/>
                  <a:pt x="28271" y="13903"/>
                  <a:pt x="28298" y="13903"/>
                </a:cubicBezTo>
                <a:cubicBezTo>
                  <a:pt x="28372" y="13903"/>
                  <a:pt x="28421" y="13875"/>
                  <a:pt x="28421" y="13830"/>
                </a:cubicBezTo>
                <a:lnTo>
                  <a:pt x="28421" y="13678"/>
                </a:lnTo>
                <a:cubicBezTo>
                  <a:pt x="28633" y="13739"/>
                  <a:pt x="28846" y="13800"/>
                  <a:pt x="29059" y="13830"/>
                </a:cubicBezTo>
                <a:cubicBezTo>
                  <a:pt x="29241" y="13800"/>
                  <a:pt x="29424" y="13739"/>
                  <a:pt x="29606" y="13678"/>
                </a:cubicBezTo>
                <a:lnTo>
                  <a:pt x="29819" y="13617"/>
                </a:lnTo>
                <a:lnTo>
                  <a:pt x="29880" y="13617"/>
                </a:lnTo>
                <a:cubicBezTo>
                  <a:pt x="30001" y="13617"/>
                  <a:pt x="29971" y="13709"/>
                  <a:pt x="29849" y="13830"/>
                </a:cubicBezTo>
                <a:lnTo>
                  <a:pt x="29728" y="13861"/>
                </a:lnTo>
                <a:lnTo>
                  <a:pt x="29576" y="13921"/>
                </a:lnTo>
                <a:cubicBezTo>
                  <a:pt x="29393" y="13952"/>
                  <a:pt x="29302" y="14043"/>
                  <a:pt x="29333" y="14134"/>
                </a:cubicBezTo>
                <a:lnTo>
                  <a:pt x="29515" y="14043"/>
                </a:lnTo>
                <a:cubicBezTo>
                  <a:pt x="29667" y="13982"/>
                  <a:pt x="29849" y="14013"/>
                  <a:pt x="29971" y="13830"/>
                </a:cubicBezTo>
                <a:lnTo>
                  <a:pt x="30032" y="13769"/>
                </a:lnTo>
                <a:cubicBezTo>
                  <a:pt x="30168" y="13754"/>
                  <a:pt x="30313" y="13747"/>
                  <a:pt x="30457" y="13747"/>
                </a:cubicBezTo>
                <a:cubicBezTo>
                  <a:pt x="30602" y="13747"/>
                  <a:pt x="30746" y="13754"/>
                  <a:pt x="30883" y="13769"/>
                </a:cubicBezTo>
                <a:lnTo>
                  <a:pt x="31369" y="13769"/>
                </a:lnTo>
                <a:cubicBezTo>
                  <a:pt x="31643" y="13739"/>
                  <a:pt x="31977" y="13557"/>
                  <a:pt x="31947" y="13526"/>
                </a:cubicBezTo>
                <a:cubicBezTo>
                  <a:pt x="31916" y="13496"/>
                  <a:pt x="31931" y="13481"/>
                  <a:pt x="31973" y="13481"/>
                </a:cubicBezTo>
                <a:close/>
                <a:moveTo>
                  <a:pt x="29978" y="14822"/>
                </a:moveTo>
                <a:cubicBezTo>
                  <a:pt x="30098" y="14822"/>
                  <a:pt x="30184" y="14856"/>
                  <a:pt x="30184" y="14924"/>
                </a:cubicBezTo>
                <a:lnTo>
                  <a:pt x="30153" y="14955"/>
                </a:lnTo>
                <a:cubicBezTo>
                  <a:pt x="30153" y="15016"/>
                  <a:pt x="30123" y="15046"/>
                  <a:pt x="30032" y="15076"/>
                </a:cubicBezTo>
                <a:cubicBezTo>
                  <a:pt x="29971" y="15137"/>
                  <a:pt x="29971" y="15168"/>
                  <a:pt x="30032" y="15198"/>
                </a:cubicBezTo>
                <a:lnTo>
                  <a:pt x="30062" y="15228"/>
                </a:lnTo>
                <a:cubicBezTo>
                  <a:pt x="30047" y="15274"/>
                  <a:pt x="30016" y="15297"/>
                  <a:pt x="29982" y="15297"/>
                </a:cubicBezTo>
                <a:cubicBezTo>
                  <a:pt x="29948" y="15297"/>
                  <a:pt x="29910" y="15274"/>
                  <a:pt x="29880" y="15228"/>
                </a:cubicBezTo>
                <a:lnTo>
                  <a:pt x="29880" y="15168"/>
                </a:lnTo>
                <a:cubicBezTo>
                  <a:pt x="29880" y="15076"/>
                  <a:pt x="29880" y="15016"/>
                  <a:pt x="29728" y="15016"/>
                </a:cubicBezTo>
                <a:cubicBezTo>
                  <a:pt x="29637" y="15016"/>
                  <a:pt x="29637" y="14864"/>
                  <a:pt x="29728" y="14864"/>
                </a:cubicBezTo>
                <a:lnTo>
                  <a:pt x="29849" y="14833"/>
                </a:lnTo>
                <a:cubicBezTo>
                  <a:pt x="29895" y="14826"/>
                  <a:pt x="29939" y="14822"/>
                  <a:pt x="29978" y="14822"/>
                </a:cubicBezTo>
                <a:close/>
                <a:moveTo>
                  <a:pt x="18269" y="14225"/>
                </a:moveTo>
                <a:cubicBezTo>
                  <a:pt x="18329" y="14225"/>
                  <a:pt x="18329" y="14256"/>
                  <a:pt x="18329" y="14286"/>
                </a:cubicBezTo>
                <a:lnTo>
                  <a:pt x="18329" y="14317"/>
                </a:lnTo>
                <a:lnTo>
                  <a:pt x="18329" y="14499"/>
                </a:lnTo>
                <a:cubicBezTo>
                  <a:pt x="18390" y="14620"/>
                  <a:pt x="18816" y="14712"/>
                  <a:pt x="18876" y="14772"/>
                </a:cubicBezTo>
                <a:cubicBezTo>
                  <a:pt x="18937" y="14803"/>
                  <a:pt x="18937" y="14955"/>
                  <a:pt x="18846" y="15046"/>
                </a:cubicBezTo>
                <a:lnTo>
                  <a:pt x="18694" y="14894"/>
                </a:lnTo>
                <a:lnTo>
                  <a:pt x="18603" y="14894"/>
                </a:lnTo>
                <a:cubicBezTo>
                  <a:pt x="18572" y="14894"/>
                  <a:pt x="18512" y="14924"/>
                  <a:pt x="18512" y="14955"/>
                </a:cubicBezTo>
                <a:cubicBezTo>
                  <a:pt x="18512" y="14985"/>
                  <a:pt x="18572" y="15046"/>
                  <a:pt x="18572" y="15046"/>
                </a:cubicBezTo>
                <a:cubicBezTo>
                  <a:pt x="18626" y="15054"/>
                  <a:pt x="18677" y="15057"/>
                  <a:pt x="18727" y="15057"/>
                </a:cubicBezTo>
                <a:cubicBezTo>
                  <a:pt x="18854" y="15057"/>
                  <a:pt x="18972" y="15033"/>
                  <a:pt x="19089" y="14983"/>
                </a:cubicBezTo>
                <a:lnTo>
                  <a:pt x="19089" y="14983"/>
                </a:lnTo>
                <a:cubicBezTo>
                  <a:pt x="19089" y="15092"/>
                  <a:pt x="19089" y="15217"/>
                  <a:pt x="19089" y="15320"/>
                </a:cubicBezTo>
                <a:lnTo>
                  <a:pt x="19028" y="15259"/>
                </a:lnTo>
                <a:lnTo>
                  <a:pt x="18846" y="15137"/>
                </a:lnTo>
                <a:cubicBezTo>
                  <a:pt x="18664" y="15137"/>
                  <a:pt x="18481" y="15076"/>
                  <a:pt x="18390" y="14924"/>
                </a:cubicBezTo>
                <a:cubicBezTo>
                  <a:pt x="18360" y="14833"/>
                  <a:pt x="18481" y="14651"/>
                  <a:pt x="18481" y="14651"/>
                </a:cubicBezTo>
                <a:lnTo>
                  <a:pt x="18481" y="14651"/>
                </a:lnTo>
                <a:cubicBezTo>
                  <a:pt x="18360" y="14712"/>
                  <a:pt x="18238" y="14803"/>
                  <a:pt x="18147" y="14924"/>
                </a:cubicBezTo>
                <a:cubicBezTo>
                  <a:pt x="18147" y="14985"/>
                  <a:pt x="18117" y="15076"/>
                  <a:pt x="18117" y="15168"/>
                </a:cubicBezTo>
                <a:lnTo>
                  <a:pt x="18056" y="15198"/>
                </a:lnTo>
                <a:cubicBezTo>
                  <a:pt x="17995" y="15228"/>
                  <a:pt x="17904" y="15259"/>
                  <a:pt x="17813" y="15259"/>
                </a:cubicBezTo>
                <a:lnTo>
                  <a:pt x="17752" y="15259"/>
                </a:lnTo>
                <a:cubicBezTo>
                  <a:pt x="17727" y="15209"/>
                  <a:pt x="17662" y="15160"/>
                  <a:pt x="17622" y="15160"/>
                </a:cubicBezTo>
                <a:cubicBezTo>
                  <a:pt x="17613" y="15160"/>
                  <a:pt x="17605" y="15162"/>
                  <a:pt x="17600" y="15168"/>
                </a:cubicBezTo>
                <a:lnTo>
                  <a:pt x="17569" y="15198"/>
                </a:lnTo>
                <a:lnTo>
                  <a:pt x="17539" y="15228"/>
                </a:lnTo>
                <a:lnTo>
                  <a:pt x="17387" y="15228"/>
                </a:lnTo>
                <a:lnTo>
                  <a:pt x="17357" y="15168"/>
                </a:lnTo>
                <a:lnTo>
                  <a:pt x="17296" y="15107"/>
                </a:lnTo>
                <a:cubicBezTo>
                  <a:pt x="17265" y="14985"/>
                  <a:pt x="17296" y="14864"/>
                  <a:pt x="17417" y="14833"/>
                </a:cubicBezTo>
                <a:cubicBezTo>
                  <a:pt x="17448" y="14833"/>
                  <a:pt x="17478" y="14833"/>
                  <a:pt x="17509" y="14803"/>
                </a:cubicBezTo>
                <a:cubicBezTo>
                  <a:pt x="17417" y="14772"/>
                  <a:pt x="17357" y="14772"/>
                  <a:pt x="17265" y="14772"/>
                </a:cubicBezTo>
                <a:cubicBezTo>
                  <a:pt x="17205" y="14772"/>
                  <a:pt x="17113" y="14864"/>
                  <a:pt x="17053" y="14955"/>
                </a:cubicBezTo>
                <a:lnTo>
                  <a:pt x="16992" y="15046"/>
                </a:lnTo>
                <a:cubicBezTo>
                  <a:pt x="16992" y="15107"/>
                  <a:pt x="16962" y="15168"/>
                  <a:pt x="16901" y="15168"/>
                </a:cubicBezTo>
                <a:cubicBezTo>
                  <a:pt x="16840" y="15228"/>
                  <a:pt x="16749" y="15259"/>
                  <a:pt x="16658" y="15259"/>
                </a:cubicBezTo>
                <a:cubicBezTo>
                  <a:pt x="16627" y="15259"/>
                  <a:pt x="16597" y="15228"/>
                  <a:pt x="16597" y="15198"/>
                </a:cubicBezTo>
                <a:cubicBezTo>
                  <a:pt x="16566" y="15198"/>
                  <a:pt x="16597" y="15137"/>
                  <a:pt x="16597" y="15137"/>
                </a:cubicBezTo>
                <a:lnTo>
                  <a:pt x="16688" y="15076"/>
                </a:lnTo>
                <a:cubicBezTo>
                  <a:pt x="16840" y="15016"/>
                  <a:pt x="16779" y="14894"/>
                  <a:pt x="16566" y="14833"/>
                </a:cubicBezTo>
                <a:lnTo>
                  <a:pt x="16384" y="14772"/>
                </a:lnTo>
                <a:cubicBezTo>
                  <a:pt x="16372" y="14772"/>
                  <a:pt x="16350" y="14768"/>
                  <a:pt x="16332" y="14768"/>
                </a:cubicBezTo>
                <a:cubicBezTo>
                  <a:pt x="16305" y="14768"/>
                  <a:pt x="16287" y="14779"/>
                  <a:pt x="16323" y="14833"/>
                </a:cubicBezTo>
                <a:lnTo>
                  <a:pt x="16323" y="14864"/>
                </a:lnTo>
                <a:cubicBezTo>
                  <a:pt x="16354" y="14894"/>
                  <a:pt x="16171" y="14924"/>
                  <a:pt x="15958" y="14924"/>
                </a:cubicBezTo>
                <a:lnTo>
                  <a:pt x="15867" y="14742"/>
                </a:lnTo>
                <a:lnTo>
                  <a:pt x="15867" y="14738"/>
                </a:lnTo>
                <a:lnTo>
                  <a:pt x="15867" y="14738"/>
                </a:lnTo>
                <a:cubicBezTo>
                  <a:pt x="15938" y="14724"/>
                  <a:pt x="16009" y="14705"/>
                  <a:pt x="16080" y="14681"/>
                </a:cubicBezTo>
                <a:lnTo>
                  <a:pt x="16262" y="14590"/>
                </a:lnTo>
                <a:cubicBezTo>
                  <a:pt x="16278" y="14575"/>
                  <a:pt x="16293" y="14567"/>
                  <a:pt x="16308" y="14567"/>
                </a:cubicBezTo>
                <a:cubicBezTo>
                  <a:pt x="16323" y="14567"/>
                  <a:pt x="16338" y="14575"/>
                  <a:pt x="16354" y="14590"/>
                </a:cubicBezTo>
                <a:lnTo>
                  <a:pt x="16475" y="14681"/>
                </a:lnTo>
                <a:lnTo>
                  <a:pt x="16962" y="14529"/>
                </a:lnTo>
                <a:lnTo>
                  <a:pt x="17083" y="14620"/>
                </a:lnTo>
                <a:cubicBezTo>
                  <a:pt x="17154" y="14651"/>
                  <a:pt x="17222" y="14661"/>
                  <a:pt x="17287" y="14661"/>
                </a:cubicBezTo>
                <a:cubicBezTo>
                  <a:pt x="17417" y="14661"/>
                  <a:pt x="17539" y="14620"/>
                  <a:pt x="17661" y="14620"/>
                </a:cubicBezTo>
                <a:lnTo>
                  <a:pt x="17873" y="14620"/>
                </a:lnTo>
                <a:cubicBezTo>
                  <a:pt x="17879" y="14638"/>
                  <a:pt x="17889" y="14645"/>
                  <a:pt x="17903" y="14645"/>
                </a:cubicBezTo>
                <a:cubicBezTo>
                  <a:pt x="17958" y="14645"/>
                  <a:pt x="18067" y="14512"/>
                  <a:pt x="18117" y="14438"/>
                </a:cubicBezTo>
                <a:cubicBezTo>
                  <a:pt x="18147" y="14347"/>
                  <a:pt x="18238" y="14225"/>
                  <a:pt x="18269" y="14225"/>
                </a:cubicBezTo>
                <a:close/>
                <a:moveTo>
                  <a:pt x="15803" y="14750"/>
                </a:moveTo>
                <a:cubicBezTo>
                  <a:pt x="15770" y="14804"/>
                  <a:pt x="15746" y="14898"/>
                  <a:pt x="15746" y="14955"/>
                </a:cubicBezTo>
                <a:cubicBezTo>
                  <a:pt x="15746" y="15016"/>
                  <a:pt x="15928" y="15046"/>
                  <a:pt x="15958" y="15046"/>
                </a:cubicBezTo>
                <a:cubicBezTo>
                  <a:pt x="16019" y="15046"/>
                  <a:pt x="16050" y="15107"/>
                  <a:pt x="16080" y="15198"/>
                </a:cubicBezTo>
                <a:lnTo>
                  <a:pt x="16050" y="15228"/>
                </a:lnTo>
                <a:lnTo>
                  <a:pt x="15958" y="15320"/>
                </a:lnTo>
                <a:cubicBezTo>
                  <a:pt x="15853" y="15337"/>
                  <a:pt x="15778" y="15355"/>
                  <a:pt x="15734" y="15355"/>
                </a:cubicBezTo>
                <a:cubicBezTo>
                  <a:pt x="15701" y="15355"/>
                  <a:pt x="15685" y="15345"/>
                  <a:pt x="15685" y="15320"/>
                </a:cubicBezTo>
                <a:lnTo>
                  <a:pt x="15654" y="15259"/>
                </a:lnTo>
                <a:cubicBezTo>
                  <a:pt x="15624" y="15228"/>
                  <a:pt x="15563" y="15168"/>
                  <a:pt x="15533" y="15168"/>
                </a:cubicBezTo>
                <a:cubicBezTo>
                  <a:pt x="15411" y="15198"/>
                  <a:pt x="15442" y="15259"/>
                  <a:pt x="15503" y="15320"/>
                </a:cubicBezTo>
                <a:lnTo>
                  <a:pt x="15503" y="15350"/>
                </a:lnTo>
                <a:cubicBezTo>
                  <a:pt x="15520" y="15368"/>
                  <a:pt x="15497" y="15385"/>
                  <a:pt x="15445" y="15385"/>
                </a:cubicBezTo>
                <a:cubicBezTo>
                  <a:pt x="15407" y="15385"/>
                  <a:pt x="15354" y="15376"/>
                  <a:pt x="15290" y="15350"/>
                </a:cubicBezTo>
                <a:lnTo>
                  <a:pt x="15199" y="15320"/>
                </a:lnTo>
                <a:cubicBezTo>
                  <a:pt x="15168" y="15320"/>
                  <a:pt x="15138" y="15259"/>
                  <a:pt x="15138" y="15259"/>
                </a:cubicBezTo>
                <a:cubicBezTo>
                  <a:pt x="15168" y="15168"/>
                  <a:pt x="15229" y="15046"/>
                  <a:pt x="15229" y="15046"/>
                </a:cubicBezTo>
                <a:cubicBezTo>
                  <a:pt x="15229" y="15016"/>
                  <a:pt x="15199" y="14985"/>
                  <a:pt x="15168" y="14985"/>
                </a:cubicBezTo>
                <a:lnTo>
                  <a:pt x="15077" y="14985"/>
                </a:lnTo>
                <a:lnTo>
                  <a:pt x="15047" y="15016"/>
                </a:lnTo>
                <a:cubicBezTo>
                  <a:pt x="15047" y="15046"/>
                  <a:pt x="15077" y="15289"/>
                  <a:pt x="15016" y="15350"/>
                </a:cubicBezTo>
                <a:cubicBezTo>
                  <a:pt x="14925" y="15411"/>
                  <a:pt x="14834" y="15441"/>
                  <a:pt x="14743" y="15472"/>
                </a:cubicBezTo>
                <a:cubicBezTo>
                  <a:pt x="14682" y="15472"/>
                  <a:pt x="14621" y="15289"/>
                  <a:pt x="14621" y="15228"/>
                </a:cubicBezTo>
                <a:cubicBezTo>
                  <a:pt x="14621" y="15168"/>
                  <a:pt x="14651" y="15107"/>
                  <a:pt x="14712" y="15076"/>
                </a:cubicBezTo>
                <a:lnTo>
                  <a:pt x="14834" y="15076"/>
                </a:lnTo>
                <a:cubicBezTo>
                  <a:pt x="14875" y="15035"/>
                  <a:pt x="14889" y="14936"/>
                  <a:pt x="14873" y="14888"/>
                </a:cubicBezTo>
                <a:lnTo>
                  <a:pt x="14873" y="14888"/>
                </a:lnTo>
                <a:cubicBezTo>
                  <a:pt x="15031" y="14875"/>
                  <a:pt x="15184" y="14841"/>
                  <a:pt x="15320" y="14772"/>
                </a:cubicBezTo>
                <a:cubicBezTo>
                  <a:pt x="15330" y="14762"/>
                  <a:pt x="15340" y="14759"/>
                  <a:pt x="15352" y="14759"/>
                </a:cubicBezTo>
                <a:cubicBezTo>
                  <a:pt x="15374" y="14759"/>
                  <a:pt x="15401" y="14772"/>
                  <a:pt x="15442" y="14772"/>
                </a:cubicBezTo>
                <a:lnTo>
                  <a:pt x="15533" y="14772"/>
                </a:lnTo>
                <a:cubicBezTo>
                  <a:pt x="15623" y="14772"/>
                  <a:pt x="15713" y="14765"/>
                  <a:pt x="15803" y="14750"/>
                </a:cubicBezTo>
                <a:close/>
                <a:moveTo>
                  <a:pt x="11521" y="15380"/>
                </a:moveTo>
                <a:cubicBezTo>
                  <a:pt x="11612" y="15441"/>
                  <a:pt x="11551" y="15502"/>
                  <a:pt x="11521" y="15532"/>
                </a:cubicBezTo>
                <a:cubicBezTo>
                  <a:pt x="11457" y="15532"/>
                  <a:pt x="11394" y="15538"/>
                  <a:pt x="11330" y="15544"/>
                </a:cubicBezTo>
                <a:lnTo>
                  <a:pt x="11330" y="15544"/>
                </a:lnTo>
                <a:lnTo>
                  <a:pt x="11521" y="15380"/>
                </a:lnTo>
                <a:close/>
                <a:moveTo>
                  <a:pt x="26840" y="15137"/>
                </a:moveTo>
                <a:cubicBezTo>
                  <a:pt x="26901" y="15137"/>
                  <a:pt x="26992" y="15198"/>
                  <a:pt x="27083" y="15198"/>
                </a:cubicBezTo>
                <a:cubicBezTo>
                  <a:pt x="27326" y="15228"/>
                  <a:pt x="27114" y="15320"/>
                  <a:pt x="27144" y="15350"/>
                </a:cubicBezTo>
                <a:lnTo>
                  <a:pt x="27174" y="15411"/>
                </a:lnTo>
                <a:cubicBezTo>
                  <a:pt x="27209" y="15434"/>
                  <a:pt x="27200" y="15444"/>
                  <a:pt x="27173" y="15444"/>
                </a:cubicBezTo>
                <a:cubicBezTo>
                  <a:pt x="27130" y="15444"/>
                  <a:pt x="27041" y="15418"/>
                  <a:pt x="27022" y="15380"/>
                </a:cubicBezTo>
                <a:cubicBezTo>
                  <a:pt x="27007" y="15350"/>
                  <a:pt x="26984" y="15335"/>
                  <a:pt x="26962" y="15335"/>
                </a:cubicBezTo>
                <a:cubicBezTo>
                  <a:pt x="26939" y="15335"/>
                  <a:pt x="26916" y="15350"/>
                  <a:pt x="26901" y="15380"/>
                </a:cubicBezTo>
                <a:cubicBezTo>
                  <a:pt x="26840" y="15472"/>
                  <a:pt x="26779" y="15563"/>
                  <a:pt x="26719" y="15624"/>
                </a:cubicBezTo>
                <a:lnTo>
                  <a:pt x="26688" y="15624"/>
                </a:lnTo>
                <a:cubicBezTo>
                  <a:pt x="26627" y="15593"/>
                  <a:pt x="26627" y="15563"/>
                  <a:pt x="26627" y="15532"/>
                </a:cubicBezTo>
                <a:lnTo>
                  <a:pt x="26627" y="15472"/>
                </a:lnTo>
                <a:cubicBezTo>
                  <a:pt x="26688" y="15380"/>
                  <a:pt x="26719" y="15289"/>
                  <a:pt x="26719" y="15198"/>
                </a:cubicBezTo>
                <a:lnTo>
                  <a:pt x="26840" y="15137"/>
                </a:lnTo>
                <a:close/>
                <a:moveTo>
                  <a:pt x="28907" y="14955"/>
                </a:moveTo>
                <a:cubicBezTo>
                  <a:pt x="28968" y="14955"/>
                  <a:pt x="29059" y="14985"/>
                  <a:pt x="29059" y="14985"/>
                </a:cubicBezTo>
                <a:cubicBezTo>
                  <a:pt x="29076" y="15088"/>
                  <a:pt x="29103" y="15123"/>
                  <a:pt x="29151" y="15123"/>
                </a:cubicBezTo>
                <a:cubicBezTo>
                  <a:pt x="29187" y="15123"/>
                  <a:pt x="29236" y="15103"/>
                  <a:pt x="29302" y="15076"/>
                </a:cubicBezTo>
                <a:lnTo>
                  <a:pt x="29333" y="15046"/>
                </a:lnTo>
                <a:cubicBezTo>
                  <a:pt x="29393" y="15046"/>
                  <a:pt x="29454" y="15107"/>
                  <a:pt x="29454" y="15137"/>
                </a:cubicBezTo>
                <a:cubicBezTo>
                  <a:pt x="29454" y="15198"/>
                  <a:pt x="29424" y="15259"/>
                  <a:pt x="29424" y="15320"/>
                </a:cubicBezTo>
                <a:lnTo>
                  <a:pt x="29606" y="15289"/>
                </a:lnTo>
                <a:cubicBezTo>
                  <a:pt x="29667" y="15289"/>
                  <a:pt x="29728" y="15289"/>
                  <a:pt x="29788" y="15320"/>
                </a:cubicBezTo>
                <a:lnTo>
                  <a:pt x="29849" y="15380"/>
                </a:lnTo>
                <a:cubicBezTo>
                  <a:pt x="29849" y="15441"/>
                  <a:pt x="29880" y="15532"/>
                  <a:pt x="29880" y="15624"/>
                </a:cubicBezTo>
                <a:cubicBezTo>
                  <a:pt x="29849" y="15654"/>
                  <a:pt x="29788" y="15654"/>
                  <a:pt x="29697" y="15654"/>
                </a:cubicBezTo>
                <a:lnTo>
                  <a:pt x="29667" y="15563"/>
                </a:lnTo>
                <a:cubicBezTo>
                  <a:pt x="29637" y="15532"/>
                  <a:pt x="29606" y="15502"/>
                  <a:pt x="29576" y="15472"/>
                </a:cubicBezTo>
                <a:lnTo>
                  <a:pt x="29515" y="15472"/>
                </a:lnTo>
                <a:cubicBezTo>
                  <a:pt x="29454" y="15472"/>
                  <a:pt x="29393" y="15532"/>
                  <a:pt x="29393" y="15593"/>
                </a:cubicBezTo>
                <a:lnTo>
                  <a:pt x="29454" y="15624"/>
                </a:lnTo>
                <a:lnTo>
                  <a:pt x="29454" y="15654"/>
                </a:lnTo>
                <a:cubicBezTo>
                  <a:pt x="29515" y="15654"/>
                  <a:pt x="29576" y="15715"/>
                  <a:pt x="29545" y="15775"/>
                </a:cubicBezTo>
                <a:lnTo>
                  <a:pt x="29393" y="15775"/>
                </a:lnTo>
                <a:cubicBezTo>
                  <a:pt x="29378" y="15779"/>
                  <a:pt x="29362" y="15780"/>
                  <a:pt x="29346" y="15780"/>
                </a:cubicBezTo>
                <a:cubicBezTo>
                  <a:pt x="29212" y="15780"/>
                  <a:pt x="29089" y="15665"/>
                  <a:pt x="29089" y="15502"/>
                </a:cubicBezTo>
                <a:cubicBezTo>
                  <a:pt x="29089" y="15380"/>
                  <a:pt x="28846" y="15016"/>
                  <a:pt x="28907" y="14955"/>
                </a:cubicBezTo>
                <a:close/>
                <a:moveTo>
                  <a:pt x="19399" y="15615"/>
                </a:moveTo>
                <a:cubicBezTo>
                  <a:pt x="19415" y="15615"/>
                  <a:pt x="19460" y="15660"/>
                  <a:pt x="19484" y="15684"/>
                </a:cubicBezTo>
                <a:lnTo>
                  <a:pt x="19545" y="15745"/>
                </a:lnTo>
                <a:cubicBezTo>
                  <a:pt x="19636" y="15867"/>
                  <a:pt x="19667" y="15958"/>
                  <a:pt x="19667" y="15988"/>
                </a:cubicBezTo>
                <a:cubicBezTo>
                  <a:pt x="19636" y="15988"/>
                  <a:pt x="19393" y="15867"/>
                  <a:pt x="19272" y="15867"/>
                </a:cubicBezTo>
                <a:lnTo>
                  <a:pt x="19332" y="15867"/>
                </a:lnTo>
                <a:lnTo>
                  <a:pt x="19302" y="15715"/>
                </a:lnTo>
                <a:cubicBezTo>
                  <a:pt x="19272" y="15684"/>
                  <a:pt x="19363" y="15624"/>
                  <a:pt x="19393" y="15624"/>
                </a:cubicBezTo>
                <a:cubicBezTo>
                  <a:pt x="19393" y="15618"/>
                  <a:pt x="19395" y="15615"/>
                  <a:pt x="19399" y="15615"/>
                </a:cubicBezTo>
                <a:close/>
                <a:moveTo>
                  <a:pt x="18329" y="15563"/>
                </a:moveTo>
                <a:lnTo>
                  <a:pt x="18360" y="15593"/>
                </a:lnTo>
                <a:lnTo>
                  <a:pt x="18512" y="15684"/>
                </a:lnTo>
                <a:cubicBezTo>
                  <a:pt x="18420" y="15745"/>
                  <a:pt x="18481" y="15897"/>
                  <a:pt x="18633" y="15958"/>
                </a:cubicBezTo>
                <a:lnTo>
                  <a:pt x="18755" y="15988"/>
                </a:lnTo>
                <a:lnTo>
                  <a:pt x="18755" y="16079"/>
                </a:lnTo>
                <a:cubicBezTo>
                  <a:pt x="18755" y="16110"/>
                  <a:pt x="18724" y="16110"/>
                  <a:pt x="18694" y="16110"/>
                </a:cubicBezTo>
                <a:lnTo>
                  <a:pt x="18512" y="16140"/>
                </a:lnTo>
                <a:cubicBezTo>
                  <a:pt x="18481" y="16155"/>
                  <a:pt x="18451" y="16163"/>
                  <a:pt x="18420" y="16163"/>
                </a:cubicBezTo>
                <a:cubicBezTo>
                  <a:pt x="18390" y="16163"/>
                  <a:pt x="18360" y="16155"/>
                  <a:pt x="18329" y="16140"/>
                </a:cubicBezTo>
                <a:cubicBezTo>
                  <a:pt x="18284" y="16125"/>
                  <a:pt x="18231" y="16117"/>
                  <a:pt x="18174" y="16117"/>
                </a:cubicBezTo>
                <a:cubicBezTo>
                  <a:pt x="18117" y="16117"/>
                  <a:pt x="18056" y="16125"/>
                  <a:pt x="17995" y="16140"/>
                </a:cubicBezTo>
                <a:cubicBezTo>
                  <a:pt x="17987" y="16157"/>
                  <a:pt x="17979" y="16164"/>
                  <a:pt x="17972" y="16164"/>
                </a:cubicBezTo>
                <a:cubicBezTo>
                  <a:pt x="17955" y="16164"/>
                  <a:pt x="17950" y="16108"/>
                  <a:pt x="17995" y="16019"/>
                </a:cubicBezTo>
                <a:lnTo>
                  <a:pt x="18056" y="16019"/>
                </a:lnTo>
                <a:lnTo>
                  <a:pt x="18269" y="15927"/>
                </a:lnTo>
                <a:cubicBezTo>
                  <a:pt x="18208" y="15836"/>
                  <a:pt x="18177" y="15715"/>
                  <a:pt x="18177" y="15593"/>
                </a:cubicBezTo>
                <a:cubicBezTo>
                  <a:pt x="18177" y="15563"/>
                  <a:pt x="18269" y="15563"/>
                  <a:pt x="18329" y="15563"/>
                </a:cubicBezTo>
                <a:close/>
                <a:moveTo>
                  <a:pt x="12574" y="16093"/>
                </a:moveTo>
                <a:cubicBezTo>
                  <a:pt x="12616" y="16093"/>
                  <a:pt x="12651" y="16098"/>
                  <a:pt x="12676" y="16110"/>
                </a:cubicBezTo>
                <a:cubicBezTo>
                  <a:pt x="12767" y="16140"/>
                  <a:pt x="12615" y="16231"/>
                  <a:pt x="12372" y="16262"/>
                </a:cubicBezTo>
                <a:lnTo>
                  <a:pt x="12159" y="16292"/>
                </a:lnTo>
                <a:lnTo>
                  <a:pt x="12129" y="16292"/>
                </a:lnTo>
                <a:cubicBezTo>
                  <a:pt x="12095" y="16342"/>
                  <a:pt x="12052" y="16365"/>
                  <a:pt x="12016" y="16365"/>
                </a:cubicBezTo>
                <a:cubicBezTo>
                  <a:pt x="11986" y="16365"/>
                  <a:pt x="11960" y="16350"/>
                  <a:pt x="11946" y="16323"/>
                </a:cubicBezTo>
                <a:lnTo>
                  <a:pt x="11885" y="16262"/>
                </a:lnTo>
                <a:lnTo>
                  <a:pt x="11855" y="16231"/>
                </a:lnTo>
                <a:cubicBezTo>
                  <a:pt x="11825" y="16171"/>
                  <a:pt x="11916" y="16171"/>
                  <a:pt x="12037" y="16171"/>
                </a:cubicBezTo>
                <a:cubicBezTo>
                  <a:pt x="12135" y="16171"/>
                  <a:pt x="12407" y="16093"/>
                  <a:pt x="12574" y="16093"/>
                </a:cubicBezTo>
                <a:close/>
                <a:moveTo>
                  <a:pt x="11429" y="16019"/>
                </a:moveTo>
                <a:lnTo>
                  <a:pt x="11278" y="16171"/>
                </a:lnTo>
                <a:cubicBezTo>
                  <a:pt x="11247" y="16201"/>
                  <a:pt x="11247" y="16292"/>
                  <a:pt x="11247" y="16353"/>
                </a:cubicBezTo>
                <a:lnTo>
                  <a:pt x="11247" y="16414"/>
                </a:lnTo>
                <a:cubicBezTo>
                  <a:pt x="11247" y="16449"/>
                  <a:pt x="11122" y="16464"/>
                  <a:pt x="10994" y="16464"/>
                </a:cubicBezTo>
                <a:cubicBezTo>
                  <a:pt x="10903" y="16464"/>
                  <a:pt x="10811" y="16457"/>
                  <a:pt x="10761" y="16444"/>
                </a:cubicBezTo>
                <a:cubicBezTo>
                  <a:pt x="10686" y="16407"/>
                  <a:pt x="10634" y="16381"/>
                  <a:pt x="10619" y="16381"/>
                </a:cubicBezTo>
                <a:cubicBezTo>
                  <a:pt x="10610" y="16381"/>
                  <a:pt x="10616" y="16391"/>
                  <a:pt x="10639" y="16414"/>
                </a:cubicBezTo>
                <a:lnTo>
                  <a:pt x="10700" y="16444"/>
                </a:lnTo>
                <a:lnTo>
                  <a:pt x="10730" y="16475"/>
                </a:lnTo>
                <a:cubicBezTo>
                  <a:pt x="10822" y="16475"/>
                  <a:pt x="10730" y="16566"/>
                  <a:pt x="10487" y="16627"/>
                </a:cubicBezTo>
                <a:lnTo>
                  <a:pt x="10305" y="16687"/>
                </a:lnTo>
                <a:lnTo>
                  <a:pt x="10244" y="16687"/>
                </a:lnTo>
                <a:cubicBezTo>
                  <a:pt x="10183" y="16687"/>
                  <a:pt x="9910" y="16657"/>
                  <a:pt x="9636" y="16657"/>
                </a:cubicBezTo>
                <a:lnTo>
                  <a:pt x="9423" y="16657"/>
                </a:lnTo>
                <a:cubicBezTo>
                  <a:pt x="9302" y="16657"/>
                  <a:pt x="9332" y="16657"/>
                  <a:pt x="9302" y="16718"/>
                </a:cubicBezTo>
                <a:cubicBezTo>
                  <a:pt x="9271" y="16748"/>
                  <a:pt x="9211" y="16779"/>
                  <a:pt x="9180" y="16779"/>
                </a:cubicBezTo>
                <a:lnTo>
                  <a:pt x="8998" y="16748"/>
                </a:lnTo>
                <a:cubicBezTo>
                  <a:pt x="8901" y="16690"/>
                  <a:pt x="8793" y="16669"/>
                  <a:pt x="8711" y="16669"/>
                </a:cubicBezTo>
                <a:cubicBezTo>
                  <a:pt x="8663" y="16669"/>
                  <a:pt x="8625" y="16676"/>
                  <a:pt x="8603" y="16687"/>
                </a:cubicBezTo>
                <a:cubicBezTo>
                  <a:pt x="8572" y="16718"/>
                  <a:pt x="8519" y="16733"/>
                  <a:pt x="8470" y="16733"/>
                </a:cubicBezTo>
                <a:cubicBezTo>
                  <a:pt x="8420" y="16733"/>
                  <a:pt x="8375" y="16718"/>
                  <a:pt x="8360" y="16687"/>
                </a:cubicBezTo>
                <a:cubicBezTo>
                  <a:pt x="8329" y="16627"/>
                  <a:pt x="8268" y="16444"/>
                  <a:pt x="8360" y="16444"/>
                </a:cubicBezTo>
                <a:cubicBezTo>
                  <a:pt x="8420" y="16444"/>
                  <a:pt x="8481" y="16414"/>
                  <a:pt x="8512" y="16353"/>
                </a:cubicBezTo>
                <a:cubicBezTo>
                  <a:pt x="8512" y="16323"/>
                  <a:pt x="8572" y="16323"/>
                  <a:pt x="8663" y="16323"/>
                </a:cubicBezTo>
                <a:lnTo>
                  <a:pt x="8694" y="16353"/>
                </a:lnTo>
                <a:cubicBezTo>
                  <a:pt x="8755" y="16383"/>
                  <a:pt x="8846" y="16444"/>
                  <a:pt x="8907" y="16505"/>
                </a:cubicBezTo>
                <a:cubicBezTo>
                  <a:pt x="8952" y="16566"/>
                  <a:pt x="8967" y="16596"/>
                  <a:pt x="8986" y="16596"/>
                </a:cubicBezTo>
                <a:cubicBezTo>
                  <a:pt x="9005" y="16596"/>
                  <a:pt x="9028" y="16566"/>
                  <a:pt x="9089" y="16505"/>
                </a:cubicBezTo>
                <a:lnTo>
                  <a:pt x="9180" y="16444"/>
                </a:lnTo>
                <a:cubicBezTo>
                  <a:pt x="9264" y="16388"/>
                  <a:pt x="9530" y="16228"/>
                  <a:pt x="9666" y="16228"/>
                </a:cubicBezTo>
                <a:cubicBezTo>
                  <a:pt x="9677" y="16228"/>
                  <a:pt x="9688" y="16229"/>
                  <a:pt x="9697" y="16231"/>
                </a:cubicBezTo>
                <a:cubicBezTo>
                  <a:pt x="9819" y="16292"/>
                  <a:pt x="9970" y="16353"/>
                  <a:pt x="10092" y="16353"/>
                </a:cubicBezTo>
                <a:cubicBezTo>
                  <a:pt x="10214" y="16323"/>
                  <a:pt x="10305" y="16292"/>
                  <a:pt x="10426" y="16292"/>
                </a:cubicBezTo>
                <a:cubicBezTo>
                  <a:pt x="10487" y="16292"/>
                  <a:pt x="10548" y="16201"/>
                  <a:pt x="10578" y="16110"/>
                </a:cubicBezTo>
                <a:lnTo>
                  <a:pt x="10700" y="16140"/>
                </a:lnTo>
                <a:lnTo>
                  <a:pt x="11034" y="16231"/>
                </a:lnTo>
                <a:cubicBezTo>
                  <a:pt x="11095" y="16079"/>
                  <a:pt x="11278" y="16019"/>
                  <a:pt x="11429" y="16019"/>
                </a:cubicBezTo>
                <a:close/>
                <a:moveTo>
                  <a:pt x="16566" y="16505"/>
                </a:moveTo>
                <a:cubicBezTo>
                  <a:pt x="16658" y="16535"/>
                  <a:pt x="16658" y="16596"/>
                  <a:pt x="16536" y="16657"/>
                </a:cubicBezTo>
                <a:lnTo>
                  <a:pt x="16506" y="16657"/>
                </a:lnTo>
                <a:cubicBezTo>
                  <a:pt x="16481" y="16649"/>
                  <a:pt x="16457" y="16645"/>
                  <a:pt x="16432" y="16645"/>
                </a:cubicBezTo>
                <a:cubicBezTo>
                  <a:pt x="16366" y="16645"/>
                  <a:pt x="16299" y="16673"/>
                  <a:pt x="16232" y="16718"/>
                </a:cubicBezTo>
                <a:lnTo>
                  <a:pt x="16110" y="16839"/>
                </a:lnTo>
                <a:cubicBezTo>
                  <a:pt x="16050" y="16718"/>
                  <a:pt x="16019" y="16627"/>
                  <a:pt x="16050" y="16627"/>
                </a:cubicBezTo>
                <a:cubicBezTo>
                  <a:pt x="16202" y="16566"/>
                  <a:pt x="16384" y="16535"/>
                  <a:pt x="16566" y="16505"/>
                </a:cubicBezTo>
                <a:close/>
                <a:moveTo>
                  <a:pt x="13284" y="16475"/>
                </a:moveTo>
                <a:lnTo>
                  <a:pt x="13344" y="16566"/>
                </a:lnTo>
                <a:cubicBezTo>
                  <a:pt x="13375" y="16687"/>
                  <a:pt x="13253" y="16809"/>
                  <a:pt x="13071" y="16839"/>
                </a:cubicBezTo>
                <a:lnTo>
                  <a:pt x="12919" y="16870"/>
                </a:lnTo>
                <a:cubicBezTo>
                  <a:pt x="12888" y="16870"/>
                  <a:pt x="12858" y="16839"/>
                  <a:pt x="12828" y="16809"/>
                </a:cubicBezTo>
                <a:cubicBezTo>
                  <a:pt x="12828" y="16779"/>
                  <a:pt x="12858" y="16718"/>
                  <a:pt x="12888" y="16718"/>
                </a:cubicBezTo>
                <a:cubicBezTo>
                  <a:pt x="12980" y="16687"/>
                  <a:pt x="13101" y="16657"/>
                  <a:pt x="13162" y="16657"/>
                </a:cubicBezTo>
                <a:cubicBezTo>
                  <a:pt x="13192" y="16627"/>
                  <a:pt x="13223" y="16566"/>
                  <a:pt x="13162" y="16535"/>
                </a:cubicBezTo>
                <a:cubicBezTo>
                  <a:pt x="13162" y="16505"/>
                  <a:pt x="13223" y="16475"/>
                  <a:pt x="13284" y="16475"/>
                </a:cubicBezTo>
                <a:close/>
                <a:moveTo>
                  <a:pt x="13832" y="16480"/>
                </a:moveTo>
                <a:cubicBezTo>
                  <a:pt x="13881" y="16480"/>
                  <a:pt x="13932" y="16497"/>
                  <a:pt x="13983" y="16535"/>
                </a:cubicBezTo>
                <a:cubicBezTo>
                  <a:pt x="14044" y="16596"/>
                  <a:pt x="14104" y="16657"/>
                  <a:pt x="14135" y="16748"/>
                </a:cubicBezTo>
                <a:lnTo>
                  <a:pt x="14135" y="16809"/>
                </a:lnTo>
                <a:cubicBezTo>
                  <a:pt x="14135" y="16839"/>
                  <a:pt x="14044" y="16870"/>
                  <a:pt x="14013" y="16870"/>
                </a:cubicBezTo>
                <a:cubicBezTo>
                  <a:pt x="13861" y="16870"/>
                  <a:pt x="13831" y="16809"/>
                  <a:pt x="13831" y="16718"/>
                </a:cubicBezTo>
                <a:cubicBezTo>
                  <a:pt x="13800" y="16718"/>
                  <a:pt x="13740" y="16718"/>
                  <a:pt x="13709" y="16748"/>
                </a:cubicBezTo>
                <a:cubicBezTo>
                  <a:pt x="13705" y="16752"/>
                  <a:pt x="13700" y="16754"/>
                  <a:pt x="13693" y="16754"/>
                </a:cubicBezTo>
                <a:cubicBezTo>
                  <a:pt x="13650" y="16754"/>
                  <a:pt x="13569" y="16671"/>
                  <a:pt x="13648" y="16566"/>
                </a:cubicBezTo>
                <a:cubicBezTo>
                  <a:pt x="13701" y="16513"/>
                  <a:pt x="13765" y="16480"/>
                  <a:pt x="13832" y="16480"/>
                </a:cubicBezTo>
                <a:close/>
                <a:moveTo>
                  <a:pt x="8025" y="16475"/>
                </a:moveTo>
                <a:cubicBezTo>
                  <a:pt x="8086" y="16475"/>
                  <a:pt x="8147" y="16535"/>
                  <a:pt x="8177" y="16596"/>
                </a:cubicBezTo>
                <a:lnTo>
                  <a:pt x="8147" y="16596"/>
                </a:lnTo>
                <a:cubicBezTo>
                  <a:pt x="7995" y="16657"/>
                  <a:pt x="8025" y="16900"/>
                  <a:pt x="7782" y="16900"/>
                </a:cubicBezTo>
                <a:cubicBezTo>
                  <a:pt x="7773" y="16909"/>
                  <a:pt x="7759" y="16913"/>
                  <a:pt x="7742" y="16913"/>
                </a:cubicBezTo>
                <a:cubicBezTo>
                  <a:pt x="7701" y="16913"/>
                  <a:pt x="7643" y="16891"/>
                  <a:pt x="7600" y="16870"/>
                </a:cubicBezTo>
                <a:lnTo>
                  <a:pt x="7569" y="16809"/>
                </a:lnTo>
                <a:cubicBezTo>
                  <a:pt x="7539" y="16779"/>
                  <a:pt x="7630" y="16718"/>
                  <a:pt x="7630" y="16718"/>
                </a:cubicBezTo>
                <a:cubicBezTo>
                  <a:pt x="7656" y="16725"/>
                  <a:pt x="7679" y="16729"/>
                  <a:pt x="7699" y="16729"/>
                </a:cubicBezTo>
                <a:cubicBezTo>
                  <a:pt x="7845" y="16729"/>
                  <a:pt x="7858" y="16558"/>
                  <a:pt x="7964" y="16505"/>
                </a:cubicBezTo>
                <a:lnTo>
                  <a:pt x="8025" y="16475"/>
                </a:lnTo>
                <a:close/>
                <a:moveTo>
                  <a:pt x="15872" y="16515"/>
                </a:moveTo>
                <a:cubicBezTo>
                  <a:pt x="15907" y="16515"/>
                  <a:pt x="15928" y="16530"/>
                  <a:pt x="15928" y="16566"/>
                </a:cubicBezTo>
                <a:lnTo>
                  <a:pt x="15898" y="16566"/>
                </a:lnTo>
                <a:cubicBezTo>
                  <a:pt x="15746" y="16627"/>
                  <a:pt x="15654" y="16748"/>
                  <a:pt x="15563" y="16870"/>
                </a:cubicBezTo>
                <a:lnTo>
                  <a:pt x="15563" y="16931"/>
                </a:lnTo>
                <a:cubicBezTo>
                  <a:pt x="15542" y="16938"/>
                  <a:pt x="15520" y="16941"/>
                  <a:pt x="15500" y="16941"/>
                </a:cubicBezTo>
                <a:cubicBezTo>
                  <a:pt x="15434" y="16941"/>
                  <a:pt x="15381" y="16902"/>
                  <a:pt x="15381" y="16809"/>
                </a:cubicBezTo>
                <a:cubicBezTo>
                  <a:pt x="15381" y="16724"/>
                  <a:pt x="15461" y="16532"/>
                  <a:pt x="15570" y="16532"/>
                </a:cubicBezTo>
                <a:cubicBezTo>
                  <a:pt x="15578" y="16532"/>
                  <a:pt x="15586" y="16533"/>
                  <a:pt x="15594" y="16535"/>
                </a:cubicBezTo>
                <a:lnTo>
                  <a:pt x="15776" y="16535"/>
                </a:lnTo>
                <a:cubicBezTo>
                  <a:pt x="15814" y="16523"/>
                  <a:pt x="15846" y="16515"/>
                  <a:pt x="15872" y="16515"/>
                </a:cubicBezTo>
                <a:close/>
                <a:moveTo>
                  <a:pt x="12300" y="16615"/>
                </a:moveTo>
                <a:cubicBezTo>
                  <a:pt x="12353" y="16615"/>
                  <a:pt x="12410" y="16649"/>
                  <a:pt x="12433" y="16718"/>
                </a:cubicBezTo>
                <a:cubicBezTo>
                  <a:pt x="12460" y="16772"/>
                  <a:pt x="12246" y="17067"/>
                  <a:pt x="12177" y="17067"/>
                </a:cubicBezTo>
                <a:cubicBezTo>
                  <a:pt x="12169" y="17067"/>
                  <a:pt x="12162" y="17062"/>
                  <a:pt x="12159" y="17052"/>
                </a:cubicBezTo>
                <a:cubicBezTo>
                  <a:pt x="12129" y="16900"/>
                  <a:pt x="12159" y="16748"/>
                  <a:pt x="12250" y="16627"/>
                </a:cubicBezTo>
                <a:cubicBezTo>
                  <a:pt x="12265" y="16619"/>
                  <a:pt x="12282" y="16615"/>
                  <a:pt x="12300" y="16615"/>
                </a:cubicBezTo>
                <a:close/>
                <a:moveTo>
                  <a:pt x="3901" y="16918"/>
                </a:moveTo>
                <a:cubicBezTo>
                  <a:pt x="3922" y="16918"/>
                  <a:pt x="3939" y="16922"/>
                  <a:pt x="3952" y="16931"/>
                </a:cubicBezTo>
                <a:cubicBezTo>
                  <a:pt x="4043" y="16961"/>
                  <a:pt x="4043" y="17022"/>
                  <a:pt x="3952" y="17022"/>
                </a:cubicBezTo>
                <a:lnTo>
                  <a:pt x="3891" y="17052"/>
                </a:lnTo>
                <a:cubicBezTo>
                  <a:pt x="3739" y="17052"/>
                  <a:pt x="3770" y="17083"/>
                  <a:pt x="3831" y="17174"/>
                </a:cubicBezTo>
                <a:cubicBezTo>
                  <a:pt x="3861" y="17174"/>
                  <a:pt x="3739" y="17295"/>
                  <a:pt x="3709" y="17295"/>
                </a:cubicBezTo>
                <a:cubicBezTo>
                  <a:pt x="3557" y="17265"/>
                  <a:pt x="3405" y="17234"/>
                  <a:pt x="3253" y="17174"/>
                </a:cubicBezTo>
                <a:cubicBezTo>
                  <a:pt x="3253" y="17174"/>
                  <a:pt x="3253" y="17143"/>
                  <a:pt x="3253" y="17113"/>
                </a:cubicBezTo>
                <a:cubicBezTo>
                  <a:pt x="3283" y="17083"/>
                  <a:pt x="3344" y="17052"/>
                  <a:pt x="3375" y="17052"/>
                </a:cubicBezTo>
                <a:lnTo>
                  <a:pt x="3466" y="17052"/>
                </a:lnTo>
                <a:cubicBezTo>
                  <a:pt x="3544" y="17052"/>
                  <a:pt x="3778" y="16918"/>
                  <a:pt x="3901" y="16918"/>
                </a:cubicBezTo>
                <a:close/>
                <a:moveTo>
                  <a:pt x="6203" y="16584"/>
                </a:moveTo>
                <a:cubicBezTo>
                  <a:pt x="6213" y="16584"/>
                  <a:pt x="6224" y="16588"/>
                  <a:pt x="6232" y="16596"/>
                </a:cubicBezTo>
                <a:lnTo>
                  <a:pt x="6293" y="16627"/>
                </a:lnTo>
                <a:lnTo>
                  <a:pt x="6323" y="16657"/>
                </a:lnTo>
                <a:cubicBezTo>
                  <a:pt x="6384" y="16718"/>
                  <a:pt x="6262" y="16809"/>
                  <a:pt x="6201" y="16809"/>
                </a:cubicBezTo>
                <a:cubicBezTo>
                  <a:pt x="6141" y="16809"/>
                  <a:pt x="5867" y="16961"/>
                  <a:pt x="5897" y="17052"/>
                </a:cubicBezTo>
                <a:cubicBezTo>
                  <a:pt x="5906" y="17069"/>
                  <a:pt x="5912" y="17086"/>
                  <a:pt x="5916" y="17100"/>
                </a:cubicBezTo>
                <a:lnTo>
                  <a:pt x="5916" y="17100"/>
                </a:lnTo>
                <a:cubicBezTo>
                  <a:pt x="5881" y="17077"/>
                  <a:pt x="5768" y="17043"/>
                  <a:pt x="5677" y="17043"/>
                </a:cubicBezTo>
                <a:cubicBezTo>
                  <a:pt x="5626" y="17043"/>
                  <a:pt x="5582" y="17054"/>
                  <a:pt x="5563" y="17083"/>
                </a:cubicBezTo>
                <a:cubicBezTo>
                  <a:pt x="5442" y="17174"/>
                  <a:pt x="5320" y="17234"/>
                  <a:pt x="5168" y="17295"/>
                </a:cubicBezTo>
                <a:cubicBezTo>
                  <a:pt x="5077" y="17295"/>
                  <a:pt x="4986" y="17022"/>
                  <a:pt x="4986" y="16900"/>
                </a:cubicBezTo>
                <a:cubicBezTo>
                  <a:pt x="4986" y="16832"/>
                  <a:pt x="5174" y="16746"/>
                  <a:pt x="5293" y="16746"/>
                </a:cubicBezTo>
                <a:cubicBezTo>
                  <a:pt x="5333" y="16746"/>
                  <a:pt x="5366" y="16756"/>
                  <a:pt x="5381" y="16779"/>
                </a:cubicBezTo>
                <a:cubicBezTo>
                  <a:pt x="5390" y="16806"/>
                  <a:pt x="5422" y="16817"/>
                  <a:pt x="5460" y="16817"/>
                </a:cubicBezTo>
                <a:cubicBezTo>
                  <a:pt x="5549" y="16817"/>
                  <a:pt x="5675" y="16760"/>
                  <a:pt x="5654" y="16718"/>
                </a:cubicBezTo>
                <a:cubicBezTo>
                  <a:pt x="5636" y="16680"/>
                  <a:pt x="5652" y="16654"/>
                  <a:pt x="5695" y="16654"/>
                </a:cubicBezTo>
                <a:cubicBezTo>
                  <a:pt x="5722" y="16654"/>
                  <a:pt x="5760" y="16664"/>
                  <a:pt x="5806" y="16687"/>
                </a:cubicBezTo>
                <a:lnTo>
                  <a:pt x="5928" y="16687"/>
                </a:lnTo>
                <a:cubicBezTo>
                  <a:pt x="5989" y="16687"/>
                  <a:pt x="6049" y="16687"/>
                  <a:pt x="6110" y="16657"/>
                </a:cubicBezTo>
                <a:lnTo>
                  <a:pt x="6141" y="16657"/>
                </a:lnTo>
                <a:cubicBezTo>
                  <a:pt x="6141" y="16612"/>
                  <a:pt x="6173" y="16584"/>
                  <a:pt x="6203" y="16584"/>
                </a:cubicBezTo>
                <a:close/>
                <a:moveTo>
                  <a:pt x="86081" y="0"/>
                </a:moveTo>
                <a:lnTo>
                  <a:pt x="85473" y="122"/>
                </a:lnTo>
                <a:lnTo>
                  <a:pt x="85261" y="152"/>
                </a:lnTo>
                <a:lnTo>
                  <a:pt x="85078" y="183"/>
                </a:lnTo>
                <a:cubicBezTo>
                  <a:pt x="84957" y="183"/>
                  <a:pt x="84805" y="213"/>
                  <a:pt x="84683" y="274"/>
                </a:cubicBezTo>
                <a:cubicBezTo>
                  <a:pt x="84683" y="335"/>
                  <a:pt x="84683" y="426"/>
                  <a:pt x="84622" y="456"/>
                </a:cubicBezTo>
                <a:lnTo>
                  <a:pt x="84531" y="487"/>
                </a:lnTo>
                <a:cubicBezTo>
                  <a:pt x="84503" y="403"/>
                  <a:pt x="84400" y="270"/>
                  <a:pt x="84336" y="270"/>
                </a:cubicBezTo>
                <a:cubicBezTo>
                  <a:pt x="84330" y="270"/>
                  <a:pt x="84324" y="271"/>
                  <a:pt x="84318" y="274"/>
                </a:cubicBezTo>
                <a:cubicBezTo>
                  <a:pt x="84304" y="283"/>
                  <a:pt x="84286" y="288"/>
                  <a:pt x="84267" y="288"/>
                </a:cubicBezTo>
                <a:cubicBezTo>
                  <a:pt x="84163" y="288"/>
                  <a:pt x="84000" y="168"/>
                  <a:pt x="83923" y="91"/>
                </a:cubicBezTo>
                <a:cubicBezTo>
                  <a:pt x="83904" y="73"/>
                  <a:pt x="83883" y="65"/>
                  <a:pt x="83862" y="65"/>
                </a:cubicBezTo>
                <a:cubicBezTo>
                  <a:pt x="83815" y="65"/>
                  <a:pt x="83771" y="101"/>
                  <a:pt x="83771" y="122"/>
                </a:cubicBezTo>
                <a:cubicBezTo>
                  <a:pt x="83741" y="183"/>
                  <a:pt x="83650" y="213"/>
                  <a:pt x="83528" y="213"/>
                </a:cubicBezTo>
                <a:lnTo>
                  <a:pt x="83498" y="183"/>
                </a:lnTo>
                <a:cubicBezTo>
                  <a:pt x="83467" y="142"/>
                  <a:pt x="83440" y="129"/>
                  <a:pt x="83414" y="129"/>
                </a:cubicBezTo>
                <a:cubicBezTo>
                  <a:pt x="83363" y="129"/>
                  <a:pt x="83315" y="183"/>
                  <a:pt x="83255" y="183"/>
                </a:cubicBezTo>
                <a:cubicBezTo>
                  <a:pt x="83224" y="183"/>
                  <a:pt x="83163" y="152"/>
                  <a:pt x="83163" y="91"/>
                </a:cubicBezTo>
                <a:lnTo>
                  <a:pt x="83133" y="61"/>
                </a:lnTo>
                <a:cubicBezTo>
                  <a:pt x="83133" y="39"/>
                  <a:pt x="83129" y="29"/>
                  <a:pt x="83123" y="29"/>
                </a:cubicBezTo>
                <a:cubicBezTo>
                  <a:pt x="83111" y="29"/>
                  <a:pt x="83092" y="63"/>
                  <a:pt x="83072" y="122"/>
                </a:cubicBezTo>
                <a:lnTo>
                  <a:pt x="83011" y="152"/>
                </a:lnTo>
                <a:cubicBezTo>
                  <a:pt x="82951" y="243"/>
                  <a:pt x="82829" y="183"/>
                  <a:pt x="82768" y="243"/>
                </a:cubicBezTo>
                <a:lnTo>
                  <a:pt x="82647" y="304"/>
                </a:lnTo>
                <a:cubicBezTo>
                  <a:pt x="82495" y="243"/>
                  <a:pt x="82343" y="213"/>
                  <a:pt x="82191" y="213"/>
                </a:cubicBezTo>
                <a:cubicBezTo>
                  <a:pt x="82069" y="274"/>
                  <a:pt x="81948" y="304"/>
                  <a:pt x="81826" y="304"/>
                </a:cubicBezTo>
                <a:lnTo>
                  <a:pt x="81400" y="304"/>
                </a:lnTo>
                <a:lnTo>
                  <a:pt x="81096" y="335"/>
                </a:lnTo>
                <a:lnTo>
                  <a:pt x="81036" y="335"/>
                </a:lnTo>
                <a:lnTo>
                  <a:pt x="80489" y="456"/>
                </a:lnTo>
                <a:cubicBezTo>
                  <a:pt x="80468" y="466"/>
                  <a:pt x="80445" y="470"/>
                  <a:pt x="80420" y="470"/>
                </a:cubicBezTo>
                <a:cubicBezTo>
                  <a:pt x="80370" y="470"/>
                  <a:pt x="80316" y="456"/>
                  <a:pt x="80276" y="456"/>
                </a:cubicBezTo>
                <a:lnTo>
                  <a:pt x="80124" y="456"/>
                </a:lnTo>
                <a:cubicBezTo>
                  <a:pt x="80017" y="426"/>
                  <a:pt x="79911" y="411"/>
                  <a:pt x="79808" y="411"/>
                </a:cubicBezTo>
                <a:cubicBezTo>
                  <a:pt x="79706" y="411"/>
                  <a:pt x="79607" y="426"/>
                  <a:pt x="79516" y="456"/>
                </a:cubicBezTo>
                <a:lnTo>
                  <a:pt x="79333" y="395"/>
                </a:lnTo>
                <a:cubicBezTo>
                  <a:pt x="79303" y="390"/>
                  <a:pt x="79272" y="389"/>
                  <a:pt x="79240" y="389"/>
                </a:cubicBezTo>
                <a:cubicBezTo>
                  <a:pt x="79176" y="389"/>
                  <a:pt x="79111" y="395"/>
                  <a:pt x="79045" y="395"/>
                </a:cubicBezTo>
                <a:cubicBezTo>
                  <a:pt x="78946" y="395"/>
                  <a:pt x="78847" y="380"/>
                  <a:pt x="78756" y="304"/>
                </a:cubicBezTo>
                <a:lnTo>
                  <a:pt x="78726" y="304"/>
                </a:lnTo>
                <a:cubicBezTo>
                  <a:pt x="78634" y="304"/>
                  <a:pt x="78482" y="365"/>
                  <a:pt x="78361" y="395"/>
                </a:cubicBezTo>
                <a:lnTo>
                  <a:pt x="78239" y="395"/>
                </a:lnTo>
                <a:lnTo>
                  <a:pt x="78057" y="365"/>
                </a:lnTo>
                <a:cubicBezTo>
                  <a:pt x="78016" y="405"/>
                  <a:pt x="77952" y="419"/>
                  <a:pt x="77880" y="419"/>
                </a:cubicBezTo>
                <a:cubicBezTo>
                  <a:pt x="77736" y="419"/>
                  <a:pt x="77560" y="365"/>
                  <a:pt x="77479" y="365"/>
                </a:cubicBezTo>
                <a:cubicBezTo>
                  <a:pt x="77327" y="395"/>
                  <a:pt x="77175" y="426"/>
                  <a:pt x="77023" y="487"/>
                </a:cubicBezTo>
                <a:lnTo>
                  <a:pt x="76932" y="487"/>
                </a:lnTo>
                <a:cubicBezTo>
                  <a:pt x="76841" y="487"/>
                  <a:pt x="76750" y="426"/>
                  <a:pt x="76659" y="426"/>
                </a:cubicBezTo>
                <a:cubicBezTo>
                  <a:pt x="76537" y="426"/>
                  <a:pt x="76446" y="456"/>
                  <a:pt x="76355" y="487"/>
                </a:cubicBezTo>
                <a:lnTo>
                  <a:pt x="76112" y="547"/>
                </a:lnTo>
                <a:lnTo>
                  <a:pt x="75504" y="578"/>
                </a:lnTo>
                <a:cubicBezTo>
                  <a:pt x="75443" y="529"/>
                  <a:pt x="75377" y="514"/>
                  <a:pt x="75309" y="514"/>
                </a:cubicBezTo>
                <a:cubicBezTo>
                  <a:pt x="75206" y="514"/>
                  <a:pt x="75096" y="547"/>
                  <a:pt x="74987" y="547"/>
                </a:cubicBezTo>
                <a:lnTo>
                  <a:pt x="74805" y="547"/>
                </a:lnTo>
                <a:cubicBezTo>
                  <a:pt x="74778" y="553"/>
                  <a:pt x="74753" y="555"/>
                  <a:pt x="74729" y="555"/>
                </a:cubicBezTo>
                <a:cubicBezTo>
                  <a:pt x="74612" y="555"/>
                  <a:pt x="74515" y="496"/>
                  <a:pt x="74440" y="395"/>
                </a:cubicBezTo>
                <a:cubicBezTo>
                  <a:pt x="74438" y="391"/>
                  <a:pt x="74434" y="389"/>
                  <a:pt x="74428" y="389"/>
                </a:cubicBezTo>
                <a:cubicBezTo>
                  <a:pt x="74355" y="389"/>
                  <a:pt x="74001" y="738"/>
                  <a:pt x="73832" y="851"/>
                </a:cubicBezTo>
                <a:cubicBezTo>
                  <a:pt x="73753" y="910"/>
                  <a:pt x="73649" y="944"/>
                  <a:pt x="73545" y="944"/>
                </a:cubicBezTo>
                <a:cubicBezTo>
                  <a:pt x="73487" y="944"/>
                  <a:pt x="73430" y="934"/>
                  <a:pt x="73376" y="912"/>
                </a:cubicBezTo>
                <a:cubicBezTo>
                  <a:pt x="73346" y="882"/>
                  <a:pt x="73376" y="851"/>
                  <a:pt x="73467" y="851"/>
                </a:cubicBezTo>
                <a:lnTo>
                  <a:pt x="73498" y="821"/>
                </a:lnTo>
                <a:cubicBezTo>
                  <a:pt x="73498" y="790"/>
                  <a:pt x="73528" y="760"/>
                  <a:pt x="73528" y="730"/>
                </a:cubicBezTo>
                <a:cubicBezTo>
                  <a:pt x="73528" y="699"/>
                  <a:pt x="73437" y="669"/>
                  <a:pt x="73437" y="669"/>
                </a:cubicBezTo>
                <a:lnTo>
                  <a:pt x="73315" y="760"/>
                </a:lnTo>
                <a:cubicBezTo>
                  <a:pt x="73102" y="730"/>
                  <a:pt x="72890" y="699"/>
                  <a:pt x="72707" y="699"/>
                </a:cubicBezTo>
                <a:lnTo>
                  <a:pt x="72555" y="669"/>
                </a:lnTo>
                <a:cubicBezTo>
                  <a:pt x="72475" y="637"/>
                  <a:pt x="72412" y="596"/>
                  <a:pt x="72366" y="596"/>
                </a:cubicBezTo>
                <a:cubicBezTo>
                  <a:pt x="72324" y="596"/>
                  <a:pt x="72296" y="629"/>
                  <a:pt x="72282" y="730"/>
                </a:cubicBezTo>
                <a:lnTo>
                  <a:pt x="72130" y="730"/>
                </a:lnTo>
                <a:cubicBezTo>
                  <a:pt x="72106" y="698"/>
                  <a:pt x="72082" y="687"/>
                  <a:pt x="72059" y="687"/>
                </a:cubicBezTo>
                <a:cubicBezTo>
                  <a:pt x="72006" y="687"/>
                  <a:pt x="71957" y="742"/>
                  <a:pt x="71916" y="742"/>
                </a:cubicBezTo>
                <a:cubicBezTo>
                  <a:pt x="71906" y="742"/>
                  <a:pt x="71896" y="739"/>
                  <a:pt x="71887" y="730"/>
                </a:cubicBezTo>
                <a:cubicBezTo>
                  <a:pt x="71852" y="695"/>
                  <a:pt x="71820" y="683"/>
                  <a:pt x="71790" y="683"/>
                </a:cubicBezTo>
                <a:cubicBezTo>
                  <a:pt x="71715" y="683"/>
                  <a:pt x="71656" y="760"/>
                  <a:pt x="71613" y="760"/>
                </a:cubicBezTo>
                <a:cubicBezTo>
                  <a:pt x="71595" y="766"/>
                  <a:pt x="71577" y="769"/>
                  <a:pt x="71559" y="769"/>
                </a:cubicBezTo>
                <a:cubicBezTo>
                  <a:pt x="71487" y="769"/>
                  <a:pt x="71418" y="730"/>
                  <a:pt x="71370" y="730"/>
                </a:cubicBezTo>
                <a:lnTo>
                  <a:pt x="71279" y="730"/>
                </a:lnTo>
                <a:cubicBezTo>
                  <a:pt x="71232" y="753"/>
                  <a:pt x="71190" y="763"/>
                  <a:pt x="71154" y="763"/>
                </a:cubicBezTo>
                <a:cubicBezTo>
                  <a:pt x="71096" y="763"/>
                  <a:pt x="71054" y="737"/>
                  <a:pt x="71035" y="699"/>
                </a:cubicBezTo>
                <a:lnTo>
                  <a:pt x="71005" y="669"/>
                </a:lnTo>
                <a:cubicBezTo>
                  <a:pt x="70950" y="669"/>
                  <a:pt x="70844" y="794"/>
                  <a:pt x="70780" y="794"/>
                </a:cubicBezTo>
                <a:cubicBezTo>
                  <a:pt x="70773" y="794"/>
                  <a:pt x="70767" y="793"/>
                  <a:pt x="70762" y="790"/>
                </a:cubicBezTo>
                <a:cubicBezTo>
                  <a:pt x="70610" y="760"/>
                  <a:pt x="70488" y="730"/>
                  <a:pt x="70336" y="730"/>
                </a:cubicBezTo>
                <a:lnTo>
                  <a:pt x="70245" y="821"/>
                </a:lnTo>
                <a:cubicBezTo>
                  <a:pt x="70180" y="886"/>
                  <a:pt x="70097" y="916"/>
                  <a:pt x="70016" y="916"/>
                </a:cubicBezTo>
                <a:cubicBezTo>
                  <a:pt x="69946" y="916"/>
                  <a:pt x="69876" y="894"/>
                  <a:pt x="69820" y="851"/>
                </a:cubicBezTo>
                <a:lnTo>
                  <a:pt x="69485" y="699"/>
                </a:lnTo>
                <a:lnTo>
                  <a:pt x="69212" y="790"/>
                </a:lnTo>
                <a:lnTo>
                  <a:pt x="69151" y="882"/>
                </a:lnTo>
                <a:cubicBezTo>
                  <a:pt x="69060" y="790"/>
                  <a:pt x="68969" y="730"/>
                  <a:pt x="68908" y="639"/>
                </a:cubicBezTo>
                <a:cubicBezTo>
                  <a:pt x="68904" y="635"/>
                  <a:pt x="68899" y="633"/>
                  <a:pt x="68894" y="633"/>
                </a:cubicBezTo>
                <a:cubicBezTo>
                  <a:pt x="68861" y="633"/>
                  <a:pt x="68809" y="715"/>
                  <a:pt x="68756" y="821"/>
                </a:cubicBezTo>
                <a:lnTo>
                  <a:pt x="68634" y="760"/>
                </a:lnTo>
                <a:lnTo>
                  <a:pt x="68452" y="669"/>
                </a:lnTo>
                <a:cubicBezTo>
                  <a:pt x="68269" y="699"/>
                  <a:pt x="68087" y="699"/>
                  <a:pt x="68026" y="699"/>
                </a:cubicBezTo>
                <a:lnTo>
                  <a:pt x="67996" y="699"/>
                </a:lnTo>
                <a:cubicBezTo>
                  <a:pt x="67892" y="820"/>
                  <a:pt x="67779" y="853"/>
                  <a:pt x="67655" y="853"/>
                </a:cubicBezTo>
                <a:cubicBezTo>
                  <a:pt x="67562" y="853"/>
                  <a:pt x="67463" y="834"/>
                  <a:pt x="67358" y="821"/>
                </a:cubicBezTo>
                <a:cubicBezTo>
                  <a:pt x="67266" y="790"/>
                  <a:pt x="67114" y="790"/>
                  <a:pt x="67023" y="760"/>
                </a:cubicBezTo>
                <a:lnTo>
                  <a:pt x="66810" y="699"/>
                </a:lnTo>
                <a:cubicBezTo>
                  <a:pt x="66810" y="780"/>
                  <a:pt x="66770" y="821"/>
                  <a:pt x="66707" y="821"/>
                </a:cubicBezTo>
                <a:cubicBezTo>
                  <a:pt x="66675" y="821"/>
                  <a:pt x="66638" y="811"/>
                  <a:pt x="66598" y="790"/>
                </a:cubicBezTo>
                <a:lnTo>
                  <a:pt x="66476" y="760"/>
                </a:lnTo>
                <a:cubicBezTo>
                  <a:pt x="66415" y="760"/>
                  <a:pt x="66341" y="814"/>
                  <a:pt x="66262" y="814"/>
                </a:cubicBezTo>
                <a:cubicBezTo>
                  <a:pt x="66223" y="814"/>
                  <a:pt x="66182" y="801"/>
                  <a:pt x="66142" y="760"/>
                </a:cubicBezTo>
                <a:cubicBezTo>
                  <a:pt x="66020" y="821"/>
                  <a:pt x="65868" y="882"/>
                  <a:pt x="65747" y="912"/>
                </a:cubicBezTo>
                <a:cubicBezTo>
                  <a:pt x="65534" y="851"/>
                  <a:pt x="65351" y="821"/>
                  <a:pt x="65139" y="790"/>
                </a:cubicBezTo>
                <a:cubicBezTo>
                  <a:pt x="65086" y="808"/>
                  <a:pt x="64973" y="826"/>
                  <a:pt x="64880" y="826"/>
                </a:cubicBezTo>
                <a:cubicBezTo>
                  <a:pt x="64813" y="826"/>
                  <a:pt x="64756" y="816"/>
                  <a:pt x="64744" y="790"/>
                </a:cubicBezTo>
                <a:cubicBezTo>
                  <a:pt x="64728" y="775"/>
                  <a:pt x="64709" y="770"/>
                  <a:pt x="64688" y="770"/>
                </a:cubicBezTo>
                <a:cubicBezTo>
                  <a:pt x="64624" y="770"/>
                  <a:pt x="64538" y="821"/>
                  <a:pt x="64470" y="821"/>
                </a:cubicBezTo>
                <a:cubicBezTo>
                  <a:pt x="64348" y="821"/>
                  <a:pt x="64227" y="790"/>
                  <a:pt x="64105" y="730"/>
                </a:cubicBezTo>
                <a:lnTo>
                  <a:pt x="64014" y="790"/>
                </a:lnTo>
                <a:lnTo>
                  <a:pt x="63923" y="882"/>
                </a:lnTo>
                <a:cubicBezTo>
                  <a:pt x="63910" y="875"/>
                  <a:pt x="63890" y="873"/>
                  <a:pt x="63867" y="873"/>
                </a:cubicBezTo>
                <a:cubicBezTo>
                  <a:pt x="63802" y="873"/>
                  <a:pt x="63709" y="890"/>
                  <a:pt x="63645" y="890"/>
                </a:cubicBezTo>
                <a:cubicBezTo>
                  <a:pt x="63621" y="890"/>
                  <a:pt x="63601" y="888"/>
                  <a:pt x="63589" y="882"/>
                </a:cubicBezTo>
                <a:cubicBezTo>
                  <a:pt x="63561" y="826"/>
                  <a:pt x="63331" y="695"/>
                  <a:pt x="63222" y="695"/>
                </a:cubicBezTo>
                <a:cubicBezTo>
                  <a:pt x="63211" y="695"/>
                  <a:pt x="63202" y="697"/>
                  <a:pt x="63193" y="699"/>
                </a:cubicBezTo>
                <a:cubicBezTo>
                  <a:pt x="63011" y="760"/>
                  <a:pt x="62859" y="790"/>
                  <a:pt x="62677" y="821"/>
                </a:cubicBezTo>
                <a:cubicBezTo>
                  <a:pt x="62555" y="790"/>
                  <a:pt x="62464" y="730"/>
                  <a:pt x="62403" y="639"/>
                </a:cubicBezTo>
                <a:lnTo>
                  <a:pt x="62312" y="578"/>
                </a:lnTo>
                <a:lnTo>
                  <a:pt x="62281" y="547"/>
                </a:lnTo>
                <a:cubicBezTo>
                  <a:pt x="62190" y="547"/>
                  <a:pt x="62160" y="639"/>
                  <a:pt x="62160" y="699"/>
                </a:cubicBezTo>
                <a:cubicBezTo>
                  <a:pt x="62190" y="730"/>
                  <a:pt x="62130" y="790"/>
                  <a:pt x="62038" y="851"/>
                </a:cubicBezTo>
                <a:lnTo>
                  <a:pt x="61917" y="882"/>
                </a:lnTo>
                <a:cubicBezTo>
                  <a:pt x="61826" y="882"/>
                  <a:pt x="61734" y="821"/>
                  <a:pt x="61643" y="790"/>
                </a:cubicBezTo>
                <a:cubicBezTo>
                  <a:pt x="61598" y="775"/>
                  <a:pt x="61544" y="768"/>
                  <a:pt x="61487" y="768"/>
                </a:cubicBezTo>
                <a:cubicBezTo>
                  <a:pt x="61430" y="768"/>
                  <a:pt x="61370" y="775"/>
                  <a:pt x="61309" y="790"/>
                </a:cubicBezTo>
                <a:cubicBezTo>
                  <a:pt x="61235" y="852"/>
                  <a:pt x="61166" y="874"/>
                  <a:pt x="61100" y="874"/>
                </a:cubicBezTo>
                <a:cubicBezTo>
                  <a:pt x="61003" y="874"/>
                  <a:pt x="60913" y="827"/>
                  <a:pt x="60823" y="790"/>
                </a:cubicBezTo>
                <a:cubicBezTo>
                  <a:pt x="60755" y="771"/>
                  <a:pt x="60685" y="761"/>
                  <a:pt x="60614" y="761"/>
                </a:cubicBezTo>
                <a:cubicBezTo>
                  <a:pt x="60462" y="761"/>
                  <a:pt x="60309" y="808"/>
                  <a:pt x="60184" y="912"/>
                </a:cubicBezTo>
                <a:lnTo>
                  <a:pt x="60154" y="942"/>
                </a:lnTo>
                <a:cubicBezTo>
                  <a:pt x="60129" y="951"/>
                  <a:pt x="60105" y="954"/>
                  <a:pt x="60080" y="954"/>
                </a:cubicBezTo>
                <a:cubicBezTo>
                  <a:pt x="60014" y="954"/>
                  <a:pt x="59947" y="926"/>
                  <a:pt x="59880" y="882"/>
                </a:cubicBezTo>
                <a:lnTo>
                  <a:pt x="59850" y="821"/>
                </a:lnTo>
                <a:cubicBezTo>
                  <a:pt x="59814" y="785"/>
                  <a:pt x="59774" y="773"/>
                  <a:pt x="59734" y="773"/>
                </a:cubicBezTo>
                <a:cubicBezTo>
                  <a:pt x="59673" y="773"/>
                  <a:pt x="59613" y="802"/>
                  <a:pt x="59576" y="821"/>
                </a:cubicBezTo>
                <a:cubicBezTo>
                  <a:pt x="59546" y="836"/>
                  <a:pt x="59508" y="836"/>
                  <a:pt x="59474" y="836"/>
                </a:cubicBezTo>
                <a:cubicBezTo>
                  <a:pt x="59440" y="836"/>
                  <a:pt x="59409" y="836"/>
                  <a:pt x="59394" y="851"/>
                </a:cubicBezTo>
                <a:cubicBezTo>
                  <a:pt x="59339" y="895"/>
                  <a:pt x="59296" y="911"/>
                  <a:pt x="59260" y="911"/>
                </a:cubicBezTo>
                <a:cubicBezTo>
                  <a:pt x="59194" y="911"/>
                  <a:pt x="59148" y="860"/>
                  <a:pt x="59090" y="821"/>
                </a:cubicBezTo>
                <a:cubicBezTo>
                  <a:pt x="59029" y="790"/>
                  <a:pt x="58968" y="760"/>
                  <a:pt x="58938" y="730"/>
                </a:cubicBezTo>
                <a:cubicBezTo>
                  <a:pt x="58908" y="730"/>
                  <a:pt x="58847" y="760"/>
                  <a:pt x="58847" y="760"/>
                </a:cubicBezTo>
                <a:lnTo>
                  <a:pt x="58847" y="821"/>
                </a:lnTo>
                <a:cubicBezTo>
                  <a:pt x="58877" y="882"/>
                  <a:pt x="58847" y="882"/>
                  <a:pt x="58786" y="882"/>
                </a:cubicBezTo>
                <a:lnTo>
                  <a:pt x="58725" y="851"/>
                </a:lnTo>
                <a:cubicBezTo>
                  <a:pt x="58543" y="821"/>
                  <a:pt x="58360" y="821"/>
                  <a:pt x="58208" y="821"/>
                </a:cubicBezTo>
                <a:lnTo>
                  <a:pt x="58056" y="821"/>
                </a:lnTo>
                <a:cubicBezTo>
                  <a:pt x="57905" y="790"/>
                  <a:pt x="57753" y="760"/>
                  <a:pt x="57601" y="760"/>
                </a:cubicBezTo>
                <a:cubicBezTo>
                  <a:pt x="57601" y="841"/>
                  <a:pt x="57574" y="895"/>
                  <a:pt x="57510" y="895"/>
                </a:cubicBezTo>
                <a:cubicBezTo>
                  <a:pt x="57479" y="895"/>
                  <a:pt x="57438" y="882"/>
                  <a:pt x="57388" y="851"/>
                </a:cubicBezTo>
                <a:lnTo>
                  <a:pt x="57297" y="821"/>
                </a:lnTo>
                <a:cubicBezTo>
                  <a:pt x="57175" y="821"/>
                  <a:pt x="56780" y="851"/>
                  <a:pt x="56446" y="882"/>
                </a:cubicBezTo>
                <a:lnTo>
                  <a:pt x="56172" y="882"/>
                </a:lnTo>
                <a:cubicBezTo>
                  <a:pt x="56081" y="882"/>
                  <a:pt x="55898" y="821"/>
                  <a:pt x="55898" y="821"/>
                </a:cubicBezTo>
                <a:cubicBezTo>
                  <a:pt x="55845" y="874"/>
                  <a:pt x="55796" y="894"/>
                  <a:pt x="55751" y="894"/>
                </a:cubicBezTo>
                <a:cubicBezTo>
                  <a:pt x="55642" y="894"/>
                  <a:pt x="55550" y="782"/>
                  <a:pt x="55442" y="760"/>
                </a:cubicBezTo>
                <a:cubicBezTo>
                  <a:pt x="55415" y="760"/>
                  <a:pt x="55412" y="634"/>
                  <a:pt x="55344" y="634"/>
                </a:cubicBezTo>
                <a:cubicBezTo>
                  <a:pt x="55337" y="634"/>
                  <a:pt x="55329" y="636"/>
                  <a:pt x="55321" y="639"/>
                </a:cubicBezTo>
                <a:cubicBezTo>
                  <a:pt x="55108" y="699"/>
                  <a:pt x="55351" y="760"/>
                  <a:pt x="55321" y="760"/>
                </a:cubicBezTo>
                <a:lnTo>
                  <a:pt x="55169" y="851"/>
                </a:lnTo>
                <a:cubicBezTo>
                  <a:pt x="55053" y="909"/>
                  <a:pt x="54938" y="930"/>
                  <a:pt x="54869" y="930"/>
                </a:cubicBezTo>
                <a:cubicBezTo>
                  <a:pt x="54829" y="930"/>
                  <a:pt x="54804" y="923"/>
                  <a:pt x="54804" y="912"/>
                </a:cubicBezTo>
                <a:lnTo>
                  <a:pt x="54804" y="851"/>
                </a:lnTo>
                <a:lnTo>
                  <a:pt x="54804" y="821"/>
                </a:lnTo>
                <a:cubicBezTo>
                  <a:pt x="54804" y="798"/>
                  <a:pt x="54791" y="788"/>
                  <a:pt x="54768" y="788"/>
                </a:cubicBezTo>
                <a:cubicBezTo>
                  <a:pt x="54730" y="788"/>
                  <a:pt x="54667" y="814"/>
                  <a:pt x="54591" y="851"/>
                </a:cubicBezTo>
                <a:lnTo>
                  <a:pt x="54379" y="821"/>
                </a:lnTo>
                <a:cubicBezTo>
                  <a:pt x="54333" y="806"/>
                  <a:pt x="54295" y="798"/>
                  <a:pt x="54261" y="798"/>
                </a:cubicBezTo>
                <a:cubicBezTo>
                  <a:pt x="54227" y="798"/>
                  <a:pt x="54196" y="806"/>
                  <a:pt x="54166" y="821"/>
                </a:cubicBezTo>
                <a:lnTo>
                  <a:pt x="54044" y="821"/>
                </a:lnTo>
                <a:cubicBezTo>
                  <a:pt x="53862" y="821"/>
                  <a:pt x="53710" y="790"/>
                  <a:pt x="53558" y="730"/>
                </a:cubicBezTo>
                <a:lnTo>
                  <a:pt x="53436" y="790"/>
                </a:lnTo>
                <a:lnTo>
                  <a:pt x="53406" y="790"/>
                </a:lnTo>
                <a:cubicBezTo>
                  <a:pt x="53376" y="790"/>
                  <a:pt x="53132" y="973"/>
                  <a:pt x="53011" y="973"/>
                </a:cubicBezTo>
                <a:cubicBezTo>
                  <a:pt x="53004" y="975"/>
                  <a:pt x="52997" y="976"/>
                  <a:pt x="52989" y="976"/>
                </a:cubicBezTo>
                <a:cubicBezTo>
                  <a:pt x="52893" y="976"/>
                  <a:pt x="52735" y="814"/>
                  <a:pt x="52707" y="730"/>
                </a:cubicBezTo>
                <a:cubicBezTo>
                  <a:pt x="52697" y="709"/>
                  <a:pt x="52666" y="699"/>
                  <a:pt x="52621" y="699"/>
                </a:cubicBezTo>
                <a:cubicBezTo>
                  <a:pt x="52531" y="699"/>
                  <a:pt x="52383" y="740"/>
                  <a:pt x="52221" y="821"/>
                </a:cubicBezTo>
                <a:lnTo>
                  <a:pt x="52008" y="790"/>
                </a:lnTo>
                <a:cubicBezTo>
                  <a:pt x="51917" y="760"/>
                  <a:pt x="51825" y="730"/>
                  <a:pt x="51734" y="730"/>
                </a:cubicBezTo>
                <a:cubicBezTo>
                  <a:pt x="51673" y="730"/>
                  <a:pt x="51613" y="851"/>
                  <a:pt x="51552" y="851"/>
                </a:cubicBezTo>
                <a:lnTo>
                  <a:pt x="51369" y="851"/>
                </a:lnTo>
                <a:cubicBezTo>
                  <a:pt x="51319" y="901"/>
                  <a:pt x="51260" y="924"/>
                  <a:pt x="51196" y="924"/>
                </a:cubicBezTo>
                <a:cubicBezTo>
                  <a:pt x="51144" y="924"/>
                  <a:pt x="51090" y="909"/>
                  <a:pt x="51035" y="882"/>
                </a:cubicBezTo>
                <a:cubicBezTo>
                  <a:pt x="50944" y="821"/>
                  <a:pt x="50853" y="760"/>
                  <a:pt x="50731" y="760"/>
                </a:cubicBezTo>
                <a:lnTo>
                  <a:pt x="50458" y="760"/>
                </a:lnTo>
                <a:cubicBezTo>
                  <a:pt x="50366" y="760"/>
                  <a:pt x="50275" y="821"/>
                  <a:pt x="50184" y="851"/>
                </a:cubicBezTo>
                <a:lnTo>
                  <a:pt x="50032" y="942"/>
                </a:lnTo>
                <a:cubicBezTo>
                  <a:pt x="49951" y="861"/>
                  <a:pt x="49870" y="821"/>
                  <a:pt x="49825" y="821"/>
                </a:cubicBezTo>
                <a:cubicBezTo>
                  <a:pt x="49802" y="821"/>
                  <a:pt x="49789" y="831"/>
                  <a:pt x="49789" y="851"/>
                </a:cubicBezTo>
                <a:cubicBezTo>
                  <a:pt x="49785" y="856"/>
                  <a:pt x="49776" y="857"/>
                  <a:pt x="49766" y="857"/>
                </a:cubicBezTo>
                <a:cubicBezTo>
                  <a:pt x="49700" y="857"/>
                  <a:pt x="49533" y="790"/>
                  <a:pt x="49455" y="790"/>
                </a:cubicBezTo>
                <a:lnTo>
                  <a:pt x="49151" y="760"/>
                </a:lnTo>
                <a:lnTo>
                  <a:pt x="49151" y="730"/>
                </a:lnTo>
                <a:lnTo>
                  <a:pt x="49090" y="578"/>
                </a:lnTo>
                <a:cubicBezTo>
                  <a:pt x="48968" y="608"/>
                  <a:pt x="48877" y="669"/>
                  <a:pt x="48816" y="730"/>
                </a:cubicBezTo>
                <a:lnTo>
                  <a:pt x="48786" y="760"/>
                </a:lnTo>
                <a:cubicBezTo>
                  <a:pt x="48695" y="790"/>
                  <a:pt x="48603" y="821"/>
                  <a:pt x="48512" y="851"/>
                </a:cubicBezTo>
                <a:lnTo>
                  <a:pt x="48391" y="790"/>
                </a:lnTo>
                <a:lnTo>
                  <a:pt x="48269" y="760"/>
                </a:lnTo>
                <a:cubicBezTo>
                  <a:pt x="48247" y="766"/>
                  <a:pt x="48225" y="768"/>
                  <a:pt x="48205" y="768"/>
                </a:cubicBezTo>
                <a:cubicBezTo>
                  <a:pt x="48114" y="768"/>
                  <a:pt x="48040" y="719"/>
                  <a:pt x="47965" y="669"/>
                </a:cubicBezTo>
                <a:lnTo>
                  <a:pt x="47965" y="669"/>
                </a:lnTo>
                <a:cubicBezTo>
                  <a:pt x="47965" y="760"/>
                  <a:pt x="47965" y="821"/>
                  <a:pt x="47996" y="882"/>
                </a:cubicBezTo>
                <a:lnTo>
                  <a:pt x="47692" y="882"/>
                </a:lnTo>
                <a:cubicBezTo>
                  <a:pt x="47681" y="851"/>
                  <a:pt x="47661" y="838"/>
                  <a:pt x="47635" y="838"/>
                </a:cubicBezTo>
                <a:cubicBezTo>
                  <a:pt x="47583" y="838"/>
                  <a:pt x="47509" y="892"/>
                  <a:pt x="47448" y="973"/>
                </a:cubicBezTo>
                <a:lnTo>
                  <a:pt x="47266" y="882"/>
                </a:lnTo>
                <a:lnTo>
                  <a:pt x="47114" y="790"/>
                </a:lnTo>
                <a:cubicBezTo>
                  <a:pt x="46962" y="821"/>
                  <a:pt x="46810" y="821"/>
                  <a:pt x="46658" y="821"/>
                </a:cubicBezTo>
                <a:lnTo>
                  <a:pt x="46202" y="821"/>
                </a:lnTo>
                <a:cubicBezTo>
                  <a:pt x="46104" y="845"/>
                  <a:pt x="45966" y="890"/>
                  <a:pt x="45884" y="890"/>
                </a:cubicBezTo>
                <a:cubicBezTo>
                  <a:pt x="45865" y="890"/>
                  <a:pt x="45849" y="887"/>
                  <a:pt x="45837" y="882"/>
                </a:cubicBezTo>
                <a:cubicBezTo>
                  <a:pt x="45781" y="844"/>
                  <a:pt x="45736" y="830"/>
                  <a:pt x="45699" y="830"/>
                </a:cubicBezTo>
                <a:cubicBezTo>
                  <a:pt x="45617" y="830"/>
                  <a:pt x="45575" y="901"/>
                  <a:pt x="45533" y="942"/>
                </a:cubicBezTo>
                <a:lnTo>
                  <a:pt x="45412" y="1034"/>
                </a:lnTo>
                <a:cubicBezTo>
                  <a:pt x="45381" y="1125"/>
                  <a:pt x="45351" y="1216"/>
                  <a:pt x="45290" y="1307"/>
                </a:cubicBezTo>
                <a:cubicBezTo>
                  <a:pt x="45260" y="1307"/>
                  <a:pt x="45199" y="1277"/>
                  <a:pt x="45169" y="1246"/>
                </a:cubicBezTo>
                <a:lnTo>
                  <a:pt x="45169" y="1186"/>
                </a:lnTo>
                <a:lnTo>
                  <a:pt x="45169" y="1155"/>
                </a:lnTo>
                <a:cubicBezTo>
                  <a:pt x="45199" y="1125"/>
                  <a:pt x="44956" y="1003"/>
                  <a:pt x="45017" y="942"/>
                </a:cubicBezTo>
                <a:cubicBezTo>
                  <a:pt x="45038" y="921"/>
                  <a:pt x="45037" y="911"/>
                  <a:pt x="45015" y="911"/>
                </a:cubicBezTo>
                <a:cubicBezTo>
                  <a:pt x="44976" y="911"/>
                  <a:pt x="44870" y="944"/>
                  <a:pt x="44713" y="1003"/>
                </a:cubicBezTo>
                <a:lnTo>
                  <a:pt x="44591" y="973"/>
                </a:lnTo>
                <a:cubicBezTo>
                  <a:pt x="44435" y="928"/>
                  <a:pt x="44280" y="900"/>
                  <a:pt x="44124" y="900"/>
                </a:cubicBezTo>
                <a:cubicBezTo>
                  <a:pt x="44067" y="900"/>
                  <a:pt x="44010" y="904"/>
                  <a:pt x="43953" y="912"/>
                </a:cubicBezTo>
                <a:lnTo>
                  <a:pt x="43679" y="912"/>
                </a:lnTo>
                <a:cubicBezTo>
                  <a:pt x="43406" y="942"/>
                  <a:pt x="43041" y="1003"/>
                  <a:pt x="42889" y="1003"/>
                </a:cubicBezTo>
                <a:lnTo>
                  <a:pt x="42798" y="942"/>
                </a:lnTo>
                <a:cubicBezTo>
                  <a:pt x="42751" y="916"/>
                  <a:pt x="42713" y="905"/>
                  <a:pt x="42682" y="905"/>
                </a:cubicBezTo>
                <a:cubicBezTo>
                  <a:pt x="42567" y="905"/>
                  <a:pt x="42528" y="1040"/>
                  <a:pt x="42433" y="1064"/>
                </a:cubicBezTo>
                <a:cubicBezTo>
                  <a:pt x="42403" y="1064"/>
                  <a:pt x="42372" y="1003"/>
                  <a:pt x="42312" y="1003"/>
                </a:cubicBezTo>
                <a:cubicBezTo>
                  <a:pt x="42181" y="977"/>
                  <a:pt x="41983" y="906"/>
                  <a:pt x="41872" y="906"/>
                </a:cubicBezTo>
                <a:cubicBezTo>
                  <a:pt x="41854" y="906"/>
                  <a:pt x="41838" y="908"/>
                  <a:pt x="41825" y="912"/>
                </a:cubicBezTo>
                <a:cubicBezTo>
                  <a:pt x="41769" y="950"/>
                  <a:pt x="41730" y="964"/>
                  <a:pt x="41700" y="964"/>
                </a:cubicBezTo>
                <a:cubicBezTo>
                  <a:pt x="41634" y="964"/>
                  <a:pt x="41615" y="893"/>
                  <a:pt x="41552" y="851"/>
                </a:cubicBezTo>
                <a:lnTo>
                  <a:pt x="41521" y="851"/>
                </a:lnTo>
                <a:cubicBezTo>
                  <a:pt x="41491" y="851"/>
                  <a:pt x="41400" y="912"/>
                  <a:pt x="41369" y="942"/>
                </a:cubicBezTo>
                <a:cubicBezTo>
                  <a:pt x="41231" y="930"/>
                  <a:pt x="41092" y="922"/>
                  <a:pt x="40956" y="922"/>
                </a:cubicBezTo>
                <a:cubicBezTo>
                  <a:pt x="40763" y="922"/>
                  <a:pt x="40575" y="937"/>
                  <a:pt x="40397" y="973"/>
                </a:cubicBezTo>
                <a:cubicBezTo>
                  <a:pt x="40305" y="1003"/>
                  <a:pt x="40207" y="1018"/>
                  <a:pt x="40108" y="1018"/>
                </a:cubicBezTo>
                <a:cubicBezTo>
                  <a:pt x="40009" y="1018"/>
                  <a:pt x="39910" y="1003"/>
                  <a:pt x="39819" y="973"/>
                </a:cubicBezTo>
                <a:cubicBezTo>
                  <a:pt x="39810" y="964"/>
                  <a:pt x="39791" y="960"/>
                  <a:pt x="39767" y="960"/>
                </a:cubicBezTo>
                <a:cubicBezTo>
                  <a:pt x="39710" y="960"/>
                  <a:pt x="39628" y="982"/>
                  <a:pt x="39606" y="1003"/>
                </a:cubicBezTo>
                <a:cubicBezTo>
                  <a:pt x="39602" y="1007"/>
                  <a:pt x="39594" y="1009"/>
                  <a:pt x="39584" y="1009"/>
                </a:cubicBezTo>
                <a:cubicBezTo>
                  <a:pt x="39519" y="1009"/>
                  <a:pt x="39350" y="938"/>
                  <a:pt x="39272" y="912"/>
                </a:cubicBezTo>
                <a:cubicBezTo>
                  <a:pt x="39257" y="897"/>
                  <a:pt x="39217" y="891"/>
                  <a:pt x="39163" y="891"/>
                </a:cubicBezTo>
                <a:cubicBezTo>
                  <a:pt x="39002" y="891"/>
                  <a:pt x="38717" y="942"/>
                  <a:pt x="38603" y="942"/>
                </a:cubicBezTo>
                <a:lnTo>
                  <a:pt x="38269" y="942"/>
                </a:lnTo>
                <a:cubicBezTo>
                  <a:pt x="38212" y="977"/>
                  <a:pt x="38168" y="994"/>
                  <a:pt x="38135" y="994"/>
                </a:cubicBezTo>
                <a:cubicBezTo>
                  <a:pt x="38080" y="994"/>
                  <a:pt x="38056" y="946"/>
                  <a:pt x="38056" y="851"/>
                </a:cubicBezTo>
                <a:cubicBezTo>
                  <a:pt x="37904" y="882"/>
                  <a:pt x="37783" y="912"/>
                  <a:pt x="37661" y="973"/>
                </a:cubicBezTo>
                <a:lnTo>
                  <a:pt x="37509" y="973"/>
                </a:lnTo>
                <a:cubicBezTo>
                  <a:pt x="37357" y="973"/>
                  <a:pt x="37235" y="1034"/>
                  <a:pt x="37114" y="1125"/>
                </a:cubicBezTo>
                <a:cubicBezTo>
                  <a:pt x="37083" y="1094"/>
                  <a:pt x="37053" y="1064"/>
                  <a:pt x="37053" y="1034"/>
                </a:cubicBezTo>
                <a:cubicBezTo>
                  <a:pt x="37047" y="1028"/>
                  <a:pt x="37038" y="1025"/>
                  <a:pt x="37027" y="1025"/>
                </a:cubicBezTo>
                <a:cubicBezTo>
                  <a:pt x="36980" y="1025"/>
                  <a:pt x="36895" y="1070"/>
                  <a:pt x="36871" y="1094"/>
                </a:cubicBezTo>
                <a:cubicBezTo>
                  <a:pt x="36795" y="1110"/>
                  <a:pt x="36719" y="1117"/>
                  <a:pt x="36647" y="1117"/>
                </a:cubicBezTo>
                <a:cubicBezTo>
                  <a:pt x="36574" y="1117"/>
                  <a:pt x="36506" y="1110"/>
                  <a:pt x="36445" y="1094"/>
                </a:cubicBezTo>
                <a:cubicBezTo>
                  <a:pt x="36263" y="1003"/>
                  <a:pt x="36080" y="912"/>
                  <a:pt x="35898" y="882"/>
                </a:cubicBezTo>
                <a:cubicBezTo>
                  <a:pt x="35807" y="882"/>
                  <a:pt x="35716" y="912"/>
                  <a:pt x="35655" y="942"/>
                </a:cubicBezTo>
                <a:lnTo>
                  <a:pt x="35472" y="1094"/>
                </a:lnTo>
                <a:cubicBezTo>
                  <a:pt x="35442" y="1125"/>
                  <a:pt x="35412" y="1155"/>
                  <a:pt x="35381" y="1155"/>
                </a:cubicBezTo>
                <a:cubicBezTo>
                  <a:pt x="35303" y="1155"/>
                  <a:pt x="35225" y="1088"/>
                  <a:pt x="35147" y="1088"/>
                </a:cubicBezTo>
                <a:cubicBezTo>
                  <a:pt x="35134" y="1088"/>
                  <a:pt x="35121" y="1090"/>
                  <a:pt x="35108" y="1094"/>
                </a:cubicBezTo>
                <a:lnTo>
                  <a:pt x="35017" y="1125"/>
                </a:lnTo>
                <a:lnTo>
                  <a:pt x="34530" y="1125"/>
                </a:lnTo>
                <a:cubicBezTo>
                  <a:pt x="34469" y="1110"/>
                  <a:pt x="34409" y="1102"/>
                  <a:pt x="34348" y="1102"/>
                </a:cubicBezTo>
                <a:cubicBezTo>
                  <a:pt x="34287" y="1102"/>
                  <a:pt x="34226" y="1110"/>
                  <a:pt x="34165" y="1125"/>
                </a:cubicBezTo>
                <a:lnTo>
                  <a:pt x="34044" y="1094"/>
                </a:lnTo>
                <a:lnTo>
                  <a:pt x="33953" y="1064"/>
                </a:lnTo>
                <a:cubicBezTo>
                  <a:pt x="33770" y="1064"/>
                  <a:pt x="33588" y="1094"/>
                  <a:pt x="33406" y="1125"/>
                </a:cubicBezTo>
                <a:lnTo>
                  <a:pt x="33284" y="1125"/>
                </a:lnTo>
                <a:cubicBezTo>
                  <a:pt x="33260" y="1131"/>
                  <a:pt x="33235" y="1133"/>
                  <a:pt x="33211" y="1133"/>
                </a:cubicBezTo>
                <a:cubicBezTo>
                  <a:pt x="33114" y="1133"/>
                  <a:pt x="33017" y="1094"/>
                  <a:pt x="32919" y="1094"/>
                </a:cubicBezTo>
                <a:cubicBezTo>
                  <a:pt x="32798" y="1094"/>
                  <a:pt x="32676" y="1125"/>
                  <a:pt x="32524" y="1125"/>
                </a:cubicBezTo>
                <a:lnTo>
                  <a:pt x="32311" y="1125"/>
                </a:lnTo>
                <a:cubicBezTo>
                  <a:pt x="32197" y="1163"/>
                  <a:pt x="32088" y="1180"/>
                  <a:pt x="31979" y="1180"/>
                </a:cubicBezTo>
                <a:cubicBezTo>
                  <a:pt x="31829" y="1180"/>
                  <a:pt x="31680" y="1147"/>
                  <a:pt x="31521" y="1094"/>
                </a:cubicBezTo>
                <a:cubicBezTo>
                  <a:pt x="31488" y="1078"/>
                  <a:pt x="31458" y="1071"/>
                  <a:pt x="31430" y="1071"/>
                </a:cubicBezTo>
                <a:cubicBezTo>
                  <a:pt x="31355" y="1071"/>
                  <a:pt x="31300" y="1127"/>
                  <a:pt x="31278" y="1216"/>
                </a:cubicBezTo>
                <a:lnTo>
                  <a:pt x="31156" y="1125"/>
                </a:lnTo>
                <a:cubicBezTo>
                  <a:pt x="31105" y="1099"/>
                  <a:pt x="31064" y="1090"/>
                  <a:pt x="31030" y="1090"/>
                </a:cubicBezTo>
                <a:cubicBezTo>
                  <a:pt x="30983" y="1090"/>
                  <a:pt x="30948" y="1107"/>
                  <a:pt x="30913" y="1125"/>
                </a:cubicBezTo>
                <a:cubicBezTo>
                  <a:pt x="30883" y="1155"/>
                  <a:pt x="30860" y="1170"/>
                  <a:pt x="30833" y="1170"/>
                </a:cubicBezTo>
                <a:cubicBezTo>
                  <a:pt x="30807" y="1170"/>
                  <a:pt x="30776" y="1155"/>
                  <a:pt x="30731" y="1125"/>
                </a:cubicBezTo>
                <a:cubicBezTo>
                  <a:pt x="30704" y="1116"/>
                  <a:pt x="30677" y="1112"/>
                  <a:pt x="30651" y="1112"/>
                </a:cubicBezTo>
                <a:cubicBezTo>
                  <a:pt x="30586" y="1112"/>
                  <a:pt x="30522" y="1134"/>
                  <a:pt x="30457" y="1155"/>
                </a:cubicBezTo>
                <a:lnTo>
                  <a:pt x="30214" y="1307"/>
                </a:lnTo>
                <a:cubicBezTo>
                  <a:pt x="30214" y="1189"/>
                  <a:pt x="30141" y="1145"/>
                  <a:pt x="30080" y="1145"/>
                </a:cubicBezTo>
                <a:cubicBezTo>
                  <a:pt x="30062" y="1145"/>
                  <a:pt x="30045" y="1148"/>
                  <a:pt x="30032" y="1155"/>
                </a:cubicBezTo>
                <a:cubicBezTo>
                  <a:pt x="29971" y="1216"/>
                  <a:pt x="29849" y="1216"/>
                  <a:pt x="29758" y="1216"/>
                </a:cubicBezTo>
                <a:lnTo>
                  <a:pt x="29667" y="1216"/>
                </a:lnTo>
                <a:cubicBezTo>
                  <a:pt x="29637" y="1277"/>
                  <a:pt x="29606" y="1338"/>
                  <a:pt x="29606" y="1398"/>
                </a:cubicBezTo>
                <a:lnTo>
                  <a:pt x="29515" y="1368"/>
                </a:lnTo>
                <a:cubicBezTo>
                  <a:pt x="29363" y="1307"/>
                  <a:pt x="29606" y="1246"/>
                  <a:pt x="29545" y="1186"/>
                </a:cubicBezTo>
                <a:lnTo>
                  <a:pt x="29545" y="1155"/>
                </a:lnTo>
                <a:cubicBezTo>
                  <a:pt x="29515" y="1155"/>
                  <a:pt x="29424" y="1186"/>
                  <a:pt x="29363" y="1246"/>
                </a:cubicBezTo>
                <a:lnTo>
                  <a:pt x="29272" y="1277"/>
                </a:lnTo>
                <a:lnTo>
                  <a:pt x="29241" y="1277"/>
                </a:lnTo>
                <a:cubicBezTo>
                  <a:pt x="29211" y="1246"/>
                  <a:pt x="29181" y="1186"/>
                  <a:pt x="29241" y="1155"/>
                </a:cubicBezTo>
                <a:cubicBezTo>
                  <a:pt x="29272" y="1125"/>
                  <a:pt x="29120" y="1125"/>
                  <a:pt x="29059" y="1125"/>
                </a:cubicBezTo>
                <a:cubicBezTo>
                  <a:pt x="28998" y="1125"/>
                  <a:pt x="28816" y="1155"/>
                  <a:pt x="28603" y="1216"/>
                </a:cubicBezTo>
                <a:lnTo>
                  <a:pt x="28299" y="1216"/>
                </a:lnTo>
                <a:cubicBezTo>
                  <a:pt x="28169" y="1216"/>
                  <a:pt x="28016" y="1283"/>
                  <a:pt x="27899" y="1283"/>
                </a:cubicBezTo>
                <a:cubicBezTo>
                  <a:pt x="27879" y="1283"/>
                  <a:pt x="27861" y="1281"/>
                  <a:pt x="27843" y="1277"/>
                </a:cubicBezTo>
                <a:cubicBezTo>
                  <a:pt x="27767" y="1231"/>
                  <a:pt x="27684" y="1208"/>
                  <a:pt x="27600" y="1208"/>
                </a:cubicBezTo>
                <a:cubicBezTo>
                  <a:pt x="27516" y="1208"/>
                  <a:pt x="27433" y="1231"/>
                  <a:pt x="27357" y="1277"/>
                </a:cubicBezTo>
                <a:cubicBezTo>
                  <a:pt x="27281" y="1292"/>
                  <a:pt x="27205" y="1300"/>
                  <a:pt x="27129" y="1300"/>
                </a:cubicBezTo>
                <a:cubicBezTo>
                  <a:pt x="27053" y="1300"/>
                  <a:pt x="26977" y="1292"/>
                  <a:pt x="26901" y="1277"/>
                </a:cubicBezTo>
                <a:lnTo>
                  <a:pt x="26779" y="1186"/>
                </a:lnTo>
                <a:cubicBezTo>
                  <a:pt x="26597" y="1216"/>
                  <a:pt x="26475" y="1246"/>
                  <a:pt x="26323" y="1338"/>
                </a:cubicBezTo>
                <a:lnTo>
                  <a:pt x="26232" y="1338"/>
                </a:lnTo>
                <a:lnTo>
                  <a:pt x="26111" y="1368"/>
                </a:lnTo>
                <a:cubicBezTo>
                  <a:pt x="26070" y="1360"/>
                  <a:pt x="26027" y="1356"/>
                  <a:pt x="25983" y="1356"/>
                </a:cubicBezTo>
                <a:cubicBezTo>
                  <a:pt x="25863" y="1356"/>
                  <a:pt x="25736" y="1384"/>
                  <a:pt x="25624" y="1429"/>
                </a:cubicBezTo>
                <a:lnTo>
                  <a:pt x="25412" y="1368"/>
                </a:lnTo>
                <a:cubicBezTo>
                  <a:pt x="25323" y="1361"/>
                  <a:pt x="25234" y="1357"/>
                  <a:pt x="25145" y="1357"/>
                </a:cubicBezTo>
                <a:cubicBezTo>
                  <a:pt x="24840" y="1357"/>
                  <a:pt x="24539" y="1402"/>
                  <a:pt x="24256" y="1520"/>
                </a:cubicBezTo>
                <a:lnTo>
                  <a:pt x="23649" y="1520"/>
                </a:lnTo>
                <a:lnTo>
                  <a:pt x="23527" y="1368"/>
                </a:lnTo>
                <a:cubicBezTo>
                  <a:pt x="23466" y="1368"/>
                  <a:pt x="23436" y="1368"/>
                  <a:pt x="23375" y="1398"/>
                </a:cubicBezTo>
                <a:lnTo>
                  <a:pt x="23284" y="1459"/>
                </a:lnTo>
                <a:cubicBezTo>
                  <a:pt x="23257" y="1464"/>
                  <a:pt x="23226" y="1465"/>
                  <a:pt x="23193" y="1465"/>
                </a:cubicBezTo>
                <a:cubicBezTo>
                  <a:pt x="23034" y="1465"/>
                  <a:pt x="22819" y="1422"/>
                  <a:pt x="22721" y="1422"/>
                </a:cubicBezTo>
                <a:cubicBezTo>
                  <a:pt x="22700" y="1422"/>
                  <a:pt x="22685" y="1424"/>
                  <a:pt x="22676" y="1429"/>
                </a:cubicBezTo>
                <a:cubicBezTo>
                  <a:pt x="22554" y="1520"/>
                  <a:pt x="22433" y="1550"/>
                  <a:pt x="22281" y="1550"/>
                </a:cubicBezTo>
                <a:cubicBezTo>
                  <a:pt x="22220" y="1550"/>
                  <a:pt x="22159" y="1550"/>
                  <a:pt x="22098" y="1581"/>
                </a:cubicBezTo>
                <a:cubicBezTo>
                  <a:pt x="22038" y="1611"/>
                  <a:pt x="22007" y="1672"/>
                  <a:pt x="21946" y="1702"/>
                </a:cubicBezTo>
                <a:lnTo>
                  <a:pt x="21855" y="1672"/>
                </a:lnTo>
                <a:cubicBezTo>
                  <a:pt x="21794" y="1642"/>
                  <a:pt x="21673" y="1611"/>
                  <a:pt x="21642" y="1611"/>
                </a:cubicBezTo>
                <a:lnTo>
                  <a:pt x="21490" y="1763"/>
                </a:lnTo>
                <a:cubicBezTo>
                  <a:pt x="21444" y="1740"/>
                  <a:pt x="21401" y="1730"/>
                  <a:pt x="21364" y="1730"/>
                </a:cubicBezTo>
                <a:cubicBezTo>
                  <a:pt x="21256" y="1730"/>
                  <a:pt x="21194" y="1809"/>
                  <a:pt x="21217" y="1854"/>
                </a:cubicBezTo>
                <a:cubicBezTo>
                  <a:pt x="21217" y="1915"/>
                  <a:pt x="21338" y="2037"/>
                  <a:pt x="21490" y="2128"/>
                </a:cubicBezTo>
                <a:lnTo>
                  <a:pt x="21399" y="2249"/>
                </a:lnTo>
                <a:lnTo>
                  <a:pt x="21278" y="2371"/>
                </a:lnTo>
                <a:cubicBezTo>
                  <a:pt x="21187" y="2310"/>
                  <a:pt x="21065" y="2249"/>
                  <a:pt x="20943" y="2189"/>
                </a:cubicBezTo>
                <a:lnTo>
                  <a:pt x="20883" y="2189"/>
                </a:lnTo>
                <a:cubicBezTo>
                  <a:pt x="20700" y="2219"/>
                  <a:pt x="20518" y="2249"/>
                  <a:pt x="20335" y="2249"/>
                </a:cubicBezTo>
                <a:cubicBezTo>
                  <a:pt x="20183" y="2249"/>
                  <a:pt x="20183" y="2037"/>
                  <a:pt x="20214" y="1976"/>
                </a:cubicBezTo>
                <a:cubicBezTo>
                  <a:pt x="20275" y="1915"/>
                  <a:pt x="20275" y="1854"/>
                  <a:pt x="20275" y="1854"/>
                </a:cubicBezTo>
                <a:lnTo>
                  <a:pt x="20275" y="1854"/>
                </a:lnTo>
                <a:cubicBezTo>
                  <a:pt x="20163" y="1877"/>
                  <a:pt x="20067" y="1948"/>
                  <a:pt x="19989" y="1948"/>
                </a:cubicBezTo>
                <a:cubicBezTo>
                  <a:pt x="19960" y="1948"/>
                  <a:pt x="19934" y="1939"/>
                  <a:pt x="19910" y="1915"/>
                </a:cubicBezTo>
                <a:cubicBezTo>
                  <a:pt x="19819" y="1854"/>
                  <a:pt x="19576" y="1915"/>
                  <a:pt x="19576" y="1733"/>
                </a:cubicBezTo>
                <a:cubicBezTo>
                  <a:pt x="19576" y="1702"/>
                  <a:pt x="19515" y="1702"/>
                  <a:pt x="19515" y="1702"/>
                </a:cubicBezTo>
                <a:cubicBezTo>
                  <a:pt x="19416" y="1764"/>
                  <a:pt x="19307" y="1781"/>
                  <a:pt x="19195" y="1781"/>
                </a:cubicBezTo>
                <a:cubicBezTo>
                  <a:pt x="19063" y="1781"/>
                  <a:pt x="18926" y="1758"/>
                  <a:pt x="18794" y="1758"/>
                </a:cubicBezTo>
                <a:cubicBezTo>
                  <a:pt x="18760" y="1758"/>
                  <a:pt x="18727" y="1759"/>
                  <a:pt x="18694" y="1763"/>
                </a:cubicBezTo>
                <a:cubicBezTo>
                  <a:pt x="18481" y="1794"/>
                  <a:pt x="18299" y="1824"/>
                  <a:pt x="18117" y="1854"/>
                </a:cubicBezTo>
                <a:lnTo>
                  <a:pt x="18025" y="1885"/>
                </a:lnTo>
                <a:cubicBezTo>
                  <a:pt x="17965" y="1930"/>
                  <a:pt x="17896" y="1953"/>
                  <a:pt x="17828" y="1953"/>
                </a:cubicBezTo>
                <a:cubicBezTo>
                  <a:pt x="17759" y="1953"/>
                  <a:pt x="17691" y="1930"/>
                  <a:pt x="17630" y="1885"/>
                </a:cubicBezTo>
                <a:cubicBezTo>
                  <a:pt x="17628" y="1882"/>
                  <a:pt x="17625" y="1881"/>
                  <a:pt x="17621" y="1881"/>
                </a:cubicBezTo>
                <a:cubicBezTo>
                  <a:pt x="17573" y="1881"/>
                  <a:pt x="17415" y="2044"/>
                  <a:pt x="17387" y="2128"/>
                </a:cubicBezTo>
                <a:cubicBezTo>
                  <a:pt x="17378" y="2156"/>
                  <a:pt x="17369" y="2166"/>
                  <a:pt x="17359" y="2166"/>
                </a:cubicBezTo>
                <a:cubicBezTo>
                  <a:pt x="17338" y="2166"/>
                  <a:pt x="17317" y="2109"/>
                  <a:pt x="17296" y="2067"/>
                </a:cubicBezTo>
                <a:cubicBezTo>
                  <a:pt x="17296" y="2031"/>
                  <a:pt x="17277" y="2019"/>
                  <a:pt x="17251" y="2019"/>
                </a:cubicBezTo>
                <a:cubicBezTo>
                  <a:pt x="17210" y="2019"/>
                  <a:pt x="17150" y="2049"/>
                  <a:pt x="17113" y="2067"/>
                </a:cubicBezTo>
                <a:cubicBezTo>
                  <a:pt x="17109" y="2071"/>
                  <a:pt x="17105" y="2073"/>
                  <a:pt x="17100" y="2073"/>
                </a:cubicBezTo>
                <a:cubicBezTo>
                  <a:pt x="17067" y="2073"/>
                  <a:pt x="17014" y="1994"/>
                  <a:pt x="16962" y="1915"/>
                </a:cubicBezTo>
                <a:lnTo>
                  <a:pt x="16779" y="1946"/>
                </a:lnTo>
                <a:cubicBezTo>
                  <a:pt x="16675" y="1972"/>
                  <a:pt x="16570" y="2043"/>
                  <a:pt x="16504" y="2043"/>
                </a:cubicBezTo>
                <a:cubicBezTo>
                  <a:pt x="16493" y="2043"/>
                  <a:pt x="16484" y="2041"/>
                  <a:pt x="16475" y="2037"/>
                </a:cubicBezTo>
                <a:cubicBezTo>
                  <a:pt x="16427" y="2001"/>
                  <a:pt x="16384" y="1989"/>
                  <a:pt x="16346" y="1989"/>
                </a:cubicBezTo>
                <a:cubicBezTo>
                  <a:pt x="16287" y="1989"/>
                  <a:pt x="16239" y="2018"/>
                  <a:pt x="16202" y="2037"/>
                </a:cubicBezTo>
                <a:cubicBezTo>
                  <a:pt x="16126" y="2052"/>
                  <a:pt x="16050" y="2059"/>
                  <a:pt x="15974" y="2059"/>
                </a:cubicBezTo>
                <a:cubicBezTo>
                  <a:pt x="15898" y="2059"/>
                  <a:pt x="15822" y="2052"/>
                  <a:pt x="15746" y="2037"/>
                </a:cubicBezTo>
                <a:cubicBezTo>
                  <a:pt x="15719" y="2028"/>
                  <a:pt x="15684" y="2024"/>
                  <a:pt x="15649" y="2024"/>
                </a:cubicBezTo>
                <a:cubicBezTo>
                  <a:pt x="15563" y="2024"/>
                  <a:pt x="15472" y="2046"/>
                  <a:pt x="15472" y="2067"/>
                </a:cubicBezTo>
                <a:cubicBezTo>
                  <a:pt x="15445" y="2161"/>
                  <a:pt x="15394" y="2190"/>
                  <a:pt x="15338" y="2190"/>
                </a:cubicBezTo>
                <a:cubicBezTo>
                  <a:pt x="15268" y="2190"/>
                  <a:pt x="15189" y="2145"/>
                  <a:pt x="15138" y="2128"/>
                </a:cubicBezTo>
                <a:cubicBezTo>
                  <a:pt x="15097" y="2101"/>
                  <a:pt x="15062" y="2086"/>
                  <a:pt x="15033" y="2086"/>
                </a:cubicBezTo>
                <a:cubicBezTo>
                  <a:pt x="14998" y="2086"/>
                  <a:pt x="14972" y="2108"/>
                  <a:pt x="14955" y="2158"/>
                </a:cubicBezTo>
                <a:cubicBezTo>
                  <a:pt x="14925" y="2234"/>
                  <a:pt x="14895" y="2265"/>
                  <a:pt x="14857" y="2265"/>
                </a:cubicBezTo>
                <a:cubicBezTo>
                  <a:pt x="14819" y="2265"/>
                  <a:pt x="14773" y="2234"/>
                  <a:pt x="14712" y="2189"/>
                </a:cubicBezTo>
                <a:cubicBezTo>
                  <a:pt x="14690" y="2166"/>
                  <a:pt x="14667" y="2095"/>
                  <a:pt x="14609" y="2095"/>
                </a:cubicBezTo>
                <a:cubicBezTo>
                  <a:pt x="14588" y="2095"/>
                  <a:pt x="14562" y="2104"/>
                  <a:pt x="14530" y="2128"/>
                </a:cubicBezTo>
                <a:lnTo>
                  <a:pt x="14469" y="2189"/>
                </a:lnTo>
                <a:cubicBezTo>
                  <a:pt x="14378" y="2249"/>
                  <a:pt x="14226" y="2493"/>
                  <a:pt x="14135" y="2493"/>
                </a:cubicBezTo>
                <a:cubicBezTo>
                  <a:pt x="14013" y="2462"/>
                  <a:pt x="13952" y="2401"/>
                  <a:pt x="13892" y="2310"/>
                </a:cubicBezTo>
                <a:cubicBezTo>
                  <a:pt x="13892" y="2295"/>
                  <a:pt x="13831" y="2287"/>
                  <a:pt x="13732" y="2287"/>
                </a:cubicBezTo>
                <a:cubicBezTo>
                  <a:pt x="13633" y="2287"/>
                  <a:pt x="13496" y="2295"/>
                  <a:pt x="13344" y="2310"/>
                </a:cubicBezTo>
                <a:lnTo>
                  <a:pt x="13101" y="2371"/>
                </a:lnTo>
                <a:lnTo>
                  <a:pt x="13040" y="2371"/>
                </a:lnTo>
                <a:cubicBezTo>
                  <a:pt x="13010" y="2401"/>
                  <a:pt x="12949" y="2493"/>
                  <a:pt x="12888" y="2553"/>
                </a:cubicBezTo>
                <a:lnTo>
                  <a:pt x="12797" y="2462"/>
                </a:lnTo>
                <a:cubicBezTo>
                  <a:pt x="12737" y="2401"/>
                  <a:pt x="12676" y="2379"/>
                  <a:pt x="12607" y="2379"/>
                </a:cubicBezTo>
                <a:cubicBezTo>
                  <a:pt x="12539" y="2379"/>
                  <a:pt x="12463" y="2401"/>
                  <a:pt x="12372" y="2432"/>
                </a:cubicBezTo>
                <a:cubicBezTo>
                  <a:pt x="12159" y="2462"/>
                  <a:pt x="11916" y="2493"/>
                  <a:pt x="11673" y="2523"/>
                </a:cubicBezTo>
                <a:lnTo>
                  <a:pt x="11581" y="2523"/>
                </a:lnTo>
                <a:cubicBezTo>
                  <a:pt x="11551" y="2569"/>
                  <a:pt x="11483" y="2584"/>
                  <a:pt x="11414" y="2584"/>
                </a:cubicBezTo>
                <a:cubicBezTo>
                  <a:pt x="11346" y="2584"/>
                  <a:pt x="11278" y="2569"/>
                  <a:pt x="11247" y="2553"/>
                </a:cubicBezTo>
                <a:cubicBezTo>
                  <a:pt x="11243" y="2545"/>
                  <a:pt x="11238" y="2541"/>
                  <a:pt x="11231" y="2541"/>
                </a:cubicBezTo>
                <a:cubicBezTo>
                  <a:pt x="11193" y="2541"/>
                  <a:pt x="11126" y="2688"/>
                  <a:pt x="11126" y="2766"/>
                </a:cubicBezTo>
                <a:cubicBezTo>
                  <a:pt x="11156" y="2857"/>
                  <a:pt x="11156" y="2979"/>
                  <a:pt x="11156" y="3101"/>
                </a:cubicBezTo>
                <a:cubicBezTo>
                  <a:pt x="11147" y="3119"/>
                  <a:pt x="11131" y="3127"/>
                  <a:pt x="11115" y="3127"/>
                </a:cubicBezTo>
                <a:cubicBezTo>
                  <a:pt x="11078" y="3127"/>
                  <a:pt x="11034" y="3091"/>
                  <a:pt x="11034" y="3070"/>
                </a:cubicBezTo>
                <a:cubicBezTo>
                  <a:pt x="11029" y="3065"/>
                  <a:pt x="11018" y="3062"/>
                  <a:pt x="11004" y="3062"/>
                </a:cubicBezTo>
                <a:cubicBezTo>
                  <a:pt x="10941" y="3062"/>
                  <a:pt x="10810" y="3112"/>
                  <a:pt x="10761" y="3161"/>
                </a:cubicBezTo>
                <a:cubicBezTo>
                  <a:pt x="10754" y="3164"/>
                  <a:pt x="10747" y="3165"/>
                  <a:pt x="10741" y="3165"/>
                </a:cubicBezTo>
                <a:cubicBezTo>
                  <a:pt x="10661" y="3165"/>
                  <a:pt x="10609" y="3005"/>
                  <a:pt x="10609" y="2949"/>
                </a:cubicBezTo>
                <a:cubicBezTo>
                  <a:pt x="10609" y="2888"/>
                  <a:pt x="10578" y="2827"/>
                  <a:pt x="10548" y="2827"/>
                </a:cubicBezTo>
                <a:cubicBezTo>
                  <a:pt x="10457" y="2797"/>
                  <a:pt x="10335" y="2766"/>
                  <a:pt x="10244" y="2766"/>
                </a:cubicBezTo>
                <a:lnTo>
                  <a:pt x="10122" y="2766"/>
                </a:lnTo>
                <a:cubicBezTo>
                  <a:pt x="10031" y="2766"/>
                  <a:pt x="9940" y="2797"/>
                  <a:pt x="9849" y="2827"/>
                </a:cubicBezTo>
                <a:cubicBezTo>
                  <a:pt x="9849" y="2857"/>
                  <a:pt x="9697" y="3131"/>
                  <a:pt x="9545" y="3131"/>
                </a:cubicBezTo>
                <a:cubicBezTo>
                  <a:pt x="9423" y="3131"/>
                  <a:pt x="9454" y="3009"/>
                  <a:pt x="9515" y="2979"/>
                </a:cubicBezTo>
                <a:cubicBezTo>
                  <a:pt x="9558" y="2957"/>
                  <a:pt x="9509" y="2936"/>
                  <a:pt x="9413" y="2936"/>
                </a:cubicBezTo>
                <a:cubicBezTo>
                  <a:pt x="9373" y="2936"/>
                  <a:pt x="9325" y="2940"/>
                  <a:pt x="9271" y="2949"/>
                </a:cubicBezTo>
                <a:lnTo>
                  <a:pt x="9089" y="2888"/>
                </a:lnTo>
                <a:lnTo>
                  <a:pt x="8907" y="2827"/>
                </a:lnTo>
                <a:cubicBezTo>
                  <a:pt x="8755" y="2949"/>
                  <a:pt x="8572" y="3009"/>
                  <a:pt x="8390" y="3009"/>
                </a:cubicBezTo>
                <a:lnTo>
                  <a:pt x="8299" y="2979"/>
                </a:lnTo>
                <a:lnTo>
                  <a:pt x="8238" y="2979"/>
                </a:lnTo>
                <a:cubicBezTo>
                  <a:pt x="8208" y="2979"/>
                  <a:pt x="8177" y="3009"/>
                  <a:pt x="8177" y="3070"/>
                </a:cubicBezTo>
                <a:cubicBezTo>
                  <a:pt x="8268" y="3101"/>
                  <a:pt x="8329" y="3161"/>
                  <a:pt x="8420" y="3192"/>
                </a:cubicBezTo>
                <a:lnTo>
                  <a:pt x="8512" y="3222"/>
                </a:lnTo>
                <a:cubicBezTo>
                  <a:pt x="8529" y="3213"/>
                  <a:pt x="8547" y="3210"/>
                  <a:pt x="8565" y="3210"/>
                </a:cubicBezTo>
                <a:cubicBezTo>
                  <a:pt x="8608" y="3210"/>
                  <a:pt x="8651" y="3231"/>
                  <a:pt x="8694" y="3253"/>
                </a:cubicBezTo>
                <a:cubicBezTo>
                  <a:pt x="8572" y="3313"/>
                  <a:pt x="8451" y="3374"/>
                  <a:pt x="8299" y="3404"/>
                </a:cubicBezTo>
                <a:cubicBezTo>
                  <a:pt x="8208" y="3465"/>
                  <a:pt x="8177" y="3526"/>
                  <a:pt x="8177" y="3556"/>
                </a:cubicBezTo>
                <a:cubicBezTo>
                  <a:pt x="8268" y="3617"/>
                  <a:pt x="8360" y="3678"/>
                  <a:pt x="8451" y="3708"/>
                </a:cubicBezTo>
                <a:cubicBezTo>
                  <a:pt x="8484" y="3731"/>
                  <a:pt x="8517" y="3749"/>
                  <a:pt x="8549" y="3766"/>
                </a:cubicBezTo>
                <a:lnTo>
                  <a:pt x="8549" y="3766"/>
                </a:lnTo>
                <a:cubicBezTo>
                  <a:pt x="8491" y="3788"/>
                  <a:pt x="8425" y="3800"/>
                  <a:pt x="8360" y="3800"/>
                </a:cubicBezTo>
                <a:lnTo>
                  <a:pt x="8360" y="3860"/>
                </a:lnTo>
                <a:lnTo>
                  <a:pt x="8360" y="3921"/>
                </a:lnTo>
                <a:cubicBezTo>
                  <a:pt x="8390" y="3952"/>
                  <a:pt x="8238" y="4012"/>
                  <a:pt x="8177" y="4012"/>
                </a:cubicBezTo>
                <a:cubicBezTo>
                  <a:pt x="8116" y="4012"/>
                  <a:pt x="8056" y="3982"/>
                  <a:pt x="8056" y="3982"/>
                </a:cubicBezTo>
                <a:lnTo>
                  <a:pt x="8177" y="3708"/>
                </a:lnTo>
                <a:cubicBezTo>
                  <a:pt x="8208" y="3648"/>
                  <a:pt x="8147" y="3587"/>
                  <a:pt x="8025" y="3556"/>
                </a:cubicBezTo>
                <a:lnTo>
                  <a:pt x="8025" y="3678"/>
                </a:lnTo>
                <a:cubicBezTo>
                  <a:pt x="8025" y="3708"/>
                  <a:pt x="8056" y="3769"/>
                  <a:pt x="8025" y="3800"/>
                </a:cubicBezTo>
                <a:lnTo>
                  <a:pt x="7995" y="3830"/>
                </a:lnTo>
                <a:cubicBezTo>
                  <a:pt x="7904" y="3830"/>
                  <a:pt x="7873" y="3830"/>
                  <a:pt x="7873" y="3800"/>
                </a:cubicBezTo>
                <a:lnTo>
                  <a:pt x="7873" y="3739"/>
                </a:lnTo>
                <a:cubicBezTo>
                  <a:pt x="7843" y="3678"/>
                  <a:pt x="7782" y="3617"/>
                  <a:pt x="7721" y="3556"/>
                </a:cubicBezTo>
                <a:lnTo>
                  <a:pt x="7630" y="3496"/>
                </a:lnTo>
                <a:lnTo>
                  <a:pt x="7569" y="3465"/>
                </a:lnTo>
                <a:cubicBezTo>
                  <a:pt x="7563" y="3463"/>
                  <a:pt x="7558" y="3462"/>
                  <a:pt x="7553" y="3462"/>
                </a:cubicBezTo>
                <a:cubicBezTo>
                  <a:pt x="7482" y="3462"/>
                  <a:pt x="7510" y="3652"/>
                  <a:pt x="7539" y="3708"/>
                </a:cubicBezTo>
                <a:cubicBezTo>
                  <a:pt x="7600" y="3769"/>
                  <a:pt x="7478" y="3860"/>
                  <a:pt x="7417" y="3891"/>
                </a:cubicBezTo>
                <a:cubicBezTo>
                  <a:pt x="7356" y="3921"/>
                  <a:pt x="7630" y="3952"/>
                  <a:pt x="7691" y="3952"/>
                </a:cubicBezTo>
                <a:cubicBezTo>
                  <a:pt x="7782" y="3952"/>
                  <a:pt x="7782" y="4012"/>
                  <a:pt x="7752" y="4043"/>
                </a:cubicBezTo>
                <a:lnTo>
                  <a:pt x="7691" y="4073"/>
                </a:lnTo>
                <a:lnTo>
                  <a:pt x="7478" y="4225"/>
                </a:lnTo>
                <a:cubicBezTo>
                  <a:pt x="7355" y="4151"/>
                  <a:pt x="7151" y="4057"/>
                  <a:pt x="7062" y="4057"/>
                </a:cubicBezTo>
                <a:cubicBezTo>
                  <a:pt x="7042" y="4057"/>
                  <a:pt x="7028" y="4062"/>
                  <a:pt x="7022" y="4073"/>
                </a:cubicBezTo>
                <a:cubicBezTo>
                  <a:pt x="6931" y="4164"/>
                  <a:pt x="6840" y="4225"/>
                  <a:pt x="6718" y="4286"/>
                </a:cubicBezTo>
                <a:lnTo>
                  <a:pt x="6657" y="4256"/>
                </a:lnTo>
                <a:lnTo>
                  <a:pt x="6414" y="4164"/>
                </a:lnTo>
                <a:lnTo>
                  <a:pt x="6414" y="4164"/>
                </a:lnTo>
                <a:cubicBezTo>
                  <a:pt x="6262" y="4316"/>
                  <a:pt x="6293" y="4438"/>
                  <a:pt x="6445" y="4438"/>
                </a:cubicBezTo>
                <a:lnTo>
                  <a:pt x="6566" y="4468"/>
                </a:lnTo>
                <a:lnTo>
                  <a:pt x="6657" y="4529"/>
                </a:lnTo>
                <a:cubicBezTo>
                  <a:pt x="6742" y="4571"/>
                  <a:pt x="6833" y="4594"/>
                  <a:pt x="6925" y="4594"/>
                </a:cubicBezTo>
                <a:cubicBezTo>
                  <a:pt x="7031" y="4594"/>
                  <a:pt x="7137" y="4564"/>
                  <a:pt x="7235" y="4499"/>
                </a:cubicBezTo>
                <a:lnTo>
                  <a:pt x="7417" y="4468"/>
                </a:lnTo>
                <a:lnTo>
                  <a:pt x="7630" y="4408"/>
                </a:lnTo>
                <a:cubicBezTo>
                  <a:pt x="7727" y="4577"/>
                  <a:pt x="7862" y="4669"/>
                  <a:pt x="7944" y="4669"/>
                </a:cubicBezTo>
                <a:cubicBezTo>
                  <a:pt x="7965" y="4669"/>
                  <a:pt x="7982" y="4663"/>
                  <a:pt x="7995" y="4651"/>
                </a:cubicBezTo>
                <a:lnTo>
                  <a:pt x="8056" y="4620"/>
                </a:lnTo>
                <a:cubicBezTo>
                  <a:pt x="8071" y="4605"/>
                  <a:pt x="8094" y="4598"/>
                  <a:pt x="8113" y="4598"/>
                </a:cubicBezTo>
                <a:cubicBezTo>
                  <a:pt x="8132" y="4598"/>
                  <a:pt x="8147" y="4605"/>
                  <a:pt x="8147" y="4620"/>
                </a:cubicBezTo>
                <a:cubicBezTo>
                  <a:pt x="8177" y="4651"/>
                  <a:pt x="8208" y="4681"/>
                  <a:pt x="8208" y="4712"/>
                </a:cubicBezTo>
                <a:cubicBezTo>
                  <a:pt x="8177" y="4803"/>
                  <a:pt x="8147" y="4863"/>
                  <a:pt x="8116" y="4955"/>
                </a:cubicBezTo>
                <a:lnTo>
                  <a:pt x="8360" y="4955"/>
                </a:lnTo>
                <a:cubicBezTo>
                  <a:pt x="8420" y="4955"/>
                  <a:pt x="8481" y="4955"/>
                  <a:pt x="8542" y="4985"/>
                </a:cubicBezTo>
                <a:lnTo>
                  <a:pt x="8633" y="5046"/>
                </a:lnTo>
                <a:cubicBezTo>
                  <a:pt x="8755" y="4955"/>
                  <a:pt x="8876" y="4894"/>
                  <a:pt x="9028" y="4863"/>
                </a:cubicBezTo>
                <a:lnTo>
                  <a:pt x="9150" y="4833"/>
                </a:lnTo>
                <a:lnTo>
                  <a:pt x="9180" y="4833"/>
                </a:lnTo>
                <a:cubicBezTo>
                  <a:pt x="9241" y="4833"/>
                  <a:pt x="9241" y="4772"/>
                  <a:pt x="9241" y="4742"/>
                </a:cubicBezTo>
                <a:lnTo>
                  <a:pt x="9211" y="4712"/>
                </a:lnTo>
                <a:lnTo>
                  <a:pt x="9180" y="4681"/>
                </a:lnTo>
                <a:cubicBezTo>
                  <a:pt x="9089" y="4681"/>
                  <a:pt x="9150" y="4620"/>
                  <a:pt x="9211" y="4590"/>
                </a:cubicBezTo>
                <a:cubicBezTo>
                  <a:pt x="9241" y="4590"/>
                  <a:pt x="9150" y="4529"/>
                  <a:pt x="9119" y="4529"/>
                </a:cubicBezTo>
                <a:cubicBezTo>
                  <a:pt x="9059" y="4499"/>
                  <a:pt x="9119" y="4438"/>
                  <a:pt x="9211" y="4377"/>
                </a:cubicBezTo>
                <a:lnTo>
                  <a:pt x="9271" y="4377"/>
                </a:lnTo>
                <a:cubicBezTo>
                  <a:pt x="9363" y="4408"/>
                  <a:pt x="9423" y="4468"/>
                  <a:pt x="9454" y="4529"/>
                </a:cubicBezTo>
                <a:lnTo>
                  <a:pt x="9515" y="4651"/>
                </a:lnTo>
                <a:cubicBezTo>
                  <a:pt x="9553" y="4766"/>
                  <a:pt x="9616" y="4809"/>
                  <a:pt x="9672" y="4809"/>
                </a:cubicBezTo>
                <a:cubicBezTo>
                  <a:pt x="9705" y="4809"/>
                  <a:pt x="9735" y="4795"/>
                  <a:pt x="9758" y="4772"/>
                </a:cubicBezTo>
                <a:cubicBezTo>
                  <a:pt x="9764" y="4759"/>
                  <a:pt x="9772" y="4753"/>
                  <a:pt x="9780" y="4753"/>
                </a:cubicBezTo>
                <a:cubicBezTo>
                  <a:pt x="9811" y="4753"/>
                  <a:pt x="9849" y="4835"/>
                  <a:pt x="9849" y="4955"/>
                </a:cubicBezTo>
                <a:lnTo>
                  <a:pt x="9697" y="5046"/>
                </a:lnTo>
                <a:cubicBezTo>
                  <a:pt x="9545" y="5107"/>
                  <a:pt x="9332" y="5137"/>
                  <a:pt x="9241" y="5319"/>
                </a:cubicBezTo>
                <a:cubicBezTo>
                  <a:pt x="9220" y="5341"/>
                  <a:pt x="9183" y="5362"/>
                  <a:pt x="9152" y="5362"/>
                </a:cubicBezTo>
                <a:cubicBezTo>
                  <a:pt x="9140" y="5362"/>
                  <a:pt x="9128" y="5359"/>
                  <a:pt x="9119" y="5350"/>
                </a:cubicBezTo>
                <a:cubicBezTo>
                  <a:pt x="9028" y="5319"/>
                  <a:pt x="8876" y="5259"/>
                  <a:pt x="8846" y="5198"/>
                </a:cubicBezTo>
                <a:cubicBezTo>
                  <a:pt x="8826" y="5117"/>
                  <a:pt x="8778" y="5103"/>
                  <a:pt x="8722" y="5103"/>
                </a:cubicBezTo>
                <a:cubicBezTo>
                  <a:pt x="8694" y="5103"/>
                  <a:pt x="8663" y="5107"/>
                  <a:pt x="8633" y="5107"/>
                </a:cubicBezTo>
                <a:cubicBezTo>
                  <a:pt x="8512" y="5137"/>
                  <a:pt x="8360" y="5198"/>
                  <a:pt x="8238" y="5228"/>
                </a:cubicBezTo>
                <a:cubicBezTo>
                  <a:pt x="8178" y="5264"/>
                  <a:pt x="8137" y="5281"/>
                  <a:pt x="8107" y="5281"/>
                </a:cubicBezTo>
                <a:cubicBezTo>
                  <a:pt x="8062" y="5281"/>
                  <a:pt x="8044" y="5241"/>
                  <a:pt x="8025" y="5167"/>
                </a:cubicBezTo>
                <a:lnTo>
                  <a:pt x="8025" y="5076"/>
                </a:lnTo>
                <a:cubicBezTo>
                  <a:pt x="7904" y="5137"/>
                  <a:pt x="7660" y="5441"/>
                  <a:pt x="7569" y="5502"/>
                </a:cubicBezTo>
                <a:cubicBezTo>
                  <a:pt x="7537" y="5523"/>
                  <a:pt x="7501" y="5533"/>
                  <a:pt x="7466" y="5533"/>
                </a:cubicBezTo>
                <a:cubicBezTo>
                  <a:pt x="7403" y="5533"/>
                  <a:pt x="7346" y="5500"/>
                  <a:pt x="7326" y="5441"/>
                </a:cubicBezTo>
                <a:cubicBezTo>
                  <a:pt x="7311" y="5411"/>
                  <a:pt x="7288" y="5395"/>
                  <a:pt x="7261" y="5395"/>
                </a:cubicBezTo>
                <a:cubicBezTo>
                  <a:pt x="7235" y="5395"/>
                  <a:pt x="7204" y="5411"/>
                  <a:pt x="7174" y="5441"/>
                </a:cubicBezTo>
                <a:lnTo>
                  <a:pt x="7113" y="5502"/>
                </a:lnTo>
                <a:cubicBezTo>
                  <a:pt x="7053" y="5532"/>
                  <a:pt x="6992" y="5623"/>
                  <a:pt x="6992" y="5654"/>
                </a:cubicBezTo>
                <a:lnTo>
                  <a:pt x="7053" y="5715"/>
                </a:lnTo>
                <a:cubicBezTo>
                  <a:pt x="7083" y="5806"/>
                  <a:pt x="7144" y="5867"/>
                  <a:pt x="7174" y="5867"/>
                </a:cubicBezTo>
                <a:lnTo>
                  <a:pt x="7174" y="5927"/>
                </a:lnTo>
                <a:cubicBezTo>
                  <a:pt x="7193" y="5965"/>
                  <a:pt x="7235" y="5991"/>
                  <a:pt x="7286" y="5991"/>
                </a:cubicBezTo>
                <a:cubicBezTo>
                  <a:pt x="7317" y="5991"/>
                  <a:pt x="7352" y="5981"/>
                  <a:pt x="7387" y="5958"/>
                </a:cubicBezTo>
                <a:lnTo>
                  <a:pt x="7387" y="6079"/>
                </a:lnTo>
                <a:lnTo>
                  <a:pt x="7387" y="6231"/>
                </a:lnTo>
                <a:cubicBezTo>
                  <a:pt x="7539" y="6353"/>
                  <a:pt x="7569" y="6474"/>
                  <a:pt x="7448" y="6474"/>
                </a:cubicBezTo>
                <a:lnTo>
                  <a:pt x="7356" y="6444"/>
                </a:lnTo>
                <a:cubicBezTo>
                  <a:pt x="7306" y="6411"/>
                  <a:pt x="7266" y="6387"/>
                  <a:pt x="7229" y="6387"/>
                </a:cubicBezTo>
                <a:cubicBezTo>
                  <a:pt x="7199" y="6387"/>
                  <a:pt x="7171" y="6403"/>
                  <a:pt x="7144" y="6444"/>
                </a:cubicBezTo>
                <a:cubicBezTo>
                  <a:pt x="7083" y="6535"/>
                  <a:pt x="6961" y="6505"/>
                  <a:pt x="6870" y="6535"/>
                </a:cubicBezTo>
                <a:cubicBezTo>
                  <a:pt x="6809" y="6566"/>
                  <a:pt x="6718" y="6596"/>
                  <a:pt x="6688" y="6657"/>
                </a:cubicBezTo>
                <a:lnTo>
                  <a:pt x="6688" y="6687"/>
                </a:lnTo>
                <a:lnTo>
                  <a:pt x="6688" y="6718"/>
                </a:lnTo>
                <a:cubicBezTo>
                  <a:pt x="6597" y="6809"/>
                  <a:pt x="6505" y="6900"/>
                  <a:pt x="6414" y="6991"/>
                </a:cubicBezTo>
                <a:cubicBezTo>
                  <a:pt x="6323" y="7052"/>
                  <a:pt x="6445" y="7113"/>
                  <a:pt x="6475" y="7113"/>
                </a:cubicBezTo>
                <a:cubicBezTo>
                  <a:pt x="6505" y="7113"/>
                  <a:pt x="6779" y="7265"/>
                  <a:pt x="6749" y="7295"/>
                </a:cubicBezTo>
                <a:cubicBezTo>
                  <a:pt x="6657" y="7356"/>
                  <a:pt x="6597" y="7447"/>
                  <a:pt x="6566" y="7508"/>
                </a:cubicBezTo>
                <a:lnTo>
                  <a:pt x="6566" y="7599"/>
                </a:lnTo>
                <a:lnTo>
                  <a:pt x="6566" y="7690"/>
                </a:lnTo>
                <a:cubicBezTo>
                  <a:pt x="6505" y="7781"/>
                  <a:pt x="6384" y="7842"/>
                  <a:pt x="6262" y="7842"/>
                </a:cubicBezTo>
                <a:lnTo>
                  <a:pt x="6201" y="7842"/>
                </a:lnTo>
                <a:cubicBezTo>
                  <a:pt x="6171" y="7812"/>
                  <a:pt x="6384" y="7417"/>
                  <a:pt x="6293" y="7356"/>
                </a:cubicBezTo>
                <a:cubicBezTo>
                  <a:pt x="6171" y="7265"/>
                  <a:pt x="6080" y="7234"/>
                  <a:pt x="6080" y="7234"/>
                </a:cubicBezTo>
                <a:lnTo>
                  <a:pt x="5989" y="7265"/>
                </a:lnTo>
                <a:lnTo>
                  <a:pt x="5958" y="7265"/>
                </a:lnTo>
                <a:cubicBezTo>
                  <a:pt x="5837" y="7234"/>
                  <a:pt x="5533" y="7113"/>
                  <a:pt x="5472" y="7052"/>
                </a:cubicBezTo>
                <a:cubicBezTo>
                  <a:pt x="5466" y="7049"/>
                  <a:pt x="5459" y="7047"/>
                  <a:pt x="5453" y="7047"/>
                </a:cubicBezTo>
                <a:cubicBezTo>
                  <a:pt x="5400" y="7047"/>
                  <a:pt x="5357" y="7159"/>
                  <a:pt x="5411" y="7295"/>
                </a:cubicBezTo>
                <a:lnTo>
                  <a:pt x="5350" y="7386"/>
                </a:lnTo>
                <a:lnTo>
                  <a:pt x="5290" y="7478"/>
                </a:lnTo>
                <a:cubicBezTo>
                  <a:pt x="5264" y="7486"/>
                  <a:pt x="5239" y="7490"/>
                  <a:pt x="5216" y="7490"/>
                </a:cubicBezTo>
                <a:cubicBezTo>
                  <a:pt x="5078" y="7490"/>
                  <a:pt x="5003" y="7352"/>
                  <a:pt x="5107" y="7326"/>
                </a:cubicBezTo>
                <a:cubicBezTo>
                  <a:pt x="5198" y="7326"/>
                  <a:pt x="5229" y="7265"/>
                  <a:pt x="5138" y="7204"/>
                </a:cubicBezTo>
                <a:lnTo>
                  <a:pt x="5138" y="7204"/>
                </a:lnTo>
                <a:lnTo>
                  <a:pt x="5046" y="7234"/>
                </a:lnTo>
                <a:lnTo>
                  <a:pt x="4864" y="7265"/>
                </a:lnTo>
                <a:lnTo>
                  <a:pt x="4378" y="7022"/>
                </a:lnTo>
                <a:lnTo>
                  <a:pt x="4317" y="7022"/>
                </a:lnTo>
                <a:cubicBezTo>
                  <a:pt x="4286" y="7022"/>
                  <a:pt x="4256" y="7052"/>
                  <a:pt x="4256" y="7082"/>
                </a:cubicBezTo>
                <a:lnTo>
                  <a:pt x="4256" y="7174"/>
                </a:lnTo>
                <a:cubicBezTo>
                  <a:pt x="4256" y="7234"/>
                  <a:pt x="3983" y="7386"/>
                  <a:pt x="3922" y="7386"/>
                </a:cubicBezTo>
                <a:cubicBezTo>
                  <a:pt x="3912" y="7390"/>
                  <a:pt x="3903" y="7391"/>
                  <a:pt x="3894" y="7391"/>
                </a:cubicBezTo>
                <a:cubicBezTo>
                  <a:pt x="3825" y="7391"/>
                  <a:pt x="3803" y="7289"/>
                  <a:pt x="3831" y="7234"/>
                </a:cubicBezTo>
                <a:cubicBezTo>
                  <a:pt x="3831" y="7220"/>
                  <a:pt x="3822" y="7214"/>
                  <a:pt x="3809" y="7214"/>
                </a:cubicBezTo>
                <a:cubicBezTo>
                  <a:pt x="3765" y="7214"/>
                  <a:pt x="3664" y="7279"/>
                  <a:pt x="3618" y="7326"/>
                </a:cubicBezTo>
                <a:cubicBezTo>
                  <a:pt x="3587" y="7356"/>
                  <a:pt x="3648" y="7538"/>
                  <a:pt x="3679" y="7599"/>
                </a:cubicBezTo>
                <a:cubicBezTo>
                  <a:pt x="3709" y="7660"/>
                  <a:pt x="3739" y="7721"/>
                  <a:pt x="3739" y="7781"/>
                </a:cubicBezTo>
                <a:lnTo>
                  <a:pt x="3739" y="7812"/>
                </a:lnTo>
                <a:cubicBezTo>
                  <a:pt x="3674" y="7877"/>
                  <a:pt x="3592" y="7907"/>
                  <a:pt x="3506" y="7907"/>
                </a:cubicBezTo>
                <a:cubicBezTo>
                  <a:pt x="3431" y="7907"/>
                  <a:pt x="3354" y="7885"/>
                  <a:pt x="3283" y="7842"/>
                </a:cubicBezTo>
                <a:lnTo>
                  <a:pt x="3253" y="7781"/>
                </a:lnTo>
                <a:cubicBezTo>
                  <a:pt x="3247" y="7770"/>
                  <a:pt x="3237" y="7765"/>
                  <a:pt x="3225" y="7765"/>
                </a:cubicBezTo>
                <a:cubicBezTo>
                  <a:pt x="3170" y="7765"/>
                  <a:pt x="3065" y="7859"/>
                  <a:pt x="3040" y="7933"/>
                </a:cubicBezTo>
                <a:cubicBezTo>
                  <a:pt x="3034" y="7940"/>
                  <a:pt x="3027" y="7943"/>
                  <a:pt x="3021" y="7943"/>
                </a:cubicBezTo>
                <a:cubicBezTo>
                  <a:pt x="2973" y="7943"/>
                  <a:pt x="2949" y="7741"/>
                  <a:pt x="2949" y="7660"/>
                </a:cubicBezTo>
                <a:cubicBezTo>
                  <a:pt x="2949" y="7599"/>
                  <a:pt x="3101" y="7508"/>
                  <a:pt x="3162" y="7478"/>
                </a:cubicBezTo>
                <a:cubicBezTo>
                  <a:pt x="3192" y="7478"/>
                  <a:pt x="3101" y="7447"/>
                  <a:pt x="2949" y="7417"/>
                </a:cubicBezTo>
                <a:lnTo>
                  <a:pt x="2797" y="7417"/>
                </a:lnTo>
                <a:lnTo>
                  <a:pt x="2645" y="7599"/>
                </a:lnTo>
                <a:lnTo>
                  <a:pt x="2584" y="7569"/>
                </a:lnTo>
                <a:lnTo>
                  <a:pt x="2493" y="7508"/>
                </a:lnTo>
                <a:cubicBezTo>
                  <a:pt x="2402" y="7417"/>
                  <a:pt x="2280" y="7356"/>
                  <a:pt x="2280" y="7356"/>
                </a:cubicBezTo>
                <a:cubicBezTo>
                  <a:pt x="2189" y="7447"/>
                  <a:pt x="2128" y="7569"/>
                  <a:pt x="2068" y="7660"/>
                </a:cubicBezTo>
                <a:lnTo>
                  <a:pt x="1976" y="7599"/>
                </a:lnTo>
                <a:lnTo>
                  <a:pt x="1764" y="7478"/>
                </a:lnTo>
                <a:cubicBezTo>
                  <a:pt x="1612" y="7569"/>
                  <a:pt x="1520" y="7721"/>
                  <a:pt x="1551" y="7903"/>
                </a:cubicBezTo>
                <a:cubicBezTo>
                  <a:pt x="1581" y="7964"/>
                  <a:pt x="1581" y="8055"/>
                  <a:pt x="1612" y="8146"/>
                </a:cubicBezTo>
                <a:cubicBezTo>
                  <a:pt x="1642" y="8177"/>
                  <a:pt x="1642" y="8207"/>
                  <a:pt x="1612" y="8207"/>
                </a:cubicBezTo>
                <a:cubicBezTo>
                  <a:pt x="1551" y="8177"/>
                  <a:pt x="1460" y="8146"/>
                  <a:pt x="1399" y="8085"/>
                </a:cubicBezTo>
                <a:cubicBezTo>
                  <a:pt x="1369" y="8025"/>
                  <a:pt x="1429" y="7842"/>
                  <a:pt x="1369" y="7781"/>
                </a:cubicBezTo>
                <a:lnTo>
                  <a:pt x="1095" y="7781"/>
                </a:lnTo>
                <a:cubicBezTo>
                  <a:pt x="1095" y="7812"/>
                  <a:pt x="1065" y="7903"/>
                  <a:pt x="1095" y="7994"/>
                </a:cubicBezTo>
                <a:lnTo>
                  <a:pt x="1034" y="8025"/>
                </a:lnTo>
                <a:cubicBezTo>
                  <a:pt x="973" y="8116"/>
                  <a:pt x="913" y="8207"/>
                  <a:pt x="730" y="8207"/>
                </a:cubicBezTo>
                <a:cubicBezTo>
                  <a:pt x="730" y="8237"/>
                  <a:pt x="791" y="8298"/>
                  <a:pt x="821" y="8298"/>
                </a:cubicBezTo>
                <a:cubicBezTo>
                  <a:pt x="848" y="8325"/>
                  <a:pt x="735" y="8491"/>
                  <a:pt x="645" y="8491"/>
                </a:cubicBezTo>
                <a:cubicBezTo>
                  <a:pt x="632" y="8491"/>
                  <a:pt x="620" y="8488"/>
                  <a:pt x="609" y="8481"/>
                </a:cubicBezTo>
                <a:cubicBezTo>
                  <a:pt x="600" y="8475"/>
                  <a:pt x="590" y="8472"/>
                  <a:pt x="580" y="8472"/>
                </a:cubicBezTo>
                <a:cubicBezTo>
                  <a:pt x="489" y="8472"/>
                  <a:pt x="365" y="8702"/>
                  <a:pt x="365" y="8785"/>
                </a:cubicBezTo>
                <a:cubicBezTo>
                  <a:pt x="388" y="8874"/>
                  <a:pt x="361" y="8930"/>
                  <a:pt x="321" y="8930"/>
                </a:cubicBezTo>
                <a:cubicBezTo>
                  <a:pt x="307" y="8930"/>
                  <a:pt x="291" y="8922"/>
                  <a:pt x="274" y="8906"/>
                </a:cubicBezTo>
                <a:lnTo>
                  <a:pt x="122" y="8906"/>
                </a:lnTo>
                <a:lnTo>
                  <a:pt x="92" y="8936"/>
                </a:lnTo>
                <a:cubicBezTo>
                  <a:pt x="92" y="8967"/>
                  <a:pt x="213" y="9088"/>
                  <a:pt x="244" y="9088"/>
                </a:cubicBezTo>
                <a:cubicBezTo>
                  <a:pt x="335" y="9088"/>
                  <a:pt x="426" y="9088"/>
                  <a:pt x="517" y="9058"/>
                </a:cubicBezTo>
                <a:cubicBezTo>
                  <a:pt x="546" y="9029"/>
                  <a:pt x="520" y="8752"/>
                  <a:pt x="596" y="8752"/>
                </a:cubicBezTo>
                <a:cubicBezTo>
                  <a:pt x="600" y="8752"/>
                  <a:pt x="604" y="8753"/>
                  <a:pt x="609" y="8754"/>
                </a:cubicBezTo>
                <a:cubicBezTo>
                  <a:pt x="730" y="8754"/>
                  <a:pt x="730" y="8845"/>
                  <a:pt x="730" y="8876"/>
                </a:cubicBezTo>
                <a:cubicBezTo>
                  <a:pt x="700" y="8906"/>
                  <a:pt x="852" y="8967"/>
                  <a:pt x="882" y="8997"/>
                </a:cubicBezTo>
                <a:cubicBezTo>
                  <a:pt x="943" y="8997"/>
                  <a:pt x="943" y="9119"/>
                  <a:pt x="943" y="9119"/>
                </a:cubicBezTo>
                <a:cubicBezTo>
                  <a:pt x="928" y="9134"/>
                  <a:pt x="928" y="9142"/>
                  <a:pt x="939" y="9142"/>
                </a:cubicBezTo>
                <a:cubicBezTo>
                  <a:pt x="951" y="9142"/>
                  <a:pt x="973" y="9134"/>
                  <a:pt x="1004" y="9119"/>
                </a:cubicBezTo>
                <a:lnTo>
                  <a:pt x="1065" y="9119"/>
                </a:lnTo>
                <a:lnTo>
                  <a:pt x="1186" y="9149"/>
                </a:lnTo>
                <a:cubicBezTo>
                  <a:pt x="1338" y="9210"/>
                  <a:pt x="1369" y="9301"/>
                  <a:pt x="1247" y="9362"/>
                </a:cubicBezTo>
                <a:lnTo>
                  <a:pt x="1217" y="9362"/>
                </a:lnTo>
                <a:cubicBezTo>
                  <a:pt x="1188" y="9343"/>
                  <a:pt x="1166" y="9336"/>
                  <a:pt x="1149" y="9336"/>
                </a:cubicBezTo>
                <a:cubicBezTo>
                  <a:pt x="1112" y="9336"/>
                  <a:pt x="1104" y="9371"/>
                  <a:pt x="1125" y="9392"/>
                </a:cubicBezTo>
                <a:cubicBezTo>
                  <a:pt x="1125" y="9453"/>
                  <a:pt x="1186" y="9514"/>
                  <a:pt x="1186" y="9514"/>
                </a:cubicBezTo>
                <a:lnTo>
                  <a:pt x="1125" y="9605"/>
                </a:lnTo>
                <a:cubicBezTo>
                  <a:pt x="1034" y="9544"/>
                  <a:pt x="943" y="9514"/>
                  <a:pt x="852" y="9484"/>
                </a:cubicBezTo>
                <a:lnTo>
                  <a:pt x="761" y="9544"/>
                </a:lnTo>
                <a:lnTo>
                  <a:pt x="669" y="9605"/>
                </a:lnTo>
                <a:cubicBezTo>
                  <a:pt x="548" y="9666"/>
                  <a:pt x="700" y="9727"/>
                  <a:pt x="761" y="9727"/>
                </a:cubicBezTo>
                <a:cubicBezTo>
                  <a:pt x="852" y="9757"/>
                  <a:pt x="791" y="9818"/>
                  <a:pt x="639" y="9879"/>
                </a:cubicBezTo>
                <a:lnTo>
                  <a:pt x="487" y="9879"/>
                </a:lnTo>
                <a:lnTo>
                  <a:pt x="122" y="9909"/>
                </a:lnTo>
                <a:cubicBezTo>
                  <a:pt x="61" y="10092"/>
                  <a:pt x="31" y="10244"/>
                  <a:pt x="1" y="10426"/>
                </a:cubicBezTo>
                <a:cubicBezTo>
                  <a:pt x="61" y="10456"/>
                  <a:pt x="153" y="10487"/>
                  <a:pt x="213" y="10487"/>
                </a:cubicBezTo>
                <a:lnTo>
                  <a:pt x="274" y="10517"/>
                </a:lnTo>
                <a:cubicBezTo>
                  <a:pt x="335" y="10578"/>
                  <a:pt x="396" y="10669"/>
                  <a:pt x="396" y="10730"/>
                </a:cubicBezTo>
                <a:cubicBezTo>
                  <a:pt x="396" y="10791"/>
                  <a:pt x="396" y="10851"/>
                  <a:pt x="396" y="10912"/>
                </a:cubicBezTo>
                <a:lnTo>
                  <a:pt x="396" y="10973"/>
                </a:lnTo>
                <a:cubicBezTo>
                  <a:pt x="373" y="11041"/>
                  <a:pt x="453" y="11076"/>
                  <a:pt x="520" y="11076"/>
                </a:cubicBezTo>
                <a:cubicBezTo>
                  <a:pt x="542" y="11076"/>
                  <a:pt x="563" y="11072"/>
                  <a:pt x="578" y="11064"/>
                </a:cubicBezTo>
                <a:cubicBezTo>
                  <a:pt x="609" y="11064"/>
                  <a:pt x="639" y="10973"/>
                  <a:pt x="609" y="10851"/>
                </a:cubicBezTo>
                <a:lnTo>
                  <a:pt x="639" y="10821"/>
                </a:lnTo>
                <a:lnTo>
                  <a:pt x="700" y="10791"/>
                </a:lnTo>
                <a:cubicBezTo>
                  <a:pt x="821" y="10882"/>
                  <a:pt x="913" y="10943"/>
                  <a:pt x="1034" y="11003"/>
                </a:cubicBezTo>
                <a:lnTo>
                  <a:pt x="1186" y="11003"/>
                </a:lnTo>
                <a:cubicBezTo>
                  <a:pt x="1186" y="11003"/>
                  <a:pt x="1125" y="11155"/>
                  <a:pt x="1095" y="11155"/>
                </a:cubicBezTo>
                <a:cubicBezTo>
                  <a:pt x="1065" y="11155"/>
                  <a:pt x="1186" y="11490"/>
                  <a:pt x="1065" y="11520"/>
                </a:cubicBezTo>
                <a:cubicBezTo>
                  <a:pt x="943" y="11581"/>
                  <a:pt x="913" y="11763"/>
                  <a:pt x="913" y="11824"/>
                </a:cubicBezTo>
                <a:cubicBezTo>
                  <a:pt x="913" y="11885"/>
                  <a:pt x="943" y="11915"/>
                  <a:pt x="973" y="11976"/>
                </a:cubicBezTo>
                <a:lnTo>
                  <a:pt x="1095" y="11976"/>
                </a:lnTo>
                <a:lnTo>
                  <a:pt x="1156" y="11854"/>
                </a:lnTo>
                <a:cubicBezTo>
                  <a:pt x="1176" y="11773"/>
                  <a:pt x="1250" y="11719"/>
                  <a:pt x="1325" y="11719"/>
                </a:cubicBezTo>
                <a:cubicBezTo>
                  <a:pt x="1362" y="11719"/>
                  <a:pt x="1399" y="11733"/>
                  <a:pt x="1429" y="11763"/>
                </a:cubicBezTo>
                <a:cubicBezTo>
                  <a:pt x="1452" y="11808"/>
                  <a:pt x="1490" y="11836"/>
                  <a:pt x="1533" y="11836"/>
                </a:cubicBezTo>
                <a:cubicBezTo>
                  <a:pt x="1549" y="11836"/>
                  <a:pt x="1565" y="11832"/>
                  <a:pt x="1581" y="11824"/>
                </a:cubicBezTo>
                <a:lnTo>
                  <a:pt x="1855" y="11824"/>
                </a:lnTo>
                <a:cubicBezTo>
                  <a:pt x="1855" y="11861"/>
                  <a:pt x="1866" y="11875"/>
                  <a:pt x="1882" y="11875"/>
                </a:cubicBezTo>
                <a:cubicBezTo>
                  <a:pt x="1920" y="11875"/>
                  <a:pt x="1986" y="11797"/>
                  <a:pt x="2007" y="11733"/>
                </a:cubicBezTo>
                <a:cubicBezTo>
                  <a:pt x="2037" y="11642"/>
                  <a:pt x="2098" y="11611"/>
                  <a:pt x="2189" y="11551"/>
                </a:cubicBezTo>
                <a:cubicBezTo>
                  <a:pt x="2280" y="11702"/>
                  <a:pt x="2372" y="11854"/>
                  <a:pt x="2463" y="12006"/>
                </a:cubicBezTo>
                <a:lnTo>
                  <a:pt x="2828" y="11824"/>
                </a:lnTo>
                <a:cubicBezTo>
                  <a:pt x="2888" y="11885"/>
                  <a:pt x="2888" y="11976"/>
                  <a:pt x="2888" y="12067"/>
                </a:cubicBezTo>
                <a:lnTo>
                  <a:pt x="2828" y="12128"/>
                </a:lnTo>
                <a:lnTo>
                  <a:pt x="2797" y="12158"/>
                </a:lnTo>
                <a:cubicBezTo>
                  <a:pt x="2706" y="12158"/>
                  <a:pt x="2615" y="12219"/>
                  <a:pt x="2584" y="12310"/>
                </a:cubicBezTo>
                <a:lnTo>
                  <a:pt x="2706" y="12280"/>
                </a:lnTo>
                <a:cubicBezTo>
                  <a:pt x="2761" y="12280"/>
                  <a:pt x="2826" y="12247"/>
                  <a:pt x="2850" y="12247"/>
                </a:cubicBezTo>
                <a:cubicBezTo>
                  <a:pt x="2866" y="12247"/>
                  <a:pt x="2864" y="12262"/>
                  <a:pt x="2828" y="12310"/>
                </a:cubicBezTo>
                <a:cubicBezTo>
                  <a:pt x="2767" y="12462"/>
                  <a:pt x="2797" y="12523"/>
                  <a:pt x="2919" y="12554"/>
                </a:cubicBezTo>
                <a:lnTo>
                  <a:pt x="3101" y="12614"/>
                </a:lnTo>
                <a:cubicBezTo>
                  <a:pt x="3101" y="12569"/>
                  <a:pt x="3131" y="12554"/>
                  <a:pt x="3169" y="12554"/>
                </a:cubicBezTo>
                <a:cubicBezTo>
                  <a:pt x="3207" y="12554"/>
                  <a:pt x="3253" y="12569"/>
                  <a:pt x="3283" y="12584"/>
                </a:cubicBezTo>
                <a:cubicBezTo>
                  <a:pt x="3314" y="12599"/>
                  <a:pt x="3435" y="12614"/>
                  <a:pt x="3557" y="12614"/>
                </a:cubicBezTo>
                <a:cubicBezTo>
                  <a:pt x="3679" y="12614"/>
                  <a:pt x="3800" y="12599"/>
                  <a:pt x="3831" y="12554"/>
                </a:cubicBezTo>
                <a:cubicBezTo>
                  <a:pt x="3867" y="12499"/>
                  <a:pt x="3914" y="12488"/>
                  <a:pt x="3947" y="12488"/>
                </a:cubicBezTo>
                <a:cubicBezTo>
                  <a:pt x="3968" y="12488"/>
                  <a:pt x="3983" y="12493"/>
                  <a:pt x="3983" y="12493"/>
                </a:cubicBezTo>
                <a:cubicBezTo>
                  <a:pt x="3987" y="12497"/>
                  <a:pt x="3993" y="12499"/>
                  <a:pt x="4000" y="12499"/>
                </a:cubicBezTo>
                <a:cubicBezTo>
                  <a:pt x="4046" y="12499"/>
                  <a:pt x="4143" y="12428"/>
                  <a:pt x="4195" y="12402"/>
                </a:cubicBezTo>
                <a:cubicBezTo>
                  <a:pt x="4226" y="12341"/>
                  <a:pt x="4438" y="12158"/>
                  <a:pt x="4408" y="12098"/>
                </a:cubicBezTo>
                <a:cubicBezTo>
                  <a:pt x="4408" y="12037"/>
                  <a:pt x="4682" y="12006"/>
                  <a:pt x="4803" y="12006"/>
                </a:cubicBezTo>
                <a:cubicBezTo>
                  <a:pt x="4925" y="12006"/>
                  <a:pt x="4955" y="12158"/>
                  <a:pt x="4925" y="12189"/>
                </a:cubicBezTo>
                <a:cubicBezTo>
                  <a:pt x="4894" y="12250"/>
                  <a:pt x="4925" y="12310"/>
                  <a:pt x="4925" y="12310"/>
                </a:cubicBezTo>
                <a:cubicBezTo>
                  <a:pt x="4986" y="12250"/>
                  <a:pt x="5046" y="12219"/>
                  <a:pt x="5077" y="12158"/>
                </a:cubicBezTo>
                <a:cubicBezTo>
                  <a:pt x="5090" y="12145"/>
                  <a:pt x="5103" y="12139"/>
                  <a:pt x="5115" y="12139"/>
                </a:cubicBezTo>
                <a:cubicBezTo>
                  <a:pt x="5161" y="12139"/>
                  <a:pt x="5198" y="12221"/>
                  <a:pt x="5198" y="12341"/>
                </a:cubicBezTo>
                <a:lnTo>
                  <a:pt x="5107" y="12462"/>
                </a:lnTo>
                <a:cubicBezTo>
                  <a:pt x="5077" y="12493"/>
                  <a:pt x="5107" y="12554"/>
                  <a:pt x="5138" y="12554"/>
                </a:cubicBezTo>
                <a:cubicBezTo>
                  <a:pt x="5158" y="12564"/>
                  <a:pt x="5175" y="12567"/>
                  <a:pt x="5189" y="12567"/>
                </a:cubicBezTo>
                <a:cubicBezTo>
                  <a:pt x="5219" y="12567"/>
                  <a:pt x="5239" y="12554"/>
                  <a:pt x="5259" y="12554"/>
                </a:cubicBezTo>
                <a:lnTo>
                  <a:pt x="5320" y="12462"/>
                </a:lnTo>
                <a:cubicBezTo>
                  <a:pt x="5369" y="12397"/>
                  <a:pt x="5409" y="12367"/>
                  <a:pt x="5436" y="12367"/>
                </a:cubicBezTo>
                <a:cubicBezTo>
                  <a:pt x="5459" y="12367"/>
                  <a:pt x="5472" y="12390"/>
                  <a:pt x="5472" y="12432"/>
                </a:cubicBezTo>
                <a:lnTo>
                  <a:pt x="5502" y="12432"/>
                </a:lnTo>
                <a:cubicBezTo>
                  <a:pt x="5624" y="12462"/>
                  <a:pt x="5715" y="12462"/>
                  <a:pt x="5837" y="12493"/>
                </a:cubicBezTo>
                <a:cubicBezTo>
                  <a:pt x="5949" y="12493"/>
                  <a:pt x="5880" y="12648"/>
                  <a:pt x="6012" y="12648"/>
                </a:cubicBezTo>
                <a:cubicBezTo>
                  <a:pt x="6023" y="12648"/>
                  <a:pt x="6035" y="12647"/>
                  <a:pt x="6049" y="12645"/>
                </a:cubicBezTo>
                <a:lnTo>
                  <a:pt x="6262" y="12614"/>
                </a:lnTo>
                <a:cubicBezTo>
                  <a:pt x="6536" y="12614"/>
                  <a:pt x="6718" y="12432"/>
                  <a:pt x="6718" y="12341"/>
                </a:cubicBezTo>
                <a:cubicBezTo>
                  <a:pt x="6688" y="12280"/>
                  <a:pt x="6840" y="12189"/>
                  <a:pt x="7022" y="12189"/>
                </a:cubicBezTo>
                <a:lnTo>
                  <a:pt x="7113" y="12280"/>
                </a:lnTo>
                <a:lnTo>
                  <a:pt x="7296" y="12402"/>
                </a:lnTo>
                <a:cubicBezTo>
                  <a:pt x="7539" y="12462"/>
                  <a:pt x="7843" y="12493"/>
                  <a:pt x="7964" y="12523"/>
                </a:cubicBezTo>
                <a:lnTo>
                  <a:pt x="8025" y="12584"/>
                </a:lnTo>
                <a:cubicBezTo>
                  <a:pt x="8051" y="12610"/>
                  <a:pt x="8074" y="12619"/>
                  <a:pt x="8097" y="12619"/>
                </a:cubicBezTo>
                <a:cubicBezTo>
                  <a:pt x="8144" y="12619"/>
                  <a:pt x="8187" y="12579"/>
                  <a:pt x="8238" y="12579"/>
                </a:cubicBezTo>
                <a:cubicBezTo>
                  <a:pt x="8248" y="12579"/>
                  <a:pt x="8258" y="12580"/>
                  <a:pt x="8268" y="12584"/>
                </a:cubicBezTo>
                <a:lnTo>
                  <a:pt x="8542" y="12736"/>
                </a:lnTo>
                <a:lnTo>
                  <a:pt x="8633" y="12736"/>
                </a:lnTo>
                <a:cubicBezTo>
                  <a:pt x="8724" y="12645"/>
                  <a:pt x="8876" y="12675"/>
                  <a:pt x="8937" y="12645"/>
                </a:cubicBezTo>
                <a:lnTo>
                  <a:pt x="9028" y="12584"/>
                </a:lnTo>
                <a:cubicBezTo>
                  <a:pt x="9103" y="12509"/>
                  <a:pt x="9178" y="12454"/>
                  <a:pt x="9203" y="12454"/>
                </a:cubicBezTo>
                <a:cubicBezTo>
                  <a:pt x="9208" y="12454"/>
                  <a:pt x="9211" y="12457"/>
                  <a:pt x="9211" y="12462"/>
                </a:cubicBezTo>
                <a:cubicBezTo>
                  <a:pt x="9241" y="12462"/>
                  <a:pt x="9302" y="12554"/>
                  <a:pt x="9393" y="12645"/>
                </a:cubicBezTo>
                <a:lnTo>
                  <a:pt x="9636" y="12584"/>
                </a:lnTo>
                <a:lnTo>
                  <a:pt x="9697" y="12584"/>
                </a:lnTo>
                <a:cubicBezTo>
                  <a:pt x="9788" y="12614"/>
                  <a:pt x="9879" y="12675"/>
                  <a:pt x="9940" y="12736"/>
                </a:cubicBezTo>
                <a:lnTo>
                  <a:pt x="10031" y="12797"/>
                </a:lnTo>
                <a:lnTo>
                  <a:pt x="10214" y="12949"/>
                </a:lnTo>
                <a:cubicBezTo>
                  <a:pt x="10335" y="12858"/>
                  <a:pt x="10457" y="12766"/>
                  <a:pt x="10548" y="12675"/>
                </a:cubicBezTo>
                <a:lnTo>
                  <a:pt x="10730" y="12675"/>
                </a:lnTo>
                <a:cubicBezTo>
                  <a:pt x="10852" y="12645"/>
                  <a:pt x="10913" y="12523"/>
                  <a:pt x="11004" y="12432"/>
                </a:cubicBezTo>
                <a:cubicBezTo>
                  <a:pt x="11065" y="12432"/>
                  <a:pt x="11065" y="12706"/>
                  <a:pt x="11034" y="12797"/>
                </a:cubicBezTo>
                <a:cubicBezTo>
                  <a:pt x="11009" y="12872"/>
                  <a:pt x="11108" y="12926"/>
                  <a:pt x="11177" y="12926"/>
                </a:cubicBezTo>
                <a:cubicBezTo>
                  <a:pt x="11192" y="12926"/>
                  <a:pt x="11206" y="12924"/>
                  <a:pt x="11217" y="12918"/>
                </a:cubicBezTo>
                <a:cubicBezTo>
                  <a:pt x="11265" y="12918"/>
                  <a:pt x="11450" y="12841"/>
                  <a:pt x="11553" y="12841"/>
                </a:cubicBezTo>
                <a:cubicBezTo>
                  <a:pt x="11579" y="12841"/>
                  <a:pt x="11600" y="12845"/>
                  <a:pt x="11612" y="12858"/>
                </a:cubicBezTo>
                <a:cubicBezTo>
                  <a:pt x="11703" y="12949"/>
                  <a:pt x="11764" y="13010"/>
                  <a:pt x="11855" y="13101"/>
                </a:cubicBezTo>
                <a:lnTo>
                  <a:pt x="11977" y="13101"/>
                </a:lnTo>
                <a:cubicBezTo>
                  <a:pt x="12068" y="13101"/>
                  <a:pt x="12159" y="13192"/>
                  <a:pt x="12250" y="13192"/>
                </a:cubicBezTo>
                <a:lnTo>
                  <a:pt x="12372" y="13192"/>
                </a:lnTo>
                <a:cubicBezTo>
                  <a:pt x="12463" y="13192"/>
                  <a:pt x="12585" y="13192"/>
                  <a:pt x="12676" y="13222"/>
                </a:cubicBezTo>
                <a:cubicBezTo>
                  <a:pt x="12706" y="13253"/>
                  <a:pt x="12706" y="13283"/>
                  <a:pt x="12676" y="13283"/>
                </a:cubicBezTo>
                <a:cubicBezTo>
                  <a:pt x="12645" y="13313"/>
                  <a:pt x="12585" y="13344"/>
                  <a:pt x="12554" y="13344"/>
                </a:cubicBezTo>
                <a:cubicBezTo>
                  <a:pt x="12519" y="13334"/>
                  <a:pt x="12481" y="13330"/>
                  <a:pt x="12441" y="13330"/>
                </a:cubicBezTo>
                <a:cubicBezTo>
                  <a:pt x="12363" y="13330"/>
                  <a:pt x="12279" y="13344"/>
                  <a:pt x="12201" y="13344"/>
                </a:cubicBezTo>
                <a:cubicBezTo>
                  <a:pt x="12083" y="13344"/>
                  <a:pt x="11977" y="13313"/>
                  <a:pt x="11916" y="13161"/>
                </a:cubicBezTo>
                <a:cubicBezTo>
                  <a:pt x="11855" y="13161"/>
                  <a:pt x="11825" y="13161"/>
                  <a:pt x="11794" y="13192"/>
                </a:cubicBezTo>
                <a:lnTo>
                  <a:pt x="11703" y="13253"/>
                </a:lnTo>
                <a:cubicBezTo>
                  <a:pt x="11664" y="13312"/>
                  <a:pt x="11612" y="13345"/>
                  <a:pt x="11555" y="13345"/>
                </a:cubicBezTo>
                <a:cubicBezTo>
                  <a:pt x="11524" y="13345"/>
                  <a:pt x="11492" y="13335"/>
                  <a:pt x="11460" y="13313"/>
                </a:cubicBezTo>
                <a:cubicBezTo>
                  <a:pt x="11456" y="13306"/>
                  <a:pt x="11451" y="13303"/>
                  <a:pt x="11445" y="13303"/>
                </a:cubicBezTo>
                <a:cubicBezTo>
                  <a:pt x="11401" y="13303"/>
                  <a:pt x="11304" y="13477"/>
                  <a:pt x="11278" y="13557"/>
                </a:cubicBezTo>
                <a:cubicBezTo>
                  <a:pt x="11256" y="13589"/>
                  <a:pt x="11188" y="13598"/>
                  <a:pt x="11103" y="13598"/>
                </a:cubicBezTo>
                <a:cubicBezTo>
                  <a:pt x="10986" y="13598"/>
                  <a:pt x="10836" y="13581"/>
                  <a:pt x="10727" y="13581"/>
                </a:cubicBezTo>
                <a:cubicBezTo>
                  <a:pt x="10693" y="13581"/>
                  <a:pt x="10663" y="13582"/>
                  <a:pt x="10639" y="13587"/>
                </a:cubicBezTo>
                <a:cubicBezTo>
                  <a:pt x="10487" y="13648"/>
                  <a:pt x="10335" y="13739"/>
                  <a:pt x="10214" y="13830"/>
                </a:cubicBezTo>
                <a:lnTo>
                  <a:pt x="10244" y="13921"/>
                </a:lnTo>
                <a:lnTo>
                  <a:pt x="10274" y="13952"/>
                </a:lnTo>
                <a:cubicBezTo>
                  <a:pt x="10139" y="14064"/>
                  <a:pt x="9970" y="14127"/>
                  <a:pt x="9806" y="14127"/>
                </a:cubicBezTo>
                <a:cubicBezTo>
                  <a:pt x="9748" y="14127"/>
                  <a:pt x="9691" y="14119"/>
                  <a:pt x="9636" y="14104"/>
                </a:cubicBezTo>
                <a:cubicBezTo>
                  <a:pt x="9454" y="14013"/>
                  <a:pt x="9393" y="13891"/>
                  <a:pt x="9423" y="13861"/>
                </a:cubicBezTo>
                <a:cubicBezTo>
                  <a:pt x="9484" y="13800"/>
                  <a:pt x="9211" y="13648"/>
                  <a:pt x="9089" y="13617"/>
                </a:cubicBezTo>
                <a:cubicBezTo>
                  <a:pt x="8967" y="13617"/>
                  <a:pt x="8876" y="13678"/>
                  <a:pt x="8876" y="13769"/>
                </a:cubicBezTo>
                <a:lnTo>
                  <a:pt x="9119" y="13769"/>
                </a:lnTo>
                <a:cubicBezTo>
                  <a:pt x="9150" y="13769"/>
                  <a:pt x="9180" y="13769"/>
                  <a:pt x="9180" y="13800"/>
                </a:cubicBezTo>
                <a:lnTo>
                  <a:pt x="9180" y="13891"/>
                </a:lnTo>
                <a:lnTo>
                  <a:pt x="9028" y="13982"/>
                </a:lnTo>
                <a:cubicBezTo>
                  <a:pt x="8904" y="14032"/>
                  <a:pt x="8760" y="14081"/>
                  <a:pt x="8595" y="14081"/>
                </a:cubicBezTo>
                <a:cubicBezTo>
                  <a:pt x="8558" y="14081"/>
                  <a:pt x="8520" y="14079"/>
                  <a:pt x="8481" y="14073"/>
                </a:cubicBezTo>
                <a:cubicBezTo>
                  <a:pt x="8420" y="14043"/>
                  <a:pt x="8512" y="13739"/>
                  <a:pt x="8451" y="13709"/>
                </a:cubicBezTo>
                <a:cubicBezTo>
                  <a:pt x="8420" y="13693"/>
                  <a:pt x="8390" y="13686"/>
                  <a:pt x="8363" y="13686"/>
                </a:cubicBezTo>
                <a:cubicBezTo>
                  <a:pt x="8337" y="13686"/>
                  <a:pt x="8314" y="13693"/>
                  <a:pt x="8299" y="13709"/>
                </a:cubicBezTo>
                <a:cubicBezTo>
                  <a:pt x="8268" y="13709"/>
                  <a:pt x="8238" y="13921"/>
                  <a:pt x="8177" y="14165"/>
                </a:cubicBezTo>
                <a:lnTo>
                  <a:pt x="7843" y="14256"/>
                </a:lnTo>
                <a:lnTo>
                  <a:pt x="7752" y="14286"/>
                </a:lnTo>
                <a:cubicBezTo>
                  <a:pt x="7721" y="14301"/>
                  <a:pt x="7676" y="14309"/>
                  <a:pt x="7630" y="14309"/>
                </a:cubicBezTo>
                <a:cubicBezTo>
                  <a:pt x="7584" y="14309"/>
                  <a:pt x="7539" y="14301"/>
                  <a:pt x="7508" y="14286"/>
                </a:cubicBezTo>
                <a:cubicBezTo>
                  <a:pt x="7502" y="14280"/>
                  <a:pt x="7494" y="14278"/>
                  <a:pt x="7484" y="14278"/>
                </a:cubicBezTo>
                <a:cubicBezTo>
                  <a:pt x="7443" y="14278"/>
                  <a:pt x="7375" y="14317"/>
                  <a:pt x="7326" y="14317"/>
                </a:cubicBezTo>
                <a:cubicBezTo>
                  <a:pt x="7311" y="14332"/>
                  <a:pt x="7296" y="14339"/>
                  <a:pt x="7280" y="14339"/>
                </a:cubicBezTo>
                <a:cubicBezTo>
                  <a:pt x="7265" y="14339"/>
                  <a:pt x="7250" y="14332"/>
                  <a:pt x="7235" y="14317"/>
                </a:cubicBezTo>
                <a:cubicBezTo>
                  <a:pt x="7174" y="14225"/>
                  <a:pt x="7144" y="14104"/>
                  <a:pt x="7083" y="14013"/>
                </a:cubicBezTo>
                <a:lnTo>
                  <a:pt x="6870" y="13952"/>
                </a:lnTo>
                <a:lnTo>
                  <a:pt x="6840" y="13952"/>
                </a:lnTo>
                <a:cubicBezTo>
                  <a:pt x="6840" y="13861"/>
                  <a:pt x="6779" y="13861"/>
                  <a:pt x="6749" y="13861"/>
                </a:cubicBezTo>
                <a:cubicBezTo>
                  <a:pt x="6718" y="13952"/>
                  <a:pt x="6688" y="14043"/>
                  <a:pt x="6657" y="14134"/>
                </a:cubicBezTo>
                <a:lnTo>
                  <a:pt x="6353" y="13982"/>
                </a:lnTo>
                <a:cubicBezTo>
                  <a:pt x="6338" y="13967"/>
                  <a:pt x="6323" y="13959"/>
                  <a:pt x="6308" y="13959"/>
                </a:cubicBezTo>
                <a:cubicBezTo>
                  <a:pt x="6293" y="13959"/>
                  <a:pt x="6277" y="13967"/>
                  <a:pt x="6262" y="13982"/>
                </a:cubicBezTo>
                <a:cubicBezTo>
                  <a:pt x="6262" y="13982"/>
                  <a:pt x="6232" y="14043"/>
                  <a:pt x="6232" y="14043"/>
                </a:cubicBezTo>
                <a:lnTo>
                  <a:pt x="6445" y="14256"/>
                </a:lnTo>
                <a:cubicBezTo>
                  <a:pt x="6232" y="14286"/>
                  <a:pt x="6019" y="14347"/>
                  <a:pt x="5837" y="14408"/>
                </a:cubicBezTo>
                <a:lnTo>
                  <a:pt x="5745" y="14377"/>
                </a:lnTo>
                <a:lnTo>
                  <a:pt x="5685" y="14317"/>
                </a:lnTo>
                <a:cubicBezTo>
                  <a:pt x="5660" y="14216"/>
                  <a:pt x="5572" y="14157"/>
                  <a:pt x="5473" y="14157"/>
                </a:cubicBezTo>
                <a:cubicBezTo>
                  <a:pt x="5453" y="14157"/>
                  <a:pt x="5432" y="14159"/>
                  <a:pt x="5411" y="14165"/>
                </a:cubicBezTo>
                <a:lnTo>
                  <a:pt x="5320" y="14165"/>
                </a:lnTo>
                <a:cubicBezTo>
                  <a:pt x="5320" y="14195"/>
                  <a:pt x="5350" y="14225"/>
                  <a:pt x="5442" y="14225"/>
                </a:cubicBezTo>
                <a:lnTo>
                  <a:pt x="5594" y="14225"/>
                </a:lnTo>
                <a:cubicBezTo>
                  <a:pt x="5594" y="14286"/>
                  <a:pt x="5594" y="14317"/>
                  <a:pt x="5594" y="14347"/>
                </a:cubicBezTo>
                <a:lnTo>
                  <a:pt x="5381" y="14347"/>
                </a:lnTo>
                <a:cubicBezTo>
                  <a:pt x="5350" y="14357"/>
                  <a:pt x="5318" y="14361"/>
                  <a:pt x="5285" y="14361"/>
                </a:cubicBezTo>
                <a:cubicBezTo>
                  <a:pt x="5122" y="14361"/>
                  <a:pt x="4940" y="14256"/>
                  <a:pt x="4864" y="14256"/>
                </a:cubicBezTo>
                <a:cubicBezTo>
                  <a:pt x="4773" y="14256"/>
                  <a:pt x="4651" y="14225"/>
                  <a:pt x="4560" y="14225"/>
                </a:cubicBezTo>
                <a:cubicBezTo>
                  <a:pt x="4549" y="14220"/>
                  <a:pt x="4539" y="14217"/>
                  <a:pt x="4530" y="14217"/>
                </a:cubicBezTo>
                <a:cubicBezTo>
                  <a:pt x="4492" y="14217"/>
                  <a:pt x="4486" y="14267"/>
                  <a:pt x="4560" y="14317"/>
                </a:cubicBezTo>
                <a:lnTo>
                  <a:pt x="4590" y="14317"/>
                </a:lnTo>
                <a:cubicBezTo>
                  <a:pt x="4773" y="14408"/>
                  <a:pt x="4590" y="14438"/>
                  <a:pt x="4590" y="14529"/>
                </a:cubicBezTo>
                <a:cubicBezTo>
                  <a:pt x="4590" y="14610"/>
                  <a:pt x="4536" y="14637"/>
                  <a:pt x="4482" y="14637"/>
                </a:cubicBezTo>
                <a:cubicBezTo>
                  <a:pt x="4455" y="14637"/>
                  <a:pt x="4428" y="14631"/>
                  <a:pt x="4408" y="14620"/>
                </a:cubicBezTo>
                <a:lnTo>
                  <a:pt x="4195" y="14529"/>
                </a:lnTo>
                <a:cubicBezTo>
                  <a:pt x="3952" y="14620"/>
                  <a:pt x="3557" y="14560"/>
                  <a:pt x="3496" y="14620"/>
                </a:cubicBezTo>
                <a:cubicBezTo>
                  <a:pt x="3405" y="14681"/>
                  <a:pt x="3283" y="14742"/>
                  <a:pt x="3192" y="14772"/>
                </a:cubicBezTo>
                <a:lnTo>
                  <a:pt x="3162" y="14620"/>
                </a:lnTo>
                <a:cubicBezTo>
                  <a:pt x="3143" y="14582"/>
                  <a:pt x="3111" y="14544"/>
                  <a:pt x="3091" y="14544"/>
                </a:cubicBezTo>
                <a:cubicBezTo>
                  <a:pt x="3079" y="14544"/>
                  <a:pt x="3071" y="14557"/>
                  <a:pt x="3071" y="14590"/>
                </a:cubicBezTo>
                <a:lnTo>
                  <a:pt x="3040" y="14742"/>
                </a:lnTo>
                <a:cubicBezTo>
                  <a:pt x="2888" y="14894"/>
                  <a:pt x="2797" y="15076"/>
                  <a:pt x="2706" y="15289"/>
                </a:cubicBezTo>
                <a:cubicBezTo>
                  <a:pt x="2686" y="15318"/>
                  <a:pt x="2664" y="15332"/>
                  <a:pt x="2640" y="15332"/>
                </a:cubicBezTo>
                <a:cubicBezTo>
                  <a:pt x="2590" y="15332"/>
                  <a:pt x="2534" y="15271"/>
                  <a:pt x="2493" y="15168"/>
                </a:cubicBezTo>
                <a:lnTo>
                  <a:pt x="2645" y="14894"/>
                </a:lnTo>
                <a:lnTo>
                  <a:pt x="2706" y="14803"/>
                </a:lnTo>
                <a:cubicBezTo>
                  <a:pt x="2767" y="14681"/>
                  <a:pt x="2797" y="14560"/>
                  <a:pt x="2797" y="14438"/>
                </a:cubicBezTo>
                <a:lnTo>
                  <a:pt x="2797" y="14438"/>
                </a:lnTo>
                <a:lnTo>
                  <a:pt x="2706" y="14529"/>
                </a:lnTo>
                <a:cubicBezTo>
                  <a:pt x="2693" y="14521"/>
                  <a:pt x="2681" y="14517"/>
                  <a:pt x="2670" y="14517"/>
                </a:cubicBezTo>
                <a:cubicBezTo>
                  <a:pt x="2599" y="14517"/>
                  <a:pt x="2554" y="14659"/>
                  <a:pt x="2554" y="14712"/>
                </a:cubicBezTo>
                <a:cubicBezTo>
                  <a:pt x="2554" y="14745"/>
                  <a:pt x="2517" y="14769"/>
                  <a:pt x="2464" y="14769"/>
                </a:cubicBezTo>
                <a:cubicBezTo>
                  <a:pt x="2421" y="14769"/>
                  <a:pt x="2366" y="14753"/>
                  <a:pt x="2311" y="14712"/>
                </a:cubicBezTo>
                <a:lnTo>
                  <a:pt x="2220" y="14651"/>
                </a:lnTo>
                <a:lnTo>
                  <a:pt x="2128" y="14560"/>
                </a:lnTo>
                <a:cubicBezTo>
                  <a:pt x="1946" y="14499"/>
                  <a:pt x="1885" y="14377"/>
                  <a:pt x="2007" y="14286"/>
                </a:cubicBezTo>
                <a:lnTo>
                  <a:pt x="2007" y="14225"/>
                </a:lnTo>
                <a:lnTo>
                  <a:pt x="2007" y="14134"/>
                </a:lnTo>
                <a:cubicBezTo>
                  <a:pt x="1978" y="14086"/>
                  <a:pt x="1941" y="14069"/>
                  <a:pt x="1902" y="14069"/>
                </a:cubicBezTo>
                <a:cubicBezTo>
                  <a:pt x="1819" y="14069"/>
                  <a:pt x="1733" y="14153"/>
                  <a:pt x="1733" y="14195"/>
                </a:cubicBezTo>
                <a:cubicBezTo>
                  <a:pt x="1710" y="14263"/>
                  <a:pt x="1585" y="14298"/>
                  <a:pt x="1498" y="14298"/>
                </a:cubicBezTo>
                <a:cubicBezTo>
                  <a:pt x="1469" y="14298"/>
                  <a:pt x="1445" y="14294"/>
                  <a:pt x="1429" y="14286"/>
                </a:cubicBezTo>
                <a:lnTo>
                  <a:pt x="1429" y="14286"/>
                </a:lnTo>
                <a:cubicBezTo>
                  <a:pt x="1369" y="14286"/>
                  <a:pt x="1794" y="14651"/>
                  <a:pt x="1794" y="14742"/>
                </a:cubicBezTo>
                <a:cubicBezTo>
                  <a:pt x="1764" y="14803"/>
                  <a:pt x="1642" y="14803"/>
                  <a:pt x="1612" y="14803"/>
                </a:cubicBezTo>
                <a:cubicBezTo>
                  <a:pt x="1520" y="14894"/>
                  <a:pt x="1460" y="14985"/>
                  <a:pt x="1399" y="15076"/>
                </a:cubicBezTo>
                <a:lnTo>
                  <a:pt x="1247" y="15137"/>
                </a:lnTo>
                <a:cubicBezTo>
                  <a:pt x="1156" y="15168"/>
                  <a:pt x="1065" y="15198"/>
                  <a:pt x="973" y="15228"/>
                </a:cubicBezTo>
                <a:cubicBezTo>
                  <a:pt x="852" y="15289"/>
                  <a:pt x="1004" y="15380"/>
                  <a:pt x="973" y="15411"/>
                </a:cubicBezTo>
                <a:lnTo>
                  <a:pt x="882" y="15502"/>
                </a:lnTo>
                <a:lnTo>
                  <a:pt x="548" y="15654"/>
                </a:lnTo>
                <a:cubicBezTo>
                  <a:pt x="517" y="15684"/>
                  <a:pt x="578" y="15745"/>
                  <a:pt x="700" y="15775"/>
                </a:cubicBezTo>
                <a:lnTo>
                  <a:pt x="730" y="15775"/>
                </a:lnTo>
                <a:cubicBezTo>
                  <a:pt x="771" y="15735"/>
                  <a:pt x="808" y="15721"/>
                  <a:pt x="844" y="15721"/>
                </a:cubicBezTo>
                <a:cubicBezTo>
                  <a:pt x="916" y="15721"/>
                  <a:pt x="983" y="15775"/>
                  <a:pt x="1065" y="15775"/>
                </a:cubicBezTo>
                <a:lnTo>
                  <a:pt x="1186" y="15775"/>
                </a:lnTo>
                <a:cubicBezTo>
                  <a:pt x="1308" y="15775"/>
                  <a:pt x="1460" y="15775"/>
                  <a:pt x="1581" y="15745"/>
                </a:cubicBezTo>
                <a:lnTo>
                  <a:pt x="1612" y="15867"/>
                </a:lnTo>
                <a:lnTo>
                  <a:pt x="1672" y="16019"/>
                </a:lnTo>
                <a:cubicBezTo>
                  <a:pt x="1764" y="15988"/>
                  <a:pt x="1824" y="15897"/>
                  <a:pt x="1855" y="15775"/>
                </a:cubicBezTo>
                <a:cubicBezTo>
                  <a:pt x="1855" y="15745"/>
                  <a:pt x="1885" y="15715"/>
                  <a:pt x="1976" y="15715"/>
                </a:cubicBezTo>
                <a:lnTo>
                  <a:pt x="2007" y="15715"/>
                </a:lnTo>
                <a:cubicBezTo>
                  <a:pt x="2037" y="15760"/>
                  <a:pt x="2083" y="15783"/>
                  <a:pt x="2128" y="15783"/>
                </a:cubicBezTo>
                <a:cubicBezTo>
                  <a:pt x="2174" y="15783"/>
                  <a:pt x="2220" y="15760"/>
                  <a:pt x="2250" y="15715"/>
                </a:cubicBezTo>
                <a:cubicBezTo>
                  <a:pt x="2291" y="15694"/>
                  <a:pt x="2333" y="15631"/>
                  <a:pt x="2393" y="15631"/>
                </a:cubicBezTo>
                <a:cubicBezTo>
                  <a:pt x="2421" y="15631"/>
                  <a:pt x="2454" y="15645"/>
                  <a:pt x="2493" y="15684"/>
                </a:cubicBezTo>
                <a:cubicBezTo>
                  <a:pt x="2584" y="15654"/>
                  <a:pt x="2706" y="15624"/>
                  <a:pt x="2828" y="15593"/>
                </a:cubicBezTo>
                <a:lnTo>
                  <a:pt x="3131" y="15593"/>
                </a:lnTo>
                <a:cubicBezTo>
                  <a:pt x="3189" y="15651"/>
                  <a:pt x="3259" y="15672"/>
                  <a:pt x="3311" y="15672"/>
                </a:cubicBezTo>
                <a:cubicBezTo>
                  <a:pt x="3340" y="15672"/>
                  <a:pt x="3364" y="15665"/>
                  <a:pt x="3375" y="15654"/>
                </a:cubicBezTo>
                <a:cubicBezTo>
                  <a:pt x="3375" y="15650"/>
                  <a:pt x="3377" y="15648"/>
                  <a:pt x="3381" y="15648"/>
                </a:cubicBezTo>
                <a:cubicBezTo>
                  <a:pt x="3407" y="15648"/>
                  <a:pt x="3500" y="15719"/>
                  <a:pt x="3527" y="15745"/>
                </a:cubicBezTo>
                <a:cubicBezTo>
                  <a:pt x="3533" y="15751"/>
                  <a:pt x="3542" y="15754"/>
                  <a:pt x="3554" y="15754"/>
                </a:cubicBezTo>
                <a:cubicBezTo>
                  <a:pt x="3602" y="15754"/>
                  <a:pt x="3685" y="15715"/>
                  <a:pt x="3709" y="15715"/>
                </a:cubicBezTo>
                <a:cubicBezTo>
                  <a:pt x="3739" y="15684"/>
                  <a:pt x="3648" y="15532"/>
                  <a:pt x="3587" y="15472"/>
                </a:cubicBezTo>
                <a:cubicBezTo>
                  <a:pt x="3527" y="15411"/>
                  <a:pt x="3587" y="15350"/>
                  <a:pt x="3739" y="15350"/>
                </a:cubicBezTo>
                <a:lnTo>
                  <a:pt x="3800" y="15472"/>
                </a:lnTo>
                <a:cubicBezTo>
                  <a:pt x="3922" y="15502"/>
                  <a:pt x="4013" y="15593"/>
                  <a:pt x="4104" y="15624"/>
                </a:cubicBezTo>
                <a:cubicBezTo>
                  <a:pt x="4195" y="15654"/>
                  <a:pt x="4317" y="15624"/>
                  <a:pt x="4378" y="15684"/>
                </a:cubicBezTo>
                <a:cubicBezTo>
                  <a:pt x="4403" y="15703"/>
                  <a:pt x="4424" y="15710"/>
                  <a:pt x="4443" y="15710"/>
                </a:cubicBezTo>
                <a:cubicBezTo>
                  <a:pt x="4503" y="15710"/>
                  <a:pt x="4544" y="15641"/>
                  <a:pt x="4621" y="15641"/>
                </a:cubicBezTo>
                <a:cubicBezTo>
                  <a:pt x="4639" y="15641"/>
                  <a:pt x="4659" y="15645"/>
                  <a:pt x="4682" y="15654"/>
                </a:cubicBezTo>
                <a:lnTo>
                  <a:pt x="4803" y="15715"/>
                </a:lnTo>
                <a:cubicBezTo>
                  <a:pt x="4834" y="15593"/>
                  <a:pt x="4803" y="15502"/>
                  <a:pt x="4712" y="15472"/>
                </a:cubicBezTo>
                <a:cubicBezTo>
                  <a:pt x="4651" y="15441"/>
                  <a:pt x="4742" y="15411"/>
                  <a:pt x="4925" y="15380"/>
                </a:cubicBezTo>
                <a:lnTo>
                  <a:pt x="5077" y="15380"/>
                </a:lnTo>
                <a:cubicBezTo>
                  <a:pt x="5161" y="15380"/>
                  <a:pt x="5116" y="15536"/>
                  <a:pt x="5204" y="15536"/>
                </a:cubicBezTo>
                <a:cubicBezTo>
                  <a:pt x="5211" y="15536"/>
                  <a:pt x="5219" y="15535"/>
                  <a:pt x="5229" y="15532"/>
                </a:cubicBezTo>
                <a:cubicBezTo>
                  <a:pt x="5350" y="15532"/>
                  <a:pt x="5442" y="15472"/>
                  <a:pt x="5563" y="15472"/>
                </a:cubicBezTo>
                <a:lnTo>
                  <a:pt x="5715" y="15472"/>
                </a:lnTo>
                <a:cubicBezTo>
                  <a:pt x="5867" y="15441"/>
                  <a:pt x="6019" y="15350"/>
                  <a:pt x="6049" y="15198"/>
                </a:cubicBezTo>
                <a:cubicBezTo>
                  <a:pt x="6049" y="15139"/>
                  <a:pt x="6176" y="15106"/>
                  <a:pt x="6258" y="15106"/>
                </a:cubicBezTo>
                <a:cubicBezTo>
                  <a:pt x="6303" y="15106"/>
                  <a:pt x="6334" y="15116"/>
                  <a:pt x="6323" y="15137"/>
                </a:cubicBezTo>
                <a:cubicBezTo>
                  <a:pt x="6314" y="15165"/>
                  <a:pt x="6321" y="15176"/>
                  <a:pt x="6337" y="15176"/>
                </a:cubicBezTo>
                <a:cubicBezTo>
                  <a:pt x="6374" y="15176"/>
                  <a:pt x="6454" y="15119"/>
                  <a:pt x="6475" y="15076"/>
                </a:cubicBezTo>
                <a:cubicBezTo>
                  <a:pt x="6487" y="15065"/>
                  <a:pt x="6504" y="15060"/>
                  <a:pt x="6524" y="15060"/>
                </a:cubicBezTo>
                <a:cubicBezTo>
                  <a:pt x="6612" y="15060"/>
                  <a:pt x="6760" y="15149"/>
                  <a:pt x="6809" y="15198"/>
                </a:cubicBezTo>
                <a:cubicBezTo>
                  <a:pt x="6823" y="15205"/>
                  <a:pt x="6846" y="15207"/>
                  <a:pt x="6874" y="15207"/>
                </a:cubicBezTo>
                <a:cubicBezTo>
                  <a:pt x="6924" y="15207"/>
                  <a:pt x="6989" y="15200"/>
                  <a:pt x="7043" y="15200"/>
                </a:cubicBezTo>
                <a:cubicBezTo>
                  <a:pt x="7092" y="15200"/>
                  <a:pt x="7132" y="15206"/>
                  <a:pt x="7144" y="15228"/>
                </a:cubicBezTo>
                <a:cubicBezTo>
                  <a:pt x="7144" y="15251"/>
                  <a:pt x="7146" y="15261"/>
                  <a:pt x="7148" y="15261"/>
                </a:cubicBezTo>
                <a:cubicBezTo>
                  <a:pt x="7157" y="15261"/>
                  <a:pt x="7174" y="15175"/>
                  <a:pt x="7174" y="15107"/>
                </a:cubicBezTo>
                <a:cubicBezTo>
                  <a:pt x="7193" y="15069"/>
                  <a:pt x="7246" y="15043"/>
                  <a:pt x="7321" y="15043"/>
                </a:cubicBezTo>
                <a:cubicBezTo>
                  <a:pt x="7366" y="15043"/>
                  <a:pt x="7420" y="15053"/>
                  <a:pt x="7478" y="15076"/>
                </a:cubicBezTo>
                <a:lnTo>
                  <a:pt x="7326" y="15198"/>
                </a:lnTo>
                <a:lnTo>
                  <a:pt x="7204" y="15320"/>
                </a:lnTo>
                <a:cubicBezTo>
                  <a:pt x="7326" y="15320"/>
                  <a:pt x="7478" y="15289"/>
                  <a:pt x="7600" y="15168"/>
                </a:cubicBezTo>
                <a:cubicBezTo>
                  <a:pt x="7630" y="15107"/>
                  <a:pt x="7630" y="15016"/>
                  <a:pt x="7539" y="15016"/>
                </a:cubicBezTo>
                <a:lnTo>
                  <a:pt x="7508" y="14955"/>
                </a:lnTo>
                <a:cubicBezTo>
                  <a:pt x="7508" y="14894"/>
                  <a:pt x="7478" y="14803"/>
                  <a:pt x="7508" y="14742"/>
                </a:cubicBezTo>
                <a:cubicBezTo>
                  <a:pt x="7569" y="14712"/>
                  <a:pt x="7660" y="14712"/>
                  <a:pt x="7752" y="14712"/>
                </a:cubicBezTo>
                <a:cubicBezTo>
                  <a:pt x="7797" y="14757"/>
                  <a:pt x="7858" y="14780"/>
                  <a:pt x="7919" y="14780"/>
                </a:cubicBezTo>
                <a:cubicBezTo>
                  <a:pt x="7980" y="14780"/>
                  <a:pt x="8040" y="14757"/>
                  <a:pt x="8086" y="14712"/>
                </a:cubicBezTo>
                <a:lnTo>
                  <a:pt x="8147" y="14681"/>
                </a:lnTo>
                <a:cubicBezTo>
                  <a:pt x="8180" y="14676"/>
                  <a:pt x="8211" y="14673"/>
                  <a:pt x="8238" y="14673"/>
                </a:cubicBezTo>
                <a:cubicBezTo>
                  <a:pt x="8358" y="14673"/>
                  <a:pt x="8415" y="14723"/>
                  <a:pt x="8390" y="14772"/>
                </a:cubicBezTo>
                <a:lnTo>
                  <a:pt x="8329" y="14803"/>
                </a:lnTo>
                <a:lnTo>
                  <a:pt x="8238" y="14864"/>
                </a:lnTo>
                <a:cubicBezTo>
                  <a:pt x="8116" y="14955"/>
                  <a:pt x="8208" y="15228"/>
                  <a:pt x="8208" y="15289"/>
                </a:cubicBezTo>
                <a:cubicBezTo>
                  <a:pt x="8183" y="15364"/>
                  <a:pt x="8178" y="15419"/>
                  <a:pt x="8194" y="15419"/>
                </a:cubicBezTo>
                <a:cubicBezTo>
                  <a:pt x="8198" y="15419"/>
                  <a:pt x="8202" y="15416"/>
                  <a:pt x="8208" y="15411"/>
                </a:cubicBezTo>
                <a:lnTo>
                  <a:pt x="8208" y="15380"/>
                </a:lnTo>
                <a:cubicBezTo>
                  <a:pt x="8238" y="15350"/>
                  <a:pt x="8177" y="15259"/>
                  <a:pt x="8268" y="15228"/>
                </a:cubicBezTo>
                <a:cubicBezTo>
                  <a:pt x="8290" y="15223"/>
                  <a:pt x="8309" y="15220"/>
                  <a:pt x="8325" y="15220"/>
                </a:cubicBezTo>
                <a:cubicBezTo>
                  <a:pt x="8400" y="15220"/>
                  <a:pt x="8420" y="15275"/>
                  <a:pt x="8420" y="15350"/>
                </a:cubicBezTo>
                <a:cubicBezTo>
                  <a:pt x="8451" y="15350"/>
                  <a:pt x="8542" y="15137"/>
                  <a:pt x="8663" y="15107"/>
                </a:cubicBezTo>
                <a:cubicBezTo>
                  <a:pt x="8755" y="15046"/>
                  <a:pt x="8846" y="14985"/>
                  <a:pt x="8907" y="14924"/>
                </a:cubicBezTo>
                <a:cubicBezTo>
                  <a:pt x="9089" y="14924"/>
                  <a:pt x="9211" y="14985"/>
                  <a:pt x="9332" y="15107"/>
                </a:cubicBezTo>
                <a:cubicBezTo>
                  <a:pt x="9393" y="15168"/>
                  <a:pt x="9454" y="15228"/>
                  <a:pt x="9515" y="15289"/>
                </a:cubicBezTo>
                <a:cubicBezTo>
                  <a:pt x="9575" y="15289"/>
                  <a:pt x="9606" y="15259"/>
                  <a:pt x="9636" y="15228"/>
                </a:cubicBezTo>
                <a:lnTo>
                  <a:pt x="9636" y="15168"/>
                </a:lnTo>
                <a:cubicBezTo>
                  <a:pt x="9636" y="15087"/>
                  <a:pt x="9663" y="15046"/>
                  <a:pt x="9717" y="15046"/>
                </a:cubicBezTo>
                <a:cubicBezTo>
                  <a:pt x="9744" y="15046"/>
                  <a:pt x="9778" y="15056"/>
                  <a:pt x="9819" y="15076"/>
                </a:cubicBezTo>
                <a:lnTo>
                  <a:pt x="9879" y="15107"/>
                </a:lnTo>
                <a:cubicBezTo>
                  <a:pt x="10092" y="15046"/>
                  <a:pt x="10305" y="14985"/>
                  <a:pt x="10518" y="14955"/>
                </a:cubicBezTo>
                <a:lnTo>
                  <a:pt x="10761" y="15137"/>
                </a:lnTo>
                <a:cubicBezTo>
                  <a:pt x="10791" y="15107"/>
                  <a:pt x="10852" y="14985"/>
                  <a:pt x="10882" y="14955"/>
                </a:cubicBezTo>
                <a:cubicBezTo>
                  <a:pt x="10882" y="14940"/>
                  <a:pt x="10951" y="14924"/>
                  <a:pt x="11023" y="14924"/>
                </a:cubicBezTo>
                <a:cubicBezTo>
                  <a:pt x="11095" y="14924"/>
                  <a:pt x="11171" y="14940"/>
                  <a:pt x="11186" y="14985"/>
                </a:cubicBezTo>
                <a:cubicBezTo>
                  <a:pt x="11198" y="15021"/>
                  <a:pt x="11215" y="15033"/>
                  <a:pt x="11231" y="15033"/>
                </a:cubicBezTo>
                <a:cubicBezTo>
                  <a:pt x="11255" y="15033"/>
                  <a:pt x="11278" y="15004"/>
                  <a:pt x="11278" y="14985"/>
                </a:cubicBezTo>
                <a:cubicBezTo>
                  <a:pt x="11278" y="14964"/>
                  <a:pt x="11384" y="14942"/>
                  <a:pt x="11521" y="14942"/>
                </a:cubicBezTo>
                <a:cubicBezTo>
                  <a:pt x="11578" y="14942"/>
                  <a:pt x="11641" y="14946"/>
                  <a:pt x="11703" y="14955"/>
                </a:cubicBezTo>
                <a:lnTo>
                  <a:pt x="12098" y="14955"/>
                </a:lnTo>
                <a:cubicBezTo>
                  <a:pt x="12106" y="14947"/>
                  <a:pt x="12117" y="14943"/>
                  <a:pt x="12128" y="14943"/>
                </a:cubicBezTo>
                <a:cubicBezTo>
                  <a:pt x="12159" y="14943"/>
                  <a:pt x="12198" y="14971"/>
                  <a:pt x="12220" y="15016"/>
                </a:cubicBezTo>
                <a:lnTo>
                  <a:pt x="12250" y="15046"/>
                </a:lnTo>
                <a:cubicBezTo>
                  <a:pt x="12311" y="15046"/>
                  <a:pt x="12433" y="14833"/>
                  <a:pt x="12493" y="14833"/>
                </a:cubicBezTo>
                <a:cubicBezTo>
                  <a:pt x="12615" y="14864"/>
                  <a:pt x="12706" y="14894"/>
                  <a:pt x="12797" y="14985"/>
                </a:cubicBezTo>
                <a:cubicBezTo>
                  <a:pt x="12801" y="14989"/>
                  <a:pt x="12806" y="14991"/>
                  <a:pt x="12812" y="14991"/>
                </a:cubicBezTo>
                <a:cubicBezTo>
                  <a:pt x="12850" y="14991"/>
                  <a:pt x="12923" y="14901"/>
                  <a:pt x="12949" y="14742"/>
                </a:cubicBezTo>
                <a:lnTo>
                  <a:pt x="13253" y="14742"/>
                </a:lnTo>
                <a:cubicBezTo>
                  <a:pt x="13284" y="14772"/>
                  <a:pt x="13192" y="14924"/>
                  <a:pt x="13162" y="14955"/>
                </a:cubicBezTo>
                <a:cubicBezTo>
                  <a:pt x="13134" y="14982"/>
                  <a:pt x="13282" y="15035"/>
                  <a:pt x="13491" y="15044"/>
                </a:cubicBezTo>
                <a:lnTo>
                  <a:pt x="13491" y="15044"/>
                </a:lnTo>
                <a:cubicBezTo>
                  <a:pt x="13491" y="15116"/>
                  <a:pt x="13573" y="15245"/>
                  <a:pt x="13679" y="15350"/>
                </a:cubicBezTo>
                <a:lnTo>
                  <a:pt x="13922" y="15350"/>
                </a:lnTo>
                <a:cubicBezTo>
                  <a:pt x="13983" y="15380"/>
                  <a:pt x="13983" y="15441"/>
                  <a:pt x="13922" y="15502"/>
                </a:cubicBezTo>
                <a:lnTo>
                  <a:pt x="13892" y="15502"/>
                </a:lnTo>
                <a:cubicBezTo>
                  <a:pt x="13865" y="15507"/>
                  <a:pt x="13839" y="15510"/>
                  <a:pt x="13814" y="15510"/>
                </a:cubicBezTo>
                <a:cubicBezTo>
                  <a:pt x="13697" y="15510"/>
                  <a:pt x="13602" y="15455"/>
                  <a:pt x="13527" y="15380"/>
                </a:cubicBezTo>
                <a:cubicBezTo>
                  <a:pt x="13405" y="15259"/>
                  <a:pt x="13253" y="15137"/>
                  <a:pt x="13101" y="15016"/>
                </a:cubicBezTo>
                <a:cubicBezTo>
                  <a:pt x="13071" y="15016"/>
                  <a:pt x="13010" y="15168"/>
                  <a:pt x="13010" y="15228"/>
                </a:cubicBezTo>
                <a:cubicBezTo>
                  <a:pt x="13010" y="15244"/>
                  <a:pt x="12987" y="15251"/>
                  <a:pt x="12957" y="15251"/>
                </a:cubicBezTo>
                <a:cubicBezTo>
                  <a:pt x="12926" y="15251"/>
                  <a:pt x="12888" y="15244"/>
                  <a:pt x="12858" y="15228"/>
                </a:cubicBezTo>
                <a:lnTo>
                  <a:pt x="12797" y="15228"/>
                </a:lnTo>
                <a:cubicBezTo>
                  <a:pt x="12752" y="15213"/>
                  <a:pt x="12699" y="15206"/>
                  <a:pt x="12645" y="15206"/>
                </a:cubicBezTo>
                <a:cubicBezTo>
                  <a:pt x="12592" y="15206"/>
                  <a:pt x="12539" y="15213"/>
                  <a:pt x="12493" y="15228"/>
                </a:cubicBezTo>
                <a:cubicBezTo>
                  <a:pt x="12493" y="15214"/>
                  <a:pt x="12479" y="15208"/>
                  <a:pt x="12455" y="15208"/>
                </a:cubicBezTo>
                <a:cubicBezTo>
                  <a:pt x="12376" y="15208"/>
                  <a:pt x="12199" y="15273"/>
                  <a:pt x="12129" y="15320"/>
                </a:cubicBezTo>
                <a:cubicBezTo>
                  <a:pt x="12068" y="15350"/>
                  <a:pt x="11999" y="15365"/>
                  <a:pt x="11931" y="15365"/>
                </a:cubicBezTo>
                <a:cubicBezTo>
                  <a:pt x="11863" y="15365"/>
                  <a:pt x="11794" y="15350"/>
                  <a:pt x="11733" y="15320"/>
                </a:cubicBezTo>
                <a:lnTo>
                  <a:pt x="11612" y="15289"/>
                </a:lnTo>
                <a:cubicBezTo>
                  <a:pt x="11490" y="15259"/>
                  <a:pt x="11369" y="15228"/>
                  <a:pt x="11278" y="15228"/>
                </a:cubicBezTo>
                <a:lnTo>
                  <a:pt x="11156" y="15228"/>
                </a:lnTo>
                <a:cubicBezTo>
                  <a:pt x="11068" y="15258"/>
                  <a:pt x="11122" y="15401"/>
                  <a:pt x="11290" y="15548"/>
                </a:cubicBezTo>
                <a:lnTo>
                  <a:pt x="11290" y="15548"/>
                </a:lnTo>
                <a:cubicBezTo>
                  <a:pt x="11215" y="15555"/>
                  <a:pt x="11140" y="15563"/>
                  <a:pt x="11065" y="15563"/>
                </a:cubicBezTo>
                <a:cubicBezTo>
                  <a:pt x="10943" y="15624"/>
                  <a:pt x="10761" y="15684"/>
                  <a:pt x="10639" y="15745"/>
                </a:cubicBezTo>
                <a:lnTo>
                  <a:pt x="10518" y="15775"/>
                </a:lnTo>
                <a:cubicBezTo>
                  <a:pt x="10518" y="15775"/>
                  <a:pt x="10457" y="15715"/>
                  <a:pt x="10457" y="15684"/>
                </a:cubicBezTo>
                <a:cubicBezTo>
                  <a:pt x="10457" y="15684"/>
                  <a:pt x="10487" y="15624"/>
                  <a:pt x="10518" y="15624"/>
                </a:cubicBezTo>
                <a:lnTo>
                  <a:pt x="10609" y="15624"/>
                </a:lnTo>
                <a:cubicBezTo>
                  <a:pt x="10670" y="15624"/>
                  <a:pt x="10366" y="15563"/>
                  <a:pt x="10274" y="15472"/>
                </a:cubicBezTo>
                <a:cubicBezTo>
                  <a:pt x="10248" y="15454"/>
                  <a:pt x="10234" y="15446"/>
                  <a:pt x="10229" y="15446"/>
                </a:cubicBezTo>
                <a:cubicBezTo>
                  <a:pt x="10216" y="15446"/>
                  <a:pt x="10253" y="15489"/>
                  <a:pt x="10274" y="15532"/>
                </a:cubicBezTo>
                <a:cubicBezTo>
                  <a:pt x="10286" y="15556"/>
                  <a:pt x="10258" y="15565"/>
                  <a:pt x="10213" y="15565"/>
                </a:cubicBezTo>
                <a:cubicBezTo>
                  <a:pt x="10141" y="15565"/>
                  <a:pt x="10027" y="15540"/>
                  <a:pt x="9970" y="15502"/>
                </a:cubicBezTo>
                <a:cubicBezTo>
                  <a:pt x="9940" y="15472"/>
                  <a:pt x="9902" y="15456"/>
                  <a:pt x="9868" y="15456"/>
                </a:cubicBezTo>
                <a:cubicBezTo>
                  <a:pt x="9834" y="15456"/>
                  <a:pt x="9803" y="15472"/>
                  <a:pt x="9788" y="15502"/>
                </a:cubicBezTo>
                <a:cubicBezTo>
                  <a:pt x="9758" y="15532"/>
                  <a:pt x="9819" y="15593"/>
                  <a:pt x="9879" y="15593"/>
                </a:cubicBezTo>
                <a:lnTo>
                  <a:pt x="10001" y="15593"/>
                </a:lnTo>
                <a:cubicBezTo>
                  <a:pt x="10001" y="15624"/>
                  <a:pt x="9940" y="15745"/>
                  <a:pt x="9910" y="15806"/>
                </a:cubicBezTo>
                <a:cubicBezTo>
                  <a:pt x="9904" y="15811"/>
                  <a:pt x="9893" y="15814"/>
                  <a:pt x="9876" y="15814"/>
                </a:cubicBezTo>
                <a:cubicBezTo>
                  <a:pt x="9795" y="15814"/>
                  <a:pt x="9589" y="15755"/>
                  <a:pt x="9363" y="15654"/>
                </a:cubicBezTo>
                <a:lnTo>
                  <a:pt x="9636" y="15380"/>
                </a:lnTo>
                <a:cubicBezTo>
                  <a:pt x="9601" y="15357"/>
                  <a:pt x="9566" y="15347"/>
                  <a:pt x="9535" y="15347"/>
                </a:cubicBezTo>
                <a:cubicBezTo>
                  <a:pt x="9484" y="15347"/>
                  <a:pt x="9442" y="15373"/>
                  <a:pt x="9423" y="15411"/>
                </a:cubicBezTo>
                <a:cubicBezTo>
                  <a:pt x="9393" y="15472"/>
                  <a:pt x="9180" y="15532"/>
                  <a:pt x="9089" y="15532"/>
                </a:cubicBezTo>
                <a:cubicBezTo>
                  <a:pt x="9028" y="15532"/>
                  <a:pt x="9119" y="15593"/>
                  <a:pt x="9180" y="15593"/>
                </a:cubicBezTo>
                <a:cubicBezTo>
                  <a:pt x="9241" y="15624"/>
                  <a:pt x="9332" y="15684"/>
                  <a:pt x="9393" y="15715"/>
                </a:cubicBezTo>
                <a:cubicBezTo>
                  <a:pt x="9420" y="15742"/>
                  <a:pt x="9331" y="15757"/>
                  <a:pt x="9219" y="15757"/>
                </a:cubicBezTo>
                <a:cubicBezTo>
                  <a:pt x="9081" y="15757"/>
                  <a:pt x="8910" y="15735"/>
                  <a:pt x="8876" y="15684"/>
                </a:cubicBezTo>
                <a:cubicBezTo>
                  <a:pt x="8846" y="15563"/>
                  <a:pt x="8755" y="15441"/>
                  <a:pt x="8724" y="15441"/>
                </a:cubicBezTo>
                <a:cubicBezTo>
                  <a:pt x="8663" y="15441"/>
                  <a:pt x="8603" y="15654"/>
                  <a:pt x="8542" y="15715"/>
                </a:cubicBezTo>
                <a:cubicBezTo>
                  <a:pt x="8497" y="15759"/>
                  <a:pt x="8534" y="15787"/>
                  <a:pt x="8569" y="15787"/>
                </a:cubicBezTo>
                <a:cubicBezTo>
                  <a:pt x="8582" y="15787"/>
                  <a:pt x="8595" y="15784"/>
                  <a:pt x="8603" y="15775"/>
                </a:cubicBezTo>
                <a:cubicBezTo>
                  <a:pt x="8608" y="15770"/>
                  <a:pt x="8613" y="15767"/>
                  <a:pt x="8617" y="15767"/>
                </a:cubicBezTo>
                <a:cubicBezTo>
                  <a:pt x="8633" y="15767"/>
                  <a:pt x="8633" y="15817"/>
                  <a:pt x="8633" y="15867"/>
                </a:cubicBezTo>
                <a:lnTo>
                  <a:pt x="8572" y="15897"/>
                </a:lnTo>
                <a:lnTo>
                  <a:pt x="8512" y="15958"/>
                </a:lnTo>
                <a:cubicBezTo>
                  <a:pt x="8489" y="15965"/>
                  <a:pt x="8464" y="15969"/>
                  <a:pt x="8438" y="15969"/>
                </a:cubicBezTo>
                <a:cubicBezTo>
                  <a:pt x="8361" y="15969"/>
                  <a:pt x="8276" y="15935"/>
                  <a:pt x="8208" y="15867"/>
                </a:cubicBezTo>
                <a:lnTo>
                  <a:pt x="8086" y="15867"/>
                </a:lnTo>
                <a:cubicBezTo>
                  <a:pt x="7995" y="15836"/>
                  <a:pt x="7995" y="15806"/>
                  <a:pt x="7995" y="15715"/>
                </a:cubicBezTo>
                <a:lnTo>
                  <a:pt x="7934" y="15593"/>
                </a:lnTo>
                <a:cubicBezTo>
                  <a:pt x="7873" y="15624"/>
                  <a:pt x="7812" y="15639"/>
                  <a:pt x="7752" y="15639"/>
                </a:cubicBezTo>
                <a:cubicBezTo>
                  <a:pt x="7691" y="15639"/>
                  <a:pt x="7630" y="15624"/>
                  <a:pt x="7569" y="15593"/>
                </a:cubicBezTo>
                <a:lnTo>
                  <a:pt x="7478" y="15563"/>
                </a:lnTo>
                <a:lnTo>
                  <a:pt x="7326" y="15502"/>
                </a:lnTo>
                <a:cubicBezTo>
                  <a:pt x="7204" y="15532"/>
                  <a:pt x="7113" y="15593"/>
                  <a:pt x="7083" y="15715"/>
                </a:cubicBezTo>
                <a:cubicBezTo>
                  <a:pt x="7083" y="15745"/>
                  <a:pt x="7174" y="15775"/>
                  <a:pt x="7204" y="15775"/>
                </a:cubicBezTo>
                <a:cubicBezTo>
                  <a:pt x="7235" y="15775"/>
                  <a:pt x="7326" y="15927"/>
                  <a:pt x="7387" y="15927"/>
                </a:cubicBezTo>
                <a:cubicBezTo>
                  <a:pt x="7400" y="15923"/>
                  <a:pt x="7415" y="15921"/>
                  <a:pt x="7431" y="15921"/>
                </a:cubicBezTo>
                <a:cubicBezTo>
                  <a:pt x="7528" y="15921"/>
                  <a:pt x="7669" y="15988"/>
                  <a:pt x="7721" y="15988"/>
                </a:cubicBezTo>
                <a:cubicBezTo>
                  <a:pt x="7812" y="15988"/>
                  <a:pt x="7782" y="16049"/>
                  <a:pt x="7691" y="16140"/>
                </a:cubicBezTo>
                <a:lnTo>
                  <a:pt x="7326" y="16171"/>
                </a:lnTo>
                <a:lnTo>
                  <a:pt x="7174" y="16171"/>
                </a:lnTo>
                <a:lnTo>
                  <a:pt x="7144" y="16140"/>
                </a:lnTo>
                <a:cubicBezTo>
                  <a:pt x="7133" y="16119"/>
                  <a:pt x="7122" y="16109"/>
                  <a:pt x="7110" y="16109"/>
                </a:cubicBezTo>
                <a:cubicBezTo>
                  <a:pt x="7088" y="16109"/>
                  <a:pt x="7061" y="16142"/>
                  <a:pt x="7022" y="16201"/>
                </a:cubicBezTo>
                <a:lnTo>
                  <a:pt x="6992" y="16201"/>
                </a:lnTo>
                <a:cubicBezTo>
                  <a:pt x="6954" y="16193"/>
                  <a:pt x="6914" y="16190"/>
                  <a:pt x="6873" y="16190"/>
                </a:cubicBezTo>
                <a:cubicBezTo>
                  <a:pt x="6752" y="16190"/>
                  <a:pt x="6627" y="16224"/>
                  <a:pt x="6536" y="16292"/>
                </a:cubicBezTo>
                <a:cubicBezTo>
                  <a:pt x="6475" y="16231"/>
                  <a:pt x="6414" y="16201"/>
                  <a:pt x="6384" y="16140"/>
                </a:cubicBezTo>
                <a:lnTo>
                  <a:pt x="6323" y="16231"/>
                </a:lnTo>
                <a:lnTo>
                  <a:pt x="6262" y="16201"/>
                </a:lnTo>
                <a:cubicBezTo>
                  <a:pt x="6253" y="16182"/>
                  <a:pt x="6217" y="16175"/>
                  <a:pt x="6169" y="16175"/>
                </a:cubicBezTo>
                <a:cubicBezTo>
                  <a:pt x="6061" y="16175"/>
                  <a:pt x="5890" y="16210"/>
                  <a:pt x="5806" y="16231"/>
                </a:cubicBezTo>
                <a:cubicBezTo>
                  <a:pt x="5794" y="16240"/>
                  <a:pt x="5778" y="16244"/>
                  <a:pt x="5761" y="16244"/>
                </a:cubicBezTo>
                <a:cubicBezTo>
                  <a:pt x="5652" y="16244"/>
                  <a:pt x="5468" y="16097"/>
                  <a:pt x="5442" y="16019"/>
                </a:cubicBezTo>
                <a:cubicBezTo>
                  <a:pt x="5424" y="15983"/>
                  <a:pt x="5322" y="15968"/>
                  <a:pt x="5223" y="15968"/>
                </a:cubicBezTo>
                <a:cubicBezTo>
                  <a:pt x="5153" y="15968"/>
                  <a:pt x="5084" y="15976"/>
                  <a:pt x="5046" y="15988"/>
                </a:cubicBezTo>
                <a:cubicBezTo>
                  <a:pt x="4955" y="15988"/>
                  <a:pt x="4925" y="16079"/>
                  <a:pt x="4925" y="16171"/>
                </a:cubicBezTo>
                <a:lnTo>
                  <a:pt x="4925" y="16262"/>
                </a:lnTo>
                <a:cubicBezTo>
                  <a:pt x="4894" y="16292"/>
                  <a:pt x="4864" y="16292"/>
                  <a:pt x="4803" y="16323"/>
                </a:cubicBezTo>
                <a:cubicBezTo>
                  <a:pt x="4773" y="16323"/>
                  <a:pt x="4712" y="16292"/>
                  <a:pt x="4712" y="16262"/>
                </a:cubicBezTo>
                <a:lnTo>
                  <a:pt x="4712" y="16110"/>
                </a:lnTo>
                <a:cubicBezTo>
                  <a:pt x="4712" y="15988"/>
                  <a:pt x="4621" y="15867"/>
                  <a:pt x="4499" y="15836"/>
                </a:cubicBezTo>
                <a:cubicBezTo>
                  <a:pt x="4438" y="15836"/>
                  <a:pt x="4499" y="15897"/>
                  <a:pt x="4499" y="15958"/>
                </a:cubicBezTo>
                <a:cubicBezTo>
                  <a:pt x="4499" y="16019"/>
                  <a:pt x="4530" y="16079"/>
                  <a:pt x="4560" y="16110"/>
                </a:cubicBezTo>
                <a:cubicBezTo>
                  <a:pt x="4590" y="16201"/>
                  <a:pt x="4590" y="16262"/>
                  <a:pt x="4621" y="16323"/>
                </a:cubicBezTo>
                <a:lnTo>
                  <a:pt x="4469" y="16323"/>
                </a:lnTo>
                <a:cubicBezTo>
                  <a:pt x="4378" y="16323"/>
                  <a:pt x="4286" y="16323"/>
                  <a:pt x="4317" y="16414"/>
                </a:cubicBezTo>
                <a:cubicBezTo>
                  <a:pt x="4337" y="16551"/>
                  <a:pt x="4267" y="16587"/>
                  <a:pt x="4191" y="16587"/>
                </a:cubicBezTo>
                <a:cubicBezTo>
                  <a:pt x="4150" y="16587"/>
                  <a:pt x="4106" y="16577"/>
                  <a:pt x="4074" y="16566"/>
                </a:cubicBezTo>
                <a:cubicBezTo>
                  <a:pt x="3891" y="16475"/>
                  <a:pt x="3587" y="16475"/>
                  <a:pt x="3587" y="16231"/>
                </a:cubicBezTo>
                <a:lnTo>
                  <a:pt x="3587" y="16171"/>
                </a:lnTo>
                <a:cubicBezTo>
                  <a:pt x="3587" y="16126"/>
                  <a:pt x="3539" y="16098"/>
                  <a:pt x="3488" y="16098"/>
                </a:cubicBezTo>
                <a:cubicBezTo>
                  <a:pt x="3470" y="16098"/>
                  <a:pt x="3452" y="16102"/>
                  <a:pt x="3435" y="16110"/>
                </a:cubicBezTo>
                <a:lnTo>
                  <a:pt x="3344" y="16110"/>
                </a:lnTo>
                <a:cubicBezTo>
                  <a:pt x="3283" y="16110"/>
                  <a:pt x="3223" y="16079"/>
                  <a:pt x="3253" y="16019"/>
                </a:cubicBezTo>
                <a:cubicBezTo>
                  <a:pt x="3253" y="15988"/>
                  <a:pt x="3101" y="15988"/>
                  <a:pt x="3040" y="15988"/>
                </a:cubicBezTo>
                <a:cubicBezTo>
                  <a:pt x="2949" y="15988"/>
                  <a:pt x="3223" y="16231"/>
                  <a:pt x="3314" y="16292"/>
                </a:cubicBezTo>
                <a:cubicBezTo>
                  <a:pt x="3375" y="16353"/>
                  <a:pt x="3405" y="16414"/>
                  <a:pt x="3466" y="16475"/>
                </a:cubicBezTo>
                <a:cubicBezTo>
                  <a:pt x="3405" y="16475"/>
                  <a:pt x="3344" y="16444"/>
                  <a:pt x="3314" y="16414"/>
                </a:cubicBezTo>
                <a:cubicBezTo>
                  <a:pt x="3253" y="16414"/>
                  <a:pt x="3071" y="16535"/>
                  <a:pt x="3010" y="16566"/>
                </a:cubicBezTo>
                <a:cubicBezTo>
                  <a:pt x="2949" y="16627"/>
                  <a:pt x="2919" y="16718"/>
                  <a:pt x="2949" y="16779"/>
                </a:cubicBezTo>
                <a:cubicBezTo>
                  <a:pt x="2949" y="16839"/>
                  <a:pt x="2888" y="16900"/>
                  <a:pt x="2797" y="16900"/>
                </a:cubicBezTo>
                <a:lnTo>
                  <a:pt x="2736" y="16900"/>
                </a:lnTo>
                <a:cubicBezTo>
                  <a:pt x="2706" y="16870"/>
                  <a:pt x="2676" y="16809"/>
                  <a:pt x="2615" y="16809"/>
                </a:cubicBezTo>
                <a:cubicBezTo>
                  <a:pt x="2460" y="16751"/>
                  <a:pt x="2305" y="16644"/>
                  <a:pt x="2143" y="16644"/>
                </a:cubicBezTo>
                <a:cubicBezTo>
                  <a:pt x="2050" y="16644"/>
                  <a:pt x="1954" y="16679"/>
                  <a:pt x="1855" y="16779"/>
                </a:cubicBezTo>
                <a:lnTo>
                  <a:pt x="1733" y="16779"/>
                </a:lnTo>
                <a:cubicBezTo>
                  <a:pt x="1688" y="16763"/>
                  <a:pt x="1642" y="16756"/>
                  <a:pt x="1596" y="16756"/>
                </a:cubicBezTo>
                <a:cubicBezTo>
                  <a:pt x="1551" y="16756"/>
                  <a:pt x="1505" y="16763"/>
                  <a:pt x="1460" y="16779"/>
                </a:cubicBezTo>
                <a:cubicBezTo>
                  <a:pt x="1429" y="16794"/>
                  <a:pt x="1407" y="16801"/>
                  <a:pt x="1384" y="16801"/>
                </a:cubicBezTo>
                <a:cubicBezTo>
                  <a:pt x="1361" y="16801"/>
                  <a:pt x="1338" y="16794"/>
                  <a:pt x="1308" y="16779"/>
                </a:cubicBezTo>
                <a:lnTo>
                  <a:pt x="1247" y="16718"/>
                </a:lnTo>
                <a:cubicBezTo>
                  <a:pt x="1234" y="16705"/>
                  <a:pt x="1211" y="16699"/>
                  <a:pt x="1181" y="16699"/>
                </a:cubicBezTo>
                <a:cubicBezTo>
                  <a:pt x="1071" y="16699"/>
                  <a:pt x="861" y="16781"/>
                  <a:pt x="669" y="16900"/>
                </a:cubicBezTo>
                <a:lnTo>
                  <a:pt x="457" y="16779"/>
                </a:lnTo>
                <a:lnTo>
                  <a:pt x="213" y="16687"/>
                </a:lnTo>
                <a:lnTo>
                  <a:pt x="213" y="16687"/>
                </a:lnTo>
                <a:cubicBezTo>
                  <a:pt x="153" y="16779"/>
                  <a:pt x="244" y="16870"/>
                  <a:pt x="396" y="16870"/>
                </a:cubicBezTo>
                <a:lnTo>
                  <a:pt x="487" y="16991"/>
                </a:lnTo>
                <a:cubicBezTo>
                  <a:pt x="525" y="17057"/>
                  <a:pt x="563" y="17079"/>
                  <a:pt x="600" y="17079"/>
                </a:cubicBezTo>
                <a:cubicBezTo>
                  <a:pt x="677" y="17079"/>
                  <a:pt x="753" y="16989"/>
                  <a:pt x="830" y="16989"/>
                </a:cubicBezTo>
                <a:cubicBezTo>
                  <a:pt x="837" y="16989"/>
                  <a:pt x="844" y="16989"/>
                  <a:pt x="852" y="16991"/>
                </a:cubicBezTo>
                <a:cubicBezTo>
                  <a:pt x="913" y="17022"/>
                  <a:pt x="943" y="17052"/>
                  <a:pt x="973" y="17083"/>
                </a:cubicBezTo>
                <a:lnTo>
                  <a:pt x="1065" y="17113"/>
                </a:lnTo>
                <a:cubicBezTo>
                  <a:pt x="1156" y="17174"/>
                  <a:pt x="1186" y="17295"/>
                  <a:pt x="1065" y="17356"/>
                </a:cubicBezTo>
                <a:lnTo>
                  <a:pt x="1004" y="17417"/>
                </a:lnTo>
                <a:cubicBezTo>
                  <a:pt x="882" y="17478"/>
                  <a:pt x="1034" y="17569"/>
                  <a:pt x="943" y="17660"/>
                </a:cubicBezTo>
                <a:cubicBezTo>
                  <a:pt x="882" y="17690"/>
                  <a:pt x="882" y="17842"/>
                  <a:pt x="1095" y="17842"/>
                </a:cubicBezTo>
                <a:cubicBezTo>
                  <a:pt x="1125" y="17842"/>
                  <a:pt x="1186" y="17903"/>
                  <a:pt x="1247" y="17903"/>
                </a:cubicBezTo>
                <a:lnTo>
                  <a:pt x="1308" y="17903"/>
                </a:lnTo>
                <a:cubicBezTo>
                  <a:pt x="1369" y="17873"/>
                  <a:pt x="1429" y="17690"/>
                  <a:pt x="1490" y="17690"/>
                </a:cubicBezTo>
                <a:cubicBezTo>
                  <a:pt x="1581" y="17660"/>
                  <a:pt x="1520" y="17599"/>
                  <a:pt x="1399" y="17538"/>
                </a:cubicBezTo>
                <a:lnTo>
                  <a:pt x="1277" y="17478"/>
                </a:lnTo>
                <a:cubicBezTo>
                  <a:pt x="1247" y="17447"/>
                  <a:pt x="1247" y="17386"/>
                  <a:pt x="1277" y="17356"/>
                </a:cubicBezTo>
                <a:cubicBezTo>
                  <a:pt x="1300" y="17334"/>
                  <a:pt x="1322" y="17262"/>
                  <a:pt x="1381" y="17262"/>
                </a:cubicBezTo>
                <a:cubicBezTo>
                  <a:pt x="1402" y="17262"/>
                  <a:pt x="1428" y="17271"/>
                  <a:pt x="1460" y="17295"/>
                </a:cubicBezTo>
                <a:lnTo>
                  <a:pt x="1490" y="17326"/>
                </a:lnTo>
                <a:cubicBezTo>
                  <a:pt x="1612" y="17295"/>
                  <a:pt x="1733" y="17234"/>
                  <a:pt x="1855" y="17174"/>
                </a:cubicBezTo>
                <a:lnTo>
                  <a:pt x="2098" y="17174"/>
                </a:lnTo>
                <a:cubicBezTo>
                  <a:pt x="2159" y="17174"/>
                  <a:pt x="2220" y="17143"/>
                  <a:pt x="2280" y="17113"/>
                </a:cubicBezTo>
                <a:lnTo>
                  <a:pt x="2402" y="17052"/>
                </a:lnTo>
                <a:cubicBezTo>
                  <a:pt x="2584" y="17113"/>
                  <a:pt x="2706" y="17234"/>
                  <a:pt x="2736" y="17417"/>
                </a:cubicBezTo>
                <a:lnTo>
                  <a:pt x="2797" y="17538"/>
                </a:lnTo>
                <a:cubicBezTo>
                  <a:pt x="2828" y="17599"/>
                  <a:pt x="2888" y="17630"/>
                  <a:pt x="2949" y="17660"/>
                </a:cubicBezTo>
                <a:lnTo>
                  <a:pt x="2979" y="17660"/>
                </a:lnTo>
                <a:cubicBezTo>
                  <a:pt x="3010" y="17660"/>
                  <a:pt x="3040" y="17630"/>
                  <a:pt x="3071" y="17599"/>
                </a:cubicBezTo>
                <a:lnTo>
                  <a:pt x="3040" y="17599"/>
                </a:lnTo>
                <a:cubicBezTo>
                  <a:pt x="2979" y="17538"/>
                  <a:pt x="2979" y="17478"/>
                  <a:pt x="3071" y="17417"/>
                </a:cubicBezTo>
                <a:cubicBezTo>
                  <a:pt x="3101" y="17417"/>
                  <a:pt x="3162" y="17478"/>
                  <a:pt x="3192" y="17508"/>
                </a:cubicBezTo>
                <a:cubicBezTo>
                  <a:pt x="3253" y="17538"/>
                  <a:pt x="3253" y="17599"/>
                  <a:pt x="3314" y="17630"/>
                </a:cubicBezTo>
                <a:cubicBezTo>
                  <a:pt x="3527" y="17782"/>
                  <a:pt x="3587" y="17934"/>
                  <a:pt x="3405" y="18116"/>
                </a:cubicBezTo>
                <a:cubicBezTo>
                  <a:pt x="3413" y="18124"/>
                  <a:pt x="3426" y="18128"/>
                  <a:pt x="3440" y="18128"/>
                </a:cubicBezTo>
                <a:cubicBezTo>
                  <a:pt x="3480" y="18128"/>
                  <a:pt x="3535" y="18100"/>
                  <a:pt x="3557" y="18055"/>
                </a:cubicBezTo>
                <a:lnTo>
                  <a:pt x="3618" y="18025"/>
                </a:lnTo>
                <a:cubicBezTo>
                  <a:pt x="3648" y="17964"/>
                  <a:pt x="3709" y="17934"/>
                  <a:pt x="3739" y="17934"/>
                </a:cubicBezTo>
                <a:lnTo>
                  <a:pt x="3922" y="17964"/>
                </a:lnTo>
                <a:cubicBezTo>
                  <a:pt x="4074" y="17994"/>
                  <a:pt x="4195" y="18086"/>
                  <a:pt x="4286" y="18207"/>
                </a:cubicBezTo>
                <a:lnTo>
                  <a:pt x="4408" y="18146"/>
                </a:lnTo>
                <a:cubicBezTo>
                  <a:pt x="4438" y="18146"/>
                  <a:pt x="4408" y="18025"/>
                  <a:pt x="4347" y="17994"/>
                </a:cubicBezTo>
                <a:cubicBezTo>
                  <a:pt x="4256" y="17903"/>
                  <a:pt x="4165" y="17812"/>
                  <a:pt x="4074" y="17782"/>
                </a:cubicBezTo>
                <a:cubicBezTo>
                  <a:pt x="3952" y="17690"/>
                  <a:pt x="3922" y="17690"/>
                  <a:pt x="4013" y="17660"/>
                </a:cubicBezTo>
                <a:cubicBezTo>
                  <a:pt x="4165" y="17538"/>
                  <a:pt x="4317" y="17478"/>
                  <a:pt x="4499" y="17447"/>
                </a:cubicBezTo>
                <a:cubicBezTo>
                  <a:pt x="4712" y="17478"/>
                  <a:pt x="4590" y="17721"/>
                  <a:pt x="4742" y="17812"/>
                </a:cubicBezTo>
                <a:lnTo>
                  <a:pt x="4742" y="17873"/>
                </a:lnTo>
                <a:cubicBezTo>
                  <a:pt x="4784" y="17977"/>
                  <a:pt x="4811" y="18024"/>
                  <a:pt x="4883" y="18024"/>
                </a:cubicBezTo>
                <a:cubicBezTo>
                  <a:pt x="4916" y="18024"/>
                  <a:pt x="4958" y="18014"/>
                  <a:pt x="5016" y="17994"/>
                </a:cubicBezTo>
                <a:cubicBezTo>
                  <a:pt x="5107" y="17994"/>
                  <a:pt x="5198" y="17934"/>
                  <a:pt x="5259" y="17934"/>
                </a:cubicBezTo>
                <a:lnTo>
                  <a:pt x="5502" y="17994"/>
                </a:lnTo>
                <a:cubicBezTo>
                  <a:pt x="5624" y="17873"/>
                  <a:pt x="5654" y="17721"/>
                  <a:pt x="5533" y="17599"/>
                </a:cubicBezTo>
                <a:cubicBezTo>
                  <a:pt x="5502" y="17569"/>
                  <a:pt x="5715" y="17478"/>
                  <a:pt x="5806" y="17478"/>
                </a:cubicBezTo>
                <a:cubicBezTo>
                  <a:pt x="5897" y="17478"/>
                  <a:pt x="5989" y="17478"/>
                  <a:pt x="6080" y="17447"/>
                </a:cubicBezTo>
                <a:cubicBezTo>
                  <a:pt x="6080" y="17441"/>
                  <a:pt x="6082" y="17439"/>
                  <a:pt x="6086" y="17439"/>
                </a:cubicBezTo>
                <a:cubicBezTo>
                  <a:pt x="6103" y="17439"/>
                  <a:pt x="6147" y="17478"/>
                  <a:pt x="6171" y="17478"/>
                </a:cubicBezTo>
                <a:lnTo>
                  <a:pt x="6323" y="17478"/>
                </a:lnTo>
                <a:cubicBezTo>
                  <a:pt x="6353" y="17478"/>
                  <a:pt x="6262" y="17265"/>
                  <a:pt x="6323" y="17204"/>
                </a:cubicBezTo>
                <a:cubicBezTo>
                  <a:pt x="6347" y="17168"/>
                  <a:pt x="6408" y="17156"/>
                  <a:pt x="6478" y="17156"/>
                </a:cubicBezTo>
                <a:cubicBezTo>
                  <a:pt x="6585" y="17156"/>
                  <a:pt x="6712" y="17186"/>
                  <a:pt x="6749" y="17204"/>
                </a:cubicBezTo>
                <a:cubicBezTo>
                  <a:pt x="6766" y="17216"/>
                  <a:pt x="6782" y="17221"/>
                  <a:pt x="6797" y="17221"/>
                </a:cubicBezTo>
                <a:cubicBezTo>
                  <a:pt x="6861" y="17221"/>
                  <a:pt x="6901" y="17132"/>
                  <a:pt x="6901" y="17083"/>
                </a:cubicBezTo>
                <a:cubicBezTo>
                  <a:pt x="6901" y="17047"/>
                  <a:pt x="6880" y="17032"/>
                  <a:pt x="6856" y="17032"/>
                </a:cubicBezTo>
                <a:cubicBezTo>
                  <a:pt x="6840" y="17032"/>
                  <a:pt x="6822" y="17040"/>
                  <a:pt x="6809" y="17052"/>
                </a:cubicBezTo>
                <a:lnTo>
                  <a:pt x="6779" y="17052"/>
                </a:lnTo>
                <a:lnTo>
                  <a:pt x="6688" y="17083"/>
                </a:lnTo>
                <a:cubicBezTo>
                  <a:pt x="6627" y="16991"/>
                  <a:pt x="6627" y="16900"/>
                  <a:pt x="6657" y="16809"/>
                </a:cubicBezTo>
                <a:lnTo>
                  <a:pt x="6597" y="16718"/>
                </a:lnTo>
                <a:cubicBezTo>
                  <a:pt x="6657" y="16687"/>
                  <a:pt x="6688" y="16657"/>
                  <a:pt x="6749" y="16657"/>
                </a:cubicBezTo>
                <a:lnTo>
                  <a:pt x="6809" y="16657"/>
                </a:lnTo>
                <a:cubicBezTo>
                  <a:pt x="6813" y="16660"/>
                  <a:pt x="6817" y="16662"/>
                  <a:pt x="6822" y="16662"/>
                </a:cubicBezTo>
                <a:cubicBezTo>
                  <a:pt x="6865" y="16662"/>
                  <a:pt x="6965" y="16562"/>
                  <a:pt x="6992" y="16535"/>
                </a:cubicBezTo>
                <a:cubicBezTo>
                  <a:pt x="6996" y="16527"/>
                  <a:pt x="7005" y="16523"/>
                  <a:pt x="7017" y="16523"/>
                </a:cubicBezTo>
                <a:cubicBezTo>
                  <a:pt x="7089" y="16523"/>
                  <a:pt x="7283" y="16657"/>
                  <a:pt x="7387" y="16657"/>
                </a:cubicBezTo>
                <a:cubicBezTo>
                  <a:pt x="7478" y="16657"/>
                  <a:pt x="7569" y="16748"/>
                  <a:pt x="7539" y="16870"/>
                </a:cubicBezTo>
                <a:lnTo>
                  <a:pt x="7508" y="16991"/>
                </a:lnTo>
                <a:cubicBezTo>
                  <a:pt x="7478" y="17022"/>
                  <a:pt x="7448" y="17052"/>
                  <a:pt x="7417" y="17052"/>
                </a:cubicBezTo>
                <a:lnTo>
                  <a:pt x="7387" y="17052"/>
                </a:lnTo>
                <a:cubicBezTo>
                  <a:pt x="7356" y="17022"/>
                  <a:pt x="7235" y="16748"/>
                  <a:pt x="7083" y="16748"/>
                </a:cubicBezTo>
                <a:cubicBezTo>
                  <a:pt x="7072" y="16745"/>
                  <a:pt x="7062" y="16744"/>
                  <a:pt x="7054" y="16744"/>
                </a:cubicBezTo>
                <a:cubicBezTo>
                  <a:pt x="6972" y="16744"/>
                  <a:pt x="7028" y="16872"/>
                  <a:pt x="7083" y="16900"/>
                </a:cubicBezTo>
                <a:cubicBezTo>
                  <a:pt x="7174" y="16991"/>
                  <a:pt x="7265" y="17113"/>
                  <a:pt x="7326" y="17204"/>
                </a:cubicBezTo>
                <a:lnTo>
                  <a:pt x="7539" y="17204"/>
                </a:lnTo>
                <a:cubicBezTo>
                  <a:pt x="7645" y="17189"/>
                  <a:pt x="7744" y="17181"/>
                  <a:pt x="7843" y="17181"/>
                </a:cubicBezTo>
                <a:cubicBezTo>
                  <a:pt x="7942" y="17181"/>
                  <a:pt x="8040" y="17189"/>
                  <a:pt x="8147" y="17204"/>
                </a:cubicBezTo>
                <a:cubicBezTo>
                  <a:pt x="8208" y="17234"/>
                  <a:pt x="8177" y="17295"/>
                  <a:pt x="8056" y="17356"/>
                </a:cubicBezTo>
                <a:lnTo>
                  <a:pt x="7964" y="17386"/>
                </a:lnTo>
                <a:lnTo>
                  <a:pt x="7904" y="17386"/>
                </a:lnTo>
                <a:cubicBezTo>
                  <a:pt x="7873" y="17417"/>
                  <a:pt x="7904" y="17447"/>
                  <a:pt x="7964" y="17447"/>
                </a:cubicBezTo>
                <a:lnTo>
                  <a:pt x="8056" y="17690"/>
                </a:lnTo>
                <a:cubicBezTo>
                  <a:pt x="8299" y="17660"/>
                  <a:pt x="8633" y="17569"/>
                  <a:pt x="8815" y="17538"/>
                </a:cubicBezTo>
                <a:lnTo>
                  <a:pt x="8998" y="17508"/>
                </a:lnTo>
                <a:cubicBezTo>
                  <a:pt x="9028" y="17478"/>
                  <a:pt x="8937" y="17417"/>
                  <a:pt x="8876" y="17386"/>
                </a:cubicBezTo>
                <a:cubicBezTo>
                  <a:pt x="8785" y="17386"/>
                  <a:pt x="8907" y="17326"/>
                  <a:pt x="9089" y="17326"/>
                </a:cubicBezTo>
                <a:lnTo>
                  <a:pt x="9089" y="17356"/>
                </a:lnTo>
                <a:cubicBezTo>
                  <a:pt x="9211" y="17599"/>
                  <a:pt x="9515" y="17478"/>
                  <a:pt x="9697" y="17599"/>
                </a:cubicBezTo>
                <a:cubicBezTo>
                  <a:pt x="9725" y="17613"/>
                  <a:pt x="9749" y="17619"/>
                  <a:pt x="9769" y="17619"/>
                </a:cubicBezTo>
                <a:cubicBezTo>
                  <a:pt x="9836" y="17619"/>
                  <a:pt x="9870" y="17555"/>
                  <a:pt x="9940" y="17508"/>
                </a:cubicBezTo>
                <a:cubicBezTo>
                  <a:pt x="10001" y="17417"/>
                  <a:pt x="9970" y="17356"/>
                  <a:pt x="9879" y="17326"/>
                </a:cubicBezTo>
                <a:lnTo>
                  <a:pt x="9697" y="17265"/>
                </a:lnTo>
                <a:cubicBezTo>
                  <a:pt x="9575" y="17143"/>
                  <a:pt x="9606" y="17022"/>
                  <a:pt x="9788" y="17022"/>
                </a:cubicBezTo>
                <a:lnTo>
                  <a:pt x="9940" y="17022"/>
                </a:lnTo>
                <a:cubicBezTo>
                  <a:pt x="10034" y="17022"/>
                  <a:pt x="10127" y="16932"/>
                  <a:pt x="10235" y="16932"/>
                </a:cubicBezTo>
                <a:cubicBezTo>
                  <a:pt x="10267" y="16932"/>
                  <a:pt x="10300" y="16940"/>
                  <a:pt x="10335" y="16961"/>
                </a:cubicBezTo>
                <a:cubicBezTo>
                  <a:pt x="10364" y="16978"/>
                  <a:pt x="10392" y="16985"/>
                  <a:pt x="10418" y="16985"/>
                </a:cubicBezTo>
                <a:cubicBezTo>
                  <a:pt x="10493" y="16985"/>
                  <a:pt x="10559" y="16935"/>
                  <a:pt x="10616" y="16935"/>
                </a:cubicBezTo>
                <a:cubicBezTo>
                  <a:pt x="10646" y="16935"/>
                  <a:pt x="10674" y="16949"/>
                  <a:pt x="10700" y="16991"/>
                </a:cubicBezTo>
                <a:cubicBezTo>
                  <a:pt x="10761" y="16991"/>
                  <a:pt x="10791" y="16991"/>
                  <a:pt x="10822" y="16961"/>
                </a:cubicBezTo>
                <a:lnTo>
                  <a:pt x="10882" y="16900"/>
                </a:lnTo>
                <a:cubicBezTo>
                  <a:pt x="10898" y="16877"/>
                  <a:pt x="10914" y="16867"/>
                  <a:pt x="10928" y="16867"/>
                </a:cubicBezTo>
                <a:cubicBezTo>
                  <a:pt x="10970" y="16867"/>
                  <a:pt x="11004" y="16946"/>
                  <a:pt x="11004" y="16991"/>
                </a:cubicBezTo>
                <a:cubicBezTo>
                  <a:pt x="10974" y="17083"/>
                  <a:pt x="10943" y="17174"/>
                  <a:pt x="10882" y="17234"/>
                </a:cubicBezTo>
                <a:lnTo>
                  <a:pt x="10822" y="17265"/>
                </a:lnTo>
                <a:cubicBezTo>
                  <a:pt x="10809" y="17271"/>
                  <a:pt x="10796" y="17273"/>
                  <a:pt x="10782" y="17273"/>
                </a:cubicBezTo>
                <a:cubicBezTo>
                  <a:pt x="10724" y="17273"/>
                  <a:pt x="10651" y="17234"/>
                  <a:pt x="10578" y="17234"/>
                </a:cubicBezTo>
                <a:lnTo>
                  <a:pt x="10335" y="17113"/>
                </a:lnTo>
                <a:cubicBezTo>
                  <a:pt x="10244" y="17143"/>
                  <a:pt x="10153" y="17174"/>
                  <a:pt x="10122" y="17204"/>
                </a:cubicBezTo>
                <a:cubicBezTo>
                  <a:pt x="10092" y="17234"/>
                  <a:pt x="10153" y="17326"/>
                  <a:pt x="10183" y="17356"/>
                </a:cubicBezTo>
                <a:cubicBezTo>
                  <a:pt x="10204" y="17417"/>
                  <a:pt x="10220" y="17437"/>
                  <a:pt x="10236" y="17437"/>
                </a:cubicBezTo>
                <a:cubicBezTo>
                  <a:pt x="10268" y="17437"/>
                  <a:pt x="10295" y="17356"/>
                  <a:pt x="10335" y="17356"/>
                </a:cubicBezTo>
                <a:cubicBezTo>
                  <a:pt x="10361" y="17346"/>
                  <a:pt x="10385" y="17342"/>
                  <a:pt x="10409" y="17342"/>
                </a:cubicBezTo>
                <a:cubicBezTo>
                  <a:pt x="10529" y="17342"/>
                  <a:pt x="10634" y="17447"/>
                  <a:pt x="10761" y="17447"/>
                </a:cubicBezTo>
                <a:lnTo>
                  <a:pt x="10791" y="17447"/>
                </a:lnTo>
                <a:cubicBezTo>
                  <a:pt x="10806" y="17493"/>
                  <a:pt x="10829" y="17516"/>
                  <a:pt x="10852" y="17516"/>
                </a:cubicBezTo>
                <a:cubicBezTo>
                  <a:pt x="10875" y="17516"/>
                  <a:pt x="10898" y="17493"/>
                  <a:pt x="10913" y="17447"/>
                </a:cubicBezTo>
                <a:lnTo>
                  <a:pt x="10974" y="17447"/>
                </a:lnTo>
                <a:lnTo>
                  <a:pt x="11217" y="17356"/>
                </a:lnTo>
                <a:cubicBezTo>
                  <a:pt x="11242" y="17206"/>
                  <a:pt x="11308" y="17097"/>
                  <a:pt x="11381" y="17097"/>
                </a:cubicBezTo>
                <a:cubicBezTo>
                  <a:pt x="11397" y="17097"/>
                  <a:pt x="11413" y="17102"/>
                  <a:pt x="11429" y="17113"/>
                </a:cubicBezTo>
                <a:lnTo>
                  <a:pt x="11429" y="17143"/>
                </a:lnTo>
                <a:lnTo>
                  <a:pt x="11369" y="17234"/>
                </a:lnTo>
                <a:cubicBezTo>
                  <a:pt x="11308" y="17326"/>
                  <a:pt x="11369" y="17386"/>
                  <a:pt x="11521" y="17386"/>
                </a:cubicBezTo>
                <a:lnTo>
                  <a:pt x="11642" y="17295"/>
                </a:lnTo>
                <a:cubicBezTo>
                  <a:pt x="11688" y="17280"/>
                  <a:pt x="11733" y="17272"/>
                  <a:pt x="11779" y="17272"/>
                </a:cubicBezTo>
                <a:cubicBezTo>
                  <a:pt x="11825" y="17272"/>
                  <a:pt x="11870" y="17280"/>
                  <a:pt x="11916" y="17295"/>
                </a:cubicBezTo>
                <a:cubicBezTo>
                  <a:pt x="12007" y="17386"/>
                  <a:pt x="11946" y="17447"/>
                  <a:pt x="11794" y="17447"/>
                </a:cubicBezTo>
                <a:lnTo>
                  <a:pt x="11764" y="17447"/>
                </a:lnTo>
                <a:cubicBezTo>
                  <a:pt x="11764" y="17538"/>
                  <a:pt x="11703" y="17599"/>
                  <a:pt x="11673" y="17690"/>
                </a:cubicBezTo>
                <a:lnTo>
                  <a:pt x="11642" y="17690"/>
                </a:lnTo>
                <a:cubicBezTo>
                  <a:pt x="11490" y="17721"/>
                  <a:pt x="11490" y="17782"/>
                  <a:pt x="11551" y="17842"/>
                </a:cubicBezTo>
                <a:lnTo>
                  <a:pt x="11612" y="17873"/>
                </a:lnTo>
                <a:cubicBezTo>
                  <a:pt x="11733" y="17873"/>
                  <a:pt x="11825" y="17690"/>
                  <a:pt x="11855" y="17630"/>
                </a:cubicBezTo>
                <a:cubicBezTo>
                  <a:pt x="11855" y="17569"/>
                  <a:pt x="12037" y="17447"/>
                  <a:pt x="12250" y="17356"/>
                </a:cubicBezTo>
                <a:lnTo>
                  <a:pt x="12433" y="17234"/>
                </a:lnTo>
                <a:cubicBezTo>
                  <a:pt x="12493" y="17204"/>
                  <a:pt x="12585" y="17204"/>
                  <a:pt x="12615" y="17204"/>
                </a:cubicBezTo>
                <a:lnTo>
                  <a:pt x="12645" y="17234"/>
                </a:lnTo>
                <a:cubicBezTo>
                  <a:pt x="12656" y="17245"/>
                  <a:pt x="12673" y="17249"/>
                  <a:pt x="12695" y="17249"/>
                </a:cubicBezTo>
                <a:cubicBezTo>
                  <a:pt x="12792" y="17249"/>
                  <a:pt x="12982" y="17170"/>
                  <a:pt x="13094" y="17170"/>
                </a:cubicBezTo>
                <a:cubicBezTo>
                  <a:pt x="13108" y="17170"/>
                  <a:pt x="13120" y="17171"/>
                  <a:pt x="13132" y="17174"/>
                </a:cubicBezTo>
                <a:cubicBezTo>
                  <a:pt x="13253" y="17204"/>
                  <a:pt x="13344" y="17265"/>
                  <a:pt x="13405" y="17356"/>
                </a:cubicBezTo>
                <a:cubicBezTo>
                  <a:pt x="13405" y="17417"/>
                  <a:pt x="13466" y="17417"/>
                  <a:pt x="13466" y="17417"/>
                </a:cubicBezTo>
                <a:cubicBezTo>
                  <a:pt x="13466" y="17356"/>
                  <a:pt x="13496" y="17326"/>
                  <a:pt x="13496" y="17265"/>
                </a:cubicBezTo>
                <a:cubicBezTo>
                  <a:pt x="13496" y="17257"/>
                  <a:pt x="13503" y="17253"/>
                  <a:pt x="13515" y="17253"/>
                </a:cubicBezTo>
                <a:cubicBezTo>
                  <a:pt x="13547" y="17253"/>
                  <a:pt x="13620" y="17281"/>
                  <a:pt x="13709" y="17326"/>
                </a:cubicBezTo>
                <a:lnTo>
                  <a:pt x="13892" y="17326"/>
                </a:lnTo>
                <a:cubicBezTo>
                  <a:pt x="13945" y="17304"/>
                  <a:pt x="13984" y="17294"/>
                  <a:pt x="14005" y="17294"/>
                </a:cubicBezTo>
                <a:cubicBezTo>
                  <a:pt x="14042" y="17294"/>
                  <a:pt x="14020" y="17328"/>
                  <a:pt x="13922" y="17386"/>
                </a:cubicBezTo>
                <a:lnTo>
                  <a:pt x="13892" y="17478"/>
                </a:lnTo>
                <a:lnTo>
                  <a:pt x="13861" y="17538"/>
                </a:lnTo>
                <a:cubicBezTo>
                  <a:pt x="13892" y="17660"/>
                  <a:pt x="13770" y="17721"/>
                  <a:pt x="13588" y="17721"/>
                </a:cubicBezTo>
                <a:lnTo>
                  <a:pt x="13648" y="17569"/>
                </a:lnTo>
                <a:cubicBezTo>
                  <a:pt x="13648" y="17538"/>
                  <a:pt x="13618" y="17508"/>
                  <a:pt x="13588" y="17508"/>
                </a:cubicBezTo>
                <a:cubicBezTo>
                  <a:pt x="13496" y="17569"/>
                  <a:pt x="13436" y="17599"/>
                  <a:pt x="13344" y="17660"/>
                </a:cubicBezTo>
                <a:lnTo>
                  <a:pt x="13314" y="17690"/>
                </a:lnTo>
                <a:cubicBezTo>
                  <a:pt x="13253" y="17660"/>
                  <a:pt x="13192" y="17508"/>
                  <a:pt x="13192" y="17447"/>
                </a:cubicBezTo>
                <a:cubicBezTo>
                  <a:pt x="13192" y="17386"/>
                  <a:pt x="13040" y="17356"/>
                  <a:pt x="12980" y="17356"/>
                </a:cubicBezTo>
                <a:cubicBezTo>
                  <a:pt x="12919" y="17356"/>
                  <a:pt x="12949" y="17417"/>
                  <a:pt x="12980" y="17417"/>
                </a:cubicBezTo>
                <a:cubicBezTo>
                  <a:pt x="13040" y="17478"/>
                  <a:pt x="13071" y="17569"/>
                  <a:pt x="13132" y="17690"/>
                </a:cubicBezTo>
                <a:lnTo>
                  <a:pt x="13132" y="17812"/>
                </a:lnTo>
                <a:lnTo>
                  <a:pt x="13132" y="17842"/>
                </a:lnTo>
                <a:cubicBezTo>
                  <a:pt x="13056" y="17855"/>
                  <a:pt x="12981" y="17862"/>
                  <a:pt x="12905" y="17862"/>
                </a:cubicBezTo>
                <a:cubicBezTo>
                  <a:pt x="12798" y="17862"/>
                  <a:pt x="12691" y="17848"/>
                  <a:pt x="12585" y="17812"/>
                </a:cubicBezTo>
                <a:lnTo>
                  <a:pt x="12463" y="17630"/>
                </a:lnTo>
                <a:cubicBezTo>
                  <a:pt x="12437" y="17604"/>
                  <a:pt x="12401" y="17595"/>
                  <a:pt x="12365" y="17595"/>
                </a:cubicBezTo>
                <a:cubicBezTo>
                  <a:pt x="12316" y="17595"/>
                  <a:pt x="12268" y="17612"/>
                  <a:pt x="12250" y="17630"/>
                </a:cubicBezTo>
                <a:cubicBezTo>
                  <a:pt x="12250" y="17660"/>
                  <a:pt x="12281" y="17721"/>
                  <a:pt x="12311" y="17751"/>
                </a:cubicBezTo>
                <a:lnTo>
                  <a:pt x="12341" y="17812"/>
                </a:lnTo>
                <a:cubicBezTo>
                  <a:pt x="12433" y="17873"/>
                  <a:pt x="12372" y="17964"/>
                  <a:pt x="12311" y="17994"/>
                </a:cubicBezTo>
                <a:cubicBezTo>
                  <a:pt x="12250" y="18025"/>
                  <a:pt x="12554" y="18116"/>
                  <a:pt x="12676" y="18146"/>
                </a:cubicBezTo>
                <a:cubicBezTo>
                  <a:pt x="12708" y="18154"/>
                  <a:pt x="12737" y="18158"/>
                  <a:pt x="12759" y="18158"/>
                </a:cubicBezTo>
                <a:cubicBezTo>
                  <a:pt x="12821" y="18158"/>
                  <a:pt x="12842" y="18130"/>
                  <a:pt x="12797" y="18086"/>
                </a:cubicBezTo>
                <a:lnTo>
                  <a:pt x="12676" y="18086"/>
                </a:lnTo>
                <a:cubicBezTo>
                  <a:pt x="12676" y="18025"/>
                  <a:pt x="12706" y="17934"/>
                  <a:pt x="12767" y="17903"/>
                </a:cubicBezTo>
                <a:lnTo>
                  <a:pt x="12858" y="17964"/>
                </a:lnTo>
                <a:cubicBezTo>
                  <a:pt x="12980" y="18055"/>
                  <a:pt x="13132" y="18146"/>
                  <a:pt x="13284" y="18238"/>
                </a:cubicBezTo>
                <a:cubicBezTo>
                  <a:pt x="13324" y="18251"/>
                  <a:pt x="13365" y="18265"/>
                  <a:pt x="13398" y="18265"/>
                </a:cubicBezTo>
                <a:cubicBezTo>
                  <a:pt x="13438" y="18265"/>
                  <a:pt x="13466" y="18244"/>
                  <a:pt x="13466" y="18177"/>
                </a:cubicBezTo>
                <a:cubicBezTo>
                  <a:pt x="13466" y="18055"/>
                  <a:pt x="13618" y="18086"/>
                  <a:pt x="13618" y="18055"/>
                </a:cubicBezTo>
                <a:lnTo>
                  <a:pt x="13618" y="17934"/>
                </a:lnTo>
                <a:lnTo>
                  <a:pt x="13618" y="17903"/>
                </a:lnTo>
                <a:cubicBezTo>
                  <a:pt x="13588" y="17873"/>
                  <a:pt x="13770" y="17842"/>
                  <a:pt x="13831" y="17842"/>
                </a:cubicBezTo>
                <a:cubicBezTo>
                  <a:pt x="13892" y="17842"/>
                  <a:pt x="13983" y="18025"/>
                  <a:pt x="13922" y="18086"/>
                </a:cubicBezTo>
                <a:cubicBezTo>
                  <a:pt x="13831" y="18116"/>
                  <a:pt x="14013" y="18177"/>
                  <a:pt x="14104" y="18207"/>
                </a:cubicBezTo>
                <a:cubicBezTo>
                  <a:pt x="14111" y="18210"/>
                  <a:pt x="14117" y="18212"/>
                  <a:pt x="14123" y="18212"/>
                </a:cubicBezTo>
                <a:cubicBezTo>
                  <a:pt x="14171" y="18212"/>
                  <a:pt x="14195" y="18113"/>
                  <a:pt x="14195" y="18086"/>
                </a:cubicBezTo>
                <a:cubicBezTo>
                  <a:pt x="14195" y="17994"/>
                  <a:pt x="14195" y="17873"/>
                  <a:pt x="14195" y="17782"/>
                </a:cubicBezTo>
                <a:lnTo>
                  <a:pt x="14074" y="17690"/>
                </a:lnTo>
                <a:cubicBezTo>
                  <a:pt x="14044" y="17690"/>
                  <a:pt x="14104" y="17599"/>
                  <a:pt x="14135" y="17569"/>
                </a:cubicBezTo>
                <a:lnTo>
                  <a:pt x="14195" y="17508"/>
                </a:lnTo>
                <a:cubicBezTo>
                  <a:pt x="14287" y="17478"/>
                  <a:pt x="14347" y="17417"/>
                  <a:pt x="14287" y="17417"/>
                </a:cubicBezTo>
                <a:lnTo>
                  <a:pt x="14226" y="17417"/>
                </a:lnTo>
                <a:cubicBezTo>
                  <a:pt x="14195" y="17417"/>
                  <a:pt x="14408" y="17295"/>
                  <a:pt x="14439" y="17234"/>
                </a:cubicBezTo>
                <a:cubicBezTo>
                  <a:pt x="14469" y="17143"/>
                  <a:pt x="14530" y="17083"/>
                  <a:pt x="14591" y="17052"/>
                </a:cubicBezTo>
                <a:cubicBezTo>
                  <a:pt x="14594" y="17049"/>
                  <a:pt x="14598" y="17047"/>
                  <a:pt x="14602" y="17047"/>
                </a:cubicBezTo>
                <a:cubicBezTo>
                  <a:pt x="14634" y="17047"/>
                  <a:pt x="14682" y="17147"/>
                  <a:pt x="14682" y="17174"/>
                </a:cubicBezTo>
                <a:cubicBezTo>
                  <a:pt x="14773" y="17265"/>
                  <a:pt x="14864" y="17295"/>
                  <a:pt x="14986" y="17295"/>
                </a:cubicBezTo>
                <a:cubicBezTo>
                  <a:pt x="15138" y="17265"/>
                  <a:pt x="15290" y="17234"/>
                  <a:pt x="15472" y="17204"/>
                </a:cubicBezTo>
                <a:lnTo>
                  <a:pt x="15624" y="17174"/>
                </a:lnTo>
                <a:cubicBezTo>
                  <a:pt x="15654" y="17174"/>
                  <a:pt x="15654" y="17083"/>
                  <a:pt x="15715" y="17052"/>
                </a:cubicBezTo>
                <a:lnTo>
                  <a:pt x="15867" y="17052"/>
                </a:lnTo>
                <a:cubicBezTo>
                  <a:pt x="15958" y="17083"/>
                  <a:pt x="16019" y="17174"/>
                  <a:pt x="16110" y="17204"/>
                </a:cubicBezTo>
                <a:lnTo>
                  <a:pt x="16262" y="17234"/>
                </a:lnTo>
                <a:cubicBezTo>
                  <a:pt x="16293" y="17143"/>
                  <a:pt x="16354" y="17052"/>
                  <a:pt x="16384" y="17052"/>
                </a:cubicBezTo>
                <a:cubicBezTo>
                  <a:pt x="16475" y="17098"/>
                  <a:pt x="16566" y="17121"/>
                  <a:pt x="16654" y="17121"/>
                </a:cubicBezTo>
                <a:cubicBezTo>
                  <a:pt x="16741" y="17121"/>
                  <a:pt x="16825" y="17098"/>
                  <a:pt x="16901" y="17052"/>
                </a:cubicBezTo>
                <a:lnTo>
                  <a:pt x="17022" y="17022"/>
                </a:lnTo>
                <a:cubicBezTo>
                  <a:pt x="17053" y="17083"/>
                  <a:pt x="17113" y="17174"/>
                  <a:pt x="17174" y="17204"/>
                </a:cubicBezTo>
                <a:cubicBezTo>
                  <a:pt x="17180" y="17207"/>
                  <a:pt x="17188" y="17208"/>
                  <a:pt x="17197" y="17208"/>
                </a:cubicBezTo>
                <a:cubicBezTo>
                  <a:pt x="17272" y="17208"/>
                  <a:pt x="17459" y="17129"/>
                  <a:pt x="17585" y="17129"/>
                </a:cubicBezTo>
                <a:cubicBezTo>
                  <a:pt x="17614" y="17129"/>
                  <a:pt x="17640" y="17133"/>
                  <a:pt x="17661" y="17143"/>
                </a:cubicBezTo>
                <a:cubicBezTo>
                  <a:pt x="17696" y="17161"/>
                  <a:pt x="17714" y="17168"/>
                  <a:pt x="17719" y="17168"/>
                </a:cubicBezTo>
                <a:cubicBezTo>
                  <a:pt x="17731" y="17168"/>
                  <a:pt x="17673" y="17125"/>
                  <a:pt x="17630" y="17083"/>
                </a:cubicBezTo>
                <a:cubicBezTo>
                  <a:pt x="17569" y="17052"/>
                  <a:pt x="17630" y="17022"/>
                  <a:pt x="17782" y="17022"/>
                </a:cubicBezTo>
                <a:lnTo>
                  <a:pt x="17873" y="17022"/>
                </a:lnTo>
                <a:cubicBezTo>
                  <a:pt x="17965" y="17022"/>
                  <a:pt x="18086" y="17083"/>
                  <a:pt x="18147" y="17083"/>
                </a:cubicBezTo>
                <a:cubicBezTo>
                  <a:pt x="18208" y="17083"/>
                  <a:pt x="18360" y="17052"/>
                  <a:pt x="18360" y="17022"/>
                </a:cubicBezTo>
                <a:cubicBezTo>
                  <a:pt x="18360" y="16931"/>
                  <a:pt x="18398" y="16908"/>
                  <a:pt x="18447" y="16908"/>
                </a:cubicBezTo>
                <a:cubicBezTo>
                  <a:pt x="18496" y="16908"/>
                  <a:pt x="18557" y="16931"/>
                  <a:pt x="18603" y="16931"/>
                </a:cubicBezTo>
                <a:lnTo>
                  <a:pt x="18816" y="16870"/>
                </a:lnTo>
                <a:cubicBezTo>
                  <a:pt x="18816" y="16921"/>
                  <a:pt x="18843" y="16940"/>
                  <a:pt x="18879" y="16940"/>
                </a:cubicBezTo>
                <a:cubicBezTo>
                  <a:pt x="18928" y="16940"/>
                  <a:pt x="18993" y="16905"/>
                  <a:pt x="19028" y="16870"/>
                </a:cubicBezTo>
                <a:cubicBezTo>
                  <a:pt x="19050" y="16848"/>
                  <a:pt x="19083" y="16838"/>
                  <a:pt x="19122" y="16838"/>
                </a:cubicBezTo>
                <a:cubicBezTo>
                  <a:pt x="19193" y="16838"/>
                  <a:pt x="19284" y="16872"/>
                  <a:pt x="19363" y="16931"/>
                </a:cubicBezTo>
                <a:lnTo>
                  <a:pt x="19758" y="16931"/>
                </a:lnTo>
                <a:cubicBezTo>
                  <a:pt x="19804" y="16938"/>
                  <a:pt x="19847" y="16942"/>
                  <a:pt x="19887" y="16942"/>
                </a:cubicBezTo>
                <a:cubicBezTo>
                  <a:pt x="20005" y="16942"/>
                  <a:pt x="20085" y="16908"/>
                  <a:pt x="20062" y="16839"/>
                </a:cubicBezTo>
                <a:lnTo>
                  <a:pt x="20183" y="16809"/>
                </a:lnTo>
                <a:cubicBezTo>
                  <a:pt x="20244" y="16809"/>
                  <a:pt x="20305" y="16748"/>
                  <a:pt x="20366" y="16748"/>
                </a:cubicBezTo>
                <a:lnTo>
                  <a:pt x="20396" y="16748"/>
                </a:lnTo>
                <a:cubicBezTo>
                  <a:pt x="20400" y="16750"/>
                  <a:pt x="20404" y="16751"/>
                  <a:pt x="20408" y="16751"/>
                </a:cubicBezTo>
                <a:cubicBezTo>
                  <a:pt x="20478" y="16751"/>
                  <a:pt x="20647" y="16535"/>
                  <a:pt x="20761" y="16535"/>
                </a:cubicBezTo>
                <a:cubicBezTo>
                  <a:pt x="20883" y="16566"/>
                  <a:pt x="21004" y="16596"/>
                  <a:pt x="21095" y="16687"/>
                </a:cubicBezTo>
                <a:lnTo>
                  <a:pt x="21095" y="16809"/>
                </a:lnTo>
                <a:cubicBezTo>
                  <a:pt x="21072" y="16855"/>
                  <a:pt x="21080" y="16870"/>
                  <a:pt x="21101" y="16870"/>
                </a:cubicBezTo>
                <a:cubicBezTo>
                  <a:pt x="21136" y="16870"/>
                  <a:pt x="21209" y="16828"/>
                  <a:pt x="21247" y="16809"/>
                </a:cubicBezTo>
                <a:cubicBezTo>
                  <a:pt x="21278" y="16748"/>
                  <a:pt x="21521" y="16596"/>
                  <a:pt x="21551" y="16535"/>
                </a:cubicBezTo>
                <a:cubicBezTo>
                  <a:pt x="21561" y="16515"/>
                  <a:pt x="21568" y="16505"/>
                  <a:pt x="21572" y="16505"/>
                </a:cubicBezTo>
                <a:lnTo>
                  <a:pt x="21572" y="16505"/>
                </a:lnTo>
                <a:cubicBezTo>
                  <a:pt x="21578" y="16505"/>
                  <a:pt x="21572" y="16546"/>
                  <a:pt x="21551" y="16627"/>
                </a:cubicBezTo>
                <a:lnTo>
                  <a:pt x="21734" y="16657"/>
                </a:lnTo>
                <a:lnTo>
                  <a:pt x="21916" y="16687"/>
                </a:lnTo>
                <a:cubicBezTo>
                  <a:pt x="21984" y="16619"/>
                  <a:pt x="22087" y="16585"/>
                  <a:pt x="22198" y="16585"/>
                </a:cubicBezTo>
                <a:cubicBezTo>
                  <a:pt x="22235" y="16585"/>
                  <a:pt x="22273" y="16589"/>
                  <a:pt x="22311" y="16596"/>
                </a:cubicBezTo>
                <a:lnTo>
                  <a:pt x="22372" y="16657"/>
                </a:lnTo>
                <a:cubicBezTo>
                  <a:pt x="22463" y="16718"/>
                  <a:pt x="22524" y="16839"/>
                  <a:pt x="22615" y="16900"/>
                </a:cubicBezTo>
                <a:cubicBezTo>
                  <a:pt x="22676" y="16870"/>
                  <a:pt x="22706" y="16839"/>
                  <a:pt x="22676" y="16779"/>
                </a:cubicBezTo>
                <a:cubicBezTo>
                  <a:pt x="22676" y="16748"/>
                  <a:pt x="22949" y="16657"/>
                  <a:pt x="23041" y="16627"/>
                </a:cubicBezTo>
                <a:cubicBezTo>
                  <a:pt x="23078" y="16614"/>
                  <a:pt x="23121" y="16607"/>
                  <a:pt x="23165" y="16607"/>
                </a:cubicBezTo>
                <a:cubicBezTo>
                  <a:pt x="23227" y="16607"/>
                  <a:pt x="23291" y="16621"/>
                  <a:pt x="23345" y="16657"/>
                </a:cubicBezTo>
                <a:cubicBezTo>
                  <a:pt x="23390" y="16672"/>
                  <a:pt x="23428" y="16680"/>
                  <a:pt x="23466" y="16680"/>
                </a:cubicBezTo>
                <a:cubicBezTo>
                  <a:pt x="23504" y="16680"/>
                  <a:pt x="23542" y="16672"/>
                  <a:pt x="23588" y="16657"/>
                </a:cubicBezTo>
                <a:lnTo>
                  <a:pt x="23679" y="16627"/>
                </a:lnTo>
                <a:cubicBezTo>
                  <a:pt x="23740" y="16596"/>
                  <a:pt x="23861" y="16566"/>
                  <a:pt x="23861" y="16535"/>
                </a:cubicBezTo>
                <a:lnTo>
                  <a:pt x="23831" y="16323"/>
                </a:lnTo>
                <a:cubicBezTo>
                  <a:pt x="23953" y="16262"/>
                  <a:pt x="24044" y="16171"/>
                  <a:pt x="24135" y="16049"/>
                </a:cubicBezTo>
                <a:lnTo>
                  <a:pt x="24135" y="16049"/>
                </a:lnTo>
                <a:cubicBezTo>
                  <a:pt x="24135" y="16049"/>
                  <a:pt x="23861" y="16201"/>
                  <a:pt x="23770" y="16262"/>
                </a:cubicBezTo>
                <a:cubicBezTo>
                  <a:pt x="23738" y="16283"/>
                  <a:pt x="23706" y="16293"/>
                  <a:pt x="23677" y="16293"/>
                </a:cubicBezTo>
                <a:cubicBezTo>
                  <a:pt x="23626" y="16293"/>
                  <a:pt x="23588" y="16260"/>
                  <a:pt x="23588" y="16201"/>
                </a:cubicBezTo>
                <a:lnTo>
                  <a:pt x="23405" y="16231"/>
                </a:lnTo>
                <a:lnTo>
                  <a:pt x="23223" y="16231"/>
                </a:lnTo>
                <a:cubicBezTo>
                  <a:pt x="23253" y="16140"/>
                  <a:pt x="23314" y="16019"/>
                  <a:pt x="23375" y="15927"/>
                </a:cubicBezTo>
                <a:cubicBezTo>
                  <a:pt x="23378" y="15924"/>
                  <a:pt x="23383" y="15923"/>
                  <a:pt x="23388" y="15923"/>
                </a:cubicBezTo>
                <a:cubicBezTo>
                  <a:pt x="23431" y="15923"/>
                  <a:pt x="23530" y="16022"/>
                  <a:pt x="23557" y="16049"/>
                </a:cubicBezTo>
                <a:cubicBezTo>
                  <a:pt x="23561" y="16052"/>
                  <a:pt x="23568" y="16054"/>
                  <a:pt x="23578" y="16054"/>
                </a:cubicBezTo>
                <a:cubicBezTo>
                  <a:pt x="23659" y="16054"/>
                  <a:pt x="23935" y="15955"/>
                  <a:pt x="24044" y="15927"/>
                </a:cubicBezTo>
                <a:cubicBezTo>
                  <a:pt x="24076" y="15906"/>
                  <a:pt x="24112" y="15896"/>
                  <a:pt x="24148" y="15896"/>
                </a:cubicBezTo>
                <a:cubicBezTo>
                  <a:pt x="24213" y="15896"/>
                  <a:pt x="24278" y="15929"/>
                  <a:pt x="24317" y="15988"/>
                </a:cubicBezTo>
                <a:cubicBezTo>
                  <a:pt x="24317" y="16019"/>
                  <a:pt x="24591" y="16019"/>
                  <a:pt x="24652" y="16079"/>
                </a:cubicBezTo>
                <a:cubicBezTo>
                  <a:pt x="24682" y="16140"/>
                  <a:pt x="24652" y="16201"/>
                  <a:pt x="24560" y="16201"/>
                </a:cubicBezTo>
                <a:lnTo>
                  <a:pt x="24469" y="16201"/>
                </a:lnTo>
                <a:lnTo>
                  <a:pt x="24044" y="16292"/>
                </a:lnTo>
                <a:cubicBezTo>
                  <a:pt x="24155" y="16381"/>
                  <a:pt x="24283" y="16438"/>
                  <a:pt x="24414" y="16438"/>
                </a:cubicBezTo>
                <a:cubicBezTo>
                  <a:pt x="24463" y="16438"/>
                  <a:pt x="24512" y="16430"/>
                  <a:pt x="24560" y="16414"/>
                </a:cubicBezTo>
                <a:cubicBezTo>
                  <a:pt x="24593" y="16406"/>
                  <a:pt x="24626" y="16402"/>
                  <a:pt x="24658" y="16402"/>
                </a:cubicBezTo>
                <a:cubicBezTo>
                  <a:pt x="24745" y="16402"/>
                  <a:pt x="24828" y="16430"/>
                  <a:pt x="24895" y="16475"/>
                </a:cubicBezTo>
                <a:cubicBezTo>
                  <a:pt x="24906" y="16486"/>
                  <a:pt x="24918" y="16491"/>
                  <a:pt x="24929" y="16491"/>
                </a:cubicBezTo>
                <a:cubicBezTo>
                  <a:pt x="24978" y="16491"/>
                  <a:pt x="25022" y="16402"/>
                  <a:pt x="25047" y="16353"/>
                </a:cubicBezTo>
                <a:cubicBezTo>
                  <a:pt x="25047" y="16328"/>
                  <a:pt x="25051" y="16317"/>
                  <a:pt x="25059" y="16317"/>
                </a:cubicBezTo>
                <a:cubicBezTo>
                  <a:pt x="25080" y="16317"/>
                  <a:pt x="25124" y="16395"/>
                  <a:pt x="25168" y="16505"/>
                </a:cubicBezTo>
                <a:lnTo>
                  <a:pt x="25229" y="16627"/>
                </a:lnTo>
                <a:cubicBezTo>
                  <a:pt x="25260" y="16657"/>
                  <a:pt x="25290" y="16687"/>
                  <a:pt x="25351" y="16687"/>
                </a:cubicBezTo>
                <a:cubicBezTo>
                  <a:pt x="25472" y="16657"/>
                  <a:pt x="25381" y="16657"/>
                  <a:pt x="25351" y="16596"/>
                </a:cubicBezTo>
                <a:cubicBezTo>
                  <a:pt x="25320" y="16535"/>
                  <a:pt x="25351" y="16475"/>
                  <a:pt x="25442" y="16444"/>
                </a:cubicBezTo>
                <a:cubicBezTo>
                  <a:pt x="25507" y="16444"/>
                  <a:pt x="25526" y="16522"/>
                  <a:pt x="25586" y="16522"/>
                </a:cubicBezTo>
                <a:cubicBezTo>
                  <a:pt x="25611" y="16522"/>
                  <a:pt x="25642" y="16509"/>
                  <a:pt x="25685" y="16475"/>
                </a:cubicBezTo>
                <a:cubicBezTo>
                  <a:pt x="25731" y="16459"/>
                  <a:pt x="25784" y="16452"/>
                  <a:pt x="25841" y="16452"/>
                </a:cubicBezTo>
                <a:cubicBezTo>
                  <a:pt x="25898" y="16452"/>
                  <a:pt x="25959" y="16459"/>
                  <a:pt x="26019" y="16475"/>
                </a:cubicBezTo>
                <a:cubicBezTo>
                  <a:pt x="26050" y="16490"/>
                  <a:pt x="26080" y="16497"/>
                  <a:pt x="26111" y="16497"/>
                </a:cubicBezTo>
                <a:cubicBezTo>
                  <a:pt x="26141" y="16497"/>
                  <a:pt x="26171" y="16490"/>
                  <a:pt x="26202" y="16475"/>
                </a:cubicBezTo>
                <a:cubicBezTo>
                  <a:pt x="26263" y="16459"/>
                  <a:pt x="26331" y="16452"/>
                  <a:pt x="26399" y="16452"/>
                </a:cubicBezTo>
                <a:cubicBezTo>
                  <a:pt x="26468" y="16452"/>
                  <a:pt x="26536" y="16459"/>
                  <a:pt x="26597" y="16475"/>
                </a:cubicBezTo>
                <a:cubicBezTo>
                  <a:pt x="26623" y="16485"/>
                  <a:pt x="26648" y="16489"/>
                  <a:pt x="26671" y="16489"/>
                </a:cubicBezTo>
                <a:cubicBezTo>
                  <a:pt x="26759" y="16489"/>
                  <a:pt x="26830" y="16430"/>
                  <a:pt x="26918" y="16430"/>
                </a:cubicBezTo>
                <a:cubicBezTo>
                  <a:pt x="26941" y="16430"/>
                  <a:pt x="26966" y="16434"/>
                  <a:pt x="26992" y="16444"/>
                </a:cubicBezTo>
                <a:lnTo>
                  <a:pt x="27083" y="16475"/>
                </a:lnTo>
                <a:cubicBezTo>
                  <a:pt x="27174" y="16475"/>
                  <a:pt x="27266" y="16444"/>
                  <a:pt x="27357" y="16414"/>
                </a:cubicBezTo>
                <a:lnTo>
                  <a:pt x="27387" y="16383"/>
                </a:lnTo>
                <a:cubicBezTo>
                  <a:pt x="27418" y="16353"/>
                  <a:pt x="27478" y="16323"/>
                  <a:pt x="27509" y="16323"/>
                </a:cubicBezTo>
                <a:lnTo>
                  <a:pt x="27661" y="16353"/>
                </a:lnTo>
                <a:cubicBezTo>
                  <a:pt x="27722" y="16383"/>
                  <a:pt x="27790" y="16399"/>
                  <a:pt x="27855" y="16399"/>
                </a:cubicBezTo>
                <a:cubicBezTo>
                  <a:pt x="27919" y="16399"/>
                  <a:pt x="27980" y="16383"/>
                  <a:pt x="28026" y="16353"/>
                </a:cubicBezTo>
                <a:cubicBezTo>
                  <a:pt x="28034" y="16345"/>
                  <a:pt x="28046" y="16341"/>
                  <a:pt x="28062" y="16341"/>
                </a:cubicBezTo>
                <a:cubicBezTo>
                  <a:pt x="28105" y="16341"/>
                  <a:pt x="28172" y="16369"/>
                  <a:pt x="28238" y="16414"/>
                </a:cubicBezTo>
                <a:lnTo>
                  <a:pt x="28329" y="16475"/>
                </a:lnTo>
                <a:lnTo>
                  <a:pt x="28360" y="16475"/>
                </a:lnTo>
                <a:cubicBezTo>
                  <a:pt x="28421" y="16475"/>
                  <a:pt x="28481" y="16414"/>
                  <a:pt x="28481" y="16383"/>
                </a:cubicBezTo>
                <a:lnTo>
                  <a:pt x="28481" y="16323"/>
                </a:lnTo>
                <a:cubicBezTo>
                  <a:pt x="28481" y="16307"/>
                  <a:pt x="28474" y="16307"/>
                  <a:pt x="28466" y="16307"/>
                </a:cubicBezTo>
                <a:cubicBezTo>
                  <a:pt x="28459" y="16307"/>
                  <a:pt x="28451" y="16307"/>
                  <a:pt x="28451" y="16292"/>
                </a:cubicBezTo>
                <a:cubicBezTo>
                  <a:pt x="28451" y="16262"/>
                  <a:pt x="28421" y="16231"/>
                  <a:pt x="28451" y="16231"/>
                </a:cubicBezTo>
                <a:lnTo>
                  <a:pt x="28542" y="16231"/>
                </a:lnTo>
                <a:lnTo>
                  <a:pt x="28633" y="16353"/>
                </a:lnTo>
                <a:cubicBezTo>
                  <a:pt x="28785" y="16535"/>
                  <a:pt x="28785" y="16657"/>
                  <a:pt x="28664" y="16657"/>
                </a:cubicBezTo>
                <a:lnTo>
                  <a:pt x="28603" y="16657"/>
                </a:lnTo>
                <a:cubicBezTo>
                  <a:pt x="28573" y="16657"/>
                  <a:pt x="28542" y="16687"/>
                  <a:pt x="28512" y="16718"/>
                </a:cubicBezTo>
                <a:cubicBezTo>
                  <a:pt x="28481" y="16809"/>
                  <a:pt x="28603" y="16809"/>
                  <a:pt x="28694" y="16809"/>
                </a:cubicBezTo>
                <a:lnTo>
                  <a:pt x="28725" y="16809"/>
                </a:lnTo>
                <a:cubicBezTo>
                  <a:pt x="28816" y="16809"/>
                  <a:pt x="28907" y="16779"/>
                  <a:pt x="28968" y="16718"/>
                </a:cubicBezTo>
                <a:lnTo>
                  <a:pt x="29089" y="16779"/>
                </a:lnTo>
                <a:cubicBezTo>
                  <a:pt x="29120" y="16779"/>
                  <a:pt x="29181" y="16779"/>
                  <a:pt x="29211" y="16748"/>
                </a:cubicBezTo>
                <a:cubicBezTo>
                  <a:pt x="29241" y="16718"/>
                  <a:pt x="29241" y="16687"/>
                  <a:pt x="29211" y="16657"/>
                </a:cubicBezTo>
                <a:cubicBezTo>
                  <a:pt x="29181" y="16627"/>
                  <a:pt x="29150" y="16596"/>
                  <a:pt x="29089" y="16566"/>
                </a:cubicBezTo>
                <a:cubicBezTo>
                  <a:pt x="29029" y="16505"/>
                  <a:pt x="28877" y="16566"/>
                  <a:pt x="28937" y="16414"/>
                </a:cubicBezTo>
                <a:lnTo>
                  <a:pt x="28968" y="16353"/>
                </a:lnTo>
                <a:cubicBezTo>
                  <a:pt x="28983" y="16330"/>
                  <a:pt x="29005" y="16320"/>
                  <a:pt x="29030" y="16320"/>
                </a:cubicBezTo>
                <a:cubicBezTo>
                  <a:pt x="29101" y="16320"/>
                  <a:pt x="29196" y="16399"/>
                  <a:pt x="29241" y="16444"/>
                </a:cubicBezTo>
                <a:cubicBezTo>
                  <a:pt x="29250" y="16470"/>
                  <a:pt x="29276" y="16481"/>
                  <a:pt x="29314" y="16481"/>
                </a:cubicBezTo>
                <a:cubicBezTo>
                  <a:pt x="29412" y="16481"/>
                  <a:pt x="29592" y="16410"/>
                  <a:pt x="29788" y="16323"/>
                </a:cubicBezTo>
                <a:lnTo>
                  <a:pt x="30062" y="16292"/>
                </a:lnTo>
                <a:lnTo>
                  <a:pt x="30366" y="16262"/>
                </a:lnTo>
                <a:cubicBezTo>
                  <a:pt x="30396" y="16079"/>
                  <a:pt x="30396" y="15897"/>
                  <a:pt x="30366" y="15715"/>
                </a:cubicBezTo>
                <a:cubicBezTo>
                  <a:pt x="30366" y="15684"/>
                  <a:pt x="30457" y="15624"/>
                  <a:pt x="30640" y="15593"/>
                </a:cubicBezTo>
                <a:lnTo>
                  <a:pt x="30700" y="15715"/>
                </a:lnTo>
                <a:cubicBezTo>
                  <a:pt x="30731" y="15745"/>
                  <a:pt x="30670" y="15775"/>
                  <a:pt x="30670" y="15836"/>
                </a:cubicBezTo>
                <a:cubicBezTo>
                  <a:pt x="30670" y="15897"/>
                  <a:pt x="30670" y="15958"/>
                  <a:pt x="30700" y="16019"/>
                </a:cubicBezTo>
                <a:cubicBezTo>
                  <a:pt x="30700" y="16079"/>
                  <a:pt x="30731" y="16171"/>
                  <a:pt x="30761" y="16171"/>
                </a:cubicBezTo>
                <a:cubicBezTo>
                  <a:pt x="30761" y="16171"/>
                  <a:pt x="30700" y="16201"/>
                  <a:pt x="30670" y="16201"/>
                </a:cubicBezTo>
                <a:lnTo>
                  <a:pt x="30579" y="16231"/>
                </a:lnTo>
                <a:cubicBezTo>
                  <a:pt x="30488" y="16292"/>
                  <a:pt x="30518" y="16475"/>
                  <a:pt x="30548" y="16535"/>
                </a:cubicBezTo>
                <a:cubicBezTo>
                  <a:pt x="30553" y="16540"/>
                  <a:pt x="30560" y="16543"/>
                  <a:pt x="30568" y="16543"/>
                </a:cubicBezTo>
                <a:cubicBezTo>
                  <a:pt x="30608" y="16543"/>
                  <a:pt x="30680" y="16480"/>
                  <a:pt x="30731" y="16353"/>
                </a:cubicBezTo>
                <a:lnTo>
                  <a:pt x="30913" y="16292"/>
                </a:lnTo>
                <a:cubicBezTo>
                  <a:pt x="30916" y="16290"/>
                  <a:pt x="30918" y="16289"/>
                  <a:pt x="30922" y="16289"/>
                </a:cubicBezTo>
                <a:cubicBezTo>
                  <a:pt x="30944" y="16289"/>
                  <a:pt x="30984" y="16344"/>
                  <a:pt x="31017" y="16344"/>
                </a:cubicBezTo>
                <a:cubicBezTo>
                  <a:pt x="31037" y="16344"/>
                  <a:pt x="31055" y="16324"/>
                  <a:pt x="31065" y="16262"/>
                </a:cubicBezTo>
                <a:cubicBezTo>
                  <a:pt x="31096" y="16201"/>
                  <a:pt x="31187" y="16140"/>
                  <a:pt x="31278" y="16079"/>
                </a:cubicBezTo>
                <a:cubicBezTo>
                  <a:pt x="31308" y="16064"/>
                  <a:pt x="31354" y="16057"/>
                  <a:pt x="31392" y="16057"/>
                </a:cubicBezTo>
                <a:cubicBezTo>
                  <a:pt x="31430" y="16057"/>
                  <a:pt x="31460" y="16064"/>
                  <a:pt x="31460" y="16079"/>
                </a:cubicBezTo>
                <a:cubicBezTo>
                  <a:pt x="31491" y="16110"/>
                  <a:pt x="31399" y="16171"/>
                  <a:pt x="31399" y="16231"/>
                </a:cubicBezTo>
                <a:cubicBezTo>
                  <a:pt x="31430" y="16262"/>
                  <a:pt x="31582" y="16262"/>
                  <a:pt x="31612" y="16262"/>
                </a:cubicBezTo>
                <a:cubicBezTo>
                  <a:pt x="31643" y="16262"/>
                  <a:pt x="31825" y="16049"/>
                  <a:pt x="31886" y="15988"/>
                </a:cubicBezTo>
                <a:cubicBezTo>
                  <a:pt x="31910" y="15980"/>
                  <a:pt x="31937" y="15976"/>
                  <a:pt x="31964" y="15976"/>
                </a:cubicBezTo>
                <a:cubicBezTo>
                  <a:pt x="32038" y="15976"/>
                  <a:pt x="32115" y="16005"/>
                  <a:pt x="32159" y="16049"/>
                </a:cubicBezTo>
                <a:lnTo>
                  <a:pt x="32220" y="16110"/>
                </a:lnTo>
                <a:cubicBezTo>
                  <a:pt x="32251" y="16140"/>
                  <a:pt x="32311" y="16201"/>
                  <a:pt x="32342" y="16201"/>
                </a:cubicBezTo>
                <a:cubicBezTo>
                  <a:pt x="32433" y="16171"/>
                  <a:pt x="32433" y="16079"/>
                  <a:pt x="32372" y="16019"/>
                </a:cubicBezTo>
                <a:cubicBezTo>
                  <a:pt x="32281" y="15988"/>
                  <a:pt x="32311" y="15897"/>
                  <a:pt x="32372" y="15867"/>
                </a:cubicBezTo>
                <a:cubicBezTo>
                  <a:pt x="32378" y="15861"/>
                  <a:pt x="32386" y="15859"/>
                  <a:pt x="32397" y="15859"/>
                </a:cubicBezTo>
                <a:cubicBezTo>
                  <a:pt x="32444" y="15859"/>
                  <a:pt x="32530" y="15908"/>
                  <a:pt x="32555" y="15958"/>
                </a:cubicBezTo>
                <a:lnTo>
                  <a:pt x="32615" y="15988"/>
                </a:lnTo>
                <a:cubicBezTo>
                  <a:pt x="32615" y="16049"/>
                  <a:pt x="32646" y="16110"/>
                  <a:pt x="32646" y="16140"/>
                </a:cubicBezTo>
                <a:cubicBezTo>
                  <a:pt x="32767" y="16201"/>
                  <a:pt x="32858" y="16262"/>
                  <a:pt x="32980" y="16323"/>
                </a:cubicBezTo>
                <a:lnTo>
                  <a:pt x="33132" y="16353"/>
                </a:lnTo>
                <a:lnTo>
                  <a:pt x="33345" y="16383"/>
                </a:lnTo>
                <a:cubicBezTo>
                  <a:pt x="33436" y="16292"/>
                  <a:pt x="33436" y="16171"/>
                  <a:pt x="33406" y="16140"/>
                </a:cubicBezTo>
                <a:cubicBezTo>
                  <a:pt x="33375" y="16140"/>
                  <a:pt x="33345" y="15958"/>
                  <a:pt x="33406" y="15927"/>
                </a:cubicBezTo>
                <a:cubicBezTo>
                  <a:pt x="33410" y="15923"/>
                  <a:pt x="33416" y="15921"/>
                  <a:pt x="33424" y="15921"/>
                </a:cubicBezTo>
                <a:cubicBezTo>
                  <a:pt x="33475" y="15921"/>
                  <a:pt x="33592" y="15997"/>
                  <a:pt x="33618" y="16049"/>
                </a:cubicBezTo>
                <a:cubicBezTo>
                  <a:pt x="33626" y="16057"/>
                  <a:pt x="33635" y="16060"/>
                  <a:pt x="33646" y="16060"/>
                </a:cubicBezTo>
                <a:cubicBezTo>
                  <a:pt x="33679" y="16060"/>
                  <a:pt x="33725" y="16026"/>
                  <a:pt x="33770" y="15958"/>
                </a:cubicBezTo>
                <a:lnTo>
                  <a:pt x="33801" y="15958"/>
                </a:lnTo>
                <a:lnTo>
                  <a:pt x="33983" y="15927"/>
                </a:lnTo>
                <a:cubicBezTo>
                  <a:pt x="33983" y="16019"/>
                  <a:pt x="34196" y="16323"/>
                  <a:pt x="34317" y="16353"/>
                </a:cubicBezTo>
                <a:cubicBezTo>
                  <a:pt x="34469" y="16353"/>
                  <a:pt x="34591" y="16049"/>
                  <a:pt x="34561" y="15927"/>
                </a:cubicBezTo>
                <a:cubicBezTo>
                  <a:pt x="34547" y="15874"/>
                  <a:pt x="34557" y="15850"/>
                  <a:pt x="34581" y="15850"/>
                </a:cubicBezTo>
                <a:cubicBezTo>
                  <a:pt x="34610" y="15850"/>
                  <a:pt x="34661" y="15890"/>
                  <a:pt x="34713" y="15958"/>
                </a:cubicBezTo>
                <a:lnTo>
                  <a:pt x="35077" y="15958"/>
                </a:lnTo>
                <a:cubicBezTo>
                  <a:pt x="35260" y="15927"/>
                  <a:pt x="35442" y="15897"/>
                  <a:pt x="35624" y="15836"/>
                </a:cubicBezTo>
                <a:lnTo>
                  <a:pt x="35685" y="15867"/>
                </a:lnTo>
                <a:cubicBezTo>
                  <a:pt x="35741" y="15894"/>
                  <a:pt x="35785" y="15905"/>
                  <a:pt x="35823" y="15905"/>
                </a:cubicBezTo>
                <a:cubicBezTo>
                  <a:pt x="35910" y="15905"/>
                  <a:pt x="35965" y="15848"/>
                  <a:pt x="36050" y="15806"/>
                </a:cubicBezTo>
                <a:cubicBezTo>
                  <a:pt x="36050" y="15800"/>
                  <a:pt x="36052" y="15797"/>
                  <a:pt x="36057" y="15797"/>
                </a:cubicBezTo>
                <a:cubicBezTo>
                  <a:pt x="36073" y="15797"/>
                  <a:pt x="36117" y="15836"/>
                  <a:pt x="36141" y="15836"/>
                </a:cubicBezTo>
                <a:lnTo>
                  <a:pt x="36232" y="15867"/>
                </a:lnTo>
                <a:cubicBezTo>
                  <a:pt x="36293" y="15806"/>
                  <a:pt x="36354" y="15715"/>
                  <a:pt x="36384" y="15715"/>
                </a:cubicBezTo>
                <a:cubicBezTo>
                  <a:pt x="36445" y="15715"/>
                  <a:pt x="36476" y="15745"/>
                  <a:pt x="36506" y="15775"/>
                </a:cubicBezTo>
                <a:cubicBezTo>
                  <a:pt x="36506" y="15806"/>
                  <a:pt x="36415" y="15988"/>
                  <a:pt x="36506" y="16049"/>
                </a:cubicBezTo>
                <a:cubicBezTo>
                  <a:pt x="36521" y="16064"/>
                  <a:pt x="36533" y="16070"/>
                  <a:pt x="36545" y="16070"/>
                </a:cubicBezTo>
                <a:cubicBezTo>
                  <a:pt x="36581" y="16070"/>
                  <a:pt x="36604" y="16011"/>
                  <a:pt x="36628" y="15988"/>
                </a:cubicBezTo>
                <a:cubicBezTo>
                  <a:pt x="36658" y="15927"/>
                  <a:pt x="36688" y="15867"/>
                  <a:pt x="36719" y="15806"/>
                </a:cubicBezTo>
                <a:cubicBezTo>
                  <a:pt x="36749" y="15745"/>
                  <a:pt x="36810" y="15654"/>
                  <a:pt x="36840" y="15593"/>
                </a:cubicBezTo>
                <a:cubicBezTo>
                  <a:pt x="36848" y="15585"/>
                  <a:pt x="36865" y="15581"/>
                  <a:pt x="36888" y="15581"/>
                </a:cubicBezTo>
                <a:cubicBezTo>
                  <a:pt x="36950" y="15581"/>
                  <a:pt x="37055" y="15609"/>
                  <a:pt x="37144" y="15654"/>
                </a:cubicBezTo>
                <a:lnTo>
                  <a:pt x="37266" y="15745"/>
                </a:lnTo>
                <a:cubicBezTo>
                  <a:pt x="37254" y="15781"/>
                  <a:pt x="37228" y="15793"/>
                  <a:pt x="37199" y="15793"/>
                </a:cubicBezTo>
                <a:cubicBezTo>
                  <a:pt x="37154" y="15793"/>
                  <a:pt x="37102" y="15764"/>
                  <a:pt x="37083" y="15745"/>
                </a:cubicBezTo>
                <a:cubicBezTo>
                  <a:pt x="37075" y="15736"/>
                  <a:pt x="37058" y="15733"/>
                  <a:pt x="37038" y="15733"/>
                </a:cubicBezTo>
                <a:cubicBezTo>
                  <a:pt x="36990" y="15733"/>
                  <a:pt x="36923" y="15754"/>
                  <a:pt x="36901" y="15775"/>
                </a:cubicBezTo>
                <a:cubicBezTo>
                  <a:pt x="36871" y="15806"/>
                  <a:pt x="37023" y="15927"/>
                  <a:pt x="37114" y="15958"/>
                </a:cubicBezTo>
                <a:cubicBezTo>
                  <a:pt x="37138" y="15966"/>
                  <a:pt x="37163" y="15970"/>
                  <a:pt x="37187" y="15970"/>
                </a:cubicBezTo>
                <a:cubicBezTo>
                  <a:pt x="37254" y="15970"/>
                  <a:pt x="37321" y="15942"/>
                  <a:pt x="37387" y="15897"/>
                </a:cubicBezTo>
                <a:lnTo>
                  <a:pt x="37448" y="15836"/>
                </a:lnTo>
                <a:cubicBezTo>
                  <a:pt x="37509" y="15806"/>
                  <a:pt x="37600" y="15775"/>
                  <a:pt x="37631" y="15775"/>
                </a:cubicBezTo>
                <a:lnTo>
                  <a:pt x="37661" y="15836"/>
                </a:lnTo>
                <a:cubicBezTo>
                  <a:pt x="37665" y="15845"/>
                  <a:pt x="37671" y="15848"/>
                  <a:pt x="37678" y="15848"/>
                </a:cubicBezTo>
                <a:cubicBezTo>
                  <a:pt x="37723" y="15848"/>
                  <a:pt x="37821" y="15698"/>
                  <a:pt x="37874" y="15593"/>
                </a:cubicBezTo>
                <a:cubicBezTo>
                  <a:pt x="37881" y="15573"/>
                  <a:pt x="37892" y="15563"/>
                  <a:pt x="37907" y="15563"/>
                </a:cubicBezTo>
                <a:cubicBezTo>
                  <a:pt x="37960" y="15563"/>
                  <a:pt x="38060" y="15678"/>
                  <a:pt x="38178" y="15867"/>
                </a:cubicBezTo>
                <a:lnTo>
                  <a:pt x="38573" y="15867"/>
                </a:lnTo>
                <a:cubicBezTo>
                  <a:pt x="38786" y="15775"/>
                  <a:pt x="39029" y="15745"/>
                  <a:pt x="39242" y="15745"/>
                </a:cubicBezTo>
                <a:cubicBezTo>
                  <a:pt x="39258" y="15751"/>
                  <a:pt x="39275" y="15753"/>
                  <a:pt x="39291" y="15753"/>
                </a:cubicBezTo>
                <a:cubicBezTo>
                  <a:pt x="39363" y="15753"/>
                  <a:pt x="39424" y="15704"/>
                  <a:pt x="39424" y="15654"/>
                </a:cubicBezTo>
                <a:lnTo>
                  <a:pt x="39394" y="15593"/>
                </a:lnTo>
                <a:lnTo>
                  <a:pt x="39363" y="15563"/>
                </a:lnTo>
                <a:cubicBezTo>
                  <a:pt x="39287" y="15537"/>
                  <a:pt x="39508" y="15427"/>
                  <a:pt x="39671" y="15427"/>
                </a:cubicBezTo>
                <a:cubicBezTo>
                  <a:pt x="39704" y="15427"/>
                  <a:pt x="39733" y="15431"/>
                  <a:pt x="39758" y="15441"/>
                </a:cubicBezTo>
                <a:cubicBezTo>
                  <a:pt x="39880" y="15472"/>
                  <a:pt x="39971" y="15532"/>
                  <a:pt x="39941" y="15563"/>
                </a:cubicBezTo>
                <a:cubicBezTo>
                  <a:pt x="40009" y="15631"/>
                  <a:pt x="40077" y="15665"/>
                  <a:pt x="40159" y="15665"/>
                </a:cubicBezTo>
                <a:cubicBezTo>
                  <a:pt x="40186" y="15665"/>
                  <a:pt x="40214" y="15662"/>
                  <a:pt x="40245" y="15654"/>
                </a:cubicBezTo>
                <a:cubicBezTo>
                  <a:pt x="40300" y="15598"/>
                  <a:pt x="40356" y="15542"/>
                  <a:pt x="40426" y="15542"/>
                </a:cubicBezTo>
                <a:cubicBezTo>
                  <a:pt x="40470" y="15542"/>
                  <a:pt x="40520" y="15565"/>
                  <a:pt x="40579" y="15624"/>
                </a:cubicBezTo>
                <a:cubicBezTo>
                  <a:pt x="40585" y="15630"/>
                  <a:pt x="40596" y="15632"/>
                  <a:pt x="40610" y="15632"/>
                </a:cubicBezTo>
                <a:cubicBezTo>
                  <a:pt x="40668" y="15632"/>
                  <a:pt x="40780" y="15593"/>
                  <a:pt x="40853" y="15593"/>
                </a:cubicBezTo>
                <a:cubicBezTo>
                  <a:pt x="40913" y="15563"/>
                  <a:pt x="40974" y="15563"/>
                  <a:pt x="41035" y="15563"/>
                </a:cubicBezTo>
                <a:cubicBezTo>
                  <a:pt x="41065" y="15563"/>
                  <a:pt x="41126" y="15563"/>
                  <a:pt x="41126" y="15593"/>
                </a:cubicBezTo>
                <a:cubicBezTo>
                  <a:pt x="41156" y="15654"/>
                  <a:pt x="41126" y="15684"/>
                  <a:pt x="41096" y="15715"/>
                </a:cubicBezTo>
                <a:lnTo>
                  <a:pt x="41005" y="15745"/>
                </a:lnTo>
                <a:cubicBezTo>
                  <a:pt x="40913" y="15806"/>
                  <a:pt x="40944" y="15867"/>
                  <a:pt x="41126" y="15897"/>
                </a:cubicBezTo>
                <a:lnTo>
                  <a:pt x="41217" y="15775"/>
                </a:lnTo>
                <a:cubicBezTo>
                  <a:pt x="41238" y="15775"/>
                  <a:pt x="41258" y="15735"/>
                  <a:pt x="41296" y="15735"/>
                </a:cubicBezTo>
                <a:cubicBezTo>
                  <a:pt x="41315" y="15735"/>
                  <a:pt x="41339" y="15745"/>
                  <a:pt x="41369" y="15775"/>
                </a:cubicBezTo>
                <a:lnTo>
                  <a:pt x="41369" y="15806"/>
                </a:lnTo>
                <a:cubicBezTo>
                  <a:pt x="41400" y="15867"/>
                  <a:pt x="41400" y="15897"/>
                  <a:pt x="41369" y="15958"/>
                </a:cubicBezTo>
                <a:lnTo>
                  <a:pt x="41491" y="15958"/>
                </a:lnTo>
                <a:cubicBezTo>
                  <a:pt x="41552" y="15897"/>
                  <a:pt x="41582" y="15806"/>
                  <a:pt x="41582" y="15715"/>
                </a:cubicBezTo>
                <a:cubicBezTo>
                  <a:pt x="41582" y="15654"/>
                  <a:pt x="41704" y="15654"/>
                  <a:pt x="41825" y="15654"/>
                </a:cubicBezTo>
                <a:lnTo>
                  <a:pt x="41856" y="15684"/>
                </a:lnTo>
                <a:cubicBezTo>
                  <a:pt x="41916" y="15745"/>
                  <a:pt x="41856" y="15806"/>
                  <a:pt x="41734" y="15806"/>
                </a:cubicBezTo>
                <a:lnTo>
                  <a:pt x="41704" y="15806"/>
                </a:lnTo>
                <a:cubicBezTo>
                  <a:pt x="41673" y="15867"/>
                  <a:pt x="41734" y="15958"/>
                  <a:pt x="41825" y="15958"/>
                </a:cubicBezTo>
                <a:cubicBezTo>
                  <a:pt x="41845" y="15927"/>
                  <a:pt x="41866" y="15917"/>
                  <a:pt x="41886" y="15917"/>
                </a:cubicBezTo>
                <a:cubicBezTo>
                  <a:pt x="41927" y="15917"/>
                  <a:pt x="41967" y="15958"/>
                  <a:pt x="42008" y="15958"/>
                </a:cubicBezTo>
                <a:lnTo>
                  <a:pt x="42068" y="15958"/>
                </a:lnTo>
                <a:cubicBezTo>
                  <a:pt x="42190" y="15927"/>
                  <a:pt x="42281" y="15867"/>
                  <a:pt x="42342" y="15806"/>
                </a:cubicBezTo>
                <a:lnTo>
                  <a:pt x="42464" y="15836"/>
                </a:lnTo>
                <a:lnTo>
                  <a:pt x="42676" y="15897"/>
                </a:lnTo>
                <a:cubicBezTo>
                  <a:pt x="42980" y="15897"/>
                  <a:pt x="42980" y="15684"/>
                  <a:pt x="42980" y="15593"/>
                </a:cubicBezTo>
                <a:cubicBezTo>
                  <a:pt x="42980" y="15441"/>
                  <a:pt x="42980" y="15289"/>
                  <a:pt x="42950" y="15137"/>
                </a:cubicBezTo>
                <a:cubicBezTo>
                  <a:pt x="42919" y="15076"/>
                  <a:pt x="42980" y="14955"/>
                  <a:pt x="43071" y="14924"/>
                </a:cubicBezTo>
                <a:lnTo>
                  <a:pt x="43163" y="14894"/>
                </a:lnTo>
                <a:cubicBezTo>
                  <a:pt x="43178" y="14879"/>
                  <a:pt x="43185" y="14871"/>
                  <a:pt x="43193" y="14871"/>
                </a:cubicBezTo>
                <a:cubicBezTo>
                  <a:pt x="43201" y="14871"/>
                  <a:pt x="43208" y="14879"/>
                  <a:pt x="43223" y="14894"/>
                </a:cubicBezTo>
                <a:cubicBezTo>
                  <a:pt x="43254" y="14894"/>
                  <a:pt x="43284" y="14894"/>
                  <a:pt x="43284" y="14924"/>
                </a:cubicBezTo>
                <a:cubicBezTo>
                  <a:pt x="43315" y="14985"/>
                  <a:pt x="43345" y="15076"/>
                  <a:pt x="43406" y="15137"/>
                </a:cubicBezTo>
                <a:cubicBezTo>
                  <a:pt x="43436" y="15168"/>
                  <a:pt x="43497" y="15198"/>
                  <a:pt x="43558" y="15198"/>
                </a:cubicBezTo>
                <a:lnTo>
                  <a:pt x="43649" y="15228"/>
                </a:lnTo>
                <a:cubicBezTo>
                  <a:pt x="43675" y="15234"/>
                  <a:pt x="43698" y="15236"/>
                  <a:pt x="43717" y="15236"/>
                </a:cubicBezTo>
                <a:cubicBezTo>
                  <a:pt x="43809" y="15236"/>
                  <a:pt x="43821" y="15177"/>
                  <a:pt x="43771" y="15076"/>
                </a:cubicBezTo>
                <a:lnTo>
                  <a:pt x="43710" y="14985"/>
                </a:lnTo>
                <a:cubicBezTo>
                  <a:pt x="43801" y="14894"/>
                  <a:pt x="43892" y="14864"/>
                  <a:pt x="43983" y="14833"/>
                </a:cubicBezTo>
                <a:lnTo>
                  <a:pt x="44135" y="14864"/>
                </a:lnTo>
                <a:lnTo>
                  <a:pt x="44287" y="14924"/>
                </a:lnTo>
                <a:cubicBezTo>
                  <a:pt x="44287" y="14985"/>
                  <a:pt x="44257" y="15076"/>
                  <a:pt x="44196" y="15137"/>
                </a:cubicBezTo>
                <a:cubicBezTo>
                  <a:pt x="44166" y="15137"/>
                  <a:pt x="44257" y="15289"/>
                  <a:pt x="44318" y="15350"/>
                </a:cubicBezTo>
                <a:cubicBezTo>
                  <a:pt x="44332" y="15364"/>
                  <a:pt x="44346" y="15370"/>
                  <a:pt x="44360" y="15370"/>
                </a:cubicBezTo>
                <a:cubicBezTo>
                  <a:pt x="44405" y="15370"/>
                  <a:pt x="44446" y="15305"/>
                  <a:pt x="44470" y="15259"/>
                </a:cubicBezTo>
                <a:cubicBezTo>
                  <a:pt x="44470" y="15255"/>
                  <a:pt x="44475" y="15253"/>
                  <a:pt x="44484" y="15253"/>
                </a:cubicBezTo>
                <a:cubicBezTo>
                  <a:pt x="44541" y="15253"/>
                  <a:pt x="44756" y="15328"/>
                  <a:pt x="44834" y="15380"/>
                </a:cubicBezTo>
                <a:cubicBezTo>
                  <a:pt x="44926" y="15441"/>
                  <a:pt x="44956" y="15502"/>
                  <a:pt x="44926" y="15532"/>
                </a:cubicBezTo>
                <a:cubicBezTo>
                  <a:pt x="44682" y="15563"/>
                  <a:pt x="44470" y="15593"/>
                  <a:pt x="44226" y="15624"/>
                </a:cubicBezTo>
                <a:cubicBezTo>
                  <a:pt x="44196" y="15624"/>
                  <a:pt x="44166" y="15684"/>
                  <a:pt x="44166" y="15715"/>
                </a:cubicBezTo>
                <a:cubicBezTo>
                  <a:pt x="44226" y="15745"/>
                  <a:pt x="44287" y="15775"/>
                  <a:pt x="44378" y="15775"/>
                </a:cubicBezTo>
                <a:lnTo>
                  <a:pt x="44409" y="15927"/>
                </a:lnTo>
                <a:lnTo>
                  <a:pt x="44439" y="15958"/>
                </a:lnTo>
                <a:cubicBezTo>
                  <a:pt x="44561" y="15836"/>
                  <a:pt x="44652" y="15745"/>
                  <a:pt x="44804" y="15684"/>
                </a:cubicBezTo>
                <a:lnTo>
                  <a:pt x="44956" y="15775"/>
                </a:lnTo>
                <a:cubicBezTo>
                  <a:pt x="45108" y="15897"/>
                  <a:pt x="45321" y="15958"/>
                  <a:pt x="45503" y="15958"/>
                </a:cubicBezTo>
                <a:lnTo>
                  <a:pt x="45716" y="15927"/>
                </a:lnTo>
                <a:cubicBezTo>
                  <a:pt x="45929" y="15806"/>
                  <a:pt x="46172" y="15654"/>
                  <a:pt x="46141" y="15624"/>
                </a:cubicBezTo>
                <a:cubicBezTo>
                  <a:pt x="46081" y="15593"/>
                  <a:pt x="45959" y="15502"/>
                  <a:pt x="45837" y="15411"/>
                </a:cubicBezTo>
                <a:lnTo>
                  <a:pt x="45746" y="15320"/>
                </a:lnTo>
                <a:cubicBezTo>
                  <a:pt x="45746" y="15289"/>
                  <a:pt x="45746" y="15228"/>
                  <a:pt x="45777" y="15228"/>
                </a:cubicBezTo>
                <a:lnTo>
                  <a:pt x="45929" y="15228"/>
                </a:lnTo>
                <a:lnTo>
                  <a:pt x="45959" y="15289"/>
                </a:lnTo>
                <a:cubicBezTo>
                  <a:pt x="45965" y="15295"/>
                  <a:pt x="45976" y="15297"/>
                  <a:pt x="45992" y="15297"/>
                </a:cubicBezTo>
                <a:cubicBezTo>
                  <a:pt x="46063" y="15297"/>
                  <a:pt x="46219" y="15248"/>
                  <a:pt x="46293" y="15198"/>
                </a:cubicBezTo>
                <a:cubicBezTo>
                  <a:pt x="46303" y="15191"/>
                  <a:pt x="46313" y="15188"/>
                  <a:pt x="46323" y="15188"/>
                </a:cubicBezTo>
                <a:cubicBezTo>
                  <a:pt x="46403" y="15188"/>
                  <a:pt x="46472" y="15390"/>
                  <a:pt x="46445" y="15472"/>
                </a:cubicBezTo>
                <a:cubicBezTo>
                  <a:pt x="46415" y="15563"/>
                  <a:pt x="46597" y="15624"/>
                  <a:pt x="46658" y="15624"/>
                </a:cubicBezTo>
                <a:cubicBezTo>
                  <a:pt x="46719" y="15624"/>
                  <a:pt x="46506" y="15472"/>
                  <a:pt x="46537" y="15380"/>
                </a:cubicBezTo>
                <a:cubicBezTo>
                  <a:pt x="46537" y="15305"/>
                  <a:pt x="46681" y="15251"/>
                  <a:pt x="46833" y="15251"/>
                </a:cubicBezTo>
                <a:cubicBezTo>
                  <a:pt x="46866" y="15251"/>
                  <a:pt x="46899" y="15253"/>
                  <a:pt x="46932" y="15259"/>
                </a:cubicBezTo>
                <a:lnTo>
                  <a:pt x="47023" y="15320"/>
                </a:lnTo>
                <a:cubicBezTo>
                  <a:pt x="47101" y="15378"/>
                  <a:pt x="47180" y="15412"/>
                  <a:pt x="47267" y="15412"/>
                </a:cubicBezTo>
                <a:cubicBezTo>
                  <a:pt x="47314" y="15412"/>
                  <a:pt x="47364" y="15402"/>
                  <a:pt x="47418" y="15380"/>
                </a:cubicBezTo>
                <a:cubicBezTo>
                  <a:pt x="47466" y="15344"/>
                  <a:pt x="47523" y="15327"/>
                  <a:pt x="47581" y="15327"/>
                </a:cubicBezTo>
                <a:cubicBezTo>
                  <a:pt x="47669" y="15327"/>
                  <a:pt x="47758" y="15368"/>
                  <a:pt x="47813" y="15441"/>
                </a:cubicBezTo>
                <a:lnTo>
                  <a:pt x="47904" y="15532"/>
                </a:lnTo>
                <a:cubicBezTo>
                  <a:pt x="48026" y="15472"/>
                  <a:pt x="48147" y="15380"/>
                  <a:pt x="48239" y="15289"/>
                </a:cubicBezTo>
                <a:lnTo>
                  <a:pt x="48208" y="15259"/>
                </a:lnTo>
                <a:lnTo>
                  <a:pt x="48056" y="15137"/>
                </a:lnTo>
                <a:cubicBezTo>
                  <a:pt x="48085" y="15130"/>
                  <a:pt x="48115" y="15126"/>
                  <a:pt x="48146" y="15126"/>
                </a:cubicBezTo>
                <a:cubicBezTo>
                  <a:pt x="48245" y="15126"/>
                  <a:pt x="48344" y="15166"/>
                  <a:pt x="48391" y="15259"/>
                </a:cubicBezTo>
                <a:lnTo>
                  <a:pt x="48482" y="15289"/>
                </a:lnTo>
                <a:cubicBezTo>
                  <a:pt x="48526" y="15300"/>
                  <a:pt x="48567" y="15307"/>
                  <a:pt x="48606" y="15307"/>
                </a:cubicBezTo>
                <a:cubicBezTo>
                  <a:pt x="48674" y="15307"/>
                  <a:pt x="48739" y="15286"/>
                  <a:pt x="48816" y="15228"/>
                </a:cubicBezTo>
                <a:lnTo>
                  <a:pt x="48877" y="15198"/>
                </a:lnTo>
                <a:cubicBezTo>
                  <a:pt x="49059" y="15228"/>
                  <a:pt x="49120" y="15320"/>
                  <a:pt x="49059" y="15441"/>
                </a:cubicBezTo>
                <a:lnTo>
                  <a:pt x="49059" y="15532"/>
                </a:lnTo>
                <a:cubicBezTo>
                  <a:pt x="49181" y="15593"/>
                  <a:pt x="49211" y="15654"/>
                  <a:pt x="49181" y="15654"/>
                </a:cubicBezTo>
                <a:lnTo>
                  <a:pt x="49090" y="15654"/>
                </a:lnTo>
                <a:cubicBezTo>
                  <a:pt x="48999" y="15654"/>
                  <a:pt x="48968" y="15715"/>
                  <a:pt x="48968" y="15775"/>
                </a:cubicBezTo>
                <a:lnTo>
                  <a:pt x="49090" y="15806"/>
                </a:lnTo>
                <a:lnTo>
                  <a:pt x="49211" y="15836"/>
                </a:lnTo>
                <a:cubicBezTo>
                  <a:pt x="49181" y="15927"/>
                  <a:pt x="49181" y="16019"/>
                  <a:pt x="49181" y="16110"/>
                </a:cubicBezTo>
                <a:lnTo>
                  <a:pt x="49242" y="16110"/>
                </a:lnTo>
                <a:cubicBezTo>
                  <a:pt x="49333" y="16049"/>
                  <a:pt x="49424" y="15988"/>
                  <a:pt x="49485" y="15897"/>
                </a:cubicBezTo>
                <a:cubicBezTo>
                  <a:pt x="49546" y="15867"/>
                  <a:pt x="49363" y="15654"/>
                  <a:pt x="49424" y="15593"/>
                </a:cubicBezTo>
                <a:cubicBezTo>
                  <a:pt x="49515" y="15502"/>
                  <a:pt x="49394" y="15441"/>
                  <a:pt x="49333" y="15411"/>
                </a:cubicBezTo>
                <a:cubicBezTo>
                  <a:pt x="49303" y="15411"/>
                  <a:pt x="49333" y="15259"/>
                  <a:pt x="49485" y="15107"/>
                </a:cubicBezTo>
                <a:lnTo>
                  <a:pt x="49698" y="15107"/>
                </a:lnTo>
                <a:cubicBezTo>
                  <a:pt x="49728" y="15137"/>
                  <a:pt x="49758" y="15198"/>
                  <a:pt x="49728" y="15259"/>
                </a:cubicBezTo>
                <a:lnTo>
                  <a:pt x="49667" y="15259"/>
                </a:lnTo>
                <a:cubicBezTo>
                  <a:pt x="49606" y="15259"/>
                  <a:pt x="49667" y="15350"/>
                  <a:pt x="49698" y="15380"/>
                </a:cubicBezTo>
                <a:cubicBezTo>
                  <a:pt x="49700" y="15383"/>
                  <a:pt x="49705" y="15384"/>
                  <a:pt x="49710" y="15384"/>
                </a:cubicBezTo>
                <a:cubicBezTo>
                  <a:pt x="49765" y="15384"/>
                  <a:pt x="49946" y="15253"/>
                  <a:pt x="50002" y="15198"/>
                </a:cubicBezTo>
                <a:cubicBezTo>
                  <a:pt x="50032" y="15168"/>
                  <a:pt x="50070" y="15152"/>
                  <a:pt x="50108" y="15152"/>
                </a:cubicBezTo>
                <a:cubicBezTo>
                  <a:pt x="50146" y="15152"/>
                  <a:pt x="50184" y="15168"/>
                  <a:pt x="50214" y="15198"/>
                </a:cubicBezTo>
                <a:lnTo>
                  <a:pt x="50275" y="15228"/>
                </a:lnTo>
                <a:lnTo>
                  <a:pt x="50336" y="15289"/>
                </a:lnTo>
                <a:cubicBezTo>
                  <a:pt x="50427" y="15350"/>
                  <a:pt x="50488" y="15380"/>
                  <a:pt x="50579" y="15441"/>
                </a:cubicBezTo>
                <a:cubicBezTo>
                  <a:pt x="50579" y="15450"/>
                  <a:pt x="50584" y="15454"/>
                  <a:pt x="50593" y="15454"/>
                </a:cubicBezTo>
                <a:cubicBezTo>
                  <a:pt x="50612" y="15454"/>
                  <a:pt x="50649" y="15432"/>
                  <a:pt x="50670" y="15411"/>
                </a:cubicBezTo>
                <a:lnTo>
                  <a:pt x="50701" y="15380"/>
                </a:lnTo>
                <a:lnTo>
                  <a:pt x="50731" y="15350"/>
                </a:lnTo>
                <a:cubicBezTo>
                  <a:pt x="50731" y="15289"/>
                  <a:pt x="51035" y="15016"/>
                  <a:pt x="51065" y="14894"/>
                </a:cubicBezTo>
                <a:cubicBezTo>
                  <a:pt x="51084" y="14857"/>
                  <a:pt x="51131" y="14845"/>
                  <a:pt x="51191" y="14845"/>
                </a:cubicBezTo>
                <a:cubicBezTo>
                  <a:pt x="51293" y="14845"/>
                  <a:pt x="51434" y="14879"/>
                  <a:pt x="51543" y="14879"/>
                </a:cubicBezTo>
                <a:cubicBezTo>
                  <a:pt x="51581" y="14879"/>
                  <a:pt x="51616" y="14875"/>
                  <a:pt x="51643" y="14864"/>
                </a:cubicBezTo>
                <a:cubicBezTo>
                  <a:pt x="51662" y="14856"/>
                  <a:pt x="51680" y="14853"/>
                  <a:pt x="51696" y="14853"/>
                </a:cubicBezTo>
                <a:cubicBezTo>
                  <a:pt x="51807" y="14853"/>
                  <a:pt x="51841" y="15016"/>
                  <a:pt x="51734" y="15016"/>
                </a:cubicBezTo>
                <a:cubicBezTo>
                  <a:pt x="51643" y="15046"/>
                  <a:pt x="51582" y="15107"/>
                  <a:pt x="51582" y="15228"/>
                </a:cubicBezTo>
                <a:cubicBezTo>
                  <a:pt x="51613" y="15259"/>
                  <a:pt x="51521" y="15472"/>
                  <a:pt x="51582" y="15502"/>
                </a:cubicBezTo>
                <a:cubicBezTo>
                  <a:pt x="51643" y="15502"/>
                  <a:pt x="51856" y="15320"/>
                  <a:pt x="52099" y="15076"/>
                </a:cubicBezTo>
                <a:lnTo>
                  <a:pt x="52464" y="15289"/>
                </a:lnTo>
                <a:lnTo>
                  <a:pt x="52524" y="15289"/>
                </a:lnTo>
                <a:cubicBezTo>
                  <a:pt x="52585" y="15289"/>
                  <a:pt x="52707" y="15228"/>
                  <a:pt x="52676" y="15198"/>
                </a:cubicBezTo>
                <a:cubicBezTo>
                  <a:pt x="52646" y="15168"/>
                  <a:pt x="52494" y="14985"/>
                  <a:pt x="52524" y="14924"/>
                </a:cubicBezTo>
                <a:cubicBezTo>
                  <a:pt x="52524" y="14899"/>
                  <a:pt x="52557" y="14889"/>
                  <a:pt x="52599" y="14889"/>
                </a:cubicBezTo>
                <a:cubicBezTo>
                  <a:pt x="52657" y="14889"/>
                  <a:pt x="52733" y="14907"/>
                  <a:pt x="52768" y="14924"/>
                </a:cubicBezTo>
                <a:cubicBezTo>
                  <a:pt x="52776" y="14929"/>
                  <a:pt x="52784" y="14930"/>
                  <a:pt x="52792" y="14930"/>
                </a:cubicBezTo>
                <a:cubicBezTo>
                  <a:pt x="52844" y="14930"/>
                  <a:pt x="52889" y="14855"/>
                  <a:pt x="52889" y="14803"/>
                </a:cubicBezTo>
                <a:cubicBezTo>
                  <a:pt x="52902" y="14777"/>
                  <a:pt x="52926" y="14768"/>
                  <a:pt x="52951" y="14768"/>
                </a:cubicBezTo>
                <a:cubicBezTo>
                  <a:pt x="52986" y="14768"/>
                  <a:pt x="53024" y="14785"/>
                  <a:pt x="53041" y="14803"/>
                </a:cubicBezTo>
                <a:cubicBezTo>
                  <a:pt x="53072" y="14833"/>
                  <a:pt x="53041" y="14924"/>
                  <a:pt x="52980" y="14985"/>
                </a:cubicBezTo>
                <a:lnTo>
                  <a:pt x="53193" y="14985"/>
                </a:lnTo>
                <a:cubicBezTo>
                  <a:pt x="53254" y="14985"/>
                  <a:pt x="53284" y="14955"/>
                  <a:pt x="53345" y="14924"/>
                </a:cubicBezTo>
                <a:cubicBezTo>
                  <a:pt x="53467" y="15016"/>
                  <a:pt x="53558" y="15137"/>
                  <a:pt x="53649" y="15289"/>
                </a:cubicBezTo>
                <a:cubicBezTo>
                  <a:pt x="53680" y="15380"/>
                  <a:pt x="53983" y="15502"/>
                  <a:pt x="54105" y="15532"/>
                </a:cubicBezTo>
                <a:cubicBezTo>
                  <a:pt x="54227" y="15532"/>
                  <a:pt x="54196" y="15320"/>
                  <a:pt x="54135" y="15259"/>
                </a:cubicBezTo>
                <a:cubicBezTo>
                  <a:pt x="54105" y="15137"/>
                  <a:pt x="54135" y="15046"/>
                  <a:pt x="54196" y="14955"/>
                </a:cubicBezTo>
                <a:cubicBezTo>
                  <a:pt x="54211" y="14940"/>
                  <a:pt x="54234" y="14932"/>
                  <a:pt x="54257" y="14932"/>
                </a:cubicBezTo>
                <a:cubicBezTo>
                  <a:pt x="54280" y="14932"/>
                  <a:pt x="54303" y="14940"/>
                  <a:pt x="54318" y="14955"/>
                </a:cubicBezTo>
                <a:cubicBezTo>
                  <a:pt x="54379" y="15076"/>
                  <a:pt x="54439" y="15168"/>
                  <a:pt x="54531" y="15289"/>
                </a:cubicBezTo>
                <a:lnTo>
                  <a:pt x="54743" y="15289"/>
                </a:lnTo>
                <a:cubicBezTo>
                  <a:pt x="54804" y="15259"/>
                  <a:pt x="54774" y="15168"/>
                  <a:pt x="54743" y="15168"/>
                </a:cubicBezTo>
                <a:lnTo>
                  <a:pt x="55017" y="15168"/>
                </a:lnTo>
                <a:cubicBezTo>
                  <a:pt x="55078" y="15168"/>
                  <a:pt x="55139" y="15107"/>
                  <a:pt x="55169" y="15046"/>
                </a:cubicBezTo>
                <a:cubicBezTo>
                  <a:pt x="55169" y="15016"/>
                  <a:pt x="55290" y="14894"/>
                  <a:pt x="55351" y="14894"/>
                </a:cubicBezTo>
                <a:cubicBezTo>
                  <a:pt x="55360" y="14898"/>
                  <a:pt x="55367" y="14900"/>
                  <a:pt x="55375" y="14900"/>
                </a:cubicBezTo>
                <a:cubicBezTo>
                  <a:pt x="55420" y="14900"/>
                  <a:pt x="55447" y="14825"/>
                  <a:pt x="55473" y="14772"/>
                </a:cubicBezTo>
                <a:cubicBezTo>
                  <a:pt x="55479" y="14760"/>
                  <a:pt x="55497" y="14755"/>
                  <a:pt x="55521" y="14755"/>
                </a:cubicBezTo>
                <a:cubicBezTo>
                  <a:pt x="55588" y="14755"/>
                  <a:pt x="55708" y="14790"/>
                  <a:pt x="55805" y="14790"/>
                </a:cubicBezTo>
                <a:cubicBezTo>
                  <a:pt x="55840" y="14790"/>
                  <a:pt x="55873" y="14785"/>
                  <a:pt x="55898" y="14772"/>
                </a:cubicBezTo>
                <a:cubicBezTo>
                  <a:pt x="55925" y="14764"/>
                  <a:pt x="55952" y="14760"/>
                  <a:pt x="55976" y="14760"/>
                </a:cubicBezTo>
                <a:cubicBezTo>
                  <a:pt x="56035" y="14760"/>
                  <a:pt x="56081" y="14781"/>
                  <a:pt x="56081" y="14803"/>
                </a:cubicBezTo>
                <a:lnTo>
                  <a:pt x="56081" y="14864"/>
                </a:lnTo>
                <a:cubicBezTo>
                  <a:pt x="56081" y="14921"/>
                  <a:pt x="56130" y="14943"/>
                  <a:pt x="56181" y="14943"/>
                </a:cubicBezTo>
                <a:cubicBezTo>
                  <a:pt x="56211" y="14943"/>
                  <a:pt x="56241" y="14936"/>
                  <a:pt x="56263" y="14924"/>
                </a:cubicBezTo>
                <a:cubicBezTo>
                  <a:pt x="56294" y="14894"/>
                  <a:pt x="56324" y="14803"/>
                  <a:pt x="56385" y="14803"/>
                </a:cubicBezTo>
                <a:lnTo>
                  <a:pt x="56446" y="14772"/>
                </a:lnTo>
                <a:cubicBezTo>
                  <a:pt x="56537" y="14772"/>
                  <a:pt x="56537" y="14651"/>
                  <a:pt x="56537" y="14620"/>
                </a:cubicBezTo>
                <a:cubicBezTo>
                  <a:pt x="56530" y="14606"/>
                  <a:pt x="56542" y="14600"/>
                  <a:pt x="56567" y="14600"/>
                </a:cubicBezTo>
                <a:cubicBezTo>
                  <a:pt x="56650" y="14600"/>
                  <a:pt x="56869" y="14665"/>
                  <a:pt x="56962" y="14712"/>
                </a:cubicBezTo>
                <a:cubicBezTo>
                  <a:pt x="57103" y="14740"/>
                  <a:pt x="57269" y="14897"/>
                  <a:pt x="57341" y="14897"/>
                </a:cubicBezTo>
                <a:cubicBezTo>
                  <a:pt x="57347" y="14897"/>
                  <a:pt x="57353" y="14896"/>
                  <a:pt x="57357" y="14894"/>
                </a:cubicBezTo>
                <a:cubicBezTo>
                  <a:pt x="57368" y="14889"/>
                  <a:pt x="57377" y="14886"/>
                  <a:pt x="57384" y="14886"/>
                </a:cubicBezTo>
                <a:cubicBezTo>
                  <a:pt x="57416" y="14886"/>
                  <a:pt x="57407" y="14941"/>
                  <a:pt x="57357" y="15016"/>
                </a:cubicBezTo>
                <a:lnTo>
                  <a:pt x="57449" y="15107"/>
                </a:lnTo>
                <a:lnTo>
                  <a:pt x="57449" y="15137"/>
                </a:lnTo>
                <a:cubicBezTo>
                  <a:pt x="57570" y="15107"/>
                  <a:pt x="57661" y="15046"/>
                  <a:pt x="57753" y="14955"/>
                </a:cubicBezTo>
                <a:cubicBezTo>
                  <a:pt x="57783" y="14940"/>
                  <a:pt x="57821" y="14932"/>
                  <a:pt x="57859" y="14932"/>
                </a:cubicBezTo>
                <a:cubicBezTo>
                  <a:pt x="57897" y="14932"/>
                  <a:pt x="57935" y="14940"/>
                  <a:pt x="57965" y="14955"/>
                </a:cubicBezTo>
                <a:cubicBezTo>
                  <a:pt x="57965" y="14957"/>
                  <a:pt x="57966" y="14957"/>
                  <a:pt x="57966" y="14957"/>
                </a:cubicBezTo>
                <a:cubicBezTo>
                  <a:pt x="57976" y="14957"/>
                  <a:pt x="58060" y="14737"/>
                  <a:pt x="58117" y="14651"/>
                </a:cubicBezTo>
                <a:cubicBezTo>
                  <a:pt x="58174" y="14613"/>
                  <a:pt x="58253" y="14587"/>
                  <a:pt x="58327" y="14587"/>
                </a:cubicBezTo>
                <a:cubicBezTo>
                  <a:pt x="58373" y="14587"/>
                  <a:pt x="58417" y="14597"/>
                  <a:pt x="58452" y="14620"/>
                </a:cubicBezTo>
                <a:lnTo>
                  <a:pt x="58482" y="14620"/>
                </a:lnTo>
                <a:lnTo>
                  <a:pt x="58634" y="14499"/>
                </a:lnTo>
                <a:cubicBezTo>
                  <a:pt x="58756" y="14560"/>
                  <a:pt x="58999" y="14712"/>
                  <a:pt x="59060" y="14712"/>
                </a:cubicBezTo>
                <a:cubicBezTo>
                  <a:pt x="59120" y="14681"/>
                  <a:pt x="59364" y="14590"/>
                  <a:pt x="59424" y="14560"/>
                </a:cubicBezTo>
                <a:cubicBezTo>
                  <a:pt x="59462" y="14547"/>
                  <a:pt x="59500" y="14540"/>
                  <a:pt x="59535" y="14540"/>
                </a:cubicBezTo>
                <a:cubicBezTo>
                  <a:pt x="59586" y="14540"/>
                  <a:pt x="59632" y="14554"/>
                  <a:pt x="59667" y="14590"/>
                </a:cubicBezTo>
                <a:cubicBezTo>
                  <a:pt x="59728" y="14651"/>
                  <a:pt x="59789" y="14651"/>
                  <a:pt x="59880" y="14681"/>
                </a:cubicBezTo>
                <a:lnTo>
                  <a:pt x="59971" y="14620"/>
                </a:lnTo>
                <a:cubicBezTo>
                  <a:pt x="60032" y="14590"/>
                  <a:pt x="60063" y="14529"/>
                  <a:pt x="60093" y="14438"/>
                </a:cubicBezTo>
                <a:cubicBezTo>
                  <a:pt x="60096" y="14435"/>
                  <a:pt x="60103" y="14433"/>
                  <a:pt x="60111" y="14433"/>
                </a:cubicBezTo>
                <a:cubicBezTo>
                  <a:pt x="60181" y="14433"/>
                  <a:pt x="60407" y="14533"/>
                  <a:pt x="60488" y="14560"/>
                </a:cubicBezTo>
                <a:cubicBezTo>
                  <a:pt x="60498" y="14563"/>
                  <a:pt x="60509" y="14564"/>
                  <a:pt x="60522" y="14564"/>
                </a:cubicBezTo>
                <a:cubicBezTo>
                  <a:pt x="60623" y="14564"/>
                  <a:pt x="60789" y="14462"/>
                  <a:pt x="60762" y="14408"/>
                </a:cubicBezTo>
                <a:cubicBezTo>
                  <a:pt x="60762" y="14398"/>
                  <a:pt x="60766" y="14394"/>
                  <a:pt x="60774" y="14394"/>
                </a:cubicBezTo>
                <a:cubicBezTo>
                  <a:pt x="60817" y="14394"/>
                  <a:pt x="60959" y="14513"/>
                  <a:pt x="61035" y="14590"/>
                </a:cubicBezTo>
                <a:cubicBezTo>
                  <a:pt x="61073" y="14603"/>
                  <a:pt x="61116" y="14610"/>
                  <a:pt x="61160" y="14610"/>
                </a:cubicBezTo>
                <a:cubicBezTo>
                  <a:pt x="61222" y="14610"/>
                  <a:pt x="61286" y="14595"/>
                  <a:pt x="61339" y="14560"/>
                </a:cubicBezTo>
                <a:cubicBezTo>
                  <a:pt x="61370" y="14468"/>
                  <a:pt x="61400" y="14408"/>
                  <a:pt x="61400" y="14347"/>
                </a:cubicBezTo>
                <a:lnTo>
                  <a:pt x="61400" y="14317"/>
                </a:lnTo>
                <a:lnTo>
                  <a:pt x="61400" y="14256"/>
                </a:lnTo>
                <a:cubicBezTo>
                  <a:pt x="61339" y="14134"/>
                  <a:pt x="61218" y="14073"/>
                  <a:pt x="61126" y="14073"/>
                </a:cubicBezTo>
                <a:lnTo>
                  <a:pt x="61005" y="14043"/>
                </a:lnTo>
                <a:cubicBezTo>
                  <a:pt x="60974" y="14013"/>
                  <a:pt x="60944" y="13982"/>
                  <a:pt x="60944" y="13921"/>
                </a:cubicBezTo>
                <a:lnTo>
                  <a:pt x="60944" y="13830"/>
                </a:lnTo>
                <a:cubicBezTo>
                  <a:pt x="61035" y="13709"/>
                  <a:pt x="61096" y="13557"/>
                  <a:pt x="61096" y="13374"/>
                </a:cubicBezTo>
                <a:lnTo>
                  <a:pt x="61430" y="13374"/>
                </a:lnTo>
                <a:cubicBezTo>
                  <a:pt x="61522" y="13359"/>
                  <a:pt x="61613" y="13351"/>
                  <a:pt x="61704" y="13351"/>
                </a:cubicBezTo>
                <a:cubicBezTo>
                  <a:pt x="61795" y="13351"/>
                  <a:pt x="61886" y="13359"/>
                  <a:pt x="61978" y="13374"/>
                </a:cubicBezTo>
                <a:lnTo>
                  <a:pt x="62008" y="13374"/>
                </a:lnTo>
                <a:cubicBezTo>
                  <a:pt x="62160" y="13465"/>
                  <a:pt x="61978" y="13435"/>
                  <a:pt x="61978" y="13526"/>
                </a:cubicBezTo>
                <a:cubicBezTo>
                  <a:pt x="61978" y="13617"/>
                  <a:pt x="61947" y="13648"/>
                  <a:pt x="61826" y="13648"/>
                </a:cubicBezTo>
                <a:lnTo>
                  <a:pt x="61795" y="13648"/>
                </a:lnTo>
                <a:cubicBezTo>
                  <a:pt x="61741" y="13648"/>
                  <a:pt x="61519" y="13552"/>
                  <a:pt x="61428" y="13552"/>
                </a:cubicBezTo>
                <a:cubicBezTo>
                  <a:pt x="61416" y="13552"/>
                  <a:pt x="61407" y="13553"/>
                  <a:pt x="61400" y="13557"/>
                </a:cubicBezTo>
                <a:cubicBezTo>
                  <a:pt x="61339" y="13587"/>
                  <a:pt x="61400" y="13891"/>
                  <a:pt x="61400" y="13982"/>
                </a:cubicBezTo>
                <a:cubicBezTo>
                  <a:pt x="61400" y="14073"/>
                  <a:pt x="61461" y="14165"/>
                  <a:pt x="61552" y="14195"/>
                </a:cubicBezTo>
                <a:lnTo>
                  <a:pt x="61582" y="14104"/>
                </a:lnTo>
                <a:cubicBezTo>
                  <a:pt x="61613" y="14043"/>
                  <a:pt x="61613" y="13952"/>
                  <a:pt x="61643" y="13921"/>
                </a:cubicBezTo>
                <a:cubicBezTo>
                  <a:pt x="61655" y="13915"/>
                  <a:pt x="61669" y="13913"/>
                  <a:pt x="61683" y="13913"/>
                </a:cubicBezTo>
                <a:cubicBezTo>
                  <a:pt x="61740" y="13913"/>
                  <a:pt x="61813" y="13952"/>
                  <a:pt x="61886" y="13952"/>
                </a:cubicBezTo>
                <a:lnTo>
                  <a:pt x="62038" y="13952"/>
                </a:lnTo>
                <a:cubicBezTo>
                  <a:pt x="62190" y="14013"/>
                  <a:pt x="62221" y="14104"/>
                  <a:pt x="62190" y="14104"/>
                </a:cubicBezTo>
                <a:cubicBezTo>
                  <a:pt x="62145" y="14119"/>
                  <a:pt x="62107" y="14127"/>
                  <a:pt x="62069" y="14127"/>
                </a:cubicBezTo>
                <a:cubicBezTo>
                  <a:pt x="62031" y="14127"/>
                  <a:pt x="61993" y="14119"/>
                  <a:pt x="61947" y="14104"/>
                </a:cubicBezTo>
                <a:lnTo>
                  <a:pt x="61856" y="14165"/>
                </a:lnTo>
                <a:lnTo>
                  <a:pt x="61613" y="14317"/>
                </a:lnTo>
                <a:cubicBezTo>
                  <a:pt x="61613" y="14523"/>
                  <a:pt x="61701" y="14664"/>
                  <a:pt x="61821" y="14664"/>
                </a:cubicBezTo>
                <a:cubicBezTo>
                  <a:pt x="61842" y="14664"/>
                  <a:pt x="61864" y="14660"/>
                  <a:pt x="61886" y="14651"/>
                </a:cubicBezTo>
                <a:lnTo>
                  <a:pt x="61856" y="14499"/>
                </a:lnTo>
                <a:cubicBezTo>
                  <a:pt x="61856" y="14438"/>
                  <a:pt x="61886" y="14438"/>
                  <a:pt x="61947" y="14438"/>
                </a:cubicBezTo>
                <a:lnTo>
                  <a:pt x="61978" y="14468"/>
                </a:lnTo>
                <a:cubicBezTo>
                  <a:pt x="62038" y="14499"/>
                  <a:pt x="62069" y="14560"/>
                  <a:pt x="62099" y="14620"/>
                </a:cubicBezTo>
                <a:lnTo>
                  <a:pt x="62130" y="14833"/>
                </a:lnTo>
                <a:cubicBezTo>
                  <a:pt x="62281" y="14772"/>
                  <a:pt x="62373" y="14681"/>
                  <a:pt x="62342" y="14651"/>
                </a:cubicBezTo>
                <a:cubicBezTo>
                  <a:pt x="62585" y="14560"/>
                  <a:pt x="62829" y="14499"/>
                  <a:pt x="63072" y="14468"/>
                </a:cubicBezTo>
                <a:cubicBezTo>
                  <a:pt x="63160" y="14446"/>
                  <a:pt x="63237" y="14432"/>
                  <a:pt x="63298" y="14426"/>
                </a:cubicBezTo>
                <a:lnTo>
                  <a:pt x="63298" y="14426"/>
                </a:lnTo>
                <a:lnTo>
                  <a:pt x="63383" y="14448"/>
                </a:lnTo>
                <a:lnTo>
                  <a:pt x="63383" y="14448"/>
                </a:lnTo>
                <a:cubicBezTo>
                  <a:pt x="63388" y="14440"/>
                  <a:pt x="63392" y="14432"/>
                  <a:pt x="63396" y="14424"/>
                </a:cubicBezTo>
                <a:lnTo>
                  <a:pt x="63396" y="14424"/>
                </a:lnTo>
                <a:cubicBezTo>
                  <a:pt x="63385" y="14423"/>
                  <a:pt x="63373" y="14423"/>
                  <a:pt x="63361" y="14423"/>
                </a:cubicBezTo>
                <a:cubicBezTo>
                  <a:pt x="63342" y="14423"/>
                  <a:pt x="63321" y="14424"/>
                  <a:pt x="63298" y="14426"/>
                </a:cubicBezTo>
                <a:lnTo>
                  <a:pt x="63298" y="14426"/>
                </a:lnTo>
                <a:lnTo>
                  <a:pt x="63224" y="14408"/>
                </a:lnTo>
                <a:lnTo>
                  <a:pt x="63041" y="14377"/>
                </a:lnTo>
                <a:cubicBezTo>
                  <a:pt x="62950" y="14286"/>
                  <a:pt x="62859" y="14165"/>
                  <a:pt x="62829" y="14043"/>
                </a:cubicBezTo>
                <a:lnTo>
                  <a:pt x="62889" y="14043"/>
                </a:lnTo>
                <a:cubicBezTo>
                  <a:pt x="62950" y="14073"/>
                  <a:pt x="63315" y="14286"/>
                  <a:pt x="63376" y="14317"/>
                </a:cubicBezTo>
                <a:cubicBezTo>
                  <a:pt x="63406" y="14346"/>
                  <a:pt x="63413" y="14384"/>
                  <a:pt x="63396" y="14424"/>
                </a:cubicBezTo>
                <a:lnTo>
                  <a:pt x="63396" y="14424"/>
                </a:lnTo>
                <a:cubicBezTo>
                  <a:pt x="63442" y="14429"/>
                  <a:pt x="63467" y="14444"/>
                  <a:pt x="63467" y="14468"/>
                </a:cubicBezTo>
                <a:lnTo>
                  <a:pt x="63383" y="14448"/>
                </a:lnTo>
                <a:lnTo>
                  <a:pt x="63383" y="14448"/>
                </a:lnTo>
                <a:cubicBezTo>
                  <a:pt x="63360" y="14483"/>
                  <a:pt x="63318" y="14522"/>
                  <a:pt x="63254" y="14560"/>
                </a:cubicBezTo>
                <a:lnTo>
                  <a:pt x="63497" y="14590"/>
                </a:lnTo>
                <a:cubicBezTo>
                  <a:pt x="63691" y="14526"/>
                  <a:pt x="64006" y="14461"/>
                  <a:pt x="64206" y="14461"/>
                </a:cubicBezTo>
                <a:cubicBezTo>
                  <a:pt x="64289" y="14461"/>
                  <a:pt x="64352" y="14472"/>
                  <a:pt x="64379" y="14499"/>
                </a:cubicBezTo>
                <a:cubicBezTo>
                  <a:pt x="64470" y="14620"/>
                  <a:pt x="64531" y="14742"/>
                  <a:pt x="64500" y="14803"/>
                </a:cubicBezTo>
                <a:lnTo>
                  <a:pt x="64318" y="14803"/>
                </a:lnTo>
                <a:cubicBezTo>
                  <a:pt x="64288" y="14803"/>
                  <a:pt x="64257" y="14833"/>
                  <a:pt x="64257" y="14894"/>
                </a:cubicBezTo>
                <a:cubicBezTo>
                  <a:pt x="64257" y="14924"/>
                  <a:pt x="64318" y="14955"/>
                  <a:pt x="64348" y="14955"/>
                </a:cubicBezTo>
                <a:lnTo>
                  <a:pt x="64440" y="14955"/>
                </a:lnTo>
                <a:cubicBezTo>
                  <a:pt x="64561" y="14894"/>
                  <a:pt x="64652" y="14803"/>
                  <a:pt x="64652" y="14651"/>
                </a:cubicBezTo>
                <a:lnTo>
                  <a:pt x="64652" y="14560"/>
                </a:lnTo>
                <a:cubicBezTo>
                  <a:pt x="64652" y="14529"/>
                  <a:pt x="64744" y="14499"/>
                  <a:pt x="64774" y="14468"/>
                </a:cubicBezTo>
                <a:cubicBezTo>
                  <a:pt x="64804" y="14438"/>
                  <a:pt x="64865" y="14438"/>
                  <a:pt x="64804" y="14408"/>
                </a:cubicBezTo>
                <a:cubicBezTo>
                  <a:pt x="64744" y="14347"/>
                  <a:pt x="64744" y="14317"/>
                  <a:pt x="64835" y="14317"/>
                </a:cubicBezTo>
                <a:lnTo>
                  <a:pt x="64865" y="14317"/>
                </a:lnTo>
                <a:cubicBezTo>
                  <a:pt x="64926" y="14317"/>
                  <a:pt x="64865" y="14620"/>
                  <a:pt x="64835" y="14712"/>
                </a:cubicBezTo>
                <a:cubicBezTo>
                  <a:pt x="64804" y="14803"/>
                  <a:pt x="64744" y="14894"/>
                  <a:pt x="64713" y="14894"/>
                </a:cubicBezTo>
                <a:cubicBezTo>
                  <a:pt x="64683" y="14894"/>
                  <a:pt x="64713" y="15016"/>
                  <a:pt x="64744" y="15046"/>
                </a:cubicBezTo>
                <a:cubicBezTo>
                  <a:pt x="64751" y="15061"/>
                  <a:pt x="64765" y="15066"/>
                  <a:pt x="64783" y="15066"/>
                </a:cubicBezTo>
                <a:cubicBezTo>
                  <a:pt x="64838" y="15066"/>
                  <a:pt x="64926" y="15008"/>
                  <a:pt x="64926" y="14985"/>
                </a:cubicBezTo>
                <a:cubicBezTo>
                  <a:pt x="64956" y="14894"/>
                  <a:pt x="64987" y="14864"/>
                  <a:pt x="65017" y="14803"/>
                </a:cubicBezTo>
                <a:lnTo>
                  <a:pt x="65048" y="14803"/>
                </a:lnTo>
                <a:cubicBezTo>
                  <a:pt x="65108" y="14803"/>
                  <a:pt x="65139" y="14833"/>
                  <a:pt x="65169" y="14864"/>
                </a:cubicBezTo>
                <a:lnTo>
                  <a:pt x="65169" y="14924"/>
                </a:lnTo>
                <a:cubicBezTo>
                  <a:pt x="65169" y="14985"/>
                  <a:pt x="65230" y="15046"/>
                  <a:pt x="65230" y="15046"/>
                </a:cubicBezTo>
                <a:cubicBezTo>
                  <a:pt x="65260" y="15046"/>
                  <a:pt x="65321" y="14924"/>
                  <a:pt x="65321" y="14864"/>
                </a:cubicBezTo>
                <a:cubicBezTo>
                  <a:pt x="65351" y="14803"/>
                  <a:pt x="65078" y="14651"/>
                  <a:pt x="65078" y="14560"/>
                </a:cubicBezTo>
                <a:cubicBezTo>
                  <a:pt x="65078" y="14468"/>
                  <a:pt x="65230" y="14408"/>
                  <a:pt x="65291" y="14408"/>
                </a:cubicBezTo>
                <a:cubicBezTo>
                  <a:pt x="65296" y="14413"/>
                  <a:pt x="65303" y="14416"/>
                  <a:pt x="65310" y="14416"/>
                </a:cubicBezTo>
                <a:cubicBezTo>
                  <a:pt x="65342" y="14416"/>
                  <a:pt x="65387" y="14366"/>
                  <a:pt x="65412" y="14317"/>
                </a:cubicBezTo>
                <a:lnTo>
                  <a:pt x="65625" y="14317"/>
                </a:lnTo>
                <a:cubicBezTo>
                  <a:pt x="65706" y="14317"/>
                  <a:pt x="65787" y="14344"/>
                  <a:pt x="65868" y="14344"/>
                </a:cubicBezTo>
                <a:cubicBezTo>
                  <a:pt x="65909" y="14344"/>
                  <a:pt x="65949" y="14337"/>
                  <a:pt x="65990" y="14317"/>
                </a:cubicBezTo>
                <a:cubicBezTo>
                  <a:pt x="65999" y="14308"/>
                  <a:pt x="66013" y="14304"/>
                  <a:pt x="66030" y="14304"/>
                </a:cubicBezTo>
                <a:cubicBezTo>
                  <a:pt x="66071" y="14304"/>
                  <a:pt x="66129" y="14325"/>
                  <a:pt x="66172" y="14347"/>
                </a:cubicBezTo>
                <a:cubicBezTo>
                  <a:pt x="66242" y="14347"/>
                  <a:pt x="66258" y="14437"/>
                  <a:pt x="66331" y="14437"/>
                </a:cubicBezTo>
                <a:cubicBezTo>
                  <a:pt x="66353" y="14437"/>
                  <a:pt x="66380" y="14429"/>
                  <a:pt x="66415" y="14408"/>
                </a:cubicBezTo>
                <a:lnTo>
                  <a:pt x="66476" y="14377"/>
                </a:lnTo>
                <a:cubicBezTo>
                  <a:pt x="66503" y="14391"/>
                  <a:pt x="66526" y="14397"/>
                  <a:pt x="66547" y="14397"/>
                </a:cubicBezTo>
                <a:cubicBezTo>
                  <a:pt x="66621" y="14397"/>
                  <a:pt x="66658" y="14320"/>
                  <a:pt x="66658" y="14225"/>
                </a:cubicBezTo>
                <a:lnTo>
                  <a:pt x="66993" y="14225"/>
                </a:lnTo>
                <a:cubicBezTo>
                  <a:pt x="67266" y="14225"/>
                  <a:pt x="67388" y="14499"/>
                  <a:pt x="67266" y="14499"/>
                </a:cubicBezTo>
                <a:lnTo>
                  <a:pt x="67418" y="14499"/>
                </a:lnTo>
                <a:lnTo>
                  <a:pt x="67601" y="14438"/>
                </a:lnTo>
                <a:lnTo>
                  <a:pt x="67844" y="14377"/>
                </a:lnTo>
                <a:cubicBezTo>
                  <a:pt x="68044" y="14288"/>
                  <a:pt x="68212" y="14232"/>
                  <a:pt x="68287" y="14232"/>
                </a:cubicBezTo>
                <a:cubicBezTo>
                  <a:pt x="68315" y="14232"/>
                  <a:pt x="68330" y="14239"/>
                  <a:pt x="68330" y="14256"/>
                </a:cubicBezTo>
                <a:lnTo>
                  <a:pt x="68330" y="14408"/>
                </a:lnTo>
                <a:cubicBezTo>
                  <a:pt x="68330" y="14466"/>
                  <a:pt x="68367" y="14487"/>
                  <a:pt x="68417" y="14487"/>
                </a:cubicBezTo>
                <a:cubicBezTo>
                  <a:pt x="68446" y="14487"/>
                  <a:pt x="68479" y="14480"/>
                  <a:pt x="68513" y="14468"/>
                </a:cubicBezTo>
                <a:cubicBezTo>
                  <a:pt x="68573" y="14438"/>
                  <a:pt x="68513" y="14317"/>
                  <a:pt x="68665" y="14317"/>
                </a:cubicBezTo>
                <a:lnTo>
                  <a:pt x="68756" y="14317"/>
                </a:lnTo>
                <a:cubicBezTo>
                  <a:pt x="68763" y="14314"/>
                  <a:pt x="68770" y="14313"/>
                  <a:pt x="68777" y="14313"/>
                </a:cubicBezTo>
                <a:cubicBezTo>
                  <a:pt x="68864" y="14313"/>
                  <a:pt x="68964" y="14473"/>
                  <a:pt x="68908" y="14529"/>
                </a:cubicBezTo>
                <a:cubicBezTo>
                  <a:pt x="68863" y="14574"/>
                  <a:pt x="68802" y="14602"/>
                  <a:pt x="68761" y="14602"/>
                </a:cubicBezTo>
                <a:cubicBezTo>
                  <a:pt x="68746" y="14602"/>
                  <a:pt x="68734" y="14598"/>
                  <a:pt x="68725" y="14590"/>
                </a:cubicBezTo>
                <a:lnTo>
                  <a:pt x="68634" y="14590"/>
                </a:lnTo>
                <a:cubicBezTo>
                  <a:pt x="68634" y="14590"/>
                  <a:pt x="68634" y="14772"/>
                  <a:pt x="68634" y="14803"/>
                </a:cubicBezTo>
                <a:cubicBezTo>
                  <a:pt x="68646" y="14826"/>
                  <a:pt x="68680" y="14836"/>
                  <a:pt x="68722" y="14836"/>
                </a:cubicBezTo>
                <a:cubicBezTo>
                  <a:pt x="68791" y="14836"/>
                  <a:pt x="68882" y="14810"/>
                  <a:pt x="68938" y="14772"/>
                </a:cubicBezTo>
                <a:cubicBezTo>
                  <a:pt x="68945" y="14766"/>
                  <a:pt x="68952" y="14763"/>
                  <a:pt x="68960" y="14763"/>
                </a:cubicBezTo>
                <a:cubicBezTo>
                  <a:pt x="69020" y="14763"/>
                  <a:pt x="69104" y="14955"/>
                  <a:pt x="69212" y="14955"/>
                </a:cubicBezTo>
                <a:cubicBezTo>
                  <a:pt x="69424" y="14924"/>
                  <a:pt x="69576" y="14833"/>
                  <a:pt x="69728" y="14712"/>
                </a:cubicBezTo>
                <a:cubicBezTo>
                  <a:pt x="69748" y="14682"/>
                  <a:pt x="69771" y="14669"/>
                  <a:pt x="69792" y="14669"/>
                </a:cubicBezTo>
                <a:cubicBezTo>
                  <a:pt x="69838" y="14669"/>
                  <a:pt x="69880" y="14730"/>
                  <a:pt x="69880" y="14833"/>
                </a:cubicBezTo>
                <a:lnTo>
                  <a:pt x="70093" y="14894"/>
                </a:lnTo>
                <a:lnTo>
                  <a:pt x="70184" y="14894"/>
                </a:lnTo>
                <a:cubicBezTo>
                  <a:pt x="70276" y="14894"/>
                  <a:pt x="70367" y="14833"/>
                  <a:pt x="70397" y="14772"/>
                </a:cubicBezTo>
                <a:cubicBezTo>
                  <a:pt x="70397" y="14712"/>
                  <a:pt x="70245" y="14651"/>
                  <a:pt x="70184" y="14651"/>
                </a:cubicBezTo>
                <a:cubicBezTo>
                  <a:pt x="70124" y="14651"/>
                  <a:pt x="70154" y="14438"/>
                  <a:pt x="70184" y="14377"/>
                </a:cubicBezTo>
                <a:cubicBezTo>
                  <a:pt x="70215" y="14317"/>
                  <a:pt x="70458" y="14225"/>
                  <a:pt x="70549" y="14225"/>
                </a:cubicBezTo>
                <a:cubicBezTo>
                  <a:pt x="70671" y="14256"/>
                  <a:pt x="70792" y="14286"/>
                  <a:pt x="70883" y="14377"/>
                </a:cubicBezTo>
                <a:lnTo>
                  <a:pt x="71035" y="14347"/>
                </a:lnTo>
                <a:lnTo>
                  <a:pt x="71096" y="14317"/>
                </a:lnTo>
                <a:cubicBezTo>
                  <a:pt x="71218" y="14317"/>
                  <a:pt x="71218" y="14256"/>
                  <a:pt x="71096" y="14195"/>
                </a:cubicBezTo>
                <a:lnTo>
                  <a:pt x="71096" y="14165"/>
                </a:lnTo>
                <a:lnTo>
                  <a:pt x="71157" y="14013"/>
                </a:lnTo>
                <a:cubicBezTo>
                  <a:pt x="71279" y="14013"/>
                  <a:pt x="71400" y="14104"/>
                  <a:pt x="71461" y="14225"/>
                </a:cubicBezTo>
                <a:cubicBezTo>
                  <a:pt x="71461" y="14236"/>
                  <a:pt x="71485" y="14244"/>
                  <a:pt x="71525" y="14244"/>
                </a:cubicBezTo>
                <a:cubicBezTo>
                  <a:pt x="71595" y="14244"/>
                  <a:pt x="71710" y="14222"/>
                  <a:pt x="71826" y="14165"/>
                </a:cubicBezTo>
                <a:lnTo>
                  <a:pt x="72282" y="14165"/>
                </a:lnTo>
                <a:cubicBezTo>
                  <a:pt x="72336" y="14075"/>
                  <a:pt x="72496" y="14049"/>
                  <a:pt x="72637" y="14049"/>
                </a:cubicBezTo>
                <a:cubicBezTo>
                  <a:pt x="72734" y="14049"/>
                  <a:pt x="72822" y="14061"/>
                  <a:pt x="72859" y="14073"/>
                </a:cubicBezTo>
                <a:cubicBezTo>
                  <a:pt x="72981" y="14134"/>
                  <a:pt x="73163" y="14225"/>
                  <a:pt x="73194" y="14225"/>
                </a:cubicBezTo>
                <a:cubicBezTo>
                  <a:pt x="73285" y="14195"/>
                  <a:pt x="73376" y="14165"/>
                  <a:pt x="73467" y="14104"/>
                </a:cubicBezTo>
                <a:lnTo>
                  <a:pt x="73619" y="14104"/>
                </a:lnTo>
                <a:cubicBezTo>
                  <a:pt x="73619" y="14104"/>
                  <a:pt x="73680" y="14013"/>
                  <a:pt x="73680" y="13982"/>
                </a:cubicBezTo>
                <a:cubicBezTo>
                  <a:pt x="73680" y="13877"/>
                  <a:pt x="73680" y="13845"/>
                  <a:pt x="73730" y="13845"/>
                </a:cubicBezTo>
                <a:cubicBezTo>
                  <a:pt x="73752" y="13845"/>
                  <a:pt x="73785" y="13851"/>
                  <a:pt x="73832" y="13861"/>
                </a:cubicBezTo>
                <a:cubicBezTo>
                  <a:pt x="73872" y="13861"/>
                  <a:pt x="73940" y="13874"/>
                  <a:pt x="73989" y="13874"/>
                </a:cubicBezTo>
                <a:cubicBezTo>
                  <a:pt x="74014" y="13874"/>
                  <a:pt x="74035" y="13871"/>
                  <a:pt x="74045" y="13861"/>
                </a:cubicBezTo>
                <a:lnTo>
                  <a:pt x="74227" y="13739"/>
                </a:lnTo>
                <a:cubicBezTo>
                  <a:pt x="74302" y="13814"/>
                  <a:pt x="74418" y="13868"/>
                  <a:pt x="74542" y="13868"/>
                </a:cubicBezTo>
                <a:cubicBezTo>
                  <a:pt x="74568" y="13868"/>
                  <a:pt x="74595" y="13866"/>
                  <a:pt x="74622" y="13861"/>
                </a:cubicBezTo>
                <a:cubicBezTo>
                  <a:pt x="74630" y="13856"/>
                  <a:pt x="74637" y="13855"/>
                  <a:pt x="74641" y="13855"/>
                </a:cubicBezTo>
                <a:cubicBezTo>
                  <a:pt x="74667" y="13855"/>
                  <a:pt x="74618" y="13930"/>
                  <a:pt x="74592" y="13982"/>
                </a:cubicBezTo>
                <a:cubicBezTo>
                  <a:pt x="74586" y="13988"/>
                  <a:pt x="74591" y="13990"/>
                  <a:pt x="74604" y="13990"/>
                </a:cubicBezTo>
                <a:cubicBezTo>
                  <a:pt x="74657" y="13990"/>
                  <a:pt x="74841" y="13946"/>
                  <a:pt x="74865" y="13921"/>
                </a:cubicBezTo>
                <a:cubicBezTo>
                  <a:pt x="74926" y="13861"/>
                  <a:pt x="74987" y="13830"/>
                  <a:pt x="75048" y="13800"/>
                </a:cubicBezTo>
                <a:cubicBezTo>
                  <a:pt x="75078" y="13800"/>
                  <a:pt x="75169" y="13891"/>
                  <a:pt x="75169" y="13921"/>
                </a:cubicBezTo>
                <a:cubicBezTo>
                  <a:pt x="75175" y="13927"/>
                  <a:pt x="75183" y="13930"/>
                  <a:pt x="75192" y="13930"/>
                </a:cubicBezTo>
                <a:cubicBezTo>
                  <a:pt x="75232" y="13930"/>
                  <a:pt x="75297" y="13885"/>
                  <a:pt x="75321" y="13861"/>
                </a:cubicBezTo>
                <a:lnTo>
                  <a:pt x="75473" y="13678"/>
                </a:lnTo>
                <a:lnTo>
                  <a:pt x="75564" y="13800"/>
                </a:lnTo>
                <a:cubicBezTo>
                  <a:pt x="75625" y="13861"/>
                  <a:pt x="75716" y="13952"/>
                  <a:pt x="75747" y="13952"/>
                </a:cubicBezTo>
                <a:cubicBezTo>
                  <a:pt x="75899" y="13891"/>
                  <a:pt x="76020" y="13861"/>
                  <a:pt x="76172" y="13861"/>
                </a:cubicBezTo>
                <a:lnTo>
                  <a:pt x="76324" y="13861"/>
                </a:lnTo>
                <a:cubicBezTo>
                  <a:pt x="76294" y="13800"/>
                  <a:pt x="76355" y="13739"/>
                  <a:pt x="76416" y="13709"/>
                </a:cubicBezTo>
                <a:lnTo>
                  <a:pt x="76476" y="13739"/>
                </a:lnTo>
                <a:cubicBezTo>
                  <a:pt x="76598" y="13769"/>
                  <a:pt x="76598" y="13891"/>
                  <a:pt x="76598" y="13982"/>
                </a:cubicBezTo>
                <a:cubicBezTo>
                  <a:pt x="76602" y="13984"/>
                  <a:pt x="76607" y="13986"/>
                  <a:pt x="76611" y="13986"/>
                </a:cubicBezTo>
                <a:cubicBezTo>
                  <a:pt x="76663" y="13986"/>
                  <a:pt x="76689" y="13826"/>
                  <a:pt x="76689" y="13769"/>
                </a:cubicBezTo>
                <a:cubicBezTo>
                  <a:pt x="76689" y="13734"/>
                  <a:pt x="76773" y="13719"/>
                  <a:pt x="76860" y="13719"/>
                </a:cubicBezTo>
                <a:cubicBezTo>
                  <a:pt x="76922" y="13719"/>
                  <a:pt x="76986" y="13726"/>
                  <a:pt x="77023" y="13739"/>
                </a:cubicBezTo>
                <a:cubicBezTo>
                  <a:pt x="77068" y="13739"/>
                  <a:pt x="77257" y="13675"/>
                  <a:pt x="77380" y="13675"/>
                </a:cubicBezTo>
                <a:cubicBezTo>
                  <a:pt x="77426" y="13675"/>
                  <a:pt x="77463" y="13684"/>
                  <a:pt x="77479" y="13709"/>
                </a:cubicBezTo>
                <a:cubicBezTo>
                  <a:pt x="77497" y="13744"/>
                  <a:pt x="77536" y="13759"/>
                  <a:pt x="77583" y="13759"/>
                </a:cubicBezTo>
                <a:cubicBezTo>
                  <a:pt x="77617" y="13759"/>
                  <a:pt x="77654" y="13752"/>
                  <a:pt x="77692" y="13739"/>
                </a:cubicBezTo>
                <a:cubicBezTo>
                  <a:pt x="77692" y="13709"/>
                  <a:pt x="77631" y="13709"/>
                  <a:pt x="77510" y="13709"/>
                </a:cubicBezTo>
                <a:lnTo>
                  <a:pt x="77510" y="13587"/>
                </a:lnTo>
                <a:lnTo>
                  <a:pt x="77510" y="13526"/>
                </a:lnTo>
                <a:cubicBezTo>
                  <a:pt x="77540" y="13465"/>
                  <a:pt x="77571" y="13405"/>
                  <a:pt x="77571" y="13344"/>
                </a:cubicBezTo>
                <a:cubicBezTo>
                  <a:pt x="77601" y="13313"/>
                  <a:pt x="77540" y="13313"/>
                  <a:pt x="77479" y="13313"/>
                </a:cubicBezTo>
                <a:lnTo>
                  <a:pt x="77267" y="13313"/>
                </a:lnTo>
                <a:cubicBezTo>
                  <a:pt x="77191" y="13344"/>
                  <a:pt x="77115" y="13359"/>
                  <a:pt x="77039" y="13359"/>
                </a:cubicBezTo>
                <a:cubicBezTo>
                  <a:pt x="76963" y="13359"/>
                  <a:pt x="76887" y="13344"/>
                  <a:pt x="76811" y="13313"/>
                </a:cubicBezTo>
                <a:lnTo>
                  <a:pt x="76689" y="13222"/>
                </a:lnTo>
                <a:lnTo>
                  <a:pt x="76689" y="13161"/>
                </a:lnTo>
                <a:cubicBezTo>
                  <a:pt x="76719" y="13131"/>
                  <a:pt x="76719" y="13131"/>
                  <a:pt x="76750" y="13131"/>
                </a:cubicBezTo>
                <a:cubicBezTo>
                  <a:pt x="76841" y="13161"/>
                  <a:pt x="76932" y="13161"/>
                  <a:pt x="77023" y="13192"/>
                </a:cubicBezTo>
                <a:lnTo>
                  <a:pt x="77115" y="13192"/>
                </a:lnTo>
                <a:cubicBezTo>
                  <a:pt x="77236" y="13192"/>
                  <a:pt x="77358" y="13161"/>
                  <a:pt x="77479" y="13101"/>
                </a:cubicBezTo>
                <a:lnTo>
                  <a:pt x="77571" y="13101"/>
                </a:lnTo>
                <a:lnTo>
                  <a:pt x="78026" y="13161"/>
                </a:lnTo>
                <a:cubicBezTo>
                  <a:pt x="78543" y="13131"/>
                  <a:pt x="78999" y="13070"/>
                  <a:pt x="79090" y="13070"/>
                </a:cubicBezTo>
                <a:lnTo>
                  <a:pt x="79333" y="13070"/>
                </a:lnTo>
                <a:cubicBezTo>
                  <a:pt x="79485" y="13070"/>
                  <a:pt x="79637" y="12979"/>
                  <a:pt x="79729" y="12827"/>
                </a:cubicBezTo>
                <a:cubicBezTo>
                  <a:pt x="79729" y="12807"/>
                  <a:pt x="79742" y="12797"/>
                  <a:pt x="79765" y="12797"/>
                </a:cubicBezTo>
                <a:cubicBezTo>
                  <a:pt x="79810" y="12797"/>
                  <a:pt x="79891" y="12837"/>
                  <a:pt x="79972" y="12918"/>
                </a:cubicBezTo>
                <a:cubicBezTo>
                  <a:pt x="80005" y="12969"/>
                  <a:pt x="80057" y="12991"/>
                  <a:pt x="80107" y="12991"/>
                </a:cubicBezTo>
                <a:cubicBezTo>
                  <a:pt x="80148" y="12991"/>
                  <a:pt x="80188" y="12976"/>
                  <a:pt x="80215" y="12949"/>
                </a:cubicBezTo>
                <a:lnTo>
                  <a:pt x="80337" y="12918"/>
                </a:lnTo>
                <a:cubicBezTo>
                  <a:pt x="80489" y="13010"/>
                  <a:pt x="80580" y="13161"/>
                  <a:pt x="80489" y="13253"/>
                </a:cubicBezTo>
                <a:lnTo>
                  <a:pt x="80367" y="13253"/>
                </a:lnTo>
                <a:cubicBezTo>
                  <a:pt x="80337" y="13283"/>
                  <a:pt x="80337" y="13344"/>
                  <a:pt x="80367" y="13374"/>
                </a:cubicBezTo>
                <a:lnTo>
                  <a:pt x="80397" y="13405"/>
                </a:lnTo>
                <a:lnTo>
                  <a:pt x="80489" y="13405"/>
                </a:lnTo>
                <a:cubicBezTo>
                  <a:pt x="80580" y="13405"/>
                  <a:pt x="80671" y="13374"/>
                  <a:pt x="80762" y="13344"/>
                </a:cubicBezTo>
                <a:lnTo>
                  <a:pt x="80823" y="13344"/>
                </a:lnTo>
                <a:cubicBezTo>
                  <a:pt x="80884" y="13374"/>
                  <a:pt x="80975" y="13435"/>
                  <a:pt x="81005" y="13496"/>
                </a:cubicBezTo>
                <a:lnTo>
                  <a:pt x="81248" y="13496"/>
                </a:lnTo>
                <a:cubicBezTo>
                  <a:pt x="81400" y="13465"/>
                  <a:pt x="81552" y="13405"/>
                  <a:pt x="81674" y="13283"/>
                </a:cubicBezTo>
                <a:cubicBezTo>
                  <a:pt x="81704" y="13253"/>
                  <a:pt x="81613" y="13131"/>
                  <a:pt x="81583" y="13131"/>
                </a:cubicBezTo>
                <a:cubicBezTo>
                  <a:pt x="81492" y="13131"/>
                  <a:pt x="81431" y="13161"/>
                  <a:pt x="81370" y="13192"/>
                </a:cubicBezTo>
                <a:cubicBezTo>
                  <a:pt x="81340" y="13192"/>
                  <a:pt x="81218" y="13222"/>
                  <a:pt x="81066" y="13222"/>
                </a:cubicBezTo>
                <a:lnTo>
                  <a:pt x="80975" y="13253"/>
                </a:lnTo>
                <a:lnTo>
                  <a:pt x="80944" y="13253"/>
                </a:lnTo>
                <a:cubicBezTo>
                  <a:pt x="80884" y="13253"/>
                  <a:pt x="80853" y="13131"/>
                  <a:pt x="80853" y="13101"/>
                </a:cubicBezTo>
                <a:cubicBezTo>
                  <a:pt x="81036" y="13040"/>
                  <a:pt x="81248" y="13010"/>
                  <a:pt x="81431" y="13010"/>
                </a:cubicBezTo>
                <a:lnTo>
                  <a:pt x="81826" y="13010"/>
                </a:lnTo>
                <a:cubicBezTo>
                  <a:pt x="81917" y="12949"/>
                  <a:pt x="82039" y="12949"/>
                  <a:pt x="82130" y="12918"/>
                </a:cubicBezTo>
                <a:cubicBezTo>
                  <a:pt x="82217" y="12947"/>
                  <a:pt x="82331" y="13224"/>
                  <a:pt x="82237" y="13224"/>
                </a:cubicBezTo>
                <a:cubicBezTo>
                  <a:pt x="82232" y="13224"/>
                  <a:pt x="82227" y="13224"/>
                  <a:pt x="82221" y="13222"/>
                </a:cubicBezTo>
                <a:cubicBezTo>
                  <a:pt x="82069" y="13222"/>
                  <a:pt x="82069" y="13313"/>
                  <a:pt x="82160" y="13465"/>
                </a:cubicBezTo>
                <a:lnTo>
                  <a:pt x="82282" y="13496"/>
                </a:lnTo>
                <a:lnTo>
                  <a:pt x="82403" y="13526"/>
                </a:lnTo>
                <a:cubicBezTo>
                  <a:pt x="82586" y="13465"/>
                  <a:pt x="82555" y="13313"/>
                  <a:pt x="82525" y="13313"/>
                </a:cubicBezTo>
                <a:cubicBezTo>
                  <a:pt x="82464" y="13222"/>
                  <a:pt x="82464" y="13131"/>
                  <a:pt x="82495" y="13040"/>
                </a:cubicBezTo>
                <a:cubicBezTo>
                  <a:pt x="82647" y="12949"/>
                  <a:pt x="82799" y="12888"/>
                  <a:pt x="83011" y="12858"/>
                </a:cubicBezTo>
                <a:lnTo>
                  <a:pt x="83133" y="12949"/>
                </a:lnTo>
                <a:lnTo>
                  <a:pt x="83437" y="13101"/>
                </a:lnTo>
                <a:cubicBezTo>
                  <a:pt x="83529" y="13027"/>
                  <a:pt x="83643" y="12987"/>
                  <a:pt x="83760" y="12987"/>
                </a:cubicBezTo>
                <a:cubicBezTo>
                  <a:pt x="83835" y="12987"/>
                  <a:pt x="83912" y="13004"/>
                  <a:pt x="83984" y="13040"/>
                </a:cubicBezTo>
                <a:lnTo>
                  <a:pt x="84075" y="13040"/>
                </a:lnTo>
                <a:lnTo>
                  <a:pt x="84166" y="13010"/>
                </a:lnTo>
                <a:cubicBezTo>
                  <a:pt x="84212" y="12964"/>
                  <a:pt x="84265" y="12941"/>
                  <a:pt x="84318" y="12941"/>
                </a:cubicBezTo>
                <a:cubicBezTo>
                  <a:pt x="84372" y="12941"/>
                  <a:pt x="84425" y="12964"/>
                  <a:pt x="84470" y="13010"/>
                </a:cubicBezTo>
                <a:cubicBezTo>
                  <a:pt x="84501" y="13040"/>
                  <a:pt x="84501" y="13101"/>
                  <a:pt x="84440" y="13101"/>
                </a:cubicBezTo>
                <a:cubicBezTo>
                  <a:pt x="84418" y="13101"/>
                  <a:pt x="84283" y="13036"/>
                  <a:pt x="84223" y="13036"/>
                </a:cubicBezTo>
                <a:cubicBezTo>
                  <a:pt x="84201" y="13036"/>
                  <a:pt x="84189" y="13045"/>
                  <a:pt x="84197" y="13070"/>
                </a:cubicBezTo>
                <a:cubicBezTo>
                  <a:pt x="84227" y="13131"/>
                  <a:pt x="84440" y="13253"/>
                  <a:pt x="84501" y="13253"/>
                </a:cubicBezTo>
                <a:cubicBezTo>
                  <a:pt x="84592" y="13253"/>
                  <a:pt x="84683" y="12979"/>
                  <a:pt x="84622" y="12858"/>
                </a:cubicBezTo>
                <a:cubicBezTo>
                  <a:pt x="84579" y="12792"/>
                  <a:pt x="84708" y="12742"/>
                  <a:pt x="84818" y="12742"/>
                </a:cubicBezTo>
                <a:cubicBezTo>
                  <a:pt x="84861" y="12742"/>
                  <a:pt x="84901" y="12749"/>
                  <a:pt x="84926" y="12766"/>
                </a:cubicBezTo>
                <a:lnTo>
                  <a:pt x="85169" y="12918"/>
                </a:lnTo>
                <a:lnTo>
                  <a:pt x="85291" y="12918"/>
                </a:lnTo>
                <a:cubicBezTo>
                  <a:pt x="85443" y="12918"/>
                  <a:pt x="85352" y="12979"/>
                  <a:pt x="85291" y="13010"/>
                </a:cubicBezTo>
                <a:cubicBezTo>
                  <a:pt x="85230" y="13040"/>
                  <a:pt x="85504" y="13040"/>
                  <a:pt x="85565" y="13040"/>
                </a:cubicBezTo>
                <a:cubicBezTo>
                  <a:pt x="85625" y="13040"/>
                  <a:pt x="85656" y="13010"/>
                  <a:pt x="85625" y="12949"/>
                </a:cubicBezTo>
                <a:lnTo>
                  <a:pt x="85625" y="12918"/>
                </a:lnTo>
                <a:cubicBezTo>
                  <a:pt x="85625" y="12888"/>
                  <a:pt x="85747" y="12827"/>
                  <a:pt x="85747" y="12827"/>
                </a:cubicBezTo>
                <a:lnTo>
                  <a:pt x="85838" y="12918"/>
                </a:lnTo>
                <a:cubicBezTo>
                  <a:pt x="85909" y="12954"/>
                  <a:pt x="85981" y="12969"/>
                  <a:pt x="86052" y="12969"/>
                </a:cubicBezTo>
                <a:cubicBezTo>
                  <a:pt x="86102" y="12969"/>
                  <a:pt x="86153" y="12961"/>
                  <a:pt x="86203" y="12949"/>
                </a:cubicBezTo>
                <a:cubicBezTo>
                  <a:pt x="86216" y="12942"/>
                  <a:pt x="86241" y="12940"/>
                  <a:pt x="86273" y="12940"/>
                </a:cubicBezTo>
                <a:cubicBezTo>
                  <a:pt x="86362" y="12940"/>
                  <a:pt x="86505" y="12957"/>
                  <a:pt x="86604" y="12957"/>
                </a:cubicBezTo>
                <a:cubicBezTo>
                  <a:pt x="86640" y="12957"/>
                  <a:pt x="86670" y="12955"/>
                  <a:pt x="86689" y="12949"/>
                </a:cubicBezTo>
                <a:cubicBezTo>
                  <a:pt x="86811" y="12888"/>
                  <a:pt x="86902" y="12797"/>
                  <a:pt x="86963" y="12675"/>
                </a:cubicBezTo>
                <a:cubicBezTo>
                  <a:pt x="86971" y="12667"/>
                  <a:pt x="86983" y="12663"/>
                  <a:pt x="86998" y="12663"/>
                </a:cubicBezTo>
                <a:cubicBezTo>
                  <a:pt x="87089" y="12663"/>
                  <a:pt x="87279" y="12805"/>
                  <a:pt x="87358" y="12858"/>
                </a:cubicBezTo>
                <a:cubicBezTo>
                  <a:pt x="87449" y="12888"/>
                  <a:pt x="87548" y="12903"/>
                  <a:pt x="87651" y="12903"/>
                </a:cubicBezTo>
                <a:cubicBezTo>
                  <a:pt x="87753" y="12903"/>
                  <a:pt x="87859" y="12888"/>
                  <a:pt x="87966" y="12858"/>
                </a:cubicBezTo>
                <a:cubicBezTo>
                  <a:pt x="88095" y="12836"/>
                  <a:pt x="88239" y="12815"/>
                  <a:pt x="88377" y="12815"/>
                </a:cubicBezTo>
                <a:cubicBezTo>
                  <a:pt x="88434" y="12815"/>
                  <a:pt x="88490" y="12818"/>
                  <a:pt x="88543" y="12827"/>
                </a:cubicBezTo>
                <a:lnTo>
                  <a:pt x="88756" y="12797"/>
                </a:lnTo>
                <a:lnTo>
                  <a:pt x="88817" y="12797"/>
                </a:lnTo>
                <a:cubicBezTo>
                  <a:pt x="88828" y="12802"/>
                  <a:pt x="88840" y="12805"/>
                  <a:pt x="88853" y="12805"/>
                </a:cubicBezTo>
                <a:cubicBezTo>
                  <a:pt x="88909" y="12805"/>
                  <a:pt x="88975" y="12755"/>
                  <a:pt x="88999" y="12706"/>
                </a:cubicBezTo>
                <a:cubicBezTo>
                  <a:pt x="88999" y="12675"/>
                  <a:pt x="89030" y="12660"/>
                  <a:pt x="89079" y="12660"/>
                </a:cubicBezTo>
                <a:cubicBezTo>
                  <a:pt x="89129" y="12660"/>
                  <a:pt x="89197" y="12675"/>
                  <a:pt x="89273" y="12706"/>
                </a:cubicBezTo>
                <a:lnTo>
                  <a:pt x="89364" y="12736"/>
                </a:lnTo>
                <a:cubicBezTo>
                  <a:pt x="89433" y="12759"/>
                  <a:pt x="89450" y="12868"/>
                  <a:pt x="89532" y="12868"/>
                </a:cubicBezTo>
                <a:cubicBezTo>
                  <a:pt x="89559" y="12868"/>
                  <a:pt x="89593" y="12857"/>
                  <a:pt x="89638" y="12827"/>
                </a:cubicBezTo>
                <a:cubicBezTo>
                  <a:pt x="89729" y="12766"/>
                  <a:pt x="89850" y="12736"/>
                  <a:pt x="89972" y="12736"/>
                </a:cubicBezTo>
                <a:cubicBezTo>
                  <a:pt x="90002" y="12736"/>
                  <a:pt x="90033" y="12766"/>
                  <a:pt x="90033" y="12766"/>
                </a:cubicBezTo>
                <a:cubicBezTo>
                  <a:pt x="90101" y="12801"/>
                  <a:pt x="90178" y="12805"/>
                  <a:pt x="90257" y="12805"/>
                </a:cubicBezTo>
                <a:cubicBezTo>
                  <a:pt x="90284" y="12805"/>
                  <a:pt x="90310" y="12804"/>
                  <a:pt x="90337" y="12804"/>
                </a:cubicBezTo>
                <a:cubicBezTo>
                  <a:pt x="90443" y="12804"/>
                  <a:pt x="90550" y="12812"/>
                  <a:pt x="90641" y="12888"/>
                </a:cubicBezTo>
                <a:cubicBezTo>
                  <a:pt x="90641" y="12888"/>
                  <a:pt x="90762" y="12797"/>
                  <a:pt x="90853" y="12797"/>
                </a:cubicBezTo>
                <a:lnTo>
                  <a:pt x="90884" y="12797"/>
                </a:lnTo>
                <a:cubicBezTo>
                  <a:pt x="90908" y="12809"/>
                  <a:pt x="90926" y="12814"/>
                  <a:pt x="90939" y="12814"/>
                </a:cubicBezTo>
                <a:cubicBezTo>
                  <a:pt x="90994" y="12814"/>
                  <a:pt x="90969" y="12730"/>
                  <a:pt x="90945" y="12706"/>
                </a:cubicBezTo>
                <a:cubicBezTo>
                  <a:pt x="90914" y="12645"/>
                  <a:pt x="90853" y="12554"/>
                  <a:pt x="90823" y="12493"/>
                </a:cubicBezTo>
                <a:cubicBezTo>
                  <a:pt x="90817" y="12481"/>
                  <a:pt x="90804" y="12476"/>
                  <a:pt x="90787" y="12476"/>
                </a:cubicBezTo>
                <a:cubicBezTo>
                  <a:pt x="90714" y="12476"/>
                  <a:pt x="90562" y="12560"/>
                  <a:pt x="90489" y="12584"/>
                </a:cubicBezTo>
                <a:cubicBezTo>
                  <a:pt x="90468" y="12598"/>
                  <a:pt x="90453" y="12604"/>
                  <a:pt x="90443" y="12604"/>
                </a:cubicBezTo>
                <a:cubicBezTo>
                  <a:pt x="90412" y="12604"/>
                  <a:pt x="90435" y="12539"/>
                  <a:pt x="90458" y="12493"/>
                </a:cubicBezTo>
                <a:cubicBezTo>
                  <a:pt x="90483" y="12443"/>
                  <a:pt x="90285" y="12394"/>
                  <a:pt x="90162" y="12394"/>
                </a:cubicBezTo>
                <a:cubicBezTo>
                  <a:pt x="90134" y="12394"/>
                  <a:pt x="90110" y="12396"/>
                  <a:pt x="90094" y="12402"/>
                </a:cubicBezTo>
                <a:cubicBezTo>
                  <a:pt x="90029" y="12423"/>
                  <a:pt x="89949" y="12445"/>
                  <a:pt x="89865" y="12445"/>
                </a:cubicBezTo>
                <a:cubicBezTo>
                  <a:pt x="89830" y="12445"/>
                  <a:pt x="89795" y="12441"/>
                  <a:pt x="89759" y="12432"/>
                </a:cubicBezTo>
                <a:cubicBezTo>
                  <a:pt x="89698" y="12402"/>
                  <a:pt x="89516" y="12280"/>
                  <a:pt x="89334" y="12158"/>
                </a:cubicBezTo>
                <a:lnTo>
                  <a:pt x="89394" y="12037"/>
                </a:lnTo>
                <a:lnTo>
                  <a:pt x="89425" y="11976"/>
                </a:lnTo>
                <a:cubicBezTo>
                  <a:pt x="89470" y="11946"/>
                  <a:pt x="89516" y="11930"/>
                  <a:pt x="89550" y="11930"/>
                </a:cubicBezTo>
                <a:cubicBezTo>
                  <a:pt x="89584" y="11930"/>
                  <a:pt x="89607" y="11946"/>
                  <a:pt x="89607" y="11976"/>
                </a:cubicBezTo>
                <a:lnTo>
                  <a:pt x="89607" y="12006"/>
                </a:lnTo>
                <a:cubicBezTo>
                  <a:pt x="89546" y="12128"/>
                  <a:pt x="89607" y="12219"/>
                  <a:pt x="89698" y="12219"/>
                </a:cubicBezTo>
                <a:lnTo>
                  <a:pt x="89850" y="12189"/>
                </a:lnTo>
                <a:cubicBezTo>
                  <a:pt x="89972" y="12189"/>
                  <a:pt x="90094" y="12098"/>
                  <a:pt x="90063" y="12067"/>
                </a:cubicBezTo>
                <a:cubicBezTo>
                  <a:pt x="90033" y="12006"/>
                  <a:pt x="90033" y="11976"/>
                  <a:pt x="90033" y="11976"/>
                </a:cubicBezTo>
                <a:lnTo>
                  <a:pt x="90124" y="11976"/>
                </a:lnTo>
                <a:cubicBezTo>
                  <a:pt x="90215" y="11976"/>
                  <a:pt x="90276" y="12006"/>
                  <a:pt x="90276" y="12037"/>
                </a:cubicBezTo>
                <a:lnTo>
                  <a:pt x="90276" y="12098"/>
                </a:lnTo>
                <a:cubicBezTo>
                  <a:pt x="90276" y="12158"/>
                  <a:pt x="90306" y="12219"/>
                  <a:pt x="90398" y="12219"/>
                </a:cubicBezTo>
                <a:lnTo>
                  <a:pt x="90428" y="12189"/>
                </a:lnTo>
                <a:lnTo>
                  <a:pt x="90489" y="12158"/>
                </a:lnTo>
                <a:cubicBezTo>
                  <a:pt x="90513" y="12123"/>
                  <a:pt x="90546" y="12110"/>
                  <a:pt x="90579" y="12110"/>
                </a:cubicBezTo>
                <a:cubicBezTo>
                  <a:pt x="90631" y="12110"/>
                  <a:pt x="90683" y="12140"/>
                  <a:pt x="90701" y="12158"/>
                </a:cubicBezTo>
                <a:cubicBezTo>
                  <a:pt x="90777" y="12174"/>
                  <a:pt x="90861" y="12181"/>
                  <a:pt x="90945" y="12181"/>
                </a:cubicBezTo>
                <a:cubicBezTo>
                  <a:pt x="91028" y="12181"/>
                  <a:pt x="91112" y="12174"/>
                  <a:pt x="91188" y="12158"/>
                </a:cubicBezTo>
                <a:cubicBezTo>
                  <a:pt x="91233" y="12128"/>
                  <a:pt x="91287" y="12113"/>
                  <a:pt x="91340" y="12113"/>
                </a:cubicBezTo>
                <a:cubicBezTo>
                  <a:pt x="91393" y="12113"/>
                  <a:pt x="91446" y="12128"/>
                  <a:pt x="91492" y="12158"/>
                </a:cubicBezTo>
                <a:cubicBezTo>
                  <a:pt x="91492" y="12162"/>
                  <a:pt x="91494" y="12163"/>
                  <a:pt x="91497" y="12163"/>
                </a:cubicBezTo>
                <a:cubicBezTo>
                  <a:pt x="91524" y="12163"/>
                  <a:pt x="91647" y="12064"/>
                  <a:pt x="91674" y="12037"/>
                </a:cubicBezTo>
                <a:cubicBezTo>
                  <a:pt x="91763" y="11992"/>
                  <a:pt x="91852" y="11964"/>
                  <a:pt x="91953" y="11964"/>
                </a:cubicBezTo>
                <a:cubicBezTo>
                  <a:pt x="91990" y="11964"/>
                  <a:pt x="92029" y="11968"/>
                  <a:pt x="92069" y="11976"/>
                </a:cubicBezTo>
                <a:lnTo>
                  <a:pt x="92282" y="11976"/>
                </a:lnTo>
                <a:lnTo>
                  <a:pt x="92252" y="12219"/>
                </a:lnTo>
                <a:cubicBezTo>
                  <a:pt x="92464" y="12189"/>
                  <a:pt x="92677" y="12158"/>
                  <a:pt x="92708" y="12128"/>
                </a:cubicBezTo>
                <a:cubicBezTo>
                  <a:pt x="92738" y="12067"/>
                  <a:pt x="92799" y="11915"/>
                  <a:pt x="92829" y="11794"/>
                </a:cubicBezTo>
                <a:lnTo>
                  <a:pt x="92920" y="11763"/>
                </a:lnTo>
                <a:cubicBezTo>
                  <a:pt x="92987" y="11719"/>
                  <a:pt x="93053" y="11626"/>
                  <a:pt x="93155" y="11626"/>
                </a:cubicBezTo>
                <a:cubicBezTo>
                  <a:pt x="93193" y="11626"/>
                  <a:pt x="93236" y="11639"/>
                  <a:pt x="93285" y="11672"/>
                </a:cubicBezTo>
                <a:lnTo>
                  <a:pt x="93346" y="11733"/>
                </a:lnTo>
                <a:cubicBezTo>
                  <a:pt x="93346" y="11824"/>
                  <a:pt x="93346" y="11885"/>
                  <a:pt x="93407" y="11976"/>
                </a:cubicBezTo>
                <a:lnTo>
                  <a:pt x="93559" y="11854"/>
                </a:lnTo>
                <a:lnTo>
                  <a:pt x="93680" y="11824"/>
                </a:lnTo>
                <a:cubicBezTo>
                  <a:pt x="93802" y="11794"/>
                  <a:pt x="93923" y="11733"/>
                  <a:pt x="94015" y="11672"/>
                </a:cubicBezTo>
                <a:cubicBezTo>
                  <a:pt x="94045" y="11672"/>
                  <a:pt x="94015" y="11611"/>
                  <a:pt x="93954" y="11581"/>
                </a:cubicBezTo>
                <a:lnTo>
                  <a:pt x="93893" y="11581"/>
                </a:lnTo>
                <a:cubicBezTo>
                  <a:pt x="93741" y="11581"/>
                  <a:pt x="93741" y="11520"/>
                  <a:pt x="93741" y="11429"/>
                </a:cubicBezTo>
                <a:lnTo>
                  <a:pt x="93802" y="11277"/>
                </a:lnTo>
                <a:cubicBezTo>
                  <a:pt x="93832" y="11095"/>
                  <a:pt x="93893" y="10639"/>
                  <a:pt x="93802" y="10547"/>
                </a:cubicBezTo>
                <a:cubicBezTo>
                  <a:pt x="93650" y="10456"/>
                  <a:pt x="93528" y="10304"/>
                  <a:pt x="93437" y="10183"/>
                </a:cubicBezTo>
                <a:lnTo>
                  <a:pt x="93559" y="10092"/>
                </a:lnTo>
                <a:cubicBezTo>
                  <a:pt x="93619" y="10061"/>
                  <a:pt x="93711" y="10031"/>
                  <a:pt x="93741" y="10000"/>
                </a:cubicBezTo>
                <a:cubicBezTo>
                  <a:pt x="93802" y="9970"/>
                  <a:pt x="93832" y="9879"/>
                  <a:pt x="93832" y="9879"/>
                </a:cubicBezTo>
                <a:cubicBezTo>
                  <a:pt x="93650" y="9727"/>
                  <a:pt x="93832" y="9696"/>
                  <a:pt x="93923" y="9666"/>
                </a:cubicBezTo>
                <a:lnTo>
                  <a:pt x="94015" y="9666"/>
                </a:lnTo>
                <a:cubicBezTo>
                  <a:pt x="94052" y="9653"/>
                  <a:pt x="94090" y="9646"/>
                  <a:pt x="94126" y="9646"/>
                </a:cubicBezTo>
                <a:cubicBezTo>
                  <a:pt x="94176" y="9646"/>
                  <a:pt x="94222" y="9661"/>
                  <a:pt x="94258" y="9696"/>
                </a:cubicBezTo>
                <a:cubicBezTo>
                  <a:pt x="94279" y="9739"/>
                  <a:pt x="94407" y="9782"/>
                  <a:pt x="94491" y="9782"/>
                </a:cubicBezTo>
                <a:cubicBezTo>
                  <a:pt x="94526" y="9782"/>
                  <a:pt x="94553" y="9775"/>
                  <a:pt x="94562" y="9757"/>
                </a:cubicBezTo>
                <a:cubicBezTo>
                  <a:pt x="94623" y="9636"/>
                  <a:pt x="94683" y="9544"/>
                  <a:pt x="94714" y="9423"/>
                </a:cubicBezTo>
                <a:cubicBezTo>
                  <a:pt x="94714" y="9392"/>
                  <a:pt x="94699" y="9377"/>
                  <a:pt x="94672" y="9377"/>
                </a:cubicBezTo>
                <a:cubicBezTo>
                  <a:pt x="94645" y="9377"/>
                  <a:pt x="94607" y="9392"/>
                  <a:pt x="94562" y="9423"/>
                </a:cubicBezTo>
                <a:lnTo>
                  <a:pt x="94501" y="9423"/>
                </a:lnTo>
                <a:cubicBezTo>
                  <a:pt x="94440" y="9423"/>
                  <a:pt x="94349" y="9392"/>
                  <a:pt x="94288" y="9332"/>
                </a:cubicBezTo>
                <a:lnTo>
                  <a:pt x="94197" y="9240"/>
                </a:lnTo>
                <a:cubicBezTo>
                  <a:pt x="94167" y="9332"/>
                  <a:pt x="93954" y="9423"/>
                  <a:pt x="93741" y="9453"/>
                </a:cubicBezTo>
                <a:lnTo>
                  <a:pt x="93619" y="9392"/>
                </a:lnTo>
                <a:lnTo>
                  <a:pt x="93559" y="9332"/>
                </a:lnTo>
                <a:cubicBezTo>
                  <a:pt x="93467" y="9301"/>
                  <a:pt x="93407" y="9301"/>
                  <a:pt x="93316" y="9271"/>
                </a:cubicBezTo>
                <a:cubicBezTo>
                  <a:pt x="93255" y="9240"/>
                  <a:pt x="93316" y="9149"/>
                  <a:pt x="93316" y="9149"/>
                </a:cubicBezTo>
                <a:cubicBezTo>
                  <a:pt x="93320" y="9145"/>
                  <a:pt x="93329" y="9143"/>
                  <a:pt x="93342" y="9143"/>
                </a:cubicBezTo>
                <a:cubicBezTo>
                  <a:pt x="93392" y="9143"/>
                  <a:pt x="93493" y="9171"/>
                  <a:pt x="93560" y="9171"/>
                </a:cubicBezTo>
                <a:cubicBezTo>
                  <a:pt x="93589" y="9171"/>
                  <a:pt x="93612" y="9165"/>
                  <a:pt x="93619" y="9149"/>
                </a:cubicBezTo>
                <a:cubicBezTo>
                  <a:pt x="93680" y="9088"/>
                  <a:pt x="93619" y="8936"/>
                  <a:pt x="93559" y="8906"/>
                </a:cubicBezTo>
                <a:cubicBezTo>
                  <a:pt x="93528" y="8876"/>
                  <a:pt x="93650" y="8785"/>
                  <a:pt x="93711" y="8754"/>
                </a:cubicBezTo>
                <a:cubicBezTo>
                  <a:pt x="93771" y="8724"/>
                  <a:pt x="93771" y="8693"/>
                  <a:pt x="93741" y="8633"/>
                </a:cubicBezTo>
                <a:cubicBezTo>
                  <a:pt x="93741" y="8633"/>
                  <a:pt x="93863" y="8541"/>
                  <a:pt x="93923" y="8541"/>
                </a:cubicBezTo>
                <a:cubicBezTo>
                  <a:pt x="93984" y="8420"/>
                  <a:pt x="94045" y="8268"/>
                  <a:pt x="94075" y="8146"/>
                </a:cubicBezTo>
                <a:cubicBezTo>
                  <a:pt x="94106" y="8025"/>
                  <a:pt x="93893" y="7964"/>
                  <a:pt x="93832" y="7964"/>
                </a:cubicBezTo>
                <a:cubicBezTo>
                  <a:pt x="93680" y="7964"/>
                  <a:pt x="93528" y="7994"/>
                  <a:pt x="93407" y="8055"/>
                </a:cubicBezTo>
                <a:cubicBezTo>
                  <a:pt x="93398" y="8058"/>
                  <a:pt x="93390" y="8059"/>
                  <a:pt x="93381" y="8059"/>
                </a:cubicBezTo>
                <a:cubicBezTo>
                  <a:pt x="93295" y="8059"/>
                  <a:pt x="93194" y="7931"/>
                  <a:pt x="93194" y="7903"/>
                </a:cubicBezTo>
                <a:cubicBezTo>
                  <a:pt x="93194" y="7903"/>
                  <a:pt x="93140" y="7876"/>
                  <a:pt x="93059" y="7876"/>
                </a:cubicBezTo>
                <a:cubicBezTo>
                  <a:pt x="93018" y="7876"/>
                  <a:pt x="92971" y="7883"/>
                  <a:pt x="92920" y="7903"/>
                </a:cubicBezTo>
                <a:lnTo>
                  <a:pt x="92829" y="7933"/>
                </a:lnTo>
                <a:cubicBezTo>
                  <a:pt x="92768" y="7933"/>
                  <a:pt x="92738" y="7964"/>
                  <a:pt x="92708" y="7994"/>
                </a:cubicBezTo>
                <a:lnTo>
                  <a:pt x="92647" y="8116"/>
                </a:lnTo>
                <a:cubicBezTo>
                  <a:pt x="92677" y="8207"/>
                  <a:pt x="92768" y="8298"/>
                  <a:pt x="92860" y="8329"/>
                </a:cubicBezTo>
                <a:lnTo>
                  <a:pt x="93042" y="8329"/>
                </a:lnTo>
                <a:cubicBezTo>
                  <a:pt x="93096" y="8274"/>
                  <a:pt x="93175" y="8172"/>
                  <a:pt x="93212" y="8172"/>
                </a:cubicBezTo>
                <a:cubicBezTo>
                  <a:pt x="93217" y="8172"/>
                  <a:pt x="93221" y="8173"/>
                  <a:pt x="93224" y="8177"/>
                </a:cubicBezTo>
                <a:cubicBezTo>
                  <a:pt x="93285" y="8207"/>
                  <a:pt x="93346" y="8268"/>
                  <a:pt x="93376" y="8329"/>
                </a:cubicBezTo>
                <a:cubicBezTo>
                  <a:pt x="93194" y="8420"/>
                  <a:pt x="92981" y="8450"/>
                  <a:pt x="92799" y="8481"/>
                </a:cubicBezTo>
                <a:cubicBezTo>
                  <a:pt x="92770" y="8486"/>
                  <a:pt x="92743" y="8489"/>
                  <a:pt x="92719" y="8489"/>
                </a:cubicBezTo>
                <a:cubicBezTo>
                  <a:pt x="92615" y="8489"/>
                  <a:pt x="92556" y="8444"/>
                  <a:pt x="92556" y="8420"/>
                </a:cubicBezTo>
                <a:cubicBezTo>
                  <a:pt x="92556" y="8359"/>
                  <a:pt x="92586" y="8298"/>
                  <a:pt x="92586" y="8237"/>
                </a:cubicBezTo>
                <a:cubicBezTo>
                  <a:pt x="92556" y="8146"/>
                  <a:pt x="92495" y="8085"/>
                  <a:pt x="92434" y="7994"/>
                </a:cubicBezTo>
                <a:lnTo>
                  <a:pt x="92373" y="7933"/>
                </a:lnTo>
                <a:lnTo>
                  <a:pt x="92282" y="7842"/>
                </a:lnTo>
                <a:cubicBezTo>
                  <a:pt x="92191" y="7842"/>
                  <a:pt x="92100" y="7873"/>
                  <a:pt x="92008" y="7903"/>
                </a:cubicBezTo>
                <a:lnTo>
                  <a:pt x="91857" y="7873"/>
                </a:lnTo>
                <a:cubicBezTo>
                  <a:pt x="91674" y="7873"/>
                  <a:pt x="91401" y="7842"/>
                  <a:pt x="91218" y="7812"/>
                </a:cubicBezTo>
                <a:lnTo>
                  <a:pt x="91066" y="7781"/>
                </a:lnTo>
                <a:lnTo>
                  <a:pt x="90945" y="7781"/>
                </a:lnTo>
                <a:lnTo>
                  <a:pt x="90671" y="7903"/>
                </a:lnTo>
                <a:cubicBezTo>
                  <a:pt x="90489" y="7812"/>
                  <a:pt x="90337" y="7599"/>
                  <a:pt x="90306" y="7386"/>
                </a:cubicBezTo>
                <a:cubicBezTo>
                  <a:pt x="90306" y="7326"/>
                  <a:pt x="90124" y="7204"/>
                  <a:pt x="89911" y="7143"/>
                </a:cubicBezTo>
                <a:lnTo>
                  <a:pt x="89729" y="7174"/>
                </a:lnTo>
                <a:lnTo>
                  <a:pt x="89577" y="7204"/>
                </a:lnTo>
                <a:cubicBezTo>
                  <a:pt x="89508" y="7238"/>
                  <a:pt x="89449" y="7255"/>
                  <a:pt x="89402" y="7255"/>
                </a:cubicBezTo>
                <a:cubicBezTo>
                  <a:pt x="89325" y="7255"/>
                  <a:pt x="89284" y="7208"/>
                  <a:pt x="89303" y="7113"/>
                </a:cubicBezTo>
                <a:lnTo>
                  <a:pt x="89303" y="7113"/>
                </a:lnTo>
                <a:lnTo>
                  <a:pt x="89030" y="7143"/>
                </a:lnTo>
                <a:cubicBezTo>
                  <a:pt x="89013" y="7147"/>
                  <a:pt x="88998" y="7149"/>
                  <a:pt x="88985" y="7149"/>
                </a:cubicBezTo>
                <a:cubicBezTo>
                  <a:pt x="88902" y="7149"/>
                  <a:pt x="88886" y="7074"/>
                  <a:pt x="88939" y="7022"/>
                </a:cubicBezTo>
                <a:cubicBezTo>
                  <a:pt x="88984" y="6976"/>
                  <a:pt x="89029" y="6898"/>
                  <a:pt x="89124" y="6898"/>
                </a:cubicBezTo>
                <a:cubicBezTo>
                  <a:pt x="89157" y="6898"/>
                  <a:pt x="89196" y="6907"/>
                  <a:pt x="89242" y="6930"/>
                </a:cubicBezTo>
                <a:cubicBezTo>
                  <a:pt x="89273" y="6961"/>
                  <a:pt x="89334" y="6991"/>
                  <a:pt x="89394" y="6991"/>
                </a:cubicBezTo>
                <a:lnTo>
                  <a:pt x="89546" y="6991"/>
                </a:lnTo>
                <a:cubicBezTo>
                  <a:pt x="89594" y="6995"/>
                  <a:pt x="89638" y="6997"/>
                  <a:pt x="89680" y="6997"/>
                </a:cubicBezTo>
                <a:cubicBezTo>
                  <a:pt x="89962" y="6997"/>
                  <a:pt x="90116" y="6911"/>
                  <a:pt x="90063" y="6778"/>
                </a:cubicBezTo>
                <a:lnTo>
                  <a:pt x="90063" y="6778"/>
                </a:lnTo>
                <a:lnTo>
                  <a:pt x="89850" y="6870"/>
                </a:lnTo>
                <a:cubicBezTo>
                  <a:pt x="89820" y="6885"/>
                  <a:pt x="89797" y="6890"/>
                  <a:pt x="89779" y="6890"/>
                </a:cubicBezTo>
                <a:cubicBezTo>
                  <a:pt x="89725" y="6890"/>
                  <a:pt x="89714" y="6839"/>
                  <a:pt x="89668" y="6839"/>
                </a:cubicBezTo>
                <a:cubicBezTo>
                  <a:pt x="89486" y="6771"/>
                  <a:pt x="89286" y="6737"/>
                  <a:pt x="89095" y="6737"/>
                </a:cubicBezTo>
                <a:cubicBezTo>
                  <a:pt x="89032" y="6737"/>
                  <a:pt x="88969" y="6740"/>
                  <a:pt x="88908" y="6748"/>
                </a:cubicBezTo>
                <a:cubicBezTo>
                  <a:pt x="88878" y="6748"/>
                  <a:pt x="88847" y="6718"/>
                  <a:pt x="88817" y="6718"/>
                </a:cubicBezTo>
                <a:lnTo>
                  <a:pt x="88665" y="6687"/>
                </a:lnTo>
                <a:cubicBezTo>
                  <a:pt x="88574" y="6870"/>
                  <a:pt x="88483" y="7052"/>
                  <a:pt x="88422" y="7234"/>
                </a:cubicBezTo>
                <a:cubicBezTo>
                  <a:pt x="88445" y="7303"/>
                  <a:pt x="88416" y="7337"/>
                  <a:pt x="88400" y="7337"/>
                </a:cubicBezTo>
                <a:cubicBezTo>
                  <a:pt x="88395" y="7337"/>
                  <a:pt x="88391" y="7333"/>
                  <a:pt x="88391" y="7326"/>
                </a:cubicBezTo>
                <a:cubicBezTo>
                  <a:pt x="88331" y="7234"/>
                  <a:pt x="88270" y="7143"/>
                  <a:pt x="88179" y="7082"/>
                </a:cubicBezTo>
                <a:lnTo>
                  <a:pt x="88300" y="6900"/>
                </a:lnTo>
                <a:lnTo>
                  <a:pt x="88361" y="6809"/>
                </a:lnTo>
                <a:cubicBezTo>
                  <a:pt x="88209" y="6778"/>
                  <a:pt x="87966" y="6748"/>
                  <a:pt x="87814" y="6748"/>
                </a:cubicBezTo>
                <a:lnTo>
                  <a:pt x="87783" y="6657"/>
                </a:lnTo>
                <a:cubicBezTo>
                  <a:pt x="87753" y="6566"/>
                  <a:pt x="87753" y="6505"/>
                  <a:pt x="87814" y="6444"/>
                </a:cubicBezTo>
                <a:lnTo>
                  <a:pt x="87875" y="6383"/>
                </a:lnTo>
                <a:cubicBezTo>
                  <a:pt x="87891" y="6380"/>
                  <a:pt x="87907" y="6378"/>
                  <a:pt x="87920" y="6378"/>
                </a:cubicBezTo>
                <a:cubicBezTo>
                  <a:pt x="88033" y="6378"/>
                  <a:pt x="88054" y="6478"/>
                  <a:pt x="88027" y="6505"/>
                </a:cubicBezTo>
                <a:cubicBezTo>
                  <a:pt x="88027" y="6535"/>
                  <a:pt x="88148" y="6596"/>
                  <a:pt x="88300" y="6657"/>
                </a:cubicBezTo>
                <a:lnTo>
                  <a:pt x="88300" y="6322"/>
                </a:lnTo>
                <a:cubicBezTo>
                  <a:pt x="88422" y="6322"/>
                  <a:pt x="88513" y="6292"/>
                  <a:pt x="88635" y="6262"/>
                </a:cubicBezTo>
                <a:cubicBezTo>
                  <a:pt x="88695" y="6262"/>
                  <a:pt x="88665" y="6201"/>
                  <a:pt x="88635" y="6140"/>
                </a:cubicBezTo>
                <a:lnTo>
                  <a:pt x="88391" y="6140"/>
                </a:lnTo>
                <a:cubicBezTo>
                  <a:pt x="88179" y="6140"/>
                  <a:pt x="87996" y="6019"/>
                  <a:pt x="88027" y="5988"/>
                </a:cubicBezTo>
                <a:cubicBezTo>
                  <a:pt x="88027" y="5958"/>
                  <a:pt x="88087" y="5958"/>
                  <a:pt x="88179" y="5958"/>
                </a:cubicBezTo>
                <a:lnTo>
                  <a:pt x="88239" y="5988"/>
                </a:lnTo>
                <a:cubicBezTo>
                  <a:pt x="88301" y="6009"/>
                  <a:pt x="88349" y="6071"/>
                  <a:pt x="88421" y="6071"/>
                </a:cubicBezTo>
                <a:cubicBezTo>
                  <a:pt x="88455" y="6071"/>
                  <a:pt x="88495" y="6058"/>
                  <a:pt x="88543" y="6019"/>
                </a:cubicBezTo>
                <a:cubicBezTo>
                  <a:pt x="88589" y="6003"/>
                  <a:pt x="88635" y="5996"/>
                  <a:pt x="88680" y="5996"/>
                </a:cubicBezTo>
                <a:cubicBezTo>
                  <a:pt x="88726" y="5996"/>
                  <a:pt x="88771" y="6003"/>
                  <a:pt x="88817" y="6019"/>
                </a:cubicBezTo>
                <a:cubicBezTo>
                  <a:pt x="88857" y="6043"/>
                  <a:pt x="88885" y="6052"/>
                  <a:pt x="88903" y="6052"/>
                </a:cubicBezTo>
                <a:cubicBezTo>
                  <a:pt x="88953" y="6052"/>
                  <a:pt x="88931" y="5980"/>
                  <a:pt x="88908" y="5958"/>
                </a:cubicBezTo>
                <a:lnTo>
                  <a:pt x="88847" y="5867"/>
                </a:lnTo>
                <a:cubicBezTo>
                  <a:pt x="88878" y="5806"/>
                  <a:pt x="88969" y="5684"/>
                  <a:pt x="89060" y="5563"/>
                </a:cubicBezTo>
                <a:lnTo>
                  <a:pt x="89212" y="5563"/>
                </a:lnTo>
                <a:cubicBezTo>
                  <a:pt x="89364" y="5563"/>
                  <a:pt x="89334" y="5441"/>
                  <a:pt x="89303" y="5411"/>
                </a:cubicBezTo>
                <a:cubicBezTo>
                  <a:pt x="89303" y="5380"/>
                  <a:pt x="89273" y="5350"/>
                  <a:pt x="89273" y="5350"/>
                </a:cubicBezTo>
                <a:lnTo>
                  <a:pt x="89425" y="5167"/>
                </a:lnTo>
                <a:cubicBezTo>
                  <a:pt x="89394" y="5015"/>
                  <a:pt x="89303" y="4863"/>
                  <a:pt x="89182" y="4803"/>
                </a:cubicBezTo>
                <a:cubicBezTo>
                  <a:pt x="89030" y="4833"/>
                  <a:pt x="88908" y="4863"/>
                  <a:pt x="88756" y="4924"/>
                </a:cubicBezTo>
                <a:lnTo>
                  <a:pt x="88574" y="4803"/>
                </a:lnTo>
                <a:cubicBezTo>
                  <a:pt x="88483" y="4803"/>
                  <a:pt x="88422" y="4833"/>
                  <a:pt x="88361" y="4863"/>
                </a:cubicBezTo>
                <a:lnTo>
                  <a:pt x="88300" y="4955"/>
                </a:lnTo>
                <a:cubicBezTo>
                  <a:pt x="88300" y="5046"/>
                  <a:pt x="88087" y="5046"/>
                  <a:pt x="88027" y="5046"/>
                </a:cubicBezTo>
                <a:cubicBezTo>
                  <a:pt x="87935" y="5015"/>
                  <a:pt x="87875" y="4833"/>
                  <a:pt x="87875" y="4772"/>
                </a:cubicBezTo>
                <a:cubicBezTo>
                  <a:pt x="87875" y="4712"/>
                  <a:pt x="87783" y="4651"/>
                  <a:pt x="87753" y="4651"/>
                </a:cubicBezTo>
                <a:cubicBezTo>
                  <a:pt x="87723" y="4651"/>
                  <a:pt x="87692" y="4499"/>
                  <a:pt x="87632" y="4499"/>
                </a:cubicBezTo>
                <a:cubicBezTo>
                  <a:pt x="87540" y="4499"/>
                  <a:pt x="87540" y="4468"/>
                  <a:pt x="87601" y="4468"/>
                </a:cubicBezTo>
                <a:lnTo>
                  <a:pt x="87632" y="4468"/>
                </a:lnTo>
                <a:lnTo>
                  <a:pt x="88027" y="4499"/>
                </a:lnTo>
                <a:cubicBezTo>
                  <a:pt x="88118" y="4377"/>
                  <a:pt x="88239" y="4256"/>
                  <a:pt x="88361" y="4134"/>
                </a:cubicBezTo>
                <a:cubicBezTo>
                  <a:pt x="88422" y="4134"/>
                  <a:pt x="88361" y="4073"/>
                  <a:pt x="88209" y="4073"/>
                </a:cubicBezTo>
                <a:lnTo>
                  <a:pt x="88209" y="4043"/>
                </a:lnTo>
                <a:cubicBezTo>
                  <a:pt x="88148" y="3936"/>
                  <a:pt x="88057" y="3906"/>
                  <a:pt x="87966" y="3906"/>
                </a:cubicBezTo>
                <a:cubicBezTo>
                  <a:pt x="87875" y="3906"/>
                  <a:pt x="87783" y="3936"/>
                  <a:pt x="87723" y="3952"/>
                </a:cubicBezTo>
                <a:lnTo>
                  <a:pt x="87510" y="4043"/>
                </a:lnTo>
                <a:cubicBezTo>
                  <a:pt x="87419" y="3952"/>
                  <a:pt x="87388" y="3830"/>
                  <a:pt x="87419" y="3708"/>
                </a:cubicBezTo>
                <a:cubicBezTo>
                  <a:pt x="87449" y="3648"/>
                  <a:pt x="87480" y="3648"/>
                  <a:pt x="87510" y="3648"/>
                </a:cubicBezTo>
                <a:cubicBezTo>
                  <a:pt x="87488" y="3756"/>
                  <a:pt x="87560" y="3772"/>
                  <a:pt x="87646" y="3772"/>
                </a:cubicBezTo>
                <a:cubicBezTo>
                  <a:pt x="87681" y="3772"/>
                  <a:pt x="87718" y="3769"/>
                  <a:pt x="87753" y="3769"/>
                </a:cubicBezTo>
                <a:lnTo>
                  <a:pt x="87966" y="3739"/>
                </a:lnTo>
                <a:cubicBezTo>
                  <a:pt x="87844" y="3678"/>
                  <a:pt x="87753" y="3587"/>
                  <a:pt x="87662" y="3496"/>
                </a:cubicBezTo>
                <a:lnTo>
                  <a:pt x="87723" y="3435"/>
                </a:lnTo>
                <a:cubicBezTo>
                  <a:pt x="87753" y="3344"/>
                  <a:pt x="87783" y="3283"/>
                  <a:pt x="87814" y="3192"/>
                </a:cubicBezTo>
                <a:lnTo>
                  <a:pt x="87814" y="3161"/>
                </a:lnTo>
                <a:cubicBezTo>
                  <a:pt x="87814" y="3161"/>
                  <a:pt x="87723" y="3192"/>
                  <a:pt x="87632" y="3283"/>
                </a:cubicBezTo>
                <a:lnTo>
                  <a:pt x="87601" y="3283"/>
                </a:lnTo>
                <a:cubicBezTo>
                  <a:pt x="87419" y="3253"/>
                  <a:pt x="87510" y="3161"/>
                  <a:pt x="87571" y="3101"/>
                </a:cubicBezTo>
                <a:cubicBezTo>
                  <a:pt x="87540" y="3009"/>
                  <a:pt x="87480" y="2918"/>
                  <a:pt x="87419" y="2857"/>
                </a:cubicBezTo>
                <a:lnTo>
                  <a:pt x="87236" y="2857"/>
                </a:lnTo>
                <a:cubicBezTo>
                  <a:pt x="87084" y="2857"/>
                  <a:pt x="86963" y="2857"/>
                  <a:pt x="86963" y="2705"/>
                </a:cubicBezTo>
                <a:lnTo>
                  <a:pt x="86841" y="2705"/>
                </a:lnTo>
                <a:lnTo>
                  <a:pt x="86750" y="2918"/>
                </a:lnTo>
                <a:cubicBezTo>
                  <a:pt x="86537" y="2888"/>
                  <a:pt x="86446" y="2705"/>
                  <a:pt x="86446" y="2645"/>
                </a:cubicBezTo>
                <a:cubicBezTo>
                  <a:pt x="86507" y="2553"/>
                  <a:pt x="86568" y="2493"/>
                  <a:pt x="86628" y="2462"/>
                </a:cubicBezTo>
                <a:lnTo>
                  <a:pt x="86659" y="2462"/>
                </a:lnTo>
                <a:lnTo>
                  <a:pt x="86811" y="2523"/>
                </a:lnTo>
                <a:cubicBezTo>
                  <a:pt x="86963" y="2493"/>
                  <a:pt x="87054" y="2341"/>
                  <a:pt x="87054" y="2280"/>
                </a:cubicBezTo>
                <a:cubicBezTo>
                  <a:pt x="87024" y="2249"/>
                  <a:pt x="87054" y="2189"/>
                  <a:pt x="87115" y="2158"/>
                </a:cubicBezTo>
                <a:cubicBezTo>
                  <a:pt x="87267" y="2097"/>
                  <a:pt x="87388" y="1976"/>
                  <a:pt x="87510" y="1854"/>
                </a:cubicBezTo>
                <a:cubicBezTo>
                  <a:pt x="87540" y="1733"/>
                  <a:pt x="87571" y="1611"/>
                  <a:pt x="87540" y="1520"/>
                </a:cubicBezTo>
                <a:lnTo>
                  <a:pt x="87115" y="1520"/>
                </a:lnTo>
                <a:cubicBezTo>
                  <a:pt x="87024" y="1277"/>
                  <a:pt x="87358" y="942"/>
                  <a:pt x="87480" y="882"/>
                </a:cubicBezTo>
                <a:cubicBezTo>
                  <a:pt x="87601" y="851"/>
                  <a:pt x="87601" y="730"/>
                  <a:pt x="87480" y="669"/>
                </a:cubicBezTo>
                <a:lnTo>
                  <a:pt x="87358" y="608"/>
                </a:lnTo>
                <a:cubicBezTo>
                  <a:pt x="87267" y="547"/>
                  <a:pt x="87358" y="487"/>
                  <a:pt x="87358" y="456"/>
                </a:cubicBezTo>
                <a:cubicBezTo>
                  <a:pt x="87388" y="426"/>
                  <a:pt x="87328" y="335"/>
                  <a:pt x="87297" y="304"/>
                </a:cubicBezTo>
                <a:cubicBezTo>
                  <a:pt x="87252" y="243"/>
                  <a:pt x="87229" y="213"/>
                  <a:pt x="87202" y="213"/>
                </a:cubicBezTo>
                <a:cubicBezTo>
                  <a:pt x="87176" y="213"/>
                  <a:pt x="87145" y="243"/>
                  <a:pt x="87084" y="304"/>
                </a:cubicBezTo>
                <a:lnTo>
                  <a:pt x="87024" y="304"/>
                </a:lnTo>
                <a:cubicBezTo>
                  <a:pt x="87007" y="312"/>
                  <a:pt x="86991" y="316"/>
                  <a:pt x="86975" y="316"/>
                </a:cubicBezTo>
                <a:cubicBezTo>
                  <a:pt x="86932" y="316"/>
                  <a:pt x="86894" y="288"/>
                  <a:pt x="86872" y="243"/>
                </a:cubicBezTo>
                <a:lnTo>
                  <a:pt x="86872" y="213"/>
                </a:lnTo>
                <a:lnTo>
                  <a:pt x="86872" y="183"/>
                </a:lnTo>
                <a:cubicBezTo>
                  <a:pt x="86932" y="91"/>
                  <a:pt x="86872" y="91"/>
                  <a:pt x="86750" y="91"/>
                </a:cubicBezTo>
                <a:lnTo>
                  <a:pt x="86598" y="91"/>
                </a:lnTo>
                <a:cubicBezTo>
                  <a:pt x="86591" y="95"/>
                  <a:pt x="86581" y="96"/>
                  <a:pt x="86568" y="96"/>
                </a:cubicBezTo>
                <a:cubicBezTo>
                  <a:pt x="86466" y="96"/>
                  <a:pt x="86189" y="0"/>
                  <a:pt x="860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2"/>
          <p:cNvSpPr/>
          <p:nvPr/>
        </p:nvSpPr>
        <p:spPr>
          <a:xfrm flipH="1" rot="10800000">
            <a:off x="3883680" y="3132983"/>
            <a:ext cx="1711775" cy="400475"/>
          </a:xfrm>
          <a:custGeom>
            <a:rect b="b" l="l" r="r" t="t"/>
            <a:pathLst>
              <a:path extrusionOk="0" h="16019" w="100945">
                <a:moveTo>
                  <a:pt x="83846" y="323"/>
                </a:moveTo>
                <a:cubicBezTo>
                  <a:pt x="83893" y="323"/>
                  <a:pt x="83937" y="345"/>
                  <a:pt x="83954" y="395"/>
                </a:cubicBezTo>
                <a:cubicBezTo>
                  <a:pt x="83984" y="426"/>
                  <a:pt x="84015" y="487"/>
                  <a:pt x="84015" y="547"/>
                </a:cubicBezTo>
                <a:lnTo>
                  <a:pt x="83984" y="608"/>
                </a:lnTo>
                <a:cubicBezTo>
                  <a:pt x="83945" y="667"/>
                  <a:pt x="83893" y="701"/>
                  <a:pt x="83837" y="701"/>
                </a:cubicBezTo>
                <a:cubicBezTo>
                  <a:pt x="83806" y="701"/>
                  <a:pt x="83773" y="691"/>
                  <a:pt x="83741" y="669"/>
                </a:cubicBezTo>
                <a:lnTo>
                  <a:pt x="83711" y="669"/>
                </a:lnTo>
                <a:cubicBezTo>
                  <a:pt x="83650" y="639"/>
                  <a:pt x="83559" y="426"/>
                  <a:pt x="83680" y="395"/>
                </a:cubicBezTo>
                <a:lnTo>
                  <a:pt x="83741" y="365"/>
                </a:lnTo>
                <a:cubicBezTo>
                  <a:pt x="83768" y="338"/>
                  <a:pt x="83808" y="323"/>
                  <a:pt x="83846" y="323"/>
                </a:cubicBezTo>
                <a:close/>
                <a:moveTo>
                  <a:pt x="81492" y="395"/>
                </a:moveTo>
                <a:cubicBezTo>
                  <a:pt x="81613" y="395"/>
                  <a:pt x="81735" y="456"/>
                  <a:pt x="81826" y="517"/>
                </a:cubicBezTo>
                <a:cubicBezTo>
                  <a:pt x="81826" y="578"/>
                  <a:pt x="81735" y="639"/>
                  <a:pt x="81613" y="669"/>
                </a:cubicBezTo>
                <a:lnTo>
                  <a:pt x="81583" y="699"/>
                </a:lnTo>
                <a:cubicBezTo>
                  <a:pt x="81577" y="701"/>
                  <a:pt x="81570" y="702"/>
                  <a:pt x="81565" y="702"/>
                </a:cubicBezTo>
                <a:cubicBezTo>
                  <a:pt x="81458" y="702"/>
                  <a:pt x="81434" y="453"/>
                  <a:pt x="81492" y="395"/>
                </a:cubicBezTo>
                <a:close/>
                <a:moveTo>
                  <a:pt x="73467" y="566"/>
                </a:moveTo>
                <a:cubicBezTo>
                  <a:pt x="73510" y="566"/>
                  <a:pt x="73520" y="594"/>
                  <a:pt x="73498" y="639"/>
                </a:cubicBezTo>
                <a:lnTo>
                  <a:pt x="73498" y="669"/>
                </a:lnTo>
                <a:cubicBezTo>
                  <a:pt x="73447" y="720"/>
                  <a:pt x="73310" y="835"/>
                  <a:pt x="73214" y="835"/>
                </a:cubicBezTo>
                <a:cubicBezTo>
                  <a:pt x="73195" y="835"/>
                  <a:pt x="73178" y="831"/>
                  <a:pt x="73163" y="821"/>
                </a:cubicBezTo>
                <a:lnTo>
                  <a:pt x="73103" y="821"/>
                </a:lnTo>
                <a:cubicBezTo>
                  <a:pt x="72981" y="791"/>
                  <a:pt x="73042" y="699"/>
                  <a:pt x="73042" y="639"/>
                </a:cubicBezTo>
                <a:lnTo>
                  <a:pt x="73042" y="608"/>
                </a:lnTo>
                <a:cubicBezTo>
                  <a:pt x="73057" y="593"/>
                  <a:pt x="73133" y="593"/>
                  <a:pt x="73213" y="593"/>
                </a:cubicBezTo>
                <a:cubicBezTo>
                  <a:pt x="73293" y="593"/>
                  <a:pt x="73376" y="593"/>
                  <a:pt x="73407" y="578"/>
                </a:cubicBezTo>
                <a:cubicBezTo>
                  <a:pt x="73431" y="570"/>
                  <a:pt x="73451" y="566"/>
                  <a:pt x="73467" y="566"/>
                </a:cubicBezTo>
                <a:close/>
                <a:moveTo>
                  <a:pt x="75990" y="547"/>
                </a:moveTo>
                <a:cubicBezTo>
                  <a:pt x="76112" y="547"/>
                  <a:pt x="76142" y="639"/>
                  <a:pt x="76142" y="669"/>
                </a:cubicBezTo>
                <a:cubicBezTo>
                  <a:pt x="76112" y="730"/>
                  <a:pt x="76112" y="791"/>
                  <a:pt x="76112" y="851"/>
                </a:cubicBezTo>
                <a:cubicBezTo>
                  <a:pt x="76112" y="860"/>
                  <a:pt x="76104" y="864"/>
                  <a:pt x="76091" y="864"/>
                </a:cubicBezTo>
                <a:cubicBezTo>
                  <a:pt x="76058" y="864"/>
                  <a:pt x="75994" y="842"/>
                  <a:pt x="75929" y="821"/>
                </a:cubicBezTo>
                <a:cubicBezTo>
                  <a:pt x="75838" y="760"/>
                  <a:pt x="75869" y="547"/>
                  <a:pt x="75990" y="547"/>
                </a:cubicBezTo>
                <a:close/>
                <a:moveTo>
                  <a:pt x="57631" y="760"/>
                </a:moveTo>
                <a:lnTo>
                  <a:pt x="57844" y="851"/>
                </a:lnTo>
                <a:cubicBezTo>
                  <a:pt x="57824" y="969"/>
                  <a:pt x="57754" y="1036"/>
                  <a:pt x="57666" y="1036"/>
                </a:cubicBezTo>
                <a:cubicBezTo>
                  <a:pt x="57617" y="1036"/>
                  <a:pt x="57563" y="1016"/>
                  <a:pt x="57510" y="973"/>
                </a:cubicBezTo>
                <a:lnTo>
                  <a:pt x="57418" y="912"/>
                </a:lnTo>
                <a:cubicBezTo>
                  <a:pt x="57388" y="882"/>
                  <a:pt x="57449" y="821"/>
                  <a:pt x="57570" y="760"/>
                </a:cubicBezTo>
                <a:close/>
                <a:moveTo>
                  <a:pt x="59994" y="748"/>
                </a:moveTo>
                <a:cubicBezTo>
                  <a:pt x="60059" y="748"/>
                  <a:pt x="60228" y="890"/>
                  <a:pt x="60306" y="943"/>
                </a:cubicBezTo>
                <a:lnTo>
                  <a:pt x="60154" y="1034"/>
                </a:lnTo>
                <a:lnTo>
                  <a:pt x="60124" y="1064"/>
                </a:lnTo>
                <a:cubicBezTo>
                  <a:pt x="60002" y="1003"/>
                  <a:pt x="59941" y="882"/>
                  <a:pt x="59972" y="760"/>
                </a:cubicBezTo>
                <a:cubicBezTo>
                  <a:pt x="59976" y="752"/>
                  <a:pt x="59984" y="748"/>
                  <a:pt x="59994" y="748"/>
                </a:cubicBezTo>
                <a:close/>
                <a:moveTo>
                  <a:pt x="61674" y="821"/>
                </a:moveTo>
                <a:lnTo>
                  <a:pt x="61674" y="851"/>
                </a:lnTo>
                <a:cubicBezTo>
                  <a:pt x="61765" y="851"/>
                  <a:pt x="62008" y="943"/>
                  <a:pt x="61887" y="1064"/>
                </a:cubicBezTo>
                <a:lnTo>
                  <a:pt x="61856" y="1064"/>
                </a:lnTo>
                <a:lnTo>
                  <a:pt x="61735" y="1003"/>
                </a:lnTo>
                <a:cubicBezTo>
                  <a:pt x="61613" y="912"/>
                  <a:pt x="61583" y="821"/>
                  <a:pt x="61674" y="821"/>
                </a:cubicBezTo>
                <a:close/>
                <a:moveTo>
                  <a:pt x="45139" y="1003"/>
                </a:moveTo>
                <a:cubicBezTo>
                  <a:pt x="45169" y="1003"/>
                  <a:pt x="45199" y="1003"/>
                  <a:pt x="45230" y="1034"/>
                </a:cubicBezTo>
                <a:lnTo>
                  <a:pt x="45230" y="1155"/>
                </a:lnTo>
                <a:cubicBezTo>
                  <a:pt x="45108" y="1186"/>
                  <a:pt x="44987" y="1216"/>
                  <a:pt x="44865" y="1247"/>
                </a:cubicBezTo>
                <a:lnTo>
                  <a:pt x="44713" y="1277"/>
                </a:lnTo>
                <a:cubicBezTo>
                  <a:pt x="44622" y="1186"/>
                  <a:pt x="44743" y="1125"/>
                  <a:pt x="44987" y="1125"/>
                </a:cubicBezTo>
                <a:lnTo>
                  <a:pt x="45139" y="1003"/>
                </a:lnTo>
                <a:close/>
                <a:moveTo>
                  <a:pt x="31659" y="1304"/>
                </a:moveTo>
                <a:cubicBezTo>
                  <a:pt x="31730" y="1304"/>
                  <a:pt x="31700" y="1496"/>
                  <a:pt x="31643" y="1581"/>
                </a:cubicBezTo>
                <a:cubicBezTo>
                  <a:pt x="31586" y="1618"/>
                  <a:pt x="31542" y="1644"/>
                  <a:pt x="31516" y="1644"/>
                </a:cubicBezTo>
                <a:cubicBezTo>
                  <a:pt x="31500" y="1644"/>
                  <a:pt x="31491" y="1634"/>
                  <a:pt x="31491" y="1611"/>
                </a:cubicBezTo>
                <a:cubicBezTo>
                  <a:pt x="31491" y="1550"/>
                  <a:pt x="31400" y="1459"/>
                  <a:pt x="31339" y="1459"/>
                </a:cubicBezTo>
                <a:cubicBezTo>
                  <a:pt x="31308" y="1459"/>
                  <a:pt x="31308" y="1399"/>
                  <a:pt x="31308" y="1399"/>
                </a:cubicBezTo>
                <a:cubicBezTo>
                  <a:pt x="31400" y="1338"/>
                  <a:pt x="31521" y="1307"/>
                  <a:pt x="31643" y="1307"/>
                </a:cubicBezTo>
                <a:cubicBezTo>
                  <a:pt x="31649" y="1305"/>
                  <a:pt x="31654" y="1304"/>
                  <a:pt x="31659" y="1304"/>
                </a:cubicBezTo>
                <a:close/>
                <a:moveTo>
                  <a:pt x="25077" y="1459"/>
                </a:moveTo>
                <a:cubicBezTo>
                  <a:pt x="25229" y="1459"/>
                  <a:pt x="25381" y="1490"/>
                  <a:pt x="25503" y="1520"/>
                </a:cubicBezTo>
                <a:cubicBezTo>
                  <a:pt x="25533" y="1550"/>
                  <a:pt x="25564" y="1581"/>
                  <a:pt x="25503" y="1642"/>
                </a:cubicBezTo>
                <a:cubicBezTo>
                  <a:pt x="25453" y="1691"/>
                  <a:pt x="25404" y="1741"/>
                  <a:pt x="25321" y="1741"/>
                </a:cubicBezTo>
                <a:cubicBezTo>
                  <a:pt x="25302" y="1741"/>
                  <a:pt x="25282" y="1738"/>
                  <a:pt x="25260" y="1733"/>
                </a:cubicBezTo>
                <a:lnTo>
                  <a:pt x="25138" y="1702"/>
                </a:lnTo>
                <a:cubicBezTo>
                  <a:pt x="24925" y="1642"/>
                  <a:pt x="24895" y="1581"/>
                  <a:pt x="25017" y="1520"/>
                </a:cubicBezTo>
                <a:lnTo>
                  <a:pt x="25077" y="1459"/>
                </a:lnTo>
                <a:close/>
                <a:moveTo>
                  <a:pt x="24429" y="1423"/>
                </a:moveTo>
                <a:cubicBezTo>
                  <a:pt x="24516" y="1423"/>
                  <a:pt x="24478" y="1498"/>
                  <a:pt x="24530" y="1550"/>
                </a:cubicBezTo>
                <a:lnTo>
                  <a:pt x="24591" y="1611"/>
                </a:lnTo>
                <a:cubicBezTo>
                  <a:pt x="24469" y="1672"/>
                  <a:pt x="24348" y="1763"/>
                  <a:pt x="24226" y="1794"/>
                </a:cubicBezTo>
                <a:cubicBezTo>
                  <a:pt x="24203" y="1817"/>
                  <a:pt x="24180" y="1827"/>
                  <a:pt x="24160" y="1827"/>
                </a:cubicBezTo>
                <a:cubicBezTo>
                  <a:pt x="24128" y="1827"/>
                  <a:pt x="24105" y="1801"/>
                  <a:pt x="24105" y="1763"/>
                </a:cubicBezTo>
                <a:lnTo>
                  <a:pt x="24074" y="1763"/>
                </a:lnTo>
                <a:cubicBezTo>
                  <a:pt x="24135" y="1642"/>
                  <a:pt x="24196" y="1520"/>
                  <a:pt x="24257" y="1429"/>
                </a:cubicBezTo>
                <a:lnTo>
                  <a:pt x="24378" y="1429"/>
                </a:lnTo>
                <a:cubicBezTo>
                  <a:pt x="24399" y="1425"/>
                  <a:pt x="24416" y="1423"/>
                  <a:pt x="24429" y="1423"/>
                </a:cubicBezTo>
                <a:close/>
                <a:moveTo>
                  <a:pt x="17478" y="1763"/>
                </a:moveTo>
                <a:lnTo>
                  <a:pt x="17600" y="1885"/>
                </a:lnTo>
                <a:cubicBezTo>
                  <a:pt x="17782" y="1885"/>
                  <a:pt x="17874" y="1976"/>
                  <a:pt x="17813" y="2098"/>
                </a:cubicBezTo>
                <a:lnTo>
                  <a:pt x="17752" y="2158"/>
                </a:lnTo>
                <a:cubicBezTo>
                  <a:pt x="17714" y="2209"/>
                  <a:pt x="17681" y="2233"/>
                  <a:pt x="17656" y="2233"/>
                </a:cubicBezTo>
                <a:cubicBezTo>
                  <a:pt x="17621" y="2233"/>
                  <a:pt x="17600" y="2186"/>
                  <a:pt x="17600" y="2098"/>
                </a:cubicBezTo>
                <a:cubicBezTo>
                  <a:pt x="17539" y="2098"/>
                  <a:pt x="17326" y="2006"/>
                  <a:pt x="17326" y="1946"/>
                </a:cubicBezTo>
                <a:cubicBezTo>
                  <a:pt x="17357" y="1885"/>
                  <a:pt x="17418" y="1824"/>
                  <a:pt x="17478" y="1763"/>
                </a:cubicBezTo>
                <a:close/>
                <a:moveTo>
                  <a:pt x="15599" y="1931"/>
                </a:moveTo>
                <a:cubicBezTo>
                  <a:pt x="15616" y="1931"/>
                  <a:pt x="15635" y="1936"/>
                  <a:pt x="15655" y="1946"/>
                </a:cubicBezTo>
                <a:lnTo>
                  <a:pt x="15776" y="2006"/>
                </a:lnTo>
                <a:cubicBezTo>
                  <a:pt x="15801" y="1998"/>
                  <a:pt x="15823" y="1994"/>
                  <a:pt x="15842" y="1994"/>
                </a:cubicBezTo>
                <a:cubicBezTo>
                  <a:pt x="15893" y="1994"/>
                  <a:pt x="15920" y="2023"/>
                  <a:pt x="15898" y="2067"/>
                </a:cubicBezTo>
                <a:cubicBezTo>
                  <a:pt x="15898" y="2128"/>
                  <a:pt x="15867" y="2189"/>
                  <a:pt x="15867" y="2250"/>
                </a:cubicBezTo>
                <a:cubicBezTo>
                  <a:pt x="15867" y="2265"/>
                  <a:pt x="15837" y="2272"/>
                  <a:pt x="15791" y="2272"/>
                </a:cubicBezTo>
                <a:cubicBezTo>
                  <a:pt x="15746" y="2272"/>
                  <a:pt x="15685" y="2265"/>
                  <a:pt x="15624" y="2250"/>
                </a:cubicBezTo>
                <a:lnTo>
                  <a:pt x="15594" y="2250"/>
                </a:lnTo>
                <a:cubicBezTo>
                  <a:pt x="15558" y="2285"/>
                  <a:pt x="15532" y="2298"/>
                  <a:pt x="15509" y="2298"/>
                </a:cubicBezTo>
                <a:cubicBezTo>
                  <a:pt x="15474" y="2298"/>
                  <a:pt x="15448" y="2268"/>
                  <a:pt x="15412" y="2250"/>
                </a:cubicBezTo>
                <a:cubicBezTo>
                  <a:pt x="15320" y="2189"/>
                  <a:pt x="15320" y="2128"/>
                  <a:pt x="15412" y="2067"/>
                </a:cubicBezTo>
                <a:cubicBezTo>
                  <a:pt x="15462" y="2042"/>
                  <a:pt x="15513" y="1931"/>
                  <a:pt x="15599" y="1931"/>
                </a:cubicBezTo>
                <a:close/>
                <a:moveTo>
                  <a:pt x="88878" y="2250"/>
                </a:moveTo>
                <a:cubicBezTo>
                  <a:pt x="89060" y="2310"/>
                  <a:pt x="89091" y="2432"/>
                  <a:pt x="89060" y="2432"/>
                </a:cubicBezTo>
                <a:cubicBezTo>
                  <a:pt x="88923" y="2432"/>
                  <a:pt x="88761" y="2382"/>
                  <a:pt x="88619" y="2328"/>
                </a:cubicBezTo>
                <a:lnTo>
                  <a:pt x="88619" y="2328"/>
                </a:lnTo>
                <a:lnTo>
                  <a:pt x="88787" y="2280"/>
                </a:lnTo>
                <a:lnTo>
                  <a:pt x="88878" y="2250"/>
                </a:lnTo>
                <a:close/>
                <a:moveTo>
                  <a:pt x="90560" y="2156"/>
                </a:moveTo>
                <a:cubicBezTo>
                  <a:pt x="90568" y="2156"/>
                  <a:pt x="90580" y="2182"/>
                  <a:pt x="90580" y="2219"/>
                </a:cubicBezTo>
                <a:cubicBezTo>
                  <a:pt x="90580" y="2371"/>
                  <a:pt x="90458" y="2462"/>
                  <a:pt x="90337" y="2462"/>
                </a:cubicBezTo>
                <a:lnTo>
                  <a:pt x="90215" y="2432"/>
                </a:lnTo>
                <a:lnTo>
                  <a:pt x="90124" y="2402"/>
                </a:lnTo>
                <a:cubicBezTo>
                  <a:pt x="90089" y="2407"/>
                  <a:pt x="90061" y="2410"/>
                  <a:pt x="90039" y="2410"/>
                </a:cubicBezTo>
                <a:cubicBezTo>
                  <a:pt x="89944" y="2410"/>
                  <a:pt x="89953" y="2365"/>
                  <a:pt x="90003" y="2341"/>
                </a:cubicBezTo>
                <a:cubicBezTo>
                  <a:pt x="90063" y="2310"/>
                  <a:pt x="90033" y="2250"/>
                  <a:pt x="90003" y="2219"/>
                </a:cubicBezTo>
                <a:cubicBezTo>
                  <a:pt x="89994" y="2210"/>
                  <a:pt x="90011" y="2207"/>
                  <a:pt x="90041" y="2207"/>
                </a:cubicBezTo>
                <a:cubicBezTo>
                  <a:pt x="90114" y="2207"/>
                  <a:pt x="90264" y="2228"/>
                  <a:pt x="90307" y="2250"/>
                </a:cubicBezTo>
                <a:cubicBezTo>
                  <a:pt x="90331" y="2258"/>
                  <a:pt x="90355" y="2262"/>
                  <a:pt x="90379" y="2262"/>
                </a:cubicBezTo>
                <a:cubicBezTo>
                  <a:pt x="90444" y="2262"/>
                  <a:pt x="90505" y="2233"/>
                  <a:pt x="90550" y="2189"/>
                </a:cubicBezTo>
                <a:cubicBezTo>
                  <a:pt x="90550" y="2166"/>
                  <a:pt x="90554" y="2156"/>
                  <a:pt x="90560" y="2156"/>
                </a:cubicBezTo>
                <a:close/>
                <a:moveTo>
                  <a:pt x="94501" y="2979"/>
                </a:moveTo>
                <a:lnTo>
                  <a:pt x="94683" y="3009"/>
                </a:lnTo>
                <a:lnTo>
                  <a:pt x="94775" y="3009"/>
                </a:lnTo>
                <a:cubicBezTo>
                  <a:pt x="94927" y="3070"/>
                  <a:pt x="94987" y="3222"/>
                  <a:pt x="94927" y="3313"/>
                </a:cubicBezTo>
                <a:cubicBezTo>
                  <a:pt x="94913" y="3332"/>
                  <a:pt x="94889" y="3340"/>
                  <a:pt x="94859" y="3340"/>
                </a:cubicBezTo>
                <a:cubicBezTo>
                  <a:pt x="94689" y="3340"/>
                  <a:pt x="94310" y="3091"/>
                  <a:pt x="94258" y="3040"/>
                </a:cubicBezTo>
                <a:cubicBezTo>
                  <a:pt x="94197" y="3009"/>
                  <a:pt x="94288" y="2979"/>
                  <a:pt x="94501" y="2979"/>
                </a:cubicBezTo>
                <a:close/>
                <a:moveTo>
                  <a:pt x="11430" y="3344"/>
                </a:moveTo>
                <a:cubicBezTo>
                  <a:pt x="11490" y="3344"/>
                  <a:pt x="11551" y="3374"/>
                  <a:pt x="11551" y="3435"/>
                </a:cubicBezTo>
                <a:lnTo>
                  <a:pt x="11399" y="3526"/>
                </a:lnTo>
                <a:cubicBezTo>
                  <a:pt x="11247" y="3617"/>
                  <a:pt x="11126" y="3678"/>
                  <a:pt x="10974" y="3739"/>
                </a:cubicBezTo>
                <a:lnTo>
                  <a:pt x="10974" y="3709"/>
                </a:lnTo>
                <a:lnTo>
                  <a:pt x="10943" y="3709"/>
                </a:lnTo>
                <a:cubicBezTo>
                  <a:pt x="10974" y="3587"/>
                  <a:pt x="11065" y="3496"/>
                  <a:pt x="11156" y="3405"/>
                </a:cubicBezTo>
                <a:cubicBezTo>
                  <a:pt x="11217" y="3374"/>
                  <a:pt x="11338" y="3344"/>
                  <a:pt x="11430" y="3344"/>
                </a:cubicBezTo>
                <a:close/>
                <a:moveTo>
                  <a:pt x="20559" y="3545"/>
                </a:moveTo>
                <a:cubicBezTo>
                  <a:pt x="20642" y="3545"/>
                  <a:pt x="20763" y="3573"/>
                  <a:pt x="20852" y="3617"/>
                </a:cubicBezTo>
                <a:lnTo>
                  <a:pt x="20974" y="3709"/>
                </a:lnTo>
                <a:lnTo>
                  <a:pt x="20974" y="3769"/>
                </a:lnTo>
                <a:cubicBezTo>
                  <a:pt x="20974" y="3800"/>
                  <a:pt x="20944" y="3830"/>
                  <a:pt x="20913" y="3830"/>
                </a:cubicBezTo>
                <a:lnTo>
                  <a:pt x="20822" y="3830"/>
                </a:lnTo>
                <a:cubicBezTo>
                  <a:pt x="20700" y="3800"/>
                  <a:pt x="20579" y="3739"/>
                  <a:pt x="20488" y="3678"/>
                </a:cubicBezTo>
                <a:cubicBezTo>
                  <a:pt x="20427" y="3648"/>
                  <a:pt x="20427" y="3587"/>
                  <a:pt x="20488" y="3557"/>
                </a:cubicBezTo>
                <a:cubicBezTo>
                  <a:pt x="20504" y="3548"/>
                  <a:pt x="20529" y="3545"/>
                  <a:pt x="20559" y="3545"/>
                </a:cubicBezTo>
                <a:close/>
                <a:moveTo>
                  <a:pt x="14256" y="3769"/>
                </a:moveTo>
                <a:cubicBezTo>
                  <a:pt x="14287" y="3800"/>
                  <a:pt x="14317" y="3861"/>
                  <a:pt x="14317" y="3921"/>
                </a:cubicBezTo>
                <a:cubicBezTo>
                  <a:pt x="14317" y="3946"/>
                  <a:pt x="14496" y="3990"/>
                  <a:pt x="14597" y="3990"/>
                </a:cubicBezTo>
                <a:cubicBezTo>
                  <a:pt x="14621" y="3990"/>
                  <a:pt x="14640" y="3988"/>
                  <a:pt x="14652" y="3982"/>
                </a:cubicBezTo>
                <a:cubicBezTo>
                  <a:pt x="14661" y="3979"/>
                  <a:pt x="14670" y="3977"/>
                  <a:pt x="14677" y="3977"/>
                </a:cubicBezTo>
                <a:cubicBezTo>
                  <a:pt x="14742" y="3977"/>
                  <a:pt x="14733" y="4086"/>
                  <a:pt x="14652" y="4195"/>
                </a:cubicBezTo>
                <a:lnTo>
                  <a:pt x="14378" y="4165"/>
                </a:lnTo>
                <a:lnTo>
                  <a:pt x="14226" y="4165"/>
                </a:lnTo>
                <a:cubicBezTo>
                  <a:pt x="14060" y="4165"/>
                  <a:pt x="14020" y="4039"/>
                  <a:pt x="14060" y="4039"/>
                </a:cubicBezTo>
                <a:cubicBezTo>
                  <a:pt x="14064" y="4039"/>
                  <a:pt x="14069" y="4040"/>
                  <a:pt x="14074" y="4043"/>
                </a:cubicBezTo>
                <a:cubicBezTo>
                  <a:pt x="14090" y="4051"/>
                  <a:pt x="14107" y="4055"/>
                  <a:pt x="14122" y="4055"/>
                </a:cubicBezTo>
                <a:cubicBezTo>
                  <a:pt x="14163" y="4055"/>
                  <a:pt x="14196" y="4027"/>
                  <a:pt x="14196" y="3982"/>
                </a:cubicBezTo>
                <a:cubicBezTo>
                  <a:pt x="14226" y="3921"/>
                  <a:pt x="14226" y="3830"/>
                  <a:pt x="14256" y="3769"/>
                </a:cubicBezTo>
                <a:close/>
                <a:moveTo>
                  <a:pt x="13161" y="3992"/>
                </a:moveTo>
                <a:cubicBezTo>
                  <a:pt x="13279" y="3992"/>
                  <a:pt x="13390" y="4039"/>
                  <a:pt x="13466" y="4134"/>
                </a:cubicBezTo>
                <a:lnTo>
                  <a:pt x="13497" y="4134"/>
                </a:lnTo>
                <a:cubicBezTo>
                  <a:pt x="13360" y="4216"/>
                  <a:pt x="13285" y="4261"/>
                  <a:pt x="13221" y="4261"/>
                </a:cubicBezTo>
                <a:cubicBezTo>
                  <a:pt x="13143" y="4261"/>
                  <a:pt x="13083" y="4194"/>
                  <a:pt x="12949" y="4043"/>
                </a:cubicBezTo>
                <a:cubicBezTo>
                  <a:pt x="13018" y="4009"/>
                  <a:pt x="13091" y="3992"/>
                  <a:pt x="13161" y="3992"/>
                </a:cubicBezTo>
                <a:close/>
                <a:moveTo>
                  <a:pt x="96659" y="4073"/>
                </a:moveTo>
                <a:cubicBezTo>
                  <a:pt x="96720" y="4256"/>
                  <a:pt x="96750" y="4377"/>
                  <a:pt x="96720" y="4408"/>
                </a:cubicBezTo>
                <a:cubicBezTo>
                  <a:pt x="96690" y="4423"/>
                  <a:pt x="96652" y="4430"/>
                  <a:pt x="96614" y="4430"/>
                </a:cubicBezTo>
                <a:cubicBezTo>
                  <a:pt x="96576" y="4430"/>
                  <a:pt x="96538" y="4423"/>
                  <a:pt x="96507" y="4408"/>
                </a:cubicBezTo>
                <a:cubicBezTo>
                  <a:pt x="96477" y="4408"/>
                  <a:pt x="96355" y="4438"/>
                  <a:pt x="96234" y="4499"/>
                </a:cubicBezTo>
                <a:lnTo>
                  <a:pt x="96112" y="4529"/>
                </a:lnTo>
                <a:lnTo>
                  <a:pt x="96082" y="4529"/>
                </a:lnTo>
                <a:cubicBezTo>
                  <a:pt x="95991" y="4438"/>
                  <a:pt x="96021" y="4225"/>
                  <a:pt x="96142" y="4073"/>
                </a:cubicBezTo>
                <a:close/>
                <a:moveTo>
                  <a:pt x="87766" y="10065"/>
                </a:moveTo>
                <a:cubicBezTo>
                  <a:pt x="87824" y="10065"/>
                  <a:pt x="87875" y="10071"/>
                  <a:pt x="87905" y="10092"/>
                </a:cubicBezTo>
                <a:cubicBezTo>
                  <a:pt x="87996" y="10122"/>
                  <a:pt x="87936" y="10183"/>
                  <a:pt x="87814" y="10183"/>
                </a:cubicBezTo>
                <a:cubicBezTo>
                  <a:pt x="87692" y="10183"/>
                  <a:pt x="87328" y="10092"/>
                  <a:pt x="87419" y="10092"/>
                </a:cubicBezTo>
                <a:cubicBezTo>
                  <a:pt x="87500" y="10092"/>
                  <a:pt x="87649" y="10065"/>
                  <a:pt x="87766" y="10065"/>
                </a:cubicBezTo>
                <a:close/>
                <a:moveTo>
                  <a:pt x="88865" y="10153"/>
                </a:moveTo>
                <a:lnTo>
                  <a:pt x="88865" y="10153"/>
                </a:lnTo>
                <a:cubicBezTo>
                  <a:pt x="88827" y="10153"/>
                  <a:pt x="88789" y="10154"/>
                  <a:pt x="88750" y="10156"/>
                </a:cubicBezTo>
                <a:lnTo>
                  <a:pt x="88750" y="10156"/>
                </a:lnTo>
                <a:cubicBezTo>
                  <a:pt x="88781" y="10173"/>
                  <a:pt x="88813" y="10190"/>
                  <a:pt x="88845" y="10206"/>
                </a:cubicBezTo>
                <a:lnTo>
                  <a:pt x="88845" y="10206"/>
                </a:lnTo>
                <a:cubicBezTo>
                  <a:pt x="88854" y="10191"/>
                  <a:pt x="88860" y="10172"/>
                  <a:pt x="88865" y="10153"/>
                </a:cubicBezTo>
                <a:close/>
                <a:moveTo>
                  <a:pt x="86568" y="9909"/>
                </a:moveTo>
                <a:cubicBezTo>
                  <a:pt x="86689" y="9909"/>
                  <a:pt x="86781" y="9970"/>
                  <a:pt x="86750" y="10031"/>
                </a:cubicBezTo>
                <a:cubicBezTo>
                  <a:pt x="86689" y="10122"/>
                  <a:pt x="86598" y="10183"/>
                  <a:pt x="86477" y="10244"/>
                </a:cubicBezTo>
                <a:lnTo>
                  <a:pt x="86385" y="10244"/>
                </a:lnTo>
                <a:cubicBezTo>
                  <a:pt x="86325" y="10152"/>
                  <a:pt x="86355" y="10061"/>
                  <a:pt x="86416" y="9970"/>
                </a:cubicBezTo>
                <a:lnTo>
                  <a:pt x="86507" y="9940"/>
                </a:lnTo>
                <a:lnTo>
                  <a:pt x="86568" y="9909"/>
                </a:lnTo>
                <a:close/>
                <a:moveTo>
                  <a:pt x="88753" y="10535"/>
                </a:moveTo>
                <a:cubicBezTo>
                  <a:pt x="88814" y="10535"/>
                  <a:pt x="88876" y="10539"/>
                  <a:pt x="88939" y="10548"/>
                </a:cubicBezTo>
                <a:cubicBezTo>
                  <a:pt x="89060" y="10548"/>
                  <a:pt x="89000" y="10791"/>
                  <a:pt x="88908" y="10791"/>
                </a:cubicBezTo>
                <a:cubicBezTo>
                  <a:pt x="88824" y="10791"/>
                  <a:pt x="88585" y="10635"/>
                  <a:pt x="88453" y="10635"/>
                </a:cubicBezTo>
                <a:cubicBezTo>
                  <a:pt x="88442" y="10635"/>
                  <a:pt x="88431" y="10636"/>
                  <a:pt x="88422" y="10639"/>
                </a:cubicBezTo>
                <a:cubicBezTo>
                  <a:pt x="88395" y="10648"/>
                  <a:pt x="88374" y="10651"/>
                  <a:pt x="88358" y="10651"/>
                </a:cubicBezTo>
                <a:cubicBezTo>
                  <a:pt x="88318" y="10651"/>
                  <a:pt x="88309" y="10630"/>
                  <a:pt x="88331" y="10608"/>
                </a:cubicBezTo>
                <a:lnTo>
                  <a:pt x="88331" y="10578"/>
                </a:lnTo>
                <a:cubicBezTo>
                  <a:pt x="88460" y="10556"/>
                  <a:pt x="88604" y="10535"/>
                  <a:pt x="88753" y="10535"/>
                </a:cubicBezTo>
                <a:close/>
                <a:moveTo>
                  <a:pt x="89395" y="11368"/>
                </a:moveTo>
                <a:cubicBezTo>
                  <a:pt x="89425" y="11368"/>
                  <a:pt x="89425" y="11399"/>
                  <a:pt x="89455" y="11429"/>
                </a:cubicBezTo>
                <a:lnTo>
                  <a:pt x="89516" y="11459"/>
                </a:lnTo>
                <a:cubicBezTo>
                  <a:pt x="89607" y="11520"/>
                  <a:pt x="89547" y="11611"/>
                  <a:pt x="89425" y="11642"/>
                </a:cubicBezTo>
                <a:lnTo>
                  <a:pt x="89334" y="11672"/>
                </a:lnTo>
                <a:lnTo>
                  <a:pt x="89243" y="11703"/>
                </a:lnTo>
                <a:cubicBezTo>
                  <a:pt x="89236" y="11706"/>
                  <a:pt x="89230" y="11707"/>
                  <a:pt x="89225" y="11707"/>
                </a:cubicBezTo>
                <a:cubicBezTo>
                  <a:pt x="89183" y="11707"/>
                  <a:pt x="89189" y="11608"/>
                  <a:pt x="89243" y="11581"/>
                </a:cubicBezTo>
                <a:cubicBezTo>
                  <a:pt x="89303" y="11520"/>
                  <a:pt x="89334" y="11490"/>
                  <a:pt x="89334" y="11459"/>
                </a:cubicBezTo>
                <a:cubicBezTo>
                  <a:pt x="89303" y="11429"/>
                  <a:pt x="89303" y="11368"/>
                  <a:pt x="89334" y="11368"/>
                </a:cubicBezTo>
                <a:close/>
                <a:moveTo>
                  <a:pt x="98088" y="11581"/>
                </a:moveTo>
                <a:cubicBezTo>
                  <a:pt x="98118" y="11642"/>
                  <a:pt x="98240" y="11824"/>
                  <a:pt x="98240" y="11885"/>
                </a:cubicBezTo>
                <a:cubicBezTo>
                  <a:pt x="98218" y="11929"/>
                  <a:pt x="98179" y="11958"/>
                  <a:pt x="98136" y="11958"/>
                </a:cubicBezTo>
                <a:cubicBezTo>
                  <a:pt x="98120" y="11958"/>
                  <a:pt x="98104" y="11954"/>
                  <a:pt x="98088" y="11946"/>
                </a:cubicBezTo>
                <a:cubicBezTo>
                  <a:pt x="98075" y="11933"/>
                  <a:pt x="98057" y="11928"/>
                  <a:pt x="98036" y="11928"/>
                </a:cubicBezTo>
                <a:cubicBezTo>
                  <a:pt x="97978" y="11928"/>
                  <a:pt x="97899" y="11963"/>
                  <a:pt x="97851" y="11963"/>
                </a:cubicBezTo>
                <a:cubicBezTo>
                  <a:pt x="97834" y="11963"/>
                  <a:pt x="97821" y="11959"/>
                  <a:pt x="97814" y="11946"/>
                </a:cubicBezTo>
                <a:lnTo>
                  <a:pt x="97784" y="11946"/>
                </a:lnTo>
                <a:cubicBezTo>
                  <a:pt x="97693" y="11915"/>
                  <a:pt x="97601" y="11855"/>
                  <a:pt x="97510" y="11824"/>
                </a:cubicBezTo>
                <a:cubicBezTo>
                  <a:pt x="97510" y="11794"/>
                  <a:pt x="97510" y="11763"/>
                  <a:pt x="97510" y="11733"/>
                </a:cubicBezTo>
                <a:cubicBezTo>
                  <a:pt x="97632" y="11733"/>
                  <a:pt x="97723" y="11763"/>
                  <a:pt x="97845" y="11794"/>
                </a:cubicBezTo>
                <a:lnTo>
                  <a:pt x="97997" y="11672"/>
                </a:lnTo>
                <a:lnTo>
                  <a:pt x="98088" y="11581"/>
                </a:lnTo>
                <a:close/>
                <a:moveTo>
                  <a:pt x="99162" y="12390"/>
                </a:moveTo>
                <a:cubicBezTo>
                  <a:pt x="99250" y="12390"/>
                  <a:pt x="99296" y="12424"/>
                  <a:pt x="99273" y="12493"/>
                </a:cubicBezTo>
                <a:lnTo>
                  <a:pt x="99243" y="12523"/>
                </a:lnTo>
                <a:cubicBezTo>
                  <a:pt x="99221" y="12609"/>
                  <a:pt x="99093" y="12695"/>
                  <a:pt x="99020" y="12695"/>
                </a:cubicBezTo>
                <a:cubicBezTo>
                  <a:pt x="98990" y="12695"/>
                  <a:pt x="98969" y="12680"/>
                  <a:pt x="98969" y="12645"/>
                </a:cubicBezTo>
                <a:lnTo>
                  <a:pt x="98939" y="12645"/>
                </a:lnTo>
                <a:cubicBezTo>
                  <a:pt x="98817" y="12554"/>
                  <a:pt x="98878" y="12523"/>
                  <a:pt x="98969" y="12462"/>
                </a:cubicBezTo>
                <a:lnTo>
                  <a:pt x="99060" y="12402"/>
                </a:lnTo>
                <a:cubicBezTo>
                  <a:pt x="99098" y="12394"/>
                  <a:pt x="99133" y="12390"/>
                  <a:pt x="99162" y="12390"/>
                </a:cubicBezTo>
                <a:close/>
                <a:moveTo>
                  <a:pt x="97932" y="12926"/>
                </a:moveTo>
                <a:cubicBezTo>
                  <a:pt x="97974" y="12926"/>
                  <a:pt x="98027" y="12934"/>
                  <a:pt x="98088" y="12949"/>
                </a:cubicBezTo>
                <a:lnTo>
                  <a:pt x="98088" y="13040"/>
                </a:lnTo>
                <a:cubicBezTo>
                  <a:pt x="98057" y="13040"/>
                  <a:pt x="98301" y="13314"/>
                  <a:pt x="98209" y="13435"/>
                </a:cubicBezTo>
                <a:cubicBezTo>
                  <a:pt x="98149" y="13557"/>
                  <a:pt x="98027" y="13618"/>
                  <a:pt x="97997" y="13618"/>
                </a:cubicBezTo>
                <a:cubicBezTo>
                  <a:pt x="97966" y="13618"/>
                  <a:pt x="97997" y="13466"/>
                  <a:pt x="97966" y="13405"/>
                </a:cubicBezTo>
                <a:cubicBezTo>
                  <a:pt x="97936" y="13344"/>
                  <a:pt x="97966" y="13192"/>
                  <a:pt x="97936" y="13162"/>
                </a:cubicBezTo>
                <a:cubicBezTo>
                  <a:pt x="97905" y="13101"/>
                  <a:pt x="97814" y="12979"/>
                  <a:pt x="97845" y="12949"/>
                </a:cubicBezTo>
                <a:cubicBezTo>
                  <a:pt x="97860" y="12934"/>
                  <a:pt x="97890" y="12926"/>
                  <a:pt x="97932" y="12926"/>
                </a:cubicBezTo>
                <a:close/>
                <a:moveTo>
                  <a:pt x="9810" y="13775"/>
                </a:moveTo>
                <a:cubicBezTo>
                  <a:pt x="9866" y="13775"/>
                  <a:pt x="9888" y="13825"/>
                  <a:pt x="9910" y="13891"/>
                </a:cubicBezTo>
                <a:cubicBezTo>
                  <a:pt x="9920" y="13921"/>
                  <a:pt x="9930" y="13932"/>
                  <a:pt x="9941" y="13932"/>
                </a:cubicBezTo>
                <a:cubicBezTo>
                  <a:pt x="9964" y="13932"/>
                  <a:pt x="9991" y="13891"/>
                  <a:pt x="10031" y="13891"/>
                </a:cubicBezTo>
                <a:lnTo>
                  <a:pt x="10183" y="13830"/>
                </a:lnTo>
                <a:lnTo>
                  <a:pt x="10183" y="13830"/>
                </a:lnTo>
                <a:cubicBezTo>
                  <a:pt x="10183" y="13952"/>
                  <a:pt x="10153" y="14043"/>
                  <a:pt x="10123" y="14165"/>
                </a:cubicBezTo>
                <a:lnTo>
                  <a:pt x="10031" y="14104"/>
                </a:lnTo>
                <a:lnTo>
                  <a:pt x="9940" y="14073"/>
                </a:lnTo>
                <a:cubicBezTo>
                  <a:pt x="9849" y="13982"/>
                  <a:pt x="9788" y="13891"/>
                  <a:pt x="9728" y="13800"/>
                </a:cubicBezTo>
                <a:cubicBezTo>
                  <a:pt x="9761" y="13783"/>
                  <a:pt x="9788" y="13775"/>
                  <a:pt x="9810" y="13775"/>
                </a:cubicBezTo>
                <a:close/>
                <a:moveTo>
                  <a:pt x="24530" y="14317"/>
                </a:moveTo>
                <a:cubicBezTo>
                  <a:pt x="24652" y="14317"/>
                  <a:pt x="24804" y="14529"/>
                  <a:pt x="24713" y="14560"/>
                </a:cubicBezTo>
                <a:cubicBezTo>
                  <a:pt x="24690" y="14571"/>
                  <a:pt x="24666" y="14576"/>
                  <a:pt x="24642" y="14576"/>
                </a:cubicBezTo>
                <a:cubicBezTo>
                  <a:pt x="24538" y="14576"/>
                  <a:pt x="24433" y="14482"/>
                  <a:pt x="24409" y="14408"/>
                </a:cubicBezTo>
                <a:cubicBezTo>
                  <a:pt x="24378" y="14347"/>
                  <a:pt x="24439" y="14317"/>
                  <a:pt x="24530" y="14317"/>
                </a:cubicBezTo>
                <a:close/>
                <a:moveTo>
                  <a:pt x="100026" y="14889"/>
                </a:moveTo>
                <a:cubicBezTo>
                  <a:pt x="99989" y="14889"/>
                  <a:pt x="99948" y="14894"/>
                  <a:pt x="99912" y="14894"/>
                </a:cubicBezTo>
                <a:cubicBezTo>
                  <a:pt x="99820" y="14925"/>
                  <a:pt x="99729" y="14955"/>
                  <a:pt x="99668" y="14955"/>
                </a:cubicBezTo>
                <a:lnTo>
                  <a:pt x="99608" y="14955"/>
                </a:lnTo>
                <a:cubicBezTo>
                  <a:pt x="99606" y="14954"/>
                  <a:pt x="99605" y="14953"/>
                  <a:pt x="99604" y="14951"/>
                </a:cubicBezTo>
                <a:lnTo>
                  <a:pt x="99604" y="14951"/>
                </a:lnTo>
                <a:cubicBezTo>
                  <a:pt x="99594" y="15101"/>
                  <a:pt x="99707" y="15203"/>
                  <a:pt x="99834" y="15203"/>
                </a:cubicBezTo>
                <a:cubicBezTo>
                  <a:pt x="99850" y="15203"/>
                  <a:pt x="99865" y="15201"/>
                  <a:pt x="99881" y="15198"/>
                </a:cubicBezTo>
                <a:lnTo>
                  <a:pt x="100033" y="15137"/>
                </a:lnTo>
                <a:cubicBezTo>
                  <a:pt x="100094" y="15107"/>
                  <a:pt x="100124" y="15077"/>
                  <a:pt x="100124" y="14955"/>
                </a:cubicBezTo>
                <a:cubicBezTo>
                  <a:pt x="100124" y="14900"/>
                  <a:pt x="100081" y="14889"/>
                  <a:pt x="100026" y="14889"/>
                </a:cubicBezTo>
                <a:close/>
                <a:moveTo>
                  <a:pt x="63330" y="15337"/>
                </a:moveTo>
                <a:cubicBezTo>
                  <a:pt x="63343" y="15337"/>
                  <a:pt x="63358" y="15341"/>
                  <a:pt x="63376" y="15350"/>
                </a:cubicBezTo>
                <a:cubicBezTo>
                  <a:pt x="63406" y="15380"/>
                  <a:pt x="63558" y="15472"/>
                  <a:pt x="63589" y="15532"/>
                </a:cubicBezTo>
                <a:lnTo>
                  <a:pt x="63589" y="15593"/>
                </a:lnTo>
                <a:lnTo>
                  <a:pt x="63589" y="15715"/>
                </a:lnTo>
                <a:cubicBezTo>
                  <a:pt x="63437" y="15745"/>
                  <a:pt x="63254" y="15745"/>
                  <a:pt x="63102" y="15776"/>
                </a:cubicBezTo>
                <a:cubicBezTo>
                  <a:pt x="63072" y="15715"/>
                  <a:pt x="63072" y="15684"/>
                  <a:pt x="63072" y="15624"/>
                </a:cubicBezTo>
                <a:cubicBezTo>
                  <a:pt x="63072" y="15593"/>
                  <a:pt x="63163" y="15593"/>
                  <a:pt x="63224" y="15593"/>
                </a:cubicBezTo>
                <a:cubicBezTo>
                  <a:pt x="63254" y="15593"/>
                  <a:pt x="63285" y="15441"/>
                  <a:pt x="63285" y="15380"/>
                </a:cubicBezTo>
                <a:cubicBezTo>
                  <a:pt x="63285" y="15359"/>
                  <a:pt x="63300" y="15337"/>
                  <a:pt x="63330" y="15337"/>
                </a:cubicBezTo>
                <a:close/>
                <a:moveTo>
                  <a:pt x="81401" y="0"/>
                </a:moveTo>
                <a:cubicBezTo>
                  <a:pt x="81309" y="31"/>
                  <a:pt x="81157" y="61"/>
                  <a:pt x="81097" y="91"/>
                </a:cubicBezTo>
                <a:cubicBezTo>
                  <a:pt x="80884" y="152"/>
                  <a:pt x="80701" y="183"/>
                  <a:pt x="80489" y="183"/>
                </a:cubicBezTo>
                <a:cubicBezTo>
                  <a:pt x="80306" y="152"/>
                  <a:pt x="80154" y="122"/>
                  <a:pt x="79972" y="91"/>
                </a:cubicBezTo>
                <a:lnTo>
                  <a:pt x="79820" y="61"/>
                </a:lnTo>
                <a:cubicBezTo>
                  <a:pt x="79803" y="56"/>
                  <a:pt x="79790" y="53"/>
                  <a:pt x="79779" y="53"/>
                </a:cubicBezTo>
                <a:cubicBezTo>
                  <a:pt x="79731" y="53"/>
                  <a:pt x="79740" y="103"/>
                  <a:pt x="79790" y="152"/>
                </a:cubicBezTo>
                <a:cubicBezTo>
                  <a:pt x="79759" y="213"/>
                  <a:pt x="79820" y="274"/>
                  <a:pt x="79942" y="304"/>
                </a:cubicBezTo>
                <a:lnTo>
                  <a:pt x="80063" y="365"/>
                </a:lnTo>
                <a:lnTo>
                  <a:pt x="80094" y="365"/>
                </a:lnTo>
                <a:cubicBezTo>
                  <a:pt x="80094" y="395"/>
                  <a:pt x="80033" y="517"/>
                  <a:pt x="80033" y="517"/>
                </a:cubicBezTo>
                <a:cubicBezTo>
                  <a:pt x="80033" y="487"/>
                  <a:pt x="79729" y="335"/>
                  <a:pt x="79668" y="274"/>
                </a:cubicBezTo>
                <a:cubicBezTo>
                  <a:pt x="79607" y="213"/>
                  <a:pt x="79516" y="152"/>
                  <a:pt x="79455" y="61"/>
                </a:cubicBezTo>
                <a:cubicBezTo>
                  <a:pt x="79435" y="61"/>
                  <a:pt x="79347" y="48"/>
                  <a:pt x="79291" y="48"/>
                </a:cubicBezTo>
                <a:cubicBezTo>
                  <a:pt x="79263" y="48"/>
                  <a:pt x="79242" y="51"/>
                  <a:pt x="79242" y="61"/>
                </a:cubicBezTo>
                <a:cubicBezTo>
                  <a:pt x="79121" y="152"/>
                  <a:pt x="78999" y="213"/>
                  <a:pt x="78878" y="274"/>
                </a:cubicBezTo>
                <a:cubicBezTo>
                  <a:pt x="78787" y="304"/>
                  <a:pt x="78878" y="335"/>
                  <a:pt x="78939" y="335"/>
                </a:cubicBezTo>
                <a:cubicBezTo>
                  <a:pt x="79030" y="365"/>
                  <a:pt x="79091" y="426"/>
                  <a:pt x="79151" y="487"/>
                </a:cubicBezTo>
                <a:cubicBezTo>
                  <a:pt x="79182" y="517"/>
                  <a:pt x="79182" y="669"/>
                  <a:pt x="79091" y="699"/>
                </a:cubicBezTo>
                <a:cubicBezTo>
                  <a:pt x="79078" y="706"/>
                  <a:pt x="79053" y="708"/>
                  <a:pt x="79020" y="708"/>
                </a:cubicBezTo>
                <a:cubicBezTo>
                  <a:pt x="78932" y="708"/>
                  <a:pt x="78788" y="691"/>
                  <a:pt x="78690" y="691"/>
                </a:cubicBezTo>
                <a:cubicBezTo>
                  <a:pt x="78654" y="691"/>
                  <a:pt x="78623" y="693"/>
                  <a:pt x="78604" y="699"/>
                </a:cubicBezTo>
                <a:cubicBezTo>
                  <a:pt x="78555" y="708"/>
                  <a:pt x="78506" y="711"/>
                  <a:pt x="78458" y="711"/>
                </a:cubicBezTo>
                <a:cubicBezTo>
                  <a:pt x="78363" y="711"/>
                  <a:pt x="78268" y="697"/>
                  <a:pt x="78173" y="673"/>
                </a:cubicBezTo>
                <a:lnTo>
                  <a:pt x="78173" y="673"/>
                </a:lnTo>
                <a:cubicBezTo>
                  <a:pt x="78164" y="712"/>
                  <a:pt x="78142" y="765"/>
                  <a:pt x="78106" y="765"/>
                </a:cubicBezTo>
                <a:cubicBezTo>
                  <a:pt x="78100" y="765"/>
                  <a:pt x="78094" y="764"/>
                  <a:pt x="78087" y="760"/>
                </a:cubicBezTo>
                <a:cubicBezTo>
                  <a:pt x="78067" y="760"/>
                  <a:pt x="77992" y="638"/>
                  <a:pt x="77918" y="575"/>
                </a:cubicBezTo>
                <a:lnTo>
                  <a:pt x="77918" y="575"/>
                </a:lnTo>
                <a:cubicBezTo>
                  <a:pt x="77967" y="591"/>
                  <a:pt x="78013" y="612"/>
                  <a:pt x="78057" y="639"/>
                </a:cubicBezTo>
                <a:cubicBezTo>
                  <a:pt x="78096" y="652"/>
                  <a:pt x="78135" y="663"/>
                  <a:pt x="78173" y="673"/>
                </a:cubicBezTo>
                <a:lnTo>
                  <a:pt x="78173" y="673"/>
                </a:lnTo>
                <a:cubicBezTo>
                  <a:pt x="78177" y="659"/>
                  <a:pt x="78179" y="646"/>
                  <a:pt x="78179" y="639"/>
                </a:cubicBezTo>
                <a:lnTo>
                  <a:pt x="78179" y="608"/>
                </a:lnTo>
                <a:cubicBezTo>
                  <a:pt x="78199" y="558"/>
                  <a:pt x="78212" y="527"/>
                  <a:pt x="78217" y="508"/>
                </a:cubicBezTo>
                <a:lnTo>
                  <a:pt x="78217" y="508"/>
                </a:lnTo>
                <a:cubicBezTo>
                  <a:pt x="77946" y="523"/>
                  <a:pt x="77614" y="530"/>
                  <a:pt x="77510" y="547"/>
                </a:cubicBezTo>
                <a:cubicBezTo>
                  <a:pt x="77563" y="540"/>
                  <a:pt x="77614" y="536"/>
                  <a:pt x="77664" y="536"/>
                </a:cubicBezTo>
                <a:cubicBezTo>
                  <a:pt x="77715" y="536"/>
                  <a:pt x="77764" y="540"/>
                  <a:pt x="77811" y="548"/>
                </a:cubicBezTo>
                <a:lnTo>
                  <a:pt x="77811" y="548"/>
                </a:lnTo>
                <a:cubicBezTo>
                  <a:pt x="77812" y="548"/>
                  <a:pt x="77813" y="548"/>
                  <a:pt x="77814" y="547"/>
                </a:cubicBezTo>
                <a:cubicBezTo>
                  <a:pt x="77823" y="541"/>
                  <a:pt x="77833" y="539"/>
                  <a:pt x="77843" y="539"/>
                </a:cubicBezTo>
                <a:cubicBezTo>
                  <a:pt x="77866" y="539"/>
                  <a:pt x="77892" y="553"/>
                  <a:pt x="77918" y="575"/>
                </a:cubicBezTo>
                <a:lnTo>
                  <a:pt x="77918" y="575"/>
                </a:lnTo>
                <a:cubicBezTo>
                  <a:pt x="77883" y="563"/>
                  <a:pt x="77848" y="555"/>
                  <a:pt x="77811" y="548"/>
                </a:cubicBezTo>
                <a:lnTo>
                  <a:pt x="77811" y="548"/>
                </a:lnTo>
                <a:cubicBezTo>
                  <a:pt x="77721" y="579"/>
                  <a:pt x="77631" y="639"/>
                  <a:pt x="77571" y="699"/>
                </a:cubicBezTo>
                <a:lnTo>
                  <a:pt x="77449" y="639"/>
                </a:lnTo>
                <a:cubicBezTo>
                  <a:pt x="77425" y="650"/>
                  <a:pt x="77406" y="655"/>
                  <a:pt x="77392" y="655"/>
                </a:cubicBezTo>
                <a:cubicBezTo>
                  <a:pt x="77335" y="655"/>
                  <a:pt x="77363" y="572"/>
                  <a:pt x="77510" y="547"/>
                </a:cubicBezTo>
                <a:lnTo>
                  <a:pt x="77662" y="487"/>
                </a:lnTo>
                <a:lnTo>
                  <a:pt x="77692" y="487"/>
                </a:lnTo>
                <a:cubicBezTo>
                  <a:pt x="77783" y="456"/>
                  <a:pt x="77875" y="426"/>
                  <a:pt x="77966" y="395"/>
                </a:cubicBezTo>
                <a:lnTo>
                  <a:pt x="78118" y="456"/>
                </a:lnTo>
                <a:cubicBezTo>
                  <a:pt x="78199" y="477"/>
                  <a:pt x="78226" y="470"/>
                  <a:pt x="78217" y="508"/>
                </a:cubicBezTo>
                <a:lnTo>
                  <a:pt x="78217" y="508"/>
                </a:lnTo>
                <a:cubicBezTo>
                  <a:pt x="78421" y="497"/>
                  <a:pt x="78591" y="482"/>
                  <a:pt x="78604" y="456"/>
                </a:cubicBezTo>
                <a:cubicBezTo>
                  <a:pt x="78665" y="426"/>
                  <a:pt x="78391" y="304"/>
                  <a:pt x="78270" y="304"/>
                </a:cubicBezTo>
                <a:cubicBezTo>
                  <a:pt x="78179" y="304"/>
                  <a:pt x="78087" y="274"/>
                  <a:pt x="78027" y="213"/>
                </a:cubicBezTo>
                <a:lnTo>
                  <a:pt x="78027" y="183"/>
                </a:lnTo>
                <a:cubicBezTo>
                  <a:pt x="78021" y="171"/>
                  <a:pt x="78014" y="166"/>
                  <a:pt x="78007" y="166"/>
                </a:cubicBezTo>
                <a:cubicBezTo>
                  <a:pt x="77975" y="166"/>
                  <a:pt x="77935" y="255"/>
                  <a:pt x="77935" y="304"/>
                </a:cubicBezTo>
                <a:cubicBezTo>
                  <a:pt x="77929" y="317"/>
                  <a:pt x="77908" y="322"/>
                  <a:pt x="77876" y="322"/>
                </a:cubicBezTo>
                <a:cubicBezTo>
                  <a:pt x="77770" y="322"/>
                  <a:pt x="77550" y="269"/>
                  <a:pt x="77398" y="269"/>
                </a:cubicBezTo>
                <a:cubicBezTo>
                  <a:pt x="77372" y="269"/>
                  <a:pt x="77348" y="270"/>
                  <a:pt x="77328" y="274"/>
                </a:cubicBezTo>
                <a:cubicBezTo>
                  <a:pt x="77211" y="274"/>
                  <a:pt x="76968" y="364"/>
                  <a:pt x="76848" y="364"/>
                </a:cubicBezTo>
                <a:cubicBezTo>
                  <a:pt x="76812" y="364"/>
                  <a:pt x="76787" y="356"/>
                  <a:pt x="76780" y="335"/>
                </a:cubicBezTo>
                <a:cubicBezTo>
                  <a:pt x="76780" y="311"/>
                  <a:pt x="76736" y="302"/>
                  <a:pt x="76676" y="302"/>
                </a:cubicBezTo>
                <a:cubicBezTo>
                  <a:pt x="76579" y="302"/>
                  <a:pt x="76442" y="327"/>
                  <a:pt x="76385" y="365"/>
                </a:cubicBezTo>
                <a:cubicBezTo>
                  <a:pt x="76370" y="375"/>
                  <a:pt x="76350" y="379"/>
                  <a:pt x="76326" y="379"/>
                </a:cubicBezTo>
                <a:cubicBezTo>
                  <a:pt x="76208" y="379"/>
                  <a:pt x="76005" y="274"/>
                  <a:pt x="75929" y="274"/>
                </a:cubicBezTo>
                <a:lnTo>
                  <a:pt x="75717" y="335"/>
                </a:lnTo>
                <a:cubicBezTo>
                  <a:pt x="75686" y="335"/>
                  <a:pt x="75504" y="304"/>
                  <a:pt x="75321" y="304"/>
                </a:cubicBezTo>
                <a:lnTo>
                  <a:pt x="75139" y="304"/>
                </a:lnTo>
                <a:lnTo>
                  <a:pt x="74957" y="487"/>
                </a:lnTo>
                <a:lnTo>
                  <a:pt x="74835" y="365"/>
                </a:lnTo>
                <a:cubicBezTo>
                  <a:pt x="74835" y="335"/>
                  <a:pt x="74805" y="335"/>
                  <a:pt x="74774" y="335"/>
                </a:cubicBezTo>
                <a:cubicBezTo>
                  <a:pt x="74724" y="360"/>
                  <a:pt x="74663" y="375"/>
                  <a:pt x="74603" y="375"/>
                </a:cubicBezTo>
                <a:cubicBezTo>
                  <a:pt x="74517" y="375"/>
                  <a:pt x="74433" y="345"/>
                  <a:pt x="74379" y="274"/>
                </a:cubicBezTo>
                <a:lnTo>
                  <a:pt x="74288" y="183"/>
                </a:lnTo>
                <a:lnTo>
                  <a:pt x="73832" y="304"/>
                </a:lnTo>
                <a:lnTo>
                  <a:pt x="73710" y="243"/>
                </a:lnTo>
                <a:cubicBezTo>
                  <a:pt x="73648" y="206"/>
                  <a:pt x="73590" y="184"/>
                  <a:pt x="73539" y="184"/>
                </a:cubicBezTo>
                <a:cubicBezTo>
                  <a:pt x="73468" y="184"/>
                  <a:pt x="73412" y="228"/>
                  <a:pt x="73376" y="335"/>
                </a:cubicBezTo>
                <a:cubicBezTo>
                  <a:pt x="73376" y="362"/>
                  <a:pt x="73352" y="377"/>
                  <a:pt x="73322" y="377"/>
                </a:cubicBezTo>
                <a:cubicBezTo>
                  <a:pt x="73285" y="377"/>
                  <a:pt x="73241" y="354"/>
                  <a:pt x="73224" y="304"/>
                </a:cubicBezTo>
                <a:lnTo>
                  <a:pt x="73224" y="274"/>
                </a:lnTo>
                <a:cubicBezTo>
                  <a:pt x="73218" y="268"/>
                  <a:pt x="73206" y="265"/>
                  <a:pt x="73190" y="265"/>
                </a:cubicBezTo>
                <a:cubicBezTo>
                  <a:pt x="73126" y="265"/>
                  <a:pt x="72999" y="304"/>
                  <a:pt x="72951" y="304"/>
                </a:cubicBezTo>
                <a:cubicBezTo>
                  <a:pt x="72934" y="312"/>
                  <a:pt x="72918" y="316"/>
                  <a:pt x="72902" y="316"/>
                </a:cubicBezTo>
                <a:cubicBezTo>
                  <a:pt x="72859" y="316"/>
                  <a:pt x="72821" y="288"/>
                  <a:pt x="72799" y="243"/>
                </a:cubicBezTo>
                <a:cubicBezTo>
                  <a:pt x="72796" y="241"/>
                  <a:pt x="72792" y="239"/>
                  <a:pt x="72788" y="239"/>
                </a:cubicBezTo>
                <a:cubicBezTo>
                  <a:pt x="72742" y="239"/>
                  <a:pt x="72611" y="370"/>
                  <a:pt x="72555" y="426"/>
                </a:cubicBezTo>
                <a:cubicBezTo>
                  <a:pt x="72534" y="447"/>
                  <a:pt x="72512" y="457"/>
                  <a:pt x="72491" y="457"/>
                </a:cubicBezTo>
                <a:cubicBezTo>
                  <a:pt x="72452" y="457"/>
                  <a:pt x="72412" y="424"/>
                  <a:pt x="72373" y="365"/>
                </a:cubicBezTo>
                <a:lnTo>
                  <a:pt x="72160" y="365"/>
                </a:lnTo>
                <a:cubicBezTo>
                  <a:pt x="72137" y="342"/>
                  <a:pt x="72109" y="332"/>
                  <a:pt x="72082" y="332"/>
                </a:cubicBezTo>
                <a:cubicBezTo>
                  <a:pt x="72039" y="332"/>
                  <a:pt x="71997" y="358"/>
                  <a:pt x="71978" y="395"/>
                </a:cubicBezTo>
                <a:cubicBezTo>
                  <a:pt x="71978" y="414"/>
                  <a:pt x="71966" y="421"/>
                  <a:pt x="71948" y="421"/>
                </a:cubicBezTo>
                <a:cubicBezTo>
                  <a:pt x="71908" y="421"/>
                  <a:pt x="71837" y="386"/>
                  <a:pt x="71796" y="365"/>
                </a:cubicBezTo>
                <a:cubicBezTo>
                  <a:pt x="71790" y="359"/>
                  <a:pt x="71779" y="357"/>
                  <a:pt x="71766" y="357"/>
                </a:cubicBezTo>
                <a:cubicBezTo>
                  <a:pt x="71710" y="357"/>
                  <a:pt x="71602" y="401"/>
                  <a:pt x="71552" y="426"/>
                </a:cubicBezTo>
                <a:cubicBezTo>
                  <a:pt x="71544" y="430"/>
                  <a:pt x="71533" y="432"/>
                  <a:pt x="71520" y="432"/>
                </a:cubicBezTo>
                <a:cubicBezTo>
                  <a:pt x="71436" y="432"/>
                  <a:pt x="71270" y="357"/>
                  <a:pt x="71218" y="304"/>
                </a:cubicBezTo>
                <a:cubicBezTo>
                  <a:pt x="71188" y="289"/>
                  <a:pt x="71150" y="281"/>
                  <a:pt x="71112" y="281"/>
                </a:cubicBezTo>
                <a:cubicBezTo>
                  <a:pt x="71074" y="281"/>
                  <a:pt x="71036" y="289"/>
                  <a:pt x="71005" y="304"/>
                </a:cubicBezTo>
                <a:cubicBezTo>
                  <a:pt x="70999" y="310"/>
                  <a:pt x="70983" y="313"/>
                  <a:pt x="70961" y="313"/>
                </a:cubicBezTo>
                <a:cubicBezTo>
                  <a:pt x="70873" y="313"/>
                  <a:pt x="70683" y="274"/>
                  <a:pt x="70610" y="274"/>
                </a:cubicBezTo>
                <a:cubicBezTo>
                  <a:pt x="70519" y="274"/>
                  <a:pt x="70428" y="335"/>
                  <a:pt x="70367" y="365"/>
                </a:cubicBezTo>
                <a:cubicBezTo>
                  <a:pt x="70337" y="426"/>
                  <a:pt x="70276" y="456"/>
                  <a:pt x="70245" y="517"/>
                </a:cubicBezTo>
                <a:lnTo>
                  <a:pt x="69941" y="517"/>
                </a:lnTo>
                <a:lnTo>
                  <a:pt x="69729" y="456"/>
                </a:lnTo>
                <a:cubicBezTo>
                  <a:pt x="69715" y="360"/>
                  <a:pt x="69682" y="326"/>
                  <a:pt x="69643" y="326"/>
                </a:cubicBezTo>
                <a:cubicBezTo>
                  <a:pt x="69594" y="326"/>
                  <a:pt x="69535" y="376"/>
                  <a:pt x="69485" y="426"/>
                </a:cubicBezTo>
                <a:cubicBezTo>
                  <a:pt x="69378" y="447"/>
                  <a:pt x="69271" y="469"/>
                  <a:pt x="69152" y="469"/>
                </a:cubicBezTo>
                <a:cubicBezTo>
                  <a:pt x="69103" y="469"/>
                  <a:pt x="69053" y="465"/>
                  <a:pt x="68999" y="456"/>
                </a:cubicBezTo>
                <a:lnTo>
                  <a:pt x="68847" y="395"/>
                </a:lnTo>
                <a:cubicBezTo>
                  <a:pt x="68786" y="375"/>
                  <a:pt x="68726" y="365"/>
                  <a:pt x="68672" y="365"/>
                </a:cubicBezTo>
                <a:cubicBezTo>
                  <a:pt x="68563" y="365"/>
                  <a:pt x="68482" y="406"/>
                  <a:pt x="68482" y="487"/>
                </a:cubicBezTo>
                <a:lnTo>
                  <a:pt x="68422" y="487"/>
                </a:lnTo>
                <a:cubicBezTo>
                  <a:pt x="68398" y="498"/>
                  <a:pt x="68381" y="503"/>
                  <a:pt x="68367" y="503"/>
                </a:cubicBezTo>
                <a:cubicBezTo>
                  <a:pt x="68308" y="503"/>
                  <a:pt x="68319" y="414"/>
                  <a:pt x="68270" y="365"/>
                </a:cubicBezTo>
                <a:cubicBezTo>
                  <a:pt x="68239" y="350"/>
                  <a:pt x="68209" y="342"/>
                  <a:pt x="68178" y="342"/>
                </a:cubicBezTo>
                <a:cubicBezTo>
                  <a:pt x="68148" y="342"/>
                  <a:pt x="68118" y="350"/>
                  <a:pt x="68087" y="365"/>
                </a:cubicBezTo>
                <a:lnTo>
                  <a:pt x="68057" y="426"/>
                </a:lnTo>
                <a:cubicBezTo>
                  <a:pt x="67996" y="426"/>
                  <a:pt x="67540" y="456"/>
                  <a:pt x="67388" y="456"/>
                </a:cubicBezTo>
                <a:cubicBezTo>
                  <a:pt x="67296" y="475"/>
                  <a:pt x="67147" y="504"/>
                  <a:pt x="67031" y="504"/>
                </a:cubicBezTo>
                <a:cubicBezTo>
                  <a:pt x="66957" y="504"/>
                  <a:pt x="66895" y="492"/>
                  <a:pt x="66871" y="456"/>
                </a:cubicBezTo>
                <a:cubicBezTo>
                  <a:pt x="66854" y="421"/>
                  <a:pt x="66805" y="406"/>
                  <a:pt x="66755" y="406"/>
                </a:cubicBezTo>
                <a:cubicBezTo>
                  <a:pt x="66719" y="406"/>
                  <a:pt x="66684" y="413"/>
                  <a:pt x="66659" y="426"/>
                </a:cubicBezTo>
                <a:lnTo>
                  <a:pt x="66659" y="456"/>
                </a:lnTo>
                <a:cubicBezTo>
                  <a:pt x="66641" y="563"/>
                  <a:pt x="66613" y="607"/>
                  <a:pt x="66568" y="607"/>
                </a:cubicBezTo>
                <a:cubicBezTo>
                  <a:pt x="66536" y="607"/>
                  <a:pt x="66496" y="585"/>
                  <a:pt x="66446" y="547"/>
                </a:cubicBezTo>
                <a:lnTo>
                  <a:pt x="66355" y="487"/>
                </a:lnTo>
                <a:cubicBezTo>
                  <a:pt x="66294" y="517"/>
                  <a:pt x="66233" y="547"/>
                  <a:pt x="66172" y="578"/>
                </a:cubicBezTo>
                <a:cubicBezTo>
                  <a:pt x="66172" y="578"/>
                  <a:pt x="66040" y="392"/>
                  <a:pt x="65973" y="392"/>
                </a:cubicBezTo>
                <a:cubicBezTo>
                  <a:pt x="65968" y="392"/>
                  <a:pt x="65964" y="393"/>
                  <a:pt x="65960" y="395"/>
                </a:cubicBezTo>
                <a:cubicBezTo>
                  <a:pt x="65777" y="487"/>
                  <a:pt x="65625" y="547"/>
                  <a:pt x="65473" y="608"/>
                </a:cubicBezTo>
                <a:lnTo>
                  <a:pt x="65291" y="517"/>
                </a:lnTo>
                <a:cubicBezTo>
                  <a:pt x="65139" y="487"/>
                  <a:pt x="65017" y="456"/>
                  <a:pt x="64896" y="456"/>
                </a:cubicBezTo>
                <a:lnTo>
                  <a:pt x="64744" y="456"/>
                </a:lnTo>
                <a:cubicBezTo>
                  <a:pt x="64730" y="460"/>
                  <a:pt x="64713" y="461"/>
                  <a:pt x="64693" y="461"/>
                </a:cubicBezTo>
                <a:cubicBezTo>
                  <a:pt x="64557" y="461"/>
                  <a:pt x="64295" y="391"/>
                  <a:pt x="64177" y="391"/>
                </a:cubicBezTo>
                <a:cubicBezTo>
                  <a:pt x="64160" y="391"/>
                  <a:pt x="64146" y="392"/>
                  <a:pt x="64136" y="395"/>
                </a:cubicBezTo>
                <a:cubicBezTo>
                  <a:pt x="64014" y="395"/>
                  <a:pt x="63923" y="639"/>
                  <a:pt x="63923" y="699"/>
                </a:cubicBezTo>
                <a:cubicBezTo>
                  <a:pt x="63923" y="757"/>
                  <a:pt x="63862" y="778"/>
                  <a:pt x="63802" y="778"/>
                </a:cubicBezTo>
                <a:cubicBezTo>
                  <a:pt x="63767" y="778"/>
                  <a:pt x="63733" y="771"/>
                  <a:pt x="63710" y="760"/>
                </a:cubicBezTo>
                <a:cubicBezTo>
                  <a:pt x="63619" y="730"/>
                  <a:pt x="63649" y="699"/>
                  <a:pt x="63710" y="699"/>
                </a:cubicBezTo>
                <a:lnTo>
                  <a:pt x="63741" y="669"/>
                </a:lnTo>
                <a:cubicBezTo>
                  <a:pt x="63832" y="639"/>
                  <a:pt x="63832" y="517"/>
                  <a:pt x="63771" y="517"/>
                </a:cubicBezTo>
                <a:lnTo>
                  <a:pt x="63498" y="517"/>
                </a:lnTo>
                <a:cubicBezTo>
                  <a:pt x="63390" y="539"/>
                  <a:pt x="63286" y="549"/>
                  <a:pt x="63195" y="549"/>
                </a:cubicBezTo>
                <a:cubicBezTo>
                  <a:pt x="63030" y="549"/>
                  <a:pt x="62909" y="515"/>
                  <a:pt x="62890" y="456"/>
                </a:cubicBezTo>
                <a:lnTo>
                  <a:pt x="62586" y="456"/>
                </a:lnTo>
                <a:cubicBezTo>
                  <a:pt x="62342" y="487"/>
                  <a:pt x="62069" y="517"/>
                  <a:pt x="61826" y="578"/>
                </a:cubicBezTo>
                <a:lnTo>
                  <a:pt x="61552" y="456"/>
                </a:lnTo>
                <a:lnTo>
                  <a:pt x="61370" y="456"/>
                </a:lnTo>
                <a:lnTo>
                  <a:pt x="61370" y="791"/>
                </a:lnTo>
                <a:cubicBezTo>
                  <a:pt x="61157" y="669"/>
                  <a:pt x="60883" y="517"/>
                  <a:pt x="60853" y="487"/>
                </a:cubicBezTo>
                <a:cubicBezTo>
                  <a:pt x="60847" y="481"/>
                  <a:pt x="60837" y="478"/>
                  <a:pt x="60825" y="478"/>
                </a:cubicBezTo>
                <a:cubicBezTo>
                  <a:pt x="60776" y="478"/>
                  <a:pt x="60689" y="517"/>
                  <a:pt x="60640" y="517"/>
                </a:cubicBezTo>
                <a:cubicBezTo>
                  <a:pt x="60580" y="517"/>
                  <a:pt x="60276" y="547"/>
                  <a:pt x="60154" y="578"/>
                </a:cubicBezTo>
                <a:cubicBezTo>
                  <a:pt x="60046" y="578"/>
                  <a:pt x="59890" y="482"/>
                  <a:pt x="59792" y="482"/>
                </a:cubicBezTo>
                <a:cubicBezTo>
                  <a:pt x="59780" y="482"/>
                  <a:pt x="59769" y="483"/>
                  <a:pt x="59759" y="487"/>
                </a:cubicBezTo>
                <a:lnTo>
                  <a:pt x="59424" y="578"/>
                </a:lnTo>
                <a:lnTo>
                  <a:pt x="59303" y="578"/>
                </a:lnTo>
                <a:cubicBezTo>
                  <a:pt x="59151" y="608"/>
                  <a:pt x="59029" y="578"/>
                  <a:pt x="58908" y="669"/>
                </a:cubicBezTo>
                <a:cubicBezTo>
                  <a:pt x="58862" y="684"/>
                  <a:pt x="58817" y="692"/>
                  <a:pt x="58775" y="692"/>
                </a:cubicBezTo>
                <a:cubicBezTo>
                  <a:pt x="58733" y="692"/>
                  <a:pt x="58695" y="684"/>
                  <a:pt x="58665" y="669"/>
                </a:cubicBezTo>
                <a:lnTo>
                  <a:pt x="58513" y="578"/>
                </a:lnTo>
                <a:cubicBezTo>
                  <a:pt x="58391" y="639"/>
                  <a:pt x="58178" y="669"/>
                  <a:pt x="58026" y="699"/>
                </a:cubicBezTo>
                <a:lnTo>
                  <a:pt x="58026" y="547"/>
                </a:lnTo>
                <a:lnTo>
                  <a:pt x="58026" y="517"/>
                </a:lnTo>
                <a:cubicBezTo>
                  <a:pt x="57950" y="502"/>
                  <a:pt x="57867" y="494"/>
                  <a:pt x="57783" y="494"/>
                </a:cubicBezTo>
                <a:cubicBezTo>
                  <a:pt x="57700" y="494"/>
                  <a:pt x="57616" y="502"/>
                  <a:pt x="57540" y="517"/>
                </a:cubicBezTo>
                <a:cubicBezTo>
                  <a:pt x="57449" y="517"/>
                  <a:pt x="57358" y="578"/>
                  <a:pt x="57297" y="639"/>
                </a:cubicBezTo>
                <a:cubicBezTo>
                  <a:pt x="57297" y="644"/>
                  <a:pt x="57292" y="647"/>
                  <a:pt x="57285" y="647"/>
                </a:cubicBezTo>
                <a:cubicBezTo>
                  <a:pt x="57254" y="647"/>
                  <a:pt x="57169" y="602"/>
                  <a:pt x="57145" y="578"/>
                </a:cubicBezTo>
                <a:cubicBezTo>
                  <a:pt x="56993" y="517"/>
                  <a:pt x="56871" y="487"/>
                  <a:pt x="56719" y="487"/>
                </a:cubicBezTo>
                <a:lnTo>
                  <a:pt x="56415" y="487"/>
                </a:lnTo>
                <a:cubicBezTo>
                  <a:pt x="56233" y="517"/>
                  <a:pt x="56051" y="578"/>
                  <a:pt x="55899" y="639"/>
                </a:cubicBezTo>
                <a:lnTo>
                  <a:pt x="55807" y="578"/>
                </a:lnTo>
                <a:cubicBezTo>
                  <a:pt x="55767" y="558"/>
                  <a:pt x="55723" y="547"/>
                  <a:pt x="55679" y="547"/>
                </a:cubicBezTo>
                <a:cubicBezTo>
                  <a:pt x="55591" y="547"/>
                  <a:pt x="55503" y="588"/>
                  <a:pt x="55443" y="669"/>
                </a:cubicBezTo>
                <a:cubicBezTo>
                  <a:pt x="55199" y="669"/>
                  <a:pt x="54987" y="669"/>
                  <a:pt x="54744" y="699"/>
                </a:cubicBezTo>
                <a:lnTo>
                  <a:pt x="54470" y="517"/>
                </a:lnTo>
                <a:cubicBezTo>
                  <a:pt x="54257" y="578"/>
                  <a:pt x="54014" y="608"/>
                  <a:pt x="53801" y="608"/>
                </a:cubicBezTo>
                <a:cubicBezTo>
                  <a:pt x="53680" y="608"/>
                  <a:pt x="53423" y="662"/>
                  <a:pt x="53247" y="662"/>
                </a:cubicBezTo>
                <a:cubicBezTo>
                  <a:pt x="53160" y="662"/>
                  <a:pt x="53092" y="649"/>
                  <a:pt x="53072" y="608"/>
                </a:cubicBezTo>
                <a:cubicBezTo>
                  <a:pt x="53044" y="567"/>
                  <a:pt x="53011" y="551"/>
                  <a:pt x="52982" y="551"/>
                </a:cubicBezTo>
                <a:cubicBezTo>
                  <a:pt x="52947" y="551"/>
                  <a:pt x="52920" y="575"/>
                  <a:pt x="52920" y="608"/>
                </a:cubicBezTo>
                <a:cubicBezTo>
                  <a:pt x="52912" y="623"/>
                  <a:pt x="52895" y="629"/>
                  <a:pt x="52873" y="629"/>
                </a:cubicBezTo>
                <a:cubicBezTo>
                  <a:pt x="52806" y="629"/>
                  <a:pt x="52692" y="578"/>
                  <a:pt x="52646" y="578"/>
                </a:cubicBezTo>
                <a:lnTo>
                  <a:pt x="51886" y="578"/>
                </a:lnTo>
                <a:lnTo>
                  <a:pt x="51187" y="639"/>
                </a:lnTo>
                <a:cubicBezTo>
                  <a:pt x="51131" y="681"/>
                  <a:pt x="51068" y="704"/>
                  <a:pt x="51007" y="704"/>
                </a:cubicBezTo>
                <a:cubicBezTo>
                  <a:pt x="50938" y="704"/>
                  <a:pt x="50871" y="673"/>
                  <a:pt x="50823" y="608"/>
                </a:cubicBezTo>
                <a:lnTo>
                  <a:pt x="50731" y="487"/>
                </a:lnTo>
                <a:lnTo>
                  <a:pt x="50245" y="608"/>
                </a:lnTo>
                <a:lnTo>
                  <a:pt x="50063" y="608"/>
                </a:lnTo>
                <a:cubicBezTo>
                  <a:pt x="49971" y="639"/>
                  <a:pt x="49911" y="699"/>
                  <a:pt x="49850" y="760"/>
                </a:cubicBezTo>
                <a:lnTo>
                  <a:pt x="49728" y="760"/>
                </a:lnTo>
                <a:cubicBezTo>
                  <a:pt x="49576" y="760"/>
                  <a:pt x="49515" y="699"/>
                  <a:pt x="49424" y="639"/>
                </a:cubicBezTo>
                <a:lnTo>
                  <a:pt x="49394" y="608"/>
                </a:lnTo>
                <a:cubicBezTo>
                  <a:pt x="49212" y="639"/>
                  <a:pt x="49029" y="669"/>
                  <a:pt x="48847" y="730"/>
                </a:cubicBezTo>
                <a:cubicBezTo>
                  <a:pt x="48756" y="745"/>
                  <a:pt x="48664" y="753"/>
                  <a:pt x="48573" y="753"/>
                </a:cubicBezTo>
                <a:cubicBezTo>
                  <a:pt x="48482" y="753"/>
                  <a:pt x="48391" y="745"/>
                  <a:pt x="48300" y="730"/>
                </a:cubicBezTo>
                <a:cubicBezTo>
                  <a:pt x="48269" y="740"/>
                  <a:pt x="48239" y="743"/>
                  <a:pt x="48208" y="743"/>
                </a:cubicBezTo>
                <a:cubicBezTo>
                  <a:pt x="48148" y="743"/>
                  <a:pt x="48087" y="730"/>
                  <a:pt x="48026" y="730"/>
                </a:cubicBezTo>
                <a:lnTo>
                  <a:pt x="47965" y="699"/>
                </a:lnTo>
                <a:lnTo>
                  <a:pt x="47753" y="578"/>
                </a:lnTo>
                <a:cubicBezTo>
                  <a:pt x="47753" y="699"/>
                  <a:pt x="47479" y="669"/>
                  <a:pt x="47388" y="699"/>
                </a:cubicBezTo>
                <a:cubicBezTo>
                  <a:pt x="47266" y="699"/>
                  <a:pt x="47084" y="760"/>
                  <a:pt x="47023" y="760"/>
                </a:cubicBezTo>
                <a:cubicBezTo>
                  <a:pt x="46962" y="760"/>
                  <a:pt x="46810" y="730"/>
                  <a:pt x="46658" y="730"/>
                </a:cubicBezTo>
                <a:lnTo>
                  <a:pt x="46537" y="821"/>
                </a:lnTo>
                <a:cubicBezTo>
                  <a:pt x="46415" y="791"/>
                  <a:pt x="46324" y="760"/>
                  <a:pt x="46202" y="730"/>
                </a:cubicBezTo>
                <a:cubicBezTo>
                  <a:pt x="46196" y="724"/>
                  <a:pt x="46182" y="721"/>
                  <a:pt x="46162" y="721"/>
                </a:cubicBezTo>
                <a:cubicBezTo>
                  <a:pt x="46081" y="721"/>
                  <a:pt x="45911" y="760"/>
                  <a:pt x="45838" y="760"/>
                </a:cubicBezTo>
                <a:cubicBezTo>
                  <a:pt x="45731" y="745"/>
                  <a:pt x="45625" y="737"/>
                  <a:pt x="45518" y="737"/>
                </a:cubicBezTo>
                <a:cubicBezTo>
                  <a:pt x="45412" y="737"/>
                  <a:pt x="45306" y="745"/>
                  <a:pt x="45199" y="760"/>
                </a:cubicBezTo>
                <a:cubicBezTo>
                  <a:pt x="45088" y="805"/>
                  <a:pt x="44960" y="833"/>
                  <a:pt x="44829" y="833"/>
                </a:cubicBezTo>
                <a:cubicBezTo>
                  <a:pt x="44780" y="833"/>
                  <a:pt x="44731" y="829"/>
                  <a:pt x="44683" y="821"/>
                </a:cubicBezTo>
                <a:cubicBezTo>
                  <a:pt x="44591" y="791"/>
                  <a:pt x="44500" y="730"/>
                  <a:pt x="44439" y="669"/>
                </a:cubicBezTo>
                <a:cubicBezTo>
                  <a:pt x="44428" y="657"/>
                  <a:pt x="44410" y="652"/>
                  <a:pt x="44389" y="652"/>
                </a:cubicBezTo>
                <a:cubicBezTo>
                  <a:pt x="44301" y="652"/>
                  <a:pt x="44154" y="736"/>
                  <a:pt x="44105" y="760"/>
                </a:cubicBezTo>
                <a:cubicBezTo>
                  <a:pt x="44090" y="775"/>
                  <a:pt x="44067" y="783"/>
                  <a:pt x="44040" y="783"/>
                </a:cubicBezTo>
                <a:cubicBezTo>
                  <a:pt x="44014" y="783"/>
                  <a:pt x="43983" y="775"/>
                  <a:pt x="43953" y="760"/>
                </a:cubicBezTo>
                <a:cubicBezTo>
                  <a:pt x="43892" y="745"/>
                  <a:pt x="43831" y="737"/>
                  <a:pt x="43771" y="737"/>
                </a:cubicBezTo>
                <a:cubicBezTo>
                  <a:pt x="43710" y="737"/>
                  <a:pt x="43649" y="745"/>
                  <a:pt x="43588" y="760"/>
                </a:cubicBezTo>
                <a:lnTo>
                  <a:pt x="43406" y="730"/>
                </a:lnTo>
                <a:lnTo>
                  <a:pt x="43284" y="699"/>
                </a:lnTo>
                <a:cubicBezTo>
                  <a:pt x="43163" y="760"/>
                  <a:pt x="43072" y="791"/>
                  <a:pt x="42950" y="821"/>
                </a:cubicBezTo>
                <a:cubicBezTo>
                  <a:pt x="42930" y="821"/>
                  <a:pt x="42788" y="794"/>
                  <a:pt x="42669" y="794"/>
                </a:cubicBezTo>
                <a:cubicBezTo>
                  <a:pt x="42609" y="794"/>
                  <a:pt x="42555" y="801"/>
                  <a:pt x="42524" y="821"/>
                </a:cubicBezTo>
                <a:cubicBezTo>
                  <a:pt x="42507" y="838"/>
                  <a:pt x="42488" y="845"/>
                  <a:pt x="42468" y="845"/>
                </a:cubicBezTo>
                <a:cubicBezTo>
                  <a:pt x="42417" y="845"/>
                  <a:pt x="42364" y="796"/>
                  <a:pt x="42342" y="730"/>
                </a:cubicBezTo>
                <a:lnTo>
                  <a:pt x="42160" y="760"/>
                </a:lnTo>
                <a:lnTo>
                  <a:pt x="41917" y="791"/>
                </a:lnTo>
                <a:cubicBezTo>
                  <a:pt x="41795" y="760"/>
                  <a:pt x="41613" y="699"/>
                  <a:pt x="41582" y="699"/>
                </a:cubicBezTo>
                <a:lnTo>
                  <a:pt x="41552" y="699"/>
                </a:lnTo>
                <a:lnTo>
                  <a:pt x="41400" y="760"/>
                </a:lnTo>
                <a:cubicBezTo>
                  <a:pt x="41265" y="760"/>
                  <a:pt x="40962" y="856"/>
                  <a:pt x="40853" y="856"/>
                </a:cubicBezTo>
                <a:cubicBezTo>
                  <a:pt x="40840" y="856"/>
                  <a:pt x="40829" y="855"/>
                  <a:pt x="40822" y="851"/>
                </a:cubicBezTo>
                <a:cubicBezTo>
                  <a:pt x="40795" y="833"/>
                  <a:pt x="40739" y="829"/>
                  <a:pt x="40669" y="829"/>
                </a:cubicBezTo>
                <a:cubicBezTo>
                  <a:pt x="40596" y="829"/>
                  <a:pt x="40508" y="834"/>
                  <a:pt x="40426" y="834"/>
                </a:cubicBezTo>
                <a:cubicBezTo>
                  <a:pt x="40324" y="834"/>
                  <a:pt x="40231" y="826"/>
                  <a:pt x="40184" y="791"/>
                </a:cubicBezTo>
                <a:cubicBezTo>
                  <a:pt x="40161" y="775"/>
                  <a:pt x="40131" y="768"/>
                  <a:pt x="40096" y="768"/>
                </a:cubicBezTo>
                <a:cubicBezTo>
                  <a:pt x="39992" y="768"/>
                  <a:pt x="39850" y="836"/>
                  <a:pt x="39758" y="973"/>
                </a:cubicBezTo>
                <a:lnTo>
                  <a:pt x="39515" y="760"/>
                </a:lnTo>
                <a:cubicBezTo>
                  <a:pt x="39485" y="760"/>
                  <a:pt x="39424" y="760"/>
                  <a:pt x="39394" y="791"/>
                </a:cubicBezTo>
                <a:lnTo>
                  <a:pt x="39303" y="851"/>
                </a:lnTo>
                <a:cubicBezTo>
                  <a:pt x="39242" y="836"/>
                  <a:pt x="39181" y="829"/>
                  <a:pt x="39124" y="829"/>
                </a:cubicBezTo>
                <a:cubicBezTo>
                  <a:pt x="39067" y="829"/>
                  <a:pt x="39014" y="836"/>
                  <a:pt x="38968" y="851"/>
                </a:cubicBezTo>
                <a:lnTo>
                  <a:pt x="38907" y="851"/>
                </a:lnTo>
                <a:cubicBezTo>
                  <a:pt x="38813" y="851"/>
                  <a:pt x="38884" y="980"/>
                  <a:pt x="38834" y="980"/>
                </a:cubicBezTo>
                <a:cubicBezTo>
                  <a:pt x="38820" y="980"/>
                  <a:pt x="38796" y="970"/>
                  <a:pt x="38755" y="943"/>
                </a:cubicBezTo>
                <a:cubicBezTo>
                  <a:pt x="38710" y="927"/>
                  <a:pt x="38672" y="912"/>
                  <a:pt x="38638" y="912"/>
                </a:cubicBezTo>
                <a:cubicBezTo>
                  <a:pt x="38603" y="912"/>
                  <a:pt x="38573" y="927"/>
                  <a:pt x="38543" y="973"/>
                </a:cubicBezTo>
                <a:lnTo>
                  <a:pt x="38543" y="1064"/>
                </a:lnTo>
                <a:lnTo>
                  <a:pt x="38543" y="1095"/>
                </a:lnTo>
                <a:cubicBezTo>
                  <a:pt x="38543" y="1106"/>
                  <a:pt x="38539" y="1111"/>
                  <a:pt x="38534" y="1111"/>
                </a:cubicBezTo>
                <a:cubicBezTo>
                  <a:pt x="38511" y="1111"/>
                  <a:pt x="38451" y="1028"/>
                  <a:pt x="38451" y="1003"/>
                </a:cubicBezTo>
                <a:cubicBezTo>
                  <a:pt x="38421" y="943"/>
                  <a:pt x="38360" y="912"/>
                  <a:pt x="38299" y="882"/>
                </a:cubicBezTo>
                <a:lnTo>
                  <a:pt x="38239" y="882"/>
                </a:lnTo>
                <a:lnTo>
                  <a:pt x="38117" y="973"/>
                </a:lnTo>
                <a:cubicBezTo>
                  <a:pt x="38087" y="912"/>
                  <a:pt x="38026" y="851"/>
                  <a:pt x="37965" y="791"/>
                </a:cubicBezTo>
                <a:lnTo>
                  <a:pt x="37935" y="760"/>
                </a:lnTo>
                <a:lnTo>
                  <a:pt x="37844" y="699"/>
                </a:lnTo>
                <a:cubicBezTo>
                  <a:pt x="37752" y="791"/>
                  <a:pt x="37388" y="821"/>
                  <a:pt x="37296" y="821"/>
                </a:cubicBezTo>
                <a:cubicBezTo>
                  <a:pt x="37144" y="851"/>
                  <a:pt x="37023" y="912"/>
                  <a:pt x="36932" y="1034"/>
                </a:cubicBezTo>
                <a:cubicBezTo>
                  <a:pt x="36922" y="1054"/>
                  <a:pt x="36908" y="1064"/>
                  <a:pt x="36893" y="1064"/>
                </a:cubicBezTo>
                <a:cubicBezTo>
                  <a:pt x="36864" y="1064"/>
                  <a:pt x="36830" y="1024"/>
                  <a:pt x="36810" y="943"/>
                </a:cubicBezTo>
                <a:lnTo>
                  <a:pt x="36719" y="912"/>
                </a:lnTo>
                <a:cubicBezTo>
                  <a:pt x="36658" y="851"/>
                  <a:pt x="36537" y="821"/>
                  <a:pt x="36445" y="821"/>
                </a:cubicBezTo>
                <a:cubicBezTo>
                  <a:pt x="36272" y="879"/>
                  <a:pt x="36098" y="900"/>
                  <a:pt x="35933" y="900"/>
                </a:cubicBezTo>
                <a:cubicBezTo>
                  <a:pt x="35837" y="900"/>
                  <a:pt x="35744" y="893"/>
                  <a:pt x="35655" y="882"/>
                </a:cubicBezTo>
                <a:lnTo>
                  <a:pt x="35503" y="882"/>
                </a:lnTo>
                <a:cubicBezTo>
                  <a:pt x="35381" y="943"/>
                  <a:pt x="35230" y="1247"/>
                  <a:pt x="35351" y="1277"/>
                </a:cubicBezTo>
                <a:cubicBezTo>
                  <a:pt x="35473" y="1338"/>
                  <a:pt x="35473" y="1368"/>
                  <a:pt x="35351" y="1399"/>
                </a:cubicBezTo>
                <a:lnTo>
                  <a:pt x="35260" y="1459"/>
                </a:lnTo>
                <a:lnTo>
                  <a:pt x="35017" y="1550"/>
                </a:lnTo>
                <a:cubicBezTo>
                  <a:pt x="34895" y="1490"/>
                  <a:pt x="34743" y="1399"/>
                  <a:pt x="34652" y="1307"/>
                </a:cubicBezTo>
                <a:lnTo>
                  <a:pt x="34652" y="1277"/>
                </a:lnTo>
                <a:lnTo>
                  <a:pt x="34652" y="1247"/>
                </a:lnTo>
                <a:cubicBezTo>
                  <a:pt x="34662" y="1247"/>
                  <a:pt x="34713" y="1250"/>
                  <a:pt x="34777" y="1250"/>
                </a:cubicBezTo>
                <a:cubicBezTo>
                  <a:pt x="34905" y="1250"/>
                  <a:pt x="35088" y="1236"/>
                  <a:pt x="35108" y="1155"/>
                </a:cubicBezTo>
                <a:cubicBezTo>
                  <a:pt x="35138" y="1095"/>
                  <a:pt x="35169" y="1034"/>
                  <a:pt x="35230" y="973"/>
                </a:cubicBezTo>
                <a:cubicBezTo>
                  <a:pt x="35230" y="973"/>
                  <a:pt x="35230" y="943"/>
                  <a:pt x="35199" y="882"/>
                </a:cubicBezTo>
                <a:lnTo>
                  <a:pt x="35169" y="882"/>
                </a:lnTo>
                <a:lnTo>
                  <a:pt x="35017" y="851"/>
                </a:lnTo>
                <a:cubicBezTo>
                  <a:pt x="34865" y="851"/>
                  <a:pt x="34713" y="882"/>
                  <a:pt x="34591" y="943"/>
                </a:cubicBezTo>
                <a:cubicBezTo>
                  <a:pt x="34561" y="1034"/>
                  <a:pt x="34530" y="1095"/>
                  <a:pt x="34530" y="1155"/>
                </a:cubicBezTo>
                <a:lnTo>
                  <a:pt x="34439" y="1095"/>
                </a:lnTo>
                <a:cubicBezTo>
                  <a:pt x="34378" y="1064"/>
                  <a:pt x="34318" y="1034"/>
                  <a:pt x="34318" y="1003"/>
                </a:cubicBezTo>
                <a:lnTo>
                  <a:pt x="34318" y="973"/>
                </a:lnTo>
                <a:cubicBezTo>
                  <a:pt x="34348" y="912"/>
                  <a:pt x="34318" y="912"/>
                  <a:pt x="34257" y="912"/>
                </a:cubicBezTo>
                <a:lnTo>
                  <a:pt x="34226" y="943"/>
                </a:lnTo>
                <a:lnTo>
                  <a:pt x="34166" y="973"/>
                </a:lnTo>
                <a:cubicBezTo>
                  <a:pt x="34155" y="983"/>
                  <a:pt x="34135" y="987"/>
                  <a:pt x="34109" y="987"/>
                </a:cubicBezTo>
                <a:cubicBezTo>
                  <a:pt x="33993" y="987"/>
                  <a:pt x="33752" y="908"/>
                  <a:pt x="33628" y="908"/>
                </a:cubicBezTo>
                <a:cubicBezTo>
                  <a:pt x="33613" y="908"/>
                  <a:pt x="33599" y="909"/>
                  <a:pt x="33588" y="912"/>
                </a:cubicBezTo>
                <a:lnTo>
                  <a:pt x="33284" y="973"/>
                </a:lnTo>
                <a:lnTo>
                  <a:pt x="32950" y="973"/>
                </a:lnTo>
                <a:lnTo>
                  <a:pt x="32798" y="1034"/>
                </a:lnTo>
                <a:lnTo>
                  <a:pt x="32707" y="1034"/>
                </a:lnTo>
                <a:cubicBezTo>
                  <a:pt x="32692" y="1044"/>
                  <a:pt x="32676" y="1048"/>
                  <a:pt x="32658" y="1048"/>
                </a:cubicBezTo>
                <a:cubicBezTo>
                  <a:pt x="32569" y="1048"/>
                  <a:pt x="32454" y="933"/>
                  <a:pt x="32403" y="882"/>
                </a:cubicBezTo>
                <a:cubicBezTo>
                  <a:pt x="32395" y="867"/>
                  <a:pt x="32381" y="861"/>
                  <a:pt x="32363" y="861"/>
                </a:cubicBezTo>
                <a:cubicBezTo>
                  <a:pt x="32306" y="861"/>
                  <a:pt x="32213" y="919"/>
                  <a:pt x="32190" y="943"/>
                </a:cubicBezTo>
                <a:cubicBezTo>
                  <a:pt x="32068" y="1034"/>
                  <a:pt x="31977" y="1095"/>
                  <a:pt x="31856" y="1155"/>
                </a:cubicBezTo>
                <a:lnTo>
                  <a:pt x="31734" y="1003"/>
                </a:lnTo>
                <a:cubicBezTo>
                  <a:pt x="31704" y="988"/>
                  <a:pt x="31681" y="981"/>
                  <a:pt x="31658" y="981"/>
                </a:cubicBezTo>
                <a:cubicBezTo>
                  <a:pt x="31635" y="981"/>
                  <a:pt x="31612" y="988"/>
                  <a:pt x="31582" y="1003"/>
                </a:cubicBezTo>
                <a:lnTo>
                  <a:pt x="31308" y="1125"/>
                </a:lnTo>
                <a:cubicBezTo>
                  <a:pt x="31187" y="1034"/>
                  <a:pt x="31005" y="973"/>
                  <a:pt x="30822" y="973"/>
                </a:cubicBezTo>
                <a:cubicBezTo>
                  <a:pt x="30731" y="973"/>
                  <a:pt x="30640" y="973"/>
                  <a:pt x="30579" y="943"/>
                </a:cubicBezTo>
                <a:lnTo>
                  <a:pt x="30518" y="1003"/>
                </a:lnTo>
                <a:cubicBezTo>
                  <a:pt x="30457" y="1064"/>
                  <a:pt x="30457" y="1125"/>
                  <a:pt x="30397" y="1186"/>
                </a:cubicBezTo>
                <a:lnTo>
                  <a:pt x="30366" y="1216"/>
                </a:lnTo>
                <a:cubicBezTo>
                  <a:pt x="30305" y="1216"/>
                  <a:pt x="30275" y="1186"/>
                  <a:pt x="30275" y="1155"/>
                </a:cubicBezTo>
                <a:lnTo>
                  <a:pt x="30275" y="1064"/>
                </a:lnTo>
                <a:cubicBezTo>
                  <a:pt x="30275" y="1034"/>
                  <a:pt x="30214" y="973"/>
                  <a:pt x="30153" y="973"/>
                </a:cubicBezTo>
                <a:lnTo>
                  <a:pt x="30123" y="1003"/>
                </a:lnTo>
                <a:lnTo>
                  <a:pt x="30032" y="1034"/>
                </a:lnTo>
                <a:cubicBezTo>
                  <a:pt x="29971" y="1064"/>
                  <a:pt x="29903" y="1079"/>
                  <a:pt x="29834" y="1079"/>
                </a:cubicBezTo>
                <a:cubicBezTo>
                  <a:pt x="29766" y="1079"/>
                  <a:pt x="29697" y="1064"/>
                  <a:pt x="29637" y="1034"/>
                </a:cubicBezTo>
                <a:lnTo>
                  <a:pt x="29606" y="1034"/>
                </a:lnTo>
                <a:lnTo>
                  <a:pt x="29485" y="943"/>
                </a:lnTo>
                <a:cubicBezTo>
                  <a:pt x="29363" y="973"/>
                  <a:pt x="29181" y="1064"/>
                  <a:pt x="29181" y="1095"/>
                </a:cubicBezTo>
                <a:cubicBezTo>
                  <a:pt x="29181" y="1155"/>
                  <a:pt x="29120" y="1216"/>
                  <a:pt x="29059" y="1247"/>
                </a:cubicBezTo>
                <a:cubicBezTo>
                  <a:pt x="28998" y="1186"/>
                  <a:pt x="28968" y="1095"/>
                  <a:pt x="28907" y="1064"/>
                </a:cubicBezTo>
                <a:lnTo>
                  <a:pt x="28846" y="1003"/>
                </a:lnTo>
                <a:cubicBezTo>
                  <a:pt x="28755" y="1003"/>
                  <a:pt x="28664" y="973"/>
                  <a:pt x="28573" y="973"/>
                </a:cubicBezTo>
                <a:lnTo>
                  <a:pt x="28482" y="1034"/>
                </a:lnTo>
                <a:lnTo>
                  <a:pt x="28390" y="1095"/>
                </a:lnTo>
                <a:cubicBezTo>
                  <a:pt x="28238" y="1095"/>
                  <a:pt x="28056" y="1095"/>
                  <a:pt x="27904" y="1064"/>
                </a:cubicBezTo>
                <a:cubicBezTo>
                  <a:pt x="27894" y="1059"/>
                  <a:pt x="27881" y="1056"/>
                  <a:pt x="27868" y="1056"/>
                </a:cubicBezTo>
                <a:cubicBezTo>
                  <a:pt x="27802" y="1056"/>
                  <a:pt x="27701" y="1115"/>
                  <a:pt x="27600" y="1216"/>
                </a:cubicBezTo>
                <a:lnTo>
                  <a:pt x="27570" y="1095"/>
                </a:lnTo>
                <a:cubicBezTo>
                  <a:pt x="27550" y="1035"/>
                  <a:pt x="27530" y="989"/>
                  <a:pt x="27477" y="989"/>
                </a:cubicBezTo>
                <a:cubicBezTo>
                  <a:pt x="27448" y="989"/>
                  <a:pt x="27410" y="1002"/>
                  <a:pt x="27357" y="1034"/>
                </a:cubicBezTo>
                <a:lnTo>
                  <a:pt x="27296" y="1064"/>
                </a:lnTo>
                <a:cubicBezTo>
                  <a:pt x="27226" y="1064"/>
                  <a:pt x="27030" y="974"/>
                  <a:pt x="26943" y="974"/>
                </a:cubicBezTo>
                <a:cubicBezTo>
                  <a:pt x="26917" y="974"/>
                  <a:pt x="26901" y="982"/>
                  <a:pt x="26901" y="1003"/>
                </a:cubicBezTo>
                <a:cubicBezTo>
                  <a:pt x="26901" y="1095"/>
                  <a:pt x="26779" y="1095"/>
                  <a:pt x="26719" y="1095"/>
                </a:cubicBezTo>
                <a:cubicBezTo>
                  <a:pt x="26597" y="1155"/>
                  <a:pt x="26506" y="1186"/>
                  <a:pt x="26384" y="1216"/>
                </a:cubicBezTo>
                <a:cubicBezTo>
                  <a:pt x="26293" y="1216"/>
                  <a:pt x="26050" y="1095"/>
                  <a:pt x="25959" y="1095"/>
                </a:cubicBezTo>
                <a:cubicBezTo>
                  <a:pt x="25868" y="1095"/>
                  <a:pt x="25412" y="1247"/>
                  <a:pt x="25229" y="1247"/>
                </a:cubicBezTo>
                <a:cubicBezTo>
                  <a:pt x="24956" y="1186"/>
                  <a:pt x="24713" y="1186"/>
                  <a:pt x="24439" y="1186"/>
                </a:cubicBezTo>
                <a:cubicBezTo>
                  <a:pt x="24384" y="1213"/>
                  <a:pt x="24324" y="1228"/>
                  <a:pt x="24273" y="1228"/>
                </a:cubicBezTo>
                <a:cubicBezTo>
                  <a:pt x="24212" y="1228"/>
                  <a:pt x="24165" y="1206"/>
                  <a:pt x="24165" y="1155"/>
                </a:cubicBezTo>
                <a:lnTo>
                  <a:pt x="24165" y="1095"/>
                </a:lnTo>
                <a:cubicBezTo>
                  <a:pt x="24013" y="1155"/>
                  <a:pt x="23862" y="1216"/>
                  <a:pt x="23679" y="1277"/>
                </a:cubicBezTo>
                <a:cubicBezTo>
                  <a:pt x="23588" y="1277"/>
                  <a:pt x="23466" y="1247"/>
                  <a:pt x="23375" y="1216"/>
                </a:cubicBezTo>
                <a:lnTo>
                  <a:pt x="23284" y="1277"/>
                </a:lnTo>
                <a:lnTo>
                  <a:pt x="23102" y="1429"/>
                </a:lnTo>
                <a:cubicBezTo>
                  <a:pt x="23010" y="1368"/>
                  <a:pt x="22889" y="1368"/>
                  <a:pt x="22798" y="1368"/>
                </a:cubicBezTo>
                <a:cubicBezTo>
                  <a:pt x="22767" y="1399"/>
                  <a:pt x="22737" y="1459"/>
                  <a:pt x="22737" y="1490"/>
                </a:cubicBezTo>
                <a:cubicBezTo>
                  <a:pt x="22706" y="1550"/>
                  <a:pt x="22737" y="1733"/>
                  <a:pt x="22706" y="1794"/>
                </a:cubicBezTo>
                <a:cubicBezTo>
                  <a:pt x="22706" y="1815"/>
                  <a:pt x="22615" y="1837"/>
                  <a:pt x="22497" y="1837"/>
                </a:cubicBezTo>
                <a:cubicBezTo>
                  <a:pt x="22449" y="1837"/>
                  <a:pt x="22395" y="1833"/>
                  <a:pt x="22342" y="1824"/>
                </a:cubicBezTo>
                <a:lnTo>
                  <a:pt x="22159" y="1824"/>
                </a:lnTo>
                <a:lnTo>
                  <a:pt x="22007" y="1794"/>
                </a:lnTo>
                <a:cubicBezTo>
                  <a:pt x="21855" y="1794"/>
                  <a:pt x="21703" y="1794"/>
                  <a:pt x="21551" y="1824"/>
                </a:cubicBezTo>
                <a:cubicBezTo>
                  <a:pt x="21527" y="1824"/>
                  <a:pt x="21474" y="1819"/>
                  <a:pt x="21416" y="1819"/>
                </a:cubicBezTo>
                <a:cubicBezTo>
                  <a:pt x="21330" y="1819"/>
                  <a:pt x="21235" y="1830"/>
                  <a:pt x="21217" y="1885"/>
                </a:cubicBezTo>
                <a:cubicBezTo>
                  <a:pt x="21217" y="1929"/>
                  <a:pt x="21136" y="1958"/>
                  <a:pt x="21080" y="1958"/>
                </a:cubicBezTo>
                <a:cubicBezTo>
                  <a:pt x="21060" y="1958"/>
                  <a:pt x="21043" y="1954"/>
                  <a:pt x="21035" y="1946"/>
                </a:cubicBezTo>
                <a:cubicBezTo>
                  <a:pt x="21035" y="1915"/>
                  <a:pt x="20913" y="1915"/>
                  <a:pt x="20883" y="1885"/>
                </a:cubicBezTo>
                <a:cubicBezTo>
                  <a:pt x="20883" y="1854"/>
                  <a:pt x="20883" y="1642"/>
                  <a:pt x="20822" y="1642"/>
                </a:cubicBezTo>
                <a:cubicBezTo>
                  <a:pt x="20700" y="1611"/>
                  <a:pt x="20609" y="1581"/>
                  <a:pt x="20518" y="1520"/>
                </a:cubicBezTo>
                <a:lnTo>
                  <a:pt x="20366" y="1490"/>
                </a:lnTo>
                <a:lnTo>
                  <a:pt x="20305" y="1490"/>
                </a:lnTo>
                <a:cubicBezTo>
                  <a:pt x="20298" y="1482"/>
                  <a:pt x="20288" y="1479"/>
                  <a:pt x="20277" y="1479"/>
                </a:cubicBezTo>
                <a:cubicBezTo>
                  <a:pt x="20195" y="1479"/>
                  <a:pt x="20024" y="1653"/>
                  <a:pt x="19971" y="1733"/>
                </a:cubicBezTo>
                <a:cubicBezTo>
                  <a:pt x="19921" y="1808"/>
                  <a:pt x="19850" y="1862"/>
                  <a:pt x="19810" y="1862"/>
                </a:cubicBezTo>
                <a:cubicBezTo>
                  <a:pt x="19801" y="1862"/>
                  <a:pt x="19794" y="1860"/>
                  <a:pt x="19788" y="1854"/>
                </a:cubicBezTo>
                <a:lnTo>
                  <a:pt x="19728" y="1824"/>
                </a:lnTo>
                <a:lnTo>
                  <a:pt x="19545" y="1763"/>
                </a:lnTo>
                <a:cubicBezTo>
                  <a:pt x="19424" y="1854"/>
                  <a:pt x="19333" y="1915"/>
                  <a:pt x="19211" y="1976"/>
                </a:cubicBezTo>
                <a:cubicBezTo>
                  <a:pt x="19205" y="1982"/>
                  <a:pt x="19198" y="1984"/>
                  <a:pt x="19191" y="1984"/>
                </a:cubicBezTo>
                <a:cubicBezTo>
                  <a:pt x="19158" y="1984"/>
                  <a:pt x="19114" y="1940"/>
                  <a:pt x="19089" y="1915"/>
                </a:cubicBezTo>
                <a:lnTo>
                  <a:pt x="19120" y="1854"/>
                </a:lnTo>
                <a:lnTo>
                  <a:pt x="19150" y="1824"/>
                </a:lnTo>
                <a:cubicBezTo>
                  <a:pt x="19211" y="1763"/>
                  <a:pt x="19272" y="1672"/>
                  <a:pt x="19302" y="1581"/>
                </a:cubicBezTo>
                <a:lnTo>
                  <a:pt x="19120" y="1490"/>
                </a:lnTo>
                <a:lnTo>
                  <a:pt x="19089" y="1490"/>
                </a:lnTo>
                <a:cubicBezTo>
                  <a:pt x="19087" y="1487"/>
                  <a:pt x="19084" y="1486"/>
                  <a:pt x="19080" y="1486"/>
                </a:cubicBezTo>
                <a:cubicBezTo>
                  <a:pt x="19028" y="1486"/>
                  <a:pt x="18842" y="1649"/>
                  <a:pt x="18785" y="1733"/>
                </a:cubicBezTo>
                <a:cubicBezTo>
                  <a:pt x="18694" y="1854"/>
                  <a:pt x="18603" y="1946"/>
                  <a:pt x="18512" y="2037"/>
                </a:cubicBezTo>
                <a:lnTo>
                  <a:pt x="18269" y="2037"/>
                </a:lnTo>
                <a:cubicBezTo>
                  <a:pt x="18178" y="2037"/>
                  <a:pt x="18117" y="1915"/>
                  <a:pt x="18147" y="1854"/>
                </a:cubicBezTo>
                <a:cubicBezTo>
                  <a:pt x="18147" y="1824"/>
                  <a:pt x="18026" y="1672"/>
                  <a:pt x="17934" y="1611"/>
                </a:cubicBezTo>
                <a:cubicBezTo>
                  <a:pt x="17924" y="1601"/>
                  <a:pt x="17908" y="1597"/>
                  <a:pt x="17888" y="1597"/>
                </a:cubicBezTo>
                <a:cubicBezTo>
                  <a:pt x="17787" y="1597"/>
                  <a:pt x="17580" y="1702"/>
                  <a:pt x="17478" y="1702"/>
                </a:cubicBezTo>
                <a:cubicBezTo>
                  <a:pt x="17296" y="1702"/>
                  <a:pt x="17114" y="1733"/>
                  <a:pt x="16931" y="1733"/>
                </a:cubicBezTo>
                <a:cubicBezTo>
                  <a:pt x="16779" y="1794"/>
                  <a:pt x="16658" y="1824"/>
                  <a:pt x="16506" y="1854"/>
                </a:cubicBezTo>
                <a:lnTo>
                  <a:pt x="16232" y="1854"/>
                </a:lnTo>
                <a:lnTo>
                  <a:pt x="16171" y="1794"/>
                </a:lnTo>
                <a:cubicBezTo>
                  <a:pt x="16149" y="1783"/>
                  <a:pt x="16119" y="1775"/>
                  <a:pt x="16083" y="1775"/>
                </a:cubicBezTo>
                <a:cubicBezTo>
                  <a:pt x="16022" y="1775"/>
                  <a:pt x="15945" y="1797"/>
                  <a:pt x="15867" y="1854"/>
                </a:cubicBezTo>
                <a:cubicBezTo>
                  <a:pt x="15784" y="1799"/>
                  <a:pt x="15715" y="1777"/>
                  <a:pt x="15655" y="1777"/>
                </a:cubicBezTo>
                <a:cubicBezTo>
                  <a:pt x="15517" y="1777"/>
                  <a:pt x="15426" y="1891"/>
                  <a:pt x="15320" y="1976"/>
                </a:cubicBezTo>
                <a:lnTo>
                  <a:pt x="15077" y="2158"/>
                </a:lnTo>
                <a:cubicBezTo>
                  <a:pt x="15002" y="2137"/>
                  <a:pt x="14926" y="2127"/>
                  <a:pt x="14858" y="2127"/>
                </a:cubicBezTo>
                <a:cubicBezTo>
                  <a:pt x="14733" y="2127"/>
                  <a:pt x="14630" y="2160"/>
                  <a:pt x="14591" y="2219"/>
                </a:cubicBezTo>
                <a:lnTo>
                  <a:pt x="14591" y="2310"/>
                </a:lnTo>
                <a:lnTo>
                  <a:pt x="14591" y="2371"/>
                </a:lnTo>
                <a:cubicBezTo>
                  <a:pt x="14591" y="2446"/>
                  <a:pt x="14529" y="2501"/>
                  <a:pt x="14456" y="2501"/>
                </a:cubicBezTo>
                <a:cubicBezTo>
                  <a:pt x="14441" y="2501"/>
                  <a:pt x="14425" y="2498"/>
                  <a:pt x="14408" y="2493"/>
                </a:cubicBezTo>
                <a:cubicBezTo>
                  <a:pt x="14317" y="2462"/>
                  <a:pt x="14226" y="2462"/>
                  <a:pt x="14135" y="2462"/>
                </a:cubicBezTo>
                <a:lnTo>
                  <a:pt x="14044" y="2462"/>
                </a:lnTo>
                <a:cubicBezTo>
                  <a:pt x="13983" y="2462"/>
                  <a:pt x="13922" y="2614"/>
                  <a:pt x="13892" y="2614"/>
                </a:cubicBezTo>
                <a:cubicBezTo>
                  <a:pt x="13770" y="2584"/>
                  <a:pt x="13679" y="2554"/>
                  <a:pt x="13588" y="2523"/>
                </a:cubicBezTo>
                <a:lnTo>
                  <a:pt x="13527" y="2523"/>
                </a:lnTo>
                <a:cubicBezTo>
                  <a:pt x="13523" y="2519"/>
                  <a:pt x="13519" y="2517"/>
                  <a:pt x="13515" y="2517"/>
                </a:cubicBezTo>
                <a:cubicBezTo>
                  <a:pt x="13489" y="2517"/>
                  <a:pt x="13466" y="2592"/>
                  <a:pt x="13466" y="2645"/>
                </a:cubicBezTo>
                <a:cubicBezTo>
                  <a:pt x="13466" y="2689"/>
                  <a:pt x="13401" y="2717"/>
                  <a:pt x="13318" y="2717"/>
                </a:cubicBezTo>
                <a:cubicBezTo>
                  <a:pt x="13288" y="2717"/>
                  <a:pt x="13256" y="2714"/>
                  <a:pt x="13223" y="2706"/>
                </a:cubicBezTo>
                <a:lnTo>
                  <a:pt x="13162" y="2675"/>
                </a:lnTo>
                <a:lnTo>
                  <a:pt x="13071" y="2645"/>
                </a:lnTo>
                <a:cubicBezTo>
                  <a:pt x="12980" y="2614"/>
                  <a:pt x="12889" y="2584"/>
                  <a:pt x="12797" y="2523"/>
                </a:cubicBezTo>
                <a:cubicBezTo>
                  <a:pt x="12797" y="2518"/>
                  <a:pt x="12795" y="2515"/>
                  <a:pt x="12790" y="2515"/>
                </a:cubicBezTo>
                <a:cubicBezTo>
                  <a:pt x="12768" y="2515"/>
                  <a:pt x="12701" y="2574"/>
                  <a:pt x="12676" y="2675"/>
                </a:cubicBezTo>
                <a:lnTo>
                  <a:pt x="12554" y="2766"/>
                </a:lnTo>
                <a:lnTo>
                  <a:pt x="12463" y="2827"/>
                </a:lnTo>
                <a:cubicBezTo>
                  <a:pt x="12428" y="2916"/>
                  <a:pt x="12382" y="2963"/>
                  <a:pt x="12344" y="2963"/>
                </a:cubicBezTo>
                <a:cubicBezTo>
                  <a:pt x="12317" y="2963"/>
                  <a:pt x="12293" y="2939"/>
                  <a:pt x="12281" y="2888"/>
                </a:cubicBezTo>
                <a:lnTo>
                  <a:pt x="12220" y="2797"/>
                </a:lnTo>
                <a:lnTo>
                  <a:pt x="12220" y="2766"/>
                </a:lnTo>
                <a:cubicBezTo>
                  <a:pt x="12190" y="2751"/>
                  <a:pt x="12159" y="2744"/>
                  <a:pt x="12129" y="2744"/>
                </a:cubicBezTo>
                <a:cubicBezTo>
                  <a:pt x="12098" y="2744"/>
                  <a:pt x="12068" y="2751"/>
                  <a:pt x="12038" y="2766"/>
                </a:cubicBezTo>
                <a:lnTo>
                  <a:pt x="12038" y="2797"/>
                </a:lnTo>
                <a:lnTo>
                  <a:pt x="12038" y="2918"/>
                </a:lnTo>
                <a:cubicBezTo>
                  <a:pt x="12068" y="3009"/>
                  <a:pt x="12068" y="3131"/>
                  <a:pt x="12068" y="3222"/>
                </a:cubicBezTo>
                <a:cubicBezTo>
                  <a:pt x="11977" y="3131"/>
                  <a:pt x="11916" y="3040"/>
                  <a:pt x="11855" y="2949"/>
                </a:cubicBezTo>
                <a:cubicBezTo>
                  <a:pt x="11817" y="2891"/>
                  <a:pt x="11766" y="2870"/>
                  <a:pt x="11711" y="2870"/>
                </a:cubicBezTo>
                <a:cubicBezTo>
                  <a:pt x="11679" y="2870"/>
                  <a:pt x="11645" y="2877"/>
                  <a:pt x="11612" y="2888"/>
                </a:cubicBezTo>
                <a:cubicBezTo>
                  <a:pt x="11603" y="2897"/>
                  <a:pt x="11586" y="2900"/>
                  <a:pt x="11566" y="2900"/>
                </a:cubicBezTo>
                <a:cubicBezTo>
                  <a:pt x="11518" y="2900"/>
                  <a:pt x="11451" y="2879"/>
                  <a:pt x="11430" y="2857"/>
                </a:cubicBezTo>
                <a:cubicBezTo>
                  <a:pt x="11421" y="2849"/>
                  <a:pt x="11399" y="2845"/>
                  <a:pt x="11371" y="2845"/>
                </a:cubicBezTo>
                <a:cubicBezTo>
                  <a:pt x="11305" y="2845"/>
                  <a:pt x="11208" y="2866"/>
                  <a:pt x="11187" y="2888"/>
                </a:cubicBezTo>
                <a:cubicBezTo>
                  <a:pt x="11156" y="2888"/>
                  <a:pt x="11126" y="2949"/>
                  <a:pt x="11156" y="2949"/>
                </a:cubicBezTo>
                <a:lnTo>
                  <a:pt x="11156" y="2979"/>
                </a:lnTo>
                <a:cubicBezTo>
                  <a:pt x="11156" y="2979"/>
                  <a:pt x="11156" y="3009"/>
                  <a:pt x="11156" y="3040"/>
                </a:cubicBezTo>
                <a:cubicBezTo>
                  <a:pt x="11095" y="3070"/>
                  <a:pt x="11065" y="3070"/>
                  <a:pt x="11004" y="3101"/>
                </a:cubicBezTo>
                <a:lnTo>
                  <a:pt x="10974" y="3101"/>
                </a:lnTo>
                <a:cubicBezTo>
                  <a:pt x="10967" y="3097"/>
                  <a:pt x="10955" y="3096"/>
                  <a:pt x="10939" y="3096"/>
                </a:cubicBezTo>
                <a:cubicBezTo>
                  <a:pt x="10830" y="3096"/>
                  <a:pt x="10528" y="3166"/>
                  <a:pt x="10346" y="3166"/>
                </a:cubicBezTo>
                <a:cubicBezTo>
                  <a:pt x="10319" y="3166"/>
                  <a:pt x="10295" y="3165"/>
                  <a:pt x="10275" y="3161"/>
                </a:cubicBezTo>
                <a:lnTo>
                  <a:pt x="9940" y="3101"/>
                </a:lnTo>
                <a:cubicBezTo>
                  <a:pt x="9910" y="3131"/>
                  <a:pt x="9849" y="3192"/>
                  <a:pt x="9849" y="3192"/>
                </a:cubicBezTo>
                <a:cubicBezTo>
                  <a:pt x="9910" y="3222"/>
                  <a:pt x="9940" y="3253"/>
                  <a:pt x="10001" y="3283"/>
                </a:cubicBezTo>
                <a:cubicBezTo>
                  <a:pt x="10050" y="3283"/>
                  <a:pt x="10079" y="3205"/>
                  <a:pt x="10120" y="3205"/>
                </a:cubicBezTo>
                <a:cubicBezTo>
                  <a:pt x="10130" y="3205"/>
                  <a:pt x="10141" y="3210"/>
                  <a:pt x="10153" y="3222"/>
                </a:cubicBezTo>
                <a:cubicBezTo>
                  <a:pt x="10183" y="3283"/>
                  <a:pt x="10244" y="3344"/>
                  <a:pt x="10244" y="3374"/>
                </a:cubicBezTo>
                <a:lnTo>
                  <a:pt x="10244" y="3435"/>
                </a:lnTo>
                <a:cubicBezTo>
                  <a:pt x="10153" y="3465"/>
                  <a:pt x="10305" y="3557"/>
                  <a:pt x="10396" y="3587"/>
                </a:cubicBezTo>
                <a:cubicBezTo>
                  <a:pt x="10487" y="3587"/>
                  <a:pt x="10579" y="3587"/>
                  <a:pt x="10579" y="3526"/>
                </a:cubicBezTo>
                <a:lnTo>
                  <a:pt x="10579" y="3496"/>
                </a:lnTo>
                <a:lnTo>
                  <a:pt x="10579" y="3435"/>
                </a:lnTo>
                <a:cubicBezTo>
                  <a:pt x="10548" y="3405"/>
                  <a:pt x="10670" y="3374"/>
                  <a:pt x="10731" y="3374"/>
                </a:cubicBezTo>
                <a:cubicBezTo>
                  <a:pt x="10791" y="3374"/>
                  <a:pt x="10822" y="3587"/>
                  <a:pt x="10791" y="3648"/>
                </a:cubicBezTo>
                <a:cubicBezTo>
                  <a:pt x="10791" y="3709"/>
                  <a:pt x="10670" y="3800"/>
                  <a:pt x="10518" y="3800"/>
                </a:cubicBezTo>
                <a:lnTo>
                  <a:pt x="10366" y="3709"/>
                </a:lnTo>
                <a:lnTo>
                  <a:pt x="10183" y="3617"/>
                </a:lnTo>
                <a:cubicBezTo>
                  <a:pt x="10031" y="3800"/>
                  <a:pt x="10062" y="3952"/>
                  <a:pt x="10092" y="3952"/>
                </a:cubicBezTo>
                <a:lnTo>
                  <a:pt x="10487" y="3952"/>
                </a:lnTo>
                <a:lnTo>
                  <a:pt x="10579" y="4073"/>
                </a:lnTo>
                <a:cubicBezTo>
                  <a:pt x="10639" y="4073"/>
                  <a:pt x="10639" y="4134"/>
                  <a:pt x="10639" y="4165"/>
                </a:cubicBezTo>
                <a:cubicBezTo>
                  <a:pt x="10670" y="4165"/>
                  <a:pt x="10731" y="4073"/>
                  <a:pt x="10731" y="4013"/>
                </a:cubicBezTo>
                <a:cubicBezTo>
                  <a:pt x="10731" y="3982"/>
                  <a:pt x="10883" y="3952"/>
                  <a:pt x="10943" y="3952"/>
                </a:cubicBezTo>
                <a:cubicBezTo>
                  <a:pt x="10974" y="3952"/>
                  <a:pt x="10974" y="4013"/>
                  <a:pt x="10974" y="4043"/>
                </a:cubicBezTo>
                <a:cubicBezTo>
                  <a:pt x="10974" y="4064"/>
                  <a:pt x="11075" y="4099"/>
                  <a:pt x="11148" y="4099"/>
                </a:cubicBezTo>
                <a:cubicBezTo>
                  <a:pt x="11181" y="4099"/>
                  <a:pt x="11207" y="4092"/>
                  <a:pt x="11217" y="4073"/>
                </a:cubicBezTo>
                <a:cubicBezTo>
                  <a:pt x="11232" y="4043"/>
                  <a:pt x="11270" y="4028"/>
                  <a:pt x="11312" y="4028"/>
                </a:cubicBezTo>
                <a:cubicBezTo>
                  <a:pt x="11354" y="4028"/>
                  <a:pt x="11399" y="4043"/>
                  <a:pt x="11430" y="4073"/>
                </a:cubicBezTo>
                <a:lnTo>
                  <a:pt x="11521" y="4104"/>
                </a:lnTo>
                <a:cubicBezTo>
                  <a:pt x="11538" y="4107"/>
                  <a:pt x="11552" y="4109"/>
                  <a:pt x="11564" y="4109"/>
                </a:cubicBezTo>
                <a:cubicBezTo>
                  <a:pt x="11661" y="4109"/>
                  <a:pt x="11619" y="4009"/>
                  <a:pt x="11673" y="3982"/>
                </a:cubicBezTo>
                <a:lnTo>
                  <a:pt x="11734" y="3952"/>
                </a:lnTo>
                <a:cubicBezTo>
                  <a:pt x="11825" y="3952"/>
                  <a:pt x="11946" y="3982"/>
                  <a:pt x="12038" y="4043"/>
                </a:cubicBezTo>
                <a:lnTo>
                  <a:pt x="12038" y="4134"/>
                </a:lnTo>
                <a:cubicBezTo>
                  <a:pt x="11946" y="4225"/>
                  <a:pt x="11825" y="4256"/>
                  <a:pt x="11703" y="4286"/>
                </a:cubicBezTo>
                <a:lnTo>
                  <a:pt x="11673" y="4286"/>
                </a:lnTo>
                <a:cubicBezTo>
                  <a:pt x="11642" y="4316"/>
                  <a:pt x="11582" y="4316"/>
                  <a:pt x="11551" y="4316"/>
                </a:cubicBezTo>
                <a:cubicBezTo>
                  <a:pt x="11460" y="4286"/>
                  <a:pt x="11399" y="4256"/>
                  <a:pt x="11308" y="4225"/>
                </a:cubicBezTo>
                <a:lnTo>
                  <a:pt x="11247" y="4225"/>
                </a:lnTo>
                <a:cubicBezTo>
                  <a:pt x="11231" y="4217"/>
                  <a:pt x="11215" y="4214"/>
                  <a:pt x="11199" y="4214"/>
                </a:cubicBezTo>
                <a:cubicBezTo>
                  <a:pt x="11094" y="4214"/>
                  <a:pt x="10992" y="4379"/>
                  <a:pt x="10913" y="4590"/>
                </a:cubicBezTo>
                <a:lnTo>
                  <a:pt x="11278" y="4712"/>
                </a:lnTo>
                <a:lnTo>
                  <a:pt x="11308" y="4712"/>
                </a:lnTo>
                <a:cubicBezTo>
                  <a:pt x="11308" y="4803"/>
                  <a:pt x="11399" y="4894"/>
                  <a:pt x="11490" y="4924"/>
                </a:cubicBezTo>
                <a:cubicBezTo>
                  <a:pt x="11521" y="4924"/>
                  <a:pt x="11551" y="4955"/>
                  <a:pt x="11521" y="5016"/>
                </a:cubicBezTo>
                <a:lnTo>
                  <a:pt x="11490" y="5076"/>
                </a:lnTo>
                <a:lnTo>
                  <a:pt x="11490" y="5107"/>
                </a:lnTo>
                <a:cubicBezTo>
                  <a:pt x="11582" y="5137"/>
                  <a:pt x="11665" y="5152"/>
                  <a:pt x="11745" y="5152"/>
                </a:cubicBezTo>
                <a:cubicBezTo>
                  <a:pt x="11825" y="5152"/>
                  <a:pt x="11901" y="5137"/>
                  <a:pt x="11977" y="5107"/>
                </a:cubicBezTo>
                <a:cubicBezTo>
                  <a:pt x="12098" y="5076"/>
                  <a:pt x="12159" y="4955"/>
                  <a:pt x="12068" y="4833"/>
                </a:cubicBezTo>
                <a:lnTo>
                  <a:pt x="12250" y="4803"/>
                </a:lnTo>
                <a:lnTo>
                  <a:pt x="12402" y="4772"/>
                </a:lnTo>
                <a:lnTo>
                  <a:pt x="12433" y="4772"/>
                </a:lnTo>
                <a:cubicBezTo>
                  <a:pt x="12463" y="4772"/>
                  <a:pt x="12494" y="4833"/>
                  <a:pt x="12463" y="4864"/>
                </a:cubicBezTo>
                <a:cubicBezTo>
                  <a:pt x="12463" y="4864"/>
                  <a:pt x="12433" y="4985"/>
                  <a:pt x="12402" y="5076"/>
                </a:cubicBezTo>
                <a:lnTo>
                  <a:pt x="12402" y="5137"/>
                </a:lnTo>
                <a:cubicBezTo>
                  <a:pt x="12418" y="5228"/>
                  <a:pt x="12463" y="5251"/>
                  <a:pt x="12516" y="5251"/>
                </a:cubicBezTo>
                <a:cubicBezTo>
                  <a:pt x="12570" y="5251"/>
                  <a:pt x="12630" y="5228"/>
                  <a:pt x="12676" y="5228"/>
                </a:cubicBezTo>
                <a:cubicBezTo>
                  <a:pt x="12706" y="5198"/>
                  <a:pt x="12706" y="5137"/>
                  <a:pt x="12706" y="5107"/>
                </a:cubicBezTo>
                <a:lnTo>
                  <a:pt x="12645" y="5107"/>
                </a:lnTo>
                <a:cubicBezTo>
                  <a:pt x="12494" y="5107"/>
                  <a:pt x="12494" y="5107"/>
                  <a:pt x="12524" y="5016"/>
                </a:cubicBezTo>
                <a:lnTo>
                  <a:pt x="12554" y="4985"/>
                </a:lnTo>
                <a:cubicBezTo>
                  <a:pt x="12562" y="4971"/>
                  <a:pt x="12581" y="4965"/>
                  <a:pt x="12608" y="4965"/>
                </a:cubicBezTo>
                <a:cubicBezTo>
                  <a:pt x="12691" y="4965"/>
                  <a:pt x="12842" y="5023"/>
                  <a:pt x="12889" y="5046"/>
                </a:cubicBezTo>
                <a:cubicBezTo>
                  <a:pt x="12980" y="5107"/>
                  <a:pt x="13071" y="5168"/>
                  <a:pt x="13193" y="5168"/>
                </a:cubicBezTo>
                <a:cubicBezTo>
                  <a:pt x="13284" y="5168"/>
                  <a:pt x="13345" y="5168"/>
                  <a:pt x="13436" y="5137"/>
                </a:cubicBezTo>
                <a:cubicBezTo>
                  <a:pt x="13557" y="5107"/>
                  <a:pt x="13679" y="5107"/>
                  <a:pt x="13801" y="5107"/>
                </a:cubicBezTo>
                <a:lnTo>
                  <a:pt x="13953" y="5198"/>
                </a:lnTo>
                <a:cubicBezTo>
                  <a:pt x="14036" y="5281"/>
                  <a:pt x="14119" y="5415"/>
                  <a:pt x="14294" y="5415"/>
                </a:cubicBezTo>
                <a:cubicBezTo>
                  <a:pt x="14311" y="5415"/>
                  <a:pt x="14329" y="5413"/>
                  <a:pt x="14348" y="5411"/>
                </a:cubicBezTo>
                <a:lnTo>
                  <a:pt x="15260" y="5411"/>
                </a:lnTo>
                <a:cubicBezTo>
                  <a:pt x="15412" y="5411"/>
                  <a:pt x="15563" y="5411"/>
                  <a:pt x="15715" y="5472"/>
                </a:cubicBezTo>
                <a:cubicBezTo>
                  <a:pt x="15733" y="5477"/>
                  <a:pt x="15754" y="5480"/>
                  <a:pt x="15777" y="5480"/>
                </a:cubicBezTo>
                <a:cubicBezTo>
                  <a:pt x="15874" y="5480"/>
                  <a:pt x="16012" y="5435"/>
                  <a:pt x="16111" y="5411"/>
                </a:cubicBezTo>
                <a:cubicBezTo>
                  <a:pt x="16141" y="5411"/>
                  <a:pt x="16179" y="5418"/>
                  <a:pt x="16213" y="5418"/>
                </a:cubicBezTo>
                <a:cubicBezTo>
                  <a:pt x="16247" y="5418"/>
                  <a:pt x="16278" y="5411"/>
                  <a:pt x="16293" y="5380"/>
                </a:cubicBezTo>
                <a:cubicBezTo>
                  <a:pt x="16319" y="5328"/>
                  <a:pt x="16323" y="5253"/>
                  <a:pt x="16402" y="5253"/>
                </a:cubicBezTo>
                <a:cubicBezTo>
                  <a:pt x="16414" y="5253"/>
                  <a:pt x="16428" y="5255"/>
                  <a:pt x="16445" y="5259"/>
                </a:cubicBezTo>
                <a:lnTo>
                  <a:pt x="16506" y="5259"/>
                </a:lnTo>
                <a:cubicBezTo>
                  <a:pt x="16567" y="5320"/>
                  <a:pt x="16567" y="5411"/>
                  <a:pt x="16506" y="5472"/>
                </a:cubicBezTo>
                <a:lnTo>
                  <a:pt x="16323" y="5472"/>
                </a:lnTo>
                <a:cubicBezTo>
                  <a:pt x="16232" y="5563"/>
                  <a:pt x="16141" y="5593"/>
                  <a:pt x="16050" y="5623"/>
                </a:cubicBezTo>
                <a:lnTo>
                  <a:pt x="15928" y="5623"/>
                </a:lnTo>
                <a:cubicBezTo>
                  <a:pt x="15920" y="5619"/>
                  <a:pt x="15911" y="5617"/>
                  <a:pt x="15902" y="5617"/>
                </a:cubicBezTo>
                <a:cubicBezTo>
                  <a:pt x="15844" y="5617"/>
                  <a:pt x="15776" y="5693"/>
                  <a:pt x="15776" y="5745"/>
                </a:cubicBezTo>
                <a:cubicBezTo>
                  <a:pt x="15776" y="5752"/>
                  <a:pt x="15768" y="5756"/>
                  <a:pt x="15752" y="5756"/>
                </a:cubicBezTo>
                <a:cubicBezTo>
                  <a:pt x="15703" y="5756"/>
                  <a:pt x="15581" y="5716"/>
                  <a:pt x="15442" y="5623"/>
                </a:cubicBezTo>
                <a:lnTo>
                  <a:pt x="15168" y="5775"/>
                </a:lnTo>
                <a:lnTo>
                  <a:pt x="14925" y="5775"/>
                </a:lnTo>
                <a:cubicBezTo>
                  <a:pt x="14773" y="5745"/>
                  <a:pt x="14621" y="5745"/>
                  <a:pt x="14469" y="5745"/>
                </a:cubicBezTo>
                <a:lnTo>
                  <a:pt x="14256" y="5745"/>
                </a:lnTo>
                <a:cubicBezTo>
                  <a:pt x="14211" y="5745"/>
                  <a:pt x="14135" y="5737"/>
                  <a:pt x="14063" y="5737"/>
                </a:cubicBezTo>
                <a:cubicBezTo>
                  <a:pt x="13991" y="5737"/>
                  <a:pt x="13922" y="5745"/>
                  <a:pt x="13892" y="5775"/>
                </a:cubicBezTo>
                <a:cubicBezTo>
                  <a:pt x="13831" y="5836"/>
                  <a:pt x="13770" y="5927"/>
                  <a:pt x="13709" y="5988"/>
                </a:cubicBezTo>
                <a:cubicBezTo>
                  <a:pt x="13649" y="5988"/>
                  <a:pt x="13466" y="5897"/>
                  <a:pt x="13436" y="5867"/>
                </a:cubicBezTo>
                <a:cubicBezTo>
                  <a:pt x="13284" y="5867"/>
                  <a:pt x="13162" y="5867"/>
                  <a:pt x="13041" y="5927"/>
                </a:cubicBezTo>
                <a:cubicBezTo>
                  <a:pt x="12980" y="5927"/>
                  <a:pt x="12889" y="5927"/>
                  <a:pt x="12858" y="5867"/>
                </a:cubicBezTo>
                <a:cubicBezTo>
                  <a:pt x="12858" y="5861"/>
                  <a:pt x="12854" y="5858"/>
                  <a:pt x="12846" y="5858"/>
                </a:cubicBezTo>
                <a:cubicBezTo>
                  <a:pt x="12815" y="5858"/>
                  <a:pt x="12731" y="5903"/>
                  <a:pt x="12706" y="5927"/>
                </a:cubicBezTo>
                <a:lnTo>
                  <a:pt x="12402" y="5927"/>
                </a:lnTo>
                <a:cubicBezTo>
                  <a:pt x="12281" y="5927"/>
                  <a:pt x="12129" y="5927"/>
                  <a:pt x="12007" y="5958"/>
                </a:cubicBezTo>
                <a:cubicBezTo>
                  <a:pt x="11931" y="5973"/>
                  <a:pt x="11855" y="5981"/>
                  <a:pt x="11779" y="5981"/>
                </a:cubicBezTo>
                <a:cubicBezTo>
                  <a:pt x="11703" y="5981"/>
                  <a:pt x="11627" y="5973"/>
                  <a:pt x="11551" y="5958"/>
                </a:cubicBezTo>
                <a:lnTo>
                  <a:pt x="11399" y="5958"/>
                </a:lnTo>
                <a:cubicBezTo>
                  <a:pt x="11247" y="5988"/>
                  <a:pt x="11095" y="6019"/>
                  <a:pt x="10974" y="6079"/>
                </a:cubicBezTo>
                <a:cubicBezTo>
                  <a:pt x="10913" y="6079"/>
                  <a:pt x="10913" y="6201"/>
                  <a:pt x="10852" y="6201"/>
                </a:cubicBezTo>
                <a:cubicBezTo>
                  <a:pt x="10831" y="6206"/>
                  <a:pt x="10813" y="6209"/>
                  <a:pt x="10798" y="6209"/>
                </a:cubicBezTo>
                <a:cubicBezTo>
                  <a:pt x="10731" y="6209"/>
                  <a:pt x="10731" y="6154"/>
                  <a:pt x="10731" y="6079"/>
                </a:cubicBezTo>
                <a:lnTo>
                  <a:pt x="10639" y="6079"/>
                </a:lnTo>
                <a:cubicBezTo>
                  <a:pt x="10582" y="6137"/>
                  <a:pt x="10499" y="6158"/>
                  <a:pt x="10416" y="6158"/>
                </a:cubicBezTo>
                <a:cubicBezTo>
                  <a:pt x="10368" y="6158"/>
                  <a:pt x="10319" y="6151"/>
                  <a:pt x="10275" y="6140"/>
                </a:cubicBezTo>
                <a:lnTo>
                  <a:pt x="10062" y="6110"/>
                </a:lnTo>
                <a:lnTo>
                  <a:pt x="10062" y="6110"/>
                </a:lnTo>
                <a:cubicBezTo>
                  <a:pt x="10080" y="6181"/>
                  <a:pt x="10066" y="6211"/>
                  <a:pt x="10040" y="6211"/>
                </a:cubicBezTo>
                <a:cubicBezTo>
                  <a:pt x="10021" y="6211"/>
                  <a:pt x="9996" y="6196"/>
                  <a:pt x="9971" y="6171"/>
                </a:cubicBezTo>
                <a:lnTo>
                  <a:pt x="9819" y="6171"/>
                </a:lnTo>
                <a:cubicBezTo>
                  <a:pt x="9697" y="6201"/>
                  <a:pt x="9606" y="6231"/>
                  <a:pt x="9484" y="6262"/>
                </a:cubicBezTo>
                <a:lnTo>
                  <a:pt x="9393" y="6262"/>
                </a:lnTo>
                <a:cubicBezTo>
                  <a:pt x="9363" y="6292"/>
                  <a:pt x="9332" y="6292"/>
                  <a:pt x="9272" y="6323"/>
                </a:cubicBezTo>
                <a:cubicBezTo>
                  <a:pt x="9164" y="6344"/>
                  <a:pt x="9057" y="6366"/>
                  <a:pt x="8949" y="6366"/>
                </a:cubicBezTo>
                <a:cubicBezTo>
                  <a:pt x="8905" y="6366"/>
                  <a:pt x="8860" y="6362"/>
                  <a:pt x="8816" y="6353"/>
                </a:cubicBezTo>
                <a:lnTo>
                  <a:pt x="8724" y="6353"/>
                </a:lnTo>
                <a:cubicBezTo>
                  <a:pt x="8603" y="6353"/>
                  <a:pt x="8177" y="6535"/>
                  <a:pt x="8056" y="6535"/>
                </a:cubicBezTo>
                <a:cubicBezTo>
                  <a:pt x="7954" y="6535"/>
                  <a:pt x="7718" y="6495"/>
                  <a:pt x="7554" y="6495"/>
                </a:cubicBezTo>
                <a:cubicBezTo>
                  <a:pt x="7471" y="6495"/>
                  <a:pt x="7407" y="6505"/>
                  <a:pt x="7387" y="6535"/>
                </a:cubicBezTo>
                <a:cubicBezTo>
                  <a:pt x="7348" y="6594"/>
                  <a:pt x="7296" y="6628"/>
                  <a:pt x="7248" y="6628"/>
                </a:cubicBezTo>
                <a:cubicBezTo>
                  <a:pt x="7221" y="6628"/>
                  <a:pt x="7196" y="6618"/>
                  <a:pt x="7174" y="6596"/>
                </a:cubicBezTo>
                <a:lnTo>
                  <a:pt x="7144" y="6535"/>
                </a:lnTo>
                <a:lnTo>
                  <a:pt x="7113" y="6505"/>
                </a:lnTo>
                <a:cubicBezTo>
                  <a:pt x="7024" y="6469"/>
                  <a:pt x="6946" y="6455"/>
                  <a:pt x="6865" y="6455"/>
                </a:cubicBezTo>
                <a:cubicBezTo>
                  <a:pt x="6809" y="6455"/>
                  <a:pt x="6751" y="6462"/>
                  <a:pt x="6688" y="6475"/>
                </a:cubicBezTo>
                <a:lnTo>
                  <a:pt x="6536" y="6535"/>
                </a:lnTo>
                <a:cubicBezTo>
                  <a:pt x="6436" y="6586"/>
                  <a:pt x="6335" y="6608"/>
                  <a:pt x="6235" y="6608"/>
                </a:cubicBezTo>
                <a:cubicBezTo>
                  <a:pt x="6153" y="6608"/>
                  <a:pt x="6071" y="6593"/>
                  <a:pt x="5989" y="6566"/>
                </a:cubicBezTo>
                <a:cubicBezTo>
                  <a:pt x="5928" y="6551"/>
                  <a:pt x="5867" y="6543"/>
                  <a:pt x="5803" y="6543"/>
                </a:cubicBezTo>
                <a:cubicBezTo>
                  <a:pt x="5738" y="6543"/>
                  <a:pt x="5670" y="6551"/>
                  <a:pt x="5594" y="6566"/>
                </a:cubicBezTo>
                <a:lnTo>
                  <a:pt x="5503" y="6596"/>
                </a:lnTo>
                <a:cubicBezTo>
                  <a:pt x="5381" y="6657"/>
                  <a:pt x="5168" y="6748"/>
                  <a:pt x="5077" y="6839"/>
                </a:cubicBezTo>
                <a:lnTo>
                  <a:pt x="4925" y="6687"/>
                </a:lnTo>
                <a:cubicBezTo>
                  <a:pt x="4918" y="6684"/>
                  <a:pt x="4910" y="6682"/>
                  <a:pt x="4900" y="6682"/>
                </a:cubicBezTo>
                <a:cubicBezTo>
                  <a:pt x="4834" y="6682"/>
                  <a:pt x="4709" y="6753"/>
                  <a:pt x="4625" y="6753"/>
                </a:cubicBezTo>
                <a:cubicBezTo>
                  <a:pt x="4612" y="6753"/>
                  <a:pt x="4601" y="6752"/>
                  <a:pt x="4591" y="6748"/>
                </a:cubicBezTo>
                <a:lnTo>
                  <a:pt x="4317" y="6627"/>
                </a:lnTo>
                <a:cubicBezTo>
                  <a:pt x="4195" y="6718"/>
                  <a:pt x="4013" y="6748"/>
                  <a:pt x="3861" y="6748"/>
                </a:cubicBezTo>
                <a:cubicBezTo>
                  <a:pt x="3834" y="6739"/>
                  <a:pt x="3810" y="6736"/>
                  <a:pt x="3788" y="6736"/>
                </a:cubicBezTo>
                <a:cubicBezTo>
                  <a:pt x="3734" y="6736"/>
                  <a:pt x="3691" y="6757"/>
                  <a:pt x="3648" y="6779"/>
                </a:cubicBezTo>
                <a:lnTo>
                  <a:pt x="3588" y="6779"/>
                </a:lnTo>
                <a:lnTo>
                  <a:pt x="3284" y="6718"/>
                </a:lnTo>
                <a:cubicBezTo>
                  <a:pt x="3149" y="6814"/>
                  <a:pt x="3039" y="6874"/>
                  <a:pt x="2976" y="6874"/>
                </a:cubicBezTo>
                <a:cubicBezTo>
                  <a:pt x="2939" y="6874"/>
                  <a:pt x="2919" y="6854"/>
                  <a:pt x="2919" y="6809"/>
                </a:cubicBezTo>
                <a:lnTo>
                  <a:pt x="2706" y="6900"/>
                </a:lnTo>
                <a:cubicBezTo>
                  <a:pt x="2661" y="6915"/>
                  <a:pt x="2615" y="6923"/>
                  <a:pt x="2569" y="6923"/>
                </a:cubicBezTo>
                <a:cubicBezTo>
                  <a:pt x="2524" y="6923"/>
                  <a:pt x="2478" y="6915"/>
                  <a:pt x="2433" y="6900"/>
                </a:cubicBezTo>
                <a:cubicBezTo>
                  <a:pt x="2402" y="6870"/>
                  <a:pt x="2357" y="6855"/>
                  <a:pt x="2311" y="6855"/>
                </a:cubicBezTo>
                <a:cubicBezTo>
                  <a:pt x="2265" y="6855"/>
                  <a:pt x="2220" y="6870"/>
                  <a:pt x="2189" y="6900"/>
                </a:cubicBezTo>
                <a:cubicBezTo>
                  <a:pt x="2176" y="6905"/>
                  <a:pt x="2162" y="6906"/>
                  <a:pt x="2148" y="6906"/>
                </a:cubicBezTo>
                <a:cubicBezTo>
                  <a:pt x="2078" y="6906"/>
                  <a:pt x="1997" y="6863"/>
                  <a:pt x="1927" y="6863"/>
                </a:cubicBezTo>
                <a:cubicBezTo>
                  <a:pt x="1913" y="6863"/>
                  <a:pt x="1899" y="6865"/>
                  <a:pt x="1885" y="6870"/>
                </a:cubicBezTo>
                <a:lnTo>
                  <a:pt x="1794" y="6900"/>
                </a:lnTo>
                <a:cubicBezTo>
                  <a:pt x="1673" y="6900"/>
                  <a:pt x="1399" y="6991"/>
                  <a:pt x="1308" y="6991"/>
                </a:cubicBezTo>
                <a:cubicBezTo>
                  <a:pt x="1304" y="6990"/>
                  <a:pt x="1300" y="6989"/>
                  <a:pt x="1295" y="6989"/>
                </a:cubicBezTo>
                <a:cubicBezTo>
                  <a:pt x="1219" y="6989"/>
                  <a:pt x="1000" y="7204"/>
                  <a:pt x="943" y="7204"/>
                </a:cubicBezTo>
                <a:cubicBezTo>
                  <a:pt x="882" y="7174"/>
                  <a:pt x="761" y="7174"/>
                  <a:pt x="670" y="7174"/>
                </a:cubicBezTo>
                <a:lnTo>
                  <a:pt x="609" y="7265"/>
                </a:lnTo>
                <a:cubicBezTo>
                  <a:pt x="578" y="7295"/>
                  <a:pt x="396" y="7295"/>
                  <a:pt x="335" y="7326"/>
                </a:cubicBezTo>
                <a:cubicBezTo>
                  <a:pt x="244" y="7386"/>
                  <a:pt x="183" y="7478"/>
                  <a:pt x="153" y="7599"/>
                </a:cubicBezTo>
                <a:cubicBezTo>
                  <a:pt x="122" y="7690"/>
                  <a:pt x="183" y="7782"/>
                  <a:pt x="244" y="7903"/>
                </a:cubicBezTo>
                <a:lnTo>
                  <a:pt x="274" y="7994"/>
                </a:lnTo>
                <a:cubicBezTo>
                  <a:pt x="305" y="8086"/>
                  <a:pt x="183" y="8207"/>
                  <a:pt x="122" y="8207"/>
                </a:cubicBezTo>
                <a:cubicBezTo>
                  <a:pt x="62" y="8238"/>
                  <a:pt x="122" y="8450"/>
                  <a:pt x="62" y="8481"/>
                </a:cubicBezTo>
                <a:cubicBezTo>
                  <a:pt x="1" y="8541"/>
                  <a:pt x="92" y="8602"/>
                  <a:pt x="122" y="8633"/>
                </a:cubicBezTo>
                <a:cubicBezTo>
                  <a:pt x="183" y="8633"/>
                  <a:pt x="183" y="8754"/>
                  <a:pt x="92" y="8876"/>
                </a:cubicBezTo>
                <a:lnTo>
                  <a:pt x="153" y="8937"/>
                </a:lnTo>
                <a:lnTo>
                  <a:pt x="335" y="9149"/>
                </a:lnTo>
                <a:cubicBezTo>
                  <a:pt x="396" y="9362"/>
                  <a:pt x="487" y="9545"/>
                  <a:pt x="639" y="9727"/>
                </a:cubicBezTo>
                <a:lnTo>
                  <a:pt x="548" y="9818"/>
                </a:lnTo>
                <a:cubicBezTo>
                  <a:pt x="518" y="9879"/>
                  <a:pt x="548" y="9940"/>
                  <a:pt x="670" y="9970"/>
                </a:cubicBezTo>
                <a:lnTo>
                  <a:pt x="791" y="10000"/>
                </a:lnTo>
                <a:cubicBezTo>
                  <a:pt x="700" y="10061"/>
                  <a:pt x="609" y="10152"/>
                  <a:pt x="518" y="10213"/>
                </a:cubicBezTo>
                <a:cubicBezTo>
                  <a:pt x="457" y="10213"/>
                  <a:pt x="548" y="10335"/>
                  <a:pt x="578" y="10365"/>
                </a:cubicBezTo>
                <a:cubicBezTo>
                  <a:pt x="609" y="10426"/>
                  <a:pt x="639" y="10487"/>
                  <a:pt x="609" y="10548"/>
                </a:cubicBezTo>
                <a:lnTo>
                  <a:pt x="578" y="10608"/>
                </a:lnTo>
                <a:cubicBezTo>
                  <a:pt x="578" y="10730"/>
                  <a:pt x="639" y="10760"/>
                  <a:pt x="730" y="10760"/>
                </a:cubicBezTo>
                <a:lnTo>
                  <a:pt x="974" y="10730"/>
                </a:lnTo>
                <a:lnTo>
                  <a:pt x="974" y="10730"/>
                </a:lnTo>
                <a:cubicBezTo>
                  <a:pt x="943" y="10791"/>
                  <a:pt x="882" y="11004"/>
                  <a:pt x="822" y="11186"/>
                </a:cubicBezTo>
                <a:lnTo>
                  <a:pt x="1126" y="11338"/>
                </a:lnTo>
                <a:lnTo>
                  <a:pt x="1217" y="11368"/>
                </a:lnTo>
                <a:cubicBezTo>
                  <a:pt x="1338" y="11399"/>
                  <a:pt x="1490" y="11429"/>
                  <a:pt x="1612" y="11429"/>
                </a:cubicBezTo>
                <a:lnTo>
                  <a:pt x="1733" y="11459"/>
                </a:lnTo>
                <a:lnTo>
                  <a:pt x="1946" y="11490"/>
                </a:lnTo>
                <a:cubicBezTo>
                  <a:pt x="2129" y="11551"/>
                  <a:pt x="2706" y="11794"/>
                  <a:pt x="2858" y="11824"/>
                </a:cubicBezTo>
                <a:cubicBezTo>
                  <a:pt x="3040" y="11855"/>
                  <a:pt x="3223" y="11855"/>
                  <a:pt x="3405" y="11855"/>
                </a:cubicBezTo>
                <a:lnTo>
                  <a:pt x="3527" y="11915"/>
                </a:lnTo>
                <a:cubicBezTo>
                  <a:pt x="3618" y="11976"/>
                  <a:pt x="3709" y="12007"/>
                  <a:pt x="3800" y="12007"/>
                </a:cubicBezTo>
                <a:cubicBezTo>
                  <a:pt x="3827" y="12002"/>
                  <a:pt x="3852" y="12000"/>
                  <a:pt x="3877" y="12000"/>
                </a:cubicBezTo>
                <a:cubicBezTo>
                  <a:pt x="3995" y="12000"/>
                  <a:pt x="4089" y="12043"/>
                  <a:pt x="4191" y="12043"/>
                </a:cubicBezTo>
                <a:cubicBezTo>
                  <a:pt x="4212" y="12043"/>
                  <a:pt x="4234" y="12041"/>
                  <a:pt x="4256" y="12037"/>
                </a:cubicBezTo>
                <a:lnTo>
                  <a:pt x="5168" y="12037"/>
                </a:lnTo>
                <a:cubicBezTo>
                  <a:pt x="5259" y="12098"/>
                  <a:pt x="5381" y="12098"/>
                  <a:pt x="5503" y="12098"/>
                </a:cubicBezTo>
                <a:lnTo>
                  <a:pt x="5563" y="12128"/>
                </a:lnTo>
                <a:lnTo>
                  <a:pt x="5624" y="12189"/>
                </a:lnTo>
                <a:lnTo>
                  <a:pt x="5867" y="12371"/>
                </a:lnTo>
                <a:cubicBezTo>
                  <a:pt x="5867" y="12402"/>
                  <a:pt x="5776" y="12462"/>
                  <a:pt x="5715" y="12462"/>
                </a:cubicBezTo>
                <a:cubicBezTo>
                  <a:pt x="5654" y="12493"/>
                  <a:pt x="5776" y="12554"/>
                  <a:pt x="5958" y="12614"/>
                </a:cubicBezTo>
                <a:lnTo>
                  <a:pt x="6019" y="12402"/>
                </a:lnTo>
                <a:lnTo>
                  <a:pt x="6050" y="12280"/>
                </a:lnTo>
                <a:cubicBezTo>
                  <a:pt x="6202" y="12311"/>
                  <a:pt x="6354" y="12341"/>
                  <a:pt x="6506" y="12432"/>
                </a:cubicBezTo>
                <a:cubicBezTo>
                  <a:pt x="6536" y="12462"/>
                  <a:pt x="6566" y="12493"/>
                  <a:pt x="6597" y="12554"/>
                </a:cubicBezTo>
                <a:lnTo>
                  <a:pt x="6566" y="12584"/>
                </a:lnTo>
                <a:lnTo>
                  <a:pt x="6536" y="12645"/>
                </a:lnTo>
                <a:cubicBezTo>
                  <a:pt x="6445" y="12675"/>
                  <a:pt x="6445" y="12797"/>
                  <a:pt x="6536" y="12918"/>
                </a:cubicBezTo>
                <a:lnTo>
                  <a:pt x="6627" y="12949"/>
                </a:lnTo>
                <a:cubicBezTo>
                  <a:pt x="6718" y="12979"/>
                  <a:pt x="6749" y="13040"/>
                  <a:pt x="6688" y="13101"/>
                </a:cubicBezTo>
                <a:lnTo>
                  <a:pt x="6536" y="13101"/>
                </a:lnTo>
                <a:lnTo>
                  <a:pt x="6384" y="13010"/>
                </a:lnTo>
                <a:cubicBezTo>
                  <a:pt x="6354" y="13070"/>
                  <a:pt x="6323" y="13162"/>
                  <a:pt x="6293" y="13222"/>
                </a:cubicBezTo>
                <a:cubicBezTo>
                  <a:pt x="6289" y="13226"/>
                  <a:pt x="6284" y="13227"/>
                  <a:pt x="6276" y="13227"/>
                </a:cubicBezTo>
                <a:cubicBezTo>
                  <a:pt x="6211" y="13227"/>
                  <a:pt x="6013" y="13128"/>
                  <a:pt x="5958" y="13101"/>
                </a:cubicBezTo>
                <a:cubicBezTo>
                  <a:pt x="5944" y="13091"/>
                  <a:pt x="5927" y="13087"/>
                  <a:pt x="5911" y="13087"/>
                </a:cubicBezTo>
                <a:cubicBezTo>
                  <a:pt x="5824" y="13087"/>
                  <a:pt x="5725" y="13202"/>
                  <a:pt x="5776" y="13253"/>
                </a:cubicBezTo>
                <a:cubicBezTo>
                  <a:pt x="5837" y="13283"/>
                  <a:pt x="6202" y="13405"/>
                  <a:pt x="6293" y="13496"/>
                </a:cubicBezTo>
                <a:cubicBezTo>
                  <a:pt x="6304" y="13503"/>
                  <a:pt x="6315" y="13507"/>
                  <a:pt x="6325" y="13507"/>
                </a:cubicBezTo>
                <a:cubicBezTo>
                  <a:pt x="6399" y="13507"/>
                  <a:pt x="6449" y="13340"/>
                  <a:pt x="6475" y="13314"/>
                </a:cubicBezTo>
                <a:cubicBezTo>
                  <a:pt x="6486" y="13292"/>
                  <a:pt x="6504" y="13282"/>
                  <a:pt x="6526" y="13282"/>
                </a:cubicBezTo>
                <a:cubicBezTo>
                  <a:pt x="6566" y="13282"/>
                  <a:pt x="6618" y="13315"/>
                  <a:pt x="6658" y="13374"/>
                </a:cubicBezTo>
                <a:lnTo>
                  <a:pt x="6688" y="13496"/>
                </a:lnTo>
                <a:lnTo>
                  <a:pt x="6688" y="13526"/>
                </a:lnTo>
                <a:cubicBezTo>
                  <a:pt x="6709" y="13533"/>
                  <a:pt x="6740" y="13535"/>
                  <a:pt x="6777" y="13535"/>
                </a:cubicBezTo>
                <a:cubicBezTo>
                  <a:pt x="6843" y="13535"/>
                  <a:pt x="6925" y="13528"/>
                  <a:pt x="6992" y="13528"/>
                </a:cubicBezTo>
                <a:cubicBezTo>
                  <a:pt x="7054" y="13528"/>
                  <a:pt x="7102" y="13534"/>
                  <a:pt x="7113" y="13557"/>
                </a:cubicBezTo>
                <a:cubicBezTo>
                  <a:pt x="7144" y="13618"/>
                  <a:pt x="7022" y="13861"/>
                  <a:pt x="6962" y="13952"/>
                </a:cubicBezTo>
                <a:cubicBezTo>
                  <a:pt x="6901" y="14013"/>
                  <a:pt x="6840" y="14043"/>
                  <a:pt x="6779" y="14104"/>
                </a:cubicBezTo>
                <a:lnTo>
                  <a:pt x="6749" y="14104"/>
                </a:lnTo>
                <a:cubicBezTo>
                  <a:pt x="6718" y="14104"/>
                  <a:pt x="6688" y="14073"/>
                  <a:pt x="6658" y="14043"/>
                </a:cubicBezTo>
                <a:cubicBezTo>
                  <a:pt x="6658" y="14013"/>
                  <a:pt x="6688" y="13952"/>
                  <a:pt x="6658" y="13921"/>
                </a:cubicBezTo>
                <a:lnTo>
                  <a:pt x="6627" y="13861"/>
                </a:lnTo>
                <a:cubicBezTo>
                  <a:pt x="6621" y="13854"/>
                  <a:pt x="6606" y="13852"/>
                  <a:pt x="6587" y="13852"/>
                </a:cubicBezTo>
                <a:cubicBezTo>
                  <a:pt x="6533" y="13852"/>
                  <a:pt x="6443" y="13869"/>
                  <a:pt x="6379" y="13869"/>
                </a:cubicBezTo>
                <a:cubicBezTo>
                  <a:pt x="6356" y="13869"/>
                  <a:pt x="6336" y="13867"/>
                  <a:pt x="6323" y="13861"/>
                </a:cubicBezTo>
                <a:cubicBezTo>
                  <a:pt x="6309" y="13846"/>
                  <a:pt x="6290" y="13840"/>
                  <a:pt x="6271" y="13840"/>
                </a:cubicBezTo>
                <a:cubicBezTo>
                  <a:pt x="6211" y="13840"/>
                  <a:pt x="6141" y="13898"/>
                  <a:pt x="6141" y="13921"/>
                </a:cubicBezTo>
                <a:cubicBezTo>
                  <a:pt x="6171" y="13982"/>
                  <a:pt x="6171" y="14043"/>
                  <a:pt x="6141" y="14073"/>
                </a:cubicBezTo>
                <a:lnTo>
                  <a:pt x="6110" y="14104"/>
                </a:lnTo>
                <a:cubicBezTo>
                  <a:pt x="6019" y="14165"/>
                  <a:pt x="6019" y="14256"/>
                  <a:pt x="6110" y="14256"/>
                </a:cubicBezTo>
                <a:cubicBezTo>
                  <a:pt x="6323" y="14286"/>
                  <a:pt x="6171" y="14377"/>
                  <a:pt x="6171" y="14408"/>
                </a:cubicBezTo>
                <a:cubicBezTo>
                  <a:pt x="6141" y="14408"/>
                  <a:pt x="6202" y="14499"/>
                  <a:pt x="6232" y="14499"/>
                </a:cubicBezTo>
                <a:cubicBezTo>
                  <a:pt x="6270" y="14494"/>
                  <a:pt x="6306" y="14491"/>
                  <a:pt x="6342" y="14491"/>
                </a:cubicBezTo>
                <a:cubicBezTo>
                  <a:pt x="6509" y="14491"/>
                  <a:pt x="6659" y="14546"/>
                  <a:pt x="6810" y="14621"/>
                </a:cubicBezTo>
                <a:lnTo>
                  <a:pt x="6901" y="14651"/>
                </a:lnTo>
                <a:cubicBezTo>
                  <a:pt x="7053" y="14621"/>
                  <a:pt x="7205" y="14621"/>
                  <a:pt x="7357" y="14621"/>
                </a:cubicBezTo>
                <a:cubicBezTo>
                  <a:pt x="7448" y="14651"/>
                  <a:pt x="7509" y="14712"/>
                  <a:pt x="7569" y="14803"/>
                </a:cubicBezTo>
                <a:lnTo>
                  <a:pt x="7600" y="14803"/>
                </a:lnTo>
                <a:cubicBezTo>
                  <a:pt x="7612" y="14809"/>
                  <a:pt x="7624" y="14811"/>
                  <a:pt x="7636" y="14811"/>
                </a:cubicBezTo>
                <a:cubicBezTo>
                  <a:pt x="7685" y="14811"/>
                  <a:pt x="7734" y="14773"/>
                  <a:pt x="7782" y="14773"/>
                </a:cubicBezTo>
                <a:cubicBezTo>
                  <a:pt x="7843" y="14773"/>
                  <a:pt x="7873" y="14803"/>
                  <a:pt x="7904" y="14833"/>
                </a:cubicBezTo>
                <a:cubicBezTo>
                  <a:pt x="7934" y="14894"/>
                  <a:pt x="7965" y="14985"/>
                  <a:pt x="8025" y="14985"/>
                </a:cubicBezTo>
                <a:cubicBezTo>
                  <a:pt x="8299" y="15077"/>
                  <a:pt x="8572" y="15137"/>
                  <a:pt x="8846" y="15168"/>
                </a:cubicBezTo>
                <a:lnTo>
                  <a:pt x="8998" y="15198"/>
                </a:lnTo>
                <a:cubicBezTo>
                  <a:pt x="9089" y="15183"/>
                  <a:pt x="9180" y="15175"/>
                  <a:pt x="9275" y="15175"/>
                </a:cubicBezTo>
                <a:cubicBezTo>
                  <a:pt x="9370" y="15175"/>
                  <a:pt x="9469" y="15183"/>
                  <a:pt x="9576" y="15198"/>
                </a:cubicBezTo>
                <a:cubicBezTo>
                  <a:pt x="9636" y="15228"/>
                  <a:pt x="9697" y="15259"/>
                  <a:pt x="9788" y="15259"/>
                </a:cubicBezTo>
                <a:cubicBezTo>
                  <a:pt x="9857" y="15190"/>
                  <a:pt x="9939" y="15171"/>
                  <a:pt x="10022" y="15171"/>
                </a:cubicBezTo>
                <a:cubicBezTo>
                  <a:pt x="10121" y="15171"/>
                  <a:pt x="10222" y="15198"/>
                  <a:pt x="10305" y="15198"/>
                </a:cubicBezTo>
                <a:cubicBezTo>
                  <a:pt x="10361" y="15187"/>
                  <a:pt x="10416" y="15180"/>
                  <a:pt x="10470" y="15180"/>
                </a:cubicBezTo>
                <a:cubicBezTo>
                  <a:pt x="10564" y="15180"/>
                  <a:pt x="10653" y="15201"/>
                  <a:pt x="10731" y="15259"/>
                </a:cubicBezTo>
                <a:cubicBezTo>
                  <a:pt x="10739" y="15263"/>
                  <a:pt x="10749" y="15265"/>
                  <a:pt x="10760" y="15265"/>
                </a:cubicBezTo>
                <a:cubicBezTo>
                  <a:pt x="10825" y="15265"/>
                  <a:pt x="10926" y="15198"/>
                  <a:pt x="11004" y="15198"/>
                </a:cubicBezTo>
                <a:cubicBezTo>
                  <a:pt x="11069" y="15198"/>
                  <a:pt x="11119" y="15276"/>
                  <a:pt x="11175" y="15276"/>
                </a:cubicBezTo>
                <a:cubicBezTo>
                  <a:pt x="11198" y="15276"/>
                  <a:pt x="11221" y="15263"/>
                  <a:pt x="11247" y="15228"/>
                </a:cubicBezTo>
                <a:lnTo>
                  <a:pt x="11338" y="15137"/>
                </a:lnTo>
                <a:cubicBezTo>
                  <a:pt x="11460" y="15198"/>
                  <a:pt x="11582" y="15259"/>
                  <a:pt x="11703" y="15320"/>
                </a:cubicBezTo>
                <a:lnTo>
                  <a:pt x="11825" y="15259"/>
                </a:lnTo>
                <a:lnTo>
                  <a:pt x="11916" y="15198"/>
                </a:lnTo>
                <a:cubicBezTo>
                  <a:pt x="12098" y="15198"/>
                  <a:pt x="12281" y="15168"/>
                  <a:pt x="12463" y="15107"/>
                </a:cubicBezTo>
                <a:lnTo>
                  <a:pt x="12554" y="15198"/>
                </a:lnTo>
                <a:lnTo>
                  <a:pt x="12676" y="15289"/>
                </a:lnTo>
                <a:cubicBezTo>
                  <a:pt x="12716" y="15269"/>
                  <a:pt x="12770" y="15262"/>
                  <a:pt x="12828" y="15262"/>
                </a:cubicBezTo>
                <a:cubicBezTo>
                  <a:pt x="12943" y="15262"/>
                  <a:pt x="13071" y="15289"/>
                  <a:pt x="13132" y="15289"/>
                </a:cubicBezTo>
                <a:cubicBezTo>
                  <a:pt x="13284" y="15228"/>
                  <a:pt x="13466" y="15198"/>
                  <a:pt x="13618" y="15198"/>
                </a:cubicBezTo>
                <a:lnTo>
                  <a:pt x="14013" y="15198"/>
                </a:lnTo>
                <a:cubicBezTo>
                  <a:pt x="14030" y="15204"/>
                  <a:pt x="14047" y="15206"/>
                  <a:pt x="14063" y="15206"/>
                </a:cubicBezTo>
                <a:cubicBezTo>
                  <a:pt x="14137" y="15206"/>
                  <a:pt x="14207" y="15157"/>
                  <a:pt x="14256" y="15107"/>
                </a:cubicBezTo>
                <a:lnTo>
                  <a:pt x="14378" y="15228"/>
                </a:lnTo>
                <a:lnTo>
                  <a:pt x="14408" y="15228"/>
                </a:lnTo>
                <a:cubicBezTo>
                  <a:pt x="14484" y="15191"/>
                  <a:pt x="14570" y="15165"/>
                  <a:pt x="14640" y="15165"/>
                </a:cubicBezTo>
                <a:cubicBezTo>
                  <a:pt x="14683" y="15165"/>
                  <a:pt x="14720" y="15175"/>
                  <a:pt x="14743" y="15198"/>
                </a:cubicBezTo>
                <a:lnTo>
                  <a:pt x="14773" y="15259"/>
                </a:lnTo>
                <a:cubicBezTo>
                  <a:pt x="14773" y="15274"/>
                  <a:pt x="14781" y="15282"/>
                  <a:pt x="14792" y="15282"/>
                </a:cubicBezTo>
                <a:cubicBezTo>
                  <a:pt x="14804" y="15282"/>
                  <a:pt x="14819" y="15274"/>
                  <a:pt x="14834" y="15259"/>
                </a:cubicBezTo>
                <a:lnTo>
                  <a:pt x="14864" y="15259"/>
                </a:lnTo>
                <a:lnTo>
                  <a:pt x="14864" y="15228"/>
                </a:lnTo>
                <a:cubicBezTo>
                  <a:pt x="14956" y="15213"/>
                  <a:pt x="15039" y="15206"/>
                  <a:pt x="15123" y="15206"/>
                </a:cubicBezTo>
                <a:cubicBezTo>
                  <a:pt x="15206" y="15206"/>
                  <a:pt x="15290" y="15213"/>
                  <a:pt x="15381" y="15228"/>
                </a:cubicBezTo>
                <a:cubicBezTo>
                  <a:pt x="15503" y="15198"/>
                  <a:pt x="15624" y="15107"/>
                  <a:pt x="15685" y="14985"/>
                </a:cubicBezTo>
                <a:cubicBezTo>
                  <a:pt x="15707" y="14964"/>
                  <a:pt x="15743" y="14942"/>
                  <a:pt x="15784" y="14942"/>
                </a:cubicBezTo>
                <a:cubicBezTo>
                  <a:pt x="15801" y="14942"/>
                  <a:pt x="15819" y="14946"/>
                  <a:pt x="15837" y="14955"/>
                </a:cubicBezTo>
                <a:lnTo>
                  <a:pt x="15867" y="14955"/>
                </a:lnTo>
                <a:lnTo>
                  <a:pt x="15989" y="15046"/>
                </a:lnTo>
                <a:cubicBezTo>
                  <a:pt x="16080" y="15016"/>
                  <a:pt x="16202" y="15016"/>
                  <a:pt x="16293" y="15016"/>
                </a:cubicBezTo>
                <a:lnTo>
                  <a:pt x="16658" y="15137"/>
                </a:lnTo>
                <a:lnTo>
                  <a:pt x="16810" y="15046"/>
                </a:lnTo>
                <a:cubicBezTo>
                  <a:pt x="16830" y="15036"/>
                  <a:pt x="16850" y="15033"/>
                  <a:pt x="16871" y="15033"/>
                </a:cubicBezTo>
                <a:cubicBezTo>
                  <a:pt x="16911" y="15033"/>
                  <a:pt x="16952" y="15046"/>
                  <a:pt x="16992" y="15046"/>
                </a:cubicBezTo>
                <a:lnTo>
                  <a:pt x="17053" y="15046"/>
                </a:lnTo>
                <a:cubicBezTo>
                  <a:pt x="17056" y="15049"/>
                  <a:pt x="17063" y="15051"/>
                  <a:pt x="17074" y="15051"/>
                </a:cubicBezTo>
                <a:cubicBezTo>
                  <a:pt x="17155" y="15051"/>
                  <a:pt x="17435" y="14955"/>
                  <a:pt x="17570" y="14955"/>
                </a:cubicBezTo>
                <a:cubicBezTo>
                  <a:pt x="17592" y="14963"/>
                  <a:pt x="17617" y="14966"/>
                  <a:pt x="17643" y="14966"/>
                </a:cubicBezTo>
                <a:cubicBezTo>
                  <a:pt x="17720" y="14966"/>
                  <a:pt x="17805" y="14932"/>
                  <a:pt x="17874" y="14864"/>
                </a:cubicBezTo>
                <a:lnTo>
                  <a:pt x="17934" y="14955"/>
                </a:lnTo>
                <a:cubicBezTo>
                  <a:pt x="17934" y="14985"/>
                  <a:pt x="17874" y="15077"/>
                  <a:pt x="17843" y="15077"/>
                </a:cubicBezTo>
                <a:cubicBezTo>
                  <a:pt x="17722" y="15107"/>
                  <a:pt x="17691" y="15168"/>
                  <a:pt x="17752" y="15228"/>
                </a:cubicBezTo>
                <a:cubicBezTo>
                  <a:pt x="17764" y="15252"/>
                  <a:pt x="17806" y="15262"/>
                  <a:pt x="17855" y="15262"/>
                </a:cubicBezTo>
                <a:cubicBezTo>
                  <a:pt x="17933" y="15262"/>
                  <a:pt x="18026" y="15236"/>
                  <a:pt x="18026" y="15198"/>
                </a:cubicBezTo>
                <a:lnTo>
                  <a:pt x="18026" y="14955"/>
                </a:lnTo>
                <a:cubicBezTo>
                  <a:pt x="18050" y="14951"/>
                  <a:pt x="18073" y="14949"/>
                  <a:pt x="18097" y="14949"/>
                </a:cubicBezTo>
                <a:cubicBezTo>
                  <a:pt x="18255" y="14949"/>
                  <a:pt x="18410" y="15032"/>
                  <a:pt x="18542" y="15137"/>
                </a:cubicBezTo>
                <a:cubicBezTo>
                  <a:pt x="18573" y="15198"/>
                  <a:pt x="18664" y="15228"/>
                  <a:pt x="18694" y="15228"/>
                </a:cubicBezTo>
                <a:cubicBezTo>
                  <a:pt x="18725" y="15198"/>
                  <a:pt x="18725" y="15168"/>
                  <a:pt x="18694" y="15107"/>
                </a:cubicBezTo>
                <a:cubicBezTo>
                  <a:pt x="18755" y="15046"/>
                  <a:pt x="18846" y="15046"/>
                  <a:pt x="18907" y="15016"/>
                </a:cubicBezTo>
                <a:lnTo>
                  <a:pt x="18937" y="14985"/>
                </a:lnTo>
                <a:cubicBezTo>
                  <a:pt x="18919" y="14931"/>
                  <a:pt x="18978" y="14920"/>
                  <a:pt x="19040" y="14920"/>
                </a:cubicBezTo>
                <a:cubicBezTo>
                  <a:pt x="19082" y="14920"/>
                  <a:pt x="19126" y="14925"/>
                  <a:pt x="19150" y="14925"/>
                </a:cubicBezTo>
                <a:cubicBezTo>
                  <a:pt x="19211" y="14955"/>
                  <a:pt x="19424" y="15107"/>
                  <a:pt x="19545" y="15137"/>
                </a:cubicBezTo>
                <a:cubicBezTo>
                  <a:pt x="19574" y="15144"/>
                  <a:pt x="19603" y="15148"/>
                  <a:pt x="19631" y="15148"/>
                </a:cubicBezTo>
                <a:cubicBezTo>
                  <a:pt x="19721" y="15148"/>
                  <a:pt x="19803" y="15109"/>
                  <a:pt x="19849" y="15016"/>
                </a:cubicBezTo>
                <a:lnTo>
                  <a:pt x="19910" y="14955"/>
                </a:lnTo>
                <a:lnTo>
                  <a:pt x="19940" y="14925"/>
                </a:lnTo>
                <a:lnTo>
                  <a:pt x="20244" y="14742"/>
                </a:lnTo>
                <a:lnTo>
                  <a:pt x="20336" y="14833"/>
                </a:lnTo>
                <a:lnTo>
                  <a:pt x="20396" y="14925"/>
                </a:lnTo>
                <a:cubicBezTo>
                  <a:pt x="20518" y="14985"/>
                  <a:pt x="20609" y="15046"/>
                  <a:pt x="20731" y="15107"/>
                </a:cubicBezTo>
                <a:lnTo>
                  <a:pt x="20792" y="15046"/>
                </a:lnTo>
                <a:lnTo>
                  <a:pt x="20883" y="15016"/>
                </a:lnTo>
                <a:cubicBezTo>
                  <a:pt x="20903" y="14996"/>
                  <a:pt x="20928" y="14987"/>
                  <a:pt x="20954" y="14987"/>
                </a:cubicBezTo>
                <a:cubicBezTo>
                  <a:pt x="21049" y="14987"/>
                  <a:pt x="21170" y="15090"/>
                  <a:pt x="21217" y="15137"/>
                </a:cubicBezTo>
                <a:cubicBezTo>
                  <a:pt x="21232" y="15168"/>
                  <a:pt x="21270" y="15183"/>
                  <a:pt x="21308" y="15183"/>
                </a:cubicBezTo>
                <a:cubicBezTo>
                  <a:pt x="21346" y="15183"/>
                  <a:pt x="21384" y="15168"/>
                  <a:pt x="21399" y="15137"/>
                </a:cubicBezTo>
                <a:cubicBezTo>
                  <a:pt x="21420" y="15127"/>
                  <a:pt x="21443" y="15124"/>
                  <a:pt x="21467" y="15124"/>
                </a:cubicBezTo>
                <a:cubicBezTo>
                  <a:pt x="21514" y="15124"/>
                  <a:pt x="21562" y="15137"/>
                  <a:pt x="21582" y="15137"/>
                </a:cubicBezTo>
                <a:cubicBezTo>
                  <a:pt x="21643" y="15107"/>
                  <a:pt x="21703" y="15107"/>
                  <a:pt x="21734" y="15077"/>
                </a:cubicBezTo>
                <a:lnTo>
                  <a:pt x="21886" y="15077"/>
                </a:lnTo>
                <a:cubicBezTo>
                  <a:pt x="21947" y="15077"/>
                  <a:pt x="22007" y="15046"/>
                  <a:pt x="22038" y="14985"/>
                </a:cubicBezTo>
                <a:cubicBezTo>
                  <a:pt x="21977" y="14894"/>
                  <a:pt x="21947" y="14833"/>
                  <a:pt x="21886" y="14742"/>
                </a:cubicBezTo>
                <a:lnTo>
                  <a:pt x="21582" y="14742"/>
                </a:lnTo>
                <a:cubicBezTo>
                  <a:pt x="21673" y="14681"/>
                  <a:pt x="21764" y="14621"/>
                  <a:pt x="21825" y="14560"/>
                </a:cubicBezTo>
                <a:cubicBezTo>
                  <a:pt x="21828" y="14556"/>
                  <a:pt x="21833" y="14555"/>
                  <a:pt x="21838" y="14555"/>
                </a:cubicBezTo>
                <a:cubicBezTo>
                  <a:pt x="21881" y="14555"/>
                  <a:pt x="21980" y="14654"/>
                  <a:pt x="22007" y="14681"/>
                </a:cubicBezTo>
                <a:cubicBezTo>
                  <a:pt x="22068" y="14742"/>
                  <a:pt x="22129" y="14833"/>
                  <a:pt x="22159" y="14894"/>
                </a:cubicBezTo>
                <a:cubicBezTo>
                  <a:pt x="22159" y="14955"/>
                  <a:pt x="22190" y="14985"/>
                  <a:pt x="22251" y="15016"/>
                </a:cubicBezTo>
                <a:cubicBezTo>
                  <a:pt x="22281" y="15016"/>
                  <a:pt x="22342" y="14955"/>
                  <a:pt x="22403" y="14864"/>
                </a:cubicBezTo>
                <a:lnTo>
                  <a:pt x="22494" y="14773"/>
                </a:lnTo>
                <a:lnTo>
                  <a:pt x="22646" y="14773"/>
                </a:lnTo>
                <a:cubicBezTo>
                  <a:pt x="22646" y="14833"/>
                  <a:pt x="22646" y="14894"/>
                  <a:pt x="22615" y="14955"/>
                </a:cubicBezTo>
                <a:cubicBezTo>
                  <a:pt x="22494" y="15016"/>
                  <a:pt x="22372" y="15077"/>
                  <a:pt x="22251" y="15107"/>
                </a:cubicBezTo>
                <a:cubicBezTo>
                  <a:pt x="22159" y="15168"/>
                  <a:pt x="21825" y="15259"/>
                  <a:pt x="21855" y="15320"/>
                </a:cubicBezTo>
                <a:cubicBezTo>
                  <a:pt x="21883" y="15361"/>
                  <a:pt x="21947" y="15377"/>
                  <a:pt x="22013" y="15377"/>
                </a:cubicBezTo>
                <a:cubicBezTo>
                  <a:pt x="22092" y="15377"/>
                  <a:pt x="22173" y="15353"/>
                  <a:pt x="22190" y="15320"/>
                </a:cubicBezTo>
                <a:cubicBezTo>
                  <a:pt x="22220" y="15289"/>
                  <a:pt x="22372" y="15168"/>
                  <a:pt x="22433" y="15168"/>
                </a:cubicBezTo>
                <a:cubicBezTo>
                  <a:pt x="22436" y="15169"/>
                  <a:pt x="22441" y="15170"/>
                  <a:pt x="22446" y="15170"/>
                </a:cubicBezTo>
                <a:cubicBezTo>
                  <a:pt x="22532" y="15170"/>
                  <a:pt x="22833" y="14948"/>
                  <a:pt x="22919" y="14833"/>
                </a:cubicBezTo>
                <a:cubicBezTo>
                  <a:pt x="22937" y="14810"/>
                  <a:pt x="22950" y="14800"/>
                  <a:pt x="22959" y="14800"/>
                </a:cubicBezTo>
                <a:cubicBezTo>
                  <a:pt x="22998" y="14800"/>
                  <a:pt x="22968" y="14978"/>
                  <a:pt x="22919" y="15077"/>
                </a:cubicBezTo>
                <a:cubicBezTo>
                  <a:pt x="22889" y="15168"/>
                  <a:pt x="22889" y="15259"/>
                  <a:pt x="22919" y="15350"/>
                </a:cubicBezTo>
                <a:cubicBezTo>
                  <a:pt x="22934" y="15350"/>
                  <a:pt x="23003" y="15358"/>
                  <a:pt x="23067" y="15358"/>
                </a:cubicBezTo>
                <a:cubicBezTo>
                  <a:pt x="23132" y="15358"/>
                  <a:pt x="23193" y="15350"/>
                  <a:pt x="23193" y="15320"/>
                </a:cubicBezTo>
                <a:cubicBezTo>
                  <a:pt x="23223" y="15259"/>
                  <a:pt x="23284" y="15077"/>
                  <a:pt x="23345" y="15046"/>
                </a:cubicBezTo>
                <a:cubicBezTo>
                  <a:pt x="23406" y="15046"/>
                  <a:pt x="23466" y="15168"/>
                  <a:pt x="23466" y="15228"/>
                </a:cubicBezTo>
                <a:cubicBezTo>
                  <a:pt x="23466" y="15259"/>
                  <a:pt x="23558" y="15350"/>
                  <a:pt x="23710" y="15411"/>
                </a:cubicBezTo>
                <a:lnTo>
                  <a:pt x="23801" y="15411"/>
                </a:lnTo>
                <a:cubicBezTo>
                  <a:pt x="23831" y="15411"/>
                  <a:pt x="23862" y="15411"/>
                  <a:pt x="23862" y="15380"/>
                </a:cubicBezTo>
                <a:cubicBezTo>
                  <a:pt x="23801" y="15289"/>
                  <a:pt x="23740" y="15259"/>
                  <a:pt x="23649" y="15198"/>
                </a:cubicBezTo>
                <a:cubicBezTo>
                  <a:pt x="23588" y="15168"/>
                  <a:pt x="23710" y="15168"/>
                  <a:pt x="23740" y="15168"/>
                </a:cubicBezTo>
                <a:cubicBezTo>
                  <a:pt x="23862" y="15168"/>
                  <a:pt x="23953" y="15198"/>
                  <a:pt x="24044" y="15198"/>
                </a:cubicBezTo>
                <a:cubicBezTo>
                  <a:pt x="24105" y="15198"/>
                  <a:pt x="24196" y="15350"/>
                  <a:pt x="24196" y="15411"/>
                </a:cubicBezTo>
                <a:cubicBezTo>
                  <a:pt x="24199" y="15416"/>
                  <a:pt x="24202" y="15419"/>
                  <a:pt x="24206" y="15419"/>
                </a:cubicBezTo>
                <a:cubicBezTo>
                  <a:pt x="24248" y="15419"/>
                  <a:pt x="24356" y="15160"/>
                  <a:pt x="24439" y="15077"/>
                </a:cubicBezTo>
                <a:cubicBezTo>
                  <a:pt x="24530" y="15016"/>
                  <a:pt x="24591" y="14955"/>
                  <a:pt x="24652" y="14894"/>
                </a:cubicBezTo>
                <a:cubicBezTo>
                  <a:pt x="24682" y="14864"/>
                  <a:pt x="24804" y="14773"/>
                  <a:pt x="24865" y="14773"/>
                </a:cubicBezTo>
                <a:cubicBezTo>
                  <a:pt x="24925" y="14773"/>
                  <a:pt x="24956" y="14833"/>
                  <a:pt x="24986" y="14894"/>
                </a:cubicBezTo>
                <a:cubicBezTo>
                  <a:pt x="24986" y="14898"/>
                  <a:pt x="24987" y="14900"/>
                  <a:pt x="24989" y="14900"/>
                </a:cubicBezTo>
                <a:cubicBezTo>
                  <a:pt x="25002" y="14900"/>
                  <a:pt x="25055" y="14814"/>
                  <a:pt x="25108" y="14681"/>
                </a:cubicBezTo>
                <a:lnTo>
                  <a:pt x="25351" y="14833"/>
                </a:lnTo>
                <a:lnTo>
                  <a:pt x="25442" y="14894"/>
                </a:lnTo>
                <a:cubicBezTo>
                  <a:pt x="25459" y="14891"/>
                  <a:pt x="25474" y="14890"/>
                  <a:pt x="25487" y="14890"/>
                </a:cubicBezTo>
                <a:cubicBezTo>
                  <a:pt x="25624" y="14890"/>
                  <a:pt x="25622" y="15016"/>
                  <a:pt x="25594" y="15016"/>
                </a:cubicBezTo>
                <a:lnTo>
                  <a:pt x="25199" y="14925"/>
                </a:lnTo>
                <a:lnTo>
                  <a:pt x="25138" y="15107"/>
                </a:lnTo>
                <a:cubicBezTo>
                  <a:pt x="25047" y="15107"/>
                  <a:pt x="25229" y="15168"/>
                  <a:pt x="25503" y="15228"/>
                </a:cubicBezTo>
                <a:lnTo>
                  <a:pt x="25685" y="15137"/>
                </a:lnTo>
                <a:lnTo>
                  <a:pt x="25959" y="15016"/>
                </a:lnTo>
                <a:cubicBezTo>
                  <a:pt x="26111" y="15077"/>
                  <a:pt x="26232" y="15228"/>
                  <a:pt x="26263" y="15380"/>
                </a:cubicBezTo>
                <a:cubicBezTo>
                  <a:pt x="26248" y="15396"/>
                  <a:pt x="26278" y="15403"/>
                  <a:pt x="26331" y="15403"/>
                </a:cubicBezTo>
                <a:cubicBezTo>
                  <a:pt x="26384" y="15403"/>
                  <a:pt x="26460" y="15396"/>
                  <a:pt x="26536" y="15380"/>
                </a:cubicBezTo>
                <a:lnTo>
                  <a:pt x="26749" y="15472"/>
                </a:lnTo>
                <a:lnTo>
                  <a:pt x="26840" y="15532"/>
                </a:lnTo>
                <a:cubicBezTo>
                  <a:pt x="27083" y="15502"/>
                  <a:pt x="27205" y="15380"/>
                  <a:pt x="27205" y="15380"/>
                </a:cubicBezTo>
                <a:cubicBezTo>
                  <a:pt x="27175" y="15350"/>
                  <a:pt x="27205" y="15320"/>
                  <a:pt x="27235" y="15320"/>
                </a:cubicBezTo>
                <a:lnTo>
                  <a:pt x="27296" y="15320"/>
                </a:lnTo>
                <a:cubicBezTo>
                  <a:pt x="27324" y="15320"/>
                  <a:pt x="27628" y="15445"/>
                  <a:pt x="27729" y="15445"/>
                </a:cubicBezTo>
                <a:cubicBezTo>
                  <a:pt x="27739" y="15445"/>
                  <a:pt x="27747" y="15444"/>
                  <a:pt x="27752" y="15441"/>
                </a:cubicBezTo>
                <a:cubicBezTo>
                  <a:pt x="27843" y="15380"/>
                  <a:pt x="27935" y="15350"/>
                  <a:pt x="27995" y="15289"/>
                </a:cubicBezTo>
                <a:lnTo>
                  <a:pt x="28087" y="15380"/>
                </a:lnTo>
                <a:lnTo>
                  <a:pt x="28269" y="15532"/>
                </a:lnTo>
                <a:cubicBezTo>
                  <a:pt x="28482" y="15411"/>
                  <a:pt x="28542" y="15228"/>
                  <a:pt x="28482" y="15228"/>
                </a:cubicBezTo>
                <a:cubicBezTo>
                  <a:pt x="28474" y="15220"/>
                  <a:pt x="28481" y="15217"/>
                  <a:pt x="28496" y="15217"/>
                </a:cubicBezTo>
                <a:cubicBezTo>
                  <a:pt x="28538" y="15217"/>
                  <a:pt x="28642" y="15245"/>
                  <a:pt x="28664" y="15289"/>
                </a:cubicBezTo>
                <a:cubicBezTo>
                  <a:pt x="28694" y="15350"/>
                  <a:pt x="28725" y="15411"/>
                  <a:pt x="28755" y="15472"/>
                </a:cubicBezTo>
                <a:lnTo>
                  <a:pt x="28786" y="15472"/>
                </a:lnTo>
                <a:cubicBezTo>
                  <a:pt x="28846" y="15472"/>
                  <a:pt x="28877" y="15441"/>
                  <a:pt x="28907" y="15411"/>
                </a:cubicBezTo>
                <a:lnTo>
                  <a:pt x="28968" y="15350"/>
                </a:lnTo>
                <a:cubicBezTo>
                  <a:pt x="28998" y="15320"/>
                  <a:pt x="29044" y="15304"/>
                  <a:pt x="29090" y="15304"/>
                </a:cubicBezTo>
                <a:cubicBezTo>
                  <a:pt x="29135" y="15304"/>
                  <a:pt x="29181" y="15320"/>
                  <a:pt x="29211" y="15350"/>
                </a:cubicBezTo>
                <a:cubicBezTo>
                  <a:pt x="29226" y="15380"/>
                  <a:pt x="29242" y="15396"/>
                  <a:pt x="29257" y="15396"/>
                </a:cubicBezTo>
                <a:cubicBezTo>
                  <a:pt x="29272" y="15396"/>
                  <a:pt x="29287" y="15380"/>
                  <a:pt x="29302" y="15350"/>
                </a:cubicBezTo>
                <a:lnTo>
                  <a:pt x="29302" y="15320"/>
                </a:lnTo>
                <a:cubicBezTo>
                  <a:pt x="29333" y="15289"/>
                  <a:pt x="29272" y="15168"/>
                  <a:pt x="29394" y="15168"/>
                </a:cubicBezTo>
                <a:cubicBezTo>
                  <a:pt x="29515" y="15168"/>
                  <a:pt x="29515" y="15228"/>
                  <a:pt x="29515" y="15320"/>
                </a:cubicBezTo>
                <a:lnTo>
                  <a:pt x="29515" y="15380"/>
                </a:lnTo>
                <a:cubicBezTo>
                  <a:pt x="29515" y="15441"/>
                  <a:pt x="29606" y="15502"/>
                  <a:pt x="29697" y="15502"/>
                </a:cubicBezTo>
                <a:lnTo>
                  <a:pt x="29758" y="15502"/>
                </a:lnTo>
                <a:cubicBezTo>
                  <a:pt x="29880" y="15502"/>
                  <a:pt x="30001" y="15441"/>
                  <a:pt x="30123" y="15411"/>
                </a:cubicBezTo>
                <a:lnTo>
                  <a:pt x="30336" y="15259"/>
                </a:lnTo>
                <a:cubicBezTo>
                  <a:pt x="30336" y="15350"/>
                  <a:pt x="30366" y="15441"/>
                  <a:pt x="30397" y="15502"/>
                </a:cubicBezTo>
                <a:cubicBezTo>
                  <a:pt x="30397" y="15502"/>
                  <a:pt x="30609" y="15502"/>
                  <a:pt x="30609" y="15472"/>
                </a:cubicBezTo>
                <a:cubicBezTo>
                  <a:pt x="30609" y="15441"/>
                  <a:pt x="30647" y="15426"/>
                  <a:pt x="30689" y="15426"/>
                </a:cubicBezTo>
                <a:cubicBezTo>
                  <a:pt x="30731" y="15426"/>
                  <a:pt x="30777" y="15441"/>
                  <a:pt x="30792" y="15472"/>
                </a:cubicBezTo>
                <a:cubicBezTo>
                  <a:pt x="31005" y="15532"/>
                  <a:pt x="31187" y="15563"/>
                  <a:pt x="31400" y="15593"/>
                </a:cubicBezTo>
                <a:cubicBezTo>
                  <a:pt x="31521" y="15593"/>
                  <a:pt x="31643" y="15593"/>
                  <a:pt x="31734" y="15563"/>
                </a:cubicBezTo>
                <a:lnTo>
                  <a:pt x="31764" y="15502"/>
                </a:lnTo>
                <a:lnTo>
                  <a:pt x="31795" y="15502"/>
                </a:lnTo>
                <a:cubicBezTo>
                  <a:pt x="31798" y="15499"/>
                  <a:pt x="31803" y="15498"/>
                  <a:pt x="31810" y="15498"/>
                </a:cubicBezTo>
                <a:cubicBezTo>
                  <a:pt x="31879" y="15498"/>
                  <a:pt x="32140" y="15624"/>
                  <a:pt x="32251" y="15624"/>
                </a:cubicBezTo>
                <a:cubicBezTo>
                  <a:pt x="32261" y="15626"/>
                  <a:pt x="32271" y="15627"/>
                  <a:pt x="32280" y="15627"/>
                </a:cubicBezTo>
                <a:cubicBezTo>
                  <a:pt x="32418" y="15627"/>
                  <a:pt x="32524" y="15437"/>
                  <a:pt x="32524" y="15380"/>
                </a:cubicBezTo>
                <a:cubicBezTo>
                  <a:pt x="32524" y="15375"/>
                  <a:pt x="32527" y="15373"/>
                  <a:pt x="32532" y="15373"/>
                </a:cubicBezTo>
                <a:cubicBezTo>
                  <a:pt x="32557" y="15373"/>
                  <a:pt x="32642" y="15432"/>
                  <a:pt x="32767" y="15532"/>
                </a:cubicBezTo>
                <a:lnTo>
                  <a:pt x="33011" y="15532"/>
                </a:lnTo>
                <a:cubicBezTo>
                  <a:pt x="33071" y="15563"/>
                  <a:pt x="33163" y="15563"/>
                  <a:pt x="33223" y="15593"/>
                </a:cubicBezTo>
                <a:lnTo>
                  <a:pt x="33345" y="15624"/>
                </a:lnTo>
                <a:cubicBezTo>
                  <a:pt x="33497" y="15593"/>
                  <a:pt x="33527" y="15532"/>
                  <a:pt x="33497" y="15532"/>
                </a:cubicBezTo>
                <a:cubicBezTo>
                  <a:pt x="33467" y="15532"/>
                  <a:pt x="33527" y="15441"/>
                  <a:pt x="33649" y="15350"/>
                </a:cubicBezTo>
                <a:lnTo>
                  <a:pt x="33771" y="15320"/>
                </a:lnTo>
                <a:cubicBezTo>
                  <a:pt x="33816" y="15289"/>
                  <a:pt x="33854" y="15274"/>
                  <a:pt x="33892" y="15274"/>
                </a:cubicBezTo>
                <a:cubicBezTo>
                  <a:pt x="33930" y="15274"/>
                  <a:pt x="33968" y="15289"/>
                  <a:pt x="34014" y="15320"/>
                </a:cubicBezTo>
                <a:cubicBezTo>
                  <a:pt x="34074" y="15380"/>
                  <a:pt x="34014" y="15502"/>
                  <a:pt x="34135" y="15593"/>
                </a:cubicBezTo>
                <a:cubicBezTo>
                  <a:pt x="34161" y="15608"/>
                  <a:pt x="34184" y="15614"/>
                  <a:pt x="34206" y="15614"/>
                </a:cubicBezTo>
                <a:cubicBezTo>
                  <a:pt x="34284" y="15614"/>
                  <a:pt x="34345" y="15542"/>
                  <a:pt x="34400" y="15542"/>
                </a:cubicBezTo>
                <a:cubicBezTo>
                  <a:pt x="34424" y="15542"/>
                  <a:pt x="34447" y="15555"/>
                  <a:pt x="34470" y="15593"/>
                </a:cubicBezTo>
                <a:lnTo>
                  <a:pt x="34561" y="15684"/>
                </a:lnTo>
                <a:cubicBezTo>
                  <a:pt x="34682" y="15654"/>
                  <a:pt x="34804" y="15654"/>
                  <a:pt x="34926" y="15654"/>
                </a:cubicBezTo>
                <a:lnTo>
                  <a:pt x="34986" y="15654"/>
                </a:lnTo>
                <a:cubicBezTo>
                  <a:pt x="35017" y="15654"/>
                  <a:pt x="35017" y="15624"/>
                  <a:pt x="35078" y="15624"/>
                </a:cubicBezTo>
                <a:lnTo>
                  <a:pt x="35260" y="15624"/>
                </a:lnTo>
                <a:cubicBezTo>
                  <a:pt x="35301" y="15664"/>
                  <a:pt x="35335" y="15679"/>
                  <a:pt x="35365" y="15679"/>
                </a:cubicBezTo>
                <a:cubicBezTo>
                  <a:pt x="35441" y="15679"/>
                  <a:pt x="35495" y="15590"/>
                  <a:pt x="35570" y="15590"/>
                </a:cubicBezTo>
                <a:cubicBezTo>
                  <a:pt x="35578" y="15590"/>
                  <a:pt x="35586" y="15591"/>
                  <a:pt x="35594" y="15593"/>
                </a:cubicBezTo>
                <a:lnTo>
                  <a:pt x="35716" y="15654"/>
                </a:lnTo>
                <a:cubicBezTo>
                  <a:pt x="35868" y="15654"/>
                  <a:pt x="35989" y="15624"/>
                  <a:pt x="36111" y="15593"/>
                </a:cubicBezTo>
                <a:lnTo>
                  <a:pt x="36141" y="15593"/>
                </a:lnTo>
                <a:lnTo>
                  <a:pt x="36324" y="15745"/>
                </a:lnTo>
                <a:cubicBezTo>
                  <a:pt x="36567" y="15745"/>
                  <a:pt x="36810" y="15684"/>
                  <a:pt x="37053" y="15624"/>
                </a:cubicBezTo>
                <a:cubicBezTo>
                  <a:pt x="37053" y="15602"/>
                  <a:pt x="37061" y="15592"/>
                  <a:pt x="37073" y="15592"/>
                </a:cubicBezTo>
                <a:cubicBezTo>
                  <a:pt x="37096" y="15592"/>
                  <a:pt x="37136" y="15626"/>
                  <a:pt x="37175" y="15684"/>
                </a:cubicBezTo>
                <a:lnTo>
                  <a:pt x="37296" y="15684"/>
                </a:lnTo>
                <a:lnTo>
                  <a:pt x="37540" y="15624"/>
                </a:lnTo>
                <a:lnTo>
                  <a:pt x="38178" y="15624"/>
                </a:lnTo>
                <a:cubicBezTo>
                  <a:pt x="38208" y="15624"/>
                  <a:pt x="38421" y="15654"/>
                  <a:pt x="38664" y="15715"/>
                </a:cubicBezTo>
                <a:lnTo>
                  <a:pt x="39090" y="15654"/>
                </a:lnTo>
                <a:cubicBezTo>
                  <a:pt x="39090" y="15624"/>
                  <a:pt x="39151" y="15624"/>
                  <a:pt x="39151" y="15624"/>
                </a:cubicBezTo>
                <a:lnTo>
                  <a:pt x="39272" y="15745"/>
                </a:lnTo>
                <a:cubicBezTo>
                  <a:pt x="39515" y="15715"/>
                  <a:pt x="39728" y="15715"/>
                  <a:pt x="39941" y="15715"/>
                </a:cubicBezTo>
                <a:cubicBezTo>
                  <a:pt x="40070" y="15736"/>
                  <a:pt x="40184" y="15758"/>
                  <a:pt x="40293" y="15758"/>
                </a:cubicBezTo>
                <a:cubicBezTo>
                  <a:pt x="40338" y="15758"/>
                  <a:pt x="40383" y="15754"/>
                  <a:pt x="40427" y="15745"/>
                </a:cubicBezTo>
                <a:cubicBezTo>
                  <a:pt x="40518" y="15715"/>
                  <a:pt x="40610" y="15715"/>
                  <a:pt x="40670" y="15715"/>
                </a:cubicBezTo>
                <a:lnTo>
                  <a:pt x="40731" y="15715"/>
                </a:lnTo>
                <a:cubicBezTo>
                  <a:pt x="40796" y="15736"/>
                  <a:pt x="40875" y="15758"/>
                  <a:pt x="40927" y="15758"/>
                </a:cubicBezTo>
                <a:cubicBezTo>
                  <a:pt x="40949" y="15758"/>
                  <a:pt x="40965" y="15754"/>
                  <a:pt x="40974" y="15745"/>
                </a:cubicBezTo>
                <a:cubicBezTo>
                  <a:pt x="41058" y="15695"/>
                  <a:pt x="41151" y="15672"/>
                  <a:pt x="41248" y="15672"/>
                </a:cubicBezTo>
                <a:cubicBezTo>
                  <a:pt x="41327" y="15672"/>
                  <a:pt x="41409" y="15687"/>
                  <a:pt x="41491" y="15715"/>
                </a:cubicBezTo>
                <a:lnTo>
                  <a:pt x="41643" y="15745"/>
                </a:lnTo>
                <a:cubicBezTo>
                  <a:pt x="41765" y="15715"/>
                  <a:pt x="41886" y="15684"/>
                  <a:pt x="42008" y="15684"/>
                </a:cubicBezTo>
                <a:cubicBezTo>
                  <a:pt x="42069" y="15733"/>
                  <a:pt x="42120" y="15757"/>
                  <a:pt x="42161" y="15757"/>
                </a:cubicBezTo>
                <a:cubicBezTo>
                  <a:pt x="42223" y="15757"/>
                  <a:pt x="42263" y="15703"/>
                  <a:pt x="42281" y="15593"/>
                </a:cubicBezTo>
                <a:lnTo>
                  <a:pt x="42433" y="15593"/>
                </a:lnTo>
                <a:cubicBezTo>
                  <a:pt x="42494" y="15654"/>
                  <a:pt x="42798" y="15715"/>
                  <a:pt x="42889" y="15745"/>
                </a:cubicBezTo>
                <a:lnTo>
                  <a:pt x="43072" y="15806"/>
                </a:lnTo>
                <a:cubicBezTo>
                  <a:pt x="43315" y="15745"/>
                  <a:pt x="43588" y="15745"/>
                  <a:pt x="43831" y="15745"/>
                </a:cubicBezTo>
                <a:lnTo>
                  <a:pt x="44318" y="15745"/>
                </a:lnTo>
                <a:cubicBezTo>
                  <a:pt x="44455" y="15760"/>
                  <a:pt x="44591" y="15768"/>
                  <a:pt x="44728" y="15768"/>
                </a:cubicBezTo>
                <a:cubicBezTo>
                  <a:pt x="44865" y="15768"/>
                  <a:pt x="45002" y="15760"/>
                  <a:pt x="45139" y="15745"/>
                </a:cubicBezTo>
                <a:cubicBezTo>
                  <a:pt x="45149" y="15724"/>
                  <a:pt x="45179" y="15714"/>
                  <a:pt x="45223" y="15714"/>
                </a:cubicBezTo>
                <a:cubicBezTo>
                  <a:pt x="45302" y="15714"/>
                  <a:pt x="45427" y="15747"/>
                  <a:pt x="45564" y="15806"/>
                </a:cubicBezTo>
                <a:lnTo>
                  <a:pt x="45777" y="15745"/>
                </a:lnTo>
                <a:cubicBezTo>
                  <a:pt x="45830" y="15736"/>
                  <a:pt x="45884" y="15733"/>
                  <a:pt x="45936" y="15733"/>
                </a:cubicBezTo>
                <a:cubicBezTo>
                  <a:pt x="46063" y="15733"/>
                  <a:pt x="46186" y="15754"/>
                  <a:pt x="46294" y="15776"/>
                </a:cubicBezTo>
                <a:lnTo>
                  <a:pt x="46354" y="15776"/>
                </a:lnTo>
                <a:cubicBezTo>
                  <a:pt x="46567" y="15776"/>
                  <a:pt x="46780" y="15715"/>
                  <a:pt x="46993" y="15684"/>
                </a:cubicBezTo>
                <a:lnTo>
                  <a:pt x="47236" y="15776"/>
                </a:lnTo>
                <a:cubicBezTo>
                  <a:pt x="47266" y="15791"/>
                  <a:pt x="47304" y="15798"/>
                  <a:pt x="47346" y="15798"/>
                </a:cubicBezTo>
                <a:cubicBezTo>
                  <a:pt x="47388" y="15798"/>
                  <a:pt x="47433" y="15791"/>
                  <a:pt x="47479" y="15776"/>
                </a:cubicBezTo>
                <a:cubicBezTo>
                  <a:pt x="47540" y="15776"/>
                  <a:pt x="47601" y="15715"/>
                  <a:pt x="47692" y="15715"/>
                </a:cubicBezTo>
                <a:cubicBezTo>
                  <a:pt x="47753" y="15715"/>
                  <a:pt x="47813" y="15776"/>
                  <a:pt x="47905" y="15776"/>
                </a:cubicBezTo>
                <a:lnTo>
                  <a:pt x="47935" y="15776"/>
                </a:lnTo>
                <a:cubicBezTo>
                  <a:pt x="48056" y="15654"/>
                  <a:pt x="48178" y="15593"/>
                  <a:pt x="48330" y="15532"/>
                </a:cubicBezTo>
                <a:cubicBezTo>
                  <a:pt x="48340" y="15529"/>
                  <a:pt x="48348" y="15528"/>
                  <a:pt x="48354" y="15528"/>
                </a:cubicBezTo>
                <a:cubicBezTo>
                  <a:pt x="48402" y="15528"/>
                  <a:pt x="48323" y="15630"/>
                  <a:pt x="48269" y="15684"/>
                </a:cubicBezTo>
                <a:cubicBezTo>
                  <a:pt x="48217" y="15711"/>
                  <a:pt x="48300" y="15782"/>
                  <a:pt x="48362" y="15782"/>
                </a:cubicBezTo>
                <a:cubicBezTo>
                  <a:pt x="48373" y="15782"/>
                  <a:pt x="48382" y="15780"/>
                  <a:pt x="48391" y="15776"/>
                </a:cubicBezTo>
                <a:cubicBezTo>
                  <a:pt x="48396" y="15773"/>
                  <a:pt x="48406" y="15772"/>
                  <a:pt x="48418" y="15772"/>
                </a:cubicBezTo>
                <a:cubicBezTo>
                  <a:pt x="48526" y="15772"/>
                  <a:pt x="48876" y="15871"/>
                  <a:pt x="49086" y="15871"/>
                </a:cubicBezTo>
                <a:cubicBezTo>
                  <a:pt x="49109" y="15871"/>
                  <a:pt x="49131" y="15870"/>
                  <a:pt x="49151" y="15867"/>
                </a:cubicBezTo>
                <a:cubicBezTo>
                  <a:pt x="49272" y="15867"/>
                  <a:pt x="49394" y="15836"/>
                  <a:pt x="49515" y="15836"/>
                </a:cubicBezTo>
                <a:lnTo>
                  <a:pt x="49546" y="15836"/>
                </a:lnTo>
                <a:cubicBezTo>
                  <a:pt x="49637" y="15776"/>
                  <a:pt x="49683" y="15745"/>
                  <a:pt x="49724" y="15745"/>
                </a:cubicBezTo>
                <a:cubicBezTo>
                  <a:pt x="49766" y="15745"/>
                  <a:pt x="49804" y="15776"/>
                  <a:pt x="49880" y="15836"/>
                </a:cubicBezTo>
                <a:lnTo>
                  <a:pt x="49911" y="15867"/>
                </a:lnTo>
                <a:cubicBezTo>
                  <a:pt x="49916" y="15870"/>
                  <a:pt x="49922" y="15871"/>
                  <a:pt x="49928" y="15871"/>
                </a:cubicBezTo>
                <a:cubicBezTo>
                  <a:pt x="49987" y="15871"/>
                  <a:pt x="50063" y="15742"/>
                  <a:pt x="50063" y="15715"/>
                </a:cubicBezTo>
                <a:cubicBezTo>
                  <a:pt x="50063" y="15684"/>
                  <a:pt x="50093" y="15654"/>
                  <a:pt x="50123" y="15624"/>
                </a:cubicBezTo>
                <a:cubicBezTo>
                  <a:pt x="50154" y="15684"/>
                  <a:pt x="50154" y="15745"/>
                  <a:pt x="50184" y="15806"/>
                </a:cubicBezTo>
                <a:cubicBezTo>
                  <a:pt x="50184" y="15836"/>
                  <a:pt x="50336" y="15867"/>
                  <a:pt x="50488" y="15867"/>
                </a:cubicBezTo>
                <a:lnTo>
                  <a:pt x="50640" y="15867"/>
                </a:lnTo>
                <a:lnTo>
                  <a:pt x="50792" y="15897"/>
                </a:lnTo>
                <a:cubicBezTo>
                  <a:pt x="50944" y="15897"/>
                  <a:pt x="51187" y="15867"/>
                  <a:pt x="51309" y="15867"/>
                </a:cubicBezTo>
                <a:lnTo>
                  <a:pt x="51552" y="15867"/>
                </a:lnTo>
                <a:cubicBezTo>
                  <a:pt x="51579" y="15813"/>
                  <a:pt x="51655" y="15710"/>
                  <a:pt x="51714" y="15710"/>
                </a:cubicBezTo>
                <a:cubicBezTo>
                  <a:pt x="51721" y="15710"/>
                  <a:pt x="51728" y="15712"/>
                  <a:pt x="51734" y="15715"/>
                </a:cubicBezTo>
                <a:cubicBezTo>
                  <a:pt x="51795" y="15745"/>
                  <a:pt x="51826" y="15806"/>
                  <a:pt x="51856" y="15867"/>
                </a:cubicBezTo>
                <a:cubicBezTo>
                  <a:pt x="51947" y="15836"/>
                  <a:pt x="52038" y="15806"/>
                  <a:pt x="52130" y="15776"/>
                </a:cubicBezTo>
                <a:lnTo>
                  <a:pt x="52525" y="15776"/>
                </a:lnTo>
                <a:cubicBezTo>
                  <a:pt x="52616" y="15776"/>
                  <a:pt x="52707" y="15745"/>
                  <a:pt x="52768" y="15684"/>
                </a:cubicBezTo>
                <a:lnTo>
                  <a:pt x="52859" y="15836"/>
                </a:lnTo>
                <a:cubicBezTo>
                  <a:pt x="52889" y="15867"/>
                  <a:pt x="53102" y="15867"/>
                  <a:pt x="53254" y="15867"/>
                </a:cubicBezTo>
                <a:lnTo>
                  <a:pt x="53467" y="15867"/>
                </a:lnTo>
                <a:cubicBezTo>
                  <a:pt x="53560" y="15844"/>
                  <a:pt x="53653" y="15834"/>
                  <a:pt x="53746" y="15834"/>
                </a:cubicBezTo>
                <a:cubicBezTo>
                  <a:pt x="53896" y="15834"/>
                  <a:pt x="54046" y="15860"/>
                  <a:pt x="54196" y="15897"/>
                </a:cubicBezTo>
                <a:lnTo>
                  <a:pt x="54288" y="15867"/>
                </a:lnTo>
                <a:cubicBezTo>
                  <a:pt x="54303" y="15859"/>
                  <a:pt x="54318" y="15856"/>
                  <a:pt x="54331" y="15856"/>
                </a:cubicBezTo>
                <a:cubicBezTo>
                  <a:pt x="54396" y="15856"/>
                  <a:pt x="54435" y="15935"/>
                  <a:pt x="54503" y="15935"/>
                </a:cubicBezTo>
                <a:cubicBezTo>
                  <a:pt x="54528" y="15935"/>
                  <a:pt x="54557" y="15925"/>
                  <a:pt x="54592" y="15897"/>
                </a:cubicBezTo>
                <a:cubicBezTo>
                  <a:pt x="54642" y="15872"/>
                  <a:pt x="54692" y="15857"/>
                  <a:pt x="54740" y="15857"/>
                </a:cubicBezTo>
                <a:cubicBezTo>
                  <a:pt x="54809" y="15857"/>
                  <a:pt x="54873" y="15887"/>
                  <a:pt x="54926" y="15958"/>
                </a:cubicBezTo>
                <a:cubicBezTo>
                  <a:pt x="55291" y="15897"/>
                  <a:pt x="55625" y="15867"/>
                  <a:pt x="55959" y="15867"/>
                </a:cubicBezTo>
                <a:cubicBezTo>
                  <a:pt x="56081" y="15897"/>
                  <a:pt x="56172" y="15897"/>
                  <a:pt x="56294" y="15897"/>
                </a:cubicBezTo>
                <a:lnTo>
                  <a:pt x="56324" y="15897"/>
                </a:lnTo>
                <a:cubicBezTo>
                  <a:pt x="56335" y="15886"/>
                  <a:pt x="56346" y="15882"/>
                  <a:pt x="56356" y="15882"/>
                </a:cubicBezTo>
                <a:cubicBezTo>
                  <a:pt x="56392" y="15882"/>
                  <a:pt x="56430" y="15927"/>
                  <a:pt x="56475" y="15927"/>
                </a:cubicBezTo>
                <a:cubicBezTo>
                  <a:pt x="56494" y="15927"/>
                  <a:pt x="56515" y="15919"/>
                  <a:pt x="56537" y="15897"/>
                </a:cubicBezTo>
                <a:lnTo>
                  <a:pt x="56567" y="15836"/>
                </a:lnTo>
                <a:cubicBezTo>
                  <a:pt x="56593" y="15831"/>
                  <a:pt x="56619" y="15829"/>
                  <a:pt x="56645" y="15829"/>
                </a:cubicBezTo>
                <a:cubicBezTo>
                  <a:pt x="56770" y="15829"/>
                  <a:pt x="56887" y="15888"/>
                  <a:pt x="56962" y="15988"/>
                </a:cubicBezTo>
                <a:lnTo>
                  <a:pt x="57084" y="15928"/>
                </a:lnTo>
                <a:lnTo>
                  <a:pt x="57236" y="15806"/>
                </a:lnTo>
                <a:cubicBezTo>
                  <a:pt x="57418" y="15867"/>
                  <a:pt x="57601" y="15897"/>
                  <a:pt x="57783" y="15988"/>
                </a:cubicBezTo>
                <a:lnTo>
                  <a:pt x="57905" y="15897"/>
                </a:lnTo>
                <a:cubicBezTo>
                  <a:pt x="57921" y="15889"/>
                  <a:pt x="57937" y="15886"/>
                  <a:pt x="57955" y="15886"/>
                </a:cubicBezTo>
                <a:cubicBezTo>
                  <a:pt x="58026" y="15886"/>
                  <a:pt x="58104" y="15942"/>
                  <a:pt x="58178" y="15942"/>
                </a:cubicBezTo>
                <a:cubicBezTo>
                  <a:pt x="58220" y="15942"/>
                  <a:pt x="58262" y="15924"/>
                  <a:pt x="58300" y="15867"/>
                </a:cubicBezTo>
                <a:cubicBezTo>
                  <a:pt x="58482" y="15867"/>
                  <a:pt x="58665" y="15928"/>
                  <a:pt x="58817" y="15988"/>
                </a:cubicBezTo>
                <a:lnTo>
                  <a:pt x="58999" y="15867"/>
                </a:lnTo>
                <a:cubicBezTo>
                  <a:pt x="59045" y="15852"/>
                  <a:pt x="59090" y="15844"/>
                  <a:pt x="59132" y="15844"/>
                </a:cubicBezTo>
                <a:cubicBezTo>
                  <a:pt x="59174" y="15844"/>
                  <a:pt x="59212" y="15852"/>
                  <a:pt x="59242" y="15867"/>
                </a:cubicBezTo>
                <a:lnTo>
                  <a:pt x="59455" y="16019"/>
                </a:lnTo>
                <a:cubicBezTo>
                  <a:pt x="59698" y="15958"/>
                  <a:pt x="60093" y="15928"/>
                  <a:pt x="60184" y="15928"/>
                </a:cubicBezTo>
                <a:cubicBezTo>
                  <a:pt x="60205" y="15917"/>
                  <a:pt x="60245" y="15914"/>
                  <a:pt x="60292" y="15914"/>
                </a:cubicBezTo>
                <a:cubicBezTo>
                  <a:pt x="60387" y="15914"/>
                  <a:pt x="60509" y="15928"/>
                  <a:pt x="60549" y="15928"/>
                </a:cubicBezTo>
                <a:cubicBezTo>
                  <a:pt x="60671" y="15867"/>
                  <a:pt x="60823" y="15867"/>
                  <a:pt x="60944" y="15867"/>
                </a:cubicBezTo>
                <a:lnTo>
                  <a:pt x="61218" y="15928"/>
                </a:lnTo>
                <a:lnTo>
                  <a:pt x="61279" y="15928"/>
                </a:lnTo>
                <a:cubicBezTo>
                  <a:pt x="61370" y="15928"/>
                  <a:pt x="61461" y="15867"/>
                  <a:pt x="61552" y="15867"/>
                </a:cubicBezTo>
                <a:cubicBezTo>
                  <a:pt x="61613" y="15867"/>
                  <a:pt x="61704" y="15867"/>
                  <a:pt x="61795" y="15836"/>
                </a:cubicBezTo>
                <a:cubicBezTo>
                  <a:pt x="61856" y="15806"/>
                  <a:pt x="61795" y="15684"/>
                  <a:pt x="61947" y="15684"/>
                </a:cubicBezTo>
                <a:lnTo>
                  <a:pt x="62039" y="15684"/>
                </a:lnTo>
                <a:cubicBezTo>
                  <a:pt x="62048" y="15681"/>
                  <a:pt x="62059" y="15680"/>
                  <a:pt x="62069" y="15680"/>
                </a:cubicBezTo>
                <a:cubicBezTo>
                  <a:pt x="62155" y="15680"/>
                  <a:pt x="62251" y="15782"/>
                  <a:pt x="62251" y="15836"/>
                </a:cubicBezTo>
                <a:cubicBezTo>
                  <a:pt x="62356" y="15860"/>
                  <a:pt x="62460" y="15870"/>
                  <a:pt x="62565" y="15870"/>
                </a:cubicBezTo>
                <a:cubicBezTo>
                  <a:pt x="62734" y="15870"/>
                  <a:pt x="62903" y="15844"/>
                  <a:pt x="63072" y="15806"/>
                </a:cubicBezTo>
                <a:lnTo>
                  <a:pt x="63467" y="15867"/>
                </a:lnTo>
                <a:cubicBezTo>
                  <a:pt x="63498" y="15867"/>
                  <a:pt x="63528" y="15776"/>
                  <a:pt x="63558" y="15745"/>
                </a:cubicBezTo>
                <a:cubicBezTo>
                  <a:pt x="63649" y="15776"/>
                  <a:pt x="63710" y="15806"/>
                  <a:pt x="63741" y="15836"/>
                </a:cubicBezTo>
                <a:lnTo>
                  <a:pt x="63832" y="15897"/>
                </a:lnTo>
                <a:lnTo>
                  <a:pt x="63984" y="15958"/>
                </a:lnTo>
                <a:cubicBezTo>
                  <a:pt x="64166" y="15897"/>
                  <a:pt x="64349" y="15867"/>
                  <a:pt x="64531" y="15867"/>
                </a:cubicBezTo>
                <a:cubicBezTo>
                  <a:pt x="64592" y="15867"/>
                  <a:pt x="64622" y="15806"/>
                  <a:pt x="64622" y="15745"/>
                </a:cubicBezTo>
                <a:cubicBezTo>
                  <a:pt x="64592" y="15745"/>
                  <a:pt x="64683" y="15715"/>
                  <a:pt x="64835" y="15715"/>
                </a:cubicBezTo>
                <a:lnTo>
                  <a:pt x="64896" y="15928"/>
                </a:lnTo>
                <a:cubicBezTo>
                  <a:pt x="65108" y="15897"/>
                  <a:pt x="65990" y="15867"/>
                  <a:pt x="66264" y="15867"/>
                </a:cubicBezTo>
                <a:cubicBezTo>
                  <a:pt x="66567" y="15867"/>
                  <a:pt x="66841" y="15836"/>
                  <a:pt x="67145" y="15776"/>
                </a:cubicBezTo>
                <a:lnTo>
                  <a:pt x="67267" y="15806"/>
                </a:lnTo>
                <a:lnTo>
                  <a:pt x="67449" y="15867"/>
                </a:lnTo>
                <a:cubicBezTo>
                  <a:pt x="67550" y="15867"/>
                  <a:pt x="67760" y="15853"/>
                  <a:pt x="67915" y="15853"/>
                </a:cubicBezTo>
                <a:cubicBezTo>
                  <a:pt x="67993" y="15853"/>
                  <a:pt x="68057" y="15857"/>
                  <a:pt x="68087" y="15867"/>
                </a:cubicBezTo>
                <a:lnTo>
                  <a:pt x="68543" y="15867"/>
                </a:lnTo>
                <a:cubicBezTo>
                  <a:pt x="68556" y="15862"/>
                  <a:pt x="68574" y="15861"/>
                  <a:pt x="68596" y="15861"/>
                </a:cubicBezTo>
                <a:cubicBezTo>
                  <a:pt x="68726" y="15861"/>
                  <a:pt x="68986" y="15928"/>
                  <a:pt x="69090" y="15928"/>
                </a:cubicBezTo>
                <a:cubicBezTo>
                  <a:pt x="69212" y="15897"/>
                  <a:pt x="69516" y="15897"/>
                  <a:pt x="69637" y="15867"/>
                </a:cubicBezTo>
                <a:cubicBezTo>
                  <a:pt x="69710" y="15867"/>
                  <a:pt x="69920" y="15789"/>
                  <a:pt x="70031" y="15789"/>
                </a:cubicBezTo>
                <a:cubicBezTo>
                  <a:pt x="70059" y="15789"/>
                  <a:pt x="70081" y="15794"/>
                  <a:pt x="70093" y="15806"/>
                </a:cubicBezTo>
                <a:cubicBezTo>
                  <a:pt x="70124" y="15826"/>
                  <a:pt x="70174" y="15833"/>
                  <a:pt x="70232" y="15833"/>
                </a:cubicBezTo>
                <a:cubicBezTo>
                  <a:pt x="70347" y="15833"/>
                  <a:pt x="70489" y="15806"/>
                  <a:pt x="70549" y="15806"/>
                </a:cubicBezTo>
                <a:cubicBezTo>
                  <a:pt x="70640" y="15806"/>
                  <a:pt x="71400" y="15897"/>
                  <a:pt x="71644" y="15897"/>
                </a:cubicBezTo>
                <a:cubicBezTo>
                  <a:pt x="71878" y="15897"/>
                  <a:pt x="72180" y="15830"/>
                  <a:pt x="72299" y="15830"/>
                </a:cubicBezTo>
                <a:cubicBezTo>
                  <a:pt x="72319" y="15830"/>
                  <a:pt x="72334" y="15832"/>
                  <a:pt x="72343" y="15836"/>
                </a:cubicBezTo>
                <a:cubicBezTo>
                  <a:pt x="72354" y="15842"/>
                  <a:pt x="72369" y="15845"/>
                  <a:pt x="72386" y="15845"/>
                </a:cubicBezTo>
                <a:cubicBezTo>
                  <a:pt x="72458" y="15845"/>
                  <a:pt x="72567" y="15800"/>
                  <a:pt x="72616" y="15776"/>
                </a:cubicBezTo>
                <a:cubicBezTo>
                  <a:pt x="72647" y="15745"/>
                  <a:pt x="72707" y="15715"/>
                  <a:pt x="72768" y="15715"/>
                </a:cubicBezTo>
                <a:cubicBezTo>
                  <a:pt x="72799" y="15715"/>
                  <a:pt x="72829" y="15776"/>
                  <a:pt x="72890" y="15836"/>
                </a:cubicBezTo>
                <a:lnTo>
                  <a:pt x="73619" y="15836"/>
                </a:lnTo>
                <a:cubicBezTo>
                  <a:pt x="73832" y="15867"/>
                  <a:pt x="74045" y="15897"/>
                  <a:pt x="74258" y="15897"/>
                </a:cubicBezTo>
                <a:cubicBezTo>
                  <a:pt x="74413" y="15853"/>
                  <a:pt x="74585" y="15824"/>
                  <a:pt x="74762" y="15824"/>
                </a:cubicBezTo>
                <a:cubicBezTo>
                  <a:pt x="74826" y="15824"/>
                  <a:pt x="74892" y="15828"/>
                  <a:pt x="74957" y="15836"/>
                </a:cubicBezTo>
                <a:lnTo>
                  <a:pt x="75352" y="15836"/>
                </a:lnTo>
                <a:cubicBezTo>
                  <a:pt x="75397" y="15821"/>
                  <a:pt x="75641" y="15821"/>
                  <a:pt x="75907" y="15821"/>
                </a:cubicBezTo>
                <a:cubicBezTo>
                  <a:pt x="76173" y="15821"/>
                  <a:pt x="76461" y="15821"/>
                  <a:pt x="76598" y="15806"/>
                </a:cubicBezTo>
                <a:lnTo>
                  <a:pt x="77358" y="15715"/>
                </a:lnTo>
                <a:lnTo>
                  <a:pt x="77480" y="15776"/>
                </a:lnTo>
                <a:cubicBezTo>
                  <a:pt x="77515" y="15793"/>
                  <a:pt x="77540" y="15811"/>
                  <a:pt x="77566" y="15811"/>
                </a:cubicBezTo>
                <a:cubicBezTo>
                  <a:pt x="77586" y="15811"/>
                  <a:pt x="77606" y="15801"/>
                  <a:pt x="77632" y="15776"/>
                </a:cubicBezTo>
                <a:cubicBezTo>
                  <a:pt x="77641" y="15766"/>
                  <a:pt x="77650" y="15763"/>
                  <a:pt x="77661" y="15763"/>
                </a:cubicBezTo>
                <a:cubicBezTo>
                  <a:pt x="77701" y="15763"/>
                  <a:pt x="77749" y="15818"/>
                  <a:pt x="77791" y="15818"/>
                </a:cubicBezTo>
                <a:cubicBezTo>
                  <a:pt x="77810" y="15818"/>
                  <a:pt x="77828" y="15807"/>
                  <a:pt x="77844" y="15776"/>
                </a:cubicBezTo>
                <a:cubicBezTo>
                  <a:pt x="77844" y="15776"/>
                  <a:pt x="77942" y="15815"/>
                  <a:pt x="78012" y="15815"/>
                </a:cubicBezTo>
                <a:cubicBezTo>
                  <a:pt x="78029" y="15815"/>
                  <a:pt x="78045" y="15812"/>
                  <a:pt x="78057" y="15806"/>
                </a:cubicBezTo>
                <a:cubicBezTo>
                  <a:pt x="78087" y="15791"/>
                  <a:pt x="78125" y="15783"/>
                  <a:pt x="78163" y="15783"/>
                </a:cubicBezTo>
                <a:cubicBezTo>
                  <a:pt x="78201" y="15783"/>
                  <a:pt x="78239" y="15791"/>
                  <a:pt x="78270" y="15806"/>
                </a:cubicBezTo>
                <a:cubicBezTo>
                  <a:pt x="78324" y="15828"/>
                  <a:pt x="78377" y="15838"/>
                  <a:pt x="78430" y="15838"/>
                </a:cubicBezTo>
                <a:cubicBezTo>
                  <a:pt x="78526" y="15838"/>
                  <a:pt x="78617" y="15804"/>
                  <a:pt x="78695" y="15745"/>
                </a:cubicBezTo>
                <a:cubicBezTo>
                  <a:pt x="78707" y="15737"/>
                  <a:pt x="78720" y="15734"/>
                  <a:pt x="78735" y="15734"/>
                </a:cubicBezTo>
                <a:cubicBezTo>
                  <a:pt x="78812" y="15734"/>
                  <a:pt x="78924" y="15829"/>
                  <a:pt x="79019" y="15829"/>
                </a:cubicBezTo>
                <a:cubicBezTo>
                  <a:pt x="79044" y="15829"/>
                  <a:pt x="79068" y="15823"/>
                  <a:pt x="79091" y="15806"/>
                </a:cubicBezTo>
                <a:cubicBezTo>
                  <a:pt x="79166" y="15760"/>
                  <a:pt x="79258" y="15738"/>
                  <a:pt x="79349" y="15738"/>
                </a:cubicBezTo>
                <a:cubicBezTo>
                  <a:pt x="79440" y="15738"/>
                  <a:pt x="79531" y="15760"/>
                  <a:pt x="79607" y="15806"/>
                </a:cubicBezTo>
                <a:lnTo>
                  <a:pt x="79638" y="15836"/>
                </a:lnTo>
                <a:cubicBezTo>
                  <a:pt x="79719" y="15836"/>
                  <a:pt x="79992" y="15740"/>
                  <a:pt x="80116" y="15740"/>
                </a:cubicBezTo>
                <a:cubicBezTo>
                  <a:pt x="80131" y="15740"/>
                  <a:pt x="80144" y="15742"/>
                  <a:pt x="80154" y="15745"/>
                </a:cubicBezTo>
                <a:cubicBezTo>
                  <a:pt x="80192" y="15758"/>
                  <a:pt x="80230" y="15765"/>
                  <a:pt x="80266" y="15765"/>
                </a:cubicBezTo>
                <a:cubicBezTo>
                  <a:pt x="80316" y="15765"/>
                  <a:pt x="80362" y="15750"/>
                  <a:pt x="80398" y="15715"/>
                </a:cubicBezTo>
                <a:cubicBezTo>
                  <a:pt x="80403" y="15709"/>
                  <a:pt x="80410" y="15707"/>
                  <a:pt x="80418" y="15707"/>
                </a:cubicBezTo>
                <a:cubicBezTo>
                  <a:pt x="80450" y="15707"/>
                  <a:pt x="80495" y="15751"/>
                  <a:pt x="80519" y="15776"/>
                </a:cubicBezTo>
                <a:cubicBezTo>
                  <a:pt x="80519" y="15782"/>
                  <a:pt x="80526" y="15784"/>
                  <a:pt x="80537" y="15784"/>
                </a:cubicBezTo>
                <a:cubicBezTo>
                  <a:pt x="80567" y="15784"/>
                  <a:pt x="80628" y="15767"/>
                  <a:pt x="80668" y="15767"/>
                </a:cubicBezTo>
                <a:cubicBezTo>
                  <a:pt x="80683" y="15767"/>
                  <a:pt x="80695" y="15769"/>
                  <a:pt x="80701" y="15776"/>
                </a:cubicBezTo>
                <a:cubicBezTo>
                  <a:pt x="80754" y="15776"/>
                  <a:pt x="80895" y="15843"/>
                  <a:pt x="80973" y="15843"/>
                </a:cubicBezTo>
                <a:cubicBezTo>
                  <a:pt x="80986" y="15843"/>
                  <a:pt x="80997" y="15841"/>
                  <a:pt x="81005" y="15836"/>
                </a:cubicBezTo>
                <a:cubicBezTo>
                  <a:pt x="81009" y="15833"/>
                  <a:pt x="81020" y="15831"/>
                  <a:pt x="81037" y="15831"/>
                </a:cubicBezTo>
                <a:cubicBezTo>
                  <a:pt x="81139" y="15831"/>
                  <a:pt x="81457" y="15884"/>
                  <a:pt x="81684" y="15884"/>
                </a:cubicBezTo>
                <a:cubicBezTo>
                  <a:pt x="81752" y="15884"/>
                  <a:pt x="81813" y="15879"/>
                  <a:pt x="81857" y="15867"/>
                </a:cubicBezTo>
                <a:cubicBezTo>
                  <a:pt x="82039" y="15806"/>
                  <a:pt x="82252" y="15776"/>
                  <a:pt x="82464" y="15745"/>
                </a:cubicBezTo>
                <a:cubicBezTo>
                  <a:pt x="82586" y="15776"/>
                  <a:pt x="82708" y="15806"/>
                  <a:pt x="82829" y="15806"/>
                </a:cubicBezTo>
                <a:cubicBezTo>
                  <a:pt x="82981" y="15776"/>
                  <a:pt x="83133" y="15715"/>
                  <a:pt x="83255" y="15654"/>
                </a:cubicBezTo>
                <a:cubicBezTo>
                  <a:pt x="83271" y="15648"/>
                  <a:pt x="83290" y="15646"/>
                  <a:pt x="83310" y="15646"/>
                </a:cubicBezTo>
                <a:cubicBezTo>
                  <a:pt x="83398" y="15646"/>
                  <a:pt x="83503" y="15696"/>
                  <a:pt x="83528" y="15745"/>
                </a:cubicBezTo>
                <a:cubicBezTo>
                  <a:pt x="83541" y="15752"/>
                  <a:pt x="83558" y="15754"/>
                  <a:pt x="83577" y="15754"/>
                </a:cubicBezTo>
                <a:cubicBezTo>
                  <a:pt x="83630" y="15754"/>
                  <a:pt x="83700" y="15736"/>
                  <a:pt x="83753" y="15736"/>
                </a:cubicBezTo>
                <a:cubicBezTo>
                  <a:pt x="83772" y="15736"/>
                  <a:pt x="83789" y="15739"/>
                  <a:pt x="83802" y="15745"/>
                </a:cubicBezTo>
                <a:cubicBezTo>
                  <a:pt x="83923" y="15745"/>
                  <a:pt x="84075" y="15745"/>
                  <a:pt x="84227" y="15715"/>
                </a:cubicBezTo>
                <a:lnTo>
                  <a:pt x="84349" y="15776"/>
                </a:lnTo>
                <a:lnTo>
                  <a:pt x="84531" y="15867"/>
                </a:lnTo>
                <a:cubicBezTo>
                  <a:pt x="84744" y="15806"/>
                  <a:pt x="84926" y="15745"/>
                  <a:pt x="85139" y="15715"/>
                </a:cubicBezTo>
                <a:cubicBezTo>
                  <a:pt x="85215" y="15730"/>
                  <a:pt x="85291" y="15738"/>
                  <a:pt x="85367" y="15738"/>
                </a:cubicBezTo>
                <a:cubicBezTo>
                  <a:pt x="85443" y="15738"/>
                  <a:pt x="85519" y="15730"/>
                  <a:pt x="85595" y="15715"/>
                </a:cubicBezTo>
                <a:lnTo>
                  <a:pt x="85747" y="15776"/>
                </a:lnTo>
                <a:cubicBezTo>
                  <a:pt x="85758" y="15779"/>
                  <a:pt x="85770" y="15781"/>
                  <a:pt x="85782" y="15781"/>
                </a:cubicBezTo>
                <a:cubicBezTo>
                  <a:pt x="85838" y="15781"/>
                  <a:pt x="85909" y="15751"/>
                  <a:pt x="85986" y="15751"/>
                </a:cubicBezTo>
                <a:cubicBezTo>
                  <a:pt x="86036" y="15751"/>
                  <a:pt x="86089" y="15764"/>
                  <a:pt x="86142" y="15806"/>
                </a:cubicBezTo>
                <a:lnTo>
                  <a:pt x="86173" y="15867"/>
                </a:lnTo>
                <a:cubicBezTo>
                  <a:pt x="86294" y="15836"/>
                  <a:pt x="86385" y="15836"/>
                  <a:pt x="86507" y="15806"/>
                </a:cubicBezTo>
                <a:cubicBezTo>
                  <a:pt x="86720" y="15745"/>
                  <a:pt x="86933" y="15715"/>
                  <a:pt x="87145" y="15684"/>
                </a:cubicBezTo>
                <a:cubicBezTo>
                  <a:pt x="87328" y="15684"/>
                  <a:pt x="87814" y="15684"/>
                  <a:pt x="88270" y="15715"/>
                </a:cubicBezTo>
                <a:lnTo>
                  <a:pt x="88696" y="15745"/>
                </a:lnTo>
                <a:lnTo>
                  <a:pt x="88787" y="15745"/>
                </a:lnTo>
                <a:cubicBezTo>
                  <a:pt x="88814" y="15738"/>
                  <a:pt x="88851" y="15736"/>
                  <a:pt x="88892" y="15736"/>
                </a:cubicBezTo>
                <a:cubicBezTo>
                  <a:pt x="88964" y="15736"/>
                  <a:pt x="89048" y="15743"/>
                  <a:pt x="89112" y="15743"/>
                </a:cubicBezTo>
                <a:cubicBezTo>
                  <a:pt x="89171" y="15743"/>
                  <a:pt x="89212" y="15737"/>
                  <a:pt x="89212" y="15715"/>
                </a:cubicBezTo>
                <a:lnTo>
                  <a:pt x="89212" y="15776"/>
                </a:lnTo>
                <a:lnTo>
                  <a:pt x="89395" y="15745"/>
                </a:lnTo>
                <a:cubicBezTo>
                  <a:pt x="89486" y="15715"/>
                  <a:pt x="89577" y="15684"/>
                  <a:pt x="89638" y="15684"/>
                </a:cubicBezTo>
                <a:cubicBezTo>
                  <a:pt x="89759" y="15684"/>
                  <a:pt x="89851" y="15745"/>
                  <a:pt x="89972" y="15745"/>
                </a:cubicBezTo>
                <a:cubicBezTo>
                  <a:pt x="90086" y="15745"/>
                  <a:pt x="90217" y="15694"/>
                  <a:pt x="90301" y="15694"/>
                </a:cubicBezTo>
                <a:cubicBezTo>
                  <a:pt x="90329" y="15694"/>
                  <a:pt x="90352" y="15700"/>
                  <a:pt x="90367" y="15715"/>
                </a:cubicBezTo>
                <a:lnTo>
                  <a:pt x="90550" y="15806"/>
                </a:lnTo>
                <a:cubicBezTo>
                  <a:pt x="90604" y="15751"/>
                  <a:pt x="90714" y="15740"/>
                  <a:pt x="90806" y="15740"/>
                </a:cubicBezTo>
                <a:cubicBezTo>
                  <a:pt x="90867" y="15740"/>
                  <a:pt x="90921" y="15745"/>
                  <a:pt x="90945" y="15745"/>
                </a:cubicBezTo>
                <a:cubicBezTo>
                  <a:pt x="91127" y="15654"/>
                  <a:pt x="91310" y="15593"/>
                  <a:pt x="91522" y="15563"/>
                </a:cubicBezTo>
                <a:cubicBezTo>
                  <a:pt x="91653" y="15563"/>
                  <a:pt x="92029" y="15697"/>
                  <a:pt x="92210" y="15697"/>
                </a:cubicBezTo>
                <a:cubicBezTo>
                  <a:pt x="92240" y="15697"/>
                  <a:pt x="92265" y="15693"/>
                  <a:pt x="92282" y="15684"/>
                </a:cubicBezTo>
                <a:cubicBezTo>
                  <a:pt x="92404" y="15624"/>
                  <a:pt x="92525" y="15593"/>
                  <a:pt x="92677" y="15593"/>
                </a:cubicBezTo>
                <a:cubicBezTo>
                  <a:pt x="92699" y="15615"/>
                  <a:pt x="92781" y="15636"/>
                  <a:pt x="92849" y="15636"/>
                </a:cubicBezTo>
                <a:cubicBezTo>
                  <a:pt x="92877" y="15636"/>
                  <a:pt x="92903" y="15633"/>
                  <a:pt x="92921" y="15624"/>
                </a:cubicBezTo>
                <a:cubicBezTo>
                  <a:pt x="92951" y="15624"/>
                  <a:pt x="93103" y="15532"/>
                  <a:pt x="93133" y="15532"/>
                </a:cubicBezTo>
                <a:cubicBezTo>
                  <a:pt x="93255" y="15563"/>
                  <a:pt x="93376" y="15563"/>
                  <a:pt x="93528" y="15593"/>
                </a:cubicBezTo>
                <a:cubicBezTo>
                  <a:pt x="93570" y="15572"/>
                  <a:pt x="93728" y="15537"/>
                  <a:pt x="93842" y="15537"/>
                </a:cubicBezTo>
                <a:cubicBezTo>
                  <a:pt x="93893" y="15537"/>
                  <a:pt x="93935" y="15544"/>
                  <a:pt x="93954" y="15563"/>
                </a:cubicBezTo>
                <a:cubicBezTo>
                  <a:pt x="93960" y="15569"/>
                  <a:pt x="93969" y="15571"/>
                  <a:pt x="93980" y="15571"/>
                </a:cubicBezTo>
                <a:cubicBezTo>
                  <a:pt x="94029" y="15571"/>
                  <a:pt x="94118" y="15527"/>
                  <a:pt x="94167" y="15502"/>
                </a:cubicBezTo>
                <a:lnTo>
                  <a:pt x="94471" y="15380"/>
                </a:lnTo>
                <a:lnTo>
                  <a:pt x="94471" y="15441"/>
                </a:lnTo>
                <a:lnTo>
                  <a:pt x="94471" y="15654"/>
                </a:lnTo>
                <a:cubicBezTo>
                  <a:pt x="94611" y="15598"/>
                  <a:pt x="94881" y="15438"/>
                  <a:pt x="94970" y="15438"/>
                </a:cubicBezTo>
                <a:cubicBezTo>
                  <a:pt x="94977" y="15438"/>
                  <a:pt x="94983" y="15439"/>
                  <a:pt x="94987" y="15441"/>
                </a:cubicBezTo>
                <a:cubicBezTo>
                  <a:pt x="95109" y="15472"/>
                  <a:pt x="95261" y="15472"/>
                  <a:pt x="95383" y="15472"/>
                </a:cubicBezTo>
                <a:cubicBezTo>
                  <a:pt x="95474" y="15472"/>
                  <a:pt x="95595" y="15502"/>
                  <a:pt x="95687" y="15532"/>
                </a:cubicBezTo>
                <a:cubicBezTo>
                  <a:pt x="95713" y="15532"/>
                  <a:pt x="96051" y="15465"/>
                  <a:pt x="96243" y="15465"/>
                </a:cubicBezTo>
                <a:cubicBezTo>
                  <a:pt x="96275" y="15465"/>
                  <a:pt x="96303" y="15467"/>
                  <a:pt x="96325" y="15472"/>
                </a:cubicBezTo>
                <a:cubicBezTo>
                  <a:pt x="96446" y="15502"/>
                  <a:pt x="96598" y="15502"/>
                  <a:pt x="96720" y="15502"/>
                </a:cubicBezTo>
                <a:lnTo>
                  <a:pt x="96902" y="15502"/>
                </a:lnTo>
                <a:cubicBezTo>
                  <a:pt x="96994" y="15487"/>
                  <a:pt x="97085" y="15479"/>
                  <a:pt x="97176" y="15479"/>
                </a:cubicBezTo>
                <a:cubicBezTo>
                  <a:pt x="97267" y="15479"/>
                  <a:pt x="97358" y="15487"/>
                  <a:pt x="97450" y="15502"/>
                </a:cubicBezTo>
                <a:lnTo>
                  <a:pt x="97601" y="15411"/>
                </a:lnTo>
                <a:lnTo>
                  <a:pt x="97723" y="15350"/>
                </a:lnTo>
                <a:cubicBezTo>
                  <a:pt x="97905" y="15350"/>
                  <a:pt x="98088" y="15289"/>
                  <a:pt x="98270" y="15198"/>
                </a:cubicBezTo>
                <a:cubicBezTo>
                  <a:pt x="98273" y="15195"/>
                  <a:pt x="98277" y="15193"/>
                  <a:pt x="98281" y="15193"/>
                </a:cubicBezTo>
                <a:cubicBezTo>
                  <a:pt x="98313" y="15193"/>
                  <a:pt x="98365" y="15296"/>
                  <a:pt x="98392" y="15350"/>
                </a:cubicBezTo>
                <a:cubicBezTo>
                  <a:pt x="98392" y="15353"/>
                  <a:pt x="98393" y="15354"/>
                  <a:pt x="98396" y="15354"/>
                </a:cubicBezTo>
                <a:cubicBezTo>
                  <a:pt x="98423" y="15354"/>
                  <a:pt x="98580" y="15223"/>
                  <a:pt x="98635" y="15168"/>
                </a:cubicBezTo>
                <a:cubicBezTo>
                  <a:pt x="98653" y="15150"/>
                  <a:pt x="98673" y="15143"/>
                  <a:pt x="98693" y="15143"/>
                </a:cubicBezTo>
                <a:cubicBezTo>
                  <a:pt x="98741" y="15143"/>
                  <a:pt x="98787" y="15186"/>
                  <a:pt x="98787" y="15228"/>
                </a:cubicBezTo>
                <a:cubicBezTo>
                  <a:pt x="98787" y="15289"/>
                  <a:pt x="99060" y="15289"/>
                  <a:pt x="99152" y="15289"/>
                </a:cubicBezTo>
                <a:cubicBezTo>
                  <a:pt x="99243" y="15289"/>
                  <a:pt x="99243" y="15168"/>
                  <a:pt x="99152" y="15016"/>
                </a:cubicBezTo>
                <a:lnTo>
                  <a:pt x="99364" y="14985"/>
                </a:lnTo>
                <a:lnTo>
                  <a:pt x="99592" y="14928"/>
                </a:lnTo>
                <a:lnTo>
                  <a:pt x="99592" y="14928"/>
                </a:lnTo>
                <a:cubicBezTo>
                  <a:pt x="99594" y="14936"/>
                  <a:pt x="99598" y="14944"/>
                  <a:pt x="99604" y="14951"/>
                </a:cubicBezTo>
                <a:lnTo>
                  <a:pt x="99604" y="14951"/>
                </a:lnTo>
                <a:cubicBezTo>
                  <a:pt x="99605" y="14943"/>
                  <a:pt x="99606" y="14934"/>
                  <a:pt x="99608" y="14925"/>
                </a:cubicBezTo>
                <a:lnTo>
                  <a:pt x="99608" y="14925"/>
                </a:lnTo>
                <a:lnTo>
                  <a:pt x="99592" y="14928"/>
                </a:lnTo>
                <a:lnTo>
                  <a:pt x="99592" y="14928"/>
                </a:lnTo>
                <a:cubicBezTo>
                  <a:pt x="99579" y="14871"/>
                  <a:pt x="99677" y="14803"/>
                  <a:pt x="99729" y="14803"/>
                </a:cubicBezTo>
                <a:cubicBezTo>
                  <a:pt x="99760" y="14803"/>
                  <a:pt x="99729" y="14590"/>
                  <a:pt x="99790" y="14560"/>
                </a:cubicBezTo>
                <a:cubicBezTo>
                  <a:pt x="99798" y="14556"/>
                  <a:pt x="99807" y="14554"/>
                  <a:pt x="99815" y="14554"/>
                </a:cubicBezTo>
                <a:cubicBezTo>
                  <a:pt x="99867" y="14554"/>
                  <a:pt x="99912" y="14625"/>
                  <a:pt x="99912" y="14651"/>
                </a:cubicBezTo>
                <a:cubicBezTo>
                  <a:pt x="99917" y="14656"/>
                  <a:pt x="99926" y="14659"/>
                  <a:pt x="99940" y="14659"/>
                </a:cubicBezTo>
                <a:cubicBezTo>
                  <a:pt x="100005" y="14659"/>
                  <a:pt x="100161" y="14600"/>
                  <a:pt x="100337" y="14499"/>
                </a:cubicBezTo>
                <a:lnTo>
                  <a:pt x="100337" y="14256"/>
                </a:lnTo>
                <a:lnTo>
                  <a:pt x="100337" y="14043"/>
                </a:lnTo>
                <a:cubicBezTo>
                  <a:pt x="100307" y="13861"/>
                  <a:pt x="100246" y="13709"/>
                  <a:pt x="100094" y="13557"/>
                </a:cubicBezTo>
                <a:cubicBezTo>
                  <a:pt x="100064" y="13526"/>
                  <a:pt x="100094" y="13466"/>
                  <a:pt x="100185" y="13374"/>
                </a:cubicBezTo>
                <a:lnTo>
                  <a:pt x="100307" y="13374"/>
                </a:lnTo>
                <a:cubicBezTo>
                  <a:pt x="100367" y="13466"/>
                  <a:pt x="100428" y="13466"/>
                  <a:pt x="100428" y="13466"/>
                </a:cubicBezTo>
                <a:cubicBezTo>
                  <a:pt x="100519" y="13344"/>
                  <a:pt x="100611" y="13283"/>
                  <a:pt x="100702" y="13192"/>
                </a:cubicBezTo>
                <a:lnTo>
                  <a:pt x="100945" y="13040"/>
                </a:lnTo>
                <a:lnTo>
                  <a:pt x="100945" y="13010"/>
                </a:lnTo>
                <a:cubicBezTo>
                  <a:pt x="100945" y="12933"/>
                  <a:pt x="100687" y="12813"/>
                  <a:pt x="100533" y="12813"/>
                </a:cubicBezTo>
                <a:cubicBezTo>
                  <a:pt x="100504" y="12813"/>
                  <a:pt x="100478" y="12818"/>
                  <a:pt x="100459" y="12827"/>
                </a:cubicBezTo>
                <a:lnTo>
                  <a:pt x="100398" y="12827"/>
                </a:lnTo>
                <a:cubicBezTo>
                  <a:pt x="100367" y="12888"/>
                  <a:pt x="100337" y="12979"/>
                  <a:pt x="100337" y="13070"/>
                </a:cubicBezTo>
                <a:lnTo>
                  <a:pt x="100246" y="13101"/>
                </a:lnTo>
                <a:cubicBezTo>
                  <a:pt x="100185" y="13101"/>
                  <a:pt x="100094" y="13101"/>
                  <a:pt x="100064" y="13070"/>
                </a:cubicBezTo>
                <a:cubicBezTo>
                  <a:pt x="100033" y="13010"/>
                  <a:pt x="100033" y="12949"/>
                  <a:pt x="100064" y="12918"/>
                </a:cubicBezTo>
                <a:cubicBezTo>
                  <a:pt x="100094" y="12858"/>
                  <a:pt x="100124" y="12827"/>
                  <a:pt x="100185" y="12797"/>
                </a:cubicBezTo>
                <a:lnTo>
                  <a:pt x="100337" y="12706"/>
                </a:lnTo>
                <a:cubicBezTo>
                  <a:pt x="100550" y="12614"/>
                  <a:pt x="100459" y="12523"/>
                  <a:pt x="100398" y="12493"/>
                </a:cubicBezTo>
                <a:cubicBezTo>
                  <a:pt x="100307" y="12493"/>
                  <a:pt x="100307" y="12341"/>
                  <a:pt x="100337" y="12280"/>
                </a:cubicBezTo>
                <a:cubicBezTo>
                  <a:pt x="100367" y="12250"/>
                  <a:pt x="100185" y="12189"/>
                  <a:pt x="100155" y="12189"/>
                </a:cubicBezTo>
                <a:cubicBezTo>
                  <a:pt x="100094" y="12159"/>
                  <a:pt x="100155" y="12067"/>
                  <a:pt x="100185" y="12037"/>
                </a:cubicBezTo>
                <a:cubicBezTo>
                  <a:pt x="100216" y="12007"/>
                  <a:pt x="100185" y="11915"/>
                  <a:pt x="100124" y="11855"/>
                </a:cubicBezTo>
                <a:lnTo>
                  <a:pt x="100003" y="11915"/>
                </a:lnTo>
                <a:cubicBezTo>
                  <a:pt x="99957" y="11961"/>
                  <a:pt x="99896" y="11984"/>
                  <a:pt x="99832" y="11984"/>
                </a:cubicBezTo>
                <a:cubicBezTo>
                  <a:pt x="99767" y="11984"/>
                  <a:pt x="99699" y="11961"/>
                  <a:pt x="99638" y="11915"/>
                </a:cubicBezTo>
                <a:cubicBezTo>
                  <a:pt x="99632" y="11909"/>
                  <a:pt x="99625" y="11907"/>
                  <a:pt x="99617" y="11907"/>
                </a:cubicBezTo>
                <a:cubicBezTo>
                  <a:pt x="99586" y="11907"/>
                  <a:pt x="99547" y="11946"/>
                  <a:pt x="99547" y="11946"/>
                </a:cubicBezTo>
                <a:cubicBezTo>
                  <a:pt x="99542" y="11950"/>
                  <a:pt x="99536" y="11952"/>
                  <a:pt x="99529" y="11952"/>
                </a:cubicBezTo>
                <a:cubicBezTo>
                  <a:pt x="99484" y="11952"/>
                  <a:pt x="99390" y="11885"/>
                  <a:pt x="99364" y="11885"/>
                </a:cubicBezTo>
                <a:lnTo>
                  <a:pt x="99121" y="11885"/>
                </a:lnTo>
                <a:cubicBezTo>
                  <a:pt x="99060" y="11855"/>
                  <a:pt x="99000" y="11763"/>
                  <a:pt x="98969" y="11703"/>
                </a:cubicBezTo>
                <a:cubicBezTo>
                  <a:pt x="98951" y="11667"/>
                  <a:pt x="98934" y="11652"/>
                  <a:pt x="98910" y="11652"/>
                </a:cubicBezTo>
                <a:cubicBezTo>
                  <a:pt x="98893" y="11652"/>
                  <a:pt x="98873" y="11660"/>
                  <a:pt x="98848" y="11672"/>
                </a:cubicBezTo>
                <a:lnTo>
                  <a:pt x="98817" y="11703"/>
                </a:lnTo>
                <a:cubicBezTo>
                  <a:pt x="98787" y="11794"/>
                  <a:pt x="98726" y="11855"/>
                  <a:pt x="98696" y="11915"/>
                </a:cubicBezTo>
                <a:cubicBezTo>
                  <a:pt x="98681" y="11931"/>
                  <a:pt x="98658" y="11938"/>
                  <a:pt x="98635" y="11938"/>
                </a:cubicBezTo>
                <a:cubicBezTo>
                  <a:pt x="98612" y="11938"/>
                  <a:pt x="98589" y="11931"/>
                  <a:pt x="98574" y="11915"/>
                </a:cubicBezTo>
                <a:cubicBezTo>
                  <a:pt x="98513" y="11915"/>
                  <a:pt x="98513" y="11824"/>
                  <a:pt x="98513" y="11824"/>
                </a:cubicBezTo>
                <a:cubicBezTo>
                  <a:pt x="98696" y="11703"/>
                  <a:pt x="98605" y="11520"/>
                  <a:pt x="98605" y="11399"/>
                </a:cubicBezTo>
                <a:cubicBezTo>
                  <a:pt x="98516" y="11386"/>
                  <a:pt x="98433" y="11379"/>
                  <a:pt x="98351" y="11379"/>
                </a:cubicBezTo>
                <a:cubicBezTo>
                  <a:pt x="98235" y="11379"/>
                  <a:pt x="98121" y="11393"/>
                  <a:pt x="97997" y="11429"/>
                </a:cubicBezTo>
                <a:lnTo>
                  <a:pt x="97814" y="11459"/>
                </a:lnTo>
                <a:lnTo>
                  <a:pt x="97784" y="11459"/>
                </a:lnTo>
                <a:cubicBezTo>
                  <a:pt x="97781" y="11462"/>
                  <a:pt x="97778" y="11463"/>
                  <a:pt x="97774" y="11463"/>
                </a:cubicBezTo>
                <a:cubicBezTo>
                  <a:pt x="97738" y="11463"/>
                  <a:pt x="97660" y="11332"/>
                  <a:pt x="97632" y="11277"/>
                </a:cubicBezTo>
                <a:cubicBezTo>
                  <a:pt x="97622" y="11258"/>
                  <a:pt x="97595" y="11251"/>
                  <a:pt x="97561" y="11251"/>
                </a:cubicBezTo>
                <a:cubicBezTo>
                  <a:pt x="97484" y="11251"/>
                  <a:pt x="97370" y="11286"/>
                  <a:pt x="97328" y="11307"/>
                </a:cubicBezTo>
                <a:lnTo>
                  <a:pt x="97054" y="11429"/>
                </a:lnTo>
                <a:lnTo>
                  <a:pt x="97024" y="11429"/>
                </a:lnTo>
                <a:lnTo>
                  <a:pt x="96994" y="11399"/>
                </a:lnTo>
                <a:cubicBezTo>
                  <a:pt x="96983" y="11377"/>
                  <a:pt x="96957" y="11367"/>
                  <a:pt x="96921" y="11367"/>
                </a:cubicBezTo>
                <a:cubicBezTo>
                  <a:pt x="96856" y="11367"/>
                  <a:pt x="96757" y="11401"/>
                  <a:pt x="96659" y="11459"/>
                </a:cubicBezTo>
                <a:cubicBezTo>
                  <a:pt x="96623" y="11414"/>
                  <a:pt x="96586" y="11398"/>
                  <a:pt x="96549" y="11398"/>
                </a:cubicBezTo>
                <a:cubicBezTo>
                  <a:pt x="96474" y="11398"/>
                  <a:pt x="96399" y="11463"/>
                  <a:pt x="96323" y="11463"/>
                </a:cubicBezTo>
                <a:cubicBezTo>
                  <a:pt x="96314" y="11463"/>
                  <a:pt x="96304" y="11462"/>
                  <a:pt x="96294" y="11459"/>
                </a:cubicBezTo>
                <a:cubicBezTo>
                  <a:pt x="96234" y="11459"/>
                  <a:pt x="96203" y="11459"/>
                  <a:pt x="96173" y="11520"/>
                </a:cubicBezTo>
                <a:lnTo>
                  <a:pt x="96173" y="11551"/>
                </a:lnTo>
                <a:cubicBezTo>
                  <a:pt x="96203" y="11581"/>
                  <a:pt x="96446" y="11611"/>
                  <a:pt x="96446" y="11672"/>
                </a:cubicBezTo>
                <a:cubicBezTo>
                  <a:pt x="96446" y="11717"/>
                  <a:pt x="96463" y="11745"/>
                  <a:pt x="96483" y="11745"/>
                </a:cubicBezTo>
                <a:cubicBezTo>
                  <a:pt x="96491" y="11745"/>
                  <a:pt x="96499" y="11741"/>
                  <a:pt x="96507" y="11733"/>
                </a:cubicBezTo>
                <a:lnTo>
                  <a:pt x="96507" y="11703"/>
                </a:lnTo>
                <a:cubicBezTo>
                  <a:pt x="96507" y="11617"/>
                  <a:pt x="96492" y="11531"/>
                  <a:pt x="96558" y="11531"/>
                </a:cubicBezTo>
                <a:cubicBezTo>
                  <a:pt x="96586" y="11531"/>
                  <a:pt x="96627" y="11545"/>
                  <a:pt x="96690" y="11581"/>
                </a:cubicBezTo>
                <a:lnTo>
                  <a:pt x="96872" y="11581"/>
                </a:lnTo>
                <a:cubicBezTo>
                  <a:pt x="96994" y="11581"/>
                  <a:pt x="97085" y="11611"/>
                  <a:pt x="97206" y="11672"/>
                </a:cubicBezTo>
                <a:lnTo>
                  <a:pt x="97298" y="11733"/>
                </a:lnTo>
                <a:cubicBezTo>
                  <a:pt x="97298" y="11763"/>
                  <a:pt x="97237" y="11824"/>
                  <a:pt x="97206" y="11824"/>
                </a:cubicBezTo>
                <a:cubicBezTo>
                  <a:pt x="97201" y="11830"/>
                  <a:pt x="97194" y="11832"/>
                  <a:pt x="97185" y="11832"/>
                </a:cubicBezTo>
                <a:cubicBezTo>
                  <a:pt x="97144" y="11832"/>
                  <a:pt x="97069" y="11778"/>
                  <a:pt x="96994" y="11703"/>
                </a:cubicBezTo>
                <a:lnTo>
                  <a:pt x="96963" y="11703"/>
                </a:lnTo>
                <a:lnTo>
                  <a:pt x="96720" y="11794"/>
                </a:lnTo>
                <a:cubicBezTo>
                  <a:pt x="96586" y="11844"/>
                  <a:pt x="96452" y="11867"/>
                  <a:pt x="96318" y="11867"/>
                </a:cubicBezTo>
                <a:cubicBezTo>
                  <a:pt x="96209" y="11867"/>
                  <a:pt x="96100" y="11852"/>
                  <a:pt x="95991" y="11824"/>
                </a:cubicBezTo>
                <a:cubicBezTo>
                  <a:pt x="95930" y="11794"/>
                  <a:pt x="96051" y="11490"/>
                  <a:pt x="95930" y="11459"/>
                </a:cubicBezTo>
                <a:cubicBezTo>
                  <a:pt x="95901" y="11452"/>
                  <a:pt x="95874" y="11448"/>
                  <a:pt x="95849" y="11448"/>
                </a:cubicBezTo>
                <a:cubicBezTo>
                  <a:pt x="95767" y="11448"/>
                  <a:pt x="95703" y="11488"/>
                  <a:pt x="95656" y="11581"/>
                </a:cubicBezTo>
                <a:cubicBezTo>
                  <a:pt x="95656" y="11590"/>
                  <a:pt x="95643" y="11594"/>
                  <a:pt x="95623" y="11594"/>
                </a:cubicBezTo>
                <a:cubicBezTo>
                  <a:pt x="95575" y="11594"/>
                  <a:pt x="95486" y="11572"/>
                  <a:pt x="95443" y="11551"/>
                </a:cubicBezTo>
                <a:cubicBezTo>
                  <a:pt x="95413" y="11490"/>
                  <a:pt x="95383" y="11399"/>
                  <a:pt x="95413" y="11338"/>
                </a:cubicBezTo>
                <a:lnTo>
                  <a:pt x="95413" y="11338"/>
                </a:lnTo>
                <a:lnTo>
                  <a:pt x="95322" y="11368"/>
                </a:lnTo>
                <a:lnTo>
                  <a:pt x="95018" y="11520"/>
                </a:lnTo>
                <a:cubicBezTo>
                  <a:pt x="94744" y="11459"/>
                  <a:pt x="94501" y="11429"/>
                  <a:pt x="94228" y="11429"/>
                </a:cubicBezTo>
                <a:cubicBezTo>
                  <a:pt x="94167" y="11490"/>
                  <a:pt x="94136" y="11581"/>
                  <a:pt x="94136" y="11672"/>
                </a:cubicBezTo>
                <a:lnTo>
                  <a:pt x="93984" y="11611"/>
                </a:lnTo>
                <a:cubicBezTo>
                  <a:pt x="93924" y="11581"/>
                  <a:pt x="93924" y="11490"/>
                  <a:pt x="93893" y="11399"/>
                </a:cubicBezTo>
                <a:cubicBezTo>
                  <a:pt x="93832" y="11459"/>
                  <a:pt x="93772" y="11520"/>
                  <a:pt x="93711" y="11581"/>
                </a:cubicBezTo>
                <a:cubicBezTo>
                  <a:pt x="93649" y="11643"/>
                  <a:pt x="93671" y="11732"/>
                  <a:pt x="93729" y="11793"/>
                </a:cubicBezTo>
                <a:lnTo>
                  <a:pt x="93729" y="11793"/>
                </a:lnTo>
                <a:cubicBezTo>
                  <a:pt x="93750" y="11772"/>
                  <a:pt x="93773" y="11753"/>
                  <a:pt x="93802" y="11733"/>
                </a:cubicBezTo>
                <a:cubicBezTo>
                  <a:pt x="93832" y="11733"/>
                  <a:pt x="93863" y="11794"/>
                  <a:pt x="93863" y="11855"/>
                </a:cubicBezTo>
                <a:lnTo>
                  <a:pt x="94015" y="11855"/>
                </a:lnTo>
                <a:lnTo>
                  <a:pt x="94197" y="11794"/>
                </a:lnTo>
                <a:cubicBezTo>
                  <a:pt x="94254" y="11786"/>
                  <a:pt x="94311" y="11782"/>
                  <a:pt x="94361" y="11782"/>
                </a:cubicBezTo>
                <a:cubicBezTo>
                  <a:pt x="94498" y="11782"/>
                  <a:pt x="94582" y="11810"/>
                  <a:pt x="94471" y="11855"/>
                </a:cubicBezTo>
                <a:cubicBezTo>
                  <a:pt x="94427" y="11872"/>
                  <a:pt x="94313" y="11894"/>
                  <a:pt x="94168" y="11918"/>
                </a:cubicBezTo>
                <a:lnTo>
                  <a:pt x="94168" y="11918"/>
                </a:lnTo>
                <a:cubicBezTo>
                  <a:pt x="94059" y="11901"/>
                  <a:pt x="93948" y="11880"/>
                  <a:pt x="93832" y="11855"/>
                </a:cubicBezTo>
                <a:cubicBezTo>
                  <a:pt x="93793" y="11845"/>
                  <a:pt x="93757" y="11822"/>
                  <a:pt x="93729" y="11793"/>
                </a:cubicBezTo>
                <a:lnTo>
                  <a:pt x="93729" y="11793"/>
                </a:lnTo>
                <a:cubicBezTo>
                  <a:pt x="93685" y="11836"/>
                  <a:pt x="93651" y="11884"/>
                  <a:pt x="93589" y="11946"/>
                </a:cubicBezTo>
                <a:lnTo>
                  <a:pt x="93559" y="12007"/>
                </a:lnTo>
                <a:cubicBezTo>
                  <a:pt x="93559" y="12007"/>
                  <a:pt x="93560" y="12008"/>
                  <a:pt x="93560" y="12008"/>
                </a:cubicBezTo>
                <a:lnTo>
                  <a:pt x="93560" y="12008"/>
                </a:lnTo>
                <a:cubicBezTo>
                  <a:pt x="93753" y="11981"/>
                  <a:pt x="93984" y="11948"/>
                  <a:pt x="94168" y="11918"/>
                </a:cubicBezTo>
                <a:lnTo>
                  <a:pt x="94168" y="11918"/>
                </a:lnTo>
                <a:cubicBezTo>
                  <a:pt x="94318" y="11941"/>
                  <a:pt x="94465" y="11959"/>
                  <a:pt x="94623" y="11976"/>
                </a:cubicBezTo>
                <a:lnTo>
                  <a:pt x="94532" y="12037"/>
                </a:lnTo>
                <a:lnTo>
                  <a:pt x="94319" y="12128"/>
                </a:lnTo>
                <a:cubicBezTo>
                  <a:pt x="94319" y="12010"/>
                  <a:pt x="94246" y="11966"/>
                  <a:pt x="94199" y="11966"/>
                </a:cubicBezTo>
                <a:cubicBezTo>
                  <a:pt x="94185" y="11966"/>
                  <a:pt x="94174" y="11969"/>
                  <a:pt x="94167" y="11976"/>
                </a:cubicBezTo>
                <a:cubicBezTo>
                  <a:pt x="94167" y="12005"/>
                  <a:pt x="93981" y="12192"/>
                  <a:pt x="93858" y="12192"/>
                </a:cubicBezTo>
                <a:cubicBezTo>
                  <a:pt x="93849" y="12192"/>
                  <a:pt x="93840" y="12191"/>
                  <a:pt x="93832" y="12189"/>
                </a:cubicBezTo>
                <a:cubicBezTo>
                  <a:pt x="93742" y="12159"/>
                  <a:pt x="93622" y="12069"/>
                  <a:pt x="93560" y="12008"/>
                </a:cubicBezTo>
                <a:lnTo>
                  <a:pt x="93560" y="12008"/>
                </a:lnTo>
                <a:cubicBezTo>
                  <a:pt x="93375" y="12035"/>
                  <a:pt x="93226" y="12057"/>
                  <a:pt x="93194" y="12067"/>
                </a:cubicBezTo>
                <a:cubicBezTo>
                  <a:pt x="93183" y="12070"/>
                  <a:pt x="93175" y="12071"/>
                  <a:pt x="93169" y="12071"/>
                </a:cubicBezTo>
                <a:cubicBezTo>
                  <a:pt x="93104" y="12071"/>
                  <a:pt x="93260" y="11940"/>
                  <a:pt x="93316" y="11885"/>
                </a:cubicBezTo>
                <a:cubicBezTo>
                  <a:pt x="93373" y="11856"/>
                  <a:pt x="93185" y="11609"/>
                  <a:pt x="93062" y="11609"/>
                </a:cubicBezTo>
                <a:cubicBezTo>
                  <a:pt x="93055" y="11609"/>
                  <a:pt x="93049" y="11610"/>
                  <a:pt x="93042" y="11611"/>
                </a:cubicBezTo>
                <a:cubicBezTo>
                  <a:pt x="92921" y="11611"/>
                  <a:pt x="92860" y="11490"/>
                  <a:pt x="92890" y="11277"/>
                </a:cubicBezTo>
                <a:lnTo>
                  <a:pt x="92921" y="11247"/>
                </a:lnTo>
                <a:cubicBezTo>
                  <a:pt x="92981" y="11216"/>
                  <a:pt x="92981" y="11125"/>
                  <a:pt x="92981" y="11095"/>
                </a:cubicBezTo>
                <a:lnTo>
                  <a:pt x="92921" y="11034"/>
                </a:lnTo>
                <a:cubicBezTo>
                  <a:pt x="92884" y="10997"/>
                  <a:pt x="92839" y="10983"/>
                  <a:pt x="92793" y="10983"/>
                </a:cubicBezTo>
                <a:cubicBezTo>
                  <a:pt x="92685" y="10983"/>
                  <a:pt x="92568" y="11061"/>
                  <a:pt x="92525" y="11125"/>
                </a:cubicBezTo>
                <a:cubicBezTo>
                  <a:pt x="92519" y="11149"/>
                  <a:pt x="92516" y="11173"/>
                  <a:pt x="92515" y="11196"/>
                </a:cubicBezTo>
                <a:lnTo>
                  <a:pt x="92515" y="11196"/>
                </a:lnTo>
                <a:cubicBezTo>
                  <a:pt x="92529" y="11194"/>
                  <a:pt x="92542" y="11193"/>
                  <a:pt x="92556" y="11193"/>
                </a:cubicBezTo>
                <a:cubicBezTo>
                  <a:pt x="92594" y="11193"/>
                  <a:pt x="92632" y="11201"/>
                  <a:pt x="92677" y="11216"/>
                </a:cubicBezTo>
                <a:lnTo>
                  <a:pt x="92677" y="11247"/>
                </a:lnTo>
                <a:cubicBezTo>
                  <a:pt x="92677" y="11277"/>
                  <a:pt x="92647" y="11338"/>
                  <a:pt x="92617" y="11338"/>
                </a:cubicBezTo>
                <a:lnTo>
                  <a:pt x="92556" y="11338"/>
                </a:lnTo>
                <a:cubicBezTo>
                  <a:pt x="92543" y="11321"/>
                  <a:pt x="92532" y="11306"/>
                  <a:pt x="92522" y="11290"/>
                </a:cubicBezTo>
                <a:lnTo>
                  <a:pt x="92522" y="11290"/>
                </a:lnTo>
                <a:cubicBezTo>
                  <a:pt x="92536" y="11352"/>
                  <a:pt x="92567" y="11410"/>
                  <a:pt x="92617" y="11459"/>
                </a:cubicBezTo>
                <a:lnTo>
                  <a:pt x="92434" y="11642"/>
                </a:lnTo>
                <a:lnTo>
                  <a:pt x="92039" y="11429"/>
                </a:lnTo>
                <a:lnTo>
                  <a:pt x="91796" y="11338"/>
                </a:lnTo>
                <a:cubicBezTo>
                  <a:pt x="91674" y="11459"/>
                  <a:pt x="91553" y="11520"/>
                  <a:pt x="91370" y="11551"/>
                </a:cubicBezTo>
                <a:lnTo>
                  <a:pt x="91340" y="11520"/>
                </a:lnTo>
                <a:lnTo>
                  <a:pt x="91249" y="11429"/>
                </a:lnTo>
                <a:cubicBezTo>
                  <a:pt x="91401" y="11277"/>
                  <a:pt x="91614" y="11186"/>
                  <a:pt x="91857" y="11155"/>
                </a:cubicBezTo>
                <a:lnTo>
                  <a:pt x="92039" y="11216"/>
                </a:lnTo>
                <a:cubicBezTo>
                  <a:pt x="92061" y="11221"/>
                  <a:pt x="92082" y="11223"/>
                  <a:pt x="92100" y="11223"/>
                </a:cubicBezTo>
                <a:cubicBezTo>
                  <a:pt x="92191" y="11223"/>
                  <a:pt x="92245" y="11180"/>
                  <a:pt x="92305" y="11180"/>
                </a:cubicBezTo>
                <a:cubicBezTo>
                  <a:pt x="92317" y="11180"/>
                  <a:pt x="92330" y="11181"/>
                  <a:pt x="92343" y="11186"/>
                </a:cubicBezTo>
                <a:lnTo>
                  <a:pt x="92434" y="11216"/>
                </a:lnTo>
                <a:cubicBezTo>
                  <a:pt x="92448" y="11212"/>
                  <a:pt x="92462" y="11208"/>
                  <a:pt x="92474" y="11204"/>
                </a:cubicBezTo>
                <a:lnTo>
                  <a:pt x="92474" y="11204"/>
                </a:lnTo>
                <a:cubicBezTo>
                  <a:pt x="92487" y="11232"/>
                  <a:pt x="92503" y="11260"/>
                  <a:pt x="92522" y="11290"/>
                </a:cubicBezTo>
                <a:lnTo>
                  <a:pt x="92522" y="11290"/>
                </a:lnTo>
                <a:cubicBezTo>
                  <a:pt x="92515" y="11260"/>
                  <a:pt x="92513" y="11228"/>
                  <a:pt x="92515" y="11196"/>
                </a:cubicBezTo>
                <a:lnTo>
                  <a:pt x="92515" y="11196"/>
                </a:lnTo>
                <a:cubicBezTo>
                  <a:pt x="92502" y="11198"/>
                  <a:pt x="92488" y="11201"/>
                  <a:pt x="92474" y="11204"/>
                </a:cubicBezTo>
                <a:lnTo>
                  <a:pt x="92474" y="11204"/>
                </a:lnTo>
                <a:cubicBezTo>
                  <a:pt x="92445" y="11140"/>
                  <a:pt x="92434" y="11077"/>
                  <a:pt x="92434" y="11004"/>
                </a:cubicBezTo>
                <a:lnTo>
                  <a:pt x="92343" y="10943"/>
                </a:lnTo>
                <a:lnTo>
                  <a:pt x="92313" y="10912"/>
                </a:lnTo>
                <a:cubicBezTo>
                  <a:pt x="92221" y="10943"/>
                  <a:pt x="92130" y="10973"/>
                  <a:pt x="92069" y="11064"/>
                </a:cubicBezTo>
                <a:lnTo>
                  <a:pt x="91948" y="11064"/>
                </a:lnTo>
                <a:lnTo>
                  <a:pt x="91674" y="11095"/>
                </a:lnTo>
                <a:cubicBezTo>
                  <a:pt x="91401" y="10943"/>
                  <a:pt x="91370" y="10791"/>
                  <a:pt x="91614" y="10791"/>
                </a:cubicBezTo>
                <a:lnTo>
                  <a:pt x="91917" y="10791"/>
                </a:lnTo>
                <a:cubicBezTo>
                  <a:pt x="92009" y="10730"/>
                  <a:pt x="92039" y="10608"/>
                  <a:pt x="92069" y="10517"/>
                </a:cubicBezTo>
                <a:lnTo>
                  <a:pt x="92069" y="10426"/>
                </a:lnTo>
                <a:cubicBezTo>
                  <a:pt x="92069" y="10365"/>
                  <a:pt x="92039" y="10335"/>
                  <a:pt x="91978" y="10335"/>
                </a:cubicBezTo>
                <a:lnTo>
                  <a:pt x="91796" y="10335"/>
                </a:lnTo>
                <a:lnTo>
                  <a:pt x="91705" y="10274"/>
                </a:lnTo>
                <a:cubicBezTo>
                  <a:pt x="91669" y="10283"/>
                  <a:pt x="91633" y="10287"/>
                  <a:pt x="91599" y="10287"/>
                </a:cubicBezTo>
                <a:cubicBezTo>
                  <a:pt x="91515" y="10287"/>
                  <a:pt x="91435" y="10265"/>
                  <a:pt x="91370" y="10244"/>
                </a:cubicBezTo>
                <a:lnTo>
                  <a:pt x="91279" y="10213"/>
                </a:lnTo>
                <a:lnTo>
                  <a:pt x="91249" y="10213"/>
                </a:lnTo>
                <a:cubicBezTo>
                  <a:pt x="91218" y="10213"/>
                  <a:pt x="91006" y="10335"/>
                  <a:pt x="90914" y="10335"/>
                </a:cubicBezTo>
                <a:cubicBezTo>
                  <a:pt x="90762" y="10274"/>
                  <a:pt x="90610" y="10274"/>
                  <a:pt x="90458" y="10274"/>
                </a:cubicBezTo>
                <a:lnTo>
                  <a:pt x="90307" y="10365"/>
                </a:lnTo>
                <a:lnTo>
                  <a:pt x="90276" y="10396"/>
                </a:lnTo>
                <a:cubicBezTo>
                  <a:pt x="90185" y="10365"/>
                  <a:pt x="90215" y="10274"/>
                  <a:pt x="90337" y="10183"/>
                </a:cubicBezTo>
                <a:lnTo>
                  <a:pt x="90458" y="10183"/>
                </a:lnTo>
                <a:cubicBezTo>
                  <a:pt x="90489" y="10152"/>
                  <a:pt x="90337" y="10122"/>
                  <a:pt x="90307" y="10122"/>
                </a:cubicBezTo>
                <a:cubicBezTo>
                  <a:pt x="90246" y="10092"/>
                  <a:pt x="90246" y="10031"/>
                  <a:pt x="90246" y="10000"/>
                </a:cubicBezTo>
                <a:cubicBezTo>
                  <a:pt x="90276" y="9970"/>
                  <a:pt x="90215" y="9970"/>
                  <a:pt x="90124" y="9970"/>
                </a:cubicBezTo>
                <a:lnTo>
                  <a:pt x="90124" y="10000"/>
                </a:lnTo>
                <a:lnTo>
                  <a:pt x="90094" y="10061"/>
                </a:lnTo>
                <a:cubicBezTo>
                  <a:pt x="90094" y="10082"/>
                  <a:pt x="90078" y="10090"/>
                  <a:pt x="90053" y="10090"/>
                </a:cubicBezTo>
                <a:cubicBezTo>
                  <a:pt x="89966" y="10090"/>
                  <a:pt x="89762" y="9994"/>
                  <a:pt x="89668" y="9970"/>
                </a:cubicBezTo>
                <a:cubicBezTo>
                  <a:pt x="89648" y="9966"/>
                  <a:pt x="89628" y="9964"/>
                  <a:pt x="89608" y="9964"/>
                </a:cubicBezTo>
                <a:cubicBezTo>
                  <a:pt x="89478" y="9964"/>
                  <a:pt x="89356" y="10047"/>
                  <a:pt x="89303" y="10152"/>
                </a:cubicBezTo>
                <a:lnTo>
                  <a:pt x="89182" y="10244"/>
                </a:lnTo>
                <a:lnTo>
                  <a:pt x="89091" y="10304"/>
                </a:lnTo>
                <a:cubicBezTo>
                  <a:pt x="89013" y="10281"/>
                  <a:pt x="88928" y="10246"/>
                  <a:pt x="88845" y="10206"/>
                </a:cubicBezTo>
                <a:lnTo>
                  <a:pt x="88845" y="10206"/>
                </a:lnTo>
                <a:cubicBezTo>
                  <a:pt x="88832" y="10229"/>
                  <a:pt x="88813" y="10244"/>
                  <a:pt x="88787" y="10244"/>
                </a:cubicBezTo>
                <a:cubicBezTo>
                  <a:pt x="88780" y="10247"/>
                  <a:pt x="88774" y="10248"/>
                  <a:pt x="88769" y="10248"/>
                </a:cubicBezTo>
                <a:cubicBezTo>
                  <a:pt x="88741" y="10248"/>
                  <a:pt x="88722" y="10213"/>
                  <a:pt x="88710" y="10159"/>
                </a:cubicBezTo>
                <a:lnTo>
                  <a:pt x="88710" y="10159"/>
                </a:lnTo>
                <a:cubicBezTo>
                  <a:pt x="88723" y="10158"/>
                  <a:pt x="88737" y="10157"/>
                  <a:pt x="88750" y="10156"/>
                </a:cubicBezTo>
                <a:lnTo>
                  <a:pt x="88750" y="10156"/>
                </a:lnTo>
                <a:cubicBezTo>
                  <a:pt x="88735" y="10148"/>
                  <a:pt x="88719" y="10139"/>
                  <a:pt x="88704" y="10130"/>
                </a:cubicBezTo>
                <a:lnTo>
                  <a:pt x="88704" y="10130"/>
                </a:lnTo>
                <a:cubicBezTo>
                  <a:pt x="88699" y="10093"/>
                  <a:pt x="88696" y="10048"/>
                  <a:pt x="88696" y="10000"/>
                </a:cubicBezTo>
                <a:lnTo>
                  <a:pt x="88600" y="10064"/>
                </a:lnTo>
                <a:lnTo>
                  <a:pt x="88600" y="10064"/>
                </a:lnTo>
                <a:cubicBezTo>
                  <a:pt x="88481" y="9983"/>
                  <a:pt x="88410" y="9907"/>
                  <a:pt x="88452" y="9879"/>
                </a:cubicBezTo>
                <a:cubicBezTo>
                  <a:pt x="88507" y="9825"/>
                  <a:pt x="88658" y="9722"/>
                  <a:pt x="88711" y="9722"/>
                </a:cubicBezTo>
                <a:cubicBezTo>
                  <a:pt x="88718" y="9722"/>
                  <a:pt x="88723" y="9724"/>
                  <a:pt x="88726" y="9727"/>
                </a:cubicBezTo>
                <a:cubicBezTo>
                  <a:pt x="88787" y="9788"/>
                  <a:pt x="88848" y="9879"/>
                  <a:pt x="88878" y="10000"/>
                </a:cubicBezTo>
                <a:cubicBezTo>
                  <a:pt x="88878" y="10032"/>
                  <a:pt x="88878" y="10098"/>
                  <a:pt x="88865" y="10153"/>
                </a:cubicBezTo>
                <a:lnTo>
                  <a:pt x="88865" y="10153"/>
                </a:lnTo>
                <a:cubicBezTo>
                  <a:pt x="88900" y="10152"/>
                  <a:pt x="88934" y="10152"/>
                  <a:pt x="88969" y="10152"/>
                </a:cubicBezTo>
                <a:lnTo>
                  <a:pt x="88969" y="10122"/>
                </a:lnTo>
                <a:lnTo>
                  <a:pt x="88969" y="10000"/>
                </a:lnTo>
                <a:cubicBezTo>
                  <a:pt x="89000" y="9848"/>
                  <a:pt x="89060" y="9727"/>
                  <a:pt x="89151" y="9666"/>
                </a:cubicBezTo>
                <a:cubicBezTo>
                  <a:pt x="89163" y="9661"/>
                  <a:pt x="89174" y="9658"/>
                  <a:pt x="89185" y="9658"/>
                </a:cubicBezTo>
                <a:cubicBezTo>
                  <a:pt x="89234" y="9658"/>
                  <a:pt x="89279" y="9708"/>
                  <a:pt x="89303" y="9757"/>
                </a:cubicBezTo>
                <a:lnTo>
                  <a:pt x="89395" y="9696"/>
                </a:lnTo>
                <a:cubicBezTo>
                  <a:pt x="89425" y="9666"/>
                  <a:pt x="89425" y="9605"/>
                  <a:pt x="89486" y="9605"/>
                </a:cubicBezTo>
                <a:lnTo>
                  <a:pt x="89607" y="9575"/>
                </a:lnTo>
                <a:cubicBezTo>
                  <a:pt x="89759" y="9545"/>
                  <a:pt x="89942" y="9453"/>
                  <a:pt x="90033" y="9423"/>
                </a:cubicBezTo>
                <a:lnTo>
                  <a:pt x="90124" y="9514"/>
                </a:lnTo>
                <a:cubicBezTo>
                  <a:pt x="90165" y="9514"/>
                  <a:pt x="90219" y="9528"/>
                  <a:pt x="90268" y="9528"/>
                </a:cubicBezTo>
                <a:cubicBezTo>
                  <a:pt x="90293" y="9528"/>
                  <a:pt x="90317" y="9524"/>
                  <a:pt x="90337" y="9514"/>
                </a:cubicBezTo>
                <a:lnTo>
                  <a:pt x="90458" y="9514"/>
                </a:lnTo>
                <a:cubicBezTo>
                  <a:pt x="90550" y="9529"/>
                  <a:pt x="90641" y="9537"/>
                  <a:pt x="90732" y="9537"/>
                </a:cubicBezTo>
                <a:cubicBezTo>
                  <a:pt x="90823" y="9537"/>
                  <a:pt x="90914" y="9529"/>
                  <a:pt x="91006" y="9514"/>
                </a:cubicBezTo>
                <a:cubicBezTo>
                  <a:pt x="91092" y="9493"/>
                  <a:pt x="91162" y="9471"/>
                  <a:pt x="91239" y="9471"/>
                </a:cubicBezTo>
                <a:cubicBezTo>
                  <a:pt x="91271" y="9471"/>
                  <a:pt x="91304" y="9475"/>
                  <a:pt x="91340" y="9484"/>
                </a:cubicBezTo>
                <a:cubicBezTo>
                  <a:pt x="91462" y="9514"/>
                  <a:pt x="91583" y="9545"/>
                  <a:pt x="91735" y="9575"/>
                </a:cubicBezTo>
                <a:cubicBezTo>
                  <a:pt x="91766" y="9560"/>
                  <a:pt x="91804" y="9552"/>
                  <a:pt x="91845" y="9552"/>
                </a:cubicBezTo>
                <a:cubicBezTo>
                  <a:pt x="91887" y="9552"/>
                  <a:pt x="91933" y="9560"/>
                  <a:pt x="91978" y="9575"/>
                </a:cubicBezTo>
                <a:lnTo>
                  <a:pt x="92009" y="9575"/>
                </a:lnTo>
                <a:lnTo>
                  <a:pt x="92221" y="9423"/>
                </a:lnTo>
                <a:cubicBezTo>
                  <a:pt x="92434" y="9514"/>
                  <a:pt x="92647" y="9575"/>
                  <a:pt x="92708" y="9575"/>
                </a:cubicBezTo>
                <a:lnTo>
                  <a:pt x="92738" y="9575"/>
                </a:lnTo>
                <a:lnTo>
                  <a:pt x="92890" y="9453"/>
                </a:lnTo>
                <a:cubicBezTo>
                  <a:pt x="92966" y="9484"/>
                  <a:pt x="93042" y="9499"/>
                  <a:pt x="93122" y="9499"/>
                </a:cubicBezTo>
                <a:cubicBezTo>
                  <a:pt x="93202" y="9499"/>
                  <a:pt x="93285" y="9484"/>
                  <a:pt x="93376" y="9453"/>
                </a:cubicBezTo>
                <a:lnTo>
                  <a:pt x="93528" y="9545"/>
                </a:lnTo>
                <a:cubicBezTo>
                  <a:pt x="93533" y="9549"/>
                  <a:pt x="93540" y="9551"/>
                  <a:pt x="93549" y="9551"/>
                </a:cubicBezTo>
                <a:cubicBezTo>
                  <a:pt x="93576" y="9551"/>
                  <a:pt x="93621" y="9533"/>
                  <a:pt x="93668" y="9533"/>
                </a:cubicBezTo>
                <a:cubicBezTo>
                  <a:pt x="93703" y="9533"/>
                  <a:pt x="93739" y="9543"/>
                  <a:pt x="93772" y="9575"/>
                </a:cubicBezTo>
                <a:cubicBezTo>
                  <a:pt x="93772" y="9575"/>
                  <a:pt x="93962" y="9469"/>
                  <a:pt x="94095" y="9469"/>
                </a:cubicBezTo>
                <a:cubicBezTo>
                  <a:pt x="94122" y="9469"/>
                  <a:pt x="94147" y="9474"/>
                  <a:pt x="94167" y="9484"/>
                </a:cubicBezTo>
                <a:cubicBezTo>
                  <a:pt x="94192" y="9501"/>
                  <a:pt x="94220" y="9508"/>
                  <a:pt x="94248" y="9508"/>
                </a:cubicBezTo>
                <a:cubicBezTo>
                  <a:pt x="94319" y="9508"/>
                  <a:pt x="94388" y="9458"/>
                  <a:pt x="94410" y="9393"/>
                </a:cubicBezTo>
                <a:cubicBezTo>
                  <a:pt x="94562" y="9423"/>
                  <a:pt x="94653" y="9453"/>
                  <a:pt x="94775" y="9514"/>
                </a:cubicBezTo>
                <a:cubicBezTo>
                  <a:pt x="94791" y="9522"/>
                  <a:pt x="94806" y="9525"/>
                  <a:pt x="94821" y="9525"/>
                </a:cubicBezTo>
                <a:cubicBezTo>
                  <a:pt x="94889" y="9525"/>
                  <a:pt x="94950" y="9458"/>
                  <a:pt x="95015" y="9458"/>
                </a:cubicBezTo>
                <a:cubicBezTo>
                  <a:pt x="95045" y="9458"/>
                  <a:pt x="95076" y="9472"/>
                  <a:pt x="95109" y="9514"/>
                </a:cubicBezTo>
                <a:cubicBezTo>
                  <a:pt x="95231" y="9453"/>
                  <a:pt x="95322" y="9393"/>
                  <a:pt x="95443" y="9301"/>
                </a:cubicBezTo>
                <a:lnTo>
                  <a:pt x="95717" y="9301"/>
                </a:lnTo>
                <a:cubicBezTo>
                  <a:pt x="95899" y="9271"/>
                  <a:pt x="96051" y="9210"/>
                  <a:pt x="96203" y="9119"/>
                </a:cubicBezTo>
                <a:cubicBezTo>
                  <a:pt x="96264" y="9058"/>
                  <a:pt x="96203" y="8997"/>
                  <a:pt x="96082" y="8997"/>
                </a:cubicBezTo>
                <a:lnTo>
                  <a:pt x="96112" y="8845"/>
                </a:lnTo>
                <a:lnTo>
                  <a:pt x="96142" y="8724"/>
                </a:lnTo>
                <a:cubicBezTo>
                  <a:pt x="96142" y="8572"/>
                  <a:pt x="96082" y="8420"/>
                  <a:pt x="96021" y="8298"/>
                </a:cubicBezTo>
                <a:lnTo>
                  <a:pt x="96112" y="8207"/>
                </a:lnTo>
                <a:lnTo>
                  <a:pt x="96173" y="8146"/>
                </a:lnTo>
                <a:cubicBezTo>
                  <a:pt x="96203" y="8086"/>
                  <a:pt x="96325" y="7903"/>
                  <a:pt x="96325" y="7873"/>
                </a:cubicBezTo>
                <a:cubicBezTo>
                  <a:pt x="96325" y="7812"/>
                  <a:pt x="96416" y="7721"/>
                  <a:pt x="96538" y="7660"/>
                </a:cubicBezTo>
                <a:lnTo>
                  <a:pt x="96629" y="7599"/>
                </a:lnTo>
                <a:cubicBezTo>
                  <a:pt x="96720" y="7417"/>
                  <a:pt x="96781" y="7265"/>
                  <a:pt x="96811" y="7082"/>
                </a:cubicBezTo>
                <a:lnTo>
                  <a:pt x="96720" y="6991"/>
                </a:lnTo>
                <a:cubicBezTo>
                  <a:pt x="96750" y="6900"/>
                  <a:pt x="96842" y="6809"/>
                  <a:pt x="96933" y="6779"/>
                </a:cubicBezTo>
                <a:lnTo>
                  <a:pt x="97054" y="6779"/>
                </a:lnTo>
                <a:cubicBezTo>
                  <a:pt x="97115" y="6718"/>
                  <a:pt x="97024" y="6657"/>
                  <a:pt x="96994" y="6627"/>
                </a:cubicBezTo>
                <a:cubicBezTo>
                  <a:pt x="96963" y="6596"/>
                  <a:pt x="97237" y="6323"/>
                  <a:pt x="97358" y="6231"/>
                </a:cubicBezTo>
                <a:cubicBezTo>
                  <a:pt x="97480" y="6110"/>
                  <a:pt x="97450" y="5988"/>
                  <a:pt x="97419" y="5958"/>
                </a:cubicBezTo>
                <a:cubicBezTo>
                  <a:pt x="97358" y="5958"/>
                  <a:pt x="97358" y="5836"/>
                  <a:pt x="97419" y="5715"/>
                </a:cubicBezTo>
                <a:lnTo>
                  <a:pt x="97510" y="5654"/>
                </a:lnTo>
                <a:lnTo>
                  <a:pt x="97571" y="5593"/>
                </a:lnTo>
                <a:cubicBezTo>
                  <a:pt x="97693" y="5563"/>
                  <a:pt x="97753" y="5350"/>
                  <a:pt x="97693" y="5350"/>
                </a:cubicBezTo>
                <a:cubicBezTo>
                  <a:pt x="97632" y="5320"/>
                  <a:pt x="97571" y="5289"/>
                  <a:pt x="97510" y="5259"/>
                </a:cubicBezTo>
                <a:cubicBezTo>
                  <a:pt x="97510" y="5255"/>
                  <a:pt x="97509" y="5253"/>
                  <a:pt x="97506" y="5253"/>
                </a:cubicBezTo>
                <a:cubicBezTo>
                  <a:pt x="97486" y="5253"/>
                  <a:pt x="97407" y="5336"/>
                  <a:pt x="97328" y="5441"/>
                </a:cubicBezTo>
                <a:lnTo>
                  <a:pt x="97146" y="5350"/>
                </a:lnTo>
                <a:lnTo>
                  <a:pt x="97054" y="5289"/>
                </a:lnTo>
                <a:cubicBezTo>
                  <a:pt x="97115" y="5228"/>
                  <a:pt x="96872" y="5107"/>
                  <a:pt x="96750" y="5046"/>
                </a:cubicBezTo>
                <a:cubicBezTo>
                  <a:pt x="96629" y="5016"/>
                  <a:pt x="96902" y="4924"/>
                  <a:pt x="96994" y="4924"/>
                </a:cubicBezTo>
                <a:cubicBezTo>
                  <a:pt x="97010" y="4916"/>
                  <a:pt x="97048" y="4912"/>
                  <a:pt x="97096" y="4912"/>
                </a:cubicBezTo>
                <a:cubicBezTo>
                  <a:pt x="97226" y="4912"/>
                  <a:pt x="97427" y="4941"/>
                  <a:pt x="97450" y="4985"/>
                </a:cubicBezTo>
                <a:cubicBezTo>
                  <a:pt x="97461" y="5021"/>
                  <a:pt x="97483" y="5038"/>
                  <a:pt x="97508" y="5038"/>
                </a:cubicBezTo>
                <a:cubicBezTo>
                  <a:pt x="97547" y="5038"/>
                  <a:pt x="97595" y="4998"/>
                  <a:pt x="97632" y="4924"/>
                </a:cubicBezTo>
                <a:lnTo>
                  <a:pt x="97784" y="5016"/>
                </a:lnTo>
                <a:cubicBezTo>
                  <a:pt x="97784" y="5016"/>
                  <a:pt x="97784" y="5046"/>
                  <a:pt x="97814" y="5046"/>
                </a:cubicBezTo>
                <a:cubicBezTo>
                  <a:pt x="97852" y="5071"/>
                  <a:pt x="97869" y="5086"/>
                  <a:pt x="97884" y="5086"/>
                </a:cubicBezTo>
                <a:cubicBezTo>
                  <a:pt x="97906" y="5086"/>
                  <a:pt x="97925" y="5056"/>
                  <a:pt x="97997" y="4985"/>
                </a:cubicBezTo>
                <a:lnTo>
                  <a:pt x="98088" y="4924"/>
                </a:lnTo>
                <a:cubicBezTo>
                  <a:pt x="98179" y="4894"/>
                  <a:pt x="98240" y="4803"/>
                  <a:pt x="98209" y="4712"/>
                </a:cubicBezTo>
                <a:lnTo>
                  <a:pt x="98179" y="4681"/>
                </a:lnTo>
                <a:lnTo>
                  <a:pt x="98057" y="4529"/>
                </a:lnTo>
                <a:cubicBezTo>
                  <a:pt x="98057" y="4408"/>
                  <a:pt x="98057" y="4286"/>
                  <a:pt x="98057" y="4165"/>
                </a:cubicBezTo>
                <a:cubicBezTo>
                  <a:pt x="98027" y="4165"/>
                  <a:pt x="97723" y="4104"/>
                  <a:pt x="97662" y="4013"/>
                </a:cubicBezTo>
                <a:cubicBezTo>
                  <a:pt x="97480" y="3891"/>
                  <a:pt x="97298" y="3769"/>
                  <a:pt x="97085" y="3709"/>
                </a:cubicBezTo>
                <a:cubicBezTo>
                  <a:pt x="96902" y="3709"/>
                  <a:pt x="96720" y="3678"/>
                  <a:pt x="96538" y="3648"/>
                </a:cubicBezTo>
                <a:cubicBezTo>
                  <a:pt x="96416" y="3587"/>
                  <a:pt x="96294" y="3496"/>
                  <a:pt x="96203" y="3405"/>
                </a:cubicBezTo>
                <a:lnTo>
                  <a:pt x="96264" y="3313"/>
                </a:lnTo>
                <a:cubicBezTo>
                  <a:pt x="96355" y="3222"/>
                  <a:pt x="96416" y="3131"/>
                  <a:pt x="96477" y="3040"/>
                </a:cubicBezTo>
                <a:cubicBezTo>
                  <a:pt x="96507" y="2979"/>
                  <a:pt x="96477" y="2918"/>
                  <a:pt x="96446" y="2857"/>
                </a:cubicBezTo>
                <a:cubicBezTo>
                  <a:pt x="96416" y="2812"/>
                  <a:pt x="96386" y="2789"/>
                  <a:pt x="96351" y="2789"/>
                </a:cubicBezTo>
                <a:cubicBezTo>
                  <a:pt x="96317" y="2789"/>
                  <a:pt x="96279" y="2812"/>
                  <a:pt x="96234" y="2857"/>
                </a:cubicBezTo>
                <a:cubicBezTo>
                  <a:pt x="96207" y="2875"/>
                  <a:pt x="96188" y="2883"/>
                  <a:pt x="96174" y="2883"/>
                </a:cubicBezTo>
                <a:cubicBezTo>
                  <a:pt x="96140" y="2883"/>
                  <a:pt x="96134" y="2840"/>
                  <a:pt x="96112" y="2797"/>
                </a:cubicBezTo>
                <a:cubicBezTo>
                  <a:pt x="96082" y="2766"/>
                  <a:pt x="96051" y="2736"/>
                  <a:pt x="95991" y="2736"/>
                </a:cubicBezTo>
                <a:cubicBezTo>
                  <a:pt x="95899" y="2736"/>
                  <a:pt x="95778" y="2766"/>
                  <a:pt x="95747" y="2827"/>
                </a:cubicBezTo>
                <a:lnTo>
                  <a:pt x="95626" y="3070"/>
                </a:lnTo>
                <a:cubicBezTo>
                  <a:pt x="95474" y="3009"/>
                  <a:pt x="95413" y="2857"/>
                  <a:pt x="95443" y="2736"/>
                </a:cubicBezTo>
                <a:cubicBezTo>
                  <a:pt x="95474" y="2645"/>
                  <a:pt x="95535" y="2554"/>
                  <a:pt x="95565" y="2493"/>
                </a:cubicBezTo>
                <a:lnTo>
                  <a:pt x="95443" y="2493"/>
                </a:lnTo>
                <a:cubicBezTo>
                  <a:pt x="95383" y="2493"/>
                  <a:pt x="95352" y="2554"/>
                  <a:pt x="95322" y="2584"/>
                </a:cubicBezTo>
                <a:cubicBezTo>
                  <a:pt x="95261" y="2584"/>
                  <a:pt x="95261" y="2645"/>
                  <a:pt x="95261" y="2645"/>
                </a:cubicBezTo>
                <a:lnTo>
                  <a:pt x="95079" y="2584"/>
                </a:lnTo>
                <a:cubicBezTo>
                  <a:pt x="95062" y="2581"/>
                  <a:pt x="95045" y="2580"/>
                  <a:pt x="95027" y="2580"/>
                </a:cubicBezTo>
                <a:cubicBezTo>
                  <a:pt x="94848" y="2580"/>
                  <a:pt x="94614" y="2708"/>
                  <a:pt x="94532" y="2736"/>
                </a:cubicBezTo>
                <a:cubicBezTo>
                  <a:pt x="94349" y="2706"/>
                  <a:pt x="94197" y="2645"/>
                  <a:pt x="94045" y="2554"/>
                </a:cubicBezTo>
                <a:cubicBezTo>
                  <a:pt x="94012" y="2542"/>
                  <a:pt x="93974" y="2535"/>
                  <a:pt x="93937" y="2535"/>
                </a:cubicBezTo>
                <a:cubicBezTo>
                  <a:pt x="93873" y="2535"/>
                  <a:pt x="93810" y="2557"/>
                  <a:pt x="93772" y="2614"/>
                </a:cubicBezTo>
                <a:cubicBezTo>
                  <a:pt x="93765" y="2618"/>
                  <a:pt x="93758" y="2619"/>
                  <a:pt x="93752" y="2619"/>
                </a:cubicBezTo>
                <a:cubicBezTo>
                  <a:pt x="93698" y="2619"/>
                  <a:pt x="93650" y="2517"/>
                  <a:pt x="93650" y="2462"/>
                </a:cubicBezTo>
                <a:cubicBezTo>
                  <a:pt x="93650" y="2455"/>
                  <a:pt x="93647" y="2451"/>
                  <a:pt x="93641" y="2451"/>
                </a:cubicBezTo>
                <a:cubicBezTo>
                  <a:pt x="93621" y="2451"/>
                  <a:pt x="93575" y="2491"/>
                  <a:pt x="93528" y="2584"/>
                </a:cubicBezTo>
                <a:lnTo>
                  <a:pt x="93255" y="2584"/>
                </a:lnTo>
                <a:cubicBezTo>
                  <a:pt x="93133" y="2706"/>
                  <a:pt x="92860" y="3009"/>
                  <a:pt x="92921" y="3101"/>
                </a:cubicBezTo>
                <a:cubicBezTo>
                  <a:pt x="92956" y="3136"/>
                  <a:pt x="92898" y="3151"/>
                  <a:pt x="92831" y="3151"/>
                </a:cubicBezTo>
                <a:cubicBezTo>
                  <a:pt x="92784" y="3151"/>
                  <a:pt x="92733" y="3144"/>
                  <a:pt x="92708" y="3131"/>
                </a:cubicBezTo>
                <a:cubicBezTo>
                  <a:pt x="92681" y="3122"/>
                  <a:pt x="92654" y="3118"/>
                  <a:pt x="92628" y="3118"/>
                </a:cubicBezTo>
                <a:cubicBezTo>
                  <a:pt x="92566" y="3118"/>
                  <a:pt x="92508" y="3140"/>
                  <a:pt x="92465" y="3161"/>
                </a:cubicBezTo>
                <a:cubicBezTo>
                  <a:pt x="92313" y="3161"/>
                  <a:pt x="92191" y="3131"/>
                  <a:pt x="92069" y="3070"/>
                </a:cubicBezTo>
                <a:cubicBezTo>
                  <a:pt x="92009" y="3009"/>
                  <a:pt x="91917" y="2888"/>
                  <a:pt x="91917" y="2827"/>
                </a:cubicBezTo>
                <a:cubicBezTo>
                  <a:pt x="91917" y="2797"/>
                  <a:pt x="92161" y="2706"/>
                  <a:pt x="92252" y="2706"/>
                </a:cubicBezTo>
                <a:cubicBezTo>
                  <a:pt x="92313" y="2706"/>
                  <a:pt x="92221" y="2614"/>
                  <a:pt x="92039" y="2523"/>
                </a:cubicBezTo>
                <a:lnTo>
                  <a:pt x="91978" y="2523"/>
                </a:lnTo>
                <a:cubicBezTo>
                  <a:pt x="91961" y="2517"/>
                  <a:pt x="91947" y="2515"/>
                  <a:pt x="91935" y="2515"/>
                </a:cubicBezTo>
                <a:cubicBezTo>
                  <a:pt x="91887" y="2515"/>
                  <a:pt x="91887" y="2559"/>
                  <a:pt x="91887" y="2584"/>
                </a:cubicBezTo>
                <a:cubicBezTo>
                  <a:pt x="91917" y="2584"/>
                  <a:pt x="91826" y="2614"/>
                  <a:pt x="91796" y="2614"/>
                </a:cubicBezTo>
                <a:cubicBezTo>
                  <a:pt x="91766" y="2614"/>
                  <a:pt x="91674" y="2432"/>
                  <a:pt x="91583" y="2432"/>
                </a:cubicBezTo>
                <a:cubicBezTo>
                  <a:pt x="91492" y="2432"/>
                  <a:pt x="91522" y="2402"/>
                  <a:pt x="91583" y="2371"/>
                </a:cubicBezTo>
                <a:cubicBezTo>
                  <a:pt x="91644" y="2371"/>
                  <a:pt x="90945" y="2280"/>
                  <a:pt x="90914" y="2250"/>
                </a:cubicBezTo>
                <a:cubicBezTo>
                  <a:pt x="90884" y="2219"/>
                  <a:pt x="90914" y="2128"/>
                  <a:pt x="90945" y="2098"/>
                </a:cubicBezTo>
                <a:cubicBezTo>
                  <a:pt x="90975" y="2067"/>
                  <a:pt x="90975" y="2037"/>
                  <a:pt x="90914" y="2006"/>
                </a:cubicBezTo>
                <a:lnTo>
                  <a:pt x="90884" y="1976"/>
                </a:lnTo>
                <a:lnTo>
                  <a:pt x="90854" y="1946"/>
                </a:lnTo>
                <a:cubicBezTo>
                  <a:pt x="90793" y="1915"/>
                  <a:pt x="90975" y="1763"/>
                  <a:pt x="91036" y="1733"/>
                </a:cubicBezTo>
                <a:cubicBezTo>
                  <a:pt x="91043" y="1726"/>
                  <a:pt x="91051" y="1723"/>
                  <a:pt x="91060" y="1723"/>
                </a:cubicBezTo>
                <a:cubicBezTo>
                  <a:pt x="91134" y="1723"/>
                  <a:pt x="91276" y="1922"/>
                  <a:pt x="91249" y="1976"/>
                </a:cubicBezTo>
                <a:cubicBezTo>
                  <a:pt x="91249" y="2067"/>
                  <a:pt x="91279" y="2128"/>
                  <a:pt x="91279" y="2128"/>
                </a:cubicBezTo>
                <a:cubicBezTo>
                  <a:pt x="91370" y="2067"/>
                  <a:pt x="91462" y="2006"/>
                  <a:pt x="91522" y="1915"/>
                </a:cubicBezTo>
                <a:lnTo>
                  <a:pt x="91614" y="1885"/>
                </a:lnTo>
                <a:cubicBezTo>
                  <a:pt x="91674" y="1794"/>
                  <a:pt x="91705" y="1702"/>
                  <a:pt x="91735" y="1581"/>
                </a:cubicBezTo>
                <a:cubicBezTo>
                  <a:pt x="91705" y="1520"/>
                  <a:pt x="91674" y="1429"/>
                  <a:pt x="91644" y="1368"/>
                </a:cubicBezTo>
                <a:cubicBezTo>
                  <a:pt x="91614" y="1277"/>
                  <a:pt x="91279" y="1247"/>
                  <a:pt x="91279" y="1186"/>
                </a:cubicBezTo>
                <a:cubicBezTo>
                  <a:pt x="91257" y="1141"/>
                  <a:pt x="91349" y="1113"/>
                  <a:pt x="91495" y="1113"/>
                </a:cubicBezTo>
                <a:cubicBezTo>
                  <a:pt x="91548" y="1113"/>
                  <a:pt x="91609" y="1117"/>
                  <a:pt x="91674" y="1125"/>
                </a:cubicBezTo>
                <a:lnTo>
                  <a:pt x="91887" y="1125"/>
                </a:lnTo>
                <a:cubicBezTo>
                  <a:pt x="91891" y="1129"/>
                  <a:pt x="91897" y="1131"/>
                  <a:pt x="91903" y="1131"/>
                </a:cubicBezTo>
                <a:cubicBezTo>
                  <a:pt x="91941" y="1131"/>
                  <a:pt x="92009" y="1060"/>
                  <a:pt x="92009" y="1034"/>
                </a:cubicBezTo>
                <a:lnTo>
                  <a:pt x="92009" y="943"/>
                </a:lnTo>
                <a:cubicBezTo>
                  <a:pt x="92009" y="821"/>
                  <a:pt x="91857" y="639"/>
                  <a:pt x="91766" y="639"/>
                </a:cubicBezTo>
                <a:cubicBezTo>
                  <a:pt x="91705" y="669"/>
                  <a:pt x="91614" y="791"/>
                  <a:pt x="91674" y="821"/>
                </a:cubicBezTo>
                <a:cubicBezTo>
                  <a:pt x="91705" y="821"/>
                  <a:pt x="91705" y="912"/>
                  <a:pt x="91705" y="943"/>
                </a:cubicBezTo>
                <a:cubicBezTo>
                  <a:pt x="91705" y="1003"/>
                  <a:pt x="91644" y="1034"/>
                  <a:pt x="91553" y="1034"/>
                </a:cubicBezTo>
                <a:cubicBezTo>
                  <a:pt x="91535" y="945"/>
                  <a:pt x="91497" y="898"/>
                  <a:pt x="91438" y="898"/>
                </a:cubicBezTo>
                <a:cubicBezTo>
                  <a:pt x="91395" y="898"/>
                  <a:pt x="91343" y="922"/>
                  <a:pt x="91279" y="973"/>
                </a:cubicBezTo>
                <a:lnTo>
                  <a:pt x="91249" y="973"/>
                </a:lnTo>
                <a:cubicBezTo>
                  <a:pt x="91188" y="973"/>
                  <a:pt x="91158" y="943"/>
                  <a:pt x="91127" y="882"/>
                </a:cubicBezTo>
                <a:lnTo>
                  <a:pt x="91127" y="821"/>
                </a:lnTo>
                <a:cubicBezTo>
                  <a:pt x="91158" y="791"/>
                  <a:pt x="91188" y="730"/>
                  <a:pt x="91188" y="699"/>
                </a:cubicBezTo>
                <a:cubicBezTo>
                  <a:pt x="91127" y="608"/>
                  <a:pt x="91036" y="547"/>
                  <a:pt x="90945" y="487"/>
                </a:cubicBezTo>
                <a:cubicBezTo>
                  <a:pt x="90914" y="517"/>
                  <a:pt x="90884" y="578"/>
                  <a:pt x="90884" y="639"/>
                </a:cubicBezTo>
                <a:cubicBezTo>
                  <a:pt x="90882" y="640"/>
                  <a:pt x="90881" y="641"/>
                  <a:pt x="90878" y="641"/>
                </a:cubicBezTo>
                <a:cubicBezTo>
                  <a:pt x="90838" y="641"/>
                  <a:pt x="90695" y="394"/>
                  <a:pt x="90580" y="365"/>
                </a:cubicBezTo>
                <a:cubicBezTo>
                  <a:pt x="90568" y="362"/>
                  <a:pt x="90555" y="360"/>
                  <a:pt x="90543" y="360"/>
                </a:cubicBezTo>
                <a:cubicBezTo>
                  <a:pt x="90434" y="360"/>
                  <a:pt x="90334" y="475"/>
                  <a:pt x="90307" y="639"/>
                </a:cubicBezTo>
                <a:lnTo>
                  <a:pt x="90063" y="426"/>
                </a:lnTo>
                <a:cubicBezTo>
                  <a:pt x="90033" y="456"/>
                  <a:pt x="90003" y="456"/>
                  <a:pt x="89972" y="487"/>
                </a:cubicBezTo>
                <a:lnTo>
                  <a:pt x="89820" y="487"/>
                </a:lnTo>
                <a:cubicBezTo>
                  <a:pt x="89820" y="517"/>
                  <a:pt x="89486" y="547"/>
                  <a:pt x="89425" y="608"/>
                </a:cubicBezTo>
                <a:cubicBezTo>
                  <a:pt x="89379" y="631"/>
                  <a:pt x="89245" y="689"/>
                  <a:pt x="89183" y="689"/>
                </a:cubicBezTo>
                <a:cubicBezTo>
                  <a:pt x="89164" y="689"/>
                  <a:pt x="89151" y="684"/>
                  <a:pt x="89151" y="669"/>
                </a:cubicBezTo>
                <a:cubicBezTo>
                  <a:pt x="89151" y="639"/>
                  <a:pt x="88969" y="639"/>
                  <a:pt x="88939" y="639"/>
                </a:cubicBezTo>
                <a:cubicBezTo>
                  <a:pt x="88898" y="639"/>
                  <a:pt x="88777" y="612"/>
                  <a:pt x="88700" y="612"/>
                </a:cubicBezTo>
                <a:cubicBezTo>
                  <a:pt x="88662" y="612"/>
                  <a:pt x="88635" y="618"/>
                  <a:pt x="88635" y="639"/>
                </a:cubicBezTo>
                <a:cubicBezTo>
                  <a:pt x="88635" y="669"/>
                  <a:pt x="88604" y="730"/>
                  <a:pt x="88574" y="791"/>
                </a:cubicBezTo>
                <a:cubicBezTo>
                  <a:pt x="88574" y="791"/>
                  <a:pt x="88452" y="760"/>
                  <a:pt x="88422" y="730"/>
                </a:cubicBezTo>
                <a:cubicBezTo>
                  <a:pt x="88392" y="730"/>
                  <a:pt x="88179" y="608"/>
                  <a:pt x="87936" y="517"/>
                </a:cubicBezTo>
                <a:lnTo>
                  <a:pt x="87692" y="608"/>
                </a:lnTo>
                <a:lnTo>
                  <a:pt x="87662" y="608"/>
                </a:lnTo>
                <a:cubicBezTo>
                  <a:pt x="87657" y="611"/>
                  <a:pt x="87651" y="612"/>
                  <a:pt x="87645" y="612"/>
                </a:cubicBezTo>
                <a:cubicBezTo>
                  <a:pt x="87585" y="612"/>
                  <a:pt x="87507" y="484"/>
                  <a:pt x="87480" y="456"/>
                </a:cubicBezTo>
                <a:cubicBezTo>
                  <a:pt x="87480" y="441"/>
                  <a:pt x="87472" y="435"/>
                  <a:pt x="87460" y="435"/>
                </a:cubicBezTo>
                <a:cubicBezTo>
                  <a:pt x="87423" y="435"/>
                  <a:pt x="87343" y="487"/>
                  <a:pt x="87297" y="487"/>
                </a:cubicBezTo>
                <a:cubicBezTo>
                  <a:pt x="87262" y="496"/>
                  <a:pt x="87229" y="499"/>
                  <a:pt x="87197" y="499"/>
                </a:cubicBezTo>
                <a:cubicBezTo>
                  <a:pt x="87120" y="499"/>
                  <a:pt x="87049" y="478"/>
                  <a:pt x="86963" y="456"/>
                </a:cubicBezTo>
                <a:cubicBezTo>
                  <a:pt x="86952" y="451"/>
                  <a:pt x="86938" y="448"/>
                  <a:pt x="86922" y="448"/>
                </a:cubicBezTo>
                <a:cubicBezTo>
                  <a:pt x="86851" y="448"/>
                  <a:pt x="86745" y="498"/>
                  <a:pt x="86720" y="547"/>
                </a:cubicBezTo>
                <a:cubicBezTo>
                  <a:pt x="86710" y="558"/>
                  <a:pt x="86696" y="562"/>
                  <a:pt x="86680" y="562"/>
                </a:cubicBezTo>
                <a:cubicBezTo>
                  <a:pt x="86609" y="562"/>
                  <a:pt x="86496" y="483"/>
                  <a:pt x="86436" y="483"/>
                </a:cubicBezTo>
                <a:cubicBezTo>
                  <a:pt x="86428" y="483"/>
                  <a:pt x="86421" y="484"/>
                  <a:pt x="86416" y="487"/>
                </a:cubicBezTo>
                <a:cubicBezTo>
                  <a:pt x="86385" y="517"/>
                  <a:pt x="86325" y="547"/>
                  <a:pt x="86294" y="578"/>
                </a:cubicBezTo>
                <a:lnTo>
                  <a:pt x="86264" y="578"/>
                </a:lnTo>
                <a:cubicBezTo>
                  <a:pt x="86233" y="578"/>
                  <a:pt x="86112" y="517"/>
                  <a:pt x="86082" y="487"/>
                </a:cubicBezTo>
                <a:cubicBezTo>
                  <a:pt x="86078" y="483"/>
                  <a:pt x="86073" y="482"/>
                  <a:pt x="86066" y="482"/>
                </a:cubicBezTo>
                <a:cubicBezTo>
                  <a:pt x="86012" y="482"/>
                  <a:pt x="85862" y="578"/>
                  <a:pt x="85808" y="578"/>
                </a:cubicBezTo>
                <a:cubicBezTo>
                  <a:pt x="85747" y="578"/>
                  <a:pt x="85717" y="365"/>
                  <a:pt x="85808" y="335"/>
                </a:cubicBezTo>
                <a:cubicBezTo>
                  <a:pt x="85899" y="335"/>
                  <a:pt x="85899" y="243"/>
                  <a:pt x="85808" y="152"/>
                </a:cubicBezTo>
                <a:lnTo>
                  <a:pt x="85717" y="91"/>
                </a:lnTo>
                <a:cubicBezTo>
                  <a:pt x="85656" y="91"/>
                  <a:pt x="85595" y="335"/>
                  <a:pt x="85595" y="395"/>
                </a:cubicBezTo>
                <a:cubicBezTo>
                  <a:pt x="85595" y="464"/>
                  <a:pt x="85527" y="498"/>
                  <a:pt x="85428" y="498"/>
                </a:cubicBezTo>
                <a:cubicBezTo>
                  <a:pt x="85396" y="498"/>
                  <a:pt x="85360" y="494"/>
                  <a:pt x="85322" y="487"/>
                </a:cubicBezTo>
                <a:lnTo>
                  <a:pt x="85200" y="487"/>
                </a:lnTo>
                <a:cubicBezTo>
                  <a:pt x="84987" y="456"/>
                  <a:pt x="84987" y="456"/>
                  <a:pt x="84957" y="274"/>
                </a:cubicBezTo>
                <a:cubicBezTo>
                  <a:pt x="84957" y="243"/>
                  <a:pt x="84957" y="243"/>
                  <a:pt x="84957" y="243"/>
                </a:cubicBezTo>
                <a:cubicBezTo>
                  <a:pt x="84805" y="213"/>
                  <a:pt x="84775" y="122"/>
                  <a:pt x="84683" y="31"/>
                </a:cubicBezTo>
                <a:lnTo>
                  <a:pt x="84653" y="0"/>
                </a:lnTo>
                <a:cubicBezTo>
                  <a:pt x="84501" y="31"/>
                  <a:pt x="84501" y="183"/>
                  <a:pt x="84623" y="365"/>
                </a:cubicBezTo>
                <a:lnTo>
                  <a:pt x="84562" y="487"/>
                </a:lnTo>
                <a:lnTo>
                  <a:pt x="84471" y="669"/>
                </a:lnTo>
                <a:cubicBezTo>
                  <a:pt x="84258" y="639"/>
                  <a:pt x="84136" y="365"/>
                  <a:pt x="84167" y="335"/>
                </a:cubicBezTo>
                <a:cubicBezTo>
                  <a:pt x="84227" y="304"/>
                  <a:pt x="84288" y="274"/>
                  <a:pt x="84349" y="213"/>
                </a:cubicBezTo>
                <a:cubicBezTo>
                  <a:pt x="84349" y="183"/>
                  <a:pt x="84288" y="152"/>
                  <a:pt x="84258" y="152"/>
                </a:cubicBezTo>
                <a:cubicBezTo>
                  <a:pt x="84045" y="183"/>
                  <a:pt x="83863" y="213"/>
                  <a:pt x="83680" y="213"/>
                </a:cubicBezTo>
                <a:cubicBezTo>
                  <a:pt x="83467" y="122"/>
                  <a:pt x="83285" y="91"/>
                  <a:pt x="83103" y="61"/>
                </a:cubicBezTo>
                <a:cubicBezTo>
                  <a:pt x="83012" y="61"/>
                  <a:pt x="82981" y="122"/>
                  <a:pt x="82981" y="152"/>
                </a:cubicBezTo>
                <a:cubicBezTo>
                  <a:pt x="82981" y="152"/>
                  <a:pt x="82738" y="243"/>
                  <a:pt x="82708" y="304"/>
                </a:cubicBezTo>
                <a:cubicBezTo>
                  <a:pt x="82685" y="349"/>
                  <a:pt x="82647" y="377"/>
                  <a:pt x="82628" y="377"/>
                </a:cubicBezTo>
                <a:cubicBezTo>
                  <a:pt x="82621" y="377"/>
                  <a:pt x="82616" y="373"/>
                  <a:pt x="82616" y="365"/>
                </a:cubicBezTo>
                <a:lnTo>
                  <a:pt x="82616" y="335"/>
                </a:lnTo>
                <a:cubicBezTo>
                  <a:pt x="82616" y="274"/>
                  <a:pt x="82647" y="213"/>
                  <a:pt x="82647" y="213"/>
                </a:cubicBezTo>
                <a:lnTo>
                  <a:pt x="82556" y="152"/>
                </a:lnTo>
                <a:cubicBezTo>
                  <a:pt x="82511" y="130"/>
                  <a:pt x="82441" y="124"/>
                  <a:pt x="82368" y="124"/>
                </a:cubicBezTo>
                <a:cubicBezTo>
                  <a:pt x="82288" y="124"/>
                  <a:pt x="82203" y="131"/>
                  <a:pt x="82143" y="131"/>
                </a:cubicBezTo>
                <a:cubicBezTo>
                  <a:pt x="82109" y="131"/>
                  <a:pt x="82083" y="129"/>
                  <a:pt x="82069" y="122"/>
                </a:cubicBezTo>
                <a:cubicBezTo>
                  <a:pt x="82024" y="107"/>
                  <a:pt x="81970" y="99"/>
                  <a:pt x="81917" y="99"/>
                </a:cubicBezTo>
                <a:cubicBezTo>
                  <a:pt x="81864" y="99"/>
                  <a:pt x="81811" y="107"/>
                  <a:pt x="81765" y="122"/>
                </a:cubicBezTo>
                <a:cubicBezTo>
                  <a:pt x="81742" y="145"/>
                  <a:pt x="81714" y="155"/>
                  <a:pt x="81687" y="155"/>
                </a:cubicBezTo>
                <a:cubicBezTo>
                  <a:pt x="81644" y="155"/>
                  <a:pt x="81602" y="129"/>
                  <a:pt x="81583" y="91"/>
                </a:cubicBezTo>
                <a:lnTo>
                  <a:pt x="81522" y="31"/>
                </a:lnTo>
                <a:lnTo>
                  <a:pt x="81461" y="31"/>
                </a:lnTo>
                <a:lnTo>
                  <a:pt x="8140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2"/>
          <p:cNvSpPr/>
          <p:nvPr/>
        </p:nvSpPr>
        <p:spPr>
          <a:xfrm rot="10800000">
            <a:off x="3883667" y="1521283"/>
            <a:ext cx="1711775" cy="400475"/>
          </a:xfrm>
          <a:custGeom>
            <a:rect b="b" l="l" r="r" t="t"/>
            <a:pathLst>
              <a:path extrusionOk="0" h="16019" w="100945">
                <a:moveTo>
                  <a:pt x="83846" y="323"/>
                </a:moveTo>
                <a:cubicBezTo>
                  <a:pt x="83893" y="323"/>
                  <a:pt x="83937" y="345"/>
                  <a:pt x="83954" y="395"/>
                </a:cubicBezTo>
                <a:cubicBezTo>
                  <a:pt x="83984" y="426"/>
                  <a:pt x="84015" y="487"/>
                  <a:pt x="84015" y="547"/>
                </a:cubicBezTo>
                <a:lnTo>
                  <a:pt x="83984" y="608"/>
                </a:lnTo>
                <a:cubicBezTo>
                  <a:pt x="83945" y="667"/>
                  <a:pt x="83893" y="701"/>
                  <a:pt x="83837" y="701"/>
                </a:cubicBezTo>
                <a:cubicBezTo>
                  <a:pt x="83806" y="701"/>
                  <a:pt x="83773" y="691"/>
                  <a:pt x="83741" y="669"/>
                </a:cubicBezTo>
                <a:lnTo>
                  <a:pt x="83711" y="669"/>
                </a:lnTo>
                <a:cubicBezTo>
                  <a:pt x="83650" y="639"/>
                  <a:pt x="83559" y="426"/>
                  <a:pt x="83680" y="395"/>
                </a:cubicBezTo>
                <a:lnTo>
                  <a:pt x="83741" y="365"/>
                </a:lnTo>
                <a:cubicBezTo>
                  <a:pt x="83768" y="338"/>
                  <a:pt x="83808" y="323"/>
                  <a:pt x="83846" y="323"/>
                </a:cubicBezTo>
                <a:close/>
                <a:moveTo>
                  <a:pt x="81492" y="395"/>
                </a:moveTo>
                <a:cubicBezTo>
                  <a:pt x="81613" y="395"/>
                  <a:pt x="81735" y="456"/>
                  <a:pt x="81826" y="517"/>
                </a:cubicBezTo>
                <a:cubicBezTo>
                  <a:pt x="81826" y="578"/>
                  <a:pt x="81735" y="639"/>
                  <a:pt x="81613" y="669"/>
                </a:cubicBezTo>
                <a:lnTo>
                  <a:pt x="81583" y="699"/>
                </a:lnTo>
                <a:cubicBezTo>
                  <a:pt x="81577" y="701"/>
                  <a:pt x="81570" y="702"/>
                  <a:pt x="81565" y="702"/>
                </a:cubicBezTo>
                <a:cubicBezTo>
                  <a:pt x="81458" y="702"/>
                  <a:pt x="81434" y="453"/>
                  <a:pt x="81492" y="395"/>
                </a:cubicBezTo>
                <a:close/>
                <a:moveTo>
                  <a:pt x="73467" y="566"/>
                </a:moveTo>
                <a:cubicBezTo>
                  <a:pt x="73510" y="566"/>
                  <a:pt x="73520" y="594"/>
                  <a:pt x="73498" y="639"/>
                </a:cubicBezTo>
                <a:lnTo>
                  <a:pt x="73498" y="669"/>
                </a:lnTo>
                <a:cubicBezTo>
                  <a:pt x="73447" y="720"/>
                  <a:pt x="73310" y="835"/>
                  <a:pt x="73214" y="835"/>
                </a:cubicBezTo>
                <a:cubicBezTo>
                  <a:pt x="73195" y="835"/>
                  <a:pt x="73178" y="831"/>
                  <a:pt x="73163" y="821"/>
                </a:cubicBezTo>
                <a:lnTo>
                  <a:pt x="73103" y="821"/>
                </a:lnTo>
                <a:cubicBezTo>
                  <a:pt x="72981" y="791"/>
                  <a:pt x="73042" y="699"/>
                  <a:pt x="73042" y="639"/>
                </a:cubicBezTo>
                <a:lnTo>
                  <a:pt x="73042" y="608"/>
                </a:lnTo>
                <a:cubicBezTo>
                  <a:pt x="73057" y="593"/>
                  <a:pt x="73133" y="593"/>
                  <a:pt x="73213" y="593"/>
                </a:cubicBezTo>
                <a:cubicBezTo>
                  <a:pt x="73293" y="593"/>
                  <a:pt x="73376" y="593"/>
                  <a:pt x="73407" y="578"/>
                </a:cubicBezTo>
                <a:cubicBezTo>
                  <a:pt x="73431" y="570"/>
                  <a:pt x="73451" y="566"/>
                  <a:pt x="73467" y="566"/>
                </a:cubicBezTo>
                <a:close/>
                <a:moveTo>
                  <a:pt x="75990" y="547"/>
                </a:moveTo>
                <a:cubicBezTo>
                  <a:pt x="76112" y="547"/>
                  <a:pt x="76142" y="639"/>
                  <a:pt x="76142" y="669"/>
                </a:cubicBezTo>
                <a:cubicBezTo>
                  <a:pt x="76112" y="730"/>
                  <a:pt x="76112" y="791"/>
                  <a:pt x="76112" y="851"/>
                </a:cubicBezTo>
                <a:cubicBezTo>
                  <a:pt x="76112" y="860"/>
                  <a:pt x="76104" y="864"/>
                  <a:pt x="76091" y="864"/>
                </a:cubicBezTo>
                <a:cubicBezTo>
                  <a:pt x="76058" y="864"/>
                  <a:pt x="75994" y="842"/>
                  <a:pt x="75929" y="821"/>
                </a:cubicBezTo>
                <a:cubicBezTo>
                  <a:pt x="75838" y="760"/>
                  <a:pt x="75869" y="547"/>
                  <a:pt x="75990" y="547"/>
                </a:cubicBezTo>
                <a:close/>
                <a:moveTo>
                  <a:pt x="57631" y="760"/>
                </a:moveTo>
                <a:lnTo>
                  <a:pt x="57844" y="851"/>
                </a:lnTo>
                <a:cubicBezTo>
                  <a:pt x="57824" y="969"/>
                  <a:pt x="57754" y="1036"/>
                  <a:pt x="57666" y="1036"/>
                </a:cubicBezTo>
                <a:cubicBezTo>
                  <a:pt x="57617" y="1036"/>
                  <a:pt x="57563" y="1016"/>
                  <a:pt x="57510" y="973"/>
                </a:cubicBezTo>
                <a:lnTo>
                  <a:pt x="57418" y="912"/>
                </a:lnTo>
                <a:cubicBezTo>
                  <a:pt x="57388" y="882"/>
                  <a:pt x="57449" y="821"/>
                  <a:pt x="57570" y="760"/>
                </a:cubicBezTo>
                <a:close/>
                <a:moveTo>
                  <a:pt x="59994" y="748"/>
                </a:moveTo>
                <a:cubicBezTo>
                  <a:pt x="60059" y="748"/>
                  <a:pt x="60228" y="890"/>
                  <a:pt x="60306" y="943"/>
                </a:cubicBezTo>
                <a:lnTo>
                  <a:pt x="60154" y="1034"/>
                </a:lnTo>
                <a:lnTo>
                  <a:pt x="60124" y="1064"/>
                </a:lnTo>
                <a:cubicBezTo>
                  <a:pt x="60002" y="1003"/>
                  <a:pt x="59941" y="882"/>
                  <a:pt x="59972" y="760"/>
                </a:cubicBezTo>
                <a:cubicBezTo>
                  <a:pt x="59976" y="752"/>
                  <a:pt x="59984" y="748"/>
                  <a:pt x="59994" y="748"/>
                </a:cubicBezTo>
                <a:close/>
                <a:moveTo>
                  <a:pt x="61674" y="821"/>
                </a:moveTo>
                <a:lnTo>
                  <a:pt x="61674" y="851"/>
                </a:lnTo>
                <a:cubicBezTo>
                  <a:pt x="61765" y="851"/>
                  <a:pt x="62008" y="943"/>
                  <a:pt x="61887" y="1064"/>
                </a:cubicBezTo>
                <a:lnTo>
                  <a:pt x="61856" y="1064"/>
                </a:lnTo>
                <a:lnTo>
                  <a:pt x="61735" y="1003"/>
                </a:lnTo>
                <a:cubicBezTo>
                  <a:pt x="61613" y="912"/>
                  <a:pt x="61583" y="821"/>
                  <a:pt x="61674" y="821"/>
                </a:cubicBezTo>
                <a:close/>
                <a:moveTo>
                  <a:pt x="45139" y="1003"/>
                </a:moveTo>
                <a:cubicBezTo>
                  <a:pt x="45169" y="1003"/>
                  <a:pt x="45199" y="1003"/>
                  <a:pt x="45230" y="1034"/>
                </a:cubicBezTo>
                <a:lnTo>
                  <a:pt x="45230" y="1155"/>
                </a:lnTo>
                <a:cubicBezTo>
                  <a:pt x="45108" y="1186"/>
                  <a:pt x="44987" y="1216"/>
                  <a:pt x="44865" y="1247"/>
                </a:cubicBezTo>
                <a:lnTo>
                  <a:pt x="44713" y="1277"/>
                </a:lnTo>
                <a:cubicBezTo>
                  <a:pt x="44622" y="1186"/>
                  <a:pt x="44743" y="1125"/>
                  <a:pt x="44987" y="1125"/>
                </a:cubicBezTo>
                <a:lnTo>
                  <a:pt x="45139" y="1003"/>
                </a:lnTo>
                <a:close/>
                <a:moveTo>
                  <a:pt x="31659" y="1304"/>
                </a:moveTo>
                <a:cubicBezTo>
                  <a:pt x="31730" y="1304"/>
                  <a:pt x="31700" y="1496"/>
                  <a:pt x="31643" y="1581"/>
                </a:cubicBezTo>
                <a:cubicBezTo>
                  <a:pt x="31586" y="1618"/>
                  <a:pt x="31542" y="1644"/>
                  <a:pt x="31516" y="1644"/>
                </a:cubicBezTo>
                <a:cubicBezTo>
                  <a:pt x="31500" y="1644"/>
                  <a:pt x="31491" y="1634"/>
                  <a:pt x="31491" y="1611"/>
                </a:cubicBezTo>
                <a:cubicBezTo>
                  <a:pt x="31491" y="1550"/>
                  <a:pt x="31400" y="1459"/>
                  <a:pt x="31339" y="1459"/>
                </a:cubicBezTo>
                <a:cubicBezTo>
                  <a:pt x="31308" y="1459"/>
                  <a:pt x="31308" y="1399"/>
                  <a:pt x="31308" y="1399"/>
                </a:cubicBezTo>
                <a:cubicBezTo>
                  <a:pt x="31400" y="1338"/>
                  <a:pt x="31521" y="1307"/>
                  <a:pt x="31643" y="1307"/>
                </a:cubicBezTo>
                <a:cubicBezTo>
                  <a:pt x="31649" y="1305"/>
                  <a:pt x="31654" y="1304"/>
                  <a:pt x="31659" y="1304"/>
                </a:cubicBezTo>
                <a:close/>
                <a:moveTo>
                  <a:pt x="25077" y="1459"/>
                </a:moveTo>
                <a:cubicBezTo>
                  <a:pt x="25229" y="1459"/>
                  <a:pt x="25381" y="1490"/>
                  <a:pt x="25503" y="1520"/>
                </a:cubicBezTo>
                <a:cubicBezTo>
                  <a:pt x="25533" y="1550"/>
                  <a:pt x="25564" y="1581"/>
                  <a:pt x="25503" y="1642"/>
                </a:cubicBezTo>
                <a:cubicBezTo>
                  <a:pt x="25453" y="1691"/>
                  <a:pt x="25404" y="1741"/>
                  <a:pt x="25321" y="1741"/>
                </a:cubicBezTo>
                <a:cubicBezTo>
                  <a:pt x="25302" y="1741"/>
                  <a:pt x="25282" y="1738"/>
                  <a:pt x="25260" y="1733"/>
                </a:cubicBezTo>
                <a:lnTo>
                  <a:pt x="25138" y="1702"/>
                </a:lnTo>
                <a:cubicBezTo>
                  <a:pt x="24925" y="1642"/>
                  <a:pt x="24895" y="1581"/>
                  <a:pt x="25017" y="1520"/>
                </a:cubicBezTo>
                <a:lnTo>
                  <a:pt x="25077" y="1459"/>
                </a:lnTo>
                <a:close/>
                <a:moveTo>
                  <a:pt x="24429" y="1423"/>
                </a:moveTo>
                <a:cubicBezTo>
                  <a:pt x="24516" y="1423"/>
                  <a:pt x="24478" y="1498"/>
                  <a:pt x="24530" y="1550"/>
                </a:cubicBezTo>
                <a:lnTo>
                  <a:pt x="24591" y="1611"/>
                </a:lnTo>
                <a:cubicBezTo>
                  <a:pt x="24469" y="1672"/>
                  <a:pt x="24348" y="1763"/>
                  <a:pt x="24226" y="1794"/>
                </a:cubicBezTo>
                <a:cubicBezTo>
                  <a:pt x="24203" y="1817"/>
                  <a:pt x="24180" y="1827"/>
                  <a:pt x="24160" y="1827"/>
                </a:cubicBezTo>
                <a:cubicBezTo>
                  <a:pt x="24128" y="1827"/>
                  <a:pt x="24105" y="1801"/>
                  <a:pt x="24105" y="1763"/>
                </a:cubicBezTo>
                <a:lnTo>
                  <a:pt x="24074" y="1763"/>
                </a:lnTo>
                <a:cubicBezTo>
                  <a:pt x="24135" y="1642"/>
                  <a:pt x="24196" y="1520"/>
                  <a:pt x="24257" y="1429"/>
                </a:cubicBezTo>
                <a:lnTo>
                  <a:pt x="24378" y="1429"/>
                </a:lnTo>
                <a:cubicBezTo>
                  <a:pt x="24399" y="1425"/>
                  <a:pt x="24416" y="1423"/>
                  <a:pt x="24429" y="1423"/>
                </a:cubicBezTo>
                <a:close/>
                <a:moveTo>
                  <a:pt x="17478" y="1763"/>
                </a:moveTo>
                <a:lnTo>
                  <a:pt x="17600" y="1885"/>
                </a:lnTo>
                <a:cubicBezTo>
                  <a:pt x="17782" y="1885"/>
                  <a:pt x="17874" y="1976"/>
                  <a:pt x="17813" y="2098"/>
                </a:cubicBezTo>
                <a:lnTo>
                  <a:pt x="17752" y="2158"/>
                </a:lnTo>
                <a:cubicBezTo>
                  <a:pt x="17714" y="2209"/>
                  <a:pt x="17681" y="2233"/>
                  <a:pt x="17656" y="2233"/>
                </a:cubicBezTo>
                <a:cubicBezTo>
                  <a:pt x="17621" y="2233"/>
                  <a:pt x="17600" y="2186"/>
                  <a:pt x="17600" y="2098"/>
                </a:cubicBezTo>
                <a:cubicBezTo>
                  <a:pt x="17539" y="2098"/>
                  <a:pt x="17326" y="2006"/>
                  <a:pt x="17326" y="1946"/>
                </a:cubicBezTo>
                <a:cubicBezTo>
                  <a:pt x="17357" y="1885"/>
                  <a:pt x="17418" y="1824"/>
                  <a:pt x="17478" y="1763"/>
                </a:cubicBezTo>
                <a:close/>
                <a:moveTo>
                  <a:pt x="15599" y="1931"/>
                </a:moveTo>
                <a:cubicBezTo>
                  <a:pt x="15616" y="1931"/>
                  <a:pt x="15635" y="1936"/>
                  <a:pt x="15655" y="1946"/>
                </a:cubicBezTo>
                <a:lnTo>
                  <a:pt x="15776" y="2006"/>
                </a:lnTo>
                <a:cubicBezTo>
                  <a:pt x="15801" y="1998"/>
                  <a:pt x="15823" y="1994"/>
                  <a:pt x="15842" y="1994"/>
                </a:cubicBezTo>
                <a:cubicBezTo>
                  <a:pt x="15893" y="1994"/>
                  <a:pt x="15920" y="2023"/>
                  <a:pt x="15898" y="2067"/>
                </a:cubicBezTo>
                <a:cubicBezTo>
                  <a:pt x="15898" y="2128"/>
                  <a:pt x="15867" y="2189"/>
                  <a:pt x="15867" y="2250"/>
                </a:cubicBezTo>
                <a:cubicBezTo>
                  <a:pt x="15867" y="2265"/>
                  <a:pt x="15837" y="2272"/>
                  <a:pt x="15791" y="2272"/>
                </a:cubicBezTo>
                <a:cubicBezTo>
                  <a:pt x="15746" y="2272"/>
                  <a:pt x="15685" y="2265"/>
                  <a:pt x="15624" y="2250"/>
                </a:cubicBezTo>
                <a:lnTo>
                  <a:pt x="15594" y="2250"/>
                </a:lnTo>
                <a:cubicBezTo>
                  <a:pt x="15558" y="2285"/>
                  <a:pt x="15532" y="2298"/>
                  <a:pt x="15509" y="2298"/>
                </a:cubicBezTo>
                <a:cubicBezTo>
                  <a:pt x="15474" y="2298"/>
                  <a:pt x="15448" y="2268"/>
                  <a:pt x="15412" y="2250"/>
                </a:cubicBezTo>
                <a:cubicBezTo>
                  <a:pt x="15320" y="2189"/>
                  <a:pt x="15320" y="2128"/>
                  <a:pt x="15412" y="2067"/>
                </a:cubicBezTo>
                <a:cubicBezTo>
                  <a:pt x="15462" y="2042"/>
                  <a:pt x="15513" y="1931"/>
                  <a:pt x="15599" y="1931"/>
                </a:cubicBezTo>
                <a:close/>
                <a:moveTo>
                  <a:pt x="88878" y="2250"/>
                </a:moveTo>
                <a:cubicBezTo>
                  <a:pt x="89060" y="2310"/>
                  <a:pt x="89091" y="2432"/>
                  <a:pt x="89060" y="2432"/>
                </a:cubicBezTo>
                <a:cubicBezTo>
                  <a:pt x="88923" y="2432"/>
                  <a:pt x="88761" y="2382"/>
                  <a:pt x="88619" y="2328"/>
                </a:cubicBezTo>
                <a:lnTo>
                  <a:pt x="88619" y="2328"/>
                </a:lnTo>
                <a:lnTo>
                  <a:pt x="88787" y="2280"/>
                </a:lnTo>
                <a:lnTo>
                  <a:pt x="88878" y="2250"/>
                </a:lnTo>
                <a:close/>
                <a:moveTo>
                  <a:pt x="90560" y="2156"/>
                </a:moveTo>
                <a:cubicBezTo>
                  <a:pt x="90568" y="2156"/>
                  <a:pt x="90580" y="2182"/>
                  <a:pt x="90580" y="2219"/>
                </a:cubicBezTo>
                <a:cubicBezTo>
                  <a:pt x="90580" y="2371"/>
                  <a:pt x="90458" y="2462"/>
                  <a:pt x="90337" y="2462"/>
                </a:cubicBezTo>
                <a:lnTo>
                  <a:pt x="90215" y="2432"/>
                </a:lnTo>
                <a:lnTo>
                  <a:pt x="90124" y="2402"/>
                </a:lnTo>
                <a:cubicBezTo>
                  <a:pt x="90089" y="2407"/>
                  <a:pt x="90061" y="2410"/>
                  <a:pt x="90039" y="2410"/>
                </a:cubicBezTo>
                <a:cubicBezTo>
                  <a:pt x="89944" y="2410"/>
                  <a:pt x="89953" y="2365"/>
                  <a:pt x="90003" y="2341"/>
                </a:cubicBezTo>
                <a:cubicBezTo>
                  <a:pt x="90063" y="2310"/>
                  <a:pt x="90033" y="2250"/>
                  <a:pt x="90003" y="2219"/>
                </a:cubicBezTo>
                <a:cubicBezTo>
                  <a:pt x="89994" y="2210"/>
                  <a:pt x="90011" y="2207"/>
                  <a:pt x="90041" y="2207"/>
                </a:cubicBezTo>
                <a:cubicBezTo>
                  <a:pt x="90114" y="2207"/>
                  <a:pt x="90264" y="2228"/>
                  <a:pt x="90307" y="2250"/>
                </a:cubicBezTo>
                <a:cubicBezTo>
                  <a:pt x="90331" y="2258"/>
                  <a:pt x="90355" y="2262"/>
                  <a:pt x="90379" y="2262"/>
                </a:cubicBezTo>
                <a:cubicBezTo>
                  <a:pt x="90444" y="2262"/>
                  <a:pt x="90505" y="2233"/>
                  <a:pt x="90550" y="2189"/>
                </a:cubicBezTo>
                <a:cubicBezTo>
                  <a:pt x="90550" y="2166"/>
                  <a:pt x="90554" y="2156"/>
                  <a:pt x="90560" y="2156"/>
                </a:cubicBezTo>
                <a:close/>
                <a:moveTo>
                  <a:pt x="94501" y="2979"/>
                </a:moveTo>
                <a:lnTo>
                  <a:pt x="94683" y="3009"/>
                </a:lnTo>
                <a:lnTo>
                  <a:pt x="94775" y="3009"/>
                </a:lnTo>
                <a:cubicBezTo>
                  <a:pt x="94927" y="3070"/>
                  <a:pt x="94987" y="3222"/>
                  <a:pt x="94927" y="3313"/>
                </a:cubicBezTo>
                <a:cubicBezTo>
                  <a:pt x="94913" y="3332"/>
                  <a:pt x="94889" y="3340"/>
                  <a:pt x="94859" y="3340"/>
                </a:cubicBezTo>
                <a:cubicBezTo>
                  <a:pt x="94689" y="3340"/>
                  <a:pt x="94310" y="3091"/>
                  <a:pt x="94258" y="3040"/>
                </a:cubicBezTo>
                <a:cubicBezTo>
                  <a:pt x="94197" y="3009"/>
                  <a:pt x="94288" y="2979"/>
                  <a:pt x="94501" y="2979"/>
                </a:cubicBezTo>
                <a:close/>
                <a:moveTo>
                  <a:pt x="11430" y="3344"/>
                </a:moveTo>
                <a:cubicBezTo>
                  <a:pt x="11490" y="3344"/>
                  <a:pt x="11551" y="3374"/>
                  <a:pt x="11551" y="3435"/>
                </a:cubicBezTo>
                <a:lnTo>
                  <a:pt x="11399" y="3526"/>
                </a:lnTo>
                <a:cubicBezTo>
                  <a:pt x="11247" y="3617"/>
                  <a:pt x="11126" y="3678"/>
                  <a:pt x="10974" y="3739"/>
                </a:cubicBezTo>
                <a:lnTo>
                  <a:pt x="10974" y="3709"/>
                </a:lnTo>
                <a:lnTo>
                  <a:pt x="10943" y="3709"/>
                </a:lnTo>
                <a:cubicBezTo>
                  <a:pt x="10974" y="3587"/>
                  <a:pt x="11065" y="3496"/>
                  <a:pt x="11156" y="3405"/>
                </a:cubicBezTo>
                <a:cubicBezTo>
                  <a:pt x="11217" y="3374"/>
                  <a:pt x="11338" y="3344"/>
                  <a:pt x="11430" y="3344"/>
                </a:cubicBezTo>
                <a:close/>
                <a:moveTo>
                  <a:pt x="20559" y="3545"/>
                </a:moveTo>
                <a:cubicBezTo>
                  <a:pt x="20642" y="3545"/>
                  <a:pt x="20763" y="3573"/>
                  <a:pt x="20852" y="3617"/>
                </a:cubicBezTo>
                <a:lnTo>
                  <a:pt x="20974" y="3709"/>
                </a:lnTo>
                <a:lnTo>
                  <a:pt x="20974" y="3769"/>
                </a:lnTo>
                <a:cubicBezTo>
                  <a:pt x="20974" y="3800"/>
                  <a:pt x="20944" y="3830"/>
                  <a:pt x="20913" y="3830"/>
                </a:cubicBezTo>
                <a:lnTo>
                  <a:pt x="20822" y="3830"/>
                </a:lnTo>
                <a:cubicBezTo>
                  <a:pt x="20700" y="3800"/>
                  <a:pt x="20579" y="3739"/>
                  <a:pt x="20488" y="3678"/>
                </a:cubicBezTo>
                <a:cubicBezTo>
                  <a:pt x="20427" y="3648"/>
                  <a:pt x="20427" y="3587"/>
                  <a:pt x="20488" y="3557"/>
                </a:cubicBezTo>
                <a:cubicBezTo>
                  <a:pt x="20504" y="3548"/>
                  <a:pt x="20529" y="3545"/>
                  <a:pt x="20559" y="3545"/>
                </a:cubicBezTo>
                <a:close/>
                <a:moveTo>
                  <a:pt x="14256" y="3769"/>
                </a:moveTo>
                <a:cubicBezTo>
                  <a:pt x="14287" y="3800"/>
                  <a:pt x="14317" y="3861"/>
                  <a:pt x="14317" y="3921"/>
                </a:cubicBezTo>
                <a:cubicBezTo>
                  <a:pt x="14317" y="3946"/>
                  <a:pt x="14496" y="3990"/>
                  <a:pt x="14597" y="3990"/>
                </a:cubicBezTo>
                <a:cubicBezTo>
                  <a:pt x="14621" y="3990"/>
                  <a:pt x="14640" y="3988"/>
                  <a:pt x="14652" y="3982"/>
                </a:cubicBezTo>
                <a:cubicBezTo>
                  <a:pt x="14661" y="3979"/>
                  <a:pt x="14670" y="3977"/>
                  <a:pt x="14677" y="3977"/>
                </a:cubicBezTo>
                <a:cubicBezTo>
                  <a:pt x="14742" y="3977"/>
                  <a:pt x="14733" y="4086"/>
                  <a:pt x="14652" y="4195"/>
                </a:cubicBezTo>
                <a:lnTo>
                  <a:pt x="14378" y="4165"/>
                </a:lnTo>
                <a:lnTo>
                  <a:pt x="14226" y="4165"/>
                </a:lnTo>
                <a:cubicBezTo>
                  <a:pt x="14060" y="4165"/>
                  <a:pt x="14020" y="4039"/>
                  <a:pt x="14060" y="4039"/>
                </a:cubicBezTo>
                <a:cubicBezTo>
                  <a:pt x="14064" y="4039"/>
                  <a:pt x="14069" y="4040"/>
                  <a:pt x="14074" y="4043"/>
                </a:cubicBezTo>
                <a:cubicBezTo>
                  <a:pt x="14090" y="4051"/>
                  <a:pt x="14107" y="4055"/>
                  <a:pt x="14122" y="4055"/>
                </a:cubicBezTo>
                <a:cubicBezTo>
                  <a:pt x="14163" y="4055"/>
                  <a:pt x="14196" y="4027"/>
                  <a:pt x="14196" y="3982"/>
                </a:cubicBezTo>
                <a:cubicBezTo>
                  <a:pt x="14226" y="3921"/>
                  <a:pt x="14226" y="3830"/>
                  <a:pt x="14256" y="3769"/>
                </a:cubicBezTo>
                <a:close/>
                <a:moveTo>
                  <a:pt x="13161" y="3992"/>
                </a:moveTo>
                <a:cubicBezTo>
                  <a:pt x="13279" y="3992"/>
                  <a:pt x="13390" y="4039"/>
                  <a:pt x="13466" y="4134"/>
                </a:cubicBezTo>
                <a:lnTo>
                  <a:pt x="13497" y="4134"/>
                </a:lnTo>
                <a:cubicBezTo>
                  <a:pt x="13360" y="4216"/>
                  <a:pt x="13285" y="4261"/>
                  <a:pt x="13221" y="4261"/>
                </a:cubicBezTo>
                <a:cubicBezTo>
                  <a:pt x="13143" y="4261"/>
                  <a:pt x="13083" y="4194"/>
                  <a:pt x="12949" y="4043"/>
                </a:cubicBezTo>
                <a:cubicBezTo>
                  <a:pt x="13018" y="4009"/>
                  <a:pt x="13091" y="3992"/>
                  <a:pt x="13161" y="3992"/>
                </a:cubicBezTo>
                <a:close/>
                <a:moveTo>
                  <a:pt x="96659" y="4073"/>
                </a:moveTo>
                <a:cubicBezTo>
                  <a:pt x="96720" y="4256"/>
                  <a:pt x="96750" y="4377"/>
                  <a:pt x="96720" y="4408"/>
                </a:cubicBezTo>
                <a:cubicBezTo>
                  <a:pt x="96690" y="4423"/>
                  <a:pt x="96652" y="4430"/>
                  <a:pt x="96614" y="4430"/>
                </a:cubicBezTo>
                <a:cubicBezTo>
                  <a:pt x="96576" y="4430"/>
                  <a:pt x="96538" y="4423"/>
                  <a:pt x="96507" y="4408"/>
                </a:cubicBezTo>
                <a:cubicBezTo>
                  <a:pt x="96477" y="4408"/>
                  <a:pt x="96355" y="4438"/>
                  <a:pt x="96234" y="4499"/>
                </a:cubicBezTo>
                <a:lnTo>
                  <a:pt x="96112" y="4529"/>
                </a:lnTo>
                <a:lnTo>
                  <a:pt x="96082" y="4529"/>
                </a:lnTo>
                <a:cubicBezTo>
                  <a:pt x="95991" y="4438"/>
                  <a:pt x="96021" y="4225"/>
                  <a:pt x="96142" y="4073"/>
                </a:cubicBezTo>
                <a:close/>
                <a:moveTo>
                  <a:pt x="87766" y="10065"/>
                </a:moveTo>
                <a:cubicBezTo>
                  <a:pt x="87824" y="10065"/>
                  <a:pt x="87875" y="10071"/>
                  <a:pt x="87905" y="10092"/>
                </a:cubicBezTo>
                <a:cubicBezTo>
                  <a:pt x="87996" y="10122"/>
                  <a:pt x="87936" y="10183"/>
                  <a:pt x="87814" y="10183"/>
                </a:cubicBezTo>
                <a:cubicBezTo>
                  <a:pt x="87692" y="10183"/>
                  <a:pt x="87328" y="10092"/>
                  <a:pt x="87419" y="10092"/>
                </a:cubicBezTo>
                <a:cubicBezTo>
                  <a:pt x="87500" y="10092"/>
                  <a:pt x="87649" y="10065"/>
                  <a:pt x="87766" y="10065"/>
                </a:cubicBezTo>
                <a:close/>
                <a:moveTo>
                  <a:pt x="88865" y="10153"/>
                </a:moveTo>
                <a:lnTo>
                  <a:pt x="88865" y="10153"/>
                </a:lnTo>
                <a:cubicBezTo>
                  <a:pt x="88827" y="10153"/>
                  <a:pt x="88789" y="10154"/>
                  <a:pt x="88750" y="10156"/>
                </a:cubicBezTo>
                <a:lnTo>
                  <a:pt x="88750" y="10156"/>
                </a:lnTo>
                <a:cubicBezTo>
                  <a:pt x="88781" y="10173"/>
                  <a:pt x="88813" y="10190"/>
                  <a:pt x="88845" y="10206"/>
                </a:cubicBezTo>
                <a:lnTo>
                  <a:pt x="88845" y="10206"/>
                </a:lnTo>
                <a:cubicBezTo>
                  <a:pt x="88854" y="10191"/>
                  <a:pt x="88860" y="10172"/>
                  <a:pt x="88865" y="10153"/>
                </a:cubicBezTo>
                <a:close/>
                <a:moveTo>
                  <a:pt x="86568" y="9909"/>
                </a:moveTo>
                <a:cubicBezTo>
                  <a:pt x="86689" y="9909"/>
                  <a:pt x="86781" y="9970"/>
                  <a:pt x="86750" y="10031"/>
                </a:cubicBezTo>
                <a:cubicBezTo>
                  <a:pt x="86689" y="10122"/>
                  <a:pt x="86598" y="10183"/>
                  <a:pt x="86477" y="10244"/>
                </a:cubicBezTo>
                <a:lnTo>
                  <a:pt x="86385" y="10244"/>
                </a:lnTo>
                <a:cubicBezTo>
                  <a:pt x="86325" y="10152"/>
                  <a:pt x="86355" y="10061"/>
                  <a:pt x="86416" y="9970"/>
                </a:cubicBezTo>
                <a:lnTo>
                  <a:pt x="86507" y="9940"/>
                </a:lnTo>
                <a:lnTo>
                  <a:pt x="86568" y="9909"/>
                </a:lnTo>
                <a:close/>
                <a:moveTo>
                  <a:pt x="88753" y="10535"/>
                </a:moveTo>
                <a:cubicBezTo>
                  <a:pt x="88814" y="10535"/>
                  <a:pt x="88876" y="10539"/>
                  <a:pt x="88939" y="10548"/>
                </a:cubicBezTo>
                <a:cubicBezTo>
                  <a:pt x="89060" y="10548"/>
                  <a:pt x="89000" y="10791"/>
                  <a:pt x="88908" y="10791"/>
                </a:cubicBezTo>
                <a:cubicBezTo>
                  <a:pt x="88824" y="10791"/>
                  <a:pt x="88585" y="10635"/>
                  <a:pt x="88453" y="10635"/>
                </a:cubicBezTo>
                <a:cubicBezTo>
                  <a:pt x="88442" y="10635"/>
                  <a:pt x="88431" y="10636"/>
                  <a:pt x="88422" y="10639"/>
                </a:cubicBezTo>
                <a:cubicBezTo>
                  <a:pt x="88395" y="10648"/>
                  <a:pt x="88374" y="10651"/>
                  <a:pt x="88358" y="10651"/>
                </a:cubicBezTo>
                <a:cubicBezTo>
                  <a:pt x="88318" y="10651"/>
                  <a:pt x="88309" y="10630"/>
                  <a:pt x="88331" y="10608"/>
                </a:cubicBezTo>
                <a:lnTo>
                  <a:pt x="88331" y="10578"/>
                </a:lnTo>
                <a:cubicBezTo>
                  <a:pt x="88460" y="10556"/>
                  <a:pt x="88604" y="10535"/>
                  <a:pt x="88753" y="10535"/>
                </a:cubicBezTo>
                <a:close/>
                <a:moveTo>
                  <a:pt x="89395" y="11368"/>
                </a:moveTo>
                <a:cubicBezTo>
                  <a:pt x="89425" y="11368"/>
                  <a:pt x="89425" y="11399"/>
                  <a:pt x="89455" y="11429"/>
                </a:cubicBezTo>
                <a:lnTo>
                  <a:pt x="89516" y="11459"/>
                </a:lnTo>
                <a:cubicBezTo>
                  <a:pt x="89607" y="11520"/>
                  <a:pt x="89547" y="11611"/>
                  <a:pt x="89425" y="11642"/>
                </a:cubicBezTo>
                <a:lnTo>
                  <a:pt x="89334" y="11672"/>
                </a:lnTo>
                <a:lnTo>
                  <a:pt x="89243" y="11703"/>
                </a:lnTo>
                <a:cubicBezTo>
                  <a:pt x="89236" y="11706"/>
                  <a:pt x="89230" y="11707"/>
                  <a:pt x="89225" y="11707"/>
                </a:cubicBezTo>
                <a:cubicBezTo>
                  <a:pt x="89183" y="11707"/>
                  <a:pt x="89189" y="11608"/>
                  <a:pt x="89243" y="11581"/>
                </a:cubicBezTo>
                <a:cubicBezTo>
                  <a:pt x="89303" y="11520"/>
                  <a:pt x="89334" y="11490"/>
                  <a:pt x="89334" y="11459"/>
                </a:cubicBezTo>
                <a:cubicBezTo>
                  <a:pt x="89303" y="11429"/>
                  <a:pt x="89303" y="11368"/>
                  <a:pt x="89334" y="11368"/>
                </a:cubicBezTo>
                <a:close/>
                <a:moveTo>
                  <a:pt x="98088" y="11581"/>
                </a:moveTo>
                <a:cubicBezTo>
                  <a:pt x="98118" y="11642"/>
                  <a:pt x="98240" y="11824"/>
                  <a:pt x="98240" y="11885"/>
                </a:cubicBezTo>
                <a:cubicBezTo>
                  <a:pt x="98218" y="11929"/>
                  <a:pt x="98179" y="11958"/>
                  <a:pt x="98136" y="11958"/>
                </a:cubicBezTo>
                <a:cubicBezTo>
                  <a:pt x="98120" y="11958"/>
                  <a:pt x="98104" y="11954"/>
                  <a:pt x="98088" y="11946"/>
                </a:cubicBezTo>
                <a:cubicBezTo>
                  <a:pt x="98075" y="11933"/>
                  <a:pt x="98057" y="11928"/>
                  <a:pt x="98036" y="11928"/>
                </a:cubicBezTo>
                <a:cubicBezTo>
                  <a:pt x="97978" y="11928"/>
                  <a:pt x="97899" y="11963"/>
                  <a:pt x="97851" y="11963"/>
                </a:cubicBezTo>
                <a:cubicBezTo>
                  <a:pt x="97834" y="11963"/>
                  <a:pt x="97821" y="11959"/>
                  <a:pt x="97814" y="11946"/>
                </a:cubicBezTo>
                <a:lnTo>
                  <a:pt x="97784" y="11946"/>
                </a:lnTo>
                <a:cubicBezTo>
                  <a:pt x="97693" y="11915"/>
                  <a:pt x="97601" y="11855"/>
                  <a:pt x="97510" y="11824"/>
                </a:cubicBezTo>
                <a:cubicBezTo>
                  <a:pt x="97510" y="11794"/>
                  <a:pt x="97510" y="11763"/>
                  <a:pt x="97510" y="11733"/>
                </a:cubicBezTo>
                <a:cubicBezTo>
                  <a:pt x="97632" y="11733"/>
                  <a:pt x="97723" y="11763"/>
                  <a:pt x="97845" y="11794"/>
                </a:cubicBezTo>
                <a:lnTo>
                  <a:pt x="97997" y="11672"/>
                </a:lnTo>
                <a:lnTo>
                  <a:pt x="98088" y="11581"/>
                </a:lnTo>
                <a:close/>
                <a:moveTo>
                  <a:pt x="99162" y="12390"/>
                </a:moveTo>
                <a:cubicBezTo>
                  <a:pt x="99250" y="12390"/>
                  <a:pt x="99296" y="12424"/>
                  <a:pt x="99273" y="12493"/>
                </a:cubicBezTo>
                <a:lnTo>
                  <a:pt x="99243" y="12523"/>
                </a:lnTo>
                <a:cubicBezTo>
                  <a:pt x="99221" y="12609"/>
                  <a:pt x="99093" y="12695"/>
                  <a:pt x="99020" y="12695"/>
                </a:cubicBezTo>
                <a:cubicBezTo>
                  <a:pt x="98990" y="12695"/>
                  <a:pt x="98969" y="12680"/>
                  <a:pt x="98969" y="12645"/>
                </a:cubicBezTo>
                <a:lnTo>
                  <a:pt x="98939" y="12645"/>
                </a:lnTo>
                <a:cubicBezTo>
                  <a:pt x="98817" y="12554"/>
                  <a:pt x="98878" y="12523"/>
                  <a:pt x="98969" y="12462"/>
                </a:cubicBezTo>
                <a:lnTo>
                  <a:pt x="99060" y="12402"/>
                </a:lnTo>
                <a:cubicBezTo>
                  <a:pt x="99098" y="12394"/>
                  <a:pt x="99133" y="12390"/>
                  <a:pt x="99162" y="12390"/>
                </a:cubicBezTo>
                <a:close/>
                <a:moveTo>
                  <a:pt x="97932" y="12926"/>
                </a:moveTo>
                <a:cubicBezTo>
                  <a:pt x="97974" y="12926"/>
                  <a:pt x="98027" y="12934"/>
                  <a:pt x="98088" y="12949"/>
                </a:cubicBezTo>
                <a:lnTo>
                  <a:pt x="98088" y="13040"/>
                </a:lnTo>
                <a:cubicBezTo>
                  <a:pt x="98057" y="13040"/>
                  <a:pt x="98301" y="13314"/>
                  <a:pt x="98209" y="13435"/>
                </a:cubicBezTo>
                <a:cubicBezTo>
                  <a:pt x="98149" y="13557"/>
                  <a:pt x="98027" y="13618"/>
                  <a:pt x="97997" y="13618"/>
                </a:cubicBezTo>
                <a:cubicBezTo>
                  <a:pt x="97966" y="13618"/>
                  <a:pt x="97997" y="13466"/>
                  <a:pt x="97966" y="13405"/>
                </a:cubicBezTo>
                <a:cubicBezTo>
                  <a:pt x="97936" y="13344"/>
                  <a:pt x="97966" y="13192"/>
                  <a:pt x="97936" y="13162"/>
                </a:cubicBezTo>
                <a:cubicBezTo>
                  <a:pt x="97905" y="13101"/>
                  <a:pt x="97814" y="12979"/>
                  <a:pt x="97845" y="12949"/>
                </a:cubicBezTo>
                <a:cubicBezTo>
                  <a:pt x="97860" y="12934"/>
                  <a:pt x="97890" y="12926"/>
                  <a:pt x="97932" y="12926"/>
                </a:cubicBezTo>
                <a:close/>
                <a:moveTo>
                  <a:pt x="9810" y="13775"/>
                </a:moveTo>
                <a:cubicBezTo>
                  <a:pt x="9866" y="13775"/>
                  <a:pt x="9888" y="13825"/>
                  <a:pt x="9910" y="13891"/>
                </a:cubicBezTo>
                <a:cubicBezTo>
                  <a:pt x="9920" y="13921"/>
                  <a:pt x="9930" y="13932"/>
                  <a:pt x="9941" y="13932"/>
                </a:cubicBezTo>
                <a:cubicBezTo>
                  <a:pt x="9964" y="13932"/>
                  <a:pt x="9991" y="13891"/>
                  <a:pt x="10031" y="13891"/>
                </a:cubicBezTo>
                <a:lnTo>
                  <a:pt x="10183" y="13830"/>
                </a:lnTo>
                <a:lnTo>
                  <a:pt x="10183" y="13830"/>
                </a:lnTo>
                <a:cubicBezTo>
                  <a:pt x="10183" y="13952"/>
                  <a:pt x="10153" y="14043"/>
                  <a:pt x="10123" y="14165"/>
                </a:cubicBezTo>
                <a:lnTo>
                  <a:pt x="10031" y="14104"/>
                </a:lnTo>
                <a:lnTo>
                  <a:pt x="9940" y="14073"/>
                </a:lnTo>
                <a:cubicBezTo>
                  <a:pt x="9849" y="13982"/>
                  <a:pt x="9788" y="13891"/>
                  <a:pt x="9728" y="13800"/>
                </a:cubicBezTo>
                <a:cubicBezTo>
                  <a:pt x="9761" y="13783"/>
                  <a:pt x="9788" y="13775"/>
                  <a:pt x="9810" y="13775"/>
                </a:cubicBezTo>
                <a:close/>
                <a:moveTo>
                  <a:pt x="24530" y="14317"/>
                </a:moveTo>
                <a:cubicBezTo>
                  <a:pt x="24652" y="14317"/>
                  <a:pt x="24804" y="14529"/>
                  <a:pt x="24713" y="14560"/>
                </a:cubicBezTo>
                <a:cubicBezTo>
                  <a:pt x="24690" y="14571"/>
                  <a:pt x="24666" y="14576"/>
                  <a:pt x="24642" y="14576"/>
                </a:cubicBezTo>
                <a:cubicBezTo>
                  <a:pt x="24538" y="14576"/>
                  <a:pt x="24433" y="14482"/>
                  <a:pt x="24409" y="14408"/>
                </a:cubicBezTo>
                <a:cubicBezTo>
                  <a:pt x="24378" y="14347"/>
                  <a:pt x="24439" y="14317"/>
                  <a:pt x="24530" y="14317"/>
                </a:cubicBezTo>
                <a:close/>
                <a:moveTo>
                  <a:pt x="100026" y="14889"/>
                </a:moveTo>
                <a:cubicBezTo>
                  <a:pt x="99989" y="14889"/>
                  <a:pt x="99948" y="14894"/>
                  <a:pt x="99912" y="14894"/>
                </a:cubicBezTo>
                <a:cubicBezTo>
                  <a:pt x="99820" y="14925"/>
                  <a:pt x="99729" y="14955"/>
                  <a:pt x="99668" y="14955"/>
                </a:cubicBezTo>
                <a:lnTo>
                  <a:pt x="99608" y="14955"/>
                </a:lnTo>
                <a:cubicBezTo>
                  <a:pt x="99606" y="14954"/>
                  <a:pt x="99605" y="14953"/>
                  <a:pt x="99604" y="14951"/>
                </a:cubicBezTo>
                <a:lnTo>
                  <a:pt x="99604" y="14951"/>
                </a:lnTo>
                <a:cubicBezTo>
                  <a:pt x="99594" y="15101"/>
                  <a:pt x="99707" y="15203"/>
                  <a:pt x="99834" y="15203"/>
                </a:cubicBezTo>
                <a:cubicBezTo>
                  <a:pt x="99850" y="15203"/>
                  <a:pt x="99865" y="15201"/>
                  <a:pt x="99881" y="15198"/>
                </a:cubicBezTo>
                <a:lnTo>
                  <a:pt x="100033" y="15137"/>
                </a:lnTo>
                <a:cubicBezTo>
                  <a:pt x="100094" y="15107"/>
                  <a:pt x="100124" y="15077"/>
                  <a:pt x="100124" y="14955"/>
                </a:cubicBezTo>
                <a:cubicBezTo>
                  <a:pt x="100124" y="14900"/>
                  <a:pt x="100081" y="14889"/>
                  <a:pt x="100026" y="14889"/>
                </a:cubicBezTo>
                <a:close/>
                <a:moveTo>
                  <a:pt x="63330" y="15337"/>
                </a:moveTo>
                <a:cubicBezTo>
                  <a:pt x="63343" y="15337"/>
                  <a:pt x="63358" y="15341"/>
                  <a:pt x="63376" y="15350"/>
                </a:cubicBezTo>
                <a:cubicBezTo>
                  <a:pt x="63406" y="15380"/>
                  <a:pt x="63558" y="15472"/>
                  <a:pt x="63589" y="15532"/>
                </a:cubicBezTo>
                <a:lnTo>
                  <a:pt x="63589" y="15593"/>
                </a:lnTo>
                <a:lnTo>
                  <a:pt x="63589" y="15715"/>
                </a:lnTo>
                <a:cubicBezTo>
                  <a:pt x="63437" y="15745"/>
                  <a:pt x="63254" y="15745"/>
                  <a:pt x="63102" y="15776"/>
                </a:cubicBezTo>
                <a:cubicBezTo>
                  <a:pt x="63072" y="15715"/>
                  <a:pt x="63072" y="15684"/>
                  <a:pt x="63072" y="15624"/>
                </a:cubicBezTo>
                <a:cubicBezTo>
                  <a:pt x="63072" y="15593"/>
                  <a:pt x="63163" y="15593"/>
                  <a:pt x="63224" y="15593"/>
                </a:cubicBezTo>
                <a:cubicBezTo>
                  <a:pt x="63254" y="15593"/>
                  <a:pt x="63285" y="15441"/>
                  <a:pt x="63285" y="15380"/>
                </a:cubicBezTo>
                <a:cubicBezTo>
                  <a:pt x="63285" y="15359"/>
                  <a:pt x="63300" y="15337"/>
                  <a:pt x="63330" y="15337"/>
                </a:cubicBezTo>
                <a:close/>
                <a:moveTo>
                  <a:pt x="81401" y="0"/>
                </a:moveTo>
                <a:cubicBezTo>
                  <a:pt x="81309" y="31"/>
                  <a:pt x="81157" y="61"/>
                  <a:pt x="81097" y="91"/>
                </a:cubicBezTo>
                <a:cubicBezTo>
                  <a:pt x="80884" y="152"/>
                  <a:pt x="80701" y="183"/>
                  <a:pt x="80489" y="183"/>
                </a:cubicBezTo>
                <a:cubicBezTo>
                  <a:pt x="80306" y="152"/>
                  <a:pt x="80154" y="122"/>
                  <a:pt x="79972" y="91"/>
                </a:cubicBezTo>
                <a:lnTo>
                  <a:pt x="79820" y="61"/>
                </a:lnTo>
                <a:cubicBezTo>
                  <a:pt x="79803" y="56"/>
                  <a:pt x="79790" y="53"/>
                  <a:pt x="79779" y="53"/>
                </a:cubicBezTo>
                <a:cubicBezTo>
                  <a:pt x="79731" y="53"/>
                  <a:pt x="79740" y="103"/>
                  <a:pt x="79790" y="152"/>
                </a:cubicBezTo>
                <a:cubicBezTo>
                  <a:pt x="79759" y="213"/>
                  <a:pt x="79820" y="274"/>
                  <a:pt x="79942" y="304"/>
                </a:cubicBezTo>
                <a:lnTo>
                  <a:pt x="80063" y="365"/>
                </a:lnTo>
                <a:lnTo>
                  <a:pt x="80094" y="365"/>
                </a:lnTo>
                <a:cubicBezTo>
                  <a:pt x="80094" y="395"/>
                  <a:pt x="80033" y="517"/>
                  <a:pt x="80033" y="517"/>
                </a:cubicBezTo>
                <a:cubicBezTo>
                  <a:pt x="80033" y="487"/>
                  <a:pt x="79729" y="335"/>
                  <a:pt x="79668" y="274"/>
                </a:cubicBezTo>
                <a:cubicBezTo>
                  <a:pt x="79607" y="213"/>
                  <a:pt x="79516" y="152"/>
                  <a:pt x="79455" y="61"/>
                </a:cubicBezTo>
                <a:cubicBezTo>
                  <a:pt x="79435" y="61"/>
                  <a:pt x="79347" y="48"/>
                  <a:pt x="79291" y="48"/>
                </a:cubicBezTo>
                <a:cubicBezTo>
                  <a:pt x="79263" y="48"/>
                  <a:pt x="79242" y="51"/>
                  <a:pt x="79242" y="61"/>
                </a:cubicBezTo>
                <a:cubicBezTo>
                  <a:pt x="79121" y="152"/>
                  <a:pt x="78999" y="213"/>
                  <a:pt x="78878" y="274"/>
                </a:cubicBezTo>
                <a:cubicBezTo>
                  <a:pt x="78787" y="304"/>
                  <a:pt x="78878" y="335"/>
                  <a:pt x="78939" y="335"/>
                </a:cubicBezTo>
                <a:cubicBezTo>
                  <a:pt x="79030" y="365"/>
                  <a:pt x="79091" y="426"/>
                  <a:pt x="79151" y="487"/>
                </a:cubicBezTo>
                <a:cubicBezTo>
                  <a:pt x="79182" y="517"/>
                  <a:pt x="79182" y="669"/>
                  <a:pt x="79091" y="699"/>
                </a:cubicBezTo>
                <a:cubicBezTo>
                  <a:pt x="79078" y="706"/>
                  <a:pt x="79053" y="708"/>
                  <a:pt x="79020" y="708"/>
                </a:cubicBezTo>
                <a:cubicBezTo>
                  <a:pt x="78932" y="708"/>
                  <a:pt x="78788" y="691"/>
                  <a:pt x="78690" y="691"/>
                </a:cubicBezTo>
                <a:cubicBezTo>
                  <a:pt x="78654" y="691"/>
                  <a:pt x="78623" y="693"/>
                  <a:pt x="78604" y="699"/>
                </a:cubicBezTo>
                <a:cubicBezTo>
                  <a:pt x="78555" y="708"/>
                  <a:pt x="78506" y="711"/>
                  <a:pt x="78458" y="711"/>
                </a:cubicBezTo>
                <a:cubicBezTo>
                  <a:pt x="78363" y="711"/>
                  <a:pt x="78268" y="697"/>
                  <a:pt x="78173" y="673"/>
                </a:cubicBezTo>
                <a:lnTo>
                  <a:pt x="78173" y="673"/>
                </a:lnTo>
                <a:cubicBezTo>
                  <a:pt x="78164" y="712"/>
                  <a:pt x="78142" y="765"/>
                  <a:pt x="78106" y="765"/>
                </a:cubicBezTo>
                <a:cubicBezTo>
                  <a:pt x="78100" y="765"/>
                  <a:pt x="78094" y="764"/>
                  <a:pt x="78087" y="760"/>
                </a:cubicBezTo>
                <a:cubicBezTo>
                  <a:pt x="78067" y="760"/>
                  <a:pt x="77992" y="638"/>
                  <a:pt x="77918" y="575"/>
                </a:cubicBezTo>
                <a:lnTo>
                  <a:pt x="77918" y="575"/>
                </a:lnTo>
                <a:cubicBezTo>
                  <a:pt x="77967" y="591"/>
                  <a:pt x="78013" y="612"/>
                  <a:pt x="78057" y="639"/>
                </a:cubicBezTo>
                <a:cubicBezTo>
                  <a:pt x="78096" y="652"/>
                  <a:pt x="78135" y="663"/>
                  <a:pt x="78173" y="673"/>
                </a:cubicBezTo>
                <a:lnTo>
                  <a:pt x="78173" y="673"/>
                </a:lnTo>
                <a:cubicBezTo>
                  <a:pt x="78177" y="659"/>
                  <a:pt x="78179" y="646"/>
                  <a:pt x="78179" y="639"/>
                </a:cubicBezTo>
                <a:lnTo>
                  <a:pt x="78179" y="608"/>
                </a:lnTo>
                <a:cubicBezTo>
                  <a:pt x="78199" y="558"/>
                  <a:pt x="78212" y="527"/>
                  <a:pt x="78217" y="508"/>
                </a:cubicBezTo>
                <a:lnTo>
                  <a:pt x="78217" y="508"/>
                </a:lnTo>
                <a:cubicBezTo>
                  <a:pt x="77946" y="523"/>
                  <a:pt x="77614" y="530"/>
                  <a:pt x="77510" y="547"/>
                </a:cubicBezTo>
                <a:cubicBezTo>
                  <a:pt x="77563" y="540"/>
                  <a:pt x="77614" y="536"/>
                  <a:pt x="77664" y="536"/>
                </a:cubicBezTo>
                <a:cubicBezTo>
                  <a:pt x="77715" y="536"/>
                  <a:pt x="77764" y="540"/>
                  <a:pt x="77811" y="548"/>
                </a:cubicBezTo>
                <a:lnTo>
                  <a:pt x="77811" y="548"/>
                </a:lnTo>
                <a:cubicBezTo>
                  <a:pt x="77812" y="548"/>
                  <a:pt x="77813" y="548"/>
                  <a:pt x="77814" y="547"/>
                </a:cubicBezTo>
                <a:cubicBezTo>
                  <a:pt x="77823" y="541"/>
                  <a:pt x="77833" y="539"/>
                  <a:pt x="77843" y="539"/>
                </a:cubicBezTo>
                <a:cubicBezTo>
                  <a:pt x="77866" y="539"/>
                  <a:pt x="77892" y="553"/>
                  <a:pt x="77918" y="575"/>
                </a:cubicBezTo>
                <a:lnTo>
                  <a:pt x="77918" y="575"/>
                </a:lnTo>
                <a:cubicBezTo>
                  <a:pt x="77883" y="563"/>
                  <a:pt x="77848" y="555"/>
                  <a:pt x="77811" y="548"/>
                </a:cubicBezTo>
                <a:lnTo>
                  <a:pt x="77811" y="548"/>
                </a:lnTo>
                <a:cubicBezTo>
                  <a:pt x="77721" y="579"/>
                  <a:pt x="77631" y="639"/>
                  <a:pt x="77571" y="699"/>
                </a:cubicBezTo>
                <a:lnTo>
                  <a:pt x="77449" y="639"/>
                </a:lnTo>
                <a:cubicBezTo>
                  <a:pt x="77425" y="650"/>
                  <a:pt x="77406" y="655"/>
                  <a:pt x="77392" y="655"/>
                </a:cubicBezTo>
                <a:cubicBezTo>
                  <a:pt x="77335" y="655"/>
                  <a:pt x="77363" y="572"/>
                  <a:pt x="77510" y="547"/>
                </a:cubicBezTo>
                <a:lnTo>
                  <a:pt x="77662" y="487"/>
                </a:lnTo>
                <a:lnTo>
                  <a:pt x="77692" y="487"/>
                </a:lnTo>
                <a:cubicBezTo>
                  <a:pt x="77783" y="456"/>
                  <a:pt x="77875" y="426"/>
                  <a:pt x="77966" y="395"/>
                </a:cubicBezTo>
                <a:lnTo>
                  <a:pt x="78118" y="456"/>
                </a:lnTo>
                <a:cubicBezTo>
                  <a:pt x="78199" y="477"/>
                  <a:pt x="78226" y="470"/>
                  <a:pt x="78217" y="508"/>
                </a:cubicBezTo>
                <a:lnTo>
                  <a:pt x="78217" y="508"/>
                </a:lnTo>
                <a:cubicBezTo>
                  <a:pt x="78421" y="497"/>
                  <a:pt x="78591" y="482"/>
                  <a:pt x="78604" y="456"/>
                </a:cubicBezTo>
                <a:cubicBezTo>
                  <a:pt x="78665" y="426"/>
                  <a:pt x="78391" y="304"/>
                  <a:pt x="78270" y="304"/>
                </a:cubicBezTo>
                <a:cubicBezTo>
                  <a:pt x="78179" y="304"/>
                  <a:pt x="78087" y="274"/>
                  <a:pt x="78027" y="213"/>
                </a:cubicBezTo>
                <a:lnTo>
                  <a:pt x="78027" y="183"/>
                </a:lnTo>
                <a:cubicBezTo>
                  <a:pt x="78021" y="171"/>
                  <a:pt x="78014" y="166"/>
                  <a:pt x="78007" y="166"/>
                </a:cubicBezTo>
                <a:cubicBezTo>
                  <a:pt x="77975" y="166"/>
                  <a:pt x="77935" y="255"/>
                  <a:pt x="77935" y="304"/>
                </a:cubicBezTo>
                <a:cubicBezTo>
                  <a:pt x="77929" y="317"/>
                  <a:pt x="77908" y="322"/>
                  <a:pt x="77876" y="322"/>
                </a:cubicBezTo>
                <a:cubicBezTo>
                  <a:pt x="77770" y="322"/>
                  <a:pt x="77550" y="269"/>
                  <a:pt x="77398" y="269"/>
                </a:cubicBezTo>
                <a:cubicBezTo>
                  <a:pt x="77372" y="269"/>
                  <a:pt x="77348" y="270"/>
                  <a:pt x="77328" y="274"/>
                </a:cubicBezTo>
                <a:cubicBezTo>
                  <a:pt x="77211" y="274"/>
                  <a:pt x="76968" y="364"/>
                  <a:pt x="76848" y="364"/>
                </a:cubicBezTo>
                <a:cubicBezTo>
                  <a:pt x="76812" y="364"/>
                  <a:pt x="76787" y="356"/>
                  <a:pt x="76780" y="335"/>
                </a:cubicBezTo>
                <a:cubicBezTo>
                  <a:pt x="76780" y="311"/>
                  <a:pt x="76736" y="302"/>
                  <a:pt x="76676" y="302"/>
                </a:cubicBezTo>
                <a:cubicBezTo>
                  <a:pt x="76579" y="302"/>
                  <a:pt x="76442" y="327"/>
                  <a:pt x="76385" y="365"/>
                </a:cubicBezTo>
                <a:cubicBezTo>
                  <a:pt x="76370" y="375"/>
                  <a:pt x="76350" y="379"/>
                  <a:pt x="76326" y="379"/>
                </a:cubicBezTo>
                <a:cubicBezTo>
                  <a:pt x="76208" y="379"/>
                  <a:pt x="76005" y="274"/>
                  <a:pt x="75929" y="274"/>
                </a:cubicBezTo>
                <a:lnTo>
                  <a:pt x="75717" y="335"/>
                </a:lnTo>
                <a:cubicBezTo>
                  <a:pt x="75686" y="335"/>
                  <a:pt x="75504" y="304"/>
                  <a:pt x="75321" y="304"/>
                </a:cubicBezTo>
                <a:lnTo>
                  <a:pt x="75139" y="304"/>
                </a:lnTo>
                <a:lnTo>
                  <a:pt x="74957" y="487"/>
                </a:lnTo>
                <a:lnTo>
                  <a:pt x="74835" y="365"/>
                </a:lnTo>
                <a:cubicBezTo>
                  <a:pt x="74835" y="335"/>
                  <a:pt x="74805" y="335"/>
                  <a:pt x="74774" y="335"/>
                </a:cubicBezTo>
                <a:cubicBezTo>
                  <a:pt x="74724" y="360"/>
                  <a:pt x="74663" y="375"/>
                  <a:pt x="74603" y="375"/>
                </a:cubicBezTo>
                <a:cubicBezTo>
                  <a:pt x="74517" y="375"/>
                  <a:pt x="74433" y="345"/>
                  <a:pt x="74379" y="274"/>
                </a:cubicBezTo>
                <a:lnTo>
                  <a:pt x="74288" y="183"/>
                </a:lnTo>
                <a:lnTo>
                  <a:pt x="73832" y="304"/>
                </a:lnTo>
                <a:lnTo>
                  <a:pt x="73710" y="243"/>
                </a:lnTo>
                <a:cubicBezTo>
                  <a:pt x="73648" y="206"/>
                  <a:pt x="73590" y="184"/>
                  <a:pt x="73539" y="184"/>
                </a:cubicBezTo>
                <a:cubicBezTo>
                  <a:pt x="73468" y="184"/>
                  <a:pt x="73412" y="228"/>
                  <a:pt x="73376" y="335"/>
                </a:cubicBezTo>
                <a:cubicBezTo>
                  <a:pt x="73376" y="362"/>
                  <a:pt x="73352" y="377"/>
                  <a:pt x="73322" y="377"/>
                </a:cubicBezTo>
                <a:cubicBezTo>
                  <a:pt x="73285" y="377"/>
                  <a:pt x="73241" y="354"/>
                  <a:pt x="73224" y="304"/>
                </a:cubicBezTo>
                <a:lnTo>
                  <a:pt x="73224" y="274"/>
                </a:lnTo>
                <a:cubicBezTo>
                  <a:pt x="73218" y="268"/>
                  <a:pt x="73206" y="265"/>
                  <a:pt x="73190" y="265"/>
                </a:cubicBezTo>
                <a:cubicBezTo>
                  <a:pt x="73126" y="265"/>
                  <a:pt x="72999" y="304"/>
                  <a:pt x="72951" y="304"/>
                </a:cubicBezTo>
                <a:cubicBezTo>
                  <a:pt x="72934" y="312"/>
                  <a:pt x="72918" y="316"/>
                  <a:pt x="72902" y="316"/>
                </a:cubicBezTo>
                <a:cubicBezTo>
                  <a:pt x="72859" y="316"/>
                  <a:pt x="72821" y="288"/>
                  <a:pt x="72799" y="243"/>
                </a:cubicBezTo>
                <a:cubicBezTo>
                  <a:pt x="72796" y="241"/>
                  <a:pt x="72792" y="239"/>
                  <a:pt x="72788" y="239"/>
                </a:cubicBezTo>
                <a:cubicBezTo>
                  <a:pt x="72742" y="239"/>
                  <a:pt x="72611" y="370"/>
                  <a:pt x="72555" y="426"/>
                </a:cubicBezTo>
                <a:cubicBezTo>
                  <a:pt x="72534" y="447"/>
                  <a:pt x="72512" y="457"/>
                  <a:pt x="72491" y="457"/>
                </a:cubicBezTo>
                <a:cubicBezTo>
                  <a:pt x="72452" y="457"/>
                  <a:pt x="72412" y="424"/>
                  <a:pt x="72373" y="365"/>
                </a:cubicBezTo>
                <a:lnTo>
                  <a:pt x="72160" y="365"/>
                </a:lnTo>
                <a:cubicBezTo>
                  <a:pt x="72137" y="342"/>
                  <a:pt x="72109" y="332"/>
                  <a:pt x="72082" y="332"/>
                </a:cubicBezTo>
                <a:cubicBezTo>
                  <a:pt x="72039" y="332"/>
                  <a:pt x="71997" y="358"/>
                  <a:pt x="71978" y="395"/>
                </a:cubicBezTo>
                <a:cubicBezTo>
                  <a:pt x="71978" y="414"/>
                  <a:pt x="71966" y="421"/>
                  <a:pt x="71948" y="421"/>
                </a:cubicBezTo>
                <a:cubicBezTo>
                  <a:pt x="71908" y="421"/>
                  <a:pt x="71837" y="386"/>
                  <a:pt x="71796" y="365"/>
                </a:cubicBezTo>
                <a:cubicBezTo>
                  <a:pt x="71790" y="359"/>
                  <a:pt x="71779" y="357"/>
                  <a:pt x="71766" y="357"/>
                </a:cubicBezTo>
                <a:cubicBezTo>
                  <a:pt x="71710" y="357"/>
                  <a:pt x="71602" y="401"/>
                  <a:pt x="71552" y="426"/>
                </a:cubicBezTo>
                <a:cubicBezTo>
                  <a:pt x="71544" y="430"/>
                  <a:pt x="71533" y="432"/>
                  <a:pt x="71520" y="432"/>
                </a:cubicBezTo>
                <a:cubicBezTo>
                  <a:pt x="71436" y="432"/>
                  <a:pt x="71270" y="357"/>
                  <a:pt x="71218" y="304"/>
                </a:cubicBezTo>
                <a:cubicBezTo>
                  <a:pt x="71188" y="289"/>
                  <a:pt x="71150" y="281"/>
                  <a:pt x="71112" y="281"/>
                </a:cubicBezTo>
                <a:cubicBezTo>
                  <a:pt x="71074" y="281"/>
                  <a:pt x="71036" y="289"/>
                  <a:pt x="71005" y="304"/>
                </a:cubicBezTo>
                <a:cubicBezTo>
                  <a:pt x="70999" y="310"/>
                  <a:pt x="70983" y="313"/>
                  <a:pt x="70961" y="313"/>
                </a:cubicBezTo>
                <a:cubicBezTo>
                  <a:pt x="70873" y="313"/>
                  <a:pt x="70683" y="274"/>
                  <a:pt x="70610" y="274"/>
                </a:cubicBezTo>
                <a:cubicBezTo>
                  <a:pt x="70519" y="274"/>
                  <a:pt x="70428" y="335"/>
                  <a:pt x="70367" y="365"/>
                </a:cubicBezTo>
                <a:cubicBezTo>
                  <a:pt x="70337" y="426"/>
                  <a:pt x="70276" y="456"/>
                  <a:pt x="70245" y="517"/>
                </a:cubicBezTo>
                <a:lnTo>
                  <a:pt x="69941" y="517"/>
                </a:lnTo>
                <a:lnTo>
                  <a:pt x="69729" y="456"/>
                </a:lnTo>
                <a:cubicBezTo>
                  <a:pt x="69715" y="360"/>
                  <a:pt x="69682" y="326"/>
                  <a:pt x="69643" y="326"/>
                </a:cubicBezTo>
                <a:cubicBezTo>
                  <a:pt x="69594" y="326"/>
                  <a:pt x="69535" y="376"/>
                  <a:pt x="69485" y="426"/>
                </a:cubicBezTo>
                <a:cubicBezTo>
                  <a:pt x="69378" y="447"/>
                  <a:pt x="69271" y="469"/>
                  <a:pt x="69152" y="469"/>
                </a:cubicBezTo>
                <a:cubicBezTo>
                  <a:pt x="69103" y="469"/>
                  <a:pt x="69053" y="465"/>
                  <a:pt x="68999" y="456"/>
                </a:cubicBezTo>
                <a:lnTo>
                  <a:pt x="68847" y="395"/>
                </a:lnTo>
                <a:cubicBezTo>
                  <a:pt x="68786" y="375"/>
                  <a:pt x="68726" y="365"/>
                  <a:pt x="68672" y="365"/>
                </a:cubicBezTo>
                <a:cubicBezTo>
                  <a:pt x="68563" y="365"/>
                  <a:pt x="68482" y="406"/>
                  <a:pt x="68482" y="487"/>
                </a:cubicBezTo>
                <a:lnTo>
                  <a:pt x="68422" y="487"/>
                </a:lnTo>
                <a:cubicBezTo>
                  <a:pt x="68398" y="498"/>
                  <a:pt x="68381" y="503"/>
                  <a:pt x="68367" y="503"/>
                </a:cubicBezTo>
                <a:cubicBezTo>
                  <a:pt x="68308" y="503"/>
                  <a:pt x="68319" y="414"/>
                  <a:pt x="68270" y="365"/>
                </a:cubicBezTo>
                <a:cubicBezTo>
                  <a:pt x="68239" y="350"/>
                  <a:pt x="68209" y="342"/>
                  <a:pt x="68178" y="342"/>
                </a:cubicBezTo>
                <a:cubicBezTo>
                  <a:pt x="68148" y="342"/>
                  <a:pt x="68118" y="350"/>
                  <a:pt x="68087" y="365"/>
                </a:cubicBezTo>
                <a:lnTo>
                  <a:pt x="68057" y="426"/>
                </a:lnTo>
                <a:cubicBezTo>
                  <a:pt x="67996" y="426"/>
                  <a:pt x="67540" y="456"/>
                  <a:pt x="67388" y="456"/>
                </a:cubicBezTo>
                <a:cubicBezTo>
                  <a:pt x="67296" y="475"/>
                  <a:pt x="67147" y="504"/>
                  <a:pt x="67031" y="504"/>
                </a:cubicBezTo>
                <a:cubicBezTo>
                  <a:pt x="66957" y="504"/>
                  <a:pt x="66895" y="492"/>
                  <a:pt x="66871" y="456"/>
                </a:cubicBezTo>
                <a:cubicBezTo>
                  <a:pt x="66854" y="421"/>
                  <a:pt x="66805" y="406"/>
                  <a:pt x="66755" y="406"/>
                </a:cubicBezTo>
                <a:cubicBezTo>
                  <a:pt x="66719" y="406"/>
                  <a:pt x="66684" y="413"/>
                  <a:pt x="66659" y="426"/>
                </a:cubicBezTo>
                <a:lnTo>
                  <a:pt x="66659" y="456"/>
                </a:lnTo>
                <a:cubicBezTo>
                  <a:pt x="66641" y="563"/>
                  <a:pt x="66613" y="607"/>
                  <a:pt x="66568" y="607"/>
                </a:cubicBezTo>
                <a:cubicBezTo>
                  <a:pt x="66536" y="607"/>
                  <a:pt x="66496" y="585"/>
                  <a:pt x="66446" y="547"/>
                </a:cubicBezTo>
                <a:lnTo>
                  <a:pt x="66355" y="487"/>
                </a:lnTo>
                <a:cubicBezTo>
                  <a:pt x="66294" y="517"/>
                  <a:pt x="66233" y="547"/>
                  <a:pt x="66172" y="578"/>
                </a:cubicBezTo>
                <a:cubicBezTo>
                  <a:pt x="66172" y="578"/>
                  <a:pt x="66040" y="392"/>
                  <a:pt x="65973" y="392"/>
                </a:cubicBezTo>
                <a:cubicBezTo>
                  <a:pt x="65968" y="392"/>
                  <a:pt x="65964" y="393"/>
                  <a:pt x="65960" y="395"/>
                </a:cubicBezTo>
                <a:cubicBezTo>
                  <a:pt x="65777" y="487"/>
                  <a:pt x="65625" y="547"/>
                  <a:pt x="65473" y="608"/>
                </a:cubicBezTo>
                <a:lnTo>
                  <a:pt x="65291" y="517"/>
                </a:lnTo>
                <a:cubicBezTo>
                  <a:pt x="65139" y="487"/>
                  <a:pt x="65017" y="456"/>
                  <a:pt x="64896" y="456"/>
                </a:cubicBezTo>
                <a:lnTo>
                  <a:pt x="64744" y="456"/>
                </a:lnTo>
                <a:cubicBezTo>
                  <a:pt x="64730" y="460"/>
                  <a:pt x="64713" y="461"/>
                  <a:pt x="64693" y="461"/>
                </a:cubicBezTo>
                <a:cubicBezTo>
                  <a:pt x="64557" y="461"/>
                  <a:pt x="64295" y="391"/>
                  <a:pt x="64177" y="391"/>
                </a:cubicBezTo>
                <a:cubicBezTo>
                  <a:pt x="64160" y="391"/>
                  <a:pt x="64146" y="392"/>
                  <a:pt x="64136" y="395"/>
                </a:cubicBezTo>
                <a:cubicBezTo>
                  <a:pt x="64014" y="395"/>
                  <a:pt x="63923" y="639"/>
                  <a:pt x="63923" y="699"/>
                </a:cubicBezTo>
                <a:cubicBezTo>
                  <a:pt x="63923" y="757"/>
                  <a:pt x="63862" y="778"/>
                  <a:pt x="63802" y="778"/>
                </a:cubicBezTo>
                <a:cubicBezTo>
                  <a:pt x="63767" y="778"/>
                  <a:pt x="63733" y="771"/>
                  <a:pt x="63710" y="760"/>
                </a:cubicBezTo>
                <a:cubicBezTo>
                  <a:pt x="63619" y="730"/>
                  <a:pt x="63649" y="699"/>
                  <a:pt x="63710" y="699"/>
                </a:cubicBezTo>
                <a:lnTo>
                  <a:pt x="63741" y="669"/>
                </a:lnTo>
                <a:cubicBezTo>
                  <a:pt x="63832" y="639"/>
                  <a:pt x="63832" y="517"/>
                  <a:pt x="63771" y="517"/>
                </a:cubicBezTo>
                <a:lnTo>
                  <a:pt x="63498" y="517"/>
                </a:lnTo>
                <a:cubicBezTo>
                  <a:pt x="63390" y="539"/>
                  <a:pt x="63286" y="549"/>
                  <a:pt x="63195" y="549"/>
                </a:cubicBezTo>
                <a:cubicBezTo>
                  <a:pt x="63030" y="549"/>
                  <a:pt x="62909" y="515"/>
                  <a:pt x="62890" y="456"/>
                </a:cubicBezTo>
                <a:lnTo>
                  <a:pt x="62586" y="456"/>
                </a:lnTo>
                <a:cubicBezTo>
                  <a:pt x="62342" y="487"/>
                  <a:pt x="62069" y="517"/>
                  <a:pt x="61826" y="578"/>
                </a:cubicBezTo>
                <a:lnTo>
                  <a:pt x="61552" y="456"/>
                </a:lnTo>
                <a:lnTo>
                  <a:pt x="61370" y="456"/>
                </a:lnTo>
                <a:lnTo>
                  <a:pt x="61370" y="791"/>
                </a:lnTo>
                <a:cubicBezTo>
                  <a:pt x="61157" y="669"/>
                  <a:pt x="60883" y="517"/>
                  <a:pt x="60853" y="487"/>
                </a:cubicBezTo>
                <a:cubicBezTo>
                  <a:pt x="60847" y="481"/>
                  <a:pt x="60837" y="478"/>
                  <a:pt x="60825" y="478"/>
                </a:cubicBezTo>
                <a:cubicBezTo>
                  <a:pt x="60776" y="478"/>
                  <a:pt x="60689" y="517"/>
                  <a:pt x="60640" y="517"/>
                </a:cubicBezTo>
                <a:cubicBezTo>
                  <a:pt x="60580" y="517"/>
                  <a:pt x="60276" y="547"/>
                  <a:pt x="60154" y="578"/>
                </a:cubicBezTo>
                <a:cubicBezTo>
                  <a:pt x="60046" y="578"/>
                  <a:pt x="59890" y="482"/>
                  <a:pt x="59792" y="482"/>
                </a:cubicBezTo>
                <a:cubicBezTo>
                  <a:pt x="59780" y="482"/>
                  <a:pt x="59769" y="483"/>
                  <a:pt x="59759" y="487"/>
                </a:cubicBezTo>
                <a:lnTo>
                  <a:pt x="59424" y="578"/>
                </a:lnTo>
                <a:lnTo>
                  <a:pt x="59303" y="578"/>
                </a:lnTo>
                <a:cubicBezTo>
                  <a:pt x="59151" y="608"/>
                  <a:pt x="59029" y="578"/>
                  <a:pt x="58908" y="669"/>
                </a:cubicBezTo>
                <a:cubicBezTo>
                  <a:pt x="58862" y="684"/>
                  <a:pt x="58817" y="692"/>
                  <a:pt x="58775" y="692"/>
                </a:cubicBezTo>
                <a:cubicBezTo>
                  <a:pt x="58733" y="692"/>
                  <a:pt x="58695" y="684"/>
                  <a:pt x="58665" y="669"/>
                </a:cubicBezTo>
                <a:lnTo>
                  <a:pt x="58513" y="578"/>
                </a:lnTo>
                <a:cubicBezTo>
                  <a:pt x="58391" y="639"/>
                  <a:pt x="58178" y="669"/>
                  <a:pt x="58026" y="699"/>
                </a:cubicBezTo>
                <a:lnTo>
                  <a:pt x="58026" y="547"/>
                </a:lnTo>
                <a:lnTo>
                  <a:pt x="58026" y="517"/>
                </a:lnTo>
                <a:cubicBezTo>
                  <a:pt x="57950" y="502"/>
                  <a:pt x="57867" y="494"/>
                  <a:pt x="57783" y="494"/>
                </a:cubicBezTo>
                <a:cubicBezTo>
                  <a:pt x="57700" y="494"/>
                  <a:pt x="57616" y="502"/>
                  <a:pt x="57540" y="517"/>
                </a:cubicBezTo>
                <a:cubicBezTo>
                  <a:pt x="57449" y="517"/>
                  <a:pt x="57358" y="578"/>
                  <a:pt x="57297" y="639"/>
                </a:cubicBezTo>
                <a:cubicBezTo>
                  <a:pt x="57297" y="644"/>
                  <a:pt x="57292" y="647"/>
                  <a:pt x="57285" y="647"/>
                </a:cubicBezTo>
                <a:cubicBezTo>
                  <a:pt x="57254" y="647"/>
                  <a:pt x="57169" y="602"/>
                  <a:pt x="57145" y="578"/>
                </a:cubicBezTo>
                <a:cubicBezTo>
                  <a:pt x="56993" y="517"/>
                  <a:pt x="56871" y="487"/>
                  <a:pt x="56719" y="487"/>
                </a:cubicBezTo>
                <a:lnTo>
                  <a:pt x="56415" y="487"/>
                </a:lnTo>
                <a:cubicBezTo>
                  <a:pt x="56233" y="517"/>
                  <a:pt x="56051" y="578"/>
                  <a:pt x="55899" y="639"/>
                </a:cubicBezTo>
                <a:lnTo>
                  <a:pt x="55807" y="578"/>
                </a:lnTo>
                <a:cubicBezTo>
                  <a:pt x="55767" y="558"/>
                  <a:pt x="55723" y="547"/>
                  <a:pt x="55679" y="547"/>
                </a:cubicBezTo>
                <a:cubicBezTo>
                  <a:pt x="55591" y="547"/>
                  <a:pt x="55503" y="588"/>
                  <a:pt x="55443" y="669"/>
                </a:cubicBezTo>
                <a:cubicBezTo>
                  <a:pt x="55199" y="669"/>
                  <a:pt x="54987" y="669"/>
                  <a:pt x="54744" y="699"/>
                </a:cubicBezTo>
                <a:lnTo>
                  <a:pt x="54470" y="517"/>
                </a:lnTo>
                <a:cubicBezTo>
                  <a:pt x="54257" y="578"/>
                  <a:pt x="54014" y="608"/>
                  <a:pt x="53801" y="608"/>
                </a:cubicBezTo>
                <a:cubicBezTo>
                  <a:pt x="53680" y="608"/>
                  <a:pt x="53423" y="662"/>
                  <a:pt x="53247" y="662"/>
                </a:cubicBezTo>
                <a:cubicBezTo>
                  <a:pt x="53160" y="662"/>
                  <a:pt x="53092" y="649"/>
                  <a:pt x="53072" y="608"/>
                </a:cubicBezTo>
                <a:cubicBezTo>
                  <a:pt x="53044" y="567"/>
                  <a:pt x="53011" y="551"/>
                  <a:pt x="52982" y="551"/>
                </a:cubicBezTo>
                <a:cubicBezTo>
                  <a:pt x="52947" y="551"/>
                  <a:pt x="52920" y="575"/>
                  <a:pt x="52920" y="608"/>
                </a:cubicBezTo>
                <a:cubicBezTo>
                  <a:pt x="52912" y="623"/>
                  <a:pt x="52895" y="629"/>
                  <a:pt x="52873" y="629"/>
                </a:cubicBezTo>
                <a:cubicBezTo>
                  <a:pt x="52806" y="629"/>
                  <a:pt x="52692" y="578"/>
                  <a:pt x="52646" y="578"/>
                </a:cubicBezTo>
                <a:lnTo>
                  <a:pt x="51886" y="578"/>
                </a:lnTo>
                <a:lnTo>
                  <a:pt x="51187" y="639"/>
                </a:lnTo>
                <a:cubicBezTo>
                  <a:pt x="51131" y="681"/>
                  <a:pt x="51068" y="704"/>
                  <a:pt x="51007" y="704"/>
                </a:cubicBezTo>
                <a:cubicBezTo>
                  <a:pt x="50938" y="704"/>
                  <a:pt x="50871" y="673"/>
                  <a:pt x="50823" y="608"/>
                </a:cubicBezTo>
                <a:lnTo>
                  <a:pt x="50731" y="487"/>
                </a:lnTo>
                <a:lnTo>
                  <a:pt x="50245" y="608"/>
                </a:lnTo>
                <a:lnTo>
                  <a:pt x="50063" y="608"/>
                </a:lnTo>
                <a:cubicBezTo>
                  <a:pt x="49971" y="639"/>
                  <a:pt x="49911" y="699"/>
                  <a:pt x="49850" y="760"/>
                </a:cubicBezTo>
                <a:lnTo>
                  <a:pt x="49728" y="760"/>
                </a:lnTo>
                <a:cubicBezTo>
                  <a:pt x="49576" y="760"/>
                  <a:pt x="49515" y="699"/>
                  <a:pt x="49424" y="639"/>
                </a:cubicBezTo>
                <a:lnTo>
                  <a:pt x="49394" y="608"/>
                </a:lnTo>
                <a:cubicBezTo>
                  <a:pt x="49212" y="639"/>
                  <a:pt x="49029" y="669"/>
                  <a:pt x="48847" y="730"/>
                </a:cubicBezTo>
                <a:cubicBezTo>
                  <a:pt x="48756" y="745"/>
                  <a:pt x="48664" y="753"/>
                  <a:pt x="48573" y="753"/>
                </a:cubicBezTo>
                <a:cubicBezTo>
                  <a:pt x="48482" y="753"/>
                  <a:pt x="48391" y="745"/>
                  <a:pt x="48300" y="730"/>
                </a:cubicBezTo>
                <a:cubicBezTo>
                  <a:pt x="48269" y="740"/>
                  <a:pt x="48239" y="743"/>
                  <a:pt x="48208" y="743"/>
                </a:cubicBezTo>
                <a:cubicBezTo>
                  <a:pt x="48148" y="743"/>
                  <a:pt x="48087" y="730"/>
                  <a:pt x="48026" y="730"/>
                </a:cubicBezTo>
                <a:lnTo>
                  <a:pt x="47965" y="699"/>
                </a:lnTo>
                <a:lnTo>
                  <a:pt x="47753" y="578"/>
                </a:lnTo>
                <a:cubicBezTo>
                  <a:pt x="47753" y="699"/>
                  <a:pt x="47479" y="669"/>
                  <a:pt x="47388" y="699"/>
                </a:cubicBezTo>
                <a:cubicBezTo>
                  <a:pt x="47266" y="699"/>
                  <a:pt x="47084" y="760"/>
                  <a:pt x="47023" y="760"/>
                </a:cubicBezTo>
                <a:cubicBezTo>
                  <a:pt x="46962" y="760"/>
                  <a:pt x="46810" y="730"/>
                  <a:pt x="46658" y="730"/>
                </a:cubicBezTo>
                <a:lnTo>
                  <a:pt x="46537" y="821"/>
                </a:lnTo>
                <a:cubicBezTo>
                  <a:pt x="46415" y="791"/>
                  <a:pt x="46324" y="760"/>
                  <a:pt x="46202" y="730"/>
                </a:cubicBezTo>
                <a:cubicBezTo>
                  <a:pt x="46196" y="724"/>
                  <a:pt x="46182" y="721"/>
                  <a:pt x="46162" y="721"/>
                </a:cubicBezTo>
                <a:cubicBezTo>
                  <a:pt x="46081" y="721"/>
                  <a:pt x="45911" y="760"/>
                  <a:pt x="45838" y="760"/>
                </a:cubicBezTo>
                <a:cubicBezTo>
                  <a:pt x="45731" y="745"/>
                  <a:pt x="45625" y="737"/>
                  <a:pt x="45518" y="737"/>
                </a:cubicBezTo>
                <a:cubicBezTo>
                  <a:pt x="45412" y="737"/>
                  <a:pt x="45306" y="745"/>
                  <a:pt x="45199" y="760"/>
                </a:cubicBezTo>
                <a:cubicBezTo>
                  <a:pt x="45088" y="805"/>
                  <a:pt x="44960" y="833"/>
                  <a:pt x="44829" y="833"/>
                </a:cubicBezTo>
                <a:cubicBezTo>
                  <a:pt x="44780" y="833"/>
                  <a:pt x="44731" y="829"/>
                  <a:pt x="44683" y="821"/>
                </a:cubicBezTo>
                <a:cubicBezTo>
                  <a:pt x="44591" y="791"/>
                  <a:pt x="44500" y="730"/>
                  <a:pt x="44439" y="669"/>
                </a:cubicBezTo>
                <a:cubicBezTo>
                  <a:pt x="44428" y="657"/>
                  <a:pt x="44410" y="652"/>
                  <a:pt x="44389" y="652"/>
                </a:cubicBezTo>
                <a:cubicBezTo>
                  <a:pt x="44301" y="652"/>
                  <a:pt x="44154" y="736"/>
                  <a:pt x="44105" y="760"/>
                </a:cubicBezTo>
                <a:cubicBezTo>
                  <a:pt x="44090" y="775"/>
                  <a:pt x="44067" y="783"/>
                  <a:pt x="44040" y="783"/>
                </a:cubicBezTo>
                <a:cubicBezTo>
                  <a:pt x="44014" y="783"/>
                  <a:pt x="43983" y="775"/>
                  <a:pt x="43953" y="760"/>
                </a:cubicBezTo>
                <a:cubicBezTo>
                  <a:pt x="43892" y="745"/>
                  <a:pt x="43831" y="737"/>
                  <a:pt x="43771" y="737"/>
                </a:cubicBezTo>
                <a:cubicBezTo>
                  <a:pt x="43710" y="737"/>
                  <a:pt x="43649" y="745"/>
                  <a:pt x="43588" y="760"/>
                </a:cubicBezTo>
                <a:lnTo>
                  <a:pt x="43406" y="730"/>
                </a:lnTo>
                <a:lnTo>
                  <a:pt x="43284" y="699"/>
                </a:lnTo>
                <a:cubicBezTo>
                  <a:pt x="43163" y="760"/>
                  <a:pt x="43072" y="791"/>
                  <a:pt x="42950" y="821"/>
                </a:cubicBezTo>
                <a:cubicBezTo>
                  <a:pt x="42930" y="821"/>
                  <a:pt x="42788" y="794"/>
                  <a:pt x="42669" y="794"/>
                </a:cubicBezTo>
                <a:cubicBezTo>
                  <a:pt x="42609" y="794"/>
                  <a:pt x="42555" y="801"/>
                  <a:pt x="42524" y="821"/>
                </a:cubicBezTo>
                <a:cubicBezTo>
                  <a:pt x="42507" y="838"/>
                  <a:pt x="42488" y="845"/>
                  <a:pt x="42468" y="845"/>
                </a:cubicBezTo>
                <a:cubicBezTo>
                  <a:pt x="42417" y="845"/>
                  <a:pt x="42364" y="796"/>
                  <a:pt x="42342" y="730"/>
                </a:cubicBezTo>
                <a:lnTo>
                  <a:pt x="42160" y="760"/>
                </a:lnTo>
                <a:lnTo>
                  <a:pt x="41917" y="791"/>
                </a:lnTo>
                <a:cubicBezTo>
                  <a:pt x="41795" y="760"/>
                  <a:pt x="41613" y="699"/>
                  <a:pt x="41582" y="699"/>
                </a:cubicBezTo>
                <a:lnTo>
                  <a:pt x="41552" y="699"/>
                </a:lnTo>
                <a:lnTo>
                  <a:pt x="41400" y="760"/>
                </a:lnTo>
                <a:cubicBezTo>
                  <a:pt x="41265" y="760"/>
                  <a:pt x="40962" y="856"/>
                  <a:pt x="40853" y="856"/>
                </a:cubicBezTo>
                <a:cubicBezTo>
                  <a:pt x="40840" y="856"/>
                  <a:pt x="40829" y="855"/>
                  <a:pt x="40822" y="851"/>
                </a:cubicBezTo>
                <a:cubicBezTo>
                  <a:pt x="40795" y="833"/>
                  <a:pt x="40739" y="829"/>
                  <a:pt x="40669" y="829"/>
                </a:cubicBezTo>
                <a:cubicBezTo>
                  <a:pt x="40596" y="829"/>
                  <a:pt x="40508" y="834"/>
                  <a:pt x="40426" y="834"/>
                </a:cubicBezTo>
                <a:cubicBezTo>
                  <a:pt x="40324" y="834"/>
                  <a:pt x="40231" y="826"/>
                  <a:pt x="40184" y="791"/>
                </a:cubicBezTo>
                <a:cubicBezTo>
                  <a:pt x="40161" y="775"/>
                  <a:pt x="40131" y="768"/>
                  <a:pt x="40096" y="768"/>
                </a:cubicBezTo>
                <a:cubicBezTo>
                  <a:pt x="39992" y="768"/>
                  <a:pt x="39850" y="836"/>
                  <a:pt x="39758" y="973"/>
                </a:cubicBezTo>
                <a:lnTo>
                  <a:pt x="39515" y="760"/>
                </a:lnTo>
                <a:cubicBezTo>
                  <a:pt x="39485" y="760"/>
                  <a:pt x="39424" y="760"/>
                  <a:pt x="39394" y="791"/>
                </a:cubicBezTo>
                <a:lnTo>
                  <a:pt x="39303" y="851"/>
                </a:lnTo>
                <a:cubicBezTo>
                  <a:pt x="39242" y="836"/>
                  <a:pt x="39181" y="829"/>
                  <a:pt x="39124" y="829"/>
                </a:cubicBezTo>
                <a:cubicBezTo>
                  <a:pt x="39067" y="829"/>
                  <a:pt x="39014" y="836"/>
                  <a:pt x="38968" y="851"/>
                </a:cubicBezTo>
                <a:lnTo>
                  <a:pt x="38907" y="851"/>
                </a:lnTo>
                <a:cubicBezTo>
                  <a:pt x="38813" y="851"/>
                  <a:pt x="38884" y="980"/>
                  <a:pt x="38834" y="980"/>
                </a:cubicBezTo>
                <a:cubicBezTo>
                  <a:pt x="38820" y="980"/>
                  <a:pt x="38796" y="970"/>
                  <a:pt x="38755" y="943"/>
                </a:cubicBezTo>
                <a:cubicBezTo>
                  <a:pt x="38710" y="927"/>
                  <a:pt x="38672" y="912"/>
                  <a:pt x="38638" y="912"/>
                </a:cubicBezTo>
                <a:cubicBezTo>
                  <a:pt x="38603" y="912"/>
                  <a:pt x="38573" y="927"/>
                  <a:pt x="38543" y="973"/>
                </a:cubicBezTo>
                <a:lnTo>
                  <a:pt x="38543" y="1064"/>
                </a:lnTo>
                <a:lnTo>
                  <a:pt x="38543" y="1095"/>
                </a:lnTo>
                <a:cubicBezTo>
                  <a:pt x="38543" y="1106"/>
                  <a:pt x="38539" y="1111"/>
                  <a:pt x="38534" y="1111"/>
                </a:cubicBezTo>
                <a:cubicBezTo>
                  <a:pt x="38511" y="1111"/>
                  <a:pt x="38451" y="1028"/>
                  <a:pt x="38451" y="1003"/>
                </a:cubicBezTo>
                <a:cubicBezTo>
                  <a:pt x="38421" y="943"/>
                  <a:pt x="38360" y="912"/>
                  <a:pt x="38299" y="882"/>
                </a:cubicBezTo>
                <a:lnTo>
                  <a:pt x="38239" y="882"/>
                </a:lnTo>
                <a:lnTo>
                  <a:pt x="38117" y="973"/>
                </a:lnTo>
                <a:cubicBezTo>
                  <a:pt x="38087" y="912"/>
                  <a:pt x="38026" y="851"/>
                  <a:pt x="37965" y="791"/>
                </a:cubicBezTo>
                <a:lnTo>
                  <a:pt x="37935" y="760"/>
                </a:lnTo>
                <a:lnTo>
                  <a:pt x="37844" y="699"/>
                </a:lnTo>
                <a:cubicBezTo>
                  <a:pt x="37752" y="791"/>
                  <a:pt x="37388" y="821"/>
                  <a:pt x="37296" y="821"/>
                </a:cubicBezTo>
                <a:cubicBezTo>
                  <a:pt x="37144" y="851"/>
                  <a:pt x="37023" y="912"/>
                  <a:pt x="36932" y="1034"/>
                </a:cubicBezTo>
                <a:cubicBezTo>
                  <a:pt x="36922" y="1054"/>
                  <a:pt x="36908" y="1064"/>
                  <a:pt x="36893" y="1064"/>
                </a:cubicBezTo>
                <a:cubicBezTo>
                  <a:pt x="36864" y="1064"/>
                  <a:pt x="36830" y="1024"/>
                  <a:pt x="36810" y="943"/>
                </a:cubicBezTo>
                <a:lnTo>
                  <a:pt x="36719" y="912"/>
                </a:lnTo>
                <a:cubicBezTo>
                  <a:pt x="36658" y="851"/>
                  <a:pt x="36537" y="821"/>
                  <a:pt x="36445" y="821"/>
                </a:cubicBezTo>
                <a:cubicBezTo>
                  <a:pt x="36272" y="879"/>
                  <a:pt x="36098" y="900"/>
                  <a:pt x="35933" y="900"/>
                </a:cubicBezTo>
                <a:cubicBezTo>
                  <a:pt x="35837" y="900"/>
                  <a:pt x="35744" y="893"/>
                  <a:pt x="35655" y="882"/>
                </a:cubicBezTo>
                <a:lnTo>
                  <a:pt x="35503" y="882"/>
                </a:lnTo>
                <a:cubicBezTo>
                  <a:pt x="35381" y="943"/>
                  <a:pt x="35230" y="1247"/>
                  <a:pt x="35351" y="1277"/>
                </a:cubicBezTo>
                <a:cubicBezTo>
                  <a:pt x="35473" y="1338"/>
                  <a:pt x="35473" y="1368"/>
                  <a:pt x="35351" y="1399"/>
                </a:cubicBezTo>
                <a:lnTo>
                  <a:pt x="35260" y="1459"/>
                </a:lnTo>
                <a:lnTo>
                  <a:pt x="35017" y="1550"/>
                </a:lnTo>
                <a:cubicBezTo>
                  <a:pt x="34895" y="1490"/>
                  <a:pt x="34743" y="1399"/>
                  <a:pt x="34652" y="1307"/>
                </a:cubicBezTo>
                <a:lnTo>
                  <a:pt x="34652" y="1277"/>
                </a:lnTo>
                <a:lnTo>
                  <a:pt x="34652" y="1247"/>
                </a:lnTo>
                <a:cubicBezTo>
                  <a:pt x="34662" y="1247"/>
                  <a:pt x="34713" y="1250"/>
                  <a:pt x="34777" y="1250"/>
                </a:cubicBezTo>
                <a:cubicBezTo>
                  <a:pt x="34905" y="1250"/>
                  <a:pt x="35088" y="1236"/>
                  <a:pt x="35108" y="1155"/>
                </a:cubicBezTo>
                <a:cubicBezTo>
                  <a:pt x="35138" y="1095"/>
                  <a:pt x="35169" y="1034"/>
                  <a:pt x="35230" y="973"/>
                </a:cubicBezTo>
                <a:cubicBezTo>
                  <a:pt x="35230" y="973"/>
                  <a:pt x="35230" y="943"/>
                  <a:pt x="35199" y="882"/>
                </a:cubicBezTo>
                <a:lnTo>
                  <a:pt x="35169" y="882"/>
                </a:lnTo>
                <a:lnTo>
                  <a:pt x="35017" y="851"/>
                </a:lnTo>
                <a:cubicBezTo>
                  <a:pt x="34865" y="851"/>
                  <a:pt x="34713" y="882"/>
                  <a:pt x="34591" y="943"/>
                </a:cubicBezTo>
                <a:cubicBezTo>
                  <a:pt x="34561" y="1034"/>
                  <a:pt x="34530" y="1095"/>
                  <a:pt x="34530" y="1155"/>
                </a:cubicBezTo>
                <a:lnTo>
                  <a:pt x="34439" y="1095"/>
                </a:lnTo>
                <a:cubicBezTo>
                  <a:pt x="34378" y="1064"/>
                  <a:pt x="34318" y="1034"/>
                  <a:pt x="34318" y="1003"/>
                </a:cubicBezTo>
                <a:lnTo>
                  <a:pt x="34318" y="973"/>
                </a:lnTo>
                <a:cubicBezTo>
                  <a:pt x="34348" y="912"/>
                  <a:pt x="34318" y="912"/>
                  <a:pt x="34257" y="912"/>
                </a:cubicBezTo>
                <a:lnTo>
                  <a:pt x="34226" y="943"/>
                </a:lnTo>
                <a:lnTo>
                  <a:pt x="34166" y="973"/>
                </a:lnTo>
                <a:cubicBezTo>
                  <a:pt x="34155" y="983"/>
                  <a:pt x="34135" y="987"/>
                  <a:pt x="34109" y="987"/>
                </a:cubicBezTo>
                <a:cubicBezTo>
                  <a:pt x="33993" y="987"/>
                  <a:pt x="33752" y="908"/>
                  <a:pt x="33628" y="908"/>
                </a:cubicBezTo>
                <a:cubicBezTo>
                  <a:pt x="33613" y="908"/>
                  <a:pt x="33599" y="909"/>
                  <a:pt x="33588" y="912"/>
                </a:cubicBezTo>
                <a:lnTo>
                  <a:pt x="33284" y="973"/>
                </a:lnTo>
                <a:lnTo>
                  <a:pt x="32950" y="973"/>
                </a:lnTo>
                <a:lnTo>
                  <a:pt x="32798" y="1034"/>
                </a:lnTo>
                <a:lnTo>
                  <a:pt x="32707" y="1034"/>
                </a:lnTo>
                <a:cubicBezTo>
                  <a:pt x="32692" y="1044"/>
                  <a:pt x="32676" y="1048"/>
                  <a:pt x="32658" y="1048"/>
                </a:cubicBezTo>
                <a:cubicBezTo>
                  <a:pt x="32569" y="1048"/>
                  <a:pt x="32454" y="933"/>
                  <a:pt x="32403" y="882"/>
                </a:cubicBezTo>
                <a:cubicBezTo>
                  <a:pt x="32395" y="867"/>
                  <a:pt x="32381" y="861"/>
                  <a:pt x="32363" y="861"/>
                </a:cubicBezTo>
                <a:cubicBezTo>
                  <a:pt x="32306" y="861"/>
                  <a:pt x="32213" y="919"/>
                  <a:pt x="32190" y="943"/>
                </a:cubicBezTo>
                <a:cubicBezTo>
                  <a:pt x="32068" y="1034"/>
                  <a:pt x="31977" y="1095"/>
                  <a:pt x="31856" y="1155"/>
                </a:cubicBezTo>
                <a:lnTo>
                  <a:pt x="31734" y="1003"/>
                </a:lnTo>
                <a:cubicBezTo>
                  <a:pt x="31704" y="988"/>
                  <a:pt x="31681" y="981"/>
                  <a:pt x="31658" y="981"/>
                </a:cubicBezTo>
                <a:cubicBezTo>
                  <a:pt x="31635" y="981"/>
                  <a:pt x="31612" y="988"/>
                  <a:pt x="31582" y="1003"/>
                </a:cubicBezTo>
                <a:lnTo>
                  <a:pt x="31308" y="1125"/>
                </a:lnTo>
                <a:cubicBezTo>
                  <a:pt x="31187" y="1034"/>
                  <a:pt x="31005" y="973"/>
                  <a:pt x="30822" y="973"/>
                </a:cubicBezTo>
                <a:cubicBezTo>
                  <a:pt x="30731" y="973"/>
                  <a:pt x="30640" y="973"/>
                  <a:pt x="30579" y="943"/>
                </a:cubicBezTo>
                <a:lnTo>
                  <a:pt x="30518" y="1003"/>
                </a:lnTo>
                <a:cubicBezTo>
                  <a:pt x="30457" y="1064"/>
                  <a:pt x="30457" y="1125"/>
                  <a:pt x="30397" y="1186"/>
                </a:cubicBezTo>
                <a:lnTo>
                  <a:pt x="30366" y="1216"/>
                </a:lnTo>
                <a:cubicBezTo>
                  <a:pt x="30305" y="1216"/>
                  <a:pt x="30275" y="1186"/>
                  <a:pt x="30275" y="1155"/>
                </a:cubicBezTo>
                <a:lnTo>
                  <a:pt x="30275" y="1064"/>
                </a:lnTo>
                <a:cubicBezTo>
                  <a:pt x="30275" y="1034"/>
                  <a:pt x="30214" y="973"/>
                  <a:pt x="30153" y="973"/>
                </a:cubicBezTo>
                <a:lnTo>
                  <a:pt x="30123" y="1003"/>
                </a:lnTo>
                <a:lnTo>
                  <a:pt x="30032" y="1034"/>
                </a:lnTo>
                <a:cubicBezTo>
                  <a:pt x="29971" y="1064"/>
                  <a:pt x="29903" y="1079"/>
                  <a:pt x="29834" y="1079"/>
                </a:cubicBezTo>
                <a:cubicBezTo>
                  <a:pt x="29766" y="1079"/>
                  <a:pt x="29697" y="1064"/>
                  <a:pt x="29637" y="1034"/>
                </a:cubicBezTo>
                <a:lnTo>
                  <a:pt x="29606" y="1034"/>
                </a:lnTo>
                <a:lnTo>
                  <a:pt x="29485" y="943"/>
                </a:lnTo>
                <a:cubicBezTo>
                  <a:pt x="29363" y="973"/>
                  <a:pt x="29181" y="1064"/>
                  <a:pt x="29181" y="1095"/>
                </a:cubicBezTo>
                <a:cubicBezTo>
                  <a:pt x="29181" y="1155"/>
                  <a:pt x="29120" y="1216"/>
                  <a:pt x="29059" y="1247"/>
                </a:cubicBezTo>
                <a:cubicBezTo>
                  <a:pt x="28998" y="1186"/>
                  <a:pt x="28968" y="1095"/>
                  <a:pt x="28907" y="1064"/>
                </a:cubicBezTo>
                <a:lnTo>
                  <a:pt x="28846" y="1003"/>
                </a:lnTo>
                <a:cubicBezTo>
                  <a:pt x="28755" y="1003"/>
                  <a:pt x="28664" y="973"/>
                  <a:pt x="28573" y="973"/>
                </a:cubicBezTo>
                <a:lnTo>
                  <a:pt x="28482" y="1034"/>
                </a:lnTo>
                <a:lnTo>
                  <a:pt x="28390" y="1095"/>
                </a:lnTo>
                <a:cubicBezTo>
                  <a:pt x="28238" y="1095"/>
                  <a:pt x="28056" y="1095"/>
                  <a:pt x="27904" y="1064"/>
                </a:cubicBezTo>
                <a:cubicBezTo>
                  <a:pt x="27894" y="1059"/>
                  <a:pt x="27881" y="1056"/>
                  <a:pt x="27868" y="1056"/>
                </a:cubicBezTo>
                <a:cubicBezTo>
                  <a:pt x="27802" y="1056"/>
                  <a:pt x="27701" y="1115"/>
                  <a:pt x="27600" y="1216"/>
                </a:cubicBezTo>
                <a:lnTo>
                  <a:pt x="27570" y="1095"/>
                </a:lnTo>
                <a:cubicBezTo>
                  <a:pt x="27550" y="1035"/>
                  <a:pt x="27530" y="989"/>
                  <a:pt x="27477" y="989"/>
                </a:cubicBezTo>
                <a:cubicBezTo>
                  <a:pt x="27448" y="989"/>
                  <a:pt x="27410" y="1002"/>
                  <a:pt x="27357" y="1034"/>
                </a:cubicBezTo>
                <a:lnTo>
                  <a:pt x="27296" y="1064"/>
                </a:lnTo>
                <a:cubicBezTo>
                  <a:pt x="27226" y="1064"/>
                  <a:pt x="27030" y="974"/>
                  <a:pt x="26943" y="974"/>
                </a:cubicBezTo>
                <a:cubicBezTo>
                  <a:pt x="26917" y="974"/>
                  <a:pt x="26901" y="982"/>
                  <a:pt x="26901" y="1003"/>
                </a:cubicBezTo>
                <a:cubicBezTo>
                  <a:pt x="26901" y="1095"/>
                  <a:pt x="26779" y="1095"/>
                  <a:pt x="26719" y="1095"/>
                </a:cubicBezTo>
                <a:cubicBezTo>
                  <a:pt x="26597" y="1155"/>
                  <a:pt x="26506" y="1186"/>
                  <a:pt x="26384" y="1216"/>
                </a:cubicBezTo>
                <a:cubicBezTo>
                  <a:pt x="26293" y="1216"/>
                  <a:pt x="26050" y="1095"/>
                  <a:pt x="25959" y="1095"/>
                </a:cubicBezTo>
                <a:cubicBezTo>
                  <a:pt x="25868" y="1095"/>
                  <a:pt x="25412" y="1247"/>
                  <a:pt x="25229" y="1247"/>
                </a:cubicBezTo>
                <a:cubicBezTo>
                  <a:pt x="24956" y="1186"/>
                  <a:pt x="24713" y="1186"/>
                  <a:pt x="24439" y="1186"/>
                </a:cubicBezTo>
                <a:cubicBezTo>
                  <a:pt x="24384" y="1213"/>
                  <a:pt x="24324" y="1228"/>
                  <a:pt x="24273" y="1228"/>
                </a:cubicBezTo>
                <a:cubicBezTo>
                  <a:pt x="24212" y="1228"/>
                  <a:pt x="24165" y="1206"/>
                  <a:pt x="24165" y="1155"/>
                </a:cubicBezTo>
                <a:lnTo>
                  <a:pt x="24165" y="1095"/>
                </a:lnTo>
                <a:cubicBezTo>
                  <a:pt x="24013" y="1155"/>
                  <a:pt x="23862" y="1216"/>
                  <a:pt x="23679" y="1277"/>
                </a:cubicBezTo>
                <a:cubicBezTo>
                  <a:pt x="23588" y="1277"/>
                  <a:pt x="23466" y="1247"/>
                  <a:pt x="23375" y="1216"/>
                </a:cubicBezTo>
                <a:lnTo>
                  <a:pt x="23284" y="1277"/>
                </a:lnTo>
                <a:lnTo>
                  <a:pt x="23102" y="1429"/>
                </a:lnTo>
                <a:cubicBezTo>
                  <a:pt x="23010" y="1368"/>
                  <a:pt x="22889" y="1368"/>
                  <a:pt x="22798" y="1368"/>
                </a:cubicBezTo>
                <a:cubicBezTo>
                  <a:pt x="22767" y="1399"/>
                  <a:pt x="22737" y="1459"/>
                  <a:pt x="22737" y="1490"/>
                </a:cubicBezTo>
                <a:cubicBezTo>
                  <a:pt x="22706" y="1550"/>
                  <a:pt x="22737" y="1733"/>
                  <a:pt x="22706" y="1794"/>
                </a:cubicBezTo>
                <a:cubicBezTo>
                  <a:pt x="22706" y="1815"/>
                  <a:pt x="22615" y="1837"/>
                  <a:pt x="22497" y="1837"/>
                </a:cubicBezTo>
                <a:cubicBezTo>
                  <a:pt x="22449" y="1837"/>
                  <a:pt x="22395" y="1833"/>
                  <a:pt x="22342" y="1824"/>
                </a:cubicBezTo>
                <a:lnTo>
                  <a:pt x="22159" y="1824"/>
                </a:lnTo>
                <a:lnTo>
                  <a:pt x="22007" y="1794"/>
                </a:lnTo>
                <a:cubicBezTo>
                  <a:pt x="21855" y="1794"/>
                  <a:pt x="21703" y="1794"/>
                  <a:pt x="21551" y="1824"/>
                </a:cubicBezTo>
                <a:cubicBezTo>
                  <a:pt x="21527" y="1824"/>
                  <a:pt x="21474" y="1819"/>
                  <a:pt x="21416" y="1819"/>
                </a:cubicBezTo>
                <a:cubicBezTo>
                  <a:pt x="21330" y="1819"/>
                  <a:pt x="21235" y="1830"/>
                  <a:pt x="21217" y="1885"/>
                </a:cubicBezTo>
                <a:cubicBezTo>
                  <a:pt x="21217" y="1929"/>
                  <a:pt x="21136" y="1958"/>
                  <a:pt x="21080" y="1958"/>
                </a:cubicBezTo>
                <a:cubicBezTo>
                  <a:pt x="21060" y="1958"/>
                  <a:pt x="21043" y="1954"/>
                  <a:pt x="21035" y="1946"/>
                </a:cubicBezTo>
                <a:cubicBezTo>
                  <a:pt x="21035" y="1915"/>
                  <a:pt x="20913" y="1915"/>
                  <a:pt x="20883" y="1885"/>
                </a:cubicBezTo>
                <a:cubicBezTo>
                  <a:pt x="20883" y="1854"/>
                  <a:pt x="20883" y="1642"/>
                  <a:pt x="20822" y="1642"/>
                </a:cubicBezTo>
                <a:cubicBezTo>
                  <a:pt x="20700" y="1611"/>
                  <a:pt x="20609" y="1581"/>
                  <a:pt x="20518" y="1520"/>
                </a:cubicBezTo>
                <a:lnTo>
                  <a:pt x="20366" y="1490"/>
                </a:lnTo>
                <a:lnTo>
                  <a:pt x="20305" y="1490"/>
                </a:lnTo>
                <a:cubicBezTo>
                  <a:pt x="20298" y="1482"/>
                  <a:pt x="20288" y="1479"/>
                  <a:pt x="20277" y="1479"/>
                </a:cubicBezTo>
                <a:cubicBezTo>
                  <a:pt x="20195" y="1479"/>
                  <a:pt x="20024" y="1653"/>
                  <a:pt x="19971" y="1733"/>
                </a:cubicBezTo>
                <a:cubicBezTo>
                  <a:pt x="19921" y="1808"/>
                  <a:pt x="19850" y="1862"/>
                  <a:pt x="19810" y="1862"/>
                </a:cubicBezTo>
                <a:cubicBezTo>
                  <a:pt x="19801" y="1862"/>
                  <a:pt x="19794" y="1860"/>
                  <a:pt x="19788" y="1854"/>
                </a:cubicBezTo>
                <a:lnTo>
                  <a:pt x="19728" y="1824"/>
                </a:lnTo>
                <a:lnTo>
                  <a:pt x="19545" y="1763"/>
                </a:lnTo>
                <a:cubicBezTo>
                  <a:pt x="19424" y="1854"/>
                  <a:pt x="19333" y="1915"/>
                  <a:pt x="19211" y="1976"/>
                </a:cubicBezTo>
                <a:cubicBezTo>
                  <a:pt x="19205" y="1982"/>
                  <a:pt x="19198" y="1984"/>
                  <a:pt x="19191" y="1984"/>
                </a:cubicBezTo>
                <a:cubicBezTo>
                  <a:pt x="19158" y="1984"/>
                  <a:pt x="19114" y="1940"/>
                  <a:pt x="19089" y="1915"/>
                </a:cubicBezTo>
                <a:lnTo>
                  <a:pt x="19120" y="1854"/>
                </a:lnTo>
                <a:lnTo>
                  <a:pt x="19150" y="1824"/>
                </a:lnTo>
                <a:cubicBezTo>
                  <a:pt x="19211" y="1763"/>
                  <a:pt x="19272" y="1672"/>
                  <a:pt x="19302" y="1581"/>
                </a:cubicBezTo>
                <a:lnTo>
                  <a:pt x="19120" y="1490"/>
                </a:lnTo>
                <a:lnTo>
                  <a:pt x="19089" y="1490"/>
                </a:lnTo>
                <a:cubicBezTo>
                  <a:pt x="19087" y="1487"/>
                  <a:pt x="19084" y="1486"/>
                  <a:pt x="19080" y="1486"/>
                </a:cubicBezTo>
                <a:cubicBezTo>
                  <a:pt x="19028" y="1486"/>
                  <a:pt x="18842" y="1649"/>
                  <a:pt x="18785" y="1733"/>
                </a:cubicBezTo>
                <a:cubicBezTo>
                  <a:pt x="18694" y="1854"/>
                  <a:pt x="18603" y="1946"/>
                  <a:pt x="18512" y="2037"/>
                </a:cubicBezTo>
                <a:lnTo>
                  <a:pt x="18269" y="2037"/>
                </a:lnTo>
                <a:cubicBezTo>
                  <a:pt x="18178" y="2037"/>
                  <a:pt x="18117" y="1915"/>
                  <a:pt x="18147" y="1854"/>
                </a:cubicBezTo>
                <a:cubicBezTo>
                  <a:pt x="18147" y="1824"/>
                  <a:pt x="18026" y="1672"/>
                  <a:pt x="17934" y="1611"/>
                </a:cubicBezTo>
                <a:cubicBezTo>
                  <a:pt x="17924" y="1601"/>
                  <a:pt x="17908" y="1597"/>
                  <a:pt x="17888" y="1597"/>
                </a:cubicBezTo>
                <a:cubicBezTo>
                  <a:pt x="17787" y="1597"/>
                  <a:pt x="17580" y="1702"/>
                  <a:pt x="17478" y="1702"/>
                </a:cubicBezTo>
                <a:cubicBezTo>
                  <a:pt x="17296" y="1702"/>
                  <a:pt x="17114" y="1733"/>
                  <a:pt x="16931" y="1733"/>
                </a:cubicBezTo>
                <a:cubicBezTo>
                  <a:pt x="16779" y="1794"/>
                  <a:pt x="16658" y="1824"/>
                  <a:pt x="16506" y="1854"/>
                </a:cubicBezTo>
                <a:lnTo>
                  <a:pt x="16232" y="1854"/>
                </a:lnTo>
                <a:lnTo>
                  <a:pt x="16171" y="1794"/>
                </a:lnTo>
                <a:cubicBezTo>
                  <a:pt x="16149" y="1783"/>
                  <a:pt x="16119" y="1775"/>
                  <a:pt x="16083" y="1775"/>
                </a:cubicBezTo>
                <a:cubicBezTo>
                  <a:pt x="16022" y="1775"/>
                  <a:pt x="15945" y="1797"/>
                  <a:pt x="15867" y="1854"/>
                </a:cubicBezTo>
                <a:cubicBezTo>
                  <a:pt x="15784" y="1799"/>
                  <a:pt x="15715" y="1777"/>
                  <a:pt x="15655" y="1777"/>
                </a:cubicBezTo>
                <a:cubicBezTo>
                  <a:pt x="15517" y="1777"/>
                  <a:pt x="15426" y="1891"/>
                  <a:pt x="15320" y="1976"/>
                </a:cubicBezTo>
                <a:lnTo>
                  <a:pt x="15077" y="2158"/>
                </a:lnTo>
                <a:cubicBezTo>
                  <a:pt x="15002" y="2137"/>
                  <a:pt x="14926" y="2127"/>
                  <a:pt x="14858" y="2127"/>
                </a:cubicBezTo>
                <a:cubicBezTo>
                  <a:pt x="14733" y="2127"/>
                  <a:pt x="14630" y="2160"/>
                  <a:pt x="14591" y="2219"/>
                </a:cubicBezTo>
                <a:lnTo>
                  <a:pt x="14591" y="2310"/>
                </a:lnTo>
                <a:lnTo>
                  <a:pt x="14591" y="2371"/>
                </a:lnTo>
                <a:cubicBezTo>
                  <a:pt x="14591" y="2446"/>
                  <a:pt x="14529" y="2501"/>
                  <a:pt x="14456" y="2501"/>
                </a:cubicBezTo>
                <a:cubicBezTo>
                  <a:pt x="14441" y="2501"/>
                  <a:pt x="14425" y="2498"/>
                  <a:pt x="14408" y="2493"/>
                </a:cubicBezTo>
                <a:cubicBezTo>
                  <a:pt x="14317" y="2462"/>
                  <a:pt x="14226" y="2462"/>
                  <a:pt x="14135" y="2462"/>
                </a:cubicBezTo>
                <a:lnTo>
                  <a:pt x="14044" y="2462"/>
                </a:lnTo>
                <a:cubicBezTo>
                  <a:pt x="13983" y="2462"/>
                  <a:pt x="13922" y="2614"/>
                  <a:pt x="13892" y="2614"/>
                </a:cubicBezTo>
                <a:cubicBezTo>
                  <a:pt x="13770" y="2584"/>
                  <a:pt x="13679" y="2554"/>
                  <a:pt x="13588" y="2523"/>
                </a:cubicBezTo>
                <a:lnTo>
                  <a:pt x="13527" y="2523"/>
                </a:lnTo>
                <a:cubicBezTo>
                  <a:pt x="13523" y="2519"/>
                  <a:pt x="13519" y="2517"/>
                  <a:pt x="13515" y="2517"/>
                </a:cubicBezTo>
                <a:cubicBezTo>
                  <a:pt x="13489" y="2517"/>
                  <a:pt x="13466" y="2592"/>
                  <a:pt x="13466" y="2645"/>
                </a:cubicBezTo>
                <a:cubicBezTo>
                  <a:pt x="13466" y="2689"/>
                  <a:pt x="13401" y="2717"/>
                  <a:pt x="13318" y="2717"/>
                </a:cubicBezTo>
                <a:cubicBezTo>
                  <a:pt x="13288" y="2717"/>
                  <a:pt x="13256" y="2714"/>
                  <a:pt x="13223" y="2706"/>
                </a:cubicBezTo>
                <a:lnTo>
                  <a:pt x="13162" y="2675"/>
                </a:lnTo>
                <a:lnTo>
                  <a:pt x="13071" y="2645"/>
                </a:lnTo>
                <a:cubicBezTo>
                  <a:pt x="12980" y="2614"/>
                  <a:pt x="12889" y="2584"/>
                  <a:pt x="12797" y="2523"/>
                </a:cubicBezTo>
                <a:cubicBezTo>
                  <a:pt x="12797" y="2518"/>
                  <a:pt x="12795" y="2515"/>
                  <a:pt x="12790" y="2515"/>
                </a:cubicBezTo>
                <a:cubicBezTo>
                  <a:pt x="12768" y="2515"/>
                  <a:pt x="12701" y="2574"/>
                  <a:pt x="12676" y="2675"/>
                </a:cubicBezTo>
                <a:lnTo>
                  <a:pt x="12554" y="2766"/>
                </a:lnTo>
                <a:lnTo>
                  <a:pt x="12463" y="2827"/>
                </a:lnTo>
                <a:cubicBezTo>
                  <a:pt x="12428" y="2916"/>
                  <a:pt x="12382" y="2963"/>
                  <a:pt x="12344" y="2963"/>
                </a:cubicBezTo>
                <a:cubicBezTo>
                  <a:pt x="12317" y="2963"/>
                  <a:pt x="12293" y="2939"/>
                  <a:pt x="12281" y="2888"/>
                </a:cubicBezTo>
                <a:lnTo>
                  <a:pt x="12220" y="2797"/>
                </a:lnTo>
                <a:lnTo>
                  <a:pt x="12220" y="2766"/>
                </a:lnTo>
                <a:cubicBezTo>
                  <a:pt x="12190" y="2751"/>
                  <a:pt x="12159" y="2744"/>
                  <a:pt x="12129" y="2744"/>
                </a:cubicBezTo>
                <a:cubicBezTo>
                  <a:pt x="12098" y="2744"/>
                  <a:pt x="12068" y="2751"/>
                  <a:pt x="12038" y="2766"/>
                </a:cubicBezTo>
                <a:lnTo>
                  <a:pt x="12038" y="2797"/>
                </a:lnTo>
                <a:lnTo>
                  <a:pt x="12038" y="2918"/>
                </a:lnTo>
                <a:cubicBezTo>
                  <a:pt x="12068" y="3009"/>
                  <a:pt x="12068" y="3131"/>
                  <a:pt x="12068" y="3222"/>
                </a:cubicBezTo>
                <a:cubicBezTo>
                  <a:pt x="11977" y="3131"/>
                  <a:pt x="11916" y="3040"/>
                  <a:pt x="11855" y="2949"/>
                </a:cubicBezTo>
                <a:cubicBezTo>
                  <a:pt x="11817" y="2891"/>
                  <a:pt x="11766" y="2870"/>
                  <a:pt x="11711" y="2870"/>
                </a:cubicBezTo>
                <a:cubicBezTo>
                  <a:pt x="11679" y="2870"/>
                  <a:pt x="11645" y="2877"/>
                  <a:pt x="11612" y="2888"/>
                </a:cubicBezTo>
                <a:cubicBezTo>
                  <a:pt x="11603" y="2897"/>
                  <a:pt x="11586" y="2900"/>
                  <a:pt x="11566" y="2900"/>
                </a:cubicBezTo>
                <a:cubicBezTo>
                  <a:pt x="11518" y="2900"/>
                  <a:pt x="11451" y="2879"/>
                  <a:pt x="11430" y="2857"/>
                </a:cubicBezTo>
                <a:cubicBezTo>
                  <a:pt x="11421" y="2849"/>
                  <a:pt x="11399" y="2845"/>
                  <a:pt x="11371" y="2845"/>
                </a:cubicBezTo>
                <a:cubicBezTo>
                  <a:pt x="11305" y="2845"/>
                  <a:pt x="11208" y="2866"/>
                  <a:pt x="11187" y="2888"/>
                </a:cubicBezTo>
                <a:cubicBezTo>
                  <a:pt x="11156" y="2888"/>
                  <a:pt x="11126" y="2949"/>
                  <a:pt x="11156" y="2949"/>
                </a:cubicBezTo>
                <a:lnTo>
                  <a:pt x="11156" y="2979"/>
                </a:lnTo>
                <a:cubicBezTo>
                  <a:pt x="11156" y="2979"/>
                  <a:pt x="11156" y="3009"/>
                  <a:pt x="11156" y="3040"/>
                </a:cubicBezTo>
                <a:cubicBezTo>
                  <a:pt x="11095" y="3070"/>
                  <a:pt x="11065" y="3070"/>
                  <a:pt x="11004" y="3101"/>
                </a:cubicBezTo>
                <a:lnTo>
                  <a:pt x="10974" y="3101"/>
                </a:lnTo>
                <a:cubicBezTo>
                  <a:pt x="10967" y="3097"/>
                  <a:pt x="10955" y="3096"/>
                  <a:pt x="10939" y="3096"/>
                </a:cubicBezTo>
                <a:cubicBezTo>
                  <a:pt x="10830" y="3096"/>
                  <a:pt x="10528" y="3166"/>
                  <a:pt x="10346" y="3166"/>
                </a:cubicBezTo>
                <a:cubicBezTo>
                  <a:pt x="10319" y="3166"/>
                  <a:pt x="10295" y="3165"/>
                  <a:pt x="10275" y="3161"/>
                </a:cubicBezTo>
                <a:lnTo>
                  <a:pt x="9940" y="3101"/>
                </a:lnTo>
                <a:cubicBezTo>
                  <a:pt x="9910" y="3131"/>
                  <a:pt x="9849" y="3192"/>
                  <a:pt x="9849" y="3192"/>
                </a:cubicBezTo>
                <a:cubicBezTo>
                  <a:pt x="9910" y="3222"/>
                  <a:pt x="9940" y="3253"/>
                  <a:pt x="10001" y="3283"/>
                </a:cubicBezTo>
                <a:cubicBezTo>
                  <a:pt x="10050" y="3283"/>
                  <a:pt x="10079" y="3205"/>
                  <a:pt x="10120" y="3205"/>
                </a:cubicBezTo>
                <a:cubicBezTo>
                  <a:pt x="10130" y="3205"/>
                  <a:pt x="10141" y="3210"/>
                  <a:pt x="10153" y="3222"/>
                </a:cubicBezTo>
                <a:cubicBezTo>
                  <a:pt x="10183" y="3283"/>
                  <a:pt x="10244" y="3344"/>
                  <a:pt x="10244" y="3374"/>
                </a:cubicBezTo>
                <a:lnTo>
                  <a:pt x="10244" y="3435"/>
                </a:lnTo>
                <a:cubicBezTo>
                  <a:pt x="10153" y="3465"/>
                  <a:pt x="10305" y="3557"/>
                  <a:pt x="10396" y="3587"/>
                </a:cubicBezTo>
                <a:cubicBezTo>
                  <a:pt x="10487" y="3587"/>
                  <a:pt x="10579" y="3587"/>
                  <a:pt x="10579" y="3526"/>
                </a:cubicBezTo>
                <a:lnTo>
                  <a:pt x="10579" y="3496"/>
                </a:lnTo>
                <a:lnTo>
                  <a:pt x="10579" y="3435"/>
                </a:lnTo>
                <a:cubicBezTo>
                  <a:pt x="10548" y="3405"/>
                  <a:pt x="10670" y="3374"/>
                  <a:pt x="10731" y="3374"/>
                </a:cubicBezTo>
                <a:cubicBezTo>
                  <a:pt x="10791" y="3374"/>
                  <a:pt x="10822" y="3587"/>
                  <a:pt x="10791" y="3648"/>
                </a:cubicBezTo>
                <a:cubicBezTo>
                  <a:pt x="10791" y="3709"/>
                  <a:pt x="10670" y="3800"/>
                  <a:pt x="10518" y="3800"/>
                </a:cubicBezTo>
                <a:lnTo>
                  <a:pt x="10366" y="3709"/>
                </a:lnTo>
                <a:lnTo>
                  <a:pt x="10183" y="3617"/>
                </a:lnTo>
                <a:cubicBezTo>
                  <a:pt x="10031" y="3800"/>
                  <a:pt x="10062" y="3952"/>
                  <a:pt x="10092" y="3952"/>
                </a:cubicBezTo>
                <a:lnTo>
                  <a:pt x="10487" y="3952"/>
                </a:lnTo>
                <a:lnTo>
                  <a:pt x="10579" y="4073"/>
                </a:lnTo>
                <a:cubicBezTo>
                  <a:pt x="10639" y="4073"/>
                  <a:pt x="10639" y="4134"/>
                  <a:pt x="10639" y="4165"/>
                </a:cubicBezTo>
                <a:cubicBezTo>
                  <a:pt x="10670" y="4165"/>
                  <a:pt x="10731" y="4073"/>
                  <a:pt x="10731" y="4013"/>
                </a:cubicBezTo>
                <a:cubicBezTo>
                  <a:pt x="10731" y="3982"/>
                  <a:pt x="10883" y="3952"/>
                  <a:pt x="10943" y="3952"/>
                </a:cubicBezTo>
                <a:cubicBezTo>
                  <a:pt x="10974" y="3952"/>
                  <a:pt x="10974" y="4013"/>
                  <a:pt x="10974" y="4043"/>
                </a:cubicBezTo>
                <a:cubicBezTo>
                  <a:pt x="10974" y="4064"/>
                  <a:pt x="11075" y="4099"/>
                  <a:pt x="11148" y="4099"/>
                </a:cubicBezTo>
                <a:cubicBezTo>
                  <a:pt x="11181" y="4099"/>
                  <a:pt x="11207" y="4092"/>
                  <a:pt x="11217" y="4073"/>
                </a:cubicBezTo>
                <a:cubicBezTo>
                  <a:pt x="11232" y="4043"/>
                  <a:pt x="11270" y="4028"/>
                  <a:pt x="11312" y="4028"/>
                </a:cubicBezTo>
                <a:cubicBezTo>
                  <a:pt x="11354" y="4028"/>
                  <a:pt x="11399" y="4043"/>
                  <a:pt x="11430" y="4073"/>
                </a:cubicBezTo>
                <a:lnTo>
                  <a:pt x="11521" y="4104"/>
                </a:lnTo>
                <a:cubicBezTo>
                  <a:pt x="11538" y="4107"/>
                  <a:pt x="11552" y="4109"/>
                  <a:pt x="11564" y="4109"/>
                </a:cubicBezTo>
                <a:cubicBezTo>
                  <a:pt x="11661" y="4109"/>
                  <a:pt x="11619" y="4009"/>
                  <a:pt x="11673" y="3982"/>
                </a:cubicBezTo>
                <a:lnTo>
                  <a:pt x="11734" y="3952"/>
                </a:lnTo>
                <a:cubicBezTo>
                  <a:pt x="11825" y="3952"/>
                  <a:pt x="11946" y="3982"/>
                  <a:pt x="12038" y="4043"/>
                </a:cubicBezTo>
                <a:lnTo>
                  <a:pt x="12038" y="4134"/>
                </a:lnTo>
                <a:cubicBezTo>
                  <a:pt x="11946" y="4225"/>
                  <a:pt x="11825" y="4256"/>
                  <a:pt x="11703" y="4286"/>
                </a:cubicBezTo>
                <a:lnTo>
                  <a:pt x="11673" y="4286"/>
                </a:lnTo>
                <a:cubicBezTo>
                  <a:pt x="11642" y="4316"/>
                  <a:pt x="11582" y="4316"/>
                  <a:pt x="11551" y="4316"/>
                </a:cubicBezTo>
                <a:cubicBezTo>
                  <a:pt x="11460" y="4286"/>
                  <a:pt x="11399" y="4256"/>
                  <a:pt x="11308" y="4225"/>
                </a:cubicBezTo>
                <a:lnTo>
                  <a:pt x="11247" y="4225"/>
                </a:lnTo>
                <a:cubicBezTo>
                  <a:pt x="11231" y="4217"/>
                  <a:pt x="11215" y="4214"/>
                  <a:pt x="11199" y="4214"/>
                </a:cubicBezTo>
                <a:cubicBezTo>
                  <a:pt x="11094" y="4214"/>
                  <a:pt x="10992" y="4379"/>
                  <a:pt x="10913" y="4590"/>
                </a:cubicBezTo>
                <a:lnTo>
                  <a:pt x="11278" y="4712"/>
                </a:lnTo>
                <a:lnTo>
                  <a:pt x="11308" y="4712"/>
                </a:lnTo>
                <a:cubicBezTo>
                  <a:pt x="11308" y="4803"/>
                  <a:pt x="11399" y="4894"/>
                  <a:pt x="11490" y="4924"/>
                </a:cubicBezTo>
                <a:cubicBezTo>
                  <a:pt x="11521" y="4924"/>
                  <a:pt x="11551" y="4955"/>
                  <a:pt x="11521" y="5016"/>
                </a:cubicBezTo>
                <a:lnTo>
                  <a:pt x="11490" y="5076"/>
                </a:lnTo>
                <a:lnTo>
                  <a:pt x="11490" y="5107"/>
                </a:lnTo>
                <a:cubicBezTo>
                  <a:pt x="11582" y="5137"/>
                  <a:pt x="11665" y="5152"/>
                  <a:pt x="11745" y="5152"/>
                </a:cubicBezTo>
                <a:cubicBezTo>
                  <a:pt x="11825" y="5152"/>
                  <a:pt x="11901" y="5137"/>
                  <a:pt x="11977" y="5107"/>
                </a:cubicBezTo>
                <a:cubicBezTo>
                  <a:pt x="12098" y="5076"/>
                  <a:pt x="12159" y="4955"/>
                  <a:pt x="12068" y="4833"/>
                </a:cubicBezTo>
                <a:lnTo>
                  <a:pt x="12250" y="4803"/>
                </a:lnTo>
                <a:lnTo>
                  <a:pt x="12402" y="4772"/>
                </a:lnTo>
                <a:lnTo>
                  <a:pt x="12433" y="4772"/>
                </a:lnTo>
                <a:cubicBezTo>
                  <a:pt x="12463" y="4772"/>
                  <a:pt x="12494" y="4833"/>
                  <a:pt x="12463" y="4864"/>
                </a:cubicBezTo>
                <a:cubicBezTo>
                  <a:pt x="12463" y="4864"/>
                  <a:pt x="12433" y="4985"/>
                  <a:pt x="12402" y="5076"/>
                </a:cubicBezTo>
                <a:lnTo>
                  <a:pt x="12402" y="5137"/>
                </a:lnTo>
                <a:cubicBezTo>
                  <a:pt x="12418" y="5228"/>
                  <a:pt x="12463" y="5251"/>
                  <a:pt x="12516" y="5251"/>
                </a:cubicBezTo>
                <a:cubicBezTo>
                  <a:pt x="12570" y="5251"/>
                  <a:pt x="12630" y="5228"/>
                  <a:pt x="12676" y="5228"/>
                </a:cubicBezTo>
                <a:cubicBezTo>
                  <a:pt x="12706" y="5198"/>
                  <a:pt x="12706" y="5137"/>
                  <a:pt x="12706" y="5107"/>
                </a:cubicBezTo>
                <a:lnTo>
                  <a:pt x="12645" y="5107"/>
                </a:lnTo>
                <a:cubicBezTo>
                  <a:pt x="12494" y="5107"/>
                  <a:pt x="12494" y="5107"/>
                  <a:pt x="12524" y="5016"/>
                </a:cubicBezTo>
                <a:lnTo>
                  <a:pt x="12554" y="4985"/>
                </a:lnTo>
                <a:cubicBezTo>
                  <a:pt x="12562" y="4971"/>
                  <a:pt x="12581" y="4965"/>
                  <a:pt x="12608" y="4965"/>
                </a:cubicBezTo>
                <a:cubicBezTo>
                  <a:pt x="12691" y="4965"/>
                  <a:pt x="12842" y="5023"/>
                  <a:pt x="12889" y="5046"/>
                </a:cubicBezTo>
                <a:cubicBezTo>
                  <a:pt x="12980" y="5107"/>
                  <a:pt x="13071" y="5168"/>
                  <a:pt x="13193" y="5168"/>
                </a:cubicBezTo>
                <a:cubicBezTo>
                  <a:pt x="13284" y="5168"/>
                  <a:pt x="13345" y="5168"/>
                  <a:pt x="13436" y="5137"/>
                </a:cubicBezTo>
                <a:cubicBezTo>
                  <a:pt x="13557" y="5107"/>
                  <a:pt x="13679" y="5107"/>
                  <a:pt x="13801" y="5107"/>
                </a:cubicBezTo>
                <a:lnTo>
                  <a:pt x="13953" y="5198"/>
                </a:lnTo>
                <a:cubicBezTo>
                  <a:pt x="14036" y="5281"/>
                  <a:pt x="14119" y="5415"/>
                  <a:pt x="14294" y="5415"/>
                </a:cubicBezTo>
                <a:cubicBezTo>
                  <a:pt x="14311" y="5415"/>
                  <a:pt x="14329" y="5413"/>
                  <a:pt x="14348" y="5411"/>
                </a:cubicBezTo>
                <a:lnTo>
                  <a:pt x="15260" y="5411"/>
                </a:lnTo>
                <a:cubicBezTo>
                  <a:pt x="15412" y="5411"/>
                  <a:pt x="15563" y="5411"/>
                  <a:pt x="15715" y="5472"/>
                </a:cubicBezTo>
                <a:cubicBezTo>
                  <a:pt x="15733" y="5477"/>
                  <a:pt x="15754" y="5480"/>
                  <a:pt x="15777" y="5480"/>
                </a:cubicBezTo>
                <a:cubicBezTo>
                  <a:pt x="15874" y="5480"/>
                  <a:pt x="16012" y="5435"/>
                  <a:pt x="16111" y="5411"/>
                </a:cubicBezTo>
                <a:cubicBezTo>
                  <a:pt x="16141" y="5411"/>
                  <a:pt x="16179" y="5418"/>
                  <a:pt x="16213" y="5418"/>
                </a:cubicBezTo>
                <a:cubicBezTo>
                  <a:pt x="16247" y="5418"/>
                  <a:pt x="16278" y="5411"/>
                  <a:pt x="16293" y="5380"/>
                </a:cubicBezTo>
                <a:cubicBezTo>
                  <a:pt x="16319" y="5328"/>
                  <a:pt x="16323" y="5253"/>
                  <a:pt x="16402" y="5253"/>
                </a:cubicBezTo>
                <a:cubicBezTo>
                  <a:pt x="16414" y="5253"/>
                  <a:pt x="16428" y="5255"/>
                  <a:pt x="16445" y="5259"/>
                </a:cubicBezTo>
                <a:lnTo>
                  <a:pt x="16506" y="5259"/>
                </a:lnTo>
                <a:cubicBezTo>
                  <a:pt x="16567" y="5320"/>
                  <a:pt x="16567" y="5411"/>
                  <a:pt x="16506" y="5472"/>
                </a:cubicBezTo>
                <a:lnTo>
                  <a:pt x="16323" y="5472"/>
                </a:lnTo>
                <a:cubicBezTo>
                  <a:pt x="16232" y="5563"/>
                  <a:pt x="16141" y="5593"/>
                  <a:pt x="16050" y="5623"/>
                </a:cubicBezTo>
                <a:lnTo>
                  <a:pt x="15928" y="5623"/>
                </a:lnTo>
                <a:cubicBezTo>
                  <a:pt x="15920" y="5619"/>
                  <a:pt x="15911" y="5617"/>
                  <a:pt x="15902" y="5617"/>
                </a:cubicBezTo>
                <a:cubicBezTo>
                  <a:pt x="15844" y="5617"/>
                  <a:pt x="15776" y="5693"/>
                  <a:pt x="15776" y="5745"/>
                </a:cubicBezTo>
                <a:cubicBezTo>
                  <a:pt x="15776" y="5752"/>
                  <a:pt x="15768" y="5756"/>
                  <a:pt x="15752" y="5756"/>
                </a:cubicBezTo>
                <a:cubicBezTo>
                  <a:pt x="15703" y="5756"/>
                  <a:pt x="15581" y="5716"/>
                  <a:pt x="15442" y="5623"/>
                </a:cubicBezTo>
                <a:lnTo>
                  <a:pt x="15168" y="5775"/>
                </a:lnTo>
                <a:lnTo>
                  <a:pt x="14925" y="5775"/>
                </a:lnTo>
                <a:cubicBezTo>
                  <a:pt x="14773" y="5745"/>
                  <a:pt x="14621" y="5745"/>
                  <a:pt x="14469" y="5745"/>
                </a:cubicBezTo>
                <a:lnTo>
                  <a:pt x="14256" y="5745"/>
                </a:lnTo>
                <a:cubicBezTo>
                  <a:pt x="14211" y="5745"/>
                  <a:pt x="14135" y="5737"/>
                  <a:pt x="14063" y="5737"/>
                </a:cubicBezTo>
                <a:cubicBezTo>
                  <a:pt x="13991" y="5737"/>
                  <a:pt x="13922" y="5745"/>
                  <a:pt x="13892" y="5775"/>
                </a:cubicBezTo>
                <a:cubicBezTo>
                  <a:pt x="13831" y="5836"/>
                  <a:pt x="13770" y="5927"/>
                  <a:pt x="13709" y="5988"/>
                </a:cubicBezTo>
                <a:cubicBezTo>
                  <a:pt x="13649" y="5988"/>
                  <a:pt x="13466" y="5897"/>
                  <a:pt x="13436" y="5867"/>
                </a:cubicBezTo>
                <a:cubicBezTo>
                  <a:pt x="13284" y="5867"/>
                  <a:pt x="13162" y="5867"/>
                  <a:pt x="13041" y="5927"/>
                </a:cubicBezTo>
                <a:cubicBezTo>
                  <a:pt x="12980" y="5927"/>
                  <a:pt x="12889" y="5927"/>
                  <a:pt x="12858" y="5867"/>
                </a:cubicBezTo>
                <a:cubicBezTo>
                  <a:pt x="12858" y="5861"/>
                  <a:pt x="12854" y="5858"/>
                  <a:pt x="12846" y="5858"/>
                </a:cubicBezTo>
                <a:cubicBezTo>
                  <a:pt x="12815" y="5858"/>
                  <a:pt x="12731" y="5903"/>
                  <a:pt x="12706" y="5927"/>
                </a:cubicBezTo>
                <a:lnTo>
                  <a:pt x="12402" y="5927"/>
                </a:lnTo>
                <a:cubicBezTo>
                  <a:pt x="12281" y="5927"/>
                  <a:pt x="12129" y="5927"/>
                  <a:pt x="12007" y="5958"/>
                </a:cubicBezTo>
                <a:cubicBezTo>
                  <a:pt x="11931" y="5973"/>
                  <a:pt x="11855" y="5981"/>
                  <a:pt x="11779" y="5981"/>
                </a:cubicBezTo>
                <a:cubicBezTo>
                  <a:pt x="11703" y="5981"/>
                  <a:pt x="11627" y="5973"/>
                  <a:pt x="11551" y="5958"/>
                </a:cubicBezTo>
                <a:lnTo>
                  <a:pt x="11399" y="5958"/>
                </a:lnTo>
                <a:cubicBezTo>
                  <a:pt x="11247" y="5988"/>
                  <a:pt x="11095" y="6019"/>
                  <a:pt x="10974" y="6079"/>
                </a:cubicBezTo>
                <a:cubicBezTo>
                  <a:pt x="10913" y="6079"/>
                  <a:pt x="10913" y="6201"/>
                  <a:pt x="10852" y="6201"/>
                </a:cubicBezTo>
                <a:cubicBezTo>
                  <a:pt x="10831" y="6206"/>
                  <a:pt x="10813" y="6209"/>
                  <a:pt x="10798" y="6209"/>
                </a:cubicBezTo>
                <a:cubicBezTo>
                  <a:pt x="10731" y="6209"/>
                  <a:pt x="10731" y="6154"/>
                  <a:pt x="10731" y="6079"/>
                </a:cubicBezTo>
                <a:lnTo>
                  <a:pt x="10639" y="6079"/>
                </a:lnTo>
                <a:cubicBezTo>
                  <a:pt x="10582" y="6137"/>
                  <a:pt x="10499" y="6158"/>
                  <a:pt x="10416" y="6158"/>
                </a:cubicBezTo>
                <a:cubicBezTo>
                  <a:pt x="10368" y="6158"/>
                  <a:pt x="10319" y="6151"/>
                  <a:pt x="10275" y="6140"/>
                </a:cubicBezTo>
                <a:lnTo>
                  <a:pt x="10062" y="6110"/>
                </a:lnTo>
                <a:lnTo>
                  <a:pt x="10062" y="6110"/>
                </a:lnTo>
                <a:cubicBezTo>
                  <a:pt x="10080" y="6181"/>
                  <a:pt x="10066" y="6211"/>
                  <a:pt x="10040" y="6211"/>
                </a:cubicBezTo>
                <a:cubicBezTo>
                  <a:pt x="10021" y="6211"/>
                  <a:pt x="9996" y="6196"/>
                  <a:pt x="9971" y="6171"/>
                </a:cubicBezTo>
                <a:lnTo>
                  <a:pt x="9819" y="6171"/>
                </a:lnTo>
                <a:cubicBezTo>
                  <a:pt x="9697" y="6201"/>
                  <a:pt x="9606" y="6231"/>
                  <a:pt x="9484" y="6262"/>
                </a:cubicBezTo>
                <a:lnTo>
                  <a:pt x="9393" y="6262"/>
                </a:lnTo>
                <a:cubicBezTo>
                  <a:pt x="9363" y="6292"/>
                  <a:pt x="9332" y="6292"/>
                  <a:pt x="9272" y="6323"/>
                </a:cubicBezTo>
                <a:cubicBezTo>
                  <a:pt x="9164" y="6344"/>
                  <a:pt x="9057" y="6366"/>
                  <a:pt x="8949" y="6366"/>
                </a:cubicBezTo>
                <a:cubicBezTo>
                  <a:pt x="8905" y="6366"/>
                  <a:pt x="8860" y="6362"/>
                  <a:pt x="8816" y="6353"/>
                </a:cubicBezTo>
                <a:lnTo>
                  <a:pt x="8724" y="6353"/>
                </a:lnTo>
                <a:cubicBezTo>
                  <a:pt x="8603" y="6353"/>
                  <a:pt x="8177" y="6535"/>
                  <a:pt x="8056" y="6535"/>
                </a:cubicBezTo>
                <a:cubicBezTo>
                  <a:pt x="7954" y="6535"/>
                  <a:pt x="7718" y="6495"/>
                  <a:pt x="7554" y="6495"/>
                </a:cubicBezTo>
                <a:cubicBezTo>
                  <a:pt x="7471" y="6495"/>
                  <a:pt x="7407" y="6505"/>
                  <a:pt x="7387" y="6535"/>
                </a:cubicBezTo>
                <a:cubicBezTo>
                  <a:pt x="7348" y="6594"/>
                  <a:pt x="7296" y="6628"/>
                  <a:pt x="7248" y="6628"/>
                </a:cubicBezTo>
                <a:cubicBezTo>
                  <a:pt x="7221" y="6628"/>
                  <a:pt x="7196" y="6618"/>
                  <a:pt x="7174" y="6596"/>
                </a:cubicBezTo>
                <a:lnTo>
                  <a:pt x="7144" y="6535"/>
                </a:lnTo>
                <a:lnTo>
                  <a:pt x="7113" y="6505"/>
                </a:lnTo>
                <a:cubicBezTo>
                  <a:pt x="7024" y="6469"/>
                  <a:pt x="6946" y="6455"/>
                  <a:pt x="6865" y="6455"/>
                </a:cubicBezTo>
                <a:cubicBezTo>
                  <a:pt x="6809" y="6455"/>
                  <a:pt x="6751" y="6462"/>
                  <a:pt x="6688" y="6475"/>
                </a:cubicBezTo>
                <a:lnTo>
                  <a:pt x="6536" y="6535"/>
                </a:lnTo>
                <a:cubicBezTo>
                  <a:pt x="6436" y="6586"/>
                  <a:pt x="6335" y="6608"/>
                  <a:pt x="6235" y="6608"/>
                </a:cubicBezTo>
                <a:cubicBezTo>
                  <a:pt x="6153" y="6608"/>
                  <a:pt x="6071" y="6593"/>
                  <a:pt x="5989" y="6566"/>
                </a:cubicBezTo>
                <a:cubicBezTo>
                  <a:pt x="5928" y="6551"/>
                  <a:pt x="5867" y="6543"/>
                  <a:pt x="5803" y="6543"/>
                </a:cubicBezTo>
                <a:cubicBezTo>
                  <a:pt x="5738" y="6543"/>
                  <a:pt x="5670" y="6551"/>
                  <a:pt x="5594" y="6566"/>
                </a:cubicBezTo>
                <a:lnTo>
                  <a:pt x="5503" y="6596"/>
                </a:lnTo>
                <a:cubicBezTo>
                  <a:pt x="5381" y="6657"/>
                  <a:pt x="5168" y="6748"/>
                  <a:pt x="5077" y="6839"/>
                </a:cubicBezTo>
                <a:lnTo>
                  <a:pt x="4925" y="6687"/>
                </a:lnTo>
                <a:cubicBezTo>
                  <a:pt x="4918" y="6684"/>
                  <a:pt x="4910" y="6682"/>
                  <a:pt x="4900" y="6682"/>
                </a:cubicBezTo>
                <a:cubicBezTo>
                  <a:pt x="4834" y="6682"/>
                  <a:pt x="4709" y="6753"/>
                  <a:pt x="4625" y="6753"/>
                </a:cubicBezTo>
                <a:cubicBezTo>
                  <a:pt x="4612" y="6753"/>
                  <a:pt x="4601" y="6752"/>
                  <a:pt x="4591" y="6748"/>
                </a:cubicBezTo>
                <a:lnTo>
                  <a:pt x="4317" y="6627"/>
                </a:lnTo>
                <a:cubicBezTo>
                  <a:pt x="4195" y="6718"/>
                  <a:pt x="4013" y="6748"/>
                  <a:pt x="3861" y="6748"/>
                </a:cubicBezTo>
                <a:cubicBezTo>
                  <a:pt x="3834" y="6739"/>
                  <a:pt x="3810" y="6736"/>
                  <a:pt x="3788" y="6736"/>
                </a:cubicBezTo>
                <a:cubicBezTo>
                  <a:pt x="3734" y="6736"/>
                  <a:pt x="3691" y="6757"/>
                  <a:pt x="3648" y="6779"/>
                </a:cubicBezTo>
                <a:lnTo>
                  <a:pt x="3588" y="6779"/>
                </a:lnTo>
                <a:lnTo>
                  <a:pt x="3284" y="6718"/>
                </a:lnTo>
                <a:cubicBezTo>
                  <a:pt x="3149" y="6814"/>
                  <a:pt x="3039" y="6874"/>
                  <a:pt x="2976" y="6874"/>
                </a:cubicBezTo>
                <a:cubicBezTo>
                  <a:pt x="2939" y="6874"/>
                  <a:pt x="2919" y="6854"/>
                  <a:pt x="2919" y="6809"/>
                </a:cubicBezTo>
                <a:lnTo>
                  <a:pt x="2706" y="6900"/>
                </a:lnTo>
                <a:cubicBezTo>
                  <a:pt x="2661" y="6915"/>
                  <a:pt x="2615" y="6923"/>
                  <a:pt x="2569" y="6923"/>
                </a:cubicBezTo>
                <a:cubicBezTo>
                  <a:pt x="2524" y="6923"/>
                  <a:pt x="2478" y="6915"/>
                  <a:pt x="2433" y="6900"/>
                </a:cubicBezTo>
                <a:cubicBezTo>
                  <a:pt x="2402" y="6870"/>
                  <a:pt x="2357" y="6855"/>
                  <a:pt x="2311" y="6855"/>
                </a:cubicBezTo>
                <a:cubicBezTo>
                  <a:pt x="2265" y="6855"/>
                  <a:pt x="2220" y="6870"/>
                  <a:pt x="2189" y="6900"/>
                </a:cubicBezTo>
                <a:cubicBezTo>
                  <a:pt x="2176" y="6905"/>
                  <a:pt x="2162" y="6906"/>
                  <a:pt x="2148" y="6906"/>
                </a:cubicBezTo>
                <a:cubicBezTo>
                  <a:pt x="2078" y="6906"/>
                  <a:pt x="1997" y="6863"/>
                  <a:pt x="1927" y="6863"/>
                </a:cubicBezTo>
                <a:cubicBezTo>
                  <a:pt x="1913" y="6863"/>
                  <a:pt x="1899" y="6865"/>
                  <a:pt x="1885" y="6870"/>
                </a:cubicBezTo>
                <a:lnTo>
                  <a:pt x="1794" y="6900"/>
                </a:lnTo>
                <a:cubicBezTo>
                  <a:pt x="1673" y="6900"/>
                  <a:pt x="1399" y="6991"/>
                  <a:pt x="1308" y="6991"/>
                </a:cubicBezTo>
                <a:cubicBezTo>
                  <a:pt x="1304" y="6990"/>
                  <a:pt x="1300" y="6989"/>
                  <a:pt x="1295" y="6989"/>
                </a:cubicBezTo>
                <a:cubicBezTo>
                  <a:pt x="1219" y="6989"/>
                  <a:pt x="1000" y="7204"/>
                  <a:pt x="943" y="7204"/>
                </a:cubicBezTo>
                <a:cubicBezTo>
                  <a:pt x="882" y="7174"/>
                  <a:pt x="761" y="7174"/>
                  <a:pt x="670" y="7174"/>
                </a:cubicBezTo>
                <a:lnTo>
                  <a:pt x="609" y="7265"/>
                </a:lnTo>
                <a:cubicBezTo>
                  <a:pt x="578" y="7295"/>
                  <a:pt x="396" y="7295"/>
                  <a:pt x="335" y="7326"/>
                </a:cubicBezTo>
                <a:cubicBezTo>
                  <a:pt x="244" y="7386"/>
                  <a:pt x="183" y="7478"/>
                  <a:pt x="153" y="7599"/>
                </a:cubicBezTo>
                <a:cubicBezTo>
                  <a:pt x="122" y="7690"/>
                  <a:pt x="183" y="7782"/>
                  <a:pt x="244" y="7903"/>
                </a:cubicBezTo>
                <a:lnTo>
                  <a:pt x="274" y="7994"/>
                </a:lnTo>
                <a:cubicBezTo>
                  <a:pt x="305" y="8086"/>
                  <a:pt x="183" y="8207"/>
                  <a:pt x="122" y="8207"/>
                </a:cubicBezTo>
                <a:cubicBezTo>
                  <a:pt x="62" y="8238"/>
                  <a:pt x="122" y="8450"/>
                  <a:pt x="62" y="8481"/>
                </a:cubicBezTo>
                <a:cubicBezTo>
                  <a:pt x="1" y="8541"/>
                  <a:pt x="92" y="8602"/>
                  <a:pt x="122" y="8633"/>
                </a:cubicBezTo>
                <a:cubicBezTo>
                  <a:pt x="183" y="8633"/>
                  <a:pt x="183" y="8754"/>
                  <a:pt x="92" y="8876"/>
                </a:cubicBezTo>
                <a:lnTo>
                  <a:pt x="153" y="8937"/>
                </a:lnTo>
                <a:lnTo>
                  <a:pt x="335" y="9149"/>
                </a:lnTo>
                <a:cubicBezTo>
                  <a:pt x="396" y="9362"/>
                  <a:pt x="487" y="9545"/>
                  <a:pt x="639" y="9727"/>
                </a:cubicBezTo>
                <a:lnTo>
                  <a:pt x="548" y="9818"/>
                </a:lnTo>
                <a:cubicBezTo>
                  <a:pt x="518" y="9879"/>
                  <a:pt x="548" y="9940"/>
                  <a:pt x="670" y="9970"/>
                </a:cubicBezTo>
                <a:lnTo>
                  <a:pt x="791" y="10000"/>
                </a:lnTo>
                <a:cubicBezTo>
                  <a:pt x="700" y="10061"/>
                  <a:pt x="609" y="10152"/>
                  <a:pt x="518" y="10213"/>
                </a:cubicBezTo>
                <a:cubicBezTo>
                  <a:pt x="457" y="10213"/>
                  <a:pt x="548" y="10335"/>
                  <a:pt x="578" y="10365"/>
                </a:cubicBezTo>
                <a:cubicBezTo>
                  <a:pt x="609" y="10426"/>
                  <a:pt x="639" y="10487"/>
                  <a:pt x="609" y="10548"/>
                </a:cubicBezTo>
                <a:lnTo>
                  <a:pt x="578" y="10608"/>
                </a:lnTo>
                <a:cubicBezTo>
                  <a:pt x="578" y="10730"/>
                  <a:pt x="639" y="10760"/>
                  <a:pt x="730" y="10760"/>
                </a:cubicBezTo>
                <a:lnTo>
                  <a:pt x="974" y="10730"/>
                </a:lnTo>
                <a:lnTo>
                  <a:pt x="974" y="10730"/>
                </a:lnTo>
                <a:cubicBezTo>
                  <a:pt x="943" y="10791"/>
                  <a:pt x="882" y="11004"/>
                  <a:pt x="822" y="11186"/>
                </a:cubicBezTo>
                <a:lnTo>
                  <a:pt x="1126" y="11338"/>
                </a:lnTo>
                <a:lnTo>
                  <a:pt x="1217" y="11368"/>
                </a:lnTo>
                <a:cubicBezTo>
                  <a:pt x="1338" y="11399"/>
                  <a:pt x="1490" y="11429"/>
                  <a:pt x="1612" y="11429"/>
                </a:cubicBezTo>
                <a:lnTo>
                  <a:pt x="1733" y="11459"/>
                </a:lnTo>
                <a:lnTo>
                  <a:pt x="1946" y="11490"/>
                </a:lnTo>
                <a:cubicBezTo>
                  <a:pt x="2129" y="11551"/>
                  <a:pt x="2706" y="11794"/>
                  <a:pt x="2858" y="11824"/>
                </a:cubicBezTo>
                <a:cubicBezTo>
                  <a:pt x="3040" y="11855"/>
                  <a:pt x="3223" y="11855"/>
                  <a:pt x="3405" y="11855"/>
                </a:cubicBezTo>
                <a:lnTo>
                  <a:pt x="3527" y="11915"/>
                </a:lnTo>
                <a:cubicBezTo>
                  <a:pt x="3618" y="11976"/>
                  <a:pt x="3709" y="12007"/>
                  <a:pt x="3800" y="12007"/>
                </a:cubicBezTo>
                <a:cubicBezTo>
                  <a:pt x="3827" y="12002"/>
                  <a:pt x="3852" y="12000"/>
                  <a:pt x="3877" y="12000"/>
                </a:cubicBezTo>
                <a:cubicBezTo>
                  <a:pt x="3995" y="12000"/>
                  <a:pt x="4089" y="12043"/>
                  <a:pt x="4191" y="12043"/>
                </a:cubicBezTo>
                <a:cubicBezTo>
                  <a:pt x="4212" y="12043"/>
                  <a:pt x="4234" y="12041"/>
                  <a:pt x="4256" y="12037"/>
                </a:cubicBezTo>
                <a:lnTo>
                  <a:pt x="5168" y="12037"/>
                </a:lnTo>
                <a:cubicBezTo>
                  <a:pt x="5259" y="12098"/>
                  <a:pt x="5381" y="12098"/>
                  <a:pt x="5503" y="12098"/>
                </a:cubicBezTo>
                <a:lnTo>
                  <a:pt x="5563" y="12128"/>
                </a:lnTo>
                <a:lnTo>
                  <a:pt x="5624" y="12189"/>
                </a:lnTo>
                <a:lnTo>
                  <a:pt x="5867" y="12371"/>
                </a:lnTo>
                <a:cubicBezTo>
                  <a:pt x="5867" y="12402"/>
                  <a:pt x="5776" y="12462"/>
                  <a:pt x="5715" y="12462"/>
                </a:cubicBezTo>
                <a:cubicBezTo>
                  <a:pt x="5654" y="12493"/>
                  <a:pt x="5776" y="12554"/>
                  <a:pt x="5958" y="12614"/>
                </a:cubicBezTo>
                <a:lnTo>
                  <a:pt x="6019" y="12402"/>
                </a:lnTo>
                <a:lnTo>
                  <a:pt x="6050" y="12280"/>
                </a:lnTo>
                <a:cubicBezTo>
                  <a:pt x="6202" y="12311"/>
                  <a:pt x="6354" y="12341"/>
                  <a:pt x="6506" y="12432"/>
                </a:cubicBezTo>
                <a:cubicBezTo>
                  <a:pt x="6536" y="12462"/>
                  <a:pt x="6566" y="12493"/>
                  <a:pt x="6597" y="12554"/>
                </a:cubicBezTo>
                <a:lnTo>
                  <a:pt x="6566" y="12584"/>
                </a:lnTo>
                <a:lnTo>
                  <a:pt x="6536" y="12645"/>
                </a:lnTo>
                <a:cubicBezTo>
                  <a:pt x="6445" y="12675"/>
                  <a:pt x="6445" y="12797"/>
                  <a:pt x="6536" y="12918"/>
                </a:cubicBezTo>
                <a:lnTo>
                  <a:pt x="6627" y="12949"/>
                </a:lnTo>
                <a:cubicBezTo>
                  <a:pt x="6718" y="12979"/>
                  <a:pt x="6749" y="13040"/>
                  <a:pt x="6688" y="13101"/>
                </a:cubicBezTo>
                <a:lnTo>
                  <a:pt x="6536" y="13101"/>
                </a:lnTo>
                <a:lnTo>
                  <a:pt x="6384" y="13010"/>
                </a:lnTo>
                <a:cubicBezTo>
                  <a:pt x="6354" y="13070"/>
                  <a:pt x="6323" y="13162"/>
                  <a:pt x="6293" y="13222"/>
                </a:cubicBezTo>
                <a:cubicBezTo>
                  <a:pt x="6289" y="13226"/>
                  <a:pt x="6284" y="13227"/>
                  <a:pt x="6276" y="13227"/>
                </a:cubicBezTo>
                <a:cubicBezTo>
                  <a:pt x="6211" y="13227"/>
                  <a:pt x="6013" y="13128"/>
                  <a:pt x="5958" y="13101"/>
                </a:cubicBezTo>
                <a:cubicBezTo>
                  <a:pt x="5944" y="13091"/>
                  <a:pt x="5927" y="13087"/>
                  <a:pt x="5911" y="13087"/>
                </a:cubicBezTo>
                <a:cubicBezTo>
                  <a:pt x="5824" y="13087"/>
                  <a:pt x="5725" y="13202"/>
                  <a:pt x="5776" y="13253"/>
                </a:cubicBezTo>
                <a:cubicBezTo>
                  <a:pt x="5837" y="13283"/>
                  <a:pt x="6202" y="13405"/>
                  <a:pt x="6293" y="13496"/>
                </a:cubicBezTo>
                <a:cubicBezTo>
                  <a:pt x="6304" y="13503"/>
                  <a:pt x="6315" y="13507"/>
                  <a:pt x="6325" y="13507"/>
                </a:cubicBezTo>
                <a:cubicBezTo>
                  <a:pt x="6399" y="13507"/>
                  <a:pt x="6449" y="13340"/>
                  <a:pt x="6475" y="13314"/>
                </a:cubicBezTo>
                <a:cubicBezTo>
                  <a:pt x="6486" y="13292"/>
                  <a:pt x="6504" y="13282"/>
                  <a:pt x="6526" y="13282"/>
                </a:cubicBezTo>
                <a:cubicBezTo>
                  <a:pt x="6566" y="13282"/>
                  <a:pt x="6618" y="13315"/>
                  <a:pt x="6658" y="13374"/>
                </a:cubicBezTo>
                <a:lnTo>
                  <a:pt x="6688" y="13496"/>
                </a:lnTo>
                <a:lnTo>
                  <a:pt x="6688" y="13526"/>
                </a:lnTo>
                <a:cubicBezTo>
                  <a:pt x="6709" y="13533"/>
                  <a:pt x="6740" y="13535"/>
                  <a:pt x="6777" y="13535"/>
                </a:cubicBezTo>
                <a:cubicBezTo>
                  <a:pt x="6843" y="13535"/>
                  <a:pt x="6925" y="13528"/>
                  <a:pt x="6992" y="13528"/>
                </a:cubicBezTo>
                <a:cubicBezTo>
                  <a:pt x="7054" y="13528"/>
                  <a:pt x="7102" y="13534"/>
                  <a:pt x="7113" y="13557"/>
                </a:cubicBezTo>
                <a:cubicBezTo>
                  <a:pt x="7144" y="13618"/>
                  <a:pt x="7022" y="13861"/>
                  <a:pt x="6962" y="13952"/>
                </a:cubicBezTo>
                <a:cubicBezTo>
                  <a:pt x="6901" y="14013"/>
                  <a:pt x="6840" y="14043"/>
                  <a:pt x="6779" y="14104"/>
                </a:cubicBezTo>
                <a:lnTo>
                  <a:pt x="6749" y="14104"/>
                </a:lnTo>
                <a:cubicBezTo>
                  <a:pt x="6718" y="14104"/>
                  <a:pt x="6688" y="14073"/>
                  <a:pt x="6658" y="14043"/>
                </a:cubicBezTo>
                <a:cubicBezTo>
                  <a:pt x="6658" y="14013"/>
                  <a:pt x="6688" y="13952"/>
                  <a:pt x="6658" y="13921"/>
                </a:cubicBezTo>
                <a:lnTo>
                  <a:pt x="6627" y="13861"/>
                </a:lnTo>
                <a:cubicBezTo>
                  <a:pt x="6621" y="13854"/>
                  <a:pt x="6606" y="13852"/>
                  <a:pt x="6587" y="13852"/>
                </a:cubicBezTo>
                <a:cubicBezTo>
                  <a:pt x="6533" y="13852"/>
                  <a:pt x="6443" y="13869"/>
                  <a:pt x="6379" y="13869"/>
                </a:cubicBezTo>
                <a:cubicBezTo>
                  <a:pt x="6356" y="13869"/>
                  <a:pt x="6336" y="13867"/>
                  <a:pt x="6323" y="13861"/>
                </a:cubicBezTo>
                <a:cubicBezTo>
                  <a:pt x="6309" y="13846"/>
                  <a:pt x="6290" y="13840"/>
                  <a:pt x="6271" y="13840"/>
                </a:cubicBezTo>
                <a:cubicBezTo>
                  <a:pt x="6211" y="13840"/>
                  <a:pt x="6141" y="13898"/>
                  <a:pt x="6141" y="13921"/>
                </a:cubicBezTo>
                <a:cubicBezTo>
                  <a:pt x="6171" y="13982"/>
                  <a:pt x="6171" y="14043"/>
                  <a:pt x="6141" y="14073"/>
                </a:cubicBezTo>
                <a:lnTo>
                  <a:pt x="6110" y="14104"/>
                </a:lnTo>
                <a:cubicBezTo>
                  <a:pt x="6019" y="14165"/>
                  <a:pt x="6019" y="14256"/>
                  <a:pt x="6110" y="14256"/>
                </a:cubicBezTo>
                <a:cubicBezTo>
                  <a:pt x="6323" y="14286"/>
                  <a:pt x="6171" y="14377"/>
                  <a:pt x="6171" y="14408"/>
                </a:cubicBezTo>
                <a:cubicBezTo>
                  <a:pt x="6141" y="14408"/>
                  <a:pt x="6202" y="14499"/>
                  <a:pt x="6232" y="14499"/>
                </a:cubicBezTo>
                <a:cubicBezTo>
                  <a:pt x="6270" y="14494"/>
                  <a:pt x="6306" y="14491"/>
                  <a:pt x="6342" y="14491"/>
                </a:cubicBezTo>
                <a:cubicBezTo>
                  <a:pt x="6509" y="14491"/>
                  <a:pt x="6659" y="14546"/>
                  <a:pt x="6810" y="14621"/>
                </a:cubicBezTo>
                <a:lnTo>
                  <a:pt x="6901" y="14651"/>
                </a:lnTo>
                <a:cubicBezTo>
                  <a:pt x="7053" y="14621"/>
                  <a:pt x="7205" y="14621"/>
                  <a:pt x="7357" y="14621"/>
                </a:cubicBezTo>
                <a:cubicBezTo>
                  <a:pt x="7448" y="14651"/>
                  <a:pt x="7509" y="14712"/>
                  <a:pt x="7569" y="14803"/>
                </a:cubicBezTo>
                <a:lnTo>
                  <a:pt x="7600" y="14803"/>
                </a:lnTo>
                <a:cubicBezTo>
                  <a:pt x="7612" y="14809"/>
                  <a:pt x="7624" y="14811"/>
                  <a:pt x="7636" y="14811"/>
                </a:cubicBezTo>
                <a:cubicBezTo>
                  <a:pt x="7685" y="14811"/>
                  <a:pt x="7734" y="14773"/>
                  <a:pt x="7782" y="14773"/>
                </a:cubicBezTo>
                <a:cubicBezTo>
                  <a:pt x="7843" y="14773"/>
                  <a:pt x="7873" y="14803"/>
                  <a:pt x="7904" y="14833"/>
                </a:cubicBezTo>
                <a:cubicBezTo>
                  <a:pt x="7934" y="14894"/>
                  <a:pt x="7965" y="14985"/>
                  <a:pt x="8025" y="14985"/>
                </a:cubicBezTo>
                <a:cubicBezTo>
                  <a:pt x="8299" y="15077"/>
                  <a:pt x="8572" y="15137"/>
                  <a:pt x="8846" y="15168"/>
                </a:cubicBezTo>
                <a:lnTo>
                  <a:pt x="8998" y="15198"/>
                </a:lnTo>
                <a:cubicBezTo>
                  <a:pt x="9089" y="15183"/>
                  <a:pt x="9180" y="15175"/>
                  <a:pt x="9275" y="15175"/>
                </a:cubicBezTo>
                <a:cubicBezTo>
                  <a:pt x="9370" y="15175"/>
                  <a:pt x="9469" y="15183"/>
                  <a:pt x="9576" y="15198"/>
                </a:cubicBezTo>
                <a:cubicBezTo>
                  <a:pt x="9636" y="15228"/>
                  <a:pt x="9697" y="15259"/>
                  <a:pt x="9788" y="15259"/>
                </a:cubicBezTo>
                <a:cubicBezTo>
                  <a:pt x="9857" y="15190"/>
                  <a:pt x="9939" y="15171"/>
                  <a:pt x="10022" y="15171"/>
                </a:cubicBezTo>
                <a:cubicBezTo>
                  <a:pt x="10121" y="15171"/>
                  <a:pt x="10222" y="15198"/>
                  <a:pt x="10305" y="15198"/>
                </a:cubicBezTo>
                <a:cubicBezTo>
                  <a:pt x="10361" y="15187"/>
                  <a:pt x="10416" y="15180"/>
                  <a:pt x="10470" y="15180"/>
                </a:cubicBezTo>
                <a:cubicBezTo>
                  <a:pt x="10564" y="15180"/>
                  <a:pt x="10653" y="15201"/>
                  <a:pt x="10731" y="15259"/>
                </a:cubicBezTo>
                <a:cubicBezTo>
                  <a:pt x="10739" y="15263"/>
                  <a:pt x="10749" y="15265"/>
                  <a:pt x="10760" y="15265"/>
                </a:cubicBezTo>
                <a:cubicBezTo>
                  <a:pt x="10825" y="15265"/>
                  <a:pt x="10926" y="15198"/>
                  <a:pt x="11004" y="15198"/>
                </a:cubicBezTo>
                <a:cubicBezTo>
                  <a:pt x="11069" y="15198"/>
                  <a:pt x="11119" y="15276"/>
                  <a:pt x="11175" y="15276"/>
                </a:cubicBezTo>
                <a:cubicBezTo>
                  <a:pt x="11198" y="15276"/>
                  <a:pt x="11221" y="15263"/>
                  <a:pt x="11247" y="15228"/>
                </a:cubicBezTo>
                <a:lnTo>
                  <a:pt x="11338" y="15137"/>
                </a:lnTo>
                <a:cubicBezTo>
                  <a:pt x="11460" y="15198"/>
                  <a:pt x="11582" y="15259"/>
                  <a:pt x="11703" y="15320"/>
                </a:cubicBezTo>
                <a:lnTo>
                  <a:pt x="11825" y="15259"/>
                </a:lnTo>
                <a:lnTo>
                  <a:pt x="11916" y="15198"/>
                </a:lnTo>
                <a:cubicBezTo>
                  <a:pt x="12098" y="15198"/>
                  <a:pt x="12281" y="15168"/>
                  <a:pt x="12463" y="15107"/>
                </a:cubicBezTo>
                <a:lnTo>
                  <a:pt x="12554" y="15198"/>
                </a:lnTo>
                <a:lnTo>
                  <a:pt x="12676" y="15289"/>
                </a:lnTo>
                <a:cubicBezTo>
                  <a:pt x="12716" y="15269"/>
                  <a:pt x="12770" y="15262"/>
                  <a:pt x="12828" y="15262"/>
                </a:cubicBezTo>
                <a:cubicBezTo>
                  <a:pt x="12943" y="15262"/>
                  <a:pt x="13071" y="15289"/>
                  <a:pt x="13132" y="15289"/>
                </a:cubicBezTo>
                <a:cubicBezTo>
                  <a:pt x="13284" y="15228"/>
                  <a:pt x="13466" y="15198"/>
                  <a:pt x="13618" y="15198"/>
                </a:cubicBezTo>
                <a:lnTo>
                  <a:pt x="14013" y="15198"/>
                </a:lnTo>
                <a:cubicBezTo>
                  <a:pt x="14030" y="15204"/>
                  <a:pt x="14047" y="15206"/>
                  <a:pt x="14063" y="15206"/>
                </a:cubicBezTo>
                <a:cubicBezTo>
                  <a:pt x="14137" y="15206"/>
                  <a:pt x="14207" y="15157"/>
                  <a:pt x="14256" y="15107"/>
                </a:cubicBezTo>
                <a:lnTo>
                  <a:pt x="14378" y="15228"/>
                </a:lnTo>
                <a:lnTo>
                  <a:pt x="14408" y="15228"/>
                </a:lnTo>
                <a:cubicBezTo>
                  <a:pt x="14484" y="15191"/>
                  <a:pt x="14570" y="15165"/>
                  <a:pt x="14640" y="15165"/>
                </a:cubicBezTo>
                <a:cubicBezTo>
                  <a:pt x="14683" y="15165"/>
                  <a:pt x="14720" y="15175"/>
                  <a:pt x="14743" y="15198"/>
                </a:cubicBezTo>
                <a:lnTo>
                  <a:pt x="14773" y="15259"/>
                </a:lnTo>
                <a:cubicBezTo>
                  <a:pt x="14773" y="15274"/>
                  <a:pt x="14781" y="15282"/>
                  <a:pt x="14792" y="15282"/>
                </a:cubicBezTo>
                <a:cubicBezTo>
                  <a:pt x="14804" y="15282"/>
                  <a:pt x="14819" y="15274"/>
                  <a:pt x="14834" y="15259"/>
                </a:cubicBezTo>
                <a:lnTo>
                  <a:pt x="14864" y="15259"/>
                </a:lnTo>
                <a:lnTo>
                  <a:pt x="14864" y="15228"/>
                </a:lnTo>
                <a:cubicBezTo>
                  <a:pt x="14956" y="15213"/>
                  <a:pt x="15039" y="15206"/>
                  <a:pt x="15123" y="15206"/>
                </a:cubicBezTo>
                <a:cubicBezTo>
                  <a:pt x="15206" y="15206"/>
                  <a:pt x="15290" y="15213"/>
                  <a:pt x="15381" y="15228"/>
                </a:cubicBezTo>
                <a:cubicBezTo>
                  <a:pt x="15503" y="15198"/>
                  <a:pt x="15624" y="15107"/>
                  <a:pt x="15685" y="14985"/>
                </a:cubicBezTo>
                <a:cubicBezTo>
                  <a:pt x="15707" y="14964"/>
                  <a:pt x="15743" y="14942"/>
                  <a:pt x="15784" y="14942"/>
                </a:cubicBezTo>
                <a:cubicBezTo>
                  <a:pt x="15801" y="14942"/>
                  <a:pt x="15819" y="14946"/>
                  <a:pt x="15837" y="14955"/>
                </a:cubicBezTo>
                <a:lnTo>
                  <a:pt x="15867" y="14955"/>
                </a:lnTo>
                <a:lnTo>
                  <a:pt x="15989" y="15046"/>
                </a:lnTo>
                <a:cubicBezTo>
                  <a:pt x="16080" y="15016"/>
                  <a:pt x="16202" y="15016"/>
                  <a:pt x="16293" y="15016"/>
                </a:cubicBezTo>
                <a:lnTo>
                  <a:pt x="16658" y="15137"/>
                </a:lnTo>
                <a:lnTo>
                  <a:pt x="16810" y="15046"/>
                </a:lnTo>
                <a:cubicBezTo>
                  <a:pt x="16830" y="15036"/>
                  <a:pt x="16850" y="15033"/>
                  <a:pt x="16871" y="15033"/>
                </a:cubicBezTo>
                <a:cubicBezTo>
                  <a:pt x="16911" y="15033"/>
                  <a:pt x="16952" y="15046"/>
                  <a:pt x="16992" y="15046"/>
                </a:cubicBezTo>
                <a:lnTo>
                  <a:pt x="17053" y="15046"/>
                </a:lnTo>
                <a:cubicBezTo>
                  <a:pt x="17056" y="15049"/>
                  <a:pt x="17063" y="15051"/>
                  <a:pt x="17074" y="15051"/>
                </a:cubicBezTo>
                <a:cubicBezTo>
                  <a:pt x="17155" y="15051"/>
                  <a:pt x="17435" y="14955"/>
                  <a:pt x="17570" y="14955"/>
                </a:cubicBezTo>
                <a:cubicBezTo>
                  <a:pt x="17592" y="14963"/>
                  <a:pt x="17617" y="14966"/>
                  <a:pt x="17643" y="14966"/>
                </a:cubicBezTo>
                <a:cubicBezTo>
                  <a:pt x="17720" y="14966"/>
                  <a:pt x="17805" y="14932"/>
                  <a:pt x="17874" y="14864"/>
                </a:cubicBezTo>
                <a:lnTo>
                  <a:pt x="17934" y="14955"/>
                </a:lnTo>
                <a:cubicBezTo>
                  <a:pt x="17934" y="14985"/>
                  <a:pt x="17874" y="15077"/>
                  <a:pt x="17843" y="15077"/>
                </a:cubicBezTo>
                <a:cubicBezTo>
                  <a:pt x="17722" y="15107"/>
                  <a:pt x="17691" y="15168"/>
                  <a:pt x="17752" y="15228"/>
                </a:cubicBezTo>
                <a:cubicBezTo>
                  <a:pt x="17764" y="15252"/>
                  <a:pt x="17806" y="15262"/>
                  <a:pt x="17855" y="15262"/>
                </a:cubicBezTo>
                <a:cubicBezTo>
                  <a:pt x="17933" y="15262"/>
                  <a:pt x="18026" y="15236"/>
                  <a:pt x="18026" y="15198"/>
                </a:cubicBezTo>
                <a:lnTo>
                  <a:pt x="18026" y="14955"/>
                </a:lnTo>
                <a:cubicBezTo>
                  <a:pt x="18050" y="14951"/>
                  <a:pt x="18073" y="14949"/>
                  <a:pt x="18097" y="14949"/>
                </a:cubicBezTo>
                <a:cubicBezTo>
                  <a:pt x="18255" y="14949"/>
                  <a:pt x="18410" y="15032"/>
                  <a:pt x="18542" y="15137"/>
                </a:cubicBezTo>
                <a:cubicBezTo>
                  <a:pt x="18573" y="15198"/>
                  <a:pt x="18664" y="15228"/>
                  <a:pt x="18694" y="15228"/>
                </a:cubicBezTo>
                <a:cubicBezTo>
                  <a:pt x="18725" y="15198"/>
                  <a:pt x="18725" y="15168"/>
                  <a:pt x="18694" y="15107"/>
                </a:cubicBezTo>
                <a:cubicBezTo>
                  <a:pt x="18755" y="15046"/>
                  <a:pt x="18846" y="15046"/>
                  <a:pt x="18907" y="15016"/>
                </a:cubicBezTo>
                <a:lnTo>
                  <a:pt x="18937" y="14985"/>
                </a:lnTo>
                <a:cubicBezTo>
                  <a:pt x="18919" y="14931"/>
                  <a:pt x="18978" y="14920"/>
                  <a:pt x="19040" y="14920"/>
                </a:cubicBezTo>
                <a:cubicBezTo>
                  <a:pt x="19082" y="14920"/>
                  <a:pt x="19126" y="14925"/>
                  <a:pt x="19150" y="14925"/>
                </a:cubicBezTo>
                <a:cubicBezTo>
                  <a:pt x="19211" y="14955"/>
                  <a:pt x="19424" y="15107"/>
                  <a:pt x="19545" y="15137"/>
                </a:cubicBezTo>
                <a:cubicBezTo>
                  <a:pt x="19574" y="15144"/>
                  <a:pt x="19603" y="15148"/>
                  <a:pt x="19631" y="15148"/>
                </a:cubicBezTo>
                <a:cubicBezTo>
                  <a:pt x="19721" y="15148"/>
                  <a:pt x="19803" y="15109"/>
                  <a:pt x="19849" y="15016"/>
                </a:cubicBezTo>
                <a:lnTo>
                  <a:pt x="19910" y="14955"/>
                </a:lnTo>
                <a:lnTo>
                  <a:pt x="19940" y="14925"/>
                </a:lnTo>
                <a:lnTo>
                  <a:pt x="20244" y="14742"/>
                </a:lnTo>
                <a:lnTo>
                  <a:pt x="20336" y="14833"/>
                </a:lnTo>
                <a:lnTo>
                  <a:pt x="20396" y="14925"/>
                </a:lnTo>
                <a:cubicBezTo>
                  <a:pt x="20518" y="14985"/>
                  <a:pt x="20609" y="15046"/>
                  <a:pt x="20731" y="15107"/>
                </a:cubicBezTo>
                <a:lnTo>
                  <a:pt x="20792" y="15046"/>
                </a:lnTo>
                <a:lnTo>
                  <a:pt x="20883" y="15016"/>
                </a:lnTo>
                <a:cubicBezTo>
                  <a:pt x="20903" y="14996"/>
                  <a:pt x="20928" y="14987"/>
                  <a:pt x="20954" y="14987"/>
                </a:cubicBezTo>
                <a:cubicBezTo>
                  <a:pt x="21049" y="14987"/>
                  <a:pt x="21170" y="15090"/>
                  <a:pt x="21217" y="15137"/>
                </a:cubicBezTo>
                <a:cubicBezTo>
                  <a:pt x="21232" y="15168"/>
                  <a:pt x="21270" y="15183"/>
                  <a:pt x="21308" y="15183"/>
                </a:cubicBezTo>
                <a:cubicBezTo>
                  <a:pt x="21346" y="15183"/>
                  <a:pt x="21384" y="15168"/>
                  <a:pt x="21399" y="15137"/>
                </a:cubicBezTo>
                <a:cubicBezTo>
                  <a:pt x="21420" y="15127"/>
                  <a:pt x="21443" y="15124"/>
                  <a:pt x="21467" y="15124"/>
                </a:cubicBezTo>
                <a:cubicBezTo>
                  <a:pt x="21514" y="15124"/>
                  <a:pt x="21562" y="15137"/>
                  <a:pt x="21582" y="15137"/>
                </a:cubicBezTo>
                <a:cubicBezTo>
                  <a:pt x="21643" y="15107"/>
                  <a:pt x="21703" y="15107"/>
                  <a:pt x="21734" y="15077"/>
                </a:cubicBezTo>
                <a:lnTo>
                  <a:pt x="21886" y="15077"/>
                </a:lnTo>
                <a:cubicBezTo>
                  <a:pt x="21947" y="15077"/>
                  <a:pt x="22007" y="15046"/>
                  <a:pt x="22038" y="14985"/>
                </a:cubicBezTo>
                <a:cubicBezTo>
                  <a:pt x="21977" y="14894"/>
                  <a:pt x="21947" y="14833"/>
                  <a:pt x="21886" y="14742"/>
                </a:cubicBezTo>
                <a:lnTo>
                  <a:pt x="21582" y="14742"/>
                </a:lnTo>
                <a:cubicBezTo>
                  <a:pt x="21673" y="14681"/>
                  <a:pt x="21764" y="14621"/>
                  <a:pt x="21825" y="14560"/>
                </a:cubicBezTo>
                <a:cubicBezTo>
                  <a:pt x="21828" y="14556"/>
                  <a:pt x="21833" y="14555"/>
                  <a:pt x="21838" y="14555"/>
                </a:cubicBezTo>
                <a:cubicBezTo>
                  <a:pt x="21881" y="14555"/>
                  <a:pt x="21980" y="14654"/>
                  <a:pt x="22007" y="14681"/>
                </a:cubicBezTo>
                <a:cubicBezTo>
                  <a:pt x="22068" y="14742"/>
                  <a:pt x="22129" y="14833"/>
                  <a:pt x="22159" y="14894"/>
                </a:cubicBezTo>
                <a:cubicBezTo>
                  <a:pt x="22159" y="14955"/>
                  <a:pt x="22190" y="14985"/>
                  <a:pt x="22251" y="15016"/>
                </a:cubicBezTo>
                <a:cubicBezTo>
                  <a:pt x="22281" y="15016"/>
                  <a:pt x="22342" y="14955"/>
                  <a:pt x="22403" y="14864"/>
                </a:cubicBezTo>
                <a:lnTo>
                  <a:pt x="22494" y="14773"/>
                </a:lnTo>
                <a:lnTo>
                  <a:pt x="22646" y="14773"/>
                </a:lnTo>
                <a:cubicBezTo>
                  <a:pt x="22646" y="14833"/>
                  <a:pt x="22646" y="14894"/>
                  <a:pt x="22615" y="14955"/>
                </a:cubicBezTo>
                <a:cubicBezTo>
                  <a:pt x="22494" y="15016"/>
                  <a:pt x="22372" y="15077"/>
                  <a:pt x="22251" y="15107"/>
                </a:cubicBezTo>
                <a:cubicBezTo>
                  <a:pt x="22159" y="15168"/>
                  <a:pt x="21825" y="15259"/>
                  <a:pt x="21855" y="15320"/>
                </a:cubicBezTo>
                <a:cubicBezTo>
                  <a:pt x="21883" y="15361"/>
                  <a:pt x="21947" y="15377"/>
                  <a:pt x="22013" y="15377"/>
                </a:cubicBezTo>
                <a:cubicBezTo>
                  <a:pt x="22092" y="15377"/>
                  <a:pt x="22173" y="15353"/>
                  <a:pt x="22190" y="15320"/>
                </a:cubicBezTo>
                <a:cubicBezTo>
                  <a:pt x="22220" y="15289"/>
                  <a:pt x="22372" y="15168"/>
                  <a:pt x="22433" y="15168"/>
                </a:cubicBezTo>
                <a:cubicBezTo>
                  <a:pt x="22436" y="15169"/>
                  <a:pt x="22441" y="15170"/>
                  <a:pt x="22446" y="15170"/>
                </a:cubicBezTo>
                <a:cubicBezTo>
                  <a:pt x="22532" y="15170"/>
                  <a:pt x="22833" y="14948"/>
                  <a:pt x="22919" y="14833"/>
                </a:cubicBezTo>
                <a:cubicBezTo>
                  <a:pt x="22937" y="14810"/>
                  <a:pt x="22950" y="14800"/>
                  <a:pt x="22959" y="14800"/>
                </a:cubicBezTo>
                <a:cubicBezTo>
                  <a:pt x="22998" y="14800"/>
                  <a:pt x="22968" y="14978"/>
                  <a:pt x="22919" y="15077"/>
                </a:cubicBezTo>
                <a:cubicBezTo>
                  <a:pt x="22889" y="15168"/>
                  <a:pt x="22889" y="15259"/>
                  <a:pt x="22919" y="15350"/>
                </a:cubicBezTo>
                <a:cubicBezTo>
                  <a:pt x="22934" y="15350"/>
                  <a:pt x="23003" y="15358"/>
                  <a:pt x="23067" y="15358"/>
                </a:cubicBezTo>
                <a:cubicBezTo>
                  <a:pt x="23132" y="15358"/>
                  <a:pt x="23193" y="15350"/>
                  <a:pt x="23193" y="15320"/>
                </a:cubicBezTo>
                <a:cubicBezTo>
                  <a:pt x="23223" y="15259"/>
                  <a:pt x="23284" y="15077"/>
                  <a:pt x="23345" y="15046"/>
                </a:cubicBezTo>
                <a:cubicBezTo>
                  <a:pt x="23406" y="15046"/>
                  <a:pt x="23466" y="15168"/>
                  <a:pt x="23466" y="15228"/>
                </a:cubicBezTo>
                <a:cubicBezTo>
                  <a:pt x="23466" y="15259"/>
                  <a:pt x="23558" y="15350"/>
                  <a:pt x="23710" y="15411"/>
                </a:cubicBezTo>
                <a:lnTo>
                  <a:pt x="23801" y="15411"/>
                </a:lnTo>
                <a:cubicBezTo>
                  <a:pt x="23831" y="15411"/>
                  <a:pt x="23862" y="15411"/>
                  <a:pt x="23862" y="15380"/>
                </a:cubicBezTo>
                <a:cubicBezTo>
                  <a:pt x="23801" y="15289"/>
                  <a:pt x="23740" y="15259"/>
                  <a:pt x="23649" y="15198"/>
                </a:cubicBezTo>
                <a:cubicBezTo>
                  <a:pt x="23588" y="15168"/>
                  <a:pt x="23710" y="15168"/>
                  <a:pt x="23740" y="15168"/>
                </a:cubicBezTo>
                <a:cubicBezTo>
                  <a:pt x="23862" y="15168"/>
                  <a:pt x="23953" y="15198"/>
                  <a:pt x="24044" y="15198"/>
                </a:cubicBezTo>
                <a:cubicBezTo>
                  <a:pt x="24105" y="15198"/>
                  <a:pt x="24196" y="15350"/>
                  <a:pt x="24196" y="15411"/>
                </a:cubicBezTo>
                <a:cubicBezTo>
                  <a:pt x="24199" y="15416"/>
                  <a:pt x="24202" y="15419"/>
                  <a:pt x="24206" y="15419"/>
                </a:cubicBezTo>
                <a:cubicBezTo>
                  <a:pt x="24248" y="15419"/>
                  <a:pt x="24356" y="15160"/>
                  <a:pt x="24439" y="15077"/>
                </a:cubicBezTo>
                <a:cubicBezTo>
                  <a:pt x="24530" y="15016"/>
                  <a:pt x="24591" y="14955"/>
                  <a:pt x="24652" y="14894"/>
                </a:cubicBezTo>
                <a:cubicBezTo>
                  <a:pt x="24682" y="14864"/>
                  <a:pt x="24804" y="14773"/>
                  <a:pt x="24865" y="14773"/>
                </a:cubicBezTo>
                <a:cubicBezTo>
                  <a:pt x="24925" y="14773"/>
                  <a:pt x="24956" y="14833"/>
                  <a:pt x="24986" y="14894"/>
                </a:cubicBezTo>
                <a:cubicBezTo>
                  <a:pt x="24986" y="14898"/>
                  <a:pt x="24987" y="14900"/>
                  <a:pt x="24989" y="14900"/>
                </a:cubicBezTo>
                <a:cubicBezTo>
                  <a:pt x="25002" y="14900"/>
                  <a:pt x="25055" y="14814"/>
                  <a:pt x="25108" y="14681"/>
                </a:cubicBezTo>
                <a:lnTo>
                  <a:pt x="25351" y="14833"/>
                </a:lnTo>
                <a:lnTo>
                  <a:pt x="25442" y="14894"/>
                </a:lnTo>
                <a:cubicBezTo>
                  <a:pt x="25459" y="14891"/>
                  <a:pt x="25474" y="14890"/>
                  <a:pt x="25487" y="14890"/>
                </a:cubicBezTo>
                <a:cubicBezTo>
                  <a:pt x="25624" y="14890"/>
                  <a:pt x="25622" y="15016"/>
                  <a:pt x="25594" y="15016"/>
                </a:cubicBezTo>
                <a:lnTo>
                  <a:pt x="25199" y="14925"/>
                </a:lnTo>
                <a:lnTo>
                  <a:pt x="25138" y="15107"/>
                </a:lnTo>
                <a:cubicBezTo>
                  <a:pt x="25047" y="15107"/>
                  <a:pt x="25229" y="15168"/>
                  <a:pt x="25503" y="15228"/>
                </a:cubicBezTo>
                <a:lnTo>
                  <a:pt x="25685" y="15137"/>
                </a:lnTo>
                <a:lnTo>
                  <a:pt x="25959" y="15016"/>
                </a:lnTo>
                <a:cubicBezTo>
                  <a:pt x="26111" y="15077"/>
                  <a:pt x="26232" y="15228"/>
                  <a:pt x="26263" y="15380"/>
                </a:cubicBezTo>
                <a:cubicBezTo>
                  <a:pt x="26248" y="15396"/>
                  <a:pt x="26278" y="15403"/>
                  <a:pt x="26331" y="15403"/>
                </a:cubicBezTo>
                <a:cubicBezTo>
                  <a:pt x="26384" y="15403"/>
                  <a:pt x="26460" y="15396"/>
                  <a:pt x="26536" y="15380"/>
                </a:cubicBezTo>
                <a:lnTo>
                  <a:pt x="26749" y="15472"/>
                </a:lnTo>
                <a:lnTo>
                  <a:pt x="26840" y="15532"/>
                </a:lnTo>
                <a:cubicBezTo>
                  <a:pt x="27083" y="15502"/>
                  <a:pt x="27205" y="15380"/>
                  <a:pt x="27205" y="15380"/>
                </a:cubicBezTo>
                <a:cubicBezTo>
                  <a:pt x="27175" y="15350"/>
                  <a:pt x="27205" y="15320"/>
                  <a:pt x="27235" y="15320"/>
                </a:cubicBezTo>
                <a:lnTo>
                  <a:pt x="27296" y="15320"/>
                </a:lnTo>
                <a:cubicBezTo>
                  <a:pt x="27324" y="15320"/>
                  <a:pt x="27628" y="15445"/>
                  <a:pt x="27729" y="15445"/>
                </a:cubicBezTo>
                <a:cubicBezTo>
                  <a:pt x="27739" y="15445"/>
                  <a:pt x="27747" y="15444"/>
                  <a:pt x="27752" y="15441"/>
                </a:cubicBezTo>
                <a:cubicBezTo>
                  <a:pt x="27843" y="15380"/>
                  <a:pt x="27935" y="15350"/>
                  <a:pt x="27995" y="15289"/>
                </a:cubicBezTo>
                <a:lnTo>
                  <a:pt x="28087" y="15380"/>
                </a:lnTo>
                <a:lnTo>
                  <a:pt x="28269" y="15532"/>
                </a:lnTo>
                <a:cubicBezTo>
                  <a:pt x="28482" y="15411"/>
                  <a:pt x="28542" y="15228"/>
                  <a:pt x="28482" y="15228"/>
                </a:cubicBezTo>
                <a:cubicBezTo>
                  <a:pt x="28474" y="15220"/>
                  <a:pt x="28481" y="15217"/>
                  <a:pt x="28496" y="15217"/>
                </a:cubicBezTo>
                <a:cubicBezTo>
                  <a:pt x="28538" y="15217"/>
                  <a:pt x="28642" y="15245"/>
                  <a:pt x="28664" y="15289"/>
                </a:cubicBezTo>
                <a:cubicBezTo>
                  <a:pt x="28694" y="15350"/>
                  <a:pt x="28725" y="15411"/>
                  <a:pt x="28755" y="15472"/>
                </a:cubicBezTo>
                <a:lnTo>
                  <a:pt x="28786" y="15472"/>
                </a:lnTo>
                <a:cubicBezTo>
                  <a:pt x="28846" y="15472"/>
                  <a:pt x="28877" y="15441"/>
                  <a:pt x="28907" y="15411"/>
                </a:cubicBezTo>
                <a:lnTo>
                  <a:pt x="28968" y="15350"/>
                </a:lnTo>
                <a:cubicBezTo>
                  <a:pt x="28998" y="15320"/>
                  <a:pt x="29044" y="15304"/>
                  <a:pt x="29090" y="15304"/>
                </a:cubicBezTo>
                <a:cubicBezTo>
                  <a:pt x="29135" y="15304"/>
                  <a:pt x="29181" y="15320"/>
                  <a:pt x="29211" y="15350"/>
                </a:cubicBezTo>
                <a:cubicBezTo>
                  <a:pt x="29226" y="15380"/>
                  <a:pt x="29242" y="15396"/>
                  <a:pt x="29257" y="15396"/>
                </a:cubicBezTo>
                <a:cubicBezTo>
                  <a:pt x="29272" y="15396"/>
                  <a:pt x="29287" y="15380"/>
                  <a:pt x="29302" y="15350"/>
                </a:cubicBezTo>
                <a:lnTo>
                  <a:pt x="29302" y="15320"/>
                </a:lnTo>
                <a:cubicBezTo>
                  <a:pt x="29333" y="15289"/>
                  <a:pt x="29272" y="15168"/>
                  <a:pt x="29394" y="15168"/>
                </a:cubicBezTo>
                <a:cubicBezTo>
                  <a:pt x="29515" y="15168"/>
                  <a:pt x="29515" y="15228"/>
                  <a:pt x="29515" y="15320"/>
                </a:cubicBezTo>
                <a:lnTo>
                  <a:pt x="29515" y="15380"/>
                </a:lnTo>
                <a:cubicBezTo>
                  <a:pt x="29515" y="15441"/>
                  <a:pt x="29606" y="15502"/>
                  <a:pt x="29697" y="15502"/>
                </a:cubicBezTo>
                <a:lnTo>
                  <a:pt x="29758" y="15502"/>
                </a:lnTo>
                <a:cubicBezTo>
                  <a:pt x="29880" y="15502"/>
                  <a:pt x="30001" y="15441"/>
                  <a:pt x="30123" y="15411"/>
                </a:cubicBezTo>
                <a:lnTo>
                  <a:pt x="30336" y="15259"/>
                </a:lnTo>
                <a:cubicBezTo>
                  <a:pt x="30336" y="15350"/>
                  <a:pt x="30366" y="15441"/>
                  <a:pt x="30397" y="15502"/>
                </a:cubicBezTo>
                <a:cubicBezTo>
                  <a:pt x="30397" y="15502"/>
                  <a:pt x="30609" y="15502"/>
                  <a:pt x="30609" y="15472"/>
                </a:cubicBezTo>
                <a:cubicBezTo>
                  <a:pt x="30609" y="15441"/>
                  <a:pt x="30647" y="15426"/>
                  <a:pt x="30689" y="15426"/>
                </a:cubicBezTo>
                <a:cubicBezTo>
                  <a:pt x="30731" y="15426"/>
                  <a:pt x="30777" y="15441"/>
                  <a:pt x="30792" y="15472"/>
                </a:cubicBezTo>
                <a:cubicBezTo>
                  <a:pt x="31005" y="15532"/>
                  <a:pt x="31187" y="15563"/>
                  <a:pt x="31400" y="15593"/>
                </a:cubicBezTo>
                <a:cubicBezTo>
                  <a:pt x="31521" y="15593"/>
                  <a:pt x="31643" y="15593"/>
                  <a:pt x="31734" y="15563"/>
                </a:cubicBezTo>
                <a:lnTo>
                  <a:pt x="31764" y="15502"/>
                </a:lnTo>
                <a:lnTo>
                  <a:pt x="31795" y="15502"/>
                </a:lnTo>
                <a:cubicBezTo>
                  <a:pt x="31798" y="15499"/>
                  <a:pt x="31803" y="15498"/>
                  <a:pt x="31810" y="15498"/>
                </a:cubicBezTo>
                <a:cubicBezTo>
                  <a:pt x="31879" y="15498"/>
                  <a:pt x="32140" y="15624"/>
                  <a:pt x="32251" y="15624"/>
                </a:cubicBezTo>
                <a:cubicBezTo>
                  <a:pt x="32261" y="15626"/>
                  <a:pt x="32271" y="15627"/>
                  <a:pt x="32280" y="15627"/>
                </a:cubicBezTo>
                <a:cubicBezTo>
                  <a:pt x="32418" y="15627"/>
                  <a:pt x="32524" y="15437"/>
                  <a:pt x="32524" y="15380"/>
                </a:cubicBezTo>
                <a:cubicBezTo>
                  <a:pt x="32524" y="15375"/>
                  <a:pt x="32527" y="15373"/>
                  <a:pt x="32532" y="15373"/>
                </a:cubicBezTo>
                <a:cubicBezTo>
                  <a:pt x="32557" y="15373"/>
                  <a:pt x="32642" y="15432"/>
                  <a:pt x="32767" y="15532"/>
                </a:cubicBezTo>
                <a:lnTo>
                  <a:pt x="33011" y="15532"/>
                </a:lnTo>
                <a:cubicBezTo>
                  <a:pt x="33071" y="15563"/>
                  <a:pt x="33163" y="15563"/>
                  <a:pt x="33223" y="15593"/>
                </a:cubicBezTo>
                <a:lnTo>
                  <a:pt x="33345" y="15624"/>
                </a:lnTo>
                <a:cubicBezTo>
                  <a:pt x="33497" y="15593"/>
                  <a:pt x="33527" y="15532"/>
                  <a:pt x="33497" y="15532"/>
                </a:cubicBezTo>
                <a:cubicBezTo>
                  <a:pt x="33467" y="15532"/>
                  <a:pt x="33527" y="15441"/>
                  <a:pt x="33649" y="15350"/>
                </a:cubicBezTo>
                <a:lnTo>
                  <a:pt x="33771" y="15320"/>
                </a:lnTo>
                <a:cubicBezTo>
                  <a:pt x="33816" y="15289"/>
                  <a:pt x="33854" y="15274"/>
                  <a:pt x="33892" y="15274"/>
                </a:cubicBezTo>
                <a:cubicBezTo>
                  <a:pt x="33930" y="15274"/>
                  <a:pt x="33968" y="15289"/>
                  <a:pt x="34014" y="15320"/>
                </a:cubicBezTo>
                <a:cubicBezTo>
                  <a:pt x="34074" y="15380"/>
                  <a:pt x="34014" y="15502"/>
                  <a:pt x="34135" y="15593"/>
                </a:cubicBezTo>
                <a:cubicBezTo>
                  <a:pt x="34161" y="15608"/>
                  <a:pt x="34184" y="15614"/>
                  <a:pt x="34206" y="15614"/>
                </a:cubicBezTo>
                <a:cubicBezTo>
                  <a:pt x="34284" y="15614"/>
                  <a:pt x="34345" y="15542"/>
                  <a:pt x="34400" y="15542"/>
                </a:cubicBezTo>
                <a:cubicBezTo>
                  <a:pt x="34424" y="15542"/>
                  <a:pt x="34447" y="15555"/>
                  <a:pt x="34470" y="15593"/>
                </a:cubicBezTo>
                <a:lnTo>
                  <a:pt x="34561" y="15684"/>
                </a:lnTo>
                <a:cubicBezTo>
                  <a:pt x="34682" y="15654"/>
                  <a:pt x="34804" y="15654"/>
                  <a:pt x="34926" y="15654"/>
                </a:cubicBezTo>
                <a:lnTo>
                  <a:pt x="34986" y="15654"/>
                </a:lnTo>
                <a:cubicBezTo>
                  <a:pt x="35017" y="15654"/>
                  <a:pt x="35017" y="15624"/>
                  <a:pt x="35078" y="15624"/>
                </a:cubicBezTo>
                <a:lnTo>
                  <a:pt x="35260" y="15624"/>
                </a:lnTo>
                <a:cubicBezTo>
                  <a:pt x="35301" y="15664"/>
                  <a:pt x="35335" y="15679"/>
                  <a:pt x="35365" y="15679"/>
                </a:cubicBezTo>
                <a:cubicBezTo>
                  <a:pt x="35441" y="15679"/>
                  <a:pt x="35495" y="15590"/>
                  <a:pt x="35570" y="15590"/>
                </a:cubicBezTo>
                <a:cubicBezTo>
                  <a:pt x="35578" y="15590"/>
                  <a:pt x="35586" y="15591"/>
                  <a:pt x="35594" y="15593"/>
                </a:cubicBezTo>
                <a:lnTo>
                  <a:pt x="35716" y="15654"/>
                </a:lnTo>
                <a:cubicBezTo>
                  <a:pt x="35868" y="15654"/>
                  <a:pt x="35989" y="15624"/>
                  <a:pt x="36111" y="15593"/>
                </a:cubicBezTo>
                <a:lnTo>
                  <a:pt x="36141" y="15593"/>
                </a:lnTo>
                <a:lnTo>
                  <a:pt x="36324" y="15745"/>
                </a:lnTo>
                <a:cubicBezTo>
                  <a:pt x="36567" y="15745"/>
                  <a:pt x="36810" y="15684"/>
                  <a:pt x="37053" y="15624"/>
                </a:cubicBezTo>
                <a:cubicBezTo>
                  <a:pt x="37053" y="15602"/>
                  <a:pt x="37061" y="15592"/>
                  <a:pt x="37073" y="15592"/>
                </a:cubicBezTo>
                <a:cubicBezTo>
                  <a:pt x="37096" y="15592"/>
                  <a:pt x="37136" y="15626"/>
                  <a:pt x="37175" y="15684"/>
                </a:cubicBezTo>
                <a:lnTo>
                  <a:pt x="37296" y="15684"/>
                </a:lnTo>
                <a:lnTo>
                  <a:pt x="37540" y="15624"/>
                </a:lnTo>
                <a:lnTo>
                  <a:pt x="38178" y="15624"/>
                </a:lnTo>
                <a:cubicBezTo>
                  <a:pt x="38208" y="15624"/>
                  <a:pt x="38421" y="15654"/>
                  <a:pt x="38664" y="15715"/>
                </a:cubicBezTo>
                <a:lnTo>
                  <a:pt x="39090" y="15654"/>
                </a:lnTo>
                <a:cubicBezTo>
                  <a:pt x="39090" y="15624"/>
                  <a:pt x="39151" y="15624"/>
                  <a:pt x="39151" y="15624"/>
                </a:cubicBezTo>
                <a:lnTo>
                  <a:pt x="39272" y="15745"/>
                </a:lnTo>
                <a:cubicBezTo>
                  <a:pt x="39515" y="15715"/>
                  <a:pt x="39728" y="15715"/>
                  <a:pt x="39941" y="15715"/>
                </a:cubicBezTo>
                <a:cubicBezTo>
                  <a:pt x="40070" y="15736"/>
                  <a:pt x="40184" y="15758"/>
                  <a:pt x="40293" y="15758"/>
                </a:cubicBezTo>
                <a:cubicBezTo>
                  <a:pt x="40338" y="15758"/>
                  <a:pt x="40383" y="15754"/>
                  <a:pt x="40427" y="15745"/>
                </a:cubicBezTo>
                <a:cubicBezTo>
                  <a:pt x="40518" y="15715"/>
                  <a:pt x="40610" y="15715"/>
                  <a:pt x="40670" y="15715"/>
                </a:cubicBezTo>
                <a:lnTo>
                  <a:pt x="40731" y="15715"/>
                </a:lnTo>
                <a:cubicBezTo>
                  <a:pt x="40796" y="15736"/>
                  <a:pt x="40875" y="15758"/>
                  <a:pt x="40927" y="15758"/>
                </a:cubicBezTo>
                <a:cubicBezTo>
                  <a:pt x="40949" y="15758"/>
                  <a:pt x="40965" y="15754"/>
                  <a:pt x="40974" y="15745"/>
                </a:cubicBezTo>
                <a:cubicBezTo>
                  <a:pt x="41058" y="15695"/>
                  <a:pt x="41151" y="15672"/>
                  <a:pt x="41248" y="15672"/>
                </a:cubicBezTo>
                <a:cubicBezTo>
                  <a:pt x="41327" y="15672"/>
                  <a:pt x="41409" y="15687"/>
                  <a:pt x="41491" y="15715"/>
                </a:cubicBezTo>
                <a:lnTo>
                  <a:pt x="41643" y="15745"/>
                </a:lnTo>
                <a:cubicBezTo>
                  <a:pt x="41765" y="15715"/>
                  <a:pt x="41886" y="15684"/>
                  <a:pt x="42008" y="15684"/>
                </a:cubicBezTo>
                <a:cubicBezTo>
                  <a:pt x="42069" y="15733"/>
                  <a:pt x="42120" y="15757"/>
                  <a:pt x="42161" y="15757"/>
                </a:cubicBezTo>
                <a:cubicBezTo>
                  <a:pt x="42223" y="15757"/>
                  <a:pt x="42263" y="15703"/>
                  <a:pt x="42281" y="15593"/>
                </a:cubicBezTo>
                <a:lnTo>
                  <a:pt x="42433" y="15593"/>
                </a:lnTo>
                <a:cubicBezTo>
                  <a:pt x="42494" y="15654"/>
                  <a:pt x="42798" y="15715"/>
                  <a:pt x="42889" y="15745"/>
                </a:cubicBezTo>
                <a:lnTo>
                  <a:pt x="43072" y="15806"/>
                </a:lnTo>
                <a:cubicBezTo>
                  <a:pt x="43315" y="15745"/>
                  <a:pt x="43588" y="15745"/>
                  <a:pt x="43831" y="15745"/>
                </a:cubicBezTo>
                <a:lnTo>
                  <a:pt x="44318" y="15745"/>
                </a:lnTo>
                <a:cubicBezTo>
                  <a:pt x="44455" y="15760"/>
                  <a:pt x="44591" y="15768"/>
                  <a:pt x="44728" y="15768"/>
                </a:cubicBezTo>
                <a:cubicBezTo>
                  <a:pt x="44865" y="15768"/>
                  <a:pt x="45002" y="15760"/>
                  <a:pt x="45139" y="15745"/>
                </a:cubicBezTo>
                <a:cubicBezTo>
                  <a:pt x="45149" y="15724"/>
                  <a:pt x="45179" y="15714"/>
                  <a:pt x="45223" y="15714"/>
                </a:cubicBezTo>
                <a:cubicBezTo>
                  <a:pt x="45302" y="15714"/>
                  <a:pt x="45427" y="15747"/>
                  <a:pt x="45564" y="15806"/>
                </a:cubicBezTo>
                <a:lnTo>
                  <a:pt x="45777" y="15745"/>
                </a:lnTo>
                <a:cubicBezTo>
                  <a:pt x="45830" y="15736"/>
                  <a:pt x="45884" y="15733"/>
                  <a:pt x="45936" y="15733"/>
                </a:cubicBezTo>
                <a:cubicBezTo>
                  <a:pt x="46063" y="15733"/>
                  <a:pt x="46186" y="15754"/>
                  <a:pt x="46294" y="15776"/>
                </a:cubicBezTo>
                <a:lnTo>
                  <a:pt x="46354" y="15776"/>
                </a:lnTo>
                <a:cubicBezTo>
                  <a:pt x="46567" y="15776"/>
                  <a:pt x="46780" y="15715"/>
                  <a:pt x="46993" y="15684"/>
                </a:cubicBezTo>
                <a:lnTo>
                  <a:pt x="47236" y="15776"/>
                </a:lnTo>
                <a:cubicBezTo>
                  <a:pt x="47266" y="15791"/>
                  <a:pt x="47304" y="15798"/>
                  <a:pt x="47346" y="15798"/>
                </a:cubicBezTo>
                <a:cubicBezTo>
                  <a:pt x="47388" y="15798"/>
                  <a:pt x="47433" y="15791"/>
                  <a:pt x="47479" y="15776"/>
                </a:cubicBezTo>
                <a:cubicBezTo>
                  <a:pt x="47540" y="15776"/>
                  <a:pt x="47601" y="15715"/>
                  <a:pt x="47692" y="15715"/>
                </a:cubicBezTo>
                <a:cubicBezTo>
                  <a:pt x="47753" y="15715"/>
                  <a:pt x="47813" y="15776"/>
                  <a:pt x="47905" y="15776"/>
                </a:cubicBezTo>
                <a:lnTo>
                  <a:pt x="47935" y="15776"/>
                </a:lnTo>
                <a:cubicBezTo>
                  <a:pt x="48056" y="15654"/>
                  <a:pt x="48178" y="15593"/>
                  <a:pt x="48330" y="15532"/>
                </a:cubicBezTo>
                <a:cubicBezTo>
                  <a:pt x="48340" y="15529"/>
                  <a:pt x="48348" y="15528"/>
                  <a:pt x="48354" y="15528"/>
                </a:cubicBezTo>
                <a:cubicBezTo>
                  <a:pt x="48402" y="15528"/>
                  <a:pt x="48323" y="15630"/>
                  <a:pt x="48269" y="15684"/>
                </a:cubicBezTo>
                <a:cubicBezTo>
                  <a:pt x="48217" y="15711"/>
                  <a:pt x="48300" y="15782"/>
                  <a:pt x="48362" y="15782"/>
                </a:cubicBezTo>
                <a:cubicBezTo>
                  <a:pt x="48373" y="15782"/>
                  <a:pt x="48382" y="15780"/>
                  <a:pt x="48391" y="15776"/>
                </a:cubicBezTo>
                <a:cubicBezTo>
                  <a:pt x="48396" y="15773"/>
                  <a:pt x="48406" y="15772"/>
                  <a:pt x="48418" y="15772"/>
                </a:cubicBezTo>
                <a:cubicBezTo>
                  <a:pt x="48526" y="15772"/>
                  <a:pt x="48876" y="15871"/>
                  <a:pt x="49086" y="15871"/>
                </a:cubicBezTo>
                <a:cubicBezTo>
                  <a:pt x="49109" y="15871"/>
                  <a:pt x="49131" y="15870"/>
                  <a:pt x="49151" y="15867"/>
                </a:cubicBezTo>
                <a:cubicBezTo>
                  <a:pt x="49272" y="15867"/>
                  <a:pt x="49394" y="15836"/>
                  <a:pt x="49515" y="15836"/>
                </a:cubicBezTo>
                <a:lnTo>
                  <a:pt x="49546" y="15836"/>
                </a:lnTo>
                <a:cubicBezTo>
                  <a:pt x="49637" y="15776"/>
                  <a:pt x="49683" y="15745"/>
                  <a:pt x="49724" y="15745"/>
                </a:cubicBezTo>
                <a:cubicBezTo>
                  <a:pt x="49766" y="15745"/>
                  <a:pt x="49804" y="15776"/>
                  <a:pt x="49880" y="15836"/>
                </a:cubicBezTo>
                <a:lnTo>
                  <a:pt x="49911" y="15867"/>
                </a:lnTo>
                <a:cubicBezTo>
                  <a:pt x="49916" y="15870"/>
                  <a:pt x="49922" y="15871"/>
                  <a:pt x="49928" y="15871"/>
                </a:cubicBezTo>
                <a:cubicBezTo>
                  <a:pt x="49987" y="15871"/>
                  <a:pt x="50063" y="15742"/>
                  <a:pt x="50063" y="15715"/>
                </a:cubicBezTo>
                <a:cubicBezTo>
                  <a:pt x="50063" y="15684"/>
                  <a:pt x="50093" y="15654"/>
                  <a:pt x="50123" y="15624"/>
                </a:cubicBezTo>
                <a:cubicBezTo>
                  <a:pt x="50154" y="15684"/>
                  <a:pt x="50154" y="15745"/>
                  <a:pt x="50184" y="15806"/>
                </a:cubicBezTo>
                <a:cubicBezTo>
                  <a:pt x="50184" y="15836"/>
                  <a:pt x="50336" y="15867"/>
                  <a:pt x="50488" y="15867"/>
                </a:cubicBezTo>
                <a:lnTo>
                  <a:pt x="50640" y="15867"/>
                </a:lnTo>
                <a:lnTo>
                  <a:pt x="50792" y="15897"/>
                </a:lnTo>
                <a:cubicBezTo>
                  <a:pt x="50944" y="15897"/>
                  <a:pt x="51187" y="15867"/>
                  <a:pt x="51309" y="15867"/>
                </a:cubicBezTo>
                <a:lnTo>
                  <a:pt x="51552" y="15867"/>
                </a:lnTo>
                <a:cubicBezTo>
                  <a:pt x="51579" y="15813"/>
                  <a:pt x="51655" y="15710"/>
                  <a:pt x="51714" y="15710"/>
                </a:cubicBezTo>
                <a:cubicBezTo>
                  <a:pt x="51721" y="15710"/>
                  <a:pt x="51728" y="15712"/>
                  <a:pt x="51734" y="15715"/>
                </a:cubicBezTo>
                <a:cubicBezTo>
                  <a:pt x="51795" y="15745"/>
                  <a:pt x="51826" y="15806"/>
                  <a:pt x="51856" y="15867"/>
                </a:cubicBezTo>
                <a:cubicBezTo>
                  <a:pt x="51947" y="15836"/>
                  <a:pt x="52038" y="15806"/>
                  <a:pt x="52130" y="15776"/>
                </a:cubicBezTo>
                <a:lnTo>
                  <a:pt x="52525" y="15776"/>
                </a:lnTo>
                <a:cubicBezTo>
                  <a:pt x="52616" y="15776"/>
                  <a:pt x="52707" y="15745"/>
                  <a:pt x="52768" y="15684"/>
                </a:cubicBezTo>
                <a:lnTo>
                  <a:pt x="52859" y="15836"/>
                </a:lnTo>
                <a:cubicBezTo>
                  <a:pt x="52889" y="15867"/>
                  <a:pt x="53102" y="15867"/>
                  <a:pt x="53254" y="15867"/>
                </a:cubicBezTo>
                <a:lnTo>
                  <a:pt x="53467" y="15867"/>
                </a:lnTo>
                <a:cubicBezTo>
                  <a:pt x="53560" y="15844"/>
                  <a:pt x="53653" y="15834"/>
                  <a:pt x="53746" y="15834"/>
                </a:cubicBezTo>
                <a:cubicBezTo>
                  <a:pt x="53896" y="15834"/>
                  <a:pt x="54046" y="15860"/>
                  <a:pt x="54196" y="15897"/>
                </a:cubicBezTo>
                <a:lnTo>
                  <a:pt x="54288" y="15867"/>
                </a:lnTo>
                <a:cubicBezTo>
                  <a:pt x="54303" y="15859"/>
                  <a:pt x="54318" y="15856"/>
                  <a:pt x="54331" y="15856"/>
                </a:cubicBezTo>
                <a:cubicBezTo>
                  <a:pt x="54396" y="15856"/>
                  <a:pt x="54435" y="15935"/>
                  <a:pt x="54503" y="15935"/>
                </a:cubicBezTo>
                <a:cubicBezTo>
                  <a:pt x="54528" y="15935"/>
                  <a:pt x="54557" y="15925"/>
                  <a:pt x="54592" y="15897"/>
                </a:cubicBezTo>
                <a:cubicBezTo>
                  <a:pt x="54642" y="15872"/>
                  <a:pt x="54692" y="15857"/>
                  <a:pt x="54740" y="15857"/>
                </a:cubicBezTo>
                <a:cubicBezTo>
                  <a:pt x="54809" y="15857"/>
                  <a:pt x="54873" y="15887"/>
                  <a:pt x="54926" y="15958"/>
                </a:cubicBezTo>
                <a:cubicBezTo>
                  <a:pt x="55291" y="15897"/>
                  <a:pt x="55625" y="15867"/>
                  <a:pt x="55959" y="15867"/>
                </a:cubicBezTo>
                <a:cubicBezTo>
                  <a:pt x="56081" y="15897"/>
                  <a:pt x="56172" y="15897"/>
                  <a:pt x="56294" y="15897"/>
                </a:cubicBezTo>
                <a:lnTo>
                  <a:pt x="56324" y="15897"/>
                </a:lnTo>
                <a:cubicBezTo>
                  <a:pt x="56335" y="15886"/>
                  <a:pt x="56346" y="15882"/>
                  <a:pt x="56356" y="15882"/>
                </a:cubicBezTo>
                <a:cubicBezTo>
                  <a:pt x="56392" y="15882"/>
                  <a:pt x="56430" y="15927"/>
                  <a:pt x="56475" y="15927"/>
                </a:cubicBezTo>
                <a:cubicBezTo>
                  <a:pt x="56494" y="15927"/>
                  <a:pt x="56515" y="15919"/>
                  <a:pt x="56537" y="15897"/>
                </a:cubicBezTo>
                <a:lnTo>
                  <a:pt x="56567" y="15836"/>
                </a:lnTo>
                <a:cubicBezTo>
                  <a:pt x="56593" y="15831"/>
                  <a:pt x="56619" y="15829"/>
                  <a:pt x="56645" y="15829"/>
                </a:cubicBezTo>
                <a:cubicBezTo>
                  <a:pt x="56770" y="15829"/>
                  <a:pt x="56887" y="15888"/>
                  <a:pt x="56962" y="15988"/>
                </a:cubicBezTo>
                <a:lnTo>
                  <a:pt x="57084" y="15928"/>
                </a:lnTo>
                <a:lnTo>
                  <a:pt x="57236" y="15806"/>
                </a:lnTo>
                <a:cubicBezTo>
                  <a:pt x="57418" y="15867"/>
                  <a:pt x="57601" y="15897"/>
                  <a:pt x="57783" y="15988"/>
                </a:cubicBezTo>
                <a:lnTo>
                  <a:pt x="57905" y="15897"/>
                </a:lnTo>
                <a:cubicBezTo>
                  <a:pt x="57921" y="15889"/>
                  <a:pt x="57937" y="15886"/>
                  <a:pt x="57955" y="15886"/>
                </a:cubicBezTo>
                <a:cubicBezTo>
                  <a:pt x="58026" y="15886"/>
                  <a:pt x="58104" y="15942"/>
                  <a:pt x="58178" y="15942"/>
                </a:cubicBezTo>
                <a:cubicBezTo>
                  <a:pt x="58220" y="15942"/>
                  <a:pt x="58262" y="15924"/>
                  <a:pt x="58300" y="15867"/>
                </a:cubicBezTo>
                <a:cubicBezTo>
                  <a:pt x="58482" y="15867"/>
                  <a:pt x="58665" y="15928"/>
                  <a:pt x="58817" y="15988"/>
                </a:cubicBezTo>
                <a:lnTo>
                  <a:pt x="58999" y="15867"/>
                </a:lnTo>
                <a:cubicBezTo>
                  <a:pt x="59045" y="15852"/>
                  <a:pt x="59090" y="15844"/>
                  <a:pt x="59132" y="15844"/>
                </a:cubicBezTo>
                <a:cubicBezTo>
                  <a:pt x="59174" y="15844"/>
                  <a:pt x="59212" y="15852"/>
                  <a:pt x="59242" y="15867"/>
                </a:cubicBezTo>
                <a:lnTo>
                  <a:pt x="59455" y="16019"/>
                </a:lnTo>
                <a:cubicBezTo>
                  <a:pt x="59698" y="15958"/>
                  <a:pt x="60093" y="15928"/>
                  <a:pt x="60184" y="15928"/>
                </a:cubicBezTo>
                <a:cubicBezTo>
                  <a:pt x="60205" y="15917"/>
                  <a:pt x="60245" y="15914"/>
                  <a:pt x="60292" y="15914"/>
                </a:cubicBezTo>
                <a:cubicBezTo>
                  <a:pt x="60387" y="15914"/>
                  <a:pt x="60509" y="15928"/>
                  <a:pt x="60549" y="15928"/>
                </a:cubicBezTo>
                <a:cubicBezTo>
                  <a:pt x="60671" y="15867"/>
                  <a:pt x="60823" y="15867"/>
                  <a:pt x="60944" y="15867"/>
                </a:cubicBezTo>
                <a:lnTo>
                  <a:pt x="61218" y="15928"/>
                </a:lnTo>
                <a:lnTo>
                  <a:pt x="61279" y="15928"/>
                </a:lnTo>
                <a:cubicBezTo>
                  <a:pt x="61370" y="15928"/>
                  <a:pt x="61461" y="15867"/>
                  <a:pt x="61552" y="15867"/>
                </a:cubicBezTo>
                <a:cubicBezTo>
                  <a:pt x="61613" y="15867"/>
                  <a:pt x="61704" y="15867"/>
                  <a:pt x="61795" y="15836"/>
                </a:cubicBezTo>
                <a:cubicBezTo>
                  <a:pt x="61856" y="15806"/>
                  <a:pt x="61795" y="15684"/>
                  <a:pt x="61947" y="15684"/>
                </a:cubicBezTo>
                <a:lnTo>
                  <a:pt x="62039" y="15684"/>
                </a:lnTo>
                <a:cubicBezTo>
                  <a:pt x="62048" y="15681"/>
                  <a:pt x="62059" y="15680"/>
                  <a:pt x="62069" y="15680"/>
                </a:cubicBezTo>
                <a:cubicBezTo>
                  <a:pt x="62155" y="15680"/>
                  <a:pt x="62251" y="15782"/>
                  <a:pt x="62251" y="15836"/>
                </a:cubicBezTo>
                <a:cubicBezTo>
                  <a:pt x="62356" y="15860"/>
                  <a:pt x="62460" y="15870"/>
                  <a:pt x="62565" y="15870"/>
                </a:cubicBezTo>
                <a:cubicBezTo>
                  <a:pt x="62734" y="15870"/>
                  <a:pt x="62903" y="15844"/>
                  <a:pt x="63072" y="15806"/>
                </a:cubicBezTo>
                <a:lnTo>
                  <a:pt x="63467" y="15867"/>
                </a:lnTo>
                <a:cubicBezTo>
                  <a:pt x="63498" y="15867"/>
                  <a:pt x="63528" y="15776"/>
                  <a:pt x="63558" y="15745"/>
                </a:cubicBezTo>
                <a:cubicBezTo>
                  <a:pt x="63649" y="15776"/>
                  <a:pt x="63710" y="15806"/>
                  <a:pt x="63741" y="15836"/>
                </a:cubicBezTo>
                <a:lnTo>
                  <a:pt x="63832" y="15897"/>
                </a:lnTo>
                <a:lnTo>
                  <a:pt x="63984" y="15958"/>
                </a:lnTo>
                <a:cubicBezTo>
                  <a:pt x="64166" y="15897"/>
                  <a:pt x="64349" y="15867"/>
                  <a:pt x="64531" y="15867"/>
                </a:cubicBezTo>
                <a:cubicBezTo>
                  <a:pt x="64592" y="15867"/>
                  <a:pt x="64622" y="15806"/>
                  <a:pt x="64622" y="15745"/>
                </a:cubicBezTo>
                <a:cubicBezTo>
                  <a:pt x="64592" y="15745"/>
                  <a:pt x="64683" y="15715"/>
                  <a:pt x="64835" y="15715"/>
                </a:cubicBezTo>
                <a:lnTo>
                  <a:pt x="64896" y="15928"/>
                </a:lnTo>
                <a:cubicBezTo>
                  <a:pt x="65108" y="15897"/>
                  <a:pt x="65990" y="15867"/>
                  <a:pt x="66264" y="15867"/>
                </a:cubicBezTo>
                <a:cubicBezTo>
                  <a:pt x="66567" y="15867"/>
                  <a:pt x="66841" y="15836"/>
                  <a:pt x="67145" y="15776"/>
                </a:cubicBezTo>
                <a:lnTo>
                  <a:pt x="67267" y="15806"/>
                </a:lnTo>
                <a:lnTo>
                  <a:pt x="67449" y="15867"/>
                </a:lnTo>
                <a:cubicBezTo>
                  <a:pt x="67550" y="15867"/>
                  <a:pt x="67760" y="15853"/>
                  <a:pt x="67915" y="15853"/>
                </a:cubicBezTo>
                <a:cubicBezTo>
                  <a:pt x="67993" y="15853"/>
                  <a:pt x="68057" y="15857"/>
                  <a:pt x="68087" y="15867"/>
                </a:cubicBezTo>
                <a:lnTo>
                  <a:pt x="68543" y="15867"/>
                </a:lnTo>
                <a:cubicBezTo>
                  <a:pt x="68556" y="15862"/>
                  <a:pt x="68574" y="15861"/>
                  <a:pt x="68596" y="15861"/>
                </a:cubicBezTo>
                <a:cubicBezTo>
                  <a:pt x="68726" y="15861"/>
                  <a:pt x="68986" y="15928"/>
                  <a:pt x="69090" y="15928"/>
                </a:cubicBezTo>
                <a:cubicBezTo>
                  <a:pt x="69212" y="15897"/>
                  <a:pt x="69516" y="15897"/>
                  <a:pt x="69637" y="15867"/>
                </a:cubicBezTo>
                <a:cubicBezTo>
                  <a:pt x="69710" y="15867"/>
                  <a:pt x="69920" y="15789"/>
                  <a:pt x="70031" y="15789"/>
                </a:cubicBezTo>
                <a:cubicBezTo>
                  <a:pt x="70059" y="15789"/>
                  <a:pt x="70081" y="15794"/>
                  <a:pt x="70093" y="15806"/>
                </a:cubicBezTo>
                <a:cubicBezTo>
                  <a:pt x="70124" y="15826"/>
                  <a:pt x="70174" y="15833"/>
                  <a:pt x="70232" y="15833"/>
                </a:cubicBezTo>
                <a:cubicBezTo>
                  <a:pt x="70347" y="15833"/>
                  <a:pt x="70489" y="15806"/>
                  <a:pt x="70549" y="15806"/>
                </a:cubicBezTo>
                <a:cubicBezTo>
                  <a:pt x="70640" y="15806"/>
                  <a:pt x="71400" y="15897"/>
                  <a:pt x="71644" y="15897"/>
                </a:cubicBezTo>
                <a:cubicBezTo>
                  <a:pt x="71878" y="15897"/>
                  <a:pt x="72180" y="15830"/>
                  <a:pt x="72299" y="15830"/>
                </a:cubicBezTo>
                <a:cubicBezTo>
                  <a:pt x="72319" y="15830"/>
                  <a:pt x="72334" y="15832"/>
                  <a:pt x="72343" y="15836"/>
                </a:cubicBezTo>
                <a:cubicBezTo>
                  <a:pt x="72354" y="15842"/>
                  <a:pt x="72369" y="15845"/>
                  <a:pt x="72386" y="15845"/>
                </a:cubicBezTo>
                <a:cubicBezTo>
                  <a:pt x="72458" y="15845"/>
                  <a:pt x="72567" y="15800"/>
                  <a:pt x="72616" y="15776"/>
                </a:cubicBezTo>
                <a:cubicBezTo>
                  <a:pt x="72647" y="15745"/>
                  <a:pt x="72707" y="15715"/>
                  <a:pt x="72768" y="15715"/>
                </a:cubicBezTo>
                <a:cubicBezTo>
                  <a:pt x="72799" y="15715"/>
                  <a:pt x="72829" y="15776"/>
                  <a:pt x="72890" y="15836"/>
                </a:cubicBezTo>
                <a:lnTo>
                  <a:pt x="73619" y="15836"/>
                </a:lnTo>
                <a:cubicBezTo>
                  <a:pt x="73832" y="15867"/>
                  <a:pt x="74045" y="15897"/>
                  <a:pt x="74258" y="15897"/>
                </a:cubicBezTo>
                <a:cubicBezTo>
                  <a:pt x="74413" y="15853"/>
                  <a:pt x="74585" y="15824"/>
                  <a:pt x="74762" y="15824"/>
                </a:cubicBezTo>
                <a:cubicBezTo>
                  <a:pt x="74826" y="15824"/>
                  <a:pt x="74892" y="15828"/>
                  <a:pt x="74957" y="15836"/>
                </a:cubicBezTo>
                <a:lnTo>
                  <a:pt x="75352" y="15836"/>
                </a:lnTo>
                <a:cubicBezTo>
                  <a:pt x="75397" y="15821"/>
                  <a:pt x="75641" y="15821"/>
                  <a:pt x="75907" y="15821"/>
                </a:cubicBezTo>
                <a:cubicBezTo>
                  <a:pt x="76173" y="15821"/>
                  <a:pt x="76461" y="15821"/>
                  <a:pt x="76598" y="15806"/>
                </a:cubicBezTo>
                <a:lnTo>
                  <a:pt x="77358" y="15715"/>
                </a:lnTo>
                <a:lnTo>
                  <a:pt x="77480" y="15776"/>
                </a:lnTo>
                <a:cubicBezTo>
                  <a:pt x="77515" y="15793"/>
                  <a:pt x="77540" y="15811"/>
                  <a:pt x="77566" y="15811"/>
                </a:cubicBezTo>
                <a:cubicBezTo>
                  <a:pt x="77586" y="15811"/>
                  <a:pt x="77606" y="15801"/>
                  <a:pt x="77632" y="15776"/>
                </a:cubicBezTo>
                <a:cubicBezTo>
                  <a:pt x="77641" y="15766"/>
                  <a:pt x="77650" y="15763"/>
                  <a:pt x="77661" y="15763"/>
                </a:cubicBezTo>
                <a:cubicBezTo>
                  <a:pt x="77701" y="15763"/>
                  <a:pt x="77749" y="15818"/>
                  <a:pt x="77791" y="15818"/>
                </a:cubicBezTo>
                <a:cubicBezTo>
                  <a:pt x="77810" y="15818"/>
                  <a:pt x="77828" y="15807"/>
                  <a:pt x="77844" y="15776"/>
                </a:cubicBezTo>
                <a:cubicBezTo>
                  <a:pt x="77844" y="15776"/>
                  <a:pt x="77942" y="15815"/>
                  <a:pt x="78012" y="15815"/>
                </a:cubicBezTo>
                <a:cubicBezTo>
                  <a:pt x="78029" y="15815"/>
                  <a:pt x="78045" y="15812"/>
                  <a:pt x="78057" y="15806"/>
                </a:cubicBezTo>
                <a:cubicBezTo>
                  <a:pt x="78087" y="15791"/>
                  <a:pt x="78125" y="15783"/>
                  <a:pt x="78163" y="15783"/>
                </a:cubicBezTo>
                <a:cubicBezTo>
                  <a:pt x="78201" y="15783"/>
                  <a:pt x="78239" y="15791"/>
                  <a:pt x="78270" y="15806"/>
                </a:cubicBezTo>
                <a:cubicBezTo>
                  <a:pt x="78324" y="15828"/>
                  <a:pt x="78377" y="15838"/>
                  <a:pt x="78430" y="15838"/>
                </a:cubicBezTo>
                <a:cubicBezTo>
                  <a:pt x="78526" y="15838"/>
                  <a:pt x="78617" y="15804"/>
                  <a:pt x="78695" y="15745"/>
                </a:cubicBezTo>
                <a:cubicBezTo>
                  <a:pt x="78707" y="15737"/>
                  <a:pt x="78720" y="15734"/>
                  <a:pt x="78735" y="15734"/>
                </a:cubicBezTo>
                <a:cubicBezTo>
                  <a:pt x="78812" y="15734"/>
                  <a:pt x="78924" y="15829"/>
                  <a:pt x="79019" y="15829"/>
                </a:cubicBezTo>
                <a:cubicBezTo>
                  <a:pt x="79044" y="15829"/>
                  <a:pt x="79068" y="15823"/>
                  <a:pt x="79091" y="15806"/>
                </a:cubicBezTo>
                <a:cubicBezTo>
                  <a:pt x="79166" y="15760"/>
                  <a:pt x="79258" y="15738"/>
                  <a:pt x="79349" y="15738"/>
                </a:cubicBezTo>
                <a:cubicBezTo>
                  <a:pt x="79440" y="15738"/>
                  <a:pt x="79531" y="15760"/>
                  <a:pt x="79607" y="15806"/>
                </a:cubicBezTo>
                <a:lnTo>
                  <a:pt x="79638" y="15836"/>
                </a:lnTo>
                <a:cubicBezTo>
                  <a:pt x="79719" y="15836"/>
                  <a:pt x="79992" y="15740"/>
                  <a:pt x="80116" y="15740"/>
                </a:cubicBezTo>
                <a:cubicBezTo>
                  <a:pt x="80131" y="15740"/>
                  <a:pt x="80144" y="15742"/>
                  <a:pt x="80154" y="15745"/>
                </a:cubicBezTo>
                <a:cubicBezTo>
                  <a:pt x="80192" y="15758"/>
                  <a:pt x="80230" y="15765"/>
                  <a:pt x="80266" y="15765"/>
                </a:cubicBezTo>
                <a:cubicBezTo>
                  <a:pt x="80316" y="15765"/>
                  <a:pt x="80362" y="15750"/>
                  <a:pt x="80398" y="15715"/>
                </a:cubicBezTo>
                <a:cubicBezTo>
                  <a:pt x="80403" y="15709"/>
                  <a:pt x="80410" y="15707"/>
                  <a:pt x="80418" y="15707"/>
                </a:cubicBezTo>
                <a:cubicBezTo>
                  <a:pt x="80450" y="15707"/>
                  <a:pt x="80495" y="15751"/>
                  <a:pt x="80519" y="15776"/>
                </a:cubicBezTo>
                <a:cubicBezTo>
                  <a:pt x="80519" y="15782"/>
                  <a:pt x="80526" y="15784"/>
                  <a:pt x="80537" y="15784"/>
                </a:cubicBezTo>
                <a:cubicBezTo>
                  <a:pt x="80567" y="15784"/>
                  <a:pt x="80628" y="15767"/>
                  <a:pt x="80668" y="15767"/>
                </a:cubicBezTo>
                <a:cubicBezTo>
                  <a:pt x="80683" y="15767"/>
                  <a:pt x="80695" y="15769"/>
                  <a:pt x="80701" y="15776"/>
                </a:cubicBezTo>
                <a:cubicBezTo>
                  <a:pt x="80754" y="15776"/>
                  <a:pt x="80895" y="15843"/>
                  <a:pt x="80973" y="15843"/>
                </a:cubicBezTo>
                <a:cubicBezTo>
                  <a:pt x="80986" y="15843"/>
                  <a:pt x="80997" y="15841"/>
                  <a:pt x="81005" y="15836"/>
                </a:cubicBezTo>
                <a:cubicBezTo>
                  <a:pt x="81009" y="15833"/>
                  <a:pt x="81020" y="15831"/>
                  <a:pt x="81037" y="15831"/>
                </a:cubicBezTo>
                <a:cubicBezTo>
                  <a:pt x="81139" y="15831"/>
                  <a:pt x="81457" y="15884"/>
                  <a:pt x="81684" y="15884"/>
                </a:cubicBezTo>
                <a:cubicBezTo>
                  <a:pt x="81752" y="15884"/>
                  <a:pt x="81813" y="15879"/>
                  <a:pt x="81857" y="15867"/>
                </a:cubicBezTo>
                <a:cubicBezTo>
                  <a:pt x="82039" y="15806"/>
                  <a:pt x="82252" y="15776"/>
                  <a:pt x="82464" y="15745"/>
                </a:cubicBezTo>
                <a:cubicBezTo>
                  <a:pt x="82586" y="15776"/>
                  <a:pt x="82708" y="15806"/>
                  <a:pt x="82829" y="15806"/>
                </a:cubicBezTo>
                <a:cubicBezTo>
                  <a:pt x="82981" y="15776"/>
                  <a:pt x="83133" y="15715"/>
                  <a:pt x="83255" y="15654"/>
                </a:cubicBezTo>
                <a:cubicBezTo>
                  <a:pt x="83271" y="15648"/>
                  <a:pt x="83290" y="15646"/>
                  <a:pt x="83310" y="15646"/>
                </a:cubicBezTo>
                <a:cubicBezTo>
                  <a:pt x="83398" y="15646"/>
                  <a:pt x="83503" y="15696"/>
                  <a:pt x="83528" y="15745"/>
                </a:cubicBezTo>
                <a:cubicBezTo>
                  <a:pt x="83541" y="15752"/>
                  <a:pt x="83558" y="15754"/>
                  <a:pt x="83577" y="15754"/>
                </a:cubicBezTo>
                <a:cubicBezTo>
                  <a:pt x="83630" y="15754"/>
                  <a:pt x="83700" y="15736"/>
                  <a:pt x="83753" y="15736"/>
                </a:cubicBezTo>
                <a:cubicBezTo>
                  <a:pt x="83772" y="15736"/>
                  <a:pt x="83789" y="15739"/>
                  <a:pt x="83802" y="15745"/>
                </a:cubicBezTo>
                <a:cubicBezTo>
                  <a:pt x="83923" y="15745"/>
                  <a:pt x="84075" y="15745"/>
                  <a:pt x="84227" y="15715"/>
                </a:cubicBezTo>
                <a:lnTo>
                  <a:pt x="84349" y="15776"/>
                </a:lnTo>
                <a:lnTo>
                  <a:pt x="84531" y="15867"/>
                </a:lnTo>
                <a:cubicBezTo>
                  <a:pt x="84744" y="15806"/>
                  <a:pt x="84926" y="15745"/>
                  <a:pt x="85139" y="15715"/>
                </a:cubicBezTo>
                <a:cubicBezTo>
                  <a:pt x="85215" y="15730"/>
                  <a:pt x="85291" y="15738"/>
                  <a:pt x="85367" y="15738"/>
                </a:cubicBezTo>
                <a:cubicBezTo>
                  <a:pt x="85443" y="15738"/>
                  <a:pt x="85519" y="15730"/>
                  <a:pt x="85595" y="15715"/>
                </a:cubicBezTo>
                <a:lnTo>
                  <a:pt x="85747" y="15776"/>
                </a:lnTo>
                <a:cubicBezTo>
                  <a:pt x="85758" y="15779"/>
                  <a:pt x="85770" y="15781"/>
                  <a:pt x="85782" y="15781"/>
                </a:cubicBezTo>
                <a:cubicBezTo>
                  <a:pt x="85838" y="15781"/>
                  <a:pt x="85909" y="15751"/>
                  <a:pt x="85986" y="15751"/>
                </a:cubicBezTo>
                <a:cubicBezTo>
                  <a:pt x="86036" y="15751"/>
                  <a:pt x="86089" y="15764"/>
                  <a:pt x="86142" y="15806"/>
                </a:cubicBezTo>
                <a:lnTo>
                  <a:pt x="86173" y="15867"/>
                </a:lnTo>
                <a:cubicBezTo>
                  <a:pt x="86294" y="15836"/>
                  <a:pt x="86385" y="15836"/>
                  <a:pt x="86507" y="15806"/>
                </a:cubicBezTo>
                <a:cubicBezTo>
                  <a:pt x="86720" y="15745"/>
                  <a:pt x="86933" y="15715"/>
                  <a:pt x="87145" y="15684"/>
                </a:cubicBezTo>
                <a:cubicBezTo>
                  <a:pt x="87328" y="15684"/>
                  <a:pt x="87814" y="15684"/>
                  <a:pt x="88270" y="15715"/>
                </a:cubicBezTo>
                <a:lnTo>
                  <a:pt x="88696" y="15745"/>
                </a:lnTo>
                <a:lnTo>
                  <a:pt x="88787" y="15745"/>
                </a:lnTo>
                <a:cubicBezTo>
                  <a:pt x="88814" y="15738"/>
                  <a:pt x="88851" y="15736"/>
                  <a:pt x="88892" y="15736"/>
                </a:cubicBezTo>
                <a:cubicBezTo>
                  <a:pt x="88964" y="15736"/>
                  <a:pt x="89048" y="15743"/>
                  <a:pt x="89112" y="15743"/>
                </a:cubicBezTo>
                <a:cubicBezTo>
                  <a:pt x="89171" y="15743"/>
                  <a:pt x="89212" y="15737"/>
                  <a:pt x="89212" y="15715"/>
                </a:cubicBezTo>
                <a:lnTo>
                  <a:pt x="89212" y="15776"/>
                </a:lnTo>
                <a:lnTo>
                  <a:pt x="89395" y="15745"/>
                </a:lnTo>
                <a:cubicBezTo>
                  <a:pt x="89486" y="15715"/>
                  <a:pt x="89577" y="15684"/>
                  <a:pt x="89638" y="15684"/>
                </a:cubicBezTo>
                <a:cubicBezTo>
                  <a:pt x="89759" y="15684"/>
                  <a:pt x="89851" y="15745"/>
                  <a:pt x="89972" y="15745"/>
                </a:cubicBezTo>
                <a:cubicBezTo>
                  <a:pt x="90086" y="15745"/>
                  <a:pt x="90217" y="15694"/>
                  <a:pt x="90301" y="15694"/>
                </a:cubicBezTo>
                <a:cubicBezTo>
                  <a:pt x="90329" y="15694"/>
                  <a:pt x="90352" y="15700"/>
                  <a:pt x="90367" y="15715"/>
                </a:cubicBezTo>
                <a:lnTo>
                  <a:pt x="90550" y="15806"/>
                </a:lnTo>
                <a:cubicBezTo>
                  <a:pt x="90604" y="15751"/>
                  <a:pt x="90714" y="15740"/>
                  <a:pt x="90806" y="15740"/>
                </a:cubicBezTo>
                <a:cubicBezTo>
                  <a:pt x="90867" y="15740"/>
                  <a:pt x="90921" y="15745"/>
                  <a:pt x="90945" y="15745"/>
                </a:cubicBezTo>
                <a:cubicBezTo>
                  <a:pt x="91127" y="15654"/>
                  <a:pt x="91310" y="15593"/>
                  <a:pt x="91522" y="15563"/>
                </a:cubicBezTo>
                <a:cubicBezTo>
                  <a:pt x="91653" y="15563"/>
                  <a:pt x="92029" y="15697"/>
                  <a:pt x="92210" y="15697"/>
                </a:cubicBezTo>
                <a:cubicBezTo>
                  <a:pt x="92240" y="15697"/>
                  <a:pt x="92265" y="15693"/>
                  <a:pt x="92282" y="15684"/>
                </a:cubicBezTo>
                <a:cubicBezTo>
                  <a:pt x="92404" y="15624"/>
                  <a:pt x="92525" y="15593"/>
                  <a:pt x="92677" y="15593"/>
                </a:cubicBezTo>
                <a:cubicBezTo>
                  <a:pt x="92699" y="15615"/>
                  <a:pt x="92781" y="15636"/>
                  <a:pt x="92849" y="15636"/>
                </a:cubicBezTo>
                <a:cubicBezTo>
                  <a:pt x="92877" y="15636"/>
                  <a:pt x="92903" y="15633"/>
                  <a:pt x="92921" y="15624"/>
                </a:cubicBezTo>
                <a:cubicBezTo>
                  <a:pt x="92951" y="15624"/>
                  <a:pt x="93103" y="15532"/>
                  <a:pt x="93133" y="15532"/>
                </a:cubicBezTo>
                <a:cubicBezTo>
                  <a:pt x="93255" y="15563"/>
                  <a:pt x="93376" y="15563"/>
                  <a:pt x="93528" y="15593"/>
                </a:cubicBezTo>
                <a:cubicBezTo>
                  <a:pt x="93570" y="15572"/>
                  <a:pt x="93728" y="15537"/>
                  <a:pt x="93842" y="15537"/>
                </a:cubicBezTo>
                <a:cubicBezTo>
                  <a:pt x="93893" y="15537"/>
                  <a:pt x="93935" y="15544"/>
                  <a:pt x="93954" y="15563"/>
                </a:cubicBezTo>
                <a:cubicBezTo>
                  <a:pt x="93960" y="15569"/>
                  <a:pt x="93969" y="15571"/>
                  <a:pt x="93980" y="15571"/>
                </a:cubicBezTo>
                <a:cubicBezTo>
                  <a:pt x="94029" y="15571"/>
                  <a:pt x="94118" y="15527"/>
                  <a:pt x="94167" y="15502"/>
                </a:cubicBezTo>
                <a:lnTo>
                  <a:pt x="94471" y="15380"/>
                </a:lnTo>
                <a:lnTo>
                  <a:pt x="94471" y="15441"/>
                </a:lnTo>
                <a:lnTo>
                  <a:pt x="94471" y="15654"/>
                </a:lnTo>
                <a:cubicBezTo>
                  <a:pt x="94611" y="15598"/>
                  <a:pt x="94881" y="15438"/>
                  <a:pt x="94970" y="15438"/>
                </a:cubicBezTo>
                <a:cubicBezTo>
                  <a:pt x="94977" y="15438"/>
                  <a:pt x="94983" y="15439"/>
                  <a:pt x="94987" y="15441"/>
                </a:cubicBezTo>
                <a:cubicBezTo>
                  <a:pt x="95109" y="15472"/>
                  <a:pt x="95261" y="15472"/>
                  <a:pt x="95383" y="15472"/>
                </a:cubicBezTo>
                <a:cubicBezTo>
                  <a:pt x="95474" y="15472"/>
                  <a:pt x="95595" y="15502"/>
                  <a:pt x="95687" y="15532"/>
                </a:cubicBezTo>
                <a:cubicBezTo>
                  <a:pt x="95713" y="15532"/>
                  <a:pt x="96051" y="15465"/>
                  <a:pt x="96243" y="15465"/>
                </a:cubicBezTo>
                <a:cubicBezTo>
                  <a:pt x="96275" y="15465"/>
                  <a:pt x="96303" y="15467"/>
                  <a:pt x="96325" y="15472"/>
                </a:cubicBezTo>
                <a:cubicBezTo>
                  <a:pt x="96446" y="15502"/>
                  <a:pt x="96598" y="15502"/>
                  <a:pt x="96720" y="15502"/>
                </a:cubicBezTo>
                <a:lnTo>
                  <a:pt x="96902" y="15502"/>
                </a:lnTo>
                <a:cubicBezTo>
                  <a:pt x="96994" y="15487"/>
                  <a:pt x="97085" y="15479"/>
                  <a:pt x="97176" y="15479"/>
                </a:cubicBezTo>
                <a:cubicBezTo>
                  <a:pt x="97267" y="15479"/>
                  <a:pt x="97358" y="15487"/>
                  <a:pt x="97450" y="15502"/>
                </a:cubicBezTo>
                <a:lnTo>
                  <a:pt x="97601" y="15411"/>
                </a:lnTo>
                <a:lnTo>
                  <a:pt x="97723" y="15350"/>
                </a:lnTo>
                <a:cubicBezTo>
                  <a:pt x="97905" y="15350"/>
                  <a:pt x="98088" y="15289"/>
                  <a:pt x="98270" y="15198"/>
                </a:cubicBezTo>
                <a:cubicBezTo>
                  <a:pt x="98273" y="15195"/>
                  <a:pt x="98277" y="15193"/>
                  <a:pt x="98281" y="15193"/>
                </a:cubicBezTo>
                <a:cubicBezTo>
                  <a:pt x="98313" y="15193"/>
                  <a:pt x="98365" y="15296"/>
                  <a:pt x="98392" y="15350"/>
                </a:cubicBezTo>
                <a:cubicBezTo>
                  <a:pt x="98392" y="15353"/>
                  <a:pt x="98393" y="15354"/>
                  <a:pt x="98396" y="15354"/>
                </a:cubicBezTo>
                <a:cubicBezTo>
                  <a:pt x="98423" y="15354"/>
                  <a:pt x="98580" y="15223"/>
                  <a:pt x="98635" y="15168"/>
                </a:cubicBezTo>
                <a:cubicBezTo>
                  <a:pt x="98653" y="15150"/>
                  <a:pt x="98673" y="15143"/>
                  <a:pt x="98693" y="15143"/>
                </a:cubicBezTo>
                <a:cubicBezTo>
                  <a:pt x="98741" y="15143"/>
                  <a:pt x="98787" y="15186"/>
                  <a:pt x="98787" y="15228"/>
                </a:cubicBezTo>
                <a:cubicBezTo>
                  <a:pt x="98787" y="15289"/>
                  <a:pt x="99060" y="15289"/>
                  <a:pt x="99152" y="15289"/>
                </a:cubicBezTo>
                <a:cubicBezTo>
                  <a:pt x="99243" y="15289"/>
                  <a:pt x="99243" y="15168"/>
                  <a:pt x="99152" y="15016"/>
                </a:cubicBezTo>
                <a:lnTo>
                  <a:pt x="99364" y="14985"/>
                </a:lnTo>
                <a:lnTo>
                  <a:pt x="99592" y="14928"/>
                </a:lnTo>
                <a:lnTo>
                  <a:pt x="99592" y="14928"/>
                </a:lnTo>
                <a:cubicBezTo>
                  <a:pt x="99594" y="14936"/>
                  <a:pt x="99598" y="14944"/>
                  <a:pt x="99604" y="14951"/>
                </a:cubicBezTo>
                <a:lnTo>
                  <a:pt x="99604" y="14951"/>
                </a:lnTo>
                <a:cubicBezTo>
                  <a:pt x="99605" y="14943"/>
                  <a:pt x="99606" y="14934"/>
                  <a:pt x="99608" y="14925"/>
                </a:cubicBezTo>
                <a:lnTo>
                  <a:pt x="99608" y="14925"/>
                </a:lnTo>
                <a:lnTo>
                  <a:pt x="99592" y="14928"/>
                </a:lnTo>
                <a:lnTo>
                  <a:pt x="99592" y="14928"/>
                </a:lnTo>
                <a:cubicBezTo>
                  <a:pt x="99579" y="14871"/>
                  <a:pt x="99677" y="14803"/>
                  <a:pt x="99729" y="14803"/>
                </a:cubicBezTo>
                <a:cubicBezTo>
                  <a:pt x="99760" y="14803"/>
                  <a:pt x="99729" y="14590"/>
                  <a:pt x="99790" y="14560"/>
                </a:cubicBezTo>
                <a:cubicBezTo>
                  <a:pt x="99798" y="14556"/>
                  <a:pt x="99807" y="14554"/>
                  <a:pt x="99815" y="14554"/>
                </a:cubicBezTo>
                <a:cubicBezTo>
                  <a:pt x="99867" y="14554"/>
                  <a:pt x="99912" y="14625"/>
                  <a:pt x="99912" y="14651"/>
                </a:cubicBezTo>
                <a:cubicBezTo>
                  <a:pt x="99917" y="14656"/>
                  <a:pt x="99926" y="14659"/>
                  <a:pt x="99940" y="14659"/>
                </a:cubicBezTo>
                <a:cubicBezTo>
                  <a:pt x="100005" y="14659"/>
                  <a:pt x="100161" y="14600"/>
                  <a:pt x="100337" y="14499"/>
                </a:cubicBezTo>
                <a:lnTo>
                  <a:pt x="100337" y="14256"/>
                </a:lnTo>
                <a:lnTo>
                  <a:pt x="100337" y="14043"/>
                </a:lnTo>
                <a:cubicBezTo>
                  <a:pt x="100307" y="13861"/>
                  <a:pt x="100246" y="13709"/>
                  <a:pt x="100094" y="13557"/>
                </a:cubicBezTo>
                <a:cubicBezTo>
                  <a:pt x="100064" y="13526"/>
                  <a:pt x="100094" y="13466"/>
                  <a:pt x="100185" y="13374"/>
                </a:cubicBezTo>
                <a:lnTo>
                  <a:pt x="100307" y="13374"/>
                </a:lnTo>
                <a:cubicBezTo>
                  <a:pt x="100367" y="13466"/>
                  <a:pt x="100428" y="13466"/>
                  <a:pt x="100428" y="13466"/>
                </a:cubicBezTo>
                <a:cubicBezTo>
                  <a:pt x="100519" y="13344"/>
                  <a:pt x="100611" y="13283"/>
                  <a:pt x="100702" y="13192"/>
                </a:cubicBezTo>
                <a:lnTo>
                  <a:pt x="100945" y="13040"/>
                </a:lnTo>
                <a:lnTo>
                  <a:pt x="100945" y="13010"/>
                </a:lnTo>
                <a:cubicBezTo>
                  <a:pt x="100945" y="12933"/>
                  <a:pt x="100687" y="12813"/>
                  <a:pt x="100533" y="12813"/>
                </a:cubicBezTo>
                <a:cubicBezTo>
                  <a:pt x="100504" y="12813"/>
                  <a:pt x="100478" y="12818"/>
                  <a:pt x="100459" y="12827"/>
                </a:cubicBezTo>
                <a:lnTo>
                  <a:pt x="100398" y="12827"/>
                </a:lnTo>
                <a:cubicBezTo>
                  <a:pt x="100367" y="12888"/>
                  <a:pt x="100337" y="12979"/>
                  <a:pt x="100337" y="13070"/>
                </a:cubicBezTo>
                <a:lnTo>
                  <a:pt x="100246" y="13101"/>
                </a:lnTo>
                <a:cubicBezTo>
                  <a:pt x="100185" y="13101"/>
                  <a:pt x="100094" y="13101"/>
                  <a:pt x="100064" y="13070"/>
                </a:cubicBezTo>
                <a:cubicBezTo>
                  <a:pt x="100033" y="13010"/>
                  <a:pt x="100033" y="12949"/>
                  <a:pt x="100064" y="12918"/>
                </a:cubicBezTo>
                <a:cubicBezTo>
                  <a:pt x="100094" y="12858"/>
                  <a:pt x="100124" y="12827"/>
                  <a:pt x="100185" y="12797"/>
                </a:cubicBezTo>
                <a:lnTo>
                  <a:pt x="100337" y="12706"/>
                </a:lnTo>
                <a:cubicBezTo>
                  <a:pt x="100550" y="12614"/>
                  <a:pt x="100459" y="12523"/>
                  <a:pt x="100398" y="12493"/>
                </a:cubicBezTo>
                <a:cubicBezTo>
                  <a:pt x="100307" y="12493"/>
                  <a:pt x="100307" y="12341"/>
                  <a:pt x="100337" y="12280"/>
                </a:cubicBezTo>
                <a:cubicBezTo>
                  <a:pt x="100367" y="12250"/>
                  <a:pt x="100185" y="12189"/>
                  <a:pt x="100155" y="12189"/>
                </a:cubicBezTo>
                <a:cubicBezTo>
                  <a:pt x="100094" y="12159"/>
                  <a:pt x="100155" y="12067"/>
                  <a:pt x="100185" y="12037"/>
                </a:cubicBezTo>
                <a:cubicBezTo>
                  <a:pt x="100216" y="12007"/>
                  <a:pt x="100185" y="11915"/>
                  <a:pt x="100124" y="11855"/>
                </a:cubicBezTo>
                <a:lnTo>
                  <a:pt x="100003" y="11915"/>
                </a:lnTo>
                <a:cubicBezTo>
                  <a:pt x="99957" y="11961"/>
                  <a:pt x="99896" y="11984"/>
                  <a:pt x="99832" y="11984"/>
                </a:cubicBezTo>
                <a:cubicBezTo>
                  <a:pt x="99767" y="11984"/>
                  <a:pt x="99699" y="11961"/>
                  <a:pt x="99638" y="11915"/>
                </a:cubicBezTo>
                <a:cubicBezTo>
                  <a:pt x="99632" y="11909"/>
                  <a:pt x="99625" y="11907"/>
                  <a:pt x="99617" y="11907"/>
                </a:cubicBezTo>
                <a:cubicBezTo>
                  <a:pt x="99586" y="11907"/>
                  <a:pt x="99547" y="11946"/>
                  <a:pt x="99547" y="11946"/>
                </a:cubicBezTo>
                <a:cubicBezTo>
                  <a:pt x="99542" y="11950"/>
                  <a:pt x="99536" y="11952"/>
                  <a:pt x="99529" y="11952"/>
                </a:cubicBezTo>
                <a:cubicBezTo>
                  <a:pt x="99484" y="11952"/>
                  <a:pt x="99390" y="11885"/>
                  <a:pt x="99364" y="11885"/>
                </a:cubicBezTo>
                <a:lnTo>
                  <a:pt x="99121" y="11885"/>
                </a:lnTo>
                <a:cubicBezTo>
                  <a:pt x="99060" y="11855"/>
                  <a:pt x="99000" y="11763"/>
                  <a:pt x="98969" y="11703"/>
                </a:cubicBezTo>
                <a:cubicBezTo>
                  <a:pt x="98951" y="11667"/>
                  <a:pt x="98934" y="11652"/>
                  <a:pt x="98910" y="11652"/>
                </a:cubicBezTo>
                <a:cubicBezTo>
                  <a:pt x="98893" y="11652"/>
                  <a:pt x="98873" y="11660"/>
                  <a:pt x="98848" y="11672"/>
                </a:cubicBezTo>
                <a:lnTo>
                  <a:pt x="98817" y="11703"/>
                </a:lnTo>
                <a:cubicBezTo>
                  <a:pt x="98787" y="11794"/>
                  <a:pt x="98726" y="11855"/>
                  <a:pt x="98696" y="11915"/>
                </a:cubicBezTo>
                <a:cubicBezTo>
                  <a:pt x="98681" y="11931"/>
                  <a:pt x="98658" y="11938"/>
                  <a:pt x="98635" y="11938"/>
                </a:cubicBezTo>
                <a:cubicBezTo>
                  <a:pt x="98612" y="11938"/>
                  <a:pt x="98589" y="11931"/>
                  <a:pt x="98574" y="11915"/>
                </a:cubicBezTo>
                <a:cubicBezTo>
                  <a:pt x="98513" y="11915"/>
                  <a:pt x="98513" y="11824"/>
                  <a:pt x="98513" y="11824"/>
                </a:cubicBezTo>
                <a:cubicBezTo>
                  <a:pt x="98696" y="11703"/>
                  <a:pt x="98605" y="11520"/>
                  <a:pt x="98605" y="11399"/>
                </a:cubicBezTo>
                <a:cubicBezTo>
                  <a:pt x="98516" y="11386"/>
                  <a:pt x="98433" y="11379"/>
                  <a:pt x="98351" y="11379"/>
                </a:cubicBezTo>
                <a:cubicBezTo>
                  <a:pt x="98235" y="11379"/>
                  <a:pt x="98121" y="11393"/>
                  <a:pt x="97997" y="11429"/>
                </a:cubicBezTo>
                <a:lnTo>
                  <a:pt x="97814" y="11459"/>
                </a:lnTo>
                <a:lnTo>
                  <a:pt x="97784" y="11459"/>
                </a:lnTo>
                <a:cubicBezTo>
                  <a:pt x="97781" y="11462"/>
                  <a:pt x="97778" y="11463"/>
                  <a:pt x="97774" y="11463"/>
                </a:cubicBezTo>
                <a:cubicBezTo>
                  <a:pt x="97738" y="11463"/>
                  <a:pt x="97660" y="11332"/>
                  <a:pt x="97632" y="11277"/>
                </a:cubicBezTo>
                <a:cubicBezTo>
                  <a:pt x="97622" y="11258"/>
                  <a:pt x="97595" y="11251"/>
                  <a:pt x="97561" y="11251"/>
                </a:cubicBezTo>
                <a:cubicBezTo>
                  <a:pt x="97484" y="11251"/>
                  <a:pt x="97370" y="11286"/>
                  <a:pt x="97328" y="11307"/>
                </a:cubicBezTo>
                <a:lnTo>
                  <a:pt x="97054" y="11429"/>
                </a:lnTo>
                <a:lnTo>
                  <a:pt x="97024" y="11429"/>
                </a:lnTo>
                <a:lnTo>
                  <a:pt x="96994" y="11399"/>
                </a:lnTo>
                <a:cubicBezTo>
                  <a:pt x="96983" y="11377"/>
                  <a:pt x="96957" y="11367"/>
                  <a:pt x="96921" y="11367"/>
                </a:cubicBezTo>
                <a:cubicBezTo>
                  <a:pt x="96856" y="11367"/>
                  <a:pt x="96757" y="11401"/>
                  <a:pt x="96659" y="11459"/>
                </a:cubicBezTo>
                <a:cubicBezTo>
                  <a:pt x="96623" y="11414"/>
                  <a:pt x="96586" y="11398"/>
                  <a:pt x="96549" y="11398"/>
                </a:cubicBezTo>
                <a:cubicBezTo>
                  <a:pt x="96474" y="11398"/>
                  <a:pt x="96399" y="11463"/>
                  <a:pt x="96323" y="11463"/>
                </a:cubicBezTo>
                <a:cubicBezTo>
                  <a:pt x="96314" y="11463"/>
                  <a:pt x="96304" y="11462"/>
                  <a:pt x="96294" y="11459"/>
                </a:cubicBezTo>
                <a:cubicBezTo>
                  <a:pt x="96234" y="11459"/>
                  <a:pt x="96203" y="11459"/>
                  <a:pt x="96173" y="11520"/>
                </a:cubicBezTo>
                <a:lnTo>
                  <a:pt x="96173" y="11551"/>
                </a:lnTo>
                <a:cubicBezTo>
                  <a:pt x="96203" y="11581"/>
                  <a:pt x="96446" y="11611"/>
                  <a:pt x="96446" y="11672"/>
                </a:cubicBezTo>
                <a:cubicBezTo>
                  <a:pt x="96446" y="11717"/>
                  <a:pt x="96463" y="11745"/>
                  <a:pt x="96483" y="11745"/>
                </a:cubicBezTo>
                <a:cubicBezTo>
                  <a:pt x="96491" y="11745"/>
                  <a:pt x="96499" y="11741"/>
                  <a:pt x="96507" y="11733"/>
                </a:cubicBezTo>
                <a:lnTo>
                  <a:pt x="96507" y="11703"/>
                </a:lnTo>
                <a:cubicBezTo>
                  <a:pt x="96507" y="11617"/>
                  <a:pt x="96492" y="11531"/>
                  <a:pt x="96558" y="11531"/>
                </a:cubicBezTo>
                <a:cubicBezTo>
                  <a:pt x="96586" y="11531"/>
                  <a:pt x="96627" y="11545"/>
                  <a:pt x="96690" y="11581"/>
                </a:cubicBezTo>
                <a:lnTo>
                  <a:pt x="96872" y="11581"/>
                </a:lnTo>
                <a:cubicBezTo>
                  <a:pt x="96994" y="11581"/>
                  <a:pt x="97085" y="11611"/>
                  <a:pt x="97206" y="11672"/>
                </a:cubicBezTo>
                <a:lnTo>
                  <a:pt x="97298" y="11733"/>
                </a:lnTo>
                <a:cubicBezTo>
                  <a:pt x="97298" y="11763"/>
                  <a:pt x="97237" y="11824"/>
                  <a:pt x="97206" y="11824"/>
                </a:cubicBezTo>
                <a:cubicBezTo>
                  <a:pt x="97201" y="11830"/>
                  <a:pt x="97194" y="11832"/>
                  <a:pt x="97185" y="11832"/>
                </a:cubicBezTo>
                <a:cubicBezTo>
                  <a:pt x="97144" y="11832"/>
                  <a:pt x="97069" y="11778"/>
                  <a:pt x="96994" y="11703"/>
                </a:cubicBezTo>
                <a:lnTo>
                  <a:pt x="96963" y="11703"/>
                </a:lnTo>
                <a:lnTo>
                  <a:pt x="96720" y="11794"/>
                </a:lnTo>
                <a:cubicBezTo>
                  <a:pt x="96586" y="11844"/>
                  <a:pt x="96452" y="11867"/>
                  <a:pt x="96318" y="11867"/>
                </a:cubicBezTo>
                <a:cubicBezTo>
                  <a:pt x="96209" y="11867"/>
                  <a:pt x="96100" y="11852"/>
                  <a:pt x="95991" y="11824"/>
                </a:cubicBezTo>
                <a:cubicBezTo>
                  <a:pt x="95930" y="11794"/>
                  <a:pt x="96051" y="11490"/>
                  <a:pt x="95930" y="11459"/>
                </a:cubicBezTo>
                <a:cubicBezTo>
                  <a:pt x="95901" y="11452"/>
                  <a:pt x="95874" y="11448"/>
                  <a:pt x="95849" y="11448"/>
                </a:cubicBezTo>
                <a:cubicBezTo>
                  <a:pt x="95767" y="11448"/>
                  <a:pt x="95703" y="11488"/>
                  <a:pt x="95656" y="11581"/>
                </a:cubicBezTo>
                <a:cubicBezTo>
                  <a:pt x="95656" y="11590"/>
                  <a:pt x="95643" y="11594"/>
                  <a:pt x="95623" y="11594"/>
                </a:cubicBezTo>
                <a:cubicBezTo>
                  <a:pt x="95575" y="11594"/>
                  <a:pt x="95486" y="11572"/>
                  <a:pt x="95443" y="11551"/>
                </a:cubicBezTo>
                <a:cubicBezTo>
                  <a:pt x="95413" y="11490"/>
                  <a:pt x="95383" y="11399"/>
                  <a:pt x="95413" y="11338"/>
                </a:cubicBezTo>
                <a:lnTo>
                  <a:pt x="95413" y="11338"/>
                </a:lnTo>
                <a:lnTo>
                  <a:pt x="95322" y="11368"/>
                </a:lnTo>
                <a:lnTo>
                  <a:pt x="95018" y="11520"/>
                </a:lnTo>
                <a:cubicBezTo>
                  <a:pt x="94744" y="11459"/>
                  <a:pt x="94501" y="11429"/>
                  <a:pt x="94228" y="11429"/>
                </a:cubicBezTo>
                <a:cubicBezTo>
                  <a:pt x="94167" y="11490"/>
                  <a:pt x="94136" y="11581"/>
                  <a:pt x="94136" y="11672"/>
                </a:cubicBezTo>
                <a:lnTo>
                  <a:pt x="93984" y="11611"/>
                </a:lnTo>
                <a:cubicBezTo>
                  <a:pt x="93924" y="11581"/>
                  <a:pt x="93924" y="11490"/>
                  <a:pt x="93893" y="11399"/>
                </a:cubicBezTo>
                <a:cubicBezTo>
                  <a:pt x="93832" y="11459"/>
                  <a:pt x="93772" y="11520"/>
                  <a:pt x="93711" y="11581"/>
                </a:cubicBezTo>
                <a:cubicBezTo>
                  <a:pt x="93649" y="11643"/>
                  <a:pt x="93671" y="11732"/>
                  <a:pt x="93729" y="11793"/>
                </a:cubicBezTo>
                <a:lnTo>
                  <a:pt x="93729" y="11793"/>
                </a:lnTo>
                <a:cubicBezTo>
                  <a:pt x="93750" y="11772"/>
                  <a:pt x="93773" y="11753"/>
                  <a:pt x="93802" y="11733"/>
                </a:cubicBezTo>
                <a:cubicBezTo>
                  <a:pt x="93832" y="11733"/>
                  <a:pt x="93863" y="11794"/>
                  <a:pt x="93863" y="11855"/>
                </a:cubicBezTo>
                <a:lnTo>
                  <a:pt x="94015" y="11855"/>
                </a:lnTo>
                <a:lnTo>
                  <a:pt x="94197" y="11794"/>
                </a:lnTo>
                <a:cubicBezTo>
                  <a:pt x="94254" y="11786"/>
                  <a:pt x="94311" y="11782"/>
                  <a:pt x="94361" y="11782"/>
                </a:cubicBezTo>
                <a:cubicBezTo>
                  <a:pt x="94498" y="11782"/>
                  <a:pt x="94582" y="11810"/>
                  <a:pt x="94471" y="11855"/>
                </a:cubicBezTo>
                <a:cubicBezTo>
                  <a:pt x="94427" y="11872"/>
                  <a:pt x="94313" y="11894"/>
                  <a:pt x="94168" y="11918"/>
                </a:cubicBezTo>
                <a:lnTo>
                  <a:pt x="94168" y="11918"/>
                </a:lnTo>
                <a:cubicBezTo>
                  <a:pt x="94059" y="11901"/>
                  <a:pt x="93948" y="11880"/>
                  <a:pt x="93832" y="11855"/>
                </a:cubicBezTo>
                <a:cubicBezTo>
                  <a:pt x="93793" y="11845"/>
                  <a:pt x="93757" y="11822"/>
                  <a:pt x="93729" y="11793"/>
                </a:cubicBezTo>
                <a:lnTo>
                  <a:pt x="93729" y="11793"/>
                </a:lnTo>
                <a:cubicBezTo>
                  <a:pt x="93685" y="11836"/>
                  <a:pt x="93651" y="11884"/>
                  <a:pt x="93589" y="11946"/>
                </a:cubicBezTo>
                <a:lnTo>
                  <a:pt x="93559" y="12007"/>
                </a:lnTo>
                <a:cubicBezTo>
                  <a:pt x="93559" y="12007"/>
                  <a:pt x="93560" y="12008"/>
                  <a:pt x="93560" y="12008"/>
                </a:cubicBezTo>
                <a:lnTo>
                  <a:pt x="93560" y="12008"/>
                </a:lnTo>
                <a:cubicBezTo>
                  <a:pt x="93753" y="11981"/>
                  <a:pt x="93984" y="11948"/>
                  <a:pt x="94168" y="11918"/>
                </a:cubicBezTo>
                <a:lnTo>
                  <a:pt x="94168" y="11918"/>
                </a:lnTo>
                <a:cubicBezTo>
                  <a:pt x="94318" y="11941"/>
                  <a:pt x="94465" y="11959"/>
                  <a:pt x="94623" y="11976"/>
                </a:cubicBezTo>
                <a:lnTo>
                  <a:pt x="94532" y="12037"/>
                </a:lnTo>
                <a:lnTo>
                  <a:pt x="94319" y="12128"/>
                </a:lnTo>
                <a:cubicBezTo>
                  <a:pt x="94319" y="12010"/>
                  <a:pt x="94246" y="11966"/>
                  <a:pt x="94199" y="11966"/>
                </a:cubicBezTo>
                <a:cubicBezTo>
                  <a:pt x="94185" y="11966"/>
                  <a:pt x="94174" y="11969"/>
                  <a:pt x="94167" y="11976"/>
                </a:cubicBezTo>
                <a:cubicBezTo>
                  <a:pt x="94167" y="12005"/>
                  <a:pt x="93981" y="12192"/>
                  <a:pt x="93858" y="12192"/>
                </a:cubicBezTo>
                <a:cubicBezTo>
                  <a:pt x="93849" y="12192"/>
                  <a:pt x="93840" y="12191"/>
                  <a:pt x="93832" y="12189"/>
                </a:cubicBezTo>
                <a:cubicBezTo>
                  <a:pt x="93742" y="12159"/>
                  <a:pt x="93622" y="12069"/>
                  <a:pt x="93560" y="12008"/>
                </a:cubicBezTo>
                <a:lnTo>
                  <a:pt x="93560" y="12008"/>
                </a:lnTo>
                <a:cubicBezTo>
                  <a:pt x="93375" y="12035"/>
                  <a:pt x="93226" y="12057"/>
                  <a:pt x="93194" y="12067"/>
                </a:cubicBezTo>
                <a:cubicBezTo>
                  <a:pt x="93183" y="12070"/>
                  <a:pt x="93175" y="12071"/>
                  <a:pt x="93169" y="12071"/>
                </a:cubicBezTo>
                <a:cubicBezTo>
                  <a:pt x="93104" y="12071"/>
                  <a:pt x="93260" y="11940"/>
                  <a:pt x="93316" y="11885"/>
                </a:cubicBezTo>
                <a:cubicBezTo>
                  <a:pt x="93373" y="11856"/>
                  <a:pt x="93185" y="11609"/>
                  <a:pt x="93062" y="11609"/>
                </a:cubicBezTo>
                <a:cubicBezTo>
                  <a:pt x="93055" y="11609"/>
                  <a:pt x="93049" y="11610"/>
                  <a:pt x="93042" y="11611"/>
                </a:cubicBezTo>
                <a:cubicBezTo>
                  <a:pt x="92921" y="11611"/>
                  <a:pt x="92860" y="11490"/>
                  <a:pt x="92890" y="11277"/>
                </a:cubicBezTo>
                <a:lnTo>
                  <a:pt x="92921" y="11247"/>
                </a:lnTo>
                <a:cubicBezTo>
                  <a:pt x="92981" y="11216"/>
                  <a:pt x="92981" y="11125"/>
                  <a:pt x="92981" y="11095"/>
                </a:cubicBezTo>
                <a:lnTo>
                  <a:pt x="92921" y="11034"/>
                </a:lnTo>
                <a:cubicBezTo>
                  <a:pt x="92884" y="10997"/>
                  <a:pt x="92839" y="10983"/>
                  <a:pt x="92793" y="10983"/>
                </a:cubicBezTo>
                <a:cubicBezTo>
                  <a:pt x="92685" y="10983"/>
                  <a:pt x="92568" y="11061"/>
                  <a:pt x="92525" y="11125"/>
                </a:cubicBezTo>
                <a:cubicBezTo>
                  <a:pt x="92519" y="11149"/>
                  <a:pt x="92516" y="11173"/>
                  <a:pt x="92515" y="11196"/>
                </a:cubicBezTo>
                <a:lnTo>
                  <a:pt x="92515" y="11196"/>
                </a:lnTo>
                <a:cubicBezTo>
                  <a:pt x="92529" y="11194"/>
                  <a:pt x="92542" y="11193"/>
                  <a:pt x="92556" y="11193"/>
                </a:cubicBezTo>
                <a:cubicBezTo>
                  <a:pt x="92594" y="11193"/>
                  <a:pt x="92632" y="11201"/>
                  <a:pt x="92677" y="11216"/>
                </a:cubicBezTo>
                <a:lnTo>
                  <a:pt x="92677" y="11247"/>
                </a:lnTo>
                <a:cubicBezTo>
                  <a:pt x="92677" y="11277"/>
                  <a:pt x="92647" y="11338"/>
                  <a:pt x="92617" y="11338"/>
                </a:cubicBezTo>
                <a:lnTo>
                  <a:pt x="92556" y="11338"/>
                </a:lnTo>
                <a:cubicBezTo>
                  <a:pt x="92543" y="11321"/>
                  <a:pt x="92532" y="11306"/>
                  <a:pt x="92522" y="11290"/>
                </a:cubicBezTo>
                <a:lnTo>
                  <a:pt x="92522" y="11290"/>
                </a:lnTo>
                <a:cubicBezTo>
                  <a:pt x="92536" y="11352"/>
                  <a:pt x="92567" y="11410"/>
                  <a:pt x="92617" y="11459"/>
                </a:cubicBezTo>
                <a:lnTo>
                  <a:pt x="92434" y="11642"/>
                </a:lnTo>
                <a:lnTo>
                  <a:pt x="92039" y="11429"/>
                </a:lnTo>
                <a:lnTo>
                  <a:pt x="91796" y="11338"/>
                </a:lnTo>
                <a:cubicBezTo>
                  <a:pt x="91674" y="11459"/>
                  <a:pt x="91553" y="11520"/>
                  <a:pt x="91370" y="11551"/>
                </a:cubicBezTo>
                <a:lnTo>
                  <a:pt x="91340" y="11520"/>
                </a:lnTo>
                <a:lnTo>
                  <a:pt x="91249" y="11429"/>
                </a:lnTo>
                <a:cubicBezTo>
                  <a:pt x="91401" y="11277"/>
                  <a:pt x="91614" y="11186"/>
                  <a:pt x="91857" y="11155"/>
                </a:cubicBezTo>
                <a:lnTo>
                  <a:pt x="92039" y="11216"/>
                </a:lnTo>
                <a:cubicBezTo>
                  <a:pt x="92061" y="11221"/>
                  <a:pt x="92082" y="11223"/>
                  <a:pt x="92100" y="11223"/>
                </a:cubicBezTo>
                <a:cubicBezTo>
                  <a:pt x="92191" y="11223"/>
                  <a:pt x="92245" y="11180"/>
                  <a:pt x="92305" y="11180"/>
                </a:cubicBezTo>
                <a:cubicBezTo>
                  <a:pt x="92317" y="11180"/>
                  <a:pt x="92330" y="11181"/>
                  <a:pt x="92343" y="11186"/>
                </a:cubicBezTo>
                <a:lnTo>
                  <a:pt x="92434" y="11216"/>
                </a:lnTo>
                <a:cubicBezTo>
                  <a:pt x="92448" y="11212"/>
                  <a:pt x="92462" y="11208"/>
                  <a:pt x="92474" y="11204"/>
                </a:cubicBezTo>
                <a:lnTo>
                  <a:pt x="92474" y="11204"/>
                </a:lnTo>
                <a:cubicBezTo>
                  <a:pt x="92487" y="11232"/>
                  <a:pt x="92503" y="11260"/>
                  <a:pt x="92522" y="11290"/>
                </a:cubicBezTo>
                <a:lnTo>
                  <a:pt x="92522" y="11290"/>
                </a:lnTo>
                <a:cubicBezTo>
                  <a:pt x="92515" y="11260"/>
                  <a:pt x="92513" y="11228"/>
                  <a:pt x="92515" y="11196"/>
                </a:cubicBezTo>
                <a:lnTo>
                  <a:pt x="92515" y="11196"/>
                </a:lnTo>
                <a:cubicBezTo>
                  <a:pt x="92502" y="11198"/>
                  <a:pt x="92488" y="11201"/>
                  <a:pt x="92474" y="11204"/>
                </a:cubicBezTo>
                <a:lnTo>
                  <a:pt x="92474" y="11204"/>
                </a:lnTo>
                <a:cubicBezTo>
                  <a:pt x="92445" y="11140"/>
                  <a:pt x="92434" y="11077"/>
                  <a:pt x="92434" y="11004"/>
                </a:cubicBezTo>
                <a:lnTo>
                  <a:pt x="92343" y="10943"/>
                </a:lnTo>
                <a:lnTo>
                  <a:pt x="92313" y="10912"/>
                </a:lnTo>
                <a:cubicBezTo>
                  <a:pt x="92221" y="10943"/>
                  <a:pt x="92130" y="10973"/>
                  <a:pt x="92069" y="11064"/>
                </a:cubicBezTo>
                <a:lnTo>
                  <a:pt x="91948" y="11064"/>
                </a:lnTo>
                <a:lnTo>
                  <a:pt x="91674" y="11095"/>
                </a:lnTo>
                <a:cubicBezTo>
                  <a:pt x="91401" y="10943"/>
                  <a:pt x="91370" y="10791"/>
                  <a:pt x="91614" y="10791"/>
                </a:cubicBezTo>
                <a:lnTo>
                  <a:pt x="91917" y="10791"/>
                </a:lnTo>
                <a:cubicBezTo>
                  <a:pt x="92009" y="10730"/>
                  <a:pt x="92039" y="10608"/>
                  <a:pt x="92069" y="10517"/>
                </a:cubicBezTo>
                <a:lnTo>
                  <a:pt x="92069" y="10426"/>
                </a:lnTo>
                <a:cubicBezTo>
                  <a:pt x="92069" y="10365"/>
                  <a:pt x="92039" y="10335"/>
                  <a:pt x="91978" y="10335"/>
                </a:cubicBezTo>
                <a:lnTo>
                  <a:pt x="91796" y="10335"/>
                </a:lnTo>
                <a:lnTo>
                  <a:pt x="91705" y="10274"/>
                </a:lnTo>
                <a:cubicBezTo>
                  <a:pt x="91669" y="10283"/>
                  <a:pt x="91633" y="10287"/>
                  <a:pt x="91599" y="10287"/>
                </a:cubicBezTo>
                <a:cubicBezTo>
                  <a:pt x="91515" y="10287"/>
                  <a:pt x="91435" y="10265"/>
                  <a:pt x="91370" y="10244"/>
                </a:cubicBezTo>
                <a:lnTo>
                  <a:pt x="91279" y="10213"/>
                </a:lnTo>
                <a:lnTo>
                  <a:pt x="91249" y="10213"/>
                </a:lnTo>
                <a:cubicBezTo>
                  <a:pt x="91218" y="10213"/>
                  <a:pt x="91006" y="10335"/>
                  <a:pt x="90914" y="10335"/>
                </a:cubicBezTo>
                <a:cubicBezTo>
                  <a:pt x="90762" y="10274"/>
                  <a:pt x="90610" y="10274"/>
                  <a:pt x="90458" y="10274"/>
                </a:cubicBezTo>
                <a:lnTo>
                  <a:pt x="90307" y="10365"/>
                </a:lnTo>
                <a:lnTo>
                  <a:pt x="90276" y="10396"/>
                </a:lnTo>
                <a:cubicBezTo>
                  <a:pt x="90185" y="10365"/>
                  <a:pt x="90215" y="10274"/>
                  <a:pt x="90337" y="10183"/>
                </a:cubicBezTo>
                <a:lnTo>
                  <a:pt x="90458" y="10183"/>
                </a:lnTo>
                <a:cubicBezTo>
                  <a:pt x="90489" y="10152"/>
                  <a:pt x="90337" y="10122"/>
                  <a:pt x="90307" y="10122"/>
                </a:cubicBezTo>
                <a:cubicBezTo>
                  <a:pt x="90246" y="10092"/>
                  <a:pt x="90246" y="10031"/>
                  <a:pt x="90246" y="10000"/>
                </a:cubicBezTo>
                <a:cubicBezTo>
                  <a:pt x="90276" y="9970"/>
                  <a:pt x="90215" y="9970"/>
                  <a:pt x="90124" y="9970"/>
                </a:cubicBezTo>
                <a:lnTo>
                  <a:pt x="90124" y="10000"/>
                </a:lnTo>
                <a:lnTo>
                  <a:pt x="90094" y="10061"/>
                </a:lnTo>
                <a:cubicBezTo>
                  <a:pt x="90094" y="10082"/>
                  <a:pt x="90078" y="10090"/>
                  <a:pt x="90053" y="10090"/>
                </a:cubicBezTo>
                <a:cubicBezTo>
                  <a:pt x="89966" y="10090"/>
                  <a:pt x="89762" y="9994"/>
                  <a:pt x="89668" y="9970"/>
                </a:cubicBezTo>
                <a:cubicBezTo>
                  <a:pt x="89648" y="9966"/>
                  <a:pt x="89628" y="9964"/>
                  <a:pt x="89608" y="9964"/>
                </a:cubicBezTo>
                <a:cubicBezTo>
                  <a:pt x="89478" y="9964"/>
                  <a:pt x="89356" y="10047"/>
                  <a:pt x="89303" y="10152"/>
                </a:cubicBezTo>
                <a:lnTo>
                  <a:pt x="89182" y="10244"/>
                </a:lnTo>
                <a:lnTo>
                  <a:pt x="89091" y="10304"/>
                </a:lnTo>
                <a:cubicBezTo>
                  <a:pt x="89013" y="10281"/>
                  <a:pt x="88928" y="10246"/>
                  <a:pt x="88845" y="10206"/>
                </a:cubicBezTo>
                <a:lnTo>
                  <a:pt x="88845" y="10206"/>
                </a:lnTo>
                <a:cubicBezTo>
                  <a:pt x="88832" y="10229"/>
                  <a:pt x="88813" y="10244"/>
                  <a:pt x="88787" y="10244"/>
                </a:cubicBezTo>
                <a:cubicBezTo>
                  <a:pt x="88780" y="10247"/>
                  <a:pt x="88774" y="10248"/>
                  <a:pt x="88769" y="10248"/>
                </a:cubicBezTo>
                <a:cubicBezTo>
                  <a:pt x="88741" y="10248"/>
                  <a:pt x="88722" y="10213"/>
                  <a:pt x="88710" y="10159"/>
                </a:cubicBezTo>
                <a:lnTo>
                  <a:pt x="88710" y="10159"/>
                </a:lnTo>
                <a:cubicBezTo>
                  <a:pt x="88723" y="10158"/>
                  <a:pt x="88737" y="10157"/>
                  <a:pt x="88750" y="10156"/>
                </a:cubicBezTo>
                <a:lnTo>
                  <a:pt x="88750" y="10156"/>
                </a:lnTo>
                <a:cubicBezTo>
                  <a:pt x="88735" y="10148"/>
                  <a:pt x="88719" y="10139"/>
                  <a:pt x="88704" y="10130"/>
                </a:cubicBezTo>
                <a:lnTo>
                  <a:pt x="88704" y="10130"/>
                </a:lnTo>
                <a:cubicBezTo>
                  <a:pt x="88699" y="10093"/>
                  <a:pt x="88696" y="10048"/>
                  <a:pt x="88696" y="10000"/>
                </a:cubicBezTo>
                <a:lnTo>
                  <a:pt x="88600" y="10064"/>
                </a:lnTo>
                <a:lnTo>
                  <a:pt x="88600" y="10064"/>
                </a:lnTo>
                <a:cubicBezTo>
                  <a:pt x="88481" y="9983"/>
                  <a:pt x="88410" y="9907"/>
                  <a:pt x="88452" y="9879"/>
                </a:cubicBezTo>
                <a:cubicBezTo>
                  <a:pt x="88507" y="9825"/>
                  <a:pt x="88658" y="9722"/>
                  <a:pt x="88711" y="9722"/>
                </a:cubicBezTo>
                <a:cubicBezTo>
                  <a:pt x="88718" y="9722"/>
                  <a:pt x="88723" y="9724"/>
                  <a:pt x="88726" y="9727"/>
                </a:cubicBezTo>
                <a:cubicBezTo>
                  <a:pt x="88787" y="9788"/>
                  <a:pt x="88848" y="9879"/>
                  <a:pt x="88878" y="10000"/>
                </a:cubicBezTo>
                <a:cubicBezTo>
                  <a:pt x="88878" y="10032"/>
                  <a:pt x="88878" y="10098"/>
                  <a:pt x="88865" y="10153"/>
                </a:cubicBezTo>
                <a:lnTo>
                  <a:pt x="88865" y="10153"/>
                </a:lnTo>
                <a:cubicBezTo>
                  <a:pt x="88900" y="10152"/>
                  <a:pt x="88934" y="10152"/>
                  <a:pt x="88969" y="10152"/>
                </a:cubicBezTo>
                <a:lnTo>
                  <a:pt x="88969" y="10122"/>
                </a:lnTo>
                <a:lnTo>
                  <a:pt x="88969" y="10000"/>
                </a:lnTo>
                <a:cubicBezTo>
                  <a:pt x="89000" y="9848"/>
                  <a:pt x="89060" y="9727"/>
                  <a:pt x="89151" y="9666"/>
                </a:cubicBezTo>
                <a:cubicBezTo>
                  <a:pt x="89163" y="9661"/>
                  <a:pt x="89174" y="9658"/>
                  <a:pt x="89185" y="9658"/>
                </a:cubicBezTo>
                <a:cubicBezTo>
                  <a:pt x="89234" y="9658"/>
                  <a:pt x="89279" y="9708"/>
                  <a:pt x="89303" y="9757"/>
                </a:cubicBezTo>
                <a:lnTo>
                  <a:pt x="89395" y="9696"/>
                </a:lnTo>
                <a:cubicBezTo>
                  <a:pt x="89425" y="9666"/>
                  <a:pt x="89425" y="9605"/>
                  <a:pt x="89486" y="9605"/>
                </a:cubicBezTo>
                <a:lnTo>
                  <a:pt x="89607" y="9575"/>
                </a:lnTo>
                <a:cubicBezTo>
                  <a:pt x="89759" y="9545"/>
                  <a:pt x="89942" y="9453"/>
                  <a:pt x="90033" y="9423"/>
                </a:cubicBezTo>
                <a:lnTo>
                  <a:pt x="90124" y="9514"/>
                </a:lnTo>
                <a:cubicBezTo>
                  <a:pt x="90165" y="9514"/>
                  <a:pt x="90219" y="9528"/>
                  <a:pt x="90268" y="9528"/>
                </a:cubicBezTo>
                <a:cubicBezTo>
                  <a:pt x="90293" y="9528"/>
                  <a:pt x="90317" y="9524"/>
                  <a:pt x="90337" y="9514"/>
                </a:cubicBezTo>
                <a:lnTo>
                  <a:pt x="90458" y="9514"/>
                </a:lnTo>
                <a:cubicBezTo>
                  <a:pt x="90550" y="9529"/>
                  <a:pt x="90641" y="9537"/>
                  <a:pt x="90732" y="9537"/>
                </a:cubicBezTo>
                <a:cubicBezTo>
                  <a:pt x="90823" y="9537"/>
                  <a:pt x="90914" y="9529"/>
                  <a:pt x="91006" y="9514"/>
                </a:cubicBezTo>
                <a:cubicBezTo>
                  <a:pt x="91092" y="9493"/>
                  <a:pt x="91162" y="9471"/>
                  <a:pt x="91239" y="9471"/>
                </a:cubicBezTo>
                <a:cubicBezTo>
                  <a:pt x="91271" y="9471"/>
                  <a:pt x="91304" y="9475"/>
                  <a:pt x="91340" y="9484"/>
                </a:cubicBezTo>
                <a:cubicBezTo>
                  <a:pt x="91462" y="9514"/>
                  <a:pt x="91583" y="9545"/>
                  <a:pt x="91735" y="9575"/>
                </a:cubicBezTo>
                <a:cubicBezTo>
                  <a:pt x="91766" y="9560"/>
                  <a:pt x="91804" y="9552"/>
                  <a:pt x="91845" y="9552"/>
                </a:cubicBezTo>
                <a:cubicBezTo>
                  <a:pt x="91887" y="9552"/>
                  <a:pt x="91933" y="9560"/>
                  <a:pt x="91978" y="9575"/>
                </a:cubicBezTo>
                <a:lnTo>
                  <a:pt x="92009" y="9575"/>
                </a:lnTo>
                <a:lnTo>
                  <a:pt x="92221" y="9423"/>
                </a:lnTo>
                <a:cubicBezTo>
                  <a:pt x="92434" y="9514"/>
                  <a:pt x="92647" y="9575"/>
                  <a:pt x="92708" y="9575"/>
                </a:cubicBezTo>
                <a:lnTo>
                  <a:pt x="92738" y="9575"/>
                </a:lnTo>
                <a:lnTo>
                  <a:pt x="92890" y="9453"/>
                </a:lnTo>
                <a:cubicBezTo>
                  <a:pt x="92966" y="9484"/>
                  <a:pt x="93042" y="9499"/>
                  <a:pt x="93122" y="9499"/>
                </a:cubicBezTo>
                <a:cubicBezTo>
                  <a:pt x="93202" y="9499"/>
                  <a:pt x="93285" y="9484"/>
                  <a:pt x="93376" y="9453"/>
                </a:cubicBezTo>
                <a:lnTo>
                  <a:pt x="93528" y="9545"/>
                </a:lnTo>
                <a:cubicBezTo>
                  <a:pt x="93533" y="9549"/>
                  <a:pt x="93540" y="9551"/>
                  <a:pt x="93549" y="9551"/>
                </a:cubicBezTo>
                <a:cubicBezTo>
                  <a:pt x="93576" y="9551"/>
                  <a:pt x="93621" y="9533"/>
                  <a:pt x="93668" y="9533"/>
                </a:cubicBezTo>
                <a:cubicBezTo>
                  <a:pt x="93703" y="9533"/>
                  <a:pt x="93739" y="9543"/>
                  <a:pt x="93772" y="9575"/>
                </a:cubicBezTo>
                <a:cubicBezTo>
                  <a:pt x="93772" y="9575"/>
                  <a:pt x="93962" y="9469"/>
                  <a:pt x="94095" y="9469"/>
                </a:cubicBezTo>
                <a:cubicBezTo>
                  <a:pt x="94122" y="9469"/>
                  <a:pt x="94147" y="9474"/>
                  <a:pt x="94167" y="9484"/>
                </a:cubicBezTo>
                <a:cubicBezTo>
                  <a:pt x="94192" y="9501"/>
                  <a:pt x="94220" y="9508"/>
                  <a:pt x="94248" y="9508"/>
                </a:cubicBezTo>
                <a:cubicBezTo>
                  <a:pt x="94319" y="9508"/>
                  <a:pt x="94388" y="9458"/>
                  <a:pt x="94410" y="9393"/>
                </a:cubicBezTo>
                <a:cubicBezTo>
                  <a:pt x="94562" y="9423"/>
                  <a:pt x="94653" y="9453"/>
                  <a:pt x="94775" y="9514"/>
                </a:cubicBezTo>
                <a:cubicBezTo>
                  <a:pt x="94791" y="9522"/>
                  <a:pt x="94806" y="9525"/>
                  <a:pt x="94821" y="9525"/>
                </a:cubicBezTo>
                <a:cubicBezTo>
                  <a:pt x="94889" y="9525"/>
                  <a:pt x="94950" y="9458"/>
                  <a:pt x="95015" y="9458"/>
                </a:cubicBezTo>
                <a:cubicBezTo>
                  <a:pt x="95045" y="9458"/>
                  <a:pt x="95076" y="9472"/>
                  <a:pt x="95109" y="9514"/>
                </a:cubicBezTo>
                <a:cubicBezTo>
                  <a:pt x="95231" y="9453"/>
                  <a:pt x="95322" y="9393"/>
                  <a:pt x="95443" y="9301"/>
                </a:cubicBezTo>
                <a:lnTo>
                  <a:pt x="95717" y="9301"/>
                </a:lnTo>
                <a:cubicBezTo>
                  <a:pt x="95899" y="9271"/>
                  <a:pt x="96051" y="9210"/>
                  <a:pt x="96203" y="9119"/>
                </a:cubicBezTo>
                <a:cubicBezTo>
                  <a:pt x="96264" y="9058"/>
                  <a:pt x="96203" y="8997"/>
                  <a:pt x="96082" y="8997"/>
                </a:cubicBezTo>
                <a:lnTo>
                  <a:pt x="96112" y="8845"/>
                </a:lnTo>
                <a:lnTo>
                  <a:pt x="96142" y="8724"/>
                </a:lnTo>
                <a:cubicBezTo>
                  <a:pt x="96142" y="8572"/>
                  <a:pt x="96082" y="8420"/>
                  <a:pt x="96021" y="8298"/>
                </a:cubicBezTo>
                <a:lnTo>
                  <a:pt x="96112" y="8207"/>
                </a:lnTo>
                <a:lnTo>
                  <a:pt x="96173" y="8146"/>
                </a:lnTo>
                <a:cubicBezTo>
                  <a:pt x="96203" y="8086"/>
                  <a:pt x="96325" y="7903"/>
                  <a:pt x="96325" y="7873"/>
                </a:cubicBezTo>
                <a:cubicBezTo>
                  <a:pt x="96325" y="7812"/>
                  <a:pt x="96416" y="7721"/>
                  <a:pt x="96538" y="7660"/>
                </a:cubicBezTo>
                <a:lnTo>
                  <a:pt x="96629" y="7599"/>
                </a:lnTo>
                <a:cubicBezTo>
                  <a:pt x="96720" y="7417"/>
                  <a:pt x="96781" y="7265"/>
                  <a:pt x="96811" y="7082"/>
                </a:cubicBezTo>
                <a:lnTo>
                  <a:pt x="96720" y="6991"/>
                </a:lnTo>
                <a:cubicBezTo>
                  <a:pt x="96750" y="6900"/>
                  <a:pt x="96842" y="6809"/>
                  <a:pt x="96933" y="6779"/>
                </a:cubicBezTo>
                <a:lnTo>
                  <a:pt x="97054" y="6779"/>
                </a:lnTo>
                <a:cubicBezTo>
                  <a:pt x="97115" y="6718"/>
                  <a:pt x="97024" y="6657"/>
                  <a:pt x="96994" y="6627"/>
                </a:cubicBezTo>
                <a:cubicBezTo>
                  <a:pt x="96963" y="6596"/>
                  <a:pt x="97237" y="6323"/>
                  <a:pt x="97358" y="6231"/>
                </a:cubicBezTo>
                <a:cubicBezTo>
                  <a:pt x="97480" y="6110"/>
                  <a:pt x="97450" y="5988"/>
                  <a:pt x="97419" y="5958"/>
                </a:cubicBezTo>
                <a:cubicBezTo>
                  <a:pt x="97358" y="5958"/>
                  <a:pt x="97358" y="5836"/>
                  <a:pt x="97419" y="5715"/>
                </a:cubicBezTo>
                <a:lnTo>
                  <a:pt x="97510" y="5654"/>
                </a:lnTo>
                <a:lnTo>
                  <a:pt x="97571" y="5593"/>
                </a:lnTo>
                <a:cubicBezTo>
                  <a:pt x="97693" y="5563"/>
                  <a:pt x="97753" y="5350"/>
                  <a:pt x="97693" y="5350"/>
                </a:cubicBezTo>
                <a:cubicBezTo>
                  <a:pt x="97632" y="5320"/>
                  <a:pt x="97571" y="5289"/>
                  <a:pt x="97510" y="5259"/>
                </a:cubicBezTo>
                <a:cubicBezTo>
                  <a:pt x="97510" y="5255"/>
                  <a:pt x="97509" y="5253"/>
                  <a:pt x="97506" y="5253"/>
                </a:cubicBezTo>
                <a:cubicBezTo>
                  <a:pt x="97486" y="5253"/>
                  <a:pt x="97407" y="5336"/>
                  <a:pt x="97328" y="5441"/>
                </a:cubicBezTo>
                <a:lnTo>
                  <a:pt x="97146" y="5350"/>
                </a:lnTo>
                <a:lnTo>
                  <a:pt x="97054" y="5289"/>
                </a:lnTo>
                <a:cubicBezTo>
                  <a:pt x="97115" y="5228"/>
                  <a:pt x="96872" y="5107"/>
                  <a:pt x="96750" y="5046"/>
                </a:cubicBezTo>
                <a:cubicBezTo>
                  <a:pt x="96629" y="5016"/>
                  <a:pt x="96902" y="4924"/>
                  <a:pt x="96994" y="4924"/>
                </a:cubicBezTo>
                <a:cubicBezTo>
                  <a:pt x="97010" y="4916"/>
                  <a:pt x="97048" y="4912"/>
                  <a:pt x="97096" y="4912"/>
                </a:cubicBezTo>
                <a:cubicBezTo>
                  <a:pt x="97226" y="4912"/>
                  <a:pt x="97427" y="4941"/>
                  <a:pt x="97450" y="4985"/>
                </a:cubicBezTo>
                <a:cubicBezTo>
                  <a:pt x="97461" y="5021"/>
                  <a:pt x="97483" y="5038"/>
                  <a:pt x="97508" y="5038"/>
                </a:cubicBezTo>
                <a:cubicBezTo>
                  <a:pt x="97547" y="5038"/>
                  <a:pt x="97595" y="4998"/>
                  <a:pt x="97632" y="4924"/>
                </a:cubicBezTo>
                <a:lnTo>
                  <a:pt x="97784" y="5016"/>
                </a:lnTo>
                <a:cubicBezTo>
                  <a:pt x="97784" y="5016"/>
                  <a:pt x="97784" y="5046"/>
                  <a:pt x="97814" y="5046"/>
                </a:cubicBezTo>
                <a:cubicBezTo>
                  <a:pt x="97852" y="5071"/>
                  <a:pt x="97869" y="5086"/>
                  <a:pt x="97884" y="5086"/>
                </a:cubicBezTo>
                <a:cubicBezTo>
                  <a:pt x="97906" y="5086"/>
                  <a:pt x="97925" y="5056"/>
                  <a:pt x="97997" y="4985"/>
                </a:cubicBezTo>
                <a:lnTo>
                  <a:pt x="98088" y="4924"/>
                </a:lnTo>
                <a:cubicBezTo>
                  <a:pt x="98179" y="4894"/>
                  <a:pt x="98240" y="4803"/>
                  <a:pt x="98209" y="4712"/>
                </a:cubicBezTo>
                <a:lnTo>
                  <a:pt x="98179" y="4681"/>
                </a:lnTo>
                <a:lnTo>
                  <a:pt x="98057" y="4529"/>
                </a:lnTo>
                <a:cubicBezTo>
                  <a:pt x="98057" y="4408"/>
                  <a:pt x="98057" y="4286"/>
                  <a:pt x="98057" y="4165"/>
                </a:cubicBezTo>
                <a:cubicBezTo>
                  <a:pt x="98027" y="4165"/>
                  <a:pt x="97723" y="4104"/>
                  <a:pt x="97662" y="4013"/>
                </a:cubicBezTo>
                <a:cubicBezTo>
                  <a:pt x="97480" y="3891"/>
                  <a:pt x="97298" y="3769"/>
                  <a:pt x="97085" y="3709"/>
                </a:cubicBezTo>
                <a:cubicBezTo>
                  <a:pt x="96902" y="3709"/>
                  <a:pt x="96720" y="3678"/>
                  <a:pt x="96538" y="3648"/>
                </a:cubicBezTo>
                <a:cubicBezTo>
                  <a:pt x="96416" y="3587"/>
                  <a:pt x="96294" y="3496"/>
                  <a:pt x="96203" y="3405"/>
                </a:cubicBezTo>
                <a:lnTo>
                  <a:pt x="96264" y="3313"/>
                </a:lnTo>
                <a:cubicBezTo>
                  <a:pt x="96355" y="3222"/>
                  <a:pt x="96416" y="3131"/>
                  <a:pt x="96477" y="3040"/>
                </a:cubicBezTo>
                <a:cubicBezTo>
                  <a:pt x="96507" y="2979"/>
                  <a:pt x="96477" y="2918"/>
                  <a:pt x="96446" y="2857"/>
                </a:cubicBezTo>
                <a:cubicBezTo>
                  <a:pt x="96416" y="2812"/>
                  <a:pt x="96386" y="2789"/>
                  <a:pt x="96351" y="2789"/>
                </a:cubicBezTo>
                <a:cubicBezTo>
                  <a:pt x="96317" y="2789"/>
                  <a:pt x="96279" y="2812"/>
                  <a:pt x="96234" y="2857"/>
                </a:cubicBezTo>
                <a:cubicBezTo>
                  <a:pt x="96207" y="2875"/>
                  <a:pt x="96188" y="2883"/>
                  <a:pt x="96174" y="2883"/>
                </a:cubicBezTo>
                <a:cubicBezTo>
                  <a:pt x="96140" y="2883"/>
                  <a:pt x="96134" y="2840"/>
                  <a:pt x="96112" y="2797"/>
                </a:cubicBezTo>
                <a:cubicBezTo>
                  <a:pt x="96082" y="2766"/>
                  <a:pt x="96051" y="2736"/>
                  <a:pt x="95991" y="2736"/>
                </a:cubicBezTo>
                <a:cubicBezTo>
                  <a:pt x="95899" y="2736"/>
                  <a:pt x="95778" y="2766"/>
                  <a:pt x="95747" y="2827"/>
                </a:cubicBezTo>
                <a:lnTo>
                  <a:pt x="95626" y="3070"/>
                </a:lnTo>
                <a:cubicBezTo>
                  <a:pt x="95474" y="3009"/>
                  <a:pt x="95413" y="2857"/>
                  <a:pt x="95443" y="2736"/>
                </a:cubicBezTo>
                <a:cubicBezTo>
                  <a:pt x="95474" y="2645"/>
                  <a:pt x="95535" y="2554"/>
                  <a:pt x="95565" y="2493"/>
                </a:cubicBezTo>
                <a:lnTo>
                  <a:pt x="95443" y="2493"/>
                </a:lnTo>
                <a:cubicBezTo>
                  <a:pt x="95383" y="2493"/>
                  <a:pt x="95352" y="2554"/>
                  <a:pt x="95322" y="2584"/>
                </a:cubicBezTo>
                <a:cubicBezTo>
                  <a:pt x="95261" y="2584"/>
                  <a:pt x="95261" y="2645"/>
                  <a:pt x="95261" y="2645"/>
                </a:cubicBezTo>
                <a:lnTo>
                  <a:pt x="95079" y="2584"/>
                </a:lnTo>
                <a:cubicBezTo>
                  <a:pt x="95062" y="2581"/>
                  <a:pt x="95045" y="2580"/>
                  <a:pt x="95027" y="2580"/>
                </a:cubicBezTo>
                <a:cubicBezTo>
                  <a:pt x="94848" y="2580"/>
                  <a:pt x="94614" y="2708"/>
                  <a:pt x="94532" y="2736"/>
                </a:cubicBezTo>
                <a:cubicBezTo>
                  <a:pt x="94349" y="2706"/>
                  <a:pt x="94197" y="2645"/>
                  <a:pt x="94045" y="2554"/>
                </a:cubicBezTo>
                <a:cubicBezTo>
                  <a:pt x="94012" y="2542"/>
                  <a:pt x="93974" y="2535"/>
                  <a:pt x="93937" y="2535"/>
                </a:cubicBezTo>
                <a:cubicBezTo>
                  <a:pt x="93873" y="2535"/>
                  <a:pt x="93810" y="2557"/>
                  <a:pt x="93772" y="2614"/>
                </a:cubicBezTo>
                <a:cubicBezTo>
                  <a:pt x="93765" y="2618"/>
                  <a:pt x="93758" y="2619"/>
                  <a:pt x="93752" y="2619"/>
                </a:cubicBezTo>
                <a:cubicBezTo>
                  <a:pt x="93698" y="2619"/>
                  <a:pt x="93650" y="2517"/>
                  <a:pt x="93650" y="2462"/>
                </a:cubicBezTo>
                <a:cubicBezTo>
                  <a:pt x="93650" y="2455"/>
                  <a:pt x="93647" y="2451"/>
                  <a:pt x="93641" y="2451"/>
                </a:cubicBezTo>
                <a:cubicBezTo>
                  <a:pt x="93621" y="2451"/>
                  <a:pt x="93575" y="2491"/>
                  <a:pt x="93528" y="2584"/>
                </a:cubicBezTo>
                <a:lnTo>
                  <a:pt x="93255" y="2584"/>
                </a:lnTo>
                <a:cubicBezTo>
                  <a:pt x="93133" y="2706"/>
                  <a:pt x="92860" y="3009"/>
                  <a:pt x="92921" y="3101"/>
                </a:cubicBezTo>
                <a:cubicBezTo>
                  <a:pt x="92956" y="3136"/>
                  <a:pt x="92898" y="3151"/>
                  <a:pt x="92831" y="3151"/>
                </a:cubicBezTo>
                <a:cubicBezTo>
                  <a:pt x="92784" y="3151"/>
                  <a:pt x="92733" y="3144"/>
                  <a:pt x="92708" y="3131"/>
                </a:cubicBezTo>
                <a:cubicBezTo>
                  <a:pt x="92681" y="3122"/>
                  <a:pt x="92654" y="3118"/>
                  <a:pt x="92628" y="3118"/>
                </a:cubicBezTo>
                <a:cubicBezTo>
                  <a:pt x="92566" y="3118"/>
                  <a:pt x="92508" y="3140"/>
                  <a:pt x="92465" y="3161"/>
                </a:cubicBezTo>
                <a:cubicBezTo>
                  <a:pt x="92313" y="3161"/>
                  <a:pt x="92191" y="3131"/>
                  <a:pt x="92069" y="3070"/>
                </a:cubicBezTo>
                <a:cubicBezTo>
                  <a:pt x="92009" y="3009"/>
                  <a:pt x="91917" y="2888"/>
                  <a:pt x="91917" y="2827"/>
                </a:cubicBezTo>
                <a:cubicBezTo>
                  <a:pt x="91917" y="2797"/>
                  <a:pt x="92161" y="2706"/>
                  <a:pt x="92252" y="2706"/>
                </a:cubicBezTo>
                <a:cubicBezTo>
                  <a:pt x="92313" y="2706"/>
                  <a:pt x="92221" y="2614"/>
                  <a:pt x="92039" y="2523"/>
                </a:cubicBezTo>
                <a:lnTo>
                  <a:pt x="91978" y="2523"/>
                </a:lnTo>
                <a:cubicBezTo>
                  <a:pt x="91961" y="2517"/>
                  <a:pt x="91947" y="2515"/>
                  <a:pt x="91935" y="2515"/>
                </a:cubicBezTo>
                <a:cubicBezTo>
                  <a:pt x="91887" y="2515"/>
                  <a:pt x="91887" y="2559"/>
                  <a:pt x="91887" y="2584"/>
                </a:cubicBezTo>
                <a:cubicBezTo>
                  <a:pt x="91917" y="2584"/>
                  <a:pt x="91826" y="2614"/>
                  <a:pt x="91796" y="2614"/>
                </a:cubicBezTo>
                <a:cubicBezTo>
                  <a:pt x="91766" y="2614"/>
                  <a:pt x="91674" y="2432"/>
                  <a:pt x="91583" y="2432"/>
                </a:cubicBezTo>
                <a:cubicBezTo>
                  <a:pt x="91492" y="2432"/>
                  <a:pt x="91522" y="2402"/>
                  <a:pt x="91583" y="2371"/>
                </a:cubicBezTo>
                <a:cubicBezTo>
                  <a:pt x="91644" y="2371"/>
                  <a:pt x="90945" y="2280"/>
                  <a:pt x="90914" y="2250"/>
                </a:cubicBezTo>
                <a:cubicBezTo>
                  <a:pt x="90884" y="2219"/>
                  <a:pt x="90914" y="2128"/>
                  <a:pt x="90945" y="2098"/>
                </a:cubicBezTo>
                <a:cubicBezTo>
                  <a:pt x="90975" y="2067"/>
                  <a:pt x="90975" y="2037"/>
                  <a:pt x="90914" y="2006"/>
                </a:cubicBezTo>
                <a:lnTo>
                  <a:pt x="90884" y="1976"/>
                </a:lnTo>
                <a:lnTo>
                  <a:pt x="90854" y="1946"/>
                </a:lnTo>
                <a:cubicBezTo>
                  <a:pt x="90793" y="1915"/>
                  <a:pt x="90975" y="1763"/>
                  <a:pt x="91036" y="1733"/>
                </a:cubicBezTo>
                <a:cubicBezTo>
                  <a:pt x="91043" y="1726"/>
                  <a:pt x="91051" y="1723"/>
                  <a:pt x="91060" y="1723"/>
                </a:cubicBezTo>
                <a:cubicBezTo>
                  <a:pt x="91134" y="1723"/>
                  <a:pt x="91276" y="1922"/>
                  <a:pt x="91249" y="1976"/>
                </a:cubicBezTo>
                <a:cubicBezTo>
                  <a:pt x="91249" y="2067"/>
                  <a:pt x="91279" y="2128"/>
                  <a:pt x="91279" y="2128"/>
                </a:cubicBezTo>
                <a:cubicBezTo>
                  <a:pt x="91370" y="2067"/>
                  <a:pt x="91462" y="2006"/>
                  <a:pt x="91522" y="1915"/>
                </a:cubicBezTo>
                <a:lnTo>
                  <a:pt x="91614" y="1885"/>
                </a:lnTo>
                <a:cubicBezTo>
                  <a:pt x="91674" y="1794"/>
                  <a:pt x="91705" y="1702"/>
                  <a:pt x="91735" y="1581"/>
                </a:cubicBezTo>
                <a:cubicBezTo>
                  <a:pt x="91705" y="1520"/>
                  <a:pt x="91674" y="1429"/>
                  <a:pt x="91644" y="1368"/>
                </a:cubicBezTo>
                <a:cubicBezTo>
                  <a:pt x="91614" y="1277"/>
                  <a:pt x="91279" y="1247"/>
                  <a:pt x="91279" y="1186"/>
                </a:cubicBezTo>
                <a:cubicBezTo>
                  <a:pt x="91257" y="1141"/>
                  <a:pt x="91349" y="1113"/>
                  <a:pt x="91495" y="1113"/>
                </a:cubicBezTo>
                <a:cubicBezTo>
                  <a:pt x="91548" y="1113"/>
                  <a:pt x="91609" y="1117"/>
                  <a:pt x="91674" y="1125"/>
                </a:cubicBezTo>
                <a:lnTo>
                  <a:pt x="91887" y="1125"/>
                </a:lnTo>
                <a:cubicBezTo>
                  <a:pt x="91891" y="1129"/>
                  <a:pt x="91897" y="1131"/>
                  <a:pt x="91903" y="1131"/>
                </a:cubicBezTo>
                <a:cubicBezTo>
                  <a:pt x="91941" y="1131"/>
                  <a:pt x="92009" y="1060"/>
                  <a:pt x="92009" y="1034"/>
                </a:cubicBezTo>
                <a:lnTo>
                  <a:pt x="92009" y="943"/>
                </a:lnTo>
                <a:cubicBezTo>
                  <a:pt x="92009" y="821"/>
                  <a:pt x="91857" y="639"/>
                  <a:pt x="91766" y="639"/>
                </a:cubicBezTo>
                <a:cubicBezTo>
                  <a:pt x="91705" y="669"/>
                  <a:pt x="91614" y="791"/>
                  <a:pt x="91674" y="821"/>
                </a:cubicBezTo>
                <a:cubicBezTo>
                  <a:pt x="91705" y="821"/>
                  <a:pt x="91705" y="912"/>
                  <a:pt x="91705" y="943"/>
                </a:cubicBezTo>
                <a:cubicBezTo>
                  <a:pt x="91705" y="1003"/>
                  <a:pt x="91644" y="1034"/>
                  <a:pt x="91553" y="1034"/>
                </a:cubicBezTo>
                <a:cubicBezTo>
                  <a:pt x="91535" y="945"/>
                  <a:pt x="91497" y="898"/>
                  <a:pt x="91438" y="898"/>
                </a:cubicBezTo>
                <a:cubicBezTo>
                  <a:pt x="91395" y="898"/>
                  <a:pt x="91343" y="922"/>
                  <a:pt x="91279" y="973"/>
                </a:cubicBezTo>
                <a:lnTo>
                  <a:pt x="91249" y="973"/>
                </a:lnTo>
                <a:cubicBezTo>
                  <a:pt x="91188" y="973"/>
                  <a:pt x="91158" y="943"/>
                  <a:pt x="91127" y="882"/>
                </a:cubicBezTo>
                <a:lnTo>
                  <a:pt x="91127" y="821"/>
                </a:lnTo>
                <a:cubicBezTo>
                  <a:pt x="91158" y="791"/>
                  <a:pt x="91188" y="730"/>
                  <a:pt x="91188" y="699"/>
                </a:cubicBezTo>
                <a:cubicBezTo>
                  <a:pt x="91127" y="608"/>
                  <a:pt x="91036" y="547"/>
                  <a:pt x="90945" y="487"/>
                </a:cubicBezTo>
                <a:cubicBezTo>
                  <a:pt x="90914" y="517"/>
                  <a:pt x="90884" y="578"/>
                  <a:pt x="90884" y="639"/>
                </a:cubicBezTo>
                <a:cubicBezTo>
                  <a:pt x="90882" y="640"/>
                  <a:pt x="90881" y="641"/>
                  <a:pt x="90878" y="641"/>
                </a:cubicBezTo>
                <a:cubicBezTo>
                  <a:pt x="90838" y="641"/>
                  <a:pt x="90695" y="394"/>
                  <a:pt x="90580" y="365"/>
                </a:cubicBezTo>
                <a:cubicBezTo>
                  <a:pt x="90568" y="362"/>
                  <a:pt x="90555" y="360"/>
                  <a:pt x="90543" y="360"/>
                </a:cubicBezTo>
                <a:cubicBezTo>
                  <a:pt x="90434" y="360"/>
                  <a:pt x="90334" y="475"/>
                  <a:pt x="90307" y="639"/>
                </a:cubicBezTo>
                <a:lnTo>
                  <a:pt x="90063" y="426"/>
                </a:lnTo>
                <a:cubicBezTo>
                  <a:pt x="90033" y="456"/>
                  <a:pt x="90003" y="456"/>
                  <a:pt x="89972" y="487"/>
                </a:cubicBezTo>
                <a:lnTo>
                  <a:pt x="89820" y="487"/>
                </a:lnTo>
                <a:cubicBezTo>
                  <a:pt x="89820" y="517"/>
                  <a:pt x="89486" y="547"/>
                  <a:pt x="89425" y="608"/>
                </a:cubicBezTo>
                <a:cubicBezTo>
                  <a:pt x="89379" y="631"/>
                  <a:pt x="89245" y="689"/>
                  <a:pt x="89183" y="689"/>
                </a:cubicBezTo>
                <a:cubicBezTo>
                  <a:pt x="89164" y="689"/>
                  <a:pt x="89151" y="684"/>
                  <a:pt x="89151" y="669"/>
                </a:cubicBezTo>
                <a:cubicBezTo>
                  <a:pt x="89151" y="639"/>
                  <a:pt x="88969" y="639"/>
                  <a:pt x="88939" y="639"/>
                </a:cubicBezTo>
                <a:cubicBezTo>
                  <a:pt x="88898" y="639"/>
                  <a:pt x="88777" y="612"/>
                  <a:pt x="88700" y="612"/>
                </a:cubicBezTo>
                <a:cubicBezTo>
                  <a:pt x="88662" y="612"/>
                  <a:pt x="88635" y="618"/>
                  <a:pt x="88635" y="639"/>
                </a:cubicBezTo>
                <a:cubicBezTo>
                  <a:pt x="88635" y="669"/>
                  <a:pt x="88604" y="730"/>
                  <a:pt x="88574" y="791"/>
                </a:cubicBezTo>
                <a:cubicBezTo>
                  <a:pt x="88574" y="791"/>
                  <a:pt x="88452" y="760"/>
                  <a:pt x="88422" y="730"/>
                </a:cubicBezTo>
                <a:cubicBezTo>
                  <a:pt x="88392" y="730"/>
                  <a:pt x="88179" y="608"/>
                  <a:pt x="87936" y="517"/>
                </a:cubicBezTo>
                <a:lnTo>
                  <a:pt x="87692" y="608"/>
                </a:lnTo>
                <a:lnTo>
                  <a:pt x="87662" y="608"/>
                </a:lnTo>
                <a:cubicBezTo>
                  <a:pt x="87657" y="611"/>
                  <a:pt x="87651" y="612"/>
                  <a:pt x="87645" y="612"/>
                </a:cubicBezTo>
                <a:cubicBezTo>
                  <a:pt x="87585" y="612"/>
                  <a:pt x="87507" y="484"/>
                  <a:pt x="87480" y="456"/>
                </a:cubicBezTo>
                <a:cubicBezTo>
                  <a:pt x="87480" y="441"/>
                  <a:pt x="87472" y="435"/>
                  <a:pt x="87460" y="435"/>
                </a:cubicBezTo>
                <a:cubicBezTo>
                  <a:pt x="87423" y="435"/>
                  <a:pt x="87343" y="487"/>
                  <a:pt x="87297" y="487"/>
                </a:cubicBezTo>
                <a:cubicBezTo>
                  <a:pt x="87262" y="496"/>
                  <a:pt x="87229" y="499"/>
                  <a:pt x="87197" y="499"/>
                </a:cubicBezTo>
                <a:cubicBezTo>
                  <a:pt x="87120" y="499"/>
                  <a:pt x="87049" y="478"/>
                  <a:pt x="86963" y="456"/>
                </a:cubicBezTo>
                <a:cubicBezTo>
                  <a:pt x="86952" y="451"/>
                  <a:pt x="86938" y="448"/>
                  <a:pt x="86922" y="448"/>
                </a:cubicBezTo>
                <a:cubicBezTo>
                  <a:pt x="86851" y="448"/>
                  <a:pt x="86745" y="498"/>
                  <a:pt x="86720" y="547"/>
                </a:cubicBezTo>
                <a:cubicBezTo>
                  <a:pt x="86710" y="558"/>
                  <a:pt x="86696" y="562"/>
                  <a:pt x="86680" y="562"/>
                </a:cubicBezTo>
                <a:cubicBezTo>
                  <a:pt x="86609" y="562"/>
                  <a:pt x="86496" y="483"/>
                  <a:pt x="86436" y="483"/>
                </a:cubicBezTo>
                <a:cubicBezTo>
                  <a:pt x="86428" y="483"/>
                  <a:pt x="86421" y="484"/>
                  <a:pt x="86416" y="487"/>
                </a:cubicBezTo>
                <a:cubicBezTo>
                  <a:pt x="86385" y="517"/>
                  <a:pt x="86325" y="547"/>
                  <a:pt x="86294" y="578"/>
                </a:cubicBezTo>
                <a:lnTo>
                  <a:pt x="86264" y="578"/>
                </a:lnTo>
                <a:cubicBezTo>
                  <a:pt x="86233" y="578"/>
                  <a:pt x="86112" y="517"/>
                  <a:pt x="86082" y="487"/>
                </a:cubicBezTo>
                <a:cubicBezTo>
                  <a:pt x="86078" y="483"/>
                  <a:pt x="86073" y="482"/>
                  <a:pt x="86066" y="482"/>
                </a:cubicBezTo>
                <a:cubicBezTo>
                  <a:pt x="86012" y="482"/>
                  <a:pt x="85862" y="578"/>
                  <a:pt x="85808" y="578"/>
                </a:cubicBezTo>
                <a:cubicBezTo>
                  <a:pt x="85747" y="578"/>
                  <a:pt x="85717" y="365"/>
                  <a:pt x="85808" y="335"/>
                </a:cubicBezTo>
                <a:cubicBezTo>
                  <a:pt x="85899" y="335"/>
                  <a:pt x="85899" y="243"/>
                  <a:pt x="85808" y="152"/>
                </a:cubicBezTo>
                <a:lnTo>
                  <a:pt x="85717" y="91"/>
                </a:lnTo>
                <a:cubicBezTo>
                  <a:pt x="85656" y="91"/>
                  <a:pt x="85595" y="335"/>
                  <a:pt x="85595" y="395"/>
                </a:cubicBezTo>
                <a:cubicBezTo>
                  <a:pt x="85595" y="464"/>
                  <a:pt x="85527" y="498"/>
                  <a:pt x="85428" y="498"/>
                </a:cubicBezTo>
                <a:cubicBezTo>
                  <a:pt x="85396" y="498"/>
                  <a:pt x="85360" y="494"/>
                  <a:pt x="85322" y="487"/>
                </a:cubicBezTo>
                <a:lnTo>
                  <a:pt x="85200" y="487"/>
                </a:lnTo>
                <a:cubicBezTo>
                  <a:pt x="84987" y="456"/>
                  <a:pt x="84987" y="456"/>
                  <a:pt x="84957" y="274"/>
                </a:cubicBezTo>
                <a:cubicBezTo>
                  <a:pt x="84957" y="243"/>
                  <a:pt x="84957" y="243"/>
                  <a:pt x="84957" y="243"/>
                </a:cubicBezTo>
                <a:cubicBezTo>
                  <a:pt x="84805" y="213"/>
                  <a:pt x="84775" y="122"/>
                  <a:pt x="84683" y="31"/>
                </a:cubicBezTo>
                <a:lnTo>
                  <a:pt x="84653" y="0"/>
                </a:lnTo>
                <a:cubicBezTo>
                  <a:pt x="84501" y="31"/>
                  <a:pt x="84501" y="183"/>
                  <a:pt x="84623" y="365"/>
                </a:cubicBezTo>
                <a:lnTo>
                  <a:pt x="84562" y="487"/>
                </a:lnTo>
                <a:lnTo>
                  <a:pt x="84471" y="669"/>
                </a:lnTo>
                <a:cubicBezTo>
                  <a:pt x="84258" y="639"/>
                  <a:pt x="84136" y="365"/>
                  <a:pt x="84167" y="335"/>
                </a:cubicBezTo>
                <a:cubicBezTo>
                  <a:pt x="84227" y="304"/>
                  <a:pt x="84288" y="274"/>
                  <a:pt x="84349" y="213"/>
                </a:cubicBezTo>
                <a:cubicBezTo>
                  <a:pt x="84349" y="183"/>
                  <a:pt x="84288" y="152"/>
                  <a:pt x="84258" y="152"/>
                </a:cubicBezTo>
                <a:cubicBezTo>
                  <a:pt x="84045" y="183"/>
                  <a:pt x="83863" y="213"/>
                  <a:pt x="83680" y="213"/>
                </a:cubicBezTo>
                <a:cubicBezTo>
                  <a:pt x="83467" y="122"/>
                  <a:pt x="83285" y="91"/>
                  <a:pt x="83103" y="61"/>
                </a:cubicBezTo>
                <a:cubicBezTo>
                  <a:pt x="83012" y="61"/>
                  <a:pt x="82981" y="122"/>
                  <a:pt x="82981" y="152"/>
                </a:cubicBezTo>
                <a:cubicBezTo>
                  <a:pt x="82981" y="152"/>
                  <a:pt x="82738" y="243"/>
                  <a:pt x="82708" y="304"/>
                </a:cubicBezTo>
                <a:cubicBezTo>
                  <a:pt x="82685" y="349"/>
                  <a:pt x="82647" y="377"/>
                  <a:pt x="82628" y="377"/>
                </a:cubicBezTo>
                <a:cubicBezTo>
                  <a:pt x="82621" y="377"/>
                  <a:pt x="82616" y="373"/>
                  <a:pt x="82616" y="365"/>
                </a:cubicBezTo>
                <a:lnTo>
                  <a:pt x="82616" y="335"/>
                </a:lnTo>
                <a:cubicBezTo>
                  <a:pt x="82616" y="274"/>
                  <a:pt x="82647" y="213"/>
                  <a:pt x="82647" y="213"/>
                </a:cubicBezTo>
                <a:lnTo>
                  <a:pt x="82556" y="152"/>
                </a:lnTo>
                <a:cubicBezTo>
                  <a:pt x="82511" y="130"/>
                  <a:pt x="82441" y="124"/>
                  <a:pt x="82368" y="124"/>
                </a:cubicBezTo>
                <a:cubicBezTo>
                  <a:pt x="82288" y="124"/>
                  <a:pt x="82203" y="131"/>
                  <a:pt x="82143" y="131"/>
                </a:cubicBezTo>
                <a:cubicBezTo>
                  <a:pt x="82109" y="131"/>
                  <a:pt x="82083" y="129"/>
                  <a:pt x="82069" y="122"/>
                </a:cubicBezTo>
                <a:cubicBezTo>
                  <a:pt x="82024" y="107"/>
                  <a:pt x="81970" y="99"/>
                  <a:pt x="81917" y="99"/>
                </a:cubicBezTo>
                <a:cubicBezTo>
                  <a:pt x="81864" y="99"/>
                  <a:pt x="81811" y="107"/>
                  <a:pt x="81765" y="122"/>
                </a:cubicBezTo>
                <a:cubicBezTo>
                  <a:pt x="81742" y="145"/>
                  <a:pt x="81714" y="155"/>
                  <a:pt x="81687" y="155"/>
                </a:cubicBezTo>
                <a:cubicBezTo>
                  <a:pt x="81644" y="155"/>
                  <a:pt x="81602" y="129"/>
                  <a:pt x="81583" y="91"/>
                </a:cubicBezTo>
                <a:lnTo>
                  <a:pt x="81522" y="31"/>
                </a:lnTo>
                <a:lnTo>
                  <a:pt x="81461" y="31"/>
                </a:lnTo>
                <a:lnTo>
                  <a:pt x="8140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2"/>
          <p:cNvSpPr/>
          <p:nvPr/>
        </p:nvSpPr>
        <p:spPr>
          <a:xfrm flipH="1" rot="10508304">
            <a:off x="1156319" y="3104896"/>
            <a:ext cx="1679164" cy="456622"/>
          </a:xfrm>
          <a:custGeom>
            <a:rect b="b" l="l" r="r" t="t"/>
            <a:pathLst>
              <a:path extrusionOk="0" h="18265" w="94714">
                <a:moveTo>
                  <a:pt x="17417" y="2310"/>
                </a:moveTo>
                <a:cubicBezTo>
                  <a:pt x="17448" y="2310"/>
                  <a:pt x="17509" y="2341"/>
                  <a:pt x="17539" y="2371"/>
                </a:cubicBezTo>
                <a:cubicBezTo>
                  <a:pt x="17539" y="2401"/>
                  <a:pt x="17509" y="2432"/>
                  <a:pt x="17478" y="2462"/>
                </a:cubicBezTo>
                <a:cubicBezTo>
                  <a:pt x="17448" y="2493"/>
                  <a:pt x="17387" y="2493"/>
                  <a:pt x="17357" y="2493"/>
                </a:cubicBezTo>
                <a:lnTo>
                  <a:pt x="17144" y="2614"/>
                </a:lnTo>
                <a:cubicBezTo>
                  <a:pt x="16992" y="2553"/>
                  <a:pt x="17022" y="2432"/>
                  <a:pt x="17235" y="2371"/>
                </a:cubicBezTo>
                <a:lnTo>
                  <a:pt x="17417" y="2310"/>
                </a:lnTo>
                <a:close/>
                <a:moveTo>
                  <a:pt x="12341" y="2736"/>
                </a:moveTo>
                <a:cubicBezTo>
                  <a:pt x="12433" y="2736"/>
                  <a:pt x="12402" y="2979"/>
                  <a:pt x="12281" y="3040"/>
                </a:cubicBezTo>
                <a:cubicBezTo>
                  <a:pt x="12247" y="3051"/>
                  <a:pt x="12214" y="3058"/>
                  <a:pt x="12185" y="3058"/>
                </a:cubicBezTo>
                <a:cubicBezTo>
                  <a:pt x="12135" y="3058"/>
                  <a:pt x="12098" y="3037"/>
                  <a:pt x="12098" y="2979"/>
                </a:cubicBezTo>
                <a:cubicBezTo>
                  <a:pt x="12129" y="2888"/>
                  <a:pt x="12220" y="2797"/>
                  <a:pt x="12341" y="2736"/>
                </a:cubicBezTo>
                <a:close/>
                <a:moveTo>
                  <a:pt x="82756" y="2780"/>
                </a:moveTo>
                <a:cubicBezTo>
                  <a:pt x="82765" y="2780"/>
                  <a:pt x="82768" y="2786"/>
                  <a:pt x="82768" y="2797"/>
                </a:cubicBezTo>
                <a:cubicBezTo>
                  <a:pt x="82738" y="2857"/>
                  <a:pt x="82768" y="2888"/>
                  <a:pt x="82799" y="2888"/>
                </a:cubicBezTo>
                <a:cubicBezTo>
                  <a:pt x="82829" y="2888"/>
                  <a:pt x="82890" y="2949"/>
                  <a:pt x="82920" y="2979"/>
                </a:cubicBezTo>
                <a:cubicBezTo>
                  <a:pt x="82768" y="3009"/>
                  <a:pt x="82647" y="3040"/>
                  <a:pt x="82525" y="3070"/>
                </a:cubicBezTo>
                <a:cubicBezTo>
                  <a:pt x="82495" y="3070"/>
                  <a:pt x="82464" y="3040"/>
                  <a:pt x="82434" y="3009"/>
                </a:cubicBezTo>
                <a:cubicBezTo>
                  <a:pt x="82403" y="2979"/>
                  <a:pt x="82434" y="2918"/>
                  <a:pt x="82434" y="2918"/>
                </a:cubicBezTo>
                <a:lnTo>
                  <a:pt x="82616" y="2888"/>
                </a:lnTo>
                <a:cubicBezTo>
                  <a:pt x="82697" y="2807"/>
                  <a:pt x="82738" y="2780"/>
                  <a:pt x="82756" y="2780"/>
                </a:cubicBezTo>
                <a:close/>
                <a:moveTo>
                  <a:pt x="81639" y="3136"/>
                </a:moveTo>
                <a:cubicBezTo>
                  <a:pt x="81674" y="3136"/>
                  <a:pt x="81708" y="3144"/>
                  <a:pt x="81735" y="3161"/>
                </a:cubicBezTo>
                <a:cubicBezTo>
                  <a:pt x="81856" y="3192"/>
                  <a:pt x="81886" y="3282"/>
                  <a:pt x="81797" y="3313"/>
                </a:cubicBezTo>
                <a:lnTo>
                  <a:pt x="81797" y="3313"/>
                </a:lnTo>
                <a:cubicBezTo>
                  <a:pt x="81685" y="3308"/>
                  <a:pt x="81576" y="3278"/>
                  <a:pt x="81492" y="3222"/>
                </a:cubicBezTo>
                <a:cubicBezTo>
                  <a:pt x="81470" y="3179"/>
                  <a:pt x="81555" y="3136"/>
                  <a:pt x="81639" y="3136"/>
                </a:cubicBezTo>
                <a:close/>
                <a:moveTo>
                  <a:pt x="8542" y="3526"/>
                </a:moveTo>
                <a:lnTo>
                  <a:pt x="8724" y="3617"/>
                </a:lnTo>
                <a:cubicBezTo>
                  <a:pt x="8697" y="3671"/>
                  <a:pt x="8653" y="3713"/>
                  <a:pt x="8598" y="3743"/>
                </a:cubicBezTo>
                <a:lnTo>
                  <a:pt x="8598" y="3743"/>
                </a:lnTo>
                <a:cubicBezTo>
                  <a:pt x="8581" y="3721"/>
                  <a:pt x="8564" y="3700"/>
                  <a:pt x="8542" y="3678"/>
                </a:cubicBezTo>
                <a:lnTo>
                  <a:pt x="8451" y="3678"/>
                </a:lnTo>
                <a:cubicBezTo>
                  <a:pt x="8420" y="3678"/>
                  <a:pt x="8420" y="3617"/>
                  <a:pt x="8420" y="3556"/>
                </a:cubicBezTo>
                <a:cubicBezTo>
                  <a:pt x="8420" y="3526"/>
                  <a:pt x="8512" y="3526"/>
                  <a:pt x="8542" y="3526"/>
                </a:cubicBezTo>
                <a:close/>
                <a:moveTo>
                  <a:pt x="10244" y="3496"/>
                </a:moveTo>
                <a:cubicBezTo>
                  <a:pt x="10305" y="3496"/>
                  <a:pt x="10366" y="3526"/>
                  <a:pt x="10335" y="3556"/>
                </a:cubicBezTo>
                <a:lnTo>
                  <a:pt x="10335" y="3587"/>
                </a:lnTo>
                <a:lnTo>
                  <a:pt x="10335" y="3617"/>
                </a:lnTo>
                <a:cubicBezTo>
                  <a:pt x="10314" y="3660"/>
                  <a:pt x="10338" y="3703"/>
                  <a:pt x="10375" y="3703"/>
                </a:cubicBezTo>
                <a:cubicBezTo>
                  <a:pt x="10391" y="3703"/>
                  <a:pt x="10409" y="3696"/>
                  <a:pt x="10426" y="3678"/>
                </a:cubicBezTo>
                <a:lnTo>
                  <a:pt x="10457" y="3678"/>
                </a:lnTo>
                <a:cubicBezTo>
                  <a:pt x="10461" y="3676"/>
                  <a:pt x="10465" y="3675"/>
                  <a:pt x="10470" y="3675"/>
                </a:cubicBezTo>
                <a:cubicBezTo>
                  <a:pt x="10537" y="3675"/>
                  <a:pt x="10664" y="3860"/>
                  <a:pt x="10578" y="3860"/>
                </a:cubicBezTo>
                <a:lnTo>
                  <a:pt x="10001" y="3860"/>
                </a:lnTo>
                <a:cubicBezTo>
                  <a:pt x="10001" y="3769"/>
                  <a:pt x="10031" y="3648"/>
                  <a:pt x="10031" y="3648"/>
                </a:cubicBezTo>
                <a:cubicBezTo>
                  <a:pt x="10183" y="3648"/>
                  <a:pt x="10183" y="3556"/>
                  <a:pt x="10244" y="3496"/>
                </a:cubicBezTo>
                <a:close/>
                <a:moveTo>
                  <a:pt x="9506" y="3483"/>
                </a:moveTo>
                <a:cubicBezTo>
                  <a:pt x="9527" y="3483"/>
                  <a:pt x="9550" y="3487"/>
                  <a:pt x="9575" y="3496"/>
                </a:cubicBezTo>
                <a:cubicBezTo>
                  <a:pt x="9667" y="3526"/>
                  <a:pt x="9758" y="3587"/>
                  <a:pt x="9819" y="3678"/>
                </a:cubicBezTo>
                <a:lnTo>
                  <a:pt x="9849" y="3739"/>
                </a:lnTo>
                <a:cubicBezTo>
                  <a:pt x="9827" y="3805"/>
                  <a:pt x="9758" y="3855"/>
                  <a:pt x="9675" y="3855"/>
                </a:cubicBezTo>
                <a:cubicBezTo>
                  <a:pt x="9643" y="3855"/>
                  <a:pt x="9609" y="3847"/>
                  <a:pt x="9575" y="3830"/>
                </a:cubicBezTo>
                <a:lnTo>
                  <a:pt x="9484" y="3830"/>
                </a:lnTo>
                <a:cubicBezTo>
                  <a:pt x="9423" y="3830"/>
                  <a:pt x="9363" y="3830"/>
                  <a:pt x="9332" y="3860"/>
                </a:cubicBezTo>
                <a:lnTo>
                  <a:pt x="9332" y="3982"/>
                </a:lnTo>
                <a:cubicBezTo>
                  <a:pt x="9241" y="3982"/>
                  <a:pt x="9180" y="3891"/>
                  <a:pt x="9180" y="3830"/>
                </a:cubicBezTo>
                <a:lnTo>
                  <a:pt x="9211" y="3769"/>
                </a:lnTo>
                <a:cubicBezTo>
                  <a:pt x="9211" y="3739"/>
                  <a:pt x="9211" y="3678"/>
                  <a:pt x="9211" y="3678"/>
                </a:cubicBezTo>
                <a:cubicBezTo>
                  <a:pt x="9315" y="3626"/>
                  <a:pt x="9375" y="3483"/>
                  <a:pt x="9506" y="3483"/>
                </a:cubicBezTo>
                <a:close/>
                <a:moveTo>
                  <a:pt x="9940" y="4316"/>
                </a:moveTo>
                <a:lnTo>
                  <a:pt x="10153" y="4347"/>
                </a:lnTo>
                <a:cubicBezTo>
                  <a:pt x="10426" y="4408"/>
                  <a:pt x="10639" y="4468"/>
                  <a:pt x="10639" y="4499"/>
                </a:cubicBezTo>
                <a:cubicBezTo>
                  <a:pt x="10639" y="4542"/>
                  <a:pt x="10578" y="4585"/>
                  <a:pt x="10500" y="4585"/>
                </a:cubicBezTo>
                <a:cubicBezTo>
                  <a:pt x="10467" y="4585"/>
                  <a:pt x="10432" y="4577"/>
                  <a:pt x="10396" y="4560"/>
                </a:cubicBezTo>
                <a:lnTo>
                  <a:pt x="10244" y="4560"/>
                </a:lnTo>
                <a:cubicBezTo>
                  <a:pt x="10122" y="4560"/>
                  <a:pt x="10001" y="4529"/>
                  <a:pt x="9879" y="4468"/>
                </a:cubicBezTo>
                <a:cubicBezTo>
                  <a:pt x="9849" y="4438"/>
                  <a:pt x="9819" y="4408"/>
                  <a:pt x="9819" y="4377"/>
                </a:cubicBezTo>
                <a:cubicBezTo>
                  <a:pt x="9849" y="4347"/>
                  <a:pt x="9879" y="4316"/>
                  <a:pt x="9940" y="4316"/>
                </a:cubicBezTo>
                <a:close/>
                <a:moveTo>
                  <a:pt x="8811" y="4402"/>
                </a:moveTo>
                <a:cubicBezTo>
                  <a:pt x="8877" y="4402"/>
                  <a:pt x="8979" y="4488"/>
                  <a:pt x="9059" y="4620"/>
                </a:cubicBezTo>
                <a:lnTo>
                  <a:pt x="8755" y="4681"/>
                </a:lnTo>
                <a:lnTo>
                  <a:pt x="8663" y="4681"/>
                </a:lnTo>
                <a:cubicBezTo>
                  <a:pt x="8649" y="4696"/>
                  <a:pt x="8627" y="4702"/>
                  <a:pt x="8604" y="4702"/>
                </a:cubicBezTo>
                <a:cubicBezTo>
                  <a:pt x="8529" y="4702"/>
                  <a:pt x="8435" y="4643"/>
                  <a:pt x="8481" y="4620"/>
                </a:cubicBezTo>
                <a:lnTo>
                  <a:pt x="8785" y="4408"/>
                </a:lnTo>
                <a:cubicBezTo>
                  <a:pt x="8793" y="4404"/>
                  <a:pt x="8802" y="4402"/>
                  <a:pt x="8811" y="4402"/>
                </a:cubicBezTo>
                <a:close/>
                <a:moveTo>
                  <a:pt x="11133" y="4107"/>
                </a:moveTo>
                <a:cubicBezTo>
                  <a:pt x="11149" y="4107"/>
                  <a:pt x="11166" y="4114"/>
                  <a:pt x="11186" y="4134"/>
                </a:cubicBezTo>
                <a:cubicBezTo>
                  <a:pt x="11217" y="4164"/>
                  <a:pt x="11247" y="4225"/>
                  <a:pt x="11247" y="4256"/>
                </a:cubicBezTo>
                <a:lnTo>
                  <a:pt x="11217" y="4347"/>
                </a:lnTo>
                <a:cubicBezTo>
                  <a:pt x="11126" y="4468"/>
                  <a:pt x="11156" y="4560"/>
                  <a:pt x="11247" y="4590"/>
                </a:cubicBezTo>
                <a:lnTo>
                  <a:pt x="11278" y="4620"/>
                </a:lnTo>
                <a:cubicBezTo>
                  <a:pt x="11338" y="4712"/>
                  <a:pt x="11217" y="4772"/>
                  <a:pt x="11126" y="4803"/>
                </a:cubicBezTo>
                <a:cubicBezTo>
                  <a:pt x="11065" y="4803"/>
                  <a:pt x="11004" y="4803"/>
                  <a:pt x="10974" y="4772"/>
                </a:cubicBezTo>
                <a:lnTo>
                  <a:pt x="10882" y="4681"/>
                </a:lnTo>
                <a:cubicBezTo>
                  <a:pt x="10822" y="4590"/>
                  <a:pt x="10943" y="4438"/>
                  <a:pt x="10882" y="4377"/>
                </a:cubicBezTo>
                <a:cubicBezTo>
                  <a:pt x="10852" y="4316"/>
                  <a:pt x="10852" y="4225"/>
                  <a:pt x="10882" y="4134"/>
                </a:cubicBezTo>
                <a:lnTo>
                  <a:pt x="11034" y="4134"/>
                </a:lnTo>
                <a:cubicBezTo>
                  <a:pt x="11075" y="4134"/>
                  <a:pt x="11102" y="4107"/>
                  <a:pt x="11133" y="4107"/>
                </a:cubicBezTo>
                <a:close/>
                <a:moveTo>
                  <a:pt x="10457" y="4742"/>
                </a:moveTo>
                <a:cubicBezTo>
                  <a:pt x="10791" y="4863"/>
                  <a:pt x="10882" y="4985"/>
                  <a:pt x="10639" y="4985"/>
                </a:cubicBezTo>
                <a:lnTo>
                  <a:pt x="10396" y="4985"/>
                </a:lnTo>
                <a:cubicBezTo>
                  <a:pt x="10366" y="4924"/>
                  <a:pt x="10305" y="4863"/>
                  <a:pt x="10274" y="4863"/>
                </a:cubicBezTo>
                <a:lnTo>
                  <a:pt x="10183" y="4863"/>
                </a:lnTo>
                <a:cubicBezTo>
                  <a:pt x="10153" y="4863"/>
                  <a:pt x="10153" y="4803"/>
                  <a:pt x="10153" y="4742"/>
                </a:cubicBezTo>
                <a:close/>
                <a:moveTo>
                  <a:pt x="87566" y="6443"/>
                </a:moveTo>
                <a:cubicBezTo>
                  <a:pt x="87624" y="6443"/>
                  <a:pt x="87667" y="6472"/>
                  <a:pt x="87688" y="6525"/>
                </a:cubicBezTo>
                <a:lnTo>
                  <a:pt x="87688" y="6525"/>
                </a:lnTo>
                <a:cubicBezTo>
                  <a:pt x="87653" y="6627"/>
                  <a:pt x="87382" y="6839"/>
                  <a:pt x="87297" y="6839"/>
                </a:cubicBezTo>
                <a:cubicBezTo>
                  <a:pt x="87206" y="6809"/>
                  <a:pt x="87176" y="6778"/>
                  <a:pt x="87176" y="6748"/>
                </a:cubicBezTo>
                <a:lnTo>
                  <a:pt x="87206" y="6748"/>
                </a:lnTo>
                <a:cubicBezTo>
                  <a:pt x="87267" y="6718"/>
                  <a:pt x="87358" y="6687"/>
                  <a:pt x="87419" y="6657"/>
                </a:cubicBezTo>
                <a:cubicBezTo>
                  <a:pt x="87449" y="6626"/>
                  <a:pt x="87388" y="6535"/>
                  <a:pt x="87419" y="6505"/>
                </a:cubicBezTo>
                <a:lnTo>
                  <a:pt x="87449" y="6474"/>
                </a:lnTo>
                <a:cubicBezTo>
                  <a:pt x="87492" y="6453"/>
                  <a:pt x="87531" y="6443"/>
                  <a:pt x="87566" y="6443"/>
                </a:cubicBezTo>
                <a:close/>
                <a:moveTo>
                  <a:pt x="88923" y="7361"/>
                </a:moveTo>
                <a:cubicBezTo>
                  <a:pt x="88961" y="7361"/>
                  <a:pt x="88990" y="7369"/>
                  <a:pt x="88999" y="7386"/>
                </a:cubicBezTo>
                <a:cubicBezTo>
                  <a:pt x="89060" y="7508"/>
                  <a:pt x="89091" y="7629"/>
                  <a:pt x="89091" y="7721"/>
                </a:cubicBezTo>
                <a:cubicBezTo>
                  <a:pt x="89091" y="7758"/>
                  <a:pt x="89067" y="7784"/>
                  <a:pt x="89021" y="7784"/>
                </a:cubicBezTo>
                <a:cubicBezTo>
                  <a:pt x="88992" y="7784"/>
                  <a:pt x="88955" y="7774"/>
                  <a:pt x="88908" y="7751"/>
                </a:cubicBezTo>
                <a:lnTo>
                  <a:pt x="88847" y="7751"/>
                </a:lnTo>
                <a:cubicBezTo>
                  <a:pt x="88787" y="7751"/>
                  <a:pt x="88695" y="7812"/>
                  <a:pt x="88635" y="7812"/>
                </a:cubicBezTo>
                <a:lnTo>
                  <a:pt x="88331" y="7842"/>
                </a:lnTo>
                <a:cubicBezTo>
                  <a:pt x="88386" y="7676"/>
                  <a:pt x="88442" y="7534"/>
                  <a:pt x="88474" y="7534"/>
                </a:cubicBezTo>
                <a:cubicBezTo>
                  <a:pt x="88477" y="7534"/>
                  <a:pt x="88480" y="7536"/>
                  <a:pt x="88483" y="7538"/>
                </a:cubicBezTo>
                <a:cubicBezTo>
                  <a:pt x="88488" y="7544"/>
                  <a:pt x="88498" y="7546"/>
                  <a:pt x="88510" y="7546"/>
                </a:cubicBezTo>
                <a:cubicBezTo>
                  <a:pt x="88565" y="7546"/>
                  <a:pt x="88671" y="7497"/>
                  <a:pt x="88695" y="7447"/>
                </a:cubicBezTo>
                <a:cubicBezTo>
                  <a:pt x="88695" y="7404"/>
                  <a:pt x="88832" y="7361"/>
                  <a:pt x="88923" y="7361"/>
                </a:cubicBezTo>
                <a:close/>
                <a:moveTo>
                  <a:pt x="7782" y="7082"/>
                </a:moveTo>
                <a:cubicBezTo>
                  <a:pt x="7904" y="7082"/>
                  <a:pt x="8025" y="7113"/>
                  <a:pt x="8147" y="7143"/>
                </a:cubicBezTo>
                <a:lnTo>
                  <a:pt x="7995" y="7143"/>
                </a:lnTo>
                <a:lnTo>
                  <a:pt x="7934" y="7174"/>
                </a:lnTo>
                <a:lnTo>
                  <a:pt x="7600" y="7295"/>
                </a:lnTo>
                <a:cubicBezTo>
                  <a:pt x="7569" y="7569"/>
                  <a:pt x="7752" y="7721"/>
                  <a:pt x="7812" y="7721"/>
                </a:cubicBezTo>
                <a:cubicBezTo>
                  <a:pt x="7838" y="7708"/>
                  <a:pt x="7863" y="7701"/>
                  <a:pt x="7886" y="7701"/>
                </a:cubicBezTo>
                <a:cubicBezTo>
                  <a:pt x="7918" y="7701"/>
                  <a:pt x="7947" y="7715"/>
                  <a:pt x="7964" y="7751"/>
                </a:cubicBezTo>
                <a:lnTo>
                  <a:pt x="7904" y="7873"/>
                </a:lnTo>
                <a:cubicBezTo>
                  <a:pt x="7851" y="7926"/>
                  <a:pt x="7777" y="7958"/>
                  <a:pt x="7701" y="7958"/>
                </a:cubicBezTo>
                <a:cubicBezTo>
                  <a:pt x="7646" y="7958"/>
                  <a:pt x="7590" y="7941"/>
                  <a:pt x="7539" y="7903"/>
                </a:cubicBezTo>
                <a:lnTo>
                  <a:pt x="7448" y="7842"/>
                </a:lnTo>
                <a:cubicBezTo>
                  <a:pt x="7387" y="7781"/>
                  <a:pt x="7326" y="7721"/>
                  <a:pt x="7265" y="7690"/>
                </a:cubicBezTo>
                <a:cubicBezTo>
                  <a:pt x="7174" y="7599"/>
                  <a:pt x="7448" y="7569"/>
                  <a:pt x="7296" y="7478"/>
                </a:cubicBezTo>
                <a:cubicBezTo>
                  <a:pt x="7296" y="7447"/>
                  <a:pt x="7326" y="7417"/>
                  <a:pt x="7326" y="7417"/>
                </a:cubicBezTo>
                <a:lnTo>
                  <a:pt x="7539" y="7295"/>
                </a:lnTo>
                <a:cubicBezTo>
                  <a:pt x="7539" y="7174"/>
                  <a:pt x="7660" y="7113"/>
                  <a:pt x="7782" y="7082"/>
                </a:cubicBezTo>
                <a:close/>
                <a:moveTo>
                  <a:pt x="2645" y="9058"/>
                </a:moveTo>
                <a:lnTo>
                  <a:pt x="2645" y="9058"/>
                </a:lnTo>
                <a:cubicBezTo>
                  <a:pt x="2676" y="9088"/>
                  <a:pt x="2676" y="9119"/>
                  <a:pt x="2615" y="9149"/>
                </a:cubicBezTo>
                <a:lnTo>
                  <a:pt x="2645" y="9210"/>
                </a:lnTo>
                <a:lnTo>
                  <a:pt x="2676" y="9332"/>
                </a:lnTo>
                <a:cubicBezTo>
                  <a:pt x="2635" y="9352"/>
                  <a:pt x="2578" y="9359"/>
                  <a:pt x="2516" y="9359"/>
                </a:cubicBezTo>
                <a:cubicBezTo>
                  <a:pt x="2392" y="9359"/>
                  <a:pt x="2250" y="9332"/>
                  <a:pt x="2189" y="9332"/>
                </a:cubicBezTo>
                <a:cubicBezTo>
                  <a:pt x="2098" y="9332"/>
                  <a:pt x="2007" y="9301"/>
                  <a:pt x="1946" y="9240"/>
                </a:cubicBezTo>
                <a:lnTo>
                  <a:pt x="1946" y="9180"/>
                </a:lnTo>
                <a:cubicBezTo>
                  <a:pt x="1976" y="9149"/>
                  <a:pt x="2037" y="9149"/>
                  <a:pt x="2068" y="9149"/>
                </a:cubicBezTo>
                <a:cubicBezTo>
                  <a:pt x="2159" y="9180"/>
                  <a:pt x="2280" y="9210"/>
                  <a:pt x="2372" y="9210"/>
                </a:cubicBezTo>
                <a:cubicBezTo>
                  <a:pt x="2493" y="9180"/>
                  <a:pt x="2584" y="9149"/>
                  <a:pt x="2645" y="9058"/>
                </a:cubicBezTo>
                <a:close/>
                <a:moveTo>
                  <a:pt x="1500" y="8832"/>
                </a:moveTo>
                <a:cubicBezTo>
                  <a:pt x="1536" y="8832"/>
                  <a:pt x="1669" y="8973"/>
                  <a:pt x="1824" y="9180"/>
                </a:cubicBezTo>
                <a:lnTo>
                  <a:pt x="1794" y="9332"/>
                </a:lnTo>
                <a:cubicBezTo>
                  <a:pt x="1794" y="9362"/>
                  <a:pt x="1764" y="9392"/>
                  <a:pt x="1703" y="9423"/>
                </a:cubicBezTo>
                <a:cubicBezTo>
                  <a:pt x="1672" y="9423"/>
                  <a:pt x="1612" y="9392"/>
                  <a:pt x="1612" y="9362"/>
                </a:cubicBezTo>
                <a:lnTo>
                  <a:pt x="1581" y="9240"/>
                </a:lnTo>
                <a:cubicBezTo>
                  <a:pt x="1520" y="9119"/>
                  <a:pt x="1520" y="8967"/>
                  <a:pt x="1490" y="8845"/>
                </a:cubicBezTo>
                <a:cubicBezTo>
                  <a:pt x="1490" y="8836"/>
                  <a:pt x="1493" y="8832"/>
                  <a:pt x="1500" y="8832"/>
                </a:cubicBezTo>
                <a:close/>
                <a:moveTo>
                  <a:pt x="91188" y="10000"/>
                </a:moveTo>
                <a:cubicBezTo>
                  <a:pt x="91300" y="10000"/>
                  <a:pt x="91542" y="10156"/>
                  <a:pt x="91578" y="10156"/>
                </a:cubicBezTo>
                <a:cubicBezTo>
                  <a:pt x="91581" y="10156"/>
                  <a:pt x="91583" y="10155"/>
                  <a:pt x="91583" y="10152"/>
                </a:cubicBezTo>
                <a:cubicBezTo>
                  <a:pt x="91583" y="10150"/>
                  <a:pt x="91583" y="10149"/>
                  <a:pt x="91583" y="10149"/>
                </a:cubicBezTo>
                <a:lnTo>
                  <a:pt x="91583" y="10149"/>
                </a:lnTo>
                <a:cubicBezTo>
                  <a:pt x="91587" y="10149"/>
                  <a:pt x="91611" y="10307"/>
                  <a:pt x="91583" y="10335"/>
                </a:cubicBezTo>
                <a:cubicBezTo>
                  <a:pt x="91575" y="10343"/>
                  <a:pt x="91562" y="10347"/>
                  <a:pt x="91547" y="10347"/>
                </a:cubicBezTo>
                <a:cubicBezTo>
                  <a:pt x="91450" y="10347"/>
                  <a:pt x="91236" y="10201"/>
                  <a:pt x="91157" y="10122"/>
                </a:cubicBezTo>
                <a:cubicBezTo>
                  <a:pt x="91036" y="10031"/>
                  <a:pt x="91066" y="10000"/>
                  <a:pt x="91188" y="10000"/>
                </a:cubicBezTo>
                <a:close/>
                <a:moveTo>
                  <a:pt x="943" y="10152"/>
                </a:moveTo>
                <a:lnTo>
                  <a:pt x="1004" y="10183"/>
                </a:lnTo>
                <a:lnTo>
                  <a:pt x="1095" y="10213"/>
                </a:lnTo>
                <a:cubicBezTo>
                  <a:pt x="1217" y="10213"/>
                  <a:pt x="1156" y="10395"/>
                  <a:pt x="1095" y="10456"/>
                </a:cubicBezTo>
                <a:cubicBezTo>
                  <a:pt x="1073" y="10478"/>
                  <a:pt x="1044" y="10488"/>
                  <a:pt x="1013" y="10488"/>
                </a:cubicBezTo>
                <a:cubicBezTo>
                  <a:pt x="956" y="10488"/>
                  <a:pt x="891" y="10454"/>
                  <a:pt x="852" y="10395"/>
                </a:cubicBezTo>
                <a:lnTo>
                  <a:pt x="791" y="10335"/>
                </a:lnTo>
                <a:lnTo>
                  <a:pt x="730" y="10274"/>
                </a:lnTo>
                <a:cubicBezTo>
                  <a:pt x="791" y="10213"/>
                  <a:pt x="852" y="10152"/>
                  <a:pt x="943" y="10152"/>
                </a:cubicBezTo>
                <a:close/>
                <a:moveTo>
                  <a:pt x="92675" y="10283"/>
                </a:moveTo>
                <a:cubicBezTo>
                  <a:pt x="92754" y="10283"/>
                  <a:pt x="92897" y="10311"/>
                  <a:pt x="92986" y="10311"/>
                </a:cubicBezTo>
                <a:cubicBezTo>
                  <a:pt x="93009" y="10311"/>
                  <a:pt x="93028" y="10309"/>
                  <a:pt x="93042" y="10304"/>
                </a:cubicBezTo>
                <a:cubicBezTo>
                  <a:pt x="93164" y="10304"/>
                  <a:pt x="93224" y="10365"/>
                  <a:pt x="93164" y="10487"/>
                </a:cubicBezTo>
                <a:lnTo>
                  <a:pt x="93072" y="10578"/>
                </a:lnTo>
                <a:lnTo>
                  <a:pt x="93042" y="10608"/>
                </a:lnTo>
                <a:cubicBezTo>
                  <a:pt x="92951" y="10608"/>
                  <a:pt x="92799" y="10578"/>
                  <a:pt x="92768" y="10578"/>
                </a:cubicBezTo>
                <a:cubicBezTo>
                  <a:pt x="92708" y="10578"/>
                  <a:pt x="92616" y="10395"/>
                  <a:pt x="92616" y="10304"/>
                </a:cubicBezTo>
                <a:cubicBezTo>
                  <a:pt x="92616" y="10288"/>
                  <a:pt x="92639" y="10283"/>
                  <a:pt x="92675" y="10283"/>
                </a:cubicBezTo>
                <a:close/>
                <a:moveTo>
                  <a:pt x="90922" y="10292"/>
                </a:moveTo>
                <a:cubicBezTo>
                  <a:pt x="90939" y="10292"/>
                  <a:pt x="90957" y="10295"/>
                  <a:pt x="90975" y="10304"/>
                </a:cubicBezTo>
                <a:lnTo>
                  <a:pt x="91036" y="10304"/>
                </a:lnTo>
                <a:cubicBezTo>
                  <a:pt x="91157" y="10365"/>
                  <a:pt x="91188" y="10517"/>
                  <a:pt x="91370" y="10517"/>
                </a:cubicBezTo>
                <a:lnTo>
                  <a:pt x="91522" y="10517"/>
                </a:lnTo>
                <a:cubicBezTo>
                  <a:pt x="91522" y="10639"/>
                  <a:pt x="91340" y="10791"/>
                  <a:pt x="91127" y="10882"/>
                </a:cubicBezTo>
                <a:lnTo>
                  <a:pt x="91005" y="10699"/>
                </a:lnTo>
                <a:cubicBezTo>
                  <a:pt x="91066" y="10669"/>
                  <a:pt x="91005" y="10578"/>
                  <a:pt x="90884" y="10517"/>
                </a:cubicBezTo>
                <a:lnTo>
                  <a:pt x="90853" y="10547"/>
                </a:lnTo>
                <a:lnTo>
                  <a:pt x="90701" y="10669"/>
                </a:lnTo>
                <a:cubicBezTo>
                  <a:pt x="90671" y="10547"/>
                  <a:pt x="90762" y="10365"/>
                  <a:pt x="90793" y="10335"/>
                </a:cubicBezTo>
                <a:cubicBezTo>
                  <a:pt x="90836" y="10313"/>
                  <a:pt x="90879" y="10292"/>
                  <a:pt x="90922" y="10292"/>
                </a:cubicBezTo>
                <a:close/>
                <a:moveTo>
                  <a:pt x="92738" y="10760"/>
                </a:moveTo>
                <a:cubicBezTo>
                  <a:pt x="92799" y="10821"/>
                  <a:pt x="92829" y="10882"/>
                  <a:pt x="92860" y="10943"/>
                </a:cubicBezTo>
                <a:lnTo>
                  <a:pt x="92951" y="11003"/>
                </a:lnTo>
                <a:lnTo>
                  <a:pt x="93042" y="11095"/>
                </a:lnTo>
                <a:cubicBezTo>
                  <a:pt x="92996" y="11125"/>
                  <a:pt x="92943" y="11140"/>
                  <a:pt x="92890" y="11140"/>
                </a:cubicBezTo>
                <a:cubicBezTo>
                  <a:pt x="92837" y="11140"/>
                  <a:pt x="92784" y="11125"/>
                  <a:pt x="92738" y="11095"/>
                </a:cubicBezTo>
                <a:cubicBezTo>
                  <a:pt x="92677" y="11064"/>
                  <a:pt x="92556" y="10851"/>
                  <a:pt x="92586" y="10821"/>
                </a:cubicBezTo>
                <a:cubicBezTo>
                  <a:pt x="92616" y="10791"/>
                  <a:pt x="92677" y="10760"/>
                  <a:pt x="92738" y="10760"/>
                </a:cubicBezTo>
                <a:close/>
                <a:moveTo>
                  <a:pt x="15941" y="11394"/>
                </a:moveTo>
                <a:cubicBezTo>
                  <a:pt x="15949" y="11394"/>
                  <a:pt x="15955" y="11395"/>
                  <a:pt x="15958" y="11399"/>
                </a:cubicBezTo>
                <a:cubicBezTo>
                  <a:pt x="15989" y="11459"/>
                  <a:pt x="15989" y="11520"/>
                  <a:pt x="16019" y="11611"/>
                </a:cubicBezTo>
                <a:lnTo>
                  <a:pt x="15898" y="11581"/>
                </a:lnTo>
                <a:lnTo>
                  <a:pt x="15685" y="11551"/>
                </a:lnTo>
                <a:cubicBezTo>
                  <a:pt x="15667" y="11639"/>
                  <a:pt x="15649" y="11686"/>
                  <a:pt x="15644" y="11686"/>
                </a:cubicBezTo>
                <a:cubicBezTo>
                  <a:pt x="15640" y="11686"/>
                  <a:pt x="15642" y="11662"/>
                  <a:pt x="15654" y="11611"/>
                </a:cubicBezTo>
                <a:cubicBezTo>
                  <a:pt x="15654" y="11503"/>
                  <a:pt x="15873" y="11394"/>
                  <a:pt x="15941" y="11394"/>
                </a:cubicBezTo>
                <a:close/>
                <a:moveTo>
                  <a:pt x="14560" y="11338"/>
                </a:moveTo>
                <a:cubicBezTo>
                  <a:pt x="14712" y="11399"/>
                  <a:pt x="14834" y="11490"/>
                  <a:pt x="14955" y="11611"/>
                </a:cubicBezTo>
                <a:cubicBezTo>
                  <a:pt x="15001" y="11656"/>
                  <a:pt x="14861" y="11735"/>
                  <a:pt x="14761" y="11735"/>
                </a:cubicBezTo>
                <a:cubicBezTo>
                  <a:pt x="14727" y="11735"/>
                  <a:pt x="14697" y="11726"/>
                  <a:pt x="14682" y="11702"/>
                </a:cubicBezTo>
                <a:cubicBezTo>
                  <a:pt x="14627" y="11675"/>
                  <a:pt x="14573" y="11660"/>
                  <a:pt x="14521" y="11660"/>
                </a:cubicBezTo>
                <a:cubicBezTo>
                  <a:pt x="14457" y="11660"/>
                  <a:pt x="14398" y="11683"/>
                  <a:pt x="14347" y="11733"/>
                </a:cubicBezTo>
                <a:lnTo>
                  <a:pt x="14287" y="11733"/>
                </a:lnTo>
                <a:lnTo>
                  <a:pt x="14135" y="11702"/>
                </a:lnTo>
                <a:cubicBezTo>
                  <a:pt x="14152" y="11614"/>
                  <a:pt x="14211" y="11567"/>
                  <a:pt x="14294" y="11567"/>
                </a:cubicBezTo>
                <a:cubicBezTo>
                  <a:pt x="14352" y="11567"/>
                  <a:pt x="14423" y="11591"/>
                  <a:pt x="14499" y="11642"/>
                </a:cubicBezTo>
                <a:lnTo>
                  <a:pt x="14560" y="11338"/>
                </a:lnTo>
                <a:close/>
                <a:moveTo>
                  <a:pt x="12620" y="11409"/>
                </a:moveTo>
                <a:cubicBezTo>
                  <a:pt x="12634" y="11409"/>
                  <a:pt x="12652" y="11415"/>
                  <a:pt x="12676" y="11429"/>
                </a:cubicBezTo>
                <a:lnTo>
                  <a:pt x="12828" y="11429"/>
                </a:lnTo>
                <a:cubicBezTo>
                  <a:pt x="12949" y="11429"/>
                  <a:pt x="12888" y="11611"/>
                  <a:pt x="12828" y="11702"/>
                </a:cubicBezTo>
                <a:cubicBezTo>
                  <a:pt x="12814" y="11730"/>
                  <a:pt x="12788" y="11745"/>
                  <a:pt x="12758" y="11745"/>
                </a:cubicBezTo>
                <a:cubicBezTo>
                  <a:pt x="12721" y="11745"/>
                  <a:pt x="12679" y="11722"/>
                  <a:pt x="12645" y="11672"/>
                </a:cubicBezTo>
                <a:cubicBezTo>
                  <a:pt x="12594" y="11595"/>
                  <a:pt x="12542" y="11409"/>
                  <a:pt x="12620" y="11409"/>
                </a:cubicBezTo>
                <a:close/>
                <a:moveTo>
                  <a:pt x="16718" y="11429"/>
                </a:moveTo>
                <a:cubicBezTo>
                  <a:pt x="16779" y="11429"/>
                  <a:pt x="16840" y="11429"/>
                  <a:pt x="16901" y="11459"/>
                </a:cubicBezTo>
                <a:lnTo>
                  <a:pt x="16931" y="11490"/>
                </a:lnTo>
                <a:cubicBezTo>
                  <a:pt x="16901" y="11611"/>
                  <a:pt x="16810" y="11702"/>
                  <a:pt x="16749" y="11763"/>
                </a:cubicBezTo>
                <a:lnTo>
                  <a:pt x="16627" y="11854"/>
                </a:lnTo>
                <a:cubicBezTo>
                  <a:pt x="16597" y="11854"/>
                  <a:pt x="16536" y="11824"/>
                  <a:pt x="16506" y="11794"/>
                </a:cubicBezTo>
                <a:cubicBezTo>
                  <a:pt x="16506" y="11763"/>
                  <a:pt x="16506" y="11733"/>
                  <a:pt x="16536" y="11702"/>
                </a:cubicBezTo>
                <a:lnTo>
                  <a:pt x="16597" y="11672"/>
                </a:lnTo>
                <a:cubicBezTo>
                  <a:pt x="16658" y="11642"/>
                  <a:pt x="16627" y="11551"/>
                  <a:pt x="16536" y="11459"/>
                </a:cubicBezTo>
                <a:lnTo>
                  <a:pt x="16718" y="11429"/>
                </a:lnTo>
                <a:close/>
                <a:moveTo>
                  <a:pt x="17368" y="11579"/>
                </a:moveTo>
                <a:cubicBezTo>
                  <a:pt x="17374" y="11579"/>
                  <a:pt x="17381" y="11579"/>
                  <a:pt x="17387" y="11581"/>
                </a:cubicBezTo>
                <a:lnTo>
                  <a:pt x="17387" y="11611"/>
                </a:lnTo>
                <a:lnTo>
                  <a:pt x="17387" y="11733"/>
                </a:lnTo>
                <a:cubicBezTo>
                  <a:pt x="17342" y="11846"/>
                  <a:pt x="17263" y="11908"/>
                  <a:pt x="17201" y="11908"/>
                </a:cubicBezTo>
                <a:cubicBezTo>
                  <a:pt x="17179" y="11908"/>
                  <a:pt x="17160" y="11901"/>
                  <a:pt x="17144" y="11885"/>
                </a:cubicBezTo>
                <a:cubicBezTo>
                  <a:pt x="17086" y="11827"/>
                  <a:pt x="17247" y="11579"/>
                  <a:pt x="17368" y="11579"/>
                </a:cubicBezTo>
                <a:close/>
                <a:moveTo>
                  <a:pt x="7404" y="11705"/>
                </a:moveTo>
                <a:cubicBezTo>
                  <a:pt x="7427" y="11705"/>
                  <a:pt x="7452" y="11713"/>
                  <a:pt x="7478" y="11733"/>
                </a:cubicBezTo>
                <a:lnTo>
                  <a:pt x="7569" y="11794"/>
                </a:lnTo>
                <a:lnTo>
                  <a:pt x="7600" y="11824"/>
                </a:lnTo>
                <a:cubicBezTo>
                  <a:pt x="7630" y="11854"/>
                  <a:pt x="7630" y="11915"/>
                  <a:pt x="7569" y="11946"/>
                </a:cubicBezTo>
                <a:lnTo>
                  <a:pt x="7448" y="11946"/>
                </a:lnTo>
                <a:cubicBezTo>
                  <a:pt x="7415" y="11954"/>
                  <a:pt x="7387" y="11958"/>
                  <a:pt x="7363" y="11958"/>
                </a:cubicBezTo>
                <a:cubicBezTo>
                  <a:pt x="7298" y="11958"/>
                  <a:pt x="7265" y="11929"/>
                  <a:pt x="7265" y="11885"/>
                </a:cubicBezTo>
                <a:cubicBezTo>
                  <a:pt x="7265" y="11813"/>
                  <a:pt x="7321" y="11705"/>
                  <a:pt x="7404" y="11705"/>
                </a:cubicBezTo>
                <a:close/>
                <a:moveTo>
                  <a:pt x="6931" y="11247"/>
                </a:moveTo>
                <a:lnTo>
                  <a:pt x="7022" y="11277"/>
                </a:lnTo>
                <a:lnTo>
                  <a:pt x="7053" y="11307"/>
                </a:lnTo>
                <a:cubicBezTo>
                  <a:pt x="7083" y="11459"/>
                  <a:pt x="7113" y="11581"/>
                  <a:pt x="7083" y="11733"/>
                </a:cubicBezTo>
                <a:cubicBezTo>
                  <a:pt x="7022" y="11854"/>
                  <a:pt x="6961" y="11946"/>
                  <a:pt x="6870" y="12037"/>
                </a:cubicBezTo>
                <a:cubicBezTo>
                  <a:pt x="6840" y="12067"/>
                  <a:pt x="6809" y="12067"/>
                  <a:pt x="6749" y="12098"/>
                </a:cubicBezTo>
                <a:cubicBezTo>
                  <a:pt x="6749" y="12067"/>
                  <a:pt x="6779" y="12037"/>
                  <a:pt x="6809" y="11976"/>
                </a:cubicBezTo>
                <a:cubicBezTo>
                  <a:pt x="6809" y="11824"/>
                  <a:pt x="6809" y="11702"/>
                  <a:pt x="6809" y="11581"/>
                </a:cubicBezTo>
                <a:lnTo>
                  <a:pt x="6779" y="11520"/>
                </a:lnTo>
                <a:lnTo>
                  <a:pt x="6779" y="11459"/>
                </a:lnTo>
                <a:cubicBezTo>
                  <a:pt x="6809" y="11368"/>
                  <a:pt x="6870" y="11307"/>
                  <a:pt x="6931" y="11247"/>
                </a:cubicBezTo>
                <a:close/>
                <a:moveTo>
                  <a:pt x="75134" y="11942"/>
                </a:moveTo>
                <a:cubicBezTo>
                  <a:pt x="75225" y="11942"/>
                  <a:pt x="75349" y="12073"/>
                  <a:pt x="75321" y="12128"/>
                </a:cubicBezTo>
                <a:cubicBezTo>
                  <a:pt x="75312" y="12156"/>
                  <a:pt x="75289" y="12167"/>
                  <a:pt x="75259" y="12167"/>
                </a:cubicBezTo>
                <a:cubicBezTo>
                  <a:pt x="75191" y="12167"/>
                  <a:pt x="75090" y="12110"/>
                  <a:pt x="75048" y="12067"/>
                </a:cubicBezTo>
                <a:cubicBezTo>
                  <a:pt x="74987" y="12037"/>
                  <a:pt x="75017" y="11946"/>
                  <a:pt x="75078" y="11946"/>
                </a:cubicBezTo>
                <a:lnTo>
                  <a:pt x="75108" y="11946"/>
                </a:lnTo>
                <a:cubicBezTo>
                  <a:pt x="75117" y="11943"/>
                  <a:pt x="75125" y="11942"/>
                  <a:pt x="75134" y="11942"/>
                </a:cubicBezTo>
                <a:close/>
                <a:moveTo>
                  <a:pt x="68938" y="12006"/>
                </a:moveTo>
                <a:cubicBezTo>
                  <a:pt x="69029" y="12006"/>
                  <a:pt x="69121" y="12067"/>
                  <a:pt x="69181" y="12128"/>
                </a:cubicBezTo>
                <a:lnTo>
                  <a:pt x="69090" y="12189"/>
                </a:lnTo>
                <a:lnTo>
                  <a:pt x="68938" y="12280"/>
                </a:lnTo>
                <a:cubicBezTo>
                  <a:pt x="68999" y="12310"/>
                  <a:pt x="68969" y="12432"/>
                  <a:pt x="68908" y="12462"/>
                </a:cubicBezTo>
                <a:lnTo>
                  <a:pt x="68847" y="12493"/>
                </a:lnTo>
                <a:lnTo>
                  <a:pt x="68786" y="12493"/>
                </a:lnTo>
                <a:cubicBezTo>
                  <a:pt x="68725" y="12493"/>
                  <a:pt x="68695" y="12462"/>
                  <a:pt x="68665" y="12402"/>
                </a:cubicBezTo>
                <a:lnTo>
                  <a:pt x="68665" y="12280"/>
                </a:lnTo>
                <a:lnTo>
                  <a:pt x="68665" y="12250"/>
                </a:lnTo>
                <a:cubicBezTo>
                  <a:pt x="68634" y="12128"/>
                  <a:pt x="68725" y="12006"/>
                  <a:pt x="68847" y="12006"/>
                </a:cubicBezTo>
                <a:close/>
                <a:moveTo>
                  <a:pt x="69637" y="12189"/>
                </a:moveTo>
                <a:lnTo>
                  <a:pt x="69820" y="12280"/>
                </a:lnTo>
                <a:cubicBezTo>
                  <a:pt x="69880" y="12310"/>
                  <a:pt x="69880" y="12402"/>
                  <a:pt x="69820" y="12432"/>
                </a:cubicBezTo>
                <a:cubicBezTo>
                  <a:pt x="69728" y="12462"/>
                  <a:pt x="69637" y="12493"/>
                  <a:pt x="69546" y="12523"/>
                </a:cubicBezTo>
                <a:lnTo>
                  <a:pt x="69485" y="12523"/>
                </a:lnTo>
                <a:cubicBezTo>
                  <a:pt x="69394" y="12523"/>
                  <a:pt x="69364" y="12493"/>
                  <a:pt x="69364" y="12462"/>
                </a:cubicBezTo>
                <a:cubicBezTo>
                  <a:pt x="69394" y="12432"/>
                  <a:pt x="69546" y="12280"/>
                  <a:pt x="69637" y="12189"/>
                </a:cubicBezTo>
                <a:close/>
                <a:moveTo>
                  <a:pt x="87328" y="12037"/>
                </a:moveTo>
                <a:lnTo>
                  <a:pt x="87480" y="12158"/>
                </a:lnTo>
                <a:lnTo>
                  <a:pt x="87510" y="12189"/>
                </a:lnTo>
                <a:cubicBezTo>
                  <a:pt x="87540" y="12181"/>
                  <a:pt x="87571" y="12177"/>
                  <a:pt x="87600" y="12177"/>
                </a:cubicBezTo>
                <a:cubicBezTo>
                  <a:pt x="87689" y="12177"/>
                  <a:pt x="87768" y="12212"/>
                  <a:pt x="87814" y="12280"/>
                </a:cubicBezTo>
                <a:lnTo>
                  <a:pt x="87814" y="12371"/>
                </a:lnTo>
                <a:cubicBezTo>
                  <a:pt x="87844" y="12371"/>
                  <a:pt x="87844" y="12432"/>
                  <a:pt x="87875" y="12432"/>
                </a:cubicBezTo>
                <a:lnTo>
                  <a:pt x="87966" y="12462"/>
                </a:lnTo>
                <a:cubicBezTo>
                  <a:pt x="88027" y="12493"/>
                  <a:pt x="88087" y="12554"/>
                  <a:pt x="88027" y="12584"/>
                </a:cubicBezTo>
                <a:lnTo>
                  <a:pt x="87905" y="12554"/>
                </a:lnTo>
                <a:cubicBezTo>
                  <a:pt x="87783" y="12554"/>
                  <a:pt x="87662" y="12554"/>
                  <a:pt x="87540" y="12523"/>
                </a:cubicBezTo>
                <a:cubicBezTo>
                  <a:pt x="87480" y="12493"/>
                  <a:pt x="87540" y="12402"/>
                  <a:pt x="87601" y="12341"/>
                </a:cubicBezTo>
                <a:cubicBezTo>
                  <a:pt x="87632" y="12310"/>
                  <a:pt x="87449" y="12250"/>
                  <a:pt x="87388" y="12250"/>
                </a:cubicBezTo>
                <a:cubicBezTo>
                  <a:pt x="87297" y="12250"/>
                  <a:pt x="87267" y="12158"/>
                  <a:pt x="87328" y="12037"/>
                </a:cubicBezTo>
                <a:close/>
                <a:moveTo>
                  <a:pt x="79941" y="12265"/>
                </a:moveTo>
                <a:cubicBezTo>
                  <a:pt x="79987" y="12265"/>
                  <a:pt x="80033" y="12280"/>
                  <a:pt x="80063" y="12341"/>
                </a:cubicBezTo>
                <a:cubicBezTo>
                  <a:pt x="80124" y="12432"/>
                  <a:pt x="80185" y="12462"/>
                  <a:pt x="80276" y="12493"/>
                </a:cubicBezTo>
                <a:lnTo>
                  <a:pt x="80428" y="12554"/>
                </a:lnTo>
                <a:cubicBezTo>
                  <a:pt x="80428" y="12590"/>
                  <a:pt x="80395" y="12607"/>
                  <a:pt x="80340" y="12607"/>
                </a:cubicBezTo>
                <a:cubicBezTo>
                  <a:pt x="80255" y="12607"/>
                  <a:pt x="80119" y="12566"/>
                  <a:pt x="79972" y="12493"/>
                </a:cubicBezTo>
                <a:lnTo>
                  <a:pt x="79759" y="12402"/>
                </a:lnTo>
                <a:cubicBezTo>
                  <a:pt x="79729" y="12371"/>
                  <a:pt x="79820" y="12280"/>
                  <a:pt x="79820" y="12280"/>
                </a:cubicBezTo>
                <a:cubicBezTo>
                  <a:pt x="79850" y="12280"/>
                  <a:pt x="79896" y="12265"/>
                  <a:pt x="79941" y="12265"/>
                </a:cubicBezTo>
                <a:close/>
                <a:moveTo>
                  <a:pt x="88387" y="12028"/>
                </a:moveTo>
                <a:cubicBezTo>
                  <a:pt x="88484" y="12028"/>
                  <a:pt x="88659" y="12067"/>
                  <a:pt x="88756" y="12067"/>
                </a:cubicBezTo>
                <a:cubicBezTo>
                  <a:pt x="88847" y="12067"/>
                  <a:pt x="89030" y="12432"/>
                  <a:pt x="88939" y="12523"/>
                </a:cubicBezTo>
                <a:cubicBezTo>
                  <a:pt x="88817" y="12614"/>
                  <a:pt x="88574" y="12584"/>
                  <a:pt x="88513" y="12645"/>
                </a:cubicBezTo>
                <a:cubicBezTo>
                  <a:pt x="88508" y="12647"/>
                  <a:pt x="88503" y="12647"/>
                  <a:pt x="88498" y="12647"/>
                </a:cubicBezTo>
                <a:cubicBezTo>
                  <a:pt x="88422" y="12647"/>
                  <a:pt x="88424" y="12427"/>
                  <a:pt x="88452" y="12341"/>
                </a:cubicBezTo>
                <a:cubicBezTo>
                  <a:pt x="88483" y="12250"/>
                  <a:pt x="88422" y="12189"/>
                  <a:pt x="88361" y="12189"/>
                </a:cubicBezTo>
                <a:cubicBezTo>
                  <a:pt x="88270" y="12219"/>
                  <a:pt x="88179" y="12250"/>
                  <a:pt x="88087" y="12250"/>
                </a:cubicBezTo>
                <a:cubicBezTo>
                  <a:pt x="88148" y="12158"/>
                  <a:pt x="88239" y="12098"/>
                  <a:pt x="88331" y="12037"/>
                </a:cubicBezTo>
                <a:cubicBezTo>
                  <a:pt x="88343" y="12031"/>
                  <a:pt x="88362" y="12028"/>
                  <a:pt x="88387" y="12028"/>
                </a:cubicBezTo>
                <a:close/>
                <a:moveTo>
                  <a:pt x="67759" y="12525"/>
                </a:moveTo>
                <a:cubicBezTo>
                  <a:pt x="67795" y="12525"/>
                  <a:pt x="67833" y="12533"/>
                  <a:pt x="67874" y="12554"/>
                </a:cubicBezTo>
                <a:lnTo>
                  <a:pt x="67935" y="12554"/>
                </a:lnTo>
                <a:cubicBezTo>
                  <a:pt x="67996" y="12614"/>
                  <a:pt x="67965" y="12706"/>
                  <a:pt x="67844" y="12766"/>
                </a:cubicBezTo>
                <a:lnTo>
                  <a:pt x="67783" y="12797"/>
                </a:lnTo>
                <a:cubicBezTo>
                  <a:pt x="67734" y="12797"/>
                  <a:pt x="67681" y="12802"/>
                  <a:pt x="67628" y="12802"/>
                </a:cubicBezTo>
                <a:cubicBezTo>
                  <a:pt x="67550" y="12802"/>
                  <a:pt x="67473" y="12791"/>
                  <a:pt x="67418" y="12736"/>
                </a:cubicBezTo>
                <a:cubicBezTo>
                  <a:pt x="67388" y="12706"/>
                  <a:pt x="67388" y="12675"/>
                  <a:pt x="67418" y="12645"/>
                </a:cubicBezTo>
                <a:cubicBezTo>
                  <a:pt x="67536" y="12621"/>
                  <a:pt x="67636" y="12525"/>
                  <a:pt x="67759" y="12525"/>
                </a:cubicBezTo>
                <a:close/>
                <a:moveTo>
                  <a:pt x="75777" y="12736"/>
                </a:moveTo>
                <a:cubicBezTo>
                  <a:pt x="75807" y="12765"/>
                  <a:pt x="75779" y="12824"/>
                  <a:pt x="75721" y="12883"/>
                </a:cubicBezTo>
                <a:lnTo>
                  <a:pt x="75721" y="12883"/>
                </a:lnTo>
                <a:cubicBezTo>
                  <a:pt x="75721" y="12873"/>
                  <a:pt x="75719" y="12865"/>
                  <a:pt x="75716" y="12858"/>
                </a:cubicBezTo>
                <a:cubicBezTo>
                  <a:pt x="75686" y="12736"/>
                  <a:pt x="75747" y="12736"/>
                  <a:pt x="75777" y="12736"/>
                </a:cubicBezTo>
                <a:close/>
                <a:moveTo>
                  <a:pt x="22567" y="12887"/>
                </a:moveTo>
                <a:cubicBezTo>
                  <a:pt x="22633" y="12887"/>
                  <a:pt x="22697" y="12920"/>
                  <a:pt x="22737" y="12979"/>
                </a:cubicBezTo>
                <a:lnTo>
                  <a:pt x="22767" y="13040"/>
                </a:lnTo>
                <a:lnTo>
                  <a:pt x="22828" y="13070"/>
                </a:lnTo>
                <a:cubicBezTo>
                  <a:pt x="22828" y="13123"/>
                  <a:pt x="22818" y="13156"/>
                  <a:pt x="22791" y="13156"/>
                </a:cubicBezTo>
                <a:cubicBezTo>
                  <a:pt x="22772" y="13156"/>
                  <a:pt x="22744" y="13139"/>
                  <a:pt x="22706" y="13101"/>
                </a:cubicBezTo>
                <a:lnTo>
                  <a:pt x="22585" y="13101"/>
                </a:lnTo>
                <a:lnTo>
                  <a:pt x="22463" y="13070"/>
                </a:lnTo>
                <a:cubicBezTo>
                  <a:pt x="22447" y="13073"/>
                  <a:pt x="22433" y="13074"/>
                  <a:pt x="22421" y="13074"/>
                </a:cubicBezTo>
                <a:cubicBezTo>
                  <a:pt x="22302" y="13074"/>
                  <a:pt x="22408" y="12946"/>
                  <a:pt x="22463" y="12918"/>
                </a:cubicBezTo>
                <a:cubicBezTo>
                  <a:pt x="22495" y="12897"/>
                  <a:pt x="22532" y="12887"/>
                  <a:pt x="22567" y="12887"/>
                </a:cubicBezTo>
                <a:close/>
                <a:moveTo>
                  <a:pt x="42524" y="12797"/>
                </a:moveTo>
                <a:cubicBezTo>
                  <a:pt x="42615" y="12827"/>
                  <a:pt x="42798" y="13010"/>
                  <a:pt x="42737" y="13101"/>
                </a:cubicBezTo>
                <a:cubicBezTo>
                  <a:pt x="42701" y="13172"/>
                  <a:pt x="42666" y="13201"/>
                  <a:pt x="42636" y="13201"/>
                </a:cubicBezTo>
                <a:cubicBezTo>
                  <a:pt x="42615" y="13201"/>
                  <a:pt x="42598" y="13187"/>
                  <a:pt x="42585" y="13161"/>
                </a:cubicBezTo>
                <a:lnTo>
                  <a:pt x="42585" y="13101"/>
                </a:lnTo>
                <a:cubicBezTo>
                  <a:pt x="42615" y="12979"/>
                  <a:pt x="42585" y="12918"/>
                  <a:pt x="42433" y="12918"/>
                </a:cubicBezTo>
                <a:cubicBezTo>
                  <a:pt x="42403" y="12858"/>
                  <a:pt x="42433" y="12827"/>
                  <a:pt x="42524" y="12827"/>
                </a:cubicBezTo>
                <a:lnTo>
                  <a:pt x="42524" y="12797"/>
                </a:lnTo>
                <a:close/>
                <a:moveTo>
                  <a:pt x="16293" y="12584"/>
                </a:moveTo>
                <a:cubicBezTo>
                  <a:pt x="16384" y="12614"/>
                  <a:pt x="16445" y="12675"/>
                  <a:pt x="16506" y="12736"/>
                </a:cubicBezTo>
                <a:cubicBezTo>
                  <a:pt x="16506" y="12780"/>
                  <a:pt x="16522" y="12809"/>
                  <a:pt x="16543" y="12809"/>
                </a:cubicBezTo>
                <a:cubicBezTo>
                  <a:pt x="16550" y="12809"/>
                  <a:pt x="16558" y="12805"/>
                  <a:pt x="16566" y="12797"/>
                </a:cubicBezTo>
                <a:lnTo>
                  <a:pt x="16566" y="12675"/>
                </a:lnTo>
                <a:cubicBezTo>
                  <a:pt x="16597" y="12645"/>
                  <a:pt x="16627" y="12614"/>
                  <a:pt x="16658" y="12614"/>
                </a:cubicBezTo>
                <a:cubicBezTo>
                  <a:pt x="16688" y="12614"/>
                  <a:pt x="16779" y="12645"/>
                  <a:pt x="16779" y="12645"/>
                </a:cubicBezTo>
                <a:lnTo>
                  <a:pt x="16779" y="12797"/>
                </a:lnTo>
                <a:cubicBezTo>
                  <a:pt x="16870" y="12918"/>
                  <a:pt x="17022" y="13192"/>
                  <a:pt x="16962" y="13222"/>
                </a:cubicBezTo>
                <a:cubicBezTo>
                  <a:pt x="16951" y="13233"/>
                  <a:pt x="16938" y="13238"/>
                  <a:pt x="16924" y="13238"/>
                </a:cubicBezTo>
                <a:cubicBezTo>
                  <a:pt x="16860" y="13238"/>
                  <a:pt x="16768" y="13129"/>
                  <a:pt x="16718" y="12979"/>
                </a:cubicBezTo>
                <a:lnTo>
                  <a:pt x="16232" y="12979"/>
                </a:lnTo>
                <a:cubicBezTo>
                  <a:pt x="16232" y="12949"/>
                  <a:pt x="16354" y="12766"/>
                  <a:pt x="16293" y="12706"/>
                </a:cubicBezTo>
                <a:cubicBezTo>
                  <a:pt x="16232" y="12675"/>
                  <a:pt x="16202" y="12584"/>
                  <a:pt x="16202" y="12584"/>
                </a:cubicBezTo>
                <a:close/>
                <a:moveTo>
                  <a:pt x="43892" y="13010"/>
                </a:moveTo>
                <a:cubicBezTo>
                  <a:pt x="43983" y="13101"/>
                  <a:pt x="44074" y="13161"/>
                  <a:pt x="44135" y="13253"/>
                </a:cubicBezTo>
                <a:cubicBezTo>
                  <a:pt x="44156" y="13253"/>
                  <a:pt x="44135" y="13266"/>
                  <a:pt x="44092" y="13266"/>
                </a:cubicBezTo>
                <a:cubicBezTo>
                  <a:pt x="44071" y="13266"/>
                  <a:pt x="44044" y="13263"/>
                  <a:pt x="44014" y="13253"/>
                </a:cubicBezTo>
                <a:lnTo>
                  <a:pt x="43467" y="13253"/>
                </a:lnTo>
                <a:cubicBezTo>
                  <a:pt x="43406" y="13222"/>
                  <a:pt x="43467" y="13131"/>
                  <a:pt x="43588" y="13040"/>
                </a:cubicBezTo>
                <a:cubicBezTo>
                  <a:pt x="43624" y="13076"/>
                  <a:pt x="43655" y="13088"/>
                  <a:pt x="43685" y="13088"/>
                </a:cubicBezTo>
                <a:cubicBezTo>
                  <a:pt x="43732" y="13088"/>
                  <a:pt x="43776" y="13058"/>
                  <a:pt x="43831" y="13040"/>
                </a:cubicBezTo>
                <a:lnTo>
                  <a:pt x="43892" y="13010"/>
                </a:lnTo>
                <a:close/>
                <a:moveTo>
                  <a:pt x="14834" y="12918"/>
                </a:moveTo>
                <a:lnTo>
                  <a:pt x="14803" y="12949"/>
                </a:lnTo>
                <a:cubicBezTo>
                  <a:pt x="14895" y="12949"/>
                  <a:pt x="15138" y="13010"/>
                  <a:pt x="15107" y="13040"/>
                </a:cubicBezTo>
                <a:lnTo>
                  <a:pt x="15107" y="13131"/>
                </a:lnTo>
                <a:cubicBezTo>
                  <a:pt x="15138" y="13222"/>
                  <a:pt x="15138" y="13283"/>
                  <a:pt x="15077" y="13344"/>
                </a:cubicBezTo>
                <a:lnTo>
                  <a:pt x="14986" y="13344"/>
                </a:lnTo>
                <a:cubicBezTo>
                  <a:pt x="14955" y="13313"/>
                  <a:pt x="14895" y="13283"/>
                  <a:pt x="14864" y="13253"/>
                </a:cubicBezTo>
                <a:lnTo>
                  <a:pt x="14712" y="13101"/>
                </a:lnTo>
                <a:cubicBezTo>
                  <a:pt x="14682" y="13010"/>
                  <a:pt x="14743" y="12918"/>
                  <a:pt x="14834" y="12918"/>
                </a:cubicBezTo>
                <a:close/>
                <a:moveTo>
                  <a:pt x="76025" y="12647"/>
                </a:moveTo>
                <a:cubicBezTo>
                  <a:pt x="76174" y="12647"/>
                  <a:pt x="76311" y="12749"/>
                  <a:pt x="76264" y="12797"/>
                </a:cubicBezTo>
                <a:cubicBezTo>
                  <a:pt x="76203" y="12827"/>
                  <a:pt x="76416" y="13161"/>
                  <a:pt x="76507" y="13283"/>
                </a:cubicBezTo>
                <a:cubicBezTo>
                  <a:pt x="76553" y="13376"/>
                  <a:pt x="76511" y="13416"/>
                  <a:pt x="76461" y="13416"/>
                </a:cubicBezTo>
                <a:cubicBezTo>
                  <a:pt x="76446" y="13416"/>
                  <a:pt x="76430" y="13412"/>
                  <a:pt x="76416" y="13405"/>
                </a:cubicBezTo>
                <a:cubicBezTo>
                  <a:pt x="76294" y="13344"/>
                  <a:pt x="76203" y="13313"/>
                  <a:pt x="76081" y="13313"/>
                </a:cubicBezTo>
                <a:lnTo>
                  <a:pt x="76020" y="13344"/>
                </a:lnTo>
                <a:cubicBezTo>
                  <a:pt x="75965" y="13390"/>
                  <a:pt x="75916" y="13405"/>
                  <a:pt x="75869" y="13405"/>
                </a:cubicBezTo>
                <a:cubicBezTo>
                  <a:pt x="75774" y="13405"/>
                  <a:pt x="75692" y="13340"/>
                  <a:pt x="75600" y="13340"/>
                </a:cubicBezTo>
                <a:cubicBezTo>
                  <a:pt x="75588" y="13340"/>
                  <a:pt x="75577" y="13341"/>
                  <a:pt x="75564" y="13344"/>
                </a:cubicBezTo>
                <a:lnTo>
                  <a:pt x="75443" y="13405"/>
                </a:lnTo>
                <a:cubicBezTo>
                  <a:pt x="75260" y="13374"/>
                  <a:pt x="75108" y="13313"/>
                  <a:pt x="75108" y="13283"/>
                </a:cubicBezTo>
                <a:cubicBezTo>
                  <a:pt x="75108" y="13253"/>
                  <a:pt x="75352" y="13101"/>
                  <a:pt x="75291" y="13040"/>
                </a:cubicBezTo>
                <a:cubicBezTo>
                  <a:pt x="75230" y="12979"/>
                  <a:pt x="75139" y="12888"/>
                  <a:pt x="75108" y="12888"/>
                </a:cubicBezTo>
                <a:cubicBezTo>
                  <a:pt x="75108" y="12858"/>
                  <a:pt x="75230" y="12827"/>
                  <a:pt x="75291" y="12827"/>
                </a:cubicBezTo>
                <a:cubicBezTo>
                  <a:pt x="75352" y="12827"/>
                  <a:pt x="75504" y="13131"/>
                  <a:pt x="75564" y="13161"/>
                </a:cubicBezTo>
                <a:cubicBezTo>
                  <a:pt x="75570" y="13163"/>
                  <a:pt x="75575" y="13164"/>
                  <a:pt x="75580" y="13164"/>
                </a:cubicBezTo>
                <a:cubicBezTo>
                  <a:pt x="75652" y="13164"/>
                  <a:pt x="75719" y="13008"/>
                  <a:pt x="75722" y="12908"/>
                </a:cubicBezTo>
                <a:lnTo>
                  <a:pt x="75722" y="12908"/>
                </a:lnTo>
                <a:cubicBezTo>
                  <a:pt x="75730" y="12910"/>
                  <a:pt x="75741" y="12911"/>
                  <a:pt x="75754" y="12911"/>
                </a:cubicBezTo>
                <a:cubicBezTo>
                  <a:pt x="75792" y="12911"/>
                  <a:pt x="75853" y="12903"/>
                  <a:pt x="75929" y="12888"/>
                </a:cubicBezTo>
                <a:lnTo>
                  <a:pt x="75899" y="12675"/>
                </a:lnTo>
                <a:cubicBezTo>
                  <a:pt x="75939" y="12655"/>
                  <a:pt x="75982" y="12647"/>
                  <a:pt x="76025" y="12647"/>
                </a:cubicBezTo>
                <a:close/>
                <a:moveTo>
                  <a:pt x="66347" y="13262"/>
                </a:moveTo>
                <a:cubicBezTo>
                  <a:pt x="66389" y="13262"/>
                  <a:pt x="66442" y="13277"/>
                  <a:pt x="66507" y="13313"/>
                </a:cubicBezTo>
                <a:lnTo>
                  <a:pt x="66658" y="13405"/>
                </a:lnTo>
                <a:cubicBezTo>
                  <a:pt x="66658" y="13405"/>
                  <a:pt x="66689" y="13465"/>
                  <a:pt x="66658" y="13496"/>
                </a:cubicBezTo>
                <a:lnTo>
                  <a:pt x="66598" y="13496"/>
                </a:lnTo>
                <a:lnTo>
                  <a:pt x="66507" y="13405"/>
                </a:lnTo>
                <a:cubicBezTo>
                  <a:pt x="66440" y="13438"/>
                  <a:pt x="66373" y="13462"/>
                  <a:pt x="66321" y="13462"/>
                </a:cubicBezTo>
                <a:cubicBezTo>
                  <a:pt x="66279" y="13462"/>
                  <a:pt x="66247" y="13446"/>
                  <a:pt x="66233" y="13405"/>
                </a:cubicBezTo>
                <a:cubicBezTo>
                  <a:pt x="66212" y="13341"/>
                  <a:pt x="66250" y="13262"/>
                  <a:pt x="66347" y="13262"/>
                </a:cubicBezTo>
                <a:close/>
                <a:moveTo>
                  <a:pt x="72720" y="12795"/>
                </a:moveTo>
                <a:cubicBezTo>
                  <a:pt x="72786" y="12795"/>
                  <a:pt x="72850" y="12829"/>
                  <a:pt x="72890" y="12888"/>
                </a:cubicBezTo>
                <a:lnTo>
                  <a:pt x="72829" y="12979"/>
                </a:lnTo>
                <a:lnTo>
                  <a:pt x="72738" y="13070"/>
                </a:lnTo>
                <a:cubicBezTo>
                  <a:pt x="72757" y="13129"/>
                  <a:pt x="72878" y="13163"/>
                  <a:pt x="72986" y="13163"/>
                </a:cubicBezTo>
                <a:cubicBezTo>
                  <a:pt x="73045" y="13163"/>
                  <a:pt x="73100" y="13153"/>
                  <a:pt x="73133" y="13131"/>
                </a:cubicBezTo>
                <a:cubicBezTo>
                  <a:pt x="73224" y="13070"/>
                  <a:pt x="73315" y="13040"/>
                  <a:pt x="73437" y="13010"/>
                </a:cubicBezTo>
                <a:lnTo>
                  <a:pt x="73528" y="13010"/>
                </a:lnTo>
                <a:cubicBezTo>
                  <a:pt x="73538" y="13006"/>
                  <a:pt x="73547" y="13005"/>
                  <a:pt x="73556" y="13005"/>
                </a:cubicBezTo>
                <a:cubicBezTo>
                  <a:pt x="73632" y="13005"/>
                  <a:pt x="73680" y="13107"/>
                  <a:pt x="73680" y="13161"/>
                </a:cubicBezTo>
                <a:cubicBezTo>
                  <a:pt x="73680" y="13197"/>
                  <a:pt x="73774" y="13212"/>
                  <a:pt x="73852" y="13212"/>
                </a:cubicBezTo>
                <a:cubicBezTo>
                  <a:pt x="73907" y="13212"/>
                  <a:pt x="73953" y="13204"/>
                  <a:pt x="73953" y="13192"/>
                </a:cubicBezTo>
                <a:cubicBezTo>
                  <a:pt x="73923" y="13131"/>
                  <a:pt x="73923" y="13070"/>
                  <a:pt x="73953" y="13040"/>
                </a:cubicBezTo>
                <a:cubicBezTo>
                  <a:pt x="73965" y="13042"/>
                  <a:pt x="73976" y="13043"/>
                  <a:pt x="73985" y="13043"/>
                </a:cubicBezTo>
                <a:cubicBezTo>
                  <a:pt x="74097" y="13043"/>
                  <a:pt x="74049" y="12888"/>
                  <a:pt x="74105" y="12888"/>
                </a:cubicBezTo>
                <a:cubicBezTo>
                  <a:pt x="74197" y="12888"/>
                  <a:pt x="74288" y="12918"/>
                  <a:pt x="74379" y="12949"/>
                </a:cubicBezTo>
                <a:lnTo>
                  <a:pt x="74470" y="12979"/>
                </a:lnTo>
                <a:cubicBezTo>
                  <a:pt x="74531" y="12994"/>
                  <a:pt x="74584" y="13002"/>
                  <a:pt x="74637" y="13002"/>
                </a:cubicBezTo>
                <a:cubicBezTo>
                  <a:pt x="74691" y="13002"/>
                  <a:pt x="74744" y="12994"/>
                  <a:pt x="74805" y="12979"/>
                </a:cubicBezTo>
                <a:lnTo>
                  <a:pt x="74805" y="12918"/>
                </a:lnTo>
                <a:cubicBezTo>
                  <a:pt x="74805" y="12850"/>
                  <a:pt x="74839" y="12816"/>
                  <a:pt x="74894" y="12816"/>
                </a:cubicBezTo>
                <a:cubicBezTo>
                  <a:pt x="74913" y="12816"/>
                  <a:pt x="74934" y="12820"/>
                  <a:pt x="74957" y="12827"/>
                </a:cubicBezTo>
                <a:lnTo>
                  <a:pt x="74987" y="12827"/>
                </a:lnTo>
                <a:cubicBezTo>
                  <a:pt x="74957" y="12979"/>
                  <a:pt x="74865" y="13101"/>
                  <a:pt x="74744" y="13192"/>
                </a:cubicBezTo>
                <a:cubicBezTo>
                  <a:pt x="74683" y="13253"/>
                  <a:pt x="74653" y="13283"/>
                  <a:pt x="74592" y="13344"/>
                </a:cubicBezTo>
                <a:lnTo>
                  <a:pt x="74409" y="13344"/>
                </a:lnTo>
                <a:cubicBezTo>
                  <a:pt x="74399" y="13354"/>
                  <a:pt x="74389" y="13357"/>
                  <a:pt x="74379" y="13357"/>
                </a:cubicBezTo>
                <a:cubicBezTo>
                  <a:pt x="74359" y="13357"/>
                  <a:pt x="74338" y="13344"/>
                  <a:pt x="74318" y="13344"/>
                </a:cubicBezTo>
                <a:cubicBezTo>
                  <a:pt x="74300" y="13335"/>
                  <a:pt x="74283" y="13331"/>
                  <a:pt x="74265" y="13331"/>
                </a:cubicBezTo>
                <a:cubicBezTo>
                  <a:pt x="74222" y="13331"/>
                  <a:pt x="74179" y="13353"/>
                  <a:pt x="74136" y="13374"/>
                </a:cubicBezTo>
                <a:cubicBezTo>
                  <a:pt x="74130" y="13380"/>
                  <a:pt x="74123" y="13382"/>
                  <a:pt x="74114" y="13382"/>
                </a:cubicBezTo>
                <a:cubicBezTo>
                  <a:pt x="74073" y="13382"/>
                  <a:pt x="73998" y="13328"/>
                  <a:pt x="73923" y="13253"/>
                </a:cubicBezTo>
                <a:lnTo>
                  <a:pt x="73771" y="13344"/>
                </a:lnTo>
                <a:lnTo>
                  <a:pt x="73649" y="13465"/>
                </a:lnTo>
                <a:cubicBezTo>
                  <a:pt x="73528" y="13374"/>
                  <a:pt x="73376" y="13374"/>
                  <a:pt x="73254" y="13374"/>
                </a:cubicBezTo>
                <a:lnTo>
                  <a:pt x="73102" y="13374"/>
                </a:lnTo>
                <a:cubicBezTo>
                  <a:pt x="73042" y="13374"/>
                  <a:pt x="72950" y="13313"/>
                  <a:pt x="72920" y="13313"/>
                </a:cubicBezTo>
                <a:cubicBezTo>
                  <a:pt x="72859" y="13344"/>
                  <a:pt x="72829" y="13435"/>
                  <a:pt x="72798" y="13465"/>
                </a:cubicBezTo>
                <a:lnTo>
                  <a:pt x="72768" y="13496"/>
                </a:lnTo>
                <a:cubicBezTo>
                  <a:pt x="72707" y="13511"/>
                  <a:pt x="72654" y="13519"/>
                  <a:pt x="72601" y="13519"/>
                </a:cubicBezTo>
                <a:cubicBezTo>
                  <a:pt x="72548" y="13519"/>
                  <a:pt x="72494" y="13511"/>
                  <a:pt x="72434" y="13496"/>
                </a:cubicBezTo>
                <a:lnTo>
                  <a:pt x="72312" y="13496"/>
                </a:lnTo>
                <a:cubicBezTo>
                  <a:pt x="72282" y="13496"/>
                  <a:pt x="72251" y="13465"/>
                  <a:pt x="72251" y="13435"/>
                </a:cubicBezTo>
                <a:cubicBezTo>
                  <a:pt x="72251" y="13405"/>
                  <a:pt x="72251" y="13344"/>
                  <a:pt x="72282" y="13344"/>
                </a:cubicBezTo>
                <a:lnTo>
                  <a:pt x="72373" y="13283"/>
                </a:lnTo>
                <a:cubicBezTo>
                  <a:pt x="72464" y="13253"/>
                  <a:pt x="72525" y="13101"/>
                  <a:pt x="72434" y="13101"/>
                </a:cubicBezTo>
                <a:cubicBezTo>
                  <a:pt x="72373" y="13070"/>
                  <a:pt x="72555" y="12888"/>
                  <a:pt x="72616" y="12827"/>
                </a:cubicBezTo>
                <a:cubicBezTo>
                  <a:pt x="72648" y="12806"/>
                  <a:pt x="72684" y="12795"/>
                  <a:pt x="72720" y="12795"/>
                </a:cubicBezTo>
                <a:close/>
                <a:moveTo>
                  <a:pt x="13702" y="13179"/>
                </a:moveTo>
                <a:cubicBezTo>
                  <a:pt x="13745" y="13179"/>
                  <a:pt x="13788" y="13201"/>
                  <a:pt x="13831" y="13222"/>
                </a:cubicBezTo>
                <a:cubicBezTo>
                  <a:pt x="13861" y="13283"/>
                  <a:pt x="13861" y="13344"/>
                  <a:pt x="13709" y="13344"/>
                </a:cubicBezTo>
                <a:cubicBezTo>
                  <a:pt x="13588" y="13374"/>
                  <a:pt x="13648" y="13465"/>
                  <a:pt x="13618" y="13526"/>
                </a:cubicBezTo>
                <a:lnTo>
                  <a:pt x="13588" y="13557"/>
                </a:lnTo>
                <a:cubicBezTo>
                  <a:pt x="13557" y="13557"/>
                  <a:pt x="13496" y="13557"/>
                  <a:pt x="13466" y="13526"/>
                </a:cubicBezTo>
                <a:cubicBezTo>
                  <a:pt x="13436" y="13496"/>
                  <a:pt x="13588" y="13313"/>
                  <a:pt x="13496" y="13313"/>
                </a:cubicBezTo>
                <a:cubicBezTo>
                  <a:pt x="13405" y="13313"/>
                  <a:pt x="13405" y="13283"/>
                  <a:pt x="13527" y="13222"/>
                </a:cubicBezTo>
                <a:lnTo>
                  <a:pt x="13648" y="13192"/>
                </a:lnTo>
                <a:cubicBezTo>
                  <a:pt x="13666" y="13183"/>
                  <a:pt x="13684" y="13179"/>
                  <a:pt x="13702" y="13179"/>
                </a:cubicBezTo>
                <a:close/>
                <a:moveTo>
                  <a:pt x="17782" y="13040"/>
                </a:moveTo>
                <a:lnTo>
                  <a:pt x="17934" y="13101"/>
                </a:lnTo>
                <a:lnTo>
                  <a:pt x="18025" y="13101"/>
                </a:lnTo>
                <a:cubicBezTo>
                  <a:pt x="18117" y="13131"/>
                  <a:pt x="18086" y="13192"/>
                  <a:pt x="17995" y="13192"/>
                </a:cubicBezTo>
                <a:cubicBezTo>
                  <a:pt x="17873" y="13192"/>
                  <a:pt x="17721" y="13587"/>
                  <a:pt x="17691" y="13587"/>
                </a:cubicBezTo>
                <a:cubicBezTo>
                  <a:pt x="17682" y="13596"/>
                  <a:pt x="17668" y="13600"/>
                  <a:pt x="17652" y="13600"/>
                </a:cubicBezTo>
                <a:cubicBezTo>
                  <a:pt x="17612" y="13600"/>
                  <a:pt x="17561" y="13578"/>
                  <a:pt x="17539" y="13557"/>
                </a:cubicBezTo>
                <a:lnTo>
                  <a:pt x="17539" y="13526"/>
                </a:lnTo>
                <a:lnTo>
                  <a:pt x="17569" y="13405"/>
                </a:lnTo>
                <a:cubicBezTo>
                  <a:pt x="17630" y="13313"/>
                  <a:pt x="17721" y="13131"/>
                  <a:pt x="17782" y="13040"/>
                </a:cubicBezTo>
                <a:close/>
                <a:moveTo>
                  <a:pt x="65534" y="13070"/>
                </a:moveTo>
                <a:cubicBezTo>
                  <a:pt x="65625" y="13101"/>
                  <a:pt x="65686" y="13131"/>
                  <a:pt x="65747" y="13161"/>
                </a:cubicBezTo>
                <a:cubicBezTo>
                  <a:pt x="65807" y="13192"/>
                  <a:pt x="65899" y="13313"/>
                  <a:pt x="65899" y="13344"/>
                </a:cubicBezTo>
                <a:cubicBezTo>
                  <a:pt x="65868" y="13374"/>
                  <a:pt x="65899" y="13435"/>
                  <a:pt x="65990" y="13435"/>
                </a:cubicBezTo>
                <a:lnTo>
                  <a:pt x="66020" y="13465"/>
                </a:lnTo>
                <a:cubicBezTo>
                  <a:pt x="66051" y="13465"/>
                  <a:pt x="66051" y="13557"/>
                  <a:pt x="66051" y="13557"/>
                </a:cubicBezTo>
                <a:cubicBezTo>
                  <a:pt x="66051" y="13587"/>
                  <a:pt x="65990" y="13587"/>
                  <a:pt x="65959" y="13587"/>
                </a:cubicBezTo>
                <a:lnTo>
                  <a:pt x="65868" y="13617"/>
                </a:lnTo>
                <a:cubicBezTo>
                  <a:pt x="65777" y="13617"/>
                  <a:pt x="65625" y="13587"/>
                  <a:pt x="65564" y="13557"/>
                </a:cubicBezTo>
                <a:lnTo>
                  <a:pt x="65503" y="13526"/>
                </a:lnTo>
                <a:cubicBezTo>
                  <a:pt x="65473" y="13496"/>
                  <a:pt x="65443" y="13435"/>
                  <a:pt x="65473" y="13374"/>
                </a:cubicBezTo>
                <a:lnTo>
                  <a:pt x="65503" y="13344"/>
                </a:lnTo>
                <a:cubicBezTo>
                  <a:pt x="65564" y="13313"/>
                  <a:pt x="65564" y="13253"/>
                  <a:pt x="65503" y="13253"/>
                </a:cubicBezTo>
                <a:lnTo>
                  <a:pt x="65473" y="13222"/>
                </a:lnTo>
                <a:cubicBezTo>
                  <a:pt x="65443" y="13192"/>
                  <a:pt x="65473" y="13131"/>
                  <a:pt x="65503" y="13101"/>
                </a:cubicBezTo>
                <a:lnTo>
                  <a:pt x="65534" y="13070"/>
                </a:lnTo>
                <a:close/>
                <a:moveTo>
                  <a:pt x="37783" y="13313"/>
                </a:moveTo>
                <a:lnTo>
                  <a:pt x="37904" y="13374"/>
                </a:lnTo>
                <a:lnTo>
                  <a:pt x="38056" y="13496"/>
                </a:lnTo>
                <a:cubicBezTo>
                  <a:pt x="38080" y="13591"/>
                  <a:pt x="38011" y="13667"/>
                  <a:pt x="37936" y="13667"/>
                </a:cubicBezTo>
                <a:cubicBezTo>
                  <a:pt x="37915" y="13667"/>
                  <a:pt x="37894" y="13661"/>
                  <a:pt x="37874" y="13648"/>
                </a:cubicBezTo>
                <a:cubicBezTo>
                  <a:pt x="37847" y="13630"/>
                  <a:pt x="37820" y="13610"/>
                  <a:pt x="37794" y="13588"/>
                </a:cubicBezTo>
                <a:lnTo>
                  <a:pt x="37794" y="13588"/>
                </a:lnTo>
                <a:cubicBezTo>
                  <a:pt x="37813" y="13520"/>
                  <a:pt x="37810" y="13423"/>
                  <a:pt x="37783" y="13313"/>
                </a:cubicBezTo>
                <a:close/>
                <a:moveTo>
                  <a:pt x="44253" y="13412"/>
                </a:moveTo>
                <a:cubicBezTo>
                  <a:pt x="44318" y="13412"/>
                  <a:pt x="44378" y="13420"/>
                  <a:pt x="44439" y="13435"/>
                </a:cubicBezTo>
                <a:lnTo>
                  <a:pt x="44652" y="13526"/>
                </a:lnTo>
                <a:cubicBezTo>
                  <a:pt x="44726" y="13477"/>
                  <a:pt x="44821" y="13427"/>
                  <a:pt x="44920" y="13427"/>
                </a:cubicBezTo>
                <a:cubicBezTo>
                  <a:pt x="44942" y="13427"/>
                  <a:pt x="44964" y="13429"/>
                  <a:pt x="44986" y="13435"/>
                </a:cubicBezTo>
                <a:cubicBezTo>
                  <a:pt x="45047" y="13465"/>
                  <a:pt x="44956" y="13587"/>
                  <a:pt x="44926" y="13617"/>
                </a:cubicBezTo>
                <a:cubicBezTo>
                  <a:pt x="44872" y="13653"/>
                  <a:pt x="44819" y="13668"/>
                  <a:pt x="44771" y="13668"/>
                </a:cubicBezTo>
                <a:cubicBezTo>
                  <a:pt x="44738" y="13668"/>
                  <a:pt x="44708" y="13660"/>
                  <a:pt x="44682" y="13648"/>
                </a:cubicBezTo>
                <a:cubicBezTo>
                  <a:pt x="44439" y="13648"/>
                  <a:pt x="44196" y="13617"/>
                  <a:pt x="43953" y="13587"/>
                </a:cubicBezTo>
                <a:cubicBezTo>
                  <a:pt x="43953" y="13526"/>
                  <a:pt x="43983" y="13465"/>
                  <a:pt x="44014" y="13435"/>
                </a:cubicBezTo>
                <a:lnTo>
                  <a:pt x="44044" y="13435"/>
                </a:lnTo>
                <a:cubicBezTo>
                  <a:pt x="44120" y="13420"/>
                  <a:pt x="44188" y="13412"/>
                  <a:pt x="44253" y="13412"/>
                </a:cubicBezTo>
                <a:close/>
                <a:moveTo>
                  <a:pt x="63285" y="13344"/>
                </a:moveTo>
                <a:cubicBezTo>
                  <a:pt x="63437" y="13374"/>
                  <a:pt x="63528" y="13435"/>
                  <a:pt x="63528" y="13496"/>
                </a:cubicBezTo>
                <a:cubicBezTo>
                  <a:pt x="63505" y="13540"/>
                  <a:pt x="63418" y="13569"/>
                  <a:pt x="63361" y="13569"/>
                </a:cubicBezTo>
                <a:cubicBezTo>
                  <a:pt x="63340" y="13569"/>
                  <a:pt x="63323" y="13565"/>
                  <a:pt x="63315" y="13557"/>
                </a:cubicBezTo>
                <a:cubicBezTo>
                  <a:pt x="63293" y="13535"/>
                  <a:pt x="63226" y="13514"/>
                  <a:pt x="63157" y="13514"/>
                </a:cubicBezTo>
                <a:cubicBezTo>
                  <a:pt x="63128" y="13514"/>
                  <a:pt x="63098" y="13517"/>
                  <a:pt x="63072" y="13526"/>
                </a:cubicBezTo>
                <a:lnTo>
                  <a:pt x="62981" y="13557"/>
                </a:lnTo>
                <a:lnTo>
                  <a:pt x="62889" y="13617"/>
                </a:lnTo>
                <a:cubicBezTo>
                  <a:pt x="62851" y="13656"/>
                  <a:pt x="62813" y="13672"/>
                  <a:pt x="62777" y="13672"/>
                </a:cubicBezTo>
                <a:cubicBezTo>
                  <a:pt x="62727" y="13672"/>
                  <a:pt x="62682" y="13640"/>
                  <a:pt x="62646" y="13587"/>
                </a:cubicBezTo>
                <a:cubicBezTo>
                  <a:pt x="62616" y="13557"/>
                  <a:pt x="62555" y="13374"/>
                  <a:pt x="62616" y="13374"/>
                </a:cubicBezTo>
                <a:lnTo>
                  <a:pt x="62616" y="13374"/>
                </a:lnTo>
                <a:cubicBezTo>
                  <a:pt x="62628" y="13380"/>
                  <a:pt x="62656" y="13383"/>
                  <a:pt x="62694" y="13383"/>
                </a:cubicBezTo>
                <a:cubicBezTo>
                  <a:pt x="62847" y="13383"/>
                  <a:pt x="63163" y="13344"/>
                  <a:pt x="63285" y="13344"/>
                </a:cubicBezTo>
                <a:close/>
                <a:moveTo>
                  <a:pt x="71431" y="12888"/>
                </a:moveTo>
                <a:cubicBezTo>
                  <a:pt x="71583" y="13070"/>
                  <a:pt x="71643" y="13222"/>
                  <a:pt x="71552" y="13222"/>
                </a:cubicBezTo>
                <a:cubicBezTo>
                  <a:pt x="71339" y="13283"/>
                  <a:pt x="71157" y="13344"/>
                  <a:pt x="70975" y="13435"/>
                </a:cubicBezTo>
                <a:cubicBezTo>
                  <a:pt x="70914" y="13496"/>
                  <a:pt x="70975" y="13526"/>
                  <a:pt x="71127" y="13526"/>
                </a:cubicBezTo>
                <a:lnTo>
                  <a:pt x="71218" y="13526"/>
                </a:lnTo>
                <a:cubicBezTo>
                  <a:pt x="71248" y="13557"/>
                  <a:pt x="71279" y="13587"/>
                  <a:pt x="71309" y="13617"/>
                </a:cubicBezTo>
                <a:cubicBezTo>
                  <a:pt x="71309" y="13648"/>
                  <a:pt x="71248" y="13678"/>
                  <a:pt x="71248" y="13678"/>
                </a:cubicBezTo>
                <a:lnTo>
                  <a:pt x="71066" y="13678"/>
                </a:lnTo>
                <a:cubicBezTo>
                  <a:pt x="70823" y="13648"/>
                  <a:pt x="70610" y="13526"/>
                  <a:pt x="70428" y="13374"/>
                </a:cubicBezTo>
                <a:cubicBezTo>
                  <a:pt x="70306" y="13283"/>
                  <a:pt x="70184" y="13192"/>
                  <a:pt x="70063" y="13161"/>
                </a:cubicBezTo>
                <a:cubicBezTo>
                  <a:pt x="69972" y="13161"/>
                  <a:pt x="69972" y="13101"/>
                  <a:pt x="70093" y="13070"/>
                </a:cubicBezTo>
                <a:lnTo>
                  <a:pt x="70124" y="13010"/>
                </a:lnTo>
                <a:cubicBezTo>
                  <a:pt x="70169" y="12979"/>
                  <a:pt x="70200" y="12964"/>
                  <a:pt x="70230" y="12964"/>
                </a:cubicBezTo>
                <a:cubicBezTo>
                  <a:pt x="70260" y="12964"/>
                  <a:pt x="70291" y="12979"/>
                  <a:pt x="70336" y="13010"/>
                </a:cubicBezTo>
                <a:lnTo>
                  <a:pt x="70367" y="13040"/>
                </a:lnTo>
                <a:lnTo>
                  <a:pt x="70853" y="12949"/>
                </a:lnTo>
                <a:lnTo>
                  <a:pt x="70975" y="13040"/>
                </a:lnTo>
                <a:cubicBezTo>
                  <a:pt x="71035" y="13070"/>
                  <a:pt x="71127" y="13101"/>
                  <a:pt x="71157" y="13101"/>
                </a:cubicBezTo>
                <a:lnTo>
                  <a:pt x="71431" y="12888"/>
                </a:lnTo>
                <a:close/>
                <a:moveTo>
                  <a:pt x="17296" y="13010"/>
                </a:moveTo>
                <a:cubicBezTo>
                  <a:pt x="17296" y="13010"/>
                  <a:pt x="17326" y="13070"/>
                  <a:pt x="17326" y="13101"/>
                </a:cubicBezTo>
                <a:lnTo>
                  <a:pt x="17326" y="13131"/>
                </a:lnTo>
                <a:cubicBezTo>
                  <a:pt x="17296" y="13313"/>
                  <a:pt x="17448" y="13526"/>
                  <a:pt x="17113" y="13648"/>
                </a:cubicBezTo>
                <a:lnTo>
                  <a:pt x="17083" y="13678"/>
                </a:lnTo>
                <a:cubicBezTo>
                  <a:pt x="17047" y="13714"/>
                  <a:pt x="17026" y="13726"/>
                  <a:pt x="17012" y="13726"/>
                </a:cubicBezTo>
                <a:cubicBezTo>
                  <a:pt x="16992" y="13726"/>
                  <a:pt x="16992" y="13697"/>
                  <a:pt x="16992" y="13678"/>
                </a:cubicBezTo>
                <a:cubicBezTo>
                  <a:pt x="17022" y="13648"/>
                  <a:pt x="17113" y="13405"/>
                  <a:pt x="17113" y="13344"/>
                </a:cubicBezTo>
                <a:cubicBezTo>
                  <a:pt x="17113" y="13253"/>
                  <a:pt x="17144" y="13161"/>
                  <a:pt x="17174" y="13070"/>
                </a:cubicBezTo>
                <a:cubicBezTo>
                  <a:pt x="17205" y="13040"/>
                  <a:pt x="17235" y="13010"/>
                  <a:pt x="17296" y="13010"/>
                </a:cubicBezTo>
                <a:close/>
                <a:moveTo>
                  <a:pt x="64288" y="13131"/>
                </a:moveTo>
                <a:cubicBezTo>
                  <a:pt x="64318" y="13161"/>
                  <a:pt x="64348" y="13222"/>
                  <a:pt x="64379" y="13283"/>
                </a:cubicBezTo>
                <a:lnTo>
                  <a:pt x="64652" y="13283"/>
                </a:lnTo>
                <a:lnTo>
                  <a:pt x="64713" y="13253"/>
                </a:lnTo>
                <a:cubicBezTo>
                  <a:pt x="64763" y="13202"/>
                  <a:pt x="64823" y="13180"/>
                  <a:pt x="64881" y="13180"/>
                </a:cubicBezTo>
                <a:cubicBezTo>
                  <a:pt x="64929" y="13180"/>
                  <a:pt x="64976" y="13195"/>
                  <a:pt x="65017" y="13222"/>
                </a:cubicBezTo>
                <a:lnTo>
                  <a:pt x="65139" y="13283"/>
                </a:lnTo>
                <a:cubicBezTo>
                  <a:pt x="65017" y="13435"/>
                  <a:pt x="64865" y="13587"/>
                  <a:pt x="64713" y="13709"/>
                </a:cubicBezTo>
                <a:cubicBezTo>
                  <a:pt x="64662" y="13747"/>
                  <a:pt x="64622" y="13764"/>
                  <a:pt x="64592" y="13764"/>
                </a:cubicBezTo>
                <a:cubicBezTo>
                  <a:pt x="64551" y="13764"/>
                  <a:pt x="64531" y="13731"/>
                  <a:pt x="64531" y="13678"/>
                </a:cubicBezTo>
                <a:cubicBezTo>
                  <a:pt x="64531" y="13577"/>
                  <a:pt x="64300" y="13413"/>
                  <a:pt x="64187" y="13413"/>
                </a:cubicBezTo>
                <a:cubicBezTo>
                  <a:pt x="64164" y="13413"/>
                  <a:pt x="64146" y="13420"/>
                  <a:pt x="64136" y="13435"/>
                </a:cubicBezTo>
                <a:cubicBezTo>
                  <a:pt x="64117" y="13464"/>
                  <a:pt x="64100" y="13486"/>
                  <a:pt x="64088" y="13503"/>
                </a:cubicBezTo>
                <a:lnTo>
                  <a:pt x="64088" y="13503"/>
                </a:lnTo>
                <a:cubicBezTo>
                  <a:pt x="64114" y="13458"/>
                  <a:pt x="64166" y="13360"/>
                  <a:pt x="64166" y="13313"/>
                </a:cubicBezTo>
                <a:cubicBezTo>
                  <a:pt x="64136" y="13253"/>
                  <a:pt x="64136" y="13192"/>
                  <a:pt x="64136" y="13131"/>
                </a:cubicBezTo>
                <a:close/>
                <a:moveTo>
                  <a:pt x="37313" y="13518"/>
                </a:moveTo>
                <a:cubicBezTo>
                  <a:pt x="37337" y="13518"/>
                  <a:pt x="37357" y="13562"/>
                  <a:pt x="37357" y="13587"/>
                </a:cubicBezTo>
                <a:cubicBezTo>
                  <a:pt x="37357" y="13617"/>
                  <a:pt x="37205" y="13678"/>
                  <a:pt x="37023" y="13709"/>
                </a:cubicBezTo>
                <a:lnTo>
                  <a:pt x="36871" y="13739"/>
                </a:lnTo>
                <a:lnTo>
                  <a:pt x="36719" y="13739"/>
                </a:lnTo>
                <a:cubicBezTo>
                  <a:pt x="36567" y="13739"/>
                  <a:pt x="36384" y="13769"/>
                  <a:pt x="36324" y="13769"/>
                </a:cubicBezTo>
                <a:lnTo>
                  <a:pt x="36202" y="13769"/>
                </a:lnTo>
                <a:cubicBezTo>
                  <a:pt x="36172" y="13739"/>
                  <a:pt x="36202" y="13678"/>
                  <a:pt x="36232" y="13648"/>
                </a:cubicBezTo>
                <a:cubicBezTo>
                  <a:pt x="36253" y="13648"/>
                  <a:pt x="36340" y="13675"/>
                  <a:pt x="36406" y="13675"/>
                </a:cubicBezTo>
                <a:cubicBezTo>
                  <a:pt x="36438" y="13675"/>
                  <a:pt x="36465" y="13668"/>
                  <a:pt x="36476" y="13648"/>
                </a:cubicBezTo>
                <a:cubicBezTo>
                  <a:pt x="36476" y="13587"/>
                  <a:pt x="36810" y="13587"/>
                  <a:pt x="36901" y="13587"/>
                </a:cubicBezTo>
                <a:lnTo>
                  <a:pt x="37235" y="13587"/>
                </a:lnTo>
                <a:lnTo>
                  <a:pt x="37266" y="13557"/>
                </a:lnTo>
                <a:lnTo>
                  <a:pt x="37296" y="13526"/>
                </a:lnTo>
                <a:cubicBezTo>
                  <a:pt x="37302" y="13520"/>
                  <a:pt x="37308" y="13518"/>
                  <a:pt x="37313" y="13518"/>
                </a:cubicBezTo>
                <a:close/>
                <a:moveTo>
                  <a:pt x="45716" y="13405"/>
                </a:moveTo>
                <a:cubicBezTo>
                  <a:pt x="45868" y="13435"/>
                  <a:pt x="45929" y="13709"/>
                  <a:pt x="45807" y="13739"/>
                </a:cubicBezTo>
                <a:cubicBezTo>
                  <a:pt x="45761" y="13769"/>
                  <a:pt x="45708" y="13785"/>
                  <a:pt x="45655" y="13785"/>
                </a:cubicBezTo>
                <a:cubicBezTo>
                  <a:pt x="45602" y="13785"/>
                  <a:pt x="45549" y="13769"/>
                  <a:pt x="45503" y="13739"/>
                </a:cubicBezTo>
                <a:cubicBezTo>
                  <a:pt x="45412" y="13709"/>
                  <a:pt x="45290" y="13526"/>
                  <a:pt x="45442" y="13405"/>
                </a:cubicBezTo>
                <a:close/>
                <a:moveTo>
                  <a:pt x="54895" y="13283"/>
                </a:moveTo>
                <a:cubicBezTo>
                  <a:pt x="54926" y="13313"/>
                  <a:pt x="54895" y="13374"/>
                  <a:pt x="54895" y="13405"/>
                </a:cubicBezTo>
                <a:cubicBezTo>
                  <a:pt x="54865" y="13435"/>
                  <a:pt x="54895" y="13496"/>
                  <a:pt x="54987" y="13526"/>
                </a:cubicBezTo>
                <a:lnTo>
                  <a:pt x="55078" y="13587"/>
                </a:lnTo>
                <a:cubicBezTo>
                  <a:pt x="55108" y="13617"/>
                  <a:pt x="55230" y="13709"/>
                  <a:pt x="55108" y="13769"/>
                </a:cubicBezTo>
                <a:lnTo>
                  <a:pt x="55017" y="13830"/>
                </a:lnTo>
                <a:cubicBezTo>
                  <a:pt x="54956" y="13769"/>
                  <a:pt x="54895" y="13678"/>
                  <a:pt x="54835" y="13587"/>
                </a:cubicBezTo>
                <a:lnTo>
                  <a:pt x="54804" y="13526"/>
                </a:lnTo>
                <a:cubicBezTo>
                  <a:pt x="54652" y="13405"/>
                  <a:pt x="54652" y="13344"/>
                  <a:pt x="54865" y="13283"/>
                </a:cubicBezTo>
                <a:close/>
                <a:moveTo>
                  <a:pt x="68634" y="12979"/>
                </a:moveTo>
                <a:cubicBezTo>
                  <a:pt x="69090" y="13040"/>
                  <a:pt x="69516" y="13070"/>
                  <a:pt x="69546" y="13070"/>
                </a:cubicBezTo>
                <a:lnTo>
                  <a:pt x="69576" y="13070"/>
                </a:lnTo>
                <a:cubicBezTo>
                  <a:pt x="69615" y="13045"/>
                  <a:pt x="69648" y="13035"/>
                  <a:pt x="69678" y="13035"/>
                </a:cubicBezTo>
                <a:cubicBezTo>
                  <a:pt x="69719" y="13035"/>
                  <a:pt x="69754" y="13053"/>
                  <a:pt x="69789" y="13070"/>
                </a:cubicBezTo>
                <a:cubicBezTo>
                  <a:pt x="69941" y="13131"/>
                  <a:pt x="69728" y="13222"/>
                  <a:pt x="69789" y="13253"/>
                </a:cubicBezTo>
                <a:lnTo>
                  <a:pt x="69850" y="13313"/>
                </a:lnTo>
                <a:cubicBezTo>
                  <a:pt x="69911" y="13374"/>
                  <a:pt x="69880" y="13435"/>
                  <a:pt x="69820" y="13435"/>
                </a:cubicBezTo>
                <a:lnTo>
                  <a:pt x="69850" y="13435"/>
                </a:lnTo>
                <a:cubicBezTo>
                  <a:pt x="69759" y="13435"/>
                  <a:pt x="69759" y="13769"/>
                  <a:pt x="69728" y="13830"/>
                </a:cubicBezTo>
                <a:cubicBezTo>
                  <a:pt x="69724" y="13834"/>
                  <a:pt x="69717" y="13836"/>
                  <a:pt x="69707" y="13836"/>
                </a:cubicBezTo>
                <a:cubicBezTo>
                  <a:pt x="69643" y="13836"/>
                  <a:pt x="69461" y="13753"/>
                  <a:pt x="69303" y="13648"/>
                </a:cubicBezTo>
                <a:lnTo>
                  <a:pt x="69121" y="13496"/>
                </a:lnTo>
                <a:lnTo>
                  <a:pt x="68969" y="13374"/>
                </a:lnTo>
                <a:cubicBezTo>
                  <a:pt x="68896" y="13287"/>
                  <a:pt x="68830" y="13249"/>
                  <a:pt x="68782" y="13249"/>
                </a:cubicBezTo>
                <a:cubicBezTo>
                  <a:pt x="68728" y="13249"/>
                  <a:pt x="68695" y="13295"/>
                  <a:pt x="68695" y="13374"/>
                </a:cubicBezTo>
                <a:lnTo>
                  <a:pt x="68421" y="13344"/>
                </a:lnTo>
                <a:lnTo>
                  <a:pt x="68391" y="13344"/>
                </a:lnTo>
                <a:cubicBezTo>
                  <a:pt x="68269" y="13405"/>
                  <a:pt x="68117" y="13465"/>
                  <a:pt x="67965" y="13526"/>
                </a:cubicBezTo>
                <a:lnTo>
                  <a:pt x="67874" y="13496"/>
                </a:lnTo>
                <a:lnTo>
                  <a:pt x="67783" y="13465"/>
                </a:lnTo>
                <a:cubicBezTo>
                  <a:pt x="67662" y="13435"/>
                  <a:pt x="67540" y="13435"/>
                  <a:pt x="67418" y="13405"/>
                </a:cubicBezTo>
                <a:lnTo>
                  <a:pt x="67236" y="13405"/>
                </a:lnTo>
                <a:cubicBezTo>
                  <a:pt x="67212" y="13419"/>
                  <a:pt x="67193" y="13425"/>
                  <a:pt x="67178" y="13425"/>
                </a:cubicBezTo>
                <a:cubicBezTo>
                  <a:pt x="67094" y="13425"/>
                  <a:pt x="67124" y="13243"/>
                  <a:pt x="67175" y="13192"/>
                </a:cubicBezTo>
                <a:cubicBezTo>
                  <a:pt x="67188" y="13166"/>
                  <a:pt x="67223" y="13157"/>
                  <a:pt x="67261" y="13157"/>
                </a:cubicBezTo>
                <a:cubicBezTo>
                  <a:pt x="67312" y="13157"/>
                  <a:pt x="67370" y="13174"/>
                  <a:pt x="67388" y="13192"/>
                </a:cubicBezTo>
                <a:cubicBezTo>
                  <a:pt x="67391" y="13195"/>
                  <a:pt x="67396" y="13197"/>
                  <a:pt x="67403" y="13197"/>
                </a:cubicBezTo>
                <a:cubicBezTo>
                  <a:pt x="67456" y="13197"/>
                  <a:pt x="67607" y="13094"/>
                  <a:pt x="67662" y="13040"/>
                </a:cubicBezTo>
                <a:cubicBezTo>
                  <a:pt x="67677" y="13032"/>
                  <a:pt x="67698" y="13028"/>
                  <a:pt x="67723" y="13028"/>
                </a:cubicBezTo>
                <a:cubicBezTo>
                  <a:pt x="67798" y="13028"/>
                  <a:pt x="67912" y="13063"/>
                  <a:pt x="68026" y="13131"/>
                </a:cubicBezTo>
                <a:lnTo>
                  <a:pt x="68209" y="13101"/>
                </a:lnTo>
                <a:lnTo>
                  <a:pt x="68634" y="12979"/>
                </a:lnTo>
                <a:close/>
                <a:moveTo>
                  <a:pt x="42737" y="13526"/>
                </a:moveTo>
                <a:cubicBezTo>
                  <a:pt x="42798" y="13526"/>
                  <a:pt x="43011" y="13709"/>
                  <a:pt x="43011" y="13769"/>
                </a:cubicBezTo>
                <a:cubicBezTo>
                  <a:pt x="43011" y="13830"/>
                  <a:pt x="42919" y="13861"/>
                  <a:pt x="42798" y="13861"/>
                </a:cubicBezTo>
                <a:lnTo>
                  <a:pt x="42737" y="13830"/>
                </a:lnTo>
                <a:lnTo>
                  <a:pt x="42646" y="13769"/>
                </a:lnTo>
                <a:cubicBezTo>
                  <a:pt x="42615" y="13648"/>
                  <a:pt x="42646" y="13557"/>
                  <a:pt x="42737" y="13557"/>
                </a:cubicBezTo>
                <a:lnTo>
                  <a:pt x="42737" y="13526"/>
                </a:lnTo>
                <a:close/>
                <a:moveTo>
                  <a:pt x="43658" y="13514"/>
                </a:moveTo>
                <a:cubicBezTo>
                  <a:pt x="43728" y="13514"/>
                  <a:pt x="43771" y="13529"/>
                  <a:pt x="43771" y="13557"/>
                </a:cubicBezTo>
                <a:lnTo>
                  <a:pt x="43771" y="13678"/>
                </a:lnTo>
                <a:cubicBezTo>
                  <a:pt x="43771" y="13769"/>
                  <a:pt x="43710" y="13830"/>
                  <a:pt x="43649" y="13861"/>
                </a:cubicBezTo>
                <a:lnTo>
                  <a:pt x="43619" y="13861"/>
                </a:lnTo>
                <a:cubicBezTo>
                  <a:pt x="43193" y="13769"/>
                  <a:pt x="43102" y="13709"/>
                  <a:pt x="43163" y="13678"/>
                </a:cubicBezTo>
                <a:lnTo>
                  <a:pt x="43315" y="13587"/>
                </a:lnTo>
                <a:cubicBezTo>
                  <a:pt x="43448" y="13537"/>
                  <a:pt x="43573" y="13514"/>
                  <a:pt x="43658" y="13514"/>
                </a:cubicBezTo>
                <a:close/>
                <a:moveTo>
                  <a:pt x="23894" y="13214"/>
                </a:moveTo>
                <a:cubicBezTo>
                  <a:pt x="23911" y="13214"/>
                  <a:pt x="23930" y="13217"/>
                  <a:pt x="23953" y="13222"/>
                </a:cubicBezTo>
                <a:cubicBezTo>
                  <a:pt x="23983" y="13222"/>
                  <a:pt x="24013" y="13313"/>
                  <a:pt x="24013" y="13344"/>
                </a:cubicBezTo>
                <a:cubicBezTo>
                  <a:pt x="24013" y="13344"/>
                  <a:pt x="23922" y="13374"/>
                  <a:pt x="23922" y="13405"/>
                </a:cubicBezTo>
                <a:lnTo>
                  <a:pt x="23892" y="13496"/>
                </a:lnTo>
                <a:cubicBezTo>
                  <a:pt x="24044" y="13557"/>
                  <a:pt x="24135" y="13648"/>
                  <a:pt x="24044" y="13678"/>
                </a:cubicBezTo>
                <a:lnTo>
                  <a:pt x="23953" y="13678"/>
                </a:lnTo>
                <a:cubicBezTo>
                  <a:pt x="23892" y="13678"/>
                  <a:pt x="23801" y="13557"/>
                  <a:pt x="23801" y="13526"/>
                </a:cubicBezTo>
                <a:cubicBezTo>
                  <a:pt x="23770" y="13465"/>
                  <a:pt x="23770" y="13435"/>
                  <a:pt x="23740" y="13435"/>
                </a:cubicBezTo>
                <a:cubicBezTo>
                  <a:pt x="23709" y="13557"/>
                  <a:pt x="23709" y="13678"/>
                  <a:pt x="23709" y="13800"/>
                </a:cubicBezTo>
                <a:cubicBezTo>
                  <a:pt x="23709" y="13861"/>
                  <a:pt x="23664" y="13876"/>
                  <a:pt x="23607" y="13876"/>
                </a:cubicBezTo>
                <a:cubicBezTo>
                  <a:pt x="23550" y="13876"/>
                  <a:pt x="23481" y="13861"/>
                  <a:pt x="23436" y="13861"/>
                </a:cubicBezTo>
                <a:cubicBezTo>
                  <a:pt x="23345" y="13861"/>
                  <a:pt x="23405" y="13800"/>
                  <a:pt x="23618" y="13769"/>
                </a:cubicBezTo>
                <a:lnTo>
                  <a:pt x="23466" y="13648"/>
                </a:lnTo>
                <a:cubicBezTo>
                  <a:pt x="23375" y="13557"/>
                  <a:pt x="23497" y="13496"/>
                  <a:pt x="23466" y="13435"/>
                </a:cubicBezTo>
                <a:lnTo>
                  <a:pt x="23375" y="13283"/>
                </a:lnTo>
                <a:cubicBezTo>
                  <a:pt x="23421" y="13237"/>
                  <a:pt x="23474" y="13215"/>
                  <a:pt x="23527" y="13215"/>
                </a:cubicBezTo>
                <a:cubicBezTo>
                  <a:pt x="23580" y="13215"/>
                  <a:pt x="23633" y="13237"/>
                  <a:pt x="23679" y="13283"/>
                </a:cubicBezTo>
                <a:cubicBezTo>
                  <a:pt x="23700" y="13305"/>
                  <a:pt x="23737" y="13326"/>
                  <a:pt x="23768" y="13326"/>
                </a:cubicBezTo>
                <a:cubicBezTo>
                  <a:pt x="23780" y="13326"/>
                  <a:pt x="23792" y="13322"/>
                  <a:pt x="23801" y="13313"/>
                </a:cubicBezTo>
                <a:cubicBezTo>
                  <a:pt x="23801" y="13264"/>
                  <a:pt x="23821" y="13214"/>
                  <a:pt x="23894" y="13214"/>
                </a:cubicBezTo>
                <a:close/>
                <a:moveTo>
                  <a:pt x="11458" y="13515"/>
                </a:moveTo>
                <a:cubicBezTo>
                  <a:pt x="11477" y="13515"/>
                  <a:pt x="11498" y="13519"/>
                  <a:pt x="11521" y="13526"/>
                </a:cubicBezTo>
                <a:cubicBezTo>
                  <a:pt x="11551" y="13526"/>
                  <a:pt x="11551" y="13557"/>
                  <a:pt x="11551" y="13617"/>
                </a:cubicBezTo>
                <a:cubicBezTo>
                  <a:pt x="11581" y="13709"/>
                  <a:pt x="11581" y="13769"/>
                  <a:pt x="11460" y="13769"/>
                </a:cubicBezTo>
                <a:cubicBezTo>
                  <a:pt x="11369" y="13800"/>
                  <a:pt x="11308" y="13830"/>
                  <a:pt x="11247" y="13861"/>
                </a:cubicBezTo>
                <a:lnTo>
                  <a:pt x="11126" y="13891"/>
                </a:lnTo>
                <a:cubicBezTo>
                  <a:pt x="11106" y="13894"/>
                  <a:pt x="11089" y="13896"/>
                  <a:pt x="11072" y="13896"/>
                </a:cubicBezTo>
                <a:cubicBezTo>
                  <a:pt x="10932" y="13896"/>
                  <a:pt x="10889" y="13784"/>
                  <a:pt x="10943" y="13648"/>
                </a:cubicBezTo>
                <a:lnTo>
                  <a:pt x="10943" y="13648"/>
                </a:lnTo>
                <a:lnTo>
                  <a:pt x="11186" y="13678"/>
                </a:lnTo>
                <a:cubicBezTo>
                  <a:pt x="11247" y="13678"/>
                  <a:pt x="11308" y="13678"/>
                  <a:pt x="11369" y="13617"/>
                </a:cubicBezTo>
                <a:cubicBezTo>
                  <a:pt x="11369" y="13549"/>
                  <a:pt x="11403" y="13515"/>
                  <a:pt x="11458" y="13515"/>
                </a:cubicBezTo>
                <a:close/>
                <a:moveTo>
                  <a:pt x="55716" y="13587"/>
                </a:moveTo>
                <a:lnTo>
                  <a:pt x="55959" y="13648"/>
                </a:lnTo>
                <a:cubicBezTo>
                  <a:pt x="55971" y="13654"/>
                  <a:pt x="55985" y="13656"/>
                  <a:pt x="55999" y="13656"/>
                </a:cubicBezTo>
                <a:cubicBezTo>
                  <a:pt x="56056" y="13656"/>
                  <a:pt x="56129" y="13617"/>
                  <a:pt x="56202" y="13617"/>
                </a:cubicBezTo>
                <a:lnTo>
                  <a:pt x="56294" y="13617"/>
                </a:lnTo>
                <a:cubicBezTo>
                  <a:pt x="56334" y="13617"/>
                  <a:pt x="56442" y="13604"/>
                  <a:pt x="56528" y="13604"/>
                </a:cubicBezTo>
                <a:cubicBezTo>
                  <a:pt x="56570" y="13604"/>
                  <a:pt x="56608" y="13607"/>
                  <a:pt x="56628" y="13617"/>
                </a:cubicBezTo>
                <a:cubicBezTo>
                  <a:pt x="56658" y="13648"/>
                  <a:pt x="56871" y="13800"/>
                  <a:pt x="56810" y="13830"/>
                </a:cubicBezTo>
                <a:cubicBezTo>
                  <a:pt x="56802" y="13847"/>
                  <a:pt x="56789" y="13855"/>
                  <a:pt x="56772" y="13855"/>
                </a:cubicBezTo>
                <a:cubicBezTo>
                  <a:pt x="56729" y="13855"/>
                  <a:pt x="56663" y="13805"/>
                  <a:pt x="56598" y="13739"/>
                </a:cubicBezTo>
                <a:lnTo>
                  <a:pt x="56385" y="13861"/>
                </a:lnTo>
                <a:lnTo>
                  <a:pt x="56202" y="13921"/>
                </a:lnTo>
                <a:cubicBezTo>
                  <a:pt x="55868" y="13891"/>
                  <a:pt x="55655" y="13739"/>
                  <a:pt x="55716" y="13587"/>
                </a:cubicBezTo>
                <a:close/>
                <a:moveTo>
                  <a:pt x="57848" y="13412"/>
                </a:moveTo>
                <a:cubicBezTo>
                  <a:pt x="57905" y="13412"/>
                  <a:pt x="57965" y="13420"/>
                  <a:pt x="57996" y="13435"/>
                </a:cubicBezTo>
                <a:cubicBezTo>
                  <a:pt x="58087" y="13465"/>
                  <a:pt x="58208" y="13496"/>
                  <a:pt x="58300" y="13496"/>
                </a:cubicBezTo>
                <a:cubicBezTo>
                  <a:pt x="58349" y="13471"/>
                  <a:pt x="58537" y="13427"/>
                  <a:pt x="58640" y="13427"/>
                </a:cubicBezTo>
                <a:cubicBezTo>
                  <a:pt x="58664" y="13427"/>
                  <a:pt x="58683" y="13429"/>
                  <a:pt x="58695" y="13435"/>
                </a:cubicBezTo>
                <a:cubicBezTo>
                  <a:pt x="58725" y="13496"/>
                  <a:pt x="58512" y="13617"/>
                  <a:pt x="58208" y="13739"/>
                </a:cubicBezTo>
                <a:lnTo>
                  <a:pt x="58056" y="13617"/>
                </a:lnTo>
                <a:lnTo>
                  <a:pt x="58026" y="13617"/>
                </a:lnTo>
                <a:cubicBezTo>
                  <a:pt x="58026" y="13596"/>
                  <a:pt x="57996" y="13574"/>
                  <a:pt x="57946" y="13574"/>
                </a:cubicBezTo>
                <a:cubicBezTo>
                  <a:pt x="57925" y="13574"/>
                  <a:pt x="57901" y="13578"/>
                  <a:pt x="57874" y="13587"/>
                </a:cubicBezTo>
                <a:cubicBezTo>
                  <a:pt x="57753" y="13678"/>
                  <a:pt x="57661" y="13800"/>
                  <a:pt x="57601" y="13921"/>
                </a:cubicBezTo>
                <a:lnTo>
                  <a:pt x="57479" y="13921"/>
                </a:lnTo>
                <a:cubicBezTo>
                  <a:pt x="57418" y="13921"/>
                  <a:pt x="57388" y="13830"/>
                  <a:pt x="57388" y="13769"/>
                </a:cubicBezTo>
                <a:cubicBezTo>
                  <a:pt x="57418" y="13739"/>
                  <a:pt x="57236" y="13739"/>
                  <a:pt x="57175" y="13739"/>
                </a:cubicBezTo>
                <a:cubicBezTo>
                  <a:pt x="57114" y="13739"/>
                  <a:pt x="57053" y="13709"/>
                  <a:pt x="57053" y="13709"/>
                </a:cubicBezTo>
                <a:cubicBezTo>
                  <a:pt x="57114" y="13648"/>
                  <a:pt x="57175" y="13557"/>
                  <a:pt x="57266" y="13496"/>
                </a:cubicBezTo>
                <a:cubicBezTo>
                  <a:pt x="57278" y="13490"/>
                  <a:pt x="57293" y="13488"/>
                  <a:pt x="57310" y="13488"/>
                </a:cubicBezTo>
                <a:cubicBezTo>
                  <a:pt x="57382" y="13488"/>
                  <a:pt x="57491" y="13532"/>
                  <a:pt x="57540" y="13557"/>
                </a:cubicBezTo>
                <a:cubicBezTo>
                  <a:pt x="57544" y="13561"/>
                  <a:pt x="57550" y="13563"/>
                  <a:pt x="57557" y="13563"/>
                </a:cubicBezTo>
                <a:cubicBezTo>
                  <a:pt x="57602" y="13563"/>
                  <a:pt x="57696" y="13488"/>
                  <a:pt x="57722" y="13435"/>
                </a:cubicBezTo>
                <a:cubicBezTo>
                  <a:pt x="57737" y="13420"/>
                  <a:pt x="57791" y="13412"/>
                  <a:pt x="57848" y="13412"/>
                </a:cubicBezTo>
                <a:close/>
                <a:moveTo>
                  <a:pt x="59819" y="13526"/>
                </a:moveTo>
                <a:cubicBezTo>
                  <a:pt x="59880" y="13526"/>
                  <a:pt x="60063" y="13617"/>
                  <a:pt x="60032" y="13617"/>
                </a:cubicBezTo>
                <a:cubicBezTo>
                  <a:pt x="60032" y="13648"/>
                  <a:pt x="60063" y="13678"/>
                  <a:pt x="60154" y="13678"/>
                </a:cubicBezTo>
                <a:lnTo>
                  <a:pt x="60215" y="13739"/>
                </a:lnTo>
                <a:cubicBezTo>
                  <a:pt x="60275" y="13800"/>
                  <a:pt x="60519" y="13769"/>
                  <a:pt x="60397" y="13891"/>
                </a:cubicBezTo>
                <a:cubicBezTo>
                  <a:pt x="60336" y="13921"/>
                  <a:pt x="60275" y="13937"/>
                  <a:pt x="60215" y="13937"/>
                </a:cubicBezTo>
                <a:cubicBezTo>
                  <a:pt x="60154" y="13937"/>
                  <a:pt x="60093" y="13921"/>
                  <a:pt x="60032" y="13891"/>
                </a:cubicBezTo>
                <a:lnTo>
                  <a:pt x="59911" y="13800"/>
                </a:lnTo>
                <a:cubicBezTo>
                  <a:pt x="59759" y="13648"/>
                  <a:pt x="59728" y="13526"/>
                  <a:pt x="59819" y="13526"/>
                </a:cubicBezTo>
                <a:close/>
                <a:moveTo>
                  <a:pt x="41743" y="13044"/>
                </a:moveTo>
                <a:cubicBezTo>
                  <a:pt x="41801" y="13044"/>
                  <a:pt x="41865" y="13080"/>
                  <a:pt x="41886" y="13101"/>
                </a:cubicBezTo>
                <a:cubicBezTo>
                  <a:pt x="41916" y="13131"/>
                  <a:pt x="41856" y="13253"/>
                  <a:pt x="41795" y="13313"/>
                </a:cubicBezTo>
                <a:cubicBezTo>
                  <a:pt x="41734" y="13344"/>
                  <a:pt x="41795" y="13435"/>
                  <a:pt x="41886" y="13496"/>
                </a:cubicBezTo>
                <a:lnTo>
                  <a:pt x="42068" y="13496"/>
                </a:lnTo>
                <a:cubicBezTo>
                  <a:pt x="42099" y="13481"/>
                  <a:pt x="42152" y="13473"/>
                  <a:pt x="42198" y="13473"/>
                </a:cubicBezTo>
                <a:cubicBezTo>
                  <a:pt x="42243" y="13473"/>
                  <a:pt x="42281" y="13481"/>
                  <a:pt x="42281" y="13496"/>
                </a:cubicBezTo>
                <a:lnTo>
                  <a:pt x="42342" y="13587"/>
                </a:lnTo>
                <a:cubicBezTo>
                  <a:pt x="42433" y="13617"/>
                  <a:pt x="42433" y="13678"/>
                  <a:pt x="42342" y="13678"/>
                </a:cubicBezTo>
                <a:lnTo>
                  <a:pt x="42160" y="13678"/>
                </a:lnTo>
                <a:cubicBezTo>
                  <a:pt x="42068" y="13709"/>
                  <a:pt x="42008" y="13830"/>
                  <a:pt x="42038" y="13921"/>
                </a:cubicBezTo>
                <a:lnTo>
                  <a:pt x="41886" y="13921"/>
                </a:lnTo>
                <a:cubicBezTo>
                  <a:pt x="41734" y="13921"/>
                  <a:pt x="41825" y="13800"/>
                  <a:pt x="41795" y="13739"/>
                </a:cubicBezTo>
                <a:cubicBezTo>
                  <a:pt x="41704" y="13709"/>
                  <a:pt x="41612" y="13678"/>
                  <a:pt x="41521" y="13678"/>
                </a:cubicBezTo>
                <a:cubicBezTo>
                  <a:pt x="41460" y="13678"/>
                  <a:pt x="41400" y="13709"/>
                  <a:pt x="41400" y="13739"/>
                </a:cubicBezTo>
                <a:lnTo>
                  <a:pt x="41460" y="13739"/>
                </a:lnTo>
                <a:lnTo>
                  <a:pt x="41460" y="13769"/>
                </a:lnTo>
                <a:cubicBezTo>
                  <a:pt x="41491" y="13830"/>
                  <a:pt x="41460" y="13891"/>
                  <a:pt x="41400" y="13891"/>
                </a:cubicBezTo>
                <a:lnTo>
                  <a:pt x="41339" y="13891"/>
                </a:lnTo>
                <a:cubicBezTo>
                  <a:pt x="41217" y="13891"/>
                  <a:pt x="41126" y="13830"/>
                  <a:pt x="41035" y="13830"/>
                </a:cubicBezTo>
                <a:cubicBezTo>
                  <a:pt x="40974" y="13830"/>
                  <a:pt x="40913" y="13861"/>
                  <a:pt x="40913" y="13921"/>
                </a:cubicBezTo>
                <a:cubicBezTo>
                  <a:pt x="40894" y="13979"/>
                  <a:pt x="40850" y="14000"/>
                  <a:pt x="40805" y="14000"/>
                </a:cubicBezTo>
                <a:cubicBezTo>
                  <a:pt x="40780" y="14000"/>
                  <a:pt x="40753" y="13993"/>
                  <a:pt x="40731" y="13982"/>
                </a:cubicBezTo>
                <a:lnTo>
                  <a:pt x="40701" y="13952"/>
                </a:lnTo>
                <a:cubicBezTo>
                  <a:pt x="40701" y="13921"/>
                  <a:pt x="40594" y="13906"/>
                  <a:pt x="40427" y="13906"/>
                </a:cubicBezTo>
                <a:cubicBezTo>
                  <a:pt x="40424" y="13906"/>
                  <a:pt x="40420" y="13906"/>
                  <a:pt x="40417" y="13906"/>
                </a:cubicBezTo>
                <a:lnTo>
                  <a:pt x="40417" y="13906"/>
                </a:lnTo>
                <a:lnTo>
                  <a:pt x="40397" y="13921"/>
                </a:lnTo>
                <a:cubicBezTo>
                  <a:pt x="40376" y="13917"/>
                  <a:pt x="40356" y="13913"/>
                  <a:pt x="40335" y="13908"/>
                </a:cubicBezTo>
                <a:lnTo>
                  <a:pt x="40335" y="13908"/>
                </a:lnTo>
                <a:cubicBezTo>
                  <a:pt x="40181" y="13912"/>
                  <a:pt x="39990" y="13927"/>
                  <a:pt x="39789" y="13952"/>
                </a:cubicBezTo>
                <a:lnTo>
                  <a:pt x="39667" y="13921"/>
                </a:lnTo>
                <a:lnTo>
                  <a:pt x="39454" y="13861"/>
                </a:lnTo>
                <a:cubicBezTo>
                  <a:pt x="39439" y="13921"/>
                  <a:pt x="39409" y="13952"/>
                  <a:pt x="39371" y="13952"/>
                </a:cubicBezTo>
                <a:cubicBezTo>
                  <a:pt x="39333" y="13952"/>
                  <a:pt x="39287" y="13921"/>
                  <a:pt x="39242" y="13861"/>
                </a:cubicBezTo>
                <a:lnTo>
                  <a:pt x="39150" y="13800"/>
                </a:lnTo>
                <a:lnTo>
                  <a:pt x="38998" y="13709"/>
                </a:lnTo>
                <a:cubicBezTo>
                  <a:pt x="39029" y="13617"/>
                  <a:pt x="39059" y="13526"/>
                  <a:pt x="39090" y="13435"/>
                </a:cubicBezTo>
                <a:lnTo>
                  <a:pt x="39181" y="13435"/>
                </a:lnTo>
                <a:cubicBezTo>
                  <a:pt x="39242" y="13496"/>
                  <a:pt x="39333" y="13587"/>
                  <a:pt x="39394" y="13678"/>
                </a:cubicBezTo>
                <a:lnTo>
                  <a:pt x="39576" y="13587"/>
                </a:lnTo>
                <a:lnTo>
                  <a:pt x="39637" y="13587"/>
                </a:lnTo>
                <a:cubicBezTo>
                  <a:pt x="39653" y="13590"/>
                  <a:pt x="39668" y="13592"/>
                  <a:pt x="39682" y="13592"/>
                </a:cubicBezTo>
                <a:cubicBezTo>
                  <a:pt x="39795" y="13592"/>
                  <a:pt x="39816" y="13489"/>
                  <a:pt x="39789" y="13435"/>
                </a:cubicBezTo>
                <a:cubicBezTo>
                  <a:pt x="39746" y="13414"/>
                  <a:pt x="39703" y="13392"/>
                  <a:pt x="39670" y="13392"/>
                </a:cubicBezTo>
                <a:cubicBezTo>
                  <a:pt x="39657" y="13392"/>
                  <a:pt x="39646" y="13396"/>
                  <a:pt x="39637" y="13405"/>
                </a:cubicBezTo>
                <a:lnTo>
                  <a:pt x="39576" y="13405"/>
                </a:lnTo>
                <a:cubicBezTo>
                  <a:pt x="39515" y="13405"/>
                  <a:pt x="39485" y="13405"/>
                  <a:pt x="39454" y="13344"/>
                </a:cubicBezTo>
                <a:cubicBezTo>
                  <a:pt x="39454" y="13313"/>
                  <a:pt x="39485" y="13253"/>
                  <a:pt x="39515" y="13253"/>
                </a:cubicBezTo>
                <a:lnTo>
                  <a:pt x="39637" y="13253"/>
                </a:lnTo>
                <a:cubicBezTo>
                  <a:pt x="39700" y="13240"/>
                  <a:pt x="39757" y="13233"/>
                  <a:pt x="39812" y="13233"/>
                </a:cubicBezTo>
                <a:cubicBezTo>
                  <a:pt x="39889" y="13233"/>
                  <a:pt x="39961" y="13247"/>
                  <a:pt x="40032" y="13283"/>
                </a:cubicBezTo>
                <a:lnTo>
                  <a:pt x="40032" y="13374"/>
                </a:lnTo>
                <a:cubicBezTo>
                  <a:pt x="40001" y="13496"/>
                  <a:pt x="40123" y="13648"/>
                  <a:pt x="40184" y="13678"/>
                </a:cubicBezTo>
                <a:cubicBezTo>
                  <a:pt x="40336" y="13678"/>
                  <a:pt x="40488" y="13648"/>
                  <a:pt x="40640" y="13587"/>
                </a:cubicBezTo>
                <a:cubicBezTo>
                  <a:pt x="40668" y="13568"/>
                  <a:pt x="40688" y="13561"/>
                  <a:pt x="40701" y="13561"/>
                </a:cubicBezTo>
                <a:cubicBezTo>
                  <a:pt x="40731" y="13561"/>
                  <a:pt x="40731" y="13596"/>
                  <a:pt x="40731" y="13617"/>
                </a:cubicBezTo>
                <a:cubicBezTo>
                  <a:pt x="40688" y="13661"/>
                  <a:pt x="40660" y="13704"/>
                  <a:pt x="40625" y="13737"/>
                </a:cubicBezTo>
                <a:lnTo>
                  <a:pt x="40625" y="13737"/>
                </a:lnTo>
                <a:cubicBezTo>
                  <a:pt x="40550" y="13728"/>
                  <a:pt x="40473" y="13724"/>
                  <a:pt x="40397" y="13724"/>
                </a:cubicBezTo>
                <a:cubicBezTo>
                  <a:pt x="40252" y="13724"/>
                  <a:pt x="40108" y="13739"/>
                  <a:pt x="39971" y="13769"/>
                </a:cubicBezTo>
                <a:cubicBezTo>
                  <a:pt x="40076" y="13822"/>
                  <a:pt x="40204" y="13875"/>
                  <a:pt x="40335" y="13908"/>
                </a:cubicBezTo>
                <a:lnTo>
                  <a:pt x="40335" y="13908"/>
                </a:lnTo>
                <a:cubicBezTo>
                  <a:pt x="40364" y="13907"/>
                  <a:pt x="40391" y="13906"/>
                  <a:pt x="40417" y="13906"/>
                </a:cubicBezTo>
                <a:lnTo>
                  <a:pt x="40417" y="13906"/>
                </a:lnTo>
                <a:lnTo>
                  <a:pt x="40518" y="13830"/>
                </a:lnTo>
                <a:lnTo>
                  <a:pt x="40579" y="13769"/>
                </a:lnTo>
                <a:cubicBezTo>
                  <a:pt x="40596" y="13761"/>
                  <a:pt x="40611" y="13750"/>
                  <a:pt x="40625" y="13737"/>
                </a:cubicBezTo>
                <a:lnTo>
                  <a:pt x="40625" y="13737"/>
                </a:lnTo>
                <a:cubicBezTo>
                  <a:pt x="40692" y="13744"/>
                  <a:pt x="40758" y="13755"/>
                  <a:pt x="40822" y="13769"/>
                </a:cubicBezTo>
                <a:lnTo>
                  <a:pt x="40822" y="13739"/>
                </a:lnTo>
                <a:cubicBezTo>
                  <a:pt x="40883" y="13587"/>
                  <a:pt x="40974" y="13557"/>
                  <a:pt x="41126" y="13557"/>
                </a:cubicBezTo>
                <a:lnTo>
                  <a:pt x="41156" y="13557"/>
                </a:lnTo>
                <a:cubicBezTo>
                  <a:pt x="41174" y="13548"/>
                  <a:pt x="41195" y="13544"/>
                  <a:pt x="41215" y="13544"/>
                </a:cubicBezTo>
                <a:cubicBezTo>
                  <a:pt x="41265" y="13544"/>
                  <a:pt x="41317" y="13566"/>
                  <a:pt x="41339" y="13587"/>
                </a:cubicBezTo>
                <a:cubicBezTo>
                  <a:pt x="41342" y="13590"/>
                  <a:pt x="41347" y="13592"/>
                  <a:pt x="41354" y="13592"/>
                </a:cubicBezTo>
                <a:cubicBezTo>
                  <a:pt x="41408" y="13592"/>
                  <a:pt x="41558" y="13492"/>
                  <a:pt x="41612" y="13465"/>
                </a:cubicBezTo>
                <a:cubicBezTo>
                  <a:pt x="41673" y="13435"/>
                  <a:pt x="41612" y="13131"/>
                  <a:pt x="41673" y="13070"/>
                </a:cubicBezTo>
                <a:cubicBezTo>
                  <a:pt x="41692" y="13051"/>
                  <a:pt x="41717" y="13044"/>
                  <a:pt x="41743" y="13044"/>
                </a:cubicBezTo>
                <a:close/>
                <a:moveTo>
                  <a:pt x="65716" y="13830"/>
                </a:moveTo>
                <a:cubicBezTo>
                  <a:pt x="65777" y="13830"/>
                  <a:pt x="65868" y="13830"/>
                  <a:pt x="65899" y="13891"/>
                </a:cubicBezTo>
                <a:cubicBezTo>
                  <a:pt x="65929" y="13921"/>
                  <a:pt x="65868" y="14013"/>
                  <a:pt x="65868" y="14043"/>
                </a:cubicBezTo>
                <a:lnTo>
                  <a:pt x="65260" y="14043"/>
                </a:lnTo>
                <a:cubicBezTo>
                  <a:pt x="65108" y="14013"/>
                  <a:pt x="65048" y="13982"/>
                  <a:pt x="65169" y="13982"/>
                </a:cubicBezTo>
                <a:lnTo>
                  <a:pt x="65139" y="13982"/>
                </a:lnTo>
                <a:cubicBezTo>
                  <a:pt x="65351" y="13952"/>
                  <a:pt x="65534" y="13891"/>
                  <a:pt x="65716" y="13830"/>
                </a:cubicBezTo>
                <a:close/>
                <a:moveTo>
                  <a:pt x="14375" y="13605"/>
                </a:moveTo>
                <a:cubicBezTo>
                  <a:pt x="14388" y="13605"/>
                  <a:pt x="14399" y="13609"/>
                  <a:pt x="14408" y="13617"/>
                </a:cubicBezTo>
                <a:lnTo>
                  <a:pt x="14439" y="13617"/>
                </a:lnTo>
                <a:cubicBezTo>
                  <a:pt x="14439" y="13709"/>
                  <a:pt x="14408" y="13800"/>
                  <a:pt x="14378" y="13891"/>
                </a:cubicBezTo>
                <a:cubicBezTo>
                  <a:pt x="14347" y="13952"/>
                  <a:pt x="14256" y="14073"/>
                  <a:pt x="14195" y="14073"/>
                </a:cubicBezTo>
                <a:cubicBezTo>
                  <a:pt x="14191" y="14076"/>
                  <a:pt x="14185" y="14077"/>
                  <a:pt x="14179" y="14077"/>
                </a:cubicBezTo>
                <a:cubicBezTo>
                  <a:pt x="14103" y="14077"/>
                  <a:pt x="13915" y="13921"/>
                  <a:pt x="13831" y="13921"/>
                </a:cubicBezTo>
                <a:cubicBezTo>
                  <a:pt x="13709" y="13921"/>
                  <a:pt x="13709" y="13891"/>
                  <a:pt x="13831" y="13861"/>
                </a:cubicBezTo>
                <a:lnTo>
                  <a:pt x="13922" y="13891"/>
                </a:lnTo>
                <a:lnTo>
                  <a:pt x="14165" y="13921"/>
                </a:lnTo>
                <a:cubicBezTo>
                  <a:pt x="14226" y="13830"/>
                  <a:pt x="14256" y="13739"/>
                  <a:pt x="14256" y="13648"/>
                </a:cubicBezTo>
                <a:lnTo>
                  <a:pt x="14287" y="13648"/>
                </a:lnTo>
                <a:cubicBezTo>
                  <a:pt x="14308" y="13626"/>
                  <a:pt x="14345" y="13605"/>
                  <a:pt x="14375" y="13605"/>
                </a:cubicBezTo>
                <a:close/>
                <a:moveTo>
                  <a:pt x="38512" y="13344"/>
                </a:moveTo>
                <a:cubicBezTo>
                  <a:pt x="38573" y="13405"/>
                  <a:pt x="38664" y="13496"/>
                  <a:pt x="38694" y="13526"/>
                </a:cubicBezTo>
                <a:lnTo>
                  <a:pt x="38725" y="13557"/>
                </a:lnTo>
                <a:lnTo>
                  <a:pt x="38968" y="13739"/>
                </a:lnTo>
                <a:cubicBezTo>
                  <a:pt x="38846" y="13830"/>
                  <a:pt x="38755" y="13982"/>
                  <a:pt x="38786" y="14013"/>
                </a:cubicBezTo>
                <a:cubicBezTo>
                  <a:pt x="38786" y="14043"/>
                  <a:pt x="38755" y="14073"/>
                  <a:pt x="38694" y="14073"/>
                </a:cubicBezTo>
                <a:lnTo>
                  <a:pt x="38573" y="14073"/>
                </a:lnTo>
                <a:cubicBezTo>
                  <a:pt x="38500" y="14090"/>
                  <a:pt x="38433" y="14097"/>
                  <a:pt x="38375" y="14097"/>
                </a:cubicBezTo>
                <a:cubicBezTo>
                  <a:pt x="38217" y="14097"/>
                  <a:pt x="38125" y="14041"/>
                  <a:pt x="38147" y="13952"/>
                </a:cubicBezTo>
                <a:lnTo>
                  <a:pt x="38208" y="13891"/>
                </a:lnTo>
                <a:lnTo>
                  <a:pt x="38299" y="13769"/>
                </a:lnTo>
                <a:cubicBezTo>
                  <a:pt x="38376" y="13795"/>
                  <a:pt x="38443" y="13804"/>
                  <a:pt x="38491" y="13804"/>
                </a:cubicBezTo>
                <a:cubicBezTo>
                  <a:pt x="38557" y="13804"/>
                  <a:pt x="38590" y="13787"/>
                  <a:pt x="38573" y="13769"/>
                </a:cubicBezTo>
                <a:cubicBezTo>
                  <a:pt x="38451" y="13648"/>
                  <a:pt x="38330" y="13526"/>
                  <a:pt x="38208" y="13435"/>
                </a:cubicBezTo>
                <a:cubicBezTo>
                  <a:pt x="38147" y="13374"/>
                  <a:pt x="38208" y="13344"/>
                  <a:pt x="38299" y="13344"/>
                </a:cubicBezTo>
                <a:close/>
                <a:moveTo>
                  <a:pt x="35928" y="13557"/>
                </a:moveTo>
                <a:cubicBezTo>
                  <a:pt x="35959" y="13557"/>
                  <a:pt x="36020" y="13617"/>
                  <a:pt x="36050" y="13617"/>
                </a:cubicBezTo>
                <a:lnTo>
                  <a:pt x="35898" y="14013"/>
                </a:lnTo>
                <a:lnTo>
                  <a:pt x="35868" y="14104"/>
                </a:lnTo>
                <a:cubicBezTo>
                  <a:pt x="35861" y="14130"/>
                  <a:pt x="35836" y="14141"/>
                  <a:pt x="35800" y="14141"/>
                </a:cubicBezTo>
                <a:cubicBezTo>
                  <a:pt x="35762" y="14141"/>
                  <a:pt x="35712" y="14129"/>
                  <a:pt x="35657" y="14111"/>
                </a:cubicBezTo>
                <a:lnTo>
                  <a:pt x="35657" y="14111"/>
                </a:lnTo>
                <a:cubicBezTo>
                  <a:pt x="35695" y="14081"/>
                  <a:pt x="35730" y="14032"/>
                  <a:pt x="35746" y="13982"/>
                </a:cubicBezTo>
                <a:lnTo>
                  <a:pt x="35776" y="13891"/>
                </a:lnTo>
                <a:lnTo>
                  <a:pt x="35837" y="13830"/>
                </a:lnTo>
                <a:cubicBezTo>
                  <a:pt x="35776" y="13769"/>
                  <a:pt x="35807" y="13678"/>
                  <a:pt x="35868" y="13617"/>
                </a:cubicBezTo>
                <a:lnTo>
                  <a:pt x="35928" y="13557"/>
                </a:lnTo>
                <a:close/>
                <a:moveTo>
                  <a:pt x="53498" y="13885"/>
                </a:moveTo>
                <a:cubicBezTo>
                  <a:pt x="53509" y="13885"/>
                  <a:pt x="53519" y="13887"/>
                  <a:pt x="53528" y="13891"/>
                </a:cubicBezTo>
                <a:lnTo>
                  <a:pt x="53680" y="13952"/>
                </a:lnTo>
                <a:cubicBezTo>
                  <a:pt x="53831" y="14073"/>
                  <a:pt x="53892" y="14195"/>
                  <a:pt x="53831" y="14195"/>
                </a:cubicBezTo>
                <a:lnTo>
                  <a:pt x="53831" y="14165"/>
                </a:lnTo>
                <a:cubicBezTo>
                  <a:pt x="53771" y="14165"/>
                  <a:pt x="53680" y="14134"/>
                  <a:pt x="53710" y="14104"/>
                </a:cubicBezTo>
                <a:cubicBezTo>
                  <a:pt x="53710" y="14073"/>
                  <a:pt x="53649" y="14043"/>
                  <a:pt x="53558" y="14043"/>
                </a:cubicBezTo>
                <a:lnTo>
                  <a:pt x="53406" y="14043"/>
                </a:lnTo>
                <a:cubicBezTo>
                  <a:pt x="53379" y="14052"/>
                  <a:pt x="53353" y="14056"/>
                  <a:pt x="53328" y="14056"/>
                </a:cubicBezTo>
                <a:cubicBezTo>
                  <a:pt x="53269" y="14056"/>
                  <a:pt x="53224" y="14034"/>
                  <a:pt x="53224" y="14013"/>
                </a:cubicBezTo>
                <a:cubicBezTo>
                  <a:pt x="53302" y="13960"/>
                  <a:pt x="53426" y="13885"/>
                  <a:pt x="53498" y="13885"/>
                </a:cubicBezTo>
                <a:close/>
                <a:moveTo>
                  <a:pt x="35427" y="14058"/>
                </a:moveTo>
                <a:cubicBezTo>
                  <a:pt x="35465" y="14058"/>
                  <a:pt x="35503" y="14073"/>
                  <a:pt x="35533" y="14104"/>
                </a:cubicBezTo>
                <a:lnTo>
                  <a:pt x="35564" y="14134"/>
                </a:lnTo>
                <a:cubicBezTo>
                  <a:pt x="35569" y="14137"/>
                  <a:pt x="35575" y="14139"/>
                  <a:pt x="35580" y="14139"/>
                </a:cubicBezTo>
                <a:lnTo>
                  <a:pt x="35580" y="14139"/>
                </a:lnTo>
                <a:cubicBezTo>
                  <a:pt x="35575" y="14158"/>
                  <a:pt x="35570" y="14176"/>
                  <a:pt x="35564" y="14195"/>
                </a:cubicBezTo>
                <a:lnTo>
                  <a:pt x="35472" y="14225"/>
                </a:lnTo>
                <a:cubicBezTo>
                  <a:pt x="35321" y="14225"/>
                  <a:pt x="35290" y="14195"/>
                  <a:pt x="35321" y="14104"/>
                </a:cubicBezTo>
                <a:cubicBezTo>
                  <a:pt x="35351" y="14073"/>
                  <a:pt x="35389" y="14058"/>
                  <a:pt x="35427" y="14058"/>
                </a:cubicBezTo>
                <a:close/>
                <a:moveTo>
                  <a:pt x="35442" y="13617"/>
                </a:moveTo>
                <a:cubicBezTo>
                  <a:pt x="35574" y="13670"/>
                  <a:pt x="35637" y="13860"/>
                  <a:pt x="35592" y="14088"/>
                </a:cubicBezTo>
                <a:lnTo>
                  <a:pt x="35592" y="14088"/>
                </a:lnTo>
                <a:cubicBezTo>
                  <a:pt x="35473" y="14043"/>
                  <a:pt x="35348" y="13980"/>
                  <a:pt x="35290" y="13952"/>
                </a:cubicBezTo>
                <a:cubicBezTo>
                  <a:pt x="35194" y="13894"/>
                  <a:pt x="35122" y="13873"/>
                  <a:pt x="35082" y="13873"/>
                </a:cubicBezTo>
                <a:cubicBezTo>
                  <a:pt x="35059" y="13873"/>
                  <a:pt x="35047" y="13880"/>
                  <a:pt x="35047" y="13891"/>
                </a:cubicBezTo>
                <a:cubicBezTo>
                  <a:pt x="35108" y="13952"/>
                  <a:pt x="35290" y="14043"/>
                  <a:pt x="35169" y="14104"/>
                </a:cubicBezTo>
                <a:cubicBezTo>
                  <a:pt x="35144" y="14129"/>
                  <a:pt x="35121" y="14138"/>
                  <a:pt x="35099" y="14138"/>
                </a:cubicBezTo>
                <a:cubicBezTo>
                  <a:pt x="35042" y="14138"/>
                  <a:pt x="34992" y="14073"/>
                  <a:pt x="34925" y="14073"/>
                </a:cubicBezTo>
                <a:lnTo>
                  <a:pt x="34865" y="14073"/>
                </a:lnTo>
                <a:cubicBezTo>
                  <a:pt x="34847" y="14091"/>
                  <a:pt x="34813" y="14099"/>
                  <a:pt x="34773" y="14099"/>
                </a:cubicBezTo>
                <a:cubicBezTo>
                  <a:pt x="34674" y="14099"/>
                  <a:pt x="34534" y="14056"/>
                  <a:pt x="34469" y="14013"/>
                </a:cubicBezTo>
                <a:cubicBezTo>
                  <a:pt x="34455" y="14003"/>
                  <a:pt x="34440" y="13998"/>
                  <a:pt x="34426" y="13998"/>
                </a:cubicBezTo>
                <a:cubicBezTo>
                  <a:pt x="34351" y="13998"/>
                  <a:pt x="34287" y="14114"/>
                  <a:pt x="34287" y="14165"/>
                </a:cubicBezTo>
                <a:cubicBezTo>
                  <a:pt x="34287" y="14192"/>
                  <a:pt x="34212" y="14321"/>
                  <a:pt x="34129" y="14321"/>
                </a:cubicBezTo>
                <a:cubicBezTo>
                  <a:pt x="34121" y="14321"/>
                  <a:pt x="34113" y="14319"/>
                  <a:pt x="34105" y="14317"/>
                </a:cubicBezTo>
                <a:cubicBezTo>
                  <a:pt x="34044" y="14286"/>
                  <a:pt x="33983" y="14256"/>
                  <a:pt x="33922" y="14225"/>
                </a:cubicBezTo>
                <a:cubicBezTo>
                  <a:pt x="33869" y="14279"/>
                  <a:pt x="33820" y="14298"/>
                  <a:pt x="33777" y="14298"/>
                </a:cubicBezTo>
                <a:cubicBezTo>
                  <a:pt x="33674" y="14298"/>
                  <a:pt x="33600" y="14186"/>
                  <a:pt x="33558" y="14165"/>
                </a:cubicBezTo>
                <a:cubicBezTo>
                  <a:pt x="33497" y="14134"/>
                  <a:pt x="33345" y="14134"/>
                  <a:pt x="33375" y="14043"/>
                </a:cubicBezTo>
                <a:cubicBezTo>
                  <a:pt x="33406" y="13921"/>
                  <a:pt x="33406" y="13800"/>
                  <a:pt x="33497" y="13739"/>
                </a:cubicBezTo>
                <a:lnTo>
                  <a:pt x="33649" y="13648"/>
                </a:lnTo>
                <a:cubicBezTo>
                  <a:pt x="33770" y="13769"/>
                  <a:pt x="33831" y="13861"/>
                  <a:pt x="33740" y="13861"/>
                </a:cubicBezTo>
                <a:lnTo>
                  <a:pt x="33649" y="13861"/>
                </a:lnTo>
                <a:cubicBezTo>
                  <a:pt x="33618" y="13891"/>
                  <a:pt x="33588" y="13921"/>
                  <a:pt x="33588" y="13952"/>
                </a:cubicBezTo>
                <a:cubicBezTo>
                  <a:pt x="33588" y="13982"/>
                  <a:pt x="33618" y="14013"/>
                  <a:pt x="33649" y="14043"/>
                </a:cubicBezTo>
                <a:lnTo>
                  <a:pt x="33801" y="14073"/>
                </a:lnTo>
                <a:lnTo>
                  <a:pt x="34074" y="14073"/>
                </a:lnTo>
                <a:cubicBezTo>
                  <a:pt x="34074" y="14043"/>
                  <a:pt x="34165" y="13891"/>
                  <a:pt x="34135" y="13830"/>
                </a:cubicBezTo>
                <a:cubicBezTo>
                  <a:pt x="34105" y="13769"/>
                  <a:pt x="34226" y="13648"/>
                  <a:pt x="34287" y="13648"/>
                </a:cubicBezTo>
                <a:lnTo>
                  <a:pt x="34500" y="13648"/>
                </a:lnTo>
                <a:cubicBezTo>
                  <a:pt x="34621" y="13678"/>
                  <a:pt x="34743" y="13678"/>
                  <a:pt x="34834" y="13678"/>
                </a:cubicBezTo>
                <a:cubicBezTo>
                  <a:pt x="35017" y="13678"/>
                  <a:pt x="35169" y="13617"/>
                  <a:pt x="35321" y="13617"/>
                </a:cubicBezTo>
                <a:close/>
                <a:moveTo>
                  <a:pt x="58847" y="14073"/>
                </a:moveTo>
                <a:cubicBezTo>
                  <a:pt x="58877" y="14073"/>
                  <a:pt x="58847" y="14256"/>
                  <a:pt x="58695" y="14317"/>
                </a:cubicBezTo>
                <a:lnTo>
                  <a:pt x="58573" y="14377"/>
                </a:lnTo>
                <a:cubicBezTo>
                  <a:pt x="58391" y="14377"/>
                  <a:pt x="58208" y="14347"/>
                  <a:pt x="58056" y="14317"/>
                </a:cubicBezTo>
                <a:cubicBezTo>
                  <a:pt x="58026" y="14286"/>
                  <a:pt x="58026" y="14256"/>
                  <a:pt x="58056" y="14225"/>
                </a:cubicBezTo>
                <a:cubicBezTo>
                  <a:pt x="58056" y="14225"/>
                  <a:pt x="58087" y="14195"/>
                  <a:pt x="58117" y="14195"/>
                </a:cubicBezTo>
                <a:lnTo>
                  <a:pt x="58269" y="14317"/>
                </a:lnTo>
                <a:cubicBezTo>
                  <a:pt x="58452" y="14256"/>
                  <a:pt x="58786" y="14195"/>
                  <a:pt x="58786" y="14134"/>
                </a:cubicBezTo>
                <a:cubicBezTo>
                  <a:pt x="58816" y="14073"/>
                  <a:pt x="58816" y="14073"/>
                  <a:pt x="58847" y="14073"/>
                </a:cubicBezTo>
                <a:close/>
                <a:moveTo>
                  <a:pt x="49272" y="13769"/>
                </a:moveTo>
                <a:lnTo>
                  <a:pt x="49303" y="13800"/>
                </a:lnTo>
                <a:lnTo>
                  <a:pt x="49394" y="13830"/>
                </a:lnTo>
                <a:cubicBezTo>
                  <a:pt x="49394" y="13921"/>
                  <a:pt x="49363" y="14043"/>
                  <a:pt x="49333" y="14165"/>
                </a:cubicBezTo>
                <a:cubicBezTo>
                  <a:pt x="49303" y="14195"/>
                  <a:pt x="49181" y="14195"/>
                  <a:pt x="49151" y="14195"/>
                </a:cubicBezTo>
                <a:cubicBezTo>
                  <a:pt x="49142" y="14186"/>
                  <a:pt x="49130" y="14182"/>
                  <a:pt x="49118" y="14182"/>
                </a:cubicBezTo>
                <a:cubicBezTo>
                  <a:pt x="49090" y="14182"/>
                  <a:pt x="49059" y="14204"/>
                  <a:pt x="49059" y="14225"/>
                </a:cubicBezTo>
                <a:lnTo>
                  <a:pt x="49151" y="14317"/>
                </a:lnTo>
                <a:cubicBezTo>
                  <a:pt x="49242" y="14438"/>
                  <a:pt x="49272" y="14499"/>
                  <a:pt x="49211" y="14499"/>
                </a:cubicBezTo>
                <a:lnTo>
                  <a:pt x="49090" y="14499"/>
                </a:lnTo>
                <a:cubicBezTo>
                  <a:pt x="48999" y="14499"/>
                  <a:pt x="48907" y="14438"/>
                  <a:pt x="48907" y="14377"/>
                </a:cubicBezTo>
                <a:cubicBezTo>
                  <a:pt x="48907" y="14335"/>
                  <a:pt x="48790" y="14278"/>
                  <a:pt x="48718" y="14278"/>
                </a:cubicBezTo>
                <a:cubicBezTo>
                  <a:pt x="48687" y="14278"/>
                  <a:pt x="48664" y="14289"/>
                  <a:pt x="48664" y="14317"/>
                </a:cubicBezTo>
                <a:cubicBezTo>
                  <a:pt x="48664" y="14333"/>
                  <a:pt x="48648" y="14341"/>
                  <a:pt x="48624" y="14341"/>
                </a:cubicBezTo>
                <a:cubicBezTo>
                  <a:pt x="48564" y="14341"/>
                  <a:pt x="48460" y="14291"/>
                  <a:pt x="48482" y="14225"/>
                </a:cubicBezTo>
                <a:cubicBezTo>
                  <a:pt x="48543" y="14104"/>
                  <a:pt x="48603" y="14013"/>
                  <a:pt x="48695" y="13921"/>
                </a:cubicBezTo>
                <a:lnTo>
                  <a:pt x="48968" y="13921"/>
                </a:lnTo>
                <a:cubicBezTo>
                  <a:pt x="49059" y="13861"/>
                  <a:pt x="49151" y="13800"/>
                  <a:pt x="49272" y="13769"/>
                </a:cubicBezTo>
                <a:close/>
                <a:moveTo>
                  <a:pt x="43375" y="14013"/>
                </a:moveTo>
                <a:lnTo>
                  <a:pt x="43527" y="14134"/>
                </a:lnTo>
                <a:cubicBezTo>
                  <a:pt x="43558" y="14154"/>
                  <a:pt x="43578" y="14161"/>
                  <a:pt x="43594" y="14161"/>
                </a:cubicBezTo>
                <a:cubicBezTo>
                  <a:pt x="43625" y="14161"/>
                  <a:pt x="43639" y="14134"/>
                  <a:pt x="43679" y="14134"/>
                </a:cubicBezTo>
                <a:cubicBezTo>
                  <a:pt x="43720" y="14114"/>
                  <a:pt x="43759" y="14105"/>
                  <a:pt x="43795" y="14105"/>
                </a:cubicBezTo>
                <a:cubicBezTo>
                  <a:pt x="43918" y="14105"/>
                  <a:pt x="44018" y="14202"/>
                  <a:pt x="44135" y="14225"/>
                </a:cubicBezTo>
                <a:cubicBezTo>
                  <a:pt x="44196" y="14225"/>
                  <a:pt x="44166" y="14377"/>
                  <a:pt x="44074" y="14438"/>
                </a:cubicBezTo>
                <a:lnTo>
                  <a:pt x="43983" y="14499"/>
                </a:lnTo>
                <a:cubicBezTo>
                  <a:pt x="43953" y="14519"/>
                  <a:pt x="43916" y="14529"/>
                  <a:pt x="43877" y="14529"/>
                </a:cubicBezTo>
                <a:cubicBezTo>
                  <a:pt x="43801" y="14529"/>
                  <a:pt x="43720" y="14489"/>
                  <a:pt x="43679" y="14408"/>
                </a:cubicBezTo>
                <a:lnTo>
                  <a:pt x="43558" y="14347"/>
                </a:lnTo>
                <a:lnTo>
                  <a:pt x="43436" y="14347"/>
                </a:lnTo>
                <a:cubicBezTo>
                  <a:pt x="43345" y="14256"/>
                  <a:pt x="43315" y="14104"/>
                  <a:pt x="43375" y="14013"/>
                </a:cubicBezTo>
                <a:close/>
                <a:moveTo>
                  <a:pt x="45229" y="14189"/>
                </a:moveTo>
                <a:cubicBezTo>
                  <a:pt x="45238" y="14189"/>
                  <a:pt x="45248" y="14191"/>
                  <a:pt x="45260" y="14195"/>
                </a:cubicBezTo>
                <a:cubicBezTo>
                  <a:pt x="45412" y="14256"/>
                  <a:pt x="45381" y="14499"/>
                  <a:pt x="45199" y="14499"/>
                </a:cubicBezTo>
                <a:lnTo>
                  <a:pt x="45047" y="14560"/>
                </a:lnTo>
                <a:lnTo>
                  <a:pt x="45017" y="14560"/>
                </a:lnTo>
                <a:cubicBezTo>
                  <a:pt x="44956" y="14499"/>
                  <a:pt x="44926" y="14438"/>
                  <a:pt x="44956" y="14377"/>
                </a:cubicBezTo>
                <a:lnTo>
                  <a:pt x="45199" y="14377"/>
                </a:lnTo>
                <a:cubicBezTo>
                  <a:pt x="45173" y="14272"/>
                  <a:pt x="45169" y="14189"/>
                  <a:pt x="45229" y="14189"/>
                </a:cubicBezTo>
                <a:close/>
                <a:moveTo>
                  <a:pt x="56719" y="14225"/>
                </a:moveTo>
                <a:cubicBezTo>
                  <a:pt x="56780" y="14225"/>
                  <a:pt x="56810" y="14317"/>
                  <a:pt x="56780" y="14377"/>
                </a:cubicBezTo>
                <a:lnTo>
                  <a:pt x="56719" y="14377"/>
                </a:lnTo>
                <a:cubicBezTo>
                  <a:pt x="56598" y="14408"/>
                  <a:pt x="56476" y="14438"/>
                  <a:pt x="56354" y="14468"/>
                </a:cubicBezTo>
                <a:lnTo>
                  <a:pt x="56354" y="14529"/>
                </a:lnTo>
                <a:lnTo>
                  <a:pt x="56354" y="14560"/>
                </a:lnTo>
                <a:cubicBezTo>
                  <a:pt x="56324" y="14590"/>
                  <a:pt x="56263" y="14590"/>
                  <a:pt x="56233" y="14590"/>
                </a:cubicBezTo>
                <a:cubicBezTo>
                  <a:pt x="56202" y="14529"/>
                  <a:pt x="56202" y="14468"/>
                  <a:pt x="56202" y="14408"/>
                </a:cubicBezTo>
                <a:cubicBezTo>
                  <a:pt x="56202" y="14377"/>
                  <a:pt x="56324" y="14286"/>
                  <a:pt x="56506" y="14256"/>
                </a:cubicBezTo>
                <a:lnTo>
                  <a:pt x="56658" y="14225"/>
                </a:lnTo>
                <a:close/>
                <a:moveTo>
                  <a:pt x="69794" y="14091"/>
                </a:moveTo>
                <a:cubicBezTo>
                  <a:pt x="69855" y="14091"/>
                  <a:pt x="69929" y="14113"/>
                  <a:pt x="69972" y="14134"/>
                </a:cubicBezTo>
                <a:cubicBezTo>
                  <a:pt x="70032" y="14165"/>
                  <a:pt x="70093" y="14225"/>
                  <a:pt x="70063" y="14317"/>
                </a:cubicBezTo>
                <a:cubicBezTo>
                  <a:pt x="70039" y="14352"/>
                  <a:pt x="70010" y="14365"/>
                  <a:pt x="69981" y="14365"/>
                </a:cubicBezTo>
                <a:cubicBezTo>
                  <a:pt x="69935" y="14365"/>
                  <a:pt x="69887" y="14335"/>
                  <a:pt x="69850" y="14317"/>
                </a:cubicBezTo>
                <a:lnTo>
                  <a:pt x="69820" y="14286"/>
                </a:lnTo>
                <a:cubicBezTo>
                  <a:pt x="69759" y="14286"/>
                  <a:pt x="69607" y="14499"/>
                  <a:pt x="69546" y="14590"/>
                </a:cubicBezTo>
                <a:cubicBezTo>
                  <a:pt x="69536" y="14600"/>
                  <a:pt x="69522" y="14604"/>
                  <a:pt x="69506" y="14604"/>
                </a:cubicBezTo>
                <a:cubicBezTo>
                  <a:pt x="69421" y="14604"/>
                  <a:pt x="69268" y="14489"/>
                  <a:pt x="69242" y="14438"/>
                </a:cubicBezTo>
                <a:cubicBezTo>
                  <a:pt x="69181" y="14347"/>
                  <a:pt x="69242" y="14225"/>
                  <a:pt x="69364" y="14165"/>
                </a:cubicBezTo>
                <a:lnTo>
                  <a:pt x="69485" y="14134"/>
                </a:lnTo>
                <a:cubicBezTo>
                  <a:pt x="69516" y="14119"/>
                  <a:pt x="69569" y="14119"/>
                  <a:pt x="69618" y="14119"/>
                </a:cubicBezTo>
                <a:cubicBezTo>
                  <a:pt x="69668" y="14119"/>
                  <a:pt x="69713" y="14119"/>
                  <a:pt x="69728" y="14104"/>
                </a:cubicBezTo>
                <a:cubicBezTo>
                  <a:pt x="69746" y="14095"/>
                  <a:pt x="69769" y="14091"/>
                  <a:pt x="69794" y="14091"/>
                </a:cubicBezTo>
                <a:close/>
                <a:moveTo>
                  <a:pt x="37631" y="13678"/>
                </a:moveTo>
                <a:cubicBezTo>
                  <a:pt x="37651" y="13686"/>
                  <a:pt x="37669" y="13690"/>
                  <a:pt x="37686" y="13690"/>
                </a:cubicBezTo>
                <a:cubicBezTo>
                  <a:pt x="37687" y="13690"/>
                  <a:pt x="37687" y="13690"/>
                  <a:pt x="37688" y="13690"/>
                </a:cubicBezTo>
                <a:lnTo>
                  <a:pt x="37688" y="13690"/>
                </a:lnTo>
                <a:cubicBezTo>
                  <a:pt x="37731" y="13758"/>
                  <a:pt x="37784" y="13836"/>
                  <a:pt x="37843" y="13921"/>
                </a:cubicBezTo>
                <a:lnTo>
                  <a:pt x="37783" y="13982"/>
                </a:lnTo>
                <a:cubicBezTo>
                  <a:pt x="37741" y="14003"/>
                  <a:pt x="37714" y="14052"/>
                  <a:pt x="37652" y="14052"/>
                </a:cubicBezTo>
                <a:cubicBezTo>
                  <a:pt x="37624" y="14052"/>
                  <a:pt x="37588" y="14041"/>
                  <a:pt x="37539" y="14013"/>
                </a:cubicBezTo>
                <a:lnTo>
                  <a:pt x="37418" y="13952"/>
                </a:lnTo>
                <a:cubicBezTo>
                  <a:pt x="37357" y="14104"/>
                  <a:pt x="37296" y="14620"/>
                  <a:pt x="37175" y="14712"/>
                </a:cubicBezTo>
                <a:cubicBezTo>
                  <a:pt x="37142" y="14728"/>
                  <a:pt x="37107" y="14736"/>
                  <a:pt x="37073" y="14736"/>
                </a:cubicBezTo>
                <a:cubicBezTo>
                  <a:pt x="36980" y="14736"/>
                  <a:pt x="36893" y="14679"/>
                  <a:pt x="36871" y="14590"/>
                </a:cubicBezTo>
                <a:cubicBezTo>
                  <a:pt x="36871" y="14499"/>
                  <a:pt x="36992" y="14438"/>
                  <a:pt x="37053" y="14438"/>
                </a:cubicBezTo>
                <a:cubicBezTo>
                  <a:pt x="37083" y="14438"/>
                  <a:pt x="37205" y="14286"/>
                  <a:pt x="37175" y="14256"/>
                </a:cubicBezTo>
                <a:cubicBezTo>
                  <a:pt x="37083" y="14165"/>
                  <a:pt x="36962" y="14134"/>
                  <a:pt x="36871" y="14134"/>
                </a:cubicBezTo>
                <a:cubicBezTo>
                  <a:pt x="36780" y="14165"/>
                  <a:pt x="36628" y="14225"/>
                  <a:pt x="36476" y="14317"/>
                </a:cubicBezTo>
                <a:lnTo>
                  <a:pt x="36384" y="14377"/>
                </a:lnTo>
                <a:cubicBezTo>
                  <a:pt x="36324" y="14438"/>
                  <a:pt x="36324" y="14529"/>
                  <a:pt x="36445" y="14529"/>
                </a:cubicBezTo>
                <a:lnTo>
                  <a:pt x="36567" y="14529"/>
                </a:lnTo>
                <a:cubicBezTo>
                  <a:pt x="36536" y="14620"/>
                  <a:pt x="36445" y="14681"/>
                  <a:pt x="36354" y="14712"/>
                </a:cubicBezTo>
                <a:lnTo>
                  <a:pt x="36293" y="14681"/>
                </a:lnTo>
                <a:lnTo>
                  <a:pt x="36202" y="14651"/>
                </a:lnTo>
                <a:cubicBezTo>
                  <a:pt x="36202" y="14499"/>
                  <a:pt x="36232" y="14347"/>
                  <a:pt x="36293" y="14195"/>
                </a:cubicBezTo>
                <a:lnTo>
                  <a:pt x="36354" y="14134"/>
                </a:lnTo>
                <a:cubicBezTo>
                  <a:pt x="36384" y="14104"/>
                  <a:pt x="36445" y="14073"/>
                  <a:pt x="36445" y="14043"/>
                </a:cubicBezTo>
                <a:cubicBezTo>
                  <a:pt x="36476" y="13952"/>
                  <a:pt x="36567" y="13921"/>
                  <a:pt x="36658" y="13921"/>
                </a:cubicBezTo>
                <a:cubicBezTo>
                  <a:pt x="36696" y="13929"/>
                  <a:pt x="36734" y="13933"/>
                  <a:pt x="36771" y="13933"/>
                </a:cubicBezTo>
                <a:cubicBezTo>
                  <a:pt x="36884" y="13933"/>
                  <a:pt x="36992" y="13899"/>
                  <a:pt x="37083" y="13830"/>
                </a:cubicBezTo>
                <a:lnTo>
                  <a:pt x="37175" y="13709"/>
                </a:lnTo>
                <a:cubicBezTo>
                  <a:pt x="37205" y="13769"/>
                  <a:pt x="37258" y="13800"/>
                  <a:pt x="37311" y="13800"/>
                </a:cubicBezTo>
                <a:cubicBezTo>
                  <a:pt x="37365" y="13800"/>
                  <a:pt x="37418" y="13769"/>
                  <a:pt x="37448" y="13709"/>
                </a:cubicBezTo>
                <a:lnTo>
                  <a:pt x="37539" y="13678"/>
                </a:lnTo>
                <a:close/>
                <a:moveTo>
                  <a:pt x="47874" y="13222"/>
                </a:moveTo>
                <a:lnTo>
                  <a:pt x="47965" y="13344"/>
                </a:lnTo>
                <a:cubicBezTo>
                  <a:pt x="48041" y="13445"/>
                  <a:pt x="48179" y="13504"/>
                  <a:pt x="48310" y="13504"/>
                </a:cubicBezTo>
                <a:cubicBezTo>
                  <a:pt x="48338" y="13504"/>
                  <a:pt x="48365" y="13501"/>
                  <a:pt x="48391" y="13496"/>
                </a:cubicBezTo>
                <a:lnTo>
                  <a:pt x="48664" y="13496"/>
                </a:lnTo>
                <a:cubicBezTo>
                  <a:pt x="48968" y="13496"/>
                  <a:pt x="49181" y="13405"/>
                  <a:pt x="49151" y="13405"/>
                </a:cubicBezTo>
                <a:cubicBezTo>
                  <a:pt x="49120" y="13374"/>
                  <a:pt x="49394" y="13283"/>
                  <a:pt x="49515" y="13283"/>
                </a:cubicBezTo>
                <a:cubicBezTo>
                  <a:pt x="49606" y="13313"/>
                  <a:pt x="49728" y="13496"/>
                  <a:pt x="49728" y="13557"/>
                </a:cubicBezTo>
                <a:cubicBezTo>
                  <a:pt x="49728" y="13617"/>
                  <a:pt x="49637" y="13678"/>
                  <a:pt x="49515" y="13678"/>
                </a:cubicBezTo>
                <a:lnTo>
                  <a:pt x="49485" y="13648"/>
                </a:lnTo>
                <a:lnTo>
                  <a:pt x="49394" y="13587"/>
                </a:lnTo>
                <a:cubicBezTo>
                  <a:pt x="49303" y="13648"/>
                  <a:pt x="49211" y="13678"/>
                  <a:pt x="49090" y="13709"/>
                </a:cubicBezTo>
                <a:lnTo>
                  <a:pt x="48786" y="13648"/>
                </a:lnTo>
                <a:lnTo>
                  <a:pt x="48725" y="13709"/>
                </a:lnTo>
                <a:lnTo>
                  <a:pt x="48603" y="13769"/>
                </a:lnTo>
                <a:cubicBezTo>
                  <a:pt x="48543" y="13709"/>
                  <a:pt x="48512" y="13648"/>
                  <a:pt x="48421" y="13617"/>
                </a:cubicBezTo>
                <a:lnTo>
                  <a:pt x="48391" y="13617"/>
                </a:lnTo>
                <a:cubicBezTo>
                  <a:pt x="48330" y="13617"/>
                  <a:pt x="48239" y="13648"/>
                  <a:pt x="48178" y="13648"/>
                </a:cubicBezTo>
                <a:lnTo>
                  <a:pt x="48117" y="13648"/>
                </a:lnTo>
                <a:cubicBezTo>
                  <a:pt x="48105" y="13659"/>
                  <a:pt x="48094" y="13664"/>
                  <a:pt x="48082" y="13664"/>
                </a:cubicBezTo>
                <a:cubicBezTo>
                  <a:pt x="48034" y="13664"/>
                  <a:pt x="47990" y="13575"/>
                  <a:pt x="47965" y="13526"/>
                </a:cubicBezTo>
                <a:cubicBezTo>
                  <a:pt x="47965" y="13521"/>
                  <a:pt x="47961" y="13519"/>
                  <a:pt x="47954" y="13519"/>
                </a:cubicBezTo>
                <a:cubicBezTo>
                  <a:pt x="47916" y="13519"/>
                  <a:pt x="47788" y="13586"/>
                  <a:pt x="47661" y="13739"/>
                </a:cubicBezTo>
                <a:lnTo>
                  <a:pt x="47509" y="13800"/>
                </a:lnTo>
                <a:cubicBezTo>
                  <a:pt x="47357" y="13861"/>
                  <a:pt x="47388" y="13861"/>
                  <a:pt x="47357" y="13982"/>
                </a:cubicBezTo>
                <a:cubicBezTo>
                  <a:pt x="47357" y="14073"/>
                  <a:pt x="47509" y="14073"/>
                  <a:pt x="47540" y="14073"/>
                </a:cubicBezTo>
                <a:lnTo>
                  <a:pt x="47631" y="14073"/>
                </a:lnTo>
                <a:lnTo>
                  <a:pt x="47661" y="14104"/>
                </a:lnTo>
                <a:cubicBezTo>
                  <a:pt x="47661" y="14134"/>
                  <a:pt x="47631" y="14165"/>
                  <a:pt x="47600" y="14165"/>
                </a:cubicBezTo>
                <a:lnTo>
                  <a:pt x="47509" y="14165"/>
                </a:lnTo>
                <a:cubicBezTo>
                  <a:pt x="47448" y="14165"/>
                  <a:pt x="47357" y="14408"/>
                  <a:pt x="47266" y="14438"/>
                </a:cubicBezTo>
                <a:cubicBezTo>
                  <a:pt x="47175" y="14468"/>
                  <a:pt x="47114" y="14499"/>
                  <a:pt x="47053" y="14560"/>
                </a:cubicBezTo>
                <a:lnTo>
                  <a:pt x="47053" y="14590"/>
                </a:lnTo>
                <a:cubicBezTo>
                  <a:pt x="47175" y="14620"/>
                  <a:pt x="47296" y="14651"/>
                  <a:pt x="47418" y="14681"/>
                </a:cubicBezTo>
                <a:lnTo>
                  <a:pt x="47540" y="14742"/>
                </a:lnTo>
                <a:lnTo>
                  <a:pt x="47327" y="14742"/>
                </a:lnTo>
                <a:cubicBezTo>
                  <a:pt x="47175" y="14712"/>
                  <a:pt x="46992" y="14681"/>
                  <a:pt x="46840" y="14651"/>
                </a:cubicBezTo>
                <a:lnTo>
                  <a:pt x="46901" y="14590"/>
                </a:lnTo>
                <a:cubicBezTo>
                  <a:pt x="46981" y="14510"/>
                  <a:pt x="46921" y="14336"/>
                  <a:pt x="47090" y="14336"/>
                </a:cubicBezTo>
                <a:cubicBezTo>
                  <a:pt x="47114" y="14336"/>
                  <a:pt x="47142" y="14339"/>
                  <a:pt x="47175" y="14347"/>
                </a:cubicBezTo>
                <a:cubicBezTo>
                  <a:pt x="47175" y="14347"/>
                  <a:pt x="47266" y="14225"/>
                  <a:pt x="47236" y="14165"/>
                </a:cubicBezTo>
                <a:lnTo>
                  <a:pt x="47205" y="14043"/>
                </a:lnTo>
                <a:cubicBezTo>
                  <a:pt x="47205" y="13921"/>
                  <a:pt x="47175" y="13800"/>
                  <a:pt x="47114" y="13678"/>
                </a:cubicBezTo>
                <a:lnTo>
                  <a:pt x="47053" y="13709"/>
                </a:lnTo>
                <a:cubicBezTo>
                  <a:pt x="46992" y="13709"/>
                  <a:pt x="46901" y="13739"/>
                  <a:pt x="46840" y="13800"/>
                </a:cubicBezTo>
                <a:lnTo>
                  <a:pt x="46719" y="13861"/>
                </a:lnTo>
                <a:cubicBezTo>
                  <a:pt x="46689" y="13800"/>
                  <a:pt x="46840" y="13617"/>
                  <a:pt x="47053" y="13435"/>
                </a:cubicBezTo>
                <a:lnTo>
                  <a:pt x="47357" y="13496"/>
                </a:lnTo>
                <a:lnTo>
                  <a:pt x="47479" y="13496"/>
                </a:lnTo>
                <a:cubicBezTo>
                  <a:pt x="47600" y="13374"/>
                  <a:pt x="47722" y="13283"/>
                  <a:pt x="47874" y="13222"/>
                </a:cubicBezTo>
                <a:close/>
                <a:moveTo>
                  <a:pt x="40539" y="14324"/>
                </a:moveTo>
                <a:cubicBezTo>
                  <a:pt x="40557" y="14324"/>
                  <a:pt x="40571" y="14331"/>
                  <a:pt x="40579" y="14347"/>
                </a:cubicBezTo>
                <a:cubicBezTo>
                  <a:pt x="40609" y="14377"/>
                  <a:pt x="40518" y="14499"/>
                  <a:pt x="40457" y="14499"/>
                </a:cubicBezTo>
                <a:cubicBezTo>
                  <a:pt x="40397" y="14499"/>
                  <a:pt x="40366" y="14529"/>
                  <a:pt x="40366" y="14590"/>
                </a:cubicBezTo>
                <a:lnTo>
                  <a:pt x="40488" y="14590"/>
                </a:lnTo>
                <a:cubicBezTo>
                  <a:pt x="40518" y="14651"/>
                  <a:pt x="40457" y="14772"/>
                  <a:pt x="40397" y="14772"/>
                </a:cubicBezTo>
                <a:cubicBezTo>
                  <a:pt x="40275" y="14712"/>
                  <a:pt x="40153" y="14651"/>
                  <a:pt x="40032" y="14590"/>
                </a:cubicBezTo>
                <a:lnTo>
                  <a:pt x="39880" y="14590"/>
                </a:lnTo>
                <a:cubicBezTo>
                  <a:pt x="39819" y="14590"/>
                  <a:pt x="39789" y="14560"/>
                  <a:pt x="39758" y="14499"/>
                </a:cubicBezTo>
                <a:cubicBezTo>
                  <a:pt x="39758" y="14468"/>
                  <a:pt x="39758" y="14408"/>
                  <a:pt x="39758" y="14377"/>
                </a:cubicBezTo>
                <a:cubicBezTo>
                  <a:pt x="39789" y="14362"/>
                  <a:pt x="39811" y="14355"/>
                  <a:pt x="39834" y="14355"/>
                </a:cubicBezTo>
                <a:cubicBezTo>
                  <a:pt x="39857" y="14355"/>
                  <a:pt x="39880" y="14362"/>
                  <a:pt x="39910" y="14377"/>
                </a:cubicBezTo>
                <a:cubicBezTo>
                  <a:pt x="39971" y="14377"/>
                  <a:pt x="40032" y="14438"/>
                  <a:pt x="40123" y="14438"/>
                </a:cubicBezTo>
                <a:lnTo>
                  <a:pt x="40305" y="14499"/>
                </a:lnTo>
                <a:cubicBezTo>
                  <a:pt x="40396" y="14386"/>
                  <a:pt x="40486" y="14324"/>
                  <a:pt x="40539" y="14324"/>
                </a:cubicBezTo>
                <a:close/>
                <a:moveTo>
                  <a:pt x="8945" y="14256"/>
                </a:moveTo>
                <a:cubicBezTo>
                  <a:pt x="8975" y="14256"/>
                  <a:pt x="9013" y="14286"/>
                  <a:pt x="9059" y="14347"/>
                </a:cubicBezTo>
                <a:lnTo>
                  <a:pt x="8937" y="14468"/>
                </a:lnTo>
                <a:cubicBezTo>
                  <a:pt x="8907" y="14499"/>
                  <a:pt x="8846" y="14529"/>
                  <a:pt x="8815" y="14620"/>
                </a:cubicBezTo>
                <a:cubicBezTo>
                  <a:pt x="8789" y="14699"/>
                  <a:pt x="8808" y="14778"/>
                  <a:pt x="8715" y="14778"/>
                </a:cubicBezTo>
                <a:cubicBezTo>
                  <a:pt x="8701" y="14778"/>
                  <a:pt x="8684" y="14777"/>
                  <a:pt x="8663" y="14772"/>
                </a:cubicBezTo>
                <a:cubicBezTo>
                  <a:pt x="8633" y="14772"/>
                  <a:pt x="8542" y="14620"/>
                  <a:pt x="8633" y="14560"/>
                </a:cubicBezTo>
                <a:cubicBezTo>
                  <a:pt x="8717" y="14504"/>
                  <a:pt x="8672" y="14344"/>
                  <a:pt x="8832" y="14344"/>
                </a:cubicBezTo>
                <a:cubicBezTo>
                  <a:pt x="8846" y="14344"/>
                  <a:pt x="8860" y="14345"/>
                  <a:pt x="8876" y="14347"/>
                </a:cubicBezTo>
                <a:cubicBezTo>
                  <a:pt x="8891" y="14286"/>
                  <a:pt x="8914" y="14256"/>
                  <a:pt x="8945" y="14256"/>
                </a:cubicBezTo>
                <a:close/>
                <a:moveTo>
                  <a:pt x="45224" y="14738"/>
                </a:moveTo>
                <a:cubicBezTo>
                  <a:pt x="45311" y="14738"/>
                  <a:pt x="45406" y="14866"/>
                  <a:pt x="45351" y="14894"/>
                </a:cubicBezTo>
                <a:cubicBezTo>
                  <a:pt x="45290" y="14924"/>
                  <a:pt x="45290" y="14985"/>
                  <a:pt x="45290" y="14985"/>
                </a:cubicBezTo>
                <a:cubicBezTo>
                  <a:pt x="45230" y="14955"/>
                  <a:pt x="45169" y="14924"/>
                  <a:pt x="45108" y="14894"/>
                </a:cubicBezTo>
                <a:cubicBezTo>
                  <a:pt x="45047" y="14864"/>
                  <a:pt x="45078" y="14803"/>
                  <a:pt x="45169" y="14742"/>
                </a:cubicBezTo>
                <a:lnTo>
                  <a:pt x="45199" y="14742"/>
                </a:lnTo>
                <a:cubicBezTo>
                  <a:pt x="45207" y="14739"/>
                  <a:pt x="45216" y="14738"/>
                  <a:pt x="45224" y="14738"/>
                </a:cubicBezTo>
                <a:close/>
                <a:moveTo>
                  <a:pt x="14038" y="14671"/>
                </a:moveTo>
                <a:cubicBezTo>
                  <a:pt x="14169" y="14671"/>
                  <a:pt x="14287" y="14844"/>
                  <a:pt x="14287" y="14924"/>
                </a:cubicBezTo>
                <a:cubicBezTo>
                  <a:pt x="14287" y="14963"/>
                  <a:pt x="14305" y="14977"/>
                  <a:pt x="14333" y="14977"/>
                </a:cubicBezTo>
                <a:cubicBezTo>
                  <a:pt x="14391" y="14977"/>
                  <a:pt x="14489" y="14915"/>
                  <a:pt x="14530" y="14894"/>
                </a:cubicBezTo>
                <a:cubicBezTo>
                  <a:pt x="14545" y="14864"/>
                  <a:pt x="14575" y="14848"/>
                  <a:pt x="14606" y="14848"/>
                </a:cubicBezTo>
                <a:cubicBezTo>
                  <a:pt x="14636" y="14848"/>
                  <a:pt x="14667" y="14864"/>
                  <a:pt x="14682" y="14894"/>
                </a:cubicBezTo>
                <a:lnTo>
                  <a:pt x="14712" y="14894"/>
                </a:lnTo>
                <a:cubicBezTo>
                  <a:pt x="14742" y="14894"/>
                  <a:pt x="14771" y="14893"/>
                  <a:pt x="14800" y="14892"/>
                </a:cubicBezTo>
                <a:lnTo>
                  <a:pt x="14800" y="14892"/>
                </a:lnTo>
                <a:cubicBezTo>
                  <a:pt x="14743" y="14935"/>
                  <a:pt x="14671" y="14960"/>
                  <a:pt x="14621" y="14985"/>
                </a:cubicBezTo>
                <a:lnTo>
                  <a:pt x="14591" y="15016"/>
                </a:lnTo>
                <a:cubicBezTo>
                  <a:pt x="14491" y="15091"/>
                  <a:pt x="14370" y="15145"/>
                  <a:pt x="14246" y="15145"/>
                </a:cubicBezTo>
                <a:cubicBezTo>
                  <a:pt x="14219" y="15145"/>
                  <a:pt x="14192" y="15143"/>
                  <a:pt x="14165" y="15137"/>
                </a:cubicBezTo>
                <a:lnTo>
                  <a:pt x="14013" y="15137"/>
                </a:lnTo>
                <a:cubicBezTo>
                  <a:pt x="13892" y="15076"/>
                  <a:pt x="13770" y="14985"/>
                  <a:pt x="13709" y="14894"/>
                </a:cubicBezTo>
                <a:cubicBezTo>
                  <a:pt x="13704" y="14884"/>
                  <a:pt x="13696" y="14880"/>
                  <a:pt x="13685" y="14880"/>
                </a:cubicBezTo>
                <a:cubicBezTo>
                  <a:pt x="13651" y="14880"/>
                  <a:pt x="13591" y="14927"/>
                  <a:pt x="13547" y="14967"/>
                </a:cubicBezTo>
                <a:lnTo>
                  <a:pt x="13547" y="14967"/>
                </a:lnTo>
                <a:lnTo>
                  <a:pt x="13527" y="14803"/>
                </a:lnTo>
                <a:cubicBezTo>
                  <a:pt x="13527" y="14779"/>
                  <a:pt x="13564" y="14755"/>
                  <a:pt x="13595" y="14746"/>
                </a:cubicBezTo>
                <a:lnTo>
                  <a:pt x="13595" y="14746"/>
                </a:lnTo>
                <a:cubicBezTo>
                  <a:pt x="13653" y="14777"/>
                  <a:pt x="13712" y="14836"/>
                  <a:pt x="13770" y="14894"/>
                </a:cubicBezTo>
                <a:lnTo>
                  <a:pt x="13861" y="14803"/>
                </a:lnTo>
                <a:lnTo>
                  <a:pt x="13983" y="14681"/>
                </a:lnTo>
                <a:cubicBezTo>
                  <a:pt x="14001" y="14674"/>
                  <a:pt x="14020" y="14671"/>
                  <a:pt x="14038" y="14671"/>
                </a:cubicBezTo>
                <a:close/>
                <a:moveTo>
                  <a:pt x="31973" y="13481"/>
                </a:moveTo>
                <a:cubicBezTo>
                  <a:pt x="32015" y="13481"/>
                  <a:pt x="32083" y="13496"/>
                  <a:pt x="32159" y="13526"/>
                </a:cubicBezTo>
                <a:lnTo>
                  <a:pt x="32220" y="13709"/>
                </a:lnTo>
                <a:lnTo>
                  <a:pt x="32220" y="13739"/>
                </a:lnTo>
                <a:cubicBezTo>
                  <a:pt x="32220" y="13761"/>
                  <a:pt x="32228" y="13771"/>
                  <a:pt x="32242" y="13771"/>
                </a:cubicBezTo>
                <a:cubicBezTo>
                  <a:pt x="32267" y="13771"/>
                  <a:pt x="32313" y="13737"/>
                  <a:pt x="32372" y="13678"/>
                </a:cubicBezTo>
                <a:lnTo>
                  <a:pt x="32433" y="13617"/>
                </a:lnTo>
                <a:cubicBezTo>
                  <a:pt x="32463" y="13587"/>
                  <a:pt x="32524" y="13587"/>
                  <a:pt x="32555" y="13587"/>
                </a:cubicBezTo>
                <a:lnTo>
                  <a:pt x="32737" y="13921"/>
                </a:lnTo>
                <a:cubicBezTo>
                  <a:pt x="32982" y="13832"/>
                  <a:pt x="33194" y="13776"/>
                  <a:pt x="33266" y="13776"/>
                </a:cubicBezTo>
                <a:cubicBezTo>
                  <a:pt x="33293" y="13776"/>
                  <a:pt x="33300" y="13783"/>
                  <a:pt x="33284" y="13800"/>
                </a:cubicBezTo>
                <a:lnTo>
                  <a:pt x="33254" y="13830"/>
                </a:lnTo>
                <a:lnTo>
                  <a:pt x="33162" y="13982"/>
                </a:lnTo>
                <a:cubicBezTo>
                  <a:pt x="33151" y="13980"/>
                  <a:pt x="33140" y="13979"/>
                  <a:pt x="33131" y="13979"/>
                </a:cubicBezTo>
                <a:cubicBezTo>
                  <a:pt x="33011" y="13979"/>
                  <a:pt x="33015" y="14141"/>
                  <a:pt x="33071" y="14225"/>
                </a:cubicBezTo>
                <a:cubicBezTo>
                  <a:pt x="33102" y="14286"/>
                  <a:pt x="32950" y="14408"/>
                  <a:pt x="32737" y="14468"/>
                </a:cubicBezTo>
                <a:lnTo>
                  <a:pt x="32463" y="14408"/>
                </a:lnTo>
                <a:lnTo>
                  <a:pt x="32372" y="14408"/>
                </a:lnTo>
                <a:cubicBezTo>
                  <a:pt x="32281" y="14499"/>
                  <a:pt x="32129" y="14620"/>
                  <a:pt x="32068" y="14620"/>
                </a:cubicBezTo>
                <a:cubicBezTo>
                  <a:pt x="32012" y="14592"/>
                  <a:pt x="31748" y="14435"/>
                  <a:pt x="31613" y="14435"/>
                </a:cubicBezTo>
                <a:cubicBezTo>
                  <a:pt x="31601" y="14435"/>
                  <a:pt x="31591" y="14436"/>
                  <a:pt x="31582" y="14438"/>
                </a:cubicBezTo>
                <a:cubicBezTo>
                  <a:pt x="31460" y="14499"/>
                  <a:pt x="31491" y="14620"/>
                  <a:pt x="31521" y="14620"/>
                </a:cubicBezTo>
                <a:cubicBezTo>
                  <a:pt x="31612" y="14712"/>
                  <a:pt x="31734" y="14803"/>
                  <a:pt x="31795" y="14894"/>
                </a:cubicBezTo>
                <a:lnTo>
                  <a:pt x="32190" y="14864"/>
                </a:lnTo>
                <a:cubicBezTo>
                  <a:pt x="32205" y="14848"/>
                  <a:pt x="32220" y="14841"/>
                  <a:pt x="32235" y="14841"/>
                </a:cubicBezTo>
                <a:cubicBezTo>
                  <a:pt x="32251" y="14841"/>
                  <a:pt x="32266" y="14848"/>
                  <a:pt x="32281" y="14864"/>
                </a:cubicBezTo>
                <a:lnTo>
                  <a:pt x="32311" y="14864"/>
                </a:lnTo>
                <a:cubicBezTo>
                  <a:pt x="32372" y="14924"/>
                  <a:pt x="32311" y="14985"/>
                  <a:pt x="32220" y="15016"/>
                </a:cubicBezTo>
                <a:lnTo>
                  <a:pt x="31764" y="15016"/>
                </a:lnTo>
                <a:cubicBezTo>
                  <a:pt x="31612" y="15107"/>
                  <a:pt x="31430" y="15168"/>
                  <a:pt x="31278" y="15228"/>
                </a:cubicBezTo>
                <a:lnTo>
                  <a:pt x="31217" y="15228"/>
                </a:lnTo>
                <a:lnTo>
                  <a:pt x="30761" y="15076"/>
                </a:lnTo>
                <a:lnTo>
                  <a:pt x="30609" y="15137"/>
                </a:lnTo>
                <a:cubicBezTo>
                  <a:pt x="30560" y="15153"/>
                  <a:pt x="30514" y="15161"/>
                  <a:pt x="30471" y="15161"/>
                </a:cubicBezTo>
                <a:cubicBezTo>
                  <a:pt x="30354" y="15161"/>
                  <a:pt x="30267" y="15105"/>
                  <a:pt x="30244" y="15016"/>
                </a:cubicBezTo>
                <a:lnTo>
                  <a:pt x="30366" y="14955"/>
                </a:lnTo>
                <a:cubicBezTo>
                  <a:pt x="30427" y="14924"/>
                  <a:pt x="30488" y="14924"/>
                  <a:pt x="30548" y="14894"/>
                </a:cubicBezTo>
                <a:cubicBezTo>
                  <a:pt x="30670" y="14803"/>
                  <a:pt x="30738" y="14757"/>
                  <a:pt x="30795" y="14757"/>
                </a:cubicBezTo>
                <a:cubicBezTo>
                  <a:pt x="30852" y="14757"/>
                  <a:pt x="30898" y="14803"/>
                  <a:pt x="30974" y="14894"/>
                </a:cubicBezTo>
                <a:lnTo>
                  <a:pt x="31096" y="15016"/>
                </a:lnTo>
                <a:cubicBezTo>
                  <a:pt x="31187" y="14985"/>
                  <a:pt x="31247" y="14742"/>
                  <a:pt x="31187" y="14681"/>
                </a:cubicBezTo>
                <a:cubicBezTo>
                  <a:pt x="31096" y="14590"/>
                  <a:pt x="30974" y="14529"/>
                  <a:pt x="30852" y="14529"/>
                </a:cubicBezTo>
                <a:lnTo>
                  <a:pt x="30792" y="14560"/>
                </a:lnTo>
                <a:cubicBezTo>
                  <a:pt x="30731" y="14560"/>
                  <a:pt x="30697" y="14587"/>
                  <a:pt x="30654" y="14587"/>
                </a:cubicBezTo>
                <a:cubicBezTo>
                  <a:pt x="30633" y="14587"/>
                  <a:pt x="30609" y="14580"/>
                  <a:pt x="30579" y="14560"/>
                </a:cubicBezTo>
                <a:lnTo>
                  <a:pt x="30518" y="14499"/>
                </a:lnTo>
                <a:cubicBezTo>
                  <a:pt x="30427" y="14499"/>
                  <a:pt x="30396" y="14408"/>
                  <a:pt x="30427" y="14347"/>
                </a:cubicBezTo>
                <a:lnTo>
                  <a:pt x="30457" y="14286"/>
                </a:lnTo>
                <a:cubicBezTo>
                  <a:pt x="30457" y="14256"/>
                  <a:pt x="30457" y="14195"/>
                  <a:pt x="30427" y="14165"/>
                </a:cubicBezTo>
                <a:lnTo>
                  <a:pt x="30275" y="14165"/>
                </a:lnTo>
                <a:lnTo>
                  <a:pt x="30214" y="14225"/>
                </a:lnTo>
                <a:cubicBezTo>
                  <a:pt x="30214" y="14347"/>
                  <a:pt x="30214" y="14468"/>
                  <a:pt x="30214" y="14560"/>
                </a:cubicBezTo>
                <a:lnTo>
                  <a:pt x="30275" y="14620"/>
                </a:lnTo>
                <a:cubicBezTo>
                  <a:pt x="30336" y="14681"/>
                  <a:pt x="30548" y="14651"/>
                  <a:pt x="30427" y="14803"/>
                </a:cubicBezTo>
                <a:cubicBezTo>
                  <a:pt x="30413" y="14816"/>
                  <a:pt x="30393" y="14822"/>
                  <a:pt x="30367" y="14822"/>
                </a:cubicBezTo>
                <a:cubicBezTo>
                  <a:pt x="30277" y="14822"/>
                  <a:pt x="30127" y="14746"/>
                  <a:pt x="30032" y="14651"/>
                </a:cubicBezTo>
                <a:cubicBezTo>
                  <a:pt x="30026" y="14645"/>
                  <a:pt x="30016" y="14643"/>
                  <a:pt x="30004" y="14643"/>
                </a:cubicBezTo>
                <a:cubicBezTo>
                  <a:pt x="29949" y="14643"/>
                  <a:pt x="29838" y="14692"/>
                  <a:pt x="29788" y="14742"/>
                </a:cubicBezTo>
                <a:cubicBezTo>
                  <a:pt x="29783" y="14745"/>
                  <a:pt x="29778" y="14746"/>
                  <a:pt x="29773" y="14746"/>
                </a:cubicBezTo>
                <a:cubicBezTo>
                  <a:pt x="29723" y="14746"/>
                  <a:pt x="29700" y="14615"/>
                  <a:pt x="29728" y="14560"/>
                </a:cubicBezTo>
                <a:cubicBezTo>
                  <a:pt x="29728" y="14538"/>
                  <a:pt x="29720" y="14528"/>
                  <a:pt x="29706" y="14528"/>
                </a:cubicBezTo>
                <a:cubicBezTo>
                  <a:pt x="29681" y="14528"/>
                  <a:pt x="29635" y="14562"/>
                  <a:pt x="29576" y="14620"/>
                </a:cubicBezTo>
                <a:lnTo>
                  <a:pt x="29333" y="14620"/>
                </a:lnTo>
                <a:cubicBezTo>
                  <a:pt x="29315" y="14535"/>
                  <a:pt x="29279" y="14497"/>
                  <a:pt x="29229" y="14497"/>
                </a:cubicBezTo>
                <a:cubicBezTo>
                  <a:pt x="29190" y="14497"/>
                  <a:pt x="29142" y="14520"/>
                  <a:pt x="29089" y="14560"/>
                </a:cubicBezTo>
                <a:cubicBezTo>
                  <a:pt x="29059" y="14590"/>
                  <a:pt x="29029" y="14620"/>
                  <a:pt x="28998" y="14651"/>
                </a:cubicBezTo>
                <a:lnTo>
                  <a:pt x="28968" y="14651"/>
                </a:lnTo>
                <a:cubicBezTo>
                  <a:pt x="28907" y="14651"/>
                  <a:pt x="28846" y="14590"/>
                  <a:pt x="28846" y="14560"/>
                </a:cubicBezTo>
                <a:cubicBezTo>
                  <a:pt x="28846" y="14529"/>
                  <a:pt x="28846" y="14377"/>
                  <a:pt x="28846" y="14347"/>
                </a:cubicBezTo>
                <a:cubicBezTo>
                  <a:pt x="28846" y="14325"/>
                  <a:pt x="28831" y="14304"/>
                  <a:pt x="28822" y="14304"/>
                </a:cubicBezTo>
                <a:cubicBezTo>
                  <a:pt x="28818" y="14304"/>
                  <a:pt x="28816" y="14308"/>
                  <a:pt x="28816" y="14317"/>
                </a:cubicBezTo>
                <a:lnTo>
                  <a:pt x="28816" y="14347"/>
                </a:lnTo>
                <a:cubicBezTo>
                  <a:pt x="28812" y="14351"/>
                  <a:pt x="28805" y="14353"/>
                  <a:pt x="28797" y="14353"/>
                </a:cubicBezTo>
                <a:cubicBezTo>
                  <a:pt x="28745" y="14353"/>
                  <a:pt x="28625" y="14282"/>
                  <a:pt x="28573" y="14256"/>
                </a:cubicBezTo>
                <a:cubicBezTo>
                  <a:pt x="28567" y="14250"/>
                  <a:pt x="28560" y="14247"/>
                  <a:pt x="28553" y="14247"/>
                </a:cubicBezTo>
                <a:cubicBezTo>
                  <a:pt x="28490" y="14247"/>
                  <a:pt x="28402" y="14475"/>
                  <a:pt x="28512" y="14529"/>
                </a:cubicBezTo>
                <a:cubicBezTo>
                  <a:pt x="28603" y="14560"/>
                  <a:pt x="28664" y="14681"/>
                  <a:pt x="28664" y="14803"/>
                </a:cubicBezTo>
                <a:cubicBezTo>
                  <a:pt x="28603" y="14833"/>
                  <a:pt x="28512" y="14894"/>
                  <a:pt x="28451" y="14924"/>
                </a:cubicBezTo>
                <a:cubicBezTo>
                  <a:pt x="28390" y="14924"/>
                  <a:pt x="28238" y="14742"/>
                  <a:pt x="28208" y="14651"/>
                </a:cubicBezTo>
                <a:cubicBezTo>
                  <a:pt x="28178" y="14560"/>
                  <a:pt x="27965" y="14560"/>
                  <a:pt x="27874" y="14560"/>
                </a:cubicBezTo>
                <a:lnTo>
                  <a:pt x="27570" y="14590"/>
                </a:lnTo>
                <a:lnTo>
                  <a:pt x="27387" y="14590"/>
                </a:lnTo>
                <a:cubicBezTo>
                  <a:pt x="27366" y="14595"/>
                  <a:pt x="27344" y="14598"/>
                  <a:pt x="27323" y="14598"/>
                </a:cubicBezTo>
                <a:cubicBezTo>
                  <a:pt x="27224" y="14598"/>
                  <a:pt x="27133" y="14544"/>
                  <a:pt x="27083" y="14468"/>
                </a:cubicBezTo>
                <a:cubicBezTo>
                  <a:pt x="27062" y="14447"/>
                  <a:pt x="27040" y="14426"/>
                  <a:pt x="27008" y="14426"/>
                </a:cubicBezTo>
                <a:cubicBezTo>
                  <a:pt x="26995" y="14426"/>
                  <a:pt x="26979" y="14429"/>
                  <a:pt x="26962" y="14438"/>
                </a:cubicBezTo>
                <a:lnTo>
                  <a:pt x="26931" y="14438"/>
                </a:lnTo>
                <a:cubicBezTo>
                  <a:pt x="26840" y="14468"/>
                  <a:pt x="26931" y="14499"/>
                  <a:pt x="26931" y="14560"/>
                </a:cubicBezTo>
                <a:lnTo>
                  <a:pt x="26962" y="14620"/>
                </a:lnTo>
                <a:cubicBezTo>
                  <a:pt x="26939" y="14689"/>
                  <a:pt x="26882" y="14723"/>
                  <a:pt x="26829" y="14723"/>
                </a:cubicBezTo>
                <a:cubicBezTo>
                  <a:pt x="26812" y="14723"/>
                  <a:pt x="26795" y="14719"/>
                  <a:pt x="26779" y="14712"/>
                </a:cubicBezTo>
                <a:lnTo>
                  <a:pt x="26688" y="14681"/>
                </a:lnTo>
                <a:lnTo>
                  <a:pt x="26658" y="14651"/>
                </a:lnTo>
                <a:cubicBezTo>
                  <a:pt x="26567" y="14590"/>
                  <a:pt x="26658" y="14408"/>
                  <a:pt x="26688" y="14377"/>
                </a:cubicBezTo>
                <a:cubicBezTo>
                  <a:pt x="26724" y="14342"/>
                  <a:pt x="26686" y="14327"/>
                  <a:pt x="26637" y="14327"/>
                </a:cubicBezTo>
                <a:cubicBezTo>
                  <a:pt x="26602" y="14327"/>
                  <a:pt x="26561" y="14334"/>
                  <a:pt x="26536" y="14347"/>
                </a:cubicBezTo>
                <a:cubicBezTo>
                  <a:pt x="26475" y="14377"/>
                  <a:pt x="26415" y="14377"/>
                  <a:pt x="26354" y="14377"/>
                </a:cubicBezTo>
                <a:lnTo>
                  <a:pt x="26263" y="14377"/>
                </a:lnTo>
                <a:cubicBezTo>
                  <a:pt x="26202" y="14408"/>
                  <a:pt x="26171" y="14438"/>
                  <a:pt x="26171" y="14499"/>
                </a:cubicBezTo>
                <a:lnTo>
                  <a:pt x="26202" y="14529"/>
                </a:lnTo>
                <a:cubicBezTo>
                  <a:pt x="26232" y="14560"/>
                  <a:pt x="26293" y="14590"/>
                  <a:pt x="26354" y="14620"/>
                </a:cubicBezTo>
                <a:cubicBezTo>
                  <a:pt x="26475" y="14651"/>
                  <a:pt x="26597" y="14712"/>
                  <a:pt x="26536" y="14803"/>
                </a:cubicBezTo>
                <a:lnTo>
                  <a:pt x="26475" y="14985"/>
                </a:lnTo>
                <a:cubicBezTo>
                  <a:pt x="26384" y="14864"/>
                  <a:pt x="25776" y="14894"/>
                  <a:pt x="25594" y="14864"/>
                </a:cubicBezTo>
                <a:cubicBezTo>
                  <a:pt x="25442" y="14833"/>
                  <a:pt x="25320" y="14742"/>
                  <a:pt x="25229" y="14620"/>
                </a:cubicBezTo>
                <a:cubicBezTo>
                  <a:pt x="25229" y="14590"/>
                  <a:pt x="25412" y="14529"/>
                  <a:pt x="25503" y="14529"/>
                </a:cubicBezTo>
                <a:cubicBezTo>
                  <a:pt x="25563" y="14529"/>
                  <a:pt x="25624" y="14499"/>
                  <a:pt x="25594" y="14468"/>
                </a:cubicBezTo>
                <a:lnTo>
                  <a:pt x="25442" y="14468"/>
                </a:lnTo>
                <a:cubicBezTo>
                  <a:pt x="25290" y="14468"/>
                  <a:pt x="25168" y="14529"/>
                  <a:pt x="25168" y="14651"/>
                </a:cubicBezTo>
                <a:lnTo>
                  <a:pt x="25108" y="14742"/>
                </a:lnTo>
                <a:cubicBezTo>
                  <a:pt x="25077" y="14772"/>
                  <a:pt x="24956" y="14833"/>
                  <a:pt x="24925" y="14864"/>
                </a:cubicBezTo>
                <a:cubicBezTo>
                  <a:pt x="24864" y="14894"/>
                  <a:pt x="24834" y="14955"/>
                  <a:pt x="24804" y="14955"/>
                </a:cubicBezTo>
                <a:cubicBezTo>
                  <a:pt x="24779" y="14960"/>
                  <a:pt x="24753" y="14961"/>
                  <a:pt x="24726" y="14961"/>
                </a:cubicBezTo>
                <a:cubicBezTo>
                  <a:pt x="24657" y="14961"/>
                  <a:pt x="24581" y="14950"/>
                  <a:pt x="24503" y="14950"/>
                </a:cubicBezTo>
                <a:cubicBezTo>
                  <a:pt x="24420" y="14950"/>
                  <a:pt x="24335" y="14963"/>
                  <a:pt x="24256" y="15016"/>
                </a:cubicBezTo>
                <a:cubicBezTo>
                  <a:pt x="24252" y="15020"/>
                  <a:pt x="24245" y="15022"/>
                  <a:pt x="24236" y="15022"/>
                </a:cubicBezTo>
                <a:cubicBezTo>
                  <a:pt x="24178" y="15022"/>
                  <a:pt x="24035" y="14947"/>
                  <a:pt x="23983" y="14894"/>
                </a:cubicBezTo>
                <a:lnTo>
                  <a:pt x="23922" y="14833"/>
                </a:lnTo>
                <a:cubicBezTo>
                  <a:pt x="23902" y="14774"/>
                  <a:pt x="23921" y="14741"/>
                  <a:pt x="23969" y="14741"/>
                </a:cubicBezTo>
                <a:cubicBezTo>
                  <a:pt x="23996" y="14741"/>
                  <a:pt x="24031" y="14751"/>
                  <a:pt x="24074" y="14772"/>
                </a:cubicBezTo>
                <a:lnTo>
                  <a:pt x="24196" y="14681"/>
                </a:lnTo>
                <a:lnTo>
                  <a:pt x="24256" y="14651"/>
                </a:lnTo>
                <a:cubicBezTo>
                  <a:pt x="24378" y="14651"/>
                  <a:pt x="24530" y="14620"/>
                  <a:pt x="24652" y="14529"/>
                </a:cubicBezTo>
                <a:cubicBezTo>
                  <a:pt x="24682" y="14499"/>
                  <a:pt x="24256" y="14499"/>
                  <a:pt x="24074" y="14499"/>
                </a:cubicBezTo>
                <a:cubicBezTo>
                  <a:pt x="23927" y="14523"/>
                  <a:pt x="23640" y="14568"/>
                  <a:pt x="23487" y="14568"/>
                </a:cubicBezTo>
                <a:cubicBezTo>
                  <a:pt x="23451" y="14568"/>
                  <a:pt x="23423" y="14565"/>
                  <a:pt x="23405" y="14560"/>
                </a:cubicBezTo>
                <a:cubicBezTo>
                  <a:pt x="23284" y="14560"/>
                  <a:pt x="23253" y="14408"/>
                  <a:pt x="23284" y="14347"/>
                </a:cubicBezTo>
                <a:cubicBezTo>
                  <a:pt x="23299" y="14317"/>
                  <a:pt x="23299" y="14301"/>
                  <a:pt x="23284" y="14301"/>
                </a:cubicBezTo>
                <a:cubicBezTo>
                  <a:pt x="23269" y="14301"/>
                  <a:pt x="23238" y="14317"/>
                  <a:pt x="23193" y="14347"/>
                </a:cubicBezTo>
                <a:lnTo>
                  <a:pt x="23101" y="14347"/>
                </a:lnTo>
                <a:cubicBezTo>
                  <a:pt x="23041" y="14347"/>
                  <a:pt x="23010" y="14377"/>
                  <a:pt x="23010" y="14408"/>
                </a:cubicBezTo>
                <a:cubicBezTo>
                  <a:pt x="23010" y="14408"/>
                  <a:pt x="23101" y="14560"/>
                  <a:pt x="23162" y="14742"/>
                </a:cubicBezTo>
                <a:lnTo>
                  <a:pt x="23436" y="14681"/>
                </a:lnTo>
                <a:cubicBezTo>
                  <a:pt x="23466" y="14681"/>
                  <a:pt x="23497" y="14742"/>
                  <a:pt x="23497" y="14742"/>
                </a:cubicBezTo>
                <a:cubicBezTo>
                  <a:pt x="23466" y="14772"/>
                  <a:pt x="23466" y="14803"/>
                  <a:pt x="23436" y="14833"/>
                </a:cubicBezTo>
                <a:cubicBezTo>
                  <a:pt x="23418" y="14828"/>
                  <a:pt x="23402" y="14826"/>
                  <a:pt x="23388" y="14826"/>
                </a:cubicBezTo>
                <a:cubicBezTo>
                  <a:pt x="23257" y="14826"/>
                  <a:pt x="23286" y="15031"/>
                  <a:pt x="23187" y="15031"/>
                </a:cubicBezTo>
                <a:cubicBezTo>
                  <a:pt x="23172" y="15031"/>
                  <a:pt x="23154" y="15027"/>
                  <a:pt x="23132" y="15016"/>
                </a:cubicBezTo>
                <a:lnTo>
                  <a:pt x="22858" y="14864"/>
                </a:lnTo>
                <a:cubicBezTo>
                  <a:pt x="22767" y="14932"/>
                  <a:pt x="22659" y="14966"/>
                  <a:pt x="22546" y="14966"/>
                </a:cubicBezTo>
                <a:cubicBezTo>
                  <a:pt x="22509" y="14966"/>
                  <a:pt x="22471" y="14962"/>
                  <a:pt x="22433" y="14955"/>
                </a:cubicBezTo>
                <a:cubicBezTo>
                  <a:pt x="22402" y="14924"/>
                  <a:pt x="22220" y="14803"/>
                  <a:pt x="22159" y="14772"/>
                </a:cubicBezTo>
                <a:cubicBezTo>
                  <a:pt x="22098" y="14712"/>
                  <a:pt x="22038" y="14651"/>
                  <a:pt x="21977" y="14590"/>
                </a:cubicBezTo>
                <a:lnTo>
                  <a:pt x="21916" y="14590"/>
                </a:lnTo>
                <a:lnTo>
                  <a:pt x="21855" y="14620"/>
                </a:lnTo>
                <a:cubicBezTo>
                  <a:pt x="21794" y="14712"/>
                  <a:pt x="21734" y="14803"/>
                  <a:pt x="21703" y="14894"/>
                </a:cubicBezTo>
                <a:lnTo>
                  <a:pt x="21642" y="14955"/>
                </a:lnTo>
                <a:cubicBezTo>
                  <a:pt x="21624" y="14973"/>
                  <a:pt x="21598" y="14978"/>
                  <a:pt x="21568" y="14978"/>
                </a:cubicBezTo>
                <a:cubicBezTo>
                  <a:pt x="21536" y="14978"/>
                  <a:pt x="21500" y="14972"/>
                  <a:pt x="21463" y="14972"/>
                </a:cubicBezTo>
                <a:cubicBezTo>
                  <a:pt x="21418" y="14972"/>
                  <a:pt x="21374" y="14980"/>
                  <a:pt x="21338" y="15016"/>
                </a:cubicBezTo>
                <a:cubicBezTo>
                  <a:pt x="21278" y="14985"/>
                  <a:pt x="21187" y="14955"/>
                  <a:pt x="21095" y="14955"/>
                </a:cubicBezTo>
                <a:lnTo>
                  <a:pt x="21035" y="14894"/>
                </a:lnTo>
                <a:lnTo>
                  <a:pt x="21004" y="14864"/>
                </a:lnTo>
                <a:cubicBezTo>
                  <a:pt x="20700" y="14924"/>
                  <a:pt x="20214" y="15016"/>
                  <a:pt x="19971" y="15076"/>
                </a:cubicBezTo>
                <a:lnTo>
                  <a:pt x="19758" y="15016"/>
                </a:lnTo>
                <a:lnTo>
                  <a:pt x="19697" y="15016"/>
                </a:lnTo>
                <a:cubicBezTo>
                  <a:pt x="19662" y="14992"/>
                  <a:pt x="19627" y="14982"/>
                  <a:pt x="19596" y="14982"/>
                </a:cubicBezTo>
                <a:cubicBezTo>
                  <a:pt x="19545" y="14982"/>
                  <a:pt x="19503" y="15008"/>
                  <a:pt x="19484" y="15046"/>
                </a:cubicBezTo>
                <a:lnTo>
                  <a:pt x="19424" y="15107"/>
                </a:lnTo>
                <a:cubicBezTo>
                  <a:pt x="19393" y="15107"/>
                  <a:pt x="19332" y="15107"/>
                  <a:pt x="19302" y="15076"/>
                </a:cubicBezTo>
                <a:cubicBezTo>
                  <a:pt x="19241" y="15046"/>
                  <a:pt x="19484" y="14985"/>
                  <a:pt x="19302" y="14955"/>
                </a:cubicBezTo>
                <a:lnTo>
                  <a:pt x="19184" y="14938"/>
                </a:lnTo>
                <a:lnTo>
                  <a:pt x="19184" y="14938"/>
                </a:lnTo>
                <a:lnTo>
                  <a:pt x="19211" y="14924"/>
                </a:lnTo>
                <a:cubicBezTo>
                  <a:pt x="19272" y="14894"/>
                  <a:pt x="19089" y="14712"/>
                  <a:pt x="19028" y="14620"/>
                </a:cubicBezTo>
                <a:cubicBezTo>
                  <a:pt x="18979" y="14571"/>
                  <a:pt x="19169" y="14482"/>
                  <a:pt x="19323" y="14482"/>
                </a:cubicBezTo>
                <a:cubicBezTo>
                  <a:pt x="19360" y="14482"/>
                  <a:pt x="19395" y="14487"/>
                  <a:pt x="19424" y="14499"/>
                </a:cubicBezTo>
                <a:cubicBezTo>
                  <a:pt x="19545" y="14560"/>
                  <a:pt x="19515" y="14620"/>
                  <a:pt x="19454" y="14620"/>
                </a:cubicBezTo>
                <a:cubicBezTo>
                  <a:pt x="19393" y="14620"/>
                  <a:pt x="19393" y="14681"/>
                  <a:pt x="19424" y="14712"/>
                </a:cubicBezTo>
                <a:cubicBezTo>
                  <a:pt x="19484" y="14772"/>
                  <a:pt x="19545" y="14803"/>
                  <a:pt x="19636" y="14833"/>
                </a:cubicBezTo>
                <a:cubicBezTo>
                  <a:pt x="19641" y="14837"/>
                  <a:pt x="19645" y="14839"/>
                  <a:pt x="19651" y="14839"/>
                </a:cubicBezTo>
                <a:cubicBezTo>
                  <a:pt x="19683" y="14839"/>
                  <a:pt x="19732" y="14768"/>
                  <a:pt x="19758" y="14742"/>
                </a:cubicBezTo>
                <a:cubicBezTo>
                  <a:pt x="19758" y="14681"/>
                  <a:pt x="19849" y="14651"/>
                  <a:pt x="19971" y="14651"/>
                </a:cubicBezTo>
                <a:lnTo>
                  <a:pt x="19971" y="14499"/>
                </a:lnTo>
                <a:lnTo>
                  <a:pt x="19971" y="14317"/>
                </a:lnTo>
                <a:cubicBezTo>
                  <a:pt x="20092" y="14347"/>
                  <a:pt x="20214" y="14377"/>
                  <a:pt x="20335" y="14377"/>
                </a:cubicBezTo>
                <a:cubicBezTo>
                  <a:pt x="20359" y="14354"/>
                  <a:pt x="20504" y="14296"/>
                  <a:pt x="20560" y="14296"/>
                </a:cubicBezTo>
                <a:cubicBezTo>
                  <a:pt x="20577" y="14296"/>
                  <a:pt x="20586" y="14302"/>
                  <a:pt x="20579" y="14317"/>
                </a:cubicBezTo>
                <a:cubicBezTo>
                  <a:pt x="20579" y="14342"/>
                  <a:pt x="20611" y="14352"/>
                  <a:pt x="20653" y="14352"/>
                </a:cubicBezTo>
                <a:cubicBezTo>
                  <a:pt x="20711" y="14352"/>
                  <a:pt x="20787" y="14334"/>
                  <a:pt x="20822" y="14317"/>
                </a:cubicBezTo>
                <a:cubicBezTo>
                  <a:pt x="20842" y="14303"/>
                  <a:pt x="20863" y="14297"/>
                  <a:pt x="20885" y="14297"/>
                </a:cubicBezTo>
                <a:cubicBezTo>
                  <a:pt x="20963" y="14297"/>
                  <a:pt x="21048" y="14374"/>
                  <a:pt x="21095" y="14468"/>
                </a:cubicBezTo>
                <a:lnTo>
                  <a:pt x="21278" y="14317"/>
                </a:lnTo>
                <a:cubicBezTo>
                  <a:pt x="21323" y="14301"/>
                  <a:pt x="21361" y="14294"/>
                  <a:pt x="21395" y="14294"/>
                </a:cubicBezTo>
                <a:cubicBezTo>
                  <a:pt x="21430" y="14294"/>
                  <a:pt x="21460" y="14301"/>
                  <a:pt x="21490" y="14317"/>
                </a:cubicBezTo>
                <a:cubicBezTo>
                  <a:pt x="21543" y="14369"/>
                  <a:pt x="21588" y="14389"/>
                  <a:pt x="21628" y="14389"/>
                </a:cubicBezTo>
                <a:cubicBezTo>
                  <a:pt x="21705" y="14389"/>
                  <a:pt x="21765" y="14316"/>
                  <a:pt x="21825" y="14256"/>
                </a:cubicBezTo>
                <a:lnTo>
                  <a:pt x="22220" y="13952"/>
                </a:lnTo>
                <a:cubicBezTo>
                  <a:pt x="22281" y="13952"/>
                  <a:pt x="22311" y="13982"/>
                  <a:pt x="22342" y="13982"/>
                </a:cubicBezTo>
                <a:cubicBezTo>
                  <a:pt x="22454" y="14095"/>
                  <a:pt x="22584" y="14157"/>
                  <a:pt x="22717" y="14157"/>
                </a:cubicBezTo>
                <a:cubicBezTo>
                  <a:pt x="22764" y="14157"/>
                  <a:pt x="22811" y="14150"/>
                  <a:pt x="22858" y="14134"/>
                </a:cubicBezTo>
                <a:lnTo>
                  <a:pt x="23193" y="14104"/>
                </a:lnTo>
                <a:cubicBezTo>
                  <a:pt x="23284" y="14138"/>
                  <a:pt x="23379" y="14155"/>
                  <a:pt x="23473" y="14155"/>
                </a:cubicBezTo>
                <a:cubicBezTo>
                  <a:pt x="23628" y="14155"/>
                  <a:pt x="23778" y="14108"/>
                  <a:pt x="23892" y="14013"/>
                </a:cubicBezTo>
                <a:lnTo>
                  <a:pt x="24196" y="14013"/>
                </a:lnTo>
                <a:cubicBezTo>
                  <a:pt x="24198" y="14015"/>
                  <a:pt x="24201" y="14017"/>
                  <a:pt x="24203" y="14017"/>
                </a:cubicBezTo>
                <a:cubicBezTo>
                  <a:pt x="24227" y="14017"/>
                  <a:pt x="24234" y="13891"/>
                  <a:pt x="24317" y="13891"/>
                </a:cubicBezTo>
                <a:cubicBezTo>
                  <a:pt x="24378" y="13891"/>
                  <a:pt x="24439" y="13952"/>
                  <a:pt x="24530" y="13952"/>
                </a:cubicBezTo>
                <a:cubicBezTo>
                  <a:pt x="24568" y="13964"/>
                  <a:pt x="24606" y="13972"/>
                  <a:pt x="24643" y="13972"/>
                </a:cubicBezTo>
                <a:cubicBezTo>
                  <a:pt x="24697" y="13972"/>
                  <a:pt x="24750" y="13957"/>
                  <a:pt x="24804" y="13921"/>
                </a:cubicBezTo>
                <a:cubicBezTo>
                  <a:pt x="24840" y="13907"/>
                  <a:pt x="24866" y="13901"/>
                  <a:pt x="24885" y="13901"/>
                </a:cubicBezTo>
                <a:cubicBezTo>
                  <a:pt x="24944" y="13901"/>
                  <a:pt x="24932" y="13959"/>
                  <a:pt x="24956" y="13982"/>
                </a:cubicBezTo>
                <a:cubicBezTo>
                  <a:pt x="24956" y="14013"/>
                  <a:pt x="24986" y="14043"/>
                  <a:pt x="25047" y="14043"/>
                </a:cubicBezTo>
                <a:lnTo>
                  <a:pt x="25260" y="14043"/>
                </a:lnTo>
                <a:lnTo>
                  <a:pt x="25563" y="14104"/>
                </a:lnTo>
                <a:cubicBezTo>
                  <a:pt x="25632" y="14035"/>
                  <a:pt x="25717" y="14001"/>
                  <a:pt x="25807" y="14001"/>
                </a:cubicBezTo>
                <a:cubicBezTo>
                  <a:pt x="25837" y="14001"/>
                  <a:pt x="25867" y="14005"/>
                  <a:pt x="25898" y="14013"/>
                </a:cubicBezTo>
                <a:cubicBezTo>
                  <a:pt x="25926" y="14069"/>
                  <a:pt x="26110" y="14229"/>
                  <a:pt x="26233" y="14229"/>
                </a:cubicBezTo>
                <a:cubicBezTo>
                  <a:pt x="26244" y="14229"/>
                  <a:pt x="26253" y="14228"/>
                  <a:pt x="26263" y="14225"/>
                </a:cubicBezTo>
                <a:cubicBezTo>
                  <a:pt x="26384" y="14195"/>
                  <a:pt x="26445" y="14134"/>
                  <a:pt x="26415" y="14073"/>
                </a:cubicBezTo>
                <a:lnTo>
                  <a:pt x="26415" y="14043"/>
                </a:lnTo>
                <a:cubicBezTo>
                  <a:pt x="26415" y="13982"/>
                  <a:pt x="26445" y="13952"/>
                  <a:pt x="26475" y="13921"/>
                </a:cubicBezTo>
                <a:cubicBezTo>
                  <a:pt x="26504" y="13892"/>
                  <a:pt x="26521" y="13882"/>
                  <a:pt x="26531" y="13882"/>
                </a:cubicBezTo>
                <a:cubicBezTo>
                  <a:pt x="26553" y="13882"/>
                  <a:pt x="26546" y="13931"/>
                  <a:pt x="26567" y="13952"/>
                </a:cubicBezTo>
                <a:lnTo>
                  <a:pt x="26658" y="14073"/>
                </a:lnTo>
                <a:cubicBezTo>
                  <a:pt x="26719" y="14013"/>
                  <a:pt x="26779" y="13921"/>
                  <a:pt x="26749" y="13861"/>
                </a:cubicBezTo>
                <a:lnTo>
                  <a:pt x="26749" y="13861"/>
                </a:lnTo>
                <a:lnTo>
                  <a:pt x="26901" y="13921"/>
                </a:lnTo>
                <a:cubicBezTo>
                  <a:pt x="26966" y="13965"/>
                  <a:pt x="27038" y="13973"/>
                  <a:pt x="27113" y="13973"/>
                </a:cubicBezTo>
                <a:cubicBezTo>
                  <a:pt x="27163" y="13973"/>
                  <a:pt x="27213" y="13969"/>
                  <a:pt x="27263" y="13969"/>
                </a:cubicBezTo>
                <a:cubicBezTo>
                  <a:pt x="27350" y="13969"/>
                  <a:pt x="27434" y="13981"/>
                  <a:pt x="27509" y="14043"/>
                </a:cubicBezTo>
                <a:lnTo>
                  <a:pt x="27539" y="14043"/>
                </a:lnTo>
                <a:cubicBezTo>
                  <a:pt x="27569" y="14025"/>
                  <a:pt x="27597" y="14018"/>
                  <a:pt x="27623" y="14018"/>
                </a:cubicBezTo>
                <a:cubicBezTo>
                  <a:pt x="27734" y="14018"/>
                  <a:pt x="27813" y="14146"/>
                  <a:pt x="27813" y="14195"/>
                </a:cubicBezTo>
                <a:cubicBezTo>
                  <a:pt x="27813" y="14256"/>
                  <a:pt x="27722" y="14347"/>
                  <a:pt x="27600" y="14408"/>
                </a:cubicBezTo>
                <a:lnTo>
                  <a:pt x="27813" y="14438"/>
                </a:lnTo>
                <a:cubicBezTo>
                  <a:pt x="27829" y="14442"/>
                  <a:pt x="27843" y="14444"/>
                  <a:pt x="27854" y="14444"/>
                </a:cubicBezTo>
                <a:cubicBezTo>
                  <a:pt x="27927" y="14444"/>
                  <a:pt x="27904" y="14365"/>
                  <a:pt x="27904" y="14286"/>
                </a:cubicBezTo>
                <a:lnTo>
                  <a:pt x="27904" y="14225"/>
                </a:lnTo>
                <a:cubicBezTo>
                  <a:pt x="27904" y="14139"/>
                  <a:pt x="28068" y="13889"/>
                  <a:pt x="28188" y="13889"/>
                </a:cubicBezTo>
                <a:cubicBezTo>
                  <a:pt x="28195" y="13889"/>
                  <a:pt x="28202" y="13889"/>
                  <a:pt x="28208" y="13891"/>
                </a:cubicBezTo>
                <a:cubicBezTo>
                  <a:pt x="28240" y="13899"/>
                  <a:pt x="28271" y="13903"/>
                  <a:pt x="28298" y="13903"/>
                </a:cubicBezTo>
                <a:cubicBezTo>
                  <a:pt x="28372" y="13903"/>
                  <a:pt x="28421" y="13875"/>
                  <a:pt x="28421" y="13830"/>
                </a:cubicBezTo>
                <a:lnTo>
                  <a:pt x="28421" y="13678"/>
                </a:lnTo>
                <a:cubicBezTo>
                  <a:pt x="28633" y="13739"/>
                  <a:pt x="28846" y="13800"/>
                  <a:pt x="29059" y="13830"/>
                </a:cubicBezTo>
                <a:cubicBezTo>
                  <a:pt x="29241" y="13800"/>
                  <a:pt x="29424" y="13739"/>
                  <a:pt x="29606" y="13678"/>
                </a:cubicBezTo>
                <a:lnTo>
                  <a:pt x="29819" y="13617"/>
                </a:lnTo>
                <a:lnTo>
                  <a:pt x="29880" y="13617"/>
                </a:lnTo>
                <a:cubicBezTo>
                  <a:pt x="30001" y="13617"/>
                  <a:pt x="29971" y="13709"/>
                  <a:pt x="29849" y="13830"/>
                </a:cubicBezTo>
                <a:lnTo>
                  <a:pt x="29728" y="13861"/>
                </a:lnTo>
                <a:lnTo>
                  <a:pt x="29576" y="13921"/>
                </a:lnTo>
                <a:cubicBezTo>
                  <a:pt x="29393" y="13952"/>
                  <a:pt x="29302" y="14043"/>
                  <a:pt x="29333" y="14134"/>
                </a:cubicBezTo>
                <a:lnTo>
                  <a:pt x="29515" y="14043"/>
                </a:lnTo>
                <a:cubicBezTo>
                  <a:pt x="29667" y="13982"/>
                  <a:pt x="29849" y="14013"/>
                  <a:pt x="29971" y="13830"/>
                </a:cubicBezTo>
                <a:lnTo>
                  <a:pt x="30032" y="13769"/>
                </a:lnTo>
                <a:cubicBezTo>
                  <a:pt x="30168" y="13754"/>
                  <a:pt x="30313" y="13747"/>
                  <a:pt x="30457" y="13747"/>
                </a:cubicBezTo>
                <a:cubicBezTo>
                  <a:pt x="30602" y="13747"/>
                  <a:pt x="30746" y="13754"/>
                  <a:pt x="30883" y="13769"/>
                </a:cubicBezTo>
                <a:lnTo>
                  <a:pt x="31369" y="13769"/>
                </a:lnTo>
                <a:cubicBezTo>
                  <a:pt x="31643" y="13739"/>
                  <a:pt x="31977" y="13557"/>
                  <a:pt x="31947" y="13526"/>
                </a:cubicBezTo>
                <a:cubicBezTo>
                  <a:pt x="31916" y="13496"/>
                  <a:pt x="31931" y="13481"/>
                  <a:pt x="31973" y="13481"/>
                </a:cubicBezTo>
                <a:close/>
                <a:moveTo>
                  <a:pt x="29978" y="14822"/>
                </a:moveTo>
                <a:cubicBezTo>
                  <a:pt x="30098" y="14822"/>
                  <a:pt x="30184" y="14856"/>
                  <a:pt x="30184" y="14924"/>
                </a:cubicBezTo>
                <a:lnTo>
                  <a:pt x="30153" y="14955"/>
                </a:lnTo>
                <a:cubicBezTo>
                  <a:pt x="30153" y="15016"/>
                  <a:pt x="30123" y="15046"/>
                  <a:pt x="30032" y="15076"/>
                </a:cubicBezTo>
                <a:cubicBezTo>
                  <a:pt x="29971" y="15137"/>
                  <a:pt x="29971" y="15168"/>
                  <a:pt x="30032" y="15198"/>
                </a:cubicBezTo>
                <a:lnTo>
                  <a:pt x="30062" y="15228"/>
                </a:lnTo>
                <a:cubicBezTo>
                  <a:pt x="30047" y="15274"/>
                  <a:pt x="30016" y="15297"/>
                  <a:pt x="29982" y="15297"/>
                </a:cubicBezTo>
                <a:cubicBezTo>
                  <a:pt x="29948" y="15297"/>
                  <a:pt x="29910" y="15274"/>
                  <a:pt x="29880" y="15228"/>
                </a:cubicBezTo>
                <a:lnTo>
                  <a:pt x="29880" y="15168"/>
                </a:lnTo>
                <a:cubicBezTo>
                  <a:pt x="29880" y="15076"/>
                  <a:pt x="29880" y="15016"/>
                  <a:pt x="29728" y="15016"/>
                </a:cubicBezTo>
                <a:cubicBezTo>
                  <a:pt x="29637" y="15016"/>
                  <a:pt x="29637" y="14864"/>
                  <a:pt x="29728" y="14864"/>
                </a:cubicBezTo>
                <a:lnTo>
                  <a:pt x="29849" y="14833"/>
                </a:lnTo>
                <a:cubicBezTo>
                  <a:pt x="29895" y="14826"/>
                  <a:pt x="29939" y="14822"/>
                  <a:pt x="29978" y="14822"/>
                </a:cubicBezTo>
                <a:close/>
                <a:moveTo>
                  <a:pt x="18269" y="14225"/>
                </a:moveTo>
                <a:cubicBezTo>
                  <a:pt x="18329" y="14225"/>
                  <a:pt x="18329" y="14256"/>
                  <a:pt x="18329" y="14286"/>
                </a:cubicBezTo>
                <a:lnTo>
                  <a:pt x="18329" y="14317"/>
                </a:lnTo>
                <a:lnTo>
                  <a:pt x="18329" y="14499"/>
                </a:lnTo>
                <a:cubicBezTo>
                  <a:pt x="18390" y="14620"/>
                  <a:pt x="18816" y="14712"/>
                  <a:pt x="18876" y="14772"/>
                </a:cubicBezTo>
                <a:cubicBezTo>
                  <a:pt x="18937" y="14803"/>
                  <a:pt x="18937" y="14955"/>
                  <a:pt x="18846" y="15046"/>
                </a:cubicBezTo>
                <a:lnTo>
                  <a:pt x="18694" y="14894"/>
                </a:lnTo>
                <a:lnTo>
                  <a:pt x="18603" y="14894"/>
                </a:lnTo>
                <a:cubicBezTo>
                  <a:pt x="18572" y="14894"/>
                  <a:pt x="18512" y="14924"/>
                  <a:pt x="18512" y="14955"/>
                </a:cubicBezTo>
                <a:cubicBezTo>
                  <a:pt x="18512" y="14985"/>
                  <a:pt x="18572" y="15046"/>
                  <a:pt x="18572" y="15046"/>
                </a:cubicBezTo>
                <a:cubicBezTo>
                  <a:pt x="18626" y="15054"/>
                  <a:pt x="18677" y="15057"/>
                  <a:pt x="18727" y="15057"/>
                </a:cubicBezTo>
                <a:cubicBezTo>
                  <a:pt x="18854" y="15057"/>
                  <a:pt x="18972" y="15033"/>
                  <a:pt x="19089" y="14983"/>
                </a:cubicBezTo>
                <a:lnTo>
                  <a:pt x="19089" y="14983"/>
                </a:lnTo>
                <a:cubicBezTo>
                  <a:pt x="19089" y="15092"/>
                  <a:pt x="19089" y="15217"/>
                  <a:pt x="19089" y="15320"/>
                </a:cubicBezTo>
                <a:lnTo>
                  <a:pt x="19028" y="15259"/>
                </a:lnTo>
                <a:lnTo>
                  <a:pt x="18846" y="15137"/>
                </a:lnTo>
                <a:cubicBezTo>
                  <a:pt x="18664" y="15137"/>
                  <a:pt x="18481" y="15076"/>
                  <a:pt x="18390" y="14924"/>
                </a:cubicBezTo>
                <a:cubicBezTo>
                  <a:pt x="18360" y="14833"/>
                  <a:pt x="18481" y="14651"/>
                  <a:pt x="18481" y="14651"/>
                </a:cubicBezTo>
                <a:lnTo>
                  <a:pt x="18481" y="14651"/>
                </a:lnTo>
                <a:cubicBezTo>
                  <a:pt x="18360" y="14712"/>
                  <a:pt x="18238" y="14803"/>
                  <a:pt x="18147" y="14924"/>
                </a:cubicBezTo>
                <a:cubicBezTo>
                  <a:pt x="18147" y="14985"/>
                  <a:pt x="18117" y="15076"/>
                  <a:pt x="18117" y="15168"/>
                </a:cubicBezTo>
                <a:lnTo>
                  <a:pt x="18056" y="15198"/>
                </a:lnTo>
                <a:cubicBezTo>
                  <a:pt x="17995" y="15228"/>
                  <a:pt x="17904" y="15259"/>
                  <a:pt x="17813" y="15259"/>
                </a:cubicBezTo>
                <a:lnTo>
                  <a:pt x="17752" y="15259"/>
                </a:lnTo>
                <a:cubicBezTo>
                  <a:pt x="17727" y="15209"/>
                  <a:pt x="17662" y="15160"/>
                  <a:pt x="17622" y="15160"/>
                </a:cubicBezTo>
                <a:cubicBezTo>
                  <a:pt x="17613" y="15160"/>
                  <a:pt x="17605" y="15162"/>
                  <a:pt x="17600" y="15168"/>
                </a:cubicBezTo>
                <a:lnTo>
                  <a:pt x="17569" y="15198"/>
                </a:lnTo>
                <a:lnTo>
                  <a:pt x="17539" y="15228"/>
                </a:lnTo>
                <a:lnTo>
                  <a:pt x="17387" y="15228"/>
                </a:lnTo>
                <a:lnTo>
                  <a:pt x="17357" y="15168"/>
                </a:lnTo>
                <a:lnTo>
                  <a:pt x="17296" y="15107"/>
                </a:lnTo>
                <a:cubicBezTo>
                  <a:pt x="17265" y="14985"/>
                  <a:pt x="17296" y="14864"/>
                  <a:pt x="17417" y="14833"/>
                </a:cubicBezTo>
                <a:cubicBezTo>
                  <a:pt x="17448" y="14833"/>
                  <a:pt x="17478" y="14833"/>
                  <a:pt x="17509" y="14803"/>
                </a:cubicBezTo>
                <a:cubicBezTo>
                  <a:pt x="17417" y="14772"/>
                  <a:pt x="17357" y="14772"/>
                  <a:pt x="17265" y="14772"/>
                </a:cubicBezTo>
                <a:cubicBezTo>
                  <a:pt x="17205" y="14772"/>
                  <a:pt x="17113" y="14864"/>
                  <a:pt x="17053" y="14955"/>
                </a:cubicBezTo>
                <a:lnTo>
                  <a:pt x="16992" y="15046"/>
                </a:lnTo>
                <a:cubicBezTo>
                  <a:pt x="16992" y="15107"/>
                  <a:pt x="16962" y="15168"/>
                  <a:pt x="16901" y="15168"/>
                </a:cubicBezTo>
                <a:cubicBezTo>
                  <a:pt x="16840" y="15228"/>
                  <a:pt x="16749" y="15259"/>
                  <a:pt x="16658" y="15259"/>
                </a:cubicBezTo>
                <a:cubicBezTo>
                  <a:pt x="16627" y="15259"/>
                  <a:pt x="16597" y="15228"/>
                  <a:pt x="16597" y="15198"/>
                </a:cubicBezTo>
                <a:cubicBezTo>
                  <a:pt x="16566" y="15198"/>
                  <a:pt x="16597" y="15137"/>
                  <a:pt x="16597" y="15137"/>
                </a:cubicBezTo>
                <a:lnTo>
                  <a:pt x="16688" y="15076"/>
                </a:lnTo>
                <a:cubicBezTo>
                  <a:pt x="16840" y="15016"/>
                  <a:pt x="16779" y="14894"/>
                  <a:pt x="16566" y="14833"/>
                </a:cubicBezTo>
                <a:lnTo>
                  <a:pt x="16384" y="14772"/>
                </a:lnTo>
                <a:cubicBezTo>
                  <a:pt x="16372" y="14772"/>
                  <a:pt x="16350" y="14768"/>
                  <a:pt x="16332" y="14768"/>
                </a:cubicBezTo>
                <a:cubicBezTo>
                  <a:pt x="16305" y="14768"/>
                  <a:pt x="16287" y="14779"/>
                  <a:pt x="16323" y="14833"/>
                </a:cubicBezTo>
                <a:lnTo>
                  <a:pt x="16323" y="14864"/>
                </a:lnTo>
                <a:cubicBezTo>
                  <a:pt x="16354" y="14894"/>
                  <a:pt x="16171" y="14924"/>
                  <a:pt x="15958" y="14924"/>
                </a:cubicBezTo>
                <a:lnTo>
                  <a:pt x="15867" y="14742"/>
                </a:lnTo>
                <a:lnTo>
                  <a:pt x="15867" y="14738"/>
                </a:lnTo>
                <a:lnTo>
                  <a:pt x="15867" y="14738"/>
                </a:lnTo>
                <a:cubicBezTo>
                  <a:pt x="15938" y="14724"/>
                  <a:pt x="16009" y="14705"/>
                  <a:pt x="16080" y="14681"/>
                </a:cubicBezTo>
                <a:lnTo>
                  <a:pt x="16262" y="14590"/>
                </a:lnTo>
                <a:cubicBezTo>
                  <a:pt x="16278" y="14575"/>
                  <a:pt x="16293" y="14567"/>
                  <a:pt x="16308" y="14567"/>
                </a:cubicBezTo>
                <a:cubicBezTo>
                  <a:pt x="16323" y="14567"/>
                  <a:pt x="16338" y="14575"/>
                  <a:pt x="16354" y="14590"/>
                </a:cubicBezTo>
                <a:lnTo>
                  <a:pt x="16475" y="14681"/>
                </a:lnTo>
                <a:lnTo>
                  <a:pt x="16962" y="14529"/>
                </a:lnTo>
                <a:lnTo>
                  <a:pt x="17083" y="14620"/>
                </a:lnTo>
                <a:cubicBezTo>
                  <a:pt x="17154" y="14651"/>
                  <a:pt x="17222" y="14661"/>
                  <a:pt x="17287" y="14661"/>
                </a:cubicBezTo>
                <a:cubicBezTo>
                  <a:pt x="17417" y="14661"/>
                  <a:pt x="17539" y="14620"/>
                  <a:pt x="17661" y="14620"/>
                </a:cubicBezTo>
                <a:lnTo>
                  <a:pt x="17873" y="14620"/>
                </a:lnTo>
                <a:cubicBezTo>
                  <a:pt x="17879" y="14638"/>
                  <a:pt x="17889" y="14645"/>
                  <a:pt x="17903" y="14645"/>
                </a:cubicBezTo>
                <a:cubicBezTo>
                  <a:pt x="17958" y="14645"/>
                  <a:pt x="18067" y="14512"/>
                  <a:pt x="18117" y="14438"/>
                </a:cubicBezTo>
                <a:cubicBezTo>
                  <a:pt x="18147" y="14347"/>
                  <a:pt x="18238" y="14225"/>
                  <a:pt x="18269" y="14225"/>
                </a:cubicBezTo>
                <a:close/>
                <a:moveTo>
                  <a:pt x="15803" y="14750"/>
                </a:moveTo>
                <a:cubicBezTo>
                  <a:pt x="15770" y="14804"/>
                  <a:pt x="15746" y="14898"/>
                  <a:pt x="15746" y="14955"/>
                </a:cubicBezTo>
                <a:cubicBezTo>
                  <a:pt x="15746" y="15016"/>
                  <a:pt x="15928" y="15046"/>
                  <a:pt x="15958" y="15046"/>
                </a:cubicBezTo>
                <a:cubicBezTo>
                  <a:pt x="16019" y="15046"/>
                  <a:pt x="16050" y="15107"/>
                  <a:pt x="16080" y="15198"/>
                </a:cubicBezTo>
                <a:lnTo>
                  <a:pt x="16050" y="15228"/>
                </a:lnTo>
                <a:lnTo>
                  <a:pt x="15958" y="15320"/>
                </a:lnTo>
                <a:cubicBezTo>
                  <a:pt x="15853" y="15337"/>
                  <a:pt x="15778" y="15355"/>
                  <a:pt x="15734" y="15355"/>
                </a:cubicBezTo>
                <a:cubicBezTo>
                  <a:pt x="15701" y="15355"/>
                  <a:pt x="15685" y="15345"/>
                  <a:pt x="15685" y="15320"/>
                </a:cubicBezTo>
                <a:lnTo>
                  <a:pt x="15654" y="15259"/>
                </a:lnTo>
                <a:cubicBezTo>
                  <a:pt x="15624" y="15228"/>
                  <a:pt x="15563" y="15168"/>
                  <a:pt x="15533" y="15168"/>
                </a:cubicBezTo>
                <a:cubicBezTo>
                  <a:pt x="15411" y="15198"/>
                  <a:pt x="15442" y="15259"/>
                  <a:pt x="15503" y="15320"/>
                </a:cubicBezTo>
                <a:lnTo>
                  <a:pt x="15503" y="15350"/>
                </a:lnTo>
                <a:cubicBezTo>
                  <a:pt x="15520" y="15368"/>
                  <a:pt x="15497" y="15385"/>
                  <a:pt x="15445" y="15385"/>
                </a:cubicBezTo>
                <a:cubicBezTo>
                  <a:pt x="15407" y="15385"/>
                  <a:pt x="15354" y="15376"/>
                  <a:pt x="15290" y="15350"/>
                </a:cubicBezTo>
                <a:lnTo>
                  <a:pt x="15199" y="15320"/>
                </a:lnTo>
                <a:cubicBezTo>
                  <a:pt x="15168" y="15320"/>
                  <a:pt x="15138" y="15259"/>
                  <a:pt x="15138" y="15259"/>
                </a:cubicBezTo>
                <a:cubicBezTo>
                  <a:pt x="15168" y="15168"/>
                  <a:pt x="15229" y="15046"/>
                  <a:pt x="15229" y="15046"/>
                </a:cubicBezTo>
                <a:cubicBezTo>
                  <a:pt x="15229" y="15016"/>
                  <a:pt x="15199" y="14985"/>
                  <a:pt x="15168" y="14985"/>
                </a:cubicBezTo>
                <a:lnTo>
                  <a:pt x="15077" y="14985"/>
                </a:lnTo>
                <a:lnTo>
                  <a:pt x="15047" y="15016"/>
                </a:lnTo>
                <a:cubicBezTo>
                  <a:pt x="15047" y="15046"/>
                  <a:pt x="15077" y="15289"/>
                  <a:pt x="15016" y="15350"/>
                </a:cubicBezTo>
                <a:cubicBezTo>
                  <a:pt x="14925" y="15411"/>
                  <a:pt x="14834" y="15441"/>
                  <a:pt x="14743" y="15472"/>
                </a:cubicBezTo>
                <a:cubicBezTo>
                  <a:pt x="14682" y="15472"/>
                  <a:pt x="14621" y="15289"/>
                  <a:pt x="14621" y="15228"/>
                </a:cubicBezTo>
                <a:cubicBezTo>
                  <a:pt x="14621" y="15168"/>
                  <a:pt x="14651" y="15107"/>
                  <a:pt x="14712" y="15076"/>
                </a:cubicBezTo>
                <a:lnTo>
                  <a:pt x="14834" y="15076"/>
                </a:lnTo>
                <a:cubicBezTo>
                  <a:pt x="14875" y="15035"/>
                  <a:pt x="14889" y="14936"/>
                  <a:pt x="14873" y="14888"/>
                </a:cubicBezTo>
                <a:lnTo>
                  <a:pt x="14873" y="14888"/>
                </a:lnTo>
                <a:cubicBezTo>
                  <a:pt x="15031" y="14875"/>
                  <a:pt x="15184" y="14841"/>
                  <a:pt x="15320" y="14772"/>
                </a:cubicBezTo>
                <a:cubicBezTo>
                  <a:pt x="15330" y="14762"/>
                  <a:pt x="15340" y="14759"/>
                  <a:pt x="15352" y="14759"/>
                </a:cubicBezTo>
                <a:cubicBezTo>
                  <a:pt x="15374" y="14759"/>
                  <a:pt x="15401" y="14772"/>
                  <a:pt x="15442" y="14772"/>
                </a:cubicBezTo>
                <a:lnTo>
                  <a:pt x="15533" y="14772"/>
                </a:lnTo>
                <a:cubicBezTo>
                  <a:pt x="15623" y="14772"/>
                  <a:pt x="15713" y="14765"/>
                  <a:pt x="15803" y="14750"/>
                </a:cubicBezTo>
                <a:close/>
                <a:moveTo>
                  <a:pt x="11521" y="15380"/>
                </a:moveTo>
                <a:cubicBezTo>
                  <a:pt x="11612" y="15441"/>
                  <a:pt x="11551" y="15502"/>
                  <a:pt x="11521" y="15532"/>
                </a:cubicBezTo>
                <a:cubicBezTo>
                  <a:pt x="11457" y="15532"/>
                  <a:pt x="11394" y="15538"/>
                  <a:pt x="11330" y="15544"/>
                </a:cubicBezTo>
                <a:lnTo>
                  <a:pt x="11330" y="15544"/>
                </a:lnTo>
                <a:lnTo>
                  <a:pt x="11521" y="15380"/>
                </a:lnTo>
                <a:close/>
                <a:moveTo>
                  <a:pt x="26840" y="15137"/>
                </a:moveTo>
                <a:cubicBezTo>
                  <a:pt x="26901" y="15137"/>
                  <a:pt x="26992" y="15198"/>
                  <a:pt x="27083" y="15198"/>
                </a:cubicBezTo>
                <a:cubicBezTo>
                  <a:pt x="27326" y="15228"/>
                  <a:pt x="27114" y="15320"/>
                  <a:pt x="27144" y="15350"/>
                </a:cubicBezTo>
                <a:lnTo>
                  <a:pt x="27174" y="15411"/>
                </a:lnTo>
                <a:cubicBezTo>
                  <a:pt x="27209" y="15434"/>
                  <a:pt x="27200" y="15444"/>
                  <a:pt x="27173" y="15444"/>
                </a:cubicBezTo>
                <a:cubicBezTo>
                  <a:pt x="27130" y="15444"/>
                  <a:pt x="27041" y="15418"/>
                  <a:pt x="27022" y="15380"/>
                </a:cubicBezTo>
                <a:cubicBezTo>
                  <a:pt x="27007" y="15350"/>
                  <a:pt x="26984" y="15335"/>
                  <a:pt x="26962" y="15335"/>
                </a:cubicBezTo>
                <a:cubicBezTo>
                  <a:pt x="26939" y="15335"/>
                  <a:pt x="26916" y="15350"/>
                  <a:pt x="26901" y="15380"/>
                </a:cubicBezTo>
                <a:cubicBezTo>
                  <a:pt x="26840" y="15472"/>
                  <a:pt x="26779" y="15563"/>
                  <a:pt x="26719" y="15624"/>
                </a:cubicBezTo>
                <a:lnTo>
                  <a:pt x="26688" y="15624"/>
                </a:lnTo>
                <a:cubicBezTo>
                  <a:pt x="26627" y="15593"/>
                  <a:pt x="26627" y="15563"/>
                  <a:pt x="26627" y="15532"/>
                </a:cubicBezTo>
                <a:lnTo>
                  <a:pt x="26627" y="15472"/>
                </a:lnTo>
                <a:cubicBezTo>
                  <a:pt x="26688" y="15380"/>
                  <a:pt x="26719" y="15289"/>
                  <a:pt x="26719" y="15198"/>
                </a:cubicBezTo>
                <a:lnTo>
                  <a:pt x="26840" y="15137"/>
                </a:lnTo>
                <a:close/>
                <a:moveTo>
                  <a:pt x="28907" y="14955"/>
                </a:moveTo>
                <a:cubicBezTo>
                  <a:pt x="28968" y="14955"/>
                  <a:pt x="29059" y="14985"/>
                  <a:pt x="29059" y="14985"/>
                </a:cubicBezTo>
                <a:cubicBezTo>
                  <a:pt x="29076" y="15088"/>
                  <a:pt x="29103" y="15123"/>
                  <a:pt x="29151" y="15123"/>
                </a:cubicBezTo>
                <a:cubicBezTo>
                  <a:pt x="29187" y="15123"/>
                  <a:pt x="29236" y="15103"/>
                  <a:pt x="29302" y="15076"/>
                </a:cubicBezTo>
                <a:lnTo>
                  <a:pt x="29333" y="15046"/>
                </a:lnTo>
                <a:cubicBezTo>
                  <a:pt x="29393" y="15046"/>
                  <a:pt x="29454" y="15107"/>
                  <a:pt x="29454" y="15137"/>
                </a:cubicBezTo>
                <a:cubicBezTo>
                  <a:pt x="29454" y="15198"/>
                  <a:pt x="29424" y="15259"/>
                  <a:pt x="29424" y="15320"/>
                </a:cubicBezTo>
                <a:lnTo>
                  <a:pt x="29606" y="15289"/>
                </a:lnTo>
                <a:cubicBezTo>
                  <a:pt x="29667" y="15289"/>
                  <a:pt x="29728" y="15289"/>
                  <a:pt x="29788" y="15320"/>
                </a:cubicBezTo>
                <a:lnTo>
                  <a:pt x="29849" y="15380"/>
                </a:lnTo>
                <a:cubicBezTo>
                  <a:pt x="29849" y="15441"/>
                  <a:pt x="29880" y="15532"/>
                  <a:pt x="29880" y="15624"/>
                </a:cubicBezTo>
                <a:cubicBezTo>
                  <a:pt x="29849" y="15654"/>
                  <a:pt x="29788" y="15654"/>
                  <a:pt x="29697" y="15654"/>
                </a:cubicBezTo>
                <a:lnTo>
                  <a:pt x="29667" y="15563"/>
                </a:lnTo>
                <a:cubicBezTo>
                  <a:pt x="29637" y="15532"/>
                  <a:pt x="29606" y="15502"/>
                  <a:pt x="29576" y="15472"/>
                </a:cubicBezTo>
                <a:lnTo>
                  <a:pt x="29515" y="15472"/>
                </a:lnTo>
                <a:cubicBezTo>
                  <a:pt x="29454" y="15472"/>
                  <a:pt x="29393" y="15532"/>
                  <a:pt x="29393" y="15593"/>
                </a:cubicBezTo>
                <a:lnTo>
                  <a:pt x="29454" y="15624"/>
                </a:lnTo>
                <a:lnTo>
                  <a:pt x="29454" y="15654"/>
                </a:lnTo>
                <a:cubicBezTo>
                  <a:pt x="29515" y="15654"/>
                  <a:pt x="29576" y="15715"/>
                  <a:pt x="29545" y="15775"/>
                </a:cubicBezTo>
                <a:lnTo>
                  <a:pt x="29393" y="15775"/>
                </a:lnTo>
                <a:cubicBezTo>
                  <a:pt x="29378" y="15779"/>
                  <a:pt x="29362" y="15780"/>
                  <a:pt x="29346" y="15780"/>
                </a:cubicBezTo>
                <a:cubicBezTo>
                  <a:pt x="29212" y="15780"/>
                  <a:pt x="29089" y="15665"/>
                  <a:pt x="29089" y="15502"/>
                </a:cubicBezTo>
                <a:cubicBezTo>
                  <a:pt x="29089" y="15380"/>
                  <a:pt x="28846" y="15016"/>
                  <a:pt x="28907" y="14955"/>
                </a:cubicBezTo>
                <a:close/>
                <a:moveTo>
                  <a:pt x="19399" y="15615"/>
                </a:moveTo>
                <a:cubicBezTo>
                  <a:pt x="19415" y="15615"/>
                  <a:pt x="19460" y="15660"/>
                  <a:pt x="19484" y="15684"/>
                </a:cubicBezTo>
                <a:lnTo>
                  <a:pt x="19545" y="15745"/>
                </a:lnTo>
                <a:cubicBezTo>
                  <a:pt x="19636" y="15867"/>
                  <a:pt x="19667" y="15958"/>
                  <a:pt x="19667" y="15988"/>
                </a:cubicBezTo>
                <a:cubicBezTo>
                  <a:pt x="19636" y="15988"/>
                  <a:pt x="19393" y="15867"/>
                  <a:pt x="19272" y="15867"/>
                </a:cubicBezTo>
                <a:lnTo>
                  <a:pt x="19332" y="15867"/>
                </a:lnTo>
                <a:lnTo>
                  <a:pt x="19302" y="15715"/>
                </a:lnTo>
                <a:cubicBezTo>
                  <a:pt x="19272" y="15684"/>
                  <a:pt x="19363" y="15624"/>
                  <a:pt x="19393" y="15624"/>
                </a:cubicBezTo>
                <a:cubicBezTo>
                  <a:pt x="19393" y="15618"/>
                  <a:pt x="19395" y="15615"/>
                  <a:pt x="19399" y="15615"/>
                </a:cubicBezTo>
                <a:close/>
                <a:moveTo>
                  <a:pt x="18329" y="15563"/>
                </a:moveTo>
                <a:lnTo>
                  <a:pt x="18360" y="15593"/>
                </a:lnTo>
                <a:lnTo>
                  <a:pt x="18512" y="15684"/>
                </a:lnTo>
                <a:cubicBezTo>
                  <a:pt x="18420" y="15745"/>
                  <a:pt x="18481" y="15897"/>
                  <a:pt x="18633" y="15958"/>
                </a:cubicBezTo>
                <a:lnTo>
                  <a:pt x="18755" y="15988"/>
                </a:lnTo>
                <a:lnTo>
                  <a:pt x="18755" y="16079"/>
                </a:lnTo>
                <a:cubicBezTo>
                  <a:pt x="18755" y="16110"/>
                  <a:pt x="18724" y="16110"/>
                  <a:pt x="18694" y="16110"/>
                </a:cubicBezTo>
                <a:lnTo>
                  <a:pt x="18512" y="16140"/>
                </a:lnTo>
                <a:cubicBezTo>
                  <a:pt x="18481" y="16155"/>
                  <a:pt x="18451" y="16163"/>
                  <a:pt x="18420" y="16163"/>
                </a:cubicBezTo>
                <a:cubicBezTo>
                  <a:pt x="18390" y="16163"/>
                  <a:pt x="18360" y="16155"/>
                  <a:pt x="18329" y="16140"/>
                </a:cubicBezTo>
                <a:cubicBezTo>
                  <a:pt x="18284" y="16125"/>
                  <a:pt x="18231" y="16117"/>
                  <a:pt x="18174" y="16117"/>
                </a:cubicBezTo>
                <a:cubicBezTo>
                  <a:pt x="18117" y="16117"/>
                  <a:pt x="18056" y="16125"/>
                  <a:pt x="17995" y="16140"/>
                </a:cubicBezTo>
                <a:cubicBezTo>
                  <a:pt x="17987" y="16157"/>
                  <a:pt x="17979" y="16164"/>
                  <a:pt x="17972" y="16164"/>
                </a:cubicBezTo>
                <a:cubicBezTo>
                  <a:pt x="17955" y="16164"/>
                  <a:pt x="17950" y="16108"/>
                  <a:pt x="17995" y="16019"/>
                </a:cubicBezTo>
                <a:lnTo>
                  <a:pt x="18056" y="16019"/>
                </a:lnTo>
                <a:lnTo>
                  <a:pt x="18269" y="15927"/>
                </a:lnTo>
                <a:cubicBezTo>
                  <a:pt x="18208" y="15836"/>
                  <a:pt x="18177" y="15715"/>
                  <a:pt x="18177" y="15593"/>
                </a:cubicBezTo>
                <a:cubicBezTo>
                  <a:pt x="18177" y="15563"/>
                  <a:pt x="18269" y="15563"/>
                  <a:pt x="18329" y="15563"/>
                </a:cubicBezTo>
                <a:close/>
                <a:moveTo>
                  <a:pt x="12574" y="16093"/>
                </a:moveTo>
                <a:cubicBezTo>
                  <a:pt x="12616" y="16093"/>
                  <a:pt x="12651" y="16098"/>
                  <a:pt x="12676" y="16110"/>
                </a:cubicBezTo>
                <a:cubicBezTo>
                  <a:pt x="12767" y="16140"/>
                  <a:pt x="12615" y="16231"/>
                  <a:pt x="12372" y="16262"/>
                </a:cubicBezTo>
                <a:lnTo>
                  <a:pt x="12159" y="16292"/>
                </a:lnTo>
                <a:lnTo>
                  <a:pt x="12129" y="16292"/>
                </a:lnTo>
                <a:cubicBezTo>
                  <a:pt x="12095" y="16342"/>
                  <a:pt x="12052" y="16365"/>
                  <a:pt x="12016" y="16365"/>
                </a:cubicBezTo>
                <a:cubicBezTo>
                  <a:pt x="11986" y="16365"/>
                  <a:pt x="11960" y="16350"/>
                  <a:pt x="11946" y="16323"/>
                </a:cubicBezTo>
                <a:lnTo>
                  <a:pt x="11885" y="16262"/>
                </a:lnTo>
                <a:lnTo>
                  <a:pt x="11855" y="16231"/>
                </a:lnTo>
                <a:cubicBezTo>
                  <a:pt x="11825" y="16171"/>
                  <a:pt x="11916" y="16171"/>
                  <a:pt x="12037" y="16171"/>
                </a:cubicBezTo>
                <a:cubicBezTo>
                  <a:pt x="12135" y="16171"/>
                  <a:pt x="12407" y="16093"/>
                  <a:pt x="12574" y="16093"/>
                </a:cubicBezTo>
                <a:close/>
                <a:moveTo>
                  <a:pt x="11429" y="16019"/>
                </a:moveTo>
                <a:lnTo>
                  <a:pt x="11278" y="16171"/>
                </a:lnTo>
                <a:cubicBezTo>
                  <a:pt x="11247" y="16201"/>
                  <a:pt x="11247" y="16292"/>
                  <a:pt x="11247" y="16353"/>
                </a:cubicBezTo>
                <a:lnTo>
                  <a:pt x="11247" y="16414"/>
                </a:lnTo>
                <a:cubicBezTo>
                  <a:pt x="11247" y="16449"/>
                  <a:pt x="11122" y="16464"/>
                  <a:pt x="10994" y="16464"/>
                </a:cubicBezTo>
                <a:cubicBezTo>
                  <a:pt x="10903" y="16464"/>
                  <a:pt x="10811" y="16457"/>
                  <a:pt x="10761" y="16444"/>
                </a:cubicBezTo>
                <a:cubicBezTo>
                  <a:pt x="10686" y="16407"/>
                  <a:pt x="10634" y="16381"/>
                  <a:pt x="10619" y="16381"/>
                </a:cubicBezTo>
                <a:cubicBezTo>
                  <a:pt x="10610" y="16381"/>
                  <a:pt x="10616" y="16391"/>
                  <a:pt x="10639" y="16414"/>
                </a:cubicBezTo>
                <a:lnTo>
                  <a:pt x="10700" y="16444"/>
                </a:lnTo>
                <a:lnTo>
                  <a:pt x="10730" y="16475"/>
                </a:lnTo>
                <a:cubicBezTo>
                  <a:pt x="10822" y="16475"/>
                  <a:pt x="10730" y="16566"/>
                  <a:pt x="10487" y="16627"/>
                </a:cubicBezTo>
                <a:lnTo>
                  <a:pt x="10305" y="16687"/>
                </a:lnTo>
                <a:lnTo>
                  <a:pt x="10244" y="16687"/>
                </a:lnTo>
                <a:cubicBezTo>
                  <a:pt x="10183" y="16687"/>
                  <a:pt x="9910" y="16657"/>
                  <a:pt x="9636" y="16657"/>
                </a:cubicBezTo>
                <a:lnTo>
                  <a:pt x="9423" y="16657"/>
                </a:lnTo>
                <a:cubicBezTo>
                  <a:pt x="9302" y="16657"/>
                  <a:pt x="9332" y="16657"/>
                  <a:pt x="9302" y="16718"/>
                </a:cubicBezTo>
                <a:cubicBezTo>
                  <a:pt x="9271" y="16748"/>
                  <a:pt x="9211" y="16779"/>
                  <a:pt x="9180" y="16779"/>
                </a:cubicBezTo>
                <a:lnTo>
                  <a:pt x="8998" y="16748"/>
                </a:lnTo>
                <a:cubicBezTo>
                  <a:pt x="8901" y="16690"/>
                  <a:pt x="8793" y="16669"/>
                  <a:pt x="8711" y="16669"/>
                </a:cubicBezTo>
                <a:cubicBezTo>
                  <a:pt x="8663" y="16669"/>
                  <a:pt x="8625" y="16676"/>
                  <a:pt x="8603" y="16687"/>
                </a:cubicBezTo>
                <a:cubicBezTo>
                  <a:pt x="8572" y="16718"/>
                  <a:pt x="8519" y="16733"/>
                  <a:pt x="8470" y="16733"/>
                </a:cubicBezTo>
                <a:cubicBezTo>
                  <a:pt x="8420" y="16733"/>
                  <a:pt x="8375" y="16718"/>
                  <a:pt x="8360" y="16687"/>
                </a:cubicBezTo>
                <a:cubicBezTo>
                  <a:pt x="8329" y="16627"/>
                  <a:pt x="8268" y="16444"/>
                  <a:pt x="8360" y="16444"/>
                </a:cubicBezTo>
                <a:cubicBezTo>
                  <a:pt x="8420" y="16444"/>
                  <a:pt x="8481" y="16414"/>
                  <a:pt x="8512" y="16353"/>
                </a:cubicBezTo>
                <a:cubicBezTo>
                  <a:pt x="8512" y="16323"/>
                  <a:pt x="8572" y="16323"/>
                  <a:pt x="8663" y="16323"/>
                </a:cubicBezTo>
                <a:lnTo>
                  <a:pt x="8694" y="16353"/>
                </a:lnTo>
                <a:cubicBezTo>
                  <a:pt x="8755" y="16383"/>
                  <a:pt x="8846" y="16444"/>
                  <a:pt x="8907" y="16505"/>
                </a:cubicBezTo>
                <a:cubicBezTo>
                  <a:pt x="8952" y="16566"/>
                  <a:pt x="8967" y="16596"/>
                  <a:pt x="8986" y="16596"/>
                </a:cubicBezTo>
                <a:cubicBezTo>
                  <a:pt x="9005" y="16596"/>
                  <a:pt x="9028" y="16566"/>
                  <a:pt x="9089" y="16505"/>
                </a:cubicBezTo>
                <a:lnTo>
                  <a:pt x="9180" y="16444"/>
                </a:lnTo>
                <a:cubicBezTo>
                  <a:pt x="9264" y="16388"/>
                  <a:pt x="9530" y="16228"/>
                  <a:pt x="9666" y="16228"/>
                </a:cubicBezTo>
                <a:cubicBezTo>
                  <a:pt x="9677" y="16228"/>
                  <a:pt x="9688" y="16229"/>
                  <a:pt x="9697" y="16231"/>
                </a:cubicBezTo>
                <a:cubicBezTo>
                  <a:pt x="9819" y="16292"/>
                  <a:pt x="9970" y="16353"/>
                  <a:pt x="10092" y="16353"/>
                </a:cubicBezTo>
                <a:cubicBezTo>
                  <a:pt x="10214" y="16323"/>
                  <a:pt x="10305" y="16292"/>
                  <a:pt x="10426" y="16292"/>
                </a:cubicBezTo>
                <a:cubicBezTo>
                  <a:pt x="10487" y="16292"/>
                  <a:pt x="10548" y="16201"/>
                  <a:pt x="10578" y="16110"/>
                </a:cubicBezTo>
                <a:lnTo>
                  <a:pt x="10700" y="16140"/>
                </a:lnTo>
                <a:lnTo>
                  <a:pt x="11034" y="16231"/>
                </a:lnTo>
                <a:cubicBezTo>
                  <a:pt x="11095" y="16079"/>
                  <a:pt x="11278" y="16019"/>
                  <a:pt x="11429" y="16019"/>
                </a:cubicBezTo>
                <a:close/>
                <a:moveTo>
                  <a:pt x="16566" y="16505"/>
                </a:moveTo>
                <a:cubicBezTo>
                  <a:pt x="16658" y="16535"/>
                  <a:pt x="16658" y="16596"/>
                  <a:pt x="16536" y="16657"/>
                </a:cubicBezTo>
                <a:lnTo>
                  <a:pt x="16506" y="16657"/>
                </a:lnTo>
                <a:cubicBezTo>
                  <a:pt x="16481" y="16649"/>
                  <a:pt x="16457" y="16645"/>
                  <a:pt x="16432" y="16645"/>
                </a:cubicBezTo>
                <a:cubicBezTo>
                  <a:pt x="16366" y="16645"/>
                  <a:pt x="16299" y="16673"/>
                  <a:pt x="16232" y="16718"/>
                </a:cubicBezTo>
                <a:lnTo>
                  <a:pt x="16110" y="16839"/>
                </a:lnTo>
                <a:cubicBezTo>
                  <a:pt x="16050" y="16718"/>
                  <a:pt x="16019" y="16627"/>
                  <a:pt x="16050" y="16627"/>
                </a:cubicBezTo>
                <a:cubicBezTo>
                  <a:pt x="16202" y="16566"/>
                  <a:pt x="16384" y="16535"/>
                  <a:pt x="16566" y="16505"/>
                </a:cubicBezTo>
                <a:close/>
                <a:moveTo>
                  <a:pt x="13284" y="16475"/>
                </a:moveTo>
                <a:lnTo>
                  <a:pt x="13344" y="16566"/>
                </a:lnTo>
                <a:cubicBezTo>
                  <a:pt x="13375" y="16687"/>
                  <a:pt x="13253" y="16809"/>
                  <a:pt x="13071" y="16839"/>
                </a:cubicBezTo>
                <a:lnTo>
                  <a:pt x="12919" y="16870"/>
                </a:lnTo>
                <a:cubicBezTo>
                  <a:pt x="12888" y="16870"/>
                  <a:pt x="12858" y="16839"/>
                  <a:pt x="12828" y="16809"/>
                </a:cubicBezTo>
                <a:cubicBezTo>
                  <a:pt x="12828" y="16779"/>
                  <a:pt x="12858" y="16718"/>
                  <a:pt x="12888" y="16718"/>
                </a:cubicBezTo>
                <a:cubicBezTo>
                  <a:pt x="12980" y="16687"/>
                  <a:pt x="13101" y="16657"/>
                  <a:pt x="13162" y="16657"/>
                </a:cubicBezTo>
                <a:cubicBezTo>
                  <a:pt x="13192" y="16627"/>
                  <a:pt x="13223" y="16566"/>
                  <a:pt x="13162" y="16535"/>
                </a:cubicBezTo>
                <a:cubicBezTo>
                  <a:pt x="13162" y="16505"/>
                  <a:pt x="13223" y="16475"/>
                  <a:pt x="13284" y="16475"/>
                </a:cubicBezTo>
                <a:close/>
                <a:moveTo>
                  <a:pt x="13832" y="16480"/>
                </a:moveTo>
                <a:cubicBezTo>
                  <a:pt x="13881" y="16480"/>
                  <a:pt x="13932" y="16497"/>
                  <a:pt x="13983" y="16535"/>
                </a:cubicBezTo>
                <a:cubicBezTo>
                  <a:pt x="14044" y="16596"/>
                  <a:pt x="14104" y="16657"/>
                  <a:pt x="14135" y="16748"/>
                </a:cubicBezTo>
                <a:lnTo>
                  <a:pt x="14135" y="16809"/>
                </a:lnTo>
                <a:cubicBezTo>
                  <a:pt x="14135" y="16839"/>
                  <a:pt x="14044" y="16870"/>
                  <a:pt x="14013" y="16870"/>
                </a:cubicBezTo>
                <a:cubicBezTo>
                  <a:pt x="13861" y="16870"/>
                  <a:pt x="13831" y="16809"/>
                  <a:pt x="13831" y="16718"/>
                </a:cubicBezTo>
                <a:cubicBezTo>
                  <a:pt x="13800" y="16718"/>
                  <a:pt x="13740" y="16718"/>
                  <a:pt x="13709" y="16748"/>
                </a:cubicBezTo>
                <a:cubicBezTo>
                  <a:pt x="13705" y="16752"/>
                  <a:pt x="13700" y="16754"/>
                  <a:pt x="13693" y="16754"/>
                </a:cubicBezTo>
                <a:cubicBezTo>
                  <a:pt x="13650" y="16754"/>
                  <a:pt x="13569" y="16671"/>
                  <a:pt x="13648" y="16566"/>
                </a:cubicBezTo>
                <a:cubicBezTo>
                  <a:pt x="13701" y="16513"/>
                  <a:pt x="13765" y="16480"/>
                  <a:pt x="13832" y="16480"/>
                </a:cubicBezTo>
                <a:close/>
                <a:moveTo>
                  <a:pt x="8025" y="16475"/>
                </a:moveTo>
                <a:cubicBezTo>
                  <a:pt x="8086" y="16475"/>
                  <a:pt x="8147" y="16535"/>
                  <a:pt x="8177" y="16596"/>
                </a:cubicBezTo>
                <a:lnTo>
                  <a:pt x="8147" y="16596"/>
                </a:lnTo>
                <a:cubicBezTo>
                  <a:pt x="7995" y="16657"/>
                  <a:pt x="8025" y="16900"/>
                  <a:pt x="7782" y="16900"/>
                </a:cubicBezTo>
                <a:cubicBezTo>
                  <a:pt x="7773" y="16909"/>
                  <a:pt x="7759" y="16913"/>
                  <a:pt x="7742" y="16913"/>
                </a:cubicBezTo>
                <a:cubicBezTo>
                  <a:pt x="7701" y="16913"/>
                  <a:pt x="7643" y="16891"/>
                  <a:pt x="7600" y="16870"/>
                </a:cubicBezTo>
                <a:lnTo>
                  <a:pt x="7569" y="16809"/>
                </a:lnTo>
                <a:cubicBezTo>
                  <a:pt x="7539" y="16779"/>
                  <a:pt x="7630" y="16718"/>
                  <a:pt x="7630" y="16718"/>
                </a:cubicBezTo>
                <a:cubicBezTo>
                  <a:pt x="7656" y="16725"/>
                  <a:pt x="7679" y="16729"/>
                  <a:pt x="7699" y="16729"/>
                </a:cubicBezTo>
                <a:cubicBezTo>
                  <a:pt x="7845" y="16729"/>
                  <a:pt x="7858" y="16558"/>
                  <a:pt x="7964" y="16505"/>
                </a:cubicBezTo>
                <a:lnTo>
                  <a:pt x="8025" y="16475"/>
                </a:lnTo>
                <a:close/>
                <a:moveTo>
                  <a:pt x="15872" y="16515"/>
                </a:moveTo>
                <a:cubicBezTo>
                  <a:pt x="15907" y="16515"/>
                  <a:pt x="15928" y="16530"/>
                  <a:pt x="15928" y="16566"/>
                </a:cubicBezTo>
                <a:lnTo>
                  <a:pt x="15898" y="16566"/>
                </a:lnTo>
                <a:cubicBezTo>
                  <a:pt x="15746" y="16627"/>
                  <a:pt x="15654" y="16748"/>
                  <a:pt x="15563" y="16870"/>
                </a:cubicBezTo>
                <a:lnTo>
                  <a:pt x="15563" y="16931"/>
                </a:lnTo>
                <a:cubicBezTo>
                  <a:pt x="15542" y="16938"/>
                  <a:pt x="15520" y="16941"/>
                  <a:pt x="15500" y="16941"/>
                </a:cubicBezTo>
                <a:cubicBezTo>
                  <a:pt x="15434" y="16941"/>
                  <a:pt x="15381" y="16902"/>
                  <a:pt x="15381" y="16809"/>
                </a:cubicBezTo>
                <a:cubicBezTo>
                  <a:pt x="15381" y="16724"/>
                  <a:pt x="15461" y="16532"/>
                  <a:pt x="15570" y="16532"/>
                </a:cubicBezTo>
                <a:cubicBezTo>
                  <a:pt x="15578" y="16532"/>
                  <a:pt x="15586" y="16533"/>
                  <a:pt x="15594" y="16535"/>
                </a:cubicBezTo>
                <a:lnTo>
                  <a:pt x="15776" y="16535"/>
                </a:lnTo>
                <a:cubicBezTo>
                  <a:pt x="15814" y="16523"/>
                  <a:pt x="15846" y="16515"/>
                  <a:pt x="15872" y="16515"/>
                </a:cubicBezTo>
                <a:close/>
                <a:moveTo>
                  <a:pt x="12300" y="16615"/>
                </a:moveTo>
                <a:cubicBezTo>
                  <a:pt x="12353" y="16615"/>
                  <a:pt x="12410" y="16649"/>
                  <a:pt x="12433" y="16718"/>
                </a:cubicBezTo>
                <a:cubicBezTo>
                  <a:pt x="12460" y="16772"/>
                  <a:pt x="12246" y="17067"/>
                  <a:pt x="12177" y="17067"/>
                </a:cubicBezTo>
                <a:cubicBezTo>
                  <a:pt x="12169" y="17067"/>
                  <a:pt x="12162" y="17062"/>
                  <a:pt x="12159" y="17052"/>
                </a:cubicBezTo>
                <a:cubicBezTo>
                  <a:pt x="12129" y="16900"/>
                  <a:pt x="12159" y="16748"/>
                  <a:pt x="12250" y="16627"/>
                </a:cubicBezTo>
                <a:cubicBezTo>
                  <a:pt x="12265" y="16619"/>
                  <a:pt x="12282" y="16615"/>
                  <a:pt x="12300" y="16615"/>
                </a:cubicBezTo>
                <a:close/>
                <a:moveTo>
                  <a:pt x="3901" y="16918"/>
                </a:moveTo>
                <a:cubicBezTo>
                  <a:pt x="3922" y="16918"/>
                  <a:pt x="3939" y="16922"/>
                  <a:pt x="3952" y="16931"/>
                </a:cubicBezTo>
                <a:cubicBezTo>
                  <a:pt x="4043" y="16961"/>
                  <a:pt x="4043" y="17022"/>
                  <a:pt x="3952" y="17022"/>
                </a:cubicBezTo>
                <a:lnTo>
                  <a:pt x="3891" y="17052"/>
                </a:lnTo>
                <a:cubicBezTo>
                  <a:pt x="3739" y="17052"/>
                  <a:pt x="3770" y="17083"/>
                  <a:pt x="3831" y="17174"/>
                </a:cubicBezTo>
                <a:cubicBezTo>
                  <a:pt x="3861" y="17174"/>
                  <a:pt x="3739" y="17295"/>
                  <a:pt x="3709" y="17295"/>
                </a:cubicBezTo>
                <a:cubicBezTo>
                  <a:pt x="3557" y="17265"/>
                  <a:pt x="3405" y="17234"/>
                  <a:pt x="3253" y="17174"/>
                </a:cubicBezTo>
                <a:cubicBezTo>
                  <a:pt x="3253" y="17174"/>
                  <a:pt x="3253" y="17143"/>
                  <a:pt x="3253" y="17113"/>
                </a:cubicBezTo>
                <a:cubicBezTo>
                  <a:pt x="3283" y="17083"/>
                  <a:pt x="3344" y="17052"/>
                  <a:pt x="3375" y="17052"/>
                </a:cubicBezTo>
                <a:lnTo>
                  <a:pt x="3466" y="17052"/>
                </a:lnTo>
                <a:cubicBezTo>
                  <a:pt x="3544" y="17052"/>
                  <a:pt x="3778" y="16918"/>
                  <a:pt x="3901" y="16918"/>
                </a:cubicBezTo>
                <a:close/>
                <a:moveTo>
                  <a:pt x="6203" y="16584"/>
                </a:moveTo>
                <a:cubicBezTo>
                  <a:pt x="6213" y="16584"/>
                  <a:pt x="6224" y="16588"/>
                  <a:pt x="6232" y="16596"/>
                </a:cubicBezTo>
                <a:lnTo>
                  <a:pt x="6293" y="16627"/>
                </a:lnTo>
                <a:lnTo>
                  <a:pt x="6323" y="16657"/>
                </a:lnTo>
                <a:cubicBezTo>
                  <a:pt x="6384" y="16718"/>
                  <a:pt x="6262" y="16809"/>
                  <a:pt x="6201" y="16809"/>
                </a:cubicBezTo>
                <a:cubicBezTo>
                  <a:pt x="6141" y="16809"/>
                  <a:pt x="5867" y="16961"/>
                  <a:pt x="5897" y="17052"/>
                </a:cubicBezTo>
                <a:cubicBezTo>
                  <a:pt x="5906" y="17069"/>
                  <a:pt x="5912" y="17086"/>
                  <a:pt x="5916" y="17100"/>
                </a:cubicBezTo>
                <a:lnTo>
                  <a:pt x="5916" y="17100"/>
                </a:lnTo>
                <a:cubicBezTo>
                  <a:pt x="5881" y="17077"/>
                  <a:pt x="5768" y="17043"/>
                  <a:pt x="5677" y="17043"/>
                </a:cubicBezTo>
                <a:cubicBezTo>
                  <a:pt x="5626" y="17043"/>
                  <a:pt x="5582" y="17054"/>
                  <a:pt x="5563" y="17083"/>
                </a:cubicBezTo>
                <a:cubicBezTo>
                  <a:pt x="5442" y="17174"/>
                  <a:pt x="5320" y="17234"/>
                  <a:pt x="5168" y="17295"/>
                </a:cubicBezTo>
                <a:cubicBezTo>
                  <a:pt x="5077" y="17295"/>
                  <a:pt x="4986" y="17022"/>
                  <a:pt x="4986" y="16900"/>
                </a:cubicBezTo>
                <a:cubicBezTo>
                  <a:pt x="4986" y="16832"/>
                  <a:pt x="5174" y="16746"/>
                  <a:pt x="5293" y="16746"/>
                </a:cubicBezTo>
                <a:cubicBezTo>
                  <a:pt x="5333" y="16746"/>
                  <a:pt x="5366" y="16756"/>
                  <a:pt x="5381" y="16779"/>
                </a:cubicBezTo>
                <a:cubicBezTo>
                  <a:pt x="5390" y="16806"/>
                  <a:pt x="5422" y="16817"/>
                  <a:pt x="5460" y="16817"/>
                </a:cubicBezTo>
                <a:cubicBezTo>
                  <a:pt x="5549" y="16817"/>
                  <a:pt x="5675" y="16760"/>
                  <a:pt x="5654" y="16718"/>
                </a:cubicBezTo>
                <a:cubicBezTo>
                  <a:pt x="5636" y="16680"/>
                  <a:pt x="5652" y="16654"/>
                  <a:pt x="5695" y="16654"/>
                </a:cubicBezTo>
                <a:cubicBezTo>
                  <a:pt x="5722" y="16654"/>
                  <a:pt x="5760" y="16664"/>
                  <a:pt x="5806" y="16687"/>
                </a:cubicBezTo>
                <a:lnTo>
                  <a:pt x="5928" y="16687"/>
                </a:lnTo>
                <a:cubicBezTo>
                  <a:pt x="5989" y="16687"/>
                  <a:pt x="6049" y="16687"/>
                  <a:pt x="6110" y="16657"/>
                </a:cubicBezTo>
                <a:lnTo>
                  <a:pt x="6141" y="16657"/>
                </a:lnTo>
                <a:cubicBezTo>
                  <a:pt x="6141" y="16612"/>
                  <a:pt x="6173" y="16584"/>
                  <a:pt x="6203" y="16584"/>
                </a:cubicBezTo>
                <a:close/>
                <a:moveTo>
                  <a:pt x="86081" y="0"/>
                </a:moveTo>
                <a:lnTo>
                  <a:pt x="85473" y="122"/>
                </a:lnTo>
                <a:lnTo>
                  <a:pt x="85261" y="152"/>
                </a:lnTo>
                <a:lnTo>
                  <a:pt x="85078" y="183"/>
                </a:lnTo>
                <a:cubicBezTo>
                  <a:pt x="84957" y="183"/>
                  <a:pt x="84805" y="213"/>
                  <a:pt x="84683" y="274"/>
                </a:cubicBezTo>
                <a:cubicBezTo>
                  <a:pt x="84683" y="335"/>
                  <a:pt x="84683" y="426"/>
                  <a:pt x="84622" y="456"/>
                </a:cubicBezTo>
                <a:lnTo>
                  <a:pt x="84531" y="487"/>
                </a:lnTo>
                <a:cubicBezTo>
                  <a:pt x="84503" y="403"/>
                  <a:pt x="84400" y="270"/>
                  <a:pt x="84336" y="270"/>
                </a:cubicBezTo>
                <a:cubicBezTo>
                  <a:pt x="84330" y="270"/>
                  <a:pt x="84324" y="271"/>
                  <a:pt x="84318" y="274"/>
                </a:cubicBezTo>
                <a:cubicBezTo>
                  <a:pt x="84304" y="283"/>
                  <a:pt x="84286" y="288"/>
                  <a:pt x="84267" y="288"/>
                </a:cubicBezTo>
                <a:cubicBezTo>
                  <a:pt x="84163" y="288"/>
                  <a:pt x="84000" y="168"/>
                  <a:pt x="83923" y="91"/>
                </a:cubicBezTo>
                <a:cubicBezTo>
                  <a:pt x="83904" y="73"/>
                  <a:pt x="83883" y="65"/>
                  <a:pt x="83862" y="65"/>
                </a:cubicBezTo>
                <a:cubicBezTo>
                  <a:pt x="83815" y="65"/>
                  <a:pt x="83771" y="101"/>
                  <a:pt x="83771" y="122"/>
                </a:cubicBezTo>
                <a:cubicBezTo>
                  <a:pt x="83741" y="183"/>
                  <a:pt x="83650" y="213"/>
                  <a:pt x="83528" y="213"/>
                </a:cubicBezTo>
                <a:lnTo>
                  <a:pt x="83498" y="183"/>
                </a:lnTo>
                <a:cubicBezTo>
                  <a:pt x="83467" y="142"/>
                  <a:pt x="83440" y="129"/>
                  <a:pt x="83414" y="129"/>
                </a:cubicBezTo>
                <a:cubicBezTo>
                  <a:pt x="83363" y="129"/>
                  <a:pt x="83315" y="183"/>
                  <a:pt x="83255" y="183"/>
                </a:cubicBezTo>
                <a:cubicBezTo>
                  <a:pt x="83224" y="183"/>
                  <a:pt x="83163" y="152"/>
                  <a:pt x="83163" y="91"/>
                </a:cubicBezTo>
                <a:lnTo>
                  <a:pt x="83133" y="61"/>
                </a:lnTo>
                <a:cubicBezTo>
                  <a:pt x="83133" y="39"/>
                  <a:pt x="83129" y="29"/>
                  <a:pt x="83123" y="29"/>
                </a:cubicBezTo>
                <a:cubicBezTo>
                  <a:pt x="83111" y="29"/>
                  <a:pt x="83092" y="63"/>
                  <a:pt x="83072" y="122"/>
                </a:cubicBezTo>
                <a:lnTo>
                  <a:pt x="83011" y="152"/>
                </a:lnTo>
                <a:cubicBezTo>
                  <a:pt x="82951" y="243"/>
                  <a:pt x="82829" y="183"/>
                  <a:pt x="82768" y="243"/>
                </a:cubicBezTo>
                <a:lnTo>
                  <a:pt x="82647" y="304"/>
                </a:lnTo>
                <a:cubicBezTo>
                  <a:pt x="82495" y="243"/>
                  <a:pt x="82343" y="213"/>
                  <a:pt x="82191" y="213"/>
                </a:cubicBezTo>
                <a:cubicBezTo>
                  <a:pt x="82069" y="274"/>
                  <a:pt x="81948" y="304"/>
                  <a:pt x="81826" y="304"/>
                </a:cubicBezTo>
                <a:lnTo>
                  <a:pt x="81400" y="304"/>
                </a:lnTo>
                <a:lnTo>
                  <a:pt x="81096" y="335"/>
                </a:lnTo>
                <a:lnTo>
                  <a:pt x="81036" y="335"/>
                </a:lnTo>
                <a:lnTo>
                  <a:pt x="80489" y="456"/>
                </a:lnTo>
                <a:cubicBezTo>
                  <a:pt x="80468" y="466"/>
                  <a:pt x="80445" y="470"/>
                  <a:pt x="80420" y="470"/>
                </a:cubicBezTo>
                <a:cubicBezTo>
                  <a:pt x="80370" y="470"/>
                  <a:pt x="80316" y="456"/>
                  <a:pt x="80276" y="456"/>
                </a:cubicBezTo>
                <a:lnTo>
                  <a:pt x="80124" y="456"/>
                </a:lnTo>
                <a:cubicBezTo>
                  <a:pt x="80017" y="426"/>
                  <a:pt x="79911" y="411"/>
                  <a:pt x="79808" y="411"/>
                </a:cubicBezTo>
                <a:cubicBezTo>
                  <a:pt x="79706" y="411"/>
                  <a:pt x="79607" y="426"/>
                  <a:pt x="79516" y="456"/>
                </a:cubicBezTo>
                <a:lnTo>
                  <a:pt x="79333" y="395"/>
                </a:lnTo>
                <a:cubicBezTo>
                  <a:pt x="79303" y="390"/>
                  <a:pt x="79272" y="389"/>
                  <a:pt x="79240" y="389"/>
                </a:cubicBezTo>
                <a:cubicBezTo>
                  <a:pt x="79176" y="389"/>
                  <a:pt x="79111" y="395"/>
                  <a:pt x="79045" y="395"/>
                </a:cubicBezTo>
                <a:cubicBezTo>
                  <a:pt x="78946" y="395"/>
                  <a:pt x="78847" y="380"/>
                  <a:pt x="78756" y="304"/>
                </a:cubicBezTo>
                <a:lnTo>
                  <a:pt x="78726" y="304"/>
                </a:lnTo>
                <a:cubicBezTo>
                  <a:pt x="78634" y="304"/>
                  <a:pt x="78482" y="365"/>
                  <a:pt x="78361" y="395"/>
                </a:cubicBezTo>
                <a:lnTo>
                  <a:pt x="78239" y="395"/>
                </a:lnTo>
                <a:lnTo>
                  <a:pt x="78057" y="365"/>
                </a:lnTo>
                <a:cubicBezTo>
                  <a:pt x="78016" y="405"/>
                  <a:pt x="77952" y="419"/>
                  <a:pt x="77880" y="419"/>
                </a:cubicBezTo>
                <a:cubicBezTo>
                  <a:pt x="77736" y="419"/>
                  <a:pt x="77560" y="365"/>
                  <a:pt x="77479" y="365"/>
                </a:cubicBezTo>
                <a:cubicBezTo>
                  <a:pt x="77327" y="395"/>
                  <a:pt x="77175" y="426"/>
                  <a:pt x="77023" y="487"/>
                </a:cubicBezTo>
                <a:lnTo>
                  <a:pt x="76932" y="487"/>
                </a:lnTo>
                <a:cubicBezTo>
                  <a:pt x="76841" y="487"/>
                  <a:pt x="76750" y="426"/>
                  <a:pt x="76659" y="426"/>
                </a:cubicBezTo>
                <a:cubicBezTo>
                  <a:pt x="76537" y="426"/>
                  <a:pt x="76446" y="456"/>
                  <a:pt x="76355" y="487"/>
                </a:cubicBezTo>
                <a:lnTo>
                  <a:pt x="76112" y="547"/>
                </a:lnTo>
                <a:lnTo>
                  <a:pt x="75504" y="578"/>
                </a:lnTo>
                <a:cubicBezTo>
                  <a:pt x="75443" y="529"/>
                  <a:pt x="75377" y="514"/>
                  <a:pt x="75309" y="514"/>
                </a:cubicBezTo>
                <a:cubicBezTo>
                  <a:pt x="75206" y="514"/>
                  <a:pt x="75096" y="547"/>
                  <a:pt x="74987" y="547"/>
                </a:cubicBezTo>
                <a:lnTo>
                  <a:pt x="74805" y="547"/>
                </a:lnTo>
                <a:cubicBezTo>
                  <a:pt x="74778" y="553"/>
                  <a:pt x="74753" y="555"/>
                  <a:pt x="74729" y="555"/>
                </a:cubicBezTo>
                <a:cubicBezTo>
                  <a:pt x="74612" y="555"/>
                  <a:pt x="74515" y="496"/>
                  <a:pt x="74440" y="395"/>
                </a:cubicBezTo>
                <a:cubicBezTo>
                  <a:pt x="74438" y="391"/>
                  <a:pt x="74434" y="389"/>
                  <a:pt x="74428" y="389"/>
                </a:cubicBezTo>
                <a:cubicBezTo>
                  <a:pt x="74355" y="389"/>
                  <a:pt x="74001" y="738"/>
                  <a:pt x="73832" y="851"/>
                </a:cubicBezTo>
                <a:cubicBezTo>
                  <a:pt x="73753" y="910"/>
                  <a:pt x="73649" y="944"/>
                  <a:pt x="73545" y="944"/>
                </a:cubicBezTo>
                <a:cubicBezTo>
                  <a:pt x="73487" y="944"/>
                  <a:pt x="73430" y="934"/>
                  <a:pt x="73376" y="912"/>
                </a:cubicBezTo>
                <a:cubicBezTo>
                  <a:pt x="73346" y="882"/>
                  <a:pt x="73376" y="851"/>
                  <a:pt x="73467" y="851"/>
                </a:cubicBezTo>
                <a:lnTo>
                  <a:pt x="73498" y="821"/>
                </a:lnTo>
                <a:cubicBezTo>
                  <a:pt x="73498" y="790"/>
                  <a:pt x="73528" y="760"/>
                  <a:pt x="73528" y="730"/>
                </a:cubicBezTo>
                <a:cubicBezTo>
                  <a:pt x="73528" y="699"/>
                  <a:pt x="73437" y="669"/>
                  <a:pt x="73437" y="669"/>
                </a:cubicBezTo>
                <a:lnTo>
                  <a:pt x="73315" y="760"/>
                </a:lnTo>
                <a:cubicBezTo>
                  <a:pt x="73102" y="730"/>
                  <a:pt x="72890" y="699"/>
                  <a:pt x="72707" y="699"/>
                </a:cubicBezTo>
                <a:lnTo>
                  <a:pt x="72555" y="669"/>
                </a:lnTo>
                <a:cubicBezTo>
                  <a:pt x="72475" y="637"/>
                  <a:pt x="72412" y="596"/>
                  <a:pt x="72366" y="596"/>
                </a:cubicBezTo>
                <a:cubicBezTo>
                  <a:pt x="72324" y="596"/>
                  <a:pt x="72296" y="629"/>
                  <a:pt x="72282" y="730"/>
                </a:cubicBezTo>
                <a:lnTo>
                  <a:pt x="72130" y="730"/>
                </a:lnTo>
                <a:cubicBezTo>
                  <a:pt x="72106" y="698"/>
                  <a:pt x="72082" y="687"/>
                  <a:pt x="72059" y="687"/>
                </a:cubicBezTo>
                <a:cubicBezTo>
                  <a:pt x="72006" y="687"/>
                  <a:pt x="71957" y="742"/>
                  <a:pt x="71916" y="742"/>
                </a:cubicBezTo>
                <a:cubicBezTo>
                  <a:pt x="71906" y="742"/>
                  <a:pt x="71896" y="739"/>
                  <a:pt x="71887" y="730"/>
                </a:cubicBezTo>
                <a:cubicBezTo>
                  <a:pt x="71852" y="695"/>
                  <a:pt x="71820" y="683"/>
                  <a:pt x="71790" y="683"/>
                </a:cubicBezTo>
                <a:cubicBezTo>
                  <a:pt x="71715" y="683"/>
                  <a:pt x="71656" y="760"/>
                  <a:pt x="71613" y="760"/>
                </a:cubicBezTo>
                <a:cubicBezTo>
                  <a:pt x="71595" y="766"/>
                  <a:pt x="71577" y="769"/>
                  <a:pt x="71559" y="769"/>
                </a:cubicBezTo>
                <a:cubicBezTo>
                  <a:pt x="71487" y="769"/>
                  <a:pt x="71418" y="730"/>
                  <a:pt x="71370" y="730"/>
                </a:cubicBezTo>
                <a:lnTo>
                  <a:pt x="71279" y="730"/>
                </a:lnTo>
                <a:cubicBezTo>
                  <a:pt x="71232" y="753"/>
                  <a:pt x="71190" y="763"/>
                  <a:pt x="71154" y="763"/>
                </a:cubicBezTo>
                <a:cubicBezTo>
                  <a:pt x="71096" y="763"/>
                  <a:pt x="71054" y="737"/>
                  <a:pt x="71035" y="699"/>
                </a:cubicBezTo>
                <a:lnTo>
                  <a:pt x="71005" y="669"/>
                </a:lnTo>
                <a:cubicBezTo>
                  <a:pt x="70950" y="669"/>
                  <a:pt x="70844" y="794"/>
                  <a:pt x="70780" y="794"/>
                </a:cubicBezTo>
                <a:cubicBezTo>
                  <a:pt x="70773" y="794"/>
                  <a:pt x="70767" y="793"/>
                  <a:pt x="70762" y="790"/>
                </a:cubicBezTo>
                <a:cubicBezTo>
                  <a:pt x="70610" y="760"/>
                  <a:pt x="70488" y="730"/>
                  <a:pt x="70336" y="730"/>
                </a:cubicBezTo>
                <a:lnTo>
                  <a:pt x="70245" y="821"/>
                </a:lnTo>
                <a:cubicBezTo>
                  <a:pt x="70180" y="886"/>
                  <a:pt x="70097" y="916"/>
                  <a:pt x="70016" y="916"/>
                </a:cubicBezTo>
                <a:cubicBezTo>
                  <a:pt x="69946" y="916"/>
                  <a:pt x="69876" y="894"/>
                  <a:pt x="69820" y="851"/>
                </a:cubicBezTo>
                <a:lnTo>
                  <a:pt x="69485" y="699"/>
                </a:lnTo>
                <a:lnTo>
                  <a:pt x="69212" y="790"/>
                </a:lnTo>
                <a:lnTo>
                  <a:pt x="69151" y="882"/>
                </a:lnTo>
                <a:cubicBezTo>
                  <a:pt x="69060" y="790"/>
                  <a:pt x="68969" y="730"/>
                  <a:pt x="68908" y="639"/>
                </a:cubicBezTo>
                <a:cubicBezTo>
                  <a:pt x="68904" y="635"/>
                  <a:pt x="68899" y="633"/>
                  <a:pt x="68894" y="633"/>
                </a:cubicBezTo>
                <a:cubicBezTo>
                  <a:pt x="68861" y="633"/>
                  <a:pt x="68809" y="715"/>
                  <a:pt x="68756" y="821"/>
                </a:cubicBezTo>
                <a:lnTo>
                  <a:pt x="68634" y="760"/>
                </a:lnTo>
                <a:lnTo>
                  <a:pt x="68452" y="669"/>
                </a:lnTo>
                <a:cubicBezTo>
                  <a:pt x="68269" y="699"/>
                  <a:pt x="68087" y="699"/>
                  <a:pt x="68026" y="699"/>
                </a:cubicBezTo>
                <a:lnTo>
                  <a:pt x="67996" y="699"/>
                </a:lnTo>
                <a:cubicBezTo>
                  <a:pt x="67892" y="820"/>
                  <a:pt x="67779" y="853"/>
                  <a:pt x="67655" y="853"/>
                </a:cubicBezTo>
                <a:cubicBezTo>
                  <a:pt x="67562" y="853"/>
                  <a:pt x="67463" y="834"/>
                  <a:pt x="67358" y="821"/>
                </a:cubicBezTo>
                <a:cubicBezTo>
                  <a:pt x="67266" y="790"/>
                  <a:pt x="67114" y="790"/>
                  <a:pt x="67023" y="760"/>
                </a:cubicBezTo>
                <a:lnTo>
                  <a:pt x="66810" y="699"/>
                </a:lnTo>
                <a:cubicBezTo>
                  <a:pt x="66810" y="780"/>
                  <a:pt x="66770" y="821"/>
                  <a:pt x="66707" y="821"/>
                </a:cubicBezTo>
                <a:cubicBezTo>
                  <a:pt x="66675" y="821"/>
                  <a:pt x="66638" y="811"/>
                  <a:pt x="66598" y="790"/>
                </a:cubicBezTo>
                <a:lnTo>
                  <a:pt x="66476" y="760"/>
                </a:lnTo>
                <a:cubicBezTo>
                  <a:pt x="66415" y="760"/>
                  <a:pt x="66341" y="814"/>
                  <a:pt x="66262" y="814"/>
                </a:cubicBezTo>
                <a:cubicBezTo>
                  <a:pt x="66223" y="814"/>
                  <a:pt x="66182" y="801"/>
                  <a:pt x="66142" y="760"/>
                </a:cubicBezTo>
                <a:cubicBezTo>
                  <a:pt x="66020" y="821"/>
                  <a:pt x="65868" y="882"/>
                  <a:pt x="65747" y="912"/>
                </a:cubicBezTo>
                <a:cubicBezTo>
                  <a:pt x="65534" y="851"/>
                  <a:pt x="65351" y="821"/>
                  <a:pt x="65139" y="790"/>
                </a:cubicBezTo>
                <a:cubicBezTo>
                  <a:pt x="65086" y="808"/>
                  <a:pt x="64973" y="826"/>
                  <a:pt x="64880" y="826"/>
                </a:cubicBezTo>
                <a:cubicBezTo>
                  <a:pt x="64813" y="826"/>
                  <a:pt x="64756" y="816"/>
                  <a:pt x="64744" y="790"/>
                </a:cubicBezTo>
                <a:cubicBezTo>
                  <a:pt x="64728" y="775"/>
                  <a:pt x="64709" y="770"/>
                  <a:pt x="64688" y="770"/>
                </a:cubicBezTo>
                <a:cubicBezTo>
                  <a:pt x="64624" y="770"/>
                  <a:pt x="64538" y="821"/>
                  <a:pt x="64470" y="821"/>
                </a:cubicBezTo>
                <a:cubicBezTo>
                  <a:pt x="64348" y="821"/>
                  <a:pt x="64227" y="790"/>
                  <a:pt x="64105" y="730"/>
                </a:cubicBezTo>
                <a:lnTo>
                  <a:pt x="64014" y="790"/>
                </a:lnTo>
                <a:lnTo>
                  <a:pt x="63923" y="882"/>
                </a:lnTo>
                <a:cubicBezTo>
                  <a:pt x="63910" y="875"/>
                  <a:pt x="63890" y="873"/>
                  <a:pt x="63867" y="873"/>
                </a:cubicBezTo>
                <a:cubicBezTo>
                  <a:pt x="63802" y="873"/>
                  <a:pt x="63709" y="890"/>
                  <a:pt x="63645" y="890"/>
                </a:cubicBezTo>
                <a:cubicBezTo>
                  <a:pt x="63621" y="890"/>
                  <a:pt x="63601" y="888"/>
                  <a:pt x="63589" y="882"/>
                </a:cubicBezTo>
                <a:cubicBezTo>
                  <a:pt x="63561" y="826"/>
                  <a:pt x="63331" y="695"/>
                  <a:pt x="63222" y="695"/>
                </a:cubicBezTo>
                <a:cubicBezTo>
                  <a:pt x="63211" y="695"/>
                  <a:pt x="63202" y="697"/>
                  <a:pt x="63193" y="699"/>
                </a:cubicBezTo>
                <a:cubicBezTo>
                  <a:pt x="63011" y="760"/>
                  <a:pt x="62859" y="790"/>
                  <a:pt x="62677" y="821"/>
                </a:cubicBezTo>
                <a:cubicBezTo>
                  <a:pt x="62555" y="790"/>
                  <a:pt x="62464" y="730"/>
                  <a:pt x="62403" y="639"/>
                </a:cubicBezTo>
                <a:lnTo>
                  <a:pt x="62312" y="578"/>
                </a:lnTo>
                <a:lnTo>
                  <a:pt x="62281" y="547"/>
                </a:lnTo>
                <a:cubicBezTo>
                  <a:pt x="62190" y="547"/>
                  <a:pt x="62160" y="639"/>
                  <a:pt x="62160" y="699"/>
                </a:cubicBezTo>
                <a:cubicBezTo>
                  <a:pt x="62190" y="730"/>
                  <a:pt x="62130" y="790"/>
                  <a:pt x="62038" y="851"/>
                </a:cubicBezTo>
                <a:lnTo>
                  <a:pt x="61917" y="882"/>
                </a:lnTo>
                <a:cubicBezTo>
                  <a:pt x="61826" y="882"/>
                  <a:pt x="61734" y="821"/>
                  <a:pt x="61643" y="790"/>
                </a:cubicBezTo>
                <a:cubicBezTo>
                  <a:pt x="61598" y="775"/>
                  <a:pt x="61544" y="768"/>
                  <a:pt x="61487" y="768"/>
                </a:cubicBezTo>
                <a:cubicBezTo>
                  <a:pt x="61430" y="768"/>
                  <a:pt x="61370" y="775"/>
                  <a:pt x="61309" y="790"/>
                </a:cubicBezTo>
                <a:cubicBezTo>
                  <a:pt x="61235" y="852"/>
                  <a:pt x="61166" y="874"/>
                  <a:pt x="61100" y="874"/>
                </a:cubicBezTo>
                <a:cubicBezTo>
                  <a:pt x="61003" y="874"/>
                  <a:pt x="60913" y="827"/>
                  <a:pt x="60823" y="790"/>
                </a:cubicBezTo>
                <a:cubicBezTo>
                  <a:pt x="60755" y="771"/>
                  <a:pt x="60685" y="761"/>
                  <a:pt x="60614" y="761"/>
                </a:cubicBezTo>
                <a:cubicBezTo>
                  <a:pt x="60462" y="761"/>
                  <a:pt x="60309" y="808"/>
                  <a:pt x="60184" y="912"/>
                </a:cubicBezTo>
                <a:lnTo>
                  <a:pt x="60154" y="942"/>
                </a:lnTo>
                <a:cubicBezTo>
                  <a:pt x="60129" y="951"/>
                  <a:pt x="60105" y="954"/>
                  <a:pt x="60080" y="954"/>
                </a:cubicBezTo>
                <a:cubicBezTo>
                  <a:pt x="60014" y="954"/>
                  <a:pt x="59947" y="926"/>
                  <a:pt x="59880" y="882"/>
                </a:cubicBezTo>
                <a:lnTo>
                  <a:pt x="59850" y="821"/>
                </a:lnTo>
                <a:cubicBezTo>
                  <a:pt x="59814" y="785"/>
                  <a:pt x="59774" y="773"/>
                  <a:pt x="59734" y="773"/>
                </a:cubicBezTo>
                <a:cubicBezTo>
                  <a:pt x="59673" y="773"/>
                  <a:pt x="59613" y="802"/>
                  <a:pt x="59576" y="821"/>
                </a:cubicBezTo>
                <a:cubicBezTo>
                  <a:pt x="59546" y="836"/>
                  <a:pt x="59508" y="836"/>
                  <a:pt x="59474" y="836"/>
                </a:cubicBezTo>
                <a:cubicBezTo>
                  <a:pt x="59440" y="836"/>
                  <a:pt x="59409" y="836"/>
                  <a:pt x="59394" y="851"/>
                </a:cubicBezTo>
                <a:cubicBezTo>
                  <a:pt x="59339" y="895"/>
                  <a:pt x="59296" y="911"/>
                  <a:pt x="59260" y="911"/>
                </a:cubicBezTo>
                <a:cubicBezTo>
                  <a:pt x="59194" y="911"/>
                  <a:pt x="59148" y="860"/>
                  <a:pt x="59090" y="821"/>
                </a:cubicBezTo>
                <a:cubicBezTo>
                  <a:pt x="59029" y="790"/>
                  <a:pt x="58968" y="760"/>
                  <a:pt x="58938" y="730"/>
                </a:cubicBezTo>
                <a:cubicBezTo>
                  <a:pt x="58908" y="730"/>
                  <a:pt x="58847" y="760"/>
                  <a:pt x="58847" y="760"/>
                </a:cubicBezTo>
                <a:lnTo>
                  <a:pt x="58847" y="821"/>
                </a:lnTo>
                <a:cubicBezTo>
                  <a:pt x="58877" y="882"/>
                  <a:pt x="58847" y="882"/>
                  <a:pt x="58786" y="882"/>
                </a:cubicBezTo>
                <a:lnTo>
                  <a:pt x="58725" y="851"/>
                </a:lnTo>
                <a:cubicBezTo>
                  <a:pt x="58543" y="821"/>
                  <a:pt x="58360" y="821"/>
                  <a:pt x="58208" y="821"/>
                </a:cubicBezTo>
                <a:lnTo>
                  <a:pt x="58056" y="821"/>
                </a:lnTo>
                <a:cubicBezTo>
                  <a:pt x="57905" y="790"/>
                  <a:pt x="57753" y="760"/>
                  <a:pt x="57601" y="760"/>
                </a:cubicBezTo>
                <a:cubicBezTo>
                  <a:pt x="57601" y="841"/>
                  <a:pt x="57574" y="895"/>
                  <a:pt x="57510" y="895"/>
                </a:cubicBezTo>
                <a:cubicBezTo>
                  <a:pt x="57479" y="895"/>
                  <a:pt x="57438" y="882"/>
                  <a:pt x="57388" y="851"/>
                </a:cubicBezTo>
                <a:lnTo>
                  <a:pt x="57297" y="821"/>
                </a:lnTo>
                <a:cubicBezTo>
                  <a:pt x="57175" y="821"/>
                  <a:pt x="56780" y="851"/>
                  <a:pt x="56446" y="882"/>
                </a:cubicBezTo>
                <a:lnTo>
                  <a:pt x="56172" y="882"/>
                </a:lnTo>
                <a:cubicBezTo>
                  <a:pt x="56081" y="882"/>
                  <a:pt x="55898" y="821"/>
                  <a:pt x="55898" y="821"/>
                </a:cubicBezTo>
                <a:cubicBezTo>
                  <a:pt x="55845" y="874"/>
                  <a:pt x="55796" y="894"/>
                  <a:pt x="55751" y="894"/>
                </a:cubicBezTo>
                <a:cubicBezTo>
                  <a:pt x="55642" y="894"/>
                  <a:pt x="55550" y="782"/>
                  <a:pt x="55442" y="760"/>
                </a:cubicBezTo>
                <a:cubicBezTo>
                  <a:pt x="55415" y="760"/>
                  <a:pt x="55412" y="634"/>
                  <a:pt x="55344" y="634"/>
                </a:cubicBezTo>
                <a:cubicBezTo>
                  <a:pt x="55337" y="634"/>
                  <a:pt x="55329" y="636"/>
                  <a:pt x="55321" y="639"/>
                </a:cubicBezTo>
                <a:cubicBezTo>
                  <a:pt x="55108" y="699"/>
                  <a:pt x="55351" y="760"/>
                  <a:pt x="55321" y="760"/>
                </a:cubicBezTo>
                <a:lnTo>
                  <a:pt x="55169" y="851"/>
                </a:lnTo>
                <a:cubicBezTo>
                  <a:pt x="55053" y="909"/>
                  <a:pt x="54938" y="930"/>
                  <a:pt x="54869" y="930"/>
                </a:cubicBezTo>
                <a:cubicBezTo>
                  <a:pt x="54829" y="930"/>
                  <a:pt x="54804" y="923"/>
                  <a:pt x="54804" y="912"/>
                </a:cubicBezTo>
                <a:lnTo>
                  <a:pt x="54804" y="851"/>
                </a:lnTo>
                <a:lnTo>
                  <a:pt x="54804" y="821"/>
                </a:lnTo>
                <a:cubicBezTo>
                  <a:pt x="54804" y="798"/>
                  <a:pt x="54791" y="788"/>
                  <a:pt x="54768" y="788"/>
                </a:cubicBezTo>
                <a:cubicBezTo>
                  <a:pt x="54730" y="788"/>
                  <a:pt x="54667" y="814"/>
                  <a:pt x="54591" y="851"/>
                </a:cubicBezTo>
                <a:lnTo>
                  <a:pt x="54379" y="821"/>
                </a:lnTo>
                <a:cubicBezTo>
                  <a:pt x="54333" y="806"/>
                  <a:pt x="54295" y="798"/>
                  <a:pt x="54261" y="798"/>
                </a:cubicBezTo>
                <a:cubicBezTo>
                  <a:pt x="54227" y="798"/>
                  <a:pt x="54196" y="806"/>
                  <a:pt x="54166" y="821"/>
                </a:cubicBezTo>
                <a:lnTo>
                  <a:pt x="54044" y="821"/>
                </a:lnTo>
                <a:cubicBezTo>
                  <a:pt x="53862" y="821"/>
                  <a:pt x="53710" y="790"/>
                  <a:pt x="53558" y="730"/>
                </a:cubicBezTo>
                <a:lnTo>
                  <a:pt x="53436" y="790"/>
                </a:lnTo>
                <a:lnTo>
                  <a:pt x="53406" y="790"/>
                </a:lnTo>
                <a:cubicBezTo>
                  <a:pt x="53376" y="790"/>
                  <a:pt x="53132" y="973"/>
                  <a:pt x="53011" y="973"/>
                </a:cubicBezTo>
                <a:cubicBezTo>
                  <a:pt x="53004" y="975"/>
                  <a:pt x="52997" y="976"/>
                  <a:pt x="52989" y="976"/>
                </a:cubicBezTo>
                <a:cubicBezTo>
                  <a:pt x="52893" y="976"/>
                  <a:pt x="52735" y="814"/>
                  <a:pt x="52707" y="730"/>
                </a:cubicBezTo>
                <a:cubicBezTo>
                  <a:pt x="52697" y="709"/>
                  <a:pt x="52666" y="699"/>
                  <a:pt x="52621" y="699"/>
                </a:cubicBezTo>
                <a:cubicBezTo>
                  <a:pt x="52531" y="699"/>
                  <a:pt x="52383" y="740"/>
                  <a:pt x="52221" y="821"/>
                </a:cubicBezTo>
                <a:lnTo>
                  <a:pt x="52008" y="790"/>
                </a:lnTo>
                <a:cubicBezTo>
                  <a:pt x="51917" y="760"/>
                  <a:pt x="51825" y="730"/>
                  <a:pt x="51734" y="730"/>
                </a:cubicBezTo>
                <a:cubicBezTo>
                  <a:pt x="51673" y="730"/>
                  <a:pt x="51613" y="851"/>
                  <a:pt x="51552" y="851"/>
                </a:cubicBezTo>
                <a:lnTo>
                  <a:pt x="51369" y="851"/>
                </a:lnTo>
                <a:cubicBezTo>
                  <a:pt x="51319" y="901"/>
                  <a:pt x="51260" y="924"/>
                  <a:pt x="51196" y="924"/>
                </a:cubicBezTo>
                <a:cubicBezTo>
                  <a:pt x="51144" y="924"/>
                  <a:pt x="51090" y="909"/>
                  <a:pt x="51035" y="882"/>
                </a:cubicBezTo>
                <a:cubicBezTo>
                  <a:pt x="50944" y="821"/>
                  <a:pt x="50853" y="760"/>
                  <a:pt x="50731" y="760"/>
                </a:cubicBezTo>
                <a:lnTo>
                  <a:pt x="50458" y="760"/>
                </a:lnTo>
                <a:cubicBezTo>
                  <a:pt x="50366" y="760"/>
                  <a:pt x="50275" y="821"/>
                  <a:pt x="50184" y="851"/>
                </a:cubicBezTo>
                <a:lnTo>
                  <a:pt x="50032" y="942"/>
                </a:lnTo>
                <a:cubicBezTo>
                  <a:pt x="49951" y="861"/>
                  <a:pt x="49870" y="821"/>
                  <a:pt x="49825" y="821"/>
                </a:cubicBezTo>
                <a:cubicBezTo>
                  <a:pt x="49802" y="821"/>
                  <a:pt x="49789" y="831"/>
                  <a:pt x="49789" y="851"/>
                </a:cubicBezTo>
                <a:cubicBezTo>
                  <a:pt x="49785" y="856"/>
                  <a:pt x="49776" y="857"/>
                  <a:pt x="49766" y="857"/>
                </a:cubicBezTo>
                <a:cubicBezTo>
                  <a:pt x="49700" y="857"/>
                  <a:pt x="49533" y="790"/>
                  <a:pt x="49455" y="790"/>
                </a:cubicBezTo>
                <a:lnTo>
                  <a:pt x="49151" y="760"/>
                </a:lnTo>
                <a:lnTo>
                  <a:pt x="49151" y="730"/>
                </a:lnTo>
                <a:lnTo>
                  <a:pt x="49090" y="578"/>
                </a:lnTo>
                <a:cubicBezTo>
                  <a:pt x="48968" y="608"/>
                  <a:pt x="48877" y="669"/>
                  <a:pt x="48816" y="730"/>
                </a:cubicBezTo>
                <a:lnTo>
                  <a:pt x="48786" y="760"/>
                </a:lnTo>
                <a:cubicBezTo>
                  <a:pt x="48695" y="790"/>
                  <a:pt x="48603" y="821"/>
                  <a:pt x="48512" y="851"/>
                </a:cubicBezTo>
                <a:lnTo>
                  <a:pt x="48391" y="790"/>
                </a:lnTo>
                <a:lnTo>
                  <a:pt x="48269" y="760"/>
                </a:lnTo>
                <a:cubicBezTo>
                  <a:pt x="48247" y="766"/>
                  <a:pt x="48225" y="768"/>
                  <a:pt x="48205" y="768"/>
                </a:cubicBezTo>
                <a:cubicBezTo>
                  <a:pt x="48114" y="768"/>
                  <a:pt x="48040" y="719"/>
                  <a:pt x="47965" y="669"/>
                </a:cubicBezTo>
                <a:lnTo>
                  <a:pt x="47965" y="669"/>
                </a:lnTo>
                <a:cubicBezTo>
                  <a:pt x="47965" y="760"/>
                  <a:pt x="47965" y="821"/>
                  <a:pt x="47996" y="882"/>
                </a:cubicBezTo>
                <a:lnTo>
                  <a:pt x="47692" y="882"/>
                </a:lnTo>
                <a:cubicBezTo>
                  <a:pt x="47681" y="851"/>
                  <a:pt x="47661" y="838"/>
                  <a:pt x="47635" y="838"/>
                </a:cubicBezTo>
                <a:cubicBezTo>
                  <a:pt x="47583" y="838"/>
                  <a:pt x="47509" y="892"/>
                  <a:pt x="47448" y="973"/>
                </a:cubicBezTo>
                <a:lnTo>
                  <a:pt x="47266" y="882"/>
                </a:lnTo>
                <a:lnTo>
                  <a:pt x="47114" y="790"/>
                </a:lnTo>
                <a:cubicBezTo>
                  <a:pt x="46962" y="821"/>
                  <a:pt x="46810" y="821"/>
                  <a:pt x="46658" y="821"/>
                </a:cubicBezTo>
                <a:lnTo>
                  <a:pt x="46202" y="821"/>
                </a:lnTo>
                <a:cubicBezTo>
                  <a:pt x="46104" y="845"/>
                  <a:pt x="45966" y="890"/>
                  <a:pt x="45884" y="890"/>
                </a:cubicBezTo>
                <a:cubicBezTo>
                  <a:pt x="45865" y="890"/>
                  <a:pt x="45849" y="887"/>
                  <a:pt x="45837" y="882"/>
                </a:cubicBezTo>
                <a:cubicBezTo>
                  <a:pt x="45781" y="844"/>
                  <a:pt x="45736" y="830"/>
                  <a:pt x="45699" y="830"/>
                </a:cubicBezTo>
                <a:cubicBezTo>
                  <a:pt x="45617" y="830"/>
                  <a:pt x="45575" y="901"/>
                  <a:pt x="45533" y="942"/>
                </a:cubicBezTo>
                <a:lnTo>
                  <a:pt x="45412" y="1034"/>
                </a:lnTo>
                <a:cubicBezTo>
                  <a:pt x="45381" y="1125"/>
                  <a:pt x="45351" y="1216"/>
                  <a:pt x="45290" y="1307"/>
                </a:cubicBezTo>
                <a:cubicBezTo>
                  <a:pt x="45260" y="1307"/>
                  <a:pt x="45199" y="1277"/>
                  <a:pt x="45169" y="1246"/>
                </a:cubicBezTo>
                <a:lnTo>
                  <a:pt x="45169" y="1186"/>
                </a:lnTo>
                <a:lnTo>
                  <a:pt x="45169" y="1155"/>
                </a:lnTo>
                <a:cubicBezTo>
                  <a:pt x="45199" y="1125"/>
                  <a:pt x="44956" y="1003"/>
                  <a:pt x="45017" y="942"/>
                </a:cubicBezTo>
                <a:cubicBezTo>
                  <a:pt x="45038" y="921"/>
                  <a:pt x="45037" y="911"/>
                  <a:pt x="45015" y="911"/>
                </a:cubicBezTo>
                <a:cubicBezTo>
                  <a:pt x="44976" y="911"/>
                  <a:pt x="44870" y="944"/>
                  <a:pt x="44713" y="1003"/>
                </a:cubicBezTo>
                <a:lnTo>
                  <a:pt x="44591" y="973"/>
                </a:lnTo>
                <a:cubicBezTo>
                  <a:pt x="44435" y="928"/>
                  <a:pt x="44280" y="900"/>
                  <a:pt x="44124" y="900"/>
                </a:cubicBezTo>
                <a:cubicBezTo>
                  <a:pt x="44067" y="900"/>
                  <a:pt x="44010" y="904"/>
                  <a:pt x="43953" y="912"/>
                </a:cubicBezTo>
                <a:lnTo>
                  <a:pt x="43679" y="912"/>
                </a:lnTo>
                <a:cubicBezTo>
                  <a:pt x="43406" y="942"/>
                  <a:pt x="43041" y="1003"/>
                  <a:pt x="42889" y="1003"/>
                </a:cubicBezTo>
                <a:lnTo>
                  <a:pt x="42798" y="942"/>
                </a:lnTo>
                <a:cubicBezTo>
                  <a:pt x="42751" y="916"/>
                  <a:pt x="42713" y="905"/>
                  <a:pt x="42682" y="905"/>
                </a:cubicBezTo>
                <a:cubicBezTo>
                  <a:pt x="42567" y="905"/>
                  <a:pt x="42528" y="1040"/>
                  <a:pt x="42433" y="1064"/>
                </a:cubicBezTo>
                <a:cubicBezTo>
                  <a:pt x="42403" y="1064"/>
                  <a:pt x="42372" y="1003"/>
                  <a:pt x="42312" y="1003"/>
                </a:cubicBezTo>
                <a:cubicBezTo>
                  <a:pt x="42181" y="977"/>
                  <a:pt x="41983" y="906"/>
                  <a:pt x="41872" y="906"/>
                </a:cubicBezTo>
                <a:cubicBezTo>
                  <a:pt x="41854" y="906"/>
                  <a:pt x="41838" y="908"/>
                  <a:pt x="41825" y="912"/>
                </a:cubicBezTo>
                <a:cubicBezTo>
                  <a:pt x="41769" y="950"/>
                  <a:pt x="41730" y="964"/>
                  <a:pt x="41700" y="964"/>
                </a:cubicBezTo>
                <a:cubicBezTo>
                  <a:pt x="41634" y="964"/>
                  <a:pt x="41615" y="893"/>
                  <a:pt x="41552" y="851"/>
                </a:cubicBezTo>
                <a:lnTo>
                  <a:pt x="41521" y="851"/>
                </a:lnTo>
                <a:cubicBezTo>
                  <a:pt x="41491" y="851"/>
                  <a:pt x="41400" y="912"/>
                  <a:pt x="41369" y="942"/>
                </a:cubicBezTo>
                <a:cubicBezTo>
                  <a:pt x="41231" y="930"/>
                  <a:pt x="41092" y="922"/>
                  <a:pt x="40956" y="922"/>
                </a:cubicBezTo>
                <a:cubicBezTo>
                  <a:pt x="40763" y="922"/>
                  <a:pt x="40575" y="937"/>
                  <a:pt x="40397" y="973"/>
                </a:cubicBezTo>
                <a:cubicBezTo>
                  <a:pt x="40305" y="1003"/>
                  <a:pt x="40207" y="1018"/>
                  <a:pt x="40108" y="1018"/>
                </a:cubicBezTo>
                <a:cubicBezTo>
                  <a:pt x="40009" y="1018"/>
                  <a:pt x="39910" y="1003"/>
                  <a:pt x="39819" y="973"/>
                </a:cubicBezTo>
                <a:cubicBezTo>
                  <a:pt x="39810" y="964"/>
                  <a:pt x="39791" y="960"/>
                  <a:pt x="39767" y="960"/>
                </a:cubicBezTo>
                <a:cubicBezTo>
                  <a:pt x="39710" y="960"/>
                  <a:pt x="39628" y="982"/>
                  <a:pt x="39606" y="1003"/>
                </a:cubicBezTo>
                <a:cubicBezTo>
                  <a:pt x="39602" y="1007"/>
                  <a:pt x="39594" y="1009"/>
                  <a:pt x="39584" y="1009"/>
                </a:cubicBezTo>
                <a:cubicBezTo>
                  <a:pt x="39519" y="1009"/>
                  <a:pt x="39350" y="938"/>
                  <a:pt x="39272" y="912"/>
                </a:cubicBezTo>
                <a:cubicBezTo>
                  <a:pt x="39257" y="897"/>
                  <a:pt x="39217" y="891"/>
                  <a:pt x="39163" y="891"/>
                </a:cubicBezTo>
                <a:cubicBezTo>
                  <a:pt x="39002" y="891"/>
                  <a:pt x="38717" y="942"/>
                  <a:pt x="38603" y="942"/>
                </a:cubicBezTo>
                <a:lnTo>
                  <a:pt x="38269" y="942"/>
                </a:lnTo>
                <a:cubicBezTo>
                  <a:pt x="38212" y="977"/>
                  <a:pt x="38168" y="994"/>
                  <a:pt x="38135" y="994"/>
                </a:cubicBezTo>
                <a:cubicBezTo>
                  <a:pt x="38080" y="994"/>
                  <a:pt x="38056" y="946"/>
                  <a:pt x="38056" y="851"/>
                </a:cubicBezTo>
                <a:cubicBezTo>
                  <a:pt x="37904" y="882"/>
                  <a:pt x="37783" y="912"/>
                  <a:pt x="37661" y="973"/>
                </a:cubicBezTo>
                <a:lnTo>
                  <a:pt x="37509" y="973"/>
                </a:lnTo>
                <a:cubicBezTo>
                  <a:pt x="37357" y="973"/>
                  <a:pt x="37235" y="1034"/>
                  <a:pt x="37114" y="1125"/>
                </a:cubicBezTo>
                <a:cubicBezTo>
                  <a:pt x="37083" y="1094"/>
                  <a:pt x="37053" y="1064"/>
                  <a:pt x="37053" y="1034"/>
                </a:cubicBezTo>
                <a:cubicBezTo>
                  <a:pt x="37047" y="1028"/>
                  <a:pt x="37038" y="1025"/>
                  <a:pt x="37027" y="1025"/>
                </a:cubicBezTo>
                <a:cubicBezTo>
                  <a:pt x="36980" y="1025"/>
                  <a:pt x="36895" y="1070"/>
                  <a:pt x="36871" y="1094"/>
                </a:cubicBezTo>
                <a:cubicBezTo>
                  <a:pt x="36795" y="1110"/>
                  <a:pt x="36719" y="1117"/>
                  <a:pt x="36647" y="1117"/>
                </a:cubicBezTo>
                <a:cubicBezTo>
                  <a:pt x="36574" y="1117"/>
                  <a:pt x="36506" y="1110"/>
                  <a:pt x="36445" y="1094"/>
                </a:cubicBezTo>
                <a:cubicBezTo>
                  <a:pt x="36263" y="1003"/>
                  <a:pt x="36080" y="912"/>
                  <a:pt x="35898" y="882"/>
                </a:cubicBezTo>
                <a:cubicBezTo>
                  <a:pt x="35807" y="882"/>
                  <a:pt x="35716" y="912"/>
                  <a:pt x="35655" y="942"/>
                </a:cubicBezTo>
                <a:lnTo>
                  <a:pt x="35472" y="1094"/>
                </a:lnTo>
                <a:cubicBezTo>
                  <a:pt x="35442" y="1125"/>
                  <a:pt x="35412" y="1155"/>
                  <a:pt x="35381" y="1155"/>
                </a:cubicBezTo>
                <a:cubicBezTo>
                  <a:pt x="35303" y="1155"/>
                  <a:pt x="35225" y="1088"/>
                  <a:pt x="35147" y="1088"/>
                </a:cubicBezTo>
                <a:cubicBezTo>
                  <a:pt x="35134" y="1088"/>
                  <a:pt x="35121" y="1090"/>
                  <a:pt x="35108" y="1094"/>
                </a:cubicBezTo>
                <a:lnTo>
                  <a:pt x="35017" y="1125"/>
                </a:lnTo>
                <a:lnTo>
                  <a:pt x="34530" y="1125"/>
                </a:lnTo>
                <a:cubicBezTo>
                  <a:pt x="34469" y="1110"/>
                  <a:pt x="34409" y="1102"/>
                  <a:pt x="34348" y="1102"/>
                </a:cubicBezTo>
                <a:cubicBezTo>
                  <a:pt x="34287" y="1102"/>
                  <a:pt x="34226" y="1110"/>
                  <a:pt x="34165" y="1125"/>
                </a:cubicBezTo>
                <a:lnTo>
                  <a:pt x="34044" y="1094"/>
                </a:lnTo>
                <a:lnTo>
                  <a:pt x="33953" y="1064"/>
                </a:lnTo>
                <a:cubicBezTo>
                  <a:pt x="33770" y="1064"/>
                  <a:pt x="33588" y="1094"/>
                  <a:pt x="33406" y="1125"/>
                </a:cubicBezTo>
                <a:lnTo>
                  <a:pt x="33284" y="1125"/>
                </a:lnTo>
                <a:cubicBezTo>
                  <a:pt x="33260" y="1131"/>
                  <a:pt x="33235" y="1133"/>
                  <a:pt x="33211" y="1133"/>
                </a:cubicBezTo>
                <a:cubicBezTo>
                  <a:pt x="33114" y="1133"/>
                  <a:pt x="33017" y="1094"/>
                  <a:pt x="32919" y="1094"/>
                </a:cubicBezTo>
                <a:cubicBezTo>
                  <a:pt x="32798" y="1094"/>
                  <a:pt x="32676" y="1125"/>
                  <a:pt x="32524" y="1125"/>
                </a:cubicBezTo>
                <a:lnTo>
                  <a:pt x="32311" y="1125"/>
                </a:lnTo>
                <a:cubicBezTo>
                  <a:pt x="32197" y="1163"/>
                  <a:pt x="32088" y="1180"/>
                  <a:pt x="31979" y="1180"/>
                </a:cubicBezTo>
                <a:cubicBezTo>
                  <a:pt x="31829" y="1180"/>
                  <a:pt x="31680" y="1147"/>
                  <a:pt x="31521" y="1094"/>
                </a:cubicBezTo>
                <a:cubicBezTo>
                  <a:pt x="31488" y="1078"/>
                  <a:pt x="31458" y="1071"/>
                  <a:pt x="31430" y="1071"/>
                </a:cubicBezTo>
                <a:cubicBezTo>
                  <a:pt x="31355" y="1071"/>
                  <a:pt x="31300" y="1127"/>
                  <a:pt x="31278" y="1216"/>
                </a:cubicBezTo>
                <a:lnTo>
                  <a:pt x="31156" y="1125"/>
                </a:lnTo>
                <a:cubicBezTo>
                  <a:pt x="31105" y="1099"/>
                  <a:pt x="31064" y="1090"/>
                  <a:pt x="31030" y="1090"/>
                </a:cubicBezTo>
                <a:cubicBezTo>
                  <a:pt x="30983" y="1090"/>
                  <a:pt x="30948" y="1107"/>
                  <a:pt x="30913" y="1125"/>
                </a:cubicBezTo>
                <a:cubicBezTo>
                  <a:pt x="30883" y="1155"/>
                  <a:pt x="30860" y="1170"/>
                  <a:pt x="30833" y="1170"/>
                </a:cubicBezTo>
                <a:cubicBezTo>
                  <a:pt x="30807" y="1170"/>
                  <a:pt x="30776" y="1155"/>
                  <a:pt x="30731" y="1125"/>
                </a:cubicBezTo>
                <a:cubicBezTo>
                  <a:pt x="30704" y="1116"/>
                  <a:pt x="30677" y="1112"/>
                  <a:pt x="30651" y="1112"/>
                </a:cubicBezTo>
                <a:cubicBezTo>
                  <a:pt x="30586" y="1112"/>
                  <a:pt x="30522" y="1134"/>
                  <a:pt x="30457" y="1155"/>
                </a:cubicBezTo>
                <a:lnTo>
                  <a:pt x="30214" y="1307"/>
                </a:lnTo>
                <a:cubicBezTo>
                  <a:pt x="30214" y="1189"/>
                  <a:pt x="30141" y="1145"/>
                  <a:pt x="30080" y="1145"/>
                </a:cubicBezTo>
                <a:cubicBezTo>
                  <a:pt x="30062" y="1145"/>
                  <a:pt x="30045" y="1148"/>
                  <a:pt x="30032" y="1155"/>
                </a:cubicBezTo>
                <a:cubicBezTo>
                  <a:pt x="29971" y="1216"/>
                  <a:pt x="29849" y="1216"/>
                  <a:pt x="29758" y="1216"/>
                </a:cubicBezTo>
                <a:lnTo>
                  <a:pt x="29667" y="1216"/>
                </a:lnTo>
                <a:cubicBezTo>
                  <a:pt x="29637" y="1277"/>
                  <a:pt x="29606" y="1338"/>
                  <a:pt x="29606" y="1398"/>
                </a:cubicBezTo>
                <a:lnTo>
                  <a:pt x="29515" y="1368"/>
                </a:lnTo>
                <a:cubicBezTo>
                  <a:pt x="29363" y="1307"/>
                  <a:pt x="29606" y="1246"/>
                  <a:pt x="29545" y="1186"/>
                </a:cubicBezTo>
                <a:lnTo>
                  <a:pt x="29545" y="1155"/>
                </a:lnTo>
                <a:cubicBezTo>
                  <a:pt x="29515" y="1155"/>
                  <a:pt x="29424" y="1186"/>
                  <a:pt x="29363" y="1246"/>
                </a:cubicBezTo>
                <a:lnTo>
                  <a:pt x="29272" y="1277"/>
                </a:lnTo>
                <a:lnTo>
                  <a:pt x="29241" y="1277"/>
                </a:lnTo>
                <a:cubicBezTo>
                  <a:pt x="29211" y="1246"/>
                  <a:pt x="29181" y="1186"/>
                  <a:pt x="29241" y="1155"/>
                </a:cubicBezTo>
                <a:cubicBezTo>
                  <a:pt x="29272" y="1125"/>
                  <a:pt x="29120" y="1125"/>
                  <a:pt x="29059" y="1125"/>
                </a:cubicBezTo>
                <a:cubicBezTo>
                  <a:pt x="28998" y="1125"/>
                  <a:pt x="28816" y="1155"/>
                  <a:pt x="28603" y="1216"/>
                </a:cubicBezTo>
                <a:lnTo>
                  <a:pt x="28299" y="1216"/>
                </a:lnTo>
                <a:cubicBezTo>
                  <a:pt x="28169" y="1216"/>
                  <a:pt x="28016" y="1283"/>
                  <a:pt x="27899" y="1283"/>
                </a:cubicBezTo>
                <a:cubicBezTo>
                  <a:pt x="27879" y="1283"/>
                  <a:pt x="27861" y="1281"/>
                  <a:pt x="27843" y="1277"/>
                </a:cubicBezTo>
                <a:cubicBezTo>
                  <a:pt x="27767" y="1231"/>
                  <a:pt x="27684" y="1208"/>
                  <a:pt x="27600" y="1208"/>
                </a:cubicBezTo>
                <a:cubicBezTo>
                  <a:pt x="27516" y="1208"/>
                  <a:pt x="27433" y="1231"/>
                  <a:pt x="27357" y="1277"/>
                </a:cubicBezTo>
                <a:cubicBezTo>
                  <a:pt x="27281" y="1292"/>
                  <a:pt x="27205" y="1300"/>
                  <a:pt x="27129" y="1300"/>
                </a:cubicBezTo>
                <a:cubicBezTo>
                  <a:pt x="27053" y="1300"/>
                  <a:pt x="26977" y="1292"/>
                  <a:pt x="26901" y="1277"/>
                </a:cubicBezTo>
                <a:lnTo>
                  <a:pt x="26779" y="1186"/>
                </a:lnTo>
                <a:cubicBezTo>
                  <a:pt x="26597" y="1216"/>
                  <a:pt x="26475" y="1246"/>
                  <a:pt x="26323" y="1338"/>
                </a:cubicBezTo>
                <a:lnTo>
                  <a:pt x="26232" y="1338"/>
                </a:lnTo>
                <a:lnTo>
                  <a:pt x="26111" y="1368"/>
                </a:lnTo>
                <a:cubicBezTo>
                  <a:pt x="26070" y="1360"/>
                  <a:pt x="26027" y="1356"/>
                  <a:pt x="25983" y="1356"/>
                </a:cubicBezTo>
                <a:cubicBezTo>
                  <a:pt x="25863" y="1356"/>
                  <a:pt x="25736" y="1384"/>
                  <a:pt x="25624" y="1429"/>
                </a:cubicBezTo>
                <a:lnTo>
                  <a:pt x="25412" y="1368"/>
                </a:lnTo>
                <a:cubicBezTo>
                  <a:pt x="25323" y="1361"/>
                  <a:pt x="25234" y="1357"/>
                  <a:pt x="25145" y="1357"/>
                </a:cubicBezTo>
                <a:cubicBezTo>
                  <a:pt x="24840" y="1357"/>
                  <a:pt x="24539" y="1402"/>
                  <a:pt x="24256" y="1520"/>
                </a:cubicBezTo>
                <a:lnTo>
                  <a:pt x="23649" y="1520"/>
                </a:lnTo>
                <a:lnTo>
                  <a:pt x="23527" y="1368"/>
                </a:lnTo>
                <a:cubicBezTo>
                  <a:pt x="23466" y="1368"/>
                  <a:pt x="23436" y="1368"/>
                  <a:pt x="23375" y="1398"/>
                </a:cubicBezTo>
                <a:lnTo>
                  <a:pt x="23284" y="1459"/>
                </a:lnTo>
                <a:cubicBezTo>
                  <a:pt x="23257" y="1464"/>
                  <a:pt x="23226" y="1465"/>
                  <a:pt x="23193" y="1465"/>
                </a:cubicBezTo>
                <a:cubicBezTo>
                  <a:pt x="23034" y="1465"/>
                  <a:pt x="22819" y="1422"/>
                  <a:pt x="22721" y="1422"/>
                </a:cubicBezTo>
                <a:cubicBezTo>
                  <a:pt x="22700" y="1422"/>
                  <a:pt x="22685" y="1424"/>
                  <a:pt x="22676" y="1429"/>
                </a:cubicBezTo>
                <a:cubicBezTo>
                  <a:pt x="22554" y="1520"/>
                  <a:pt x="22433" y="1550"/>
                  <a:pt x="22281" y="1550"/>
                </a:cubicBezTo>
                <a:cubicBezTo>
                  <a:pt x="22220" y="1550"/>
                  <a:pt x="22159" y="1550"/>
                  <a:pt x="22098" y="1581"/>
                </a:cubicBezTo>
                <a:cubicBezTo>
                  <a:pt x="22038" y="1611"/>
                  <a:pt x="22007" y="1672"/>
                  <a:pt x="21946" y="1702"/>
                </a:cubicBezTo>
                <a:lnTo>
                  <a:pt x="21855" y="1672"/>
                </a:lnTo>
                <a:cubicBezTo>
                  <a:pt x="21794" y="1642"/>
                  <a:pt x="21673" y="1611"/>
                  <a:pt x="21642" y="1611"/>
                </a:cubicBezTo>
                <a:lnTo>
                  <a:pt x="21490" y="1763"/>
                </a:lnTo>
                <a:cubicBezTo>
                  <a:pt x="21444" y="1740"/>
                  <a:pt x="21401" y="1730"/>
                  <a:pt x="21364" y="1730"/>
                </a:cubicBezTo>
                <a:cubicBezTo>
                  <a:pt x="21256" y="1730"/>
                  <a:pt x="21194" y="1809"/>
                  <a:pt x="21217" y="1854"/>
                </a:cubicBezTo>
                <a:cubicBezTo>
                  <a:pt x="21217" y="1915"/>
                  <a:pt x="21338" y="2037"/>
                  <a:pt x="21490" y="2128"/>
                </a:cubicBezTo>
                <a:lnTo>
                  <a:pt x="21399" y="2249"/>
                </a:lnTo>
                <a:lnTo>
                  <a:pt x="21278" y="2371"/>
                </a:lnTo>
                <a:cubicBezTo>
                  <a:pt x="21187" y="2310"/>
                  <a:pt x="21065" y="2249"/>
                  <a:pt x="20943" y="2189"/>
                </a:cubicBezTo>
                <a:lnTo>
                  <a:pt x="20883" y="2189"/>
                </a:lnTo>
                <a:cubicBezTo>
                  <a:pt x="20700" y="2219"/>
                  <a:pt x="20518" y="2249"/>
                  <a:pt x="20335" y="2249"/>
                </a:cubicBezTo>
                <a:cubicBezTo>
                  <a:pt x="20183" y="2249"/>
                  <a:pt x="20183" y="2037"/>
                  <a:pt x="20214" y="1976"/>
                </a:cubicBezTo>
                <a:cubicBezTo>
                  <a:pt x="20275" y="1915"/>
                  <a:pt x="20275" y="1854"/>
                  <a:pt x="20275" y="1854"/>
                </a:cubicBezTo>
                <a:lnTo>
                  <a:pt x="20275" y="1854"/>
                </a:lnTo>
                <a:cubicBezTo>
                  <a:pt x="20163" y="1877"/>
                  <a:pt x="20067" y="1948"/>
                  <a:pt x="19989" y="1948"/>
                </a:cubicBezTo>
                <a:cubicBezTo>
                  <a:pt x="19960" y="1948"/>
                  <a:pt x="19934" y="1939"/>
                  <a:pt x="19910" y="1915"/>
                </a:cubicBezTo>
                <a:cubicBezTo>
                  <a:pt x="19819" y="1854"/>
                  <a:pt x="19576" y="1915"/>
                  <a:pt x="19576" y="1733"/>
                </a:cubicBezTo>
                <a:cubicBezTo>
                  <a:pt x="19576" y="1702"/>
                  <a:pt x="19515" y="1702"/>
                  <a:pt x="19515" y="1702"/>
                </a:cubicBezTo>
                <a:cubicBezTo>
                  <a:pt x="19416" y="1764"/>
                  <a:pt x="19307" y="1781"/>
                  <a:pt x="19195" y="1781"/>
                </a:cubicBezTo>
                <a:cubicBezTo>
                  <a:pt x="19063" y="1781"/>
                  <a:pt x="18926" y="1758"/>
                  <a:pt x="18794" y="1758"/>
                </a:cubicBezTo>
                <a:cubicBezTo>
                  <a:pt x="18760" y="1758"/>
                  <a:pt x="18727" y="1759"/>
                  <a:pt x="18694" y="1763"/>
                </a:cubicBezTo>
                <a:cubicBezTo>
                  <a:pt x="18481" y="1794"/>
                  <a:pt x="18299" y="1824"/>
                  <a:pt x="18117" y="1854"/>
                </a:cubicBezTo>
                <a:lnTo>
                  <a:pt x="18025" y="1885"/>
                </a:lnTo>
                <a:cubicBezTo>
                  <a:pt x="17965" y="1930"/>
                  <a:pt x="17896" y="1953"/>
                  <a:pt x="17828" y="1953"/>
                </a:cubicBezTo>
                <a:cubicBezTo>
                  <a:pt x="17759" y="1953"/>
                  <a:pt x="17691" y="1930"/>
                  <a:pt x="17630" y="1885"/>
                </a:cubicBezTo>
                <a:cubicBezTo>
                  <a:pt x="17628" y="1882"/>
                  <a:pt x="17625" y="1881"/>
                  <a:pt x="17621" y="1881"/>
                </a:cubicBezTo>
                <a:cubicBezTo>
                  <a:pt x="17573" y="1881"/>
                  <a:pt x="17415" y="2044"/>
                  <a:pt x="17387" y="2128"/>
                </a:cubicBezTo>
                <a:cubicBezTo>
                  <a:pt x="17378" y="2156"/>
                  <a:pt x="17369" y="2166"/>
                  <a:pt x="17359" y="2166"/>
                </a:cubicBezTo>
                <a:cubicBezTo>
                  <a:pt x="17338" y="2166"/>
                  <a:pt x="17317" y="2109"/>
                  <a:pt x="17296" y="2067"/>
                </a:cubicBezTo>
                <a:cubicBezTo>
                  <a:pt x="17296" y="2031"/>
                  <a:pt x="17277" y="2019"/>
                  <a:pt x="17251" y="2019"/>
                </a:cubicBezTo>
                <a:cubicBezTo>
                  <a:pt x="17210" y="2019"/>
                  <a:pt x="17150" y="2049"/>
                  <a:pt x="17113" y="2067"/>
                </a:cubicBezTo>
                <a:cubicBezTo>
                  <a:pt x="17109" y="2071"/>
                  <a:pt x="17105" y="2073"/>
                  <a:pt x="17100" y="2073"/>
                </a:cubicBezTo>
                <a:cubicBezTo>
                  <a:pt x="17067" y="2073"/>
                  <a:pt x="17014" y="1994"/>
                  <a:pt x="16962" y="1915"/>
                </a:cubicBezTo>
                <a:lnTo>
                  <a:pt x="16779" y="1946"/>
                </a:lnTo>
                <a:cubicBezTo>
                  <a:pt x="16675" y="1972"/>
                  <a:pt x="16570" y="2043"/>
                  <a:pt x="16504" y="2043"/>
                </a:cubicBezTo>
                <a:cubicBezTo>
                  <a:pt x="16493" y="2043"/>
                  <a:pt x="16484" y="2041"/>
                  <a:pt x="16475" y="2037"/>
                </a:cubicBezTo>
                <a:cubicBezTo>
                  <a:pt x="16427" y="2001"/>
                  <a:pt x="16384" y="1989"/>
                  <a:pt x="16346" y="1989"/>
                </a:cubicBezTo>
                <a:cubicBezTo>
                  <a:pt x="16287" y="1989"/>
                  <a:pt x="16239" y="2018"/>
                  <a:pt x="16202" y="2037"/>
                </a:cubicBezTo>
                <a:cubicBezTo>
                  <a:pt x="16126" y="2052"/>
                  <a:pt x="16050" y="2059"/>
                  <a:pt x="15974" y="2059"/>
                </a:cubicBezTo>
                <a:cubicBezTo>
                  <a:pt x="15898" y="2059"/>
                  <a:pt x="15822" y="2052"/>
                  <a:pt x="15746" y="2037"/>
                </a:cubicBezTo>
                <a:cubicBezTo>
                  <a:pt x="15719" y="2028"/>
                  <a:pt x="15684" y="2024"/>
                  <a:pt x="15649" y="2024"/>
                </a:cubicBezTo>
                <a:cubicBezTo>
                  <a:pt x="15563" y="2024"/>
                  <a:pt x="15472" y="2046"/>
                  <a:pt x="15472" y="2067"/>
                </a:cubicBezTo>
                <a:cubicBezTo>
                  <a:pt x="15445" y="2161"/>
                  <a:pt x="15394" y="2190"/>
                  <a:pt x="15338" y="2190"/>
                </a:cubicBezTo>
                <a:cubicBezTo>
                  <a:pt x="15268" y="2190"/>
                  <a:pt x="15189" y="2145"/>
                  <a:pt x="15138" y="2128"/>
                </a:cubicBezTo>
                <a:cubicBezTo>
                  <a:pt x="15097" y="2101"/>
                  <a:pt x="15062" y="2086"/>
                  <a:pt x="15033" y="2086"/>
                </a:cubicBezTo>
                <a:cubicBezTo>
                  <a:pt x="14998" y="2086"/>
                  <a:pt x="14972" y="2108"/>
                  <a:pt x="14955" y="2158"/>
                </a:cubicBezTo>
                <a:cubicBezTo>
                  <a:pt x="14925" y="2234"/>
                  <a:pt x="14895" y="2265"/>
                  <a:pt x="14857" y="2265"/>
                </a:cubicBezTo>
                <a:cubicBezTo>
                  <a:pt x="14819" y="2265"/>
                  <a:pt x="14773" y="2234"/>
                  <a:pt x="14712" y="2189"/>
                </a:cubicBezTo>
                <a:cubicBezTo>
                  <a:pt x="14690" y="2166"/>
                  <a:pt x="14667" y="2095"/>
                  <a:pt x="14609" y="2095"/>
                </a:cubicBezTo>
                <a:cubicBezTo>
                  <a:pt x="14588" y="2095"/>
                  <a:pt x="14562" y="2104"/>
                  <a:pt x="14530" y="2128"/>
                </a:cubicBezTo>
                <a:lnTo>
                  <a:pt x="14469" y="2189"/>
                </a:lnTo>
                <a:cubicBezTo>
                  <a:pt x="14378" y="2249"/>
                  <a:pt x="14226" y="2493"/>
                  <a:pt x="14135" y="2493"/>
                </a:cubicBezTo>
                <a:cubicBezTo>
                  <a:pt x="14013" y="2462"/>
                  <a:pt x="13952" y="2401"/>
                  <a:pt x="13892" y="2310"/>
                </a:cubicBezTo>
                <a:cubicBezTo>
                  <a:pt x="13892" y="2295"/>
                  <a:pt x="13831" y="2287"/>
                  <a:pt x="13732" y="2287"/>
                </a:cubicBezTo>
                <a:cubicBezTo>
                  <a:pt x="13633" y="2287"/>
                  <a:pt x="13496" y="2295"/>
                  <a:pt x="13344" y="2310"/>
                </a:cubicBezTo>
                <a:lnTo>
                  <a:pt x="13101" y="2371"/>
                </a:lnTo>
                <a:lnTo>
                  <a:pt x="13040" y="2371"/>
                </a:lnTo>
                <a:cubicBezTo>
                  <a:pt x="13010" y="2401"/>
                  <a:pt x="12949" y="2493"/>
                  <a:pt x="12888" y="2553"/>
                </a:cubicBezTo>
                <a:lnTo>
                  <a:pt x="12797" y="2462"/>
                </a:lnTo>
                <a:cubicBezTo>
                  <a:pt x="12737" y="2401"/>
                  <a:pt x="12676" y="2379"/>
                  <a:pt x="12607" y="2379"/>
                </a:cubicBezTo>
                <a:cubicBezTo>
                  <a:pt x="12539" y="2379"/>
                  <a:pt x="12463" y="2401"/>
                  <a:pt x="12372" y="2432"/>
                </a:cubicBezTo>
                <a:cubicBezTo>
                  <a:pt x="12159" y="2462"/>
                  <a:pt x="11916" y="2493"/>
                  <a:pt x="11673" y="2523"/>
                </a:cubicBezTo>
                <a:lnTo>
                  <a:pt x="11581" y="2523"/>
                </a:lnTo>
                <a:cubicBezTo>
                  <a:pt x="11551" y="2569"/>
                  <a:pt x="11483" y="2584"/>
                  <a:pt x="11414" y="2584"/>
                </a:cubicBezTo>
                <a:cubicBezTo>
                  <a:pt x="11346" y="2584"/>
                  <a:pt x="11278" y="2569"/>
                  <a:pt x="11247" y="2553"/>
                </a:cubicBezTo>
                <a:cubicBezTo>
                  <a:pt x="11243" y="2545"/>
                  <a:pt x="11238" y="2541"/>
                  <a:pt x="11231" y="2541"/>
                </a:cubicBezTo>
                <a:cubicBezTo>
                  <a:pt x="11193" y="2541"/>
                  <a:pt x="11126" y="2688"/>
                  <a:pt x="11126" y="2766"/>
                </a:cubicBezTo>
                <a:cubicBezTo>
                  <a:pt x="11156" y="2857"/>
                  <a:pt x="11156" y="2979"/>
                  <a:pt x="11156" y="3101"/>
                </a:cubicBezTo>
                <a:cubicBezTo>
                  <a:pt x="11147" y="3119"/>
                  <a:pt x="11131" y="3127"/>
                  <a:pt x="11115" y="3127"/>
                </a:cubicBezTo>
                <a:cubicBezTo>
                  <a:pt x="11078" y="3127"/>
                  <a:pt x="11034" y="3091"/>
                  <a:pt x="11034" y="3070"/>
                </a:cubicBezTo>
                <a:cubicBezTo>
                  <a:pt x="11029" y="3065"/>
                  <a:pt x="11018" y="3062"/>
                  <a:pt x="11004" y="3062"/>
                </a:cubicBezTo>
                <a:cubicBezTo>
                  <a:pt x="10941" y="3062"/>
                  <a:pt x="10810" y="3112"/>
                  <a:pt x="10761" y="3161"/>
                </a:cubicBezTo>
                <a:cubicBezTo>
                  <a:pt x="10754" y="3164"/>
                  <a:pt x="10747" y="3165"/>
                  <a:pt x="10741" y="3165"/>
                </a:cubicBezTo>
                <a:cubicBezTo>
                  <a:pt x="10661" y="3165"/>
                  <a:pt x="10609" y="3005"/>
                  <a:pt x="10609" y="2949"/>
                </a:cubicBezTo>
                <a:cubicBezTo>
                  <a:pt x="10609" y="2888"/>
                  <a:pt x="10578" y="2827"/>
                  <a:pt x="10548" y="2827"/>
                </a:cubicBezTo>
                <a:cubicBezTo>
                  <a:pt x="10457" y="2797"/>
                  <a:pt x="10335" y="2766"/>
                  <a:pt x="10244" y="2766"/>
                </a:cubicBezTo>
                <a:lnTo>
                  <a:pt x="10122" y="2766"/>
                </a:lnTo>
                <a:cubicBezTo>
                  <a:pt x="10031" y="2766"/>
                  <a:pt x="9940" y="2797"/>
                  <a:pt x="9849" y="2827"/>
                </a:cubicBezTo>
                <a:cubicBezTo>
                  <a:pt x="9849" y="2857"/>
                  <a:pt x="9697" y="3131"/>
                  <a:pt x="9545" y="3131"/>
                </a:cubicBezTo>
                <a:cubicBezTo>
                  <a:pt x="9423" y="3131"/>
                  <a:pt x="9454" y="3009"/>
                  <a:pt x="9515" y="2979"/>
                </a:cubicBezTo>
                <a:cubicBezTo>
                  <a:pt x="9558" y="2957"/>
                  <a:pt x="9509" y="2936"/>
                  <a:pt x="9413" y="2936"/>
                </a:cubicBezTo>
                <a:cubicBezTo>
                  <a:pt x="9373" y="2936"/>
                  <a:pt x="9325" y="2940"/>
                  <a:pt x="9271" y="2949"/>
                </a:cubicBezTo>
                <a:lnTo>
                  <a:pt x="9089" y="2888"/>
                </a:lnTo>
                <a:lnTo>
                  <a:pt x="8907" y="2827"/>
                </a:lnTo>
                <a:cubicBezTo>
                  <a:pt x="8755" y="2949"/>
                  <a:pt x="8572" y="3009"/>
                  <a:pt x="8390" y="3009"/>
                </a:cubicBezTo>
                <a:lnTo>
                  <a:pt x="8299" y="2979"/>
                </a:lnTo>
                <a:lnTo>
                  <a:pt x="8238" y="2979"/>
                </a:lnTo>
                <a:cubicBezTo>
                  <a:pt x="8208" y="2979"/>
                  <a:pt x="8177" y="3009"/>
                  <a:pt x="8177" y="3070"/>
                </a:cubicBezTo>
                <a:cubicBezTo>
                  <a:pt x="8268" y="3101"/>
                  <a:pt x="8329" y="3161"/>
                  <a:pt x="8420" y="3192"/>
                </a:cubicBezTo>
                <a:lnTo>
                  <a:pt x="8512" y="3222"/>
                </a:lnTo>
                <a:cubicBezTo>
                  <a:pt x="8529" y="3213"/>
                  <a:pt x="8547" y="3210"/>
                  <a:pt x="8565" y="3210"/>
                </a:cubicBezTo>
                <a:cubicBezTo>
                  <a:pt x="8608" y="3210"/>
                  <a:pt x="8651" y="3231"/>
                  <a:pt x="8694" y="3253"/>
                </a:cubicBezTo>
                <a:cubicBezTo>
                  <a:pt x="8572" y="3313"/>
                  <a:pt x="8451" y="3374"/>
                  <a:pt x="8299" y="3404"/>
                </a:cubicBezTo>
                <a:cubicBezTo>
                  <a:pt x="8208" y="3465"/>
                  <a:pt x="8177" y="3526"/>
                  <a:pt x="8177" y="3556"/>
                </a:cubicBezTo>
                <a:cubicBezTo>
                  <a:pt x="8268" y="3617"/>
                  <a:pt x="8360" y="3678"/>
                  <a:pt x="8451" y="3708"/>
                </a:cubicBezTo>
                <a:cubicBezTo>
                  <a:pt x="8484" y="3731"/>
                  <a:pt x="8517" y="3749"/>
                  <a:pt x="8549" y="3766"/>
                </a:cubicBezTo>
                <a:lnTo>
                  <a:pt x="8549" y="3766"/>
                </a:lnTo>
                <a:cubicBezTo>
                  <a:pt x="8491" y="3788"/>
                  <a:pt x="8425" y="3800"/>
                  <a:pt x="8360" y="3800"/>
                </a:cubicBezTo>
                <a:lnTo>
                  <a:pt x="8360" y="3860"/>
                </a:lnTo>
                <a:lnTo>
                  <a:pt x="8360" y="3921"/>
                </a:lnTo>
                <a:cubicBezTo>
                  <a:pt x="8390" y="3952"/>
                  <a:pt x="8238" y="4012"/>
                  <a:pt x="8177" y="4012"/>
                </a:cubicBezTo>
                <a:cubicBezTo>
                  <a:pt x="8116" y="4012"/>
                  <a:pt x="8056" y="3982"/>
                  <a:pt x="8056" y="3982"/>
                </a:cubicBezTo>
                <a:lnTo>
                  <a:pt x="8177" y="3708"/>
                </a:lnTo>
                <a:cubicBezTo>
                  <a:pt x="8208" y="3648"/>
                  <a:pt x="8147" y="3587"/>
                  <a:pt x="8025" y="3556"/>
                </a:cubicBezTo>
                <a:lnTo>
                  <a:pt x="8025" y="3678"/>
                </a:lnTo>
                <a:cubicBezTo>
                  <a:pt x="8025" y="3708"/>
                  <a:pt x="8056" y="3769"/>
                  <a:pt x="8025" y="3800"/>
                </a:cubicBezTo>
                <a:lnTo>
                  <a:pt x="7995" y="3830"/>
                </a:lnTo>
                <a:cubicBezTo>
                  <a:pt x="7904" y="3830"/>
                  <a:pt x="7873" y="3830"/>
                  <a:pt x="7873" y="3800"/>
                </a:cubicBezTo>
                <a:lnTo>
                  <a:pt x="7873" y="3739"/>
                </a:lnTo>
                <a:cubicBezTo>
                  <a:pt x="7843" y="3678"/>
                  <a:pt x="7782" y="3617"/>
                  <a:pt x="7721" y="3556"/>
                </a:cubicBezTo>
                <a:lnTo>
                  <a:pt x="7630" y="3496"/>
                </a:lnTo>
                <a:lnTo>
                  <a:pt x="7569" y="3465"/>
                </a:lnTo>
                <a:cubicBezTo>
                  <a:pt x="7563" y="3463"/>
                  <a:pt x="7558" y="3462"/>
                  <a:pt x="7553" y="3462"/>
                </a:cubicBezTo>
                <a:cubicBezTo>
                  <a:pt x="7482" y="3462"/>
                  <a:pt x="7510" y="3652"/>
                  <a:pt x="7539" y="3708"/>
                </a:cubicBezTo>
                <a:cubicBezTo>
                  <a:pt x="7600" y="3769"/>
                  <a:pt x="7478" y="3860"/>
                  <a:pt x="7417" y="3891"/>
                </a:cubicBezTo>
                <a:cubicBezTo>
                  <a:pt x="7356" y="3921"/>
                  <a:pt x="7630" y="3952"/>
                  <a:pt x="7691" y="3952"/>
                </a:cubicBezTo>
                <a:cubicBezTo>
                  <a:pt x="7782" y="3952"/>
                  <a:pt x="7782" y="4012"/>
                  <a:pt x="7752" y="4043"/>
                </a:cubicBezTo>
                <a:lnTo>
                  <a:pt x="7691" y="4073"/>
                </a:lnTo>
                <a:lnTo>
                  <a:pt x="7478" y="4225"/>
                </a:lnTo>
                <a:cubicBezTo>
                  <a:pt x="7355" y="4151"/>
                  <a:pt x="7151" y="4057"/>
                  <a:pt x="7062" y="4057"/>
                </a:cubicBezTo>
                <a:cubicBezTo>
                  <a:pt x="7042" y="4057"/>
                  <a:pt x="7028" y="4062"/>
                  <a:pt x="7022" y="4073"/>
                </a:cubicBezTo>
                <a:cubicBezTo>
                  <a:pt x="6931" y="4164"/>
                  <a:pt x="6840" y="4225"/>
                  <a:pt x="6718" y="4286"/>
                </a:cubicBezTo>
                <a:lnTo>
                  <a:pt x="6657" y="4256"/>
                </a:lnTo>
                <a:lnTo>
                  <a:pt x="6414" y="4164"/>
                </a:lnTo>
                <a:lnTo>
                  <a:pt x="6414" y="4164"/>
                </a:lnTo>
                <a:cubicBezTo>
                  <a:pt x="6262" y="4316"/>
                  <a:pt x="6293" y="4438"/>
                  <a:pt x="6445" y="4438"/>
                </a:cubicBezTo>
                <a:lnTo>
                  <a:pt x="6566" y="4468"/>
                </a:lnTo>
                <a:lnTo>
                  <a:pt x="6657" y="4529"/>
                </a:lnTo>
                <a:cubicBezTo>
                  <a:pt x="6742" y="4571"/>
                  <a:pt x="6833" y="4594"/>
                  <a:pt x="6925" y="4594"/>
                </a:cubicBezTo>
                <a:cubicBezTo>
                  <a:pt x="7031" y="4594"/>
                  <a:pt x="7137" y="4564"/>
                  <a:pt x="7235" y="4499"/>
                </a:cubicBezTo>
                <a:lnTo>
                  <a:pt x="7417" y="4468"/>
                </a:lnTo>
                <a:lnTo>
                  <a:pt x="7630" y="4408"/>
                </a:lnTo>
                <a:cubicBezTo>
                  <a:pt x="7727" y="4577"/>
                  <a:pt x="7862" y="4669"/>
                  <a:pt x="7944" y="4669"/>
                </a:cubicBezTo>
                <a:cubicBezTo>
                  <a:pt x="7965" y="4669"/>
                  <a:pt x="7982" y="4663"/>
                  <a:pt x="7995" y="4651"/>
                </a:cubicBezTo>
                <a:lnTo>
                  <a:pt x="8056" y="4620"/>
                </a:lnTo>
                <a:cubicBezTo>
                  <a:pt x="8071" y="4605"/>
                  <a:pt x="8094" y="4598"/>
                  <a:pt x="8113" y="4598"/>
                </a:cubicBezTo>
                <a:cubicBezTo>
                  <a:pt x="8132" y="4598"/>
                  <a:pt x="8147" y="4605"/>
                  <a:pt x="8147" y="4620"/>
                </a:cubicBezTo>
                <a:cubicBezTo>
                  <a:pt x="8177" y="4651"/>
                  <a:pt x="8208" y="4681"/>
                  <a:pt x="8208" y="4712"/>
                </a:cubicBezTo>
                <a:cubicBezTo>
                  <a:pt x="8177" y="4803"/>
                  <a:pt x="8147" y="4863"/>
                  <a:pt x="8116" y="4955"/>
                </a:cubicBezTo>
                <a:lnTo>
                  <a:pt x="8360" y="4955"/>
                </a:lnTo>
                <a:cubicBezTo>
                  <a:pt x="8420" y="4955"/>
                  <a:pt x="8481" y="4955"/>
                  <a:pt x="8542" y="4985"/>
                </a:cubicBezTo>
                <a:lnTo>
                  <a:pt x="8633" y="5046"/>
                </a:lnTo>
                <a:cubicBezTo>
                  <a:pt x="8755" y="4955"/>
                  <a:pt x="8876" y="4894"/>
                  <a:pt x="9028" y="4863"/>
                </a:cubicBezTo>
                <a:lnTo>
                  <a:pt x="9150" y="4833"/>
                </a:lnTo>
                <a:lnTo>
                  <a:pt x="9180" y="4833"/>
                </a:lnTo>
                <a:cubicBezTo>
                  <a:pt x="9241" y="4833"/>
                  <a:pt x="9241" y="4772"/>
                  <a:pt x="9241" y="4742"/>
                </a:cubicBezTo>
                <a:lnTo>
                  <a:pt x="9211" y="4712"/>
                </a:lnTo>
                <a:lnTo>
                  <a:pt x="9180" y="4681"/>
                </a:lnTo>
                <a:cubicBezTo>
                  <a:pt x="9089" y="4681"/>
                  <a:pt x="9150" y="4620"/>
                  <a:pt x="9211" y="4590"/>
                </a:cubicBezTo>
                <a:cubicBezTo>
                  <a:pt x="9241" y="4590"/>
                  <a:pt x="9150" y="4529"/>
                  <a:pt x="9119" y="4529"/>
                </a:cubicBezTo>
                <a:cubicBezTo>
                  <a:pt x="9059" y="4499"/>
                  <a:pt x="9119" y="4438"/>
                  <a:pt x="9211" y="4377"/>
                </a:cubicBezTo>
                <a:lnTo>
                  <a:pt x="9271" y="4377"/>
                </a:lnTo>
                <a:cubicBezTo>
                  <a:pt x="9363" y="4408"/>
                  <a:pt x="9423" y="4468"/>
                  <a:pt x="9454" y="4529"/>
                </a:cubicBezTo>
                <a:lnTo>
                  <a:pt x="9515" y="4651"/>
                </a:lnTo>
                <a:cubicBezTo>
                  <a:pt x="9553" y="4766"/>
                  <a:pt x="9616" y="4809"/>
                  <a:pt x="9672" y="4809"/>
                </a:cubicBezTo>
                <a:cubicBezTo>
                  <a:pt x="9705" y="4809"/>
                  <a:pt x="9735" y="4795"/>
                  <a:pt x="9758" y="4772"/>
                </a:cubicBezTo>
                <a:cubicBezTo>
                  <a:pt x="9764" y="4759"/>
                  <a:pt x="9772" y="4753"/>
                  <a:pt x="9780" y="4753"/>
                </a:cubicBezTo>
                <a:cubicBezTo>
                  <a:pt x="9811" y="4753"/>
                  <a:pt x="9849" y="4835"/>
                  <a:pt x="9849" y="4955"/>
                </a:cubicBezTo>
                <a:lnTo>
                  <a:pt x="9697" y="5046"/>
                </a:lnTo>
                <a:cubicBezTo>
                  <a:pt x="9545" y="5107"/>
                  <a:pt x="9332" y="5137"/>
                  <a:pt x="9241" y="5319"/>
                </a:cubicBezTo>
                <a:cubicBezTo>
                  <a:pt x="9220" y="5341"/>
                  <a:pt x="9183" y="5362"/>
                  <a:pt x="9152" y="5362"/>
                </a:cubicBezTo>
                <a:cubicBezTo>
                  <a:pt x="9140" y="5362"/>
                  <a:pt x="9128" y="5359"/>
                  <a:pt x="9119" y="5350"/>
                </a:cubicBezTo>
                <a:cubicBezTo>
                  <a:pt x="9028" y="5319"/>
                  <a:pt x="8876" y="5259"/>
                  <a:pt x="8846" y="5198"/>
                </a:cubicBezTo>
                <a:cubicBezTo>
                  <a:pt x="8826" y="5117"/>
                  <a:pt x="8778" y="5103"/>
                  <a:pt x="8722" y="5103"/>
                </a:cubicBezTo>
                <a:cubicBezTo>
                  <a:pt x="8694" y="5103"/>
                  <a:pt x="8663" y="5107"/>
                  <a:pt x="8633" y="5107"/>
                </a:cubicBezTo>
                <a:cubicBezTo>
                  <a:pt x="8512" y="5137"/>
                  <a:pt x="8360" y="5198"/>
                  <a:pt x="8238" y="5228"/>
                </a:cubicBezTo>
                <a:cubicBezTo>
                  <a:pt x="8178" y="5264"/>
                  <a:pt x="8137" y="5281"/>
                  <a:pt x="8107" y="5281"/>
                </a:cubicBezTo>
                <a:cubicBezTo>
                  <a:pt x="8062" y="5281"/>
                  <a:pt x="8044" y="5241"/>
                  <a:pt x="8025" y="5167"/>
                </a:cubicBezTo>
                <a:lnTo>
                  <a:pt x="8025" y="5076"/>
                </a:lnTo>
                <a:cubicBezTo>
                  <a:pt x="7904" y="5137"/>
                  <a:pt x="7660" y="5441"/>
                  <a:pt x="7569" y="5502"/>
                </a:cubicBezTo>
                <a:cubicBezTo>
                  <a:pt x="7537" y="5523"/>
                  <a:pt x="7501" y="5533"/>
                  <a:pt x="7466" y="5533"/>
                </a:cubicBezTo>
                <a:cubicBezTo>
                  <a:pt x="7403" y="5533"/>
                  <a:pt x="7346" y="5500"/>
                  <a:pt x="7326" y="5441"/>
                </a:cubicBezTo>
                <a:cubicBezTo>
                  <a:pt x="7311" y="5411"/>
                  <a:pt x="7288" y="5395"/>
                  <a:pt x="7261" y="5395"/>
                </a:cubicBezTo>
                <a:cubicBezTo>
                  <a:pt x="7235" y="5395"/>
                  <a:pt x="7204" y="5411"/>
                  <a:pt x="7174" y="5441"/>
                </a:cubicBezTo>
                <a:lnTo>
                  <a:pt x="7113" y="5502"/>
                </a:lnTo>
                <a:cubicBezTo>
                  <a:pt x="7053" y="5532"/>
                  <a:pt x="6992" y="5623"/>
                  <a:pt x="6992" y="5654"/>
                </a:cubicBezTo>
                <a:lnTo>
                  <a:pt x="7053" y="5715"/>
                </a:lnTo>
                <a:cubicBezTo>
                  <a:pt x="7083" y="5806"/>
                  <a:pt x="7144" y="5867"/>
                  <a:pt x="7174" y="5867"/>
                </a:cubicBezTo>
                <a:lnTo>
                  <a:pt x="7174" y="5927"/>
                </a:lnTo>
                <a:cubicBezTo>
                  <a:pt x="7193" y="5965"/>
                  <a:pt x="7235" y="5991"/>
                  <a:pt x="7286" y="5991"/>
                </a:cubicBezTo>
                <a:cubicBezTo>
                  <a:pt x="7317" y="5991"/>
                  <a:pt x="7352" y="5981"/>
                  <a:pt x="7387" y="5958"/>
                </a:cubicBezTo>
                <a:lnTo>
                  <a:pt x="7387" y="6079"/>
                </a:lnTo>
                <a:lnTo>
                  <a:pt x="7387" y="6231"/>
                </a:lnTo>
                <a:cubicBezTo>
                  <a:pt x="7539" y="6353"/>
                  <a:pt x="7569" y="6474"/>
                  <a:pt x="7448" y="6474"/>
                </a:cubicBezTo>
                <a:lnTo>
                  <a:pt x="7356" y="6444"/>
                </a:lnTo>
                <a:cubicBezTo>
                  <a:pt x="7306" y="6411"/>
                  <a:pt x="7266" y="6387"/>
                  <a:pt x="7229" y="6387"/>
                </a:cubicBezTo>
                <a:cubicBezTo>
                  <a:pt x="7199" y="6387"/>
                  <a:pt x="7171" y="6403"/>
                  <a:pt x="7144" y="6444"/>
                </a:cubicBezTo>
                <a:cubicBezTo>
                  <a:pt x="7083" y="6535"/>
                  <a:pt x="6961" y="6505"/>
                  <a:pt x="6870" y="6535"/>
                </a:cubicBezTo>
                <a:cubicBezTo>
                  <a:pt x="6809" y="6566"/>
                  <a:pt x="6718" y="6596"/>
                  <a:pt x="6688" y="6657"/>
                </a:cubicBezTo>
                <a:lnTo>
                  <a:pt x="6688" y="6687"/>
                </a:lnTo>
                <a:lnTo>
                  <a:pt x="6688" y="6718"/>
                </a:lnTo>
                <a:cubicBezTo>
                  <a:pt x="6597" y="6809"/>
                  <a:pt x="6505" y="6900"/>
                  <a:pt x="6414" y="6991"/>
                </a:cubicBezTo>
                <a:cubicBezTo>
                  <a:pt x="6323" y="7052"/>
                  <a:pt x="6445" y="7113"/>
                  <a:pt x="6475" y="7113"/>
                </a:cubicBezTo>
                <a:cubicBezTo>
                  <a:pt x="6505" y="7113"/>
                  <a:pt x="6779" y="7265"/>
                  <a:pt x="6749" y="7295"/>
                </a:cubicBezTo>
                <a:cubicBezTo>
                  <a:pt x="6657" y="7356"/>
                  <a:pt x="6597" y="7447"/>
                  <a:pt x="6566" y="7508"/>
                </a:cubicBezTo>
                <a:lnTo>
                  <a:pt x="6566" y="7599"/>
                </a:lnTo>
                <a:lnTo>
                  <a:pt x="6566" y="7690"/>
                </a:lnTo>
                <a:cubicBezTo>
                  <a:pt x="6505" y="7781"/>
                  <a:pt x="6384" y="7842"/>
                  <a:pt x="6262" y="7842"/>
                </a:cubicBezTo>
                <a:lnTo>
                  <a:pt x="6201" y="7842"/>
                </a:lnTo>
                <a:cubicBezTo>
                  <a:pt x="6171" y="7812"/>
                  <a:pt x="6384" y="7417"/>
                  <a:pt x="6293" y="7356"/>
                </a:cubicBezTo>
                <a:cubicBezTo>
                  <a:pt x="6171" y="7265"/>
                  <a:pt x="6080" y="7234"/>
                  <a:pt x="6080" y="7234"/>
                </a:cubicBezTo>
                <a:lnTo>
                  <a:pt x="5989" y="7265"/>
                </a:lnTo>
                <a:lnTo>
                  <a:pt x="5958" y="7265"/>
                </a:lnTo>
                <a:cubicBezTo>
                  <a:pt x="5837" y="7234"/>
                  <a:pt x="5533" y="7113"/>
                  <a:pt x="5472" y="7052"/>
                </a:cubicBezTo>
                <a:cubicBezTo>
                  <a:pt x="5466" y="7049"/>
                  <a:pt x="5459" y="7047"/>
                  <a:pt x="5453" y="7047"/>
                </a:cubicBezTo>
                <a:cubicBezTo>
                  <a:pt x="5400" y="7047"/>
                  <a:pt x="5357" y="7159"/>
                  <a:pt x="5411" y="7295"/>
                </a:cubicBezTo>
                <a:lnTo>
                  <a:pt x="5350" y="7386"/>
                </a:lnTo>
                <a:lnTo>
                  <a:pt x="5290" y="7478"/>
                </a:lnTo>
                <a:cubicBezTo>
                  <a:pt x="5264" y="7486"/>
                  <a:pt x="5239" y="7490"/>
                  <a:pt x="5216" y="7490"/>
                </a:cubicBezTo>
                <a:cubicBezTo>
                  <a:pt x="5078" y="7490"/>
                  <a:pt x="5003" y="7352"/>
                  <a:pt x="5107" y="7326"/>
                </a:cubicBezTo>
                <a:cubicBezTo>
                  <a:pt x="5198" y="7326"/>
                  <a:pt x="5229" y="7265"/>
                  <a:pt x="5138" y="7204"/>
                </a:cubicBezTo>
                <a:lnTo>
                  <a:pt x="5138" y="7204"/>
                </a:lnTo>
                <a:lnTo>
                  <a:pt x="5046" y="7234"/>
                </a:lnTo>
                <a:lnTo>
                  <a:pt x="4864" y="7265"/>
                </a:lnTo>
                <a:lnTo>
                  <a:pt x="4378" y="7022"/>
                </a:lnTo>
                <a:lnTo>
                  <a:pt x="4317" y="7022"/>
                </a:lnTo>
                <a:cubicBezTo>
                  <a:pt x="4286" y="7022"/>
                  <a:pt x="4256" y="7052"/>
                  <a:pt x="4256" y="7082"/>
                </a:cubicBezTo>
                <a:lnTo>
                  <a:pt x="4256" y="7174"/>
                </a:lnTo>
                <a:cubicBezTo>
                  <a:pt x="4256" y="7234"/>
                  <a:pt x="3983" y="7386"/>
                  <a:pt x="3922" y="7386"/>
                </a:cubicBezTo>
                <a:cubicBezTo>
                  <a:pt x="3912" y="7390"/>
                  <a:pt x="3903" y="7391"/>
                  <a:pt x="3894" y="7391"/>
                </a:cubicBezTo>
                <a:cubicBezTo>
                  <a:pt x="3825" y="7391"/>
                  <a:pt x="3803" y="7289"/>
                  <a:pt x="3831" y="7234"/>
                </a:cubicBezTo>
                <a:cubicBezTo>
                  <a:pt x="3831" y="7220"/>
                  <a:pt x="3822" y="7214"/>
                  <a:pt x="3809" y="7214"/>
                </a:cubicBezTo>
                <a:cubicBezTo>
                  <a:pt x="3765" y="7214"/>
                  <a:pt x="3664" y="7279"/>
                  <a:pt x="3618" y="7326"/>
                </a:cubicBezTo>
                <a:cubicBezTo>
                  <a:pt x="3587" y="7356"/>
                  <a:pt x="3648" y="7538"/>
                  <a:pt x="3679" y="7599"/>
                </a:cubicBezTo>
                <a:cubicBezTo>
                  <a:pt x="3709" y="7660"/>
                  <a:pt x="3739" y="7721"/>
                  <a:pt x="3739" y="7781"/>
                </a:cubicBezTo>
                <a:lnTo>
                  <a:pt x="3739" y="7812"/>
                </a:lnTo>
                <a:cubicBezTo>
                  <a:pt x="3674" y="7877"/>
                  <a:pt x="3592" y="7907"/>
                  <a:pt x="3506" y="7907"/>
                </a:cubicBezTo>
                <a:cubicBezTo>
                  <a:pt x="3431" y="7907"/>
                  <a:pt x="3354" y="7885"/>
                  <a:pt x="3283" y="7842"/>
                </a:cubicBezTo>
                <a:lnTo>
                  <a:pt x="3253" y="7781"/>
                </a:lnTo>
                <a:cubicBezTo>
                  <a:pt x="3247" y="7770"/>
                  <a:pt x="3237" y="7765"/>
                  <a:pt x="3225" y="7765"/>
                </a:cubicBezTo>
                <a:cubicBezTo>
                  <a:pt x="3170" y="7765"/>
                  <a:pt x="3065" y="7859"/>
                  <a:pt x="3040" y="7933"/>
                </a:cubicBezTo>
                <a:cubicBezTo>
                  <a:pt x="3034" y="7940"/>
                  <a:pt x="3027" y="7943"/>
                  <a:pt x="3021" y="7943"/>
                </a:cubicBezTo>
                <a:cubicBezTo>
                  <a:pt x="2973" y="7943"/>
                  <a:pt x="2949" y="7741"/>
                  <a:pt x="2949" y="7660"/>
                </a:cubicBezTo>
                <a:cubicBezTo>
                  <a:pt x="2949" y="7599"/>
                  <a:pt x="3101" y="7508"/>
                  <a:pt x="3162" y="7478"/>
                </a:cubicBezTo>
                <a:cubicBezTo>
                  <a:pt x="3192" y="7478"/>
                  <a:pt x="3101" y="7447"/>
                  <a:pt x="2949" y="7417"/>
                </a:cubicBezTo>
                <a:lnTo>
                  <a:pt x="2797" y="7417"/>
                </a:lnTo>
                <a:lnTo>
                  <a:pt x="2645" y="7599"/>
                </a:lnTo>
                <a:lnTo>
                  <a:pt x="2584" y="7569"/>
                </a:lnTo>
                <a:lnTo>
                  <a:pt x="2493" y="7508"/>
                </a:lnTo>
                <a:cubicBezTo>
                  <a:pt x="2402" y="7417"/>
                  <a:pt x="2280" y="7356"/>
                  <a:pt x="2280" y="7356"/>
                </a:cubicBezTo>
                <a:cubicBezTo>
                  <a:pt x="2189" y="7447"/>
                  <a:pt x="2128" y="7569"/>
                  <a:pt x="2068" y="7660"/>
                </a:cubicBezTo>
                <a:lnTo>
                  <a:pt x="1976" y="7599"/>
                </a:lnTo>
                <a:lnTo>
                  <a:pt x="1764" y="7478"/>
                </a:lnTo>
                <a:cubicBezTo>
                  <a:pt x="1612" y="7569"/>
                  <a:pt x="1520" y="7721"/>
                  <a:pt x="1551" y="7903"/>
                </a:cubicBezTo>
                <a:cubicBezTo>
                  <a:pt x="1581" y="7964"/>
                  <a:pt x="1581" y="8055"/>
                  <a:pt x="1612" y="8146"/>
                </a:cubicBezTo>
                <a:cubicBezTo>
                  <a:pt x="1642" y="8177"/>
                  <a:pt x="1642" y="8207"/>
                  <a:pt x="1612" y="8207"/>
                </a:cubicBezTo>
                <a:cubicBezTo>
                  <a:pt x="1551" y="8177"/>
                  <a:pt x="1460" y="8146"/>
                  <a:pt x="1399" y="8085"/>
                </a:cubicBezTo>
                <a:cubicBezTo>
                  <a:pt x="1369" y="8025"/>
                  <a:pt x="1429" y="7842"/>
                  <a:pt x="1369" y="7781"/>
                </a:cubicBezTo>
                <a:lnTo>
                  <a:pt x="1095" y="7781"/>
                </a:lnTo>
                <a:cubicBezTo>
                  <a:pt x="1095" y="7812"/>
                  <a:pt x="1065" y="7903"/>
                  <a:pt x="1095" y="7994"/>
                </a:cubicBezTo>
                <a:lnTo>
                  <a:pt x="1034" y="8025"/>
                </a:lnTo>
                <a:cubicBezTo>
                  <a:pt x="973" y="8116"/>
                  <a:pt x="913" y="8207"/>
                  <a:pt x="730" y="8207"/>
                </a:cubicBezTo>
                <a:cubicBezTo>
                  <a:pt x="730" y="8237"/>
                  <a:pt x="791" y="8298"/>
                  <a:pt x="821" y="8298"/>
                </a:cubicBezTo>
                <a:cubicBezTo>
                  <a:pt x="848" y="8325"/>
                  <a:pt x="735" y="8491"/>
                  <a:pt x="645" y="8491"/>
                </a:cubicBezTo>
                <a:cubicBezTo>
                  <a:pt x="632" y="8491"/>
                  <a:pt x="620" y="8488"/>
                  <a:pt x="609" y="8481"/>
                </a:cubicBezTo>
                <a:cubicBezTo>
                  <a:pt x="600" y="8475"/>
                  <a:pt x="590" y="8472"/>
                  <a:pt x="580" y="8472"/>
                </a:cubicBezTo>
                <a:cubicBezTo>
                  <a:pt x="489" y="8472"/>
                  <a:pt x="365" y="8702"/>
                  <a:pt x="365" y="8785"/>
                </a:cubicBezTo>
                <a:cubicBezTo>
                  <a:pt x="388" y="8874"/>
                  <a:pt x="361" y="8930"/>
                  <a:pt x="321" y="8930"/>
                </a:cubicBezTo>
                <a:cubicBezTo>
                  <a:pt x="307" y="8930"/>
                  <a:pt x="291" y="8922"/>
                  <a:pt x="274" y="8906"/>
                </a:cubicBezTo>
                <a:lnTo>
                  <a:pt x="122" y="8906"/>
                </a:lnTo>
                <a:lnTo>
                  <a:pt x="92" y="8936"/>
                </a:lnTo>
                <a:cubicBezTo>
                  <a:pt x="92" y="8967"/>
                  <a:pt x="213" y="9088"/>
                  <a:pt x="244" y="9088"/>
                </a:cubicBezTo>
                <a:cubicBezTo>
                  <a:pt x="335" y="9088"/>
                  <a:pt x="426" y="9088"/>
                  <a:pt x="517" y="9058"/>
                </a:cubicBezTo>
                <a:cubicBezTo>
                  <a:pt x="546" y="9029"/>
                  <a:pt x="520" y="8752"/>
                  <a:pt x="596" y="8752"/>
                </a:cubicBezTo>
                <a:cubicBezTo>
                  <a:pt x="600" y="8752"/>
                  <a:pt x="604" y="8753"/>
                  <a:pt x="609" y="8754"/>
                </a:cubicBezTo>
                <a:cubicBezTo>
                  <a:pt x="730" y="8754"/>
                  <a:pt x="730" y="8845"/>
                  <a:pt x="730" y="8876"/>
                </a:cubicBezTo>
                <a:cubicBezTo>
                  <a:pt x="700" y="8906"/>
                  <a:pt x="852" y="8967"/>
                  <a:pt x="882" y="8997"/>
                </a:cubicBezTo>
                <a:cubicBezTo>
                  <a:pt x="943" y="8997"/>
                  <a:pt x="943" y="9119"/>
                  <a:pt x="943" y="9119"/>
                </a:cubicBezTo>
                <a:cubicBezTo>
                  <a:pt x="928" y="9134"/>
                  <a:pt x="928" y="9142"/>
                  <a:pt x="939" y="9142"/>
                </a:cubicBezTo>
                <a:cubicBezTo>
                  <a:pt x="951" y="9142"/>
                  <a:pt x="973" y="9134"/>
                  <a:pt x="1004" y="9119"/>
                </a:cubicBezTo>
                <a:lnTo>
                  <a:pt x="1065" y="9119"/>
                </a:lnTo>
                <a:lnTo>
                  <a:pt x="1186" y="9149"/>
                </a:lnTo>
                <a:cubicBezTo>
                  <a:pt x="1338" y="9210"/>
                  <a:pt x="1369" y="9301"/>
                  <a:pt x="1247" y="9362"/>
                </a:cubicBezTo>
                <a:lnTo>
                  <a:pt x="1217" y="9362"/>
                </a:lnTo>
                <a:cubicBezTo>
                  <a:pt x="1188" y="9343"/>
                  <a:pt x="1166" y="9336"/>
                  <a:pt x="1149" y="9336"/>
                </a:cubicBezTo>
                <a:cubicBezTo>
                  <a:pt x="1112" y="9336"/>
                  <a:pt x="1104" y="9371"/>
                  <a:pt x="1125" y="9392"/>
                </a:cubicBezTo>
                <a:cubicBezTo>
                  <a:pt x="1125" y="9453"/>
                  <a:pt x="1186" y="9514"/>
                  <a:pt x="1186" y="9514"/>
                </a:cubicBezTo>
                <a:lnTo>
                  <a:pt x="1125" y="9605"/>
                </a:lnTo>
                <a:cubicBezTo>
                  <a:pt x="1034" y="9544"/>
                  <a:pt x="943" y="9514"/>
                  <a:pt x="852" y="9484"/>
                </a:cubicBezTo>
                <a:lnTo>
                  <a:pt x="761" y="9544"/>
                </a:lnTo>
                <a:lnTo>
                  <a:pt x="669" y="9605"/>
                </a:lnTo>
                <a:cubicBezTo>
                  <a:pt x="548" y="9666"/>
                  <a:pt x="700" y="9727"/>
                  <a:pt x="761" y="9727"/>
                </a:cubicBezTo>
                <a:cubicBezTo>
                  <a:pt x="852" y="9757"/>
                  <a:pt x="791" y="9818"/>
                  <a:pt x="639" y="9879"/>
                </a:cubicBezTo>
                <a:lnTo>
                  <a:pt x="487" y="9879"/>
                </a:lnTo>
                <a:lnTo>
                  <a:pt x="122" y="9909"/>
                </a:lnTo>
                <a:cubicBezTo>
                  <a:pt x="61" y="10092"/>
                  <a:pt x="31" y="10244"/>
                  <a:pt x="1" y="10426"/>
                </a:cubicBezTo>
                <a:cubicBezTo>
                  <a:pt x="61" y="10456"/>
                  <a:pt x="153" y="10487"/>
                  <a:pt x="213" y="10487"/>
                </a:cubicBezTo>
                <a:lnTo>
                  <a:pt x="274" y="10517"/>
                </a:lnTo>
                <a:cubicBezTo>
                  <a:pt x="335" y="10578"/>
                  <a:pt x="396" y="10669"/>
                  <a:pt x="396" y="10730"/>
                </a:cubicBezTo>
                <a:cubicBezTo>
                  <a:pt x="396" y="10791"/>
                  <a:pt x="396" y="10851"/>
                  <a:pt x="396" y="10912"/>
                </a:cubicBezTo>
                <a:lnTo>
                  <a:pt x="396" y="10973"/>
                </a:lnTo>
                <a:cubicBezTo>
                  <a:pt x="373" y="11041"/>
                  <a:pt x="453" y="11076"/>
                  <a:pt x="520" y="11076"/>
                </a:cubicBezTo>
                <a:cubicBezTo>
                  <a:pt x="542" y="11076"/>
                  <a:pt x="563" y="11072"/>
                  <a:pt x="578" y="11064"/>
                </a:cubicBezTo>
                <a:cubicBezTo>
                  <a:pt x="609" y="11064"/>
                  <a:pt x="639" y="10973"/>
                  <a:pt x="609" y="10851"/>
                </a:cubicBezTo>
                <a:lnTo>
                  <a:pt x="639" y="10821"/>
                </a:lnTo>
                <a:lnTo>
                  <a:pt x="700" y="10791"/>
                </a:lnTo>
                <a:cubicBezTo>
                  <a:pt x="821" y="10882"/>
                  <a:pt x="913" y="10943"/>
                  <a:pt x="1034" y="11003"/>
                </a:cubicBezTo>
                <a:lnTo>
                  <a:pt x="1186" y="11003"/>
                </a:lnTo>
                <a:cubicBezTo>
                  <a:pt x="1186" y="11003"/>
                  <a:pt x="1125" y="11155"/>
                  <a:pt x="1095" y="11155"/>
                </a:cubicBezTo>
                <a:cubicBezTo>
                  <a:pt x="1065" y="11155"/>
                  <a:pt x="1186" y="11490"/>
                  <a:pt x="1065" y="11520"/>
                </a:cubicBezTo>
                <a:cubicBezTo>
                  <a:pt x="943" y="11581"/>
                  <a:pt x="913" y="11763"/>
                  <a:pt x="913" y="11824"/>
                </a:cubicBezTo>
                <a:cubicBezTo>
                  <a:pt x="913" y="11885"/>
                  <a:pt x="943" y="11915"/>
                  <a:pt x="973" y="11976"/>
                </a:cubicBezTo>
                <a:lnTo>
                  <a:pt x="1095" y="11976"/>
                </a:lnTo>
                <a:lnTo>
                  <a:pt x="1156" y="11854"/>
                </a:lnTo>
                <a:cubicBezTo>
                  <a:pt x="1176" y="11773"/>
                  <a:pt x="1250" y="11719"/>
                  <a:pt x="1325" y="11719"/>
                </a:cubicBezTo>
                <a:cubicBezTo>
                  <a:pt x="1362" y="11719"/>
                  <a:pt x="1399" y="11733"/>
                  <a:pt x="1429" y="11763"/>
                </a:cubicBezTo>
                <a:cubicBezTo>
                  <a:pt x="1452" y="11808"/>
                  <a:pt x="1490" y="11836"/>
                  <a:pt x="1533" y="11836"/>
                </a:cubicBezTo>
                <a:cubicBezTo>
                  <a:pt x="1549" y="11836"/>
                  <a:pt x="1565" y="11832"/>
                  <a:pt x="1581" y="11824"/>
                </a:cubicBezTo>
                <a:lnTo>
                  <a:pt x="1855" y="11824"/>
                </a:lnTo>
                <a:cubicBezTo>
                  <a:pt x="1855" y="11861"/>
                  <a:pt x="1866" y="11875"/>
                  <a:pt x="1882" y="11875"/>
                </a:cubicBezTo>
                <a:cubicBezTo>
                  <a:pt x="1920" y="11875"/>
                  <a:pt x="1986" y="11797"/>
                  <a:pt x="2007" y="11733"/>
                </a:cubicBezTo>
                <a:cubicBezTo>
                  <a:pt x="2037" y="11642"/>
                  <a:pt x="2098" y="11611"/>
                  <a:pt x="2189" y="11551"/>
                </a:cubicBezTo>
                <a:cubicBezTo>
                  <a:pt x="2280" y="11702"/>
                  <a:pt x="2372" y="11854"/>
                  <a:pt x="2463" y="12006"/>
                </a:cubicBezTo>
                <a:lnTo>
                  <a:pt x="2828" y="11824"/>
                </a:lnTo>
                <a:cubicBezTo>
                  <a:pt x="2888" y="11885"/>
                  <a:pt x="2888" y="11976"/>
                  <a:pt x="2888" y="12067"/>
                </a:cubicBezTo>
                <a:lnTo>
                  <a:pt x="2828" y="12128"/>
                </a:lnTo>
                <a:lnTo>
                  <a:pt x="2797" y="12158"/>
                </a:lnTo>
                <a:cubicBezTo>
                  <a:pt x="2706" y="12158"/>
                  <a:pt x="2615" y="12219"/>
                  <a:pt x="2584" y="12310"/>
                </a:cubicBezTo>
                <a:lnTo>
                  <a:pt x="2706" y="12280"/>
                </a:lnTo>
                <a:cubicBezTo>
                  <a:pt x="2761" y="12280"/>
                  <a:pt x="2826" y="12247"/>
                  <a:pt x="2850" y="12247"/>
                </a:cubicBezTo>
                <a:cubicBezTo>
                  <a:pt x="2866" y="12247"/>
                  <a:pt x="2864" y="12262"/>
                  <a:pt x="2828" y="12310"/>
                </a:cubicBezTo>
                <a:cubicBezTo>
                  <a:pt x="2767" y="12462"/>
                  <a:pt x="2797" y="12523"/>
                  <a:pt x="2919" y="12554"/>
                </a:cubicBezTo>
                <a:lnTo>
                  <a:pt x="3101" y="12614"/>
                </a:lnTo>
                <a:cubicBezTo>
                  <a:pt x="3101" y="12569"/>
                  <a:pt x="3131" y="12554"/>
                  <a:pt x="3169" y="12554"/>
                </a:cubicBezTo>
                <a:cubicBezTo>
                  <a:pt x="3207" y="12554"/>
                  <a:pt x="3253" y="12569"/>
                  <a:pt x="3283" y="12584"/>
                </a:cubicBezTo>
                <a:cubicBezTo>
                  <a:pt x="3314" y="12599"/>
                  <a:pt x="3435" y="12614"/>
                  <a:pt x="3557" y="12614"/>
                </a:cubicBezTo>
                <a:cubicBezTo>
                  <a:pt x="3679" y="12614"/>
                  <a:pt x="3800" y="12599"/>
                  <a:pt x="3831" y="12554"/>
                </a:cubicBezTo>
                <a:cubicBezTo>
                  <a:pt x="3867" y="12499"/>
                  <a:pt x="3914" y="12488"/>
                  <a:pt x="3947" y="12488"/>
                </a:cubicBezTo>
                <a:cubicBezTo>
                  <a:pt x="3968" y="12488"/>
                  <a:pt x="3983" y="12493"/>
                  <a:pt x="3983" y="12493"/>
                </a:cubicBezTo>
                <a:cubicBezTo>
                  <a:pt x="3987" y="12497"/>
                  <a:pt x="3993" y="12499"/>
                  <a:pt x="4000" y="12499"/>
                </a:cubicBezTo>
                <a:cubicBezTo>
                  <a:pt x="4046" y="12499"/>
                  <a:pt x="4143" y="12428"/>
                  <a:pt x="4195" y="12402"/>
                </a:cubicBezTo>
                <a:cubicBezTo>
                  <a:pt x="4226" y="12341"/>
                  <a:pt x="4438" y="12158"/>
                  <a:pt x="4408" y="12098"/>
                </a:cubicBezTo>
                <a:cubicBezTo>
                  <a:pt x="4408" y="12037"/>
                  <a:pt x="4682" y="12006"/>
                  <a:pt x="4803" y="12006"/>
                </a:cubicBezTo>
                <a:cubicBezTo>
                  <a:pt x="4925" y="12006"/>
                  <a:pt x="4955" y="12158"/>
                  <a:pt x="4925" y="12189"/>
                </a:cubicBezTo>
                <a:cubicBezTo>
                  <a:pt x="4894" y="12250"/>
                  <a:pt x="4925" y="12310"/>
                  <a:pt x="4925" y="12310"/>
                </a:cubicBezTo>
                <a:cubicBezTo>
                  <a:pt x="4986" y="12250"/>
                  <a:pt x="5046" y="12219"/>
                  <a:pt x="5077" y="12158"/>
                </a:cubicBezTo>
                <a:cubicBezTo>
                  <a:pt x="5090" y="12145"/>
                  <a:pt x="5103" y="12139"/>
                  <a:pt x="5115" y="12139"/>
                </a:cubicBezTo>
                <a:cubicBezTo>
                  <a:pt x="5161" y="12139"/>
                  <a:pt x="5198" y="12221"/>
                  <a:pt x="5198" y="12341"/>
                </a:cubicBezTo>
                <a:lnTo>
                  <a:pt x="5107" y="12462"/>
                </a:lnTo>
                <a:cubicBezTo>
                  <a:pt x="5077" y="12493"/>
                  <a:pt x="5107" y="12554"/>
                  <a:pt x="5138" y="12554"/>
                </a:cubicBezTo>
                <a:cubicBezTo>
                  <a:pt x="5158" y="12564"/>
                  <a:pt x="5175" y="12567"/>
                  <a:pt x="5189" y="12567"/>
                </a:cubicBezTo>
                <a:cubicBezTo>
                  <a:pt x="5219" y="12567"/>
                  <a:pt x="5239" y="12554"/>
                  <a:pt x="5259" y="12554"/>
                </a:cubicBezTo>
                <a:lnTo>
                  <a:pt x="5320" y="12462"/>
                </a:lnTo>
                <a:cubicBezTo>
                  <a:pt x="5369" y="12397"/>
                  <a:pt x="5409" y="12367"/>
                  <a:pt x="5436" y="12367"/>
                </a:cubicBezTo>
                <a:cubicBezTo>
                  <a:pt x="5459" y="12367"/>
                  <a:pt x="5472" y="12390"/>
                  <a:pt x="5472" y="12432"/>
                </a:cubicBezTo>
                <a:lnTo>
                  <a:pt x="5502" y="12432"/>
                </a:lnTo>
                <a:cubicBezTo>
                  <a:pt x="5624" y="12462"/>
                  <a:pt x="5715" y="12462"/>
                  <a:pt x="5837" y="12493"/>
                </a:cubicBezTo>
                <a:cubicBezTo>
                  <a:pt x="5949" y="12493"/>
                  <a:pt x="5880" y="12648"/>
                  <a:pt x="6012" y="12648"/>
                </a:cubicBezTo>
                <a:cubicBezTo>
                  <a:pt x="6023" y="12648"/>
                  <a:pt x="6035" y="12647"/>
                  <a:pt x="6049" y="12645"/>
                </a:cubicBezTo>
                <a:lnTo>
                  <a:pt x="6262" y="12614"/>
                </a:lnTo>
                <a:cubicBezTo>
                  <a:pt x="6536" y="12614"/>
                  <a:pt x="6718" y="12432"/>
                  <a:pt x="6718" y="12341"/>
                </a:cubicBezTo>
                <a:cubicBezTo>
                  <a:pt x="6688" y="12280"/>
                  <a:pt x="6840" y="12189"/>
                  <a:pt x="7022" y="12189"/>
                </a:cubicBezTo>
                <a:lnTo>
                  <a:pt x="7113" y="12280"/>
                </a:lnTo>
                <a:lnTo>
                  <a:pt x="7296" y="12402"/>
                </a:lnTo>
                <a:cubicBezTo>
                  <a:pt x="7539" y="12462"/>
                  <a:pt x="7843" y="12493"/>
                  <a:pt x="7964" y="12523"/>
                </a:cubicBezTo>
                <a:lnTo>
                  <a:pt x="8025" y="12584"/>
                </a:lnTo>
                <a:cubicBezTo>
                  <a:pt x="8051" y="12610"/>
                  <a:pt x="8074" y="12619"/>
                  <a:pt x="8097" y="12619"/>
                </a:cubicBezTo>
                <a:cubicBezTo>
                  <a:pt x="8144" y="12619"/>
                  <a:pt x="8187" y="12579"/>
                  <a:pt x="8238" y="12579"/>
                </a:cubicBezTo>
                <a:cubicBezTo>
                  <a:pt x="8248" y="12579"/>
                  <a:pt x="8258" y="12580"/>
                  <a:pt x="8268" y="12584"/>
                </a:cubicBezTo>
                <a:lnTo>
                  <a:pt x="8542" y="12736"/>
                </a:lnTo>
                <a:lnTo>
                  <a:pt x="8633" y="12736"/>
                </a:lnTo>
                <a:cubicBezTo>
                  <a:pt x="8724" y="12645"/>
                  <a:pt x="8876" y="12675"/>
                  <a:pt x="8937" y="12645"/>
                </a:cubicBezTo>
                <a:lnTo>
                  <a:pt x="9028" y="12584"/>
                </a:lnTo>
                <a:cubicBezTo>
                  <a:pt x="9103" y="12509"/>
                  <a:pt x="9178" y="12454"/>
                  <a:pt x="9203" y="12454"/>
                </a:cubicBezTo>
                <a:cubicBezTo>
                  <a:pt x="9208" y="12454"/>
                  <a:pt x="9211" y="12457"/>
                  <a:pt x="9211" y="12462"/>
                </a:cubicBezTo>
                <a:cubicBezTo>
                  <a:pt x="9241" y="12462"/>
                  <a:pt x="9302" y="12554"/>
                  <a:pt x="9393" y="12645"/>
                </a:cubicBezTo>
                <a:lnTo>
                  <a:pt x="9636" y="12584"/>
                </a:lnTo>
                <a:lnTo>
                  <a:pt x="9697" y="12584"/>
                </a:lnTo>
                <a:cubicBezTo>
                  <a:pt x="9788" y="12614"/>
                  <a:pt x="9879" y="12675"/>
                  <a:pt x="9940" y="12736"/>
                </a:cubicBezTo>
                <a:lnTo>
                  <a:pt x="10031" y="12797"/>
                </a:lnTo>
                <a:lnTo>
                  <a:pt x="10214" y="12949"/>
                </a:lnTo>
                <a:cubicBezTo>
                  <a:pt x="10335" y="12858"/>
                  <a:pt x="10457" y="12766"/>
                  <a:pt x="10548" y="12675"/>
                </a:cubicBezTo>
                <a:lnTo>
                  <a:pt x="10730" y="12675"/>
                </a:lnTo>
                <a:cubicBezTo>
                  <a:pt x="10852" y="12645"/>
                  <a:pt x="10913" y="12523"/>
                  <a:pt x="11004" y="12432"/>
                </a:cubicBezTo>
                <a:cubicBezTo>
                  <a:pt x="11065" y="12432"/>
                  <a:pt x="11065" y="12706"/>
                  <a:pt x="11034" y="12797"/>
                </a:cubicBezTo>
                <a:cubicBezTo>
                  <a:pt x="11009" y="12872"/>
                  <a:pt x="11108" y="12926"/>
                  <a:pt x="11177" y="12926"/>
                </a:cubicBezTo>
                <a:cubicBezTo>
                  <a:pt x="11192" y="12926"/>
                  <a:pt x="11206" y="12924"/>
                  <a:pt x="11217" y="12918"/>
                </a:cubicBezTo>
                <a:cubicBezTo>
                  <a:pt x="11265" y="12918"/>
                  <a:pt x="11450" y="12841"/>
                  <a:pt x="11553" y="12841"/>
                </a:cubicBezTo>
                <a:cubicBezTo>
                  <a:pt x="11579" y="12841"/>
                  <a:pt x="11600" y="12845"/>
                  <a:pt x="11612" y="12858"/>
                </a:cubicBezTo>
                <a:cubicBezTo>
                  <a:pt x="11703" y="12949"/>
                  <a:pt x="11764" y="13010"/>
                  <a:pt x="11855" y="13101"/>
                </a:cubicBezTo>
                <a:lnTo>
                  <a:pt x="11977" y="13101"/>
                </a:lnTo>
                <a:cubicBezTo>
                  <a:pt x="12068" y="13101"/>
                  <a:pt x="12159" y="13192"/>
                  <a:pt x="12250" y="13192"/>
                </a:cubicBezTo>
                <a:lnTo>
                  <a:pt x="12372" y="13192"/>
                </a:lnTo>
                <a:cubicBezTo>
                  <a:pt x="12463" y="13192"/>
                  <a:pt x="12585" y="13192"/>
                  <a:pt x="12676" y="13222"/>
                </a:cubicBezTo>
                <a:cubicBezTo>
                  <a:pt x="12706" y="13253"/>
                  <a:pt x="12706" y="13283"/>
                  <a:pt x="12676" y="13283"/>
                </a:cubicBezTo>
                <a:cubicBezTo>
                  <a:pt x="12645" y="13313"/>
                  <a:pt x="12585" y="13344"/>
                  <a:pt x="12554" y="13344"/>
                </a:cubicBezTo>
                <a:cubicBezTo>
                  <a:pt x="12519" y="13334"/>
                  <a:pt x="12481" y="13330"/>
                  <a:pt x="12441" y="13330"/>
                </a:cubicBezTo>
                <a:cubicBezTo>
                  <a:pt x="12363" y="13330"/>
                  <a:pt x="12279" y="13344"/>
                  <a:pt x="12201" y="13344"/>
                </a:cubicBezTo>
                <a:cubicBezTo>
                  <a:pt x="12083" y="13344"/>
                  <a:pt x="11977" y="13313"/>
                  <a:pt x="11916" y="13161"/>
                </a:cubicBezTo>
                <a:cubicBezTo>
                  <a:pt x="11855" y="13161"/>
                  <a:pt x="11825" y="13161"/>
                  <a:pt x="11794" y="13192"/>
                </a:cubicBezTo>
                <a:lnTo>
                  <a:pt x="11703" y="13253"/>
                </a:lnTo>
                <a:cubicBezTo>
                  <a:pt x="11664" y="13312"/>
                  <a:pt x="11612" y="13345"/>
                  <a:pt x="11555" y="13345"/>
                </a:cubicBezTo>
                <a:cubicBezTo>
                  <a:pt x="11524" y="13345"/>
                  <a:pt x="11492" y="13335"/>
                  <a:pt x="11460" y="13313"/>
                </a:cubicBezTo>
                <a:cubicBezTo>
                  <a:pt x="11456" y="13306"/>
                  <a:pt x="11451" y="13303"/>
                  <a:pt x="11445" y="13303"/>
                </a:cubicBezTo>
                <a:cubicBezTo>
                  <a:pt x="11401" y="13303"/>
                  <a:pt x="11304" y="13477"/>
                  <a:pt x="11278" y="13557"/>
                </a:cubicBezTo>
                <a:cubicBezTo>
                  <a:pt x="11256" y="13589"/>
                  <a:pt x="11188" y="13598"/>
                  <a:pt x="11103" y="13598"/>
                </a:cubicBezTo>
                <a:cubicBezTo>
                  <a:pt x="10986" y="13598"/>
                  <a:pt x="10836" y="13581"/>
                  <a:pt x="10727" y="13581"/>
                </a:cubicBezTo>
                <a:cubicBezTo>
                  <a:pt x="10693" y="13581"/>
                  <a:pt x="10663" y="13582"/>
                  <a:pt x="10639" y="13587"/>
                </a:cubicBezTo>
                <a:cubicBezTo>
                  <a:pt x="10487" y="13648"/>
                  <a:pt x="10335" y="13739"/>
                  <a:pt x="10214" y="13830"/>
                </a:cubicBezTo>
                <a:lnTo>
                  <a:pt x="10244" y="13921"/>
                </a:lnTo>
                <a:lnTo>
                  <a:pt x="10274" y="13952"/>
                </a:lnTo>
                <a:cubicBezTo>
                  <a:pt x="10139" y="14064"/>
                  <a:pt x="9970" y="14127"/>
                  <a:pt x="9806" y="14127"/>
                </a:cubicBezTo>
                <a:cubicBezTo>
                  <a:pt x="9748" y="14127"/>
                  <a:pt x="9691" y="14119"/>
                  <a:pt x="9636" y="14104"/>
                </a:cubicBezTo>
                <a:cubicBezTo>
                  <a:pt x="9454" y="14013"/>
                  <a:pt x="9393" y="13891"/>
                  <a:pt x="9423" y="13861"/>
                </a:cubicBezTo>
                <a:cubicBezTo>
                  <a:pt x="9484" y="13800"/>
                  <a:pt x="9211" y="13648"/>
                  <a:pt x="9089" y="13617"/>
                </a:cubicBezTo>
                <a:cubicBezTo>
                  <a:pt x="8967" y="13617"/>
                  <a:pt x="8876" y="13678"/>
                  <a:pt x="8876" y="13769"/>
                </a:cubicBezTo>
                <a:lnTo>
                  <a:pt x="9119" y="13769"/>
                </a:lnTo>
                <a:cubicBezTo>
                  <a:pt x="9150" y="13769"/>
                  <a:pt x="9180" y="13769"/>
                  <a:pt x="9180" y="13800"/>
                </a:cubicBezTo>
                <a:lnTo>
                  <a:pt x="9180" y="13891"/>
                </a:lnTo>
                <a:lnTo>
                  <a:pt x="9028" y="13982"/>
                </a:lnTo>
                <a:cubicBezTo>
                  <a:pt x="8904" y="14032"/>
                  <a:pt x="8760" y="14081"/>
                  <a:pt x="8595" y="14081"/>
                </a:cubicBezTo>
                <a:cubicBezTo>
                  <a:pt x="8558" y="14081"/>
                  <a:pt x="8520" y="14079"/>
                  <a:pt x="8481" y="14073"/>
                </a:cubicBezTo>
                <a:cubicBezTo>
                  <a:pt x="8420" y="14043"/>
                  <a:pt x="8512" y="13739"/>
                  <a:pt x="8451" y="13709"/>
                </a:cubicBezTo>
                <a:cubicBezTo>
                  <a:pt x="8420" y="13693"/>
                  <a:pt x="8390" y="13686"/>
                  <a:pt x="8363" y="13686"/>
                </a:cubicBezTo>
                <a:cubicBezTo>
                  <a:pt x="8337" y="13686"/>
                  <a:pt x="8314" y="13693"/>
                  <a:pt x="8299" y="13709"/>
                </a:cubicBezTo>
                <a:cubicBezTo>
                  <a:pt x="8268" y="13709"/>
                  <a:pt x="8238" y="13921"/>
                  <a:pt x="8177" y="14165"/>
                </a:cubicBezTo>
                <a:lnTo>
                  <a:pt x="7843" y="14256"/>
                </a:lnTo>
                <a:lnTo>
                  <a:pt x="7752" y="14286"/>
                </a:lnTo>
                <a:cubicBezTo>
                  <a:pt x="7721" y="14301"/>
                  <a:pt x="7676" y="14309"/>
                  <a:pt x="7630" y="14309"/>
                </a:cubicBezTo>
                <a:cubicBezTo>
                  <a:pt x="7584" y="14309"/>
                  <a:pt x="7539" y="14301"/>
                  <a:pt x="7508" y="14286"/>
                </a:cubicBezTo>
                <a:cubicBezTo>
                  <a:pt x="7502" y="14280"/>
                  <a:pt x="7494" y="14278"/>
                  <a:pt x="7484" y="14278"/>
                </a:cubicBezTo>
                <a:cubicBezTo>
                  <a:pt x="7443" y="14278"/>
                  <a:pt x="7375" y="14317"/>
                  <a:pt x="7326" y="14317"/>
                </a:cubicBezTo>
                <a:cubicBezTo>
                  <a:pt x="7311" y="14332"/>
                  <a:pt x="7296" y="14339"/>
                  <a:pt x="7280" y="14339"/>
                </a:cubicBezTo>
                <a:cubicBezTo>
                  <a:pt x="7265" y="14339"/>
                  <a:pt x="7250" y="14332"/>
                  <a:pt x="7235" y="14317"/>
                </a:cubicBezTo>
                <a:cubicBezTo>
                  <a:pt x="7174" y="14225"/>
                  <a:pt x="7144" y="14104"/>
                  <a:pt x="7083" y="14013"/>
                </a:cubicBezTo>
                <a:lnTo>
                  <a:pt x="6870" y="13952"/>
                </a:lnTo>
                <a:lnTo>
                  <a:pt x="6840" y="13952"/>
                </a:lnTo>
                <a:cubicBezTo>
                  <a:pt x="6840" y="13861"/>
                  <a:pt x="6779" y="13861"/>
                  <a:pt x="6749" y="13861"/>
                </a:cubicBezTo>
                <a:cubicBezTo>
                  <a:pt x="6718" y="13952"/>
                  <a:pt x="6688" y="14043"/>
                  <a:pt x="6657" y="14134"/>
                </a:cubicBezTo>
                <a:lnTo>
                  <a:pt x="6353" y="13982"/>
                </a:lnTo>
                <a:cubicBezTo>
                  <a:pt x="6338" y="13967"/>
                  <a:pt x="6323" y="13959"/>
                  <a:pt x="6308" y="13959"/>
                </a:cubicBezTo>
                <a:cubicBezTo>
                  <a:pt x="6293" y="13959"/>
                  <a:pt x="6277" y="13967"/>
                  <a:pt x="6262" y="13982"/>
                </a:cubicBezTo>
                <a:cubicBezTo>
                  <a:pt x="6262" y="13982"/>
                  <a:pt x="6232" y="14043"/>
                  <a:pt x="6232" y="14043"/>
                </a:cubicBezTo>
                <a:lnTo>
                  <a:pt x="6445" y="14256"/>
                </a:lnTo>
                <a:cubicBezTo>
                  <a:pt x="6232" y="14286"/>
                  <a:pt x="6019" y="14347"/>
                  <a:pt x="5837" y="14408"/>
                </a:cubicBezTo>
                <a:lnTo>
                  <a:pt x="5745" y="14377"/>
                </a:lnTo>
                <a:lnTo>
                  <a:pt x="5685" y="14317"/>
                </a:lnTo>
                <a:cubicBezTo>
                  <a:pt x="5660" y="14216"/>
                  <a:pt x="5572" y="14157"/>
                  <a:pt x="5473" y="14157"/>
                </a:cubicBezTo>
                <a:cubicBezTo>
                  <a:pt x="5453" y="14157"/>
                  <a:pt x="5432" y="14159"/>
                  <a:pt x="5411" y="14165"/>
                </a:cubicBezTo>
                <a:lnTo>
                  <a:pt x="5320" y="14165"/>
                </a:lnTo>
                <a:cubicBezTo>
                  <a:pt x="5320" y="14195"/>
                  <a:pt x="5350" y="14225"/>
                  <a:pt x="5442" y="14225"/>
                </a:cubicBezTo>
                <a:lnTo>
                  <a:pt x="5594" y="14225"/>
                </a:lnTo>
                <a:cubicBezTo>
                  <a:pt x="5594" y="14286"/>
                  <a:pt x="5594" y="14317"/>
                  <a:pt x="5594" y="14347"/>
                </a:cubicBezTo>
                <a:lnTo>
                  <a:pt x="5381" y="14347"/>
                </a:lnTo>
                <a:cubicBezTo>
                  <a:pt x="5350" y="14357"/>
                  <a:pt x="5318" y="14361"/>
                  <a:pt x="5285" y="14361"/>
                </a:cubicBezTo>
                <a:cubicBezTo>
                  <a:pt x="5122" y="14361"/>
                  <a:pt x="4940" y="14256"/>
                  <a:pt x="4864" y="14256"/>
                </a:cubicBezTo>
                <a:cubicBezTo>
                  <a:pt x="4773" y="14256"/>
                  <a:pt x="4651" y="14225"/>
                  <a:pt x="4560" y="14225"/>
                </a:cubicBezTo>
                <a:cubicBezTo>
                  <a:pt x="4549" y="14220"/>
                  <a:pt x="4539" y="14217"/>
                  <a:pt x="4530" y="14217"/>
                </a:cubicBezTo>
                <a:cubicBezTo>
                  <a:pt x="4492" y="14217"/>
                  <a:pt x="4486" y="14267"/>
                  <a:pt x="4560" y="14317"/>
                </a:cubicBezTo>
                <a:lnTo>
                  <a:pt x="4590" y="14317"/>
                </a:lnTo>
                <a:cubicBezTo>
                  <a:pt x="4773" y="14408"/>
                  <a:pt x="4590" y="14438"/>
                  <a:pt x="4590" y="14529"/>
                </a:cubicBezTo>
                <a:cubicBezTo>
                  <a:pt x="4590" y="14610"/>
                  <a:pt x="4536" y="14637"/>
                  <a:pt x="4482" y="14637"/>
                </a:cubicBezTo>
                <a:cubicBezTo>
                  <a:pt x="4455" y="14637"/>
                  <a:pt x="4428" y="14631"/>
                  <a:pt x="4408" y="14620"/>
                </a:cubicBezTo>
                <a:lnTo>
                  <a:pt x="4195" y="14529"/>
                </a:lnTo>
                <a:cubicBezTo>
                  <a:pt x="3952" y="14620"/>
                  <a:pt x="3557" y="14560"/>
                  <a:pt x="3496" y="14620"/>
                </a:cubicBezTo>
                <a:cubicBezTo>
                  <a:pt x="3405" y="14681"/>
                  <a:pt x="3283" y="14742"/>
                  <a:pt x="3192" y="14772"/>
                </a:cubicBezTo>
                <a:lnTo>
                  <a:pt x="3162" y="14620"/>
                </a:lnTo>
                <a:cubicBezTo>
                  <a:pt x="3143" y="14582"/>
                  <a:pt x="3111" y="14544"/>
                  <a:pt x="3091" y="14544"/>
                </a:cubicBezTo>
                <a:cubicBezTo>
                  <a:pt x="3079" y="14544"/>
                  <a:pt x="3071" y="14557"/>
                  <a:pt x="3071" y="14590"/>
                </a:cubicBezTo>
                <a:lnTo>
                  <a:pt x="3040" y="14742"/>
                </a:lnTo>
                <a:cubicBezTo>
                  <a:pt x="2888" y="14894"/>
                  <a:pt x="2797" y="15076"/>
                  <a:pt x="2706" y="15289"/>
                </a:cubicBezTo>
                <a:cubicBezTo>
                  <a:pt x="2686" y="15318"/>
                  <a:pt x="2664" y="15332"/>
                  <a:pt x="2640" y="15332"/>
                </a:cubicBezTo>
                <a:cubicBezTo>
                  <a:pt x="2590" y="15332"/>
                  <a:pt x="2534" y="15271"/>
                  <a:pt x="2493" y="15168"/>
                </a:cubicBezTo>
                <a:lnTo>
                  <a:pt x="2645" y="14894"/>
                </a:lnTo>
                <a:lnTo>
                  <a:pt x="2706" y="14803"/>
                </a:lnTo>
                <a:cubicBezTo>
                  <a:pt x="2767" y="14681"/>
                  <a:pt x="2797" y="14560"/>
                  <a:pt x="2797" y="14438"/>
                </a:cubicBezTo>
                <a:lnTo>
                  <a:pt x="2797" y="14438"/>
                </a:lnTo>
                <a:lnTo>
                  <a:pt x="2706" y="14529"/>
                </a:lnTo>
                <a:cubicBezTo>
                  <a:pt x="2693" y="14521"/>
                  <a:pt x="2681" y="14517"/>
                  <a:pt x="2670" y="14517"/>
                </a:cubicBezTo>
                <a:cubicBezTo>
                  <a:pt x="2599" y="14517"/>
                  <a:pt x="2554" y="14659"/>
                  <a:pt x="2554" y="14712"/>
                </a:cubicBezTo>
                <a:cubicBezTo>
                  <a:pt x="2554" y="14745"/>
                  <a:pt x="2517" y="14769"/>
                  <a:pt x="2464" y="14769"/>
                </a:cubicBezTo>
                <a:cubicBezTo>
                  <a:pt x="2421" y="14769"/>
                  <a:pt x="2366" y="14753"/>
                  <a:pt x="2311" y="14712"/>
                </a:cubicBezTo>
                <a:lnTo>
                  <a:pt x="2220" y="14651"/>
                </a:lnTo>
                <a:lnTo>
                  <a:pt x="2128" y="14560"/>
                </a:lnTo>
                <a:cubicBezTo>
                  <a:pt x="1946" y="14499"/>
                  <a:pt x="1885" y="14377"/>
                  <a:pt x="2007" y="14286"/>
                </a:cubicBezTo>
                <a:lnTo>
                  <a:pt x="2007" y="14225"/>
                </a:lnTo>
                <a:lnTo>
                  <a:pt x="2007" y="14134"/>
                </a:lnTo>
                <a:cubicBezTo>
                  <a:pt x="1978" y="14086"/>
                  <a:pt x="1941" y="14069"/>
                  <a:pt x="1902" y="14069"/>
                </a:cubicBezTo>
                <a:cubicBezTo>
                  <a:pt x="1819" y="14069"/>
                  <a:pt x="1733" y="14153"/>
                  <a:pt x="1733" y="14195"/>
                </a:cubicBezTo>
                <a:cubicBezTo>
                  <a:pt x="1710" y="14263"/>
                  <a:pt x="1585" y="14298"/>
                  <a:pt x="1498" y="14298"/>
                </a:cubicBezTo>
                <a:cubicBezTo>
                  <a:pt x="1469" y="14298"/>
                  <a:pt x="1445" y="14294"/>
                  <a:pt x="1429" y="14286"/>
                </a:cubicBezTo>
                <a:lnTo>
                  <a:pt x="1429" y="14286"/>
                </a:lnTo>
                <a:cubicBezTo>
                  <a:pt x="1369" y="14286"/>
                  <a:pt x="1794" y="14651"/>
                  <a:pt x="1794" y="14742"/>
                </a:cubicBezTo>
                <a:cubicBezTo>
                  <a:pt x="1764" y="14803"/>
                  <a:pt x="1642" y="14803"/>
                  <a:pt x="1612" y="14803"/>
                </a:cubicBezTo>
                <a:cubicBezTo>
                  <a:pt x="1520" y="14894"/>
                  <a:pt x="1460" y="14985"/>
                  <a:pt x="1399" y="15076"/>
                </a:cubicBezTo>
                <a:lnTo>
                  <a:pt x="1247" y="15137"/>
                </a:lnTo>
                <a:cubicBezTo>
                  <a:pt x="1156" y="15168"/>
                  <a:pt x="1065" y="15198"/>
                  <a:pt x="973" y="15228"/>
                </a:cubicBezTo>
                <a:cubicBezTo>
                  <a:pt x="852" y="15289"/>
                  <a:pt x="1004" y="15380"/>
                  <a:pt x="973" y="15411"/>
                </a:cubicBezTo>
                <a:lnTo>
                  <a:pt x="882" y="15502"/>
                </a:lnTo>
                <a:lnTo>
                  <a:pt x="548" y="15654"/>
                </a:lnTo>
                <a:cubicBezTo>
                  <a:pt x="517" y="15684"/>
                  <a:pt x="578" y="15745"/>
                  <a:pt x="700" y="15775"/>
                </a:cubicBezTo>
                <a:lnTo>
                  <a:pt x="730" y="15775"/>
                </a:lnTo>
                <a:cubicBezTo>
                  <a:pt x="771" y="15735"/>
                  <a:pt x="808" y="15721"/>
                  <a:pt x="844" y="15721"/>
                </a:cubicBezTo>
                <a:cubicBezTo>
                  <a:pt x="916" y="15721"/>
                  <a:pt x="983" y="15775"/>
                  <a:pt x="1065" y="15775"/>
                </a:cubicBezTo>
                <a:lnTo>
                  <a:pt x="1186" y="15775"/>
                </a:lnTo>
                <a:cubicBezTo>
                  <a:pt x="1308" y="15775"/>
                  <a:pt x="1460" y="15775"/>
                  <a:pt x="1581" y="15745"/>
                </a:cubicBezTo>
                <a:lnTo>
                  <a:pt x="1612" y="15867"/>
                </a:lnTo>
                <a:lnTo>
                  <a:pt x="1672" y="16019"/>
                </a:lnTo>
                <a:cubicBezTo>
                  <a:pt x="1764" y="15988"/>
                  <a:pt x="1824" y="15897"/>
                  <a:pt x="1855" y="15775"/>
                </a:cubicBezTo>
                <a:cubicBezTo>
                  <a:pt x="1855" y="15745"/>
                  <a:pt x="1885" y="15715"/>
                  <a:pt x="1976" y="15715"/>
                </a:cubicBezTo>
                <a:lnTo>
                  <a:pt x="2007" y="15715"/>
                </a:lnTo>
                <a:cubicBezTo>
                  <a:pt x="2037" y="15760"/>
                  <a:pt x="2083" y="15783"/>
                  <a:pt x="2128" y="15783"/>
                </a:cubicBezTo>
                <a:cubicBezTo>
                  <a:pt x="2174" y="15783"/>
                  <a:pt x="2220" y="15760"/>
                  <a:pt x="2250" y="15715"/>
                </a:cubicBezTo>
                <a:cubicBezTo>
                  <a:pt x="2291" y="15694"/>
                  <a:pt x="2333" y="15631"/>
                  <a:pt x="2393" y="15631"/>
                </a:cubicBezTo>
                <a:cubicBezTo>
                  <a:pt x="2421" y="15631"/>
                  <a:pt x="2454" y="15645"/>
                  <a:pt x="2493" y="15684"/>
                </a:cubicBezTo>
                <a:cubicBezTo>
                  <a:pt x="2584" y="15654"/>
                  <a:pt x="2706" y="15624"/>
                  <a:pt x="2828" y="15593"/>
                </a:cubicBezTo>
                <a:lnTo>
                  <a:pt x="3131" y="15593"/>
                </a:lnTo>
                <a:cubicBezTo>
                  <a:pt x="3189" y="15651"/>
                  <a:pt x="3259" y="15672"/>
                  <a:pt x="3311" y="15672"/>
                </a:cubicBezTo>
                <a:cubicBezTo>
                  <a:pt x="3340" y="15672"/>
                  <a:pt x="3364" y="15665"/>
                  <a:pt x="3375" y="15654"/>
                </a:cubicBezTo>
                <a:cubicBezTo>
                  <a:pt x="3375" y="15650"/>
                  <a:pt x="3377" y="15648"/>
                  <a:pt x="3381" y="15648"/>
                </a:cubicBezTo>
                <a:cubicBezTo>
                  <a:pt x="3407" y="15648"/>
                  <a:pt x="3500" y="15719"/>
                  <a:pt x="3527" y="15745"/>
                </a:cubicBezTo>
                <a:cubicBezTo>
                  <a:pt x="3533" y="15751"/>
                  <a:pt x="3542" y="15754"/>
                  <a:pt x="3554" y="15754"/>
                </a:cubicBezTo>
                <a:cubicBezTo>
                  <a:pt x="3602" y="15754"/>
                  <a:pt x="3685" y="15715"/>
                  <a:pt x="3709" y="15715"/>
                </a:cubicBezTo>
                <a:cubicBezTo>
                  <a:pt x="3739" y="15684"/>
                  <a:pt x="3648" y="15532"/>
                  <a:pt x="3587" y="15472"/>
                </a:cubicBezTo>
                <a:cubicBezTo>
                  <a:pt x="3527" y="15411"/>
                  <a:pt x="3587" y="15350"/>
                  <a:pt x="3739" y="15350"/>
                </a:cubicBezTo>
                <a:lnTo>
                  <a:pt x="3800" y="15472"/>
                </a:lnTo>
                <a:cubicBezTo>
                  <a:pt x="3922" y="15502"/>
                  <a:pt x="4013" y="15593"/>
                  <a:pt x="4104" y="15624"/>
                </a:cubicBezTo>
                <a:cubicBezTo>
                  <a:pt x="4195" y="15654"/>
                  <a:pt x="4317" y="15624"/>
                  <a:pt x="4378" y="15684"/>
                </a:cubicBezTo>
                <a:cubicBezTo>
                  <a:pt x="4403" y="15703"/>
                  <a:pt x="4424" y="15710"/>
                  <a:pt x="4443" y="15710"/>
                </a:cubicBezTo>
                <a:cubicBezTo>
                  <a:pt x="4503" y="15710"/>
                  <a:pt x="4544" y="15641"/>
                  <a:pt x="4621" y="15641"/>
                </a:cubicBezTo>
                <a:cubicBezTo>
                  <a:pt x="4639" y="15641"/>
                  <a:pt x="4659" y="15645"/>
                  <a:pt x="4682" y="15654"/>
                </a:cubicBezTo>
                <a:lnTo>
                  <a:pt x="4803" y="15715"/>
                </a:lnTo>
                <a:cubicBezTo>
                  <a:pt x="4834" y="15593"/>
                  <a:pt x="4803" y="15502"/>
                  <a:pt x="4712" y="15472"/>
                </a:cubicBezTo>
                <a:cubicBezTo>
                  <a:pt x="4651" y="15441"/>
                  <a:pt x="4742" y="15411"/>
                  <a:pt x="4925" y="15380"/>
                </a:cubicBezTo>
                <a:lnTo>
                  <a:pt x="5077" y="15380"/>
                </a:lnTo>
                <a:cubicBezTo>
                  <a:pt x="5161" y="15380"/>
                  <a:pt x="5116" y="15536"/>
                  <a:pt x="5204" y="15536"/>
                </a:cubicBezTo>
                <a:cubicBezTo>
                  <a:pt x="5211" y="15536"/>
                  <a:pt x="5219" y="15535"/>
                  <a:pt x="5229" y="15532"/>
                </a:cubicBezTo>
                <a:cubicBezTo>
                  <a:pt x="5350" y="15532"/>
                  <a:pt x="5442" y="15472"/>
                  <a:pt x="5563" y="15472"/>
                </a:cubicBezTo>
                <a:lnTo>
                  <a:pt x="5715" y="15472"/>
                </a:lnTo>
                <a:cubicBezTo>
                  <a:pt x="5867" y="15441"/>
                  <a:pt x="6019" y="15350"/>
                  <a:pt x="6049" y="15198"/>
                </a:cubicBezTo>
                <a:cubicBezTo>
                  <a:pt x="6049" y="15139"/>
                  <a:pt x="6176" y="15106"/>
                  <a:pt x="6258" y="15106"/>
                </a:cubicBezTo>
                <a:cubicBezTo>
                  <a:pt x="6303" y="15106"/>
                  <a:pt x="6334" y="15116"/>
                  <a:pt x="6323" y="15137"/>
                </a:cubicBezTo>
                <a:cubicBezTo>
                  <a:pt x="6314" y="15165"/>
                  <a:pt x="6321" y="15176"/>
                  <a:pt x="6337" y="15176"/>
                </a:cubicBezTo>
                <a:cubicBezTo>
                  <a:pt x="6374" y="15176"/>
                  <a:pt x="6454" y="15119"/>
                  <a:pt x="6475" y="15076"/>
                </a:cubicBezTo>
                <a:cubicBezTo>
                  <a:pt x="6487" y="15065"/>
                  <a:pt x="6504" y="15060"/>
                  <a:pt x="6524" y="15060"/>
                </a:cubicBezTo>
                <a:cubicBezTo>
                  <a:pt x="6612" y="15060"/>
                  <a:pt x="6760" y="15149"/>
                  <a:pt x="6809" y="15198"/>
                </a:cubicBezTo>
                <a:cubicBezTo>
                  <a:pt x="6823" y="15205"/>
                  <a:pt x="6846" y="15207"/>
                  <a:pt x="6874" y="15207"/>
                </a:cubicBezTo>
                <a:cubicBezTo>
                  <a:pt x="6924" y="15207"/>
                  <a:pt x="6989" y="15200"/>
                  <a:pt x="7043" y="15200"/>
                </a:cubicBezTo>
                <a:cubicBezTo>
                  <a:pt x="7092" y="15200"/>
                  <a:pt x="7132" y="15206"/>
                  <a:pt x="7144" y="15228"/>
                </a:cubicBezTo>
                <a:cubicBezTo>
                  <a:pt x="7144" y="15251"/>
                  <a:pt x="7146" y="15261"/>
                  <a:pt x="7148" y="15261"/>
                </a:cubicBezTo>
                <a:cubicBezTo>
                  <a:pt x="7157" y="15261"/>
                  <a:pt x="7174" y="15175"/>
                  <a:pt x="7174" y="15107"/>
                </a:cubicBezTo>
                <a:cubicBezTo>
                  <a:pt x="7193" y="15069"/>
                  <a:pt x="7246" y="15043"/>
                  <a:pt x="7321" y="15043"/>
                </a:cubicBezTo>
                <a:cubicBezTo>
                  <a:pt x="7366" y="15043"/>
                  <a:pt x="7420" y="15053"/>
                  <a:pt x="7478" y="15076"/>
                </a:cubicBezTo>
                <a:lnTo>
                  <a:pt x="7326" y="15198"/>
                </a:lnTo>
                <a:lnTo>
                  <a:pt x="7204" y="15320"/>
                </a:lnTo>
                <a:cubicBezTo>
                  <a:pt x="7326" y="15320"/>
                  <a:pt x="7478" y="15289"/>
                  <a:pt x="7600" y="15168"/>
                </a:cubicBezTo>
                <a:cubicBezTo>
                  <a:pt x="7630" y="15107"/>
                  <a:pt x="7630" y="15016"/>
                  <a:pt x="7539" y="15016"/>
                </a:cubicBezTo>
                <a:lnTo>
                  <a:pt x="7508" y="14955"/>
                </a:lnTo>
                <a:cubicBezTo>
                  <a:pt x="7508" y="14894"/>
                  <a:pt x="7478" y="14803"/>
                  <a:pt x="7508" y="14742"/>
                </a:cubicBezTo>
                <a:cubicBezTo>
                  <a:pt x="7569" y="14712"/>
                  <a:pt x="7660" y="14712"/>
                  <a:pt x="7752" y="14712"/>
                </a:cubicBezTo>
                <a:cubicBezTo>
                  <a:pt x="7797" y="14757"/>
                  <a:pt x="7858" y="14780"/>
                  <a:pt x="7919" y="14780"/>
                </a:cubicBezTo>
                <a:cubicBezTo>
                  <a:pt x="7980" y="14780"/>
                  <a:pt x="8040" y="14757"/>
                  <a:pt x="8086" y="14712"/>
                </a:cubicBezTo>
                <a:lnTo>
                  <a:pt x="8147" y="14681"/>
                </a:lnTo>
                <a:cubicBezTo>
                  <a:pt x="8180" y="14676"/>
                  <a:pt x="8211" y="14673"/>
                  <a:pt x="8238" y="14673"/>
                </a:cubicBezTo>
                <a:cubicBezTo>
                  <a:pt x="8358" y="14673"/>
                  <a:pt x="8415" y="14723"/>
                  <a:pt x="8390" y="14772"/>
                </a:cubicBezTo>
                <a:lnTo>
                  <a:pt x="8329" y="14803"/>
                </a:lnTo>
                <a:lnTo>
                  <a:pt x="8238" y="14864"/>
                </a:lnTo>
                <a:cubicBezTo>
                  <a:pt x="8116" y="14955"/>
                  <a:pt x="8208" y="15228"/>
                  <a:pt x="8208" y="15289"/>
                </a:cubicBezTo>
                <a:cubicBezTo>
                  <a:pt x="8183" y="15364"/>
                  <a:pt x="8178" y="15419"/>
                  <a:pt x="8194" y="15419"/>
                </a:cubicBezTo>
                <a:cubicBezTo>
                  <a:pt x="8198" y="15419"/>
                  <a:pt x="8202" y="15416"/>
                  <a:pt x="8208" y="15411"/>
                </a:cubicBezTo>
                <a:lnTo>
                  <a:pt x="8208" y="15380"/>
                </a:lnTo>
                <a:cubicBezTo>
                  <a:pt x="8238" y="15350"/>
                  <a:pt x="8177" y="15259"/>
                  <a:pt x="8268" y="15228"/>
                </a:cubicBezTo>
                <a:cubicBezTo>
                  <a:pt x="8290" y="15223"/>
                  <a:pt x="8309" y="15220"/>
                  <a:pt x="8325" y="15220"/>
                </a:cubicBezTo>
                <a:cubicBezTo>
                  <a:pt x="8400" y="15220"/>
                  <a:pt x="8420" y="15275"/>
                  <a:pt x="8420" y="15350"/>
                </a:cubicBezTo>
                <a:cubicBezTo>
                  <a:pt x="8451" y="15350"/>
                  <a:pt x="8542" y="15137"/>
                  <a:pt x="8663" y="15107"/>
                </a:cubicBezTo>
                <a:cubicBezTo>
                  <a:pt x="8755" y="15046"/>
                  <a:pt x="8846" y="14985"/>
                  <a:pt x="8907" y="14924"/>
                </a:cubicBezTo>
                <a:cubicBezTo>
                  <a:pt x="9089" y="14924"/>
                  <a:pt x="9211" y="14985"/>
                  <a:pt x="9332" y="15107"/>
                </a:cubicBezTo>
                <a:cubicBezTo>
                  <a:pt x="9393" y="15168"/>
                  <a:pt x="9454" y="15228"/>
                  <a:pt x="9515" y="15289"/>
                </a:cubicBezTo>
                <a:cubicBezTo>
                  <a:pt x="9575" y="15289"/>
                  <a:pt x="9606" y="15259"/>
                  <a:pt x="9636" y="15228"/>
                </a:cubicBezTo>
                <a:lnTo>
                  <a:pt x="9636" y="15168"/>
                </a:lnTo>
                <a:cubicBezTo>
                  <a:pt x="9636" y="15087"/>
                  <a:pt x="9663" y="15046"/>
                  <a:pt x="9717" y="15046"/>
                </a:cubicBezTo>
                <a:cubicBezTo>
                  <a:pt x="9744" y="15046"/>
                  <a:pt x="9778" y="15056"/>
                  <a:pt x="9819" y="15076"/>
                </a:cubicBezTo>
                <a:lnTo>
                  <a:pt x="9879" y="15107"/>
                </a:lnTo>
                <a:cubicBezTo>
                  <a:pt x="10092" y="15046"/>
                  <a:pt x="10305" y="14985"/>
                  <a:pt x="10518" y="14955"/>
                </a:cubicBezTo>
                <a:lnTo>
                  <a:pt x="10761" y="15137"/>
                </a:lnTo>
                <a:cubicBezTo>
                  <a:pt x="10791" y="15107"/>
                  <a:pt x="10852" y="14985"/>
                  <a:pt x="10882" y="14955"/>
                </a:cubicBezTo>
                <a:cubicBezTo>
                  <a:pt x="10882" y="14940"/>
                  <a:pt x="10951" y="14924"/>
                  <a:pt x="11023" y="14924"/>
                </a:cubicBezTo>
                <a:cubicBezTo>
                  <a:pt x="11095" y="14924"/>
                  <a:pt x="11171" y="14940"/>
                  <a:pt x="11186" y="14985"/>
                </a:cubicBezTo>
                <a:cubicBezTo>
                  <a:pt x="11198" y="15021"/>
                  <a:pt x="11215" y="15033"/>
                  <a:pt x="11231" y="15033"/>
                </a:cubicBezTo>
                <a:cubicBezTo>
                  <a:pt x="11255" y="15033"/>
                  <a:pt x="11278" y="15004"/>
                  <a:pt x="11278" y="14985"/>
                </a:cubicBezTo>
                <a:cubicBezTo>
                  <a:pt x="11278" y="14964"/>
                  <a:pt x="11384" y="14942"/>
                  <a:pt x="11521" y="14942"/>
                </a:cubicBezTo>
                <a:cubicBezTo>
                  <a:pt x="11578" y="14942"/>
                  <a:pt x="11641" y="14946"/>
                  <a:pt x="11703" y="14955"/>
                </a:cubicBezTo>
                <a:lnTo>
                  <a:pt x="12098" y="14955"/>
                </a:lnTo>
                <a:cubicBezTo>
                  <a:pt x="12106" y="14947"/>
                  <a:pt x="12117" y="14943"/>
                  <a:pt x="12128" y="14943"/>
                </a:cubicBezTo>
                <a:cubicBezTo>
                  <a:pt x="12159" y="14943"/>
                  <a:pt x="12198" y="14971"/>
                  <a:pt x="12220" y="15016"/>
                </a:cubicBezTo>
                <a:lnTo>
                  <a:pt x="12250" y="15046"/>
                </a:lnTo>
                <a:cubicBezTo>
                  <a:pt x="12311" y="15046"/>
                  <a:pt x="12433" y="14833"/>
                  <a:pt x="12493" y="14833"/>
                </a:cubicBezTo>
                <a:cubicBezTo>
                  <a:pt x="12615" y="14864"/>
                  <a:pt x="12706" y="14894"/>
                  <a:pt x="12797" y="14985"/>
                </a:cubicBezTo>
                <a:cubicBezTo>
                  <a:pt x="12801" y="14989"/>
                  <a:pt x="12806" y="14991"/>
                  <a:pt x="12812" y="14991"/>
                </a:cubicBezTo>
                <a:cubicBezTo>
                  <a:pt x="12850" y="14991"/>
                  <a:pt x="12923" y="14901"/>
                  <a:pt x="12949" y="14742"/>
                </a:cubicBezTo>
                <a:lnTo>
                  <a:pt x="13253" y="14742"/>
                </a:lnTo>
                <a:cubicBezTo>
                  <a:pt x="13284" y="14772"/>
                  <a:pt x="13192" y="14924"/>
                  <a:pt x="13162" y="14955"/>
                </a:cubicBezTo>
                <a:cubicBezTo>
                  <a:pt x="13134" y="14982"/>
                  <a:pt x="13282" y="15035"/>
                  <a:pt x="13491" y="15044"/>
                </a:cubicBezTo>
                <a:lnTo>
                  <a:pt x="13491" y="15044"/>
                </a:lnTo>
                <a:cubicBezTo>
                  <a:pt x="13491" y="15116"/>
                  <a:pt x="13573" y="15245"/>
                  <a:pt x="13679" y="15350"/>
                </a:cubicBezTo>
                <a:lnTo>
                  <a:pt x="13922" y="15350"/>
                </a:lnTo>
                <a:cubicBezTo>
                  <a:pt x="13983" y="15380"/>
                  <a:pt x="13983" y="15441"/>
                  <a:pt x="13922" y="15502"/>
                </a:cubicBezTo>
                <a:lnTo>
                  <a:pt x="13892" y="15502"/>
                </a:lnTo>
                <a:cubicBezTo>
                  <a:pt x="13865" y="15507"/>
                  <a:pt x="13839" y="15510"/>
                  <a:pt x="13814" y="15510"/>
                </a:cubicBezTo>
                <a:cubicBezTo>
                  <a:pt x="13697" y="15510"/>
                  <a:pt x="13602" y="15455"/>
                  <a:pt x="13527" y="15380"/>
                </a:cubicBezTo>
                <a:cubicBezTo>
                  <a:pt x="13405" y="15259"/>
                  <a:pt x="13253" y="15137"/>
                  <a:pt x="13101" y="15016"/>
                </a:cubicBezTo>
                <a:cubicBezTo>
                  <a:pt x="13071" y="15016"/>
                  <a:pt x="13010" y="15168"/>
                  <a:pt x="13010" y="15228"/>
                </a:cubicBezTo>
                <a:cubicBezTo>
                  <a:pt x="13010" y="15244"/>
                  <a:pt x="12987" y="15251"/>
                  <a:pt x="12957" y="15251"/>
                </a:cubicBezTo>
                <a:cubicBezTo>
                  <a:pt x="12926" y="15251"/>
                  <a:pt x="12888" y="15244"/>
                  <a:pt x="12858" y="15228"/>
                </a:cubicBezTo>
                <a:lnTo>
                  <a:pt x="12797" y="15228"/>
                </a:lnTo>
                <a:cubicBezTo>
                  <a:pt x="12752" y="15213"/>
                  <a:pt x="12699" y="15206"/>
                  <a:pt x="12645" y="15206"/>
                </a:cubicBezTo>
                <a:cubicBezTo>
                  <a:pt x="12592" y="15206"/>
                  <a:pt x="12539" y="15213"/>
                  <a:pt x="12493" y="15228"/>
                </a:cubicBezTo>
                <a:cubicBezTo>
                  <a:pt x="12493" y="15214"/>
                  <a:pt x="12479" y="15208"/>
                  <a:pt x="12455" y="15208"/>
                </a:cubicBezTo>
                <a:cubicBezTo>
                  <a:pt x="12376" y="15208"/>
                  <a:pt x="12199" y="15273"/>
                  <a:pt x="12129" y="15320"/>
                </a:cubicBezTo>
                <a:cubicBezTo>
                  <a:pt x="12068" y="15350"/>
                  <a:pt x="11999" y="15365"/>
                  <a:pt x="11931" y="15365"/>
                </a:cubicBezTo>
                <a:cubicBezTo>
                  <a:pt x="11863" y="15365"/>
                  <a:pt x="11794" y="15350"/>
                  <a:pt x="11733" y="15320"/>
                </a:cubicBezTo>
                <a:lnTo>
                  <a:pt x="11612" y="15289"/>
                </a:lnTo>
                <a:cubicBezTo>
                  <a:pt x="11490" y="15259"/>
                  <a:pt x="11369" y="15228"/>
                  <a:pt x="11278" y="15228"/>
                </a:cubicBezTo>
                <a:lnTo>
                  <a:pt x="11156" y="15228"/>
                </a:lnTo>
                <a:cubicBezTo>
                  <a:pt x="11068" y="15258"/>
                  <a:pt x="11122" y="15401"/>
                  <a:pt x="11290" y="15548"/>
                </a:cubicBezTo>
                <a:lnTo>
                  <a:pt x="11290" y="15548"/>
                </a:lnTo>
                <a:cubicBezTo>
                  <a:pt x="11215" y="15555"/>
                  <a:pt x="11140" y="15563"/>
                  <a:pt x="11065" y="15563"/>
                </a:cubicBezTo>
                <a:cubicBezTo>
                  <a:pt x="10943" y="15624"/>
                  <a:pt x="10761" y="15684"/>
                  <a:pt x="10639" y="15745"/>
                </a:cubicBezTo>
                <a:lnTo>
                  <a:pt x="10518" y="15775"/>
                </a:lnTo>
                <a:cubicBezTo>
                  <a:pt x="10518" y="15775"/>
                  <a:pt x="10457" y="15715"/>
                  <a:pt x="10457" y="15684"/>
                </a:cubicBezTo>
                <a:cubicBezTo>
                  <a:pt x="10457" y="15684"/>
                  <a:pt x="10487" y="15624"/>
                  <a:pt x="10518" y="15624"/>
                </a:cubicBezTo>
                <a:lnTo>
                  <a:pt x="10609" y="15624"/>
                </a:lnTo>
                <a:cubicBezTo>
                  <a:pt x="10670" y="15624"/>
                  <a:pt x="10366" y="15563"/>
                  <a:pt x="10274" y="15472"/>
                </a:cubicBezTo>
                <a:cubicBezTo>
                  <a:pt x="10248" y="15454"/>
                  <a:pt x="10234" y="15446"/>
                  <a:pt x="10229" y="15446"/>
                </a:cubicBezTo>
                <a:cubicBezTo>
                  <a:pt x="10216" y="15446"/>
                  <a:pt x="10253" y="15489"/>
                  <a:pt x="10274" y="15532"/>
                </a:cubicBezTo>
                <a:cubicBezTo>
                  <a:pt x="10286" y="15556"/>
                  <a:pt x="10258" y="15565"/>
                  <a:pt x="10213" y="15565"/>
                </a:cubicBezTo>
                <a:cubicBezTo>
                  <a:pt x="10141" y="15565"/>
                  <a:pt x="10027" y="15540"/>
                  <a:pt x="9970" y="15502"/>
                </a:cubicBezTo>
                <a:cubicBezTo>
                  <a:pt x="9940" y="15472"/>
                  <a:pt x="9902" y="15456"/>
                  <a:pt x="9868" y="15456"/>
                </a:cubicBezTo>
                <a:cubicBezTo>
                  <a:pt x="9834" y="15456"/>
                  <a:pt x="9803" y="15472"/>
                  <a:pt x="9788" y="15502"/>
                </a:cubicBezTo>
                <a:cubicBezTo>
                  <a:pt x="9758" y="15532"/>
                  <a:pt x="9819" y="15593"/>
                  <a:pt x="9879" y="15593"/>
                </a:cubicBezTo>
                <a:lnTo>
                  <a:pt x="10001" y="15593"/>
                </a:lnTo>
                <a:cubicBezTo>
                  <a:pt x="10001" y="15624"/>
                  <a:pt x="9940" y="15745"/>
                  <a:pt x="9910" y="15806"/>
                </a:cubicBezTo>
                <a:cubicBezTo>
                  <a:pt x="9904" y="15811"/>
                  <a:pt x="9893" y="15814"/>
                  <a:pt x="9876" y="15814"/>
                </a:cubicBezTo>
                <a:cubicBezTo>
                  <a:pt x="9795" y="15814"/>
                  <a:pt x="9589" y="15755"/>
                  <a:pt x="9363" y="15654"/>
                </a:cubicBezTo>
                <a:lnTo>
                  <a:pt x="9636" y="15380"/>
                </a:lnTo>
                <a:cubicBezTo>
                  <a:pt x="9601" y="15357"/>
                  <a:pt x="9566" y="15347"/>
                  <a:pt x="9535" y="15347"/>
                </a:cubicBezTo>
                <a:cubicBezTo>
                  <a:pt x="9484" y="15347"/>
                  <a:pt x="9442" y="15373"/>
                  <a:pt x="9423" y="15411"/>
                </a:cubicBezTo>
                <a:cubicBezTo>
                  <a:pt x="9393" y="15472"/>
                  <a:pt x="9180" y="15532"/>
                  <a:pt x="9089" y="15532"/>
                </a:cubicBezTo>
                <a:cubicBezTo>
                  <a:pt x="9028" y="15532"/>
                  <a:pt x="9119" y="15593"/>
                  <a:pt x="9180" y="15593"/>
                </a:cubicBezTo>
                <a:cubicBezTo>
                  <a:pt x="9241" y="15624"/>
                  <a:pt x="9332" y="15684"/>
                  <a:pt x="9393" y="15715"/>
                </a:cubicBezTo>
                <a:cubicBezTo>
                  <a:pt x="9420" y="15742"/>
                  <a:pt x="9331" y="15757"/>
                  <a:pt x="9219" y="15757"/>
                </a:cubicBezTo>
                <a:cubicBezTo>
                  <a:pt x="9081" y="15757"/>
                  <a:pt x="8910" y="15735"/>
                  <a:pt x="8876" y="15684"/>
                </a:cubicBezTo>
                <a:cubicBezTo>
                  <a:pt x="8846" y="15563"/>
                  <a:pt x="8755" y="15441"/>
                  <a:pt x="8724" y="15441"/>
                </a:cubicBezTo>
                <a:cubicBezTo>
                  <a:pt x="8663" y="15441"/>
                  <a:pt x="8603" y="15654"/>
                  <a:pt x="8542" y="15715"/>
                </a:cubicBezTo>
                <a:cubicBezTo>
                  <a:pt x="8497" y="15759"/>
                  <a:pt x="8534" y="15787"/>
                  <a:pt x="8569" y="15787"/>
                </a:cubicBezTo>
                <a:cubicBezTo>
                  <a:pt x="8582" y="15787"/>
                  <a:pt x="8595" y="15784"/>
                  <a:pt x="8603" y="15775"/>
                </a:cubicBezTo>
                <a:cubicBezTo>
                  <a:pt x="8608" y="15770"/>
                  <a:pt x="8613" y="15767"/>
                  <a:pt x="8617" y="15767"/>
                </a:cubicBezTo>
                <a:cubicBezTo>
                  <a:pt x="8633" y="15767"/>
                  <a:pt x="8633" y="15817"/>
                  <a:pt x="8633" y="15867"/>
                </a:cubicBezTo>
                <a:lnTo>
                  <a:pt x="8572" y="15897"/>
                </a:lnTo>
                <a:lnTo>
                  <a:pt x="8512" y="15958"/>
                </a:lnTo>
                <a:cubicBezTo>
                  <a:pt x="8489" y="15965"/>
                  <a:pt x="8464" y="15969"/>
                  <a:pt x="8438" y="15969"/>
                </a:cubicBezTo>
                <a:cubicBezTo>
                  <a:pt x="8361" y="15969"/>
                  <a:pt x="8276" y="15935"/>
                  <a:pt x="8208" y="15867"/>
                </a:cubicBezTo>
                <a:lnTo>
                  <a:pt x="8086" y="15867"/>
                </a:lnTo>
                <a:cubicBezTo>
                  <a:pt x="7995" y="15836"/>
                  <a:pt x="7995" y="15806"/>
                  <a:pt x="7995" y="15715"/>
                </a:cubicBezTo>
                <a:lnTo>
                  <a:pt x="7934" y="15593"/>
                </a:lnTo>
                <a:cubicBezTo>
                  <a:pt x="7873" y="15624"/>
                  <a:pt x="7812" y="15639"/>
                  <a:pt x="7752" y="15639"/>
                </a:cubicBezTo>
                <a:cubicBezTo>
                  <a:pt x="7691" y="15639"/>
                  <a:pt x="7630" y="15624"/>
                  <a:pt x="7569" y="15593"/>
                </a:cubicBezTo>
                <a:lnTo>
                  <a:pt x="7478" y="15563"/>
                </a:lnTo>
                <a:lnTo>
                  <a:pt x="7326" y="15502"/>
                </a:lnTo>
                <a:cubicBezTo>
                  <a:pt x="7204" y="15532"/>
                  <a:pt x="7113" y="15593"/>
                  <a:pt x="7083" y="15715"/>
                </a:cubicBezTo>
                <a:cubicBezTo>
                  <a:pt x="7083" y="15745"/>
                  <a:pt x="7174" y="15775"/>
                  <a:pt x="7204" y="15775"/>
                </a:cubicBezTo>
                <a:cubicBezTo>
                  <a:pt x="7235" y="15775"/>
                  <a:pt x="7326" y="15927"/>
                  <a:pt x="7387" y="15927"/>
                </a:cubicBezTo>
                <a:cubicBezTo>
                  <a:pt x="7400" y="15923"/>
                  <a:pt x="7415" y="15921"/>
                  <a:pt x="7431" y="15921"/>
                </a:cubicBezTo>
                <a:cubicBezTo>
                  <a:pt x="7528" y="15921"/>
                  <a:pt x="7669" y="15988"/>
                  <a:pt x="7721" y="15988"/>
                </a:cubicBezTo>
                <a:cubicBezTo>
                  <a:pt x="7812" y="15988"/>
                  <a:pt x="7782" y="16049"/>
                  <a:pt x="7691" y="16140"/>
                </a:cubicBezTo>
                <a:lnTo>
                  <a:pt x="7326" y="16171"/>
                </a:lnTo>
                <a:lnTo>
                  <a:pt x="7174" y="16171"/>
                </a:lnTo>
                <a:lnTo>
                  <a:pt x="7144" y="16140"/>
                </a:lnTo>
                <a:cubicBezTo>
                  <a:pt x="7133" y="16119"/>
                  <a:pt x="7122" y="16109"/>
                  <a:pt x="7110" y="16109"/>
                </a:cubicBezTo>
                <a:cubicBezTo>
                  <a:pt x="7088" y="16109"/>
                  <a:pt x="7061" y="16142"/>
                  <a:pt x="7022" y="16201"/>
                </a:cubicBezTo>
                <a:lnTo>
                  <a:pt x="6992" y="16201"/>
                </a:lnTo>
                <a:cubicBezTo>
                  <a:pt x="6954" y="16193"/>
                  <a:pt x="6914" y="16190"/>
                  <a:pt x="6873" y="16190"/>
                </a:cubicBezTo>
                <a:cubicBezTo>
                  <a:pt x="6752" y="16190"/>
                  <a:pt x="6627" y="16224"/>
                  <a:pt x="6536" y="16292"/>
                </a:cubicBezTo>
                <a:cubicBezTo>
                  <a:pt x="6475" y="16231"/>
                  <a:pt x="6414" y="16201"/>
                  <a:pt x="6384" y="16140"/>
                </a:cubicBezTo>
                <a:lnTo>
                  <a:pt x="6323" y="16231"/>
                </a:lnTo>
                <a:lnTo>
                  <a:pt x="6262" y="16201"/>
                </a:lnTo>
                <a:cubicBezTo>
                  <a:pt x="6253" y="16182"/>
                  <a:pt x="6217" y="16175"/>
                  <a:pt x="6169" y="16175"/>
                </a:cubicBezTo>
                <a:cubicBezTo>
                  <a:pt x="6061" y="16175"/>
                  <a:pt x="5890" y="16210"/>
                  <a:pt x="5806" y="16231"/>
                </a:cubicBezTo>
                <a:cubicBezTo>
                  <a:pt x="5794" y="16240"/>
                  <a:pt x="5778" y="16244"/>
                  <a:pt x="5761" y="16244"/>
                </a:cubicBezTo>
                <a:cubicBezTo>
                  <a:pt x="5652" y="16244"/>
                  <a:pt x="5468" y="16097"/>
                  <a:pt x="5442" y="16019"/>
                </a:cubicBezTo>
                <a:cubicBezTo>
                  <a:pt x="5424" y="15983"/>
                  <a:pt x="5322" y="15968"/>
                  <a:pt x="5223" y="15968"/>
                </a:cubicBezTo>
                <a:cubicBezTo>
                  <a:pt x="5153" y="15968"/>
                  <a:pt x="5084" y="15976"/>
                  <a:pt x="5046" y="15988"/>
                </a:cubicBezTo>
                <a:cubicBezTo>
                  <a:pt x="4955" y="15988"/>
                  <a:pt x="4925" y="16079"/>
                  <a:pt x="4925" y="16171"/>
                </a:cubicBezTo>
                <a:lnTo>
                  <a:pt x="4925" y="16262"/>
                </a:lnTo>
                <a:cubicBezTo>
                  <a:pt x="4894" y="16292"/>
                  <a:pt x="4864" y="16292"/>
                  <a:pt x="4803" y="16323"/>
                </a:cubicBezTo>
                <a:cubicBezTo>
                  <a:pt x="4773" y="16323"/>
                  <a:pt x="4712" y="16292"/>
                  <a:pt x="4712" y="16262"/>
                </a:cubicBezTo>
                <a:lnTo>
                  <a:pt x="4712" y="16110"/>
                </a:lnTo>
                <a:cubicBezTo>
                  <a:pt x="4712" y="15988"/>
                  <a:pt x="4621" y="15867"/>
                  <a:pt x="4499" y="15836"/>
                </a:cubicBezTo>
                <a:cubicBezTo>
                  <a:pt x="4438" y="15836"/>
                  <a:pt x="4499" y="15897"/>
                  <a:pt x="4499" y="15958"/>
                </a:cubicBezTo>
                <a:cubicBezTo>
                  <a:pt x="4499" y="16019"/>
                  <a:pt x="4530" y="16079"/>
                  <a:pt x="4560" y="16110"/>
                </a:cubicBezTo>
                <a:cubicBezTo>
                  <a:pt x="4590" y="16201"/>
                  <a:pt x="4590" y="16262"/>
                  <a:pt x="4621" y="16323"/>
                </a:cubicBezTo>
                <a:lnTo>
                  <a:pt x="4469" y="16323"/>
                </a:lnTo>
                <a:cubicBezTo>
                  <a:pt x="4378" y="16323"/>
                  <a:pt x="4286" y="16323"/>
                  <a:pt x="4317" y="16414"/>
                </a:cubicBezTo>
                <a:cubicBezTo>
                  <a:pt x="4337" y="16551"/>
                  <a:pt x="4267" y="16587"/>
                  <a:pt x="4191" y="16587"/>
                </a:cubicBezTo>
                <a:cubicBezTo>
                  <a:pt x="4150" y="16587"/>
                  <a:pt x="4106" y="16577"/>
                  <a:pt x="4074" y="16566"/>
                </a:cubicBezTo>
                <a:cubicBezTo>
                  <a:pt x="3891" y="16475"/>
                  <a:pt x="3587" y="16475"/>
                  <a:pt x="3587" y="16231"/>
                </a:cubicBezTo>
                <a:lnTo>
                  <a:pt x="3587" y="16171"/>
                </a:lnTo>
                <a:cubicBezTo>
                  <a:pt x="3587" y="16126"/>
                  <a:pt x="3539" y="16098"/>
                  <a:pt x="3488" y="16098"/>
                </a:cubicBezTo>
                <a:cubicBezTo>
                  <a:pt x="3470" y="16098"/>
                  <a:pt x="3452" y="16102"/>
                  <a:pt x="3435" y="16110"/>
                </a:cubicBezTo>
                <a:lnTo>
                  <a:pt x="3344" y="16110"/>
                </a:lnTo>
                <a:cubicBezTo>
                  <a:pt x="3283" y="16110"/>
                  <a:pt x="3223" y="16079"/>
                  <a:pt x="3253" y="16019"/>
                </a:cubicBezTo>
                <a:cubicBezTo>
                  <a:pt x="3253" y="15988"/>
                  <a:pt x="3101" y="15988"/>
                  <a:pt x="3040" y="15988"/>
                </a:cubicBezTo>
                <a:cubicBezTo>
                  <a:pt x="2949" y="15988"/>
                  <a:pt x="3223" y="16231"/>
                  <a:pt x="3314" y="16292"/>
                </a:cubicBezTo>
                <a:cubicBezTo>
                  <a:pt x="3375" y="16353"/>
                  <a:pt x="3405" y="16414"/>
                  <a:pt x="3466" y="16475"/>
                </a:cubicBezTo>
                <a:cubicBezTo>
                  <a:pt x="3405" y="16475"/>
                  <a:pt x="3344" y="16444"/>
                  <a:pt x="3314" y="16414"/>
                </a:cubicBezTo>
                <a:cubicBezTo>
                  <a:pt x="3253" y="16414"/>
                  <a:pt x="3071" y="16535"/>
                  <a:pt x="3010" y="16566"/>
                </a:cubicBezTo>
                <a:cubicBezTo>
                  <a:pt x="2949" y="16627"/>
                  <a:pt x="2919" y="16718"/>
                  <a:pt x="2949" y="16779"/>
                </a:cubicBezTo>
                <a:cubicBezTo>
                  <a:pt x="2949" y="16839"/>
                  <a:pt x="2888" y="16900"/>
                  <a:pt x="2797" y="16900"/>
                </a:cubicBezTo>
                <a:lnTo>
                  <a:pt x="2736" y="16900"/>
                </a:lnTo>
                <a:cubicBezTo>
                  <a:pt x="2706" y="16870"/>
                  <a:pt x="2676" y="16809"/>
                  <a:pt x="2615" y="16809"/>
                </a:cubicBezTo>
                <a:cubicBezTo>
                  <a:pt x="2460" y="16751"/>
                  <a:pt x="2305" y="16644"/>
                  <a:pt x="2143" y="16644"/>
                </a:cubicBezTo>
                <a:cubicBezTo>
                  <a:pt x="2050" y="16644"/>
                  <a:pt x="1954" y="16679"/>
                  <a:pt x="1855" y="16779"/>
                </a:cubicBezTo>
                <a:lnTo>
                  <a:pt x="1733" y="16779"/>
                </a:lnTo>
                <a:cubicBezTo>
                  <a:pt x="1688" y="16763"/>
                  <a:pt x="1642" y="16756"/>
                  <a:pt x="1596" y="16756"/>
                </a:cubicBezTo>
                <a:cubicBezTo>
                  <a:pt x="1551" y="16756"/>
                  <a:pt x="1505" y="16763"/>
                  <a:pt x="1460" y="16779"/>
                </a:cubicBezTo>
                <a:cubicBezTo>
                  <a:pt x="1429" y="16794"/>
                  <a:pt x="1407" y="16801"/>
                  <a:pt x="1384" y="16801"/>
                </a:cubicBezTo>
                <a:cubicBezTo>
                  <a:pt x="1361" y="16801"/>
                  <a:pt x="1338" y="16794"/>
                  <a:pt x="1308" y="16779"/>
                </a:cubicBezTo>
                <a:lnTo>
                  <a:pt x="1247" y="16718"/>
                </a:lnTo>
                <a:cubicBezTo>
                  <a:pt x="1234" y="16705"/>
                  <a:pt x="1211" y="16699"/>
                  <a:pt x="1181" y="16699"/>
                </a:cubicBezTo>
                <a:cubicBezTo>
                  <a:pt x="1071" y="16699"/>
                  <a:pt x="861" y="16781"/>
                  <a:pt x="669" y="16900"/>
                </a:cubicBezTo>
                <a:lnTo>
                  <a:pt x="457" y="16779"/>
                </a:lnTo>
                <a:lnTo>
                  <a:pt x="213" y="16687"/>
                </a:lnTo>
                <a:lnTo>
                  <a:pt x="213" y="16687"/>
                </a:lnTo>
                <a:cubicBezTo>
                  <a:pt x="153" y="16779"/>
                  <a:pt x="244" y="16870"/>
                  <a:pt x="396" y="16870"/>
                </a:cubicBezTo>
                <a:lnTo>
                  <a:pt x="487" y="16991"/>
                </a:lnTo>
                <a:cubicBezTo>
                  <a:pt x="525" y="17057"/>
                  <a:pt x="563" y="17079"/>
                  <a:pt x="600" y="17079"/>
                </a:cubicBezTo>
                <a:cubicBezTo>
                  <a:pt x="677" y="17079"/>
                  <a:pt x="753" y="16989"/>
                  <a:pt x="830" y="16989"/>
                </a:cubicBezTo>
                <a:cubicBezTo>
                  <a:pt x="837" y="16989"/>
                  <a:pt x="844" y="16989"/>
                  <a:pt x="852" y="16991"/>
                </a:cubicBezTo>
                <a:cubicBezTo>
                  <a:pt x="913" y="17022"/>
                  <a:pt x="943" y="17052"/>
                  <a:pt x="973" y="17083"/>
                </a:cubicBezTo>
                <a:lnTo>
                  <a:pt x="1065" y="17113"/>
                </a:lnTo>
                <a:cubicBezTo>
                  <a:pt x="1156" y="17174"/>
                  <a:pt x="1186" y="17295"/>
                  <a:pt x="1065" y="17356"/>
                </a:cubicBezTo>
                <a:lnTo>
                  <a:pt x="1004" y="17417"/>
                </a:lnTo>
                <a:cubicBezTo>
                  <a:pt x="882" y="17478"/>
                  <a:pt x="1034" y="17569"/>
                  <a:pt x="943" y="17660"/>
                </a:cubicBezTo>
                <a:cubicBezTo>
                  <a:pt x="882" y="17690"/>
                  <a:pt x="882" y="17842"/>
                  <a:pt x="1095" y="17842"/>
                </a:cubicBezTo>
                <a:cubicBezTo>
                  <a:pt x="1125" y="17842"/>
                  <a:pt x="1186" y="17903"/>
                  <a:pt x="1247" y="17903"/>
                </a:cubicBezTo>
                <a:lnTo>
                  <a:pt x="1308" y="17903"/>
                </a:lnTo>
                <a:cubicBezTo>
                  <a:pt x="1369" y="17873"/>
                  <a:pt x="1429" y="17690"/>
                  <a:pt x="1490" y="17690"/>
                </a:cubicBezTo>
                <a:cubicBezTo>
                  <a:pt x="1581" y="17660"/>
                  <a:pt x="1520" y="17599"/>
                  <a:pt x="1399" y="17538"/>
                </a:cubicBezTo>
                <a:lnTo>
                  <a:pt x="1277" y="17478"/>
                </a:lnTo>
                <a:cubicBezTo>
                  <a:pt x="1247" y="17447"/>
                  <a:pt x="1247" y="17386"/>
                  <a:pt x="1277" y="17356"/>
                </a:cubicBezTo>
                <a:cubicBezTo>
                  <a:pt x="1300" y="17334"/>
                  <a:pt x="1322" y="17262"/>
                  <a:pt x="1381" y="17262"/>
                </a:cubicBezTo>
                <a:cubicBezTo>
                  <a:pt x="1402" y="17262"/>
                  <a:pt x="1428" y="17271"/>
                  <a:pt x="1460" y="17295"/>
                </a:cubicBezTo>
                <a:lnTo>
                  <a:pt x="1490" y="17326"/>
                </a:lnTo>
                <a:cubicBezTo>
                  <a:pt x="1612" y="17295"/>
                  <a:pt x="1733" y="17234"/>
                  <a:pt x="1855" y="17174"/>
                </a:cubicBezTo>
                <a:lnTo>
                  <a:pt x="2098" y="17174"/>
                </a:lnTo>
                <a:cubicBezTo>
                  <a:pt x="2159" y="17174"/>
                  <a:pt x="2220" y="17143"/>
                  <a:pt x="2280" y="17113"/>
                </a:cubicBezTo>
                <a:lnTo>
                  <a:pt x="2402" y="17052"/>
                </a:lnTo>
                <a:cubicBezTo>
                  <a:pt x="2584" y="17113"/>
                  <a:pt x="2706" y="17234"/>
                  <a:pt x="2736" y="17417"/>
                </a:cubicBezTo>
                <a:lnTo>
                  <a:pt x="2797" y="17538"/>
                </a:lnTo>
                <a:cubicBezTo>
                  <a:pt x="2828" y="17599"/>
                  <a:pt x="2888" y="17630"/>
                  <a:pt x="2949" y="17660"/>
                </a:cubicBezTo>
                <a:lnTo>
                  <a:pt x="2979" y="17660"/>
                </a:lnTo>
                <a:cubicBezTo>
                  <a:pt x="3010" y="17660"/>
                  <a:pt x="3040" y="17630"/>
                  <a:pt x="3071" y="17599"/>
                </a:cubicBezTo>
                <a:lnTo>
                  <a:pt x="3040" y="17599"/>
                </a:lnTo>
                <a:cubicBezTo>
                  <a:pt x="2979" y="17538"/>
                  <a:pt x="2979" y="17478"/>
                  <a:pt x="3071" y="17417"/>
                </a:cubicBezTo>
                <a:cubicBezTo>
                  <a:pt x="3101" y="17417"/>
                  <a:pt x="3162" y="17478"/>
                  <a:pt x="3192" y="17508"/>
                </a:cubicBezTo>
                <a:cubicBezTo>
                  <a:pt x="3253" y="17538"/>
                  <a:pt x="3253" y="17599"/>
                  <a:pt x="3314" y="17630"/>
                </a:cubicBezTo>
                <a:cubicBezTo>
                  <a:pt x="3527" y="17782"/>
                  <a:pt x="3587" y="17934"/>
                  <a:pt x="3405" y="18116"/>
                </a:cubicBezTo>
                <a:cubicBezTo>
                  <a:pt x="3413" y="18124"/>
                  <a:pt x="3426" y="18128"/>
                  <a:pt x="3440" y="18128"/>
                </a:cubicBezTo>
                <a:cubicBezTo>
                  <a:pt x="3480" y="18128"/>
                  <a:pt x="3535" y="18100"/>
                  <a:pt x="3557" y="18055"/>
                </a:cubicBezTo>
                <a:lnTo>
                  <a:pt x="3618" y="18025"/>
                </a:lnTo>
                <a:cubicBezTo>
                  <a:pt x="3648" y="17964"/>
                  <a:pt x="3709" y="17934"/>
                  <a:pt x="3739" y="17934"/>
                </a:cubicBezTo>
                <a:lnTo>
                  <a:pt x="3922" y="17964"/>
                </a:lnTo>
                <a:cubicBezTo>
                  <a:pt x="4074" y="17994"/>
                  <a:pt x="4195" y="18086"/>
                  <a:pt x="4286" y="18207"/>
                </a:cubicBezTo>
                <a:lnTo>
                  <a:pt x="4408" y="18146"/>
                </a:lnTo>
                <a:cubicBezTo>
                  <a:pt x="4438" y="18146"/>
                  <a:pt x="4408" y="18025"/>
                  <a:pt x="4347" y="17994"/>
                </a:cubicBezTo>
                <a:cubicBezTo>
                  <a:pt x="4256" y="17903"/>
                  <a:pt x="4165" y="17812"/>
                  <a:pt x="4074" y="17782"/>
                </a:cubicBezTo>
                <a:cubicBezTo>
                  <a:pt x="3952" y="17690"/>
                  <a:pt x="3922" y="17690"/>
                  <a:pt x="4013" y="17660"/>
                </a:cubicBezTo>
                <a:cubicBezTo>
                  <a:pt x="4165" y="17538"/>
                  <a:pt x="4317" y="17478"/>
                  <a:pt x="4499" y="17447"/>
                </a:cubicBezTo>
                <a:cubicBezTo>
                  <a:pt x="4712" y="17478"/>
                  <a:pt x="4590" y="17721"/>
                  <a:pt x="4742" y="17812"/>
                </a:cubicBezTo>
                <a:lnTo>
                  <a:pt x="4742" y="17873"/>
                </a:lnTo>
                <a:cubicBezTo>
                  <a:pt x="4784" y="17977"/>
                  <a:pt x="4811" y="18024"/>
                  <a:pt x="4883" y="18024"/>
                </a:cubicBezTo>
                <a:cubicBezTo>
                  <a:pt x="4916" y="18024"/>
                  <a:pt x="4958" y="18014"/>
                  <a:pt x="5016" y="17994"/>
                </a:cubicBezTo>
                <a:cubicBezTo>
                  <a:pt x="5107" y="17994"/>
                  <a:pt x="5198" y="17934"/>
                  <a:pt x="5259" y="17934"/>
                </a:cubicBezTo>
                <a:lnTo>
                  <a:pt x="5502" y="17994"/>
                </a:lnTo>
                <a:cubicBezTo>
                  <a:pt x="5624" y="17873"/>
                  <a:pt x="5654" y="17721"/>
                  <a:pt x="5533" y="17599"/>
                </a:cubicBezTo>
                <a:cubicBezTo>
                  <a:pt x="5502" y="17569"/>
                  <a:pt x="5715" y="17478"/>
                  <a:pt x="5806" y="17478"/>
                </a:cubicBezTo>
                <a:cubicBezTo>
                  <a:pt x="5897" y="17478"/>
                  <a:pt x="5989" y="17478"/>
                  <a:pt x="6080" y="17447"/>
                </a:cubicBezTo>
                <a:cubicBezTo>
                  <a:pt x="6080" y="17441"/>
                  <a:pt x="6082" y="17439"/>
                  <a:pt x="6086" y="17439"/>
                </a:cubicBezTo>
                <a:cubicBezTo>
                  <a:pt x="6103" y="17439"/>
                  <a:pt x="6147" y="17478"/>
                  <a:pt x="6171" y="17478"/>
                </a:cubicBezTo>
                <a:lnTo>
                  <a:pt x="6323" y="17478"/>
                </a:lnTo>
                <a:cubicBezTo>
                  <a:pt x="6353" y="17478"/>
                  <a:pt x="6262" y="17265"/>
                  <a:pt x="6323" y="17204"/>
                </a:cubicBezTo>
                <a:cubicBezTo>
                  <a:pt x="6347" y="17168"/>
                  <a:pt x="6408" y="17156"/>
                  <a:pt x="6478" y="17156"/>
                </a:cubicBezTo>
                <a:cubicBezTo>
                  <a:pt x="6585" y="17156"/>
                  <a:pt x="6712" y="17186"/>
                  <a:pt x="6749" y="17204"/>
                </a:cubicBezTo>
                <a:cubicBezTo>
                  <a:pt x="6766" y="17216"/>
                  <a:pt x="6782" y="17221"/>
                  <a:pt x="6797" y="17221"/>
                </a:cubicBezTo>
                <a:cubicBezTo>
                  <a:pt x="6861" y="17221"/>
                  <a:pt x="6901" y="17132"/>
                  <a:pt x="6901" y="17083"/>
                </a:cubicBezTo>
                <a:cubicBezTo>
                  <a:pt x="6901" y="17047"/>
                  <a:pt x="6880" y="17032"/>
                  <a:pt x="6856" y="17032"/>
                </a:cubicBezTo>
                <a:cubicBezTo>
                  <a:pt x="6840" y="17032"/>
                  <a:pt x="6822" y="17040"/>
                  <a:pt x="6809" y="17052"/>
                </a:cubicBezTo>
                <a:lnTo>
                  <a:pt x="6779" y="17052"/>
                </a:lnTo>
                <a:lnTo>
                  <a:pt x="6688" y="17083"/>
                </a:lnTo>
                <a:cubicBezTo>
                  <a:pt x="6627" y="16991"/>
                  <a:pt x="6627" y="16900"/>
                  <a:pt x="6657" y="16809"/>
                </a:cubicBezTo>
                <a:lnTo>
                  <a:pt x="6597" y="16718"/>
                </a:lnTo>
                <a:cubicBezTo>
                  <a:pt x="6657" y="16687"/>
                  <a:pt x="6688" y="16657"/>
                  <a:pt x="6749" y="16657"/>
                </a:cubicBezTo>
                <a:lnTo>
                  <a:pt x="6809" y="16657"/>
                </a:lnTo>
                <a:cubicBezTo>
                  <a:pt x="6813" y="16660"/>
                  <a:pt x="6817" y="16662"/>
                  <a:pt x="6822" y="16662"/>
                </a:cubicBezTo>
                <a:cubicBezTo>
                  <a:pt x="6865" y="16662"/>
                  <a:pt x="6965" y="16562"/>
                  <a:pt x="6992" y="16535"/>
                </a:cubicBezTo>
                <a:cubicBezTo>
                  <a:pt x="6996" y="16527"/>
                  <a:pt x="7005" y="16523"/>
                  <a:pt x="7017" y="16523"/>
                </a:cubicBezTo>
                <a:cubicBezTo>
                  <a:pt x="7089" y="16523"/>
                  <a:pt x="7283" y="16657"/>
                  <a:pt x="7387" y="16657"/>
                </a:cubicBezTo>
                <a:cubicBezTo>
                  <a:pt x="7478" y="16657"/>
                  <a:pt x="7569" y="16748"/>
                  <a:pt x="7539" y="16870"/>
                </a:cubicBezTo>
                <a:lnTo>
                  <a:pt x="7508" y="16991"/>
                </a:lnTo>
                <a:cubicBezTo>
                  <a:pt x="7478" y="17022"/>
                  <a:pt x="7448" y="17052"/>
                  <a:pt x="7417" y="17052"/>
                </a:cubicBezTo>
                <a:lnTo>
                  <a:pt x="7387" y="17052"/>
                </a:lnTo>
                <a:cubicBezTo>
                  <a:pt x="7356" y="17022"/>
                  <a:pt x="7235" y="16748"/>
                  <a:pt x="7083" y="16748"/>
                </a:cubicBezTo>
                <a:cubicBezTo>
                  <a:pt x="7072" y="16745"/>
                  <a:pt x="7062" y="16744"/>
                  <a:pt x="7054" y="16744"/>
                </a:cubicBezTo>
                <a:cubicBezTo>
                  <a:pt x="6972" y="16744"/>
                  <a:pt x="7028" y="16872"/>
                  <a:pt x="7083" y="16900"/>
                </a:cubicBezTo>
                <a:cubicBezTo>
                  <a:pt x="7174" y="16991"/>
                  <a:pt x="7265" y="17113"/>
                  <a:pt x="7326" y="17204"/>
                </a:cubicBezTo>
                <a:lnTo>
                  <a:pt x="7539" y="17204"/>
                </a:lnTo>
                <a:cubicBezTo>
                  <a:pt x="7645" y="17189"/>
                  <a:pt x="7744" y="17181"/>
                  <a:pt x="7843" y="17181"/>
                </a:cubicBezTo>
                <a:cubicBezTo>
                  <a:pt x="7942" y="17181"/>
                  <a:pt x="8040" y="17189"/>
                  <a:pt x="8147" y="17204"/>
                </a:cubicBezTo>
                <a:cubicBezTo>
                  <a:pt x="8208" y="17234"/>
                  <a:pt x="8177" y="17295"/>
                  <a:pt x="8056" y="17356"/>
                </a:cubicBezTo>
                <a:lnTo>
                  <a:pt x="7964" y="17386"/>
                </a:lnTo>
                <a:lnTo>
                  <a:pt x="7904" y="17386"/>
                </a:lnTo>
                <a:cubicBezTo>
                  <a:pt x="7873" y="17417"/>
                  <a:pt x="7904" y="17447"/>
                  <a:pt x="7964" y="17447"/>
                </a:cubicBezTo>
                <a:lnTo>
                  <a:pt x="8056" y="17690"/>
                </a:lnTo>
                <a:cubicBezTo>
                  <a:pt x="8299" y="17660"/>
                  <a:pt x="8633" y="17569"/>
                  <a:pt x="8815" y="17538"/>
                </a:cubicBezTo>
                <a:lnTo>
                  <a:pt x="8998" y="17508"/>
                </a:lnTo>
                <a:cubicBezTo>
                  <a:pt x="9028" y="17478"/>
                  <a:pt x="8937" y="17417"/>
                  <a:pt x="8876" y="17386"/>
                </a:cubicBezTo>
                <a:cubicBezTo>
                  <a:pt x="8785" y="17386"/>
                  <a:pt x="8907" y="17326"/>
                  <a:pt x="9089" y="17326"/>
                </a:cubicBezTo>
                <a:lnTo>
                  <a:pt x="9089" y="17356"/>
                </a:lnTo>
                <a:cubicBezTo>
                  <a:pt x="9211" y="17599"/>
                  <a:pt x="9515" y="17478"/>
                  <a:pt x="9697" y="17599"/>
                </a:cubicBezTo>
                <a:cubicBezTo>
                  <a:pt x="9725" y="17613"/>
                  <a:pt x="9749" y="17619"/>
                  <a:pt x="9769" y="17619"/>
                </a:cubicBezTo>
                <a:cubicBezTo>
                  <a:pt x="9836" y="17619"/>
                  <a:pt x="9870" y="17555"/>
                  <a:pt x="9940" y="17508"/>
                </a:cubicBezTo>
                <a:cubicBezTo>
                  <a:pt x="10001" y="17417"/>
                  <a:pt x="9970" y="17356"/>
                  <a:pt x="9879" y="17326"/>
                </a:cubicBezTo>
                <a:lnTo>
                  <a:pt x="9697" y="17265"/>
                </a:lnTo>
                <a:cubicBezTo>
                  <a:pt x="9575" y="17143"/>
                  <a:pt x="9606" y="17022"/>
                  <a:pt x="9788" y="17022"/>
                </a:cubicBezTo>
                <a:lnTo>
                  <a:pt x="9940" y="17022"/>
                </a:lnTo>
                <a:cubicBezTo>
                  <a:pt x="10034" y="17022"/>
                  <a:pt x="10127" y="16932"/>
                  <a:pt x="10235" y="16932"/>
                </a:cubicBezTo>
                <a:cubicBezTo>
                  <a:pt x="10267" y="16932"/>
                  <a:pt x="10300" y="16940"/>
                  <a:pt x="10335" y="16961"/>
                </a:cubicBezTo>
                <a:cubicBezTo>
                  <a:pt x="10364" y="16978"/>
                  <a:pt x="10392" y="16985"/>
                  <a:pt x="10418" y="16985"/>
                </a:cubicBezTo>
                <a:cubicBezTo>
                  <a:pt x="10493" y="16985"/>
                  <a:pt x="10559" y="16935"/>
                  <a:pt x="10616" y="16935"/>
                </a:cubicBezTo>
                <a:cubicBezTo>
                  <a:pt x="10646" y="16935"/>
                  <a:pt x="10674" y="16949"/>
                  <a:pt x="10700" y="16991"/>
                </a:cubicBezTo>
                <a:cubicBezTo>
                  <a:pt x="10761" y="16991"/>
                  <a:pt x="10791" y="16991"/>
                  <a:pt x="10822" y="16961"/>
                </a:cubicBezTo>
                <a:lnTo>
                  <a:pt x="10882" y="16900"/>
                </a:lnTo>
                <a:cubicBezTo>
                  <a:pt x="10898" y="16877"/>
                  <a:pt x="10914" y="16867"/>
                  <a:pt x="10928" y="16867"/>
                </a:cubicBezTo>
                <a:cubicBezTo>
                  <a:pt x="10970" y="16867"/>
                  <a:pt x="11004" y="16946"/>
                  <a:pt x="11004" y="16991"/>
                </a:cubicBezTo>
                <a:cubicBezTo>
                  <a:pt x="10974" y="17083"/>
                  <a:pt x="10943" y="17174"/>
                  <a:pt x="10882" y="17234"/>
                </a:cubicBezTo>
                <a:lnTo>
                  <a:pt x="10822" y="17265"/>
                </a:lnTo>
                <a:cubicBezTo>
                  <a:pt x="10809" y="17271"/>
                  <a:pt x="10796" y="17273"/>
                  <a:pt x="10782" y="17273"/>
                </a:cubicBezTo>
                <a:cubicBezTo>
                  <a:pt x="10724" y="17273"/>
                  <a:pt x="10651" y="17234"/>
                  <a:pt x="10578" y="17234"/>
                </a:cubicBezTo>
                <a:lnTo>
                  <a:pt x="10335" y="17113"/>
                </a:lnTo>
                <a:cubicBezTo>
                  <a:pt x="10244" y="17143"/>
                  <a:pt x="10153" y="17174"/>
                  <a:pt x="10122" y="17204"/>
                </a:cubicBezTo>
                <a:cubicBezTo>
                  <a:pt x="10092" y="17234"/>
                  <a:pt x="10153" y="17326"/>
                  <a:pt x="10183" y="17356"/>
                </a:cubicBezTo>
                <a:cubicBezTo>
                  <a:pt x="10204" y="17417"/>
                  <a:pt x="10220" y="17437"/>
                  <a:pt x="10236" y="17437"/>
                </a:cubicBezTo>
                <a:cubicBezTo>
                  <a:pt x="10268" y="17437"/>
                  <a:pt x="10295" y="17356"/>
                  <a:pt x="10335" y="17356"/>
                </a:cubicBezTo>
                <a:cubicBezTo>
                  <a:pt x="10361" y="17346"/>
                  <a:pt x="10385" y="17342"/>
                  <a:pt x="10409" y="17342"/>
                </a:cubicBezTo>
                <a:cubicBezTo>
                  <a:pt x="10529" y="17342"/>
                  <a:pt x="10634" y="17447"/>
                  <a:pt x="10761" y="17447"/>
                </a:cubicBezTo>
                <a:lnTo>
                  <a:pt x="10791" y="17447"/>
                </a:lnTo>
                <a:cubicBezTo>
                  <a:pt x="10806" y="17493"/>
                  <a:pt x="10829" y="17516"/>
                  <a:pt x="10852" y="17516"/>
                </a:cubicBezTo>
                <a:cubicBezTo>
                  <a:pt x="10875" y="17516"/>
                  <a:pt x="10898" y="17493"/>
                  <a:pt x="10913" y="17447"/>
                </a:cubicBezTo>
                <a:lnTo>
                  <a:pt x="10974" y="17447"/>
                </a:lnTo>
                <a:lnTo>
                  <a:pt x="11217" y="17356"/>
                </a:lnTo>
                <a:cubicBezTo>
                  <a:pt x="11242" y="17206"/>
                  <a:pt x="11308" y="17097"/>
                  <a:pt x="11381" y="17097"/>
                </a:cubicBezTo>
                <a:cubicBezTo>
                  <a:pt x="11397" y="17097"/>
                  <a:pt x="11413" y="17102"/>
                  <a:pt x="11429" y="17113"/>
                </a:cubicBezTo>
                <a:lnTo>
                  <a:pt x="11429" y="17143"/>
                </a:lnTo>
                <a:lnTo>
                  <a:pt x="11369" y="17234"/>
                </a:lnTo>
                <a:cubicBezTo>
                  <a:pt x="11308" y="17326"/>
                  <a:pt x="11369" y="17386"/>
                  <a:pt x="11521" y="17386"/>
                </a:cubicBezTo>
                <a:lnTo>
                  <a:pt x="11642" y="17295"/>
                </a:lnTo>
                <a:cubicBezTo>
                  <a:pt x="11688" y="17280"/>
                  <a:pt x="11733" y="17272"/>
                  <a:pt x="11779" y="17272"/>
                </a:cubicBezTo>
                <a:cubicBezTo>
                  <a:pt x="11825" y="17272"/>
                  <a:pt x="11870" y="17280"/>
                  <a:pt x="11916" y="17295"/>
                </a:cubicBezTo>
                <a:cubicBezTo>
                  <a:pt x="12007" y="17386"/>
                  <a:pt x="11946" y="17447"/>
                  <a:pt x="11794" y="17447"/>
                </a:cubicBezTo>
                <a:lnTo>
                  <a:pt x="11764" y="17447"/>
                </a:lnTo>
                <a:cubicBezTo>
                  <a:pt x="11764" y="17538"/>
                  <a:pt x="11703" y="17599"/>
                  <a:pt x="11673" y="17690"/>
                </a:cubicBezTo>
                <a:lnTo>
                  <a:pt x="11642" y="17690"/>
                </a:lnTo>
                <a:cubicBezTo>
                  <a:pt x="11490" y="17721"/>
                  <a:pt x="11490" y="17782"/>
                  <a:pt x="11551" y="17842"/>
                </a:cubicBezTo>
                <a:lnTo>
                  <a:pt x="11612" y="17873"/>
                </a:lnTo>
                <a:cubicBezTo>
                  <a:pt x="11733" y="17873"/>
                  <a:pt x="11825" y="17690"/>
                  <a:pt x="11855" y="17630"/>
                </a:cubicBezTo>
                <a:cubicBezTo>
                  <a:pt x="11855" y="17569"/>
                  <a:pt x="12037" y="17447"/>
                  <a:pt x="12250" y="17356"/>
                </a:cubicBezTo>
                <a:lnTo>
                  <a:pt x="12433" y="17234"/>
                </a:lnTo>
                <a:cubicBezTo>
                  <a:pt x="12493" y="17204"/>
                  <a:pt x="12585" y="17204"/>
                  <a:pt x="12615" y="17204"/>
                </a:cubicBezTo>
                <a:lnTo>
                  <a:pt x="12645" y="17234"/>
                </a:lnTo>
                <a:cubicBezTo>
                  <a:pt x="12656" y="17245"/>
                  <a:pt x="12673" y="17249"/>
                  <a:pt x="12695" y="17249"/>
                </a:cubicBezTo>
                <a:cubicBezTo>
                  <a:pt x="12792" y="17249"/>
                  <a:pt x="12982" y="17170"/>
                  <a:pt x="13094" y="17170"/>
                </a:cubicBezTo>
                <a:cubicBezTo>
                  <a:pt x="13108" y="17170"/>
                  <a:pt x="13120" y="17171"/>
                  <a:pt x="13132" y="17174"/>
                </a:cubicBezTo>
                <a:cubicBezTo>
                  <a:pt x="13253" y="17204"/>
                  <a:pt x="13344" y="17265"/>
                  <a:pt x="13405" y="17356"/>
                </a:cubicBezTo>
                <a:cubicBezTo>
                  <a:pt x="13405" y="17417"/>
                  <a:pt x="13466" y="17417"/>
                  <a:pt x="13466" y="17417"/>
                </a:cubicBezTo>
                <a:cubicBezTo>
                  <a:pt x="13466" y="17356"/>
                  <a:pt x="13496" y="17326"/>
                  <a:pt x="13496" y="17265"/>
                </a:cubicBezTo>
                <a:cubicBezTo>
                  <a:pt x="13496" y="17257"/>
                  <a:pt x="13503" y="17253"/>
                  <a:pt x="13515" y="17253"/>
                </a:cubicBezTo>
                <a:cubicBezTo>
                  <a:pt x="13547" y="17253"/>
                  <a:pt x="13620" y="17281"/>
                  <a:pt x="13709" y="17326"/>
                </a:cubicBezTo>
                <a:lnTo>
                  <a:pt x="13892" y="17326"/>
                </a:lnTo>
                <a:cubicBezTo>
                  <a:pt x="13945" y="17304"/>
                  <a:pt x="13984" y="17294"/>
                  <a:pt x="14005" y="17294"/>
                </a:cubicBezTo>
                <a:cubicBezTo>
                  <a:pt x="14042" y="17294"/>
                  <a:pt x="14020" y="17328"/>
                  <a:pt x="13922" y="17386"/>
                </a:cubicBezTo>
                <a:lnTo>
                  <a:pt x="13892" y="17478"/>
                </a:lnTo>
                <a:lnTo>
                  <a:pt x="13861" y="17538"/>
                </a:lnTo>
                <a:cubicBezTo>
                  <a:pt x="13892" y="17660"/>
                  <a:pt x="13770" y="17721"/>
                  <a:pt x="13588" y="17721"/>
                </a:cubicBezTo>
                <a:lnTo>
                  <a:pt x="13648" y="17569"/>
                </a:lnTo>
                <a:cubicBezTo>
                  <a:pt x="13648" y="17538"/>
                  <a:pt x="13618" y="17508"/>
                  <a:pt x="13588" y="17508"/>
                </a:cubicBezTo>
                <a:cubicBezTo>
                  <a:pt x="13496" y="17569"/>
                  <a:pt x="13436" y="17599"/>
                  <a:pt x="13344" y="17660"/>
                </a:cubicBezTo>
                <a:lnTo>
                  <a:pt x="13314" y="17690"/>
                </a:lnTo>
                <a:cubicBezTo>
                  <a:pt x="13253" y="17660"/>
                  <a:pt x="13192" y="17508"/>
                  <a:pt x="13192" y="17447"/>
                </a:cubicBezTo>
                <a:cubicBezTo>
                  <a:pt x="13192" y="17386"/>
                  <a:pt x="13040" y="17356"/>
                  <a:pt x="12980" y="17356"/>
                </a:cubicBezTo>
                <a:cubicBezTo>
                  <a:pt x="12919" y="17356"/>
                  <a:pt x="12949" y="17417"/>
                  <a:pt x="12980" y="17417"/>
                </a:cubicBezTo>
                <a:cubicBezTo>
                  <a:pt x="13040" y="17478"/>
                  <a:pt x="13071" y="17569"/>
                  <a:pt x="13132" y="17690"/>
                </a:cubicBezTo>
                <a:lnTo>
                  <a:pt x="13132" y="17812"/>
                </a:lnTo>
                <a:lnTo>
                  <a:pt x="13132" y="17842"/>
                </a:lnTo>
                <a:cubicBezTo>
                  <a:pt x="13056" y="17855"/>
                  <a:pt x="12981" y="17862"/>
                  <a:pt x="12905" y="17862"/>
                </a:cubicBezTo>
                <a:cubicBezTo>
                  <a:pt x="12798" y="17862"/>
                  <a:pt x="12691" y="17848"/>
                  <a:pt x="12585" y="17812"/>
                </a:cubicBezTo>
                <a:lnTo>
                  <a:pt x="12463" y="17630"/>
                </a:lnTo>
                <a:cubicBezTo>
                  <a:pt x="12437" y="17604"/>
                  <a:pt x="12401" y="17595"/>
                  <a:pt x="12365" y="17595"/>
                </a:cubicBezTo>
                <a:cubicBezTo>
                  <a:pt x="12316" y="17595"/>
                  <a:pt x="12268" y="17612"/>
                  <a:pt x="12250" y="17630"/>
                </a:cubicBezTo>
                <a:cubicBezTo>
                  <a:pt x="12250" y="17660"/>
                  <a:pt x="12281" y="17721"/>
                  <a:pt x="12311" y="17751"/>
                </a:cubicBezTo>
                <a:lnTo>
                  <a:pt x="12341" y="17812"/>
                </a:lnTo>
                <a:cubicBezTo>
                  <a:pt x="12433" y="17873"/>
                  <a:pt x="12372" y="17964"/>
                  <a:pt x="12311" y="17994"/>
                </a:cubicBezTo>
                <a:cubicBezTo>
                  <a:pt x="12250" y="18025"/>
                  <a:pt x="12554" y="18116"/>
                  <a:pt x="12676" y="18146"/>
                </a:cubicBezTo>
                <a:cubicBezTo>
                  <a:pt x="12708" y="18154"/>
                  <a:pt x="12737" y="18158"/>
                  <a:pt x="12759" y="18158"/>
                </a:cubicBezTo>
                <a:cubicBezTo>
                  <a:pt x="12821" y="18158"/>
                  <a:pt x="12842" y="18130"/>
                  <a:pt x="12797" y="18086"/>
                </a:cubicBezTo>
                <a:lnTo>
                  <a:pt x="12676" y="18086"/>
                </a:lnTo>
                <a:cubicBezTo>
                  <a:pt x="12676" y="18025"/>
                  <a:pt x="12706" y="17934"/>
                  <a:pt x="12767" y="17903"/>
                </a:cubicBezTo>
                <a:lnTo>
                  <a:pt x="12858" y="17964"/>
                </a:lnTo>
                <a:cubicBezTo>
                  <a:pt x="12980" y="18055"/>
                  <a:pt x="13132" y="18146"/>
                  <a:pt x="13284" y="18238"/>
                </a:cubicBezTo>
                <a:cubicBezTo>
                  <a:pt x="13324" y="18251"/>
                  <a:pt x="13365" y="18265"/>
                  <a:pt x="13398" y="18265"/>
                </a:cubicBezTo>
                <a:cubicBezTo>
                  <a:pt x="13438" y="18265"/>
                  <a:pt x="13466" y="18244"/>
                  <a:pt x="13466" y="18177"/>
                </a:cubicBezTo>
                <a:cubicBezTo>
                  <a:pt x="13466" y="18055"/>
                  <a:pt x="13618" y="18086"/>
                  <a:pt x="13618" y="18055"/>
                </a:cubicBezTo>
                <a:lnTo>
                  <a:pt x="13618" y="17934"/>
                </a:lnTo>
                <a:lnTo>
                  <a:pt x="13618" y="17903"/>
                </a:lnTo>
                <a:cubicBezTo>
                  <a:pt x="13588" y="17873"/>
                  <a:pt x="13770" y="17842"/>
                  <a:pt x="13831" y="17842"/>
                </a:cubicBezTo>
                <a:cubicBezTo>
                  <a:pt x="13892" y="17842"/>
                  <a:pt x="13983" y="18025"/>
                  <a:pt x="13922" y="18086"/>
                </a:cubicBezTo>
                <a:cubicBezTo>
                  <a:pt x="13831" y="18116"/>
                  <a:pt x="14013" y="18177"/>
                  <a:pt x="14104" y="18207"/>
                </a:cubicBezTo>
                <a:cubicBezTo>
                  <a:pt x="14111" y="18210"/>
                  <a:pt x="14117" y="18212"/>
                  <a:pt x="14123" y="18212"/>
                </a:cubicBezTo>
                <a:cubicBezTo>
                  <a:pt x="14171" y="18212"/>
                  <a:pt x="14195" y="18113"/>
                  <a:pt x="14195" y="18086"/>
                </a:cubicBezTo>
                <a:cubicBezTo>
                  <a:pt x="14195" y="17994"/>
                  <a:pt x="14195" y="17873"/>
                  <a:pt x="14195" y="17782"/>
                </a:cubicBezTo>
                <a:lnTo>
                  <a:pt x="14074" y="17690"/>
                </a:lnTo>
                <a:cubicBezTo>
                  <a:pt x="14044" y="17690"/>
                  <a:pt x="14104" y="17599"/>
                  <a:pt x="14135" y="17569"/>
                </a:cubicBezTo>
                <a:lnTo>
                  <a:pt x="14195" y="17508"/>
                </a:lnTo>
                <a:cubicBezTo>
                  <a:pt x="14287" y="17478"/>
                  <a:pt x="14347" y="17417"/>
                  <a:pt x="14287" y="17417"/>
                </a:cubicBezTo>
                <a:lnTo>
                  <a:pt x="14226" y="17417"/>
                </a:lnTo>
                <a:cubicBezTo>
                  <a:pt x="14195" y="17417"/>
                  <a:pt x="14408" y="17295"/>
                  <a:pt x="14439" y="17234"/>
                </a:cubicBezTo>
                <a:cubicBezTo>
                  <a:pt x="14469" y="17143"/>
                  <a:pt x="14530" y="17083"/>
                  <a:pt x="14591" y="17052"/>
                </a:cubicBezTo>
                <a:cubicBezTo>
                  <a:pt x="14594" y="17049"/>
                  <a:pt x="14598" y="17047"/>
                  <a:pt x="14602" y="17047"/>
                </a:cubicBezTo>
                <a:cubicBezTo>
                  <a:pt x="14634" y="17047"/>
                  <a:pt x="14682" y="17147"/>
                  <a:pt x="14682" y="17174"/>
                </a:cubicBezTo>
                <a:cubicBezTo>
                  <a:pt x="14773" y="17265"/>
                  <a:pt x="14864" y="17295"/>
                  <a:pt x="14986" y="17295"/>
                </a:cubicBezTo>
                <a:cubicBezTo>
                  <a:pt x="15138" y="17265"/>
                  <a:pt x="15290" y="17234"/>
                  <a:pt x="15472" y="17204"/>
                </a:cubicBezTo>
                <a:lnTo>
                  <a:pt x="15624" y="17174"/>
                </a:lnTo>
                <a:cubicBezTo>
                  <a:pt x="15654" y="17174"/>
                  <a:pt x="15654" y="17083"/>
                  <a:pt x="15715" y="17052"/>
                </a:cubicBezTo>
                <a:lnTo>
                  <a:pt x="15867" y="17052"/>
                </a:lnTo>
                <a:cubicBezTo>
                  <a:pt x="15958" y="17083"/>
                  <a:pt x="16019" y="17174"/>
                  <a:pt x="16110" y="17204"/>
                </a:cubicBezTo>
                <a:lnTo>
                  <a:pt x="16262" y="17234"/>
                </a:lnTo>
                <a:cubicBezTo>
                  <a:pt x="16293" y="17143"/>
                  <a:pt x="16354" y="17052"/>
                  <a:pt x="16384" y="17052"/>
                </a:cubicBezTo>
                <a:cubicBezTo>
                  <a:pt x="16475" y="17098"/>
                  <a:pt x="16566" y="17121"/>
                  <a:pt x="16654" y="17121"/>
                </a:cubicBezTo>
                <a:cubicBezTo>
                  <a:pt x="16741" y="17121"/>
                  <a:pt x="16825" y="17098"/>
                  <a:pt x="16901" y="17052"/>
                </a:cubicBezTo>
                <a:lnTo>
                  <a:pt x="17022" y="17022"/>
                </a:lnTo>
                <a:cubicBezTo>
                  <a:pt x="17053" y="17083"/>
                  <a:pt x="17113" y="17174"/>
                  <a:pt x="17174" y="17204"/>
                </a:cubicBezTo>
                <a:cubicBezTo>
                  <a:pt x="17180" y="17207"/>
                  <a:pt x="17188" y="17208"/>
                  <a:pt x="17197" y="17208"/>
                </a:cubicBezTo>
                <a:cubicBezTo>
                  <a:pt x="17272" y="17208"/>
                  <a:pt x="17459" y="17129"/>
                  <a:pt x="17585" y="17129"/>
                </a:cubicBezTo>
                <a:cubicBezTo>
                  <a:pt x="17614" y="17129"/>
                  <a:pt x="17640" y="17133"/>
                  <a:pt x="17661" y="17143"/>
                </a:cubicBezTo>
                <a:cubicBezTo>
                  <a:pt x="17696" y="17161"/>
                  <a:pt x="17714" y="17168"/>
                  <a:pt x="17719" y="17168"/>
                </a:cubicBezTo>
                <a:cubicBezTo>
                  <a:pt x="17731" y="17168"/>
                  <a:pt x="17673" y="17125"/>
                  <a:pt x="17630" y="17083"/>
                </a:cubicBezTo>
                <a:cubicBezTo>
                  <a:pt x="17569" y="17052"/>
                  <a:pt x="17630" y="17022"/>
                  <a:pt x="17782" y="17022"/>
                </a:cubicBezTo>
                <a:lnTo>
                  <a:pt x="17873" y="17022"/>
                </a:lnTo>
                <a:cubicBezTo>
                  <a:pt x="17965" y="17022"/>
                  <a:pt x="18086" y="17083"/>
                  <a:pt x="18147" y="17083"/>
                </a:cubicBezTo>
                <a:cubicBezTo>
                  <a:pt x="18208" y="17083"/>
                  <a:pt x="18360" y="17052"/>
                  <a:pt x="18360" y="17022"/>
                </a:cubicBezTo>
                <a:cubicBezTo>
                  <a:pt x="18360" y="16931"/>
                  <a:pt x="18398" y="16908"/>
                  <a:pt x="18447" y="16908"/>
                </a:cubicBezTo>
                <a:cubicBezTo>
                  <a:pt x="18496" y="16908"/>
                  <a:pt x="18557" y="16931"/>
                  <a:pt x="18603" y="16931"/>
                </a:cubicBezTo>
                <a:lnTo>
                  <a:pt x="18816" y="16870"/>
                </a:lnTo>
                <a:cubicBezTo>
                  <a:pt x="18816" y="16921"/>
                  <a:pt x="18843" y="16940"/>
                  <a:pt x="18879" y="16940"/>
                </a:cubicBezTo>
                <a:cubicBezTo>
                  <a:pt x="18928" y="16940"/>
                  <a:pt x="18993" y="16905"/>
                  <a:pt x="19028" y="16870"/>
                </a:cubicBezTo>
                <a:cubicBezTo>
                  <a:pt x="19050" y="16848"/>
                  <a:pt x="19083" y="16838"/>
                  <a:pt x="19122" y="16838"/>
                </a:cubicBezTo>
                <a:cubicBezTo>
                  <a:pt x="19193" y="16838"/>
                  <a:pt x="19284" y="16872"/>
                  <a:pt x="19363" y="16931"/>
                </a:cubicBezTo>
                <a:lnTo>
                  <a:pt x="19758" y="16931"/>
                </a:lnTo>
                <a:cubicBezTo>
                  <a:pt x="19804" y="16938"/>
                  <a:pt x="19847" y="16942"/>
                  <a:pt x="19887" y="16942"/>
                </a:cubicBezTo>
                <a:cubicBezTo>
                  <a:pt x="20005" y="16942"/>
                  <a:pt x="20085" y="16908"/>
                  <a:pt x="20062" y="16839"/>
                </a:cubicBezTo>
                <a:lnTo>
                  <a:pt x="20183" y="16809"/>
                </a:lnTo>
                <a:cubicBezTo>
                  <a:pt x="20244" y="16809"/>
                  <a:pt x="20305" y="16748"/>
                  <a:pt x="20366" y="16748"/>
                </a:cubicBezTo>
                <a:lnTo>
                  <a:pt x="20396" y="16748"/>
                </a:lnTo>
                <a:cubicBezTo>
                  <a:pt x="20400" y="16750"/>
                  <a:pt x="20404" y="16751"/>
                  <a:pt x="20408" y="16751"/>
                </a:cubicBezTo>
                <a:cubicBezTo>
                  <a:pt x="20478" y="16751"/>
                  <a:pt x="20647" y="16535"/>
                  <a:pt x="20761" y="16535"/>
                </a:cubicBezTo>
                <a:cubicBezTo>
                  <a:pt x="20883" y="16566"/>
                  <a:pt x="21004" y="16596"/>
                  <a:pt x="21095" y="16687"/>
                </a:cubicBezTo>
                <a:lnTo>
                  <a:pt x="21095" y="16809"/>
                </a:lnTo>
                <a:cubicBezTo>
                  <a:pt x="21072" y="16855"/>
                  <a:pt x="21080" y="16870"/>
                  <a:pt x="21101" y="16870"/>
                </a:cubicBezTo>
                <a:cubicBezTo>
                  <a:pt x="21136" y="16870"/>
                  <a:pt x="21209" y="16828"/>
                  <a:pt x="21247" y="16809"/>
                </a:cubicBezTo>
                <a:cubicBezTo>
                  <a:pt x="21278" y="16748"/>
                  <a:pt x="21521" y="16596"/>
                  <a:pt x="21551" y="16535"/>
                </a:cubicBezTo>
                <a:cubicBezTo>
                  <a:pt x="21561" y="16515"/>
                  <a:pt x="21568" y="16505"/>
                  <a:pt x="21572" y="16505"/>
                </a:cubicBezTo>
                <a:lnTo>
                  <a:pt x="21572" y="16505"/>
                </a:lnTo>
                <a:cubicBezTo>
                  <a:pt x="21578" y="16505"/>
                  <a:pt x="21572" y="16546"/>
                  <a:pt x="21551" y="16627"/>
                </a:cubicBezTo>
                <a:lnTo>
                  <a:pt x="21734" y="16657"/>
                </a:lnTo>
                <a:lnTo>
                  <a:pt x="21916" y="16687"/>
                </a:lnTo>
                <a:cubicBezTo>
                  <a:pt x="21984" y="16619"/>
                  <a:pt x="22087" y="16585"/>
                  <a:pt x="22198" y="16585"/>
                </a:cubicBezTo>
                <a:cubicBezTo>
                  <a:pt x="22235" y="16585"/>
                  <a:pt x="22273" y="16589"/>
                  <a:pt x="22311" y="16596"/>
                </a:cubicBezTo>
                <a:lnTo>
                  <a:pt x="22372" y="16657"/>
                </a:lnTo>
                <a:cubicBezTo>
                  <a:pt x="22463" y="16718"/>
                  <a:pt x="22524" y="16839"/>
                  <a:pt x="22615" y="16900"/>
                </a:cubicBezTo>
                <a:cubicBezTo>
                  <a:pt x="22676" y="16870"/>
                  <a:pt x="22706" y="16839"/>
                  <a:pt x="22676" y="16779"/>
                </a:cubicBezTo>
                <a:cubicBezTo>
                  <a:pt x="22676" y="16748"/>
                  <a:pt x="22949" y="16657"/>
                  <a:pt x="23041" y="16627"/>
                </a:cubicBezTo>
                <a:cubicBezTo>
                  <a:pt x="23078" y="16614"/>
                  <a:pt x="23121" y="16607"/>
                  <a:pt x="23165" y="16607"/>
                </a:cubicBezTo>
                <a:cubicBezTo>
                  <a:pt x="23227" y="16607"/>
                  <a:pt x="23291" y="16621"/>
                  <a:pt x="23345" y="16657"/>
                </a:cubicBezTo>
                <a:cubicBezTo>
                  <a:pt x="23390" y="16672"/>
                  <a:pt x="23428" y="16680"/>
                  <a:pt x="23466" y="16680"/>
                </a:cubicBezTo>
                <a:cubicBezTo>
                  <a:pt x="23504" y="16680"/>
                  <a:pt x="23542" y="16672"/>
                  <a:pt x="23588" y="16657"/>
                </a:cubicBezTo>
                <a:lnTo>
                  <a:pt x="23679" y="16627"/>
                </a:lnTo>
                <a:cubicBezTo>
                  <a:pt x="23740" y="16596"/>
                  <a:pt x="23861" y="16566"/>
                  <a:pt x="23861" y="16535"/>
                </a:cubicBezTo>
                <a:lnTo>
                  <a:pt x="23831" y="16323"/>
                </a:lnTo>
                <a:cubicBezTo>
                  <a:pt x="23953" y="16262"/>
                  <a:pt x="24044" y="16171"/>
                  <a:pt x="24135" y="16049"/>
                </a:cubicBezTo>
                <a:lnTo>
                  <a:pt x="24135" y="16049"/>
                </a:lnTo>
                <a:cubicBezTo>
                  <a:pt x="24135" y="16049"/>
                  <a:pt x="23861" y="16201"/>
                  <a:pt x="23770" y="16262"/>
                </a:cubicBezTo>
                <a:cubicBezTo>
                  <a:pt x="23738" y="16283"/>
                  <a:pt x="23706" y="16293"/>
                  <a:pt x="23677" y="16293"/>
                </a:cubicBezTo>
                <a:cubicBezTo>
                  <a:pt x="23626" y="16293"/>
                  <a:pt x="23588" y="16260"/>
                  <a:pt x="23588" y="16201"/>
                </a:cubicBezTo>
                <a:lnTo>
                  <a:pt x="23405" y="16231"/>
                </a:lnTo>
                <a:lnTo>
                  <a:pt x="23223" y="16231"/>
                </a:lnTo>
                <a:cubicBezTo>
                  <a:pt x="23253" y="16140"/>
                  <a:pt x="23314" y="16019"/>
                  <a:pt x="23375" y="15927"/>
                </a:cubicBezTo>
                <a:cubicBezTo>
                  <a:pt x="23378" y="15924"/>
                  <a:pt x="23383" y="15923"/>
                  <a:pt x="23388" y="15923"/>
                </a:cubicBezTo>
                <a:cubicBezTo>
                  <a:pt x="23431" y="15923"/>
                  <a:pt x="23530" y="16022"/>
                  <a:pt x="23557" y="16049"/>
                </a:cubicBezTo>
                <a:cubicBezTo>
                  <a:pt x="23561" y="16052"/>
                  <a:pt x="23568" y="16054"/>
                  <a:pt x="23578" y="16054"/>
                </a:cubicBezTo>
                <a:cubicBezTo>
                  <a:pt x="23659" y="16054"/>
                  <a:pt x="23935" y="15955"/>
                  <a:pt x="24044" y="15927"/>
                </a:cubicBezTo>
                <a:cubicBezTo>
                  <a:pt x="24076" y="15906"/>
                  <a:pt x="24112" y="15896"/>
                  <a:pt x="24148" y="15896"/>
                </a:cubicBezTo>
                <a:cubicBezTo>
                  <a:pt x="24213" y="15896"/>
                  <a:pt x="24278" y="15929"/>
                  <a:pt x="24317" y="15988"/>
                </a:cubicBezTo>
                <a:cubicBezTo>
                  <a:pt x="24317" y="16019"/>
                  <a:pt x="24591" y="16019"/>
                  <a:pt x="24652" y="16079"/>
                </a:cubicBezTo>
                <a:cubicBezTo>
                  <a:pt x="24682" y="16140"/>
                  <a:pt x="24652" y="16201"/>
                  <a:pt x="24560" y="16201"/>
                </a:cubicBezTo>
                <a:lnTo>
                  <a:pt x="24469" y="16201"/>
                </a:lnTo>
                <a:lnTo>
                  <a:pt x="24044" y="16292"/>
                </a:lnTo>
                <a:cubicBezTo>
                  <a:pt x="24155" y="16381"/>
                  <a:pt x="24283" y="16438"/>
                  <a:pt x="24414" y="16438"/>
                </a:cubicBezTo>
                <a:cubicBezTo>
                  <a:pt x="24463" y="16438"/>
                  <a:pt x="24512" y="16430"/>
                  <a:pt x="24560" y="16414"/>
                </a:cubicBezTo>
                <a:cubicBezTo>
                  <a:pt x="24593" y="16406"/>
                  <a:pt x="24626" y="16402"/>
                  <a:pt x="24658" y="16402"/>
                </a:cubicBezTo>
                <a:cubicBezTo>
                  <a:pt x="24745" y="16402"/>
                  <a:pt x="24828" y="16430"/>
                  <a:pt x="24895" y="16475"/>
                </a:cubicBezTo>
                <a:cubicBezTo>
                  <a:pt x="24906" y="16486"/>
                  <a:pt x="24918" y="16491"/>
                  <a:pt x="24929" y="16491"/>
                </a:cubicBezTo>
                <a:cubicBezTo>
                  <a:pt x="24978" y="16491"/>
                  <a:pt x="25022" y="16402"/>
                  <a:pt x="25047" y="16353"/>
                </a:cubicBezTo>
                <a:cubicBezTo>
                  <a:pt x="25047" y="16328"/>
                  <a:pt x="25051" y="16317"/>
                  <a:pt x="25059" y="16317"/>
                </a:cubicBezTo>
                <a:cubicBezTo>
                  <a:pt x="25080" y="16317"/>
                  <a:pt x="25124" y="16395"/>
                  <a:pt x="25168" y="16505"/>
                </a:cubicBezTo>
                <a:lnTo>
                  <a:pt x="25229" y="16627"/>
                </a:lnTo>
                <a:cubicBezTo>
                  <a:pt x="25260" y="16657"/>
                  <a:pt x="25290" y="16687"/>
                  <a:pt x="25351" y="16687"/>
                </a:cubicBezTo>
                <a:cubicBezTo>
                  <a:pt x="25472" y="16657"/>
                  <a:pt x="25381" y="16657"/>
                  <a:pt x="25351" y="16596"/>
                </a:cubicBezTo>
                <a:cubicBezTo>
                  <a:pt x="25320" y="16535"/>
                  <a:pt x="25351" y="16475"/>
                  <a:pt x="25442" y="16444"/>
                </a:cubicBezTo>
                <a:cubicBezTo>
                  <a:pt x="25507" y="16444"/>
                  <a:pt x="25526" y="16522"/>
                  <a:pt x="25586" y="16522"/>
                </a:cubicBezTo>
                <a:cubicBezTo>
                  <a:pt x="25611" y="16522"/>
                  <a:pt x="25642" y="16509"/>
                  <a:pt x="25685" y="16475"/>
                </a:cubicBezTo>
                <a:cubicBezTo>
                  <a:pt x="25731" y="16459"/>
                  <a:pt x="25784" y="16452"/>
                  <a:pt x="25841" y="16452"/>
                </a:cubicBezTo>
                <a:cubicBezTo>
                  <a:pt x="25898" y="16452"/>
                  <a:pt x="25959" y="16459"/>
                  <a:pt x="26019" y="16475"/>
                </a:cubicBezTo>
                <a:cubicBezTo>
                  <a:pt x="26050" y="16490"/>
                  <a:pt x="26080" y="16497"/>
                  <a:pt x="26111" y="16497"/>
                </a:cubicBezTo>
                <a:cubicBezTo>
                  <a:pt x="26141" y="16497"/>
                  <a:pt x="26171" y="16490"/>
                  <a:pt x="26202" y="16475"/>
                </a:cubicBezTo>
                <a:cubicBezTo>
                  <a:pt x="26263" y="16459"/>
                  <a:pt x="26331" y="16452"/>
                  <a:pt x="26399" y="16452"/>
                </a:cubicBezTo>
                <a:cubicBezTo>
                  <a:pt x="26468" y="16452"/>
                  <a:pt x="26536" y="16459"/>
                  <a:pt x="26597" y="16475"/>
                </a:cubicBezTo>
                <a:cubicBezTo>
                  <a:pt x="26623" y="16485"/>
                  <a:pt x="26648" y="16489"/>
                  <a:pt x="26671" y="16489"/>
                </a:cubicBezTo>
                <a:cubicBezTo>
                  <a:pt x="26759" y="16489"/>
                  <a:pt x="26830" y="16430"/>
                  <a:pt x="26918" y="16430"/>
                </a:cubicBezTo>
                <a:cubicBezTo>
                  <a:pt x="26941" y="16430"/>
                  <a:pt x="26966" y="16434"/>
                  <a:pt x="26992" y="16444"/>
                </a:cubicBezTo>
                <a:lnTo>
                  <a:pt x="27083" y="16475"/>
                </a:lnTo>
                <a:cubicBezTo>
                  <a:pt x="27174" y="16475"/>
                  <a:pt x="27266" y="16444"/>
                  <a:pt x="27357" y="16414"/>
                </a:cubicBezTo>
                <a:lnTo>
                  <a:pt x="27387" y="16383"/>
                </a:lnTo>
                <a:cubicBezTo>
                  <a:pt x="27418" y="16353"/>
                  <a:pt x="27478" y="16323"/>
                  <a:pt x="27509" y="16323"/>
                </a:cubicBezTo>
                <a:lnTo>
                  <a:pt x="27661" y="16353"/>
                </a:lnTo>
                <a:cubicBezTo>
                  <a:pt x="27722" y="16383"/>
                  <a:pt x="27790" y="16399"/>
                  <a:pt x="27855" y="16399"/>
                </a:cubicBezTo>
                <a:cubicBezTo>
                  <a:pt x="27919" y="16399"/>
                  <a:pt x="27980" y="16383"/>
                  <a:pt x="28026" y="16353"/>
                </a:cubicBezTo>
                <a:cubicBezTo>
                  <a:pt x="28034" y="16345"/>
                  <a:pt x="28046" y="16341"/>
                  <a:pt x="28062" y="16341"/>
                </a:cubicBezTo>
                <a:cubicBezTo>
                  <a:pt x="28105" y="16341"/>
                  <a:pt x="28172" y="16369"/>
                  <a:pt x="28238" y="16414"/>
                </a:cubicBezTo>
                <a:lnTo>
                  <a:pt x="28329" y="16475"/>
                </a:lnTo>
                <a:lnTo>
                  <a:pt x="28360" y="16475"/>
                </a:lnTo>
                <a:cubicBezTo>
                  <a:pt x="28421" y="16475"/>
                  <a:pt x="28481" y="16414"/>
                  <a:pt x="28481" y="16383"/>
                </a:cubicBezTo>
                <a:lnTo>
                  <a:pt x="28481" y="16323"/>
                </a:lnTo>
                <a:cubicBezTo>
                  <a:pt x="28481" y="16307"/>
                  <a:pt x="28474" y="16307"/>
                  <a:pt x="28466" y="16307"/>
                </a:cubicBezTo>
                <a:cubicBezTo>
                  <a:pt x="28459" y="16307"/>
                  <a:pt x="28451" y="16307"/>
                  <a:pt x="28451" y="16292"/>
                </a:cubicBezTo>
                <a:cubicBezTo>
                  <a:pt x="28451" y="16262"/>
                  <a:pt x="28421" y="16231"/>
                  <a:pt x="28451" y="16231"/>
                </a:cubicBezTo>
                <a:lnTo>
                  <a:pt x="28542" y="16231"/>
                </a:lnTo>
                <a:lnTo>
                  <a:pt x="28633" y="16353"/>
                </a:lnTo>
                <a:cubicBezTo>
                  <a:pt x="28785" y="16535"/>
                  <a:pt x="28785" y="16657"/>
                  <a:pt x="28664" y="16657"/>
                </a:cubicBezTo>
                <a:lnTo>
                  <a:pt x="28603" y="16657"/>
                </a:lnTo>
                <a:cubicBezTo>
                  <a:pt x="28573" y="16657"/>
                  <a:pt x="28542" y="16687"/>
                  <a:pt x="28512" y="16718"/>
                </a:cubicBezTo>
                <a:cubicBezTo>
                  <a:pt x="28481" y="16809"/>
                  <a:pt x="28603" y="16809"/>
                  <a:pt x="28694" y="16809"/>
                </a:cubicBezTo>
                <a:lnTo>
                  <a:pt x="28725" y="16809"/>
                </a:lnTo>
                <a:cubicBezTo>
                  <a:pt x="28816" y="16809"/>
                  <a:pt x="28907" y="16779"/>
                  <a:pt x="28968" y="16718"/>
                </a:cubicBezTo>
                <a:lnTo>
                  <a:pt x="29089" y="16779"/>
                </a:lnTo>
                <a:cubicBezTo>
                  <a:pt x="29120" y="16779"/>
                  <a:pt x="29181" y="16779"/>
                  <a:pt x="29211" y="16748"/>
                </a:cubicBezTo>
                <a:cubicBezTo>
                  <a:pt x="29241" y="16718"/>
                  <a:pt x="29241" y="16687"/>
                  <a:pt x="29211" y="16657"/>
                </a:cubicBezTo>
                <a:cubicBezTo>
                  <a:pt x="29181" y="16627"/>
                  <a:pt x="29150" y="16596"/>
                  <a:pt x="29089" y="16566"/>
                </a:cubicBezTo>
                <a:cubicBezTo>
                  <a:pt x="29029" y="16505"/>
                  <a:pt x="28877" y="16566"/>
                  <a:pt x="28937" y="16414"/>
                </a:cubicBezTo>
                <a:lnTo>
                  <a:pt x="28968" y="16353"/>
                </a:lnTo>
                <a:cubicBezTo>
                  <a:pt x="28983" y="16330"/>
                  <a:pt x="29005" y="16320"/>
                  <a:pt x="29030" y="16320"/>
                </a:cubicBezTo>
                <a:cubicBezTo>
                  <a:pt x="29101" y="16320"/>
                  <a:pt x="29196" y="16399"/>
                  <a:pt x="29241" y="16444"/>
                </a:cubicBezTo>
                <a:cubicBezTo>
                  <a:pt x="29250" y="16470"/>
                  <a:pt x="29276" y="16481"/>
                  <a:pt x="29314" y="16481"/>
                </a:cubicBezTo>
                <a:cubicBezTo>
                  <a:pt x="29412" y="16481"/>
                  <a:pt x="29592" y="16410"/>
                  <a:pt x="29788" y="16323"/>
                </a:cubicBezTo>
                <a:lnTo>
                  <a:pt x="30062" y="16292"/>
                </a:lnTo>
                <a:lnTo>
                  <a:pt x="30366" y="16262"/>
                </a:lnTo>
                <a:cubicBezTo>
                  <a:pt x="30396" y="16079"/>
                  <a:pt x="30396" y="15897"/>
                  <a:pt x="30366" y="15715"/>
                </a:cubicBezTo>
                <a:cubicBezTo>
                  <a:pt x="30366" y="15684"/>
                  <a:pt x="30457" y="15624"/>
                  <a:pt x="30640" y="15593"/>
                </a:cubicBezTo>
                <a:lnTo>
                  <a:pt x="30700" y="15715"/>
                </a:lnTo>
                <a:cubicBezTo>
                  <a:pt x="30731" y="15745"/>
                  <a:pt x="30670" y="15775"/>
                  <a:pt x="30670" y="15836"/>
                </a:cubicBezTo>
                <a:cubicBezTo>
                  <a:pt x="30670" y="15897"/>
                  <a:pt x="30670" y="15958"/>
                  <a:pt x="30700" y="16019"/>
                </a:cubicBezTo>
                <a:cubicBezTo>
                  <a:pt x="30700" y="16079"/>
                  <a:pt x="30731" y="16171"/>
                  <a:pt x="30761" y="16171"/>
                </a:cubicBezTo>
                <a:cubicBezTo>
                  <a:pt x="30761" y="16171"/>
                  <a:pt x="30700" y="16201"/>
                  <a:pt x="30670" y="16201"/>
                </a:cubicBezTo>
                <a:lnTo>
                  <a:pt x="30579" y="16231"/>
                </a:lnTo>
                <a:cubicBezTo>
                  <a:pt x="30488" y="16292"/>
                  <a:pt x="30518" y="16475"/>
                  <a:pt x="30548" y="16535"/>
                </a:cubicBezTo>
                <a:cubicBezTo>
                  <a:pt x="30553" y="16540"/>
                  <a:pt x="30560" y="16543"/>
                  <a:pt x="30568" y="16543"/>
                </a:cubicBezTo>
                <a:cubicBezTo>
                  <a:pt x="30608" y="16543"/>
                  <a:pt x="30680" y="16480"/>
                  <a:pt x="30731" y="16353"/>
                </a:cubicBezTo>
                <a:lnTo>
                  <a:pt x="30913" y="16292"/>
                </a:lnTo>
                <a:cubicBezTo>
                  <a:pt x="30916" y="16290"/>
                  <a:pt x="30918" y="16289"/>
                  <a:pt x="30922" y="16289"/>
                </a:cubicBezTo>
                <a:cubicBezTo>
                  <a:pt x="30944" y="16289"/>
                  <a:pt x="30984" y="16344"/>
                  <a:pt x="31017" y="16344"/>
                </a:cubicBezTo>
                <a:cubicBezTo>
                  <a:pt x="31037" y="16344"/>
                  <a:pt x="31055" y="16324"/>
                  <a:pt x="31065" y="16262"/>
                </a:cubicBezTo>
                <a:cubicBezTo>
                  <a:pt x="31096" y="16201"/>
                  <a:pt x="31187" y="16140"/>
                  <a:pt x="31278" y="16079"/>
                </a:cubicBezTo>
                <a:cubicBezTo>
                  <a:pt x="31308" y="16064"/>
                  <a:pt x="31354" y="16057"/>
                  <a:pt x="31392" y="16057"/>
                </a:cubicBezTo>
                <a:cubicBezTo>
                  <a:pt x="31430" y="16057"/>
                  <a:pt x="31460" y="16064"/>
                  <a:pt x="31460" y="16079"/>
                </a:cubicBezTo>
                <a:cubicBezTo>
                  <a:pt x="31491" y="16110"/>
                  <a:pt x="31399" y="16171"/>
                  <a:pt x="31399" y="16231"/>
                </a:cubicBezTo>
                <a:cubicBezTo>
                  <a:pt x="31430" y="16262"/>
                  <a:pt x="31582" y="16262"/>
                  <a:pt x="31612" y="16262"/>
                </a:cubicBezTo>
                <a:cubicBezTo>
                  <a:pt x="31643" y="16262"/>
                  <a:pt x="31825" y="16049"/>
                  <a:pt x="31886" y="15988"/>
                </a:cubicBezTo>
                <a:cubicBezTo>
                  <a:pt x="31910" y="15980"/>
                  <a:pt x="31937" y="15976"/>
                  <a:pt x="31964" y="15976"/>
                </a:cubicBezTo>
                <a:cubicBezTo>
                  <a:pt x="32038" y="15976"/>
                  <a:pt x="32115" y="16005"/>
                  <a:pt x="32159" y="16049"/>
                </a:cubicBezTo>
                <a:lnTo>
                  <a:pt x="32220" y="16110"/>
                </a:lnTo>
                <a:cubicBezTo>
                  <a:pt x="32251" y="16140"/>
                  <a:pt x="32311" y="16201"/>
                  <a:pt x="32342" y="16201"/>
                </a:cubicBezTo>
                <a:cubicBezTo>
                  <a:pt x="32433" y="16171"/>
                  <a:pt x="32433" y="16079"/>
                  <a:pt x="32372" y="16019"/>
                </a:cubicBezTo>
                <a:cubicBezTo>
                  <a:pt x="32281" y="15988"/>
                  <a:pt x="32311" y="15897"/>
                  <a:pt x="32372" y="15867"/>
                </a:cubicBezTo>
                <a:cubicBezTo>
                  <a:pt x="32378" y="15861"/>
                  <a:pt x="32386" y="15859"/>
                  <a:pt x="32397" y="15859"/>
                </a:cubicBezTo>
                <a:cubicBezTo>
                  <a:pt x="32444" y="15859"/>
                  <a:pt x="32530" y="15908"/>
                  <a:pt x="32555" y="15958"/>
                </a:cubicBezTo>
                <a:lnTo>
                  <a:pt x="32615" y="15988"/>
                </a:lnTo>
                <a:cubicBezTo>
                  <a:pt x="32615" y="16049"/>
                  <a:pt x="32646" y="16110"/>
                  <a:pt x="32646" y="16140"/>
                </a:cubicBezTo>
                <a:cubicBezTo>
                  <a:pt x="32767" y="16201"/>
                  <a:pt x="32858" y="16262"/>
                  <a:pt x="32980" y="16323"/>
                </a:cubicBezTo>
                <a:lnTo>
                  <a:pt x="33132" y="16353"/>
                </a:lnTo>
                <a:lnTo>
                  <a:pt x="33345" y="16383"/>
                </a:lnTo>
                <a:cubicBezTo>
                  <a:pt x="33436" y="16292"/>
                  <a:pt x="33436" y="16171"/>
                  <a:pt x="33406" y="16140"/>
                </a:cubicBezTo>
                <a:cubicBezTo>
                  <a:pt x="33375" y="16140"/>
                  <a:pt x="33345" y="15958"/>
                  <a:pt x="33406" y="15927"/>
                </a:cubicBezTo>
                <a:cubicBezTo>
                  <a:pt x="33410" y="15923"/>
                  <a:pt x="33416" y="15921"/>
                  <a:pt x="33424" y="15921"/>
                </a:cubicBezTo>
                <a:cubicBezTo>
                  <a:pt x="33475" y="15921"/>
                  <a:pt x="33592" y="15997"/>
                  <a:pt x="33618" y="16049"/>
                </a:cubicBezTo>
                <a:cubicBezTo>
                  <a:pt x="33626" y="16057"/>
                  <a:pt x="33635" y="16060"/>
                  <a:pt x="33646" y="16060"/>
                </a:cubicBezTo>
                <a:cubicBezTo>
                  <a:pt x="33679" y="16060"/>
                  <a:pt x="33725" y="16026"/>
                  <a:pt x="33770" y="15958"/>
                </a:cubicBezTo>
                <a:lnTo>
                  <a:pt x="33801" y="15958"/>
                </a:lnTo>
                <a:lnTo>
                  <a:pt x="33983" y="15927"/>
                </a:lnTo>
                <a:cubicBezTo>
                  <a:pt x="33983" y="16019"/>
                  <a:pt x="34196" y="16323"/>
                  <a:pt x="34317" y="16353"/>
                </a:cubicBezTo>
                <a:cubicBezTo>
                  <a:pt x="34469" y="16353"/>
                  <a:pt x="34591" y="16049"/>
                  <a:pt x="34561" y="15927"/>
                </a:cubicBezTo>
                <a:cubicBezTo>
                  <a:pt x="34547" y="15874"/>
                  <a:pt x="34557" y="15850"/>
                  <a:pt x="34581" y="15850"/>
                </a:cubicBezTo>
                <a:cubicBezTo>
                  <a:pt x="34610" y="15850"/>
                  <a:pt x="34661" y="15890"/>
                  <a:pt x="34713" y="15958"/>
                </a:cubicBezTo>
                <a:lnTo>
                  <a:pt x="35077" y="15958"/>
                </a:lnTo>
                <a:cubicBezTo>
                  <a:pt x="35260" y="15927"/>
                  <a:pt x="35442" y="15897"/>
                  <a:pt x="35624" y="15836"/>
                </a:cubicBezTo>
                <a:lnTo>
                  <a:pt x="35685" y="15867"/>
                </a:lnTo>
                <a:cubicBezTo>
                  <a:pt x="35741" y="15894"/>
                  <a:pt x="35785" y="15905"/>
                  <a:pt x="35823" y="15905"/>
                </a:cubicBezTo>
                <a:cubicBezTo>
                  <a:pt x="35910" y="15905"/>
                  <a:pt x="35965" y="15848"/>
                  <a:pt x="36050" y="15806"/>
                </a:cubicBezTo>
                <a:cubicBezTo>
                  <a:pt x="36050" y="15800"/>
                  <a:pt x="36052" y="15797"/>
                  <a:pt x="36057" y="15797"/>
                </a:cubicBezTo>
                <a:cubicBezTo>
                  <a:pt x="36073" y="15797"/>
                  <a:pt x="36117" y="15836"/>
                  <a:pt x="36141" y="15836"/>
                </a:cubicBezTo>
                <a:lnTo>
                  <a:pt x="36232" y="15867"/>
                </a:lnTo>
                <a:cubicBezTo>
                  <a:pt x="36293" y="15806"/>
                  <a:pt x="36354" y="15715"/>
                  <a:pt x="36384" y="15715"/>
                </a:cubicBezTo>
                <a:cubicBezTo>
                  <a:pt x="36445" y="15715"/>
                  <a:pt x="36476" y="15745"/>
                  <a:pt x="36506" y="15775"/>
                </a:cubicBezTo>
                <a:cubicBezTo>
                  <a:pt x="36506" y="15806"/>
                  <a:pt x="36415" y="15988"/>
                  <a:pt x="36506" y="16049"/>
                </a:cubicBezTo>
                <a:cubicBezTo>
                  <a:pt x="36521" y="16064"/>
                  <a:pt x="36533" y="16070"/>
                  <a:pt x="36545" y="16070"/>
                </a:cubicBezTo>
                <a:cubicBezTo>
                  <a:pt x="36581" y="16070"/>
                  <a:pt x="36604" y="16011"/>
                  <a:pt x="36628" y="15988"/>
                </a:cubicBezTo>
                <a:cubicBezTo>
                  <a:pt x="36658" y="15927"/>
                  <a:pt x="36688" y="15867"/>
                  <a:pt x="36719" y="15806"/>
                </a:cubicBezTo>
                <a:cubicBezTo>
                  <a:pt x="36749" y="15745"/>
                  <a:pt x="36810" y="15654"/>
                  <a:pt x="36840" y="15593"/>
                </a:cubicBezTo>
                <a:cubicBezTo>
                  <a:pt x="36848" y="15585"/>
                  <a:pt x="36865" y="15581"/>
                  <a:pt x="36888" y="15581"/>
                </a:cubicBezTo>
                <a:cubicBezTo>
                  <a:pt x="36950" y="15581"/>
                  <a:pt x="37055" y="15609"/>
                  <a:pt x="37144" y="15654"/>
                </a:cubicBezTo>
                <a:lnTo>
                  <a:pt x="37266" y="15745"/>
                </a:lnTo>
                <a:cubicBezTo>
                  <a:pt x="37254" y="15781"/>
                  <a:pt x="37228" y="15793"/>
                  <a:pt x="37199" y="15793"/>
                </a:cubicBezTo>
                <a:cubicBezTo>
                  <a:pt x="37154" y="15793"/>
                  <a:pt x="37102" y="15764"/>
                  <a:pt x="37083" y="15745"/>
                </a:cubicBezTo>
                <a:cubicBezTo>
                  <a:pt x="37075" y="15736"/>
                  <a:pt x="37058" y="15733"/>
                  <a:pt x="37038" y="15733"/>
                </a:cubicBezTo>
                <a:cubicBezTo>
                  <a:pt x="36990" y="15733"/>
                  <a:pt x="36923" y="15754"/>
                  <a:pt x="36901" y="15775"/>
                </a:cubicBezTo>
                <a:cubicBezTo>
                  <a:pt x="36871" y="15806"/>
                  <a:pt x="37023" y="15927"/>
                  <a:pt x="37114" y="15958"/>
                </a:cubicBezTo>
                <a:cubicBezTo>
                  <a:pt x="37138" y="15966"/>
                  <a:pt x="37163" y="15970"/>
                  <a:pt x="37187" y="15970"/>
                </a:cubicBezTo>
                <a:cubicBezTo>
                  <a:pt x="37254" y="15970"/>
                  <a:pt x="37321" y="15942"/>
                  <a:pt x="37387" y="15897"/>
                </a:cubicBezTo>
                <a:lnTo>
                  <a:pt x="37448" y="15836"/>
                </a:lnTo>
                <a:cubicBezTo>
                  <a:pt x="37509" y="15806"/>
                  <a:pt x="37600" y="15775"/>
                  <a:pt x="37631" y="15775"/>
                </a:cubicBezTo>
                <a:lnTo>
                  <a:pt x="37661" y="15836"/>
                </a:lnTo>
                <a:cubicBezTo>
                  <a:pt x="37665" y="15845"/>
                  <a:pt x="37671" y="15848"/>
                  <a:pt x="37678" y="15848"/>
                </a:cubicBezTo>
                <a:cubicBezTo>
                  <a:pt x="37723" y="15848"/>
                  <a:pt x="37821" y="15698"/>
                  <a:pt x="37874" y="15593"/>
                </a:cubicBezTo>
                <a:cubicBezTo>
                  <a:pt x="37881" y="15573"/>
                  <a:pt x="37892" y="15563"/>
                  <a:pt x="37907" y="15563"/>
                </a:cubicBezTo>
                <a:cubicBezTo>
                  <a:pt x="37960" y="15563"/>
                  <a:pt x="38060" y="15678"/>
                  <a:pt x="38178" y="15867"/>
                </a:cubicBezTo>
                <a:lnTo>
                  <a:pt x="38573" y="15867"/>
                </a:lnTo>
                <a:cubicBezTo>
                  <a:pt x="38786" y="15775"/>
                  <a:pt x="39029" y="15745"/>
                  <a:pt x="39242" y="15745"/>
                </a:cubicBezTo>
                <a:cubicBezTo>
                  <a:pt x="39258" y="15751"/>
                  <a:pt x="39275" y="15753"/>
                  <a:pt x="39291" y="15753"/>
                </a:cubicBezTo>
                <a:cubicBezTo>
                  <a:pt x="39363" y="15753"/>
                  <a:pt x="39424" y="15704"/>
                  <a:pt x="39424" y="15654"/>
                </a:cubicBezTo>
                <a:lnTo>
                  <a:pt x="39394" y="15593"/>
                </a:lnTo>
                <a:lnTo>
                  <a:pt x="39363" y="15563"/>
                </a:lnTo>
                <a:cubicBezTo>
                  <a:pt x="39287" y="15537"/>
                  <a:pt x="39508" y="15427"/>
                  <a:pt x="39671" y="15427"/>
                </a:cubicBezTo>
                <a:cubicBezTo>
                  <a:pt x="39704" y="15427"/>
                  <a:pt x="39733" y="15431"/>
                  <a:pt x="39758" y="15441"/>
                </a:cubicBezTo>
                <a:cubicBezTo>
                  <a:pt x="39880" y="15472"/>
                  <a:pt x="39971" y="15532"/>
                  <a:pt x="39941" y="15563"/>
                </a:cubicBezTo>
                <a:cubicBezTo>
                  <a:pt x="40009" y="15631"/>
                  <a:pt x="40077" y="15665"/>
                  <a:pt x="40159" y="15665"/>
                </a:cubicBezTo>
                <a:cubicBezTo>
                  <a:pt x="40186" y="15665"/>
                  <a:pt x="40214" y="15662"/>
                  <a:pt x="40245" y="15654"/>
                </a:cubicBezTo>
                <a:cubicBezTo>
                  <a:pt x="40300" y="15598"/>
                  <a:pt x="40356" y="15542"/>
                  <a:pt x="40426" y="15542"/>
                </a:cubicBezTo>
                <a:cubicBezTo>
                  <a:pt x="40470" y="15542"/>
                  <a:pt x="40520" y="15565"/>
                  <a:pt x="40579" y="15624"/>
                </a:cubicBezTo>
                <a:cubicBezTo>
                  <a:pt x="40585" y="15630"/>
                  <a:pt x="40596" y="15632"/>
                  <a:pt x="40610" y="15632"/>
                </a:cubicBezTo>
                <a:cubicBezTo>
                  <a:pt x="40668" y="15632"/>
                  <a:pt x="40780" y="15593"/>
                  <a:pt x="40853" y="15593"/>
                </a:cubicBezTo>
                <a:cubicBezTo>
                  <a:pt x="40913" y="15563"/>
                  <a:pt x="40974" y="15563"/>
                  <a:pt x="41035" y="15563"/>
                </a:cubicBezTo>
                <a:cubicBezTo>
                  <a:pt x="41065" y="15563"/>
                  <a:pt x="41126" y="15563"/>
                  <a:pt x="41126" y="15593"/>
                </a:cubicBezTo>
                <a:cubicBezTo>
                  <a:pt x="41156" y="15654"/>
                  <a:pt x="41126" y="15684"/>
                  <a:pt x="41096" y="15715"/>
                </a:cubicBezTo>
                <a:lnTo>
                  <a:pt x="41005" y="15745"/>
                </a:lnTo>
                <a:cubicBezTo>
                  <a:pt x="40913" y="15806"/>
                  <a:pt x="40944" y="15867"/>
                  <a:pt x="41126" y="15897"/>
                </a:cubicBezTo>
                <a:lnTo>
                  <a:pt x="41217" y="15775"/>
                </a:lnTo>
                <a:cubicBezTo>
                  <a:pt x="41238" y="15775"/>
                  <a:pt x="41258" y="15735"/>
                  <a:pt x="41296" y="15735"/>
                </a:cubicBezTo>
                <a:cubicBezTo>
                  <a:pt x="41315" y="15735"/>
                  <a:pt x="41339" y="15745"/>
                  <a:pt x="41369" y="15775"/>
                </a:cubicBezTo>
                <a:lnTo>
                  <a:pt x="41369" y="15806"/>
                </a:lnTo>
                <a:cubicBezTo>
                  <a:pt x="41400" y="15867"/>
                  <a:pt x="41400" y="15897"/>
                  <a:pt x="41369" y="15958"/>
                </a:cubicBezTo>
                <a:lnTo>
                  <a:pt x="41491" y="15958"/>
                </a:lnTo>
                <a:cubicBezTo>
                  <a:pt x="41552" y="15897"/>
                  <a:pt x="41582" y="15806"/>
                  <a:pt x="41582" y="15715"/>
                </a:cubicBezTo>
                <a:cubicBezTo>
                  <a:pt x="41582" y="15654"/>
                  <a:pt x="41704" y="15654"/>
                  <a:pt x="41825" y="15654"/>
                </a:cubicBezTo>
                <a:lnTo>
                  <a:pt x="41856" y="15684"/>
                </a:lnTo>
                <a:cubicBezTo>
                  <a:pt x="41916" y="15745"/>
                  <a:pt x="41856" y="15806"/>
                  <a:pt x="41734" y="15806"/>
                </a:cubicBezTo>
                <a:lnTo>
                  <a:pt x="41704" y="15806"/>
                </a:lnTo>
                <a:cubicBezTo>
                  <a:pt x="41673" y="15867"/>
                  <a:pt x="41734" y="15958"/>
                  <a:pt x="41825" y="15958"/>
                </a:cubicBezTo>
                <a:cubicBezTo>
                  <a:pt x="41845" y="15927"/>
                  <a:pt x="41866" y="15917"/>
                  <a:pt x="41886" y="15917"/>
                </a:cubicBezTo>
                <a:cubicBezTo>
                  <a:pt x="41927" y="15917"/>
                  <a:pt x="41967" y="15958"/>
                  <a:pt x="42008" y="15958"/>
                </a:cubicBezTo>
                <a:lnTo>
                  <a:pt x="42068" y="15958"/>
                </a:lnTo>
                <a:cubicBezTo>
                  <a:pt x="42190" y="15927"/>
                  <a:pt x="42281" y="15867"/>
                  <a:pt x="42342" y="15806"/>
                </a:cubicBezTo>
                <a:lnTo>
                  <a:pt x="42464" y="15836"/>
                </a:lnTo>
                <a:lnTo>
                  <a:pt x="42676" y="15897"/>
                </a:lnTo>
                <a:cubicBezTo>
                  <a:pt x="42980" y="15897"/>
                  <a:pt x="42980" y="15684"/>
                  <a:pt x="42980" y="15593"/>
                </a:cubicBezTo>
                <a:cubicBezTo>
                  <a:pt x="42980" y="15441"/>
                  <a:pt x="42980" y="15289"/>
                  <a:pt x="42950" y="15137"/>
                </a:cubicBezTo>
                <a:cubicBezTo>
                  <a:pt x="42919" y="15076"/>
                  <a:pt x="42980" y="14955"/>
                  <a:pt x="43071" y="14924"/>
                </a:cubicBezTo>
                <a:lnTo>
                  <a:pt x="43163" y="14894"/>
                </a:lnTo>
                <a:cubicBezTo>
                  <a:pt x="43178" y="14879"/>
                  <a:pt x="43185" y="14871"/>
                  <a:pt x="43193" y="14871"/>
                </a:cubicBezTo>
                <a:cubicBezTo>
                  <a:pt x="43201" y="14871"/>
                  <a:pt x="43208" y="14879"/>
                  <a:pt x="43223" y="14894"/>
                </a:cubicBezTo>
                <a:cubicBezTo>
                  <a:pt x="43254" y="14894"/>
                  <a:pt x="43284" y="14894"/>
                  <a:pt x="43284" y="14924"/>
                </a:cubicBezTo>
                <a:cubicBezTo>
                  <a:pt x="43315" y="14985"/>
                  <a:pt x="43345" y="15076"/>
                  <a:pt x="43406" y="15137"/>
                </a:cubicBezTo>
                <a:cubicBezTo>
                  <a:pt x="43436" y="15168"/>
                  <a:pt x="43497" y="15198"/>
                  <a:pt x="43558" y="15198"/>
                </a:cubicBezTo>
                <a:lnTo>
                  <a:pt x="43649" y="15228"/>
                </a:lnTo>
                <a:cubicBezTo>
                  <a:pt x="43675" y="15234"/>
                  <a:pt x="43698" y="15236"/>
                  <a:pt x="43717" y="15236"/>
                </a:cubicBezTo>
                <a:cubicBezTo>
                  <a:pt x="43809" y="15236"/>
                  <a:pt x="43821" y="15177"/>
                  <a:pt x="43771" y="15076"/>
                </a:cubicBezTo>
                <a:lnTo>
                  <a:pt x="43710" y="14985"/>
                </a:lnTo>
                <a:cubicBezTo>
                  <a:pt x="43801" y="14894"/>
                  <a:pt x="43892" y="14864"/>
                  <a:pt x="43983" y="14833"/>
                </a:cubicBezTo>
                <a:lnTo>
                  <a:pt x="44135" y="14864"/>
                </a:lnTo>
                <a:lnTo>
                  <a:pt x="44287" y="14924"/>
                </a:lnTo>
                <a:cubicBezTo>
                  <a:pt x="44287" y="14985"/>
                  <a:pt x="44257" y="15076"/>
                  <a:pt x="44196" y="15137"/>
                </a:cubicBezTo>
                <a:cubicBezTo>
                  <a:pt x="44166" y="15137"/>
                  <a:pt x="44257" y="15289"/>
                  <a:pt x="44318" y="15350"/>
                </a:cubicBezTo>
                <a:cubicBezTo>
                  <a:pt x="44332" y="15364"/>
                  <a:pt x="44346" y="15370"/>
                  <a:pt x="44360" y="15370"/>
                </a:cubicBezTo>
                <a:cubicBezTo>
                  <a:pt x="44405" y="15370"/>
                  <a:pt x="44446" y="15305"/>
                  <a:pt x="44470" y="15259"/>
                </a:cubicBezTo>
                <a:cubicBezTo>
                  <a:pt x="44470" y="15255"/>
                  <a:pt x="44475" y="15253"/>
                  <a:pt x="44484" y="15253"/>
                </a:cubicBezTo>
                <a:cubicBezTo>
                  <a:pt x="44541" y="15253"/>
                  <a:pt x="44756" y="15328"/>
                  <a:pt x="44834" y="15380"/>
                </a:cubicBezTo>
                <a:cubicBezTo>
                  <a:pt x="44926" y="15441"/>
                  <a:pt x="44956" y="15502"/>
                  <a:pt x="44926" y="15532"/>
                </a:cubicBezTo>
                <a:cubicBezTo>
                  <a:pt x="44682" y="15563"/>
                  <a:pt x="44470" y="15593"/>
                  <a:pt x="44226" y="15624"/>
                </a:cubicBezTo>
                <a:cubicBezTo>
                  <a:pt x="44196" y="15624"/>
                  <a:pt x="44166" y="15684"/>
                  <a:pt x="44166" y="15715"/>
                </a:cubicBezTo>
                <a:cubicBezTo>
                  <a:pt x="44226" y="15745"/>
                  <a:pt x="44287" y="15775"/>
                  <a:pt x="44378" y="15775"/>
                </a:cubicBezTo>
                <a:lnTo>
                  <a:pt x="44409" y="15927"/>
                </a:lnTo>
                <a:lnTo>
                  <a:pt x="44439" y="15958"/>
                </a:lnTo>
                <a:cubicBezTo>
                  <a:pt x="44561" y="15836"/>
                  <a:pt x="44652" y="15745"/>
                  <a:pt x="44804" y="15684"/>
                </a:cubicBezTo>
                <a:lnTo>
                  <a:pt x="44956" y="15775"/>
                </a:lnTo>
                <a:cubicBezTo>
                  <a:pt x="45108" y="15897"/>
                  <a:pt x="45321" y="15958"/>
                  <a:pt x="45503" y="15958"/>
                </a:cubicBezTo>
                <a:lnTo>
                  <a:pt x="45716" y="15927"/>
                </a:lnTo>
                <a:cubicBezTo>
                  <a:pt x="45929" y="15806"/>
                  <a:pt x="46172" y="15654"/>
                  <a:pt x="46141" y="15624"/>
                </a:cubicBezTo>
                <a:cubicBezTo>
                  <a:pt x="46081" y="15593"/>
                  <a:pt x="45959" y="15502"/>
                  <a:pt x="45837" y="15411"/>
                </a:cubicBezTo>
                <a:lnTo>
                  <a:pt x="45746" y="15320"/>
                </a:lnTo>
                <a:cubicBezTo>
                  <a:pt x="45746" y="15289"/>
                  <a:pt x="45746" y="15228"/>
                  <a:pt x="45777" y="15228"/>
                </a:cubicBezTo>
                <a:lnTo>
                  <a:pt x="45929" y="15228"/>
                </a:lnTo>
                <a:lnTo>
                  <a:pt x="45959" y="15289"/>
                </a:lnTo>
                <a:cubicBezTo>
                  <a:pt x="45965" y="15295"/>
                  <a:pt x="45976" y="15297"/>
                  <a:pt x="45992" y="15297"/>
                </a:cubicBezTo>
                <a:cubicBezTo>
                  <a:pt x="46063" y="15297"/>
                  <a:pt x="46219" y="15248"/>
                  <a:pt x="46293" y="15198"/>
                </a:cubicBezTo>
                <a:cubicBezTo>
                  <a:pt x="46303" y="15191"/>
                  <a:pt x="46313" y="15188"/>
                  <a:pt x="46323" y="15188"/>
                </a:cubicBezTo>
                <a:cubicBezTo>
                  <a:pt x="46403" y="15188"/>
                  <a:pt x="46472" y="15390"/>
                  <a:pt x="46445" y="15472"/>
                </a:cubicBezTo>
                <a:cubicBezTo>
                  <a:pt x="46415" y="15563"/>
                  <a:pt x="46597" y="15624"/>
                  <a:pt x="46658" y="15624"/>
                </a:cubicBezTo>
                <a:cubicBezTo>
                  <a:pt x="46719" y="15624"/>
                  <a:pt x="46506" y="15472"/>
                  <a:pt x="46537" y="15380"/>
                </a:cubicBezTo>
                <a:cubicBezTo>
                  <a:pt x="46537" y="15305"/>
                  <a:pt x="46681" y="15251"/>
                  <a:pt x="46833" y="15251"/>
                </a:cubicBezTo>
                <a:cubicBezTo>
                  <a:pt x="46866" y="15251"/>
                  <a:pt x="46899" y="15253"/>
                  <a:pt x="46932" y="15259"/>
                </a:cubicBezTo>
                <a:lnTo>
                  <a:pt x="47023" y="15320"/>
                </a:lnTo>
                <a:cubicBezTo>
                  <a:pt x="47101" y="15378"/>
                  <a:pt x="47180" y="15412"/>
                  <a:pt x="47267" y="15412"/>
                </a:cubicBezTo>
                <a:cubicBezTo>
                  <a:pt x="47314" y="15412"/>
                  <a:pt x="47364" y="15402"/>
                  <a:pt x="47418" y="15380"/>
                </a:cubicBezTo>
                <a:cubicBezTo>
                  <a:pt x="47466" y="15344"/>
                  <a:pt x="47523" y="15327"/>
                  <a:pt x="47581" y="15327"/>
                </a:cubicBezTo>
                <a:cubicBezTo>
                  <a:pt x="47669" y="15327"/>
                  <a:pt x="47758" y="15368"/>
                  <a:pt x="47813" y="15441"/>
                </a:cubicBezTo>
                <a:lnTo>
                  <a:pt x="47904" y="15532"/>
                </a:lnTo>
                <a:cubicBezTo>
                  <a:pt x="48026" y="15472"/>
                  <a:pt x="48147" y="15380"/>
                  <a:pt x="48239" y="15289"/>
                </a:cubicBezTo>
                <a:lnTo>
                  <a:pt x="48208" y="15259"/>
                </a:lnTo>
                <a:lnTo>
                  <a:pt x="48056" y="15137"/>
                </a:lnTo>
                <a:cubicBezTo>
                  <a:pt x="48085" y="15130"/>
                  <a:pt x="48115" y="15126"/>
                  <a:pt x="48146" y="15126"/>
                </a:cubicBezTo>
                <a:cubicBezTo>
                  <a:pt x="48245" y="15126"/>
                  <a:pt x="48344" y="15166"/>
                  <a:pt x="48391" y="15259"/>
                </a:cubicBezTo>
                <a:lnTo>
                  <a:pt x="48482" y="15289"/>
                </a:lnTo>
                <a:cubicBezTo>
                  <a:pt x="48526" y="15300"/>
                  <a:pt x="48567" y="15307"/>
                  <a:pt x="48606" y="15307"/>
                </a:cubicBezTo>
                <a:cubicBezTo>
                  <a:pt x="48674" y="15307"/>
                  <a:pt x="48739" y="15286"/>
                  <a:pt x="48816" y="15228"/>
                </a:cubicBezTo>
                <a:lnTo>
                  <a:pt x="48877" y="15198"/>
                </a:lnTo>
                <a:cubicBezTo>
                  <a:pt x="49059" y="15228"/>
                  <a:pt x="49120" y="15320"/>
                  <a:pt x="49059" y="15441"/>
                </a:cubicBezTo>
                <a:lnTo>
                  <a:pt x="49059" y="15532"/>
                </a:lnTo>
                <a:cubicBezTo>
                  <a:pt x="49181" y="15593"/>
                  <a:pt x="49211" y="15654"/>
                  <a:pt x="49181" y="15654"/>
                </a:cubicBezTo>
                <a:lnTo>
                  <a:pt x="49090" y="15654"/>
                </a:lnTo>
                <a:cubicBezTo>
                  <a:pt x="48999" y="15654"/>
                  <a:pt x="48968" y="15715"/>
                  <a:pt x="48968" y="15775"/>
                </a:cubicBezTo>
                <a:lnTo>
                  <a:pt x="49090" y="15806"/>
                </a:lnTo>
                <a:lnTo>
                  <a:pt x="49211" y="15836"/>
                </a:lnTo>
                <a:cubicBezTo>
                  <a:pt x="49181" y="15927"/>
                  <a:pt x="49181" y="16019"/>
                  <a:pt x="49181" y="16110"/>
                </a:cubicBezTo>
                <a:lnTo>
                  <a:pt x="49242" y="16110"/>
                </a:lnTo>
                <a:cubicBezTo>
                  <a:pt x="49333" y="16049"/>
                  <a:pt x="49424" y="15988"/>
                  <a:pt x="49485" y="15897"/>
                </a:cubicBezTo>
                <a:cubicBezTo>
                  <a:pt x="49546" y="15867"/>
                  <a:pt x="49363" y="15654"/>
                  <a:pt x="49424" y="15593"/>
                </a:cubicBezTo>
                <a:cubicBezTo>
                  <a:pt x="49515" y="15502"/>
                  <a:pt x="49394" y="15441"/>
                  <a:pt x="49333" y="15411"/>
                </a:cubicBezTo>
                <a:cubicBezTo>
                  <a:pt x="49303" y="15411"/>
                  <a:pt x="49333" y="15259"/>
                  <a:pt x="49485" y="15107"/>
                </a:cubicBezTo>
                <a:lnTo>
                  <a:pt x="49698" y="15107"/>
                </a:lnTo>
                <a:cubicBezTo>
                  <a:pt x="49728" y="15137"/>
                  <a:pt x="49758" y="15198"/>
                  <a:pt x="49728" y="15259"/>
                </a:cubicBezTo>
                <a:lnTo>
                  <a:pt x="49667" y="15259"/>
                </a:lnTo>
                <a:cubicBezTo>
                  <a:pt x="49606" y="15259"/>
                  <a:pt x="49667" y="15350"/>
                  <a:pt x="49698" y="15380"/>
                </a:cubicBezTo>
                <a:cubicBezTo>
                  <a:pt x="49700" y="15383"/>
                  <a:pt x="49705" y="15384"/>
                  <a:pt x="49710" y="15384"/>
                </a:cubicBezTo>
                <a:cubicBezTo>
                  <a:pt x="49765" y="15384"/>
                  <a:pt x="49946" y="15253"/>
                  <a:pt x="50002" y="15198"/>
                </a:cubicBezTo>
                <a:cubicBezTo>
                  <a:pt x="50032" y="15168"/>
                  <a:pt x="50070" y="15152"/>
                  <a:pt x="50108" y="15152"/>
                </a:cubicBezTo>
                <a:cubicBezTo>
                  <a:pt x="50146" y="15152"/>
                  <a:pt x="50184" y="15168"/>
                  <a:pt x="50214" y="15198"/>
                </a:cubicBezTo>
                <a:lnTo>
                  <a:pt x="50275" y="15228"/>
                </a:lnTo>
                <a:lnTo>
                  <a:pt x="50336" y="15289"/>
                </a:lnTo>
                <a:cubicBezTo>
                  <a:pt x="50427" y="15350"/>
                  <a:pt x="50488" y="15380"/>
                  <a:pt x="50579" y="15441"/>
                </a:cubicBezTo>
                <a:cubicBezTo>
                  <a:pt x="50579" y="15450"/>
                  <a:pt x="50584" y="15454"/>
                  <a:pt x="50593" y="15454"/>
                </a:cubicBezTo>
                <a:cubicBezTo>
                  <a:pt x="50612" y="15454"/>
                  <a:pt x="50649" y="15432"/>
                  <a:pt x="50670" y="15411"/>
                </a:cubicBezTo>
                <a:lnTo>
                  <a:pt x="50701" y="15380"/>
                </a:lnTo>
                <a:lnTo>
                  <a:pt x="50731" y="15350"/>
                </a:lnTo>
                <a:cubicBezTo>
                  <a:pt x="50731" y="15289"/>
                  <a:pt x="51035" y="15016"/>
                  <a:pt x="51065" y="14894"/>
                </a:cubicBezTo>
                <a:cubicBezTo>
                  <a:pt x="51084" y="14857"/>
                  <a:pt x="51131" y="14845"/>
                  <a:pt x="51191" y="14845"/>
                </a:cubicBezTo>
                <a:cubicBezTo>
                  <a:pt x="51293" y="14845"/>
                  <a:pt x="51434" y="14879"/>
                  <a:pt x="51543" y="14879"/>
                </a:cubicBezTo>
                <a:cubicBezTo>
                  <a:pt x="51581" y="14879"/>
                  <a:pt x="51616" y="14875"/>
                  <a:pt x="51643" y="14864"/>
                </a:cubicBezTo>
                <a:cubicBezTo>
                  <a:pt x="51662" y="14856"/>
                  <a:pt x="51680" y="14853"/>
                  <a:pt x="51696" y="14853"/>
                </a:cubicBezTo>
                <a:cubicBezTo>
                  <a:pt x="51807" y="14853"/>
                  <a:pt x="51841" y="15016"/>
                  <a:pt x="51734" y="15016"/>
                </a:cubicBezTo>
                <a:cubicBezTo>
                  <a:pt x="51643" y="15046"/>
                  <a:pt x="51582" y="15107"/>
                  <a:pt x="51582" y="15228"/>
                </a:cubicBezTo>
                <a:cubicBezTo>
                  <a:pt x="51613" y="15259"/>
                  <a:pt x="51521" y="15472"/>
                  <a:pt x="51582" y="15502"/>
                </a:cubicBezTo>
                <a:cubicBezTo>
                  <a:pt x="51643" y="15502"/>
                  <a:pt x="51856" y="15320"/>
                  <a:pt x="52099" y="15076"/>
                </a:cubicBezTo>
                <a:lnTo>
                  <a:pt x="52464" y="15289"/>
                </a:lnTo>
                <a:lnTo>
                  <a:pt x="52524" y="15289"/>
                </a:lnTo>
                <a:cubicBezTo>
                  <a:pt x="52585" y="15289"/>
                  <a:pt x="52707" y="15228"/>
                  <a:pt x="52676" y="15198"/>
                </a:cubicBezTo>
                <a:cubicBezTo>
                  <a:pt x="52646" y="15168"/>
                  <a:pt x="52494" y="14985"/>
                  <a:pt x="52524" y="14924"/>
                </a:cubicBezTo>
                <a:cubicBezTo>
                  <a:pt x="52524" y="14899"/>
                  <a:pt x="52557" y="14889"/>
                  <a:pt x="52599" y="14889"/>
                </a:cubicBezTo>
                <a:cubicBezTo>
                  <a:pt x="52657" y="14889"/>
                  <a:pt x="52733" y="14907"/>
                  <a:pt x="52768" y="14924"/>
                </a:cubicBezTo>
                <a:cubicBezTo>
                  <a:pt x="52776" y="14929"/>
                  <a:pt x="52784" y="14930"/>
                  <a:pt x="52792" y="14930"/>
                </a:cubicBezTo>
                <a:cubicBezTo>
                  <a:pt x="52844" y="14930"/>
                  <a:pt x="52889" y="14855"/>
                  <a:pt x="52889" y="14803"/>
                </a:cubicBezTo>
                <a:cubicBezTo>
                  <a:pt x="52902" y="14777"/>
                  <a:pt x="52926" y="14768"/>
                  <a:pt x="52951" y="14768"/>
                </a:cubicBezTo>
                <a:cubicBezTo>
                  <a:pt x="52986" y="14768"/>
                  <a:pt x="53024" y="14785"/>
                  <a:pt x="53041" y="14803"/>
                </a:cubicBezTo>
                <a:cubicBezTo>
                  <a:pt x="53072" y="14833"/>
                  <a:pt x="53041" y="14924"/>
                  <a:pt x="52980" y="14985"/>
                </a:cubicBezTo>
                <a:lnTo>
                  <a:pt x="53193" y="14985"/>
                </a:lnTo>
                <a:cubicBezTo>
                  <a:pt x="53254" y="14985"/>
                  <a:pt x="53284" y="14955"/>
                  <a:pt x="53345" y="14924"/>
                </a:cubicBezTo>
                <a:cubicBezTo>
                  <a:pt x="53467" y="15016"/>
                  <a:pt x="53558" y="15137"/>
                  <a:pt x="53649" y="15289"/>
                </a:cubicBezTo>
                <a:cubicBezTo>
                  <a:pt x="53680" y="15380"/>
                  <a:pt x="53983" y="15502"/>
                  <a:pt x="54105" y="15532"/>
                </a:cubicBezTo>
                <a:cubicBezTo>
                  <a:pt x="54227" y="15532"/>
                  <a:pt x="54196" y="15320"/>
                  <a:pt x="54135" y="15259"/>
                </a:cubicBezTo>
                <a:cubicBezTo>
                  <a:pt x="54105" y="15137"/>
                  <a:pt x="54135" y="15046"/>
                  <a:pt x="54196" y="14955"/>
                </a:cubicBezTo>
                <a:cubicBezTo>
                  <a:pt x="54211" y="14940"/>
                  <a:pt x="54234" y="14932"/>
                  <a:pt x="54257" y="14932"/>
                </a:cubicBezTo>
                <a:cubicBezTo>
                  <a:pt x="54280" y="14932"/>
                  <a:pt x="54303" y="14940"/>
                  <a:pt x="54318" y="14955"/>
                </a:cubicBezTo>
                <a:cubicBezTo>
                  <a:pt x="54379" y="15076"/>
                  <a:pt x="54439" y="15168"/>
                  <a:pt x="54531" y="15289"/>
                </a:cubicBezTo>
                <a:lnTo>
                  <a:pt x="54743" y="15289"/>
                </a:lnTo>
                <a:cubicBezTo>
                  <a:pt x="54804" y="15259"/>
                  <a:pt x="54774" y="15168"/>
                  <a:pt x="54743" y="15168"/>
                </a:cubicBezTo>
                <a:lnTo>
                  <a:pt x="55017" y="15168"/>
                </a:lnTo>
                <a:cubicBezTo>
                  <a:pt x="55078" y="15168"/>
                  <a:pt x="55139" y="15107"/>
                  <a:pt x="55169" y="15046"/>
                </a:cubicBezTo>
                <a:cubicBezTo>
                  <a:pt x="55169" y="15016"/>
                  <a:pt x="55290" y="14894"/>
                  <a:pt x="55351" y="14894"/>
                </a:cubicBezTo>
                <a:cubicBezTo>
                  <a:pt x="55360" y="14898"/>
                  <a:pt x="55367" y="14900"/>
                  <a:pt x="55375" y="14900"/>
                </a:cubicBezTo>
                <a:cubicBezTo>
                  <a:pt x="55420" y="14900"/>
                  <a:pt x="55447" y="14825"/>
                  <a:pt x="55473" y="14772"/>
                </a:cubicBezTo>
                <a:cubicBezTo>
                  <a:pt x="55479" y="14760"/>
                  <a:pt x="55497" y="14755"/>
                  <a:pt x="55521" y="14755"/>
                </a:cubicBezTo>
                <a:cubicBezTo>
                  <a:pt x="55588" y="14755"/>
                  <a:pt x="55708" y="14790"/>
                  <a:pt x="55805" y="14790"/>
                </a:cubicBezTo>
                <a:cubicBezTo>
                  <a:pt x="55840" y="14790"/>
                  <a:pt x="55873" y="14785"/>
                  <a:pt x="55898" y="14772"/>
                </a:cubicBezTo>
                <a:cubicBezTo>
                  <a:pt x="55925" y="14764"/>
                  <a:pt x="55952" y="14760"/>
                  <a:pt x="55976" y="14760"/>
                </a:cubicBezTo>
                <a:cubicBezTo>
                  <a:pt x="56035" y="14760"/>
                  <a:pt x="56081" y="14781"/>
                  <a:pt x="56081" y="14803"/>
                </a:cubicBezTo>
                <a:lnTo>
                  <a:pt x="56081" y="14864"/>
                </a:lnTo>
                <a:cubicBezTo>
                  <a:pt x="56081" y="14921"/>
                  <a:pt x="56130" y="14943"/>
                  <a:pt x="56181" y="14943"/>
                </a:cubicBezTo>
                <a:cubicBezTo>
                  <a:pt x="56211" y="14943"/>
                  <a:pt x="56241" y="14936"/>
                  <a:pt x="56263" y="14924"/>
                </a:cubicBezTo>
                <a:cubicBezTo>
                  <a:pt x="56294" y="14894"/>
                  <a:pt x="56324" y="14803"/>
                  <a:pt x="56385" y="14803"/>
                </a:cubicBezTo>
                <a:lnTo>
                  <a:pt x="56446" y="14772"/>
                </a:lnTo>
                <a:cubicBezTo>
                  <a:pt x="56537" y="14772"/>
                  <a:pt x="56537" y="14651"/>
                  <a:pt x="56537" y="14620"/>
                </a:cubicBezTo>
                <a:cubicBezTo>
                  <a:pt x="56530" y="14606"/>
                  <a:pt x="56542" y="14600"/>
                  <a:pt x="56567" y="14600"/>
                </a:cubicBezTo>
                <a:cubicBezTo>
                  <a:pt x="56650" y="14600"/>
                  <a:pt x="56869" y="14665"/>
                  <a:pt x="56962" y="14712"/>
                </a:cubicBezTo>
                <a:cubicBezTo>
                  <a:pt x="57103" y="14740"/>
                  <a:pt x="57269" y="14897"/>
                  <a:pt x="57341" y="14897"/>
                </a:cubicBezTo>
                <a:cubicBezTo>
                  <a:pt x="57347" y="14897"/>
                  <a:pt x="57353" y="14896"/>
                  <a:pt x="57357" y="14894"/>
                </a:cubicBezTo>
                <a:cubicBezTo>
                  <a:pt x="57368" y="14889"/>
                  <a:pt x="57377" y="14886"/>
                  <a:pt x="57384" y="14886"/>
                </a:cubicBezTo>
                <a:cubicBezTo>
                  <a:pt x="57416" y="14886"/>
                  <a:pt x="57407" y="14941"/>
                  <a:pt x="57357" y="15016"/>
                </a:cubicBezTo>
                <a:lnTo>
                  <a:pt x="57449" y="15107"/>
                </a:lnTo>
                <a:lnTo>
                  <a:pt x="57449" y="15137"/>
                </a:lnTo>
                <a:cubicBezTo>
                  <a:pt x="57570" y="15107"/>
                  <a:pt x="57661" y="15046"/>
                  <a:pt x="57753" y="14955"/>
                </a:cubicBezTo>
                <a:cubicBezTo>
                  <a:pt x="57783" y="14940"/>
                  <a:pt x="57821" y="14932"/>
                  <a:pt x="57859" y="14932"/>
                </a:cubicBezTo>
                <a:cubicBezTo>
                  <a:pt x="57897" y="14932"/>
                  <a:pt x="57935" y="14940"/>
                  <a:pt x="57965" y="14955"/>
                </a:cubicBezTo>
                <a:cubicBezTo>
                  <a:pt x="57965" y="14957"/>
                  <a:pt x="57966" y="14957"/>
                  <a:pt x="57966" y="14957"/>
                </a:cubicBezTo>
                <a:cubicBezTo>
                  <a:pt x="57976" y="14957"/>
                  <a:pt x="58060" y="14737"/>
                  <a:pt x="58117" y="14651"/>
                </a:cubicBezTo>
                <a:cubicBezTo>
                  <a:pt x="58174" y="14613"/>
                  <a:pt x="58253" y="14587"/>
                  <a:pt x="58327" y="14587"/>
                </a:cubicBezTo>
                <a:cubicBezTo>
                  <a:pt x="58373" y="14587"/>
                  <a:pt x="58417" y="14597"/>
                  <a:pt x="58452" y="14620"/>
                </a:cubicBezTo>
                <a:lnTo>
                  <a:pt x="58482" y="14620"/>
                </a:lnTo>
                <a:lnTo>
                  <a:pt x="58634" y="14499"/>
                </a:lnTo>
                <a:cubicBezTo>
                  <a:pt x="58756" y="14560"/>
                  <a:pt x="58999" y="14712"/>
                  <a:pt x="59060" y="14712"/>
                </a:cubicBezTo>
                <a:cubicBezTo>
                  <a:pt x="59120" y="14681"/>
                  <a:pt x="59364" y="14590"/>
                  <a:pt x="59424" y="14560"/>
                </a:cubicBezTo>
                <a:cubicBezTo>
                  <a:pt x="59462" y="14547"/>
                  <a:pt x="59500" y="14540"/>
                  <a:pt x="59535" y="14540"/>
                </a:cubicBezTo>
                <a:cubicBezTo>
                  <a:pt x="59586" y="14540"/>
                  <a:pt x="59632" y="14554"/>
                  <a:pt x="59667" y="14590"/>
                </a:cubicBezTo>
                <a:cubicBezTo>
                  <a:pt x="59728" y="14651"/>
                  <a:pt x="59789" y="14651"/>
                  <a:pt x="59880" y="14681"/>
                </a:cubicBezTo>
                <a:lnTo>
                  <a:pt x="59971" y="14620"/>
                </a:lnTo>
                <a:cubicBezTo>
                  <a:pt x="60032" y="14590"/>
                  <a:pt x="60063" y="14529"/>
                  <a:pt x="60093" y="14438"/>
                </a:cubicBezTo>
                <a:cubicBezTo>
                  <a:pt x="60096" y="14435"/>
                  <a:pt x="60103" y="14433"/>
                  <a:pt x="60111" y="14433"/>
                </a:cubicBezTo>
                <a:cubicBezTo>
                  <a:pt x="60181" y="14433"/>
                  <a:pt x="60407" y="14533"/>
                  <a:pt x="60488" y="14560"/>
                </a:cubicBezTo>
                <a:cubicBezTo>
                  <a:pt x="60498" y="14563"/>
                  <a:pt x="60509" y="14564"/>
                  <a:pt x="60522" y="14564"/>
                </a:cubicBezTo>
                <a:cubicBezTo>
                  <a:pt x="60623" y="14564"/>
                  <a:pt x="60789" y="14462"/>
                  <a:pt x="60762" y="14408"/>
                </a:cubicBezTo>
                <a:cubicBezTo>
                  <a:pt x="60762" y="14398"/>
                  <a:pt x="60766" y="14394"/>
                  <a:pt x="60774" y="14394"/>
                </a:cubicBezTo>
                <a:cubicBezTo>
                  <a:pt x="60817" y="14394"/>
                  <a:pt x="60959" y="14513"/>
                  <a:pt x="61035" y="14590"/>
                </a:cubicBezTo>
                <a:cubicBezTo>
                  <a:pt x="61073" y="14603"/>
                  <a:pt x="61116" y="14610"/>
                  <a:pt x="61160" y="14610"/>
                </a:cubicBezTo>
                <a:cubicBezTo>
                  <a:pt x="61222" y="14610"/>
                  <a:pt x="61286" y="14595"/>
                  <a:pt x="61339" y="14560"/>
                </a:cubicBezTo>
                <a:cubicBezTo>
                  <a:pt x="61370" y="14468"/>
                  <a:pt x="61400" y="14408"/>
                  <a:pt x="61400" y="14347"/>
                </a:cubicBezTo>
                <a:lnTo>
                  <a:pt x="61400" y="14317"/>
                </a:lnTo>
                <a:lnTo>
                  <a:pt x="61400" y="14256"/>
                </a:lnTo>
                <a:cubicBezTo>
                  <a:pt x="61339" y="14134"/>
                  <a:pt x="61218" y="14073"/>
                  <a:pt x="61126" y="14073"/>
                </a:cubicBezTo>
                <a:lnTo>
                  <a:pt x="61005" y="14043"/>
                </a:lnTo>
                <a:cubicBezTo>
                  <a:pt x="60974" y="14013"/>
                  <a:pt x="60944" y="13982"/>
                  <a:pt x="60944" y="13921"/>
                </a:cubicBezTo>
                <a:lnTo>
                  <a:pt x="60944" y="13830"/>
                </a:lnTo>
                <a:cubicBezTo>
                  <a:pt x="61035" y="13709"/>
                  <a:pt x="61096" y="13557"/>
                  <a:pt x="61096" y="13374"/>
                </a:cubicBezTo>
                <a:lnTo>
                  <a:pt x="61430" y="13374"/>
                </a:lnTo>
                <a:cubicBezTo>
                  <a:pt x="61522" y="13359"/>
                  <a:pt x="61613" y="13351"/>
                  <a:pt x="61704" y="13351"/>
                </a:cubicBezTo>
                <a:cubicBezTo>
                  <a:pt x="61795" y="13351"/>
                  <a:pt x="61886" y="13359"/>
                  <a:pt x="61978" y="13374"/>
                </a:cubicBezTo>
                <a:lnTo>
                  <a:pt x="62008" y="13374"/>
                </a:lnTo>
                <a:cubicBezTo>
                  <a:pt x="62160" y="13465"/>
                  <a:pt x="61978" y="13435"/>
                  <a:pt x="61978" y="13526"/>
                </a:cubicBezTo>
                <a:cubicBezTo>
                  <a:pt x="61978" y="13617"/>
                  <a:pt x="61947" y="13648"/>
                  <a:pt x="61826" y="13648"/>
                </a:cubicBezTo>
                <a:lnTo>
                  <a:pt x="61795" y="13648"/>
                </a:lnTo>
                <a:cubicBezTo>
                  <a:pt x="61741" y="13648"/>
                  <a:pt x="61519" y="13552"/>
                  <a:pt x="61428" y="13552"/>
                </a:cubicBezTo>
                <a:cubicBezTo>
                  <a:pt x="61416" y="13552"/>
                  <a:pt x="61407" y="13553"/>
                  <a:pt x="61400" y="13557"/>
                </a:cubicBezTo>
                <a:cubicBezTo>
                  <a:pt x="61339" y="13587"/>
                  <a:pt x="61400" y="13891"/>
                  <a:pt x="61400" y="13982"/>
                </a:cubicBezTo>
                <a:cubicBezTo>
                  <a:pt x="61400" y="14073"/>
                  <a:pt x="61461" y="14165"/>
                  <a:pt x="61552" y="14195"/>
                </a:cubicBezTo>
                <a:lnTo>
                  <a:pt x="61582" y="14104"/>
                </a:lnTo>
                <a:cubicBezTo>
                  <a:pt x="61613" y="14043"/>
                  <a:pt x="61613" y="13952"/>
                  <a:pt x="61643" y="13921"/>
                </a:cubicBezTo>
                <a:cubicBezTo>
                  <a:pt x="61655" y="13915"/>
                  <a:pt x="61669" y="13913"/>
                  <a:pt x="61683" y="13913"/>
                </a:cubicBezTo>
                <a:cubicBezTo>
                  <a:pt x="61740" y="13913"/>
                  <a:pt x="61813" y="13952"/>
                  <a:pt x="61886" y="13952"/>
                </a:cubicBezTo>
                <a:lnTo>
                  <a:pt x="62038" y="13952"/>
                </a:lnTo>
                <a:cubicBezTo>
                  <a:pt x="62190" y="14013"/>
                  <a:pt x="62221" y="14104"/>
                  <a:pt x="62190" y="14104"/>
                </a:cubicBezTo>
                <a:cubicBezTo>
                  <a:pt x="62145" y="14119"/>
                  <a:pt x="62107" y="14127"/>
                  <a:pt x="62069" y="14127"/>
                </a:cubicBezTo>
                <a:cubicBezTo>
                  <a:pt x="62031" y="14127"/>
                  <a:pt x="61993" y="14119"/>
                  <a:pt x="61947" y="14104"/>
                </a:cubicBezTo>
                <a:lnTo>
                  <a:pt x="61856" y="14165"/>
                </a:lnTo>
                <a:lnTo>
                  <a:pt x="61613" y="14317"/>
                </a:lnTo>
                <a:cubicBezTo>
                  <a:pt x="61613" y="14523"/>
                  <a:pt x="61701" y="14664"/>
                  <a:pt x="61821" y="14664"/>
                </a:cubicBezTo>
                <a:cubicBezTo>
                  <a:pt x="61842" y="14664"/>
                  <a:pt x="61864" y="14660"/>
                  <a:pt x="61886" y="14651"/>
                </a:cubicBezTo>
                <a:lnTo>
                  <a:pt x="61856" y="14499"/>
                </a:lnTo>
                <a:cubicBezTo>
                  <a:pt x="61856" y="14438"/>
                  <a:pt x="61886" y="14438"/>
                  <a:pt x="61947" y="14438"/>
                </a:cubicBezTo>
                <a:lnTo>
                  <a:pt x="61978" y="14468"/>
                </a:lnTo>
                <a:cubicBezTo>
                  <a:pt x="62038" y="14499"/>
                  <a:pt x="62069" y="14560"/>
                  <a:pt x="62099" y="14620"/>
                </a:cubicBezTo>
                <a:lnTo>
                  <a:pt x="62130" y="14833"/>
                </a:lnTo>
                <a:cubicBezTo>
                  <a:pt x="62281" y="14772"/>
                  <a:pt x="62373" y="14681"/>
                  <a:pt x="62342" y="14651"/>
                </a:cubicBezTo>
                <a:cubicBezTo>
                  <a:pt x="62585" y="14560"/>
                  <a:pt x="62829" y="14499"/>
                  <a:pt x="63072" y="14468"/>
                </a:cubicBezTo>
                <a:cubicBezTo>
                  <a:pt x="63160" y="14446"/>
                  <a:pt x="63237" y="14432"/>
                  <a:pt x="63298" y="14426"/>
                </a:cubicBezTo>
                <a:lnTo>
                  <a:pt x="63298" y="14426"/>
                </a:lnTo>
                <a:lnTo>
                  <a:pt x="63383" y="14448"/>
                </a:lnTo>
                <a:lnTo>
                  <a:pt x="63383" y="14448"/>
                </a:lnTo>
                <a:cubicBezTo>
                  <a:pt x="63388" y="14440"/>
                  <a:pt x="63392" y="14432"/>
                  <a:pt x="63396" y="14424"/>
                </a:cubicBezTo>
                <a:lnTo>
                  <a:pt x="63396" y="14424"/>
                </a:lnTo>
                <a:cubicBezTo>
                  <a:pt x="63385" y="14423"/>
                  <a:pt x="63373" y="14423"/>
                  <a:pt x="63361" y="14423"/>
                </a:cubicBezTo>
                <a:cubicBezTo>
                  <a:pt x="63342" y="14423"/>
                  <a:pt x="63321" y="14424"/>
                  <a:pt x="63298" y="14426"/>
                </a:cubicBezTo>
                <a:lnTo>
                  <a:pt x="63298" y="14426"/>
                </a:lnTo>
                <a:lnTo>
                  <a:pt x="63224" y="14408"/>
                </a:lnTo>
                <a:lnTo>
                  <a:pt x="63041" y="14377"/>
                </a:lnTo>
                <a:cubicBezTo>
                  <a:pt x="62950" y="14286"/>
                  <a:pt x="62859" y="14165"/>
                  <a:pt x="62829" y="14043"/>
                </a:cubicBezTo>
                <a:lnTo>
                  <a:pt x="62889" y="14043"/>
                </a:lnTo>
                <a:cubicBezTo>
                  <a:pt x="62950" y="14073"/>
                  <a:pt x="63315" y="14286"/>
                  <a:pt x="63376" y="14317"/>
                </a:cubicBezTo>
                <a:cubicBezTo>
                  <a:pt x="63406" y="14346"/>
                  <a:pt x="63413" y="14384"/>
                  <a:pt x="63396" y="14424"/>
                </a:cubicBezTo>
                <a:lnTo>
                  <a:pt x="63396" y="14424"/>
                </a:lnTo>
                <a:cubicBezTo>
                  <a:pt x="63442" y="14429"/>
                  <a:pt x="63467" y="14444"/>
                  <a:pt x="63467" y="14468"/>
                </a:cubicBezTo>
                <a:lnTo>
                  <a:pt x="63383" y="14448"/>
                </a:lnTo>
                <a:lnTo>
                  <a:pt x="63383" y="14448"/>
                </a:lnTo>
                <a:cubicBezTo>
                  <a:pt x="63360" y="14483"/>
                  <a:pt x="63318" y="14522"/>
                  <a:pt x="63254" y="14560"/>
                </a:cubicBezTo>
                <a:lnTo>
                  <a:pt x="63497" y="14590"/>
                </a:lnTo>
                <a:cubicBezTo>
                  <a:pt x="63691" y="14526"/>
                  <a:pt x="64006" y="14461"/>
                  <a:pt x="64206" y="14461"/>
                </a:cubicBezTo>
                <a:cubicBezTo>
                  <a:pt x="64289" y="14461"/>
                  <a:pt x="64352" y="14472"/>
                  <a:pt x="64379" y="14499"/>
                </a:cubicBezTo>
                <a:cubicBezTo>
                  <a:pt x="64470" y="14620"/>
                  <a:pt x="64531" y="14742"/>
                  <a:pt x="64500" y="14803"/>
                </a:cubicBezTo>
                <a:lnTo>
                  <a:pt x="64318" y="14803"/>
                </a:lnTo>
                <a:cubicBezTo>
                  <a:pt x="64288" y="14803"/>
                  <a:pt x="64257" y="14833"/>
                  <a:pt x="64257" y="14894"/>
                </a:cubicBezTo>
                <a:cubicBezTo>
                  <a:pt x="64257" y="14924"/>
                  <a:pt x="64318" y="14955"/>
                  <a:pt x="64348" y="14955"/>
                </a:cubicBezTo>
                <a:lnTo>
                  <a:pt x="64440" y="14955"/>
                </a:lnTo>
                <a:cubicBezTo>
                  <a:pt x="64561" y="14894"/>
                  <a:pt x="64652" y="14803"/>
                  <a:pt x="64652" y="14651"/>
                </a:cubicBezTo>
                <a:lnTo>
                  <a:pt x="64652" y="14560"/>
                </a:lnTo>
                <a:cubicBezTo>
                  <a:pt x="64652" y="14529"/>
                  <a:pt x="64744" y="14499"/>
                  <a:pt x="64774" y="14468"/>
                </a:cubicBezTo>
                <a:cubicBezTo>
                  <a:pt x="64804" y="14438"/>
                  <a:pt x="64865" y="14438"/>
                  <a:pt x="64804" y="14408"/>
                </a:cubicBezTo>
                <a:cubicBezTo>
                  <a:pt x="64744" y="14347"/>
                  <a:pt x="64744" y="14317"/>
                  <a:pt x="64835" y="14317"/>
                </a:cubicBezTo>
                <a:lnTo>
                  <a:pt x="64865" y="14317"/>
                </a:lnTo>
                <a:cubicBezTo>
                  <a:pt x="64926" y="14317"/>
                  <a:pt x="64865" y="14620"/>
                  <a:pt x="64835" y="14712"/>
                </a:cubicBezTo>
                <a:cubicBezTo>
                  <a:pt x="64804" y="14803"/>
                  <a:pt x="64744" y="14894"/>
                  <a:pt x="64713" y="14894"/>
                </a:cubicBezTo>
                <a:cubicBezTo>
                  <a:pt x="64683" y="14894"/>
                  <a:pt x="64713" y="15016"/>
                  <a:pt x="64744" y="15046"/>
                </a:cubicBezTo>
                <a:cubicBezTo>
                  <a:pt x="64751" y="15061"/>
                  <a:pt x="64765" y="15066"/>
                  <a:pt x="64783" y="15066"/>
                </a:cubicBezTo>
                <a:cubicBezTo>
                  <a:pt x="64838" y="15066"/>
                  <a:pt x="64926" y="15008"/>
                  <a:pt x="64926" y="14985"/>
                </a:cubicBezTo>
                <a:cubicBezTo>
                  <a:pt x="64956" y="14894"/>
                  <a:pt x="64987" y="14864"/>
                  <a:pt x="65017" y="14803"/>
                </a:cubicBezTo>
                <a:lnTo>
                  <a:pt x="65048" y="14803"/>
                </a:lnTo>
                <a:cubicBezTo>
                  <a:pt x="65108" y="14803"/>
                  <a:pt x="65139" y="14833"/>
                  <a:pt x="65169" y="14864"/>
                </a:cubicBezTo>
                <a:lnTo>
                  <a:pt x="65169" y="14924"/>
                </a:lnTo>
                <a:cubicBezTo>
                  <a:pt x="65169" y="14985"/>
                  <a:pt x="65230" y="15046"/>
                  <a:pt x="65230" y="15046"/>
                </a:cubicBezTo>
                <a:cubicBezTo>
                  <a:pt x="65260" y="15046"/>
                  <a:pt x="65321" y="14924"/>
                  <a:pt x="65321" y="14864"/>
                </a:cubicBezTo>
                <a:cubicBezTo>
                  <a:pt x="65351" y="14803"/>
                  <a:pt x="65078" y="14651"/>
                  <a:pt x="65078" y="14560"/>
                </a:cubicBezTo>
                <a:cubicBezTo>
                  <a:pt x="65078" y="14468"/>
                  <a:pt x="65230" y="14408"/>
                  <a:pt x="65291" y="14408"/>
                </a:cubicBezTo>
                <a:cubicBezTo>
                  <a:pt x="65296" y="14413"/>
                  <a:pt x="65303" y="14416"/>
                  <a:pt x="65310" y="14416"/>
                </a:cubicBezTo>
                <a:cubicBezTo>
                  <a:pt x="65342" y="14416"/>
                  <a:pt x="65387" y="14366"/>
                  <a:pt x="65412" y="14317"/>
                </a:cubicBezTo>
                <a:lnTo>
                  <a:pt x="65625" y="14317"/>
                </a:lnTo>
                <a:cubicBezTo>
                  <a:pt x="65706" y="14317"/>
                  <a:pt x="65787" y="14344"/>
                  <a:pt x="65868" y="14344"/>
                </a:cubicBezTo>
                <a:cubicBezTo>
                  <a:pt x="65909" y="14344"/>
                  <a:pt x="65949" y="14337"/>
                  <a:pt x="65990" y="14317"/>
                </a:cubicBezTo>
                <a:cubicBezTo>
                  <a:pt x="65999" y="14308"/>
                  <a:pt x="66013" y="14304"/>
                  <a:pt x="66030" y="14304"/>
                </a:cubicBezTo>
                <a:cubicBezTo>
                  <a:pt x="66071" y="14304"/>
                  <a:pt x="66129" y="14325"/>
                  <a:pt x="66172" y="14347"/>
                </a:cubicBezTo>
                <a:cubicBezTo>
                  <a:pt x="66242" y="14347"/>
                  <a:pt x="66258" y="14437"/>
                  <a:pt x="66331" y="14437"/>
                </a:cubicBezTo>
                <a:cubicBezTo>
                  <a:pt x="66353" y="14437"/>
                  <a:pt x="66380" y="14429"/>
                  <a:pt x="66415" y="14408"/>
                </a:cubicBezTo>
                <a:lnTo>
                  <a:pt x="66476" y="14377"/>
                </a:lnTo>
                <a:cubicBezTo>
                  <a:pt x="66503" y="14391"/>
                  <a:pt x="66526" y="14397"/>
                  <a:pt x="66547" y="14397"/>
                </a:cubicBezTo>
                <a:cubicBezTo>
                  <a:pt x="66621" y="14397"/>
                  <a:pt x="66658" y="14320"/>
                  <a:pt x="66658" y="14225"/>
                </a:cubicBezTo>
                <a:lnTo>
                  <a:pt x="66993" y="14225"/>
                </a:lnTo>
                <a:cubicBezTo>
                  <a:pt x="67266" y="14225"/>
                  <a:pt x="67388" y="14499"/>
                  <a:pt x="67266" y="14499"/>
                </a:cubicBezTo>
                <a:lnTo>
                  <a:pt x="67418" y="14499"/>
                </a:lnTo>
                <a:lnTo>
                  <a:pt x="67601" y="14438"/>
                </a:lnTo>
                <a:lnTo>
                  <a:pt x="67844" y="14377"/>
                </a:lnTo>
                <a:cubicBezTo>
                  <a:pt x="68044" y="14288"/>
                  <a:pt x="68212" y="14232"/>
                  <a:pt x="68287" y="14232"/>
                </a:cubicBezTo>
                <a:cubicBezTo>
                  <a:pt x="68315" y="14232"/>
                  <a:pt x="68330" y="14239"/>
                  <a:pt x="68330" y="14256"/>
                </a:cubicBezTo>
                <a:lnTo>
                  <a:pt x="68330" y="14408"/>
                </a:lnTo>
                <a:cubicBezTo>
                  <a:pt x="68330" y="14466"/>
                  <a:pt x="68367" y="14487"/>
                  <a:pt x="68417" y="14487"/>
                </a:cubicBezTo>
                <a:cubicBezTo>
                  <a:pt x="68446" y="14487"/>
                  <a:pt x="68479" y="14480"/>
                  <a:pt x="68513" y="14468"/>
                </a:cubicBezTo>
                <a:cubicBezTo>
                  <a:pt x="68573" y="14438"/>
                  <a:pt x="68513" y="14317"/>
                  <a:pt x="68665" y="14317"/>
                </a:cubicBezTo>
                <a:lnTo>
                  <a:pt x="68756" y="14317"/>
                </a:lnTo>
                <a:cubicBezTo>
                  <a:pt x="68763" y="14314"/>
                  <a:pt x="68770" y="14313"/>
                  <a:pt x="68777" y="14313"/>
                </a:cubicBezTo>
                <a:cubicBezTo>
                  <a:pt x="68864" y="14313"/>
                  <a:pt x="68964" y="14473"/>
                  <a:pt x="68908" y="14529"/>
                </a:cubicBezTo>
                <a:cubicBezTo>
                  <a:pt x="68863" y="14574"/>
                  <a:pt x="68802" y="14602"/>
                  <a:pt x="68761" y="14602"/>
                </a:cubicBezTo>
                <a:cubicBezTo>
                  <a:pt x="68746" y="14602"/>
                  <a:pt x="68734" y="14598"/>
                  <a:pt x="68725" y="14590"/>
                </a:cubicBezTo>
                <a:lnTo>
                  <a:pt x="68634" y="14590"/>
                </a:lnTo>
                <a:cubicBezTo>
                  <a:pt x="68634" y="14590"/>
                  <a:pt x="68634" y="14772"/>
                  <a:pt x="68634" y="14803"/>
                </a:cubicBezTo>
                <a:cubicBezTo>
                  <a:pt x="68646" y="14826"/>
                  <a:pt x="68680" y="14836"/>
                  <a:pt x="68722" y="14836"/>
                </a:cubicBezTo>
                <a:cubicBezTo>
                  <a:pt x="68791" y="14836"/>
                  <a:pt x="68882" y="14810"/>
                  <a:pt x="68938" y="14772"/>
                </a:cubicBezTo>
                <a:cubicBezTo>
                  <a:pt x="68945" y="14766"/>
                  <a:pt x="68952" y="14763"/>
                  <a:pt x="68960" y="14763"/>
                </a:cubicBezTo>
                <a:cubicBezTo>
                  <a:pt x="69020" y="14763"/>
                  <a:pt x="69104" y="14955"/>
                  <a:pt x="69212" y="14955"/>
                </a:cubicBezTo>
                <a:cubicBezTo>
                  <a:pt x="69424" y="14924"/>
                  <a:pt x="69576" y="14833"/>
                  <a:pt x="69728" y="14712"/>
                </a:cubicBezTo>
                <a:cubicBezTo>
                  <a:pt x="69748" y="14682"/>
                  <a:pt x="69771" y="14669"/>
                  <a:pt x="69792" y="14669"/>
                </a:cubicBezTo>
                <a:cubicBezTo>
                  <a:pt x="69838" y="14669"/>
                  <a:pt x="69880" y="14730"/>
                  <a:pt x="69880" y="14833"/>
                </a:cubicBezTo>
                <a:lnTo>
                  <a:pt x="70093" y="14894"/>
                </a:lnTo>
                <a:lnTo>
                  <a:pt x="70184" y="14894"/>
                </a:lnTo>
                <a:cubicBezTo>
                  <a:pt x="70276" y="14894"/>
                  <a:pt x="70367" y="14833"/>
                  <a:pt x="70397" y="14772"/>
                </a:cubicBezTo>
                <a:cubicBezTo>
                  <a:pt x="70397" y="14712"/>
                  <a:pt x="70245" y="14651"/>
                  <a:pt x="70184" y="14651"/>
                </a:cubicBezTo>
                <a:cubicBezTo>
                  <a:pt x="70124" y="14651"/>
                  <a:pt x="70154" y="14438"/>
                  <a:pt x="70184" y="14377"/>
                </a:cubicBezTo>
                <a:cubicBezTo>
                  <a:pt x="70215" y="14317"/>
                  <a:pt x="70458" y="14225"/>
                  <a:pt x="70549" y="14225"/>
                </a:cubicBezTo>
                <a:cubicBezTo>
                  <a:pt x="70671" y="14256"/>
                  <a:pt x="70792" y="14286"/>
                  <a:pt x="70883" y="14377"/>
                </a:cubicBezTo>
                <a:lnTo>
                  <a:pt x="71035" y="14347"/>
                </a:lnTo>
                <a:lnTo>
                  <a:pt x="71096" y="14317"/>
                </a:lnTo>
                <a:cubicBezTo>
                  <a:pt x="71218" y="14317"/>
                  <a:pt x="71218" y="14256"/>
                  <a:pt x="71096" y="14195"/>
                </a:cubicBezTo>
                <a:lnTo>
                  <a:pt x="71096" y="14165"/>
                </a:lnTo>
                <a:lnTo>
                  <a:pt x="71157" y="14013"/>
                </a:lnTo>
                <a:cubicBezTo>
                  <a:pt x="71279" y="14013"/>
                  <a:pt x="71400" y="14104"/>
                  <a:pt x="71461" y="14225"/>
                </a:cubicBezTo>
                <a:cubicBezTo>
                  <a:pt x="71461" y="14236"/>
                  <a:pt x="71485" y="14244"/>
                  <a:pt x="71525" y="14244"/>
                </a:cubicBezTo>
                <a:cubicBezTo>
                  <a:pt x="71595" y="14244"/>
                  <a:pt x="71710" y="14222"/>
                  <a:pt x="71826" y="14165"/>
                </a:cubicBezTo>
                <a:lnTo>
                  <a:pt x="72282" y="14165"/>
                </a:lnTo>
                <a:cubicBezTo>
                  <a:pt x="72336" y="14075"/>
                  <a:pt x="72496" y="14049"/>
                  <a:pt x="72637" y="14049"/>
                </a:cubicBezTo>
                <a:cubicBezTo>
                  <a:pt x="72734" y="14049"/>
                  <a:pt x="72822" y="14061"/>
                  <a:pt x="72859" y="14073"/>
                </a:cubicBezTo>
                <a:cubicBezTo>
                  <a:pt x="72981" y="14134"/>
                  <a:pt x="73163" y="14225"/>
                  <a:pt x="73194" y="14225"/>
                </a:cubicBezTo>
                <a:cubicBezTo>
                  <a:pt x="73285" y="14195"/>
                  <a:pt x="73376" y="14165"/>
                  <a:pt x="73467" y="14104"/>
                </a:cubicBezTo>
                <a:lnTo>
                  <a:pt x="73619" y="14104"/>
                </a:lnTo>
                <a:cubicBezTo>
                  <a:pt x="73619" y="14104"/>
                  <a:pt x="73680" y="14013"/>
                  <a:pt x="73680" y="13982"/>
                </a:cubicBezTo>
                <a:cubicBezTo>
                  <a:pt x="73680" y="13877"/>
                  <a:pt x="73680" y="13845"/>
                  <a:pt x="73730" y="13845"/>
                </a:cubicBezTo>
                <a:cubicBezTo>
                  <a:pt x="73752" y="13845"/>
                  <a:pt x="73785" y="13851"/>
                  <a:pt x="73832" y="13861"/>
                </a:cubicBezTo>
                <a:cubicBezTo>
                  <a:pt x="73872" y="13861"/>
                  <a:pt x="73940" y="13874"/>
                  <a:pt x="73989" y="13874"/>
                </a:cubicBezTo>
                <a:cubicBezTo>
                  <a:pt x="74014" y="13874"/>
                  <a:pt x="74035" y="13871"/>
                  <a:pt x="74045" y="13861"/>
                </a:cubicBezTo>
                <a:lnTo>
                  <a:pt x="74227" y="13739"/>
                </a:lnTo>
                <a:cubicBezTo>
                  <a:pt x="74302" y="13814"/>
                  <a:pt x="74418" y="13868"/>
                  <a:pt x="74542" y="13868"/>
                </a:cubicBezTo>
                <a:cubicBezTo>
                  <a:pt x="74568" y="13868"/>
                  <a:pt x="74595" y="13866"/>
                  <a:pt x="74622" y="13861"/>
                </a:cubicBezTo>
                <a:cubicBezTo>
                  <a:pt x="74630" y="13856"/>
                  <a:pt x="74637" y="13855"/>
                  <a:pt x="74641" y="13855"/>
                </a:cubicBezTo>
                <a:cubicBezTo>
                  <a:pt x="74667" y="13855"/>
                  <a:pt x="74618" y="13930"/>
                  <a:pt x="74592" y="13982"/>
                </a:cubicBezTo>
                <a:cubicBezTo>
                  <a:pt x="74586" y="13988"/>
                  <a:pt x="74591" y="13990"/>
                  <a:pt x="74604" y="13990"/>
                </a:cubicBezTo>
                <a:cubicBezTo>
                  <a:pt x="74657" y="13990"/>
                  <a:pt x="74841" y="13946"/>
                  <a:pt x="74865" y="13921"/>
                </a:cubicBezTo>
                <a:cubicBezTo>
                  <a:pt x="74926" y="13861"/>
                  <a:pt x="74987" y="13830"/>
                  <a:pt x="75048" y="13800"/>
                </a:cubicBezTo>
                <a:cubicBezTo>
                  <a:pt x="75078" y="13800"/>
                  <a:pt x="75169" y="13891"/>
                  <a:pt x="75169" y="13921"/>
                </a:cubicBezTo>
                <a:cubicBezTo>
                  <a:pt x="75175" y="13927"/>
                  <a:pt x="75183" y="13930"/>
                  <a:pt x="75192" y="13930"/>
                </a:cubicBezTo>
                <a:cubicBezTo>
                  <a:pt x="75232" y="13930"/>
                  <a:pt x="75297" y="13885"/>
                  <a:pt x="75321" y="13861"/>
                </a:cubicBezTo>
                <a:lnTo>
                  <a:pt x="75473" y="13678"/>
                </a:lnTo>
                <a:lnTo>
                  <a:pt x="75564" y="13800"/>
                </a:lnTo>
                <a:cubicBezTo>
                  <a:pt x="75625" y="13861"/>
                  <a:pt x="75716" y="13952"/>
                  <a:pt x="75747" y="13952"/>
                </a:cubicBezTo>
                <a:cubicBezTo>
                  <a:pt x="75899" y="13891"/>
                  <a:pt x="76020" y="13861"/>
                  <a:pt x="76172" y="13861"/>
                </a:cubicBezTo>
                <a:lnTo>
                  <a:pt x="76324" y="13861"/>
                </a:lnTo>
                <a:cubicBezTo>
                  <a:pt x="76294" y="13800"/>
                  <a:pt x="76355" y="13739"/>
                  <a:pt x="76416" y="13709"/>
                </a:cubicBezTo>
                <a:lnTo>
                  <a:pt x="76476" y="13739"/>
                </a:lnTo>
                <a:cubicBezTo>
                  <a:pt x="76598" y="13769"/>
                  <a:pt x="76598" y="13891"/>
                  <a:pt x="76598" y="13982"/>
                </a:cubicBezTo>
                <a:cubicBezTo>
                  <a:pt x="76602" y="13984"/>
                  <a:pt x="76607" y="13986"/>
                  <a:pt x="76611" y="13986"/>
                </a:cubicBezTo>
                <a:cubicBezTo>
                  <a:pt x="76663" y="13986"/>
                  <a:pt x="76689" y="13826"/>
                  <a:pt x="76689" y="13769"/>
                </a:cubicBezTo>
                <a:cubicBezTo>
                  <a:pt x="76689" y="13734"/>
                  <a:pt x="76773" y="13719"/>
                  <a:pt x="76860" y="13719"/>
                </a:cubicBezTo>
                <a:cubicBezTo>
                  <a:pt x="76922" y="13719"/>
                  <a:pt x="76986" y="13726"/>
                  <a:pt x="77023" y="13739"/>
                </a:cubicBezTo>
                <a:cubicBezTo>
                  <a:pt x="77068" y="13739"/>
                  <a:pt x="77257" y="13675"/>
                  <a:pt x="77380" y="13675"/>
                </a:cubicBezTo>
                <a:cubicBezTo>
                  <a:pt x="77426" y="13675"/>
                  <a:pt x="77463" y="13684"/>
                  <a:pt x="77479" y="13709"/>
                </a:cubicBezTo>
                <a:cubicBezTo>
                  <a:pt x="77497" y="13744"/>
                  <a:pt x="77536" y="13759"/>
                  <a:pt x="77583" y="13759"/>
                </a:cubicBezTo>
                <a:cubicBezTo>
                  <a:pt x="77617" y="13759"/>
                  <a:pt x="77654" y="13752"/>
                  <a:pt x="77692" y="13739"/>
                </a:cubicBezTo>
                <a:cubicBezTo>
                  <a:pt x="77692" y="13709"/>
                  <a:pt x="77631" y="13709"/>
                  <a:pt x="77510" y="13709"/>
                </a:cubicBezTo>
                <a:lnTo>
                  <a:pt x="77510" y="13587"/>
                </a:lnTo>
                <a:lnTo>
                  <a:pt x="77510" y="13526"/>
                </a:lnTo>
                <a:cubicBezTo>
                  <a:pt x="77540" y="13465"/>
                  <a:pt x="77571" y="13405"/>
                  <a:pt x="77571" y="13344"/>
                </a:cubicBezTo>
                <a:cubicBezTo>
                  <a:pt x="77601" y="13313"/>
                  <a:pt x="77540" y="13313"/>
                  <a:pt x="77479" y="13313"/>
                </a:cubicBezTo>
                <a:lnTo>
                  <a:pt x="77267" y="13313"/>
                </a:lnTo>
                <a:cubicBezTo>
                  <a:pt x="77191" y="13344"/>
                  <a:pt x="77115" y="13359"/>
                  <a:pt x="77039" y="13359"/>
                </a:cubicBezTo>
                <a:cubicBezTo>
                  <a:pt x="76963" y="13359"/>
                  <a:pt x="76887" y="13344"/>
                  <a:pt x="76811" y="13313"/>
                </a:cubicBezTo>
                <a:lnTo>
                  <a:pt x="76689" y="13222"/>
                </a:lnTo>
                <a:lnTo>
                  <a:pt x="76689" y="13161"/>
                </a:lnTo>
                <a:cubicBezTo>
                  <a:pt x="76719" y="13131"/>
                  <a:pt x="76719" y="13131"/>
                  <a:pt x="76750" y="13131"/>
                </a:cubicBezTo>
                <a:cubicBezTo>
                  <a:pt x="76841" y="13161"/>
                  <a:pt x="76932" y="13161"/>
                  <a:pt x="77023" y="13192"/>
                </a:cubicBezTo>
                <a:lnTo>
                  <a:pt x="77115" y="13192"/>
                </a:lnTo>
                <a:cubicBezTo>
                  <a:pt x="77236" y="13192"/>
                  <a:pt x="77358" y="13161"/>
                  <a:pt x="77479" y="13101"/>
                </a:cubicBezTo>
                <a:lnTo>
                  <a:pt x="77571" y="13101"/>
                </a:lnTo>
                <a:lnTo>
                  <a:pt x="78026" y="13161"/>
                </a:lnTo>
                <a:cubicBezTo>
                  <a:pt x="78543" y="13131"/>
                  <a:pt x="78999" y="13070"/>
                  <a:pt x="79090" y="13070"/>
                </a:cubicBezTo>
                <a:lnTo>
                  <a:pt x="79333" y="13070"/>
                </a:lnTo>
                <a:cubicBezTo>
                  <a:pt x="79485" y="13070"/>
                  <a:pt x="79637" y="12979"/>
                  <a:pt x="79729" y="12827"/>
                </a:cubicBezTo>
                <a:cubicBezTo>
                  <a:pt x="79729" y="12807"/>
                  <a:pt x="79742" y="12797"/>
                  <a:pt x="79765" y="12797"/>
                </a:cubicBezTo>
                <a:cubicBezTo>
                  <a:pt x="79810" y="12797"/>
                  <a:pt x="79891" y="12837"/>
                  <a:pt x="79972" y="12918"/>
                </a:cubicBezTo>
                <a:cubicBezTo>
                  <a:pt x="80005" y="12969"/>
                  <a:pt x="80057" y="12991"/>
                  <a:pt x="80107" y="12991"/>
                </a:cubicBezTo>
                <a:cubicBezTo>
                  <a:pt x="80148" y="12991"/>
                  <a:pt x="80188" y="12976"/>
                  <a:pt x="80215" y="12949"/>
                </a:cubicBezTo>
                <a:lnTo>
                  <a:pt x="80337" y="12918"/>
                </a:lnTo>
                <a:cubicBezTo>
                  <a:pt x="80489" y="13010"/>
                  <a:pt x="80580" y="13161"/>
                  <a:pt x="80489" y="13253"/>
                </a:cubicBezTo>
                <a:lnTo>
                  <a:pt x="80367" y="13253"/>
                </a:lnTo>
                <a:cubicBezTo>
                  <a:pt x="80337" y="13283"/>
                  <a:pt x="80337" y="13344"/>
                  <a:pt x="80367" y="13374"/>
                </a:cubicBezTo>
                <a:lnTo>
                  <a:pt x="80397" y="13405"/>
                </a:lnTo>
                <a:lnTo>
                  <a:pt x="80489" y="13405"/>
                </a:lnTo>
                <a:cubicBezTo>
                  <a:pt x="80580" y="13405"/>
                  <a:pt x="80671" y="13374"/>
                  <a:pt x="80762" y="13344"/>
                </a:cubicBezTo>
                <a:lnTo>
                  <a:pt x="80823" y="13344"/>
                </a:lnTo>
                <a:cubicBezTo>
                  <a:pt x="80884" y="13374"/>
                  <a:pt x="80975" y="13435"/>
                  <a:pt x="81005" y="13496"/>
                </a:cubicBezTo>
                <a:lnTo>
                  <a:pt x="81248" y="13496"/>
                </a:lnTo>
                <a:cubicBezTo>
                  <a:pt x="81400" y="13465"/>
                  <a:pt x="81552" y="13405"/>
                  <a:pt x="81674" y="13283"/>
                </a:cubicBezTo>
                <a:cubicBezTo>
                  <a:pt x="81704" y="13253"/>
                  <a:pt x="81613" y="13131"/>
                  <a:pt x="81583" y="13131"/>
                </a:cubicBezTo>
                <a:cubicBezTo>
                  <a:pt x="81492" y="13131"/>
                  <a:pt x="81431" y="13161"/>
                  <a:pt x="81370" y="13192"/>
                </a:cubicBezTo>
                <a:cubicBezTo>
                  <a:pt x="81340" y="13192"/>
                  <a:pt x="81218" y="13222"/>
                  <a:pt x="81066" y="13222"/>
                </a:cubicBezTo>
                <a:lnTo>
                  <a:pt x="80975" y="13253"/>
                </a:lnTo>
                <a:lnTo>
                  <a:pt x="80944" y="13253"/>
                </a:lnTo>
                <a:cubicBezTo>
                  <a:pt x="80884" y="13253"/>
                  <a:pt x="80853" y="13131"/>
                  <a:pt x="80853" y="13101"/>
                </a:cubicBezTo>
                <a:cubicBezTo>
                  <a:pt x="81036" y="13040"/>
                  <a:pt x="81248" y="13010"/>
                  <a:pt x="81431" y="13010"/>
                </a:cubicBezTo>
                <a:lnTo>
                  <a:pt x="81826" y="13010"/>
                </a:lnTo>
                <a:cubicBezTo>
                  <a:pt x="81917" y="12949"/>
                  <a:pt x="82039" y="12949"/>
                  <a:pt x="82130" y="12918"/>
                </a:cubicBezTo>
                <a:cubicBezTo>
                  <a:pt x="82217" y="12947"/>
                  <a:pt x="82331" y="13224"/>
                  <a:pt x="82237" y="13224"/>
                </a:cubicBezTo>
                <a:cubicBezTo>
                  <a:pt x="82232" y="13224"/>
                  <a:pt x="82227" y="13224"/>
                  <a:pt x="82221" y="13222"/>
                </a:cubicBezTo>
                <a:cubicBezTo>
                  <a:pt x="82069" y="13222"/>
                  <a:pt x="82069" y="13313"/>
                  <a:pt x="82160" y="13465"/>
                </a:cubicBezTo>
                <a:lnTo>
                  <a:pt x="82282" y="13496"/>
                </a:lnTo>
                <a:lnTo>
                  <a:pt x="82403" y="13526"/>
                </a:lnTo>
                <a:cubicBezTo>
                  <a:pt x="82586" y="13465"/>
                  <a:pt x="82555" y="13313"/>
                  <a:pt x="82525" y="13313"/>
                </a:cubicBezTo>
                <a:cubicBezTo>
                  <a:pt x="82464" y="13222"/>
                  <a:pt x="82464" y="13131"/>
                  <a:pt x="82495" y="13040"/>
                </a:cubicBezTo>
                <a:cubicBezTo>
                  <a:pt x="82647" y="12949"/>
                  <a:pt x="82799" y="12888"/>
                  <a:pt x="83011" y="12858"/>
                </a:cubicBezTo>
                <a:lnTo>
                  <a:pt x="83133" y="12949"/>
                </a:lnTo>
                <a:lnTo>
                  <a:pt x="83437" y="13101"/>
                </a:lnTo>
                <a:cubicBezTo>
                  <a:pt x="83529" y="13027"/>
                  <a:pt x="83643" y="12987"/>
                  <a:pt x="83760" y="12987"/>
                </a:cubicBezTo>
                <a:cubicBezTo>
                  <a:pt x="83835" y="12987"/>
                  <a:pt x="83912" y="13004"/>
                  <a:pt x="83984" y="13040"/>
                </a:cubicBezTo>
                <a:lnTo>
                  <a:pt x="84075" y="13040"/>
                </a:lnTo>
                <a:lnTo>
                  <a:pt x="84166" y="13010"/>
                </a:lnTo>
                <a:cubicBezTo>
                  <a:pt x="84212" y="12964"/>
                  <a:pt x="84265" y="12941"/>
                  <a:pt x="84318" y="12941"/>
                </a:cubicBezTo>
                <a:cubicBezTo>
                  <a:pt x="84372" y="12941"/>
                  <a:pt x="84425" y="12964"/>
                  <a:pt x="84470" y="13010"/>
                </a:cubicBezTo>
                <a:cubicBezTo>
                  <a:pt x="84501" y="13040"/>
                  <a:pt x="84501" y="13101"/>
                  <a:pt x="84440" y="13101"/>
                </a:cubicBezTo>
                <a:cubicBezTo>
                  <a:pt x="84418" y="13101"/>
                  <a:pt x="84283" y="13036"/>
                  <a:pt x="84223" y="13036"/>
                </a:cubicBezTo>
                <a:cubicBezTo>
                  <a:pt x="84201" y="13036"/>
                  <a:pt x="84189" y="13045"/>
                  <a:pt x="84197" y="13070"/>
                </a:cubicBezTo>
                <a:cubicBezTo>
                  <a:pt x="84227" y="13131"/>
                  <a:pt x="84440" y="13253"/>
                  <a:pt x="84501" y="13253"/>
                </a:cubicBezTo>
                <a:cubicBezTo>
                  <a:pt x="84592" y="13253"/>
                  <a:pt x="84683" y="12979"/>
                  <a:pt x="84622" y="12858"/>
                </a:cubicBezTo>
                <a:cubicBezTo>
                  <a:pt x="84579" y="12792"/>
                  <a:pt x="84708" y="12742"/>
                  <a:pt x="84818" y="12742"/>
                </a:cubicBezTo>
                <a:cubicBezTo>
                  <a:pt x="84861" y="12742"/>
                  <a:pt x="84901" y="12749"/>
                  <a:pt x="84926" y="12766"/>
                </a:cubicBezTo>
                <a:lnTo>
                  <a:pt x="85169" y="12918"/>
                </a:lnTo>
                <a:lnTo>
                  <a:pt x="85291" y="12918"/>
                </a:lnTo>
                <a:cubicBezTo>
                  <a:pt x="85443" y="12918"/>
                  <a:pt x="85352" y="12979"/>
                  <a:pt x="85291" y="13010"/>
                </a:cubicBezTo>
                <a:cubicBezTo>
                  <a:pt x="85230" y="13040"/>
                  <a:pt x="85504" y="13040"/>
                  <a:pt x="85565" y="13040"/>
                </a:cubicBezTo>
                <a:cubicBezTo>
                  <a:pt x="85625" y="13040"/>
                  <a:pt x="85656" y="13010"/>
                  <a:pt x="85625" y="12949"/>
                </a:cubicBezTo>
                <a:lnTo>
                  <a:pt x="85625" y="12918"/>
                </a:lnTo>
                <a:cubicBezTo>
                  <a:pt x="85625" y="12888"/>
                  <a:pt x="85747" y="12827"/>
                  <a:pt x="85747" y="12827"/>
                </a:cubicBezTo>
                <a:lnTo>
                  <a:pt x="85838" y="12918"/>
                </a:lnTo>
                <a:cubicBezTo>
                  <a:pt x="85909" y="12954"/>
                  <a:pt x="85981" y="12969"/>
                  <a:pt x="86052" y="12969"/>
                </a:cubicBezTo>
                <a:cubicBezTo>
                  <a:pt x="86102" y="12969"/>
                  <a:pt x="86153" y="12961"/>
                  <a:pt x="86203" y="12949"/>
                </a:cubicBezTo>
                <a:cubicBezTo>
                  <a:pt x="86216" y="12942"/>
                  <a:pt x="86241" y="12940"/>
                  <a:pt x="86273" y="12940"/>
                </a:cubicBezTo>
                <a:cubicBezTo>
                  <a:pt x="86362" y="12940"/>
                  <a:pt x="86505" y="12957"/>
                  <a:pt x="86604" y="12957"/>
                </a:cubicBezTo>
                <a:cubicBezTo>
                  <a:pt x="86640" y="12957"/>
                  <a:pt x="86670" y="12955"/>
                  <a:pt x="86689" y="12949"/>
                </a:cubicBezTo>
                <a:cubicBezTo>
                  <a:pt x="86811" y="12888"/>
                  <a:pt x="86902" y="12797"/>
                  <a:pt x="86963" y="12675"/>
                </a:cubicBezTo>
                <a:cubicBezTo>
                  <a:pt x="86971" y="12667"/>
                  <a:pt x="86983" y="12663"/>
                  <a:pt x="86998" y="12663"/>
                </a:cubicBezTo>
                <a:cubicBezTo>
                  <a:pt x="87089" y="12663"/>
                  <a:pt x="87279" y="12805"/>
                  <a:pt x="87358" y="12858"/>
                </a:cubicBezTo>
                <a:cubicBezTo>
                  <a:pt x="87449" y="12888"/>
                  <a:pt x="87548" y="12903"/>
                  <a:pt x="87651" y="12903"/>
                </a:cubicBezTo>
                <a:cubicBezTo>
                  <a:pt x="87753" y="12903"/>
                  <a:pt x="87859" y="12888"/>
                  <a:pt x="87966" y="12858"/>
                </a:cubicBezTo>
                <a:cubicBezTo>
                  <a:pt x="88095" y="12836"/>
                  <a:pt x="88239" y="12815"/>
                  <a:pt x="88377" y="12815"/>
                </a:cubicBezTo>
                <a:cubicBezTo>
                  <a:pt x="88434" y="12815"/>
                  <a:pt x="88490" y="12818"/>
                  <a:pt x="88543" y="12827"/>
                </a:cubicBezTo>
                <a:lnTo>
                  <a:pt x="88756" y="12797"/>
                </a:lnTo>
                <a:lnTo>
                  <a:pt x="88817" y="12797"/>
                </a:lnTo>
                <a:cubicBezTo>
                  <a:pt x="88828" y="12802"/>
                  <a:pt x="88840" y="12805"/>
                  <a:pt x="88853" y="12805"/>
                </a:cubicBezTo>
                <a:cubicBezTo>
                  <a:pt x="88909" y="12805"/>
                  <a:pt x="88975" y="12755"/>
                  <a:pt x="88999" y="12706"/>
                </a:cubicBezTo>
                <a:cubicBezTo>
                  <a:pt x="88999" y="12675"/>
                  <a:pt x="89030" y="12660"/>
                  <a:pt x="89079" y="12660"/>
                </a:cubicBezTo>
                <a:cubicBezTo>
                  <a:pt x="89129" y="12660"/>
                  <a:pt x="89197" y="12675"/>
                  <a:pt x="89273" y="12706"/>
                </a:cubicBezTo>
                <a:lnTo>
                  <a:pt x="89364" y="12736"/>
                </a:lnTo>
                <a:cubicBezTo>
                  <a:pt x="89433" y="12759"/>
                  <a:pt x="89450" y="12868"/>
                  <a:pt x="89532" y="12868"/>
                </a:cubicBezTo>
                <a:cubicBezTo>
                  <a:pt x="89559" y="12868"/>
                  <a:pt x="89593" y="12857"/>
                  <a:pt x="89638" y="12827"/>
                </a:cubicBezTo>
                <a:cubicBezTo>
                  <a:pt x="89729" y="12766"/>
                  <a:pt x="89850" y="12736"/>
                  <a:pt x="89972" y="12736"/>
                </a:cubicBezTo>
                <a:cubicBezTo>
                  <a:pt x="90002" y="12736"/>
                  <a:pt x="90033" y="12766"/>
                  <a:pt x="90033" y="12766"/>
                </a:cubicBezTo>
                <a:cubicBezTo>
                  <a:pt x="90101" y="12801"/>
                  <a:pt x="90178" y="12805"/>
                  <a:pt x="90257" y="12805"/>
                </a:cubicBezTo>
                <a:cubicBezTo>
                  <a:pt x="90284" y="12805"/>
                  <a:pt x="90310" y="12804"/>
                  <a:pt x="90337" y="12804"/>
                </a:cubicBezTo>
                <a:cubicBezTo>
                  <a:pt x="90443" y="12804"/>
                  <a:pt x="90550" y="12812"/>
                  <a:pt x="90641" y="12888"/>
                </a:cubicBezTo>
                <a:cubicBezTo>
                  <a:pt x="90641" y="12888"/>
                  <a:pt x="90762" y="12797"/>
                  <a:pt x="90853" y="12797"/>
                </a:cubicBezTo>
                <a:lnTo>
                  <a:pt x="90884" y="12797"/>
                </a:lnTo>
                <a:cubicBezTo>
                  <a:pt x="90908" y="12809"/>
                  <a:pt x="90926" y="12814"/>
                  <a:pt x="90939" y="12814"/>
                </a:cubicBezTo>
                <a:cubicBezTo>
                  <a:pt x="90994" y="12814"/>
                  <a:pt x="90969" y="12730"/>
                  <a:pt x="90945" y="12706"/>
                </a:cubicBezTo>
                <a:cubicBezTo>
                  <a:pt x="90914" y="12645"/>
                  <a:pt x="90853" y="12554"/>
                  <a:pt x="90823" y="12493"/>
                </a:cubicBezTo>
                <a:cubicBezTo>
                  <a:pt x="90817" y="12481"/>
                  <a:pt x="90804" y="12476"/>
                  <a:pt x="90787" y="12476"/>
                </a:cubicBezTo>
                <a:cubicBezTo>
                  <a:pt x="90714" y="12476"/>
                  <a:pt x="90562" y="12560"/>
                  <a:pt x="90489" y="12584"/>
                </a:cubicBezTo>
                <a:cubicBezTo>
                  <a:pt x="90468" y="12598"/>
                  <a:pt x="90453" y="12604"/>
                  <a:pt x="90443" y="12604"/>
                </a:cubicBezTo>
                <a:cubicBezTo>
                  <a:pt x="90412" y="12604"/>
                  <a:pt x="90435" y="12539"/>
                  <a:pt x="90458" y="12493"/>
                </a:cubicBezTo>
                <a:cubicBezTo>
                  <a:pt x="90483" y="12443"/>
                  <a:pt x="90285" y="12394"/>
                  <a:pt x="90162" y="12394"/>
                </a:cubicBezTo>
                <a:cubicBezTo>
                  <a:pt x="90134" y="12394"/>
                  <a:pt x="90110" y="12396"/>
                  <a:pt x="90094" y="12402"/>
                </a:cubicBezTo>
                <a:cubicBezTo>
                  <a:pt x="90029" y="12423"/>
                  <a:pt x="89949" y="12445"/>
                  <a:pt x="89865" y="12445"/>
                </a:cubicBezTo>
                <a:cubicBezTo>
                  <a:pt x="89830" y="12445"/>
                  <a:pt x="89795" y="12441"/>
                  <a:pt x="89759" y="12432"/>
                </a:cubicBezTo>
                <a:cubicBezTo>
                  <a:pt x="89698" y="12402"/>
                  <a:pt x="89516" y="12280"/>
                  <a:pt x="89334" y="12158"/>
                </a:cubicBezTo>
                <a:lnTo>
                  <a:pt x="89394" y="12037"/>
                </a:lnTo>
                <a:lnTo>
                  <a:pt x="89425" y="11976"/>
                </a:lnTo>
                <a:cubicBezTo>
                  <a:pt x="89470" y="11946"/>
                  <a:pt x="89516" y="11930"/>
                  <a:pt x="89550" y="11930"/>
                </a:cubicBezTo>
                <a:cubicBezTo>
                  <a:pt x="89584" y="11930"/>
                  <a:pt x="89607" y="11946"/>
                  <a:pt x="89607" y="11976"/>
                </a:cubicBezTo>
                <a:lnTo>
                  <a:pt x="89607" y="12006"/>
                </a:lnTo>
                <a:cubicBezTo>
                  <a:pt x="89546" y="12128"/>
                  <a:pt x="89607" y="12219"/>
                  <a:pt x="89698" y="12219"/>
                </a:cubicBezTo>
                <a:lnTo>
                  <a:pt x="89850" y="12189"/>
                </a:lnTo>
                <a:cubicBezTo>
                  <a:pt x="89972" y="12189"/>
                  <a:pt x="90094" y="12098"/>
                  <a:pt x="90063" y="12067"/>
                </a:cubicBezTo>
                <a:cubicBezTo>
                  <a:pt x="90033" y="12006"/>
                  <a:pt x="90033" y="11976"/>
                  <a:pt x="90033" y="11976"/>
                </a:cubicBezTo>
                <a:lnTo>
                  <a:pt x="90124" y="11976"/>
                </a:lnTo>
                <a:cubicBezTo>
                  <a:pt x="90215" y="11976"/>
                  <a:pt x="90276" y="12006"/>
                  <a:pt x="90276" y="12037"/>
                </a:cubicBezTo>
                <a:lnTo>
                  <a:pt x="90276" y="12098"/>
                </a:lnTo>
                <a:cubicBezTo>
                  <a:pt x="90276" y="12158"/>
                  <a:pt x="90306" y="12219"/>
                  <a:pt x="90398" y="12219"/>
                </a:cubicBezTo>
                <a:lnTo>
                  <a:pt x="90428" y="12189"/>
                </a:lnTo>
                <a:lnTo>
                  <a:pt x="90489" y="12158"/>
                </a:lnTo>
                <a:cubicBezTo>
                  <a:pt x="90513" y="12123"/>
                  <a:pt x="90546" y="12110"/>
                  <a:pt x="90579" y="12110"/>
                </a:cubicBezTo>
                <a:cubicBezTo>
                  <a:pt x="90631" y="12110"/>
                  <a:pt x="90683" y="12140"/>
                  <a:pt x="90701" y="12158"/>
                </a:cubicBezTo>
                <a:cubicBezTo>
                  <a:pt x="90777" y="12174"/>
                  <a:pt x="90861" y="12181"/>
                  <a:pt x="90945" y="12181"/>
                </a:cubicBezTo>
                <a:cubicBezTo>
                  <a:pt x="91028" y="12181"/>
                  <a:pt x="91112" y="12174"/>
                  <a:pt x="91188" y="12158"/>
                </a:cubicBezTo>
                <a:cubicBezTo>
                  <a:pt x="91233" y="12128"/>
                  <a:pt x="91287" y="12113"/>
                  <a:pt x="91340" y="12113"/>
                </a:cubicBezTo>
                <a:cubicBezTo>
                  <a:pt x="91393" y="12113"/>
                  <a:pt x="91446" y="12128"/>
                  <a:pt x="91492" y="12158"/>
                </a:cubicBezTo>
                <a:cubicBezTo>
                  <a:pt x="91492" y="12162"/>
                  <a:pt x="91494" y="12163"/>
                  <a:pt x="91497" y="12163"/>
                </a:cubicBezTo>
                <a:cubicBezTo>
                  <a:pt x="91524" y="12163"/>
                  <a:pt x="91647" y="12064"/>
                  <a:pt x="91674" y="12037"/>
                </a:cubicBezTo>
                <a:cubicBezTo>
                  <a:pt x="91763" y="11992"/>
                  <a:pt x="91852" y="11964"/>
                  <a:pt x="91953" y="11964"/>
                </a:cubicBezTo>
                <a:cubicBezTo>
                  <a:pt x="91990" y="11964"/>
                  <a:pt x="92029" y="11968"/>
                  <a:pt x="92069" y="11976"/>
                </a:cubicBezTo>
                <a:lnTo>
                  <a:pt x="92282" y="11976"/>
                </a:lnTo>
                <a:lnTo>
                  <a:pt x="92252" y="12219"/>
                </a:lnTo>
                <a:cubicBezTo>
                  <a:pt x="92464" y="12189"/>
                  <a:pt x="92677" y="12158"/>
                  <a:pt x="92708" y="12128"/>
                </a:cubicBezTo>
                <a:cubicBezTo>
                  <a:pt x="92738" y="12067"/>
                  <a:pt x="92799" y="11915"/>
                  <a:pt x="92829" y="11794"/>
                </a:cubicBezTo>
                <a:lnTo>
                  <a:pt x="92920" y="11763"/>
                </a:lnTo>
                <a:cubicBezTo>
                  <a:pt x="92987" y="11719"/>
                  <a:pt x="93053" y="11626"/>
                  <a:pt x="93155" y="11626"/>
                </a:cubicBezTo>
                <a:cubicBezTo>
                  <a:pt x="93193" y="11626"/>
                  <a:pt x="93236" y="11639"/>
                  <a:pt x="93285" y="11672"/>
                </a:cubicBezTo>
                <a:lnTo>
                  <a:pt x="93346" y="11733"/>
                </a:lnTo>
                <a:cubicBezTo>
                  <a:pt x="93346" y="11824"/>
                  <a:pt x="93346" y="11885"/>
                  <a:pt x="93407" y="11976"/>
                </a:cubicBezTo>
                <a:lnTo>
                  <a:pt x="93559" y="11854"/>
                </a:lnTo>
                <a:lnTo>
                  <a:pt x="93680" y="11824"/>
                </a:lnTo>
                <a:cubicBezTo>
                  <a:pt x="93802" y="11794"/>
                  <a:pt x="93923" y="11733"/>
                  <a:pt x="94015" y="11672"/>
                </a:cubicBezTo>
                <a:cubicBezTo>
                  <a:pt x="94045" y="11672"/>
                  <a:pt x="94015" y="11611"/>
                  <a:pt x="93954" y="11581"/>
                </a:cubicBezTo>
                <a:lnTo>
                  <a:pt x="93893" y="11581"/>
                </a:lnTo>
                <a:cubicBezTo>
                  <a:pt x="93741" y="11581"/>
                  <a:pt x="93741" y="11520"/>
                  <a:pt x="93741" y="11429"/>
                </a:cubicBezTo>
                <a:lnTo>
                  <a:pt x="93802" y="11277"/>
                </a:lnTo>
                <a:cubicBezTo>
                  <a:pt x="93832" y="11095"/>
                  <a:pt x="93893" y="10639"/>
                  <a:pt x="93802" y="10547"/>
                </a:cubicBezTo>
                <a:cubicBezTo>
                  <a:pt x="93650" y="10456"/>
                  <a:pt x="93528" y="10304"/>
                  <a:pt x="93437" y="10183"/>
                </a:cubicBezTo>
                <a:lnTo>
                  <a:pt x="93559" y="10092"/>
                </a:lnTo>
                <a:cubicBezTo>
                  <a:pt x="93619" y="10061"/>
                  <a:pt x="93711" y="10031"/>
                  <a:pt x="93741" y="10000"/>
                </a:cubicBezTo>
                <a:cubicBezTo>
                  <a:pt x="93802" y="9970"/>
                  <a:pt x="93832" y="9879"/>
                  <a:pt x="93832" y="9879"/>
                </a:cubicBezTo>
                <a:cubicBezTo>
                  <a:pt x="93650" y="9727"/>
                  <a:pt x="93832" y="9696"/>
                  <a:pt x="93923" y="9666"/>
                </a:cubicBezTo>
                <a:lnTo>
                  <a:pt x="94015" y="9666"/>
                </a:lnTo>
                <a:cubicBezTo>
                  <a:pt x="94052" y="9653"/>
                  <a:pt x="94090" y="9646"/>
                  <a:pt x="94126" y="9646"/>
                </a:cubicBezTo>
                <a:cubicBezTo>
                  <a:pt x="94176" y="9646"/>
                  <a:pt x="94222" y="9661"/>
                  <a:pt x="94258" y="9696"/>
                </a:cubicBezTo>
                <a:cubicBezTo>
                  <a:pt x="94279" y="9739"/>
                  <a:pt x="94407" y="9782"/>
                  <a:pt x="94491" y="9782"/>
                </a:cubicBezTo>
                <a:cubicBezTo>
                  <a:pt x="94526" y="9782"/>
                  <a:pt x="94553" y="9775"/>
                  <a:pt x="94562" y="9757"/>
                </a:cubicBezTo>
                <a:cubicBezTo>
                  <a:pt x="94623" y="9636"/>
                  <a:pt x="94683" y="9544"/>
                  <a:pt x="94714" y="9423"/>
                </a:cubicBezTo>
                <a:cubicBezTo>
                  <a:pt x="94714" y="9392"/>
                  <a:pt x="94699" y="9377"/>
                  <a:pt x="94672" y="9377"/>
                </a:cubicBezTo>
                <a:cubicBezTo>
                  <a:pt x="94645" y="9377"/>
                  <a:pt x="94607" y="9392"/>
                  <a:pt x="94562" y="9423"/>
                </a:cubicBezTo>
                <a:lnTo>
                  <a:pt x="94501" y="9423"/>
                </a:lnTo>
                <a:cubicBezTo>
                  <a:pt x="94440" y="9423"/>
                  <a:pt x="94349" y="9392"/>
                  <a:pt x="94288" y="9332"/>
                </a:cubicBezTo>
                <a:lnTo>
                  <a:pt x="94197" y="9240"/>
                </a:lnTo>
                <a:cubicBezTo>
                  <a:pt x="94167" y="9332"/>
                  <a:pt x="93954" y="9423"/>
                  <a:pt x="93741" y="9453"/>
                </a:cubicBezTo>
                <a:lnTo>
                  <a:pt x="93619" y="9392"/>
                </a:lnTo>
                <a:lnTo>
                  <a:pt x="93559" y="9332"/>
                </a:lnTo>
                <a:cubicBezTo>
                  <a:pt x="93467" y="9301"/>
                  <a:pt x="93407" y="9301"/>
                  <a:pt x="93316" y="9271"/>
                </a:cubicBezTo>
                <a:cubicBezTo>
                  <a:pt x="93255" y="9240"/>
                  <a:pt x="93316" y="9149"/>
                  <a:pt x="93316" y="9149"/>
                </a:cubicBezTo>
                <a:cubicBezTo>
                  <a:pt x="93320" y="9145"/>
                  <a:pt x="93329" y="9143"/>
                  <a:pt x="93342" y="9143"/>
                </a:cubicBezTo>
                <a:cubicBezTo>
                  <a:pt x="93392" y="9143"/>
                  <a:pt x="93493" y="9171"/>
                  <a:pt x="93560" y="9171"/>
                </a:cubicBezTo>
                <a:cubicBezTo>
                  <a:pt x="93589" y="9171"/>
                  <a:pt x="93612" y="9165"/>
                  <a:pt x="93619" y="9149"/>
                </a:cubicBezTo>
                <a:cubicBezTo>
                  <a:pt x="93680" y="9088"/>
                  <a:pt x="93619" y="8936"/>
                  <a:pt x="93559" y="8906"/>
                </a:cubicBezTo>
                <a:cubicBezTo>
                  <a:pt x="93528" y="8876"/>
                  <a:pt x="93650" y="8785"/>
                  <a:pt x="93711" y="8754"/>
                </a:cubicBezTo>
                <a:cubicBezTo>
                  <a:pt x="93771" y="8724"/>
                  <a:pt x="93771" y="8693"/>
                  <a:pt x="93741" y="8633"/>
                </a:cubicBezTo>
                <a:cubicBezTo>
                  <a:pt x="93741" y="8633"/>
                  <a:pt x="93863" y="8541"/>
                  <a:pt x="93923" y="8541"/>
                </a:cubicBezTo>
                <a:cubicBezTo>
                  <a:pt x="93984" y="8420"/>
                  <a:pt x="94045" y="8268"/>
                  <a:pt x="94075" y="8146"/>
                </a:cubicBezTo>
                <a:cubicBezTo>
                  <a:pt x="94106" y="8025"/>
                  <a:pt x="93893" y="7964"/>
                  <a:pt x="93832" y="7964"/>
                </a:cubicBezTo>
                <a:cubicBezTo>
                  <a:pt x="93680" y="7964"/>
                  <a:pt x="93528" y="7994"/>
                  <a:pt x="93407" y="8055"/>
                </a:cubicBezTo>
                <a:cubicBezTo>
                  <a:pt x="93398" y="8058"/>
                  <a:pt x="93390" y="8059"/>
                  <a:pt x="93381" y="8059"/>
                </a:cubicBezTo>
                <a:cubicBezTo>
                  <a:pt x="93295" y="8059"/>
                  <a:pt x="93194" y="7931"/>
                  <a:pt x="93194" y="7903"/>
                </a:cubicBezTo>
                <a:cubicBezTo>
                  <a:pt x="93194" y="7903"/>
                  <a:pt x="93140" y="7876"/>
                  <a:pt x="93059" y="7876"/>
                </a:cubicBezTo>
                <a:cubicBezTo>
                  <a:pt x="93018" y="7876"/>
                  <a:pt x="92971" y="7883"/>
                  <a:pt x="92920" y="7903"/>
                </a:cubicBezTo>
                <a:lnTo>
                  <a:pt x="92829" y="7933"/>
                </a:lnTo>
                <a:cubicBezTo>
                  <a:pt x="92768" y="7933"/>
                  <a:pt x="92738" y="7964"/>
                  <a:pt x="92708" y="7994"/>
                </a:cubicBezTo>
                <a:lnTo>
                  <a:pt x="92647" y="8116"/>
                </a:lnTo>
                <a:cubicBezTo>
                  <a:pt x="92677" y="8207"/>
                  <a:pt x="92768" y="8298"/>
                  <a:pt x="92860" y="8329"/>
                </a:cubicBezTo>
                <a:lnTo>
                  <a:pt x="93042" y="8329"/>
                </a:lnTo>
                <a:cubicBezTo>
                  <a:pt x="93096" y="8274"/>
                  <a:pt x="93175" y="8172"/>
                  <a:pt x="93212" y="8172"/>
                </a:cubicBezTo>
                <a:cubicBezTo>
                  <a:pt x="93217" y="8172"/>
                  <a:pt x="93221" y="8173"/>
                  <a:pt x="93224" y="8177"/>
                </a:cubicBezTo>
                <a:cubicBezTo>
                  <a:pt x="93285" y="8207"/>
                  <a:pt x="93346" y="8268"/>
                  <a:pt x="93376" y="8329"/>
                </a:cubicBezTo>
                <a:cubicBezTo>
                  <a:pt x="93194" y="8420"/>
                  <a:pt x="92981" y="8450"/>
                  <a:pt x="92799" y="8481"/>
                </a:cubicBezTo>
                <a:cubicBezTo>
                  <a:pt x="92770" y="8486"/>
                  <a:pt x="92743" y="8489"/>
                  <a:pt x="92719" y="8489"/>
                </a:cubicBezTo>
                <a:cubicBezTo>
                  <a:pt x="92615" y="8489"/>
                  <a:pt x="92556" y="8444"/>
                  <a:pt x="92556" y="8420"/>
                </a:cubicBezTo>
                <a:cubicBezTo>
                  <a:pt x="92556" y="8359"/>
                  <a:pt x="92586" y="8298"/>
                  <a:pt x="92586" y="8237"/>
                </a:cubicBezTo>
                <a:cubicBezTo>
                  <a:pt x="92556" y="8146"/>
                  <a:pt x="92495" y="8085"/>
                  <a:pt x="92434" y="7994"/>
                </a:cubicBezTo>
                <a:lnTo>
                  <a:pt x="92373" y="7933"/>
                </a:lnTo>
                <a:lnTo>
                  <a:pt x="92282" y="7842"/>
                </a:lnTo>
                <a:cubicBezTo>
                  <a:pt x="92191" y="7842"/>
                  <a:pt x="92100" y="7873"/>
                  <a:pt x="92008" y="7903"/>
                </a:cubicBezTo>
                <a:lnTo>
                  <a:pt x="91857" y="7873"/>
                </a:lnTo>
                <a:cubicBezTo>
                  <a:pt x="91674" y="7873"/>
                  <a:pt x="91401" y="7842"/>
                  <a:pt x="91218" y="7812"/>
                </a:cubicBezTo>
                <a:lnTo>
                  <a:pt x="91066" y="7781"/>
                </a:lnTo>
                <a:lnTo>
                  <a:pt x="90945" y="7781"/>
                </a:lnTo>
                <a:lnTo>
                  <a:pt x="90671" y="7903"/>
                </a:lnTo>
                <a:cubicBezTo>
                  <a:pt x="90489" y="7812"/>
                  <a:pt x="90337" y="7599"/>
                  <a:pt x="90306" y="7386"/>
                </a:cubicBezTo>
                <a:cubicBezTo>
                  <a:pt x="90306" y="7326"/>
                  <a:pt x="90124" y="7204"/>
                  <a:pt x="89911" y="7143"/>
                </a:cubicBezTo>
                <a:lnTo>
                  <a:pt x="89729" y="7174"/>
                </a:lnTo>
                <a:lnTo>
                  <a:pt x="89577" y="7204"/>
                </a:lnTo>
                <a:cubicBezTo>
                  <a:pt x="89508" y="7238"/>
                  <a:pt x="89449" y="7255"/>
                  <a:pt x="89402" y="7255"/>
                </a:cubicBezTo>
                <a:cubicBezTo>
                  <a:pt x="89325" y="7255"/>
                  <a:pt x="89284" y="7208"/>
                  <a:pt x="89303" y="7113"/>
                </a:cubicBezTo>
                <a:lnTo>
                  <a:pt x="89303" y="7113"/>
                </a:lnTo>
                <a:lnTo>
                  <a:pt x="89030" y="7143"/>
                </a:lnTo>
                <a:cubicBezTo>
                  <a:pt x="89013" y="7147"/>
                  <a:pt x="88998" y="7149"/>
                  <a:pt x="88985" y="7149"/>
                </a:cubicBezTo>
                <a:cubicBezTo>
                  <a:pt x="88902" y="7149"/>
                  <a:pt x="88886" y="7074"/>
                  <a:pt x="88939" y="7022"/>
                </a:cubicBezTo>
                <a:cubicBezTo>
                  <a:pt x="88984" y="6976"/>
                  <a:pt x="89029" y="6898"/>
                  <a:pt x="89124" y="6898"/>
                </a:cubicBezTo>
                <a:cubicBezTo>
                  <a:pt x="89157" y="6898"/>
                  <a:pt x="89196" y="6907"/>
                  <a:pt x="89242" y="6930"/>
                </a:cubicBezTo>
                <a:cubicBezTo>
                  <a:pt x="89273" y="6961"/>
                  <a:pt x="89334" y="6991"/>
                  <a:pt x="89394" y="6991"/>
                </a:cubicBezTo>
                <a:lnTo>
                  <a:pt x="89546" y="6991"/>
                </a:lnTo>
                <a:cubicBezTo>
                  <a:pt x="89594" y="6995"/>
                  <a:pt x="89638" y="6997"/>
                  <a:pt x="89680" y="6997"/>
                </a:cubicBezTo>
                <a:cubicBezTo>
                  <a:pt x="89962" y="6997"/>
                  <a:pt x="90116" y="6911"/>
                  <a:pt x="90063" y="6778"/>
                </a:cubicBezTo>
                <a:lnTo>
                  <a:pt x="90063" y="6778"/>
                </a:lnTo>
                <a:lnTo>
                  <a:pt x="89850" y="6870"/>
                </a:lnTo>
                <a:cubicBezTo>
                  <a:pt x="89820" y="6885"/>
                  <a:pt x="89797" y="6890"/>
                  <a:pt x="89779" y="6890"/>
                </a:cubicBezTo>
                <a:cubicBezTo>
                  <a:pt x="89725" y="6890"/>
                  <a:pt x="89714" y="6839"/>
                  <a:pt x="89668" y="6839"/>
                </a:cubicBezTo>
                <a:cubicBezTo>
                  <a:pt x="89486" y="6771"/>
                  <a:pt x="89286" y="6737"/>
                  <a:pt x="89095" y="6737"/>
                </a:cubicBezTo>
                <a:cubicBezTo>
                  <a:pt x="89032" y="6737"/>
                  <a:pt x="88969" y="6740"/>
                  <a:pt x="88908" y="6748"/>
                </a:cubicBezTo>
                <a:cubicBezTo>
                  <a:pt x="88878" y="6748"/>
                  <a:pt x="88847" y="6718"/>
                  <a:pt x="88817" y="6718"/>
                </a:cubicBezTo>
                <a:lnTo>
                  <a:pt x="88665" y="6687"/>
                </a:lnTo>
                <a:cubicBezTo>
                  <a:pt x="88574" y="6870"/>
                  <a:pt x="88483" y="7052"/>
                  <a:pt x="88422" y="7234"/>
                </a:cubicBezTo>
                <a:cubicBezTo>
                  <a:pt x="88445" y="7303"/>
                  <a:pt x="88416" y="7337"/>
                  <a:pt x="88400" y="7337"/>
                </a:cubicBezTo>
                <a:cubicBezTo>
                  <a:pt x="88395" y="7337"/>
                  <a:pt x="88391" y="7333"/>
                  <a:pt x="88391" y="7326"/>
                </a:cubicBezTo>
                <a:cubicBezTo>
                  <a:pt x="88331" y="7234"/>
                  <a:pt x="88270" y="7143"/>
                  <a:pt x="88179" y="7082"/>
                </a:cubicBezTo>
                <a:lnTo>
                  <a:pt x="88300" y="6900"/>
                </a:lnTo>
                <a:lnTo>
                  <a:pt x="88361" y="6809"/>
                </a:lnTo>
                <a:cubicBezTo>
                  <a:pt x="88209" y="6778"/>
                  <a:pt x="87966" y="6748"/>
                  <a:pt x="87814" y="6748"/>
                </a:cubicBezTo>
                <a:lnTo>
                  <a:pt x="87783" y="6657"/>
                </a:lnTo>
                <a:cubicBezTo>
                  <a:pt x="87753" y="6566"/>
                  <a:pt x="87753" y="6505"/>
                  <a:pt x="87814" y="6444"/>
                </a:cubicBezTo>
                <a:lnTo>
                  <a:pt x="87875" y="6383"/>
                </a:lnTo>
                <a:cubicBezTo>
                  <a:pt x="87891" y="6380"/>
                  <a:pt x="87907" y="6378"/>
                  <a:pt x="87920" y="6378"/>
                </a:cubicBezTo>
                <a:cubicBezTo>
                  <a:pt x="88033" y="6378"/>
                  <a:pt x="88054" y="6478"/>
                  <a:pt x="88027" y="6505"/>
                </a:cubicBezTo>
                <a:cubicBezTo>
                  <a:pt x="88027" y="6535"/>
                  <a:pt x="88148" y="6596"/>
                  <a:pt x="88300" y="6657"/>
                </a:cubicBezTo>
                <a:lnTo>
                  <a:pt x="88300" y="6322"/>
                </a:lnTo>
                <a:cubicBezTo>
                  <a:pt x="88422" y="6322"/>
                  <a:pt x="88513" y="6292"/>
                  <a:pt x="88635" y="6262"/>
                </a:cubicBezTo>
                <a:cubicBezTo>
                  <a:pt x="88695" y="6262"/>
                  <a:pt x="88665" y="6201"/>
                  <a:pt x="88635" y="6140"/>
                </a:cubicBezTo>
                <a:lnTo>
                  <a:pt x="88391" y="6140"/>
                </a:lnTo>
                <a:cubicBezTo>
                  <a:pt x="88179" y="6140"/>
                  <a:pt x="87996" y="6019"/>
                  <a:pt x="88027" y="5988"/>
                </a:cubicBezTo>
                <a:cubicBezTo>
                  <a:pt x="88027" y="5958"/>
                  <a:pt x="88087" y="5958"/>
                  <a:pt x="88179" y="5958"/>
                </a:cubicBezTo>
                <a:lnTo>
                  <a:pt x="88239" y="5988"/>
                </a:lnTo>
                <a:cubicBezTo>
                  <a:pt x="88301" y="6009"/>
                  <a:pt x="88349" y="6071"/>
                  <a:pt x="88421" y="6071"/>
                </a:cubicBezTo>
                <a:cubicBezTo>
                  <a:pt x="88455" y="6071"/>
                  <a:pt x="88495" y="6058"/>
                  <a:pt x="88543" y="6019"/>
                </a:cubicBezTo>
                <a:cubicBezTo>
                  <a:pt x="88589" y="6003"/>
                  <a:pt x="88635" y="5996"/>
                  <a:pt x="88680" y="5996"/>
                </a:cubicBezTo>
                <a:cubicBezTo>
                  <a:pt x="88726" y="5996"/>
                  <a:pt x="88771" y="6003"/>
                  <a:pt x="88817" y="6019"/>
                </a:cubicBezTo>
                <a:cubicBezTo>
                  <a:pt x="88857" y="6043"/>
                  <a:pt x="88885" y="6052"/>
                  <a:pt x="88903" y="6052"/>
                </a:cubicBezTo>
                <a:cubicBezTo>
                  <a:pt x="88953" y="6052"/>
                  <a:pt x="88931" y="5980"/>
                  <a:pt x="88908" y="5958"/>
                </a:cubicBezTo>
                <a:lnTo>
                  <a:pt x="88847" y="5867"/>
                </a:lnTo>
                <a:cubicBezTo>
                  <a:pt x="88878" y="5806"/>
                  <a:pt x="88969" y="5684"/>
                  <a:pt x="89060" y="5563"/>
                </a:cubicBezTo>
                <a:lnTo>
                  <a:pt x="89212" y="5563"/>
                </a:lnTo>
                <a:cubicBezTo>
                  <a:pt x="89364" y="5563"/>
                  <a:pt x="89334" y="5441"/>
                  <a:pt x="89303" y="5411"/>
                </a:cubicBezTo>
                <a:cubicBezTo>
                  <a:pt x="89303" y="5380"/>
                  <a:pt x="89273" y="5350"/>
                  <a:pt x="89273" y="5350"/>
                </a:cubicBezTo>
                <a:lnTo>
                  <a:pt x="89425" y="5167"/>
                </a:lnTo>
                <a:cubicBezTo>
                  <a:pt x="89394" y="5015"/>
                  <a:pt x="89303" y="4863"/>
                  <a:pt x="89182" y="4803"/>
                </a:cubicBezTo>
                <a:cubicBezTo>
                  <a:pt x="89030" y="4833"/>
                  <a:pt x="88908" y="4863"/>
                  <a:pt x="88756" y="4924"/>
                </a:cubicBezTo>
                <a:lnTo>
                  <a:pt x="88574" y="4803"/>
                </a:lnTo>
                <a:cubicBezTo>
                  <a:pt x="88483" y="4803"/>
                  <a:pt x="88422" y="4833"/>
                  <a:pt x="88361" y="4863"/>
                </a:cubicBezTo>
                <a:lnTo>
                  <a:pt x="88300" y="4955"/>
                </a:lnTo>
                <a:cubicBezTo>
                  <a:pt x="88300" y="5046"/>
                  <a:pt x="88087" y="5046"/>
                  <a:pt x="88027" y="5046"/>
                </a:cubicBezTo>
                <a:cubicBezTo>
                  <a:pt x="87935" y="5015"/>
                  <a:pt x="87875" y="4833"/>
                  <a:pt x="87875" y="4772"/>
                </a:cubicBezTo>
                <a:cubicBezTo>
                  <a:pt x="87875" y="4712"/>
                  <a:pt x="87783" y="4651"/>
                  <a:pt x="87753" y="4651"/>
                </a:cubicBezTo>
                <a:cubicBezTo>
                  <a:pt x="87723" y="4651"/>
                  <a:pt x="87692" y="4499"/>
                  <a:pt x="87632" y="4499"/>
                </a:cubicBezTo>
                <a:cubicBezTo>
                  <a:pt x="87540" y="4499"/>
                  <a:pt x="87540" y="4468"/>
                  <a:pt x="87601" y="4468"/>
                </a:cubicBezTo>
                <a:lnTo>
                  <a:pt x="87632" y="4468"/>
                </a:lnTo>
                <a:lnTo>
                  <a:pt x="88027" y="4499"/>
                </a:lnTo>
                <a:cubicBezTo>
                  <a:pt x="88118" y="4377"/>
                  <a:pt x="88239" y="4256"/>
                  <a:pt x="88361" y="4134"/>
                </a:cubicBezTo>
                <a:cubicBezTo>
                  <a:pt x="88422" y="4134"/>
                  <a:pt x="88361" y="4073"/>
                  <a:pt x="88209" y="4073"/>
                </a:cubicBezTo>
                <a:lnTo>
                  <a:pt x="88209" y="4043"/>
                </a:lnTo>
                <a:cubicBezTo>
                  <a:pt x="88148" y="3936"/>
                  <a:pt x="88057" y="3906"/>
                  <a:pt x="87966" y="3906"/>
                </a:cubicBezTo>
                <a:cubicBezTo>
                  <a:pt x="87875" y="3906"/>
                  <a:pt x="87783" y="3936"/>
                  <a:pt x="87723" y="3952"/>
                </a:cubicBezTo>
                <a:lnTo>
                  <a:pt x="87510" y="4043"/>
                </a:lnTo>
                <a:cubicBezTo>
                  <a:pt x="87419" y="3952"/>
                  <a:pt x="87388" y="3830"/>
                  <a:pt x="87419" y="3708"/>
                </a:cubicBezTo>
                <a:cubicBezTo>
                  <a:pt x="87449" y="3648"/>
                  <a:pt x="87480" y="3648"/>
                  <a:pt x="87510" y="3648"/>
                </a:cubicBezTo>
                <a:cubicBezTo>
                  <a:pt x="87488" y="3756"/>
                  <a:pt x="87560" y="3772"/>
                  <a:pt x="87646" y="3772"/>
                </a:cubicBezTo>
                <a:cubicBezTo>
                  <a:pt x="87681" y="3772"/>
                  <a:pt x="87718" y="3769"/>
                  <a:pt x="87753" y="3769"/>
                </a:cubicBezTo>
                <a:lnTo>
                  <a:pt x="87966" y="3739"/>
                </a:lnTo>
                <a:cubicBezTo>
                  <a:pt x="87844" y="3678"/>
                  <a:pt x="87753" y="3587"/>
                  <a:pt x="87662" y="3496"/>
                </a:cubicBezTo>
                <a:lnTo>
                  <a:pt x="87723" y="3435"/>
                </a:lnTo>
                <a:cubicBezTo>
                  <a:pt x="87753" y="3344"/>
                  <a:pt x="87783" y="3283"/>
                  <a:pt x="87814" y="3192"/>
                </a:cubicBezTo>
                <a:lnTo>
                  <a:pt x="87814" y="3161"/>
                </a:lnTo>
                <a:cubicBezTo>
                  <a:pt x="87814" y="3161"/>
                  <a:pt x="87723" y="3192"/>
                  <a:pt x="87632" y="3283"/>
                </a:cubicBezTo>
                <a:lnTo>
                  <a:pt x="87601" y="3283"/>
                </a:lnTo>
                <a:cubicBezTo>
                  <a:pt x="87419" y="3253"/>
                  <a:pt x="87510" y="3161"/>
                  <a:pt x="87571" y="3101"/>
                </a:cubicBezTo>
                <a:cubicBezTo>
                  <a:pt x="87540" y="3009"/>
                  <a:pt x="87480" y="2918"/>
                  <a:pt x="87419" y="2857"/>
                </a:cubicBezTo>
                <a:lnTo>
                  <a:pt x="87236" y="2857"/>
                </a:lnTo>
                <a:cubicBezTo>
                  <a:pt x="87084" y="2857"/>
                  <a:pt x="86963" y="2857"/>
                  <a:pt x="86963" y="2705"/>
                </a:cubicBezTo>
                <a:lnTo>
                  <a:pt x="86841" y="2705"/>
                </a:lnTo>
                <a:lnTo>
                  <a:pt x="86750" y="2918"/>
                </a:lnTo>
                <a:cubicBezTo>
                  <a:pt x="86537" y="2888"/>
                  <a:pt x="86446" y="2705"/>
                  <a:pt x="86446" y="2645"/>
                </a:cubicBezTo>
                <a:cubicBezTo>
                  <a:pt x="86507" y="2553"/>
                  <a:pt x="86568" y="2493"/>
                  <a:pt x="86628" y="2462"/>
                </a:cubicBezTo>
                <a:lnTo>
                  <a:pt x="86659" y="2462"/>
                </a:lnTo>
                <a:lnTo>
                  <a:pt x="86811" y="2523"/>
                </a:lnTo>
                <a:cubicBezTo>
                  <a:pt x="86963" y="2493"/>
                  <a:pt x="87054" y="2341"/>
                  <a:pt x="87054" y="2280"/>
                </a:cubicBezTo>
                <a:cubicBezTo>
                  <a:pt x="87024" y="2249"/>
                  <a:pt x="87054" y="2189"/>
                  <a:pt x="87115" y="2158"/>
                </a:cubicBezTo>
                <a:cubicBezTo>
                  <a:pt x="87267" y="2097"/>
                  <a:pt x="87388" y="1976"/>
                  <a:pt x="87510" y="1854"/>
                </a:cubicBezTo>
                <a:cubicBezTo>
                  <a:pt x="87540" y="1733"/>
                  <a:pt x="87571" y="1611"/>
                  <a:pt x="87540" y="1520"/>
                </a:cubicBezTo>
                <a:lnTo>
                  <a:pt x="87115" y="1520"/>
                </a:lnTo>
                <a:cubicBezTo>
                  <a:pt x="87024" y="1277"/>
                  <a:pt x="87358" y="942"/>
                  <a:pt x="87480" y="882"/>
                </a:cubicBezTo>
                <a:cubicBezTo>
                  <a:pt x="87601" y="851"/>
                  <a:pt x="87601" y="730"/>
                  <a:pt x="87480" y="669"/>
                </a:cubicBezTo>
                <a:lnTo>
                  <a:pt x="87358" y="608"/>
                </a:lnTo>
                <a:cubicBezTo>
                  <a:pt x="87267" y="547"/>
                  <a:pt x="87358" y="487"/>
                  <a:pt x="87358" y="456"/>
                </a:cubicBezTo>
                <a:cubicBezTo>
                  <a:pt x="87388" y="426"/>
                  <a:pt x="87328" y="335"/>
                  <a:pt x="87297" y="304"/>
                </a:cubicBezTo>
                <a:cubicBezTo>
                  <a:pt x="87252" y="243"/>
                  <a:pt x="87229" y="213"/>
                  <a:pt x="87202" y="213"/>
                </a:cubicBezTo>
                <a:cubicBezTo>
                  <a:pt x="87176" y="213"/>
                  <a:pt x="87145" y="243"/>
                  <a:pt x="87084" y="304"/>
                </a:cubicBezTo>
                <a:lnTo>
                  <a:pt x="87024" y="304"/>
                </a:lnTo>
                <a:cubicBezTo>
                  <a:pt x="87007" y="312"/>
                  <a:pt x="86991" y="316"/>
                  <a:pt x="86975" y="316"/>
                </a:cubicBezTo>
                <a:cubicBezTo>
                  <a:pt x="86932" y="316"/>
                  <a:pt x="86894" y="288"/>
                  <a:pt x="86872" y="243"/>
                </a:cubicBezTo>
                <a:lnTo>
                  <a:pt x="86872" y="213"/>
                </a:lnTo>
                <a:lnTo>
                  <a:pt x="86872" y="183"/>
                </a:lnTo>
                <a:cubicBezTo>
                  <a:pt x="86932" y="91"/>
                  <a:pt x="86872" y="91"/>
                  <a:pt x="86750" y="91"/>
                </a:cubicBezTo>
                <a:lnTo>
                  <a:pt x="86598" y="91"/>
                </a:lnTo>
                <a:cubicBezTo>
                  <a:pt x="86591" y="95"/>
                  <a:pt x="86581" y="96"/>
                  <a:pt x="86568" y="96"/>
                </a:cubicBezTo>
                <a:cubicBezTo>
                  <a:pt x="86466" y="96"/>
                  <a:pt x="86189" y="0"/>
                  <a:pt x="860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2"/>
          <p:cNvSpPr/>
          <p:nvPr/>
        </p:nvSpPr>
        <p:spPr>
          <a:xfrm rot="291696">
            <a:off x="1181044" y="1543321"/>
            <a:ext cx="1679164" cy="456622"/>
          </a:xfrm>
          <a:custGeom>
            <a:rect b="b" l="l" r="r" t="t"/>
            <a:pathLst>
              <a:path extrusionOk="0" h="18265" w="94714">
                <a:moveTo>
                  <a:pt x="17417" y="2310"/>
                </a:moveTo>
                <a:cubicBezTo>
                  <a:pt x="17448" y="2310"/>
                  <a:pt x="17509" y="2341"/>
                  <a:pt x="17539" y="2371"/>
                </a:cubicBezTo>
                <a:cubicBezTo>
                  <a:pt x="17539" y="2401"/>
                  <a:pt x="17509" y="2432"/>
                  <a:pt x="17478" y="2462"/>
                </a:cubicBezTo>
                <a:cubicBezTo>
                  <a:pt x="17448" y="2493"/>
                  <a:pt x="17387" y="2493"/>
                  <a:pt x="17357" y="2493"/>
                </a:cubicBezTo>
                <a:lnTo>
                  <a:pt x="17144" y="2614"/>
                </a:lnTo>
                <a:cubicBezTo>
                  <a:pt x="16992" y="2553"/>
                  <a:pt x="17022" y="2432"/>
                  <a:pt x="17235" y="2371"/>
                </a:cubicBezTo>
                <a:lnTo>
                  <a:pt x="17417" y="2310"/>
                </a:lnTo>
                <a:close/>
                <a:moveTo>
                  <a:pt x="12341" y="2736"/>
                </a:moveTo>
                <a:cubicBezTo>
                  <a:pt x="12433" y="2736"/>
                  <a:pt x="12402" y="2979"/>
                  <a:pt x="12281" y="3040"/>
                </a:cubicBezTo>
                <a:cubicBezTo>
                  <a:pt x="12247" y="3051"/>
                  <a:pt x="12214" y="3058"/>
                  <a:pt x="12185" y="3058"/>
                </a:cubicBezTo>
                <a:cubicBezTo>
                  <a:pt x="12135" y="3058"/>
                  <a:pt x="12098" y="3037"/>
                  <a:pt x="12098" y="2979"/>
                </a:cubicBezTo>
                <a:cubicBezTo>
                  <a:pt x="12129" y="2888"/>
                  <a:pt x="12220" y="2797"/>
                  <a:pt x="12341" y="2736"/>
                </a:cubicBezTo>
                <a:close/>
                <a:moveTo>
                  <a:pt x="82756" y="2780"/>
                </a:moveTo>
                <a:cubicBezTo>
                  <a:pt x="82765" y="2780"/>
                  <a:pt x="82768" y="2786"/>
                  <a:pt x="82768" y="2797"/>
                </a:cubicBezTo>
                <a:cubicBezTo>
                  <a:pt x="82738" y="2857"/>
                  <a:pt x="82768" y="2888"/>
                  <a:pt x="82799" y="2888"/>
                </a:cubicBezTo>
                <a:cubicBezTo>
                  <a:pt x="82829" y="2888"/>
                  <a:pt x="82890" y="2949"/>
                  <a:pt x="82920" y="2979"/>
                </a:cubicBezTo>
                <a:cubicBezTo>
                  <a:pt x="82768" y="3009"/>
                  <a:pt x="82647" y="3040"/>
                  <a:pt x="82525" y="3070"/>
                </a:cubicBezTo>
                <a:cubicBezTo>
                  <a:pt x="82495" y="3070"/>
                  <a:pt x="82464" y="3040"/>
                  <a:pt x="82434" y="3009"/>
                </a:cubicBezTo>
                <a:cubicBezTo>
                  <a:pt x="82403" y="2979"/>
                  <a:pt x="82434" y="2918"/>
                  <a:pt x="82434" y="2918"/>
                </a:cubicBezTo>
                <a:lnTo>
                  <a:pt x="82616" y="2888"/>
                </a:lnTo>
                <a:cubicBezTo>
                  <a:pt x="82697" y="2807"/>
                  <a:pt x="82738" y="2780"/>
                  <a:pt x="82756" y="2780"/>
                </a:cubicBezTo>
                <a:close/>
                <a:moveTo>
                  <a:pt x="81639" y="3136"/>
                </a:moveTo>
                <a:cubicBezTo>
                  <a:pt x="81674" y="3136"/>
                  <a:pt x="81708" y="3144"/>
                  <a:pt x="81735" y="3161"/>
                </a:cubicBezTo>
                <a:cubicBezTo>
                  <a:pt x="81856" y="3192"/>
                  <a:pt x="81886" y="3282"/>
                  <a:pt x="81797" y="3313"/>
                </a:cubicBezTo>
                <a:lnTo>
                  <a:pt x="81797" y="3313"/>
                </a:lnTo>
                <a:cubicBezTo>
                  <a:pt x="81685" y="3308"/>
                  <a:pt x="81576" y="3278"/>
                  <a:pt x="81492" y="3222"/>
                </a:cubicBezTo>
                <a:cubicBezTo>
                  <a:pt x="81470" y="3179"/>
                  <a:pt x="81555" y="3136"/>
                  <a:pt x="81639" y="3136"/>
                </a:cubicBezTo>
                <a:close/>
                <a:moveTo>
                  <a:pt x="8542" y="3526"/>
                </a:moveTo>
                <a:lnTo>
                  <a:pt x="8724" y="3617"/>
                </a:lnTo>
                <a:cubicBezTo>
                  <a:pt x="8697" y="3671"/>
                  <a:pt x="8653" y="3713"/>
                  <a:pt x="8598" y="3743"/>
                </a:cubicBezTo>
                <a:lnTo>
                  <a:pt x="8598" y="3743"/>
                </a:lnTo>
                <a:cubicBezTo>
                  <a:pt x="8581" y="3721"/>
                  <a:pt x="8564" y="3700"/>
                  <a:pt x="8542" y="3678"/>
                </a:cubicBezTo>
                <a:lnTo>
                  <a:pt x="8451" y="3678"/>
                </a:lnTo>
                <a:cubicBezTo>
                  <a:pt x="8420" y="3678"/>
                  <a:pt x="8420" y="3617"/>
                  <a:pt x="8420" y="3556"/>
                </a:cubicBezTo>
                <a:cubicBezTo>
                  <a:pt x="8420" y="3526"/>
                  <a:pt x="8512" y="3526"/>
                  <a:pt x="8542" y="3526"/>
                </a:cubicBezTo>
                <a:close/>
                <a:moveTo>
                  <a:pt x="10244" y="3496"/>
                </a:moveTo>
                <a:cubicBezTo>
                  <a:pt x="10305" y="3496"/>
                  <a:pt x="10366" y="3526"/>
                  <a:pt x="10335" y="3556"/>
                </a:cubicBezTo>
                <a:lnTo>
                  <a:pt x="10335" y="3587"/>
                </a:lnTo>
                <a:lnTo>
                  <a:pt x="10335" y="3617"/>
                </a:lnTo>
                <a:cubicBezTo>
                  <a:pt x="10314" y="3660"/>
                  <a:pt x="10338" y="3703"/>
                  <a:pt x="10375" y="3703"/>
                </a:cubicBezTo>
                <a:cubicBezTo>
                  <a:pt x="10391" y="3703"/>
                  <a:pt x="10409" y="3696"/>
                  <a:pt x="10426" y="3678"/>
                </a:cubicBezTo>
                <a:lnTo>
                  <a:pt x="10457" y="3678"/>
                </a:lnTo>
                <a:cubicBezTo>
                  <a:pt x="10461" y="3676"/>
                  <a:pt x="10465" y="3675"/>
                  <a:pt x="10470" y="3675"/>
                </a:cubicBezTo>
                <a:cubicBezTo>
                  <a:pt x="10537" y="3675"/>
                  <a:pt x="10664" y="3860"/>
                  <a:pt x="10578" y="3860"/>
                </a:cubicBezTo>
                <a:lnTo>
                  <a:pt x="10001" y="3860"/>
                </a:lnTo>
                <a:cubicBezTo>
                  <a:pt x="10001" y="3769"/>
                  <a:pt x="10031" y="3648"/>
                  <a:pt x="10031" y="3648"/>
                </a:cubicBezTo>
                <a:cubicBezTo>
                  <a:pt x="10183" y="3648"/>
                  <a:pt x="10183" y="3556"/>
                  <a:pt x="10244" y="3496"/>
                </a:cubicBezTo>
                <a:close/>
                <a:moveTo>
                  <a:pt x="9506" y="3483"/>
                </a:moveTo>
                <a:cubicBezTo>
                  <a:pt x="9527" y="3483"/>
                  <a:pt x="9550" y="3487"/>
                  <a:pt x="9575" y="3496"/>
                </a:cubicBezTo>
                <a:cubicBezTo>
                  <a:pt x="9667" y="3526"/>
                  <a:pt x="9758" y="3587"/>
                  <a:pt x="9819" y="3678"/>
                </a:cubicBezTo>
                <a:lnTo>
                  <a:pt x="9849" y="3739"/>
                </a:lnTo>
                <a:cubicBezTo>
                  <a:pt x="9827" y="3805"/>
                  <a:pt x="9758" y="3855"/>
                  <a:pt x="9675" y="3855"/>
                </a:cubicBezTo>
                <a:cubicBezTo>
                  <a:pt x="9643" y="3855"/>
                  <a:pt x="9609" y="3847"/>
                  <a:pt x="9575" y="3830"/>
                </a:cubicBezTo>
                <a:lnTo>
                  <a:pt x="9484" y="3830"/>
                </a:lnTo>
                <a:cubicBezTo>
                  <a:pt x="9423" y="3830"/>
                  <a:pt x="9363" y="3830"/>
                  <a:pt x="9332" y="3860"/>
                </a:cubicBezTo>
                <a:lnTo>
                  <a:pt x="9332" y="3982"/>
                </a:lnTo>
                <a:cubicBezTo>
                  <a:pt x="9241" y="3982"/>
                  <a:pt x="9180" y="3891"/>
                  <a:pt x="9180" y="3830"/>
                </a:cubicBezTo>
                <a:lnTo>
                  <a:pt x="9211" y="3769"/>
                </a:lnTo>
                <a:cubicBezTo>
                  <a:pt x="9211" y="3739"/>
                  <a:pt x="9211" y="3678"/>
                  <a:pt x="9211" y="3678"/>
                </a:cubicBezTo>
                <a:cubicBezTo>
                  <a:pt x="9315" y="3626"/>
                  <a:pt x="9375" y="3483"/>
                  <a:pt x="9506" y="3483"/>
                </a:cubicBezTo>
                <a:close/>
                <a:moveTo>
                  <a:pt x="9940" y="4316"/>
                </a:moveTo>
                <a:lnTo>
                  <a:pt x="10153" y="4347"/>
                </a:lnTo>
                <a:cubicBezTo>
                  <a:pt x="10426" y="4408"/>
                  <a:pt x="10639" y="4468"/>
                  <a:pt x="10639" y="4499"/>
                </a:cubicBezTo>
                <a:cubicBezTo>
                  <a:pt x="10639" y="4542"/>
                  <a:pt x="10578" y="4585"/>
                  <a:pt x="10500" y="4585"/>
                </a:cubicBezTo>
                <a:cubicBezTo>
                  <a:pt x="10467" y="4585"/>
                  <a:pt x="10432" y="4577"/>
                  <a:pt x="10396" y="4560"/>
                </a:cubicBezTo>
                <a:lnTo>
                  <a:pt x="10244" y="4560"/>
                </a:lnTo>
                <a:cubicBezTo>
                  <a:pt x="10122" y="4560"/>
                  <a:pt x="10001" y="4529"/>
                  <a:pt x="9879" y="4468"/>
                </a:cubicBezTo>
                <a:cubicBezTo>
                  <a:pt x="9849" y="4438"/>
                  <a:pt x="9819" y="4408"/>
                  <a:pt x="9819" y="4377"/>
                </a:cubicBezTo>
                <a:cubicBezTo>
                  <a:pt x="9849" y="4347"/>
                  <a:pt x="9879" y="4316"/>
                  <a:pt x="9940" y="4316"/>
                </a:cubicBezTo>
                <a:close/>
                <a:moveTo>
                  <a:pt x="8811" y="4402"/>
                </a:moveTo>
                <a:cubicBezTo>
                  <a:pt x="8877" y="4402"/>
                  <a:pt x="8979" y="4488"/>
                  <a:pt x="9059" y="4620"/>
                </a:cubicBezTo>
                <a:lnTo>
                  <a:pt x="8755" y="4681"/>
                </a:lnTo>
                <a:lnTo>
                  <a:pt x="8663" y="4681"/>
                </a:lnTo>
                <a:cubicBezTo>
                  <a:pt x="8649" y="4696"/>
                  <a:pt x="8627" y="4702"/>
                  <a:pt x="8604" y="4702"/>
                </a:cubicBezTo>
                <a:cubicBezTo>
                  <a:pt x="8529" y="4702"/>
                  <a:pt x="8435" y="4643"/>
                  <a:pt x="8481" y="4620"/>
                </a:cubicBezTo>
                <a:lnTo>
                  <a:pt x="8785" y="4408"/>
                </a:lnTo>
                <a:cubicBezTo>
                  <a:pt x="8793" y="4404"/>
                  <a:pt x="8802" y="4402"/>
                  <a:pt x="8811" y="4402"/>
                </a:cubicBezTo>
                <a:close/>
                <a:moveTo>
                  <a:pt x="11133" y="4107"/>
                </a:moveTo>
                <a:cubicBezTo>
                  <a:pt x="11149" y="4107"/>
                  <a:pt x="11166" y="4114"/>
                  <a:pt x="11186" y="4134"/>
                </a:cubicBezTo>
                <a:cubicBezTo>
                  <a:pt x="11217" y="4164"/>
                  <a:pt x="11247" y="4225"/>
                  <a:pt x="11247" y="4256"/>
                </a:cubicBezTo>
                <a:lnTo>
                  <a:pt x="11217" y="4347"/>
                </a:lnTo>
                <a:cubicBezTo>
                  <a:pt x="11126" y="4468"/>
                  <a:pt x="11156" y="4560"/>
                  <a:pt x="11247" y="4590"/>
                </a:cubicBezTo>
                <a:lnTo>
                  <a:pt x="11278" y="4620"/>
                </a:lnTo>
                <a:cubicBezTo>
                  <a:pt x="11338" y="4712"/>
                  <a:pt x="11217" y="4772"/>
                  <a:pt x="11126" y="4803"/>
                </a:cubicBezTo>
                <a:cubicBezTo>
                  <a:pt x="11065" y="4803"/>
                  <a:pt x="11004" y="4803"/>
                  <a:pt x="10974" y="4772"/>
                </a:cubicBezTo>
                <a:lnTo>
                  <a:pt x="10882" y="4681"/>
                </a:lnTo>
                <a:cubicBezTo>
                  <a:pt x="10822" y="4590"/>
                  <a:pt x="10943" y="4438"/>
                  <a:pt x="10882" y="4377"/>
                </a:cubicBezTo>
                <a:cubicBezTo>
                  <a:pt x="10852" y="4316"/>
                  <a:pt x="10852" y="4225"/>
                  <a:pt x="10882" y="4134"/>
                </a:cubicBezTo>
                <a:lnTo>
                  <a:pt x="11034" y="4134"/>
                </a:lnTo>
                <a:cubicBezTo>
                  <a:pt x="11075" y="4134"/>
                  <a:pt x="11102" y="4107"/>
                  <a:pt x="11133" y="4107"/>
                </a:cubicBezTo>
                <a:close/>
                <a:moveTo>
                  <a:pt x="10457" y="4742"/>
                </a:moveTo>
                <a:cubicBezTo>
                  <a:pt x="10791" y="4863"/>
                  <a:pt x="10882" y="4985"/>
                  <a:pt x="10639" y="4985"/>
                </a:cubicBezTo>
                <a:lnTo>
                  <a:pt x="10396" y="4985"/>
                </a:lnTo>
                <a:cubicBezTo>
                  <a:pt x="10366" y="4924"/>
                  <a:pt x="10305" y="4863"/>
                  <a:pt x="10274" y="4863"/>
                </a:cubicBezTo>
                <a:lnTo>
                  <a:pt x="10183" y="4863"/>
                </a:lnTo>
                <a:cubicBezTo>
                  <a:pt x="10153" y="4863"/>
                  <a:pt x="10153" y="4803"/>
                  <a:pt x="10153" y="4742"/>
                </a:cubicBezTo>
                <a:close/>
                <a:moveTo>
                  <a:pt x="87566" y="6443"/>
                </a:moveTo>
                <a:cubicBezTo>
                  <a:pt x="87624" y="6443"/>
                  <a:pt x="87667" y="6472"/>
                  <a:pt x="87688" y="6525"/>
                </a:cubicBezTo>
                <a:lnTo>
                  <a:pt x="87688" y="6525"/>
                </a:lnTo>
                <a:cubicBezTo>
                  <a:pt x="87653" y="6627"/>
                  <a:pt x="87382" y="6839"/>
                  <a:pt x="87297" y="6839"/>
                </a:cubicBezTo>
                <a:cubicBezTo>
                  <a:pt x="87206" y="6809"/>
                  <a:pt x="87176" y="6778"/>
                  <a:pt x="87176" y="6748"/>
                </a:cubicBezTo>
                <a:lnTo>
                  <a:pt x="87206" y="6748"/>
                </a:lnTo>
                <a:cubicBezTo>
                  <a:pt x="87267" y="6718"/>
                  <a:pt x="87358" y="6687"/>
                  <a:pt x="87419" y="6657"/>
                </a:cubicBezTo>
                <a:cubicBezTo>
                  <a:pt x="87449" y="6626"/>
                  <a:pt x="87388" y="6535"/>
                  <a:pt x="87419" y="6505"/>
                </a:cubicBezTo>
                <a:lnTo>
                  <a:pt x="87449" y="6474"/>
                </a:lnTo>
                <a:cubicBezTo>
                  <a:pt x="87492" y="6453"/>
                  <a:pt x="87531" y="6443"/>
                  <a:pt x="87566" y="6443"/>
                </a:cubicBezTo>
                <a:close/>
                <a:moveTo>
                  <a:pt x="88923" y="7361"/>
                </a:moveTo>
                <a:cubicBezTo>
                  <a:pt x="88961" y="7361"/>
                  <a:pt x="88990" y="7369"/>
                  <a:pt x="88999" y="7386"/>
                </a:cubicBezTo>
                <a:cubicBezTo>
                  <a:pt x="89060" y="7508"/>
                  <a:pt x="89091" y="7629"/>
                  <a:pt x="89091" y="7721"/>
                </a:cubicBezTo>
                <a:cubicBezTo>
                  <a:pt x="89091" y="7758"/>
                  <a:pt x="89067" y="7784"/>
                  <a:pt x="89021" y="7784"/>
                </a:cubicBezTo>
                <a:cubicBezTo>
                  <a:pt x="88992" y="7784"/>
                  <a:pt x="88955" y="7774"/>
                  <a:pt x="88908" y="7751"/>
                </a:cubicBezTo>
                <a:lnTo>
                  <a:pt x="88847" y="7751"/>
                </a:lnTo>
                <a:cubicBezTo>
                  <a:pt x="88787" y="7751"/>
                  <a:pt x="88695" y="7812"/>
                  <a:pt x="88635" y="7812"/>
                </a:cubicBezTo>
                <a:lnTo>
                  <a:pt x="88331" y="7842"/>
                </a:lnTo>
                <a:cubicBezTo>
                  <a:pt x="88386" y="7676"/>
                  <a:pt x="88442" y="7534"/>
                  <a:pt x="88474" y="7534"/>
                </a:cubicBezTo>
                <a:cubicBezTo>
                  <a:pt x="88477" y="7534"/>
                  <a:pt x="88480" y="7536"/>
                  <a:pt x="88483" y="7538"/>
                </a:cubicBezTo>
                <a:cubicBezTo>
                  <a:pt x="88488" y="7544"/>
                  <a:pt x="88498" y="7546"/>
                  <a:pt x="88510" y="7546"/>
                </a:cubicBezTo>
                <a:cubicBezTo>
                  <a:pt x="88565" y="7546"/>
                  <a:pt x="88671" y="7497"/>
                  <a:pt x="88695" y="7447"/>
                </a:cubicBezTo>
                <a:cubicBezTo>
                  <a:pt x="88695" y="7404"/>
                  <a:pt x="88832" y="7361"/>
                  <a:pt x="88923" y="7361"/>
                </a:cubicBezTo>
                <a:close/>
                <a:moveTo>
                  <a:pt x="7782" y="7082"/>
                </a:moveTo>
                <a:cubicBezTo>
                  <a:pt x="7904" y="7082"/>
                  <a:pt x="8025" y="7113"/>
                  <a:pt x="8147" y="7143"/>
                </a:cubicBezTo>
                <a:lnTo>
                  <a:pt x="7995" y="7143"/>
                </a:lnTo>
                <a:lnTo>
                  <a:pt x="7934" y="7174"/>
                </a:lnTo>
                <a:lnTo>
                  <a:pt x="7600" y="7295"/>
                </a:lnTo>
                <a:cubicBezTo>
                  <a:pt x="7569" y="7569"/>
                  <a:pt x="7752" y="7721"/>
                  <a:pt x="7812" y="7721"/>
                </a:cubicBezTo>
                <a:cubicBezTo>
                  <a:pt x="7838" y="7708"/>
                  <a:pt x="7863" y="7701"/>
                  <a:pt x="7886" y="7701"/>
                </a:cubicBezTo>
                <a:cubicBezTo>
                  <a:pt x="7918" y="7701"/>
                  <a:pt x="7947" y="7715"/>
                  <a:pt x="7964" y="7751"/>
                </a:cubicBezTo>
                <a:lnTo>
                  <a:pt x="7904" y="7873"/>
                </a:lnTo>
                <a:cubicBezTo>
                  <a:pt x="7851" y="7926"/>
                  <a:pt x="7777" y="7958"/>
                  <a:pt x="7701" y="7958"/>
                </a:cubicBezTo>
                <a:cubicBezTo>
                  <a:pt x="7646" y="7958"/>
                  <a:pt x="7590" y="7941"/>
                  <a:pt x="7539" y="7903"/>
                </a:cubicBezTo>
                <a:lnTo>
                  <a:pt x="7448" y="7842"/>
                </a:lnTo>
                <a:cubicBezTo>
                  <a:pt x="7387" y="7781"/>
                  <a:pt x="7326" y="7721"/>
                  <a:pt x="7265" y="7690"/>
                </a:cubicBezTo>
                <a:cubicBezTo>
                  <a:pt x="7174" y="7599"/>
                  <a:pt x="7448" y="7569"/>
                  <a:pt x="7296" y="7478"/>
                </a:cubicBezTo>
                <a:cubicBezTo>
                  <a:pt x="7296" y="7447"/>
                  <a:pt x="7326" y="7417"/>
                  <a:pt x="7326" y="7417"/>
                </a:cubicBezTo>
                <a:lnTo>
                  <a:pt x="7539" y="7295"/>
                </a:lnTo>
                <a:cubicBezTo>
                  <a:pt x="7539" y="7174"/>
                  <a:pt x="7660" y="7113"/>
                  <a:pt x="7782" y="7082"/>
                </a:cubicBezTo>
                <a:close/>
                <a:moveTo>
                  <a:pt x="2645" y="9058"/>
                </a:moveTo>
                <a:lnTo>
                  <a:pt x="2645" y="9058"/>
                </a:lnTo>
                <a:cubicBezTo>
                  <a:pt x="2676" y="9088"/>
                  <a:pt x="2676" y="9119"/>
                  <a:pt x="2615" y="9149"/>
                </a:cubicBezTo>
                <a:lnTo>
                  <a:pt x="2645" y="9210"/>
                </a:lnTo>
                <a:lnTo>
                  <a:pt x="2676" y="9332"/>
                </a:lnTo>
                <a:cubicBezTo>
                  <a:pt x="2635" y="9352"/>
                  <a:pt x="2578" y="9359"/>
                  <a:pt x="2516" y="9359"/>
                </a:cubicBezTo>
                <a:cubicBezTo>
                  <a:pt x="2392" y="9359"/>
                  <a:pt x="2250" y="9332"/>
                  <a:pt x="2189" y="9332"/>
                </a:cubicBezTo>
                <a:cubicBezTo>
                  <a:pt x="2098" y="9332"/>
                  <a:pt x="2007" y="9301"/>
                  <a:pt x="1946" y="9240"/>
                </a:cubicBezTo>
                <a:lnTo>
                  <a:pt x="1946" y="9180"/>
                </a:lnTo>
                <a:cubicBezTo>
                  <a:pt x="1976" y="9149"/>
                  <a:pt x="2037" y="9149"/>
                  <a:pt x="2068" y="9149"/>
                </a:cubicBezTo>
                <a:cubicBezTo>
                  <a:pt x="2159" y="9180"/>
                  <a:pt x="2280" y="9210"/>
                  <a:pt x="2372" y="9210"/>
                </a:cubicBezTo>
                <a:cubicBezTo>
                  <a:pt x="2493" y="9180"/>
                  <a:pt x="2584" y="9149"/>
                  <a:pt x="2645" y="9058"/>
                </a:cubicBezTo>
                <a:close/>
                <a:moveTo>
                  <a:pt x="1500" y="8832"/>
                </a:moveTo>
                <a:cubicBezTo>
                  <a:pt x="1536" y="8832"/>
                  <a:pt x="1669" y="8973"/>
                  <a:pt x="1824" y="9180"/>
                </a:cubicBezTo>
                <a:lnTo>
                  <a:pt x="1794" y="9332"/>
                </a:lnTo>
                <a:cubicBezTo>
                  <a:pt x="1794" y="9362"/>
                  <a:pt x="1764" y="9392"/>
                  <a:pt x="1703" y="9423"/>
                </a:cubicBezTo>
                <a:cubicBezTo>
                  <a:pt x="1672" y="9423"/>
                  <a:pt x="1612" y="9392"/>
                  <a:pt x="1612" y="9362"/>
                </a:cubicBezTo>
                <a:lnTo>
                  <a:pt x="1581" y="9240"/>
                </a:lnTo>
                <a:cubicBezTo>
                  <a:pt x="1520" y="9119"/>
                  <a:pt x="1520" y="8967"/>
                  <a:pt x="1490" y="8845"/>
                </a:cubicBezTo>
                <a:cubicBezTo>
                  <a:pt x="1490" y="8836"/>
                  <a:pt x="1493" y="8832"/>
                  <a:pt x="1500" y="8832"/>
                </a:cubicBezTo>
                <a:close/>
                <a:moveTo>
                  <a:pt x="91188" y="10000"/>
                </a:moveTo>
                <a:cubicBezTo>
                  <a:pt x="91300" y="10000"/>
                  <a:pt x="91542" y="10156"/>
                  <a:pt x="91578" y="10156"/>
                </a:cubicBezTo>
                <a:cubicBezTo>
                  <a:pt x="91581" y="10156"/>
                  <a:pt x="91583" y="10155"/>
                  <a:pt x="91583" y="10152"/>
                </a:cubicBezTo>
                <a:cubicBezTo>
                  <a:pt x="91583" y="10150"/>
                  <a:pt x="91583" y="10149"/>
                  <a:pt x="91583" y="10149"/>
                </a:cubicBezTo>
                <a:lnTo>
                  <a:pt x="91583" y="10149"/>
                </a:lnTo>
                <a:cubicBezTo>
                  <a:pt x="91587" y="10149"/>
                  <a:pt x="91611" y="10307"/>
                  <a:pt x="91583" y="10335"/>
                </a:cubicBezTo>
                <a:cubicBezTo>
                  <a:pt x="91575" y="10343"/>
                  <a:pt x="91562" y="10347"/>
                  <a:pt x="91547" y="10347"/>
                </a:cubicBezTo>
                <a:cubicBezTo>
                  <a:pt x="91450" y="10347"/>
                  <a:pt x="91236" y="10201"/>
                  <a:pt x="91157" y="10122"/>
                </a:cubicBezTo>
                <a:cubicBezTo>
                  <a:pt x="91036" y="10031"/>
                  <a:pt x="91066" y="10000"/>
                  <a:pt x="91188" y="10000"/>
                </a:cubicBezTo>
                <a:close/>
                <a:moveTo>
                  <a:pt x="943" y="10152"/>
                </a:moveTo>
                <a:lnTo>
                  <a:pt x="1004" y="10183"/>
                </a:lnTo>
                <a:lnTo>
                  <a:pt x="1095" y="10213"/>
                </a:lnTo>
                <a:cubicBezTo>
                  <a:pt x="1217" y="10213"/>
                  <a:pt x="1156" y="10395"/>
                  <a:pt x="1095" y="10456"/>
                </a:cubicBezTo>
                <a:cubicBezTo>
                  <a:pt x="1073" y="10478"/>
                  <a:pt x="1044" y="10488"/>
                  <a:pt x="1013" y="10488"/>
                </a:cubicBezTo>
                <a:cubicBezTo>
                  <a:pt x="956" y="10488"/>
                  <a:pt x="891" y="10454"/>
                  <a:pt x="852" y="10395"/>
                </a:cubicBezTo>
                <a:lnTo>
                  <a:pt x="791" y="10335"/>
                </a:lnTo>
                <a:lnTo>
                  <a:pt x="730" y="10274"/>
                </a:lnTo>
                <a:cubicBezTo>
                  <a:pt x="791" y="10213"/>
                  <a:pt x="852" y="10152"/>
                  <a:pt x="943" y="10152"/>
                </a:cubicBezTo>
                <a:close/>
                <a:moveTo>
                  <a:pt x="92675" y="10283"/>
                </a:moveTo>
                <a:cubicBezTo>
                  <a:pt x="92754" y="10283"/>
                  <a:pt x="92897" y="10311"/>
                  <a:pt x="92986" y="10311"/>
                </a:cubicBezTo>
                <a:cubicBezTo>
                  <a:pt x="93009" y="10311"/>
                  <a:pt x="93028" y="10309"/>
                  <a:pt x="93042" y="10304"/>
                </a:cubicBezTo>
                <a:cubicBezTo>
                  <a:pt x="93164" y="10304"/>
                  <a:pt x="93224" y="10365"/>
                  <a:pt x="93164" y="10487"/>
                </a:cubicBezTo>
                <a:lnTo>
                  <a:pt x="93072" y="10578"/>
                </a:lnTo>
                <a:lnTo>
                  <a:pt x="93042" y="10608"/>
                </a:lnTo>
                <a:cubicBezTo>
                  <a:pt x="92951" y="10608"/>
                  <a:pt x="92799" y="10578"/>
                  <a:pt x="92768" y="10578"/>
                </a:cubicBezTo>
                <a:cubicBezTo>
                  <a:pt x="92708" y="10578"/>
                  <a:pt x="92616" y="10395"/>
                  <a:pt x="92616" y="10304"/>
                </a:cubicBezTo>
                <a:cubicBezTo>
                  <a:pt x="92616" y="10288"/>
                  <a:pt x="92639" y="10283"/>
                  <a:pt x="92675" y="10283"/>
                </a:cubicBezTo>
                <a:close/>
                <a:moveTo>
                  <a:pt x="90922" y="10292"/>
                </a:moveTo>
                <a:cubicBezTo>
                  <a:pt x="90939" y="10292"/>
                  <a:pt x="90957" y="10295"/>
                  <a:pt x="90975" y="10304"/>
                </a:cubicBezTo>
                <a:lnTo>
                  <a:pt x="91036" y="10304"/>
                </a:lnTo>
                <a:cubicBezTo>
                  <a:pt x="91157" y="10365"/>
                  <a:pt x="91188" y="10517"/>
                  <a:pt x="91370" y="10517"/>
                </a:cubicBezTo>
                <a:lnTo>
                  <a:pt x="91522" y="10517"/>
                </a:lnTo>
                <a:cubicBezTo>
                  <a:pt x="91522" y="10639"/>
                  <a:pt x="91340" y="10791"/>
                  <a:pt x="91127" y="10882"/>
                </a:cubicBezTo>
                <a:lnTo>
                  <a:pt x="91005" y="10699"/>
                </a:lnTo>
                <a:cubicBezTo>
                  <a:pt x="91066" y="10669"/>
                  <a:pt x="91005" y="10578"/>
                  <a:pt x="90884" y="10517"/>
                </a:cubicBezTo>
                <a:lnTo>
                  <a:pt x="90853" y="10547"/>
                </a:lnTo>
                <a:lnTo>
                  <a:pt x="90701" y="10669"/>
                </a:lnTo>
                <a:cubicBezTo>
                  <a:pt x="90671" y="10547"/>
                  <a:pt x="90762" y="10365"/>
                  <a:pt x="90793" y="10335"/>
                </a:cubicBezTo>
                <a:cubicBezTo>
                  <a:pt x="90836" y="10313"/>
                  <a:pt x="90879" y="10292"/>
                  <a:pt x="90922" y="10292"/>
                </a:cubicBezTo>
                <a:close/>
                <a:moveTo>
                  <a:pt x="92738" y="10760"/>
                </a:moveTo>
                <a:cubicBezTo>
                  <a:pt x="92799" y="10821"/>
                  <a:pt x="92829" y="10882"/>
                  <a:pt x="92860" y="10943"/>
                </a:cubicBezTo>
                <a:lnTo>
                  <a:pt x="92951" y="11003"/>
                </a:lnTo>
                <a:lnTo>
                  <a:pt x="93042" y="11095"/>
                </a:lnTo>
                <a:cubicBezTo>
                  <a:pt x="92996" y="11125"/>
                  <a:pt x="92943" y="11140"/>
                  <a:pt x="92890" y="11140"/>
                </a:cubicBezTo>
                <a:cubicBezTo>
                  <a:pt x="92837" y="11140"/>
                  <a:pt x="92784" y="11125"/>
                  <a:pt x="92738" y="11095"/>
                </a:cubicBezTo>
                <a:cubicBezTo>
                  <a:pt x="92677" y="11064"/>
                  <a:pt x="92556" y="10851"/>
                  <a:pt x="92586" y="10821"/>
                </a:cubicBezTo>
                <a:cubicBezTo>
                  <a:pt x="92616" y="10791"/>
                  <a:pt x="92677" y="10760"/>
                  <a:pt x="92738" y="10760"/>
                </a:cubicBezTo>
                <a:close/>
                <a:moveTo>
                  <a:pt x="15941" y="11394"/>
                </a:moveTo>
                <a:cubicBezTo>
                  <a:pt x="15949" y="11394"/>
                  <a:pt x="15955" y="11395"/>
                  <a:pt x="15958" y="11399"/>
                </a:cubicBezTo>
                <a:cubicBezTo>
                  <a:pt x="15989" y="11459"/>
                  <a:pt x="15989" y="11520"/>
                  <a:pt x="16019" y="11611"/>
                </a:cubicBezTo>
                <a:lnTo>
                  <a:pt x="15898" y="11581"/>
                </a:lnTo>
                <a:lnTo>
                  <a:pt x="15685" y="11551"/>
                </a:lnTo>
                <a:cubicBezTo>
                  <a:pt x="15667" y="11639"/>
                  <a:pt x="15649" y="11686"/>
                  <a:pt x="15644" y="11686"/>
                </a:cubicBezTo>
                <a:cubicBezTo>
                  <a:pt x="15640" y="11686"/>
                  <a:pt x="15642" y="11662"/>
                  <a:pt x="15654" y="11611"/>
                </a:cubicBezTo>
                <a:cubicBezTo>
                  <a:pt x="15654" y="11503"/>
                  <a:pt x="15873" y="11394"/>
                  <a:pt x="15941" y="11394"/>
                </a:cubicBezTo>
                <a:close/>
                <a:moveTo>
                  <a:pt x="14560" y="11338"/>
                </a:moveTo>
                <a:cubicBezTo>
                  <a:pt x="14712" y="11399"/>
                  <a:pt x="14834" y="11490"/>
                  <a:pt x="14955" y="11611"/>
                </a:cubicBezTo>
                <a:cubicBezTo>
                  <a:pt x="15001" y="11656"/>
                  <a:pt x="14861" y="11735"/>
                  <a:pt x="14761" y="11735"/>
                </a:cubicBezTo>
                <a:cubicBezTo>
                  <a:pt x="14727" y="11735"/>
                  <a:pt x="14697" y="11726"/>
                  <a:pt x="14682" y="11702"/>
                </a:cubicBezTo>
                <a:cubicBezTo>
                  <a:pt x="14627" y="11675"/>
                  <a:pt x="14573" y="11660"/>
                  <a:pt x="14521" y="11660"/>
                </a:cubicBezTo>
                <a:cubicBezTo>
                  <a:pt x="14457" y="11660"/>
                  <a:pt x="14398" y="11683"/>
                  <a:pt x="14347" y="11733"/>
                </a:cubicBezTo>
                <a:lnTo>
                  <a:pt x="14287" y="11733"/>
                </a:lnTo>
                <a:lnTo>
                  <a:pt x="14135" y="11702"/>
                </a:lnTo>
                <a:cubicBezTo>
                  <a:pt x="14152" y="11614"/>
                  <a:pt x="14211" y="11567"/>
                  <a:pt x="14294" y="11567"/>
                </a:cubicBezTo>
                <a:cubicBezTo>
                  <a:pt x="14352" y="11567"/>
                  <a:pt x="14423" y="11591"/>
                  <a:pt x="14499" y="11642"/>
                </a:cubicBezTo>
                <a:lnTo>
                  <a:pt x="14560" y="11338"/>
                </a:lnTo>
                <a:close/>
                <a:moveTo>
                  <a:pt x="12620" y="11409"/>
                </a:moveTo>
                <a:cubicBezTo>
                  <a:pt x="12634" y="11409"/>
                  <a:pt x="12652" y="11415"/>
                  <a:pt x="12676" y="11429"/>
                </a:cubicBezTo>
                <a:lnTo>
                  <a:pt x="12828" y="11429"/>
                </a:lnTo>
                <a:cubicBezTo>
                  <a:pt x="12949" y="11429"/>
                  <a:pt x="12888" y="11611"/>
                  <a:pt x="12828" y="11702"/>
                </a:cubicBezTo>
                <a:cubicBezTo>
                  <a:pt x="12814" y="11730"/>
                  <a:pt x="12788" y="11745"/>
                  <a:pt x="12758" y="11745"/>
                </a:cubicBezTo>
                <a:cubicBezTo>
                  <a:pt x="12721" y="11745"/>
                  <a:pt x="12679" y="11722"/>
                  <a:pt x="12645" y="11672"/>
                </a:cubicBezTo>
                <a:cubicBezTo>
                  <a:pt x="12594" y="11595"/>
                  <a:pt x="12542" y="11409"/>
                  <a:pt x="12620" y="11409"/>
                </a:cubicBezTo>
                <a:close/>
                <a:moveTo>
                  <a:pt x="16718" y="11429"/>
                </a:moveTo>
                <a:cubicBezTo>
                  <a:pt x="16779" y="11429"/>
                  <a:pt x="16840" y="11429"/>
                  <a:pt x="16901" y="11459"/>
                </a:cubicBezTo>
                <a:lnTo>
                  <a:pt x="16931" y="11490"/>
                </a:lnTo>
                <a:cubicBezTo>
                  <a:pt x="16901" y="11611"/>
                  <a:pt x="16810" y="11702"/>
                  <a:pt x="16749" y="11763"/>
                </a:cubicBezTo>
                <a:lnTo>
                  <a:pt x="16627" y="11854"/>
                </a:lnTo>
                <a:cubicBezTo>
                  <a:pt x="16597" y="11854"/>
                  <a:pt x="16536" y="11824"/>
                  <a:pt x="16506" y="11794"/>
                </a:cubicBezTo>
                <a:cubicBezTo>
                  <a:pt x="16506" y="11763"/>
                  <a:pt x="16506" y="11733"/>
                  <a:pt x="16536" y="11702"/>
                </a:cubicBezTo>
                <a:lnTo>
                  <a:pt x="16597" y="11672"/>
                </a:lnTo>
                <a:cubicBezTo>
                  <a:pt x="16658" y="11642"/>
                  <a:pt x="16627" y="11551"/>
                  <a:pt x="16536" y="11459"/>
                </a:cubicBezTo>
                <a:lnTo>
                  <a:pt x="16718" y="11429"/>
                </a:lnTo>
                <a:close/>
                <a:moveTo>
                  <a:pt x="17368" y="11579"/>
                </a:moveTo>
                <a:cubicBezTo>
                  <a:pt x="17374" y="11579"/>
                  <a:pt x="17381" y="11579"/>
                  <a:pt x="17387" y="11581"/>
                </a:cubicBezTo>
                <a:lnTo>
                  <a:pt x="17387" y="11611"/>
                </a:lnTo>
                <a:lnTo>
                  <a:pt x="17387" y="11733"/>
                </a:lnTo>
                <a:cubicBezTo>
                  <a:pt x="17342" y="11846"/>
                  <a:pt x="17263" y="11908"/>
                  <a:pt x="17201" y="11908"/>
                </a:cubicBezTo>
                <a:cubicBezTo>
                  <a:pt x="17179" y="11908"/>
                  <a:pt x="17160" y="11901"/>
                  <a:pt x="17144" y="11885"/>
                </a:cubicBezTo>
                <a:cubicBezTo>
                  <a:pt x="17086" y="11827"/>
                  <a:pt x="17247" y="11579"/>
                  <a:pt x="17368" y="11579"/>
                </a:cubicBezTo>
                <a:close/>
                <a:moveTo>
                  <a:pt x="7404" y="11705"/>
                </a:moveTo>
                <a:cubicBezTo>
                  <a:pt x="7427" y="11705"/>
                  <a:pt x="7452" y="11713"/>
                  <a:pt x="7478" y="11733"/>
                </a:cubicBezTo>
                <a:lnTo>
                  <a:pt x="7569" y="11794"/>
                </a:lnTo>
                <a:lnTo>
                  <a:pt x="7600" y="11824"/>
                </a:lnTo>
                <a:cubicBezTo>
                  <a:pt x="7630" y="11854"/>
                  <a:pt x="7630" y="11915"/>
                  <a:pt x="7569" y="11946"/>
                </a:cubicBezTo>
                <a:lnTo>
                  <a:pt x="7448" y="11946"/>
                </a:lnTo>
                <a:cubicBezTo>
                  <a:pt x="7415" y="11954"/>
                  <a:pt x="7387" y="11958"/>
                  <a:pt x="7363" y="11958"/>
                </a:cubicBezTo>
                <a:cubicBezTo>
                  <a:pt x="7298" y="11958"/>
                  <a:pt x="7265" y="11929"/>
                  <a:pt x="7265" y="11885"/>
                </a:cubicBezTo>
                <a:cubicBezTo>
                  <a:pt x="7265" y="11813"/>
                  <a:pt x="7321" y="11705"/>
                  <a:pt x="7404" y="11705"/>
                </a:cubicBezTo>
                <a:close/>
                <a:moveTo>
                  <a:pt x="6931" y="11247"/>
                </a:moveTo>
                <a:lnTo>
                  <a:pt x="7022" y="11277"/>
                </a:lnTo>
                <a:lnTo>
                  <a:pt x="7053" y="11307"/>
                </a:lnTo>
                <a:cubicBezTo>
                  <a:pt x="7083" y="11459"/>
                  <a:pt x="7113" y="11581"/>
                  <a:pt x="7083" y="11733"/>
                </a:cubicBezTo>
                <a:cubicBezTo>
                  <a:pt x="7022" y="11854"/>
                  <a:pt x="6961" y="11946"/>
                  <a:pt x="6870" y="12037"/>
                </a:cubicBezTo>
                <a:cubicBezTo>
                  <a:pt x="6840" y="12067"/>
                  <a:pt x="6809" y="12067"/>
                  <a:pt x="6749" y="12098"/>
                </a:cubicBezTo>
                <a:cubicBezTo>
                  <a:pt x="6749" y="12067"/>
                  <a:pt x="6779" y="12037"/>
                  <a:pt x="6809" y="11976"/>
                </a:cubicBezTo>
                <a:cubicBezTo>
                  <a:pt x="6809" y="11824"/>
                  <a:pt x="6809" y="11702"/>
                  <a:pt x="6809" y="11581"/>
                </a:cubicBezTo>
                <a:lnTo>
                  <a:pt x="6779" y="11520"/>
                </a:lnTo>
                <a:lnTo>
                  <a:pt x="6779" y="11459"/>
                </a:lnTo>
                <a:cubicBezTo>
                  <a:pt x="6809" y="11368"/>
                  <a:pt x="6870" y="11307"/>
                  <a:pt x="6931" y="11247"/>
                </a:cubicBezTo>
                <a:close/>
                <a:moveTo>
                  <a:pt x="75134" y="11942"/>
                </a:moveTo>
                <a:cubicBezTo>
                  <a:pt x="75225" y="11942"/>
                  <a:pt x="75349" y="12073"/>
                  <a:pt x="75321" y="12128"/>
                </a:cubicBezTo>
                <a:cubicBezTo>
                  <a:pt x="75312" y="12156"/>
                  <a:pt x="75289" y="12167"/>
                  <a:pt x="75259" y="12167"/>
                </a:cubicBezTo>
                <a:cubicBezTo>
                  <a:pt x="75191" y="12167"/>
                  <a:pt x="75090" y="12110"/>
                  <a:pt x="75048" y="12067"/>
                </a:cubicBezTo>
                <a:cubicBezTo>
                  <a:pt x="74987" y="12037"/>
                  <a:pt x="75017" y="11946"/>
                  <a:pt x="75078" y="11946"/>
                </a:cubicBezTo>
                <a:lnTo>
                  <a:pt x="75108" y="11946"/>
                </a:lnTo>
                <a:cubicBezTo>
                  <a:pt x="75117" y="11943"/>
                  <a:pt x="75125" y="11942"/>
                  <a:pt x="75134" y="11942"/>
                </a:cubicBezTo>
                <a:close/>
                <a:moveTo>
                  <a:pt x="68938" y="12006"/>
                </a:moveTo>
                <a:cubicBezTo>
                  <a:pt x="69029" y="12006"/>
                  <a:pt x="69121" y="12067"/>
                  <a:pt x="69181" y="12128"/>
                </a:cubicBezTo>
                <a:lnTo>
                  <a:pt x="69090" y="12189"/>
                </a:lnTo>
                <a:lnTo>
                  <a:pt x="68938" y="12280"/>
                </a:lnTo>
                <a:cubicBezTo>
                  <a:pt x="68999" y="12310"/>
                  <a:pt x="68969" y="12432"/>
                  <a:pt x="68908" y="12462"/>
                </a:cubicBezTo>
                <a:lnTo>
                  <a:pt x="68847" y="12493"/>
                </a:lnTo>
                <a:lnTo>
                  <a:pt x="68786" y="12493"/>
                </a:lnTo>
                <a:cubicBezTo>
                  <a:pt x="68725" y="12493"/>
                  <a:pt x="68695" y="12462"/>
                  <a:pt x="68665" y="12402"/>
                </a:cubicBezTo>
                <a:lnTo>
                  <a:pt x="68665" y="12280"/>
                </a:lnTo>
                <a:lnTo>
                  <a:pt x="68665" y="12250"/>
                </a:lnTo>
                <a:cubicBezTo>
                  <a:pt x="68634" y="12128"/>
                  <a:pt x="68725" y="12006"/>
                  <a:pt x="68847" y="12006"/>
                </a:cubicBezTo>
                <a:close/>
                <a:moveTo>
                  <a:pt x="69637" y="12189"/>
                </a:moveTo>
                <a:lnTo>
                  <a:pt x="69820" y="12280"/>
                </a:lnTo>
                <a:cubicBezTo>
                  <a:pt x="69880" y="12310"/>
                  <a:pt x="69880" y="12402"/>
                  <a:pt x="69820" y="12432"/>
                </a:cubicBezTo>
                <a:cubicBezTo>
                  <a:pt x="69728" y="12462"/>
                  <a:pt x="69637" y="12493"/>
                  <a:pt x="69546" y="12523"/>
                </a:cubicBezTo>
                <a:lnTo>
                  <a:pt x="69485" y="12523"/>
                </a:lnTo>
                <a:cubicBezTo>
                  <a:pt x="69394" y="12523"/>
                  <a:pt x="69364" y="12493"/>
                  <a:pt x="69364" y="12462"/>
                </a:cubicBezTo>
                <a:cubicBezTo>
                  <a:pt x="69394" y="12432"/>
                  <a:pt x="69546" y="12280"/>
                  <a:pt x="69637" y="12189"/>
                </a:cubicBezTo>
                <a:close/>
                <a:moveTo>
                  <a:pt x="87328" y="12037"/>
                </a:moveTo>
                <a:lnTo>
                  <a:pt x="87480" y="12158"/>
                </a:lnTo>
                <a:lnTo>
                  <a:pt x="87510" y="12189"/>
                </a:lnTo>
                <a:cubicBezTo>
                  <a:pt x="87540" y="12181"/>
                  <a:pt x="87571" y="12177"/>
                  <a:pt x="87600" y="12177"/>
                </a:cubicBezTo>
                <a:cubicBezTo>
                  <a:pt x="87689" y="12177"/>
                  <a:pt x="87768" y="12212"/>
                  <a:pt x="87814" y="12280"/>
                </a:cubicBezTo>
                <a:lnTo>
                  <a:pt x="87814" y="12371"/>
                </a:lnTo>
                <a:cubicBezTo>
                  <a:pt x="87844" y="12371"/>
                  <a:pt x="87844" y="12432"/>
                  <a:pt x="87875" y="12432"/>
                </a:cubicBezTo>
                <a:lnTo>
                  <a:pt x="87966" y="12462"/>
                </a:lnTo>
                <a:cubicBezTo>
                  <a:pt x="88027" y="12493"/>
                  <a:pt x="88087" y="12554"/>
                  <a:pt x="88027" y="12584"/>
                </a:cubicBezTo>
                <a:lnTo>
                  <a:pt x="87905" y="12554"/>
                </a:lnTo>
                <a:cubicBezTo>
                  <a:pt x="87783" y="12554"/>
                  <a:pt x="87662" y="12554"/>
                  <a:pt x="87540" y="12523"/>
                </a:cubicBezTo>
                <a:cubicBezTo>
                  <a:pt x="87480" y="12493"/>
                  <a:pt x="87540" y="12402"/>
                  <a:pt x="87601" y="12341"/>
                </a:cubicBezTo>
                <a:cubicBezTo>
                  <a:pt x="87632" y="12310"/>
                  <a:pt x="87449" y="12250"/>
                  <a:pt x="87388" y="12250"/>
                </a:cubicBezTo>
                <a:cubicBezTo>
                  <a:pt x="87297" y="12250"/>
                  <a:pt x="87267" y="12158"/>
                  <a:pt x="87328" y="12037"/>
                </a:cubicBezTo>
                <a:close/>
                <a:moveTo>
                  <a:pt x="79941" y="12265"/>
                </a:moveTo>
                <a:cubicBezTo>
                  <a:pt x="79987" y="12265"/>
                  <a:pt x="80033" y="12280"/>
                  <a:pt x="80063" y="12341"/>
                </a:cubicBezTo>
                <a:cubicBezTo>
                  <a:pt x="80124" y="12432"/>
                  <a:pt x="80185" y="12462"/>
                  <a:pt x="80276" y="12493"/>
                </a:cubicBezTo>
                <a:lnTo>
                  <a:pt x="80428" y="12554"/>
                </a:lnTo>
                <a:cubicBezTo>
                  <a:pt x="80428" y="12590"/>
                  <a:pt x="80395" y="12607"/>
                  <a:pt x="80340" y="12607"/>
                </a:cubicBezTo>
                <a:cubicBezTo>
                  <a:pt x="80255" y="12607"/>
                  <a:pt x="80119" y="12566"/>
                  <a:pt x="79972" y="12493"/>
                </a:cubicBezTo>
                <a:lnTo>
                  <a:pt x="79759" y="12402"/>
                </a:lnTo>
                <a:cubicBezTo>
                  <a:pt x="79729" y="12371"/>
                  <a:pt x="79820" y="12280"/>
                  <a:pt x="79820" y="12280"/>
                </a:cubicBezTo>
                <a:cubicBezTo>
                  <a:pt x="79850" y="12280"/>
                  <a:pt x="79896" y="12265"/>
                  <a:pt x="79941" y="12265"/>
                </a:cubicBezTo>
                <a:close/>
                <a:moveTo>
                  <a:pt x="88387" y="12028"/>
                </a:moveTo>
                <a:cubicBezTo>
                  <a:pt x="88484" y="12028"/>
                  <a:pt x="88659" y="12067"/>
                  <a:pt x="88756" y="12067"/>
                </a:cubicBezTo>
                <a:cubicBezTo>
                  <a:pt x="88847" y="12067"/>
                  <a:pt x="89030" y="12432"/>
                  <a:pt x="88939" y="12523"/>
                </a:cubicBezTo>
                <a:cubicBezTo>
                  <a:pt x="88817" y="12614"/>
                  <a:pt x="88574" y="12584"/>
                  <a:pt x="88513" y="12645"/>
                </a:cubicBezTo>
                <a:cubicBezTo>
                  <a:pt x="88508" y="12647"/>
                  <a:pt x="88503" y="12647"/>
                  <a:pt x="88498" y="12647"/>
                </a:cubicBezTo>
                <a:cubicBezTo>
                  <a:pt x="88422" y="12647"/>
                  <a:pt x="88424" y="12427"/>
                  <a:pt x="88452" y="12341"/>
                </a:cubicBezTo>
                <a:cubicBezTo>
                  <a:pt x="88483" y="12250"/>
                  <a:pt x="88422" y="12189"/>
                  <a:pt x="88361" y="12189"/>
                </a:cubicBezTo>
                <a:cubicBezTo>
                  <a:pt x="88270" y="12219"/>
                  <a:pt x="88179" y="12250"/>
                  <a:pt x="88087" y="12250"/>
                </a:cubicBezTo>
                <a:cubicBezTo>
                  <a:pt x="88148" y="12158"/>
                  <a:pt x="88239" y="12098"/>
                  <a:pt x="88331" y="12037"/>
                </a:cubicBezTo>
                <a:cubicBezTo>
                  <a:pt x="88343" y="12031"/>
                  <a:pt x="88362" y="12028"/>
                  <a:pt x="88387" y="12028"/>
                </a:cubicBezTo>
                <a:close/>
                <a:moveTo>
                  <a:pt x="67759" y="12525"/>
                </a:moveTo>
                <a:cubicBezTo>
                  <a:pt x="67795" y="12525"/>
                  <a:pt x="67833" y="12533"/>
                  <a:pt x="67874" y="12554"/>
                </a:cubicBezTo>
                <a:lnTo>
                  <a:pt x="67935" y="12554"/>
                </a:lnTo>
                <a:cubicBezTo>
                  <a:pt x="67996" y="12614"/>
                  <a:pt x="67965" y="12706"/>
                  <a:pt x="67844" y="12766"/>
                </a:cubicBezTo>
                <a:lnTo>
                  <a:pt x="67783" y="12797"/>
                </a:lnTo>
                <a:cubicBezTo>
                  <a:pt x="67734" y="12797"/>
                  <a:pt x="67681" y="12802"/>
                  <a:pt x="67628" y="12802"/>
                </a:cubicBezTo>
                <a:cubicBezTo>
                  <a:pt x="67550" y="12802"/>
                  <a:pt x="67473" y="12791"/>
                  <a:pt x="67418" y="12736"/>
                </a:cubicBezTo>
                <a:cubicBezTo>
                  <a:pt x="67388" y="12706"/>
                  <a:pt x="67388" y="12675"/>
                  <a:pt x="67418" y="12645"/>
                </a:cubicBezTo>
                <a:cubicBezTo>
                  <a:pt x="67536" y="12621"/>
                  <a:pt x="67636" y="12525"/>
                  <a:pt x="67759" y="12525"/>
                </a:cubicBezTo>
                <a:close/>
                <a:moveTo>
                  <a:pt x="75777" y="12736"/>
                </a:moveTo>
                <a:cubicBezTo>
                  <a:pt x="75807" y="12765"/>
                  <a:pt x="75779" y="12824"/>
                  <a:pt x="75721" y="12883"/>
                </a:cubicBezTo>
                <a:lnTo>
                  <a:pt x="75721" y="12883"/>
                </a:lnTo>
                <a:cubicBezTo>
                  <a:pt x="75721" y="12873"/>
                  <a:pt x="75719" y="12865"/>
                  <a:pt x="75716" y="12858"/>
                </a:cubicBezTo>
                <a:cubicBezTo>
                  <a:pt x="75686" y="12736"/>
                  <a:pt x="75747" y="12736"/>
                  <a:pt x="75777" y="12736"/>
                </a:cubicBezTo>
                <a:close/>
                <a:moveTo>
                  <a:pt x="22567" y="12887"/>
                </a:moveTo>
                <a:cubicBezTo>
                  <a:pt x="22633" y="12887"/>
                  <a:pt x="22697" y="12920"/>
                  <a:pt x="22737" y="12979"/>
                </a:cubicBezTo>
                <a:lnTo>
                  <a:pt x="22767" y="13040"/>
                </a:lnTo>
                <a:lnTo>
                  <a:pt x="22828" y="13070"/>
                </a:lnTo>
                <a:cubicBezTo>
                  <a:pt x="22828" y="13123"/>
                  <a:pt x="22818" y="13156"/>
                  <a:pt x="22791" y="13156"/>
                </a:cubicBezTo>
                <a:cubicBezTo>
                  <a:pt x="22772" y="13156"/>
                  <a:pt x="22744" y="13139"/>
                  <a:pt x="22706" y="13101"/>
                </a:cubicBezTo>
                <a:lnTo>
                  <a:pt x="22585" y="13101"/>
                </a:lnTo>
                <a:lnTo>
                  <a:pt x="22463" y="13070"/>
                </a:lnTo>
                <a:cubicBezTo>
                  <a:pt x="22447" y="13073"/>
                  <a:pt x="22433" y="13074"/>
                  <a:pt x="22421" y="13074"/>
                </a:cubicBezTo>
                <a:cubicBezTo>
                  <a:pt x="22302" y="13074"/>
                  <a:pt x="22408" y="12946"/>
                  <a:pt x="22463" y="12918"/>
                </a:cubicBezTo>
                <a:cubicBezTo>
                  <a:pt x="22495" y="12897"/>
                  <a:pt x="22532" y="12887"/>
                  <a:pt x="22567" y="12887"/>
                </a:cubicBezTo>
                <a:close/>
                <a:moveTo>
                  <a:pt x="42524" y="12797"/>
                </a:moveTo>
                <a:cubicBezTo>
                  <a:pt x="42615" y="12827"/>
                  <a:pt x="42798" y="13010"/>
                  <a:pt x="42737" y="13101"/>
                </a:cubicBezTo>
                <a:cubicBezTo>
                  <a:pt x="42701" y="13172"/>
                  <a:pt x="42666" y="13201"/>
                  <a:pt x="42636" y="13201"/>
                </a:cubicBezTo>
                <a:cubicBezTo>
                  <a:pt x="42615" y="13201"/>
                  <a:pt x="42598" y="13187"/>
                  <a:pt x="42585" y="13161"/>
                </a:cubicBezTo>
                <a:lnTo>
                  <a:pt x="42585" y="13101"/>
                </a:lnTo>
                <a:cubicBezTo>
                  <a:pt x="42615" y="12979"/>
                  <a:pt x="42585" y="12918"/>
                  <a:pt x="42433" y="12918"/>
                </a:cubicBezTo>
                <a:cubicBezTo>
                  <a:pt x="42403" y="12858"/>
                  <a:pt x="42433" y="12827"/>
                  <a:pt x="42524" y="12827"/>
                </a:cubicBezTo>
                <a:lnTo>
                  <a:pt x="42524" y="12797"/>
                </a:lnTo>
                <a:close/>
                <a:moveTo>
                  <a:pt x="16293" y="12584"/>
                </a:moveTo>
                <a:cubicBezTo>
                  <a:pt x="16384" y="12614"/>
                  <a:pt x="16445" y="12675"/>
                  <a:pt x="16506" y="12736"/>
                </a:cubicBezTo>
                <a:cubicBezTo>
                  <a:pt x="16506" y="12780"/>
                  <a:pt x="16522" y="12809"/>
                  <a:pt x="16543" y="12809"/>
                </a:cubicBezTo>
                <a:cubicBezTo>
                  <a:pt x="16550" y="12809"/>
                  <a:pt x="16558" y="12805"/>
                  <a:pt x="16566" y="12797"/>
                </a:cubicBezTo>
                <a:lnTo>
                  <a:pt x="16566" y="12675"/>
                </a:lnTo>
                <a:cubicBezTo>
                  <a:pt x="16597" y="12645"/>
                  <a:pt x="16627" y="12614"/>
                  <a:pt x="16658" y="12614"/>
                </a:cubicBezTo>
                <a:cubicBezTo>
                  <a:pt x="16688" y="12614"/>
                  <a:pt x="16779" y="12645"/>
                  <a:pt x="16779" y="12645"/>
                </a:cubicBezTo>
                <a:lnTo>
                  <a:pt x="16779" y="12797"/>
                </a:lnTo>
                <a:cubicBezTo>
                  <a:pt x="16870" y="12918"/>
                  <a:pt x="17022" y="13192"/>
                  <a:pt x="16962" y="13222"/>
                </a:cubicBezTo>
                <a:cubicBezTo>
                  <a:pt x="16951" y="13233"/>
                  <a:pt x="16938" y="13238"/>
                  <a:pt x="16924" y="13238"/>
                </a:cubicBezTo>
                <a:cubicBezTo>
                  <a:pt x="16860" y="13238"/>
                  <a:pt x="16768" y="13129"/>
                  <a:pt x="16718" y="12979"/>
                </a:cubicBezTo>
                <a:lnTo>
                  <a:pt x="16232" y="12979"/>
                </a:lnTo>
                <a:cubicBezTo>
                  <a:pt x="16232" y="12949"/>
                  <a:pt x="16354" y="12766"/>
                  <a:pt x="16293" y="12706"/>
                </a:cubicBezTo>
                <a:cubicBezTo>
                  <a:pt x="16232" y="12675"/>
                  <a:pt x="16202" y="12584"/>
                  <a:pt x="16202" y="12584"/>
                </a:cubicBezTo>
                <a:close/>
                <a:moveTo>
                  <a:pt x="43892" y="13010"/>
                </a:moveTo>
                <a:cubicBezTo>
                  <a:pt x="43983" y="13101"/>
                  <a:pt x="44074" y="13161"/>
                  <a:pt x="44135" y="13253"/>
                </a:cubicBezTo>
                <a:cubicBezTo>
                  <a:pt x="44156" y="13253"/>
                  <a:pt x="44135" y="13266"/>
                  <a:pt x="44092" y="13266"/>
                </a:cubicBezTo>
                <a:cubicBezTo>
                  <a:pt x="44071" y="13266"/>
                  <a:pt x="44044" y="13263"/>
                  <a:pt x="44014" y="13253"/>
                </a:cubicBezTo>
                <a:lnTo>
                  <a:pt x="43467" y="13253"/>
                </a:lnTo>
                <a:cubicBezTo>
                  <a:pt x="43406" y="13222"/>
                  <a:pt x="43467" y="13131"/>
                  <a:pt x="43588" y="13040"/>
                </a:cubicBezTo>
                <a:cubicBezTo>
                  <a:pt x="43624" y="13076"/>
                  <a:pt x="43655" y="13088"/>
                  <a:pt x="43685" y="13088"/>
                </a:cubicBezTo>
                <a:cubicBezTo>
                  <a:pt x="43732" y="13088"/>
                  <a:pt x="43776" y="13058"/>
                  <a:pt x="43831" y="13040"/>
                </a:cubicBezTo>
                <a:lnTo>
                  <a:pt x="43892" y="13010"/>
                </a:lnTo>
                <a:close/>
                <a:moveTo>
                  <a:pt x="14834" y="12918"/>
                </a:moveTo>
                <a:lnTo>
                  <a:pt x="14803" y="12949"/>
                </a:lnTo>
                <a:cubicBezTo>
                  <a:pt x="14895" y="12949"/>
                  <a:pt x="15138" y="13010"/>
                  <a:pt x="15107" y="13040"/>
                </a:cubicBezTo>
                <a:lnTo>
                  <a:pt x="15107" y="13131"/>
                </a:lnTo>
                <a:cubicBezTo>
                  <a:pt x="15138" y="13222"/>
                  <a:pt x="15138" y="13283"/>
                  <a:pt x="15077" y="13344"/>
                </a:cubicBezTo>
                <a:lnTo>
                  <a:pt x="14986" y="13344"/>
                </a:lnTo>
                <a:cubicBezTo>
                  <a:pt x="14955" y="13313"/>
                  <a:pt x="14895" y="13283"/>
                  <a:pt x="14864" y="13253"/>
                </a:cubicBezTo>
                <a:lnTo>
                  <a:pt x="14712" y="13101"/>
                </a:lnTo>
                <a:cubicBezTo>
                  <a:pt x="14682" y="13010"/>
                  <a:pt x="14743" y="12918"/>
                  <a:pt x="14834" y="12918"/>
                </a:cubicBezTo>
                <a:close/>
                <a:moveTo>
                  <a:pt x="76025" y="12647"/>
                </a:moveTo>
                <a:cubicBezTo>
                  <a:pt x="76174" y="12647"/>
                  <a:pt x="76311" y="12749"/>
                  <a:pt x="76264" y="12797"/>
                </a:cubicBezTo>
                <a:cubicBezTo>
                  <a:pt x="76203" y="12827"/>
                  <a:pt x="76416" y="13161"/>
                  <a:pt x="76507" y="13283"/>
                </a:cubicBezTo>
                <a:cubicBezTo>
                  <a:pt x="76553" y="13376"/>
                  <a:pt x="76511" y="13416"/>
                  <a:pt x="76461" y="13416"/>
                </a:cubicBezTo>
                <a:cubicBezTo>
                  <a:pt x="76446" y="13416"/>
                  <a:pt x="76430" y="13412"/>
                  <a:pt x="76416" y="13405"/>
                </a:cubicBezTo>
                <a:cubicBezTo>
                  <a:pt x="76294" y="13344"/>
                  <a:pt x="76203" y="13313"/>
                  <a:pt x="76081" y="13313"/>
                </a:cubicBezTo>
                <a:lnTo>
                  <a:pt x="76020" y="13344"/>
                </a:lnTo>
                <a:cubicBezTo>
                  <a:pt x="75965" y="13390"/>
                  <a:pt x="75916" y="13405"/>
                  <a:pt x="75869" y="13405"/>
                </a:cubicBezTo>
                <a:cubicBezTo>
                  <a:pt x="75774" y="13405"/>
                  <a:pt x="75692" y="13340"/>
                  <a:pt x="75600" y="13340"/>
                </a:cubicBezTo>
                <a:cubicBezTo>
                  <a:pt x="75588" y="13340"/>
                  <a:pt x="75577" y="13341"/>
                  <a:pt x="75564" y="13344"/>
                </a:cubicBezTo>
                <a:lnTo>
                  <a:pt x="75443" y="13405"/>
                </a:lnTo>
                <a:cubicBezTo>
                  <a:pt x="75260" y="13374"/>
                  <a:pt x="75108" y="13313"/>
                  <a:pt x="75108" y="13283"/>
                </a:cubicBezTo>
                <a:cubicBezTo>
                  <a:pt x="75108" y="13253"/>
                  <a:pt x="75352" y="13101"/>
                  <a:pt x="75291" y="13040"/>
                </a:cubicBezTo>
                <a:cubicBezTo>
                  <a:pt x="75230" y="12979"/>
                  <a:pt x="75139" y="12888"/>
                  <a:pt x="75108" y="12888"/>
                </a:cubicBezTo>
                <a:cubicBezTo>
                  <a:pt x="75108" y="12858"/>
                  <a:pt x="75230" y="12827"/>
                  <a:pt x="75291" y="12827"/>
                </a:cubicBezTo>
                <a:cubicBezTo>
                  <a:pt x="75352" y="12827"/>
                  <a:pt x="75504" y="13131"/>
                  <a:pt x="75564" y="13161"/>
                </a:cubicBezTo>
                <a:cubicBezTo>
                  <a:pt x="75570" y="13163"/>
                  <a:pt x="75575" y="13164"/>
                  <a:pt x="75580" y="13164"/>
                </a:cubicBezTo>
                <a:cubicBezTo>
                  <a:pt x="75652" y="13164"/>
                  <a:pt x="75719" y="13008"/>
                  <a:pt x="75722" y="12908"/>
                </a:cubicBezTo>
                <a:lnTo>
                  <a:pt x="75722" y="12908"/>
                </a:lnTo>
                <a:cubicBezTo>
                  <a:pt x="75730" y="12910"/>
                  <a:pt x="75741" y="12911"/>
                  <a:pt x="75754" y="12911"/>
                </a:cubicBezTo>
                <a:cubicBezTo>
                  <a:pt x="75792" y="12911"/>
                  <a:pt x="75853" y="12903"/>
                  <a:pt x="75929" y="12888"/>
                </a:cubicBezTo>
                <a:lnTo>
                  <a:pt x="75899" y="12675"/>
                </a:lnTo>
                <a:cubicBezTo>
                  <a:pt x="75939" y="12655"/>
                  <a:pt x="75982" y="12647"/>
                  <a:pt x="76025" y="12647"/>
                </a:cubicBezTo>
                <a:close/>
                <a:moveTo>
                  <a:pt x="66347" y="13262"/>
                </a:moveTo>
                <a:cubicBezTo>
                  <a:pt x="66389" y="13262"/>
                  <a:pt x="66442" y="13277"/>
                  <a:pt x="66507" y="13313"/>
                </a:cubicBezTo>
                <a:lnTo>
                  <a:pt x="66658" y="13405"/>
                </a:lnTo>
                <a:cubicBezTo>
                  <a:pt x="66658" y="13405"/>
                  <a:pt x="66689" y="13465"/>
                  <a:pt x="66658" y="13496"/>
                </a:cubicBezTo>
                <a:lnTo>
                  <a:pt x="66598" y="13496"/>
                </a:lnTo>
                <a:lnTo>
                  <a:pt x="66507" y="13405"/>
                </a:lnTo>
                <a:cubicBezTo>
                  <a:pt x="66440" y="13438"/>
                  <a:pt x="66373" y="13462"/>
                  <a:pt x="66321" y="13462"/>
                </a:cubicBezTo>
                <a:cubicBezTo>
                  <a:pt x="66279" y="13462"/>
                  <a:pt x="66247" y="13446"/>
                  <a:pt x="66233" y="13405"/>
                </a:cubicBezTo>
                <a:cubicBezTo>
                  <a:pt x="66212" y="13341"/>
                  <a:pt x="66250" y="13262"/>
                  <a:pt x="66347" y="13262"/>
                </a:cubicBezTo>
                <a:close/>
                <a:moveTo>
                  <a:pt x="72720" y="12795"/>
                </a:moveTo>
                <a:cubicBezTo>
                  <a:pt x="72786" y="12795"/>
                  <a:pt x="72850" y="12829"/>
                  <a:pt x="72890" y="12888"/>
                </a:cubicBezTo>
                <a:lnTo>
                  <a:pt x="72829" y="12979"/>
                </a:lnTo>
                <a:lnTo>
                  <a:pt x="72738" y="13070"/>
                </a:lnTo>
                <a:cubicBezTo>
                  <a:pt x="72757" y="13129"/>
                  <a:pt x="72878" y="13163"/>
                  <a:pt x="72986" y="13163"/>
                </a:cubicBezTo>
                <a:cubicBezTo>
                  <a:pt x="73045" y="13163"/>
                  <a:pt x="73100" y="13153"/>
                  <a:pt x="73133" y="13131"/>
                </a:cubicBezTo>
                <a:cubicBezTo>
                  <a:pt x="73224" y="13070"/>
                  <a:pt x="73315" y="13040"/>
                  <a:pt x="73437" y="13010"/>
                </a:cubicBezTo>
                <a:lnTo>
                  <a:pt x="73528" y="13010"/>
                </a:lnTo>
                <a:cubicBezTo>
                  <a:pt x="73538" y="13006"/>
                  <a:pt x="73547" y="13005"/>
                  <a:pt x="73556" y="13005"/>
                </a:cubicBezTo>
                <a:cubicBezTo>
                  <a:pt x="73632" y="13005"/>
                  <a:pt x="73680" y="13107"/>
                  <a:pt x="73680" y="13161"/>
                </a:cubicBezTo>
                <a:cubicBezTo>
                  <a:pt x="73680" y="13197"/>
                  <a:pt x="73774" y="13212"/>
                  <a:pt x="73852" y="13212"/>
                </a:cubicBezTo>
                <a:cubicBezTo>
                  <a:pt x="73907" y="13212"/>
                  <a:pt x="73953" y="13204"/>
                  <a:pt x="73953" y="13192"/>
                </a:cubicBezTo>
                <a:cubicBezTo>
                  <a:pt x="73923" y="13131"/>
                  <a:pt x="73923" y="13070"/>
                  <a:pt x="73953" y="13040"/>
                </a:cubicBezTo>
                <a:cubicBezTo>
                  <a:pt x="73965" y="13042"/>
                  <a:pt x="73976" y="13043"/>
                  <a:pt x="73985" y="13043"/>
                </a:cubicBezTo>
                <a:cubicBezTo>
                  <a:pt x="74097" y="13043"/>
                  <a:pt x="74049" y="12888"/>
                  <a:pt x="74105" y="12888"/>
                </a:cubicBezTo>
                <a:cubicBezTo>
                  <a:pt x="74197" y="12888"/>
                  <a:pt x="74288" y="12918"/>
                  <a:pt x="74379" y="12949"/>
                </a:cubicBezTo>
                <a:lnTo>
                  <a:pt x="74470" y="12979"/>
                </a:lnTo>
                <a:cubicBezTo>
                  <a:pt x="74531" y="12994"/>
                  <a:pt x="74584" y="13002"/>
                  <a:pt x="74637" y="13002"/>
                </a:cubicBezTo>
                <a:cubicBezTo>
                  <a:pt x="74691" y="13002"/>
                  <a:pt x="74744" y="12994"/>
                  <a:pt x="74805" y="12979"/>
                </a:cubicBezTo>
                <a:lnTo>
                  <a:pt x="74805" y="12918"/>
                </a:lnTo>
                <a:cubicBezTo>
                  <a:pt x="74805" y="12850"/>
                  <a:pt x="74839" y="12816"/>
                  <a:pt x="74894" y="12816"/>
                </a:cubicBezTo>
                <a:cubicBezTo>
                  <a:pt x="74913" y="12816"/>
                  <a:pt x="74934" y="12820"/>
                  <a:pt x="74957" y="12827"/>
                </a:cubicBezTo>
                <a:lnTo>
                  <a:pt x="74987" y="12827"/>
                </a:lnTo>
                <a:cubicBezTo>
                  <a:pt x="74957" y="12979"/>
                  <a:pt x="74865" y="13101"/>
                  <a:pt x="74744" y="13192"/>
                </a:cubicBezTo>
                <a:cubicBezTo>
                  <a:pt x="74683" y="13253"/>
                  <a:pt x="74653" y="13283"/>
                  <a:pt x="74592" y="13344"/>
                </a:cubicBezTo>
                <a:lnTo>
                  <a:pt x="74409" y="13344"/>
                </a:lnTo>
                <a:cubicBezTo>
                  <a:pt x="74399" y="13354"/>
                  <a:pt x="74389" y="13357"/>
                  <a:pt x="74379" y="13357"/>
                </a:cubicBezTo>
                <a:cubicBezTo>
                  <a:pt x="74359" y="13357"/>
                  <a:pt x="74338" y="13344"/>
                  <a:pt x="74318" y="13344"/>
                </a:cubicBezTo>
                <a:cubicBezTo>
                  <a:pt x="74300" y="13335"/>
                  <a:pt x="74283" y="13331"/>
                  <a:pt x="74265" y="13331"/>
                </a:cubicBezTo>
                <a:cubicBezTo>
                  <a:pt x="74222" y="13331"/>
                  <a:pt x="74179" y="13353"/>
                  <a:pt x="74136" y="13374"/>
                </a:cubicBezTo>
                <a:cubicBezTo>
                  <a:pt x="74130" y="13380"/>
                  <a:pt x="74123" y="13382"/>
                  <a:pt x="74114" y="13382"/>
                </a:cubicBezTo>
                <a:cubicBezTo>
                  <a:pt x="74073" y="13382"/>
                  <a:pt x="73998" y="13328"/>
                  <a:pt x="73923" y="13253"/>
                </a:cubicBezTo>
                <a:lnTo>
                  <a:pt x="73771" y="13344"/>
                </a:lnTo>
                <a:lnTo>
                  <a:pt x="73649" y="13465"/>
                </a:lnTo>
                <a:cubicBezTo>
                  <a:pt x="73528" y="13374"/>
                  <a:pt x="73376" y="13374"/>
                  <a:pt x="73254" y="13374"/>
                </a:cubicBezTo>
                <a:lnTo>
                  <a:pt x="73102" y="13374"/>
                </a:lnTo>
                <a:cubicBezTo>
                  <a:pt x="73042" y="13374"/>
                  <a:pt x="72950" y="13313"/>
                  <a:pt x="72920" y="13313"/>
                </a:cubicBezTo>
                <a:cubicBezTo>
                  <a:pt x="72859" y="13344"/>
                  <a:pt x="72829" y="13435"/>
                  <a:pt x="72798" y="13465"/>
                </a:cubicBezTo>
                <a:lnTo>
                  <a:pt x="72768" y="13496"/>
                </a:lnTo>
                <a:cubicBezTo>
                  <a:pt x="72707" y="13511"/>
                  <a:pt x="72654" y="13519"/>
                  <a:pt x="72601" y="13519"/>
                </a:cubicBezTo>
                <a:cubicBezTo>
                  <a:pt x="72548" y="13519"/>
                  <a:pt x="72494" y="13511"/>
                  <a:pt x="72434" y="13496"/>
                </a:cubicBezTo>
                <a:lnTo>
                  <a:pt x="72312" y="13496"/>
                </a:lnTo>
                <a:cubicBezTo>
                  <a:pt x="72282" y="13496"/>
                  <a:pt x="72251" y="13465"/>
                  <a:pt x="72251" y="13435"/>
                </a:cubicBezTo>
                <a:cubicBezTo>
                  <a:pt x="72251" y="13405"/>
                  <a:pt x="72251" y="13344"/>
                  <a:pt x="72282" y="13344"/>
                </a:cubicBezTo>
                <a:lnTo>
                  <a:pt x="72373" y="13283"/>
                </a:lnTo>
                <a:cubicBezTo>
                  <a:pt x="72464" y="13253"/>
                  <a:pt x="72525" y="13101"/>
                  <a:pt x="72434" y="13101"/>
                </a:cubicBezTo>
                <a:cubicBezTo>
                  <a:pt x="72373" y="13070"/>
                  <a:pt x="72555" y="12888"/>
                  <a:pt x="72616" y="12827"/>
                </a:cubicBezTo>
                <a:cubicBezTo>
                  <a:pt x="72648" y="12806"/>
                  <a:pt x="72684" y="12795"/>
                  <a:pt x="72720" y="12795"/>
                </a:cubicBezTo>
                <a:close/>
                <a:moveTo>
                  <a:pt x="13702" y="13179"/>
                </a:moveTo>
                <a:cubicBezTo>
                  <a:pt x="13745" y="13179"/>
                  <a:pt x="13788" y="13201"/>
                  <a:pt x="13831" y="13222"/>
                </a:cubicBezTo>
                <a:cubicBezTo>
                  <a:pt x="13861" y="13283"/>
                  <a:pt x="13861" y="13344"/>
                  <a:pt x="13709" y="13344"/>
                </a:cubicBezTo>
                <a:cubicBezTo>
                  <a:pt x="13588" y="13374"/>
                  <a:pt x="13648" y="13465"/>
                  <a:pt x="13618" y="13526"/>
                </a:cubicBezTo>
                <a:lnTo>
                  <a:pt x="13588" y="13557"/>
                </a:lnTo>
                <a:cubicBezTo>
                  <a:pt x="13557" y="13557"/>
                  <a:pt x="13496" y="13557"/>
                  <a:pt x="13466" y="13526"/>
                </a:cubicBezTo>
                <a:cubicBezTo>
                  <a:pt x="13436" y="13496"/>
                  <a:pt x="13588" y="13313"/>
                  <a:pt x="13496" y="13313"/>
                </a:cubicBezTo>
                <a:cubicBezTo>
                  <a:pt x="13405" y="13313"/>
                  <a:pt x="13405" y="13283"/>
                  <a:pt x="13527" y="13222"/>
                </a:cubicBezTo>
                <a:lnTo>
                  <a:pt x="13648" y="13192"/>
                </a:lnTo>
                <a:cubicBezTo>
                  <a:pt x="13666" y="13183"/>
                  <a:pt x="13684" y="13179"/>
                  <a:pt x="13702" y="13179"/>
                </a:cubicBezTo>
                <a:close/>
                <a:moveTo>
                  <a:pt x="17782" y="13040"/>
                </a:moveTo>
                <a:lnTo>
                  <a:pt x="17934" y="13101"/>
                </a:lnTo>
                <a:lnTo>
                  <a:pt x="18025" y="13101"/>
                </a:lnTo>
                <a:cubicBezTo>
                  <a:pt x="18117" y="13131"/>
                  <a:pt x="18086" y="13192"/>
                  <a:pt x="17995" y="13192"/>
                </a:cubicBezTo>
                <a:cubicBezTo>
                  <a:pt x="17873" y="13192"/>
                  <a:pt x="17721" y="13587"/>
                  <a:pt x="17691" y="13587"/>
                </a:cubicBezTo>
                <a:cubicBezTo>
                  <a:pt x="17682" y="13596"/>
                  <a:pt x="17668" y="13600"/>
                  <a:pt x="17652" y="13600"/>
                </a:cubicBezTo>
                <a:cubicBezTo>
                  <a:pt x="17612" y="13600"/>
                  <a:pt x="17561" y="13578"/>
                  <a:pt x="17539" y="13557"/>
                </a:cubicBezTo>
                <a:lnTo>
                  <a:pt x="17539" y="13526"/>
                </a:lnTo>
                <a:lnTo>
                  <a:pt x="17569" y="13405"/>
                </a:lnTo>
                <a:cubicBezTo>
                  <a:pt x="17630" y="13313"/>
                  <a:pt x="17721" y="13131"/>
                  <a:pt x="17782" y="13040"/>
                </a:cubicBezTo>
                <a:close/>
                <a:moveTo>
                  <a:pt x="65534" y="13070"/>
                </a:moveTo>
                <a:cubicBezTo>
                  <a:pt x="65625" y="13101"/>
                  <a:pt x="65686" y="13131"/>
                  <a:pt x="65747" y="13161"/>
                </a:cubicBezTo>
                <a:cubicBezTo>
                  <a:pt x="65807" y="13192"/>
                  <a:pt x="65899" y="13313"/>
                  <a:pt x="65899" y="13344"/>
                </a:cubicBezTo>
                <a:cubicBezTo>
                  <a:pt x="65868" y="13374"/>
                  <a:pt x="65899" y="13435"/>
                  <a:pt x="65990" y="13435"/>
                </a:cubicBezTo>
                <a:lnTo>
                  <a:pt x="66020" y="13465"/>
                </a:lnTo>
                <a:cubicBezTo>
                  <a:pt x="66051" y="13465"/>
                  <a:pt x="66051" y="13557"/>
                  <a:pt x="66051" y="13557"/>
                </a:cubicBezTo>
                <a:cubicBezTo>
                  <a:pt x="66051" y="13587"/>
                  <a:pt x="65990" y="13587"/>
                  <a:pt x="65959" y="13587"/>
                </a:cubicBezTo>
                <a:lnTo>
                  <a:pt x="65868" y="13617"/>
                </a:lnTo>
                <a:cubicBezTo>
                  <a:pt x="65777" y="13617"/>
                  <a:pt x="65625" y="13587"/>
                  <a:pt x="65564" y="13557"/>
                </a:cubicBezTo>
                <a:lnTo>
                  <a:pt x="65503" y="13526"/>
                </a:lnTo>
                <a:cubicBezTo>
                  <a:pt x="65473" y="13496"/>
                  <a:pt x="65443" y="13435"/>
                  <a:pt x="65473" y="13374"/>
                </a:cubicBezTo>
                <a:lnTo>
                  <a:pt x="65503" y="13344"/>
                </a:lnTo>
                <a:cubicBezTo>
                  <a:pt x="65564" y="13313"/>
                  <a:pt x="65564" y="13253"/>
                  <a:pt x="65503" y="13253"/>
                </a:cubicBezTo>
                <a:lnTo>
                  <a:pt x="65473" y="13222"/>
                </a:lnTo>
                <a:cubicBezTo>
                  <a:pt x="65443" y="13192"/>
                  <a:pt x="65473" y="13131"/>
                  <a:pt x="65503" y="13101"/>
                </a:cubicBezTo>
                <a:lnTo>
                  <a:pt x="65534" y="13070"/>
                </a:lnTo>
                <a:close/>
                <a:moveTo>
                  <a:pt x="37783" y="13313"/>
                </a:moveTo>
                <a:lnTo>
                  <a:pt x="37904" y="13374"/>
                </a:lnTo>
                <a:lnTo>
                  <a:pt x="38056" y="13496"/>
                </a:lnTo>
                <a:cubicBezTo>
                  <a:pt x="38080" y="13591"/>
                  <a:pt x="38011" y="13667"/>
                  <a:pt x="37936" y="13667"/>
                </a:cubicBezTo>
                <a:cubicBezTo>
                  <a:pt x="37915" y="13667"/>
                  <a:pt x="37894" y="13661"/>
                  <a:pt x="37874" y="13648"/>
                </a:cubicBezTo>
                <a:cubicBezTo>
                  <a:pt x="37847" y="13630"/>
                  <a:pt x="37820" y="13610"/>
                  <a:pt x="37794" y="13588"/>
                </a:cubicBezTo>
                <a:lnTo>
                  <a:pt x="37794" y="13588"/>
                </a:lnTo>
                <a:cubicBezTo>
                  <a:pt x="37813" y="13520"/>
                  <a:pt x="37810" y="13423"/>
                  <a:pt x="37783" y="13313"/>
                </a:cubicBezTo>
                <a:close/>
                <a:moveTo>
                  <a:pt x="44253" y="13412"/>
                </a:moveTo>
                <a:cubicBezTo>
                  <a:pt x="44318" y="13412"/>
                  <a:pt x="44378" y="13420"/>
                  <a:pt x="44439" y="13435"/>
                </a:cubicBezTo>
                <a:lnTo>
                  <a:pt x="44652" y="13526"/>
                </a:lnTo>
                <a:cubicBezTo>
                  <a:pt x="44726" y="13477"/>
                  <a:pt x="44821" y="13427"/>
                  <a:pt x="44920" y="13427"/>
                </a:cubicBezTo>
                <a:cubicBezTo>
                  <a:pt x="44942" y="13427"/>
                  <a:pt x="44964" y="13429"/>
                  <a:pt x="44986" y="13435"/>
                </a:cubicBezTo>
                <a:cubicBezTo>
                  <a:pt x="45047" y="13465"/>
                  <a:pt x="44956" y="13587"/>
                  <a:pt x="44926" y="13617"/>
                </a:cubicBezTo>
                <a:cubicBezTo>
                  <a:pt x="44872" y="13653"/>
                  <a:pt x="44819" y="13668"/>
                  <a:pt x="44771" y="13668"/>
                </a:cubicBezTo>
                <a:cubicBezTo>
                  <a:pt x="44738" y="13668"/>
                  <a:pt x="44708" y="13660"/>
                  <a:pt x="44682" y="13648"/>
                </a:cubicBezTo>
                <a:cubicBezTo>
                  <a:pt x="44439" y="13648"/>
                  <a:pt x="44196" y="13617"/>
                  <a:pt x="43953" y="13587"/>
                </a:cubicBezTo>
                <a:cubicBezTo>
                  <a:pt x="43953" y="13526"/>
                  <a:pt x="43983" y="13465"/>
                  <a:pt x="44014" y="13435"/>
                </a:cubicBezTo>
                <a:lnTo>
                  <a:pt x="44044" y="13435"/>
                </a:lnTo>
                <a:cubicBezTo>
                  <a:pt x="44120" y="13420"/>
                  <a:pt x="44188" y="13412"/>
                  <a:pt x="44253" y="13412"/>
                </a:cubicBezTo>
                <a:close/>
                <a:moveTo>
                  <a:pt x="63285" y="13344"/>
                </a:moveTo>
                <a:cubicBezTo>
                  <a:pt x="63437" y="13374"/>
                  <a:pt x="63528" y="13435"/>
                  <a:pt x="63528" y="13496"/>
                </a:cubicBezTo>
                <a:cubicBezTo>
                  <a:pt x="63505" y="13540"/>
                  <a:pt x="63418" y="13569"/>
                  <a:pt x="63361" y="13569"/>
                </a:cubicBezTo>
                <a:cubicBezTo>
                  <a:pt x="63340" y="13569"/>
                  <a:pt x="63323" y="13565"/>
                  <a:pt x="63315" y="13557"/>
                </a:cubicBezTo>
                <a:cubicBezTo>
                  <a:pt x="63293" y="13535"/>
                  <a:pt x="63226" y="13514"/>
                  <a:pt x="63157" y="13514"/>
                </a:cubicBezTo>
                <a:cubicBezTo>
                  <a:pt x="63128" y="13514"/>
                  <a:pt x="63098" y="13517"/>
                  <a:pt x="63072" y="13526"/>
                </a:cubicBezTo>
                <a:lnTo>
                  <a:pt x="62981" y="13557"/>
                </a:lnTo>
                <a:lnTo>
                  <a:pt x="62889" y="13617"/>
                </a:lnTo>
                <a:cubicBezTo>
                  <a:pt x="62851" y="13656"/>
                  <a:pt x="62813" y="13672"/>
                  <a:pt x="62777" y="13672"/>
                </a:cubicBezTo>
                <a:cubicBezTo>
                  <a:pt x="62727" y="13672"/>
                  <a:pt x="62682" y="13640"/>
                  <a:pt x="62646" y="13587"/>
                </a:cubicBezTo>
                <a:cubicBezTo>
                  <a:pt x="62616" y="13557"/>
                  <a:pt x="62555" y="13374"/>
                  <a:pt x="62616" y="13374"/>
                </a:cubicBezTo>
                <a:lnTo>
                  <a:pt x="62616" y="13374"/>
                </a:lnTo>
                <a:cubicBezTo>
                  <a:pt x="62628" y="13380"/>
                  <a:pt x="62656" y="13383"/>
                  <a:pt x="62694" y="13383"/>
                </a:cubicBezTo>
                <a:cubicBezTo>
                  <a:pt x="62847" y="13383"/>
                  <a:pt x="63163" y="13344"/>
                  <a:pt x="63285" y="13344"/>
                </a:cubicBezTo>
                <a:close/>
                <a:moveTo>
                  <a:pt x="71431" y="12888"/>
                </a:moveTo>
                <a:cubicBezTo>
                  <a:pt x="71583" y="13070"/>
                  <a:pt x="71643" y="13222"/>
                  <a:pt x="71552" y="13222"/>
                </a:cubicBezTo>
                <a:cubicBezTo>
                  <a:pt x="71339" y="13283"/>
                  <a:pt x="71157" y="13344"/>
                  <a:pt x="70975" y="13435"/>
                </a:cubicBezTo>
                <a:cubicBezTo>
                  <a:pt x="70914" y="13496"/>
                  <a:pt x="70975" y="13526"/>
                  <a:pt x="71127" y="13526"/>
                </a:cubicBezTo>
                <a:lnTo>
                  <a:pt x="71218" y="13526"/>
                </a:lnTo>
                <a:cubicBezTo>
                  <a:pt x="71248" y="13557"/>
                  <a:pt x="71279" y="13587"/>
                  <a:pt x="71309" y="13617"/>
                </a:cubicBezTo>
                <a:cubicBezTo>
                  <a:pt x="71309" y="13648"/>
                  <a:pt x="71248" y="13678"/>
                  <a:pt x="71248" y="13678"/>
                </a:cubicBezTo>
                <a:lnTo>
                  <a:pt x="71066" y="13678"/>
                </a:lnTo>
                <a:cubicBezTo>
                  <a:pt x="70823" y="13648"/>
                  <a:pt x="70610" y="13526"/>
                  <a:pt x="70428" y="13374"/>
                </a:cubicBezTo>
                <a:cubicBezTo>
                  <a:pt x="70306" y="13283"/>
                  <a:pt x="70184" y="13192"/>
                  <a:pt x="70063" y="13161"/>
                </a:cubicBezTo>
                <a:cubicBezTo>
                  <a:pt x="69972" y="13161"/>
                  <a:pt x="69972" y="13101"/>
                  <a:pt x="70093" y="13070"/>
                </a:cubicBezTo>
                <a:lnTo>
                  <a:pt x="70124" y="13010"/>
                </a:lnTo>
                <a:cubicBezTo>
                  <a:pt x="70169" y="12979"/>
                  <a:pt x="70200" y="12964"/>
                  <a:pt x="70230" y="12964"/>
                </a:cubicBezTo>
                <a:cubicBezTo>
                  <a:pt x="70260" y="12964"/>
                  <a:pt x="70291" y="12979"/>
                  <a:pt x="70336" y="13010"/>
                </a:cubicBezTo>
                <a:lnTo>
                  <a:pt x="70367" y="13040"/>
                </a:lnTo>
                <a:lnTo>
                  <a:pt x="70853" y="12949"/>
                </a:lnTo>
                <a:lnTo>
                  <a:pt x="70975" y="13040"/>
                </a:lnTo>
                <a:cubicBezTo>
                  <a:pt x="71035" y="13070"/>
                  <a:pt x="71127" y="13101"/>
                  <a:pt x="71157" y="13101"/>
                </a:cubicBezTo>
                <a:lnTo>
                  <a:pt x="71431" y="12888"/>
                </a:lnTo>
                <a:close/>
                <a:moveTo>
                  <a:pt x="17296" y="13010"/>
                </a:moveTo>
                <a:cubicBezTo>
                  <a:pt x="17296" y="13010"/>
                  <a:pt x="17326" y="13070"/>
                  <a:pt x="17326" y="13101"/>
                </a:cubicBezTo>
                <a:lnTo>
                  <a:pt x="17326" y="13131"/>
                </a:lnTo>
                <a:cubicBezTo>
                  <a:pt x="17296" y="13313"/>
                  <a:pt x="17448" y="13526"/>
                  <a:pt x="17113" y="13648"/>
                </a:cubicBezTo>
                <a:lnTo>
                  <a:pt x="17083" y="13678"/>
                </a:lnTo>
                <a:cubicBezTo>
                  <a:pt x="17047" y="13714"/>
                  <a:pt x="17026" y="13726"/>
                  <a:pt x="17012" y="13726"/>
                </a:cubicBezTo>
                <a:cubicBezTo>
                  <a:pt x="16992" y="13726"/>
                  <a:pt x="16992" y="13697"/>
                  <a:pt x="16992" y="13678"/>
                </a:cubicBezTo>
                <a:cubicBezTo>
                  <a:pt x="17022" y="13648"/>
                  <a:pt x="17113" y="13405"/>
                  <a:pt x="17113" y="13344"/>
                </a:cubicBezTo>
                <a:cubicBezTo>
                  <a:pt x="17113" y="13253"/>
                  <a:pt x="17144" y="13161"/>
                  <a:pt x="17174" y="13070"/>
                </a:cubicBezTo>
                <a:cubicBezTo>
                  <a:pt x="17205" y="13040"/>
                  <a:pt x="17235" y="13010"/>
                  <a:pt x="17296" y="13010"/>
                </a:cubicBezTo>
                <a:close/>
                <a:moveTo>
                  <a:pt x="64288" y="13131"/>
                </a:moveTo>
                <a:cubicBezTo>
                  <a:pt x="64318" y="13161"/>
                  <a:pt x="64348" y="13222"/>
                  <a:pt x="64379" y="13283"/>
                </a:cubicBezTo>
                <a:lnTo>
                  <a:pt x="64652" y="13283"/>
                </a:lnTo>
                <a:lnTo>
                  <a:pt x="64713" y="13253"/>
                </a:lnTo>
                <a:cubicBezTo>
                  <a:pt x="64763" y="13202"/>
                  <a:pt x="64823" y="13180"/>
                  <a:pt x="64881" y="13180"/>
                </a:cubicBezTo>
                <a:cubicBezTo>
                  <a:pt x="64929" y="13180"/>
                  <a:pt x="64976" y="13195"/>
                  <a:pt x="65017" y="13222"/>
                </a:cubicBezTo>
                <a:lnTo>
                  <a:pt x="65139" y="13283"/>
                </a:lnTo>
                <a:cubicBezTo>
                  <a:pt x="65017" y="13435"/>
                  <a:pt x="64865" y="13587"/>
                  <a:pt x="64713" y="13709"/>
                </a:cubicBezTo>
                <a:cubicBezTo>
                  <a:pt x="64662" y="13747"/>
                  <a:pt x="64622" y="13764"/>
                  <a:pt x="64592" y="13764"/>
                </a:cubicBezTo>
                <a:cubicBezTo>
                  <a:pt x="64551" y="13764"/>
                  <a:pt x="64531" y="13731"/>
                  <a:pt x="64531" y="13678"/>
                </a:cubicBezTo>
                <a:cubicBezTo>
                  <a:pt x="64531" y="13577"/>
                  <a:pt x="64300" y="13413"/>
                  <a:pt x="64187" y="13413"/>
                </a:cubicBezTo>
                <a:cubicBezTo>
                  <a:pt x="64164" y="13413"/>
                  <a:pt x="64146" y="13420"/>
                  <a:pt x="64136" y="13435"/>
                </a:cubicBezTo>
                <a:cubicBezTo>
                  <a:pt x="64117" y="13464"/>
                  <a:pt x="64100" y="13486"/>
                  <a:pt x="64088" y="13503"/>
                </a:cubicBezTo>
                <a:lnTo>
                  <a:pt x="64088" y="13503"/>
                </a:lnTo>
                <a:cubicBezTo>
                  <a:pt x="64114" y="13458"/>
                  <a:pt x="64166" y="13360"/>
                  <a:pt x="64166" y="13313"/>
                </a:cubicBezTo>
                <a:cubicBezTo>
                  <a:pt x="64136" y="13253"/>
                  <a:pt x="64136" y="13192"/>
                  <a:pt x="64136" y="13131"/>
                </a:cubicBezTo>
                <a:close/>
                <a:moveTo>
                  <a:pt x="37313" y="13518"/>
                </a:moveTo>
                <a:cubicBezTo>
                  <a:pt x="37337" y="13518"/>
                  <a:pt x="37357" y="13562"/>
                  <a:pt x="37357" y="13587"/>
                </a:cubicBezTo>
                <a:cubicBezTo>
                  <a:pt x="37357" y="13617"/>
                  <a:pt x="37205" y="13678"/>
                  <a:pt x="37023" y="13709"/>
                </a:cubicBezTo>
                <a:lnTo>
                  <a:pt x="36871" y="13739"/>
                </a:lnTo>
                <a:lnTo>
                  <a:pt x="36719" y="13739"/>
                </a:lnTo>
                <a:cubicBezTo>
                  <a:pt x="36567" y="13739"/>
                  <a:pt x="36384" y="13769"/>
                  <a:pt x="36324" y="13769"/>
                </a:cubicBezTo>
                <a:lnTo>
                  <a:pt x="36202" y="13769"/>
                </a:lnTo>
                <a:cubicBezTo>
                  <a:pt x="36172" y="13739"/>
                  <a:pt x="36202" y="13678"/>
                  <a:pt x="36232" y="13648"/>
                </a:cubicBezTo>
                <a:cubicBezTo>
                  <a:pt x="36253" y="13648"/>
                  <a:pt x="36340" y="13675"/>
                  <a:pt x="36406" y="13675"/>
                </a:cubicBezTo>
                <a:cubicBezTo>
                  <a:pt x="36438" y="13675"/>
                  <a:pt x="36465" y="13668"/>
                  <a:pt x="36476" y="13648"/>
                </a:cubicBezTo>
                <a:cubicBezTo>
                  <a:pt x="36476" y="13587"/>
                  <a:pt x="36810" y="13587"/>
                  <a:pt x="36901" y="13587"/>
                </a:cubicBezTo>
                <a:lnTo>
                  <a:pt x="37235" y="13587"/>
                </a:lnTo>
                <a:lnTo>
                  <a:pt x="37266" y="13557"/>
                </a:lnTo>
                <a:lnTo>
                  <a:pt x="37296" y="13526"/>
                </a:lnTo>
                <a:cubicBezTo>
                  <a:pt x="37302" y="13520"/>
                  <a:pt x="37308" y="13518"/>
                  <a:pt x="37313" y="13518"/>
                </a:cubicBezTo>
                <a:close/>
                <a:moveTo>
                  <a:pt x="45716" y="13405"/>
                </a:moveTo>
                <a:cubicBezTo>
                  <a:pt x="45868" y="13435"/>
                  <a:pt x="45929" y="13709"/>
                  <a:pt x="45807" y="13739"/>
                </a:cubicBezTo>
                <a:cubicBezTo>
                  <a:pt x="45761" y="13769"/>
                  <a:pt x="45708" y="13785"/>
                  <a:pt x="45655" y="13785"/>
                </a:cubicBezTo>
                <a:cubicBezTo>
                  <a:pt x="45602" y="13785"/>
                  <a:pt x="45549" y="13769"/>
                  <a:pt x="45503" y="13739"/>
                </a:cubicBezTo>
                <a:cubicBezTo>
                  <a:pt x="45412" y="13709"/>
                  <a:pt x="45290" y="13526"/>
                  <a:pt x="45442" y="13405"/>
                </a:cubicBezTo>
                <a:close/>
                <a:moveTo>
                  <a:pt x="54895" y="13283"/>
                </a:moveTo>
                <a:cubicBezTo>
                  <a:pt x="54926" y="13313"/>
                  <a:pt x="54895" y="13374"/>
                  <a:pt x="54895" y="13405"/>
                </a:cubicBezTo>
                <a:cubicBezTo>
                  <a:pt x="54865" y="13435"/>
                  <a:pt x="54895" y="13496"/>
                  <a:pt x="54987" y="13526"/>
                </a:cubicBezTo>
                <a:lnTo>
                  <a:pt x="55078" y="13587"/>
                </a:lnTo>
                <a:cubicBezTo>
                  <a:pt x="55108" y="13617"/>
                  <a:pt x="55230" y="13709"/>
                  <a:pt x="55108" y="13769"/>
                </a:cubicBezTo>
                <a:lnTo>
                  <a:pt x="55017" y="13830"/>
                </a:lnTo>
                <a:cubicBezTo>
                  <a:pt x="54956" y="13769"/>
                  <a:pt x="54895" y="13678"/>
                  <a:pt x="54835" y="13587"/>
                </a:cubicBezTo>
                <a:lnTo>
                  <a:pt x="54804" y="13526"/>
                </a:lnTo>
                <a:cubicBezTo>
                  <a:pt x="54652" y="13405"/>
                  <a:pt x="54652" y="13344"/>
                  <a:pt x="54865" y="13283"/>
                </a:cubicBezTo>
                <a:close/>
                <a:moveTo>
                  <a:pt x="68634" y="12979"/>
                </a:moveTo>
                <a:cubicBezTo>
                  <a:pt x="69090" y="13040"/>
                  <a:pt x="69516" y="13070"/>
                  <a:pt x="69546" y="13070"/>
                </a:cubicBezTo>
                <a:lnTo>
                  <a:pt x="69576" y="13070"/>
                </a:lnTo>
                <a:cubicBezTo>
                  <a:pt x="69615" y="13045"/>
                  <a:pt x="69648" y="13035"/>
                  <a:pt x="69678" y="13035"/>
                </a:cubicBezTo>
                <a:cubicBezTo>
                  <a:pt x="69719" y="13035"/>
                  <a:pt x="69754" y="13053"/>
                  <a:pt x="69789" y="13070"/>
                </a:cubicBezTo>
                <a:cubicBezTo>
                  <a:pt x="69941" y="13131"/>
                  <a:pt x="69728" y="13222"/>
                  <a:pt x="69789" y="13253"/>
                </a:cubicBezTo>
                <a:lnTo>
                  <a:pt x="69850" y="13313"/>
                </a:lnTo>
                <a:cubicBezTo>
                  <a:pt x="69911" y="13374"/>
                  <a:pt x="69880" y="13435"/>
                  <a:pt x="69820" y="13435"/>
                </a:cubicBezTo>
                <a:lnTo>
                  <a:pt x="69850" y="13435"/>
                </a:lnTo>
                <a:cubicBezTo>
                  <a:pt x="69759" y="13435"/>
                  <a:pt x="69759" y="13769"/>
                  <a:pt x="69728" y="13830"/>
                </a:cubicBezTo>
                <a:cubicBezTo>
                  <a:pt x="69724" y="13834"/>
                  <a:pt x="69717" y="13836"/>
                  <a:pt x="69707" y="13836"/>
                </a:cubicBezTo>
                <a:cubicBezTo>
                  <a:pt x="69643" y="13836"/>
                  <a:pt x="69461" y="13753"/>
                  <a:pt x="69303" y="13648"/>
                </a:cubicBezTo>
                <a:lnTo>
                  <a:pt x="69121" y="13496"/>
                </a:lnTo>
                <a:lnTo>
                  <a:pt x="68969" y="13374"/>
                </a:lnTo>
                <a:cubicBezTo>
                  <a:pt x="68896" y="13287"/>
                  <a:pt x="68830" y="13249"/>
                  <a:pt x="68782" y="13249"/>
                </a:cubicBezTo>
                <a:cubicBezTo>
                  <a:pt x="68728" y="13249"/>
                  <a:pt x="68695" y="13295"/>
                  <a:pt x="68695" y="13374"/>
                </a:cubicBezTo>
                <a:lnTo>
                  <a:pt x="68421" y="13344"/>
                </a:lnTo>
                <a:lnTo>
                  <a:pt x="68391" y="13344"/>
                </a:lnTo>
                <a:cubicBezTo>
                  <a:pt x="68269" y="13405"/>
                  <a:pt x="68117" y="13465"/>
                  <a:pt x="67965" y="13526"/>
                </a:cubicBezTo>
                <a:lnTo>
                  <a:pt x="67874" y="13496"/>
                </a:lnTo>
                <a:lnTo>
                  <a:pt x="67783" y="13465"/>
                </a:lnTo>
                <a:cubicBezTo>
                  <a:pt x="67662" y="13435"/>
                  <a:pt x="67540" y="13435"/>
                  <a:pt x="67418" y="13405"/>
                </a:cubicBezTo>
                <a:lnTo>
                  <a:pt x="67236" y="13405"/>
                </a:lnTo>
                <a:cubicBezTo>
                  <a:pt x="67212" y="13419"/>
                  <a:pt x="67193" y="13425"/>
                  <a:pt x="67178" y="13425"/>
                </a:cubicBezTo>
                <a:cubicBezTo>
                  <a:pt x="67094" y="13425"/>
                  <a:pt x="67124" y="13243"/>
                  <a:pt x="67175" y="13192"/>
                </a:cubicBezTo>
                <a:cubicBezTo>
                  <a:pt x="67188" y="13166"/>
                  <a:pt x="67223" y="13157"/>
                  <a:pt x="67261" y="13157"/>
                </a:cubicBezTo>
                <a:cubicBezTo>
                  <a:pt x="67312" y="13157"/>
                  <a:pt x="67370" y="13174"/>
                  <a:pt x="67388" y="13192"/>
                </a:cubicBezTo>
                <a:cubicBezTo>
                  <a:pt x="67391" y="13195"/>
                  <a:pt x="67396" y="13197"/>
                  <a:pt x="67403" y="13197"/>
                </a:cubicBezTo>
                <a:cubicBezTo>
                  <a:pt x="67456" y="13197"/>
                  <a:pt x="67607" y="13094"/>
                  <a:pt x="67662" y="13040"/>
                </a:cubicBezTo>
                <a:cubicBezTo>
                  <a:pt x="67677" y="13032"/>
                  <a:pt x="67698" y="13028"/>
                  <a:pt x="67723" y="13028"/>
                </a:cubicBezTo>
                <a:cubicBezTo>
                  <a:pt x="67798" y="13028"/>
                  <a:pt x="67912" y="13063"/>
                  <a:pt x="68026" y="13131"/>
                </a:cubicBezTo>
                <a:lnTo>
                  <a:pt x="68209" y="13101"/>
                </a:lnTo>
                <a:lnTo>
                  <a:pt x="68634" y="12979"/>
                </a:lnTo>
                <a:close/>
                <a:moveTo>
                  <a:pt x="42737" y="13526"/>
                </a:moveTo>
                <a:cubicBezTo>
                  <a:pt x="42798" y="13526"/>
                  <a:pt x="43011" y="13709"/>
                  <a:pt x="43011" y="13769"/>
                </a:cubicBezTo>
                <a:cubicBezTo>
                  <a:pt x="43011" y="13830"/>
                  <a:pt x="42919" y="13861"/>
                  <a:pt x="42798" y="13861"/>
                </a:cubicBezTo>
                <a:lnTo>
                  <a:pt x="42737" y="13830"/>
                </a:lnTo>
                <a:lnTo>
                  <a:pt x="42646" y="13769"/>
                </a:lnTo>
                <a:cubicBezTo>
                  <a:pt x="42615" y="13648"/>
                  <a:pt x="42646" y="13557"/>
                  <a:pt x="42737" y="13557"/>
                </a:cubicBezTo>
                <a:lnTo>
                  <a:pt x="42737" y="13526"/>
                </a:lnTo>
                <a:close/>
                <a:moveTo>
                  <a:pt x="43658" y="13514"/>
                </a:moveTo>
                <a:cubicBezTo>
                  <a:pt x="43728" y="13514"/>
                  <a:pt x="43771" y="13529"/>
                  <a:pt x="43771" y="13557"/>
                </a:cubicBezTo>
                <a:lnTo>
                  <a:pt x="43771" y="13678"/>
                </a:lnTo>
                <a:cubicBezTo>
                  <a:pt x="43771" y="13769"/>
                  <a:pt x="43710" y="13830"/>
                  <a:pt x="43649" y="13861"/>
                </a:cubicBezTo>
                <a:lnTo>
                  <a:pt x="43619" y="13861"/>
                </a:lnTo>
                <a:cubicBezTo>
                  <a:pt x="43193" y="13769"/>
                  <a:pt x="43102" y="13709"/>
                  <a:pt x="43163" y="13678"/>
                </a:cubicBezTo>
                <a:lnTo>
                  <a:pt x="43315" y="13587"/>
                </a:lnTo>
                <a:cubicBezTo>
                  <a:pt x="43448" y="13537"/>
                  <a:pt x="43573" y="13514"/>
                  <a:pt x="43658" y="13514"/>
                </a:cubicBezTo>
                <a:close/>
                <a:moveTo>
                  <a:pt x="23894" y="13214"/>
                </a:moveTo>
                <a:cubicBezTo>
                  <a:pt x="23911" y="13214"/>
                  <a:pt x="23930" y="13217"/>
                  <a:pt x="23953" y="13222"/>
                </a:cubicBezTo>
                <a:cubicBezTo>
                  <a:pt x="23983" y="13222"/>
                  <a:pt x="24013" y="13313"/>
                  <a:pt x="24013" y="13344"/>
                </a:cubicBezTo>
                <a:cubicBezTo>
                  <a:pt x="24013" y="13344"/>
                  <a:pt x="23922" y="13374"/>
                  <a:pt x="23922" y="13405"/>
                </a:cubicBezTo>
                <a:lnTo>
                  <a:pt x="23892" y="13496"/>
                </a:lnTo>
                <a:cubicBezTo>
                  <a:pt x="24044" y="13557"/>
                  <a:pt x="24135" y="13648"/>
                  <a:pt x="24044" y="13678"/>
                </a:cubicBezTo>
                <a:lnTo>
                  <a:pt x="23953" y="13678"/>
                </a:lnTo>
                <a:cubicBezTo>
                  <a:pt x="23892" y="13678"/>
                  <a:pt x="23801" y="13557"/>
                  <a:pt x="23801" y="13526"/>
                </a:cubicBezTo>
                <a:cubicBezTo>
                  <a:pt x="23770" y="13465"/>
                  <a:pt x="23770" y="13435"/>
                  <a:pt x="23740" y="13435"/>
                </a:cubicBezTo>
                <a:cubicBezTo>
                  <a:pt x="23709" y="13557"/>
                  <a:pt x="23709" y="13678"/>
                  <a:pt x="23709" y="13800"/>
                </a:cubicBezTo>
                <a:cubicBezTo>
                  <a:pt x="23709" y="13861"/>
                  <a:pt x="23664" y="13876"/>
                  <a:pt x="23607" y="13876"/>
                </a:cubicBezTo>
                <a:cubicBezTo>
                  <a:pt x="23550" y="13876"/>
                  <a:pt x="23481" y="13861"/>
                  <a:pt x="23436" y="13861"/>
                </a:cubicBezTo>
                <a:cubicBezTo>
                  <a:pt x="23345" y="13861"/>
                  <a:pt x="23405" y="13800"/>
                  <a:pt x="23618" y="13769"/>
                </a:cubicBezTo>
                <a:lnTo>
                  <a:pt x="23466" y="13648"/>
                </a:lnTo>
                <a:cubicBezTo>
                  <a:pt x="23375" y="13557"/>
                  <a:pt x="23497" y="13496"/>
                  <a:pt x="23466" y="13435"/>
                </a:cubicBezTo>
                <a:lnTo>
                  <a:pt x="23375" y="13283"/>
                </a:lnTo>
                <a:cubicBezTo>
                  <a:pt x="23421" y="13237"/>
                  <a:pt x="23474" y="13215"/>
                  <a:pt x="23527" y="13215"/>
                </a:cubicBezTo>
                <a:cubicBezTo>
                  <a:pt x="23580" y="13215"/>
                  <a:pt x="23633" y="13237"/>
                  <a:pt x="23679" y="13283"/>
                </a:cubicBezTo>
                <a:cubicBezTo>
                  <a:pt x="23700" y="13305"/>
                  <a:pt x="23737" y="13326"/>
                  <a:pt x="23768" y="13326"/>
                </a:cubicBezTo>
                <a:cubicBezTo>
                  <a:pt x="23780" y="13326"/>
                  <a:pt x="23792" y="13322"/>
                  <a:pt x="23801" y="13313"/>
                </a:cubicBezTo>
                <a:cubicBezTo>
                  <a:pt x="23801" y="13264"/>
                  <a:pt x="23821" y="13214"/>
                  <a:pt x="23894" y="13214"/>
                </a:cubicBezTo>
                <a:close/>
                <a:moveTo>
                  <a:pt x="11458" y="13515"/>
                </a:moveTo>
                <a:cubicBezTo>
                  <a:pt x="11477" y="13515"/>
                  <a:pt x="11498" y="13519"/>
                  <a:pt x="11521" y="13526"/>
                </a:cubicBezTo>
                <a:cubicBezTo>
                  <a:pt x="11551" y="13526"/>
                  <a:pt x="11551" y="13557"/>
                  <a:pt x="11551" y="13617"/>
                </a:cubicBezTo>
                <a:cubicBezTo>
                  <a:pt x="11581" y="13709"/>
                  <a:pt x="11581" y="13769"/>
                  <a:pt x="11460" y="13769"/>
                </a:cubicBezTo>
                <a:cubicBezTo>
                  <a:pt x="11369" y="13800"/>
                  <a:pt x="11308" y="13830"/>
                  <a:pt x="11247" y="13861"/>
                </a:cubicBezTo>
                <a:lnTo>
                  <a:pt x="11126" y="13891"/>
                </a:lnTo>
                <a:cubicBezTo>
                  <a:pt x="11106" y="13894"/>
                  <a:pt x="11089" y="13896"/>
                  <a:pt x="11072" y="13896"/>
                </a:cubicBezTo>
                <a:cubicBezTo>
                  <a:pt x="10932" y="13896"/>
                  <a:pt x="10889" y="13784"/>
                  <a:pt x="10943" y="13648"/>
                </a:cubicBezTo>
                <a:lnTo>
                  <a:pt x="10943" y="13648"/>
                </a:lnTo>
                <a:lnTo>
                  <a:pt x="11186" y="13678"/>
                </a:lnTo>
                <a:cubicBezTo>
                  <a:pt x="11247" y="13678"/>
                  <a:pt x="11308" y="13678"/>
                  <a:pt x="11369" y="13617"/>
                </a:cubicBezTo>
                <a:cubicBezTo>
                  <a:pt x="11369" y="13549"/>
                  <a:pt x="11403" y="13515"/>
                  <a:pt x="11458" y="13515"/>
                </a:cubicBezTo>
                <a:close/>
                <a:moveTo>
                  <a:pt x="55716" y="13587"/>
                </a:moveTo>
                <a:lnTo>
                  <a:pt x="55959" y="13648"/>
                </a:lnTo>
                <a:cubicBezTo>
                  <a:pt x="55971" y="13654"/>
                  <a:pt x="55985" y="13656"/>
                  <a:pt x="55999" y="13656"/>
                </a:cubicBezTo>
                <a:cubicBezTo>
                  <a:pt x="56056" y="13656"/>
                  <a:pt x="56129" y="13617"/>
                  <a:pt x="56202" y="13617"/>
                </a:cubicBezTo>
                <a:lnTo>
                  <a:pt x="56294" y="13617"/>
                </a:lnTo>
                <a:cubicBezTo>
                  <a:pt x="56334" y="13617"/>
                  <a:pt x="56442" y="13604"/>
                  <a:pt x="56528" y="13604"/>
                </a:cubicBezTo>
                <a:cubicBezTo>
                  <a:pt x="56570" y="13604"/>
                  <a:pt x="56608" y="13607"/>
                  <a:pt x="56628" y="13617"/>
                </a:cubicBezTo>
                <a:cubicBezTo>
                  <a:pt x="56658" y="13648"/>
                  <a:pt x="56871" y="13800"/>
                  <a:pt x="56810" y="13830"/>
                </a:cubicBezTo>
                <a:cubicBezTo>
                  <a:pt x="56802" y="13847"/>
                  <a:pt x="56789" y="13855"/>
                  <a:pt x="56772" y="13855"/>
                </a:cubicBezTo>
                <a:cubicBezTo>
                  <a:pt x="56729" y="13855"/>
                  <a:pt x="56663" y="13805"/>
                  <a:pt x="56598" y="13739"/>
                </a:cubicBezTo>
                <a:lnTo>
                  <a:pt x="56385" y="13861"/>
                </a:lnTo>
                <a:lnTo>
                  <a:pt x="56202" y="13921"/>
                </a:lnTo>
                <a:cubicBezTo>
                  <a:pt x="55868" y="13891"/>
                  <a:pt x="55655" y="13739"/>
                  <a:pt x="55716" y="13587"/>
                </a:cubicBezTo>
                <a:close/>
                <a:moveTo>
                  <a:pt x="57848" y="13412"/>
                </a:moveTo>
                <a:cubicBezTo>
                  <a:pt x="57905" y="13412"/>
                  <a:pt x="57965" y="13420"/>
                  <a:pt x="57996" y="13435"/>
                </a:cubicBezTo>
                <a:cubicBezTo>
                  <a:pt x="58087" y="13465"/>
                  <a:pt x="58208" y="13496"/>
                  <a:pt x="58300" y="13496"/>
                </a:cubicBezTo>
                <a:cubicBezTo>
                  <a:pt x="58349" y="13471"/>
                  <a:pt x="58537" y="13427"/>
                  <a:pt x="58640" y="13427"/>
                </a:cubicBezTo>
                <a:cubicBezTo>
                  <a:pt x="58664" y="13427"/>
                  <a:pt x="58683" y="13429"/>
                  <a:pt x="58695" y="13435"/>
                </a:cubicBezTo>
                <a:cubicBezTo>
                  <a:pt x="58725" y="13496"/>
                  <a:pt x="58512" y="13617"/>
                  <a:pt x="58208" y="13739"/>
                </a:cubicBezTo>
                <a:lnTo>
                  <a:pt x="58056" y="13617"/>
                </a:lnTo>
                <a:lnTo>
                  <a:pt x="58026" y="13617"/>
                </a:lnTo>
                <a:cubicBezTo>
                  <a:pt x="58026" y="13596"/>
                  <a:pt x="57996" y="13574"/>
                  <a:pt x="57946" y="13574"/>
                </a:cubicBezTo>
                <a:cubicBezTo>
                  <a:pt x="57925" y="13574"/>
                  <a:pt x="57901" y="13578"/>
                  <a:pt x="57874" y="13587"/>
                </a:cubicBezTo>
                <a:cubicBezTo>
                  <a:pt x="57753" y="13678"/>
                  <a:pt x="57661" y="13800"/>
                  <a:pt x="57601" y="13921"/>
                </a:cubicBezTo>
                <a:lnTo>
                  <a:pt x="57479" y="13921"/>
                </a:lnTo>
                <a:cubicBezTo>
                  <a:pt x="57418" y="13921"/>
                  <a:pt x="57388" y="13830"/>
                  <a:pt x="57388" y="13769"/>
                </a:cubicBezTo>
                <a:cubicBezTo>
                  <a:pt x="57418" y="13739"/>
                  <a:pt x="57236" y="13739"/>
                  <a:pt x="57175" y="13739"/>
                </a:cubicBezTo>
                <a:cubicBezTo>
                  <a:pt x="57114" y="13739"/>
                  <a:pt x="57053" y="13709"/>
                  <a:pt x="57053" y="13709"/>
                </a:cubicBezTo>
                <a:cubicBezTo>
                  <a:pt x="57114" y="13648"/>
                  <a:pt x="57175" y="13557"/>
                  <a:pt x="57266" y="13496"/>
                </a:cubicBezTo>
                <a:cubicBezTo>
                  <a:pt x="57278" y="13490"/>
                  <a:pt x="57293" y="13488"/>
                  <a:pt x="57310" y="13488"/>
                </a:cubicBezTo>
                <a:cubicBezTo>
                  <a:pt x="57382" y="13488"/>
                  <a:pt x="57491" y="13532"/>
                  <a:pt x="57540" y="13557"/>
                </a:cubicBezTo>
                <a:cubicBezTo>
                  <a:pt x="57544" y="13561"/>
                  <a:pt x="57550" y="13563"/>
                  <a:pt x="57557" y="13563"/>
                </a:cubicBezTo>
                <a:cubicBezTo>
                  <a:pt x="57602" y="13563"/>
                  <a:pt x="57696" y="13488"/>
                  <a:pt x="57722" y="13435"/>
                </a:cubicBezTo>
                <a:cubicBezTo>
                  <a:pt x="57737" y="13420"/>
                  <a:pt x="57791" y="13412"/>
                  <a:pt x="57848" y="13412"/>
                </a:cubicBezTo>
                <a:close/>
                <a:moveTo>
                  <a:pt x="59819" y="13526"/>
                </a:moveTo>
                <a:cubicBezTo>
                  <a:pt x="59880" y="13526"/>
                  <a:pt x="60063" y="13617"/>
                  <a:pt x="60032" y="13617"/>
                </a:cubicBezTo>
                <a:cubicBezTo>
                  <a:pt x="60032" y="13648"/>
                  <a:pt x="60063" y="13678"/>
                  <a:pt x="60154" y="13678"/>
                </a:cubicBezTo>
                <a:lnTo>
                  <a:pt x="60215" y="13739"/>
                </a:lnTo>
                <a:cubicBezTo>
                  <a:pt x="60275" y="13800"/>
                  <a:pt x="60519" y="13769"/>
                  <a:pt x="60397" y="13891"/>
                </a:cubicBezTo>
                <a:cubicBezTo>
                  <a:pt x="60336" y="13921"/>
                  <a:pt x="60275" y="13937"/>
                  <a:pt x="60215" y="13937"/>
                </a:cubicBezTo>
                <a:cubicBezTo>
                  <a:pt x="60154" y="13937"/>
                  <a:pt x="60093" y="13921"/>
                  <a:pt x="60032" y="13891"/>
                </a:cubicBezTo>
                <a:lnTo>
                  <a:pt x="59911" y="13800"/>
                </a:lnTo>
                <a:cubicBezTo>
                  <a:pt x="59759" y="13648"/>
                  <a:pt x="59728" y="13526"/>
                  <a:pt x="59819" y="13526"/>
                </a:cubicBezTo>
                <a:close/>
                <a:moveTo>
                  <a:pt x="41743" y="13044"/>
                </a:moveTo>
                <a:cubicBezTo>
                  <a:pt x="41801" y="13044"/>
                  <a:pt x="41865" y="13080"/>
                  <a:pt x="41886" y="13101"/>
                </a:cubicBezTo>
                <a:cubicBezTo>
                  <a:pt x="41916" y="13131"/>
                  <a:pt x="41856" y="13253"/>
                  <a:pt x="41795" y="13313"/>
                </a:cubicBezTo>
                <a:cubicBezTo>
                  <a:pt x="41734" y="13344"/>
                  <a:pt x="41795" y="13435"/>
                  <a:pt x="41886" y="13496"/>
                </a:cubicBezTo>
                <a:lnTo>
                  <a:pt x="42068" y="13496"/>
                </a:lnTo>
                <a:cubicBezTo>
                  <a:pt x="42099" y="13481"/>
                  <a:pt x="42152" y="13473"/>
                  <a:pt x="42198" y="13473"/>
                </a:cubicBezTo>
                <a:cubicBezTo>
                  <a:pt x="42243" y="13473"/>
                  <a:pt x="42281" y="13481"/>
                  <a:pt x="42281" y="13496"/>
                </a:cubicBezTo>
                <a:lnTo>
                  <a:pt x="42342" y="13587"/>
                </a:lnTo>
                <a:cubicBezTo>
                  <a:pt x="42433" y="13617"/>
                  <a:pt x="42433" y="13678"/>
                  <a:pt x="42342" y="13678"/>
                </a:cubicBezTo>
                <a:lnTo>
                  <a:pt x="42160" y="13678"/>
                </a:lnTo>
                <a:cubicBezTo>
                  <a:pt x="42068" y="13709"/>
                  <a:pt x="42008" y="13830"/>
                  <a:pt x="42038" y="13921"/>
                </a:cubicBezTo>
                <a:lnTo>
                  <a:pt x="41886" y="13921"/>
                </a:lnTo>
                <a:cubicBezTo>
                  <a:pt x="41734" y="13921"/>
                  <a:pt x="41825" y="13800"/>
                  <a:pt x="41795" y="13739"/>
                </a:cubicBezTo>
                <a:cubicBezTo>
                  <a:pt x="41704" y="13709"/>
                  <a:pt x="41612" y="13678"/>
                  <a:pt x="41521" y="13678"/>
                </a:cubicBezTo>
                <a:cubicBezTo>
                  <a:pt x="41460" y="13678"/>
                  <a:pt x="41400" y="13709"/>
                  <a:pt x="41400" y="13739"/>
                </a:cubicBezTo>
                <a:lnTo>
                  <a:pt x="41460" y="13739"/>
                </a:lnTo>
                <a:lnTo>
                  <a:pt x="41460" y="13769"/>
                </a:lnTo>
                <a:cubicBezTo>
                  <a:pt x="41491" y="13830"/>
                  <a:pt x="41460" y="13891"/>
                  <a:pt x="41400" y="13891"/>
                </a:cubicBezTo>
                <a:lnTo>
                  <a:pt x="41339" y="13891"/>
                </a:lnTo>
                <a:cubicBezTo>
                  <a:pt x="41217" y="13891"/>
                  <a:pt x="41126" y="13830"/>
                  <a:pt x="41035" y="13830"/>
                </a:cubicBezTo>
                <a:cubicBezTo>
                  <a:pt x="40974" y="13830"/>
                  <a:pt x="40913" y="13861"/>
                  <a:pt x="40913" y="13921"/>
                </a:cubicBezTo>
                <a:cubicBezTo>
                  <a:pt x="40894" y="13979"/>
                  <a:pt x="40850" y="14000"/>
                  <a:pt x="40805" y="14000"/>
                </a:cubicBezTo>
                <a:cubicBezTo>
                  <a:pt x="40780" y="14000"/>
                  <a:pt x="40753" y="13993"/>
                  <a:pt x="40731" y="13982"/>
                </a:cubicBezTo>
                <a:lnTo>
                  <a:pt x="40701" y="13952"/>
                </a:lnTo>
                <a:cubicBezTo>
                  <a:pt x="40701" y="13921"/>
                  <a:pt x="40594" y="13906"/>
                  <a:pt x="40427" y="13906"/>
                </a:cubicBezTo>
                <a:cubicBezTo>
                  <a:pt x="40424" y="13906"/>
                  <a:pt x="40420" y="13906"/>
                  <a:pt x="40417" y="13906"/>
                </a:cubicBezTo>
                <a:lnTo>
                  <a:pt x="40417" y="13906"/>
                </a:lnTo>
                <a:lnTo>
                  <a:pt x="40397" y="13921"/>
                </a:lnTo>
                <a:cubicBezTo>
                  <a:pt x="40376" y="13917"/>
                  <a:pt x="40356" y="13913"/>
                  <a:pt x="40335" y="13908"/>
                </a:cubicBezTo>
                <a:lnTo>
                  <a:pt x="40335" y="13908"/>
                </a:lnTo>
                <a:cubicBezTo>
                  <a:pt x="40181" y="13912"/>
                  <a:pt x="39990" y="13927"/>
                  <a:pt x="39789" y="13952"/>
                </a:cubicBezTo>
                <a:lnTo>
                  <a:pt x="39667" y="13921"/>
                </a:lnTo>
                <a:lnTo>
                  <a:pt x="39454" y="13861"/>
                </a:lnTo>
                <a:cubicBezTo>
                  <a:pt x="39439" y="13921"/>
                  <a:pt x="39409" y="13952"/>
                  <a:pt x="39371" y="13952"/>
                </a:cubicBezTo>
                <a:cubicBezTo>
                  <a:pt x="39333" y="13952"/>
                  <a:pt x="39287" y="13921"/>
                  <a:pt x="39242" y="13861"/>
                </a:cubicBezTo>
                <a:lnTo>
                  <a:pt x="39150" y="13800"/>
                </a:lnTo>
                <a:lnTo>
                  <a:pt x="38998" y="13709"/>
                </a:lnTo>
                <a:cubicBezTo>
                  <a:pt x="39029" y="13617"/>
                  <a:pt x="39059" y="13526"/>
                  <a:pt x="39090" y="13435"/>
                </a:cubicBezTo>
                <a:lnTo>
                  <a:pt x="39181" y="13435"/>
                </a:lnTo>
                <a:cubicBezTo>
                  <a:pt x="39242" y="13496"/>
                  <a:pt x="39333" y="13587"/>
                  <a:pt x="39394" y="13678"/>
                </a:cubicBezTo>
                <a:lnTo>
                  <a:pt x="39576" y="13587"/>
                </a:lnTo>
                <a:lnTo>
                  <a:pt x="39637" y="13587"/>
                </a:lnTo>
                <a:cubicBezTo>
                  <a:pt x="39653" y="13590"/>
                  <a:pt x="39668" y="13592"/>
                  <a:pt x="39682" y="13592"/>
                </a:cubicBezTo>
                <a:cubicBezTo>
                  <a:pt x="39795" y="13592"/>
                  <a:pt x="39816" y="13489"/>
                  <a:pt x="39789" y="13435"/>
                </a:cubicBezTo>
                <a:cubicBezTo>
                  <a:pt x="39746" y="13414"/>
                  <a:pt x="39703" y="13392"/>
                  <a:pt x="39670" y="13392"/>
                </a:cubicBezTo>
                <a:cubicBezTo>
                  <a:pt x="39657" y="13392"/>
                  <a:pt x="39646" y="13396"/>
                  <a:pt x="39637" y="13405"/>
                </a:cubicBezTo>
                <a:lnTo>
                  <a:pt x="39576" y="13405"/>
                </a:lnTo>
                <a:cubicBezTo>
                  <a:pt x="39515" y="13405"/>
                  <a:pt x="39485" y="13405"/>
                  <a:pt x="39454" y="13344"/>
                </a:cubicBezTo>
                <a:cubicBezTo>
                  <a:pt x="39454" y="13313"/>
                  <a:pt x="39485" y="13253"/>
                  <a:pt x="39515" y="13253"/>
                </a:cubicBezTo>
                <a:lnTo>
                  <a:pt x="39637" y="13253"/>
                </a:lnTo>
                <a:cubicBezTo>
                  <a:pt x="39700" y="13240"/>
                  <a:pt x="39757" y="13233"/>
                  <a:pt x="39812" y="13233"/>
                </a:cubicBezTo>
                <a:cubicBezTo>
                  <a:pt x="39889" y="13233"/>
                  <a:pt x="39961" y="13247"/>
                  <a:pt x="40032" y="13283"/>
                </a:cubicBezTo>
                <a:lnTo>
                  <a:pt x="40032" y="13374"/>
                </a:lnTo>
                <a:cubicBezTo>
                  <a:pt x="40001" y="13496"/>
                  <a:pt x="40123" y="13648"/>
                  <a:pt x="40184" y="13678"/>
                </a:cubicBezTo>
                <a:cubicBezTo>
                  <a:pt x="40336" y="13678"/>
                  <a:pt x="40488" y="13648"/>
                  <a:pt x="40640" y="13587"/>
                </a:cubicBezTo>
                <a:cubicBezTo>
                  <a:pt x="40668" y="13568"/>
                  <a:pt x="40688" y="13561"/>
                  <a:pt x="40701" y="13561"/>
                </a:cubicBezTo>
                <a:cubicBezTo>
                  <a:pt x="40731" y="13561"/>
                  <a:pt x="40731" y="13596"/>
                  <a:pt x="40731" y="13617"/>
                </a:cubicBezTo>
                <a:cubicBezTo>
                  <a:pt x="40688" y="13661"/>
                  <a:pt x="40660" y="13704"/>
                  <a:pt x="40625" y="13737"/>
                </a:cubicBezTo>
                <a:lnTo>
                  <a:pt x="40625" y="13737"/>
                </a:lnTo>
                <a:cubicBezTo>
                  <a:pt x="40550" y="13728"/>
                  <a:pt x="40473" y="13724"/>
                  <a:pt x="40397" y="13724"/>
                </a:cubicBezTo>
                <a:cubicBezTo>
                  <a:pt x="40252" y="13724"/>
                  <a:pt x="40108" y="13739"/>
                  <a:pt x="39971" y="13769"/>
                </a:cubicBezTo>
                <a:cubicBezTo>
                  <a:pt x="40076" y="13822"/>
                  <a:pt x="40204" y="13875"/>
                  <a:pt x="40335" y="13908"/>
                </a:cubicBezTo>
                <a:lnTo>
                  <a:pt x="40335" y="13908"/>
                </a:lnTo>
                <a:cubicBezTo>
                  <a:pt x="40364" y="13907"/>
                  <a:pt x="40391" y="13906"/>
                  <a:pt x="40417" y="13906"/>
                </a:cubicBezTo>
                <a:lnTo>
                  <a:pt x="40417" y="13906"/>
                </a:lnTo>
                <a:lnTo>
                  <a:pt x="40518" y="13830"/>
                </a:lnTo>
                <a:lnTo>
                  <a:pt x="40579" y="13769"/>
                </a:lnTo>
                <a:cubicBezTo>
                  <a:pt x="40596" y="13761"/>
                  <a:pt x="40611" y="13750"/>
                  <a:pt x="40625" y="13737"/>
                </a:cubicBezTo>
                <a:lnTo>
                  <a:pt x="40625" y="13737"/>
                </a:lnTo>
                <a:cubicBezTo>
                  <a:pt x="40692" y="13744"/>
                  <a:pt x="40758" y="13755"/>
                  <a:pt x="40822" y="13769"/>
                </a:cubicBezTo>
                <a:lnTo>
                  <a:pt x="40822" y="13739"/>
                </a:lnTo>
                <a:cubicBezTo>
                  <a:pt x="40883" y="13587"/>
                  <a:pt x="40974" y="13557"/>
                  <a:pt x="41126" y="13557"/>
                </a:cubicBezTo>
                <a:lnTo>
                  <a:pt x="41156" y="13557"/>
                </a:lnTo>
                <a:cubicBezTo>
                  <a:pt x="41174" y="13548"/>
                  <a:pt x="41195" y="13544"/>
                  <a:pt x="41215" y="13544"/>
                </a:cubicBezTo>
                <a:cubicBezTo>
                  <a:pt x="41265" y="13544"/>
                  <a:pt x="41317" y="13566"/>
                  <a:pt x="41339" y="13587"/>
                </a:cubicBezTo>
                <a:cubicBezTo>
                  <a:pt x="41342" y="13590"/>
                  <a:pt x="41347" y="13592"/>
                  <a:pt x="41354" y="13592"/>
                </a:cubicBezTo>
                <a:cubicBezTo>
                  <a:pt x="41408" y="13592"/>
                  <a:pt x="41558" y="13492"/>
                  <a:pt x="41612" y="13465"/>
                </a:cubicBezTo>
                <a:cubicBezTo>
                  <a:pt x="41673" y="13435"/>
                  <a:pt x="41612" y="13131"/>
                  <a:pt x="41673" y="13070"/>
                </a:cubicBezTo>
                <a:cubicBezTo>
                  <a:pt x="41692" y="13051"/>
                  <a:pt x="41717" y="13044"/>
                  <a:pt x="41743" y="13044"/>
                </a:cubicBezTo>
                <a:close/>
                <a:moveTo>
                  <a:pt x="65716" y="13830"/>
                </a:moveTo>
                <a:cubicBezTo>
                  <a:pt x="65777" y="13830"/>
                  <a:pt x="65868" y="13830"/>
                  <a:pt x="65899" y="13891"/>
                </a:cubicBezTo>
                <a:cubicBezTo>
                  <a:pt x="65929" y="13921"/>
                  <a:pt x="65868" y="14013"/>
                  <a:pt x="65868" y="14043"/>
                </a:cubicBezTo>
                <a:lnTo>
                  <a:pt x="65260" y="14043"/>
                </a:lnTo>
                <a:cubicBezTo>
                  <a:pt x="65108" y="14013"/>
                  <a:pt x="65048" y="13982"/>
                  <a:pt x="65169" y="13982"/>
                </a:cubicBezTo>
                <a:lnTo>
                  <a:pt x="65139" y="13982"/>
                </a:lnTo>
                <a:cubicBezTo>
                  <a:pt x="65351" y="13952"/>
                  <a:pt x="65534" y="13891"/>
                  <a:pt x="65716" y="13830"/>
                </a:cubicBezTo>
                <a:close/>
                <a:moveTo>
                  <a:pt x="14375" y="13605"/>
                </a:moveTo>
                <a:cubicBezTo>
                  <a:pt x="14388" y="13605"/>
                  <a:pt x="14399" y="13609"/>
                  <a:pt x="14408" y="13617"/>
                </a:cubicBezTo>
                <a:lnTo>
                  <a:pt x="14439" y="13617"/>
                </a:lnTo>
                <a:cubicBezTo>
                  <a:pt x="14439" y="13709"/>
                  <a:pt x="14408" y="13800"/>
                  <a:pt x="14378" y="13891"/>
                </a:cubicBezTo>
                <a:cubicBezTo>
                  <a:pt x="14347" y="13952"/>
                  <a:pt x="14256" y="14073"/>
                  <a:pt x="14195" y="14073"/>
                </a:cubicBezTo>
                <a:cubicBezTo>
                  <a:pt x="14191" y="14076"/>
                  <a:pt x="14185" y="14077"/>
                  <a:pt x="14179" y="14077"/>
                </a:cubicBezTo>
                <a:cubicBezTo>
                  <a:pt x="14103" y="14077"/>
                  <a:pt x="13915" y="13921"/>
                  <a:pt x="13831" y="13921"/>
                </a:cubicBezTo>
                <a:cubicBezTo>
                  <a:pt x="13709" y="13921"/>
                  <a:pt x="13709" y="13891"/>
                  <a:pt x="13831" y="13861"/>
                </a:cubicBezTo>
                <a:lnTo>
                  <a:pt x="13922" y="13891"/>
                </a:lnTo>
                <a:lnTo>
                  <a:pt x="14165" y="13921"/>
                </a:lnTo>
                <a:cubicBezTo>
                  <a:pt x="14226" y="13830"/>
                  <a:pt x="14256" y="13739"/>
                  <a:pt x="14256" y="13648"/>
                </a:cubicBezTo>
                <a:lnTo>
                  <a:pt x="14287" y="13648"/>
                </a:lnTo>
                <a:cubicBezTo>
                  <a:pt x="14308" y="13626"/>
                  <a:pt x="14345" y="13605"/>
                  <a:pt x="14375" y="13605"/>
                </a:cubicBezTo>
                <a:close/>
                <a:moveTo>
                  <a:pt x="38512" y="13344"/>
                </a:moveTo>
                <a:cubicBezTo>
                  <a:pt x="38573" y="13405"/>
                  <a:pt x="38664" y="13496"/>
                  <a:pt x="38694" y="13526"/>
                </a:cubicBezTo>
                <a:lnTo>
                  <a:pt x="38725" y="13557"/>
                </a:lnTo>
                <a:lnTo>
                  <a:pt x="38968" y="13739"/>
                </a:lnTo>
                <a:cubicBezTo>
                  <a:pt x="38846" y="13830"/>
                  <a:pt x="38755" y="13982"/>
                  <a:pt x="38786" y="14013"/>
                </a:cubicBezTo>
                <a:cubicBezTo>
                  <a:pt x="38786" y="14043"/>
                  <a:pt x="38755" y="14073"/>
                  <a:pt x="38694" y="14073"/>
                </a:cubicBezTo>
                <a:lnTo>
                  <a:pt x="38573" y="14073"/>
                </a:lnTo>
                <a:cubicBezTo>
                  <a:pt x="38500" y="14090"/>
                  <a:pt x="38433" y="14097"/>
                  <a:pt x="38375" y="14097"/>
                </a:cubicBezTo>
                <a:cubicBezTo>
                  <a:pt x="38217" y="14097"/>
                  <a:pt x="38125" y="14041"/>
                  <a:pt x="38147" y="13952"/>
                </a:cubicBezTo>
                <a:lnTo>
                  <a:pt x="38208" y="13891"/>
                </a:lnTo>
                <a:lnTo>
                  <a:pt x="38299" y="13769"/>
                </a:lnTo>
                <a:cubicBezTo>
                  <a:pt x="38376" y="13795"/>
                  <a:pt x="38443" y="13804"/>
                  <a:pt x="38491" y="13804"/>
                </a:cubicBezTo>
                <a:cubicBezTo>
                  <a:pt x="38557" y="13804"/>
                  <a:pt x="38590" y="13787"/>
                  <a:pt x="38573" y="13769"/>
                </a:cubicBezTo>
                <a:cubicBezTo>
                  <a:pt x="38451" y="13648"/>
                  <a:pt x="38330" y="13526"/>
                  <a:pt x="38208" y="13435"/>
                </a:cubicBezTo>
                <a:cubicBezTo>
                  <a:pt x="38147" y="13374"/>
                  <a:pt x="38208" y="13344"/>
                  <a:pt x="38299" y="13344"/>
                </a:cubicBezTo>
                <a:close/>
                <a:moveTo>
                  <a:pt x="35928" y="13557"/>
                </a:moveTo>
                <a:cubicBezTo>
                  <a:pt x="35959" y="13557"/>
                  <a:pt x="36020" y="13617"/>
                  <a:pt x="36050" y="13617"/>
                </a:cubicBezTo>
                <a:lnTo>
                  <a:pt x="35898" y="14013"/>
                </a:lnTo>
                <a:lnTo>
                  <a:pt x="35868" y="14104"/>
                </a:lnTo>
                <a:cubicBezTo>
                  <a:pt x="35861" y="14130"/>
                  <a:pt x="35836" y="14141"/>
                  <a:pt x="35800" y="14141"/>
                </a:cubicBezTo>
                <a:cubicBezTo>
                  <a:pt x="35762" y="14141"/>
                  <a:pt x="35712" y="14129"/>
                  <a:pt x="35657" y="14111"/>
                </a:cubicBezTo>
                <a:lnTo>
                  <a:pt x="35657" y="14111"/>
                </a:lnTo>
                <a:cubicBezTo>
                  <a:pt x="35695" y="14081"/>
                  <a:pt x="35730" y="14032"/>
                  <a:pt x="35746" y="13982"/>
                </a:cubicBezTo>
                <a:lnTo>
                  <a:pt x="35776" y="13891"/>
                </a:lnTo>
                <a:lnTo>
                  <a:pt x="35837" y="13830"/>
                </a:lnTo>
                <a:cubicBezTo>
                  <a:pt x="35776" y="13769"/>
                  <a:pt x="35807" y="13678"/>
                  <a:pt x="35868" y="13617"/>
                </a:cubicBezTo>
                <a:lnTo>
                  <a:pt x="35928" y="13557"/>
                </a:lnTo>
                <a:close/>
                <a:moveTo>
                  <a:pt x="53498" y="13885"/>
                </a:moveTo>
                <a:cubicBezTo>
                  <a:pt x="53509" y="13885"/>
                  <a:pt x="53519" y="13887"/>
                  <a:pt x="53528" y="13891"/>
                </a:cubicBezTo>
                <a:lnTo>
                  <a:pt x="53680" y="13952"/>
                </a:lnTo>
                <a:cubicBezTo>
                  <a:pt x="53831" y="14073"/>
                  <a:pt x="53892" y="14195"/>
                  <a:pt x="53831" y="14195"/>
                </a:cubicBezTo>
                <a:lnTo>
                  <a:pt x="53831" y="14165"/>
                </a:lnTo>
                <a:cubicBezTo>
                  <a:pt x="53771" y="14165"/>
                  <a:pt x="53680" y="14134"/>
                  <a:pt x="53710" y="14104"/>
                </a:cubicBezTo>
                <a:cubicBezTo>
                  <a:pt x="53710" y="14073"/>
                  <a:pt x="53649" y="14043"/>
                  <a:pt x="53558" y="14043"/>
                </a:cubicBezTo>
                <a:lnTo>
                  <a:pt x="53406" y="14043"/>
                </a:lnTo>
                <a:cubicBezTo>
                  <a:pt x="53379" y="14052"/>
                  <a:pt x="53353" y="14056"/>
                  <a:pt x="53328" y="14056"/>
                </a:cubicBezTo>
                <a:cubicBezTo>
                  <a:pt x="53269" y="14056"/>
                  <a:pt x="53224" y="14034"/>
                  <a:pt x="53224" y="14013"/>
                </a:cubicBezTo>
                <a:cubicBezTo>
                  <a:pt x="53302" y="13960"/>
                  <a:pt x="53426" y="13885"/>
                  <a:pt x="53498" y="13885"/>
                </a:cubicBezTo>
                <a:close/>
                <a:moveTo>
                  <a:pt x="35427" y="14058"/>
                </a:moveTo>
                <a:cubicBezTo>
                  <a:pt x="35465" y="14058"/>
                  <a:pt x="35503" y="14073"/>
                  <a:pt x="35533" y="14104"/>
                </a:cubicBezTo>
                <a:lnTo>
                  <a:pt x="35564" y="14134"/>
                </a:lnTo>
                <a:cubicBezTo>
                  <a:pt x="35569" y="14137"/>
                  <a:pt x="35575" y="14139"/>
                  <a:pt x="35580" y="14139"/>
                </a:cubicBezTo>
                <a:lnTo>
                  <a:pt x="35580" y="14139"/>
                </a:lnTo>
                <a:cubicBezTo>
                  <a:pt x="35575" y="14158"/>
                  <a:pt x="35570" y="14176"/>
                  <a:pt x="35564" y="14195"/>
                </a:cubicBezTo>
                <a:lnTo>
                  <a:pt x="35472" y="14225"/>
                </a:lnTo>
                <a:cubicBezTo>
                  <a:pt x="35321" y="14225"/>
                  <a:pt x="35290" y="14195"/>
                  <a:pt x="35321" y="14104"/>
                </a:cubicBezTo>
                <a:cubicBezTo>
                  <a:pt x="35351" y="14073"/>
                  <a:pt x="35389" y="14058"/>
                  <a:pt x="35427" y="14058"/>
                </a:cubicBezTo>
                <a:close/>
                <a:moveTo>
                  <a:pt x="35442" y="13617"/>
                </a:moveTo>
                <a:cubicBezTo>
                  <a:pt x="35574" y="13670"/>
                  <a:pt x="35637" y="13860"/>
                  <a:pt x="35592" y="14088"/>
                </a:cubicBezTo>
                <a:lnTo>
                  <a:pt x="35592" y="14088"/>
                </a:lnTo>
                <a:cubicBezTo>
                  <a:pt x="35473" y="14043"/>
                  <a:pt x="35348" y="13980"/>
                  <a:pt x="35290" y="13952"/>
                </a:cubicBezTo>
                <a:cubicBezTo>
                  <a:pt x="35194" y="13894"/>
                  <a:pt x="35122" y="13873"/>
                  <a:pt x="35082" y="13873"/>
                </a:cubicBezTo>
                <a:cubicBezTo>
                  <a:pt x="35059" y="13873"/>
                  <a:pt x="35047" y="13880"/>
                  <a:pt x="35047" y="13891"/>
                </a:cubicBezTo>
                <a:cubicBezTo>
                  <a:pt x="35108" y="13952"/>
                  <a:pt x="35290" y="14043"/>
                  <a:pt x="35169" y="14104"/>
                </a:cubicBezTo>
                <a:cubicBezTo>
                  <a:pt x="35144" y="14129"/>
                  <a:pt x="35121" y="14138"/>
                  <a:pt x="35099" y="14138"/>
                </a:cubicBezTo>
                <a:cubicBezTo>
                  <a:pt x="35042" y="14138"/>
                  <a:pt x="34992" y="14073"/>
                  <a:pt x="34925" y="14073"/>
                </a:cubicBezTo>
                <a:lnTo>
                  <a:pt x="34865" y="14073"/>
                </a:lnTo>
                <a:cubicBezTo>
                  <a:pt x="34847" y="14091"/>
                  <a:pt x="34813" y="14099"/>
                  <a:pt x="34773" y="14099"/>
                </a:cubicBezTo>
                <a:cubicBezTo>
                  <a:pt x="34674" y="14099"/>
                  <a:pt x="34534" y="14056"/>
                  <a:pt x="34469" y="14013"/>
                </a:cubicBezTo>
                <a:cubicBezTo>
                  <a:pt x="34455" y="14003"/>
                  <a:pt x="34440" y="13998"/>
                  <a:pt x="34426" y="13998"/>
                </a:cubicBezTo>
                <a:cubicBezTo>
                  <a:pt x="34351" y="13998"/>
                  <a:pt x="34287" y="14114"/>
                  <a:pt x="34287" y="14165"/>
                </a:cubicBezTo>
                <a:cubicBezTo>
                  <a:pt x="34287" y="14192"/>
                  <a:pt x="34212" y="14321"/>
                  <a:pt x="34129" y="14321"/>
                </a:cubicBezTo>
                <a:cubicBezTo>
                  <a:pt x="34121" y="14321"/>
                  <a:pt x="34113" y="14319"/>
                  <a:pt x="34105" y="14317"/>
                </a:cubicBezTo>
                <a:cubicBezTo>
                  <a:pt x="34044" y="14286"/>
                  <a:pt x="33983" y="14256"/>
                  <a:pt x="33922" y="14225"/>
                </a:cubicBezTo>
                <a:cubicBezTo>
                  <a:pt x="33869" y="14279"/>
                  <a:pt x="33820" y="14298"/>
                  <a:pt x="33777" y="14298"/>
                </a:cubicBezTo>
                <a:cubicBezTo>
                  <a:pt x="33674" y="14298"/>
                  <a:pt x="33600" y="14186"/>
                  <a:pt x="33558" y="14165"/>
                </a:cubicBezTo>
                <a:cubicBezTo>
                  <a:pt x="33497" y="14134"/>
                  <a:pt x="33345" y="14134"/>
                  <a:pt x="33375" y="14043"/>
                </a:cubicBezTo>
                <a:cubicBezTo>
                  <a:pt x="33406" y="13921"/>
                  <a:pt x="33406" y="13800"/>
                  <a:pt x="33497" y="13739"/>
                </a:cubicBezTo>
                <a:lnTo>
                  <a:pt x="33649" y="13648"/>
                </a:lnTo>
                <a:cubicBezTo>
                  <a:pt x="33770" y="13769"/>
                  <a:pt x="33831" y="13861"/>
                  <a:pt x="33740" y="13861"/>
                </a:cubicBezTo>
                <a:lnTo>
                  <a:pt x="33649" y="13861"/>
                </a:lnTo>
                <a:cubicBezTo>
                  <a:pt x="33618" y="13891"/>
                  <a:pt x="33588" y="13921"/>
                  <a:pt x="33588" y="13952"/>
                </a:cubicBezTo>
                <a:cubicBezTo>
                  <a:pt x="33588" y="13982"/>
                  <a:pt x="33618" y="14013"/>
                  <a:pt x="33649" y="14043"/>
                </a:cubicBezTo>
                <a:lnTo>
                  <a:pt x="33801" y="14073"/>
                </a:lnTo>
                <a:lnTo>
                  <a:pt x="34074" y="14073"/>
                </a:lnTo>
                <a:cubicBezTo>
                  <a:pt x="34074" y="14043"/>
                  <a:pt x="34165" y="13891"/>
                  <a:pt x="34135" y="13830"/>
                </a:cubicBezTo>
                <a:cubicBezTo>
                  <a:pt x="34105" y="13769"/>
                  <a:pt x="34226" y="13648"/>
                  <a:pt x="34287" y="13648"/>
                </a:cubicBezTo>
                <a:lnTo>
                  <a:pt x="34500" y="13648"/>
                </a:lnTo>
                <a:cubicBezTo>
                  <a:pt x="34621" y="13678"/>
                  <a:pt x="34743" y="13678"/>
                  <a:pt x="34834" y="13678"/>
                </a:cubicBezTo>
                <a:cubicBezTo>
                  <a:pt x="35017" y="13678"/>
                  <a:pt x="35169" y="13617"/>
                  <a:pt x="35321" y="13617"/>
                </a:cubicBezTo>
                <a:close/>
                <a:moveTo>
                  <a:pt x="58847" y="14073"/>
                </a:moveTo>
                <a:cubicBezTo>
                  <a:pt x="58877" y="14073"/>
                  <a:pt x="58847" y="14256"/>
                  <a:pt x="58695" y="14317"/>
                </a:cubicBezTo>
                <a:lnTo>
                  <a:pt x="58573" y="14377"/>
                </a:lnTo>
                <a:cubicBezTo>
                  <a:pt x="58391" y="14377"/>
                  <a:pt x="58208" y="14347"/>
                  <a:pt x="58056" y="14317"/>
                </a:cubicBezTo>
                <a:cubicBezTo>
                  <a:pt x="58026" y="14286"/>
                  <a:pt x="58026" y="14256"/>
                  <a:pt x="58056" y="14225"/>
                </a:cubicBezTo>
                <a:cubicBezTo>
                  <a:pt x="58056" y="14225"/>
                  <a:pt x="58087" y="14195"/>
                  <a:pt x="58117" y="14195"/>
                </a:cubicBezTo>
                <a:lnTo>
                  <a:pt x="58269" y="14317"/>
                </a:lnTo>
                <a:cubicBezTo>
                  <a:pt x="58452" y="14256"/>
                  <a:pt x="58786" y="14195"/>
                  <a:pt x="58786" y="14134"/>
                </a:cubicBezTo>
                <a:cubicBezTo>
                  <a:pt x="58816" y="14073"/>
                  <a:pt x="58816" y="14073"/>
                  <a:pt x="58847" y="14073"/>
                </a:cubicBezTo>
                <a:close/>
                <a:moveTo>
                  <a:pt x="49272" y="13769"/>
                </a:moveTo>
                <a:lnTo>
                  <a:pt x="49303" y="13800"/>
                </a:lnTo>
                <a:lnTo>
                  <a:pt x="49394" y="13830"/>
                </a:lnTo>
                <a:cubicBezTo>
                  <a:pt x="49394" y="13921"/>
                  <a:pt x="49363" y="14043"/>
                  <a:pt x="49333" y="14165"/>
                </a:cubicBezTo>
                <a:cubicBezTo>
                  <a:pt x="49303" y="14195"/>
                  <a:pt x="49181" y="14195"/>
                  <a:pt x="49151" y="14195"/>
                </a:cubicBezTo>
                <a:cubicBezTo>
                  <a:pt x="49142" y="14186"/>
                  <a:pt x="49130" y="14182"/>
                  <a:pt x="49118" y="14182"/>
                </a:cubicBezTo>
                <a:cubicBezTo>
                  <a:pt x="49090" y="14182"/>
                  <a:pt x="49059" y="14204"/>
                  <a:pt x="49059" y="14225"/>
                </a:cubicBezTo>
                <a:lnTo>
                  <a:pt x="49151" y="14317"/>
                </a:lnTo>
                <a:cubicBezTo>
                  <a:pt x="49242" y="14438"/>
                  <a:pt x="49272" y="14499"/>
                  <a:pt x="49211" y="14499"/>
                </a:cubicBezTo>
                <a:lnTo>
                  <a:pt x="49090" y="14499"/>
                </a:lnTo>
                <a:cubicBezTo>
                  <a:pt x="48999" y="14499"/>
                  <a:pt x="48907" y="14438"/>
                  <a:pt x="48907" y="14377"/>
                </a:cubicBezTo>
                <a:cubicBezTo>
                  <a:pt x="48907" y="14335"/>
                  <a:pt x="48790" y="14278"/>
                  <a:pt x="48718" y="14278"/>
                </a:cubicBezTo>
                <a:cubicBezTo>
                  <a:pt x="48687" y="14278"/>
                  <a:pt x="48664" y="14289"/>
                  <a:pt x="48664" y="14317"/>
                </a:cubicBezTo>
                <a:cubicBezTo>
                  <a:pt x="48664" y="14333"/>
                  <a:pt x="48648" y="14341"/>
                  <a:pt x="48624" y="14341"/>
                </a:cubicBezTo>
                <a:cubicBezTo>
                  <a:pt x="48564" y="14341"/>
                  <a:pt x="48460" y="14291"/>
                  <a:pt x="48482" y="14225"/>
                </a:cubicBezTo>
                <a:cubicBezTo>
                  <a:pt x="48543" y="14104"/>
                  <a:pt x="48603" y="14013"/>
                  <a:pt x="48695" y="13921"/>
                </a:cubicBezTo>
                <a:lnTo>
                  <a:pt x="48968" y="13921"/>
                </a:lnTo>
                <a:cubicBezTo>
                  <a:pt x="49059" y="13861"/>
                  <a:pt x="49151" y="13800"/>
                  <a:pt x="49272" y="13769"/>
                </a:cubicBezTo>
                <a:close/>
                <a:moveTo>
                  <a:pt x="43375" y="14013"/>
                </a:moveTo>
                <a:lnTo>
                  <a:pt x="43527" y="14134"/>
                </a:lnTo>
                <a:cubicBezTo>
                  <a:pt x="43558" y="14154"/>
                  <a:pt x="43578" y="14161"/>
                  <a:pt x="43594" y="14161"/>
                </a:cubicBezTo>
                <a:cubicBezTo>
                  <a:pt x="43625" y="14161"/>
                  <a:pt x="43639" y="14134"/>
                  <a:pt x="43679" y="14134"/>
                </a:cubicBezTo>
                <a:cubicBezTo>
                  <a:pt x="43720" y="14114"/>
                  <a:pt x="43759" y="14105"/>
                  <a:pt x="43795" y="14105"/>
                </a:cubicBezTo>
                <a:cubicBezTo>
                  <a:pt x="43918" y="14105"/>
                  <a:pt x="44018" y="14202"/>
                  <a:pt x="44135" y="14225"/>
                </a:cubicBezTo>
                <a:cubicBezTo>
                  <a:pt x="44196" y="14225"/>
                  <a:pt x="44166" y="14377"/>
                  <a:pt x="44074" y="14438"/>
                </a:cubicBezTo>
                <a:lnTo>
                  <a:pt x="43983" y="14499"/>
                </a:lnTo>
                <a:cubicBezTo>
                  <a:pt x="43953" y="14519"/>
                  <a:pt x="43916" y="14529"/>
                  <a:pt x="43877" y="14529"/>
                </a:cubicBezTo>
                <a:cubicBezTo>
                  <a:pt x="43801" y="14529"/>
                  <a:pt x="43720" y="14489"/>
                  <a:pt x="43679" y="14408"/>
                </a:cubicBezTo>
                <a:lnTo>
                  <a:pt x="43558" y="14347"/>
                </a:lnTo>
                <a:lnTo>
                  <a:pt x="43436" y="14347"/>
                </a:lnTo>
                <a:cubicBezTo>
                  <a:pt x="43345" y="14256"/>
                  <a:pt x="43315" y="14104"/>
                  <a:pt x="43375" y="14013"/>
                </a:cubicBezTo>
                <a:close/>
                <a:moveTo>
                  <a:pt x="45229" y="14189"/>
                </a:moveTo>
                <a:cubicBezTo>
                  <a:pt x="45238" y="14189"/>
                  <a:pt x="45248" y="14191"/>
                  <a:pt x="45260" y="14195"/>
                </a:cubicBezTo>
                <a:cubicBezTo>
                  <a:pt x="45412" y="14256"/>
                  <a:pt x="45381" y="14499"/>
                  <a:pt x="45199" y="14499"/>
                </a:cubicBezTo>
                <a:lnTo>
                  <a:pt x="45047" y="14560"/>
                </a:lnTo>
                <a:lnTo>
                  <a:pt x="45017" y="14560"/>
                </a:lnTo>
                <a:cubicBezTo>
                  <a:pt x="44956" y="14499"/>
                  <a:pt x="44926" y="14438"/>
                  <a:pt x="44956" y="14377"/>
                </a:cubicBezTo>
                <a:lnTo>
                  <a:pt x="45199" y="14377"/>
                </a:lnTo>
                <a:cubicBezTo>
                  <a:pt x="45173" y="14272"/>
                  <a:pt x="45169" y="14189"/>
                  <a:pt x="45229" y="14189"/>
                </a:cubicBezTo>
                <a:close/>
                <a:moveTo>
                  <a:pt x="56719" y="14225"/>
                </a:moveTo>
                <a:cubicBezTo>
                  <a:pt x="56780" y="14225"/>
                  <a:pt x="56810" y="14317"/>
                  <a:pt x="56780" y="14377"/>
                </a:cubicBezTo>
                <a:lnTo>
                  <a:pt x="56719" y="14377"/>
                </a:lnTo>
                <a:cubicBezTo>
                  <a:pt x="56598" y="14408"/>
                  <a:pt x="56476" y="14438"/>
                  <a:pt x="56354" y="14468"/>
                </a:cubicBezTo>
                <a:lnTo>
                  <a:pt x="56354" y="14529"/>
                </a:lnTo>
                <a:lnTo>
                  <a:pt x="56354" y="14560"/>
                </a:lnTo>
                <a:cubicBezTo>
                  <a:pt x="56324" y="14590"/>
                  <a:pt x="56263" y="14590"/>
                  <a:pt x="56233" y="14590"/>
                </a:cubicBezTo>
                <a:cubicBezTo>
                  <a:pt x="56202" y="14529"/>
                  <a:pt x="56202" y="14468"/>
                  <a:pt x="56202" y="14408"/>
                </a:cubicBezTo>
                <a:cubicBezTo>
                  <a:pt x="56202" y="14377"/>
                  <a:pt x="56324" y="14286"/>
                  <a:pt x="56506" y="14256"/>
                </a:cubicBezTo>
                <a:lnTo>
                  <a:pt x="56658" y="14225"/>
                </a:lnTo>
                <a:close/>
                <a:moveTo>
                  <a:pt x="69794" y="14091"/>
                </a:moveTo>
                <a:cubicBezTo>
                  <a:pt x="69855" y="14091"/>
                  <a:pt x="69929" y="14113"/>
                  <a:pt x="69972" y="14134"/>
                </a:cubicBezTo>
                <a:cubicBezTo>
                  <a:pt x="70032" y="14165"/>
                  <a:pt x="70093" y="14225"/>
                  <a:pt x="70063" y="14317"/>
                </a:cubicBezTo>
                <a:cubicBezTo>
                  <a:pt x="70039" y="14352"/>
                  <a:pt x="70010" y="14365"/>
                  <a:pt x="69981" y="14365"/>
                </a:cubicBezTo>
                <a:cubicBezTo>
                  <a:pt x="69935" y="14365"/>
                  <a:pt x="69887" y="14335"/>
                  <a:pt x="69850" y="14317"/>
                </a:cubicBezTo>
                <a:lnTo>
                  <a:pt x="69820" y="14286"/>
                </a:lnTo>
                <a:cubicBezTo>
                  <a:pt x="69759" y="14286"/>
                  <a:pt x="69607" y="14499"/>
                  <a:pt x="69546" y="14590"/>
                </a:cubicBezTo>
                <a:cubicBezTo>
                  <a:pt x="69536" y="14600"/>
                  <a:pt x="69522" y="14604"/>
                  <a:pt x="69506" y="14604"/>
                </a:cubicBezTo>
                <a:cubicBezTo>
                  <a:pt x="69421" y="14604"/>
                  <a:pt x="69268" y="14489"/>
                  <a:pt x="69242" y="14438"/>
                </a:cubicBezTo>
                <a:cubicBezTo>
                  <a:pt x="69181" y="14347"/>
                  <a:pt x="69242" y="14225"/>
                  <a:pt x="69364" y="14165"/>
                </a:cubicBezTo>
                <a:lnTo>
                  <a:pt x="69485" y="14134"/>
                </a:lnTo>
                <a:cubicBezTo>
                  <a:pt x="69516" y="14119"/>
                  <a:pt x="69569" y="14119"/>
                  <a:pt x="69618" y="14119"/>
                </a:cubicBezTo>
                <a:cubicBezTo>
                  <a:pt x="69668" y="14119"/>
                  <a:pt x="69713" y="14119"/>
                  <a:pt x="69728" y="14104"/>
                </a:cubicBezTo>
                <a:cubicBezTo>
                  <a:pt x="69746" y="14095"/>
                  <a:pt x="69769" y="14091"/>
                  <a:pt x="69794" y="14091"/>
                </a:cubicBezTo>
                <a:close/>
                <a:moveTo>
                  <a:pt x="37631" y="13678"/>
                </a:moveTo>
                <a:cubicBezTo>
                  <a:pt x="37651" y="13686"/>
                  <a:pt x="37669" y="13690"/>
                  <a:pt x="37686" y="13690"/>
                </a:cubicBezTo>
                <a:cubicBezTo>
                  <a:pt x="37687" y="13690"/>
                  <a:pt x="37687" y="13690"/>
                  <a:pt x="37688" y="13690"/>
                </a:cubicBezTo>
                <a:lnTo>
                  <a:pt x="37688" y="13690"/>
                </a:lnTo>
                <a:cubicBezTo>
                  <a:pt x="37731" y="13758"/>
                  <a:pt x="37784" y="13836"/>
                  <a:pt x="37843" y="13921"/>
                </a:cubicBezTo>
                <a:lnTo>
                  <a:pt x="37783" y="13982"/>
                </a:lnTo>
                <a:cubicBezTo>
                  <a:pt x="37741" y="14003"/>
                  <a:pt x="37714" y="14052"/>
                  <a:pt x="37652" y="14052"/>
                </a:cubicBezTo>
                <a:cubicBezTo>
                  <a:pt x="37624" y="14052"/>
                  <a:pt x="37588" y="14041"/>
                  <a:pt x="37539" y="14013"/>
                </a:cubicBezTo>
                <a:lnTo>
                  <a:pt x="37418" y="13952"/>
                </a:lnTo>
                <a:cubicBezTo>
                  <a:pt x="37357" y="14104"/>
                  <a:pt x="37296" y="14620"/>
                  <a:pt x="37175" y="14712"/>
                </a:cubicBezTo>
                <a:cubicBezTo>
                  <a:pt x="37142" y="14728"/>
                  <a:pt x="37107" y="14736"/>
                  <a:pt x="37073" y="14736"/>
                </a:cubicBezTo>
                <a:cubicBezTo>
                  <a:pt x="36980" y="14736"/>
                  <a:pt x="36893" y="14679"/>
                  <a:pt x="36871" y="14590"/>
                </a:cubicBezTo>
                <a:cubicBezTo>
                  <a:pt x="36871" y="14499"/>
                  <a:pt x="36992" y="14438"/>
                  <a:pt x="37053" y="14438"/>
                </a:cubicBezTo>
                <a:cubicBezTo>
                  <a:pt x="37083" y="14438"/>
                  <a:pt x="37205" y="14286"/>
                  <a:pt x="37175" y="14256"/>
                </a:cubicBezTo>
                <a:cubicBezTo>
                  <a:pt x="37083" y="14165"/>
                  <a:pt x="36962" y="14134"/>
                  <a:pt x="36871" y="14134"/>
                </a:cubicBezTo>
                <a:cubicBezTo>
                  <a:pt x="36780" y="14165"/>
                  <a:pt x="36628" y="14225"/>
                  <a:pt x="36476" y="14317"/>
                </a:cubicBezTo>
                <a:lnTo>
                  <a:pt x="36384" y="14377"/>
                </a:lnTo>
                <a:cubicBezTo>
                  <a:pt x="36324" y="14438"/>
                  <a:pt x="36324" y="14529"/>
                  <a:pt x="36445" y="14529"/>
                </a:cubicBezTo>
                <a:lnTo>
                  <a:pt x="36567" y="14529"/>
                </a:lnTo>
                <a:cubicBezTo>
                  <a:pt x="36536" y="14620"/>
                  <a:pt x="36445" y="14681"/>
                  <a:pt x="36354" y="14712"/>
                </a:cubicBezTo>
                <a:lnTo>
                  <a:pt x="36293" y="14681"/>
                </a:lnTo>
                <a:lnTo>
                  <a:pt x="36202" y="14651"/>
                </a:lnTo>
                <a:cubicBezTo>
                  <a:pt x="36202" y="14499"/>
                  <a:pt x="36232" y="14347"/>
                  <a:pt x="36293" y="14195"/>
                </a:cubicBezTo>
                <a:lnTo>
                  <a:pt x="36354" y="14134"/>
                </a:lnTo>
                <a:cubicBezTo>
                  <a:pt x="36384" y="14104"/>
                  <a:pt x="36445" y="14073"/>
                  <a:pt x="36445" y="14043"/>
                </a:cubicBezTo>
                <a:cubicBezTo>
                  <a:pt x="36476" y="13952"/>
                  <a:pt x="36567" y="13921"/>
                  <a:pt x="36658" y="13921"/>
                </a:cubicBezTo>
                <a:cubicBezTo>
                  <a:pt x="36696" y="13929"/>
                  <a:pt x="36734" y="13933"/>
                  <a:pt x="36771" y="13933"/>
                </a:cubicBezTo>
                <a:cubicBezTo>
                  <a:pt x="36884" y="13933"/>
                  <a:pt x="36992" y="13899"/>
                  <a:pt x="37083" y="13830"/>
                </a:cubicBezTo>
                <a:lnTo>
                  <a:pt x="37175" y="13709"/>
                </a:lnTo>
                <a:cubicBezTo>
                  <a:pt x="37205" y="13769"/>
                  <a:pt x="37258" y="13800"/>
                  <a:pt x="37311" y="13800"/>
                </a:cubicBezTo>
                <a:cubicBezTo>
                  <a:pt x="37365" y="13800"/>
                  <a:pt x="37418" y="13769"/>
                  <a:pt x="37448" y="13709"/>
                </a:cubicBezTo>
                <a:lnTo>
                  <a:pt x="37539" y="13678"/>
                </a:lnTo>
                <a:close/>
                <a:moveTo>
                  <a:pt x="47874" y="13222"/>
                </a:moveTo>
                <a:lnTo>
                  <a:pt x="47965" y="13344"/>
                </a:lnTo>
                <a:cubicBezTo>
                  <a:pt x="48041" y="13445"/>
                  <a:pt x="48179" y="13504"/>
                  <a:pt x="48310" y="13504"/>
                </a:cubicBezTo>
                <a:cubicBezTo>
                  <a:pt x="48338" y="13504"/>
                  <a:pt x="48365" y="13501"/>
                  <a:pt x="48391" y="13496"/>
                </a:cubicBezTo>
                <a:lnTo>
                  <a:pt x="48664" y="13496"/>
                </a:lnTo>
                <a:cubicBezTo>
                  <a:pt x="48968" y="13496"/>
                  <a:pt x="49181" y="13405"/>
                  <a:pt x="49151" y="13405"/>
                </a:cubicBezTo>
                <a:cubicBezTo>
                  <a:pt x="49120" y="13374"/>
                  <a:pt x="49394" y="13283"/>
                  <a:pt x="49515" y="13283"/>
                </a:cubicBezTo>
                <a:cubicBezTo>
                  <a:pt x="49606" y="13313"/>
                  <a:pt x="49728" y="13496"/>
                  <a:pt x="49728" y="13557"/>
                </a:cubicBezTo>
                <a:cubicBezTo>
                  <a:pt x="49728" y="13617"/>
                  <a:pt x="49637" y="13678"/>
                  <a:pt x="49515" y="13678"/>
                </a:cubicBezTo>
                <a:lnTo>
                  <a:pt x="49485" y="13648"/>
                </a:lnTo>
                <a:lnTo>
                  <a:pt x="49394" y="13587"/>
                </a:lnTo>
                <a:cubicBezTo>
                  <a:pt x="49303" y="13648"/>
                  <a:pt x="49211" y="13678"/>
                  <a:pt x="49090" y="13709"/>
                </a:cubicBezTo>
                <a:lnTo>
                  <a:pt x="48786" y="13648"/>
                </a:lnTo>
                <a:lnTo>
                  <a:pt x="48725" y="13709"/>
                </a:lnTo>
                <a:lnTo>
                  <a:pt x="48603" y="13769"/>
                </a:lnTo>
                <a:cubicBezTo>
                  <a:pt x="48543" y="13709"/>
                  <a:pt x="48512" y="13648"/>
                  <a:pt x="48421" y="13617"/>
                </a:cubicBezTo>
                <a:lnTo>
                  <a:pt x="48391" y="13617"/>
                </a:lnTo>
                <a:cubicBezTo>
                  <a:pt x="48330" y="13617"/>
                  <a:pt x="48239" y="13648"/>
                  <a:pt x="48178" y="13648"/>
                </a:cubicBezTo>
                <a:lnTo>
                  <a:pt x="48117" y="13648"/>
                </a:lnTo>
                <a:cubicBezTo>
                  <a:pt x="48105" y="13659"/>
                  <a:pt x="48094" y="13664"/>
                  <a:pt x="48082" y="13664"/>
                </a:cubicBezTo>
                <a:cubicBezTo>
                  <a:pt x="48034" y="13664"/>
                  <a:pt x="47990" y="13575"/>
                  <a:pt x="47965" y="13526"/>
                </a:cubicBezTo>
                <a:cubicBezTo>
                  <a:pt x="47965" y="13521"/>
                  <a:pt x="47961" y="13519"/>
                  <a:pt x="47954" y="13519"/>
                </a:cubicBezTo>
                <a:cubicBezTo>
                  <a:pt x="47916" y="13519"/>
                  <a:pt x="47788" y="13586"/>
                  <a:pt x="47661" y="13739"/>
                </a:cubicBezTo>
                <a:lnTo>
                  <a:pt x="47509" y="13800"/>
                </a:lnTo>
                <a:cubicBezTo>
                  <a:pt x="47357" y="13861"/>
                  <a:pt x="47388" y="13861"/>
                  <a:pt x="47357" y="13982"/>
                </a:cubicBezTo>
                <a:cubicBezTo>
                  <a:pt x="47357" y="14073"/>
                  <a:pt x="47509" y="14073"/>
                  <a:pt x="47540" y="14073"/>
                </a:cubicBezTo>
                <a:lnTo>
                  <a:pt x="47631" y="14073"/>
                </a:lnTo>
                <a:lnTo>
                  <a:pt x="47661" y="14104"/>
                </a:lnTo>
                <a:cubicBezTo>
                  <a:pt x="47661" y="14134"/>
                  <a:pt x="47631" y="14165"/>
                  <a:pt x="47600" y="14165"/>
                </a:cubicBezTo>
                <a:lnTo>
                  <a:pt x="47509" y="14165"/>
                </a:lnTo>
                <a:cubicBezTo>
                  <a:pt x="47448" y="14165"/>
                  <a:pt x="47357" y="14408"/>
                  <a:pt x="47266" y="14438"/>
                </a:cubicBezTo>
                <a:cubicBezTo>
                  <a:pt x="47175" y="14468"/>
                  <a:pt x="47114" y="14499"/>
                  <a:pt x="47053" y="14560"/>
                </a:cubicBezTo>
                <a:lnTo>
                  <a:pt x="47053" y="14590"/>
                </a:lnTo>
                <a:cubicBezTo>
                  <a:pt x="47175" y="14620"/>
                  <a:pt x="47296" y="14651"/>
                  <a:pt x="47418" y="14681"/>
                </a:cubicBezTo>
                <a:lnTo>
                  <a:pt x="47540" y="14742"/>
                </a:lnTo>
                <a:lnTo>
                  <a:pt x="47327" y="14742"/>
                </a:lnTo>
                <a:cubicBezTo>
                  <a:pt x="47175" y="14712"/>
                  <a:pt x="46992" y="14681"/>
                  <a:pt x="46840" y="14651"/>
                </a:cubicBezTo>
                <a:lnTo>
                  <a:pt x="46901" y="14590"/>
                </a:lnTo>
                <a:cubicBezTo>
                  <a:pt x="46981" y="14510"/>
                  <a:pt x="46921" y="14336"/>
                  <a:pt x="47090" y="14336"/>
                </a:cubicBezTo>
                <a:cubicBezTo>
                  <a:pt x="47114" y="14336"/>
                  <a:pt x="47142" y="14339"/>
                  <a:pt x="47175" y="14347"/>
                </a:cubicBezTo>
                <a:cubicBezTo>
                  <a:pt x="47175" y="14347"/>
                  <a:pt x="47266" y="14225"/>
                  <a:pt x="47236" y="14165"/>
                </a:cubicBezTo>
                <a:lnTo>
                  <a:pt x="47205" y="14043"/>
                </a:lnTo>
                <a:cubicBezTo>
                  <a:pt x="47205" y="13921"/>
                  <a:pt x="47175" y="13800"/>
                  <a:pt x="47114" y="13678"/>
                </a:cubicBezTo>
                <a:lnTo>
                  <a:pt x="47053" y="13709"/>
                </a:lnTo>
                <a:cubicBezTo>
                  <a:pt x="46992" y="13709"/>
                  <a:pt x="46901" y="13739"/>
                  <a:pt x="46840" y="13800"/>
                </a:cubicBezTo>
                <a:lnTo>
                  <a:pt x="46719" y="13861"/>
                </a:lnTo>
                <a:cubicBezTo>
                  <a:pt x="46689" y="13800"/>
                  <a:pt x="46840" y="13617"/>
                  <a:pt x="47053" y="13435"/>
                </a:cubicBezTo>
                <a:lnTo>
                  <a:pt x="47357" y="13496"/>
                </a:lnTo>
                <a:lnTo>
                  <a:pt x="47479" y="13496"/>
                </a:lnTo>
                <a:cubicBezTo>
                  <a:pt x="47600" y="13374"/>
                  <a:pt x="47722" y="13283"/>
                  <a:pt x="47874" y="13222"/>
                </a:cubicBezTo>
                <a:close/>
                <a:moveTo>
                  <a:pt x="40539" y="14324"/>
                </a:moveTo>
                <a:cubicBezTo>
                  <a:pt x="40557" y="14324"/>
                  <a:pt x="40571" y="14331"/>
                  <a:pt x="40579" y="14347"/>
                </a:cubicBezTo>
                <a:cubicBezTo>
                  <a:pt x="40609" y="14377"/>
                  <a:pt x="40518" y="14499"/>
                  <a:pt x="40457" y="14499"/>
                </a:cubicBezTo>
                <a:cubicBezTo>
                  <a:pt x="40397" y="14499"/>
                  <a:pt x="40366" y="14529"/>
                  <a:pt x="40366" y="14590"/>
                </a:cubicBezTo>
                <a:lnTo>
                  <a:pt x="40488" y="14590"/>
                </a:lnTo>
                <a:cubicBezTo>
                  <a:pt x="40518" y="14651"/>
                  <a:pt x="40457" y="14772"/>
                  <a:pt x="40397" y="14772"/>
                </a:cubicBezTo>
                <a:cubicBezTo>
                  <a:pt x="40275" y="14712"/>
                  <a:pt x="40153" y="14651"/>
                  <a:pt x="40032" y="14590"/>
                </a:cubicBezTo>
                <a:lnTo>
                  <a:pt x="39880" y="14590"/>
                </a:lnTo>
                <a:cubicBezTo>
                  <a:pt x="39819" y="14590"/>
                  <a:pt x="39789" y="14560"/>
                  <a:pt x="39758" y="14499"/>
                </a:cubicBezTo>
                <a:cubicBezTo>
                  <a:pt x="39758" y="14468"/>
                  <a:pt x="39758" y="14408"/>
                  <a:pt x="39758" y="14377"/>
                </a:cubicBezTo>
                <a:cubicBezTo>
                  <a:pt x="39789" y="14362"/>
                  <a:pt x="39811" y="14355"/>
                  <a:pt x="39834" y="14355"/>
                </a:cubicBezTo>
                <a:cubicBezTo>
                  <a:pt x="39857" y="14355"/>
                  <a:pt x="39880" y="14362"/>
                  <a:pt x="39910" y="14377"/>
                </a:cubicBezTo>
                <a:cubicBezTo>
                  <a:pt x="39971" y="14377"/>
                  <a:pt x="40032" y="14438"/>
                  <a:pt x="40123" y="14438"/>
                </a:cubicBezTo>
                <a:lnTo>
                  <a:pt x="40305" y="14499"/>
                </a:lnTo>
                <a:cubicBezTo>
                  <a:pt x="40396" y="14386"/>
                  <a:pt x="40486" y="14324"/>
                  <a:pt x="40539" y="14324"/>
                </a:cubicBezTo>
                <a:close/>
                <a:moveTo>
                  <a:pt x="8945" y="14256"/>
                </a:moveTo>
                <a:cubicBezTo>
                  <a:pt x="8975" y="14256"/>
                  <a:pt x="9013" y="14286"/>
                  <a:pt x="9059" y="14347"/>
                </a:cubicBezTo>
                <a:lnTo>
                  <a:pt x="8937" y="14468"/>
                </a:lnTo>
                <a:cubicBezTo>
                  <a:pt x="8907" y="14499"/>
                  <a:pt x="8846" y="14529"/>
                  <a:pt x="8815" y="14620"/>
                </a:cubicBezTo>
                <a:cubicBezTo>
                  <a:pt x="8789" y="14699"/>
                  <a:pt x="8808" y="14778"/>
                  <a:pt x="8715" y="14778"/>
                </a:cubicBezTo>
                <a:cubicBezTo>
                  <a:pt x="8701" y="14778"/>
                  <a:pt x="8684" y="14777"/>
                  <a:pt x="8663" y="14772"/>
                </a:cubicBezTo>
                <a:cubicBezTo>
                  <a:pt x="8633" y="14772"/>
                  <a:pt x="8542" y="14620"/>
                  <a:pt x="8633" y="14560"/>
                </a:cubicBezTo>
                <a:cubicBezTo>
                  <a:pt x="8717" y="14504"/>
                  <a:pt x="8672" y="14344"/>
                  <a:pt x="8832" y="14344"/>
                </a:cubicBezTo>
                <a:cubicBezTo>
                  <a:pt x="8846" y="14344"/>
                  <a:pt x="8860" y="14345"/>
                  <a:pt x="8876" y="14347"/>
                </a:cubicBezTo>
                <a:cubicBezTo>
                  <a:pt x="8891" y="14286"/>
                  <a:pt x="8914" y="14256"/>
                  <a:pt x="8945" y="14256"/>
                </a:cubicBezTo>
                <a:close/>
                <a:moveTo>
                  <a:pt x="45224" y="14738"/>
                </a:moveTo>
                <a:cubicBezTo>
                  <a:pt x="45311" y="14738"/>
                  <a:pt x="45406" y="14866"/>
                  <a:pt x="45351" y="14894"/>
                </a:cubicBezTo>
                <a:cubicBezTo>
                  <a:pt x="45290" y="14924"/>
                  <a:pt x="45290" y="14985"/>
                  <a:pt x="45290" y="14985"/>
                </a:cubicBezTo>
                <a:cubicBezTo>
                  <a:pt x="45230" y="14955"/>
                  <a:pt x="45169" y="14924"/>
                  <a:pt x="45108" y="14894"/>
                </a:cubicBezTo>
                <a:cubicBezTo>
                  <a:pt x="45047" y="14864"/>
                  <a:pt x="45078" y="14803"/>
                  <a:pt x="45169" y="14742"/>
                </a:cubicBezTo>
                <a:lnTo>
                  <a:pt x="45199" y="14742"/>
                </a:lnTo>
                <a:cubicBezTo>
                  <a:pt x="45207" y="14739"/>
                  <a:pt x="45216" y="14738"/>
                  <a:pt x="45224" y="14738"/>
                </a:cubicBezTo>
                <a:close/>
                <a:moveTo>
                  <a:pt x="14038" y="14671"/>
                </a:moveTo>
                <a:cubicBezTo>
                  <a:pt x="14169" y="14671"/>
                  <a:pt x="14287" y="14844"/>
                  <a:pt x="14287" y="14924"/>
                </a:cubicBezTo>
                <a:cubicBezTo>
                  <a:pt x="14287" y="14963"/>
                  <a:pt x="14305" y="14977"/>
                  <a:pt x="14333" y="14977"/>
                </a:cubicBezTo>
                <a:cubicBezTo>
                  <a:pt x="14391" y="14977"/>
                  <a:pt x="14489" y="14915"/>
                  <a:pt x="14530" y="14894"/>
                </a:cubicBezTo>
                <a:cubicBezTo>
                  <a:pt x="14545" y="14864"/>
                  <a:pt x="14575" y="14848"/>
                  <a:pt x="14606" y="14848"/>
                </a:cubicBezTo>
                <a:cubicBezTo>
                  <a:pt x="14636" y="14848"/>
                  <a:pt x="14667" y="14864"/>
                  <a:pt x="14682" y="14894"/>
                </a:cubicBezTo>
                <a:lnTo>
                  <a:pt x="14712" y="14894"/>
                </a:lnTo>
                <a:cubicBezTo>
                  <a:pt x="14742" y="14894"/>
                  <a:pt x="14771" y="14893"/>
                  <a:pt x="14800" y="14892"/>
                </a:cubicBezTo>
                <a:lnTo>
                  <a:pt x="14800" y="14892"/>
                </a:lnTo>
                <a:cubicBezTo>
                  <a:pt x="14743" y="14935"/>
                  <a:pt x="14671" y="14960"/>
                  <a:pt x="14621" y="14985"/>
                </a:cubicBezTo>
                <a:lnTo>
                  <a:pt x="14591" y="15016"/>
                </a:lnTo>
                <a:cubicBezTo>
                  <a:pt x="14491" y="15091"/>
                  <a:pt x="14370" y="15145"/>
                  <a:pt x="14246" y="15145"/>
                </a:cubicBezTo>
                <a:cubicBezTo>
                  <a:pt x="14219" y="15145"/>
                  <a:pt x="14192" y="15143"/>
                  <a:pt x="14165" y="15137"/>
                </a:cubicBezTo>
                <a:lnTo>
                  <a:pt x="14013" y="15137"/>
                </a:lnTo>
                <a:cubicBezTo>
                  <a:pt x="13892" y="15076"/>
                  <a:pt x="13770" y="14985"/>
                  <a:pt x="13709" y="14894"/>
                </a:cubicBezTo>
                <a:cubicBezTo>
                  <a:pt x="13704" y="14884"/>
                  <a:pt x="13696" y="14880"/>
                  <a:pt x="13685" y="14880"/>
                </a:cubicBezTo>
                <a:cubicBezTo>
                  <a:pt x="13651" y="14880"/>
                  <a:pt x="13591" y="14927"/>
                  <a:pt x="13547" y="14967"/>
                </a:cubicBezTo>
                <a:lnTo>
                  <a:pt x="13547" y="14967"/>
                </a:lnTo>
                <a:lnTo>
                  <a:pt x="13527" y="14803"/>
                </a:lnTo>
                <a:cubicBezTo>
                  <a:pt x="13527" y="14779"/>
                  <a:pt x="13564" y="14755"/>
                  <a:pt x="13595" y="14746"/>
                </a:cubicBezTo>
                <a:lnTo>
                  <a:pt x="13595" y="14746"/>
                </a:lnTo>
                <a:cubicBezTo>
                  <a:pt x="13653" y="14777"/>
                  <a:pt x="13712" y="14836"/>
                  <a:pt x="13770" y="14894"/>
                </a:cubicBezTo>
                <a:lnTo>
                  <a:pt x="13861" y="14803"/>
                </a:lnTo>
                <a:lnTo>
                  <a:pt x="13983" y="14681"/>
                </a:lnTo>
                <a:cubicBezTo>
                  <a:pt x="14001" y="14674"/>
                  <a:pt x="14020" y="14671"/>
                  <a:pt x="14038" y="14671"/>
                </a:cubicBezTo>
                <a:close/>
                <a:moveTo>
                  <a:pt x="31973" y="13481"/>
                </a:moveTo>
                <a:cubicBezTo>
                  <a:pt x="32015" y="13481"/>
                  <a:pt x="32083" y="13496"/>
                  <a:pt x="32159" y="13526"/>
                </a:cubicBezTo>
                <a:lnTo>
                  <a:pt x="32220" y="13709"/>
                </a:lnTo>
                <a:lnTo>
                  <a:pt x="32220" y="13739"/>
                </a:lnTo>
                <a:cubicBezTo>
                  <a:pt x="32220" y="13761"/>
                  <a:pt x="32228" y="13771"/>
                  <a:pt x="32242" y="13771"/>
                </a:cubicBezTo>
                <a:cubicBezTo>
                  <a:pt x="32267" y="13771"/>
                  <a:pt x="32313" y="13737"/>
                  <a:pt x="32372" y="13678"/>
                </a:cubicBezTo>
                <a:lnTo>
                  <a:pt x="32433" y="13617"/>
                </a:lnTo>
                <a:cubicBezTo>
                  <a:pt x="32463" y="13587"/>
                  <a:pt x="32524" y="13587"/>
                  <a:pt x="32555" y="13587"/>
                </a:cubicBezTo>
                <a:lnTo>
                  <a:pt x="32737" y="13921"/>
                </a:lnTo>
                <a:cubicBezTo>
                  <a:pt x="32982" y="13832"/>
                  <a:pt x="33194" y="13776"/>
                  <a:pt x="33266" y="13776"/>
                </a:cubicBezTo>
                <a:cubicBezTo>
                  <a:pt x="33293" y="13776"/>
                  <a:pt x="33300" y="13783"/>
                  <a:pt x="33284" y="13800"/>
                </a:cubicBezTo>
                <a:lnTo>
                  <a:pt x="33254" y="13830"/>
                </a:lnTo>
                <a:lnTo>
                  <a:pt x="33162" y="13982"/>
                </a:lnTo>
                <a:cubicBezTo>
                  <a:pt x="33151" y="13980"/>
                  <a:pt x="33140" y="13979"/>
                  <a:pt x="33131" y="13979"/>
                </a:cubicBezTo>
                <a:cubicBezTo>
                  <a:pt x="33011" y="13979"/>
                  <a:pt x="33015" y="14141"/>
                  <a:pt x="33071" y="14225"/>
                </a:cubicBezTo>
                <a:cubicBezTo>
                  <a:pt x="33102" y="14286"/>
                  <a:pt x="32950" y="14408"/>
                  <a:pt x="32737" y="14468"/>
                </a:cubicBezTo>
                <a:lnTo>
                  <a:pt x="32463" y="14408"/>
                </a:lnTo>
                <a:lnTo>
                  <a:pt x="32372" y="14408"/>
                </a:lnTo>
                <a:cubicBezTo>
                  <a:pt x="32281" y="14499"/>
                  <a:pt x="32129" y="14620"/>
                  <a:pt x="32068" y="14620"/>
                </a:cubicBezTo>
                <a:cubicBezTo>
                  <a:pt x="32012" y="14592"/>
                  <a:pt x="31748" y="14435"/>
                  <a:pt x="31613" y="14435"/>
                </a:cubicBezTo>
                <a:cubicBezTo>
                  <a:pt x="31601" y="14435"/>
                  <a:pt x="31591" y="14436"/>
                  <a:pt x="31582" y="14438"/>
                </a:cubicBezTo>
                <a:cubicBezTo>
                  <a:pt x="31460" y="14499"/>
                  <a:pt x="31491" y="14620"/>
                  <a:pt x="31521" y="14620"/>
                </a:cubicBezTo>
                <a:cubicBezTo>
                  <a:pt x="31612" y="14712"/>
                  <a:pt x="31734" y="14803"/>
                  <a:pt x="31795" y="14894"/>
                </a:cubicBezTo>
                <a:lnTo>
                  <a:pt x="32190" y="14864"/>
                </a:lnTo>
                <a:cubicBezTo>
                  <a:pt x="32205" y="14848"/>
                  <a:pt x="32220" y="14841"/>
                  <a:pt x="32235" y="14841"/>
                </a:cubicBezTo>
                <a:cubicBezTo>
                  <a:pt x="32251" y="14841"/>
                  <a:pt x="32266" y="14848"/>
                  <a:pt x="32281" y="14864"/>
                </a:cubicBezTo>
                <a:lnTo>
                  <a:pt x="32311" y="14864"/>
                </a:lnTo>
                <a:cubicBezTo>
                  <a:pt x="32372" y="14924"/>
                  <a:pt x="32311" y="14985"/>
                  <a:pt x="32220" y="15016"/>
                </a:cubicBezTo>
                <a:lnTo>
                  <a:pt x="31764" y="15016"/>
                </a:lnTo>
                <a:cubicBezTo>
                  <a:pt x="31612" y="15107"/>
                  <a:pt x="31430" y="15168"/>
                  <a:pt x="31278" y="15228"/>
                </a:cubicBezTo>
                <a:lnTo>
                  <a:pt x="31217" y="15228"/>
                </a:lnTo>
                <a:lnTo>
                  <a:pt x="30761" y="15076"/>
                </a:lnTo>
                <a:lnTo>
                  <a:pt x="30609" y="15137"/>
                </a:lnTo>
                <a:cubicBezTo>
                  <a:pt x="30560" y="15153"/>
                  <a:pt x="30514" y="15161"/>
                  <a:pt x="30471" y="15161"/>
                </a:cubicBezTo>
                <a:cubicBezTo>
                  <a:pt x="30354" y="15161"/>
                  <a:pt x="30267" y="15105"/>
                  <a:pt x="30244" y="15016"/>
                </a:cubicBezTo>
                <a:lnTo>
                  <a:pt x="30366" y="14955"/>
                </a:lnTo>
                <a:cubicBezTo>
                  <a:pt x="30427" y="14924"/>
                  <a:pt x="30488" y="14924"/>
                  <a:pt x="30548" y="14894"/>
                </a:cubicBezTo>
                <a:cubicBezTo>
                  <a:pt x="30670" y="14803"/>
                  <a:pt x="30738" y="14757"/>
                  <a:pt x="30795" y="14757"/>
                </a:cubicBezTo>
                <a:cubicBezTo>
                  <a:pt x="30852" y="14757"/>
                  <a:pt x="30898" y="14803"/>
                  <a:pt x="30974" y="14894"/>
                </a:cubicBezTo>
                <a:lnTo>
                  <a:pt x="31096" y="15016"/>
                </a:lnTo>
                <a:cubicBezTo>
                  <a:pt x="31187" y="14985"/>
                  <a:pt x="31247" y="14742"/>
                  <a:pt x="31187" y="14681"/>
                </a:cubicBezTo>
                <a:cubicBezTo>
                  <a:pt x="31096" y="14590"/>
                  <a:pt x="30974" y="14529"/>
                  <a:pt x="30852" y="14529"/>
                </a:cubicBezTo>
                <a:lnTo>
                  <a:pt x="30792" y="14560"/>
                </a:lnTo>
                <a:cubicBezTo>
                  <a:pt x="30731" y="14560"/>
                  <a:pt x="30697" y="14587"/>
                  <a:pt x="30654" y="14587"/>
                </a:cubicBezTo>
                <a:cubicBezTo>
                  <a:pt x="30633" y="14587"/>
                  <a:pt x="30609" y="14580"/>
                  <a:pt x="30579" y="14560"/>
                </a:cubicBezTo>
                <a:lnTo>
                  <a:pt x="30518" y="14499"/>
                </a:lnTo>
                <a:cubicBezTo>
                  <a:pt x="30427" y="14499"/>
                  <a:pt x="30396" y="14408"/>
                  <a:pt x="30427" y="14347"/>
                </a:cubicBezTo>
                <a:lnTo>
                  <a:pt x="30457" y="14286"/>
                </a:lnTo>
                <a:cubicBezTo>
                  <a:pt x="30457" y="14256"/>
                  <a:pt x="30457" y="14195"/>
                  <a:pt x="30427" y="14165"/>
                </a:cubicBezTo>
                <a:lnTo>
                  <a:pt x="30275" y="14165"/>
                </a:lnTo>
                <a:lnTo>
                  <a:pt x="30214" y="14225"/>
                </a:lnTo>
                <a:cubicBezTo>
                  <a:pt x="30214" y="14347"/>
                  <a:pt x="30214" y="14468"/>
                  <a:pt x="30214" y="14560"/>
                </a:cubicBezTo>
                <a:lnTo>
                  <a:pt x="30275" y="14620"/>
                </a:lnTo>
                <a:cubicBezTo>
                  <a:pt x="30336" y="14681"/>
                  <a:pt x="30548" y="14651"/>
                  <a:pt x="30427" y="14803"/>
                </a:cubicBezTo>
                <a:cubicBezTo>
                  <a:pt x="30413" y="14816"/>
                  <a:pt x="30393" y="14822"/>
                  <a:pt x="30367" y="14822"/>
                </a:cubicBezTo>
                <a:cubicBezTo>
                  <a:pt x="30277" y="14822"/>
                  <a:pt x="30127" y="14746"/>
                  <a:pt x="30032" y="14651"/>
                </a:cubicBezTo>
                <a:cubicBezTo>
                  <a:pt x="30026" y="14645"/>
                  <a:pt x="30016" y="14643"/>
                  <a:pt x="30004" y="14643"/>
                </a:cubicBezTo>
                <a:cubicBezTo>
                  <a:pt x="29949" y="14643"/>
                  <a:pt x="29838" y="14692"/>
                  <a:pt x="29788" y="14742"/>
                </a:cubicBezTo>
                <a:cubicBezTo>
                  <a:pt x="29783" y="14745"/>
                  <a:pt x="29778" y="14746"/>
                  <a:pt x="29773" y="14746"/>
                </a:cubicBezTo>
                <a:cubicBezTo>
                  <a:pt x="29723" y="14746"/>
                  <a:pt x="29700" y="14615"/>
                  <a:pt x="29728" y="14560"/>
                </a:cubicBezTo>
                <a:cubicBezTo>
                  <a:pt x="29728" y="14538"/>
                  <a:pt x="29720" y="14528"/>
                  <a:pt x="29706" y="14528"/>
                </a:cubicBezTo>
                <a:cubicBezTo>
                  <a:pt x="29681" y="14528"/>
                  <a:pt x="29635" y="14562"/>
                  <a:pt x="29576" y="14620"/>
                </a:cubicBezTo>
                <a:lnTo>
                  <a:pt x="29333" y="14620"/>
                </a:lnTo>
                <a:cubicBezTo>
                  <a:pt x="29315" y="14535"/>
                  <a:pt x="29279" y="14497"/>
                  <a:pt x="29229" y="14497"/>
                </a:cubicBezTo>
                <a:cubicBezTo>
                  <a:pt x="29190" y="14497"/>
                  <a:pt x="29142" y="14520"/>
                  <a:pt x="29089" y="14560"/>
                </a:cubicBezTo>
                <a:cubicBezTo>
                  <a:pt x="29059" y="14590"/>
                  <a:pt x="29029" y="14620"/>
                  <a:pt x="28998" y="14651"/>
                </a:cubicBezTo>
                <a:lnTo>
                  <a:pt x="28968" y="14651"/>
                </a:lnTo>
                <a:cubicBezTo>
                  <a:pt x="28907" y="14651"/>
                  <a:pt x="28846" y="14590"/>
                  <a:pt x="28846" y="14560"/>
                </a:cubicBezTo>
                <a:cubicBezTo>
                  <a:pt x="28846" y="14529"/>
                  <a:pt x="28846" y="14377"/>
                  <a:pt x="28846" y="14347"/>
                </a:cubicBezTo>
                <a:cubicBezTo>
                  <a:pt x="28846" y="14325"/>
                  <a:pt x="28831" y="14304"/>
                  <a:pt x="28822" y="14304"/>
                </a:cubicBezTo>
                <a:cubicBezTo>
                  <a:pt x="28818" y="14304"/>
                  <a:pt x="28816" y="14308"/>
                  <a:pt x="28816" y="14317"/>
                </a:cubicBezTo>
                <a:lnTo>
                  <a:pt x="28816" y="14347"/>
                </a:lnTo>
                <a:cubicBezTo>
                  <a:pt x="28812" y="14351"/>
                  <a:pt x="28805" y="14353"/>
                  <a:pt x="28797" y="14353"/>
                </a:cubicBezTo>
                <a:cubicBezTo>
                  <a:pt x="28745" y="14353"/>
                  <a:pt x="28625" y="14282"/>
                  <a:pt x="28573" y="14256"/>
                </a:cubicBezTo>
                <a:cubicBezTo>
                  <a:pt x="28567" y="14250"/>
                  <a:pt x="28560" y="14247"/>
                  <a:pt x="28553" y="14247"/>
                </a:cubicBezTo>
                <a:cubicBezTo>
                  <a:pt x="28490" y="14247"/>
                  <a:pt x="28402" y="14475"/>
                  <a:pt x="28512" y="14529"/>
                </a:cubicBezTo>
                <a:cubicBezTo>
                  <a:pt x="28603" y="14560"/>
                  <a:pt x="28664" y="14681"/>
                  <a:pt x="28664" y="14803"/>
                </a:cubicBezTo>
                <a:cubicBezTo>
                  <a:pt x="28603" y="14833"/>
                  <a:pt x="28512" y="14894"/>
                  <a:pt x="28451" y="14924"/>
                </a:cubicBezTo>
                <a:cubicBezTo>
                  <a:pt x="28390" y="14924"/>
                  <a:pt x="28238" y="14742"/>
                  <a:pt x="28208" y="14651"/>
                </a:cubicBezTo>
                <a:cubicBezTo>
                  <a:pt x="28178" y="14560"/>
                  <a:pt x="27965" y="14560"/>
                  <a:pt x="27874" y="14560"/>
                </a:cubicBezTo>
                <a:lnTo>
                  <a:pt x="27570" y="14590"/>
                </a:lnTo>
                <a:lnTo>
                  <a:pt x="27387" y="14590"/>
                </a:lnTo>
                <a:cubicBezTo>
                  <a:pt x="27366" y="14595"/>
                  <a:pt x="27344" y="14598"/>
                  <a:pt x="27323" y="14598"/>
                </a:cubicBezTo>
                <a:cubicBezTo>
                  <a:pt x="27224" y="14598"/>
                  <a:pt x="27133" y="14544"/>
                  <a:pt x="27083" y="14468"/>
                </a:cubicBezTo>
                <a:cubicBezTo>
                  <a:pt x="27062" y="14447"/>
                  <a:pt x="27040" y="14426"/>
                  <a:pt x="27008" y="14426"/>
                </a:cubicBezTo>
                <a:cubicBezTo>
                  <a:pt x="26995" y="14426"/>
                  <a:pt x="26979" y="14429"/>
                  <a:pt x="26962" y="14438"/>
                </a:cubicBezTo>
                <a:lnTo>
                  <a:pt x="26931" y="14438"/>
                </a:lnTo>
                <a:cubicBezTo>
                  <a:pt x="26840" y="14468"/>
                  <a:pt x="26931" y="14499"/>
                  <a:pt x="26931" y="14560"/>
                </a:cubicBezTo>
                <a:lnTo>
                  <a:pt x="26962" y="14620"/>
                </a:lnTo>
                <a:cubicBezTo>
                  <a:pt x="26939" y="14689"/>
                  <a:pt x="26882" y="14723"/>
                  <a:pt x="26829" y="14723"/>
                </a:cubicBezTo>
                <a:cubicBezTo>
                  <a:pt x="26812" y="14723"/>
                  <a:pt x="26795" y="14719"/>
                  <a:pt x="26779" y="14712"/>
                </a:cubicBezTo>
                <a:lnTo>
                  <a:pt x="26688" y="14681"/>
                </a:lnTo>
                <a:lnTo>
                  <a:pt x="26658" y="14651"/>
                </a:lnTo>
                <a:cubicBezTo>
                  <a:pt x="26567" y="14590"/>
                  <a:pt x="26658" y="14408"/>
                  <a:pt x="26688" y="14377"/>
                </a:cubicBezTo>
                <a:cubicBezTo>
                  <a:pt x="26724" y="14342"/>
                  <a:pt x="26686" y="14327"/>
                  <a:pt x="26637" y="14327"/>
                </a:cubicBezTo>
                <a:cubicBezTo>
                  <a:pt x="26602" y="14327"/>
                  <a:pt x="26561" y="14334"/>
                  <a:pt x="26536" y="14347"/>
                </a:cubicBezTo>
                <a:cubicBezTo>
                  <a:pt x="26475" y="14377"/>
                  <a:pt x="26415" y="14377"/>
                  <a:pt x="26354" y="14377"/>
                </a:cubicBezTo>
                <a:lnTo>
                  <a:pt x="26263" y="14377"/>
                </a:lnTo>
                <a:cubicBezTo>
                  <a:pt x="26202" y="14408"/>
                  <a:pt x="26171" y="14438"/>
                  <a:pt x="26171" y="14499"/>
                </a:cubicBezTo>
                <a:lnTo>
                  <a:pt x="26202" y="14529"/>
                </a:lnTo>
                <a:cubicBezTo>
                  <a:pt x="26232" y="14560"/>
                  <a:pt x="26293" y="14590"/>
                  <a:pt x="26354" y="14620"/>
                </a:cubicBezTo>
                <a:cubicBezTo>
                  <a:pt x="26475" y="14651"/>
                  <a:pt x="26597" y="14712"/>
                  <a:pt x="26536" y="14803"/>
                </a:cubicBezTo>
                <a:lnTo>
                  <a:pt x="26475" y="14985"/>
                </a:lnTo>
                <a:cubicBezTo>
                  <a:pt x="26384" y="14864"/>
                  <a:pt x="25776" y="14894"/>
                  <a:pt x="25594" y="14864"/>
                </a:cubicBezTo>
                <a:cubicBezTo>
                  <a:pt x="25442" y="14833"/>
                  <a:pt x="25320" y="14742"/>
                  <a:pt x="25229" y="14620"/>
                </a:cubicBezTo>
                <a:cubicBezTo>
                  <a:pt x="25229" y="14590"/>
                  <a:pt x="25412" y="14529"/>
                  <a:pt x="25503" y="14529"/>
                </a:cubicBezTo>
                <a:cubicBezTo>
                  <a:pt x="25563" y="14529"/>
                  <a:pt x="25624" y="14499"/>
                  <a:pt x="25594" y="14468"/>
                </a:cubicBezTo>
                <a:lnTo>
                  <a:pt x="25442" y="14468"/>
                </a:lnTo>
                <a:cubicBezTo>
                  <a:pt x="25290" y="14468"/>
                  <a:pt x="25168" y="14529"/>
                  <a:pt x="25168" y="14651"/>
                </a:cubicBezTo>
                <a:lnTo>
                  <a:pt x="25108" y="14742"/>
                </a:lnTo>
                <a:cubicBezTo>
                  <a:pt x="25077" y="14772"/>
                  <a:pt x="24956" y="14833"/>
                  <a:pt x="24925" y="14864"/>
                </a:cubicBezTo>
                <a:cubicBezTo>
                  <a:pt x="24864" y="14894"/>
                  <a:pt x="24834" y="14955"/>
                  <a:pt x="24804" y="14955"/>
                </a:cubicBezTo>
                <a:cubicBezTo>
                  <a:pt x="24779" y="14960"/>
                  <a:pt x="24753" y="14961"/>
                  <a:pt x="24726" y="14961"/>
                </a:cubicBezTo>
                <a:cubicBezTo>
                  <a:pt x="24657" y="14961"/>
                  <a:pt x="24581" y="14950"/>
                  <a:pt x="24503" y="14950"/>
                </a:cubicBezTo>
                <a:cubicBezTo>
                  <a:pt x="24420" y="14950"/>
                  <a:pt x="24335" y="14963"/>
                  <a:pt x="24256" y="15016"/>
                </a:cubicBezTo>
                <a:cubicBezTo>
                  <a:pt x="24252" y="15020"/>
                  <a:pt x="24245" y="15022"/>
                  <a:pt x="24236" y="15022"/>
                </a:cubicBezTo>
                <a:cubicBezTo>
                  <a:pt x="24178" y="15022"/>
                  <a:pt x="24035" y="14947"/>
                  <a:pt x="23983" y="14894"/>
                </a:cubicBezTo>
                <a:lnTo>
                  <a:pt x="23922" y="14833"/>
                </a:lnTo>
                <a:cubicBezTo>
                  <a:pt x="23902" y="14774"/>
                  <a:pt x="23921" y="14741"/>
                  <a:pt x="23969" y="14741"/>
                </a:cubicBezTo>
                <a:cubicBezTo>
                  <a:pt x="23996" y="14741"/>
                  <a:pt x="24031" y="14751"/>
                  <a:pt x="24074" y="14772"/>
                </a:cubicBezTo>
                <a:lnTo>
                  <a:pt x="24196" y="14681"/>
                </a:lnTo>
                <a:lnTo>
                  <a:pt x="24256" y="14651"/>
                </a:lnTo>
                <a:cubicBezTo>
                  <a:pt x="24378" y="14651"/>
                  <a:pt x="24530" y="14620"/>
                  <a:pt x="24652" y="14529"/>
                </a:cubicBezTo>
                <a:cubicBezTo>
                  <a:pt x="24682" y="14499"/>
                  <a:pt x="24256" y="14499"/>
                  <a:pt x="24074" y="14499"/>
                </a:cubicBezTo>
                <a:cubicBezTo>
                  <a:pt x="23927" y="14523"/>
                  <a:pt x="23640" y="14568"/>
                  <a:pt x="23487" y="14568"/>
                </a:cubicBezTo>
                <a:cubicBezTo>
                  <a:pt x="23451" y="14568"/>
                  <a:pt x="23423" y="14565"/>
                  <a:pt x="23405" y="14560"/>
                </a:cubicBezTo>
                <a:cubicBezTo>
                  <a:pt x="23284" y="14560"/>
                  <a:pt x="23253" y="14408"/>
                  <a:pt x="23284" y="14347"/>
                </a:cubicBezTo>
                <a:cubicBezTo>
                  <a:pt x="23299" y="14317"/>
                  <a:pt x="23299" y="14301"/>
                  <a:pt x="23284" y="14301"/>
                </a:cubicBezTo>
                <a:cubicBezTo>
                  <a:pt x="23269" y="14301"/>
                  <a:pt x="23238" y="14317"/>
                  <a:pt x="23193" y="14347"/>
                </a:cubicBezTo>
                <a:lnTo>
                  <a:pt x="23101" y="14347"/>
                </a:lnTo>
                <a:cubicBezTo>
                  <a:pt x="23041" y="14347"/>
                  <a:pt x="23010" y="14377"/>
                  <a:pt x="23010" y="14408"/>
                </a:cubicBezTo>
                <a:cubicBezTo>
                  <a:pt x="23010" y="14408"/>
                  <a:pt x="23101" y="14560"/>
                  <a:pt x="23162" y="14742"/>
                </a:cubicBezTo>
                <a:lnTo>
                  <a:pt x="23436" y="14681"/>
                </a:lnTo>
                <a:cubicBezTo>
                  <a:pt x="23466" y="14681"/>
                  <a:pt x="23497" y="14742"/>
                  <a:pt x="23497" y="14742"/>
                </a:cubicBezTo>
                <a:cubicBezTo>
                  <a:pt x="23466" y="14772"/>
                  <a:pt x="23466" y="14803"/>
                  <a:pt x="23436" y="14833"/>
                </a:cubicBezTo>
                <a:cubicBezTo>
                  <a:pt x="23418" y="14828"/>
                  <a:pt x="23402" y="14826"/>
                  <a:pt x="23388" y="14826"/>
                </a:cubicBezTo>
                <a:cubicBezTo>
                  <a:pt x="23257" y="14826"/>
                  <a:pt x="23286" y="15031"/>
                  <a:pt x="23187" y="15031"/>
                </a:cubicBezTo>
                <a:cubicBezTo>
                  <a:pt x="23172" y="15031"/>
                  <a:pt x="23154" y="15027"/>
                  <a:pt x="23132" y="15016"/>
                </a:cubicBezTo>
                <a:lnTo>
                  <a:pt x="22858" y="14864"/>
                </a:lnTo>
                <a:cubicBezTo>
                  <a:pt x="22767" y="14932"/>
                  <a:pt x="22659" y="14966"/>
                  <a:pt x="22546" y="14966"/>
                </a:cubicBezTo>
                <a:cubicBezTo>
                  <a:pt x="22509" y="14966"/>
                  <a:pt x="22471" y="14962"/>
                  <a:pt x="22433" y="14955"/>
                </a:cubicBezTo>
                <a:cubicBezTo>
                  <a:pt x="22402" y="14924"/>
                  <a:pt x="22220" y="14803"/>
                  <a:pt x="22159" y="14772"/>
                </a:cubicBezTo>
                <a:cubicBezTo>
                  <a:pt x="22098" y="14712"/>
                  <a:pt x="22038" y="14651"/>
                  <a:pt x="21977" y="14590"/>
                </a:cubicBezTo>
                <a:lnTo>
                  <a:pt x="21916" y="14590"/>
                </a:lnTo>
                <a:lnTo>
                  <a:pt x="21855" y="14620"/>
                </a:lnTo>
                <a:cubicBezTo>
                  <a:pt x="21794" y="14712"/>
                  <a:pt x="21734" y="14803"/>
                  <a:pt x="21703" y="14894"/>
                </a:cubicBezTo>
                <a:lnTo>
                  <a:pt x="21642" y="14955"/>
                </a:lnTo>
                <a:cubicBezTo>
                  <a:pt x="21624" y="14973"/>
                  <a:pt x="21598" y="14978"/>
                  <a:pt x="21568" y="14978"/>
                </a:cubicBezTo>
                <a:cubicBezTo>
                  <a:pt x="21536" y="14978"/>
                  <a:pt x="21500" y="14972"/>
                  <a:pt x="21463" y="14972"/>
                </a:cubicBezTo>
                <a:cubicBezTo>
                  <a:pt x="21418" y="14972"/>
                  <a:pt x="21374" y="14980"/>
                  <a:pt x="21338" y="15016"/>
                </a:cubicBezTo>
                <a:cubicBezTo>
                  <a:pt x="21278" y="14985"/>
                  <a:pt x="21187" y="14955"/>
                  <a:pt x="21095" y="14955"/>
                </a:cubicBezTo>
                <a:lnTo>
                  <a:pt x="21035" y="14894"/>
                </a:lnTo>
                <a:lnTo>
                  <a:pt x="21004" y="14864"/>
                </a:lnTo>
                <a:cubicBezTo>
                  <a:pt x="20700" y="14924"/>
                  <a:pt x="20214" y="15016"/>
                  <a:pt x="19971" y="15076"/>
                </a:cubicBezTo>
                <a:lnTo>
                  <a:pt x="19758" y="15016"/>
                </a:lnTo>
                <a:lnTo>
                  <a:pt x="19697" y="15016"/>
                </a:lnTo>
                <a:cubicBezTo>
                  <a:pt x="19662" y="14992"/>
                  <a:pt x="19627" y="14982"/>
                  <a:pt x="19596" y="14982"/>
                </a:cubicBezTo>
                <a:cubicBezTo>
                  <a:pt x="19545" y="14982"/>
                  <a:pt x="19503" y="15008"/>
                  <a:pt x="19484" y="15046"/>
                </a:cubicBezTo>
                <a:lnTo>
                  <a:pt x="19424" y="15107"/>
                </a:lnTo>
                <a:cubicBezTo>
                  <a:pt x="19393" y="15107"/>
                  <a:pt x="19332" y="15107"/>
                  <a:pt x="19302" y="15076"/>
                </a:cubicBezTo>
                <a:cubicBezTo>
                  <a:pt x="19241" y="15046"/>
                  <a:pt x="19484" y="14985"/>
                  <a:pt x="19302" y="14955"/>
                </a:cubicBezTo>
                <a:lnTo>
                  <a:pt x="19184" y="14938"/>
                </a:lnTo>
                <a:lnTo>
                  <a:pt x="19184" y="14938"/>
                </a:lnTo>
                <a:lnTo>
                  <a:pt x="19211" y="14924"/>
                </a:lnTo>
                <a:cubicBezTo>
                  <a:pt x="19272" y="14894"/>
                  <a:pt x="19089" y="14712"/>
                  <a:pt x="19028" y="14620"/>
                </a:cubicBezTo>
                <a:cubicBezTo>
                  <a:pt x="18979" y="14571"/>
                  <a:pt x="19169" y="14482"/>
                  <a:pt x="19323" y="14482"/>
                </a:cubicBezTo>
                <a:cubicBezTo>
                  <a:pt x="19360" y="14482"/>
                  <a:pt x="19395" y="14487"/>
                  <a:pt x="19424" y="14499"/>
                </a:cubicBezTo>
                <a:cubicBezTo>
                  <a:pt x="19545" y="14560"/>
                  <a:pt x="19515" y="14620"/>
                  <a:pt x="19454" y="14620"/>
                </a:cubicBezTo>
                <a:cubicBezTo>
                  <a:pt x="19393" y="14620"/>
                  <a:pt x="19393" y="14681"/>
                  <a:pt x="19424" y="14712"/>
                </a:cubicBezTo>
                <a:cubicBezTo>
                  <a:pt x="19484" y="14772"/>
                  <a:pt x="19545" y="14803"/>
                  <a:pt x="19636" y="14833"/>
                </a:cubicBezTo>
                <a:cubicBezTo>
                  <a:pt x="19641" y="14837"/>
                  <a:pt x="19645" y="14839"/>
                  <a:pt x="19651" y="14839"/>
                </a:cubicBezTo>
                <a:cubicBezTo>
                  <a:pt x="19683" y="14839"/>
                  <a:pt x="19732" y="14768"/>
                  <a:pt x="19758" y="14742"/>
                </a:cubicBezTo>
                <a:cubicBezTo>
                  <a:pt x="19758" y="14681"/>
                  <a:pt x="19849" y="14651"/>
                  <a:pt x="19971" y="14651"/>
                </a:cubicBezTo>
                <a:lnTo>
                  <a:pt x="19971" y="14499"/>
                </a:lnTo>
                <a:lnTo>
                  <a:pt x="19971" y="14317"/>
                </a:lnTo>
                <a:cubicBezTo>
                  <a:pt x="20092" y="14347"/>
                  <a:pt x="20214" y="14377"/>
                  <a:pt x="20335" y="14377"/>
                </a:cubicBezTo>
                <a:cubicBezTo>
                  <a:pt x="20359" y="14354"/>
                  <a:pt x="20504" y="14296"/>
                  <a:pt x="20560" y="14296"/>
                </a:cubicBezTo>
                <a:cubicBezTo>
                  <a:pt x="20577" y="14296"/>
                  <a:pt x="20586" y="14302"/>
                  <a:pt x="20579" y="14317"/>
                </a:cubicBezTo>
                <a:cubicBezTo>
                  <a:pt x="20579" y="14342"/>
                  <a:pt x="20611" y="14352"/>
                  <a:pt x="20653" y="14352"/>
                </a:cubicBezTo>
                <a:cubicBezTo>
                  <a:pt x="20711" y="14352"/>
                  <a:pt x="20787" y="14334"/>
                  <a:pt x="20822" y="14317"/>
                </a:cubicBezTo>
                <a:cubicBezTo>
                  <a:pt x="20842" y="14303"/>
                  <a:pt x="20863" y="14297"/>
                  <a:pt x="20885" y="14297"/>
                </a:cubicBezTo>
                <a:cubicBezTo>
                  <a:pt x="20963" y="14297"/>
                  <a:pt x="21048" y="14374"/>
                  <a:pt x="21095" y="14468"/>
                </a:cubicBezTo>
                <a:lnTo>
                  <a:pt x="21278" y="14317"/>
                </a:lnTo>
                <a:cubicBezTo>
                  <a:pt x="21323" y="14301"/>
                  <a:pt x="21361" y="14294"/>
                  <a:pt x="21395" y="14294"/>
                </a:cubicBezTo>
                <a:cubicBezTo>
                  <a:pt x="21430" y="14294"/>
                  <a:pt x="21460" y="14301"/>
                  <a:pt x="21490" y="14317"/>
                </a:cubicBezTo>
                <a:cubicBezTo>
                  <a:pt x="21543" y="14369"/>
                  <a:pt x="21588" y="14389"/>
                  <a:pt x="21628" y="14389"/>
                </a:cubicBezTo>
                <a:cubicBezTo>
                  <a:pt x="21705" y="14389"/>
                  <a:pt x="21765" y="14316"/>
                  <a:pt x="21825" y="14256"/>
                </a:cubicBezTo>
                <a:lnTo>
                  <a:pt x="22220" y="13952"/>
                </a:lnTo>
                <a:cubicBezTo>
                  <a:pt x="22281" y="13952"/>
                  <a:pt x="22311" y="13982"/>
                  <a:pt x="22342" y="13982"/>
                </a:cubicBezTo>
                <a:cubicBezTo>
                  <a:pt x="22454" y="14095"/>
                  <a:pt x="22584" y="14157"/>
                  <a:pt x="22717" y="14157"/>
                </a:cubicBezTo>
                <a:cubicBezTo>
                  <a:pt x="22764" y="14157"/>
                  <a:pt x="22811" y="14150"/>
                  <a:pt x="22858" y="14134"/>
                </a:cubicBezTo>
                <a:lnTo>
                  <a:pt x="23193" y="14104"/>
                </a:lnTo>
                <a:cubicBezTo>
                  <a:pt x="23284" y="14138"/>
                  <a:pt x="23379" y="14155"/>
                  <a:pt x="23473" y="14155"/>
                </a:cubicBezTo>
                <a:cubicBezTo>
                  <a:pt x="23628" y="14155"/>
                  <a:pt x="23778" y="14108"/>
                  <a:pt x="23892" y="14013"/>
                </a:cubicBezTo>
                <a:lnTo>
                  <a:pt x="24196" y="14013"/>
                </a:lnTo>
                <a:cubicBezTo>
                  <a:pt x="24198" y="14015"/>
                  <a:pt x="24201" y="14017"/>
                  <a:pt x="24203" y="14017"/>
                </a:cubicBezTo>
                <a:cubicBezTo>
                  <a:pt x="24227" y="14017"/>
                  <a:pt x="24234" y="13891"/>
                  <a:pt x="24317" y="13891"/>
                </a:cubicBezTo>
                <a:cubicBezTo>
                  <a:pt x="24378" y="13891"/>
                  <a:pt x="24439" y="13952"/>
                  <a:pt x="24530" y="13952"/>
                </a:cubicBezTo>
                <a:cubicBezTo>
                  <a:pt x="24568" y="13964"/>
                  <a:pt x="24606" y="13972"/>
                  <a:pt x="24643" y="13972"/>
                </a:cubicBezTo>
                <a:cubicBezTo>
                  <a:pt x="24697" y="13972"/>
                  <a:pt x="24750" y="13957"/>
                  <a:pt x="24804" y="13921"/>
                </a:cubicBezTo>
                <a:cubicBezTo>
                  <a:pt x="24840" y="13907"/>
                  <a:pt x="24866" y="13901"/>
                  <a:pt x="24885" y="13901"/>
                </a:cubicBezTo>
                <a:cubicBezTo>
                  <a:pt x="24944" y="13901"/>
                  <a:pt x="24932" y="13959"/>
                  <a:pt x="24956" y="13982"/>
                </a:cubicBezTo>
                <a:cubicBezTo>
                  <a:pt x="24956" y="14013"/>
                  <a:pt x="24986" y="14043"/>
                  <a:pt x="25047" y="14043"/>
                </a:cubicBezTo>
                <a:lnTo>
                  <a:pt x="25260" y="14043"/>
                </a:lnTo>
                <a:lnTo>
                  <a:pt x="25563" y="14104"/>
                </a:lnTo>
                <a:cubicBezTo>
                  <a:pt x="25632" y="14035"/>
                  <a:pt x="25717" y="14001"/>
                  <a:pt x="25807" y="14001"/>
                </a:cubicBezTo>
                <a:cubicBezTo>
                  <a:pt x="25837" y="14001"/>
                  <a:pt x="25867" y="14005"/>
                  <a:pt x="25898" y="14013"/>
                </a:cubicBezTo>
                <a:cubicBezTo>
                  <a:pt x="25926" y="14069"/>
                  <a:pt x="26110" y="14229"/>
                  <a:pt x="26233" y="14229"/>
                </a:cubicBezTo>
                <a:cubicBezTo>
                  <a:pt x="26244" y="14229"/>
                  <a:pt x="26253" y="14228"/>
                  <a:pt x="26263" y="14225"/>
                </a:cubicBezTo>
                <a:cubicBezTo>
                  <a:pt x="26384" y="14195"/>
                  <a:pt x="26445" y="14134"/>
                  <a:pt x="26415" y="14073"/>
                </a:cubicBezTo>
                <a:lnTo>
                  <a:pt x="26415" y="14043"/>
                </a:lnTo>
                <a:cubicBezTo>
                  <a:pt x="26415" y="13982"/>
                  <a:pt x="26445" y="13952"/>
                  <a:pt x="26475" y="13921"/>
                </a:cubicBezTo>
                <a:cubicBezTo>
                  <a:pt x="26504" y="13892"/>
                  <a:pt x="26521" y="13882"/>
                  <a:pt x="26531" y="13882"/>
                </a:cubicBezTo>
                <a:cubicBezTo>
                  <a:pt x="26553" y="13882"/>
                  <a:pt x="26546" y="13931"/>
                  <a:pt x="26567" y="13952"/>
                </a:cubicBezTo>
                <a:lnTo>
                  <a:pt x="26658" y="14073"/>
                </a:lnTo>
                <a:cubicBezTo>
                  <a:pt x="26719" y="14013"/>
                  <a:pt x="26779" y="13921"/>
                  <a:pt x="26749" y="13861"/>
                </a:cubicBezTo>
                <a:lnTo>
                  <a:pt x="26749" y="13861"/>
                </a:lnTo>
                <a:lnTo>
                  <a:pt x="26901" y="13921"/>
                </a:lnTo>
                <a:cubicBezTo>
                  <a:pt x="26966" y="13965"/>
                  <a:pt x="27038" y="13973"/>
                  <a:pt x="27113" y="13973"/>
                </a:cubicBezTo>
                <a:cubicBezTo>
                  <a:pt x="27163" y="13973"/>
                  <a:pt x="27213" y="13969"/>
                  <a:pt x="27263" y="13969"/>
                </a:cubicBezTo>
                <a:cubicBezTo>
                  <a:pt x="27350" y="13969"/>
                  <a:pt x="27434" y="13981"/>
                  <a:pt x="27509" y="14043"/>
                </a:cubicBezTo>
                <a:lnTo>
                  <a:pt x="27539" y="14043"/>
                </a:lnTo>
                <a:cubicBezTo>
                  <a:pt x="27569" y="14025"/>
                  <a:pt x="27597" y="14018"/>
                  <a:pt x="27623" y="14018"/>
                </a:cubicBezTo>
                <a:cubicBezTo>
                  <a:pt x="27734" y="14018"/>
                  <a:pt x="27813" y="14146"/>
                  <a:pt x="27813" y="14195"/>
                </a:cubicBezTo>
                <a:cubicBezTo>
                  <a:pt x="27813" y="14256"/>
                  <a:pt x="27722" y="14347"/>
                  <a:pt x="27600" y="14408"/>
                </a:cubicBezTo>
                <a:lnTo>
                  <a:pt x="27813" y="14438"/>
                </a:lnTo>
                <a:cubicBezTo>
                  <a:pt x="27829" y="14442"/>
                  <a:pt x="27843" y="14444"/>
                  <a:pt x="27854" y="14444"/>
                </a:cubicBezTo>
                <a:cubicBezTo>
                  <a:pt x="27927" y="14444"/>
                  <a:pt x="27904" y="14365"/>
                  <a:pt x="27904" y="14286"/>
                </a:cubicBezTo>
                <a:lnTo>
                  <a:pt x="27904" y="14225"/>
                </a:lnTo>
                <a:cubicBezTo>
                  <a:pt x="27904" y="14139"/>
                  <a:pt x="28068" y="13889"/>
                  <a:pt x="28188" y="13889"/>
                </a:cubicBezTo>
                <a:cubicBezTo>
                  <a:pt x="28195" y="13889"/>
                  <a:pt x="28202" y="13889"/>
                  <a:pt x="28208" y="13891"/>
                </a:cubicBezTo>
                <a:cubicBezTo>
                  <a:pt x="28240" y="13899"/>
                  <a:pt x="28271" y="13903"/>
                  <a:pt x="28298" y="13903"/>
                </a:cubicBezTo>
                <a:cubicBezTo>
                  <a:pt x="28372" y="13903"/>
                  <a:pt x="28421" y="13875"/>
                  <a:pt x="28421" y="13830"/>
                </a:cubicBezTo>
                <a:lnTo>
                  <a:pt x="28421" y="13678"/>
                </a:lnTo>
                <a:cubicBezTo>
                  <a:pt x="28633" y="13739"/>
                  <a:pt x="28846" y="13800"/>
                  <a:pt x="29059" y="13830"/>
                </a:cubicBezTo>
                <a:cubicBezTo>
                  <a:pt x="29241" y="13800"/>
                  <a:pt x="29424" y="13739"/>
                  <a:pt x="29606" y="13678"/>
                </a:cubicBezTo>
                <a:lnTo>
                  <a:pt x="29819" y="13617"/>
                </a:lnTo>
                <a:lnTo>
                  <a:pt x="29880" y="13617"/>
                </a:lnTo>
                <a:cubicBezTo>
                  <a:pt x="30001" y="13617"/>
                  <a:pt x="29971" y="13709"/>
                  <a:pt x="29849" y="13830"/>
                </a:cubicBezTo>
                <a:lnTo>
                  <a:pt x="29728" y="13861"/>
                </a:lnTo>
                <a:lnTo>
                  <a:pt x="29576" y="13921"/>
                </a:lnTo>
                <a:cubicBezTo>
                  <a:pt x="29393" y="13952"/>
                  <a:pt x="29302" y="14043"/>
                  <a:pt x="29333" y="14134"/>
                </a:cubicBezTo>
                <a:lnTo>
                  <a:pt x="29515" y="14043"/>
                </a:lnTo>
                <a:cubicBezTo>
                  <a:pt x="29667" y="13982"/>
                  <a:pt x="29849" y="14013"/>
                  <a:pt x="29971" y="13830"/>
                </a:cubicBezTo>
                <a:lnTo>
                  <a:pt x="30032" y="13769"/>
                </a:lnTo>
                <a:cubicBezTo>
                  <a:pt x="30168" y="13754"/>
                  <a:pt x="30313" y="13747"/>
                  <a:pt x="30457" y="13747"/>
                </a:cubicBezTo>
                <a:cubicBezTo>
                  <a:pt x="30602" y="13747"/>
                  <a:pt x="30746" y="13754"/>
                  <a:pt x="30883" y="13769"/>
                </a:cubicBezTo>
                <a:lnTo>
                  <a:pt x="31369" y="13769"/>
                </a:lnTo>
                <a:cubicBezTo>
                  <a:pt x="31643" y="13739"/>
                  <a:pt x="31977" y="13557"/>
                  <a:pt x="31947" y="13526"/>
                </a:cubicBezTo>
                <a:cubicBezTo>
                  <a:pt x="31916" y="13496"/>
                  <a:pt x="31931" y="13481"/>
                  <a:pt x="31973" y="13481"/>
                </a:cubicBezTo>
                <a:close/>
                <a:moveTo>
                  <a:pt x="29978" y="14822"/>
                </a:moveTo>
                <a:cubicBezTo>
                  <a:pt x="30098" y="14822"/>
                  <a:pt x="30184" y="14856"/>
                  <a:pt x="30184" y="14924"/>
                </a:cubicBezTo>
                <a:lnTo>
                  <a:pt x="30153" y="14955"/>
                </a:lnTo>
                <a:cubicBezTo>
                  <a:pt x="30153" y="15016"/>
                  <a:pt x="30123" y="15046"/>
                  <a:pt x="30032" y="15076"/>
                </a:cubicBezTo>
                <a:cubicBezTo>
                  <a:pt x="29971" y="15137"/>
                  <a:pt x="29971" y="15168"/>
                  <a:pt x="30032" y="15198"/>
                </a:cubicBezTo>
                <a:lnTo>
                  <a:pt x="30062" y="15228"/>
                </a:lnTo>
                <a:cubicBezTo>
                  <a:pt x="30047" y="15274"/>
                  <a:pt x="30016" y="15297"/>
                  <a:pt x="29982" y="15297"/>
                </a:cubicBezTo>
                <a:cubicBezTo>
                  <a:pt x="29948" y="15297"/>
                  <a:pt x="29910" y="15274"/>
                  <a:pt x="29880" y="15228"/>
                </a:cubicBezTo>
                <a:lnTo>
                  <a:pt x="29880" y="15168"/>
                </a:lnTo>
                <a:cubicBezTo>
                  <a:pt x="29880" y="15076"/>
                  <a:pt x="29880" y="15016"/>
                  <a:pt x="29728" y="15016"/>
                </a:cubicBezTo>
                <a:cubicBezTo>
                  <a:pt x="29637" y="15016"/>
                  <a:pt x="29637" y="14864"/>
                  <a:pt x="29728" y="14864"/>
                </a:cubicBezTo>
                <a:lnTo>
                  <a:pt x="29849" y="14833"/>
                </a:lnTo>
                <a:cubicBezTo>
                  <a:pt x="29895" y="14826"/>
                  <a:pt x="29939" y="14822"/>
                  <a:pt x="29978" y="14822"/>
                </a:cubicBezTo>
                <a:close/>
                <a:moveTo>
                  <a:pt x="18269" y="14225"/>
                </a:moveTo>
                <a:cubicBezTo>
                  <a:pt x="18329" y="14225"/>
                  <a:pt x="18329" y="14256"/>
                  <a:pt x="18329" y="14286"/>
                </a:cubicBezTo>
                <a:lnTo>
                  <a:pt x="18329" y="14317"/>
                </a:lnTo>
                <a:lnTo>
                  <a:pt x="18329" y="14499"/>
                </a:lnTo>
                <a:cubicBezTo>
                  <a:pt x="18390" y="14620"/>
                  <a:pt x="18816" y="14712"/>
                  <a:pt x="18876" y="14772"/>
                </a:cubicBezTo>
                <a:cubicBezTo>
                  <a:pt x="18937" y="14803"/>
                  <a:pt x="18937" y="14955"/>
                  <a:pt x="18846" y="15046"/>
                </a:cubicBezTo>
                <a:lnTo>
                  <a:pt x="18694" y="14894"/>
                </a:lnTo>
                <a:lnTo>
                  <a:pt x="18603" y="14894"/>
                </a:lnTo>
                <a:cubicBezTo>
                  <a:pt x="18572" y="14894"/>
                  <a:pt x="18512" y="14924"/>
                  <a:pt x="18512" y="14955"/>
                </a:cubicBezTo>
                <a:cubicBezTo>
                  <a:pt x="18512" y="14985"/>
                  <a:pt x="18572" y="15046"/>
                  <a:pt x="18572" y="15046"/>
                </a:cubicBezTo>
                <a:cubicBezTo>
                  <a:pt x="18626" y="15054"/>
                  <a:pt x="18677" y="15057"/>
                  <a:pt x="18727" y="15057"/>
                </a:cubicBezTo>
                <a:cubicBezTo>
                  <a:pt x="18854" y="15057"/>
                  <a:pt x="18972" y="15033"/>
                  <a:pt x="19089" y="14983"/>
                </a:cubicBezTo>
                <a:lnTo>
                  <a:pt x="19089" y="14983"/>
                </a:lnTo>
                <a:cubicBezTo>
                  <a:pt x="19089" y="15092"/>
                  <a:pt x="19089" y="15217"/>
                  <a:pt x="19089" y="15320"/>
                </a:cubicBezTo>
                <a:lnTo>
                  <a:pt x="19028" y="15259"/>
                </a:lnTo>
                <a:lnTo>
                  <a:pt x="18846" y="15137"/>
                </a:lnTo>
                <a:cubicBezTo>
                  <a:pt x="18664" y="15137"/>
                  <a:pt x="18481" y="15076"/>
                  <a:pt x="18390" y="14924"/>
                </a:cubicBezTo>
                <a:cubicBezTo>
                  <a:pt x="18360" y="14833"/>
                  <a:pt x="18481" y="14651"/>
                  <a:pt x="18481" y="14651"/>
                </a:cubicBezTo>
                <a:lnTo>
                  <a:pt x="18481" y="14651"/>
                </a:lnTo>
                <a:cubicBezTo>
                  <a:pt x="18360" y="14712"/>
                  <a:pt x="18238" y="14803"/>
                  <a:pt x="18147" y="14924"/>
                </a:cubicBezTo>
                <a:cubicBezTo>
                  <a:pt x="18147" y="14985"/>
                  <a:pt x="18117" y="15076"/>
                  <a:pt x="18117" y="15168"/>
                </a:cubicBezTo>
                <a:lnTo>
                  <a:pt x="18056" y="15198"/>
                </a:lnTo>
                <a:cubicBezTo>
                  <a:pt x="17995" y="15228"/>
                  <a:pt x="17904" y="15259"/>
                  <a:pt x="17813" y="15259"/>
                </a:cubicBezTo>
                <a:lnTo>
                  <a:pt x="17752" y="15259"/>
                </a:lnTo>
                <a:cubicBezTo>
                  <a:pt x="17727" y="15209"/>
                  <a:pt x="17662" y="15160"/>
                  <a:pt x="17622" y="15160"/>
                </a:cubicBezTo>
                <a:cubicBezTo>
                  <a:pt x="17613" y="15160"/>
                  <a:pt x="17605" y="15162"/>
                  <a:pt x="17600" y="15168"/>
                </a:cubicBezTo>
                <a:lnTo>
                  <a:pt x="17569" y="15198"/>
                </a:lnTo>
                <a:lnTo>
                  <a:pt x="17539" y="15228"/>
                </a:lnTo>
                <a:lnTo>
                  <a:pt x="17387" y="15228"/>
                </a:lnTo>
                <a:lnTo>
                  <a:pt x="17357" y="15168"/>
                </a:lnTo>
                <a:lnTo>
                  <a:pt x="17296" y="15107"/>
                </a:lnTo>
                <a:cubicBezTo>
                  <a:pt x="17265" y="14985"/>
                  <a:pt x="17296" y="14864"/>
                  <a:pt x="17417" y="14833"/>
                </a:cubicBezTo>
                <a:cubicBezTo>
                  <a:pt x="17448" y="14833"/>
                  <a:pt x="17478" y="14833"/>
                  <a:pt x="17509" y="14803"/>
                </a:cubicBezTo>
                <a:cubicBezTo>
                  <a:pt x="17417" y="14772"/>
                  <a:pt x="17357" y="14772"/>
                  <a:pt x="17265" y="14772"/>
                </a:cubicBezTo>
                <a:cubicBezTo>
                  <a:pt x="17205" y="14772"/>
                  <a:pt x="17113" y="14864"/>
                  <a:pt x="17053" y="14955"/>
                </a:cubicBezTo>
                <a:lnTo>
                  <a:pt x="16992" y="15046"/>
                </a:lnTo>
                <a:cubicBezTo>
                  <a:pt x="16992" y="15107"/>
                  <a:pt x="16962" y="15168"/>
                  <a:pt x="16901" y="15168"/>
                </a:cubicBezTo>
                <a:cubicBezTo>
                  <a:pt x="16840" y="15228"/>
                  <a:pt x="16749" y="15259"/>
                  <a:pt x="16658" y="15259"/>
                </a:cubicBezTo>
                <a:cubicBezTo>
                  <a:pt x="16627" y="15259"/>
                  <a:pt x="16597" y="15228"/>
                  <a:pt x="16597" y="15198"/>
                </a:cubicBezTo>
                <a:cubicBezTo>
                  <a:pt x="16566" y="15198"/>
                  <a:pt x="16597" y="15137"/>
                  <a:pt x="16597" y="15137"/>
                </a:cubicBezTo>
                <a:lnTo>
                  <a:pt x="16688" y="15076"/>
                </a:lnTo>
                <a:cubicBezTo>
                  <a:pt x="16840" y="15016"/>
                  <a:pt x="16779" y="14894"/>
                  <a:pt x="16566" y="14833"/>
                </a:cubicBezTo>
                <a:lnTo>
                  <a:pt x="16384" y="14772"/>
                </a:lnTo>
                <a:cubicBezTo>
                  <a:pt x="16372" y="14772"/>
                  <a:pt x="16350" y="14768"/>
                  <a:pt x="16332" y="14768"/>
                </a:cubicBezTo>
                <a:cubicBezTo>
                  <a:pt x="16305" y="14768"/>
                  <a:pt x="16287" y="14779"/>
                  <a:pt x="16323" y="14833"/>
                </a:cubicBezTo>
                <a:lnTo>
                  <a:pt x="16323" y="14864"/>
                </a:lnTo>
                <a:cubicBezTo>
                  <a:pt x="16354" y="14894"/>
                  <a:pt x="16171" y="14924"/>
                  <a:pt x="15958" y="14924"/>
                </a:cubicBezTo>
                <a:lnTo>
                  <a:pt x="15867" y="14742"/>
                </a:lnTo>
                <a:lnTo>
                  <a:pt x="15867" y="14738"/>
                </a:lnTo>
                <a:lnTo>
                  <a:pt x="15867" y="14738"/>
                </a:lnTo>
                <a:cubicBezTo>
                  <a:pt x="15938" y="14724"/>
                  <a:pt x="16009" y="14705"/>
                  <a:pt x="16080" y="14681"/>
                </a:cubicBezTo>
                <a:lnTo>
                  <a:pt x="16262" y="14590"/>
                </a:lnTo>
                <a:cubicBezTo>
                  <a:pt x="16278" y="14575"/>
                  <a:pt x="16293" y="14567"/>
                  <a:pt x="16308" y="14567"/>
                </a:cubicBezTo>
                <a:cubicBezTo>
                  <a:pt x="16323" y="14567"/>
                  <a:pt x="16338" y="14575"/>
                  <a:pt x="16354" y="14590"/>
                </a:cubicBezTo>
                <a:lnTo>
                  <a:pt x="16475" y="14681"/>
                </a:lnTo>
                <a:lnTo>
                  <a:pt x="16962" y="14529"/>
                </a:lnTo>
                <a:lnTo>
                  <a:pt x="17083" y="14620"/>
                </a:lnTo>
                <a:cubicBezTo>
                  <a:pt x="17154" y="14651"/>
                  <a:pt x="17222" y="14661"/>
                  <a:pt x="17287" y="14661"/>
                </a:cubicBezTo>
                <a:cubicBezTo>
                  <a:pt x="17417" y="14661"/>
                  <a:pt x="17539" y="14620"/>
                  <a:pt x="17661" y="14620"/>
                </a:cubicBezTo>
                <a:lnTo>
                  <a:pt x="17873" y="14620"/>
                </a:lnTo>
                <a:cubicBezTo>
                  <a:pt x="17879" y="14638"/>
                  <a:pt x="17889" y="14645"/>
                  <a:pt x="17903" y="14645"/>
                </a:cubicBezTo>
                <a:cubicBezTo>
                  <a:pt x="17958" y="14645"/>
                  <a:pt x="18067" y="14512"/>
                  <a:pt x="18117" y="14438"/>
                </a:cubicBezTo>
                <a:cubicBezTo>
                  <a:pt x="18147" y="14347"/>
                  <a:pt x="18238" y="14225"/>
                  <a:pt x="18269" y="14225"/>
                </a:cubicBezTo>
                <a:close/>
                <a:moveTo>
                  <a:pt x="15803" y="14750"/>
                </a:moveTo>
                <a:cubicBezTo>
                  <a:pt x="15770" y="14804"/>
                  <a:pt x="15746" y="14898"/>
                  <a:pt x="15746" y="14955"/>
                </a:cubicBezTo>
                <a:cubicBezTo>
                  <a:pt x="15746" y="15016"/>
                  <a:pt x="15928" y="15046"/>
                  <a:pt x="15958" y="15046"/>
                </a:cubicBezTo>
                <a:cubicBezTo>
                  <a:pt x="16019" y="15046"/>
                  <a:pt x="16050" y="15107"/>
                  <a:pt x="16080" y="15198"/>
                </a:cubicBezTo>
                <a:lnTo>
                  <a:pt x="16050" y="15228"/>
                </a:lnTo>
                <a:lnTo>
                  <a:pt x="15958" y="15320"/>
                </a:lnTo>
                <a:cubicBezTo>
                  <a:pt x="15853" y="15337"/>
                  <a:pt x="15778" y="15355"/>
                  <a:pt x="15734" y="15355"/>
                </a:cubicBezTo>
                <a:cubicBezTo>
                  <a:pt x="15701" y="15355"/>
                  <a:pt x="15685" y="15345"/>
                  <a:pt x="15685" y="15320"/>
                </a:cubicBezTo>
                <a:lnTo>
                  <a:pt x="15654" y="15259"/>
                </a:lnTo>
                <a:cubicBezTo>
                  <a:pt x="15624" y="15228"/>
                  <a:pt x="15563" y="15168"/>
                  <a:pt x="15533" y="15168"/>
                </a:cubicBezTo>
                <a:cubicBezTo>
                  <a:pt x="15411" y="15198"/>
                  <a:pt x="15442" y="15259"/>
                  <a:pt x="15503" y="15320"/>
                </a:cubicBezTo>
                <a:lnTo>
                  <a:pt x="15503" y="15350"/>
                </a:lnTo>
                <a:cubicBezTo>
                  <a:pt x="15520" y="15368"/>
                  <a:pt x="15497" y="15385"/>
                  <a:pt x="15445" y="15385"/>
                </a:cubicBezTo>
                <a:cubicBezTo>
                  <a:pt x="15407" y="15385"/>
                  <a:pt x="15354" y="15376"/>
                  <a:pt x="15290" y="15350"/>
                </a:cubicBezTo>
                <a:lnTo>
                  <a:pt x="15199" y="15320"/>
                </a:lnTo>
                <a:cubicBezTo>
                  <a:pt x="15168" y="15320"/>
                  <a:pt x="15138" y="15259"/>
                  <a:pt x="15138" y="15259"/>
                </a:cubicBezTo>
                <a:cubicBezTo>
                  <a:pt x="15168" y="15168"/>
                  <a:pt x="15229" y="15046"/>
                  <a:pt x="15229" y="15046"/>
                </a:cubicBezTo>
                <a:cubicBezTo>
                  <a:pt x="15229" y="15016"/>
                  <a:pt x="15199" y="14985"/>
                  <a:pt x="15168" y="14985"/>
                </a:cubicBezTo>
                <a:lnTo>
                  <a:pt x="15077" y="14985"/>
                </a:lnTo>
                <a:lnTo>
                  <a:pt x="15047" y="15016"/>
                </a:lnTo>
                <a:cubicBezTo>
                  <a:pt x="15047" y="15046"/>
                  <a:pt x="15077" y="15289"/>
                  <a:pt x="15016" y="15350"/>
                </a:cubicBezTo>
                <a:cubicBezTo>
                  <a:pt x="14925" y="15411"/>
                  <a:pt x="14834" y="15441"/>
                  <a:pt x="14743" y="15472"/>
                </a:cubicBezTo>
                <a:cubicBezTo>
                  <a:pt x="14682" y="15472"/>
                  <a:pt x="14621" y="15289"/>
                  <a:pt x="14621" y="15228"/>
                </a:cubicBezTo>
                <a:cubicBezTo>
                  <a:pt x="14621" y="15168"/>
                  <a:pt x="14651" y="15107"/>
                  <a:pt x="14712" y="15076"/>
                </a:cubicBezTo>
                <a:lnTo>
                  <a:pt x="14834" y="15076"/>
                </a:lnTo>
                <a:cubicBezTo>
                  <a:pt x="14875" y="15035"/>
                  <a:pt x="14889" y="14936"/>
                  <a:pt x="14873" y="14888"/>
                </a:cubicBezTo>
                <a:lnTo>
                  <a:pt x="14873" y="14888"/>
                </a:lnTo>
                <a:cubicBezTo>
                  <a:pt x="15031" y="14875"/>
                  <a:pt x="15184" y="14841"/>
                  <a:pt x="15320" y="14772"/>
                </a:cubicBezTo>
                <a:cubicBezTo>
                  <a:pt x="15330" y="14762"/>
                  <a:pt x="15340" y="14759"/>
                  <a:pt x="15352" y="14759"/>
                </a:cubicBezTo>
                <a:cubicBezTo>
                  <a:pt x="15374" y="14759"/>
                  <a:pt x="15401" y="14772"/>
                  <a:pt x="15442" y="14772"/>
                </a:cubicBezTo>
                <a:lnTo>
                  <a:pt x="15533" y="14772"/>
                </a:lnTo>
                <a:cubicBezTo>
                  <a:pt x="15623" y="14772"/>
                  <a:pt x="15713" y="14765"/>
                  <a:pt x="15803" y="14750"/>
                </a:cubicBezTo>
                <a:close/>
                <a:moveTo>
                  <a:pt x="11521" y="15380"/>
                </a:moveTo>
                <a:cubicBezTo>
                  <a:pt x="11612" y="15441"/>
                  <a:pt x="11551" y="15502"/>
                  <a:pt x="11521" y="15532"/>
                </a:cubicBezTo>
                <a:cubicBezTo>
                  <a:pt x="11457" y="15532"/>
                  <a:pt x="11394" y="15538"/>
                  <a:pt x="11330" y="15544"/>
                </a:cubicBezTo>
                <a:lnTo>
                  <a:pt x="11330" y="15544"/>
                </a:lnTo>
                <a:lnTo>
                  <a:pt x="11521" y="15380"/>
                </a:lnTo>
                <a:close/>
                <a:moveTo>
                  <a:pt x="26840" y="15137"/>
                </a:moveTo>
                <a:cubicBezTo>
                  <a:pt x="26901" y="15137"/>
                  <a:pt x="26992" y="15198"/>
                  <a:pt x="27083" y="15198"/>
                </a:cubicBezTo>
                <a:cubicBezTo>
                  <a:pt x="27326" y="15228"/>
                  <a:pt x="27114" y="15320"/>
                  <a:pt x="27144" y="15350"/>
                </a:cubicBezTo>
                <a:lnTo>
                  <a:pt x="27174" y="15411"/>
                </a:lnTo>
                <a:cubicBezTo>
                  <a:pt x="27209" y="15434"/>
                  <a:pt x="27200" y="15444"/>
                  <a:pt x="27173" y="15444"/>
                </a:cubicBezTo>
                <a:cubicBezTo>
                  <a:pt x="27130" y="15444"/>
                  <a:pt x="27041" y="15418"/>
                  <a:pt x="27022" y="15380"/>
                </a:cubicBezTo>
                <a:cubicBezTo>
                  <a:pt x="27007" y="15350"/>
                  <a:pt x="26984" y="15335"/>
                  <a:pt x="26962" y="15335"/>
                </a:cubicBezTo>
                <a:cubicBezTo>
                  <a:pt x="26939" y="15335"/>
                  <a:pt x="26916" y="15350"/>
                  <a:pt x="26901" y="15380"/>
                </a:cubicBezTo>
                <a:cubicBezTo>
                  <a:pt x="26840" y="15472"/>
                  <a:pt x="26779" y="15563"/>
                  <a:pt x="26719" y="15624"/>
                </a:cubicBezTo>
                <a:lnTo>
                  <a:pt x="26688" y="15624"/>
                </a:lnTo>
                <a:cubicBezTo>
                  <a:pt x="26627" y="15593"/>
                  <a:pt x="26627" y="15563"/>
                  <a:pt x="26627" y="15532"/>
                </a:cubicBezTo>
                <a:lnTo>
                  <a:pt x="26627" y="15472"/>
                </a:lnTo>
                <a:cubicBezTo>
                  <a:pt x="26688" y="15380"/>
                  <a:pt x="26719" y="15289"/>
                  <a:pt x="26719" y="15198"/>
                </a:cubicBezTo>
                <a:lnTo>
                  <a:pt x="26840" y="15137"/>
                </a:lnTo>
                <a:close/>
                <a:moveTo>
                  <a:pt x="28907" y="14955"/>
                </a:moveTo>
                <a:cubicBezTo>
                  <a:pt x="28968" y="14955"/>
                  <a:pt x="29059" y="14985"/>
                  <a:pt x="29059" y="14985"/>
                </a:cubicBezTo>
                <a:cubicBezTo>
                  <a:pt x="29076" y="15088"/>
                  <a:pt x="29103" y="15123"/>
                  <a:pt x="29151" y="15123"/>
                </a:cubicBezTo>
                <a:cubicBezTo>
                  <a:pt x="29187" y="15123"/>
                  <a:pt x="29236" y="15103"/>
                  <a:pt x="29302" y="15076"/>
                </a:cubicBezTo>
                <a:lnTo>
                  <a:pt x="29333" y="15046"/>
                </a:lnTo>
                <a:cubicBezTo>
                  <a:pt x="29393" y="15046"/>
                  <a:pt x="29454" y="15107"/>
                  <a:pt x="29454" y="15137"/>
                </a:cubicBezTo>
                <a:cubicBezTo>
                  <a:pt x="29454" y="15198"/>
                  <a:pt x="29424" y="15259"/>
                  <a:pt x="29424" y="15320"/>
                </a:cubicBezTo>
                <a:lnTo>
                  <a:pt x="29606" y="15289"/>
                </a:lnTo>
                <a:cubicBezTo>
                  <a:pt x="29667" y="15289"/>
                  <a:pt x="29728" y="15289"/>
                  <a:pt x="29788" y="15320"/>
                </a:cubicBezTo>
                <a:lnTo>
                  <a:pt x="29849" y="15380"/>
                </a:lnTo>
                <a:cubicBezTo>
                  <a:pt x="29849" y="15441"/>
                  <a:pt x="29880" y="15532"/>
                  <a:pt x="29880" y="15624"/>
                </a:cubicBezTo>
                <a:cubicBezTo>
                  <a:pt x="29849" y="15654"/>
                  <a:pt x="29788" y="15654"/>
                  <a:pt x="29697" y="15654"/>
                </a:cubicBezTo>
                <a:lnTo>
                  <a:pt x="29667" y="15563"/>
                </a:lnTo>
                <a:cubicBezTo>
                  <a:pt x="29637" y="15532"/>
                  <a:pt x="29606" y="15502"/>
                  <a:pt x="29576" y="15472"/>
                </a:cubicBezTo>
                <a:lnTo>
                  <a:pt x="29515" y="15472"/>
                </a:lnTo>
                <a:cubicBezTo>
                  <a:pt x="29454" y="15472"/>
                  <a:pt x="29393" y="15532"/>
                  <a:pt x="29393" y="15593"/>
                </a:cubicBezTo>
                <a:lnTo>
                  <a:pt x="29454" y="15624"/>
                </a:lnTo>
                <a:lnTo>
                  <a:pt x="29454" y="15654"/>
                </a:lnTo>
                <a:cubicBezTo>
                  <a:pt x="29515" y="15654"/>
                  <a:pt x="29576" y="15715"/>
                  <a:pt x="29545" y="15775"/>
                </a:cubicBezTo>
                <a:lnTo>
                  <a:pt x="29393" y="15775"/>
                </a:lnTo>
                <a:cubicBezTo>
                  <a:pt x="29378" y="15779"/>
                  <a:pt x="29362" y="15780"/>
                  <a:pt x="29346" y="15780"/>
                </a:cubicBezTo>
                <a:cubicBezTo>
                  <a:pt x="29212" y="15780"/>
                  <a:pt x="29089" y="15665"/>
                  <a:pt x="29089" y="15502"/>
                </a:cubicBezTo>
                <a:cubicBezTo>
                  <a:pt x="29089" y="15380"/>
                  <a:pt x="28846" y="15016"/>
                  <a:pt x="28907" y="14955"/>
                </a:cubicBezTo>
                <a:close/>
                <a:moveTo>
                  <a:pt x="19399" y="15615"/>
                </a:moveTo>
                <a:cubicBezTo>
                  <a:pt x="19415" y="15615"/>
                  <a:pt x="19460" y="15660"/>
                  <a:pt x="19484" y="15684"/>
                </a:cubicBezTo>
                <a:lnTo>
                  <a:pt x="19545" y="15745"/>
                </a:lnTo>
                <a:cubicBezTo>
                  <a:pt x="19636" y="15867"/>
                  <a:pt x="19667" y="15958"/>
                  <a:pt x="19667" y="15988"/>
                </a:cubicBezTo>
                <a:cubicBezTo>
                  <a:pt x="19636" y="15988"/>
                  <a:pt x="19393" y="15867"/>
                  <a:pt x="19272" y="15867"/>
                </a:cubicBezTo>
                <a:lnTo>
                  <a:pt x="19332" y="15867"/>
                </a:lnTo>
                <a:lnTo>
                  <a:pt x="19302" y="15715"/>
                </a:lnTo>
                <a:cubicBezTo>
                  <a:pt x="19272" y="15684"/>
                  <a:pt x="19363" y="15624"/>
                  <a:pt x="19393" y="15624"/>
                </a:cubicBezTo>
                <a:cubicBezTo>
                  <a:pt x="19393" y="15618"/>
                  <a:pt x="19395" y="15615"/>
                  <a:pt x="19399" y="15615"/>
                </a:cubicBezTo>
                <a:close/>
                <a:moveTo>
                  <a:pt x="18329" y="15563"/>
                </a:moveTo>
                <a:lnTo>
                  <a:pt x="18360" y="15593"/>
                </a:lnTo>
                <a:lnTo>
                  <a:pt x="18512" y="15684"/>
                </a:lnTo>
                <a:cubicBezTo>
                  <a:pt x="18420" y="15745"/>
                  <a:pt x="18481" y="15897"/>
                  <a:pt x="18633" y="15958"/>
                </a:cubicBezTo>
                <a:lnTo>
                  <a:pt x="18755" y="15988"/>
                </a:lnTo>
                <a:lnTo>
                  <a:pt x="18755" y="16079"/>
                </a:lnTo>
                <a:cubicBezTo>
                  <a:pt x="18755" y="16110"/>
                  <a:pt x="18724" y="16110"/>
                  <a:pt x="18694" y="16110"/>
                </a:cubicBezTo>
                <a:lnTo>
                  <a:pt x="18512" y="16140"/>
                </a:lnTo>
                <a:cubicBezTo>
                  <a:pt x="18481" y="16155"/>
                  <a:pt x="18451" y="16163"/>
                  <a:pt x="18420" y="16163"/>
                </a:cubicBezTo>
                <a:cubicBezTo>
                  <a:pt x="18390" y="16163"/>
                  <a:pt x="18360" y="16155"/>
                  <a:pt x="18329" y="16140"/>
                </a:cubicBezTo>
                <a:cubicBezTo>
                  <a:pt x="18284" y="16125"/>
                  <a:pt x="18231" y="16117"/>
                  <a:pt x="18174" y="16117"/>
                </a:cubicBezTo>
                <a:cubicBezTo>
                  <a:pt x="18117" y="16117"/>
                  <a:pt x="18056" y="16125"/>
                  <a:pt x="17995" y="16140"/>
                </a:cubicBezTo>
                <a:cubicBezTo>
                  <a:pt x="17987" y="16157"/>
                  <a:pt x="17979" y="16164"/>
                  <a:pt x="17972" y="16164"/>
                </a:cubicBezTo>
                <a:cubicBezTo>
                  <a:pt x="17955" y="16164"/>
                  <a:pt x="17950" y="16108"/>
                  <a:pt x="17995" y="16019"/>
                </a:cubicBezTo>
                <a:lnTo>
                  <a:pt x="18056" y="16019"/>
                </a:lnTo>
                <a:lnTo>
                  <a:pt x="18269" y="15927"/>
                </a:lnTo>
                <a:cubicBezTo>
                  <a:pt x="18208" y="15836"/>
                  <a:pt x="18177" y="15715"/>
                  <a:pt x="18177" y="15593"/>
                </a:cubicBezTo>
                <a:cubicBezTo>
                  <a:pt x="18177" y="15563"/>
                  <a:pt x="18269" y="15563"/>
                  <a:pt x="18329" y="15563"/>
                </a:cubicBezTo>
                <a:close/>
                <a:moveTo>
                  <a:pt x="12574" y="16093"/>
                </a:moveTo>
                <a:cubicBezTo>
                  <a:pt x="12616" y="16093"/>
                  <a:pt x="12651" y="16098"/>
                  <a:pt x="12676" y="16110"/>
                </a:cubicBezTo>
                <a:cubicBezTo>
                  <a:pt x="12767" y="16140"/>
                  <a:pt x="12615" y="16231"/>
                  <a:pt x="12372" y="16262"/>
                </a:cubicBezTo>
                <a:lnTo>
                  <a:pt x="12159" y="16292"/>
                </a:lnTo>
                <a:lnTo>
                  <a:pt x="12129" y="16292"/>
                </a:lnTo>
                <a:cubicBezTo>
                  <a:pt x="12095" y="16342"/>
                  <a:pt x="12052" y="16365"/>
                  <a:pt x="12016" y="16365"/>
                </a:cubicBezTo>
                <a:cubicBezTo>
                  <a:pt x="11986" y="16365"/>
                  <a:pt x="11960" y="16350"/>
                  <a:pt x="11946" y="16323"/>
                </a:cubicBezTo>
                <a:lnTo>
                  <a:pt x="11885" y="16262"/>
                </a:lnTo>
                <a:lnTo>
                  <a:pt x="11855" y="16231"/>
                </a:lnTo>
                <a:cubicBezTo>
                  <a:pt x="11825" y="16171"/>
                  <a:pt x="11916" y="16171"/>
                  <a:pt x="12037" y="16171"/>
                </a:cubicBezTo>
                <a:cubicBezTo>
                  <a:pt x="12135" y="16171"/>
                  <a:pt x="12407" y="16093"/>
                  <a:pt x="12574" y="16093"/>
                </a:cubicBezTo>
                <a:close/>
                <a:moveTo>
                  <a:pt x="11429" y="16019"/>
                </a:moveTo>
                <a:lnTo>
                  <a:pt x="11278" y="16171"/>
                </a:lnTo>
                <a:cubicBezTo>
                  <a:pt x="11247" y="16201"/>
                  <a:pt x="11247" y="16292"/>
                  <a:pt x="11247" y="16353"/>
                </a:cubicBezTo>
                <a:lnTo>
                  <a:pt x="11247" y="16414"/>
                </a:lnTo>
                <a:cubicBezTo>
                  <a:pt x="11247" y="16449"/>
                  <a:pt x="11122" y="16464"/>
                  <a:pt x="10994" y="16464"/>
                </a:cubicBezTo>
                <a:cubicBezTo>
                  <a:pt x="10903" y="16464"/>
                  <a:pt x="10811" y="16457"/>
                  <a:pt x="10761" y="16444"/>
                </a:cubicBezTo>
                <a:cubicBezTo>
                  <a:pt x="10686" y="16407"/>
                  <a:pt x="10634" y="16381"/>
                  <a:pt x="10619" y="16381"/>
                </a:cubicBezTo>
                <a:cubicBezTo>
                  <a:pt x="10610" y="16381"/>
                  <a:pt x="10616" y="16391"/>
                  <a:pt x="10639" y="16414"/>
                </a:cubicBezTo>
                <a:lnTo>
                  <a:pt x="10700" y="16444"/>
                </a:lnTo>
                <a:lnTo>
                  <a:pt x="10730" y="16475"/>
                </a:lnTo>
                <a:cubicBezTo>
                  <a:pt x="10822" y="16475"/>
                  <a:pt x="10730" y="16566"/>
                  <a:pt x="10487" y="16627"/>
                </a:cubicBezTo>
                <a:lnTo>
                  <a:pt x="10305" y="16687"/>
                </a:lnTo>
                <a:lnTo>
                  <a:pt x="10244" y="16687"/>
                </a:lnTo>
                <a:cubicBezTo>
                  <a:pt x="10183" y="16687"/>
                  <a:pt x="9910" y="16657"/>
                  <a:pt x="9636" y="16657"/>
                </a:cubicBezTo>
                <a:lnTo>
                  <a:pt x="9423" y="16657"/>
                </a:lnTo>
                <a:cubicBezTo>
                  <a:pt x="9302" y="16657"/>
                  <a:pt x="9332" y="16657"/>
                  <a:pt x="9302" y="16718"/>
                </a:cubicBezTo>
                <a:cubicBezTo>
                  <a:pt x="9271" y="16748"/>
                  <a:pt x="9211" y="16779"/>
                  <a:pt x="9180" y="16779"/>
                </a:cubicBezTo>
                <a:lnTo>
                  <a:pt x="8998" y="16748"/>
                </a:lnTo>
                <a:cubicBezTo>
                  <a:pt x="8901" y="16690"/>
                  <a:pt x="8793" y="16669"/>
                  <a:pt x="8711" y="16669"/>
                </a:cubicBezTo>
                <a:cubicBezTo>
                  <a:pt x="8663" y="16669"/>
                  <a:pt x="8625" y="16676"/>
                  <a:pt x="8603" y="16687"/>
                </a:cubicBezTo>
                <a:cubicBezTo>
                  <a:pt x="8572" y="16718"/>
                  <a:pt x="8519" y="16733"/>
                  <a:pt x="8470" y="16733"/>
                </a:cubicBezTo>
                <a:cubicBezTo>
                  <a:pt x="8420" y="16733"/>
                  <a:pt x="8375" y="16718"/>
                  <a:pt x="8360" y="16687"/>
                </a:cubicBezTo>
                <a:cubicBezTo>
                  <a:pt x="8329" y="16627"/>
                  <a:pt x="8268" y="16444"/>
                  <a:pt x="8360" y="16444"/>
                </a:cubicBezTo>
                <a:cubicBezTo>
                  <a:pt x="8420" y="16444"/>
                  <a:pt x="8481" y="16414"/>
                  <a:pt x="8512" y="16353"/>
                </a:cubicBezTo>
                <a:cubicBezTo>
                  <a:pt x="8512" y="16323"/>
                  <a:pt x="8572" y="16323"/>
                  <a:pt x="8663" y="16323"/>
                </a:cubicBezTo>
                <a:lnTo>
                  <a:pt x="8694" y="16353"/>
                </a:lnTo>
                <a:cubicBezTo>
                  <a:pt x="8755" y="16383"/>
                  <a:pt x="8846" y="16444"/>
                  <a:pt x="8907" y="16505"/>
                </a:cubicBezTo>
                <a:cubicBezTo>
                  <a:pt x="8952" y="16566"/>
                  <a:pt x="8967" y="16596"/>
                  <a:pt x="8986" y="16596"/>
                </a:cubicBezTo>
                <a:cubicBezTo>
                  <a:pt x="9005" y="16596"/>
                  <a:pt x="9028" y="16566"/>
                  <a:pt x="9089" y="16505"/>
                </a:cubicBezTo>
                <a:lnTo>
                  <a:pt x="9180" y="16444"/>
                </a:lnTo>
                <a:cubicBezTo>
                  <a:pt x="9264" y="16388"/>
                  <a:pt x="9530" y="16228"/>
                  <a:pt x="9666" y="16228"/>
                </a:cubicBezTo>
                <a:cubicBezTo>
                  <a:pt x="9677" y="16228"/>
                  <a:pt x="9688" y="16229"/>
                  <a:pt x="9697" y="16231"/>
                </a:cubicBezTo>
                <a:cubicBezTo>
                  <a:pt x="9819" y="16292"/>
                  <a:pt x="9970" y="16353"/>
                  <a:pt x="10092" y="16353"/>
                </a:cubicBezTo>
                <a:cubicBezTo>
                  <a:pt x="10214" y="16323"/>
                  <a:pt x="10305" y="16292"/>
                  <a:pt x="10426" y="16292"/>
                </a:cubicBezTo>
                <a:cubicBezTo>
                  <a:pt x="10487" y="16292"/>
                  <a:pt x="10548" y="16201"/>
                  <a:pt x="10578" y="16110"/>
                </a:cubicBezTo>
                <a:lnTo>
                  <a:pt x="10700" y="16140"/>
                </a:lnTo>
                <a:lnTo>
                  <a:pt x="11034" y="16231"/>
                </a:lnTo>
                <a:cubicBezTo>
                  <a:pt x="11095" y="16079"/>
                  <a:pt x="11278" y="16019"/>
                  <a:pt x="11429" y="16019"/>
                </a:cubicBezTo>
                <a:close/>
                <a:moveTo>
                  <a:pt x="16566" y="16505"/>
                </a:moveTo>
                <a:cubicBezTo>
                  <a:pt x="16658" y="16535"/>
                  <a:pt x="16658" y="16596"/>
                  <a:pt x="16536" y="16657"/>
                </a:cubicBezTo>
                <a:lnTo>
                  <a:pt x="16506" y="16657"/>
                </a:lnTo>
                <a:cubicBezTo>
                  <a:pt x="16481" y="16649"/>
                  <a:pt x="16457" y="16645"/>
                  <a:pt x="16432" y="16645"/>
                </a:cubicBezTo>
                <a:cubicBezTo>
                  <a:pt x="16366" y="16645"/>
                  <a:pt x="16299" y="16673"/>
                  <a:pt x="16232" y="16718"/>
                </a:cubicBezTo>
                <a:lnTo>
                  <a:pt x="16110" y="16839"/>
                </a:lnTo>
                <a:cubicBezTo>
                  <a:pt x="16050" y="16718"/>
                  <a:pt x="16019" y="16627"/>
                  <a:pt x="16050" y="16627"/>
                </a:cubicBezTo>
                <a:cubicBezTo>
                  <a:pt x="16202" y="16566"/>
                  <a:pt x="16384" y="16535"/>
                  <a:pt x="16566" y="16505"/>
                </a:cubicBezTo>
                <a:close/>
                <a:moveTo>
                  <a:pt x="13284" y="16475"/>
                </a:moveTo>
                <a:lnTo>
                  <a:pt x="13344" y="16566"/>
                </a:lnTo>
                <a:cubicBezTo>
                  <a:pt x="13375" y="16687"/>
                  <a:pt x="13253" y="16809"/>
                  <a:pt x="13071" y="16839"/>
                </a:cubicBezTo>
                <a:lnTo>
                  <a:pt x="12919" y="16870"/>
                </a:lnTo>
                <a:cubicBezTo>
                  <a:pt x="12888" y="16870"/>
                  <a:pt x="12858" y="16839"/>
                  <a:pt x="12828" y="16809"/>
                </a:cubicBezTo>
                <a:cubicBezTo>
                  <a:pt x="12828" y="16779"/>
                  <a:pt x="12858" y="16718"/>
                  <a:pt x="12888" y="16718"/>
                </a:cubicBezTo>
                <a:cubicBezTo>
                  <a:pt x="12980" y="16687"/>
                  <a:pt x="13101" y="16657"/>
                  <a:pt x="13162" y="16657"/>
                </a:cubicBezTo>
                <a:cubicBezTo>
                  <a:pt x="13192" y="16627"/>
                  <a:pt x="13223" y="16566"/>
                  <a:pt x="13162" y="16535"/>
                </a:cubicBezTo>
                <a:cubicBezTo>
                  <a:pt x="13162" y="16505"/>
                  <a:pt x="13223" y="16475"/>
                  <a:pt x="13284" y="16475"/>
                </a:cubicBezTo>
                <a:close/>
                <a:moveTo>
                  <a:pt x="13832" y="16480"/>
                </a:moveTo>
                <a:cubicBezTo>
                  <a:pt x="13881" y="16480"/>
                  <a:pt x="13932" y="16497"/>
                  <a:pt x="13983" y="16535"/>
                </a:cubicBezTo>
                <a:cubicBezTo>
                  <a:pt x="14044" y="16596"/>
                  <a:pt x="14104" y="16657"/>
                  <a:pt x="14135" y="16748"/>
                </a:cubicBezTo>
                <a:lnTo>
                  <a:pt x="14135" y="16809"/>
                </a:lnTo>
                <a:cubicBezTo>
                  <a:pt x="14135" y="16839"/>
                  <a:pt x="14044" y="16870"/>
                  <a:pt x="14013" y="16870"/>
                </a:cubicBezTo>
                <a:cubicBezTo>
                  <a:pt x="13861" y="16870"/>
                  <a:pt x="13831" y="16809"/>
                  <a:pt x="13831" y="16718"/>
                </a:cubicBezTo>
                <a:cubicBezTo>
                  <a:pt x="13800" y="16718"/>
                  <a:pt x="13740" y="16718"/>
                  <a:pt x="13709" y="16748"/>
                </a:cubicBezTo>
                <a:cubicBezTo>
                  <a:pt x="13705" y="16752"/>
                  <a:pt x="13700" y="16754"/>
                  <a:pt x="13693" y="16754"/>
                </a:cubicBezTo>
                <a:cubicBezTo>
                  <a:pt x="13650" y="16754"/>
                  <a:pt x="13569" y="16671"/>
                  <a:pt x="13648" y="16566"/>
                </a:cubicBezTo>
                <a:cubicBezTo>
                  <a:pt x="13701" y="16513"/>
                  <a:pt x="13765" y="16480"/>
                  <a:pt x="13832" y="16480"/>
                </a:cubicBezTo>
                <a:close/>
                <a:moveTo>
                  <a:pt x="8025" y="16475"/>
                </a:moveTo>
                <a:cubicBezTo>
                  <a:pt x="8086" y="16475"/>
                  <a:pt x="8147" y="16535"/>
                  <a:pt x="8177" y="16596"/>
                </a:cubicBezTo>
                <a:lnTo>
                  <a:pt x="8147" y="16596"/>
                </a:lnTo>
                <a:cubicBezTo>
                  <a:pt x="7995" y="16657"/>
                  <a:pt x="8025" y="16900"/>
                  <a:pt x="7782" y="16900"/>
                </a:cubicBezTo>
                <a:cubicBezTo>
                  <a:pt x="7773" y="16909"/>
                  <a:pt x="7759" y="16913"/>
                  <a:pt x="7742" y="16913"/>
                </a:cubicBezTo>
                <a:cubicBezTo>
                  <a:pt x="7701" y="16913"/>
                  <a:pt x="7643" y="16891"/>
                  <a:pt x="7600" y="16870"/>
                </a:cubicBezTo>
                <a:lnTo>
                  <a:pt x="7569" y="16809"/>
                </a:lnTo>
                <a:cubicBezTo>
                  <a:pt x="7539" y="16779"/>
                  <a:pt x="7630" y="16718"/>
                  <a:pt x="7630" y="16718"/>
                </a:cubicBezTo>
                <a:cubicBezTo>
                  <a:pt x="7656" y="16725"/>
                  <a:pt x="7679" y="16729"/>
                  <a:pt x="7699" y="16729"/>
                </a:cubicBezTo>
                <a:cubicBezTo>
                  <a:pt x="7845" y="16729"/>
                  <a:pt x="7858" y="16558"/>
                  <a:pt x="7964" y="16505"/>
                </a:cubicBezTo>
                <a:lnTo>
                  <a:pt x="8025" y="16475"/>
                </a:lnTo>
                <a:close/>
                <a:moveTo>
                  <a:pt x="15872" y="16515"/>
                </a:moveTo>
                <a:cubicBezTo>
                  <a:pt x="15907" y="16515"/>
                  <a:pt x="15928" y="16530"/>
                  <a:pt x="15928" y="16566"/>
                </a:cubicBezTo>
                <a:lnTo>
                  <a:pt x="15898" y="16566"/>
                </a:lnTo>
                <a:cubicBezTo>
                  <a:pt x="15746" y="16627"/>
                  <a:pt x="15654" y="16748"/>
                  <a:pt x="15563" y="16870"/>
                </a:cubicBezTo>
                <a:lnTo>
                  <a:pt x="15563" y="16931"/>
                </a:lnTo>
                <a:cubicBezTo>
                  <a:pt x="15542" y="16938"/>
                  <a:pt x="15520" y="16941"/>
                  <a:pt x="15500" y="16941"/>
                </a:cubicBezTo>
                <a:cubicBezTo>
                  <a:pt x="15434" y="16941"/>
                  <a:pt x="15381" y="16902"/>
                  <a:pt x="15381" y="16809"/>
                </a:cubicBezTo>
                <a:cubicBezTo>
                  <a:pt x="15381" y="16724"/>
                  <a:pt x="15461" y="16532"/>
                  <a:pt x="15570" y="16532"/>
                </a:cubicBezTo>
                <a:cubicBezTo>
                  <a:pt x="15578" y="16532"/>
                  <a:pt x="15586" y="16533"/>
                  <a:pt x="15594" y="16535"/>
                </a:cubicBezTo>
                <a:lnTo>
                  <a:pt x="15776" y="16535"/>
                </a:lnTo>
                <a:cubicBezTo>
                  <a:pt x="15814" y="16523"/>
                  <a:pt x="15846" y="16515"/>
                  <a:pt x="15872" y="16515"/>
                </a:cubicBezTo>
                <a:close/>
                <a:moveTo>
                  <a:pt x="12300" y="16615"/>
                </a:moveTo>
                <a:cubicBezTo>
                  <a:pt x="12353" y="16615"/>
                  <a:pt x="12410" y="16649"/>
                  <a:pt x="12433" y="16718"/>
                </a:cubicBezTo>
                <a:cubicBezTo>
                  <a:pt x="12460" y="16772"/>
                  <a:pt x="12246" y="17067"/>
                  <a:pt x="12177" y="17067"/>
                </a:cubicBezTo>
                <a:cubicBezTo>
                  <a:pt x="12169" y="17067"/>
                  <a:pt x="12162" y="17062"/>
                  <a:pt x="12159" y="17052"/>
                </a:cubicBezTo>
                <a:cubicBezTo>
                  <a:pt x="12129" y="16900"/>
                  <a:pt x="12159" y="16748"/>
                  <a:pt x="12250" y="16627"/>
                </a:cubicBezTo>
                <a:cubicBezTo>
                  <a:pt x="12265" y="16619"/>
                  <a:pt x="12282" y="16615"/>
                  <a:pt x="12300" y="16615"/>
                </a:cubicBezTo>
                <a:close/>
                <a:moveTo>
                  <a:pt x="3901" y="16918"/>
                </a:moveTo>
                <a:cubicBezTo>
                  <a:pt x="3922" y="16918"/>
                  <a:pt x="3939" y="16922"/>
                  <a:pt x="3952" y="16931"/>
                </a:cubicBezTo>
                <a:cubicBezTo>
                  <a:pt x="4043" y="16961"/>
                  <a:pt x="4043" y="17022"/>
                  <a:pt x="3952" y="17022"/>
                </a:cubicBezTo>
                <a:lnTo>
                  <a:pt x="3891" y="17052"/>
                </a:lnTo>
                <a:cubicBezTo>
                  <a:pt x="3739" y="17052"/>
                  <a:pt x="3770" y="17083"/>
                  <a:pt x="3831" y="17174"/>
                </a:cubicBezTo>
                <a:cubicBezTo>
                  <a:pt x="3861" y="17174"/>
                  <a:pt x="3739" y="17295"/>
                  <a:pt x="3709" y="17295"/>
                </a:cubicBezTo>
                <a:cubicBezTo>
                  <a:pt x="3557" y="17265"/>
                  <a:pt x="3405" y="17234"/>
                  <a:pt x="3253" y="17174"/>
                </a:cubicBezTo>
                <a:cubicBezTo>
                  <a:pt x="3253" y="17174"/>
                  <a:pt x="3253" y="17143"/>
                  <a:pt x="3253" y="17113"/>
                </a:cubicBezTo>
                <a:cubicBezTo>
                  <a:pt x="3283" y="17083"/>
                  <a:pt x="3344" y="17052"/>
                  <a:pt x="3375" y="17052"/>
                </a:cubicBezTo>
                <a:lnTo>
                  <a:pt x="3466" y="17052"/>
                </a:lnTo>
                <a:cubicBezTo>
                  <a:pt x="3544" y="17052"/>
                  <a:pt x="3778" y="16918"/>
                  <a:pt x="3901" y="16918"/>
                </a:cubicBezTo>
                <a:close/>
                <a:moveTo>
                  <a:pt x="6203" y="16584"/>
                </a:moveTo>
                <a:cubicBezTo>
                  <a:pt x="6213" y="16584"/>
                  <a:pt x="6224" y="16588"/>
                  <a:pt x="6232" y="16596"/>
                </a:cubicBezTo>
                <a:lnTo>
                  <a:pt x="6293" y="16627"/>
                </a:lnTo>
                <a:lnTo>
                  <a:pt x="6323" y="16657"/>
                </a:lnTo>
                <a:cubicBezTo>
                  <a:pt x="6384" y="16718"/>
                  <a:pt x="6262" y="16809"/>
                  <a:pt x="6201" y="16809"/>
                </a:cubicBezTo>
                <a:cubicBezTo>
                  <a:pt x="6141" y="16809"/>
                  <a:pt x="5867" y="16961"/>
                  <a:pt x="5897" y="17052"/>
                </a:cubicBezTo>
                <a:cubicBezTo>
                  <a:pt x="5906" y="17069"/>
                  <a:pt x="5912" y="17086"/>
                  <a:pt x="5916" y="17100"/>
                </a:cubicBezTo>
                <a:lnTo>
                  <a:pt x="5916" y="17100"/>
                </a:lnTo>
                <a:cubicBezTo>
                  <a:pt x="5881" y="17077"/>
                  <a:pt x="5768" y="17043"/>
                  <a:pt x="5677" y="17043"/>
                </a:cubicBezTo>
                <a:cubicBezTo>
                  <a:pt x="5626" y="17043"/>
                  <a:pt x="5582" y="17054"/>
                  <a:pt x="5563" y="17083"/>
                </a:cubicBezTo>
                <a:cubicBezTo>
                  <a:pt x="5442" y="17174"/>
                  <a:pt x="5320" y="17234"/>
                  <a:pt x="5168" y="17295"/>
                </a:cubicBezTo>
                <a:cubicBezTo>
                  <a:pt x="5077" y="17295"/>
                  <a:pt x="4986" y="17022"/>
                  <a:pt x="4986" y="16900"/>
                </a:cubicBezTo>
                <a:cubicBezTo>
                  <a:pt x="4986" y="16832"/>
                  <a:pt x="5174" y="16746"/>
                  <a:pt x="5293" y="16746"/>
                </a:cubicBezTo>
                <a:cubicBezTo>
                  <a:pt x="5333" y="16746"/>
                  <a:pt x="5366" y="16756"/>
                  <a:pt x="5381" y="16779"/>
                </a:cubicBezTo>
                <a:cubicBezTo>
                  <a:pt x="5390" y="16806"/>
                  <a:pt x="5422" y="16817"/>
                  <a:pt x="5460" y="16817"/>
                </a:cubicBezTo>
                <a:cubicBezTo>
                  <a:pt x="5549" y="16817"/>
                  <a:pt x="5675" y="16760"/>
                  <a:pt x="5654" y="16718"/>
                </a:cubicBezTo>
                <a:cubicBezTo>
                  <a:pt x="5636" y="16680"/>
                  <a:pt x="5652" y="16654"/>
                  <a:pt x="5695" y="16654"/>
                </a:cubicBezTo>
                <a:cubicBezTo>
                  <a:pt x="5722" y="16654"/>
                  <a:pt x="5760" y="16664"/>
                  <a:pt x="5806" y="16687"/>
                </a:cubicBezTo>
                <a:lnTo>
                  <a:pt x="5928" y="16687"/>
                </a:lnTo>
                <a:cubicBezTo>
                  <a:pt x="5989" y="16687"/>
                  <a:pt x="6049" y="16687"/>
                  <a:pt x="6110" y="16657"/>
                </a:cubicBezTo>
                <a:lnTo>
                  <a:pt x="6141" y="16657"/>
                </a:lnTo>
                <a:cubicBezTo>
                  <a:pt x="6141" y="16612"/>
                  <a:pt x="6173" y="16584"/>
                  <a:pt x="6203" y="16584"/>
                </a:cubicBezTo>
                <a:close/>
                <a:moveTo>
                  <a:pt x="86081" y="0"/>
                </a:moveTo>
                <a:lnTo>
                  <a:pt x="85473" y="122"/>
                </a:lnTo>
                <a:lnTo>
                  <a:pt x="85261" y="152"/>
                </a:lnTo>
                <a:lnTo>
                  <a:pt x="85078" y="183"/>
                </a:lnTo>
                <a:cubicBezTo>
                  <a:pt x="84957" y="183"/>
                  <a:pt x="84805" y="213"/>
                  <a:pt x="84683" y="274"/>
                </a:cubicBezTo>
                <a:cubicBezTo>
                  <a:pt x="84683" y="335"/>
                  <a:pt x="84683" y="426"/>
                  <a:pt x="84622" y="456"/>
                </a:cubicBezTo>
                <a:lnTo>
                  <a:pt x="84531" y="487"/>
                </a:lnTo>
                <a:cubicBezTo>
                  <a:pt x="84503" y="403"/>
                  <a:pt x="84400" y="270"/>
                  <a:pt x="84336" y="270"/>
                </a:cubicBezTo>
                <a:cubicBezTo>
                  <a:pt x="84330" y="270"/>
                  <a:pt x="84324" y="271"/>
                  <a:pt x="84318" y="274"/>
                </a:cubicBezTo>
                <a:cubicBezTo>
                  <a:pt x="84304" y="283"/>
                  <a:pt x="84286" y="288"/>
                  <a:pt x="84267" y="288"/>
                </a:cubicBezTo>
                <a:cubicBezTo>
                  <a:pt x="84163" y="288"/>
                  <a:pt x="84000" y="168"/>
                  <a:pt x="83923" y="91"/>
                </a:cubicBezTo>
                <a:cubicBezTo>
                  <a:pt x="83904" y="73"/>
                  <a:pt x="83883" y="65"/>
                  <a:pt x="83862" y="65"/>
                </a:cubicBezTo>
                <a:cubicBezTo>
                  <a:pt x="83815" y="65"/>
                  <a:pt x="83771" y="101"/>
                  <a:pt x="83771" y="122"/>
                </a:cubicBezTo>
                <a:cubicBezTo>
                  <a:pt x="83741" y="183"/>
                  <a:pt x="83650" y="213"/>
                  <a:pt x="83528" y="213"/>
                </a:cubicBezTo>
                <a:lnTo>
                  <a:pt x="83498" y="183"/>
                </a:lnTo>
                <a:cubicBezTo>
                  <a:pt x="83467" y="142"/>
                  <a:pt x="83440" y="129"/>
                  <a:pt x="83414" y="129"/>
                </a:cubicBezTo>
                <a:cubicBezTo>
                  <a:pt x="83363" y="129"/>
                  <a:pt x="83315" y="183"/>
                  <a:pt x="83255" y="183"/>
                </a:cubicBezTo>
                <a:cubicBezTo>
                  <a:pt x="83224" y="183"/>
                  <a:pt x="83163" y="152"/>
                  <a:pt x="83163" y="91"/>
                </a:cubicBezTo>
                <a:lnTo>
                  <a:pt x="83133" y="61"/>
                </a:lnTo>
                <a:cubicBezTo>
                  <a:pt x="83133" y="39"/>
                  <a:pt x="83129" y="29"/>
                  <a:pt x="83123" y="29"/>
                </a:cubicBezTo>
                <a:cubicBezTo>
                  <a:pt x="83111" y="29"/>
                  <a:pt x="83092" y="63"/>
                  <a:pt x="83072" y="122"/>
                </a:cubicBezTo>
                <a:lnTo>
                  <a:pt x="83011" y="152"/>
                </a:lnTo>
                <a:cubicBezTo>
                  <a:pt x="82951" y="243"/>
                  <a:pt x="82829" y="183"/>
                  <a:pt x="82768" y="243"/>
                </a:cubicBezTo>
                <a:lnTo>
                  <a:pt x="82647" y="304"/>
                </a:lnTo>
                <a:cubicBezTo>
                  <a:pt x="82495" y="243"/>
                  <a:pt x="82343" y="213"/>
                  <a:pt x="82191" y="213"/>
                </a:cubicBezTo>
                <a:cubicBezTo>
                  <a:pt x="82069" y="274"/>
                  <a:pt x="81948" y="304"/>
                  <a:pt x="81826" y="304"/>
                </a:cubicBezTo>
                <a:lnTo>
                  <a:pt x="81400" y="304"/>
                </a:lnTo>
                <a:lnTo>
                  <a:pt x="81096" y="335"/>
                </a:lnTo>
                <a:lnTo>
                  <a:pt x="81036" y="335"/>
                </a:lnTo>
                <a:lnTo>
                  <a:pt x="80489" y="456"/>
                </a:lnTo>
                <a:cubicBezTo>
                  <a:pt x="80468" y="466"/>
                  <a:pt x="80445" y="470"/>
                  <a:pt x="80420" y="470"/>
                </a:cubicBezTo>
                <a:cubicBezTo>
                  <a:pt x="80370" y="470"/>
                  <a:pt x="80316" y="456"/>
                  <a:pt x="80276" y="456"/>
                </a:cubicBezTo>
                <a:lnTo>
                  <a:pt x="80124" y="456"/>
                </a:lnTo>
                <a:cubicBezTo>
                  <a:pt x="80017" y="426"/>
                  <a:pt x="79911" y="411"/>
                  <a:pt x="79808" y="411"/>
                </a:cubicBezTo>
                <a:cubicBezTo>
                  <a:pt x="79706" y="411"/>
                  <a:pt x="79607" y="426"/>
                  <a:pt x="79516" y="456"/>
                </a:cubicBezTo>
                <a:lnTo>
                  <a:pt x="79333" y="395"/>
                </a:lnTo>
                <a:cubicBezTo>
                  <a:pt x="79303" y="390"/>
                  <a:pt x="79272" y="389"/>
                  <a:pt x="79240" y="389"/>
                </a:cubicBezTo>
                <a:cubicBezTo>
                  <a:pt x="79176" y="389"/>
                  <a:pt x="79111" y="395"/>
                  <a:pt x="79045" y="395"/>
                </a:cubicBezTo>
                <a:cubicBezTo>
                  <a:pt x="78946" y="395"/>
                  <a:pt x="78847" y="380"/>
                  <a:pt x="78756" y="304"/>
                </a:cubicBezTo>
                <a:lnTo>
                  <a:pt x="78726" y="304"/>
                </a:lnTo>
                <a:cubicBezTo>
                  <a:pt x="78634" y="304"/>
                  <a:pt x="78482" y="365"/>
                  <a:pt x="78361" y="395"/>
                </a:cubicBezTo>
                <a:lnTo>
                  <a:pt x="78239" y="395"/>
                </a:lnTo>
                <a:lnTo>
                  <a:pt x="78057" y="365"/>
                </a:lnTo>
                <a:cubicBezTo>
                  <a:pt x="78016" y="405"/>
                  <a:pt x="77952" y="419"/>
                  <a:pt x="77880" y="419"/>
                </a:cubicBezTo>
                <a:cubicBezTo>
                  <a:pt x="77736" y="419"/>
                  <a:pt x="77560" y="365"/>
                  <a:pt x="77479" y="365"/>
                </a:cubicBezTo>
                <a:cubicBezTo>
                  <a:pt x="77327" y="395"/>
                  <a:pt x="77175" y="426"/>
                  <a:pt x="77023" y="487"/>
                </a:cubicBezTo>
                <a:lnTo>
                  <a:pt x="76932" y="487"/>
                </a:lnTo>
                <a:cubicBezTo>
                  <a:pt x="76841" y="487"/>
                  <a:pt x="76750" y="426"/>
                  <a:pt x="76659" y="426"/>
                </a:cubicBezTo>
                <a:cubicBezTo>
                  <a:pt x="76537" y="426"/>
                  <a:pt x="76446" y="456"/>
                  <a:pt x="76355" y="487"/>
                </a:cubicBezTo>
                <a:lnTo>
                  <a:pt x="76112" y="547"/>
                </a:lnTo>
                <a:lnTo>
                  <a:pt x="75504" y="578"/>
                </a:lnTo>
                <a:cubicBezTo>
                  <a:pt x="75443" y="529"/>
                  <a:pt x="75377" y="514"/>
                  <a:pt x="75309" y="514"/>
                </a:cubicBezTo>
                <a:cubicBezTo>
                  <a:pt x="75206" y="514"/>
                  <a:pt x="75096" y="547"/>
                  <a:pt x="74987" y="547"/>
                </a:cubicBezTo>
                <a:lnTo>
                  <a:pt x="74805" y="547"/>
                </a:lnTo>
                <a:cubicBezTo>
                  <a:pt x="74778" y="553"/>
                  <a:pt x="74753" y="555"/>
                  <a:pt x="74729" y="555"/>
                </a:cubicBezTo>
                <a:cubicBezTo>
                  <a:pt x="74612" y="555"/>
                  <a:pt x="74515" y="496"/>
                  <a:pt x="74440" y="395"/>
                </a:cubicBezTo>
                <a:cubicBezTo>
                  <a:pt x="74438" y="391"/>
                  <a:pt x="74434" y="389"/>
                  <a:pt x="74428" y="389"/>
                </a:cubicBezTo>
                <a:cubicBezTo>
                  <a:pt x="74355" y="389"/>
                  <a:pt x="74001" y="738"/>
                  <a:pt x="73832" y="851"/>
                </a:cubicBezTo>
                <a:cubicBezTo>
                  <a:pt x="73753" y="910"/>
                  <a:pt x="73649" y="944"/>
                  <a:pt x="73545" y="944"/>
                </a:cubicBezTo>
                <a:cubicBezTo>
                  <a:pt x="73487" y="944"/>
                  <a:pt x="73430" y="934"/>
                  <a:pt x="73376" y="912"/>
                </a:cubicBezTo>
                <a:cubicBezTo>
                  <a:pt x="73346" y="882"/>
                  <a:pt x="73376" y="851"/>
                  <a:pt x="73467" y="851"/>
                </a:cubicBezTo>
                <a:lnTo>
                  <a:pt x="73498" y="821"/>
                </a:lnTo>
                <a:cubicBezTo>
                  <a:pt x="73498" y="790"/>
                  <a:pt x="73528" y="760"/>
                  <a:pt x="73528" y="730"/>
                </a:cubicBezTo>
                <a:cubicBezTo>
                  <a:pt x="73528" y="699"/>
                  <a:pt x="73437" y="669"/>
                  <a:pt x="73437" y="669"/>
                </a:cubicBezTo>
                <a:lnTo>
                  <a:pt x="73315" y="760"/>
                </a:lnTo>
                <a:cubicBezTo>
                  <a:pt x="73102" y="730"/>
                  <a:pt x="72890" y="699"/>
                  <a:pt x="72707" y="699"/>
                </a:cubicBezTo>
                <a:lnTo>
                  <a:pt x="72555" y="669"/>
                </a:lnTo>
                <a:cubicBezTo>
                  <a:pt x="72475" y="637"/>
                  <a:pt x="72412" y="596"/>
                  <a:pt x="72366" y="596"/>
                </a:cubicBezTo>
                <a:cubicBezTo>
                  <a:pt x="72324" y="596"/>
                  <a:pt x="72296" y="629"/>
                  <a:pt x="72282" y="730"/>
                </a:cubicBezTo>
                <a:lnTo>
                  <a:pt x="72130" y="730"/>
                </a:lnTo>
                <a:cubicBezTo>
                  <a:pt x="72106" y="698"/>
                  <a:pt x="72082" y="687"/>
                  <a:pt x="72059" y="687"/>
                </a:cubicBezTo>
                <a:cubicBezTo>
                  <a:pt x="72006" y="687"/>
                  <a:pt x="71957" y="742"/>
                  <a:pt x="71916" y="742"/>
                </a:cubicBezTo>
                <a:cubicBezTo>
                  <a:pt x="71906" y="742"/>
                  <a:pt x="71896" y="739"/>
                  <a:pt x="71887" y="730"/>
                </a:cubicBezTo>
                <a:cubicBezTo>
                  <a:pt x="71852" y="695"/>
                  <a:pt x="71820" y="683"/>
                  <a:pt x="71790" y="683"/>
                </a:cubicBezTo>
                <a:cubicBezTo>
                  <a:pt x="71715" y="683"/>
                  <a:pt x="71656" y="760"/>
                  <a:pt x="71613" y="760"/>
                </a:cubicBezTo>
                <a:cubicBezTo>
                  <a:pt x="71595" y="766"/>
                  <a:pt x="71577" y="769"/>
                  <a:pt x="71559" y="769"/>
                </a:cubicBezTo>
                <a:cubicBezTo>
                  <a:pt x="71487" y="769"/>
                  <a:pt x="71418" y="730"/>
                  <a:pt x="71370" y="730"/>
                </a:cubicBezTo>
                <a:lnTo>
                  <a:pt x="71279" y="730"/>
                </a:lnTo>
                <a:cubicBezTo>
                  <a:pt x="71232" y="753"/>
                  <a:pt x="71190" y="763"/>
                  <a:pt x="71154" y="763"/>
                </a:cubicBezTo>
                <a:cubicBezTo>
                  <a:pt x="71096" y="763"/>
                  <a:pt x="71054" y="737"/>
                  <a:pt x="71035" y="699"/>
                </a:cubicBezTo>
                <a:lnTo>
                  <a:pt x="71005" y="669"/>
                </a:lnTo>
                <a:cubicBezTo>
                  <a:pt x="70950" y="669"/>
                  <a:pt x="70844" y="794"/>
                  <a:pt x="70780" y="794"/>
                </a:cubicBezTo>
                <a:cubicBezTo>
                  <a:pt x="70773" y="794"/>
                  <a:pt x="70767" y="793"/>
                  <a:pt x="70762" y="790"/>
                </a:cubicBezTo>
                <a:cubicBezTo>
                  <a:pt x="70610" y="760"/>
                  <a:pt x="70488" y="730"/>
                  <a:pt x="70336" y="730"/>
                </a:cubicBezTo>
                <a:lnTo>
                  <a:pt x="70245" y="821"/>
                </a:lnTo>
                <a:cubicBezTo>
                  <a:pt x="70180" y="886"/>
                  <a:pt x="70097" y="916"/>
                  <a:pt x="70016" y="916"/>
                </a:cubicBezTo>
                <a:cubicBezTo>
                  <a:pt x="69946" y="916"/>
                  <a:pt x="69876" y="894"/>
                  <a:pt x="69820" y="851"/>
                </a:cubicBezTo>
                <a:lnTo>
                  <a:pt x="69485" y="699"/>
                </a:lnTo>
                <a:lnTo>
                  <a:pt x="69212" y="790"/>
                </a:lnTo>
                <a:lnTo>
                  <a:pt x="69151" y="882"/>
                </a:lnTo>
                <a:cubicBezTo>
                  <a:pt x="69060" y="790"/>
                  <a:pt x="68969" y="730"/>
                  <a:pt x="68908" y="639"/>
                </a:cubicBezTo>
                <a:cubicBezTo>
                  <a:pt x="68904" y="635"/>
                  <a:pt x="68899" y="633"/>
                  <a:pt x="68894" y="633"/>
                </a:cubicBezTo>
                <a:cubicBezTo>
                  <a:pt x="68861" y="633"/>
                  <a:pt x="68809" y="715"/>
                  <a:pt x="68756" y="821"/>
                </a:cubicBezTo>
                <a:lnTo>
                  <a:pt x="68634" y="760"/>
                </a:lnTo>
                <a:lnTo>
                  <a:pt x="68452" y="669"/>
                </a:lnTo>
                <a:cubicBezTo>
                  <a:pt x="68269" y="699"/>
                  <a:pt x="68087" y="699"/>
                  <a:pt x="68026" y="699"/>
                </a:cubicBezTo>
                <a:lnTo>
                  <a:pt x="67996" y="699"/>
                </a:lnTo>
                <a:cubicBezTo>
                  <a:pt x="67892" y="820"/>
                  <a:pt x="67779" y="853"/>
                  <a:pt x="67655" y="853"/>
                </a:cubicBezTo>
                <a:cubicBezTo>
                  <a:pt x="67562" y="853"/>
                  <a:pt x="67463" y="834"/>
                  <a:pt x="67358" y="821"/>
                </a:cubicBezTo>
                <a:cubicBezTo>
                  <a:pt x="67266" y="790"/>
                  <a:pt x="67114" y="790"/>
                  <a:pt x="67023" y="760"/>
                </a:cubicBezTo>
                <a:lnTo>
                  <a:pt x="66810" y="699"/>
                </a:lnTo>
                <a:cubicBezTo>
                  <a:pt x="66810" y="780"/>
                  <a:pt x="66770" y="821"/>
                  <a:pt x="66707" y="821"/>
                </a:cubicBezTo>
                <a:cubicBezTo>
                  <a:pt x="66675" y="821"/>
                  <a:pt x="66638" y="811"/>
                  <a:pt x="66598" y="790"/>
                </a:cubicBezTo>
                <a:lnTo>
                  <a:pt x="66476" y="760"/>
                </a:lnTo>
                <a:cubicBezTo>
                  <a:pt x="66415" y="760"/>
                  <a:pt x="66341" y="814"/>
                  <a:pt x="66262" y="814"/>
                </a:cubicBezTo>
                <a:cubicBezTo>
                  <a:pt x="66223" y="814"/>
                  <a:pt x="66182" y="801"/>
                  <a:pt x="66142" y="760"/>
                </a:cubicBezTo>
                <a:cubicBezTo>
                  <a:pt x="66020" y="821"/>
                  <a:pt x="65868" y="882"/>
                  <a:pt x="65747" y="912"/>
                </a:cubicBezTo>
                <a:cubicBezTo>
                  <a:pt x="65534" y="851"/>
                  <a:pt x="65351" y="821"/>
                  <a:pt x="65139" y="790"/>
                </a:cubicBezTo>
                <a:cubicBezTo>
                  <a:pt x="65086" y="808"/>
                  <a:pt x="64973" y="826"/>
                  <a:pt x="64880" y="826"/>
                </a:cubicBezTo>
                <a:cubicBezTo>
                  <a:pt x="64813" y="826"/>
                  <a:pt x="64756" y="816"/>
                  <a:pt x="64744" y="790"/>
                </a:cubicBezTo>
                <a:cubicBezTo>
                  <a:pt x="64728" y="775"/>
                  <a:pt x="64709" y="770"/>
                  <a:pt x="64688" y="770"/>
                </a:cubicBezTo>
                <a:cubicBezTo>
                  <a:pt x="64624" y="770"/>
                  <a:pt x="64538" y="821"/>
                  <a:pt x="64470" y="821"/>
                </a:cubicBezTo>
                <a:cubicBezTo>
                  <a:pt x="64348" y="821"/>
                  <a:pt x="64227" y="790"/>
                  <a:pt x="64105" y="730"/>
                </a:cubicBezTo>
                <a:lnTo>
                  <a:pt x="64014" y="790"/>
                </a:lnTo>
                <a:lnTo>
                  <a:pt x="63923" y="882"/>
                </a:lnTo>
                <a:cubicBezTo>
                  <a:pt x="63910" y="875"/>
                  <a:pt x="63890" y="873"/>
                  <a:pt x="63867" y="873"/>
                </a:cubicBezTo>
                <a:cubicBezTo>
                  <a:pt x="63802" y="873"/>
                  <a:pt x="63709" y="890"/>
                  <a:pt x="63645" y="890"/>
                </a:cubicBezTo>
                <a:cubicBezTo>
                  <a:pt x="63621" y="890"/>
                  <a:pt x="63601" y="888"/>
                  <a:pt x="63589" y="882"/>
                </a:cubicBezTo>
                <a:cubicBezTo>
                  <a:pt x="63561" y="826"/>
                  <a:pt x="63331" y="695"/>
                  <a:pt x="63222" y="695"/>
                </a:cubicBezTo>
                <a:cubicBezTo>
                  <a:pt x="63211" y="695"/>
                  <a:pt x="63202" y="697"/>
                  <a:pt x="63193" y="699"/>
                </a:cubicBezTo>
                <a:cubicBezTo>
                  <a:pt x="63011" y="760"/>
                  <a:pt x="62859" y="790"/>
                  <a:pt x="62677" y="821"/>
                </a:cubicBezTo>
                <a:cubicBezTo>
                  <a:pt x="62555" y="790"/>
                  <a:pt x="62464" y="730"/>
                  <a:pt x="62403" y="639"/>
                </a:cubicBezTo>
                <a:lnTo>
                  <a:pt x="62312" y="578"/>
                </a:lnTo>
                <a:lnTo>
                  <a:pt x="62281" y="547"/>
                </a:lnTo>
                <a:cubicBezTo>
                  <a:pt x="62190" y="547"/>
                  <a:pt x="62160" y="639"/>
                  <a:pt x="62160" y="699"/>
                </a:cubicBezTo>
                <a:cubicBezTo>
                  <a:pt x="62190" y="730"/>
                  <a:pt x="62130" y="790"/>
                  <a:pt x="62038" y="851"/>
                </a:cubicBezTo>
                <a:lnTo>
                  <a:pt x="61917" y="882"/>
                </a:lnTo>
                <a:cubicBezTo>
                  <a:pt x="61826" y="882"/>
                  <a:pt x="61734" y="821"/>
                  <a:pt x="61643" y="790"/>
                </a:cubicBezTo>
                <a:cubicBezTo>
                  <a:pt x="61598" y="775"/>
                  <a:pt x="61544" y="768"/>
                  <a:pt x="61487" y="768"/>
                </a:cubicBezTo>
                <a:cubicBezTo>
                  <a:pt x="61430" y="768"/>
                  <a:pt x="61370" y="775"/>
                  <a:pt x="61309" y="790"/>
                </a:cubicBezTo>
                <a:cubicBezTo>
                  <a:pt x="61235" y="852"/>
                  <a:pt x="61166" y="874"/>
                  <a:pt x="61100" y="874"/>
                </a:cubicBezTo>
                <a:cubicBezTo>
                  <a:pt x="61003" y="874"/>
                  <a:pt x="60913" y="827"/>
                  <a:pt x="60823" y="790"/>
                </a:cubicBezTo>
                <a:cubicBezTo>
                  <a:pt x="60755" y="771"/>
                  <a:pt x="60685" y="761"/>
                  <a:pt x="60614" y="761"/>
                </a:cubicBezTo>
                <a:cubicBezTo>
                  <a:pt x="60462" y="761"/>
                  <a:pt x="60309" y="808"/>
                  <a:pt x="60184" y="912"/>
                </a:cubicBezTo>
                <a:lnTo>
                  <a:pt x="60154" y="942"/>
                </a:lnTo>
                <a:cubicBezTo>
                  <a:pt x="60129" y="951"/>
                  <a:pt x="60105" y="954"/>
                  <a:pt x="60080" y="954"/>
                </a:cubicBezTo>
                <a:cubicBezTo>
                  <a:pt x="60014" y="954"/>
                  <a:pt x="59947" y="926"/>
                  <a:pt x="59880" y="882"/>
                </a:cubicBezTo>
                <a:lnTo>
                  <a:pt x="59850" y="821"/>
                </a:lnTo>
                <a:cubicBezTo>
                  <a:pt x="59814" y="785"/>
                  <a:pt x="59774" y="773"/>
                  <a:pt x="59734" y="773"/>
                </a:cubicBezTo>
                <a:cubicBezTo>
                  <a:pt x="59673" y="773"/>
                  <a:pt x="59613" y="802"/>
                  <a:pt x="59576" y="821"/>
                </a:cubicBezTo>
                <a:cubicBezTo>
                  <a:pt x="59546" y="836"/>
                  <a:pt x="59508" y="836"/>
                  <a:pt x="59474" y="836"/>
                </a:cubicBezTo>
                <a:cubicBezTo>
                  <a:pt x="59440" y="836"/>
                  <a:pt x="59409" y="836"/>
                  <a:pt x="59394" y="851"/>
                </a:cubicBezTo>
                <a:cubicBezTo>
                  <a:pt x="59339" y="895"/>
                  <a:pt x="59296" y="911"/>
                  <a:pt x="59260" y="911"/>
                </a:cubicBezTo>
                <a:cubicBezTo>
                  <a:pt x="59194" y="911"/>
                  <a:pt x="59148" y="860"/>
                  <a:pt x="59090" y="821"/>
                </a:cubicBezTo>
                <a:cubicBezTo>
                  <a:pt x="59029" y="790"/>
                  <a:pt x="58968" y="760"/>
                  <a:pt x="58938" y="730"/>
                </a:cubicBezTo>
                <a:cubicBezTo>
                  <a:pt x="58908" y="730"/>
                  <a:pt x="58847" y="760"/>
                  <a:pt x="58847" y="760"/>
                </a:cubicBezTo>
                <a:lnTo>
                  <a:pt x="58847" y="821"/>
                </a:lnTo>
                <a:cubicBezTo>
                  <a:pt x="58877" y="882"/>
                  <a:pt x="58847" y="882"/>
                  <a:pt x="58786" y="882"/>
                </a:cubicBezTo>
                <a:lnTo>
                  <a:pt x="58725" y="851"/>
                </a:lnTo>
                <a:cubicBezTo>
                  <a:pt x="58543" y="821"/>
                  <a:pt x="58360" y="821"/>
                  <a:pt x="58208" y="821"/>
                </a:cubicBezTo>
                <a:lnTo>
                  <a:pt x="58056" y="821"/>
                </a:lnTo>
                <a:cubicBezTo>
                  <a:pt x="57905" y="790"/>
                  <a:pt x="57753" y="760"/>
                  <a:pt x="57601" y="760"/>
                </a:cubicBezTo>
                <a:cubicBezTo>
                  <a:pt x="57601" y="841"/>
                  <a:pt x="57574" y="895"/>
                  <a:pt x="57510" y="895"/>
                </a:cubicBezTo>
                <a:cubicBezTo>
                  <a:pt x="57479" y="895"/>
                  <a:pt x="57438" y="882"/>
                  <a:pt x="57388" y="851"/>
                </a:cubicBezTo>
                <a:lnTo>
                  <a:pt x="57297" y="821"/>
                </a:lnTo>
                <a:cubicBezTo>
                  <a:pt x="57175" y="821"/>
                  <a:pt x="56780" y="851"/>
                  <a:pt x="56446" y="882"/>
                </a:cubicBezTo>
                <a:lnTo>
                  <a:pt x="56172" y="882"/>
                </a:lnTo>
                <a:cubicBezTo>
                  <a:pt x="56081" y="882"/>
                  <a:pt x="55898" y="821"/>
                  <a:pt x="55898" y="821"/>
                </a:cubicBezTo>
                <a:cubicBezTo>
                  <a:pt x="55845" y="874"/>
                  <a:pt x="55796" y="894"/>
                  <a:pt x="55751" y="894"/>
                </a:cubicBezTo>
                <a:cubicBezTo>
                  <a:pt x="55642" y="894"/>
                  <a:pt x="55550" y="782"/>
                  <a:pt x="55442" y="760"/>
                </a:cubicBezTo>
                <a:cubicBezTo>
                  <a:pt x="55415" y="760"/>
                  <a:pt x="55412" y="634"/>
                  <a:pt x="55344" y="634"/>
                </a:cubicBezTo>
                <a:cubicBezTo>
                  <a:pt x="55337" y="634"/>
                  <a:pt x="55329" y="636"/>
                  <a:pt x="55321" y="639"/>
                </a:cubicBezTo>
                <a:cubicBezTo>
                  <a:pt x="55108" y="699"/>
                  <a:pt x="55351" y="760"/>
                  <a:pt x="55321" y="760"/>
                </a:cubicBezTo>
                <a:lnTo>
                  <a:pt x="55169" y="851"/>
                </a:lnTo>
                <a:cubicBezTo>
                  <a:pt x="55053" y="909"/>
                  <a:pt x="54938" y="930"/>
                  <a:pt x="54869" y="930"/>
                </a:cubicBezTo>
                <a:cubicBezTo>
                  <a:pt x="54829" y="930"/>
                  <a:pt x="54804" y="923"/>
                  <a:pt x="54804" y="912"/>
                </a:cubicBezTo>
                <a:lnTo>
                  <a:pt x="54804" y="851"/>
                </a:lnTo>
                <a:lnTo>
                  <a:pt x="54804" y="821"/>
                </a:lnTo>
                <a:cubicBezTo>
                  <a:pt x="54804" y="798"/>
                  <a:pt x="54791" y="788"/>
                  <a:pt x="54768" y="788"/>
                </a:cubicBezTo>
                <a:cubicBezTo>
                  <a:pt x="54730" y="788"/>
                  <a:pt x="54667" y="814"/>
                  <a:pt x="54591" y="851"/>
                </a:cubicBezTo>
                <a:lnTo>
                  <a:pt x="54379" y="821"/>
                </a:lnTo>
                <a:cubicBezTo>
                  <a:pt x="54333" y="806"/>
                  <a:pt x="54295" y="798"/>
                  <a:pt x="54261" y="798"/>
                </a:cubicBezTo>
                <a:cubicBezTo>
                  <a:pt x="54227" y="798"/>
                  <a:pt x="54196" y="806"/>
                  <a:pt x="54166" y="821"/>
                </a:cubicBezTo>
                <a:lnTo>
                  <a:pt x="54044" y="821"/>
                </a:lnTo>
                <a:cubicBezTo>
                  <a:pt x="53862" y="821"/>
                  <a:pt x="53710" y="790"/>
                  <a:pt x="53558" y="730"/>
                </a:cubicBezTo>
                <a:lnTo>
                  <a:pt x="53436" y="790"/>
                </a:lnTo>
                <a:lnTo>
                  <a:pt x="53406" y="790"/>
                </a:lnTo>
                <a:cubicBezTo>
                  <a:pt x="53376" y="790"/>
                  <a:pt x="53132" y="973"/>
                  <a:pt x="53011" y="973"/>
                </a:cubicBezTo>
                <a:cubicBezTo>
                  <a:pt x="53004" y="975"/>
                  <a:pt x="52997" y="976"/>
                  <a:pt x="52989" y="976"/>
                </a:cubicBezTo>
                <a:cubicBezTo>
                  <a:pt x="52893" y="976"/>
                  <a:pt x="52735" y="814"/>
                  <a:pt x="52707" y="730"/>
                </a:cubicBezTo>
                <a:cubicBezTo>
                  <a:pt x="52697" y="709"/>
                  <a:pt x="52666" y="699"/>
                  <a:pt x="52621" y="699"/>
                </a:cubicBezTo>
                <a:cubicBezTo>
                  <a:pt x="52531" y="699"/>
                  <a:pt x="52383" y="740"/>
                  <a:pt x="52221" y="821"/>
                </a:cubicBezTo>
                <a:lnTo>
                  <a:pt x="52008" y="790"/>
                </a:lnTo>
                <a:cubicBezTo>
                  <a:pt x="51917" y="760"/>
                  <a:pt x="51825" y="730"/>
                  <a:pt x="51734" y="730"/>
                </a:cubicBezTo>
                <a:cubicBezTo>
                  <a:pt x="51673" y="730"/>
                  <a:pt x="51613" y="851"/>
                  <a:pt x="51552" y="851"/>
                </a:cubicBezTo>
                <a:lnTo>
                  <a:pt x="51369" y="851"/>
                </a:lnTo>
                <a:cubicBezTo>
                  <a:pt x="51319" y="901"/>
                  <a:pt x="51260" y="924"/>
                  <a:pt x="51196" y="924"/>
                </a:cubicBezTo>
                <a:cubicBezTo>
                  <a:pt x="51144" y="924"/>
                  <a:pt x="51090" y="909"/>
                  <a:pt x="51035" y="882"/>
                </a:cubicBezTo>
                <a:cubicBezTo>
                  <a:pt x="50944" y="821"/>
                  <a:pt x="50853" y="760"/>
                  <a:pt x="50731" y="760"/>
                </a:cubicBezTo>
                <a:lnTo>
                  <a:pt x="50458" y="760"/>
                </a:lnTo>
                <a:cubicBezTo>
                  <a:pt x="50366" y="760"/>
                  <a:pt x="50275" y="821"/>
                  <a:pt x="50184" y="851"/>
                </a:cubicBezTo>
                <a:lnTo>
                  <a:pt x="50032" y="942"/>
                </a:lnTo>
                <a:cubicBezTo>
                  <a:pt x="49951" y="861"/>
                  <a:pt x="49870" y="821"/>
                  <a:pt x="49825" y="821"/>
                </a:cubicBezTo>
                <a:cubicBezTo>
                  <a:pt x="49802" y="821"/>
                  <a:pt x="49789" y="831"/>
                  <a:pt x="49789" y="851"/>
                </a:cubicBezTo>
                <a:cubicBezTo>
                  <a:pt x="49785" y="856"/>
                  <a:pt x="49776" y="857"/>
                  <a:pt x="49766" y="857"/>
                </a:cubicBezTo>
                <a:cubicBezTo>
                  <a:pt x="49700" y="857"/>
                  <a:pt x="49533" y="790"/>
                  <a:pt x="49455" y="790"/>
                </a:cubicBezTo>
                <a:lnTo>
                  <a:pt x="49151" y="760"/>
                </a:lnTo>
                <a:lnTo>
                  <a:pt x="49151" y="730"/>
                </a:lnTo>
                <a:lnTo>
                  <a:pt x="49090" y="578"/>
                </a:lnTo>
                <a:cubicBezTo>
                  <a:pt x="48968" y="608"/>
                  <a:pt x="48877" y="669"/>
                  <a:pt x="48816" y="730"/>
                </a:cubicBezTo>
                <a:lnTo>
                  <a:pt x="48786" y="760"/>
                </a:lnTo>
                <a:cubicBezTo>
                  <a:pt x="48695" y="790"/>
                  <a:pt x="48603" y="821"/>
                  <a:pt x="48512" y="851"/>
                </a:cubicBezTo>
                <a:lnTo>
                  <a:pt x="48391" y="790"/>
                </a:lnTo>
                <a:lnTo>
                  <a:pt x="48269" y="760"/>
                </a:lnTo>
                <a:cubicBezTo>
                  <a:pt x="48247" y="766"/>
                  <a:pt x="48225" y="768"/>
                  <a:pt x="48205" y="768"/>
                </a:cubicBezTo>
                <a:cubicBezTo>
                  <a:pt x="48114" y="768"/>
                  <a:pt x="48040" y="719"/>
                  <a:pt x="47965" y="669"/>
                </a:cubicBezTo>
                <a:lnTo>
                  <a:pt x="47965" y="669"/>
                </a:lnTo>
                <a:cubicBezTo>
                  <a:pt x="47965" y="760"/>
                  <a:pt x="47965" y="821"/>
                  <a:pt x="47996" y="882"/>
                </a:cubicBezTo>
                <a:lnTo>
                  <a:pt x="47692" y="882"/>
                </a:lnTo>
                <a:cubicBezTo>
                  <a:pt x="47681" y="851"/>
                  <a:pt x="47661" y="838"/>
                  <a:pt x="47635" y="838"/>
                </a:cubicBezTo>
                <a:cubicBezTo>
                  <a:pt x="47583" y="838"/>
                  <a:pt x="47509" y="892"/>
                  <a:pt x="47448" y="973"/>
                </a:cubicBezTo>
                <a:lnTo>
                  <a:pt x="47266" y="882"/>
                </a:lnTo>
                <a:lnTo>
                  <a:pt x="47114" y="790"/>
                </a:lnTo>
                <a:cubicBezTo>
                  <a:pt x="46962" y="821"/>
                  <a:pt x="46810" y="821"/>
                  <a:pt x="46658" y="821"/>
                </a:cubicBezTo>
                <a:lnTo>
                  <a:pt x="46202" y="821"/>
                </a:lnTo>
                <a:cubicBezTo>
                  <a:pt x="46104" y="845"/>
                  <a:pt x="45966" y="890"/>
                  <a:pt x="45884" y="890"/>
                </a:cubicBezTo>
                <a:cubicBezTo>
                  <a:pt x="45865" y="890"/>
                  <a:pt x="45849" y="887"/>
                  <a:pt x="45837" y="882"/>
                </a:cubicBezTo>
                <a:cubicBezTo>
                  <a:pt x="45781" y="844"/>
                  <a:pt x="45736" y="830"/>
                  <a:pt x="45699" y="830"/>
                </a:cubicBezTo>
                <a:cubicBezTo>
                  <a:pt x="45617" y="830"/>
                  <a:pt x="45575" y="901"/>
                  <a:pt x="45533" y="942"/>
                </a:cubicBezTo>
                <a:lnTo>
                  <a:pt x="45412" y="1034"/>
                </a:lnTo>
                <a:cubicBezTo>
                  <a:pt x="45381" y="1125"/>
                  <a:pt x="45351" y="1216"/>
                  <a:pt x="45290" y="1307"/>
                </a:cubicBezTo>
                <a:cubicBezTo>
                  <a:pt x="45260" y="1307"/>
                  <a:pt x="45199" y="1277"/>
                  <a:pt x="45169" y="1246"/>
                </a:cubicBezTo>
                <a:lnTo>
                  <a:pt x="45169" y="1186"/>
                </a:lnTo>
                <a:lnTo>
                  <a:pt x="45169" y="1155"/>
                </a:lnTo>
                <a:cubicBezTo>
                  <a:pt x="45199" y="1125"/>
                  <a:pt x="44956" y="1003"/>
                  <a:pt x="45017" y="942"/>
                </a:cubicBezTo>
                <a:cubicBezTo>
                  <a:pt x="45038" y="921"/>
                  <a:pt x="45037" y="911"/>
                  <a:pt x="45015" y="911"/>
                </a:cubicBezTo>
                <a:cubicBezTo>
                  <a:pt x="44976" y="911"/>
                  <a:pt x="44870" y="944"/>
                  <a:pt x="44713" y="1003"/>
                </a:cubicBezTo>
                <a:lnTo>
                  <a:pt x="44591" y="973"/>
                </a:lnTo>
                <a:cubicBezTo>
                  <a:pt x="44435" y="928"/>
                  <a:pt x="44280" y="900"/>
                  <a:pt x="44124" y="900"/>
                </a:cubicBezTo>
                <a:cubicBezTo>
                  <a:pt x="44067" y="900"/>
                  <a:pt x="44010" y="904"/>
                  <a:pt x="43953" y="912"/>
                </a:cubicBezTo>
                <a:lnTo>
                  <a:pt x="43679" y="912"/>
                </a:lnTo>
                <a:cubicBezTo>
                  <a:pt x="43406" y="942"/>
                  <a:pt x="43041" y="1003"/>
                  <a:pt x="42889" y="1003"/>
                </a:cubicBezTo>
                <a:lnTo>
                  <a:pt x="42798" y="942"/>
                </a:lnTo>
                <a:cubicBezTo>
                  <a:pt x="42751" y="916"/>
                  <a:pt x="42713" y="905"/>
                  <a:pt x="42682" y="905"/>
                </a:cubicBezTo>
                <a:cubicBezTo>
                  <a:pt x="42567" y="905"/>
                  <a:pt x="42528" y="1040"/>
                  <a:pt x="42433" y="1064"/>
                </a:cubicBezTo>
                <a:cubicBezTo>
                  <a:pt x="42403" y="1064"/>
                  <a:pt x="42372" y="1003"/>
                  <a:pt x="42312" y="1003"/>
                </a:cubicBezTo>
                <a:cubicBezTo>
                  <a:pt x="42181" y="977"/>
                  <a:pt x="41983" y="906"/>
                  <a:pt x="41872" y="906"/>
                </a:cubicBezTo>
                <a:cubicBezTo>
                  <a:pt x="41854" y="906"/>
                  <a:pt x="41838" y="908"/>
                  <a:pt x="41825" y="912"/>
                </a:cubicBezTo>
                <a:cubicBezTo>
                  <a:pt x="41769" y="950"/>
                  <a:pt x="41730" y="964"/>
                  <a:pt x="41700" y="964"/>
                </a:cubicBezTo>
                <a:cubicBezTo>
                  <a:pt x="41634" y="964"/>
                  <a:pt x="41615" y="893"/>
                  <a:pt x="41552" y="851"/>
                </a:cubicBezTo>
                <a:lnTo>
                  <a:pt x="41521" y="851"/>
                </a:lnTo>
                <a:cubicBezTo>
                  <a:pt x="41491" y="851"/>
                  <a:pt x="41400" y="912"/>
                  <a:pt x="41369" y="942"/>
                </a:cubicBezTo>
                <a:cubicBezTo>
                  <a:pt x="41231" y="930"/>
                  <a:pt x="41092" y="922"/>
                  <a:pt x="40956" y="922"/>
                </a:cubicBezTo>
                <a:cubicBezTo>
                  <a:pt x="40763" y="922"/>
                  <a:pt x="40575" y="937"/>
                  <a:pt x="40397" y="973"/>
                </a:cubicBezTo>
                <a:cubicBezTo>
                  <a:pt x="40305" y="1003"/>
                  <a:pt x="40207" y="1018"/>
                  <a:pt x="40108" y="1018"/>
                </a:cubicBezTo>
                <a:cubicBezTo>
                  <a:pt x="40009" y="1018"/>
                  <a:pt x="39910" y="1003"/>
                  <a:pt x="39819" y="973"/>
                </a:cubicBezTo>
                <a:cubicBezTo>
                  <a:pt x="39810" y="964"/>
                  <a:pt x="39791" y="960"/>
                  <a:pt x="39767" y="960"/>
                </a:cubicBezTo>
                <a:cubicBezTo>
                  <a:pt x="39710" y="960"/>
                  <a:pt x="39628" y="982"/>
                  <a:pt x="39606" y="1003"/>
                </a:cubicBezTo>
                <a:cubicBezTo>
                  <a:pt x="39602" y="1007"/>
                  <a:pt x="39594" y="1009"/>
                  <a:pt x="39584" y="1009"/>
                </a:cubicBezTo>
                <a:cubicBezTo>
                  <a:pt x="39519" y="1009"/>
                  <a:pt x="39350" y="938"/>
                  <a:pt x="39272" y="912"/>
                </a:cubicBezTo>
                <a:cubicBezTo>
                  <a:pt x="39257" y="897"/>
                  <a:pt x="39217" y="891"/>
                  <a:pt x="39163" y="891"/>
                </a:cubicBezTo>
                <a:cubicBezTo>
                  <a:pt x="39002" y="891"/>
                  <a:pt x="38717" y="942"/>
                  <a:pt x="38603" y="942"/>
                </a:cubicBezTo>
                <a:lnTo>
                  <a:pt x="38269" y="942"/>
                </a:lnTo>
                <a:cubicBezTo>
                  <a:pt x="38212" y="977"/>
                  <a:pt x="38168" y="994"/>
                  <a:pt x="38135" y="994"/>
                </a:cubicBezTo>
                <a:cubicBezTo>
                  <a:pt x="38080" y="994"/>
                  <a:pt x="38056" y="946"/>
                  <a:pt x="38056" y="851"/>
                </a:cubicBezTo>
                <a:cubicBezTo>
                  <a:pt x="37904" y="882"/>
                  <a:pt x="37783" y="912"/>
                  <a:pt x="37661" y="973"/>
                </a:cubicBezTo>
                <a:lnTo>
                  <a:pt x="37509" y="973"/>
                </a:lnTo>
                <a:cubicBezTo>
                  <a:pt x="37357" y="973"/>
                  <a:pt x="37235" y="1034"/>
                  <a:pt x="37114" y="1125"/>
                </a:cubicBezTo>
                <a:cubicBezTo>
                  <a:pt x="37083" y="1094"/>
                  <a:pt x="37053" y="1064"/>
                  <a:pt x="37053" y="1034"/>
                </a:cubicBezTo>
                <a:cubicBezTo>
                  <a:pt x="37047" y="1028"/>
                  <a:pt x="37038" y="1025"/>
                  <a:pt x="37027" y="1025"/>
                </a:cubicBezTo>
                <a:cubicBezTo>
                  <a:pt x="36980" y="1025"/>
                  <a:pt x="36895" y="1070"/>
                  <a:pt x="36871" y="1094"/>
                </a:cubicBezTo>
                <a:cubicBezTo>
                  <a:pt x="36795" y="1110"/>
                  <a:pt x="36719" y="1117"/>
                  <a:pt x="36647" y="1117"/>
                </a:cubicBezTo>
                <a:cubicBezTo>
                  <a:pt x="36574" y="1117"/>
                  <a:pt x="36506" y="1110"/>
                  <a:pt x="36445" y="1094"/>
                </a:cubicBezTo>
                <a:cubicBezTo>
                  <a:pt x="36263" y="1003"/>
                  <a:pt x="36080" y="912"/>
                  <a:pt x="35898" y="882"/>
                </a:cubicBezTo>
                <a:cubicBezTo>
                  <a:pt x="35807" y="882"/>
                  <a:pt x="35716" y="912"/>
                  <a:pt x="35655" y="942"/>
                </a:cubicBezTo>
                <a:lnTo>
                  <a:pt x="35472" y="1094"/>
                </a:lnTo>
                <a:cubicBezTo>
                  <a:pt x="35442" y="1125"/>
                  <a:pt x="35412" y="1155"/>
                  <a:pt x="35381" y="1155"/>
                </a:cubicBezTo>
                <a:cubicBezTo>
                  <a:pt x="35303" y="1155"/>
                  <a:pt x="35225" y="1088"/>
                  <a:pt x="35147" y="1088"/>
                </a:cubicBezTo>
                <a:cubicBezTo>
                  <a:pt x="35134" y="1088"/>
                  <a:pt x="35121" y="1090"/>
                  <a:pt x="35108" y="1094"/>
                </a:cubicBezTo>
                <a:lnTo>
                  <a:pt x="35017" y="1125"/>
                </a:lnTo>
                <a:lnTo>
                  <a:pt x="34530" y="1125"/>
                </a:lnTo>
                <a:cubicBezTo>
                  <a:pt x="34469" y="1110"/>
                  <a:pt x="34409" y="1102"/>
                  <a:pt x="34348" y="1102"/>
                </a:cubicBezTo>
                <a:cubicBezTo>
                  <a:pt x="34287" y="1102"/>
                  <a:pt x="34226" y="1110"/>
                  <a:pt x="34165" y="1125"/>
                </a:cubicBezTo>
                <a:lnTo>
                  <a:pt x="34044" y="1094"/>
                </a:lnTo>
                <a:lnTo>
                  <a:pt x="33953" y="1064"/>
                </a:lnTo>
                <a:cubicBezTo>
                  <a:pt x="33770" y="1064"/>
                  <a:pt x="33588" y="1094"/>
                  <a:pt x="33406" y="1125"/>
                </a:cubicBezTo>
                <a:lnTo>
                  <a:pt x="33284" y="1125"/>
                </a:lnTo>
                <a:cubicBezTo>
                  <a:pt x="33260" y="1131"/>
                  <a:pt x="33235" y="1133"/>
                  <a:pt x="33211" y="1133"/>
                </a:cubicBezTo>
                <a:cubicBezTo>
                  <a:pt x="33114" y="1133"/>
                  <a:pt x="33017" y="1094"/>
                  <a:pt x="32919" y="1094"/>
                </a:cubicBezTo>
                <a:cubicBezTo>
                  <a:pt x="32798" y="1094"/>
                  <a:pt x="32676" y="1125"/>
                  <a:pt x="32524" y="1125"/>
                </a:cubicBezTo>
                <a:lnTo>
                  <a:pt x="32311" y="1125"/>
                </a:lnTo>
                <a:cubicBezTo>
                  <a:pt x="32197" y="1163"/>
                  <a:pt x="32088" y="1180"/>
                  <a:pt x="31979" y="1180"/>
                </a:cubicBezTo>
                <a:cubicBezTo>
                  <a:pt x="31829" y="1180"/>
                  <a:pt x="31680" y="1147"/>
                  <a:pt x="31521" y="1094"/>
                </a:cubicBezTo>
                <a:cubicBezTo>
                  <a:pt x="31488" y="1078"/>
                  <a:pt x="31458" y="1071"/>
                  <a:pt x="31430" y="1071"/>
                </a:cubicBezTo>
                <a:cubicBezTo>
                  <a:pt x="31355" y="1071"/>
                  <a:pt x="31300" y="1127"/>
                  <a:pt x="31278" y="1216"/>
                </a:cubicBezTo>
                <a:lnTo>
                  <a:pt x="31156" y="1125"/>
                </a:lnTo>
                <a:cubicBezTo>
                  <a:pt x="31105" y="1099"/>
                  <a:pt x="31064" y="1090"/>
                  <a:pt x="31030" y="1090"/>
                </a:cubicBezTo>
                <a:cubicBezTo>
                  <a:pt x="30983" y="1090"/>
                  <a:pt x="30948" y="1107"/>
                  <a:pt x="30913" y="1125"/>
                </a:cubicBezTo>
                <a:cubicBezTo>
                  <a:pt x="30883" y="1155"/>
                  <a:pt x="30860" y="1170"/>
                  <a:pt x="30833" y="1170"/>
                </a:cubicBezTo>
                <a:cubicBezTo>
                  <a:pt x="30807" y="1170"/>
                  <a:pt x="30776" y="1155"/>
                  <a:pt x="30731" y="1125"/>
                </a:cubicBezTo>
                <a:cubicBezTo>
                  <a:pt x="30704" y="1116"/>
                  <a:pt x="30677" y="1112"/>
                  <a:pt x="30651" y="1112"/>
                </a:cubicBezTo>
                <a:cubicBezTo>
                  <a:pt x="30586" y="1112"/>
                  <a:pt x="30522" y="1134"/>
                  <a:pt x="30457" y="1155"/>
                </a:cubicBezTo>
                <a:lnTo>
                  <a:pt x="30214" y="1307"/>
                </a:lnTo>
                <a:cubicBezTo>
                  <a:pt x="30214" y="1189"/>
                  <a:pt x="30141" y="1145"/>
                  <a:pt x="30080" y="1145"/>
                </a:cubicBezTo>
                <a:cubicBezTo>
                  <a:pt x="30062" y="1145"/>
                  <a:pt x="30045" y="1148"/>
                  <a:pt x="30032" y="1155"/>
                </a:cubicBezTo>
                <a:cubicBezTo>
                  <a:pt x="29971" y="1216"/>
                  <a:pt x="29849" y="1216"/>
                  <a:pt x="29758" y="1216"/>
                </a:cubicBezTo>
                <a:lnTo>
                  <a:pt x="29667" y="1216"/>
                </a:lnTo>
                <a:cubicBezTo>
                  <a:pt x="29637" y="1277"/>
                  <a:pt x="29606" y="1338"/>
                  <a:pt x="29606" y="1398"/>
                </a:cubicBezTo>
                <a:lnTo>
                  <a:pt x="29515" y="1368"/>
                </a:lnTo>
                <a:cubicBezTo>
                  <a:pt x="29363" y="1307"/>
                  <a:pt x="29606" y="1246"/>
                  <a:pt x="29545" y="1186"/>
                </a:cubicBezTo>
                <a:lnTo>
                  <a:pt x="29545" y="1155"/>
                </a:lnTo>
                <a:cubicBezTo>
                  <a:pt x="29515" y="1155"/>
                  <a:pt x="29424" y="1186"/>
                  <a:pt x="29363" y="1246"/>
                </a:cubicBezTo>
                <a:lnTo>
                  <a:pt x="29272" y="1277"/>
                </a:lnTo>
                <a:lnTo>
                  <a:pt x="29241" y="1277"/>
                </a:lnTo>
                <a:cubicBezTo>
                  <a:pt x="29211" y="1246"/>
                  <a:pt x="29181" y="1186"/>
                  <a:pt x="29241" y="1155"/>
                </a:cubicBezTo>
                <a:cubicBezTo>
                  <a:pt x="29272" y="1125"/>
                  <a:pt x="29120" y="1125"/>
                  <a:pt x="29059" y="1125"/>
                </a:cubicBezTo>
                <a:cubicBezTo>
                  <a:pt x="28998" y="1125"/>
                  <a:pt x="28816" y="1155"/>
                  <a:pt x="28603" y="1216"/>
                </a:cubicBezTo>
                <a:lnTo>
                  <a:pt x="28299" y="1216"/>
                </a:lnTo>
                <a:cubicBezTo>
                  <a:pt x="28169" y="1216"/>
                  <a:pt x="28016" y="1283"/>
                  <a:pt x="27899" y="1283"/>
                </a:cubicBezTo>
                <a:cubicBezTo>
                  <a:pt x="27879" y="1283"/>
                  <a:pt x="27861" y="1281"/>
                  <a:pt x="27843" y="1277"/>
                </a:cubicBezTo>
                <a:cubicBezTo>
                  <a:pt x="27767" y="1231"/>
                  <a:pt x="27684" y="1208"/>
                  <a:pt x="27600" y="1208"/>
                </a:cubicBezTo>
                <a:cubicBezTo>
                  <a:pt x="27516" y="1208"/>
                  <a:pt x="27433" y="1231"/>
                  <a:pt x="27357" y="1277"/>
                </a:cubicBezTo>
                <a:cubicBezTo>
                  <a:pt x="27281" y="1292"/>
                  <a:pt x="27205" y="1300"/>
                  <a:pt x="27129" y="1300"/>
                </a:cubicBezTo>
                <a:cubicBezTo>
                  <a:pt x="27053" y="1300"/>
                  <a:pt x="26977" y="1292"/>
                  <a:pt x="26901" y="1277"/>
                </a:cubicBezTo>
                <a:lnTo>
                  <a:pt x="26779" y="1186"/>
                </a:lnTo>
                <a:cubicBezTo>
                  <a:pt x="26597" y="1216"/>
                  <a:pt x="26475" y="1246"/>
                  <a:pt x="26323" y="1338"/>
                </a:cubicBezTo>
                <a:lnTo>
                  <a:pt x="26232" y="1338"/>
                </a:lnTo>
                <a:lnTo>
                  <a:pt x="26111" y="1368"/>
                </a:lnTo>
                <a:cubicBezTo>
                  <a:pt x="26070" y="1360"/>
                  <a:pt x="26027" y="1356"/>
                  <a:pt x="25983" y="1356"/>
                </a:cubicBezTo>
                <a:cubicBezTo>
                  <a:pt x="25863" y="1356"/>
                  <a:pt x="25736" y="1384"/>
                  <a:pt x="25624" y="1429"/>
                </a:cubicBezTo>
                <a:lnTo>
                  <a:pt x="25412" y="1368"/>
                </a:lnTo>
                <a:cubicBezTo>
                  <a:pt x="25323" y="1361"/>
                  <a:pt x="25234" y="1357"/>
                  <a:pt x="25145" y="1357"/>
                </a:cubicBezTo>
                <a:cubicBezTo>
                  <a:pt x="24840" y="1357"/>
                  <a:pt x="24539" y="1402"/>
                  <a:pt x="24256" y="1520"/>
                </a:cubicBezTo>
                <a:lnTo>
                  <a:pt x="23649" y="1520"/>
                </a:lnTo>
                <a:lnTo>
                  <a:pt x="23527" y="1368"/>
                </a:lnTo>
                <a:cubicBezTo>
                  <a:pt x="23466" y="1368"/>
                  <a:pt x="23436" y="1368"/>
                  <a:pt x="23375" y="1398"/>
                </a:cubicBezTo>
                <a:lnTo>
                  <a:pt x="23284" y="1459"/>
                </a:lnTo>
                <a:cubicBezTo>
                  <a:pt x="23257" y="1464"/>
                  <a:pt x="23226" y="1465"/>
                  <a:pt x="23193" y="1465"/>
                </a:cubicBezTo>
                <a:cubicBezTo>
                  <a:pt x="23034" y="1465"/>
                  <a:pt x="22819" y="1422"/>
                  <a:pt x="22721" y="1422"/>
                </a:cubicBezTo>
                <a:cubicBezTo>
                  <a:pt x="22700" y="1422"/>
                  <a:pt x="22685" y="1424"/>
                  <a:pt x="22676" y="1429"/>
                </a:cubicBezTo>
                <a:cubicBezTo>
                  <a:pt x="22554" y="1520"/>
                  <a:pt x="22433" y="1550"/>
                  <a:pt x="22281" y="1550"/>
                </a:cubicBezTo>
                <a:cubicBezTo>
                  <a:pt x="22220" y="1550"/>
                  <a:pt x="22159" y="1550"/>
                  <a:pt x="22098" y="1581"/>
                </a:cubicBezTo>
                <a:cubicBezTo>
                  <a:pt x="22038" y="1611"/>
                  <a:pt x="22007" y="1672"/>
                  <a:pt x="21946" y="1702"/>
                </a:cubicBezTo>
                <a:lnTo>
                  <a:pt x="21855" y="1672"/>
                </a:lnTo>
                <a:cubicBezTo>
                  <a:pt x="21794" y="1642"/>
                  <a:pt x="21673" y="1611"/>
                  <a:pt x="21642" y="1611"/>
                </a:cubicBezTo>
                <a:lnTo>
                  <a:pt x="21490" y="1763"/>
                </a:lnTo>
                <a:cubicBezTo>
                  <a:pt x="21444" y="1740"/>
                  <a:pt x="21401" y="1730"/>
                  <a:pt x="21364" y="1730"/>
                </a:cubicBezTo>
                <a:cubicBezTo>
                  <a:pt x="21256" y="1730"/>
                  <a:pt x="21194" y="1809"/>
                  <a:pt x="21217" y="1854"/>
                </a:cubicBezTo>
                <a:cubicBezTo>
                  <a:pt x="21217" y="1915"/>
                  <a:pt x="21338" y="2037"/>
                  <a:pt x="21490" y="2128"/>
                </a:cubicBezTo>
                <a:lnTo>
                  <a:pt x="21399" y="2249"/>
                </a:lnTo>
                <a:lnTo>
                  <a:pt x="21278" y="2371"/>
                </a:lnTo>
                <a:cubicBezTo>
                  <a:pt x="21187" y="2310"/>
                  <a:pt x="21065" y="2249"/>
                  <a:pt x="20943" y="2189"/>
                </a:cubicBezTo>
                <a:lnTo>
                  <a:pt x="20883" y="2189"/>
                </a:lnTo>
                <a:cubicBezTo>
                  <a:pt x="20700" y="2219"/>
                  <a:pt x="20518" y="2249"/>
                  <a:pt x="20335" y="2249"/>
                </a:cubicBezTo>
                <a:cubicBezTo>
                  <a:pt x="20183" y="2249"/>
                  <a:pt x="20183" y="2037"/>
                  <a:pt x="20214" y="1976"/>
                </a:cubicBezTo>
                <a:cubicBezTo>
                  <a:pt x="20275" y="1915"/>
                  <a:pt x="20275" y="1854"/>
                  <a:pt x="20275" y="1854"/>
                </a:cubicBezTo>
                <a:lnTo>
                  <a:pt x="20275" y="1854"/>
                </a:lnTo>
                <a:cubicBezTo>
                  <a:pt x="20163" y="1877"/>
                  <a:pt x="20067" y="1948"/>
                  <a:pt x="19989" y="1948"/>
                </a:cubicBezTo>
                <a:cubicBezTo>
                  <a:pt x="19960" y="1948"/>
                  <a:pt x="19934" y="1939"/>
                  <a:pt x="19910" y="1915"/>
                </a:cubicBezTo>
                <a:cubicBezTo>
                  <a:pt x="19819" y="1854"/>
                  <a:pt x="19576" y="1915"/>
                  <a:pt x="19576" y="1733"/>
                </a:cubicBezTo>
                <a:cubicBezTo>
                  <a:pt x="19576" y="1702"/>
                  <a:pt x="19515" y="1702"/>
                  <a:pt x="19515" y="1702"/>
                </a:cubicBezTo>
                <a:cubicBezTo>
                  <a:pt x="19416" y="1764"/>
                  <a:pt x="19307" y="1781"/>
                  <a:pt x="19195" y="1781"/>
                </a:cubicBezTo>
                <a:cubicBezTo>
                  <a:pt x="19063" y="1781"/>
                  <a:pt x="18926" y="1758"/>
                  <a:pt x="18794" y="1758"/>
                </a:cubicBezTo>
                <a:cubicBezTo>
                  <a:pt x="18760" y="1758"/>
                  <a:pt x="18727" y="1759"/>
                  <a:pt x="18694" y="1763"/>
                </a:cubicBezTo>
                <a:cubicBezTo>
                  <a:pt x="18481" y="1794"/>
                  <a:pt x="18299" y="1824"/>
                  <a:pt x="18117" y="1854"/>
                </a:cubicBezTo>
                <a:lnTo>
                  <a:pt x="18025" y="1885"/>
                </a:lnTo>
                <a:cubicBezTo>
                  <a:pt x="17965" y="1930"/>
                  <a:pt x="17896" y="1953"/>
                  <a:pt x="17828" y="1953"/>
                </a:cubicBezTo>
                <a:cubicBezTo>
                  <a:pt x="17759" y="1953"/>
                  <a:pt x="17691" y="1930"/>
                  <a:pt x="17630" y="1885"/>
                </a:cubicBezTo>
                <a:cubicBezTo>
                  <a:pt x="17628" y="1882"/>
                  <a:pt x="17625" y="1881"/>
                  <a:pt x="17621" y="1881"/>
                </a:cubicBezTo>
                <a:cubicBezTo>
                  <a:pt x="17573" y="1881"/>
                  <a:pt x="17415" y="2044"/>
                  <a:pt x="17387" y="2128"/>
                </a:cubicBezTo>
                <a:cubicBezTo>
                  <a:pt x="17378" y="2156"/>
                  <a:pt x="17369" y="2166"/>
                  <a:pt x="17359" y="2166"/>
                </a:cubicBezTo>
                <a:cubicBezTo>
                  <a:pt x="17338" y="2166"/>
                  <a:pt x="17317" y="2109"/>
                  <a:pt x="17296" y="2067"/>
                </a:cubicBezTo>
                <a:cubicBezTo>
                  <a:pt x="17296" y="2031"/>
                  <a:pt x="17277" y="2019"/>
                  <a:pt x="17251" y="2019"/>
                </a:cubicBezTo>
                <a:cubicBezTo>
                  <a:pt x="17210" y="2019"/>
                  <a:pt x="17150" y="2049"/>
                  <a:pt x="17113" y="2067"/>
                </a:cubicBezTo>
                <a:cubicBezTo>
                  <a:pt x="17109" y="2071"/>
                  <a:pt x="17105" y="2073"/>
                  <a:pt x="17100" y="2073"/>
                </a:cubicBezTo>
                <a:cubicBezTo>
                  <a:pt x="17067" y="2073"/>
                  <a:pt x="17014" y="1994"/>
                  <a:pt x="16962" y="1915"/>
                </a:cubicBezTo>
                <a:lnTo>
                  <a:pt x="16779" y="1946"/>
                </a:lnTo>
                <a:cubicBezTo>
                  <a:pt x="16675" y="1972"/>
                  <a:pt x="16570" y="2043"/>
                  <a:pt x="16504" y="2043"/>
                </a:cubicBezTo>
                <a:cubicBezTo>
                  <a:pt x="16493" y="2043"/>
                  <a:pt x="16484" y="2041"/>
                  <a:pt x="16475" y="2037"/>
                </a:cubicBezTo>
                <a:cubicBezTo>
                  <a:pt x="16427" y="2001"/>
                  <a:pt x="16384" y="1989"/>
                  <a:pt x="16346" y="1989"/>
                </a:cubicBezTo>
                <a:cubicBezTo>
                  <a:pt x="16287" y="1989"/>
                  <a:pt x="16239" y="2018"/>
                  <a:pt x="16202" y="2037"/>
                </a:cubicBezTo>
                <a:cubicBezTo>
                  <a:pt x="16126" y="2052"/>
                  <a:pt x="16050" y="2059"/>
                  <a:pt x="15974" y="2059"/>
                </a:cubicBezTo>
                <a:cubicBezTo>
                  <a:pt x="15898" y="2059"/>
                  <a:pt x="15822" y="2052"/>
                  <a:pt x="15746" y="2037"/>
                </a:cubicBezTo>
                <a:cubicBezTo>
                  <a:pt x="15719" y="2028"/>
                  <a:pt x="15684" y="2024"/>
                  <a:pt x="15649" y="2024"/>
                </a:cubicBezTo>
                <a:cubicBezTo>
                  <a:pt x="15563" y="2024"/>
                  <a:pt x="15472" y="2046"/>
                  <a:pt x="15472" y="2067"/>
                </a:cubicBezTo>
                <a:cubicBezTo>
                  <a:pt x="15445" y="2161"/>
                  <a:pt x="15394" y="2190"/>
                  <a:pt x="15338" y="2190"/>
                </a:cubicBezTo>
                <a:cubicBezTo>
                  <a:pt x="15268" y="2190"/>
                  <a:pt x="15189" y="2145"/>
                  <a:pt x="15138" y="2128"/>
                </a:cubicBezTo>
                <a:cubicBezTo>
                  <a:pt x="15097" y="2101"/>
                  <a:pt x="15062" y="2086"/>
                  <a:pt x="15033" y="2086"/>
                </a:cubicBezTo>
                <a:cubicBezTo>
                  <a:pt x="14998" y="2086"/>
                  <a:pt x="14972" y="2108"/>
                  <a:pt x="14955" y="2158"/>
                </a:cubicBezTo>
                <a:cubicBezTo>
                  <a:pt x="14925" y="2234"/>
                  <a:pt x="14895" y="2265"/>
                  <a:pt x="14857" y="2265"/>
                </a:cubicBezTo>
                <a:cubicBezTo>
                  <a:pt x="14819" y="2265"/>
                  <a:pt x="14773" y="2234"/>
                  <a:pt x="14712" y="2189"/>
                </a:cubicBezTo>
                <a:cubicBezTo>
                  <a:pt x="14690" y="2166"/>
                  <a:pt x="14667" y="2095"/>
                  <a:pt x="14609" y="2095"/>
                </a:cubicBezTo>
                <a:cubicBezTo>
                  <a:pt x="14588" y="2095"/>
                  <a:pt x="14562" y="2104"/>
                  <a:pt x="14530" y="2128"/>
                </a:cubicBezTo>
                <a:lnTo>
                  <a:pt x="14469" y="2189"/>
                </a:lnTo>
                <a:cubicBezTo>
                  <a:pt x="14378" y="2249"/>
                  <a:pt x="14226" y="2493"/>
                  <a:pt x="14135" y="2493"/>
                </a:cubicBezTo>
                <a:cubicBezTo>
                  <a:pt x="14013" y="2462"/>
                  <a:pt x="13952" y="2401"/>
                  <a:pt x="13892" y="2310"/>
                </a:cubicBezTo>
                <a:cubicBezTo>
                  <a:pt x="13892" y="2295"/>
                  <a:pt x="13831" y="2287"/>
                  <a:pt x="13732" y="2287"/>
                </a:cubicBezTo>
                <a:cubicBezTo>
                  <a:pt x="13633" y="2287"/>
                  <a:pt x="13496" y="2295"/>
                  <a:pt x="13344" y="2310"/>
                </a:cubicBezTo>
                <a:lnTo>
                  <a:pt x="13101" y="2371"/>
                </a:lnTo>
                <a:lnTo>
                  <a:pt x="13040" y="2371"/>
                </a:lnTo>
                <a:cubicBezTo>
                  <a:pt x="13010" y="2401"/>
                  <a:pt x="12949" y="2493"/>
                  <a:pt x="12888" y="2553"/>
                </a:cubicBezTo>
                <a:lnTo>
                  <a:pt x="12797" y="2462"/>
                </a:lnTo>
                <a:cubicBezTo>
                  <a:pt x="12737" y="2401"/>
                  <a:pt x="12676" y="2379"/>
                  <a:pt x="12607" y="2379"/>
                </a:cubicBezTo>
                <a:cubicBezTo>
                  <a:pt x="12539" y="2379"/>
                  <a:pt x="12463" y="2401"/>
                  <a:pt x="12372" y="2432"/>
                </a:cubicBezTo>
                <a:cubicBezTo>
                  <a:pt x="12159" y="2462"/>
                  <a:pt x="11916" y="2493"/>
                  <a:pt x="11673" y="2523"/>
                </a:cubicBezTo>
                <a:lnTo>
                  <a:pt x="11581" y="2523"/>
                </a:lnTo>
                <a:cubicBezTo>
                  <a:pt x="11551" y="2569"/>
                  <a:pt x="11483" y="2584"/>
                  <a:pt x="11414" y="2584"/>
                </a:cubicBezTo>
                <a:cubicBezTo>
                  <a:pt x="11346" y="2584"/>
                  <a:pt x="11278" y="2569"/>
                  <a:pt x="11247" y="2553"/>
                </a:cubicBezTo>
                <a:cubicBezTo>
                  <a:pt x="11243" y="2545"/>
                  <a:pt x="11238" y="2541"/>
                  <a:pt x="11231" y="2541"/>
                </a:cubicBezTo>
                <a:cubicBezTo>
                  <a:pt x="11193" y="2541"/>
                  <a:pt x="11126" y="2688"/>
                  <a:pt x="11126" y="2766"/>
                </a:cubicBezTo>
                <a:cubicBezTo>
                  <a:pt x="11156" y="2857"/>
                  <a:pt x="11156" y="2979"/>
                  <a:pt x="11156" y="3101"/>
                </a:cubicBezTo>
                <a:cubicBezTo>
                  <a:pt x="11147" y="3119"/>
                  <a:pt x="11131" y="3127"/>
                  <a:pt x="11115" y="3127"/>
                </a:cubicBezTo>
                <a:cubicBezTo>
                  <a:pt x="11078" y="3127"/>
                  <a:pt x="11034" y="3091"/>
                  <a:pt x="11034" y="3070"/>
                </a:cubicBezTo>
                <a:cubicBezTo>
                  <a:pt x="11029" y="3065"/>
                  <a:pt x="11018" y="3062"/>
                  <a:pt x="11004" y="3062"/>
                </a:cubicBezTo>
                <a:cubicBezTo>
                  <a:pt x="10941" y="3062"/>
                  <a:pt x="10810" y="3112"/>
                  <a:pt x="10761" y="3161"/>
                </a:cubicBezTo>
                <a:cubicBezTo>
                  <a:pt x="10754" y="3164"/>
                  <a:pt x="10747" y="3165"/>
                  <a:pt x="10741" y="3165"/>
                </a:cubicBezTo>
                <a:cubicBezTo>
                  <a:pt x="10661" y="3165"/>
                  <a:pt x="10609" y="3005"/>
                  <a:pt x="10609" y="2949"/>
                </a:cubicBezTo>
                <a:cubicBezTo>
                  <a:pt x="10609" y="2888"/>
                  <a:pt x="10578" y="2827"/>
                  <a:pt x="10548" y="2827"/>
                </a:cubicBezTo>
                <a:cubicBezTo>
                  <a:pt x="10457" y="2797"/>
                  <a:pt x="10335" y="2766"/>
                  <a:pt x="10244" y="2766"/>
                </a:cubicBezTo>
                <a:lnTo>
                  <a:pt x="10122" y="2766"/>
                </a:lnTo>
                <a:cubicBezTo>
                  <a:pt x="10031" y="2766"/>
                  <a:pt x="9940" y="2797"/>
                  <a:pt x="9849" y="2827"/>
                </a:cubicBezTo>
                <a:cubicBezTo>
                  <a:pt x="9849" y="2857"/>
                  <a:pt x="9697" y="3131"/>
                  <a:pt x="9545" y="3131"/>
                </a:cubicBezTo>
                <a:cubicBezTo>
                  <a:pt x="9423" y="3131"/>
                  <a:pt x="9454" y="3009"/>
                  <a:pt x="9515" y="2979"/>
                </a:cubicBezTo>
                <a:cubicBezTo>
                  <a:pt x="9558" y="2957"/>
                  <a:pt x="9509" y="2936"/>
                  <a:pt x="9413" y="2936"/>
                </a:cubicBezTo>
                <a:cubicBezTo>
                  <a:pt x="9373" y="2936"/>
                  <a:pt x="9325" y="2940"/>
                  <a:pt x="9271" y="2949"/>
                </a:cubicBezTo>
                <a:lnTo>
                  <a:pt x="9089" y="2888"/>
                </a:lnTo>
                <a:lnTo>
                  <a:pt x="8907" y="2827"/>
                </a:lnTo>
                <a:cubicBezTo>
                  <a:pt x="8755" y="2949"/>
                  <a:pt x="8572" y="3009"/>
                  <a:pt x="8390" y="3009"/>
                </a:cubicBezTo>
                <a:lnTo>
                  <a:pt x="8299" y="2979"/>
                </a:lnTo>
                <a:lnTo>
                  <a:pt x="8238" y="2979"/>
                </a:lnTo>
                <a:cubicBezTo>
                  <a:pt x="8208" y="2979"/>
                  <a:pt x="8177" y="3009"/>
                  <a:pt x="8177" y="3070"/>
                </a:cubicBezTo>
                <a:cubicBezTo>
                  <a:pt x="8268" y="3101"/>
                  <a:pt x="8329" y="3161"/>
                  <a:pt x="8420" y="3192"/>
                </a:cubicBezTo>
                <a:lnTo>
                  <a:pt x="8512" y="3222"/>
                </a:lnTo>
                <a:cubicBezTo>
                  <a:pt x="8529" y="3213"/>
                  <a:pt x="8547" y="3210"/>
                  <a:pt x="8565" y="3210"/>
                </a:cubicBezTo>
                <a:cubicBezTo>
                  <a:pt x="8608" y="3210"/>
                  <a:pt x="8651" y="3231"/>
                  <a:pt x="8694" y="3253"/>
                </a:cubicBezTo>
                <a:cubicBezTo>
                  <a:pt x="8572" y="3313"/>
                  <a:pt x="8451" y="3374"/>
                  <a:pt x="8299" y="3404"/>
                </a:cubicBezTo>
                <a:cubicBezTo>
                  <a:pt x="8208" y="3465"/>
                  <a:pt x="8177" y="3526"/>
                  <a:pt x="8177" y="3556"/>
                </a:cubicBezTo>
                <a:cubicBezTo>
                  <a:pt x="8268" y="3617"/>
                  <a:pt x="8360" y="3678"/>
                  <a:pt x="8451" y="3708"/>
                </a:cubicBezTo>
                <a:cubicBezTo>
                  <a:pt x="8484" y="3731"/>
                  <a:pt x="8517" y="3749"/>
                  <a:pt x="8549" y="3766"/>
                </a:cubicBezTo>
                <a:lnTo>
                  <a:pt x="8549" y="3766"/>
                </a:lnTo>
                <a:cubicBezTo>
                  <a:pt x="8491" y="3788"/>
                  <a:pt x="8425" y="3800"/>
                  <a:pt x="8360" y="3800"/>
                </a:cubicBezTo>
                <a:lnTo>
                  <a:pt x="8360" y="3860"/>
                </a:lnTo>
                <a:lnTo>
                  <a:pt x="8360" y="3921"/>
                </a:lnTo>
                <a:cubicBezTo>
                  <a:pt x="8390" y="3952"/>
                  <a:pt x="8238" y="4012"/>
                  <a:pt x="8177" y="4012"/>
                </a:cubicBezTo>
                <a:cubicBezTo>
                  <a:pt x="8116" y="4012"/>
                  <a:pt x="8056" y="3982"/>
                  <a:pt x="8056" y="3982"/>
                </a:cubicBezTo>
                <a:lnTo>
                  <a:pt x="8177" y="3708"/>
                </a:lnTo>
                <a:cubicBezTo>
                  <a:pt x="8208" y="3648"/>
                  <a:pt x="8147" y="3587"/>
                  <a:pt x="8025" y="3556"/>
                </a:cubicBezTo>
                <a:lnTo>
                  <a:pt x="8025" y="3678"/>
                </a:lnTo>
                <a:cubicBezTo>
                  <a:pt x="8025" y="3708"/>
                  <a:pt x="8056" y="3769"/>
                  <a:pt x="8025" y="3800"/>
                </a:cubicBezTo>
                <a:lnTo>
                  <a:pt x="7995" y="3830"/>
                </a:lnTo>
                <a:cubicBezTo>
                  <a:pt x="7904" y="3830"/>
                  <a:pt x="7873" y="3830"/>
                  <a:pt x="7873" y="3800"/>
                </a:cubicBezTo>
                <a:lnTo>
                  <a:pt x="7873" y="3739"/>
                </a:lnTo>
                <a:cubicBezTo>
                  <a:pt x="7843" y="3678"/>
                  <a:pt x="7782" y="3617"/>
                  <a:pt x="7721" y="3556"/>
                </a:cubicBezTo>
                <a:lnTo>
                  <a:pt x="7630" y="3496"/>
                </a:lnTo>
                <a:lnTo>
                  <a:pt x="7569" y="3465"/>
                </a:lnTo>
                <a:cubicBezTo>
                  <a:pt x="7563" y="3463"/>
                  <a:pt x="7558" y="3462"/>
                  <a:pt x="7553" y="3462"/>
                </a:cubicBezTo>
                <a:cubicBezTo>
                  <a:pt x="7482" y="3462"/>
                  <a:pt x="7510" y="3652"/>
                  <a:pt x="7539" y="3708"/>
                </a:cubicBezTo>
                <a:cubicBezTo>
                  <a:pt x="7600" y="3769"/>
                  <a:pt x="7478" y="3860"/>
                  <a:pt x="7417" y="3891"/>
                </a:cubicBezTo>
                <a:cubicBezTo>
                  <a:pt x="7356" y="3921"/>
                  <a:pt x="7630" y="3952"/>
                  <a:pt x="7691" y="3952"/>
                </a:cubicBezTo>
                <a:cubicBezTo>
                  <a:pt x="7782" y="3952"/>
                  <a:pt x="7782" y="4012"/>
                  <a:pt x="7752" y="4043"/>
                </a:cubicBezTo>
                <a:lnTo>
                  <a:pt x="7691" y="4073"/>
                </a:lnTo>
                <a:lnTo>
                  <a:pt x="7478" y="4225"/>
                </a:lnTo>
                <a:cubicBezTo>
                  <a:pt x="7355" y="4151"/>
                  <a:pt x="7151" y="4057"/>
                  <a:pt x="7062" y="4057"/>
                </a:cubicBezTo>
                <a:cubicBezTo>
                  <a:pt x="7042" y="4057"/>
                  <a:pt x="7028" y="4062"/>
                  <a:pt x="7022" y="4073"/>
                </a:cubicBezTo>
                <a:cubicBezTo>
                  <a:pt x="6931" y="4164"/>
                  <a:pt x="6840" y="4225"/>
                  <a:pt x="6718" y="4286"/>
                </a:cubicBezTo>
                <a:lnTo>
                  <a:pt x="6657" y="4256"/>
                </a:lnTo>
                <a:lnTo>
                  <a:pt x="6414" y="4164"/>
                </a:lnTo>
                <a:lnTo>
                  <a:pt x="6414" y="4164"/>
                </a:lnTo>
                <a:cubicBezTo>
                  <a:pt x="6262" y="4316"/>
                  <a:pt x="6293" y="4438"/>
                  <a:pt x="6445" y="4438"/>
                </a:cubicBezTo>
                <a:lnTo>
                  <a:pt x="6566" y="4468"/>
                </a:lnTo>
                <a:lnTo>
                  <a:pt x="6657" y="4529"/>
                </a:lnTo>
                <a:cubicBezTo>
                  <a:pt x="6742" y="4571"/>
                  <a:pt x="6833" y="4594"/>
                  <a:pt x="6925" y="4594"/>
                </a:cubicBezTo>
                <a:cubicBezTo>
                  <a:pt x="7031" y="4594"/>
                  <a:pt x="7137" y="4564"/>
                  <a:pt x="7235" y="4499"/>
                </a:cubicBezTo>
                <a:lnTo>
                  <a:pt x="7417" y="4468"/>
                </a:lnTo>
                <a:lnTo>
                  <a:pt x="7630" y="4408"/>
                </a:lnTo>
                <a:cubicBezTo>
                  <a:pt x="7727" y="4577"/>
                  <a:pt x="7862" y="4669"/>
                  <a:pt x="7944" y="4669"/>
                </a:cubicBezTo>
                <a:cubicBezTo>
                  <a:pt x="7965" y="4669"/>
                  <a:pt x="7982" y="4663"/>
                  <a:pt x="7995" y="4651"/>
                </a:cubicBezTo>
                <a:lnTo>
                  <a:pt x="8056" y="4620"/>
                </a:lnTo>
                <a:cubicBezTo>
                  <a:pt x="8071" y="4605"/>
                  <a:pt x="8094" y="4598"/>
                  <a:pt x="8113" y="4598"/>
                </a:cubicBezTo>
                <a:cubicBezTo>
                  <a:pt x="8132" y="4598"/>
                  <a:pt x="8147" y="4605"/>
                  <a:pt x="8147" y="4620"/>
                </a:cubicBezTo>
                <a:cubicBezTo>
                  <a:pt x="8177" y="4651"/>
                  <a:pt x="8208" y="4681"/>
                  <a:pt x="8208" y="4712"/>
                </a:cubicBezTo>
                <a:cubicBezTo>
                  <a:pt x="8177" y="4803"/>
                  <a:pt x="8147" y="4863"/>
                  <a:pt x="8116" y="4955"/>
                </a:cubicBezTo>
                <a:lnTo>
                  <a:pt x="8360" y="4955"/>
                </a:lnTo>
                <a:cubicBezTo>
                  <a:pt x="8420" y="4955"/>
                  <a:pt x="8481" y="4955"/>
                  <a:pt x="8542" y="4985"/>
                </a:cubicBezTo>
                <a:lnTo>
                  <a:pt x="8633" y="5046"/>
                </a:lnTo>
                <a:cubicBezTo>
                  <a:pt x="8755" y="4955"/>
                  <a:pt x="8876" y="4894"/>
                  <a:pt x="9028" y="4863"/>
                </a:cubicBezTo>
                <a:lnTo>
                  <a:pt x="9150" y="4833"/>
                </a:lnTo>
                <a:lnTo>
                  <a:pt x="9180" y="4833"/>
                </a:lnTo>
                <a:cubicBezTo>
                  <a:pt x="9241" y="4833"/>
                  <a:pt x="9241" y="4772"/>
                  <a:pt x="9241" y="4742"/>
                </a:cubicBezTo>
                <a:lnTo>
                  <a:pt x="9211" y="4712"/>
                </a:lnTo>
                <a:lnTo>
                  <a:pt x="9180" y="4681"/>
                </a:lnTo>
                <a:cubicBezTo>
                  <a:pt x="9089" y="4681"/>
                  <a:pt x="9150" y="4620"/>
                  <a:pt x="9211" y="4590"/>
                </a:cubicBezTo>
                <a:cubicBezTo>
                  <a:pt x="9241" y="4590"/>
                  <a:pt x="9150" y="4529"/>
                  <a:pt x="9119" y="4529"/>
                </a:cubicBezTo>
                <a:cubicBezTo>
                  <a:pt x="9059" y="4499"/>
                  <a:pt x="9119" y="4438"/>
                  <a:pt x="9211" y="4377"/>
                </a:cubicBezTo>
                <a:lnTo>
                  <a:pt x="9271" y="4377"/>
                </a:lnTo>
                <a:cubicBezTo>
                  <a:pt x="9363" y="4408"/>
                  <a:pt x="9423" y="4468"/>
                  <a:pt x="9454" y="4529"/>
                </a:cubicBezTo>
                <a:lnTo>
                  <a:pt x="9515" y="4651"/>
                </a:lnTo>
                <a:cubicBezTo>
                  <a:pt x="9553" y="4766"/>
                  <a:pt x="9616" y="4809"/>
                  <a:pt x="9672" y="4809"/>
                </a:cubicBezTo>
                <a:cubicBezTo>
                  <a:pt x="9705" y="4809"/>
                  <a:pt x="9735" y="4795"/>
                  <a:pt x="9758" y="4772"/>
                </a:cubicBezTo>
                <a:cubicBezTo>
                  <a:pt x="9764" y="4759"/>
                  <a:pt x="9772" y="4753"/>
                  <a:pt x="9780" y="4753"/>
                </a:cubicBezTo>
                <a:cubicBezTo>
                  <a:pt x="9811" y="4753"/>
                  <a:pt x="9849" y="4835"/>
                  <a:pt x="9849" y="4955"/>
                </a:cubicBezTo>
                <a:lnTo>
                  <a:pt x="9697" y="5046"/>
                </a:lnTo>
                <a:cubicBezTo>
                  <a:pt x="9545" y="5107"/>
                  <a:pt x="9332" y="5137"/>
                  <a:pt x="9241" y="5319"/>
                </a:cubicBezTo>
                <a:cubicBezTo>
                  <a:pt x="9220" y="5341"/>
                  <a:pt x="9183" y="5362"/>
                  <a:pt x="9152" y="5362"/>
                </a:cubicBezTo>
                <a:cubicBezTo>
                  <a:pt x="9140" y="5362"/>
                  <a:pt x="9128" y="5359"/>
                  <a:pt x="9119" y="5350"/>
                </a:cubicBezTo>
                <a:cubicBezTo>
                  <a:pt x="9028" y="5319"/>
                  <a:pt x="8876" y="5259"/>
                  <a:pt x="8846" y="5198"/>
                </a:cubicBezTo>
                <a:cubicBezTo>
                  <a:pt x="8826" y="5117"/>
                  <a:pt x="8778" y="5103"/>
                  <a:pt x="8722" y="5103"/>
                </a:cubicBezTo>
                <a:cubicBezTo>
                  <a:pt x="8694" y="5103"/>
                  <a:pt x="8663" y="5107"/>
                  <a:pt x="8633" y="5107"/>
                </a:cubicBezTo>
                <a:cubicBezTo>
                  <a:pt x="8512" y="5137"/>
                  <a:pt x="8360" y="5198"/>
                  <a:pt x="8238" y="5228"/>
                </a:cubicBezTo>
                <a:cubicBezTo>
                  <a:pt x="8178" y="5264"/>
                  <a:pt x="8137" y="5281"/>
                  <a:pt x="8107" y="5281"/>
                </a:cubicBezTo>
                <a:cubicBezTo>
                  <a:pt x="8062" y="5281"/>
                  <a:pt x="8044" y="5241"/>
                  <a:pt x="8025" y="5167"/>
                </a:cubicBezTo>
                <a:lnTo>
                  <a:pt x="8025" y="5076"/>
                </a:lnTo>
                <a:cubicBezTo>
                  <a:pt x="7904" y="5137"/>
                  <a:pt x="7660" y="5441"/>
                  <a:pt x="7569" y="5502"/>
                </a:cubicBezTo>
                <a:cubicBezTo>
                  <a:pt x="7537" y="5523"/>
                  <a:pt x="7501" y="5533"/>
                  <a:pt x="7466" y="5533"/>
                </a:cubicBezTo>
                <a:cubicBezTo>
                  <a:pt x="7403" y="5533"/>
                  <a:pt x="7346" y="5500"/>
                  <a:pt x="7326" y="5441"/>
                </a:cubicBezTo>
                <a:cubicBezTo>
                  <a:pt x="7311" y="5411"/>
                  <a:pt x="7288" y="5395"/>
                  <a:pt x="7261" y="5395"/>
                </a:cubicBezTo>
                <a:cubicBezTo>
                  <a:pt x="7235" y="5395"/>
                  <a:pt x="7204" y="5411"/>
                  <a:pt x="7174" y="5441"/>
                </a:cubicBezTo>
                <a:lnTo>
                  <a:pt x="7113" y="5502"/>
                </a:lnTo>
                <a:cubicBezTo>
                  <a:pt x="7053" y="5532"/>
                  <a:pt x="6992" y="5623"/>
                  <a:pt x="6992" y="5654"/>
                </a:cubicBezTo>
                <a:lnTo>
                  <a:pt x="7053" y="5715"/>
                </a:lnTo>
                <a:cubicBezTo>
                  <a:pt x="7083" y="5806"/>
                  <a:pt x="7144" y="5867"/>
                  <a:pt x="7174" y="5867"/>
                </a:cubicBezTo>
                <a:lnTo>
                  <a:pt x="7174" y="5927"/>
                </a:lnTo>
                <a:cubicBezTo>
                  <a:pt x="7193" y="5965"/>
                  <a:pt x="7235" y="5991"/>
                  <a:pt x="7286" y="5991"/>
                </a:cubicBezTo>
                <a:cubicBezTo>
                  <a:pt x="7317" y="5991"/>
                  <a:pt x="7352" y="5981"/>
                  <a:pt x="7387" y="5958"/>
                </a:cubicBezTo>
                <a:lnTo>
                  <a:pt x="7387" y="6079"/>
                </a:lnTo>
                <a:lnTo>
                  <a:pt x="7387" y="6231"/>
                </a:lnTo>
                <a:cubicBezTo>
                  <a:pt x="7539" y="6353"/>
                  <a:pt x="7569" y="6474"/>
                  <a:pt x="7448" y="6474"/>
                </a:cubicBezTo>
                <a:lnTo>
                  <a:pt x="7356" y="6444"/>
                </a:lnTo>
                <a:cubicBezTo>
                  <a:pt x="7306" y="6411"/>
                  <a:pt x="7266" y="6387"/>
                  <a:pt x="7229" y="6387"/>
                </a:cubicBezTo>
                <a:cubicBezTo>
                  <a:pt x="7199" y="6387"/>
                  <a:pt x="7171" y="6403"/>
                  <a:pt x="7144" y="6444"/>
                </a:cubicBezTo>
                <a:cubicBezTo>
                  <a:pt x="7083" y="6535"/>
                  <a:pt x="6961" y="6505"/>
                  <a:pt x="6870" y="6535"/>
                </a:cubicBezTo>
                <a:cubicBezTo>
                  <a:pt x="6809" y="6566"/>
                  <a:pt x="6718" y="6596"/>
                  <a:pt x="6688" y="6657"/>
                </a:cubicBezTo>
                <a:lnTo>
                  <a:pt x="6688" y="6687"/>
                </a:lnTo>
                <a:lnTo>
                  <a:pt x="6688" y="6718"/>
                </a:lnTo>
                <a:cubicBezTo>
                  <a:pt x="6597" y="6809"/>
                  <a:pt x="6505" y="6900"/>
                  <a:pt x="6414" y="6991"/>
                </a:cubicBezTo>
                <a:cubicBezTo>
                  <a:pt x="6323" y="7052"/>
                  <a:pt x="6445" y="7113"/>
                  <a:pt x="6475" y="7113"/>
                </a:cubicBezTo>
                <a:cubicBezTo>
                  <a:pt x="6505" y="7113"/>
                  <a:pt x="6779" y="7265"/>
                  <a:pt x="6749" y="7295"/>
                </a:cubicBezTo>
                <a:cubicBezTo>
                  <a:pt x="6657" y="7356"/>
                  <a:pt x="6597" y="7447"/>
                  <a:pt x="6566" y="7508"/>
                </a:cubicBezTo>
                <a:lnTo>
                  <a:pt x="6566" y="7599"/>
                </a:lnTo>
                <a:lnTo>
                  <a:pt x="6566" y="7690"/>
                </a:lnTo>
                <a:cubicBezTo>
                  <a:pt x="6505" y="7781"/>
                  <a:pt x="6384" y="7842"/>
                  <a:pt x="6262" y="7842"/>
                </a:cubicBezTo>
                <a:lnTo>
                  <a:pt x="6201" y="7842"/>
                </a:lnTo>
                <a:cubicBezTo>
                  <a:pt x="6171" y="7812"/>
                  <a:pt x="6384" y="7417"/>
                  <a:pt x="6293" y="7356"/>
                </a:cubicBezTo>
                <a:cubicBezTo>
                  <a:pt x="6171" y="7265"/>
                  <a:pt x="6080" y="7234"/>
                  <a:pt x="6080" y="7234"/>
                </a:cubicBezTo>
                <a:lnTo>
                  <a:pt x="5989" y="7265"/>
                </a:lnTo>
                <a:lnTo>
                  <a:pt x="5958" y="7265"/>
                </a:lnTo>
                <a:cubicBezTo>
                  <a:pt x="5837" y="7234"/>
                  <a:pt x="5533" y="7113"/>
                  <a:pt x="5472" y="7052"/>
                </a:cubicBezTo>
                <a:cubicBezTo>
                  <a:pt x="5466" y="7049"/>
                  <a:pt x="5459" y="7047"/>
                  <a:pt x="5453" y="7047"/>
                </a:cubicBezTo>
                <a:cubicBezTo>
                  <a:pt x="5400" y="7047"/>
                  <a:pt x="5357" y="7159"/>
                  <a:pt x="5411" y="7295"/>
                </a:cubicBezTo>
                <a:lnTo>
                  <a:pt x="5350" y="7386"/>
                </a:lnTo>
                <a:lnTo>
                  <a:pt x="5290" y="7478"/>
                </a:lnTo>
                <a:cubicBezTo>
                  <a:pt x="5264" y="7486"/>
                  <a:pt x="5239" y="7490"/>
                  <a:pt x="5216" y="7490"/>
                </a:cubicBezTo>
                <a:cubicBezTo>
                  <a:pt x="5078" y="7490"/>
                  <a:pt x="5003" y="7352"/>
                  <a:pt x="5107" y="7326"/>
                </a:cubicBezTo>
                <a:cubicBezTo>
                  <a:pt x="5198" y="7326"/>
                  <a:pt x="5229" y="7265"/>
                  <a:pt x="5138" y="7204"/>
                </a:cubicBezTo>
                <a:lnTo>
                  <a:pt x="5138" y="7204"/>
                </a:lnTo>
                <a:lnTo>
                  <a:pt x="5046" y="7234"/>
                </a:lnTo>
                <a:lnTo>
                  <a:pt x="4864" y="7265"/>
                </a:lnTo>
                <a:lnTo>
                  <a:pt x="4378" y="7022"/>
                </a:lnTo>
                <a:lnTo>
                  <a:pt x="4317" y="7022"/>
                </a:lnTo>
                <a:cubicBezTo>
                  <a:pt x="4286" y="7022"/>
                  <a:pt x="4256" y="7052"/>
                  <a:pt x="4256" y="7082"/>
                </a:cubicBezTo>
                <a:lnTo>
                  <a:pt x="4256" y="7174"/>
                </a:lnTo>
                <a:cubicBezTo>
                  <a:pt x="4256" y="7234"/>
                  <a:pt x="3983" y="7386"/>
                  <a:pt x="3922" y="7386"/>
                </a:cubicBezTo>
                <a:cubicBezTo>
                  <a:pt x="3912" y="7390"/>
                  <a:pt x="3903" y="7391"/>
                  <a:pt x="3894" y="7391"/>
                </a:cubicBezTo>
                <a:cubicBezTo>
                  <a:pt x="3825" y="7391"/>
                  <a:pt x="3803" y="7289"/>
                  <a:pt x="3831" y="7234"/>
                </a:cubicBezTo>
                <a:cubicBezTo>
                  <a:pt x="3831" y="7220"/>
                  <a:pt x="3822" y="7214"/>
                  <a:pt x="3809" y="7214"/>
                </a:cubicBezTo>
                <a:cubicBezTo>
                  <a:pt x="3765" y="7214"/>
                  <a:pt x="3664" y="7279"/>
                  <a:pt x="3618" y="7326"/>
                </a:cubicBezTo>
                <a:cubicBezTo>
                  <a:pt x="3587" y="7356"/>
                  <a:pt x="3648" y="7538"/>
                  <a:pt x="3679" y="7599"/>
                </a:cubicBezTo>
                <a:cubicBezTo>
                  <a:pt x="3709" y="7660"/>
                  <a:pt x="3739" y="7721"/>
                  <a:pt x="3739" y="7781"/>
                </a:cubicBezTo>
                <a:lnTo>
                  <a:pt x="3739" y="7812"/>
                </a:lnTo>
                <a:cubicBezTo>
                  <a:pt x="3674" y="7877"/>
                  <a:pt x="3592" y="7907"/>
                  <a:pt x="3506" y="7907"/>
                </a:cubicBezTo>
                <a:cubicBezTo>
                  <a:pt x="3431" y="7907"/>
                  <a:pt x="3354" y="7885"/>
                  <a:pt x="3283" y="7842"/>
                </a:cubicBezTo>
                <a:lnTo>
                  <a:pt x="3253" y="7781"/>
                </a:lnTo>
                <a:cubicBezTo>
                  <a:pt x="3247" y="7770"/>
                  <a:pt x="3237" y="7765"/>
                  <a:pt x="3225" y="7765"/>
                </a:cubicBezTo>
                <a:cubicBezTo>
                  <a:pt x="3170" y="7765"/>
                  <a:pt x="3065" y="7859"/>
                  <a:pt x="3040" y="7933"/>
                </a:cubicBezTo>
                <a:cubicBezTo>
                  <a:pt x="3034" y="7940"/>
                  <a:pt x="3027" y="7943"/>
                  <a:pt x="3021" y="7943"/>
                </a:cubicBezTo>
                <a:cubicBezTo>
                  <a:pt x="2973" y="7943"/>
                  <a:pt x="2949" y="7741"/>
                  <a:pt x="2949" y="7660"/>
                </a:cubicBezTo>
                <a:cubicBezTo>
                  <a:pt x="2949" y="7599"/>
                  <a:pt x="3101" y="7508"/>
                  <a:pt x="3162" y="7478"/>
                </a:cubicBezTo>
                <a:cubicBezTo>
                  <a:pt x="3192" y="7478"/>
                  <a:pt x="3101" y="7447"/>
                  <a:pt x="2949" y="7417"/>
                </a:cubicBezTo>
                <a:lnTo>
                  <a:pt x="2797" y="7417"/>
                </a:lnTo>
                <a:lnTo>
                  <a:pt x="2645" y="7599"/>
                </a:lnTo>
                <a:lnTo>
                  <a:pt x="2584" y="7569"/>
                </a:lnTo>
                <a:lnTo>
                  <a:pt x="2493" y="7508"/>
                </a:lnTo>
                <a:cubicBezTo>
                  <a:pt x="2402" y="7417"/>
                  <a:pt x="2280" y="7356"/>
                  <a:pt x="2280" y="7356"/>
                </a:cubicBezTo>
                <a:cubicBezTo>
                  <a:pt x="2189" y="7447"/>
                  <a:pt x="2128" y="7569"/>
                  <a:pt x="2068" y="7660"/>
                </a:cubicBezTo>
                <a:lnTo>
                  <a:pt x="1976" y="7599"/>
                </a:lnTo>
                <a:lnTo>
                  <a:pt x="1764" y="7478"/>
                </a:lnTo>
                <a:cubicBezTo>
                  <a:pt x="1612" y="7569"/>
                  <a:pt x="1520" y="7721"/>
                  <a:pt x="1551" y="7903"/>
                </a:cubicBezTo>
                <a:cubicBezTo>
                  <a:pt x="1581" y="7964"/>
                  <a:pt x="1581" y="8055"/>
                  <a:pt x="1612" y="8146"/>
                </a:cubicBezTo>
                <a:cubicBezTo>
                  <a:pt x="1642" y="8177"/>
                  <a:pt x="1642" y="8207"/>
                  <a:pt x="1612" y="8207"/>
                </a:cubicBezTo>
                <a:cubicBezTo>
                  <a:pt x="1551" y="8177"/>
                  <a:pt x="1460" y="8146"/>
                  <a:pt x="1399" y="8085"/>
                </a:cubicBezTo>
                <a:cubicBezTo>
                  <a:pt x="1369" y="8025"/>
                  <a:pt x="1429" y="7842"/>
                  <a:pt x="1369" y="7781"/>
                </a:cubicBezTo>
                <a:lnTo>
                  <a:pt x="1095" y="7781"/>
                </a:lnTo>
                <a:cubicBezTo>
                  <a:pt x="1095" y="7812"/>
                  <a:pt x="1065" y="7903"/>
                  <a:pt x="1095" y="7994"/>
                </a:cubicBezTo>
                <a:lnTo>
                  <a:pt x="1034" y="8025"/>
                </a:lnTo>
                <a:cubicBezTo>
                  <a:pt x="973" y="8116"/>
                  <a:pt x="913" y="8207"/>
                  <a:pt x="730" y="8207"/>
                </a:cubicBezTo>
                <a:cubicBezTo>
                  <a:pt x="730" y="8237"/>
                  <a:pt x="791" y="8298"/>
                  <a:pt x="821" y="8298"/>
                </a:cubicBezTo>
                <a:cubicBezTo>
                  <a:pt x="848" y="8325"/>
                  <a:pt x="735" y="8491"/>
                  <a:pt x="645" y="8491"/>
                </a:cubicBezTo>
                <a:cubicBezTo>
                  <a:pt x="632" y="8491"/>
                  <a:pt x="620" y="8488"/>
                  <a:pt x="609" y="8481"/>
                </a:cubicBezTo>
                <a:cubicBezTo>
                  <a:pt x="600" y="8475"/>
                  <a:pt x="590" y="8472"/>
                  <a:pt x="580" y="8472"/>
                </a:cubicBezTo>
                <a:cubicBezTo>
                  <a:pt x="489" y="8472"/>
                  <a:pt x="365" y="8702"/>
                  <a:pt x="365" y="8785"/>
                </a:cubicBezTo>
                <a:cubicBezTo>
                  <a:pt x="388" y="8874"/>
                  <a:pt x="361" y="8930"/>
                  <a:pt x="321" y="8930"/>
                </a:cubicBezTo>
                <a:cubicBezTo>
                  <a:pt x="307" y="8930"/>
                  <a:pt x="291" y="8922"/>
                  <a:pt x="274" y="8906"/>
                </a:cubicBezTo>
                <a:lnTo>
                  <a:pt x="122" y="8906"/>
                </a:lnTo>
                <a:lnTo>
                  <a:pt x="92" y="8936"/>
                </a:lnTo>
                <a:cubicBezTo>
                  <a:pt x="92" y="8967"/>
                  <a:pt x="213" y="9088"/>
                  <a:pt x="244" y="9088"/>
                </a:cubicBezTo>
                <a:cubicBezTo>
                  <a:pt x="335" y="9088"/>
                  <a:pt x="426" y="9088"/>
                  <a:pt x="517" y="9058"/>
                </a:cubicBezTo>
                <a:cubicBezTo>
                  <a:pt x="546" y="9029"/>
                  <a:pt x="520" y="8752"/>
                  <a:pt x="596" y="8752"/>
                </a:cubicBezTo>
                <a:cubicBezTo>
                  <a:pt x="600" y="8752"/>
                  <a:pt x="604" y="8753"/>
                  <a:pt x="609" y="8754"/>
                </a:cubicBezTo>
                <a:cubicBezTo>
                  <a:pt x="730" y="8754"/>
                  <a:pt x="730" y="8845"/>
                  <a:pt x="730" y="8876"/>
                </a:cubicBezTo>
                <a:cubicBezTo>
                  <a:pt x="700" y="8906"/>
                  <a:pt x="852" y="8967"/>
                  <a:pt x="882" y="8997"/>
                </a:cubicBezTo>
                <a:cubicBezTo>
                  <a:pt x="943" y="8997"/>
                  <a:pt x="943" y="9119"/>
                  <a:pt x="943" y="9119"/>
                </a:cubicBezTo>
                <a:cubicBezTo>
                  <a:pt x="928" y="9134"/>
                  <a:pt x="928" y="9142"/>
                  <a:pt x="939" y="9142"/>
                </a:cubicBezTo>
                <a:cubicBezTo>
                  <a:pt x="951" y="9142"/>
                  <a:pt x="973" y="9134"/>
                  <a:pt x="1004" y="9119"/>
                </a:cubicBezTo>
                <a:lnTo>
                  <a:pt x="1065" y="9119"/>
                </a:lnTo>
                <a:lnTo>
                  <a:pt x="1186" y="9149"/>
                </a:lnTo>
                <a:cubicBezTo>
                  <a:pt x="1338" y="9210"/>
                  <a:pt x="1369" y="9301"/>
                  <a:pt x="1247" y="9362"/>
                </a:cubicBezTo>
                <a:lnTo>
                  <a:pt x="1217" y="9362"/>
                </a:lnTo>
                <a:cubicBezTo>
                  <a:pt x="1188" y="9343"/>
                  <a:pt x="1166" y="9336"/>
                  <a:pt x="1149" y="9336"/>
                </a:cubicBezTo>
                <a:cubicBezTo>
                  <a:pt x="1112" y="9336"/>
                  <a:pt x="1104" y="9371"/>
                  <a:pt x="1125" y="9392"/>
                </a:cubicBezTo>
                <a:cubicBezTo>
                  <a:pt x="1125" y="9453"/>
                  <a:pt x="1186" y="9514"/>
                  <a:pt x="1186" y="9514"/>
                </a:cubicBezTo>
                <a:lnTo>
                  <a:pt x="1125" y="9605"/>
                </a:lnTo>
                <a:cubicBezTo>
                  <a:pt x="1034" y="9544"/>
                  <a:pt x="943" y="9514"/>
                  <a:pt x="852" y="9484"/>
                </a:cubicBezTo>
                <a:lnTo>
                  <a:pt x="761" y="9544"/>
                </a:lnTo>
                <a:lnTo>
                  <a:pt x="669" y="9605"/>
                </a:lnTo>
                <a:cubicBezTo>
                  <a:pt x="548" y="9666"/>
                  <a:pt x="700" y="9727"/>
                  <a:pt x="761" y="9727"/>
                </a:cubicBezTo>
                <a:cubicBezTo>
                  <a:pt x="852" y="9757"/>
                  <a:pt x="791" y="9818"/>
                  <a:pt x="639" y="9879"/>
                </a:cubicBezTo>
                <a:lnTo>
                  <a:pt x="487" y="9879"/>
                </a:lnTo>
                <a:lnTo>
                  <a:pt x="122" y="9909"/>
                </a:lnTo>
                <a:cubicBezTo>
                  <a:pt x="61" y="10092"/>
                  <a:pt x="31" y="10244"/>
                  <a:pt x="1" y="10426"/>
                </a:cubicBezTo>
                <a:cubicBezTo>
                  <a:pt x="61" y="10456"/>
                  <a:pt x="153" y="10487"/>
                  <a:pt x="213" y="10487"/>
                </a:cubicBezTo>
                <a:lnTo>
                  <a:pt x="274" y="10517"/>
                </a:lnTo>
                <a:cubicBezTo>
                  <a:pt x="335" y="10578"/>
                  <a:pt x="396" y="10669"/>
                  <a:pt x="396" y="10730"/>
                </a:cubicBezTo>
                <a:cubicBezTo>
                  <a:pt x="396" y="10791"/>
                  <a:pt x="396" y="10851"/>
                  <a:pt x="396" y="10912"/>
                </a:cubicBezTo>
                <a:lnTo>
                  <a:pt x="396" y="10973"/>
                </a:lnTo>
                <a:cubicBezTo>
                  <a:pt x="373" y="11041"/>
                  <a:pt x="453" y="11076"/>
                  <a:pt x="520" y="11076"/>
                </a:cubicBezTo>
                <a:cubicBezTo>
                  <a:pt x="542" y="11076"/>
                  <a:pt x="563" y="11072"/>
                  <a:pt x="578" y="11064"/>
                </a:cubicBezTo>
                <a:cubicBezTo>
                  <a:pt x="609" y="11064"/>
                  <a:pt x="639" y="10973"/>
                  <a:pt x="609" y="10851"/>
                </a:cubicBezTo>
                <a:lnTo>
                  <a:pt x="639" y="10821"/>
                </a:lnTo>
                <a:lnTo>
                  <a:pt x="700" y="10791"/>
                </a:lnTo>
                <a:cubicBezTo>
                  <a:pt x="821" y="10882"/>
                  <a:pt x="913" y="10943"/>
                  <a:pt x="1034" y="11003"/>
                </a:cubicBezTo>
                <a:lnTo>
                  <a:pt x="1186" y="11003"/>
                </a:lnTo>
                <a:cubicBezTo>
                  <a:pt x="1186" y="11003"/>
                  <a:pt x="1125" y="11155"/>
                  <a:pt x="1095" y="11155"/>
                </a:cubicBezTo>
                <a:cubicBezTo>
                  <a:pt x="1065" y="11155"/>
                  <a:pt x="1186" y="11490"/>
                  <a:pt x="1065" y="11520"/>
                </a:cubicBezTo>
                <a:cubicBezTo>
                  <a:pt x="943" y="11581"/>
                  <a:pt x="913" y="11763"/>
                  <a:pt x="913" y="11824"/>
                </a:cubicBezTo>
                <a:cubicBezTo>
                  <a:pt x="913" y="11885"/>
                  <a:pt x="943" y="11915"/>
                  <a:pt x="973" y="11976"/>
                </a:cubicBezTo>
                <a:lnTo>
                  <a:pt x="1095" y="11976"/>
                </a:lnTo>
                <a:lnTo>
                  <a:pt x="1156" y="11854"/>
                </a:lnTo>
                <a:cubicBezTo>
                  <a:pt x="1176" y="11773"/>
                  <a:pt x="1250" y="11719"/>
                  <a:pt x="1325" y="11719"/>
                </a:cubicBezTo>
                <a:cubicBezTo>
                  <a:pt x="1362" y="11719"/>
                  <a:pt x="1399" y="11733"/>
                  <a:pt x="1429" y="11763"/>
                </a:cubicBezTo>
                <a:cubicBezTo>
                  <a:pt x="1452" y="11808"/>
                  <a:pt x="1490" y="11836"/>
                  <a:pt x="1533" y="11836"/>
                </a:cubicBezTo>
                <a:cubicBezTo>
                  <a:pt x="1549" y="11836"/>
                  <a:pt x="1565" y="11832"/>
                  <a:pt x="1581" y="11824"/>
                </a:cubicBezTo>
                <a:lnTo>
                  <a:pt x="1855" y="11824"/>
                </a:lnTo>
                <a:cubicBezTo>
                  <a:pt x="1855" y="11861"/>
                  <a:pt x="1866" y="11875"/>
                  <a:pt x="1882" y="11875"/>
                </a:cubicBezTo>
                <a:cubicBezTo>
                  <a:pt x="1920" y="11875"/>
                  <a:pt x="1986" y="11797"/>
                  <a:pt x="2007" y="11733"/>
                </a:cubicBezTo>
                <a:cubicBezTo>
                  <a:pt x="2037" y="11642"/>
                  <a:pt x="2098" y="11611"/>
                  <a:pt x="2189" y="11551"/>
                </a:cubicBezTo>
                <a:cubicBezTo>
                  <a:pt x="2280" y="11702"/>
                  <a:pt x="2372" y="11854"/>
                  <a:pt x="2463" y="12006"/>
                </a:cubicBezTo>
                <a:lnTo>
                  <a:pt x="2828" y="11824"/>
                </a:lnTo>
                <a:cubicBezTo>
                  <a:pt x="2888" y="11885"/>
                  <a:pt x="2888" y="11976"/>
                  <a:pt x="2888" y="12067"/>
                </a:cubicBezTo>
                <a:lnTo>
                  <a:pt x="2828" y="12128"/>
                </a:lnTo>
                <a:lnTo>
                  <a:pt x="2797" y="12158"/>
                </a:lnTo>
                <a:cubicBezTo>
                  <a:pt x="2706" y="12158"/>
                  <a:pt x="2615" y="12219"/>
                  <a:pt x="2584" y="12310"/>
                </a:cubicBezTo>
                <a:lnTo>
                  <a:pt x="2706" y="12280"/>
                </a:lnTo>
                <a:cubicBezTo>
                  <a:pt x="2761" y="12280"/>
                  <a:pt x="2826" y="12247"/>
                  <a:pt x="2850" y="12247"/>
                </a:cubicBezTo>
                <a:cubicBezTo>
                  <a:pt x="2866" y="12247"/>
                  <a:pt x="2864" y="12262"/>
                  <a:pt x="2828" y="12310"/>
                </a:cubicBezTo>
                <a:cubicBezTo>
                  <a:pt x="2767" y="12462"/>
                  <a:pt x="2797" y="12523"/>
                  <a:pt x="2919" y="12554"/>
                </a:cubicBezTo>
                <a:lnTo>
                  <a:pt x="3101" y="12614"/>
                </a:lnTo>
                <a:cubicBezTo>
                  <a:pt x="3101" y="12569"/>
                  <a:pt x="3131" y="12554"/>
                  <a:pt x="3169" y="12554"/>
                </a:cubicBezTo>
                <a:cubicBezTo>
                  <a:pt x="3207" y="12554"/>
                  <a:pt x="3253" y="12569"/>
                  <a:pt x="3283" y="12584"/>
                </a:cubicBezTo>
                <a:cubicBezTo>
                  <a:pt x="3314" y="12599"/>
                  <a:pt x="3435" y="12614"/>
                  <a:pt x="3557" y="12614"/>
                </a:cubicBezTo>
                <a:cubicBezTo>
                  <a:pt x="3679" y="12614"/>
                  <a:pt x="3800" y="12599"/>
                  <a:pt x="3831" y="12554"/>
                </a:cubicBezTo>
                <a:cubicBezTo>
                  <a:pt x="3867" y="12499"/>
                  <a:pt x="3914" y="12488"/>
                  <a:pt x="3947" y="12488"/>
                </a:cubicBezTo>
                <a:cubicBezTo>
                  <a:pt x="3968" y="12488"/>
                  <a:pt x="3983" y="12493"/>
                  <a:pt x="3983" y="12493"/>
                </a:cubicBezTo>
                <a:cubicBezTo>
                  <a:pt x="3987" y="12497"/>
                  <a:pt x="3993" y="12499"/>
                  <a:pt x="4000" y="12499"/>
                </a:cubicBezTo>
                <a:cubicBezTo>
                  <a:pt x="4046" y="12499"/>
                  <a:pt x="4143" y="12428"/>
                  <a:pt x="4195" y="12402"/>
                </a:cubicBezTo>
                <a:cubicBezTo>
                  <a:pt x="4226" y="12341"/>
                  <a:pt x="4438" y="12158"/>
                  <a:pt x="4408" y="12098"/>
                </a:cubicBezTo>
                <a:cubicBezTo>
                  <a:pt x="4408" y="12037"/>
                  <a:pt x="4682" y="12006"/>
                  <a:pt x="4803" y="12006"/>
                </a:cubicBezTo>
                <a:cubicBezTo>
                  <a:pt x="4925" y="12006"/>
                  <a:pt x="4955" y="12158"/>
                  <a:pt x="4925" y="12189"/>
                </a:cubicBezTo>
                <a:cubicBezTo>
                  <a:pt x="4894" y="12250"/>
                  <a:pt x="4925" y="12310"/>
                  <a:pt x="4925" y="12310"/>
                </a:cubicBezTo>
                <a:cubicBezTo>
                  <a:pt x="4986" y="12250"/>
                  <a:pt x="5046" y="12219"/>
                  <a:pt x="5077" y="12158"/>
                </a:cubicBezTo>
                <a:cubicBezTo>
                  <a:pt x="5090" y="12145"/>
                  <a:pt x="5103" y="12139"/>
                  <a:pt x="5115" y="12139"/>
                </a:cubicBezTo>
                <a:cubicBezTo>
                  <a:pt x="5161" y="12139"/>
                  <a:pt x="5198" y="12221"/>
                  <a:pt x="5198" y="12341"/>
                </a:cubicBezTo>
                <a:lnTo>
                  <a:pt x="5107" y="12462"/>
                </a:lnTo>
                <a:cubicBezTo>
                  <a:pt x="5077" y="12493"/>
                  <a:pt x="5107" y="12554"/>
                  <a:pt x="5138" y="12554"/>
                </a:cubicBezTo>
                <a:cubicBezTo>
                  <a:pt x="5158" y="12564"/>
                  <a:pt x="5175" y="12567"/>
                  <a:pt x="5189" y="12567"/>
                </a:cubicBezTo>
                <a:cubicBezTo>
                  <a:pt x="5219" y="12567"/>
                  <a:pt x="5239" y="12554"/>
                  <a:pt x="5259" y="12554"/>
                </a:cubicBezTo>
                <a:lnTo>
                  <a:pt x="5320" y="12462"/>
                </a:lnTo>
                <a:cubicBezTo>
                  <a:pt x="5369" y="12397"/>
                  <a:pt x="5409" y="12367"/>
                  <a:pt x="5436" y="12367"/>
                </a:cubicBezTo>
                <a:cubicBezTo>
                  <a:pt x="5459" y="12367"/>
                  <a:pt x="5472" y="12390"/>
                  <a:pt x="5472" y="12432"/>
                </a:cubicBezTo>
                <a:lnTo>
                  <a:pt x="5502" y="12432"/>
                </a:lnTo>
                <a:cubicBezTo>
                  <a:pt x="5624" y="12462"/>
                  <a:pt x="5715" y="12462"/>
                  <a:pt x="5837" y="12493"/>
                </a:cubicBezTo>
                <a:cubicBezTo>
                  <a:pt x="5949" y="12493"/>
                  <a:pt x="5880" y="12648"/>
                  <a:pt x="6012" y="12648"/>
                </a:cubicBezTo>
                <a:cubicBezTo>
                  <a:pt x="6023" y="12648"/>
                  <a:pt x="6035" y="12647"/>
                  <a:pt x="6049" y="12645"/>
                </a:cubicBezTo>
                <a:lnTo>
                  <a:pt x="6262" y="12614"/>
                </a:lnTo>
                <a:cubicBezTo>
                  <a:pt x="6536" y="12614"/>
                  <a:pt x="6718" y="12432"/>
                  <a:pt x="6718" y="12341"/>
                </a:cubicBezTo>
                <a:cubicBezTo>
                  <a:pt x="6688" y="12280"/>
                  <a:pt x="6840" y="12189"/>
                  <a:pt x="7022" y="12189"/>
                </a:cubicBezTo>
                <a:lnTo>
                  <a:pt x="7113" y="12280"/>
                </a:lnTo>
                <a:lnTo>
                  <a:pt x="7296" y="12402"/>
                </a:lnTo>
                <a:cubicBezTo>
                  <a:pt x="7539" y="12462"/>
                  <a:pt x="7843" y="12493"/>
                  <a:pt x="7964" y="12523"/>
                </a:cubicBezTo>
                <a:lnTo>
                  <a:pt x="8025" y="12584"/>
                </a:lnTo>
                <a:cubicBezTo>
                  <a:pt x="8051" y="12610"/>
                  <a:pt x="8074" y="12619"/>
                  <a:pt x="8097" y="12619"/>
                </a:cubicBezTo>
                <a:cubicBezTo>
                  <a:pt x="8144" y="12619"/>
                  <a:pt x="8187" y="12579"/>
                  <a:pt x="8238" y="12579"/>
                </a:cubicBezTo>
                <a:cubicBezTo>
                  <a:pt x="8248" y="12579"/>
                  <a:pt x="8258" y="12580"/>
                  <a:pt x="8268" y="12584"/>
                </a:cubicBezTo>
                <a:lnTo>
                  <a:pt x="8542" y="12736"/>
                </a:lnTo>
                <a:lnTo>
                  <a:pt x="8633" y="12736"/>
                </a:lnTo>
                <a:cubicBezTo>
                  <a:pt x="8724" y="12645"/>
                  <a:pt x="8876" y="12675"/>
                  <a:pt x="8937" y="12645"/>
                </a:cubicBezTo>
                <a:lnTo>
                  <a:pt x="9028" y="12584"/>
                </a:lnTo>
                <a:cubicBezTo>
                  <a:pt x="9103" y="12509"/>
                  <a:pt x="9178" y="12454"/>
                  <a:pt x="9203" y="12454"/>
                </a:cubicBezTo>
                <a:cubicBezTo>
                  <a:pt x="9208" y="12454"/>
                  <a:pt x="9211" y="12457"/>
                  <a:pt x="9211" y="12462"/>
                </a:cubicBezTo>
                <a:cubicBezTo>
                  <a:pt x="9241" y="12462"/>
                  <a:pt x="9302" y="12554"/>
                  <a:pt x="9393" y="12645"/>
                </a:cubicBezTo>
                <a:lnTo>
                  <a:pt x="9636" y="12584"/>
                </a:lnTo>
                <a:lnTo>
                  <a:pt x="9697" y="12584"/>
                </a:lnTo>
                <a:cubicBezTo>
                  <a:pt x="9788" y="12614"/>
                  <a:pt x="9879" y="12675"/>
                  <a:pt x="9940" y="12736"/>
                </a:cubicBezTo>
                <a:lnTo>
                  <a:pt x="10031" y="12797"/>
                </a:lnTo>
                <a:lnTo>
                  <a:pt x="10214" y="12949"/>
                </a:lnTo>
                <a:cubicBezTo>
                  <a:pt x="10335" y="12858"/>
                  <a:pt x="10457" y="12766"/>
                  <a:pt x="10548" y="12675"/>
                </a:cubicBezTo>
                <a:lnTo>
                  <a:pt x="10730" y="12675"/>
                </a:lnTo>
                <a:cubicBezTo>
                  <a:pt x="10852" y="12645"/>
                  <a:pt x="10913" y="12523"/>
                  <a:pt x="11004" y="12432"/>
                </a:cubicBezTo>
                <a:cubicBezTo>
                  <a:pt x="11065" y="12432"/>
                  <a:pt x="11065" y="12706"/>
                  <a:pt x="11034" y="12797"/>
                </a:cubicBezTo>
                <a:cubicBezTo>
                  <a:pt x="11009" y="12872"/>
                  <a:pt x="11108" y="12926"/>
                  <a:pt x="11177" y="12926"/>
                </a:cubicBezTo>
                <a:cubicBezTo>
                  <a:pt x="11192" y="12926"/>
                  <a:pt x="11206" y="12924"/>
                  <a:pt x="11217" y="12918"/>
                </a:cubicBezTo>
                <a:cubicBezTo>
                  <a:pt x="11265" y="12918"/>
                  <a:pt x="11450" y="12841"/>
                  <a:pt x="11553" y="12841"/>
                </a:cubicBezTo>
                <a:cubicBezTo>
                  <a:pt x="11579" y="12841"/>
                  <a:pt x="11600" y="12845"/>
                  <a:pt x="11612" y="12858"/>
                </a:cubicBezTo>
                <a:cubicBezTo>
                  <a:pt x="11703" y="12949"/>
                  <a:pt x="11764" y="13010"/>
                  <a:pt x="11855" y="13101"/>
                </a:cubicBezTo>
                <a:lnTo>
                  <a:pt x="11977" y="13101"/>
                </a:lnTo>
                <a:cubicBezTo>
                  <a:pt x="12068" y="13101"/>
                  <a:pt x="12159" y="13192"/>
                  <a:pt x="12250" y="13192"/>
                </a:cubicBezTo>
                <a:lnTo>
                  <a:pt x="12372" y="13192"/>
                </a:lnTo>
                <a:cubicBezTo>
                  <a:pt x="12463" y="13192"/>
                  <a:pt x="12585" y="13192"/>
                  <a:pt x="12676" y="13222"/>
                </a:cubicBezTo>
                <a:cubicBezTo>
                  <a:pt x="12706" y="13253"/>
                  <a:pt x="12706" y="13283"/>
                  <a:pt x="12676" y="13283"/>
                </a:cubicBezTo>
                <a:cubicBezTo>
                  <a:pt x="12645" y="13313"/>
                  <a:pt x="12585" y="13344"/>
                  <a:pt x="12554" y="13344"/>
                </a:cubicBezTo>
                <a:cubicBezTo>
                  <a:pt x="12519" y="13334"/>
                  <a:pt x="12481" y="13330"/>
                  <a:pt x="12441" y="13330"/>
                </a:cubicBezTo>
                <a:cubicBezTo>
                  <a:pt x="12363" y="13330"/>
                  <a:pt x="12279" y="13344"/>
                  <a:pt x="12201" y="13344"/>
                </a:cubicBezTo>
                <a:cubicBezTo>
                  <a:pt x="12083" y="13344"/>
                  <a:pt x="11977" y="13313"/>
                  <a:pt x="11916" y="13161"/>
                </a:cubicBezTo>
                <a:cubicBezTo>
                  <a:pt x="11855" y="13161"/>
                  <a:pt x="11825" y="13161"/>
                  <a:pt x="11794" y="13192"/>
                </a:cubicBezTo>
                <a:lnTo>
                  <a:pt x="11703" y="13253"/>
                </a:lnTo>
                <a:cubicBezTo>
                  <a:pt x="11664" y="13312"/>
                  <a:pt x="11612" y="13345"/>
                  <a:pt x="11555" y="13345"/>
                </a:cubicBezTo>
                <a:cubicBezTo>
                  <a:pt x="11524" y="13345"/>
                  <a:pt x="11492" y="13335"/>
                  <a:pt x="11460" y="13313"/>
                </a:cubicBezTo>
                <a:cubicBezTo>
                  <a:pt x="11456" y="13306"/>
                  <a:pt x="11451" y="13303"/>
                  <a:pt x="11445" y="13303"/>
                </a:cubicBezTo>
                <a:cubicBezTo>
                  <a:pt x="11401" y="13303"/>
                  <a:pt x="11304" y="13477"/>
                  <a:pt x="11278" y="13557"/>
                </a:cubicBezTo>
                <a:cubicBezTo>
                  <a:pt x="11256" y="13589"/>
                  <a:pt x="11188" y="13598"/>
                  <a:pt x="11103" y="13598"/>
                </a:cubicBezTo>
                <a:cubicBezTo>
                  <a:pt x="10986" y="13598"/>
                  <a:pt x="10836" y="13581"/>
                  <a:pt x="10727" y="13581"/>
                </a:cubicBezTo>
                <a:cubicBezTo>
                  <a:pt x="10693" y="13581"/>
                  <a:pt x="10663" y="13582"/>
                  <a:pt x="10639" y="13587"/>
                </a:cubicBezTo>
                <a:cubicBezTo>
                  <a:pt x="10487" y="13648"/>
                  <a:pt x="10335" y="13739"/>
                  <a:pt x="10214" y="13830"/>
                </a:cubicBezTo>
                <a:lnTo>
                  <a:pt x="10244" y="13921"/>
                </a:lnTo>
                <a:lnTo>
                  <a:pt x="10274" y="13952"/>
                </a:lnTo>
                <a:cubicBezTo>
                  <a:pt x="10139" y="14064"/>
                  <a:pt x="9970" y="14127"/>
                  <a:pt x="9806" y="14127"/>
                </a:cubicBezTo>
                <a:cubicBezTo>
                  <a:pt x="9748" y="14127"/>
                  <a:pt x="9691" y="14119"/>
                  <a:pt x="9636" y="14104"/>
                </a:cubicBezTo>
                <a:cubicBezTo>
                  <a:pt x="9454" y="14013"/>
                  <a:pt x="9393" y="13891"/>
                  <a:pt x="9423" y="13861"/>
                </a:cubicBezTo>
                <a:cubicBezTo>
                  <a:pt x="9484" y="13800"/>
                  <a:pt x="9211" y="13648"/>
                  <a:pt x="9089" y="13617"/>
                </a:cubicBezTo>
                <a:cubicBezTo>
                  <a:pt x="8967" y="13617"/>
                  <a:pt x="8876" y="13678"/>
                  <a:pt x="8876" y="13769"/>
                </a:cubicBezTo>
                <a:lnTo>
                  <a:pt x="9119" y="13769"/>
                </a:lnTo>
                <a:cubicBezTo>
                  <a:pt x="9150" y="13769"/>
                  <a:pt x="9180" y="13769"/>
                  <a:pt x="9180" y="13800"/>
                </a:cubicBezTo>
                <a:lnTo>
                  <a:pt x="9180" y="13891"/>
                </a:lnTo>
                <a:lnTo>
                  <a:pt x="9028" y="13982"/>
                </a:lnTo>
                <a:cubicBezTo>
                  <a:pt x="8904" y="14032"/>
                  <a:pt x="8760" y="14081"/>
                  <a:pt x="8595" y="14081"/>
                </a:cubicBezTo>
                <a:cubicBezTo>
                  <a:pt x="8558" y="14081"/>
                  <a:pt x="8520" y="14079"/>
                  <a:pt x="8481" y="14073"/>
                </a:cubicBezTo>
                <a:cubicBezTo>
                  <a:pt x="8420" y="14043"/>
                  <a:pt x="8512" y="13739"/>
                  <a:pt x="8451" y="13709"/>
                </a:cubicBezTo>
                <a:cubicBezTo>
                  <a:pt x="8420" y="13693"/>
                  <a:pt x="8390" y="13686"/>
                  <a:pt x="8363" y="13686"/>
                </a:cubicBezTo>
                <a:cubicBezTo>
                  <a:pt x="8337" y="13686"/>
                  <a:pt x="8314" y="13693"/>
                  <a:pt x="8299" y="13709"/>
                </a:cubicBezTo>
                <a:cubicBezTo>
                  <a:pt x="8268" y="13709"/>
                  <a:pt x="8238" y="13921"/>
                  <a:pt x="8177" y="14165"/>
                </a:cubicBezTo>
                <a:lnTo>
                  <a:pt x="7843" y="14256"/>
                </a:lnTo>
                <a:lnTo>
                  <a:pt x="7752" y="14286"/>
                </a:lnTo>
                <a:cubicBezTo>
                  <a:pt x="7721" y="14301"/>
                  <a:pt x="7676" y="14309"/>
                  <a:pt x="7630" y="14309"/>
                </a:cubicBezTo>
                <a:cubicBezTo>
                  <a:pt x="7584" y="14309"/>
                  <a:pt x="7539" y="14301"/>
                  <a:pt x="7508" y="14286"/>
                </a:cubicBezTo>
                <a:cubicBezTo>
                  <a:pt x="7502" y="14280"/>
                  <a:pt x="7494" y="14278"/>
                  <a:pt x="7484" y="14278"/>
                </a:cubicBezTo>
                <a:cubicBezTo>
                  <a:pt x="7443" y="14278"/>
                  <a:pt x="7375" y="14317"/>
                  <a:pt x="7326" y="14317"/>
                </a:cubicBezTo>
                <a:cubicBezTo>
                  <a:pt x="7311" y="14332"/>
                  <a:pt x="7296" y="14339"/>
                  <a:pt x="7280" y="14339"/>
                </a:cubicBezTo>
                <a:cubicBezTo>
                  <a:pt x="7265" y="14339"/>
                  <a:pt x="7250" y="14332"/>
                  <a:pt x="7235" y="14317"/>
                </a:cubicBezTo>
                <a:cubicBezTo>
                  <a:pt x="7174" y="14225"/>
                  <a:pt x="7144" y="14104"/>
                  <a:pt x="7083" y="14013"/>
                </a:cubicBezTo>
                <a:lnTo>
                  <a:pt x="6870" y="13952"/>
                </a:lnTo>
                <a:lnTo>
                  <a:pt x="6840" y="13952"/>
                </a:lnTo>
                <a:cubicBezTo>
                  <a:pt x="6840" y="13861"/>
                  <a:pt x="6779" y="13861"/>
                  <a:pt x="6749" y="13861"/>
                </a:cubicBezTo>
                <a:cubicBezTo>
                  <a:pt x="6718" y="13952"/>
                  <a:pt x="6688" y="14043"/>
                  <a:pt x="6657" y="14134"/>
                </a:cubicBezTo>
                <a:lnTo>
                  <a:pt x="6353" y="13982"/>
                </a:lnTo>
                <a:cubicBezTo>
                  <a:pt x="6338" y="13967"/>
                  <a:pt x="6323" y="13959"/>
                  <a:pt x="6308" y="13959"/>
                </a:cubicBezTo>
                <a:cubicBezTo>
                  <a:pt x="6293" y="13959"/>
                  <a:pt x="6277" y="13967"/>
                  <a:pt x="6262" y="13982"/>
                </a:cubicBezTo>
                <a:cubicBezTo>
                  <a:pt x="6262" y="13982"/>
                  <a:pt x="6232" y="14043"/>
                  <a:pt x="6232" y="14043"/>
                </a:cubicBezTo>
                <a:lnTo>
                  <a:pt x="6445" y="14256"/>
                </a:lnTo>
                <a:cubicBezTo>
                  <a:pt x="6232" y="14286"/>
                  <a:pt x="6019" y="14347"/>
                  <a:pt x="5837" y="14408"/>
                </a:cubicBezTo>
                <a:lnTo>
                  <a:pt x="5745" y="14377"/>
                </a:lnTo>
                <a:lnTo>
                  <a:pt x="5685" y="14317"/>
                </a:lnTo>
                <a:cubicBezTo>
                  <a:pt x="5660" y="14216"/>
                  <a:pt x="5572" y="14157"/>
                  <a:pt x="5473" y="14157"/>
                </a:cubicBezTo>
                <a:cubicBezTo>
                  <a:pt x="5453" y="14157"/>
                  <a:pt x="5432" y="14159"/>
                  <a:pt x="5411" y="14165"/>
                </a:cubicBezTo>
                <a:lnTo>
                  <a:pt x="5320" y="14165"/>
                </a:lnTo>
                <a:cubicBezTo>
                  <a:pt x="5320" y="14195"/>
                  <a:pt x="5350" y="14225"/>
                  <a:pt x="5442" y="14225"/>
                </a:cubicBezTo>
                <a:lnTo>
                  <a:pt x="5594" y="14225"/>
                </a:lnTo>
                <a:cubicBezTo>
                  <a:pt x="5594" y="14286"/>
                  <a:pt x="5594" y="14317"/>
                  <a:pt x="5594" y="14347"/>
                </a:cubicBezTo>
                <a:lnTo>
                  <a:pt x="5381" y="14347"/>
                </a:lnTo>
                <a:cubicBezTo>
                  <a:pt x="5350" y="14357"/>
                  <a:pt x="5318" y="14361"/>
                  <a:pt x="5285" y="14361"/>
                </a:cubicBezTo>
                <a:cubicBezTo>
                  <a:pt x="5122" y="14361"/>
                  <a:pt x="4940" y="14256"/>
                  <a:pt x="4864" y="14256"/>
                </a:cubicBezTo>
                <a:cubicBezTo>
                  <a:pt x="4773" y="14256"/>
                  <a:pt x="4651" y="14225"/>
                  <a:pt x="4560" y="14225"/>
                </a:cubicBezTo>
                <a:cubicBezTo>
                  <a:pt x="4549" y="14220"/>
                  <a:pt x="4539" y="14217"/>
                  <a:pt x="4530" y="14217"/>
                </a:cubicBezTo>
                <a:cubicBezTo>
                  <a:pt x="4492" y="14217"/>
                  <a:pt x="4486" y="14267"/>
                  <a:pt x="4560" y="14317"/>
                </a:cubicBezTo>
                <a:lnTo>
                  <a:pt x="4590" y="14317"/>
                </a:lnTo>
                <a:cubicBezTo>
                  <a:pt x="4773" y="14408"/>
                  <a:pt x="4590" y="14438"/>
                  <a:pt x="4590" y="14529"/>
                </a:cubicBezTo>
                <a:cubicBezTo>
                  <a:pt x="4590" y="14610"/>
                  <a:pt x="4536" y="14637"/>
                  <a:pt x="4482" y="14637"/>
                </a:cubicBezTo>
                <a:cubicBezTo>
                  <a:pt x="4455" y="14637"/>
                  <a:pt x="4428" y="14631"/>
                  <a:pt x="4408" y="14620"/>
                </a:cubicBezTo>
                <a:lnTo>
                  <a:pt x="4195" y="14529"/>
                </a:lnTo>
                <a:cubicBezTo>
                  <a:pt x="3952" y="14620"/>
                  <a:pt x="3557" y="14560"/>
                  <a:pt x="3496" y="14620"/>
                </a:cubicBezTo>
                <a:cubicBezTo>
                  <a:pt x="3405" y="14681"/>
                  <a:pt x="3283" y="14742"/>
                  <a:pt x="3192" y="14772"/>
                </a:cubicBezTo>
                <a:lnTo>
                  <a:pt x="3162" y="14620"/>
                </a:lnTo>
                <a:cubicBezTo>
                  <a:pt x="3143" y="14582"/>
                  <a:pt x="3111" y="14544"/>
                  <a:pt x="3091" y="14544"/>
                </a:cubicBezTo>
                <a:cubicBezTo>
                  <a:pt x="3079" y="14544"/>
                  <a:pt x="3071" y="14557"/>
                  <a:pt x="3071" y="14590"/>
                </a:cubicBezTo>
                <a:lnTo>
                  <a:pt x="3040" y="14742"/>
                </a:lnTo>
                <a:cubicBezTo>
                  <a:pt x="2888" y="14894"/>
                  <a:pt x="2797" y="15076"/>
                  <a:pt x="2706" y="15289"/>
                </a:cubicBezTo>
                <a:cubicBezTo>
                  <a:pt x="2686" y="15318"/>
                  <a:pt x="2664" y="15332"/>
                  <a:pt x="2640" y="15332"/>
                </a:cubicBezTo>
                <a:cubicBezTo>
                  <a:pt x="2590" y="15332"/>
                  <a:pt x="2534" y="15271"/>
                  <a:pt x="2493" y="15168"/>
                </a:cubicBezTo>
                <a:lnTo>
                  <a:pt x="2645" y="14894"/>
                </a:lnTo>
                <a:lnTo>
                  <a:pt x="2706" y="14803"/>
                </a:lnTo>
                <a:cubicBezTo>
                  <a:pt x="2767" y="14681"/>
                  <a:pt x="2797" y="14560"/>
                  <a:pt x="2797" y="14438"/>
                </a:cubicBezTo>
                <a:lnTo>
                  <a:pt x="2797" y="14438"/>
                </a:lnTo>
                <a:lnTo>
                  <a:pt x="2706" y="14529"/>
                </a:lnTo>
                <a:cubicBezTo>
                  <a:pt x="2693" y="14521"/>
                  <a:pt x="2681" y="14517"/>
                  <a:pt x="2670" y="14517"/>
                </a:cubicBezTo>
                <a:cubicBezTo>
                  <a:pt x="2599" y="14517"/>
                  <a:pt x="2554" y="14659"/>
                  <a:pt x="2554" y="14712"/>
                </a:cubicBezTo>
                <a:cubicBezTo>
                  <a:pt x="2554" y="14745"/>
                  <a:pt x="2517" y="14769"/>
                  <a:pt x="2464" y="14769"/>
                </a:cubicBezTo>
                <a:cubicBezTo>
                  <a:pt x="2421" y="14769"/>
                  <a:pt x="2366" y="14753"/>
                  <a:pt x="2311" y="14712"/>
                </a:cubicBezTo>
                <a:lnTo>
                  <a:pt x="2220" y="14651"/>
                </a:lnTo>
                <a:lnTo>
                  <a:pt x="2128" y="14560"/>
                </a:lnTo>
                <a:cubicBezTo>
                  <a:pt x="1946" y="14499"/>
                  <a:pt x="1885" y="14377"/>
                  <a:pt x="2007" y="14286"/>
                </a:cubicBezTo>
                <a:lnTo>
                  <a:pt x="2007" y="14225"/>
                </a:lnTo>
                <a:lnTo>
                  <a:pt x="2007" y="14134"/>
                </a:lnTo>
                <a:cubicBezTo>
                  <a:pt x="1978" y="14086"/>
                  <a:pt x="1941" y="14069"/>
                  <a:pt x="1902" y="14069"/>
                </a:cubicBezTo>
                <a:cubicBezTo>
                  <a:pt x="1819" y="14069"/>
                  <a:pt x="1733" y="14153"/>
                  <a:pt x="1733" y="14195"/>
                </a:cubicBezTo>
                <a:cubicBezTo>
                  <a:pt x="1710" y="14263"/>
                  <a:pt x="1585" y="14298"/>
                  <a:pt x="1498" y="14298"/>
                </a:cubicBezTo>
                <a:cubicBezTo>
                  <a:pt x="1469" y="14298"/>
                  <a:pt x="1445" y="14294"/>
                  <a:pt x="1429" y="14286"/>
                </a:cubicBezTo>
                <a:lnTo>
                  <a:pt x="1429" y="14286"/>
                </a:lnTo>
                <a:cubicBezTo>
                  <a:pt x="1369" y="14286"/>
                  <a:pt x="1794" y="14651"/>
                  <a:pt x="1794" y="14742"/>
                </a:cubicBezTo>
                <a:cubicBezTo>
                  <a:pt x="1764" y="14803"/>
                  <a:pt x="1642" y="14803"/>
                  <a:pt x="1612" y="14803"/>
                </a:cubicBezTo>
                <a:cubicBezTo>
                  <a:pt x="1520" y="14894"/>
                  <a:pt x="1460" y="14985"/>
                  <a:pt x="1399" y="15076"/>
                </a:cubicBezTo>
                <a:lnTo>
                  <a:pt x="1247" y="15137"/>
                </a:lnTo>
                <a:cubicBezTo>
                  <a:pt x="1156" y="15168"/>
                  <a:pt x="1065" y="15198"/>
                  <a:pt x="973" y="15228"/>
                </a:cubicBezTo>
                <a:cubicBezTo>
                  <a:pt x="852" y="15289"/>
                  <a:pt x="1004" y="15380"/>
                  <a:pt x="973" y="15411"/>
                </a:cubicBezTo>
                <a:lnTo>
                  <a:pt x="882" y="15502"/>
                </a:lnTo>
                <a:lnTo>
                  <a:pt x="548" y="15654"/>
                </a:lnTo>
                <a:cubicBezTo>
                  <a:pt x="517" y="15684"/>
                  <a:pt x="578" y="15745"/>
                  <a:pt x="700" y="15775"/>
                </a:cubicBezTo>
                <a:lnTo>
                  <a:pt x="730" y="15775"/>
                </a:lnTo>
                <a:cubicBezTo>
                  <a:pt x="771" y="15735"/>
                  <a:pt x="808" y="15721"/>
                  <a:pt x="844" y="15721"/>
                </a:cubicBezTo>
                <a:cubicBezTo>
                  <a:pt x="916" y="15721"/>
                  <a:pt x="983" y="15775"/>
                  <a:pt x="1065" y="15775"/>
                </a:cubicBezTo>
                <a:lnTo>
                  <a:pt x="1186" y="15775"/>
                </a:lnTo>
                <a:cubicBezTo>
                  <a:pt x="1308" y="15775"/>
                  <a:pt x="1460" y="15775"/>
                  <a:pt x="1581" y="15745"/>
                </a:cubicBezTo>
                <a:lnTo>
                  <a:pt x="1612" y="15867"/>
                </a:lnTo>
                <a:lnTo>
                  <a:pt x="1672" y="16019"/>
                </a:lnTo>
                <a:cubicBezTo>
                  <a:pt x="1764" y="15988"/>
                  <a:pt x="1824" y="15897"/>
                  <a:pt x="1855" y="15775"/>
                </a:cubicBezTo>
                <a:cubicBezTo>
                  <a:pt x="1855" y="15745"/>
                  <a:pt x="1885" y="15715"/>
                  <a:pt x="1976" y="15715"/>
                </a:cubicBezTo>
                <a:lnTo>
                  <a:pt x="2007" y="15715"/>
                </a:lnTo>
                <a:cubicBezTo>
                  <a:pt x="2037" y="15760"/>
                  <a:pt x="2083" y="15783"/>
                  <a:pt x="2128" y="15783"/>
                </a:cubicBezTo>
                <a:cubicBezTo>
                  <a:pt x="2174" y="15783"/>
                  <a:pt x="2220" y="15760"/>
                  <a:pt x="2250" y="15715"/>
                </a:cubicBezTo>
                <a:cubicBezTo>
                  <a:pt x="2291" y="15694"/>
                  <a:pt x="2333" y="15631"/>
                  <a:pt x="2393" y="15631"/>
                </a:cubicBezTo>
                <a:cubicBezTo>
                  <a:pt x="2421" y="15631"/>
                  <a:pt x="2454" y="15645"/>
                  <a:pt x="2493" y="15684"/>
                </a:cubicBezTo>
                <a:cubicBezTo>
                  <a:pt x="2584" y="15654"/>
                  <a:pt x="2706" y="15624"/>
                  <a:pt x="2828" y="15593"/>
                </a:cubicBezTo>
                <a:lnTo>
                  <a:pt x="3131" y="15593"/>
                </a:lnTo>
                <a:cubicBezTo>
                  <a:pt x="3189" y="15651"/>
                  <a:pt x="3259" y="15672"/>
                  <a:pt x="3311" y="15672"/>
                </a:cubicBezTo>
                <a:cubicBezTo>
                  <a:pt x="3340" y="15672"/>
                  <a:pt x="3364" y="15665"/>
                  <a:pt x="3375" y="15654"/>
                </a:cubicBezTo>
                <a:cubicBezTo>
                  <a:pt x="3375" y="15650"/>
                  <a:pt x="3377" y="15648"/>
                  <a:pt x="3381" y="15648"/>
                </a:cubicBezTo>
                <a:cubicBezTo>
                  <a:pt x="3407" y="15648"/>
                  <a:pt x="3500" y="15719"/>
                  <a:pt x="3527" y="15745"/>
                </a:cubicBezTo>
                <a:cubicBezTo>
                  <a:pt x="3533" y="15751"/>
                  <a:pt x="3542" y="15754"/>
                  <a:pt x="3554" y="15754"/>
                </a:cubicBezTo>
                <a:cubicBezTo>
                  <a:pt x="3602" y="15754"/>
                  <a:pt x="3685" y="15715"/>
                  <a:pt x="3709" y="15715"/>
                </a:cubicBezTo>
                <a:cubicBezTo>
                  <a:pt x="3739" y="15684"/>
                  <a:pt x="3648" y="15532"/>
                  <a:pt x="3587" y="15472"/>
                </a:cubicBezTo>
                <a:cubicBezTo>
                  <a:pt x="3527" y="15411"/>
                  <a:pt x="3587" y="15350"/>
                  <a:pt x="3739" y="15350"/>
                </a:cubicBezTo>
                <a:lnTo>
                  <a:pt x="3800" y="15472"/>
                </a:lnTo>
                <a:cubicBezTo>
                  <a:pt x="3922" y="15502"/>
                  <a:pt x="4013" y="15593"/>
                  <a:pt x="4104" y="15624"/>
                </a:cubicBezTo>
                <a:cubicBezTo>
                  <a:pt x="4195" y="15654"/>
                  <a:pt x="4317" y="15624"/>
                  <a:pt x="4378" y="15684"/>
                </a:cubicBezTo>
                <a:cubicBezTo>
                  <a:pt x="4403" y="15703"/>
                  <a:pt x="4424" y="15710"/>
                  <a:pt x="4443" y="15710"/>
                </a:cubicBezTo>
                <a:cubicBezTo>
                  <a:pt x="4503" y="15710"/>
                  <a:pt x="4544" y="15641"/>
                  <a:pt x="4621" y="15641"/>
                </a:cubicBezTo>
                <a:cubicBezTo>
                  <a:pt x="4639" y="15641"/>
                  <a:pt x="4659" y="15645"/>
                  <a:pt x="4682" y="15654"/>
                </a:cubicBezTo>
                <a:lnTo>
                  <a:pt x="4803" y="15715"/>
                </a:lnTo>
                <a:cubicBezTo>
                  <a:pt x="4834" y="15593"/>
                  <a:pt x="4803" y="15502"/>
                  <a:pt x="4712" y="15472"/>
                </a:cubicBezTo>
                <a:cubicBezTo>
                  <a:pt x="4651" y="15441"/>
                  <a:pt x="4742" y="15411"/>
                  <a:pt x="4925" y="15380"/>
                </a:cubicBezTo>
                <a:lnTo>
                  <a:pt x="5077" y="15380"/>
                </a:lnTo>
                <a:cubicBezTo>
                  <a:pt x="5161" y="15380"/>
                  <a:pt x="5116" y="15536"/>
                  <a:pt x="5204" y="15536"/>
                </a:cubicBezTo>
                <a:cubicBezTo>
                  <a:pt x="5211" y="15536"/>
                  <a:pt x="5219" y="15535"/>
                  <a:pt x="5229" y="15532"/>
                </a:cubicBezTo>
                <a:cubicBezTo>
                  <a:pt x="5350" y="15532"/>
                  <a:pt x="5442" y="15472"/>
                  <a:pt x="5563" y="15472"/>
                </a:cubicBezTo>
                <a:lnTo>
                  <a:pt x="5715" y="15472"/>
                </a:lnTo>
                <a:cubicBezTo>
                  <a:pt x="5867" y="15441"/>
                  <a:pt x="6019" y="15350"/>
                  <a:pt x="6049" y="15198"/>
                </a:cubicBezTo>
                <a:cubicBezTo>
                  <a:pt x="6049" y="15139"/>
                  <a:pt x="6176" y="15106"/>
                  <a:pt x="6258" y="15106"/>
                </a:cubicBezTo>
                <a:cubicBezTo>
                  <a:pt x="6303" y="15106"/>
                  <a:pt x="6334" y="15116"/>
                  <a:pt x="6323" y="15137"/>
                </a:cubicBezTo>
                <a:cubicBezTo>
                  <a:pt x="6314" y="15165"/>
                  <a:pt x="6321" y="15176"/>
                  <a:pt x="6337" y="15176"/>
                </a:cubicBezTo>
                <a:cubicBezTo>
                  <a:pt x="6374" y="15176"/>
                  <a:pt x="6454" y="15119"/>
                  <a:pt x="6475" y="15076"/>
                </a:cubicBezTo>
                <a:cubicBezTo>
                  <a:pt x="6487" y="15065"/>
                  <a:pt x="6504" y="15060"/>
                  <a:pt x="6524" y="15060"/>
                </a:cubicBezTo>
                <a:cubicBezTo>
                  <a:pt x="6612" y="15060"/>
                  <a:pt x="6760" y="15149"/>
                  <a:pt x="6809" y="15198"/>
                </a:cubicBezTo>
                <a:cubicBezTo>
                  <a:pt x="6823" y="15205"/>
                  <a:pt x="6846" y="15207"/>
                  <a:pt x="6874" y="15207"/>
                </a:cubicBezTo>
                <a:cubicBezTo>
                  <a:pt x="6924" y="15207"/>
                  <a:pt x="6989" y="15200"/>
                  <a:pt x="7043" y="15200"/>
                </a:cubicBezTo>
                <a:cubicBezTo>
                  <a:pt x="7092" y="15200"/>
                  <a:pt x="7132" y="15206"/>
                  <a:pt x="7144" y="15228"/>
                </a:cubicBezTo>
                <a:cubicBezTo>
                  <a:pt x="7144" y="15251"/>
                  <a:pt x="7146" y="15261"/>
                  <a:pt x="7148" y="15261"/>
                </a:cubicBezTo>
                <a:cubicBezTo>
                  <a:pt x="7157" y="15261"/>
                  <a:pt x="7174" y="15175"/>
                  <a:pt x="7174" y="15107"/>
                </a:cubicBezTo>
                <a:cubicBezTo>
                  <a:pt x="7193" y="15069"/>
                  <a:pt x="7246" y="15043"/>
                  <a:pt x="7321" y="15043"/>
                </a:cubicBezTo>
                <a:cubicBezTo>
                  <a:pt x="7366" y="15043"/>
                  <a:pt x="7420" y="15053"/>
                  <a:pt x="7478" y="15076"/>
                </a:cubicBezTo>
                <a:lnTo>
                  <a:pt x="7326" y="15198"/>
                </a:lnTo>
                <a:lnTo>
                  <a:pt x="7204" y="15320"/>
                </a:lnTo>
                <a:cubicBezTo>
                  <a:pt x="7326" y="15320"/>
                  <a:pt x="7478" y="15289"/>
                  <a:pt x="7600" y="15168"/>
                </a:cubicBezTo>
                <a:cubicBezTo>
                  <a:pt x="7630" y="15107"/>
                  <a:pt x="7630" y="15016"/>
                  <a:pt x="7539" y="15016"/>
                </a:cubicBezTo>
                <a:lnTo>
                  <a:pt x="7508" y="14955"/>
                </a:lnTo>
                <a:cubicBezTo>
                  <a:pt x="7508" y="14894"/>
                  <a:pt x="7478" y="14803"/>
                  <a:pt x="7508" y="14742"/>
                </a:cubicBezTo>
                <a:cubicBezTo>
                  <a:pt x="7569" y="14712"/>
                  <a:pt x="7660" y="14712"/>
                  <a:pt x="7752" y="14712"/>
                </a:cubicBezTo>
                <a:cubicBezTo>
                  <a:pt x="7797" y="14757"/>
                  <a:pt x="7858" y="14780"/>
                  <a:pt x="7919" y="14780"/>
                </a:cubicBezTo>
                <a:cubicBezTo>
                  <a:pt x="7980" y="14780"/>
                  <a:pt x="8040" y="14757"/>
                  <a:pt x="8086" y="14712"/>
                </a:cubicBezTo>
                <a:lnTo>
                  <a:pt x="8147" y="14681"/>
                </a:lnTo>
                <a:cubicBezTo>
                  <a:pt x="8180" y="14676"/>
                  <a:pt x="8211" y="14673"/>
                  <a:pt x="8238" y="14673"/>
                </a:cubicBezTo>
                <a:cubicBezTo>
                  <a:pt x="8358" y="14673"/>
                  <a:pt x="8415" y="14723"/>
                  <a:pt x="8390" y="14772"/>
                </a:cubicBezTo>
                <a:lnTo>
                  <a:pt x="8329" y="14803"/>
                </a:lnTo>
                <a:lnTo>
                  <a:pt x="8238" y="14864"/>
                </a:lnTo>
                <a:cubicBezTo>
                  <a:pt x="8116" y="14955"/>
                  <a:pt x="8208" y="15228"/>
                  <a:pt x="8208" y="15289"/>
                </a:cubicBezTo>
                <a:cubicBezTo>
                  <a:pt x="8183" y="15364"/>
                  <a:pt x="8178" y="15419"/>
                  <a:pt x="8194" y="15419"/>
                </a:cubicBezTo>
                <a:cubicBezTo>
                  <a:pt x="8198" y="15419"/>
                  <a:pt x="8202" y="15416"/>
                  <a:pt x="8208" y="15411"/>
                </a:cubicBezTo>
                <a:lnTo>
                  <a:pt x="8208" y="15380"/>
                </a:lnTo>
                <a:cubicBezTo>
                  <a:pt x="8238" y="15350"/>
                  <a:pt x="8177" y="15259"/>
                  <a:pt x="8268" y="15228"/>
                </a:cubicBezTo>
                <a:cubicBezTo>
                  <a:pt x="8290" y="15223"/>
                  <a:pt x="8309" y="15220"/>
                  <a:pt x="8325" y="15220"/>
                </a:cubicBezTo>
                <a:cubicBezTo>
                  <a:pt x="8400" y="15220"/>
                  <a:pt x="8420" y="15275"/>
                  <a:pt x="8420" y="15350"/>
                </a:cubicBezTo>
                <a:cubicBezTo>
                  <a:pt x="8451" y="15350"/>
                  <a:pt x="8542" y="15137"/>
                  <a:pt x="8663" y="15107"/>
                </a:cubicBezTo>
                <a:cubicBezTo>
                  <a:pt x="8755" y="15046"/>
                  <a:pt x="8846" y="14985"/>
                  <a:pt x="8907" y="14924"/>
                </a:cubicBezTo>
                <a:cubicBezTo>
                  <a:pt x="9089" y="14924"/>
                  <a:pt x="9211" y="14985"/>
                  <a:pt x="9332" y="15107"/>
                </a:cubicBezTo>
                <a:cubicBezTo>
                  <a:pt x="9393" y="15168"/>
                  <a:pt x="9454" y="15228"/>
                  <a:pt x="9515" y="15289"/>
                </a:cubicBezTo>
                <a:cubicBezTo>
                  <a:pt x="9575" y="15289"/>
                  <a:pt x="9606" y="15259"/>
                  <a:pt x="9636" y="15228"/>
                </a:cubicBezTo>
                <a:lnTo>
                  <a:pt x="9636" y="15168"/>
                </a:lnTo>
                <a:cubicBezTo>
                  <a:pt x="9636" y="15087"/>
                  <a:pt x="9663" y="15046"/>
                  <a:pt x="9717" y="15046"/>
                </a:cubicBezTo>
                <a:cubicBezTo>
                  <a:pt x="9744" y="15046"/>
                  <a:pt x="9778" y="15056"/>
                  <a:pt x="9819" y="15076"/>
                </a:cubicBezTo>
                <a:lnTo>
                  <a:pt x="9879" y="15107"/>
                </a:lnTo>
                <a:cubicBezTo>
                  <a:pt x="10092" y="15046"/>
                  <a:pt x="10305" y="14985"/>
                  <a:pt x="10518" y="14955"/>
                </a:cubicBezTo>
                <a:lnTo>
                  <a:pt x="10761" y="15137"/>
                </a:lnTo>
                <a:cubicBezTo>
                  <a:pt x="10791" y="15107"/>
                  <a:pt x="10852" y="14985"/>
                  <a:pt x="10882" y="14955"/>
                </a:cubicBezTo>
                <a:cubicBezTo>
                  <a:pt x="10882" y="14940"/>
                  <a:pt x="10951" y="14924"/>
                  <a:pt x="11023" y="14924"/>
                </a:cubicBezTo>
                <a:cubicBezTo>
                  <a:pt x="11095" y="14924"/>
                  <a:pt x="11171" y="14940"/>
                  <a:pt x="11186" y="14985"/>
                </a:cubicBezTo>
                <a:cubicBezTo>
                  <a:pt x="11198" y="15021"/>
                  <a:pt x="11215" y="15033"/>
                  <a:pt x="11231" y="15033"/>
                </a:cubicBezTo>
                <a:cubicBezTo>
                  <a:pt x="11255" y="15033"/>
                  <a:pt x="11278" y="15004"/>
                  <a:pt x="11278" y="14985"/>
                </a:cubicBezTo>
                <a:cubicBezTo>
                  <a:pt x="11278" y="14964"/>
                  <a:pt x="11384" y="14942"/>
                  <a:pt x="11521" y="14942"/>
                </a:cubicBezTo>
                <a:cubicBezTo>
                  <a:pt x="11578" y="14942"/>
                  <a:pt x="11641" y="14946"/>
                  <a:pt x="11703" y="14955"/>
                </a:cubicBezTo>
                <a:lnTo>
                  <a:pt x="12098" y="14955"/>
                </a:lnTo>
                <a:cubicBezTo>
                  <a:pt x="12106" y="14947"/>
                  <a:pt x="12117" y="14943"/>
                  <a:pt x="12128" y="14943"/>
                </a:cubicBezTo>
                <a:cubicBezTo>
                  <a:pt x="12159" y="14943"/>
                  <a:pt x="12198" y="14971"/>
                  <a:pt x="12220" y="15016"/>
                </a:cubicBezTo>
                <a:lnTo>
                  <a:pt x="12250" y="15046"/>
                </a:lnTo>
                <a:cubicBezTo>
                  <a:pt x="12311" y="15046"/>
                  <a:pt x="12433" y="14833"/>
                  <a:pt x="12493" y="14833"/>
                </a:cubicBezTo>
                <a:cubicBezTo>
                  <a:pt x="12615" y="14864"/>
                  <a:pt x="12706" y="14894"/>
                  <a:pt x="12797" y="14985"/>
                </a:cubicBezTo>
                <a:cubicBezTo>
                  <a:pt x="12801" y="14989"/>
                  <a:pt x="12806" y="14991"/>
                  <a:pt x="12812" y="14991"/>
                </a:cubicBezTo>
                <a:cubicBezTo>
                  <a:pt x="12850" y="14991"/>
                  <a:pt x="12923" y="14901"/>
                  <a:pt x="12949" y="14742"/>
                </a:cubicBezTo>
                <a:lnTo>
                  <a:pt x="13253" y="14742"/>
                </a:lnTo>
                <a:cubicBezTo>
                  <a:pt x="13284" y="14772"/>
                  <a:pt x="13192" y="14924"/>
                  <a:pt x="13162" y="14955"/>
                </a:cubicBezTo>
                <a:cubicBezTo>
                  <a:pt x="13134" y="14982"/>
                  <a:pt x="13282" y="15035"/>
                  <a:pt x="13491" y="15044"/>
                </a:cubicBezTo>
                <a:lnTo>
                  <a:pt x="13491" y="15044"/>
                </a:lnTo>
                <a:cubicBezTo>
                  <a:pt x="13491" y="15116"/>
                  <a:pt x="13573" y="15245"/>
                  <a:pt x="13679" y="15350"/>
                </a:cubicBezTo>
                <a:lnTo>
                  <a:pt x="13922" y="15350"/>
                </a:lnTo>
                <a:cubicBezTo>
                  <a:pt x="13983" y="15380"/>
                  <a:pt x="13983" y="15441"/>
                  <a:pt x="13922" y="15502"/>
                </a:cubicBezTo>
                <a:lnTo>
                  <a:pt x="13892" y="15502"/>
                </a:lnTo>
                <a:cubicBezTo>
                  <a:pt x="13865" y="15507"/>
                  <a:pt x="13839" y="15510"/>
                  <a:pt x="13814" y="15510"/>
                </a:cubicBezTo>
                <a:cubicBezTo>
                  <a:pt x="13697" y="15510"/>
                  <a:pt x="13602" y="15455"/>
                  <a:pt x="13527" y="15380"/>
                </a:cubicBezTo>
                <a:cubicBezTo>
                  <a:pt x="13405" y="15259"/>
                  <a:pt x="13253" y="15137"/>
                  <a:pt x="13101" y="15016"/>
                </a:cubicBezTo>
                <a:cubicBezTo>
                  <a:pt x="13071" y="15016"/>
                  <a:pt x="13010" y="15168"/>
                  <a:pt x="13010" y="15228"/>
                </a:cubicBezTo>
                <a:cubicBezTo>
                  <a:pt x="13010" y="15244"/>
                  <a:pt x="12987" y="15251"/>
                  <a:pt x="12957" y="15251"/>
                </a:cubicBezTo>
                <a:cubicBezTo>
                  <a:pt x="12926" y="15251"/>
                  <a:pt x="12888" y="15244"/>
                  <a:pt x="12858" y="15228"/>
                </a:cubicBezTo>
                <a:lnTo>
                  <a:pt x="12797" y="15228"/>
                </a:lnTo>
                <a:cubicBezTo>
                  <a:pt x="12752" y="15213"/>
                  <a:pt x="12699" y="15206"/>
                  <a:pt x="12645" y="15206"/>
                </a:cubicBezTo>
                <a:cubicBezTo>
                  <a:pt x="12592" y="15206"/>
                  <a:pt x="12539" y="15213"/>
                  <a:pt x="12493" y="15228"/>
                </a:cubicBezTo>
                <a:cubicBezTo>
                  <a:pt x="12493" y="15214"/>
                  <a:pt x="12479" y="15208"/>
                  <a:pt x="12455" y="15208"/>
                </a:cubicBezTo>
                <a:cubicBezTo>
                  <a:pt x="12376" y="15208"/>
                  <a:pt x="12199" y="15273"/>
                  <a:pt x="12129" y="15320"/>
                </a:cubicBezTo>
                <a:cubicBezTo>
                  <a:pt x="12068" y="15350"/>
                  <a:pt x="11999" y="15365"/>
                  <a:pt x="11931" y="15365"/>
                </a:cubicBezTo>
                <a:cubicBezTo>
                  <a:pt x="11863" y="15365"/>
                  <a:pt x="11794" y="15350"/>
                  <a:pt x="11733" y="15320"/>
                </a:cubicBezTo>
                <a:lnTo>
                  <a:pt x="11612" y="15289"/>
                </a:lnTo>
                <a:cubicBezTo>
                  <a:pt x="11490" y="15259"/>
                  <a:pt x="11369" y="15228"/>
                  <a:pt x="11278" y="15228"/>
                </a:cubicBezTo>
                <a:lnTo>
                  <a:pt x="11156" y="15228"/>
                </a:lnTo>
                <a:cubicBezTo>
                  <a:pt x="11068" y="15258"/>
                  <a:pt x="11122" y="15401"/>
                  <a:pt x="11290" y="15548"/>
                </a:cubicBezTo>
                <a:lnTo>
                  <a:pt x="11290" y="15548"/>
                </a:lnTo>
                <a:cubicBezTo>
                  <a:pt x="11215" y="15555"/>
                  <a:pt x="11140" y="15563"/>
                  <a:pt x="11065" y="15563"/>
                </a:cubicBezTo>
                <a:cubicBezTo>
                  <a:pt x="10943" y="15624"/>
                  <a:pt x="10761" y="15684"/>
                  <a:pt x="10639" y="15745"/>
                </a:cubicBezTo>
                <a:lnTo>
                  <a:pt x="10518" y="15775"/>
                </a:lnTo>
                <a:cubicBezTo>
                  <a:pt x="10518" y="15775"/>
                  <a:pt x="10457" y="15715"/>
                  <a:pt x="10457" y="15684"/>
                </a:cubicBezTo>
                <a:cubicBezTo>
                  <a:pt x="10457" y="15684"/>
                  <a:pt x="10487" y="15624"/>
                  <a:pt x="10518" y="15624"/>
                </a:cubicBezTo>
                <a:lnTo>
                  <a:pt x="10609" y="15624"/>
                </a:lnTo>
                <a:cubicBezTo>
                  <a:pt x="10670" y="15624"/>
                  <a:pt x="10366" y="15563"/>
                  <a:pt x="10274" y="15472"/>
                </a:cubicBezTo>
                <a:cubicBezTo>
                  <a:pt x="10248" y="15454"/>
                  <a:pt x="10234" y="15446"/>
                  <a:pt x="10229" y="15446"/>
                </a:cubicBezTo>
                <a:cubicBezTo>
                  <a:pt x="10216" y="15446"/>
                  <a:pt x="10253" y="15489"/>
                  <a:pt x="10274" y="15532"/>
                </a:cubicBezTo>
                <a:cubicBezTo>
                  <a:pt x="10286" y="15556"/>
                  <a:pt x="10258" y="15565"/>
                  <a:pt x="10213" y="15565"/>
                </a:cubicBezTo>
                <a:cubicBezTo>
                  <a:pt x="10141" y="15565"/>
                  <a:pt x="10027" y="15540"/>
                  <a:pt x="9970" y="15502"/>
                </a:cubicBezTo>
                <a:cubicBezTo>
                  <a:pt x="9940" y="15472"/>
                  <a:pt x="9902" y="15456"/>
                  <a:pt x="9868" y="15456"/>
                </a:cubicBezTo>
                <a:cubicBezTo>
                  <a:pt x="9834" y="15456"/>
                  <a:pt x="9803" y="15472"/>
                  <a:pt x="9788" y="15502"/>
                </a:cubicBezTo>
                <a:cubicBezTo>
                  <a:pt x="9758" y="15532"/>
                  <a:pt x="9819" y="15593"/>
                  <a:pt x="9879" y="15593"/>
                </a:cubicBezTo>
                <a:lnTo>
                  <a:pt x="10001" y="15593"/>
                </a:lnTo>
                <a:cubicBezTo>
                  <a:pt x="10001" y="15624"/>
                  <a:pt x="9940" y="15745"/>
                  <a:pt x="9910" y="15806"/>
                </a:cubicBezTo>
                <a:cubicBezTo>
                  <a:pt x="9904" y="15811"/>
                  <a:pt x="9893" y="15814"/>
                  <a:pt x="9876" y="15814"/>
                </a:cubicBezTo>
                <a:cubicBezTo>
                  <a:pt x="9795" y="15814"/>
                  <a:pt x="9589" y="15755"/>
                  <a:pt x="9363" y="15654"/>
                </a:cubicBezTo>
                <a:lnTo>
                  <a:pt x="9636" y="15380"/>
                </a:lnTo>
                <a:cubicBezTo>
                  <a:pt x="9601" y="15357"/>
                  <a:pt x="9566" y="15347"/>
                  <a:pt x="9535" y="15347"/>
                </a:cubicBezTo>
                <a:cubicBezTo>
                  <a:pt x="9484" y="15347"/>
                  <a:pt x="9442" y="15373"/>
                  <a:pt x="9423" y="15411"/>
                </a:cubicBezTo>
                <a:cubicBezTo>
                  <a:pt x="9393" y="15472"/>
                  <a:pt x="9180" y="15532"/>
                  <a:pt x="9089" y="15532"/>
                </a:cubicBezTo>
                <a:cubicBezTo>
                  <a:pt x="9028" y="15532"/>
                  <a:pt x="9119" y="15593"/>
                  <a:pt x="9180" y="15593"/>
                </a:cubicBezTo>
                <a:cubicBezTo>
                  <a:pt x="9241" y="15624"/>
                  <a:pt x="9332" y="15684"/>
                  <a:pt x="9393" y="15715"/>
                </a:cubicBezTo>
                <a:cubicBezTo>
                  <a:pt x="9420" y="15742"/>
                  <a:pt x="9331" y="15757"/>
                  <a:pt x="9219" y="15757"/>
                </a:cubicBezTo>
                <a:cubicBezTo>
                  <a:pt x="9081" y="15757"/>
                  <a:pt x="8910" y="15735"/>
                  <a:pt x="8876" y="15684"/>
                </a:cubicBezTo>
                <a:cubicBezTo>
                  <a:pt x="8846" y="15563"/>
                  <a:pt x="8755" y="15441"/>
                  <a:pt x="8724" y="15441"/>
                </a:cubicBezTo>
                <a:cubicBezTo>
                  <a:pt x="8663" y="15441"/>
                  <a:pt x="8603" y="15654"/>
                  <a:pt x="8542" y="15715"/>
                </a:cubicBezTo>
                <a:cubicBezTo>
                  <a:pt x="8497" y="15759"/>
                  <a:pt x="8534" y="15787"/>
                  <a:pt x="8569" y="15787"/>
                </a:cubicBezTo>
                <a:cubicBezTo>
                  <a:pt x="8582" y="15787"/>
                  <a:pt x="8595" y="15784"/>
                  <a:pt x="8603" y="15775"/>
                </a:cubicBezTo>
                <a:cubicBezTo>
                  <a:pt x="8608" y="15770"/>
                  <a:pt x="8613" y="15767"/>
                  <a:pt x="8617" y="15767"/>
                </a:cubicBezTo>
                <a:cubicBezTo>
                  <a:pt x="8633" y="15767"/>
                  <a:pt x="8633" y="15817"/>
                  <a:pt x="8633" y="15867"/>
                </a:cubicBezTo>
                <a:lnTo>
                  <a:pt x="8572" y="15897"/>
                </a:lnTo>
                <a:lnTo>
                  <a:pt x="8512" y="15958"/>
                </a:lnTo>
                <a:cubicBezTo>
                  <a:pt x="8489" y="15965"/>
                  <a:pt x="8464" y="15969"/>
                  <a:pt x="8438" y="15969"/>
                </a:cubicBezTo>
                <a:cubicBezTo>
                  <a:pt x="8361" y="15969"/>
                  <a:pt x="8276" y="15935"/>
                  <a:pt x="8208" y="15867"/>
                </a:cubicBezTo>
                <a:lnTo>
                  <a:pt x="8086" y="15867"/>
                </a:lnTo>
                <a:cubicBezTo>
                  <a:pt x="7995" y="15836"/>
                  <a:pt x="7995" y="15806"/>
                  <a:pt x="7995" y="15715"/>
                </a:cubicBezTo>
                <a:lnTo>
                  <a:pt x="7934" y="15593"/>
                </a:lnTo>
                <a:cubicBezTo>
                  <a:pt x="7873" y="15624"/>
                  <a:pt x="7812" y="15639"/>
                  <a:pt x="7752" y="15639"/>
                </a:cubicBezTo>
                <a:cubicBezTo>
                  <a:pt x="7691" y="15639"/>
                  <a:pt x="7630" y="15624"/>
                  <a:pt x="7569" y="15593"/>
                </a:cubicBezTo>
                <a:lnTo>
                  <a:pt x="7478" y="15563"/>
                </a:lnTo>
                <a:lnTo>
                  <a:pt x="7326" y="15502"/>
                </a:lnTo>
                <a:cubicBezTo>
                  <a:pt x="7204" y="15532"/>
                  <a:pt x="7113" y="15593"/>
                  <a:pt x="7083" y="15715"/>
                </a:cubicBezTo>
                <a:cubicBezTo>
                  <a:pt x="7083" y="15745"/>
                  <a:pt x="7174" y="15775"/>
                  <a:pt x="7204" y="15775"/>
                </a:cubicBezTo>
                <a:cubicBezTo>
                  <a:pt x="7235" y="15775"/>
                  <a:pt x="7326" y="15927"/>
                  <a:pt x="7387" y="15927"/>
                </a:cubicBezTo>
                <a:cubicBezTo>
                  <a:pt x="7400" y="15923"/>
                  <a:pt x="7415" y="15921"/>
                  <a:pt x="7431" y="15921"/>
                </a:cubicBezTo>
                <a:cubicBezTo>
                  <a:pt x="7528" y="15921"/>
                  <a:pt x="7669" y="15988"/>
                  <a:pt x="7721" y="15988"/>
                </a:cubicBezTo>
                <a:cubicBezTo>
                  <a:pt x="7812" y="15988"/>
                  <a:pt x="7782" y="16049"/>
                  <a:pt x="7691" y="16140"/>
                </a:cubicBezTo>
                <a:lnTo>
                  <a:pt x="7326" y="16171"/>
                </a:lnTo>
                <a:lnTo>
                  <a:pt x="7174" y="16171"/>
                </a:lnTo>
                <a:lnTo>
                  <a:pt x="7144" y="16140"/>
                </a:lnTo>
                <a:cubicBezTo>
                  <a:pt x="7133" y="16119"/>
                  <a:pt x="7122" y="16109"/>
                  <a:pt x="7110" y="16109"/>
                </a:cubicBezTo>
                <a:cubicBezTo>
                  <a:pt x="7088" y="16109"/>
                  <a:pt x="7061" y="16142"/>
                  <a:pt x="7022" y="16201"/>
                </a:cubicBezTo>
                <a:lnTo>
                  <a:pt x="6992" y="16201"/>
                </a:lnTo>
                <a:cubicBezTo>
                  <a:pt x="6954" y="16193"/>
                  <a:pt x="6914" y="16190"/>
                  <a:pt x="6873" y="16190"/>
                </a:cubicBezTo>
                <a:cubicBezTo>
                  <a:pt x="6752" y="16190"/>
                  <a:pt x="6627" y="16224"/>
                  <a:pt x="6536" y="16292"/>
                </a:cubicBezTo>
                <a:cubicBezTo>
                  <a:pt x="6475" y="16231"/>
                  <a:pt x="6414" y="16201"/>
                  <a:pt x="6384" y="16140"/>
                </a:cubicBezTo>
                <a:lnTo>
                  <a:pt x="6323" y="16231"/>
                </a:lnTo>
                <a:lnTo>
                  <a:pt x="6262" y="16201"/>
                </a:lnTo>
                <a:cubicBezTo>
                  <a:pt x="6253" y="16182"/>
                  <a:pt x="6217" y="16175"/>
                  <a:pt x="6169" y="16175"/>
                </a:cubicBezTo>
                <a:cubicBezTo>
                  <a:pt x="6061" y="16175"/>
                  <a:pt x="5890" y="16210"/>
                  <a:pt x="5806" y="16231"/>
                </a:cubicBezTo>
                <a:cubicBezTo>
                  <a:pt x="5794" y="16240"/>
                  <a:pt x="5778" y="16244"/>
                  <a:pt x="5761" y="16244"/>
                </a:cubicBezTo>
                <a:cubicBezTo>
                  <a:pt x="5652" y="16244"/>
                  <a:pt x="5468" y="16097"/>
                  <a:pt x="5442" y="16019"/>
                </a:cubicBezTo>
                <a:cubicBezTo>
                  <a:pt x="5424" y="15983"/>
                  <a:pt x="5322" y="15968"/>
                  <a:pt x="5223" y="15968"/>
                </a:cubicBezTo>
                <a:cubicBezTo>
                  <a:pt x="5153" y="15968"/>
                  <a:pt x="5084" y="15976"/>
                  <a:pt x="5046" y="15988"/>
                </a:cubicBezTo>
                <a:cubicBezTo>
                  <a:pt x="4955" y="15988"/>
                  <a:pt x="4925" y="16079"/>
                  <a:pt x="4925" y="16171"/>
                </a:cubicBezTo>
                <a:lnTo>
                  <a:pt x="4925" y="16262"/>
                </a:lnTo>
                <a:cubicBezTo>
                  <a:pt x="4894" y="16292"/>
                  <a:pt x="4864" y="16292"/>
                  <a:pt x="4803" y="16323"/>
                </a:cubicBezTo>
                <a:cubicBezTo>
                  <a:pt x="4773" y="16323"/>
                  <a:pt x="4712" y="16292"/>
                  <a:pt x="4712" y="16262"/>
                </a:cubicBezTo>
                <a:lnTo>
                  <a:pt x="4712" y="16110"/>
                </a:lnTo>
                <a:cubicBezTo>
                  <a:pt x="4712" y="15988"/>
                  <a:pt x="4621" y="15867"/>
                  <a:pt x="4499" y="15836"/>
                </a:cubicBezTo>
                <a:cubicBezTo>
                  <a:pt x="4438" y="15836"/>
                  <a:pt x="4499" y="15897"/>
                  <a:pt x="4499" y="15958"/>
                </a:cubicBezTo>
                <a:cubicBezTo>
                  <a:pt x="4499" y="16019"/>
                  <a:pt x="4530" y="16079"/>
                  <a:pt x="4560" y="16110"/>
                </a:cubicBezTo>
                <a:cubicBezTo>
                  <a:pt x="4590" y="16201"/>
                  <a:pt x="4590" y="16262"/>
                  <a:pt x="4621" y="16323"/>
                </a:cubicBezTo>
                <a:lnTo>
                  <a:pt x="4469" y="16323"/>
                </a:lnTo>
                <a:cubicBezTo>
                  <a:pt x="4378" y="16323"/>
                  <a:pt x="4286" y="16323"/>
                  <a:pt x="4317" y="16414"/>
                </a:cubicBezTo>
                <a:cubicBezTo>
                  <a:pt x="4337" y="16551"/>
                  <a:pt x="4267" y="16587"/>
                  <a:pt x="4191" y="16587"/>
                </a:cubicBezTo>
                <a:cubicBezTo>
                  <a:pt x="4150" y="16587"/>
                  <a:pt x="4106" y="16577"/>
                  <a:pt x="4074" y="16566"/>
                </a:cubicBezTo>
                <a:cubicBezTo>
                  <a:pt x="3891" y="16475"/>
                  <a:pt x="3587" y="16475"/>
                  <a:pt x="3587" y="16231"/>
                </a:cubicBezTo>
                <a:lnTo>
                  <a:pt x="3587" y="16171"/>
                </a:lnTo>
                <a:cubicBezTo>
                  <a:pt x="3587" y="16126"/>
                  <a:pt x="3539" y="16098"/>
                  <a:pt x="3488" y="16098"/>
                </a:cubicBezTo>
                <a:cubicBezTo>
                  <a:pt x="3470" y="16098"/>
                  <a:pt x="3452" y="16102"/>
                  <a:pt x="3435" y="16110"/>
                </a:cubicBezTo>
                <a:lnTo>
                  <a:pt x="3344" y="16110"/>
                </a:lnTo>
                <a:cubicBezTo>
                  <a:pt x="3283" y="16110"/>
                  <a:pt x="3223" y="16079"/>
                  <a:pt x="3253" y="16019"/>
                </a:cubicBezTo>
                <a:cubicBezTo>
                  <a:pt x="3253" y="15988"/>
                  <a:pt x="3101" y="15988"/>
                  <a:pt x="3040" y="15988"/>
                </a:cubicBezTo>
                <a:cubicBezTo>
                  <a:pt x="2949" y="15988"/>
                  <a:pt x="3223" y="16231"/>
                  <a:pt x="3314" y="16292"/>
                </a:cubicBezTo>
                <a:cubicBezTo>
                  <a:pt x="3375" y="16353"/>
                  <a:pt x="3405" y="16414"/>
                  <a:pt x="3466" y="16475"/>
                </a:cubicBezTo>
                <a:cubicBezTo>
                  <a:pt x="3405" y="16475"/>
                  <a:pt x="3344" y="16444"/>
                  <a:pt x="3314" y="16414"/>
                </a:cubicBezTo>
                <a:cubicBezTo>
                  <a:pt x="3253" y="16414"/>
                  <a:pt x="3071" y="16535"/>
                  <a:pt x="3010" y="16566"/>
                </a:cubicBezTo>
                <a:cubicBezTo>
                  <a:pt x="2949" y="16627"/>
                  <a:pt x="2919" y="16718"/>
                  <a:pt x="2949" y="16779"/>
                </a:cubicBezTo>
                <a:cubicBezTo>
                  <a:pt x="2949" y="16839"/>
                  <a:pt x="2888" y="16900"/>
                  <a:pt x="2797" y="16900"/>
                </a:cubicBezTo>
                <a:lnTo>
                  <a:pt x="2736" y="16900"/>
                </a:lnTo>
                <a:cubicBezTo>
                  <a:pt x="2706" y="16870"/>
                  <a:pt x="2676" y="16809"/>
                  <a:pt x="2615" y="16809"/>
                </a:cubicBezTo>
                <a:cubicBezTo>
                  <a:pt x="2460" y="16751"/>
                  <a:pt x="2305" y="16644"/>
                  <a:pt x="2143" y="16644"/>
                </a:cubicBezTo>
                <a:cubicBezTo>
                  <a:pt x="2050" y="16644"/>
                  <a:pt x="1954" y="16679"/>
                  <a:pt x="1855" y="16779"/>
                </a:cubicBezTo>
                <a:lnTo>
                  <a:pt x="1733" y="16779"/>
                </a:lnTo>
                <a:cubicBezTo>
                  <a:pt x="1688" y="16763"/>
                  <a:pt x="1642" y="16756"/>
                  <a:pt x="1596" y="16756"/>
                </a:cubicBezTo>
                <a:cubicBezTo>
                  <a:pt x="1551" y="16756"/>
                  <a:pt x="1505" y="16763"/>
                  <a:pt x="1460" y="16779"/>
                </a:cubicBezTo>
                <a:cubicBezTo>
                  <a:pt x="1429" y="16794"/>
                  <a:pt x="1407" y="16801"/>
                  <a:pt x="1384" y="16801"/>
                </a:cubicBezTo>
                <a:cubicBezTo>
                  <a:pt x="1361" y="16801"/>
                  <a:pt x="1338" y="16794"/>
                  <a:pt x="1308" y="16779"/>
                </a:cubicBezTo>
                <a:lnTo>
                  <a:pt x="1247" y="16718"/>
                </a:lnTo>
                <a:cubicBezTo>
                  <a:pt x="1234" y="16705"/>
                  <a:pt x="1211" y="16699"/>
                  <a:pt x="1181" y="16699"/>
                </a:cubicBezTo>
                <a:cubicBezTo>
                  <a:pt x="1071" y="16699"/>
                  <a:pt x="861" y="16781"/>
                  <a:pt x="669" y="16900"/>
                </a:cubicBezTo>
                <a:lnTo>
                  <a:pt x="457" y="16779"/>
                </a:lnTo>
                <a:lnTo>
                  <a:pt x="213" y="16687"/>
                </a:lnTo>
                <a:lnTo>
                  <a:pt x="213" y="16687"/>
                </a:lnTo>
                <a:cubicBezTo>
                  <a:pt x="153" y="16779"/>
                  <a:pt x="244" y="16870"/>
                  <a:pt x="396" y="16870"/>
                </a:cubicBezTo>
                <a:lnTo>
                  <a:pt x="487" y="16991"/>
                </a:lnTo>
                <a:cubicBezTo>
                  <a:pt x="525" y="17057"/>
                  <a:pt x="563" y="17079"/>
                  <a:pt x="600" y="17079"/>
                </a:cubicBezTo>
                <a:cubicBezTo>
                  <a:pt x="677" y="17079"/>
                  <a:pt x="753" y="16989"/>
                  <a:pt x="830" y="16989"/>
                </a:cubicBezTo>
                <a:cubicBezTo>
                  <a:pt x="837" y="16989"/>
                  <a:pt x="844" y="16989"/>
                  <a:pt x="852" y="16991"/>
                </a:cubicBezTo>
                <a:cubicBezTo>
                  <a:pt x="913" y="17022"/>
                  <a:pt x="943" y="17052"/>
                  <a:pt x="973" y="17083"/>
                </a:cubicBezTo>
                <a:lnTo>
                  <a:pt x="1065" y="17113"/>
                </a:lnTo>
                <a:cubicBezTo>
                  <a:pt x="1156" y="17174"/>
                  <a:pt x="1186" y="17295"/>
                  <a:pt x="1065" y="17356"/>
                </a:cubicBezTo>
                <a:lnTo>
                  <a:pt x="1004" y="17417"/>
                </a:lnTo>
                <a:cubicBezTo>
                  <a:pt x="882" y="17478"/>
                  <a:pt x="1034" y="17569"/>
                  <a:pt x="943" y="17660"/>
                </a:cubicBezTo>
                <a:cubicBezTo>
                  <a:pt x="882" y="17690"/>
                  <a:pt x="882" y="17842"/>
                  <a:pt x="1095" y="17842"/>
                </a:cubicBezTo>
                <a:cubicBezTo>
                  <a:pt x="1125" y="17842"/>
                  <a:pt x="1186" y="17903"/>
                  <a:pt x="1247" y="17903"/>
                </a:cubicBezTo>
                <a:lnTo>
                  <a:pt x="1308" y="17903"/>
                </a:lnTo>
                <a:cubicBezTo>
                  <a:pt x="1369" y="17873"/>
                  <a:pt x="1429" y="17690"/>
                  <a:pt x="1490" y="17690"/>
                </a:cubicBezTo>
                <a:cubicBezTo>
                  <a:pt x="1581" y="17660"/>
                  <a:pt x="1520" y="17599"/>
                  <a:pt x="1399" y="17538"/>
                </a:cubicBezTo>
                <a:lnTo>
                  <a:pt x="1277" y="17478"/>
                </a:lnTo>
                <a:cubicBezTo>
                  <a:pt x="1247" y="17447"/>
                  <a:pt x="1247" y="17386"/>
                  <a:pt x="1277" y="17356"/>
                </a:cubicBezTo>
                <a:cubicBezTo>
                  <a:pt x="1300" y="17334"/>
                  <a:pt x="1322" y="17262"/>
                  <a:pt x="1381" y="17262"/>
                </a:cubicBezTo>
                <a:cubicBezTo>
                  <a:pt x="1402" y="17262"/>
                  <a:pt x="1428" y="17271"/>
                  <a:pt x="1460" y="17295"/>
                </a:cubicBezTo>
                <a:lnTo>
                  <a:pt x="1490" y="17326"/>
                </a:lnTo>
                <a:cubicBezTo>
                  <a:pt x="1612" y="17295"/>
                  <a:pt x="1733" y="17234"/>
                  <a:pt x="1855" y="17174"/>
                </a:cubicBezTo>
                <a:lnTo>
                  <a:pt x="2098" y="17174"/>
                </a:lnTo>
                <a:cubicBezTo>
                  <a:pt x="2159" y="17174"/>
                  <a:pt x="2220" y="17143"/>
                  <a:pt x="2280" y="17113"/>
                </a:cubicBezTo>
                <a:lnTo>
                  <a:pt x="2402" y="17052"/>
                </a:lnTo>
                <a:cubicBezTo>
                  <a:pt x="2584" y="17113"/>
                  <a:pt x="2706" y="17234"/>
                  <a:pt x="2736" y="17417"/>
                </a:cubicBezTo>
                <a:lnTo>
                  <a:pt x="2797" y="17538"/>
                </a:lnTo>
                <a:cubicBezTo>
                  <a:pt x="2828" y="17599"/>
                  <a:pt x="2888" y="17630"/>
                  <a:pt x="2949" y="17660"/>
                </a:cubicBezTo>
                <a:lnTo>
                  <a:pt x="2979" y="17660"/>
                </a:lnTo>
                <a:cubicBezTo>
                  <a:pt x="3010" y="17660"/>
                  <a:pt x="3040" y="17630"/>
                  <a:pt x="3071" y="17599"/>
                </a:cubicBezTo>
                <a:lnTo>
                  <a:pt x="3040" y="17599"/>
                </a:lnTo>
                <a:cubicBezTo>
                  <a:pt x="2979" y="17538"/>
                  <a:pt x="2979" y="17478"/>
                  <a:pt x="3071" y="17417"/>
                </a:cubicBezTo>
                <a:cubicBezTo>
                  <a:pt x="3101" y="17417"/>
                  <a:pt x="3162" y="17478"/>
                  <a:pt x="3192" y="17508"/>
                </a:cubicBezTo>
                <a:cubicBezTo>
                  <a:pt x="3253" y="17538"/>
                  <a:pt x="3253" y="17599"/>
                  <a:pt x="3314" y="17630"/>
                </a:cubicBezTo>
                <a:cubicBezTo>
                  <a:pt x="3527" y="17782"/>
                  <a:pt x="3587" y="17934"/>
                  <a:pt x="3405" y="18116"/>
                </a:cubicBezTo>
                <a:cubicBezTo>
                  <a:pt x="3413" y="18124"/>
                  <a:pt x="3426" y="18128"/>
                  <a:pt x="3440" y="18128"/>
                </a:cubicBezTo>
                <a:cubicBezTo>
                  <a:pt x="3480" y="18128"/>
                  <a:pt x="3535" y="18100"/>
                  <a:pt x="3557" y="18055"/>
                </a:cubicBezTo>
                <a:lnTo>
                  <a:pt x="3618" y="18025"/>
                </a:lnTo>
                <a:cubicBezTo>
                  <a:pt x="3648" y="17964"/>
                  <a:pt x="3709" y="17934"/>
                  <a:pt x="3739" y="17934"/>
                </a:cubicBezTo>
                <a:lnTo>
                  <a:pt x="3922" y="17964"/>
                </a:lnTo>
                <a:cubicBezTo>
                  <a:pt x="4074" y="17994"/>
                  <a:pt x="4195" y="18086"/>
                  <a:pt x="4286" y="18207"/>
                </a:cubicBezTo>
                <a:lnTo>
                  <a:pt x="4408" y="18146"/>
                </a:lnTo>
                <a:cubicBezTo>
                  <a:pt x="4438" y="18146"/>
                  <a:pt x="4408" y="18025"/>
                  <a:pt x="4347" y="17994"/>
                </a:cubicBezTo>
                <a:cubicBezTo>
                  <a:pt x="4256" y="17903"/>
                  <a:pt x="4165" y="17812"/>
                  <a:pt x="4074" y="17782"/>
                </a:cubicBezTo>
                <a:cubicBezTo>
                  <a:pt x="3952" y="17690"/>
                  <a:pt x="3922" y="17690"/>
                  <a:pt x="4013" y="17660"/>
                </a:cubicBezTo>
                <a:cubicBezTo>
                  <a:pt x="4165" y="17538"/>
                  <a:pt x="4317" y="17478"/>
                  <a:pt x="4499" y="17447"/>
                </a:cubicBezTo>
                <a:cubicBezTo>
                  <a:pt x="4712" y="17478"/>
                  <a:pt x="4590" y="17721"/>
                  <a:pt x="4742" y="17812"/>
                </a:cubicBezTo>
                <a:lnTo>
                  <a:pt x="4742" y="17873"/>
                </a:lnTo>
                <a:cubicBezTo>
                  <a:pt x="4784" y="17977"/>
                  <a:pt x="4811" y="18024"/>
                  <a:pt x="4883" y="18024"/>
                </a:cubicBezTo>
                <a:cubicBezTo>
                  <a:pt x="4916" y="18024"/>
                  <a:pt x="4958" y="18014"/>
                  <a:pt x="5016" y="17994"/>
                </a:cubicBezTo>
                <a:cubicBezTo>
                  <a:pt x="5107" y="17994"/>
                  <a:pt x="5198" y="17934"/>
                  <a:pt x="5259" y="17934"/>
                </a:cubicBezTo>
                <a:lnTo>
                  <a:pt x="5502" y="17994"/>
                </a:lnTo>
                <a:cubicBezTo>
                  <a:pt x="5624" y="17873"/>
                  <a:pt x="5654" y="17721"/>
                  <a:pt x="5533" y="17599"/>
                </a:cubicBezTo>
                <a:cubicBezTo>
                  <a:pt x="5502" y="17569"/>
                  <a:pt x="5715" y="17478"/>
                  <a:pt x="5806" y="17478"/>
                </a:cubicBezTo>
                <a:cubicBezTo>
                  <a:pt x="5897" y="17478"/>
                  <a:pt x="5989" y="17478"/>
                  <a:pt x="6080" y="17447"/>
                </a:cubicBezTo>
                <a:cubicBezTo>
                  <a:pt x="6080" y="17441"/>
                  <a:pt x="6082" y="17439"/>
                  <a:pt x="6086" y="17439"/>
                </a:cubicBezTo>
                <a:cubicBezTo>
                  <a:pt x="6103" y="17439"/>
                  <a:pt x="6147" y="17478"/>
                  <a:pt x="6171" y="17478"/>
                </a:cubicBezTo>
                <a:lnTo>
                  <a:pt x="6323" y="17478"/>
                </a:lnTo>
                <a:cubicBezTo>
                  <a:pt x="6353" y="17478"/>
                  <a:pt x="6262" y="17265"/>
                  <a:pt x="6323" y="17204"/>
                </a:cubicBezTo>
                <a:cubicBezTo>
                  <a:pt x="6347" y="17168"/>
                  <a:pt x="6408" y="17156"/>
                  <a:pt x="6478" y="17156"/>
                </a:cubicBezTo>
                <a:cubicBezTo>
                  <a:pt x="6585" y="17156"/>
                  <a:pt x="6712" y="17186"/>
                  <a:pt x="6749" y="17204"/>
                </a:cubicBezTo>
                <a:cubicBezTo>
                  <a:pt x="6766" y="17216"/>
                  <a:pt x="6782" y="17221"/>
                  <a:pt x="6797" y="17221"/>
                </a:cubicBezTo>
                <a:cubicBezTo>
                  <a:pt x="6861" y="17221"/>
                  <a:pt x="6901" y="17132"/>
                  <a:pt x="6901" y="17083"/>
                </a:cubicBezTo>
                <a:cubicBezTo>
                  <a:pt x="6901" y="17047"/>
                  <a:pt x="6880" y="17032"/>
                  <a:pt x="6856" y="17032"/>
                </a:cubicBezTo>
                <a:cubicBezTo>
                  <a:pt x="6840" y="17032"/>
                  <a:pt x="6822" y="17040"/>
                  <a:pt x="6809" y="17052"/>
                </a:cubicBezTo>
                <a:lnTo>
                  <a:pt x="6779" y="17052"/>
                </a:lnTo>
                <a:lnTo>
                  <a:pt x="6688" y="17083"/>
                </a:lnTo>
                <a:cubicBezTo>
                  <a:pt x="6627" y="16991"/>
                  <a:pt x="6627" y="16900"/>
                  <a:pt x="6657" y="16809"/>
                </a:cubicBezTo>
                <a:lnTo>
                  <a:pt x="6597" y="16718"/>
                </a:lnTo>
                <a:cubicBezTo>
                  <a:pt x="6657" y="16687"/>
                  <a:pt x="6688" y="16657"/>
                  <a:pt x="6749" y="16657"/>
                </a:cubicBezTo>
                <a:lnTo>
                  <a:pt x="6809" y="16657"/>
                </a:lnTo>
                <a:cubicBezTo>
                  <a:pt x="6813" y="16660"/>
                  <a:pt x="6817" y="16662"/>
                  <a:pt x="6822" y="16662"/>
                </a:cubicBezTo>
                <a:cubicBezTo>
                  <a:pt x="6865" y="16662"/>
                  <a:pt x="6965" y="16562"/>
                  <a:pt x="6992" y="16535"/>
                </a:cubicBezTo>
                <a:cubicBezTo>
                  <a:pt x="6996" y="16527"/>
                  <a:pt x="7005" y="16523"/>
                  <a:pt x="7017" y="16523"/>
                </a:cubicBezTo>
                <a:cubicBezTo>
                  <a:pt x="7089" y="16523"/>
                  <a:pt x="7283" y="16657"/>
                  <a:pt x="7387" y="16657"/>
                </a:cubicBezTo>
                <a:cubicBezTo>
                  <a:pt x="7478" y="16657"/>
                  <a:pt x="7569" y="16748"/>
                  <a:pt x="7539" y="16870"/>
                </a:cubicBezTo>
                <a:lnTo>
                  <a:pt x="7508" y="16991"/>
                </a:lnTo>
                <a:cubicBezTo>
                  <a:pt x="7478" y="17022"/>
                  <a:pt x="7448" y="17052"/>
                  <a:pt x="7417" y="17052"/>
                </a:cubicBezTo>
                <a:lnTo>
                  <a:pt x="7387" y="17052"/>
                </a:lnTo>
                <a:cubicBezTo>
                  <a:pt x="7356" y="17022"/>
                  <a:pt x="7235" y="16748"/>
                  <a:pt x="7083" y="16748"/>
                </a:cubicBezTo>
                <a:cubicBezTo>
                  <a:pt x="7072" y="16745"/>
                  <a:pt x="7062" y="16744"/>
                  <a:pt x="7054" y="16744"/>
                </a:cubicBezTo>
                <a:cubicBezTo>
                  <a:pt x="6972" y="16744"/>
                  <a:pt x="7028" y="16872"/>
                  <a:pt x="7083" y="16900"/>
                </a:cubicBezTo>
                <a:cubicBezTo>
                  <a:pt x="7174" y="16991"/>
                  <a:pt x="7265" y="17113"/>
                  <a:pt x="7326" y="17204"/>
                </a:cubicBezTo>
                <a:lnTo>
                  <a:pt x="7539" y="17204"/>
                </a:lnTo>
                <a:cubicBezTo>
                  <a:pt x="7645" y="17189"/>
                  <a:pt x="7744" y="17181"/>
                  <a:pt x="7843" y="17181"/>
                </a:cubicBezTo>
                <a:cubicBezTo>
                  <a:pt x="7942" y="17181"/>
                  <a:pt x="8040" y="17189"/>
                  <a:pt x="8147" y="17204"/>
                </a:cubicBezTo>
                <a:cubicBezTo>
                  <a:pt x="8208" y="17234"/>
                  <a:pt x="8177" y="17295"/>
                  <a:pt x="8056" y="17356"/>
                </a:cubicBezTo>
                <a:lnTo>
                  <a:pt x="7964" y="17386"/>
                </a:lnTo>
                <a:lnTo>
                  <a:pt x="7904" y="17386"/>
                </a:lnTo>
                <a:cubicBezTo>
                  <a:pt x="7873" y="17417"/>
                  <a:pt x="7904" y="17447"/>
                  <a:pt x="7964" y="17447"/>
                </a:cubicBezTo>
                <a:lnTo>
                  <a:pt x="8056" y="17690"/>
                </a:lnTo>
                <a:cubicBezTo>
                  <a:pt x="8299" y="17660"/>
                  <a:pt x="8633" y="17569"/>
                  <a:pt x="8815" y="17538"/>
                </a:cubicBezTo>
                <a:lnTo>
                  <a:pt x="8998" y="17508"/>
                </a:lnTo>
                <a:cubicBezTo>
                  <a:pt x="9028" y="17478"/>
                  <a:pt x="8937" y="17417"/>
                  <a:pt x="8876" y="17386"/>
                </a:cubicBezTo>
                <a:cubicBezTo>
                  <a:pt x="8785" y="17386"/>
                  <a:pt x="8907" y="17326"/>
                  <a:pt x="9089" y="17326"/>
                </a:cubicBezTo>
                <a:lnTo>
                  <a:pt x="9089" y="17356"/>
                </a:lnTo>
                <a:cubicBezTo>
                  <a:pt x="9211" y="17599"/>
                  <a:pt x="9515" y="17478"/>
                  <a:pt x="9697" y="17599"/>
                </a:cubicBezTo>
                <a:cubicBezTo>
                  <a:pt x="9725" y="17613"/>
                  <a:pt x="9749" y="17619"/>
                  <a:pt x="9769" y="17619"/>
                </a:cubicBezTo>
                <a:cubicBezTo>
                  <a:pt x="9836" y="17619"/>
                  <a:pt x="9870" y="17555"/>
                  <a:pt x="9940" y="17508"/>
                </a:cubicBezTo>
                <a:cubicBezTo>
                  <a:pt x="10001" y="17417"/>
                  <a:pt x="9970" y="17356"/>
                  <a:pt x="9879" y="17326"/>
                </a:cubicBezTo>
                <a:lnTo>
                  <a:pt x="9697" y="17265"/>
                </a:lnTo>
                <a:cubicBezTo>
                  <a:pt x="9575" y="17143"/>
                  <a:pt x="9606" y="17022"/>
                  <a:pt x="9788" y="17022"/>
                </a:cubicBezTo>
                <a:lnTo>
                  <a:pt x="9940" y="17022"/>
                </a:lnTo>
                <a:cubicBezTo>
                  <a:pt x="10034" y="17022"/>
                  <a:pt x="10127" y="16932"/>
                  <a:pt x="10235" y="16932"/>
                </a:cubicBezTo>
                <a:cubicBezTo>
                  <a:pt x="10267" y="16932"/>
                  <a:pt x="10300" y="16940"/>
                  <a:pt x="10335" y="16961"/>
                </a:cubicBezTo>
                <a:cubicBezTo>
                  <a:pt x="10364" y="16978"/>
                  <a:pt x="10392" y="16985"/>
                  <a:pt x="10418" y="16985"/>
                </a:cubicBezTo>
                <a:cubicBezTo>
                  <a:pt x="10493" y="16985"/>
                  <a:pt x="10559" y="16935"/>
                  <a:pt x="10616" y="16935"/>
                </a:cubicBezTo>
                <a:cubicBezTo>
                  <a:pt x="10646" y="16935"/>
                  <a:pt x="10674" y="16949"/>
                  <a:pt x="10700" y="16991"/>
                </a:cubicBezTo>
                <a:cubicBezTo>
                  <a:pt x="10761" y="16991"/>
                  <a:pt x="10791" y="16991"/>
                  <a:pt x="10822" y="16961"/>
                </a:cubicBezTo>
                <a:lnTo>
                  <a:pt x="10882" y="16900"/>
                </a:lnTo>
                <a:cubicBezTo>
                  <a:pt x="10898" y="16877"/>
                  <a:pt x="10914" y="16867"/>
                  <a:pt x="10928" y="16867"/>
                </a:cubicBezTo>
                <a:cubicBezTo>
                  <a:pt x="10970" y="16867"/>
                  <a:pt x="11004" y="16946"/>
                  <a:pt x="11004" y="16991"/>
                </a:cubicBezTo>
                <a:cubicBezTo>
                  <a:pt x="10974" y="17083"/>
                  <a:pt x="10943" y="17174"/>
                  <a:pt x="10882" y="17234"/>
                </a:cubicBezTo>
                <a:lnTo>
                  <a:pt x="10822" y="17265"/>
                </a:lnTo>
                <a:cubicBezTo>
                  <a:pt x="10809" y="17271"/>
                  <a:pt x="10796" y="17273"/>
                  <a:pt x="10782" y="17273"/>
                </a:cubicBezTo>
                <a:cubicBezTo>
                  <a:pt x="10724" y="17273"/>
                  <a:pt x="10651" y="17234"/>
                  <a:pt x="10578" y="17234"/>
                </a:cubicBezTo>
                <a:lnTo>
                  <a:pt x="10335" y="17113"/>
                </a:lnTo>
                <a:cubicBezTo>
                  <a:pt x="10244" y="17143"/>
                  <a:pt x="10153" y="17174"/>
                  <a:pt x="10122" y="17204"/>
                </a:cubicBezTo>
                <a:cubicBezTo>
                  <a:pt x="10092" y="17234"/>
                  <a:pt x="10153" y="17326"/>
                  <a:pt x="10183" y="17356"/>
                </a:cubicBezTo>
                <a:cubicBezTo>
                  <a:pt x="10204" y="17417"/>
                  <a:pt x="10220" y="17437"/>
                  <a:pt x="10236" y="17437"/>
                </a:cubicBezTo>
                <a:cubicBezTo>
                  <a:pt x="10268" y="17437"/>
                  <a:pt x="10295" y="17356"/>
                  <a:pt x="10335" y="17356"/>
                </a:cubicBezTo>
                <a:cubicBezTo>
                  <a:pt x="10361" y="17346"/>
                  <a:pt x="10385" y="17342"/>
                  <a:pt x="10409" y="17342"/>
                </a:cubicBezTo>
                <a:cubicBezTo>
                  <a:pt x="10529" y="17342"/>
                  <a:pt x="10634" y="17447"/>
                  <a:pt x="10761" y="17447"/>
                </a:cubicBezTo>
                <a:lnTo>
                  <a:pt x="10791" y="17447"/>
                </a:lnTo>
                <a:cubicBezTo>
                  <a:pt x="10806" y="17493"/>
                  <a:pt x="10829" y="17516"/>
                  <a:pt x="10852" y="17516"/>
                </a:cubicBezTo>
                <a:cubicBezTo>
                  <a:pt x="10875" y="17516"/>
                  <a:pt x="10898" y="17493"/>
                  <a:pt x="10913" y="17447"/>
                </a:cubicBezTo>
                <a:lnTo>
                  <a:pt x="10974" y="17447"/>
                </a:lnTo>
                <a:lnTo>
                  <a:pt x="11217" y="17356"/>
                </a:lnTo>
                <a:cubicBezTo>
                  <a:pt x="11242" y="17206"/>
                  <a:pt x="11308" y="17097"/>
                  <a:pt x="11381" y="17097"/>
                </a:cubicBezTo>
                <a:cubicBezTo>
                  <a:pt x="11397" y="17097"/>
                  <a:pt x="11413" y="17102"/>
                  <a:pt x="11429" y="17113"/>
                </a:cubicBezTo>
                <a:lnTo>
                  <a:pt x="11429" y="17143"/>
                </a:lnTo>
                <a:lnTo>
                  <a:pt x="11369" y="17234"/>
                </a:lnTo>
                <a:cubicBezTo>
                  <a:pt x="11308" y="17326"/>
                  <a:pt x="11369" y="17386"/>
                  <a:pt x="11521" y="17386"/>
                </a:cubicBezTo>
                <a:lnTo>
                  <a:pt x="11642" y="17295"/>
                </a:lnTo>
                <a:cubicBezTo>
                  <a:pt x="11688" y="17280"/>
                  <a:pt x="11733" y="17272"/>
                  <a:pt x="11779" y="17272"/>
                </a:cubicBezTo>
                <a:cubicBezTo>
                  <a:pt x="11825" y="17272"/>
                  <a:pt x="11870" y="17280"/>
                  <a:pt x="11916" y="17295"/>
                </a:cubicBezTo>
                <a:cubicBezTo>
                  <a:pt x="12007" y="17386"/>
                  <a:pt x="11946" y="17447"/>
                  <a:pt x="11794" y="17447"/>
                </a:cubicBezTo>
                <a:lnTo>
                  <a:pt x="11764" y="17447"/>
                </a:lnTo>
                <a:cubicBezTo>
                  <a:pt x="11764" y="17538"/>
                  <a:pt x="11703" y="17599"/>
                  <a:pt x="11673" y="17690"/>
                </a:cubicBezTo>
                <a:lnTo>
                  <a:pt x="11642" y="17690"/>
                </a:lnTo>
                <a:cubicBezTo>
                  <a:pt x="11490" y="17721"/>
                  <a:pt x="11490" y="17782"/>
                  <a:pt x="11551" y="17842"/>
                </a:cubicBezTo>
                <a:lnTo>
                  <a:pt x="11612" y="17873"/>
                </a:lnTo>
                <a:cubicBezTo>
                  <a:pt x="11733" y="17873"/>
                  <a:pt x="11825" y="17690"/>
                  <a:pt x="11855" y="17630"/>
                </a:cubicBezTo>
                <a:cubicBezTo>
                  <a:pt x="11855" y="17569"/>
                  <a:pt x="12037" y="17447"/>
                  <a:pt x="12250" y="17356"/>
                </a:cubicBezTo>
                <a:lnTo>
                  <a:pt x="12433" y="17234"/>
                </a:lnTo>
                <a:cubicBezTo>
                  <a:pt x="12493" y="17204"/>
                  <a:pt x="12585" y="17204"/>
                  <a:pt x="12615" y="17204"/>
                </a:cubicBezTo>
                <a:lnTo>
                  <a:pt x="12645" y="17234"/>
                </a:lnTo>
                <a:cubicBezTo>
                  <a:pt x="12656" y="17245"/>
                  <a:pt x="12673" y="17249"/>
                  <a:pt x="12695" y="17249"/>
                </a:cubicBezTo>
                <a:cubicBezTo>
                  <a:pt x="12792" y="17249"/>
                  <a:pt x="12982" y="17170"/>
                  <a:pt x="13094" y="17170"/>
                </a:cubicBezTo>
                <a:cubicBezTo>
                  <a:pt x="13108" y="17170"/>
                  <a:pt x="13120" y="17171"/>
                  <a:pt x="13132" y="17174"/>
                </a:cubicBezTo>
                <a:cubicBezTo>
                  <a:pt x="13253" y="17204"/>
                  <a:pt x="13344" y="17265"/>
                  <a:pt x="13405" y="17356"/>
                </a:cubicBezTo>
                <a:cubicBezTo>
                  <a:pt x="13405" y="17417"/>
                  <a:pt x="13466" y="17417"/>
                  <a:pt x="13466" y="17417"/>
                </a:cubicBezTo>
                <a:cubicBezTo>
                  <a:pt x="13466" y="17356"/>
                  <a:pt x="13496" y="17326"/>
                  <a:pt x="13496" y="17265"/>
                </a:cubicBezTo>
                <a:cubicBezTo>
                  <a:pt x="13496" y="17257"/>
                  <a:pt x="13503" y="17253"/>
                  <a:pt x="13515" y="17253"/>
                </a:cubicBezTo>
                <a:cubicBezTo>
                  <a:pt x="13547" y="17253"/>
                  <a:pt x="13620" y="17281"/>
                  <a:pt x="13709" y="17326"/>
                </a:cubicBezTo>
                <a:lnTo>
                  <a:pt x="13892" y="17326"/>
                </a:lnTo>
                <a:cubicBezTo>
                  <a:pt x="13945" y="17304"/>
                  <a:pt x="13984" y="17294"/>
                  <a:pt x="14005" y="17294"/>
                </a:cubicBezTo>
                <a:cubicBezTo>
                  <a:pt x="14042" y="17294"/>
                  <a:pt x="14020" y="17328"/>
                  <a:pt x="13922" y="17386"/>
                </a:cubicBezTo>
                <a:lnTo>
                  <a:pt x="13892" y="17478"/>
                </a:lnTo>
                <a:lnTo>
                  <a:pt x="13861" y="17538"/>
                </a:lnTo>
                <a:cubicBezTo>
                  <a:pt x="13892" y="17660"/>
                  <a:pt x="13770" y="17721"/>
                  <a:pt x="13588" y="17721"/>
                </a:cubicBezTo>
                <a:lnTo>
                  <a:pt x="13648" y="17569"/>
                </a:lnTo>
                <a:cubicBezTo>
                  <a:pt x="13648" y="17538"/>
                  <a:pt x="13618" y="17508"/>
                  <a:pt x="13588" y="17508"/>
                </a:cubicBezTo>
                <a:cubicBezTo>
                  <a:pt x="13496" y="17569"/>
                  <a:pt x="13436" y="17599"/>
                  <a:pt x="13344" y="17660"/>
                </a:cubicBezTo>
                <a:lnTo>
                  <a:pt x="13314" y="17690"/>
                </a:lnTo>
                <a:cubicBezTo>
                  <a:pt x="13253" y="17660"/>
                  <a:pt x="13192" y="17508"/>
                  <a:pt x="13192" y="17447"/>
                </a:cubicBezTo>
                <a:cubicBezTo>
                  <a:pt x="13192" y="17386"/>
                  <a:pt x="13040" y="17356"/>
                  <a:pt x="12980" y="17356"/>
                </a:cubicBezTo>
                <a:cubicBezTo>
                  <a:pt x="12919" y="17356"/>
                  <a:pt x="12949" y="17417"/>
                  <a:pt x="12980" y="17417"/>
                </a:cubicBezTo>
                <a:cubicBezTo>
                  <a:pt x="13040" y="17478"/>
                  <a:pt x="13071" y="17569"/>
                  <a:pt x="13132" y="17690"/>
                </a:cubicBezTo>
                <a:lnTo>
                  <a:pt x="13132" y="17812"/>
                </a:lnTo>
                <a:lnTo>
                  <a:pt x="13132" y="17842"/>
                </a:lnTo>
                <a:cubicBezTo>
                  <a:pt x="13056" y="17855"/>
                  <a:pt x="12981" y="17862"/>
                  <a:pt x="12905" y="17862"/>
                </a:cubicBezTo>
                <a:cubicBezTo>
                  <a:pt x="12798" y="17862"/>
                  <a:pt x="12691" y="17848"/>
                  <a:pt x="12585" y="17812"/>
                </a:cubicBezTo>
                <a:lnTo>
                  <a:pt x="12463" y="17630"/>
                </a:lnTo>
                <a:cubicBezTo>
                  <a:pt x="12437" y="17604"/>
                  <a:pt x="12401" y="17595"/>
                  <a:pt x="12365" y="17595"/>
                </a:cubicBezTo>
                <a:cubicBezTo>
                  <a:pt x="12316" y="17595"/>
                  <a:pt x="12268" y="17612"/>
                  <a:pt x="12250" y="17630"/>
                </a:cubicBezTo>
                <a:cubicBezTo>
                  <a:pt x="12250" y="17660"/>
                  <a:pt x="12281" y="17721"/>
                  <a:pt x="12311" y="17751"/>
                </a:cubicBezTo>
                <a:lnTo>
                  <a:pt x="12341" y="17812"/>
                </a:lnTo>
                <a:cubicBezTo>
                  <a:pt x="12433" y="17873"/>
                  <a:pt x="12372" y="17964"/>
                  <a:pt x="12311" y="17994"/>
                </a:cubicBezTo>
                <a:cubicBezTo>
                  <a:pt x="12250" y="18025"/>
                  <a:pt x="12554" y="18116"/>
                  <a:pt x="12676" y="18146"/>
                </a:cubicBezTo>
                <a:cubicBezTo>
                  <a:pt x="12708" y="18154"/>
                  <a:pt x="12737" y="18158"/>
                  <a:pt x="12759" y="18158"/>
                </a:cubicBezTo>
                <a:cubicBezTo>
                  <a:pt x="12821" y="18158"/>
                  <a:pt x="12842" y="18130"/>
                  <a:pt x="12797" y="18086"/>
                </a:cubicBezTo>
                <a:lnTo>
                  <a:pt x="12676" y="18086"/>
                </a:lnTo>
                <a:cubicBezTo>
                  <a:pt x="12676" y="18025"/>
                  <a:pt x="12706" y="17934"/>
                  <a:pt x="12767" y="17903"/>
                </a:cubicBezTo>
                <a:lnTo>
                  <a:pt x="12858" y="17964"/>
                </a:lnTo>
                <a:cubicBezTo>
                  <a:pt x="12980" y="18055"/>
                  <a:pt x="13132" y="18146"/>
                  <a:pt x="13284" y="18238"/>
                </a:cubicBezTo>
                <a:cubicBezTo>
                  <a:pt x="13324" y="18251"/>
                  <a:pt x="13365" y="18265"/>
                  <a:pt x="13398" y="18265"/>
                </a:cubicBezTo>
                <a:cubicBezTo>
                  <a:pt x="13438" y="18265"/>
                  <a:pt x="13466" y="18244"/>
                  <a:pt x="13466" y="18177"/>
                </a:cubicBezTo>
                <a:cubicBezTo>
                  <a:pt x="13466" y="18055"/>
                  <a:pt x="13618" y="18086"/>
                  <a:pt x="13618" y="18055"/>
                </a:cubicBezTo>
                <a:lnTo>
                  <a:pt x="13618" y="17934"/>
                </a:lnTo>
                <a:lnTo>
                  <a:pt x="13618" y="17903"/>
                </a:lnTo>
                <a:cubicBezTo>
                  <a:pt x="13588" y="17873"/>
                  <a:pt x="13770" y="17842"/>
                  <a:pt x="13831" y="17842"/>
                </a:cubicBezTo>
                <a:cubicBezTo>
                  <a:pt x="13892" y="17842"/>
                  <a:pt x="13983" y="18025"/>
                  <a:pt x="13922" y="18086"/>
                </a:cubicBezTo>
                <a:cubicBezTo>
                  <a:pt x="13831" y="18116"/>
                  <a:pt x="14013" y="18177"/>
                  <a:pt x="14104" y="18207"/>
                </a:cubicBezTo>
                <a:cubicBezTo>
                  <a:pt x="14111" y="18210"/>
                  <a:pt x="14117" y="18212"/>
                  <a:pt x="14123" y="18212"/>
                </a:cubicBezTo>
                <a:cubicBezTo>
                  <a:pt x="14171" y="18212"/>
                  <a:pt x="14195" y="18113"/>
                  <a:pt x="14195" y="18086"/>
                </a:cubicBezTo>
                <a:cubicBezTo>
                  <a:pt x="14195" y="17994"/>
                  <a:pt x="14195" y="17873"/>
                  <a:pt x="14195" y="17782"/>
                </a:cubicBezTo>
                <a:lnTo>
                  <a:pt x="14074" y="17690"/>
                </a:lnTo>
                <a:cubicBezTo>
                  <a:pt x="14044" y="17690"/>
                  <a:pt x="14104" y="17599"/>
                  <a:pt x="14135" y="17569"/>
                </a:cubicBezTo>
                <a:lnTo>
                  <a:pt x="14195" y="17508"/>
                </a:lnTo>
                <a:cubicBezTo>
                  <a:pt x="14287" y="17478"/>
                  <a:pt x="14347" y="17417"/>
                  <a:pt x="14287" y="17417"/>
                </a:cubicBezTo>
                <a:lnTo>
                  <a:pt x="14226" y="17417"/>
                </a:lnTo>
                <a:cubicBezTo>
                  <a:pt x="14195" y="17417"/>
                  <a:pt x="14408" y="17295"/>
                  <a:pt x="14439" y="17234"/>
                </a:cubicBezTo>
                <a:cubicBezTo>
                  <a:pt x="14469" y="17143"/>
                  <a:pt x="14530" y="17083"/>
                  <a:pt x="14591" y="17052"/>
                </a:cubicBezTo>
                <a:cubicBezTo>
                  <a:pt x="14594" y="17049"/>
                  <a:pt x="14598" y="17047"/>
                  <a:pt x="14602" y="17047"/>
                </a:cubicBezTo>
                <a:cubicBezTo>
                  <a:pt x="14634" y="17047"/>
                  <a:pt x="14682" y="17147"/>
                  <a:pt x="14682" y="17174"/>
                </a:cubicBezTo>
                <a:cubicBezTo>
                  <a:pt x="14773" y="17265"/>
                  <a:pt x="14864" y="17295"/>
                  <a:pt x="14986" y="17295"/>
                </a:cubicBezTo>
                <a:cubicBezTo>
                  <a:pt x="15138" y="17265"/>
                  <a:pt x="15290" y="17234"/>
                  <a:pt x="15472" y="17204"/>
                </a:cubicBezTo>
                <a:lnTo>
                  <a:pt x="15624" y="17174"/>
                </a:lnTo>
                <a:cubicBezTo>
                  <a:pt x="15654" y="17174"/>
                  <a:pt x="15654" y="17083"/>
                  <a:pt x="15715" y="17052"/>
                </a:cubicBezTo>
                <a:lnTo>
                  <a:pt x="15867" y="17052"/>
                </a:lnTo>
                <a:cubicBezTo>
                  <a:pt x="15958" y="17083"/>
                  <a:pt x="16019" y="17174"/>
                  <a:pt x="16110" y="17204"/>
                </a:cubicBezTo>
                <a:lnTo>
                  <a:pt x="16262" y="17234"/>
                </a:lnTo>
                <a:cubicBezTo>
                  <a:pt x="16293" y="17143"/>
                  <a:pt x="16354" y="17052"/>
                  <a:pt x="16384" y="17052"/>
                </a:cubicBezTo>
                <a:cubicBezTo>
                  <a:pt x="16475" y="17098"/>
                  <a:pt x="16566" y="17121"/>
                  <a:pt x="16654" y="17121"/>
                </a:cubicBezTo>
                <a:cubicBezTo>
                  <a:pt x="16741" y="17121"/>
                  <a:pt x="16825" y="17098"/>
                  <a:pt x="16901" y="17052"/>
                </a:cubicBezTo>
                <a:lnTo>
                  <a:pt x="17022" y="17022"/>
                </a:lnTo>
                <a:cubicBezTo>
                  <a:pt x="17053" y="17083"/>
                  <a:pt x="17113" y="17174"/>
                  <a:pt x="17174" y="17204"/>
                </a:cubicBezTo>
                <a:cubicBezTo>
                  <a:pt x="17180" y="17207"/>
                  <a:pt x="17188" y="17208"/>
                  <a:pt x="17197" y="17208"/>
                </a:cubicBezTo>
                <a:cubicBezTo>
                  <a:pt x="17272" y="17208"/>
                  <a:pt x="17459" y="17129"/>
                  <a:pt x="17585" y="17129"/>
                </a:cubicBezTo>
                <a:cubicBezTo>
                  <a:pt x="17614" y="17129"/>
                  <a:pt x="17640" y="17133"/>
                  <a:pt x="17661" y="17143"/>
                </a:cubicBezTo>
                <a:cubicBezTo>
                  <a:pt x="17696" y="17161"/>
                  <a:pt x="17714" y="17168"/>
                  <a:pt x="17719" y="17168"/>
                </a:cubicBezTo>
                <a:cubicBezTo>
                  <a:pt x="17731" y="17168"/>
                  <a:pt x="17673" y="17125"/>
                  <a:pt x="17630" y="17083"/>
                </a:cubicBezTo>
                <a:cubicBezTo>
                  <a:pt x="17569" y="17052"/>
                  <a:pt x="17630" y="17022"/>
                  <a:pt x="17782" y="17022"/>
                </a:cubicBezTo>
                <a:lnTo>
                  <a:pt x="17873" y="17022"/>
                </a:lnTo>
                <a:cubicBezTo>
                  <a:pt x="17965" y="17022"/>
                  <a:pt x="18086" y="17083"/>
                  <a:pt x="18147" y="17083"/>
                </a:cubicBezTo>
                <a:cubicBezTo>
                  <a:pt x="18208" y="17083"/>
                  <a:pt x="18360" y="17052"/>
                  <a:pt x="18360" y="17022"/>
                </a:cubicBezTo>
                <a:cubicBezTo>
                  <a:pt x="18360" y="16931"/>
                  <a:pt x="18398" y="16908"/>
                  <a:pt x="18447" y="16908"/>
                </a:cubicBezTo>
                <a:cubicBezTo>
                  <a:pt x="18496" y="16908"/>
                  <a:pt x="18557" y="16931"/>
                  <a:pt x="18603" y="16931"/>
                </a:cubicBezTo>
                <a:lnTo>
                  <a:pt x="18816" y="16870"/>
                </a:lnTo>
                <a:cubicBezTo>
                  <a:pt x="18816" y="16921"/>
                  <a:pt x="18843" y="16940"/>
                  <a:pt x="18879" y="16940"/>
                </a:cubicBezTo>
                <a:cubicBezTo>
                  <a:pt x="18928" y="16940"/>
                  <a:pt x="18993" y="16905"/>
                  <a:pt x="19028" y="16870"/>
                </a:cubicBezTo>
                <a:cubicBezTo>
                  <a:pt x="19050" y="16848"/>
                  <a:pt x="19083" y="16838"/>
                  <a:pt x="19122" y="16838"/>
                </a:cubicBezTo>
                <a:cubicBezTo>
                  <a:pt x="19193" y="16838"/>
                  <a:pt x="19284" y="16872"/>
                  <a:pt x="19363" y="16931"/>
                </a:cubicBezTo>
                <a:lnTo>
                  <a:pt x="19758" y="16931"/>
                </a:lnTo>
                <a:cubicBezTo>
                  <a:pt x="19804" y="16938"/>
                  <a:pt x="19847" y="16942"/>
                  <a:pt x="19887" y="16942"/>
                </a:cubicBezTo>
                <a:cubicBezTo>
                  <a:pt x="20005" y="16942"/>
                  <a:pt x="20085" y="16908"/>
                  <a:pt x="20062" y="16839"/>
                </a:cubicBezTo>
                <a:lnTo>
                  <a:pt x="20183" y="16809"/>
                </a:lnTo>
                <a:cubicBezTo>
                  <a:pt x="20244" y="16809"/>
                  <a:pt x="20305" y="16748"/>
                  <a:pt x="20366" y="16748"/>
                </a:cubicBezTo>
                <a:lnTo>
                  <a:pt x="20396" y="16748"/>
                </a:lnTo>
                <a:cubicBezTo>
                  <a:pt x="20400" y="16750"/>
                  <a:pt x="20404" y="16751"/>
                  <a:pt x="20408" y="16751"/>
                </a:cubicBezTo>
                <a:cubicBezTo>
                  <a:pt x="20478" y="16751"/>
                  <a:pt x="20647" y="16535"/>
                  <a:pt x="20761" y="16535"/>
                </a:cubicBezTo>
                <a:cubicBezTo>
                  <a:pt x="20883" y="16566"/>
                  <a:pt x="21004" y="16596"/>
                  <a:pt x="21095" y="16687"/>
                </a:cubicBezTo>
                <a:lnTo>
                  <a:pt x="21095" y="16809"/>
                </a:lnTo>
                <a:cubicBezTo>
                  <a:pt x="21072" y="16855"/>
                  <a:pt x="21080" y="16870"/>
                  <a:pt x="21101" y="16870"/>
                </a:cubicBezTo>
                <a:cubicBezTo>
                  <a:pt x="21136" y="16870"/>
                  <a:pt x="21209" y="16828"/>
                  <a:pt x="21247" y="16809"/>
                </a:cubicBezTo>
                <a:cubicBezTo>
                  <a:pt x="21278" y="16748"/>
                  <a:pt x="21521" y="16596"/>
                  <a:pt x="21551" y="16535"/>
                </a:cubicBezTo>
                <a:cubicBezTo>
                  <a:pt x="21561" y="16515"/>
                  <a:pt x="21568" y="16505"/>
                  <a:pt x="21572" y="16505"/>
                </a:cubicBezTo>
                <a:lnTo>
                  <a:pt x="21572" y="16505"/>
                </a:lnTo>
                <a:cubicBezTo>
                  <a:pt x="21578" y="16505"/>
                  <a:pt x="21572" y="16546"/>
                  <a:pt x="21551" y="16627"/>
                </a:cubicBezTo>
                <a:lnTo>
                  <a:pt x="21734" y="16657"/>
                </a:lnTo>
                <a:lnTo>
                  <a:pt x="21916" y="16687"/>
                </a:lnTo>
                <a:cubicBezTo>
                  <a:pt x="21984" y="16619"/>
                  <a:pt x="22087" y="16585"/>
                  <a:pt x="22198" y="16585"/>
                </a:cubicBezTo>
                <a:cubicBezTo>
                  <a:pt x="22235" y="16585"/>
                  <a:pt x="22273" y="16589"/>
                  <a:pt x="22311" y="16596"/>
                </a:cubicBezTo>
                <a:lnTo>
                  <a:pt x="22372" y="16657"/>
                </a:lnTo>
                <a:cubicBezTo>
                  <a:pt x="22463" y="16718"/>
                  <a:pt x="22524" y="16839"/>
                  <a:pt x="22615" y="16900"/>
                </a:cubicBezTo>
                <a:cubicBezTo>
                  <a:pt x="22676" y="16870"/>
                  <a:pt x="22706" y="16839"/>
                  <a:pt x="22676" y="16779"/>
                </a:cubicBezTo>
                <a:cubicBezTo>
                  <a:pt x="22676" y="16748"/>
                  <a:pt x="22949" y="16657"/>
                  <a:pt x="23041" y="16627"/>
                </a:cubicBezTo>
                <a:cubicBezTo>
                  <a:pt x="23078" y="16614"/>
                  <a:pt x="23121" y="16607"/>
                  <a:pt x="23165" y="16607"/>
                </a:cubicBezTo>
                <a:cubicBezTo>
                  <a:pt x="23227" y="16607"/>
                  <a:pt x="23291" y="16621"/>
                  <a:pt x="23345" y="16657"/>
                </a:cubicBezTo>
                <a:cubicBezTo>
                  <a:pt x="23390" y="16672"/>
                  <a:pt x="23428" y="16680"/>
                  <a:pt x="23466" y="16680"/>
                </a:cubicBezTo>
                <a:cubicBezTo>
                  <a:pt x="23504" y="16680"/>
                  <a:pt x="23542" y="16672"/>
                  <a:pt x="23588" y="16657"/>
                </a:cubicBezTo>
                <a:lnTo>
                  <a:pt x="23679" y="16627"/>
                </a:lnTo>
                <a:cubicBezTo>
                  <a:pt x="23740" y="16596"/>
                  <a:pt x="23861" y="16566"/>
                  <a:pt x="23861" y="16535"/>
                </a:cubicBezTo>
                <a:lnTo>
                  <a:pt x="23831" y="16323"/>
                </a:lnTo>
                <a:cubicBezTo>
                  <a:pt x="23953" y="16262"/>
                  <a:pt x="24044" y="16171"/>
                  <a:pt x="24135" y="16049"/>
                </a:cubicBezTo>
                <a:lnTo>
                  <a:pt x="24135" y="16049"/>
                </a:lnTo>
                <a:cubicBezTo>
                  <a:pt x="24135" y="16049"/>
                  <a:pt x="23861" y="16201"/>
                  <a:pt x="23770" y="16262"/>
                </a:cubicBezTo>
                <a:cubicBezTo>
                  <a:pt x="23738" y="16283"/>
                  <a:pt x="23706" y="16293"/>
                  <a:pt x="23677" y="16293"/>
                </a:cubicBezTo>
                <a:cubicBezTo>
                  <a:pt x="23626" y="16293"/>
                  <a:pt x="23588" y="16260"/>
                  <a:pt x="23588" y="16201"/>
                </a:cubicBezTo>
                <a:lnTo>
                  <a:pt x="23405" y="16231"/>
                </a:lnTo>
                <a:lnTo>
                  <a:pt x="23223" y="16231"/>
                </a:lnTo>
                <a:cubicBezTo>
                  <a:pt x="23253" y="16140"/>
                  <a:pt x="23314" y="16019"/>
                  <a:pt x="23375" y="15927"/>
                </a:cubicBezTo>
                <a:cubicBezTo>
                  <a:pt x="23378" y="15924"/>
                  <a:pt x="23383" y="15923"/>
                  <a:pt x="23388" y="15923"/>
                </a:cubicBezTo>
                <a:cubicBezTo>
                  <a:pt x="23431" y="15923"/>
                  <a:pt x="23530" y="16022"/>
                  <a:pt x="23557" y="16049"/>
                </a:cubicBezTo>
                <a:cubicBezTo>
                  <a:pt x="23561" y="16052"/>
                  <a:pt x="23568" y="16054"/>
                  <a:pt x="23578" y="16054"/>
                </a:cubicBezTo>
                <a:cubicBezTo>
                  <a:pt x="23659" y="16054"/>
                  <a:pt x="23935" y="15955"/>
                  <a:pt x="24044" y="15927"/>
                </a:cubicBezTo>
                <a:cubicBezTo>
                  <a:pt x="24076" y="15906"/>
                  <a:pt x="24112" y="15896"/>
                  <a:pt x="24148" y="15896"/>
                </a:cubicBezTo>
                <a:cubicBezTo>
                  <a:pt x="24213" y="15896"/>
                  <a:pt x="24278" y="15929"/>
                  <a:pt x="24317" y="15988"/>
                </a:cubicBezTo>
                <a:cubicBezTo>
                  <a:pt x="24317" y="16019"/>
                  <a:pt x="24591" y="16019"/>
                  <a:pt x="24652" y="16079"/>
                </a:cubicBezTo>
                <a:cubicBezTo>
                  <a:pt x="24682" y="16140"/>
                  <a:pt x="24652" y="16201"/>
                  <a:pt x="24560" y="16201"/>
                </a:cubicBezTo>
                <a:lnTo>
                  <a:pt x="24469" y="16201"/>
                </a:lnTo>
                <a:lnTo>
                  <a:pt x="24044" y="16292"/>
                </a:lnTo>
                <a:cubicBezTo>
                  <a:pt x="24155" y="16381"/>
                  <a:pt x="24283" y="16438"/>
                  <a:pt x="24414" y="16438"/>
                </a:cubicBezTo>
                <a:cubicBezTo>
                  <a:pt x="24463" y="16438"/>
                  <a:pt x="24512" y="16430"/>
                  <a:pt x="24560" y="16414"/>
                </a:cubicBezTo>
                <a:cubicBezTo>
                  <a:pt x="24593" y="16406"/>
                  <a:pt x="24626" y="16402"/>
                  <a:pt x="24658" y="16402"/>
                </a:cubicBezTo>
                <a:cubicBezTo>
                  <a:pt x="24745" y="16402"/>
                  <a:pt x="24828" y="16430"/>
                  <a:pt x="24895" y="16475"/>
                </a:cubicBezTo>
                <a:cubicBezTo>
                  <a:pt x="24906" y="16486"/>
                  <a:pt x="24918" y="16491"/>
                  <a:pt x="24929" y="16491"/>
                </a:cubicBezTo>
                <a:cubicBezTo>
                  <a:pt x="24978" y="16491"/>
                  <a:pt x="25022" y="16402"/>
                  <a:pt x="25047" y="16353"/>
                </a:cubicBezTo>
                <a:cubicBezTo>
                  <a:pt x="25047" y="16328"/>
                  <a:pt x="25051" y="16317"/>
                  <a:pt x="25059" y="16317"/>
                </a:cubicBezTo>
                <a:cubicBezTo>
                  <a:pt x="25080" y="16317"/>
                  <a:pt x="25124" y="16395"/>
                  <a:pt x="25168" y="16505"/>
                </a:cubicBezTo>
                <a:lnTo>
                  <a:pt x="25229" y="16627"/>
                </a:lnTo>
                <a:cubicBezTo>
                  <a:pt x="25260" y="16657"/>
                  <a:pt x="25290" y="16687"/>
                  <a:pt x="25351" y="16687"/>
                </a:cubicBezTo>
                <a:cubicBezTo>
                  <a:pt x="25472" y="16657"/>
                  <a:pt x="25381" y="16657"/>
                  <a:pt x="25351" y="16596"/>
                </a:cubicBezTo>
                <a:cubicBezTo>
                  <a:pt x="25320" y="16535"/>
                  <a:pt x="25351" y="16475"/>
                  <a:pt x="25442" y="16444"/>
                </a:cubicBezTo>
                <a:cubicBezTo>
                  <a:pt x="25507" y="16444"/>
                  <a:pt x="25526" y="16522"/>
                  <a:pt x="25586" y="16522"/>
                </a:cubicBezTo>
                <a:cubicBezTo>
                  <a:pt x="25611" y="16522"/>
                  <a:pt x="25642" y="16509"/>
                  <a:pt x="25685" y="16475"/>
                </a:cubicBezTo>
                <a:cubicBezTo>
                  <a:pt x="25731" y="16459"/>
                  <a:pt x="25784" y="16452"/>
                  <a:pt x="25841" y="16452"/>
                </a:cubicBezTo>
                <a:cubicBezTo>
                  <a:pt x="25898" y="16452"/>
                  <a:pt x="25959" y="16459"/>
                  <a:pt x="26019" y="16475"/>
                </a:cubicBezTo>
                <a:cubicBezTo>
                  <a:pt x="26050" y="16490"/>
                  <a:pt x="26080" y="16497"/>
                  <a:pt x="26111" y="16497"/>
                </a:cubicBezTo>
                <a:cubicBezTo>
                  <a:pt x="26141" y="16497"/>
                  <a:pt x="26171" y="16490"/>
                  <a:pt x="26202" y="16475"/>
                </a:cubicBezTo>
                <a:cubicBezTo>
                  <a:pt x="26263" y="16459"/>
                  <a:pt x="26331" y="16452"/>
                  <a:pt x="26399" y="16452"/>
                </a:cubicBezTo>
                <a:cubicBezTo>
                  <a:pt x="26468" y="16452"/>
                  <a:pt x="26536" y="16459"/>
                  <a:pt x="26597" y="16475"/>
                </a:cubicBezTo>
                <a:cubicBezTo>
                  <a:pt x="26623" y="16485"/>
                  <a:pt x="26648" y="16489"/>
                  <a:pt x="26671" y="16489"/>
                </a:cubicBezTo>
                <a:cubicBezTo>
                  <a:pt x="26759" y="16489"/>
                  <a:pt x="26830" y="16430"/>
                  <a:pt x="26918" y="16430"/>
                </a:cubicBezTo>
                <a:cubicBezTo>
                  <a:pt x="26941" y="16430"/>
                  <a:pt x="26966" y="16434"/>
                  <a:pt x="26992" y="16444"/>
                </a:cubicBezTo>
                <a:lnTo>
                  <a:pt x="27083" y="16475"/>
                </a:lnTo>
                <a:cubicBezTo>
                  <a:pt x="27174" y="16475"/>
                  <a:pt x="27266" y="16444"/>
                  <a:pt x="27357" y="16414"/>
                </a:cubicBezTo>
                <a:lnTo>
                  <a:pt x="27387" y="16383"/>
                </a:lnTo>
                <a:cubicBezTo>
                  <a:pt x="27418" y="16353"/>
                  <a:pt x="27478" y="16323"/>
                  <a:pt x="27509" y="16323"/>
                </a:cubicBezTo>
                <a:lnTo>
                  <a:pt x="27661" y="16353"/>
                </a:lnTo>
                <a:cubicBezTo>
                  <a:pt x="27722" y="16383"/>
                  <a:pt x="27790" y="16399"/>
                  <a:pt x="27855" y="16399"/>
                </a:cubicBezTo>
                <a:cubicBezTo>
                  <a:pt x="27919" y="16399"/>
                  <a:pt x="27980" y="16383"/>
                  <a:pt x="28026" y="16353"/>
                </a:cubicBezTo>
                <a:cubicBezTo>
                  <a:pt x="28034" y="16345"/>
                  <a:pt x="28046" y="16341"/>
                  <a:pt x="28062" y="16341"/>
                </a:cubicBezTo>
                <a:cubicBezTo>
                  <a:pt x="28105" y="16341"/>
                  <a:pt x="28172" y="16369"/>
                  <a:pt x="28238" y="16414"/>
                </a:cubicBezTo>
                <a:lnTo>
                  <a:pt x="28329" y="16475"/>
                </a:lnTo>
                <a:lnTo>
                  <a:pt x="28360" y="16475"/>
                </a:lnTo>
                <a:cubicBezTo>
                  <a:pt x="28421" y="16475"/>
                  <a:pt x="28481" y="16414"/>
                  <a:pt x="28481" y="16383"/>
                </a:cubicBezTo>
                <a:lnTo>
                  <a:pt x="28481" y="16323"/>
                </a:lnTo>
                <a:cubicBezTo>
                  <a:pt x="28481" y="16307"/>
                  <a:pt x="28474" y="16307"/>
                  <a:pt x="28466" y="16307"/>
                </a:cubicBezTo>
                <a:cubicBezTo>
                  <a:pt x="28459" y="16307"/>
                  <a:pt x="28451" y="16307"/>
                  <a:pt x="28451" y="16292"/>
                </a:cubicBezTo>
                <a:cubicBezTo>
                  <a:pt x="28451" y="16262"/>
                  <a:pt x="28421" y="16231"/>
                  <a:pt x="28451" y="16231"/>
                </a:cubicBezTo>
                <a:lnTo>
                  <a:pt x="28542" y="16231"/>
                </a:lnTo>
                <a:lnTo>
                  <a:pt x="28633" y="16353"/>
                </a:lnTo>
                <a:cubicBezTo>
                  <a:pt x="28785" y="16535"/>
                  <a:pt x="28785" y="16657"/>
                  <a:pt x="28664" y="16657"/>
                </a:cubicBezTo>
                <a:lnTo>
                  <a:pt x="28603" y="16657"/>
                </a:lnTo>
                <a:cubicBezTo>
                  <a:pt x="28573" y="16657"/>
                  <a:pt x="28542" y="16687"/>
                  <a:pt x="28512" y="16718"/>
                </a:cubicBezTo>
                <a:cubicBezTo>
                  <a:pt x="28481" y="16809"/>
                  <a:pt x="28603" y="16809"/>
                  <a:pt x="28694" y="16809"/>
                </a:cubicBezTo>
                <a:lnTo>
                  <a:pt x="28725" y="16809"/>
                </a:lnTo>
                <a:cubicBezTo>
                  <a:pt x="28816" y="16809"/>
                  <a:pt x="28907" y="16779"/>
                  <a:pt x="28968" y="16718"/>
                </a:cubicBezTo>
                <a:lnTo>
                  <a:pt x="29089" y="16779"/>
                </a:lnTo>
                <a:cubicBezTo>
                  <a:pt x="29120" y="16779"/>
                  <a:pt x="29181" y="16779"/>
                  <a:pt x="29211" y="16748"/>
                </a:cubicBezTo>
                <a:cubicBezTo>
                  <a:pt x="29241" y="16718"/>
                  <a:pt x="29241" y="16687"/>
                  <a:pt x="29211" y="16657"/>
                </a:cubicBezTo>
                <a:cubicBezTo>
                  <a:pt x="29181" y="16627"/>
                  <a:pt x="29150" y="16596"/>
                  <a:pt x="29089" y="16566"/>
                </a:cubicBezTo>
                <a:cubicBezTo>
                  <a:pt x="29029" y="16505"/>
                  <a:pt x="28877" y="16566"/>
                  <a:pt x="28937" y="16414"/>
                </a:cubicBezTo>
                <a:lnTo>
                  <a:pt x="28968" y="16353"/>
                </a:lnTo>
                <a:cubicBezTo>
                  <a:pt x="28983" y="16330"/>
                  <a:pt x="29005" y="16320"/>
                  <a:pt x="29030" y="16320"/>
                </a:cubicBezTo>
                <a:cubicBezTo>
                  <a:pt x="29101" y="16320"/>
                  <a:pt x="29196" y="16399"/>
                  <a:pt x="29241" y="16444"/>
                </a:cubicBezTo>
                <a:cubicBezTo>
                  <a:pt x="29250" y="16470"/>
                  <a:pt x="29276" y="16481"/>
                  <a:pt x="29314" y="16481"/>
                </a:cubicBezTo>
                <a:cubicBezTo>
                  <a:pt x="29412" y="16481"/>
                  <a:pt x="29592" y="16410"/>
                  <a:pt x="29788" y="16323"/>
                </a:cubicBezTo>
                <a:lnTo>
                  <a:pt x="30062" y="16292"/>
                </a:lnTo>
                <a:lnTo>
                  <a:pt x="30366" y="16262"/>
                </a:lnTo>
                <a:cubicBezTo>
                  <a:pt x="30396" y="16079"/>
                  <a:pt x="30396" y="15897"/>
                  <a:pt x="30366" y="15715"/>
                </a:cubicBezTo>
                <a:cubicBezTo>
                  <a:pt x="30366" y="15684"/>
                  <a:pt x="30457" y="15624"/>
                  <a:pt x="30640" y="15593"/>
                </a:cubicBezTo>
                <a:lnTo>
                  <a:pt x="30700" y="15715"/>
                </a:lnTo>
                <a:cubicBezTo>
                  <a:pt x="30731" y="15745"/>
                  <a:pt x="30670" y="15775"/>
                  <a:pt x="30670" y="15836"/>
                </a:cubicBezTo>
                <a:cubicBezTo>
                  <a:pt x="30670" y="15897"/>
                  <a:pt x="30670" y="15958"/>
                  <a:pt x="30700" y="16019"/>
                </a:cubicBezTo>
                <a:cubicBezTo>
                  <a:pt x="30700" y="16079"/>
                  <a:pt x="30731" y="16171"/>
                  <a:pt x="30761" y="16171"/>
                </a:cubicBezTo>
                <a:cubicBezTo>
                  <a:pt x="30761" y="16171"/>
                  <a:pt x="30700" y="16201"/>
                  <a:pt x="30670" y="16201"/>
                </a:cubicBezTo>
                <a:lnTo>
                  <a:pt x="30579" y="16231"/>
                </a:lnTo>
                <a:cubicBezTo>
                  <a:pt x="30488" y="16292"/>
                  <a:pt x="30518" y="16475"/>
                  <a:pt x="30548" y="16535"/>
                </a:cubicBezTo>
                <a:cubicBezTo>
                  <a:pt x="30553" y="16540"/>
                  <a:pt x="30560" y="16543"/>
                  <a:pt x="30568" y="16543"/>
                </a:cubicBezTo>
                <a:cubicBezTo>
                  <a:pt x="30608" y="16543"/>
                  <a:pt x="30680" y="16480"/>
                  <a:pt x="30731" y="16353"/>
                </a:cubicBezTo>
                <a:lnTo>
                  <a:pt x="30913" y="16292"/>
                </a:lnTo>
                <a:cubicBezTo>
                  <a:pt x="30916" y="16290"/>
                  <a:pt x="30918" y="16289"/>
                  <a:pt x="30922" y="16289"/>
                </a:cubicBezTo>
                <a:cubicBezTo>
                  <a:pt x="30944" y="16289"/>
                  <a:pt x="30984" y="16344"/>
                  <a:pt x="31017" y="16344"/>
                </a:cubicBezTo>
                <a:cubicBezTo>
                  <a:pt x="31037" y="16344"/>
                  <a:pt x="31055" y="16324"/>
                  <a:pt x="31065" y="16262"/>
                </a:cubicBezTo>
                <a:cubicBezTo>
                  <a:pt x="31096" y="16201"/>
                  <a:pt x="31187" y="16140"/>
                  <a:pt x="31278" y="16079"/>
                </a:cubicBezTo>
                <a:cubicBezTo>
                  <a:pt x="31308" y="16064"/>
                  <a:pt x="31354" y="16057"/>
                  <a:pt x="31392" y="16057"/>
                </a:cubicBezTo>
                <a:cubicBezTo>
                  <a:pt x="31430" y="16057"/>
                  <a:pt x="31460" y="16064"/>
                  <a:pt x="31460" y="16079"/>
                </a:cubicBezTo>
                <a:cubicBezTo>
                  <a:pt x="31491" y="16110"/>
                  <a:pt x="31399" y="16171"/>
                  <a:pt x="31399" y="16231"/>
                </a:cubicBezTo>
                <a:cubicBezTo>
                  <a:pt x="31430" y="16262"/>
                  <a:pt x="31582" y="16262"/>
                  <a:pt x="31612" y="16262"/>
                </a:cubicBezTo>
                <a:cubicBezTo>
                  <a:pt x="31643" y="16262"/>
                  <a:pt x="31825" y="16049"/>
                  <a:pt x="31886" y="15988"/>
                </a:cubicBezTo>
                <a:cubicBezTo>
                  <a:pt x="31910" y="15980"/>
                  <a:pt x="31937" y="15976"/>
                  <a:pt x="31964" y="15976"/>
                </a:cubicBezTo>
                <a:cubicBezTo>
                  <a:pt x="32038" y="15976"/>
                  <a:pt x="32115" y="16005"/>
                  <a:pt x="32159" y="16049"/>
                </a:cubicBezTo>
                <a:lnTo>
                  <a:pt x="32220" y="16110"/>
                </a:lnTo>
                <a:cubicBezTo>
                  <a:pt x="32251" y="16140"/>
                  <a:pt x="32311" y="16201"/>
                  <a:pt x="32342" y="16201"/>
                </a:cubicBezTo>
                <a:cubicBezTo>
                  <a:pt x="32433" y="16171"/>
                  <a:pt x="32433" y="16079"/>
                  <a:pt x="32372" y="16019"/>
                </a:cubicBezTo>
                <a:cubicBezTo>
                  <a:pt x="32281" y="15988"/>
                  <a:pt x="32311" y="15897"/>
                  <a:pt x="32372" y="15867"/>
                </a:cubicBezTo>
                <a:cubicBezTo>
                  <a:pt x="32378" y="15861"/>
                  <a:pt x="32386" y="15859"/>
                  <a:pt x="32397" y="15859"/>
                </a:cubicBezTo>
                <a:cubicBezTo>
                  <a:pt x="32444" y="15859"/>
                  <a:pt x="32530" y="15908"/>
                  <a:pt x="32555" y="15958"/>
                </a:cubicBezTo>
                <a:lnTo>
                  <a:pt x="32615" y="15988"/>
                </a:lnTo>
                <a:cubicBezTo>
                  <a:pt x="32615" y="16049"/>
                  <a:pt x="32646" y="16110"/>
                  <a:pt x="32646" y="16140"/>
                </a:cubicBezTo>
                <a:cubicBezTo>
                  <a:pt x="32767" y="16201"/>
                  <a:pt x="32858" y="16262"/>
                  <a:pt x="32980" y="16323"/>
                </a:cubicBezTo>
                <a:lnTo>
                  <a:pt x="33132" y="16353"/>
                </a:lnTo>
                <a:lnTo>
                  <a:pt x="33345" y="16383"/>
                </a:lnTo>
                <a:cubicBezTo>
                  <a:pt x="33436" y="16292"/>
                  <a:pt x="33436" y="16171"/>
                  <a:pt x="33406" y="16140"/>
                </a:cubicBezTo>
                <a:cubicBezTo>
                  <a:pt x="33375" y="16140"/>
                  <a:pt x="33345" y="15958"/>
                  <a:pt x="33406" y="15927"/>
                </a:cubicBezTo>
                <a:cubicBezTo>
                  <a:pt x="33410" y="15923"/>
                  <a:pt x="33416" y="15921"/>
                  <a:pt x="33424" y="15921"/>
                </a:cubicBezTo>
                <a:cubicBezTo>
                  <a:pt x="33475" y="15921"/>
                  <a:pt x="33592" y="15997"/>
                  <a:pt x="33618" y="16049"/>
                </a:cubicBezTo>
                <a:cubicBezTo>
                  <a:pt x="33626" y="16057"/>
                  <a:pt x="33635" y="16060"/>
                  <a:pt x="33646" y="16060"/>
                </a:cubicBezTo>
                <a:cubicBezTo>
                  <a:pt x="33679" y="16060"/>
                  <a:pt x="33725" y="16026"/>
                  <a:pt x="33770" y="15958"/>
                </a:cubicBezTo>
                <a:lnTo>
                  <a:pt x="33801" y="15958"/>
                </a:lnTo>
                <a:lnTo>
                  <a:pt x="33983" y="15927"/>
                </a:lnTo>
                <a:cubicBezTo>
                  <a:pt x="33983" y="16019"/>
                  <a:pt x="34196" y="16323"/>
                  <a:pt x="34317" y="16353"/>
                </a:cubicBezTo>
                <a:cubicBezTo>
                  <a:pt x="34469" y="16353"/>
                  <a:pt x="34591" y="16049"/>
                  <a:pt x="34561" y="15927"/>
                </a:cubicBezTo>
                <a:cubicBezTo>
                  <a:pt x="34547" y="15874"/>
                  <a:pt x="34557" y="15850"/>
                  <a:pt x="34581" y="15850"/>
                </a:cubicBezTo>
                <a:cubicBezTo>
                  <a:pt x="34610" y="15850"/>
                  <a:pt x="34661" y="15890"/>
                  <a:pt x="34713" y="15958"/>
                </a:cubicBezTo>
                <a:lnTo>
                  <a:pt x="35077" y="15958"/>
                </a:lnTo>
                <a:cubicBezTo>
                  <a:pt x="35260" y="15927"/>
                  <a:pt x="35442" y="15897"/>
                  <a:pt x="35624" y="15836"/>
                </a:cubicBezTo>
                <a:lnTo>
                  <a:pt x="35685" y="15867"/>
                </a:lnTo>
                <a:cubicBezTo>
                  <a:pt x="35741" y="15894"/>
                  <a:pt x="35785" y="15905"/>
                  <a:pt x="35823" y="15905"/>
                </a:cubicBezTo>
                <a:cubicBezTo>
                  <a:pt x="35910" y="15905"/>
                  <a:pt x="35965" y="15848"/>
                  <a:pt x="36050" y="15806"/>
                </a:cubicBezTo>
                <a:cubicBezTo>
                  <a:pt x="36050" y="15800"/>
                  <a:pt x="36052" y="15797"/>
                  <a:pt x="36057" y="15797"/>
                </a:cubicBezTo>
                <a:cubicBezTo>
                  <a:pt x="36073" y="15797"/>
                  <a:pt x="36117" y="15836"/>
                  <a:pt x="36141" y="15836"/>
                </a:cubicBezTo>
                <a:lnTo>
                  <a:pt x="36232" y="15867"/>
                </a:lnTo>
                <a:cubicBezTo>
                  <a:pt x="36293" y="15806"/>
                  <a:pt x="36354" y="15715"/>
                  <a:pt x="36384" y="15715"/>
                </a:cubicBezTo>
                <a:cubicBezTo>
                  <a:pt x="36445" y="15715"/>
                  <a:pt x="36476" y="15745"/>
                  <a:pt x="36506" y="15775"/>
                </a:cubicBezTo>
                <a:cubicBezTo>
                  <a:pt x="36506" y="15806"/>
                  <a:pt x="36415" y="15988"/>
                  <a:pt x="36506" y="16049"/>
                </a:cubicBezTo>
                <a:cubicBezTo>
                  <a:pt x="36521" y="16064"/>
                  <a:pt x="36533" y="16070"/>
                  <a:pt x="36545" y="16070"/>
                </a:cubicBezTo>
                <a:cubicBezTo>
                  <a:pt x="36581" y="16070"/>
                  <a:pt x="36604" y="16011"/>
                  <a:pt x="36628" y="15988"/>
                </a:cubicBezTo>
                <a:cubicBezTo>
                  <a:pt x="36658" y="15927"/>
                  <a:pt x="36688" y="15867"/>
                  <a:pt x="36719" y="15806"/>
                </a:cubicBezTo>
                <a:cubicBezTo>
                  <a:pt x="36749" y="15745"/>
                  <a:pt x="36810" y="15654"/>
                  <a:pt x="36840" y="15593"/>
                </a:cubicBezTo>
                <a:cubicBezTo>
                  <a:pt x="36848" y="15585"/>
                  <a:pt x="36865" y="15581"/>
                  <a:pt x="36888" y="15581"/>
                </a:cubicBezTo>
                <a:cubicBezTo>
                  <a:pt x="36950" y="15581"/>
                  <a:pt x="37055" y="15609"/>
                  <a:pt x="37144" y="15654"/>
                </a:cubicBezTo>
                <a:lnTo>
                  <a:pt x="37266" y="15745"/>
                </a:lnTo>
                <a:cubicBezTo>
                  <a:pt x="37254" y="15781"/>
                  <a:pt x="37228" y="15793"/>
                  <a:pt x="37199" y="15793"/>
                </a:cubicBezTo>
                <a:cubicBezTo>
                  <a:pt x="37154" y="15793"/>
                  <a:pt x="37102" y="15764"/>
                  <a:pt x="37083" y="15745"/>
                </a:cubicBezTo>
                <a:cubicBezTo>
                  <a:pt x="37075" y="15736"/>
                  <a:pt x="37058" y="15733"/>
                  <a:pt x="37038" y="15733"/>
                </a:cubicBezTo>
                <a:cubicBezTo>
                  <a:pt x="36990" y="15733"/>
                  <a:pt x="36923" y="15754"/>
                  <a:pt x="36901" y="15775"/>
                </a:cubicBezTo>
                <a:cubicBezTo>
                  <a:pt x="36871" y="15806"/>
                  <a:pt x="37023" y="15927"/>
                  <a:pt x="37114" y="15958"/>
                </a:cubicBezTo>
                <a:cubicBezTo>
                  <a:pt x="37138" y="15966"/>
                  <a:pt x="37163" y="15970"/>
                  <a:pt x="37187" y="15970"/>
                </a:cubicBezTo>
                <a:cubicBezTo>
                  <a:pt x="37254" y="15970"/>
                  <a:pt x="37321" y="15942"/>
                  <a:pt x="37387" y="15897"/>
                </a:cubicBezTo>
                <a:lnTo>
                  <a:pt x="37448" y="15836"/>
                </a:lnTo>
                <a:cubicBezTo>
                  <a:pt x="37509" y="15806"/>
                  <a:pt x="37600" y="15775"/>
                  <a:pt x="37631" y="15775"/>
                </a:cubicBezTo>
                <a:lnTo>
                  <a:pt x="37661" y="15836"/>
                </a:lnTo>
                <a:cubicBezTo>
                  <a:pt x="37665" y="15845"/>
                  <a:pt x="37671" y="15848"/>
                  <a:pt x="37678" y="15848"/>
                </a:cubicBezTo>
                <a:cubicBezTo>
                  <a:pt x="37723" y="15848"/>
                  <a:pt x="37821" y="15698"/>
                  <a:pt x="37874" y="15593"/>
                </a:cubicBezTo>
                <a:cubicBezTo>
                  <a:pt x="37881" y="15573"/>
                  <a:pt x="37892" y="15563"/>
                  <a:pt x="37907" y="15563"/>
                </a:cubicBezTo>
                <a:cubicBezTo>
                  <a:pt x="37960" y="15563"/>
                  <a:pt x="38060" y="15678"/>
                  <a:pt x="38178" y="15867"/>
                </a:cubicBezTo>
                <a:lnTo>
                  <a:pt x="38573" y="15867"/>
                </a:lnTo>
                <a:cubicBezTo>
                  <a:pt x="38786" y="15775"/>
                  <a:pt x="39029" y="15745"/>
                  <a:pt x="39242" y="15745"/>
                </a:cubicBezTo>
                <a:cubicBezTo>
                  <a:pt x="39258" y="15751"/>
                  <a:pt x="39275" y="15753"/>
                  <a:pt x="39291" y="15753"/>
                </a:cubicBezTo>
                <a:cubicBezTo>
                  <a:pt x="39363" y="15753"/>
                  <a:pt x="39424" y="15704"/>
                  <a:pt x="39424" y="15654"/>
                </a:cubicBezTo>
                <a:lnTo>
                  <a:pt x="39394" y="15593"/>
                </a:lnTo>
                <a:lnTo>
                  <a:pt x="39363" y="15563"/>
                </a:lnTo>
                <a:cubicBezTo>
                  <a:pt x="39287" y="15537"/>
                  <a:pt x="39508" y="15427"/>
                  <a:pt x="39671" y="15427"/>
                </a:cubicBezTo>
                <a:cubicBezTo>
                  <a:pt x="39704" y="15427"/>
                  <a:pt x="39733" y="15431"/>
                  <a:pt x="39758" y="15441"/>
                </a:cubicBezTo>
                <a:cubicBezTo>
                  <a:pt x="39880" y="15472"/>
                  <a:pt x="39971" y="15532"/>
                  <a:pt x="39941" y="15563"/>
                </a:cubicBezTo>
                <a:cubicBezTo>
                  <a:pt x="40009" y="15631"/>
                  <a:pt x="40077" y="15665"/>
                  <a:pt x="40159" y="15665"/>
                </a:cubicBezTo>
                <a:cubicBezTo>
                  <a:pt x="40186" y="15665"/>
                  <a:pt x="40214" y="15662"/>
                  <a:pt x="40245" y="15654"/>
                </a:cubicBezTo>
                <a:cubicBezTo>
                  <a:pt x="40300" y="15598"/>
                  <a:pt x="40356" y="15542"/>
                  <a:pt x="40426" y="15542"/>
                </a:cubicBezTo>
                <a:cubicBezTo>
                  <a:pt x="40470" y="15542"/>
                  <a:pt x="40520" y="15565"/>
                  <a:pt x="40579" y="15624"/>
                </a:cubicBezTo>
                <a:cubicBezTo>
                  <a:pt x="40585" y="15630"/>
                  <a:pt x="40596" y="15632"/>
                  <a:pt x="40610" y="15632"/>
                </a:cubicBezTo>
                <a:cubicBezTo>
                  <a:pt x="40668" y="15632"/>
                  <a:pt x="40780" y="15593"/>
                  <a:pt x="40853" y="15593"/>
                </a:cubicBezTo>
                <a:cubicBezTo>
                  <a:pt x="40913" y="15563"/>
                  <a:pt x="40974" y="15563"/>
                  <a:pt x="41035" y="15563"/>
                </a:cubicBezTo>
                <a:cubicBezTo>
                  <a:pt x="41065" y="15563"/>
                  <a:pt x="41126" y="15563"/>
                  <a:pt x="41126" y="15593"/>
                </a:cubicBezTo>
                <a:cubicBezTo>
                  <a:pt x="41156" y="15654"/>
                  <a:pt x="41126" y="15684"/>
                  <a:pt x="41096" y="15715"/>
                </a:cubicBezTo>
                <a:lnTo>
                  <a:pt x="41005" y="15745"/>
                </a:lnTo>
                <a:cubicBezTo>
                  <a:pt x="40913" y="15806"/>
                  <a:pt x="40944" y="15867"/>
                  <a:pt x="41126" y="15897"/>
                </a:cubicBezTo>
                <a:lnTo>
                  <a:pt x="41217" y="15775"/>
                </a:lnTo>
                <a:cubicBezTo>
                  <a:pt x="41238" y="15775"/>
                  <a:pt x="41258" y="15735"/>
                  <a:pt x="41296" y="15735"/>
                </a:cubicBezTo>
                <a:cubicBezTo>
                  <a:pt x="41315" y="15735"/>
                  <a:pt x="41339" y="15745"/>
                  <a:pt x="41369" y="15775"/>
                </a:cubicBezTo>
                <a:lnTo>
                  <a:pt x="41369" y="15806"/>
                </a:lnTo>
                <a:cubicBezTo>
                  <a:pt x="41400" y="15867"/>
                  <a:pt x="41400" y="15897"/>
                  <a:pt x="41369" y="15958"/>
                </a:cubicBezTo>
                <a:lnTo>
                  <a:pt x="41491" y="15958"/>
                </a:lnTo>
                <a:cubicBezTo>
                  <a:pt x="41552" y="15897"/>
                  <a:pt x="41582" y="15806"/>
                  <a:pt x="41582" y="15715"/>
                </a:cubicBezTo>
                <a:cubicBezTo>
                  <a:pt x="41582" y="15654"/>
                  <a:pt x="41704" y="15654"/>
                  <a:pt x="41825" y="15654"/>
                </a:cubicBezTo>
                <a:lnTo>
                  <a:pt x="41856" y="15684"/>
                </a:lnTo>
                <a:cubicBezTo>
                  <a:pt x="41916" y="15745"/>
                  <a:pt x="41856" y="15806"/>
                  <a:pt x="41734" y="15806"/>
                </a:cubicBezTo>
                <a:lnTo>
                  <a:pt x="41704" y="15806"/>
                </a:lnTo>
                <a:cubicBezTo>
                  <a:pt x="41673" y="15867"/>
                  <a:pt x="41734" y="15958"/>
                  <a:pt x="41825" y="15958"/>
                </a:cubicBezTo>
                <a:cubicBezTo>
                  <a:pt x="41845" y="15927"/>
                  <a:pt x="41866" y="15917"/>
                  <a:pt x="41886" y="15917"/>
                </a:cubicBezTo>
                <a:cubicBezTo>
                  <a:pt x="41927" y="15917"/>
                  <a:pt x="41967" y="15958"/>
                  <a:pt x="42008" y="15958"/>
                </a:cubicBezTo>
                <a:lnTo>
                  <a:pt x="42068" y="15958"/>
                </a:lnTo>
                <a:cubicBezTo>
                  <a:pt x="42190" y="15927"/>
                  <a:pt x="42281" y="15867"/>
                  <a:pt x="42342" y="15806"/>
                </a:cubicBezTo>
                <a:lnTo>
                  <a:pt x="42464" y="15836"/>
                </a:lnTo>
                <a:lnTo>
                  <a:pt x="42676" y="15897"/>
                </a:lnTo>
                <a:cubicBezTo>
                  <a:pt x="42980" y="15897"/>
                  <a:pt x="42980" y="15684"/>
                  <a:pt x="42980" y="15593"/>
                </a:cubicBezTo>
                <a:cubicBezTo>
                  <a:pt x="42980" y="15441"/>
                  <a:pt x="42980" y="15289"/>
                  <a:pt x="42950" y="15137"/>
                </a:cubicBezTo>
                <a:cubicBezTo>
                  <a:pt x="42919" y="15076"/>
                  <a:pt x="42980" y="14955"/>
                  <a:pt x="43071" y="14924"/>
                </a:cubicBezTo>
                <a:lnTo>
                  <a:pt x="43163" y="14894"/>
                </a:lnTo>
                <a:cubicBezTo>
                  <a:pt x="43178" y="14879"/>
                  <a:pt x="43185" y="14871"/>
                  <a:pt x="43193" y="14871"/>
                </a:cubicBezTo>
                <a:cubicBezTo>
                  <a:pt x="43201" y="14871"/>
                  <a:pt x="43208" y="14879"/>
                  <a:pt x="43223" y="14894"/>
                </a:cubicBezTo>
                <a:cubicBezTo>
                  <a:pt x="43254" y="14894"/>
                  <a:pt x="43284" y="14894"/>
                  <a:pt x="43284" y="14924"/>
                </a:cubicBezTo>
                <a:cubicBezTo>
                  <a:pt x="43315" y="14985"/>
                  <a:pt x="43345" y="15076"/>
                  <a:pt x="43406" y="15137"/>
                </a:cubicBezTo>
                <a:cubicBezTo>
                  <a:pt x="43436" y="15168"/>
                  <a:pt x="43497" y="15198"/>
                  <a:pt x="43558" y="15198"/>
                </a:cubicBezTo>
                <a:lnTo>
                  <a:pt x="43649" y="15228"/>
                </a:lnTo>
                <a:cubicBezTo>
                  <a:pt x="43675" y="15234"/>
                  <a:pt x="43698" y="15236"/>
                  <a:pt x="43717" y="15236"/>
                </a:cubicBezTo>
                <a:cubicBezTo>
                  <a:pt x="43809" y="15236"/>
                  <a:pt x="43821" y="15177"/>
                  <a:pt x="43771" y="15076"/>
                </a:cubicBezTo>
                <a:lnTo>
                  <a:pt x="43710" y="14985"/>
                </a:lnTo>
                <a:cubicBezTo>
                  <a:pt x="43801" y="14894"/>
                  <a:pt x="43892" y="14864"/>
                  <a:pt x="43983" y="14833"/>
                </a:cubicBezTo>
                <a:lnTo>
                  <a:pt x="44135" y="14864"/>
                </a:lnTo>
                <a:lnTo>
                  <a:pt x="44287" y="14924"/>
                </a:lnTo>
                <a:cubicBezTo>
                  <a:pt x="44287" y="14985"/>
                  <a:pt x="44257" y="15076"/>
                  <a:pt x="44196" y="15137"/>
                </a:cubicBezTo>
                <a:cubicBezTo>
                  <a:pt x="44166" y="15137"/>
                  <a:pt x="44257" y="15289"/>
                  <a:pt x="44318" y="15350"/>
                </a:cubicBezTo>
                <a:cubicBezTo>
                  <a:pt x="44332" y="15364"/>
                  <a:pt x="44346" y="15370"/>
                  <a:pt x="44360" y="15370"/>
                </a:cubicBezTo>
                <a:cubicBezTo>
                  <a:pt x="44405" y="15370"/>
                  <a:pt x="44446" y="15305"/>
                  <a:pt x="44470" y="15259"/>
                </a:cubicBezTo>
                <a:cubicBezTo>
                  <a:pt x="44470" y="15255"/>
                  <a:pt x="44475" y="15253"/>
                  <a:pt x="44484" y="15253"/>
                </a:cubicBezTo>
                <a:cubicBezTo>
                  <a:pt x="44541" y="15253"/>
                  <a:pt x="44756" y="15328"/>
                  <a:pt x="44834" y="15380"/>
                </a:cubicBezTo>
                <a:cubicBezTo>
                  <a:pt x="44926" y="15441"/>
                  <a:pt x="44956" y="15502"/>
                  <a:pt x="44926" y="15532"/>
                </a:cubicBezTo>
                <a:cubicBezTo>
                  <a:pt x="44682" y="15563"/>
                  <a:pt x="44470" y="15593"/>
                  <a:pt x="44226" y="15624"/>
                </a:cubicBezTo>
                <a:cubicBezTo>
                  <a:pt x="44196" y="15624"/>
                  <a:pt x="44166" y="15684"/>
                  <a:pt x="44166" y="15715"/>
                </a:cubicBezTo>
                <a:cubicBezTo>
                  <a:pt x="44226" y="15745"/>
                  <a:pt x="44287" y="15775"/>
                  <a:pt x="44378" y="15775"/>
                </a:cubicBezTo>
                <a:lnTo>
                  <a:pt x="44409" y="15927"/>
                </a:lnTo>
                <a:lnTo>
                  <a:pt x="44439" y="15958"/>
                </a:lnTo>
                <a:cubicBezTo>
                  <a:pt x="44561" y="15836"/>
                  <a:pt x="44652" y="15745"/>
                  <a:pt x="44804" y="15684"/>
                </a:cubicBezTo>
                <a:lnTo>
                  <a:pt x="44956" y="15775"/>
                </a:lnTo>
                <a:cubicBezTo>
                  <a:pt x="45108" y="15897"/>
                  <a:pt x="45321" y="15958"/>
                  <a:pt x="45503" y="15958"/>
                </a:cubicBezTo>
                <a:lnTo>
                  <a:pt x="45716" y="15927"/>
                </a:lnTo>
                <a:cubicBezTo>
                  <a:pt x="45929" y="15806"/>
                  <a:pt x="46172" y="15654"/>
                  <a:pt x="46141" y="15624"/>
                </a:cubicBezTo>
                <a:cubicBezTo>
                  <a:pt x="46081" y="15593"/>
                  <a:pt x="45959" y="15502"/>
                  <a:pt x="45837" y="15411"/>
                </a:cubicBezTo>
                <a:lnTo>
                  <a:pt x="45746" y="15320"/>
                </a:lnTo>
                <a:cubicBezTo>
                  <a:pt x="45746" y="15289"/>
                  <a:pt x="45746" y="15228"/>
                  <a:pt x="45777" y="15228"/>
                </a:cubicBezTo>
                <a:lnTo>
                  <a:pt x="45929" y="15228"/>
                </a:lnTo>
                <a:lnTo>
                  <a:pt x="45959" y="15289"/>
                </a:lnTo>
                <a:cubicBezTo>
                  <a:pt x="45965" y="15295"/>
                  <a:pt x="45976" y="15297"/>
                  <a:pt x="45992" y="15297"/>
                </a:cubicBezTo>
                <a:cubicBezTo>
                  <a:pt x="46063" y="15297"/>
                  <a:pt x="46219" y="15248"/>
                  <a:pt x="46293" y="15198"/>
                </a:cubicBezTo>
                <a:cubicBezTo>
                  <a:pt x="46303" y="15191"/>
                  <a:pt x="46313" y="15188"/>
                  <a:pt x="46323" y="15188"/>
                </a:cubicBezTo>
                <a:cubicBezTo>
                  <a:pt x="46403" y="15188"/>
                  <a:pt x="46472" y="15390"/>
                  <a:pt x="46445" y="15472"/>
                </a:cubicBezTo>
                <a:cubicBezTo>
                  <a:pt x="46415" y="15563"/>
                  <a:pt x="46597" y="15624"/>
                  <a:pt x="46658" y="15624"/>
                </a:cubicBezTo>
                <a:cubicBezTo>
                  <a:pt x="46719" y="15624"/>
                  <a:pt x="46506" y="15472"/>
                  <a:pt x="46537" y="15380"/>
                </a:cubicBezTo>
                <a:cubicBezTo>
                  <a:pt x="46537" y="15305"/>
                  <a:pt x="46681" y="15251"/>
                  <a:pt x="46833" y="15251"/>
                </a:cubicBezTo>
                <a:cubicBezTo>
                  <a:pt x="46866" y="15251"/>
                  <a:pt x="46899" y="15253"/>
                  <a:pt x="46932" y="15259"/>
                </a:cubicBezTo>
                <a:lnTo>
                  <a:pt x="47023" y="15320"/>
                </a:lnTo>
                <a:cubicBezTo>
                  <a:pt x="47101" y="15378"/>
                  <a:pt x="47180" y="15412"/>
                  <a:pt x="47267" y="15412"/>
                </a:cubicBezTo>
                <a:cubicBezTo>
                  <a:pt x="47314" y="15412"/>
                  <a:pt x="47364" y="15402"/>
                  <a:pt x="47418" y="15380"/>
                </a:cubicBezTo>
                <a:cubicBezTo>
                  <a:pt x="47466" y="15344"/>
                  <a:pt x="47523" y="15327"/>
                  <a:pt x="47581" y="15327"/>
                </a:cubicBezTo>
                <a:cubicBezTo>
                  <a:pt x="47669" y="15327"/>
                  <a:pt x="47758" y="15368"/>
                  <a:pt x="47813" y="15441"/>
                </a:cubicBezTo>
                <a:lnTo>
                  <a:pt x="47904" y="15532"/>
                </a:lnTo>
                <a:cubicBezTo>
                  <a:pt x="48026" y="15472"/>
                  <a:pt x="48147" y="15380"/>
                  <a:pt x="48239" y="15289"/>
                </a:cubicBezTo>
                <a:lnTo>
                  <a:pt x="48208" y="15259"/>
                </a:lnTo>
                <a:lnTo>
                  <a:pt x="48056" y="15137"/>
                </a:lnTo>
                <a:cubicBezTo>
                  <a:pt x="48085" y="15130"/>
                  <a:pt x="48115" y="15126"/>
                  <a:pt x="48146" y="15126"/>
                </a:cubicBezTo>
                <a:cubicBezTo>
                  <a:pt x="48245" y="15126"/>
                  <a:pt x="48344" y="15166"/>
                  <a:pt x="48391" y="15259"/>
                </a:cubicBezTo>
                <a:lnTo>
                  <a:pt x="48482" y="15289"/>
                </a:lnTo>
                <a:cubicBezTo>
                  <a:pt x="48526" y="15300"/>
                  <a:pt x="48567" y="15307"/>
                  <a:pt x="48606" y="15307"/>
                </a:cubicBezTo>
                <a:cubicBezTo>
                  <a:pt x="48674" y="15307"/>
                  <a:pt x="48739" y="15286"/>
                  <a:pt x="48816" y="15228"/>
                </a:cubicBezTo>
                <a:lnTo>
                  <a:pt x="48877" y="15198"/>
                </a:lnTo>
                <a:cubicBezTo>
                  <a:pt x="49059" y="15228"/>
                  <a:pt x="49120" y="15320"/>
                  <a:pt x="49059" y="15441"/>
                </a:cubicBezTo>
                <a:lnTo>
                  <a:pt x="49059" y="15532"/>
                </a:lnTo>
                <a:cubicBezTo>
                  <a:pt x="49181" y="15593"/>
                  <a:pt x="49211" y="15654"/>
                  <a:pt x="49181" y="15654"/>
                </a:cubicBezTo>
                <a:lnTo>
                  <a:pt x="49090" y="15654"/>
                </a:lnTo>
                <a:cubicBezTo>
                  <a:pt x="48999" y="15654"/>
                  <a:pt x="48968" y="15715"/>
                  <a:pt x="48968" y="15775"/>
                </a:cubicBezTo>
                <a:lnTo>
                  <a:pt x="49090" y="15806"/>
                </a:lnTo>
                <a:lnTo>
                  <a:pt x="49211" y="15836"/>
                </a:lnTo>
                <a:cubicBezTo>
                  <a:pt x="49181" y="15927"/>
                  <a:pt x="49181" y="16019"/>
                  <a:pt x="49181" y="16110"/>
                </a:cubicBezTo>
                <a:lnTo>
                  <a:pt x="49242" y="16110"/>
                </a:lnTo>
                <a:cubicBezTo>
                  <a:pt x="49333" y="16049"/>
                  <a:pt x="49424" y="15988"/>
                  <a:pt x="49485" y="15897"/>
                </a:cubicBezTo>
                <a:cubicBezTo>
                  <a:pt x="49546" y="15867"/>
                  <a:pt x="49363" y="15654"/>
                  <a:pt x="49424" y="15593"/>
                </a:cubicBezTo>
                <a:cubicBezTo>
                  <a:pt x="49515" y="15502"/>
                  <a:pt x="49394" y="15441"/>
                  <a:pt x="49333" y="15411"/>
                </a:cubicBezTo>
                <a:cubicBezTo>
                  <a:pt x="49303" y="15411"/>
                  <a:pt x="49333" y="15259"/>
                  <a:pt x="49485" y="15107"/>
                </a:cubicBezTo>
                <a:lnTo>
                  <a:pt x="49698" y="15107"/>
                </a:lnTo>
                <a:cubicBezTo>
                  <a:pt x="49728" y="15137"/>
                  <a:pt x="49758" y="15198"/>
                  <a:pt x="49728" y="15259"/>
                </a:cubicBezTo>
                <a:lnTo>
                  <a:pt x="49667" y="15259"/>
                </a:lnTo>
                <a:cubicBezTo>
                  <a:pt x="49606" y="15259"/>
                  <a:pt x="49667" y="15350"/>
                  <a:pt x="49698" y="15380"/>
                </a:cubicBezTo>
                <a:cubicBezTo>
                  <a:pt x="49700" y="15383"/>
                  <a:pt x="49705" y="15384"/>
                  <a:pt x="49710" y="15384"/>
                </a:cubicBezTo>
                <a:cubicBezTo>
                  <a:pt x="49765" y="15384"/>
                  <a:pt x="49946" y="15253"/>
                  <a:pt x="50002" y="15198"/>
                </a:cubicBezTo>
                <a:cubicBezTo>
                  <a:pt x="50032" y="15168"/>
                  <a:pt x="50070" y="15152"/>
                  <a:pt x="50108" y="15152"/>
                </a:cubicBezTo>
                <a:cubicBezTo>
                  <a:pt x="50146" y="15152"/>
                  <a:pt x="50184" y="15168"/>
                  <a:pt x="50214" y="15198"/>
                </a:cubicBezTo>
                <a:lnTo>
                  <a:pt x="50275" y="15228"/>
                </a:lnTo>
                <a:lnTo>
                  <a:pt x="50336" y="15289"/>
                </a:lnTo>
                <a:cubicBezTo>
                  <a:pt x="50427" y="15350"/>
                  <a:pt x="50488" y="15380"/>
                  <a:pt x="50579" y="15441"/>
                </a:cubicBezTo>
                <a:cubicBezTo>
                  <a:pt x="50579" y="15450"/>
                  <a:pt x="50584" y="15454"/>
                  <a:pt x="50593" y="15454"/>
                </a:cubicBezTo>
                <a:cubicBezTo>
                  <a:pt x="50612" y="15454"/>
                  <a:pt x="50649" y="15432"/>
                  <a:pt x="50670" y="15411"/>
                </a:cubicBezTo>
                <a:lnTo>
                  <a:pt x="50701" y="15380"/>
                </a:lnTo>
                <a:lnTo>
                  <a:pt x="50731" y="15350"/>
                </a:lnTo>
                <a:cubicBezTo>
                  <a:pt x="50731" y="15289"/>
                  <a:pt x="51035" y="15016"/>
                  <a:pt x="51065" y="14894"/>
                </a:cubicBezTo>
                <a:cubicBezTo>
                  <a:pt x="51084" y="14857"/>
                  <a:pt x="51131" y="14845"/>
                  <a:pt x="51191" y="14845"/>
                </a:cubicBezTo>
                <a:cubicBezTo>
                  <a:pt x="51293" y="14845"/>
                  <a:pt x="51434" y="14879"/>
                  <a:pt x="51543" y="14879"/>
                </a:cubicBezTo>
                <a:cubicBezTo>
                  <a:pt x="51581" y="14879"/>
                  <a:pt x="51616" y="14875"/>
                  <a:pt x="51643" y="14864"/>
                </a:cubicBezTo>
                <a:cubicBezTo>
                  <a:pt x="51662" y="14856"/>
                  <a:pt x="51680" y="14853"/>
                  <a:pt x="51696" y="14853"/>
                </a:cubicBezTo>
                <a:cubicBezTo>
                  <a:pt x="51807" y="14853"/>
                  <a:pt x="51841" y="15016"/>
                  <a:pt x="51734" y="15016"/>
                </a:cubicBezTo>
                <a:cubicBezTo>
                  <a:pt x="51643" y="15046"/>
                  <a:pt x="51582" y="15107"/>
                  <a:pt x="51582" y="15228"/>
                </a:cubicBezTo>
                <a:cubicBezTo>
                  <a:pt x="51613" y="15259"/>
                  <a:pt x="51521" y="15472"/>
                  <a:pt x="51582" y="15502"/>
                </a:cubicBezTo>
                <a:cubicBezTo>
                  <a:pt x="51643" y="15502"/>
                  <a:pt x="51856" y="15320"/>
                  <a:pt x="52099" y="15076"/>
                </a:cubicBezTo>
                <a:lnTo>
                  <a:pt x="52464" y="15289"/>
                </a:lnTo>
                <a:lnTo>
                  <a:pt x="52524" y="15289"/>
                </a:lnTo>
                <a:cubicBezTo>
                  <a:pt x="52585" y="15289"/>
                  <a:pt x="52707" y="15228"/>
                  <a:pt x="52676" y="15198"/>
                </a:cubicBezTo>
                <a:cubicBezTo>
                  <a:pt x="52646" y="15168"/>
                  <a:pt x="52494" y="14985"/>
                  <a:pt x="52524" y="14924"/>
                </a:cubicBezTo>
                <a:cubicBezTo>
                  <a:pt x="52524" y="14899"/>
                  <a:pt x="52557" y="14889"/>
                  <a:pt x="52599" y="14889"/>
                </a:cubicBezTo>
                <a:cubicBezTo>
                  <a:pt x="52657" y="14889"/>
                  <a:pt x="52733" y="14907"/>
                  <a:pt x="52768" y="14924"/>
                </a:cubicBezTo>
                <a:cubicBezTo>
                  <a:pt x="52776" y="14929"/>
                  <a:pt x="52784" y="14930"/>
                  <a:pt x="52792" y="14930"/>
                </a:cubicBezTo>
                <a:cubicBezTo>
                  <a:pt x="52844" y="14930"/>
                  <a:pt x="52889" y="14855"/>
                  <a:pt x="52889" y="14803"/>
                </a:cubicBezTo>
                <a:cubicBezTo>
                  <a:pt x="52902" y="14777"/>
                  <a:pt x="52926" y="14768"/>
                  <a:pt x="52951" y="14768"/>
                </a:cubicBezTo>
                <a:cubicBezTo>
                  <a:pt x="52986" y="14768"/>
                  <a:pt x="53024" y="14785"/>
                  <a:pt x="53041" y="14803"/>
                </a:cubicBezTo>
                <a:cubicBezTo>
                  <a:pt x="53072" y="14833"/>
                  <a:pt x="53041" y="14924"/>
                  <a:pt x="52980" y="14985"/>
                </a:cubicBezTo>
                <a:lnTo>
                  <a:pt x="53193" y="14985"/>
                </a:lnTo>
                <a:cubicBezTo>
                  <a:pt x="53254" y="14985"/>
                  <a:pt x="53284" y="14955"/>
                  <a:pt x="53345" y="14924"/>
                </a:cubicBezTo>
                <a:cubicBezTo>
                  <a:pt x="53467" y="15016"/>
                  <a:pt x="53558" y="15137"/>
                  <a:pt x="53649" y="15289"/>
                </a:cubicBezTo>
                <a:cubicBezTo>
                  <a:pt x="53680" y="15380"/>
                  <a:pt x="53983" y="15502"/>
                  <a:pt x="54105" y="15532"/>
                </a:cubicBezTo>
                <a:cubicBezTo>
                  <a:pt x="54227" y="15532"/>
                  <a:pt x="54196" y="15320"/>
                  <a:pt x="54135" y="15259"/>
                </a:cubicBezTo>
                <a:cubicBezTo>
                  <a:pt x="54105" y="15137"/>
                  <a:pt x="54135" y="15046"/>
                  <a:pt x="54196" y="14955"/>
                </a:cubicBezTo>
                <a:cubicBezTo>
                  <a:pt x="54211" y="14940"/>
                  <a:pt x="54234" y="14932"/>
                  <a:pt x="54257" y="14932"/>
                </a:cubicBezTo>
                <a:cubicBezTo>
                  <a:pt x="54280" y="14932"/>
                  <a:pt x="54303" y="14940"/>
                  <a:pt x="54318" y="14955"/>
                </a:cubicBezTo>
                <a:cubicBezTo>
                  <a:pt x="54379" y="15076"/>
                  <a:pt x="54439" y="15168"/>
                  <a:pt x="54531" y="15289"/>
                </a:cubicBezTo>
                <a:lnTo>
                  <a:pt x="54743" y="15289"/>
                </a:lnTo>
                <a:cubicBezTo>
                  <a:pt x="54804" y="15259"/>
                  <a:pt x="54774" y="15168"/>
                  <a:pt x="54743" y="15168"/>
                </a:cubicBezTo>
                <a:lnTo>
                  <a:pt x="55017" y="15168"/>
                </a:lnTo>
                <a:cubicBezTo>
                  <a:pt x="55078" y="15168"/>
                  <a:pt x="55139" y="15107"/>
                  <a:pt x="55169" y="15046"/>
                </a:cubicBezTo>
                <a:cubicBezTo>
                  <a:pt x="55169" y="15016"/>
                  <a:pt x="55290" y="14894"/>
                  <a:pt x="55351" y="14894"/>
                </a:cubicBezTo>
                <a:cubicBezTo>
                  <a:pt x="55360" y="14898"/>
                  <a:pt x="55367" y="14900"/>
                  <a:pt x="55375" y="14900"/>
                </a:cubicBezTo>
                <a:cubicBezTo>
                  <a:pt x="55420" y="14900"/>
                  <a:pt x="55447" y="14825"/>
                  <a:pt x="55473" y="14772"/>
                </a:cubicBezTo>
                <a:cubicBezTo>
                  <a:pt x="55479" y="14760"/>
                  <a:pt x="55497" y="14755"/>
                  <a:pt x="55521" y="14755"/>
                </a:cubicBezTo>
                <a:cubicBezTo>
                  <a:pt x="55588" y="14755"/>
                  <a:pt x="55708" y="14790"/>
                  <a:pt x="55805" y="14790"/>
                </a:cubicBezTo>
                <a:cubicBezTo>
                  <a:pt x="55840" y="14790"/>
                  <a:pt x="55873" y="14785"/>
                  <a:pt x="55898" y="14772"/>
                </a:cubicBezTo>
                <a:cubicBezTo>
                  <a:pt x="55925" y="14764"/>
                  <a:pt x="55952" y="14760"/>
                  <a:pt x="55976" y="14760"/>
                </a:cubicBezTo>
                <a:cubicBezTo>
                  <a:pt x="56035" y="14760"/>
                  <a:pt x="56081" y="14781"/>
                  <a:pt x="56081" y="14803"/>
                </a:cubicBezTo>
                <a:lnTo>
                  <a:pt x="56081" y="14864"/>
                </a:lnTo>
                <a:cubicBezTo>
                  <a:pt x="56081" y="14921"/>
                  <a:pt x="56130" y="14943"/>
                  <a:pt x="56181" y="14943"/>
                </a:cubicBezTo>
                <a:cubicBezTo>
                  <a:pt x="56211" y="14943"/>
                  <a:pt x="56241" y="14936"/>
                  <a:pt x="56263" y="14924"/>
                </a:cubicBezTo>
                <a:cubicBezTo>
                  <a:pt x="56294" y="14894"/>
                  <a:pt x="56324" y="14803"/>
                  <a:pt x="56385" y="14803"/>
                </a:cubicBezTo>
                <a:lnTo>
                  <a:pt x="56446" y="14772"/>
                </a:lnTo>
                <a:cubicBezTo>
                  <a:pt x="56537" y="14772"/>
                  <a:pt x="56537" y="14651"/>
                  <a:pt x="56537" y="14620"/>
                </a:cubicBezTo>
                <a:cubicBezTo>
                  <a:pt x="56530" y="14606"/>
                  <a:pt x="56542" y="14600"/>
                  <a:pt x="56567" y="14600"/>
                </a:cubicBezTo>
                <a:cubicBezTo>
                  <a:pt x="56650" y="14600"/>
                  <a:pt x="56869" y="14665"/>
                  <a:pt x="56962" y="14712"/>
                </a:cubicBezTo>
                <a:cubicBezTo>
                  <a:pt x="57103" y="14740"/>
                  <a:pt x="57269" y="14897"/>
                  <a:pt x="57341" y="14897"/>
                </a:cubicBezTo>
                <a:cubicBezTo>
                  <a:pt x="57347" y="14897"/>
                  <a:pt x="57353" y="14896"/>
                  <a:pt x="57357" y="14894"/>
                </a:cubicBezTo>
                <a:cubicBezTo>
                  <a:pt x="57368" y="14889"/>
                  <a:pt x="57377" y="14886"/>
                  <a:pt x="57384" y="14886"/>
                </a:cubicBezTo>
                <a:cubicBezTo>
                  <a:pt x="57416" y="14886"/>
                  <a:pt x="57407" y="14941"/>
                  <a:pt x="57357" y="15016"/>
                </a:cubicBezTo>
                <a:lnTo>
                  <a:pt x="57449" y="15107"/>
                </a:lnTo>
                <a:lnTo>
                  <a:pt x="57449" y="15137"/>
                </a:lnTo>
                <a:cubicBezTo>
                  <a:pt x="57570" y="15107"/>
                  <a:pt x="57661" y="15046"/>
                  <a:pt x="57753" y="14955"/>
                </a:cubicBezTo>
                <a:cubicBezTo>
                  <a:pt x="57783" y="14940"/>
                  <a:pt x="57821" y="14932"/>
                  <a:pt x="57859" y="14932"/>
                </a:cubicBezTo>
                <a:cubicBezTo>
                  <a:pt x="57897" y="14932"/>
                  <a:pt x="57935" y="14940"/>
                  <a:pt x="57965" y="14955"/>
                </a:cubicBezTo>
                <a:cubicBezTo>
                  <a:pt x="57965" y="14957"/>
                  <a:pt x="57966" y="14957"/>
                  <a:pt x="57966" y="14957"/>
                </a:cubicBezTo>
                <a:cubicBezTo>
                  <a:pt x="57976" y="14957"/>
                  <a:pt x="58060" y="14737"/>
                  <a:pt x="58117" y="14651"/>
                </a:cubicBezTo>
                <a:cubicBezTo>
                  <a:pt x="58174" y="14613"/>
                  <a:pt x="58253" y="14587"/>
                  <a:pt x="58327" y="14587"/>
                </a:cubicBezTo>
                <a:cubicBezTo>
                  <a:pt x="58373" y="14587"/>
                  <a:pt x="58417" y="14597"/>
                  <a:pt x="58452" y="14620"/>
                </a:cubicBezTo>
                <a:lnTo>
                  <a:pt x="58482" y="14620"/>
                </a:lnTo>
                <a:lnTo>
                  <a:pt x="58634" y="14499"/>
                </a:lnTo>
                <a:cubicBezTo>
                  <a:pt x="58756" y="14560"/>
                  <a:pt x="58999" y="14712"/>
                  <a:pt x="59060" y="14712"/>
                </a:cubicBezTo>
                <a:cubicBezTo>
                  <a:pt x="59120" y="14681"/>
                  <a:pt x="59364" y="14590"/>
                  <a:pt x="59424" y="14560"/>
                </a:cubicBezTo>
                <a:cubicBezTo>
                  <a:pt x="59462" y="14547"/>
                  <a:pt x="59500" y="14540"/>
                  <a:pt x="59535" y="14540"/>
                </a:cubicBezTo>
                <a:cubicBezTo>
                  <a:pt x="59586" y="14540"/>
                  <a:pt x="59632" y="14554"/>
                  <a:pt x="59667" y="14590"/>
                </a:cubicBezTo>
                <a:cubicBezTo>
                  <a:pt x="59728" y="14651"/>
                  <a:pt x="59789" y="14651"/>
                  <a:pt x="59880" y="14681"/>
                </a:cubicBezTo>
                <a:lnTo>
                  <a:pt x="59971" y="14620"/>
                </a:lnTo>
                <a:cubicBezTo>
                  <a:pt x="60032" y="14590"/>
                  <a:pt x="60063" y="14529"/>
                  <a:pt x="60093" y="14438"/>
                </a:cubicBezTo>
                <a:cubicBezTo>
                  <a:pt x="60096" y="14435"/>
                  <a:pt x="60103" y="14433"/>
                  <a:pt x="60111" y="14433"/>
                </a:cubicBezTo>
                <a:cubicBezTo>
                  <a:pt x="60181" y="14433"/>
                  <a:pt x="60407" y="14533"/>
                  <a:pt x="60488" y="14560"/>
                </a:cubicBezTo>
                <a:cubicBezTo>
                  <a:pt x="60498" y="14563"/>
                  <a:pt x="60509" y="14564"/>
                  <a:pt x="60522" y="14564"/>
                </a:cubicBezTo>
                <a:cubicBezTo>
                  <a:pt x="60623" y="14564"/>
                  <a:pt x="60789" y="14462"/>
                  <a:pt x="60762" y="14408"/>
                </a:cubicBezTo>
                <a:cubicBezTo>
                  <a:pt x="60762" y="14398"/>
                  <a:pt x="60766" y="14394"/>
                  <a:pt x="60774" y="14394"/>
                </a:cubicBezTo>
                <a:cubicBezTo>
                  <a:pt x="60817" y="14394"/>
                  <a:pt x="60959" y="14513"/>
                  <a:pt x="61035" y="14590"/>
                </a:cubicBezTo>
                <a:cubicBezTo>
                  <a:pt x="61073" y="14603"/>
                  <a:pt x="61116" y="14610"/>
                  <a:pt x="61160" y="14610"/>
                </a:cubicBezTo>
                <a:cubicBezTo>
                  <a:pt x="61222" y="14610"/>
                  <a:pt x="61286" y="14595"/>
                  <a:pt x="61339" y="14560"/>
                </a:cubicBezTo>
                <a:cubicBezTo>
                  <a:pt x="61370" y="14468"/>
                  <a:pt x="61400" y="14408"/>
                  <a:pt x="61400" y="14347"/>
                </a:cubicBezTo>
                <a:lnTo>
                  <a:pt x="61400" y="14317"/>
                </a:lnTo>
                <a:lnTo>
                  <a:pt x="61400" y="14256"/>
                </a:lnTo>
                <a:cubicBezTo>
                  <a:pt x="61339" y="14134"/>
                  <a:pt x="61218" y="14073"/>
                  <a:pt x="61126" y="14073"/>
                </a:cubicBezTo>
                <a:lnTo>
                  <a:pt x="61005" y="14043"/>
                </a:lnTo>
                <a:cubicBezTo>
                  <a:pt x="60974" y="14013"/>
                  <a:pt x="60944" y="13982"/>
                  <a:pt x="60944" y="13921"/>
                </a:cubicBezTo>
                <a:lnTo>
                  <a:pt x="60944" y="13830"/>
                </a:lnTo>
                <a:cubicBezTo>
                  <a:pt x="61035" y="13709"/>
                  <a:pt x="61096" y="13557"/>
                  <a:pt x="61096" y="13374"/>
                </a:cubicBezTo>
                <a:lnTo>
                  <a:pt x="61430" y="13374"/>
                </a:lnTo>
                <a:cubicBezTo>
                  <a:pt x="61522" y="13359"/>
                  <a:pt x="61613" y="13351"/>
                  <a:pt x="61704" y="13351"/>
                </a:cubicBezTo>
                <a:cubicBezTo>
                  <a:pt x="61795" y="13351"/>
                  <a:pt x="61886" y="13359"/>
                  <a:pt x="61978" y="13374"/>
                </a:cubicBezTo>
                <a:lnTo>
                  <a:pt x="62008" y="13374"/>
                </a:lnTo>
                <a:cubicBezTo>
                  <a:pt x="62160" y="13465"/>
                  <a:pt x="61978" y="13435"/>
                  <a:pt x="61978" y="13526"/>
                </a:cubicBezTo>
                <a:cubicBezTo>
                  <a:pt x="61978" y="13617"/>
                  <a:pt x="61947" y="13648"/>
                  <a:pt x="61826" y="13648"/>
                </a:cubicBezTo>
                <a:lnTo>
                  <a:pt x="61795" y="13648"/>
                </a:lnTo>
                <a:cubicBezTo>
                  <a:pt x="61741" y="13648"/>
                  <a:pt x="61519" y="13552"/>
                  <a:pt x="61428" y="13552"/>
                </a:cubicBezTo>
                <a:cubicBezTo>
                  <a:pt x="61416" y="13552"/>
                  <a:pt x="61407" y="13553"/>
                  <a:pt x="61400" y="13557"/>
                </a:cubicBezTo>
                <a:cubicBezTo>
                  <a:pt x="61339" y="13587"/>
                  <a:pt x="61400" y="13891"/>
                  <a:pt x="61400" y="13982"/>
                </a:cubicBezTo>
                <a:cubicBezTo>
                  <a:pt x="61400" y="14073"/>
                  <a:pt x="61461" y="14165"/>
                  <a:pt x="61552" y="14195"/>
                </a:cubicBezTo>
                <a:lnTo>
                  <a:pt x="61582" y="14104"/>
                </a:lnTo>
                <a:cubicBezTo>
                  <a:pt x="61613" y="14043"/>
                  <a:pt x="61613" y="13952"/>
                  <a:pt x="61643" y="13921"/>
                </a:cubicBezTo>
                <a:cubicBezTo>
                  <a:pt x="61655" y="13915"/>
                  <a:pt x="61669" y="13913"/>
                  <a:pt x="61683" y="13913"/>
                </a:cubicBezTo>
                <a:cubicBezTo>
                  <a:pt x="61740" y="13913"/>
                  <a:pt x="61813" y="13952"/>
                  <a:pt x="61886" y="13952"/>
                </a:cubicBezTo>
                <a:lnTo>
                  <a:pt x="62038" y="13952"/>
                </a:lnTo>
                <a:cubicBezTo>
                  <a:pt x="62190" y="14013"/>
                  <a:pt x="62221" y="14104"/>
                  <a:pt x="62190" y="14104"/>
                </a:cubicBezTo>
                <a:cubicBezTo>
                  <a:pt x="62145" y="14119"/>
                  <a:pt x="62107" y="14127"/>
                  <a:pt x="62069" y="14127"/>
                </a:cubicBezTo>
                <a:cubicBezTo>
                  <a:pt x="62031" y="14127"/>
                  <a:pt x="61993" y="14119"/>
                  <a:pt x="61947" y="14104"/>
                </a:cubicBezTo>
                <a:lnTo>
                  <a:pt x="61856" y="14165"/>
                </a:lnTo>
                <a:lnTo>
                  <a:pt x="61613" y="14317"/>
                </a:lnTo>
                <a:cubicBezTo>
                  <a:pt x="61613" y="14523"/>
                  <a:pt x="61701" y="14664"/>
                  <a:pt x="61821" y="14664"/>
                </a:cubicBezTo>
                <a:cubicBezTo>
                  <a:pt x="61842" y="14664"/>
                  <a:pt x="61864" y="14660"/>
                  <a:pt x="61886" y="14651"/>
                </a:cubicBezTo>
                <a:lnTo>
                  <a:pt x="61856" y="14499"/>
                </a:lnTo>
                <a:cubicBezTo>
                  <a:pt x="61856" y="14438"/>
                  <a:pt x="61886" y="14438"/>
                  <a:pt x="61947" y="14438"/>
                </a:cubicBezTo>
                <a:lnTo>
                  <a:pt x="61978" y="14468"/>
                </a:lnTo>
                <a:cubicBezTo>
                  <a:pt x="62038" y="14499"/>
                  <a:pt x="62069" y="14560"/>
                  <a:pt x="62099" y="14620"/>
                </a:cubicBezTo>
                <a:lnTo>
                  <a:pt x="62130" y="14833"/>
                </a:lnTo>
                <a:cubicBezTo>
                  <a:pt x="62281" y="14772"/>
                  <a:pt x="62373" y="14681"/>
                  <a:pt x="62342" y="14651"/>
                </a:cubicBezTo>
                <a:cubicBezTo>
                  <a:pt x="62585" y="14560"/>
                  <a:pt x="62829" y="14499"/>
                  <a:pt x="63072" y="14468"/>
                </a:cubicBezTo>
                <a:cubicBezTo>
                  <a:pt x="63160" y="14446"/>
                  <a:pt x="63237" y="14432"/>
                  <a:pt x="63298" y="14426"/>
                </a:cubicBezTo>
                <a:lnTo>
                  <a:pt x="63298" y="14426"/>
                </a:lnTo>
                <a:lnTo>
                  <a:pt x="63383" y="14448"/>
                </a:lnTo>
                <a:lnTo>
                  <a:pt x="63383" y="14448"/>
                </a:lnTo>
                <a:cubicBezTo>
                  <a:pt x="63388" y="14440"/>
                  <a:pt x="63392" y="14432"/>
                  <a:pt x="63396" y="14424"/>
                </a:cubicBezTo>
                <a:lnTo>
                  <a:pt x="63396" y="14424"/>
                </a:lnTo>
                <a:cubicBezTo>
                  <a:pt x="63385" y="14423"/>
                  <a:pt x="63373" y="14423"/>
                  <a:pt x="63361" y="14423"/>
                </a:cubicBezTo>
                <a:cubicBezTo>
                  <a:pt x="63342" y="14423"/>
                  <a:pt x="63321" y="14424"/>
                  <a:pt x="63298" y="14426"/>
                </a:cubicBezTo>
                <a:lnTo>
                  <a:pt x="63298" y="14426"/>
                </a:lnTo>
                <a:lnTo>
                  <a:pt x="63224" y="14408"/>
                </a:lnTo>
                <a:lnTo>
                  <a:pt x="63041" y="14377"/>
                </a:lnTo>
                <a:cubicBezTo>
                  <a:pt x="62950" y="14286"/>
                  <a:pt x="62859" y="14165"/>
                  <a:pt x="62829" y="14043"/>
                </a:cubicBezTo>
                <a:lnTo>
                  <a:pt x="62889" y="14043"/>
                </a:lnTo>
                <a:cubicBezTo>
                  <a:pt x="62950" y="14073"/>
                  <a:pt x="63315" y="14286"/>
                  <a:pt x="63376" y="14317"/>
                </a:cubicBezTo>
                <a:cubicBezTo>
                  <a:pt x="63406" y="14346"/>
                  <a:pt x="63413" y="14384"/>
                  <a:pt x="63396" y="14424"/>
                </a:cubicBezTo>
                <a:lnTo>
                  <a:pt x="63396" y="14424"/>
                </a:lnTo>
                <a:cubicBezTo>
                  <a:pt x="63442" y="14429"/>
                  <a:pt x="63467" y="14444"/>
                  <a:pt x="63467" y="14468"/>
                </a:cubicBezTo>
                <a:lnTo>
                  <a:pt x="63383" y="14448"/>
                </a:lnTo>
                <a:lnTo>
                  <a:pt x="63383" y="14448"/>
                </a:lnTo>
                <a:cubicBezTo>
                  <a:pt x="63360" y="14483"/>
                  <a:pt x="63318" y="14522"/>
                  <a:pt x="63254" y="14560"/>
                </a:cubicBezTo>
                <a:lnTo>
                  <a:pt x="63497" y="14590"/>
                </a:lnTo>
                <a:cubicBezTo>
                  <a:pt x="63691" y="14526"/>
                  <a:pt x="64006" y="14461"/>
                  <a:pt x="64206" y="14461"/>
                </a:cubicBezTo>
                <a:cubicBezTo>
                  <a:pt x="64289" y="14461"/>
                  <a:pt x="64352" y="14472"/>
                  <a:pt x="64379" y="14499"/>
                </a:cubicBezTo>
                <a:cubicBezTo>
                  <a:pt x="64470" y="14620"/>
                  <a:pt x="64531" y="14742"/>
                  <a:pt x="64500" y="14803"/>
                </a:cubicBezTo>
                <a:lnTo>
                  <a:pt x="64318" y="14803"/>
                </a:lnTo>
                <a:cubicBezTo>
                  <a:pt x="64288" y="14803"/>
                  <a:pt x="64257" y="14833"/>
                  <a:pt x="64257" y="14894"/>
                </a:cubicBezTo>
                <a:cubicBezTo>
                  <a:pt x="64257" y="14924"/>
                  <a:pt x="64318" y="14955"/>
                  <a:pt x="64348" y="14955"/>
                </a:cubicBezTo>
                <a:lnTo>
                  <a:pt x="64440" y="14955"/>
                </a:lnTo>
                <a:cubicBezTo>
                  <a:pt x="64561" y="14894"/>
                  <a:pt x="64652" y="14803"/>
                  <a:pt x="64652" y="14651"/>
                </a:cubicBezTo>
                <a:lnTo>
                  <a:pt x="64652" y="14560"/>
                </a:lnTo>
                <a:cubicBezTo>
                  <a:pt x="64652" y="14529"/>
                  <a:pt x="64744" y="14499"/>
                  <a:pt x="64774" y="14468"/>
                </a:cubicBezTo>
                <a:cubicBezTo>
                  <a:pt x="64804" y="14438"/>
                  <a:pt x="64865" y="14438"/>
                  <a:pt x="64804" y="14408"/>
                </a:cubicBezTo>
                <a:cubicBezTo>
                  <a:pt x="64744" y="14347"/>
                  <a:pt x="64744" y="14317"/>
                  <a:pt x="64835" y="14317"/>
                </a:cubicBezTo>
                <a:lnTo>
                  <a:pt x="64865" y="14317"/>
                </a:lnTo>
                <a:cubicBezTo>
                  <a:pt x="64926" y="14317"/>
                  <a:pt x="64865" y="14620"/>
                  <a:pt x="64835" y="14712"/>
                </a:cubicBezTo>
                <a:cubicBezTo>
                  <a:pt x="64804" y="14803"/>
                  <a:pt x="64744" y="14894"/>
                  <a:pt x="64713" y="14894"/>
                </a:cubicBezTo>
                <a:cubicBezTo>
                  <a:pt x="64683" y="14894"/>
                  <a:pt x="64713" y="15016"/>
                  <a:pt x="64744" y="15046"/>
                </a:cubicBezTo>
                <a:cubicBezTo>
                  <a:pt x="64751" y="15061"/>
                  <a:pt x="64765" y="15066"/>
                  <a:pt x="64783" y="15066"/>
                </a:cubicBezTo>
                <a:cubicBezTo>
                  <a:pt x="64838" y="15066"/>
                  <a:pt x="64926" y="15008"/>
                  <a:pt x="64926" y="14985"/>
                </a:cubicBezTo>
                <a:cubicBezTo>
                  <a:pt x="64956" y="14894"/>
                  <a:pt x="64987" y="14864"/>
                  <a:pt x="65017" y="14803"/>
                </a:cubicBezTo>
                <a:lnTo>
                  <a:pt x="65048" y="14803"/>
                </a:lnTo>
                <a:cubicBezTo>
                  <a:pt x="65108" y="14803"/>
                  <a:pt x="65139" y="14833"/>
                  <a:pt x="65169" y="14864"/>
                </a:cubicBezTo>
                <a:lnTo>
                  <a:pt x="65169" y="14924"/>
                </a:lnTo>
                <a:cubicBezTo>
                  <a:pt x="65169" y="14985"/>
                  <a:pt x="65230" y="15046"/>
                  <a:pt x="65230" y="15046"/>
                </a:cubicBezTo>
                <a:cubicBezTo>
                  <a:pt x="65260" y="15046"/>
                  <a:pt x="65321" y="14924"/>
                  <a:pt x="65321" y="14864"/>
                </a:cubicBezTo>
                <a:cubicBezTo>
                  <a:pt x="65351" y="14803"/>
                  <a:pt x="65078" y="14651"/>
                  <a:pt x="65078" y="14560"/>
                </a:cubicBezTo>
                <a:cubicBezTo>
                  <a:pt x="65078" y="14468"/>
                  <a:pt x="65230" y="14408"/>
                  <a:pt x="65291" y="14408"/>
                </a:cubicBezTo>
                <a:cubicBezTo>
                  <a:pt x="65296" y="14413"/>
                  <a:pt x="65303" y="14416"/>
                  <a:pt x="65310" y="14416"/>
                </a:cubicBezTo>
                <a:cubicBezTo>
                  <a:pt x="65342" y="14416"/>
                  <a:pt x="65387" y="14366"/>
                  <a:pt x="65412" y="14317"/>
                </a:cubicBezTo>
                <a:lnTo>
                  <a:pt x="65625" y="14317"/>
                </a:lnTo>
                <a:cubicBezTo>
                  <a:pt x="65706" y="14317"/>
                  <a:pt x="65787" y="14344"/>
                  <a:pt x="65868" y="14344"/>
                </a:cubicBezTo>
                <a:cubicBezTo>
                  <a:pt x="65909" y="14344"/>
                  <a:pt x="65949" y="14337"/>
                  <a:pt x="65990" y="14317"/>
                </a:cubicBezTo>
                <a:cubicBezTo>
                  <a:pt x="65999" y="14308"/>
                  <a:pt x="66013" y="14304"/>
                  <a:pt x="66030" y="14304"/>
                </a:cubicBezTo>
                <a:cubicBezTo>
                  <a:pt x="66071" y="14304"/>
                  <a:pt x="66129" y="14325"/>
                  <a:pt x="66172" y="14347"/>
                </a:cubicBezTo>
                <a:cubicBezTo>
                  <a:pt x="66242" y="14347"/>
                  <a:pt x="66258" y="14437"/>
                  <a:pt x="66331" y="14437"/>
                </a:cubicBezTo>
                <a:cubicBezTo>
                  <a:pt x="66353" y="14437"/>
                  <a:pt x="66380" y="14429"/>
                  <a:pt x="66415" y="14408"/>
                </a:cubicBezTo>
                <a:lnTo>
                  <a:pt x="66476" y="14377"/>
                </a:lnTo>
                <a:cubicBezTo>
                  <a:pt x="66503" y="14391"/>
                  <a:pt x="66526" y="14397"/>
                  <a:pt x="66547" y="14397"/>
                </a:cubicBezTo>
                <a:cubicBezTo>
                  <a:pt x="66621" y="14397"/>
                  <a:pt x="66658" y="14320"/>
                  <a:pt x="66658" y="14225"/>
                </a:cubicBezTo>
                <a:lnTo>
                  <a:pt x="66993" y="14225"/>
                </a:lnTo>
                <a:cubicBezTo>
                  <a:pt x="67266" y="14225"/>
                  <a:pt x="67388" y="14499"/>
                  <a:pt x="67266" y="14499"/>
                </a:cubicBezTo>
                <a:lnTo>
                  <a:pt x="67418" y="14499"/>
                </a:lnTo>
                <a:lnTo>
                  <a:pt x="67601" y="14438"/>
                </a:lnTo>
                <a:lnTo>
                  <a:pt x="67844" y="14377"/>
                </a:lnTo>
                <a:cubicBezTo>
                  <a:pt x="68044" y="14288"/>
                  <a:pt x="68212" y="14232"/>
                  <a:pt x="68287" y="14232"/>
                </a:cubicBezTo>
                <a:cubicBezTo>
                  <a:pt x="68315" y="14232"/>
                  <a:pt x="68330" y="14239"/>
                  <a:pt x="68330" y="14256"/>
                </a:cubicBezTo>
                <a:lnTo>
                  <a:pt x="68330" y="14408"/>
                </a:lnTo>
                <a:cubicBezTo>
                  <a:pt x="68330" y="14466"/>
                  <a:pt x="68367" y="14487"/>
                  <a:pt x="68417" y="14487"/>
                </a:cubicBezTo>
                <a:cubicBezTo>
                  <a:pt x="68446" y="14487"/>
                  <a:pt x="68479" y="14480"/>
                  <a:pt x="68513" y="14468"/>
                </a:cubicBezTo>
                <a:cubicBezTo>
                  <a:pt x="68573" y="14438"/>
                  <a:pt x="68513" y="14317"/>
                  <a:pt x="68665" y="14317"/>
                </a:cubicBezTo>
                <a:lnTo>
                  <a:pt x="68756" y="14317"/>
                </a:lnTo>
                <a:cubicBezTo>
                  <a:pt x="68763" y="14314"/>
                  <a:pt x="68770" y="14313"/>
                  <a:pt x="68777" y="14313"/>
                </a:cubicBezTo>
                <a:cubicBezTo>
                  <a:pt x="68864" y="14313"/>
                  <a:pt x="68964" y="14473"/>
                  <a:pt x="68908" y="14529"/>
                </a:cubicBezTo>
                <a:cubicBezTo>
                  <a:pt x="68863" y="14574"/>
                  <a:pt x="68802" y="14602"/>
                  <a:pt x="68761" y="14602"/>
                </a:cubicBezTo>
                <a:cubicBezTo>
                  <a:pt x="68746" y="14602"/>
                  <a:pt x="68734" y="14598"/>
                  <a:pt x="68725" y="14590"/>
                </a:cubicBezTo>
                <a:lnTo>
                  <a:pt x="68634" y="14590"/>
                </a:lnTo>
                <a:cubicBezTo>
                  <a:pt x="68634" y="14590"/>
                  <a:pt x="68634" y="14772"/>
                  <a:pt x="68634" y="14803"/>
                </a:cubicBezTo>
                <a:cubicBezTo>
                  <a:pt x="68646" y="14826"/>
                  <a:pt x="68680" y="14836"/>
                  <a:pt x="68722" y="14836"/>
                </a:cubicBezTo>
                <a:cubicBezTo>
                  <a:pt x="68791" y="14836"/>
                  <a:pt x="68882" y="14810"/>
                  <a:pt x="68938" y="14772"/>
                </a:cubicBezTo>
                <a:cubicBezTo>
                  <a:pt x="68945" y="14766"/>
                  <a:pt x="68952" y="14763"/>
                  <a:pt x="68960" y="14763"/>
                </a:cubicBezTo>
                <a:cubicBezTo>
                  <a:pt x="69020" y="14763"/>
                  <a:pt x="69104" y="14955"/>
                  <a:pt x="69212" y="14955"/>
                </a:cubicBezTo>
                <a:cubicBezTo>
                  <a:pt x="69424" y="14924"/>
                  <a:pt x="69576" y="14833"/>
                  <a:pt x="69728" y="14712"/>
                </a:cubicBezTo>
                <a:cubicBezTo>
                  <a:pt x="69748" y="14682"/>
                  <a:pt x="69771" y="14669"/>
                  <a:pt x="69792" y="14669"/>
                </a:cubicBezTo>
                <a:cubicBezTo>
                  <a:pt x="69838" y="14669"/>
                  <a:pt x="69880" y="14730"/>
                  <a:pt x="69880" y="14833"/>
                </a:cubicBezTo>
                <a:lnTo>
                  <a:pt x="70093" y="14894"/>
                </a:lnTo>
                <a:lnTo>
                  <a:pt x="70184" y="14894"/>
                </a:lnTo>
                <a:cubicBezTo>
                  <a:pt x="70276" y="14894"/>
                  <a:pt x="70367" y="14833"/>
                  <a:pt x="70397" y="14772"/>
                </a:cubicBezTo>
                <a:cubicBezTo>
                  <a:pt x="70397" y="14712"/>
                  <a:pt x="70245" y="14651"/>
                  <a:pt x="70184" y="14651"/>
                </a:cubicBezTo>
                <a:cubicBezTo>
                  <a:pt x="70124" y="14651"/>
                  <a:pt x="70154" y="14438"/>
                  <a:pt x="70184" y="14377"/>
                </a:cubicBezTo>
                <a:cubicBezTo>
                  <a:pt x="70215" y="14317"/>
                  <a:pt x="70458" y="14225"/>
                  <a:pt x="70549" y="14225"/>
                </a:cubicBezTo>
                <a:cubicBezTo>
                  <a:pt x="70671" y="14256"/>
                  <a:pt x="70792" y="14286"/>
                  <a:pt x="70883" y="14377"/>
                </a:cubicBezTo>
                <a:lnTo>
                  <a:pt x="71035" y="14347"/>
                </a:lnTo>
                <a:lnTo>
                  <a:pt x="71096" y="14317"/>
                </a:lnTo>
                <a:cubicBezTo>
                  <a:pt x="71218" y="14317"/>
                  <a:pt x="71218" y="14256"/>
                  <a:pt x="71096" y="14195"/>
                </a:cubicBezTo>
                <a:lnTo>
                  <a:pt x="71096" y="14165"/>
                </a:lnTo>
                <a:lnTo>
                  <a:pt x="71157" y="14013"/>
                </a:lnTo>
                <a:cubicBezTo>
                  <a:pt x="71279" y="14013"/>
                  <a:pt x="71400" y="14104"/>
                  <a:pt x="71461" y="14225"/>
                </a:cubicBezTo>
                <a:cubicBezTo>
                  <a:pt x="71461" y="14236"/>
                  <a:pt x="71485" y="14244"/>
                  <a:pt x="71525" y="14244"/>
                </a:cubicBezTo>
                <a:cubicBezTo>
                  <a:pt x="71595" y="14244"/>
                  <a:pt x="71710" y="14222"/>
                  <a:pt x="71826" y="14165"/>
                </a:cubicBezTo>
                <a:lnTo>
                  <a:pt x="72282" y="14165"/>
                </a:lnTo>
                <a:cubicBezTo>
                  <a:pt x="72336" y="14075"/>
                  <a:pt x="72496" y="14049"/>
                  <a:pt x="72637" y="14049"/>
                </a:cubicBezTo>
                <a:cubicBezTo>
                  <a:pt x="72734" y="14049"/>
                  <a:pt x="72822" y="14061"/>
                  <a:pt x="72859" y="14073"/>
                </a:cubicBezTo>
                <a:cubicBezTo>
                  <a:pt x="72981" y="14134"/>
                  <a:pt x="73163" y="14225"/>
                  <a:pt x="73194" y="14225"/>
                </a:cubicBezTo>
                <a:cubicBezTo>
                  <a:pt x="73285" y="14195"/>
                  <a:pt x="73376" y="14165"/>
                  <a:pt x="73467" y="14104"/>
                </a:cubicBezTo>
                <a:lnTo>
                  <a:pt x="73619" y="14104"/>
                </a:lnTo>
                <a:cubicBezTo>
                  <a:pt x="73619" y="14104"/>
                  <a:pt x="73680" y="14013"/>
                  <a:pt x="73680" y="13982"/>
                </a:cubicBezTo>
                <a:cubicBezTo>
                  <a:pt x="73680" y="13877"/>
                  <a:pt x="73680" y="13845"/>
                  <a:pt x="73730" y="13845"/>
                </a:cubicBezTo>
                <a:cubicBezTo>
                  <a:pt x="73752" y="13845"/>
                  <a:pt x="73785" y="13851"/>
                  <a:pt x="73832" y="13861"/>
                </a:cubicBezTo>
                <a:cubicBezTo>
                  <a:pt x="73872" y="13861"/>
                  <a:pt x="73940" y="13874"/>
                  <a:pt x="73989" y="13874"/>
                </a:cubicBezTo>
                <a:cubicBezTo>
                  <a:pt x="74014" y="13874"/>
                  <a:pt x="74035" y="13871"/>
                  <a:pt x="74045" y="13861"/>
                </a:cubicBezTo>
                <a:lnTo>
                  <a:pt x="74227" y="13739"/>
                </a:lnTo>
                <a:cubicBezTo>
                  <a:pt x="74302" y="13814"/>
                  <a:pt x="74418" y="13868"/>
                  <a:pt x="74542" y="13868"/>
                </a:cubicBezTo>
                <a:cubicBezTo>
                  <a:pt x="74568" y="13868"/>
                  <a:pt x="74595" y="13866"/>
                  <a:pt x="74622" y="13861"/>
                </a:cubicBezTo>
                <a:cubicBezTo>
                  <a:pt x="74630" y="13856"/>
                  <a:pt x="74637" y="13855"/>
                  <a:pt x="74641" y="13855"/>
                </a:cubicBezTo>
                <a:cubicBezTo>
                  <a:pt x="74667" y="13855"/>
                  <a:pt x="74618" y="13930"/>
                  <a:pt x="74592" y="13982"/>
                </a:cubicBezTo>
                <a:cubicBezTo>
                  <a:pt x="74586" y="13988"/>
                  <a:pt x="74591" y="13990"/>
                  <a:pt x="74604" y="13990"/>
                </a:cubicBezTo>
                <a:cubicBezTo>
                  <a:pt x="74657" y="13990"/>
                  <a:pt x="74841" y="13946"/>
                  <a:pt x="74865" y="13921"/>
                </a:cubicBezTo>
                <a:cubicBezTo>
                  <a:pt x="74926" y="13861"/>
                  <a:pt x="74987" y="13830"/>
                  <a:pt x="75048" y="13800"/>
                </a:cubicBezTo>
                <a:cubicBezTo>
                  <a:pt x="75078" y="13800"/>
                  <a:pt x="75169" y="13891"/>
                  <a:pt x="75169" y="13921"/>
                </a:cubicBezTo>
                <a:cubicBezTo>
                  <a:pt x="75175" y="13927"/>
                  <a:pt x="75183" y="13930"/>
                  <a:pt x="75192" y="13930"/>
                </a:cubicBezTo>
                <a:cubicBezTo>
                  <a:pt x="75232" y="13930"/>
                  <a:pt x="75297" y="13885"/>
                  <a:pt x="75321" y="13861"/>
                </a:cubicBezTo>
                <a:lnTo>
                  <a:pt x="75473" y="13678"/>
                </a:lnTo>
                <a:lnTo>
                  <a:pt x="75564" y="13800"/>
                </a:lnTo>
                <a:cubicBezTo>
                  <a:pt x="75625" y="13861"/>
                  <a:pt x="75716" y="13952"/>
                  <a:pt x="75747" y="13952"/>
                </a:cubicBezTo>
                <a:cubicBezTo>
                  <a:pt x="75899" y="13891"/>
                  <a:pt x="76020" y="13861"/>
                  <a:pt x="76172" y="13861"/>
                </a:cubicBezTo>
                <a:lnTo>
                  <a:pt x="76324" y="13861"/>
                </a:lnTo>
                <a:cubicBezTo>
                  <a:pt x="76294" y="13800"/>
                  <a:pt x="76355" y="13739"/>
                  <a:pt x="76416" y="13709"/>
                </a:cubicBezTo>
                <a:lnTo>
                  <a:pt x="76476" y="13739"/>
                </a:lnTo>
                <a:cubicBezTo>
                  <a:pt x="76598" y="13769"/>
                  <a:pt x="76598" y="13891"/>
                  <a:pt x="76598" y="13982"/>
                </a:cubicBezTo>
                <a:cubicBezTo>
                  <a:pt x="76602" y="13984"/>
                  <a:pt x="76607" y="13986"/>
                  <a:pt x="76611" y="13986"/>
                </a:cubicBezTo>
                <a:cubicBezTo>
                  <a:pt x="76663" y="13986"/>
                  <a:pt x="76689" y="13826"/>
                  <a:pt x="76689" y="13769"/>
                </a:cubicBezTo>
                <a:cubicBezTo>
                  <a:pt x="76689" y="13734"/>
                  <a:pt x="76773" y="13719"/>
                  <a:pt x="76860" y="13719"/>
                </a:cubicBezTo>
                <a:cubicBezTo>
                  <a:pt x="76922" y="13719"/>
                  <a:pt x="76986" y="13726"/>
                  <a:pt x="77023" y="13739"/>
                </a:cubicBezTo>
                <a:cubicBezTo>
                  <a:pt x="77068" y="13739"/>
                  <a:pt x="77257" y="13675"/>
                  <a:pt x="77380" y="13675"/>
                </a:cubicBezTo>
                <a:cubicBezTo>
                  <a:pt x="77426" y="13675"/>
                  <a:pt x="77463" y="13684"/>
                  <a:pt x="77479" y="13709"/>
                </a:cubicBezTo>
                <a:cubicBezTo>
                  <a:pt x="77497" y="13744"/>
                  <a:pt x="77536" y="13759"/>
                  <a:pt x="77583" y="13759"/>
                </a:cubicBezTo>
                <a:cubicBezTo>
                  <a:pt x="77617" y="13759"/>
                  <a:pt x="77654" y="13752"/>
                  <a:pt x="77692" y="13739"/>
                </a:cubicBezTo>
                <a:cubicBezTo>
                  <a:pt x="77692" y="13709"/>
                  <a:pt x="77631" y="13709"/>
                  <a:pt x="77510" y="13709"/>
                </a:cubicBezTo>
                <a:lnTo>
                  <a:pt x="77510" y="13587"/>
                </a:lnTo>
                <a:lnTo>
                  <a:pt x="77510" y="13526"/>
                </a:lnTo>
                <a:cubicBezTo>
                  <a:pt x="77540" y="13465"/>
                  <a:pt x="77571" y="13405"/>
                  <a:pt x="77571" y="13344"/>
                </a:cubicBezTo>
                <a:cubicBezTo>
                  <a:pt x="77601" y="13313"/>
                  <a:pt x="77540" y="13313"/>
                  <a:pt x="77479" y="13313"/>
                </a:cubicBezTo>
                <a:lnTo>
                  <a:pt x="77267" y="13313"/>
                </a:lnTo>
                <a:cubicBezTo>
                  <a:pt x="77191" y="13344"/>
                  <a:pt x="77115" y="13359"/>
                  <a:pt x="77039" y="13359"/>
                </a:cubicBezTo>
                <a:cubicBezTo>
                  <a:pt x="76963" y="13359"/>
                  <a:pt x="76887" y="13344"/>
                  <a:pt x="76811" y="13313"/>
                </a:cubicBezTo>
                <a:lnTo>
                  <a:pt x="76689" y="13222"/>
                </a:lnTo>
                <a:lnTo>
                  <a:pt x="76689" y="13161"/>
                </a:lnTo>
                <a:cubicBezTo>
                  <a:pt x="76719" y="13131"/>
                  <a:pt x="76719" y="13131"/>
                  <a:pt x="76750" y="13131"/>
                </a:cubicBezTo>
                <a:cubicBezTo>
                  <a:pt x="76841" y="13161"/>
                  <a:pt x="76932" y="13161"/>
                  <a:pt x="77023" y="13192"/>
                </a:cubicBezTo>
                <a:lnTo>
                  <a:pt x="77115" y="13192"/>
                </a:lnTo>
                <a:cubicBezTo>
                  <a:pt x="77236" y="13192"/>
                  <a:pt x="77358" y="13161"/>
                  <a:pt x="77479" y="13101"/>
                </a:cubicBezTo>
                <a:lnTo>
                  <a:pt x="77571" y="13101"/>
                </a:lnTo>
                <a:lnTo>
                  <a:pt x="78026" y="13161"/>
                </a:lnTo>
                <a:cubicBezTo>
                  <a:pt x="78543" y="13131"/>
                  <a:pt x="78999" y="13070"/>
                  <a:pt x="79090" y="13070"/>
                </a:cubicBezTo>
                <a:lnTo>
                  <a:pt x="79333" y="13070"/>
                </a:lnTo>
                <a:cubicBezTo>
                  <a:pt x="79485" y="13070"/>
                  <a:pt x="79637" y="12979"/>
                  <a:pt x="79729" y="12827"/>
                </a:cubicBezTo>
                <a:cubicBezTo>
                  <a:pt x="79729" y="12807"/>
                  <a:pt x="79742" y="12797"/>
                  <a:pt x="79765" y="12797"/>
                </a:cubicBezTo>
                <a:cubicBezTo>
                  <a:pt x="79810" y="12797"/>
                  <a:pt x="79891" y="12837"/>
                  <a:pt x="79972" y="12918"/>
                </a:cubicBezTo>
                <a:cubicBezTo>
                  <a:pt x="80005" y="12969"/>
                  <a:pt x="80057" y="12991"/>
                  <a:pt x="80107" y="12991"/>
                </a:cubicBezTo>
                <a:cubicBezTo>
                  <a:pt x="80148" y="12991"/>
                  <a:pt x="80188" y="12976"/>
                  <a:pt x="80215" y="12949"/>
                </a:cubicBezTo>
                <a:lnTo>
                  <a:pt x="80337" y="12918"/>
                </a:lnTo>
                <a:cubicBezTo>
                  <a:pt x="80489" y="13010"/>
                  <a:pt x="80580" y="13161"/>
                  <a:pt x="80489" y="13253"/>
                </a:cubicBezTo>
                <a:lnTo>
                  <a:pt x="80367" y="13253"/>
                </a:lnTo>
                <a:cubicBezTo>
                  <a:pt x="80337" y="13283"/>
                  <a:pt x="80337" y="13344"/>
                  <a:pt x="80367" y="13374"/>
                </a:cubicBezTo>
                <a:lnTo>
                  <a:pt x="80397" y="13405"/>
                </a:lnTo>
                <a:lnTo>
                  <a:pt x="80489" y="13405"/>
                </a:lnTo>
                <a:cubicBezTo>
                  <a:pt x="80580" y="13405"/>
                  <a:pt x="80671" y="13374"/>
                  <a:pt x="80762" y="13344"/>
                </a:cubicBezTo>
                <a:lnTo>
                  <a:pt x="80823" y="13344"/>
                </a:lnTo>
                <a:cubicBezTo>
                  <a:pt x="80884" y="13374"/>
                  <a:pt x="80975" y="13435"/>
                  <a:pt x="81005" y="13496"/>
                </a:cubicBezTo>
                <a:lnTo>
                  <a:pt x="81248" y="13496"/>
                </a:lnTo>
                <a:cubicBezTo>
                  <a:pt x="81400" y="13465"/>
                  <a:pt x="81552" y="13405"/>
                  <a:pt x="81674" y="13283"/>
                </a:cubicBezTo>
                <a:cubicBezTo>
                  <a:pt x="81704" y="13253"/>
                  <a:pt x="81613" y="13131"/>
                  <a:pt x="81583" y="13131"/>
                </a:cubicBezTo>
                <a:cubicBezTo>
                  <a:pt x="81492" y="13131"/>
                  <a:pt x="81431" y="13161"/>
                  <a:pt x="81370" y="13192"/>
                </a:cubicBezTo>
                <a:cubicBezTo>
                  <a:pt x="81340" y="13192"/>
                  <a:pt x="81218" y="13222"/>
                  <a:pt x="81066" y="13222"/>
                </a:cubicBezTo>
                <a:lnTo>
                  <a:pt x="80975" y="13253"/>
                </a:lnTo>
                <a:lnTo>
                  <a:pt x="80944" y="13253"/>
                </a:lnTo>
                <a:cubicBezTo>
                  <a:pt x="80884" y="13253"/>
                  <a:pt x="80853" y="13131"/>
                  <a:pt x="80853" y="13101"/>
                </a:cubicBezTo>
                <a:cubicBezTo>
                  <a:pt x="81036" y="13040"/>
                  <a:pt x="81248" y="13010"/>
                  <a:pt x="81431" y="13010"/>
                </a:cubicBezTo>
                <a:lnTo>
                  <a:pt x="81826" y="13010"/>
                </a:lnTo>
                <a:cubicBezTo>
                  <a:pt x="81917" y="12949"/>
                  <a:pt x="82039" y="12949"/>
                  <a:pt x="82130" y="12918"/>
                </a:cubicBezTo>
                <a:cubicBezTo>
                  <a:pt x="82217" y="12947"/>
                  <a:pt x="82331" y="13224"/>
                  <a:pt x="82237" y="13224"/>
                </a:cubicBezTo>
                <a:cubicBezTo>
                  <a:pt x="82232" y="13224"/>
                  <a:pt x="82227" y="13224"/>
                  <a:pt x="82221" y="13222"/>
                </a:cubicBezTo>
                <a:cubicBezTo>
                  <a:pt x="82069" y="13222"/>
                  <a:pt x="82069" y="13313"/>
                  <a:pt x="82160" y="13465"/>
                </a:cubicBezTo>
                <a:lnTo>
                  <a:pt x="82282" y="13496"/>
                </a:lnTo>
                <a:lnTo>
                  <a:pt x="82403" y="13526"/>
                </a:lnTo>
                <a:cubicBezTo>
                  <a:pt x="82586" y="13465"/>
                  <a:pt x="82555" y="13313"/>
                  <a:pt x="82525" y="13313"/>
                </a:cubicBezTo>
                <a:cubicBezTo>
                  <a:pt x="82464" y="13222"/>
                  <a:pt x="82464" y="13131"/>
                  <a:pt x="82495" y="13040"/>
                </a:cubicBezTo>
                <a:cubicBezTo>
                  <a:pt x="82647" y="12949"/>
                  <a:pt x="82799" y="12888"/>
                  <a:pt x="83011" y="12858"/>
                </a:cubicBezTo>
                <a:lnTo>
                  <a:pt x="83133" y="12949"/>
                </a:lnTo>
                <a:lnTo>
                  <a:pt x="83437" y="13101"/>
                </a:lnTo>
                <a:cubicBezTo>
                  <a:pt x="83529" y="13027"/>
                  <a:pt x="83643" y="12987"/>
                  <a:pt x="83760" y="12987"/>
                </a:cubicBezTo>
                <a:cubicBezTo>
                  <a:pt x="83835" y="12987"/>
                  <a:pt x="83912" y="13004"/>
                  <a:pt x="83984" y="13040"/>
                </a:cubicBezTo>
                <a:lnTo>
                  <a:pt x="84075" y="13040"/>
                </a:lnTo>
                <a:lnTo>
                  <a:pt x="84166" y="13010"/>
                </a:lnTo>
                <a:cubicBezTo>
                  <a:pt x="84212" y="12964"/>
                  <a:pt x="84265" y="12941"/>
                  <a:pt x="84318" y="12941"/>
                </a:cubicBezTo>
                <a:cubicBezTo>
                  <a:pt x="84372" y="12941"/>
                  <a:pt x="84425" y="12964"/>
                  <a:pt x="84470" y="13010"/>
                </a:cubicBezTo>
                <a:cubicBezTo>
                  <a:pt x="84501" y="13040"/>
                  <a:pt x="84501" y="13101"/>
                  <a:pt x="84440" y="13101"/>
                </a:cubicBezTo>
                <a:cubicBezTo>
                  <a:pt x="84418" y="13101"/>
                  <a:pt x="84283" y="13036"/>
                  <a:pt x="84223" y="13036"/>
                </a:cubicBezTo>
                <a:cubicBezTo>
                  <a:pt x="84201" y="13036"/>
                  <a:pt x="84189" y="13045"/>
                  <a:pt x="84197" y="13070"/>
                </a:cubicBezTo>
                <a:cubicBezTo>
                  <a:pt x="84227" y="13131"/>
                  <a:pt x="84440" y="13253"/>
                  <a:pt x="84501" y="13253"/>
                </a:cubicBezTo>
                <a:cubicBezTo>
                  <a:pt x="84592" y="13253"/>
                  <a:pt x="84683" y="12979"/>
                  <a:pt x="84622" y="12858"/>
                </a:cubicBezTo>
                <a:cubicBezTo>
                  <a:pt x="84579" y="12792"/>
                  <a:pt x="84708" y="12742"/>
                  <a:pt x="84818" y="12742"/>
                </a:cubicBezTo>
                <a:cubicBezTo>
                  <a:pt x="84861" y="12742"/>
                  <a:pt x="84901" y="12749"/>
                  <a:pt x="84926" y="12766"/>
                </a:cubicBezTo>
                <a:lnTo>
                  <a:pt x="85169" y="12918"/>
                </a:lnTo>
                <a:lnTo>
                  <a:pt x="85291" y="12918"/>
                </a:lnTo>
                <a:cubicBezTo>
                  <a:pt x="85443" y="12918"/>
                  <a:pt x="85352" y="12979"/>
                  <a:pt x="85291" y="13010"/>
                </a:cubicBezTo>
                <a:cubicBezTo>
                  <a:pt x="85230" y="13040"/>
                  <a:pt x="85504" y="13040"/>
                  <a:pt x="85565" y="13040"/>
                </a:cubicBezTo>
                <a:cubicBezTo>
                  <a:pt x="85625" y="13040"/>
                  <a:pt x="85656" y="13010"/>
                  <a:pt x="85625" y="12949"/>
                </a:cubicBezTo>
                <a:lnTo>
                  <a:pt x="85625" y="12918"/>
                </a:lnTo>
                <a:cubicBezTo>
                  <a:pt x="85625" y="12888"/>
                  <a:pt x="85747" y="12827"/>
                  <a:pt x="85747" y="12827"/>
                </a:cubicBezTo>
                <a:lnTo>
                  <a:pt x="85838" y="12918"/>
                </a:lnTo>
                <a:cubicBezTo>
                  <a:pt x="85909" y="12954"/>
                  <a:pt x="85981" y="12969"/>
                  <a:pt x="86052" y="12969"/>
                </a:cubicBezTo>
                <a:cubicBezTo>
                  <a:pt x="86102" y="12969"/>
                  <a:pt x="86153" y="12961"/>
                  <a:pt x="86203" y="12949"/>
                </a:cubicBezTo>
                <a:cubicBezTo>
                  <a:pt x="86216" y="12942"/>
                  <a:pt x="86241" y="12940"/>
                  <a:pt x="86273" y="12940"/>
                </a:cubicBezTo>
                <a:cubicBezTo>
                  <a:pt x="86362" y="12940"/>
                  <a:pt x="86505" y="12957"/>
                  <a:pt x="86604" y="12957"/>
                </a:cubicBezTo>
                <a:cubicBezTo>
                  <a:pt x="86640" y="12957"/>
                  <a:pt x="86670" y="12955"/>
                  <a:pt x="86689" y="12949"/>
                </a:cubicBezTo>
                <a:cubicBezTo>
                  <a:pt x="86811" y="12888"/>
                  <a:pt x="86902" y="12797"/>
                  <a:pt x="86963" y="12675"/>
                </a:cubicBezTo>
                <a:cubicBezTo>
                  <a:pt x="86971" y="12667"/>
                  <a:pt x="86983" y="12663"/>
                  <a:pt x="86998" y="12663"/>
                </a:cubicBezTo>
                <a:cubicBezTo>
                  <a:pt x="87089" y="12663"/>
                  <a:pt x="87279" y="12805"/>
                  <a:pt x="87358" y="12858"/>
                </a:cubicBezTo>
                <a:cubicBezTo>
                  <a:pt x="87449" y="12888"/>
                  <a:pt x="87548" y="12903"/>
                  <a:pt x="87651" y="12903"/>
                </a:cubicBezTo>
                <a:cubicBezTo>
                  <a:pt x="87753" y="12903"/>
                  <a:pt x="87859" y="12888"/>
                  <a:pt x="87966" y="12858"/>
                </a:cubicBezTo>
                <a:cubicBezTo>
                  <a:pt x="88095" y="12836"/>
                  <a:pt x="88239" y="12815"/>
                  <a:pt x="88377" y="12815"/>
                </a:cubicBezTo>
                <a:cubicBezTo>
                  <a:pt x="88434" y="12815"/>
                  <a:pt x="88490" y="12818"/>
                  <a:pt x="88543" y="12827"/>
                </a:cubicBezTo>
                <a:lnTo>
                  <a:pt x="88756" y="12797"/>
                </a:lnTo>
                <a:lnTo>
                  <a:pt x="88817" y="12797"/>
                </a:lnTo>
                <a:cubicBezTo>
                  <a:pt x="88828" y="12802"/>
                  <a:pt x="88840" y="12805"/>
                  <a:pt x="88853" y="12805"/>
                </a:cubicBezTo>
                <a:cubicBezTo>
                  <a:pt x="88909" y="12805"/>
                  <a:pt x="88975" y="12755"/>
                  <a:pt x="88999" y="12706"/>
                </a:cubicBezTo>
                <a:cubicBezTo>
                  <a:pt x="88999" y="12675"/>
                  <a:pt x="89030" y="12660"/>
                  <a:pt x="89079" y="12660"/>
                </a:cubicBezTo>
                <a:cubicBezTo>
                  <a:pt x="89129" y="12660"/>
                  <a:pt x="89197" y="12675"/>
                  <a:pt x="89273" y="12706"/>
                </a:cubicBezTo>
                <a:lnTo>
                  <a:pt x="89364" y="12736"/>
                </a:lnTo>
                <a:cubicBezTo>
                  <a:pt x="89433" y="12759"/>
                  <a:pt x="89450" y="12868"/>
                  <a:pt x="89532" y="12868"/>
                </a:cubicBezTo>
                <a:cubicBezTo>
                  <a:pt x="89559" y="12868"/>
                  <a:pt x="89593" y="12857"/>
                  <a:pt x="89638" y="12827"/>
                </a:cubicBezTo>
                <a:cubicBezTo>
                  <a:pt x="89729" y="12766"/>
                  <a:pt x="89850" y="12736"/>
                  <a:pt x="89972" y="12736"/>
                </a:cubicBezTo>
                <a:cubicBezTo>
                  <a:pt x="90002" y="12736"/>
                  <a:pt x="90033" y="12766"/>
                  <a:pt x="90033" y="12766"/>
                </a:cubicBezTo>
                <a:cubicBezTo>
                  <a:pt x="90101" y="12801"/>
                  <a:pt x="90178" y="12805"/>
                  <a:pt x="90257" y="12805"/>
                </a:cubicBezTo>
                <a:cubicBezTo>
                  <a:pt x="90284" y="12805"/>
                  <a:pt x="90310" y="12804"/>
                  <a:pt x="90337" y="12804"/>
                </a:cubicBezTo>
                <a:cubicBezTo>
                  <a:pt x="90443" y="12804"/>
                  <a:pt x="90550" y="12812"/>
                  <a:pt x="90641" y="12888"/>
                </a:cubicBezTo>
                <a:cubicBezTo>
                  <a:pt x="90641" y="12888"/>
                  <a:pt x="90762" y="12797"/>
                  <a:pt x="90853" y="12797"/>
                </a:cubicBezTo>
                <a:lnTo>
                  <a:pt x="90884" y="12797"/>
                </a:lnTo>
                <a:cubicBezTo>
                  <a:pt x="90908" y="12809"/>
                  <a:pt x="90926" y="12814"/>
                  <a:pt x="90939" y="12814"/>
                </a:cubicBezTo>
                <a:cubicBezTo>
                  <a:pt x="90994" y="12814"/>
                  <a:pt x="90969" y="12730"/>
                  <a:pt x="90945" y="12706"/>
                </a:cubicBezTo>
                <a:cubicBezTo>
                  <a:pt x="90914" y="12645"/>
                  <a:pt x="90853" y="12554"/>
                  <a:pt x="90823" y="12493"/>
                </a:cubicBezTo>
                <a:cubicBezTo>
                  <a:pt x="90817" y="12481"/>
                  <a:pt x="90804" y="12476"/>
                  <a:pt x="90787" y="12476"/>
                </a:cubicBezTo>
                <a:cubicBezTo>
                  <a:pt x="90714" y="12476"/>
                  <a:pt x="90562" y="12560"/>
                  <a:pt x="90489" y="12584"/>
                </a:cubicBezTo>
                <a:cubicBezTo>
                  <a:pt x="90468" y="12598"/>
                  <a:pt x="90453" y="12604"/>
                  <a:pt x="90443" y="12604"/>
                </a:cubicBezTo>
                <a:cubicBezTo>
                  <a:pt x="90412" y="12604"/>
                  <a:pt x="90435" y="12539"/>
                  <a:pt x="90458" y="12493"/>
                </a:cubicBezTo>
                <a:cubicBezTo>
                  <a:pt x="90483" y="12443"/>
                  <a:pt x="90285" y="12394"/>
                  <a:pt x="90162" y="12394"/>
                </a:cubicBezTo>
                <a:cubicBezTo>
                  <a:pt x="90134" y="12394"/>
                  <a:pt x="90110" y="12396"/>
                  <a:pt x="90094" y="12402"/>
                </a:cubicBezTo>
                <a:cubicBezTo>
                  <a:pt x="90029" y="12423"/>
                  <a:pt x="89949" y="12445"/>
                  <a:pt x="89865" y="12445"/>
                </a:cubicBezTo>
                <a:cubicBezTo>
                  <a:pt x="89830" y="12445"/>
                  <a:pt x="89795" y="12441"/>
                  <a:pt x="89759" y="12432"/>
                </a:cubicBezTo>
                <a:cubicBezTo>
                  <a:pt x="89698" y="12402"/>
                  <a:pt x="89516" y="12280"/>
                  <a:pt x="89334" y="12158"/>
                </a:cubicBezTo>
                <a:lnTo>
                  <a:pt x="89394" y="12037"/>
                </a:lnTo>
                <a:lnTo>
                  <a:pt x="89425" y="11976"/>
                </a:lnTo>
                <a:cubicBezTo>
                  <a:pt x="89470" y="11946"/>
                  <a:pt x="89516" y="11930"/>
                  <a:pt x="89550" y="11930"/>
                </a:cubicBezTo>
                <a:cubicBezTo>
                  <a:pt x="89584" y="11930"/>
                  <a:pt x="89607" y="11946"/>
                  <a:pt x="89607" y="11976"/>
                </a:cubicBezTo>
                <a:lnTo>
                  <a:pt x="89607" y="12006"/>
                </a:lnTo>
                <a:cubicBezTo>
                  <a:pt x="89546" y="12128"/>
                  <a:pt x="89607" y="12219"/>
                  <a:pt x="89698" y="12219"/>
                </a:cubicBezTo>
                <a:lnTo>
                  <a:pt x="89850" y="12189"/>
                </a:lnTo>
                <a:cubicBezTo>
                  <a:pt x="89972" y="12189"/>
                  <a:pt x="90094" y="12098"/>
                  <a:pt x="90063" y="12067"/>
                </a:cubicBezTo>
                <a:cubicBezTo>
                  <a:pt x="90033" y="12006"/>
                  <a:pt x="90033" y="11976"/>
                  <a:pt x="90033" y="11976"/>
                </a:cubicBezTo>
                <a:lnTo>
                  <a:pt x="90124" y="11976"/>
                </a:lnTo>
                <a:cubicBezTo>
                  <a:pt x="90215" y="11976"/>
                  <a:pt x="90276" y="12006"/>
                  <a:pt x="90276" y="12037"/>
                </a:cubicBezTo>
                <a:lnTo>
                  <a:pt x="90276" y="12098"/>
                </a:lnTo>
                <a:cubicBezTo>
                  <a:pt x="90276" y="12158"/>
                  <a:pt x="90306" y="12219"/>
                  <a:pt x="90398" y="12219"/>
                </a:cubicBezTo>
                <a:lnTo>
                  <a:pt x="90428" y="12189"/>
                </a:lnTo>
                <a:lnTo>
                  <a:pt x="90489" y="12158"/>
                </a:lnTo>
                <a:cubicBezTo>
                  <a:pt x="90513" y="12123"/>
                  <a:pt x="90546" y="12110"/>
                  <a:pt x="90579" y="12110"/>
                </a:cubicBezTo>
                <a:cubicBezTo>
                  <a:pt x="90631" y="12110"/>
                  <a:pt x="90683" y="12140"/>
                  <a:pt x="90701" y="12158"/>
                </a:cubicBezTo>
                <a:cubicBezTo>
                  <a:pt x="90777" y="12174"/>
                  <a:pt x="90861" y="12181"/>
                  <a:pt x="90945" y="12181"/>
                </a:cubicBezTo>
                <a:cubicBezTo>
                  <a:pt x="91028" y="12181"/>
                  <a:pt x="91112" y="12174"/>
                  <a:pt x="91188" y="12158"/>
                </a:cubicBezTo>
                <a:cubicBezTo>
                  <a:pt x="91233" y="12128"/>
                  <a:pt x="91287" y="12113"/>
                  <a:pt x="91340" y="12113"/>
                </a:cubicBezTo>
                <a:cubicBezTo>
                  <a:pt x="91393" y="12113"/>
                  <a:pt x="91446" y="12128"/>
                  <a:pt x="91492" y="12158"/>
                </a:cubicBezTo>
                <a:cubicBezTo>
                  <a:pt x="91492" y="12162"/>
                  <a:pt x="91494" y="12163"/>
                  <a:pt x="91497" y="12163"/>
                </a:cubicBezTo>
                <a:cubicBezTo>
                  <a:pt x="91524" y="12163"/>
                  <a:pt x="91647" y="12064"/>
                  <a:pt x="91674" y="12037"/>
                </a:cubicBezTo>
                <a:cubicBezTo>
                  <a:pt x="91763" y="11992"/>
                  <a:pt x="91852" y="11964"/>
                  <a:pt x="91953" y="11964"/>
                </a:cubicBezTo>
                <a:cubicBezTo>
                  <a:pt x="91990" y="11964"/>
                  <a:pt x="92029" y="11968"/>
                  <a:pt x="92069" y="11976"/>
                </a:cubicBezTo>
                <a:lnTo>
                  <a:pt x="92282" y="11976"/>
                </a:lnTo>
                <a:lnTo>
                  <a:pt x="92252" y="12219"/>
                </a:lnTo>
                <a:cubicBezTo>
                  <a:pt x="92464" y="12189"/>
                  <a:pt x="92677" y="12158"/>
                  <a:pt x="92708" y="12128"/>
                </a:cubicBezTo>
                <a:cubicBezTo>
                  <a:pt x="92738" y="12067"/>
                  <a:pt x="92799" y="11915"/>
                  <a:pt x="92829" y="11794"/>
                </a:cubicBezTo>
                <a:lnTo>
                  <a:pt x="92920" y="11763"/>
                </a:lnTo>
                <a:cubicBezTo>
                  <a:pt x="92987" y="11719"/>
                  <a:pt x="93053" y="11626"/>
                  <a:pt x="93155" y="11626"/>
                </a:cubicBezTo>
                <a:cubicBezTo>
                  <a:pt x="93193" y="11626"/>
                  <a:pt x="93236" y="11639"/>
                  <a:pt x="93285" y="11672"/>
                </a:cubicBezTo>
                <a:lnTo>
                  <a:pt x="93346" y="11733"/>
                </a:lnTo>
                <a:cubicBezTo>
                  <a:pt x="93346" y="11824"/>
                  <a:pt x="93346" y="11885"/>
                  <a:pt x="93407" y="11976"/>
                </a:cubicBezTo>
                <a:lnTo>
                  <a:pt x="93559" y="11854"/>
                </a:lnTo>
                <a:lnTo>
                  <a:pt x="93680" y="11824"/>
                </a:lnTo>
                <a:cubicBezTo>
                  <a:pt x="93802" y="11794"/>
                  <a:pt x="93923" y="11733"/>
                  <a:pt x="94015" y="11672"/>
                </a:cubicBezTo>
                <a:cubicBezTo>
                  <a:pt x="94045" y="11672"/>
                  <a:pt x="94015" y="11611"/>
                  <a:pt x="93954" y="11581"/>
                </a:cubicBezTo>
                <a:lnTo>
                  <a:pt x="93893" y="11581"/>
                </a:lnTo>
                <a:cubicBezTo>
                  <a:pt x="93741" y="11581"/>
                  <a:pt x="93741" y="11520"/>
                  <a:pt x="93741" y="11429"/>
                </a:cubicBezTo>
                <a:lnTo>
                  <a:pt x="93802" y="11277"/>
                </a:lnTo>
                <a:cubicBezTo>
                  <a:pt x="93832" y="11095"/>
                  <a:pt x="93893" y="10639"/>
                  <a:pt x="93802" y="10547"/>
                </a:cubicBezTo>
                <a:cubicBezTo>
                  <a:pt x="93650" y="10456"/>
                  <a:pt x="93528" y="10304"/>
                  <a:pt x="93437" y="10183"/>
                </a:cubicBezTo>
                <a:lnTo>
                  <a:pt x="93559" y="10092"/>
                </a:lnTo>
                <a:cubicBezTo>
                  <a:pt x="93619" y="10061"/>
                  <a:pt x="93711" y="10031"/>
                  <a:pt x="93741" y="10000"/>
                </a:cubicBezTo>
                <a:cubicBezTo>
                  <a:pt x="93802" y="9970"/>
                  <a:pt x="93832" y="9879"/>
                  <a:pt x="93832" y="9879"/>
                </a:cubicBezTo>
                <a:cubicBezTo>
                  <a:pt x="93650" y="9727"/>
                  <a:pt x="93832" y="9696"/>
                  <a:pt x="93923" y="9666"/>
                </a:cubicBezTo>
                <a:lnTo>
                  <a:pt x="94015" y="9666"/>
                </a:lnTo>
                <a:cubicBezTo>
                  <a:pt x="94052" y="9653"/>
                  <a:pt x="94090" y="9646"/>
                  <a:pt x="94126" y="9646"/>
                </a:cubicBezTo>
                <a:cubicBezTo>
                  <a:pt x="94176" y="9646"/>
                  <a:pt x="94222" y="9661"/>
                  <a:pt x="94258" y="9696"/>
                </a:cubicBezTo>
                <a:cubicBezTo>
                  <a:pt x="94279" y="9739"/>
                  <a:pt x="94407" y="9782"/>
                  <a:pt x="94491" y="9782"/>
                </a:cubicBezTo>
                <a:cubicBezTo>
                  <a:pt x="94526" y="9782"/>
                  <a:pt x="94553" y="9775"/>
                  <a:pt x="94562" y="9757"/>
                </a:cubicBezTo>
                <a:cubicBezTo>
                  <a:pt x="94623" y="9636"/>
                  <a:pt x="94683" y="9544"/>
                  <a:pt x="94714" y="9423"/>
                </a:cubicBezTo>
                <a:cubicBezTo>
                  <a:pt x="94714" y="9392"/>
                  <a:pt x="94699" y="9377"/>
                  <a:pt x="94672" y="9377"/>
                </a:cubicBezTo>
                <a:cubicBezTo>
                  <a:pt x="94645" y="9377"/>
                  <a:pt x="94607" y="9392"/>
                  <a:pt x="94562" y="9423"/>
                </a:cubicBezTo>
                <a:lnTo>
                  <a:pt x="94501" y="9423"/>
                </a:lnTo>
                <a:cubicBezTo>
                  <a:pt x="94440" y="9423"/>
                  <a:pt x="94349" y="9392"/>
                  <a:pt x="94288" y="9332"/>
                </a:cubicBezTo>
                <a:lnTo>
                  <a:pt x="94197" y="9240"/>
                </a:lnTo>
                <a:cubicBezTo>
                  <a:pt x="94167" y="9332"/>
                  <a:pt x="93954" y="9423"/>
                  <a:pt x="93741" y="9453"/>
                </a:cubicBezTo>
                <a:lnTo>
                  <a:pt x="93619" y="9392"/>
                </a:lnTo>
                <a:lnTo>
                  <a:pt x="93559" y="9332"/>
                </a:lnTo>
                <a:cubicBezTo>
                  <a:pt x="93467" y="9301"/>
                  <a:pt x="93407" y="9301"/>
                  <a:pt x="93316" y="9271"/>
                </a:cubicBezTo>
                <a:cubicBezTo>
                  <a:pt x="93255" y="9240"/>
                  <a:pt x="93316" y="9149"/>
                  <a:pt x="93316" y="9149"/>
                </a:cubicBezTo>
                <a:cubicBezTo>
                  <a:pt x="93320" y="9145"/>
                  <a:pt x="93329" y="9143"/>
                  <a:pt x="93342" y="9143"/>
                </a:cubicBezTo>
                <a:cubicBezTo>
                  <a:pt x="93392" y="9143"/>
                  <a:pt x="93493" y="9171"/>
                  <a:pt x="93560" y="9171"/>
                </a:cubicBezTo>
                <a:cubicBezTo>
                  <a:pt x="93589" y="9171"/>
                  <a:pt x="93612" y="9165"/>
                  <a:pt x="93619" y="9149"/>
                </a:cubicBezTo>
                <a:cubicBezTo>
                  <a:pt x="93680" y="9088"/>
                  <a:pt x="93619" y="8936"/>
                  <a:pt x="93559" y="8906"/>
                </a:cubicBezTo>
                <a:cubicBezTo>
                  <a:pt x="93528" y="8876"/>
                  <a:pt x="93650" y="8785"/>
                  <a:pt x="93711" y="8754"/>
                </a:cubicBezTo>
                <a:cubicBezTo>
                  <a:pt x="93771" y="8724"/>
                  <a:pt x="93771" y="8693"/>
                  <a:pt x="93741" y="8633"/>
                </a:cubicBezTo>
                <a:cubicBezTo>
                  <a:pt x="93741" y="8633"/>
                  <a:pt x="93863" y="8541"/>
                  <a:pt x="93923" y="8541"/>
                </a:cubicBezTo>
                <a:cubicBezTo>
                  <a:pt x="93984" y="8420"/>
                  <a:pt x="94045" y="8268"/>
                  <a:pt x="94075" y="8146"/>
                </a:cubicBezTo>
                <a:cubicBezTo>
                  <a:pt x="94106" y="8025"/>
                  <a:pt x="93893" y="7964"/>
                  <a:pt x="93832" y="7964"/>
                </a:cubicBezTo>
                <a:cubicBezTo>
                  <a:pt x="93680" y="7964"/>
                  <a:pt x="93528" y="7994"/>
                  <a:pt x="93407" y="8055"/>
                </a:cubicBezTo>
                <a:cubicBezTo>
                  <a:pt x="93398" y="8058"/>
                  <a:pt x="93390" y="8059"/>
                  <a:pt x="93381" y="8059"/>
                </a:cubicBezTo>
                <a:cubicBezTo>
                  <a:pt x="93295" y="8059"/>
                  <a:pt x="93194" y="7931"/>
                  <a:pt x="93194" y="7903"/>
                </a:cubicBezTo>
                <a:cubicBezTo>
                  <a:pt x="93194" y="7903"/>
                  <a:pt x="93140" y="7876"/>
                  <a:pt x="93059" y="7876"/>
                </a:cubicBezTo>
                <a:cubicBezTo>
                  <a:pt x="93018" y="7876"/>
                  <a:pt x="92971" y="7883"/>
                  <a:pt x="92920" y="7903"/>
                </a:cubicBezTo>
                <a:lnTo>
                  <a:pt x="92829" y="7933"/>
                </a:lnTo>
                <a:cubicBezTo>
                  <a:pt x="92768" y="7933"/>
                  <a:pt x="92738" y="7964"/>
                  <a:pt x="92708" y="7994"/>
                </a:cubicBezTo>
                <a:lnTo>
                  <a:pt x="92647" y="8116"/>
                </a:lnTo>
                <a:cubicBezTo>
                  <a:pt x="92677" y="8207"/>
                  <a:pt x="92768" y="8298"/>
                  <a:pt x="92860" y="8329"/>
                </a:cubicBezTo>
                <a:lnTo>
                  <a:pt x="93042" y="8329"/>
                </a:lnTo>
                <a:cubicBezTo>
                  <a:pt x="93096" y="8274"/>
                  <a:pt x="93175" y="8172"/>
                  <a:pt x="93212" y="8172"/>
                </a:cubicBezTo>
                <a:cubicBezTo>
                  <a:pt x="93217" y="8172"/>
                  <a:pt x="93221" y="8173"/>
                  <a:pt x="93224" y="8177"/>
                </a:cubicBezTo>
                <a:cubicBezTo>
                  <a:pt x="93285" y="8207"/>
                  <a:pt x="93346" y="8268"/>
                  <a:pt x="93376" y="8329"/>
                </a:cubicBezTo>
                <a:cubicBezTo>
                  <a:pt x="93194" y="8420"/>
                  <a:pt x="92981" y="8450"/>
                  <a:pt x="92799" y="8481"/>
                </a:cubicBezTo>
                <a:cubicBezTo>
                  <a:pt x="92770" y="8486"/>
                  <a:pt x="92743" y="8489"/>
                  <a:pt x="92719" y="8489"/>
                </a:cubicBezTo>
                <a:cubicBezTo>
                  <a:pt x="92615" y="8489"/>
                  <a:pt x="92556" y="8444"/>
                  <a:pt x="92556" y="8420"/>
                </a:cubicBezTo>
                <a:cubicBezTo>
                  <a:pt x="92556" y="8359"/>
                  <a:pt x="92586" y="8298"/>
                  <a:pt x="92586" y="8237"/>
                </a:cubicBezTo>
                <a:cubicBezTo>
                  <a:pt x="92556" y="8146"/>
                  <a:pt x="92495" y="8085"/>
                  <a:pt x="92434" y="7994"/>
                </a:cubicBezTo>
                <a:lnTo>
                  <a:pt x="92373" y="7933"/>
                </a:lnTo>
                <a:lnTo>
                  <a:pt x="92282" y="7842"/>
                </a:lnTo>
                <a:cubicBezTo>
                  <a:pt x="92191" y="7842"/>
                  <a:pt x="92100" y="7873"/>
                  <a:pt x="92008" y="7903"/>
                </a:cubicBezTo>
                <a:lnTo>
                  <a:pt x="91857" y="7873"/>
                </a:lnTo>
                <a:cubicBezTo>
                  <a:pt x="91674" y="7873"/>
                  <a:pt x="91401" y="7842"/>
                  <a:pt x="91218" y="7812"/>
                </a:cubicBezTo>
                <a:lnTo>
                  <a:pt x="91066" y="7781"/>
                </a:lnTo>
                <a:lnTo>
                  <a:pt x="90945" y="7781"/>
                </a:lnTo>
                <a:lnTo>
                  <a:pt x="90671" y="7903"/>
                </a:lnTo>
                <a:cubicBezTo>
                  <a:pt x="90489" y="7812"/>
                  <a:pt x="90337" y="7599"/>
                  <a:pt x="90306" y="7386"/>
                </a:cubicBezTo>
                <a:cubicBezTo>
                  <a:pt x="90306" y="7326"/>
                  <a:pt x="90124" y="7204"/>
                  <a:pt x="89911" y="7143"/>
                </a:cubicBezTo>
                <a:lnTo>
                  <a:pt x="89729" y="7174"/>
                </a:lnTo>
                <a:lnTo>
                  <a:pt x="89577" y="7204"/>
                </a:lnTo>
                <a:cubicBezTo>
                  <a:pt x="89508" y="7238"/>
                  <a:pt x="89449" y="7255"/>
                  <a:pt x="89402" y="7255"/>
                </a:cubicBezTo>
                <a:cubicBezTo>
                  <a:pt x="89325" y="7255"/>
                  <a:pt x="89284" y="7208"/>
                  <a:pt x="89303" y="7113"/>
                </a:cubicBezTo>
                <a:lnTo>
                  <a:pt x="89303" y="7113"/>
                </a:lnTo>
                <a:lnTo>
                  <a:pt x="89030" y="7143"/>
                </a:lnTo>
                <a:cubicBezTo>
                  <a:pt x="89013" y="7147"/>
                  <a:pt x="88998" y="7149"/>
                  <a:pt x="88985" y="7149"/>
                </a:cubicBezTo>
                <a:cubicBezTo>
                  <a:pt x="88902" y="7149"/>
                  <a:pt x="88886" y="7074"/>
                  <a:pt x="88939" y="7022"/>
                </a:cubicBezTo>
                <a:cubicBezTo>
                  <a:pt x="88984" y="6976"/>
                  <a:pt x="89029" y="6898"/>
                  <a:pt x="89124" y="6898"/>
                </a:cubicBezTo>
                <a:cubicBezTo>
                  <a:pt x="89157" y="6898"/>
                  <a:pt x="89196" y="6907"/>
                  <a:pt x="89242" y="6930"/>
                </a:cubicBezTo>
                <a:cubicBezTo>
                  <a:pt x="89273" y="6961"/>
                  <a:pt x="89334" y="6991"/>
                  <a:pt x="89394" y="6991"/>
                </a:cubicBezTo>
                <a:lnTo>
                  <a:pt x="89546" y="6991"/>
                </a:lnTo>
                <a:cubicBezTo>
                  <a:pt x="89594" y="6995"/>
                  <a:pt x="89638" y="6997"/>
                  <a:pt x="89680" y="6997"/>
                </a:cubicBezTo>
                <a:cubicBezTo>
                  <a:pt x="89962" y="6997"/>
                  <a:pt x="90116" y="6911"/>
                  <a:pt x="90063" y="6778"/>
                </a:cubicBezTo>
                <a:lnTo>
                  <a:pt x="90063" y="6778"/>
                </a:lnTo>
                <a:lnTo>
                  <a:pt x="89850" y="6870"/>
                </a:lnTo>
                <a:cubicBezTo>
                  <a:pt x="89820" y="6885"/>
                  <a:pt x="89797" y="6890"/>
                  <a:pt x="89779" y="6890"/>
                </a:cubicBezTo>
                <a:cubicBezTo>
                  <a:pt x="89725" y="6890"/>
                  <a:pt x="89714" y="6839"/>
                  <a:pt x="89668" y="6839"/>
                </a:cubicBezTo>
                <a:cubicBezTo>
                  <a:pt x="89486" y="6771"/>
                  <a:pt x="89286" y="6737"/>
                  <a:pt x="89095" y="6737"/>
                </a:cubicBezTo>
                <a:cubicBezTo>
                  <a:pt x="89032" y="6737"/>
                  <a:pt x="88969" y="6740"/>
                  <a:pt x="88908" y="6748"/>
                </a:cubicBezTo>
                <a:cubicBezTo>
                  <a:pt x="88878" y="6748"/>
                  <a:pt x="88847" y="6718"/>
                  <a:pt x="88817" y="6718"/>
                </a:cubicBezTo>
                <a:lnTo>
                  <a:pt x="88665" y="6687"/>
                </a:lnTo>
                <a:cubicBezTo>
                  <a:pt x="88574" y="6870"/>
                  <a:pt x="88483" y="7052"/>
                  <a:pt x="88422" y="7234"/>
                </a:cubicBezTo>
                <a:cubicBezTo>
                  <a:pt x="88445" y="7303"/>
                  <a:pt x="88416" y="7337"/>
                  <a:pt x="88400" y="7337"/>
                </a:cubicBezTo>
                <a:cubicBezTo>
                  <a:pt x="88395" y="7337"/>
                  <a:pt x="88391" y="7333"/>
                  <a:pt x="88391" y="7326"/>
                </a:cubicBezTo>
                <a:cubicBezTo>
                  <a:pt x="88331" y="7234"/>
                  <a:pt x="88270" y="7143"/>
                  <a:pt x="88179" y="7082"/>
                </a:cubicBezTo>
                <a:lnTo>
                  <a:pt x="88300" y="6900"/>
                </a:lnTo>
                <a:lnTo>
                  <a:pt x="88361" y="6809"/>
                </a:lnTo>
                <a:cubicBezTo>
                  <a:pt x="88209" y="6778"/>
                  <a:pt x="87966" y="6748"/>
                  <a:pt x="87814" y="6748"/>
                </a:cubicBezTo>
                <a:lnTo>
                  <a:pt x="87783" y="6657"/>
                </a:lnTo>
                <a:cubicBezTo>
                  <a:pt x="87753" y="6566"/>
                  <a:pt x="87753" y="6505"/>
                  <a:pt x="87814" y="6444"/>
                </a:cubicBezTo>
                <a:lnTo>
                  <a:pt x="87875" y="6383"/>
                </a:lnTo>
                <a:cubicBezTo>
                  <a:pt x="87891" y="6380"/>
                  <a:pt x="87907" y="6378"/>
                  <a:pt x="87920" y="6378"/>
                </a:cubicBezTo>
                <a:cubicBezTo>
                  <a:pt x="88033" y="6378"/>
                  <a:pt x="88054" y="6478"/>
                  <a:pt x="88027" y="6505"/>
                </a:cubicBezTo>
                <a:cubicBezTo>
                  <a:pt x="88027" y="6535"/>
                  <a:pt x="88148" y="6596"/>
                  <a:pt x="88300" y="6657"/>
                </a:cubicBezTo>
                <a:lnTo>
                  <a:pt x="88300" y="6322"/>
                </a:lnTo>
                <a:cubicBezTo>
                  <a:pt x="88422" y="6322"/>
                  <a:pt x="88513" y="6292"/>
                  <a:pt x="88635" y="6262"/>
                </a:cubicBezTo>
                <a:cubicBezTo>
                  <a:pt x="88695" y="6262"/>
                  <a:pt x="88665" y="6201"/>
                  <a:pt x="88635" y="6140"/>
                </a:cubicBezTo>
                <a:lnTo>
                  <a:pt x="88391" y="6140"/>
                </a:lnTo>
                <a:cubicBezTo>
                  <a:pt x="88179" y="6140"/>
                  <a:pt x="87996" y="6019"/>
                  <a:pt x="88027" y="5988"/>
                </a:cubicBezTo>
                <a:cubicBezTo>
                  <a:pt x="88027" y="5958"/>
                  <a:pt x="88087" y="5958"/>
                  <a:pt x="88179" y="5958"/>
                </a:cubicBezTo>
                <a:lnTo>
                  <a:pt x="88239" y="5988"/>
                </a:lnTo>
                <a:cubicBezTo>
                  <a:pt x="88301" y="6009"/>
                  <a:pt x="88349" y="6071"/>
                  <a:pt x="88421" y="6071"/>
                </a:cubicBezTo>
                <a:cubicBezTo>
                  <a:pt x="88455" y="6071"/>
                  <a:pt x="88495" y="6058"/>
                  <a:pt x="88543" y="6019"/>
                </a:cubicBezTo>
                <a:cubicBezTo>
                  <a:pt x="88589" y="6003"/>
                  <a:pt x="88635" y="5996"/>
                  <a:pt x="88680" y="5996"/>
                </a:cubicBezTo>
                <a:cubicBezTo>
                  <a:pt x="88726" y="5996"/>
                  <a:pt x="88771" y="6003"/>
                  <a:pt x="88817" y="6019"/>
                </a:cubicBezTo>
                <a:cubicBezTo>
                  <a:pt x="88857" y="6043"/>
                  <a:pt x="88885" y="6052"/>
                  <a:pt x="88903" y="6052"/>
                </a:cubicBezTo>
                <a:cubicBezTo>
                  <a:pt x="88953" y="6052"/>
                  <a:pt x="88931" y="5980"/>
                  <a:pt x="88908" y="5958"/>
                </a:cubicBezTo>
                <a:lnTo>
                  <a:pt x="88847" y="5867"/>
                </a:lnTo>
                <a:cubicBezTo>
                  <a:pt x="88878" y="5806"/>
                  <a:pt x="88969" y="5684"/>
                  <a:pt x="89060" y="5563"/>
                </a:cubicBezTo>
                <a:lnTo>
                  <a:pt x="89212" y="5563"/>
                </a:lnTo>
                <a:cubicBezTo>
                  <a:pt x="89364" y="5563"/>
                  <a:pt x="89334" y="5441"/>
                  <a:pt x="89303" y="5411"/>
                </a:cubicBezTo>
                <a:cubicBezTo>
                  <a:pt x="89303" y="5380"/>
                  <a:pt x="89273" y="5350"/>
                  <a:pt x="89273" y="5350"/>
                </a:cubicBezTo>
                <a:lnTo>
                  <a:pt x="89425" y="5167"/>
                </a:lnTo>
                <a:cubicBezTo>
                  <a:pt x="89394" y="5015"/>
                  <a:pt x="89303" y="4863"/>
                  <a:pt x="89182" y="4803"/>
                </a:cubicBezTo>
                <a:cubicBezTo>
                  <a:pt x="89030" y="4833"/>
                  <a:pt x="88908" y="4863"/>
                  <a:pt x="88756" y="4924"/>
                </a:cubicBezTo>
                <a:lnTo>
                  <a:pt x="88574" y="4803"/>
                </a:lnTo>
                <a:cubicBezTo>
                  <a:pt x="88483" y="4803"/>
                  <a:pt x="88422" y="4833"/>
                  <a:pt x="88361" y="4863"/>
                </a:cubicBezTo>
                <a:lnTo>
                  <a:pt x="88300" y="4955"/>
                </a:lnTo>
                <a:cubicBezTo>
                  <a:pt x="88300" y="5046"/>
                  <a:pt x="88087" y="5046"/>
                  <a:pt x="88027" y="5046"/>
                </a:cubicBezTo>
                <a:cubicBezTo>
                  <a:pt x="87935" y="5015"/>
                  <a:pt x="87875" y="4833"/>
                  <a:pt x="87875" y="4772"/>
                </a:cubicBezTo>
                <a:cubicBezTo>
                  <a:pt x="87875" y="4712"/>
                  <a:pt x="87783" y="4651"/>
                  <a:pt x="87753" y="4651"/>
                </a:cubicBezTo>
                <a:cubicBezTo>
                  <a:pt x="87723" y="4651"/>
                  <a:pt x="87692" y="4499"/>
                  <a:pt x="87632" y="4499"/>
                </a:cubicBezTo>
                <a:cubicBezTo>
                  <a:pt x="87540" y="4499"/>
                  <a:pt x="87540" y="4468"/>
                  <a:pt x="87601" y="4468"/>
                </a:cubicBezTo>
                <a:lnTo>
                  <a:pt x="87632" y="4468"/>
                </a:lnTo>
                <a:lnTo>
                  <a:pt x="88027" y="4499"/>
                </a:lnTo>
                <a:cubicBezTo>
                  <a:pt x="88118" y="4377"/>
                  <a:pt x="88239" y="4256"/>
                  <a:pt x="88361" y="4134"/>
                </a:cubicBezTo>
                <a:cubicBezTo>
                  <a:pt x="88422" y="4134"/>
                  <a:pt x="88361" y="4073"/>
                  <a:pt x="88209" y="4073"/>
                </a:cubicBezTo>
                <a:lnTo>
                  <a:pt x="88209" y="4043"/>
                </a:lnTo>
                <a:cubicBezTo>
                  <a:pt x="88148" y="3936"/>
                  <a:pt x="88057" y="3906"/>
                  <a:pt x="87966" y="3906"/>
                </a:cubicBezTo>
                <a:cubicBezTo>
                  <a:pt x="87875" y="3906"/>
                  <a:pt x="87783" y="3936"/>
                  <a:pt x="87723" y="3952"/>
                </a:cubicBezTo>
                <a:lnTo>
                  <a:pt x="87510" y="4043"/>
                </a:lnTo>
                <a:cubicBezTo>
                  <a:pt x="87419" y="3952"/>
                  <a:pt x="87388" y="3830"/>
                  <a:pt x="87419" y="3708"/>
                </a:cubicBezTo>
                <a:cubicBezTo>
                  <a:pt x="87449" y="3648"/>
                  <a:pt x="87480" y="3648"/>
                  <a:pt x="87510" y="3648"/>
                </a:cubicBezTo>
                <a:cubicBezTo>
                  <a:pt x="87488" y="3756"/>
                  <a:pt x="87560" y="3772"/>
                  <a:pt x="87646" y="3772"/>
                </a:cubicBezTo>
                <a:cubicBezTo>
                  <a:pt x="87681" y="3772"/>
                  <a:pt x="87718" y="3769"/>
                  <a:pt x="87753" y="3769"/>
                </a:cubicBezTo>
                <a:lnTo>
                  <a:pt x="87966" y="3739"/>
                </a:lnTo>
                <a:cubicBezTo>
                  <a:pt x="87844" y="3678"/>
                  <a:pt x="87753" y="3587"/>
                  <a:pt x="87662" y="3496"/>
                </a:cubicBezTo>
                <a:lnTo>
                  <a:pt x="87723" y="3435"/>
                </a:lnTo>
                <a:cubicBezTo>
                  <a:pt x="87753" y="3344"/>
                  <a:pt x="87783" y="3283"/>
                  <a:pt x="87814" y="3192"/>
                </a:cubicBezTo>
                <a:lnTo>
                  <a:pt x="87814" y="3161"/>
                </a:lnTo>
                <a:cubicBezTo>
                  <a:pt x="87814" y="3161"/>
                  <a:pt x="87723" y="3192"/>
                  <a:pt x="87632" y="3283"/>
                </a:cubicBezTo>
                <a:lnTo>
                  <a:pt x="87601" y="3283"/>
                </a:lnTo>
                <a:cubicBezTo>
                  <a:pt x="87419" y="3253"/>
                  <a:pt x="87510" y="3161"/>
                  <a:pt x="87571" y="3101"/>
                </a:cubicBezTo>
                <a:cubicBezTo>
                  <a:pt x="87540" y="3009"/>
                  <a:pt x="87480" y="2918"/>
                  <a:pt x="87419" y="2857"/>
                </a:cubicBezTo>
                <a:lnTo>
                  <a:pt x="87236" y="2857"/>
                </a:lnTo>
                <a:cubicBezTo>
                  <a:pt x="87084" y="2857"/>
                  <a:pt x="86963" y="2857"/>
                  <a:pt x="86963" y="2705"/>
                </a:cubicBezTo>
                <a:lnTo>
                  <a:pt x="86841" y="2705"/>
                </a:lnTo>
                <a:lnTo>
                  <a:pt x="86750" y="2918"/>
                </a:lnTo>
                <a:cubicBezTo>
                  <a:pt x="86537" y="2888"/>
                  <a:pt x="86446" y="2705"/>
                  <a:pt x="86446" y="2645"/>
                </a:cubicBezTo>
                <a:cubicBezTo>
                  <a:pt x="86507" y="2553"/>
                  <a:pt x="86568" y="2493"/>
                  <a:pt x="86628" y="2462"/>
                </a:cubicBezTo>
                <a:lnTo>
                  <a:pt x="86659" y="2462"/>
                </a:lnTo>
                <a:lnTo>
                  <a:pt x="86811" y="2523"/>
                </a:lnTo>
                <a:cubicBezTo>
                  <a:pt x="86963" y="2493"/>
                  <a:pt x="87054" y="2341"/>
                  <a:pt x="87054" y="2280"/>
                </a:cubicBezTo>
                <a:cubicBezTo>
                  <a:pt x="87024" y="2249"/>
                  <a:pt x="87054" y="2189"/>
                  <a:pt x="87115" y="2158"/>
                </a:cubicBezTo>
                <a:cubicBezTo>
                  <a:pt x="87267" y="2097"/>
                  <a:pt x="87388" y="1976"/>
                  <a:pt x="87510" y="1854"/>
                </a:cubicBezTo>
                <a:cubicBezTo>
                  <a:pt x="87540" y="1733"/>
                  <a:pt x="87571" y="1611"/>
                  <a:pt x="87540" y="1520"/>
                </a:cubicBezTo>
                <a:lnTo>
                  <a:pt x="87115" y="1520"/>
                </a:lnTo>
                <a:cubicBezTo>
                  <a:pt x="87024" y="1277"/>
                  <a:pt x="87358" y="942"/>
                  <a:pt x="87480" y="882"/>
                </a:cubicBezTo>
                <a:cubicBezTo>
                  <a:pt x="87601" y="851"/>
                  <a:pt x="87601" y="730"/>
                  <a:pt x="87480" y="669"/>
                </a:cubicBezTo>
                <a:lnTo>
                  <a:pt x="87358" y="608"/>
                </a:lnTo>
                <a:cubicBezTo>
                  <a:pt x="87267" y="547"/>
                  <a:pt x="87358" y="487"/>
                  <a:pt x="87358" y="456"/>
                </a:cubicBezTo>
                <a:cubicBezTo>
                  <a:pt x="87388" y="426"/>
                  <a:pt x="87328" y="335"/>
                  <a:pt x="87297" y="304"/>
                </a:cubicBezTo>
                <a:cubicBezTo>
                  <a:pt x="87252" y="243"/>
                  <a:pt x="87229" y="213"/>
                  <a:pt x="87202" y="213"/>
                </a:cubicBezTo>
                <a:cubicBezTo>
                  <a:pt x="87176" y="213"/>
                  <a:pt x="87145" y="243"/>
                  <a:pt x="87084" y="304"/>
                </a:cubicBezTo>
                <a:lnTo>
                  <a:pt x="87024" y="304"/>
                </a:lnTo>
                <a:cubicBezTo>
                  <a:pt x="87007" y="312"/>
                  <a:pt x="86991" y="316"/>
                  <a:pt x="86975" y="316"/>
                </a:cubicBezTo>
                <a:cubicBezTo>
                  <a:pt x="86932" y="316"/>
                  <a:pt x="86894" y="288"/>
                  <a:pt x="86872" y="243"/>
                </a:cubicBezTo>
                <a:lnTo>
                  <a:pt x="86872" y="213"/>
                </a:lnTo>
                <a:lnTo>
                  <a:pt x="86872" y="183"/>
                </a:lnTo>
                <a:cubicBezTo>
                  <a:pt x="86932" y="91"/>
                  <a:pt x="86872" y="91"/>
                  <a:pt x="86750" y="91"/>
                </a:cubicBezTo>
                <a:lnTo>
                  <a:pt x="86598" y="91"/>
                </a:lnTo>
                <a:cubicBezTo>
                  <a:pt x="86591" y="95"/>
                  <a:pt x="86581" y="96"/>
                  <a:pt x="86568" y="96"/>
                </a:cubicBezTo>
                <a:cubicBezTo>
                  <a:pt x="86466" y="96"/>
                  <a:pt x="86189" y="0"/>
                  <a:pt x="860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2"/>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DIAGNOSIS</a:t>
            </a:r>
            <a:endParaRPr/>
          </a:p>
        </p:txBody>
      </p:sp>
      <p:sp>
        <p:nvSpPr>
          <p:cNvPr id="4337" name="Google Shape;4337;p52"/>
          <p:cNvSpPr txBox="1"/>
          <p:nvPr>
            <p:ph idx="2" type="title"/>
          </p:nvPr>
        </p:nvSpPr>
        <p:spPr>
          <a:xfrm>
            <a:off x="1234725" y="1588175"/>
            <a:ext cx="1760400" cy="26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4338" name="Google Shape;4338;p52"/>
          <p:cNvSpPr txBox="1"/>
          <p:nvPr>
            <p:ph idx="3" type="title"/>
          </p:nvPr>
        </p:nvSpPr>
        <p:spPr>
          <a:xfrm>
            <a:off x="3953525" y="1588175"/>
            <a:ext cx="1760400" cy="26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4339" name="Google Shape;4339;p52"/>
          <p:cNvSpPr txBox="1"/>
          <p:nvPr>
            <p:ph idx="4" type="title"/>
          </p:nvPr>
        </p:nvSpPr>
        <p:spPr>
          <a:xfrm>
            <a:off x="1234725" y="3169325"/>
            <a:ext cx="1760400" cy="26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JUPITER</a:t>
            </a:r>
            <a:endParaRPr/>
          </a:p>
        </p:txBody>
      </p:sp>
      <p:sp>
        <p:nvSpPr>
          <p:cNvPr id="4340" name="Google Shape;4340;p52"/>
          <p:cNvSpPr txBox="1"/>
          <p:nvPr>
            <p:ph idx="5" type="title"/>
          </p:nvPr>
        </p:nvSpPr>
        <p:spPr>
          <a:xfrm>
            <a:off x="3953525" y="3169325"/>
            <a:ext cx="1760400" cy="26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4341" name="Google Shape;4341;p52"/>
          <p:cNvSpPr txBox="1"/>
          <p:nvPr>
            <p:ph idx="1" type="subTitle"/>
          </p:nvPr>
        </p:nvSpPr>
        <p:spPr>
          <a:xfrm>
            <a:off x="1234725" y="1985800"/>
            <a:ext cx="1992900" cy="76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Neptune is the farthest planet from the Sun</a:t>
            </a:r>
            <a:endParaRPr/>
          </a:p>
        </p:txBody>
      </p:sp>
      <p:sp>
        <p:nvSpPr>
          <p:cNvPr id="4342" name="Google Shape;4342;p52"/>
          <p:cNvSpPr txBox="1"/>
          <p:nvPr>
            <p:ph idx="6" type="subTitle"/>
          </p:nvPr>
        </p:nvSpPr>
        <p:spPr>
          <a:xfrm>
            <a:off x="3953525" y="1985800"/>
            <a:ext cx="1992900" cy="76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Despite being red, Mars is actually a very cold place</a:t>
            </a:r>
            <a:endParaRPr/>
          </a:p>
        </p:txBody>
      </p:sp>
      <p:sp>
        <p:nvSpPr>
          <p:cNvPr id="4343" name="Google Shape;4343;p52"/>
          <p:cNvSpPr txBox="1"/>
          <p:nvPr>
            <p:ph idx="7" type="subTitle"/>
          </p:nvPr>
        </p:nvSpPr>
        <p:spPr>
          <a:xfrm>
            <a:off x="1234725" y="3562000"/>
            <a:ext cx="1992900" cy="76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Jupiter is the biggest planet in the Solar System</a:t>
            </a:r>
            <a:endParaRPr/>
          </a:p>
        </p:txBody>
      </p:sp>
      <p:sp>
        <p:nvSpPr>
          <p:cNvPr id="4344" name="Google Shape;4344;p52"/>
          <p:cNvSpPr txBox="1"/>
          <p:nvPr>
            <p:ph idx="8" type="subTitle"/>
          </p:nvPr>
        </p:nvSpPr>
        <p:spPr>
          <a:xfrm>
            <a:off x="3953525" y="3562000"/>
            <a:ext cx="1992900" cy="7671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Saturn is a gas giant and has several rings</a:t>
            </a:r>
            <a:endParaRPr/>
          </a:p>
        </p:txBody>
      </p:sp>
      <p:sp>
        <p:nvSpPr>
          <p:cNvPr id="4345" name="Google Shape;4345;p52"/>
          <p:cNvSpPr txBox="1"/>
          <p:nvPr>
            <p:ph idx="9" type="title"/>
          </p:nvPr>
        </p:nvSpPr>
        <p:spPr>
          <a:xfrm>
            <a:off x="6666550" y="1588175"/>
            <a:ext cx="1760400" cy="26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4346" name="Google Shape;4346;p52"/>
          <p:cNvSpPr txBox="1"/>
          <p:nvPr>
            <p:ph idx="13" type="title"/>
          </p:nvPr>
        </p:nvSpPr>
        <p:spPr>
          <a:xfrm>
            <a:off x="6666550" y="3169325"/>
            <a:ext cx="1760400" cy="26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347" name="Google Shape;4347;p52"/>
          <p:cNvSpPr txBox="1"/>
          <p:nvPr>
            <p:ph idx="14" type="subTitle"/>
          </p:nvPr>
        </p:nvSpPr>
        <p:spPr>
          <a:xfrm>
            <a:off x="6666550" y="1985800"/>
            <a:ext cx="1992900" cy="76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Earth is the place where we currently live on</a:t>
            </a:r>
            <a:endParaRPr/>
          </a:p>
        </p:txBody>
      </p:sp>
      <p:sp>
        <p:nvSpPr>
          <p:cNvPr id="4348" name="Google Shape;4348;p52"/>
          <p:cNvSpPr txBox="1"/>
          <p:nvPr>
            <p:ph idx="15" type="subTitle"/>
          </p:nvPr>
        </p:nvSpPr>
        <p:spPr>
          <a:xfrm>
            <a:off x="6666550" y="3562000"/>
            <a:ext cx="1992900" cy="76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Venus is the second planet from the Sun</a:t>
            </a:r>
            <a:endParaRPr/>
          </a:p>
        </p:txBody>
      </p:sp>
      <p:grpSp>
        <p:nvGrpSpPr>
          <p:cNvPr id="4349" name="Google Shape;4349;p52"/>
          <p:cNvGrpSpPr/>
          <p:nvPr/>
        </p:nvGrpSpPr>
        <p:grpSpPr>
          <a:xfrm>
            <a:off x="3479930" y="1578170"/>
            <a:ext cx="409268" cy="398234"/>
            <a:chOff x="6638175" y="2436584"/>
            <a:chExt cx="372197" cy="362163"/>
          </a:xfrm>
        </p:grpSpPr>
        <p:sp>
          <p:nvSpPr>
            <p:cNvPr id="4350" name="Google Shape;4350;p52"/>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2"/>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2"/>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2"/>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2"/>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2"/>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2"/>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2"/>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2"/>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2"/>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2"/>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2"/>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2"/>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3" name="Google Shape;4363;p52"/>
          <p:cNvGrpSpPr/>
          <p:nvPr/>
        </p:nvGrpSpPr>
        <p:grpSpPr>
          <a:xfrm>
            <a:off x="741763" y="1578170"/>
            <a:ext cx="398234" cy="398234"/>
            <a:chOff x="5762467" y="2436584"/>
            <a:chExt cx="362163" cy="362163"/>
          </a:xfrm>
        </p:grpSpPr>
        <p:sp>
          <p:nvSpPr>
            <p:cNvPr id="4364" name="Google Shape;4364;p52"/>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2"/>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2"/>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2"/>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2"/>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2"/>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2"/>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2"/>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2"/>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2"/>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2"/>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2"/>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2"/>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2"/>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2"/>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2"/>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2"/>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2"/>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2"/>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2"/>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2"/>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2"/>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2"/>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2"/>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2"/>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9" name="Google Shape;4389;p52"/>
          <p:cNvGrpSpPr/>
          <p:nvPr/>
        </p:nvGrpSpPr>
        <p:grpSpPr>
          <a:xfrm>
            <a:off x="717060" y="3175821"/>
            <a:ext cx="447671" cy="346867"/>
            <a:chOff x="4875937" y="2468731"/>
            <a:chExt cx="407122" cy="315448"/>
          </a:xfrm>
        </p:grpSpPr>
        <p:sp>
          <p:nvSpPr>
            <p:cNvPr id="4390" name="Google Shape;4390;p52"/>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2"/>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2"/>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2"/>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2"/>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2"/>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2"/>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2"/>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2"/>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2"/>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2"/>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2"/>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2"/>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2"/>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2"/>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2"/>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2"/>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2"/>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2"/>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9" name="Google Shape;4409;p52"/>
          <p:cNvGrpSpPr/>
          <p:nvPr/>
        </p:nvGrpSpPr>
        <p:grpSpPr>
          <a:xfrm>
            <a:off x="6248850" y="3150137"/>
            <a:ext cx="312641" cy="398234"/>
            <a:chOff x="8023448" y="3355496"/>
            <a:chExt cx="284322" cy="362163"/>
          </a:xfrm>
        </p:grpSpPr>
        <p:sp>
          <p:nvSpPr>
            <p:cNvPr id="4410" name="Google Shape;4410;p52"/>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2"/>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2"/>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2"/>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2"/>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2"/>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2"/>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2"/>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2"/>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9" name="Google Shape;4419;p52"/>
          <p:cNvGrpSpPr/>
          <p:nvPr/>
        </p:nvGrpSpPr>
        <p:grpSpPr>
          <a:xfrm>
            <a:off x="6204406" y="1628284"/>
            <a:ext cx="401547" cy="298006"/>
            <a:chOff x="7955145" y="2019192"/>
            <a:chExt cx="365176" cy="271013"/>
          </a:xfrm>
        </p:grpSpPr>
        <p:sp>
          <p:nvSpPr>
            <p:cNvPr id="4420" name="Google Shape;4420;p52"/>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2"/>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2"/>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2"/>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2"/>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2"/>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6" name="Google Shape;4426;p52"/>
          <p:cNvGrpSpPr/>
          <p:nvPr/>
        </p:nvGrpSpPr>
        <p:grpSpPr>
          <a:xfrm>
            <a:off x="3485449" y="3169324"/>
            <a:ext cx="398234" cy="359860"/>
            <a:chOff x="7079672" y="1991053"/>
            <a:chExt cx="362163" cy="327264"/>
          </a:xfrm>
        </p:grpSpPr>
        <p:sp>
          <p:nvSpPr>
            <p:cNvPr id="4427" name="Google Shape;4427;p52"/>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2"/>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2"/>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2"/>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2"/>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2"/>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2"/>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2"/>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2"/>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2"/>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2"/>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2"/>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2"/>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2"/>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2"/>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2"/>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3" name="Google Shape;4443;p52"/>
          <p:cNvGrpSpPr/>
          <p:nvPr/>
        </p:nvGrpSpPr>
        <p:grpSpPr>
          <a:xfrm rot="368441">
            <a:off x="-142692" y="-211467"/>
            <a:ext cx="3135663" cy="1521387"/>
            <a:chOff x="3485450" y="392125"/>
            <a:chExt cx="875775" cy="493125"/>
          </a:xfrm>
        </p:grpSpPr>
        <p:sp>
          <p:nvSpPr>
            <p:cNvPr id="4444" name="Google Shape;4444;p52"/>
            <p:cNvSpPr/>
            <p:nvPr/>
          </p:nvSpPr>
          <p:spPr>
            <a:xfrm>
              <a:off x="3485450" y="680275"/>
              <a:ext cx="100700" cy="173325"/>
            </a:xfrm>
            <a:custGeom>
              <a:rect b="b" l="l" r="r" t="t"/>
              <a:pathLst>
                <a:path extrusionOk="0" h="6933" w="4028">
                  <a:moveTo>
                    <a:pt x="23" y="738"/>
                  </a:moveTo>
                  <a:cubicBezTo>
                    <a:pt x="21" y="745"/>
                    <a:pt x="19" y="751"/>
                    <a:pt x="17" y="757"/>
                  </a:cubicBezTo>
                  <a:cubicBezTo>
                    <a:pt x="19" y="752"/>
                    <a:pt x="21" y="745"/>
                    <a:pt x="23" y="738"/>
                  </a:cubicBezTo>
                  <a:close/>
                  <a:moveTo>
                    <a:pt x="190" y="1"/>
                  </a:moveTo>
                  <a:cubicBezTo>
                    <a:pt x="154" y="1"/>
                    <a:pt x="65" y="564"/>
                    <a:pt x="23" y="738"/>
                  </a:cubicBezTo>
                  <a:lnTo>
                    <a:pt x="23" y="738"/>
                  </a:lnTo>
                  <a:cubicBezTo>
                    <a:pt x="30" y="710"/>
                    <a:pt x="40" y="678"/>
                    <a:pt x="42" y="678"/>
                  </a:cubicBezTo>
                  <a:cubicBezTo>
                    <a:pt x="43" y="678"/>
                    <a:pt x="43" y="679"/>
                    <a:pt x="43" y="681"/>
                  </a:cubicBezTo>
                  <a:cubicBezTo>
                    <a:pt x="26" y="800"/>
                    <a:pt x="9" y="918"/>
                    <a:pt x="1" y="1037"/>
                  </a:cubicBezTo>
                  <a:cubicBezTo>
                    <a:pt x="10" y="940"/>
                    <a:pt x="17" y="903"/>
                    <a:pt x="22" y="903"/>
                  </a:cubicBezTo>
                  <a:cubicBezTo>
                    <a:pt x="34" y="903"/>
                    <a:pt x="32" y="1140"/>
                    <a:pt x="26" y="1273"/>
                  </a:cubicBezTo>
                  <a:lnTo>
                    <a:pt x="26" y="1519"/>
                  </a:lnTo>
                  <a:cubicBezTo>
                    <a:pt x="26" y="1570"/>
                    <a:pt x="26" y="1613"/>
                    <a:pt x="26" y="1629"/>
                  </a:cubicBezTo>
                  <a:lnTo>
                    <a:pt x="9" y="1434"/>
                  </a:lnTo>
                  <a:lnTo>
                    <a:pt x="9" y="1434"/>
                  </a:lnTo>
                  <a:cubicBezTo>
                    <a:pt x="9" y="1570"/>
                    <a:pt x="17" y="1713"/>
                    <a:pt x="26" y="1857"/>
                  </a:cubicBezTo>
                  <a:cubicBezTo>
                    <a:pt x="43" y="1993"/>
                    <a:pt x="60" y="2136"/>
                    <a:pt x="60" y="2280"/>
                  </a:cubicBezTo>
                  <a:cubicBezTo>
                    <a:pt x="59" y="2280"/>
                    <a:pt x="59" y="2281"/>
                    <a:pt x="59" y="2281"/>
                  </a:cubicBezTo>
                  <a:cubicBezTo>
                    <a:pt x="51" y="2281"/>
                    <a:pt x="42" y="2186"/>
                    <a:pt x="34" y="2170"/>
                  </a:cubicBezTo>
                  <a:lnTo>
                    <a:pt x="34" y="2170"/>
                  </a:lnTo>
                  <a:cubicBezTo>
                    <a:pt x="63" y="2344"/>
                    <a:pt x="96" y="2514"/>
                    <a:pt x="134" y="2682"/>
                  </a:cubicBezTo>
                  <a:lnTo>
                    <a:pt x="134" y="2682"/>
                  </a:lnTo>
                  <a:cubicBezTo>
                    <a:pt x="122" y="2615"/>
                    <a:pt x="114" y="2547"/>
                    <a:pt x="102" y="2475"/>
                  </a:cubicBezTo>
                  <a:cubicBezTo>
                    <a:pt x="85" y="2390"/>
                    <a:pt x="77" y="2306"/>
                    <a:pt x="68" y="2212"/>
                  </a:cubicBezTo>
                  <a:cubicBezTo>
                    <a:pt x="68" y="2141"/>
                    <a:pt x="71" y="2112"/>
                    <a:pt x="76" y="2112"/>
                  </a:cubicBezTo>
                  <a:cubicBezTo>
                    <a:pt x="82" y="2112"/>
                    <a:pt x="92" y="2168"/>
                    <a:pt x="102" y="2246"/>
                  </a:cubicBezTo>
                  <a:cubicBezTo>
                    <a:pt x="119" y="2365"/>
                    <a:pt x="144" y="2475"/>
                    <a:pt x="187" y="2585"/>
                  </a:cubicBezTo>
                  <a:cubicBezTo>
                    <a:pt x="127" y="2229"/>
                    <a:pt x="127" y="2297"/>
                    <a:pt x="94" y="2145"/>
                  </a:cubicBezTo>
                  <a:cubicBezTo>
                    <a:pt x="43" y="1570"/>
                    <a:pt x="26" y="952"/>
                    <a:pt x="127" y="622"/>
                  </a:cubicBezTo>
                  <a:cubicBezTo>
                    <a:pt x="144" y="419"/>
                    <a:pt x="170" y="326"/>
                    <a:pt x="170" y="250"/>
                  </a:cubicBezTo>
                  <a:cubicBezTo>
                    <a:pt x="178" y="174"/>
                    <a:pt x="178" y="123"/>
                    <a:pt x="195" y="5"/>
                  </a:cubicBezTo>
                  <a:cubicBezTo>
                    <a:pt x="194" y="2"/>
                    <a:pt x="192" y="1"/>
                    <a:pt x="190" y="1"/>
                  </a:cubicBezTo>
                  <a:close/>
                  <a:moveTo>
                    <a:pt x="134" y="2682"/>
                  </a:moveTo>
                  <a:cubicBezTo>
                    <a:pt x="140" y="2709"/>
                    <a:pt x="145" y="2736"/>
                    <a:pt x="153" y="2762"/>
                  </a:cubicBezTo>
                  <a:cubicBezTo>
                    <a:pt x="162" y="2814"/>
                    <a:pt x="176" y="2866"/>
                    <a:pt x="192" y="2917"/>
                  </a:cubicBezTo>
                  <a:lnTo>
                    <a:pt x="192" y="2917"/>
                  </a:lnTo>
                  <a:cubicBezTo>
                    <a:pt x="171" y="2839"/>
                    <a:pt x="152" y="2760"/>
                    <a:pt x="134" y="2682"/>
                  </a:cubicBezTo>
                  <a:close/>
                  <a:moveTo>
                    <a:pt x="688" y="3998"/>
                  </a:moveTo>
                  <a:cubicBezTo>
                    <a:pt x="696" y="4013"/>
                    <a:pt x="703" y="4027"/>
                    <a:pt x="711" y="4040"/>
                  </a:cubicBezTo>
                  <a:cubicBezTo>
                    <a:pt x="703" y="4026"/>
                    <a:pt x="696" y="4012"/>
                    <a:pt x="688" y="3998"/>
                  </a:cubicBezTo>
                  <a:close/>
                  <a:moveTo>
                    <a:pt x="178" y="2382"/>
                  </a:moveTo>
                  <a:lnTo>
                    <a:pt x="178" y="2382"/>
                  </a:lnTo>
                  <a:cubicBezTo>
                    <a:pt x="237" y="2719"/>
                    <a:pt x="245" y="2783"/>
                    <a:pt x="235" y="2783"/>
                  </a:cubicBezTo>
                  <a:cubicBezTo>
                    <a:pt x="231" y="2783"/>
                    <a:pt x="226" y="2777"/>
                    <a:pt x="220" y="2771"/>
                  </a:cubicBezTo>
                  <a:cubicBezTo>
                    <a:pt x="215" y="2765"/>
                    <a:pt x="209" y="2759"/>
                    <a:pt x="204" y="2759"/>
                  </a:cubicBezTo>
                  <a:lnTo>
                    <a:pt x="204" y="2759"/>
                  </a:lnTo>
                  <a:cubicBezTo>
                    <a:pt x="191" y="2759"/>
                    <a:pt x="195" y="2823"/>
                    <a:pt x="280" y="3160"/>
                  </a:cubicBezTo>
                  <a:cubicBezTo>
                    <a:pt x="248" y="3081"/>
                    <a:pt x="217" y="3000"/>
                    <a:pt x="192" y="2917"/>
                  </a:cubicBezTo>
                  <a:lnTo>
                    <a:pt x="192" y="2917"/>
                  </a:lnTo>
                  <a:cubicBezTo>
                    <a:pt x="216" y="3012"/>
                    <a:pt x="243" y="3107"/>
                    <a:pt x="271" y="3202"/>
                  </a:cubicBezTo>
                  <a:cubicBezTo>
                    <a:pt x="237" y="3126"/>
                    <a:pt x="204" y="3042"/>
                    <a:pt x="170" y="2957"/>
                  </a:cubicBezTo>
                  <a:lnTo>
                    <a:pt x="170" y="2957"/>
                  </a:lnTo>
                  <a:cubicBezTo>
                    <a:pt x="204" y="3042"/>
                    <a:pt x="229" y="3160"/>
                    <a:pt x="280" y="3295"/>
                  </a:cubicBezTo>
                  <a:lnTo>
                    <a:pt x="347" y="3507"/>
                  </a:lnTo>
                  <a:cubicBezTo>
                    <a:pt x="364" y="3541"/>
                    <a:pt x="373" y="3574"/>
                    <a:pt x="390" y="3608"/>
                  </a:cubicBezTo>
                  <a:cubicBezTo>
                    <a:pt x="398" y="3642"/>
                    <a:pt x="415" y="3684"/>
                    <a:pt x="432" y="3718"/>
                  </a:cubicBezTo>
                  <a:cubicBezTo>
                    <a:pt x="500" y="3870"/>
                    <a:pt x="559" y="4031"/>
                    <a:pt x="635" y="4175"/>
                  </a:cubicBezTo>
                  <a:cubicBezTo>
                    <a:pt x="669" y="4251"/>
                    <a:pt x="703" y="4327"/>
                    <a:pt x="736" y="4395"/>
                  </a:cubicBezTo>
                  <a:cubicBezTo>
                    <a:pt x="770" y="4463"/>
                    <a:pt x="813" y="4530"/>
                    <a:pt x="855" y="4590"/>
                  </a:cubicBezTo>
                  <a:cubicBezTo>
                    <a:pt x="828" y="4542"/>
                    <a:pt x="785" y="4473"/>
                    <a:pt x="790" y="4473"/>
                  </a:cubicBezTo>
                  <a:lnTo>
                    <a:pt x="790" y="4473"/>
                  </a:lnTo>
                  <a:cubicBezTo>
                    <a:pt x="791" y="4473"/>
                    <a:pt x="796" y="4478"/>
                    <a:pt x="804" y="4488"/>
                  </a:cubicBezTo>
                  <a:cubicBezTo>
                    <a:pt x="963" y="4715"/>
                    <a:pt x="1071" y="4909"/>
                    <a:pt x="1050" y="4909"/>
                  </a:cubicBezTo>
                  <a:cubicBezTo>
                    <a:pt x="1046" y="4909"/>
                    <a:pt x="1035" y="4899"/>
                    <a:pt x="1016" y="4877"/>
                  </a:cubicBezTo>
                  <a:lnTo>
                    <a:pt x="1016" y="4877"/>
                  </a:lnTo>
                  <a:cubicBezTo>
                    <a:pt x="1067" y="4937"/>
                    <a:pt x="1151" y="5030"/>
                    <a:pt x="1236" y="5139"/>
                  </a:cubicBezTo>
                  <a:lnTo>
                    <a:pt x="1379" y="5317"/>
                  </a:lnTo>
                  <a:cubicBezTo>
                    <a:pt x="1422" y="5376"/>
                    <a:pt x="1481" y="5435"/>
                    <a:pt x="1540" y="5495"/>
                  </a:cubicBezTo>
                  <a:cubicBezTo>
                    <a:pt x="1599" y="5554"/>
                    <a:pt x="1650" y="5622"/>
                    <a:pt x="1709" y="5681"/>
                  </a:cubicBezTo>
                  <a:cubicBezTo>
                    <a:pt x="1735" y="5706"/>
                    <a:pt x="1769" y="5740"/>
                    <a:pt x="1794" y="5765"/>
                  </a:cubicBezTo>
                  <a:lnTo>
                    <a:pt x="1887" y="5842"/>
                  </a:lnTo>
                  <a:cubicBezTo>
                    <a:pt x="2005" y="5943"/>
                    <a:pt x="2115" y="6028"/>
                    <a:pt x="2200" y="6095"/>
                  </a:cubicBezTo>
                  <a:cubicBezTo>
                    <a:pt x="2767" y="6459"/>
                    <a:pt x="3384" y="6738"/>
                    <a:pt x="4027" y="6933"/>
                  </a:cubicBezTo>
                  <a:cubicBezTo>
                    <a:pt x="3960" y="6907"/>
                    <a:pt x="3883" y="6882"/>
                    <a:pt x="3816" y="6848"/>
                  </a:cubicBezTo>
                  <a:cubicBezTo>
                    <a:pt x="3765" y="6823"/>
                    <a:pt x="3714" y="6789"/>
                    <a:pt x="3672" y="6755"/>
                  </a:cubicBezTo>
                  <a:cubicBezTo>
                    <a:pt x="3672" y="6754"/>
                    <a:pt x="3673" y="6753"/>
                    <a:pt x="3676" y="6753"/>
                  </a:cubicBezTo>
                  <a:cubicBezTo>
                    <a:pt x="3691" y="6753"/>
                    <a:pt x="3747" y="6772"/>
                    <a:pt x="3875" y="6814"/>
                  </a:cubicBezTo>
                  <a:cubicBezTo>
                    <a:pt x="3799" y="6781"/>
                    <a:pt x="3756" y="6772"/>
                    <a:pt x="3714" y="6755"/>
                  </a:cubicBezTo>
                  <a:lnTo>
                    <a:pt x="3621" y="6721"/>
                  </a:lnTo>
                  <a:cubicBezTo>
                    <a:pt x="3494" y="6679"/>
                    <a:pt x="3376" y="6620"/>
                    <a:pt x="3266" y="6561"/>
                  </a:cubicBezTo>
                  <a:lnTo>
                    <a:pt x="3266" y="6561"/>
                  </a:lnTo>
                  <a:cubicBezTo>
                    <a:pt x="3322" y="6583"/>
                    <a:pt x="3367" y="6598"/>
                    <a:pt x="3386" y="6598"/>
                  </a:cubicBezTo>
                  <a:cubicBezTo>
                    <a:pt x="3396" y="6598"/>
                    <a:pt x="3398" y="6594"/>
                    <a:pt x="3393" y="6586"/>
                  </a:cubicBezTo>
                  <a:cubicBezTo>
                    <a:pt x="3308" y="6518"/>
                    <a:pt x="3207" y="6459"/>
                    <a:pt x="3114" y="6400"/>
                  </a:cubicBezTo>
                  <a:cubicBezTo>
                    <a:pt x="2674" y="6163"/>
                    <a:pt x="2268" y="5892"/>
                    <a:pt x="1879" y="5588"/>
                  </a:cubicBezTo>
                  <a:lnTo>
                    <a:pt x="1625" y="5351"/>
                  </a:lnTo>
                  <a:cubicBezTo>
                    <a:pt x="1574" y="5317"/>
                    <a:pt x="1532" y="5275"/>
                    <a:pt x="1489" y="5232"/>
                  </a:cubicBezTo>
                  <a:lnTo>
                    <a:pt x="1371" y="5106"/>
                  </a:lnTo>
                  <a:cubicBezTo>
                    <a:pt x="1295" y="5013"/>
                    <a:pt x="1202" y="4928"/>
                    <a:pt x="1126" y="4835"/>
                  </a:cubicBezTo>
                  <a:lnTo>
                    <a:pt x="897" y="4513"/>
                  </a:lnTo>
                  <a:cubicBezTo>
                    <a:pt x="880" y="4463"/>
                    <a:pt x="855" y="4420"/>
                    <a:pt x="821" y="4370"/>
                  </a:cubicBezTo>
                  <a:lnTo>
                    <a:pt x="669" y="4074"/>
                  </a:lnTo>
                  <a:cubicBezTo>
                    <a:pt x="559" y="3837"/>
                    <a:pt x="457" y="3591"/>
                    <a:pt x="390" y="3338"/>
                  </a:cubicBezTo>
                  <a:lnTo>
                    <a:pt x="390" y="3338"/>
                  </a:lnTo>
                  <a:cubicBezTo>
                    <a:pt x="423" y="3414"/>
                    <a:pt x="457" y="3515"/>
                    <a:pt x="517" y="3642"/>
                  </a:cubicBezTo>
                  <a:cubicBezTo>
                    <a:pt x="570" y="3748"/>
                    <a:pt x="623" y="3875"/>
                    <a:pt x="688" y="3998"/>
                  </a:cubicBezTo>
                  <a:lnTo>
                    <a:pt x="688" y="3998"/>
                  </a:lnTo>
                  <a:cubicBezTo>
                    <a:pt x="647" y="3916"/>
                    <a:pt x="609" y="3809"/>
                    <a:pt x="559" y="3701"/>
                  </a:cubicBezTo>
                  <a:cubicBezTo>
                    <a:pt x="508" y="3574"/>
                    <a:pt x="457" y="3448"/>
                    <a:pt x="423" y="3312"/>
                  </a:cubicBezTo>
                  <a:lnTo>
                    <a:pt x="339" y="3228"/>
                  </a:lnTo>
                  <a:cubicBezTo>
                    <a:pt x="297" y="3092"/>
                    <a:pt x="263" y="2940"/>
                    <a:pt x="237" y="2796"/>
                  </a:cubicBezTo>
                  <a:cubicBezTo>
                    <a:pt x="237" y="2789"/>
                    <a:pt x="238" y="2785"/>
                    <a:pt x="239" y="2785"/>
                  </a:cubicBezTo>
                  <a:cubicBezTo>
                    <a:pt x="242" y="2785"/>
                    <a:pt x="251" y="2828"/>
                    <a:pt x="271" y="2881"/>
                  </a:cubicBezTo>
                  <a:cubicBezTo>
                    <a:pt x="299" y="2976"/>
                    <a:pt x="338" y="3101"/>
                    <a:pt x="347" y="3101"/>
                  </a:cubicBezTo>
                  <a:cubicBezTo>
                    <a:pt x="351" y="3101"/>
                    <a:pt x="348" y="3068"/>
                    <a:pt x="330" y="2982"/>
                  </a:cubicBezTo>
                  <a:cubicBezTo>
                    <a:pt x="246" y="2678"/>
                    <a:pt x="220" y="2576"/>
                    <a:pt x="178" y="238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2"/>
            <p:cNvSpPr/>
            <p:nvPr/>
          </p:nvSpPr>
          <p:spPr>
            <a:xfrm>
              <a:off x="3503000" y="781250"/>
              <a:ext cx="1300" cy="2150"/>
            </a:xfrm>
            <a:custGeom>
              <a:rect b="b" l="l" r="r" t="t"/>
              <a:pathLst>
                <a:path extrusionOk="0" h="86" w="52">
                  <a:moveTo>
                    <a:pt x="1" y="1"/>
                  </a:moveTo>
                  <a:lnTo>
                    <a:pt x="1" y="1"/>
                  </a:lnTo>
                  <a:cubicBezTo>
                    <a:pt x="18" y="35"/>
                    <a:pt x="34" y="68"/>
                    <a:pt x="51" y="85"/>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2"/>
            <p:cNvSpPr/>
            <p:nvPr/>
          </p:nvSpPr>
          <p:spPr>
            <a:xfrm>
              <a:off x="3504900" y="655000"/>
              <a:ext cx="875" cy="2350"/>
            </a:xfrm>
            <a:custGeom>
              <a:rect b="b" l="l" r="r" t="t"/>
              <a:pathLst>
                <a:path extrusionOk="0" h="94" w="35">
                  <a:moveTo>
                    <a:pt x="35" y="0"/>
                  </a:moveTo>
                  <a:cubicBezTo>
                    <a:pt x="18" y="26"/>
                    <a:pt x="9" y="60"/>
                    <a:pt x="1" y="93"/>
                  </a:cubicBezTo>
                  <a:lnTo>
                    <a:pt x="3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2"/>
            <p:cNvSpPr/>
            <p:nvPr/>
          </p:nvSpPr>
          <p:spPr>
            <a:xfrm>
              <a:off x="3489475" y="711675"/>
              <a:ext cx="40250" cy="103775"/>
            </a:xfrm>
            <a:custGeom>
              <a:rect b="b" l="l" r="r" t="t"/>
              <a:pathLst>
                <a:path extrusionOk="0" h="4151" w="1610">
                  <a:moveTo>
                    <a:pt x="101" y="1232"/>
                  </a:moveTo>
                  <a:lnTo>
                    <a:pt x="110" y="1320"/>
                  </a:lnTo>
                  <a:cubicBezTo>
                    <a:pt x="108" y="1291"/>
                    <a:pt x="105" y="1262"/>
                    <a:pt x="101" y="1232"/>
                  </a:cubicBezTo>
                  <a:close/>
                  <a:moveTo>
                    <a:pt x="34" y="1"/>
                  </a:moveTo>
                  <a:cubicBezTo>
                    <a:pt x="26" y="94"/>
                    <a:pt x="26" y="204"/>
                    <a:pt x="34" y="330"/>
                  </a:cubicBezTo>
                  <a:cubicBezTo>
                    <a:pt x="34" y="466"/>
                    <a:pt x="43" y="601"/>
                    <a:pt x="59" y="728"/>
                  </a:cubicBezTo>
                  <a:lnTo>
                    <a:pt x="0" y="728"/>
                  </a:lnTo>
                  <a:cubicBezTo>
                    <a:pt x="0" y="813"/>
                    <a:pt x="17" y="889"/>
                    <a:pt x="43" y="965"/>
                  </a:cubicBezTo>
                  <a:cubicBezTo>
                    <a:pt x="68" y="1054"/>
                    <a:pt x="89" y="1143"/>
                    <a:pt x="101" y="1232"/>
                  </a:cubicBezTo>
                  <a:lnTo>
                    <a:pt x="101" y="1232"/>
                  </a:lnTo>
                  <a:lnTo>
                    <a:pt x="93" y="1159"/>
                  </a:lnTo>
                  <a:lnTo>
                    <a:pt x="93" y="1159"/>
                  </a:lnTo>
                  <a:cubicBezTo>
                    <a:pt x="110" y="1253"/>
                    <a:pt x="127" y="1371"/>
                    <a:pt x="153" y="1498"/>
                  </a:cubicBezTo>
                  <a:cubicBezTo>
                    <a:pt x="186" y="1616"/>
                    <a:pt x="220" y="1752"/>
                    <a:pt x="254" y="1887"/>
                  </a:cubicBezTo>
                  <a:cubicBezTo>
                    <a:pt x="288" y="2031"/>
                    <a:pt x="339" y="2158"/>
                    <a:pt x="381" y="2293"/>
                  </a:cubicBezTo>
                  <a:lnTo>
                    <a:pt x="533" y="2648"/>
                  </a:lnTo>
                  <a:cubicBezTo>
                    <a:pt x="531" y="2645"/>
                    <a:pt x="529" y="2643"/>
                    <a:pt x="528" y="2643"/>
                  </a:cubicBezTo>
                  <a:lnTo>
                    <a:pt x="528" y="2643"/>
                  </a:lnTo>
                  <a:cubicBezTo>
                    <a:pt x="521" y="2643"/>
                    <a:pt x="538" y="2707"/>
                    <a:pt x="567" y="2758"/>
                  </a:cubicBezTo>
                  <a:cubicBezTo>
                    <a:pt x="590" y="2819"/>
                    <a:pt x="612" y="2879"/>
                    <a:pt x="599" y="2879"/>
                  </a:cubicBezTo>
                  <a:cubicBezTo>
                    <a:pt x="597" y="2879"/>
                    <a:pt x="595" y="2879"/>
                    <a:pt x="592" y="2877"/>
                  </a:cubicBezTo>
                  <a:lnTo>
                    <a:pt x="592" y="2877"/>
                  </a:lnTo>
                  <a:cubicBezTo>
                    <a:pt x="635" y="2944"/>
                    <a:pt x="669" y="3012"/>
                    <a:pt x="711" y="3088"/>
                  </a:cubicBezTo>
                  <a:cubicBezTo>
                    <a:pt x="745" y="3156"/>
                    <a:pt x="795" y="3215"/>
                    <a:pt x="838" y="3274"/>
                  </a:cubicBezTo>
                  <a:cubicBezTo>
                    <a:pt x="897" y="3367"/>
                    <a:pt x="973" y="3460"/>
                    <a:pt x="1049" y="3545"/>
                  </a:cubicBezTo>
                  <a:cubicBezTo>
                    <a:pt x="1100" y="3630"/>
                    <a:pt x="1185" y="3723"/>
                    <a:pt x="1269" y="3824"/>
                  </a:cubicBezTo>
                  <a:lnTo>
                    <a:pt x="1396" y="3976"/>
                  </a:lnTo>
                  <a:cubicBezTo>
                    <a:pt x="1447" y="4027"/>
                    <a:pt x="1489" y="4069"/>
                    <a:pt x="1531" y="4120"/>
                  </a:cubicBezTo>
                  <a:cubicBezTo>
                    <a:pt x="1524" y="4109"/>
                    <a:pt x="1523" y="4105"/>
                    <a:pt x="1526" y="4105"/>
                  </a:cubicBezTo>
                  <a:lnTo>
                    <a:pt x="1526" y="4105"/>
                  </a:lnTo>
                  <a:cubicBezTo>
                    <a:pt x="1537" y="4105"/>
                    <a:pt x="1592" y="4150"/>
                    <a:pt x="1601" y="4150"/>
                  </a:cubicBezTo>
                  <a:cubicBezTo>
                    <a:pt x="1610" y="4150"/>
                    <a:pt x="1569" y="4102"/>
                    <a:pt x="1379" y="3909"/>
                  </a:cubicBezTo>
                  <a:lnTo>
                    <a:pt x="1379" y="3909"/>
                  </a:lnTo>
                  <a:cubicBezTo>
                    <a:pt x="1413" y="3943"/>
                    <a:pt x="1396" y="3917"/>
                    <a:pt x="1430" y="3960"/>
                  </a:cubicBezTo>
                  <a:cubicBezTo>
                    <a:pt x="1311" y="3799"/>
                    <a:pt x="1227" y="3689"/>
                    <a:pt x="1142" y="3596"/>
                  </a:cubicBezTo>
                  <a:cubicBezTo>
                    <a:pt x="1092" y="3545"/>
                    <a:pt x="1049" y="3494"/>
                    <a:pt x="1015" y="3435"/>
                  </a:cubicBezTo>
                  <a:cubicBezTo>
                    <a:pt x="973" y="3384"/>
                    <a:pt x="931" y="3325"/>
                    <a:pt x="888" y="3249"/>
                  </a:cubicBezTo>
                  <a:cubicBezTo>
                    <a:pt x="871" y="3218"/>
                    <a:pt x="866" y="3206"/>
                    <a:pt x="868" y="3206"/>
                  </a:cubicBezTo>
                  <a:lnTo>
                    <a:pt x="868" y="3206"/>
                  </a:lnTo>
                  <a:cubicBezTo>
                    <a:pt x="878" y="3206"/>
                    <a:pt x="1009" y="3392"/>
                    <a:pt x="1011" y="3392"/>
                  </a:cubicBezTo>
                  <a:cubicBezTo>
                    <a:pt x="1011" y="3392"/>
                    <a:pt x="1005" y="3382"/>
                    <a:pt x="990" y="3359"/>
                  </a:cubicBezTo>
                  <a:cubicBezTo>
                    <a:pt x="939" y="3266"/>
                    <a:pt x="855" y="3156"/>
                    <a:pt x="779" y="3029"/>
                  </a:cubicBezTo>
                  <a:cubicBezTo>
                    <a:pt x="711" y="2911"/>
                    <a:pt x="643" y="2767"/>
                    <a:pt x="584" y="2648"/>
                  </a:cubicBezTo>
                  <a:cubicBezTo>
                    <a:pt x="525" y="2521"/>
                    <a:pt x="482" y="2403"/>
                    <a:pt x="449" y="2327"/>
                  </a:cubicBezTo>
                  <a:cubicBezTo>
                    <a:pt x="412" y="2261"/>
                    <a:pt x="394" y="2214"/>
                    <a:pt x="379" y="2214"/>
                  </a:cubicBezTo>
                  <a:cubicBezTo>
                    <a:pt x="377" y="2214"/>
                    <a:pt x="375" y="2215"/>
                    <a:pt x="372" y="2217"/>
                  </a:cubicBezTo>
                  <a:cubicBezTo>
                    <a:pt x="322" y="2073"/>
                    <a:pt x="279" y="1929"/>
                    <a:pt x="262" y="1785"/>
                  </a:cubicBezTo>
                  <a:cubicBezTo>
                    <a:pt x="153" y="1439"/>
                    <a:pt x="85" y="1083"/>
                    <a:pt x="76" y="720"/>
                  </a:cubicBezTo>
                  <a:cubicBezTo>
                    <a:pt x="51" y="330"/>
                    <a:pt x="68" y="1"/>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2"/>
            <p:cNvSpPr/>
            <p:nvPr/>
          </p:nvSpPr>
          <p:spPr>
            <a:xfrm>
              <a:off x="4209150" y="767300"/>
              <a:ext cx="3200" cy="1300"/>
            </a:xfrm>
            <a:custGeom>
              <a:rect b="b" l="l" r="r" t="t"/>
              <a:pathLst>
                <a:path extrusionOk="0" h="52" w="128">
                  <a:moveTo>
                    <a:pt x="127" y="0"/>
                  </a:moveTo>
                  <a:lnTo>
                    <a:pt x="127" y="0"/>
                  </a:lnTo>
                  <a:cubicBezTo>
                    <a:pt x="85" y="17"/>
                    <a:pt x="43" y="34"/>
                    <a:pt x="1" y="51"/>
                  </a:cubicBezTo>
                  <a:cubicBezTo>
                    <a:pt x="34" y="43"/>
                    <a:pt x="77" y="26"/>
                    <a:pt x="12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2"/>
            <p:cNvSpPr/>
            <p:nvPr/>
          </p:nvSpPr>
          <p:spPr>
            <a:xfrm>
              <a:off x="4280000" y="729000"/>
              <a:ext cx="4700" cy="2575"/>
            </a:xfrm>
            <a:custGeom>
              <a:rect b="b" l="l" r="r" t="t"/>
              <a:pathLst>
                <a:path extrusionOk="0" h="103" w="188">
                  <a:moveTo>
                    <a:pt x="176" y="1"/>
                  </a:moveTo>
                  <a:cubicBezTo>
                    <a:pt x="162" y="1"/>
                    <a:pt x="106" y="29"/>
                    <a:pt x="0" y="103"/>
                  </a:cubicBezTo>
                  <a:cubicBezTo>
                    <a:pt x="46" y="83"/>
                    <a:pt x="127" y="38"/>
                    <a:pt x="138" y="38"/>
                  </a:cubicBezTo>
                  <a:lnTo>
                    <a:pt x="138" y="38"/>
                  </a:lnTo>
                  <a:cubicBezTo>
                    <a:pt x="142" y="38"/>
                    <a:pt x="139" y="42"/>
                    <a:pt x="127" y="52"/>
                  </a:cubicBezTo>
                  <a:cubicBezTo>
                    <a:pt x="170" y="21"/>
                    <a:pt x="188" y="1"/>
                    <a:pt x="17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2"/>
            <p:cNvSpPr/>
            <p:nvPr/>
          </p:nvSpPr>
          <p:spPr>
            <a:xfrm>
              <a:off x="4251025" y="758425"/>
              <a:ext cx="1500" cy="650"/>
            </a:xfrm>
            <a:custGeom>
              <a:rect b="b" l="l" r="r" t="t"/>
              <a:pathLst>
                <a:path extrusionOk="0" h="26" w="60">
                  <a:moveTo>
                    <a:pt x="60" y="0"/>
                  </a:moveTo>
                  <a:cubicBezTo>
                    <a:pt x="34" y="9"/>
                    <a:pt x="17" y="17"/>
                    <a:pt x="1" y="25"/>
                  </a:cubicBezTo>
                  <a:cubicBezTo>
                    <a:pt x="17" y="17"/>
                    <a:pt x="43" y="9"/>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2"/>
            <p:cNvSpPr/>
            <p:nvPr/>
          </p:nvSpPr>
          <p:spPr>
            <a:xfrm>
              <a:off x="4266050" y="733675"/>
              <a:ext cx="4025" cy="2775"/>
            </a:xfrm>
            <a:custGeom>
              <a:rect b="b" l="l" r="r" t="t"/>
              <a:pathLst>
                <a:path extrusionOk="0" h="111" w="161">
                  <a:moveTo>
                    <a:pt x="161" y="0"/>
                  </a:moveTo>
                  <a:lnTo>
                    <a:pt x="0" y="110"/>
                  </a:lnTo>
                  <a:cubicBezTo>
                    <a:pt x="51" y="76"/>
                    <a:pt x="110" y="43"/>
                    <a:pt x="16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2"/>
            <p:cNvSpPr/>
            <p:nvPr/>
          </p:nvSpPr>
          <p:spPr>
            <a:xfrm>
              <a:off x="4172775" y="794375"/>
              <a:ext cx="2975" cy="1500"/>
            </a:xfrm>
            <a:custGeom>
              <a:rect b="b" l="l" r="r" t="t"/>
              <a:pathLst>
                <a:path extrusionOk="0" h="60" w="119">
                  <a:moveTo>
                    <a:pt x="1" y="59"/>
                  </a:moveTo>
                  <a:lnTo>
                    <a:pt x="11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2"/>
            <p:cNvSpPr/>
            <p:nvPr/>
          </p:nvSpPr>
          <p:spPr>
            <a:xfrm>
              <a:off x="4340700" y="685675"/>
              <a:ext cx="2350" cy="3600"/>
            </a:xfrm>
            <a:custGeom>
              <a:rect b="b" l="l" r="r" t="t"/>
              <a:pathLst>
                <a:path extrusionOk="0" h="144" w="94">
                  <a:moveTo>
                    <a:pt x="93" y="0"/>
                  </a:moveTo>
                  <a:lnTo>
                    <a:pt x="93" y="0"/>
                  </a:lnTo>
                  <a:cubicBezTo>
                    <a:pt x="68" y="42"/>
                    <a:pt x="43" y="76"/>
                    <a:pt x="9" y="118"/>
                  </a:cubicBezTo>
                  <a:cubicBezTo>
                    <a:pt x="9" y="127"/>
                    <a:pt x="0" y="135"/>
                    <a:pt x="0" y="144"/>
                  </a:cubicBezTo>
                  <a:cubicBezTo>
                    <a:pt x="34" y="93"/>
                    <a:pt x="68" y="51"/>
                    <a:pt x="9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2"/>
            <p:cNvSpPr/>
            <p:nvPr/>
          </p:nvSpPr>
          <p:spPr>
            <a:xfrm>
              <a:off x="4344500" y="674675"/>
              <a:ext cx="5950" cy="11225"/>
            </a:xfrm>
            <a:custGeom>
              <a:rect b="b" l="l" r="r" t="t"/>
              <a:pathLst>
                <a:path extrusionOk="0" h="449" w="238">
                  <a:moveTo>
                    <a:pt x="237" y="0"/>
                  </a:moveTo>
                  <a:lnTo>
                    <a:pt x="237" y="0"/>
                  </a:lnTo>
                  <a:cubicBezTo>
                    <a:pt x="178" y="161"/>
                    <a:pt x="102" y="305"/>
                    <a:pt x="1" y="448"/>
                  </a:cubicBezTo>
                  <a:cubicBezTo>
                    <a:pt x="43" y="398"/>
                    <a:pt x="94" y="322"/>
                    <a:pt x="111" y="313"/>
                  </a:cubicBezTo>
                  <a:cubicBezTo>
                    <a:pt x="161" y="212"/>
                    <a:pt x="204" y="110"/>
                    <a:pt x="23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2"/>
            <p:cNvSpPr/>
            <p:nvPr/>
          </p:nvSpPr>
          <p:spPr>
            <a:xfrm>
              <a:off x="4350625" y="674450"/>
              <a:ext cx="25" cy="250"/>
            </a:xfrm>
            <a:custGeom>
              <a:rect b="b" l="l" r="r" t="t"/>
              <a:pathLst>
                <a:path extrusionOk="0" h="10" w="1">
                  <a:moveTo>
                    <a:pt x="1" y="1"/>
                  </a:move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2"/>
            <p:cNvSpPr/>
            <p:nvPr/>
          </p:nvSpPr>
          <p:spPr>
            <a:xfrm>
              <a:off x="3492650" y="392125"/>
              <a:ext cx="868575" cy="493125"/>
            </a:xfrm>
            <a:custGeom>
              <a:rect b="b" l="l" r="r" t="t"/>
              <a:pathLst>
                <a:path extrusionOk="0" h="19725" w="34743">
                  <a:moveTo>
                    <a:pt x="7936" y="3848"/>
                  </a:moveTo>
                  <a:lnTo>
                    <a:pt x="7808" y="3917"/>
                  </a:lnTo>
                  <a:cubicBezTo>
                    <a:pt x="7851" y="3895"/>
                    <a:pt x="7894" y="3871"/>
                    <a:pt x="7936" y="3848"/>
                  </a:cubicBezTo>
                  <a:close/>
                  <a:moveTo>
                    <a:pt x="29116" y="5532"/>
                  </a:moveTo>
                  <a:cubicBezTo>
                    <a:pt x="29106" y="5532"/>
                    <a:pt x="29102" y="5535"/>
                    <a:pt x="29109" y="5541"/>
                  </a:cubicBezTo>
                  <a:cubicBezTo>
                    <a:pt x="29267" y="5590"/>
                    <a:pt x="29363" y="5619"/>
                    <a:pt x="29452" y="5650"/>
                  </a:cubicBezTo>
                  <a:lnTo>
                    <a:pt x="29452" y="5650"/>
                  </a:lnTo>
                  <a:cubicBezTo>
                    <a:pt x="29400" y="5630"/>
                    <a:pt x="29346" y="5609"/>
                    <a:pt x="29287" y="5584"/>
                  </a:cubicBezTo>
                  <a:lnTo>
                    <a:pt x="29337" y="5584"/>
                  </a:lnTo>
                  <a:cubicBezTo>
                    <a:pt x="29310" y="5577"/>
                    <a:pt x="29158" y="5532"/>
                    <a:pt x="29116" y="5532"/>
                  </a:cubicBezTo>
                  <a:close/>
                  <a:moveTo>
                    <a:pt x="29452" y="5650"/>
                  </a:moveTo>
                  <a:lnTo>
                    <a:pt x="29452" y="5650"/>
                  </a:lnTo>
                  <a:cubicBezTo>
                    <a:pt x="29492" y="5664"/>
                    <a:pt x="29530" y="5678"/>
                    <a:pt x="29567" y="5691"/>
                  </a:cubicBezTo>
                  <a:lnTo>
                    <a:pt x="29567" y="5691"/>
                  </a:lnTo>
                  <a:cubicBezTo>
                    <a:pt x="29527" y="5676"/>
                    <a:pt x="29490" y="5663"/>
                    <a:pt x="29452" y="5650"/>
                  </a:cubicBezTo>
                  <a:close/>
                  <a:moveTo>
                    <a:pt x="30236" y="5835"/>
                  </a:moveTo>
                  <a:lnTo>
                    <a:pt x="30319" y="5871"/>
                  </a:lnTo>
                  <a:cubicBezTo>
                    <a:pt x="30294" y="5860"/>
                    <a:pt x="30266" y="5848"/>
                    <a:pt x="30236" y="5835"/>
                  </a:cubicBezTo>
                  <a:close/>
                  <a:moveTo>
                    <a:pt x="30589" y="5871"/>
                  </a:moveTo>
                  <a:cubicBezTo>
                    <a:pt x="30589" y="5871"/>
                    <a:pt x="30589" y="5871"/>
                    <a:pt x="30589" y="5871"/>
                  </a:cubicBezTo>
                  <a:cubicBezTo>
                    <a:pt x="30601" y="5875"/>
                    <a:pt x="30612" y="5879"/>
                    <a:pt x="30623" y="5883"/>
                  </a:cubicBezTo>
                  <a:lnTo>
                    <a:pt x="30623" y="5883"/>
                  </a:lnTo>
                  <a:cubicBezTo>
                    <a:pt x="30604" y="5875"/>
                    <a:pt x="30592" y="5871"/>
                    <a:pt x="30589" y="5871"/>
                  </a:cubicBezTo>
                  <a:close/>
                  <a:moveTo>
                    <a:pt x="30623" y="5883"/>
                  </a:moveTo>
                  <a:cubicBezTo>
                    <a:pt x="30655" y="5895"/>
                    <a:pt x="30707" y="5916"/>
                    <a:pt x="30761" y="5938"/>
                  </a:cubicBezTo>
                  <a:lnTo>
                    <a:pt x="30761" y="5938"/>
                  </a:lnTo>
                  <a:cubicBezTo>
                    <a:pt x="30715" y="5917"/>
                    <a:pt x="30669" y="5899"/>
                    <a:pt x="30623" y="5883"/>
                  </a:cubicBezTo>
                  <a:close/>
                  <a:moveTo>
                    <a:pt x="30209" y="6091"/>
                  </a:moveTo>
                  <a:cubicBezTo>
                    <a:pt x="30223" y="6096"/>
                    <a:pt x="30237" y="6100"/>
                    <a:pt x="30249" y="6104"/>
                  </a:cubicBezTo>
                  <a:lnTo>
                    <a:pt x="30249" y="6104"/>
                  </a:lnTo>
                  <a:lnTo>
                    <a:pt x="30209" y="6091"/>
                  </a:lnTo>
                  <a:close/>
                  <a:moveTo>
                    <a:pt x="30462" y="6210"/>
                  </a:moveTo>
                  <a:lnTo>
                    <a:pt x="30462" y="6210"/>
                  </a:lnTo>
                  <a:cubicBezTo>
                    <a:pt x="30487" y="6222"/>
                    <a:pt x="30515" y="6235"/>
                    <a:pt x="30542" y="6247"/>
                  </a:cubicBezTo>
                  <a:lnTo>
                    <a:pt x="30542" y="6247"/>
                  </a:lnTo>
                  <a:cubicBezTo>
                    <a:pt x="30514" y="6234"/>
                    <a:pt x="30488" y="6221"/>
                    <a:pt x="30462" y="6210"/>
                  </a:cubicBezTo>
                  <a:close/>
                  <a:moveTo>
                    <a:pt x="32415" y="7259"/>
                  </a:moveTo>
                  <a:cubicBezTo>
                    <a:pt x="32432" y="7272"/>
                    <a:pt x="32450" y="7286"/>
                    <a:pt x="32467" y="7301"/>
                  </a:cubicBezTo>
                  <a:cubicBezTo>
                    <a:pt x="32451" y="7286"/>
                    <a:pt x="32433" y="7272"/>
                    <a:pt x="32415" y="7259"/>
                  </a:cubicBezTo>
                  <a:close/>
                  <a:moveTo>
                    <a:pt x="2220" y="8238"/>
                  </a:moveTo>
                  <a:cubicBezTo>
                    <a:pt x="2213" y="8247"/>
                    <a:pt x="2206" y="8256"/>
                    <a:pt x="2200" y="8265"/>
                  </a:cubicBezTo>
                  <a:cubicBezTo>
                    <a:pt x="2199" y="8266"/>
                    <a:pt x="2199" y="8267"/>
                    <a:pt x="2199" y="8267"/>
                  </a:cubicBezTo>
                  <a:cubicBezTo>
                    <a:pt x="2199" y="8267"/>
                    <a:pt x="2207" y="8256"/>
                    <a:pt x="2220" y="8238"/>
                  </a:cubicBezTo>
                  <a:close/>
                  <a:moveTo>
                    <a:pt x="914" y="9703"/>
                  </a:moveTo>
                  <a:lnTo>
                    <a:pt x="914" y="9703"/>
                  </a:lnTo>
                  <a:cubicBezTo>
                    <a:pt x="906" y="9717"/>
                    <a:pt x="903" y="9724"/>
                    <a:pt x="902" y="9728"/>
                  </a:cubicBezTo>
                  <a:lnTo>
                    <a:pt x="902" y="9728"/>
                  </a:lnTo>
                  <a:cubicBezTo>
                    <a:pt x="906" y="9720"/>
                    <a:pt x="910" y="9712"/>
                    <a:pt x="914" y="9703"/>
                  </a:cubicBezTo>
                  <a:close/>
                  <a:moveTo>
                    <a:pt x="1064" y="9969"/>
                  </a:moveTo>
                  <a:cubicBezTo>
                    <a:pt x="1059" y="9981"/>
                    <a:pt x="1051" y="10002"/>
                    <a:pt x="1041" y="10025"/>
                  </a:cubicBezTo>
                  <a:cubicBezTo>
                    <a:pt x="1023" y="10072"/>
                    <a:pt x="1001" y="10139"/>
                    <a:pt x="1004" y="10139"/>
                  </a:cubicBezTo>
                  <a:cubicBezTo>
                    <a:pt x="1005" y="10139"/>
                    <a:pt x="1011" y="10126"/>
                    <a:pt x="1024" y="10092"/>
                  </a:cubicBezTo>
                  <a:cubicBezTo>
                    <a:pt x="1039" y="10054"/>
                    <a:pt x="1055" y="10015"/>
                    <a:pt x="1064" y="9969"/>
                  </a:cubicBezTo>
                  <a:close/>
                  <a:moveTo>
                    <a:pt x="34356" y="11208"/>
                  </a:moveTo>
                  <a:lnTo>
                    <a:pt x="34356" y="11208"/>
                  </a:lnTo>
                  <a:cubicBezTo>
                    <a:pt x="34344" y="11240"/>
                    <a:pt x="34335" y="11269"/>
                    <a:pt x="34328" y="11294"/>
                  </a:cubicBezTo>
                  <a:cubicBezTo>
                    <a:pt x="34337" y="11265"/>
                    <a:pt x="34347" y="11237"/>
                    <a:pt x="34356" y="11208"/>
                  </a:cubicBezTo>
                  <a:close/>
                  <a:moveTo>
                    <a:pt x="34077" y="12218"/>
                  </a:moveTo>
                  <a:lnTo>
                    <a:pt x="34077" y="12218"/>
                  </a:lnTo>
                  <a:cubicBezTo>
                    <a:pt x="34071" y="12226"/>
                    <a:pt x="34064" y="12234"/>
                    <a:pt x="34058" y="12241"/>
                  </a:cubicBezTo>
                  <a:cubicBezTo>
                    <a:pt x="34064" y="12234"/>
                    <a:pt x="34070" y="12226"/>
                    <a:pt x="34077" y="12218"/>
                  </a:cubicBezTo>
                  <a:close/>
                  <a:moveTo>
                    <a:pt x="32786" y="12936"/>
                  </a:moveTo>
                  <a:cubicBezTo>
                    <a:pt x="32779" y="12941"/>
                    <a:pt x="32771" y="12946"/>
                    <a:pt x="32763" y="12952"/>
                  </a:cubicBezTo>
                  <a:cubicBezTo>
                    <a:pt x="32771" y="12948"/>
                    <a:pt x="32779" y="12942"/>
                    <a:pt x="32786" y="12936"/>
                  </a:cubicBezTo>
                  <a:close/>
                  <a:moveTo>
                    <a:pt x="13" y="13325"/>
                  </a:moveTo>
                  <a:cubicBezTo>
                    <a:pt x="10" y="13364"/>
                    <a:pt x="12" y="13401"/>
                    <a:pt x="17" y="13442"/>
                  </a:cubicBezTo>
                  <a:cubicBezTo>
                    <a:pt x="17" y="13413"/>
                    <a:pt x="15" y="13373"/>
                    <a:pt x="13" y="13325"/>
                  </a:cubicBezTo>
                  <a:close/>
                  <a:moveTo>
                    <a:pt x="31804" y="13700"/>
                  </a:moveTo>
                  <a:lnTo>
                    <a:pt x="31706" y="13755"/>
                  </a:lnTo>
                  <a:cubicBezTo>
                    <a:pt x="31727" y="13745"/>
                    <a:pt x="31761" y="13726"/>
                    <a:pt x="31804" y="13700"/>
                  </a:cubicBezTo>
                  <a:close/>
                  <a:moveTo>
                    <a:pt x="30945" y="13772"/>
                  </a:moveTo>
                  <a:cubicBezTo>
                    <a:pt x="30937" y="13777"/>
                    <a:pt x="30929" y="13782"/>
                    <a:pt x="30922" y="13786"/>
                  </a:cubicBezTo>
                  <a:lnTo>
                    <a:pt x="30922" y="13786"/>
                  </a:lnTo>
                  <a:cubicBezTo>
                    <a:pt x="30930" y="13782"/>
                    <a:pt x="30937" y="13777"/>
                    <a:pt x="30945" y="13772"/>
                  </a:cubicBezTo>
                  <a:close/>
                  <a:moveTo>
                    <a:pt x="34419" y="10819"/>
                  </a:moveTo>
                  <a:cubicBezTo>
                    <a:pt x="34413" y="10859"/>
                    <a:pt x="34412" y="10911"/>
                    <a:pt x="34405" y="10955"/>
                  </a:cubicBezTo>
                  <a:cubicBezTo>
                    <a:pt x="34405" y="11006"/>
                    <a:pt x="34396" y="11057"/>
                    <a:pt x="34379" y="11116"/>
                  </a:cubicBezTo>
                  <a:cubicBezTo>
                    <a:pt x="34375" y="11147"/>
                    <a:pt x="34366" y="11177"/>
                    <a:pt x="34356" y="11208"/>
                  </a:cubicBezTo>
                  <a:lnTo>
                    <a:pt x="34356" y="11208"/>
                  </a:lnTo>
                  <a:cubicBezTo>
                    <a:pt x="34375" y="11154"/>
                    <a:pt x="34400" y="11089"/>
                    <a:pt x="34421" y="11015"/>
                  </a:cubicBezTo>
                  <a:lnTo>
                    <a:pt x="34421" y="11015"/>
                  </a:lnTo>
                  <a:cubicBezTo>
                    <a:pt x="34379" y="11243"/>
                    <a:pt x="34311" y="11463"/>
                    <a:pt x="34210" y="11674"/>
                  </a:cubicBezTo>
                  <a:cubicBezTo>
                    <a:pt x="34278" y="11564"/>
                    <a:pt x="34328" y="11446"/>
                    <a:pt x="34362" y="11319"/>
                  </a:cubicBezTo>
                  <a:cubicBezTo>
                    <a:pt x="34379" y="11268"/>
                    <a:pt x="34396" y="11209"/>
                    <a:pt x="34413" y="11141"/>
                  </a:cubicBezTo>
                  <a:cubicBezTo>
                    <a:pt x="34421" y="11074"/>
                    <a:pt x="34447" y="10998"/>
                    <a:pt x="34472" y="10896"/>
                  </a:cubicBezTo>
                  <a:cubicBezTo>
                    <a:pt x="34489" y="10913"/>
                    <a:pt x="34506" y="10938"/>
                    <a:pt x="34498" y="10972"/>
                  </a:cubicBezTo>
                  <a:cubicBezTo>
                    <a:pt x="34481" y="11099"/>
                    <a:pt x="34455" y="11234"/>
                    <a:pt x="34413" y="11353"/>
                  </a:cubicBezTo>
                  <a:cubicBezTo>
                    <a:pt x="34351" y="11479"/>
                    <a:pt x="34331" y="11515"/>
                    <a:pt x="34328" y="11515"/>
                  </a:cubicBezTo>
                  <a:cubicBezTo>
                    <a:pt x="34323" y="11515"/>
                    <a:pt x="34344" y="11456"/>
                    <a:pt x="34337" y="11456"/>
                  </a:cubicBezTo>
                  <a:lnTo>
                    <a:pt x="34337" y="11456"/>
                  </a:lnTo>
                  <a:cubicBezTo>
                    <a:pt x="34333" y="11456"/>
                    <a:pt x="34324" y="11469"/>
                    <a:pt x="34303" y="11505"/>
                  </a:cubicBezTo>
                  <a:cubicBezTo>
                    <a:pt x="34269" y="11624"/>
                    <a:pt x="34210" y="11725"/>
                    <a:pt x="34134" y="11818"/>
                  </a:cubicBezTo>
                  <a:lnTo>
                    <a:pt x="34041" y="11945"/>
                  </a:lnTo>
                  <a:cubicBezTo>
                    <a:pt x="34007" y="11987"/>
                    <a:pt x="33973" y="12047"/>
                    <a:pt x="33931" y="12114"/>
                  </a:cubicBezTo>
                  <a:cubicBezTo>
                    <a:pt x="33872" y="12190"/>
                    <a:pt x="33804" y="12258"/>
                    <a:pt x="33728" y="12326"/>
                  </a:cubicBezTo>
                  <a:cubicBezTo>
                    <a:pt x="33702" y="12334"/>
                    <a:pt x="33669" y="12351"/>
                    <a:pt x="33643" y="12376"/>
                  </a:cubicBezTo>
                  <a:cubicBezTo>
                    <a:pt x="33728" y="12291"/>
                    <a:pt x="33747" y="12270"/>
                    <a:pt x="33740" y="12270"/>
                  </a:cubicBezTo>
                  <a:lnTo>
                    <a:pt x="33740" y="12270"/>
                  </a:lnTo>
                  <a:cubicBezTo>
                    <a:pt x="33736" y="12270"/>
                    <a:pt x="33723" y="12277"/>
                    <a:pt x="33711" y="12283"/>
                  </a:cubicBezTo>
                  <a:cubicBezTo>
                    <a:pt x="33702" y="12288"/>
                    <a:pt x="33694" y="12292"/>
                    <a:pt x="33690" y="12292"/>
                  </a:cubicBezTo>
                  <a:cubicBezTo>
                    <a:pt x="33680" y="12292"/>
                    <a:pt x="33700" y="12262"/>
                    <a:pt x="33812" y="12131"/>
                  </a:cubicBezTo>
                  <a:lnTo>
                    <a:pt x="33812" y="12131"/>
                  </a:lnTo>
                  <a:cubicBezTo>
                    <a:pt x="33736" y="12207"/>
                    <a:pt x="33669" y="12283"/>
                    <a:pt x="33601" y="12376"/>
                  </a:cubicBezTo>
                  <a:cubicBezTo>
                    <a:pt x="33550" y="12453"/>
                    <a:pt x="33482" y="12520"/>
                    <a:pt x="33406" y="12571"/>
                  </a:cubicBezTo>
                  <a:lnTo>
                    <a:pt x="33347" y="12580"/>
                  </a:lnTo>
                  <a:cubicBezTo>
                    <a:pt x="33237" y="12673"/>
                    <a:pt x="33051" y="12816"/>
                    <a:pt x="32848" y="12952"/>
                  </a:cubicBezTo>
                  <a:cubicBezTo>
                    <a:pt x="32653" y="13096"/>
                    <a:pt x="32433" y="13239"/>
                    <a:pt x="32273" y="13349"/>
                  </a:cubicBezTo>
                  <a:cubicBezTo>
                    <a:pt x="32339" y="13313"/>
                    <a:pt x="32368" y="13299"/>
                    <a:pt x="32374" y="13299"/>
                  </a:cubicBezTo>
                  <a:lnTo>
                    <a:pt x="32374" y="13299"/>
                  </a:lnTo>
                  <a:cubicBezTo>
                    <a:pt x="32393" y="13299"/>
                    <a:pt x="32144" y="13459"/>
                    <a:pt x="32177" y="13459"/>
                  </a:cubicBezTo>
                  <a:cubicBezTo>
                    <a:pt x="32178" y="13459"/>
                    <a:pt x="32179" y="13459"/>
                    <a:pt x="32180" y="13459"/>
                  </a:cubicBezTo>
                  <a:cubicBezTo>
                    <a:pt x="32315" y="13349"/>
                    <a:pt x="32459" y="13256"/>
                    <a:pt x="32611" y="13180"/>
                  </a:cubicBezTo>
                  <a:lnTo>
                    <a:pt x="32611" y="13180"/>
                  </a:lnTo>
                  <a:cubicBezTo>
                    <a:pt x="32436" y="13313"/>
                    <a:pt x="32013" y="13579"/>
                    <a:pt x="31804" y="13700"/>
                  </a:cubicBezTo>
                  <a:lnTo>
                    <a:pt x="31804" y="13700"/>
                  </a:lnTo>
                  <a:lnTo>
                    <a:pt x="32146" y="13510"/>
                  </a:lnTo>
                  <a:lnTo>
                    <a:pt x="32146" y="13510"/>
                  </a:lnTo>
                  <a:cubicBezTo>
                    <a:pt x="32002" y="13620"/>
                    <a:pt x="31478" y="13975"/>
                    <a:pt x="31469" y="13992"/>
                  </a:cubicBezTo>
                  <a:cubicBezTo>
                    <a:pt x="31283" y="14077"/>
                    <a:pt x="31038" y="14238"/>
                    <a:pt x="30936" y="14271"/>
                  </a:cubicBezTo>
                  <a:cubicBezTo>
                    <a:pt x="31038" y="14204"/>
                    <a:pt x="31139" y="14136"/>
                    <a:pt x="31241" y="14060"/>
                  </a:cubicBezTo>
                  <a:lnTo>
                    <a:pt x="31359" y="14009"/>
                  </a:lnTo>
                  <a:lnTo>
                    <a:pt x="31528" y="13882"/>
                  </a:lnTo>
                  <a:lnTo>
                    <a:pt x="31528" y="13882"/>
                  </a:lnTo>
                  <a:cubicBezTo>
                    <a:pt x="31317" y="13992"/>
                    <a:pt x="30877" y="14246"/>
                    <a:pt x="30775" y="14271"/>
                  </a:cubicBezTo>
                  <a:cubicBezTo>
                    <a:pt x="30894" y="14204"/>
                    <a:pt x="31029" y="14119"/>
                    <a:pt x="31181" y="14026"/>
                  </a:cubicBezTo>
                  <a:lnTo>
                    <a:pt x="31664" y="13722"/>
                  </a:lnTo>
                  <a:lnTo>
                    <a:pt x="32214" y="13358"/>
                  </a:lnTo>
                  <a:cubicBezTo>
                    <a:pt x="32408" y="13222"/>
                    <a:pt x="32611" y="13070"/>
                    <a:pt x="32806" y="12909"/>
                  </a:cubicBezTo>
                  <a:lnTo>
                    <a:pt x="32806" y="12909"/>
                  </a:lnTo>
                  <a:cubicBezTo>
                    <a:pt x="32801" y="12919"/>
                    <a:pt x="32794" y="12928"/>
                    <a:pt x="32786" y="12936"/>
                  </a:cubicBezTo>
                  <a:lnTo>
                    <a:pt x="32786" y="12936"/>
                  </a:lnTo>
                  <a:cubicBezTo>
                    <a:pt x="32983" y="12793"/>
                    <a:pt x="33097" y="12712"/>
                    <a:pt x="33195" y="12630"/>
                  </a:cubicBezTo>
                  <a:cubicBezTo>
                    <a:pt x="33296" y="12554"/>
                    <a:pt x="33381" y="12470"/>
                    <a:pt x="33533" y="12326"/>
                  </a:cubicBezTo>
                  <a:lnTo>
                    <a:pt x="33533" y="12326"/>
                  </a:lnTo>
                  <a:lnTo>
                    <a:pt x="33449" y="12427"/>
                  </a:lnTo>
                  <a:cubicBezTo>
                    <a:pt x="33635" y="12267"/>
                    <a:pt x="33804" y="12072"/>
                    <a:pt x="33939" y="11860"/>
                  </a:cubicBezTo>
                  <a:cubicBezTo>
                    <a:pt x="33998" y="11776"/>
                    <a:pt x="34100" y="11581"/>
                    <a:pt x="34168" y="11471"/>
                  </a:cubicBezTo>
                  <a:lnTo>
                    <a:pt x="34168" y="11471"/>
                  </a:lnTo>
                  <a:lnTo>
                    <a:pt x="34159" y="11522"/>
                  </a:lnTo>
                  <a:cubicBezTo>
                    <a:pt x="34292" y="11307"/>
                    <a:pt x="34376" y="11067"/>
                    <a:pt x="34419" y="10819"/>
                  </a:cubicBezTo>
                  <a:close/>
                  <a:moveTo>
                    <a:pt x="27510" y="15642"/>
                  </a:moveTo>
                  <a:cubicBezTo>
                    <a:pt x="27490" y="15648"/>
                    <a:pt x="27472" y="15656"/>
                    <a:pt x="27454" y="15665"/>
                  </a:cubicBezTo>
                  <a:lnTo>
                    <a:pt x="27454" y="15665"/>
                  </a:lnTo>
                  <a:cubicBezTo>
                    <a:pt x="27473" y="15657"/>
                    <a:pt x="27492" y="15649"/>
                    <a:pt x="27510" y="15642"/>
                  </a:cubicBezTo>
                  <a:close/>
                  <a:moveTo>
                    <a:pt x="1091" y="16310"/>
                  </a:moveTo>
                  <a:lnTo>
                    <a:pt x="1106" y="16320"/>
                  </a:lnTo>
                  <a:lnTo>
                    <a:pt x="1106" y="16320"/>
                  </a:lnTo>
                  <a:cubicBezTo>
                    <a:pt x="1099" y="16313"/>
                    <a:pt x="1094" y="16310"/>
                    <a:pt x="1091" y="16310"/>
                  </a:cubicBezTo>
                  <a:close/>
                  <a:moveTo>
                    <a:pt x="25438" y="16462"/>
                  </a:moveTo>
                  <a:cubicBezTo>
                    <a:pt x="25428" y="16466"/>
                    <a:pt x="25418" y="16470"/>
                    <a:pt x="25409" y="16474"/>
                  </a:cubicBezTo>
                  <a:lnTo>
                    <a:pt x="25409" y="16474"/>
                  </a:lnTo>
                  <a:cubicBezTo>
                    <a:pt x="25418" y="16470"/>
                    <a:pt x="25428" y="16466"/>
                    <a:pt x="25438" y="16462"/>
                  </a:cubicBezTo>
                  <a:close/>
                  <a:moveTo>
                    <a:pt x="19423" y="18239"/>
                  </a:moveTo>
                  <a:cubicBezTo>
                    <a:pt x="19414" y="18240"/>
                    <a:pt x="19404" y="18241"/>
                    <a:pt x="19395" y="18242"/>
                  </a:cubicBezTo>
                  <a:lnTo>
                    <a:pt x="19395" y="18242"/>
                  </a:lnTo>
                  <a:cubicBezTo>
                    <a:pt x="19402" y="18242"/>
                    <a:pt x="19411" y="18240"/>
                    <a:pt x="19423" y="18239"/>
                  </a:cubicBezTo>
                  <a:close/>
                  <a:moveTo>
                    <a:pt x="30361" y="14424"/>
                  </a:moveTo>
                  <a:lnTo>
                    <a:pt x="30344" y="14441"/>
                  </a:lnTo>
                  <a:cubicBezTo>
                    <a:pt x="30171" y="14546"/>
                    <a:pt x="30102" y="14597"/>
                    <a:pt x="30123" y="14597"/>
                  </a:cubicBezTo>
                  <a:cubicBezTo>
                    <a:pt x="30131" y="14597"/>
                    <a:pt x="30151" y="14590"/>
                    <a:pt x="30183" y="14576"/>
                  </a:cubicBezTo>
                  <a:lnTo>
                    <a:pt x="30183" y="14576"/>
                  </a:lnTo>
                  <a:lnTo>
                    <a:pt x="29896" y="14754"/>
                  </a:lnTo>
                  <a:lnTo>
                    <a:pt x="29574" y="14923"/>
                  </a:lnTo>
                  <a:cubicBezTo>
                    <a:pt x="29498" y="14974"/>
                    <a:pt x="29413" y="15007"/>
                    <a:pt x="29329" y="15033"/>
                  </a:cubicBezTo>
                  <a:cubicBezTo>
                    <a:pt x="29503" y="14946"/>
                    <a:pt x="29562" y="14915"/>
                    <a:pt x="29550" y="14915"/>
                  </a:cubicBezTo>
                  <a:cubicBezTo>
                    <a:pt x="29543" y="14915"/>
                    <a:pt x="29504" y="14928"/>
                    <a:pt x="29447" y="14948"/>
                  </a:cubicBezTo>
                  <a:cubicBezTo>
                    <a:pt x="29177" y="15109"/>
                    <a:pt x="28627" y="15371"/>
                    <a:pt x="28678" y="15388"/>
                  </a:cubicBezTo>
                  <a:cubicBezTo>
                    <a:pt x="28542" y="15464"/>
                    <a:pt x="28398" y="15523"/>
                    <a:pt x="28255" y="15574"/>
                  </a:cubicBezTo>
                  <a:cubicBezTo>
                    <a:pt x="28250" y="15576"/>
                    <a:pt x="28246" y="15577"/>
                    <a:pt x="28245" y="15577"/>
                  </a:cubicBezTo>
                  <a:cubicBezTo>
                    <a:pt x="28234" y="15577"/>
                    <a:pt x="28317" y="15525"/>
                    <a:pt x="28407" y="15473"/>
                  </a:cubicBezTo>
                  <a:lnTo>
                    <a:pt x="28407" y="15473"/>
                  </a:lnTo>
                  <a:lnTo>
                    <a:pt x="28111" y="15616"/>
                  </a:lnTo>
                  <a:lnTo>
                    <a:pt x="27815" y="15760"/>
                  </a:lnTo>
                  <a:lnTo>
                    <a:pt x="27222" y="16031"/>
                  </a:lnTo>
                  <a:cubicBezTo>
                    <a:pt x="27220" y="16034"/>
                    <a:pt x="27222" y="16036"/>
                    <a:pt x="27226" y="16036"/>
                  </a:cubicBezTo>
                  <a:cubicBezTo>
                    <a:pt x="27274" y="16036"/>
                    <a:pt x="27674" y="15859"/>
                    <a:pt x="27714" y="15859"/>
                  </a:cubicBezTo>
                  <a:cubicBezTo>
                    <a:pt x="27727" y="15859"/>
                    <a:pt x="27702" y="15878"/>
                    <a:pt x="27612" y="15929"/>
                  </a:cubicBezTo>
                  <a:cubicBezTo>
                    <a:pt x="27459" y="16039"/>
                    <a:pt x="27299" y="16132"/>
                    <a:pt x="27129" y="16192"/>
                  </a:cubicBezTo>
                  <a:cubicBezTo>
                    <a:pt x="27121" y="16192"/>
                    <a:pt x="27155" y="16175"/>
                    <a:pt x="27197" y="16149"/>
                  </a:cubicBezTo>
                  <a:lnTo>
                    <a:pt x="27197" y="16149"/>
                  </a:lnTo>
                  <a:cubicBezTo>
                    <a:pt x="27011" y="16242"/>
                    <a:pt x="26977" y="16242"/>
                    <a:pt x="26774" y="16327"/>
                  </a:cubicBezTo>
                  <a:cubicBezTo>
                    <a:pt x="26698" y="16327"/>
                    <a:pt x="27011" y="16192"/>
                    <a:pt x="27138" y="16116"/>
                  </a:cubicBezTo>
                  <a:lnTo>
                    <a:pt x="27138" y="16116"/>
                  </a:lnTo>
                  <a:cubicBezTo>
                    <a:pt x="27011" y="16183"/>
                    <a:pt x="26867" y="16259"/>
                    <a:pt x="26723" y="16319"/>
                  </a:cubicBezTo>
                  <a:lnTo>
                    <a:pt x="26757" y="16293"/>
                  </a:lnTo>
                  <a:lnTo>
                    <a:pt x="26757" y="16293"/>
                  </a:lnTo>
                  <a:cubicBezTo>
                    <a:pt x="26613" y="16361"/>
                    <a:pt x="26470" y="16420"/>
                    <a:pt x="26326" y="16479"/>
                  </a:cubicBezTo>
                  <a:cubicBezTo>
                    <a:pt x="26296" y="16495"/>
                    <a:pt x="26285" y="16502"/>
                    <a:pt x="26289" y="16502"/>
                  </a:cubicBezTo>
                  <a:cubicBezTo>
                    <a:pt x="26306" y="16502"/>
                    <a:pt x="26646" y="16352"/>
                    <a:pt x="26687" y="16352"/>
                  </a:cubicBezTo>
                  <a:cubicBezTo>
                    <a:pt x="26688" y="16352"/>
                    <a:pt x="26689" y="16352"/>
                    <a:pt x="26690" y="16352"/>
                  </a:cubicBezTo>
                  <a:lnTo>
                    <a:pt x="26410" y="16479"/>
                  </a:lnTo>
                  <a:cubicBezTo>
                    <a:pt x="26258" y="16547"/>
                    <a:pt x="25962" y="16674"/>
                    <a:pt x="25674" y="16784"/>
                  </a:cubicBezTo>
                  <a:cubicBezTo>
                    <a:pt x="25531" y="16843"/>
                    <a:pt x="25378" y="16902"/>
                    <a:pt x="25251" y="16945"/>
                  </a:cubicBezTo>
                  <a:cubicBezTo>
                    <a:pt x="25125" y="16987"/>
                    <a:pt x="25015" y="17021"/>
                    <a:pt x="24938" y="17038"/>
                  </a:cubicBezTo>
                  <a:cubicBezTo>
                    <a:pt x="24558" y="17156"/>
                    <a:pt x="24735" y="17131"/>
                    <a:pt x="24642" y="17181"/>
                  </a:cubicBezTo>
                  <a:cubicBezTo>
                    <a:pt x="24422" y="17283"/>
                    <a:pt x="24202" y="17325"/>
                    <a:pt x="23983" y="17418"/>
                  </a:cubicBezTo>
                  <a:cubicBezTo>
                    <a:pt x="23999" y="17435"/>
                    <a:pt x="23729" y="17528"/>
                    <a:pt x="23729" y="17554"/>
                  </a:cubicBezTo>
                  <a:lnTo>
                    <a:pt x="23357" y="17664"/>
                  </a:lnTo>
                  <a:cubicBezTo>
                    <a:pt x="23323" y="17682"/>
                    <a:pt x="23316" y="17689"/>
                    <a:pt x="23328" y="17689"/>
                  </a:cubicBezTo>
                  <a:cubicBezTo>
                    <a:pt x="23382" y="17689"/>
                    <a:pt x="23823" y="17532"/>
                    <a:pt x="23906" y="17511"/>
                  </a:cubicBezTo>
                  <a:cubicBezTo>
                    <a:pt x="23928" y="17508"/>
                    <a:pt x="23942" y="17506"/>
                    <a:pt x="23950" y="17506"/>
                  </a:cubicBezTo>
                  <a:cubicBezTo>
                    <a:pt x="24011" y="17506"/>
                    <a:pt x="23720" y="17599"/>
                    <a:pt x="23751" y="17599"/>
                  </a:cubicBezTo>
                  <a:cubicBezTo>
                    <a:pt x="23754" y="17599"/>
                    <a:pt x="23761" y="17598"/>
                    <a:pt x="23771" y="17596"/>
                  </a:cubicBezTo>
                  <a:cubicBezTo>
                    <a:pt x="24050" y="17494"/>
                    <a:pt x="24067" y="17469"/>
                    <a:pt x="24202" y="17410"/>
                  </a:cubicBezTo>
                  <a:cubicBezTo>
                    <a:pt x="24338" y="17360"/>
                    <a:pt x="24419" y="17340"/>
                    <a:pt x="24441" y="17340"/>
                  </a:cubicBezTo>
                  <a:cubicBezTo>
                    <a:pt x="24446" y="17340"/>
                    <a:pt x="24448" y="17341"/>
                    <a:pt x="24448" y="17342"/>
                  </a:cubicBezTo>
                  <a:cubicBezTo>
                    <a:pt x="23991" y="17494"/>
                    <a:pt x="24219" y="17461"/>
                    <a:pt x="23847" y="17587"/>
                  </a:cubicBezTo>
                  <a:lnTo>
                    <a:pt x="23830" y="17587"/>
                  </a:lnTo>
                  <a:cubicBezTo>
                    <a:pt x="23830" y="17621"/>
                    <a:pt x="23297" y="17765"/>
                    <a:pt x="23103" y="17841"/>
                  </a:cubicBezTo>
                  <a:cubicBezTo>
                    <a:pt x="23037" y="17856"/>
                    <a:pt x="23000" y="17862"/>
                    <a:pt x="22984" y="17862"/>
                  </a:cubicBezTo>
                  <a:cubicBezTo>
                    <a:pt x="22901" y="17862"/>
                    <a:pt x="23413" y="17689"/>
                    <a:pt x="23399" y="17689"/>
                  </a:cubicBezTo>
                  <a:lnTo>
                    <a:pt x="23399" y="17689"/>
                  </a:lnTo>
                  <a:lnTo>
                    <a:pt x="22908" y="17858"/>
                  </a:lnTo>
                  <a:cubicBezTo>
                    <a:pt x="23120" y="17774"/>
                    <a:pt x="22891" y="17824"/>
                    <a:pt x="23179" y="17714"/>
                  </a:cubicBezTo>
                  <a:lnTo>
                    <a:pt x="23179" y="17714"/>
                  </a:lnTo>
                  <a:cubicBezTo>
                    <a:pt x="22883" y="17816"/>
                    <a:pt x="22841" y="17807"/>
                    <a:pt x="22553" y="17909"/>
                  </a:cubicBezTo>
                  <a:cubicBezTo>
                    <a:pt x="22625" y="17876"/>
                    <a:pt x="22642" y="17863"/>
                    <a:pt x="22625" y="17863"/>
                  </a:cubicBezTo>
                  <a:cubicBezTo>
                    <a:pt x="22572" y="17863"/>
                    <a:pt x="22184" y="17987"/>
                    <a:pt x="22107" y="17987"/>
                  </a:cubicBezTo>
                  <a:cubicBezTo>
                    <a:pt x="22102" y="17987"/>
                    <a:pt x="22098" y="17986"/>
                    <a:pt x="22096" y="17985"/>
                  </a:cubicBezTo>
                  <a:cubicBezTo>
                    <a:pt x="22274" y="17934"/>
                    <a:pt x="22519" y="17867"/>
                    <a:pt x="22714" y="17816"/>
                  </a:cubicBezTo>
                  <a:cubicBezTo>
                    <a:pt x="22807" y="17782"/>
                    <a:pt x="22900" y="17765"/>
                    <a:pt x="23001" y="17748"/>
                  </a:cubicBezTo>
                  <a:cubicBezTo>
                    <a:pt x="22984" y="17748"/>
                    <a:pt x="23407" y="17621"/>
                    <a:pt x="23568" y="17579"/>
                  </a:cubicBezTo>
                  <a:cubicBezTo>
                    <a:pt x="23644" y="17545"/>
                    <a:pt x="23720" y="17511"/>
                    <a:pt x="23788" y="17477"/>
                  </a:cubicBezTo>
                  <a:lnTo>
                    <a:pt x="23788" y="17477"/>
                  </a:lnTo>
                  <a:cubicBezTo>
                    <a:pt x="23584" y="17545"/>
                    <a:pt x="23310" y="17640"/>
                    <a:pt x="23257" y="17640"/>
                  </a:cubicBezTo>
                  <a:cubicBezTo>
                    <a:pt x="23245" y="17640"/>
                    <a:pt x="23245" y="17635"/>
                    <a:pt x="23263" y="17621"/>
                  </a:cubicBezTo>
                  <a:lnTo>
                    <a:pt x="23263" y="17621"/>
                  </a:lnTo>
                  <a:lnTo>
                    <a:pt x="22908" y="17757"/>
                  </a:lnTo>
                  <a:cubicBezTo>
                    <a:pt x="23120" y="17647"/>
                    <a:pt x="23348" y="17554"/>
                    <a:pt x="23576" y="17469"/>
                  </a:cubicBezTo>
                  <a:lnTo>
                    <a:pt x="23576" y="17469"/>
                  </a:lnTo>
                  <a:cubicBezTo>
                    <a:pt x="23255" y="17554"/>
                    <a:pt x="22942" y="17647"/>
                    <a:pt x="22629" y="17765"/>
                  </a:cubicBezTo>
                  <a:cubicBezTo>
                    <a:pt x="22485" y="17816"/>
                    <a:pt x="22341" y="17875"/>
                    <a:pt x="22198" y="17909"/>
                  </a:cubicBezTo>
                  <a:cubicBezTo>
                    <a:pt x="22054" y="17951"/>
                    <a:pt x="21910" y="17985"/>
                    <a:pt x="21758" y="18019"/>
                  </a:cubicBezTo>
                  <a:lnTo>
                    <a:pt x="21851" y="17994"/>
                  </a:lnTo>
                  <a:lnTo>
                    <a:pt x="21851" y="17994"/>
                  </a:lnTo>
                  <a:cubicBezTo>
                    <a:pt x="21276" y="18146"/>
                    <a:pt x="20920" y="18239"/>
                    <a:pt x="20675" y="18281"/>
                  </a:cubicBezTo>
                  <a:cubicBezTo>
                    <a:pt x="20497" y="18307"/>
                    <a:pt x="20328" y="18315"/>
                    <a:pt x="20159" y="18315"/>
                  </a:cubicBezTo>
                  <a:lnTo>
                    <a:pt x="20633" y="18205"/>
                  </a:lnTo>
                  <a:lnTo>
                    <a:pt x="20675" y="18222"/>
                  </a:lnTo>
                  <a:cubicBezTo>
                    <a:pt x="21073" y="18120"/>
                    <a:pt x="21411" y="18019"/>
                    <a:pt x="21749" y="17909"/>
                  </a:cubicBezTo>
                  <a:lnTo>
                    <a:pt x="22265" y="17748"/>
                  </a:lnTo>
                  <a:cubicBezTo>
                    <a:pt x="22443" y="17689"/>
                    <a:pt x="22629" y="17630"/>
                    <a:pt x="22832" y="17571"/>
                  </a:cubicBezTo>
                  <a:lnTo>
                    <a:pt x="22832" y="17571"/>
                  </a:lnTo>
                  <a:cubicBezTo>
                    <a:pt x="22722" y="17630"/>
                    <a:pt x="22418" y="17706"/>
                    <a:pt x="22460" y="17706"/>
                  </a:cubicBezTo>
                  <a:cubicBezTo>
                    <a:pt x="22950" y="17562"/>
                    <a:pt x="22857" y="17520"/>
                    <a:pt x="23348" y="17401"/>
                  </a:cubicBezTo>
                  <a:lnTo>
                    <a:pt x="23348" y="17401"/>
                  </a:lnTo>
                  <a:cubicBezTo>
                    <a:pt x="23166" y="17460"/>
                    <a:pt x="23113" y="17479"/>
                    <a:pt x="23121" y="17479"/>
                  </a:cubicBezTo>
                  <a:cubicBezTo>
                    <a:pt x="23135" y="17479"/>
                    <a:pt x="23336" y="17421"/>
                    <a:pt x="23359" y="17421"/>
                  </a:cubicBezTo>
                  <a:cubicBezTo>
                    <a:pt x="23371" y="17421"/>
                    <a:pt x="23329" y="17439"/>
                    <a:pt x="23170" y="17494"/>
                  </a:cubicBezTo>
                  <a:lnTo>
                    <a:pt x="24439" y="17063"/>
                  </a:lnTo>
                  <a:cubicBezTo>
                    <a:pt x="24845" y="16928"/>
                    <a:pt x="25218" y="16809"/>
                    <a:pt x="25488" y="16691"/>
                  </a:cubicBezTo>
                  <a:lnTo>
                    <a:pt x="25488" y="16691"/>
                  </a:lnTo>
                  <a:cubicBezTo>
                    <a:pt x="25471" y="16696"/>
                    <a:pt x="25461" y="16698"/>
                    <a:pt x="25457" y="16698"/>
                  </a:cubicBezTo>
                  <a:cubicBezTo>
                    <a:pt x="25426" y="16698"/>
                    <a:pt x="25702" y="16579"/>
                    <a:pt x="25717" y="16564"/>
                  </a:cubicBezTo>
                  <a:cubicBezTo>
                    <a:pt x="25767" y="16546"/>
                    <a:pt x="25794" y="16539"/>
                    <a:pt x="25804" y="16539"/>
                  </a:cubicBezTo>
                  <a:cubicBezTo>
                    <a:pt x="25822" y="16539"/>
                    <a:pt x="25777" y="16565"/>
                    <a:pt x="25700" y="16598"/>
                  </a:cubicBezTo>
                  <a:cubicBezTo>
                    <a:pt x="25882" y="16533"/>
                    <a:pt x="25973" y="16510"/>
                    <a:pt x="26004" y="16510"/>
                  </a:cubicBezTo>
                  <a:cubicBezTo>
                    <a:pt x="26022" y="16510"/>
                    <a:pt x="26020" y="16518"/>
                    <a:pt x="26004" y="16530"/>
                  </a:cubicBezTo>
                  <a:lnTo>
                    <a:pt x="25429" y="16767"/>
                  </a:lnTo>
                  <a:cubicBezTo>
                    <a:pt x="25624" y="16699"/>
                    <a:pt x="25725" y="16674"/>
                    <a:pt x="25886" y="16615"/>
                  </a:cubicBezTo>
                  <a:cubicBezTo>
                    <a:pt x="25954" y="16589"/>
                    <a:pt x="26030" y="16555"/>
                    <a:pt x="26123" y="16513"/>
                  </a:cubicBezTo>
                  <a:cubicBezTo>
                    <a:pt x="26216" y="16462"/>
                    <a:pt x="26190" y="16462"/>
                    <a:pt x="26190" y="16454"/>
                  </a:cubicBezTo>
                  <a:cubicBezTo>
                    <a:pt x="26368" y="16361"/>
                    <a:pt x="26596" y="16259"/>
                    <a:pt x="26876" y="16099"/>
                  </a:cubicBezTo>
                  <a:lnTo>
                    <a:pt x="26876" y="16099"/>
                  </a:lnTo>
                  <a:lnTo>
                    <a:pt x="26859" y="16116"/>
                  </a:lnTo>
                  <a:lnTo>
                    <a:pt x="27468" y="15828"/>
                  </a:lnTo>
                  <a:lnTo>
                    <a:pt x="27468" y="15828"/>
                  </a:lnTo>
                  <a:lnTo>
                    <a:pt x="27400" y="15879"/>
                  </a:lnTo>
                  <a:lnTo>
                    <a:pt x="27755" y="15693"/>
                  </a:lnTo>
                  <a:cubicBezTo>
                    <a:pt x="27755" y="15700"/>
                    <a:pt x="27761" y="15702"/>
                    <a:pt x="27769" y="15702"/>
                  </a:cubicBezTo>
                  <a:cubicBezTo>
                    <a:pt x="27793" y="15702"/>
                    <a:pt x="27842" y="15678"/>
                    <a:pt x="27855" y="15678"/>
                  </a:cubicBezTo>
                  <a:cubicBezTo>
                    <a:pt x="27859" y="15678"/>
                    <a:pt x="27860" y="15680"/>
                    <a:pt x="27857" y="15684"/>
                  </a:cubicBezTo>
                  <a:cubicBezTo>
                    <a:pt x="27942" y="15659"/>
                    <a:pt x="28018" y="15633"/>
                    <a:pt x="28094" y="15600"/>
                  </a:cubicBezTo>
                  <a:cubicBezTo>
                    <a:pt x="28187" y="15549"/>
                    <a:pt x="28288" y="15498"/>
                    <a:pt x="28398" y="15439"/>
                  </a:cubicBezTo>
                  <a:cubicBezTo>
                    <a:pt x="28627" y="15312"/>
                    <a:pt x="28881" y="15168"/>
                    <a:pt x="29126" y="15067"/>
                  </a:cubicBezTo>
                  <a:lnTo>
                    <a:pt x="29126" y="15067"/>
                  </a:lnTo>
                  <a:lnTo>
                    <a:pt x="29058" y="15109"/>
                  </a:lnTo>
                  <a:cubicBezTo>
                    <a:pt x="29117" y="15075"/>
                    <a:pt x="29210" y="15024"/>
                    <a:pt x="29312" y="14974"/>
                  </a:cubicBezTo>
                  <a:cubicBezTo>
                    <a:pt x="29413" y="14923"/>
                    <a:pt x="29532" y="14864"/>
                    <a:pt x="29650" y="14796"/>
                  </a:cubicBezTo>
                  <a:lnTo>
                    <a:pt x="30361" y="14424"/>
                  </a:lnTo>
                  <a:close/>
                  <a:moveTo>
                    <a:pt x="22815" y="17300"/>
                  </a:moveTo>
                  <a:lnTo>
                    <a:pt x="22485" y="17401"/>
                  </a:lnTo>
                  <a:lnTo>
                    <a:pt x="22485" y="17384"/>
                  </a:lnTo>
                  <a:lnTo>
                    <a:pt x="22113" y="17511"/>
                  </a:lnTo>
                  <a:cubicBezTo>
                    <a:pt x="21986" y="17554"/>
                    <a:pt x="21851" y="17587"/>
                    <a:pt x="21749" y="17613"/>
                  </a:cubicBezTo>
                  <a:cubicBezTo>
                    <a:pt x="21462" y="17723"/>
                    <a:pt x="21174" y="17807"/>
                    <a:pt x="20878" y="17884"/>
                  </a:cubicBezTo>
                  <a:lnTo>
                    <a:pt x="20895" y="17867"/>
                  </a:lnTo>
                  <a:lnTo>
                    <a:pt x="20895" y="17867"/>
                  </a:lnTo>
                  <a:cubicBezTo>
                    <a:pt x="20802" y="17909"/>
                    <a:pt x="20700" y="17943"/>
                    <a:pt x="20599" y="17968"/>
                  </a:cubicBezTo>
                  <a:cubicBezTo>
                    <a:pt x="20489" y="17994"/>
                    <a:pt x="20370" y="18010"/>
                    <a:pt x="20252" y="18036"/>
                  </a:cubicBezTo>
                  <a:cubicBezTo>
                    <a:pt x="20015" y="18078"/>
                    <a:pt x="19795" y="18112"/>
                    <a:pt x="19668" y="18146"/>
                  </a:cubicBezTo>
                  <a:cubicBezTo>
                    <a:pt x="19642" y="18161"/>
                    <a:pt x="19644" y="18168"/>
                    <a:pt x="19667" y="18168"/>
                  </a:cubicBezTo>
                  <a:cubicBezTo>
                    <a:pt x="19767" y="18168"/>
                    <a:pt x="20268" y="18040"/>
                    <a:pt x="20413" y="18019"/>
                  </a:cubicBezTo>
                  <a:lnTo>
                    <a:pt x="20413" y="18019"/>
                  </a:lnTo>
                  <a:cubicBezTo>
                    <a:pt x="20237" y="18075"/>
                    <a:pt x="20045" y="18108"/>
                    <a:pt x="20095" y="18108"/>
                  </a:cubicBezTo>
                  <a:cubicBezTo>
                    <a:pt x="20105" y="18108"/>
                    <a:pt x="20126" y="18106"/>
                    <a:pt x="20159" y="18103"/>
                  </a:cubicBezTo>
                  <a:lnTo>
                    <a:pt x="20159" y="18103"/>
                  </a:lnTo>
                  <a:cubicBezTo>
                    <a:pt x="19651" y="18239"/>
                    <a:pt x="19846" y="18129"/>
                    <a:pt x="19431" y="18256"/>
                  </a:cubicBezTo>
                  <a:lnTo>
                    <a:pt x="19677" y="18213"/>
                  </a:lnTo>
                  <a:lnTo>
                    <a:pt x="19677" y="18213"/>
                  </a:lnTo>
                  <a:cubicBezTo>
                    <a:pt x="19491" y="18273"/>
                    <a:pt x="19178" y="18340"/>
                    <a:pt x="18991" y="18391"/>
                  </a:cubicBezTo>
                  <a:cubicBezTo>
                    <a:pt x="18986" y="18397"/>
                    <a:pt x="18991" y="18400"/>
                    <a:pt x="19006" y="18400"/>
                  </a:cubicBezTo>
                  <a:cubicBezTo>
                    <a:pt x="19036" y="18400"/>
                    <a:pt x="19101" y="18388"/>
                    <a:pt x="19186" y="18366"/>
                  </a:cubicBezTo>
                  <a:cubicBezTo>
                    <a:pt x="19313" y="18340"/>
                    <a:pt x="19491" y="18290"/>
                    <a:pt x="19668" y="18256"/>
                  </a:cubicBezTo>
                  <a:lnTo>
                    <a:pt x="19668" y="18256"/>
                  </a:lnTo>
                  <a:lnTo>
                    <a:pt x="19516" y="18323"/>
                  </a:lnTo>
                  <a:lnTo>
                    <a:pt x="20227" y="18129"/>
                  </a:lnTo>
                  <a:cubicBezTo>
                    <a:pt x="20430" y="18044"/>
                    <a:pt x="20235" y="18087"/>
                    <a:pt x="20666" y="17960"/>
                  </a:cubicBezTo>
                  <a:cubicBezTo>
                    <a:pt x="20765" y="17942"/>
                    <a:pt x="20848" y="17933"/>
                    <a:pt x="20904" y="17933"/>
                  </a:cubicBezTo>
                  <a:cubicBezTo>
                    <a:pt x="20948" y="17933"/>
                    <a:pt x="20977" y="17939"/>
                    <a:pt x="20985" y="17949"/>
                  </a:cubicBezTo>
                  <a:lnTo>
                    <a:pt x="20985" y="17949"/>
                  </a:lnTo>
                  <a:cubicBezTo>
                    <a:pt x="21313" y="17823"/>
                    <a:pt x="21658" y="17722"/>
                    <a:pt x="22012" y="17638"/>
                  </a:cubicBezTo>
                  <a:lnTo>
                    <a:pt x="22012" y="17638"/>
                  </a:lnTo>
                  <a:lnTo>
                    <a:pt x="21817" y="17697"/>
                  </a:lnTo>
                  <a:cubicBezTo>
                    <a:pt x="22037" y="17655"/>
                    <a:pt x="22257" y="17579"/>
                    <a:pt x="22468" y="17486"/>
                  </a:cubicBezTo>
                  <a:lnTo>
                    <a:pt x="22468" y="17486"/>
                  </a:lnTo>
                  <a:cubicBezTo>
                    <a:pt x="22461" y="17493"/>
                    <a:pt x="22463" y="17496"/>
                    <a:pt x="22472" y="17496"/>
                  </a:cubicBezTo>
                  <a:cubicBezTo>
                    <a:pt x="22483" y="17496"/>
                    <a:pt x="22507" y="17491"/>
                    <a:pt x="22536" y="17486"/>
                  </a:cubicBezTo>
                  <a:cubicBezTo>
                    <a:pt x="22816" y="17393"/>
                    <a:pt x="22974" y="17318"/>
                    <a:pt x="22912" y="17318"/>
                  </a:cubicBezTo>
                  <a:cubicBezTo>
                    <a:pt x="22901" y="17318"/>
                    <a:pt x="22883" y="17320"/>
                    <a:pt x="22857" y="17325"/>
                  </a:cubicBezTo>
                  <a:lnTo>
                    <a:pt x="22747" y="17368"/>
                  </a:lnTo>
                  <a:lnTo>
                    <a:pt x="22519" y="17410"/>
                  </a:lnTo>
                  <a:cubicBezTo>
                    <a:pt x="22375" y="17494"/>
                    <a:pt x="22231" y="17545"/>
                    <a:pt x="22071" y="17579"/>
                  </a:cubicBezTo>
                  <a:cubicBezTo>
                    <a:pt x="21851" y="17647"/>
                    <a:pt x="21589" y="17714"/>
                    <a:pt x="21402" y="17774"/>
                  </a:cubicBezTo>
                  <a:cubicBezTo>
                    <a:pt x="21656" y="17664"/>
                    <a:pt x="21918" y="17579"/>
                    <a:pt x="22189" y="17520"/>
                  </a:cubicBezTo>
                  <a:lnTo>
                    <a:pt x="22155" y="17511"/>
                  </a:lnTo>
                  <a:cubicBezTo>
                    <a:pt x="22426" y="17418"/>
                    <a:pt x="22663" y="17368"/>
                    <a:pt x="22815" y="17300"/>
                  </a:cubicBezTo>
                  <a:close/>
                  <a:moveTo>
                    <a:pt x="18584" y="18724"/>
                  </a:moveTo>
                  <a:lnTo>
                    <a:pt x="18526" y="18729"/>
                  </a:lnTo>
                  <a:cubicBezTo>
                    <a:pt x="18550" y="18728"/>
                    <a:pt x="18569" y="18726"/>
                    <a:pt x="18584" y="18724"/>
                  </a:cubicBezTo>
                  <a:close/>
                  <a:moveTo>
                    <a:pt x="17646" y="18966"/>
                  </a:moveTo>
                  <a:cubicBezTo>
                    <a:pt x="17637" y="18970"/>
                    <a:pt x="17636" y="18971"/>
                    <a:pt x="17643" y="18972"/>
                  </a:cubicBezTo>
                  <a:lnTo>
                    <a:pt x="17643" y="18972"/>
                  </a:lnTo>
                  <a:cubicBezTo>
                    <a:pt x="17645" y="18970"/>
                    <a:pt x="17646" y="18968"/>
                    <a:pt x="17646" y="18966"/>
                  </a:cubicBezTo>
                  <a:close/>
                  <a:moveTo>
                    <a:pt x="10354" y="19085"/>
                  </a:moveTo>
                  <a:cubicBezTo>
                    <a:pt x="10397" y="19085"/>
                    <a:pt x="10447" y="19085"/>
                    <a:pt x="10490" y="19093"/>
                  </a:cubicBezTo>
                  <a:lnTo>
                    <a:pt x="10304" y="19093"/>
                  </a:lnTo>
                  <a:cubicBezTo>
                    <a:pt x="10321" y="19093"/>
                    <a:pt x="10338" y="19085"/>
                    <a:pt x="10354" y="19085"/>
                  </a:cubicBezTo>
                  <a:close/>
                  <a:moveTo>
                    <a:pt x="7986" y="19229"/>
                  </a:moveTo>
                  <a:lnTo>
                    <a:pt x="8223" y="19254"/>
                  </a:lnTo>
                  <a:lnTo>
                    <a:pt x="8180" y="19254"/>
                  </a:lnTo>
                  <a:cubicBezTo>
                    <a:pt x="8070" y="19246"/>
                    <a:pt x="8011" y="19237"/>
                    <a:pt x="7986" y="19229"/>
                  </a:cubicBezTo>
                  <a:close/>
                  <a:moveTo>
                    <a:pt x="15041" y="19287"/>
                  </a:moveTo>
                  <a:lnTo>
                    <a:pt x="15041" y="19287"/>
                  </a:lnTo>
                  <a:cubicBezTo>
                    <a:pt x="15041" y="19288"/>
                    <a:pt x="15041" y="19288"/>
                    <a:pt x="15041" y="19288"/>
                  </a:cubicBezTo>
                  <a:cubicBezTo>
                    <a:pt x="15041" y="19288"/>
                    <a:pt x="15041" y="19288"/>
                    <a:pt x="15041" y="19287"/>
                  </a:cubicBezTo>
                  <a:close/>
                  <a:moveTo>
                    <a:pt x="16767" y="19305"/>
                  </a:moveTo>
                  <a:cubicBezTo>
                    <a:pt x="16721" y="19312"/>
                    <a:pt x="16676" y="19319"/>
                    <a:pt x="16630" y="19326"/>
                  </a:cubicBezTo>
                  <a:lnTo>
                    <a:pt x="16630" y="19326"/>
                  </a:lnTo>
                  <a:cubicBezTo>
                    <a:pt x="16681" y="19319"/>
                    <a:pt x="16727" y="19312"/>
                    <a:pt x="16767" y="19305"/>
                  </a:cubicBezTo>
                  <a:close/>
                  <a:moveTo>
                    <a:pt x="8705" y="19296"/>
                  </a:moveTo>
                  <a:lnTo>
                    <a:pt x="8925" y="19313"/>
                  </a:lnTo>
                  <a:lnTo>
                    <a:pt x="8849" y="19330"/>
                  </a:lnTo>
                  <a:cubicBezTo>
                    <a:pt x="8798" y="19330"/>
                    <a:pt x="8747" y="19313"/>
                    <a:pt x="8705" y="19296"/>
                  </a:cubicBezTo>
                  <a:close/>
                  <a:moveTo>
                    <a:pt x="14576" y="19296"/>
                  </a:moveTo>
                  <a:lnTo>
                    <a:pt x="14576" y="19296"/>
                  </a:lnTo>
                  <a:cubicBezTo>
                    <a:pt x="14525" y="19313"/>
                    <a:pt x="14601" y="19322"/>
                    <a:pt x="14271" y="19339"/>
                  </a:cubicBezTo>
                  <a:cubicBezTo>
                    <a:pt x="14297" y="19330"/>
                    <a:pt x="14271" y="19322"/>
                    <a:pt x="14229" y="19322"/>
                  </a:cubicBezTo>
                  <a:cubicBezTo>
                    <a:pt x="14347" y="19313"/>
                    <a:pt x="14457" y="19305"/>
                    <a:pt x="14576" y="19296"/>
                  </a:cubicBezTo>
                  <a:close/>
                  <a:moveTo>
                    <a:pt x="19054" y="18667"/>
                  </a:moveTo>
                  <a:cubicBezTo>
                    <a:pt x="19132" y="18667"/>
                    <a:pt x="18491" y="18795"/>
                    <a:pt x="18272" y="18873"/>
                  </a:cubicBezTo>
                  <a:cubicBezTo>
                    <a:pt x="18088" y="18923"/>
                    <a:pt x="17721" y="18972"/>
                    <a:pt x="17650" y="18972"/>
                  </a:cubicBezTo>
                  <a:cubicBezTo>
                    <a:pt x="17647" y="18972"/>
                    <a:pt x="17644" y="18972"/>
                    <a:pt x="17643" y="18972"/>
                  </a:cubicBezTo>
                  <a:lnTo>
                    <a:pt x="17643" y="18972"/>
                  </a:lnTo>
                  <a:cubicBezTo>
                    <a:pt x="17586" y="19016"/>
                    <a:pt x="16924" y="19096"/>
                    <a:pt x="16665" y="19152"/>
                  </a:cubicBezTo>
                  <a:cubicBezTo>
                    <a:pt x="16022" y="19237"/>
                    <a:pt x="16234" y="19161"/>
                    <a:pt x="15658" y="19237"/>
                  </a:cubicBezTo>
                  <a:lnTo>
                    <a:pt x="15870" y="19237"/>
                  </a:lnTo>
                  <a:cubicBezTo>
                    <a:pt x="15354" y="19296"/>
                    <a:pt x="15134" y="19322"/>
                    <a:pt x="14567" y="19372"/>
                  </a:cubicBezTo>
                  <a:cubicBezTo>
                    <a:pt x="14491" y="19347"/>
                    <a:pt x="14829" y="19355"/>
                    <a:pt x="14956" y="19322"/>
                  </a:cubicBezTo>
                  <a:lnTo>
                    <a:pt x="14686" y="19322"/>
                  </a:lnTo>
                  <a:cubicBezTo>
                    <a:pt x="14781" y="19315"/>
                    <a:pt x="14958" y="19281"/>
                    <a:pt x="15019" y="19281"/>
                  </a:cubicBezTo>
                  <a:cubicBezTo>
                    <a:pt x="15034" y="19281"/>
                    <a:pt x="15042" y="19283"/>
                    <a:pt x="15041" y="19287"/>
                  </a:cubicBezTo>
                  <a:lnTo>
                    <a:pt x="15041" y="19287"/>
                  </a:lnTo>
                  <a:cubicBezTo>
                    <a:pt x="15044" y="19281"/>
                    <a:pt x="15129" y="19261"/>
                    <a:pt x="15075" y="19261"/>
                  </a:cubicBezTo>
                  <a:cubicBezTo>
                    <a:pt x="15049" y="19261"/>
                    <a:pt x="14989" y="19266"/>
                    <a:pt x="14872" y="19279"/>
                  </a:cubicBezTo>
                  <a:lnTo>
                    <a:pt x="15142" y="19237"/>
                  </a:lnTo>
                  <a:cubicBezTo>
                    <a:pt x="15137" y="19234"/>
                    <a:pt x="15130" y="19232"/>
                    <a:pt x="15124" y="19231"/>
                  </a:cubicBezTo>
                  <a:lnTo>
                    <a:pt x="15124" y="19231"/>
                  </a:lnTo>
                  <a:lnTo>
                    <a:pt x="15329" y="19203"/>
                  </a:lnTo>
                  <a:cubicBezTo>
                    <a:pt x="15410" y="19203"/>
                    <a:pt x="15545" y="19192"/>
                    <a:pt x="15678" y="19192"/>
                  </a:cubicBezTo>
                  <a:cubicBezTo>
                    <a:pt x="15712" y="19192"/>
                    <a:pt x="15745" y="19193"/>
                    <a:pt x="15777" y="19195"/>
                  </a:cubicBezTo>
                  <a:cubicBezTo>
                    <a:pt x="15692" y="19212"/>
                    <a:pt x="15608" y="19220"/>
                    <a:pt x="15523" y="19229"/>
                  </a:cubicBezTo>
                  <a:cubicBezTo>
                    <a:pt x="15726" y="19220"/>
                    <a:pt x="15921" y="19203"/>
                    <a:pt x="16124" y="19169"/>
                  </a:cubicBezTo>
                  <a:lnTo>
                    <a:pt x="16124" y="19169"/>
                  </a:lnTo>
                  <a:cubicBezTo>
                    <a:pt x="16006" y="19180"/>
                    <a:pt x="15944" y="19184"/>
                    <a:pt x="15912" y="19184"/>
                  </a:cubicBezTo>
                  <a:cubicBezTo>
                    <a:pt x="15841" y="19184"/>
                    <a:pt x="15920" y="19164"/>
                    <a:pt x="15862" y="19152"/>
                  </a:cubicBezTo>
                  <a:cubicBezTo>
                    <a:pt x="16090" y="19136"/>
                    <a:pt x="16471" y="19076"/>
                    <a:pt x="16614" y="19051"/>
                  </a:cubicBezTo>
                  <a:cubicBezTo>
                    <a:pt x="16787" y="19029"/>
                    <a:pt x="16941" y="19016"/>
                    <a:pt x="17018" y="19016"/>
                  </a:cubicBezTo>
                  <a:cubicBezTo>
                    <a:pt x="17089" y="19016"/>
                    <a:pt x="17096" y="19027"/>
                    <a:pt x="16995" y="19051"/>
                  </a:cubicBezTo>
                  <a:cubicBezTo>
                    <a:pt x="17207" y="19009"/>
                    <a:pt x="17426" y="18992"/>
                    <a:pt x="17638" y="18933"/>
                  </a:cubicBezTo>
                  <a:lnTo>
                    <a:pt x="17638" y="18933"/>
                  </a:lnTo>
                  <a:cubicBezTo>
                    <a:pt x="17530" y="18955"/>
                    <a:pt x="17478" y="18962"/>
                    <a:pt x="17451" y="18962"/>
                  </a:cubicBezTo>
                  <a:cubicBezTo>
                    <a:pt x="17406" y="18962"/>
                    <a:pt x="17425" y="18944"/>
                    <a:pt x="17372" y="18944"/>
                  </a:cubicBezTo>
                  <a:cubicBezTo>
                    <a:pt x="17334" y="18944"/>
                    <a:pt x="17261" y="18953"/>
                    <a:pt x="17105" y="18983"/>
                  </a:cubicBezTo>
                  <a:cubicBezTo>
                    <a:pt x="17029" y="18983"/>
                    <a:pt x="17139" y="18958"/>
                    <a:pt x="17300" y="18933"/>
                  </a:cubicBezTo>
                  <a:lnTo>
                    <a:pt x="17816" y="18873"/>
                  </a:lnTo>
                  <a:lnTo>
                    <a:pt x="17816" y="18873"/>
                  </a:lnTo>
                  <a:cubicBezTo>
                    <a:pt x="17680" y="18899"/>
                    <a:pt x="17799" y="18890"/>
                    <a:pt x="17765" y="18907"/>
                  </a:cubicBezTo>
                  <a:cubicBezTo>
                    <a:pt x="17984" y="18860"/>
                    <a:pt x="18023" y="18842"/>
                    <a:pt x="17966" y="18842"/>
                  </a:cubicBezTo>
                  <a:cubicBezTo>
                    <a:pt x="17920" y="18842"/>
                    <a:pt x="17809" y="18854"/>
                    <a:pt x="17680" y="18873"/>
                  </a:cubicBezTo>
                  <a:lnTo>
                    <a:pt x="18146" y="18772"/>
                  </a:lnTo>
                  <a:lnTo>
                    <a:pt x="18095" y="18772"/>
                  </a:lnTo>
                  <a:lnTo>
                    <a:pt x="18569" y="18679"/>
                  </a:lnTo>
                  <a:lnTo>
                    <a:pt x="18569" y="18679"/>
                  </a:lnTo>
                  <a:cubicBezTo>
                    <a:pt x="18623" y="18699"/>
                    <a:pt x="18645" y="18714"/>
                    <a:pt x="18584" y="18724"/>
                  </a:cubicBezTo>
                  <a:lnTo>
                    <a:pt x="18584" y="18724"/>
                  </a:lnTo>
                  <a:lnTo>
                    <a:pt x="18780" y="18704"/>
                  </a:lnTo>
                  <a:lnTo>
                    <a:pt x="18391" y="18780"/>
                  </a:lnTo>
                  <a:cubicBezTo>
                    <a:pt x="18602" y="18755"/>
                    <a:pt x="18814" y="18721"/>
                    <a:pt x="19017" y="18670"/>
                  </a:cubicBezTo>
                  <a:cubicBezTo>
                    <a:pt x="19035" y="18668"/>
                    <a:pt x="19047" y="18667"/>
                    <a:pt x="19054" y="18667"/>
                  </a:cubicBezTo>
                  <a:close/>
                  <a:moveTo>
                    <a:pt x="14146" y="19215"/>
                  </a:moveTo>
                  <a:cubicBezTo>
                    <a:pt x="14170" y="19215"/>
                    <a:pt x="14192" y="19217"/>
                    <a:pt x="14212" y="19220"/>
                  </a:cubicBezTo>
                  <a:cubicBezTo>
                    <a:pt x="14170" y="19229"/>
                    <a:pt x="14119" y="19237"/>
                    <a:pt x="14077" y="19246"/>
                  </a:cubicBezTo>
                  <a:lnTo>
                    <a:pt x="13730" y="19296"/>
                  </a:lnTo>
                  <a:lnTo>
                    <a:pt x="13019" y="19406"/>
                  </a:lnTo>
                  <a:cubicBezTo>
                    <a:pt x="12664" y="19423"/>
                    <a:pt x="12292" y="19423"/>
                    <a:pt x="12072" y="19423"/>
                  </a:cubicBezTo>
                  <a:lnTo>
                    <a:pt x="12173" y="19415"/>
                  </a:lnTo>
                  <a:cubicBezTo>
                    <a:pt x="12596" y="19406"/>
                    <a:pt x="12867" y="19406"/>
                    <a:pt x="13019" y="19389"/>
                  </a:cubicBezTo>
                  <a:cubicBezTo>
                    <a:pt x="13171" y="19372"/>
                    <a:pt x="13214" y="19364"/>
                    <a:pt x="13163" y="19355"/>
                  </a:cubicBezTo>
                  <a:cubicBezTo>
                    <a:pt x="13121" y="19347"/>
                    <a:pt x="12985" y="19347"/>
                    <a:pt x="12808" y="19339"/>
                  </a:cubicBezTo>
                  <a:lnTo>
                    <a:pt x="12139" y="19305"/>
                  </a:lnTo>
                  <a:cubicBezTo>
                    <a:pt x="12419" y="19296"/>
                    <a:pt x="12706" y="19296"/>
                    <a:pt x="12985" y="19296"/>
                  </a:cubicBezTo>
                  <a:lnTo>
                    <a:pt x="13857" y="19254"/>
                  </a:lnTo>
                  <a:lnTo>
                    <a:pt x="13780" y="19237"/>
                  </a:lnTo>
                  <a:cubicBezTo>
                    <a:pt x="13929" y="19237"/>
                    <a:pt x="14051" y="19215"/>
                    <a:pt x="14146" y="19215"/>
                  </a:cubicBezTo>
                  <a:close/>
                  <a:moveTo>
                    <a:pt x="11048" y="19415"/>
                  </a:moveTo>
                  <a:cubicBezTo>
                    <a:pt x="11183" y="19423"/>
                    <a:pt x="11319" y="19423"/>
                    <a:pt x="11429" y="19423"/>
                  </a:cubicBezTo>
                  <a:cubicBezTo>
                    <a:pt x="11530" y="19432"/>
                    <a:pt x="11623" y="19432"/>
                    <a:pt x="11598" y="19440"/>
                  </a:cubicBezTo>
                  <a:cubicBezTo>
                    <a:pt x="11513" y="19465"/>
                    <a:pt x="11420" y="19474"/>
                    <a:pt x="11336" y="19474"/>
                  </a:cubicBezTo>
                  <a:cubicBezTo>
                    <a:pt x="11217" y="19474"/>
                    <a:pt x="11099" y="19482"/>
                    <a:pt x="10980" y="19499"/>
                  </a:cubicBezTo>
                  <a:cubicBezTo>
                    <a:pt x="10961" y="19501"/>
                    <a:pt x="10928" y="19501"/>
                    <a:pt x="10888" y="19501"/>
                  </a:cubicBezTo>
                  <a:cubicBezTo>
                    <a:pt x="10702" y="19501"/>
                    <a:pt x="10359" y="19486"/>
                    <a:pt x="10456" y="19465"/>
                  </a:cubicBezTo>
                  <a:lnTo>
                    <a:pt x="10456" y="19465"/>
                  </a:lnTo>
                  <a:cubicBezTo>
                    <a:pt x="10512" y="19469"/>
                    <a:pt x="10559" y="19471"/>
                    <a:pt x="10599" y="19471"/>
                  </a:cubicBezTo>
                  <a:cubicBezTo>
                    <a:pt x="10756" y="19471"/>
                    <a:pt x="10814" y="19448"/>
                    <a:pt x="10930" y="19448"/>
                  </a:cubicBezTo>
                  <a:cubicBezTo>
                    <a:pt x="10981" y="19448"/>
                    <a:pt x="11044" y="19452"/>
                    <a:pt x="11133" y="19465"/>
                  </a:cubicBezTo>
                  <a:cubicBezTo>
                    <a:pt x="11192" y="19449"/>
                    <a:pt x="11099" y="19440"/>
                    <a:pt x="10972" y="19432"/>
                  </a:cubicBezTo>
                  <a:cubicBezTo>
                    <a:pt x="10997" y="19432"/>
                    <a:pt x="11023" y="19423"/>
                    <a:pt x="11048" y="19415"/>
                  </a:cubicBezTo>
                  <a:close/>
                  <a:moveTo>
                    <a:pt x="9349" y="19670"/>
                  </a:moveTo>
                  <a:cubicBezTo>
                    <a:pt x="9326" y="19672"/>
                    <a:pt x="9303" y="19674"/>
                    <a:pt x="9280" y="19677"/>
                  </a:cubicBezTo>
                  <a:cubicBezTo>
                    <a:pt x="9307" y="19675"/>
                    <a:pt x="9330" y="19672"/>
                    <a:pt x="9349" y="19670"/>
                  </a:cubicBezTo>
                  <a:close/>
                  <a:moveTo>
                    <a:pt x="12966" y="19676"/>
                  </a:moveTo>
                  <a:cubicBezTo>
                    <a:pt x="12966" y="19676"/>
                    <a:pt x="12967" y="19677"/>
                    <a:pt x="12968" y="19677"/>
                  </a:cubicBezTo>
                  <a:cubicBezTo>
                    <a:pt x="12968" y="19677"/>
                    <a:pt x="12967" y="19676"/>
                    <a:pt x="12966" y="19676"/>
                  </a:cubicBezTo>
                  <a:close/>
                  <a:moveTo>
                    <a:pt x="9765" y="19691"/>
                  </a:moveTo>
                  <a:cubicBezTo>
                    <a:pt x="9724" y="19691"/>
                    <a:pt x="9678" y="19692"/>
                    <a:pt x="9627" y="19694"/>
                  </a:cubicBezTo>
                  <a:cubicBezTo>
                    <a:pt x="9644" y="19694"/>
                    <a:pt x="9758" y="19694"/>
                    <a:pt x="9817" y="19692"/>
                  </a:cubicBezTo>
                  <a:lnTo>
                    <a:pt x="9817" y="19692"/>
                  </a:lnTo>
                  <a:cubicBezTo>
                    <a:pt x="9801" y="19691"/>
                    <a:pt x="9783" y="19691"/>
                    <a:pt x="9765" y="19691"/>
                  </a:cubicBezTo>
                  <a:close/>
                  <a:moveTo>
                    <a:pt x="16894" y="0"/>
                  </a:moveTo>
                  <a:cubicBezTo>
                    <a:pt x="15963" y="237"/>
                    <a:pt x="15574" y="466"/>
                    <a:pt x="14821" y="669"/>
                  </a:cubicBezTo>
                  <a:cubicBezTo>
                    <a:pt x="14863" y="652"/>
                    <a:pt x="14873" y="647"/>
                    <a:pt x="14867" y="647"/>
                  </a:cubicBezTo>
                  <a:cubicBezTo>
                    <a:pt x="14858" y="647"/>
                    <a:pt x="14808" y="660"/>
                    <a:pt x="14787" y="660"/>
                  </a:cubicBezTo>
                  <a:cubicBezTo>
                    <a:pt x="14559" y="753"/>
                    <a:pt x="14271" y="846"/>
                    <a:pt x="14136" y="914"/>
                  </a:cubicBezTo>
                  <a:lnTo>
                    <a:pt x="14109" y="923"/>
                  </a:lnTo>
                  <a:lnTo>
                    <a:pt x="14109" y="923"/>
                  </a:lnTo>
                  <a:cubicBezTo>
                    <a:pt x="14115" y="920"/>
                    <a:pt x="14121" y="917"/>
                    <a:pt x="14127" y="914"/>
                  </a:cubicBezTo>
                  <a:lnTo>
                    <a:pt x="14127" y="914"/>
                  </a:lnTo>
                  <a:cubicBezTo>
                    <a:pt x="14111" y="921"/>
                    <a:pt x="14100" y="926"/>
                    <a:pt x="14093" y="929"/>
                  </a:cubicBezTo>
                  <a:lnTo>
                    <a:pt x="14093" y="929"/>
                  </a:lnTo>
                  <a:lnTo>
                    <a:pt x="13764" y="1041"/>
                  </a:lnTo>
                  <a:cubicBezTo>
                    <a:pt x="13764" y="1032"/>
                    <a:pt x="13890" y="948"/>
                    <a:pt x="14271" y="813"/>
                  </a:cubicBezTo>
                  <a:lnTo>
                    <a:pt x="14271" y="813"/>
                  </a:lnTo>
                  <a:cubicBezTo>
                    <a:pt x="13603" y="1041"/>
                    <a:pt x="13019" y="1278"/>
                    <a:pt x="12452" y="1523"/>
                  </a:cubicBezTo>
                  <a:cubicBezTo>
                    <a:pt x="11877" y="1768"/>
                    <a:pt x="11302" y="2022"/>
                    <a:pt x="10651" y="2301"/>
                  </a:cubicBezTo>
                  <a:cubicBezTo>
                    <a:pt x="10644" y="2304"/>
                    <a:pt x="10641" y="2305"/>
                    <a:pt x="10641" y="2305"/>
                  </a:cubicBezTo>
                  <a:cubicBezTo>
                    <a:pt x="10637" y="2305"/>
                    <a:pt x="10751" y="2249"/>
                    <a:pt x="10744" y="2249"/>
                  </a:cubicBezTo>
                  <a:lnTo>
                    <a:pt x="10744" y="2249"/>
                  </a:lnTo>
                  <a:cubicBezTo>
                    <a:pt x="10743" y="2249"/>
                    <a:pt x="10735" y="2252"/>
                    <a:pt x="10718" y="2259"/>
                  </a:cubicBezTo>
                  <a:cubicBezTo>
                    <a:pt x="10634" y="2301"/>
                    <a:pt x="10522" y="2358"/>
                    <a:pt x="10434" y="2404"/>
                  </a:cubicBezTo>
                  <a:lnTo>
                    <a:pt x="10434" y="2404"/>
                  </a:lnTo>
                  <a:cubicBezTo>
                    <a:pt x="10436" y="2404"/>
                    <a:pt x="10437" y="2403"/>
                    <a:pt x="10439" y="2403"/>
                  </a:cubicBezTo>
                  <a:lnTo>
                    <a:pt x="10439" y="2403"/>
                  </a:lnTo>
                  <a:cubicBezTo>
                    <a:pt x="10429" y="2408"/>
                    <a:pt x="10418" y="2413"/>
                    <a:pt x="10408" y="2418"/>
                  </a:cubicBezTo>
                  <a:lnTo>
                    <a:pt x="10408" y="2418"/>
                  </a:lnTo>
                  <a:cubicBezTo>
                    <a:pt x="10416" y="2414"/>
                    <a:pt x="10425" y="2409"/>
                    <a:pt x="10434" y="2404"/>
                  </a:cubicBezTo>
                  <a:lnTo>
                    <a:pt x="10434" y="2404"/>
                  </a:lnTo>
                  <a:cubicBezTo>
                    <a:pt x="10395" y="2416"/>
                    <a:pt x="10361" y="2435"/>
                    <a:pt x="10330" y="2456"/>
                  </a:cubicBezTo>
                  <a:lnTo>
                    <a:pt x="10330" y="2456"/>
                  </a:lnTo>
                  <a:cubicBezTo>
                    <a:pt x="10355" y="2443"/>
                    <a:pt x="10382" y="2431"/>
                    <a:pt x="10408" y="2418"/>
                  </a:cubicBezTo>
                  <a:lnTo>
                    <a:pt x="10408" y="2418"/>
                  </a:lnTo>
                  <a:cubicBezTo>
                    <a:pt x="10359" y="2444"/>
                    <a:pt x="10320" y="2465"/>
                    <a:pt x="10300" y="2477"/>
                  </a:cubicBezTo>
                  <a:lnTo>
                    <a:pt x="10300" y="2477"/>
                  </a:lnTo>
                  <a:cubicBezTo>
                    <a:pt x="10310" y="2470"/>
                    <a:pt x="10319" y="2463"/>
                    <a:pt x="10330" y="2456"/>
                  </a:cubicBezTo>
                  <a:lnTo>
                    <a:pt x="10330" y="2456"/>
                  </a:lnTo>
                  <a:cubicBezTo>
                    <a:pt x="9737" y="2740"/>
                    <a:pt x="9384" y="2873"/>
                    <a:pt x="8992" y="3088"/>
                  </a:cubicBezTo>
                  <a:cubicBezTo>
                    <a:pt x="8968" y="3088"/>
                    <a:pt x="9282" y="2935"/>
                    <a:pt x="9261" y="2935"/>
                  </a:cubicBezTo>
                  <a:lnTo>
                    <a:pt x="9261" y="2935"/>
                  </a:lnTo>
                  <a:cubicBezTo>
                    <a:pt x="9259" y="2935"/>
                    <a:pt x="9258" y="2935"/>
                    <a:pt x="9255" y="2936"/>
                  </a:cubicBezTo>
                  <a:cubicBezTo>
                    <a:pt x="9094" y="3020"/>
                    <a:pt x="8950" y="3088"/>
                    <a:pt x="8823" y="3164"/>
                  </a:cubicBezTo>
                  <a:cubicBezTo>
                    <a:pt x="8688" y="3232"/>
                    <a:pt x="8570" y="3300"/>
                    <a:pt x="8451" y="3376"/>
                  </a:cubicBezTo>
                  <a:cubicBezTo>
                    <a:pt x="8214" y="3511"/>
                    <a:pt x="7969" y="3655"/>
                    <a:pt x="7656" y="3833"/>
                  </a:cubicBezTo>
                  <a:cubicBezTo>
                    <a:pt x="7704" y="3799"/>
                    <a:pt x="7718" y="3786"/>
                    <a:pt x="7711" y="3786"/>
                  </a:cubicBezTo>
                  <a:cubicBezTo>
                    <a:pt x="7687" y="3786"/>
                    <a:pt x="7454" y="3912"/>
                    <a:pt x="7326" y="3976"/>
                  </a:cubicBezTo>
                  <a:cubicBezTo>
                    <a:pt x="6810" y="4289"/>
                    <a:pt x="5719" y="4949"/>
                    <a:pt x="4983" y="5482"/>
                  </a:cubicBezTo>
                  <a:cubicBezTo>
                    <a:pt x="4999" y="5462"/>
                    <a:pt x="5002" y="5453"/>
                    <a:pt x="4994" y="5453"/>
                  </a:cubicBezTo>
                  <a:cubicBezTo>
                    <a:pt x="4966" y="5453"/>
                    <a:pt x="4796" y="5570"/>
                    <a:pt x="4611" y="5702"/>
                  </a:cubicBezTo>
                  <a:cubicBezTo>
                    <a:pt x="4374" y="5871"/>
                    <a:pt x="4111" y="6083"/>
                    <a:pt x="4069" y="6083"/>
                  </a:cubicBezTo>
                  <a:cubicBezTo>
                    <a:pt x="3925" y="6184"/>
                    <a:pt x="3790" y="6311"/>
                    <a:pt x="3663" y="6438"/>
                  </a:cubicBezTo>
                  <a:cubicBezTo>
                    <a:pt x="3748" y="6353"/>
                    <a:pt x="3841" y="6286"/>
                    <a:pt x="3951" y="6227"/>
                  </a:cubicBezTo>
                  <a:lnTo>
                    <a:pt x="3951" y="6227"/>
                  </a:lnTo>
                  <a:cubicBezTo>
                    <a:pt x="3714" y="6413"/>
                    <a:pt x="3375" y="6709"/>
                    <a:pt x="3359" y="6759"/>
                  </a:cubicBezTo>
                  <a:cubicBezTo>
                    <a:pt x="3265" y="6836"/>
                    <a:pt x="3164" y="6903"/>
                    <a:pt x="3071" y="6988"/>
                  </a:cubicBezTo>
                  <a:cubicBezTo>
                    <a:pt x="3020" y="7089"/>
                    <a:pt x="2944" y="7174"/>
                    <a:pt x="2851" y="7250"/>
                  </a:cubicBezTo>
                  <a:cubicBezTo>
                    <a:pt x="2673" y="7394"/>
                    <a:pt x="2690" y="7394"/>
                    <a:pt x="2690" y="7402"/>
                  </a:cubicBezTo>
                  <a:cubicBezTo>
                    <a:pt x="2690" y="7411"/>
                    <a:pt x="2690" y="7428"/>
                    <a:pt x="2656" y="7462"/>
                  </a:cubicBezTo>
                  <a:cubicBezTo>
                    <a:pt x="2614" y="7495"/>
                    <a:pt x="2555" y="7563"/>
                    <a:pt x="2445" y="7673"/>
                  </a:cubicBezTo>
                  <a:cubicBezTo>
                    <a:pt x="2530" y="7555"/>
                    <a:pt x="2606" y="7453"/>
                    <a:pt x="2631" y="7402"/>
                  </a:cubicBezTo>
                  <a:lnTo>
                    <a:pt x="2631" y="7402"/>
                  </a:lnTo>
                  <a:cubicBezTo>
                    <a:pt x="2521" y="7512"/>
                    <a:pt x="2411" y="7639"/>
                    <a:pt x="2310" y="7766"/>
                  </a:cubicBezTo>
                  <a:cubicBezTo>
                    <a:pt x="2305" y="7769"/>
                    <a:pt x="2302" y="7771"/>
                    <a:pt x="2300" y="7771"/>
                  </a:cubicBezTo>
                  <a:cubicBezTo>
                    <a:pt x="2277" y="7771"/>
                    <a:pt x="2432" y="7557"/>
                    <a:pt x="2580" y="7394"/>
                  </a:cubicBezTo>
                  <a:lnTo>
                    <a:pt x="2580" y="7394"/>
                  </a:lnTo>
                  <a:cubicBezTo>
                    <a:pt x="2479" y="7487"/>
                    <a:pt x="2394" y="7588"/>
                    <a:pt x="2293" y="7682"/>
                  </a:cubicBezTo>
                  <a:cubicBezTo>
                    <a:pt x="2056" y="7986"/>
                    <a:pt x="1658" y="8527"/>
                    <a:pt x="1320" y="9043"/>
                  </a:cubicBezTo>
                  <a:cubicBezTo>
                    <a:pt x="1351" y="8974"/>
                    <a:pt x="1416" y="8863"/>
                    <a:pt x="1405" y="8863"/>
                  </a:cubicBezTo>
                  <a:lnTo>
                    <a:pt x="1405" y="8863"/>
                  </a:lnTo>
                  <a:cubicBezTo>
                    <a:pt x="1401" y="8863"/>
                    <a:pt x="1388" y="8876"/>
                    <a:pt x="1362" y="8908"/>
                  </a:cubicBezTo>
                  <a:cubicBezTo>
                    <a:pt x="1221" y="9124"/>
                    <a:pt x="1064" y="9437"/>
                    <a:pt x="899" y="9744"/>
                  </a:cubicBezTo>
                  <a:lnTo>
                    <a:pt x="899" y="9744"/>
                  </a:lnTo>
                  <a:cubicBezTo>
                    <a:pt x="903" y="9734"/>
                    <a:pt x="900" y="9734"/>
                    <a:pt x="902" y="9728"/>
                  </a:cubicBezTo>
                  <a:lnTo>
                    <a:pt x="902" y="9728"/>
                  </a:lnTo>
                  <a:cubicBezTo>
                    <a:pt x="776" y="9981"/>
                    <a:pt x="735" y="10095"/>
                    <a:pt x="685" y="10186"/>
                  </a:cubicBezTo>
                  <a:cubicBezTo>
                    <a:pt x="660" y="10236"/>
                    <a:pt x="635" y="10279"/>
                    <a:pt x="609" y="10355"/>
                  </a:cubicBezTo>
                  <a:cubicBezTo>
                    <a:pt x="575" y="10422"/>
                    <a:pt x="542" y="10507"/>
                    <a:pt x="491" y="10642"/>
                  </a:cubicBezTo>
                  <a:cubicBezTo>
                    <a:pt x="491" y="10634"/>
                    <a:pt x="491" y="10617"/>
                    <a:pt x="491" y="10608"/>
                  </a:cubicBezTo>
                  <a:lnTo>
                    <a:pt x="440" y="10778"/>
                  </a:lnTo>
                  <a:lnTo>
                    <a:pt x="398" y="10947"/>
                  </a:lnTo>
                  <a:cubicBezTo>
                    <a:pt x="237" y="11649"/>
                    <a:pt x="169" y="11717"/>
                    <a:pt x="85" y="12140"/>
                  </a:cubicBezTo>
                  <a:lnTo>
                    <a:pt x="85" y="12047"/>
                  </a:lnTo>
                  <a:cubicBezTo>
                    <a:pt x="42" y="12275"/>
                    <a:pt x="17" y="12512"/>
                    <a:pt x="9" y="12749"/>
                  </a:cubicBezTo>
                  <a:cubicBezTo>
                    <a:pt x="0" y="12893"/>
                    <a:pt x="9" y="13036"/>
                    <a:pt x="9" y="13155"/>
                  </a:cubicBezTo>
                  <a:cubicBezTo>
                    <a:pt x="9" y="13219"/>
                    <a:pt x="11" y="13276"/>
                    <a:pt x="13" y="13325"/>
                  </a:cubicBezTo>
                  <a:lnTo>
                    <a:pt x="13" y="13325"/>
                  </a:lnTo>
                  <a:cubicBezTo>
                    <a:pt x="15" y="13300"/>
                    <a:pt x="19" y="13275"/>
                    <a:pt x="26" y="13248"/>
                  </a:cubicBezTo>
                  <a:cubicBezTo>
                    <a:pt x="42" y="13206"/>
                    <a:pt x="51" y="13155"/>
                    <a:pt x="59" y="13112"/>
                  </a:cubicBezTo>
                  <a:cubicBezTo>
                    <a:pt x="42" y="12842"/>
                    <a:pt x="9" y="12926"/>
                    <a:pt x="42" y="12470"/>
                  </a:cubicBezTo>
                  <a:lnTo>
                    <a:pt x="42" y="12470"/>
                  </a:lnTo>
                  <a:cubicBezTo>
                    <a:pt x="59" y="12588"/>
                    <a:pt x="68" y="12706"/>
                    <a:pt x="59" y="12825"/>
                  </a:cubicBezTo>
                  <a:cubicBezTo>
                    <a:pt x="59" y="12952"/>
                    <a:pt x="68" y="13087"/>
                    <a:pt x="85" y="13214"/>
                  </a:cubicBezTo>
                  <a:cubicBezTo>
                    <a:pt x="85" y="13341"/>
                    <a:pt x="85" y="13451"/>
                    <a:pt x="85" y="13527"/>
                  </a:cubicBezTo>
                  <a:cubicBezTo>
                    <a:pt x="76" y="13578"/>
                    <a:pt x="68" y="13620"/>
                    <a:pt x="51" y="13671"/>
                  </a:cubicBezTo>
                  <a:cubicBezTo>
                    <a:pt x="85" y="13941"/>
                    <a:pt x="127" y="14221"/>
                    <a:pt x="195" y="14491"/>
                  </a:cubicBezTo>
                  <a:cubicBezTo>
                    <a:pt x="220" y="14627"/>
                    <a:pt x="262" y="14762"/>
                    <a:pt x="305" y="14897"/>
                  </a:cubicBezTo>
                  <a:cubicBezTo>
                    <a:pt x="364" y="15058"/>
                    <a:pt x="423" y="15219"/>
                    <a:pt x="499" y="15380"/>
                  </a:cubicBezTo>
                  <a:cubicBezTo>
                    <a:pt x="567" y="15498"/>
                    <a:pt x="643" y="15600"/>
                    <a:pt x="736" y="15743"/>
                  </a:cubicBezTo>
                  <a:cubicBezTo>
                    <a:pt x="778" y="15811"/>
                    <a:pt x="838" y="15887"/>
                    <a:pt x="897" y="15980"/>
                  </a:cubicBezTo>
                  <a:cubicBezTo>
                    <a:pt x="931" y="16039"/>
                    <a:pt x="965" y="16082"/>
                    <a:pt x="998" y="16141"/>
                  </a:cubicBezTo>
                  <a:lnTo>
                    <a:pt x="1049" y="16234"/>
                  </a:lnTo>
                  <a:cubicBezTo>
                    <a:pt x="1074" y="16268"/>
                    <a:pt x="1100" y="16293"/>
                    <a:pt x="1117" y="16327"/>
                  </a:cubicBezTo>
                  <a:lnTo>
                    <a:pt x="1106" y="16320"/>
                  </a:lnTo>
                  <a:lnTo>
                    <a:pt x="1106" y="16320"/>
                  </a:lnTo>
                  <a:cubicBezTo>
                    <a:pt x="1153" y="16365"/>
                    <a:pt x="1288" y="16566"/>
                    <a:pt x="1371" y="16648"/>
                  </a:cubicBezTo>
                  <a:cubicBezTo>
                    <a:pt x="1346" y="16610"/>
                    <a:pt x="1340" y="16596"/>
                    <a:pt x="1345" y="16596"/>
                  </a:cubicBezTo>
                  <a:lnTo>
                    <a:pt x="1345" y="16596"/>
                  </a:lnTo>
                  <a:cubicBezTo>
                    <a:pt x="1352" y="16596"/>
                    <a:pt x="1380" y="16624"/>
                    <a:pt x="1404" y="16648"/>
                  </a:cubicBezTo>
                  <a:cubicBezTo>
                    <a:pt x="1431" y="16670"/>
                    <a:pt x="1454" y="16690"/>
                    <a:pt x="1460" y="16690"/>
                  </a:cubicBezTo>
                  <a:cubicBezTo>
                    <a:pt x="1465" y="16690"/>
                    <a:pt x="1454" y="16672"/>
                    <a:pt x="1413" y="16623"/>
                  </a:cubicBezTo>
                  <a:lnTo>
                    <a:pt x="1413" y="16623"/>
                  </a:lnTo>
                  <a:cubicBezTo>
                    <a:pt x="1675" y="16885"/>
                    <a:pt x="1692" y="16961"/>
                    <a:pt x="1700" y="17012"/>
                  </a:cubicBezTo>
                  <a:cubicBezTo>
                    <a:pt x="1844" y="17114"/>
                    <a:pt x="1980" y="17232"/>
                    <a:pt x="2115" y="17359"/>
                  </a:cubicBezTo>
                  <a:cubicBezTo>
                    <a:pt x="2200" y="17435"/>
                    <a:pt x="2301" y="17503"/>
                    <a:pt x="2403" y="17587"/>
                  </a:cubicBezTo>
                  <a:cubicBezTo>
                    <a:pt x="2453" y="17621"/>
                    <a:pt x="2504" y="17664"/>
                    <a:pt x="2563" y="17706"/>
                  </a:cubicBezTo>
                  <a:cubicBezTo>
                    <a:pt x="2623" y="17740"/>
                    <a:pt x="2690" y="17774"/>
                    <a:pt x="2749" y="17807"/>
                  </a:cubicBezTo>
                  <a:cubicBezTo>
                    <a:pt x="2639" y="17757"/>
                    <a:pt x="2530" y="17689"/>
                    <a:pt x="2428" y="17621"/>
                  </a:cubicBezTo>
                  <a:cubicBezTo>
                    <a:pt x="2353" y="17573"/>
                    <a:pt x="2295" y="17535"/>
                    <a:pt x="2288" y="17535"/>
                  </a:cubicBezTo>
                  <a:lnTo>
                    <a:pt x="2288" y="17535"/>
                  </a:lnTo>
                  <a:cubicBezTo>
                    <a:pt x="2284" y="17535"/>
                    <a:pt x="2298" y="17548"/>
                    <a:pt x="2335" y="17579"/>
                  </a:cubicBezTo>
                  <a:cubicBezTo>
                    <a:pt x="2538" y="17723"/>
                    <a:pt x="2766" y="17824"/>
                    <a:pt x="2986" y="17943"/>
                  </a:cubicBezTo>
                  <a:lnTo>
                    <a:pt x="2699" y="17774"/>
                  </a:lnTo>
                  <a:lnTo>
                    <a:pt x="2699" y="17774"/>
                  </a:lnTo>
                  <a:cubicBezTo>
                    <a:pt x="2826" y="17841"/>
                    <a:pt x="2919" y="17900"/>
                    <a:pt x="3012" y="17943"/>
                  </a:cubicBezTo>
                  <a:cubicBezTo>
                    <a:pt x="3096" y="17985"/>
                    <a:pt x="3172" y="18027"/>
                    <a:pt x="3232" y="18061"/>
                  </a:cubicBezTo>
                  <a:cubicBezTo>
                    <a:pt x="3367" y="18137"/>
                    <a:pt x="3460" y="18205"/>
                    <a:pt x="3612" y="18273"/>
                  </a:cubicBezTo>
                  <a:cubicBezTo>
                    <a:pt x="3622" y="18281"/>
                    <a:pt x="3623" y="18285"/>
                    <a:pt x="3616" y="18285"/>
                  </a:cubicBezTo>
                  <a:cubicBezTo>
                    <a:pt x="3588" y="18285"/>
                    <a:pt x="3440" y="18224"/>
                    <a:pt x="3325" y="18163"/>
                  </a:cubicBezTo>
                  <a:lnTo>
                    <a:pt x="3325" y="18163"/>
                  </a:lnTo>
                  <a:lnTo>
                    <a:pt x="3452" y="18230"/>
                  </a:lnTo>
                  <a:lnTo>
                    <a:pt x="3612" y="18290"/>
                  </a:lnTo>
                  <a:cubicBezTo>
                    <a:pt x="3722" y="18340"/>
                    <a:pt x="3841" y="18383"/>
                    <a:pt x="3942" y="18425"/>
                  </a:cubicBezTo>
                  <a:lnTo>
                    <a:pt x="4391" y="18569"/>
                  </a:lnTo>
                  <a:cubicBezTo>
                    <a:pt x="4585" y="18628"/>
                    <a:pt x="4780" y="18679"/>
                    <a:pt x="4898" y="18704"/>
                  </a:cubicBezTo>
                  <a:lnTo>
                    <a:pt x="4991" y="18729"/>
                  </a:lnTo>
                  <a:lnTo>
                    <a:pt x="4949" y="18729"/>
                  </a:lnTo>
                  <a:cubicBezTo>
                    <a:pt x="4991" y="18738"/>
                    <a:pt x="5025" y="18746"/>
                    <a:pt x="5067" y="18755"/>
                  </a:cubicBezTo>
                  <a:lnTo>
                    <a:pt x="5346" y="18839"/>
                  </a:lnTo>
                  <a:lnTo>
                    <a:pt x="5346" y="18839"/>
                  </a:lnTo>
                  <a:lnTo>
                    <a:pt x="5287" y="18831"/>
                  </a:lnTo>
                  <a:lnTo>
                    <a:pt x="5397" y="18856"/>
                  </a:lnTo>
                  <a:cubicBezTo>
                    <a:pt x="5499" y="18882"/>
                    <a:pt x="5600" y="18907"/>
                    <a:pt x="5693" y="18933"/>
                  </a:cubicBezTo>
                  <a:lnTo>
                    <a:pt x="5854" y="18958"/>
                  </a:lnTo>
                  <a:lnTo>
                    <a:pt x="5854" y="18958"/>
                  </a:lnTo>
                  <a:lnTo>
                    <a:pt x="5778" y="18941"/>
                  </a:lnTo>
                  <a:cubicBezTo>
                    <a:pt x="5808" y="18935"/>
                    <a:pt x="5839" y="18932"/>
                    <a:pt x="5870" y="18932"/>
                  </a:cubicBezTo>
                  <a:cubicBezTo>
                    <a:pt x="5927" y="18932"/>
                    <a:pt x="5986" y="18941"/>
                    <a:pt x="6040" y="18958"/>
                  </a:cubicBezTo>
                  <a:cubicBezTo>
                    <a:pt x="6192" y="18975"/>
                    <a:pt x="6387" y="19000"/>
                    <a:pt x="6598" y="19042"/>
                  </a:cubicBezTo>
                  <a:lnTo>
                    <a:pt x="6099" y="18938"/>
                  </a:lnTo>
                  <a:lnTo>
                    <a:pt x="6099" y="18938"/>
                  </a:lnTo>
                  <a:cubicBezTo>
                    <a:pt x="6112" y="18940"/>
                    <a:pt x="6126" y="18941"/>
                    <a:pt x="6142" y="18941"/>
                  </a:cubicBezTo>
                  <a:cubicBezTo>
                    <a:pt x="6379" y="18983"/>
                    <a:pt x="6607" y="19034"/>
                    <a:pt x="6827" y="19068"/>
                  </a:cubicBezTo>
                  <a:lnTo>
                    <a:pt x="7165" y="19127"/>
                  </a:lnTo>
                  <a:lnTo>
                    <a:pt x="7478" y="19169"/>
                  </a:lnTo>
                  <a:cubicBezTo>
                    <a:pt x="7326" y="19152"/>
                    <a:pt x="7165" y="19144"/>
                    <a:pt x="6979" y="19110"/>
                  </a:cubicBezTo>
                  <a:lnTo>
                    <a:pt x="6979" y="19110"/>
                  </a:lnTo>
                  <a:cubicBezTo>
                    <a:pt x="7098" y="19136"/>
                    <a:pt x="7224" y="19161"/>
                    <a:pt x="7343" y="19178"/>
                  </a:cubicBezTo>
                  <a:cubicBezTo>
                    <a:pt x="7478" y="19186"/>
                    <a:pt x="7614" y="19212"/>
                    <a:pt x="7740" y="19220"/>
                  </a:cubicBezTo>
                  <a:cubicBezTo>
                    <a:pt x="7944" y="19229"/>
                    <a:pt x="8138" y="19254"/>
                    <a:pt x="8341" y="19288"/>
                  </a:cubicBezTo>
                  <a:cubicBezTo>
                    <a:pt x="8163" y="19288"/>
                    <a:pt x="8011" y="19279"/>
                    <a:pt x="7867" y="19271"/>
                  </a:cubicBezTo>
                  <a:cubicBezTo>
                    <a:pt x="7732" y="19254"/>
                    <a:pt x="7597" y="19246"/>
                    <a:pt x="7470" y="19229"/>
                  </a:cubicBezTo>
                  <a:cubicBezTo>
                    <a:pt x="7208" y="19203"/>
                    <a:pt x="6945" y="19161"/>
                    <a:pt x="6573" y="19110"/>
                  </a:cubicBezTo>
                  <a:cubicBezTo>
                    <a:pt x="6484" y="19085"/>
                    <a:pt x="6469" y="19076"/>
                    <a:pt x="6498" y="19076"/>
                  </a:cubicBezTo>
                  <a:cubicBezTo>
                    <a:pt x="6527" y="19076"/>
                    <a:pt x="6598" y="19085"/>
                    <a:pt x="6683" y="19093"/>
                  </a:cubicBezTo>
                  <a:cubicBezTo>
                    <a:pt x="6834" y="19116"/>
                    <a:pt x="7019" y="19145"/>
                    <a:pt x="7069" y="19145"/>
                  </a:cubicBezTo>
                  <a:cubicBezTo>
                    <a:pt x="7075" y="19145"/>
                    <a:pt x="7079" y="19145"/>
                    <a:pt x="7081" y="19144"/>
                  </a:cubicBezTo>
                  <a:lnTo>
                    <a:pt x="6666" y="19076"/>
                  </a:lnTo>
                  <a:lnTo>
                    <a:pt x="6666" y="19076"/>
                  </a:lnTo>
                  <a:cubicBezTo>
                    <a:pt x="6671" y="19079"/>
                    <a:pt x="6668" y="19081"/>
                    <a:pt x="6660" y="19081"/>
                  </a:cubicBezTo>
                  <a:cubicBezTo>
                    <a:pt x="6594" y="19081"/>
                    <a:pt x="6175" y="18998"/>
                    <a:pt x="6068" y="18998"/>
                  </a:cubicBezTo>
                  <a:cubicBezTo>
                    <a:pt x="6035" y="18998"/>
                    <a:pt x="6031" y="19006"/>
                    <a:pt x="6074" y="19026"/>
                  </a:cubicBezTo>
                  <a:cubicBezTo>
                    <a:pt x="6920" y="19212"/>
                    <a:pt x="7783" y="19339"/>
                    <a:pt x="8646" y="19406"/>
                  </a:cubicBezTo>
                  <a:cubicBezTo>
                    <a:pt x="8392" y="19465"/>
                    <a:pt x="8130" y="19525"/>
                    <a:pt x="7867" y="19575"/>
                  </a:cubicBezTo>
                  <a:cubicBezTo>
                    <a:pt x="7867" y="19575"/>
                    <a:pt x="7850" y="19584"/>
                    <a:pt x="7817" y="19584"/>
                  </a:cubicBezTo>
                  <a:cubicBezTo>
                    <a:pt x="7988" y="19602"/>
                    <a:pt x="8102" y="19610"/>
                    <a:pt x="8178" y="19610"/>
                  </a:cubicBezTo>
                  <a:cubicBezTo>
                    <a:pt x="8275" y="19610"/>
                    <a:pt x="8310" y="19598"/>
                    <a:pt x="8324" y="19584"/>
                  </a:cubicBezTo>
                  <a:cubicBezTo>
                    <a:pt x="8350" y="19567"/>
                    <a:pt x="8290" y="19542"/>
                    <a:pt x="8392" y="19542"/>
                  </a:cubicBezTo>
                  <a:cubicBezTo>
                    <a:pt x="8544" y="19542"/>
                    <a:pt x="8705" y="19550"/>
                    <a:pt x="8857" y="19567"/>
                  </a:cubicBezTo>
                  <a:lnTo>
                    <a:pt x="8781" y="19575"/>
                  </a:lnTo>
                  <a:cubicBezTo>
                    <a:pt x="8866" y="19578"/>
                    <a:pt x="8926" y="19580"/>
                    <a:pt x="8969" y="19580"/>
                  </a:cubicBezTo>
                  <a:cubicBezTo>
                    <a:pt x="9111" y="19580"/>
                    <a:pt x="9073" y="19567"/>
                    <a:pt x="9163" y="19567"/>
                  </a:cubicBezTo>
                  <a:cubicBezTo>
                    <a:pt x="9200" y="19567"/>
                    <a:pt x="9260" y="19569"/>
                    <a:pt x="9365" y="19575"/>
                  </a:cubicBezTo>
                  <a:cubicBezTo>
                    <a:pt x="9404" y="19576"/>
                    <a:pt x="9431" y="19577"/>
                    <a:pt x="9448" y="19577"/>
                  </a:cubicBezTo>
                  <a:cubicBezTo>
                    <a:pt x="9584" y="19577"/>
                    <a:pt x="9085" y="19550"/>
                    <a:pt x="9280" y="19550"/>
                  </a:cubicBezTo>
                  <a:cubicBezTo>
                    <a:pt x="9380" y="19557"/>
                    <a:pt x="9451" y="19560"/>
                    <a:pt x="9507" y="19560"/>
                  </a:cubicBezTo>
                  <a:cubicBezTo>
                    <a:pt x="9647" y="19560"/>
                    <a:pt x="9700" y="19544"/>
                    <a:pt x="9894" y="19544"/>
                  </a:cubicBezTo>
                  <a:cubicBezTo>
                    <a:pt x="9987" y="19544"/>
                    <a:pt x="10112" y="19548"/>
                    <a:pt x="10295" y="19558"/>
                  </a:cubicBezTo>
                  <a:cubicBezTo>
                    <a:pt x="10261" y="19567"/>
                    <a:pt x="10371" y="19592"/>
                    <a:pt x="9948" y="19592"/>
                  </a:cubicBezTo>
                  <a:lnTo>
                    <a:pt x="10363" y="19626"/>
                  </a:lnTo>
                  <a:cubicBezTo>
                    <a:pt x="10118" y="19626"/>
                    <a:pt x="10071" y="19628"/>
                    <a:pt x="10022" y="19628"/>
                  </a:cubicBezTo>
                  <a:cubicBezTo>
                    <a:pt x="9974" y="19628"/>
                    <a:pt x="9923" y="19626"/>
                    <a:pt x="9669" y="19618"/>
                  </a:cubicBezTo>
                  <a:cubicBezTo>
                    <a:pt x="9470" y="19632"/>
                    <a:pt x="9483" y="19654"/>
                    <a:pt x="9349" y="19670"/>
                  </a:cubicBezTo>
                  <a:lnTo>
                    <a:pt x="9349" y="19670"/>
                  </a:lnTo>
                  <a:cubicBezTo>
                    <a:pt x="9398" y="19666"/>
                    <a:pt x="9447" y="19664"/>
                    <a:pt x="9496" y="19664"/>
                  </a:cubicBezTo>
                  <a:cubicBezTo>
                    <a:pt x="9568" y="19664"/>
                    <a:pt x="9640" y="19668"/>
                    <a:pt x="9712" y="19677"/>
                  </a:cubicBezTo>
                  <a:cubicBezTo>
                    <a:pt x="9880" y="19685"/>
                    <a:pt x="9873" y="19689"/>
                    <a:pt x="9817" y="19692"/>
                  </a:cubicBezTo>
                  <a:lnTo>
                    <a:pt x="9817" y="19692"/>
                  </a:lnTo>
                  <a:cubicBezTo>
                    <a:pt x="10047" y="19696"/>
                    <a:pt x="10150" y="19725"/>
                    <a:pt x="10360" y="19725"/>
                  </a:cubicBezTo>
                  <a:cubicBezTo>
                    <a:pt x="10410" y="19725"/>
                    <a:pt x="10467" y="19723"/>
                    <a:pt x="10532" y="19719"/>
                  </a:cubicBezTo>
                  <a:cubicBezTo>
                    <a:pt x="10456" y="19677"/>
                    <a:pt x="10532" y="19677"/>
                    <a:pt x="10244" y="19652"/>
                  </a:cubicBezTo>
                  <a:cubicBezTo>
                    <a:pt x="10275" y="19651"/>
                    <a:pt x="10306" y="19650"/>
                    <a:pt x="10338" y="19650"/>
                  </a:cubicBezTo>
                  <a:cubicBezTo>
                    <a:pt x="10605" y="19650"/>
                    <a:pt x="10893" y="19681"/>
                    <a:pt x="10870" y="19711"/>
                  </a:cubicBezTo>
                  <a:lnTo>
                    <a:pt x="10930" y="19685"/>
                  </a:lnTo>
                  <a:cubicBezTo>
                    <a:pt x="10997" y="19694"/>
                    <a:pt x="11226" y="19694"/>
                    <a:pt x="11234" y="19702"/>
                  </a:cubicBezTo>
                  <a:lnTo>
                    <a:pt x="11336" y="19694"/>
                  </a:lnTo>
                  <a:cubicBezTo>
                    <a:pt x="11133" y="19666"/>
                    <a:pt x="10929" y="19649"/>
                    <a:pt x="10721" y="19649"/>
                  </a:cubicBezTo>
                  <a:cubicBezTo>
                    <a:pt x="10678" y="19649"/>
                    <a:pt x="10635" y="19650"/>
                    <a:pt x="10591" y="19652"/>
                  </a:cubicBezTo>
                  <a:cubicBezTo>
                    <a:pt x="10744" y="19635"/>
                    <a:pt x="10397" y="19601"/>
                    <a:pt x="10862" y="19601"/>
                  </a:cubicBezTo>
                  <a:cubicBezTo>
                    <a:pt x="11065" y="19609"/>
                    <a:pt x="10887" y="19618"/>
                    <a:pt x="10904" y="19626"/>
                  </a:cubicBezTo>
                  <a:cubicBezTo>
                    <a:pt x="11429" y="19635"/>
                    <a:pt x="11699" y="19635"/>
                    <a:pt x="11936" y="19643"/>
                  </a:cubicBezTo>
                  <a:cubicBezTo>
                    <a:pt x="12094" y="19643"/>
                    <a:pt x="12237" y="19651"/>
                    <a:pt x="12440" y="19651"/>
                  </a:cubicBezTo>
                  <a:cubicBezTo>
                    <a:pt x="12542" y="19651"/>
                    <a:pt x="12658" y="19649"/>
                    <a:pt x="12799" y="19643"/>
                  </a:cubicBezTo>
                  <a:lnTo>
                    <a:pt x="12799" y="19643"/>
                  </a:lnTo>
                  <a:cubicBezTo>
                    <a:pt x="12588" y="19660"/>
                    <a:pt x="12080" y="19652"/>
                    <a:pt x="11683" y="19677"/>
                  </a:cubicBezTo>
                  <a:cubicBezTo>
                    <a:pt x="11737" y="19683"/>
                    <a:pt x="11794" y="19685"/>
                    <a:pt x="11852" y="19685"/>
                  </a:cubicBezTo>
                  <a:cubicBezTo>
                    <a:pt x="12046" y="19685"/>
                    <a:pt x="12253" y="19660"/>
                    <a:pt x="12435" y="19660"/>
                  </a:cubicBezTo>
                  <a:cubicBezTo>
                    <a:pt x="12224" y="19677"/>
                    <a:pt x="12190" y="19685"/>
                    <a:pt x="12435" y="19694"/>
                  </a:cubicBezTo>
                  <a:lnTo>
                    <a:pt x="12537" y="19677"/>
                  </a:lnTo>
                  <a:cubicBezTo>
                    <a:pt x="12633" y="19677"/>
                    <a:pt x="12781" y="19673"/>
                    <a:pt x="12877" y="19673"/>
                  </a:cubicBezTo>
                  <a:cubicBezTo>
                    <a:pt x="12921" y="19673"/>
                    <a:pt x="12954" y="19674"/>
                    <a:pt x="12966" y="19676"/>
                  </a:cubicBezTo>
                  <a:lnTo>
                    <a:pt x="12966" y="19676"/>
                  </a:lnTo>
                  <a:cubicBezTo>
                    <a:pt x="12899" y="19660"/>
                    <a:pt x="12841" y="19660"/>
                    <a:pt x="12774" y="19660"/>
                  </a:cubicBezTo>
                  <a:cubicBezTo>
                    <a:pt x="13138" y="19626"/>
                    <a:pt x="13831" y="19567"/>
                    <a:pt x="14483" y="19542"/>
                  </a:cubicBezTo>
                  <a:lnTo>
                    <a:pt x="14483" y="19542"/>
                  </a:lnTo>
                  <a:cubicBezTo>
                    <a:pt x="14440" y="19584"/>
                    <a:pt x="13552" y="19626"/>
                    <a:pt x="14034" y="19626"/>
                  </a:cubicBezTo>
                  <a:cubicBezTo>
                    <a:pt x="14161" y="19609"/>
                    <a:pt x="14288" y="19592"/>
                    <a:pt x="14432" y="19575"/>
                  </a:cubicBezTo>
                  <a:cubicBezTo>
                    <a:pt x="14576" y="19558"/>
                    <a:pt x="14745" y="19533"/>
                    <a:pt x="14973" y="19516"/>
                  </a:cubicBezTo>
                  <a:lnTo>
                    <a:pt x="14973" y="19516"/>
                  </a:lnTo>
                  <a:cubicBezTo>
                    <a:pt x="14898" y="19533"/>
                    <a:pt x="14918" y="19538"/>
                    <a:pt x="14970" y="19538"/>
                  </a:cubicBezTo>
                  <a:cubicBezTo>
                    <a:pt x="15029" y="19538"/>
                    <a:pt x="15131" y="19532"/>
                    <a:pt x="15169" y="19532"/>
                  </a:cubicBezTo>
                  <a:cubicBezTo>
                    <a:pt x="15179" y="19532"/>
                    <a:pt x="15185" y="19532"/>
                    <a:pt x="15185" y="19533"/>
                  </a:cubicBezTo>
                  <a:lnTo>
                    <a:pt x="15819" y="19432"/>
                  </a:lnTo>
                  <a:cubicBezTo>
                    <a:pt x="16094" y="19403"/>
                    <a:pt x="16362" y="19368"/>
                    <a:pt x="16630" y="19326"/>
                  </a:cubicBezTo>
                  <a:lnTo>
                    <a:pt x="16630" y="19326"/>
                  </a:lnTo>
                  <a:cubicBezTo>
                    <a:pt x="16561" y="19336"/>
                    <a:pt x="16482" y="19346"/>
                    <a:pt x="16394" y="19355"/>
                  </a:cubicBezTo>
                  <a:cubicBezTo>
                    <a:pt x="16817" y="19246"/>
                    <a:pt x="17198" y="19262"/>
                    <a:pt x="17739" y="19161"/>
                  </a:cubicBezTo>
                  <a:lnTo>
                    <a:pt x="17739" y="19161"/>
                  </a:lnTo>
                  <a:cubicBezTo>
                    <a:pt x="17655" y="19178"/>
                    <a:pt x="17579" y="19195"/>
                    <a:pt x="17494" y="19212"/>
                  </a:cubicBezTo>
                  <a:cubicBezTo>
                    <a:pt x="17697" y="19195"/>
                    <a:pt x="17883" y="19144"/>
                    <a:pt x="18061" y="19110"/>
                  </a:cubicBezTo>
                  <a:cubicBezTo>
                    <a:pt x="18230" y="19085"/>
                    <a:pt x="18391" y="19042"/>
                    <a:pt x="18560" y="19009"/>
                  </a:cubicBezTo>
                  <a:lnTo>
                    <a:pt x="18560" y="19034"/>
                  </a:lnTo>
                  <a:cubicBezTo>
                    <a:pt x="18594" y="18992"/>
                    <a:pt x="19304" y="18856"/>
                    <a:pt x="19457" y="18806"/>
                  </a:cubicBezTo>
                  <a:lnTo>
                    <a:pt x="19457" y="18806"/>
                  </a:lnTo>
                  <a:cubicBezTo>
                    <a:pt x="19211" y="18865"/>
                    <a:pt x="19034" y="18899"/>
                    <a:pt x="18882" y="18924"/>
                  </a:cubicBezTo>
                  <a:cubicBezTo>
                    <a:pt x="18738" y="18949"/>
                    <a:pt x="18628" y="18966"/>
                    <a:pt x="18526" y="18983"/>
                  </a:cubicBezTo>
                  <a:cubicBezTo>
                    <a:pt x="18306" y="19009"/>
                    <a:pt x="18103" y="19042"/>
                    <a:pt x="17613" y="19144"/>
                  </a:cubicBezTo>
                  <a:lnTo>
                    <a:pt x="17613" y="19144"/>
                  </a:lnTo>
                  <a:cubicBezTo>
                    <a:pt x="17976" y="19042"/>
                    <a:pt x="18239" y="18983"/>
                    <a:pt x="18628" y="18882"/>
                  </a:cubicBezTo>
                  <a:cubicBezTo>
                    <a:pt x="18704" y="18865"/>
                    <a:pt x="18780" y="18856"/>
                    <a:pt x="18856" y="18856"/>
                  </a:cubicBezTo>
                  <a:cubicBezTo>
                    <a:pt x="18983" y="18806"/>
                    <a:pt x="19110" y="18763"/>
                    <a:pt x="19245" y="18729"/>
                  </a:cubicBezTo>
                  <a:lnTo>
                    <a:pt x="19321" y="18729"/>
                  </a:lnTo>
                  <a:cubicBezTo>
                    <a:pt x="19990" y="18594"/>
                    <a:pt x="19905" y="18535"/>
                    <a:pt x="20540" y="18408"/>
                  </a:cubicBezTo>
                  <a:cubicBezTo>
                    <a:pt x="20675" y="18408"/>
                    <a:pt x="20007" y="18577"/>
                    <a:pt x="19617" y="18679"/>
                  </a:cubicBezTo>
                  <a:cubicBezTo>
                    <a:pt x="19643" y="18676"/>
                    <a:pt x="19660" y="18675"/>
                    <a:pt x="19670" y="18675"/>
                  </a:cubicBezTo>
                  <a:cubicBezTo>
                    <a:pt x="19777" y="18675"/>
                    <a:pt x="19148" y="18810"/>
                    <a:pt x="19291" y="18810"/>
                  </a:cubicBezTo>
                  <a:cubicBezTo>
                    <a:pt x="19305" y="18810"/>
                    <a:pt x="19326" y="18808"/>
                    <a:pt x="19355" y="18806"/>
                  </a:cubicBezTo>
                  <a:lnTo>
                    <a:pt x="19541" y="18746"/>
                  </a:lnTo>
                  <a:cubicBezTo>
                    <a:pt x="19621" y="18726"/>
                    <a:pt x="19665" y="18718"/>
                    <a:pt x="19681" y="18718"/>
                  </a:cubicBezTo>
                  <a:cubicBezTo>
                    <a:pt x="19704" y="18718"/>
                    <a:pt x="19667" y="18735"/>
                    <a:pt x="19592" y="18755"/>
                  </a:cubicBezTo>
                  <a:cubicBezTo>
                    <a:pt x="19694" y="18738"/>
                    <a:pt x="19795" y="18704"/>
                    <a:pt x="19888" y="18670"/>
                  </a:cubicBezTo>
                  <a:cubicBezTo>
                    <a:pt x="20207" y="18595"/>
                    <a:pt x="20315" y="18575"/>
                    <a:pt x="20344" y="18575"/>
                  </a:cubicBezTo>
                  <a:cubicBezTo>
                    <a:pt x="20380" y="18575"/>
                    <a:pt x="20297" y="18606"/>
                    <a:pt x="20345" y="18606"/>
                  </a:cubicBezTo>
                  <a:cubicBezTo>
                    <a:pt x="20380" y="18606"/>
                    <a:pt x="20489" y="18588"/>
                    <a:pt x="20776" y="18526"/>
                  </a:cubicBezTo>
                  <a:lnTo>
                    <a:pt x="20776" y="18526"/>
                  </a:lnTo>
                  <a:cubicBezTo>
                    <a:pt x="20666" y="18569"/>
                    <a:pt x="20396" y="18628"/>
                    <a:pt x="20455" y="18636"/>
                  </a:cubicBezTo>
                  <a:lnTo>
                    <a:pt x="19930" y="18738"/>
                  </a:lnTo>
                  <a:lnTo>
                    <a:pt x="19930" y="18772"/>
                  </a:lnTo>
                  <a:cubicBezTo>
                    <a:pt x="20260" y="18687"/>
                    <a:pt x="20531" y="18628"/>
                    <a:pt x="20743" y="18560"/>
                  </a:cubicBezTo>
                  <a:cubicBezTo>
                    <a:pt x="20954" y="18484"/>
                    <a:pt x="21132" y="18416"/>
                    <a:pt x="21276" y="18357"/>
                  </a:cubicBezTo>
                  <a:lnTo>
                    <a:pt x="21276" y="18357"/>
                  </a:lnTo>
                  <a:cubicBezTo>
                    <a:pt x="21071" y="18421"/>
                    <a:pt x="20999" y="18440"/>
                    <a:pt x="20979" y="18440"/>
                  </a:cubicBezTo>
                  <a:cubicBezTo>
                    <a:pt x="20950" y="18440"/>
                    <a:pt x="21029" y="18402"/>
                    <a:pt x="20981" y="18402"/>
                  </a:cubicBezTo>
                  <a:cubicBezTo>
                    <a:pt x="20966" y="18402"/>
                    <a:pt x="20937" y="18406"/>
                    <a:pt x="20886" y="18416"/>
                  </a:cubicBezTo>
                  <a:cubicBezTo>
                    <a:pt x="20979" y="18383"/>
                    <a:pt x="21081" y="18357"/>
                    <a:pt x="21182" y="18340"/>
                  </a:cubicBezTo>
                  <a:cubicBezTo>
                    <a:pt x="21215" y="18324"/>
                    <a:pt x="21500" y="18245"/>
                    <a:pt x="21482" y="18239"/>
                  </a:cubicBezTo>
                  <a:lnTo>
                    <a:pt x="21482" y="18239"/>
                  </a:lnTo>
                  <a:cubicBezTo>
                    <a:pt x="21485" y="18239"/>
                    <a:pt x="21490" y="18240"/>
                    <a:pt x="21494" y="18240"/>
                  </a:cubicBezTo>
                  <a:cubicBezTo>
                    <a:pt x="21597" y="18240"/>
                    <a:pt x="21944" y="18175"/>
                    <a:pt x="22231" y="18103"/>
                  </a:cubicBezTo>
                  <a:cubicBezTo>
                    <a:pt x="22436" y="18052"/>
                    <a:pt x="22618" y="18009"/>
                    <a:pt x="22674" y="18009"/>
                  </a:cubicBezTo>
                  <a:cubicBezTo>
                    <a:pt x="22701" y="18009"/>
                    <a:pt x="22699" y="18019"/>
                    <a:pt x="22654" y="18044"/>
                  </a:cubicBezTo>
                  <a:cubicBezTo>
                    <a:pt x="22841" y="17994"/>
                    <a:pt x="23213" y="17875"/>
                    <a:pt x="23636" y="17740"/>
                  </a:cubicBezTo>
                  <a:cubicBezTo>
                    <a:pt x="23856" y="17672"/>
                    <a:pt x="24076" y="17579"/>
                    <a:pt x="24296" y="17494"/>
                  </a:cubicBezTo>
                  <a:lnTo>
                    <a:pt x="24930" y="17266"/>
                  </a:lnTo>
                  <a:lnTo>
                    <a:pt x="24719" y="17359"/>
                  </a:lnTo>
                  <a:cubicBezTo>
                    <a:pt x="25556" y="17122"/>
                    <a:pt x="25421" y="17046"/>
                    <a:pt x="25886" y="16843"/>
                  </a:cubicBezTo>
                  <a:lnTo>
                    <a:pt x="25886" y="16843"/>
                  </a:lnTo>
                  <a:cubicBezTo>
                    <a:pt x="25791" y="16888"/>
                    <a:pt x="25762" y="16906"/>
                    <a:pt x="25773" y="16906"/>
                  </a:cubicBezTo>
                  <a:cubicBezTo>
                    <a:pt x="25813" y="16906"/>
                    <a:pt x="26306" y="16713"/>
                    <a:pt x="26436" y="16674"/>
                  </a:cubicBezTo>
                  <a:cubicBezTo>
                    <a:pt x="26808" y="16513"/>
                    <a:pt x="27079" y="16335"/>
                    <a:pt x="27595" y="16107"/>
                  </a:cubicBezTo>
                  <a:cubicBezTo>
                    <a:pt x="27764" y="16099"/>
                    <a:pt x="27925" y="16056"/>
                    <a:pt x="28077" y="15980"/>
                  </a:cubicBezTo>
                  <a:cubicBezTo>
                    <a:pt x="28145" y="15938"/>
                    <a:pt x="28221" y="15896"/>
                    <a:pt x="28288" y="15853"/>
                  </a:cubicBezTo>
                  <a:cubicBezTo>
                    <a:pt x="28601" y="15693"/>
                    <a:pt x="29024" y="15464"/>
                    <a:pt x="29236" y="15380"/>
                  </a:cubicBezTo>
                  <a:lnTo>
                    <a:pt x="29236" y="15380"/>
                  </a:lnTo>
                  <a:lnTo>
                    <a:pt x="29194" y="15396"/>
                  </a:lnTo>
                  <a:cubicBezTo>
                    <a:pt x="29413" y="15299"/>
                    <a:pt x="29500" y="15242"/>
                    <a:pt x="29473" y="15242"/>
                  </a:cubicBezTo>
                  <a:cubicBezTo>
                    <a:pt x="29455" y="15242"/>
                    <a:pt x="29389" y="15267"/>
                    <a:pt x="29278" y="15320"/>
                  </a:cubicBezTo>
                  <a:lnTo>
                    <a:pt x="29608" y="15143"/>
                  </a:lnTo>
                  <a:lnTo>
                    <a:pt x="29625" y="15143"/>
                  </a:lnTo>
                  <a:cubicBezTo>
                    <a:pt x="29845" y="15007"/>
                    <a:pt x="30048" y="14880"/>
                    <a:pt x="30285" y="14728"/>
                  </a:cubicBezTo>
                  <a:lnTo>
                    <a:pt x="30674" y="14491"/>
                  </a:lnTo>
                  <a:cubicBezTo>
                    <a:pt x="30809" y="14407"/>
                    <a:pt x="30970" y="14322"/>
                    <a:pt x="31139" y="14212"/>
                  </a:cubicBezTo>
                  <a:lnTo>
                    <a:pt x="31139" y="14212"/>
                  </a:lnTo>
                  <a:cubicBezTo>
                    <a:pt x="31113" y="14233"/>
                    <a:pt x="31108" y="14241"/>
                    <a:pt x="31116" y="14241"/>
                  </a:cubicBezTo>
                  <a:cubicBezTo>
                    <a:pt x="31141" y="14241"/>
                    <a:pt x="31305" y="14154"/>
                    <a:pt x="31322" y="14154"/>
                  </a:cubicBezTo>
                  <a:lnTo>
                    <a:pt x="31322" y="14154"/>
                  </a:lnTo>
                  <a:cubicBezTo>
                    <a:pt x="31333" y="14154"/>
                    <a:pt x="31278" y="14193"/>
                    <a:pt x="31072" y="14322"/>
                  </a:cubicBezTo>
                  <a:cubicBezTo>
                    <a:pt x="31117" y="14290"/>
                    <a:pt x="31130" y="14279"/>
                    <a:pt x="31124" y="14279"/>
                  </a:cubicBezTo>
                  <a:lnTo>
                    <a:pt x="31124" y="14279"/>
                  </a:lnTo>
                  <a:cubicBezTo>
                    <a:pt x="31108" y="14279"/>
                    <a:pt x="30948" y="14367"/>
                    <a:pt x="30911" y="14373"/>
                  </a:cubicBezTo>
                  <a:cubicBezTo>
                    <a:pt x="30682" y="14491"/>
                    <a:pt x="30496" y="14627"/>
                    <a:pt x="30395" y="14686"/>
                  </a:cubicBezTo>
                  <a:cubicBezTo>
                    <a:pt x="30407" y="14682"/>
                    <a:pt x="30416" y="14680"/>
                    <a:pt x="30423" y="14680"/>
                  </a:cubicBezTo>
                  <a:cubicBezTo>
                    <a:pt x="30461" y="14680"/>
                    <a:pt x="30405" y="14740"/>
                    <a:pt x="30319" y="14813"/>
                  </a:cubicBezTo>
                  <a:cubicBezTo>
                    <a:pt x="30420" y="14745"/>
                    <a:pt x="30589" y="14644"/>
                    <a:pt x="30767" y="14542"/>
                  </a:cubicBezTo>
                  <a:cubicBezTo>
                    <a:pt x="30860" y="14483"/>
                    <a:pt x="30962" y="14432"/>
                    <a:pt x="31055" y="14373"/>
                  </a:cubicBezTo>
                  <a:lnTo>
                    <a:pt x="31342" y="14195"/>
                  </a:lnTo>
                  <a:cubicBezTo>
                    <a:pt x="31714" y="13967"/>
                    <a:pt x="32053" y="13755"/>
                    <a:pt x="32078" y="13688"/>
                  </a:cubicBezTo>
                  <a:cubicBezTo>
                    <a:pt x="32628" y="13366"/>
                    <a:pt x="33339" y="12893"/>
                    <a:pt x="33855" y="12334"/>
                  </a:cubicBezTo>
                  <a:lnTo>
                    <a:pt x="33855" y="12334"/>
                  </a:lnTo>
                  <a:cubicBezTo>
                    <a:pt x="33833" y="12348"/>
                    <a:pt x="33800" y="12380"/>
                    <a:pt x="33795" y="12380"/>
                  </a:cubicBezTo>
                  <a:cubicBezTo>
                    <a:pt x="33794" y="12380"/>
                    <a:pt x="33794" y="12379"/>
                    <a:pt x="33795" y="12376"/>
                  </a:cubicBezTo>
                  <a:cubicBezTo>
                    <a:pt x="33948" y="12224"/>
                    <a:pt x="34092" y="12055"/>
                    <a:pt x="34218" y="11877"/>
                  </a:cubicBezTo>
                  <a:lnTo>
                    <a:pt x="34218" y="11877"/>
                  </a:lnTo>
                  <a:cubicBezTo>
                    <a:pt x="34193" y="11920"/>
                    <a:pt x="34168" y="11962"/>
                    <a:pt x="34142" y="12013"/>
                  </a:cubicBezTo>
                  <a:cubicBezTo>
                    <a:pt x="34235" y="11894"/>
                    <a:pt x="34311" y="11767"/>
                    <a:pt x="34388" y="11641"/>
                  </a:cubicBezTo>
                  <a:cubicBezTo>
                    <a:pt x="34391" y="11638"/>
                    <a:pt x="34393" y="11636"/>
                    <a:pt x="34394" y="11636"/>
                  </a:cubicBezTo>
                  <a:lnTo>
                    <a:pt x="34394" y="11636"/>
                  </a:lnTo>
                  <a:cubicBezTo>
                    <a:pt x="34401" y="11636"/>
                    <a:pt x="34392" y="11666"/>
                    <a:pt x="34371" y="11708"/>
                  </a:cubicBezTo>
                  <a:cubicBezTo>
                    <a:pt x="34362" y="11742"/>
                    <a:pt x="34345" y="11776"/>
                    <a:pt x="34328" y="11810"/>
                  </a:cubicBezTo>
                  <a:cubicBezTo>
                    <a:pt x="34303" y="11844"/>
                    <a:pt x="34278" y="11886"/>
                    <a:pt x="34261" y="11928"/>
                  </a:cubicBezTo>
                  <a:cubicBezTo>
                    <a:pt x="34220" y="11991"/>
                    <a:pt x="34180" y="12043"/>
                    <a:pt x="34175" y="12043"/>
                  </a:cubicBezTo>
                  <a:cubicBezTo>
                    <a:pt x="34172" y="12043"/>
                    <a:pt x="34177" y="12031"/>
                    <a:pt x="34193" y="12004"/>
                  </a:cubicBezTo>
                  <a:lnTo>
                    <a:pt x="34193" y="12004"/>
                  </a:lnTo>
                  <a:cubicBezTo>
                    <a:pt x="34136" y="12096"/>
                    <a:pt x="34115" y="12129"/>
                    <a:pt x="34116" y="12129"/>
                  </a:cubicBezTo>
                  <a:cubicBezTo>
                    <a:pt x="34117" y="12129"/>
                    <a:pt x="34151" y="12081"/>
                    <a:pt x="34193" y="12030"/>
                  </a:cubicBezTo>
                  <a:cubicBezTo>
                    <a:pt x="34244" y="11962"/>
                    <a:pt x="34295" y="11887"/>
                    <a:pt x="34300" y="11887"/>
                  </a:cubicBezTo>
                  <a:lnTo>
                    <a:pt x="34300" y="11887"/>
                  </a:lnTo>
                  <a:cubicBezTo>
                    <a:pt x="34303" y="11887"/>
                    <a:pt x="34295" y="11906"/>
                    <a:pt x="34269" y="11954"/>
                  </a:cubicBezTo>
                  <a:cubicBezTo>
                    <a:pt x="34209" y="12037"/>
                    <a:pt x="34134" y="12147"/>
                    <a:pt x="34077" y="12218"/>
                  </a:cubicBezTo>
                  <a:lnTo>
                    <a:pt x="34077" y="12218"/>
                  </a:lnTo>
                  <a:cubicBezTo>
                    <a:pt x="34212" y="12055"/>
                    <a:pt x="34324" y="11877"/>
                    <a:pt x="34421" y="11691"/>
                  </a:cubicBezTo>
                  <a:cubicBezTo>
                    <a:pt x="34455" y="11615"/>
                    <a:pt x="34489" y="11539"/>
                    <a:pt x="34523" y="11463"/>
                  </a:cubicBezTo>
                  <a:cubicBezTo>
                    <a:pt x="34557" y="11387"/>
                    <a:pt x="34591" y="11311"/>
                    <a:pt x="34633" y="11234"/>
                  </a:cubicBezTo>
                  <a:cubicBezTo>
                    <a:pt x="34718" y="10803"/>
                    <a:pt x="34743" y="10372"/>
                    <a:pt x="34701" y="9932"/>
                  </a:cubicBezTo>
                  <a:lnTo>
                    <a:pt x="34701" y="9932"/>
                  </a:lnTo>
                  <a:cubicBezTo>
                    <a:pt x="34705" y="9957"/>
                    <a:pt x="34707" y="9967"/>
                    <a:pt x="34709" y="9967"/>
                  </a:cubicBezTo>
                  <a:cubicBezTo>
                    <a:pt x="34712" y="9967"/>
                    <a:pt x="34703" y="9867"/>
                    <a:pt x="34684" y="9771"/>
                  </a:cubicBezTo>
                  <a:cubicBezTo>
                    <a:pt x="34672" y="9681"/>
                    <a:pt x="34660" y="9595"/>
                    <a:pt x="34666" y="9595"/>
                  </a:cubicBezTo>
                  <a:lnTo>
                    <a:pt x="34666" y="9595"/>
                  </a:lnTo>
                  <a:cubicBezTo>
                    <a:pt x="34668" y="9595"/>
                    <a:pt x="34674" y="9610"/>
                    <a:pt x="34684" y="9644"/>
                  </a:cubicBezTo>
                  <a:cubicBezTo>
                    <a:pt x="34675" y="9593"/>
                    <a:pt x="34658" y="9534"/>
                    <a:pt x="34641" y="9466"/>
                  </a:cubicBezTo>
                  <a:cubicBezTo>
                    <a:pt x="34624" y="9399"/>
                    <a:pt x="34599" y="9323"/>
                    <a:pt x="34574" y="9255"/>
                  </a:cubicBezTo>
                  <a:cubicBezTo>
                    <a:pt x="34548" y="9153"/>
                    <a:pt x="34514" y="9060"/>
                    <a:pt x="34464" y="8967"/>
                  </a:cubicBezTo>
                  <a:lnTo>
                    <a:pt x="34464" y="8967"/>
                  </a:lnTo>
                  <a:cubicBezTo>
                    <a:pt x="34489" y="9027"/>
                    <a:pt x="34514" y="9077"/>
                    <a:pt x="34531" y="9137"/>
                  </a:cubicBezTo>
                  <a:cubicBezTo>
                    <a:pt x="34557" y="9221"/>
                    <a:pt x="34591" y="9306"/>
                    <a:pt x="34608" y="9373"/>
                  </a:cubicBezTo>
                  <a:cubicBezTo>
                    <a:pt x="34540" y="9187"/>
                    <a:pt x="34514" y="9170"/>
                    <a:pt x="34421" y="8934"/>
                  </a:cubicBezTo>
                  <a:cubicBezTo>
                    <a:pt x="34416" y="8918"/>
                    <a:pt x="34417" y="8915"/>
                    <a:pt x="34419" y="8915"/>
                  </a:cubicBezTo>
                  <a:lnTo>
                    <a:pt x="34419" y="8915"/>
                  </a:lnTo>
                  <a:cubicBezTo>
                    <a:pt x="34420" y="8915"/>
                    <a:pt x="34421" y="8917"/>
                    <a:pt x="34421" y="8917"/>
                  </a:cubicBezTo>
                  <a:cubicBezTo>
                    <a:pt x="34388" y="8840"/>
                    <a:pt x="34345" y="8773"/>
                    <a:pt x="34286" y="8714"/>
                  </a:cubicBezTo>
                  <a:cubicBezTo>
                    <a:pt x="34252" y="8680"/>
                    <a:pt x="34227" y="8646"/>
                    <a:pt x="34210" y="8612"/>
                  </a:cubicBezTo>
                  <a:lnTo>
                    <a:pt x="34142" y="8502"/>
                  </a:lnTo>
                  <a:lnTo>
                    <a:pt x="34049" y="8358"/>
                  </a:lnTo>
                  <a:cubicBezTo>
                    <a:pt x="33956" y="8206"/>
                    <a:pt x="33872" y="8096"/>
                    <a:pt x="33812" y="8020"/>
                  </a:cubicBezTo>
                  <a:cubicBezTo>
                    <a:pt x="33762" y="7952"/>
                    <a:pt x="33728" y="7901"/>
                    <a:pt x="33711" y="7885"/>
                  </a:cubicBezTo>
                  <a:cubicBezTo>
                    <a:pt x="33701" y="7872"/>
                    <a:pt x="33699" y="7866"/>
                    <a:pt x="33703" y="7866"/>
                  </a:cubicBezTo>
                  <a:lnTo>
                    <a:pt x="33703" y="7866"/>
                  </a:lnTo>
                  <a:cubicBezTo>
                    <a:pt x="33713" y="7866"/>
                    <a:pt x="33756" y="7899"/>
                    <a:pt x="33804" y="7952"/>
                  </a:cubicBezTo>
                  <a:cubicBezTo>
                    <a:pt x="33937" y="8078"/>
                    <a:pt x="34121" y="8325"/>
                    <a:pt x="34132" y="8325"/>
                  </a:cubicBezTo>
                  <a:cubicBezTo>
                    <a:pt x="34134" y="8325"/>
                    <a:pt x="34132" y="8319"/>
                    <a:pt x="34125" y="8308"/>
                  </a:cubicBezTo>
                  <a:cubicBezTo>
                    <a:pt x="34100" y="8291"/>
                    <a:pt x="33998" y="8147"/>
                    <a:pt x="33872" y="7986"/>
                  </a:cubicBezTo>
                  <a:cubicBezTo>
                    <a:pt x="33745" y="7825"/>
                    <a:pt x="33584" y="7648"/>
                    <a:pt x="33491" y="7546"/>
                  </a:cubicBezTo>
                  <a:lnTo>
                    <a:pt x="33491" y="7546"/>
                  </a:lnTo>
                  <a:lnTo>
                    <a:pt x="33542" y="7588"/>
                  </a:lnTo>
                  <a:cubicBezTo>
                    <a:pt x="33432" y="7487"/>
                    <a:pt x="33263" y="7343"/>
                    <a:pt x="33153" y="7233"/>
                  </a:cubicBezTo>
                  <a:cubicBezTo>
                    <a:pt x="33068" y="7191"/>
                    <a:pt x="32916" y="7106"/>
                    <a:pt x="32823" y="7064"/>
                  </a:cubicBezTo>
                  <a:cubicBezTo>
                    <a:pt x="32662" y="6929"/>
                    <a:pt x="32476" y="6810"/>
                    <a:pt x="32298" y="6700"/>
                  </a:cubicBezTo>
                  <a:lnTo>
                    <a:pt x="32298" y="6700"/>
                  </a:lnTo>
                  <a:cubicBezTo>
                    <a:pt x="32340" y="6726"/>
                    <a:pt x="32374" y="6743"/>
                    <a:pt x="32417" y="6759"/>
                  </a:cubicBezTo>
                  <a:cubicBezTo>
                    <a:pt x="32290" y="6683"/>
                    <a:pt x="32180" y="6624"/>
                    <a:pt x="32070" y="6556"/>
                  </a:cubicBezTo>
                  <a:cubicBezTo>
                    <a:pt x="32064" y="6549"/>
                    <a:pt x="32064" y="6546"/>
                    <a:pt x="32068" y="6546"/>
                  </a:cubicBezTo>
                  <a:cubicBezTo>
                    <a:pt x="32091" y="6546"/>
                    <a:pt x="32225" y="6624"/>
                    <a:pt x="32366" y="6709"/>
                  </a:cubicBezTo>
                  <a:cubicBezTo>
                    <a:pt x="32264" y="6624"/>
                    <a:pt x="32154" y="6556"/>
                    <a:pt x="32036" y="6514"/>
                  </a:cubicBezTo>
                  <a:lnTo>
                    <a:pt x="32036" y="6514"/>
                  </a:lnTo>
                  <a:lnTo>
                    <a:pt x="32104" y="6556"/>
                  </a:lnTo>
                  <a:cubicBezTo>
                    <a:pt x="31997" y="6503"/>
                    <a:pt x="31697" y="6362"/>
                    <a:pt x="31673" y="6362"/>
                  </a:cubicBezTo>
                  <a:lnTo>
                    <a:pt x="31673" y="6362"/>
                  </a:lnTo>
                  <a:cubicBezTo>
                    <a:pt x="31662" y="6362"/>
                    <a:pt x="31701" y="6387"/>
                    <a:pt x="31824" y="6455"/>
                  </a:cubicBezTo>
                  <a:cubicBezTo>
                    <a:pt x="31503" y="6303"/>
                    <a:pt x="31418" y="6227"/>
                    <a:pt x="31198" y="6125"/>
                  </a:cubicBezTo>
                  <a:cubicBezTo>
                    <a:pt x="31196" y="6122"/>
                    <a:pt x="31198" y="6120"/>
                    <a:pt x="31201" y="6120"/>
                  </a:cubicBezTo>
                  <a:cubicBezTo>
                    <a:pt x="31219" y="6120"/>
                    <a:pt x="31292" y="6150"/>
                    <a:pt x="31308" y="6150"/>
                  </a:cubicBezTo>
                  <a:cubicBezTo>
                    <a:pt x="31316" y="6150"/>
                    <a:pt x="31311" y="6144"/>
                    <a:pt x="31283" y="6125"/>
                  </a:cubicBezTo>
                  <a:cubicBezTo>
                    <a:pt x="31072" y="6023"/>
                    <a:pt x="30936" y="5964"/>
                    <a:pt x="30750" y="5888"/>
                  </a:cubicBezTo>
                  <a:lnTo>
                    <a:pt x="30750" y="5888"/>
                  </a:lnTo>
                  <a:cubicBezTo>
                    <a:pt x="30919" y="5973"/>
                    <a:pt x="30699" y="5888"/>
                    <a:pt x="30962" y="6015"/>
                  </a:cubicBezTo>
                  <a:cubicBezTo>
                    <a:pt x="30916" y="6000"/>
                    <a:pt x="30836" y="5968"/>
                    <a:pt x="30761" y="5938"/>
                  </a:cubicBezTo>
                  <a:lnTo>
                    <a:pt x="30761" y="5938"/>
                  </a:lnTo>
                  <a:cubicBezTo>
                    <a:pt x="30806" y="5958"/>
                    <a:pt x="30850" y="5981"/>
                    <a:pt x="30894" y="6007"/>
                  </a:cubicBezTo>
                  <a:cubicBezTo>
                    <a:pt x="30600" y="5889"/>
                    <a:pt x="30297" y="5763"/>
                    <a:pt x="30003" y="5629"/>
                  </a:cubicBezTo>
                  <a:lnTo>
                    <a:pt x="30003" y="5629"/>
                  </a:lnTo>
                  <a:cubicBezTo>
                    <a:pt x="30027" y="5636"/>
                    <a:pt x="30050" y="5644"/>
                    <a:pt x="30073" y="5651"/>
                  </a:cubicBezTo>
                  <a:cubicBezTo>
                    <a:pt x="30048" y="5643"/>
                    <a:pt x="30023" y="5634"/>
                    <a:pt x="29997" y="5626"/>
                  </a:cubicBezTo>
                  <a:lnTo>
                    <a:pt x="29997" y="5626"/>
                  </a:lnTo>
                  <a:cubicBezTo>
                    <a:pt x="29999" y="5627"/>
                    <a:pt x="30001" y="5628"/>
                    <a:pt x="30003" y="5629"/>
                  </a:cubicBezTo>
                  <a:lnTo>
                    <a:pt x="30003" y="5629"/>
                  </a:lnTo>
                  <a:cubicBezTo>
                    <a:pt x="29609" y="5500"/>
                    <a:pt x="29068" y="5302"/>
                    <a:pt x="28804" y="5254"/>
                  </a:cubicBezTo>
                  <a:lnTo>
                    <a:pt x="28804" y="5254"/>
                  </a:lnTo>
                  <a:lnTo>
                    <a:pt x="28914" y="5296"/>
                  </a:lnTo>
                  <a:cubicBezTo>
                    <a:pt x="29041" y="5330"/>
                    <a:pt x="29168" y="5372"/>
                    <a:pt x="29287" y="5423"/>
                  </a:cubicBezTo>
                  <a:cubicBezTo>
                    <a:pt x="29223" y="5402"/>
                    <a:pt x="29194" y="5394"/>
                    <a:pt x="29186" y="5394"/>
                  </a:cubicBezTo>
                  <a:cubicBezTo>
                    <a:pt x="29163" y="5394"/>
                    <a:pt x="29304" y="5456"/>
                    <a:pt x="29271" y="5456"/>
                  </a:cubicBezTo>
                  <a:cubicBezTo>
                    <a:pt x="29260" y="5456"/>
                    <a:pt x="29230" y="5450"/>
                    <a:pt x="29168" y="5431"/>
                  </a:cubicBezTo>
                  <a:cubicBezTo>
                    <a:pt x="28737" y="5296"/>
                    <a:pt x="28348" y="5144"/>
                    <a:pt x="28102" y="5110"/>
                  </a:cubicBezTo>
                  <a:lnTo>
                    <a:pt x="28102" y="5110"/>
                  </a:lnTo>
                  <a:cubicBezTo>
                    <a:pt x="28517" y="5228"/>
                    <a:pt x="29067" y="5440"/>
                    <a:pt x="29236" y="5482"/>
                  </a:cubicBezTo>
                  <a:cubicBezTo>
                    <a:pt x="29151" y="5448"/>
                    <a:pt x="29067" y="5423"/>
                    <a:pt x="28974" y="5389"/>
                  </a:cubicBezTo>
                  <a:lnTo>
                    <a:pt x="28974" y="5389"/>
                  </a:lnTo>
                  <a:cubicBezTo>
                    <a:pt x="29185" y="5440"/>
                    <a:pt x="29388" y="5499"/>
                    <a:pt x="29600" y="5558"/>
                  </a:cubicBezTo>
                  <a:cubicBezTo>
                    <a:pt x="29617" y="5575"/>
                    <a:pt x="30133" y="5744"/>
                    <a:pt x="30107" y="5770"/>
                  </a:cubicBezTo>
                  <a:cubicBezTo>
                    <a:pt x="29904" y="5685"/>
                    <a:pt x="29710" y="5617"/>
                    <a:pt x="29549" y="5567"/>
                  </a:cubicBezTo>
                  <a:lnTo>
                    <a:pt x="29549" y="5567"/>
                  </a:lnTo>
                  <a:cubicBezTo>
                    <a:pt x="29566" y="5575"/>
                    <a:pt x="29710" y="5626"/>
                    <a:pt x="29870" y="5694"/>
                  </a:cubicBezTo>
                  <a:cubicBezTo>
                    <a:pt x="29995" y="5740"/>
                    <a:pt x="30130" y="5791"/>
                    <a:pt x="30236" y="5835"/>
                  </a:cubicBezTo>
                  <a:lnTo>
                    <a:pt x="30236" y="5835"/>
                  </a:lnTo>
                  <a:lnTo>
                    <a:pt x="30048" y="5753"/>
                  </a:lnTo>
                  <a:lnTo>
                    <a:pt x="30048" y="5753"/>
                  </a:lnTo>
                  <a:cubicBezTo>
                    <a:pt x="30581" y="5939"/>
                    <a:pt x="31105" y="6159"/>
                    <a:pt x="31613" y="6413"/>
                  </a:cubicBezTo>
                  <a:cubicBezTo>
                    <a:pt x="31550" y="6383"/>
                    <a:pt x="31523" y="6371"/>
                    <a:pt x="31520" y="6371"/>
                  </a:cubicBezTo>
                  <a:lnTo>
                    <a:pt x="31520" y="6371"/>
                  </a:lnTo>
                  <a:cubicBezTo>
                    <a:pt x="31514" y="6371"/>
                    <a:pt x="31587" y="6411"/>
                    <a:pt x="31664" y="6455"/>
                  </a:cubicBezTo>
                  <a:cubicBezTo>
                    <a:pt x="31751" y="6505"/>
                    <a:pt x="31844" y="6564"/>
                    <a:pt x="31827" y="6564"/>
                  </a:cubicBezTo>
                  <a:cubicBezTo>
                    <a:pt x="31822" y="6564"/>
                    <a:pt x="31803" y="6557"/>
                    <a:pt x="31765" y="6540"/>
                  </a:cubicBezTo>
                  <a:cubicBezTo>
                    <a:pt x="31672" y="6497"/>
                    <a:pt x="31596" y="6455"/>
                    <a:pt x="31511" y="6404"/>
                  </a:cubicBezTo>
                  <a:lnTo>
                    <a:pt x="31511" y="6404"/>
                  </a:lnTo>
                  <a:cubicBezTo>
                    <a:pt x="31469" y="6404"/>
                    <a:pt x="31791" y="6548"/>
                    <a:pt x="31867" y="6616"/>
                  </a:cubicBezTo>
                  <a:cubicBezTo>
                    <a:pt x="31901" y="6624"/>
                    <a:pt x="32027" y="6683"/>
                    <a:pt x="32112" y="6734"/>
                  </a:cubicBezTo>
                  <a:cubicBezTo>
                    <a:pt x="32154" y="6755"/>
                    <a:pt x="32188" y="6772"/>
                    <a:pt x="32196" y="6772"/>
                  </a:cubicBezTo>
                  <a:cubicBezTo>
                    <a:pt x="32203" y="6772"/>
                    <a:pt x="32184" y="6755"/>
                    <a:pt x="32120" y="6709"/>
                  </a:cubicBezTo>
                  <a:lnTo>
                    <a:pt x="32120" y="6709"/>
                  </a:lnTo>
                  <a:cubicBezTo>
                    <a:pt x="32340" y="6844"/>
                    <a:pt x="32552" y="6988"/>
                    <a:pt x="32755" y="7140"/>
                  </a:cubicBezTo>
                  <a:cubicBezTo>
                    <a:pt x="32752" y="7134"/>
                    <a:pt x="32752" y="7131"/>
                    <a:pt x="32755" y="7131"/>
                  </a:cubicBezTo>
                  <a:cubicBezTo>
                    <a:pt x="32769" y="7131"/>
                    <a:pt x="32841" y="7188"/>
                    <a:pt x="32924" y="7250"/>
                  </a:cubicBezTo>
                  <a:cubicBezTo>
                    <a:pt x="33026" y="7326"/>
                    <a:pt x="33136" y="7419"/>
                    <a:pt x="33178" y="7445"/>
                  </a:cubicBezTo>
                  <a:cubicBezTo>
                    <a:pt x="33237" y="7504"/>
                    <a:pt x="33296" y="7563"/>
                    <a:pt x="33356" y="7631"/>
                  </a:cubicBezTo>
                  <a:cubicBezTo>
                    <a:pt x="33169" y="7462"/>
                    <a:pt x="32966" y="7309"/>
                    <a:pt x="32763" y="7166"/>
                  </a:cubicBezTo>
                  <a:cubicBezTo>
                    <a:pt x="32704" y="7115"/>
                    <a:pt x="32628" y="7064"/>
                    <a:pt x="32560" y="7022"/>
                  </a:cubicBezTo>
                  <a:lnTo>
                    <a:pt x="32552" y="7030"/>
                  </a:lnTo>
                  <a:cubicBezTo>
                    <a:pt x="32163" y="6793"/>
                    <a:pt x="31765" y="6590"/>
                    <a:pt x="31351" y="6413"/>
                  </a:cubicBezTo>
                  <a:lnTo>
                    <a:pt x="31351" y="6413"/>
                  </a:lnTo>
                  <a:lnTo>
                    <a:pt x="31478" y="6455"/>
                  </a:lnTo>
                  <a:cubicBezTo>
                    <a:pt x="31105" y="6314"/>
                    <a:pt x="30756" y="6116"/>
                    <a:pt x="30376" y="5981"/>
                  </a:cubicBezTo>
                  <a:lnTo>
                    <a:pt x="30376" y="5981"/>
                  </a:lnTo>
                  <a:cubicBezTo>
                    <a:pt x="30371" y="5978"/>
                    <a:pt x="30361" y="5973"/>
                    <a:pt x="30344" y="5964"/>
                  </a:cubicBezTo>
                  <a:cubicBezTo>
                    <a:pt x="29999" y="5823"/>
                    <a:pt x="29798" y="5771"/>
                    <a:pt x="29567" y="5691"/>
                  </a:cubicBezTo>
                  <a:lnTo>
                    <a:pt x="29567" y="5691"/>
                  </a:lnTo>
                  <a:cubicBezTo>
                    <a:pt x="29627" y="5714"/>
                    <a:pt x="29695" y="5741"/>
                    <a:pt x="29786" y="5778"/>
                  </a:cubicBezTo>
                  <a:cubicBezTo>
                    <a:pt x="29667" y="5744"/>
                    <a:pt x="29405" y="5660"/>
                    <a:pt x="29210" y="5592"/>
                  </a:cubicBezTo>
                  <a:lnTo>
                    <a:pt x="29185" y="5609"/>
                  </a:lnTo>
                  <a:cubicBezTo>
                    <a:pt x="28931" y="5558"/>
                    <a:pt x="28694" y="5431"/>
                    <a:pt x="28441" y="5389"/>
                  </a:cubicBezTo>
                  <a:lnTo>
                    <a:pt x="28441" y="5389"/>
                  </a:lnTo>
                  <a:lnTo>
                    <a:pt x="28728" y="5491"/>
                  </a:lnTo>
                  <a:lnTo>
                    <a:pt x="28728" y="5491"/>
                  </a:lnTo>
                  <a:lnTo>
                    <a:pt x="28678" y="5474"/>
                  </a:lnTo>
                  <a:lnTo>
                    <a:pt x="28678" y="5474"/>
                  </a:lnTo>
                  <a:cubicBezTo>
                    <a:pt x="28762" y="5507"/>
                    <a:pt x="28855" y="5533"/>
                    <a:pt x="28948" y="5558"/>
                  </a:cubicBezTo>
                  <a:cubicBezTo>
                    <a:pt x="29194" y="5617"/>
                    <a:pt x="29430" y="5719"/>
                    <a:pt x="29650" y="5846"/>
                  </a:cubicBezTo>
                  <a:cubicBezTo>
                    <a:pt x="29728" y="5878"/>
                    <a:pt x="29735" y="5887"/>
                    <a:pt x="29715" y="5887"/>
                  </a:cubicBezTo>
                  <a:cubicBezTo>
                    <a:pt x="29691" y="5887"/>
                    <a:pt x="29628" y="5874"/>
                    <a:pt x="29602" y="5874"/>
                  </a:cubicBezTo>
                  <a:cubicBezTo>
                    <a:pt x="29593" y="5874"/>
                    <a:pt x="29588" y="5876"/>
                    <a:pt x="29591" y="5880"/>
                  </a:cubicBezTo>
                  <a:cubicBezTo>
                    <a:pt x="29913" y="5990"/>
                    <a:pt x="29904" y="5956"/>
                    <a:pt x="30226" y="6074"/>
                  </a:cubicBezTo>
                  <a:cubicBezTo>
                    <a:pt x="30272" y="6100"/>
                    <a:pt x="30281" y="6108"/>
                    <a:pt x="30271" y="6108"/>
                  </a:cubicBezTo>
                  <a:cubicBezTo>
                    <a:pt x="30267" y="6108"/>
                    <a:pt x="30259" y="6106"/>
                    <a:pt x="30249" y="6104"/>
                  </a:cubicBezTo>
                  <a:lnTo>
                    <a:pt x="30249" y="6104"/>
                  </a:lnTo>
                  <a:lnTo>
                    <a:pt x="30454" y="6167"/>
                  </a:lnTo>
                  <a:cubicBezTo>
                    <a:pt x="30454" y="6181"/>
                    <a:pt x="30796" y="6336"/>
                    <a:pt x="30767" y="6336"/>
                  </a:cubicBezTo>
                  <a:cubicBezTo>
                    <a:pt x="30759" y="6336"/>
                    <a:pt x="30729" y="6326"/>
                    <a:pt x="30665" y="6303"/>
                  </a:cubicBezTo>
                  <a:cubicBezTo>
                    <a:pt x="30633" y="6287"/>
                    <a:pt x="30588" y="6267"/>
                    <a:pt x="30542" y="6247"/>
                  </a:cubicBezTo>
                  <a:lnTo>
                    <a:pt x="30542" y="6247"/>
                  </a:lnTo>
                  <a:cubicBezTo>
                    <a:pt x="30748" y="6344"/>
                    <a:pt x="30997" y="6470"/>
                    <a:pt x="31198" y="6582"/>
                  </a:cubicBezTo>
                  <a:cubicBezTo>
                    <a:pt x="31427" y="6700"/>
                    <a:pt x="31596" y="6810"/>
                    <a:pt x="31579" y="6819"/>
                  </a:cubicBezTo>
                  <a:cubicBezTo>
                    <a:pt x="31791" y="6946"/>
                    <a:pt x="31740" y="6895"/>
                    <a:pt x="32087" y="7115"/>
                  </a:cubicBezTo>
                  <a:cubicBezTo>
                    <a:pt x="32120" y="7132"/>
                    <a:pt x="32154" y="7140"/>
                    <a:pt x="32197" y="7149"/>
                  </a:cubicBezTo>
                  <a:cubicBezTo>
                    <a:pt x="32276" y="7175"/>
                    <a:pt x="32350" y="7212"/>
                    <a:pt x="32415" y="7259"/>
                  </a:cubicBezTo>
                  <a:lnTo>
                    <a:pt x="32415" y="7259"/>
                  </a:lnTo>
                  <a:cubicBezTo>
                    <a:pt x="32339" y="7199"/>
                    <a:pt x="32264" y="7144"/>
                    <a:pt x="32188" y="7089"/>
                  </a:cubicBezTo>
                  <a:lnTo>
                    <a:pt x="32002" y="6988"/>
                  </a:lnTo>
                  <a:lnTo>
                    <a:pt x="32002" y="6988"/>
                  </a:lnTo>
                  <a:cubicBezTo>
                    <a:pt x="32104" y="7047"/>
                    <a:pt x="32205" y="7115"/>
                    <a:pt x="32307" y="7182"/>
                  </a:cubicBezTo>
                  <a:cubicBezTo>
                    <a:pt x="32112" y="7064"/>
                    <a:pt x="32137" y="7089"/>
                    <a:pt x="32070" y="7072"/>
                  </a:cubicBezTo>
                  <a:cubicBezTo>
                    <a:pt x="31833" y="6929"/>
                    <a:pt x="31681" y="6836"/>
                    <a:pt x="31562" y="6759"/>
                  </a:cubicBezTo>
                  <a:cubicBezTo>
                    <a:pt x="31435" y="6683"/>
                    <a:pt x="31342" y="6624"/>
                    <a:pt x="31215" y="6556"/>
                  </a:cubicBezTo>
                  <a:lnTo>
                    <a:pt x="31215" y="6556"/>
                  </a:lnTo>
                  <a:cubicBezTo>
                    <a:pt x="31350" y="6604"/>
                    <a:pt x="31545" y="6705"/>
                    <a:pt x="31575" y="6705"/>
                  </a:cubicBezTo>
                  <a:cubicBezTo>
                    <a:pt x="31582" y="6705"/>
                    <a:pt x="31579" y="6699"/>
                    <a:pt x="31562" y="6683"/>
                  </a:cubicBezTo>
                  <a:lnTo>
                    <a:pt x="31562" y="6683"/>
                  </a:lnTo>
                  <a:cubicBezTo>
                    <a:pt x="31799" y="6836"/>
                    <a:pt x="31850" y="6810"/>
                    <a:pt x="32120" y="6996"/>
                  </a:cubicBezTo>
                  <a:lnTo>
                    <a:pt x="32061" y="6971"/>
                  </a:lnTo>
                  <a:lnTo>
                    <a:pt x="32061" y="6971"/>
                  </a:lnTo>
                  <a:cubicBezTo>
                    <a:pt x="32298" y="7098"/>
                    <a:pt x="32315" y="7140"/>
                    <a:pt x="32501" y="7250"/>
                  </a:cubicBezTo>
                  <a:cubicBezTo>
                    <a:pt x="32498" y="7249"/>
                    <a:pt x="32496" y="7248"/>
                    <a:pt x="32496" y="7248"/>
                  </a:cubicBezTo>
                  <a:lnTo>
                    <a:pt x="32496" y="7248"/>
                  </a:lnTo>
                  <a:cubicBezTo>
                    <a:pt x="32493" y="7248"/>
                    <a:pt x="32513" y="7263"/>
                    <a:pt x="32527" y="7284"/>
                  </a:cubicBezTo>
                  <a:cubicBezTo>
                    <a:pt x="32642" y="7364"/>
                    <a:pt x="32680" y="7387"/>
                    <a:pt x="32686" y="7387"/>
                  </a:cubicBezTo>
                  <a:cubicBezTo>
                    <a:pt x="32696" y="7387"/>
                    <a:pt x="32647" y="7345"/>
                    <a:pt x="32654" y="7345"/>
                  </a:cubicBezTo>
                  <a:lnTo>
                    <a:pt x="32654" y="7345"/>
                  </a:lnTo>
                  <a:cubicBezTo>
                    <a:pt x="32659" y="7345"/>
                    <a:pt x="32696" y="7369"/>
                    <a:pt x="32814" y="7453"/>
                  </a:cubicBezTo>
                  <a:cubicBezTo>
                    <a:pt x="33136" y="7732"/>
                    <a:pt x="32890" y="7580"/>
                    <a:pt x="32975" y="7665"/>
                  </a:cubicBezTo>
                  <a:cubicBezTo>
                    <a:pt x="32758" y="7494"/>
                    <a:pt x="32705" y="7466"/>
                    <a:pt x="32687" y="7466"/>
                  </a:cubicBezTo>
                  <a:cubicBezTo>
                    <a:pt x="32683" y="7466"/>
                    <a:pt x="32681" y="7468"/>
                    <a:pt x="32679" y="7470"/>
                  </a:cubicBezTo>
                  <a:cubicBezTo>
                    <a:pt x="32677" y="7471"/>
                    <a:pt x="32676" y="7473"/>
                    <a:pt x="32673" y="7473"/>
                  </a:cubicBezTo>
                  <a:cubicBezTo>
                    <a:pt x="32659" y="7473"/>
                    <a:pt x="32608" y="7443"/>
                    <a:pt x="32340" y="7267"/>
                  </a:cubicBezTo>
                  <a:lnTo>
                    <a:pt x="32340" y="7267"/>
                  </a:lnTo>
                  <a:cubicBezTo>
                    <a:pt x="32324" y="7301"/>
                    <a:pt x="32569" y="7462"/>
                    <a:pt x="32873" y="7724"/>
                  </a:cubicBezTo>
                  <a:cubicBezTo>
                    <a:pt x="32813" y="7664"/>
                    <a:pt x="32809" y="7650"/>
                    <a:pt x="32822" y="7650"/>
                  </a:cubicBezTo>
                  <a:cubicBezTo>
                    <a:pt x="32833" y="7650"/>
                    <a:pt x="32859" y="7661"/>
                    <a:pt x="32871" y="7661"/>
                  </a:cubicBezTo>
                  <a:cubicBezTo>
                    <a:pt x="32887" y="7661"/>
                    <a:pt x="32878" y="7641"/>
                    <a:pt x="32780" y="7546"/>
                  </a:cubicBezTo>
                  <a:lnTo>
                    <a:pt x="32780" y="7546"/>
                  </a:lnTo>
                  <a:cubicBezTo>
                    <a:pt x="33017" y="7732"/>
                    <a:pt x="33136" y="7808"/>
                    <a:pt x="33246" y="7910"/>
                  </a:cubicBezTo>
                  <a:cubicBezTo>
                    <a:pt x="33313" y="7961"/>
                    <a:pt x="33372" y="8020"/>
                    <a:pt x="33432" y="8079"/>
                  </a:cubicBezTo>
                  <a:cubicBezTo>
                    <a:pt x="33466" y="8121"/>
                    <a:pt x="33499" y="8164"/>
                    <a:pt x="33533" y="8214"/>
                  </a:cubicBezTo>
                  <a:cubicBezTo>
                    <a:pt x="33575" y="8274"/>
                    <a:pt x="33618" y="8333"/>
                    <a:pt x="33660" y="8392"/>
                  </a:cubicBezTo>
                  <a:lnTo>
                    <a:pt x="33643" y="8384"/>
                  </a:lnTo>
                  <a:lnTo>
                    <a:pt x="33643" y="8384"/>
                  </a:lnTo>
                  <a:lnTo>
                    <a:pt x="33736" y="8494"/>
                  </a:lnTo>
                  <a:lnTo>
                    <a:pt x="33821" y="8604"/>
                  </a:lnTo>
                  <a:cubicBezTo>
                    <a:pt x="33855" y="8654"/>
                    <a:pt x="33880" y="8714"/>
                    <a:pt x="33905" y="8773"/>
                  </a:cubicBezTo>
                  <a:cubicBezTo>
                    <a:pt x="33939" y="8824"/>
                    <a:pt x="33965" y="8883"/>
                    <a:pt x="33982" y="8942"/>
                  </a:cubicBezTo>
                  <a:cubicBezTo>
                    <a:pt x="33855" y="8747"/>
                    <a:pt x="33719" y="8494"/>
                    <a:pt x="33592" y="8358"/>
                  </a:cubicBezTo>
                  <a:lnTo>
                    <a:pt x="33592" y="8358"/>
                  </a:lnTo>
                  <a:cubicBezTo>
                    <a:pt x="33652" y="8451"/>
                    <a:pt x="33702" y="8536"/>
                    <a:pt x="33745" y="8612"/>
                  </a:cubicBezTo>
                  <a:cubicBezTo>
                    <a:pt x="33795" y="8688"/>
                    <a:pt x="33838" y="8747"/>
                    <a:pt x="33880" y="8824"/>
                  </a:cubicBezTo>
                  <a:cubicBezTo>
                    <a:pt x="33990" y="8984"/>
                    <a:pt x="34083" y="9170"/>
                    <a:pt x="34142" y="9365"/>
                  </a:cubicBezTo>
                  <a:cubicBezTo>
                    <a:pt x="34161" y="9443"/>
                    <a:pt x="34166" y="9475"/>
                    <a:pt x="34161" y="9475"/>
                  </a:cubicBezTo>
                  <a:cubicBezTo>
                    <a:pt x="34153" y="9475"/>
                    <a:pt x="34117" y="9384"/>
                    <a:pt x="34075" y="9272"/>
                  </a:cubicBezTo>
                  <a:cubicBezTo>
                    <a:pt x="34032" y="9137"/>
                    <a:pt x="33965" y="9010"/>
                    <a:pt x="33880" y="8891"/>
                  </a:cubicBezTo>
                  <a:lnTo>
                    <a:pt x="33880" y="8891"/>
                  </a:lnTo>
                  <a:cubicBezTo>
                    <a:pt x="33922" y="8959"/>
                    <a:pt x="33948" y="9027"/>
                    <a:pt x="33982" y="9103"/>
                  </a:cubicBezTo>
                  <a:cubicBezTo>
                    <a:pt x="34005" y="9174"/>
                    <a:pt x="34014" y="9230"/>
                    <a:pt x="34008" y="9230"/>
                  </a:cubicBezTo>
                  <a:cubicBezTo>
                    <a:pt x="34008" y="9230"/>
                    <a:pt x="34007" y="9230"/>
                    <a:pt x="34007" y="9230"/>
                  </a:cubicBezTo>
                  <a:cubicBezTo>
                    <a:pt x="33990" y="9170"/>
                    <a:pt x="33973" y="9120"/>
                    <a:pt x="33956" y="9077"/>
                  </a:cubicBezTo>
                  <a:lnTo>
                    <a:pt x="33905" y="8984"/>
                  </a:lnTo>
                  <a:cubicBezTo>
                    <a:pt x="33888" y="8942"/>
                    <a:pt x="33863" y="8900"/>
                    <a:pt x="33838" y="8866"/>
                  </a:cubicBezTo>
                  <a:cubicBezTo>
                    <a:pt x="33795" y="8790"/>
                    <a:pt x="33762" y="8714"/>
                    <a:pt x="33618" y="8485"/>
                  </a:cubicBezTo>
                  <a:lnTo>
                    <a:pt x="33618" y="8485"/>
                  </a:lnTo>
                  <a:cubicBezTo>
                    <a:pt x="33664" y="8549"/>
                    <a:pt x="33680" y="8570"/>
                    <a:pt x="33682" y="8570"/>
                  </a:cubicBezTo>
                  <a:cubicBezTo>
                    <a:pt x="33687" y="8570"/>
                    <a:pt x="33626" y="8474"/>
                    <a:pt x="33637" y="8474"/>
                  </a:cubicBezTo>
                  <a:lnTo>
                    <a:pt x="33637" y="8474"/>
                  </a:lnTo>
                  <a:cubicBezTo>
                    <a:pt x="33639" y="8474"/>
                    <a:pt x="33640" y="8475"/>
                    <a:pt x="33643" y="8477"/>
                  </a:cubicBezTo>
                  <a:cubicBezTo>
                    <a:pt x="33618" y="8443"/>
                    <a:pt x="33584" y="8401"/>
                    <a:pt x="33559" y="8367"/>
                  </a:cubicBezTo>
                  <a:lnTo>
                    <a:pt x="33415" y="8181"/>
                  </a:lnTo>
                  <a:cubicBezTo>
                    <a:pt x="33288" y="8045"/>
                    <a:pt x="33136" y="7885"/>
                    <a:pt x="33009" y="7758"/>
                  </a:cubicBezTo>
                  <a:cubicBezTo>
                    <a:pt x="33004" y="7756"/>
                    <a:pt x="33000" y="7755"/>
                    <a:pt x="32998" y="7755"/>
                  </a:cubicBezTo>
                  <a:cubicBezTo>
                    <a:pt x="32979" y="7755"/>
                    <a:pt x="33027" y="7810"/>
                    <a:pt x="33102" y="7885"/>
                  </a:cubicBezTo>
                  <a:cubicBezTo>
                    <a:pt x="33195" y="7978"/>
                    <a:pt x="33279" y="8079"/>
                    <a:pt x="33356" y="8181"/>
                  </a:cubicBezTo>
                  <a:cubicBezTo>
                    <a:pt x="33508" y="8333"/>
                    <a:pt x="33635" y="8511"/>
                    <a:pt x="33736" y="8697"/>
                  </a:cubicBezTo>
                  <a:cubicBezTo>
                    <a:pt x="33829" y="8874"/>
                    <a:pt x="33914" y="9052"/>
                    <a:pt x="33990" y="9204"/>
                  </a:cubicBezTo>
                  <a:cubicBezTo>
                    <a:pt x="34052" y="9358"/>
                    <a:pt x="34059" y="9409"/>
                    <a:pt x="34053" y="9409"/>
                  </a:cubicBezTo>
                  <a:cubicBezTo>
                    <a:pt x="34050" y="9409"/>
                    <a:pt x="34045" y="9402"/>
                    <a:pt x="34041" y="9390"/>
                  </a:cubicBezTo>
                  <a:cubicBezTo>
                    <a:pt x="34024" y="9348"/>
                    <a:pt x="34007" y="9306"/>
                    <a:pt x="33982" y="9272"/>
                  </a:cubicBezTo>
                  <a:lnTo>
                    <a:pt x="33982" y="9272"/>
                  </a:lnTo>
                  <a:cubicBezTo>
                    <a:pt x="33998" y="9356"/>
                    <a:pt x="34032" y="9433"/>
                    <a:pt x="34075" y="9517"/>
                  </a:cubicBezTo>
                  <a:cubicBezTo>
                    <a:pt x="34078" y="9517"/>
                    <a:pt x="34080" y="9513"/>
                    <a:pt x="34083" y="9513"/>
                  </a:cubicBezTo>
                  <a:cubicBezTo>
                    <a:pt x="34086" y="9513"/>
                    <a:pt x="34090" y="9521"/>
                    <a:pt x="34100" y="9560"/>
                  </a:cubicBezTo>
                  <a:cubicBezTo>
                    <a:pt x="34168" y="9754"/>
                    <a:pt x="34201" y="9966"/>
                    <a:pt x="34201" y="10177"/>
                  </a:cubicBezTo>
                  <a:lnTo>
                    <a:pt x="34201" y="10287"/>
                  </a:lnTo>
                  <a:cubicBezTo>
                    <a:pt x="34193" y="10312"/>
                    <a:pt x="34185" y="10355"/>
                    <a:pt x="34185" y="10389"/>
                  </a:cubicBezTo>
                  <a:cubicBezTo>
                    <a:pt x="34185" y="10465"/>
                    <a:pt x="34168" y="10549"/>
                    <a:pt x="34159" y="10659"/>
                  </a:cubicBezTo>
                  <a:cubicBezTo>
                    <a:pt x="34142" y="10930"/>
                    <a:pt x="34058" y="11201"/>
                    <a:pt x="33931" y="11446"/>
                  </a:cubicBezTo>
                  <a:cubicBezTo>
                    <a:pt x="33762" y="11750"/>
                    <a:pt x="33542" y="12021"/>
                    <a:pt x="33279" y="12250"/>
                  </a:cubicBezTo>
                  <a:cubicBezTo>
                    <a:pt x="33297" y="12229"/>
                    <a:pt x="33299" y="12222"/>
                    <a:pt x="33293" y="12222"/>
                  </a:cubicBezTo>
                  <a:cubicBezTo>
                    <a:pt x="33282" y="12222"/>
                    <a:pt x="33242" y="12247"/>
                    <a:pt x="33220" y="12258"/>
                  </a:cubicBezTo>
                  <a:cubicBezTo>
                    <a:pt x="33153" y="12343"/>
                    <a:pt x="33076" y="12427"/>
                    <a:pt x="33000" y="12503"/>
                  </a:cubicBezTo>
                  <a:cubicBezTo>
                    <a:pt x="32933" y="12554"/>
                    <a:pt x="32873" y="12605"/>
                    <a:pt x="32679" y="12766"/>
                  </a:cubicBezTo>
                  <a:cubicBezTo>
                    <a:pt x="32797" y="12689"/>
                    <a:pt x="32907" y="12605"/>
                    <a:pt x="33026" y="12529"/>
                  </a:cubicBezTo>
                  <a:lnTo>
                    <a:pt x="33026" y="12529"/>
                  </a:lnTo>
                  <a:cubicBezTo>
                    <a:pt x="32797" y="12732"/>
                    <a:pt x="32543" y="12918"/>
                    <a:pt x="32281" y="13070"/>
                  </a:cubicBezTo>
                  <a:cubicBezTo>
                    <a:pt x="32337" y="13040"/>
                    <a:pt x="32367" y="13027"/>
                    <a:pt x="32377" y="13027"/>
                  </a:cubicBezTo>
                  <a:cubicBezTo>
                    <a:pt x="32399" y="13027"/>
                    <a:pt x="32310" y="13097"/>
                    <a:pt x="32180" y="13180"/>
                  </a:cubicBezTo>
                  <a:cubicBezTo>
                    <a:pt x="31994" y="13299"/>
                    <a:pt x="31731" y="13459"/>
                    <a:pt x="31621" y="13535"/>
                  </a:cubicBezTo>
                  <a:cubicBezTo>
                    <a:pt x="31317" y="13705"/>
                    <a:pt x="31038" y="13916"/>
                    <a:pt x="30860" y="13992"/>
                  </a:cubicBezTo>
                  <a:lnTo>
                    <a:pt x="30894" y="13958"/>
                  </a:lnTo>
                  <a:lnTo>
                    <a:pt x="30894" y="13958"/>
                  </a:lnTo>
                  <a:cubicBezTo>
                    <a:pt x="30750" y="14051"/>
                    <a:pt x="30598" y="14128"/>
                    <a:pt x="30454" y="14204"/>
                  </a:cubicBezTo>
                  <a:lnTo>
                    <a:pt x="30479" y="14136"/>
                  </a:lnTo>
                  <a:lnTo>
                    <a:pt x="30479" y="14136"/>
                  </a:lnTo>
                  <a:cubicBezTo>
                    <a:pt x="30196" y="14282"/>
                    <a:pt x="29877" y="14490"/>
                    <a:pt x="29902" y="14490"/>
                  </a:cubicBezTo>
                  <a:cubicBezTo>
                    <a:pt x="29905" y="14490"/>
                    <a:pt x="29911" y="14488"/>
                    <a:pt x="29921" y="14483"/>
                  </a:cubicBezTo>
                  <a:lnTo>
                    <a:pt x="29921" y="14483"/>
                  </a:lnTo>
                  <a:cubicBezTo>
                    <a:pt x="29775" y="14558"/>
                    <a:pt x="29730" y="14578"/>
                    <a:pt x="29721" y="14578"/>
                  </a:cubicBezTo>
                  <a:cubicBezTo>
                    <a:pt x="29710" y="14578"/>
                    <a:pt x="29749" y="14550"/>
                    <a:pt x="29731" y="14550"/>
                  </a:cubicBezTo>
                  <a:cubicBezTo>
                    <a:pt x="29730" y="14550"/>
                    <a:pt x="29728" y="14550"/>
                    <a:pt x="29726" y="14551"/>
                  </a:cubicBezTo>
                  <a:cubicBezTo>
                    <a:pt x="29896" y="14441"/>
                    <a:pt x="30268" y="14187"/>
                    <a:pt x="30395" y="14161"/>
                  </a:cubicBezTo>
                  <a:lnTo>
                    <a:pt x="30395" y="14161"/>
                  </a:lnTo>
                  <a:cubicBezTo>
                    <a:pt x="30361" y="14178"/>
                    <a:pt x="30327" y="14195"/>
                    <a:pt x="30293" y="14221"/>
                  </a:cubicBezTo>
                  <a:cubicBezTo>
                    <a:pt x="31123" y="13781"/>
                    <a:pt x="30561" y="14016"/>
                    <a:pt x="30922" y="13786"/>
                  </a:cubicBezTo>
                  <a:lnTo>
                    <a:pt x="30922" y="13786"/>
                  </a:lnTo>
                  <a:cubicBezTo>
                    <a:pt x="30720" y="13912"/>
                    <a:pt x="30548" y="13972"/>
                    <a:pt x="30336" y="14111"/>
                  </a:cubicBezTo>
                  <a:cubicBezTo>
                    <a:pt x="30226" y="14170"/>
                    <a:pt x="29794" y="14424"/>
                    <a:pt x="29583" y="14567"/>
                  </a:cubicBezTo>
                  <a:cubicBezTo>
                    <a:pt x="29811" y="14424"/>
                    <a:pt x="30048" y="14297"/>
                    <a:pt x="30285" y="14187"/>
                  </a:cubicBezTo>
                  <a:lnTo>
                    <a:pt x="30285" y="14187"/>
                  </a:lnTo>
                  <a:cubicBezTo>
                    <a:pt x="30082" y="14297"/>
                    <a:pt x="30065" y="14339"/>
                    <a:pt x="29879" y="14424"/>
                  </a:cubicBezTo>
                  <a:lnTo>
                    <a:pt x="29938" y="14381"/>
                  </a:lnTo>
                  <a:lnTo>
                    <a:pt x="29726" y="14517"/>
                  </a:lnTo>
                  <a:cubicBezTo>
                    <a:pt x="29625" y="14559"/>
                    <a:pt x="29532" y="14601"/>
                    <a:pt x="29439" y="14652"/>
                  </a:cubicBezTo>
                  <a:cubicBezTo>
                    <a:pt x="29387" y="14682"/>
                    <a:pt x="29344" y="14704"/>
                    <a:pt x="29337" y="14704"/>
                  </a:cubicBezTo>
                  <a:cubicBezTo>
                    <a:pt x="29330" y="14704"/>
                    <a:pt x="29356" y="14685"/>
                    <a:pt x="29439" y="14635"/>
                  </a:cubicBezTo>
                  <a:lnTo>
                    <a:pt x="29439" y="14635"/>
                  </a:lnTo>
                  <a:cubicBezTo>
                    <a:pt x="29134" y="14796"/>
                    <a:pt x="29337" y="14711"/>
                    <a:pt x="29067" y="14855"/>
                  </a:cubicBezTo>
                  <a:cubicBezTo>
                    <a:pt x="29253" y="14770"/>
                    <a:pt x="29439" y="14677"/>
                    <a:pt x="29617" y="14584"/>
                  </a:cubicBezTo>
                  <a:lnTo>
                    <a:pt x="29617" y="14610"/>
                  </a:lnTo>
                  <a:cubicBezTo>
                    <a:pt x="29464" y="14703"/>
                    <a:pt x="29312" y="14787"/>
                    <a:pt x="29151" y="14855"/>
                  </a:cubicBezTo>
                  <a:lnTo>
                    <a:pt x="29185" y="14872"/>
                  </a:lnTo>
                  <a:lnTo>
                    <a:pt x="28779" y="15050"/>
                  </a:lnTo>
                  <a:cubicBezTo>
                    <a:pt x="28781" y="15049"/>
                    <a:pt x="28782" y="15049"/>
                    <a:pt x="28783" y="15049"/>
                  </a:cubicBezTo>
                  <a:cubicBezTo>
                    <a:pt x="28821" y="15049"/>
                    <a:pt x="28531" y="15186"/>
                    <a:pt x="28449" y="15227"/>
                  </a:cubicBezTo>
                  <a:cubicBezTo>
                    <a:pt x="28229" y="15329"/>
                    <a:pt x="28348" y="15210"/>
                    <a:pt x="27992" y="15422"/>
                  </a:cubicBezTo>
                  <a:lnTo>
                    <a:pt x="28018" y="15413"/>
                  </a:lnTo>
                  <a:lnTo>
                    <a:pt x="28018" y="15413"/>
                  </a:lnTo>
                  <a:cubicBezTo>
                    <a:pt x="27806" y="15515"/>
                    <a:pt x="27679" y="15583"/>
                    <a:pt x="27366" y="15709"/>
                  </a:cubicBezTo>
                  <a:cubicBezTo>
                    <a:pt x="27397" y="15694"/>
                    <a:pt x="27425" y="15678"/>
                    <a:pt x="27454" y="15665"/>
                  </a:cubicBezTo>
                  <a:lnTo>
                    <a:pt x="27454" y="15665"/>
                  </a:lnTo>
                  <a:cubicBezTo>
                    <a:pt x="27251" y="15750"/>
                    <a:pt x="26998" y="15872"/>
                    <a:pt x="26766" y="15980"/>
                  </a:cubicBezTo>
                  <a:cubicBezTo>
                    <a:pt x="26647" y="16039"/>
                    <a:pt x="26529" y="16090"/>
                    <a:pt x="26419" y="16124"/>
                  </a:cubicBezTo>
                  <a:cubicBezTo>
                    <a:pt x="26343" y="16158"/>
                    <a:pt x="26267" y="16183"/>
                    <a:pt x="26182" y="16200"/>
                  </a:cubicBezTo>
                  <a:cubicBezTo>
                    <a:pt x="26207" y="16166"/>
                    <a:pt x="26393" y="16107"/>
                    <a:pt x="26393" y="16073"/>
                  </a:cubicBezTo>
                  <a:cubicBezTo>
                    <a:pt x="26520" y="16031"/>
                    <a:pt x="26647" y="15989"/>
                    <a:pt x="26766" y="15929"/>
                  </a:cubicBezTo>
                  <a:cubicBezTo>
                    <a:pt x="26850" y="15887"/>
                    <a:pt x="26909" y="15853"/>
                    <a:pt x="26977" y="15819"/>
                  </a:cubicBezTo>
                  <a:cubicBezTo>
                    <a:pt x="27189" y="15701"/>
                    <a:pt x="27409" y="15591"/>
                    <a:pt x="27637" y="15506"/>
                  </a:cubicBezTo>
                  <a:cubicBezTo>
                    <a:pt x="27640" y="15508"/>
                    <a:pt x="27644" y="15509"/>
                    <a:pt x="27649" y="15509"/>
                  </a:cubicBezTo>
                  <a:cubicBezTo>
                    <a:pt x="27699" y="15509"/>
                    <a:pt x="27846" y="15431"/>
                    <a:pt x="28001" y="15354"/>
                  </a:cubicBezTo>
                  <a:cubicBezTo>
                    <a:pt x="28136" y="15261"/>
                    <a:pt x="28288" y="15193"/>
                    <a:pt x="28441" y="15143"/>
                  </a:cubicBezTo>
                  <a:lnTo>
                    <a:pt x="28441" y="15143"/>
                  </a:lnTo>
                  <a:cubicBezTo>
                    <a:pt x="28288" y="15210"/>
                    <a:pt x="28119" y="15312"/>
                    <a:pt x="27992" y="15380"/>
                  </a:cubicBezTo>
                  <a:cubicBezTo>
                    <a:pt x="27875" y="15442"/>
                    <a:pt x="27793" y="15490"/>
                    <a:pt x="27802" y="15490"/>
                  </a:cubicBezTo>
                  <a:cubicBezTo>
                    <a:pt x="27803" y="15490"/>
                    <a:pt x="27804" y="15490"/>
                    <a:pt x="27806" y="15490"/>
                  </a:cubicBezTo>
                  <a:lnTo>
                    <a:pt x="28035" y="15380"/>
                  </a:lnTo>
                  <a:lnTo>
                    <a:pt x="28271" y="15261"/>
                  </a:lnTo>
                  <a:cubicBezTo>
                    <a:pt x="28432" y="15185"/>
                    <a:pt x="28576" y="15109"/>
                    <a:pt x="28669" y="15067"/>
                  </a:cubicBezTo>
                  <a:lnTo>
                    <a:pt x="28669" y="15067"/>
                  </a:lnTo>
                  <a:cubicBezTo>
                    <a:pt x="28615" y="15087"/>
                    <a:pt x="28581" y="15096"/>
                    <a:pt x="28564" y="15096"/>
                  </a:cubicBezTo>
                  <a:cubicBezTo>
                    <a:pt x="28523" y="15096"/>
                    <a:pt x="28567" y="15049"/>
                    <a:pt x="28644" y="14990"/>
                  </a:cubicBezTo>
                  <a:lnTo>
                    <a:pt x="28644" y="14990"/>
                  </a:lnTo>
                  <a:cubicBezTo>
                    <a:pt x="28534" y="15058"/>
                    <a:pt x="28407" y="15126"/>
                    <a:pt x="28255" y="15193"/>
                  </a:cubicBezTo>
                  <a:lnTo>
                    <a:pt x="28018" y="15312"/>
                  </a:lnTo>
                  <a:cubicBezTo>
                    <a:pt x="27933" y="15346"/>
                    <a:pt x="27848" y="15380"/>
                    <a:pt x="27764" y="15413"/>
                  </a:cubicBezTo>
                  <a:cubicBezTo>
                    <a:pt x="27417" y="15557"/>
                    <a:pt x="27045" y="15718"/>
                    <a:pt x="26715" y="15862"/>
                  </a:cubicBezTo>
                  <a:lnTo>
                    <a:pt x="26808" y="15862"/>
                  </a:lnTo>
                  <a:cubicBezTo>
                    <a:pt x="26632" y="15948"/>
                    <a:pt x="26574" y="15973"/>
                    <a:pt x="26562" y="15973"/>
                  </a:cubicBezTo>
                  <a:cubicBezTo>
                    <a:pt x="26545" y="15973"/>
                    <a:pt x="26617" y="15925"/>
                    <a:pt x="26585" y="15925"/>
                  </a:cubicBezTo>
                  <a:cubicBezTo>
                    <a:pt x="26568" y="15925"/>
                    <a:pt x="26522" y="15938"/>
                    <a:pt x="26419" y="15980"/>
                  </a:cubicBezTo>
                  <a:lnTo>
                    <a:pt x="26241" y="16090"/>
                  </a:lnTo>
                  <a:lnTo>
                    <a:pt x="26207" y="16099"/>
                  </a:lnTo>
                  <a:lnTo>
                    <a:pt x="25894" y="16259"/>
                  </a:lnTo>
                  <a:cubicBezTo>
                    <a:pt x="26123" y="16166"/>
                    <a:pt x="26004" y="16183"/>
                    <a:pt x="26267" y="16099"/>
                  </a:cubicBezTo>
                  <a:cubicBezTo>
                    <a:pt x="26326" y="16076"/>
                    <a:pt x="26355" y="16068"/>
                    <a:pt x="26363" y="16068"/>
                  </a:cubicBezTo>
                  <a:cubicBezTo>
                    <a:pt x="26387" y="16068"/>
                    <a:pt x="26251" y="16137"/>
                    <a:pt x="26207" y="16175"/>
                  </a:cubicBezTo>
                  <a:cubicBezTo>
                    <a:pt x="26087" y="16213"/>
                    <a:pt x="25755" y="16350"/>
                    <a:pt x="25732" y="16350"/>
                  </a:cubicBezTo>
                  <a:cubicBezTo>
                    <a:pt x="25724" y="16350"/>
                    <a:pt x="25752" y="16334"/>
                    <a:pt x="25835" y="16293"/>
                  </a:cubicBezTo>
                  <a:lnTo>
                    <a:pt x="25835" y="16293"/>
                  </a:lnTo>
                  <a:lnTo>
                    <a:pt x="25251" y="16564"/>
                  </a:lnTo>
                  <a:cubicBezTo>
                    <a:pt x="25302" y="16535"/>
                    <a:pt x="25353" y="16500"/>
                    <a:pt x="25409" y="16474"/>
                  </a:cubicBezTo>
                  <a:lnTo>
                    <a:pt x="25409" y="16474"/>
                  </a:lnTo>
                  <a:cubicBezTo>
                    <a:pt x="25275" y="16530"/>
                    <a:pt x="25140" y="16593"/>
                    <a:pt x="25006" y="16640"/>
                  </a:cubicBezTo>
                  <a:lnTo>
                    <a:pt x="25015" y="16623"/>
                  </a:lnTo>
                  <a:lnTo>
                    <a:pt x="25015" y="16623"/>
                  </a:lnTo>
                  <a:cubicBezTo>
                    <a:pt x="24668" y="16767"/>
                    <a:pt x="24177" y="16945"/>
                    <a:pt x="23915" y="17063"/>
                  </a:cubicBezTo>
                  <a:cubicBezTo>
                    <a:pt x="24050" y="17024"/>
                    <a:pt x="24111" y="17008"/>
                    <a:pt x="24126" y="17008"/>
                  </a:cubicBezTo>
                  <a:cubicBezTo>
                    <a:pt x="24178" y="17008"/>
                    <a:pt x="23649" y="17198"/>
                    <a:pt x="23695" y="17198"/>
                  </a:cubicBezTo>
                  <a:cubicBezTo>
                    <a:pt x="23628" y="17219"/>
                    <a:pt x="23571" y="17230"/>
                    <a:pt x="23540" y="17230"/>
                  </a:cubicBezTo>
                  <a:cubicBezTo>
                    <a:pt x="23520" y="17230"/>
                    <a:pt x="23511" y="17225"/>
                    <a:pt x="23517" y="17215"/>
                  </a:cubicBezTo>
                  <a:cubicBezTo>
                    <a:pt x="23526" y="17190"/>
                    <a:pt x="23619" y="17139"/>
                    <a:pt x="23839" y="17046"/>
                  </a:cubicBezTo>
                  <a:cubicBezTo>
                    <a:pt x="23974" y="17021"/>
                    <a:pt x="24279" y="16885"/>
                    <a:pt x="24507" y="16801"/>
                  </a:cubicBezTo>
                  <a:lnTo>
                    <a:pt x="24507" y="16801"/>
                  </a:lnTo>
                  <a:cubicBezTo>
                    <a:pt x="24202" y="16894"/>
                    <a:pt x="24118" y="16945"/>
                    <a:pt x="23881" y="17029"/>
                  </a:cubicBezTo>
                  <a:cubicBezTo>
                    <a:pt x="23911" y="17015"/>
                    <a:pt x="23919" y="17009"/>
                    <a:pt x="23912" y="17009"/>
                  </a:cubicBezTo>
                  <a:cubicBezTo>
                    <a:pt x="23884" y="17009"/>
                    <a:pt x="23621" y="17099"/>
                    <a:pt x="23575" y="17099"/>
                  </a:cubicBezTo>
                  <a:cubicBezTo>
                    <a:pt x="23570" y="17099"/>
                    <a:pt x="23568" y="17099"/>
                    <a:pt x="23568" y="17097"/>
                  </a:cubicBezTo>
                  <a:cubicBezTo>
                    <a:pt x="23695" y="17021"/>
                    <a:pt x="23839" y="16961"/>
                    <a:pt x="23991" y="16919"/>
                  </a:cubicBezTo>
                  <a:cubicBezTo>
                    <a:pt x="24137" y="16869"/>
                    <a:pt x="24195" y="16854"/>
                    <a:pt x="24209" y="16854"/>
                  </a:cubicBezTo>
                  <a:cubicBezTo>
                    <a:pt x="24234" y="16854"/>
                    <a:pt x="24145" y="16895"/>
                    <a:pt x="24150" y="16895"/>
                  </a:cubicBezTo>
                  <a:cubicBezTo>
                    <a:pt x="24152" y="16895"/>
                    <a:pt x="24159" y="16892"/>
                    <a:pt x="24177" y="16885"/>
                  </a:cubicBezTo>
                  <a:cubicBezTo>
                    <a:pt x="24312" y="16877"/>
                    <a:pt x="24803" y="16657"/>
                    <a:pt x="25082" y="16564"/>
                  </a:cubicBezTo>
                  <a:cubicBezTo>
                    <a:pt x="25108" y="16564"/>
                    <a:pt x="25015" y="16598"/>
                    <a:pt x="24972" y="16615"/>
                  </a:cubicBezTo>
                  <a:cubicBezTo>
                    <a:pt x="25226" y="16530"/>
                    <a:pt x="25471" y="16420"/>
                    <a:pt x="25717" y="16293"/>
                  </a:cubicBezTo>
                  <a:lnTo>
                    <a:pt x="25717" y="16293"/>
                  </a:lnTo>
                  <a:lnTo>
                    <a:pt x="25141" y="16547"/>
                  </a:lnTo>
                  <a:cubicBezTo>
                    <a:pt x="25124" y="16553"/>
                    <a:pt x="25114" y="16555"/>
                    <a:pt x="25111" y="16555"/>
                  </a:cubicBezTo>
                  <a:cubicBezTo>
                    <a:pt x="25093" y="16555"/>
                    <a:pt x="25210" y="16498"/>
                    <a:pt x="25184" y="16498"/>
                  </a:cubicBezTo>
                  <a:cubicBezTo>
                    <a:pt x="25177" y="16498"/>
                    <a:pt x="25159" y="16502"/>
                    <a:pt x="25125" y="16513"/>
                  </a:cubicBezTo>
                  <a:cubicBezTo>
                    <a:pt x="24998" y="16564"/>
                    <a:pt x="24837" y="16623"/>
                    <a:pt x="24659" y="16682"/>
                  </a:cubicBezTo>
                  <a:lnTo>
                    <a:pt x="24693" y="16657"/>
                  </a:lnTo>
                  <a:lnTo>
                    <a:pt x="24693" y="16657"/>
                  </a:lnTo>
                  <a:cubicBezTo>
                    <a:pt x="24507" y="16716"/>
                    <a:pt x="24279" y="16792"/>
                    <a:pt x="24050" y="16877"/>
                  </a:cubicBezTo>
                  <a:cubicBezTo>
                    <a:pt x="23813" y="16961"/>
                    <a:pt x="23576" y="17055"/>
                    <a:pt x="23365" y="17122"/>
                  </a:cubicBezTo>
                  <a:cubicBezTo>
                    <a:pt x="23289" y="17198"/>
                    <a:pt x="23086" y="17300"/>
                    <a:pt x="22925" y="17410"/>
                  </a:cubicBezTo>
                  <a:lnTo>
                    <a:pt x="22451" y="17554"/>
                  </a:lnTo>
                  <a:cubicBezTo>
                    <a:pt x="22291" y="17604"/>
                    <a:pt x="22130" y="17655"/>
                    <a:pt x="21969" y="17697"/>
                  </a:cubicBezTo>
                  <a:lnTo>
                    <a:pt x="20985" y="17950"/>
                  </a:lnTo>
                  <a:lnTo>
                    <a:pt x="20985" y="17950"/>
                  </a:lnTo>
                  <a:cubicBezTo>
                    <a:pt x="20985" y="17950"/>
                    <a:pt x="20985" y="17949"/>
                    <a:pt x="20985" y="17949"/>
                  </a:cubicBezTo>
                  <a:lnTo>
                    <a:pt x="20985" y="17949"/>
                  </a:lnTo>
                  <a:cubicBezTo>
                    <a:pt x="20983" y="17950"/>
                    <a:pt x="20981" y="17951"/>
                    <a:pt x="20979" y="17951"/>
                  </a:cubicBezTo>
                  <a:lnTo>
                    <a:pt x="20985" y="17950"/>
                  </a:lnTo>
                  <a:lnTo>
                    <a:pt x="20985" y="17950"/>
                  </a:lnTo>
                  <a:cubicBezTo>
                    <a:pt x="20991" y="17958"/>
                    <a:pt x="20984" y="17970"/>
                    <a:pt x="20963" y="17985"/>
                  </a:cubicBezTo>
                  <a:cubicBezTo>
                    <a:pt x="20861" y="18002"/>
                    <a:pt x="20726" y="18044"/>
                    <a:pt x="20616" y="18061"/>
                  </a:cubicBezTo>
                  <a:cubicBezTo>
                    <a:pt x="20536" y="18079"/>
                    <a:pt x="20470" y="18093"/>
                    <a:pt x="20440" y="18093"/>
                  </a:cubicBezTo>
                  <a:cubicBezTo>
                    <a:pt x="20428" y="18093"/>
                    <a:pt x="20421" y="18091"/>
                    <a:pt x="20421" y="18087"/>
                  </a:cubicBezTo>
                  <a:cubicBezTo>
                    <a:pt x="20227" y="18163"/>
                    <a:pt x="19643" y="18315"/>
                    <a:pt x="19761" y="18315"/>
                  </a:cubicBezTo>
                  <a:lnTo>
                    <a:pt x="19685" y="18332"/>
                  </a:lnTo>
                  <a:cubicBezTo>
                    <a:pt x="19558" y="18349"/>
                    <a:pt x="19406" y="18366"/>
                    <a:pt x="19195" y="18400"/>
                  </a:cubicBezTo>
                  <a:cubicBezTo>
                    <a:pt x="18991" y="18433"/>
                    <a:pt x="18729" y="18476"/>
                    <a:pt x="18391" y="18535"/>
                  </a:cubicBezTo>
                  <a:cubicBezTo>
                    <a:pt x="18264" y="18552"/>
                    <a:pt x="18247" y="18577"/>
                    <a:pt x="18281" y="18594"/>
                  </a:cubicBezTo>
                  <a:cubicBezTo>
                    <a:pt x="18137" y="18611"/>
                    <a:pt x="18002" y="18628"/>
                    <a:pt x="17875" y="18653"/>
                  </a:cubicBezTo>
                  <a:cubicBezTo>
                    <a:pt x="17985" y="18611"/>
                    <a:pt x="18112" y="18586"/>
                    <a:pt x="18230" y="18560"/>
                  </a:cubicBezTo>
                  <a:lnTo>
                    <a:pt x="18230" y="18560"/>
                  </a:lnTo>
                  <a:lnTo>
                    <a:pt x="17714" y="18653"/>
                  </a:lnTo>
                  <a:cubicBezTo>
                    <a:pt x="17536" y="18679"/>
                    <a:pt x="17367" y="18696"/>
                    <a:pt x="17190" y="18721"/>
                  </a:cubicBezTo>
                  <a:lnTo>
                    <a:pt x="17266" y="18696"/>
                  </a:lnTo>
                  <a:lnTo>
                    <a:pt x="16860" y="18772"/>
                  </a:lnTo>
                  <a:cubicBezTo>
                    <a:pt x="17023" y="18742"/>
                    <a:pt x="17255" y="18716"/>
                    <a:pt x="17344" y="18716"/>
                  </a:cubicBezTo>
                  <a:cubicBezTo>
                    <a:pt x="17379" y="18716"/>
                    <a:pt x="17391" y="18720"/>
                    <a:pt x="17367" y="18729"/>
                  </a:cubicBezTo>
                  <a:cubicBezTo>
                    <a:pt x="16902" y="18823"/>
                    <a:pt x="16631" y="18831"/>
                    <a:pt x="16242" y="18916"/>
                  </a:cubicBezTo>
                  <a:cubicBezTo>
                    <a:pt x="16242" y="18865"/>
                    <a:pt x="16107" y="18882"/>
                    <a:pt x="16234" y="18831"/>
                  </a:cubicBezTo>
                  <a:lnTo>
                    <a:pt x="16276" y="18831"/>
                  </a:lnTo>
                  <a:cubicBezTo>
                    <a:pt x="16513" y="18763"/>
                    <a:pt x="16741" y="18713"/>
                    <a:pt x="16978" y="18670"/>
                  </a:cubicBezTo>
                  <a:lnTo>
                    <a:pt x="16978" y="18670"/>
                  </a:lnTo>
                  <a:cubicBezTo>
                    <a:pt x="16547" y="18721"/>
                    <a:pt x="16386" y="18746"/>
                    <a:pt x="16242" y="18763"/>
                  </a:cubicBezTo>
                  <a:cubicBezTo>
                    <a:pt x="16166" y="18780"/>
                    <a:pt x="16098" y="18789"/>
                    <a:pt x="15997" y="18797"/>
                  </a:cubicBezTo>
                  <a:lnTo>
                    <a:pt x="15574" y="18839"/>
                  </a:lnTo>
                  <a:lnTo>
                    <a:pt x="15574" y="18839"/>
                  </a:lnTo>
                  <a:cubicBezTo>
                    <a:pt x="15506" y="18814"/>
                    <a:pt x="16268" y="18729"/>
                    <a:pt x="16090" y="18729"/>
                  </a:cubicBezTo>
                  <a:lnTo>
                    <a:pt x="16801" y="18645"/>
                  </a:lnTo>
                  <a:lnTo>
                    <a:pt x="16801" y="18645"/>
                  </a:lnTo>
                  <a:cubicBezTo>
                    <a:pt x="16741" y="18653"/>
                    <a:pt x="16674" y="18670"/>
                    <a:pt x="16614" y="18687"/>
                  </a:cubicBezTo>
                  <a:cubicBezTo>
                    <a:pt x="17097" y="18594"/>
                    <a:pt x="17283" y="18603"/>
                    <a:pt x="17646" y="18510"/>
                  </a:cubicBezTo>
                  <a:cubicBezTo>
                    <a:pt x="17674" y="18506"/>
                    <a:pt x="17690" y="18504"/>
                    <a:pt x="17698" y="18504"/>
                  </a:cubicBezTo>
                  <a:cubicBezTo>
                    <a:pt x="17722" y="18504"/>
                    <a:pt x="17652" y="18522"/>
                    <a:pt x="17587" y="18535"/>
                  </a:cubicBezTo>
                  <a:cubicBezTo>
                    <a:pt x="17527" y="18547"/>
                    <a:pt x="17468" y="18559"/>
                    <a:pt x="17483" y="18559"/>
                  </a:cubicBezTo>
                  <a:cubicBezTo>
                    <a:pt x="17489" y="18559"/>
                    <a:pt x="17508" y="18557"/>
                    <a:pt x="17545" y="18552"/>
                  </a:cubicBezTo>
                  <a:lnTo>
                    <a:pt x="17545" y="18552"/>
                  </a:lnTo>
                  <a:cubicBezTo>
                    <a:pt x="17359" y="18586"/>
                    <a:pt x="17181" y="18628"/>
                    <a:pt x="17012" y="18687"/>
                  </a:cubicBezTo>
                  <a:cubicBezTo>
                    <a:pt x="17156" y="18679"/>
                    <a:pt x="17300" y="18653"/>
                    <a:pt x="17435" y="18611"/>
                  </a:cubicBezTo>
                  <a:cubicBezTo>
                    <a:pt x="17553" y="18577"/>
                    <a:pt x="17672" y="18543"/>
                    <a:pt x="17799" y="18518"/>
                  </a:cubicBezTo>
                  <a:lnTo>
                    <a:pt x="18154" y="18476"/>
                  </a:lnTo>
                  <a:cubicBezTo>
                    <a:pt x="18227" y="18461"/>
                    <a:pt x="18242" y="18457"/>
                    <a:pt x="18229" y="18457"/>
                  </a:cubicBezTo>
                  <a:cubicBezTo>
                    <a:pt x="18207" y="18457"/>
                    <a:pt x="18114" y="18468"/>
                    <a:pt x="18081" y="18468"/>
                  </a:cubicBezTo>
                  <a:cubicBezTo>
                    <a:pt x="18075" y="18468"/>
                    <a:pt x="18071" y="18468"/>
                    <a:pt x="18069" y="18467"/>
                  </a:cubicBezTo>
                  <a:cubicBezTo>
                    <a:pt x="18332" y="18416"/>
                    <a:pt x="18433" y="18416"/>
                    <a:pt x="18628" y="18383"/>
                  </a:cubicBezTo>
                  <a:cubicBezTo>
                    <a:pt x="18588" y="18383"/>
                    <a:pt x="18515" y="18390"/>
                    <a:pt x="18480" y="18390"/>
                  </a:cubicBezTo>
                  <a:cubicBezTo>
                    <a:pt x="18463" y="18390"/>
                    <a:pt x="18456" y="18388"/>
                    <a:pt x="18467" y="18383"/>
                  </a:cubicBezTo>
                  <a:cubicBezTo>
                    <a:pt x="18779" y="18342"/>
                    <a:pt x="19098" y="18277"/>
                    <a:pt x="19395" y="18242"/>
                  </a:cubicBezTo>
                  <a:lnTo>
                    <a:pt x="19395" y="18242"/>
                  </a:lnTo>
                  <a:cubicBezTo>
                    <a:pt x="19392" y="18242"/>
                    <a:pt x="19389" y="18242"/>
                    <a:pt x="19386" y="18242"/>
                  </a:cubicBezTo>
                  <a:cubicBezTo>
                    <a:pt x="19313" y="18242"/>
                    <a:pt x="19623" y="18143"/>
                    <a:pt x="19753" y="18112"/>
                  </a:cubicBezTo>
                  <a:lnTo>
                    <a:pt x="19753" y="18112"/>
                  </a:lnTo>
                  <a:lnTo>
                    <a:pt x="19127" y="18213"/>
                  </a:lnTo>
                  <a:cubicBezTo>
                    <a:pt x="18729" y="18290"/>
                    <a:pt x="18408" y="18349"/>
                    <a:pt x="18078" y="18408"/>
                  </a:cubicBezTo>
                  <a:lnTo>
                    <a:pt x="17570" y="18501"/>
                  </a:lnTo>
                  <a:lnTo>
                    <a:pt x="16987" y="18594"/>
                  </a:lnTo>
                  <a:lnTo>
                    <a:pt x="17029" y="18569"/>
                  </a:lnTo>
                  <a:lnTo>
                    <a:pt x="17029" y="18569"/>
                  </a:lnTo>
                  <a:cubicBezTo>
                    <a:pt x="15675" y="18721"/>
                    <a:pt x="15912" y="18797"/>
                    <a:pt x="14753" y="18924"/>
                  </a:cubicBezTo>
                  <a:cubicBezTo>
                    <a:pt x="14718" y="18918"/>
                    <a:pt x="14682" y="18915"/>
                    <a:pt x="14647" y="18915"/>
                  </a:cubicBezTo>
                  <a:cubicBezTo>
                    <a:pt x="14589" y="18915"/>
                    <a:pt x="14532" y="18922"/>
                    <a:pt x="14474" y="18933"/>
                  </a:cubicBezTo>
                  <a:cubicBezTo>
                    <a:pt x="14401" y="18937"/>
                    <a:pt x="14330" y="18942"/>
                    <a:pt x="14289" y="18942"/>
                  </a:cubicBezTo>
                  <a:cubicBezTo>
                    <a:pt x="14258" y="18942"/>
                    <a:pt x="14243" y="18940"/>
                    <a:pt x="14254" y="18933"/>
                  </a:cubicBezTo>
                  <a:cubicBezTo>
                    <a:pt x="14610" y="18916"/>
                    <a:pt x="14533" y="18899"/>
                    <a:pt x="14432" y="18890"/>
                  </a:cubicBezTo>
                  <a:lnTo>
                    <a:pt x="14432" y="18890"/>
                  </a:lnTo>
                  <a:cubicBezTo>
                    <a:pt x="14187" y="18933"/>
                    <a:pt x="13941" y="18958"/>
                    <a:pt x="13704" y="18958"/>
                  </a:cubicBezTo>
                  <a:cubicBezTo>
                    <a:pt x="13848" y="18933"/>
                    <a:pt x="13493" y="18941"/>
                    <a:pt x="13882" y="18907"/>
                  </a:cubicBezTo>
                  <a:lnTo>
                    <a:pt x="13882" y="18907"/>
                  </a:lnTo>
                  <a:cubicBezTo>
                    <a:pt x="13510" y="18916"/>
                    <a:pt x="13146" y="18949"/>
                    <a:pt x="12782" y="19000"/>
                  </a:cubicBezTo>
                  <a:cubicBezTo>
                    <a:pt x="12585" y="19012"/>
                    <a:pt x="12464" y="19016"/>
                    <a:pt x="12384" y="19016"/>
                  </a:cubicBezTo>
                  <a:cubicBezTo>
                    <a:pt x="12180" y="19016"/>
                    <a:pt x="12247" y="18989"/>
                    <a:pt x="12012" y="18989"/>
                  </a:cubicBezTo>
                  <a:cubicBezTo>
                    <a:pt x="11933" y="18989"/>
                    <a:pt x="11819" y="18992"/>
                    <a:pt x="11649" y="19000"/>
                  </a:cubicBezTo>
                  <a:lnTo>
                    <a:pt x="11784" y="18983"/>
                  </a:lnTo>
                  <a:cubicBezTo>
                    <a:pt x="11598" y="18983"/>
                    <a:pt x="11420" y="18992"/>
                    <a:pt x="11243" y="18992"/>
                  </a:cubicBezTo>
                  <a:cubicBezTo>
                    <a:pt x="11302" y="19000"/>
                    <a:pt x="11361" y="19009"/>
                    <a:pt x="11420" y="19009"/>
                  </a:cubicBezTo>
                  <a:cubicBezTo>
                    <a:pt x="11209" y="19026"/>
                    <a:pt x="10997" y="19026"/>
                    <a:pt x="10786" y="19026"/>
                  </a:cubicBezTo>
                  <a:cubicBezTo>
                    <a:pt x="10388" y="19034"/>
                    <a:pt x="10938" y="19051"/>
                    <a:pt x="10887" y="19068"/>
                  </a:cubicBezTo>
                  <a:lnTo>
                    <a:pt x="11023" y="19042"/>
                  </a:lnTo>
                  <a:cubicBezTo>
                    <a:pt x="11107" y="19042"/>
                    <a:pt x="11207" y="19046"/>
                    <a:pt x="11302" y="19046"/>
                  </a:cubicBezTo>
                  <a:cubicBezTo>
                    <a:pt x="11349" y="19046"/>
                    <a:pt x="11395" y="19045"/>
                    <a:pt x="11437" y="19042"/>
                  </a:cubicBezTo>
                  <a:cubicBezTo>
                    <a:pt x="11480" y="19038"/>
                    <a:pt x="11524" y="19036"/>
                    <a:pt x="11568" y="19036"/>
                  </a:cubicBezTo>
                  <a:cubicBezTo>
                    <a:pt x="11613" y="19036"/>
                    <a:pt x="11657" y="19038"/>
                    <a:pt x="11699" y="19042"/>
                  </a:cubicBezTo>
                  <a:cubicBezTo>
                    <a:pt x="11539" y="19051"/>
                    <a:pt x="11370" y="19059"/>
                    <a:pt x="11209" y="19085"/>
                  </a:cubicBezTo>
                  <a:cubicBezTo>
                    <a:pt x="11344" y="19085"/>
                    <a:pt x="11480" y="19076"/>
                    <a:pt x="11615" y="19068"/>
                  </a:cubicBezTo>
                  <a:lnTo>
                    <a:pt x="11742" y="19093"/>
                  </a:lnTo>
                  <a:cubicBezTo>
                    <a:pt x="12148" y="19085"/>
                    <a:pt x="12452" y="19085"/>
                    <a:pt x="12698" y="19051"/>
                  </a:cubicBezTo>
                  <a:cubicBezTo>
                    <a:pt x="12679" y="19050"/>
                    <a:pt x="12660" y="19050"/>
                    <a:pt x="12643" y="19050"/>
                  </a:cubicBezTo>
                  <a:cubicBezTo>
                    <a:pt x="12523" y="19050"/>
                    <a:pt x="12435" y="19069"/>
                    <a:pt x="12324" y="19069"/>
                  </a:cubicBezTo>
                  <a:cubicBezTo>
                    <a:pt x="12308" y="19069"/>
                    <a:pt x="12292" y="19069"/>
                    <a:pt x="12275" y="19068"/>
                  </a:cubicBezTo>
                  <a:cubicBezTo>
                    <a:pt x="12469" y="19026"/>
                    <a:pt x="12968" y="19017"/>
                    <a:pt x="13451" y="18966"/>
                  </a:cubicBezTo>
                  <a:cubicBezTo>
                    <a:pt x="13468" y="18983"/>
                    <a:pt x="13620" y="18975"/>
                    <a:pt x="13552" y="18983"/>
                  </a:cubicBezTo>
                  <a:cubicBezTo>
                    <a:pt x="13510" y="18992"/>
                    <a:pt x="13459" y="18992"/>
                    <a:pt x="13417" y="18992"/>
                  </a:cubicBezTo>
                  <a:cubicBezTo>
                    <a:pt x="13443" y="19005"/>
                    <a:pt x="13289" y="19023"/>
                    <a:pt x="13423" y="19023"/>
                  </a:cubicBezTo>
                  <a:cubicBezTo>
                    <a:pt x="13464" y="19023"/>
                    <a:pt x="13531" y="19021"/>
                    <a:pt x="13637" y="19017"/>
                  </a:cubicBezTo>
                  <a:lnTo>
                    <a:pt x="13637" y="19017"/>
                  </a:lnTo>
                  <a:cubicBezTo>
                    <a:pt x="13476" y="19051"/>
                    <a:pt x="13138" y="19110"/>
                    <a:pt x="13146" y="19119"/>
                  </a:cubicBezTo>
                  <a:lnTo>
                    <a:pt x="12935" y="19136"/>
                  </a:lnTo>
                  <a:lnTo>
                    <a:pt x="12706" y="19144"/>
                  </a:lnTo>
                  <a:lnTo>
                    <a:pt x="12300" y="19144"/>
                  </a:lnTo>
                  <a:lnTo>
                    <a:pt x="12317" y="19136"/>
                  </a:lnTo>
                  <a:cubicBezTo>
                    <a:pt x="12141" y="19136"/>
                    <a:pt x="11815" y="19161"/>
                    <a:pt x="11655" y="19161"/>
                  </a:cubicBezTo>
                  <a:cubicBezTo>
                    <a:pt x="11607" y="19161"/>
                    <a:pt x="11574" y="19158"/>
                    <a:pt x="11564" y="19152"/>
                  </a:cubicBezTo>
                  <a:cubicBezTo>
                    <a:pt x="11420" y="19161"/>
                    <a:pt x="11031" y="19161"/>
                    <a:pt x="11429" y="19178"/>
                  </a:cubicBezTo>
                  <a:lnTo>
                    <a:pt x="10777" y="19178"/>
                  </a:lnTo>
                  <a:cubicBezTo>
                    <a:pt x="10887" y="19136"/>
                    <a:pt x="10270" y="19110"/>
                    <a:pt x="10921" y="19093"/>
                  </a:cubicBezTo>
                  <a:lnTo>
                    <a:pt x="10490" y="19093"/>
                  </a:lnTo>
                  <a:cubicBezTo>
                    <a:pt x="10718" y="19068"/>
                    <a:pt x="10380" y="19051"/>
                    <a:pt x="10025" y="19042"/>
                  </a:cubicBezTo>
                  <a:lnTo>
                    <a:pt x="9940" y="19068"/>
                  </a:lnTo>
                  <a:cubicBezTo>
                    <a:pt x="9635" y="19042"/>
                    <a:pt x="9458" y="19000"/>
                    <a:pt x="9043" y="18983"/>
                  </a:cubicBezTo>
                  <a:cubicBezTo>
                    <a:pt x="8730" y="18992"/>
                    <a:pt x="8400" y="19017"/>
                    <a:pt x="8087" y="19017"/>
                  </a:cubicBezTo>
                  <a:lnTo>
                    <a:pt x="7808" y="18992"/>
                  </a:lnTo>
                  <a:cubicBezTo>
                    <a:pt x="7681" y="18966"/>
                    <a:pt x="7267" y="18924"/>
                    <a:pt x="7436" y="18916"/>
                  </a:cubicBezTo>
                  <a:cubicBezTo>
                    <a:pt x="7422" y="18910"/>
                    <a:pt x="7428" y="18907"/>
                    <a:pt x="7450" y="18907"/>
                  </a:cubicBezTo>
                  <a:cubicBezTo>
                    <a:pt x="7493" y="18907"/>
                    <a:pt x="7597" y="18918"/>
                    <a:pt x="7715" y="18941"/>
                  </a:cubicBezTo>
                  <a:cubicBezTo>
                    <a:pt x="7728" y="18945"/>
                    <a:pt x="7724" y="18945"/>
                    <a:pt x="7719" y="18945"/>
                  </a:cubicBezTo>
                  <a:cubicBezTo>
                    <a:pt x="7715" y="18945"/>
                    <a:pt x="7711" y="18945"/>
                    <a:pt x="7724" y="18949"/>
                  </a:cubicBezTo>
                  <a:cubicBezTo>
                    <a:pt x="7783" y="18941"/>
                    <a:pt x="7800" y="18924"/>
                    <a:pt x="7588" y="18882"/>
                  </a:cubicBezTo>
                  <a:lnTo>
                    <a:pt x="7588" y="18882"/>
                  </a:lnTo>
                  <a:cubicBezTo>
                    <a:pt x="7724" y="18899"/>
                    <a:pt x="7859" y="18916"/>
                    <a:pt x="7994" y="18916"/>
                  </a:cubicBezTo>
                  <a:lnTo>
                    <a:pt x="7766" y="18890"/>
                  </a:lnTo>
                  <a:lnTo>
                    <a:pt x="7766" y="18890"/>
                  </a:lnTo>
                  <a:cubicBezTo>
                    <a:pt x="7935" y="18907"/>
                    <a:pt x="8155" y="18916"/>
                    <a:pt x="8324" y="18916"/>
                  </a:cubicBezTo>
                  <a:cubicBezTo>
                    <a:pt x="8351" y="18918"/>
                    <a:pt x="8379" y="18919"/>
                    <a:pt x="8406" y="18919"/>
                  </a:cubicBezTo>
                  <a:cubicBezTo>
                    <a:pt x="8479" y="18919"/>
                    <a:pt x="8552" y="18911"/>
                    <a:pt x="8620" y="18899"/>
                  </a:cubicBezTo>
                  <a:lnTo>
                    <a:pt x="8620" y="18899"/>
                  </a:lnTo>
                  <a:cubicBezTo>
                    <a:pt x="8591" y="18900"/>
                    <a:pt x="8562" y="18901"/>
                    <a:pt x="8533" y="18901"/>
                  </a:cubicBezTo>
                  <a:cubicBezTo>
                    <a:pt x="8393" y="18901"/>
                    <a:pt x="8254" y="18884"/>
                    <a:pt x="8121" y="18856"/>
                  </a:cubicBezTo>
                  <a:lnTo>
                    <a:pt x="8121" y="18856"/>
                  </a:lnTo>
                  <a:cubicBezTo>
                    <a:pt x="8177" y="18860"/>
                    <a:pt x="8262" y="18862"/>
                    <a:pt x="8327" y="18862"/>
                  </a:cubicBezTo>
                  <a:cubicBezTo>
                    <a:pt x="8417" y="18862"/>
                    <a:pt x="8466" y="18858"/>
                    <a:pt x="8333" y="18848"/>
                  </a:cubicBezTo>
                  <a:lnTo>
                    <a:pt x="8333" y="18848"/>
                  </a:lnTo>
                  <a:cubicBezTo>
                    <a:pt x="8324" y="18849"/>
                    <a:pt x="8311" y="18849"/>
                    <a:pt x="8295" y="18849"/>
                  </a:cubicBezTo>
                  <a:cubicBezTo>
                    <a:pt x="8206" y="18849"/>
                    <a:pt x="8018" y="18839"/>
                    <a:pt x="7944" y="18839"/>
                  </a:cubicBezTo>
                  <a:cubicBezTo>
                    <a:pt x="7888" y="18839"/>
                    <a:pt x="7899" y="18845"/>
                    <a:pt x="8070" y="18865"/>
                  </a:cubicBezTo>
                  <a:lnTo>
                    <a:pt x="7749" y="18848"/>
                  </a:lnTo>
                  <a:cubicBezTo>
                    <a:pt x="7639" y="18839"/>
                    <a:pt x="7529" y="18831"/>
                    <a:pt x="7419" y="18814"/>
                  </a:cubicBezTo>
                  <a:lnTo>
                    <a:pt x="7419" y="18814"/>
                  </a:lnTo>
                  <a:cubicBezTo>
                    <a:pt x="7454" y="18815"/>
                    <a:pt x="7481" y="18816"/>
                    <a:pt x="7502" y="18816"/>
                  </a:cubicBezTo>
                  <a:cubicBezTo>
                    <a:pt x="7633" y="18816"/>
                    <a:pt x="7521" y="18795"/>
                    <a:pt x="7580" y="18780"/>
                  </a:cubicBezTo>
                  <a:cubicBezTo>
                    <a:pt x="7552" y="18777"/>
                    <a:pt x="7523" y="18776"/>
                    <a:pt x="7495" y="18776"/>
                  </a:cubicBezTo>
                  <a:cubicBezTo>
                    <a:pt x="7439" y="18776"/>
                    <a:pt x="7382" y="18783"/>
                    <a:pt x="7326" y="18806"/>
                  </a:cubicBezTo>
                  <a:cubicBezTo>
                    <a:pt x="7174" y="18780"/>
                    <a:pt x="7038" y="18746"/>
                    <a:pt x="6920" y="18721"/>
                  </a:cubicBezTo>
                  <a:cubicBezTo>
                    <a:pt x="6801" y="18696"/>
                    <a:pt x="6692" y="18670"/>
                    <a:pt x="6582" y="18636"/>
                  </a:cubicBezTo>
                  <a:cubicBezTo>
                    <a:pt x="6463" y="18611"/>
                    <a:pt x="6353" y="18586"/>
                    <a:pt x="6226" y="18560"/>
                  </a:cubicBezTo>
                  <a:cubicBezTo>
                    <a:pt x="6099" y="18526"/>
                    <a:pt x="5947" y="18493"/>
                    <a:pt x="5778" y="18467"/>
                  </a:cubicBezTo>
                  <a:cubicBezTo>
                    <a:pt x="5770" y="18466"/>
                    <a:pt x="5767" y="18465"/>
                    <a:pt x="5766" y="18465"/>
                  </a:cubicBezTo>
                  <a:lnTo>
                    <a:pt x="5766" y="18465"/>
                  </a:lnTo>
                  <a:cubicBezTo>
                    <a:pt x="5765" y="18465"/>
                    <a:pt x="6187" y="18544"/>
                    <a:pt x="6125" y="18552"/>
                  </a:cubicBezTo>
                  <a:cubicBezTo>
                    <a:pt x="5617" y="18476"/>
                    <a:pt x="5482" y="18366"/>
                    <a:pt x="5059" y="18264"/>
                  </a:cubicBezTo>
                  <a:lnTo>
                    <a:pt x="5059" y="18264"/>
                  </a:lnTo>
                  <a:cubicBezTo>
                    <a:pt x="5093" y="18281"/>
                    <a:pt x="5127" y="18307"/>
                    <a:pt x="5160" y="18332"/>
                  </a:cubicBezTo>
                  <a:cubicBezTo>
                    <a:pt x="5033" y="18298"/>
                    <a:pt x="4712" y="18205"/>
                    <a:pt x="4551" y="18154"/>
                  </a:cubicBezTo>
                  <a:cubicBezTo>
                    <a:pt x="4531" y="18128"/>
                    <a:pt x="4258" y="18013"/>
                    <a:pt x="4298" y="18013"/>
                  </a:cubicBezTo>
                  <a:cubicBezTo>
                    <a:pt x="4309" y="18013"/>
                    <a:pt x="4344" y="18022"/>
                    <a:pt x="4416" y="18044"/>
                  </a:cubicBezTo>
                  <a:lnTo>
                    <a:pt x="4010" y="17884"/>
                  </a:lnTo>
                  <a:cubicBezTo>
                    <a:pt x="3908" y="17850"/>
                    <a:pt x="3824" y="17824"/>
                    <a:pt x="3739" y="17799"/>
                  </a:cubicBezTo>
                  <a:cubicBezTo>
                    <a:pt x="3646" y="17765"/>
                    <a:pt x="3545" y="17723"/>
                    <a:pt x="3452" y="17681"/>
                  </a:cubicBezTo>
                  <a:cubicBezTo>
                    <a:pt x="3401" y="17655"/>
                    <a:pt x="3333" y="17630"/>
                    <a:pt x="3265" y="17587"/>
                  </a:cubicBezTo>
                  <a:cubicBezTo>
                    <a:pt x="3189" y="17554"/>
                    <a:pt x="3113" y="17503"/>
                    <a:pt x="3020" y="17452"/>
                  </a:cubicBezTo>
                  <a:lnTo>
                    <a:pt x="3020" y="17452"/>
                  </a:lnTo>
                  <a:lnTo>
                    <a:pt x="3223" y="17579"/>
                  </a:lnTo>
                  <a:lnTo>
                    <a:pt x="3375" y="17655"/>
                  </a:lnTo>
                  <a:cubicBezTo>
                    <a:pt x="3460" y="17706"/>
                    <a:pt x="3536" y="17748"/>
                    <a:pt x="3680" y="17816"/>
                  </a:cubicBezTo>
                  <a:cubicBezTo>
                    <a:pt x="3575" y="17769"/>
                    <a:pt x="3537" y="17754"/>
                    <a:pt x="3529" y="17754"/>
                  </a:cubicBezTo>
                  <a:cubicBezTo>
                    <a:pt x="3515" y="17754"/>
                    <a:pt x="3615" y="17810"/>
                    <a:pt x="3587" y="17816"/>
                  </a:cubicBezTo>
                  <a:cubicBezTo>
                    <a:pt x="3502" y="17765"/>
                    <a:pt x="3308" y="17672"/>
                    <a:pt x="3198" y="17604"/>
                  </a:cubicBezTo>
                  <a:cubicBezTo>
                    <a:pt x="3139" y="17564"/>
                    <a:pt x="3099" y="17537"/>
                    <a:pt x="3105" y="17537"/>
                  </a:cubicBezTo>
                  <a:lnTo>
                    <a:pt x="3105" y="17537"/>
                  </a:lnTo>
                  <a:cubicBezTo>
                    <a:pt x="3110" y="17537"/>
                    <a:pt x="3150" y="17557"/>
                    <a:pt x="3240" y="17604"/>
                  </a:cubicBezTo>
                  <a:cubicBezTo>
                    <a:pt x="3122" y="17537"/>
                    <a:pt x="2944" y="17444"/>
                    <a:pt x="2800" y="17334"/>
                  </a:cubicBezTo>
                  <a:cubicBezTo>
                    <a:pt x="2656" y="17232"/>
                    <a:pt x="2521" y="17139"/>
                    <a:pt x="2462" y="17114"/>
                  </a:cubicBezTo>
                  <a:lnTo>
                    <a:pt x="2462" y="17114"/>
                  </a:lnTo>
                  <a:lnTo>
                    <a:pt x="2648" y="17258"/>
                  </a:lnTo>
                  <a:cubicBezTo>
                    <a:pt x="2563" y="17198"/>
                    <a:pt x="2487" y="17148"/>
                    <a:pt x="2411" y="17097"/>
                  </a:cubicBezTo>
                  <a:cubicBezTo>
                    <a:pt x="2335" y="17038"/>
                    <a:pt x="2276" y="16987"/>
                    <a:pt x="2208" y="16936"/>
                  </a:cubicBezTo>
                  <a:cubicBezTo>
                    <a:pt x="2081" y="16835"/>
                    <a:pt x="1971" y="16758"/>
                    <a:pt x="1912" y="16708"/>
                  </a:cubicBezTo>
                  <a:lnTo>
                    <a:pt x="1912" y="16708"/>
                  </a:lnTo>
                  <a:cubicBezTo>
                    <a:pt x="1971" y="16775"/>
                    <a:pt x="2047" y="16835"/>
                    <a:pt x="2123" y="16894"/>
                  </a:cubicBezTo>
                  <a:lnTo>
                    <a:pt x="2284" y="17012"/>
                  </a:lnTo>
                  <a:lnTo>
                    <a:pt x="2369" y="17071"/>
                  </a:lnTo>
                  <a:lnTo>
                    <a:pt x="2470" y="17139"/>
                  </a:lnTo>
                  <a:cubicBezTo>
                    <a:pt x="2546" y="17190"/>
                    <a:pt x="2639" y="17249"/>
                    <a:pt x="2758" y="17342"/>
                  </a:cubicBezTo>
                  <a:cubicBezTo>
                    <a:pt x="2943" y="17465"/>
                    <a:pt x="2987" y="17498"/>
                    <a:pt x="2978" y="17498"/>
                  </a:cubicBezTo>
                  <a:cubicBezTo>
                    <a:pt x="2966" y="17498"/>
                    <a:pt x="2878" y="17450"/>
                    <a:pt x="2861" y="17450"/>
                  </a:cubicBezTo>
                  <a:cubicBezTo>
                    <a:pt x="2851" y="17450"/>
                    <a:pt x="2870" y="17470"/>
                    <a:pt x="2961" y="17537"/>
                  </a:cubicBezTo>
                  <a:lnTo>
                    <a:pt x="3172" y="17647"/>
                  </a:lnTo>
                  <a:lnTo>
                    <a:pt x="3384" y="17748"/>
                  </a:lnTo>
                  <a:lnTo>
                    <a:pt x="3189" y="17638"/>
                  </a:lnTo>
                  <a:lnTo>
                    <a:pt x="3189" y="17638"/>
                  </a:lnTo>
                  <a:cubicBezTo>
                    <a:pt x="3316" y="17681"/>
                    <a:pt x="3435" y="17740"/>
                    <a:pt x="3545" y="17807"/>
                  </a:cubicBezTo>
                  <a:cubicBezTo>
                    <a:pt x="3604" y="17841"/>
                    <a:pt x="3672" y="17867"/>
                    <a:pt x="3739" y="17892"/>
                  </a:cubicBezTo>
                  <a:cubicBezTo>
                    <a:pt x="3771" y="17908"/>
                    <a:pt x="3797" y="17914"/>
                    <a:pt x="3807" y="17914"/>
                  </a:cubicBezTo>
                  <a:cubicBezTo>
                    <a:pt x="3812" y="17914"/>
                    <a:pt x="3813" y="17912"/>
                    <a:pt x="3807" y="17909"/>
                  </a:cubicBezTo>
                  <a:lnTo>
                    <a:pt x="3807" y="17909"/>
                  </a:lnTo>
                  <a:cubicBezTo>
                    <a:pt x="3917" y="17960"/>
                    <a:pt x="4001" y="18010"/>
                    <a:pt x="4086" y="18044"/>
                  </a:cubicBezTo>
                  <a:cubicBezTo>
                    <a:pt x="4171" y="18078"/>
                    <a:pt x="4247" y="18112"/>
                    <a:pt x="4323" y="18137"/>
                  </a:cubicBezTo>
                  <a:lnTo>
                    <a:pt x="4560" y="18239"/>
                  </a:lnTo>
                  <a:lnTo>
                    <a:pt x="4881" y="18357"/>
                  </a:lnTo>
                  <a:cubicBezTo>
                    <a:pt x="4897" y="18360"/>
                    <a:pt x="4907" y="18361"/>
                    <a:pt x="4913" y="18361"/>
                  </a:cubicBezTo>
                  <a:cubicBezTo>
                    <a:pt x="4951" y="18361"/>
                    <a:pt x="4794" y="18317"/>
                    <a:pt x="4670" y="18273"/>
                  </a:cubicBezTo>
                  <a:lnTo>
                    <a:pt x="4670" y="18273"/>
                  </a:lnTo>
                  <a:cubicBezTo>
                    <a:pt x="4763" y="18298"/>
                    <a:pt x="4856" y="18323"/>
                    <a:pt x="4949" y="18340"/>
                  </a:cubicBezTo>
                  <a:cubicBezTo>
                    <a:pt x="5067" y="18374"/>
                    <a:pt x="5177" y="18400"/>
                    <a:pt x="5287" y="18442"/>
                  </a:cubicBezTo>
                  <a:cubicBezTo>
                    <a:pt x="5332" y="18455"/>
                    <a:pt x="5358" y="18461"/>
                    <a:pt x="5367" y="18461"/>
                  </a:cubicBezTo>
                  <a:cubicBezTo>
                    <a:pt x="5392" y="18461"/>
                    <a:pt x="5283" y="18415"/>
                    <a:pt x="5078" y="18352"/>
                  </a:cubicBezTo>
                  <a:lnTo>
                    <a:pt x="5078" y="18352"/>
                  </a:lnTo>
                  <a:cubicBezTo>
                    <a:pt x="5200" y="18389"/>
                    <a:pt x="5316" y="18420"/>
                    <a:pt x="5440" y="18450"/>
                  </a:cubicBezTo>
                  <a:lnTo>
                    <a:pt x="5634" y="18501"/>
                  </a:lnTo>
                  <a:lnTo>
                    <a:pt x="5846" y="18552"/>
                  </a:lnTo>
                  <a:cubicBezTo>
                    <a:pt x="5753" y="18518"/>
                    <a:pt x="5651" y="18493"/>
                    <a:pt x="5558" y="18459"/>
                  </a:cubicBezTo>
                  <a:lnTo>
                    <a:pt x="5558" y="18459"/>
                  </a:lnTo>
                  <a:cubicBezTo>
                    <a:pt x="5651" y="18484"/>
                    <a:pt x="5761" y="18501"/>
                    <a:pt x="5863" y="18526"/>
                  </a:cubicBezTo>
                  <a:lnTo>
                    <a:pt x="5609" y="18450"/>
                  </a:lnTo>
                  <a:lnTo>
                    <a:pt x="5609" y="18450"/>
                  </a:lnTo>
                  <a:cubicBezTo>
                    <a:pt x="6192" y="18594"/>
                    <a:pt x="6878" y="18713"/>
                    <a:pt x="7191" y="18789"/>
                  </a:cubicBezTo>
                  <a:cubicBezTo>
                    <a:pt x="7064" y="18780"/>
                    <a:pt x="6911" y="18755"/>
                    <a:pt x="6751" y="18738"/>
                  </a:cubicBezTo>
                  <a:cubicBezTo>
                    <a:pt x="6590" y="18721"/>
                    <a:pt x="6421" y="18679"/>
                    <a:pt x="6260" y="18662"/>
                  </a:cubicBezTo>
                  <a:cubicBezTo>
                    <a:pt x="6099" y="18636"/>
                    <a:pt x="5947" y="18603"/>
                    <a:pt x="5820" y="18577"/>
                  </a:cubicBezTo>
                  <a:cubicBezTo>
                    <a:pt x="5693" y="18552"/>
                    <a:pt x="5583" y="18535"/>
                    <a:pt x="5507" y="18526"/>
                  </a:cubicBezTo>
                  <a:lnTo>
                    <a:pt x="5507" y="18526"/>
                  </a:lnTo>
                  <a:cubicBezTo>
                    <a:pt x="5609" y="18577"/>
                    <a:pt x="5922" y="18594"/>
                    <a:pt x="6066" y="18662"/>
                  </a:cubicBezTo>
                  <a:cubicBezTo>
                    <a:pt x="6116" y="18670"/>
                    <a:pt x="6167" y="18670"/>
                    <a:pt x="6226" y="18670"/>
                  </a:cubicBezTo>
                  <a:cubicBezTo>
                    <a:pt x="6319" y="18687"/>
                    <a:pt x="6472" y="18704"/>
                    <a:pt x="6607" y="18729"/>
                  </a:cubicBezTo>
                  <a:cubicBezTo>
                    <a:pt x="6692" y="18738"/>
                    <a:pt x="6785" y="18763"/>
                    <a:pt x="6869" y="18789"/>
                  </a:cubicBezTo>
                  <a:lnTo>
                    <a:pt x="6328" y="18729"/>
                  </a:lnTo>
                  <a:cubicBezTo>
                    <a:pt x="6201" y="18713"/>
                    <a:pt x="6099" y="18713"/>
                    <a:pt x="5972" y="18687"/>
                  </a:cubicBezTo>
                  <a:cubicBezTo>
                    <a:pt x="5930" y="18687"/>
                    <a:pt x="5888" y="18687"/>
                    <a:pt x="5846" y="18670"/>
                  </a:cubicBezTo>
                  <a:lnTo>
                    <a:pt x="5583" y="18611"/>
                  </a:lnTo>
                  <a:cubicBezTo>
                    <a:pt x="5482" y="18586"/>
                    <a:pt x="5389" y="18560"/>
                    <a:pt x="5321" y="18552"/>
                  </a:cubicBezTo>
                  <a:cubicBezTo>
                    <a:pt x="5213" y="18514"/>
                    <a:pt x="5222" y="18507"/>
                    <a:pt x="5249" y="18507"/>
                  </a:cubicBezTo>
                  <a:cubicBezTo>
                    <a:pt x="5265" y="18507"/>
                    <a:pt x="5286" y="18510"/>
                    <a:pt x="5296" y="18510"/>
                  </a:cubicBezTo>
                  <a:lnTo>
                    <a:pt x="4881" y="18391"/>
                  </a:lnTo>
                  <a:cubicBezTo>
                    <a:pt x="4754" y="18349"/>
                    <a:pt x="4619" y="18323"/>
                    <a:pt x="4501" y="18281"/>
                  </a:cubicBezTo>
                  <a:cubicBezTo>
                    <a:pt x="4374" y="18239"/>
                    <a:pt x="4247" y="18205"/>
                    <a:pt x="4111" y="18154"/>
                  </a:cubicBezTo>
                  <a:cubicBezTo>
                    <a:pt x="3985" y="18112"/>
                    <a:pt x="3849" y="18044"/>
                    <a:pt x="3697" y="17977"/>
                  </a:cubicBezTo>
                  <a:cubicBezTo>
                    <a:pt x="3697" y="17962"/>
                    <a:pt x="3358" y="17781"/>
                    <a:pt x="3381" y="17781"/>
                  </a:cubicBezTo>
                  <a:lnTo>
                    <a:pt x="3381" y="17781"/>
                  </a:lnTo>
                  <a:cubicBezTo>
                    <a:pt x="3384" y="17781"/>
                    <a:pt x="3393" y="17784"/>
                    <a:pt x="3409" y="17790"/>
                  </a:cubicBezTo>
                  <a:cubicBezTo>
                    <a:pt x="3325" y="17748"/>
                    <a:pt x="3249" y="17706"/>
                    <a:pt x="3181" y="17672"/>
                  </a:cubicBezTo>
                  <a:lnTo>
                    <a:pt x="3003" y="17579"/>
                  </a:lnTo>
                  <a:cubicBezTo>
                    <a:pt x="2885" y="17511"/>
                    <a:pt x="2783" y="17469"/>
                    <a:pt x="2673" y="17410"/>
                  </a:cubicBezTo>
                  <a:cubicBezTo>
                    <a:pt x="2651" y="17366"/>
                    <a:pt x="2328" y="17146"/>
                    <a:pt x="2347" y="17146"/>
                  </a:cubicBezTo>
                  <a:lnTo>
                    <a:pt x="2347" y="17146"/>
                  </a:lnTo>
                  <a:cubicBezTo>
                    <a:pt x="2351" y="17146"/>
                    <a:pt x="2362" y="17152"/>
                    <a:pt x="2386" y="17164"/>
                  </a:cubicBezTo>
                  <a:cubicBezTo>
                    <a:pt x="2284" y="17105"/>
                    <a:pt x="2200" y="17029"/>
                    <a:pt x="2107" y="16970"/>
                  </a:cubicBezTo>
                  <a:cubicBezTo>
                    <a:pt x="2064" y="16936"/>
                    <a:pt x="2005" y="16877"/>
                    <a:pt x="1946" y="16826"/>
                  </a:cubicBezTo>
                  <a:lnTo>
                    <a:pt x="1777" y="16657"/>
                  </a:lnTo>
                  <a:lnTo>
                    <a:pt x="1624" y="16496"/>
                  </a:lnTo>
                  <a:cubicBezTo>
                    <a:pt x="1591" y="16462"/>
                    <a:pt x="1574" y="16429"/>
                    <a:pt x="1548" y="16395"/>
                  </a:cubicBezTo>
                  <a:cubicBezTo>
                    <a:pt x="1387" y="16200"/>
                    <a:pt x="1481" y="16361"/>
                    <a:pt x="1269" y="16073"/>
                  </a:cubicBezTo>
                  <a:lnTo>
                    <a:pt x="1269" y="16073"/>
                  </a:lnTo>
                  <a:cubicBezTo>
                    <a:pt x="1272" y="16075"/>
                    <a:pt x="1274" y="16075"/>
                    <a:pt x="1276" y="16075"/>
                  </a:cubicBezTo>
                  <a:cubicBezTo>
                    <a:pt x="1277" y="16075"/>
                    <a:pt x="1278" y="16075"/>
                    <a:pt x="1279" y="16075"/>
                  </a:cubicBezTo>
                  <a:cubicBezTo>
                    <a:pt x="1282" y="16075"/>
                    <a:pt x="1285" y="16079"/>
                    <a:pt x="1311" y="16116"/>
                  </a:cubicBezTo>
                  <a:cubicBezTo>
                    <a:pt x="1269" y="16056"/>
                    <a:pt x="1201" y="15929"/>
                    <a:pt x="1125" y="15819"/>
                  </a:cubicBezTo>
                  <a:lnTo>
                    <a:pt x="1007" y="15650"/>
                  </a:lnTo>
                  <a:cubicBezTo>
                    <a:pt x="981" y="15600"/>
                    <a:pt x="956" y="15549"/>
                    <a:pt x="931" y="15515"/>
                  </a:cubicBezTo>
                  <a:lnTo>
                    <a:pt x="931" y="15515"/>
                  </a:lnTo>
                  <a:cubicBezTo>
                    <a:pt x="973" y="15625"/>
                    <a:pt x="1032" y="15726"/>
                    <a:pt x="1100" y="15828"/>
                  </a:cubicBezTo>
                  <a:cubicBezTo>
                    <a:pt x="1049" y="15777"/>
                    <a:pt x="998" y="15718"/>
                    <a:pt x="965" y="15659"/>
                  </a:cubicBezTo>
                  <a:cubicBezTo>
                    <a:pt x="931" y="15600"/>
                    <a:pt x="897" y="15532"/>
                    <a:pt x="863" y="15464"/>
                  </a:cubicBezTo>
                  <a:cubicBezTo>
                    <a:pt x="821" y="15388"/>
                    <a:pt x="787" y="15320"/>
                    <a:pt x="753" y="15236"/>
                  </a:cubicBezTo>
                  <a:lnTo>
                    <a:pt x="753" y="15236"/>
                  </a:lnTo>
                  <a:cubicBezTo>
                    <a:pt x="794" y="15326"/>
                    <a:pt x="819" y="15359"/>
                    <a:pt x="827" y="15359"/>
                  </a:cubicBezTo>
                  <a:cubicBezTo>
                    <a:pt x="828" y="15359"/>
                    <a:pt x="829" y="15357"/>
                    <a:pt x="829" y="15354"/>
                  </a:cubicBezTo>
                  <a:cubicBezTo>
                    <a:pt x="829" y="15346"/>
                    <a:pt x="812" y="15303"/>
                    <a:pt x="787" y="15244"/>
                  </a:cubicBezTo>
                  <a:cubicBezTo>
                    <a:pt x="754" y="15153"/>
                    <a:pt x="717" y="15053"/>
                    <a:pt x="724" y="15053"/>
                  </a:cubicBezTo>
                  <a:lnTo>
                    <a:pt x="724" y="15053"/>
                  </a:lnTo>
                  <a:cubicBezTo>
                    <a:pt x="726" y="15053"/>
                    <a:pt x="733" y="15062"/>
                    <a:pt x="745" y="15083"/>
                  </a:cubicBezTo>
                  <a:cubicBezTo>
                    <a:pt x="626" y="14796"/>
                    <a:pt x="533" y="14508"/>
                    <a:pt x="457" y="14212"/>
                  </a:cubicBezTo>
                  <a:cubicBezTo>
                    <a:pt x="415" y="14085"/>
                    <a:pt x="389" y="13950"/>
                    <a:pt x="364" y="13815"/>
                  </a:cubicBezTo>
                  <a:cubicBezTo>
                    <a:pt x="330" y="13688"/>
                    <a:pt x="313" y="13544"/>
                    <a:pt x="296" y="13392"/>
                  </a:cubicBezTo>
                  <a:cubicBezTo>
                    <a:pt x="237" y="12664"/>
                    <a:pt x="389" y="11767"/>
                    <a:pt x="525" y="11209"/>
                  </a:cubicBezTo>
                  <a:lnTo>
                    <a:pt x="525" y="11209"/>
                  </a:lnTo>
                  <a:cubicBezTo>
                    <a:pt x="524" y="11211"/>
                    <a:pt x="523" y="11213"/>
                    <a:pt x="522" y="11214"/>
                  </a:cubicBezTo>
                  <a:lnTo>
                    <a:pt x="522" y="11214"/>
                  </a:lnTo>
                  <a:cubicBezTo>
                    <a:pt x="543" y="11125"/>
                    <a:pt x="563" y="11036"/>
                    <a:pt x="584" y="10947"/>
                  </a:cubicBezTo>
                  <a:cubicBezTo>
                    <a:pt x="643" y="10752"/>
                    <a:pt x="618" y="10955"/>
                    <a:pt x="711" y="10659"/>
                  </a:cubicBezTo>
                  <a:lnTo>
                    <a:pt x="711" y="10659"/>
                  </a:lnTo>
                  <a:cubicBezTo>
                    <a:pt x="685" y="10769"/>
                    <a:pt x="660" y="10888"/>
                    <a:pt x="618" y="10989"/>
                  </a:cubicBezTo>
                  <a:lnTo>
                    <a:pt x="542" y="11234"/>
                  </a:lnTo>
                  <a:cubicBezTo>
                    <a:pt x="525" y="11319"/>
                    <a:pt x="508" y="11404"/>
                    <a:pt x="491" y="11480"/>
                  </a:cubicBezTo>
                  <a:cubicBezTo>
                    <a:pt x="525" y="11370"/>
                    <a:pt x="541" y="11329"/>
                    <a:pt x="546" y="11329"/>
                  </a:cubicBezTo>
                  <a:lnTo>
                    <a:pt x="546" y="11329"/>
                  </a:lnTo>
                  <a:cubicBezTo>
                    <a:pt x="560" y="11329"/>
                    <a:pt x="475" y="11695"/>
                    <a:pt x="488" y="11695"/>
                  </a:cubicBezTo>
                  <a:cubicBezTo>
                    <a:pt x="491" y="11695"/>
                    <a:pt x="500" y="11675"/>
                    <a:pt x="516" y="11624"/>
                  </a:cubicBezTo>
                  <a:cubicBezTo>
                    <a:pt x="533" y="11395"/>
                    <a:pt x="584" y="11158"/>
                    <a:pt x="668" y="10938"/>
                  </a:cubicBezTo>
                  <a:cubicBezTo>
                    <a:pt x="719" y="10786"/>
                    <a:pt x="778" y="10634"/>
                    <a:pt x="838" y="10490"/>
                  </a:cubicBezTo>
                  <a:cubicBezTo>
                    <a:pt x="888" y="10346"/>
                    <a:pt x="948" y="10202"/>
                    <a:pt x="990" y="10101"/>
                  </a:cubicBezTo>
                  <a:cubicBezTo>
                    <a:pt x="1040" y="10001"/>
                    <a:pt x="1061" y="9963"/>
                    <a:pt x="1066" y="9958"/>
                  </a:cubicBezTo>
                  <a:lnTo>
                    <a:pt x="1066" y="9958"/>
                  </a:lnTo>
                  <a:cubicBezTo>
                    <a:pt x="1065" y="9962"/>
                    <a:pt x="1065" y="9966"/>
                    <a:pt x="1064" y="9969"/>
                  </a:cubicBezTo>
                  <a:lnTo>
                    <a:pt x="1064" y="9969"/>
                  </a:lnTo>
                  <a:cubicBezTo>
                    <a:pt x="1066" y="9962"/>
                    <a:pt x="1067" y="9958"/>
                    <a:pt x="1067" y="9958"/>
                  </a:cubicBezTo>
                  <a:lnTo>
                    <a:pt x="1067" y="9958"/>
                  </a:lnTo>
                  <a:cubicBezTo>
                    <a:pt x="1066" y="9958"/>
                    <a:pt x="1066" y="9958"/>
                    <a:pt x="1066" y="9958"/>
                  </a:cubicBezTo>
                  <a:lnTo>
                    <a:pt x="1066" y="9958"/>
                  </a:lnTo>
                  <a:cubicBezTo>
                    <a:pt x="1066" y="9958"/>
                    <a:pt x="1066" y="9958"/>
                    <a:pt x="1066" y="9957"/>
                  </a:cubicBezTo>
                  <a:cubicBezTo>
                    <a:pt x="1145" y="9815"/>
                    <a:pt x="1179" y="9762"/>
                    <a:pt x="1198" y="9762"/>
                  </a:cubicBezTo>
                  <a:cubicBezTo>
                    <a:pt x="1199" y="9762"/>
                    <a:pt x="1200" y="9762"/>
                    <a:pt x="1201" y="9763"/>
                  </a:cubicBezTo>
                  <a:cubicBezTo>
                    <a:pt x="1430" y="9348"/>
                    <a:pt x="1726" y="8883"/>
                    <a:pt x="1954" y="8544"/>
                  </a:cubicBezTo>
                  <a:lnTo>
                    <a:pt x="1954" y="8544"/>
                  </a:lnTo>
                  <a:cubicBezTo>
                    <a:pt x="1864" y="8672"/>
                    <a:pt x="1834" y="8710"/>
                    <a:pt x="1828" y="8710"/>
                  </a:cubicBezTo>
                  <a:cubicBezTo>
                    <a:pt x="1821" y="8710"/>
                    <a:pt x="1860" y="8638"/>
                    <a:pt x="1852" y="8638"/>
                  </a:cubicBezTo>
                  <a:lnTo>
                    <a:pt x="1852" y="8638"/>
                  </a:lnTo>
                  <a:cubicBezTo>
                    <a:pt x="1845" y="8638"/>
                    <a:pt x="1815" y="8674"/>
                    <a:pt x="1726" y="8798"/>
                  </a:cubicBezTo>
                  <a:cubicBezTo>
                    <a:pt x="1878" y="8570"/>
                    <a:pt x="2039" y="8350"/>
                    <a:pt x="2217" y="8147"/>
                  </a:cubicBezTo>
                  <a:lnTo>
                    <a:pt x="2217" y="8147"/>
                  </a:lnTo>
                  <a:cubicBezTo>
                    <a:pt x="2177" y="8195"/>
                    <a:pt x="2165" y="8212"/>
                    <a:pt x="2169" y="8212"/>
                  </a:cubicBezTo>
                  <a:cubicBezTo>
                    <a:pt x="2178" y="8212"/>
                    <a:pt x="2252" y="8138"/>
                    <a:pt x="2261" y="8138"/>
                  </a:cubicBezTo>
                  <a:lnTo>
                    <a:pt x="2261" y="8138"/>
                  </a:lnTo>
                  <a:cubicBezTo>
                    <a:pt x="2269" y="8138"/>
                    <a:pt x="2231" y="8189"/>
                    <a:pt x="2073" y="8375"/>
                  </a:cubicBezTo>
                  <a:cubicBezTo>
                    <a:pt x="2132" y="8324"/>
                    <a:pt x="2183" y="8265"/>
                    <a:pt x="2233" y="8198"/>
                  </a:cubicBezTo>
                  <a:cubicBezTo>
                    <a:pt x="2310" y="8088"/>
                    <a:pt x="2394" y="7986"/>
                    <a:pt x="2487" y="7885"/>
                  </a:cubicBezTo>
                  <a:lnTo>
                    <a:pt x="2487" y="7885"/>
                  </a:lnTo>
                  <a:cubicBezTo>
                    <a:pt x="2410" y="7981"/>
                    <a:pt x="2273" y="8167"/>
                    <a:pt x="2220" y="8238"/>
                  </a:cubicBezTo>
                  <a:lnTo>
                    <a:pt x="2220" y="8238"/>
                  </a:lnTo>
                  <a:cubicBezTo>
                    <a:pt x="2401" y="8003"/>
                    <a:pt x="2605" y="7775"/>
                    <a:pt x="2817" y="7572"/>
                  </a:cubicBezTo>
                  <a:cubicBezTo>
                    <a:pt x="2936" y="7462"/>
                    <a:pt x="3054" y="7352"/>
                    <a:pt x="3147" y="7267"/>
                  </a:cubicBezTo>
                  <a:cubicBezTo>
                    <a:pt x="3215" y="7208"/>
                    <a:pt x="3282" y="7140"/>
                    <a:pt x="3342" y="7072"/>
                  </a:cubicBezTo>
                  <a:cubicBezTo>
                    <a:pt x="3570" y="6836"/>
                    <a:pt x="3951" y="6480"/>
                    <a:pt x="4255" y="6210"/>
                  </a:cubicBezTo>
                  <a:cubicBezTo>
                    <a:pt x="4602" y="5981"/>
                    <a:pt x="4957" y="5710"/>
                    <a:pt x="5346" y="5457"/>
                  </a:cubicBezTo>
                  <a:lnTo>
                    <a:pt x="5346" y="5457"/>
                  </a:lnTo>
                  <a:lnTo>
                    <a:pt x="5279" y="5516"/>
                  </a:lnTo>
                  <a:cubicBezTo>
                    <a:pt x="5499" y="5372"/>
                    <a:pt x="5837" y="5135"/>
                    <a:pt x="6167" y="4941"/>
                  </a:cubicBezTo>
                  <a:lnTo>
                    <a:pt x="6252" y="4915"/>
                  </a:lnTo>
                  <a:cubicBezTo>
                    <a:pt x="6362" y="4848"/>
                    <a:pt x="6522" y="4746"/>
                    <a:pt x="6700" y="4636"/>
                  </a:cubicBezTo>
                  <a:cubicBezTo>
                    <a:pt x="6878" y="4526"/>
                    <a:pt x="7072" y="4408"/>
                    <a:pt x="7241" y="4315"/>
                  </a:cubicBezTo>
                  <a:cubicBezTo>
                    <a:pt x="7241" y="4314"/>
                    <a:pt x="7241" y="4314"/>
                    <a:pt x="7240" y="4314"/>
                  </a:cubicBezTo>
                  <a:cubicBezTo>
                    <a:pt x="7221" y="4314"/>
                    <a:pt x="7046" y="4416"/>
                    <a:pt x="7028" y="4416"/>
                  </a:cubicBezTo>
                  <a:cubicBezTo>
                    <a:pt x="7023" y="4416"/>
                    <a:pt x="7032" y="4407"/>
                    <a:pt x="7064" y="4382"/>
                  </a:cubicBezTo>
                  <a:lnTo>
                    <a:pt x="7064" y="4382"/>
                  </a:lnTo>
                  <a:cubicBezTo>
                    <a:pt x="6906" y="4472"/>
                    <a:pt x="6775" y="4556"/>
                    <a:pt x="6795" y="4556"/>
                  </a:cubicBezTo>
                  <a:cubicBezTo>
                    <a:pt x="6797" y="4556"/>
                    <a:pt x="6802" y="4554"/>
                    <a:pt x="6810" y="4552"/>
                  </a:cubicBezTo>
                  <a:lnTo>
                    <a:pt x="6810" y="4552"/>
                  </a:lnTo>
                  <a:cubicBezTo>
                    <a:pt x="6700" y="4611"/>
                    <a:pt x="6590" y="4670"/>
                    <a:pt x="6472" y="4712"/>
                  </a:cubicBezTo>
                  <a:cubicBezTo>
                    <a:pt x="6700" y="4577"/>
                    <a:pt x="6911" y="4433"/>
                    <a:pt x="7140" y="4306"/>
                  </a:cubicBezTo>
                  <a:cubicBezTo>
                    <a:pt x="7165" y="4289"/>
                    <a:pt x="7191" y="4272"/>
                    <a:pt x="7216" y="4264"/>
                  </a:cubicBezTo>
                  <a:lnTo>
                    <a:pt x="7258" y="4213"/>
                  </a:lnTo>
                  <a:cubicBezTo>
                    <a:pt x="7388" y="4136"/>
                    <a:pt x="7453" y="4103"/>
                    <a:pt x="7465" y="4103"/>
                  </a:cubicBezTo>
                  <a:cubicBezTo>
                    <a:pt x="7469" y="4103"/>
                    <a:pt x="7467" y="4106"/>
                    <a:pt x="7461" y="4112"/>
                  </a:cubicBezTo>
                  <a:cubicBezTo>
                    <a:pt x="7834" y="3892"/>
                    <a:pt x="7952" y="3782"/>
                    <a:pt x="8366" y="3570"/>
                  </a:cubicBezTo>
                  <a:lnTo>
                    <a:pt x="8366" y="3570"/>
                  </a:lnTo>
                  <a:cubicBezTo>
                    <a:pt x="8228" y="3669"/>
                    <a:pt x="8084" y="3763"/>
                    <a:pt x="7936" y="3848"/>
                  </a:cubicBezTo>
                  <a:lnTo>
                    <a:pt x="7936" y="3848"/>
                  </a:lnTo>
                  <a:lnTo>
                    <a:pt x="8273" y="3663"/>
                  </a:lnTo>
                  <a:lnTo>
                    <a:pt x="8273" y="3663"/>
                  </a:lnTo>
                  <a:cubicBezTo>
                    <a:pt x="8172" y="3731"/>
                    <a:pt x="7918" y="3875"/>
                    <a:pt x="7715" y="3993"/>
                  </a:cubicBezTo>
                  <a:cubicBezTo>
                    <a:pt x="7533" y="4107"/>
                    <a:pt x="7385" y="4200"/>
                    <a:pt x="7411" y="4200"/>
                  </a:cubicBezTo>
                  <a:cubicBezTo>
                    <a:pt x="7414" y="4200"/>
                    <a:pt x="7420" y="4199"/>
                    <a:pt x="7427" y="4196"/>
                  </a:cubicBezTo>
                  <a:cubicBezTo>
                    <a:pt x="7673" y="4044"/>
                    <a:pt x="7986" y="3866"/>
                    <a:pt x="8282" y="3689"/>
                  </a:cubicBezTo>
                  <a:lnTo>
                    <a:pt x="9094" y="3223"/>
                  </a:lnTo>
                  <a:cubicBezTo>
                    <a:pt x="9246" y="3156"/>
                    <a:pt x="9390" y="3088"/>
                    <a:pt x="9534" y="3012"/>
                  </a:cubicBezTo>
                  <a:cubicBezTo>
                    <a:pt x="9703" y="2919"/>
                    <a:pt x="9898" y="2826"/>
                    <a:pt x="10101" y="2733"/>
                  </a:cubicBezTo>
                  <a:cubicBezTo>
                    <a:pt x="10136" y="2715"/>
                    <a:pt x="10208" y="2689"/>
                    <a:pt x="10226" y="2689"/>
                  </a:cubicBezTo>
                  <a:cubicBezTo>
                    <a:pt x="10234" y="2689"/>
                    <a:pt x="10231" y="2694"/>
                    <a:pt x="10211" y="2707"/>
                  </a:cubicBezTo>
                  <a:lnTo>
                    <a:pt x="10101" y="2767"/>
                  </a:lnTo>
                  <a:cubicBezTo>
                    <a:pt x="10634" y="2521"/>
                    <a:pt x="11234" y="2225"/>
                    <a:pt x="11708" y="1997"/>
                  </a:cubicBezTo>
                  <a:lnTo>
                    <a:pt x="11970" y="1921"/>
                  </a:lnTo>
                  <a:cubicBezTo>
                    <a:pt x="12333" y="1776"/>
                    <a:pt x="12344" y="1762"/>
                    <a:pt x="12313" y="1762"/>
                  </a:cubicBezTo>
                  <a:cubicBezTo>
                    <a:pt x="12305" y="1762"/>
                    <a:pt x="12294" y="1762"/>
                    <a:pt x="12286" y="1762"/>
                  </a:cubicBezTo>
                  <a:cubicBezTo>
                    <a:pt x="12252" y="1762"/>
                    <a:pt x="12258" y="1747"/>
                    <a:pt x="12638" y="1591"/>
                  </a:cubicBezTo>
                  <a:cubicBezTo>
                    <a:pt x="12853" y="1533"/>
                    <a:pt x="13655" y="1218"/>
                    <a:pt x="13741" y="1218"/>
                  </a:cubicBezTo>
                  <a:cubicBezTo>
                    <a:pt x="13744" y="1218"/>
                    <a:pt x="13745" y="1218"/>
                    <a:pt x="13747" y="1219"/>
                  </a:cubicBezTo>
                  <a:cubicBezTo>
                    <a:pt x="13907" y="1159"/>
                    <a:pt x="13975" y="1134"/>
                    <a:pt x="13992" y="1109"/>
                  </a:cubicBezTo>
                  <a:lnTo>
                    <a:pt x="13992" y="1109"/>
                  </a:lnTo>
                  <a:cubicBezTo>
                    <a:pt x="13884" y="1147"/>
                    <a:pt x="13676" y="1223"/>
                    <a:pt x="13654" y="1223"/>
                  </a:cubicBezTo>
                  <a:cubicBezTo>
                    <a:pt x="13647" y="1223"/>
                    <a:pt x="13660" y="1214"/>
                    <a:pt x="13704" y="1193"/>
                  </a:cubicBezTo>
                  <a:cubicBezTo>
                    <a:pt x="13992" y="1075"/>
                    <a:pt x="14136" y="1041"/>
                    <a:pt x="14373" y="965"/>
                  </a:cubicBezTo>
                  <a:lnTo>
                    <a:pt x="14373" y="965"/>
                  </a:lnTo>
                  <a:cubicBezTo>
                    <a:pt x="14359" y="972"/>
                    <a:pt x="14253" y="1016"/>
                    <a:pt x="14260" y="1016"/>
                  </a:cubicBezTo>
                  <a:cubicBezTo>
                    <a:pt x="14261" y="1016"/>
                    <a:pt x="14270" y="1014"/>
                    <a:pt x="14288" y="1007"/>
                  </a:cubicBezTo>
                  <a:cubicBezTo>
                    <a:pt x="14855" y="796"/>
                    <a:pt x="15938" y="457"/>
                    <a:pt x="16479" y="254"/>
                  </a:cubicBezTo>
                  <a:lnTo>
                    <a:pt x="16479" y="254"/>
                  </a:lnTo>
                  <a:cubicBezTo>
                    <a:pt x="16268" y="313"/>
                    <a:pt x="16251" y="339"/>
                    <a:pt x="15971" y="415"/>
                  </a:cubicBezTo>
                  <a:cubicBezTo>
                    <a:pt x="16039" y="381"/>
                    <a:pt x="16107" y="356"/>
                    <a:pt x="16183" y="330"/>
                  </a:cubicBezTo>
                  <a:cubicBezTo>
                    <a:pt x="16182" y="330"/>
                    <a:pt x="16180" y="330"/>
                    <a:pt x="16178" y="330"/>
                  </a:cubicBezTo>
                  <a:cubicBezTo>
                    <a:pt x="16124" y="330"/>
                    <a:pt x="15885" y="443"/>
                    <a:pt x="15599" y="508"/>
                  </a:cubicBezTo>
                  <a:lnTo>
                    <a:pt x="16081" y="330"/>
                  </a:lnTo>
                  <a:lnTo>
                    <a:pt x="15802" y="390"/>
                  </a:lnTo>
                  <a:cubicBezTo>
                    <a:pt x="16166" y="254"/>
                    <a:pt x="16530" y="127"/>
                    <a:pt x="1689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2"/>
            <p:cNvSpPr/>
            <p:nvPr/>
          </p:nvSpPr>
          <p:spPr>
            <a:xfrm>
              <a:off x="4331825" y="604025"/>
              <a:ext cx="3600" cy="5750"/>
            </a:xfrm>
            <a:custGeom>
              <a:rect b="b" l="l" r="r" t="t"/>
              <a:pathLst>
                <a:path extrusionOk="0" h="230" w="144">
                  <a:moveTo>
                    <a:pt x="0" y="1"/>
                  </a:moveTo>
                  <a:lnTo>
                    <a:pt x="0" y="1"/>
                  </a:lnTo>
                  <a:cubicBezTo>
                    <a:pt x="42" y="85"/>
                    <a:pt x="93" y="161"/>
                    <a:pt x="144" y="229"/>
                  </a:cubicBezTo>
                  <a:cubicBezTo>
                    <a:pt x="102" y="153"/>
                    <a:pt x="51" y="77"/>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2"/>
            <p:cNvSpPr/>
            <p:nvPr/>
          </p:nvSpPr>
          <p:spPr>
            <a:xfrm>
              <a:off x="4267100" y="716325"/>
              <a:ext cx="35350" cy="22450"/>
            </a:xfrm>
            <a:custGeom>
              <a:rect b="b" l="l" r="r" t="t"/>
              <a:pathLst>
                <a:path extrusionOk="0" h="898" w="1414">
                  <a:moveTo>
                    <a:pt x="1413" y="1"/>
                  </a:moveTo>
                  <a:cubicBezTo>
                    <a:pt x="1083" y="195"/>
                    <a:pt x="863" y="331"/>
                    <a:pt x="669" y="474"/>
                  </a:cubicBezTo>
                  <a:cubicBezTo>
                    <a:pt x="457" y="627"/>
                    <a:pt x="229" y="770"/>
                    <a:pt x="0" y="897"/>
                  </a:cubicBezTo>
                  <a:lnTo>
                    <a:pt x="229" y="787"/>
                  </a:lnTo>
                  <a:cubicBezTo>
                    <a:pt x="474" y="635"/>
                    <a:pt x="643" y="517"/>
                    <a:pt x="821" y="398"/>
                  </a:cubicBezTo>
                  <a:lnTo>
                    <a:pt x="141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2"/>
            <p:cNvSpPr/>
            <p:nvPr/>
          </p:nvSpPr>
          <p:spPr>
            <a:xfrm>
              <a:off x="4267150" y="729025"/>
              <a:ext cx="12450" cy="7650"/>
            </a:xfrm>
            <a:custGeom>
              <a:rect b="b" l="l" r="r" t="t"/>
              <a:pathLst>
                <a:path extrusionOk="0" h="306" w="498">
                  <a:moveTo>
                    <a:pt x="498" y="0"/>
                  </a:moveTo>
                  <a:lnTo>
                    <a:pt x="328" y="59"/>
                  </a:lnTo>
                  <a:cubicBezTo>
                    <a:pt x="333" y="58"/>
                    <a:pt x="336" y="58"/>
                    <a:pt x="338" y="58"/>
                  </a:cubicBezTo>
                  <a:cubicBezTo>
                    <a:pt x="391" y="58"/>
                    <a:pt x="1" y="305"/>
                    <a:pt x="44" y="305"/>
                  </a:cubicBezTo>
                  <a:cubicBezTo>
                    <a:pt x="45" y="305"/>
                    <a:pt x="47" y="305"/>
                    <a:pt x="49" y="305"/>
                  </a:cubicBezTo>
                  <a:cubicBezTo>
                    <a:pt x="379" y="93"/>
                    <a:pt x="193" y="178"/>
                    <a:pt x="49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2"/>
            <p:cNvSpPr/>
            <p:nvPr/>
          </p:nvSpPr>
          <p:spPr>
            <a:xfrm>
              <a:off x="4333925" y="703000"/>
              <a:ext cx="3000" cy="3625"/>
            </a:xfrm>
            <a:custGeom>
              <a:rect b="b" l="l" r="r" t="t"/>
              <a:pathLst>
                <a:path extrusionOk="0" h="145" w="120">
                  <a:moveTo>
                    <a:pt x="119" y="1"/>
                  </a:moveTo>
                  <a:lnTo>
                    <a:pt x="119" y="1"/>
                  </a:lnTo>
                  <a:cubicBezTo>
                    <a:pt x="95" y="37"/>
                    <a:pt x="67" y="69"/>
                    <a:pt x="37" y="102"/>
                  </a:cubicBezTo>
                  <a:lnTo>
                    <a:pt x="37" y="102"/>
                  </a:lnTo>
                  <a:cubicBezTo>
                    <a:pt x="59" y="78"/>
                    <a:pt x="83" y="56"/>
                    <a:pt x="111" y="35"/>
                  </a:cubicBezTo>
                  <a:lnTo>
                    <a:pt x="119" y="1"/>
                  </a:lnTo>
                  <a:close/>
                  <a:moveTo>
                    <a:pt x="37" y="102"/>
                  </a:moveTo>
                  <a:cubicBezTo>
                    <a:pt x="25" y="116"/>
                    <a:pt x="13" y="130"/>
                    <a:pt x="1" y="145"/>
                  </a:cubicBezTo>
                  <a:cubicBezTo>
                    <a:pt x="13" y="130"/>
                    <a:pt x="25" y="116"/>
                    <a:pt x="37" y="10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2"/>
            <p:cNvSpPr/>
            <p:nvPr/>
          </p:nvSpPr>
          <p:spPr>
            <a:xfrm>
              <a:off x="4213175" y="762425"/>
              <a:ext cx="6575" cy="3000"/>
            </a:xfrm>
            <a:custGeom>
              <a:rect b="b" l="l" r="r" t="t"/>
              <a:pathLst>
                <a:path extrusionOk="0" h="120" w="263">
                  <a:moveTo>
                    <a:pt x="263" y="1"/>
                  </a:moveTo>
                  <a:lnTo>
                    <a:pt x="0" y="119"/>
                  </a:lnTo>
                  <a:lnTo>
                    <a:pt x="212" y="35"/>
                  </a:lnTo>
                  <a:lnTo>
                    <a:pt x="26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2"/>
            <p:cNvSpPr/>
            <p:nvPr/>
          </p:nvSpPr>
          <p:spPr>
            <a:xfrm>
              <a:off x="4219725" y="761375"/>
              <a:ext cx="1300" cy="1075"/>
            </a:xfrm>
            <a:custGeom>
              <a:rect b="b" l="l" r="r" t="t"/>
              <a:pathLst>
                <a:path extrusionOk="0" h="43" w="52">
                  <a:moveTo>
                    <a:pt x="51" y="0"/>
                  </a:moveTo>
                  <a:lnTo>
                    <a:pt x="1" y="43"/>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2"/>
            <p:cNvSpPr/>
            <p:nvPr/>
          </p:nvSpPr>
          <p:spPr>
            <a:xfrm>
              <a:off x="4333925" y="700900"/>
              <a:ext cx="7225" cy="7425"/>
            </a:xfrm>
            <a:custGeom>
              <a:rect b="b" l="l" r="r" t="t"/>
              <a:pathLst>
                <a:path extrusionOk="0" h="297" w="289">
                  <a:moveTo>
                    <a:pt x="288" y="0"/>
                  </a:moveTo>
                  <a:cubicBezTo>
                    <a:pt x="282" y="6"/>
                    <a:pt x="276" y="12"/>
                    <a:pt x="271" y="19"/>
                  </a:cubicBezTo>
                  <a:lnTo>
                    <a:pt x="271" y="19"/>
                  </a:lnTo>
                  <a:cubicBezTo>
                    <a:pt x="277" y="13"/>
                    <a:pt x="282" y="6"/>
                    <a:pt x="288" y="0"/>
                  </a:cubicBezTo>
                  <a:close/>
                  <a:moveTo>
                    <a:pt x="271" y="19"/>
                  </a:moveTo>
                  <a:cubicBezTo>
                    <a:pt x="183" y="114"/>
                    <a:pt x="88" y="209"/>
                    <a:pt x="1" y="296"/>
                  </a:cubicBezTo>
                  <a:cubicBezTo>
                    <a:pt x="68" y="237"/>
                    <a:pt x="136" y="178"/>
                    <a:pt x="204" y="110"/>
                  </a:cubicBezTo>
                  <a:cubicBezTo>
                    <a:pt x="225" y="82"/>
                    <a:pt x="245" y="49"/>
                    <a:pt x="271" y="1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2"/>
            <p:cNvSpPr/>
            <p:nvPr/>
          </p:nvSpPr>
          <p:spPr>
            <a:xfrm>
              <a:off x="4281650" y="735150"/>
              <a:ext cx="6200" cy="3650"/>
            </a:xfrm>
            <a:custGeom>
              <a:rect b="b" l="l" r="r" t="t"/>
              <a:pathLst>
                <a:path extrusionOk="0" h="146" w="248">
                  <a:moveTo>
                    <a:pt x="247" y="1"/>
                  </a:moveTo>
                  <a:lnTo>
                    <a:pt x="241" y="5"/>
                  </a:lnTo>
                  <a:lnTo>
                    <a:pt x="241" y="5"/>
                  </a:lnTo>
                  <a:cubicBezTo>
                    <a:pt x="244" y="3"/>
                    <a:pt x="246" y="2"/>
                    <a:pt x="247" y="1"/>
                  </a:cubicBezTo>
                  <a:close/>
                  <a:moveTo>
                    <a:pt x="241" y="5"/>
                  </a:moveTo>
                  <a:cubicBezTo>
                    <a:pt x="195" y="35"/>
                    <a:pt x="0" y="146"/>
                    <a:pt x="23" y="146"/>
                  </a:cubicBezTo>
                  <a:cubicBezTo>
                    <a:pt x="26" y="146"/>
                    <a:pt x="36" y="143"/>
                    <a:pt x="53" y="136"/>
                  </a:cubicBezTo>
                  <a:lnTo>
                    <a:pt x="241" y="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2"/>
            <p:cNvSpPr/>
            <p:nvPr/>
          </p:nvSpPr>
          <p:spPr>
            <a:xfrm>
              <a:off x="4172150" y="781900"/>
              <a:ext cx="7000" cy="3400"/>
            </a:xfrm>
            <a:custGeom>
              <a:rect b="b" l="l" r="r" t="t"/>
              <a:pathLst>
                <a:path extrusionOk="0" h="136" w="280">
                  <a:moveTo>
                    <a:pt x="279" y="0"/>
                  </a:moveTo>
                  <a:lnTo>
                    <a:pt x="254" y="9"/>
                  </a:lnTo>
                  <a:lnTo>
                    <a:pt x="0" y="135"/>
                  </a:lnTo>
                  <a:lnTo>
                    <a:pt x="26" y="127"/>
                  </a:lnTo>
                  <a:lnTo>
                    <a:pt x="27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2"/>
            <p:cNvSpPr/>
            <p:nvPr/>
          </p:nvSpPr>
          <p:spPr>
            <a:xfrm>
              <a:off x="4238975" y="763100"/>
              <a:ext cx="6975" cy="3550"/>
            </a:xfrm>
            <a:custGeom>
              <a:rect b="b" l="l" r="r" t="t"/>
              <a:pathLst>
                <a:path extrusionOk="0" h="142" w="279">
                  <a:moveTo>
                    <a:pt x="269" y="1"/>
                  </a:moveTo>
                  <a:cubicBezTo>
                    <a:pt x="265" y="1"/>
                    <a:pt x="252" y="5"/>
                    <a:pt x="238" y="9"/>
                  </a:cubicBezTo>
                  <a:lnTo>
                    <a:pt x="238" y="9"/>
                  </a:lnTo>
                  <a:cubicBezTo>
                    <a:pt x="239" y="8"/>
                    <a:pt x="238" y="8"/>
                    <a:pt x="237" y="8"/>
                  </a:cubicBezTo>
                  <a:lnTo>
                    <a:pt x="237" y="8"/>
                  </a:lnTo>
                  <a:cubicBezTo>
                    <a:pt x="234" y="8"/>
                    <a:pt x="226" y="10"/>
                    <a:pt x="212" y="16"/>
                  </a:cubicBezTo>
                  <a:cubicBezTo>
                    <a:pt x="219" y="15"/>
                    <a:pt x="229" y="12"/>
                    <a:pt x="238" y="9"/>
                  </a:cubicBezTo>
                  <a:lnTo>
                    <a:pt x="238" y="9"/>
                  </a:lnTo>
                  <a:cubicBezTo>
                    <a:pt x="232" y="21"/>
                    <a:pt x="1" y="141"/>
                    <a:pt x="11" y="141"/>
                  </a:cubicBezTo>
                  <a:cubicBezTo>
                    <a:pt x="14" y="141"/>
                    <a:pt x="40" y="130"/>
                    <a:pt x="102" y="101"/>
                  </a:cubicBezTo>
                  <a:cubicBezTo>
                    <a:pt x="249" y="20"/>
                    <a:pt x="279" y="1"/>
                    <a:pt x="26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2"/>
            <p:cNvSpPr/>
            <p:nvPr/>
          </p:nvSpPr>
          <p:spPr>
            <a:xfrm>
              <a:off x="4162200" y="797550"/>
              <a:ext cx="2575" cy="1275"/>
            </a:xfrm>
            <a:custGeom>
              <a:rect b="b" l="l" r="r" t="t"/>
              <a:pathLst>
                <a:path extrusionOk="0" h="51" w="103">
                  <a:moveTo>
                    <a:pt x="102" y="0"/>
                  </a:moveTo>
                  <a:cubicBezTo>
                    <a:pt x="68" y="17"/>
                    <a:pt x="34" y="34"/>
                    <a:pt x="1" y="5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2"/>
            <p:cNvSpPr/>
            <p:nvPr/>
          </p:nvSpPr>
          <p:spPr>
            <a:xfrm>
              <a:off x="4164750" y="794150"/>
              <a:ext cx="7625" cy="3425"/>
            </a:xfrm>
            <a:custGeom>
              <a:rect b="b" l="l" r="r" t="t"/>
              <a:pathLst>
                <a:path extrusionOk="0" h="137" w="305">
                  <a:moveTo>
                    <a:pt x="305" y="1"/>
                  </a:moveTo>
                  <a:cubicBezTo>
                    <a:pt x="203" y="35"/>
                    <a:pt x="102" y="85"/>
                    <a:pt x="0" y="136"/>
                  </a:cubicBezTo>
                  <a:cubicBezTo>
                    <a:pt x="119" y="85"/>
                    <a:pt x="229" y="43"/>
                    <a:pt x="30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2"/>
            <p:cNvSpPr/>
            <p:nvPr/>
          </p:nvSpPr>
          <p:spPr>
            <a:xfrm>
              <a:off x="4166850" y="800075"/>
              <a:ext cx="5525" cy="3200"/>
            </a:xfrm>
            <a:custGeom>
              <a:rect b="b" l="l" r="r" t="t"/>
              <a:pathLst>
                <a:path extrusionOk="0" h="128" w="221">
                  <a:moveTo>
                    <a:pt x="221" y="1"/>
                  </a:moveTo>
                  <a:lnTo>
                    <a:pt x="1" y="127"/>
                  </a:lnTo>
                  <a:lnTo>
                    <a:pt x="85" y="85"/>
                  </a:lnTo>
                  <a:lnTo>
                    <a:pt x="22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2"/>
            <p:cNvSpPr/>
            <p:nvPr/>
          </p:nvSpPr>
          <p:spPr>
            <a:xfrm>
              <a:off x="3501950" y="632800"/>
              <a:ext cx="45500" cy="179775"/>
            </a:xfrm>
            <a:custGeom>
              <a:rect b="b" l="l" r="r" t="t"/>
              <a:pathLst>
                <a:path extrusionOk="0" h="7191" w="1820">
                  <a:moveTo>
                    <a:pt x="305" y="1591"/>
                  </a:moveTo>
                  <a:cubicBezTo>
                    <a:pt x="298" y="1617"/>
                    <a:pt x="292" y="1639"/>
                    <a:pt x="289" y="1663"/>
                  </a:cubicBezTo>
                  <a:lnTo>
                    <a:pt x="289" y="1663"/>
                  </a:lnTo>
                  <a:cubicBezTo>
                    <a:pt x="295" y="1639"/>
                    <a:pt x="300" y="1615"/>
                    <a:pt x="305" y="1591"/>
                  </a:cubicBezTo>
                  <a:close/>
                  <a:moveTo>
                    <a:pt x="178" y="4746"/>
                  </a:moveTo>
                  <a:lnTo>
                    <a:pt x="178" y="4746"/>
                  </a:lnTo>
                  <a:cubicBezTo>
                    <a:pt x="196" y="4818"/>
                    <a:pt x="209" y="4857"/>
                    <a:pt x="218" y="4878"/>
                  </a:cubicBezTo>
                  <a:lnTo>
                    <a:pt x="218" y="4878"/>
                  </a:lnTo>
                  <a:cubicBezTo>
                    <a:pt x="204" y="4834"/>
                    <a:pt x="191" y="4790"/>
                    <a:pt x="178" y="4746"/>
                  </a:cubicBezTo>
                  <a:close/>
                  <a:moveTo>
                    <a:pt x="685" y="5722"/>
                  </a:moveTo>
                  <a:cubicBezTo>
                    <a:pt x="688" y="5727"/>
                    <a:pt x="691" y="5732"/>
                    <a:pt x="694" y="5736"/>
                  </a:cubicBezTo>
                  <a:cubicBezTo>
                    <a:pt x="691" y="5731"/>
                    <a:pt x="688" y="5726"/>
                    <a:pt x="685" y="5722"/>
                  </a:cubicBezTo>
                  <a:close/>
                  <a:moveTo>
                    <a:pt x="1092" y="0"/>
                  </a:moveTo>
                  <a:cubicBezTo>
                    <a:pt x="1032" y="93"/>
                    <a:pt x="982" y="178"/>
                    <a:pt x="931" y="271"/>
                  </a:cubicBezTo>
                  <a:cubicBezTo>
                    <a:pt x="880" y="355"/>
                    <a:pt x="829" y="449"/>
                    <a:pt x="779" y="550"/>
                  </a:cubicBezTo>
                  <a:cubicBezTo>
                    <a:pt x="803" y="485"/>
                    <a:pt x="810" y="458"/>
                    <a:pt x="807" y="458"/>
                  </a:cubicBezTo>
                  <a:lnTo>
                    <a:pt x="807" y="458"/>
                  </a:lnTo>
                  <a:cubicBezTo>
                    <a:pt x="802" y="458"/>
                    <a:pt x="775" y="514"/>
                    <a:pt x="745" y="584"/>
                  </a:cubicBezTo>
                  <a:cubicBezTo>
                    <a:pt x="702" y="677"/>
                    <a:pt x="652" y="789"/>
                    <a:pt x="644" y="789"/>
                  </a:cubicBezTo>
                  <a:cubicBezTo>
                    <a:pt x="642" y="789"/>
                    <a:pt x="642" y="786"/>
                    <a:pt x="643" y="778"/>
                  </a:cubicBezTo>
                  <a:cubicBezTo>
                    <a:pt x="669" y="711"/>
                    <a:pt x="702" y="618"/>
                    <a:pt x="736" y="533"/>
                  </a:cubicBezTo>
                  <a:cubicBezTo>
                    <a:pt x="770" y="449"/>
                    <a:pt x="821" y="372"/>
                    <a:pt x="855" y="322"/>
                  </a:cubicBezTo>
                  <a:cubicBezTo>
                    <a:pt x="856" y="312"/>
                    <a:pt x="855" y="308"/>
                    <a:pt x="851" y="308"/>
                  </a:cubicBezTo>
                  <a:cubicBezTo>
                    <a:pt x="835" y="308"/>
                    <a:pt x="773" y="401"/>
                    <a:pt x="757" y="401"/>
                  </a:cubicBezTo>
                  <a:cubicBezTo>
                    <a:pt x="755" y="401"/>
                    <a:pt x="754" y="400"/>
                    <a:pt x="753" y="398"/>
                  </a:cubicBezTo>
                  <a:cubicBezTo>
                    <a:pt x="702" y="499"/>
                    <a:pt x="652" y="609"/>
                    <a:pt x="609" y="719"/>
                  </a:cubicBezTo>
                  <a:cubicBezTo>
                    <a:pt x="576" y="795"/>
                    <a:pt x="550" y="880"/>
                    <a:pt x="533" y="965"/>
                  </a:cubicBezTo>
                  <a:cubicBezTo>
                    <a:pt x="491" y="1117"/>
                    <a:pt x="449" y="1269"/>
                    <a:pt x="364" y="1531"/>
                  </a:cubicBezTo>
                  <a:cubicBezTo>
                    <a:pt x="360" y="1518"/>
                    <a:pt x="367" y="1468"/>
                    <a:pt x="361" y="1468"/>
                  </a:cubicBezTo>
                  <a:lnTo>
                    <a:pt x="361" y="1468"/>
                  </a:lnTo>
                  <a:cubicBezTo>
                    <a:pt x="355" y="1468"/>
                    <a:pt x="338" y="1514"/>
                    <a:pt x="288" y="1684"/>
                  </a:cubicBezTo>
                  <a:cubicBezTo>
                    <a:pt x="288" y="1676"/>
                    <a:pt x="288" y="1670"/>
                    <a:pt x="289" y="1663"/>
                  </a:cubicBezTo>
                  <a:lnTo>
                    <a:pt x="289" y="1663"/>
                  </a:lnTo>
                  <a:cubicBezTo>
                    <a:pt x="258" y="1800"/>
                    <a:pt x="221" y="1935"/>
                    <a:pt x="178" y="2064"/>
                  </a:cubicBezTo>
                  <a:cubicBezTo>
                    <a:pt x="153" y="2166"/>
                    <a:pt x="136" y="2276"/>
                    <a:pt x="136" y="2377"/>
                  </a:cubicBezTo>
                  <a:lnTo>
                    <a:pt x="110" y="2369"/>
                  </a:lnTo>
                  <a:cubicBezTo>
                    <a:pt x="110" y="2403"/>
                    <a:pt x="102" y="2436"/>
                    <a:pt x="102" y="2470"/>
                  </a:cubicBezTo>
                  <a:cubicBezTo>
                    <a:pt x="102" y="2513"/>
                    <a:pt x="93" y="2555"/>
                    <a:pt x="93" y="2597"/>
                  </a:cubicBezTo>
                  <a:cubicBezTo>
                    <a:pt x="85" y="2682"/>
                    <a:pt x="76" y="2783"/>
                    <a:pt x="60" y="2876"/>
                  </a:cubicBezTo>
                  <a:cubicBezTo>
                    <a:pt x="51" y="2978"/>
                    <a:pt x="51" y="3071"/>
                    <a:pt x="51" y="3164"/>
                  </a:cubicBezTo>
                  <a:lnTo>
                    <a:pt x="51" y="3299"/>
                  </a:lnTo>
                  <a:lnTo>
                    <a:pt x="51" y="3409"/>
                  </a:lnTo>
                  <a:lnTo>
                    <a:pt x="43" y="3392"/>
                  </a:lnTo>
                  <a:lnTo>
                    <a:pt x="43" y="3392"/>
                  </a:lnTo>
                  <a:cubicBezTo>
                    <a:pt x="60" y="3790"/>
                    <a:pt x="85" y="3900"/>
                    <a:pt x="93" y="4027"/>
                  </a:cubicBezTo>
                  <a:cubicBezTo>
                    <a:pt x="102" y="4103"/>
                    <a:pt x="110" y="4179"/>
                    <a:pt x="119" y="4255"/>
                  </a:cubicBezTo>
                  <a:cubicBezTo>
                    <a:pt x="144" y="4416"/>
                    <a:pt x="178" y="4568"/>
                    <a:pt x="212" y="4721"/>
                  </a:cubicBezTo>
                  <a:lnTo>
                    <a:pt x="153" y="4526"/>
                  </a:lnTo>
                  <a:cubicBezTo>
                    <a:pt x="136" y="4458"/>
                    <a:pt x="119" y="4391"/>
                    <a:pt x="102" y="4323"/>
                  </a:cubicBezTo>
                  <a:lnTo>
                    <a:pt x="102" y="4323"/>
                  </a:lnTo>
                  <a:cubicBezTo>
                    <a:pt x="110" y="4399"/>
                    <a:pt x="119" y="4467"/>
                    <a:pt x="127" y="4517"/>
                  </a:cubicBezTo>
                  <a:cubicBezTo>
                    <a:pt x="144" y="4568"/>
                    <a:pt x="161" y="4611"/>
                    <a:pt x="170" y="4653"/>
                  </a:cubicBezTo>
                  <a:cubicBezTo>
                    <a:pt x="195" y="4729"/>
                    <a:pt x="220" y="4797"/>
                    <a:pt x="246" y="4907"/>
                  </a:cubicBezTo>
                  <a:cubicBezTo>
                    <a:pt x="244" y="4903"/>
                    <a:pt x="242" y="4903"/>
                    <a:pt x="240" y="4903"/>
                  </a:cubicBezTo>
                  <a:cubicBezTo>
                    <a:pt x="240" y="4903"/>
                    <a:pt x="239" y="4903"/>
                    <a:pt x="239" y="4903"/>
                  </a:cubicBezTo>
                  <a:cubicBezTo>
                    <a:pt x="234" y="4903"/>
                    <a:pt x="228" y="4902"/>
                    <a:pt x="218" y="4878"/>
                  </a:cubicBezTo>
                  <a:lnTo>
                    <a:pt x="218" y="4878"/>
                  </a:lnTo>
                  <a:cubicBezTo>
                    <a:pt x="256" y="5003"/>
                    <a:pt x="297" y="5128"/>
                    <a:pt x="347" y="5253"/>
                  </a:cubicBezTo>
                  <a:cubicBezTo>
                    <a:pt x="381" y="5338"/>
                    <a:pt x="423" y="5414"/>
                    <a:pt x="466" y="5499"/>
                  </a:cubicBezTo>
                  <a:cubicBezTo>
                    <a:pt x="499" y="5575"/>
                    <a:pt x="542" y="5660"/>
                    <a:pt x="584" y="5736"/>
                  </a:cubicBezTo>
                  <a:cubicBezTo>
                    <a:pt x="621" y="5794"/>
                    <a:pt x="637" y="5816"/>
                    <a:pt x="641" y="5816"/>
                  </a:cubicBezTo>
                  <a:cubicBezTo>
                    <a:pt x="651" y="5816"/>
                    <a:pt x="573" y="5665"/>
                    <a:pt x="567" y="5634"/>
                  </a:cubicBezTo>
                  <a:lnTo>
                    <a:pt x="567" y="5634"/>
                  </a:lnTo>
                  <a:cubicBezTo>
                    <a:pt x="626" y="5727"/>
                    <a:pt x="677" y="5812"/>
                    <a:pt x="719" y="5913"/>
                  </a:cubicBezTo>
                  <a:cubicBezTo>
                    <a:pt x="745" y="5973"/>
                    <a:pt x="779" y="6023"/>
                    <a:pt x="804" y="6066"/>
                  </a:cubicBezTo>
                  <a:cubicBezTo>
                    <a:pt x="821" y="6091"/>
                    <a:pt x="829" y="6116"/>
                    <a:pt x="838" y="6142"/>
                  </a:cubicBezTo>
                  <a:cubicBezTo>
                    <a:pt x="812" y="6109"/>
                    <a:pt x="722" y="5979"/>
                    <a:pt x="715" y="5979"/>
                  </a:cubicBezTo>
                  <a:lnTo>
                    <a:pt x="715" y="5979"/>
                  </a:lnTo>
                  <a:cubicBezTo>
                    <a:pt x="713" y="5979"/>
                    <a:pt x="718" y="5991"/>
                    <a:pt x="736" y="6023"/>
                  </a:cubicBezTo>
                  <a:lnTo>
                    <a:pt x="973" y="6311"/>
                  </a:lnTo>
                  <a:cubicBezTo>
                    <a:pt x="1027" y="6403"/>
                    <a:pt x="1053" y="6439"/>
                    <a:pt x="1038" y="6439"/>
                  </a:cubicBezTo>
                  <a:cubicBezTo>
                    <a:pt x="1037" y="6439"/>
                    <a:pt x="1035" y="6439"/>
                    <a:pt x="1032" y="6438"/>
                  </a:cubicBezTo>
                  <a:cubicBezTo>
                    <a:pt x="1015" y="6421"/>
                    <a:pt x="1007" y="6412"/>
                    <a:pt x="990" y="6395"/>
                  </a:cubicBezTo>
                  <a:lnTo>
                    <a:pt x="922" y="6302"/>
                  </a:lnTo>
                  <a:lnTo>
                    <a:pt x="736" y="6049"/>
                  </a:lnTo>
                  <a:cubicBezTo>
                    <a:pt x="702" y="6015"/>
                    <a:pt x="677" y="5973"/>
                    <a:pt x="652" y="5922"/>
                  </a:cubicBezTo>
                  <a:cubicBezTo>
                    <a:pt x="626" y="5888"/>
                    <a:pt x="609" y="5854"/>
                    <a:pt x="593" y="5829"/>
                  </a:cubicBezTo>
                  <a:lnTo>
                    <a:pt x="593" y="5829"/>
                  </a:lnTo>
                  <a:cubicBezTo>
                    <a:pt x="618" y="5879"/>
                    <a:pt x="652" y="5930"/>
                    <a:pt x="669" y="5981"/>
                  </a:cubicBezTo>
                  <a:cubicBezTo>
                    <a:pt x="694" y="6023"/>
                    <a:pt x="719" y="6066"/>
                    <a:pt x="753" y="6099"/>
                  </a:cubicBezTo>
                  <a:cubicBezTo>
                    <a:pt x="804" y="6176"/>
                    <a:pt x="855" y="6243"/>
                    <a:pt x="897" y="6311"/>
                  </a:cubicBezTo>
                  <a:lnTo>
                    <a:pt x="973" y="6421"/>
                  </a:lnTo>
                  <a:lnTo>
                    <a:pt x="1058" y="6522"/>
                  </a:lnTo>
                  <a:cubicBezTo>
                    <a:pt x="1125" y="6599"/>
                    <a:pt x="1193" y="6683"/>
                    <a:pt x="1269" y="6785"/>
                  </a:cubicBezTo>
                  <a:cubicBezTo>
                    <a:pt x="1176" y="6658"/>
                    <a:pt x="1125" y="6573"/>
                    <a:pt x="1083" y="6505"/>
                  </a:cubicBezTo>
                  <a:cubicBezTo>
                    <a:pt x="1083" y="6504"/>
                    <a:pt x="1084" y="6503"/>
                    <a:pt x="1085" y="6503"/>
                  </a:cubicBezTo>
                  <a:cubicBezTo>
                    <a:pt x="1097" y="6503"/>
                    <a:pt x="1176" y="6592"/>
                    <a:pt x="1269" y="6708"/>
                  </a:cubicBezTo>
                  <a:cubicBezTo>
                    <a:pt x="1320" y="6776"/>
                    <a:pt x="1388" y="6844"/>
                    <a:pt x="1447" y="6903"/>
                  </a:cubicBezTo>
                  <a:lnTo>
                    <a:pt x="1641" y="7106"/>
                  </a:lnTo>
                  <a:cubicBezTo>
                    <a:pt x="1583" y="7038"/>
                    <a:pt x="1564" y="7012"/>
                    <a:pt x="1570" y="7012"/>
                  </a:cubicBezTo>
                  <a:lnTo>
                    <a:pt x="1570" y="7012"/>
                  </a:lnTo>
                  <a:cubicBezTo>
                    <a:pt x="1578" y="7012"/>
                    <a:pt x="1642" y="7068"/>
                    <a:pt x="1718" y="7123"/>
                  </a:cubicBezTo>
                  <a:cubicBezTo>
                    <a:pt x="1735" y="7140"/>
                    <a:pt x="1751" y="7148"/>
                    <a:pt x="1768" y="7165"/>
                  </a:cubicBezTo>
                  <a:lnTo>
                    <a:pt x="1819" y="7191"/>
                  </a:lnTo>
                  <a:lnTo>
                    <a:pt x="1785" y="7165"/>
                  </a:lnTo>
                  <a:cubicBezTo>
                    <a:pt x="1785" y="7165"/>
                    <a:pt x="1785" y="7157"/>
                    <a:pt x="1768" y="7131"/>
                  </a:cubicBezTo>
                  <a:cubicBezTo>
                    <a:pt x="1743" y="7106"/>
                    <a:pt x="1709" y="7089"/>
                    <a:pt x="1684" y="7064"/>
                  </a:cubicBezTo>
                  <a:lnTo>
                    <a:pt x="1616" y="6996"/>
                  </a:lnTo>
                  <a:lnTo>
                    <a:pt x="1489" y="6861"/>
                  </a:lnTo>
                  <a:lnTo>
                    <a:pt x="1388" y="6734"/>
                  </a:lnTo>
                  <a:cubicBezTo>
                    <a:pt x="1345" y="6700"/>
                    <a:pt x="1320" y="6658"/>
                    <a:pt x="1295" y="6615"/>
                  </a:cubicBezTo>
                  <a:lnTo>
                    <a:pt x="1295" y="6615"/>
                  </a:lnTo>
                  <a:cubicBezTo>
                    <a:pt x="1303" y="6637"/>
                    <a:pt x="1303" y="6647"/>
                    <a:pt x="1298" y="6647"/>
                  </a:cubicBezTo>
                  <a:cubicBezTo>
                    <a:pt x="1279" y="6647"/>
                    <a:pt x="1197" y="6544"/>
                    <a:pt x="1100" y="6421"/>
                  </a:cubicBezTo>
                  <a:lnTo>
                    <a:pt x="1049" y="6353"/>
                  </a:lnTo>
                  <a:lnTo>
                    <a:pt x="1007" y="6286"/>
                  </a:lnTo>
                  <a:cubicBezTo>
                    <a:pt x="973" y="6235"/>
                    <a:pt x="939" y="6192"/>
                    <a:pt x="914" y="6142"/>
                  </a:cubicBezTo>
                  <a:cubicBezTo>
                    <a:pt x="855" y="6057"/>
                    <a:pt x="812" y="5973"/>
                    <a:pt x="770" y="5930"/>
                  </a:cubicBezTo>
                  <a:lnTo>
                    <a:pt x="643" y="5693"/>
                  </a:lnTo>
                  <a:lnTo>
                    <a:pt x="601" y="5600"/>
                  </a:lnTo>
                  <a:cubicBezTo>
                    <a:pt x="601" y="5595"/>
                    <a:pt x="601" y="5592"/>
                    <a:pt x="603" y="5592"/>
                  </a:cubicBezTo>
                  <a:cubicBezTo>
                    <a:pt x="608" y="5592"/>
                    <a:pt x="626" y="5627"/>
                    <a:pt x="685" y="5722"/>
                  </a:cubicBezTo>
                  <a:lnTo>
                    <a:pt x="685" y="5722"/>
                  </a:lnTo>
                  <a:cubicBezTo>
                    <a:pt x="669" y="5694"/>
                    <a:pt x="648" y="5651"/>
                    <a:pt x="626" y="5609"/>
                  </a:cubicBezTo>
                  <a:cubicBezTo>
                    <a:pt x="593" y="5558"/>
                    <a:pt x="576" y="5507"/>
                    <a:pt x="550" y="5448"/>
                  </a:cubicBezTo>
                  <a:cubicBezTo>
                    <a:pt x="504" y="5348"/>
                    <a:pt x="465" y="5268"/>
                    <a:pt x="458" y="5268"/>
                  </a:cubicBezTo>
                  <a:cubicBezTo>
                    <a:pt x="457" y="5268"/>
                    <a:pt x="457" y="5269"/>
                    <a:pt x="457" y="5270"/>
                  </a:cubicBezTo>
                  <a:cubicBezTo>
                    <a:pt x="432" y="5194"/>
                    <a:pt x="406" y="5118"/>
                    <a:pt x="381" y="5042"/>
                  </a:cubicBezTo>
                  <a:cubicBezTo>
                    <a:pt x="356" y="4957"/>
                    <a:pt x="330" y="4881"/>
                    <a:pt x="313" y="4805"/>
                  </a:cubicBezTo>
                  <a:cubicBezTo>
                    <a:pt x="280" y="4644"/>
                    <a:pt x="229" y="4484"/>
                    <a:pt x="212" y="4323"/>
                  </a:cubicBezTo>
                  <a:cubicBezTo>
                    <a:pt x="212" y="4289"/>
                    <a:pt x="203" y="4255"/>
                    <a:pt x="212" y="4238"/>
                  </a:cubicBezTo>
                  <a:cubicBezTo>
                    <a:pt x="219" y="4217"/>
                    <a:pt x="209" y="4202"/>
                    <a:pt x="200" y="4202"/>
                  </a:cubicBezTo>
                  <a:cubicBezTo>
                    <a:pt x="198" y="4202"/>
                    <a:pt x="196" y="4203"/>
                    <a:pt x="195" y="4205"/>
                  </a:cubicBezTo>
                  <a:cubicBezTo>
                    <a:pt x="0" y="2775"/>
                    <a:pt x="364" y="1269"/>
                    <a:pt x="109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2"/>
            <p:cNvSpPr/>
            <p:nvPr/>
          </p:nvSpPr>
          <p:spPr>
            <a:xfrm>
              <a:off x="3533875" y="802400"/>
              <a:ext cx="3425" cy="3625"/>
            </a:xfrm>
            <a:custGeom>
              <a:rect b="b" l="l" r="r" t="t"/>
              <a:pathLst>
                <a:path extrusionOk="0" h="145" w="137">
                  <a:moveTo>
                    <a:pt x="1" y="1"/>
                  </a:moveTo>
                  <a:cubicBezTo>
                    <a:pt x="19" y="24"/>
                    <a:pt x="43" y="47"/>
                    <a:pt x="68" y="73"/>
                  </a:cubicBezTo>
                  <a:lnTo>
                    <a:pt x="68" y="73"/>
                  </a:lnTo>
                  <a:lnTo>
                    <a:pt x="1" y="1"/>
                  </a:lnTo>
                  <a:close/>
                  <a:moveTo>
                    <a:pt x="68" y="73"/>
                  </a:moveTo>
                  <a:lnTo>
                    <a:pt x="136" y="144"/>
                  </a:lnTo>
                  <a:cubicBezTo>
                    <a:pt x="113" y="118"/>
                    <a:pt x="90" y="94"/>
                    <a:pt x="68" y="7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2"/>
            <p:cNvSpPr/>
            <p:nvPr/>
          </p:nvSpPr>
          <p:spPr>
            <a:xfrm>
              <a:off x="3529025" y="626025"/>
              <a:ext cx="4025" cy="6575"/>
            </a:xfrm>
            <a:custGeom>
              <a:rect b="b" l="l" r="r" t="t"/>
              <a:pathLst>
                <a:path extrusionOk="0" h="263" w="161">
                  <a:moveTo>
                    <a:pt x="161" y="0"/>
                  </a:moveTo>
                  <a:lnTo>
                    <a:pt x="161" y="0"/>
                  </a:lnTo>
                  <a:cubicBezTo>
                    <a:pt x="102" y="85"/>
                    <a:pt x="59" y="178"/>
                    <a:pt x="0" y="263"/>
                  </a:cubicBezTo>
                  <a:cubicBezTo>
                    <a:pt x="59" y="187"/>
                    <a:pt x="102" y="94"/>
                    <a:pt x="16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2"/>
            <p:cNvSpPr/>
            <p:nvPr/>
          </p:nvSpPr>
          <p:spPr>
            <a:xfrm>
              <a:off x="3511250" y="788875"/>
              <a:ext cx="7650" cy="11225"/>
            </a:xfrm>
            <a:custGeom>
              <a:rect b="b" l="l" r="r" t="t"/>
              <a:pathLst>
                <a:path extrusionOk="0" h="449" w="306">
                  <a:moveTo>
                    <a:pt x="1" y="0"/>
                  </a:moveTo>
                  <a:lnTo>
                    <a:pt x="1" y="0"/>
                  </a:lnTo>
                  <a:cubicBezTo>
                    <a:pt x="94" y="161"/>
                    <a:pt x="187" y="313"/>
                    <a:pt x="305" y="449"/>
                  </a:cubicBezTo>
                  <a:cubicBezTo>
                    <a:pt x="111" y="178"/>
                    <a:pt x="204" y="296"/>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2"/>
            <p:cNvSpPr/>
            <p:nvPr/>
          </p:nvSpPr>
          <p:spPr>
            <a:xfrm>
              <a:off x="3508725" y="793300"/>
              <a:ext cx="4675" cy="6800"/>
            </a:xfrm>
            <a:custGeom>
              <a:rect b="b" l="l" r="r" t="t"/>
              <a:pathLst>
                <a:path extrusionOk="0" h="272" w="187">
                  <a:moveTo>
                    <a:pt x="0" y="1"/>
                  </a:moveTo>
                  <a:lnTo>
                    <a:pt x="9" y="26"/>
                  </a:lnTo>
                  <a:lnTo>
                    <a:pt x="186" y="272"/>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2"/>
            <p:cNvSpPr/>
            <p:nvPr/>
          </p:nvSpPr>
          <p:spPr>
            <a:xfrm>
              <a:off x="3524850" y="549950"/>
              <a:ext cx="79600" cy="87675"/>
            </a:xfrm>
            <a:custGeom>
              <a:rect b="b" l="l" r="r" t="t"/>
              <a:pathLst>
                <a:path extrusionOk="0" h="3507" w="3184">
                  <a:moveTo>
                    <a:pt x="3174" y="1"/>
                  </a:moveTo>
                  <a:cubicBezTo>
                    <a:pt x="3158" y="1"/>
                    <a:pt x="3044" y="75"/>
                    <a:pt x="3025" y="75"/>
                  </a:cubicBezTo>
                  <a:cubicBezTo>
                    <a:pt x="3015" y="75"/>
                    <a:pt x="3029" y="58"/>
                    <a:pt x="3086" y="7"/>
                  </a:cubicBezTo>
                  <a:lnTo>
                    <a:pt x="3086" y="7"/>
                  </a:lnTo>
                  <a:lnTo>
                    <a:pt x="2756" y="260"/>
                  </a:lnTo>
                  <a:cubicBezTo>
                    <a:pt x="2637" y="353"/>
                    <a:pt x="2527" y="446"/>
                    <a:pt x="2426" y="531"/>
                  </a:cubicBezTo>
                  <a:cubicBezTo>
                    <a:pt x="2299" y="633"/>
                    <a:pt x="2180" y="743"/>
                    <a:pt x="2079" y="869"/>
                  </a:cubicBezTo>
                  <a:cubicBezTo>
                    <a:pt x="2083" y="861"/>
                    <a:pt x="2090" y="850"/>
                    <a:pt x="2084" y="850"/>
                  </a:cubicBezTo>
                  <a:lnTo>
                    <a:pt x="2084" y="850"/>
                  </a:lnTo>
                  <a:cubicBezTo>
                    <a:pt x="2079" y="850"/>
                    <a:pt x="2062" y="861"/>
                    <a:pt x="2020" y="895"/>
                  </a:cubicBezTo>
                  <a:lnTo>
                    <a:pt x="1825" y="1123"/>
                  </a:lnTo>
                  <a:lnTo>
                    <a:pt x="1825" y="1123"/>
                  </a:lnTo>
                  <a:lnTo>
                    <a:pt x="2037" y="937"/>
                  </a:lnTo>
                  <a:lnTo>
                    <a:pt x="2037" y="937"/>
                  </a:lnTo>
                  <a:cubicBezTo>
                    <a:pt x="1994" y="988"/>
                    <a:pt x="1910" y="1072"/>
                    <a:pt x="1817" y="1174"/>
                  </a:cubicBezTo>
                  <a:cubicBezTo>
                    <a:pt x="1715" y="1267"/>
                    <a:pt x="1614" y="1385"/>
                    <a:pt x="1512" y="1487"/>
                  </a:cubicBezTo>
                  <a:lnTo>
                    <a:pt x="1225" y="1792"/>
                  </a:lnTo>
                  <a:cubicBezTo>
                    <a:pt x="1148" y="1876"/>
                    <a:pt x="1081" y="1944"/>
                    <a:pt x="1047" y="1978"/>
                  </a:cubicBezTo>
                  <a:cubicBezTo>
                    <a:pt x="1225" y="1766"/>
                    <a:pt x="1258" y="1707"/>
                    <a:pt x="1318" y="1631"/>
                  </a:cubicBezTo>
                  <a:cubicBezTo>
                    <a:pt x="1445" y="1479"/>
                    <a:pt x="1580" y="1326"/>
                    <a:pt x="1732" y="1199"/>
                  </a:cubicBezTo>
                  <a:lnTo>
                    <a:pt x="1732" y="1199"/>
                  </a:lnTo>
                  <a:cubicBezTo>
                    <a:pt x="1712" y="1209"/>
                    <a:pt x="1666" y="1243"/>
                    <a:pt x="1655" y="1243"/>
                  </a:cubicBezTo>
                  <a:cubicBezTo>
                    <a:pt x="1648" y="1243"/>
                    <a:pt x="1658" y="1226"/>
                    <a:pt x="1707" y="1174"/>
                  </a:cubicBezTo>
                  <a:lnTo>
                    <a:pt x="1707" y="1174"/>
                  </a:lnTo>
                  <a:cubicBezTo>
                    <a:pt x="1402" y="1479"/>
                    <a:pt x="1106" y="1808"/>
                    <a:pt x="835" y="2147"/>
                  </a:cubicBezTo>
                  <a:cubicBezTo>
                    <a:pt x="565" y="2485"/>
                    <a:pt x="319" y="2857"/>
                    <a:pt x="116" y="3247"/>
                  </a:cubicBezTo>
                  <a:cubicBezTo>
                    <a:pt x="207" y="3105"/>
                    <a:pt x="243" y="3052"/>
                    <a:pt x="248" y="3052"/>
                  </a:cubicBezTo>
                  <a:lnTo>
                    <a:pt x="248" y="3052"/>
                  </a:lnTo>
                  <a:cubicBezTo>
                    <a:pt x="262" y="3052"/>
                    <a:pt x="1" y="3506"/>
                    <a:pt x="25" y="3506"/>
                  </a:cubicBezTo>
                  <a:cubicBezTo>
                    <a:pt x="28" y="3506"/>
                    <a:pt x="36" y="3499"/>
                    <a:pt x="49" y="3483"/>
                  </a:cubicBezTo>
                  <a:cubicBezTo>
                    <a:pt x="108" y="3373"/>
                    <a:pt x="176" y="3255"/>
                    <a:pt x="235" y="3145"/>
                  </a:cubicBezTo>
                  <a:lnTo>
                    <a:pt x="235" y="3145"/>
                  </a:lnTo>
                  <a:lnTo>
                    <a:pt x="226" y="3179"/>
                  </a:lnTo>
                  <a:cubicBezTo>
                    <a:pt x="303" y="3035"/>
                    <a:pt x="396" y="2908"/>
                    <a:pt x="480" y="2773"/>
                  </a:cubicBezTo>
                  <a:lnTo>
                    <a:pt x="480" y="2773"/>
                  </a:lnTo>
                  <a:cubicBezTo>
                    <a:pt x="418" y="2828"/>
                    <a:pt x="384" y="2883"/>
                    <a:pt x="369" y="2883"/>
                  </a:cubicBezTo>
                  <a:cubicBezTo>
                    <a:pt x="366" y="2883"/>
                    <a:pt x="363" y="2881"/>
                    <a:pt x="362" y="2874"/>
                  </a:cubicBezTo>
                  <a:cubicBezTo>
                    <a:pt x="446" y="2747"/>
                    <a:pt x="506" y="2663"/>
                    <a:pt x="539" y="2629"/>
                  </a:cubicBezTo>
                  <a:cubicBezTo>
                    <a:pt x="556" y="2604"/>
                    <a:pt x="582" y="2578"/>
                    <a:pt x="599" y="2561"/>
                  </a:cubicBezTo>
                  <a:cubicBezTo>
                    <a:pt x="624" y="2536"/>
                    <a:pt x="632" y="2536"/>
                    <a:pt x="793" y="2358"/>
                  </a:cubicBezTo>
                  <a:cubicBezTo>
                    <a:pt x="861" y="2265"/>
                    <a:pt x="937" y="2164"/>
                    <a:pt x="1013" y="2071"/>
                  </a:cubicBezTo>
                  <a:lnTo>
                    <a:pt x="1242" y="1800"/>
                  </a:lnTo>
                  <a:lnTo>
                    <a:pt x="1208" y="1851"/>
                  </a:lnTo>
                  <a:cubicBezTo>
                    <a:pt x="1250" y="1800"/>
                    <a:pt x="1258" y="1783"/>
                    <a:pt x="1275" y="1766"/>
                  </a:cubicBezTo>
                  <a:cubicBezTo>
                    <a:pt x="1546" y="1462"/>
                    <a:pt x="1825" y="1174"/>
                    <a:pt x="2121" y="895"/>
                  </a:cubicBezTo>
                  <a:cubicBezTo>
                    <a:pt x="2426" y="616"/>
                    <a:pt x="2739" y="362"/>
                    <a:pt x="3060" y="108"/>
                  </a:cubicBezTo>
                  <a:cubicBezTo>
                    <a:pt x="3159" y="26"/>
                    <a:pt x="3184" y="1"/>
                    <a:pt x="317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2"/>
            <p:cNvSpPr/>
            <p:nvPr/>
          </p:nvSpPr>
          <p:spPr>
            <a:xfrm>
              <a:off x="3490950" y="650000"/>
              <a:ext cx="10925" cy="47525"/>
            </a:xfrm>
            <a:custGeom>
              <a:rect b="b" l="l" r="r" t="t"/>
              <a:pathLst>
                <a:path extrusionOk="0" h="1901" w="437">
                  <a:moveTo>
                    <a:pt x="401" y="1"/>
                  </a:moveTo>
                  <a:cubicBezTo>
                    <a:pt x="381" y="1"/>
                    <a:pt x="351" y="24"/>
                    <a:pt x="330" y="24"/>
                  </a:cubicBezTo>
                  <a:cubicBezTo>
                    <a:pt x="327" y="24"/>
                    <a:pt x="324" y="24"/>
                    <a:pt x="322" y="23"/>
                  </a:cubicBezTo>
                  <a:cubicBezTo>
                    <a:pt x="263" y="150"/>
                    <a:pt x="212" y="277"/>
                    <a:pt x="170" y="412"/>
                  </a:cubicBezTo>
                  <a:cubicBezTo>
                    <a:pt x="119" y="539"/>
                    <a:pt x="94" y="666"/>
                    <a:pt x="77" y="801"/>
                  </a:cubicBezTo>
                  <a:cubicBezTo>
                    <a:pt x="98" y="742"/>
                    <a:pt x="107" y="721"/>
                    <a:pt x="110" y="721"/>
                  </a:cubicBezTo>
                  <a:lnTo>
                    <a:pt x="110" y="721"/>
                  </a:lnTo>
                  <a:cubicBezTo>
                    <a:pt x="115" y="721"/>
                    <a:pt x="99" y="786"/>
                    <a:pt x="94" y="835"/>
                  </a:cubicBezTo>
                  <a:cubicBezTo>
                    <a:pt x="87" y="870"/>
                    <a:pt x="80" y="899"/>
                    <a:pt x="82" y="899"/>
                  </a:cubicBezTo>
                  <a:cubicBezTo>
                    <a:pt x="83" y="899"/>
                    <a:pt x="84" y="897"/>
                    <a:pt x="85" y="894"/>
                  </a:cubicBezTo>
                  <a:cubicBezTo>
                    <a:pt x="94" y="877"/>
                    <a:pt x="110" y="810"/>
                    <a:pt x="161" y="657"/>
                  </a:cubicBezTo>
                  <a:cubicBezTo>
                    <a:pt x="164" y="653"/>
                    <a:pt x="166" y="651"/>
                    <a:pt x="167" y="651"/>
                  </a:cubicBezTo>
                  <a:lnTo>
                    <a:pt x="167" y="651"/>
                  </a:lnTo>
                  <a:cubicBezTo>
                    <a:pt x="175" y="651"/>
                    <a:pt x="166" y="708"/>
                    <a:pt x="144" y="801"/>
                  </a:cubicBezTo>
                  <a:cubicBezTo>
                    <a:pt x="119" y="903"/>
                    <a:pt x="94" y="1055"/>
                    <a:pt x="60" y="1199"/>
                  </a:cubicBezTo>
                  <a:cubicBezTo>
                    <a:pt x="47" y="1180"/>
                    <a:pt x="82" y="1027"/>
                    <a:pt x="75" y="1027"/>
                  </a:cubicBezTo>
                  <a:lnTo>
                    <a:pt x="75" y="1027"/>
                  </a:lnTo>
                  <a:cubicBezTo>
                    <a:pt x="73" y="1027"/>
                    <a:pt x="66" y="1044"/>
                    <a:pt x="51" y="1089"/>
                  </a:cubicBezTo>
                  <a:cubicBezTo>
                    <a:pt x="31" y="1240"/>
                    <a:pt x="12" y="1320"/>
                    <a:pt x="24" y="1320"/>
                  </a:cubicBezTo>
                  <a:cubicBezTo>
                    <a:pt x="27" y="1320"/>
                    <a:pt x="33" y="1313"/>
                    <a:pt x="43" y="1300"/>
                  </a:cubicBezTo>
                  <a:lnTo>
                    <a:pt x="43" y="1300"/>
                  </a:lnTo>
                  <a:cubicBezTo>
                    <a:pt x="9" y="1495"/>
                    <a:pt x="0" y="1698"/>
                    <a:pt x="0" y="1901"/>
                  </a:cubicBezTo>
                  <a:cubicBezTo>
                    <a:pt x="9" y="1774"/>
                    <a:pt x="26" y="1655"/>
                    <a:pt x="51" y="1529"/>
                  </a:cubicBezTo>
                  <a:cubicBezTo>
                    <a:pt x="77" y="1385"/>
                    <a:pt x="102" y="1224"/>
                    <a:pt x="153" y="1072"/>
                  </a:cubicBezTo>
                  <a:cubicBezTo>
                    <a:pt x="170" y="987"/>
                    <a:pt x="187" y="911"/>
                    <a:pt x="212" y="826"/>
                  </a:cubicBezTo>
                  <a:cubicBezTo>
                    <a:pt x="229" y="750"/>
                    <a:pt x="254" y="674"/>
                    <a:pt x="280" y="598"/>
                  </a:cubicBezTo>
                  <a:cubicBezTo>
                    <a:pt x="297" y="513"/>
                    <a:pt x="322" y="446"/>
                    <a:pt x="339" y="370"/>
                  </a:cubicBezTo>
                  <a:cubicBezTo>
                    <a:pt x="364" y="302"/>
                    <a:pt x="381" y="234"/>
                    <a:pt x="407" y="175"/>
                  </a:cubicBezTo>
                  <a:cubicBezTo>
                    <a:pt x="437" y="33"/>
                    <a:pt x="425" y="1"/>
                    <a:pt x="40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2"/>
            <p:cNvSpPr/>
            <p:nvPr/>
          </p:nvSpPr>
          <p:spPr>
            <a:xfrm>
              <a:off x="3531550" y="599025"/>
              <a:ext cx="6725" cy="8825"/>
            </a:xfrm>
            <a:custGeom>
              <a:rect b="b" l="l" r="r" t="t"/>
              <a:pathLst>
                <a:path extrusionOk="0" h="353" w="269">
                  <a:moveTo>
                    <a:pt x="255" y="1"/>
                  </a:moveTo>
                  <a:cubicBezTo>
                    <a:pt x="253" y="1"/>
                    <a:pt x="250" y="2"/>
                    <a:pt x="246" y="6"/>
                  </a:cubicBezTo>
                  <a:cubicBezTo>
                    <a:pt x="161" y="116"/>
                    <a:pt x="77" y="235"/>
                    <a:pt x="1" y="353"/>
                  </a:cubicBezTo>
                  <a:cubicBezTo>
                    <a:pt x="35" y="302"/>
                    <a:pt x="77" y="251"/>
                    <a:pt x="119" y="218"/>
                  </a:cubicBezTo>
                  <a:cubicBezTo>
                    <a:pt x="127" y="187"/>
                    <a:pt x="268" y="1"/>
                    <a:pt x="25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2"/>
            <p:cNvSpPr/>
            <p:nvPr/>
          </p:nvSpPr>
          <p:spPr>
            <a:xfrm>
              <a:off x="3528800" y="607625"/>
              <a:ext cx="2775" cy="4050"/>
            </a:xfrm>
            <a:custGeom>
              <a:rect b="b" l="l" r="r" t="t"/>
              <a:pathLst>
                <a:path extrusionOk="0" h="162" w="111">
                  <a:moveTo>
                    <a:pt x="111" y="1"/>
                  </a:moveTo>
                  <a:lnTo>
                    <a:pt x="39" y="106"/>
                  </a:lnTo>
                  <a:lnTo>
                    <a:pt x="39" y="106"/>
                  </a:lnTo>
                  <a:cubicBezTo>
                    <a:pt x="69" y="62"/>
                    <a:pt x="92" y="31"/>
                    <a:pt x="111" y="1"/>
                  </a:cubicBezTo>
                  <a:close/>
                  <a:moveTo>
                    <a:pt x="39" y="106"/>
                  </a:moveTo>
                  <a:cubicBezTo>
                    <a:pt x="27" y="122"/>
                    <a:pt x="15" y="140"/>
                    <a:pt x="1" y="161"/>
                  </a:cubicBezTo>
                  <a:lnTo>
                    <a:pt x="39" y="106"/>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2" name="Shape 4482"/>
        <p:cNvGrpSpPr/>
        <p:nvPr/>
      </p:nvGrpSpPr>
      <p:grpSpPr>
        <a:xfrm>
          <a:off x="0" y="0"/>
          <a:ext cx="0" cy="0"/>
          <a:chOff x="0" y="0"/>
          <a:chExt cx="0" cy="0"/>
        </a:xfrm>
      </p:grpSpPr>
      <p:sp>
        <p:nvSpPr>
          <p:cNvPr id="4483" name="Google Shape;4483;p53"/>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800"/>
              <a:t>TREATMENT</a:t>
            </a:r>
            <a:endParaRPr sz="2800"/>
          </a:p>
        </p:txBody>
      </p:sp>
      <p:sp>
        <p:nvSpPr>
          <p:cNvPr id="4484" name="Google Shape;4484;p53"/>
          <p:cNvSpPr txBox="1"/>
          <p:nvPr>
            <p:ph idx="1" type="body"/>
          </p:nvPr>
        </p:nvSpPr>
        <p:spPr>
          <a:xfrm>
            <a:off x="717063" y="3901125"/>
            <a:ext cx="37572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Despite being red, Mars is now a cold place full of iron oxide dust</a:t>
            </a:r>
            <a:endParaRPr/>
          </a:p>
        </p:txBody>
      </p:sp>
      <p:sp>
        <p:nvSpPr>
          <p:cNvPr id="4485" name="Google Shape;4485;p53"/>
          <p:cNvSpPr txBox="1"/>
          <p:nvPr>
            <p:ph idx="2" type="body"/>
          </p:nvPr>
        </p:nvSpPr>
        <p:spPr>
          <a:xfrm>
            <a:off x="4669738" y="3901125"/>
            <a:ext cx="37572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Neptune is the eighth and farthest-known planet from the Sun</a:t>
            </a:r>
            <a:endParaRPr/>
          </a:p>
        </p:txBody>
      </p:sp>
      <p:sp>
        <p:nvSpPr>
          <p:cNvPr id="4486" name="Google Shape;4486;p53"/>
          <p:cNvSpPr txBox="1"/>
          <p:nvPr>
            <p:ph idx="3" type="subTitle"/>
          </p:nvPr>
        </p:nvSpPr>
        <p:spPr>
          <a:xfrm>
            <a:off x="1352750" y="3391125"/>
            <a:ext cx="2485800" cy="510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MARS</a:t>
            </a:r>
            <a:endParaRPr/>
          </a:p>
        </p:txBody>
      </p:sp>
      <p:sp>
        <p:nvSpPr>
          <p:cNvPr id="4487" name="Google Shape;4487;p53"/>
          <p:cNvSpPr txBox="1"/>
          <p:nvPr>
            <p:ph idx="4" type="subTitle"/>
          </p:nvPr>
        </p:nvSpPr>
        <p:spPr>
          <a:xfrm>
            <a:off x="5305425" y="3391125"/>
            <a:ext cx="2485800" cy="510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NEPTUNE</a:t>
            </a:r>
            <a:endParaRPr/>
          </a:p>
        </p:txBody>
      </p:sp>
      <p:pic>
        <p:nvPicPr>
          <p:cNvPr id="4488" name="Google Shape;4488;p53"/>
          <p:cNvPicPr preferRelativeResize="0"/>
          <p:nvPr/>
        </p:nvPicPr>
        <p:blipFill>
          <a:blip r:embed="rId3">
            <a:alphaModFix/>
          </a:blip>
          <a:stretch>
            <a:fillRect/>
          </a:stretch>
        </p:blipFill>
        <p:spPr>
          <a:xfrm>
            <a:off x="5801416" y="1234016"/>
            <a:ext cx="2011129" cy="2043311"/>
          </a:xfrm>
          <a:prstGeom prst="rect">
            <a:avLst/>
          </a:prstGeom>
          <a:noFill/>
          <a:ln>
            <a:noFill/>
          </a:ln>
        </p:spPr>
      </p:pic>
      <p:pic>
        <p:nvPicPr>
          <p:cNvPr id="4489" name="Google Shape;4489;p53"/>
          <p:cNvPicPr preferRelativeResize="0"/>
          <p:nvPr/>
        </p:nvPicPr>
        <p:blipFill>
          <a:blip r:embed="rId4">
            <a:alphaModFix/>
          </a:blip>
          <a:stretch>
            <a:fillRect/>
          </a:stretch>
        </p:blipFill>
        <p:spPr>
          <a:xfrm>
            <a:off x="1758602" y="1232031"/>
            <a:ext cx="2011129" cy="2043311"/>
          </a:xfrm>
          <a:prstGeom prst="rect">
            <a:avLst/>
          </a:prstGeom>
          <a:noFill/>
          <a:ln>
            <a:noFill/>
          </a:ln>
        </p:spPr>
      </p:pic>
      <p:sp>
        <p:nvSpPr>
          <p:cNvPr id="4490" name="Google Shape;4490;p53"/>
          <p:cNvSpPr/>
          <p:nvPr/>
        </p:nvSpPr>
        <p:spPr>
          <a:xfrm rot="-2536362">
            <a:off x="1413601" y="1253335"/>
            <a:ext cx="2429634" cy="1962468"/>
          </a:xfrm>
          <a:custGeom>
            <a:rect b="b" l="l" r="r" t="t"/>
            <a:pathLst>
              <a:path extrusionOk="0" h="66780" w="82677">
                <a:moveTo>
                  <a:pt x="16201" y="63801"/>
                </a:moveTo>
                <a:cubicBezTo>
                  <a:pt x="16140" y="63953"/>
                  <a:pt x="15897" y="63771"/>
                  <a:pt x="15867" y="63983"/>
                </a:cubicBezTo>
                <a:lnTo>
                  <a:pt x="15563" y="63831"/>
                </a:lnTo>
                <a:cubicBezTo>
                  <a:pt x="15563" y="63710"/>
                  <a:pt x="16049" y="63862"/>
                  <a:pt x="15776" y="63679"/>
                </a:cubicBezTo>
                <a:cubicBezTo>
                  <a:pt x="15867" y="63588"/>
                  <a:pt x="16049" y="63740"/>
                  <a:pt x="16201" y="63801"/>
                </a:cubicBezTo>
                <a:close/>
                <a:moveTo>
                  <a:pt x="17721" y="63862"/>
                </a:moveTo>
                <a:cubicBezTo>
                  <a:pt x="17660" y="63922"/>
                  <a:pt x="17508" y="63831"/>
                  <a:pt x="17447" y="63922"/>
                </a:cubicBezTo>
                <a:cubicBezTo>
                  <a:pt x="17235" y="63922"/>
                  <a:pt x="17386" y="63740"/>
                  <a:pt x="17326" y="63710"/>
                </a:cubicBezTo>
                <a:cubicBezTo>
                  <a:pt x="17204" y="63588"/>
                  <a:pt x="16718" y="63588"/>
                  <a:pt x="16931" y="63315"/>
                </a:cubicBezTo>
                <a:cubicBezTo>
                  <a:pt x="17235" y="63436"/>
                  <a:pt x="17508" y="63619"/>
                  <a:pt x="17721" y="63862"/>
                </a:cubicBezTo>
                <a:close/>
                <a:moveTo>
                  <a:pt x="16140" y="63953"/>
                </a:moveTo>
                <a:lnTo>
                  <a:pt x="16627" y="64196"/>
                </a:lnTo>
                <a:cubicBezTo>
                  <a:pt x="16505" y="64439"/>
                  <a:pt x="15897" y="64196"/>
                  <a:pt x="16140" y="63953"/>
                </a:cubicBezTo>
                <a:close/>
                <a:moveTo>
                  <a:pt x="22128" y="64834"/>
                </a:moveTo>
                <a:cubicBezTo>
                  <a:pt x="21855" y="64895"/>
                  <a:pt x="21885" y="64956"/>
                  <a:pt x="21611" y="64774"/>
                </a:cubicBezTo>
                <a:cubicBezTo>
                  <a:pt x="21399" y="64743"/>
                  <a:pt x="21460" y="65017"/>
                  <a:pt x="21308" y="65017"/>
                </a:cubicBezTo>
                <a:lnTo>
                  <a:pt x="20304" y="64743"/>
                </a:lnTo>
                <a:cubicBezTo>
                  <a:pt x="20031" y="64591"/>
                  <a:pt x="20517" y="64682"/>
                  <a:pt x="20639" y="64743"/>
                </a:cubicBezTo>
                <a:cubicBezTo>
                  <a:pt x="20669" y="64561"/>
                  <a:pt x="20335" y="64500"/>
                  <a:pt x="20456" y="64257"/>
                </a:cubicBezTo>
                <a:cubicBezTo>
                  <a:pt x="20274" y="64226"/>
                  <a:pt x="20304" y="64500"/>
                  <a:pt x="20152" y="64530"/>
                </a:cubicBezTo>
                <a:cubicBezTo>
                  <a:pt x="19575" y="64409"/>
                  <a:pt x="19605" y="64044"/>
                  <a:pt x="19453" y="63771"/>
                </a:cubicBezTo>
                <a:cubicBezTo>
                  <a:pt x="19149" y="63771"/>
                  <a:pt x="18876" y="63619"/>
                  <a:pt x="18724" y="63375"/>
                </a:cubicBezTo>
                <a:cubicBezTo>
                  <a:pt x="19210" y="63375"/>
                  <a:pt x="19757" y="63983"/>
                  <a:pt x="20183" y="64196"/>
                </a:cubicBezTo>
                <a:cubicBezTo>
                  <a:pt x="20122" y="64105"/>
                  <a:pt x="19970" y="64044"/>
                  <a:pt x="20061" y="63892"/>
                </a:cubicBezTo>
                <a:cubicBezTo>
                  <a:pt x="20396" y="64014"/>
                  <a:pt x="20821" y="64135"/>
                  <a:pt x="20730" y="64439"/>
                </a:cubicBezTo>
                <a:cubicBezTo>
                  <a:pt x="21247" y="64774"/>
                  <a:pt x="21733" y="64439"/>
                  <a:pt x="22189" y="64591"/>
                </a:cubicBezTo>
                <a:cubicBezTo>
                  <a:pt x="22159" y="64591"/>
                  <a:pt x="22189" y="64865"/>
                  <a:pt x="22341" y="64834"/>
                </a:cubicBezTo>
                <a:cubicBezTo>
                  <a:pt x="22402" y="64591"/>
                  <a:pt x="22037" y="64561"/>
                  <a:pt x="22250" y="64287"/>
                </a:cubicBezTo>
                <a:cubicBezTo>
                  <a:pt x="22523" y="64561"/>
                  <a:pt x="22706" y="64348"/>
                  <a:pt x="22949" y="64378"/>
                </a:cubicBezTo>
                <a:cubicBezTo>
                  <a:pt x="23131" y="64409"/>
                  <a:pt x="23222" y="64591"/>
                  <a:pt x="23526" y="64591"/>
                </a:cubicBezTo>
                <a:cubicBezTo>
                  <a:pt x="23496" y="64652"/>
                  <a:pt x="23405" y="64622"/>
                  <a:pt x="23314" y="64622"/>
                </a:cubicBezTo>
                <a:cubicBezTo>
                  <a:pt x="22949" y="64774"/>
                  <a:pt x="22888" y="65351"/>
                  <a:pt x="22311" y="65229"/>
                </a:cubicBezTo>
                <a:cubicBezTo>
                  <a:pt x="22615" y="65229"/>
                  <a:pt x="22615" y="64865"/>
                  <a:pt x="22858" y="64774"/>
                </a:cubicBezTo>
                <a:cubicBezTo>
                  <a:pt x="22858" y="64682"/>
                  <a:pt x="22706" y="64682"/>
                  <a:pt x="22584" y="64622"/>
                </a:cubicBezTo>
                <a:cubicBezTo>
                  <a:pt x="22463" y="64804"/>
                  <a:pt x="22341" y="64956"/>
                  <a:pt x="22250" y="65138"/>
                </a:cubicBezTo>
                <a:cubicBezTo>
                  <a:pt x="22037" y="65108"/>
                  <a:pt x="22067" y="64956"/>
                  <a:pt x="22098" y="64834"/>
                </a:cubicBezTo>
                <a:close/>
                <a:moveTo>
                  <a:pt x="18146" y="64743"/>
                </a:moveTo>
                <a:cubicBezTo>
                  <a:pt x="18116" y="65047"/>
                  <a:pt x="17690" y="64865"/>
                  <a:pt x="17599" y="64682"/>
                </a:cubicBezTo>
                <a:cubicBezTo>
                  <a:pt x="17660" y="64530"/>
                  <a:pt x="17903" y="64622"/>
                  <a:pt x="18146" y="64743"/>
                </a:cubicBezTo>
                <a:close/>
                <a:moveTo>
                  <a:pt x="20396" y="65533"/>
                </a:moveTo>
                <a:lnTo>
                  <a:pt x="20183" y="65473"/>
                </a:lnTo>
                <a:cubicBezTo>
                  <a:pt x="19818" y="65442"/>
                  <a:pt x="19909" y="65260"/>
                  <a:pt x="19727" y="65169"/>
                </a:cubicBezTo>
                <a:cubicBezTo>
                  <a:pt x="18845" y="64804"/>
                  <a:pt x="19879" y="65199"/>
                  <a:pt x="20092" y="65108"/>
                </a:cubicBezTo>
                <a:cubicBezTo>
                  <a:pt x="20152" y="65260"/>
                  <a:pt x="20456" y="65321"/>
                  <a:pt x="20365" y="65533"/>
                </a:cubicBezTo>
                <a:close/>
                <a:moveTo>
                  <a:pt x="18815" y="65169"/>
                </a:moveTo>
                <a:cubicBezTo>
                  <a:pt x="18572" y="65138"/>
                  <a:pt x="18572" y="65017"/>
                  <a:pt x="18420" y="64926"/>
                </a:cubicBezTo>
                <a:cubicBezTo>
                  <a:pt x="18602" y="64834"/>
                  <a:pt x="18967" y="65108"/>
                  <a:pt x="18967" y="64713"/>
                </a:cubicBezTo>
                <a:cubicBezTo>
                  <a:pt x="19180" y="64834"/>
                  <a:pt x="18906" y="65169"/>
                  <a:pt x="18785" y="65169"/>
                </a:cubicBezTo>
                <a:close/>
                <a:moveTo>
                  <a:pt x="17903" y="63922"/>
                </a:moveTo>
                <a:cubicBezTo>
                  <a:pt x="17660" y="63771"/>
                  <a:pt x="18025" y="63679"/>
                  <a:pt x="18177" y="63862"/>
                </a:cubicBezTo>
                <a:cubicBezTo>
                  <a:pt x="18177" y="63619"/>
                  <a:pt x="17478" y="63588"/>
                  <a:pt x="17478" y="63375"/>
                </a:cubicBezTo>
                <a:cubicBezTo>
                  <a:pt x="17751" y="63315"/>
                  <a:pt x="17782" y="63558"/>
                  <a:pt x="18177" y="63588"/>
                </a:cubicBezTo>
                <a:cubicBezTo>
                  <a:pt x="18116" y="63771"/>
                  <a:pt x="18450" y="63862"/>
                  <a:pt x="18298" y="64074"/>
                </a:cubicBezTo>
                <a:cubicBezTo>
                  <a:pt x="18086" y="64105"/>
                  <a:pt x="18086" y="63740"/>
                  <a:pt x="17903" y="63922"/>
                </a:cubicBezTo>
                <a:close/>
                <a:moveTo>
                  <a:pt x="15806" y="63132"/>
                </a:moveTo>
                <a:cubicBezTo>
                  <a:pt x="15867" y="62737"/>
                  <a:pt x="16748" y="63223"/>
                  <a:pt x="16475" y="63467"/>
                </a:cubicBezTo>
                <a:cubicBezTo>
                  <a:pt x="16292" y="63284"/>
                  <a:pt x="16079" y="63163"/>
                  <a:pt x="15806" y="63132"/>
                </a:cubicBezTo>
                <a:close/>
                <a:moveTo>
                  <a:pt x="22888" y="12098"/>
                </a:moveTo>
                <a:cubicBezTo>
                  <a:pt x="23010" y="12371"/>
                  <a:pt x="23192" y="12007"/>
                  <a:pt x="23374" y="11916"/>
                </a:cubicBezTo>
                <a:cubicBezTo>
                  <a:pt x="23405" y="12068"/>
                  <a:pt x="23192" y="12402"/>
                  <a:pt x="23010" y="12219"/>
                </a:cubicBezTo>
                <a:cubicBezTo>
                  <a:pt x="22888" y="12341"/>
                  <a:pt x="23162" y="12463"/>
                  <a:pt x="23070" y="12615"/>
                </a:cubicBezTo>
                <a:cubicBezTo>
                  <a:pt x="22827" y="12645"/>
                  <a:pt x="22706" y="12949"/>
                  <a:pt x="22463" y="13040"/>
                </a:cubicBezTo>
                <a:cubicBezTo>
                  <a:pt x="22432" y="13040"/>
                  <a:pt x="22341" y="12858"/>
                  <a:pt x="22311" y="12858"/>
                </a:cubicBezTo>
                <a:cubicBezTo>
                  <a:pt x="22250" y="12858"/>
                  <a:pt x="21855" y="13344"/>
                  <a:pt x="21915" y="12979"/>
                </a:cubicBezTo>
                <a:cubicBezTo>
                  <a:pt x="22159" y="12675"/>
                  <a:pt x="22311" y="12797"/>
                  <a:pt x="22523" y="12797"/>
                </a:cubicBezTo>
                <a:cubicBezTo>
                  <a:pt x="22675" y="12675"/>
                  <a:pt x="22767" y="12493"/>
                  <a:pt x="22827" y="12280"/>
                </a:cubicBezTo>
                <a:cubicBezTo>
                  <a:pt x="22493" y="12098"/>
                  <a:pt x="22584" y="12493"/>
                  <a:pt x="22402" y="12675"/>
                </a:cubicBezTo>
                <a:cubicBezTo>
                  <a:pt x="21915" y="12584"/>
                  <a:pt x="21125" y="13800"/>
                  <a:pt x="20487" y="14043"/>
                </a:cubicBezTo>
                <a:cubicBezTo>
                  <a:pt x="21520" y="13010"/>
                  <a:pt x="22645" y="12007"/>
                  <a:pt x="23830" y="11125"/>
                </a:cubicBezTo>
                <a:cubicBezTo>
                  <a:pt x="23770" y="11429"/>
                  <a:pt x="22919" y="11764"/>
                  <a:pt x="22888" y="12098"/>
                </a:cubicBezTo>
                <a:close/>
                <a:moveTo>
                  <a:pt x="24529" y="9301"/>
                </a:moveTo>
                <a:cubicBezTo>
                  <a:pt x="24377" y="8967"/>
                  <a:pt x="24864" y="8906"/>
                  <a:pt x="24955" y="8633"/>
                </a:cubicBezTo>
                <a:cubicBezTo>
                  <a:pt x="25016" y="8481"/>
                  <a:pt x="24985" y="8511"/>
                  <a:pt x="25259" y="8390"/>
                </a:cubicBezTo>
                <a:cubicBezTo>
                  <a:pt x="25776" y="8724"/>
                  <a:pt x="24590" y="9241"/>
                  <a:pt x="24529" y="9301"/>
                </a:cubicBezTo>
                <a:close/>
                <a:moveTo>
                  <a:pt x="23709" y="9666"/>
                </a:moveTo>
                <a:cubicBezTo>
                  <a:pt x="23709" y="9757"/>
                  <a:pt x="23739" y="9940"/>
                  <a:pt x="23861" y="9849"/>
                </a:cubicBezTo>
                <a:cubicBezTo>
                  <a:pt x="23982" y="9788"/>
                  <a:pt x="23922" y="9605"/>
                  <a:pt x="23830" y="9666"/>
                </a:cubicBezTo>
                <a:cubicBezTo>
                  <a:pt x="23800" y="9362"/>
                  <a:pt x="24256" y="9453"/>
                  <a:pt x="24408" y="9180"/>
                </a:cubicBezTo>
                <a:lnTo>
                  <a:pt x="24529" y="9301"/>
                </a:lnTo>
                <a:cubicBezTo>
                  <a:pt x="23982" y="9818"/>
                  <a:pt x="23648" y="10487"/>
                  <a:pt x="23192" y="10852"/>
                </a:cubicBezTo>
                <a:cubicBezTo>
                  <a:pt x="22949" y="11064"/>
                  <a:pt x="22767" y="10912"/>
                  <a:pt x="22584" y="11277"/>
                </a:cubicBezTo>
                <a:cubicBezTo>
                  <a:pt x="22432" y="11277"/>
                  <a:pt x="22463" y="11216"/>
                  <a:pt x="22402" y="11095"/>
                </a:cubicBezTo>
                <a:cubicBezTo>
                  <a:pt x="22189" y="10973"/>
                  <a:pt x="21915" y="11277"/>
                  <a:pt x="21672" y="11399"/>
                </a:cubicBezTo>
                <a:cubicBezTo>
                  <a:pt x="21399" y="11216"/>
                  <a:pt x="22341" y="10973"/>
                  <a:pt x="22007" y="10912"/>
                </a:cubicBezTo>
                <a:cubicBezTo>
                  <a:pt x="21976" y="10609"/>
                  <a:pt x="22371" y="10912"/>
                  <a:pt x="22493" y="10912"/>
                </a:cubicBezTo>
                <a:cubicBezTo>
                  <a:pt x="22615" y="10669"/>
                  <a:pt x="22767" y="10882"/>
                  <a:pt x="22827" y="10852"/>
                </a:cubicBezTo>
                <a:cubicBezTo>
                  <a:pt x="22858" y="10821"/>
                  <a:pt x="23010" y="10639"/>
                  <a:pt x="23101" y="10609"/>
                </a:cubicBezTo>
                <a:cubicBezTo>
                  <a:pt x="23222" y="10578"/>
                  <a:pt x="23283" y="10791"/>
                  <a:pt x="23374" y="10609"/>
                </a:cubicBezTo>
                <a:cubicBezTo>
                  <a:pt x="23435" y="10517"/>
                  <a:pt x="23344" y="10517"/>
                  <a:pt x="23253" y="10487"/>
                </a:cubicBezTo>
                <a:cubicBezTo>
                  <a:pt x="23040" y="10396"/>
                  <a:pt x="23101" y="10609"/>
                  <a:pt x="22797" y="10669"/>
                </a:cubicBezTo>
                <a:cubicBezTo>
                  <a:pt x="22797" y="10669"/>
                  <a:pt x="22797" y="10457"/>
                  <a:pt x="22767" y="10487"/>
                </a:cubicBezTo>
                <a:cubicBezTo>
                  <a:pt x="22584" y="10517"/>
                  <a:pt x="22432" y="10943"/>
                  <a:pt x="22280" y="10669"/>
                </a:cubicBezTo>
                <a:cubicBezTo>
                  <a:pt x="22888" y="10183"/>
                  <a:pt x="23253" y="10001"/>
                  <a:pt x="23709" y="9666"/>
                </a:cubicBezTo>
                <a:close/>
                <a:moveTo>
                  <a:pt x="23709" y="9970"/>
                </a:moveTo>
                <a:cubicBezTo>
                  <a:pt x="23526" y="10061"/>
                  <a:pt x="23405" y="9909"/>
                  <a:pt x="23222" y="10183"/>
                </a:cubicBezTo>
                <a:cubicBezTo>
                  <a:pt x="23314" y="10426"/>
                  <a:pt x="23770" y="10183"/>
                  <a:pt x="23709" y="9970"/>
                </a:cubicBezTo>
                <a:close/>
                <a:moveTo>
                  <a:pt x="17235" y="63315"/>
                </a:moveTo>
                <a:cubicBezTo>
                  <a:pt x="16839" y="63163"/>
                  <a:pt x="17022" y="62828"/>
                  <a:pt x="16505" y="62676"/>
                </a:cubicBezTo>
                <a:cubicBezTo>
                  <a:pt x="16809" y="62555"/>
                  <a:pt x="17174" y="62737"/>
                  <a:pt x="17235" y="63041"/>
                </a:cubicBezTo>
                <a:cubicBezTo>
                  <a:pt x="17538" y="62950"/>
                  <a:pt x="17994" y="62980"/>
                  <a:pt x="18146" y="63315"/>
                </a:cubicBezTo>
                <a:cubicBezTo>
                  <a:pt x="18298" y="63588"/>
                  <a:pt x="17934" y="63163"/>
                  <a:pt x="17660" y="63132"/>
                </a:cubicBezTo>
                <a:cubicBezTo>
                  <a:pt x="17417" y="63102"/>
                  <a:pt x="17417" y="63254"/>
                  <a:pt x="17265" y="63315"/>
                </a:cubicBezTo>
                <a:close/>
                <a:moveTo>
                  <a:pt x="25685" y="7721"/>
                </a:moveTo>
                <a:cubicBezTo>
                  <a:pt x="25958" y="7417"/>
                  <a:pt x="26596" y="7478"/>
                  <a:pt x="26171" y="7843"/>
                </a:cubicBezTo>
                <a:cubicBezTo>
                  <a:pt x="26292" y="7447"/>
                  <a:pt x="25836" y="7964"/>
                  <a:pt x="25715" y="7721"/>
                </a:cubicBezTo>
                <a:close/>
                <a:moveTo>
                  <a:pt x="25441" y="8633"/>
                </a:moveTo>
                <a:lnTo>
                  <a:pt x="25806" y="8359"/>
                </a:lnTo>
                <a:cubicBezTo>
                  <a:pt x="26110" y="8450"/>
                  <a:pt x="25502" y="8937"/>
                  <a:pt x="25472" y="8633"/>
                </a:cubicBezTo>
                <a:close/>
                <a:moveTo>
                  <a:pt x="15289" y="63406"/>
                </a:moveTo>
                <a:lnTo>
                  <a:pt x="15593" y="63558"/>
                </a:lnTo>
                <a:lnTo>
                  <a:pt x="15441" y="63862"/>
                </a:lnTo>
                <a:lnTo>
                  <a:pt x="15137" y="63710"/>
                </a:lnTo>
                <a:cubicBezTo>
                  <a:pt x="15380" y="63649"/>
                  <a:pt x="15198" y="63619"/>
                  <a:pt x="15289" y="63406"/>
                </a:cubicBezTo>
                <a:close/>
                <a:moveTo>
                  <a:pt x="21308" y="11429"/>
                </a:moveTo>
                <a:cubicBezTo>
                  <a:pt x="21216" y="11216"/>
                  <a:pt x="21520" y="11004"/>
                  <a:pt x="21399" y="10791"/>
                </a:cubicBezTo>
                <a:cubicBezTo>
                  <a:pt x="21915" y="10365"/>
                  <a:pt x="22463" y="9757"/>
                  <a:pt x="22979" y="9545"/>
                </a:cubicBezTo>
                <a:cubicBezTo>
                  <a:pt x="22675" y="10061"/>
                  <a:pt x="21976" y="10335"/>
                  <a:pt x="21642" y="10791"/>
                </a:cubicBezTo>
                <a:cubicBezTo>
                  <a:pt x="21460" y="11034"/>
                  <a:pt x="21520" y="11216"/>
                  <a:pt x="21308" y="11429"/>
                </a:cubicBezTo>
                <a:close/>
                <a:moveTo>
                  <a:pt x="517" y="35958"/>
                </a:moveTo>
                <a:cubicBezTo>
                  <a:pt x="61" y="35563"/>
                  <a:pt x="334" y="34955"/>
                  <a:pt x="456" y="34135"/>
                </a:cubicBezTo>
                <a:cubicBezTo>
                  <a:pt x="730" y="34287"/>
                  <a:pt x="456" y="34712"/>
                  <a:pt x="426" y="35047"/>
                </a:cubicBezTo>
                <a:cubicBezTo>
                  <a:pt x="426" y="35381"/>
                  <a:pt x="547" y="35655"/>
                  <a:pt x="517" y="35958"/>
                </a:cubicBezTo>
                <a:close/>
                <a:moveTo>
                  <a:pt x="23101" y="65503"/>
                </a:moveTo>
                <a:cubicBezTo>
                  <a:pt x="22675" y="65412"/>
                  <a:pt x="23192" y="65868"/>
                  <a:pt x="22736" y="65746"/>
                </a:cubicBezTo>
                <a:cubicBezTo>
                  <a:pt x="22767" y="65837"/>
                  <a:pt x="22949" y="65898"/>
                  <a:pt x="22858" y="66050"/>
                </a:cubicBezTo>
                <a:cubicBezTo>
                  <a:pt x="22645" y="66081"/>
                  <a:pt x="22554" y="65929"/>
                  <a:pt x="22371" y="65868"/>
                </a:cubicBezTo>
                <a:cubicBezTo>
                  <a:pt x="22189" y="65777"/>
                  <a:pt x="21763" y="65777"/>
                  <a:pt x="21915" y="65564"/>
                </a:cubicBezTo>
                <a:cubicBezTo>
                  <a:pt x="22098" y="65564"/>
                  <a:pt x="22250" y="65655"/>
                  <a:pt x="22402" y="65777"/>
                </a:cubicBezTo>
                <a:cubicBezTo>
                  <a:pt x="22615" y="65837"/>
                  <a:pt x="22463" y="65503"/>
                  <a:pt x="22463" y="65533"/>
                </a:cubicBezTo>
                <a:cubicBezTo>
                  <a:pt x="22554" y="65381"/>
                  <a:pt x="22919" y="65625"/>
                  <a:pt x="22827" y="65260"/>
                </a:cubicBezTo>
                <a:cubicBezTo>
                  <a:pt x="23253" y="65564"/>
                  <a:pt x="23435" y="65199"/>
                  <a:pt x="23739" y="65473"/>
                </a:cubicBezTo>
                <a:cubicBezTo>
                  <a:pt x="23648" y="65503"/>
                  <a:pt x="23618" y="65594"/>
                  <a:pt x="23587" y="65685"/>
                </a:cubicBezTo>
                <a:cubicBezTo>
                  <a:pt x="23466" y="65594"/>
                  <a:pt x="23040" y="65655"/>
                  <a:pt x="23101" y="65503"/>
                </a:cubicBezTo>
                <a:close/>
                <a:moveTo>
                  <a:pt x="19757" y="12371"/>
                </a:moveTo>
                <a:cubicBezTo>
                  <a:pt x="19697" y="12098"/>
                  <a:pt x="19940" y="11976"/>
                  <a:pt x="20152" y="11976"/>
                </a:cubicBezTo>
                <a:cubicBezTo>
                  <a:pt x="20244" y="11916"/>
                  <a:pt x="20152" y="11855"/>
                  <a:pt x="20122" y="11794"/>
                </a:cubicBezTo>
                <a:cubicBezTo>
                  <a:pt x="20396" y="11794"/>
                  <a:pt x="20426" y="11460"/>
                  <a:pt x="20578" y="11308"/>
                </a:cubicBezTo>
                <a:cubicBezTo>
                  <a:pt x="20639" y="11216"/>
                  <a:pt x="20821" y="10943"/>
                  <a:pt x="20943" y="11156"/>
                </a:cubicBezTo>
                <a:cubicBezTo>
                  <a:pt x="20578" y="11368"/>
                  <a:pt x="20639" y="11764"/>
                  <a:pt x="20487" y="11916"/>
                </a:cubicBezTo>
                <a:cubicBezTo>
                  <a:pt x="20304" y="12098"/>
                  <a:pt x="20001" y="12068"/>
                  <a:pt x="19757" y="12371"/>
                </a:cubicBezTo>
                <a:close/>
                <a:moveTo>
                  <a:pt x="60184" y="11338"/>
                </a:moveTo>
                <a:cubicBezTo>
                  <a:pt x="60092" y="11672"/>
                  <a:pt x="59181" y="11308"/>
                  <a:pt x="59515" y="10943"/>
                </a:cubicBezTo>
                <a:cubicBezTo>
                  <a:pt x="59667" y="11064"/>
                  <a:pt x="59485" y="11216"/>
                  <a:pt x="59728" y="11308"/>
                </a:cubicBezTo>
                <a:cubicBezTo>
                  <a:pt x="59971" y="11399"/>
                  <a:pt x="59758" y="11064"/>
                  <a:pt x="59728" y="11004"/>
                </a:cubicBezTo>
                <a:cubicBezTo>
                  <a:pt x="59424" y="10730"/>
                  <a:pt x="59272" y="11247"/>
                  <a:pt x="58937" y="10973"/>
                </a:cubicBezTo>
                <a:cubicBezTo>
                  <a:pt x="59211" y="10730"/>
                  <a:pt x="59606" y="10730"/>
                  <a:pt x="59910" y="10912"/>
                </a:cubicBezTo>
                <a:cubicBezTo>
                  <a:pt x="60062" y="11064"/>
                  <a:pt x="59971" y="11186"/>
                  <a:pt x="60184" y="11338"/>
                </a:cubicBezTo>
                <a:close/>
                <a:moveTo>
                  <a:pt x="53679" y="6961"/>
                </a:moveTo>
                <a:cubicBezTo>
                  <a:pt x="53436" y="6900"/>
                  <a:pt x="53041" y="6870"/>
                  <a:pt x="53253" y="6566"/>
                </a:cubicBezTo>
                <a:cubicBezTo>
                  <a:pt x="53375" y="6687"/>
                  <a:pt x="53284" y="6839"/>
                  <a:pt x="53588" y="6931"/>
                </a:cubicBezTo>
                <a:cubicBezTo>
                  <a:pt x="53770" y="6718"/>
                  <a:pt x="53284" y="6657"/>
                  <a:pt x="53527" y="6444"/>
                </a:cubicBezTo>
                <a:cubicBezTo>
                  <a:pt x="53740" y="6596"/>
                  <a:pt x="54196" y="7143"/>
                  <a:pt x="54196" y="6809"/>
                </a:cubicBezTo>
                <a:cubicBezTo>
                  <a:pt x="54439" y="6687"/>
                  <a:pt x="54652" y="7083"/>
                  <a:pt x="54500" y="7265"/>
                </a:cubicBezTo>
                <a:cubicBezTo>
                  <a:pt x="54378" y="7235"/>
                  <a:pt x="54287" y="7083"/>
                  <a:pt x="54165" y="7052"/>
                </a:cubicBezTo>
                <a:cubicBezTo>
                  <a:pt x="54044" y="7052"/>
                  <a:pt x="54013" y="7174"/>
                  <a:pt x="54013" y="7174"/>
                </a:cubicBezTo>
                <a:cubicBezTo>
                  <a:pt x="53892" y="7113"/>
                  <a:pt x="53770" y="7022"/>
                  <a:pt x="53679" y="6961"/>
                </a:cubicBezTo>
                <a:close/>
                <a:moveTo>
                  <a:pt x="54378" y="8602"/>
                </a:moveTo>
                <a:cubicBezTo>
                  <a:pt x="54044" y="8633"/>
                  <a:pt x="53527" y="8146"/>
                  <a:pt x="53132" y="7994"/>
                </a:cubicBezTo>
                <a:cubicBezTo>
                  <a:pt x="53345" y="7934"/>
                  <a:pt x="53497" y="7782"/>
                  <a:pt x="53557" y="7569"/>
                </a:cubicBezTo>
                <a:cubicBezTo>
                  <a:pt x="53892" y="7630"/>
                  <a:pt x="53557" y="7873"/>
                  <a:pt x="53527" y="8025"/>
                </a:cubicBezTo>
                <a:cubicBezTo>
                  <a:pt x="53709" y="8207"/>
                  <a:pt x="53709" y="7934"/>
                  <a:pt x="53801" y="7903"/>
                </a:cubicBezTo>
                <a:cubicBezTo>
                  <a:pt x="53922" y="7843"/>
                  <a:pt x="54044" y="7934"/>
                  <a:pt x="53983" y="7994"/>
                </a:cubicBezTo>
                <a:cubicBezTo>
                  <a:pt x="54074" y="7903"/>
                  <a:pt x="54104" y="7751"/>
                  <a:pt x="54044" y="7660"/>
                </a:cubicBezTo>
                <a:cubicBezTo>
                  <a:pt x="54013" y="7569"/>
                  <a:pt x="53922" y="7660"/>
                  <a:pt x="53922" y="7660"/>
                </a:cubicBezTo>
                <a:cubicBezTo>
                  <a:pt x="53861" y="7599"/>
                  <a:pt x="53770" y="7174"/>
                  <a:pt x="53557" y="7174"/>
                </a:cubicBezTo>
                <a:cubicBezTo>
                  <a:pt x="53740" y="7052"/>
                  <a:pt x="54074" y="7235"/>
                  <a:pt x="54044" y="7447"/>
                </a:cubicBezTo>
                <a:cubicBezTo>
                  <a:pt x="54469" y="7721"/>
                  <a:pt x="54591" y="7447"/>
                  <a:pt x="54895" y="7843"/>
                </a:cubicBezTo>
                <a:cubicBezTo>
                  <a:pt x="54804" y="8025"/>
                  <a:pt x="54560" y="7843"/>
                  <a:pt x="54348" y="7691"/>
                </a:cubicBezTo>
                <a:lnTo>
                  <a:pt x="54226" y="7903"/>
                </a:lnTo>
                <a:cubicBezTo>
                  <a:pt x="54530" y="8086"/>
                  <a:pt x="54682" y="7873"/>
                  <a:pt x="54895" y="8207"/>
                </a:cubicBezTo>
                <a:cubicBezTo>
                  <a:pt x="55016" y="8268"/>
                  <a:pt x="55047" y="8116"/>
                  <a:pt x="55108" y="8055"/>
                </a:cubicBezTo>
                <a:cubicBezTo>
                  <a:pt x="55381" y="8116"/>
                  <a:pt x="55199" y="8298"/>
                  <a:pt x="55351" y="8390"/>
                </a:cubicBezTo>
                <a:cubicBezTo>
                  <a:pt x="55563" y="8542"/>
                  <a:pt x="55655" y="8238"/>
                  <a:pt x="55928" y="8542"/>
                </a:cubicBezTo>
                <a:cubicBezTo>
                  <a:pt x="55776" y="8754"/>
                  <a:pt x="55533" y="8663"/>
                  <a:pt x="55260" y="8542"/>
                </a:cubicBezTo>
                <a:cubicBezTo>
                  <a:pt x="54895" y="8511"/>
                  <a:pt x="54864" y="8663"/>
                  <a:pt x="54652" y="8846"/>
                </a:cubicBezTo>
                <a:cubicBezTo>
                  <a:pt x="54287" y="8785"/>
                  <a:pt x="54834" y="8511"/>
                  <a:pt x="54439" y="8450"/>
                </a:cubicBezTo>
                <a:cubicBezTo>
                  <a:pt x="54378" y="8450"/>
                  <a:pt x="54317" y="8542"/>
                  <a:pt x="54378" y="8602"/>
                </a:cubicBezTo>
                <a:close/>
                <a:moveTo>
                  <a:pt x="59697" y="9879"/>
                </a:moveTo>
                <a:cubicBezTo>
                  <a:pt x="59880" y="9849"/>
                  <a:pt x="59819" y="10061"/>
                  <a:pt x="59971" y="10183"/>
                </a:cubicBezTo>
                <a:cubicBezTo>
                  <a:pt x="60123" y="10305"/>
                  <a:pt x="60244" y="10244"/>
                  <a:pt x="60336" y="10335"/>
                </a:cubicBezTo>
                <a:cubicBezTo>
                  <a:pt x="60518" y="10517"/>
                  <a:pt x="60518" y="10760"/>
                  <a:pt x="60731" y="10912"/>
                </a:cubicBezTo>
                <a:cubicBezTo>
                  <a:pt x="60275" y="11125"/>
                  <a:pt x="60305" y="10365"/>
                  <a:pt x="59819" y="10365"/>
                </a:cubicBezTo>
                <a:cubicBezTo>
                  <a:pt x="59819" y="10213"/>
                  <a:pt x="59788" y="10031"/>
                  <a:pt x="59697" y="9879"/>
                </a:cubicBezTo>
                <a:close/>
                <a:moveTo>
                  <a:pt x="58451" y="9362"/>
                </a:moveTo>
                <a:cubicBezTo>
                  <a:pt x="58512" y="9180"/>
                  <a:pt x="58968" y="9362"/>
                  <a:pt x="58907" y="9545"/>
                </a:cubicBezTo>
                <a:cubicBezTo>
                  <a:pt x="59150" y="9605"/>
                  <a:pt x="59363" y="9484"/>
                  <a:pt x="59667" y="9757"/>
                </a:cubicBezTo>
                <a:cubicBezTo>
                  <a:pt x="59181" y="9605"/>
                  <a:pt x="59333" y="9970"/>
                  <a:pt x="59576" y="10213"/>
                </a:cubicBezTo>
                <a:cubicBezTo>
                  <a:pt x="58998" y="10365"/>
                  <a:pt x="58998" y="9636"/>
                  <a:pt x="58451" y="9545"/>
                </a:cubicBezTo>
                <a:cubicBezTo>
                  <a:pt x="58481" y="9484"/>
                  <a:pt x="58512" y="9393"/>
                  <a:pt x="58451" y="9362"/>
                </a:cubicBezTo>
                <a:close/>
                <a:moveTo>
                  <a:pt x="50852" y="5593"/>
                </a:moveTo>
                <a:lnTo>
                  <a:pt x="51126" y="5684"/>
                </a:lnTo>
                <a:cubicBezTo>
                  <a:pt x="50974" y="5867"/>
                  <a:pt x="50852" y="6049"/>
                  <a:pt x="50609" y="5928"/>
                </a:cubicBezTo>
                <a:cubicBezTo>
                  <a:pt x="50609" y="5684"/>
                  <a:pt x="50822" y="5806"/>
                  <a:pt x="50852" y="5593"/>
                </a:cubicBezTo>
                <a:close/>
                <a:moveTo>
                  <a:pt x="50487" y="6596"/>
                </a:moveTo>
                <a:cubicBezTo>
                  <a:pt x="50639" y="6687"/>
                  <a:pt x="50548" y="6870"/>
                  <a:pt x="50852" y="6931"/>
                </a:cubicBezTo>
                <a:cubicBezTo>
                  <a:pt x="50943" y="6931"/>
                  <a:pt x="51004" y="6809"/>
                  <a:pt x="51156" y="6900"/>
                </a:cubicBezTo>
                <a:cubicBezTo>
                  <a:pt x="51126" y="7022"/>
                  <a:pt x="51065" y="7113"/>
                  <a:pt x="51156" y="7174"/>
                </a:cubicBezTo>
                <a:cubicBezTo>
                  <a:pt x="50913" y="7143"/>
                  <a:pt x="50366" y="6991"/>
                  <a:pt x="50487" y="6596"/>
                </a:cubicBezTo>
                <a:close/>
                <a:moveTo>
                  <a:pt x="51247" y="7143"/>
                </a:moveTo>
                <a:cubicBezTo>
                  <a:pt x="51490" y="6870"/>
                  <a:pt x="51642" y="7356"/>
                  <a:pt x="52038" y="7417"/>
                </a:cubicBezTo>
                <a:cubicBezTo>
                  <a:pt x="52038" y="7022"/>
                  <a:pt x="52585" y="7751"/>
                  <a:pt x="52949" y="7721"/>
                </a:cubicBezTo>
                <a:cubicBezTo>
                  <a:pt x="52828" y="8055"/>
                  <a:pt x="52402" y="7691"/>
                  <a:pt x="52190" y="7569"/>
                </a:cubicBezTo>
                <a:cubicBezTo>
                  <a:pt x="51825" y="7447"/>
                  <a:pt x="51399" y="7387"/>
                  <a:pt x="51278" y="7143"/>
                </a:cubicBezTo>
                <a:close/>
                <a:moveTo>
                  <a:pt x="51247" y="6687"/>
                </a:moveTo>
                <a:cubicBezTo>
                  <a:pt x="51308" y="6627"/>
                  <a:pt x="51399" y="6687"/>
                  <a:pt x="51460" y="6687"/>
                </a:cubicBezTo>
                <a:cubicBezTo>
                  <a:pt x="51521" y="6596"/>
                  <a:pt x="51490" y="6444"/>
                  <a:pt x="51399" y="6384"/>
                </a:cubicBezTo>
                <a:cubicBezTo>
                  <a:pt x="51430" y="6262"/>
                  <a:pt x="51946" y="6505"/>
                  <a:pt x="51673" y="6232"/>
                </a:cubicBezTo>
                <a:cubicBezTo>
                  <a:pt x="51855" y="5988"/>
                  <a:pt x="51946" y="6444"/>
                  <a:pt x="51977" y="6475"/>
                </a:cubicBezTo>
                <a:cubicBezTo>
                  <a:pt x="52007" y="6505"/>
                  <a:pt x="52250" y="6566"/>
                  <a:pt x="52311" y="6627"/>
                </a:cubicBezTo>
                <a:cubicBezTo>
                  <a:pt x="52402" y="6718"/>
                  <a:pt x="52311" y="6809"/>
                  <a:pt x="52311" y="6839"/>
                </a:cubicBezTo>
                <a:cubicBezTo>
                  <a:pt x="52433" y="6961"/>
                  <a:pt x="52646" y="6931"/>
                  <a:pt x="52494" y="7113"/>
                </a:cubicBezTo>
                <a:cubicBezTo>
                  <a:pt x="52646" y="7204"/>
                  <a:pt x="52949" y="7265"/>
                  <a:pt x="52737" y="7417"/>
                </a:cubicBezTo>
                <a:cubicBezTo>
                  <a:pt x="52524" y="7235"/>
                  <a:pt x="52311" y="7052"/>
                  <a:pt x="52068" y="6900"/>
                </a:cubicBezTo>
                <a:cubicBezTo>
                  <a:pt x="51946" y="6779"/>
                  <a:pt x="52007" y="6292"/>
                  <a:pt x="51642" y="6505"/>
                </a:cubicBezTo>
                <a:cubicBezTo>
                  <a:pt x="51734" y="6718"/>
                  <a:pt x="52190" y="6839"/>
                  <a:pt x="51977" y="7113"/>
                </a:cubicBezTo>
                <a:cubicBezTo>
                  <a:pt x="51551" y="6991"/>
                  <a:pt x="51703" y="6657"/>
                  <a:pt x="51278" y="6687"/>
                </a:cubicBezTo>
                <a:close/>
                <a:moveTo>
                  <a:pt x="60609" y="10730"/>
                </a:moveTo>
                <a:cubicBezTo>
                  <a:pt x="60609" y="10639"/>
                  <a:pt x="60609" y="10548"/>
                  <a:pt x="60700" y="10609"/>
                </a:cubicBezTo>
                <a:cubicBezTo>
                  <a:pt x="61065" y="10760"/>
                  <a:pt x="61734" y="11399"/>
                  <a:pt x="62311" y="11764"/>
                </a:cubicBezTo>
                <a:cubicBezTo>
                  <a:pt x="62615" y="11916"/>
                  <a:pt x="62524" y="12068"/>
                  <a:pt x="62281" y="11824"/>
                </a:cubicBezTo>
                <a:cubicBezTo>
                  <a:pt x="61673" y="11520"/>
                  <a:pt x="61096" y="11156"/>
                  <a:pt x="60609" y="10730"/>
                </a:cubicBezTo>
                <a:close/>
                <a:moveTo>
                  <a:pt x="52250" y="5958"/>
                </a:moveTo>
                <a:cubicBezTo>
                  <a:pt x="52463" y="5928"/>
                  <a:pt x="52554" y="5624"/>
                  <a:pt x="52858" y="5806"/>
                </a:cubicBezTo>
                <a:cubicBezTo>
                  <a:pt x="52554" y="5776"/>
                  <a:pt x="52889" y="6292"/>
                  <a:pt x="52494" y="6080"/>
                </a:cubicBezTo>
                <a:cubicBezTo>
                  <a:pt x="52494" y="6262"/>
                  <a:pt x="52919" y="6323"/>
                  <a:pt x="52706" y="6566"/>
                </a:cubicBezTo>
                <a:cubicBezTo>
                  <a:pt x="52494" y="6171"/>
                  <a:pt x="51977" y="6201"/>
                  <a:pt x="51551" y="5836"/>
                </a:cubicBezTo>
                <a:cubicBezTo>
                  <a:pt x="51886" y="5745"/>
                  <a:pt x="51430" y="5715"/>
                  <a:pt x="51612" y="5502"/>
                </a:cubicBezTo>
                <a:cubicBezTo>
                  <a:pt x="52068" y="5593"/>
                  <a:pt x="51886" y="5867"/>
                  <a:pt x="52250" y="5958"/>
                </a:cubicBezTo>
                <a:close/>
                <a:moveTo>
                  <a:pt x="52797" y="5320"/>
                </a:moveTo>
                <a:cubicBezTo>
                  <a:pt x="52585" y="4985"/>
                  <a:pt x="53405" y="5654"/>
                  <a:pt x="53466" y="5472"/>
                </a:cubicBezTo>
                <a:cubicBezTo>
                  <a:pt x="53649" y="5715"/>
                  <a:pt x="53892" y="5593"/>
                  <a:pt x="54044" y="5867"/>
                </a:cubicBezTo>
                <a:cubicBezTo>
                  <a:pt x="53679" y="5745"/>
                  <a:pt x="53132" y="5745"/>
                  <a:pt x="52980" y="5593"/>
                </a:cubicBezTo>
                <a:cubicBezTo>
                  <a:pt x="53345" y="5593"/>
                  <a:pt x="53132" y="5472"/>
                  <a:pt x="52797" y="5320"/>
                </a:cubicBezTo>
                <a:close/>
                <a:moveTo>
                  <a:pt x="57904" y="9788"/>
                </a:moveTo>
                <a:cubicBezTo>
                  <a:pt x="58056" y="9940"/>
                  <a:pt x="58178" y="9788"/>
                  <a:pt x="58238" y="9818"/>
                </a:cubicBezTo>
                <a:cubicBezTo>
                  <a:pt x="58451" y="9940"/>
                  <a:pt x="58208" y="10061"/>
                  <a:pt x="58421" y="10244"/>
                </a:cubicBezTo>
                <a:cubicBezTo>
                  <a:pt x="58086" y="10335"/>
                  <a:pt x="58208" y="10609"/>
                  <a:pt x="57813" y="10426"/>
                </a:cubicBezTo>
                <a:cubicBezTo>
                  <a:pt x="57904" y="10183"/>
                  <a:pt x="58086" y="10335"/>
                  <a:pt x="58178" y="10061"/>
                </a:cubicBezTo>
                <a:cubicBezTo>
                  <a:pt x="57995" y="9909"/>
                  <a:pt x="57570" y="10031"/>
                  <a:pt x="57722" y="10274"/>
                </a:cubicBezTo>
                <a:cubicBezTo>
                  <a:pt x="57661" y="10335"/>
                  <a:pt x="57600" y="10274"/>
                  <a:pt x="57630" y="10213"/>
                </a:cubicBezTo>
                <a:lnTo>
                  <a:pt x="57478" y="10122"/>
                </a:lnTo>
                <a:cubicBezTo>
                  <a:pt x="57570" y="9849"/>
                  <a:pt x="57782" y="10122"/>
                  <a:pt x="57843" y="9879"/>
                </a:cubicBezTo>
                <a:cubicBezTo>
                  <a:pt x="57478" y="9697"/>
                  <a:pt x="57326" y="9788"/>
                  <a:pt x="57083" y="9484"/>
                </a:cubicBezTo>
                <a:cubicBezTo>
                  <a:pt x="57235" y="9301"/>
                  <a:pt x="57448" y="9332"/>
                  <a:pt x="57630" y="9332"/>
                </a:cubicBezTo>
                <a:cubicBezTo>
                  <a:pt x="57934" y="9514"/>
                  <a:pt x="57752" y="9636"/>
                  <a:pt x="57934" y="9788"/>
                </a:cubicBezTo>
                <a:close/>
                <a:moveTo>
                  <a:pt x="67418" y="15776"/>
                </a:moveTo>
                <a:cubicBezTo>
                  <a:pt x="67357" y="15563"/>
                  <a:pt x="68026" y="16232"/>
                  <a:pt x="68269" y="16353"/>
                </a:cubicBezTo>
                <a:cubicBezTo>
                  <a:pt x="67935" y="16566"/>
                  <a:pt x="67783" y="15989"/>
                  <a:pt x="67418" y="15806"/>
                </a:cubicBezTo>
                <a:close/>
                <a:moveTo>
                  <a:pt x="63497" y="14834"/>
                </a:moveTo>
                <a:cubicBezTo>
                  <a:pt x="63588" y="15077"/>
                  <a:pt x="63740" y="15289"/>
                  <a:pt x="63983" y="15411"/>
                </a:cubicBezTo>
                <a:cubicBezTo>
                  <a:pt x="63801" y="15593"/>
                  <a:pt x="63314" y="15229"/>
                  <a:pt x="63436" y="15077"/>
                </a:cubicBezTo>
                <a:cubicBezTo>
                  <a:pt x="63284" y="15198"/>
                  <a:pt x="63041" y="14955"/>
                  <a:pt x="62919" y="14985"/>
                </a:cubicBezTo>
                <a:cubicBezTo>
                  <a:pt x="62980" y="15381"/>
                  <a:pt x="63679" y="15502"/>
                  <a:pt x="63770" y="15563"/>
                </a:cubicBezTo>
                <a:cubicBezTo>
                  <a:pt x="63740" y="15563"/>
                  <a:pt x="63679" y="15685"/>
                  <a:pt x="63679" y="15685"/>
                </a:cubicBezTo>
                <a:cubicBezTo>
                  <a:pt x="63831" y="15745"/>
                  <a:pt x="64013" y="15745"/>
                  <a:pt x="64196" y="15685"/>
                </a:cubicBezTo>
                <a:cubicBezTo>
                  <a:pt x="64317" y="15715"/>
                  <a:pt x="64348" y="15867"/>
                  <a:pt x="64317" y="15958"/>
                </a:cubicBezTo>
                <a:cubicBezTo>
                  <a:pt x="64530" y="16080"/>
                  <a:pt x="64804" y="16201"/>
                  <a:pt x="64895" y="16323"/>
                </a:cubicBezTo>
                <a:cubicBezTo>
                  <a:pt x="65229" y="16444"/>
                  <a:pt x="64652" y="16596"/>
                  <a:pt x="65017" y="16748"/>
                </a:cubicBezTo>
                <a:cubicBezTo>
                  <a:pt x="65138" y="16779"/>
                  <a:pt x="65108" y="16627"/>
                  <a:pt x="65047" y="16536"/>
                </a:cubicBezTo>
                <a:cubicBezTo>
                  <a:pt x="65229" y="16444"/>
                  <a:pt x="65472" y="16840"/>
                  <a:pt x="65685" y="16961"/>
                </a:cubicBezTo>
                <a:cubicBezTo>
                  <a:pt x="65533" y="16961"/>
                  <a:pt x="65321" y="16809"/>
                  <a:pt x="65169" y="16840"/>
                </a:cubicBezTo>
                <a:cubicBezTo>
                  <a:pt x="65138" y="16900"/>
                  <a:pt x="65199" y="16961"/>
                  <a:pt x="65138" y="17022"/>
                </a:cubicBezTo>
                <a:cubicBezTo>
                  <a:pt x="65321" y="17144"/>
                  <a:pt x="65472" y="17083"/>
                  <a:pt x="65655" y="17144"/>
                </a:cubicBezTo>
                <a:cubicBezTo>
                  <a:pt x="65412" y="17296"/>
                  <a:pt x="66080" y="17751"/>
                  <a:pt x="66232" y="17903"/>
                </a:cubicBezTo>
                <a:cubicBezTo>
                  <a:pt x="66020" y="17873"/>
                  <a:pt x="65837" y="17812"/>
                  <a:pt x="65655" y="17751"/>
                </a:cubicBezTo>
                <a:cubicBezTo>
                  <a:pt x="65594" y="17843"/>
                  <a:pt x="65776" y="17934"/>
                  <a:pt x="65868" y="18025"/>
                </a:cubicBezTo>
                <a:cubicBezTo>
                  <a:pt x="65503" y="18025"/>
                  <a:pt x="64591" y="17448"/>
                  <a:pt x="64135" y="17083"/>
                </a:cubicBezTo>
                <a:cubicBezTo>
                  <a:pt x="64013" y="16992"/>
                  <a:pt x="64013" y="16931"/>
                  <a:pt x="64105" y="16840"/>
                </a:cubicBezTo>
                <a:cubicBezTo>
                  <a:pt x="64013" y="16809"/>
                  <a:pt x="63953" y="16900"/>
                  <a:pt x="63862" y="16840"/>
                </a:cubicBezTo>
                <a:cubicBezTo>
                  <a:pt x="63679" y="16748"/>
                  <a:pt x="63862" y="16627"/>
                  <a:pt x="63801" y="16596"/>
                </a:cubicBezTo>
                <a:cubicBezTo>
                  <a:pt x="63710" y="16536"/>
                  <a:pt x="63588" y="16627"/>
                  <a:pt x="63497" y="16566"/>
                </a:cubicBezTo>
                <a:cubicBezTo>
                  <a:pt x="63314" y="16444"/>
                  <a:pt x="63193" y="16141"/>
                  <a:pt x="63010" y="15958"/>
                </a:cubicBezTo>
                <a:cubicBezTo>
                  <a:pt x="62676" y="15715"/>
                  <a:pt x="62311" y="15593"/>
                  <a:pt x="62007" y="15289"/>
                </a:cubicBezTo>
                <a:cubicBezTo>
                  <a:pt x="61673" y="15016"/>
                  <a:pt x="61551" y="14712"/>
                  <a:pt x="61247" y="14438"/>
                </a:cubicBezTo>
                <a:cubicBezTo>
                  <a:pt x="61126" y="14347"/>
                  <a:pt x="61004" y="14378"/>
                  <a:pt x="60974" y="14347"/>
                </a:cubicBezTo>
                <a:cubicBezTo>
                  <a:pt x="60488" y="13982"/>
                  <a:pt x="60153" y="13405"/>
                  <a:pt x="59576" y="13314"/>
                </a:cubicBezTo>
                <a:cubicBezTo>
                  <a:pt x="59545" y="13192"/>
                  <a:pt x="59515" y="13101"/>
                  <a:pt x="59424" y="13010"/>
                </a:cubicBezTo>
                <a:cubicBezTo>
                  <a:pt x="59606" y="12919"/>
                  <a:pt x="59880" y="13375"/>
                  <a:pt x="60001" y="13010"/>
                </a:cubicBezTo>
                <a:cubicBezTo>
                  <a:pt x="59728" y="12949"/>
                  <a:pt x="59454" y="12919"/>
                  <a:pt x="59150" y="12919"/>
                </a:cubicBezTo>
                <a:cubicBezTo>
                  <a:pt x="58968" y="12432"/>
                  <a:pt x="58178" y="12159"/>
                  <a:pt x="57752" y="11733"/>
                </a:cubicBezTo>
                <a:cubicBezTo>
                  <a:pt x="57570" y="11581"/>
                  <a:pt x="57661" y="11490"/>
                  <a:pt x="57570" y="11338"/>
                </a:cubicBezTo>
                <a:cubicBezTo>
                  <a:pt x="57448" y="11095"/>
                  <a:pt x="57114" y="11004"/>
                  <a:pt x="57174" y="10760"/>
                </a:cubicBezTo>
                <a:cubicBezTo>
                  <a:pt x="57448" y="10487"/>
                  <a:pt x="57661" y="11004"/>
                  <a:pt x="57843" y="11125"/>
                </a:cubicBezTo>
                <a:cubicBezTo>
                  <a:pt x="58056" y="11277"/>
                  <a:pt x="58360" y="11429"/>
                  <a:pt x="58542" y="11581"/>
                </a:cubicBezTo>
                <a:cubicBezTo>
                  <a:pt x="58573" y="11612"/>
                  <a:pt x="58664" y="11642"/>
                  <a:pt x="58725" y="11612"/>
                </a:cubicBezTo>
                <a:cubicBezTo>
                  <a:pt x="58785" y="11672"/>
                  <a:pt x="58846" y="11885"/>
                  <a:pt x="58877" y="11916"/>
                </a:cubicBezTo>
                <a:cubicBezTo>
                  <a:pt x="58937" y="11976"/>
                  <a:pt x="59181" y="12037"/>
                  <a:pt x="59302" y="12098"/>
                </a:cubicBezTo>
                <a:cubicBezTo>
                  <a:pt x="59545" y="12311"/>
                  <a:pt x="59576" y="12432"/>
                  <a:pt x="59940" y="12463"/>
                </a:cubicBezTo>
                <a:cubicBezTo>
                  <a:pt x="59819" y="12675"/>
                  <a:pt x="59454" y="12493"/>
                  <a:pt x="59697" y="12797"/>
                </a:cubicBezTo>
                <a:cubicBezTo>
                  <a:pt x="59849" y="12858"/>
                  <a:pt x="59728" y="12706"/>
                  <a:pt x="59849" y="12615"/>
                </a:cubicBezTo>
                <a:cubicBezTo>
                  <a:pt x="60062" y="12645"/>
                  <a:pt x="60336" y="12827"/>
                  <a:pt x="60488" y="12675"/>
                </a:cubicBezTo>
                <a:cubicBezTo>
                  <a:pt x="61004" y="13192"/>
                  <a:pt x="61460" y="13405"/>
                  <a:pt x="61764" y="13891"/>
                </a:cubicBezTo>
                <a:cubicBezTo>
                  <a:pt x="62038" y="14074"/>
                  <a:pt x="62372" y="14074"/>
                  <a:pt x="62676" y="13952"/>
                </a:cubicBezTo>
                <a:cubicBezTo>
                  <a:pt x="62828" y="14195"/>
                  <a:pt x="63041" y="14378"/>
                  <a:pt x="63284" y="14530"/>
                </a:cubicBezTo>
                <a:lnTo>
                  <a:pt x="63102" y="14803"/>
                </a:lnTo>
                <a:cubicBezTo>
                  <a:pt x="63254" y="14955"/>
                  <a:pt x="63406" y="15016"/>
                  <a:pt x="63527" y="14834"/>
                </a:cubicBezTo>
                <a:close/>
                <a:moveTo>
                  <a:pt x="60700" y="13010"/>
                </a:moveTo>
                <a:cubicBezTo>
                  <a:pt x="60670" y="13101"/>
                  <a:pt x="60670" y="13192"/>
                  <a:pt x="60731" y="13253"/>
                </a:cubicBezTo>
                <a:cubicBezTo>
                  <a:pt x="60974" y="12949"/>
                  <a:pt x="60609" y="12979"/>
                  <a:pt x="60396" y="12797"/>
                </a:cubicBezTo>
                <a:cubicBezTo>
                  <a:pt x="60396" y="12949"/>
                  <a:pt x="60184" y="13131"/>
                  <a:pt x="60244" y="13314"/>
                </a:cubicBezTo>
                <a:cubicBezTo>
                  <a:pt x="60518" y="13283"/>
                  <a:pt x="60366" y="12949"/>
                  <a:pt x="60700" y="13010"/>
                </a:cubicBezTo>
                <a:close/>
                <a:moveTo>
                  <a:pt x="61126" y="13526"/>
                </a:moveTo>
                <a:cubicBezTo>
                  <a:pt x="60913" y="13314"/>
                  <a:pt x="60792" y="13557"/>
                  <a:pt x="60609" y="13466"/>
                </a:cubicBezTo>
                <a:cubicBezTo>
                  <a:pt x="60640" y="13375"/>
                  <a:pt x="60518" y="13283"/>
                  <a:pt x="60457" y="13344"/>
                </a:cubicBezTo>
                <a:cubicBezTo>
                  <a:pt x="60792" y="13466"/>
                  <a:pt x="60366" y="13678"/>
                  <a:pt x="60670" y="13830"/>
                </a:cubicBezTo>
                <a:cubicBezTo>
                  <a:pt x="60792" y="13526"/>
                  <a:pt x="61004" y="13770"/>
                  <a:pt x="61126" y="13526"/>
                </a:cubicBezTo>
                <a:close/>
                <a:moveTo>
                  <a:pt x="61551" y="14043"/>
                </a:moveTo>
                <a:cubicBezTo>
                  <a:pt x="61643" y="13830"/>
                  <a:pt x="61399" y="13648"/>
                  <a:pt x="61278" y="13435"/>
                </a:cubicBezTo>
                <a:cubicBezTo>
                  <a:pt x="61096" y="13587"/>
                  <a:pt x="61278" y="13709"/>
                  <a:pt x="61126" y="13830"/>
                </a:cubicBezTo>
                <a:cubicBezTo>
                  <a:pt x="61278" y="14013"/>
                  <a:pt x="61369" y="13830"/>
                  <a:pt x="61551" y="14043"/>
                </a:cubicBezTo>
                <a:close/>
                <a:moveTo>
                  <a:pt x="64409" y="16870"/>
                </a:moveTo>
                <a:cubicBezTo>
                  <a:pt x="64469" y="16931"/>
                  <a:pt x="64439" y="16992"/>
                  <a:pt x="64378" y="17052"/>
                </a:cubicBezTo>
                <a:cubicBezTo>
                  <a:pt x="64591" y="17144"/>
                  <a:pt x="64804" y="17296"/>
                  <a:pt x="64956" y="17083"/>
                </a:cubicBezTo>
                <a:cubicBezTo>
                  <a:pt x="64743" y="16900"/>
                  <a:pt x="64591" y="16809"/>
                  <a:pt x="64409" y="16870"/>
                </a:cubicBezTo>
                <a:close/>
                <a:moveTo>
                  <a:pt x="62372" y="14955"/>
                </a:moveTo>
                <a:cubicBezTo>
                  <a:pt x="62068" y="14864"/>
                  <a:pt x="61734" y="14256"/>
                  <a:pt x="61764" y="14530"/>
                </a:cubicBezTo>
                <a:cubicBezTo>
                  <a:pt x="61825" y="14651"/>
                  <a:pt x="62433" y="15229"/>
                  <a:pt x="62372" y="14985"/>
                </a:cubicBezTo>
                <a:close/>
                <a:moveTo>
                  <a:pt x="62919" y="14682"/>
                </a:moveTo>
                <a:cubicBezTo>
                  <a:pt x="63162" y="14256"/>
                  <a:pt x="62159" y="14074"/>
                  <a:pt x="61977" y="14256"/>
                </a:cubicBezTo>
                <a:cubicBezTo>
                  <a:pt x="62342" y="14651"/>
                  <a:pt x="62554" y="14226"/>
                  <a:pt x="62919" y="14682"/>
                </a:cubicBezTo>
                <a:close/>
                <a:moveTo>
                  <a:pt x="26353" y="7417"/>
                </a:moveTo>
                <a:cubicBezTo>
                  <a:pt x="26657" y="7265"/>
                  <a:pt x="26262" y="7083"/>
                  <a:pt x="26596" y="6931"/>
                </a:cubicBezTo>
                <a:cubicBezTo>
                  <a:pt x="26718" y="7143"/>
                  <a:pt x="26384" y="7356"/>
                  <a:pt x="26718" y="7569"/>
                </a:cubicBezTo>
                <a:cubicBezTo>
                  <a:pt x="26566" y="7660"/>
                  <a:pt x="26444" y="7599"/>
                  <a:pt x="26353" y="7417"/>
                </a:cubicBezTo>
                <a:close/>
                <a:moveTo>
                  <a:pt x="73953" y="22007"/>
                </a:moveTo>
                <a:cubicBezTo>
                  <a:pt x="73649" y="22220"/>
                  <a:pt x="73588" y="21733"/>
                  <a:pt x="73254" y="21581"/>
                </a:cubicBezTo>
                <a:cubicBezTo>
                  <a:pt x="73163" y="21308"/>
                  <a:pt x="73771" y="21916"/>
                  <a:pt x="73953" y="22007"/>
                </a:cubicBezTo>
                <a:close/>
                <a:moveTo>
                  <a:pt x="60275" y="11520"/>
                </a:moveTo>
                <a:cubicBezTo>
                  <a:pt x="60640" y="11612"/>
                  <a:pt x="60275" y="11794"/>
                  <a:pt x="60579" y="11916"/>
                </a:cubicBezTo>
                <a:cubicBezTo>
                  <a:pt x="60305" y="12037"/>
                  <a:pt x="60275" y="11551"/>
                  <a:pt x="60062" y="11672"/>
                </a:cubicBezTo>
                <a:cubicBezTo>
                  <a:pt x="59849" y="11399"/>
                  <a:pt x="60275" y="11794"/>
                  <a:pt x="60275" y="11520"/>
                </a:cubicBezTo>
                <a:close/>
                <a:moveTo>
                  <a:pt x="60396" y="12493"/>
                </a:moveTo>
                <a:cubicBezTo>
                  <a:pt x="60305" y="12675"/>
                  <a:pt x="60184" y="12493"/>
                  <a:pt x="60092" y="12584"/>
                </a:cubicBezTo>
                <a:cubicBezTo>
                  <a:pt x="59971" y="12402"/>
                  <a:pt x="59788" y="12250"/>
                  <a:pt x="59576" y="12189"/>
                </a:cubicBezTo>
                <a:cubicBezTo>
                  <a:pt x="59880" y="11976"/>
                  <a:pt x="59971" y="12341"/>
                  <a:pt x="60396" y="12493"/>
                </a:cubicBezTo>
                <a:close/>
                <a:moveTo>
                  <a:pt x="63071" y="12311"/>
                </a:moveTo>
                <a:lnTo>
                  <a:pt x="63375" y="12554"/>
                </a:lnTo>
                <a:cubicBezTo>
                  <a:pt x="63284" y="12554"/>
                  <a:pt x="63223" y="12615"/>
                  <a:pt x="63162" y="12675"/>
                </a:cubicBezTo>
                <a:lnTo>
                  <a:pt x="63314" y="12797"/>
                </a:lnTo>
                <a:cubicBezTo>
                  <a:pt x="63406" y="12858"/>
                  <a:pt x="63497" y="12736"/>
                  <a:pt x="63406" y="12675"/>
                </a:cubicBezTo>
                <a:cubicBezTo>
                  <a:pt x="63649" y="12554"/>
                  <a:pt x="63679" y="12919"/>
                  <a:pt x="63740" y="13010"/>
                </a:cubicBezTo>
                <a:cubicBezTo>
                  <a:pt x="63831" y="12919"/>
                  <a:pt x="63740" y="12827"/>
                  <a:pt x="63862" y="12706"/>
                </a:cubicBezTo>
                <a:cubicBezTo>
                  <a:pt x="63862" y="13071"/>
                  <a:pt x="64135" y="13162"/>
                  <a:pt x="64500" y="13405"/>
                </a:cubicBezTo>
                <a:cubicBezTo>
                  <a:pt x="64378" y="13526"/>
                  <a:pt x="64135" y="13162"/>
                  <a:pt x="64013" y="13435"/>
                </a:cubicBezTo>
                <a:cubicBezTo>
                  <a:pt x="63953" y="13405"/>
                  <a:pt x="63892" y="13131"/>
                  <a:pt x="63892" y="13131"/>
                </a:cubicBezTo>
                <a:cubicBezTo>
                  <a:pt x="63831" y="13101"/>
                  <a:pt x="63710" y="13192"/>
                  <a:pt x="63710" y="13192"/>
                </a:cubicBezTo>
                <a:cubicBezTo>
                  <a:pt x="63527" y="13010"/>
                  <a:pt x="63284" y="12827"/>
                  <a:pt x="63041" y="12706"/>
                </a:cubicBezTo>
                <a:cubicBezTo>
                  <a:pt x="63132" y="12554"/>
                  <a:pt x="62889" y="12463"/>
                  <a:pt x="63071" y="12311"/>
                </a:cubicBezTo>
                <a:close/>
                <a:moveTo>
                  <a:pt x="24864" y="66111"/>
                </a:moveTo>
                <a:cubicBezTo>
                  <a:pt x="24833" y="66354"/>
                  <a:pt x="24438" y="66324"/>
                  <a:pt x="24317" y="66172"/>
                </a:cubicBezTo>
                <a:cubicBezTo>
                  <a:pt x="24377" y="65989"/>
                  <a:pt x="24621" y="66050"/>
                  <a:pt x="24864" y="66111"/>
                </a:cubicBezTo>
                <a:close/>
                <a:moveTo>
                  <a:pt x="62099" y="12523"/>
                </a:moveTo>
                <a:cubicBezTo>
                  <a:pt x="62403" y="12767"/>
                  <a:pt x="62463" y="13223"/>
                  <a:pt x="62828" y="12979"/>
                </a:cubicBezTo>
                <a:cubicBezTo>
                  <a:pt x="63162" y="13101"/>
                  <a:pt x="62919" y="13283"/>
                  <a:pt x="63193" y="13435"/>
                </a:cubicBezTo>
                <a:cubicBezTo>
                  <a:pt x="63436" y="13709"/>
                  <a:pt x="63770" y="13496"/>
                  <a:pt x="63831" y="13830"/>
                </a:cubicBezTo>
                <a:cubicBezTo>
                  <a:pt x="63679" y="13891"/>
                  <a:pt x="63406" y="13739"/>
                  <a:pt x="63071" y="13557"/>
                </a:cubicBezTo>
                <a:cubicBezTo>
                  <a:pt x="62676" y="13314"/>
                  <a:pt x="61947" y="12888"/>
                  <a:pt x="62099" y="12523"/>
                </a:cubicBezTo>
                <a:close/>
                <a:moveTo>
                  <a:pt x="61916" y="12493"/>
                </a:moveTo>
                <a:cubicBezTo>
                  <a:pt x="61460" y="12979"/>
                  <a:pt x="61217" y="12037"/>
                  <a:pt x="60731" y="12037"/>
                </a:cubicBezTo>
                <a:cubicBezTo>
                  <a:pt x="61035" y="11794"/>
                  <a:pt x="60822" y="11976"/>
                  <a:pt x="60731" y="11733"/>
                </a:cubicBezTo>
                <a:cubicBezTo>
                  <a:pt x="61217" y="11581"/>
                  <a:pt x="61339" y="12432"/>
                  <a:pt x="61916" y="12463"/>
                </a:cubicBezTo>
                <a:close/>
                <a:moveTo>
                  <a:pt x="62068" y="13526"/>
                </a:moveTo>
                <a:cubicBezTo>
                  <a:pt x="62190" y="13618"/>
                  <a:pt x="62281" y="13557"/>
                  <a:pt x="62403" y="13678"/>
                </a:cubicBezTo>
                <a:cubicBezTo>
                  <a:pt x="62342" y="14043"/>
                  <a:pt x="62068" y="13466"/>
                  <a:pt x="61977" y="13648"/>
                </a:cubicBezTo>
                <a:cubicBezTo>
                  <a:pt x="61673" y="13283"/>
                  <a:pt x="61308" y="12979"/>
                  <a:pt x="60944" y="12706"/>
                </a:cubicBezTo>
                <a:cubicBezTo>
                  <a:pt x="60944" y="12402"/>
                  <a:pt x="61855" y="13344"/>
                  <a:pt x="62068" y="13526"/>
                </a:cubicBezTo>
                <a:close/>
                <a:moveTo>
                  <a:pt x="77236" y="16840"/>
                </a:moveTo>
                <a:cubicBezTo>
                  <a:pt x="76871" y="16992"/>
                  <a:pt x="76476" y="17326"/>
                  <a:pt x="76020" y="17265"/>
                </a:cubicBezTo>
                <a:cubicBezTo>
                  <a:pt x="75959" y="17265"/>
                  <a:pt x="75777" y="17083"/>
                  <a:pt x="75625" y="17052"/>
                </a:cubicBezTo>
                <a:cubicBezTo>
                  <a:pt x="75473" y="17022"/>
                  <a:pt x="75017" y="16992"/>
                  <a:pt x="74865" y="16688"/>
                </a:cubicBezTo>
                <a:cubicBezTo>
                  <a:pt x="74682" y="16627"/>
                  <a:pt x="74500" y="16596"/>
                  <a:pt x="74348" y="16596"/>
                </a:cubicBezTo>
                <a:cubicBezTo>
                  <a:pt x="73345" y="15715"/>
                  <a:pt x="72524" y="15381"/>
                  <a:pt x="71947" y="14682"/>
                </a:cubicBezTo>
                <a:cubicBezTo>
                  <a:pt x="72038" y="14682"/>
                  <a:pt x="72160" y="14682"/>
                  <a:pt x="72281" y="14742"/>
                </a:cubicBezTo>
                <a:cubicBezTo>
                  <a:pt x="72372" y="14499"/>
                  <a:pt x="72129" y="14499"/>
                  <a:pt x="71947" y="14378"/>
                </a:cubicBezTo>
                <a:cubicBezTo>
                  <a:pt x="72008" y="14074"/>
                  <a:pt x="71856" y="13770"/>
                  <a:pt x="71582" y="13648"/>
                </a:cubicBezTo>
                <a:cubicBezTo>
                  <a:pt x="71582" y="13982"/>
                  <a:pt x="71704" y="14317"/>
                  <a:pt x="71916" y="14560"/>
                </a:cubicBezTo>
                <a:cubicBezTo>
                  <a:pt x="71521" y="14499"/>
                  <a:pt x="71430" y="14074"/>
                  <a:pt x="71005" y="13922"/>
                </a:cubicBezTo>
                <a:cubicBezTo>
                  <a:pt x="71308" y="13800"/>
                  <a:pt x="70944" y="13557"/>
                  <a:pt x="71339" y="13800"/>
                </a:cubicBezTo>
                <a:cubicBezTo>
                  <a:pt x="71308" y="13618"/>
                  <a:pt x="71096" y="13344"/>
                  <a:pt x="70974" y="13375"/>
                </a:cubicBezTo>
                <a:cubicBezTo>
                  <a:pt x="70822" y="13587"/>
                  <a:pt x="71126" y="13770"/>
                  <a:pt x="70822" y="13982"/>
                </a:cubicBezTo>
                <a:lnTo>
                  <a:pt x="70457" y="13709"/>
                </a:lnTo>
                <a:cubicBezTo>
                  <a:pt x="71005" y="13982"/>
                  <a:pt x="70701" y="13223"/>
                  <a:pt x="70366" y="13192"/>
                </a:cubicBezTo>
                <a:cubicBezTo>
                  <a:pt x="70275" y="13283"/>
                  <a:pt x="70488" y="13344"/>
                  <a:pt x="70518" y="13435"/>
                </a:cubicBezTo>
                <a:cubicBezTo>
                  <a:pt x="70609" y="13709"/>
                  <a:pt x="70093" y="13131"/>
                  <a:pt x="69819" y="13101"/>
                </a:cubicBezTo>
                <a:cubicBezTo>
                  <a:pt x="69819" y="13010"/>
                  <a:pt x="69728" y="12888"/>
                  <a:pt x="69819" y="12797"/>
                </a:cubicBezTo>
                <a:cubicBezTo>
                  <a:pt x="69485" y="12767"/>
                  <a:pt x="69333" y="12219"/>
                  <a:pt x="69150" y="11946"/>
                </a:cubicBezTo>
                <a:cubicBezTo>
                  <a:pt x="69637" y="12159"/>
                  <a:pt x="70123" y="12493"/>
                  <a:pt x="70488" y="12128"/>
                </a:cubicBezTo>
                <a:cubicBezTo>
                  <a:pt x="70549" y="12219"/>
                  <a:pt x="70427" y="12311"/>
                  <a:pt x="70518" y="12371"/>
                </a:cubicBezTo>
                <a:cubicBezTo>
                  <a:pt x="70761" y="12523"/>
                  <a:pt x="70549" y="12189"/>
                  <a:pt x="70731" y="12128"/>
                </a:cubicBezTo>
                <a:cubicBezTo>
                  <a:pt x="70974" y="12402"/>
                  <a:pt x="71156" y="12341"/>
                  <a:pt x="71369" y="12554"/>
                </a:cubicBezTo>
                <a:cubicBezTo>
                  <a:pt x="71278" y="12797"/>
                  <a:pt x="71126" y="12523"/>
                  <a:pt x="70974" y="12432"/>
                </a:cubicBezTo>
                <a:cubicBezTo>
                  <a:pt x="70670" y="12675"/>
                  <a:pt x="71369" y="12979"/>
                  <a:pt x="71552" y="12919"/>
                </a:cubicBezTo>
                <a:cubicBezTo>
                  <a:pt x="71825" y="13071"/>
                  <a:pt x="71552" y="13223"/>
                  <a:pt x="71916" y="13375"/>
                </a:cubicBezTo>
                <a:lnTo>
                  <a:pt x="72281" y="13375"/>
                </a:lnTo>
                <a:cubicBezTo>
                  <a:pt x="72403" y="13253"/>
                  <a:pt x="72038" y="13192"/>
                  <a:pt x="72068" y="13223"/>
                </a:cubicBezTo>
                <a:cubicBezTo>
                  <a:pt x="71977" y="13131"/>
                  <a:pt x="72068" y="12979"/>
                  <a:pt x="71947" y="12919"/>
                </a:cubicBezTo>
                <a:cubicBezTo>
                  <a:pt x="71825" y="12827"/>
                  <a:pt x="71521" y="12736"/>
                  <a:pt x="71369" y="12432"/>
                </a:cubicBezTo>
                <a:cubicBezTo>
                  <a:pt x="72068" y="12858"/>
                  <a:pt x="72798" y="13375"/>
                  <a:pt x="73497" y="13830"/>
                </a:cubicBezTo>
                <a:cubicBezTo>
                  <a:pt x="73254" y="13982"/>
                  <a:pt x="73071" y="14195"/>
                  <a:pt x="72980" y="14469"/>
                </a:cubicBezTo>
                <a:cubicBezTo>
                  <a:pt x="73163" y="14682"/>
                  <a:pt x="73284" y="14530"/>
                  <a:pt x="73467" y="14742"/>
                </a:cubicBezTo>
                <a:cubicBezTo>
                  <a:pt x="73710" y="14864"/>
                  <a:pt x="73375" y="14469"/>
                  <a:pt x="73649" y="14378"/>
                </a:cubicBezTo>
                <a:lnTo>
                  <a:pt x="74014" y="14651"/>
                </a:lnTo>
                <a:cubicBezTo>
                  <a:pt x="74226" y="14347"/>
                  <a:pt x="73983" y="14226"/>
                  <a:pt x="73679" y="14074"/>
                </a:cubicBezTo>
                <a:cubicBezTo>
                  <a:pt x="74044" y="13952"/>
                  <a:pt x="74530" y="14499"/>
                  <a:pt x="74956" y="14682"/>
                </a:cubicBezTo>
                <a:cubicBezTo>
                  <a:pt x="74865" y="14682"/>
                  <a:pt x="74804" y="14742"/>
                  <a:pt x="74743" y="14803"/>
                </a:cubicBezTo>
                <a:cubicBezTo>
                  <a:pt x="74895" y="14955"/>
                  <a:pt x="75047" y="14894"/>
                  <a:pt x="75199" y="14955"/>
                </a:cubicBezTo>
                <a:cubicBezTo>
                  <a:pt x="75230" y="14894"/>
                  <a:pt x="75199" y="14803"/>
                  <a:pt x="75169" y="14712"/>
                </a:cubicBezTo>
                <a:cubicBezTo>
                  <a:pt x="75625" y="14773"/>
                  <a:pt x="76141" y="15198"/>
                  <a:pt x="76628" y="15472"/>
                </a:cubicBezTo>
                <a:cubicBezTo>
                  <a:pt x="76476" y="15502"/>
                  <a:pt x="76445" y="15593"/>
                  <a:pt x="76567" y="15745"/>
                </a:cubicBezTo>
                <a:cubicBezTo>
                  <a:pt x="76689" y="15897"/>
                  <a:pt x="77023" y="15745"/>
                  <a:pt x="76901" y="15593"/>
                </a:cubicBezTo>
                <a:cubicBezTo>
                  <a:pt x="77023" y="15441"/>
                  <a:pt x="77205" y="15806"/>
                  <a:pt x="77357" y="15837"/>
                </a:cubicBezTo>
                <a:cubicBezTo>
                  <a:pt x="77388" y="16141"/>
                  <a:pt x="77175" y="16505"/>
                  <a:pt x="77236" y="16840"/>
                </a:cubicBezTo>
                <a:close/>
                <a:moveTo>
                  <a:pt x="71582" y="13526"/>
                </a:moveTo>
                <a:cubicBezTo>
                  <a:pt x="71734" y="13314"/>
                  <a:pt x="71248" y="12797"/>
                  <a:pt x="71035" y="12979"/>
                </a:cubicBezTo>
                <a:cubicBezTo>
                  <a:pt x="71156" y="13223"/>
                  <a:pt x="71339" y="13192"/>
                  <a:pt x="71582" y="13496"/>
                </a:cubicBezTo>
                <a:close/>
                <a:moveTo>
                  <a:pt x="72950" y="14499"/>
                </a:moveTo>
                <a:cubicBezTo>
                  <a:pt x="72859" y="14165"/>
                  <a:pt x="72767" y="14104"/>
                  <a:pt x="73132" y="13830"/>
                </a:cubicBezTo>
                <a:cubicBezTo>
                  <a:pt x="72828" y="13435"/>
                  <a:pt x="72707" y="14134"/>
                  <a:pt x="72615" y="14043"/>
                </a:cubicBezTo>
                <a:cubicBezTo>
                  <a:pt x="72615" y="13800"/>
                  <a:pt x="72068" y="13283"/>
                  <a:pt x="71856" y="13648"/>
                </a:cubicBezTo>
                <a:cubicBezTo>
                  <a:pt x="72008" y="13891"/>
                  <a:pt x="72099" y="13678"/>
                  <a:pt x="72220" y="13739"/>
                </a:cubicBezTo>
                <a:cubicBezTo>
                  <a:pt x="72463" y="14043"/>
                  <a:pt x="72494" y="14530"/>
                  <a:pt x="72950" y="14499"/>
                </a:cubicBezTo>
                <a:close/>
                <a:moveTo>
                  <a:pt x="74774" y="15350"/>
                </a:moveTo>
                <a:cubicBezTo>
                  <a:pt x="74561" y="15016"/>
                  <a:pt x="74378" y="15077"/>
                  <a:pt x="74226" y="15016"/>
                </a:cubicBezTo>
                <a:cubicBezTo>
                  <a:pt x="74044" y="14925"/>
                  <a:pt x="73801" y="14560"/>
                  <a:pt x="73740" y="14834"/>
                </a:cubicBezTo>
                <a:cubicBezTo>
                  <a:pt x="73649" y="14985"/>
                  <a:pt x="74044" y="15107"/>
                  <a:pt x="74014" y="15259"/>
                </a:cubicBezTo>
                <a:cubicBezTo>
                  <a:pt x="74348" y="15016"/>
                  <a:pt x="74470" y="15350"/>
                  <a:pt x="74774" y="15320"/>
                </a:cubicBezTo>
                <a:close/>
                <a:moveTo>
                  <a:pt x="74318" y="15624"/>
                </a:moveTo>
                <a:cubicBezTo>
                  <a:pt x="74166" y="15776"/>
                  <a:pt x="74318" y="15897"/>
                  <a:pt x="74439" y="16049"/>
                </a:cubicBezTo>
                <a:cubicBezTo>
                  <a:pt x="74682" y="15867"/>
                  <a:pt x="74530" y="15745"/>
                  <a:pt x="74318" y="15593"/>
                </a:cubicBezTo>
                <a:close/>
                <a:moveTo>
                  <a:pt x="75230" y="15502"/>
                </a:moveTo>
                <a:cubicBezTo>
                  <a:pt x="75047" y="15350"/>
                  <a:pt x="74926" y="15411"/>
                  <a:pt x="74774" y="15472"/>
                </a:cubicBezTo>
                <a:cubicBezTo>
                  <a:pt x="74865" y="15563"/>
                  <a:pt x="74865" y="15654"/>
                  <a:pt x="75017" y="15745"/>
                </a:cubicBezTo>
                <a:close/>
                <a:moveTo>
                  <a:pt x="75594" y="15472"/>
                </a:moveTo>
                <a:cubicBezTo>
                  <a:pt x="75503" y="15472"/>
                  <a:pt x="75047" y="15776"/>
                  <a:pt x="75381" y="15928"/>
                </a:cubicBezTo>
                <a:cubicBezTo>
                  <a:pt x="75473" y="15989"/>
                  <a:pt x="75898" y="15563"/>
                  <a:pt x="75594" y="15472"/>
                </a:cubicBezTo>
                <a:close/>
                <a:moveTo>
                  <a:pt x="76810" y="15989"/>
                </a:moveTo>
                <a:cubicBezTo>
                  <a:pt x="76871" y="16049"/>
                  <a:pt x="76932" y="15958"/>
                  <a:pt x="76780" y="15867"/>
                </a:cubicBezTo>
                <a:cubicBezTo>
                  <a:pt x="76597" y="16019"/>
                  <a:pt x="76628" y="16292"/>
                  <a:pt x="76810" y="16414"/>
                </a:cubicBezTo>
                <a:cubicBezTo>
                  <a:pt x="77023" y="16232"/>
                  <a:pt x="76628" y="16141"/>
                  <a:pt x="76780" y="15989"/>
                </a:cubicBezTo>
                <a:close/>
                <a:moveTo>
                  <a:pt x="32767" y="3435"/>
                </a:moveTo>
                <a:cubicBezTo>
                  <a:pt x="32493" y="3435"/>
                  <a:pt x="32037" y="3800"/>
                  <a:pt x="31916" y="3557"/>
                </a:cubicBezTo>
                <a:cubicBezTo>
                  <a:pt x="32280" y="3283"/>
                  <a:pt x="32493" y="3405"/>
                  <a:pt x="32888" y="3162"/>
                </a:cubicBezTo>
                <a:cubicBezTo>
                  <a:pt x="32919" y="3283"/>
                  <a:pt x="32736" y="3314"/>
                  <a:pt x="32767" y="3435"/>
                </a:cubicBezTo>
                <a:close/>
                <a:moveTo>
                  <a:pt x="32341" y="3253"/>
                </a:moveTo>
                <a:cubicBezTo>
                  <a:pt x="31946" y="3253"/>
                  <a:pt x="32645" y="2706"/>
                  <a:pt x="32888" y="2858"/>
                </a:cubicBezTo>
                <a:cubicBezTo>
                  <a:pt x="32828" y="3070"/>
                  <a:pt x="32341" y="2918"/>
                  <a:pt x="32341" y="3253"/>
                </a:cubicBezTo>
                <a:close/>
                <a:moveTo>
                  <a:pt x="35654" y="1946"/>
                </a:moveTo>
                <a:cubicBezTo>
                  <a:pt x="35624" y="2128"/>
                  <a:pt x="34894" y="2766"/>
                  <a:pt x="34438" y="2462"/>
                </a:cubicBezTo>
                <a:cubicBezTo>
                  <a:pt x="34256" y="2584"/>
                  <a:pt x="34074" y="2706"/>
                  <a:pt x="33891" y="2797"/>
                </a:cubicBezTo>
                <a:cubicBezTo>
                  <a:pt x="33861" y="2736"/>
                  <a:pt x="33891" y="2736"/>
                  <a:pt x="33952" y="2706"/>
                </a:cubicBezTo>
                <a:cubicBezTo>
                  <a:pt x="33952" y="2614"/>
                  <a:pt x="33891" y="2645"/>
                  <a:pt x="33831" y="2645"/>
                </a:cubicBezTo>
                <a:cubicBezTo>
                  <a:pt x="34013" y="2159"/>
                  <a:pt x="35290" y="2614"/>
                  <a:pt x="35107" y="2007"/>
                </a:cubicBezTo>
                <a:cubicBezTo>
                  <a:pt x="35381" y="1855"/>
                  <a:pt x="35411" y="2037"/>
                  <a:pt x="35654" y="1946"/>
                </a:cubicBezTo>
                <a:close/>
                <a:moveTo>
                  <a:pt x="31642" y="3769"/>
                </a:moveTo>
                <a:cubicBezTo>
                  <a:pt x="31156" y="3921"/>
                  <a:pt x="31277" y="4195"/>
                  <a:pt x="30791" y="4408"/>
                </a:cubicBezTo>
                <a:cubicBezTo>
                  <a:pt x="30609" y="4073"/>
                  <a:pt x="31277" y="3891"/>
                  <a:pt x="31338" y="3648"/>
                </a:cubicBezTo>
                <a:cubicBezTo>
                  <a:pt x="31551" y="3648"/>
                  <a:pt x="32068" y="3648"/>
                  <a:pt x="31855" y="3952"/>
                </a:cubicBezTo>
                <a:cubicBezTo>
                  <a:pt x="31976" y="4165"/>
                  <a:pt x="32098" y="3526"/>
                  <a:pt x="32220" y="3769"/>
                </a:cubicBezTo>
                <a:cubicBezTo>
                  <a:pt x="32341" y="4073"/>
                  <a:pt x="31916" y="4165"/>
                  <a:pt x="31642" y="4225"/>
                </a:cubicBezTo>
                <a:cubicBezTo>
                  <a:pt x="31460" y="4043"/>
                  <a:pt x="31672" y="3921"/>
                  <a:pt x="31642" y="3769"/>
                </a:cubicBezTo>
                <a:close/>
                <a:moveTo>
                  <a:pt x="34438" y="3131"/>
                </a:moveTo>
                <a:cubicBezTo>
                  <a:pt x="33800" y="3283"/>
                  <a:pt x="33557" y="3466"/>
                  <a:pt x="32858" y="3648"/>
                </a:cubicBezTo>
                <a:cubicBezTo>
                  <a:pt x="32797" y="3253"/>
                  <a:pt x="33131" y="3010"/>
                  <a:pt x="33648" y="2797"/>
                </a:cubicBezTo>
                <a:cubicBezTo>
                  <a:pt x="33922" y="3040"/>
                  <a:pt x="33253" y="3010"/>
                  <a:pt x="33344" y="3192"/>
                </a:cubicBezTo>
                <a:cubicBezTo>
                  <a:pt x="33739" y="3344"/>
                  <a:pt x="34135" y="2766"/>
                  <a:pt x="34438" y="3131"/>
                </a:cubicBezTo>
                <a:close/>
                <a:moveTo>
                  <a:pt x="54986" y="6566"/>
                </a:moveTo>
                <a:cubicBezTo>
                  <a:pt x="55047" y="6414"/>
                  <a:pt x="55229" y="6444"/>
                  <a:pt x="55108" y="6353"/>
                </a:cubicBezTo>
                <a:cubicBezTo>
                  <a:pt x="55351" y="6201"/>
                  <a:pt x="55442" y="6627"/>
                  <a:pt x="55320" y="6748"/>
                </a:cubicBezTo>
                <a:close/>
                <a:moveTo>
                  <a:pt x="30244" y="4894"/>
                </a:moveTo>
                <a:cubicBezTo>
                  <a:pt x="30457" y="4712"/>
                  <a:pt x="30761" y="4773"/>
                  <a:pt x="31125" y="4377"/>
                </a:cubicBezTo>
                <a:cubicBezTo>
                  <a:pt x="31217" y="4560"/>
                  <a:pt x="30730" y="4651"/>
                  <a:pt x="30943" y="4864"/>
                </a:cubicBezTo>
                <a:cubicBezTo>
                  <a:pt x="30700" y="4925"/>
                  <a:pt x="30396" y="5198"/>
                  <a:pt x="30244" y="4894"/>
                </a:cubicBezTo>
                <a:close/>
                <a:moveTo>
                  <a:pt x="26536" y="6353"/>
                </a:moveTo>
                <a:cubicBezTo>
                  <a:pt x="26475" y="6140"/>
                  <a:pt x="27204" y="5532"/>
                  <a:pt x="27569" y="5593"/>
                </a:cubicBezTo>
                <a:cubicBezTo>
                  <a:pt x="27812" y="5776"/>
                  <a:pt x="27417" y="5715"/>
                  <a:pt x="27326" y="5776"/>
                </a:cubicBezTo>
                <a:cubicBezTo>
                  <a:pt x="27083" y="5928"/>
                  <a:pt x="26779" y="6292"/>
                  <a:pt x="26536" y="6353"/>
                </a:cubicBezTo>
                <a:close/>
                <a:moveTo>
                  <a:pt x="35502" y="2766"/>
                </a:moveTo>
                <a:cubicBezTo>
                  <a:pt x="36141" y="2554"/>
                  <a:pt x="35442" y="2189"/>
                  <a:pt x="36110" y="2098"/>
                </a:cubicBezTo>
                <a:cubicBezTo>
                  <a:pt x="36110" y="2341"/>
                  <a:pt x="35867" y="2462"/>
                  <a:pt x="35928" y="2706"/>
                </a:cubicBezTo>
                <a:cubicBezTo>
                  <a:pt x="35533" y="2827"/>
                  <a:pt x="35107" y="3162"/>
                  <a:pt x="34894" y="2827"/>
                </a:cubicBezTo>
                <a:cubicBezTo>
                  <a:pt x="35198" y="2827"/>
                  <a:pt x="35685" y="2371"/>
                  <a:pt x="35502" y="2766"/>
                </a:cubicBezTo>
                <a:close/>
                <a:moveTo>
                  <a:pt x="27873" y="5168"/>
                </a:moveTo>
                <a:cubicBezTo>
                  <a:pt x="27964" y="4894"/>
                  <a:pt x="28603" y="4651"/>
                  <a:pt x="28906" y="4377"/>
                </a:cubicBezTo>
                <a:cubicBezTo>
                  <a:pt x="28663" y="4742"/>
                  <a:pt x="28299" y="5016"/>
                  <a:pt x="27873" y="5168"/>
                </a:cubicBezTo>
                <a:close/>
                <a:moveTo>
                  <a:pt x="29210" y="5168"/>
                </a:moveTo>
                <a:cubicBezTo>
                  <a:pt x="29484" y="5168"/>
                  <a:pt x="29423" y="4985"/>
                  <a:pt x="29758" y="4925"/>
                </a:cubicBezTo>
                <a:cubicBezTo>
                  <a:pt x="29818" y="5077"/>
                  <a:pt x="29484" y="5168"/>
                  <a:pt x="29545" y="5350"/>
                </a:cubicBezTo>
                <a:cubicBezTo>
                  <a:pt x="29393" y="5350"/>
                  <a:pt x="29271" y="5289"/>
                  <a:pt x="29210" y="5168"/>
                </a:cubicBezTo>
                <a:close/>
                <a:moveTo>
                  <a:pt x="27265" y="6839"/>
                </a:moveTo>
                <a:cubicBezTo>
                  <a:pt x="27144" y="6657"/>
                  <a:pt x="26992" y="6718"/>
                  <a:pt x="26809" y="6870"/>
                </a:cubicBezTo>
                <a:cubicBezTo>
                  <a:pt x="26748" y="6444"/>
                  <a:pt x="27447" y="6444"/>
                  <a:pt x="27660" y="6049"/>
                </a:cubicBezTo>
                <a:cubicBezTo>
                  <a:pt x="27782" y="6080"/>
                  <a:pt x="27903" y="6262"/>
                  <a:pt x="28086" y="6140"/>
                </a:cubicBezTo>
                <a:cubicBezTo>
                  <a:pt x="28268" y="5928"/>
                  <a:pt x="27903" y="6049"/>
                  <a:pt x="27873" y="5867"/>
                </a:cubicBezTo>
                <a:cubicBezTo>
                  <a:pt x="28025" y="5867"/>
                  <a:pt x="28147" y="5806"/>
                  <a:pt x="28268" y="5715"/>
                </a:cubicBezTo>
                <a:cubicBezTo>
                  <a:pt x="28420" y="5806"/>
                  <a:pt x="28177" y="6110"/>
                  <a:pt x="28451" y="5988"/>
                </a:cubicBezTo>
                <a:cubicBezTo>
                  <a:pt x="28481" y="6110"/>
                  <a:pt x="28207" y="6505"/>
                  <a:pt x="28025" y="6414"/>
                </a:cubicBezTo>
                <a:cubicBezTo>
                  <a:pt x="27873" y="6505"/>
                  <a:pt x="28055" y="6657"/>
                  <a:pt x="27812" y="6779"/>
                </a:cubicBezTo>
                <a:cubicBezTo>
                  <a:pt x="27660" y="6657"/>
                  <a:pt x="27812" y="6566"/>
                  <a:pt x="27934" y="6475"/>
                </a:cubicBezTo>
                <a:cubicBezTo>
                  <a:pt x="27903" y="6353"/>
                  <a:pt x="27782" y="6414"/>
                  <a:pt x="27721" y="6323"/>
                </a:cubicBezTo>
                <a:cubicBezTo>
                  <a:pt x="27508" y="6657"/>
                  <a:pt x="27630" y="6991"/>
                  <a:pt x="27235" y="7295"/>
                </a:cubicBezTo>
                <a:cubicBezTo>
                  <a:pt x="27204" y="6870"/>
                  <a:pt x="27022" y="7265"/>
                  <a:pt x="26870" y="7478"/>
                </a:cubicBezTo>
                <a:cubicBezTo>
                  <a:pt x="26779" y="7356"/>
                  <a:pt x="26870" y="7265"/>
                  <a:pt x="26748" y="7143"/>
                </a:cubicBezTo>
                <a:cubicBezTo>
                  <a:pt x="26931" y="6900"/>
                  <a:pt x="27052" y="7083"/>
                  <a:pt x="27265" y="6839"/>
                </a:cubicBezTo>
                <a:close/>
                <a:moveTo>
                  <a:pt x="29758" y="3678"/>
                </a:moveTo>
                <a:cubicBezTo>
                  <a:pt x="30092" y="3678"/>
                  <a:pt x="30335" y="3314"/>
                  <a:pt x="30730" y="3131"/>
                </a:cubicBezTo>
                <a:cubicBezTo>
                  <a:pt x="30882" y="3040"/>
                  <a:pt x="30973" y="3101"/>
                  <a:pt x="31156" y="3010"/>
                </a:cubicBezTo>
                <a:cubicBezTo>
                  <a:pt x="31338" y="2918"/>
                  <a:pt x="31338" y="2827"/>
                  <a:pt x="31551" y="2736"/>
                </a:cubicBezTo>
                <a:cubicBezTo>
                  <a:pt x="31976" y="2523"/>
                  <a:pt x="32432" y="2341"/>
                  <a:pt x="32888" y="2159"/>
                </a:cubicBezTo>
                <a:cubicBezTo>
                  <a:pt x="33375" y="1976"/>
                  <a:pt x="33922" y="1763"/>
                  <a:pt x="34438" y="1611"/>
                </a:cubicBezTo>
                <a:cubicBezTo>
                  <a:pt x="34530" y="2067"/>
                  <a:pt x="33770" y="1946"/>
                  <a:pt x="33527" y="2067"/>
                </a:cubicBezTo>
                <a:cubicBezTo>
                  <a:pt x="33253" y="2189"/>
                  <a:pt x="33162" y="2462"/>
                  <a:pt x="32828" y="2432"/>
                </a:cubicBezTo>
                <a:cubicBezTo>
                  <a:pt x="32736" y="2493"/>
                  <a:pt x="32797" y="2614"/>
                  <a:pt x="32919" y="2584"/>
                </a:cubicBezTo>
                <a:cubicBezTo>
                  <a:pt x="32888" y="2827"/>
                  <a:pt x="32432" y="2706"/>
                  <a:pt x="32402" y="2523"/>
                </a:cubicBezTo>
                <a:cubicBezTo>
                  <a:pt x="31581" y="2979"/>
                  <a:pt x="30913" y="3162"/>
                  <a:pt x="30426" y="3678"/>
                </a:cubicBezTo>
                <a:cubicBezTo>
                  <a:pt x="30183" y="3678"/>
                  <a:pt x="29910" y="3830"/>
                  <a:pt x="29758" y="3648"/>
                </a:cubicBezTo>
                <a:close/>
                <a:moveTo>
                  <a:pt x="55837" y="6870"/>
                </a:moveTo>
                <a:cubicBezTo>
                  <a:pt x="55715" y="6535"/>
                  <a:pt x="56475" y="6900"/>
                  <a:pt x="56597" y="7113"/>
                </a:cubicBezTo>
                <a:cubicBezTo>
                  <a:pt x="56415" y="7326"/>
                  <a:pt x="55989" y="6657"/>
                  <a:pt x="55837" y="6870"/>
                </a:cubicBezTo>
                <a:close/>
                <a:moveTo>
                  <a:pt x="55746" y="9210"/>
                </a:moveTo>
                <a:cubicBezTo>
                  <a:pt x="55624" y="9089"/>
                  <a:pt x="55533" y="8815"/>
                  <a:pt x="55381" y="8785"/>
                </a:cubicBezTo>
                <a:cubicBezTo>
                  <a:pt x="55503" y="8481"/>
                  <a:pt x="55867" y="9180"/>
                  <a:pt x="55807" y="9150"/>
                </a:cubicBezTo>
                <a:cubicBezTo>
                  <a:pt x="55867" y="9180"/>
                  <a:pt x="56232" y="9301"/>
                  <a:pt x="56475" y="9453"/>
                </a:cubicBezTo>
                <a:cubicBezTo>
                  <a:pt x="56749" y="9605"/>
                  <a:pt x="56871" y="9818"/>
                  <a:pt x="57114" y="9849"/>
                </a:cubicBezTo>
                <a:cubicBezTo>
                  <a:pt x="57053" y="10001"/>
                  <a:pt x="57144" y="10092"/>
                  <a:pt x="57357" y="10213"/>
                </a:cubicBezTo>
                <a:cubicBezTo>
                  <a:pt x="56962" y="10244"/>
                  <a:pt x="56810" y="9757"/>
                  <a:pt x="56445" y="9514"/>
                </a:cubicBezTo>
                <a:cubicBezTo>
                  <a:pt x="56171" y="9362"/>
                  <a:pt x="55928" y="9362"/>
                  <a:pt x="55746" y="9210"/>
                </a:cubicBezTo>
                <a:close/>
                <a:moveTo>
                  <a:pt x="55837" y="7417"/>
                </a:moveTo>
                <a:cubicBezTo>
                  <a:pt x="55776" y="7691"/>
                  <a:pt x="55503" y="7356"/>
                  <a:pt x="55472" y="7691"/>
                </a:cubicBezTo>
                <a:cubicBezTo>
                  <a:pt x="55351" y="7630"/>
                  <a:pt x="55260" y="7508"/>
                  <a:pt x="55290" y="7387"/>
                </a:cubicBezTo>
                <a:cubicBezTo>
                  <a:pt x="55472" y="7417"/>
                  <a:pt x="55563" y="7174"/>
                  <a:pt x="55837" y="7417"/>
                </a:cubicBezTo>
                <a:close/>
                <a:moveTo>
                  <a:pt x="55290" y="7387"/>
                </a:moveTo>
                <a:cubicBezTo>
                  <a:pt x="55077" y="7265"/>
                  <a:pt x="55138" y="7934"/>
                  <a:pt x="54834" y="7630"/>
                </a:cubicBezTo>
                <a:cubicBezTo>
                  <a:pt x="54834" y="7387"/>
                  <a:pt x="55260" y="7447"/>
                  <a:pt x="55047" y="7265"/>
                </a:cubicBezTo>
                <a:cubicBezTo>
                  <a:pt x="55108" y="7113"/>
                  <a:pt x="55412" y="7265"/>
                  <a:pt x="55290" y="7387"/>
                </a:cubicBezTo>
                <a:close/>
                <a:moveTo>
                  <a:pt x="54956" y="8724"/>
                </a:moveTo>
                <a:cubicBezTo>
                  <a:pt x="55199" y="8846"/>
                  <a:pt x="55138" y="9150"/>
                  <a:pt x="55381" y="9089"/>
                </a:cubicBezTo>
                <a:cubicBezTo>
                  <a:pt x="55594" y="9301"/>
                  <a:pt x="54530" y="9028"/>
                  <a:pt x="54956" y="8724"/>
                </a:cubicBezTo>
                <a:close/>
                <a:moveTo>
                  <a:pt x="40791" y="92"/>
                </a:moveTo>
                <a:cubicBezTo>
                  <a:pt x="41278" y="92"/>
                  <a:pt x="41217" y="213"/>
                  <a:pt x="41581" y="122"/>
                </a:cubicBezTo>
                <a:cubicBezTo>
                  <a:pt x="41581" y="608"/>
                  <a:pt x="40913" y="0"/>
                  <a:pt x="41004" y="517"/>
                </a:cubicBezTo>
                <a:cubicBezTo>
                  <a:pt x="40639" y="578"/>
                  <a:pt x="40852" y="244"/>
                  <a:pt x="40791" y="92"/>
                </a:cubicBezTo>
                <a:close/>
                <a:moveTo>
                  <a:pt x="52250" y="2766"/>
                </a:moveTo>
                <a:cubicBezTo>
                  <a:pt x="52858" y="2766"/>
                  <a:pt x="53375" y="3344"/>
                  <a:pt x="53922" y="3557"/>
                </a:cubicBezTo>
                <a:cubicBezTo>
                  <a:pt x="54317" y="3739"/>
                  <a:pt x="54682" y="3618"/>
                  <a:pt x="54895" y="3861"/>
                </a:cubicBezTo>
                <a:cubicBezTo>
                  <a:pt x="54804" y="4104"/>
                  <a:pt x="54500" y="3800"/>
                  <a:pt x="54287" y="3739"/>
                </a:cubicBezTo>
                <a:cubicBezTo>
                  <a:pt x="54074" y="3678"/>
                  <a:pt x="53892" y="3709"/>
                  <a:pt x="53740" y="3648"/>
                </a:cubicBezTo>
                <a:cubicBezTo>
                  <a:pt x="53588" y="3587"/>
                  <a:pt x="53649" y="3496"/>
                  <a:pt x="53588" y="3496"/>
                </a:cubicBezTo>
                <a:cubicBezTo>
                  <a:pt x="53497" y="3435"/>
                  <a:pt x="53162" y="3496"/>
                  <a:pt x="53162" y="3192"/>
                </a:cubicBezTo>
                <a:cubicBezTo>
                  <a:pt x="52828" y="3162"/>
                  <a:pt x="52494" y="3010"/>
                  <a:pt x="52250" y="2766"/>
                </a:cubicBezTo>
                <a:close/>
                <a:moveTo>
                  <a:pt x="56415" y="9028"/>
                </a:moveTo>
                <a:cubicBezTo>
                  <a:pt x="56263" y="9089"/>
                  <a:pt x="56080" y="8967"/>
                  <a:pt x="55928" y="8906"/>
                </a:cubicBezTo>
                <a:cubicBezTo>
                  <a:pt x="56019" y="8663"/>
                  <a:pt x="56354" y="8846"/>
                  <a:pt x="56415" y="9028"/>
                </a:cubicBezTo>
                <a:close/>
                <a:moveTo>
                  <a:pt x="57813" y="8542"/>
                </a:moveTo>
                <a:cubicBezTo>
                  <a:pt x="57904" y="8724"/>
                  <a:pt x="58026" y="8906"/>
                  <a:pt x="58178" y="9058"/>
                </a:cubicBezTo>
                <a:cubicBezTo>
                  <a:pt x="57570" y="9453"/>
                  <a:pt x="57022" y="8694"/>
                  <a:pt x="56475" y="8390"/>
                </a:cubicBezTo>
                <a:cubicBezTo>
                  <a:pt x="56354" y="8329"/>
                  <a:pt x="56323" y="8450"/>
                  <a:pt x="56263" y="8542"/>
                </a:cubicBezTo>
                <a:cubicBezTo>
                  <a:pt x="56202" y="8146"/>
                  <a:pt x="55807" y="8298"/>
                  <a:pt x="55503" y="8146"/>
                </a:cubicBezTo>
                <a:cubicBezTo>
                  <a:pt x="55168" y="8025"/>
                  <a:pt x="55381" y="7843"/>
                  <a:pt x="55199" y="7721"/>
                </a:cubicBezTo>
                <a:cubicBezTo>
                  <a:pt x="55594" y="7691"/>
                  <a:pt x="55746" y="8146"/>
                  <a:pt x="56141" y="8177"/>
                </a:cubicBezTo>
                <a:cubicBezTo>
                  <a:pt x="56354" y="8146"/>
                  <a:pt x="56506" y="7903"/>
                  <a:pt x="56779" y="8055"/>
                </a:cubicBezTo>
                <a:cubicBezTo>
                  <a:pt x="56719" y="8207"/>
                  <a:pt x="56627" y="8146"/>
                  <a:pt x="56567" y="8238"/>
                </a:cubicBezTo>
                <a:cubicBezTo>
                  <a:pt x="57114" y="8420"/>
                  <a:pt x="57448" y="9119"/>
                  <a:pt x="57813" y="8572"/>
                </a:cubicBezTo>
                <a:close/>
                <a:moveTo>
                  <a:pt x="57296" y="6080"/>
                </a:moveTo>
                <a:cubicBezTo>
                  <a:pt x="57570" y="5836"/>
                  <a:pt x="57904" y="6049"/>
                  <a:pt x="58208" y="6353"/>
                </a:cubicBezTo>
                <a:cubicBezTo>
                  <a:pt x="58390" y="6262"/>
                  <a:pt x="59089" y="6535"/>
                  <a:pt x="58816" y="6839"/>
                </a:cubicBezTo>
                <a:cubicBezTo>
                  <a:pt x="58329" y="6566"/>
                  <a:pt x="57570" y="6353"/>
                  <a:pt x="57296" y="6110"/>
                </a:cubicBezTo>
                <a:close/>
                <a:moveTo>
                  <a:pt x="71248" y="58087"/>
                </a:moveTo>
                <a:cubicBezTo>
                  <a:pt x="70913" y="58512"/>
                  <a:pt x="70093" y="58846"/>
                  <a:pt x="69637" y="59181"/>
                </a:cubicBezTo>
                <a:cubicBezTo>
                  <a:pt x="70123" y="58755"/>
                  <a:pt x="70670" y="58390"/>
                  <a:pt x="71248" y="58087"/>
                </a:cubicBezTo>
                <a:close/>
                <a:moveTo>
                  <a:pt x="25350" y="15198"/>
                </a:moveTo>
                <a:cubicBezTo>
                  <a:pt x="25229" y="14985"/>
                  <a:pt x="25533" y="14894"/>
                  <a:pt x="25715" y="14803"/>
                </a:cubicBezTo>
                <a:cubicBezTo>
                  <a:pt x="25836" y="15016"/>
                  <a:pt x="25533" y="15107"/>
                  <a:pt x="25350" y="15198"/>
                </a:cubicBezTo>
                <a:close/>
                <a:moveTo>
                  <a:pt x="25563" y="14469"/>
                </a:moveTo>
                <a:lnTo>
                  <a:pt x="24955" y="15016"/>
                </a:lnTo>
                <a:cubicBezTo>
                  <a:pt x="24773" y="14864"/>
                  <a:pt x="25411" y="14226"/>
                  <a:pt x="25563" y="14469"/>
                </a:cubicBezTo>
                <a:close/>
                <a:moveTo>
                  <a:pt x="26049" y="15168"/>
                </a:moveTo>
                <a:cubicBezTo>
                  <a:pt x="26171" y="15411"/>
                  <a:pt x="25928" y="15411"/>
                  <a:pt x="25745" y="15533"/>
                </a:cubicBezTo>
                <a:cubicBezTo>
                  <a:pt x="25624" y="15350"/>
                  <a:pt x="25867" y="15168"/>
                  <a:pt x="26049" y="15168"/>
                </a:cubicBezTo>
                <a:close/>
                <a:moveTo>
                  <a:pt x="21216" y="18238"/>
                </a:moveTo>
                <a:cubicBezTo>
                  <a:pt x="21308" y="18420"/>
                  <a:pt x="20882" y="18572"/>
                  <a:pt x="20791" y="18755"/>
                </a:cubicBezTo>
                <a:cubicBezTo>
                  <a:pt x="20639" y="18451"/>
                  <a:pt x="21034" y="18451"/>
                  <a:pt x="21216" y="18238"/>
                </a:cubicBezTo>
                <a:close/>
                <a:moveTo>
                  <a:pt x="26657" y="15593"/>
                </a:moveTo>
                <a:cubicBezTo>
                  <a:pt x="27052" y="15077"/>
                  <a:pt x="27417" y="15016"/>
                  <a:pt x="27751" y="14651"/>
                </a:cubicBezTo>
                <a:cubicBezTo>
                  <a:pt x="27843" y="14985"/>
                  <a:pt x="28055" y="14408"/>
                  <a:pt x="28177" y="14742"/>
                </a:cubicBezTo>
                <a:cubicBezTo>
                  <a:pt x="27873" y="14834"/>
                  <a:pt x="27721" y="15077"/>
                  <a:pt x="27508" y="15198"/>
                </a:cubicBezTo>
                <a:cubicBezTo>
                  <a:pt x="27478" y="15198"/>
                  <a:pt x="27417" y="15077"/>
                  <a:pt x="27387" y="15077"/>
                </a:cubicBezTo>
                <a:cubicBezTo>
                  <a:pt x="27295" y="15077"/>
                  <a:pt x="27174" y="15320"/>
                  <a:pt x="27052" y="15350"/>
                </a:cubicBezTo>
                <a:cubicBezTo>
                  <a:pt x="26992" y="15502"/>
                  <a:pt x="27144" y="15441"/>
                  <a:pt x="27204" y="15654"/>
                </a:cubicBezTo>
                <a:cubicBezTo>
                  <a:pt x="26870" y="15593"/>
                  <a:pt x="26840" y="15989"/>
                  <a:pt x="26475" y="16080"/>
                </a:cubicBezTo>
                <a:cubicBezTo>
                  <a:pt x="26414" y="16141"/>
                  <a:pt x="26475" y="16171"/>
                  <a:pt x="26536" y="16141"/>
                </a:cubicBezTo>
                <a:cubicBezTo>
                  <a:pt x="26627" y="16384"/>
                  <a:pt x="26292" y="16232"/>
                  <a:pt x="26201" y="16323"/>
                </a:cubicBezTo>
                <a:cubicBezTo>
                  <a:pt x="26049" y="16201"/>
                  <a:pt x="26475" y="15806"/>
                  <a:pt x="26201" y="15897"/>
                </a:cubicBezTo>
                <a:cubicBezTo>
                  <a:pt x="26201" y="15624"/>
                  <a:pt x="26627" y="15685"/>
                  <a:pt x="26627" y="15958"/>
                </a:cubicBezTo>
                <a:cubicBezTo>
                  <a:pt x="26627" y="15837"/>
                  <a:pt x="26840" y="15745"/>
                  <a:pt x="26657" y="15593"/>
                </a:cubicBezTo>
                <a:close/>
                <a:moveTo>
                  <a:pt x="26931" y="13071"/>
                </a:moveTo>
                <a:cubicBezTo>
                  <a:pt x="27052" y="13344"/>
                  <a:pt x="26475" y="13618"/>
                  <a:pt x="26262" y="13830"/>
                </a:cubicBezTo>
                <a:cubicBezTo>
                  <a:pt x="26171" y="13496"/>
                  <a:pt x="26779" y="13496"/>
                  <a:pt x="26931" y="13101"/>
                </a:cubicBezTo>
                <a:close/>
                <a:moveTo>
                  <a:pt x="20852" y="20092"/>
                </a:moveTo>
                <a:cubicBezTo>
                  <a:pt x="20730" y="19940"/>
                  <a:pt x="20578" y="20001"/>
                  <a:pt x="20426" y="20062"/>
                </a:cubicBezTo>
                <a:cubicBezTo>
                  <a:pt x="20396" y="20153"/>
                  <a:pt x="20396" y="20244"/>
                  <a:pt x="20426" y="20366"/>
                </a:cubicBezTo>
                <a:cubicBezTo>
                  <a:pt x="20244" y="20487"/>
                  <a:pt x="20092" y="20487"/>
                  <a:pt x="19879" y="20730"/>
                </a:cubicBezTo>
                <a:cubicBezTo>
                  <a:pt x="19909" y="20426"/>
                  <a:pt x="19757" y="20517"/>
                  <a:pt x="19818" y="20244"/>
                </a:cubicBezTo>
                <a:cubicBezTo>
                  <a:pt x="20183" y="20092"/>
                  <a:pt x="19879" y="20335"/>
                  <a:pt x="20061" y="20487"/>
                </a:cubicBezTo>
                <a:cubicBezTo>
                  <a:pt x="20274" y="20244"/>
                  <a:pt x="20061" y="20001"/>
                  <a:pt x="20517" y="19727"/>
                </a:cubicBezTo>
                <a:cubicBezTo>
                  <a:pt x="20791" y="20092"/>
                  <a:pt x="20791" y="19788"/>
                  <a:pt x="21095" y="19545"/>
                </a:cubicBezTo>
                <a:cubicBezTo>
                  <a:pt x="21338" y="19788"/>
                  <a:pt x="21095" y="20062"/>
                  <a:pt x="20821" y="20335"/>
                </a:cubicBezTo>
                <a:cubicBezTo>
                  <a:pt x="20700" y="20305"/>
                  <a:pt x="20791" y="20214"/>
                  <a:pt x="20852" y="20122"/>
                </a:cubicBezTo>
                <a:close/>
                <a:moveTo>
                  <a:pt x="27508" y="14226"/>
                </a:moveTo>
                <a:cubicBezTo>
                  <a:pt x="27478" y="14013"/>
                  <a:pt x="27934" y="13982"/>
                  <a:pt x="28116" y="13678"/>
                </a:cubicBezTo>
                <a:cubicBezTo>
                  <a:pt x="28268" y="13922"/>
                  <a:pt x="27721" y="14104"/>
                  <a:pt x="27508" y="14226"/>
                </a:cubicBezTo>
                <a:close/>
                <a:moveTo>
                  <a:pt x="27539" y="15685"/>
                </a:moveTo>
                <a:cubicBezTo>
                  <a:pt x="27660" y="15806"/>
                  <a:pt x="27326" y="15897"/>
                  <a:pt x="27265" y="16019"/>
                </a:cubicBezTo>
                <a:cubicBezTo>
                  <a:pt x="27083" y="15776"/>
                  <a:pt x="27356" y="15685"/>
                  <a:pt x="27569" y="15685"/>
                </a:cubicBezTo>
                <a:close/>
                <a:moveTo>
                  <a:pt x="19605" y="21429"/>
                </a:moveTo>
                <a:cubicBezTo>
                  <a:pt x="19545" y="21612"/>
                  <a:pt x="19605" y="21825"/>
                  <a:pt x="19332" y="22007"/>
                </a:cubicBezTo>
                <a:cubicBezTo>
                  <a:pt x="19180" y="21825"/>
                  <a:pt x="19484" y="21642"/>
                  <a:pt x="19636" y="21460"/>
                </a:cubicBezTo>
                <a:close/>
                <a:moveTo>
                  <a:pt x="17538" y="23132"/>
                </a:moveTo>
                <a:cubicBezTo>
                  <a:pt x="17630" y="23132"/>
                  <a:pt x="17721" y="23071"/>
                  <a:pt x="17812" y="23010"/>
                </a:cubicBezTo>
                <a:cubicBezTo>
                  <a:pt x="17751" y="23192"/>
                  <a:pt x="17812" y="23405"/>
                  <a:pt x="17508" y="23587"/>
                </a:cubicBezTo>
                <a:cubicBezTo>
                  <a:pt x="17478" y="23466"/>
                  <a:pt x="17630" y="23314"/>
                  <a:pt x="17538" y="23162"/>
                </a:cubicBezTo>
                <a:close/>
                <a:moveTo>
                  <a:pt x="27204" y="12858"/>
                </a:moveTo>
                <a:cubicBezTo>
                  <a:pt x="28177" y="12098"/>
                  <a:pt x="28420" y="11855"/>
                  <a:pt x="29423" y="11156"/>
                </a:cubicBezTo>
                <a:cubicBezTo>
                  <a:pt x="29727" y="11095"/>
                  <a:pt x="29210" y="11429"/>
                  <a:pt x="29058" y="11551"/>
                </a:cubicBezTo>
                <a:cubicBezTo>
                  <a:pt x="28542" y="11976"/>
                  <a:pt x="27691" y="12584"/>
                  <a:pt x="27144" y="13071"/>
                </a:cubicBezTo>
                <a:cubicBezTo>
                  <a:pt x="27052" y="13010"/>
                  <a:pt x="27113" y="12949"/>
                  <a:pt x="27204" y="12858"/>
                </a:cubicBezTo>
                <a:close/>
                <a:moveTo>
                  <a:pt x="14590" y="25867"/>
                </a:moveTo>
                <a:cubicBezTo>
                  <a:pt x="14317" y="26110"/>
                  <a:pt x="14195" y="25928"/>
                  <a:pt x="14134" y="25715"/>
                </a:cubicBezTo>
                <a:cubicBezTo>
                  <a:pt x="14347" y="25533"/>
                  <a:pt x="14468" y="25806"/>
                  <a:pt x="14620" y="25867"/>
                </a:cubicBezTo>
                <a:close/>
                <a:moveTo>
                  <a:pt x="12432" y="28998"/>
                </a:moveTo>
                <a:cubicBezTo>
                  <a:pt x="12310" y="29150"/>
                  <a:pt x="12219" y="29180"/>
                  <a:pt x="12067" y="29028"/>
                </a:cubicBezTo>
                <a:cubicBezTo>
                  <a:pt x="12189" y="28876"/>
                  <a:pt x="12310" y="28846"/>
                  <a:pt x="12462" y="28998"/>
                </a:cubicBezTo>
                <a:close/>
                <a:moveTo>
                  <a:pt x="14712" y="26901"/>
                </a:moveTo>
                <a:cubicBezTo>
                  <a:pt x="14347" y="27357"/>
                  <a:pt x="13891" y="27691"/>
                  <a:pt x="13344" y="27904"/>
                </a:cubicBezTo>
                <a:cubicBezTo>
                  <a:pt x="13131" y="28056"/>
                  <a:pt x="13374" y="28238"/>
                  <a:pt x="13101" y="28360"/>
                </a:cubicBezTo>
                <a:cubicBezTo>
                  <a:pt x="13070" y="28299"/>
                  <a:pt x="13101" y="28238"/>
                  <a:pt x="13070" y="28177"/>
                </a:cubicBezTo>
                <a:cubicBezTo>
                  <a:pt x="12675" y="28390"/>
                  <a:pt x="12706" y="28633"/>
                  <a:pt x="12584" y="28846"/>
                </a:cubicBezTo>
                <a:cubicBezTo>
                  <a:pt x="12341" y="28481"/>
                  <a:pt x="12158" y="28694"/>
                  <a:pt x="11976" y="28755"/>
                </a:cubicBezTo>
                <a:cubicBezTo>
                  <a:pt x="11794" y="28360"/>
                  <a:pt x="12432" y="28268"/>
                  <a:pt x="12675" y="28299"/>
                </a:cubicBezTo>
                <a:cubicBezTo>
                  <a:pt x="12493" y="28056"/>
                  <a:pt x="12523" y="27569"/>
                  <a:pt x="12797" y="27508"/>
                </a:cubicBezTo>
                <a:cubicBezTo>
                  <a:pt x="12979" y="27660"/>
                  <a:pt x="12614" y="27782"/>
                  <a:pt x="12736" y="27904"/>
                </a:cubicBezTo>
                <a:cubicBezTo>
                  <a:pt x="12949" y="28056"/>
                  <a:pt x="12888" y="27691"/>
                  <a:pt x="12918" y="27630"/>
                </a:cubicBezTo>
                <a:cubicBezTo>
                  <a:pt x="13040" y="27630"/>
                  <a:pt x="13131" y="27296"/>
                  <a:pt x="13283" y="27296"/>
                </a:cubicBezTo>
                <a:cubicBezTo>
                  <a:pt x="13283" y="27296"/>
                  <a:pt x="13405" y="27448"/>
                  <a:pt x="13405" y="27448"/>
                </a:cubicBezTo>
                <a:cubicBezTo>
                  <a:pt x="13496" y="27357"/>
                  <a:pt x="13465" y="27205"/>
                  <a:pt x="13557" y="27083"/>
                </a:cubicBezTo>
                <a:cubicBezTo>
                  <a:pt x="13648" y="26992"/>
                  <a:pt x="13709" y="27083"/>
                  <a:pt x="13739" y="27053"/>
                </a:cubicBezTo>
                <a:cubicBezTo>
                  <a:pt x="13769" y="26992"/>
                  <a:pt x="13800" y="26749"/>
                  <a:pt x="14073" y="26779"/>
                </a:cubicBezTo>
                <a:cubicBezTo>
                  <a:pt x="14134" y="26779"/>
                  <a:pt x="14195" y="26718"/>
                  <a:pt x="14256" y="26718"/>
                </a:cubicBezTo>
                <a:cubicBezTo>
                  <a:pt x="14438" y="26779"/>
                  <a:pt x="14408" y="27205"/>
                  <a:pt x="14742" y="26931"/>
                </a:cubicBezTo>
                <a:close/>
                <a:moveTo>
                  <a:pt x="14286" y="26931"/>
                </a:moveTo>
                <a:cubicBezTo>
                  <a:pt x="14013" y="27235"/>
                  <a:pt x="13465" y="27022"/>
                  <a:pt x="13861" y="27478"/>
                </a:cubicBezTo>
                <a:cubicBezTo>
                  <a:pt x="14073" y="27326"/>
                  <a:pt x="14468" y="27174"/>
                  <a:pt x="14317" y="26961"/>
                </a:cubicBezTo>
                <a:close/>
                <a:moveTo>
                  <a:pt x="19058" y="20244"/>
                </a:moveTo>
                <a:cubicBezTo>
                  <a:pt x="18906" y="20001"/>
                  <a:pt x="19332" y="19879"/>
                  <a:pt x="19514" y="19758"/>
                </a:cubicBezTo>
                <a:cubicBezTo>
                  <a:pt x="19636" y="19940"/>
                  <a:pt x="19210" y="20092"/>
                  <a:pt x="19089" y="20274"/>
                </a:cubicBezTo>
                <a:close/>
                <a:moveTo>
                  <a:pt x="19180" y="20700"/>
                </a:moveTo>
                <a:cubicBezTo>
                  <a:pt x="19210" y="20426"/>
                  <a:pt x="19757" y="20153"/>
                  <a:pt x="19970" y="19879"/>
                </a:cubicBezTo>
                <a:cubicBezTo>
                  <a:pt x="20001" y="20153"/>
                  <a:pt x="19453" y="20426"/>
                  <a:pt x="19210" y="20700"/>
                </a:cubicBezTo>
                <a:close/>
                <a:moveTo>
                  <a:pt x="9696" y="28481"/>
                </a:moveTo>
                <a:cubicBezTo>
                  <a:pt x="9818" y="28755"/>
                  <a:pt x="9544" y="28755"/>
                  <a:pt x="9423" y="28998"/>
                </a:cubicBezTo>
                <a:cubicBezTo>
                  <a:pt x="9240" y="29089"/>
                  <a:pt x="9636" y="28633"/>
                  <a:pt x="9727" y="28481"/>
                </a:cubicBezTo>
                <a:close/>
                <a:moveTo>
                  <a:pt x="11581" y="26505"/>
                </a:moveTo>
                <a:cubicBezTo>
                  <a:pt x="11459" y="26809"/>
                  <a:pt x="11095" y="27053"/>
                  <a:pt x="10791" y="27357"/>
                </a:cubicBezTo>
                <a:cubicBezTo>
                  <a:pt x="10487" y="27691"/>
                  <a:pt x="9696" y="28542"/>
                  <a:pt x="10092" y="27995"/>
                </a:cubicBezTo>
                <a:cubicBezTo>
                  <a:pt x="10547" y="27478"/>
                  <a:pt x="11064" y="26992"/>
                  <a:pt x="11611" y="26536"/>
                </a:cubicBezTo>
                <a:close/>
                <a:moveTo>
                  <a:pt x="8815" y="53831"/>
                </a:moveTo>
                <a:cubicBezTo>
                  <a:pt x="8633" y="54257"/>
                  <a:pt x="8420" y="53193"/>
                  <a:pt x="8116" y="53010"/>
                </a:cubicBezTo>
                <a:cubicBezTo>
                  <a:pt x="8389" y="53071"/>
                  <a:pt x="8693" y="53314"/>
                  <a:pt x="8572" y="53618"/>
                </a:cubicBezTo>
                <a:cubicBezTo>
                  <a:pt x="8663" y="53770"/>
                  <a:pt x="8724" y="53892"/>
                  <a:pt x="8815" y="53862"/>
                </a:cubicBezTo>
                <a:close/>
                <a:moveTo>
                  <a:pt x="9423" y="55199"/>
                </a:moveTo>
                <a:cubicBezTo>
                  <a:pt x="9240" y="54834"/>
                  <a:pt x="9028" y="54500"/>
                  <a:pt x="8815" y="54165"/>
                </a:cubicBezTo>
                <a:cubicBezTo>
                  <a:pt x="9119" y="54317"/>
                  <a:pt x="9696" y="54956"/>
                  <a:pt x="9453" y="55199"/>
                </a:cubicBezTo>
                <a:close/>
                <a:moveTo>
                  <a:pt x="9301" y="56141"/>
                </a:moveTo>
                <a:cubicBezTo>
                  <a:pt x="9453" y="56354"/>
                  <a:pt x="9088" y="56354"/>
                  <a:pt x="9028" y="56354"/>
                </a:cubicBezTo>
                <a:cubicBezTo>
                  <a:pt x="8876" y="56141"/>
                  <a:pt x="8967" y="56020"/>
                  <a:pt x="8876" y="55837"/>
                </a:cubicBezTo>
                <a:cubicBezTo>
                  <a:pt x="9119" y="55776"/>
                  <a:pt x="9028" y="56354"/>
                  <a:pt x="9332" y="56172"/>
                </a:cubicBezTo>
                <a:close/>
                <a:moveTo>
                  <a:pt x="30031" y="10791"/>
                </a:moveTo>
                <a:cubicBezTo>
                  <a:pt x="30305" y="10426"/>
                  <a:pt x="30700" y="10153"/>
                  <a:pt x="31125" y="10031"/>
                </a:cubicBezTo>
                <a:cubicBezTo>
                  <a:pt x="30913" y="10457"/>
                  <a:pt x="30274" y="10639"/>
                  <a:pt x="30061" y="10821"/>
                </a:cubicBezTo>
                <a:close/>
                <a:moveTo>
                  <a:pt x="11763" y="28633"/>
                </a:moveTo>
                <a:cubicBezTo>
                  <a:pt x="12250" y="29180"/>
                  <a:pt x="11885" y="29545"/>
                  <a:pt x="11429" y="29636"/>
                </a:cubicBezTo>
                <a:cubicBezTo>
                  <a:pt x="11399" y="29727"/>
                  <a:pt x="11551" y="29727"/>
                  <a:pt x="11581" y="29697"/>
                </a:cubicBezTo>
                <a:cubicBezTo>
                  <a:pt x="11702" y="29971"/>
                  <a:pt x="11277" y="29910"/>
                  <a:pt x="11186" y="29971"/>
                </a:cubicBezTo>
                <a:cubicBezTo>
                  <a:pt x="11155" y="30031"/>
                  <a:pt x="11247" y="30062"/>
                  <a:pt x="11247" y="30031"/>
                </a:cubicBezTo>
                <a:cubicBezTo>
                  <a:pt x="11247" y="30214"/>
                  <a:pt x="11125" y="30366"/>
                  <a:pt x="10882" y="30457"/>
                </a:cubicBezTo>
                <a:cubicBezTo>
                  <a:pt x="10973" y="30609"/>
                  <a:pt x="10760" y="30852"/>
                  <a:pt x="11064" y="30913"/>
                </a:cubicBezTo>
                <a:cubicBezTo>
                  <a:pt x="10730" y="31065"/>
                  <a:pt x="10699" y="31399"/>
                  <a:pt x="10578" y="31733"/>
                </a:cubicBezTo>
                <a:cubicBezTo>
                  <a:pt x="10426" y="31855"/>
                  <a:pt x="10152" y="31733"/>
                  <a:pt x="10061" y="32007"/>
                </a:cubicBezTo>
                <a:cubicBezTo>
                  <a:pt x="10152" y="32220"/>
                  <a:pt x="10335" y="31673"/>
                  <a:pt x="10578" y="32037"/>
                </a:cubicBezTo>
                <a:cubicBezTo>
                  <a:pt x="10547" y="32189"/>
                  <a:pt x="10487" y="32250"/>
                  <a:pt x="10335" y="32189"/>
                </a:cubicBezTo>
                <a:cubicBezTo>
                  <a:pt x="10213" y="32645"/>
                  <a:pt x="9879" y="33223"/>
                  <a:pt x="10000" y="33648"/>
                </a:cubicBezTo>
                <a:cubicBezTo>
                  <a:pt x="9970" y="33800"/>
                  <a:pt x="9879" y="33861"/>
                  <a:pt x="9727" y="33800"/>
                </a:cubicBezTo>
                <a:cubicBezTo>
                  <a:pt x="10000" y="33983"/>
                  <a:pt x="9879" y="34378"/>
                  <a:pt x="9696" y="34712"/>
                </a:cubicBezTo>
                <a:cubicBezTo>
                  <a:pt x="9879" y="34834"/>
                  <a:pt x="9788" y="35138"/>
                  <a:pt x="9848" y="35351"/>
                </a:cubicBezTo>
                <a:cubicBezTo>
                  <a:pt x="9666" y="35351"/>
                  <a:pt x="9727" y="35229"/>
                  <a:pt x="9727" y="35107"/>
                </a:cubicBezTo>
                <a:cubicBezTo>
                  <a:pt x="9453" y="35259"/>
                  <a:pt x="9757" y="35594"/>
                  <a:pt x="9544" y="35776"/>
                </a:cubicBezTo>
                <a:cubicBezTo>
                  <a:pt x="9544" y="35867"/>
                  <a:pt x="9636" y="35837"/>
                  <a:pt x="9636" y="35776"/>
                </a:cubicBezTo>
                <a:cubicBezTo>
                  <a:pt x="9940" y="35898"/>
                  <a:pt x="9544" y="35898"/>
                  <a:pt x="9514" y="35989"/>
                </a:cubicBezTo>
                <a:cubicBezTo>
                  <a:pt x="9514" y="35989"/>
                  <a:pt x="9484" y="36323"/>
                  <a:pt x="9484" y="36384"/>
                </a:cubicBezTo>
                <a:cubicBezTo>
                  <a:pt x="9453" y="36506"/>
                  <a:pt x="9484" y="36627"/>
                  <a:pt x="9453" y="36749"/>
                </a:cubicBezTo>
                <a:cubicBezTo>
                  <a:pt x="9453" y="36870"/>
                  <a:pt x="9301" y="36962"/>
                  <a:pt x="9301" y="36962"/>
                </a:cubicBezTo>
                <a:cubicBezTo>
                  <a:pt x="9301" y="37053"/>
                  <a:pt x="9484" y="37174"/>
                  <a:pt x="9514" y="37296"/>
                </a:cubicBezTo>
                <a:cubicBezTo>
                  <a:pt x="9544" y="37417"/>
                  <a:pt x="9423" y="37448"/>
                  <a:pt x="9423" y="37539"/>
                </a:cubicBezTo>
                <a:cubicBezTo>
                  <a:pt x="9423" y="37630"/>
                  <a:pt x="9514" y="37600"/>
                  <a:pt x="9514" y="37691"/>
                </a:cubicBezTo>
                <a:cubicBezTo>
                  <a:pt x="9453" y="37995"/>
                  <a:pt x="9301" y="38208"/>
                  <a:pt x="9423" y="38390"/>
                </a:cubicBezTo>
                <a:cubicBezTo>
                  <a:pt x="9423" y="38421"/>
                  <a:pt x="9514" y="38269"/>
                  <a:pt x="9514" y="38208"/>
                </a:cubicBezTo>
                <a:cubicBezTo>
                  <a:pt x="9636" y="38542"/>
                  <a:pt x="9453" y="38937"/>
                  <a:pt x="9453" y="39272"/>
                </a:cubicBezTo>
                <a:cubicBezTo>
                  <a:pt x="9453" y="39393"/>
                  <a:pt x="9544" y="39515"/>
                  <a:pt x="9544" y="39636"/>
                </a:cubicBezTo>
                <a:cubicBezTo>
                  <a:pt x="9484" y="39758"/>
                  <a:pt x="9484" y="39849"/>
                  <a:pt x="9484" y="39971"/>
                </a:cubicBezTo>
                <a:cubicBezTo>
                  <a:pt x="9514" y="40092"/>
                  <a:pt x="9605" y="39971"/>
                  <a:pt x="9666" y="40032"/>
                </a:cubicBezTo>
                <a:cubicBezTo>
                  <a:pt x="9757" y="40183"/>
                  <a:pt x="9636" y="40457"/>
                  <a:pt x="9727" y="40579"/>
                </a:cubicBezTo>
                <a:cubicBezTo>
                  <a:pt x="9575" y="40579"/>
                  <a:pt x="9514" y="40487"/>
                  <a:pt x="9514" y="40305"/>
                </a:cubicBezTo>
                <a:cubicBezTo>
                  <a:pt x="9423" y="40609"/>
                  <a:pt x="9210" y="40214"/>
                  <a:pt x="9058" y="40427"/>
                </a:cubicBezTo>
                <a:cubicBezTo>
                  <a:pt x="9058" y="40487"/>
                  <a:pt x="9149" y="40487"/>
                  <a:pt x="9149" y="40579"/>
                </a:cubicBezTo>
                <a:cubicBezTo>
                  <a:pt x="9210" y="40822"/>
                  <a:pt x="9301" y="40487"/>
                  <a:pt x="9484" y="40548"/>
                </a:cubicBezTo>
                <a:cubicBezTo>
                  <a:pt x="9636" y="40609"/>
                  <a:pt x="9484" y="40731"/>
                  <a:pt x="9514" y="40852"/>
                </a:cubicBezTo>
                <a:cubicBezTo>
                  <a:pt x="9514" y="40883"/>
                  <a:pt x="9696" y="41065"/>
                  <a:pt x="9696" y="41065"/>
                </a:cubicBezTo>
                <a:cubicBezTo>
                  <a:pt x="9696" y="41095"/>
                  <a:pt x="9484" y="41460"/>
                  <a:pt x="9818" y="41369"/>
                </a:cubicBezTo>
                <a:cubicBezTo>
                  <a:pt x="9879" y="41551"/>
                  <a:pt x="9666" y="41521"/>
                  <a:pt x="9666" y="41642"/>
                </a:cubicBezTo>
                <a:cubicBezTo>
                  <a:pt x="9696" y="41764"/>
                  <a:pt x="9757" y="41794"/>
                  <a:pt x="9879" y="41794"/>
                </a:cubicBezTo>
                <a:cubicBezTo>
                  <a:pt x="9727" y="42098"/>
                  <a:pt x="9788" y="42463"/>
                  <a:pt x="10031" y="42737"/>
                </a:cubicBezTo>
                <a:cubicBezTo>
                  <a:pt x="9940" y="42949"/>
                  <a:pt x="9909" y="43193"/>
                  <a:pt x="9909" y="43405"/>
                </a:cubicBezTo>
                <a:cubicBezTo>
                  <a:pt x="10061" y="43405"/>
                  <a:pt x="10031" y="43314"/>
                  <a:pt x="10031" y="43223"/>
                </a:cubicBezTo>
                <a:cubicBezTo>
                  <a:pt x="10183" y="43345"/>
                  <a:pt x="10092" y="43527"/>
                  <a:pt x="10243" y="43740"/>
                </a:cubicBezTo>
                <a:cubicBezTo>
                  <a:pt x="10304" y="43892"/>
                  <a:pt x="10547" y="43740"/>
                  <a:pt x="10608" y="43831"/>
                </a:cubicBezTo>
                <a:cubicBezTo>
                  <a:pt x="10547" y="44105"/>
                  <a:pt x="10882" y="44105"/>
                  <a:pt x="10973" y="44226"/>
                </a:cubicBezTo>
                <a:cubicBezTo>
                  <a:pt x="11034" y="44348"/>
                  <a:pt x="11003" y="44500"/>
                  <a:pt x="11064" y="44621"/>
                </a:cubicBezTo>
                <a:cubicBezTo>
                  <a:pt x="11338" y="45108"/>
                  <a:pt x="11551" y="46171"/>
                  <a:pt x="11854" y="46992"/>
                </a:cubicBezTo>
                <a:cubicBezTo>
                  <a:pt x="11915" y="47144"/>
                  <a:pt x="12219" y="47296"/>
                  <a:pt x="11976" y="47539"/>
                </a:cubicBezTo>
                <a:cubicBezTo>
                  <a:pt x="12006" y="47722"/>
                  <a:pt x="12158" y="47570"/>
                  <a:pt x="12219" y="47691"/>
                </a:cubicBezTo>
                <a:cubicBezTo>
                  <a:pt x="12493" y="48542"/>
                  <a:pt x="12949" y="48998"/>
                  <a:pt x="12979" y="49697"/>
                </a:cubicBezTo>
                <a:cubicBezTo>
                  <a:pt x="12645" y="49545"/>
                  <a:pt x="12797" y="49089"/>
                  <a:pt x="12493" y="48907"/>
                </a:cubicBezTo>
                <a:cubicBezTo>
                  <a:pt x="12189" y="48937"/>
                  <a:pt x="12462" y="49241"/>
                  <a:pt x="12554" y="49393"/>
                </a:cubicBezTo>
                <a:cubicBezTo>
                  <a:pt x="12584" y="49485"/>
                  <a:pt x="12584" y="49576"/>
                  <a:pt x="12584" y="49637"/>
                </a:cubicBezTo>
                <a:cubicBezTo>
                  <a:pt x="12675" y="49819"/>
                  <a:pt x="12858" y="49789"/>
                  <a:pt x="12888" y="49910"/>
                </a:cubicBezTo>
                <a:cubicBezTo>
                  <a:pt x="12949" y="50336"/>
                  <a:pt x="13192" y="50822"/>
                  <a:pt x="13557" y="50852"/>
                </a:cubicBezTo>
                <a:cubicBezTo>
                  <a:pt x="13800" y="51521"/>
                  <a:pt x="14347" y="51734"/>
                  <a:pt x="14347" y="52281"/>
                </a:cubicBezTo>
                <a:cubicBezTo>
                  <a:pt x="14833" y="52494"/>
                  <a:pt x="15198" y="53132"/>
                  <a:pt x="15472" y="53618"/>
                </a:cubicBezTo>
                <a:cubicBezTo>
                  <a:pt x="15806" y="53497"/>
                  <a:pt x="16019" y="53983"/>
                  <a:pt x="16383" y="54348"/>
                </a:cubicBezTo>
                <a:cubicBezTo>
                  <a:pt x="16627" y="54591"/>
                  <a:pt x="17083" y="54652"/>
                  <a:pt x="17326" y="54865"/>
                </a:cubicBezTo>
                <a:cubicBezTo>
                  <a:pt x="17721" y="55108"/>
                  <a:pt x="18086" y="55412"/>
                  <a:pt x="18390" y="55624"/>
                </a:cubicBezTo>
                <a:cubicBezTo>
                  <a:pt x="18724" y="55837"/>
                  <a:pt x="19028" y="56172"/>
                  <a:pt x="19423" y="56080"/>
                </a:cubicBezTo>
                <a:cubicBezTo>
                  <a:pt x="19484" y="56384"/>
                  <a:pt x="19727" y="56232"/>
                  <a:pt x="19940" y="56354"/>
                </a:cubicBezTo>
                <a:cubicBezTo>
                  <a:pt x="20061" y="56415"/>
                  <a:pt x="20031" y="56476"/>
                  <a:pt x="20092" y="56536"/>
                </a:cubicBezTo>
                <a:cubicBezTo>
                  <a:pt x="20487" y="56719"/>
                  <a:pt x="21034" y="56749"/>
                  <a:pt x="21520" y="56931"/>
                </a:cubicBezTo>
                <a:cubicBezTo>
                  <a:pt x="21763" y="56992"/>
                  <a:pt x="21946" y="57235"/>
                  <a:pt x="22189" y="57266"/>
                </a:cubicBezTo>
                <a:cubicBezTo>
                  <a:pt x="22341" y="57327"/>
                  <a:pt x="22523" y="57235"/>
                  <a:pt x="22706" y="57235"/>
                </a:cubicBezTo>
                <a:cubicBezTo>
                  <a:pt x="22858" y="57266"/>
                  <a:pt x="23010" y="57448"/>
                  <a:pt x="23192" y="57479"/>
                </a:cubicBezTo>
                <a:cubicBezTo>
                  <a:pt x="23466" y="57539"/>
                  <a:pt x="23770" y="57418"/>
                  <a:pt x="23952" y="57631"/>
                </a:cubicBezTo>
                <a:cubicBezTo>
                  <a:pt x="24043" y="57631"/>
                  <a:pt x="24043" y="57539"/>
                  <a:pt x="24074" y="57479"/>
                </a:cubicBezTo>
                <a:cubicBezTo>
                  <a:pt x="24256" y="57631"/>
                  <a:pt x="24469" y="57691"/>
                  <a:pt x="24681" y="57722"/>
                </a:cubicBezTo>
                <a:cubicBezTo>
                  <a:pt x="24864" y="57935"/>
                  <a:pt x="24955" y="58269"/>
                  <a:pt x="25472" y="58299"/>
                </a:cubicBezTo>
                <a:cubicBezTo>
                  <a:pt x="25563" y="58573"/>
                  <a:pt x="25046" y="58603"/>
                  <a:pt x="25046" y="59059"/>
                </a:cubicBezTo>
                <a:cubicBezTo>
                  <a:pt x="25107" y="59302"/>
                  <a:pt x="25472" y="59150"/>
                  <a:pt x="25624" y="59181"/>
                </a:cubicBezTo>
                <a:cubicBezTo>
                  <a:pt x="25776" y="59120"/>
                  <a:pt x="25624" y="59059"/>
                  <a:pt x="25776" y="58877"/>
                </a:cubicBezTo>
                <a:cubicBezTo>
                  <a:pt x="26080" y="58877"/>
                  <a:pt x="25897" y="59211"/>
                  <a:pt x="26110" y="59272"/>
                </a:cubicBezTo>
                <a:cubicBezTo>
                  <a:pt x="26414" y="59424"/>
                  <a:pt x="26384" y="59090"/>
                  <a:pt x="26657" y="59181"/>
                </a:cubicBezTo>
                <a:cubicBezTo>
                  <a:pt x="26627" y="59333"/>
                  <a:pt x="26718" y="59363"/>
                  <a:pt x="26688" y="59515"/>
                </a:cubicBezTo>
                <a:cubicBezTo>
                  <a:pt x="26961" y="59606"/>
                  <a:pt x="27022" y="59424"/>
                  <a:pt x="27295" y="59515"/>
                </a:cubicBezTo>
                <a:cubicBezTo>
                  <a:pt x="27295" y="59667"/>
                  <a:pt x="27204" y="59637"/>
                  <a:pt x="27174" y="59758"/>
                </a:cubicBezTo>
                <a:cubicBezTo>
                  <a:pt x="27508" y="59758"/>
                  <a:pt x="27782" y="59667"/>
                  <a:pt x="27934" y="59941"/>
                </a:cubicBezTo>
                <a:cubicBezTo>
                  <a:pt x="28025" y="59941"/>
                  <a:pt x="27995" y="59849"/>
                  <a:pt x="27934" y="59849"/>
                </a:cubicBezTo>
                <a:cubicBezTo>
                  <a:pt x="28299" y="59789"/>
                  <a:pt x="28633" y="59880"/>
                  <a:pt x="28967" y="60032"/>
                </a:cubicBezTo>
                <a:cubicBezTo>
                  <a:pt x="29119" y="60001"/>
                  <a:pt x="29028" y="59789"/>
                  <a:pt x="29210" y="59971"/>
                </a:cubicBezTo>
                <a:cubicBezTo>
                  <a:pt x="29423" y="59971"/>
                  <a:pt x="29636" y="59849"/>
                  <a:pt x="29758" y="59667"/>
                </a:cubicBezTo>
                <a:cubicBezTo>
                  <a:pt x="29879" y="59758"/>
                  <a:pt x="29879" y="59971"/>
                  <a:pt x="30001" y="60032"/>
                </a:cubicBezTo>
                <a:cubicBezTo>
                  <a:pt x="30092" y="59971"/>
                  <a:pt x="30183" y="59941"/>
                  <a:pt x="30274" y="59971"/>
                </a:cubicBezTo>
                <a:cubicBezTo>
                  <a:pt x="30274" y="59758"/>
                  <a:pt x="30153" y="59697"/>
                  <a:pt x="30213" y="59454"/>
                </a:cubicBezTo>
                <a:cubicBezTo>
                  <a:pt x="30426" y="59454"/>
                  <a:pt x="30335" y="59546"/>
                  <a:pt x="30305" y="59637"/>
                </a:cubicBezTo>
                <a:cubicBezTo>
                  <a:pt x="30548" y="59728"/>
                  <a:pt x="30517" y="59515"/>
                  <a:pt x="30730" y="59576"/>
                </a:cubicBezTo>
                <a:cubicBezTo>
                  <a:pt x="30943" y="59637"/>
                  <a:pt x="31156" y="60275"/>
                  <a:pt x="31338" y="59758"/>
                </a:cubicBezTo>
                <a:cubicBezTo>
                  <a:pt x="31338" y="59667"/>
                  <a:pt x="31065" y="59667"/>
                  <a:pt x="31065" y="59758"/>
                </a:cubicBezTo>
                <a:cubicBezTo>
                  <a:pt x="30943" y="59667"/>
                  <a:pt x="31004" y="59424"/>
                  <a:pt x="30913" y="59272"/>
                </a:cubicBezTo>
                <a:cubicBezTo>
                  <a:pt x="31156" y="59211"/>
                  <a:pt x="31369" y="59181"/>
                  <a:pt x="31612" y="59211"/>
                </a:cubicBezTo>
                <a:cubicBezTo>
                  <a:pt x="31581" y="59394"/>
                  <a:pt x="31125" y="59211"/>
                  <a:pt x="31156" y="59454"/>
                </a:cubicBezTo>
                <a:cubicBezTo>
                  <a:pt x="31551" y="59606"/>
                  <a:pt x="32007" y="59515"/>
                  <a:pt x="32311" y="59211"/>
                </a:cubicBezTo>
                <a:cubicBezTo>
                  <a:pt x="32584" y="59302"/>
                  <a:pt x="33131" y="59150"/>
                  <a:pt x="33101" y="59546"/>
                </a:cubicBezTo>
                <a:cubicBezTo>
                  <a:pt x="33435" y="59637"/>
                  <a:pt x="33344" y="59333"/>
                  <a:pt x="33618" y="59394"/>
                </a:cubicBezTo>
                <a:cubicBezTo>
                  <a:pt x="33770" y="59454"/>
                  <a:pt x="33557" y="59485"/>
                  <a:pt x="33435" y="59485"/>
                </a:cubicBezTo>
                <a:cubicBezTo>
                  <a:pt x="33466" y="59728"/>
                  <a:pt x="34013" y="59789"/>
                  <a:pt x="33709" y="60123"/>
                </a:cubicBezTo>
                <a:cubicBezTo>
                  <a:pt x="33891" y="60245"/>
                  <a:pt x="34135" y="60245"/>
                  <a:pt x="34347" y="60123"/>
                </a:cubicBezTo>
                <a:cubicBezTo>
                  <a:pt x="34256" y="60001"/>
                  <a:pt x="34043" y="60001"/>
                  <a:pt x="33891" y="59971"/>
                </a:cubicBezTo>
                <a:cubicBezTo>
                  <a:pt x="34043" y="59819"/>
                  <a:pt x="33739" y="59485"/>
                  <a:pt x="34135" y="59454"/>
                </a:cubicBezTo>
                <a:cubicBezTo>
                  <a:pt x="34560" y="59424"/>
                  <a:pt x="34043" y="59576"/>
                  <a:pt x="34135" y="59789"/>
                </a:cubicBezTo>
                <a:cubicBezTo>
                  <a:pt x="34438" y="59758"/>
                  <a:pt x="34530" y="59485"/>
                  <a:pt x="34682" y="59758"/>
                </a:cubicBezTo>
                <a:cubicBezTo>
                  <a:pt x="34955" y="59697"/>
                  <a:pt x="34590" y="59606"/>
                  <a:pt x="34682" y="59424"/>
                </a:cubicBezTo>
                <a:cubicBezTo>
                  <a:pt x="34864" y="59576"/>
                  <a:pt x="35259" y="59485"/>
                  <a:pt x="35563" y="59485"/>
                </a:cubicBezTo>
                <a:cubicBezTo>
                  <a:pt x="35745" y="59606"/>
                  <a:pt x="35411" y="59849"/>
                  <a:pt x="35776" y="59910"/>
                </a:cubicBezTo>
                <a:cubicBezTo>
                  <a:pt x="35897" y="59941"/>
                  <a:pt x="36049" y="59880"/>
                  <a:pt x="36080" y="59758"/>
                </a:cubicBezTo>
                <a:cubicBezTo>
                  <a:pt x="36049" y="59637"/>
                  <a:pt x="35806" y="59728"/>
                  <a:pt x="35806" y="59576"/>
                </a:cubicBezTo>
                <a:cubicBezTo>
                  <a:pt x="35715" y="59302"/>
                  <a:pt x="36080" y="59454"/>
                  <a:pt x="36232" y="59394"/>
                </a:cubicBezTo>
                <a:cubicBezTo>
                  <a:pt x="36141" y="59090"/>
                  <a:pt x="35897" y="59363"/>
                  <a:pt x="35624" y="59333"/>
                </a:cubicBezTo>
                <a:cubicBezTo>
                  <a:pt x="35745" y="58907"/>
                  <a:pt x="36201" y="59242"/>
                  <a:pt x="36657" y="59120"/>
                </a:cubicBezTo>
                <a:cubicBezTo>
                  <a:pt x="36657" y="59242"/>
                  <a:pt x="36536" y="59272"/>
                  <a:pt x="36505" y="59394"/>
                </a:cubicBezTo>
                <a:cubicBezTo>
                  <a:pt x="37083" y="59181"/>
                  <a:pt x="37083" y="59576"/>
                  <a:pt x="37326" y="59728"/>
                </a:cubicBezTo>
                <a:cubicBezTo>
                  <a:pt x="37417" y="59728"/>
                  <a:pt x="37417" y="59667"/>
                  <a:pt x="37508" y="59637"/>
                </a:cubicBezTo>
                <a:cubicBezTo>
                  <a:pt x="37356" y="59394"/>
                  <a:pt x="37113" y="59272"/>
                  <a:pt x="37022" y="58938"/>
                </a:cubicBezTo>
                <a:cubicBezTo>
                  <a:pt x="37204" y="58998"/>
                  <a:pt x="37387" y="59090"/>
                  <a:pt x="37387" y="59333"/>
                </a:cubicBezTo>
                <a:cubicBezTo>
                  <a:pt x="37600" y="59363"/>
                  <a:pt x="37782" y="59242"/>
                  <a:pt x="37812" y="59029"/>
                </a:cubicBezTo>
                <a:cubicBezTo>
                  <a:pt x="37934" y="59090"/>
                  <a:pt x="38025" y="59211"/>
                  <a:pt x="38025" y="59363"/>
                </a:cubicBezTo>
                <a:cubicBezTo>
                  <a:pt x="38299" y="59272"/>
                  <a:pt x="38116" y="59150"/>
                  <a:pt x="38542" y="59242"/>
                </a:cubicBezTo>
                <a:cubicBezTo>
                  <a:pt x="38694" y="59272"/>
                  <a:pt x="38937" y="59242"/>
                  <a:pt x="38937" y="59363"/>
                </a:cubicBezTo>
                <a:cubicBezTo>
                  <a:pt x="39271" y="59272"/>
                  <a:pt x="38876" y="59120"/>
                  <a:pt x="39089" y="58938"/>
                </a:cubicBezTo>
                <a:lnTo>
                  <a:pt x="38815" y="58968"/>
                </a:lnTo>
                <a:cubicBezTo>
                  <a:pt x="38876" y="58816"/>
                  <a:pt x="39454" y="58846"/>
                  <a:pt x="39363" y="59150"/>
                </a:cubicBezTo>
                <a:cubicBezTo>
                  <a:pt x="39758" y="59059"/>
                  <a:pt x="39910" y="59211"/>
                  <a:pt x="40274" y="59150"/>
                </a:cubicBezTo>
                <a:cubicBezTo>
                  <a:pt x="40031" y="59029"/>
                  <a:pt x="39302" y="59090"/>
                  <a:pt x="39515" y="58755"/>
                </a:cubicBezTo>
                <a:cubicBezTo>
                  <a:pt x="39758" y="58694"/>
                  <a:pt x="39758" y="58968"/>
                  <a:pt x="40001" y="58938"/>
                </a:cubicBezTo>
                <a:cubicBezTo>
                  <a:pt x="40062" y="58938"/>
                  <a:pt x="40062" y="58846"/>
                  <a:pt x="40153" y="58846"/>
                </a:cubicBezTo>
                <a:cubicBezTo>
                  <a:pt x="40153" y="58694"/>
                  <a:pt x="40031" y="58694"/>
                  <a:pt x="40031" y="58512"/>
                </a:cubicBezTo>
                <a:cubicBezTo>
                  <a:pt x="39849" y="58512"/>
                  <a:pt x="39819" y="58603"/>
                  <a:pt x="39697" y="58634"/>
                </a:cubicBezTo>
                <a:cubicBezTo>
                  <a:pt x="39515" y="58451"/>
                  <a:pt x="40214" y="58421"/>
                  <a:pt x="40396" y="58573"/>
                </a:cubicBezTo>
                <a:cubicBezTo>
                  <a:pt x="40426" y="58725"/>
                  <a:pt x="40305" y="58755"/>
                  <a:pt x="40335" y="58907"/>
                </a:cubicBezTo>
                <a:cubicBezTo>
                  <a:pt x="40670" y="58725"/>
                  <a:pt x="41278" y="58694"/>
                  <a:pt x="41429" y="58968"/>
                </a:cubicBezTo>
                <a:cubicBezTo>
                  <a:pt x="41581" y="58786"/>
                  <a:pt x="41338" y="58694"/>
                  <a:pt x="41217" y="58573"/>
                </a:cubicBezTo>
                <a:cubicBezTo>
                  <a:pt x="41673" y="58299"/>
                  <a:pt x="42189" y="58938"/>
                  <a:pt x="42767" y="58542"/>
                </a:cubicBezTo>
                <a:cubicBezTo>
                  <a:pt x="43040" y="58451"/>
                  <a:pt x="42919" y="58816"/>
                  <a:pt x="43223" y="58664"/>
                </a:cubicBezTo>
                <a:cubicBezTo>
                  <a:pt x="43527" y="58694"/>
                  <a:pt x="43405" y="58421"/>
                  <a:pt x="43557" y="58360"/>
                </a:cubicBezTo>
                <a:cubicBezTo>
                  <a:pt x="44013" y="58482"/>
                  <a:pt x="44256" y="58299"/>
                  <a:pt x="44591" y="58482"/>
                </a:cubicBezTo>
                <a:cubicBezTo>
                  <a:pt x="44682" y="58421"/>
                  <a:pt x="44651" y="58269"/>
                  <a:pt x="44834" y="58269"/>
                </a:cubicBezTo>
                <a:cubicBezTo>
                  <a:pt x="44955" y="58178"/>
                  <a:pt x="44925" y="57995"/>
                  <a:pt x="45077" y="57904"/>
                </a:cubicBezTo>
                <a:cubicBezTo>
                  <a:pt x="44955" y="57813"/>
                  <a:pt x="44955" y="57752"/>
                  <a:pt x="45138" y="57722"/>
                </a:cubicBezTo>
                <a:cubicBezTo>
                  <a:pt x="45199" y="57965"/>
                  <a:pt x="44955" y="58269"/>
                  <a:pt x="45290" y="58269"/>
                </a:cubicBezTo>
                <a:cubicBezTo>
                  <a:pt x="45533" y="58238"/>
                  <a:pt x="45168" y="58147"/>
                  <a:pt x="45259" y="57965"/>
                </a:cubicBezTo>
                <a:cubicBezTo>
                  <a:pt x="45624" y="57965"/>
                  <a:pt x="45806" y="57691"/>
                  <a:pt x="46050" y="57661"/>
                </a:cubicBezTo>
                <a:cubicBezTo>
                  <a:pt x="46384" y="57631"/>
                  <a:pt x="46658" y="57874"/>
                  <a:pt x="47083" y="57752"/>
                </a:cubicBezTo>
                <a:cubicBezTo>
                  <a:pt x="47296" y="57752"/>
                  <a:pt x="46962" y="57387"/>
                  <a:pt x="47326" y="57479"/>
                </a:cubicBezTo>
                <a:cubicBezTo>
                  <a:pt x="47600" y="57387"/>
                  <a:pt x="47387" y="57570"/>
                  <a:pt x="47417" y="57631"/>
                </a:cubicBezTo>
                <a:cubicBezTo>
                  <a:pt x="47478" y="57661"/>
                  <a:pt x="47721" y="57631"/>
                  <a:pt x="47752" y="57813"/>
                </a:cubicBezTo>
                <a:cubicBezTo>
                  <a:pt x="48086" y="57661"/>
                  <a:pt x="47813" y="57509"/>
                  <a:pt x="47934" y="57296"/>
                </a:cubicBezTo>
                <a:cubicBezTo>
                  <a:pt x="48299" y="57357"/>
                  <a:pt x="48633" y="57296"/>
                  <a:pt x="48937" y="57114"/>
                </a:cubicBezTo>
                <a:cubicBezTo>
                  <a:pt x="49150" y="57266"/>
                  <a:pt x="48968" y="57387"/>
                  <a:pt x="48907" y="57539"/>
                </a:cubicBezTo>
                <a:cubicBezTo>
                  <a:pt x="49089" y="57691"/>
                  <a:pt x="49484" y="57448"/>
                  <a:pt x="49819" y="57327"/>
                </a:cubicBezTo>
                <a:cubicBezTo>
                  <a:pt x="49788" y="57600"/>
                  <a:pt x="49940" y="57661"/>
                  <a:pt x="49606" y="57843"/>
                </a:cubicBezTo>
                <a:cubicBezTo>
                  <a:pt x="49667" y="57965"/>
                  <a:pt x="49849" y="57874"/>
                  <a:pt x="50001" y="57874"/>
                </a:cubicBezTo>
                <a:cubicBezTo>
                  <a:pt x="50214" y="57813"/>
                  <a:pt x="49971" y="57509"/>
                  <a:pt x="50001" y="57357"/>
                </a:cubicBezTo>
                <a:cubicBezTo>
                  <a:pt x="50275" y="57327"/>
                  <a:pt x="50183" y="57023"/>
                  <a:pt x="50518" y="57023"/>
                </a:cubicBezTo>
                <a:cubicBezTo>
                  <a:pt x="50609" y="56992"/>
                  <a:pt x="50548" y="56871"/>
                  <a:pt x="50548" y="56780"/>
                </a:cubicBezTo>
                <a:cubicBezTo>
                  <a:pt x="51187" y="56780"/>
                  <a:pt x="51703" y="56567"/>
                  <a:pt x="52220" y="56567"/>
                </a:cubicBezTo>
                <a:cubicBezTo>
                  <a:pt x="52311" y="56567"/>
                  <a:pt x="52281" y="56445"/>
                  <a:pt x="52281" y="56384"/>
                </a:cubicBezTo>
                <a:cubicBezTo>
                  <a:pt x="52676" y="56354"/>
                  <a:pt x="52949" y="56202"/>
                  <a:pt x="53223" y="56232"/>
                </a:cubicBezTo>
                <a:cubicBezTo>
                  <a:pt x="53223" y="56232"/>
                  <a:pt x="53223" y="56384"/>
                  <a:pt x="53253" y="56384"/>
                </a:cubicBezTo>
                <a:cubicBezTo>
                  <a:pt x="53345" y="56445"/>
                  <a:pt x="53618" y="56263"/>
                  <a:pt x="53709" y="56293"/>
                </a:cubicBezTo>
                <a:cubicBezTo>
                  <a:pt x="53801" y="56263"/>
                  <a:pt x="53740" y="56141"/>
                  <a:pt x="53861" y="56111"/>
                </a:cubicBezTo>
                <a:cubicBezTo>
                  <a:pt x="53953" y="55837"/>
                  <a:pt x="53557" y="56111"/>
                  <a:pt x="53618" y="55807"/>
                </a:cubicBezTo>
                <a:cubicBezTo>
                  <a:pt x="54013" y="55503"/>
                  <a:pt x="53953" y="56263"/>
                  <a:pt x="54378" y="55868"/>
                </a:cubicBezTo>
                <a:cubicBezTo>
                  <a:pt x="54439" y="55989"/>
                  <a:pt x="54317" y="56020"/>
                  <a:pt x="54348" y="56111"/>
                </a:cubicBezTo>
                <a:cubicBezTo>
                  <a:pt x="54652" y="56172"/>
                  <a:pt x="54804" y="55776"/>
                  <a:pt x="54986" y="55989"/>
                </a:cubicBezTo>
                <a:cubicBezTo>
                  <a:pt x="55077" y="55959"/>
                  <a:pt x="55047" y="55837"/>
                  <a:pt x="55047" y="55746"/>
                </a:cubicBezTo>
                <a:cubicBezTo>
                  <a:pt x="55503" y="55746"/>
                  <a:pt x="55989" y="55655"/>
                  <a:pt x="56384" y="55412"/>
                </a:cubicBezTo>
                <a:cubicBezTo>
                  <a:pt x="56384" y="55533"/>
                  <a:pt x="56141" y="55503"/>
                  <a:pt x="56141" y="55624"/>
                </a:cubicBezTo>
                <a:cubicBezTo>
                  <a:pt x="56323" y="55868"/>
                  <a:pt x="57083" y="55138"/>
                  <a:pt x="56475" y="55321"/>
                </a:cubicBezTo>
                <a:cubicBezTo>
                  <a:pt x="56475" y="55138"/>
                  <a:pt x="56901" y="55229"/>
                  <a:pt x="57083" y="55138"/>
                </a:cubicBezTo>
                <a:cubicBezTo>
                  <a:pt x="57083" y="55321"/>
                  <a:pt x="57174" y="55351"/>
                  <a:pt x="57235" y="55442"/>
                </a:cubicBezTo>
                <a:cubicBezTo>
                  <a:pt x="57326" y="55412"/>
                  <a:pt x="57266" y="55351"/>
                  <a:pt x="57235" y="55351"/>
                </a:cubicBezTo>
                <a:cubicBezTo>
                  <a:pt x="57387" y="55047"/>
                  <a:pt x="58147" y="55472"/>
                  <a:pt x="58208" y="55017"/>
                </a:cubicBezTo>
                <a:cubicBezTo>
                  <a:pt x="58481" y="54925"/>
                  <a:pt x="58451" y="55229"/>
                  <a:pt x="58755" y="55077"/>
                </a:cubicBezTo>
                <a:cubicBezTo>
                  <a:pt x="58755" y="54895"/>
                  <a:pt x="58603" y="54956"/>
                  <a:pt x="58481" y="54986"/>
                </a:cubicBezTo>
                <a:cubicBezTo>
                  <a:pt x="58512" y="54773"/>
                  <a:pt x="58968" y="54895"/>
                  <a:pt x="59089" y="54925"/>
                </a:cubicBezTo>
                <a:cubicBezTo>
                  <a:pt x="59241" y="54895"/>
                  <a:pt x="58937" y="54682"/>
                  <a:pt x="59302" y="54652"/>
                </a:cubicBezTo>
                <a:cubicBezTo>
                  <a:pt x="59485" y="54561"/>
                  <a:pt x="59515" y="54713"/>
                  <a:pt x="59545" y="54865"/>
                </a:cubicBezTo>
                <a:cubicBezTo>
                  <a:pt x="59849" y="54865"/>
                  <a:pt x="60062" y="54561"/>
                  <a:pt x="60366" y="54439"/>
                </a:cubicBezTo>
                <a:cubicBezTo>
                  <a:pt x="60396" y="54439"/>
                  <a:pt x="60457" y="54500"/>
                  <a:pt x="60548" y="54469"/>
                </a:cubicBezTo>
                <a:cubicBezTo>
                  <a:pt x="60609" y="54469"/>
                  <a:pt x="60670" y="54378"/>
                  <a:pt x="60700" y="54348"/>
                </a:cubicBezTo>
                <a:cubicBezTo>
                  <a:pt x="61004" y="54317"/>
                  <a:pt x="61308" y="54257"/>
                  <a:pt x="61612" y="54165"/>
                </a:cubicBezTo>
                <a:cubicBezTo>
                  <a:pt x="61764" y="54105"/>
                  <a:pt x="62038" y="54044"/>
                  <a:pt x="62190" y="54014"/>
                </a:cubicBezTo>
                <a:cubicBezTo>
                  <a:pt x="62403" y="53983"/>
                  <a:pt x="62524" y="53710"/>
                  <a:pt x="62737" y="53862"/>
                </a:cubicBezTo>
                <a:cubicBezTo>
                  <a:pt x="62828" y="53922"/>
                  <a:pt x="62980" y="53922"/>
                  <a:pt x="63071" y="53862"/>
                </a:cubicBezTo>
                <a:cubicBezTo>
                  <a:pt x="63102" y="53801"/>
                  <a:pt x="63102" y="53740"/>
                  <a:pt x="63102" y="53679"/>
                </a:cubicBezTo>
                <a:cubicBezTo>
                  <a:pt x="63132" y="53679"/>
                  <a:pt x="63770" y="53892"/>
                  <a:pt x="63679" y="53436"/>
                </a:cubicBezTo>
                <a:cubicBezTo>
                  <a:pt x="63983" y="53314"/>
                  <a:pt x="64135" y="53223"/>
                  <a:pt x="64530" y="53071"/>
                </a:cubicBezTo>
                <a:cubicBezTo>
                  <a:pt x="64621" y="53010"/>
                  <a:pt x="64713" y="52950"/>
                  <a:pt x="64773" y="52889"/>
                </a:cubicBezTo>
                <a:cubicBezTo>
                  <a:pt x="64865" y="52858"/>
                  <a:pt x="64956" y="52980"/>
                  <a:pt x="65047" y="52950"/>
                </a:cubicBezTo>
                <a:cubicBezTo>
                  <a:pt x="65260" y="52889"/>
                  <a:pt x="65108" y="52646"/>
                  <a:pt x="65381" y="52828"/>
                </a:cubicBezTo>
                <a:lnTo>
                  <a:pt x="65472" y="52524"/>
                </a:lnTo>
                <a:cubicBezTo>
                  <a:pt x="65928" y="52311"/>
                  <a:pt x="66324" y="52068"/>
                  <a:pt x="66719" y="51795"/>
                </a:cubicBezTo>
                <a:cubicBezTo>
                  <a:pt x="67083" y="51521"/>
                  <a:pt x="67387" y="51247"/>
                  <a:pt x="67661" y="50913"/>
                </a:cubicBezTo>
                <a:cubicBezTo>
                  <a:pt x="67752" y="50913"/>
                  <a:pt x="67843" y="50974"/>
                  <a:pt x="67904" y="51035"/>
                </a:cubicBezTo>
                <a:cubicBezTo>
                  <a:pt x="68117" y="50366"/>
                  <a:pt x="68542" y="49940"/>
                  <a:pt x="68877" y="49454"/>
                </a:cubicBezTo>
                <a:cubicBezTo>
                  <a:pt x="68998" y="49333"/>
                  <a:pt x="68664" y="49181"/>
                  <a:pt x="68846" y="49089"/>
                </a:cubicBezTo>
                <a:cubicBezTo>
                  <a:pt x="68968" y="49211"/>
                  <a:pt x="69150" y="49272"/>
                  <a:pt x="69302" y="49211"/>
                </a:cubicBezTo>
                <a:cubicBezTo>
                  <a:pt x="69120" y="48998"/>
                  <a:pt x="69059" y="49241"/>
                  <a:pt x="68907" y="49029"/>
                </a:cubicBezTo>
                <a:cubicBezTo>
                  <a:pt x="68998" y="48907"/>
                  <a:pt x="69090" y="48785"/>
                  <a:pt x="69242" y="48907"/>
                </a:cubicBezTo>
                <a:cubicBezTo>
                  <a:pt x="69242" y="48785"/>
                  <a:pt x="69181" y="48694"/>
                  <a:pt x="69059" y="48603"/>
                </a:cubicBezTo>
                <a:cubicBezTo>
                  <a:pt x="69302" y="48238"/>
                  <a:pt x="69424" y="48086"/>
                  <a:pt x="69728" y="47661"/>
                </a:cubicBezTo>
                <a:cubicBezTo>
                  <a:pt x="69880" y="47965"/>
                  <a:pt x="70093" y="48178"/>
                  <a:pt x="70336" y="48360"/>
                </a:cubicBezTo>
                <a:cubicBezTo>
                  <a:pt x="70457" y="48238"/>
                  <a:pt x="70336" y="48178"/>
                  <a:pt x="70214" y="48086"/>
                </a:cubicBezTo>
                <a:cubicBezTo>
                  <a:pt x="70366" y="47965"/>
                  <a:pt x="70609" y="48086"/>
                  <a:pt x="70792" y="48117"/>
                </a:cubicBezTo>
                <a:cubicBezTo>
                  <a:pt x="70883" y="47752"/>
                  <a:pt x="71308" y="47600"/>
                  <a:pt x="71126" y="47266"/>
                </a:cubicBezTo>
                <a:cubicBezTo>
                  <a:pt x="71187" y="47114"/>
                  <a:pt x="71339" y="47266"/>
                  <a:pt x="71400" y="47144"/>
                </a:cubicBezTo>
                <a:cubicBezTo>
                  <a:pt x="71460" y="47023"/>
                  <a:pt x="71278" y="47023"/>
                  <a:pt x="71339" y="46931"/>
                </a:cubicBezTo>
                <a:cubicBezTo>
                  <a:pt x="71400" y="46688"/>
                  <a:pt x="71582" y="46749"/>
                  <a:pt x="71673" y="46506"/>
                </a:cubicBezTo>
                <a:cubicBezTo>
                  <a:pt x="71825" y="46536"/>
                  <a:pt x="72008" y="46567"/>
                  <a:pt x="72068" y="46263"/>
                </a:cubicBezTo>
                <a:cubicBezTo>
                  <a:pt x="71916" y="45989"/>
                  <a:pt x="71704" y="46810"/>
                  <a:pt x="71795" y="46293"/>
                </a:cubicBezTo>
                <a:cubicBezTo>
                  <a:pt x="71825" y="46202"/>
                  <a:pt x="71856" y="46111"/>
                  <a:pt x="71916" y="46019"/>
                </a:cubicBezTo>
                <a:cubicBezTo>
                  <a:pt x="71977" y="45807"/>
                  <a:pt x="71886" y="45715"/>
                  <a:pt x="71916" y="45624"/>
                </a:cubicBezTo>
                <a:cubicBezTo>
                  <a:pt x="71977" y="45503"/>
                  <a:pt x="72068" y="45503"/>
                  <a:pt x="72129" y="45381"/>
                </a:cubicBezTo>
                <a:cubicBezTo>
                  <a:pt x="72403" y="44804"/>
                  <a:pt x="72585" y="44013"/>
                  <a:pt x="72798" y="43679"/>
                </a:cubicBezTo>
                <a:cubicBezTo>
                  <a:pt x="72828" y="43588"/>
                  <a:pt x="72676" y="43557"/>
                  <a:pt x="72585" y="43497"/>
                </a:cubicBezTo>
                <a:cubicBezTo>
                  <a:pt x="72919" y="43071"/>
                  <a:pt x="73041" y="42524"/>
                  <a:pt x="72950" y="41977"/>
                </a:cubicBezTo>
                <a:cubicBezTo>
                  <a:pt x="72980" y="41794"/>
                  <a:pt x="73132" y="41734"/>
                  <a:pt x="73163" y="41612"/>
                </a:cubicBezTo>
                <a:cubicBezTo>
                  <a:pt x="73223" y="41490"/>
                  <a:pt x="73102" y="41339"/>
                  <a:pt x="73102" y="41308"/>
                </a:cubicBezTo>
                <a:cubicBezTo>
                  <a:pt x="73132" y="41247"/>
                  <a:pt x="73284" y="41247"/>
                  <a:pt x="73345" y="41187"/>
                </a:cubicBezTo>
                <a:cubicBezTo>
                  <a:pt x="73375" y="41035"/>
                  <a:pt x="73406" y="40883"/>
                  <a:pt x="73406" y="40731"/>
                </a:cubicBezTo>
                <a:cubicBezTo>
                  <a:pt x="73406" y="40579"/>
                  <a:pt x="73436" y="40396"/>
                  <a:pt x="73497" y="40214"/>
                </a:cubicBezTo>
                <a:cubicBezTo>
                  <a:pt x="73375" y="40214"/>
                  <a:pt x="73375" y="40396"/>
                  <a:pt x="73315" y="40518"/>
                </a:cubicBezTo>
                <a:cubicBezTo>
                  <a:pt x="73102" y="40670"/>
                  <a:pt x="73436" y="39971"/>
                  <a:pt x="73497" y="39758"/>
                </a:cubicBezTo>
                <a:cubicBezTo>
                  <a:pt x="73619" y="40032"/>
                  <a:pt x="73831" y="39606"/>
                  <a:pt x="73862" y="39971"/>
                </a:cubicBezTo>
                <a:cubicBezTo>
                  <a:pt x="74074" y="39971"/>
                  <a:pt x="73710" y="39758"/>
                  <a:pt x="73922" y="39545"/>
                </a:cubicBezTo>
                <a:cubicBezTo>
                  <a:pt x="73771" y="39363"/>
                  <a:pt x="73558" y="39636"/>
                  <a:pt x="73619" y="39454"/>
                </a:cubicBezTo>
                <a:cubicBezTo>
                  <a:pt x="73679" y="39120"/>
                  <a:pt x="73710" y="39515"/>
                  <a:pt x="73892" y="39363"/>
                </a:cubicBezTo>
                <a:cubicBezTo>
                  <a:pt x="73983" y="39241"/>
                  <a:pt x="73740" y="39211"/>
                  <a:pt x="73710" y="39120"/>
                </a:cubicBezTo>
                <a:cubicBezTo>
                  <a:pt x="73679" y="39059"/>
                  <a:pt x="73953" y="38755"/>
                  <a:pt x="73649" y="38755"/>
                </a:cubicBezTo>
                <a:cubicBezTo>
                  <a:pt x="73771" y="38390"/>
                  <a:pt x="73892" y="38056"/>
                  <a:pt x="74044" y="37691"/>
                </a:cubicBezTo>
                <a:cubicBezTo>
                  <a:pt x="74287" y="37813"/>
                  <a:pt x="74409" y="37630"/>
                  <a:pt x="74530" y="37843"/>
                </a:cubicBezTo>
                <a:cubicBezTo>
                  <a:pt x="74774" y="37448"/>
                  <a:pt x="74895" y="36992"/>
                  <a:pt x="74865" y="36506"/>
                </a:cubicBezTo>
                <a:cubicBezTo>
                  <a:pt x="74865" y="36445"/>
                  <a:pt x="74804" y="36414"/>
                  <a:pt x="74743" y="36384"/>
                </a:cubicBezTo>
                <a:cubicBezTo>
                  <a:pt x="74743" y="35776"/>
                  <a:pt x="75169" y="35229"/>
                  <a:pt x="74895" y="34895"/>
                </a:cubicBezTo>
                <a:cubicBezTo>
                  <a:pt x="74986" y="34621"/>
                  <a:pt x="75169" y="34226"/>
                  <a:pt x="74804" y="34196"/>
                </a:cubicBezTo>
                <a:cubicBezTo>
                  <a:pt x="74895" y="34044"/>
                  <a:pt x="74713" y="33892"/>
                  <a:pt x="74713" y="33740"/>
                </a:cubicBezTo>
                <a:cubicBezTo>
                  <a:pt x="74713" y="33588"/>
                  <a:pt x="74804" y="33466"/>
                  <a:pt x="74804" y="33375"/>
                </a:cubicBezTo>
                <a:cubicBezTo>
                  <a:pt x="74804" y="33284"/>
                  <a:pt x="74652" y="33284"/>
                  <a:pt x="74622" y="33223"/>
                </a:cubicBezTo>
                <a:cubicBezTo>
                  <a:pt x="74500" y="33041"/>
                  <a:pt x="74530" y="32767"/>
                  <a:pt x="74470" y="32554"/>
                </a:cubicBezTo>
                <a:cubicBezTo>
                  <a:pt x="74409" y="32311"/>
                  <a:pt x="74348" y="32037"/>
                  <a:pt x="74226" y="31794"/>
                </a:cubicBezTo>
                <a:cubicBezTo>
                  <a:pt x="74105" y="31642"/>
                  <a:pt x="73922" y="31582"/>
                  <a:pt x="73862" y="31430"/>
                </a:cubicBezTo>
                <a:cubicBezTo>
                  <a:pt x="73801" y="31278"/>
                  <a:pt x="73771" y="31034"/>
                  <a:pt x="73558" y="30913"/>
                </a:cubicBezTo>
                <a:cubicBezTo>
                  <a:pt x="73801" y="30822"/>
                  <a:pt x="73801" y="30730"/>
                  <a:pt x="73983" y="30639"/>
                </a:cubicBezTo>
                <a:cubicBezTo>
                  <a:pt x="74014" y="30882"/>
                  <a:pt x="74318" y="30639"/>
                  <a:pt x="74409" y="30791"/>
                </a:cubicBezTo>
                <a:cubicBezTo>
                  <a:pt x="74591" y="30639"/>
                  <a:pt x="74226" y="30670"/>
                  <a:pt x="74257" y="30457"/>
                </a:cubicBezTo>
                <a:cubicBezTo>
                  <a:pt x="74561" y="30487"/>
                  <a:pt x="75017" y="30335"/>
                  <a:pt x="75047" y="30001"/>
                </a:cubicBezTo>
                <a:cubicBezTo>
                  <a:pt x="75047" y="29971"/>
                  <a:pt x="74865" y="29940"/>
                  <a:pt x="74834" y="29910"/>
                </a:cubicBezTo>
                <a:cubicBezTo>
                  <a:pt x="74743" y="29667"/>
                  <a:pt x="74622" y="29454"/>
                  <a:pt x="74470" y="29241"/>
                </a:cubicBezTo>
                <a:cubicBezTo>
                  <a:pt x="74318" y="29059"/>
                  <a:pt x="74074" y="29059"/>
                  <a:pt x="74105" y="28755"/>
                </a:cubicBezTo>
                <a:cubicBezTo>
                  <a:pt x="73771" y="28785"/>
                  <a:pt x="73406" y="28116"/>
                  <a:pt x="73041" y="27812"/>
                </a:cubicBezTo>
                <a:cubicBezTo>
                  <a:pt x="72919" y="27721"/>
                  <a:pt x="72737" y="27752"/>
                  <a:pt x="72615" y="27691"/>
                </a:cubicBezTo>
                <a:cubicBezTo>
                  <a:pt x="72190" y="27448"/>
                  <a:pt x="72099" y="26992"/>
                  <a:pt x="71856" y="26657"/>
                </a:cubicBezTo>
                <a:cubicBezTo>
                  <a:pt x="72099" y="26475"/>
                  <a:pt x="71947" y="26262"/>
                  <a:pt x="72099" y="26080"/>
                </a:cubicBezTo>
                <a:cubicBezTo>
                  <a:pt x="71886" y="25685"/>
                  <a:pt x="72220" y="25290"/>
                  <a:pt x="72068" y="24864"/>
                </a:cubicBezTo>
                <a:cubicBezTo>
                  <a:pt x="72403" y="24773"/>
                  <a:pt x="72281" y="24621"/>
                  <a:pt x="72190" y="24408"/>
                </a:cubicBezTo>
                <a:cubicBezTo>
                  <a:pt x="72676" y="24347"/>
                  <a:pt x="72433" y="23831"/>
                  <a:pt x="72646" y="23557"/>
                </a:cubicBezTo>
                <a:cubicBezTo>
                  <a:pt x="72707" y="23679"/>
                  <a:pt x="72798" y="23618"/>
                  <a:pt x="72859" y="23679"/>
                </a:cubicBezTo>
                <a:cubicBezTo>
                  <a:pt x="72919" y="23587"/>
                  <a:pt x="72767" y="23496"/>
                  <a:pt x="72676" y="23375"/>
                </a:cubicBezTo>
                <a:cubicBezTo>
                  <a:pt x="72980" y="23375"/>
                  <a:pt x="72889" y="23223"/>
                  <a:pt x="73163" y="23283"/>
                </a:cubicBezTo>
                <a:cubicBezTo>
                  <a:pt x="73284" y="23192"/>
                  <a:pt x="73223" y="23132"/>
                  <a:pt x="73163" y="23040"/>
                </a:cubicBezTo>
                <a:cubicBezTo>
                  <a:pt x="73284" y="23071"/>
                  <a:pt x="73345" y="22919"/>
                  <a:pt x="73527" y="22919"/>
                </a:cubicBezTo>
                <a:cubicBezTo>
                  <a:pt x="73558" y="22919"/>
                  <a:pt x="73619" y="23071"/>
                  <a:pt x="73649" y="23071"/>
                </a:cubicBezTo>
                <a:cubicBezTo>
                  <a:pt x="73801" y="23040"/>
                  <a:pt x="73862" y="22767"/>
                  <a:pt x="73983" y="22828"/>
                </a:cubicBezTo>
                <a:cubicBezTo>
                  <a:pt x="74044" y="22858"/>
                  <a:pt x="73983" y="22980"/>
                  <a:pt x="74074" y="23010"/>
                </a:cubicBezTo>
                <a:cubicBezTo>
                  <a:pt x="74257" y="23101"/>
                  <a:pt x="74439" y="23101"/>
                  <a:pt x="74622" y="23010"/>
                </a:cubicBezTo>
                <a:cubicBezTo>
                  <a:pt x="74804" y="23283"/>
                  <a:pt x="74956" y="23162"/>
                  <a:pt x="75138" y="23405"/>
                </a:cubicBezTo>
                <a:cubicBezTo>
                  <a:pt x="75230" y="23466"/>
                  <a:pt x="75290" y="23375"/>
                  <a:pt x="75381" y="23314"/>
                </a:cubicBezTo>
                <a:cubicBezTo>
                  <a:pt x="75442" y="23861"/>
                  <a:pt x="76050" y="24499"/>
                  <a:pt x="75959" y="24986"/>
                </a:cubicBezTo>
                <a:cubicBezTo>
                  <a:pt x="76111" y="25198"/>
                  <a:pt x="76233" y="25411"/>
                  <a:pt x="76354" y="25624"/>
                </a:cubicBezTo>
                <a:cubicBezTo>
                  <a:pt x="76780" y="25350"/>
                  <a:pt x="76749" y="24986"/>
                  <a:pt x="76992" y="24682"/>
                </a:cubicBezTo>
                <a:cubicBezTo>
                  <a:pt x="77418" y="25168"/>
                  <a:pt x="77388" y="24317"/>
                  <a:pt x="77692" y="24378"/>
                </a:cubicBezTo>
                <a:lnTo>
                  <a:pt x="77935" y="24712"/>
                </a:lnTo>
                <a:cubicBezTo>
                  <a:pt x="78087" y="24591"/>
                  <a:pt x="78026" y="24439"/>
                  <a:pt x="78269" y="24317"/>
                </a:cubicBezTo>
                <a:cubicBezTo>
                  <a:pt x="78543" y="24803"/>
                  <a:pt x="78603" y="24864"/>
                  <a:pt x="78847" y="25290"/>
                </a:cubicBezTo>
                <a:cubicBezTo>
                  <a:pt x="78755" y="25411"/>
                  <a:pt x="78725" y="25624"/>
                  <a:pt x="78786" y="25806"/>
                </a:cubicBezTo>
                <a:cubicBezTo>
                  <a:pt x="78999" y="26080"/>
                  <a:pt x="78968" y="25654"/>
                  <a:pt x="79090" y="25837"/>
                </a:cubicBezTo>
                <a:lnTo>
                  <a:pt x="79303" y="26201"/>
                </a:lnTo>
                <a:lnTo>
                  <a:pt x="79029" y="26353"/>
                </a:lnTo>
                <a:cubicBezTo>
                  <a:pt x="79303" y="26657"/>
                  <a:pt x="79151" y="27053"/>
                  <a:pt x="79485" y="26992"/>
                </a:cubicBezTo>
                <a:cubicBezTo>
                  <a:pt x="79606" y="26931"/>
                  <a:pt x="79059" y="26566"/>
                  <a:pt x="79455" y="26445"/>
                </a:cubicBezTo>
                <a:cubicBezTo>
                  <a:pt x="79728" y="26901"/>
                  <a:pt x="79971" y="27387"/>
                  <a:pt x="80184" y="27873"/>
                </a:cubicBezTo>
                <a:cubicBezTo>
                  <a:pt x="80397" y="28329"/>
                  <a:pt x="80610" y="28846"/>
                  <a:pt x="80762" y="29363"/>
                </a:cubicBezTo>
                <a:cubicBezTo>
                  <a:pt x="80822" y="29484"/>
                  <a:pt x="80944" y="29454"/>
                  <a:pt x="81005" y="29606"/>
                </a:cubicBezTo>
                <a:cubicBezTo>
                  <a:pt x="81187" y="29545"/>
                  <a:pt x="81187" y="29363"/>
                  <a:pt x="81461" y="29363"/>
                </a:cubicBezTo>
                <a:cubicBezTo>
                  <a:pt x="81704" y="29819"/>
                  <a:pt x="81886" y="29727"/>
                  <a:pt x="81886" y="30366"/>
                </a:cubicBezTo>
                <a:cubicBezTo>
                  <a:pt x="82160" y="30426"/>
                  <a:pt x="81977" y="30092"/>
                  <a:pt x="81947" y="29910"/>
                </a:cubicBezTo>
                <a:cubicBezTo>
                  <a:pt x="81947" y="29515"/>
                  <a:pt x="82099" y="30062"/>
                  <a:pt x="82099" y="30214"/>
                </a:cubicBezTo>
                <a:cubicBezTo>
                  <a:pt x="82221" y="30974"/>
                  <a:pt x="82676" y="32250"/>
                  <a:pt x="82221" y="32524"/>
                </a:cubicBezTo>
                <a:cubicBezTo>
                  <a:pt x="82494" y="32737"/>
                  <a:pt x="82585" y="33071"/>
                  <a:pt x="82524" y="33405"/>
                </a:cubicBezTo>
                <a:cubicBezTo>
                  <a:pt x="82403" y="33375"/>
                  <a:pt x="82494" y="33071"/>
                  <a:pt x="82342" y="33071"/>
                </a:cubicBezTo>
                <a:cubicBezTo>
                  <a:pt x="82281" y="33101"/>
                  <a:pt x="82251" y="33192"/>
                  <a:pt x="82190" y="33192"/>
                </a:cubicBezTo>
                <a:cubicBezTo>
                  <a:pt x="82251" y="33436"/>
                  <a:pt x="82312" y="33679"/>
                  <a:pt x="82524" y="33709"/>
                </a:cubicBezTo>
                <a:cubicBezTo>
                  <a:pt x="82616" y="34469"/>
                  <a:pt x="82251" y="35047"/>
                  <a:pt x="82433" y="35655"/>
                </a:cubicBezTo>
                <a:cubicBezTo>
                  <a:pt x="82221" y="35107"/>
                  <a:pt x="82190" y="36080"/>
                  <a:pt x="82342" y="36202"/>
                </a:cubicBezTo>
                <a:cubicBezTo>
                  <a:pt x="82251" y="36840"/>
                  <a:pt x="82099" y="37600"/>
                  <a:pt x="82008" y="38147"/>
                </a:cubicBezTo>
                <a:cubicBezTo>
                  <a:pt x="81825" y="39667"/>
                  <a:pt x="80914" y="41308"/>
                  <a:pt x="80914" y="42402"/>
                </a:cubicBezTo>
                <a:cubicBezTo>
                  <a:pt x="80822" y="42524"/>
                  <a:pt x="80792" y="42372"/>
                  <a:pt x="80701" y="42311"/>
                </a:cubicBezTo>
                <a:cubicBezTo>
                  <a:pt x="80670" y="42433"/>
                  <a:pt x="80610" y="42463"/>
                  <a:pt x="80549" y="42463"/>
                </a:cubicBezTo>
                <a:cubicBezTo>
                  <a:pt x="80458" y="42737"/>
                  <a:pt x="80610" y="42737"/>
                  <a:pt x="80549" y="42980"/>
                </a:cubicBezTo>
                <a:cubicBezTo>
                  <a:pt x="80488" y="43132"/>
                  <a:pt x="80245" y="43314"/>
                  <a:pt x="80214" y="43466"/>
                </a:cubicBezTo>
                <a:cubicBezTo>
                  <a:pt x="80154" y="43618"/>
                  <a:pt x="80306" y="43770"/>
                  <a:pt x="80214" y="43983"/>
                </a:cubicBezTo>
                <a:cubicBezTo>
                  <a:pt x="80093" y="44165"/>
                  <a:pt x="80032" y="44226"/>
                  <a:pt x="79880" y="44165"/>
                </a:cubicBezTo>
                <a:cubicBezTo>
                  <a:pt x="79880" y="44378"/>
                  <a:pt x="80123" y="44500"/>
                  <a:pt x="79880" y="44864"/>
                </a:cubicBezTo>
                <a:cubicBezTo>
                  <a:pt x="79789" y="44804"/>
                  <a:pt x="79880" y="44652"/>
                  <a:pt x="79789" y="44621"/>
                </a:cubicBezTo>
                <a:cubicBezTo>
                  <a:pt x="79606" y="44682"/>
                  <a:pt x="79637" y="45016"/>
                  <a:pt x="79455" y="45229"/>
                </a:cubicBezTo>
                <a:cubicBezTo>
                  <a:pt x="79424" y="45260"/>
                  <a:pt x="79242" y="45320"/>
                  <a:pt x="79242" y="45351"/>
                </a:cubicBezTo>
                <a:cubicBezTo>
                  <a:pt x="78907" y="45959"/>
                  <a:pt x="78816" y="46779"/>
                  <a:pt x="78573" y="47174"/>
                </a:cubicBezTo>
                <a:cubicBezTo>
                  <a:pt x="78603" y="47296"/>
                  <a:pt x="78634" y="47387"/>
                  <a:pt x="78725" y="47448"/>
                </a:cubicBezTo>
                <a:cubicBezTo>
                  <a:pt x="78269" y="47691"/>
                  <a:pt x="78178" y="48390"/>
                  <a:pt x="78026" y="48907"/>
                </a:cubicBezTo>
                <a:lnTo>
                  <a:pt x="77813" y="48785"/>
                </a:lnTo>
                <a:cubicBezTo>
                  <a:pt x="77783" y="48998"/>
                  <a:pt x="77631" y="49272"/>
                  <a:pt x="77752" y="49424"/>
                </a:cubicBezTo>
                <a:cubicBezTo>
                  <a:pt x="77540" y="49667"/>
                  <a:pt x="77631" y="49241"/>
                  <a:pt x="77509" y="49181"/>
                </a:cubicBezTo>
                <a:cubicBezTo>
                  <a:pt x="77357" y="49485"/>
                  <a:pt x="77448" y="49667"/>
                  <a:pt x="77388" y="49910"/>
                </a:cubicBezTo>
                <a:cubicBezTo>
                  <a:pt x="77084" y="50275"/>
                  <a:pt x="76901" y="50731"/>
                  <a:pt x="76840" y="51217"/>
                </a:cubicBezTo>
                <a:cubicBezTo>
                  <a:pt x="76749" y="51339"/>
                  <a:pt x="76597" y="51369"/>
                  <a:pt x="76476" y="51491"/>
                </a:cubicBezTo>
                <a:cubicBezTo>
                  <a:pt x="75959" y="53071"/>
                  <a:pt x="74986" y="54469"/>
                  <a:pt x="73649" y="55503"/>
                </a:cubicBezTo>
                <a:lnTo>
                  <a:pt x="73284" y="56202"/>
                </a:lnTo>
                <a:cubicBezTo>
                  <a:pt x="72889" y="56384"/>
                  <a:pt x="72524" y="56628"/>
                  <a:pt x="72160" y="56871"/>
                </a:cubicBezTo>
                <a:lnTo>
                  <a:pt x="71977" y="56628"/>
                </a:lnTo>
                <a:cubicBezTo>
                  <a:pt x="71764" y="56992"/>
                  <a:pt x="71400" y="57600"/>
                  <a:pt x="70944" y="57539"/>
                </a:cubicBezTo>
                <a:cubicBezTo>
                  <a:pt x="70944" y="57266"/>
                  <a:pt x="71400" y="57235"/>
                  <a:pt x="71552" y="57114"/>
                </a:cubicBezTo>
                <a:cubicBezTo>
                  <a:pt x="71734" y="56931"/>
                  <a:pt x="71552" y="56688"/>
                  <a:pt x="71886" y="56476"/>
                </a:cubicBezTo>
                <a:cubicBezTo>
                  <a:pt x="71764" y="56445"/>
                  <a:pt x="71612" y="56506"/>
                  <a:pt x="71460" y="56597"/>
                </a:cubicBezTo>
                <a:cubicBezTo>
                  <a:pt x="71643" y="56293"/>
                  <a:pt x="71278" y="56111"/>
                  <a:pt x="71308" y="55898"/>
                </a:cubicBezTo>
                <a:cubicBezTo>
                  <a:pt x="71369" y="55381"/>
                  <a:pt x="71916" y="55229"/>
                  <a:pt x="72160" y="54773"/>
                </a:cubicBezTo>
                <a:cubicBezTo>
                  <a:pt x="72342" y="54652"/>
                  <a:pt x="72494" y="54500"/>
                  <a:pt x="72615" y="54682"/>
                </a:cubicBezTo>
                <a:cubicBezTo>
                  <a:pt x="72707" y="54530"/>
                  <a:pt x="72707" y="54409"/>
                  <a:pt x="72798" y="54287"/>
                </a:cubicBezTo>
                <a:cubicBezTo>
                  <a:pt x="72676" y="54196"/>
                  <a:pt x="72524" y="54287"/>
                  <a:pt x="72403" y="54439"/>
                </a:cubicBezTo>
                <a:cubicBezTo>
                  <a:pt x="72433" y="54135"/>
                  <a:pt x="73011" y="53740"/>
                  <a:pt x="73223" y="53618"/>
                </a:cubicBezTo>
                <a:cubicBezTo>
                  <a:pt x="73345" y="53862"/>
                  <a:pt x="73345" y="53801"/>
                  <a:pt x="73619" y="53831"/>
                </a:cubicBezTo>
                <a:cubicBezTo>
                  <a:pt x="73771" y="53618"/>
                  <a:pt x="73588" y="53375"/>
                  <a:pt x="73922" y="53314"/>
                </a:cubicBezTo>
                <a:cubicBezTo>
                  <a:pt x="73862" y="53284"/>
                  <a:pt x="73831" y="53193"/>
                  <a:pt x="73862" y="53132"/>
                </a:cubicBezTo>
                <a:cubicBezTo>
                  <a:pt x="73649" y="52980"/>
                  <a:pt x="73467" y="53831"/>
                  <a:pt x="73254" y="53497"/>
                </a:cubicBezTo>
                <a:cubicBezTo>
                  <a:pt x="73467" y="53162"/>
                  <a:pt x="73740" y="52889"/>
                  <a:pt x="74044" y="52646"/>
                </a:cubicBezTo>
                <a:cubicBezTo>
                  <a:pt x="74226" y="52342"/>
                  <a:pt x="73831" y="52463"/>
                  <a:pt x="73862" y="52251"/>
                </a:cubicBezTo>
                <a:cubicBezTo>
                  <a:pt x="73649" y="52463"/>
                  <a:pt x="73649" y="52798"/>
                  <a:pt x="73375" y="52828"/>
                </a:cubicBezTo>
                <a:cubicBezTo>
                  <a:pt x="73254" y="52737"/>
                  <a:pt x="73223" y="52615"/>
                  <a:pt x="73223" y="52463"/>
                </a:cubicBezTo>
                <a:cubicBezTo>
                  <a:pt x="73102" y="52433"/>
                  <a:pt x="72980" y="52463"/>
                  <a:pt x="72889" y="52524"/>
                </a:cubicBezTo>
                <a:cubicBezTo>
                  <a:pt x="72767" y="52858"/>
                  <a:pt x="73163" y="52555"/>
                  <a:pt x="73254" y="52706"/>
                </a:cubicBezTo>
                <a:cubicBezTo>
                  <a:pt x="73102" y="52858"/>
                  <a:pt x="73223" y="52919"/>
                  <a:pt x="73315" y="53010"/>
                </a:cubicBezTo>
                <a:cubicBezTo>
                  <a:pt x="73193" y="53284"/>
                  <a:pt x="73041" y="53223"/>
                  <a:pt x="72889" y="53406"/>
                </a:cubicBezTo>
                <a:cubicBezTo>
                  <a:pt x="72828" y="53314"/>
                  <a:pt x="73011" y="53193"/>
                  <a:pt x="73071" y="53071"/>
                </a:cubicBezTo>
                <a:cubicBezTo>
                  <a:pt x="72737" y="52950"/>
                  <a:pt x="72767" y="53466"/>
                  <a:pt x="72737" y="53649"/>
                </a:cubicBezTo>
                <a:cubicBezTo>
                  <a:pt x="72494" y="53922"/>
                  <a:pt x="72281" y="53831"/>
                  <a:pt x="72038" y="53892"/>
                </a:cubicBezTo>
                <a:cubicBezTo>
                  <a:pt x="71947" y="54074"/>
                  <a:pt x="72312" y="54226"/>
                  <a:pt x="72008" y="54409"/>
                </a:cubicBezTo>
                <a:cubicBezTo>
                  <a:pt x="71825" y="54439"/>
                  <a:pt x="71673" y="54348"/>
                  <a:pt x="71521" y="54287"/>
                </a:cubicBezTo>
                <a:cubicBezTo>
                  <a:pt x="71460" y="54409"/>
                  <a:pt x="71612" y="54561"/>
                  <a:pt x="71521" y="54713"/>
                </a:cubicBezTo>
                <a:cubicBezTo>
                  <a:pt x="70701" y="55381"/>
                  <a:pt x="69819" y="55989"/>
                  <a:pt x="68846" y="56476"/>
                </a:cubicBezTo>
                <a:cubicBezTo>
                  <a:pt x="68664" y="56567"/>
                  <a:pt x="68877" y="56749"/>
                  <a:pt x="68725" y="56840"/>
                </a:cubicBezTo>
                <a:cubicBezTo>
                  <a:pt x="68846" y="56901"/>
                  <a:pt x="68998" y="56871"/>
                  <a:pt x="69120" y="56810"/>
                </a:cubicBezTo>
                <a:cubicBezTo>
                  <a:pt x="69029" y="57144"/>
                  <a:pt x="69485" y="57205"/>
                  <a:pt x="69667" y="57357"/>
                </a:cubicBezTo>
                <a:lnTo>
                  <a:pt x="69485" y="57448"/>
                </a:lnTo>
                <a:lnTo>
                  <a:pt x="69302" y="57539"/>
                </a:lnTo>
                <a:cubicBezTo>
                  <a:pt x="69302" y="57266"/>
                  <a:pt x="69150" y="57083"/>
                  <a:pt x="68816" y="57235"/>
                </a:cubicBezTo>
                <a:cubicBezTo>
                  <a:pt x="68877" y="57509"/>
                  <a:pt x="69150" y="57175"/>
                  <a:pt x="69211" y="57509"/>
                </a:cubicBezTo>
                <a:cubicBezTo>
                  <a:pt x="68755" y="57479"/>
                  <a:pt x="68573" y="57752"/>
                  <a:pt x="68330" y="58056"/>
                </a:cubicBezTo>
                <a:cubicBezTo>
                  <a:pt x="68573" y="58147"/>
                  <a:pt x="68664" y="57843"/>
                  <a:pt x="68877" y="57783"/>
                </a:cubicBezTo>
                <a:cubicBezTo>
                  <a:pt x="69181" y="57691"/>
                  <a:pt x="69515" y="57661"/>
                  <a:pt x="69849" y="57661"/>
                </a:cubicBezTo>
                <a:cubicBezTo>
                  <a:pt x="69758" y="57813"/>
                  <a:pt x="69697" y="58208"/>
                  <a:pt x="70062" y="58087"/>
                </a:cubicBezTo>
                <a:cubicBezTo>
                  <a:pt x="69819" y="58330"/>
                  <a:pt x="69606" y="58603"/>
                  <a:pt x="69424" y="58907"/>
                </a:cubicBezTo>
                <a:cubicBezTo>
                  <a:pt x="69181" y="59090"/>
                  <a:pt x="69150" y="58846"/>
                  <a:pt x="68968" y="58938"/>
                </a:cubicBezTo>
                <a:cubicBezTo>
                  <a:pt x="68664" y="58998"/>
                  <a:pt x="68512" y="59211"/>
                  <a:pt x="68238" y="59333"/>
                </a:cubicBezTo>
                <a:cubicBezTo>
                  <a:pt x="68087" y="59424"/>
                  <a:pt x="68026" y="59333"/>
                  <a:pt x="67904" y="59394"/>
                </a:cubicBezTo>
                <a:cubicBezTo>
                  <a:pt x="67661" y="59546"/>
                  <a:pt x="67357" y="59697"/>
                  <a:pt x="67083" y="59789"/>
                </a:cubicBezTo>
                <a:cubicBezTo>
                  <a:pt x="66476" y="59941"/>
                  <a:pt x="65290" y="60397"/>
                  <a:pt x="64652" y="60549"/>
                </a:cubicBezTo>
                <a:cubicBezTo>
                  <a:pt x="64469" y="60609"/>
                  <a:pt x="64135" y="60457"/>
                  <a:pt x="64105" y="60792"/>
                </a:cubicBezTo>
                <a:cubicBezTo>
                  <a:pt x="63862" y="60913"/>
                  <a:pt x="63862" y="60670"/>
                  <a:pt x="63679" y="60731"/>
                </a:cubicBezTo>
                <a:cubicBezTo>
                  <a:pt x="63497" y="60792"/>
                  <a:pt x="63527" y="60822"/>
                  <a:pt x="63527" y="60944"/>
                </a:cubicBezTo>
                <a:cubicBezTo>
                  <a:pt x="63223" y="61065"/>
                  <a:pt x="63345" y="60701"/>
                  <a:pt x="63102" y="60792"/>
                </a:cubicBezTo>
                <a:cubicBezTo>
                  <a:pt x="62737" y="60792"/>
                  <a:pt x="62615" y="61096"/>
                  <a:pt x="62342" y="60944"/>
                </a:cubicBezTo>
                <a:cubicBezTo>
                  <a:pt x="62220" y="61005"/>
                  <a:pt x="62281" y="61126"/>
                  <a:pt x="62281" y="61217"/>
                </a:cubicBezTo>
                <a:cubicBezTo>
                  <a:pt x="61855" y="61126"/>
                  <a:pt x="61430" y="61187"/>
                  <a:pt x="61035" y="61308"/>
                </a:cubicBezTo>
                <a:cubicBezTo>
                  <a:pt x="60944" y="61369"/>
                  <a:pt x="60913" y="61491"/>
                  <a:pt x="60883" y="61582"/>
                </a:cubicBezTo>
                <a:cubicBezTo>
                  <a:pt x="59819" y="61795"/>
                  <a:pt x="57266" y="62190"/>
                  <a:pt x="55594" y="62615"/>
                </a:cubicBezTo>
                <a:cubicBezTo>
                  <a:pt x="55320" y="62676"/>
                  <a:pt x="55138" y="62828"/>
                  <a:pt x="54864" y="62919"/>
                </a:cubicBezTo>
                <a:cubicBezTo>
                  <a:pt x="54287" y="63071"/>
                  <a:pt x="53679" y="63041"/>
                  <a:pt x="53223" y="63284"/>
                </a:cubicBezTo>
                <a:cubicBezTo>
                  <a:pt x="53709" y="63284"/>
                  <a:pt x="53588" y="63467"/>
                  <a:pt x="53071" y="63558"/>
                </a:cubicBezTo>
                <a:cubicBezTo>
                  <a:pt x="53375" y="63497"/>
                  <a:pt x="51187" y="63862"/>
                  <a:pt x="50396" y="64044"/>
                </a:cubicBezTo>
                <a:cubicBezTo>
                  <a:pt x="50244" y="64074"/>
                  <a:pt x="50214" y="63983"/>
                  <a:pt x="50092" y="63983"/>
                </a:cubicBezTo>
                <a:cubicBezTo>
                  <a:pt x="49879" y="64074"/>
                  <a:pt x="49667" y="64135"/>
                  <a:pt x="49454" y="64196"/>
                </a:cubicBezTo>
                <a:cubicBezTo>
                  <a:pt x="49241" y="64196"/>
                  <a:pt x="49059" y="64166"/>
                  <a:pt x="48968" y="64196"/>
                </a:cubicBezTo>
                <a:cubicBezTo>
                  <a:pt x="48755" y="64226"/>
                  <a:pt x="48633" y="64470"/>
                  <a:pt x="48147" y="64470"/>
                </a:cubicBezTo>
                <a:cubicBezTo>
                  <a:pt x="48025" y="64470"/>
                  <a:pt x="47934" y="64409"/>
                  <a:pt x="47843" y="64348"/>
                </a:cubicBezTo>
                <a:cubicBezTo>
                  <a:pt x="47691" y="64378"/>
                  <a:pt x="47569" y="64622"/>
                  <a:pt x="47417" y="64682"/>
                </a:cubicBezTo>
                <a:cubicBezTo>
                  <a:pt x="47357" y="64682"/>
                  <a:pt x="47235" y="64622"/>
                  <a:pt x="47113" y="64652"/>
                </a:cubicBezTo>
                <a:cubicBezTo>
                  <a:pt x="46870" y="64682"/>
                  <a:pt x="46658" y="64865"/>
                  <a:pt x="46384" y="64926"/>
                </a:cubicBezTo>
                <a:cubicBezTo>
                  <a:pt x="46110" y="64956"/>
                  <a:pt x="45107" y="65047"/>
                  <a:pt x="44773" y="65138"/>
                </a:cubicBezTo>
                <a:cubicBezTo>
                  <a:pt x="44682" y="65169"/>
                  <a:pt x="44712" y="65381"/>
                  <a:pt x="44499" y="65351"/>
                </a:cubicBezTo>
                <a:cubicBezTo>
                  <a:pt x="44469" y="65229"/>
                  <a:pt x="44591" y="65199"/>
                  <a:pt x="44560" y="65078"/>
                </a:cubicBezTo>
                <a:cubicBezTo>
                  <a:pt x="44408" y="65078"/>
                  <a:pt x="44378" y="65199"/>
                  <a:pt x="44195" y="65229"/>
                </a:cubicBezTo>
                <a:cubicBezTo>
                  <a:pt x="44195" y="65321"/>
                  <a:pt x="44226" y="65351"/>
                  <a:pt x="44317" y="65381"/>
                </a:cubicBezTo>
                <a:cubicBezTo>
                  <a:pt x="44317" y="65594"/>
                  <a:pt x="44013" y="65412"/>
                  <a:pt x="44104" y="65229"/>
                </a:cubicBezTo>
                <a:cubicBezTo>
                  <a:pt x="43922" y="65351"/>
                  <a:pt x="43740" y="65412"/>
                  <a:pt x="43527" y="65381"/>
                </a:cubicBezTo>
                <a:cubicBezTo>
                  <a:pt x="43466" y="65381"/>
                  <a:pt x="43040" y="65625"/>
                  <a:pt x="42888" y="65625"/>
                </a:cubicBezTo>
                <a:cubicBezTo>
                  <a:pt x="42737" y="65655"/>
                  <a:pt x="42524" y="65594"/>
                  <a:pt x="42311" y="65625"/>
                </a:cubicBezTo>
                <a:cubicBezTo>
                  <a:pt x="41733" y="65716"/>
                  <a:pt x="41004" y="65898"/>
                  <a:pt x="40487" y="65898"/>
                </a:cubicBezTo>
                <a:cubicBezTo>
                  <a:pt x="40244" y="65898"/>
                  <a:pt x="39970" y="66111"/>
                  <a:pt x="39727" y="66141"/>
                </a:cubicBezTo>
                <a:cubicBezTo>
                  <a:pt x="39575" y="66172"/>
                  <a:pt x="39545" y="66111"/>
                  <a:pt x="39423" y="66081"/>
                </a:cubicBezTo>
                <a:cubicBezTo>
                  <a:pt x="39150" y="66081"/>
                  <a:pt x="38876" y="66233"/>
                  <a:pt x="38663" y="66233"/>
                </a:cubicBezTo>
                <a:cubicBezTo>
                  <a:pt x="38511" y="66202"/>
                  <a:pt x="38329" y="66172"/>
                  <a:pt x="38177" y="66111"/>
                </a:cubicBezTo>
                <a:cubicBezTo>
                  <a:pt x="37964" y="66081"/>
                  <a:pt x="37782" y="66050"/>
                  <a:pt x="37600" y="66081"/>
                </a:cubicBezTo>
                <a:cubicBezTo>
                  <a:pt x="37508" y="66081"/>
                  <a:pt x="37326" y="66233"/>
                  <a:pt x="37296" y="66263"/>
                </a:cubicBezTo>
                <a:cubicBezTo>
                  <a:pt x="37144" y="66263"/>
                  <a:pt x="37144" y="66202"/>
                  <a:pt x="37022" y="66202"/>
                </a:cubicBezTo>
                <a:cubicBezTo>
                  <a:pt x="36870" y="66202"/>
                  <a:pt x="36809" y="66293"/>
                  <a:pt x="36627" y="66293"/>
                </a:cubicBezTo>
                <a:cubicBezTo>
                  <a:pt x="36445" y="66293"/>
                  <a:pt x="36232" y="66202"/>
                  <a:pt x="36049" y="66233"/>
                </a:cubicBezTo>
                <a:cubicBezTo>
                  <a:pt x="35745" y="66263"/>
                  <a:pt x="35016" y="66628"/>
                  <a:pt x="34469" y="66385"/>
                </a:cubicBezTo>
                <a:cubicBezTo>
                  <a:pt x="34408" y="66537"/>
                  <a:pt x="33679" y="66628"/>
                  <a:pt x="33101" y="66628"/>
                </a:cubicBezTo>
                <a:cubicBezTo>
                  <a:pt x="32949" y="66628"/>
                  <a:pt x="32736" y="66537"/>
                  <a:pt x="32584" y="66537"/>
                </a:cubicBezTo>
                <a:cubicBezTo>
                  <a:pt x="31520" y="66597"/>
                  <a:pt x="30426" y="66780"/>
                  <a:pt x="29484" y="66597"/>
                </a:cubicBezTo>
                <a:cubicBezTo>
                  <a:pt x="29302" y="66567"/>
                  <a:pt x="29150" y="66324"/>
                  <a:pt x="28906" y="66476"/>
                </a:cubicBezTo>
                <a:cubicBezTo>
                  <a:pt x="28906" y="66567"/>
                  <a:pt x="29089" y="66537"/>
                  <a:pt x="29180" y="66567"/>
                </a:cubicBezTo>
                <a:cubicBezTo>
                  <a:pt x="28967" y="66688"/>
                  <a:pt x="28025" y="66688"/>
                  <a:pt x="28086" y="66324"/>
                </a:cubicBezTo>
                <a:cubicBezTo>
                  <a:pt x="28025" y="66537"/>
                  <a:pt x="27843" y="66385"/>
                  <a:pt x="27478" y="66415"/>
                </a:cubicBezTo>
                <a:cubicBezTo>
                  <a:pt x="27174" y="66537"/>
                  <a:pt x="26870" y="66567"/>
                  <a:pt x="26536" y="66476"/>
                </a:cubicBezTo>
                <a:cubicBezTo>
                  <a:pt x="26536" y="66293"/>
                  <a:pt x="26718" y="66324"/>
                  <a:pt x="26870" y="66354"/>
                </a:cubicBezTo>
                <a:cubicBezTo>
                  <a:pt x="26809" y="66263"/>
                  <a:pt x="26688" y="66020"/>
                  <a:pt x="27022" y="66111"/>
                </a:cubicBezTo>
                <a:cubicBezTo>
                  <a:pt x="26961" y="65868"/>
                  <a:pt x="26779" y="66172"/>
                  <a:pt x="26596" y="66050"/>
                </a:cubicBezTo>
                <a:cubicBezTo>
                  <a:pt x="26688" y="65989"/>
                  <a:pt x="26748" y="65868"/>
                  <a:pt x="26748" y="65746"/>
                </a:cubicBezTo>
                <a:cubicBezTo>
                  <a:pt x="26475" y="65655"/>
                  <a:pt x="26475" y="65837"/>
                  <a:pt x="26232" y="65777"/>
                </a:cubicBezTo>
                <a:cubicBezTo>
                  <a:pt x="26414" y="65442"/>
                  <a:pt x="25988" y="65321"/>
                  <a:pt x="25776" y="65442"/>
                </a:cubicBezTo>
                <a:cubicBezTo>
                  <a:pt x="25867" y="65746"/>
                  <a:pt x="26292" y="65837"/>
                  <a:pt x="26292" y="66172"/>
                </a:cubicBezTo>
                <a:cubicBezTo>
                  <a:pt x="26110" y="66293"/>
                  <a:pt x="25836" y="66263"/>
                  <a:pt x="25715" y="66445"/>
                </a:cubicBezTo>
                <a:cubicBezTo>
                  <a:pt x="25593" y="66324"/>
                  <a:pt x="25624" y="66111"/>
                  <a:pt x="25502" y="65989"/>
                </a:cubicBezTo>
                <a:cubicBezTo>
                  <a:pt x="25198" y="65989"/>
                  <a:pt x="25168" y="66354"/>
                  <a:pt x="25533" y="66354"/>
                </a:cubicBezTo>
                <a:cubicBezTo>
                  <a:pt x="25137" y="66597"/>
                  <a:pt x="24925" y="66050"/>
                  <a:pt x="24894" y="65807"/>
                </a:cubicBezTo>
                <a:cubicBezTo>
                  <a:pt x="24681" y="65959"/>
                  <a:pt x="24286" y="65868"/>
                  <a:pt x="24286" y="66263"/>
                </a:cubicBezTo>
                <a:cubicBezTo>
                  <a:pt x="24134" y="66233"/>
                  <a:pt x="24013" y="66202"/>
                  <a:pt x="23952" y="66293"/>
                </a:cubicBezTo>
                <a:cubicBezTo>
                  <a:pt x="23800" y="66111"/>
                  <a:pt x="23314" y="66050"/>
                  <a:pt x="23344" y="65746"/>
                </a:cubicBezTo>
                <a:cubicBezTo>
                  <a:pt x="23618" y="65777"/>
                  <a:pt x="23861" y="65837"/>
                  <a:pt x="23709" y="66081"/>
                </a:cubicBezTo>
                <a:lnTo>
                  <a:pt x="24195" y="66172"/>
                </a:lnTo>
                <a:cubicBezTo>
                  <a:pt x="24347" y="65898"/>
                  <a:pt x="23739" y="65989"/>
                  <a:pt x="23891" y="65685"/>
                </a:cubicBezTo>
                <a:cubicBezTo>
                  <a:pt x="24226" y="65655"/>
                  <a:pt x="24165" y="65685"/>
                  <a:pt x="24377" y="65868"/>
                </a:cubicBezTo>
                <a:cubicBezTo>
                  <a:pt x="24377" y="65594"/>
                  <a:pt x="23952" y="65564"/>
                  <a:pt x="23952" y="65290"/>
                </a:cubicBezTo>
                <a:cubicBezTo>
                  <a:pt x="23648" y="65199"/>
                  <a:pt x="23466" y="65473"/>
                  <a:pt x="23253" y="65229"/>
                </a:cubicBezTo>
                <a:cubicBezTo>
                  <a:pt x="23344" y="64834"/>
                  <a:pt x="24104" y="64774"/>
                  <a:pt x="24013" y="64530"/>
                </a:cubicBezTo>
                <a:cubicBezTo>
                  <a:pt x="24256" y="64439"/>
                  <a:pt x="24529" y="64713"/>
                  <a:pt x="24894" y="64652"/>
                </a:cubicBezTo>
                <a:cubicBezTo>
                  <a:pt x="24712" y="64774"/>
                  <a:pt x="24894" y="64743"/>
                  <a:pt x="24833" y="64956"/>
                </a:cubicBezTo>
                <a:cubicBezTo>
                  <a:pt x="25289" y="65078"/>
                  <a:pt x="25137" y="64470"/>
                  <a:pt x="25593" y="64591"/>
                </a:cubicBezTo>
                <a:cubicBezTo>
                  <a:pt x="25867" y="64622"/>
                  <a:pt x="25715" y="64682"/>
                  <a:pt x="25685" y="64774"/>
                </a:cubicBezTo>
                <a:cubicBezTo>
                  <a:pt x="25897" y="64865"/>
                  <a:pt x="25836" y="64652"/>
                  <a:pt x="25988" y="64652"/>
                </a:cubicBezTo>
                <a:cubicBezTo>
                  <a:pt x="26444" y="64622"/>
                  <a:pt x="26323" y="64926"/>
                  <a:pt x="26748" y="64926"/>
                </a:cubicBezTo>
                <a:cubicBezTo>
                  <a:pt x="27083" y="64834"/>
                  <a:pt x="26566" y="64682"/>
                  <a:pt x="26718" y="64500"/>
                </a:cubicBezTo>
                <a:cubicBezTo>
                  <a:pt x="26748" y="64652"/>
                  <a:pt x="27174" y="64561"/>
                  <a:pt x="27174" y="64713"/>
                </a:cubicBezTo>
                <a:cubicBezTo>
                  <a:pt x="27417" y="64713"/>
                  <a:pt x="27083" y="64500"/>
                  <a:pt x="26992" y="64439"/>
                </a:cubicBezTo>
                <a:cubicBezTo>
                  <a:pt x="27265" y="64348"/>
                  <a:pt x="27691" y="64622"/>
                  <a:pt x="27995" y="64409"/>
                </a:cubicBezTo>
                <a:cubicBezTo>
                  <a:pt x="27843" y="64105"/>
                  <a:pt x="27630" y="64500"/>
                  <a:pt x="27417" y="64409"/>
                </a:cubicBezTo>
                <a:cubicBezTo>
                  <a:pt x="27387" y="64226"/>
                  <a:pt x="27022" y="64135"/>
                  <a:pt x="27265" y="63983"/>
                </a:cubicBezTo>
                <a:cubicBezTo>
                  <a:pt x="26840" y="63831"/>
                  <a:pt x="26870" y="64166"/>
                  <a:pt x="26475" y="64044"/>
                </a:cubicBezTo>
                <a:cubicBezTo>
                  <a:pt x="26110" y="63922"/>
                  <a:pt x="26444" y="63831"/>
                  <a:pt x="26019" y="63892"/>
                </a:cubicBezTo>
                <a:cubicBezTo>
                  <a:pt x="25867" y="63953"/>
                  <a:pt x="25685" y="63983"/>
                  <a:pt x="25502" y="63983"/>
                </a:cubicBezTo>
                <a:cubicBezTo>
                  <a:pt x="25320" y="63831"/>
                  <a:pt x="25107" y="63710"/>
                  <a:pt x="24894" y="63619"/>
                </a:cubicBezTo>
                <a:cubicBezTo>
                  <a:pt x="24560" y="63649"/>
                  <a:pt x="25137" y="63710"/>
                  <a:pt x="24925" y="63892"/>
                </a:cubicBezTo>
                <a:cubicBezTo>
                  <a:pt x="24529" y="64074"/>
                  <a:pt x="23800" y="63497"/>
                  <a:pt x="23557" y="63771"/>
                </a:cubicBezTo>
                <a:cubicBezTo>
                  <a:pt x="23405" y="63588"/>
                  <a:pt x="23192" y="63467"/>
                  <a:pt x="22949" y="63467"/>
                </a:cubicBezTo>
                <a:cubicBezTo>
                  <a:pt x="23222" y="63102"/>
                  <a:pt x="23435" y="63740"/>
                  <a:pt x="23709" y="63558"/>
                </a:cubicBezTo>
                <a:cubicBezTo>
                  <a:pt x="23435" y="63163"/>
                  <a:pt x="23040" y="62889"/>
                  <a:pt x="22797" y="62494"/>
                </a:cubicBezTo>
                <a:cubicBezTo>
                  <a:pt x="22402" y="62646"/>
                  <a:pt x="22919" y="62980"/>
                  <a:pt x="23131" y="63102"/>
                </a:cubicBezTo>
                <a:cubicBezTo>
                  <a:pt x="23010" y="63375"/>
                  <a:pt x="22402" y="62919"/>
                  <a:pt x="22432" y="63406"/>
                </a:cubicBezTo>
                <a:cubicBezTo>
                  <a:pt x="22280" y="63375"/>
                  <a:pt x="22219" y="63284"/>
                  <a:pt x="22189" y="63163"/>
                </a:cubicBezTo>
                <a:cubicBezTo>
                  <a:pt x="21976" y="63345"/>
                  <a:pt x="21520" y="63163"/>
                  <a:pt x="21125" y="63041"/>
                </a:cubicBezTo>
                <a:cubicBezTo>
                  <a:pt x="21216" y="62889"/>
                  <a:pt x="21551" y="63132"/>
                  <a:pt x="21581" y="62919"/>
                </a:cubicBezTo>
                <a:cubicBezTo>
                  <a:pt x="21399" y="62737"/>
                  <a:pt x="21186" y="62615"/>
                  <a:pt x="21004" y="62494"/>
                </a:cubicBezTo>
                <a:cubicBezTo>
                  <a:pt x="20760" y="62433"/>
                  <a:pt x="20730" y="62676"/>
                  <a:pt x="20669" y="62889"/>
                </a:cubicBezTo>
                <a:cubicBezTo>
                  <a:pt x="20456" y="62798"/>
                  <a:pt x="19940" y="62767"/>
                  <a:pt x="19940" y="62555"/>
                </a:cubicBezTo>
                <a:cubicBezTo>
                  <a:pt x="20061" y="62190"/>
                  <a:pt x="20304" y="62828"/>
                  <a:pt x="20548" y="62615"/>
                </a:cubicBezTo>
                <a:cubicBezTo>
                  <a:pt x="20426" y="62190"/>
                  <a:pt x="20001" y="62494"/>
                  <a:pt x="19757" y="62220"/>
                </a:cubicBezTo>
                <a:cubicBezTo>
                  <a:pt x="19697" y="62372"/>
                  <a:pt x="19818" y="62433"/>
                  <a:pt x="19727" y="62555"/>
                </a:cubicBezTo>
                <a:lnTo>
                  <a:pt x="18906" y="62251"/>
                </a:lnTo>
                <a:cubicBezTo>
                  <a:pt x="18694" y="61947"/>
                  <a:pt x="19545" y="62555"/>
                  <a:pt x="19545" y="62251"/>
                </a:cubicBezTo>
                <a:cubicBezTo>
                  <a:pt x="19393" y="61977"/>
                  <a:pt x="18845" y="62099"/>
                  <a:pt x="18542" y="61916"/>
                </a:cubicBezTo>
                <a:cubicBezTo>
                  <a:pt x="18906" y="62342"/>
                  <a:pt x="17964" y="61856"/>
                  <a:pt x="17660" y="61704"/>
                </a:cubicBezTo>
                <a:cubicBezTo>
                  <a:pt x="17447" y="61460"/>
                  <a:pt x="18116" y="61886"/>
                  <a:pt x="18329" y="61916"/>
                </a:cubicBezTo>
                <a:cubicBezTo>
                  <a:pt x="18329" y="61552"/>
                  <a:pt x="17660" y="61552"/>
                  <a:pt x="17417" y="61491"/>
                </a:cubicBezTo>
                <a:cubicBezTo>
                  <a:pt x="17295" y="61187"/>
                  <a:pt x="16748" y="60731"/>
                  <a:pt x="16353" y="60822"/>
                </a:cubicBezTo>
                <a:cubicBezTo>
                  <a:pt x="16383" y="61065"/>
                  <a:pt x="16931" y="61187"/>
                  <a:pt x="17174" y="61369"/>
                </a:cubicBezTo>
                <a:cubicBezTo>
                  <a:pt x="17113" y="61521"/>
                  <a:pt x="16839" y="61248"/>
                  <a:pt x="16687" y="61217"/>
                </a:cubicBezTo>
                <a:cubicBezTo>
                  <a:pt x="16383" y="61035"/>
                  <a:pt x="16049" y="60792"/>
                  <a:pt x="15836" y="60944"/>
                </a:cubicBezTo>
                <a:cubicBezTo>
                  <a:pt x="15441" y="60488"/>
                  <a:pt x="15076" y="60336"/>
                  <a:pt x="14499" y="59880"/>
                </a:cubicBezTo>
                <a:cubicBezTo>
                  <a:pt x="14408" y="59819"/>
                  <a:pt x="14377" y="59971"/>
                  <a:pt x="14256" y="59910"/>
                </a:cubicBezTo>
                <a:cubicBezTo>
                  <a:pt x="14013" y="59758"/>
                  <a:pt x="14043" y="59606"/>
                  <a:pt x="14195" y="59454"/>
                </a:cubicBezTo>
                <a:cubicBezTo>
                  <a:pt x="13496" y="59302"/>
                  <a:pt x="13435" y="58725"/>
                  <a:pt x="12888" y="58451"/>
                </a:cubicBezTo>
                <a:cubicBezTo>
                  <a:pt x="12858" y="58178"/>
                  <a:pt x="13040" y="58360"/>
                  <a:pt x="13192" y="58269"/>
                </a:cubicBezTo>
                <a:cubicBezTo>
                  <a:pt x="13040" y="58178"/>
                  <a:pt x="13101" y="58087"/>
                  <a:pt x="13010" y="57995"/>
                </a:cubicBezTo>
                <a:cubicBezTo>
                  <a:pt x="12918" y="57904"/>
                  <a:pt x="12766" y="58087"/>
                  <a:pt x="12858" y="58178"/>
                </a:cubicBezTo>
                <a:cubicBezTo>
                  <a:pt x="12432" y="58238"/>
                  <a:pt x="12250" y="57813"/>
                  <a:pt x="11885" y="57631"/>
                </a:cubicBezTo>
                <a:cubicBezTo>
                  <a:pt x="11794" y="57722"/>
                  <a:pt x="11702" y="57783"/>
                  <a:pt x="11763" y="57874"/>
                </a:cubicBezTo>
                <a:cubicBezTo>
                  <a:pt x="11490" y="57843"/>
                  <a:pt x="11459" y="57448"/>
                  <a:pt x="11095" y="57266"/>
                </a:cubicBezTo>
                <a:cubicBezTo>
                  <a:pt x="11368" y="57327"/>
                  <a:pt x="11459" y="56992"/>
                  <a:pt x="11338" y="56810"/>
                </a:cubicBezTo>
                <a:cubicBezTo>
                  <a:pt x="11581" y="56688"/>
                  <a:pt x="11429" y="57023"/>
                  <a:pt x="11611" y="57083"/>
                </a:cubicBezTo>
                <a:cubicBezTo>
                  <a:pt x="11733" y="56992"/>
                  <a:pt x="11733" y="56840"/>
                  <a:pt x="11611" y="56719"/>
                </a:cubicBezTo>
                <a:cubicBezTo>
                  <a:pt x="11277" y="56445"/>
                  <a:pt x="11307" y="57023"/>
                  <a:pt x="11034" y="56931"/>
                </a:cubicBezTo>
                <a:cubicBezTo>
                  <a:pt x="10912" y="56597"/>
                  <a:pt x="10699" y="56293"/>
                  <a:pt x="10456" y="56020"/>
                </a:cubicBezTo>
                <a:lnTo>
                  <a:pt x="10639" y="55868"/>
                </a:lnTo>
                <a:cubicBezTo>
                  <a:pt x="10365" y="55503"/>
                  <a:pt x="10061" y="55533"/>
                  <a:pt x="9757" y="55077"/>
                </a:cubicBezTo>
                <a:cubicBezTo>
                  <a:pt x="10031" y="55077"/>
                  <a:pt x="9818" y="54834"/>
                  <a:pt x="9848" y="54773"/>
                </a:cubicBezTo>
                <a:cubicBezTo>
                  <a:pt x="9879" y="54713"/>
                  <a:pt x="10183" y="54621"/>
                  <a:pt x="10000" y="54439"/>
                </a:cubicBezTo>
                <a:cubicBezTo>
                  <a:pt x="9666" y="54287"/>
                  <a:pt x="10000" y="54865"/>
                  <a:pt x="9636" y="54925"/>
                </a:cubicBezTo>
                <a:cubicBezTo>
                  <a:pt x="9362" y="54621"/>
                  <a:pt x="9727" y="54530"/>
                  <a:pt x="9453" y="54226"/>
                </a:cubicBezTo>
                <a:cubicBezTo>
                  <a:pt x="9362" y="54135"/>
                  <a:pt x="9332" y="54287"/>
                  <a:pt x="9362" y="54409"/>
                </a:cubicBezTo>
                <a:cubicBezTo>
                  <a:pt x="9058" y="54348"/>
                  <a:pt x="9210" y="54014"/>
                  <a:pt x="9088" y="53770"/>
                </a:cubicBezTo>
                <a:cubicBezTo>
                  <a:pt x="8936" y="53558"/>
                  <a:pt x="8663" y="53406"/>
                  <a:pt x="8541" y="53193"/>
                </a:cubicBezTo>
                <a:cubicBezTo>
                  <a:pt x="8389" y="53010"/>
                  <a:pt x="8389" y="52737"/>
                  <a:pt x="8177" y="52615"/>
                </a:cubicBezTo>
                <a:cubicBezTo>
                  <a:pt x="8298" y="52524"/>
                  <a:pt x="8359" y="52615"/>
                  <a:pt x="8450" y="52585"/>
                </a:cubicBezTo>
                <a:cubicBezTo>
                  <a:pt x="8329" y="52311"/>
                  <a:pt x="8055" y="52372"/>
                  <a:pt x="8116" y="52099"/>
                </a:cubicBezTo>
                <a:cubicBezTo>
                  <a:pt x="8268" y="52007"/>
                  <a:pt x="8329" y="52311"/>
                  <a:pt x="8450" y="52251"/>
                </a:cubicBezTo>
                <a:cubicBezTo>
                  <a:pt x="8389" y="51886"/>
                  <a:pt x="8146" y="52099"/>
                  <a:pt x="8055" y="51825"/>
                </a:cubicBezTo>
                <a:cubicBezTo>
                  <a:pt x="7873" y="51977"/>
                  <a:pt x="8055" y="52281"/>
                  <a:pt x="7781" y="52403"/>
                </a:cubicBezTo>
                <a:cubicBezTo>
                  <a:pt x="7781" y="52311"/>
                  <a:pt x="7599" y="52129"/>
                  <a:pt x="7629" y="52038"/>
                </a:cubicBezTo>
                <a:cubicBezTo>
                  <a:pt x="7629" y="51977"/>
                  <a:pt x="7781" y="52129"/>
                  <a:pt x="7812" y="52038"/>
                </a:cubicBezTo>
                <a:cubicBezTo>
                  <a:pt x="7903" y="51703"/>
                  <a:pt x="7873" y="51339"/>
                  <a:pt x="7751" y="51004"/>
                </a:cubicBezTo>
                <a:cubicBezTo>
                  <a:pt x="7569" y="50792"/>
                  <a:pt x="7721" y="51339"/>
                  <a:pt x="7447" y="51126"/>
                </a:cubicBezTo>
                <a:cubicBezTo>
                  <a:pt x="7386" y="50883"/>
                  <a:pt x="7326" y="50640"/>
                  <a:pt x="7265" y="50366"/>
                </a:cubicBezTo>
                <a:lnTo>
                  <a:pt x="7508" y="50275"/>
                </a:lnTo>
                <a:cubicBezTo>
                  <a:pt x="7538" y="50032"/>
                  <a:pt x="7386" y="50092"/>
                  <a:pt x="7356" y="49910"/>
                </a:cubicBezTo>
                <a:cubicBezTo>
                  <a:pt x="7295" y="49606"/>
                  <a:pt x="7508" y="49485"/>
                  <a:pt x="7052" y="49424"/>
                </a:cubicBezTo>
                <a:cubicBezTo>
                  <a:pt x="7052" y="49637"/>
                  <a:pt x="7052" y="50123"/>
                  <a:pt x="6809" y="49637"/>
                </a:cubicBezTo>
                <a:cubicBezTo>
                  <a:pt x="6687" y="49849"/>
                  <a:pt x="7052" y="50336"/>
                  <a:pt x="7113" y="50640"/>
                </a:cubicBezTo>
                <a:cubicBezTo>
                  <a:pt x="6870" y="50792"/>
                  <a:pt x="6809" y="50305"/>
                  <a:pt x="6718" y="50092"/>
                </a:cubicBezTo>
                <a:lnTo>
                  <a:pt x="6383" y="49272"/>
                </a:lnTo>
                <a:lnTo>
                  <a:pt x="6748" y="49120"/>
                </a:lnTo>
                <a:cubicBezTo>
                  <a:pt x="6626" y="48755"/>
                  <a:pt x="6414" y="48694"/>
                  <a:pt x="6231" y="48907"/>
                </a:cubicBezTo>
                <a:cubicBezTo>
                  <a:pt x="6170" y="48755"/>
                  <a:pt x="6110" y="48542"/>
                  <a:pt x="6049" y="48360"/>
                </a:cubicBezTo>
                <a:cubicBezTo>
                  <a:pt x="6140" y="48360"/>
                  <a:pt x="6231" y="48481"/>
                  <a:pt x="6322" y="48481"/>
                </a:cubicBezTo>
                <a:cubicBezTo>
                  <a:pt x="6140" y="48086"/>
                  <a:pt x="6292" y="47874"/>
                  <a:pt x="6079" y="47448"/>
                </a:cubicBezTo>
                <a:cubicBezTo>
                  <a:pt x="6140" y="47448"/>
                  <a:pt x="6201" y="47509"/>
                  <a:pt x="6262" y="47478"/>
                </a:cubicBezTo>
                <a:cubicBezTo>
                  <a:pt x="6110" y="46749"/>
                  <a:pt x="5897" y="46415"/>
                  <a:pt x="5836" y="45715"/>
                </a:cubicBezTo>
                <a:cubicBezTo>
                  <a:pt x="5532" y="45715"/>
                  <a:pt x="5380" y="45472"/>
                  <a:pt x="5319" y="44956"/>
                </a:cubicBezTo>
                <a:cubicBezTo>
                  <a:pt x="5015" y="45077"/>
                  <a:pt x="5532" y="45472"/>
                  <a:pt x="5350" y="45746"/>
                </a:cubicBezTo>
                <a:cubicBezTo>
                  <a:pt x="5107" y="45624"/>
                  <a:pt x="5137" y="45047"/>
                  <a:pt x="4985" y="44743"/>
                </a:cubicBezTo>
                <a:cubicBezTo>
                  <a:pt x="5137" y="44682"/>
                  <a:pt x="5167" y="44773"/>
                  <a:pt x="5198" y="44895"/>
                </a:cubicBezTo>
                <a:cubicBezTo>
                  <a:pt x="5198" y="44560"/>
                  <a:pt x="5502" y="44834"/>
                  <a:pt x="5563" y="44621"/>
                </a:cubicBezTo>
                <a:cubicBezTo>
                  <a:pt x="5532" y="44165"/>
                  <a:pt x="5380" y="44804"/>
                  <a:pt x="5289" y="44500"/>
                </a:cubicBezTo>
                <a:cubicBezTo>
                  <a:pt x="5107" y="44074"/>
                  <a:pt x="5593" y="44196"/>
                  <a:pt x="5411" y="43770"/>
                </a:cubicBezTo>
                <a:cubicBezTo>
                  <a:pt x="5350" y="43618"/>
                  <a:pt x="5137" y="43983"/>
                  <a:pt x="4985" y="43770"/>
                </a:cubicBezTo>
                <a:cubicBezTo>
                  <a:pt x="5137" y="43497"/>
                  <a:pt x="4681" y="42980"/>
                  <a:pt x="5046" y="43162"/>
                </a:cubicBezTo>
                <a:cubicBezTo>
                  <a:pt x="4803" y="42767"/>
                  <a:pt x="4711" y="42311"/>
                  <a:pt x="4742" y="41855"/>
                </a:cubicBezTo>
                <a:cubicBezTo>
                  <a:pt x="4347" y="41764"/>
                  <a:pt x="4590" y="42281"/>
                  <a:pt x="4590" y="42554"/>
                </a:cubicBezTo>
                <a:cubicBezTo>
                  <a:pt x="4256" y="42524"/>
                  <a:pt x="4499" y="42159"/>
                  <a:pt x="4438" y="41886"/>
                </a:cubicBezTo>
                <a:cubicBezTo>
                  <a:pt x="4377" y="41642"/>
                  <a:pt x="4195" y="41582"/>
                  <a:pt x="4195" y="41339"/>
                </a:cubicBezTo>
                <a:cubicBezTo>
                  <a:pt x="4468" y="41217"/>
                  <a:pt x="4499" y="41430"/>
                  <a:pt x="4499" y="41703"/>
                </a:cubicBezTo>
                <a:cubicBezTo>
                  <a:pt x="4681" y="41673"/>
                  <a:pt x="4651" y="41430"/>
                  <a:pt x="4590" y="41187"/>
                </a:cubicBezTo>
                <a:cubicBezTo>
                  <a:pt x="4803" y="41217"/>
                  <a:pt x="4894" y="41308"/>
                  <a:pt x="5015" y="41065"/>
                </a:cubicBezTo>
                <a:cubicBezTo>
                  <a:pt x="4955" y="40943"/>
                  <a:pt x="4651" y="41217"/>
                  <a:pt x="4559" y="40913"/>
                </a:cubicBezTo>
                <a:cubicBezTo>
                  <a:pt x="4347" y="40822"/>
                  <a:pt x="4316" y="41369"/>
                  <a:pt x="4164" y="41035"/>
                </a:cubicBezTo>
                <a:cubicBezTo>
                  <a:pt x="4134" y="40791"/>
                  <a:pt x="4225" y="40913"/>
                  <a:pt x="4316" y="40943"/>
                </a:cubicBezTo>
                <a:cubicBezTo>
                  <a:pt x="4225" y="40548"/>
                  <a:pt x="4195" y="40153"/>
                  <a:pt x="4225" y="39788"/>
                </a:cubicBezTo>
                <a:cubicBezTo>
                  <a:pt x="4651" y="39728"/>
                  <a:pt x="4134" y="40275"/>
                  <a:pt x="4499" y="40244"/>
                </a:cubicBezTo>
                <a:cubicBezTo>
                  <a:pt x="4711" y="40032"/>
                  <a:pt x="4529" y="39971"/>
                  <a:pt x="4651" y="39667"/>
                </a:cubicBezTo>
                <a:cubicBezTo>
                  <a:pt x="4651" y="39454"/>
                  <a:pt x="4377" y="39667"/>
                  <a:pt x="4408" y="39667"/>
                </a:cubicBezTo>
                <a:cubicBezTo>
                  <a:pt x="4104" y="39576"/>
                  <a:pt x="4438" y="39302"/>
                  <a:pt x="4043" y="39393"/>
                </a:cubicBezTo>
                <a:cubicBezTo>
                  <a:pt x="4104" y="39028"/>
                  <a:pt x="3830" y="38785"/>
                  <a:pt x="4012" y="38512"/>
                </a:cubicBezTo>
                <a:cubicBezTo>
                  <a:pt x="3739" y="38299"/>
                  <a:pt x="3921" y="37387"/>
                  <a:pt x="3891" y="36658"/>
                </a:cubicBezTo>
                <a:cubicBezTo>
                  <a:pt x="3891" y="36232"/>
                  <a:pt x="3800" y="36171"/>
                  <a:pt x="4012" y="35898"/>
                </a:cubicBezTo>
                <a:cubicBezTo>
                  <a:pt x="4012" y="35776"/>
                  <a:pt x="3860" y="35807"/>
                  <a:pt x="3891" y="35685"/>
                </a:cubicBezTo>
                <a:cubicBezTo>
                  <a:pt x="4104" y="34408"/>
                  <a:pt x="3891" y="33618"/>
                  <a:pt x="4377" y="32645"/>
                </a:cubicBezTo>
                <a:cubicBezTo>
                  <a:pt x="4377" y="32524"/>
                  <a:pt x="4225" y="32524"/>
                  <a:pt x="4256" y="32402"/>
                </a:cubicBezTo>
                <a:cubicBezTo>
                  <a:pt x="4256" y="32159"/>
                  <a:pt x="4438" y="32220"/>
                  <a:pt x="4438" y="31916"/>
                </a:cubicBezTo>
                <a:cubicBezTo>
                  <a:pt x="4772" y="31916"/>
                  <a:pt x="4651" y="32189"/>
                  <a:pt x="4772" y="32311"/>
                </a:cubicBezTo>
                <a:cubicBezTo>
                  <a:pt x="4590" y="32433"/>
                  <a:pt x="4286" y="32767"/>
                  <a:pt x="4408" y="33132"/>
                </a:cubicBezTo>
                <a:cubicBezTo>
                  <a:pt x="4681" y="33132"/>
                  <a:pt x="4529" y="32797"/>
                  <a:pt x="4711" y="32585"/>
                </a:cubicBezTo>
                <a:cubicBezTo>
                  <a:pt x="4742" y="32554"/>
                  <a:pt x="4955" y="32585"/>
                  <a:pt x="4985" y="32554"/>
                </a:cubicBezTo>
                <a:cubicBezTo>
                  <a:pt x="5046" y="32372"/>
                  <a:pt x="5137" y="32189"/>
                  <a:pt x="5167" y="32007"/>
                </a:cubicBezTo>
                <a:cubicBezTo>
                  <a:pt x="4955" y="31825"/>
                  <a:pt x="5046" y="32311"/>
                  <a:pt x="4803" y="32129"/>
                </a:cubicBezTo>
                <a:cubicBezTo>
                  <a:pt x="4742" y="31946"/>
                  <a:pt x="4711" y="31308"/>
                  <a:pt x="4468" y="31733"/>
                </a:cubicBezTo>
                <a:cubicBezTo>
                  <a:pt x="4377" y="31673"/>
                  <a:pt x="4559" y="30822"/>
                  <a:pt x="4803" y="30974"/>
                </a:cubicBezTo>
                <a:cubicBezTo>
                  <a:pt x="4711" y="30426"/>
                  <a:pt x="5076" y="29727"/>
                  <a:pt x="5471" y="28967"/>
                </a:cubicBezTo>
                <a:cubicBezTo>
                  <a:pt x="5654" y="28542"/>
                  <a:pt x="5836" y="28086"/>
                  <a:pt x="6049" y="27600"/>
                </a:cubicBezTo>
                <a:cubicBezTo>
                  <a:pt x="6262" y="27174"/>
                  <a:pt x="6505" y="26749"/>
                  <a:pt x="6748" y="26353"/>
                </a:cubicBezTo>
                <a:cubicBezTo>
                  <a:pt x="6870" y="26080"/>
                  <a:pt x="7022" y="26262"/>
                  <a:pt x="7143" y="26110"/>
                </a:cubicBezTo>
                <a:cubicBezTo>
                  <a:pt x="7204" y="25958"/>
                  <a:pt x="7326" y="25837"/>
                  <a:pt x="7477" y="25746"/>
                </a:cubicBezTo>
                <a:cubicBezTo>
                  <a:pt x="7538" y="25594"/>
                  <a:pt x="7356" y="25411"/>
                  <a:pt x="7690" y="25229"/>
                </a:cubicBezTo>
                <a:cubicBezTo>
                  <a:pt x="8025" y="25290"/>
                  <a:pt x="7690" y="25472"/>
                  <a:pt x="7660" y="25624"/>
                </a:cubicBezTo>
                <a:cubicBezTo>
                  <a:pt x="7660" y="25715"/>
                  <a:pt x="7721" y="25867"/>
                  <a:pt x="7721" y="25928"/>
                </a:cubicBezTo>
                <a:cubicBezTo>
                  <a:pt x="7690" y="26019"/>
                  <a:pt x="7174" y="26232"/>
                  <a:pt x="7447" y="26384"/>
                </a:cubicBezTo>
                <a:cubicBezTo>
                  <a:pt x="7569" y="26445"/>
                  <a:pt x="7508" y="26232"/>
                  <a:pt x="7660" y="26141"/>
                </a:cubicBezTo>
                <a:cubicBezTo>
                  <a:pt x="7690" y="26110"/>
                  <a:pt x="7994" y="26353"/>
                  <a:pt x="8085" y="26019"/>
                </a:cubicBezTo>
                <a:cubicBezTo>
                  <a:pt x="7964" y="25837"/>
                  <a:pt x="7842" y="26384"/>
                  <a:pt x="7721" y="26080"/>
                </a:cubicBezTo>
                <a:cubicBezTo>
                  <a:pt x="7933" y="25654"/>
                  <a:pt x="8572" y="25411"/>
                  <a:pt x="8845" y="25107"/>
                </a:cubicBezTo>
                <a:cubicBezTo>
                  <a:pt x="8633" y="24894"/>
                  <a:pt x="8359" y="25502"/>
                  <a:pt x="8116" y="25502"/>
                </a:cubicBezTo>
                <a:cubicBezTo>
                  <a:pt x="7781" y="25350"/>
                  <a:pt x="8085" y="25138"/>
                  <a:pt x="7903" y="25016"/>
                </a:cubicBezTo>
                <a:cubicBezTo>
                  <a:pt x="8450" y="24317"/>
                  <a:pt x="9119" y="23770"/>
                  <a:pt x="9909" y="23375"/>
                </a:cubicBezTo>
                <a:cubicBezTo>
                  <a:pt x="10183" y="22828"/>
                  <a:pt x="10639" y="22372"/>
                  <a:pt x="11216" y="22098"/>
                </a:cubicBezTo>
                <a:cubicBezTo>
                  <a:pt x="11064" y="21825"/>
                  <a:pt x="10882" y="21855"/>
                  <a:pt x="10669" y="22007"/>
                </a:cubicBezTo>
                <a:cubicBezTo>
                  <a:pt x="10547" y="21855"/>
                  <a:pt x="10943" y="21703"/>
                  <a:pt x="10882" y="21521"/>
                </a:cubicBezTo>
                <a:cubicBezTo>
                  <a:pt x="10669" y="21277"/>
                  <a:pt x="10669" y="21673"/>
                  <a:pt x="10578" y="21764"/>
                </a:cubicBezTo>
                <a:cubicBezTo>
                  <a:pt x="10335" y="21976"/>
                  <a:pt x="10000" y="22098"/>
                  <a:pt x="9696" y="22372"/>
                </a:cubicBezTo>
                <a:cubicBezTo>
                  <a:pt x="9636" y="22463"/>
                  <a:pt x="9757" y="22524"/>
                  <a:pt x="9666" y="22615"/>
                </a:cubicBezTo>
                <a:cubicBezTo>
                  <a:pt x="9423" y="22888"/>
                  <a:pt x="9240" y="22858"/>
                  <a:pt x="9028" y="22949"/>
                </a:cubicBezTo>
                <a:cubicBezTo>
                  <a:pt x="8876" y="23132"/>
                  <a:pt x="9180" y="22949"/>
                  <a:pt x="9119" y="23192"/>
                </a:cubicBezTo>
                <a:cubicBezTo>
                  <a:pt x="8481" y="23527"/>
                  <a:pt x="8116" y="24256"/>
                  <a:pt x="7477" y="24591"/>
                </a:cubicBezTo>
                <a:cubicBezTo>
                  <a:pt x="7477" y="24195"/>
                  <a:pt x="6930" y="24894"/>
                  <a:pt x="6687" y="24742"/>
                </a:cubicBezTo>
                <a:cubicBezTo>
                  <a:pt x="6474" y="24925"/>
                  <a:pt x="7113" y="24955"/>
                  <a:pt x="6718" y="25198"/>
                </a:cubicBezTo>
                <a:cubicBezTo>
                  <a:pt x="6809" y="25259"/>
                  <a:pt x="6900" y="25107"/>
                  <a:pt x="6991" y="25016"/>
                </a:cubicBezTo>
                <a:cubicBezTo>
                  <a:pt x="7295" y="24803"/>
                  <a:pt x="6961" y="25229"/>
                  <a:pt x="6839" y="25320"/>
                </a:cubicBezTo>
                <a:cubicBezTo>
                  <a:pt x="6626" y="25442"/>
                  <a:pt x="6414" y="25442"/>
                  <a:pt x="6170" y="25746"/>
                </a:cubicBezTo>
                <a:cubicBezTo>
                  <a:pt x="6292" y="25989"/>
                  <a:pt x="6444" y="25624"/>
                  <a:pt x="6596" y="25502"/>
                </a:cubicBezTo>
                <a:cubicBezTo>
                  <a:pt x="6778" y="25685"/>
                  <a:pt x="6444" y="25806"/>
                  <a:pt x="6292" y="25989"/>
                </a:cubicBezTo>
                <a:cubicBezTo>
                  <a:pt x="6049" y="26384"/>
                  <a:pt x="5745" y="27053"/>
                  <a:pt x="5411" y="27569"/>
                </a:cubicBezTo>
                <a:cubicBezTo>
                  <a:pt x="5228" y="27539"/>
                  <a:pt x="5319" y="27357"/>
                  <a:pt x="5411" y="27174"/>
                </a:cubicBezTo>
                <a:cubicBezTo>
                  <a:pt x="4924" y="27174"/>
                  <a:pt x="5137" y="27752"/>
                  <a:pt x="5198" y="27934"/>
                </a:cubicBezTo>
                <a:cubicBezTo>
                  <a:pt x="4833" y="28694"/>
                  <a:pt x="4438" y="28633"/>
                  <a:pt x="4225" y="29363"/>
                </a:cubicBezTo>
                <a:cubicBezTo>
                  <a:pt x="4468" y="29545"/>
                  <a:pt x="4499" y="28937"/>
                  <a:pt x="4681" y="28724"/>
                </a:cubicBezTo>
                <a:cubicBezTo>
                  <a:pt x="4681" y="29606"/>
                  <a:pt x="4012" y="30457"/>
                  <a:pt x="3891" y="31126"/>
                </a:cubicBezTo>
                <a:cubicBezTo>
                  <a:pt x="3891" y="31186"/>
                  <a:pt x="3982" y="31369"/>
                  <a:pt x="3982" y="31369"/>
                </a:cubicBezTo>
                <a:cubicBezTo>
                  <a:pt x="3921" y="31521"/>
                  <a:pt x="3830" y="31308"/>
                  <a:pt x="3830" y="31338"/>
                </a:cubicBezTo>
                <a:cubicBezTo>
                  <a:pt x="3739" y="31521"/>
                  <a:pt x="3860" y="31794"/>
                  <a:pt x="3830" y="31977"/>
                </a:cubicBezTo>
                <a:cubicBezTo>
                  <a:pt x="3739" y="32341"/>
                  <a:pt x="3435" y="32402"/>
                  <a:pt x="3404" y="32737"/>
                </a:cubicBezTo>
                <a:cubicBezTo>
                  <a:pt x="3404" y="32858"/>
                  <a:pt x="3526" y="32828"/>
                  <a:pt x="3617" y="32889"/>
                </a:cubicBezTo>
                <a:cubicBezTo>
                  <a:pt x="3283" y="33800"/>
                  <a:pt x="3556" y="34682"/>
                  <a:pt x="3161" y="35290"/>
                </a:cubicBezTo>
                <a:cubicBezTo>
                  <a:pt x="3161" y="35411"/>
                  <a:pt x="3252" y="35351"/>
                  <a:pt x="3252" y="35290"/>
                </a:cubicBezTo>
                <a:cubicBezTo>
                  <a:pt x="3313" y="35655"/>
                  <a:pt x="3252" y="36566"/>
                  <a:pt x="3040" y="36810"/>
                </a:cubicBezTo>
                <a:cubicBezTo>
                  <a:pt x="3101" y="37022"/>
                  <a:pt x="3161" y="37235"/>
                  <a:pt x="3283" y="37417"/>
                </a:cubicBezTo>
                <a:cubicBezTo>
                  <a:pt x="3161" y="38238"/>
                  <a:pt x="3101" y="39332"/>
                  <a:pt x="2918" y="40244"/>
                </a:cubicBezTo>
                <a:cubicBezTo>
                  <a:pt x="2523" y="40396"/>
                  <a:pt x="2462" y="40700"/>
                  <a:pt x="2128" y="40700"/>
                </a:cubicBezTo>
                <a:cubicBezTo>
                  <a:pt x="2249" y="41430"/>
                  <a:pt x="2341" y="42159"/>
                  <a:pt x="2371" y="42858"/>
                </a:cubicBezTo>
                <a:cubicBezTo>
                  <a:pt x="2432" y="42949"/>
                  <a:pt x="2553" y="43010"/>
                  <a:pt x="2645" y="43041"/>
                </a:cubicBezTo>
                <a:cubicBezTo>
                  <a:pt x="2705" y="43193"/>
                  <a:pt x="2705" y="43375"/>
                  <a:pt x="2645" y="43557"/>
                </a:cubicBezTo>
                <a:cubicBezTo>
                  <a:pt x="2705" y="43801"/>
                  <a:pt x="2857" y="43405"/>
                  <a:pt x="2857" y="43314"/>
                </a:cubicBezTo>
                <a:cubicBezTo>
                  <a:pt x="2857" y="42828"/>
                  <a:pt x="2401" y="42798"/>
                  <a:pt x="2645" y="42402"/>
                </a:cubicBezTo>
                <a:cubicBezTo>
                  <a:pt x="2827" y="42676"/>
                  <a:pt x="2979" y="42980"/>
                  <a:pt x="3009" y="43284"/>
                </a:cubicBezTo>
                <a:cubicBezTo>
                  <a:pt x="3101" y="43253"/>
                  <a:pt x="3131" y="43162"/>
                  <a:pt x="3131" y="43071"/>
                </a:cubicBezTo>
                <a:cubicBezTo>
                  <a:pt x="3283" y="43101"/>
                  <a:pt x="3192" y="43223"/>
                  <a:pt x="3161" y="43253"/>
                </a:cubicBezTo>
                <a:cubicBezTo>
                  <a:pt x="3161" y="43314"/>
                  <a:pt x="3131" y="43527"/>
                  <a:pt x="2888" y="43527"/>
                </a:cubicBezTo>
                <a:cubicBezTo>
                  <a:pt x="2888" y="43649"/>
                  <a:pt x="2949" y="43770"/>
                  <a:pt x="2949" y="43922"/>
                </a:cubicBezTo>
                <a:cubicBezTo>
                  <a:pt x="2949" y="44044"/>
                  <a:pt x="2918" y="44135"/>
                  <a:pt x="2857" y="44256"/>
                </a:cubicBezTo>
                <a:cubicBezTo>
                  <a:pt x="2888" y="44439"/>
                  <a:pt x="3131" y="44378"/>
                  <a:pt x="3101" y="44712"/>
                </a:cubicBezTo>
                <a:cubicBezTo>
                  <a:pt x="2797" y="44804"/>
                  <a:pt x="3009" y="45320"/>
                  <a:pt x="2766" y="45412"/>
                </a:cubicBezTo>
                <a:cubicBezTo>
                  <a:pt x="2918" y="45715"/>
                  <a:pt x="3009" y="45199"/>
                  <a:pt x="3192" y="45412"/>
                </a:cubicBezTo>
                <a:cubicBezTo>
                  <a:pt x="3283" y="45715"/>
                  <a:pt x="3192" y="45928"/>
                  <a:pt x="3009" y="45776"/>
                </a:cubicBezTo>
                <a:cubicBezTo>
                  <a:pt x="3313" y="45959"/>
                  <a:pt x="3009" y="46567"/>
                  <a:pt x="3435" y="46415"/>
                </a:cubicBezTo>
                <a:cubicBezTo>
                  <a:pt x="3708" y="46263"/>
                  <a:pt x="3070" y="46019"/>
                  <a:pt x="3313" y="45928"/>
                </a:cubicBezTo>
                <a:cubicBezTo>
                  <a:pt x="3556" y="45746"/>
                  <a:pt x="3556" y="46293"/>
                  <a:pt x="3617" y="46475"/>
                </a:cubicBezTo>
                <a:cubicBezTo>
                  <a:pt x="3648" y="46567"/>
                  <a:pt x="3830" y="46688"/>
                  <a:pt x="3860" y="46719"/>
                </a:cubicBezTo>
                <a:cubicBezTo>
                  <a:pt x="4043" y="47235"/>
                  <a:pt x="4347" y="47995"/>
                  <a:pt x="4164" y="48330"/>
                </a:cubicBezTo>
                <a:cubicBezTo>
                  <a:pt x="4377" y="48542"/>
                  <a:pt x="4347" y="49029"/>
                  <a:pt x="4529" y="49393"/>
                </a:cubicBezTo>
                <a:cubicBezTo>
                  <a:pt x="4651" y="49576"/>
                  <a:pt x="4803" y="49758"/>
                  <a:pt x="4985" y="49880"/>
                </a:cubicBezTo>
                <a:cubicBezTo>
                  <a:pt x="5015" y="49393"/>
                  <a:pt x="4590" y="49181"/>
                  <a:pt x="4559" y="48755"/>
                </a:cubicBezTo>
                <a:cubicBezTo>
                  <a:pt x="4894" y="48816"/>
                  <a:pt x="4985" y="49241"/>
                  <a:pt x="5107" y="49515"/>
                </a:cubicBezTo>
                <a:cubicBezTo>
                  <a:pt x="5198" y="49910"/>
                  <a:pt x="5319" y="50275"/>
                  <a:pt x="5471" y="50640"/>
                </a:cubicBezTo>
                <a:cubicBezTo>
                  <a:pt x="5289" y="50822"/>
                  <a:pt x="5228" y="50457"/>
                  <a:pt x="5076" y="50488"/>
                </a:cubicBezTo>
                <a:cubicBezTo>
                  <a:pt x="5259" y="50731"/>
                  <a:pt x="5502" y="50852"/>
                  <a:pt x="5684" y="51096"/>
                </a:cubicBezTo>
                <a:cubicBezTo>
                  <a:pt x="5532" y="51399"/>
                  <a:pt x="5806" y="51551"/>
                  <a:pt x="5927" y="52007"/>
                </a:cubicBezTo>
                <a:cubicBezTo>
                  <a:pt x="6140" y="51947"/>
                  <a:pt x="5593" y="51521"/>
                  <a:pt x="5958" y="51551"/>
                </a:cubicBezTo>
                <a:cubicBezTo>
                  <a:pt x="6110" y="51795"/>
                  <a:pt x="6231" y="52311"/>
                  <a:pt x="6474" y="52190"/>
                </a:cubicBezTo>
                <a:cubicBezTo>
                  <a:pt x="6474" y="52463"/>
                  <a:pt x="6596" y="52798"/>
                  <a:pt x="6414" y="53010"/>
                </a:cubicBezTo>
                <a:cubicBezTo>
                  <a:pt x="6566" y="53132"/>
                  <a:pt x="6657" y="53345"/>
                  <a:pt x="6870" y="53132"/>
                </a:cubicBezTo>
                <a:cubicBezTo>
                  <a:pt x="7052" y="53345"/>
                  <a:pt x="6870" y="53649"/>
                  <a:pt x="7113" y="53466"/>
                </a:cubicBezTo>
                <a:cubicBezTo>
                  <a:pt x="7326" y="53770"/>
                  <a:pt x="7082" y="53922"/>
                  <a:pt x="7082" y="54196"/>
                </a:cubicBezTo>
                <a:cubicBezTo>
                  <a:pt x="7295" y="54378"/>
                  <a:pt x="7082" y="53862"/>
                  <a:pt x="7386" y="53892"/>
                </a:cubicBezTo>
                <a:cubicBezTo>
                  <a:pt x="7538" y="54652"/>
                  <a:pt x="8085" y="54986"/>
                  <a:pt x="8359" y="55564"/>
                </a:cubicBezTo>
                <a:cubicBezTo>
                  <a:pt x="8481" y="55624"/>
                  <a:pt x="8602" y="55564"/>
                  <a:pt x="8693" y="55746"/>
                </a:cubicBezTo>
                <a:cubicBezTo>
                  <a:pt x="8237" y="55716"/>
                  <a:pt x="8693" y="56020"/>
                  <a:pt x="8541" y="56232"/>
                </a:cubicBezTo>
                <a:cubicBezTo>
                  <a:pt x="8724" y="56232"/>
                  <a:pt x="9240" y="56749"/>
                  <a:pt x="9240" y="56476"/>
                </a:cubicBezTo>
                <a:cubicBezTo>
                  <a:pt x="9514" y="56384"/>
                  <a:pt x="9271" y="56688"/>
                  <a:pt x="9362" y="56780"/>
                </a:cubicBezTo>
                <a:cubicBezTo>
                  <a:pt x="9605" y="56962"/>
                  <a:pt x="9453" y="56536"/>
                  <a:pt x="9666" y="56658"/>
                </a:cubicBezTo>
                <a:cubicBezTo>
                  <a:pt x="10243" y="57357"/>
                  <a:pt x="10882" y="57995"/>
                  <a:pt x="11581" y="58573"/>
                </a:cubicBezTo>
                <a:cubicBezTo>
                  <a:pt x="11702" y="58664"/>
                  <a:pt x="11642" y="58755"/>
                  <a:pt x="11763" y="58816"/>
                </a:cubicBezTo>
                <a:cubicBezTo>
                  <a:pt x="11976" y="58998"/>
                  <a:pt x="12250" y="58998"/>
                  <a:pt x="12493" y="59272"/>
                </a:cubicBezTo>
                <a:cubicBezTo>
                  <a:pt x="12614" y="59363"/>
                  <a:pt x="12675" y="59515"/>
                  <a:pt x="12706" y="59667"/>
                </a:cubicBezTo>
                <a:lnTo>
                  <a:pt x="13739" y="60305"/>
                </a:lnTo>
                <a:cubicBezTo>
                  <a:pt x="14195" y="60549"/>
                  <a:pt x="14590" y="60822"/>
                  <a:pt x="14955" y="61187"/>
                </a:cubicBezTo>
                <a:cubicBezTo>
                  <a:pt x="15289" y="61430"/>
                  <a:pt x="15502" y="61764"/>
                  <a:pt x="15624" y="62160"/>
                </a:cubicBezTo>
                <a:cubicBezTo>
                  <a:pt x="15411" y="62433"/>
                  <a:pt x="15320" y="62707"/>
                  <a:pt x="15563" y="62889"/>
                </a:cubicBezTo>
                <a:cubicBezTo>
                  <a:pt x="15472" y="63011"/>
                  <a:pt x="15320" y="62980"/>
                  <a:pt x="15107" y="62828"/>
                </a:cubicBezTo>
                <a:cubicBezTo>
                  <a:pt x="15228" y="63102"/>
                  <a:pt x="14560" y="63254"/>
                  <a:pt x="15076" y="63558"/>
                </a:cubicBezTo>
                <a:cubicBezTo>
                  <a:pt x="14712" y="63436"/>
                  <a:pt x="14560" y="63771"/>
                  <a:pt x="14286" y="63801"/>
                </a:cubicBezTo>
                <a:cubicBezTo>
                  <a:pt x="14195" y="63831"/>
                  <a:pt x="13921" y="63527"/>
                  <a:pt x="13921" y="63801"/>
                </a:cubicBezTo>
                <a:cubicBezTo>
                  <a:pt x="13040" y="63011"/>
                  <a:pt x="11915" y="62312"/>
                  <a:pt x="11034" y="61521"/>
                </a:cubicBezTo>
                <a:cubicBezTo>
                  <a:pt x="10912" y="61369"/>
                  <a:pt x="10851" y="61156"/>
                  <a:pt x="10699" y="61005"/>
                </a:cubicBezTo>
                <a:cubicBezTo>
                  <a:pt x="10487" y="60792"/>
                  <a:pt x="10183" y="60670"/>
                  <a:pt x="9940" y="60427"/>
                </a:cubicBezTo>
                <a:cubicBezTo>
                  <a:pt x="9788" y="60275"/>
                  <a:pt x="9818" y="60214"/>
                  <a:pt x="9636" y="60062"/>
                </a:cubicBezTo>
                <a:cubicBezTo>
                  <a:pt x="9362" y="59789"/>
                  <a:pt x="9028" y="59789"/>
                  <a:pt x="9028" y="59394"/>
                </a:cubicBezTo>
                <a:cubicBezTo>
                  <a:pt x="8906" y="59302"/>
                  <a:pt x="8845" y="59424"/>
                  <a:pt x="8724" y="59333"/>
                </a:cubicBezTo>
                <a:cubicBezTo>
                  <a:pt x="8541" y="59059"/>
                  <a:pt x="8298" y="58877"/>
                  <a:pt x="8116" y="58634"/>
                </a:cubicBezTo>
                <a:cubicBezTo>
                  <a:pt x="8055" y="58512"/>
                  <a:pt x="8025" y="58390"/>
                  <a:pt x="8025" y="58269"/>
                </a:cubicBezTo>
                <a:cubicBezTo>
                  <a:pt x="7933" y="58178"/>
                  <a:pt x="7781" y="58178"/>
                  <a:pt x="7690" y="58087"/>
                </a:cubicBezTo>
                <a:cubicBezTo>
                  <a:pt x="7477" y="57904"/>
                  <a:pt x="7417" y="57570"/>
                  <a:pt x="7295" y="57418"/>
                </a:cubicBezTo>
                <a:cubicBezTo>
                  <a:pt x="7143" y="57235"/>
                  <a:pt x="7022" y="57266"/>
                  <a:pt x="6870" y="57144"/>
                </a:cubicBezTo>
                <a:cubicBezTo>
                  <a:pt x="6596" y="56871"/>
                  <a:pt x="6414" y="56536"/>
                  <a:pt x="6292" y="56172"/>
                </a:cubicBezTo>
                <a:cubicBezTo>
                  <a:pt x="6231" y="55989"/>
                  <a:pt x="6140" y="56050"/>
                  <a:pt x="6049" y="56080"/>
                </a:cubicBezTo>
                <a:cubicBezTo>
                  <a:pt x="5836" y="55442"/>
                  <a:pt x="5198" y="54743"/>
                  <a:pt x="4772" y="53892"/>
                </a:cubicBezTo>
                <a:cubicBezTo>
                  <a:pt x="4772" y="53649"/>
                  <a:pt x="5137" y="53892"/>
                  <a:pt x="5015" y="53497"/>
                </a:cubicBezTo>
                <a:cubicBezTo>
                  <a:pt x="4803" y="53254"/>
                  <a:pt x="4803" y="53770"/>
                  <a:pt x="4620" y="53588"/>
                </a:cubicBezTo>
                <a:cubicBezTo>
                  <a:pt x="4256" y="52798"/>
                  <a:pt x="4104" y="52555"/>
                  <a:pt x="3769" y="51825"/>
                </a:cubicBezTo>
                <a:cubicBezTo>
                  <a:pt x="3860" y="51825"/>
                  <a:pt x="3982" y="51886"/>
                  <a:pt x="4043" y="52068"/>
                </a:cubicBezTo>
                <a:cubicBezTo>
                  <a:pt x="4195" y="51612"/>
                  <a:pt x="3617" y="51643"/>
                  <a:pt x="3617" y="51673"/>
                </a:cubicBezTo>
                <a:cubicBezTo>
                  <a:pt x="3344" y="51247"/>
                  <a:pt x="3860" y="51734"/>
                  <a:pt x="3739" y="51369"/>
                </a:cubicBezTo>
                <a:cubicBezTo>
                  <a:pt x="3708" y="51156"/>
                  <a:pt x="3556" y="51247"/>
                  <a:pt x="3435" y="51278"/>
                </a:cubicBezTo>
                <a:lnTo>
                  <a:pt x="3161" y="50579"/>
                </a:lnTo>
                <a:cubicBezTo>
                  <a:pt x="3222" y="50366"/>
                  <a:pt x="3252" y="50548"/>
                  <a:pt x="3465" y="50457"/>
                </a:cubicBezTo>
                <a:lnTo>
                  <a:pt x="3344" y="50153"/>
                </a:lnTo>
                <a:cubicBezTo>
                  <a:pt x="3192" y="49971"/>
                  <a:pt x="3161" y="50640"/>
                  <a:pt x="2949" y="50062"/>
                </a:cubicBezTo>
                <a:cubicBezTo>
                  <a:pt x="2797" y="49667"/>
                  <a:pt x="3070" y="50062"/>
                  <a:pt x="3222" y="49849"/>
                </a:cubicBezTo>
                <a:cubicBezTo>
                  <a:pt x="3131" y="49576"/>
                  <a:pt x="3283" y="49606"/>
                  <a:pt x="3101" y="49454"/>
                </a:cubicBezTo>
                <a:cubicBezTo>
                  <a:pt x="3009" y="49241"/>
                  <a:pt x="2736" y="49515"/>
                  <a:pt x="2584" y="49515"/>
                </a:cubicBezTo>
                <a:lnTo>
                  <a:pt x="2341" y="48785"/>
                </a:lnTo>
                <a:cubicBezTo>
                  <a:pt x="2462" y="48846"/>
                  <a:pt x="2584" y="48846"/>
                  <a:pt x="2705" y="48785"/>
                </a:cubicBezTo>
                <a:cubicBezTo>
                  <a:pt x="2553" y="48694"/>
                  <a:pt x="2523" y="48269"/>
                  <a:pt x="2249" y="48481"/>
                </a:cubicBezTo>
                <a:cubicBezTo>
                  <a:pt x="1976" y="47934"/>
                  <a:pt x="2037" y="47600"/>
                  <a:pt x="2249" y="47357"/>
                </a:cubicBezTo>
                <a:cubicBezTo>
                  <a:pt x="2219" y="47174"/>
                  <a:pt x="1733" y="46992"/>
                  <a:pt x="2128" y="46840"/>
                </a:cubicBezTo>
                <a:cubicBezTo>
                  <a:pt x="1976" y="46597"/>
                  <a:pt x="1854" y="47174"/>
                  <a:pt x="1793" y="46597"/>
                </a:cubicBezTo>
                <a:cubicBezTo>
                  <a:pt x="1733" y="46658"/>
                  <a:pt x="1672" y="46749"/>
                  <a:pt x="1702" y="46840"/>
                </a:cubicBezTo>
                <a:cubicBezTo>
                  <a:pt x="1672" y="46810"/>
                  <a:pt x="1186" y="45959"/>
                  <a:pt x="1672" y="46080"/>
                </a:cubicBezTo>
                <a:cubicBezTo>
                  <a:pt x="1581" y="45776"/>
                  <a:pt x="1307" y="45898"/>
                  <a:pt x="1277" y="45503"/>
                </a:cubicBezTo>
                <a:lnTo>
                  <a:pt x="1520" y="45472"/>
                </a:lnTo>
                <a:cubicBezTo>
                  <a:pt x="1338" y="45442"/>
                  <a:pt x="1307" y="45168"/>
                  <a:pt x="1186" y="45077"/>
                </a:cubicBezTo>
                <a:cubicBezTo>
                  <a:pt x="1125" y="44773"/>
                  <a:pt x="1307" y="44652"/>
                  <a:pt x="1398" y="44500"/>
                </a:cubicBezTo>
                <a:cubicBezTo>
                  <a:pt x="1034" y="44560"/>
                  <a:pt x="1064" y="43740"/>
                  <a:pt x="1003" y="43588"/>
                </a:cubicBezTo>
                <a:cubicBezTo>
                  <a:pt x="1003" y="43557"/>
                  <a:pt x="882" y="43831"/>
                  <a:pt x="973" y="43922"/>
                </a:cubicBezTo>
                <a:cubicBezTo>
                  <a:pt x="578" y="43375"/>
                  <a:pt x="821" y="42585"/>
                  <a:pt x="669" y="41886"/>
                </a:cubicBezTo>
                <a:cubicBezTo>
                  <a:pt x="973" y="41673"/>
                  <a:pt x="1186" y="41399"/>
                  <a:pt x="1338" y="41065"/>
                </a:cubicBezTo>
                <a:cubicBezTo>
                  <a:pt x="1368" y="40731"/>
                  <a:pt x="1094" y="40883"/>
                  <a:pt x="1125" y="40548"/>
                </a:cubicBezTo>
                <a:cubicBezTo>
                  <a:pt x="851" y="40883"/>
                  <a:pt x="699" y="40244"/>
                  <a:pt x="638" y="40700"/>
                </a:cubicBezTo>
                <a:cubicBezTo>
                  <a:pt x="426" y="40579"/>
                  <a:pt x="638" y="39940"/>
                  <a:pt x="183" y="40153"/>
                </a:cubicBezTo>
                <a:cubicBezTo>
                  <a:pt x="61" y="39454"/>
                  <a:pt x="0" y="38755"/>
                  <a:pt x="31" y="38025"/>
                </a:cubicBezTo>
                <a:cubicBezTo>
                  <a:pt x="91" y="37265"/>
                  <a:pt x="152" y="36536"/>
                  <a:pt x="122" y="35928"/>
                </a:cubicBezTo>
                <a:cubicBezTo>
                  <a:pt x="426" y="36050"/>
                  <a:pt x="243" y="36627"/>
                  <a:pt x="243" y="37083"/>
                </a:cubicBezTo>
                <a:cubicBezTo>
                  <a:pt x="183" y="37448"/>
                  <a:pt x="213" y="37843"/>
                  <a:pt x="274" y="38208"/>
                </a:cubicBezTo>
                <a:cubicBezTo>
                  <a:pt x="395" y="37995"/>
                  <a:pt x="426" y="37630"/>
                  <a:pt x="638" y="37539"/>
                </a:cubicBezTo>
                <a:cubicBezTo>
                  <a:pt x="699" y="37083"/>
                  <a:pt x="304" y="37265"/>
                  <a:pt x="334" y="36870"/>
                </a:cubicBezTo>
                <a:lnTo>
                  <a:pt x="486" y="36870"/>
                </a:lnTo>
                <a:cubicBezTo>
                  <a:pt x="456" y="36475"/>
                  <a:pt x="578" y="36110"/>
                  <a:pt x="790" y="35776"/>
                </a:cubicBezTo>
                <a:cubicBezTo>
                  <a:pt x="790" y="35655"/>
                  <a:pt x="608" y="35685"/>
                  <a:pt x="638" y="35563"/>
                </a:cubicBezTo>
                <a:lnTo>
                  <a:pt x="730" y="34773"/>
                </a:lnTo>
                <a:cubicBezTo>
                  <a:pt x="882" y="34530"/>
                  <a:pt x="912" y="34712"/>
                  <a:pt x="1003" y="34591"/>
                </a:cubicBezTo>
                <a:cubicBezTo>
                  <a:pt x="1064" y="34135"/>
                  <a:pt x="882" y="34591"/>
                  <a:pt x="790" y="34317"/>
                </a:cubicBezTo>
                <a:cubicBezTo>
                  <a:pt x="821" y="34044"/>
                  <a:pt x="942" y="33648"/>
                  <a:pt x="608" y="33740"/>
                </a:cubicBezTo>
                <a:cubicBezTo>
                  <a:pt x="821" y="33101"/>
                  <a:pt x="942" y="32037"/>
                  <a:pt x="1125" y="31490"/>
                </a:cubicBezTo>
                <a:cubicBezTo>
                  <a:pt x="1246" y="31916"/>
                  <a:pt x="882" y="32737"/>
                  <a:pt x="821" y="33314"/>
                </a:cubicBezTo>
                <a:cubicBezTo>
                  <a:pt x="942" y="33466"/>
                  <a:pt x="1003" y="33679"/>
                  <a:pt x="1216" y="33709"/>
                </a:cubicBezTo>
                <a:cubicBezTo>
                  <a:pt x="1277" y="33436"/>
                  <a:pt x="1246" y="33223"/>
                  <a:pt x="1034" y="33223"/>
                </a:cubicBezTo>
                <a:cubicBezTo>
                  <a:pt x="1277" y="32858"/>
                  <a:pt x="1125" y="32463"/>
                  <a:pt x="1307" y="31885"/>
                </a:cubicBezTo>
                <a:cubicBezTo>
                  <a:pt x="1398" y="32068"/>
                  <a:pt x="1429" y="31977"/>
                  <a:pt x="1550" y="31946"/>
                </a:cubicBezTo>
                <a:cubicBezTo>
                  <a:pt x="1702" y="30882"/>
                  <a:pt x="1945" y="29849"/>
                  <a:pt x="2310" y="28846"/>
                </a:cubicBezTo>
                <a:cubicBezTo>
                  <a:pt x="2493" y="28603"/>
                  <a:pt x="2462" y="29119"/>
                  <a:pt x="2645" y="28846"/>
                </a:cubicBezTo>
                <a:cubicBezTo>
                  <a:pt x="2827" y="28360"/>
                  <a:pt x="2189" y="28846"/>
                  <a:pt x="2584" y="28177"/>
                </a:cubicBezTo>
                <a:cubicBezTo>
                  <a:pt x="2857" y="28025"/>
                  <a:pt x="2888" y="28481"/>
                  <a:pt x="2857" y="28785"/>
                </a:cubicBezTo>
                <a:cubicBezTo>
                  <a:pt x="3161" y="28816"/>
                  <a:pt x="3283" y="28147"/>
                  <a:pt x="2857" y="28177"/>
                </a:cubicBezTo>
                <a:cubicBezTo>
                  <a:pt x="2979" y="27964"/>
                  <a:pt x="2979" y="27752"/>
                  <a:pt x="2857" y="27904"/>
                </a:cubicBezTo>
                <a:cubicBezTo>
                  <a:pt x="3101" y="27326"/>
                  <a:pt x="3374" y="26718"/>
                  <a:pt x="3708" y="26171"/>
                </a:cubicBezTo>
                <a:cubicBezTo>
                  <a:pt x="4073" y="25502"/>
                  <a:pt x="4529" y="24864"/>
                  <a:pt x="5046" y="24256"/>
                </a:cubicBezTo>
                <a:cubicBezTo>
                  <a:pt x="5988" y="23132"/>
                  <a:pt x="6930" y="22250"/>
                  <a:pt x="7660" y="21490"/>
                </a:cubicBezTo>
                <a:cubicBezTo>
                  <a:pt x="7721" y="21399"/>
                  <a:pt x="7660" y="21399"/>
                  <a:pt x="7599" y="21429"/>
                </a:cubicBezTo>
                <a:cubicBezTo>
                  <a:pt x="7751" y="21247"/>
                  <a:pt x="8085" y="20973"/>
                  <a:pt x="8420" y="20639"/>
                </a:cubicBezTo>
                <a:cubicBezTo>
                  <a:pt x="8633" y="20791"/>
                  <a:pt x="8207" y="20943"/>
                  <a:pt x="8541" y="20943"/>
                </a:cubicBezTo>
                <a:cubicBezTo>
                  <a:pt x="8876" y="20973"/>
                  <a:pt x="8906" y="20730"/>
                  <a:pt x="8997" y="20700"/>
                </a:cubicBezTo>
                <a:cubicBezTo>
                  <a:pt x="9240" y="20609"/>
                  <a:pt x="8724" y="20943"/>
                  <a:pt x="8693" y="21156"/>
                </a:cubicBezTo>
                <a:cubicBezTo>
                  <a:pt x="9058" y="20973"/>
                  <a:pt x="9392" y="20913"/>
                  <a:pt x="9757" y="20730"/>
                </a:cubicBezTo>
                <a:cubicBezTo>
                  <a:pt x="9666" y="20366"/>
                  <a:pt x="9696" y="19970"/>
                  <a:pt x="9909" y="19666"/>
                </a:cubicBezTo>
                <a:cubicBezTo>
                  <a:pt x="10092" y="19545"/>
                  <a:pt x="10304" y="19423"/>
                  <a:pt x="10456" y="19636"/>
                </a:cubicBezTo>
                <a:cubicBezTo>
                  <a:pt x="10639" y="19150"/>
                  <a:pt x="11186" y="19059"/>
                  <a:pt x="11794" y="18451"/>
                </a:cubicBezTo>
                <a:cubicBezTo>
                  <a:pt x="11915" y="18481"/>
                  <a:pt x="12006" y="18542"/>
                  <a:pt x="12067" y="18633"/>
                </a:cubicBezTo>
                <a:cubicBezTo>
                  <a:pt x="12250" y="18542"/>
                  <a:pt x="12128" y="18451"/>
                  <a:pt x="12067" y="18329"/>
                </a:cubicBezTo>
                <a:cubicBezTo>
                  <a:pt x="12462" y="18055"/>
                  <a:pt x="12827" y="17751"/>
                  <a:pt x="13161" y="17417"/>
                </a:cubicBezTo>
                <a:cubicBezTo>
                  <a:pt x="13769" y="16870"/>
                  <a:pt x="14499" y="16505"/>
                  <a:pt x="15076" y="16080"/>
                </a:cubicBezTo>
                <a:cubicBezTo>
                  <a:pt x="15320" y="15867"/>
                  <a:pt x="15441" y="15533"/>
                  <a:pt x="15745" y="15593"/>
                </a:cubicBezTo>
                <a:cubicBezTo>
                  <a:pt x="15806" y="15472"/>
                  <a:pt x="15745" y="15381"/>
                  <a:pt x="15836" y="15289"/>
                </a:cubicBezTo>
                <a:cubicBezTo>
                  <a:pt x="16019" y="15137"/>
                  <a:pt x="16171" y="15168"/>
                  <a:pt x="16353" y="15168"/>
                </a:cubicBezTo>
                <a:cubicBezTo>
                  <a:pt x="16657" y="14438"/>
                  <a:pt x="17599" y="14013"/>
                  <a:pt x="18450" y="13162"/>
                </a:cubicBezTo>
                <a:cubicBezTo>
                  <a:pt x="18754" y="13162"/>
                  <a:pt x="18450" y="13344"/>
                  <a:pt x="18663" y="13526"/>
                </a:cubicBezTo>
                <a:cubicBezTo>
                  <a:pt x="18967" y="13223"/>
                  <a:pt x="18572" y="12919"/>
                  <a:pt x="19089" y="12584"/>
                </a:cubicBezTo>
                <a:cubicBezTo>
                  <a:pt x="19119" y="12767"/>
                  <a:pt x="19028" y="12919"/>
                  <a:pt x="19271" y="13101"/>
                </a:cubicBezTo>
                <a:cubicBezTo>
                  <a:pt x="19545" y="12919"/>
                  <a:pt x="19301" y="12584"/>
                  <a:pt x="19697" y="12584"/>
                </a:cubicBezTo>
                <a:cubicBezTo>
                  <a:pt x="19757" y="12736"/>
                  <a:pt x="19423" y="12919"/>
                  <a:pt x="19514" y="13101"/>
                </a:cubicBezTo>
                <a:cubicBezTo>
                  <a:pt x="19818" y="13101"/>
                  <a:pt x="19697" y="12554"/>
                  <a:pt x="20122" y="12341"/>
                </a:cubicBezTo>
                <a:cubicBezTo>
                  <a:pt x="20274" y="12463"/>
                  <a:pt x="20183" y="12615"/>
                  <a:pt x="20001" y="12767"/>
                </a:cubicBezTo>
                <a:cubicBezTo>
                  <a:pt x="20304" y="12858"/>
                  <a:pt x="20152" y="12432"/>
                  <a:pt x="20365" y="12341"/>
                </a:cubicBezTo>
                <a:cubicBezTo>
                  <a:pt x="20487" y="12432"/>
                  <a:pt x="20700" y="12068"/>
                  <a:pt x="20821" y="12128"/>
                </a:cubicBezTo>
                <a:cubicBezTo>
                  <a:pt x="20943" y="11855"/>
                  <a:pt x="20943" y="11338"/>
                  <a:pt x="21216" y="11247"/>
                </a:cubicBezTo>
                <a:cubicBezTo>
                  <a:pt x="21216" y="11399"/>
                  <a:pt x="21338" y="11551"/>
                  <a:pt x="21338" y="11703"/>
                </a:cubicBezTo>
                <a:cubicBezTo>
                  <a:pt x="21216" y="11824"/>
                  <a:pt x="21125" y="11764"/>
                  <a:pt x="21004" y="11885"/>
                </a:cubicBezTo>
                <a:cubicBezTo>
                  <a:pt x="21216" y="12219"/>
                  <a:pt x="21551" y="11703"/>
                  <a:pt x="21672" y="11490"/>
                </a:cubicBezTo>
                <a:cubicBezTo>
                  <a:pt x="21855" y="11672"/>
                  <a:pt x="21672" y="11824"/>
                  <a:pt x="21855" y="12007"/>
                </a:cubicBezTo>
                <a:cubicBezTo>
                  <a:pt x="21915" y="11824"/>
                  <a:pt x="21885" y="11672"/>
                  <a:pt x="21946" y="11490"/>
                </a:cubicBezTo>
                <a:cubicBezTo>
                  <a:pt x="22159" y="11247"/>
                  <a:pt x="22311" y="11429"/>
                  <a:pt x="22493" y="11429"/>
                </a:cubicBezTo>
                <a:cubicBezTo>
                  <a:pt x="22189" y="11764"/>
                  <a:pt x="21611" y="12675"/>
                  <a:pt x="21034" y="12615"/>
                </a:cubicBezTo>
                <a:cubicBezTo>
                  <a:pt x="20912" y="12797"/>
                  <a:pt x="21216" y="12645"/>
                  <a:pt x="21125" y="12888"/>
                </a:cubicBezTo>
                <a:cubicBezTo>
                  <a:pt x="20791" y="13131"/>
                  <a:pt x="20456" y="13587"/>
                  <a:pt x="20152" y="13648"/>
                </a:cubicBezTo>
                <a:cubicBezTo>
                  <a:pt x="20092" y="13709"/>
                  <a:pt x="20152" y="13770"/>
                  <a:pt x="20183" y="13830"/>
                </a:cubicBezTo>
                <a:cubicBezTo>
                  <a:pt x="19818" y="14195"/>
                  <a:pt x="19332" y="14256"/>
                  <a:pt x="19271" y="14773"/>
                </a:cubicBezTo>
                <a:cubicBezTo>
                  <a:pt x="18906" y="14773"/>
                  <a:pt x="18329" y="15533"/>
                  <a:pt x="18146" y="15897"/>
                </a:cubicBezTo>
                <a:cubicBezTo>
                  <a:pt x="17903" y="15837"/>
                  <a:pt x="17599" y="16110"/>
                  <a:pt x="17356" y="16292"/>
                </a:cubicBezTo>
                <a:cubicBezTo>
                  <a:pt x="17538" y="16536"/>
                  <a:pt x="17812" y="16232"/>
                  <a:pt x="18025" y="16201"/>
                </a:cubicBezTo>
                <a:cubicBezTo>
                  <a:pt x="18177" y="16536"/>
                  <a:pt x="17873" y="16323"/>
                  <a:pt x="17690" y="16536"/>
                </a:cubicBezTo>
                <a:cubicBezTo>
                  <a:pt x="17538" y="16657"/>
                  <a:pt x="17842" y="16779"/>
                  <a:pt x="17903" y="16900"/>
                </a:cubicBezTo>
                <a:cubicBezTo>
                  <a:pt x="18207" y="16688"/>
                  <a:pt x="18390" y="16292"/>
                  <a:pt x="18390" y="15897"/>
                </a:cubicBezTo>
                <a:cubicBezTo>
                  <a:pt x="19301" y="15168"/>
                  <a:pt x="19727" y="14621"/>
                  <a:pt x="20456" y="14134"/>
                </a:cubicBezTo>
                <a:cubicBezTo>
                  <a:pt x="20365" y="14378"/>
                  <a:pt x="20608" y="14590"/>
                  <a:pt x="20426" y="14834"/>
                </a:cubicBezTo>
                <a:cubicBezTo>
                  <a:pt x="20578" y="14955"/>
                  <a:pt x="20821" y="14499"/>
                  <a:pt x="20973" y="14590"/>
                </a:cubicBezTo>
                <a:cubicBezTo>
                  <a:pt x="20882" y="14438"/>
                  <a:pt x="20791" y="14408"/>
                  <a:pt x="20669" y="14530"/>
                </a:cubicBezTo>
                <a:cubicBezTo>
                  <a:pt x="20517" y="14317"/>
                  <a:pt x="20912" y="14104"/>
                  <a:pt x="21125" y="13891"/>
                </a:cubicBezTo>
                <a:cubicBezTo>
                  <a:pt x="21216" y="13982"/>
                  <a:pt x="21277" y="14165"/>
                  <a:pt x="21399" y="14074"/>
                </a:cubicBezTo>
                <a:cubicBezTo>
                  <a:pt x="21703" y="13922"/>
                  <a:pt x="21156" y="13739"/>
                  <a:pt x="21581" y="13587"/>
                </a:cubicBezTo>
                <a:cubicBezTo>
                  <a:pt x="21642" y="13891"/>
                  <a:pt x="21581" y="13830"/>
                  <a:pt x="21946" y="13830"/>
                </a:cubicBezTo>
                <a:cubicBezTo>
                  <a:pt x="22007" y="13678"/>
                  <a:pt x="21855" y="13648"/>
                  <a:pt x="21763" y="13770"/>
                </a:cubicBezTo>
                <a:cubicBezTo>
                  <a:pt x="21672" y="13648"/>
                  <a:pt x="21946" y="13557"/>
                  <a:pt x="21855" y="13466"/>
                </a:cubicBezTo>
                <a:cubicBezTo>
                  <a:pt x="22098" y="13405"/>
                  <a:pt x="22341" y="13314"/>
                  <a:pt x="22402" y="13648"/>
                </a:cubicBezTo>
                <a:cubicBezTo>
                  <a:pt x="22706" y="13405"/>
                  <a:pt x="22493" y="13192"/>
                  <a:pt x="22919" y="12949"/>
                </a:cubicBezTo>
                <a:cubicBezTo>
                  <a:pt x="23192" y="12706"/>
                  <a:pt x="23374" y="13040"/>
                  <a:pt x="23618" y="12767"/>
                </a:cubicBezTo>
                <a:cubicBezTo>
                  <a:pt x="23739" y="12523"/>
                  <a:pt x="23891" y="12250"/>
                  <a:pt x="23587" y="12159"/>
                </a:cubicBezTo>
                <a:cubicBezTo>
                  <a:pt x="23982" y="11824"/>
                  <a:pt x="24074" y="11520"/>
                  <a:pt x="23891" y="11338"/>
                </a:cubicBezTo>
                <a:cubicBezTo>
                  <a:pt x="24043" y="11125"/>
                  <a:pt x="24165" y="11277"/>
                  <a:pt x="24286" y="11095"/>
                </a:cubicBezTo>
                <a:cubicBezTo>
                  <a:pt x="24438" y="11216"/>
                  <a:pt x="24286" y="11308"/>
                  <a:pt x="24195" y="11399"/>
                </a:cubicBezTo>
                <a:cubicBezTo>
                  <a:pt x="24347" y="11581"/>
                  <a:pt x="24560" y="11490"/>
                  <a:pt x="24742" y="11490"/>
                </a:cubicBezTo>
                <a:cubicBezTo>
                  <a:pt x="24925" y="11125"/>
                  <a:pt x="24864" y="11186"/>
                  <a:pt x="25229" y="11064"/>
                </a:cubicBezTo>
                <a:cubicBezTo>
                  <a:pt x="25502" y="11186"/>
                  <a:pt x="25046" y="11308"/>
                  <a:pt x="25320" y="11429"/>
                </a:cubicBezTo>
                <a:cubicBezTo>
                  <a:pt x="25441" y="11581"/>
                  <a:pt x="25472" y="11247"/>
                  <a:pt x="25350" y="11186"/>
                </a:cubicBezTo>
                <a:cubicBezTo>
                  <a:pt x="25593" y="11004"/>
                  <a:pt x="25624" y="10791"/>
                  <a:pt x="25958" y="10578"/>
                </a:cubicBezTo>
                <a:cubicBezTo>
                  <a:pt x="25897" y="10457"/>
                  <a:pt x="25776" y="10365"/>
                  <a:pt x="25624" y="10335"/>
                </a:cubicBezTo>
                <a:cubicBezTo>
                  <a:pt x="25593" y="10487"/>
                  <a:pt x="25350" y="10639"/>
                  <a:pt x="25168" y="10821"/>
                </a:cubicBezTo>
                <a:cubicBezTo>
                  <a:pt x="24955" y="10457"/>
                  <a:pt x="24590" y="10912"/>
                  <a:pt x="24377" y="10609"/>
                </a:cubicBezTo>
                <a:cubicBezTo>
                  <a:pt x="25259" y="9970"/>
                  <a:pt x="26627" y="8602"/>
                  <a:pt x="27539" y="8177"/>
                </a:cubicBezTo>
                <a:cubicBezTo>
                  <a:pt x="27751" y="8481"/>
                  <a:pt x="27417" y="8390"/>
                  <a:pt x="27295" y="8481"/>
                </a:cubicBezTo>
                <a:cubicBezTo>
                  <a:pt x="26627" y="8937"/>
                  <a:pt x="25715" y="9757"/>
                  <a:pt x="25046" y="10244"/>
                </a:cubicBezTo>
                <a:cubicBezTo>
                  <a:pt x="25350" y="10213"/>
                  <a:pt x="25715" y="9879"/>
                  <a:pt x="25988" y="10031"/>
                </a:cubicBezTo>
                <a:cubicBezTo>
                  <a:pt x="26262" y="9879"/>
                  <a:pt x="25867" y="9697"/>
                  <a:pt x="26201" y="9545"/>
                </a:cubicBezTo>
                <a:cubicBezTo>
                  <a:pt x="26323" y="9362"/>
                  <a:pt x="26384" y="9575"/>
                  <a:pt x="26505" y="9484"/>
                </a:cubicBezTo>
                <a:cubicBezTo>
                  <a:pt x="26779" y="9453"/>
                  <a:pt x="26627" y="9210"/>
                  <a:pt x="26627" y="9180"/>
                </a:cubicBezTo>
                <a:cubicBezTo>
                  <a:pt x="26657" y="9150"/>
                  <a:pt x="26779" y="9180"/>
                  <a:pt x="26840" y="9119"/>
                </a:cubicBezTo>
                <a:cubicBezTo>
                  <a:pt x="26900" y="9089"/>
                  <a:pt x="26900" y="8967"/>
                  <a:pt x="26931" y="8937"/>
                </a:cubicBezTo>
                <a:cubicBezTo>
                  <a:pt x="27265" y="8694"/>
                  <a:pt x="27660" y="8633"/>
                  <a:pt x="27903" y="8177"/>
                </a:cubicBezTo>
                <a:cubicBezTo>
                  <a:pt x="28025" y="8055"/>
                  <a:pt x="28086" y="8146"/>
                  <a:pt x="28147" y="8207"/>
                </a:cubicBezTo>
                <a:cubicBezTo>
                  <a:pt x="28359" y="7994"/>
                  <a:pt x="27995" y="8116"/>
                  <a:pt x="27964" y="7934"/>
                </a:cubicBezTo>
                <a:cubicBezTo>
                  <a:pt x="28147" y="7782"/>
                  <a:pt x="28268" y="7934"/>
                  <a:pt x="28420" y="7903"/>
                </a:cubicBezTo>
                <a:cubicBezTo>
                  <a:pt x="28603" y="7812"/>
                  <a:pt x="28268" y="7660"/>
                  <a:pt x="28238" y="7539"/>
                </a:cubicBezTo>
                <a:cubicBezTo>
                  <a:pt x="28785" y="7052"/>
                  <a:pt x="29332" y="6596"/>
                  <a:pt x="29879" y="6201"/>
                </a:cubicBezTo>
                <a:cubicBezTo>
                  <a:pt x="29970" y="6140"/>
                  <a:pt x="30092" y="6232"/>
                  <a:pt x="30153" y="6232"/>
                </a:cubicBezTo>
                <a:cubicBezTo>
                  <a:pt x="30183" y="6201"/>
                  <a:pt x="30457" y="5928"/>
                  <a:pt x="30609" y="5836"/>
                </a:cubicBezTo>
                <a:cubicBezTo>
                  <a:pt x="30730" y="5745"/>
                  <a:pt x="31065" y="5654"/>
                  <a:pt x="31065" y="5472"/>
                </a:cubicBezTo>
                <a:cubicBezTo>
                  <a:pt x="31186" y="5472"/>
                  <a:pt x="31338" y="5350"/>
                  <a:pt x="31399" y="5472"/>
                </a:cubicBezTo>
                <a:cubicBezTo>
                  <a:pt x="31733" y="4985"/>
                  <a:pt x="32858" y="4742"/>
                  <a:pt x="33496" y="4286"/>
                </a:cubicBezTo>
                <a:cubicBezTo>
                  <a:pt x="33648" y="4499"/>
                  <a:pt x="33314" y="4529"/>
                  <a:pt x="33314" y="4681"/>
                </a:cubicBezTo>
                <a:cubicBezTo>
                  <a:pt x="33010" y="4742"/>
                  <a:pt x="32706" y="4894"/>
                  <a:pt x="32432" y="5107"/>
                </a:cubicBezTo>
                <a:cubicBezTo>
                  <a:pt x="32280" y="5228"/>
                  <a:pt x="32524" y="5441"/>
                  <a:pt x="32189" y="5502"/>
                </a:cubicBezTo>
                <a:cubicBezTo>
                  <a:pt x="32584" y="5593"/>
                  <a:pt x="32645" y="5107"/>
                  <a:pt x="32919" y="4955"/>
                </a:cubicBezTo>
                <a:cubicBezTo>
                  <a:pt x="33071" y="5077"/>
                  <a:pt x="33496" y="4681"/>
                  <a:pt x="33587" y="5016"/>
                </a:cubicBezTo>
                <a:cubicBezTo>
                  <a:pt x="33679" y="4864"/>
                  <a:pt x="33344" y="4742"/>
                  <a:pt x="33587" y="4499"/>
                </a:cubicBezTo>
                <a:cubicBezTo>
                  <a:pt x="33800" y="4347"/>
                  <a:pt x="33861" y="4499"/>
                  <a:pt x="34074" y="4408"/>
                </a:cubicBezTo>
                <a:cubicBezTo>
                  <a:pt x="34074" y="4134"/>
                  <a:pt x="33800" y="4347"/>
                  <a:pt x="33648" y="4408"/>
                </a:cubicBezTo>
                <a:cubicBezTo>
                  <a:pt x="33709" y="4165"/>
                  <a:pt x="34195" y="3952"/>
                  <a:pt x="34499" y="3800"/>
                </a:cubicBezTo>
                <a:cubicBezTo>
                  <a:pt x="34742" y="3709"/>
                  <a:pt x="34986" y="3618"/>
                  <a:pt x="35259" y="3587"/>
                </a:cubicBezTo>
                <a:cubicBezTo>
                  <a:pt x="35350" y="3587"/>
                  <a:pt x="35472" y="3618"/>
                  <a:pt x="35563" y="3648"/>
                </a:cubicBezTo>
                <a:cubicBezTo>
                  <a:pt x="35685" y="3618"/>
                  <a:pt x="35685" y="3466"/>
                  <a:pt x="35715" y="3435"/>
                </a:cubicBezTo>
                <a:cubicBezTo>
                  <a:pt x="35928" y="3344"/>
                  <a:pt x="36141" y="3526"/>
                  <a:pt x="36293" y="3222"/>
                </a:cubicBezTo>
                <a:cubicBezTo>
                  <a:pt x="36445" y="3162"/>
                  <a:pt x="36505" y="3253"/>
                  <a:pt x="36536" y="3344"/>
                </a:cubicBezTo>
                <a:cubicBezTo>
                  <a:pt x="36809" y="3314"/>
                  <a:pt x="36779" y="3101"/>
                  <a:pt x="37083" y="3070"/>
                </a:cubicBezTo>
                <a:cubicBezTo>
                  <a:pt x="37083" y="3222"/>
                  <a:pt x="36961" y="3283"/>
                  <a:pt x="36718" y="3314"/>
                </a:cubicBezTo>
                <a:cubicBezTo>
                  <a:pt x="36809" y="3466"/>
                  <a:pt x="37022" y="3435"/>
                  <a:pt x="37144" y="3557"/>
                </a:cubicBezTo>
                <a:cubicBezTo>
                  <a:pt x="37356" y="3496"/>
                  <a:pt x="37600" y="3405"/>
                  <a:pt x="37478" y="3162"/>
                </a:cubicBezTo>
                <a:cubicBezTo>
                  <a:pt x="37569" y="3192"/>
                  <a:pt x="38116" y="3314"/>
                  <a:pt x="37964" y="3010"/>
                </a:cubicBezTo>
                <a:cubicBezTo>
                  <a:pt x="37843" y="2827"/>
                  <a:pt x="37600" y="3162"/>
                  <a:pt x="37265" y="3101"/>
                </a:cubicBezTo>
                <a:cubicBezTo>
                  <a:pt x="37356" y="2979"/>
                  <a:pt x="37569" y="2918"/>
                  <a:pt x="37752" y="2858"/>
                </a:cubicBezTo>
                <a:cubicBezTo>
                  <a:pt x="37660" y="2614"/>
                  <a:pt x="37204" y="2797"/>
                  <a:pt x="37083" y="2554"/>
                </a:cubicBezTo>
                <a:cubicBezTo>
                  <a:pt x="36840" y="2736"/>
                  <a:pt x="36505" y="2736"/>
                  <a:pt x="36232" y="2554"/>
                </a:cubicBezTo>
                <a:cubicBezTo>
                  <a:pt x="36232" y="2371"/>
                  <a:pt x="36749" y="2797"/>
                  <a:pt x="36749" y="2371"/>
                </a:cubicBezTo>
                <a:cubicBezTo>
                  <a:pt x="36688" y="2280"/>
                  <a:pt x="36505" y="2341"/>
                  <a:pt x="36536" y="2432"/>
                </a:cubicBezTo>
                <a:cubicBezTo>
                  <a:pt x="36141" y="2310"/>
                  <a:pt x="36901" y="1794"/>
                  <a:pt x="36110" y="2007"/>
                </a:cubicBezTo>
                <a:cubicBezTo>
                  <a:pt x="36110" y="1611"/>
                  <a:pt x="36992" y="2007"/>
                  <a:pt x="37022" y="1581"/>
                </a:cubicBezTo>
                <a:cubicBezTo>
                  <a:pt x="36627" y="1581"/>
                  <a:pt x="36353" y="1429"/>
                  <a:pt x="35806" y="1581"/>
                </a:cubicBezTo>
                <a:cubicBezTo>
                  <a:pt x="35502" y="1703"/>
                  <a:pt x="35989" y="1733"/>
                  <a:pt x="35897" y="1976"/>
                </a:cubicBezTo>
                <a:cubicBezTo>
                  <a:pt x="35624" y="1946"/>
                  <a:pt x="35563" y="1703"/>
                  <a:pt x="35350" y="1581"/>
                </a:cubicBezTo>
                <a:cubicBezTo>
                  <a:pt x="35107" y="1703"/>
                  <a:pt x="34955" y="1885"/>
                  <a:pt x="34712" y="1763"/>
                </a:cubicBezTo>
                <a:cubicBezTo>
                  <a:pt x="35016" y="1247"/>
                  <a:pt x="35806" y="1368"/>
                  <a:pt x="36505" y="1095"/>
                </a:cubicBezTo>
                <a:cubicBezTo>
                  <a:pt x="36475" y="1247"/>
                  <a:pt x="36171" y="1247"/>
                  <a:pt x="36353" y="1490"/>
                </a:cubicBezTo>
                <a:cubicBezTo>
                  <a:pt x="36779" y="1490"/>
                  <a:pt x="36475" y="1095"/>
                  <a:pt x="36961" y="1095"/>
                </a:cubicBezTo>
                <a:cubicBezTo>
                  <a:pt x="36992" y="1003"/>
                  <a:pt x="36901" y="943"/>
                  <a:pt x="36840" y="943"/>
                </a:cubicBezTo>
                <a:cubicBezTo>
                  <a:pt x="37174" y="700"/>
                  <a:pt x="37600" y="578"/>
                  <a:pt x="37630" y="152"/>
                </a:cubicBezTo>
                <a:cubicBezTo>
                  <a:pt x="37995" y="61"/>
                  <a:pt x="38025" y="244"/>
                  <a:pt x="38238" y="274"/>
                </a:cubicBezTo>
                <a:cubicBezTo>
                  <a:pt x="38724" y="274"/>
                  <a:pt x="38907" y="92"/>
                  <a:pt x="39363" y="92"/>
                </a:cubicBezTo>
                <a:cubicBezTo>
                  <a:pt x="39393" y="274"/>
                  <a:pt x="39271" y="365"/>
                  <a:pt x="39028" y="365"/>
                </a:cubicBezTo>
                <a:cubicBezTo>
                  <a:pt x="39393" y="730"/>
                  <a:pt x="40244" y="304"/>
                  <a:pt x="40274" y="821"/>
                </a:cubicBezTo>
                <a:cubicBezTo>
                  <a:pt x="40730" y="700"/>
                  <a:pt x="40274" y="365"/>
                  <a:pt x="40062" y="244"/>
                </a:cubicBezTo>
                <a:cubicBezTo>
                  <a:pt x="40031" y="61"/>
                  <a:pt x="40457" y="213"/>
                  <a:pt x="40609" y="152"/>
                </a:cubicBezTo>
                <a:cubicBezTo>
                  <a:pt x="40274" y="426"/>
                  <a:pt x="40791" y="517"/>
                  <a:pt x="40822" y="730"/>
                </a:cubicBezTo>
                <a:cubicBezTo>
                  <a:pt x="41369" y="639"/>
                  <a:pt x="41612" y="244"/>
                  <a:pt x="42402" y="335"/>
                </a:cubicBezTo>
                <a:cubicBezTo>
                  <a:pt x="42706" y="304"/>
                  <a:pt x="42585" y="517"/>
                  <a:pt x="42706" y="608"/>
                </a:cubicBezTo>
                <a:cubicBezTo>
                  <a:pt x="42797" y="608"/>
                  <a:pt x="42828" y="548"/>
                  <a:pt x="42919" y="548"/>
                </a:cubicBezTo>
                <a:cubicBezTo>
                  <a:pt x="43162" y="487"/>
                  <a:pt x="42645" y="304"/>
                  <a:pt x="43071" y="244"/>
                </a:cubicBezTo>
                <a:cubicBezTo>
                  <a:pt x="43314" y="244"/>
                  <a:pt x="43284" y="396"/>
                  <a:pt x="43253" y="517"/>
                </a:cubicBezTo>
                <a:cubicBezTo>
                  <a:pt x="43648" y="396"/>
                  <a:pt x="44013" y="365"/>
                  <a:pt x="44408" y="426"/>
                </a:cubicBezTo>
                <a:cubicBezTo>
                  <a:pt x="44682" y="517"/>
                  <a:pt x="44651" y="760"/>
                  <a:pt x="45138" y="730"/>
                </a:cubicBezTo>
                <a:cubicBezTo>
                  <a:pt x="45138" y="639"/>
                  <a:pt x="44955" y="639"/>
                  <a:pt x="44834" y="578"/>
                </a:cubicBezTo>
                <a:cubicBezTo>
                  <a:pt x="45199" y="396"/>
                  <a:pt x="46323" y="943"/>
                  <a:pt x="46962" y="912"/>
                </a:cubicBezTo>
                <a:cubicBezTo>
                  <a:pt x="47174" y="1034"/>
                  <a:pt x="46931" y="1338"/>
                  <a:pt x="47265" y="1429"/>
                </a:cubicBezTo>
                <a:cubicBezTo>
                  <a:pt x="47448" y="1429"/>
                  <a:pt x="47265" y="1307"/>
                  <a:pt x="47326" y="1186"/>
                </a:cubicBezTo>
                <a:cubicBezTo>
                  <a:pt x="47873" y="1368"/>
                  <a:pt x="48420" y="1520"/>
                  <a:pt x="48998" y="1611"/>
                </a:cubicBezTo>
                <a:cubicBezTo>
                  <a:pt x="48907" y="1855"/>
                  <a:pt x="48998" y="2007"/>
                  <a:pt x="49363" y="2098"/>
                </a:cubicBezTo>
                <a:cubicBezTo>
                  <a:pt x="49332" y="2007"/>
                  <a:pt x="49180" y="1946"/>
                  <a:pt x="49241" y="1794"/>
                </a:cubicBezTo>
                <a:cubicBezTo>
                  <a:pt x="49484" y="1763"/>
                  <a:pt x="49363" y="2007"/>
                  <a:pt x="49393" y="2007"/>
                </a:cubicBezTo>
                <a:cubicBezTo>
                  <a:pt x="49576" y="2159"/>
                  <a:pt x="49910" y="1976"/>
                  <a:pt x="50062" y="2280"/>
                </a:cubicBezTo>
                <a:cubicBezTo>
                  <a:pt x="49636" y="2432"/>
                  <a:pt x="49393" y="2098"/>
                  <a:pt x="48846" y="2007"/>
                </a:cubicBezTo>
                <a:cubicBezTo>
                  <a:pt x="48603" y="1946"/>
                  <a:pt x="48572" y="2219"/>
                  <a:pt x="48269" y="2067"/>
                </a:cubicBezTo>
                <a:cubicBezTo>
                  <a:pt x="48664" y="1885"/>
                  <a:pt x="47569" y="1763"/>
                  <a:pt x="47448" y="1551"/>
                </a:cubicBezTo>
                <a:lnTo>
                  <a:pt x="47083" y="1703"/>
                </a:lnTo>
                <a:cubicBezTo>
                  <a:pt x="46840" y="1581"/>
                  <a:pt x="46901" y="1338"/>
                  <a:pt x="46779" y="1125"/>
                </a:cubicBezTo>
                <a:cubicBezTo>
                  <a:pt x="46414" y="1277"/>
                  <a:pt x="46475" y="852"/>
                  <a:pt x="45989" y="821"/>
                </a:cubicBezTo>
                <a:cubicBezTo>
                  <a:pt x="45715" y="1277"/>
                  <a:pt x="46536" y="1307"/>
                  <a:pt x="46110" y="1642"/>
                </a:cubicBezTo>
                <a:cubicBezTo>
                  <a:pt x="45898" y="1429"/>
                  <a:pt x="45654" y="1216"/>
                  <a:pt x="45746" y="882"/>
                </a:cubicBezTo>
                <a:cubicBezTo>
                  <a:pt x="45320" y="700"/>
                  <a:pt x="45229" y="1003"/>
                  <a:pt x="45472" y="1155"/>
                </a:cubicBezTo>
                <a:cubicBezTo>
                  <a:pt x="45381" y="1277"/>
                  <a:pt x="45199" y="1155"/>
                  <a:pt x="45290" y="1034"/>
                </a:cubicBezTo>
                <a:cubicBezTo>
                  <a:pt x="45016" y="1003"/>
                  <a:pt x="44773" y="882"/>
                  <a:pt x="44560" y="730"/>
                </a:cubicBezTo>
                <a:cubicBezTo>
                  <a:pt x="44378" y="639"/>
                  <a:pt x="44347" y="1064"/>
                  <a:pt x="44621" y="973"/>
                </a:cubicBezTo>
                <a:cubicBezTo>
                  <a:pt x="44439" y="1216"/>
                  <a:pt x="44195" y="730"/>
                  <a:pt x="43983" y="943"/>
                </a:cubicBezTo>
                <a:cubicBezTo>
                  <a:pt x="43922" y="1095"/>
                  <a:pt x="44044" y="1125"/>
                  <a:pt x="44044" y="1216"/>
                </a:cubicBezTo>
                <a:cubicBezTo>
                  <a:pt x="44226" y="1155"/>
                  <a:pt x="44712" y="1368"/>
                  <a:pt x="44712" y="1095"/>
                </a:cubicBezTo>
                <a:cubicBezTo>
                  <a:pt x="45138" y="1095"/>
                  <a:pt x="44986" y="1399"/>
                  <a:pt x="45411" y="1399"/>
                </a:cubicBezTo>
                <a:cubicBezTo>
                  <a:pt x="45442" y="1581"/>
                  <a:pt x="45199" y="1459"/>
                  <a:pt x="45168" y="1581"/>
                </a:cubicBezTo>
                <a:cubicBezTo>
                  <a:pt x="45168" y="1794"/>
                  <a:pt x="45351" y="1551"/>
                  <a:pt x="45381" y="1551"/>
                </a:cubicBezTo>
                <a:cubicBezTo>
                  <a:pt x="45503" y="1581"/>
                  <a:pt x="45503" y="1763"/>
                  <a:pt x="45654" y="1763"/>
                </a:cubicBezTo>
                <a:cubicBezTo>
                  <a:pt x="45806" y="1794"/>
                  <a:pt x="45958" y="1672"/>
                  <a:pt x="46202" y="1733"/>
                </a:cubicBezTo>
                <a:cubicBezTo>
                  <a:pt x="46323" y="1733"/>
                  <a:pt x="46323" y="1581"/>
                  <a:pt x="46384" y="1459"/>
                </a:cubicBezTo>
                <a:cubicBezTo>
                  <a:pt x="46810" y="1520"/>
                  <a:pt x="46779" y="1794"/>
                  <a:pt x="46992" y="1946"/>
                </a:cubicBezTo>
                <a:cubicBezTo>
                  <a:pt x="47296" y="2067"/>
                  <a:pt x="47357" y="1824"/>
                  <a:pt x="47509" y="1763"/>
                </a:cubicBezTo>
                <a:cubicBezTo>
                  <a:pt x="47691" y="1946"/>
                  <a:pt x="47721" y="2189"/>
                  <a:pt x="47843" y="2371"/>
                </a:cubicBezTo>
                <a:cubicBezTo>
                  <a:pt x="48117" y="2128"/>
                  <a:pt x="48755" y="2310"/>
                  <a:pt x="49241" y="2432"/>
                </a:cubicBezTo>
                <a:cubicBezTo>
                  <a:pt x="49059" y="2675"/>
                  <a:pt x="49576" y="2675"/>
                  <a:pt x="49758" y="2797"/>
                </a:cubicBezTo>
                <a:cubicBezTo>
                  <a:pt x="50062" y="2858"/>
                  <a:pt x="50123" y="2462"/>
                  <a:pt x="50548" y="2736"/>
                </a:cubicBezTo>
                <a:cubicBezTo>
                  <a:pt x="50457" y="2797"/>
                  <a:pt x="50335" y="2797"/>
                  <a:pt x="50214" y="2797"/>
                </a:cubicBezTo>
                <a:cubicBezTo>
                  <a:pt x="50153" y="2979"/>
                  <a:pt x="50609" y="2979"/>
                  <a:pt x="50670" y="2979"/>
                </a:cubicBezTo>
                <a:cubicBezTo>
                  <a:pt x="50639" y="2888"/>
                  <a:pt x="50639" y="2766"/>
                  <a:pt x="50579" y="2675"/>
                </a:cubicBezTo>
                <a:cubicBezTo>
                  <a:pt x="50427" y="2341"/>
                  <a:pt x="50153" y="2402"/>
                  <a:pt x="50427" y="2250"/>
                </a:cubicBezTo>
                <a:lnTo>
                  <a:pt x="49545" y="1915"/>
                </a:lnTo>
                <a:cubicBezTo>
                  <a:pt x="49819" y="1733"/>
                  <a:pt x="50153" y="2128"/>
                  <a:pt x="50639" y="2250"/>
                </a:cubicBezTo>
                <a:cubicBezTo>
                  <a:pt x="51187" y="2402"/>
                  <a:pt x="51673" y="2645"/>
                  <a:pt x="52159" y="2888"/>
                </a:cubicBezTo>
                <a:cubicBezTo>
                  <a:pt x="52007" y="3101"/>
                  <a:pt x="52129" y="3222"/>
                  <a:pt x="52068" y="3405"/>
                </a:cubicBezTo>
                <a:cubicBezTo>
                  <a:pt x="52494" y="3709"/>
                  <a:pt x="52767" y="3678"/>
                  <a:pt x="53132" y="3982"/>
                </a:cubicBezTo>
                <a:cubicBezTo>
                  <a:pt x="53010" y="4134"/>
                  <a:pt x="52797" y="4195"/>
                  <a:pt x="52615" y="4104"/>
                </a:cubicBezTo>
                <a:cubicBezTo>
                  <a:pt x="52767" y="4469"/>
                  <a:pt x="53132" y="4043"/>
                  <a:pt x="53405" y="4104"/>
                </a:cubicBezTo>
                <a:cubicBezTo>
                  <a:pt x="53740" y="4225"/>
                  <a:pt x="53497" y="4499"/>
                  <a:pt x="53801" y="4590"/>
                </a:cubicBezTo>
                <a:cubicBezTo>
                  <a:pt x="53983" y="4681"/>
                  <a:pt x="53953" y="4286"/>
                  <a:pt x="53649" y="4256"/>
                </a:cubicBezTo>
                <a:cubicBezTo>
                  <a:pt x="54044" y="3982"/>
                  <a:pt x="53922" y="4529"/>
                  <a:pt x="54104" y="4651"/>
                </a:cubicBezTo>
                <a:cubicBezTo>
                  <a:pt x="54530" y="4773"/>
                  <a:pt x="54348" y="4469"/>
                  <a:pt x="54621" y="4377"/>
                </a:cubicBezTo>
                <a:cubicBezTo>
                  <a:pt x="54956" y="4590"/>
                  <a:pt x="54348" y="4621"/>
                  <a:pt x="54682" y="4864"/>
                </a:cubicBezTo>
                <a:cubicBezTo>
                  <a:pt x="54834" y="4712"/>
                  <a:pt x="55168" y="5046"/>
                  <a:pt x="55229" y="4681"/>
                </a:cubicBezTo>
                <a:cubicBezTo>
                  <a:pt x="55442" y="4955"/>
                  <a:pt x="56019" y="5046"/>
                  <a:pt x="55685" y="5137"/>
                </a:cubicBezTo>
                <a:cubicBezTo>
                  <a:pt x="55928" y="5228"/>
                  <a:pt x="56323" y="5624"/>
                  <a:pt x="56506" y="5502"/>
                </a:cubicBezTo>
                <a:cubicBezTo>
                  <a:pt x="56627" y="5654"/>
                  <a:pt x="56445" y="5654"/>
                  <a:pt x="56384" y="5715"/>
                </a:cubicBezTo>
                <a:cubicBezTo>
                  <a:pt x="56627" y="5958"/>
                  <a:pt x="56627" y="5563"/>
                  <a:pt x="56810" y="5593"/>
                </a:cubicBezTo>
                <a:cubicBezTo>
                  <a:pt x="56779" y="5928"/>
                  <a:pt x="57114" y="5593"/>
                  <a:pt x="57478" y="5988"/>
                </a:cubicBezTo>
                <a:cubicBezTo>
                  <a:pt x="57357" y="6110"/>
                  <a:pt x="57174" y="6110"/>
                  <a:pt x="57022" y="6201"/>
                </a:cubicBezTo>
                <a:cubicBezTo>
                  <a:pt x="55472" y="5168"/>
                  <a:pt x="54621" y="5137"/>
                  <a:pt x="53101" y="4438"/>
                </a:cubicBezTo>
                <a:cubicBezTo>
                  <a:pt x="52980" y="4408"/>
                  <a:pt x="53041" y="4560"/>
                  <a:pt x="53101" y="4651"/>
                </a:cubicBezTo>
                <a:cubicBezTo>
                  <a:pt x="52797" y="4560"/>
                  <a:pt x="52463" y="4469"/>
                  <a:pt x="52159" y="4347"/>
                </a:cubicBezTo>
                <a:cubicBezTo>
                  <a:pt x="52068" y="4317"/>
                  <a:pt x="52068" y="4134"/>
                  <a:pt x="51946" y="4073"/>
                </a:cubicBezTo>
                <a:cubicBezTo>
                  <a:pt x="51825" y="4013"/>
                  <a:pt x="51703" y="4043"/>
                  <a:pt x="51734" y="4073"/>
                </a:cubicBezTo>
                <a:cubicBezTo>
                  <a:pt x="51612" y="3982"/>
                  <a:pt x="51946" y="3921"/>
                  <a:pt x="51430" y="3769"/>
                </a:cubicBezTo>
                <a:cubicBezTo>
                  <a:pt x="51825" y="3374"/>
                  <a:pt x="52129" y="3921"/>
                  <a:pt x="52463" y="3952"/>
                </a:cubicBezTo>
                <a:cubicBezTo>
                  <a:pt x="52098" y="3435"/>
                  <a:pt x="51582" y="3010"/>
                  <a:pt x="50974" y="2766"/>
                </a:cubicBezTo>
                <a:cubicBezTo>
                  <a:pt x="51065" y="2736"/>
                  <a:pt x="51126" y="2675"/>
                  <a:pt x="51187" y="2584"/>
                </a:cubicBezTo>
                <a:cubicBezTo>
                  <a:pt x="50761" y="2493"/>
                  <a:pt x="50791" y="2858"/>
                  <a:pt x="50822" y="3162"/>
                </a:cubicBezTo>
                <a:cubicBezTo>
                  <a:pt x="51187" y="3405"/>
                  <a:pt x="51247" y="3010"/>
                  <a:pt x="51582" y="3192"/>
                </a:cubicBezTo>
                <a:cubicBezTo>
                  <a:pt x="51369" y="3526"/>
                  <a:pt x="50883" y="3709"/>
                  <a:pt x="51430" y="4043"/>
                </a:cubicBezTo>
                <a:cubicBezTo>
                  <a:pt x="50670" y="3709"/>
                  <a:pt x="49515" y="3648"/>
                  <a:pt x="48694" y="3040"/>
                </a:cubicBezTo>
                <a:cubicBezTo>
                  <a:pt x="48329" y="3162"/>
                  <a:pt x="47661" y="2858"/>
                  <a:pt x="47113" y="2706"/>
                </a:cubicBezTo>
                <a:cubicBezTo>
                  <a:pt x="46901" y="2675"/>
                  <a:pt x="46931" y="2979"/>
                  <a:pt x="46627" y="2827"/>
                </a:cubicBezTo>
                <a:cubicBezTo>
                  <a:pt x="46536" y="2645"/>
                  <a:pt x="46475" y="2432"/>
                  <a:pt x="46506" y="2189"/>
                </a:cubicBezTo>
                <a:cubicBezTo>
                  <a:pt x="45989" y="2159"/>
                  <a:pt x="46110" y="2098"/>
                  <a:pt x="45472" y="2037"/>
                </a:cubicBezTo>
                <a:cubicBezTo>
                  <a:pt x="45411" y="2189"/>
                  <a:pt x="45503" y="2250"/>
                  <a:pt x="45503" y="2371"/>
                </a:cubicBezTo>
                <a:cubicBezTo>
                  <a:pt x="45715" y="2250"/>
                  <a:pt x="46080" y="2371"/>
                  <a:pt x="46262" y="2219"/>
                </a:cubicBezTo>
                <a:cubicBezTo>
                  <a:pt x="46718" y="2888"/>
                  <a:pt x="45685" y="2797"/>
                  <a:pt x="45229" y="2554"/>
                </a:cubicBezTo>
                <a:cubicBezTo>
                  <a:pt x="45290" y="2523"/>
                  <a:pt x="45320" y="2462"/>
                  <a:pt x="45381" y="2432"/>
                </a:cubicBezTo>
                <a:cubicBezTo>
                  <a:pt x="45320" y="2432"/>
                  <a:pt x="44773" y="2310"/>
                  <a:pt x="44834" y="2493"/>
                </a:cubicBezTo>
                <a:cubicBezTo>
                  <a:pt x="43922" y="2280"/>
                  <a:pt x="43010" y="2219"/>
                  <a:pt x="42098" y="2250"/>
                </a:cubicBezTo>
                <a:cubicBezTo>
                  <a:pt x="41460" y="2310"/>
                  <a:pt x="40791" y="2098"/>
                  <a:pt x="40244" y="2189"/>
                </a:cubicBezTo>
                <a:cubicBezTo>
                  <a:pt x="39970" y="2219"/>
                  <a:pt x="39667" y="2402"/>
                  <a:pt x="39332" y="2432"/>
                </a:cubicBezTo>
                <a:cubicBezTo>
                  <a:pt x="38937" y="2493"/>
                  <a:pt x="38542" y="2523"/>
                  <a:pt x="38329" y="2766"/>
                </a:cubicBezTo>
                <a:cubicBezTo>
                  <a:pt x="38420" y="3040"/>
                  <a:pt x="38937" y="2888"/>
                  <a:pt x="38967" y="3222"/>
                </a:cubicBezTo>
                <a:cubicBezTo>
                  <a:pt x="39393" y="3010"/>
                  <a:pt x="40122" y="3070"/>
                  <a:pt x="40244" y="3405"/>
                </a:cubicBezTo>
                <a:cubicBezTo>
                  <a:pt x="40396" y="3101"/>
                  <a:pt x="40700" y="2918"/>
                  <a:pt x="41034" y="2918"/>
                </a:cubicBezTo>
                <a:cubicBezTo>
                  <a:pt x="41126" y="2706"/>
                  <a:pt x="40913" y="2706"/>
                  <a:pt x="40943" y="2523"/>
                </a:cubicBezTo>
                <a:cubicBezTo>
                  <a:pt x="41581" y="2462"/>
                  <a:pt x="41247" y="2979"/>
                  <a:pt x="41126" y="3192"/>
                </a:cubicBezTo>
                <a:cubicBezTo>
                  <a:pt x="41217" y="3253"/>
                  <a:pt x="41612" y="3192"/>
                  <a:pt x="41885" y="3314"/>
                </a:cubicBezTo>
                <a:cubicBezTo>
                  <a:pt x="42068" y="3314"/>
                  <a:pt x="41764" y="2979"/>
                  <a:pt x="42007" y="2918"/>
                </a:cubicBezTo>
                <a:cubicBezTo>
                  <a:pt x="41977" y="2736"/>
                  <a:pt x="41521" y="3162"/>
                  <a:pt x="41338" y="2858"/>
                </a:cubicBezTo>
                <a:cubicBezTo>
                  <a:pt x="41429" y="2766"/>
                  <a:pt x="41612" y="2706"/>
                  <a:pt x="41642" y="2554"/>
                </a:cubicBezTo>
                <a:cubicBezTo>
                  <a:pt x="42372" y="2675"/>
                  <a:pt x="43253" y="2645"/>
                  <a:pt x="44317" y="2888"/>
                </a:cubicBezTo>
                <a:cubicBezTo>
                  <a:pt x="44621" y="3101"/>
                  <a:pt x="43709" y="2736"/>
                  <a:pt x="43800" y="3040"/>
                </a:cubicBezTo>
                <a:cubicBezTo>
                  <a:pt x="43770" y="3253"/>
                  <a:pt x="44104" y="3253"/>
                  <a:pt x="44347" y="3314"/>
                </a:cubicBezTo>
                <a:cubicBezTo>
                  <a:pt x="44591" y="3374"/>
                  <a:pt x="44469" y="3010"/>
                  <a:pt x="44773" y="3162"/>
                </a:cubicBezTo>
                <a:cubicBezTo>
                  <a:pt x="44499" y="3344"/>
                  <a:pt x="44834" y="3496"/>
                  <a:pt x="45016" y="3435"/>
                </a:cubicBezTo>
                <a:cubicBezTo>
                  <a:pt x="45259" y="3405"/>
                  <a:pt x="45107" y="3070"/>
                  <a:pt x="45229" y="3405"/>
                </a:cubicBezTo>
                <a:cubicBezTo>
                  <a:pt x="45320" y="3678"/>
                  <a:pt x="45594" y="3830"/>
                  <a:pt x="45837" y="3739"/>
                </a:cubicBezTo>
                <a:cubicBezTo>
                  <a:pt x="45806" y="3557"/>
                  <a:pt x="45472" y="3496"/>
                  <a:pt x="45563" y="3253"/>
                </a:cubicBezTo>
                <a:cubicBezTo>
                  <a:pt x="45867" y="3283"/>
                  <a:pt x="45776" y="3526"/>
                  <a:pt x="45989" y="3587"/>
                </a:cubicBezTo>
                <a:cubicBezTo>
                  <a:pt x="46080" y="3587"/>
                  <a:pt x="46110" y="3557"/>
                  <a:pt x="46202" y="3557"/>
                </a:cubicBezTo>
                <a:cubicBezTo>
                  <a:pt x="46323" y="3374"/>
                  <a:pt x="46050" y="3374"/>
                  <a:pt x="45989" y="3253"/>
                </a:cubicBezTo>
                <a:cubicBezTo>
                  <a:pt x="45928" y="3070"/>
                  <a:pt x="46262" y="3253"/>
                  <a:pt x="46293" y="3253"/>
                </a:cubicBezTo>
                <a:cubicBezTo>
                  <a:pt x="46506" y="3253"/>
                  <a:pt x="46536" y="3192"/>
                  <a:pt x="46718" y="3192"/>
                </a:cubicBezTo>
                <a:cubicBezTo>
                  <a:pt x="47144" y="3253"/>
                  <a:pt x="47691" y="3557"/>
                  <a:pt x="48238" y="3678"/>
                </a:cubicBezTo>
                <a:cubicBezTo>
                  <a:pt x="47934" y="3800"/>
                  <a:pt x="47843" y="3618"/>
                  <a:pt x="47448" y="3526"/>
                </a:cubicBezTo>
                <a:cubicBezTo>
                  <a:pt x="47387" y="3709"/>
                  <a:pt x="47721" y="3769"/>
                  <a:pt x="47965" y="3861"/>
                </a:cubicBezTo>
                <a:cubicBezTo>
                  <a:pt x="47904" y="4073"/>
                  <a:pt x="48086" y="4195"/>
                  <a:pt x="48208" y="4347"/>
                </a:cubicBezTo>
                <a:cubicBezTo>
                  <a:pt x="48542" y="4317"/>
                  <a:pt x="48025" y="4073"/>
                  <a:pt x="48269" y="3861"/>
                </a:cubicBezTo>
                <a:cubicBezTo>
                  <a:pt x="48816" y="3982"/>
                  <a:pt x="48481" y="4469"/>
                  <a:pt x="48694" y="4712"/>
                </a:cubicBezTo>
                <a:cubicBezTo>
                  <a:pt x="48968" y="4833"/>
                  <a:pt x="49211" y="4985"/>
                  <a:pt x="49454" y="5168"/>
                </a:cubicBezTo>
                <a:cubicBezTo>
                  <a:pt x="49606" y="5228"/>
                  <a:pt x="49606" y="4925"/>
                  <a:pt x="49758" y="4925"/>
                </a:cubicBezTo>
                <a:cubicBezTo>
                  <a:pt x="50244" y="5077"/>
                  <a:pt x="49971" y="5441"/>
                  <a:pt x="50548" y="5532"/>
                </a:cubicBezTo>
                <a:cubicBezTo>
                  <a:pt x="50335" y="5867"/>
                  <a:pt x="50731" y="5988"/>
                  <a:pt x="50487" y="6323"/>
                </a:cubicBezTo>
                <a:cubicBezTo>
                  <a:pt x="50275" y="5988"/>
                  <a:pt x="49849" y="6140"/>
                  <a:pt x="49636" y="6232"/>
                </a:cubicBezTo>
                <a:cubicBezTo>
                  <a:pt x="49606" y="6353"/>
                  <a:pt x="49819" y="6384"/>
                  <a:pt x="49940" y="6444"/>
                </a:cubicBezTo>
                <a:cubicBezTo>
                  <a:pt x="49819" y="6505"/>
                  <a:pt x="49758" y="6596"/>
                  <a:pt x="49728" y="6718"/>
                </a:cubicBezTo>
                <a:cubicBezTo>
                  <a:pt x="49515" y="6657"/>
                  <a:pt x="49484" y="6535"/>
                  <a:pt x="49545" y="6384"/>
                </a:cubicBezTo>
                <a:cubicBezTo>
                  <a:pt x="49454" y="6292"/>
                  <a:pt x="49241" y="6596"/>
                  <a:pt x="49272" y="6353"/>
                </a:cubicBezTo>
                <a:cubicBezTo>
                  <a:pt x="49211" y="6171"/>
                  <a:pt x="49272" y="6140"/>
                  <a:pt x="49515" y="6262"/>
                </a:cubicBezTo>
                <a:cubicBezTo>
                  <a:pt x="49424" y="6080"/>
                  <a:pt x="49576" y="5836"/>
                  <a:pt x="49788" y="5836"/>
                </a:cubicBezTo>
                <a:cubicBezTo>
                  <a:pt x="49758" y="5563"/>
                  <a:pt x="49424" y="5836"/>
                  <a:pt x="49241" y="5715"/>
                </a:cubicBezTo>
                <a:cubicBezTo>
                  <a:pt x="49272" y="5532"/>
                  <a:pt x="49211" y="5380"/>
                  <a:pt x="49363" y="5137"/>
                </a:cubicBezTo>
                <a:cubicBezTo>
                  <a:pt x="49089" y="5046"/>
                  <a:pt x="49120" y="5502"/>
                  <a:pt x="48846" y="5380"/>
                </a:cubicBezTo>
                <a:cubicBezTo>
                  <a:pt x="48755" y="5593"/>
                  <a:pt x="49180" y="5593"/>
                  <a:pt x="48998" y="5806"/>
                </a:cubicBezTo>
                <a:cubicBezTo>
                  <a:pt x="48876" y="5715"/>
                  <a:pt x="48512" y="5715"/>
                  <a:pt x="48572" y="5563"/>
                </a:cubicBezTo>
                <a:cubicBezTo>
                  <a:pt x="48390" y="5593"/>
                  <a:pt x="48269" y="5745"/>
                  <a:pt x="47965" y="5593"/>
                </a:cubicBezTo>
                <a:cubicBezTo>
                  <a:pt x="48208" y="5380"/>
                  <a:pt x="48269" y="5137"/>
                  <a:pt x="47752" y="5077"/>
                </a:cubicBezTo>
                <a:cubicBezTo>
                  <a:pt x="47569" y="4833"/>
                  <a:pt x="48086" y="4955"/>
                  <a:pt x="47904" y="4712"/>
                </a:cubicBezTo>
                <a:cubicBezTo>
                  <a:pt x="47752" y="4742"/>
                  <a:pt x="47661" y="4864"/>
                  <a:pt x="47387" y="4712"/>
                </a:cubicBezTo>
                <a:cubicBezTo>
                  <a:pt x="47478" y="4590"/>
                  <a:pt x="47357" y="4529"/>
                  <a:pt x="47265" y="4499"/>
                </a:cubicBezTo>
                <a:cubicBezTo>
                  <a:pt x="47387" y="4317"/>
                  <a:pt x="47600" y="4073"/>
                  <a:pt x="47448" y="3861"/>
                </a:cubicBezTo>
                <a:cubicBezTo>
                  <a:pt x="47265" y="3861"/>
                  <a:pt x="47235" y="4134"/>
                  <a:pt x="46931" y="3952"/>
                </a:cubicBezTo>
                <a:cubicBezTo>
                  <a:pt x="46901" y="3587"/>
                  <a:pt x="47265" y="3891"/>
                  <a:pt x="47265" y="3526"/>
                </a:cubicBezTo>
                <a:cubicBezTo>
                  <a:pt x="46901" y="3314"/>
                  <a:pt x="46931" y="3678"/>
                  <a:pt x="46779" y="3739"/>
                </a:cubicBezTo>
                <a:cubicBezTo>
                  <a:pt x="46597" y="3648"/>
                  <a:pt x="46870" y="3374"/>
                  <a:pt x="46475" y="3405"/>
                </a:cubicBezTo>
                <a:cubicBezTo>
                  <a:pt x="46384" y="3466"/>
                  <a:pt x="46354" y="3678"/>
                  <a:pt x="46080" y="3709"/>
                </a:cubicBezTo>
                <a:cubicBezTo>
                  <a:pt x="46110" y="3921"/>
                  <a:pt x="46384" y="3557"/>
                  <a:pt x="46688" y="3769"/>
                </a:cubicBezTo>
                <a:cubicBezTo>
                  <a:pt x="46475" y="3952"/>
                  <a:pt x="46840" y="3982"/>
                  <a:pt x="46901" y="4104"/>
                </a:cubicBezTo>
                <a:cubicBezTo>
                  <a:pt x="46931" y="4225"/>
                  <a:pt x="46810" y="4286"/>
                  <a:pt x="46810" y="4347"/>
                </a:cubicBezTo>
                <a:cubicBezTo>
                  <a:pt x="46810" y="4408"/>
                  <a:pt x="47022" y="4499"/>
                  <a:pt x="46931" y="4621"/>
                </a:cubicBezTo>
                <a:cubicBezTo>
                  <a:pt x="46779" y="4681"/>
                  <a:pt x="46597" y="4651"/>
                  <a:pt x="46445" y="4560"/>
                </a:cubicBezTo>
                <a:cubicBezTo>
                  <a:pt x="46506" y="4469"/>
                  <a:pt x="46658" y="4499"/>
                  <a:pt x="46688" y="4377"/>
                </a:cubicBezTo>
                <a:cubicBezTo>
                  <a:pt x="46536" y="4317"/>
                  <a:pt x="46354" y="4317"/>
                  <a:pt x="46202" y="4408"/>
                </a:cubicBezTo>
                <a:cubicBezTo>
                  <a:pt x="46141" y="4803"/>
                  <a:pt x="46566" y="4833"/>
                  <a:pt x="46962" y="4894"/>
                </a:cubicBezTo>
                <a:cubicBezTo>
                  <a:pt x="46962" y="5168"/>
                  <a:pt x="46718" y="4985"/>
                  <a:pt x="46566" y="4955"/>
                </a:cubicBezTo>
                <a:cubicBezTo>
                  <a:pt x="46658" y="5198"/>
                  <a:pt x="46688" y="5380"/>
                  <a:pt x="46384" y="5502"/>
                </a:cubicBezTo>
                <a:cubicBezTo>
                  <a:pt x="46384" y="5593"/>
                  <a:pt x="46536" y="5593"/>
                  <a:pt x="46506" y="5715"/>
                </a:cubicBezTo>
                <a:cubicBezTo>
                  <a:pt x="46749" y="5745"/>
                  <a:pt x="46901" y="5502"/>
                  <a:pt x="47053" y="5806"/>
                </a:cubicBezTo>
                <a:cubicBezTo>
                  <a:pt x="46870" y="6140"/>
                  <a:pt x="46232" y="5715"/>
                  <a:pt x="45685" y="5654"/>
                </a:cubicBezTo>
                <a:cubicBezTo>
                  <a:pt x="45381" y="5593"/>
                  <a:pt x="45138" y="5654"/>
                  <a:pt x="44864" y="5532"/>
                </a:cubicBezTo>
                <a:cubicBezTo>
                  <a:pt x="44864" y="5472"/>
                  <a:pt x="45168" y="5472"/>
                  <a:pt x="45259" y="5532"/>
                </a:cubicBezTo>
                <a:cubicBezTo>
                  <a:pt x="45016" y="5289"/>
                  <a:pt x="44955" y="5532"/>
                  <a:pt x="44712" y="5472"/>
                </a:cubicBezTo>
                <a:cubicBezTo>
                  <a:pt x="44591" y="5441"/>
                  <a:pt x="44499" y="5259"/>
                  <a:pt x="44499" y="5259"/>
                </a:cubicBezTo>
                <a:cubicBezTo>
                  <a:pt x="44317" y="5259"/>
                  <a:pt x="44165" y="5411"/>
                  <a:pt x="43983" y="5411"/>
                </a:cubicBezTo>
                <a:cubicBezTo>
                  <a:pt x="43831" y="5411"/>
                  <a:pt x="43800" y="5289"/>
                  <a:pt x="43648" y="5259"/>
                </a:cubicBezTo>
                <a:cubicBezTo>
                  <a:pt x="43375" y="5198"/>
                  <a:pt x="42949" y="5380"/>
                  <a:pt x="42767" y="5137"/>
                </a:cubicBezTo>
                <a:cubicBezTo>
                  <a:pt x="42888" y="4742"/>
                  <a:pt x="43284" y="4590"/>
                  <a:pt x="43740" y="4864"/>
                </a:cubicBezTo>
                <a:cubicBezTo>
                  <a:pt x="43740" y="4560"/>
                  <a:pt x="43344" y="4560"/>
                  <a:pt x="43040" y="4499"/>
                </a:cubicBezTo>
                <a:cubicBezTo>
                  <a:pt x="42767" y="4529"/>
                  <a:pt x="42919" y="4621"/>
                  <a:pt x="42919" y="4833"/>
                </a:cubicBezTo>
                <a:cubicBezTo>
                  <a:pt x="42737" y="4773"/>
                  <a:pt x="42615" y="4803"/>
                  <a:pt x="42615" y="4955"/>
                </a:cubicBezTo>
                <a:cubicBezTo>
                  <a:pt x="42463" y="4955"/>
                  <a:pt x="42189" y="4803"/>
                  <a:pt x="42250" y="5077"/>
                </a:cubicBezTo>
                <a:cubicBezTo>
                  <a:pt x="42250" y="5228"/>
                  <a:pt x="42585" y="4985"/>
                  <a:pt x="42676" y="5198"/>
                </a:cubicBezTo>
                <a:cubicBezTo>
                  <a:pt x="42250" y="5350"/>
                  <a:pt x="41764" y="5107"/>
                  <a:pt x="41247" y="5168"/>
                </a:cubicBezTo>
                <a:cubicBezTo>
                  <a:pt x="41156" y="5168"/>
                  <a:pt x="41034" y="5289"/>
                  <a:pt x="40882" y="5320"/>
                </a:cubicBezTo>
                <a:lnTo>
                  <a:pt x="39606" y="5411"/>
                </a:lnTo>
                <a:cubicBezTo>
                  <a:pt x="38937" y="5472"/>
                  <a:pt x="38238" y="5593"/>
                  <a:pt x="37782" y="5593"/>
                </a:cubicBezTo>
                <a:cubicBezTo>
                  <a:pt x="37782" y="5593"/>
                  <a:pt x="37782" y="5441"/>
                  <a:pt x="37752" y="5441"/>
                </a:cubicBezTo>
                <a:cubicBezTo>
                  <a:pt x="37660" y="5350"/>
                  <a:pt x="37569" y="5624"/>
                  <a:pt x="37448" y="5563"/>
                </a:cubicBezTo>
                <a:cubicBezTo>
                  <a:pt x="37508" y="5016"/>
                  <a:pt x="37296" y="5745"/>
                  <a:pt x="36840" y="5684"/>
                </a:cubicBezTo>
                <a:cubicBezTo>
                  <a:pt x="36749" y="5715"/>
                  <a:pt x="36809" y="5836"/>
                  <a:pt x="36809" y="5928"/>
                </a:cubicBezTo>
                <a:cubicBezTo>
                  <a:pt x="36475" y="6019"/>
                  <a:pt x="36049" y="6232"/>
                  <a:pt x="35867" y="6019"/>
                </a:cubicBezTo>
                <a:cubicBezTo>
                  <a:pt x="35594" y="6080"/>
                  <a:pt x="35745" y="6323"/>
                  <a:pt x="35411" y="6323"/>
                </a:cubicBezTo>
                <a:cubicBezTo>
                  <a:pt x="35259" y="6080"/>
                  <a:pt x="35320" y="5958"/>
                  <a:pt x="35654" y="5928"/>
                </a:cubicBezTo>
                <a:cubicBezTo>
                  <a:pt x="35563" y="5684"/>
                  <a:pt x="35290" y="5745"/>
                  <a:pt x="35046" y="5836"/>
                </a:cubicBezTo>
                <a:cubicBezTo>
                  <a:pt x="35077" y="6110"/>
                  <a:pt x="35229" y="6110"/>
                  <a:pt x="35290" y="6292"/>
                </a:cubicBezTo>
                <a:cubicBezTo>
                  <a:pt x="33405" y="7143"/>
                  <a:pt x="31581" y="8238"/>
                  <a:pt x="29940" y="9484"/>
                </a:cubicBezTo>
                <a:cubicBezTo>
                  <a:pt x="28177" y="10760"/>
                  <a:pt x="26475" y="12098"/>
                  <a:pt x="24833" y="13526"/>
                </a:cubicBezTo>
                <a:cubicBezTo>
                  <a:pt x="24286" y="13982"/>
                  <a:pt x="23891" y="14408"/>
                  <a:pt x="23314" y="14864"/>
                </a:cubicBezTo>
                <a:cubicBezTo>
                  <a:pt x="23192" y="14955"/>
                  <a:pt x="23253" y="15046"/>
                  <a:pt x="23162" y="15107"/>
                </a:cubicBezTo>
                <a:cubicBezTo>
                  <a:pt x="22888" y="15320"/>
                  <a:pt x="22402" y="15685"/>
                  <a:pt x="21976" y="16049"/>
                </a:cubicBezTo>
                <a:cubicBezTo>
                  <a:pt x="21763" y="16262"/>
                  <a:pt x="21611" y="16536"/>
                  <a:pt x="21338" y="16748"/>
                </a:cubicBezTo>
                <a:cubicBezTo>
                  <a:pt x="20669" y="17265"/>
                  <a:pt x="20031" y="17812"/>
                  <a:pt x="19453" y="18451"/>
                </a:cubicBezTo>
                <a:cubicBezTo>
                  <a:pt x="19149" y="18755"/>
                  <a:pt x="18906" y="19332"/>
                  <a:pt x="18268" y="19514"/>
                </a:cubicBezTo>
                <a:cubicBezTo>
                  <a:pt x="18055" y="19879"/>
                  <a:pt x="17721" y="20153"/>
                  <a:pt x="17326" y="20305"/>
                </a:cubicBezTo>
                <a:cubicBezTo>
                  <a:pt x="17447" y="20335"/>
                  <a:pt x="17569" y="20244"/>
                  <a:pt x="17630" y="20366"/>
                </a:cubicBezTo>
                <a:cubicBezTo>
                  <a:pt x="17022" y="20761"/>
                  <a:pt x="16748" y="21217"/>
                  <a:pt x="16049" y="21733"/>
                </a:cubicBezTo>
                <a:cubicBezTo>
                  <a:pt x="16019" y="21642"/>
                  <a:pt x="16110" y="21551"/>
                  <a:pt x="16049" y="21429"/>
                </a:cubicBezTo>
                <a:cubicBezTo>
                  <a:pt x="15715" y="21612"/>
                  <a:pt x="16049" y="21825"/>
                  <a:pt x="15927" y="22007"/>
                </a:cubicBezTo>
                <a:cubicBezTo>
                  <a:pt x="15745" y="22128"/>
                  <a:pt x="15654" y="21764"/>
                  <a:pt x="15654" y="21673"/>
                </a:cubicBezTo>
                <a:cubicBezTo>
                  <a:pt x="15472" y="21885"/>
                  <a:pt x="15472" y="22098"/>
                  <a:pt x="15289" y="22280"/>
                </a:cubicBezTo>
                <a:cubicBezTo>
                  <a:pt x="14985" y="22402"/>
                  <a:pt x="14924" y="22615"/>
                  <a:pt x="14651" y="22858"/>
                </a:cubicBezTo>
                <a:cubicBezTo>
                  <a:pt x="14499" y="22949"/>
                  <a:pt x="14317" y="22980"/>
                  <a:pt x="14225" y="23071"/>
                </a:cubicBezTo>
                <a:cubicBezTo>
                  <a:pt x="14043" y="23253"/>
                  <a:pt x="13891" y="23679"/>
                  <a:pt x="13435" y="23922"/>
                </a:cubicBezTo>
                <a:cubicBezTo>
                  <a:pt x="13313" y="23983"/>
                  <a:pt x="13131" y="23952"/>
                  <a:pt x="13101" y="23952"/>
                </a:cubicBezTo>
                <a:cubicBezTo>
                  <a:pt x="12949" y="24043"/>
                  <a:pt x="13101" y="24347"/>
                  <a:pt x="12736" y="24256"/>
                </a:cubicBezTo>
                <a:cubicBezTo>
                  <a:pt x="12523" y="24499"/>
                  <a:pt x="12067" y="25138"/>
                  <a:pt x="11794" y="25442"/>
                </a:cubicBezTo>
                <a:cubicBezTo>
                  <a:pt x="11702" y="25502"/>
                  <a:pt x="11581" y="25563"/>
                  <a:pt x="11459" y="25594"/>
                </a:cubicBezTo>
                <a:cubicBezTo>
                  <a:pt x="11338" y="25685"/>
                  <a:pt x="11399" y="25776"/>
                  <a:pt x="11247" y="25898"/>
                </a:cubicBezTo>
                <a:cubicBezTo>
                  <a:pt x="11125" y="25989"/>
                  <a:pt x="11003" y="25898"/>
                  <a:pt x="10943" y="25958"/>
                </a:cubicBezTo>
                <a:cubicBezTo>
                  <a:pt x="10851" y="25989"/>
                  <a:pt x="10882" y="26110"/>
                  <a:pt x="10791" y="26171"/>
                </a:cubicBezTo>
                <a:cubicBezTo>
                  <a:pt x="10426" y="26414"/>
                  <a:pt x="10092" y="26718"/>
                  <a:pt x="9818" y="27022"/>
                </a:cubicBezTo>
                <a:cubicBezTo>
                  <a:pt x="9727" y="27174"/>
                  <a:pt x="9757" y="27326"/>
                  <a:pt x="9636" y="27448"/>
                </a:cubicBezTo>
                <a:cubicBezTo>
                  <a:pt x="9544" y="27478"/>
                  <a:pt x="9453" y="27478"/>
                  <a:pt x="9362" y="27539"/>
                </a:cubicBezTo>
                <a:cubicBezTo>
                  <a:pt x="9362" y="27782"/>
                  <a:pt x="9088" y="27995"/>
                  <a:pt x="8967" y="28177"/>
                </a:cubicBezTo>
                <a:cubicBezTo>
                  <a:pt x="8845" y="28360"/>
                  <a:pt x="8876" y="28572"/>
                  <a:pt x="8785" y="28724"/>
                </a:cubicBezTo>
                <a:cubicBezTo>
                  <a:pt x="8693" y="28907"/>
                  <a:pt x="8633" y="28816"/>
                  <a:pt x="8572" y="28937"/>
                </a:cubicBezTo>
                <a:cubicBezTo>
                  <a:pt x="8329" y="29454"/>
                  <a:pt x="8116" y="30214"/>
                  <a:pt x="7873" y="30761"/>
                </a:cubicBezTo>
                <a:cubicBezTo>
                  <a:pt x="7842" y="30913"/>
                  <a:pt x="7751" y="30882"/>
                  <a:pt x="7721" y="30974"/>
                </a:cubicBezTo>
                <a:cubicBezTo>
                  <a:pt x="7660" y="31460"/>
                  <a:pt x="7538" y="31946"/>
                  <a:pt x="7417" y="32402"/>
                </a:cubicBezTo>
                <a:cubicBezTo>
                  <a:pt x="7356" y="32585"/>
                  <a:pt x="7295" y="32524"/>
                  <a:pt x="7204" y="32615"/>
                </a:cubicBezTo>
                <a:cubicBezTo>
                  <a:pt x="7204" y="33101"/>
                  <a:pt x="7143" y="33557"/>
                  <a:pt x="7052" y="34013"/>
                </a:cubicBezTo>
                <a:cubicBezTo>
                  <a:pt x="6961" y="34074"/>
                  <a:pt x="6930" y="34196"/>
                  <a:pt x="6778" y="34135"/>
                </a:cubicBezTo>
                <a:cubicBezTo>
                  <a:pt x="6778" y="34256"/>
                  <a:pt x="6900" y="34256"/>
                  <a:pt x="7022" y="34287"/>
                </a:cubicBezTo>
                <a:cubicBezTo>
                  <a:pt x="6900" y="34834"/>
                  <a:pt x="7265" y="35290"/>
                  <a:pt x="6839" y="35655"/>
                </a:cubicBezTo>
                <a:cubicBezTo>
                  <a:pt x="6809" y="35898"/>
                  <a:pt x="6809" y="36141"/>
                  <a:pt x="6839" y="36354"/>
                </a:cubicBezTo>
                <a:cubicBezTo>
                  <a:pt x="6718" y="36445"/>
                  <a:pt x="6657" y="36597"/>
                  <a:pt x="6414" y="36506"/>
                </a:cubicBezTo>
                <a:cubicBezTo>
                  <a:pt x="6414" y="36901"/>
                  <a:pt x="6596" y="36627"/>
                  <a:pt x="6718" y="36810"/>
                </a:cubicBezTo>
                <a:cubicBezTo>
                  <a:pt x="6778" y="37205"/>
                  <a:pt x="6505" y="37205"/>
                  <a:pt x="6535" y="37569"/>
                </a:cubicBezTo>
                <a:cubicBezTo>
                  <a:pt x="6535" y="37752"/>
                  <a:pt x="6809" y="37630"/>
                  <a:pt x="6839" y="37752"/>
                </a:cubicBezTo>
                <a:cubicBezTo>
                  <a:pt x="6657" y="38208"/>
                  <a:pt x="6930" y="38816"/>
                  <a:pt x="6870" y="39424"/>
                </a:cubicBezTo>
                <a:cubicBezTo>
                  <a:pt x="6870" y="39636"/>
                  <a:pt x="6748" y="39849"/>
                  <a:pt x="6748" y="40062"/>
                </a:cubicBezTo>
                <a:cubicBezTo>
                  <a:pt x="6778" y="40609"/>
                  <a:pt x="7204" y="41551"/>
                  <a:pt x="6839" y="41946"/>
                </a:cubicBezTo>
                <a:cubicBezTo>
                  <a:pt x="6930" y="42007"/>
                  <a:pt x="7022" y="42068"/>
                  <a:pt x="7113" y="42068"/>
                </a:cubicBezTo>
                <a:cubicBezTo>
                  <a:pt x="7022" y="42706"/>
                  <a:pt x="7508" y="42949"/>
                  <a:pt x="7386" y="43649"/>
                </a:cubicBezTo>
                <a:cubicBezTo>
                  <a:pt x="7781" y="43709"/>
                  <a:pt x="7599" y="43953"/>
                  <a:pt x="7781" y="44287"/>
                </a:cubicBezTo>
                <a:cubicBezTo>
                  <a:pt x="7873" y="44287"/>
                  <a:pt x="7994" y="44105"/>
                  <a:pt x="7964" y="44074"/>
                </a:cubicBezTo>
                <a:cubicBezTo>
                  <a:pt x="7964" y="43983"/>
                  <a:pt x="7781" y="43953"/>
                  <a:pt x="7751" y="43861"/>
                </a:cubicBezTo>
                <a:cubicBezTo>
                  <a:pt x="7751" y="43740"/>
                  <a:pt x="7842" y="43649"/>
                  <a:pt x="7812" y="43557"/>
                </a:cubicBezTo>
                <a:cubicBezTo>
                  <a:pt x="7751" y="43466"/>
                  <a:pt x="7599" y="43375"/>
                  <a:pt x="7569" y="43253"/>
                </a:cubicBezTo>
                <a:cubicBezTo>
                  <a:pt x="7569" y="43071"/>
                  <a:pt x="7569" y="42889"/>
                  <a:pt x="7569" y="42737"/>
                </a:cubicBezTo>
                <a:cubicBezTo>
                  <a:pt x="7477" y="42433"/>
                  <a:pt x="7417" y="42159"/>
                  <a:pt x="7417" y="41855"/>
                </a:cubicBezTo>
                <a:cubicBezTo>
                  <a:pt x="7477" y="41764"/>
                  <a:pt x="7508" y="41673"/>
                  <a:pt x="7569" y="41582"/>
                </a:cubicBezTo>
                <a:cubicBezTo>
                  <a:pt x="7508" y="41369"/>
                  <a:pt x="7447" y="41187"/>
                  <a:pt x="7417" y="40974"/>
                </a:cubicBezTo>
                <a:cubicBezTo>
                  <a:pt x="7417" y="40700"/>
                  <a:pt x="7356" y="40639"/>
                  <a:pt x="7356" y="40275"/>
                </a:cubicBezTo>
                <a:cubicBezTo>
                  <a:pt x="7295" y="39971"/>
                  <a:pt x="7356" y="39545"/>
                  <a:pt x="7295" y="39089"/>
                </a:cubicBezTo>
                <a:cubicBezTo>
                  <a:pt x="7417" y="39059"/>
                  <a:pt x="7417" y="39150"/>
                  <a:pt x="7538" y="39150"/>
                </a:cubicBezTo>
                <a:cubicBezTo>
                  <a:pt x="7538" y="38876"/>
                  <a:pt x="7477" y="38573"/>
                  <a:pt x="7781" y="38633"/>
                </a:cubicBezTo>
                <a:cubicBezTo>
                  <a:pt x="7751" y="38542"/>
                  <a:pt x="7629" y="38573"/>
                  <a:pt x="7508" y="38542"/>
                </a:cubicBezTo>
                <a:cubicBezTo>
                  <a:pt x="7326" y="38542"/>
                  <a:pt x="7477" y="38846"/>
                  <a:pt x="7447" y="38968"/>
                </a:cubicBezTo>
                <a:cubicBezTo>
                  <a:pt x="7143" y="38724"/>
                  <a:pt x="7174" y="38117"/>
                  <a:pt x="7356" y="37691"/>
                </a:cubicBezTo>
                <a:cubicBezTo>
                  <a:pt x="7477" y="37478"/>
                  <a:pt x="7052" y="37417"/>
                  <a:pt x="7295" y="37357"/>
                </a:cubicBezTo>
                <a:cubicBezTo>
                  <a:pt x="7477" y="37174"/>
                  <a:pt x="7447" y="37387"/>
                  <a:pt x="7538" y="37539"/>
                </a:cubicBezTo>
                <a:cubicBezTo>
                  <a:pt x="7599" y="37661"/>
                  <a:pt x="7721" y="37509"/>
                  <a:pt x="7690" y="37691"/>
                </a:cubicBezTo>
                <a:cubicBezTo>
                  <a:pt x="7690" y="37752"/>
                  <a:pt x="7599" y="37782"/>
                  <a:pt x="7599" y="37873"/>
                </a:cubicBezTo>
                <a:cubicBezTo>
                  <a:pt x="7508" y="37873"/>
                  <a:pt x="7538" y="37721"/>
                  <a:pt x="7508" y="37600"/>
                </a:cubicBezTo>
                <a:cubicBezTo>
                  <a:pt x="7295" y="37873"/>
                  <a:pt x="7569" y="38177"/>
                  <a:pt x="7417" y="38451"/>
                </a:cubicBezTo>
                <a:cubicBezTo>
                  <a:pt x="7873" y="38603"/>
                  <a:pt x="7417" y="37782"/>
                  <a:pt x="7903" y="37965"/>
                </a:cubicBezTo>
                <a:cubicBezTo>
                  <a:pt x="7812" y="37478"/>
                  <a:pt x="7447" y="37326"/>
                  <a:pt x="7629" y="36779"/>
                </a:cubicBezTo>
                <a:cubicBezTo>
                  <a:pt x="7295" y="36627"/>
                  <a:pt x="7538" y="37174"/>
                  <a:pt x="7204" y="37083"/>
                </a:cubicBezTo>
                <a:cubicBezTo>
                  <a:pt x="7174" y="36749"/>
                  <a:pt x="7234" y="36414"/>
                  <a:pt x="7417" y="36141"/>
                </a:cubicBezTo>
                <a:cubicBezTo>
                  <a:pt x="7538" y="36293"/>
                  <a:pt x="7508" y="36779"/>
                  <a:pt x="7812" y="36536"/>
                </a:cubicBezTo>
                <a:cubicBezTo>
                  <a:pt x="7781" y="36354"/>
                  <a:pt x="7477" y="36445"/>
                  <a:pt x="7569" y="36171"/>
                </a:cubicBezTo>
                <a:cubicBezTo>
                  <a:pt x="8025" y="36293"/>
                  <a:pt x="7964" y="35655"/>
                  <a:pt x="7751" y="35503"/>
                </a:cubicBezTo>
                <a:cubicBezTo>
                  <a:pt x="7599" y="35563"/>
                  <a:pt x="7538" y="35746"/>
                  <a:pt x="7508" y="35989"/>
                </a:cubicBezTo>
                <a:cubicBezTo>
                  <a:pt x="7204" y="35898"/>
                  <a:pt x="7508" y="35563"/>
                  <a:pt x="7508" y="35320"/>
                </a:cubicBezTo>
                <a:cubicBezTo>
                  <a:pt x="7812" y="35563"/>
                  <a:pt x="7873" y="35199"/>
                  <a:pt x="8055" y="35047"/>
                </a:cubicBezTo>
                <a:cubicBezTo>
                  <a:pt x="7751" y="34925"/>
                  <a:pt x="7721" y="35290"/>
                  <a:pt x="7538" y="35047"/>
                </a:cubicBezTo>
                <a:cubicBezTo>
                  <a:pt x="7629" y="34834"/>
                  <a:pt x="7933" y="34895"/>
                  <a:pt x="7933" y="34591"/>
                </a:cubicBezTo>
                <a:cubicBezTo>
                  <a:pt x="7933" y="34317"/>
                  <a:pt x="7781" y="34712"/>
                  <a:pt x="7751" y="34743"/>
                </a:cubicBezTo>
                <a:cubicBezTo>
                  <a:pt x="7721" y="34256"/>
                  <a:pt x="7781" y="33770"/>
                  <a:pt x="7873" y="33314"/>
                </a:cubicBezTo>
                <a:cubicBezTo>
                  <a:pt x="7994" y="32767"/>
                  <a:pt x="8116" y="32250"/>
                  <a:pt x="8298" y="31733"/>
                </a:cubicBezTo>
                <a:cubicBezTo>
                  <a:pt x="8329" y="31642"/>
                  <a:pt x="8663" y="31399"/>
                  <a:pt x="8420" y="31156"/>
                </a:cubicBezTo>
                <a:cubicBezTo>
                  <a:pt x="8724" y="30700"/>
                  <a:pt x="8967" y="30183"/>
                  <a:pt x="9180" y="29636"/>
                </a:cubicBezTo>
                <a:cubicBezTo>
                  <a:pt x="9362" y="29879"/>
                  <a:pt x="9088" y="30214"/>
                  <a:pt x="8967" y="30518"/>
                </a:cubicBezTo>
                <a:cubicBezTo>
                  <a:pt x="8754" y="30882"/>
                  <a:pt x="8602" y="31308"/>
                  <a:pt x="8572" y="31733"/>
                </a:cubicBezTo>
                <a:cubicBezTo>
                  <a:pt x="8845" y="31794"/>
                  <a:pt x="8845" y="31582"/>
                  <a:pt x="9058" y="31825"/>
                </a:cubicBezTo>
                <a:cubicBezTo>
                  <a:pt x="9088" y="31521"/>
                  <a:pt x="9332" y="31460"/>
                  <a:pt x="9240" y="31308"/>
                </a:cubicBezTo>
                <a:cubicBezTo>
                  <a:pt x="9149" y="31399"/>
                  <a:pt x="9058" y="31490"/>
                  <a:pt x="8967" y="31612"/>
                </a:cubicBezTo>
                <a:cubicBezTo>
                  <a:pt x="8633" y="31308"/>
                  <a:pt x="9149" y="31156"/>
                  <a:pt x="9240" y="30882"/>
                </a:cubicBezTo>
                <a:cubicBezTo>
                  <a:pt x="9088" y="30791"/>
                  <a:pt x="9149" y="31217"/>
                  <a:pt x="8906" y="31004"/>
                </a:cubicBezTo>
                <a:lnTo>
                  <a:pt x="9544" y="29667"/>
                </a:lnTo>
                <a:cubicBezTo>
                  <a:pt x="9788" y="29271"/>
                  <a:pt x="10061" y="28907"/>
                  <a:pt x="10365" y="28542"/>
                </a:cubicBezTo>
                <a:cubicBezTo>
                  <a:pt x="11095" y="27721"/>
                  <a:pt x="11854" y="26961"/>
                  <a:pt x="12706" y="26262"/>
                </a:cubicBezTo>
                <a:cubicBezTo>
                  <a:pt x="12827" y="26171"/>
                  <a:pt x="12979" y="26141"/>
                  <a:pt x="13101" y="26050"/>
                </a:cubicBezTo>
                <a:cubicBezTo>
                  <a:pt x="13192" y="25958"/>
                  <a:pt x="13313" y="25746"/>
                  <a:pt x="13465" y="25654"/>
                </a:cubicBezTo>
                <a:cubicBezTo>
                  <a:pt x="13709" y="25472"/>
                  <a:pt x="14225" y="25533"/>
                  <a:pt x="14225" y="25138"/>
                </a:cubicBezTo>
                <a:cubicBezTo>
                  <a:pt x="14377" y="25259"/>
                  <a:pt x="14590" y="24986"/>
                  <a:pt x="14742" y="25046"/>
                </a:cubicBezTo>
                <a:cubicBezTo>
                  <a:pt x="14833" y="24986"/>
                  <a:pt x="14742" y="24834"/>
                  <a:pt x="14651" y="24925"/>
                </a:cubicBezTo>
                <a:cubicBezTo>
                  <a:pt x="15715" y="23527"/>
                  <a:pt x="17508" y="22706"/>
                  <a:pt x="18268" y="21551"/>
                </a:cubicBezTo>
                <a:cubicBezTo>
                  <a:pt x="18390" y="21490"/>
                  <a:pt x="18298" y="21612"/>
                  <a:pt x="18390" y="21673"/>
                </a:cubicBezTo>
                <a:cubicBezTo>
                  <a:pt x="18572" y="21338"/>
                  <a:pt x="18845" y="21065"/>
                  <a:pt x="19149" y="20791"/>
                </a:cubicBezTo>
                <a:cubicBezTo>
                  <a:pt x="19271" y="20973"/>
                  <a:pt x="18937" y="21125"/>
                  <a:pt x="19058" y="21308"/>
                </a:cubicBezTo>
                <a:cubicBezTo>
                  <a:pt x="19301" y="21095"/>
                  <a:pt x="19393" y="20609"/>
                  <a:pt x="19727" y="20609"/>
                </a:cubicBezTo>
                <a:cubicBezTo>
                  <a:pt x="19970" y="20882"/>
                  <a:pt x="19332" y="20791"/>
                  <a:pt x="19545" y="21125"/>
                </a:cubicBezTo>
                <a:cubicBezTo>
                  <a:pt x="19332" y="21338"/>
                  <a:pt x="19180" y="21217"/>
                  <a:pt x="18967" y="21490"/>
                </a:cubicBezTo>
                <a:cubicBezTo>
                  <a:pt x="18937" y="21551"/>
                  <a:pt x="18967" y="21612"/>
                  <a:pt x="18876" y="21673"/>
                </a:cubicBezTo>
                <a:cubicBezTo>
                  <a:pt x="18997" y="21825"/>
                  <a:pt x="19119" y="21885"/>
                  <a:pt x="19271" y="21794"/>
                </a:cubicBezTo>
                <a:cubicBezTo>
                  <a:pt x="19180" y="22037"/>
                  <a:pt x="19210" y="22311"/>
                  <a:pt x="19362" y="22493"/>
                </a:cubicBezTo>
                <a:cubicBezTo>
                  <a:pt x="19697" y="22615"/>
                  <a:pt x="19788" y="22098"/>
                  <a:pt x="20031" y="22098"/>
                </a:cubicBezTo>
                <a:cubicBezTo>
                  <a:pt x="20244" y="22280"/>
                  <a:pt x="19849" y="22372"/>
                  <a:pt x="19818" y="22432"/>
                </a:cubicBezTo>
                <a:cubicBezTo>
                  <a:pt x="19757" y="22493"/>
                  <a:pt x="19879" y="22584"/>
                  <a:pt x="19849" y="22615"/>
                </a:cubicBezTo>
                <a:cubicBezTo>
                  <a:pt x="19666" y="22828"/>
                  <a:pt x="19393" y="23040"/>
                  <a:pt x="19089" y="23375"/>
                </a:cubicBezTo>
                <a:cubicBezTo>
                  <a:pt x="18876" y="23375"/>
                  <a:pt x="18572" y="22980"/>
                  <a:pt x="18724" y="22797"/>
                </a:cubicBezTo>
                <a:cubicBezTo>
                  <a:pt x="18663" y="22615"/>
                  <a:pt x="18238" y="22797"/>
                  <a:pt x="18329" y="22949"/>
                </a:cubicBezTo>
                <a:cubicBezTo>
                  <a:pt x="18025" y="23040"/>
                  <a:pt x="18329" y="22615"/>
                  <a:pt x="18207" y="22493"/>
                </a:cubicBezTo>
                <a:cubicBezTo>
                  <a:pt x="18055" y="22615"/>
                  <a:pt x="18025" y="22736"/>
                  <a:pt x="18146" y="22888"/>
                </a:cubicBezTo>
                <a:cubicBezTo>
                  <a:pt x="17934" y="23101"/>
                  <a:pt x="17812" y="22828"/>
                  <a:pt x="17599" y="23132"/>
                </a:cubicBezTo>
                <a:cubicBezTo>
                  <a:pt x="17508" y="22767"/>
                  <a:pt x="18146" y="22797"/>
                  <a:pt x="18025" y="22432"/>
                </a:cubicBezTo>
                <a:cubicBezTo>
                  <a:pt x="18268" y="22220"/>
                  <a:pt x="18815" y="22250"/>
                  <a:pt x="18876" y="21794"/>
                </a:cubicBezTo>
                <a:cubicBezTo>
                  <a:pt x="18754" y="21460"/>
                  <a:pt x="18298" y="22311"/>
                  <a:pt x="18390" y="21794"/>
                </a:cubicBezTo>
                <a:cubicBezTo>
                  <a:pt x="18207" y="22220"/>
                  <a:pt x="17873" y="22250"/>
                  <a:pt x="17812" y="22615"/>
                </a:cubicBezTo>
                <a:cubicBezTo>
                  <a:pt x="17660" y="22706"/>
                  <a:pt x="17478" y="22888"/>
                  <a:pt x="17356" y="22676"/>
                </a:cubicBezTo>
                <a:cubicBezTo>
                  <a:pt x="17204" y="23132"/>
                  <a:pt x="16505" y="23557"/>
                  <a:pt x="15867" y="23922"/>
                </a:cubicBezTo>
                <a:cubicBezTo>
                  <a:pt x="15745" y="24317"/>
                  <a:pt x="15441" y="24651"/>
                  <a:pt x="15076" y="24803"/>
                </a:cubicBezTo>
                <a:cubicBezTo>
                  <a:pt x="14955" y="25077"/>
                  <a:pt x="14772" y="25320"/>
                  <a:pt x="14560" y="25533"/>
                </a:cubicBezTo>
                <a:cubicBezTo>
                  <a:pt x="14438" y="25411"/>
                  <a:pt x="14560" y="25320"/>
                  <a:pt x="14408" y="25198"/>
                </a:cubicBezTo>
                <a:cubicBezTo>
                  <a:pt x="14225" y="25350"/>
                  <a:pt x="14347" y="25502"/>
                  <a:pt x="14286" y="25624"/>
                </a:cubicBezTo>
                <a:cubicBezTo>
                  <a:pt x="14043" y="25837"/>
                  <a:pt x="13678" y="26050"/>
                  <a:pt x="13617" y="26262"/>
                </a:cubicBezTo>
                <a:cubicBezTo>
                  <a:pt x="13769" y="26293"/>
                  <a:pt x="13891" y="26262"/>
                  <a:pt x="14013" y="26171"/>
                </a:cubicBezTo>
                <a:cubicBezTo>
                  <a:pt x="13952" y="26384"/>
                  <a:pt x="13617" y="26597"/>
                  <a:pt x="13617" y="26809"/>
                </a:cubicBezTo>
                <a:cubicBezTo>
                  <a:pt x="13313" y="27053"/>
                  <a:pt x="13040" y="26901"/>
                  <a:pt x="12766" y="27113"/>
                </a:cubicBezTo>
                <a:cubicBezTo>
                  <a:pt x="12675" y="27205"/>
                  <a:pt x="12858" y="27144"/>
                  <a:pt x="12918" y="27296"/>
                </a:cubicBezTo>
                <a:cubicBezTo>
                  <a:pt x="12675" y="27539"/>
                  <a:pt x="12432" y="27417"/>
                  <a:pt x="12189" y="27691"/>
                </a:cubicBezTo>
                <a:cubicBezTo>
                  <a:pt x="12158" y="27782"/>
                  <a:pt x="12250" y="27904"/>
                  <a:pt x="12128" y="27995"/>
                </a:cubicBezTo>
                <a:cubicBezTo>
                  <a:pt x="12219" y="28116"/>
                  <a:pt x="12280" y="28056"/>
                  <a:pt x="12371" y="27995"/>
                </a:cubicBezTo>
                <a:cubicBezTo>
                  <a:pt x="12280" y="28268"/>
                  <a:pt x="12067" y="28329"/>
                  <a:pt x="11854" y="28360"/>
                </a:cubicBezTo>
                <a:cubicBezTo>
                  <a:pt x="11763" y="28512"/>
                  <a:pt x="12006" y="28390"/>
                  <a:pt x="11976" y="28572"/>
                </a:cubicBezTo>
                <a:cubicBezTo>
                  <a:pt x="11794" y="28694"/>
                  <a:pt x="11520" y="28268"/>
                  <a:pt x="11338" y="28664"/>
                </a:cubicBezTo>
                <a:cubicBezTo>
                  <a:pt x="11429" y="28664"/>
                  <a:pt x="11520" y="28603"/>
                  <a:pt x="11611" y="28724"/>
                </a:cubicBezTo>
                <a:cubicBezTo>
                  <a:pt x="11338" y="28785"/>
                  <a:pt x="11581" y="29028"/>
                  <a:pt x="11399" y="29089"/>
                </a:cubicBezTo>
                <a:cubicBezTo>
                  <a:pt x="11429" y="29089"/>
                  <a:pt x="11277" y="28876"/>
                  <a:pt x="11216" y="28907"/>
                </a:cubicBezTo>
                <a:cubicBezTo>
                  <a:pt x="11155" y="28967"/>
                  <a:pt x="11247" y="29180"/>
                  <a:pt x="11277" y="29059"/>
                </a:cubicBezTo>
                <a:cubicBezTo>
                  <a:pt x="11490" y="29211"/>
                  <a:pt x="11003" y="29302"/>
                  <a:pt x="11216" y="29423"/>
                </a:cubicBezTo>
                <a:cubicBezTo>
                  <a:pt x="11399" y="29545"/>
                  <a:pt x="11520" y="28907"/>
                  <a:pt x="11794" y="29241"/>
                </a:cubicBezTo>
                <a:cubicBezTo>
                  <a:pt x="11824" y="29180"/>
                  <a:pt x="11672" y="29059"/>
                  <a:pt x="11581" y="28967"/>
                </a:cubicBezTo>
                <a:close/>
                <a:moveTo>
                  <a:pt x="19362" y="22888"/>
                </a:moveTo>
                <a:cubicBezTo>
                  <a:pt x="19180" y="22706"/>
                  <a:pt x="18997" y="22554"/>
                  <a:pt x="18754" y="22767"/>
                </a:cubicBezTo>
                <a:lnTo>
                  <a:pt x="19058" y="23162"/>
                </a:lnTo>
                <a:close/>
                <a:moveTo>
                  <a:pt x="18602" y="22128"/>
                </a:moveTo>
                <a:lnTo>
                  <a:pt x="18390" y="22311"/>
                </a:lnTo>
                <a:cubicBezTo>
                  <a:pt x="18633" y="22432"/>
                  <a:pt x="18845" y="22706"/>
                  <a:pt x="19149" y="22311"/>
                </a:cubicBezTo>
                <a:cubicBezTo>
                  <a:pt x="18997" y="21946"/>
                  <a:pt x="18724" y="22554"/>
                  <a:pt x="18572" y="22128"/>
                </a:cubicBezTo>
                <a:close/>
                <a:moveTo>
                  <a:pt x="12918" y="26597"/>
                </a:moveTo>
                <a:cubicBezTo>
                  <a:pt x="13131" y="26475"/>
                  <a:pt x="13253" y="26931"/>
                  <a:pt x="13526" y="26536"/>
                </a:cubicBezTo>
                <a:cubicBezTo>
                  <a:pt x="13435" y="26262"/>
                  <a:pt x="13283" y="26445"/>
                  <a:pt x="13161" y="26384"/>
                </a:cubicBezTo>
                <a:cubicBezTo>
                  <a:pt x="13161" y="26232"/>
                  <a:pt x="12797" y="26536"/>
                  <a:pt x="12918" y="26597"/>
                </a:cubicBezTo>
                <a:close/>
                <a:moveTo>
                  <a:pt x="48238" y="5168"/>
                </a:moveTo>
                <a:cubicBezTo>
                  <a:pt x="48481" y="5107"/>
                  <a:pt x="48846" y="5289"/>
                  <a:pt x="48907" y="4955"/>
                </a:cubicBezTo>
                <a:cubicBezTo>
                  <a:pt x="48664" y="4803"/>
                  <a:pt x="48664" y="5107"/>
                  <a:pt x="48481" y="5077"/>
                </a:cubicBezTo>
                <a:cubicBezTo>
                  <a:pt x="48542" y="4864"/>
                  <a:pt x="48633" y="4681"/>
                  <a:pt x="48451" y="4621"/>
                </a:cubicBezTo>
                <a:close/>
                <a:moveTo>
                  <a:pt x="43983" y="3830"/>
                </a:moveTo>
                <a:lnTo>
                  <a:pt x="43709" y="3769"/>
                </a:lnTo>
                <a:cubicBezTo>
                  <a:pt x="43740" y="4013"/>
                  <a:pt x="43557" y="4043"/>
                  <a:pt x="43527" y="4225"/>
                </a:cubicBezTo>
                <a:cubicBezTo>
                  <a:pt x="43892" y="4317"/>
                  <a:pt x="43892" y="3982"/>
                  <a:pt x="44013" y="3830"/>
                </a:cubicBezTo>
                <a:close/>
                <a:moveTo>
                  <a:pt x="44044" y="4590"/>
                </a:moveTo>
                <a:cubicBezTo>
                  <a:pt x="43800" y="4773"/>
                  <a:pt x="43861" y="4955"/>
                  <a:pt x="43496" y="5046"/>
                </a:cubicBezTo>
                <a:cubicBezTo>
                  <a:pt x="43831" y="5107"/>
                  <a:pt x="44439" y="4833"/>
                  <a:pt x="44074" y="4590"/>
                </a:cubicBezTo>
                <a:close/>
                <a:moveTo>
                  <a:pt x="45776" y="4560"/>
                </a:moveTo>
                <a:cubicBezTo>
                  <a:pt x="45685" y="4803"/>
                  <a:pt x="45259" y="4925"/>
                  <a:pt x="45715" y="5046"/>
                </a:cubicBezTo>
                <a:cubicBezTo>
                  <a:pt x="45715" y="4742"/>
                  <a:pt x="45989" y="4833"/>
                  <a:pt x="46110" y="4712"/>
                </a:cubicBezTo>
                <a:cubicBezTo>
                  <a:pt x="45958" y="4712"/>
                  <a:pt x="45958" y="4590"/>
                  <a:pt x="45776" y="4560"/>
                </a:cubicBezTo>
                <a:close/>
                <a:moveTo>
                  <a:pt x="45806" y="4043"/>
                </a:moveTo>
                <a:cubicBezTo>
                  <a:pt x="45867" y="3952"/>
                  <a:pt x="45989" y="3952"/>
                  <a:pt x="46050" y="3861"/>
                </a:cubicBezTo>
                <a:cubicBezTo>
                  <a:pt x="45928" y="3800"/>
                  <a:pt x="45898" y="3709"/>
                  <a:pt x="45715" y="3678"/>
                </a:cubicBezTo>
                <a:cubicBezTo>
                  <a:pt x="45654" y="3861"/>
                  <a:pt x="45654" y="3982"/>
                  <a:pt x="45837" y="4043"/>
                </a:cubicBezTo>
                <a:close/>
                <a:moveTo>
                  <a:pt x="45138" y="4803"/>
                </a:moveTo>
                <a:cubicBezTo>
                  <a:pt x="45077" y="4894"/>
                  <a:pt x="44955" y="4925"/>
                  <a:pt x="44955" y="5107"/>
                </a:cubicBezTo>
                <a:cubicBezTo>
                  <a:pt x="45077" y="5107"/>
                  <a:pt x="45199" y="5168"/>
                  <a:pt x="45290" y="5289"/>
                </a:cubicBezTo>
                <a:cubicBezTo>
                  <a:pt x="45381" y="5046"/>
                  <a:pt x="45442" y="4864"/>
                  <a:pt x="45138" y="4803"/>
                </a:cubicBezTo>
                <a:close/>
                <a:moveTo>
                  <a:pt x="43588" y="3405"/>
                </a:moveTo>
                <a:cubicBezTo>
                  <a:pt x="43831" y="3678"/>
                  <a:pt x="44195" y="3435"/>
                  <a:pt x="44621" y="3618"/>
                </a:cubicBezTo>
                <a:cubicBezTo>
                  <a:pt x="44621" y="3709"/>
                  <a:pt x="44743" y="3769"/>
                  <a:pt x="44773" y="3891"/>
                </a:cubicBezTo>
                <a:cubicBezTo>
                  <a:pt x="44773" y="3982"/>
                  <a:pt x="44591" y="3921"/>
                  <a:pt x="44530" y="4013"/>
                </a:cubicBezTo>
                <a:cubicBezTo>
                  <a:pt x="44743" y="4134"/>
                  <a:pt x="44682" y="4377"/>
                  <a:pt x="45016" y="4438"/>
                </a:cubicBezTo>
                <a:cubicBezTo>
                  <a:pt x="45199" y="4469"/>
                  <a:pt x="45290" y="4347"/>
                  <a:pt x="45442" y="4286"/>
                </a:cubicBezTo>
                <a:cubicBezTo>
                  <a:pt x="45563" y="3921"/>
                  <a:pt x="45351" y="3526"/>
                  <a:pt x="44955" y="3405"/>
                </a:cubicBezTo>
                <a:cubicBezTo>
                  <a:pt x="44864" y="3557"/>
                  <a:pt x="45077" y="3557"/>
                  <a:pt x="45107" y="3618"/>
                </a:cubicBezTo>
                <a:cubicBezTo>
                  <a:pt x="45168" y="3678"/>
                  <a:pt x="45320" y="4043"/>
                  <a:pt x="45107" y="4043"/>
                </a:cubicBezTo>
                <a:cubicBezTo>
                  <a:pt x="44895" y="3921"/>
                  <a:pt x="44743" y="3769"/>
                  <a:pt x="44864" y="3466"/>
                </a:cubicBezTo>
                <a:cubicBezTo>
                  <a:pt x="44439" y="3374"/>
                  <a:pt x="44013" y="3344"/>
                  <a:pt x="43618" y="3405"/>
                </a:cubicBezTo>
                <a:close/>
                <a:moveTo>
                  <a:pt x="43648" y="1824"/>
                </a:moveTo>
                <a:cubicBezTo>
                  <a:pt x="43922" y="1885"/>
                  <a:pt x="44165" y="1885"/>
                  <a:pt x="44287" y="1763"/>
                </a:cubicBezTo>
                <a:cubicBezTo>
                  <a:pt x="43892" y="1855"/>
                  <a:pt x="43983" y="1703"/>
                  <a:pt x="43679" y="1581"/>
                </a:cubicBezTo>
                <a:close/>
                <a:moveTo>
                  <a:pt x="41521" y="608"/>
                </a:moveTo>
                <a:cubicBezTo>
                  <a:pt x="41612" y="700"/>
                  <a:pt x="42372" y="882"/>
                  <a:pt x="42281" y="578"/>
                </a:cubicBezTo>
                <a:cubicBezTo>
                  <a:pt x="42250" y="426"/>
                  <a:pt x="41521" y="426"/>
                  <a:pt x="41551" y="608"/>
                </a:cubicBezTo>
                <a:close/>
                <a:moveTo>
                  <a:pt x="40426" y="1490"/>
                </a:moveTo>
                <a:cubicBezTo>
                  <a:pt x="40943" y="1429"/>
                  <a:pt x="41308" y="1855"/>
                  <a:pt x="41764" y="1611"/>
                </a:cubicBezTo>
                <a:cubicBezTo>
                  <a:pt x="41916" y="1186"/>
                  <a:pt x="41308" y="1247"/>
                  <a:pt x="41156" y="1429"/>
                </a:cubicBezTo>
                <a:cubicBezTo>
                  <a:pt x="40761" y="1459"/>
                  <a:pt x="40639" y="1247"/>
                  <a:pt x="40426" y="1490"/>
                </a:cubicBezTo>
                <a:close/>
                <a:moveTo>
                  <a:pt x="38937" y="1520"/>
                </a:moveTo>
                <a:cubicBezTo>
                  <a:pt x="39271" y="1763"/>
                  <a:pt x="39727" y="1247"/>
                  <a:pt x="40092" y="1490"/>
                </a:cubicBezTo>
                <a:cubicBezTo>
                  <a:pt x="39940" y="1064"/>
                  <a:pt x="39271" y="1368"/>
                  <a:pt x="38937" y="1520"/>
                </a:cubicBezTo>
                <a:close/>
                <a:moveTo>
                  <a:pt x="38420" y="669"/>
                </a:moveTo>
                <a:cubicBezTo>
                  <a:pt x="38937" y="608"/>
                  <a:pt x="39515" y="973"/>
                  <a:pt x="39879" y="578"/>
                </a:cubicBezTo>
                <a:cubicBezTo>
                  <a:pt x="39332" y="730"/>
                  <a:pt x="38785" y="396"/>
                  <a:pt x="38451" y="669"/>
                </a:cubicBezTo>
                <a:close/>
                <a:moveTo>
                  <a:pt x="42220" y="4317"/>
                </a:moveTo>
                <a:cubicBezTo>
                  <a:pt x="42220" y="4347"/>
                  <a:pt x="42189" y="4408"/>
                  <a:pt x="42129" y="4377"/>
                </a:cubicBezTo>
                <a:cubicBezTo>
                  <a:pt x="42068" y="4590"/>
                  <a:pt x="42220" y="4651"/>
                  <a:pt x="42463" y="4681"/>
                </a:cubicBezTo>
                <a:cubicBezTo>
                  <a:pt x="42554" y="4469"/>
                  <a:pt x="42493" y="4317"/>
                  <a:pt x="42250" y="4317"/>
                </a:cubicBezTo>
                <a:close/>
                <a:moveTo>
                  <a:pt x="42281" y="2827"/>
                </a:moveTo>
                <a:cubicBezTo>
                  <a:pt x="42189" y="3131"/>
                  <a:pt x="42828" y="2979"/>
                  <a:pt x="43040" y="3070"/>
                </a:cubicBezTo>
                <a:cubicBezTo>
                  <a:pt x="42858" y="3344"/>
                  <a:pt x="43040" y="3405"/>
                  <a:pt x="43375" y="3466"/>
                </a:cubicBezTo>
                <a:cubicBezTo>
                  <a:pt x="43588" y="2949"/>
                  <a:pt x="42615" y="2797"/>
                  <a:pt x="42311" y="2827"/>
                </a:cubicBezTo>
                <a:close/>
                <a:moveTo>
                  <a:pt x="42220" y="3405"/>
                </a:moveTo>
                <a:cubicBezTo>
                  <a:pt x="42554" y="3374"/>
                  <a:pt x="42524" y="3557"/>
                  <a:pt x="42585" y="3678"/>
                </a:cubicBezTo>
                <a:cubicBezTo>
                  <a:pt x="42737" y="3709"/>
                  <a:pt x="42888" y="3678"/>
                  <a:pt x="42980" y="3557"/>
                </a:cubicBezTo>
                <a:cubicBezTo>
                  <a:pt x="42615" y="3496"/>
                  <a:pt x="42585" y="3374"/>
                  <a:pt x="42828" y="3222"/>
                </a:cubicBezTo>
                <a:cubicBezTo>
                  <a:pt x="42615" y="3192"/>
                  <a:pt x="42129" y="3344"/>
                  <a:pt x="42250" y="3405"/>
                </a:cubicBezTo>
                <a:close/>
                <a:moveTo>
                  <a:pt x="42007" y="4621"/>
                </a:moveTo>
                <a:cubicBezTo>
                  <a:pt x="41764" y="4499"/>
                  <a:pt x="41885" y="4104"/>
                  <a:pt x="41399" y="4165"/>
                </a:cubicBezTo>
                <a:cubicBezTo>
                  <a:pt x="41308" y="4347"/>
                  <a:pt x="41551" y="4347"/>
                  <a:pt x="41551" y="4499"/>
                </a:cubicBezTo>
                <a:cubicBezTo>
                  <a:pt x="41551" y="4529"/>
                  <a:pt x="41338" y="4590"/>
                  <a:pt x="41369" y="4742"/>
                </a:cubicBezTo>
                <a:cubicBezTo>
                  <a:pt x="41369" y="4803"/>
                  <a:pt x="41399" y="4955"/>
                  <a:pt x="41703" y="4925"/>
                </a:cubicBezTo>
                <a:cubicBezTo>
                  <a:pt x="41673" y="4469"/>
                  <a:pt x="41885" y="4773"/>
                  <a:pt x="42037" y="4621"/>
                </a:cubicBezTo>
                <a:close/>
                <a:moveTo>
                  <a:pt x="39910" y="4043"/>
                </a:moveTo>
                <a:cubicBezTo>
                  <a:pt x="39819" y="3557"/>
                  <a:pt x="40670" y="4165"/>
                  <a:pt x="40396" y="3618"/>
                </a:cubicBezTo>
                <a:cubicBezTo>
                  <a:pt x="40730" y="3678"/>
                  <a:pt x="40791" y="3557"/>
                  <a:pt x="40974" y="3466"/>
                </a:cubicBezTo>
                <a:cubicBezTo>
                  <a:pt x="41278" y="3678"/>
                  <a:pt x="41612" y="3830"/>
                  <a:pt x="41977" y="3952"/>
                </a:cubicBezTo>
                <a:lnTo>
                  <a:pt x="42007" y="3618"/>
                </a:lnTo>
                <a:cubicBezTo>
                  <a:pt x="41581" y="3618"/>
                  <a:pt x="41338" y="3557"/>
                  <a:pt x="41551" y="3253"/>
                </a:cubicBezTo>
                <a:cubicBezTo>
                  <a:pt x="41095" y="3283"/>
                  <a:pt x="40639" y="3374"/>
                  <a:pt x="40214" y="3466"/>
                </a:cubicBezTo>
                <a:cubicBezTo>
                  <a:pt x="40335" y="3830"/>
                  <a:pt x="39332" y="3769"/>
                  <a:pt x="39940" y="4043"/>
                </a:cubicBezTo>
                <a:close/>
                <a:moveTo>
                  <a:pt x="38998" y="5259"/>
                </a:moveTo>
                <a:cubicBezTo>
                  <a:pt x="39271" y="5137"/>
                  <a:pt x="39575" y="5016"/>
                  <a:pt x="39849" y="4864"/>
                </a:cubicBezTo>
                <a:cubicBezTo>
                  <a:pt x="40244" y="4985"/>
                  <a:pt x="40670" y="5046"/>
                  <a:pt x="41095" y="5046"/>
                </a:cubicBezTo>
                <a:cubicBezTo>
                  <a:pt x="41126" y="4894"/>
                  <a:pt x="41095" y="4773"/>
                  <a:pt x="41034" y="4651"/>
                </a:cubicBezTo>
                <a:cubicBezTo>
                  <a:pt x="40852" y="4742"/>
                  <a:pt x="40487" y="4651"/>
                  <a:pt x="40396" y="4803"/>
                </a:cubicBezTo>
                <a:cubicBezTo>
                  <a:pt x="40609" y="4925"/>
                  <a:pt x="40700" y="4712"/>
                  <a:pt x="40822" y="4894"/>
                </a:cubicBezTo>
                <a:cubicBezTo>
                  <a:pt x="40578" y="5016"/>
                  <a:pt x="40274" y="4955"/>
                  <a:pt x="40122" y="4712"/>
                </a:cubicBezTo>
                <a:cubicBezTo>
                  <a:pt x="40578" y="4590"/>
                  <a:pt x="40274" y="4377"/>
                  <a:pt x="40578" y="4225"/>
                </a:cubicBezTo>
                <a:cubicBezTo>
                  <a:pt x="40761" y="4195"/>
                  <a:pt x="40761" y="4317"/>
                  <a:pt x="40943" y="4317"/>
                </a:cubicBezTo>
                <a:cubicBezTo>
                  <a:pt x="40974" y="4073"/>
                  <a:pt x="40670" y="4104"/>
                  <a:pt x="40700" y="3891"/>
                </a:cubicBezTo>
                <a:cubicBezTo>
                  <a:pt x="40730" y="3861"/>
                  <a:pt x="41156" y="3800"/>
                  <a:pt x="40882" y="3739"/>
                </a:cubicBezTo>
                <a:cubicBezTo>
                  <a:pt x="40578" y="3800"/>
                  <a:pt x="40578" y="4195"/>
                  <a:pt x="40122" y="4134"/>
                </a:cubicBezTo>
                <a:cubicBezTo>
                  <a:pt x="40366" y="4499"/>
                  <a:pt x="40001" y="4529"/>
                  <a:pt x="39849" y="4560"/>
                </a:cubicBezTo>
                <a:cubicBezTo>
                  <a:pt x="40031" y="4560"/>
                  <a:pt x="39819" y="4894"/>
                  <a:pt x="39697" y="4894"/>
                </a:cubicBezTo>
                <a:cubicBezTo>
                  <a:pt x="39697" y="4469"/>
                  <a:pt x="39059" y="4712"/>
                  <a:pt x="38937" y="4438"/>
                </a:cubicBezTo>
                <a:lnTo>
                  <a:pt x="38967" y="4864"/>
                </a:lnTo>
                <a:cubicBezTo>
                  <a:pt x="39180" y="4833"/>
                  <a:pt x="39484" y="4773"/>
                  <a:pt x="39515" y="4985"/>
                </a:cubicBezTo>
                <a:cubicBezTo>
                  <a:pt x="39271" y="4985"/>
                  <a:pt x="38846" y="4894"/>
                  <a:pt x="38998" y="5259"/>
                </a:cubicBezTo>
                <a:close/>
                <a:moveTo>
                  <a:pt x="38390" y="3800"/>
                </a:moveTo>
                <a:cubicBezTo>
                  <a:pt x="38147" y="3921"/>
                  <a:pt x="38147" y="3709"/>
                  <a:pt x="37934" y="3769"/>
                </a:cubicBezTo>
                <a:cubicBezTo>
                  <a:pt x="37812" y="4165"/>
                  <a:pt x="38481" y="4043"/>
                  <a:pt x="38420" y="3830"/>
                </a:cubicBezTo>
                <a:close/>
                <a:moveTo>
                  <a:pt x="37934" y="4681"/>
                </a:moveTo>
                <a:cubicBezTo>
                  <a:pt x="38329" y="4681"/>
                  <a:pt x="38025" y="4469"/>
                  <a:pt x="38177" y="4408"/>
                </a:cubicBezTo>
                <a:cubicBezTo>
                  <a:pt x="38420" y="4377"/>
                  <a:pt x="38724" y="4408"/>
                  <a:pt x="38724" y="4195"/>
                </a:cubicBezTo>
                <a:cubicBezTo>
                  <a:pt x="38360" y="4165"/>
                  <a:pt x="38147" y="4377"/>
                  <a:pt x="37995" y="4256"/>
                </a:cubicBezTo>
                <a:cubicBezTo>
                  <a:pt x="38116" y="4499"/>
                  <a:pt x="37904" y="4499"/>
                  <a:pt x="37995" y="4681"/>
                </a:cubicBezTo>
                <a:close/>
                <a:moveTo>
                  <a:pt x="37478" y="5198"/>
                </a:moveTo>
                <a:cubicBezTo>
                  <a:pt x="37630" y="5137"/>
                  <a:pt x="37934" y="5320"/>
                  <a:pt x="37995" y="5107"/>
                </a:cubicBezTo>
                <a:cubicBezTo>
                  <a:pt x="37934" y="5107"/>
                  <a:pt x="37904" y="5046"/>
                  <a:pt x="37904" y="4955"/>
                </a:cubicBezTo>
                <a:cubicBezTo>
                  <a:pt x="37691" y="4985"/>
                  <a:pt x="37478" y="5046"/>
                  <a:pt x="37508" y="5198"/>
                </a:cubicBezTo>
                <a:close/>
                <a:moveTo>
                  <a:pt x="36840" y="5137"/>
                </a:moveTo>
                <a:cubicBezTo>
                  <a:pt x="36566" y="5289"/>
                  <a:pt x="36718" y="4894"/>
                  <a:pt x="36475" y="5046"/>
                </a:cubicBezTo>
                <a:cubicBezTo>
                  <a:pt x="36323" y="5137"/>
                  <a:pt x="36475" y="5320"/>
                  <a:pt x="36141" y="5320"/>
                </a:cubicBezTo>
                <a:cubicBezTo>
                  <a:pt x="36110" y="5593"/>
                  <a:pt x="36445" y="5320"/>
                  <a:pt x="36414" y="5593"/>
                </a:cubicBezTo>
                <a:cubicBezTo>
                  <a:pt x="36171" y="5684"/>
                  <a:pt x="35897" y="5380"/>
                  <a:pt x="35897" y="5715"/>
                </a:cubicBezTo>
                <a:cubicBezTo>
                  <a:pt x="36141" y="5624"/>
                  <a:pt x="36201" y="5836"/>
                  <a:pt x="36445" y="5745"/>
                </a:cubicBezTo>
                <a:cubicBezTo>
                  <a:pt x="36657" y="5472"/>
                  <a:pt x="36961" y="5259"/>
                  <a:pt x="37296" y="5137"/>
                </a:cubicBezTo>
                <a:cubicBezTo>
                  <a:pt x="37296" y="5046"/>
                  <a:pt x="37235" y="4925"/>
                  <a:pt x="37356" y="4894"/>
                </a:cubicBezTo>
                <a:cubicBezTo>
                  <a:pt x="37752" y="4681"/>
                  <a:pt x="37083" y="4833"/>
                  <a:pt x="37083" y="5016"/>
                </a:cubicBezTo>
                <a:cubicBezTo>
                  <a:pt x="36992" y="5046"/>
                  <a:pt x="36749" y="4742"/>
                  <a:pt x="36718" y="5016"/>
                </a:cubicBezTo>
                <a:cubicBezTo>
                  <a:pt x="36840" y="5016"/>
                  <a:pt x="36961" y="5107"/>
                  <a:pt x="36840" y="5137"/>
                </a:cubicBezTo>
                <a:close/>
                <a:moveTo>
                  <a:pt x="35654" y="4864"/>
                </a:moveTo>
                <a:cubicBezTo>
                  <a:pt x="35837" y="4894"/>
                  <a:pt x="36019" y="4864"/>
                  <a:pt x="36201" y="4773"/>
                </a:cubicBezTo>
                <a:cubicBezTo>
                  <a:pt x="36262" y="4499"/>
                  <a:pt x="35897" y="4803"/>
                  <a:pt x="35928" y="4499"/>
                </a:cubicBezTo>
                <a:cubicBezTo>
                  <a:pt x="36201" y="4377"/>
                  <a:pt x="36293" y="4499"/>
                  <a:pt x="36505" y="4469"/>
                </a:cubicBezTo>
                <a:cubicBezTo>
                  <a:pt x="36627" y="4256"/>
                  <a:pt x="36475" y="4347"/>
                  <a:pt x="36445" y="4134"/>
                </a:cubicBezTo>
                <a:cubicBezTo>
                  <a:pt x="36171" y="4256"/>
                  <a:pt x="35715" y="4347"/>
                  <a:pt x="35685" y="4590"/>
                </a:cubicBezTo>
                <a:cubicBezTo>
                  <a:pt x="36110" y="4469"/>
                  <a:pt x="35654" y="4742"/>
                  <a:pt x="35654" y="4864"/>
                </a:cubicBezTo>
                <a:close/>
                <a:moveTo>
                  <a:pt x="35442" y="5441"/>
                </a:moveTo>
                <a:cubicBezTo>
                  <a:pt x="35320" y="5289"/>
                  <a:pt x="35016" y="4742"/>
                  <a:pt x="34864" y="5077"/>
                </a:cubicBezTo>
                <a:cubicBezTo>
                  <a:pt x="35016" y="5046"/>
                  <a:pt x="35107" y="5168"/>
                  <a:pt x="35138" y="5350"/>
                </a:cubicBezTo>
                <a:cubicBezTo>
                  <a:pt x="34986" y="5411"/>
                  <a:pt x="34682" y="5411"/>
                  <a:pt x="34834" y="5624"/>
                </a:cubicBezTo>
                <a:cubicBezTo>
                  <a:pt x="35046" y="5502"/>
                  <a:pt x="35290" y="5472"/>
                  <a:pt x="35533" y="5472"/>
                </a:cubicBezTo>
                <a:cubicBezTo>
                  <a:pt x="35654" y="5472"/>
                  <a:pt x="36171" y="5320"/>
                  <a:pt x="35867" y="5289"/>
                </a:cubicBezTo>
                <a:close/>
                <a:moveTo>
                  <a:pt x="35411" y="4317"/>
                </a:moveTo>
                <a:cubicBezTo>
                  <a:pt x="35259" y="4286"/>
                  <a:pt x="34438" y="4377"/>
                  <a:pt x="34742" y="4438"/>
                </a:cubicBezTo>
                <a:cubicBezTo>
                  <a:pt x="34803" y="4560"/>
                  <a:pt x="35350" y="4529"/>
                  <a:pt x="35411" y="4317"/>
                </a:cubicBezTo>
                <a:close/>
                <a:moveTo>
                  <a:pt x="34560" y="4225"/>
                </a:moveTo>
                <a:cubicBezTo>
                  <a:pt x="34894" y="4225"/>
                  <a:pt x="34560" y="3952"/>
                  <a:pt x="34894" y="3952"/>
                </a:cubicBezTo>
                <a:cubicBezTo>
                  <a:pt x="35046" y="3921"/>
                  <a:pt x="35016" y="4134"/>
                  <a:pt x="35229" y="4043"/>
                </a:cubicBezTo>
                <a:lnTo>
                  <a:pt x="35138" y="3709"/>
                </a:lnTo>
                <a:cubicBezTo>
                  <a:pt x="34773" y="3891"/>
                  <a:pt x="34621" y="3739"/>
                  <a:pt x="34347" y="3861"/>
                </a:cubicBezTo>
                <a:cubicBezTo>
                  <a:pt x="34408" y="4134"/>
                  <a:pt x="34742" y="3952"/>
                  <a:pt x="34590" y="4225"/>
                </a:cubicBezTo>
                <a:close/>
                <a:moveTo>
                  <a:pt x="34135" y="5289"/>
                </a:moveTo>
                <a:cubicBezTo>
                  <a:pt x="34135" y="5563"/>
                  <a:pt x="34986" y="5289"/>
                  <a:pt x="34712" y="5228"/>
                </a:cubicBezTo>
                <a:cubicBezTo>
                  <a:pt x="34408" y="5472"/>
                  <a:pt x="34438" y="5046"/>
                  <a:pt x="34135" y="5289"/>
                </a:cubicBezTo>
                <a:close/>
                <a:moveTo>
                  <a:pt x="33496" y="4712"/>
                </a:moveTo>
                <a:cubicBezTo>
                  <a:pt x="33770" y="4681"/>
                  <a:pt x="33983" y="4833"/>
                  <a:pt x="34317" y="4681"/>
                </a:cubicBezTo>
                <a:cubicBezTo>
                  <a:pt x="34286" y="4377"/>
                  <a:pt x="33648" y="4469"/>
                  <a:pt x="33527" y="4712"/>
                </a:cubicBezTo>
                <a:close/>
                <a:moveTo>
                  <a:pt x="32676" y="5380"/>
                </a:moveTo>
                <a:cubicBezTo>
                  <a:pt x="32888" y="5320"/>
                  <a:pt x="33466" y="5350"/>
                  <a:pt x="33435" y="5016"/>
                </a:cubicBezTo>
                <a:cubicBezTo>
                  <a:pt x="33192" y="5046"/>
                  <a:pt x="32554" y="5137"/>
                  <a:pt x="32676" y="5380"/>
                </a:cubicBezTo>
                <a:close/>
                <a:moveTo>
                  <a:pt x="32676" y="6292"/>
                </a:moveTo>
                <a:cubicBezTo>
                  <a:pt x="32888" y="6171"/>
                  <a:pt x="33223" y="6444"/>
                  <a:pt x="33253" y="6201"/>
                </a:cubicBezTo>
                <a:cubicBezTo>
                  <a:pt x="33071" y="6110"/>
                  <a:pt x="32615" y="5928"/>
                  <a:pt x="32676" y="6292"/>
                </a:cubicBezTo>
                <a:close/>
                <a:moveTo>
                  <a:pt x="33010" y="6961"/>
                </a:moveTo>
                <a:cubicBezTo>
                  <a:pt x="33283" y="6991"/>
                  <a:pt x="33679" y="6687"/>
                  <a:pt x="34013" y="6566"/>
                </a:cubicBezTo>
                <a:cubicBezTo>
                  <a:pt x="33952" y="6232"/>
                  <a:pt x="33557" y="6748"/>
                  <a:pt x="33466" y="6475"/>
                </a:cubicBezTo>
                <a:cubicBezTo>
                  <a:pt x="33587" y="6414"/>
                  <a:pt x="33466" y="6232"/>
                  <a:pt x="33314" y="6353"/>
                </a:cubicBezTo>
                <a:cubicBezTo>
                  <a:pt x="33314" y="6475"/>
                  <a:pt x="33587" y="6687"/>
                  <a:pt x="33405" y="6748"/>
                </a:cubicBezTo>
                <a:cubicBezTo>
                  <a:pt x="33253" y="6596"/>
                  <a:pt x="32979" y="6718"/>
                  <a:pt x="33010" y="6961"/>
                </a:cubicBezTo>
                <a:close/>
                <a:moveTo>
                  <a:pt x="30153" y="8602"/>
                </a:moveTo>
                <a:cubicBezTo>
                  <a:pt x="30001" y="8754"/>
                  <a:pt x="29849" y="8663"/>
                  <a:pt x="29666" y="8876"/>
                </a:cubicBezTo>
                <a:cubicBezTo>
                  <a:pt x="29697" y="9150"/>
                  <a:pt x="30213" y="8724"/>
                  <a:pt x="30153" y="8602"/>
                </a:cubicBezTo>
                <a:close/>
                <a:moveTo>
                  <a:pt x="31976" y="5532"/>
                </a:moveTo>
                <a:cubicBezTo>
                  <a:pt x="31916" y="5593"/>
                  <a:pt x="31824" y="5624"/>
                  <a:pt x="31855" y="5684"/>
                </a:cubicBezTo>
                <a:cubicBezTo>
                  <a:pt x="32220" y="5593"/>
                  <a:pt x="32007" y="5350"/>
                  <a:pt x="32007" y="5168"/>
                </a:cubicBezTo>
                <a:lnTo>
                  <a:pt x="31642" y="5320"/>
                </a:lnTo>
                <a:cubicBezTo>
                  <a:pt x="31672" y="5563"/>
                  <a:pt x="31916" y="5380"/>
                  <a:pt x="31976" y="5532"/>
                </a:cubicBezTo>
                <a:close/>
                <a:moveTo>
                  <a:pt x="32463" y="7052"/>
                </a:moveTo>
                <a:cubicBezTo>
                  <a:pt x="32554" y="7235"/>
                  <a:pt x="32706" y="7204"/>
                  <a:pt x="32858" y="7204"/>
                </a:cubicBezTo>
                <a:cubicBezTo>
                  <a:pt x="32828" y="7113"/>
                  <a:pt x="32888" y="7022"/>
                  <a:pt x="32767" y="6870"/>
                </a:cubicBezTo>
                <a:cubicBezTo>
                  <a:pt x="32676" y="6931"/>
                  <a:pt x="32554" y="6991"/>
                  <a:pt x="32463" y="7052"/>
                </a:cubicBezTo>
                <a:close/>
                <a:moveTo>
                  <a:pt x="30578" y="6353"/>
                </a:moveTo>
                <a:cubicBezTo>
                  <a:pt x="31065" y="6201"/>
                  <a:pt x="31034" y="5928"/>
                  <a:pt x="31338" y="5715"/>
                </a:cubicBezTo>
                <a:cubicBezTo>
                  <a:pt x="31429" y="5928"/>
                  <a:pt x="31217" y="6049"/>
                  <a:pt x="31156" y="6201"/>
                </a:cubicBezTo>
                <a:cubicBezTo>
                  <a:pt x="31520" y="6232"/>
                  <a:pt x="31520" y="5806"/>
                  <a:pt x="31581" y="5563"/>
                </a:cubicBezTo>
                <a:cubicBezTo>
                  <a:pt x="31095" y="5745"/>
                  <a:pt x="30913" y="6049"/>
                  <a:pt x="30457" y="5958"/>
                </a:cubicBezTo>
                <a:cubicBezTo>
                  <a:pt x="30609" y="6110"/>
                  <a:pt x="30426" y="6201"/>
                  <a:pt x="30548" y="6353"/>
                </a:cubicBezTo>
                <a:close/>
                <a:moveTo>
                  <a:pt x="31460" y="7265"/>
                </a:moveTo>
                <a:cubicBezTo>
                  <a:pt x="30730" y="7812"/>
                  <a:pt x="31916" y="7265"/>
                  <a:pt x="31733" y="7022"/>
                </a:cubicBezTo>
                <a:cubicBezTo>
                  <a:pt x="31581" y="7083"/>
                  <a:pt x="31581" y="7174"/>
                  <a:pt x="31460" y="7265"/>
                </a:cubicBezTo>
                <a:close/>
                <a:moveTo>
                  <a:pt x="30426" y="7843"/>
                </a:moveTo>
                <a:lnTo>
                  <a:pt x="30639" y="8177"/>
                </a:lnTo>
                <a:cubicBezTo>
                  <a:pt x="30700" y="8298"/>
                  <a:pt x="30122" y="8602"/>
                  <a:pt x="30426" y="8511"/>
                </a:cubicBezTo>
                <a:cubicBezTo>
                  <a:pt x="30669" y="8329"/>
                  <a:pt x="30943" y="8177"/>
                  <a:pt x="31247" y="8086"/>
                </a:cubicBezTo>
                <a:cubicBezTo>
                  <a:pt x="31125" y="7660"/>
                  <a:pt x="30791" y="8238"/>
                  <a:pt x="30669" y="7873"/>
                </a:cubicBezTo>
                <a:cubicBezTo>
                  <a:pt x="30821" y="7782"/>
                  <a:pt x="30791" y="7691"/>
                  <a:pt x="30913" y="7599"/>
                </a:cubicBezTo>
                <a:cubicBezTo>
                  <a:pt x="31125" y="7994"/>
                  <a:pt x="32037" y="7782"/>
                  <a:pt x="31916" y="7295"/>
                </a:cubicBezTo>
                <a:cubicBezTo>
                  <a:pt x="31672" y="7417"/>
                  <a:pt x="31429" y="7539"/>
                  <a:pt x="31156" y="7630"/>
                </a:cubicBezTo>
                <a:cubicBezTo>
                  <a:pt x="30791" y="7387"/>
                  <a:pt x="31308" y="7295"/>
                  <a:pt x="31125" y="7083"/>
                </a:cubicBezTo>
                <a:cubicBezTo>
                  <a:pt x="30761" y="7326"/>
                  <a:pt x="30852" y="7630"/>
                  <a:pt x="30396" y="7843"/>
                </a:cubicBezTo>
                <a:close/>
                <a:moveTo>
                  <a:pt x="28603" y="7721"/>
                </a:moveTo>
                <a:cubicBezTo>
                  <a:pt x="28785" y="7508"/>
                  <a:pt x="28846" y="7721"/>
                  <a:pt x="29028" y="7630"/>
                </a:cubicBezTo>
                <a:cubicBezTo>
                  <a:pt x="29119" y="7387"/>
                  <a:pt x="28815" y="7508"/>
                  <a:pt x="28937" y="7356"/>
                </a:cubicBezTo>
                <a:cubicBezTo>
                  <a:pt x="29058" y="7447"/>
                  <a:pt x="29028" y="7265"/>
                  <a:pt x="29180" y="7204"/>
                </a:cubicBezTo>
                <a:cubicBezTo>
                  <a:pt x="29362" y="7387"/>
                  <a:pt x="29180" y="7508"/>
                  <a:pt x="29423" y="7539"/>
                </a:cubicBezTo>
                <a:cubicBezTo>
                  <a:pt x="29514" y="7447"/>
                  <a:pt x="29727" y="7356"/>
                  <a:pt x="29666" y="7235"/>
                </a:cubicBezTo>
                <a:cubicBezTo>
                  <a:pt x="29636" y="7265"/>
                  <a:pt x="29545" y="7235"/>
                  <a:pt x="29636" y="7174"/>
                </a:cubicBezTo>
                <a:cubicBezTo>
                  <a:pt x="29970" y="6809"/>
                  <a:pt x="30122" y="7174"/>
                  <a:pt x="30365" y="7083"/>
                </a:cubicBezTo>
                <a:cubicBezTo>
                  <a:pt x="30153" y="6839"/>
                  <a:pt x="30244" y="6596"/>
                  <a:pt x="29970" y="6353"/>
                </a:cubicBezTo>
                <a:cubicBezTo>
                  <a:pt x="29697" y="6657"/>
                  <a:pt x="29606" y="6596"/>
                  <a:pt x="29210" y="6748"/>
                </a:cubicBezTo>
                <a:cubicBezTo>
                  <a:pt x="29271" y="6839"/>
                  <a:pt x="29302" y="6931"/>
                  <a:pt x="29150" y="6991"/>
                </a:cubicBezTo>
                <a:cubicBezTo>
                  <a:pt x="28937" y="7174"/>
                  <a:pt x="28785" y="6961"/>
                  <a:pt x="28511" y="7265"/>
                </a:cubicBezTo>
                <a:cubicBezTo>
                  <a:pt x="28572" y="7417"/>
                  <a:pt x="28359" y="7539"/>
                  <a:pt x="28603" y="7691"/>
                </a:cubicBezTo>
                <a:close/>
                <a:moveTo>
                  <a:pt x="28998" y="8055"/>
                </a:moveTo>
                <a:cubicBezTo>
                  <a:pt x="29393" y="8025"/>
                  <a:pt x="29302" y="8207"/>
                  <a:pt x="29423" y="7843"/>
                </a:cubicBezTo>
                <a:cubicBezTo>
                  <a:pt x="29514" y="8146"/>
                  <a:pt x="29727" y="7903"/>
                  <a:pt x="29849" y="8146"/>
                </a:cubicBezTo>
                <a:cubicBezTo>
                  <a:pt x="30061" y="8086"/>
                  <a:pt x="30001" y="7721"/>
                  <a:pt x="29849" y="7843"/>
                </a:cubicBezTo>
                <a:cubicBezTo>
                  <a:pt x="29910" y="7903"/>
                  <a:pt x="29788" y="8025"/>
                  <a:pt x="29697" y="7934"/>
                </a:cubicBezTo>
                <a:lnTo>
                  <a:pt x="29606" y="7812"/>
                </a:lnTo>
                <a:cubicBezTo>
                  <a:pt x="29727" y="7660"/>
                  <a:pt x="30183" y="7539"/>
                  <a:pt x="30092" y="7356"/>
                </a:cubicBezTo>
                <a:cubicBezTo>
                  <a:pt x="29849" y="7326"/>
                  <a:pt x="29727" y="7569"/>
                  <a:pt x="29545" y="7751"/>
                </a:cubicBezTo>
                <a:cubicBezTo>
                  <a:pt x="29180" y="7630"/>
                  <a:pt x="29028" y="7934"/>
                  <a:pt x="28663" y="8086"/>
                </a:cubicBezTo>
                <a:cubicBezTo>
                  <a:pt x="28694" y="8298"/>
                  <a:pt x="28815" y="8086"/>
                  <a:pt x="28967" y="8086"/>
                </a:cubicBezTo>
                <a:close/>
                <a:moveTo>
                  <a:pt x="28542" y="9210"/>
                </a:moveTo>
                <a:cubicBezTo>
                  <a:pt x="28724" y="9119"/>
                  <a:pt x="28876" y="8998"/>
                  <a:pt x="29028" y="9058"/>
                </a:cubicBezTo>
                <a:lnTo>
                  <a:pt x="28511" y="9423"/>
                </a:lnTo>
                <a:cubicBezTo>
                  <a:pt x="28511" y="9575"/>
                  <a:pt x="28572" y="9727"/>
                  <a:pt x="28694" y="9818"/>
                </a:cubicBezTo>
                <a:cubicBezTo>
                  <a:pt x="29180" y="9575"/>
                  <a:pt x="28967" y="9241"/>
                  <a:pt x="29332" y="8998"/>
                </a:cubicBezTo>
                <a:cubicBezTo>
                  <a:pt x="29302" y="8846"/>
                  <a:pt x="29119" y="8967"/>
                  <a:pt x="29058" y="8906"/>
                </a:cubicBezTo>
                <a:cubicBezTo>
                  <a:pt x="29058" y="8906"/>
                  <a:pt x="29119" y="8724"/>
                  <a:pt x="29089" y="8663"/>
                </a:cubicBezTo>
                <a:cubicBezTo>
                  <a:pt x="29089" y="8694"/>
                  <a:pt x="28906" y="8724"/>
                  <a:pt x="28906" y="8724"/>
                </a:cubicBezTo>
                <a:cubicBezTo>
                  <a:pt x="28815" y="8663"/>
                  <a:pt x="28937" y="8450"/>
                  <a:pt x="28724" y="8633"/>
                </a:cubicBezTo>
                <a:cubicBezTo>
                  <a:pt x="29089" y="8876"/>
                  <a:pt x="28420" y="8998"/>
                  <a:pt x="28511" y="9210"/>
                </a:cubicBezTo>
                <a:close/>
                <a:moveTo>
                  <a:pt x="27478" y="9210"/>
                </a:moveTo>
                <a:cubicBezTo>
                  <a:pt x="27721" y="9210"/>
                  <a:pt x="28025" y="8876"/>
                  <a:pt x="28268" y="8694"/>
                </a:cubicBezTo>
                <a:cubicBezTo>
                  <a:pt x="27903" y="8329"/>
                  <a:pt x="27539" y="8876"/>
                  <a:pt x="27447" y="9180"/>
                </a:cubicBezTo>
                <a:close/>
                <a:moveTo>
                  <a:pt x="27478" y="9697"/>
                </a:moveTo>
                <a:lnTo>
                  <a:pt x="27326" y="9757"/>
                </a:lnTo>
                <a:cubicBezTo>
                  <a:pt x="27204" y="9788"/>
                  <a:pt x="27174" y="9666"/>
                  <a:pt x="26992" y="9788"/>
                </a:cubicBezTo>
                <a:cubicBezTo>
                  <a:pt x="26961" y="9849"/>
                  <a:pt x="26718" y="9970"/>
                  <a:pt x="26809" y="10153"/>
                </a:cubicBezTo>
                <a:cubicBezTo>
                  <a:pt x="26961" y="10092"/>
                  <a:pt x="27204" y="9727"/>
                  <a:pt x="27295" y="9879"/>
                </a:cubicBezTo>
                <a:cubicBezTo>
                  <a:pt x="26931" y="10092"/>
                  <a:pt x="27235" y="10183"/>
                  <a:pt x="27174" y="10305"/>
                </a:cubicBezTo>
                <a:cubicBezTo>
                  <a:pt x="27022" y="10305"/>
                  <a:pt x="26840" y="10426"/>
                  <a:pt x="26688" y="10578"/>
                </a:cubicBezTo>
                <a:cubicBezTo>
                  <a:pt x="26961" y="10821"/>
                  <a:pt x="27356" y="10244"/>
                  <a:pt x="27691" y="10213"/>
                </a:cubicBezTo>
                <a:cubicBezTo>
                  <a:pt x="27721" y="10274"/>
                  <a:pt x="27691" y="10335"/>
                  <a:pt x="27721" y="10396"/>
                </a:cubicBezTo>
                <a:cubicBezTo>
                  <a:pt x="27964" y="10244"/>
                  <a:pt x="27873" y="10335"/>
                  <a:pt x="28055" y="10092"/>
                </a:cubicBezTo>
                <a:cubicBezTo>
                  <a:pt x="27995" y="9757"/>
                  <a:pt x="27751" y="10335"/>
                  <a:pt x="27660" y="10001"/>
                </a:cubicBezTo>
                <a:lnTo>
                  <a:pt x="28025" y="9727"/>
                </a:lnTo>
                <a:cubicBezTo>
                  <a:pt x="27903" y="9393"/>
                  <a:pt x="27691" y="9940"/>
                  <a:pt x="27508" y="9818"/>
                </a:cubicBezTo>
                <a:cubicBezTo>
                  <a:pt x="27447" y="9757"/>
                  <a:pt x="27447" y="9697"/>
                  <a:pt x="27478" y="9697"/>
                </a:cubicBezTo>
                <a:cubicBezTo>
                  <a:pt x="27539" y="9636"/>
                  <a:pt x="27478" y="9636"/>
                  <a:pt x="27447" y="9666"/>
                </a:cubicBezTo>
                <a:close/>
                <a:moveTo>
                  <a:pt x="26110" y="10365"/>
                </a:moveTo>
                <a:cubicBezTo>
                  <a:pt x="26536" y="10092"/>
                  <a:pt x="26201" y="10092"/>
                  <a:pt x="26292" y="9970"/>
                </a:cubicBezTo>
                <a:cubicBezTo>
                  <a:pt x="26566" y="9666"/>
                  <a:pt x="27052" y="9605"/>
                  <a:pt x="27235" y="9332"/>
                </a:cubicBezTo>
                <a:cubicBezTo>
                  <a:pt x="27113" y="9393"/>
                  <a:pt x="27052" y="9241"/>
                  <a:pt x="26961" y="9119"/>
                </a:cubicBezTo>
                <a:cubicBezTo>
                  <a:pt x="26748" y="9575"/>
                  <a:pt x="26384" y="9636"/>
                  <a:pt x="25897" y="10092"/>
                </a:cubicBezTo>
                <a:close/>
                <a:moveTo>
                  <a:pt x="24074" y="11885"/>
                </a:moveTo>
                <a:cubicBezTo>
                  <a:pt x="24104" y="11946"/>
                  <a:pt x="24195" y="11976"/>
                  <a:pt x="24286" y="12007"/>
                </a:cubicBezTo>
                <a:cubicBezTo>
                  <a:pt x="24469" y="11855"/>
                  <a:pt x="24438" y="11703"/>
                  <a:pt x="24408" y="11581"/>
                </a:cubicBezTo>
                <a:cubicBezTo>
                  <a:pt x="24226" y="11581"/>
                  <a:pt x="24104" y="11703"/>
                  <a:pt x="24074" y="11885"/>
                </a:cubicBezTo>
                <a:close/>
                <a:moveTo>
                  <a:pt x="23770" y="13101"/>
                </a:moveTo>
                <a:cubicBezTo>
                  <a:pt x="23861" y="12979"/>
                  <a:pt x="24256" y="12827"/>
                  <a:pt x="24134" y="12675"/>
                </a:cubicBezTo>
                <a:cubicBezTo>
                  <a:pt x="23982" y="12645"/>
                  <a:pt x="23618" y="12919"/>
                  <a:pt x="23770" y="13101"/>
                </a:cubicBezTo>
                <a:close/>
                <a:moveTo>
                  <a:pt x="22615" y="14925"/>
                </a:moveTo>
                <a:cubicBezTo>
                  <a:pt x="22827" y="14894"/>
                  <a:pt x="22675" y="14834"/>
                  <a:pt x="22888" y="14651"/>
                </a:cubicBezTo>
                <a:cubicBezTo>
                  <a:pt x="22736" y="14347"/>
                  <a:pt x="22341" y="14712"/>
                  <a:pt x="22615" y="14925"/>
                </a:cubicBezTo>
                <a:close/>
                <a:moveTo>
                  <a:pt x="21976" y="14347"/>
                </a:moveTo>
                <a:cubicBezTo>
                  <a:pt x="22189" y="14256"/>
                  <a:pt x="22706" y="14165"/>
                  <a:pt x="22736" y="13800"/>
                </a:cubicBezTo>
                <a:cubicBezTo>
                  <a:pt x="22523" y="13891"/>
                  <a:pt x="22007" y="14134"/>
                  <a:pt x="21976" y="14347"/>
                </a:cubicBezTo>
                <a:close/>
                <a:moveTo>
                  <a:pt x="19940" y="14742"/>
                </a:moveTo>
                <a:cubicBezTo>
                  <a:pt x="20092" y="14651"/>
                  <a:pt x="20183" y="14864"/>
                  <a:pt x="20335" y="14621"/>
                </a:cubicBezTo>
                <a:lnTo>
                  <a:pt x="20152" y="14408"/>
                </a:lnTo>
                <a:cubicBezTo>
                  <a:pt x="20092" y="14530"/>
                  <a:pt x="19909" y="14621"/>
                  <a:pt x="19940" y="14742"/>
                </a:cubicBezTo>
                <a:close/>
                <a:moveTo>
                  <a:pt x="19605" y="15502"/>
                </a:moveTo>
                <a:cubicBezTo>
                  <a:pt x="19940" y="15381"/>
                  <a:pt x="20183" y="15077"/>
                  <a:pt x="19879" y="14803"/>
                </a:cubicBezTo>
                <a:cubicBezTo>
                  <a:pt x="19818" y="14834"/>
                  <a:pt x="19484" y="14894"/>
                  <a:pt x="19605" y="15077"/>
                </a:cubicBezTo>
                <a:cubicBezTo>
                  <a:pt x="19636" y="15016"/>
                  <a:pt x="19697" y="14985"/>
                  <a:pt x="19727" y="15077"/>
                </a:cubicBezTo>
                <a:cubicBezTo>
                  <a:pt x="19453" y="15198"/>
                  <a:pt x="19605" y="15320"/>
                  <a:pt x="19605" y="15472"/>
                </a:cubicBezTo>
                <a:close/>
                <a:moveTo>
                  <a:pt x="18420" y="16141"/>
                </a:moveTo>
                <a:cubicBezTo>
                  <a:pt x="18663" y="16444"/>
                  <a:pt x="18694" y="15897"/>
                  <a:pt x="18845" y="15745"/>
                </a:cubicBezTo>
                <a:cubicBezTo>
                  <a:pt x="18967" y="15624"/>
                  <a:pt x="19453" y="15472"/>
                  <a:pt x="19332" y="15198"/>
                </a:cubicBezTo>
                <a:cubicBezTo>
                  <a:pt x="19028" y="15472"/>
                  <a:pt x="18511" y="15806"/>
                  <a:pt x="18420" y="16110"/>
                </a:cubicBezTo>
                <a:close/>
                <a:moveTo>
                  <a:pt x="18481" y="17296"/>
                </a:moveTo>
                <a:cubicBezTo>
                  <a:pt x="18633" y="17296"/>
                  <a:pt x="18967" y="17052"/>
                  <a:pt x="18815" y="16870"/>
                </a:cubicBezTo>
                <a:cubicBezTo>
                  <a:pt x="18724" y="16992"/>
                  <a:pt x="18359" y="17144"/>
                  <a:pt x="18481" y="17296"/>
                </a:cubicBezTo>
                <a:close/>
                <a:moveTo>
                  <a:pt x="21034" y="12432"/>
                </a:moveTo>
                <a:cubicBezTo>
                  <a:pt x="21277" y="12219"/>
                  <a:pt x="21460" y="12371"/>
                  <a:pt x="21733" y="12068"/>
                </a:cubicBezTo>
                <a:cubicBezTo>
                  <a:pt x="21460" y="11733"/>
                  <a:pt x="21156" y="12128"/>
                  <a:pt x="21034" y="12432"/>
                </a:cubicBezTo>
                <a:close/>
                <a:moveTo>
                  <a:pt x="20213" y="13071"/>
                </a:moveTo>
                <a:cubicBezTo>
                  <a:pt x="20396" y="12767"/>
                  <a:pt x="20791" y="12979"/>
                  <a:pt x="20760" y="12675"/>
                </a:cubicBezTo>
                <a:cubicBezTo>
                  <a:pt x="20426" y="12858"/>
                  <a:pt x="20487" y="12675"/>
                  <a:pt x="20548" y="12432"/>
                </a:cubicBezTo>
                <a:cubicBezTo>
                  <a:pt x="20365" y="12645"/>
                  <a:pt x="20152" y="12827"/>
                  <a:pt x="20213" y="13040"/>
                </a:cubicBezTo>
                <a:close/>
                <a:moveTo>
                  <a:pt x="18876" y="13283"/>
                </a:moveTo>
                <a:cubicBezTo>
                  <a:pt x="19089" y="13344"/>
                  <a:pt x="19271" y="13648"/>
                  <a:pt x="19484" y="13375"/>
                </a:cubicBezTo>
                <a:cubicBezTo>
                  <a:pt x="19301" y="13101"/>
                  <a:pt x="19089" y="13223"/>
                  <a:pt x="18876" y="13253"/>
                </a:cubicBezTo>
                <a:close/>
                <a:moveTo>
                  <a:pt x="18937" y="13770"/>
                </a:moveTo>
                <a:cubicBezTo>
                  <a:pt x="19393" y="13496"/>
                  <a:pt x="19028" y="14378"/>
                  <a:pt x="19484" y="13952"/>
                </a:cubicBezTo>
                <a:cubicBezTo>
                  <a:pt x="19423" y="13648"/>
                  <a:pt x="18997" y="13466"/>
                  <a:pt x="18937" y="13739"/>
                </a:cubicBezTo>
                <a:close/>
                <a:moveTo>
                  <a:pt x="17295" y="15685"/>
                </a:moveTo>
                <a:cubicBezTo>
                  <a:pt x="17204" y="15745"/>
                  <a:pt x="17113" y="15654"/>
                  <a:pt x="17052" y="15563"/>
                </a:cubicBezTo>
                <a:cubicBezTo>
                  <a:pt x="16931" y="15624"/>
                  <a:pt x="16870" y="15745"/>
                  <a:pt x="16839" y="15867"/>
                </a:cubicBezTo>
                <a:cubicBezTo>
                  <a:pt x="16931" y="16080"/>
                  <a:pt x="17356" y="15867"/>
                  <a:pt x="17295" y="15685"/>
                </a:cubicBezTo>
                <a:close/>
                <a:moveTo>
                  <a:pt x="16019" y="15381"/>
                </a:moveTo>
                <a:cubicBezTo>
                  <a:pt x="16110" y="15441"/>
                  <a:pt x="16201" y="15624"/>
                  <a:pt x="16323" y="15563"/>
                </a:cubicBezTo>
                <a:cubicBezTo>
                  <a:pt x="16171" y="15441"/>
                  <a:pt x="16535" y="15381"/>
                  <a:pt x="16566" y="15441"/>
                </a:cubicBezTo>
                <a:cubicBezTo>
                  <a:pt x="16657" y="15533"/>
                  <a:pt x="16444" y="15624"/>
                  <a:pt x="16596" y="15745"/>
                </a:cubicBezTo>
                <a:cubicBezTo>
                  <a:pt x="16931" y="15472"/>
                  <a:pt x="17204" y="14985"/>
                  <a:pt x="17569" y="14742"/>
                </a:cubicBezTo>
                <a:cubicBezTo>
                  <a:pt x="17782" y="14621"/>
                  <a:pt x="18025" y="14742"/>
                  <a:pt x="18207" y="14621"/>
                </a:cubicBezTo>
                <a:cubicBezTo>
                  <a:pt x="17994" y="14834"/>
                  <a:pt x="17782" y="15381"/>
                  <a:pt x="17994" y="15381"/>
                </a:cubicBezTo>
                <a:cubicBezTo>
                  <a:pt x="17964" y="15046"/>
                  <a:pt x="18450" y="14621"/>
                  <a:pt x="18390" y="14378"/>
                </a:cubicBezTo>
                <a:cubicBezTo>
                  <a:pt x="18390" y="14408"/>
                  <a:pt x="18116" y="14530"/>
                  <a:pt x="18146" y="14378"/>
                </a:cubicBezTo>
                <a:cubicBezTo>
                  <a:pt x="18298" y="14286"/>
                  <a:pt x="18268" y="13922"/>
                  <a:pt x="18481" y="14074"/>
                </a:cubicBezTo>
                <a:cubicBezTo>
                  <a:pt x="18420" y="14134"/>
                  <a:pt x="18268" y="14226"/>
                  <a:pt x="18329" y="14317"/>
                </a:cubicBezTo>
                <a:cubicBezTo>
                  <a:pt x="18511" y="14286"/>
                  <a:pt x="18694" y="14134"/>
                  <a:pt x="18845" y="14165"/>
                </a:cubicBezTo>
                <a:cubicBezTo>
                  <a:pt x="18845" y="14347"/>
                  <a:pt x="18906" y="14408"/>
                  <a:pt x="19089" y="14286"/>
                </a:cubicBezTo>
                <a:cubicBezTo>
                  <a:pt x="18845" y="14165"/>
                  <a:pt x="19241" y="14013"/>
                  <a:pt x="18937" y="13861"/>
                </a:cubicBezTo>
                <a:cubicBezTo>
                  <a:pt x="18785" y="14043"/>
                  <a:pt x="18845" y="14195"/>
                  <a:pt x="18602" y="14043"/>
                </a:cubicBezTo>
                <a:lnTo>
                  <a:pt x="18329" y="13314"/>
                </a:lnTo>
                <a:lnTo>
                  <a:pt x="18055" y="13557"/>
                </a:lnTo>
                <a:cubicBezTo>
                  <a:pt x="18086" y="13800"/>
                  <a:pt x="18511" y="13496"/>
                  <a:pt x="18329" y="13739"/>
                </a:cubicBezTo>
                <a:cubicBezTo>
                  <a:pt x="18268" y="13800"/>
                  <a:pt x="18025" y="14043"/>
                  <a:pt x="17994" y="13952"/>
                </a:cubicBezTo>
                <a:cubicBezTo>
                  <a:pt x="17994" y="13952"/>
                  <a:pt x="18177" y="13739"/>
                  <a:pt x="18086" y="13739"/>
                </a:cubicBezTo>
                <a:cubicBezTo>
                  <a:pt x="17812" y="13861"/>
                  <a:pt x="17690" y="14134"/>
                  <a:pt x="17478" y="14317"/>
                </a:cubicBezTo>
                <a:cubicBezTo>
                  <a:pt x="17326" y="14438"/>
                  <a:pt x="16931" y="14499"/>
                  <a:pt x="17083" y="14742"/>
                </a:cubicBezTo>
                <a:cubicBezTo>
                  <a:pt x="17417" y="14438"/>
                  <a:pt x="17690" y="14590"/>
                  <a:pt x="17994" y="14378"/>
                </a:cubicBezTo>
                <a:cubicBezTo>
                  <a:pt x="17964" y="14742"/>
                  <a:pt x="17478" y="14621"/>
                  <a:pt x="17265" y="14682"/>
                </a:cubicBezTo>
                <a:cubicBezTo>
                  <a:pt x="17174" y="14834"/>
                  <a:pt x="16900" y="15320"/>
                  <a:pt x="16657" y="15259"/>
                </a:cubicBezTo>
                <a:cubicBezTo>
                  <a:pt x="16475" y="15077"/>
                  <a:pt x="17174" y="14925"/>
                  <a:pt x="16839" y="14773"/>
                </a:cubicBezTo>
                <a:cubicBezTo>
                  <a:pt x="16596" y="15168"/>
                  <a:pt x="16383" y="15107"/>
                  <a:pt x="16019" y="15381"/>
                </a:cubicBezTo>
                <a:close/>
                <a:moveTo>
                  <a:pt x="15958" y="17964"/>
                </a:moveTo>
                <a:cubicBezTo>
                  <a:pt x="16140" y="18116"/>
                  <a:pt x="16657" y="18238"/>
                  <a:pt x="16718" y="17843"/>
                </a:cubicBezTo>
                <a:cubicBezTo>
                  <a:pt x="16627" y="17873"/>
                  <a:pt x="16535" y="17873"/>
                  <a:pt x="16475" y="17843"/>
                </a:cubicBezTo>
                <a:cubicBezTo>
                  <a:pt x="16475" y="17691"/>
                  <a:pt x="16718" y="17508"/>
                  <a:pt x="16900" y="17356"/>
                </a:cubicBezTo>
                <a:cubicBezTo>
                  <a:pt x="16991" y="17600"/>
                  <a:pt x="17143" y="17387"/>
                  <a:pt x="17265" y="17478"/>
                </a:cubicBezTo>
                <a:cubicBezTo>
                  <a:pt x="17569" y="17296"/>
                  <a:pt x="17447" y="17144"/>
                  <a:pt x="17721" y="16961"/>
                </a:cubicBezTo>
                <a:cubicBezTo>
                  <a:pt x="17478" y="16809"/>
                  <a:pt x="17569" y="16900"/>
                  <a:pt x="17447" y="16657"/>
                </a:cubicBezTo>
                <a:close/>
                <a:moveTo>
                  <a:pt x="14195" y="19910"/>
                </a:moveTo>
                <a:cubicBezTo>
                  <a:pt x="14438" y="19758"/>
                  <a:pt x="14620" y="19545"/>
                  <a:pt x="14772" y="19302"/>
                </a:cubicBezTo>
                <a:cubicBezTo>
                  <a:pt x="14924" y="19423"/>
                  <a:pt x="14651" y="19545"/>
                  <a:pt x="14742" y="19697"/>
                </a:cubicBezTo>
                <a:cubicBezTo>
                  <a:pt x="14803" y="19666"/>
                  <a:pt x="14864" y="19575"/>
                  <a:pt x="14924" y="19636"/>
                </a:cubicBezTo>
                <a:lnTo>
                  <a:pt x="15076" y="19514"/>
                </a:lnTo>
                <a:cubicBezTo>
                  <a:pt x="15016" y="19393"/>
                  <a:pt x="14833" y="19302"/>
                  <a:pt x="14924" y="19210"/>
                </a:cubicBezTo>
                <a:cubicBezTo>
                  <a:pt x="15259" y="19393"/>
                  <a:pt x="15320" y="18876"/>
                  <a:pt x="15472" y="18694"/>
                </a:cubicBezTo>
                <a:lnTo>
                  <a:pt x="15654" y="18907"/>
                </a:lnTo>
                <a:cubicBezTo>
                  <a:pt x="15776" y="18451"/>
                  <a:pt x="16566" y="18451"/>
                  <a:pt x="16353" y="18147"/>
                </a:cubicBezTo>
                <a:cubicBezTo>
                  <a:pt x="16110" y="18481"/>
                  <a:pt x="15715" y="18451"/>
                  <a:pt x="15745" y="18147"/>
                </a:cubicBezTo>
                <a:cubicBezTo>
                  <a:pt x="15502" y="18329"/>
                  <a:pt x="15320" y="18603"/>
                  <a:pt x="15289" y="18907"/>
                </a:cubicBezTo>
                <a:cubicBezTo>
                  <a:pt x="14955" y="19271"/>
                  <a:pt x="13982" y="19393"/>
                  <a:pt x="14195" y="19940"/>
                </a:cubicBezTo>
                <a:close/>
                <a:moveTo>
                  <a:pt x="11216" y="19271"/>
                </a:moveTo>
                <a:cubicBezTo>
                  <a:pt x="11338" y="19028"/>
                  <a:pt x="11520" y="19150"/>
                  <a:pt x="11459" y="18876"/>
                </a:cubicBezTo>
                <a:cubicBezTo>
                  <a:pt x="11216" y="18937"/>
                  <a:pt x="11338" y="18998"/>
                  <a:pt x="11064" y="19089"/>
                </a:cubicBezTo>
                <a:close/>
                <a:moveTo>
                  <a:pt x="11763" y="20852"/>
                </a:moveTo>
                <a:cubicBezTo>
                  <a:pt x="11915" y="20852"/>
                  <a:pt x="12067" y="20730"/>
                  <a:pt x="12250" y="20578"/>
                </a:cubicBezTo>
                <a:cubicBezTo>
                  <a:pt x="12189" y="20305"/>
                  <a:pt x="11702" y="20761"/>
                  <a:pt x="11763" y="20882"/>
                </a:cubicBezTo>
                <a:close/>
                <a:moveTo>
                  <a:pt x="12158" y="21490"/>
                </a:moveTo>
                <a:cubicBezTo>
                  <a:pt x="12614" y="21095"/>
                  <a:pt x="12250" y="21764"/>
                  <a:pt x="12554" y="21703"/>
                </a:cubicBezTo>
                <a:cubicBezTo>
                  <a:pt x="12827" y="21490"/>
                  <a:pt x="13101" y="21277"/>
                  <a:pt x="13313" y="21004"/>
                </a:cubicBezTo>
                <a:cubicBezTo>
                  <a:pt x="13405" y="20761"/>
                  <a:pt x="13010" y="20913"/>
                  <a:pt x="13161" y="20669"/>
                </a:cubicBezTo>
                <a:cubicBezTo>
                  <a:pt x="13465" y="20700"/>
                  <a:pt x="13739" y="20639"/>
                  <a:pt x="14013" y="20517"/>
                </a:cubicBezTo>
                <a:cubicBezTo>
                  <a:pt x="14043" y="20335"/>
                  <a:pt x="14013" y="20122"/>
                  <a:pt x="13891" y="19970"/>
                </a:cubicBezTo>
                <a:cubicBezTo>
                  <a:pt x="13648" y="20183"/>
                  <a:pt x="13313" y="20426"/>
                  <a:pt x="13709" y="20335"/>
                </a:cubicBezTo>
                <a:cubicBezTo>
                  <a:pt x="13435" y="20517"/>
                  <a:pt x="13192" y="20487"/>
                  <a:pt x="12918" y="20700"/>
                </a:cubicBezTo>
                <a:cubicBezTo>
                  <a:pt x="12979" y="21125"/>
                  <a:pt x="12219" y="21156"/>
                  <a:pt x="12158" y="21521"/>
                </a:cubicBezTo>
                <a:close/>
                <a:moveTo>
                  <a:pt x="12341" y="21885"/>
                </a:moveTo>
                <a:cubicBezTo>
                  <a:pt x="12219" y="21916"/>
                  <a:pt x="12219" y="21825"/>
                  <a:pt x="12219" y="21733"/>
                </a:cubicBezTo>
                <a:cubicBezTo>
                  <a:pt x="12037" y="21885"/>
                  <a:pt x="11915" y="21673"/>
                  <a:pt x="11702" y="21825"/>
                </a:cubicBezTo>
                <a:cubicBezTo>
                  <a:pt x="11642" y="22068"/>
                  <a:pt x="12310" y="22220"/>
                  <a:pt x="12341" y="21885"/>
                </a:cubicBezTo>
                <a:close/>
                <a:moveTo>
                  <a:pt x="12250" y="62160"/>
                </a:moveTo>
                <a:cubicBezTo>
                  <a:pt x="12371" y="62220"/>
                  <a:pt x="12493" y="62372"/>
                  <a:pt x="12554" y="62281"/>
                </a:cubicBezTo>
                <a:cubicBezTo>
                  <a:pt x="12250" y="62008"/>
                  <a:pt x="13070" y="62129"/>
                  <a:pt x="12554" y="61916"/>
                </a:cubicBezTo>
                <a:cubicBezTo>
                  <a:pt x="12432" y="61916"/>
                  <a:pt x="12462" y="62038"/>
                  <a:pt x="12250" y="62190"/>
                </a:cubicBezTo>
                <a:close/>
                <a:moveTo>
                  <a:pt x="9605" y="56962"/>
                </a:moveTo>
                <a:cubicBezTo>
                  <a:pt x="9909" y="57296"/>
                  <a:pt x="10000" y="57570"/>
                  <a:pt x="10365" y="57661"/>
                </a:cubicBezTo>
                <a:cubicBezTo>
                  <a:pt x="10183" y="57387"/>
                  <a:pt x="9940" y="57144"/>
                  <a:pt x="9636" y="56962"/>
                </a:cubicBezTo>
                <a:close/>
                <a:moveTo>
                  <a:pt x="5046" y="53953"/>
                </a:moveTo>
                <a:cubicBezTo>
                  <a:pt x="5259" y="54226"/>
                  <a:pt x="5167" y="54317"/>
                  <a:pt x="5289" y="54561"/>
                </a:cubicBezTo>
                <a:cubicBezTo>
                  <a:pt x="5532" y="54469"/>
                  <a:pt x="5319" y="53862"/>
                  <a:pt x="5076" y="53983"/>
                </a:cubicBezTo>
                <a:close/>
                <a:moveTo>
                  <a:pt x="4256" y="52524"/>
                </a:moveTo>
                <a:cubicBezTo>
                  <a:pt x="4559" y="52706"/>
                  <a:pt x="4408" y="53162"/>
                  <a:pt x="4711" y="53284"/>
                </a:cubicBezTo>
                <a:cubicBezTo>
                  <a:pt x="4742" y="53162"/>
                  <a:pt x="4529" y="52372"/>
                  <a:pt x="4256" y="52555"/>
                </a:cubicBezTo>
                <a:close/>
                <a:moveTo>
                  <a:pt x="1338" y="42737"/>
                </a:moveTo>
                <a:cubicBezTo>
                  <a:pt x="1459" y="42828"/>
                  <a:pt x="1642" y="42798"/>
                  <a:pt x="1763" y="42889"/>
                </a:cubicBezTo>
                <a:cubicBezTo>
                  <a:pt x="1733" y="42737"/>
                  <a:pt x="1733" y="42615"/>
                  <a:pt x="1702" y="42463"/>
                </a:cubicBezTo>
                <a:cubicBezTo>
                  <a:pt x="1520" y="42494"/>
                  <a:pt x="1338" y="42524"/>
                  <a:pt x="1338" y="42767"/>
                </a:cubicBezTo>
                <a:close/>
                <a:moveTo>
                  <a:pt x="2736" y="37843"/>
                </a:moveTo>
                <a:cubicBezTo>
                  <a:pt x="2766" y="38238"/>
                  <a:pt x="2341" y="38056"/>
                  <a:pt x="2493" y="38573"/>
                </a:cubicBezTo>
                <a:cubicBezTo>
                  <a:pt x="2766" y="38603"/>
                  <a:pt x="2705" y="38208"/>
                  <a:pt x="2888" y="38451"/>
                </a:cubicBezTo>
                <a:cubicBezTo>
                  <a:pt x="2918" y="38208"/>
                  <a:pt x="2888" y="37965"/>
                  <a:pt x="2736" y="37873"/>
                </a:cubicBezTo>
                <a:close/>
                <a:moveTo>
                  <a:pt x="760" y="36080"/>
                </a:moveTo>
                <a:cubicBezTo>
                  <a:pt x="821" y="36445"/>
                  <a:pt x="608" y="36354"/>
                  <a:pt x="578" y="36506"/>
                </a:cubicBezTo>
                <a:cubicBezTo>
                  <a:pt x="790" y="36566"/>
                  <a:pt x="851" y="36323"/>
                  <a:pt x="1003" y="36202"/>
                </a:cubicBezTo>
                <a:cubicBezTo>
                  <a:pt x="1155" y="36202"/>
                  <a:pt x="1094" y="36506"/>
                  <a:pt x="1307" y="36445"/>
                </a:cubicBezTo>
                <a:cubicBezTo>
                  <a:pt x="1368" y="35807"/>
                  <a:pt x="1125" y="36202"/>
                  <a:pt x="760" y="36080"/>
                </a:cubicBezTo>
                <a:close/>
                <a:moveTo>
                  <a:pt x="2158" y="29879"/>
                </a:moveTo>
                <a:cubicBezTo>
                  <a:pt x="2037" y="30183"/>
                  <a:pt x="2006" y="30426"/>
                  <a:pt x="2128" y="30578"/>
                </a:cubicBezTo>
                <a:cubicBezTo>
                  <a:pt x="2189" y="30153"/>
                  <a:pt x="2553" y="30031"/>
                  <a:pt x="2189" y="29879"/>
                </a:cubicBezTo>
                <a:close/>
                <a:moveTo>
                  <a:pt x="4772" y="27843"/>
                </a:moveTo>
                <a:lnTo>
                  <a:pt x="4529" y="28329"/>
                </a:lnTo>
                <a:cubicBezTo>
                  <a:pt x="4803" y="28542"/>
                  <a:pt x="5107" y="27873"/>
                  <a:pt x="4772" y="27843"/>
                </a:cubicBezTo>
                <a:close/>
                <a:moveTo>
                  <a:pt x="4073" y="26414"/>
                </a:moveTo>
                <a:cubicBezTo>
                  <a:pt x="3891" y="26749"/>
                  <a:pt x="3739" y="27022"/>
                  <a:pt x="3891" y="27144"/>
                </a:cubicBezTo>
                <a:cubicBezTo>
                  <a:pt x="3921" y="26931"/>
                  <a:pt x="4408" y="26475"/>
                  <a:pt x="4104" y="26414"/>
                </a:cubicBezTo>
                <a:close/>
                <a:moveTo>
                  <a:pt x="5441" y="24864"/>
                </a:moveTo>
                <a:cubicBezTo>
                  <a:pt x="5137" y="25168"/>
                  <a:pt x="4985" y="25806"/>
                  <a:pt x="5259" y="25654"/>
                </a:cubicBezTo>
                <a:cubicBezTo>
                  <a:pt x="5198" y="25563"/>
                  <a:pt x="5958" y="25016"/>
                  <a:pt x="5441" y="24864"/>
                </a:cubicBezTo>
                <a:close/>
                <a:moveTo>
                  <a:pt x="8055" y="23861"/>
                </a:moveTo>
                <a:cubicBezTo>
                  <a:pt x="7842" y="23739"/>
                  <a:pt x="7569" y="23831"/>
                  <a:pt x="7295" y="24135"/>
                </a:cubicBezTo>
                <a:cubicBezTo>
                  <a:pt x="7508" y="24591"/>
                  <a:pt x="7781" y="24104"/>
                  <a:pt x="8055" y="23861"/>
                </a:cubicBezTo>
                <a:close/>
                <a:moveTo>
                  <a:pt x="8420" y="21338"/>
                </a:moveTo>
                <a:cubicBezTo>
                  <a:pt x="8055" y="21338"/>
                  <a:pt x="7933" y="21764"/>
                  <a:pt x="7477" y="21825"/>
                </a:cubicBezTo>
                <a:cubicBezTo>
                  <a:pt x="7569" y="22007"/>
                  <a:pt x="7690" y="21764"/>
                  <a:pt x="7812" y="21733"/>
                </a:cubicBezTo>
                <a:cubicBezTo>
                  <a:pt x="8085" y="21642"/>
                  <a:pt x="8572" y="21642"/>
                  <a:pt x="8420" y="21338"/>
                </a:cubicBezTo>
                <a:close/>
                <a:moveTo>
                  <a:pt x="11155" y="22189"/>
                </a:moveTo>
                <a:cubicBezTo>
                  <a:pt x="10882" y="22432"/>
                  <a:pt x="10760" y="22767"/>
                  <a:pt x="10791" y="23132"/>
                </a:cubicBezTo>
                <a:cubicBezTo>
                  <a:pt x="10973" y="22949"/>
                  <a:pt x="11459" y="22888"/>
                  <a:pt x="11459" y="22584"/>
                </a:cubicBezTo>
                <a:cubicBezTo>
                  <a:pt x="11277" y="22706"/>
                  <a:pt x="11125" y="22280"/>
                  <a:pt x="11155" y="22189"/>
                </a:cubicBezTo>
                <a:close/>
                <a:moveTo>
                  <a:pt x="9514" y="23983"/>
                </a:moveTo>
                <a:cubicBezTo>
                  <a:pt x="9666" y="24256"/>
                  <a:pt x="9970" y="23709"/>
                  <a:pt x="10183" y="23618"/>
                </a:cubicBezTo>
                <a:cubicBezTo>
                  <a:pt x="10274" y="23496"/>
                  <a:pt x="10274" y="23405"/>
                  <a:pt x="10426" y="23283"/>
                </a:cubicBezTo>
                <a:cubicBezTo>
                  <a:pt x="10517" y="23496"/>
                  <a:pt x="10639" y="23496"/>
                  <a:pt x="10821" y="23283"/>
                </a:cubicBezTo>
                <a:cubicBezTo>
                  <a:pt x="10699" y="23071"/>
                  <a:pt x="10517" y="23344"/>
                  <a:pt x="10395" y="23101"/>
                </a:cubicBezTo>
                <a:cubicBezTo>
                  <a:pt x="10730" y="22919"/>
                  <a:pt x="10639" y="22706"/>
                  <a:pt x="10699" y="22554"/>
                </a:cubicBezTo>
                <a:cubicBezTo>
                  <a:pt x="10304" y="23010"/>
                  <a:pt x="9970" y="23739"/>
                  <a:pt x="9514" y="23983"/>
                </a:cubicBezTo>
                <a:close/>
                <a:moveTo>
                  <a:pt x="6049" y="28025"/>
                </a:moveTo>
                <a:cubicBezTo>
                  <a:pt x="6079" y="27964"/>
                  <a:pt x="6140" y="27934"/>
                  <a:pt x="6231" y="28025"/>
                </a:cubicBezTo>
                <a:cubicBezTo>
                  <a:pt x="6322" y="27721"/>
                  <a:pt x="6262" y="27812"/>
                  <a:pt x="6474" y="27569"/>
                </a:cubicBezTo>
                <a:cubicBezTo>
                  <a:pt x="6292" y="27357"/>
                  <a:pt x="5958" y="28056"/>
                  <a:pt x="6049" y="28025"/>
                </a:cubicBezTo>
                <a:close/>
                <a:moveTo>
                  <a:pt x="5411" y="29819"/>
                </a:moveTo>
                <a:cubicBezTo>
                  <a:pt x="5502" y="29606"/>
                  <a:pt x="5532" y="29454"/>
                  <a:pt x="5411" y="29393"/>
                </a:cubicBezTo>
                <a:cubicBezTo>
                  <a:pt x="5319" y="29515"/>
                  <a:pt x="5198" y="29515"/>
                  <a:pt x="5167" y="29727"/>
                </a:cubicBezTo>
                <a:close/>
                <a:moveTo>
                  <a:pt x="5107" y="30457"/>
                </a:moveTo>
                <a:cubicBezTo>
                  <a:pt x="5350" y="30396"/>
                  <a:pt x="5654" y="30457"/>
                  <a:pt x="5745" y="30062"/>
                </a:cubicBezTo>
                <a:cubicBezTo>
                  <a:pt x="5502" y="29849"/>
                  <a:pt x="5563" y="30123"/>
                  <a:pt x="5380" y="30123"/>
                </a:cubicBezTo>
                <a:cubicBezTo>
                  <a:pt x="5380" y="30123"/>
                  <a:pt x="5319" y="29940"/>
                  <a:pt x="5228" y="30062"/>
                </a:cubicBezTo>
                <a:close/>
                <a:moveTo>
                  <a:pt x="4438" y="36962"/>
                </a:moveTo>
                <a:cubicBezTo>
                  <a:pt x="4468" y="36688"/>
                  <a:pt x="4438" y="36475"/>
                  <a:pt x="4286" y="36354"/>
                </a:cubicBezTo>
                <a:cubicBezTo>
                  <a:pt x="4286" y="36658"/>
                  <a:pt x="4104" y="36658"/>
                  <a:pt x="4104" y="36931"/>
                </a:cubicBezTo>
                <a:close/>
                <a:moveTo>
                  <a:pt x="24195" y="64713"/>
                </a:moveTo>
                <a:cubicBezTo>
                  <a:pt x="24195" y="64895"/>
                  <a:pt x="23922" y="64895"/>
                  <a:pt x="23618" y="64956"/>
                </a:cubicBezTo>
                <a:cubicBezTo>
                  <a:pt x="23830" y="64986"/>
                  <a:pt x="23709" y="65199"/>
                  <a:pt x="24013" y="65199"/>
                </a:cubicBezTo>
                <a:cubicBezTo>
                  <a:pt x="24074" y="65078"/>
                  <a:pt x="24621" y="64774"/>
                  <a:pt x="24195" y="64713"/>
                </a:cubicBezTo>
                <a:close/>
                <a:moveTo>
                  <a:pt x="26384" y="64926"/>
                </a:moveTo>
                <a:cubicBezTo>
                  <a:pt x="26292" y="64895"/>
                  <a:pt x="26262" y="64804"/>
                  <a:pt x="26292" y="64743"/>
                </a:cubicBezTo>
                <a:cubicBezTo>
                  <a:pt x="25988" y="64652"/>
                  <a:pt x="25958" y="64865"/>
                  <a:pt x="25776" y="64926"/>
                </a:cubicBezTo>
                <a:cubicBezTo>
                  <a:pt x="25958" y="64895"/>
                  <a:pt x="26353" y="65078"/>
                  <a:pt x="26384" y="64926"/>
                </a:cubicBezTo>
                <a:close/>
                <a:moveTo>
                  <a:pt x="72251" y="55229"/>
                </a:moveTo>
                <a:cubicBezTo>
                  <a:pt x="72099" y="55412"/>
                  <a:pt x="71704" y="55199"/>
                  <a:pt x="71734" y="55533"/>
                </a:cubicBezTo>
                <a:cubicBezTo>
                  <a:pt x="71856" y="55503"/>
                  <a:pt x="72312" y="55472"/>
                  <a:pt x="72281" y="55199"/>
                </a:cubicBezTo>
                <a:close/>
                <a:moveTo>
                  <a:pt x="73740" y="54591"/>
                </a:moveTo>
                <a:cubicBezTo>
                  <a:pt x="73619" y="54713"/>
                  <a:pt x="73527" y="54682"/>
                  <a:pt x="73436" y="54561"/>
                </a:cubicBezTo>
                <a:cubicBezTo>
                  <a:pt x="73163" y="54743"/>
                  <a:pt x="73284" y="54925"/>
                  <a:pt x="72980" y="55108"/>
                </a:cubicBezTo>
                <a:cubicBezTo>
                  <a:pt x="73041" y="55229"/>
                  <a:pt x="73588" y="55017"/>
                  <a:pt x="73649" y="54925"/>
                </a:cubicBezTo>
                <a:cubicBezTo>
                  <a:pt x="73679" y="54865"/>
                  <a:pt x="73497" y="54773"/>
                  <a:pt x="73588" y="54713"/>
                </a:cubicBezTo>
                <a:cubicBezTo>
                  <a:pt x="73710" y="54804"/>
                  <a:pt x="74014" y="54713"/>
                  <a:pt x="73771" y="54561"/>
                </a:cubicBezTo>
                <a:close/>
                <a:moveTo>
                  <a:pt x="74500" y="52950"/>
                </a:moveTo>
                <a:cubicBezTo>
                  <a:pt x="74378" y="52798"/>
                  <a:pt x="73922" y="53132"/>
                  <a:pt x="74014" y="53314"/>
                </a:cubicBezTo>
                <a:cubicBezTo>
                  <a:pt x="74196" y="53223"/>
                  <a:pt x="74348" y="53071"/>
                  <a:pt x="74530" y="52950"/>
                </a:cubicBezTo>
                <a:close/>
                <a:moveTo>
                  <a:pt x="78482" y="25989"/>
                </a:moveTo>
                <a:cubicBezTo>
                  <a:pt x="78360" y="25624"/>
                  <a:pt x="77965" y="25867"/>
                  <a:pt x="78208" y="26141"/>
                </a:cubicBezTo>
                <a:close/>
                <a:moveTo>
                  <a:pt x="79880" y="28268"/>
                </a:moveTo>
                <a:cubicBezTo>
                  <a:pt x="80123" y="28177"/>
                  <a:pt x="80002" y="27873"/>
                  <a:pt x="79850" y="27600"/>
                </a:cubicBezTo>
                <a:cubicBezTo>
                  <a:pt x="79576" y="27691"/>
                  <a:pt x="79789" y="27995"/>
                  <a:pt x="79910" y="28268"/>
                </a:cubicBezTo>
                <a:close/>
                <a:moveTo>
                  <a:pt x="74378" y="31369"/>
                </a:moveTo>
                <a:cubicBezTo>
                  <a:pt x="74470" y="31247"/>
                  <a:pt x="74865" y="31217"/>
                  <a:pt x="74804" y="31034"/>
                </a:cubicBezTo>
                <a:cubicBezTo>
                  <a:pt x="74652" y="31034"/>
                  <a:pt x="74500" y="31065"/>
                  <a:pt x="74378" y="31126"/>
                </a:cubicBezTo>
                <a:cubicBezTo>
                  <a:pt x="74470" y="31247"/>
                  <a:pt x="74348" y="31278"/>
                  <a:pt x="74378" y="31369"/>
                </a:cubicBezTo>
                <a:close/>
                <a:moveTo>
                  <a:pt x="74530" y="32797"/>
                </a:moveTo>
                <a:cubicBezTo>
                  <a:pt x="74713" y="32797"/>
                  <a:pt x="74682" y="32676"/>
                  <a:pt x="74774" y="32645"/>
                </a:cubicBezTo>
                <a:cubicBezTo>
                  <a:pt x="74956" y="32645"/>
                  <a:pt x="75199" y="32676"/>
                  <a:pt x="75138" y="32463"/>
                </a:cubicBezTo>
                <a:cubicBezTo>
                  <a:pt x="75078" y="32463"/>
                  <a:pt x="74986" y="32493"/>
                  <a:pt x="74926" y="32554"/>
                </a:cubicBezTo>
                <a:cubicBezTo>
                  <a:pt x="74926" y="32433"/>
                  <a:pt x="74804" y="32402"/>
                  <a:pt x="74652" y="32433"/>
                </a:cubicBezTo>
                <a:cubicBezTo>
                  <a:pt x="74774" y="32615"/>
                  <a:pt x="74622" y="32676"/>
                  <a:pt x="74561" y="32797"/>
                </a:cubicBezTo>
                <a:close/>
                <a:moveTo>
                  <a:pt x="82160" y="32098"/>
                </a:moveTo>
                <a:cubicBezTo>
                  <a:pt x="82069" y="31794"/>
                  <a:pt x="82221" y="31034"/>
                  <a:pt x="81886" y="31156"/>
                </a:cubicBezTo>
                <a:cubicBezTo>
                  <a:pt x="81673" y="31278"/>
                  <a:pt x="82099" y="31278"/>
                  <a:pt x="82038" y="31582"/>
                </a:cubicBezTo>
                <a:cubicBezTo>
                  <a:pt x="81917" y="31582"/>
                  <a:pt x="81825" y="31612"/>
                  <a:pt x="81886" y="31794"/>
                </a:cubicBezTo>
                <a:cubicBezTo>
                  <a:pt x="82160" y="31612"/>
                  <a:pt x="81977" y="32159"/>
                  <a:pt x="82190" y="32098"/>
                </a:cubicBezTo>
                <a:close/>
                <a:moveTo>
                  <a:pt x="75230" y="33223"/>
                </a:moveTo>
                <a:cubicBezTo>
                  <a:pt x="75199" y="33010"/>
                  <a:pt x="74986" y="32889"/>
                  <a:pt x="74804" y="32980"/>
                </a:cubicBezTo>
                <a:cubicBezTo>
                  <a:pt x="74834" y="33162"/>
                  <a:pt x="75381" y="33223"/>
                  <a:pt x="75078" y="33527"/>
                </a:cubicBezTo>
                <a:cubicBezTo>
                  <a:pt x="75351" y="33557"/>
                  <a:pt x="75290" y="33314"/>
                  <a:pt x="75260" y="33223"/>
                </a:cubicBezTo>
                <a:close/>
                <a:moveTo>
                  <a:pt x="75655" y="33952"/>
                </a:moveTo>
                <a:cubicBezTo>
                  <a:pt x="75473" y="33831"/>
                  <a:pt x="75473" y="33618"/>
                  <a:pt x="75169" y="33648"/>
                </a:cubicBezTo>
                <a:cubicBezTo>
                  <a:pt x="75078" y="33922"/>
                  <a:pt x="75564" y="34226"/>
                  <a:pt x="75685" y="33952"/>
                </a:cubicBezTo>
                <a:close/>
                <a:moveTo>
                  <a:pt x="81217" y="40123"/>
                </a:moveTo>
                <a:cubicBezTo>
                  <a:pt x="81126" y="40335"/>
                  <a:pt x="80883" y="40214"/>
                  <a:pt x="80853" y="40518"/>
                </a:cubicBezTo>
                <a:cubicBezTo>
                  <a:pt x="81035" y="40639"/>
                  <a:pt x="81369" y="40275"/>
                  <a:pt x="81248" y="40123"/>
                </a:cubicBezTo>
                <a:close/>
                <a:moveTo>
                  <a:pt x="76689" y="46080"/>
                </a:moveTo>
                <a:lnTo>
                  <a:pt x="76385" y="45928"/>
                </a:lnTo>
                <a:lnTo>
                  <a:pt x="76293" y="46202"/>
                </a:lnTo>
                <a:cubicBezTo>
                  <a:pt x="76476" y="46293"/>
                  <a:pt x="76628" y="46293"/>
                  <a:pt x="76689" y="46080"/>
                </a:cubicBezTo>
                <a:close/>
                <a:moveTo>
                  <a:pt x="70093" y="55533"/>
                </a:moveTo>
                <a:cubicBezTo>
                  <a:pt x="70336" y="55412"/>
                  <a:pt x="70792" y="54956"/>
                  <a:pt x="70609" y="54956"/>
                </a:cubicBezTo>
                <a:cubicBezTo>
                  <a:pt x="70518" y="55138"/>
                  <a:pt x="69880" y="55533"/>
                  <a:pt x="70093" y="55533"/>
                </a:cubicBezTo>
                <a:close/>
                <a:moveTo>
                  <a:pt x="68786" y="55655"/>
                </a:moveTo>
                <a:cubicBezTo>
                  <a:pt x="68998" y="55594"/>
                  <a:pt x="69120" y="55837"/>
                  <a:pt x="69363" y="55594"/>
                </a:cubicBezTo>
                <a:cubicBezTo>
                  <a:pt x="69242" y="55442"/>
                  <a:pt x="68816" y="55412"/>
                  <a:pt x="68786" y="55655"/>
                </a:cubicBezTo>
                <a:close/>
                <a:moveTo>
                  <a:pt x="68573" y="57053"/>
                </a:moveTo>
                <a:cubicBezTo>
                  <a:pt x="68451" y="56749"/>
                  <a:pt x="68056" y="57266"/>
                  <a:pt x="67965" y="57357"/>
                </a:cubicBezTo>
                <a:cubicBezTo>
                  <a:pt x="68178" y="57327"/>
                  <a:pt x="68482" y="57296"/>
                  <a:pt x="68573" y="57053"/>
                </a:cubicBezTo>
                <a:close/>
                <a:moveTo>
                  <a:pt x="65047" y="57570"/>
                </a:moveTo>
                <a:cubicBezTo>
                  <a:pt x="65260" y="57448"/>
                  <a:pt x="65260" y="57691"/>
                  <a:pt x="65381" y="57722"/>
                </a:cubicBezTo>
                <a:cubicBezTo>
                  <a:pt x="65746" y="57631"/>
                  <a:pt x="66050" y="57509"/>
                  <a:pt x="66111" y="57296"/>
                </a:cubicBezTo>
                <a:cubicBezTo>
                  <a:pt x="66202" y="57418"/>
                  <a:pt x="66354" y="57327"/>
                  <a:pt x="66445" y="57357"/>
                </a:cubicBezTo>
                <a:cubicBezTo>
                  <a:pt x="66810" y="56901"/>
                  <a:pt x="67539" y="56780"/>
                  <a:pt x="68026" y="56597"/>
                </a:cubicBezTo>
                <a:cubicBezTo>
                  <a:pt x="67904" y="56506"/>
                  <a:pt x="68482" y="56324"/>
                  <a:pt x="68117" y="56384"/>
                </a:cubicBezTo>
                <a:cubicBezTo>
                  <a:pt x="67965" y="56445"/>
                  <a:pt x="67995" y="56536"/>
                  <a:pt x="67843" y="56628"/>
                </a:cubicBezTo>
                <a:cubicBezTo>
                  <a:pt x="67722" y="56445"/>
                  <a:pt x="67387" y="56506"/>
                  <a:pt x="67205" y="56536"/>
                </a:cubicBezTo>
                <a:cubicBezTo>
                  <a:pt x="66992" y="56567"/>
                  <a:pt x="67023" y="56688"/>
                  <a:pt x="66810" y="56780"/>
                </a:cubicBezTo>
                <a:cubicBezTo>
                  <a:pt x="66628" y="56871"/>
                  <a:pt x="66263" y="56810"/>
                  <a:pt x="66080" y="56901"/>
                </a:cubicBezTo>
                <a:cubicBezTo>
                  <a:pt x="65959" y="56931"/>
                  <a:pt x="65989" y="57023"/>
                  <a:pt x="65837" y="57053"/>
                </a:cubicBezTo>
                <a:cubicBezTo>
                  <a:pt x="65594" y="57083"/>
                  <a:pt x="64956" y="57235"/>
                  <a:pt x="65047" y="57570"/>
                </a:cubicBezTo>
                <a:close/>
                <a:moveTo>
                  <a:pt x="54074" y="60184"/>
                </a:moveTo>
                <a:cubicBezTo>
                  <a:pt x="54287" y="60184"/>
                  <a:pt x="54530" y="60336"/>
                  <a:pt x="54743" y="60305"/>
                </a:cubicBezTo>
                <a:cubicBezTo>
                  <a:pt x="54956" y="60305"/>
                  <a:pt x="55016" y="60123"/>
                  <a:pt x="55168" y="60062"/>
                </a:cubicBezTo>
                <a:cubicBezTo>
                  <a:pt x="55260" y="60032"/>
                  <a:pt x="55260" y="60123"/>
                  <a:pt x="55290" y="60123"/>
                </a:cubicBezTo>
                <a:cubicBezTo>
                  <a:pt x="55381" y="60123"/>
                  <a:pt x="55351" y="60032"/>
                  <a:pt x="55351" y="60032"/>
                </a:cubicBezTo>
                <a:cubicBezTo>
                  <a:pt x="55837" y="59941"/>
                  <a:pt x="56080" y="59819"/>
                  <a:pt x="56111" y="59576"/>
                </a:cubicBezTo>
                <a:cubicBezTo>
                  <a:pt x="55776" y="59576"/>
                  <a:pt x="55290" y="59849"/>
                  <a:pt x="54773" y="59971"/>
                </a:cubicBezTo>
                <a:cubicBezTo>
                  <a:pt x="54530" y="60032"/>
                  <a:pt x="54104" y="59819"/>
                  <a:pt x="54074" y="60184"/>
                </a:cubicBezTo>
                <a:close/>
                <a:moveTo>
                  <a:pt x="41551" y="65503"/>
                </a:moveTo>
                <a:cubicBezTo>
                  <a:pt x="41794" y="65503"/>
                  <a:pt x="41977" y="65625"/>
                  <a:pt x="42129" y="65442"/>
                </a:cubicBezTo>
                <a:cubicBezTo>
                  <a:pt x="42189" y="65138"/>
                  <a:pt x="41490" y="65321"/>
                  <a:pt x="41551" y="65503"/>
                </a:cubicBezTo>
                <a:close/>
                <a:moveTo>
                  <a:pt x="43223" y="64743"/>
                </a:moveTo>
                <a:cubicBezTo>
                  <a:pt x="42828" y="64622"/>
                  <a:pt x="42888" y="65169"/>
                  <a:pt x="43071" y="65169"/>
                </a:cubicBezTo>
                <a:cubicBezTo>
                  <a:pt x="42980" y="64926"/>
                  <a:pt x="43375" y="65017"/>
                  <a:pt x="43223" y="64713"/>
                </a:cubicBezTo>
                <a:close/>
                <a:moveTo>
                  <a:pt x="42676" y="64378"/>
                </a:moveTo>
                <a:cubicBezTo>
                  <a:pt x="42919" y="64378"/>
                  <a:pt x="42888" y="64652"/>
                  <a:pt x="43192" y="64561"/>
                </a:cubicBezTo>
                <a:cubicBezTo>
                  <a:pt x="43648" y="64287"/>
                  <a:pt x="42797" y="63953"/>
                  <a:pt x="42676" y="64378"/>
                </a:cubicBezTo>
                <a:close/>
                <a:moveTo>
                  <a:pt x="53953" y="60549"/>
                </a:moveTo>
                <a:cubicBezTo>
                  <a:pt x="53922" y="60305"/>
                  <a:pt x="53679" y="60336"/>
                  <a:pt x="53679" y="60093"/>
                </a:cubicBezTo>
                <a:cubicBezTo>
                  <a:pt x="53740" y="60062"/>
                  <a:pt x="53861" y="60032"/>
                  <a:pt x="53831" y="59971"/>
                </a:cubicBezTo>
                <a:cubicBezTo>
                  <a:pt x="53345" y="60093"/>
                  <a:pt x="53345" y="60609"/>
                  <a:pt x="53953" y="60549"/>
                </a:cubicBezTo>
                <a:close/>
                <a:moveTo>
                  <a:pt x="48056" y="57600"/>
                </a:moveTo>
                <a:cubicBezTo>
                  <a:pt x="48269" y="57722"/>
                  <a:pt x="48633" y="57539"/>
                  <a:pt x="48785" y="57387"/>
                </a:cubicBezTo>
                <a:cubicBezTo>
                  <a:pt x="48420" y="57479"/>
                  <a:pt x="48177" y="57296"/>
                  <a:pt x="48056" y="57600"/>
                </a:cubicBezTo>
                <a:close/>
                <a:moveTo>
                  <a:pt x="45624" y="58147"/>
                </a:moveTo>
                <a:cubicBezTo>
                  <a:pt x="45958" y="57904"/>
                  <a:pt x="45989" y="58208"/>
                  <a:pt x="46293" y="58208"/>
                </a:cubicBezTo>
                <a:cubicBezTo>
                  <a:pt x="46262" y="57995"/>
                  <a:pt x="46414" y="57935"/>
                  <a:pt x="46232" y="57813"/>
                </a:cubicBezTo>
                <a:cubicBezTo>
                  <a:pt x="46110" y="57965"/>
                  <a:pt x="45594" y="57843"/>
                  <a:pt x="45624" y="58147"/>
                </a:cubicBezTo>
                <a:close/>
                <a:moveTo>
                  <a:pt x="40518" y="59059"/>
                </a:moveTo>
                <a:cubicBezTo>
                  <a:pt x="40639" y="59150"/>
                  <a:pt x="40974" y="59120"/>
                  <a:pt x="40974" y="58938"/>
                </a:cubicBezTo>
                <a:cubicBezTo>
                  <a:pt x="40822" y="58816"/>
                  <a:pt x="40518" y="58846"/>
                  <a:pt x="40518" y="59059"/>
                </a:cubicBezTo>
                <a:close/>
                <a:moveTo>
                  <a:pt x="41429" y="63345"/>
                </a:moveTo>
                <a:cubicBezTo>
                  <a:pt x="41794" y="63467"/>
                  <a:pt x="41855" y="63254"/>
                  <a:pt x="42189" y="63193"/>
                </a:cubicBezTo>
                <a:cubicBezTo>
                  <a:pt x="42129" y="63527"/>
                  <a:pt x="42585" y="63223"/>
                  <a:pt x="42585" y="63223"/>
                </a:cubicBezTo>
                <a:cubicBezTo>
                  <a:pt x="42767" y="63223"/>
                  <a:pt x="42828" y="63436"/>
                  <a:pt x="43071" y="63406"/>
                </a:cubicBezTo>
                <a:cubicBezTo>
                  <a:pt x="42949" y="63071"/>
                  <a:pt x="43557" y="63193"/>
                  <a:pt x="43588" y="62919"/>
                </a:cubicBezTo>
                <a:cubicBezTo>
                  <a:pt x="43740" y="62919"/>
                  <a:pt x="44044" y="62798"/>
                  <a:pt x="43952" y="63041"/>
                </a:cubicBezTo>
                <a:cubicBezTo>
                  <a:pt x="43679" y="63132"/>
                  <a:pt x="43557" y="62889"/>
                  <a:pt x="43496" y="63193"/>
                </a:cubicBezTo>
                <a:cubicBezTo>
                  <a:pt x="43648" y="63254"/>
                  <a:pt x="43831" y="63254"/>
                  <a:pt x="43983" y="63193"/>
                </a:cubicBezTo>
                <a:cubicBezTo>
                  <a:pt x="44135" y="63132"/>
                  <a:pt x="44682" y="62524"/>
                  <a:pt x="44803" y="62919"/>
                </a:cubicBezTo>
                <a:cubicBezTo>
                  <a:pt x="44743" y="62919"/>
                  <a:pt x="44712" y="63011"/>
                  <a:pt x="44803" y="63011"/>
                </a:cubicBezTo>
                <a:cubicBezTo>
                  <a:pt x="44895" y="62767"/>
                  <a:pt x="45411" y="63284"/>
                  <a:pt x="45442" y="62828"/>
                </a:cubicBezTo>
                <a:cubicBezTo>
                  <a:pt x="45381" y="62737"/>
                  <a:pt x="45077" y="62889"/>
                  <a:pt x="45077" y="62737"/>
                </a:cubicBezTo>
                <a:cubicBezTo>
                  <a:pt x="45503" y="62646"/>
                  <a:pt x="45867" y="62828"/>
                  <a:pt x="46080" y="62494"/>
                </a:cubicBezTo>
                <a:cubicBezTo>
                  <a:pt x="46141" y="62494"/>
                  <a:pt x="46262" y="62707"/>
                  <a:pt x="46293" y="62707"/>
                </a:cubicBezTo>
                <a:cubicBezTo>
                  <a:pt x="46323" y="62707"/>
                  <a:pt x="46901" y="62585"/>
                  <a:pt x="46962" y="62615"/>
                </a:cubicBezTo>
                <a:cubicBezTo>
                  <a:pt x="47022" y="62646"/>
                  <a:pt x="46962" y="62767"/>
                  <a:pt x="46962" y="62767"/>
                </a:cubicBezTo>
                <a:cubicBezTo>
                  <a:pt x="47174" y="62767"/>
                  <a:pt x="47326" y="62555"/>
                  <a:pt x="47509" y="62615"/>
                </a:cubicBezTo>
                <a:cubicBezTo>
                  <a:pt x="47539" y="62707"/>
                  <a:pt x="47539" y="62859"/>
                  <a:pt x="47661" y="62859"/>
                </a:cubicBezTo>
                <a:cubicBezTo>
                  <a:pt x="47843" y="62646"/>
                  <a:pt x="47600" y="62585"/>
                  <a:pt x="47509" y="62463"/>
                </a:cubicBezTo>
                <a:cubicBezTo>
                  <a:pt x="47873" y="62312"/>
                  <a:pt x="47539" y="62129"/>
                  <a:pt x="47995" y="61977"/>
                </a:cubicBezTo>
                <a:cubicBezTo>
                  <a:pt x="48177" y="61947"/>
                  <a:pt x="48147" y="62160"/>
                  <a:pt x="48360" y="62068"/>
                </a:cubicBezTo>
                <a:cubicBezTo>
                  <a:pt x="48420" y="61916"/>
                  <a:pt x="48603" y="61886"/>
                  <a:pt x="48724" y="61856"/>
                </a:cubicBezTo>
                <a:cubicBezTo>
                  <a:pt x="49302" y="61643"/>
                  <a:pt x="49940" y="61552"/>
                  <a:pt x="50579" y="61552"/>
                </a:cubicBezTo>
                <a:cubicBezTo>
                  <a:pt x="50639" y="61400"/>
                  <a:pt x="50670" y="61248"/>
                  <a:pt x="50913" y="61217"/>
                </a:cubicBezTo>
                <a:cubicBezTo>
                  <a:pt x="51886" y="60974"/>
                  <a:pt x="52342" y="60853"/>
                  <a:pt x="53375" y="60640"/>
                </a:cubicBezTo>
                <a:cubicBezTo>
                  <a:pt x="53345" y="60032"/>
                  <a:pt x="52646" y="60609"/>
                  <a:pt x="52311" y="60640"/>
                </a:cubicBezTo>
                <a:cubicBezTo>
                  <a:pt x="51764" y="60731"/>
                  <a:pt x="51217" y="60701"/>
                  <a:pt x="50731" y="60731"/>
                </a:cubicBezTo>
                <a:cubicBezTo>
                  <a:pt x="50761" y="60853"/>
                  <a:pt x="50700" y="60974"/>
                  <a:pt x="50579" y="61005"/>
                </a:cubicBezTo>
                <a:cubicBezTo>
                  <a:pt x="49758" y="61005"/>
                  <a:pt x="49393" y="61278"/>
                  <a:pt x="48694" y="61491"/>
                </a:cubicBezTo>
                <a:cubicBezTo>
                  <a:pt x="48603" y="61339"/>
                  <a:pt x="48907" y="61187"/>
                  <a:pt x="48542" y="61278"/>
                </a:cubicBezTo>
                <a:cubicBezTo>
                  <a:pt x="48481" y="61430"/>
                  <a:pt x="48238" y="61521"/>
                  <a:pt x="48147" y="61673"/>
                </a:cubicBezTo>
                <a:cubicBezTo>
                  <a:pt x="47448" y="61734"/>
                  <a:pt x="46840" y="62008"/>
                  <a:pt x="46445" y="61856"/>
                </a:cubicBezTo>
                <a:cubicBezTo>
                  <a:pt x="46171" y="62038"/>
                  <a:pt x="45776" y="62099"/>
                  <a:pt x="45442" y="62008"/>
                </a:cubicBezTo>
                <a:cubicBezTo>
                  <a:pt x="45624" y="62372"/>
                  <a:pt x="44986" y="62251"/>
                  <a:pt x="44834" y="62433"/>
                </a:cubicBezTo>
                <a:cubicBezTo>
                  <a:pt x="44834" y="62251"/>
                  <a:pt x="45077" y="62220"/>
                  <a:pt x="45077" y="62038"/>
                </a:cubicBezTo>
                <a:cubicBezTo>
                  <a:pt x="44773" y="62251"/>
                  <a:pt x="44621" y="62099"/>
                  <a:pt x="44226" y="62160"/>
                </a:cubicBezTo>
                <a:cubicBezTo>
                  <a:pt x="44135" y="62494"/>
                  <a:pt x="44651" y="62129"/>
                  <a:pt x="44651" y="62372"/>
                </a:cubicBezTo>
                <a:cubicBezTo>
                  <a:pt x="44621" y="62646"/>
                  <a:pt x="44195" y="62403"/>
                  <a:pt x="43800" y="62555"/>
                </a:cubicBezTo>
                <a:cubicBezTo>
                  <a:pt x="43800" y="62646"/>
                  <a:pt x="43800" y="62737"/>
                  <a:pt x="43648" y="62737"/>
                </a:cubicBezTo>
                <a:cubicBezTo>
                  <a:pt x="43800" y="62463"/>
                  <a:pt x="43588" y="62676"/>
                  <a:pt x="43344" y="62676"/>
                </a:cubicBezTo>
                <a:cubicBezTo>
                  <a:pt x="42949" y="62676"/>
                  <a:pt x="42645" y="62737"/>
                  <a:pt x="42524" y="62950"/>
                </a:cubicBezTo>
                <a:cubicBezTo>
                  <a:pt x="42493" y="62859"/>
                  <a:pt x="42524" y="62737"/>
                  <a:pt x="42585" y="62615"/>
                </a:cubicBezTo>
                <a:cubicBezTo>
                  <a:pt x="42220" y="62585"/>
                  <a:pt x="42311" y="62828"/>
                  <a:pt x="42159" y="62919"/>
                </a:cubicBezTo>
                <a:cubicBezTo>
                  <a:pt x="41551" y="62919"/>
                  <a:pt x="40974" y="63011"/>
                  <a:pt x="40822" y="62828"/>
                </a:cubicBezTo>
                <a:cubicBezTo>
                  <a:pt x="40822" y="62737"/>
                  <a:pt x="40974" y="62615"/>
                  <a:pt x="40791" y="62585"/>
                </a:cubicBezTo>
                <a:cubicBezTo>
                  <a:pt x="40670" y="62676"/>
                  <a:pt x="40670" y="62889"/>
                  <a:pt x="40548" y="63011"/>
                </a:cubicBezTo>
                <a:cubicBezTo>
                  <a:pt x="40305" y="63041"/>
                  <a:pt x="40092" y="62707"/>
                  <a:pt x="40001" y="63071"/>
                </a:cubicBezTo>
                <a:cubicBezTo>
                  <a:pt x="40396" y="63132"/>
                  <a:pt x="40700" y="62919"/>
                  <a:pt x="40852" y="63163"/>
                </a:cubicBezTo>
                <a:cubicBezTo>
                  <a:pt x="40639" y="63254"/>
                  <a:pt x="40426" y="63315"/>
                  <a:pt x="40214" y="63375"/>
                </a:cubicBezTo>
                <a:cubicBezTo>
                  <a:pt x="39819" y="63527"/>
                  <a:pt x="40062" y="63375"/>
                  <a:pt x="39727" y="63345"/>
                </a:cubicBezTo>
                <a:cubicBezTo>
                  <a:pt x="39302" y="63953"/>
                  <a:pt x="41490" y="63558"/>
                  <a:pt x="41429" y="63345"/>
                </a:cubicBezTo>
                <a:close/>
                <a:moveTo>
                  <a:pt x="37022" y="64166"/>
                </a:moveTo>
                <a:cubicBezTo>
                  <a:pt x="37083" y="63862"/>
                  <a:pt x="36688" y="63892"/>
                  <a:pt x="36566" y="64014"/>
                </a:cubicBezTo>
                <a:cubicBezTo>
                  <a:pt x="36505" y="64318"/>
                  <a:pt x="36901" y="64318"/>
                  <a:pt x="37022" y="64166"/>
                </a:cubicBezTo>
                <a:close/>
                <a:moveTo>
                  <a:pt x="34195" y="65989"/>
                </a:moveTo>
                <a:cubicBezTo>
                  <a:pt x="34469" y="65989"/>
                  <a:pt x="34834" y="65929"/>
                  <a:pt x="34955" y="66050"/>
                </a:cubicBezTo>
                <a:cubicBezTo>
                  <a:pt x="34894" y="65898"/>
                  <a:pt x="34590" y="65564"/>
                  <a:pt x="34469" y="65746"/>
                </a:cubicBezTo>
                <a:cubicBezTo>
                  <a:pt x="34530" y="65746"/>
                  <a:pt x="34590" y="65746"/>
                  <a:pt x="34560" y="65807"/>
                </a:cubicBezTo>
                <a:cubicBezTo>
                  <a:pt x="34408" y="65807"/>
                  <a:pt x="34286" y="65868"/>
                  <a:pt x="34195" y="65989"/>
                </a:cubicBezTo>
                <a:close/>
                <a:moveTo>
                  <a:pt x="33496" y="65169"/>
                </a:moveTo>
                <a:cubicBezTo>
                  <a:pt x="33679" y="65321"/>
                  <a:pt x="33922" y="65290"/>
                  <a:pt x="34074" y="65108"/>
                </a:cubicBezTo>
                <a:cubicBezTo>
                  <a:pt x="33891" y="64986"/>
                  <a:pt x="33648" y="65017"/>
                  <a:pt x="33496" y="65169"/>
                </a:cubicBezTo>
                <a:close/>
                <a:moveTo>
                  <a:pt x="33192" y="64774"/>
                </a:moveTo>
                <a:cubicBezTo>
                  <a:pt x="33192" y="65108"/>
                  <a:pt x="33466" y="64986"/>
                  <a:pt x="33679" y="64926"/>
                </a:cubicBezTo>
                <a:cubicBezTo>
                  <a:pt x="33800" y="64652"/>
                  <a:pt x="33405" y="64804"/>
                  <a:pt x="33223" y="64774"/>
                </a:cubicBezTo>
                <a:close/>
                <a:moveTo>
                  <a:pt x="32949" y="60062"/>
                </a:moveTo>
                <a:cubicBezTo>
                  <a:pt x="33192" y="60275"/>
                  <a:pt x="33375" y="59910"/>
                  <a:pt x="33557" y="59819"/>
                </a:cubicBezTo>
                <a:cubicBezTo>
                  <a:pt x="33253" y="59819"/>
                  <a:pt x="33040" y="59880"/>
                  <a:pt x="32949" y="60062"/>
                </a:cubicBezTo>
                <a:close/>
                <a:moveTo>
                  <a:pt x="32767" y="59576"/>
                </a:moveTo>
                <a:cubicBezTo>
                  <a:pt x="32828" y="59302"/>
                  <a:pt x="32584" y="59302"/>
                  <a:pt x="32341" y="59333"/>
                </a:cubicBezTo>
                <a:cubicBezTo>
                  <a:pt x="32311" y="59576"/>
                  <a:pt x="32524" y="59576"/>
                  <a:pt x="32797" y="59576"/>
                </a:cubicBezTo>
                <a:close/>
                <a:moveTo>
                  <a:pt x="31520" y="60062"/>
                </a:moveTo>
                <a:cubicBezTo>
                  <a:pt x="31764" y="60062"/>
                  <a:pt x="31946" y="60062"/>
                  <a:pt x="31976" y="59880"/>
                </a:cubicBezTo>
                <a:cubicBezTo>
                  <a:pt x="31855" y="59758"/>
                  <a:pt x="31490" y="59758"/>
                  <a:pt x="31551" y="60062"/>
                </a:cubicBezTo>
                <a:close/>
                <a:moveTo>
                  <a:pt x="30396" y="64044"/>
                </a:moveTo>
                <a:cubicBezTo>
                  <a:pt x="30730" y="64196"/>
                  <a:pt x="30578" y="63831"/>
                  <a:pt x="30852" y="63922"/>
                </a:cubicBezTo>
                <a:cubicBezTo>
                  <a:pt x="31034" y="64014"/>
                  <a:pt x="31794" y="64287"/>
                  <a:pt x="31916" y="63922"/>
                </a:cubicBezTo>
                <a:cubicBezTo>
                  <a:pt x="31581" y="63862"/>
                  <a:pt x="31186" y="64044"/>
                  <a:pt x="31065" y="63831"/>
                </a:cubicBezTo>
                <a:cubicBezTo>
                  <a:pt x="31095" y="63892"/>
                  <a:pt x="31369" y="63771"/>
                  <a:pt x="31156" y="63771"/>
                </a:cubicBezTo>
                <a:cubicBezTo>
                  <a:pt x="30973" y="63953"/>
                  <a:pt x="30305" y="63619"/>
                  <a:pt x="30396" y="64044"/>
                </a:cubicBezTo>
                <a:close/>
                <a:moveTo>
                  <a:pt x="30426" y="60001"/>
                </a:moveTo>
                <a:cubicBezTo>
                  <a:pt x="30669" y="59941"/>
                  <a:pt x="30639" y="60123"/>
                  <a:pt x="30852" y="60123"/>
                </a:cubicBezTo>
                <a:cubicBezTo>
                  <a:pt x="30882" y="60001"/>
                  <a:pt x="30852" y="59880"/>
                  <a:pt x="30791" y="59789"/>
                </a:cubicBezTo>
                <a:cubicBezTo>
                  <a:pt x="30548" y="59758"/>
                  <a:pt x="30487" y="59880"/>
                  <a:pt x="30396" y="60001"/>
                </a:cubicBezTo>
                <a:close/>
                <a:moveTo>
                  <a:pt x="27417" y="64044"/>
                </a:moveTo>
                <a:cubicBezTo>
                  <a:pt x="27903" y="63892"/>
                  <a:pt x="28177" y="64348"/>
                  <a:pt x="28359" y="64074"/>
                </a:cubicBezTo>
                <a:cubicBezTo>
                  <a:pt x="28086" y="63983"/>
                  <a:pt x="28116" y="63649"/>
                  <a:pt x="27751" y="63588"/>
                </a:cubicBezTo>
                <a:cubicBezTo>
                  <a:pt x="27630" y="63649"/>
                  <a:pt x="27599" y="63831"/>
                  <a:pt x="27721" y="63922"/>
                </a:cubicBezTo>
                <a:cubicBezTo>
                  <a:pt x="27599" y="63862"/>
                  <a:pt x="27447" y="63922"/>
                  <a:pt x="27387" y="64044"/>
                </a:cubicBezTo>
                <a:close/>
                <a:moveTo>
                  <a:pt x="26536" y="63345"/>
                </a:moveTo>
                <a:cubicBezTo>
                  <a:pt x="26779" y="63406"/>
                  <a:pt x="26870" y="63284"/>
                  <a:pt x="26870" y="63071"/>
                </a:cubicBezTo>
                <a:cubicBezTo>
                  <a:pt x="26596" y="63041"/>
                  <a:pt x="26353" y="63193"/>
                  <a:pt x="26505" y="63345"/>
                </a:cubicBezTo>
                <a:close/>
                <a:moveTo>
                  <a:pt x="21460" y="62160"/>
                </a:moveTo>
                <a:cubicBezTo>
                  <a:pt x="21520" y="62190"/>
                  <a:pt x="21551" y="62251"/>
                  <a:pt x="21520" y="62342"/>
                </a:cubicBezTo>
                <a:cubicBezTo>
                  <a:pt x="21733" y="62494"/>
                  <a:pt x="22189" y="62403"/>
                  <a:pt x="22159" y="62524"/>
                </a:cubicBezTo>
                <a:cubicBezTo>
                  <a:pt x="22128" y="62676"/>
                  <a:pt x="21733" y="62433"/>
                  <a:pt x="21703" y="62646"/>
                </a:cubicBezTo>
                <a:cubicBezTo>
                  <a:pt x="22007" y="62919"/>
                  <a:pt x="22067" y="62737"/>
                  <a:pt x="22371" y="62767"/>
                </a:cubicBezTo>
                <a:cubicBezTo>
                  <a:pt x="22311" y="62494"/>
                  <a:pt x="22493" y="62463"/>
                  <a:pt x="22432" y="62251"/>
                </a:cubicBezTo>
                <a:cubicBezTo>
                  <a:pt x="22098" y="62281"/>
                  <a:pt x="21763" y="62220"/>
                  <a:pt x="21460" y="62160"/>
                </a:cubicBezTo>
                <a:close/>
                <a:moveTo>
                  <a:pt x="15927" y="60488"/>
                </a:moveTo>
                <a:cubicBezTo>
                  <a:pt x="16110" y="60549"/>
                  <a:pt x="16079" y="60670"/>
                  <a:pt x="16231" y="60731"/>
                </a:cubicBezTo>
                <a:cubicBezTo>
                  <a:pt x="16292" y="60488"/>
                  <a:pt x="16475" y="60609"/>
                  <a:pt x="16535" y="60427"/>
                </a:cubicBezTo>
                <a:cubicBezTo>
                  <a:pt x="16262" y="60275"/>
                  <a:pt x="16110" y="60397"/>
                  <a:pt x="15927" y="60488"/>
                </a:cubicBezTo>
                <a:close/>
                <a:moveTo>
                  <a:pt x="14803" y="59728"/>
                </a:moveTo>
                <a:cubicBezTo>
                  <a:pt x="14924" y="59880"/>
                  <a:pt x="14955" y="60184"/>
                  <a:pt x="15168" y="60184"/>
                </a:cubicBezTo>
                <a:cubicBezTo>
                  <a:pt x="15228" y="60123"/>
                  <a:pt x="15228" y="60032"/>
                  <a:pt x="15228" y="59941"/>
                </a:cubicBezTo>
                <a:cubicBezTo>
                  <a:pt x="15624" y="59941"/>
                  <a:pt x="15624" y="60427"/>
                  <a:pt x="15897" y="60336"/>
                </a:cubicBezTo>
                <a:cubicBezTo>
                  <a:pt x="15897" y="60093"/>
                  <a:pt x="15411" y="59910"/>
                  <a:pt x="15289" y="59667"/>
                </a:cubicBezTo>
                <a:cubicBezTo>
                  <a:pt x="15198" y="59758"/>
                  <a:pt x="15137" y="59941"/>
                  <a:pt x="15016" y="59880"/>
                </a:cubicBezTo>
                <a:cubicBezTo>
                  <a:pt x="15107" y="59758"/>
                  <a:pt x="14772" y="59667"/>
                  <a:pt x="14803" y="59515"/>
                </a:cubicBezTo>
                <a:cubicBezTo>
                  <a:pt x="14134" y="59363"/>
                  <a:pt x="14560" y="59454"/>
                  <a:pt x="14772" y="59758"/>
                </a:cubicBezTo>
                <a:close/>
                <a:moveTo>
                  <a:pt x="11824" y="47782"/>
                </a:moveTo>
                <a:cubicBezTo>
                  <a:pt x="11976" y="48086"/>
                  <a:pt x="11854" y="48238"/>
                  <a:pt x="12158" y="48330"/>
                </a:cubicBezTo>
                <a:cubicBezTo>
                  <a:pt x="12128" y="48238"/>
                  <a:pt x="12219" y="48269"/>
                  <a:pt x="12310" y="48269"/>
                </a:cubicBezTo>
                <a:cubicBezTo>
                  <a:pt x="12037" y="48086"/>
                  <a:pt x="12341" y="47691"/>
                  <a:pt x="11824" y="47813"/>
                </a:cubicBezTo>
                <a:close/>
                <a:moveTo>
                  <a:pt x="11611" y="47691"/>
                </a:moveTo>
                <a:cubicBezTo>
                  <a:pt x="11520" y="47752"/>
                  <a:pt x="11581" y="47904"/>
                  <a:pt x="11672" y="47843"/>
                </a:cubicBezTo>
                <a:cubicBezTo>
                  <a:pt x="11672" y="47661"/>
                  <a:pt x="11915" y="47570"/>
                  <a:pt x="11854" y="47357"/>
                </a:cubicBezTo>
                <a:cubicBezTo>
                  <a:pt x="11551" y="47418"/>
                  <a:pt x="11733" y="47630"/>
                  <a:pt x="11611" y="47722"/>
                </a:cubicBezTo>
                <a:close/>
                <a:moveTo>
                  <a:pt x="11368" y="46627"/>
                </a:moveTo>
                <a:cubicBezTo>
                  <a:pt x="11277" y="46749"/>
                  <a:pt x="11459" y="47083"/>
                  <a:pt x="11702" y="46992"/>
                </a:cubicBezTo>
                <a:cubicBezTo>
                  <a:pt x="11459" y="46871"/>
                  <a:pt x="11642" y="46627"/>
                  <a:pt x="11338" y="46627"/>
                </a:cubicBezTo>
                <a:close/>
                <a:moveTo>
                  <a:pt x="8116" y="45989"/>
                </a:moveTo>
                <a:cubicBezTo>
                  <a:pt x="8268" y="46202"/>
                  <a:pt x="8359" y="46445"/>
                  <a:pt x="8572" y="46506"/>
                </a:cubicBezTo>
                <a:cubicBezTo>
                  <a:pt x="8511" y="46141"/>
                  <a:pt x="8389" y="46111"/>
                  <a:pt x="8116" y="46019"/>
                </a:cubicBezTo>
                <a:close/>
                <a:moveTo>
                  <a:pt x="10699" y="44804"/>
                </a:moveTo>
                <a:cubicBezTo>
                  <a:pt x="10730" y="45138"/>
                  <a:pt x="10699" y="45199"/>
                  <a:pt x="11003" y="45229"/>
                </a:cubicBezTo>
                <a:cubicBezTo>
                  <a:pt x="11064" y="45016"/>
                  <a:pt x="10912" y="44804"/>
                  <a:pt x="10699" y="44834"/>
                </a:cubicBezTo>
                <a:close/>
                <a:moveTo>
                  <a:pt x="7447" y="39636"/>
                </a:moveTo>
                <a:cubicBezTo>
                  <a:pt x="7386" y="39819"/>
                  <a:pt x="7447" y="40001"/>
                  <a:pt x="7538" y="40153"/>
                </a:cubicBezTo>
                <a:cubicBezTo>
                  <a:pt x="7690" y="40123"/>
                  <a:pt x="7812" y="40062"/>
                  <a:pt x="7873" y="39940"/>
                </a:cubicBezTo>
                <a:cubicBezTo>
                  <a:pt x="7477" y="40092"/>
                  <a:pt x="7569" y="39758"/>
                  <a:pt x="7417" y="39667"/>
                </a:cubicBezTo>
                <a:close/>
                <a:moveTo>
                  <a:pt x="7569" y="39120"/>
                </a:moveTo>
                <a:cubicBezTo>
                  <a:pt x="7538" y="39180"/>
                  <a:pt x="7265" y="39393"/>
                  <a:pt x="7508" y="39454"/>
                </a:cubicBezTo>
                <a:cubicBezTo>
                  <a:pt x="7903" y="39211"/>
                  <a:pt x="7569" y="39667"/>
                  <a:pt x="7690" y="39788"/>
                </a:cubicBezTo>
                <a:cubicBezTo>
                  <a:pt x="8146" y="39758"/>
                  <a:pt x="7751" y="39241"/>
                  <a:pt x="7569" y="39120"/>
                </a:cubicBezTo>
                <a:close/>
                <a:moveTo>
                  <a:pt x="8997" y="35685"/>
                </a:moveTo>
                <a:cubicBezTo>
                  <a:pt x="8876" y="35776"/>
                  <a:pt x="8754" y="36232"/>
                  <a:pt x="8997" y="36232"/>
                </a:cubicBezTo>
                <a:cubicBezTo>
                  <a:pt x="8815" y="36050"/>
                  <a:pt x="9180" y="35898"/>
                  <a:pt x="8997" y="35715"/>
                </a:cubicBezTo>
                <a:close/>
                <a:moveTo>
                  <a:pt x="9453" y="32797"/>
                </a:moveTo>
                <a:cubicBezTo>
                  <a:pt x="9544" y="32858"/>
                  <a:pt x="9605" y="32949"/>
                  <a:pt x="9575" y="33071"/>
                </a:cubicBezTo>
                <a:cubicBezTo>
                  <a:pt x="9727" y="33132"/>
                  <a:pt x="9909" y="33101"/>
                  <a:pt x="10031" y="32949"/>
                </a:cubicBezTo>
                <a:cubicBezTo>
                  <a:pt x="9879" y="32919"/>
                  <a:pt x="9848" y="32828"/>
                  <a:pt x="9940" y="32706"/>
                </a:cubicBezTo>
                <a:cubicBezTo>
                  <a:pt x="9757" y="32615"/>
                  <a:pt x="9544" y="32645"/>
                  <a:pt x="9453" y="32828"/>
                </a:cubicBezTo>
                <a:close/>
                <a:moveTo>
                  <a:pt x="10061" y="32281"/>
                </a:moveTo>
                <a:cubicBezTo>
                  <a:pt x="9879" y="32281"/>
                  <a:pt x="9696" y="32281"/>
                  <a:pt x="9544" y="32341"/>
                </a:cubicBezTo>
                <a:cubicBezTo>
                  <a:pt x="9727" y="32402"/>
                  <a:pt x="10061" y="32645"/>
                  <a:pt x="10061" y="32311"/>
                </a:cubicBezTo>
                <a:close/>
                <a:moveTo>
                  <a:pt x="8511" y="31764"/>
                </a:moveTo>
                <a:cubicBezTo>
                  <a:pt x="8541" y="32098"/>
                  <a:pt x="8177" y="32585"/>
                  <a:pt x="8541" y="32767"/>
                </a:cubicBezTo>
                <a:cubicBezTo>
                  <a:pt x="8693" y="32676"/>
                  <a:pt x="8481" y="32676"/>
                  <a:pt x="8511" y="32524"/>
                </a:cubicBezTo>
                <a:cubicBezTo>
                  <a:pt x="8511" y="32311"/>
                  <a:pt x="8845" y="31885"/>
                  <a:pt x="8481" y="31794"/>
                </a:cubicBezTo>
                <a:close/>
                <a:moveTo>
                  <a:pt x="10122" y="29667"/>
                </a:moveTo>
                <a:cubicBezTo>
                  <a:pt x="10092" y="29545"/>
                  <a:pt x="10152" y="29393"/>
                  <a:pt x="10000" y="29241"/>
                </a:cubicBezTo>
                <a:cubicBezTo>
                  <a:pt x="9940" y="29423"/>
                  <a:pt x="9818" y="29332"/>
                  <a:pt x="9757" y="29454"/>
                </a:cubicBezTo>
                <a:close/>
                <a:moveTo>
                  <a:pt x="10426" y="30183"/>
                </a:moveTo>
                <a:cubicBezTo>
                  <a:pt x="10335" y="30274"/>
                  <a:pt x="10304" y="30426"/>
                  <a:pt x="10335" y="30548"/>
                </a:cubicBezTo>
                <a:cubicBezTo>
                  <a:pt x="10487" y="30700"/>
                  <a:pt x="10851" y="30730"/>
                  <a:pt x="10699" y="30548"/>
                </a:cubicBezTo>
                <a:cubicBezTo>
                  <a:pt x="10517" y="30700"/>
                  <a:pt x="10426" y="30305"/>
                  <a:pt x="10395" y="30214"/>
                </a:cubicBezTo>
                <a:close/>
                <a:moveTo>
                  <a:pt x="11095" y="29545"/>
                </a:moveTo>
                <a:cubicBezTo>
                  <a:pt x="11064" y="29727"/>
                  <a:pt x="10699" y="29849"/>
                  <a:pt x="10973" y="30001"/>
                </a:cubicBezTo>
                <a:cubicBezTo>
                  <a:pt x="10973" y="29879"/>
                  <a:pt x="11338" y="29758"/>
                  <a:pt x="11064" y="29575"/>
                </a:cubicBezTo>
                <a:close/>
                <a:moveTo>
                  <a:pt x="11034" y="29515"/>
                </a:moveTo>
                <a:cubicBezTo>
                  <a:pt x="10730" y="29332"/>
                  <a:pt x="10669" y="29849"/>
                  <a:pt x="10517" y="29971"/>
                </a:cubicBezTo>
                <a:cubicBezTo>
                  <a:pt x="10669" y="30031"/>
                  <a:pt x="10487" y="30153"/>
                  <a:pt x="10669" y="30244"/>
                </a:cubicBezTo>
                <a:cubicBezTo>
                  <a:pt x="10791" y="29910"/>
                  <a:pt x="10639" y="29788"/>
                  <a:pt x="11003" y="29545"/>
                </a:cubicBezTo>
                <a:close/>
                <a:moveTo>
                  <a:pt x="46962" y="62524"/>
                </a:moveTo>
                <a:cubicBezTo>
                  <a:pt x="46992" y="62281"/>
                  <a:pt x="47174" y="62160"/>
                  <a:pt x="47478" y="62099"/>
                </a:cubicBezTo>
                <a:cubicBezTo>
                  <a:pt x="47448" y="62220"/>
                  <a:pt x="47326" y="62312"/>
                  <a:pt x="47205" y="62312"/>
                </a:cubicBezTo>
                <a:cubicBezTo>
                  <a:pt x="47205" y="62372"/>
                  <a:pt x="47265" y="62372"/>
                  <a:pt x="47326" y="62372"/>
                </a:cubicBezTo>
                <a:cubicBezTo>
                  <a:pt x="47265" y="62524"/>
                  <a:pt x="47083" y="62494"/>
                  <a:pt x="46931" y="62524"/>
                </a:cubicBezTo>
                <a:close/>
                <a:moveTo>
                  <a:pt x="45229" y="2858"/>
                </a:moveTo>
                <a:cubicBezTo>
                  <a:pt x="45107" y="3131"/>
                  <a:pt x="44864" y="2918"/>
                  <a:pt x="44621" y="2827"/>
                </a:cubicBezTo>
                <a:cubicBezTo>
                  <a:pt x="44743" y="2645"/>
                  <a:pt x="45016" y="2827"/>
                  <a:pt x="45199" y="2888"/>
                </a:cubicBezTo>
                <a:close/>
                <a:moveTo>
                  <a:pt x="13222" y="59029"/>
                </a:moveTo>
                <a:cubicBezTo>
                  <a:pt x="12736" y="58907"/>
                  <a:pt x="12341" y="58573"/>
                  <a:pt x="12098" y="58147"/>
                </a:cubicBezTo>
                <a:cubicBezTo>
                  <a:pt x="12341" y="57904"/>
                  <a:pt x="12219" y="58269"/>
                  <a:pt x="12341" y="58360"/>
                </a:cubicBezTo>
                <a:cubicBezTo>
                  <a:pt x="12675" y="58390"/>
                  <a:pt x="13010" y="58846"/>
                  <a:pt x="13222" y="59029"/>
                </a:cubicBezTo>
                <a:close/>
                <a:moveTo>
                  <a:pt x="5836" y="47570"/>
                </a:moveTo>
                <a:cubicBezTo>
                  <a:pt x="5623" y="47205"/>
                  <a:pt x="5471" y="46810"/>
                  <a:pt x="5380" y="46384"/>
                </a:cubicBezTo>
                <a:cubicBezTo>
                  <a:pt x="5623" y="46749"/>
                  <a:pt x="5775" y="47144"/>
                  <a:pt x="5836" y="47570"/>
                </a:cubicBezTo>
                <a:close/>
                <a:moveTo>
                  <a:pt x="37296" y="7235"/>
                </a:moveTo>
                <a:cubicBezTo>
                  <a:pt x="37265" y="7691"/>
                  <a:pt x="36688" y="7630"/>
                  <a:pt x="36384" y="7660"/>
                </a:cubicBezTo>
                <a:cubicBezTo>
                  <a:pt x="36171" y="7691"/>
                  <a:pt x="35867" y="7934"/>
                  <a:pt x="35745" y="7660"/>
                </a:cubicBezTo>
                <a:cubicBezTo>
                  <a:pt x="36262" y="7599"/>
                  <a:pt x="36809" y="7447"/>
                  <a:pt x="37296" y="7235"/>
                </a:cubicBezTo>
                <a:close/>
                <a:moveTo>
                  <a:pt x="47569" y="5502"/>
                </a:moveTo>
                <a:cubicBezTo>
                  <a:pt x="47417" y="5441"/>
                  <a:pt x="47357" y="5532"/>
                  <a:pt x="47174" y="5472"/>
                </a:cubicBezTo>
                <a:cubicBezTo>
                  <a:pt x="47144" y="5259"/>
                  <a:pt x="47144" y="5016"/>
                  <a:pt x="47205" y="4803"/>
                </a:cubicBezTo>
                <a:cubicBezTo>
                  <a:pt x="47448" y="4925"/>
                  <a:pt x="47600" y="5228"/>
                  <a:pt x="47539" y="5502"/>
                </a:cubicBezTo>
                <a:close/>
                <a:moveTo>
                  <a:pt x="38876" y="7265"/>
                </a:moveTo>
                <a:cubicBezTo>
                  <a:pt x="38724" y="7447"/>
                  <a:pt x="38208" y="7356"/>
                  <a:pt x="37904" y="7478"/>
                </a:cubicBezTo>
                <a:cubicBezTo>
                  <a:pt x="38056" y="7204"/>
                  <a:pt x="38572" y="7295"/>
                  <a:pt x="38846" y="7265"/>
                </a:cubicBezTo>
                <a:close/>
                <a:moveTo>
                  <a:pt x="32280" y="9241"/>
                </a:moveTo>
                <a:lnTo>
                  <a:pt x="33466" y="8542"/>
                </a:lnTo>
                <a:cubicBezTo>
                  <a:pt x="33010" y="9271"/>
                  <a:pt x="32220" y="9210"/>
                  <a:pt x="31308" y="10001"/>
                </a:cubicBezTo>
                <a:cubicBezTo>
                  <a:pt x="31095" y="9970"/>
                  <a:pt x="32007" y="9453"/>
                  <a:pt x="32280" y="9241"/>
                </a:cubicBezTo>
                <a:close/>
                <a:moveTo>
                  <a:pt x="47904" y="6080"/>
                </a:moveTo>
                <a:cubicBezTo>
                  <a:pt x="47630" y="5958"/>
                  <a:pt x="47326" y="5897"/>
                  <a:pt x="47053" y="5776"/>
                </a:cubicBezTo>
                <a:cubicBezTo>
                  <a:pt x="47235" y="5806"/>
                  <a:pt x="47995" y="5715"/>
                  <a:pt x="47934" y="6080"/>
                </a:cubicBezTo>
                <a:close/>
                <a:moveTo>
                  <a:pt x="50366" y="6809"/>
                </a:moveTo>
                <a:cubicBezTo>
                  <a:pt x="50183" y="6961"/>
                  <a:pt x="50031" y="6809"/>
                  <a:pt x="49849" y="6687"/>
                </a:cubicBezTo>
                <a:cubicBezTo>
                  <a:pt x="50062" y="6566"/>
                  <a:pt x="50214" y="6657"/>
                  <a:pt x="50396" y="6809"/>
                </a:cubicBezTo>
                <a:close/>
                <a:moveTo>
                  <a:pt x="48968" y="6384"/>
                </a:moveTo>
                <a:cubicBezTo>
                  <a:pt x="48572" y="6414"/>
                  <a:pt x="48420" y="6201"/>
                  <a:pt x="48147" y="5988"/>
                </a:cubicBezTo>
                <a:cubicBezTo>
                  <a:pt x="48390" y="5928"/>
                  <a:pt x="48664" y="5958"/>
                  <a:pt x="48907" y="6110"/>
                </a:cubicBezTo>
                <a:cubicBezTo>
                  <a:pt x="48846" y="6201"/>
                  <a:pt x="48876" y="6323"/>
                  <a:pt x="48968" y="6384"/>
                </a:cubicBezTo>
                <a:close/>
                <a:moveTo>
                  <a:pt x="40609" y="2736"/>
                </a:moveTo>
                <a:cubicBezTo>
                  <a:pt x="40183" y="2645"/>
                  <a:pt x="40214" y="2918"/>
                  <a:pt x="39910" y="2888"/>
                </a:cubicBezTo>
                <a:cubicBezTo>
                  <a:pt x="39667" y="2402"/>
                  <a:pt x="39271" y="2949"/>
                  <a:pt x="38998" y="2858"/>
                </a:cubicBezTo>
                <a:cubicBezTo>
                  <a:pt x="39059" y="2766"/>
                  <a:pt x="39089" y="2675"/>
                  <a:pt x="39089" y="2584"/>
                </a:cubicBezTo>
                <a:cubicBezTo>
                  <a:pt x="39302" y="2645"/>
                  <a:pt x="39758" y="2462"/>
                  <a:pt x="39788" y="2645"/>
                </a:cubicBezTo>
                <a:cubicBezTo>
                  <a:pt x="40031" y="2584"/>
                  <a:pt x="40639" y="2280"/>
                  <a:pt x="40609" y="2736"/>
                </a:cubicBezTo>
                <a:close/>
                <a:moveTo>
                  <a:pt x="63375" y="61521"/>
                </a:moveTo>
                <a:cubicBezTo>
                  <a:pt x="62737" y="61764"/>
                  <a:pt x="62068" y="61916"/>
                  <a:pt x="61369" y="61947"/>
                </a:cubicBezTo>
                <a:cubicBezTo>
                  <a:pt x="61947" y="61704"/>
                  <a:pt x="62524" y="61521"/>
                  <a:pt x="63162" y="61400"/>
                </a:cubicBezTo>
                <a:cubicBezTo>
                  <a:pt x="63314" y="61339"/>
                  <a:pt x="63375" y="61430"/>
                  <a:pt x="63406" y="61521"/>
                </a:cubicBezTo>
                <a:close/>
                <a:moveTo>
                  <a:pt x="24985" y="57631"/>
                </a:moveTo>
                <a:lnTo>
                  <a:pt x="25533" y="57752"/>
                </a:lnTo>
                <a:cubicBezTo>
                  <a:pt x="25472" y="57874"/>
                  <a:pt x="24864" y="57965"/>
                  <a:pt x="24985" y="57631"/>
                </a:cubicBezTo>
                <a:close/>
                <a:moveTo>
                  <a:pt x="71156" y="46506"/>
                </a:moveTo>
                <a:cubicBezTo>
                  <a:pt x="71065" y="46445"/>
                  <a:pt x="71096" y="46141"/>
                  <a:pt x="71156" y="45989"/>
                </a:cubicBezTo>
                <a:cubicBezTo>
                  <a:pt x="71217" y="45867"/>
                  <a:pt x="71400" y="45624"/>
                  <a:pt x="71552" y="45746"/>
                </a:cubicBezTo>
                <a:cubicBezTo>
                  <a:pt x="71308" y="46019"/>
                  <a:pt x="71430" y="46171"/>
                  <a:pt x="71156" y="46506"/>
                </a:cubicBezTo>
                <a:close/>
                <a:moveTo>
                  <a:pt x="28906" y="58178"/>
                </a:moveTo>
                <a:cubicBezTo>
                  <a:pt x="29089" y="58330"/>
                  <a:pt x="29484" y="58269"/>
                  <a:pt x="29818" y="58299"/>
                </a:cubicBezTo>
                <a:cubicBezTo>
                  <a:pt x="30153" y="58360"/>
                  <a:pt x="30639" y="58238"/>
                  <a:pt x="30669" y="58542"/>
                </a:cubicBezTo>
                <a:cubicBezTo>
                  <a:pt x="30122" y="58360"/>
                  <a:pt x="29028" y="58694"/>
                  <a:pt x="28906" y="58178"/>
                </a:cubicBezTo>
                <a:close/>
                <a:moveTo>
                  <a:pt x="50974" y="56445"/>
                </a:moveTo>
                <a:cubicBezTo>
                  <a:pt x="50609" y="56232"/>
                  <a:pt x="51642" y="56232"/>
                  <a:pt x="51764" y="56080"/>
                </a:cubicBezTo>
                <a:cubicBezTo>
                  <a:pt x="51794" y="56172"/>
                  <a:pt x="51916" y="56111"/>
                  <a:pt x="52038" y="56111"/>
                </a:cubicBezTo>
                <a:cubicBezTo>
                  <a:pt x="51977" y="56476"/>
                  <a:pt x="51065" y="56293"/>
                  <a:pt x="50974" y="56445"/>
                </a:cubicBezTo>
                <a:close/>
                <a:moveTo>
                  <a:pt x="34195" y="59150"/>
                </a:moveTo>
                <a:cubicBezTo>
                  <a:pt x="34408" y="59150"/>
                  <a:pt x="34621" y="59150"/>
                  <a:pt x="34621" y="59394"/>
                </a:cubicBezTo>
                <a:cubicBezTo>
                  <a:pt x="34378" y="59424"/>
                  <a:pt x="34135" y="59424"/>
                  <a:pt x="34195" y="59150"/>
                </a:cubicBezTo>
                <a:close/>
                <a:moveTo>
                  <a:pt x="28268" y="58846"/>
                </a:moveTo>
                <a:cubicBezTo>
                  <a:pt x="28268" y="58603"/>
                  <a:pt x="28694" y="58968"/>
                  <a:pt x="28694" y="58725"/>
                </a:cubicBezTo>
                <a:cubicBezTo>
                  <a:pt x="28724" y="58938"/>
                  <a:pt x="29362" y="58664"/>
                  <a:pt x="29271" y="59029"/>
                </a:cubicBezTo>
                <a:cubicBezTo>
                  <a:pt x="28906" y="58998"/>
                  <a:pt x="28663" y="58846"/>
                  <a:pt x="28268" y="58846"/>
                </a:cubicBezTo>
                <a:close/>
                <a:moveTo>
                  <a:pt x="25624" y="58451"/>
                </a:moveTo>
                <a:cubicBezTo>
                  <a:pt x="26019" y="58482"/>
                  <a:pt x="26019" y="58755"/>
                  <a:pt x="26323" y="58846"/>
                </a:cubicBezTo>
                <a:cubicBezTo>
                  <a:pt x="26292" y="58846"/>
                  <a:pt x="25472" y="58786"/>
                  <a:pt x="25624" y="58451"/>
                </a:cubicBezTo>
                <a:close/>
                <a:moveTo>
                  <a:pt x="28481" y="59211"/>
                </a:moveTo>
                <a:cubicBezTo>
                  <a:pt x="28754" y="59272"/>
                  <a:pt x="29058" y="59211"/>
                  <a:pt x="29028" y="59515"/>
                </a:cubicBezTo>
                <a:cubicBezTo>
                  <a:pt x="28906" y="59363"/>
                  <a:pt x="28420" y="59515"/>
                  <a:pt x="28481" y="59211"/>
                </a:cubicBezTo>
                <a:close/>
                <a:moveTo>
                  <a:pt x="29575" y="59546"/>
                </a:moveTo>
                <a:cubicBezTo>
                  <a:pt x="29636" y="59272"/>
                  <a:pt x="29210" y="59424"/>
                  <a:pt x="29332" y="59120"/>
                </a:cubicBezTo>
                <a:cubicBezTo>
                  <a:pt x="29636" y="59150"/>
                  <a:pt x="29606" y="59394"/>
                  <a:pt x="29910" y="59394"/>
                </a:cubicBezTo>
                <a:cubicBezTo>
                  <a:pt x="29879" y="59546"/>
                  <a:pt x="29758" y="59576"/>
                  <a:pt x="29575" y="59546"/>
                </a:cubicBezTo>
                <a:close/>
                <a:moveTo>
                  <a:pt x="68117" y="59819"/>
                </a:moveTo>
                <a:cubicBezTo>
                  <a:pt x="68056" y="60153"/>
                  <a:pt x="67418" y="60275"/>
                  <a:pt x="67083" y="60397"/>
                </a:cubicBezTo>
                <a:cubicBezTo>
                  <a:pt x="66293" y="60701"/>
                  <a:pt x="65472" y="60944"/>
                  <a:pt x="64621" y="61156"/>
                </a:cubicBezTo>
                <a:cubicBezTo>
                  <a:pt x="64226" y="61248"/>
                  <a:pt x="63770" y="61704"/>
                  <a:pt x="63558" y="61339"/>
                </a:cubicBezTo>
                <a:cubicBezTo>
                  <a:pt x="64348" y="61339"/>
                  <a:pt x="65138" y="60853"/>
                  <a:pt x="65959" y="60579"/>
                </a:cubicBezTo>
                <a:cubicBezTo>
                  <a:pt x="66688" y="60397"/>
                  <a:pt x="67418" y="60123"/>
                  <a:pt x="68117" y="59789"/>
                </a:cubicBezTo>
                <a:close/>
                <a:moveTo>
                  <a:pt x="59758" y="62281"/>
                </a:moveTo>
                <a:cubicBezTo>
                  <a:pt x="59454" y="62403"/>
                  <a:pt x="59150" y="62463"/>
                  <a:pt x="58816" y="62463"/>
                </a:cubicBezTo>
                <a:cubicBezTo>
                  <a:pt x="59029" y="62160"/>
                  <a:pt x="59454" y="62220"/>
                  <a:pt x="59758" y="62281"/>
                </a:cubicBezTo>
                <a:close/>
                <a:moveTo>
                  <a:pt x="54348" y="63163"/>
                </a:moveTo>
                <a:cubicBezTo>
                  <a:pt x="54165" y="63284"/>
                  <a:pt x="53953" y="63406"/>
                  <a:pt x="53740" y="63436"/>
                </a:cubicBezTo>
                <a:cubicBezTo>
                  <a:pt x="53618" y="63102"/>
                  <a:pt x="54165" y="63223"/>
                  <a:pt x="54378" y="63132"/>
                </a:cubicBezTo>
                <a:close/>
                <a:moveTo>
                  <a:pt x="58633" y="62403"/>
                </a:moveTo>
                <a:cubicBezTo>
                  <a:pt x="58725" y="62707"/>
                  <a:pt x="57630" y="62737"/>
                  <a:pt x="57418" y="62707"/>
                </a:cubicBezTo>
                <a:cubicBezTo>
                  <a:pt x="57630" y="62463"/>
                  <a:pt x="58269" y="62524"/>
                  <a:pt x="58633" y="62403"/>
                </a:cubicBezTo>
                <a:close/>
                <a:moveTo>
                  <a:pt x="74713" y="55047"/>
                </a:moveTo>
                <a:cubicBezTo>
                  <a:pt x="74622" y="55412"/>
                  <a:pt x="74348" y="55533"/>
                  <a:pt x="73983" y="55868"/>
                </a:cubicBezTo>
                <a:cubicBezTo>
                  <a:pt x="73953" y="55624"/>
                  <a:pt x="74500" y="55290"/>
                  <a:pt x="74713" y="55017"/>
                </a:cubicBezTo>
                <a:close/>
                <a:moveTo>
                  <a:pt x="78786" y="47843"/>
                </a:moveTo>
                <a:cubicBezTo>
                  <a:pt x="78999" y="48056"/>
                  <a:pt x="78695" y="48208"/>
                  <a:pt x="78603" y="48421"/>
                </a:cubicBezTo>
                <a:cubicBezTo>
                  <a:pt x="78269" y="49333"/>
                  <a:pt x="77844" y="50244"/>
                  <a:pt x="77388" y="51096"/>
                </a:cubicBezTo>
                <a:cubicBezTo>
                  <a:pt x="77053" y="50731"/>
                  <a:pt x="77570" y="50457"/>
                  <a:pt x="77692" y="50214"/>
                </a:cubicBezTo>
                <a:cubicBezTo>
                  <a:pt x="78056" y="49576"/>
                  <a:pt x="78299" y="48877"/>
                  <a:pt x="78786" y="47843"/>
                </a:cubicBezTo>
                <a:close/>
                <a:moveTo>
                  <a:pt x="69394" y="59242"/>
                </a:moveTo>
                <a:cubicBezTo>
                  <a:pt x="69394" y="59576"/>
                  <a:pt x="68299" y="59971"/>
                  <a:pt x="68330" y="59728"/>
                </a:cubicBezTo>
                <a:cubicBezTo>
                  <a:pt x="68634" y="59667"/>
                  <a:pt x="68877" y="59454"/>
                  <a:pt x="69394" y="59242"/>
                </a:cubicBezTo>
                <a:close/>
                <a:moveTo>
                  <a:pt x="73771" y="55959"/>
                </a:moveTo>
                <a:cubicBezTo>
                  <a:pt x="73922" y="56111"/>
                  <a:pt x="73527" y="56445"/>
                  <a:pt x="73345" y="56445"/>
                </a:cubicBezTo>
                <a:cubicBezTo>
                  <a:pt x="73223" y="56324"/>
                  <a:pt x="73710" y="56141"/>
                  <a:pt x="73771" y="55959"/>
                </a:cubicBezTo>
                <a:close/>
                <a:moveTo>
                  <a:pt x="18481" y="55381"/>
                </a:moveTo>
                <a:cubicBezTo>
                  <a:pt x="18724" y="55290"/>
                  <a:pt x="19028" y="55655"/>
                  <a:pt x="19301" y="55746"/>
                </a:cubicBezTo>
                <a:cubicBezTo>
                  <a:pt x="19089" y="55837"/>
                  <a:pt x="18754" y="55472"/>
                  <a:pt x="18481" y="55412"/>
                </a:cubicBezTo>
                <a:close/>
                <a:moveTo>
                  <a:pt x="21216" y="20244"/>
                </a:moveTo>
                <a:cubicBezTo>
                  <a:pt x="21216" y="20426"/>
                  <a:pt x="21004" y="20609"/>
                  <a:pt x="20973" y="20791"/>
                </a:cubicBezTo>
                <a:cubicBezTo>
                  <a:pt x="21034" y="20852"/>
                  <a:pt x="21125" y="20852"/>
                  <a:pt x="21216" y="20791"/>
                </a:cubicBezTo>
                <a:cubicBezTo>
                  <a:pt x="21308" y="21125"/>
                  <a:pt x="20973" y="20761"/>
                  <a:pt x="20882" y="21004"/>
                </a:cubicBezTo>
                <a:cubicBezTo>
                  <a:pt x="20882" y="20761"/>
                  <a:pt x="21004" y="20274"/>
                  <a:pt x="21216" y="20244"/>
                </a:cubicBezTo>
                <a:close/>
                <a:moveTo>
                  <a:pt x="23010" y="18846"/>
                </a:moveTo>
                <a:cubicBezTo>
                  <a:pt x="23222" y="19210"/>
                  <a:pt x="22767" y="19241"/>
                  <a:pt x="22493" y="19423"/>
                </a:cubicBezTo>
                <a:cubicBezTo>
                  <a:pt x="22432" y="19241"/>
                  <a:pt x="22888" y="19028"/>
                  <a:pt x="23010" y="18846"/>
                </a:cubicBezTo>
                <a:close/>
                <a:moveTo>
                  <a:pt x="21338" y="21673"/>
                </a:moveTo>
                <a:cubicBezTo>
                  <a:pt x="21125" y="21855"/>
                  <a:pt x="20912" y="22037"/>
                  <a:pt x="20760" y="21855"/>
                </a:cubicBezTo>
                <a:cubicBezTo>
                  <a:pt x="20943" y="21976"/>
                  <a:pt x="21216" y="21369"/>
                  <a:pt x="21368" y="21673"/>
                </a:cubicBezTo>
                <a:close/>
                <a:moveTo>
                  <a:pt x="22797" y="20031"/>
                </a:moveTo>
                <a:cubicBezTo>
                  <a:pt x="22858" y="20305"/>
                  <a:pt x="22402" y="20396"/>
                  <a:pt x="22250" y="20396"/>
                </a:cubicBezTo>
                <a:cubicBezTo>
                  <a:pt x="22098" y="20578"/>
                  <a:pt x="22159" y="20730"/>
                  <a:pt x="21915" y="20730"/>
                </a:cubicBezTo>
                <a:cubicBezTo>
                  <a:pt x="21976" y="20335"/>
                  <a:pt x="22554" y="20153"/>
                  <a:pt x="22797" y="20031"/>
                </a:cubicBezTo>
                <a:close/>
                <a:moveTo>
                  <a:pt x="20973" y="21095"/>
                </a:moveTo>
                <a:cubicBezTo>
                  <a:pt x="21034" y="21308"/>
                  <a:pt x="20760" y="21338"/>
                  <a:pt x="20669" y="21490"/>
                </a:cubicBezTo>
                <a:cubicBezTo>
                  <a:pt x="20639" y="21551"/>
                  <a:pt x="20730" y="21673"/>
                  <a:pt x="20730" y="21673"/>
                </a:cubicBezTo>
                <a:cubicBezTo>
                  <a:pt x="20639" y="21794"/>
                  <a:pt x="20517" y="21703"/>
                  <a:pt x="20456" y="21794"/>
                </a:cubicBezTo>
                <a:cubicBezTo>
                  <a:pt x="20365" y="21885"/>
                  <a:pt x="20487" y="22250"/>
                  <a:pt x="20183" y="22372"/>
                </a:cubicBezTo>
                <a:cubicBezTo>
                  <a:pt x="19940" y="22250"/>
                  <a:pt x="20244" y="22128"/>
                  <a:pt x="20365" y="22007"/>
                </a:cubicBezTo>
                <a:cubicBezTo>
                  <a:pt x="20152" y="21825"/>
                  <a:pt x="20304" y="21581"/>
                  <a:pt x="20031" y="21764"/>
                </a:cubicBezTo>
                <a:cubicBezTo>
                  <a:pt x="19909" y="21460"/>
                  <a:pt x="20213" y="21673"/>
                  <a:pt x="20274" y="21612"/>
                </a:cubicBezTo>
                <a:cubicBezTo>
                  <a:pt x="20365" y="21581"/>
                  <a:pt x="20213" y="21490"/>
                  <a:pt x="20244" y="21429"/>
                </a:cubicBezTo>
                <a:cubicBezTo>
                  <a:pt x="20304" y="21277"/>
                  <a:pt x="20669" y="21308"/>
                  <a:pt x="20791" y="21065"/>
                </a:cubicBezTo>
                <a:cubicBezTo>
                  <a:pt x="20821" y="21125"/>
                  <a:pt x="20912" y="21156"/>
                  <a:pt x="20973" y="21125"/>
                </a:cubicBezTo>
                <a:close/>
                <a:moveTo>
                  <a:pt x="16931" y="24742"/>
                </a:moveTo>
                <a:cubicBezTo>
                  <a:pt x="16566" y="25016"/>
                  <a:pt x="16657" y="25320"/>
                  <a:pt x="16110" y="25624"/>
                </a:cubicBezTo>
                <a:cubicBezTo>
                  <a:pt x="16049" y="25442"/>
                  <a:pt x="15897" y="25563"/>
                  <a:pt x="15776" y="25654"/>
                </a:cubicBezTo>
                <a:cubicBezTo>
                  <a:pt x="15745" y="25229"/>
                  <a:pt x="16231" y="24864"/>
                  <a:pt x="16657" y="24864"/>
                </a:cubicBezTo>
                <a:cubicBezTo>
                  <a:pt x="16535" y="24712"/>
                  <a:pt x="16353" y="24773"/>
                  <a:pt x="16414" y="24530"/>
                </a:cubicBezTo>
                <a:cubicBezTo>
                  <a:pt x="16110" y="24864"/>
                  <a:pt x="15198" y="25563"/>
                  <a:pt x="14833" y="25259"/>
                </a:cubicBezTo>
                <a:cubicBezTo>
                  <a:pt x="15168" y="25016"/>
                  <a:pt x="15441" y="25077"/>
                  <a:pt x="15745" y="24834"/>
                </a:cubicBezTo>
                <a:cubicBezTo>
                  <a:pt x="15867" y="24803"/>
                  <a:pt x="15867" y="24439"/>
                  <a:pt x="15684" y="24591"/>
                </a:cubicBezTo>
                <a:cubicBezTo>
                  <a:pt x="16019" y="23983"/>
                  <a:pt x="17083" y="23557"/>
                  <a:pt x="17356" y="23101"/>
                </a:cubicBezTo>
                <a:cubicBezTo>
                  <a:pt x="17417" y="23435"/>
                  <a:pt x="16991" y="23709"/>
                  <a:pt x="16900" y="23891"/>
                </a:cubicBezTo>
                <a:cubicBezTo>
                  <a:pt x="16961" y="24104"/>
                  <a:pt x="17386" y="23922"/>
                  <a:pt x="17295" y="23770"/>
                </a:cubicBezTo>
                <a:cubicBezTo>
                  <a:pt x="17721" y="23709"/>
                  <a:pt x="17143" y="24165"/>
                  <a:pt x="16961" y="24287"/>
                </a:cubicBezTo>
                <a:cubicBezTo>
                  <a:pt x="16718" y="24287"/>
                  <a:pt x="16839" y="24074"/>
                  <a:pt x="16779" y="23891"/>
                </a:cubicBezTo>
                <a:cubicBezTo>
                  <a:pt x="16505" y="24195"/>
                  <a:pt x="16292" y="24195"/>
                  <a:pt x="16049" y="24408"/>
                </a:cubicBezTo>
                <a:cubicBezTo>
                  <a:pt x="16171" y="24712"/>
                  <a:pt x="16414" y="24347"/>
                  <a:pt x="16505" y="24347"/>
                </a:cubicBezTo>
                <a:cubicBezTo>
                  <a:pt x="16535" y="24347"/>
                  <a:pt x="16475" y="24530"/>
                  <a:pt x="16535" y="24530"/>
                </a:cubicBezTo>
                <a:cubicBezTo>
                  <a:pt x="16596" y="24530"/>
                  <a:pt x="16809" y="24287"/>
                  <a:pt x="16900" y="24530"/>
                </a:cubicBezTo>
                <a:cubicBezTo>
                  <a:pt x="16839" y="24621"/>
                  <a:pt x="16931" y="24682"/>
                  <a:pt x="16931" y="24742"/>
                </a:cubicBezTo>
                <a:close/>
                <a:moveTo>
                  <a:pt x="21794" y="22037"/>
                </a:moveTo>
                <a:cubicBezTo>
                  <a:pt x="21611" y="22341"/>
                  <a:pt x="21429" y="22706"/>
                  <a:pt x="21277" y="23040"/>
                </a:cubicBezTo>
                <a:cubicBezTo>
                  <a:pt x="21156" y="23283"/>
                  <a:pt x="21095" y="23040"/>
                  <a:pt x="21004" y="23314"/>
                </a:cubicBezTo>
                <a:cubicBezTo>
                  <a:pt x="20791" y="23831"/>
                  <a:pt x="20213" y="24439"/>
                  <a:pt x="19423" y="25229"/>
                </a:cubicBezTo>
                <a:cubicBezTo>
                  <a:pt x="19271" y="25198"/>
                  <a:pt x="19089" y="25350"/>
                  <a:pt x="18967" y="25290"/>
                </a:cubicBezTo>
                <a:cubicBezTo>
                  <a:pt x="18694" y="25016"/>
                  <a:pt x="19241" y="24773"/>
                  <a:pt x="18815" y="24651"/>
                </a:cubicBezTo>
                <a:cubicBezTo>
                  <a:pt x="18997" y="24347"/>
                  <a:pt x="19180" y="24408"/>
                  <a:pt x="19362" y="24074"/>
                </a:cubicBezTo>
                <a:cubicBezTo>
                  <a:pt x="19119" y="23831"/>
                  <a:pt x="18754" y="24317"/>
                  <a:pt x="18450" y="24530"/>
                </a:cubicBezTo>
                <a:cubicBezTo>
                  <a:pt x="18359" y="24439"/>
                  <a:pt x="18420" y="24317"/>
                  <a:pt x="18298" y="24226"/>
                </a:cubicBezTo>
                <a:cubicBezTo>
                  <a:pt x="18906" y="24135"/>
                  <a:pt x="19210" y="23496"/>
                  <a:pt x="19757" y="23071"/>
                </a:cubicBezTo>
                <a:cubicBezTo>
                  <a:pt x="19909" y="23192"/>
                  <a:pt x="19757" y="23283"/>
                  <a:pt x="19666" y="23405"/>
                </a:cubicBezTo>
                <a:cubicBezTo>
                  <a:pt x="19514" y="23587"/>
                  <a:pt x="19605" y="23770"/>
                  <a:pt x="19636" y="23952"/>
                </a:cubicBezTo>
                <a:cubicBezTo>
                  <a:pt x="20061" y="23922"/>
                  <a:pt x="19818" y="23709"/>
                  <a:pt x="19879" y="23527"/>
                </a:cubicBezTo>
                <a:cubicBezTo>
                  <a:pt x="20487" y="23040"/>
                  <a:pt x="21156" y="22767"/>
                  <a:pt x="21399" y="22189"/>
                </a:cubicBezTo>
                <a:cubicBezTo>
                  <a:pt x="21551" y="22189"/>
                  <a:pt x="21703" y="22159"/>
                  <a:pt x="21794" y="22037"/>
                </a:cubicBezTo>
                <a:close/>
                <a:moveTo>
                  <a:pt x="20548" y="23375"/>
                </a:moveTo>
                <a:cubicBezTo>
                  <a:pt x="20456" y="23314"/>
                  <a:pt x="20335" y="23435"/>
                  <a:pt x="20213" y="23435"/>
                </a:cubicBezTo>
                <a:cubicBezTo>
                  <a:pt x="20396" y="23739"/>
                  <a:pt x="20669" y="23375"/>
                  <a:pt x="20882" y="23192"/>
                </a:cubicBezTo>
                <a:cubicBezTo>
                  <a:pt x="21368" y="22736"/>
                  <a:pt x="20730" y="23162"/>
                  <a:pt x="20548" y="23375"/>
                </a:cubicBezTo>
                <a:close/>
                <a:moveTo>
                  <a:pt x="17721" y="24287"/>
                </a:moveTo>
                <a:cubicBezTo>
                  <a:pt x="17690" y="24195"/>
                  <a:pt x="17842" y="24104"/>
                  <a:pt x="17782" y="24043"/>
                </a:cubicBezTo>
                <a:cubicBezTo>
                  <a:pt x="17690" y="23952"/>
                  <a:pt x="17447" y="24287"/>
                  <a:pt x="17265" y="24347"/>
                </a:cubicBezTo>
                <a:cubicBezTo>
                  <a:pt x="17326" y="24408"/>
                  <a:pt x="17417" y="24317"/>
                  <a:pt x="17478" y="24287"/>
                </a:cubicBezTo>
                <a:cubicBezTo>
                  <a:pt x="17690" y="24439"/>
                  <a:pt x="17508" y="24742"/>
                  <a:pt x="17842" y="24408"/>
                </a:cubicBezTo>
                <a:cubicBezTo>
                  <a:pt x="17842" y="24712"/>
                  <a:pt x="17721" y="24712"/>
                  <a:pt x="17447" y="24864"/>
                </a:cubicBezTo>
                <a:cubicBezTo>
                  <a:pt x="17386" y="24894"/>
                  <a:pt x="17538" y="24651"/>
                  <a:pt x="17538" y="24651"/>
                </a:cubicBezTo>
                <a:cubicBezTo>
                  <a:pt x="17538" y="24591"/>
                  <a:pt x="17143" y="25046"/>
                  <a:pt x="17022" y="25107"/>
                </a:cubicBezTo>
                <a:cubicBezTo>
                  <a:pt x="16870" y="25016"/>
                  <a:pt x="17022" y="24894"/>
                  <a:pt x="17143" y="24803"/>
                </a:cubicBezTo>
                <a:cubicBezTo>
                  <a:pt x="17174" y="24287"/>
                  <a:pt x="17417" y="23831"/>
                  <a:pt x="17842" y="23527"/>
                </a:cubicBezTo>
                <a:cubicBezTo>
                  <a:pt x="17842" y="23618"/>
                  <a:pt x="17873" y="23709"/>
                  <a:pt x="17934" y="23800"/>
                </a:cubicBezTo>
                <a:cubicBezTo>
                  <a:pt x="18025" y="23587"/>
                  <a:pt x="17812" y="23375"/>
                  <a:pt x="18146" y="23162"/>
                </a:cubicBezTo>
                <a:cubicBezTo>
                  <a:pt x="18268" y="23344"/>
                  <a:pt x="18420" y="23405"/>
                  <a:pt x="18602" y="23223"/>
                </a:cubicBezTo>
                <a:cubicBezTo>
                  <a:pt x="18845" y="23648"/>
                  <a:pt x="18329" y="23831"/>
                  <a:pt x="18116" y="24165"/>
                </a:cubicBezTo>
                <a:cubicBezTo>
                  <a:pt x="17964" y="24013"/>
                  <a:pt x="18116" y="23922"/>
                  <a:pt x="17903" y="23922"/>
                </a:cubicBezTo>
                <a:cubicBezTo>
                  <a:pt x="17842" y="24043"/>
                  <a:pt x="18025" y="24165"/>
                  <a:pt x="17721" y="24287"/>
                </a:cubicBezTo>
                <a:close/>
                <a:moveTo>
                  <a:pt x="22827" y="18238"/>
                </a:moveTo>
                <a:cubicBezTo>
                  <a:pt x="22888" y="18329"/>
                  <a:pt x="22645" y="18420"/>
                  <a:pt x="22736" y="18542"/>
                </a:cubicBezTo>
                <a:lnTo>
                  <a:pt x="22159" y="19028"/>
                </a:lnTo>
                <a:cubicBezTo>
                  <a:pt x="21915" y="19241"/>
                  <a:pt x="21642" y="19545"/>
                  <a:pt x="21460" y="19362"/>
                </a:cubicBezTo>
                <a:cubicBezTo>
                  <a:pt x="21581" y="19180"/>
                  <a:pt x="21703" y="19332"/>
                  <a:pt x="21855" y="19119"/>
                </a:cubicBezTo>
                <a:lnTo>
                  <a:pt x="21703" y="18907"/>
                </a:lnTo>
                <a:cubicBezTo>
                  <a:pt x="21308" y="18907"/>
                  <a:pt x="21277" y="19271"/>
                  <a:pt x="20852" y="19545"/>
                </a:cubicBezTo>
                <a:cubicBezTo>
                  <a:pt x="20578" y="19393"/>
                  <a:pt x="21004" y="19271"/>
                  <a:pt x="21095" y="19119"/>
                </a:cubicBezTo>
                <a:cubicBezTo>
                  <a:pt x="21216" y="18967"/>
                  <a:pt x="21247" y="18785"/>
                  <a:pt x="21338" y="18663"/>
                </a:cubicBezTo>
                <a:cubicBezTo>
                  <a:pt x="21672" y="18390"/>
                  <a:pt x="21976" y="18055"/>
                  <a:pt x="22250" y="17751"/>
                </a:cubicBezTo>
                <a:cubicBezTo>
                  <a:pt x="22554" y="17751"/>
                  <a:pt x="22250" y="17934"/>
                  <a:pt x="22463" y="18116"/>
                </a:cubicBezTo>
                <a:cubicBezTo>
                  <a:pt x="22189" y="17934"/>
                  <a:pt x="21703" y="18451"/>
                  <a:pt x="21520" y="18755"/>
                </a:cubicBezTo>
                <a:cubicBezTo>
                  <a:pt x="21733" y="18876"/>
                  <a:pt x="22037" y="18846"/>
                  <a:pt x="22219" y="18663"/>
                </a:cubicBezTo>
                <a:cubicBezTo>
                  <a:pt x="22128" y="18481"/>
                  <a:pt x="21976" y="18481"/>
                  <a:pt x="21824" y="18663"/>
                </a:cubicBezTo>
                <a:cubicBezTo>
                  <a:pt x="21946" y="18268"/>
                  <a:pt x="22523" y="18451"/>
                  <a:pt x="22827" y="18238"/>
                </a:cubicBezTo>
                <a:close/>
                <a:moveTo>
                  <a:pt x="15897" y="25806"/>
                </a:moveTo>
                <a:cubicBezTo>
                  <a:pt x="15806" y="26323"/>
                  <a:pt x="15411" y="25989"/>
                  <a:pt x="15016" y="26384"/>
                </a:cubicBezTo>
                <a:cubicBezTo>
                  <a:pt x="15380" y="26232"/>
                  <a:pt x="15350" y="26505"/>
                  <a:pt x="15076" y="26749"/>
                </a:cubicBezTo>
                <a:cubicBezTo>
                  <a:pt x="14864" y="26414"/>
                  <a:pt x="14712" y="26901"/>
                  <a:pt x="14408" y="26749"/>
                </a:cubicBezTo>
                <a:cubicBezTo>
                  <a:pt x="14408" y="26688"/>
                  <a:pt x="14529" y="26323"/>
                  <a:pt x="14256" y="26566"/>
                </a:cubicBezTo>
                <a:cubicBezTo>
                  <a:pt x="14104" y="26262"/>
                  <a:pt x="14560" y="26232"/>
                  <a:pt x="14772" y="26050"/>
                </a:cubicBezTo>
                <a:cubicBezTo>
                  <a:pt x="14833" y="26232"/>
                  <a:pt x="14438" y="26414"/>
                  <a:pt x="14742" y="26597"/>
                </a:cubicBezTo>
                <a:cubicBezTo>
                  <a:pt x="14803" y="26536"/>
                  <a:pt x="14742" y="26475"/>
                  <a:pt x="14712" y="26414"/>
                </a:cubicBezTo>
                <a:lnTo>
                  <a:pt x="15198" y="26019"/>
                </a:lnTo>
                <a:cubicBezTo>
                  <a:pt x="15320" y="25898"/>
                  <a:pt x="14833" y="25806"/>
                  <a:pt x="15228" y="25594"/>
                </a:cubicBezTo>
                <a:cubicBezTo>
                  <a:pt x="15532" y="25685"/>
                  <a:pt x="15289" y="26323"/>
                  <a:pt x="15897" y="25806"/>
                </a:cubicBezTo>
                <a:close/>
                <a:moveTo>
                  <a:pt x="25381" y="16931"/>
                </a:moveTo>
                <a:cubicBezTo>
                  <a:pt x="25654" y="16718"/>
                  <a:pt x="25715" y="16961"/>
                  <a:pt x="25867" y="16627"/>
                </a:cubicBezTo>
                <a:cubicBezTo>
                  <a:pt x="26110" y="16840"/>
                  <a:pt x="25472" y="17113"/>
                  <a:pt x="25381" y="16931"/>
                </a:cubicBezTo>
                <a:close/>
                <a:moveTo>
                  <a:pt x="71065" y="19758"/>
                </a:moveTo>
                <a:cubicBezTo>
                  <a:pt x="71369" y="19758"/>
                  <a:pt x="71734" y="20274"/>
                  <a:pt x="72068" y="20457"/>
                </a:cubicBezTo>
                <a:cubicBezTo>
                  <a:pt x="71795" y="20487"/>
                  <a:pt x="71430" y="19970"/>
                  <a:pt x="71096" y="19758"/>
                </a:cubicBezTo>
                <a:close/>
                <a:moveTo>
                  <a:pt x="25350" y="16718"/>
                </a:moveTo>
                <a:cubicBezTo>
                  <a:pt x="25289" y="16931"/>
                  <a:pt x="25137" y="17144"/>
                  <a:pt x="25259" y="17326"/>
                </a:cubicBezTo>
                <a:cubicBezTo>
                  <a:pt x="25016" y="17539"/>
                  <a:pt x="24773" y="17843"/>
                  <a:pt x="24560" y="17630"/>
                </a:cubicBezTo>
                <a:cubicBezTo>
                  <a:pt x="24803" y="17630"/>
                  <a:pt x="25046" y="17265"/>
                  <a:pt x="25168" y="17083"/>
                </a:cubicBezTo>
                <a:cubicBezTo>
                  <a:pt x="25137" y="17022"/>
                  <a:pt x="25046" y="17113"/>
                  <a:pt x="24985" y="17144"/>
                </a:cubicBezTo>
                <a:cubicBezTo>
                  <a:pt x="24985" y="16931"/>
                  <a:pt x="25137" y="16748"/>
                  <a:pt x="25350" y="16748"/>
                </a:cubicBezTo>
                <a:close/>
                <a:moveTo>
                  <a:pt x="69697" y="23891"/>
                </a:moveTo>
                <a:cubicBezTo>
                  <a:pt x="69576" y="24013"/>
                  <a:pt x="69454" y="23952"/>
                  <a:pt x="69272" y="23800"/>
                </a:cubicBezTo>
                <a:cubicBezTo>
                  <a:pt x="69150" y="23983"/>
                  <a:pt x="69302" y="24013"/>
                  <a:pt x="69090" y="24043"/>
                </a:cubicBezTo>
                <a:cubicBezTo>
                  <a:pt x="68725" y="23891"/>
                  <a:pt x="68390" y="23709"/>
                  <a:pt x="68087" y="23466"/>
                </a:cubicBezTo>
                <a:cubicBezTo>
                  <a:pt x="67539" y="23162"/>
                  <a:pt x="66962" y="22858"/>
                  <a:pt x="66445" y="22463"/>
                </a:cubicBezTo>
                <a:cubicBezTo>
                  <a:pt x="66384" y="22402"/>
                  <a:pt x="66324" y="22341"/>
                  <a:pt x="66263" y="22250"/>
                </a:cubicBezTo>
                <a:cubicBezTo>
                  <a:pt x="65533" y="21642"/>
                  <a:pt x="64652" y="21277"/>
                  <a:pt x="63892" y="20761"/>
                </a:cubicBezTo>
                <a:cubicBezTo>
                  <a:pt x="63740" y="20669"/>
                  <a:pt x="63649" y="20426"/>
                  <a:pt x="63497" y="20335"/>
                </a:cubicBezTo>
                <a:cubicBezTo>
                  <a:pt x="63406" y="20274"/>
                  <a:pt x="63193" y="20305"/>
                  <a:pt x="63132" y="20244"/>
                </a:cubicBezTo>
                <a:cubicBezTo>
                  <a:pt x="63041" y="20183"/>
                  <a:pt x="62919" y="19970"/>
                  <a:pt x="62828" y="19879"/>
                </a:cubicBezTo>
                <a:cubicBezTo>
                  <a:pt x="62220" y="19514"/>
                  <a:pt x="61643" y="19119"/>
                  <a:pt x="61126" y="18663"/>
                </a:cubicBezTo>
                <a:cubicBezTo>
                  <a:pt x="61308" y="18511"/>
                  <a:pt x="61126" y="18420"/>
                  <a:pt x="61278" y="18268"/>
                </a:cubicBezTo>
                <a:cubicBezTo>
                  <a:pt x="60944" y="18147"/>
                  <a:pt x="61217" y="18420"/>
                  <a:pt x="61035" y="18603"/>
                </a:cubicBezTo>
                <a:cubicBezTo>
                  <a:pt x="60457" y="18268"/>
                  <a:pt x="60275" y="17995"/>
                  <a:pt x="59880" y="18025"/>
                </a:cubicBezTo>
                <a:cubicBezTo>
                  <a:pt x="59606" y="18055"/>
                  <a:pt x="59728" y="17812"/>
                  <a:pt x="59637" y="17751"/>
                </a:cubicBezTo>
                <a:cubicBezTo>
                  <a:pt x="59485" y="17630"/>
                  <a:pt x="59181" y="17751"/>
                  <a:pt x="59150" y="17387"/>
                </a:cubicBezTo>
                <a:cubicBezTo>
                  <a:pt x="58907" y="17873"/>
                  <a:pt x="58846" y="17326"/>
                  <a:pt x="58573" y="17387"/>
                </a:cubicBezTo>
                <a:cubicBezTo>
                  <a:pt x="58694" y="17539"/>
                  <a:pt x="58633" y="17721"/>
                  <a:pt x="58633" y="17903"/>
                </a:cubicBezTo>
                <a:cubicBezTo>
                  <a:pt x="58816" y="17903"/>
                  <a:pt x="58785" y="17660"/>
                  <a:pt x="59059" y="17630"/>
                </a:cubicBezTo>
                <a:cubicBezTo>
                  <a:pt x="59333" y="17782"/>
                  <a:pt x="59241" y="17934"/>
                  <a:pt x="59515" y="18086"/>
                </a:cubicBezTo>
                <a:lnTo>
                  <a:pt x="59333" y="18329"/>
                </a:lnTo>
                <a:cubicBezTo>
                  <a:pt x="59545" y="18542"/>
                  <a:pt x="59637" y="18025"/>
                  <a:pt x="59971" y="18207"/>
                </a:cubicBezTo>
                <a:cubicBezTo>
                  <a:pt x="59910" y="18329"/>
                  <a:pt x="59788" y="18299"/>
                  <a:pt x="59697" y="18420"/>
                </a:cubicBezTo>
                <a:cubicBezTo>
                  <a:pt x="59940" y="18694"/>
                  <a:pt x="60275" y="18451"/>
                  <a:pt x="60336" y="18785"/>
                </a:cubicBezTo>
                <a:cubicBezTo>
                  <a:pt x="60700" y="18755"/>
                  <a:pt x="61065" y="18876"/>
                  <a:pt x="61308" y="19150"/>
                </a:cubicBezTo>
                <a:cubicBezTo>
                  <a:pt x="61126" y="19150"/>
                  <a:pt x="60913" y="19119"/>
                  <a:pt x="60731" y="18998"/>
                </a:cubicBezTo>
                <a:cubicBezTo>
                  <a:pt x="60761" y="19150"/>
                  <a:pt x="60822" y="19302"/>
                  <a:pt x="60883" y="19423"/>
                </a:cubicBezTo>
                <a:cubicBezTo>
                  <a:pt x="61035" y="19545"/>
                  <a:pt x="60913" y="19241"/>
                  <a:pt x="60913" y="19241"/>
                </a:cubicBezTo>
                <a:cubicBezTo>
                  <a:pt x="61035" y="19180"/>
                  <a:pt x="61035" y="19332"/>
                  <a:pt x="61156" y="19332"/>
                </a:cubicBezTo>
                <a:cubicBezTo>
                  <a:pt x="61308" y="19362"/>
                  <a:pt x="61551" y="19089"/>
                  <a:pt x="61612" y="19484"/>
                </a:cubicBezTo>
                <a:cubicBezTo>
                  <a:pt x="61551" y="19727"/>
                  <a:pt x="61399" y="19454"/>
                  <a:pt x="61308" y="19454"/>
                </a:cubicBezTo>
                <a:cubicBezTo>
                  <a:pt x="61217" y="19454"/>
                  <a:pt x="61156" y="19697"/>
                  <a:pt x="60974" y="19606"/>
                </a:cubicBezTo>
                <a:cubicBezTo>
                  <a:pt x="61035" y="20062"/>
                  <a:pt x="61339" y="20001"/>
                  <a:pt x="61582" y="20274"/>
                </a:cubicBezTo>
                <a:cubicBezTo>
                  <a:pt x="61825" y="19970"/>
                  <a:pt x="61339" y="20001"/>
                  <a:pt x="61369" y="19818"/>
                </a:cubicBezTo>
                <a:cubicBezTo>
                  <a:pt x="61491" y="19454"/>
                  <a:pt x="61764" y="19818"/>
                  <a:pt x="61916" y="19697"/>
                </a:cubicBezTo>
                <a:cubicBezTo>
                  <a:pt x="62099" y="19970"/>
                  <a:pt x="61855" y="19849"/>
                  <a:pt x="61734" y="20092"/>
                </a:cubicBezTo>
                <a:cubicBezTo>
                  <a:pt x="61764" y="20305"/>
                  <a:pt x="61703" y="20548"/>
                  <a:pt x="62038" y="20730"/>
                </a:cubicBezTo>
                <a:cubicBezTo>
                  <a:pt x="61855" y="20973"/>
                  <a:pt x="61430" y="20943"/>
                  <a:pt x="61521" y="20669"/>
                </a:cubicBezTo>
                <a:cubicBezTo>
                  <a:pt x="61278" y="20578"/>
                  <a:pt x="61612" y="20913"/>
                  <a:pt x="61339" y="21034"/>
                </a:cubicBezTo>
                <a:cubicBezTo>
                  <a:pt x="61065" y="21065"/>
                  <a:pt x="61004" y="20761"/>
                  <a:pt x="60822" y="20669"/>
                </a:cubicBezTo>
                <a:cubicBezTo>
                  <a:pt x="60761" y="20609"/>
                  <a:pt x="60609" y="20609"/>
                  <a:pt x="60488" y="20487"/>
                </a:cubicBezTo>
                <a:cubicBezTo>
                  <a:pt x="60184" y="20214"/>
                  <a:pt x="59880" y="19818"/>
                  <a:pt x="59545" y="19545"/>
                </a:cubicBezTo>
                <a:cubicBezTo>
                  <a:pt x="59393" y="19423"/>
                  <a:pt x="59302" y="19454"/>
                  <a:pt x="59211" y="19393"/>
                </a:cubicBezTo>
                <a:cubicBezTo>
                  <a:pt x="58694" y="18937"/>
                  <a:pt x="58178" y="18511"/>
                  <a:pt x="57630" y="18116"/>
                </a:cubicBezTo>
                <a:cubicBezTo>
                  <a:pt x="57418" y="17964"/>
                  <a:pt x="57266" y="17812"/>
                  <a:pt x="57083" y="17630"/>
                </a:cubicBezTo>
                <a:cubicBezTo>
                  <a:pt x="55989" y="16657"/>
                  <a:pt x="54743" y="15745"/>
                  <a:pt x="53679" y="14803"/>
                </a:cubicBezTo>
                <a:cubicBezTo>
                  <a:pt x="53557" y="14712"/>
                  <a:pt x="53557" y="14590"/>
                  <a:pt x="53466" y="14499"/>
                </a:cubicBezTo>
                <a:cubicBezTo>
                  <a:pt x="53253" y="14286"/>
                  <a:pt x="52980" y="14134"/>
                  <a:pt x="52676" y="14013"/>
                </a:cubicBezTo>
                <a:cubicBezTo>
                  <a:pt x="52463" y="13861"/>
                  <a:pt x="52433" y="13678"/>
                  <a:pt x="52098" y="13648"/>
                </a:cubicBezTo>
                <a:cubicBezTo>
                  <a:pt x="51855" y="13557"/>
                  <a:pt x="52038" y="13344"/>
                  <a:pt x="51886" y="13223"/>
                </a:cubicBezTo>
                <a:cubicBezTo>
                  <a:pt x="51430" y="13162"/>
                  <a:pt x="51156" y="12706"/>
                  <a:pt x="50670" y="12645"/>
                </a:cubicBezTo>
                <a:cubicBezTo>
                  <a:pt x="50518" y="12615"/>
                  <a:pt x="50822" y="12371"/>
                  <a:pt x="50943" y="12523"/>
                </a:cubicBezTo>
                <a:cubicBezTo>
                  <a:pt x="50791" y="12128"/>
                  <a:pt x="50214" y="12280"/>
                  <a:pt x="50244" y="12432"/>
                </a:cubicBezTo>
                <a:cubicBezTo>
                  <a:pt x="50001" y="12219"/>
                  <a:pt x="49667" y="12037"/>
                  <a:pt x="49758" y="11703"/>
                </a:cubicBezTo>
                <a:cubicBezTo>
                  <a:pt x="49241" y="11885"/>
                  <a:pt x="48937" y="11004"/>
                  <a:pt x="48451" y="11277"/>
                </a:cubicBezTo>
                <a:cubicBezTo>
                  <a:pt x="48269" y="11277"/>
                  <a:pt x="48329" y="11064"/>
                  <a:pt x="48299" y="11034"/>
                </a:cubicBezTo>
                <a:cubicBezTo>
                  <a:pt x="48269" y="11004"/>
                  <a:pt x="48147" y="11064"/>
                  <a:pt x="48056" y="11004"/>
                </a:cubicBezTo>
                <a:cubicBezTo>
                  <a:pt x="47661" y="10700"/>
                  <a:pt x="47265" y="10457"/>
                  <a:pt x="46810" y="10244"/>
                </a:cubicBezTo>
                <a:cubicBezTo>
                  <a:pt x="46718" y="10213"/>
                  <a:pt x="46445" y="10122"/>
                  <a:pt x="46384" y="10244"/>
                </a:cubicBezTo>
                <a:cubicBezTo>
                  <a:pt x="46323" y="10213"/>
                  <a:pt x="46384" y="10092"/>
                  <a:pt x="46384" y="9970"/>
                </a:cubicBezTo>
                <a:cubicBezTo>
                  <a:pt x="46019" y="9970"/>
                  <a:pt x="45685" y="9849"/>
                  <a:pt x="45351" y="9636"/>
                </a:cubicBezTo>
                <a:cubicBezTo>
                  <a:pt x="45290" y="9636"/>
                  <a:pt x="45259" y="9727"/>
                  <a:pt x="45229" y="9788"/>
                </a:cubicBezTo>
                <a:cubicBezTo>
                  <a:pt x="45016" y="9545"/>
                  <a:pt x="44803" y="9727"/>
                  <a:pt x="44712" y="9453"/>
                </a:cubicBezTo>
                <a:cubicBezTo>
                  <a:pt x="44560" y="9362"/>
                  <a:pt x="44560" y="9575"/>
                  <a:pt x="44439" y="9545"/>
                </a:cubicBezTo>
                <a:cubicBezTo>
                  <a:pt x="44226" y="9362"/>
                  <a:pt x="43952" y="9241"/>
                  <a:pt x="43679" y="9210"/>
                </a:cubicBezTo>
                <a:cubicBezTo>
                  <a:pt x="43466" y="9180"/>
                  <a:pt x="43253" y="9150"/>
                  <a:pt x="43010" y="9150"/>
                </a:cubicBezTo>
                <a:cubicBezTo>
                  <a:pt x="42858" y="9150"/>
                  <a:pt x="42706" y="9241"/>
                  <a:pt x="42554" y="9241"/>
                </a:cubicBezTo>
                <a:cubicBezTo>
                  <a:pt x="42037" y="9241"/>
                  <a:pt x="41521" y="9119"/>
                  <a:pt x="41095" y="9089"/>
                </a:cubicBezTo>
                <a:cubicBezTo>
                  <a:pt x="40670" y="9058"/>
                  <a:pt x="40305" y="9362"/>
                  <a:pt x="40031" y="9058"/>
                </a:cubicBezTo>
                <a:cubicBezTo>
                  <a:pt x="39910" y="9089"/>
                  <a:pt x="39879" y="9210"/>
                  <a:pt x="39758" y="9241"/>
                </a:cubicBezTo>
                <a:cubicBezTo>
                  <a:pt x="39636" y="9241"/>
                  <a:pt x="39636" y="9119"/>
                  <a:pt x="39545" y="9150"/>
                </a:cubicBezTo>
                <a:cubicBezTo>
                  <a:pt x="39393" y="9180"/>
                  <a:pt x="39211" y="9332"/>
                  <a:pt x="39059" y="9362"/>
                </a:cubicBezTo>
                <a:cubicBezTo>
                  <a:pt x="38694" y="9362"/>
                  <a:pt x="38329" y="9362"/>
                  <a:pt x="37964" y="9453"/>
                </a:cubicBezTo>
                <a:cubicBezTo>
                  <a:pt x="37873" y="9484"/>
                  <a:pt x="37873" y="9545"/>
                  <a:pt x="37782" y="9545"/>
                </a:cubicBezTo>
                <a:cubicBezTo>
                  <a:pt x="37721" y="9575"/>
                  <a:pt x="37539" y="9514"/>
                  <a:pt x="37448" y="9545"/>
                </a:cubicBezTo>
                <a:cubicBezTo>
                  <a:pt x="37356" y="9605"/>
                  <a:pt x="37326" y="9757"/>
                  <a:pt x="37235" y="9788"/>
                </a:cubicBezTo>
                <a:cubicBezTo>
                  <a:pt x="37174" y="9818"/>
                  <a:pt x="37113" y="9757"/>
                  <a:pt x="37053" y="9757"/>
                </a:cubicBezTo>
                <a:cubicBezTo>
                  <a:pt x="36961" y="9788"/>
                  <a:pt x="36931" y="9879"/>
                  <a:pt x="36809" y="9909"/>
                </a:cubicBezTo>
                <a:cubicBezTo>
                  <a:pt x="36323" y="10001"/>
                  <a:pt x="35867" y="10183"/>
                  <a:pt x="35442" y="10426"/>
                </a:cubicBezTo>
                <a:cubicBezTo>
                  <a:pt x="35350" y="10487"/>
                  <a:pt x="35290" y="10396"/>
                  <a:pt x="35229" y="10426"/>
                </a:cubicBezTo>
                <a:cubicBezTo>
                  <a:pt x="35016" y="10578"/>
                  <a:pt x="34864" y="10943"/>
                  <a:pt x="34438" y="10943"/>
                </a:cubicBezTo>
                <a:cubicBezTo>
                  <a:pt x="34317" y="11308"/>
                  <a:pt x="33891" y="11216"/>
                  <a:pt x="33435" y="11612"/>
                </a:cubicBezTo>
                <a:cubicBezTo>
                  <a:pt x="33375" y="11490"/>
                  <a:pt x="33618" y="11429"/>
                  <a:pt x="33496" y="11277"/>
                </a:cubicBezTo>
                <a:cubicBezTo>
                  <a:pt x="33344" y="11368"/>
                  <a:pt x="33375" y="11520"/>
                  <a:pt x="33375" y="11642"/>
                </a:cubicBezTo>
                <a:cubicBezTo>
                  <a:pt x="33162" y="11612"/>
                  <a:pt x="32888" y="11916"/>
                  <a:pt x="32645" y="12037"/>
                </a:cubicBezTo>
                <a:cubicBezTo>
                  <a:pt x="32493" y="12128"/>
                  <a:pt x="32706" y="12280"/>
                  <a:pt x="32584" y="12371"/>
                </a:cubicBezTo>
                <a:cubicBezTo>
                  <a:pt x="31946" y="12919"/>
                  <a:pt x="31217" y="13253"/>
                  <a:pt x="30700" y="13800"/>
                </a:cubicBezTo>
                <a:cubicBezTo>
                  <a:pt x="30548" y="13952"/>
                  <a:pt x="30517" y="14134"/>
                  <a:pt x="30396" y="14256"/>
                </a:cubicBezTo>
                <a:cubicBezTo>
                  <a:pt x="30001" y="14621"/>
                  <a:pt x="29484" y="14894"/>
                  <a:pt x="29058" y="15229"/>
                </a:cubicBezTo>
                <a:cubicBezTo>
                  <a:pt x="28937" y="15350"/>
                  <a:pt x="28815" y="15533"/>
                  <a:pt x="28694" y="15624"/>
                </a:cubicBezTo>
                <a:cubicBezTo>
                  <a:pt x="28572" y="15745"/>
                  <a:pt x="28420" y="15715"/>
                  <a:pt x="28238" y="15806"/>
                </a:cubicBezTo>
                <a:cubicBezTo>
                  <a:pt x="28086" y="15897"/>
                  <a:pt x="28086" y="16049"/>
                  <a:pt x="27964" y="16141"/>
                </a:cubicBezTo>
                <a:cubicBezTo>
                  <a:pt x="27447" y="16596"/>
                  <a:pt x="26809" y="17022"/>
                  <a:pt x="26232" y="17448"/>
                </a:cubicBezTo>
                <a:cubicBezTo>
                  <a:pt x="26019" y="17296"/>
                  <a:pt x="26475" y="17204"/>
                  <a:pt x="26657" y="16961"/>
                </a:cubicBezTo>
                <a:cubicBezTo>
                  <a:pt x="26748" y="16840"/>
                  <a:pt x="26840" y="16292"/>
                  <a:pt x="27113" y="16566"/>
                </a:cubicBezTo>
                <a:cubicBezTo>
                  <a:pt x="27387" y="16384"/>
                  <a:pt x="27113" y="16171"/>
                  <a:pt x="27356" y="16019"/>
                </a:cubicBezTo>
                <a:cubicBezTo>
                  <a:pt x="27447" y="16110"/>
                  <a:pt x="27569" y="16141"/>
                  <a:pt x="27660" y="16080"/>
                </a:cubicBezTo>
                <a:cubicBezTo>
                  <a:pt x="27508" y="15958"/>
                  <a:pt x="27660" y="15624"/>
                  <a:pt x="28025" y="15685"/>
                </a:cubicBezTo>
                <a:cubicBezTo>
                  <a:pt x="27903" y="15381"/>
                  <a:pt x="27691" y="15776"/>
                  <a:pt x="27539" y="15533"/>
                </a:cubicBezTo>
                <a:lnTo>
                  <a:pt x="28511" y="14590"/>
                </a:lnTo>
                <a:cubicBezTo>
                  <a:pt x="28390" y="14317"/>
                  <a:pt x="28147" y="14742"/>
                  <a:pt x="27995" y="14408"/>
                </a:cubicBezTo>
                <a:cubicBezTo>
                  <a:pt x="28603" y="14134"/>
                  <a:pt x="28603" y="13496"/>
                  <a:pt x="29210" y="13496"/>
                </a:cubicBezTo>
                <a:cubicBezTo>
                  <a:pt x="29332" y="13344"/>
                  <a:pt x="29302" y="13283"/>
                  <a:pt x="29150" y="13253"/>
                </a:cubicBezTo>
                <a:cubicBezTo>
                  <a:pt x="29210" y="13040"/>
                  <a:pt x="29514" y="13192"/>
                  <a:pt x="29423" y="13040"/>
                </a:cubicBezTo>
                <a:cubicBezTo>
                  <a:pt x="29606" y="12919"/>
                  <a:pt x="29484" y="13253"/>
                  <a:pt x="29545" y="13344"/>
                </a:cubicBezTo>
                <a:cubicBezTo>
                  <a:pt x="29818" y="12858"/>
                  <a:pt x="30244" y="12432"/>
                  <a:pt x="30761" y="12189"/>
                </a:cubicBezTo>
                <a:cubicBezTo>
                  <a:pt x="30700" y="12128"/>
                  <a:pt x="30639" y="12189"/>
                  <a:pt x="30578" y="12250"/>
                </a:cubicBezTo>
                <a:cubicBezTo>
                  <a:pt x="30821" y="12037"/>
                  <a:pt x="31338" y="11429"/>
                  <a:pt x="31824" y="11308"/>
                </a:cubicBezTo>
                <a:cubicBezTo>
                  <a:pt x="32098" y="11186"/>
                  <a:pt x="31824" y="10943"/>
                  <a:pt x="32098" y="10821"/>
                </a:cubicBezTo>
                <a:cubicBezTo>
                  <a:pt x="32280" y="10852"/>
                  <a:pt x="32463" y="10791"/>
                  <a:pt x="32615" y="10669"/>
                </a:cubicBezTo>
                <a:cubicBezTo>
                  <a:pt x="32767" y="10609"/>
                  <a:pt x="32706" y="10548"/>
                  <a:pt x="32676" y="10457"/>
                </a:cubicBezTo>
                <a:cubicBezTo>
                  <a:pt x="32858" y="10365"/>
                  <a:pt x="33131" y="10365"/>
                  <a:pt x="33040" y="10122"/>
                </a:cubicBezTo>
                <a:cubicBezTo>
                  <a:pt x="32888" y="9970"/>
                  <a:pt x="32645" y="10335"/>
                  <a:pt x="32432" y="10396"/>
                </a:cubicBezTo>
                <a:cubicBezTo>
                  <a:pt x="32341" y="10213"/>
                  <a:pt x="32220" y="10122"/>
                  <a:pt x="32037" y="10274"/>
                </a:cubicBezTo>
                <a:cubicBezTo>
                  <a:pt x="31976" y="10335"/>
                  <a:pt x="32007" y="10396"/>
                  <a:pt x="31946" y="10426"/>
                </a:cubicBezTo>
                <a:cubicBezTo>
                  <a:pt x="32037" y="10487"/>
                  <a:pt x="32159" y="10396"/>
                  <a:pt x="32220" y="10548"/>
                </a:cubicBezTo>
                <a:cubicBezTo>
                  <a:pt x="30365" y="11612"/>
                  <a:pt x="29788" y="12432"/>
                  <a:pt x="28055" y="13618"/>
                </a:cubicBezTo>
                <a:cubicBezTo>
                  <a:pt x="27873" y="13618"/>
                  <a:pt x="27934" y="13526"/>
                  <a:pt x="27873" y="13435"/>
                </a:cubicBezTo>
                <a:cubicBezTo>
                  <a:pt x="27508" y="13800"/>
                  <a:pt x="27113" y="14104"/>
                  <a:pt x="26688" y="14408"/>
                </a:cubicBezTo>
                <a:cubicBezTo>
                  <a:pt x="26627" y="14499"/>
                  <a:pt x="26748" y="14590"/>
                  <a:pt x="26657" y="14651"/>
                </a:cubicBezTo>
                <a:cubicBezTo>
                  <a:pt x="26444" y="14773"/>
                  <a:pt x="26232" y="14925"/>
                  <a:pt x="26049" y="14651"/>
                </a:cubicBezTo>
                <a:cubicBezTo>
                  <a:pt x="25928" y="14894"/>
                  <a:pt x="25897" y="14894"/>
                  <a:pt x="26140" y="15046"/>
                </a:cubicBezTo>
                <a:cubicBezTo>
                  <a:pt x="26019" y="15046"/>
                  <a:pt x="25928" y="14955"/>
                  <a:pt x="25806" y="15077"/>
                </a:cubicBezTo>
                <a:cubicBezTo>
                  <a:pt x="25654" y="14834"/>
                  <a:pt x="25897" y="14590"/>
                  <a:pt x="25897" y="14347"/>
                </a:cubicBezTo>
                <a:cubicBezTo>
                  <a:pt x="26262" y="14256"/>
                  <a:pt x="26232" y="14226"/>
                  <a:pt x="26596" y="13891"/>
                </a:cubicBezTo>
                <a:cubicBezTo>
                  <a:pt x="26900" y="14013"/>
                  <a:pt x="26384" y="14134"/>
                  <a:pt x="26536" y="14256"/>
                </a:cubicBezTo>
                <a:cubicBezTo>
                  <a:pt x="26809" y="14286"/>
                  <a:pt x="27113" y="13800"/>
                  <a:pt x="26718" y="13770"/>
                </a:cubicBezTo>
                <a:cubicBezTo>
                  <a:pt x="27052" y="13618"/>
                  <a:pt x="27022" y="13283"/>
                  <a:pt x="27295" y="13314"/>
                </a:cubicBezTo>
                <a:cubicBezTo>
                  <a:pt x="27447" y="13405"/>
                  <a:pt x="27295" y="13496"/>
                  <a:pt x="27174" y="13618"/>
                </a:cubicBezTo>
                <a:cubicBezTo>
                  <a:pt x="27417" y="13678"/>
                  <a:pt x="27660" y="13283"/>
                  <a:pt x="27508" y="13131"/>
                </a:cubicBezTo>
                <a:cubicBezTo>
                  <a:pt x="27934" y="12888"/>
                  <a:pt x="28359" y="12554"/>
                  <a:pt x="28694" y="12159"/>
                </a:cubicBezTo>
                <a:cubicBezTo>
                  <a:pt x="28906" y="12037"/>
                  <a:pt x="29119" y="12098"/>
                  <a:pt x="29332" y="11976"/>
                </a:cubicBezTo>
                <a:cubicBezTo>
                  <a:pt x="29393" y="11885"/>
                  <a:pt x="29271" y="11794"/>
                  <a:pt x="29362" y="11733"/>
                </a:cubicBezTo>
                <a:cubicBezTo>
                  <a:pt x="30061" y="11277"/>
                  <a:pt x="30821" y="10517"/>
                  <a:pt x="31490" y="10274"/>
                </a:cubicBezTo>
                <a:cubicBezTo>
                  <a:pt x="31703" y="10457"/>
                  <a:pt x="31338" y="10548"/>
                  <a:pt x="31217" y="10669"/>
                </a:cubicBezTo>
                <a:cubicBezTo>
                  <a:pt x="31642" y="10700"/>
                  <a:pt x="31672" y="10213"/>
                  <a:pt x="31733" y="10001"/>
                </a:cubicBezTo>
                <a:cubicBezTo>
                  <a:pt x="32220" y="9757"/>
                  <a:pt x="32645" y="9545"/>
                  <a:pt x="33010" y="9362"/>
                </a:cubicBezTo>
                <a:cubicBezTo>
                  <a:pt x="33344" y="9150"/>
                  <a:pt x="33709" y="8906"/>
                  <a:pt x="34104" y="8694"/>
                </a:cubicBezTo>
                <a:cubicBezTo>
                  <a:pt x="34226" y="8785"/>
                  <a:pt x="34347" y="8633"/>
                  <a:pt x="34286" y="8876"/>
                </a:cubicBezTo>
                <a:cubicBezTo>
                  <a:pt x="34560" y="8846"/>
                  <a:pt x="34408" y="8663"/>
                  <a:pt x="34499" y="8602"/>
                </a:cubicBezTo>
                <a:cubicBezTo>
                  <a:pt x="35077" y="8450"/>
                  <a:pt x="35654" y="8268"/>
                  <a:pt x="36201" y="8025"/>
                </a:cubicBezTo>
                <a:cubicBezTo>
                  <a:pt x="36475" y="7903"/>
                  <a:pt x="36809" y="7782"/>
                  <a:pt x="37053" y="7691"/>
                </a:cubicBezTo>
                <a:cubicBezTo>
                  <a:pt x="37326" y="7630"/>
                  <a:pt x="37448" y="7721"/>
                  <a:pt x="37660" y="7660"/>
                </a:cubicBezTo>
                <a:cubicBezTo>
                  <a:pt x="37782" y="7630"/>
                  <a:pt x="37904" y="7539"/>
                  <a:pt x="38025" y="7508"/>
                </a:cubicBezTo>
                <a:cubicBezTo>
                  <a:pt x="38116" y="7508"/>
                  <a:pt x="38208" y="7630"/>
                  <a:pt x="38329" y="7630"/>
                </a:cubicBezTo>
                <a:cubicBezTo>
                  <a:pt x="38633" y="7569"/>
                  <a:pt x="38937" y="7478"/>
                  <a:pt x="39211" y="7387"/>
                </a:cubicBezTo>
                <a:cubicBezTo>
                  <a:pt x="39271" y="7326"/>
                  <a:pt x="39241" y="7204"/>
                  <a:pt x="39332" y="7204"/>
                </a:cubicBezTo>
                <a:cubicBezTo>
                  <a:pt x="39515" y="7295"/>
                  <a:pt x="39697" y="7326"/>
                  <a:pt x="39879" y="7265"/>
                </a:cubicBezTo>
                <a:cubicBezTo>
                  <a:pt x="40153" y="7235"/>
                  <a:pt x="40214" y="7447"/>
                  <a:pt x="40335" y="7174"/>
                </a:cubicBezTo>
                <a:cubicBezTo>
                  <a:pt x="40578" y="7143"/>
                  <a:pt x="40609" y="7387"/>
                  <a:pt x="40882" y="7356"/>
                </a:cubicBezTo>
                <a:cubicBezTo>
                  <a:pt x="40882" y="7265"/>
                  <a:pt x="40730" y="7265"/>
                  <a:pt x="40639" y="7265"/>
                </a:cubicBezTo>
                <a:cubicBezTo>
                  <a:pt x="40730" y="6931"/>
                  <a:pt x="40943" y="7204"/>
                  <a:pt x="41126" y="7204"/>
                </a:cubicBezTo>
                <a:cubicBezTo>
                  <a:pt x="42159" y="7204"/>
                  <a:pt x="43162" y="7356"/>
                  <a:pt x="44165" y="7630"/>
                </a:cubicBezTo>
                <a:cubicBezTo>
                  <a:pt x="44530" y="7751"/>
                  <a:pt x="45199" y="7903"/>
                  <a:pt x="45746" y="8055"/>
                </a:cubicBezTo>
                <a:cubicBezTo>
                  <a:pt x="45867" y="8086"/>
                  <a:pt x="45867" y="8207"/>
                  <a:pt x="46019" y="8238"/>
                </a:cubicBezTo>
                <a:cubicBezTo>
                  <a:pt x="46354" y="8329"/>
                  <a:pt x="46810" y="8238"/>
                  <a:pt x="46870" y="8633"/>
                </a:cubicBezTo>
                <a:cubicBezTo>
                  <a:pt x="46992" y="8450"/>
                  <a:pt x="47752" y="8663"/>
                  <a:pt x="47843" y="8815"/>
                </a:cubicBezTo>
                <a:cubicBezTo>
                  <a:pt x="47873" y="8846"/>
                  <a:pt x="47630" y="8876"/>
                  <a:pt x="47600" y="8815"/>
                </a:cubicBezTo>
                <a:cubicBezTo>
                  <a:pt x="47509" y="8937"/>
                  <a:pt x="47965" y="9119"/>
                  <a:pt x="47934" y="8876"/>
                </a:cubicBezTo>
                <a:cubicBezTo>
                  <a:pt x="48056" y="9089"/>
                  <a:pt x="48238" y="9241"/>
                  <a:pt x="48481" y="9271"/>
                </a:cubicBezTo>
                <a:cubicBezTo>
                  <a:pt x="48512" y="9210"/>
                  <a:pt x="48420" y="9180"/>
                  <a:pt x="48360" y="9119"/>
                </a:cubicBezTo>
                <a:cubicBezTo>
                  <a:pt x="48755" y="9089"/>
                  <a:pt x="49332" y="9514"/>
                  <a:pt x="49819" y="9697"/>
                </a:cubicBezTo>
                <a:cubicBezTo>
                  <a:pt x="50031" y="10092"/>
                  <a:pt x="50366" y="10396"/>
                  <a:pt x="50822" y="10548"/>
                </a:cubicBezTo>
                <a:cubicBezTo>
                  <a:pt x="50852" y="10365"/>
                  <a:pt x="50427" y="10335"/>
                  <a:pt x="50639" y="10092"/>
                </a:cubicBezTo>
                <a:cubicBezTo>
                  <a:pt x="51065" y="10396"/>
                  <a:pt x="51278" y="10153"/>
                  <a:pt x="51734" y="10487"/>
                </a:cubicBezTo>
                <a:cubicBezTo>
                  <a:pt x="52007" y="10639"/>
                  <a:pt x="52220" y="10943"/>
                  <a:pt x="52554" y="11125"/>
                </a:cubicBezTo>
                <a:cubicBezTo>
                  <a:pt x="52494" y="11216"/>
                  <a:pt x="52402" y="11095"/>
                  <a:pt x="52311" y="11064"/>
                </a:cubicBezTo>
                <a:cubicBezTo>
                  <a:pt x="52342" y="11338"/>
                  <a:pt x="52797" y="11368"/>
                  <a:pt x="52737" y="11034"/>
                </a:cubicBezTo>
                <a:cubicBezTo>
                  <a:pt x="52919" y="11095"/>
                  <a:pt x="53010" y="11216"/>
                  <a:pt x="52949" y="11338"/>
                </a:cubicBezTo>
                <a:cubicBezTo>
                  <a:pt x="53527" y="11368"/>
                  <a:pt x="54165" y="12007"/>
                  <a:pt x="54773" y="12250"/>
                </a:cubicBezTo>
                <a:cubicBezTo>
                  <a:pt x="54378" y="12280"/>
                  <a:pt x="54925" y="12736"/>
                  <a:pt x="55138" y="12675"/>
                </a:cubicBezTo>
                <a:cubicBezTo>
                  <a:pt x="55260" y="12402"/>
                  <a:pt x="54652" y="12615"/>
                  <a:pt x="54925" y="12341"/>
                </a:cubicBezTo>
                <a:cubicBezTo>
                  <a:pt x="55685" y="12767"/>
                  <a:pt x="56506" y="13405"/>
                  <a:pt x="57022" y="13709"/>
                </a:cubicBezTo>
                <a:cubicBezTo>
                  <a:pt x="56931" y="13800"/>
                  <a:pt x="57022" y="13891"/>
                  <a:pt x="56962" y="13982"/>
                </a:cubicBezTo>
                <a:lnTo>
                  <a:pt x="57326" y="13922"/>
                </a:lnTo>
                <a:cubicBezTo>
                  <a:pt x="57630" y="14134"/>
                  <a:pt x="57965" y="14408"/>
                  <a:pt x="58299" y="14590"/>
                </a:cubicBezTo>
                <a:cubicBezTo>
                  <a:pt x="58846" y="14985"/>
                  <a:pt x="59393" y="15411"/>
                  <a:pt x="59910" y="15867"/>
                </a:cubicBezTo>
                <a:cubicBezTo>
                  <a:pt x="60062" y="15989"/>
                  <a:pt x="60275" y="16049"/>
                  <a:pt x="60396" y="16141"/>
                </a:cubicBezTo>
                <a:cubicBezTo>
                  <a:pt x="61035" y="16596"/>
                  <a:pt x="62068" y="17478"/>
                  <a:pt x="62889" y="18055"/>
                </a:cubicBezTo>
                <a:cubicBezTo>
                  <a:pt x="63132" y="18207"/>
                  <a:pt x="63406" y="18268"/>
                  <a:pt x="63649" y="18420"/>
                </a:cubicBezTo>
                <a:cubicBezTo>
                  <a:pt x="64135" y="18755"/>
                  <a:pt x="64561" y="19180"/>
                  <a:pt x="65017" y="19514"/>
                </a:cubicBezTo>
                <a:cubicBezTo>
                  <a:pt x="65624" y="19970"/>
                  <a:pt x="66263" y="20305"/>
                  <a:pt x="66810" y="20730"/>
                </a:cubicBezTo>
                <a:cubicBezTo>
                  <a:pt x="66931" y="20821"/>
                  <a:pt x="66901" y="20913"/>
                  <a:pt x="67053" y="21034"/>
                </a:cubicBezTo>
                <a:cubicBezTo>
                  <a:pt x="67175" y="21125"/>
                  <a:pt x="67296" y="21125"/>
                  <a:pt x="67387" y="21186"/>
                </a:cubicBezTo>
                <a:cubicBezTo>
                  <a:pt x="67570" y="21369"/>
                  <a:pt x="67661" y="21673"/>
                  <a:pt x="68026" y="21612"/>
                </a:cubicBezTo>
                <a:cubicBezTo>
                  <a:pt x="68907" y="22341"/>
                  <a:pt x="69059" y="22402"/>
                  <a:pt x="69941" y="23132"/>
                </a:cubicBezTo>
                <a:cubicBezTo>
                  <a:pt x="69880" y="23253"/>
                  <a:pt x="69758" y="23192"/>
                  <a:pt x="69667" y="23314"/>
                </a:cubicBezTo>
                <a:lnTo>
                  <a:pt x="69090" y="22858"/>
                </a:lnTo>
                <a:cubicBezTo>
                  <a:pt x="68907" y="22706"/>
                  <a:pt x="68846" y="23040"/>
                  <a:pt x="68755" y="23101"/>
                </a:cubicBezTo>
                <a:cubicBezTo>
                  <a:pt x="68877" y="23283"/>
                  <a:pt x="68938" y="23071"/>
                  <a:pt x="69059" y="23162"/>
                </a:cubicBezTo>
                <a:cubicBezTo>
                  <a:pt x="69272" y="23283"/>
                  <a:pt x="69059" y="23314"/>
                  <a:pt x="69120" y="23405"/>
                </a:cubicBezTo>
                <a:cubicBezTo>
                  <a:pt x="69150" y="23496"/>
                  <a:pt x="69363" y="23496"/>
                  <a:pt x="69394" y="23527"/>
                </a:cubicBezTo>
                <a:cubicBezTo>
                  <a:pt x="69606" y="23648"/>
                  <a:pt x="69454" y="23922"/>
                  <a:pt x="69697" y="23922"/>
                </a:cubicBezTo>
                <a:close/>
                <a:moveTo>
                  <a:pt x="31156" y="10821"/>
                </a:moveTo>
                <a:cubicBezTo>
                  <a:pt x="31034" y="10943"/>
                  <a:pt x="30669" y="10730"/>
                  <a:pt x="30700" y="11064"/>
                </a:cubicBezTo>
                <a:cubicBezTo>
                  <a:pt x="30821" y="10943"/>
                  <a:pt x="31186" y="11156"/>
                  <a:pt x="31156" y="10821"/>
                </a:cubicBezTo>
                <a:close/>
                <a:moveTo>
                  <a:pt x="28998" y="14074"/>
                </a:moveTo>
                <a:cubicBezTo>
                  <a:pt x="28785" y="14134"/>
                  <a:pt x="28603" y="14226"/>
                  <a:pt x="28420" y="14317"/>
                </a:cubicBezTo>
                <a:cubicBezTo>
                  <a:pt x="28572" y="14590"/>
                  <a:pt x="29089" y="14408"/>
                  <a:pt x="29089" y="14317"/>
                </a:cubicBezTo>
                <a:cubicBezTo>
                  <a:pt x="28876" y="14438"/>
                  <a:pt x="29119" y="14134"/>
                  <a:pt x="28998" y="14074"/>
                </a:cubicBezTo>
                <a:close/>
                <a:moveTo>
                  <a:pt x="30244" y="14226"/>
                </a:moveTo>
                <a:cubicBezTo>
                  <a:pt x="30122" y="14043"/>
                  <a:pt x="29606" y="14317"/>
                  <a:pt x="29606" y="14530"/>
                </a:cubicBezTo>
                <a:cubicBezTo>
                  <a:pt x="29849" y="14499"/>
                  <a:pt x="30061" y="14378"/>
                  <a:pt x="30244" y="14226"/>
                </a:cubicBezTo>
                <a:close/>
                <a:moveTo>
                  <a:pt x="32402" y="12280"/>
                </a:moveTo>
                <a:cubicBezTo>
                  <a:pt x="32220" y="12341"/>
                  <a:pt x="31703" y="12523"/>
                  <a:pt x="31855" y="12767"/>
                </a:cubicBezTo>
                <a:cubicBezTo>
                  <a:pt x="32007" y="12493"/>
                  <a:pt x="32341" y="12584"/>
                  <a:pt x="32402" y="12280"/>
                </a:cubicBezTo>
                <a:close/>
                <a:moveTo>
                  <a:pt x="33101" y="9636"/>
                </a:moveTo>
                <a:cubicBezTo>
                  <a:pt x="32919" y="9545"/>
                  <a:pt x="32554" y="10061"/>
                  <a:pt x="32706" y="10061"/>
                </a:cubicBezTo>
                <a:cubicBezTo>
                  <a:pt x="32676" y="9849"/>
                  <a:pt x="33162" y="9818"/>
                  <a:pt x="33101" y="9636"/>
                </a:cubicBezTo>
                <a:close/>
                <a:moveTo>
                  <a:pt x="38056" y="9210"/>
                </a:moveTo>
                <a:cubicBezTo>
                  <a:pt x="37873" y="9150"/>
                  <a:pt x="37721" y="9180"/>
                  <a:pt x="37630" y="9362"/>
                </a:cubicBezTo>
                <a:cubicBezTo>
                  <a:pt x="37782" y="9362"/>
                  <a:pt x="38086" y="9484"/>
                  <a:pt x="38056" y="9210"/>
                </a:cubicBezTo>
                <a:close/>
                <a:moveTo>
                  <a:pt x="40031" y="8846"/>
                </a:moveTo>
                <a:cubicBezTo>
                  <a:pt x="40001" y="8663"/>
                  <a:pt x="39849" y="8937"/>
                  <a:pt x="39849" y="9028"/>
                </a:cubicBezTo>
                <a:lnTo>
                  <a:pt x="40457" y="9028"/>
                </a:lnTo>
                <a:cubicBezTo>
                  <a:pt x="40518" y="8694"/>
                  <a:pt x="40183" y="8876"/>
                  <a:pt x="40031" y="8846"/>
                </a:cubicBezTo>
                <a:close/>
                <a:moveTo>
                  <a:pt x="49089" y="10305"/>
                </a:moveTo>
                <a:cubicBezTo>
                  <a:pt x="48937" y="10213"/>
                  <a:pt x="48755" y="10213"/>
                  <a:pt x="48633" y="10365"/>
                </a:cubicBezTo>
                <a:cubicBezTo>
                  <a:pt x="48816" y="10426"/>
                  <a:pt x="48998" y="10517"/>
                  <a:pt x="49089" y="10305"/>
                </a:cubicBezTo>
                <a:close/>
                <a:moveTo>
                  <a:pt x="49788" y="9818"/>
                </a:moveTo>
                <a:cubicBezTo>
                  <a:pt x="49454" y="9757"/>
                  <a:pt x="48998" y="9089"/>
                  <a:pt x="48755" y="9453"/>
                </a:cubicBezTo>
                <a:cubicBezTo>
                  <a:pt x="48998" y="9666"/>
                  <a:pt x="48846" y="9545"/>
                  <a:pt x="48998" y="9484"/>
                </a:cubicBezTo>
                <a:cubicBezTo>
                  <a:pt x="49393" y="9301"/>
                  <a:pt x="49515" y="10274"/>
                  <a:pt x="49788" y="9818"/>
                </a:cubicBezTo>
                <a:close/>
                <a:moveTo>
                  <a:pt x="51551" y="10517"/>
                </a:moveTo>
                <a:cubicBezTo>
                  <a:pt x="51430" y="10305"/>
                  <a:pt x="51095" y="10274"/>
                  <a:pt x="50974" y="10517"/>
                </a:cubicBezTo>
                <a:cubicBezTo>
                  <a:pt x="51247" y="10700"/>
                  <a:pt x="51369" y="10548"/>
                  <a:pt x="51551" y="10517"/>
                </a:cubicBezTo>
                <a:close/>
                <a:moveTo>
                  <a:pt x="51612" y="10760"/>
                </a:moveTo>
                <a:cubicBezTo>
                  <a:pt x="51855" y="10852"/>
                  <a:pt x="51764" y="11034"/>
                  <a:pt x="52007" y="11125"/>
                </a:cubicBezTo>
                <a:cubicBezTo>
                  <a:pt x="52250" y="10943"/>
                  <a:pt x="51794" y="10609"/>
                  <a:pt x="51642" y="10730"/>
                </a:cubicBezTo>
                <a:close/>
                <a:moveTo>
                  <a:pt x="53861" y="14256"/>
                </a:moveTo>
                <a:lnTo>
                  <a:pt x="53557" y="14074"/>
                </a:lnTo>
                <a:cubicBezTo>
                  <a:pt x="53253" y="14317"/>
                  <a:pt x="53801" y="14530"/>
                  <a:pt x="53861" y="14256"/>
                </a:cubicBezTo>
                <a:close/>
                <a:moveTo>
                  <a:pt x="54986" y="14894"/>
                </a:moveTo>
                <a:cubicBezTo>
                  <a:pt x="54560" y="14742"/>
                  <a:pt x="54986" y="14408"/>
                  <a:pt x="54591" y="14226"/>
                </a:cubicBezTo>
                <a:cubicBezTo>
                  <a:pt x="54469" y="14469"/>
                  <a:pt x="54712" y="14621"/>
                  <a:pt x="54743" y="14803"/>
                </a:cubicBezTo>
                <a:cubicBezTo>
                  <a:pt x="54682" y="15107"/>
                  <a:pt x="54469" y="14712"/>
                  <a:pt x="54408" y="14985"/>
                </a:cubicBezTo>
                <a:cubicBezTo>
                  <a:pt x="54652" y="15137"/>
                  <a:pt x="54804" y="14955"/>
                  <a:pt x="54986" y="14864"/>
                </a:cubicBezTo>
                <a:close/>
                <a:moveTo>
                  <a:pt x="56810" y="17144"/>
                </a:moveTo>
                <a:lnTo>
                  <a:pt x="57114" y="17356"/>
                </a:lnTo>
                <a:cubicBezTo>
                  <a:pt x="57266" y="17144"/>
                  <a:pt x="56962" y="16931"/>
                  <a:pt x="56810" y="17144"/>
                </a:cubicBezTo>
                <a:close/>
                <a:moveTo>
                  <a:pt x="57722" y="16779"/>
                </a:moveTo>
                <a:cubicBezTo>
                  <a:pt x="57539" y="16627"/>
                  <a:pt x="57357" y="16536"/>
                  <a:pt x="57205" y="16627"/>
                </a:cubicBezTo>
                <a:cubicBezTo>
                  <a:pt x="57266" y="16688"/>
                  <a:pt x="57296" y="16779"/>
                  <a:pt x="57266" y="16840"/>
                </a:cubicBezTo>
                <a:cubicBezTo>
                  <a:pt x="57418" y="16961"/>
                  <a:pt x="57630" y="16931"/>
                  <a:pt x="57752" y="16779"/>
                </a:cubicBezTo>
                <a:close/>
                <a:moveTo>
                  <a:pt x="61065" y="20122"/>
                </a:moveTo>
                <a:cubicBezTo>
                  <a:pt x="61096" y="20366"/>
                  <a:pt x="61004" y="20609"/>
                  <a:pt x="61187" y="20852"/>
                </a:cubicBezTo>
                <a:cubicBezTo>
                  <a:pt x="61460" y="20700"/>
                  <a:pt x="61126" y="20487"/>
                  <a:pt x="61096" y="20366"/>
                </a:cubicBezTo>
                <a:cubicBezTo>
                  <a:pt x="61096" y="20335"/>
                  <a:pt x="61187" y="20274"/>
                  <a:pt x="61187" y="20244"/>
                </a:cubicBezTo>
                <a:cubicBezTo>
                  <a:pt x="61156" y="20183"/>
                  <a:pt x="61126" y="20122"/>
                  <a:pt x="61096" y="20062"/>
                </a:cubicBezTo>
                <a:cubicBezTo>
                  <a:pt x="61065" y="19940"/>
                  <a:pt x="60944" y="19879"/>
                  <a:pt x="60883" y="19758"/>
                </a:cubicBezTo>
                <a:cubicBezTo>
                  <a:pt x="60640" y="19879"/>
                  <a:pt x="60944" y="20001"/>
                  <a:pt x="61035" y="20092"/>
                </a:cubicBezTo>
                <a:close/>
                <a:moveTo>
                  <a:pt x="60396" y="19910"/>
                </a:moveTo>
                <a:lnTo>
                  <a:pt x="60032" y="19636"/>
                </a:lnTo>
                <a:cubicBezTo>
                  <a:pt x="59788" y="19758"/>
                  <a:pt x="60336" y="20183"/>
                  <a:pt x="60396" y="19910"/>
                </a:cubicBezTo>
                <a:close/>
                <a:moveTo>
                  <a:pt x="60123" y="18967"/>
                </a:moveTo>
                <a:cubicBezTo>
                  <a:pt x="59910" y="19362"/>
                  <a:pt x="60457" y="19302"/>
                  <a:pt x="60396" y="19606"/>
                </a:cubicBezTo>
                <a:cubicBezTo>
                  <a:pt x="60518" y="19454"/>
                  <a:pt x="60670" y="19697"/>
                  <a:pt x="60792" y="19575"/>
                </a:cubicBezTo>
                <a:cubicBezTo>
                  <a:pt x="60579" y="19271"/>
                  <a:pt x="60366" y="19302"/>
                  <a:pt x="60092" y="18967"/>
                </a:cubicBezTo>
                <a:close/>
                <a:moveTo>
                  <a:pt x="59089" y="19119"/>
                </a:moveTo>
                <a:cubicBezTo>
                  <a:pt x="59211" y="19332"/>
                  <a:pt x="59363" y="19180"/>
                  <a:pt x="59545" y="19271"/>
                </a:cubicBezTo>
                <a:cubicBezTo>
                  <a:pt x="59637" y="19302"/>
                  <a:pt x="59758" y="19788"/>
                  <a:pt x="59940" y="19484"/>
                </a:cubicBezTo>
                <a:cubicBezTo>
                  <a:pt x="59880" y="19271"/>
                  <a:pt x="59272" y="18846"/>
                  <a:pt x="59089" y="19119"/>
                </a:cubicBezTo>
                <a:close/>
                <a:moveTo>
                  <a:pt x="58056" y="18147"/>
                </a:moveTo>
                <a:cubicBezTo>
                  <a:pt x="58269" y="18238"/>
                  <a:pt x="58451" y="18359"/>
                  <a:pt x="58603" y="18147"/>
                </a:cubicBezTo>
                <a:cubicBezTo>
                  <a:pt x="58390" y="18025"/>
                  <a:pt x="58178" y="17903"/>
                  <a:pt x="58056" y="18147"/>
                </a:cubicBezTo>
                <a:close/>
                <a:moveTo>
                  <a:pt x="66992" y="21885"/>
                </a:moveTo>
                <a:cubicBezTo>
                  <a:pt x="67053" y="21733"/>
                  <a:pt x="67175" y="21581"/>
                  <a:pt x="66992" y="21460"/>
                </a:cubicBezTo>
                <a:cubicBezTo>
                  <a:pt x="66749" y="21490"/>
                  <a:pt x="66658" y="21521"/>
                  <a:pt x="66597" y="21764"/>
                </a:cubicBezTo>
                <a:cubicBezTo>
                  <a:pt x="66749" y="21976"/>
                  <a:pt x="66840" y="21764"/>
                  <a:pt x="66962" y="21855"/>
                </a:cubicBezTo>
                <a:close/>
                <a:moveTo>
                  <a:pt x="68330" y="22311"/>
                </a:moveTo>
                <a:cubicBezTo>
                  <a:pt x="68269" y="22250"/>
                  <a:pt x="68238" y="22159"/>
                  <a:pt x="68269" y="22068"/>
                </a:cubicBezTo>
                <a:cubicBezTo>
                  <a:pt x="68360" y="22128"/>
                  <a:pt x="68482" y="22189"/>
                  <a:pt x="68390" y="22068"/>
                </a:cubicBezTo>
                <a:cubicBezTo>
                  <a:pt x="68117" y="22068"/>
                  <a:pt x="68208" y="21825"/>
                  <a:pt x="67904" y="21673"/>
                </a:cubicBezTo>
                <a:cubicBezTo>
                  <a:pt x="67631" y="21916"/>
                  <a:pt x="68026" y="22037"/>
                  <a:pt x="68238" y="22159"/>
                </a:cubicBezTo>
                <a:cubicBezTo>
                  <a:pt x="68117" y="22220"/>
                  <a:pt x="68178" y="22372"/>
                  <a:pt x="68299" y="22311"/>
                </a:cubicBezTo>
                <a:close/>
                <a:moveTo>
                  <a:pt x="23891" y="17204"/>
                </a:moveTo>
                <a:cubicBezTo>
                  <a:pt x="23557" y="17508"/>
                  <a:pt x="23618" y="17691"/>
                  <a:pt x="23405" y="18055"/>
                </a:cubicBezTo>
                <a:cubicBezTo>
                  <a:pt x="23131" y="18116"/>
                  <a:pt x="22858" y="18147"/>
                  <a:pt x="22584" y="18116"/>
                </a:cubicBezTo>
                <a:cubicBezTo>
                  <a:pt x="22554" y="17782"/>
                  <a:pt x="22827" y="17417"/>
                  <a:pt x="23040" y="17083"/>
                </a:cubicBezTo>
                <a:cubicBezTo>
                  <a:pt x="23040" y="17326"/>
                  <a:pt x="22949" y="17569"/>
                  <a:pt x="22767" y="17751"/>
                </a:cubicBezTo>
                <a:cubicBezTo>
                  <a:pt x="22888" y="17934"/>
                  <a:pt x="23040" y="17873"/>
                  <a:pt x="23192" y="17691"/>
                </a:cubicBezTo>
                <a:cubicBezTo>
                  <a:pt x="22979" y="17326"/>
                  <a:pt x="23466" y="16232"/>
                  <a:pt x="24013" y="16627"/>
                </a:cubicBezTo>
                <a:cubicBezTo>
                  <a:pt x="23830" y="16779"/>
                  <a:pt x="23678" y="16718"/>
                  <a:pt x="23678" y="16961"/>
                </a:cubicBezTo>
                <a:cubicBezTo>
                  <a:pt x="24195" y="16961"/>
                  <a:pt x="24377" y="16080"/>
                  <a:pt x="24803" y="16141"/>
                </a:cubicBezTo>
                <a:lnTo>
                  <a:pt x="24590" y="15897"/>
                </a:lnTo>
                <a:cubicBezTo>
                  <a:pt x="24286" y="16080"/>
                  <a:pt x="24317" y="16292"/>
                  <a:pt x="24104" y="16444"/>
                </a:cubicBezTo>
                <a:cubicBezTo>
                  <a:pt x="23648" y="16232"/>
                  <a:pt x="24469" y="15563"/>
                  <a:pt x="24681" y="15715"/>
                </a:cubicBezTo>
                <a:cubicBezTo>
                  <a:pt x="24773" y="15472"/>
                  <a:pt x="24985" y="15320"/>
                  <a:pt x="25229" y="15229"/>
                </a:cubicBezTo>
                <a:cubicBezTo>
                  <a:pt x="25259" y="15381"/>
                  <a:pt x="25046" y="15563"/>
                  <a:pt x="25168" y="15715"/>
                </a:cubicBezTo>
                <a:cubicBezTo>
                  <a:pt x="25016" y="15837"/>
                  <a:pt x="24925" y="15563"/>
                  <a:pt x="24773" y="15715"/>
                </a:cubicBezTo>
                <a:cubicBezTo>
                  <a:pt x="24681" y="15806"/>
                  <a:pt x="24925" y="15928"/>
                  <a:pt x="24803" y="16019"/>
                </a:cubicBezTo>
                <a:cubicBezTo>
                  <a:pt x="24894" y="16080"/>
                  <a:pt x="25016" y="15928"/>
                  <a:pt x="25137" y="15837"/>
                </a:cubicBezTo>
                <a:cubicBezTo>
                  <a:pt x="25289" y="16171"/>
                  <a:pt x="25016" y="16475"/>
                  <a:pt x="24803" y="16718"/>
                </a:cubicBezTo>
                <a:cubicBezTo>
                  <a:pt x="24560" y="16931"/>
                  <a:pt x="24134" y="16931"/>
                  <a:pt x="23891" y="17204"/>
                </a:cubicBezTo>
                <a:close/>
                <a:moveTo>
                  <a:pt x="24651" y="17964"/>
                </a:moveTo>
                <a:lnTo>
                  <a:pt x="24469" y="18147"/>
                </a:lnTo>
                <a:cubicBezTo>
                  <a:pt x="24499" y="17843"/>
                  <a:pt x="24256" y="18116"/>
                  <a:pt x="24104" y="17903"/>
                </a:cubicBezTo>
                <a:cubicBezTo>
                  <a:pt x="24317" y="17660"/>
                  <a:pt x="24499" y="17812"/>
                  <a:pt x="24681" y="17903"/>
                </a:cubicBezTo>
                <a:close/>
                <a:moveTo>
                  <a:pt x="25502" y="16536"/>
                </a:moveTo>
                <a:cubicBezTo>
                  <a:pt x="25806" y="16353"/>
                  <a:pt x="25745" y="16323"/>
                  <a:pt x="25958" y="16232"/>
                </a:cubicBezTo>
                <a:cubicBezTo>
                  <a:pt x="26049" y="16292"/>
                  <a:pt x="25593" y="16779"/>
                  <a:pt x="25502" y="1650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3"/>
          <p:cNvSpPr/>
          <p:nvPr/>
        </p:nvSpPr>
        <p:spPr>
          <a:xfrm rot="-2536362">
            <a:off x="5518372" y="1227809"/>
            <a:ext cx="2429634" cy="1962468"/>
          </a:xfrm>
          <a:custGeom>
            <a:rect b="b" l="l" r="r" t="t"/>
            <a:pathLst>
              <a:path extrusionOk="0" h="66780" w="82677">
                <a:moveTo>
                  <a:pt x="16201" y="63801"/>
                </a:moveTo>
                <a:cubicBezTo>
                  <a:pt x="16140" y="63953"/>
                  <a:pt x="15897" y="63771"/>
                  <a:pt x="15867" y="63983"/>
                </a:cubicBezTo>
                <a:lnTo>
                  <a:pt x="15563" y="63831"/>
                </a:lnTo>
                <a:cubicBezTo>
                  <a:pt x="15563" y="63710"/>
                  <a:pt x="16049" y="63862"/>
                  <a:pt x="15776" y="63679"/>
                </a:cubicBezTo>
                <a:cubicBezTo>
                  <a:pt x="15867" y="63588"/>
                  <a:pt x="16049" y="63740"/>
                  <a:pt x="16201" y="63801"/>
                </a:cubicBezTo>
                <a:close/>
                <a:moveTo>
                  <a:pt x="17721" y="63862"/>
                </a:moveTo>
                <a:cubicBezTo>
                  <a:pt x="17660" y="63922"/>
                  <a:pt x="17508" y="63831"/>
                  <a:pt x="17447" y="63922"/>
                </a:cubicBezTo>
                <a:cubicBezTo>
                  <a:pt x="17235" y="63922"/>
                  <a:pt x="17386" y="63740"/>
                  <a:pt x="17326" y="63710"/>
                </a:cubicBezTo>
                <a:cubicBezTo>
                  <a:pt x="17204" y="63588"/>
                  <a:pt x="16718" y="63588"/>
                  <a:pt x="16931" y="63315"/>
                </a:cubicBezTo>
                <a:cubicBezTo>
                  <a:pt x="17235" y="63436"/>
                  <a:pt x="17508" y="63619"/>
                  <a:pt x="17721" y="63862"/>
                </a:cubicBezTo>
                <a:close/>
                <a:moveTo>
                  <a:pt x="16140" y="63953"/>
                </a:moveTo>
                <a:lnTo>
                  <a:pt x="16627" y="64196"/>
                </a:lnTo>
                <a:cubicBezTo>
                  <a:pt x="16505" y="64439"/>
                  <a:pt x="15897" y="64196"/>
                  <a:pt x="16140" y="63953"/>
                </a:cubicBezTo>
                <a:close/>
                <a:moveTo>
                  <a:pt x="22128" y="64834"/>
                </a:moveTo>
                <a:cubicBezTo>
                  <a:pt x="21855" y="64895"/>
                  <a:pt x="21885" y="64956"/>
                  <a:pt x="21611" y="64774"/>
                </a:cubicBezTo>
                <a:cubicBezTo>
                  <a:pt x="21399" y="64743"/>
                  <a:pt x="21460" y="65017"/>
                  <a:pt x="21308" y="65017"/>
                </a:cubicBezTo>
                <a:lnTo>
                  <a:pt x="20304" y="64743"/>
                </a:lnTo>
                <a:cubicBezTo>
                  <a:pt x="20031" y="64591"/>
                  <a:pt x="20517" y="64682"/>
                  <a:pt x="20639" y="64743"/>
                </a:cubicBezTo>
                <a:cubicBezTo>
                  <a:pt x="20669" y="64561"/>
                  <a:pt x="20335" y="64500"/>
                  <a:pt x="20456" y="64257"/>
                </a:cubicBezTo>
                <a:cubicBezTo>
                  <a:pt x="20274" y="64226"/>
                  <a:pt x="20304" y="64500"/>
                  <a:pt x="20152" y="64530"/>
                </a:cubicBezTo>
                <a:cubicBezTo>
                  <a:pt x="19575" y="64409"/>
                  <a:pt x="19605" y="64044"/>
                  <a:pt x="19453" y="63771"/>
                </a:cubicBezTo>
                <a:cubicBezTo>
                  <a:pt x="19149" y="63771"/>
                  <a:pt x="18876" y="63619"/>
                  <a:pt x="18724" y="63375"/>
                </a:cubicBezTo>
                <a:cubicBezTo>
                  <a:pt x="19210" y="63375"/>
                  <a:pt x="19757" y="63983"/>
                  <a:pt x="20183" y="64196"/>
                </a:cubicBezTo>
                <a:cubicBezTo>
                  <a:pt x="20122" y="64105"/>
                  <a:pt x="19970" y="64044"/>
                  <a:pt x="20061" y="63892"/>
                </a:cubicBezTo>
                <a:cubicBezTo>
                  <a:pt x="20396" y="64014"/>
                  <a:pt x="20821" y="64135"/>
                  <a:pt x="20730" y="64439"/>
                </a:cubicBezTo>
                <a:cubicBezTo>
                  <a:pt x="21247" y="64774"/>
                  <a:pt x="21733" y="64439"/>
                  <a:pt x="22189" y="64591"/>
                </a:cubicBezTo>
                <a:cubicBezTo>
                  <a:pt x="22159" y="64591"/>
                  <a:pt x="22189" y="64865"/>
                  <a:pt x="22341" y="64834"/>
                </a:cubicBezTo>
                <a:cubicBezTo>
                  <a:pt x="22402" y="64591"/>
                  <a:pt x="22037" y="64561"/>
                  <a:pt x="22250" y="64287"/>
                </a:cubicBezTo>
                <a:cubicBezTo>
                  <a:pt x="22523" y="64561"/>
                  <a:pt x="22706" y="64348"/>
                  <a:pt x="22949" y="64378"/>
                </a:cubicBezTo>
                <a:cubicBezTo>
                  <a:pt x="23131" y="64409"/>
                  <a:pt x="23222" y="64591"/>
                  <a:pt x="23526" y="64591"/>
                </a:cubicBezTo>
                <a:cubicBezTo>
                  <a:pt x="23496" y="64652"/>
                  <a:pt x="23405" y="64622"/>
                  <a:pt x="23314" y="64622"/>
                </a:cubicBezTo>
                <a:cubicBezTo>
                  <a:pt x="22949" y="64774"/>
                  <a:pt x="22888" y="65351"/>
                  <a:pt x="22311" y="65229"/>
                </a:cubicBezTo>
                <a:cubicBezTo>
                  <a:pt x="22615" y="65229"/>
                  <a:pt x="22615" y="64865"/>
                  <a:pt x="22858" y="64774"/>
                </a:cubicBezTo>
                <a:cubicBezTo>
                  <a:pt x="22858" y="64682"/>
                  <a:pt x="22706" y="64682"/>
                  <a:pt x="22584" y="64622"/>
                </a:cubicBezTo>
                <a:cubicBezTo>
                  <a:pt x="22463" y="64804"/>
                  <a:pt x="22341" y="64956"/>
                  <a:pt x="22250" y="65138"/>
                </a:cubicBezTo>
                <a:cubicBezTo>
                  <a:pt x="22037" y="65108"/>
                  <a:pt x="22067" y="64956"/>
                  <a:pt x="22098" y="64834"/>
                </a:cubicBezTo>
                <a:close/>
                <a:moveTo>
                  <a:pt x="18146" y="64743"/>
                </a:moveTo>
                <a:cubicBezTo>
                  <a:pt x="18116" y="65047"/>
                  <a:pt x="17690" y="64865"/>
                  <a:pt x="17599" y="64682"/>
                </a:cubicBezTo>
                <a:cubicBezTo>
                  <a:pt x="17660" y="64530"/>
                  <a:pt x="17903" y="64622"/>
                  <a:pt x="18146" y="64743"/>
                </a:cubicBezTo>
                <a:close/>
                <a:moveTo>
                  <a:pt x="20396" y="65533"/>
                </a:moveTo>
                <a:lnTo>
                  <a:pt x="20183" y="65473"/>
                </a:lnTo>
                <a:cubicBezTo>
                  <a:pt x="19818" y="65442"/>
                  <a:pt x="19909" y="65260"/>
                  <a:pt x="19727" y="65169"/>
                </a:cubicBezTo>
                <a:cubicBezTo>
                  <a:pt x="18845" y="64804"/>
                  <a:pt x="19879" y="65199"/>
                  <a:pt x="20092" y="65108"/>
                </a:cubicBezTo>
                <a:cubicBezTo>
                  <a:pt x="20152" y="65260"/>
                  <a:pt x="20456" y="65321"/>
                  <a:pt x="20365" y="65533"/>
                </a:cubicBezTo>
                <a:close/>
                <a:moveTo>
                  <a:pt x="18815" y="65169"/>
                </a:moveTo>
                <a:cubicBezTo>
                  <a:pt x="18572" y="65138"/>
                  <a:pt x="18572" y="65017"/>
                  <a:pt x="18420" y="64926"/>
                </a:cubicBezTo>
                <a:cubicBezTo>
                  <a:pt x="18602" y="64834"/>
                  <a:pt x="18967" y="65108"/>
                  <a:pt x="18967" y="64713"/>
                </a:cubicBezTo>
                <a:cubicBezTo>
                  <a:pt x="19180" y="64834"/>
                  <a:pt x="18906" y="65169"/>
                  <a:pt x="18785" y="65169"/>
                </a:cubicBezTo>
                <a:close/>
                <a:moveTo>
                  <a:pt x="17903" y="63922"/>
                </a:moveTo>
                <a:cubicBezTo>
                  <a:pt x="17660" y="63771"/>
                  <a:pt x="18025" y="63679"/>
                  <a:pt x="18177" y="63862"/>
                </a:cubicBezTo>
                <a:cubicBezTo>
                  <a:pt x="18177" y="63619"/>
                  <a:pt x="17478" y="63588"/>
                  <a:pt x="17478" y="63375"/>
                </a:cubicBezTo>
                <a:cubicBezTo>
                  <a:pt x="17751" y="63315"/>
                  <a:pt x="17782" y="63558"/>
                  <a:pt x="18177" y="63588"/>
                </a:cubicBezTo>
                <a:cubicBezTo>
                  <a:pt x="18116" y="63771"/>
                  <a:pt x="18450" y="63862"/>
                  <a:pt x="18298" y="64074"/>
                </a:cubicBezTo>
                <a:cubicBezTo>
                  <a:pt x="18086" y="64105"/>
                  <a:pt x="18086" y="63740"/>
                  <a:pt x="17903" y="63922"/>
                </a:cubicBezTo>
                <a:close/>
                <a:moveTo>
                  <a:pt x="15806" y="63132"/>
                </a:moveTo>
                <a:cubicBezTo>
                  <a:pt x="15867" y="62737"/>
                  <a:pt x="16748" y="63223"/>
                  <a:pt x="16475" y="63467"/>
                </a:cubicBezTo>
                <a:cubicBezTo>
                  <a:pt x="16292" y="63284"/>
                  <a:pt x="16079" y="63163"/>
                  <a:pt x="15806" y="63132"/>
                </a:cubicBezTo>
                <a:close/>
                <a:moveTo>
                  <a:pt x="22888" y="12098"/>
                </a:moveTo>
                <a:cubicBezTo>
                  <a:pt x="23010" y="12371"/>
                  <a:pt x="23192" y="12007"/>
                  <a:pt x="23374" y="11916"/>
                </a:cubicBezTo>
                <a:cubicBezTo>
                  <a:pt x="23405" y="12068"/>
                  <a:pt x="23192" y="12402"/>
                  <a:pt x="23010" y="12219"/>
                </a:cubicBezTo>
                <a:cubicBezTo>
                  <a:pt x="22888" y="12341"/>
                  <a:pt x="23162" y="12463"/>
                  <a:pt x="23070" y="12615"/>
                </a:cubicBezTo>
                <a:cubicBezTo>
                  <a:pt x="22827" y="12645"/>
                  <a:pt x="22706" y="12949"/>
                  <a:pt x="22463" y="13040"/>
                </a:cubicBezTo>
                <a:cubicBezTo>
                  <a:pt x="22432" y="13040"/>
                  <a:pt x="22341" y="12858"/>
                  <a:pt x="22311" y="12858"/>
                </a:cubicBezTo>
                <a:cubicBezTo>
                  <a:pt x="22250" y="12858"/>
                  <a:pt x="21855" y="13344"/>
                  <a:pt x="21915" y="12979"/>
                </a:cubicBezTo>
                <a:cubicBezTo>
                  <a:pt x="22159" y="12675"/>
                  <a:pt x="22311" y="12797"/>
                  <a:pt x="22523" y="12797"/>
                </a:cubicBezTo>
                <a:cubicBezTo>
                  <a:pt x="22675" y="12675"/>
                  <a:pt x="22767" y="12493"/>
                  <a:pt x="22827" y="12280"/>
                </a:cubicBezTo>
                <a:cubicBezTo>
                  <a:pt x="22493" y="12098"/>
                  <a:pt x="22584" y="12493"/>
                  <a:pt x="22402" y="12675"/>
                </a:cubicBezTo>
                <a:cubicBezTo>
                  <a:pt x="21915" y="12584"/>
                  <a:pt x="21125" y="13800"/>
                  <a:pt x="20487" y="14043"/>
                </a:cubicBezTo>
                <a:cubicBezTo>
                  <a:pt x="21520" y="13010"/>
                  <a:pt x="22645" y="12007"/>
                  <a:pt x="23830" y="11125"/>
                </a:cubicBezTo>
                <a:cubicBezTo>
                  <a:pt x="23770" y="11429"/>
                  <a:pt x="22919" y="11764"/>
                  <a:pt x="22888" y="12098"/>
                </a:cubicBezTo>
                <a:close/>
                <a:moveTo>
                  <a:pt x="24529" y="9301"/>
                </a:moveTo>
                <a:cubicBezTo>
                  <a:pt x="24377" y="8967"/>
                  <a:pt x="24864" y="8906"/>
                  <a:pt x="24955" y="8633"/>
                </a:cubicBezTo>
                <a:cubicBezTo>
                  <a:pt x="25016" y="8481"/>
                  <a:pt x="24985" y="8511"/>
                  <a:pt x="25259" y="8390"/>
                </a:cubicBezTo>
                <a:cubicBezTo>
                  <a:pt x="25776" y="8724"/>
                  <a:pt x="24590" y="9241"/>
                  <a:pt x="24529" y="9301"/>
                </a:cubicBezTo>
                <a:close/>
                <a:moveTo>
                  <a:pt x="23709" y="9666"/>
                </a:moveTo>
                <a:cubicBezTo>
                  <a:pt x="23709" y="9757"/>
                  <a:pt x="23739" y="9940"/>
                  <a:pt x="23861" y="9849"/>
                </a:cubicBezTo>
                <a:cubicBezTo>
                  <a:pt x="23982" y="9788"/>
                  <a:pt x="23922" y="9605"/>
                  <a:pt x="23830" y="9666"/>
                </a:cubicBezTo>
                <a:cubicBezTo>
                  <a:pt x="23800" y="9362"/>
                  <a:pt x="24256" y="9453"/>
                  <a:pt x="24408" y="9180"/>
                </a:cubicBezTo>
                <a:lnTo>
                  <a:pt x="24529" y="9301"/>
                </a:lnTo>
                <a:cubicBezTo>
                  <a:pt x="23982" y="9818"/>
                  <a:pt x="23648" y="10487"/>
                  <a:pt x="23192" y="10852"/>
                </a:cubicBezTo>
                <a:cubicBezTo>
                  <a:pt x="22949" y="11064"/>
                  <a:pt x="22767" y="10912"/>
                  <a:pt x="22584" y="11277"/>
                </a:cubicBezTo>
                <a:cubicBezTo>
                  <a:pt x="22432" y="11277"/>
                  <a:pt x="22463" y="11216"/>
                  <a:pt x="22402" y="11095"/>
                </a:cubicBezTo>
                <a:cubicBezTo>
                  <a:pt x="22189" y="10973"/>
                  <a:pt x="21915" y="11277"/>
                  <a:pt x="21672" y="11399"/>
                </a:cubicBezTo>
                <a:cubicBezTo>
                  <a:pt x="21399" y="11216"/>
                  <a:pt x="22341" y="10973"/>
                  <a:pt x="22007" y="10912"/>
                </a:cubicBezTo>
                <a:cubicBezTo>
                  <a:pt x="21976" y="10609"/>
                  <a:pt x="22371" y="10912"/>
                  <a:pt x="22493" y="10912"/>
                </a:cubicBezTo>
                <a:cubicBezTo>
                  <a:pt x="22615" y="10669"/>
                  <a:pt x="22767" y="10882"/>
                  <a:pt x="22827" y="10852"/>
                </a:cubicBezTo>
                <a:cubicBezTo>
                  <a:pt x="22858" y="10821"/>
                  <a:pt x="23010" y="10639"/>
                  <a:pt x="23101" y="10609"/>
                </a:cubicBezTo>
                <a:cubicBezTo>
                  <a:pt x="23222" y="10578"/>
                  <a:pt x="23283" y="10791"/>
                  <a:pt x="23374" y="10609"/>
                </a:cubicBezTo>
                <a:cubicBezTo>
                  <a:pt x="23435" y="10517"/>
                  <a:pt x="23344" y="10517"/>
                  <a:pt x="23253" y="10487"/>
                </a:cubicBezTo>
                <a:cubicBezTo>
                  <a:pt x="23040" y="10396"/>
                  <a:pt x="23101" y="10609"/>
                  <a:pt x="22797" y="10669"/>
                </a:cubicBezTo>
                <a:cubicBezTo>
                  <a:pt x="22797" y="10669"/>
                  <a:pt x="22797" y="10457"/>
                  <a:pt x="22767" y="10487"/>
                </a:cubicBezTo>
                <a:cubicBezTo>
                  <a:pt x="22584" y="10517"/>
                  <a:pt x="22432" y="10943"/>
                  <a:pt x="22280" y="10669"/>
                </a:cubicBezTo>
                <a:cubicBezTo>
                  <a:pt x="22888" y="10183"/>
                  <a:pt x="23253" y="10001"/>
                  <a:pt x="23709" y="9666"/>
                </a:cubicBezTo>
                <a:close/>
                <a:moveTo>
                  <a:pt x="23709" y="9970"/>
                </a:moveTo>
                <a:cubicBezTo>
                  <a:pt x="23526" y="10061"/>
                  <a:pt x="23405" y="9909"/>
                  <a:pt x="23222" y="10183"/>
                </a:cubicBezTo>
                <a:cubicBezTo>
                  <a:pt x="23314" y="10426"/>
                  <a:pt x="23770" y="10183"/>
                  <a:pt x="23709" y="9970"/>
                </a:cubicBezTo>
                <a:close/>
                <a:moveTo>
                  <a:pt x="17235" y="63315"/>
                </a:moveTo>
                <a:cubicBezTo>
                  <a:pt x="16839" y="63163"/>
                  <a:pt x="17022" y="62828"/>
                  <a:pt x="16505" y="62676"/>
                </a:cubicBezTo>
                <a:cubicBezTo>
                  <a:pt x="16809" y="62555"/>
                  <a:pt x="17174" y="62737"/>
                  <a:pt x="17235" y="63041"/>
                </a:cubicBezTo>
                <a:cubicBezTo>
                  <a:pt x="17538" y="62950"/>
                  <a:pt x="17994" y="62980"/>
                  <a:pt x="18146" y="63315"/>
                </a:cubicBezTo>
                <a:cubicBezTo>
                  <a:pt x="18298" y="63588"/>
                  <a:pt x="17934" y="63163"/>
                  <a:pt x="17660" y="63132"/>
                </a:cubicBezTo>
                <a:cubicBezTo>
                  <a:pt x="17417" y="63102"/>
                  <a:pt x="17417" y="63254"/>
                  <a:pt x="17265" y="63315"/>
                </a:cubicBezTo>
                <a:close/>
                <a:moveTo>
                  <a:pt x="25685" y="7721"/>
                </a:moveTo>
                <a:cubicBezTo>
                  <a:pt x="25958" y="7417"/>
                  <a:pt x="26596" y="7478"/>
                  <a:pt x="26171" y="7843"/>
                </a:cubicBezTo>
                <a:cubicBezTo>
                  <a:pt x="26292" y="7447"/>
                  <a:pt x="25836" y="7964"/>
                  <a:pt x="25715" y="7721"/>
                </a:cubicBezTo>
                <a:close/>
                <a:moveTo>
                  <a:pt x="25441" y="8633"/>
                </a:moveTo>
                <a:lnTo>
                  <a:pt x="25806" y="8359"/>
                </a:lnTo>
                <a:cubicBezTo>
                  <a:pt x="26110" y="8450"/>
                  <a:pt x="25502" y="8937"/>
                  <a:pt x="25472" y="8633"/>
                </a:cubicBezTo>
                <a:close/>
                <a:moveTo>
                  <a:pt x="15289" y="63406"/>
                </a:moveTo>
                <a:lnTo>
                  <a:pt x="15593" y="63558"/>
                </a:lnTo>
                <a:lnTo>
                  <a:pt x="15441" y="63862"/>
                </a:lnTo>
                <a:lnTo>
                  <a:pt x="15137" y="63710"/>
                </a:lnTo>
                <a:cubicBezTo>
                  <a:pt x="15380" y="63649"/>
                  <a:pt x="15198" y="63619"/>
                  <a:pt x="15289" y="63406"/>
                </a:cubicBezTo>
                <a:close/>
                <a:moveTo>
                  <a:pt x="21308" y="11429"/>
                </a:moveTo>
                <a:cubicBezTo>
                  <a:pt x="21216" y="11216"/>
                  <a:pt x="21520" y="11004"/>
                  <a:pt x="21399" y="10791"/>
                </a:cubicBezTo>
                <a:cubicBezTo>
                  <a:pt x="21915" y="10365"/>
                  <a:pt x="22463" y="9757"/>
                  <a:pt x="22979" y="9545"/>
                </a:cubicBezTo>
                <a:cubicBezTo>
                  <a:pt x="22675" y="10061"/>
                  <a:pt x="21976" y="10335"/>
                  <a:pt x="21642" y="10791"/>
                </a:cubicBezTo>
                <a:cubicBezTo>
                  <a:pt x="21460" y="11034"/>
                  <a:pt x="21520" y="11216"/>
                  <a:pt x="21308" y="11429"/>
                </a:cubicBezTo>
                <a:close/>
                <a:moveTo>
                  <a:pt x="517" y="35958"/>
                </a:moveTo>
                <a:cubicBezTo>
                  <a:pt x="61" y="35563"/>
                  <a:pt x="334" y="34955"/>
                  <a:pt x="456" y="34135"/>
                </a:cubicBezTo>
                <a:cubicBezTo>
                  <a:pt x="730" y="34287"/>
                  <a:pt x="456" y="34712"/>
                  <a:pt x="426" y="35047"/>
                </a:cubicBezTo>
                <a:cubicBezTo>
                  <a:pt x="426" y="35381"/>
                  <a:pt x="547" y="35655"/>
                  <a:pt x="517" y="35958"/>
                </a:cubicBezTo>
                <a:close/>
                <a:moveTo>
                  <a:pt x="23101" y="65503"/>
                </a:moveTo>
                <a:cubicBezTo>
                  <a:pt x="22675" y="65412"/>
                  <a:pt x="23192" y="65868"/>
                  <a:pt x="22736" y="65746"/>
                </a:cubicBezTo>
                <a:cubicBezTo>
                  <a:pt x="22767" y="65837"/>
                  <a:pt x="22949" y="65898"/>
                  <a:pt x="22858" y="66050"/>
                </a:cubicBezTo>
                <a:cubicBezTo>
                  <a:pt x="22645" y="66081"/>
                  <a:pt x="22554" y="65929"/>
                  <a:pt x="22371" y="65868"/>
                </a:cubicBezTo>
                <a:cubicBezTo>
                  <a:pt x="22189" y="65777"/>
                  <a:pt x="21763" y="65777"/>
                  <a:pt x="21915" y="65564"/>
                </a:cubicBezTo>
                <a:cubicBezTo>
                  <a:pt x="22098" y="65564"/>
                  <a:pt x="22250" y="65655"/>
                  <a:pt x="22402" y="65777"/>
                </a:cubicBezTo>
                <a:cubicBezTo>
                  <a:pt x="22615" y="65837"/>
                  <a:pt x="22463" y="65503"/>
                  <a:pt x="22463" y="65533"/>
                </a:cubicBezTo>
                <a:cubicBezTo>
                  <a:pt x="22554" y="65381"/>
                  <a:pt x="22919" y="65625"/>
                  <a:pt x="22827" y="65260"/>
                </a:cubicBezTo>
                <a:cubicBezTo>
                  <a:pt x="23253" y="65564"/>
                  <a:pt x="23435" y="65199"/>
                  <a:pt x="23739" y="65473"/>
                </a:cubicBezTo>
                <a:cubicBezTo>
                  <a:pt x="23648" y="65503"/>
                  <a:pt x="23618" y="65594"/>
                  <a:pt x="23587" y="65685"/>
                </a:cubicBezTo>
                <a:cubicBezTo>
                  <a:pt x="23466" y="65594"/>
                  <a:pt x="23040" y="65655"/>
                  <a:pt x="23101" y="65503"/>
                </a:cubicBezTo>
                <a:close/>
                <a:moveTo>
                  <a:pt x="19757" y="12371"/>
                </a:moveTo>
                <a:cubicBezTo>
                  <a:pt x="19697" y="12098"/>
                  <a:pt x="19940" y="11976"/>
                  <a:pt x="20152" y="11976"/>
                </a:cubicBezTo>
                <a:cubicBezTo>
                  <a:pt x="20244" y="11916"/>
                  <a:pt x="20152" y="11855"/>
                  <a:pt x="20122" y="11794"/>
                </a:cubicBezTo>
                <a:cubicBezTo>
                  <a:pt x="20396" y="11794"/>
                  <a:pt x="20426" y="11460"/>
                  <a:pt x="20578" y="11308"/>
                </a:cubicBezTo>
                <a:cubicBezTo>
                  <a:pt x="20639" y="11216"/>
                  <a:pt x="20821" y="10943"/>
                  <a:pt x="20943" y="11156"/>
                </a:cubicBezTo>
                <a:cubicBezTo>
                  <a:pt x="20578" y="11368"/>
                  <a:pt x="20639" y="11764"/>
                  <a:pt x="20487" y="11916"/>
                </a:cubicBezTo>
                <a:cubicBezTo>
                  <a:pt x="20304" y="12098"/>
                  <a:pt x="20001" y="12068"/>
                  <a:pt x="19757" y="12371"/>
                </a:cubicBezTo>
                <a:close/>
                <a:moveTo>
                  <a:pt x="60184" y="11338"/>
                </a:moveTo>
                <a:cubicBezTo>
                  <a:pt x="60092" y="11672"/>
                  <a:pt x="59181" y="11308"/>
                  <a:pt x="59515" y="10943"/>
                </a:cubicBezTo>
                <a:cubicBezTo>
                  <a:pt x="59667" y="11064"/>
                  <a:pt x="59485" y="11216"/>
                  <a:pt x="59728" y="11308"/>
                </a:cubicBezTo>
                <a:cubicBezTo>
                  <a:pt x="59971" y="11399"/>
                  <a:pt x="59758" y="11064"/>
                  <a:pt x="59728" y="11004"/>
                </a:cubicBezTo>
                <a:cubicBezTo>
                  <a:pt x="59424" y="10730"/>
                  <a:pt x="59272" y="11247"/>
                  <a:pt x="58937" y="10973"/>
                </a:cubicBezTo>
                <a:cubicBezTo>
                  <a:pt x="59211" y="10730"/>
                  <a:pt x="59606" y="10730"/>
                  <a:pt x="59910" y="10912"/>
                </a:cubicBezTo>
                <a:cubicBezTo>
                  <a:pt x="60062" y="11064"/>
                  <a:pt x="59971" y="11186"/>
                  <a:pt x="60184" y="11338"/>
                </a:cubicBezTo>
                <a:close/>
                <a:moveTo>
                  <a:pt x="53679" y="6961"/>
                </a:moveTo>
                <a:cubicBezTo>
                  <a:pt x="53436" y="6900"/>
                  <a:pt x="53041" y="6870"/>
                  <a:pt x="53253" y="6566"/>
                </a:cubicBezTo>
                <a:cubicBezTo>
                  <a:pt x="53375" y="6687"/>
                  <a:pt x="53284" y="6839"/>
                  <a:pt x="53588" y="6931"/>
                </a:cubicBezTo>
                <a:cubicBezTo>
                  <a:pt x="53770" y="6718"/>
                  <a:pt x="53284" y="6657"/>
                  <a:pt x="53527" y="6444"/>
                </a:cubicBezTo>
                <a:cubicBezTo>
                  <a:pt x="53740" y="6596"/>
                  <a:pt x="54196" y="7143"/>
                  <a:pt x="54196" y="6809"/>
                </a:cubicBezTo>
                <a:cubicBezTo>
                  <a:pt x="54439" y="6687"/>
                  <a:pt x="54652" y="7083"/>
                  <a:pt x="54500" y="7265"/>
                </a:cubicBezTo>
                <a:cubicBezTo>
                  <a:pt x="54378" y="7235"/>
                  <a:pt x="54287" y="7083"/>
                  <a:pt x="54165" y="7052"/>
                </a:cubicBezTo>
                <a:cubicBezTo>
                  <a:pt x="54044" y="7052"/>
                  <a:pt x="54013" y="7174"/>
                  <a:pt x="54013" y="7174"/>
                </a:cubicBezTo>
                <a:cubicBezTo>
                  <a:pt x="53892" y="7113"/>
                  <a:pt x="53770" y="7022"/>
                  <a:pt x="53679" y="6961"/>
                </a:cubicBezTo>
                <a:close/>
                <a:moveTo>
                  <a:pt x="54378" y="8602"/>
                </a:moveTo>
                <a:cubicBezTo>
                  <a:pt x="54044" y="8633"/>
                  <a:pt x="53527" y="8146"/>
                  <a:pt x="53132" y="7994"/>
                </a:cubicBezTo>
                <a:cubicBezTo>
                  <a:pt x="53345" y="7934"/>
                  <a:pt x="53497" y="7782"/>
                  <a:pt x="53557" y="7569"/>
                </a:cubicBezTo>
                <a:cubicBezTo>
                  <a:pt x="53892" y="7630"/>
                  <a:pt x="53557" y="7873"/>
                  <a:pt x="53527" y="8025"/>
                </a:cubicBezTo>
                <a:cubicBezTo>
                  <a:pt x="53709" y="8207"/>
                  <a:pt x="53709" y="7934"/>
                  <a:pt x="53801" y="7903"/>
                </a:cubicBezTo>
                <a:cubicBezTo>
                  <a:pt x="53922" y="7843"/>
                  <a:pt x="54044" y="7934"/>
                  <a:pt x="53983" y="7994"/>
                </a:cubicBezTo>
                <a:cubicBezTo>
                  <a:pt x="54074" y="7903"/>
                  <a:pt x="54104" y="7751"/>
                  <a:pt x="54044" y="7660"/>
                </a:cubicBezTo>
                <a:cubicBezTo>
                  <a:pt x="54013" y="7569"/>
                  <a:pt x="53922" y="7660"/>
                  <a:pt x="53922" y="7660"/>
                </a:cubicBezTo>
                <a:cubicBezTo>
                  <a:pt x="53861" y="7599"/>
                  <a:pt x="53770" y="7174"/>
                  <a:pt x="53557" y="7174"/>
                </a:cubicBezTo>
                <a:cubicBezTo>
                  <a:pt x="53740" y="7052"/>
                  <a:pt x="54074" y="7235"/>
                  <a:pt x="54044" y="7447"/>
                </a:cubicBezTo>
                <a:cubicBezTo>
                  <a:pt x="54469" y="7721"/>
                  <a:pt x="54591" y="7447"/>
                  <a:pt x="54895" y="7843"/>
                </a:cubicBezTo>
                <a:cubicBezTo>
                  <a:pt x="54804" y="8025"/>
                  <a:pt x="54560" y="7843"/>
                  <a:pt x="54348" y="7691"/>
                </a:cubicBezTo>
                <a:lnTo>
                  <a:pt x="54226" y="7903"/>
                </a:lnTo>
                <a:cubicBezTo>
                  <a:pt x="54530" y="8086"/>
                  <a:pt x="54682" y="7873"/>
                  <a:pt x="54895" y="8207"/>
                </a:cubicBezTo>
                <a:cubicBezTo>
                  <a:pt x="55016" y="8268"/>
                  <a:pt x="55047" y="8116"/>
                  <a:pt x="55108" y="8055"/>
                </a:cubicBezTo>
                <a:cubicBezTo>
                  <a:pt x="55381" y="8116"/>
                  <a:pt x="55199" y="8298"/>
                  <a:pt x="55351" y="8390"/>
                </a:cubicBezTo>
                <a:cubicBezTo>
                  <a:pt x="55563" y="8542"/>
                  <a:pt x="55655" y="8238"/>
                  <a:pt x="55928" y="8542"/>
                </a:cubicBezTo>
                <a:cubicBezTo>
                  <a:pt x="55776" y="8754"/>
                  <a:pt x="55533" y="8663"/>
                  <a:pt x="55260" y="8542"/>
                </a:cubicBezTo>
                <a:cubicBezTo>
                  <a:pt x="54895" y="8511"/>
                  <a:pt x="54864" y="8663"/>
                  <a:pt x="54652" y="8846"/>
                </a:cubicBezTo>
                <a:cubicBezTo>
                  <a:pt x="54287" y="8785"/>
                  <a:pt x="54834" y="8511"/>
                  <a:pt x="54439" y="8450"/>
                </a:cubicBezTo>
                <a:cubicBezTo>
                  <a:pt x="54378" y="8450"/>
                  <a:pt x="54317" y="8542"/>
                  <a:pt x="54378" y="8602"/>
                </a:cubicBezTo>
                <a:close/>
                <a:moveTo>
                  <a:pt x="59697" y="9879"/>
                </a:moveTo>
                <a:cubicBezTo>
                  <a:pt x="59880" y="9849"/>
                  <a:pt x="59819" y="10061"/>
                  <a:pt x="59971" y="10183"/>
                </a:cubicBezTo>
                <a:cubicBezTo>
                  <a:pt x="60123" y="10305"/>
                  <a:pt x="60244" y="10244"/>
                  <a:pt x="60336" y="10335"/>
                </a:cubicBezTo>
                <a:cubicBezTo>
                  <a:pt x="60518" y="10517"/>
                  <a:pt x="60518" y="10760"/>
                  <a:pt x="60731" y="10912"/>
                </a:cubicBezTo>
                <a:cubicBezTo>
                  <a:pt x="60275" y="11125"/>
                  <a:pt x="60305" y="10365"/>
                  <a:pt x="59819" y="10365"/>
                </a:cubicBezTo>
                <a:cubicBezTo>
                  <a:pt x="59819" y="10213"/>
                  <a:pt x="59788" y="10031"/>
                  <a:pt x="59697" y="9879"/>
                </a:cubicBezTo>
                <a:close/>
                <a:moveTo>
                  <a:pt x="58451" y="9362"/>
                </a:moveTo>
                <a:cubicBezTo>
                  <a:pt x="58512" y="9180"/>
                  <a:pt x="58968" y="9362"/>
                  <a:pt x="58907" y="9545"/>
                </a:cubicBezTo>
                <a:cubicBezTo>
                  <a:pt x="59150" y="9605"/>
                  <a:pt x="59363" y="9484"/>
                  <a:pt x="59667" y="9757"/>
                </a:cubicBezTo>
                <a:cubicBezTo>
                  <a:pt x="59181" y="9605"/>
                  <a:pt x="59333" y="9970"/>
                  <a:pt x="59576" y="10213"/>
                </a:cubicBezTo>
                <a:cubicBezTo>
                  <a:pt x="58998" y="10365"/>
                  <a:pt x="58998" y="9636"/>
                  <a:pt x="58451" y="9545"/>
                </a:cubicBezTo>
                <a:cubicBezTo>
                  <a:pt x="58481" y="9484"/>
                  <a:pt x="58512" y="9393"/>
                  <a:pt x="58451" y="9362"/>
                </a:cubicBezTo>
                <a:close/>
                <a:moveTo>
                  <a:pt x="50852" y="5593"/>
                </a:moveTo>
                <a:lnTo>
                  <a:pt x="51126" y="5684"/>
                </a:lnTo>
                <a:cubicBezTo>
                  <a:pt x="50974" y="5867"/>
                  <a:pt x="50852" y="6049"/>
                  <a:pt x="50609" y="5928"/>
                </a:cubicBezTo>
                <a:cubicBezTo>
                  <a:pt x="50609" y="5684"/>
                  <a:pt x="50822" y="5806"/>
                  <a:pt x="50852" y="5593"/>
                </a:cubicBezTo>
                <a:close/>
                <a:moveTo>
                  <a:pt x="50487" y="6596"/>
                </a:moveTo>
                <a:cubicBezTo>
                  <a:pt x="50639" y="6687"/>
                  <a:pt x="50548" y="6870"/>
                  <a:pt x="50852" y="6931"/>
                </a:cubicBezTo>
                <a:cubicBezTo>
                  <a:pt x="50943" y="6931"/>
                  <a:pt x="51004" y="6809"/>
                  <a:pt x="51156" y="6900"/>
                </a:cubicBezTo>
                <a:cubicBezTo>
                  <a:pt x="51126" y="7022"/>
                  <a:pt x="51065" y="7113"/>
                  <a:pt x="51156" y="7174"/>
                </a:cubicBezTo>
                <a:cubicBezTo>
                  <a:pt x="50913" y="7143"/>
                  <a:pt x="50366" y="6991"/>
                  <a:pt x="50487" y="6596"/>
                </a:cubicBezTo>
                <a:close/>
                <a:moveTo>
                  <a:pt x="51247" y="7143"/>
                </a:moveTo>
                <a:cubicBezTo>
                  <a:pt x="51490" y="6870"/>
                  <a:pt x="51642" y="7356"/>
                  <a:pt x="52038" y="7417"/>
                </a:cubicBezTo>
                <a:cubicBezTo>
                  <a:pt x="52038" y="7022"/>
                  <a:pt x="52585" y="7751"/>
                  <a:pt x="52949" y="7721"/>
                </a:cubicBezTo>
                <a:cubicBezTo>
                  <a:pt x="52828" y="8055"/>
                  <a:pt x="52402" y="7691"/>
                  <a:pt x="52190" y="7569"/>
                </a:cubicBezTo>
                <a:cubicBezTo>
                  <a:pt x="51825" y="7447"/>
                  <a:pt x="51399" y="7387"/>
                  <a:pt x="51278" y="7143"/>
                </a:cubicBezTo>
                <a:close/>
                <a:moveTo>
                  <a:pt x="51247" y="6687"/>
                </a:moveTo>
                <a:cubicBezTo>
                  <a:pt x="51308" y="6627"/>
                  <a:pt x="51399" y="6687"/>
                  <a:pt x="51460" y="6687"/>
                </a:cubicBezTo>
                <a:cubicBezTo>
                  <a:pt x="51521" y="6596"/>
                  <a:pt x="51490" y="6444"/>
                  <a:pt x="51399" y="6384"/>
                </a:cubicBezTo>
                <a:cubicBezTo>
                  <a:pt x="51430" y="6262"/>
                  <a:pt x="51946" y="6505"/>
                  <a:pt x="51673" y="6232"/>
                </a:cubicBezTo>
                <a:cubicBezTo>
                  <a:pt x="51855" y="5988"/>
                  <a:pt x="51946" y="6444"/>
                  <a:pt x="51977" y="6475"/>
                </a:cubicBezTo>
                <a:cubicBezTo>
                  <a:pt x="52007" y="6505"/>
                  <a:pt x="52250" y="6566"/>
                  <a:pt x="52311" y="6627"/>
                </a:cubicBezTo>
                <a:cubicBezTo>
                  <a:pt x="52402" y="6718"/>
                  <a:pt x="52311" y="6809"/>
                  <a:pt x="52311" y="6839"/>
                </a:cubicBezTo>
                <a:cubicBezTo>
                  <a:pt x="52433" y="6961"/>
                  <a:pt x="52646" y="6931"/>
                  <a:pt x="52494" y="7113"/>
                </a:cubicBezTo>
                <a:cubicBezTo>
                  <a:pt x="52646" y="7204"/>
                  <a:pt x="52949" y="7265"/>
                  <a:pt x="52737" y="7417"/>
                </a:cubicBezTo>
                <a:cubicBezTo>
                  <a:pt x="52524" y="7235"/>
                  <a:pt x="52311" y="7052"/>
                  <a:pt x="52068" y="6900"/>
                </a:cubicBezTo>
                <a:cubicBezTo>
                  <a:pt x="51946" y="6779"/>
                  <a:pt x="52007" y="6292"/>
                  <a:pt x="51642" y="6505"/>
                </a:cubicBezTo>
                <a:cubicBezTo>
                  <a:pt x="51734" y="6718"/>
                  <a:pt x="52190" y="6839"/>
                  <a:pt x="51977" y="7113"/>
                </a:cubicBezTo>
                <a:cubicBezTo>
                  <a:pt x="51551" y="6991"/>
                  <a:pt x="51703" y="6657"/>
                  <a:pt x="51278" y="6687"/>
                </a:cubicBezTo>
                <a:close/>
                <a:moveTo>
                  <a:pt x="60609" y="10730"/>
                </a:moveTo>
                <a:cubicBezTo>
                  <a:pt x="60609" y="10639"/>
                  <a:pt x="60609" y="10548"/>
                  <a:pt x="60700" y="10609"/>
                </a:cubicBezTo>
                <a:cubicBezTo>
                  <a:pt x="61065" y="10760"/>
                  <a:pt x="61734" y="11399"/>
                  <a:pt x="62311" y="11764"/>
                </a:cubicBezTo>
                <a:cubicBezTo>
                  <a:pt x="62615" y="11916"/>
                  <a:pt x="62524" y="12068"/>
                  <a:pt x="62281" y="11824"/>
                </a:cubicBezTo>
                <a:cubicBezTo>
                  <a:pt x="61673" y="11520"/>
                  <a:pt x="61096" y="11156"/>
                  <a:pt x="60609" y="10730"/>
                </a:cubicBezTo>
                <a:close/>
                <a:moveTo>
                  <a:pt x="52250" y="5958"/>
                </a:moveTo>
                <a:cubicBezTo>
                  <a:pt x="52463" y="5928"/>
                  <a:pt x="52554" y="5624"/>
                  <a:pt x="52858" y="5806"/>
                </a:cubicBezTo>
                <a:cubicBezTo>
                  <a:pt x="52554" y="5776"/>
                  <a:pt x="52889" y="6292"/>
                  <a:pt x="52494" y="6080"/>
                </a:cubicBezTo>
                <a:cubicBezTo>
                  <a:pt x="52494" y="6262"/>
                  <a:pt x="52919" y="6323"/>
                  <a:pt x="52706" y="6566"/>
                </a:cubicBezTo>
                <a:cubicBezTo>
                  <a:pt x="52494" y="6171"/>
                  <a:pt x="51977" y="6201"/>
                  <a:pt x="51551" y="5836"/>
                </a:cubicBezTo>
                <a:cubicBezTo>
                  <a:pt x="51886" y="5745"/>
                  <a:pt x="51430" y="5715"/>
                  <a:pt x="51612" y="5502"/>
                </a:cubicBezTo>
                <a:cubicBezTo>
                  <a:pt x="52068" y="5593"/>
                  <a:pt x="51886" y="5867"/>
                  <a:pt x="52250" y="5958"/>
                </a:cubicBezTo>
                <a:close/>
                <a:moveTo>
                  <a:pt x="52797" y="5320"/>
                </a:moveTo>
                <a:cubicBezTo>
                  <a:pt x="52585" y="4985"/>
                  <a:pt x="53405" y="5654"/>
                  <a:pt x="53466" y="5472"/>
                </a:cubicBezTo>
                <a:cubicBezTo>
                  <a:pt x="53649" y="5715"/>
                  <a:pt x="53892" y="5593"/>
                  <a:pt x="54044" y="5867"/>
                </a:cubicBezTo>
                <a:cubicBezTo>
                  <a:pt x="53679" y="5745"/>
                  <a:pt x="53132" y="5745"/>
                  <a:pt x="52980" y="5593"/>
                </a:cubicBezTo>
                <a:cubicBezTo>
                  <a:pt x="53345" y="5593"/>
                  <a:pt x="53132" y="5472"/>
                  <a:pt x="52797" y="5320"/>
                </a:cubicBezTo>
                <a:close/>
                <a:moveTo>
                  <a:pt x="57904" y="9788"/>
                </a:moveTo>
                <a:cubicBezTo>
                  <a:pt x="58056" y="9940"/>
                  <a:pt x="58178" y="9788"/>
                  <a:pt x="58238" y="9818"/>
                </a:cubicBezTo>
                <a:cubicBezTo>
                  <a:pt x="58451" y="9940"/>
                  <a:pt x="58208" y="10061"/>
                  <a:pt x="58421" y="10244"/>
                </a:cubicBezTo>
                <a:cubicBezTo>
                  <a:pt x="58086" y="10335"/>
                  <a:pt x="58208" y="10609"/>
                  <a:pt x="57813" y="10426"/>
                </a:cubicBezTo>
                <a:cubicBezTo>
                  <a:pt x="57904" y="10183"/>
                  <a:pt x="58086" y="10335"/>
                  <a:pt x="58178" y="10061"/>
                </a:cubicBezTo>
                <a:cubicBezTo>
                  <a:pt x="57995" y="9909"/>
                  <a:pt x="57570" y="10031"/>
                  <a:pt x="57722" y="10274"/>
                </a:cubicBezTo>
                <a:cubicBezTo>
                  <a:pt x="57661" y="10335"/>
                  <a:pt x="57600" y="10274"/>
                  <a:pt x="57630" y="10213"/>
                </a:cubicBezTo>
                <a:lnTo>
                  <a:pt x="57478" y="10122"/>
                </a:lnTo>
                <a:cubicBezTo>
                  <a:pt x="57570" y="9849"/>
                  <a:pt x="57782" y="10122"/>
                  <a:pt x="57843" y="9879"/>
                </a:cubicBezTo>
                <a:cubicBezTo>
                  <a:pt x="57478" y="9697"/>
                  <a:pt x="57326" y="9788"/>
                  <a:pt x="57083" y="9484"/>
                </a:cubicBezTo>
                <a:cubicBezTo>
                  <a:pt x="57235" y="9301"/>
                  <a:pt x="57448" y="9332"/>
                  <a:pt x="57630" y="9332"/>
                </a:cubicBezTo>
                <a:cubicBezTo>
                  <a:pt x="57934" y="9514"/>
                  <a:pt x="57752" y="9636"/>
                  <a:pt x="57934" y="9788"/>
                </a:cubicBezTo>
                <a:close/>
                <a:moveTo>
                  <a:pt x="67418" y="15776"/>
                </a:moveTo>
                <a:cubicBezTo>
                  <a:pt x="67357" y="15563"/>
                  <a:pt x="68026" y="16232"/>
                  <a:pt x="68269" y="16353"/>
                </a:cubicBezTo>
                <a:cubicBezTo>
                  <a:pt x="67935" y="16566"/>
                  <a:pt x="67783" y="15989"/>
                  <a:pt x="67418" y="15806"/>
                </a:cubicBezTo>
                <a:close/>
                <a:moveTo>
                  <a:pt x="63497" y="14834"/>
                </a:moveTo>
                <a:cubicBezTo>
                  <a:pt x="63588" y="15077"/>
                  <a:pt x="63740" y="15289"/>
                  <a:pt x="63983" y="15411"/>
                </a:cubicBezTo>
                <a:cubicBezTo>
                  <a:pt x="63801" y="15593"/>
                  <a:pt x="63314" y="15229"/>
                  <a:pt x="63436" y="15077"/>
                </a:cubicBezTo>
                <a:cubicBezTo>
                  <a:pt x="63284" y="15198"/>
                  <a:pt x="63041" y="14955"/>
                  <a:pt x="62919" y="14985"/>
                </a:cubicBezTo>
                <a:cubicBezTo>
                  <a:pt x="62980" y="15381"/>
                  <a:pt x="63679" y="15502"/>
                  <a:pt x="63770" y="15563"/>
                </a:cubicBezTo>
                <a:cubicBezTo>
                  <a:pt x="63740" y="15563"/>
                  <a:pt x="63679" y="15685"/>
                  <a:pt x="63679" y="15685"/>
                </a:cubicBezTo>
                <a:cubicBezTo>
                  <a:pt x="63831" y="15745"/>
                  <a:pt x="64013" y="15745"/>
                  <a:pt x="64196" y="15685"/>
                </a:cubicBezTo>
                <a:cubicBezTo>
                  <a:pt x="64317" y="15715"/>
                  <a:pt x="64348" y="15867"/>
                  <a:pt x="64317" y="15958"/>
                </a:cubicBezTo>
                <a:cubicBezTo>
                  <a:pt x="64530" y="16080"/>
                  <a:pt x="64804" y="16201"/>
                  <a:pt x="64895" y="16323"/>
                </a:cubicBezTo>
                <a:cubicBezTo>
                  <a:pt x="65229" y="16444"/>
                  <a:pt x="64652" y="16596"/>
                  <a:pt x="65017" y="16748"/>
                </a:cubicBezTo>
                <a:cubicBezTo>
                  <a:pt x="65138" y="16779"/>
                  <a:pt x="65108" y="16627"/>
                  <a:pt x="65047" y="16536"/>
                </a:cubicBezTo>
                <a:cubicBezTo>
                  <a:pt x="65229" y="16444"/>
                  <a:pt x="65472" y="16840"/>
                  <a:pt x="65685" y="16961"/>
                </a:cubicBezTo>
                <a:cubicBezTo>
                  <a:pt x="65533" y="16961"/>
                  <a:pt x="65321" y="16809"/>
                  <a:pt x="65169" y="16840"/>
                </a:cubicBezTo>
                <a:cubicBezTo>
                  <a:pt x="65138" y="16900"/>
                  <a:pt x="65199" y="16961"/>
                  <a:pt x="65138" y="17022"/>
                </a:cubicBezTo>
                <a:cubicBezTo>
                  <a:pt x="65321" y="17144"/>
                  <a:pt x="65472" y="17083"/>
                  <a:pt x="65655" y="17144"/>
                </a:cubicBezTo>
                <a:cubicBezTo>
                  <a:pt x="65412" y="17296"/>
                  <a:pt x="66080" y="17751"/>
                  <a:pt x="66232" y="17903"/>
                </a:cubicBezTo>
                <a:cubicBezTo>
                  <a:pt x="66020" y="17873"/>
                  <a:pt x="65837" y="17812"/>
                  <a:pt x="65655" y="17751"/>
                </a:cubicBezTo>
                <a:cubicBezTo>
                  <a:pt x="65594" y="17843"/>
                  <a:pt x="65776" y="17934"/>
                  <a:pt x="65868" y="18025"/>
                </a:cubicBezTo>
                <a:cubicBezTo>
                  <a:pt x="65503" y="18025"/>
                  <a:pt x="64591" y="17448"/>
                  <a:pt x="64135" y="17083"/>
                </a:cubicBezTo>
                <a:cubicBezTo>
                  <a:pt x="64013" y="16992"/>
                  <a:pt x="64013" y="16931"/>
                  <a:pt x="64105" y="16840"/>
                </a:cubicBezTo>
                <a:cubicBezTo>
                  <a:pt x="64013" y="16809"/>
                  <a:pt x="63953" y="16900"/>
                  <a:pt x="63862" y="16840"/>
                </a:cubicBezTo>
                <a:cubicBezTo>
                  <a:pt x="63679" y="16748"/>
                  <a:pt x="63862" y="16627"/>
                  <a:pt x="63801" y="16596"/>
                </a:cubicBezTo>
                <a:cubicBezTo>
                  <a:pt x="63710" y="16536"/>
                  <a:pt x="63588" y="16627"/>
                  <a:pt x="63497" y="16566"/>
                </a:cubicBezTo>
                <a:cubicBezTo>
                  <a:pt x="63314" y="16444"/>
                  <a:pt x="63193" y="16141"/>
                  <a:pt x="63010" y="15958"/>
                </a:cubicBezTo>
                <a:cubicBezTo>
                  <a:pt x="62676" y="15715"/>
                  <a:pt x="62311" y="15593"/>
                  <a:pt x="62007" y="15289"/>
                </a:cubicBezTo>
                <a:cubicBezTo>
                  <a:pt x="61673" y="15016"/>
                  <a:pt x="61551" y="14712"/>
                  <a:pt x="61247" y="14438"/>
                </a:cubicBezTo>
                <a:cubicBezTo>
                  <a:pt x="61126" y="14347"/>
                  <a:pt x="61004" y="14378"/>
                  <a:pt x="60974" y="14347"/>
                </a:cubicBezTo>
                <a:cubicBezTo>
                  <a:pt x="60488" y="13982"/>
                  <a:pt x="60153" y="13405"/>
                  <a:pt x="59576" y="13314"/>
                </a:cubicBezTo>
                <a:cubicBezTo>
                  <a:pt x="59545" y="13192"/>
                  <a:pt x="59515" y="13101"/>
                  <a:pt x="59424" y="13010"/>
                </a:cubicBezTo>
                <a:cubicBezTo>
                  <a:pt x="59606" y="12919"/>
                  <a:pt x="59880" y="13375"/>
                  <a:pt x="60001" y="13010"/>
                </a:cubicBezTo>
                <a:cubicBezTo>
                  <a:pt x="59728" y="12949"/>
                  <a:pt x="59454" y="12919"/>
                  <a:pt x="59150" y="12919"/>
                </a:cubicBezTo>
                <a:cubicBezTo>
                  <a:pt x="58968" y="12432"/>
                  <a:pt x="58178" y="12159"/>
                  <a:pt x="57752" y="11733"/>
                </a:cubicBezTo>
                <a:cubicBezTo>
                  <a:pt x="57570" y="11581"/>
                  <a:pt x="57661" y="11490"/>
                  <a:pt x="57570" y="11338"/>
                </a:cubicBezTo>
                <a:cubicBezTo>
                  <a:pt x="57448" y="11095"/>
                  <a:pt x="57114" y="11004"/>
                  <a:pt x="57174" y="10760"/>
                </a:cubicBezTo>
                <a:cubicBezTo>
                  <a:pt x="57448" y="10487"/>
                  <a:pt x="57661" y="11004"/>
                  <a:pt x="57843" y="11125"/>
                </a:cubicBezTo>
                <a:cubicBezTo>
                  <a:pt x="58056" y="11277"/>
                  <a:pt x="58360" y="11429"/>
                  <a:pt x="58542" y="11581"/>
                </a:cubicBezTo>
                <a:cubicBezTo>
                  <a:pt x="58573" y="11612"/>
                  <a:pt x="58664" y="11642"/>
                  <a:pt x="58725" y="11612"/>
                </a:cubicBezTo>
                <a:cubicBezTo>
                  <a:pt x="58785" y="11672"/>
                  <a:pt x="58846" y="11885"/>
                  <a:pt x="58877" y="11916"/>
                </a:cubicBezTo>
                <a:cubicBezTo>
                  <a:pt x="58937" y="11976"/>
                  <a:pt x="59181" y="12037"/>
                  <a:pt x="59302" y="12098"/>
                </a:cubicBezTo>
                <a:cubicBezTo>
                  <a:pt x="59545" y="12311"/>
                  <a:pt x="59576" y="12432"/>
                  <a:pt x="59940" y="12463"/>
                </a:cubicBezTo>
                <a:cubicBezTo>
                  <a:pt x="59819" y="12675"/>
                  <a:pt x="59454" y="12493"/>
                  <a:pt x="59697" y="12797"/>
                </a:cubicBezTo>
                <a:cubicBezTo>
                  <a:pt x="59849" y="12858"/>
                  <a:pt x="59728" y="12706"/>
                  <a:pt x="59849" y="12615"/>
                </a:cubicBezTo>
                <a:cubicBezTo>
                  <a:pt x="60062" y="12645"/>
                  <a:pt x="60336" y="12827"/>
                  <a:pt x="60488" y="12675"/>
                </a:cubicBezTo>
                <a:cubicBezTo>
                  <a:pt x="61004" y="13192"/>
                  <a:pt x="61460" y="13405"/>
                  <a:pt x="61764" y="13891"/>
                </a:cubicBezTo>
                <a:cubicBezTo>
                  <a:pt x="62038" y="14074"/>
                  <a:pt x="62372" y="14074"/>
                  <a:pt x="62676" y="13952"/>
                </a:cubicBezTo>
                <a:cubicBezTo>
                  <a:pt x="62828" y="14195"/>
                  <a:pt x="63041" y="14378"/>
                  <a:pt x="63284" y="14530"/>
                </a:cubicBezTo>
                <a:lnTo>
                  <a:pt x="63102" y="14803"/>
                </a:lnTo>
                <a:cubicBezTo>
                  <a:pt x="63254" y="14955"/>
                  <a:pt x="63406" y="15016"/>
                  <a:pt x="63527" y="14834"/>
                </a:cubicBezTo>
                <a:close/>
                <a:moveTo>
                  <a:pt x="60700" y="13010"/>
                </a:moveTo>
                <a:cubicBezTo>
                  <a:pt x="60670" y="13101"/>
                  <a:pt x="60670" y="13192"/>
                  <a:pt x="60731" y="13253"/>
                </a:cubicBezTo>
                <a:cubicBezTo>
                  <a:pt x="60974" y="12949"/>
                  <a:pt x="60609" y="12979"/>
                  <a:pt x="60396" y="12797"/>
                </a:cubicBezTo>
                <a:cubicBezTo>
                  <a:pt x="60396" y="12949"/>
                  <a:pt x="60184" y="13131"/>
                  <a:pt x="60244" y="13314"/>
                </a:cubicBezTo>
                <a:cubicBezTo>
                  <a:pt x="60518" y="13283"/>
                  <a:pt x="60366" y="12949"/>
                  <a:pt x="60700" y="13010"/>
                </a:cubicBezTo>
                <a:close/>
                <a:moveTo>
                  <a:pt x="61126" y="13526"/>
                </a:moveTo>
                <a:cubicBezTo>
                  <a:pt x="60913" y="13314"/>
                  <a:pt x="60792" y="13557"/>
                  <a:pt x="60609" y="13466"/>
                </a:cubicBezTo>
                <a:cubicBezTo>
                  <a:pt x="60640" y="13375"/>
                  <a:pt x="60518" y="13283"/>
                  <a:pt x="60457" y="13344"/>
                </a:cubicBezTo>
                <a:cubicBezTo>
                  <a:pt x="60792" y="13466"/>
                  <a:pt x="60366" y="13678"/>
                  <a:pt x="60670" y="13830"/>
                </a:cubicBezTo>
                <a:cubicBezTo>
                  <a:pt x="60792" y="13526"/>
                  <a:pt x="61004" y="13770"/>
                  <a:pt x="61126" y="13526"/>
                </a:cubicBezTo>
                <a:close/>
                <a:moveTo>
                  <a:pt x="61551" y="14043"/>
                </a:moveTo>
                <a:cubicBezTo>
                  <a:pt x="61643" y="13830"/>
                  <a:pt x="61399" y="13648"/>
                  <a:pt x="61278" y="13435"/>
                </a:cubicBezTo>
                <a:cubicBezTo>
                  <a:pt x="61096" y="13587"/>
                  <a:pt x="61278" y="13709"/>
                  <a:pt x="61126" y="13830"/>
                </a:cubicBezTo>
                <a:cubicBezTo>
                  <a:pt x="61278" y="14013"/>
                  <a:pt x="61369" y="13830"/>
                  <a:pt x="61551" y="14043"/>
                </a:cubicBezTo>
                <a:close/>
                <a:moveTo>
                  <a:pt x="64409" y="16870"/>
                </a:moveTo>
                <a:cubicBezTo>
                  <a:pt x="64469" y="16931"/>
                  <a:pt x="64439" y="16992"/>
                  <a:pt x="64378" y="17052"/>
                </a:cubicBezTo>
                <a:cubicBezTo>
                  <a:pt x="64591" y="17144"/>
                  <a:pt x="64804" y="17296"/>
                  <a:pt x="64956" y="17083"/>
                </a:cubicBezTo>
                <a:cubicBezTo>
                  <a:pt x="64743" y="16900"/>
                  <a:pt x="64591" y="16809"/>
                  <a:pt x="64409" y="16870"/>
                </a:cubicBezTo>
                <a:close/>
                <a:moveTo>
                  <a:pt x="62372" y="14955"/>
                </a:moveTo>
                <a:cubicBezTo>
                  <a:pt x="62068" y="14864"/>
                  <a:pt x="61734" y="14256"/>
                  <a:pt x="61764" y="14530"/>
                </a:cubicBezTo>
                <a:cubicBezTo>
                  <a:pt x="61825" y="14651"/>
                  <a:pt x="62433" y="15229"/>
                  <a:pt x="62372" y="14985"/>
                </a:cubicBezTo>
                <a:close/>
                <a:moveTo>
                  <a:pt x="62919" y="14682"/>
                </a:moveTo>
                <a:cubicBezTo>
                  <a:pt x="63162" y="14256"/>
                  <a:pt x="62159" y="14074"/>
                  <a:pt x="61977" y="14256"/>
                </a:cubicBezTo>
                <a:cubicBezTo>
                  <a:pt x="62342" y="14651"/>
                  <a:pt x="62554" y="14226"/>
                  <a:pt x="62919" y="14682"/>
                </a:cubicBezTo>
                <a:close/>
                <a:moveTo>
                  <a:pt x="26353" y="7417"/>
                </a:moveTo>
                <a:cubicBezTo>
                  <a:pt x="26657" y="7265"/>
                  <a:pt x="26262" y="7083"/>
                  <a:pt x="26596" y="6931"/>
                </a:cubicBezTo>
                <a:cubicBezTo>
                  <a:pt x="26718" y="7143"/>
                  <a:pt x="26384" y="7356"/>
                  <a:pt x="26718" y="7569"/>
                </a:cubicBezTo>
                <a:cubicBezTo>
                  <a:pt x="26566" y="7660"/>
                  <a:pt x="26444" y="7599"/>
                  <a:pt x="26353" y="7417"/>
                </a:cubicBezTo>
                <a:close/>
                <a:moveTo>
                  <a:pt x="73953" y="22007"/>
                </a:moveTo>
                <a:cubicBezTo>
                  <a:pt x="73649" y="22220"/>
                  <a:pt x="73588" y="21733"/>
                  <a:pt x="73254" y="21581"/>
                </a:cubicBezTo>
                <a:cubicBezTo>
                  <a:pt x="73163" y="21308"/>
                  <a:pt x="73771" y="21916"/>
                  <a:pt x="73953" y="22007"/>
                </a:cubicBezTo>
                <a:close/>
                <a:moveTo>
                  <a:pt x="60275" y="11520"/>
                </a:moveTo>
                <a:cubicBezTo>
                  <a:pt x="60640" y="11612"/>
                  <a:pt x="60275" y="11794"/>
                  <a:pt x="60579" y="11916"/>
                </a:cubicBezTo>
                <a:cubicBezTo>
                  <a:pt x="60305" y="12037"/>
                  <a:pt x="60275" y="11551"/>
                  <a:pt x="60062" y="11672"/>
                </a:cubicBezTo>
                <a:cubicBezTo>
                  <a:pt x="59849" y="11399"/>
                  <a:pt x="60275" y="11794"/>
                  <a:pt x="60275" y="11520"/>
                </a:cubicBezTo>
                <a:close/>
                <a:moveTo>
                  <a:pt x="60396" y="12493"/>
                </a:moveTo>
                <a:cubicBezTo>
                  <a:pt x="60305" y="12675"/>
                  <a:pt x="60184" y="12493"/>
                  <a:pt x="60092" y="12584"/>
                </a:cubicBezTo>
                <a:cubicBezTo>
                  <a:pt x="59971" y="12402"/>
                  <a:pt x="59788" y="12250"/>
                  <a:pt x="59576" y="12189"/>
                </a:cubicBezTo>
                <a:cubicBezTo>
                  <a:pt x="59880" y="11976"/>
                  <a:pt x="59971" y="12341"/>
                  <a:pt x="60396" y="12493"/>
                </a:cubicBezTo>
                <a:close/>
                <a:moveTo>
                  <a:pt x="63071" y="12311"/>
                </a:moveTo>
                <a:lnTo>
                  <a:pt x="63375" y="12554"/>
                </a:lnTo>
                <a:cubicBezTo>
                  <a:pt x="63284" y="12554"/>
                  <a:pt x="63223" y="12615"/>
                  <a:pt x="63162" y="12675"/>
                </a:cubicBezTo>
                <a:lnTo>
                  <a:pt x="63314" y="12797"/>
                </a:lnTo>
                <a:cubicBezTo>
                  <a:pt x="63406" y="12858"/>
                  <a:pt x="63497" y="12736"/>
                  <a:pt x="63406" y="12675"/>
                </a:cubicBezTo>
                <a:cubicBezTo>
                  <a:pt x="63649" y="12554"/>
                  <a:pt x="63679" y="12919"/>
                  <a:pt x="63740" y="13010"/>
                </a:cubicBezTo>
                <a:cubicBezTo>
                  <a:pt x="63831" y="12919"/>
                  <a:pt x="63740" y="12827"/>
                  <a:pt x="63862" y="12706"/>
                </a:cubicBezTo>
                <a:cubicBezTo>
                  <a:pt x="63862" y="13071"/>
                  <a:pt x="64135" y="13162"/>
                  <a:pt x="64500" y="13405"/>
                </a:cubicBezTo>
                <a:cubicBezTo>
                  <a:pt x="64378" y="13526"/>
                  <a:pt x="64135" y="13162"/>
                  <a:pt x="64013" y="13435"/>
                </a:cubicBezTo>
                <a:cubicBezTo>
                  <a:pt x="63953" y="13405"/>
                  <a:pt x="63892" y="13131"/>
                  <a:pt x="63892" y="13131"/>
                </a:cubicBezTo>
                <a:cubicBezTo>
                  <a:pt x="63831" y="13101"/>
                  <a:pt x="63710" y="13192"/>
                  <a:pt x="63710" y="13192"/>
                </a:cubicBezTo>
                <a:cubicBezTo>
                  <a:pt x="63527" y="13010"/>
                  <a:pt x="63284" y="12827"/>
                  <a:pt x="63041" y="12706"/>
                </a:cubicBezTo>
                <a:cubicBezTo>
                  <a:pt x="63132" y="12554"/>
                  <a:pt x="62889" y="12463"/>
                  <a:pt x="63071" y="12311"/>
                </a:cubicBezTo>
                <a:close/>
                <a:moveTo>
                  <a:pt x="24864" y="66111"/>
                </a:moveTo>
                <a:cubicBezTo>
                  <a:pt x="24833" y="66354"/>
                  <a:pt x="24438" y="66324"/>
                  <a:pt x="24317" y="66172"/>
                </a:cubicBezTo>
                <a:cubicBezTo>
                  <a:pt x="24377" y="65989"/>
                  <a:pt x="24621" y="66050"/>
                  <a:pt x="24864" y="66111"/>
                </a:cubicBezTo>
                <a:close/>
                <a:moveTo>
                  <a:pt x="62099" y="12523"/>
                </a:moveTo>
                <a:cubicBezTo>
                  <a:pt x="62403" y="12767"/>
                  <a:pt x="62463" y="13223"/>
                  <a:pt x="62828" y="12979"/>
                </a:cubicBezTo>
                <a:cubicBezTo>
                  <a:pt x="63162" y="13101"/>
                  <a:pt x="62919" y="13283"/>
                  <a:pt x="63193" y="13435"/>
                </a:cubicBezTo>
                <a:cubicBezTo>
                  <a:pt x="63436" y="13709"/>
                  <a:pt x="63770" y="13496"/>
                  <a:pt x="63831" y="13830"/>
                </a:cubicBezTo>
                <a:cubicBezTo>
                  <a:pt x="63679" y="13891"/>
                  <a:pt x="63406" y="13739"/>
                  <a:pt x="63071" y="13557"/>
                </a:cubicBezTo>
                <a:cubicBezTo>
                  <a:pt x="62676" y="13314"/>
                  <a:pt x="61947" y="12888"/>
                  <a:pt x="62099" y="12523"/>
                </a:cubicBezTo>
                <a:close/>
                <a:moveTo>
                  <a:pt x="61916" y="12493"/>
                </a:moveTo>
                <a:cubicBezTo>
                  <a:pt x="61460" y="12979"/>
                  <a:pt x="61217" y="12037"/>
                  <a:pt x="60731" y="12037"/>
                </a:cubicBezTo>
                <a:cubicBezTo>
                  <a:pt x="61035" y="11794"/>
                  <a:pt x="60822" y="11976"/>
                  <a:pt x="60731" y="11733"/>
                </a:cubicBezTo>
                <a:cubicBezTo>
                  <a:pt x="61217" y="11581"/>
                  <a:pt x="61339" y="12432"/>
                  <a:pt x="61916" y="12463"/>
                </a:cubicBezTo>
                <a:close/>
                <a:moveTo>
                  <a:pt x="62068" y="13526"/>
                </a:moveTo>
                <a:cubicBezTo>
                  <a:pt x="62190" y="13618"/>
                  <a:pt x="62281" y="13557"/>
                  <a:pt x="62403" y="13678"/>
                </a:cubicBezTo>
                <a:cubicBezTo>
                  <a:pt x="62342" y="14043"/>
                  <a:pt x="62068" y="13466"/>
                  <a:pt x="61977" y="13648"/>
                </a:cubicBezTo>
                <a:cubicBezTo>
                  <a:pt x="61673" y="13283"/>
                  <a:pt x="61308" y="12979"/>
                  <a:pt x="60944" y="12706"/>
                </a:cubicBezTo>
                <a:cubicBezTo>
                  <a:pt x="60944" y="12402"/>
                  <a:pt x="61855" y="13344"/>
                  <a:pt x="62068" y="13526"/>
                </a:cubicBezTo>
                <a:close/>
                <a:moveTo>
                  <a:pt x="77236" y="16840"/>
                </a:moveTo>
                <a:cubicBezTo>
                  <a:pt x="76871" y="16992"/>
                  <a:pt x="76476" y="17326"/>
                  <a:pt x="76020" y="17265"/>
                </a:cubicBezTo>
                <a:cubicBezTo>
                  <a:pt x="75959" y="17265"/>
                  <a:pt x="75777" y="17083"/>
                  <a:pt x="75625" y="17052"/>
                </a:cubicBezTo>
                <a:cubicBezTo>
                  <a:pt x="75473" y="17022"/>
                  <a:pt x="75017" y="16992"/>
                  <a:pt x="74865" y="16688"/>
                </a:cubicBezTo>
                <a:cubicBezTo>
                  <a:pt x="74682" y="16627"/>
                  <a:pt x="74500" y="16596"/>
                  <a:pt x="74348" y="16596"/>
                </a:cubicBezTo>
                <a:cubicBezTo>
                  <a:pt x="73345" y="15715"/>
                  <a:pt x="72524" y="15381"/>
                  <a:pt x="71947" y="14682"/>
                </a:cubicBezTo>
                <a:cubicBezTo>
                  <a:pt x="72038" y="14682"/>
                  <a:pt x="72160" y="14682"/>
                  <a:pt x="72281" y="14742"/>
                </a:cubicBezTo>
                <a:cubicBezTo>
                  <a:pt x="72372" y="14499"/>
                  <a:pt x="72129" y="14499"/>
                  <a:pt x="71947" y="14378"/>
                </a:cubicBezTo>
                <a:cubicBezTo>
                  <a:pt x="72008" y="14074"/>
                  <a:pt x="71856" y="13770"/>
                  <a:pt x="71582" y="13648"/>
                </a:cubicBezTo>
                <a:cubicBezTo>
                  <a:pt x="71582" y="13982"/>
                  <a:pt x="71704" y="14317"/>
                  <a:pt x="71916" y="14560"/>
                </a:cubicBezTo>
                <a:cubicBezTo>
                  <a:pt x="71521" y="14499"/>
                  <a:pt x="71430" y="14074"/>
                  <a:pt x="71005" y="13922"/>
                </a:cubicBezTo>
                <a:cubicBezTo>
                  <a:pt x="71308" y="13800"/>
                  <a:pt x="70944" y="13557"/>
                  <a:pt x="71339" y="13800"/>
                </a:cubicBezTo>
                <a:cubicBezTo>
                  <a:pt x="71308" y="13618"/>
                  <a:pt x="71096" y="13344"/>
                  <a:pt x="70974" y="13375"/>
                </a:cubicBezTo>
                <a:cubicBezTo>
                  <a:pt x="70822" y="13587"/>
                  <a:pt x="71126" y="13770"/>
                  <a:pt x="70822" y="13982"/>
                </a:cubicBezTo>
                <a:lnTo>
                  <a:pt x="70457" y="13709"/>
                </a:lnTo>
                <a:cubicBezTo>
                  <a:pt x="71005" y="13982"/>
                  <a:pt x="70701" y="13223"/>
                  <a:pt x="70366" y="13192"/>
                </a:cubicBezTo>
                <a:cubicBezTo>
                  <a:pt x="70275" y="13283"/>
                  <a:pt x="70488" y="13344"/>
                  <a:pt x="70518" y="13435"/>
                </a:cubicBezTo>
                <a:cubicBezTo>
                  <a:pt x="70609" y="13709"/>
                  <a:pt x="70093" y="13131"/>
                  <a:pt x="69819" y="13101"/>
                </a:cubicBezTo>
                <a:cubicBezTo>
                  <a:pt x="69819" y="13010"/>
                  <a:pt x="69728" y="12888"/>
                  <a:pt x="69819" y="12797"/>
                </a:cubicBezTo>
                <a:cubicBezTo>
                  <a:pt x="69485" y="12767"/>
                  <a:pt x="69333" y="12219"/>
                  <a:pt x="69150" y="11946"/>
                </a:cubicBezTo>
                <a:cubicBezTo>
                  <a:pt x="69637" y="12159"/>
                  <a:pt x="70123" y="12493"/>
                  <a:pt x="70488" y="12128"/>
                </a:cubicBezTo>
                <a:cubicBezTo>
                  <a:pt x="70549" y="12219"/>
                  <a:pt x="70427" y="12311"/>
                  <a:pt x="70518" y="12371"/>
                </a:cubicBezTo>
                <a:cubicBezTo>
                  <a:pt x="70761" y="12523"/>
                  <a:pt x="70549" y="12189"/>
                  <a:pt x="70731" y="12128"/>
                </a:cubicBezTo>
                <a:cubicBezTo>
                  <a:pt x="70974" y="12402"/>
                  <a:pt x="71156" y="12341"/>
                  <a:pt x="71369" y="12554"/>
                </a:cubicBezTo>
                <a:cubicBezTo>
                  <a:pt x="71278" y="12797"/>
                  <a:pt x="71126" y="12523"/>
                  <a:pt x="70974" y="12432"/>
                </a:cubicBezTo>
                <a:cubicBezTo>
                  <a:pt x="70670" y="12675"/>
                  <a:pt x="71369" y="12979"/>
                  <a:pt x="71552" y="12919"/>
                </a:cubicBezTo>
                <a:cubicBezTo>
                  <a:pt x="71825" y="13071"/>
                  <a:pt x="71552" y="13223"/>
                  <a:pt x="71916" y="13375"/>
                </a:cubicBezTo>
                <a:lnTo>
                  <a:pt x="72281" y="13375"/>
                </a:lnTo>
                <a:cubicBezTo>
                  <a:pt x="72403" y="13253"/>
                  <a:pt x="72038" y="13192"/>
                  <a:pt x="72068" y="13223"/>
                </a:cubicBezTo>
                <a:cubicBezTo>
                  <a:pt x="71977" y="13131"/>
                  <a:pt x="72068" y="12979"/>
                  <a:pt x="71947" y="12919"/>
                </a:cubicBezTo>
                <a:cubicBezTo>
                  <a:pt x="71825" y="12827"/>
                  <a:pt x="71521" y="12736"/>
                  <a:pt x="71369" y="12432"/>
                </a:cubicBezTo>
                <a:cubicBezTo>
                  <a:pt x="72068" y="12858"/>
                  <a:pt x="72798" y="13375"/>
                  <a:pt x="73497" y="13830"/>
                </a:cubicBezTo>
                <a:cubicBezTo>
                  <a:pt x="73254" y="13982"/>
                  <a:pt x="73071" y="14195"/>
                  <a:pt x="72980" y="14469"/>
                </a:cubicBezTo>
                <a:cubicBezTo>
                  <a:pt x="73163" y="14682"/>
                  <a:pt x="73284" y="14530"/>
                  <a:pt x="73467" y="14742"/>
                </a:cubicBezTo>
                <a:cubicBezTo>
                  <a:pt x="73710" y="14864"/>
                  <a:pt x="73375" y="14469"/>
                  <a:pt x="73649" y="14378"/>
                </a:cubicBezTo>
                <a:lnTo>
                  <a:pt x="74014" y="14651"/>
                </a:lnTo>
                <a:cubicBezTo>
                  <a:pt x="74226" y="14347"/>
                  <a:pt x="73983" y="14226"/>
                  <a:pt x="73679" y="14074"/>
                </a:cubicBezTo>
                <a:cubicBezTo>
                  <a:pt x="74044" y="13952"/>
                  <a:pt x="74530" y="14499"/>
                  <a:pt x="74956" y="14682"/>
                </a:cubicBezTo>
                <a:cubicBezTo>
                  <a:pt x="74865" y="14682"/>
                  <a:pt x="74804" y="14742"/>
                  <a:pt x="74743" y="14803"/>
                </a:cubicBezTo>
                <a:cubicBezTo>
                  <a:pt x="74895" y="14955"/>
                  <a:pt x="75047" y="14894"/>
                  <a:pt x="75199" y="14955"/>
                </a:cubicBezTo>
                <a:cubicBezTo>
                  <a:pt x="75230" y="14894"/>
                  <a:pt x="75199" y="14803"/>
                  <a:pt x="75169" y="14712"/>
                </a:cubicBezTo>
                <a:cubicBezTo>
                  <a:pt x="75625" y="14773"/>
                  <a:pt x="76141" y="15198"/>
                  <a:pt x="76628" y="15472"/>
                </a:cubicBezTo>
                <a:cubicBezTo>
                  <a:pt x="76476" y="15502"/>
                  <a:pt x="76445" y="15593"/>
                  <a:pt x="76567" y="15745"/>
                </a:cubicBezTo>
                <a:cubicBezTo>
                  <a:pt x="76689" y="15897"/>
                  <a:pt x="77023" y="15745"/>
                  <a:pt x="76901" y="15593"/>
                </a:cubicBezTo>
                <a:cubicBezTo>
                  <a:pt x="77023" y="15441"/>
                  <a:pt x="77205" y="15806"/>
                  <a:pt x="77357" y="15837"/>
                </a:cubicBezTo>
                <a:cubicBezTo>
                  <a:pt x="77388" y="16141"/>
                  <a:pt x="77175" y="16505"/>
                  <a:pt x="77236" y="16840"/>
                </a:cubicBezTo>
                <a:close/>
                <a:moveTo>
                  <a:pt x="71582" y="13526"/>
                </a:moveTo>
                <a:cubicBezTo>
                  <a:pt x="71734" y="13314"/>
                  <a:pt x="71248" y="12797"/>
                  <a:pt x="71035" y="12979"/>
                </a:cubicBezTo>
                <a:cubicBezTo>
                  <a:pt x="71156" y="13223"/>
                  <a:pt x="71339" y="13192"/>
                  <a:pt x="71582" y="13496"/>
                </a:cubicBezTo>
                <a:close/>
                <a:moveTo>
                  <a:pt x="72950" y="14499"/>
                </a:moveTo>
                <a:cubicBezTo>
                  <a:pt x="72859" y="14165"/>
                  <a:pt x="72767" y="14104"/>
                  <a:pt x="73132" y="13830"/>
                </a:cubicBezTo>
                <a:cubicBezTo>
                  <a:pt x="72828" y="13435"/>
                  <a:pt x="72707" y="14134"/>
                  <a:pt x="72615" y="14043"/>
                </a:cubicBezTo>
                <a:cubicBezTo>
                  <a:pt x="72615" y="13800"/>
                  <a:pt x="72068" y="13283"/>
                  <a:pt x="71856" y="13648"/>
                </a:cubicBezTo>
                <a:cubicBezTo>
                  <a:pt x="72008" y="13891"/>
                  <a:pt x="72099" y="13678"/>
                  <a:pt x="72220" y="13739"/>
                </a:cubicBezTo>
                <a:cubicBezTo>
                  <a:pt x="72463" y="14043"/>
                  <a:pt x="72494" y="14530"/>
                  <a:pt x="72950" y="14499"/>
                </a:cubicBezTo>
                <a:close/>
                <a:moveTo>
                  <a:pt x="74774" y="15350"/>
                </a:moveTo>
                <a:cubicBezTo>
                  <a:pt x="74561" y="15016"/>
                  <a:pt x="74378" y="15077"/>
                  <a:pt x="74226" y="15016"/>
                </a:cubicBezTo>
                <a:cubicBezTo>
                  <a:pt x="74044" y="14925"/>
                  <a:pt x="73801" y="14560"/>
                  <a:pt x="73740" y="14834"/>
                </a:cubicBezTo>
                <a:cubicBezTo>
                  <a:pt x="73649" y="14985"/>
                  <a:pt x="74044" y="15107"/>
                  <a:pt x="74014" y="15259"/>
                </a:cubicBezTo>
                <a:cubicBezTo>
                  <a:pt x="74348" y="15016"/>
                  <a:pt x="74470" y="15350"/>
                  <a:pt x="74774" y="15320"/>
                </a:cubicBezTo>
                <a:close/>
                <a:moveTo>
                  <a:pt x="74318" y="15624"/>
                </a:moveTo>
                <a:cubicBezTo>
                  <a:pt x="74166" y="15776"/>
                  <a:pt x="74318" y="15897"/>
                  <a:pt x="74439" y="16049"/>
                </a:cubicBezTo>
                <a:cubicBezTo>
                  <a:pt x="74682" y="15867"/>
                  <a:pt x="74530" y="15745"/>
                  <a:pt x="74318" y="15593"/>
                </a:cubicBezTo>
                <a:close/>
                <a:moveTo>
                  <a:pt x="75230" y="15502"/>
                </a:moveTo>
                <a:cubicBezTo>
                  <a:pt x="75047" y="15350"/>
                  <a:pt x="74926" y="15411"/>
                  <a:pt x="74774" y="15472"/>
                </a:cubicBezTo>
                <a:cubicBezTo>
                  <a:pt x="74865" y="15563"/>
                  <a:pt x="74865" y="15654"/>
                  <a:pt x="75017" y="15745"/>
                </a:cubicBezTo>
                <a:close/>
                <a:moveTo>
                  <a:pt x="75594" y="15472"/>
                </a:moveTo>
                <a:cubicBezTo>
                  <a:pt x="75503" y="15472"/>
                  <a:pt x="75047" y="15776"/>
                  <a:pt x="75381" y="15928"/>
                </a:cubicBezTo>
                <a:cubicBezTo>
                  <a:pt x="75473" y="15989"/>
                  <a:pt x="75898" y="15563"/>
                  <a:pt x="75594" y="15472"/>
                </a:cubicBezTo>
                <a:close/>
                <a:moveTo>
                  <a:pt x="76810" y="15989"/>
                </a:moveTo>
                <a:cubicBezTo>
                  <a:pt x="76871" y="16049"/>
                  <a:pt x="76932" y="15958"/>
                  <a:pt x="76780" y="15867"/>
                </a:cubicBezTo>
                <a:cubicBezTo>
                  <a:pt x="76597" y="16019"/>
                  <a:pt x="76628" y="16292"/>
                  <a:pt x="76810" y="16414"/>
                </a:cubicBezTo>
                <a:cubicBezTo>
                  <a:pt x="77023" y="16232"/>
                  <a:pt x="76628" y="16141"/>
                  <a:pt x="76780" y="15989"/>
                </a:cubicBezTo>
                <a:close/>
                <a:moveTo>
                  <a:pt x="32767" y="3435"/>
                </a:moveTo>
                <a:cubicBezTo>
                  <a:pt x="32493" y="3435"/>
                  <a:pt x="32037" y="3800"/>
                  <a:pt x="31916" y="3557"/>
                </a:cubicBezTo>
                <a:cubicBezTo>
                  <a:pt x="32280" y="3283"/>
                  <a:pt x="32493" y="3405"/>
                  <a:pt x="32888" y="3162"/>
                </a:cubicBezTo>
                <a:cubicBezTo>
                  <a:pt x="32919" y="3283"/>
                  <a:pt x="32736" y="3314"/>
                  <a:pt x="32767" y="3435"/>
                </a:cubicBezTo>
                <a:close/>
                <a:moveTo>
                  <a:pt x="32341" y="3253"/>
                </a:moveTo>
                <a:cubicBezTo>
                  <a:pt x="31946" y="3253"/>
                  <a:pt x="32645" y="2706"/>
                  <a:pt x="32888" y="2858"/>
                </a:cubicBezTo>
                <a:cubicBezTo>
                  <a:pt x="32828" y="3070"/>
                  <a:pt x="32341" y="2918"/>
                  <a:pt x="32341" y="3253"/>
                </a:cubicBezTo>
                <a:close/>
                <a:moveTo>
                  <a:pt x="35654" y="1946"/>
                </a:moveTo>
                <a:cubicBezTo>
                  <a:pt x="35624" y="2128"/>
                  <a:pt x="34894" y="2766"/>
                  <a:pt x="34438" y="2462"/>
                </a:cubicBezTo>
                <a:cubicBezTo>
                  <a:pt x="34256" y="2584"/>
                  <a:pt x="34074" y="2706"/>
                  <a:pt x="33891" y="2797"/>
                </a:cubicBezTo>
                <a:cubicBezTo>
                  <a:pt x="33861" y="2736"/>
                  <a:pt x="33891" y="2736"/>
                  <a:pt x="33952" y="2706"/>
                </a:cubicBezTo>
                <a:cubicBezTo>
                  <a:pt x="33952" y="2614"/>
                  <a:pt x="33891" y="2645"/>
                  <a:pt x="33831" y="2645"/>
                </a:cubicBezTo>
                <a:cubicBezTo>
                  <a:pt x="34013" y="2159"/>
                  <a:pt x="35290" y="2614"/>
                  <a:pt x="35107" y="2007"/>
                </a:cubicBezTo>
                <a:cubicBezTo>
                  <a:pt x="35381" y="1855"/>
                  <a:pt x="35411" y="2037"/>
                  <a:pt x="35654" y="1946"/>
                </a:cubicBezTo>
                <a:close/>
                <a:moveTo>
                  <a:pt x="31642" y="3769"/>
                </a:moveTo>
                <a:cubicBezTo>
                  <a:pt x="31156" y="3921"/>
                  <a:pt x="31277" y="4195"/>
                  <a:pt x="30791" y="4408"/>
                </a:cubicBezTo>
                <a:cubicBezTo>
                  <a:pt x="30609" y="4073"/>
                  <a:pt x="31277" y="3891"/>
                  <a:pt x="31338" y="3648"/>
                </a:cubicBezTo>
                <a:cubicBezTo>
                  <a:pt x="31551" y="3648"/>
                  <a:pt x="32068" y="3648"/>
                  <a:pt x="31855" y="3952"/>
                </a:cubicBezTo>
                <a:cubicBezTo>
                  <a:pt x="31976" y="4165"/>
                  <a:pt x="32098" y="3526"/>
                  <a:pt x="32220" y="3769"/>
                </a:cubicBezTo>
                <a:cubicBezTo>
                  <a:pt x="32341" y="4073"/>
                  <a:pt x="31916" y="4165"/>
                  <a:pt x="31642" y="4225"/>
                </a:cubicBezTo>
                <a:cubicBezTo>
                  <a:pt x="31460" y="4043"/>
                  <a:pt x="31672" y="3921"/>
                  <a:pt x="31642" y="3769"/>
                </a:cubicBezTo>
                <a:close/>
                <a:moveTo>
                  <a:pt x="34438" y="3131"/>
                </a:moveTo>
                <a:cubicBezTo>
                  <a:pt x="33800" y="3283"/>
                  <a:pt x="33557" y="3466"/>
                  <a:pt x="32858" y="3648"/>
                </a:cubicBezTo>
                <a:cubicBezTo>
                  <a:pt x="32797" y="3253"/>
                  <a:pt x="33131" y="3010"/>
                  <a:pt x="33648" y="2797"/>
                </a:cubicBezTo>
                <a:cubicBezTo>
                  <a:pt x="33922" y="3040"/>
                  <a:pt x="33253" y="3010"/>
                  <a:pt x="33344" y="3192"/>
                </a:cubicBezTo>
                <a:cubicBezTo>
                  <a:pt x="33739" y="3344"/>
                  <a:pt x="34135" y="2766"/>
                  <a:pt x="34438" y="3131"/>
                </a:cubicBezTo>
                <a:close/>
                <a:moveTo>
                  <a:pt x="54986" y="6566"/>
                </a:moveTo>
                <a:cubicBezTo>
                  <a:pt x="55047" y="6414"/>
                  <a:pt x="55229" y="6444"/>
                  <a:pt x="55108" y="6353"/>
                </a:cubicBezTo>
                <a:cubicBezTo>
                  <a:pt x="55351" y="6201"/>
                  <a:pt x="55442" y="6627"/>
                  <a:pt x="55320" y="6748"/>
                </a:cubicBezTo>
                <a:close/>
                <a:moveTo>
                  <a:pt x="30244" y="4894"/>
                </a:moveTo>
                <a:cubicBezTo>
                  <a:pt x="30457" y="4712"/>
                  <a:pt x="30761" y="4773"/>
                  <a:pt x="31125" y="4377"/>
                </a:cubicBezTo>
                <a:cubicBezTo>
                  <a:pt x="31217" y="4560"/>
                  <a:pt x="30730" y="4651"/>
                  <a:pt x="30943" y="4864"/>
                </a:cubicBezTo>
                <a:cubicBezTo>
                  <a:pt x="30700" y="4925"/>
                  <a:pt x="30396" y="5198"/>
                  <a:pt x="30244" y="4894"/>
                </a:cubicBezTo>
                <a:close/>
                <a:moveTo>
                  <a:pt x="26536" y="6353"/>
                </a:moveTo>
                <a:cubicBezTo>
                  <a:pt x="26475" y="6140"/>
                  <a:pt x="27204" y="5532"/>
                  <a:pt x="27569" y="5593"/>
                </a:cubicBezTo>
                <a:cubicBezTo>
                  <a:pt x="27812" y="5776"/>
                  <a:pt x="27417" y="5715"/>
                  <a:pt x="27326" y="5776"/>
                </a:cubicBezTo>
                <a:cubicBezTo>
                  <a:pt x="27083" y="5928"/>
                  <a:pt x="26779" y="6292"/>
                  <a:pt x="26536" y="6353"/>
                </a:cubicBezTo>
                <a:close/>
                <a:moveTo>
                  <a:pt x="35502" y="2766"/>
                </a:moveTo>
                <a:cubicBezTo>
                  <a:pt x="36141" y="2554"/>
                  <a:pt x="35442" y="2189"/>
                  <a:pt x="36110" y="2098"/>
                </a:cubicBezTo>
                <a:cubicBezTo>
                  <a:pt x="36110" y="2341"/>
                  <a:pt x="35867" y="2462"/>
                  <a:pt x="35928" y="2706"/>
                </a:cubicBezTo>
                <a:cubicBezTo>
                  <a:pt x="35533" y="2827"/>
                  <a:pt x="35107" y="3162"/>
                  <a:pt x="34894" y="2827"/>
                </a:cubicBezTo>
                <a:cubicBezTo>
                  <a:pt x="35198" y="2827"/>
                  <a:pt x="35685" y="2371"/>
                  <a:pt x="35502" y="2766"/>
                </a:cubicBezTo>
                <a:close/>
                <a:moveTo>
                  <a:pt x="27873" y="5168"/>
                </a:moveTo>
                <a:cubicBezTo>
                  <a:pt x="27964" y="4894"/>
                  <a:pt x="28603" y="4651"/>
                  <a:pt x="28906" y="4377"/>
                </a:cubicBezTo>
                <a:cubicBezTo>
                  <a:pt x="28663" y="4742"/>
                  <a:pt x="28299" y="5016"/>
                  <a:pt x="27873" y="5168"/>
                </a:cubicBezTo>
                <a:close/>
                <a:moveTo>
                  <a:pt x="29210" y="5168"/>
                </a:moveTo>
                <a:cubicBezTo>
                  <a:pt x="29484" y="5168"/>
                  <a:pt x="29423" y="4985"/>
                  <a:pt x="29758" y="4925"/>
                </a:cubicBezTo>
                <a:cubicBezTo>
                  <a:pt x="29818" y="5077"/>
                  <a:pt x="29484" y="5168"/>
                  <a:pt x="29545" y="5350"/>
                </a:cubicBezTo>
                <a:cubicBezTo>
                  <a:pt x="29393" y="5350"/>
                  <a:pt x="29271" y="5289"/>
                  <a:pt x="29210" y="5168"/>
                </a:cubicBezTo>
                <a:close/>
                <a:moveTo>
                  <a:pt x="27265" y="6839"/>
                </a:moveTo>
                <a:cubicBezTo>
                  <a:pt x="27144" y="6657"/>
                  <a:pt x="26992" y="6718"/>
                  <a:pt x="26809" y="6870"/>
                </a:cubicBezTo>
                <a:cubicBezTo>
                  <a:pt x="26748" y="6444"/>
                  <a:pt x="27447" y="6444"/>
                  <a:pt x="27660" y="6049"/>
                </a:cubicBezTo>
                <a:cubicBezTo>
                  <a:pt x="27782" y="6080"/>
                  <a:pt x="27903" y="6262"/>
                  <a:pt x="28086" y="6140"/>
                </a:cubicBezTo>
                <a:cubicBezTo>
                  <a:pt x="28268" y="5928"/>
                  <a:pt x="27903" y="6049"/>
                  <a:pt x="27873" y="5867"/>
                </a:cubicBezTo>
                <a:cubicBezTo>
                  <a:pt x="28025" y="5867"/>
                  <a:pt x="28147" y="5806"/>
                  <a:pt x="28268" y="5715"/>
                </a:cubicBezTo>
                <a:cubicBezTo>
                  <a:pt x="28420" y="5806"/>
                  <a:pt x="28177" y="6110"/>
                  <a:pt x="28451" y="5988"/>
                </a:cubicBezTo>
                <a:cubicBezTo>
                  <a:pt x="28481" y="6110"/>
                  <a:pt x="28207" y="6505"/>
                  <a:pt x="28025" y="6414"/>
                </a:cubicBezTo>
                <a:cubicBezTo>
                  <a:pt x="27873" y="6505"/>
                  <a:pt x="28055" y="6657"/>
                  <a:pt x="27812" y="6779"/>
                </a:cubicBezTo>
                <a:cubicBezTo>
                  <a:pt x="27660" y="6657"/>
                  <a:pt x="27812" y="6566"/>
                  <a:pt x="27934" y="6475"/>
                </a:cubicBezTo>
                <a:cubicBezTo>
                  <a:pt x="27903" y="6353"/>
                  <a:pt x="27782" y="6414"/>
                  <a:pt x="27721" y="6323"/>
                </a:cubicBezTo>
                <a:cubicBezTo>
                  <a:pt x="27508" y="6657"/>
                  <a:pt x="27630" y="6991"/>
                  <a:pt x="27235" y="7295"/>
                </a:cubicBezTo>
                <a:cubicBezTo>
                  <a:pt x="27204" y="6870"/>
                  <a:pt x="27022" y="7265"/>
                  <a:pt x="26870" y="7478"/>
                </a:cubicBezTo>
                <a:cubicBezTo>
                  <a:pt x="26779" y="7356"/>
                  <a:pt x="26870" y="7265"/>
                  <a:pt x="26748" y="7143"/>
                </a:cubicBezTo>
                <a:cubicBezTo>
                  <a:pt x="26931" y="6900"/>
                  <a:pt x="27052" y="7083"/>
                  <a:pt x="27265" y="6839"/>
                </a:cubicBezTo>
                <a:close/>
                <a:moveTo>
                  <a:pt x="29758" y="3678"/>
                </a:moveTo>
                <a:cubicBezTo>
                  <a:pt x="30092" y="3678"/>
                  <a:pt x="30335" y="3314"/>
                  <a:pt x="30730" y="3131"/>
                </a:cubicBezTo>
                <a:cubicBezTo>
                  <a:pt x="30882" y="3040"/>
                  <a:pt x="30973" y="3101"/>
                  <a:pt x="31156" y="3010"/>
                </a:cubicBezTo>
                <a:cubicBezTo>
                  <a:pt x="31338" y="2918"/>
                  <a:pt x="31338" y="2827"/>
                  <a:pt x="31551" y="2736"/>
                </a:cubicBezTo>
                <a:cubicBezTo>
                  <a:pt x="31976" y="2523"/>
                  <a:pt x="32432" y="2341"/>
                  <a:pt x="32888" y="2159"/>
                </a:cubicBezTo>
                <a:cubicBezTo>
                  <a:pt x="33375" y="1976"/>
                  <a:pt x="33922" y="1763"/>
                  <a:pt x="34438" y="1611"/>
                </a:cubicBezTo>
                <a:cubicBezTo>
                  <a:pt x="34530" y="2067"/>
                  <a:pt x="33770" y="1946"/>
                  <a:pt x="33527" y="2067"/>
                </a:cubicBezTo>
                <a:cubicBezTo>
                  <a:pt x="33253" y="2189"/>
                  <a:pt x="33162" y="2462"/>
                  <a:pt x="32828" y="2432"/>
                </a:cubicBezTo>
                <a:cubicBezTo>
                  <a:pt x="32736" y="2493"/>
                  <a:pt x="32797" y="2614"/>
                  <a:pt x="32919" y="2584"/>
                </a:cubicBezTo>
                <a:cubicBezTo>
                  <a:pt x="32888" y="2827"/>
                  <a:pt x="32432" y="2706"/>
                  <a:pt x="32402" y="2523"/>
                </a:cubicBezTo>
                <a:cubicBezTo>
                  <a:pt x="31581" y="2979"/>
                  <a:pt x="30913" y="3162"/>
                  <a:pt x="30426" y="3678"/>
                </a:cubicBezTo>
                <a:cubicBezTo>
                  <a:pt x="30183" y="3678"/>
                  <a:pt x="29910" y="3830"/>
                  <a:pt x="29758" y="3648"/>
                </a:cubicBezTo>
                <a:close/>
                <a:moveTo>
                  <a:pt x="55837" y="6870"/>
                </a:moveTo>
                <a:cubicBezTo>
                  <a:pt x="55715" y="6535"/>
                  <a:pt x="56475" y="6900"/>
                  <a:pt x="56597" y="7113"/>
                </a:cubicBezTo>
                <a:cubicBezTo>
                  <a:pt x="56415" y="7326"/>
                  <a:pt x="55989" y="6657"/>
                  <a:pt x="55837" y="6870"/>
                </a:cubicBezTo>
                <a:close/>
                <a:moveTo>
                  <a:pt x="55746" y="9210"/>
                </a:moveTo>
                <a:cubicBezTo>
                  <a:pt x="55624" y="9089"/>
                  <a:pt x="55533" y="8815"/>
                  <a:pt x="55381" y="8785"/>
                </a:cubicBezTo>
                <a:cubicBezTo>
                  <a:pt x="55503" y="8481"/>
                  <a:pt x="55867" y="9180"/>
                  <a:pt x="55807" y="9150"/>
                </a:cubicBezTo>
                <a:cubicBezTo>
                  <a:pt x="55867" y="9180"/>
                  <a:pt x="56232" y="9301"/>
                  <a:pt x="56475" y="9453"/>
                </a:cubicBezTo>
                <a:cubicBezTo>
                  <a:pt x="56749" y="9605"/>
                  <a:pt x="56871" y="9818"/>
                  <a:pt x="57114" y="9849"/>
                </a:cubicBezTo>
                <a:cubicBezTo>
                  <a:pt x="57053" y="10001"/>
                  <a:pt x="57144" y="10092"/>
                  <a:pt x="57357" y="10213"/>
                </a:cubicBezTo>
                <a:cubicBezTo>
                  <a:pt x="56962" y="10244"/>
                  <a:pt x="56810" y="9757"/>
                  <a:pt x="56445" y="9514"/>
                </a:cubicBezTo>
                <a:cubicBezTo>
                  <a:pt x="56171" y="9362"/>
                  <a:pt x="55928" y="9362"/>
                  <a:pt x="55746" y="9210"/>
                </a:cubicBezTo>
                <a:close/>
                <a:moveTo>
                  <a:pt x="55837" y="7417"/>
                </a:moveTo>
                <a:cubicBezTo>
                  <a:pt x="55776" y="7691"/>
                  <a:pt x="55503" y="7356"/>
                  <a:pt x="55472" y="7691"/>
                </a:cubicBezTo>
                <a:cubicBezTo>
                  <a:pt x="55351" y="7630"/>
                  <a:pt x="55260" y="7508"/>
                  <a:pt x="55290" y="7387"/>
                </a:cubicBezTo>
                <a:cubicBezTo>
                  <a:pt x="55472" y="7417"/>
                  <a:pt x="55563" y="7174"/>
                  <a:pt x="55837" y="7417"/>
                </a:cubicBezTo>
                <a:close/>
                <a:moveTo>
                  <a:pt x="55290" y="7387"/>
                </a:moveTo>
                <a:cubicBezTo>
                  <a:pt x="55077" y="7265"/>
                  <a:pt x="55138" y="7934"/>
                  <a:pt x="54834" y="7630"/>
                </a:cubicBezTo>
                <a:cubicBezTo>
                  <a:pt x="54834" y="7387"/>
                  <a:pt x="55260" y="7447"/>
                  <a:pt x="55047" y="7265"/>
                </a:cubicBezTo>
                <a:cubicBezTo>
                  <a:pt x="55108" y="7113"/>
                  <a:pt x="55412" y="7265"/>
                  <a:pt x="55290" y="7387"/>
                </a:cubicBezTo>
                <a:close/>
                <a:moveTo>
                  <a:pt x="54956" y="8724"/>
                </a:moveTo>
                <a:cubicBezTo>
                  <a:pt x="55199" y="8846"/>
                  <a:pt x="55138" y="9150"/>
                  <a:pt x="55381" y="9089"/>
                </a:cubicBezTo>
                <a:cubicBezTo>
                  <a:pt x="55594" y="9301"/>
                  <a:pt x="54530" y="9028"/>
                  <a:pt x="54956" y="8724"/>
                </a:cubicBezTo>
                <a:close/>
                <a:moveTo>
                  <a:pt x="40791" y="92"/>
                </a:moveTo>
                <a:cubicBezTo>
                  <a:pt x="41278" y="92"/>
                  <a:pt x="41217" y="213"/>
                  <a:pt x="41581" y="122"/>
                </a:cubicBezTo>
                <a:cubicBezTo>
                  <a:pt x="41581" y="608"/>
                  <a:pt x="40913" y="0"/>
                  <a:pt x="41004" y="517"/>
                </a:cubicBezTo>
                <a:cubicBezTo>
                  <a:pt x="40639" y="578"/>
                  <a:pt x="40852" y="244"/>
                  <a:pt x="40791" y="92"/>
                </a:cubicBezTo>
                <a:close/>
                <a:moveTo>
                  <a:pt x="52250" y="2766"/>
                </a:moveTo>
                <a:cubicBezTo>
                  <a:pt x="52858" y="2766"/>
                  <a:pt x="53375" y="3344"/>
                  <a:pt x="53922" y="3557"/>
                </a:cubicBezTo>
                <a:cubicBezTo>
                  <a:pt x="54317" y="3739"/>
                  <a:pt x="54682" y="3618"/>
                  <a:pt x="54895" y="3861"/>
                </a:cubicBezTo>
                <a:cubicBezTo>
                  <a:pt x="54804" y="4104"/>
                  <a:pt x="54500" y="3800"/>
                  <a:pt x="54287" y="3739"/>
                </a:cubicBezTo>
                <a:cubicBezTo>
                  <a:pt x="54074" y="3678"/>
                  <a:pt x="53892" y="3709"/>
                  <a:pt x="53740" y="3648"/>
                </a:cubicBezTo>
                <a:cubicBezTo>
                  <a:pt x="53588" y="3587"/>
                  <a:pt x="53649" y="3496"/>
                  <a:pt x="53588" y="3496"/>
                </a:cubicBezTo>
                <a:cubicBezTo>
                  <a:pt x="53497" y="3435"/>
                  <a:pt x="53162" y="3496"/>
                  <a:pt x="53162" y="3192"/>
                </a:cubicBezTo>
                <a:cubicBezTo>
                  <a:pt x="52828" y="3162"/>
                  <a:pt x="52494" y="3010"/>
                  <a:pt x="52250" y="2766"/>
                </a:cubicBezTo>
                <a:close/>
                <a:moveTo>
                  <a:pt x="56415" y="9028"/>
                </a:moveTo>
                <a:cubicBezTo>
                  <a:pt x="56263" y="9089"/>
                  <a:pt x="56080" y="8967"/>
                  <a:pt x="55928" y="8906"/>
                </a:cubicBezTo>
                <a:cubicBezTo>
                  <a:pt x="56019" y="8663"/>
                  <a:pt x="56354" y="8846"/>
                  <a:pt x="56415" y="9028"/>
                </a:cubicBezTo>
                <a:close/>
                <a:moveTo>
                  <a:pt x="57813" y="8542"/>
                </a:moveTo>
                <a:cubicBezTo>
                  <a:pt x="57904" y="8724"/>
                  <a:pt x="58026" y="8906"/>
                  <a:pt x="58178" y="9058"/>
                </a:cubicBezTo>
                <a:cubicBezTo>
                  <a:pt x="57570" y="9453"/>
                  <a:pt x="57022" y="8694"/>
                  <a:pt x="56475" y="8390"/>
                </a:cubicBezTo>
                <a:cubicBezTo>
                  <a:pt x="56354" y="8329"/>
                  <a:pt x="56323" y="8450"/>
                  <a:pt x="56263" y="8542"/>
                </a:cubicBezTo>
                <a:cubicBezTo>
                  <a:pt x="56202" y="8146"/>
                  <a:pt x="55807" y="8298"/>
                  <a:pt x="55503" y="8146"/>
                </a:cubicBezTo>
                <a:cubicBezTo>
                  <a:pt x="55168" y="8025"/>
                  <a:pt x="55381" y="7843"/>
                  <a:pt x="55199" y="7721"/>
                </a:cubicBezTo>
                <a:cubicBezTo>
                  <a:pt x="55594" y="7691"/>
                  <a:pt x="55746" y="8146"/>
                  <a:pt x="56141" y="8177"/>
                </a:cubicBezTo>
                <a:cubicBezTo>
                  <a:pt x="56354" y="8146"/>
                  <a:pt x="56506" y="7903"/>
                  <a:pt x="56779" y="8055"/>
                </a:cubicBezTo>
                <a:cubicBezTo>
                  <a:pt x="56719" y="8207"/>
                  <a:pt x="56627" y="8146"/>
                  <a:pt x="56567" y="8238"/>
                </a:cubicBezTo>
                <a:cubicBezTo>
                  <a:pt x="57114" y="8420"/>
                  <a:pt x="57448" y="9119"/>
                  <a:pt x="57813" y="8572"/>
                </a:cubicBezTo>
                <a:close/>
                <a:moveTo>
                  <a:pt x="57296" y="6080"/>
                </a:moveTo>
                <a:cubicBezTo>
                  <a:pt x="57570" y="5836"/>
                  <a:pt x="57904" y="6049"/>
                  <a:pt x="58208" y="6353"/>
                </a:cubicBezTo>
                <a:cubicBezTo>
                  <a:pt x="58390" y="6262"/>
                  <a:pt x="59089" y="6535"/>
                  <a:pt x="58816" y="6839"/>
                </a:cubicBezTo>
                <a:cubicBezTo>
                  <a:pt x="58329" y="6566"/>
                  <a:pt x="57570" y="6353"/>
                  <a:pt x="57296" y="6110"/>
                </a:cubicBezTo>
                <a:close/>
                <a:moveTo>
                  <a:pt x="71248" y="58087"/>
                </a:moveTo>
                <a:cubicBezTo>
                  <a:pt x="70913" y="58512"/>
                  <a:pt x="70093" y="58846"/>
                  <a:pt x="69637" y="59181"/>
                </a:cubicBezTo>
                <a:cubicBezTo>
                  <a:pt x="70123" y="58755"/>
                  <a:pt x="70670" y="58390"/>
                  <a:pt x="71248" y="58087"/>
                </a:cubicBezTo>
                <a:close/>
                <a:moveTo>
                  <a:pt x="25350" y="15198"/>
                </a:moveTo>
                <a:cubicBezTo>
                  <a:pt x="25229" y="14985"/>
                  <a:pt x="25533" y="14894"/>
                  <a:pt x="25715" y="14803"/>
                </a:cubicBezTo>
                <a:cubicBezTo>
                  <a:pt x="25836" y="15016"/>
                  <a:pt x="25533" y="15107"/>
                  <a:pt x="25350" y="15198"/>
                </a:cubicBezTo>
                <a:close/>
                <a:moveTo>
                  <a:pt x="25563" y="14469"/>
                </a:moveTo>
                <a:lnTo>
                  <a:pt x="24955" y="15016"/>
                </a:lnTo>
                <a:cubicBezTo>
                  <a:pt x="24773" y="14864"/>
                  <a:pt x="25411" y="14226"/>
                  <a:pt x="25563" y="14469"/>
                </a:cubicBezTo>
                <a:close/>
                <a:moveTo>
                  <a:pt x="26049" y="15168"/>
                </a:moveTo>
                <a:cubicBezTo>
                  <a:pt x="26171" y="15411"/>
                  <a:pt x="25928" y="15411"/>
                  <a:pt x="25745" y="15533"/>
                </a:cubicBezTo>
                <a:cubicBezTo>
                  <a:pt x="25624" y="15350"/>
                  <a:pt x="25867" y="15168"/>
                  <a:pt x="26049" y="15168"/>
                </a:cubicBezTo>
                <a:close/>
                <a:moveTo>
                  <a:pt x="21216" y="18238"/>
                </a:moveTo>
                <a:cubicBezTo>
                  <a:pt x="21308" y="18420"/>
                  <a:pt x="20882" y="18572"/>
                  <a:pt x="20791" y="18755"/>
                </a:cubicBezTo>
                <a:cubicBezTo>
                  <a:pt x="20639" y="18451"/>
                  <a:pt x="21034" y="18451"/>
                  <a:pt x="21216" y="18238"/>
                </a:cubicBezTo>
                <a:close/>
                <a:moveTo>
                  <a:pt x="26657" y="15593"/>
                </a:moveTo>
                <a:cubicBezTo>
                  <a:pt x="27052" y="15077"/>
                  <a:pt x="27417" y="15016"/>
                  <a:pt x="27751" y="14651"/>
                </a:cubicBezTo>
                <a:cubicBezTo>
                  <a:pt x="27843" y="14985"/>
                  <a:pt x="28055" y="14408"/>
                  <a:pt x="28177" y="14742"/>
                </a:cubicBezTo>
                <a:cubicBezTo>
                  <a:pt x="27873" y="14834"/>
                  <a:pt x="27721" y="15077"/>
                  <a:pt x="27508" y="15198"/>
                </a:cubicBezTo>
                <a:cubicBezTo>
                  <a:pt x="27478" y="15198"/>
                  <a:pt x="27417" y="15077"/>
                  <a:pt x="27387" y="15077"/>
                </a:cubicBezTo>
                <a:cubicBezTo>
                  <a:pt x="27295" y="15077"/>
                  <a:pt x="27174" y="15320"/>
                  <a:pt x="27052" y="15350"/>
                </a:cubicBezTo>
                <a:cubicBezTo>
                  <a:pt x="26992" y="15502"/>
                  <a:pt x="27144" y="15441"/>
                  <a:pt x="27204" y="15654"/>
                </a:cubicBezTo>
                <a:cubicBezTo>
                  <a:pt x="26870" y="15593"/>
                  <a:pt x="26840" y="15989"/>
                  <a:pt x="26475" y="16080"/>
                </a:cubicBezTo>
                <a:cubicBezTo>
                  <a:pt x="26414" y="16141"/>
                  <a:pt x="26475" y="16171"/>
                  <a:pt x="26536" y="16141"/>
                </a:cubicBezTo>
                <a:cubicBezTo>
                  <a:pt x="26627" y="16384"/>
                  <a:pt x="26292" y="16232"/>
                  <a:pt x="26201" y="16323"/>
                </a:cubicBezTo>
                <a:cubicBezTo>
                  <a:pt x="26049" y="16201"/>
                  <a:pt x="26475" y="15806"/>
                  <a:pt x="26201" y="15897"/>
                </a:cubicBezTo>
                <a:cubicBezTo>
                  <a:pt x="26201" y="15624"/>
                  <a:pt x="26627" y="15685"/>
                  <a:pt x="26627" y="15958"/>
                </a:cubicBezTo>
                <a:cubicBezTo>
                  <a:pt x="26627" y="15837"/>
                  <a:pt x="26840" y="15745"/>
                  <a:pt x="26657" y="15593"/>
                </a:cubicBezTo>
                <a:close/>
                <a:moveTo>
                  <a:pt x="26931" y="13071"/>
                </a:moveTo>
                <a:cubicBezTo>
                  <a:pt x="27052" y="13344"/>
                  <a:pt x="26475" y="13618"/>
                  <a:pt x="26262" y="13830"/>
                </a:cubicBezTo>
                <a:cubicBezTo>
                  <a:pt x="26171" y="13496"/>
                  <a:pt x="26779" y="13496"/>
                  <a:pt x="26931" y="13101"/>
                </a:cubicBezTo>
                <a:close/>
                <a:moveTo>
                  <a:pt x="20852" y="20092"/>
                </a:moveTo>
                <a:cubicBezTo>
                  <a:pt x="20730" y="19940"/>
                  <a:pt x="20578" y="20001"/>
                  <a:pt x="20426" y="20062"/>
                </a:cubicBezTo>
                <a:cubicBezTo>
                  <a:pt x="20396" y="20153"/>
                  <a:pt x="20396" y="20244"/>
                  <a:pt x="20426" y="20366"/>
                </a:cubicBezTo>
                <a:cubicBezTo>
                  <a:pt x="20244" y="20487"/>
                  <a:pt x="20092" y="20487"/>
                  <a:pt x="19879" y="20730"/>
                </a:cubicBezTo>
                <a:cubicBezTo>
                  <a:pt x="19909" y="20426"/>
                  <a:pt x="19757" y="20517"/>
                  <a:pt x="19818" y="20244"/>
                </a:cubicBezTo>
                <a:cubicBezTo>
                  <a:pt x="20183" y="20092"/>
                  <a:pt x="19879" y="20335"/>
                  <a:pt x="20061" y="20487"/>
                </a:cubicBezTo>
                <a:cubicBezTo>
                  <a:pt x="20274" y="20244"/>
                  <a:pt x="20061" y="20001"/>
                  <a:pt x="20517" y="19727"/>
                </a:cubicBezTo>
                <a:cubicBezTo>
                  <a:pt x="20791" y="20092"/>
                  <a:pt x="20791" y="19788"/>
                  <a:pt x="21095" y="19545"/>
                </a:cubicBezTo>
                <a:cubicBezTo>
                  <a:pt x="21338" y="19788"/>
                  <a:pt x="21095" y="20062"/>
                  <a:pt x="20821" y="20335"/>
                </a:cubicBezTo>
                <a:cubicBezTo>
                  <a:pt x="20700" y="20305"/>
                  <a:pt x="20791" y="20214"/>
                  <a:pt x="20852" y="20122"/>
                </a:cubicBezTo>
                <a:close/>
                <a:moveTo>
                  <a:pt x="27508" y="14226"/>
                </a:moveTo>
                <a:cubicBezTo>
                  <a:pt x="27478" y="14013"/>
                  <a:pt x="27934" y="13982"/>
                  <a:pt x="28116" y="13678"/>
                </a:cubicBezTo>
                <a:cubicBezTo>
                  <a:pt x="28268" y="13922"/>
                  <a:pt x="27721" y="14104"/>
                  <a:pt x="27508" y="14226"/>
                </a:cubicBezTo>
                <a:close/>
                <a:moveTo>
                  <a:pt x="27539" y="15685"/>
                </a:moveTo>
                <a:cubicBezTo>
                  <a:pt x="27660" y="15806"/>
                  <a:pt x="27326" y="15897"/>
                  <a:pt x="27265" y="16019"/>
                </a:cubicBezTo>
                <a:cubicBezTo>
                  <a:pt x="27083" y="15776"/>
                  <a:pt x="27356" y="15685"/>
                  <a:pt x="27569" y="15685"/>
                </a:cubicBezTo>
                <a:close/>
                <a:moveTo>
                  <a:pt x="19605" y="21429"/>
                </a:moveTo>
                <a:cubicBezTo>
                  <a:pt x="19545" y="21612"/>
                  <a:pt x="19605" y="21825"/>
                  <a:pt x="19332" y="22007"/>
                </a:cubicBezTo>
                <a:cubicBezTo>
                  <a:pt x="19180" y="21825"/>
                  <a:pt x="19484" y="21642"/>
                  <a:pt x="19636" y="21460"/>
                </a:cubicBezTo>
                <a:close/>
                <a:moveTo>
                  <a:pt x="17538" y="23132"/>
                </a:moveTo>
                <a:cubicBezTo>
                  <a:pt x="17630" y="23132"/>
                  <a:pt x="17721" y="23071"/>
                  <a:pt x="17812" y="23010"/>
                </a:cubicBezTo>
                <a:cubicBezTo>
                  <a:pt x="17751" y="23192"/>
                  <a:pt x="17812" y="23405"/>
                  <a:pt x="17508" y="23587"/>
                </a:cubicBezTo>
                <a:cubicBezTo>
                  <a:pt x="17478" y="23466"/>
                  <a:pt x="17630" y="23314"/>
                  <a:pt x="17538" y="23162"/>
                </a:cubicBezTo>
                <a:close/>
                <a:moveTo>
                  <a:pt x="27204" y="12858"/>
                </a:moveTo>
                <a:cubicBezTo>
                  <a:pt x="28177" y="12098"/>
                  <a:pt x="28420" y="11855"/>
                  <a:pt x="29423" y="11156"/>
                </a:cubicBezTo>
                <a:cubicBezTo>
                  <a:pt x="29727" y="11095"/>
                  <a:pt x="29210" y="11429"/>
                  <a:pt x="29058" y="11551"/>
                </a:cubicBezTo>
                <a:cubicBezTo>
                  <a:pt x="28542" y="11976"/>
                  <a:pt x="27691" y="12584"/>
                  <a:pt x="27144" y="13071"/>
                </a:cubicBezTo>
                <a:cubicBezTo>
                  <a:pt x="27052" y="13010"/>
                  <a:pt x="27113" y="12949"/>
                  <a:pt x="27204" y="12858"/>
                </a:cubicBezTo>
                <a:close/>
                <a:moveTo>
                  <a:pt x="14590" y="25867"/>
                </a:moveTo>
                <a:cubicBezTo>
                  <a:pt x="14317" y="26110"/>
                  <a:pt x="14195" y="25928"/>
                  <a:pt x="14134" y="25715"/>
                </a:cubicBezTo>
                <a:cubicBezTo>
                  <a:pt x="14347" y="25533"/>
                  <a:pt x="14468" y="25806"/>
                  <a:pt x="14620" y="25867"/>
                </a:cubicBezTo>
                <a:close/>
                <a:moveTo>
                  <a:pt x="12432" y="28998"/>
                </a:moveTo>
                <a:cubicBezTo>
                  <a:pt x="12310" y="29150"/>
                  <a:pt x="12219" y="29180"/>
                  <a:pt x="12067" y="29028"/>
                </a:cubicBezTo>
                <a:cubicBezTo>
                  <a:pt x="12189" y="28876"/>
                  <a:pt x="12310" y="28846"/>
                  <a:pt x="12462" y="28998"/>
                </a:cubicBezTo>
                <a:close/>
                <a:moveTo>
                  <a:pt x="14712" y="26901"/>
                </a:moveTo>
                <a:cubicBezTo>
                  <a:pt x="14347" y="27357"/>
                  <a:pt x="13891" y="27691"/>
                  <a:pt x="13344" y="27904"/>
                </a:cubicBezTo>
                <a:cubicBezTo>
                  <a:pt x="13131" y="28056"/>
                  <a:pt x="13374" y="28238"/>
                  <a:pt x="13101" y="28360"/>
                </a:cubicBezTo>
                <a:cubicBezTo>
                  <a:pt x="13070" y="28299"/>
                  <a:pt x="13101" y="28238"/>
                  <a:pt x="13070" y="28177"/>
                </a:cubicBezTo>
                <a:cubicBezTo>
                  <a:pt x="12675" y="28390"/>
                  <a:pt x="12706" y="28633"/>
                  <a:pt x="12584" y="28846"/>
                </a:cubicBezTo>
                <a:cubicBezTo>
                  <a:pt x="12341" y="28481"/>
                  <a:pt x="12158" y="28694"/>
                  <a:pt x="11976" y="28755"/>
                </a:cubicBezTo>
                <a:cubicBezTo>
                  <a:pt x="11794" y="28360"/>
                  <a:pt x="12432" y="28268"/>
                  <a:pt x="12675" y="28299"/>
                </a:cubicBezTo>
                <a:cubicBezTo>
                  <a:pt x="12493" y="28056"/>
                  <a:pt x="12523" y="27569"/>
                  <a:pt x="12797" y="27508"/>
                </a:cubicBezTo>
                <a:cubicBezTo>
                  <a:pt x="12979" y="27660"/>
                  <a:pt x="12614" y="27782"/>
                  <a:pt x="12736" y="27904"/>
                </a:cubicBezTo>
                <a:cubicBezTo>
                  <a:pt x="12949" y="28056"/>
                  <a:pt x="12888" y="27691"/>
                  <a:pt x="12918" y="27630"/>
                </a:cubicBezTo>
                <a:cubicBezTo>
                  <a:pt x="13040" y="27630"/>
                  <a:pt x="13131" y="27296"/>
                  <a:pt x="13283" y="27296"/>
                </a:cubicBezTo>
                <a:cubicBezTo>
                  <a:pt x="13283" y="27296"/>
                  <a:pt x="13405" y="27448"/>
                  <a:pt x="13405" y="27448"/>
                </a:cubicBezTo>
                <a:cubicBezTo>
                  <a:pt x="13496" y="27357"/>
                  <a:pt x="13465" y="27205"/>
                  <a:pt x="13557" y="27083"/>
                </a:cubicBezTo>
                <a:cubicBezTo>
                  <a:pt x="13648" y="26992"/>
                  <a:pt x="13709" y="27083"/>
                  <a:pt x="13739" y="27053"/>
                </a:cubicBezTo>
                <a:cubicBezTo>
                  <a:pt x="13769" y="26992"/>
                  <a:pt x="13800" y="26749"/>
                  <a:pt x="14073" y="26779"/>
                </a:cubicBezTo>
                <a:cubicBezTo>
                  <a:pt x="14134" y="26779"/>
                  <a:pt x="14195" y="26718"/>
                  <a:pt x="14256" y="26718"/>
                </a:cubicBezTo>
                <a:cubicBezTo>
                  <a:pt x="14438" y="26779"/>
                  <a:pt x="14408" y="27205"/>
                  <a:pt x="14742" y="26931"/>
                </a:cubicBezTo>
                <a:close/>
                <a:moveTo>
                  <a:pt x="14286" y="26931"/>
                </a:moveTo>
                <a:cubicBezTo>
                  <a:pt x="14013" y="27235"/>
                  <a:pt x="13465" y="27022"/>
                  <a:pt x="13861" y="27478"/>
                </a:cubicBezTo>
                <a:cubicBezTo>
                  <a:pt x="14073" y="27326"/>
                  <a:pt x="14468" y="27174"/>
                  <a:pt x="14317" y="26961"/>
                </a:cubicBezTo>
                <a:close/>
                <a:moveTo>
                  <a:pt x="19058" y="20244"/>
                </a:moveTo>
                <a:cubicBezTo>
                  <a:pt x="18906" y="20001"/>
                  <a:pt x="19332" y="19879"/>
                  <a:pt x="19514" y="19758"/>
                </a:cubicBezTo>
                <a:cubicBezTo>
                  <a:pt x="19636" y="19940"/>
                  <a:pt x="19210" y="20092"/>
                  <a:pt x="19089" y="20274"/>
                </a:cubicBezTo>
                <a:close/>
                <a:moveTo>
                  <a:pt x="19180" y="20700"/>
                </a:moveTo>
                <a:cubicBezTo>
                  <a:pt x="19210" y="20426"/>
                  <a:pt x="19757" y="20153"/>
                  <a:pt x="19970" y="19879"/>
                </a:cubicBezTo>
                <a:cubicBezTo>
                  <a:pt x="20001" y="20153"/>
                  <a:pt x="19453" y="20426"/>
                  <a:pt x="19210" y="20700"/>
                </a:cubicBezTo>
                <a:close/>
                <a:moveTo>
                  <a:pt x="9696" y="28481"/>
                </a:moveTo>
                <a:cubicBezTo>
                  <a:pt x="9818" y="28755"/>
                  <a:pt x="9544" y="28755"/>
                  <a:pt x="9423" y="28998"/>
                </a:cubicBezTo>
                <a:cubicBezTo>
                  <a:pt x="9240" y="29089"/>
                  <a:pt x="9636" y="28633"/>
                  <a:pt x="9727" y="28481"/>
                </a:cubicBezTo>
                <a:close/>
                <a:moveTo>
                  <a:pt x="11581" y="26505"/>
                </a:moveTo>
                <a:cubicBezTo>
                  <a:pt x="11459" y="26809"/>
                  <a:pt x="11095" y="27053"/>
                  <a:pt x="10791" y="27357"/>
                </a:cubicBezTo>
                <a:cubicBezTo>
                  <a:pt x="10487" y="27691"/>
                  <a:pt x="9696" y="28542"/>
                  <a:pt x="10092" y="27995"/>
                </a:cubicBezTo>
                <a:cubicBezTo>
                  <a:pt x="10547" y="27478"/>
                  <a:pt x="11064" y="26992"/>
                  <a:pt x="11611" y="26536"/>
                </a:cubicBezTo>
                <a:close/>
                <a:moveTo>
                  <a:pt x="8815" y="53831"/>
                </a:moveTo>
                <a:cubicBezTo>
                  <a:pt x="8633" y="54257"/>
                  <a:pt x="8420" y="53193"/>
                  <a:pt x="8116" y="53010"/>
                </a:cubicBezTo>
                <a:cubicBezTo>
                  <a:pt x="8389" y="53071"/>
                  <a:pt x="8693" y="53314"/>
                  <a:pt x="8572" y="53618"/>
                </a:cubicBezTo>
                <a:cubicBezTo>
                  <a:pt x="8663" y="53770"/>
                  <a:pt x="8724" y="53892"/>
                  <a:pt x="8815" y="53862"/>
                </a:cubicBezTo>
                <a:close/>
                <a:moveTo>
                  <a:pt x="9423" y="55199"/>
                </a:moveTo>
                <a:cubicBezTo>
                  <a:pt x="9240" y="54834"/>
                  <a:pt x="9028" y="54500"/>
                  <a:pt x="8815" y="54165"/>
                </a:cubicBezTo>
                <a:cubicBezTo>
                  <a:pt x="9119" y="54317"/>
                  <a:pt x="9696" y="54956"/>
                  <a:pt x="9453" y="55199"/>
                </a:cubicBezTo>
                <a:close/>
                <a:moveTo>
                  <a:pt x="9301" y="56141"/>
                </a:moveTo>
                <a:cubicBezTo>
                  <a:pt x="9453" y="56354"/>
                  <a:pt x="9088" y="56354"/>
                  <a:pt x="9028" y="56354"/>
                </a:cubicBezTo>
                <a:cubicBezTo>
                  <a:pt x="8876" y="56141"/>
                  <a:pt x="8967" y="56020"/>
                  <a:pt x="8876" y="55837"/>
                </a:cubicBezTo>
                <a:cubicBezTo>
                  <a:pt x="9119" y="55776"/>
                  <a:pt x="9028" y="56354"/>
                  <a:pt x="9332" y="56172"/>
                </a:cubicBezTo>
                <a:close/>
                <a:moveTo>
                  <a:pt x="30031" y="10791"/>
                </a:moveTo>
                <a:cubicBezTo>
                  <a:pt x="30305" y="10426"/>
                  <a:pt x="30700" y="10153"/>
                  <a:pt x="31125" y="10031"/>
                </a:cubicBezTo>
                <a:cubicBezTo>
                  <a:pt x="30913" y="10457"/>
                  <a:pt x="30274" y="10639"/>
                  <a:pt x="30061" y="10821"/>
                </a:cubicBezTo>
                <a:close/>
                <a:moveTo>
                  <a:pt x="11763" y="28633"/>
                </a:moveTo>
                <a:cubicBezTo>
                  <a:pt x="12250" y="29180"/>
                  <a:pt x="11885" y="29545"/>
                  <a:pt x="11429" y="29636"/>
                </a:cubicBezTo>
                <a:cubicBezTo>
                  <a:pt x="11399" y="29727"/>
                  <a:pt x="11551" y="29727"/>
                  <a:pt x="11581" y="29697"/>
                </a:cubicBezTo>
                <a:cubicBezTo>
                  <a:pt x="11702" y="29971"/>
                  <a:pt x="11277" y="29910"/>
                  <a:pt x="11186" y="29971"/>
                </a:cubicBezTo>
                <a:cubicBezTo>
                  <a:pt x="11155" y="30031"/>
                  <a:pt x="11247" y="30062"/>
                  <a:pt x="11247" y="30031"/>
                </a:cubicBezTo>
                <a:cubicBezTo>
                  <a:pt x="11247" y="30214"/>
                  <a:pt x="11125" y="30366"/>
                  <a:pt x="10882" y="30457"/>
                </a:cubicBezTo>
                <a:cubicBezTo>
                  <a:pt x="10973" y="30609"/>
                  <a:pt x="10760" y="30852"/>
                  <a:pt x="11064" y="30913"/>
                </a:cubicBezTo>
                <a:cubicBezTo>
                  <a:pt x="10730" y="31065"/>
                  <a:pt x="10699" y="31399"/>
                  <a:pt x="10578" y="31733"/>
                </a:cubicBezTo>
                <a:cubicBezTo>
                  <a:pt x="10426" y="31855"/>
                  <a:pt x="10152" y="31733"/>
                  <a:pt x="10061" y="32007"/>
                </a:cubicBezTo>
                <a:cubicBezTo>
                  <a:pt x="10152" y="32220"/>
                  <a:pt x="10335" y="31673"/>
                  <a:pt x="10578" y="32037"/>
                </a:cubicBezTo>
                <a:cubicBezTo>
                  <a:pt x="10547" y="32189"/>
                  <a:pt x="10487" y="32250"/>
                  <a:pt x="10335" y="32189"/>
                </a:cubicBezTo>
                <a:cubicBezTo>
                  <a:pt x="10213" y="32645"/>
                  <a:pt x="9879" y="33223"/>
                  <a:pt x="10000" y="33648"/>
                </a:cubicBezTo>
                <a:cubicBezTo>
                  <a:pt x="9970" y="33800"/>
                  <a:pt x="9879" y="33861"/>
                  <a:pt x="9727" y="33800"/>
                </a:cubicBezTo>
                <a:cubicBezTo>
                  <a:pt x="10000" y="33983"/>
                  <a:pt x="9879" y="34378"/>
                  <a:pt x="9696" y="34712"/>
                </a:cubicBezTo>
                <a:cubicBezTo>
                  <a:pt x="9879" y="34834"/>
                  <a:pt x="9788" y="35138"/>
                  <a:pt x="9848" y="35351"/>
                </a:cubicBezTo>
                <a:cubicBezTo>
                  <a:pt x="9666" y="35351"/>
                  <a:pt x="9727" y="35229"/>
                  <a:pt x="9727" y="35107"/>
                </a:cubicBezTo>
                <a:cubicBezTo>
                  <a:pt x="9453" y="35259"/>
                  <a:pt x="9757" y="35594"/>
                  <a:pt x="9544" y="35776"/>
                </a:cubicBezTo>
                <a:cubicBezTo>
                  <a:pt x="9544" y="35867"/>
                  <a:pt x="9636" y="35837"/>
                  <a:pt x="9636" y="35776"/>
                </a:cubicBezTo>
                <a:cubicBezTo>
                  <a:pt x="9940" y="35898"/>
                  <a:pt x="9544" y="35898"/>
                  <a:pt x="9514" y="35989"/>
                </a:cubicBezTo>
                <a:cubicBezTo>
                  <a:pt x="9514" y="35989"/>
                  <a:pt x="9484" y="36323"/>
                  <a:pt x="9484" y="36384"/>
                </a:cubicBezTo>
                <a:cubicBezTo>
                  <a:pt x="9453" y="36506"/>
                  <a:pt x="9484" y="36627"/>
                  <a:pt x="9453" y="36749"/>
                </a:cubicBezTo>
                <a:cubicBezTo>
                  <a:pt x="9453" y="36870"/>
                  <a:pt x="9301" y="36962"/>
                  <a:pt x="9301" y="36962"/>
                </a:cubicBezTo>
                <a:cubicBezTo>
                  <a:pt x="9301" y="37053"/>
                  <a:pt x="9484" y="37174"/>
                  <a:pt x="9514" y="37296"/>
                </a:cubicBezTo>
                <a:cubicBezTo>
                  <a:pt x="9544" y="37417"/>
                  <a:pt x="9423" y="37448"/>
                  <a:pt x="9423" y="37539"/>
                </a:cubicBezTo>
                <a:cubicBezTo>
                  <a:pt x="9423" y="37630"/>
                  <a:pt x="9514" y="37600"/>
                  <a:pt x="9514" y="37691"/>
                </a:cubicBezTo>
                <a:cubicBezTo>
                  <a:pt x="9453" y="37995"/>
                  <a:pt x="9301" y="38208"/>
                  <a:pt x="9423" y="38390"/>
                </a:cubicBezTo>
                <a:cubicBezTo>
                  <a:pt x="9423" y="38421"/>
                  <a:pt x="9514" y="38269"/>
                  <a:pt x="9514" y="38208"/>
                </a:cubicBezTo>
                <a:cubicBezTo>
                  <a:pt x="9636" y="38542"/>
                  <a:pt x="9453" y="38937"/>
                  <a:pt x="9453" y="39272"/>
                </a:cubicBezTo>
                <a:cubicBezTo>
                  <a:pt x="9453" y="39393"/>
                  <a:pt x="9544" y="39515"/>
                  <a:pt x="9544" y="39636"/>
                </a:cubicBezTo>
                <a:cubicBezTo>
                  <a:pt x="9484" y="39758"/>
                  <a:pt x="9484" y="39849"/>
                  <a:pt x="9484" y="39971"/>
                </a:cubicBezTo>
                <a:cubicBezTo>
                  <a:pt x="9514" y="40092"/>
                  <a:pt x="9605" y="39971"/>
                  <a:pt x="9666" y="40032"/>
                </a:cubicBezTo>
                <a:cubicBezTo>
                  <a:pt x="9757" y="40183"/>
                  <a:pt x="9636" y="40457"/>
                  <a:pt x="9727" y="40579"/>
                </a:cubicBezTo>
                <a:cubicBezTo>
                  <a:pt x="9575" y="40579"/>
                  <a:pt x="9514" y="40487"/>
                  <a:pt x="9514" y="40305"/>
                </a:cubicBezTo>
                <a:cubicBezTo>
                  <a:pt x="9423" y="40609"/>
                  <a:pt x="9210" y="40214"/>
                  <a:pt x="9058" y="40427"/>
                </a:cubicBezTo>
                <a:cubicBezTo>
                  <a:pt x="9058" y="40487"/>
                  <a:pt x="9149" y="40487"/>
                  <a:pt x="9149" y="40579"/>
                </a:cubicBezTo>
                <a:cubicBezTo>
                  <a:pt x="9210" y="40822"/>
                  <a:pt x="9301" y="40487"/>
                  <a:pt x="9484" y="40548"/>
                </a:cubicBezTo>
                <a:cubicBezTo>
                  <a:pt x="9636" y="40609"/>
                  <a:pt x="9484" y="40731"/>
                  <a:pt x="9514" y="40852"/>
                </a:cubicBezTo>
                <a:cubicBezTo>
                  <a:pt x="9514" y="40883"/>
                  <a:pt x="9696" y="41065"/>
                  <a:pt x="9696" y="41065"/>
                </a:cubicBezTo>
                <a:cubicBezTo>
                  <a:pt x="9696" y="41095"/>
                  <a:pt x="9484" y="41460"/>
                  <a:pt x="9818" y="41369"/>
                </a:cubicBezTo>
                <a:cubicBezTo>
                  <a:pt x="9879" y="41551"/>
                  <a:pt x="9666" y="41521"/>
                  <a:pt x="9666" y="41642"/>
                </a:cubicBezTo>
                <a:cubicBezTo>
                  <a:pt x="9696" y="41764"/>
                  <a:pt x="9757" y="41794"/>
                  <a:pt x="9879" y="41794"/>
                </a:cubicBezTo>
                <a:cubicBezTo>
                  <a:pt x="9727" y="42098"/>
                  <a:pt x="9788" y="42463"/>
                  <a:pt x="10031" y="42737"/>
                </a:cubicBezTo>
                <a:cubicBezTo>
                  <a:pt x="9940" y="42949"/>
                  <a:pt x="9909" y="43193"/>
                  <a:pt x="9909" y="43405"/>
                </a:cubicBezTo>
                <a:cubicBezTo>
                  <a:pt x="10061" y="43405"/>
                  <a:pt x="10031" y="43314"/>
                  <a:pt x="10031" y="43223"/>
                </a:cubicBezTo>
                <a:cubicBezTo>
                  <a:pt x="10183" y="43345"/>
                  <a:pt x="10092" y="43527"/>
                  <a:pt x="10243" y="43740"/>
                </a:cubicBezTo>
                <a:cubicBezTo>
                  <a:pt x="10304" y="43892"/>
                  <a:pt x="10547" y="43740"/>
                  <a:pt x="10608" y="43831"/>
                </a:cubicBezTo>
                <a:cubicBezTo>
                  <a:pt x="10547" y="44105"/>
                  <a:pt x="10882" y="44105"/>
                  <a:pt x="10973" y="44226"/>
                </a:cubicBezTo>
                <a:cubicBezTo>
                  <a:pt x="11034" y="44348"/>
                  <a:pt x="11003" y="44500"/>
                  <a:pt x="11064" y="44621"/>
                </a:cubicBezTo>
                <a:cubicBezTo>
                  <a:pt x="11338" y="45108"/>
                  <a:pt x="11551" y="46171"/>
                  <a:pt x="11854" y="46992"/>
                </a:cubicBezTo>
                <a:cubicBezTo>
                  <a:pt x="11915" y="47144"/>
                  <a:pt x="12219" y="47296"/>
                  <a:pt x="11976" y="47539"/>
                </a:cubicBezTo>
                <a:cubicBezTo>
                  <a:pt x="12006" y="47722"/>
                  <a:pt x="12158" y="47570"/>
                  <a:pt x="12219" y="47691"/>
                </a:cubicBezTo>
                <a:cubicBezTo>
                  <a:pt x="12493" y="48542"/>
                  <a:pt x="12949" y="48998"/>
                  <a:pt x="12979" y="49697"/>
                </a:cubicBezTo>
                <a:cubicBezTo>
                  <a:pt x="12645" y="49545"/>
                  <a:pt x="12797" y="49089"/>
                  <a:pt x="12493" y="48907"/>
                </a:cubicBezTo>
                <a:cubicBezTo>
                  <a:pt x="12189" y="48937"/>
                  <a:pt x="12462" y="49241"/>
                  <a:pt x="12554" y="49393"/>
                </a:cubicBezTo>
                <a:cubicBezTo>
                  <a:pt x="12584" y="49485"/>
                  <a:pt x="12584" y="49576"/>
                  <a:pt x="12584" y="49637"/>
                </a:cubicBezTo>
                <a:cubicBezTo>
                  <a:pt x="12675" y="49819"/>
                  <a:pt x="12858" y="49789"/>
                  <a:pt x="12888" y="49910"/>
                </a:cubicBezTo>
                <a:cubicBezTo>
                  <a:pt x="12949" y="50336"/>
                  <a:pt x="13192" y="50822"/>
                  <a:pt x="13557" y="50852"/>
                </a:cubicBezTo>
                <a:cubicBezTo>
                  <a:pt x="13800" y="51521"/>
                  <a:pt x="14347" y="51734"/>
                  <a:pt x="14347" y="52281"/>
                </a:cubicBezTo>
                <a:cubicBezTo>
                  <a:pt x="14833" y="52494"/>
                  <a:pt x="15198" y="53132"/>
                  <a:pt x="15472" y="53618"/>
                </a:cubicBezTo>
                <a:cubicBezTo>
                  <a:pt x="15806" y="53497"/>
                  <a:pt x="16019" y="53983"/>
                  <a:pt x="16383" y="54348"/>
                </a:cubicBezTo>
                <a:cubicBezTo>
                  <a:pt x="16627" y="54591"/>
                  <a:pt x="17083" y="54652"/>
                  <a:pt x="17326" y="54865"/>
                </a:cubicBezTo>
                <a:cubicBezTo>
                  <a:pt x="17721" y="55108"/>
                  <a:pt x="18086" y="55412"/>
                  <a:pt x="18390" y="55624"/>
                </a:cubicBezTo>
                <a:cubicBezTo>
                  <a:pt x="18724" y="55837"/>
                  <a:pt x="19028" y="56172"/>
                  <a:pt x="19423" y="56080"/>
                </a:cubicBezTo>
                <a:cubicBezTo>
                  <a:pt x="19484" y="56384"/>
                  <a:pt x="19727" y="56232"/>
                  <a:pt x="19940" y="56354"/>
                </a:cubicBezTo>
                <a:cubicBezTo>
                  <a:pt x="20061" y="56415"/>
                  <a:pt x="20031" y="56476"/>
                  <a:pt x="20092" y="56536"/>
                </a:cubicBezTo>
                <a:cubicBezTo>
                  <a:pt x="20487" y="56719"/>
                  <a:pt x="21034" y="56749"/>
                  <a:pt x="21520" y="56931"/>
                </a:cubicBezTo>
                <a:cubicBezTo>
                  <a:pt x="21763" y="56992"/>
                  <a:pt x="21946" y="57235"/>
                  <a:pt x="22189" y="57266"/>
                </a:cubicBezTo>
                <a:cubicBezTo>
                  <a:pt x="22341" y="57327"/>
                  <a:pt x="22523" y="57235"/>
                  <a:pt x="22706" y="57235"/>
                </a:cubicBezTo>
                <a:cubicBezTo>
                  <a:pt x="22858" y="57266"/>
                  <a:pt x="23010" y="57448"/>
                  <a:pt x="23192" y="57479"/>
                </a:cubicBezTo>
                <a:cubicBezTo>
                  <a:pt x="23466" y="57539"/>
                  <a:pt x="23770" y="57418"/>
                  <a:pt x="23952" y="57631"/>
                </a:cubicBezTo>
                <a:cubicBezTo>
                  <a:pt x="24043" y="57631"/>
                  <a:pt x="24043" y="57539"/>
                  <a:pt x="24074" y="57479"/>
                </a:cubicBezTo>
                <a:cubicBezTo>
                  <a:pt x="24256" y="57631"/>
                  <a:pt x="24469" y="57691"/>
                  <a:pt x="24681" y="57722"/>
                </a:cubicBezTo>
                <a:cubicBezTo>
                  <a:pt x="24864" y="57935"/>
                  <a:pt x="24955" y="58269"/>
                  <a:pt x="25472" y="58299"/>
                </a:cubicBezTo>
                <a:cubicBezTo>
                  <a:pt x="25563" y="58573"/>
                  <a:pt x="25046" y="58603"/>
                  <a:pt x="25046" y="59059"/>
                </a:cubicBezTo>
                <a:cubicBezTo>
                  <a:pt x="25107" y="59302"/>
                  <a:pt x="25472" y="59150"/>
                  <a:pt x="25624" y="59181"/>
                </a:cubicBezTo>
                <a:cubicBezTo>
                  <a:pt x="25776" y="59120"/>
                  <a:pt x="25624" y="59059"/>
                  <a:pt x="25776" y="58877"/>
                </a:cubicBezTo>
                <a:cubicBezTo>
                  <a:pt x="26080" y="58877"/>
                  <a:pt x="25897" y="59211"/>
                  <a:pt x="26110" y="59272"/>
                </a:cubicBezTo>
                <a:cubicBezTo>
                  <a:pt x="26414" y="59424"/>
                  <a:pt x="26384" y="59090"/>
                  <a:pt x="26657" y="59181"/>
                </a:cubicBezTo>
                <a:cubicBezTo>
                  <a:pt x="26627" y="59333"/>
                  <a:pt x="26718" y="59363"/>
                  <a:pt x="26688" y="59515"/>
                </a:cubicBezTo>
                <a:cubicBezTo>
                  <a:pt x="26961" y="59606"/>
                  <a:pt x="27022" y="59424"/>
                  <a:pt x="27295" y="59515"/>
                </a:cubicBezTo>
                <a:cubicBezTo>
                  <a:pt x="27295" y="59667"/>
                  <a:pt x="27204" y="59637"/>
                  <a:pt x="27174" y="59758"/>
                </a:cubicBezTo>
                <a:cubicBezTo>
                  <a:pt x="27508" y="59758"/>
                  <a:pt x="27782" y="59667"/>
                  <a:pt x="27934" y="59941"/>
                </a:cubicBezTo>
                <a:cubicBezTo>
                  <a:pt x="28025" y="59941"/>
                  <a:pt x="27995" y="59849"/>
                  <a:pt x="27934" y="59849"/>
                </a:cubicBezTo>
                <a:cubicBezTo>
                  <a:pt x="28299" y="59789"/>
                  <a:pt x="28633" y="59880"/>
                  <a:pt x="28967" y="60032"/>
                </a:cubicBezTo>
                <a:cubicBezTo>
                  <a:pt x="29119" y="60001"/>
                  <a:pt x="29028" y="59789"/>
                  <a:pt x="29210" y="59971"/>
                </a:cubicBezTo>
                <a:cubicBezTo>
                  <a:pt x="29423" y="59971"/>
                  <a:pt x="29636" y="59849"/>
                  <a:pt x="29758" y="59667"/>
                </a:cubicBezTo>
                <a:cubicBezTo>
                  <a:pt x="29879" y="59758"/>
                  <a:pt x="29879" y="59971"/>
                  <a:pt x="30001" y="60032"/>
                </a:cubicBezTo>
                <a:cubicBezTo>
                  <a:pt x="30092" y="59971"/>
                  <a:pt x="30183" y="59941"/>
                  <a:pt x="30274" y="59971"/>
                </a:cubicBezTo>
                <a:cubicBezTo>
                  <a:pt x="30274" y="59758"/>
                  <a:pt x="30153" y="59697"/>
                  <a:pt x="30213" y="59454"/>
                </a:cubicBezTo>
                <a:cubicBezTo>
                  <a:pt x="30426" y="59454"/>
                  <a:pt x="30335" y="59546"/>
                  <a:pt x="30305" y="59637"/>
                </a:cubicBezTo>
                <a:cubicBezTo>
                  <a:pt x="30548" y="59728"/>
                  <a:pt x="30517" y="59515"/>
                  <a:pt x="30730" y="59576"/>
                </a:cubicBezTo>
                <a:cubicBezTo>
                  <a:pt x="30943" y="59637"/>
                  <a:pt x="31156" y="60275"/>
                  <a:pt x="31338" y="59758"/>
                </a:cubicBezTo>
                <a:cubicBezTo>
                  <a:pt x="31338" y="59667"/>
                  <a:pt x="31065" y="59667"/>
                  <a:pt x="31065" y="59758"/>
                </a:cubicBezTo>
                <a:cubicBezTo>
                  <a:pt x="30943" y="59667"/>
                  <a:pt x="31004" y="59424"/>
                  <a:pt x="30913" y="59272"/>
                </a:cubicBezTo>
                <a:cubicBezTo>
                  <a:pt x="31156" y="59211"/>
                  <a:pt x="31369" y="59181"/>
                  <a:pt x="31612" y="59211"/>
                </a:cubicBezTo>
                <a:cubicBezTo>
                  <a:pt x="31581" y="59394"/>
                  <a:pt x="31125" y="59211"/>
                  <a:pt x="31156" y="59454"/>
                </a:cubicBezTo>
                <a:cubicBezTo>
                  <a:pt x="31551" y="59606"/>
                  <a:pt x="32007" y="59515"/>
                  <a:pt x="32311" y="59211"/>
                </a:cubicBezTo>
                <a:cubicBezTo>
                  <a:pt x="32584" y="59302"/>
                  <a:pt x="33131" y="59150"/>
                  <a:pt x="33101" y="59546"/>
                </a:cubicBezTo>
                <a:cubicBezTo>
                  <a:pt x="33435" y="59637"/>
                  <a:pt x="33344" y="59333"/>
                  <a:pt x="33618" y="59394"/>
                </a:cubicBezTo>
                <a:cubicBezTo>
                  <a:pt x="33770" y="59454"/>
                  <a:pt x="33557" y="59485"/>
                  <a:pt x="33435" y="59485"/>
                </a:cubicBezTo>
                <a:cubicBezTo>
                  <a:pt x="33466" y="59728"/>
                  <a:pt x="34013" y="59789"/>
                  <a:pt x="33709" y="60123"/>
                </a:cubicBezTo>
                <a:cubicBezTo>
                  <a:pt x="33891" y="60245"/>
                  <a:pt x="34135" y="60245"/>
                  <a:pt x="34347" y="60123"/>
                </a:cubicBezTo>
                <a:cubicBezTo>
                  <a:pt x="34256" y="60001"/>
                  <a:pt x="34043" y="60001"/>
                  <a:pt x="33891" y="59971"/>
                </a:cubicBezTo>
                <a:cubicBezTo>
                  <a:pt x="34043" y="59819"/>
                  <a:pt x="33739" y="59485"/>
                  <a:pt x="34135" y="59454"/>
                </a:cubicBezTo>
                <a:cubicBezTo>
                  <a:pt x="34560" y="59424"/>
                  <a:pt x="34043" y="59576"/>
                  <a:pt x="34135" y="59789"/>
                </a:cubicBezTo>
                <a:cubicBezTo>
                  <a:pt x="34438" y="59758"/>
                  <a:pt x="34530" y="59485"/>
                  <a:pt x="34682" y="59758"/>
                </a:cubicBezTo>
                <a:cubicBezTo>
                  <a:pt x="34955" y="59697"/>
                  <a:pt x="34590" y="59606"/>
                  <a:pt x="34682" y="59424"/>
                </a:cubicBezTo>
                <a:cubicBezTo>
                  <a:pt x="34864" y="59576"/>
                  <a:pt x="35259" y="59485"/>
                  <a:pt x="35563" y="59485"/>
                </a:cubicBezTo>
                <a:cubicBezTo>
                  <a:pt x="35745" y="59606"/>
                  <a:pt x="35411" y="59849"/>
                  <a:pt x="35776" y="59910"/>
                </a:cubicBezTo>
                <a:cubicBezTo>
                  <a:pt x="35897" y="59941"/>
                  <a:pt x="36049" y="59880"/>
                  <a:pt x="36080" y="59758"/>
                </a:cubicBezTo>
                <a:cubicBezTo>
                  <a:pt x="36049" y="59637"/>
                  <a:pt x="35806" y="59728"/>
                  <a:pt x="35806" y="59576"/>
                </a:cubicBezTo>
                <a:cubicBezTo>
                  <a:pt x="35715" y="59302"/>
                  <a:pt x="36080" y="59454"/>
                  <a:pt x="36232" y="59394"/>
                </a:cubicBezTo>
                <a:cubicBezTo>
                  <a:pt x="36141" y="59090"/>
                  <a:pt x="35897" y="59363"/>
                  <a:pt x="35624" y="59333"/>
                </a:cubicBezTo>
                <a:cubicBezTo>
                  <a:pt x="35745" y="58907"/>
                  <a:pt x="36201" y="59242"/>
                  <a:pt x="36657" y="59120"/>
                </a:cubicBezTo>
                <a:cubicBezTo>
                  <a:pt x="36657" y="59242"/>
                  <a:pt x="36536" y="59272"/>
                  <a:pt x="36505" y="59394"/>
                </a:cubicBezTo>
                <a:cubicBezTo>
                  <a:pt x="37083" y="59181"/>
                  <a:pt x="37083" y="59576"/>
                  <a:pt x="37326" y="59728"/>
                </a:cubicBezTo>
                <a:cubicBezTo>
                  <a:pt x="37417" y="59728"/>
                  <a:pt x="37417" y="59667"/>
                  <a:pt x="37508" y="59637"/>
                </a:cubicBezTo>
                <a:cubicBezTo>
                  <a:pt x="37356" y="59394"/>
                  <a:pt x="37113" y="59272"/>
                  <a:pt x="37022" y="58938"/>
                </a:cubicBezTo>
                <a:cubicBezTo>
                  <a:pt x="37204" y="58998"/>
                  <a:pt x="37387" y="59090"/>
                  <a:pt x="37387" y="59333"/>
                </a:cubicBezTo>
                <a:cubicBezTo>
                  <a:pt x="37600" y="59363"/>
                  <a:pt x="37782" y="59242"/>
                  <a:pt x="37812" y="59029"/>
                </a:cubicBezTo>
                <a:cubicBezTo>
                  <a:pt x="37934" y="59090"/>
                  <a:pt x="38025" y="59211"/>
                  <a:pt x="38025" y="59363"/>
                </a:cubicBezTo>
                <a:cubicBezTo>
                  <a:pt x="38299" y="59272"/>
                  <a:pt x="38116" y="59150"/>
                  <a:pt x="38542" y="59242"/>
                </a:cubicBezTo>
                <a:cubicBezTo>
                  <a:pt x="38694" y="59272"/>
                  <a:pt x="38937" y="59242"/>
                  <a:pt x="38937" y="59363"/>
                </a:cubicBezTo>
                <a:cubicBezTo>
                  <a:pt x="39271" y="59272"/>
                  <a:pt x="38876" y="59120"/>
                  <a:pt x="39089" y="58938"/>
                </a:cubicBezTo>
                <a:lnTo>
                  <a:pt x="38815" y="58968"/>
                </a:lnTo>
                <a:cubicBezTo>
                  <a:pt x="38876" y="58816"/>
                  <a:pt x="39454" y="58846"/>
                  <a:pt x="39363" y="59150"/>
                </a:cubicBezTo>
                <a:cubicBezTo>
                  <a:pt x="39758" y="59059"/>
                  <a:pt x="39910" y="59211"/>
                  <a:pt x="40274" y="59150"/>
                </a:cubicBezTo>
                <a:cubicBezTo>
                  <a:pt x="40031" y="59029"/>
                  <a:pt x="39302" y="59090"/>
                  <a:pt x="39515" y="58755"/>
                </a:cubicBezTo>
                <a:cubicBezTo>
                  <a:pt x="39758" y="58694"/>
                  <a:pt x="39758" y="58968"/>
                  <a:pt x="40001" y="58938"/>
                </a:cubicBezTo>
                <a:cubicBezTo>
                  <a:pt x="40062" y="58938"/>
                  <a:pt x="40062" y="58846"/>
                  <a:pt x="40153" y="58846"/>
                </a:cubicBezTo>
                <a:cubicBezTo>
                  <a:pt x="40153" y="58694"/>
                  <a:pt x="40031" y="58694"/>
                  <a:pt x="40031" y="58512"/>
                </a:cubicBezTo>
                <a:cubicBezTo>
                  <a:pt x="39849" y="58512"/>
                  <a:pt x="39819" y="58603"/>
                  <a:pt x="39697" y="58634"/>
                </a:cubicBezTo>
                <a:cubicBezTo>
                  <a:pt x="39515" y="58451"/>
                  <a:pt x="40214" y="58421"/>
                  <a:pt x="40396" y="58573"/>
                </a:cubicBezTo>
                <a:cubicBezTo>
                  <a:pt x="40426" y="58725"/>
                  <a:pt x="40305" y="58755"/>
                  <a:pt x="40335" y="58907"/>
                </a:cubicBezTo>
                <a:cubicBezTo>
                  <a:pt x="40670" y="58725"/>
                  <a:pt x="41278" y="58694"/>
                  <a:pt x="41429" y="58968"/>
                </a:cubicBezTo>
                <a:cubicBezTo>
                  <a:pt x="41581" y="58786"/>
                  <a:pt x="41338" y="58694"/>
                  <a:pt x="41217" y="58573"/>
                </a:cubicBezTo>
                <a:cubicBezTo>
                  <a:pt x="41673" y="58299"/>
                  <a:pt x="42189" y="58938"/>
                  <a:pt x="42767" y="58542"/>
                </a:cubicBezTo>
                <a:cubicBezTo>
                  <a:pt x="43040" y="58451"/>
                  <a:pt x="42919" y="58816"/>
                  <a:pt x="43223" y="58664"/>
                </a:cubicBezTo>
                <a:cubicBezTo>
                  <a:pt x="43527" y="58694"/>
                  <a:pt x="43405" y="58421"/>
                  <a:pt x="43557" y="58360"/>
                </a:cubicBezTo>
                <a:cubicBezTo>
                  <a:pt x="44013" y="58482"/>
                  <a:pt x="44256" y="58299"/>
                  <a:pt x="44591" y="58482"/>
                </a:cubicBezTo>
                <a:cubicBezTo>
                  <a:pt x="44682" y="58421"/>
                  <a:pt x="44651" y="58269"/>
                  <a:pt x="44834" y="58269"/>
                </a:cubicBezTo>
                <a:cubicBezTo>
                  <a:pt x="44955" y="58178"/>
                  <a:pt x="44925" y="57995"/>
                  <a:pt x="45077" y="57904"/>
                </a:cubicBezTo>
                <a:cubicBezTo>
                  <a:pt x="44955" y="57813"/>
                  <a:pt x="44955" y="57752"/>
                  <a:pt x="45138" y="57722"/>
                </a:cubicBezTo>
                <a:cubicBezTo>
                  <a:pt x="45199" y="57965"/>
                  <a:pt x="44955" y="58269"/>
                  <a:pt x="45290" y="58269"/>
                </a:cubicBezTo>
                <a:cubicBezTo>
                  <a:pt x="45533" y="58238"/>
                  <a:pt x="45168" y="58147"/>
                  <a:pt x="45259" y="57965"/>
                </a:cubicBezTo>
                <a:cubicBezTo>
                  <a:pt x="45624" y="57965"/>
                  <a:pt x="45806" y="57691"/>
                  <a:pt x="46050" y="57661"/>
                </a:cubicBezTo>
                <a:cubicBezTo>
                  <a:pt x="46384" y="57631"/>
                  <a:pt x="46658" y="57874"/>
                  <a:pt x="47083" y="57752"/>
                </a:cubicBezTo>
                <a:cubicBezTo>
                  <a:pt x="47296" y="57752"/>
                  <a:pt x="46962" y="57387"/>
                  <a:pt x="47326" y="57479"/>
                </a:cubicBezTo>
                <a:cubicBezTo>
                  <a:pt x="47600" y="57387"/>
                  <a:pt x="47387" y="57570"/>
                  <a:pt x="47417" y="57631"/>
                </a:cubicBezTo>
                <a:cubicBezTo>
                  <a:pt x="47478" y="57661"/>
                  <a:pt x="47721" y="57631"/>
                  <a:pt x="47752" y="57813"/>
                </a:cubicBezTo>
                <a:cubicBezTo>
                  <a:pt x="48086" y="57661"/>
                  <a:pt x="47813" y="57509"/>
                  <a:pt x="47934" y="57296"/>
                </a:cubicBezTo>
                <a:cubicBezTo>
                  <a:pt x="48299" y="57357"/>
                  <a:pt x="48633" y="57296"/>
                  <a:pt x="48937" y="57114"/>
                </a:cubicBezTo>
                <a:cubicBezTo>
                  <a:pt x="49150" y="57266"/>
                  <a:pt x="48968" y="57387"/>
                  <a:pt x="48907" y="57539"/>
                </a:cubicBezTo>
                <a:cubicBezTo>
                  <a:pt x="49089" y="57691"/>
                  <a:pt x="49484" y="57448"/>
                  <a:pt x="49819" y="57327"/>
                </a:cubicBezTo>
                <a:cubicBezTo>
                  <a:pt x="49788" y="57600"/>
                  <a:pt x="49940" y="57661"/>
                  <a:pt x="49606" y="57843"/>
                </a:cubicBezTo>
                <a:cubicBezTo>
                  <a:pt x="49667" y="57965"/>
                  <a:pt x="49849" y="57874"/>
                  <a:pt x="50001" y="57874"/>
                </a:cubicBezTo>
                <a:cubicBezTo>
                  <a:pt x="50214" y="57813"/>
                  <a:pt x="49971" y="57509"/>
                  <a:pt x="50001" y="57357"/>
                </a:cubicBezTo>
                <a:cubicBezTo>
                  <a:pt x="50275" y="57327"/>
                  <a:pt x="50183" y="57023"/>
                  <a:pt x="50518" y="57023"/>
                </a:cubicBezTo>
                <a:cubicBezTo>
                  <a:pt x="50609" y="56992"/>
                  <a:pt x="50548" y="56871"/>
                  <a:pt x="50548" y="56780"/>
                </a:cubicBezTo>
                <a:cubicBezTo>
                  <a:pt x="51187" y="56780"/>
                  <a:pt x="51703" y="56567"/>
                  <a:pt x="52220" y="56567"/>
                </a:cubicBezTo>
                <a:cubicBezTo>
                  <a:pt x="52311" y="56567"/>
                  <a:pt x="52281" y="56445"/>
                  <a:pt x="52281" y="56384"/>
                </a:cubicBezTo>
                <a:cubicBezTo>
                  <a:pt x="52676" y="56354"/>
                  <a:pt x="52949" y="56202"/>
                  <a:pt x="53223" y="56232"/>
                </a:cubicBezTo>
                <a:cubicBezTo>
                  <a:pt x="53223" y="56232"/>
                  <a:pt x="53223" y="56384"/>
                  <a:pt x="53253" y="56384"/>
                </a:cubicBezTo>
                <a:cubicBezTo>
                  <a:pt x="53345" y="56445"/>
                  <a:pt x="53618" y="56263"/>
                  <a:pt x="53709" y="56293"/>
                </a:cubicBezTo>
                <a:cubicBezTo>
                  <a:pt x="53801" y="56263"/>
                  <a:pt x="53740" y="56141"/>
                  <a:pt x="53861" y="56111"/>
                </a:cubicBezTo>
                <a:cubicBezTo>
                  <a:pt x="53953" y="55837"/>
                  <a:pt x="53557" y="56111"/>
                  <a:pt x="53618" y="55807"/>
                </a:cubicBezTo>
                <a:cubicBezTo>
                  <a:pt x="54013" y="55503"/>
                  <a:pt x="53953" y="56263"/>
                  <a:pt x="54378" y="55868"/>
                </a:cubicBezTo>
                <a:cubicBezTo>
                  <a:pt x="54439" y="55989"/>
                  <a:pt x="54317" y="56020"/>
                  <a:pt x="54348" y="56111"/>
                </a:cubicBezTo>
                <a:cubicBezTo>
                  <a:pt x="54652" y="56172"/>
                  <a:pt x="54804" y="55776"/>
                  <a:pt x="54986" y="55989"/>
                </a:cubicBezTo>
                <a:cubicBezTo>
                  <a:pt x="55077" y="55959"/>
                  <a:pt x="55047" y="55837"/>
                  <a:pt x="55047" y="55746"/>
                </a:cubicBezTo>
                <a:cubicBezTo>
                  <a:pt x="55503" y="55746"/>
                  <a:pt x="55989" y="55655"/>
                  <a:pt x="56384" y="55412"/>
                </a:cubicBezTo>
                <a:cubicBezTo>
                  <a:pt x="56384" y="55533"/>
                  <a:pt x="56141" y="55503"/>
                  <a:pt x="56141" y="55624"/>
                </a:cubicBezTo>
                <a:cubicBezTo>
                  <a:pt x="56323" y="55868"/>
                  <a:pt x="57083" y="55138"/>
                  <a:pt x="56475" y="55321"/>
                </a:cubicBezTo>
                <a:cubicBezTo>
                  <a:pt x="56475" y="55138"/>
                  <a:pt x="56901" y="55229"/>
                  <a:pt x="57083" y="55138"/>
                </a:cubicBezTo>
                <a:cubicBezTo>
                  <a:pt x="57083" y="55321"/>
                  <a:pt x="57174" y="55351"/>
                  <a:pt x="57235" y="55442"/>
                </a:cubicBezTo>
                <a:cubicBezTo>
                  <a:pt x="57326" y="55412"/>
                  <a:pt x="57266" y="55351"/>
                  <a:pt x="57235" y="55351"/>
                </a:cubicBezTo>
                <a:cubicBezTo>
                  <a:pt x="57387" y="55047"/>
                  <a:pt x="58147" y="55472"/>
                  <a:pt x="58208" y="55017"/>
                </a:cubicBezTo>
                <a:cubicBezTo>
                  <a:pt x="58481" y="54925"/>
                  <a:pt x="58451" y="55229"/>
                  <a:pt x="58755" y="55077"/>
                </a:cubicBezTo>
                <a:cubicBezTo>
                  <a:pt x="58755" y="54895"/>
                  <a:pt x="58603" y="54956"/>
                  <a:pt x="58481" y="54986"/>
                </a:cubicBezTo>
                <a:cubicBezTo>
                  <a:pt x="58512" y="54773"/>
                  <a:pt x="58968" y="54895"/>
                  <a:pt x="59089" y="54925"/>
                </a:cubicBezTo>
                <a:cubicBezTo>
                  <a:pt x="59241" y="54895"/>
                  <a:pt x="58937" y="54682"/>
                  <a:pt x="59302" y="54652"/>
                </a:cubicBezTo>
                <a:cubicBezTo>
                  <a:pt x="59485" y="54561"/>
                  <a:pt x="59515" y="54713"/>
                  <a:pt x="59545" y="54865"/>
                </a:cubicBezTo>
                <a:cubicBezTo>
                  <a:pt x="59849" y="54865"/>
                  <a:pt x="60062" y="54561"/>
                  <a:pt x="60366" y="54439"/>
                </a:cubicBezTo>
                <a:cubicBezTo>
                  <a:pt x="60396" y="54439"/>
                  <a:pt x="60457" y="54500"/>
                  <a:pt x="60548" y="54469"/>
                </a:cubicBezTo>
                <a:cubicBezTo>
                  <a:pt x="60609" y="54469"/>
                  <a:pt x="60670" y="54378"/>
                  <a:pt x="60700" y="54348"/>
                </a:cubicBezTo>
                <a:cubicBezTo>
                  <a:pt x="61004" y="54317"/>
                  <a:pt x="61308" y="54257"/>
                  <a:pt x="61612" y="54165"/>
                </a:cubicBezTo>
                <a:cubicBezTo>
                  <a:pt x="61764" y="54105"/>
                  <a:pt x="62038" y="54044"/>
                  <a:pt x="62190" y="54014"/>
                </a:cubicBezTo>
                <a:cubicBezTo>
                  <a:pt x="62403" y="53983"/>
                  <a:pt x="62524" y="53710"/>
                  <a:pt x="62737" y="53862"/>
                </a:cubicBezTo>
                <a:cubicBezTo>
                  <a:pt x="62828" y="53922"/>
                  <a:pt x="62980" y="53922"/>
                  <a:pt x="63071" y="53862"/>
                </a:cubicBezTo>
                <a:cubicBezTo>
                  <a:pt x="63102" y="53801"/>
                  <a:pt x="63102" y="53740"/>
                  <a:pt x="63102" y="53679"/>
                </a:cubicBezTo>
                <a:cubicBezTo>
                  <a:pt x="63132" y="53679"/>
                  <a:pt x="63770" y="53892"/>
                  <a:pt x="63679" y="53436"/>
                </a:cubicBezTo>
                <a:cubicBezTo>
                  <a:pt x="63983" y="53314"/>
                  <a:pt x="64135" y="53223"/>
                  <a:pt x="64530" y="53071"/>
                </a:cubicBezTo>
                <a:cubicBezTo>
                  <a:pt x="64621" y="53010"/>
                  <a:pt x="64713" y="52950"/>
                  <a:pt x="64773" y="52889"/>
                </a:cubicBezTo>
                <a:cubicBezTo>
                  <a:pt x="64865" y="52858"/>
                  <a:pt x="64956" y="52980"/>
                  <a:pt x="65047" y="52950"/>
                </a:cubicBezTo>
                <a:cubicBezTo>
                  <a:pt x="65260" y="52889"/>
                  <a:pt x="65108" y="52646"/>
                  <a:pt x="65381" y="52828"/>
                </a:cubicBezTo>
                <a:lnTo>
                  <a:pt x="65472" y="52524"/>
                </a:lnTo>
                <a:cubicBezTo>
                  <a:pt x="65928" y="52311"/>
                  <a:pt x="66324" y="52068"/>
                  <a:pt x="66719" y="51795"/>
                </a:cubicBezTo>
                <a:cubicBezTo>
                  <a:pt x="67083" y="51521"/>
                  <a:pt x="67387" y="51247"/>
                  <a:pt x="67661" y="50913"/>
                </a:cubicBezTo>
                <a:cubicBezTo>
                  <a:pt x="67752" y="50913"/>
                  <a:pt x="67843" y="50974"/>
                  <a:pt x="67904" y="51035"/>
                </a:cubicBezTo>
                <a:cubicBezTo>
                  <a:pt x="68117" y="50366"/>
                  <a:pt x="68542" y="49940"/>
                  <a:pt x="68877" y="49454"/>
                </a:cubicBezTo>
                <a:cubicBezTo>
                  <a:pt x="68998" y="49333"/>
                  <a:pt x="68664" y="49181"/>
                  <a:pt x="68846" y="49089"/>
                </a:cubicBezTo>
                <a:cubicBezTo>
                  <a:pt x="68968" y="49211"/>
                  <a:pt x="69150" y="49272"/>
                  <a:pt x="69302" y="49211"/>
                </a:cubicBezTo>
                <a:cubicBezTo>
                  <a:pt x="69120" y="48998"/>
                  <a:pt x="69059" y="49241"/>
                  <a:pt x="68907" y="49029"/>
                </a:cubicBezTo>
                <a:cubicBezTo>
                  <a:pt x="68998" y="48907"/>
                  <a:pt x="69090" y="48785"/>
                  <a:pt x="69242" y="48907"/>
                </a:cubicBezTo>
                <a:cubicBezTo>
                  <a:pt x="69242" y="48785"/>
                  <a:pt x="69181" y="48694"/>
                  <a:pt x="69059" y="48603"/>
                </a:cubicBezTo>
                <a:cubicBezTo>
                  <a:pt x="69302" y="48238"/>
                  <a:pt x="69424" y="48086"/>
                  <a:pt x="69728" y="47661"/>
                </a:cubicBezTo>
                <a:cubicBezTo>
                  <a:pt x="69880" y="47965"/>
                  <a:pt x="70093" y="48178"/>
                  <a:pt x="70336" y="48360"/>
                </a:cubicBezTo>
                <a:cubicBezTo>
                  <a:pt x="70457" y="48238"/>
                  <a:pt x="70336" y="48178"/>
                  <a:pt x="70214" y="48086"/>
                </a:cubicBezTo>
                <a:cubicBezTo>
                  <a:pt x="70366" y="47965"/>
                  <a:pt x="70609" y="48086"/>
                  <a:pt x="70792" y="48117"/>
                </a:cubicBezTo>
                <a:cubicBezTo>
                  <a:pt x="70883" y="47752"/>
                  <a:pt x="71308" y="47600"/>
                  <a:pt x="71126" y="47266"/>
                </a:cubicBezTo>
                <a:cubicBezTo>
                  <a:pt x="71187" y="47114"/>
                  <a:pt x="71339" y="47266"/>
                  <a:pt x="71400" y="47144"/>
                </a:cubicBezTo>
                <a:cubicBezTo>
                  <a:pt x="71460" y="47023"/>
                  <a:pt x="71278" y="47023"/>
                  <a:pt x="71339" y="46931"/>
                </a:cubicBezTo>
                <a:cubicBezTo>
                  <a:pt x="71400" y="46688"/>
                  <a:pt x="71582" y="46749"/>
                  <a:pt x="71673" y="46506"/>
                </a:cubicBezTo>
                <a:cubicBezTo>
                  <a:pt x="71825" y="46536"/>
                  <a:pt x="72008" y="46567"/>
                  <a:pt x="72068" y="46263"/>
                </a:cubicBezTo>
                <a:cubicBezTo>
                  <a:pt x="71916" y="45989"/>
                  <a:pt x="71704" y="46810"/>
                  <a:pt x="71795" y="46293"/>
                </a:cubicBezTo>
                <a:cubicBezTo>
                  <a:pt x="71825" y="46202"/>
                  <a:pt x="71856" y="46111"/>
                  <a:pt x="71916" y="46019"/>
                </a:cubicBezTo>
                <a:cubicBezTo>
                  <a:pt x="71977" y="45807"/>
                  <a:pt x="71886" y="45715"/>
                  <a:pt x="71916" y="45624"/>
                </a:cubicBezTo>
                <a:cubicBezTo>
                  <a:pt x="71977" y="45503"/>
                  <a:pt x="72068" y="45503"/>
                  <a:pt x="72129" y="45381"/>
                </a:cubicBezTo>
                <a:cubicBezTo>
                  <a:pt x="72403" y="44804"/>
                  <a:pt x="72585" y="44013"/>
                  <a:pt x="72798" y="43679"/>
                </a:cubicBezTo>
                <a:cubicBezTo>
                  <a:pt x="72828" y="43588"/>
                  <a:pt x="72676" y="43557"/>
                  <a:pt x="72585" y="43497"/>
                </a:cubicBezTo>
                <a:cubicBezTo>
                  <a:pt x="72919" y="43071"/>
                  <a:pt x="73041" y="42524"/>
                  <a:pt x="72950" y="41977"/>
                </a:cubicBezTo>
                <a:cubicBezTo>
                  <a:pt x="72980" y="41794"/>
                  <a:pt x="73132" y="41734"/>
                  <a:pt x="73163" y="41612"/>
                </a:cubicBezTo>
                <a:cubicBezTo>
                  <a:pt x="73223" y="41490"/>
                  <a:pt x="73102" y="41339"/>
                  <a:pt x="73102" y="41308"/>
                </a:cubicBezTo>
                <a:cubicBezTo>
                  <a:pt x="73132" y="41247"/>
                  <a:pt x="73284" y="41247"/>
                  <a:pt x="73345" y="41187"/>
                </a:cubicBezTo>
                <a:cubicBezTo>
                  <a:pt x="73375" y="41035"/>
                  <a:pt x="73406" y="40883"/>
                  <a:pt x="73406" y="40731"/>
                </a:cubicBezTo>
                <a:cubicBezTo>
                  <a:pt x="73406" y="40579"/>
                  <a:pt x="73436" y="40396"/>
                  <a:pt x="73497" y="40214"/>
                </a:cubicBezTo>
                <a:cubicBezTo>
                  <a:pt x="73375" y="40214"/>
                  <a:pt x="73375" y="40396"/>
                  <a:pt x="73315" y="40518"/>
                </a:cubicBezTo>
                <a:cubicBezTo>
                  <a:pt x="73102" y="40670"/>
                  <a:pt x="73436" y="39971"/>
                  <a:pt x="73497" y="39758"/>
                </a:cubicBezTo>
                <a:cubicBezTo>
                  <a:pt x="73619" y="40032"/>
                  <a:pt x="73831" y="39606"/>
                  <a:pt x="73862" y="39971"/>
                </a:cubicBezTo>
                <a:cubicBezTo>
                  <a:pt x="74074" y="39971"/>
                  <a:pt x="73710" y="39758"/>
                  <a:pt x="73922" y="39545"/>
                </a:cubicBezTo>
                <a:cubicBezTo>
                  <a:pt x="73771" y="39363"/>
                  <a:pt x="73558" y="39636"/>
                  <a:pt x="73619" y="39454"/>
                </a:cubicBezTo>
                <a:cubicBezTo>
                  <a:pt x="73679" y="39120"/>
                  <a:pt x="73710" y="39515"/>
                  <a:pt x="73892" y="39363"/>
                </a:cubicBezTo>
                <a:cubicBezTo>
                  <a:pt x="73983" y="39241"/>
                  <a:pt x="73740" y="39211"/>
                  <a:pt x="73710" y="39120"/>
                </a:cubicBezTo>
                <a:cubicBezTo>
                  <a:pt x="73679" y="39059"/>
                  <a:pt x="73953" y="38755"/>
                  <a:pt x="73649" y="38755"/>
                </a:cubicBezTo>
                <a:cubicBezTo>
                  <a:pt x="73771" y="38390"/>
                  <a:pt x="73892" y="38056"/>
                  <a:pt x="74044" y="37691"/>
                </a:cubicBezTo>
                <a:cubicBezTo>
                  <a:pt x="74287" y="37813"/>
                  <a:pt x="74409" y="37630"/>
                  <a:pt x="74530" y="37843"/>
                </a:cubicBezTo>
                <a:cubicBezTo>
                  <a:pt x="74774" y="37448"/>
                  <a:pt x="74895" y="36992"/>
                  <a:pt x="74865" y="36506"/>
                </a:cubicBezTo>
                <a:cubicBezTo>
                  <a:pt x="74865" y="36445"/>
                  <a:pt x="74804" y="36414"/>
                  <a:pt x="74743" y="36384"/>
                </a:cubicBezTo>
                <a:cubicBezTo>
                  <a:pt x="74743" y="35776"/>
                  <a:pt x="75169" y="35229"/>
                  <a:pt x="74895" y="34895"/>
                </a:cubicBezTo>
                <a:cubicBezTo>
                  <a:pt x="74986" y="34621"/>
                  <a:pt x="75169" y="34226"/>
                  <a:pt x="74804" y="34196"/>
                </a:cubicBezTo>
                <a:cubicBezTo>
                  <a:pt x="74895" y="34044"/>
                  <a:pt x="74713" y="33892"/>
                  <a:pt x="74713" y="33740"/>
                </a:cubicBezTo>
                <a:cubicBezTo>
                  <a:pt x="74713" y="33588"/>
                  <a:pt x="74804" y="33466"/>
                  <a:pt x="74804" y="33375"/>
                </a:cubicBezTo>
                <a:cubicBezTo>
                  <a:pt x="74804" y="33284"/>
                  <a:pt x="74652" y="33284"/>
                  <a:pt x="74622" y="33223"/>
                </a:cubicBezTo>
                <a:cubicBezTo>
                  <a:pt x="74500" y="33041"/>
                  <a:pt x="74530" y="32767"/>
                  <a:pt x="74470" y="32554"/>
                </a:cubicBezTo>
                <a:cubicBezTo>
                  <a:pt x="74409" y="32311"/>
                  <a:pt x="74348" y="32037"/>
                  <a:pt x="74226" y="31794"/>
                </a:cubicBezTo>
                <a:cubicBezTo>
                  <a:pt x="74105" y="31642"/>
                  <a:pt x="73922" y="31582"/>
                  <a:pt x="73862" y="31430"/>
                </a:cubicBezTo>
                <a:cubicBezTo>
                  <a:pt x="73801" y="31278"/>
                  <a:pt x="73771" y="31034"/>
                  <a:pt x="73558" y="30913"/>
                </a:cubicBezTo>
                <a:cubicBezTo>
                  <a:pt x="73801" y="30822"/>
                  <a:pt x="73801" y="30730"/>
                  <a:pt x="73983" y="30639"/>
                </a:cubicBezTo>
                <a:cubicBezTo>
                  <a:pt x="74014" y="30882"/>
                  <a:pt x="74318" y="30639"/>
                  <a:pt x="74409" y="30791"/>
                </a:cubicBezTo>
                <a:cubicBezTo>
                  <a:pt x="74591" y="30639"/>
                  <a:pt x="74226" y="30670"/>
                  <a:pt x="74257" y="30457"/>
                </a:cubicBezTo>
                <a:cubicBezTo>
                  <a:pt x="74561" y="30487"/>
                  <a:pt x="75017" y="30335"/>
                  <a:pt x="75047" y="30001"/>
                </a:cubicBezTo>
                <a:cubicBezTo>
                  <a:pt x="75047" y="29971"/>
                  <a:pt x="74865" y="29940"/>
                  <a:pt x="74834" y="29910"/>
                </a:cubicBezTo>
                <a:cubicBezTo>
                  <a:pt x="74743" y="29667"/>
                  <a:pt x="74622" y="29454"/>
                  <a:pt x="74470" y="29241"/>
                </a:cubicBezTo>
                <a:cubicBezTo>
                  <a:pt x="74318" y="29059"/>
                  <a:pt x="74074" y="29059"/>
                  <a:pt x="74105" y="28755"/>
                </a:cubicBezTo>
                <a:cubicBezTo>
                  <a:pt x="73771" y="28785"/>
                  <a:pt x="73406" y="28116"/>
                  <a:pt x="73041" y="27812"/>
                </a:cubicBezTo>
                <a:cubicBezTo>
                  <a:pt x="72919" y="27721"/>
                  <a:pt x="72737" y="27752"/>
                  <a:pt x="72615" y="27691"/>
                </a:cubicBezTo>
                <a:cubicBezTo>
                  <a:pt x="72190" y="27448"/>
                  <a:pt x="72099" y="26992"/>
                  <a:pt x="71856" y="26657"/>
                </a:cubicBezTo>
                <a:cubicBezTo>
                  <a:pt x="72099" y="26475"/>
                  <a:pt x="71947" y="26262"/>
                  <a:pt x="72099" y="26080"/>
                </a:cubicBezTo>
                <a:cubicBezTo>
                  <a:pt x="71886" y="25685"/>
                  <a:pt x="72220" y="25290"/>
                  <a:pt x="72068" y="24864"/>
                </a:cubicBezTo>
                <a:cubicBezTo>
                  <a:pt x="72403" y="24773"/>
                  <a:pt x="72281" y="24621"/>
                  <a:pt x="72190" y="24408"/>
                </a:cubicBezTo>
                <a:cubicBezTo>
                  <a:pt x="72676" y="24347"/>
                  <a:pt x="72433" y="23831"/>
                  <a:pt x="72646" y="23557"/>
                </a:cubicBezTo>
                <a:cubicBezTo>
                  <a:pt x="72707" y="23679"/>
                  <a:pt x="72798" y="23618"/>
                  <a:pt x="72859" y="23679"/>
                </a:cubicBezTo>
                <a:cubicBezTo>
                  <a:pt x="72919" y="23587"/>
                  <a:pt x="72767" y="23496"/>
                  <a:pt x="72676" y="23375"/>
                </a:cubicBezTo>
                <a:cubicBezTo>
                  <a:pt x="72980" y="23375"/>
                  <a:pt x="72889" y="23223"/>
                  <a:pt x="73163" y="23283"/>
                </a:cubicBezTo>
                <a:cubicBezTo>
                  <a:pt x="73284" y="23192"/>
                  <a:pt x="73223" y="23132"/>
                  <a:pt x="73163" y="23040"/>
                </a:cubicBezTo>
                <a:cubicBezTo>
                  <a:pt x="73284" y="23071"/>
                  <a:pt x="73345" y="22919"/>
                  <a:pt x="73527" y="22919"/>
                </a:cubicBezTo>
                <a:cubicBezTo>
                  <a:pt x="73558" y="22919"/>
                  <a:pt x="73619" y="23071"/>
                  <a:pt x="73649" y="23071"/>
                </a:cubicBezTo>
                <a:cubicBezTo>
                  <a:pt x="73801" y="23040"/>
                  <a:pt x="73862" y="22767"/>
                  <a:pt x="73983" y="22828"/>
                </a:cubicBezTo>
                <a:cubicBezTo>
                  <a:pt x="74044" y="22858"/>
                  <a:pt x="73983" y="22980"/>
                  <a:pt x="74074" y="23010"/>
                </a:cubicBezTo>
                <a:cubicBezTo>
                  <a:pt x="74257" y="23101"/>
                  <a:pt x="74439" y="23101"/>
                  <a:pt x="74622" y="23010"/>
                </a:cubicBezTo>
                <a:cubicBezTo>
                  <a:pt x="74804" y="23283"/>
                  <a:pt x="74956" y="23162"/>
                  <a:pt x="75138" y="23405"/>
                </a:cubicBezTo>
                <a:cubicBezTo>
                  <a:pt x="75230" y="23466"/>
                  <a:pt x="75290" y="23375"/>
                  <a:pt x="75381" y="23314"/>
                </a:cubicBezTo>
                <a:cubicBezTo>
                  <a:pt x="75442" y="23861"/>
                  <a:pt x="76050" y="24499"/>
                  <a:pt x="75959" y="24986"/>
                </a:cubicBezTo>
                <a:cubicBezTo>
                  <a:pt x="76111" y="25198"/>
                  <a:pt x="76233" y="25411"/>
                  <a:pt x="76354" y="25624"/>
                </a:cubicBezTo>
                <a:cubicBezTo>
                  <a:pt x="76780" y="25350"/>
                  <a:pt x="76749" y="24986"/>
                  <a:pt x="76992" y="24682"/>
                </a:cubicBezTo>
                <a:cubicBezTo>
                  <a:pt x="77418" y="25168"/>
                  <a:pt x="77388" y="24317"/>
                  <a:pt x="77692" y="24378"/>
                </a:cubicBezTo>
                <a:lnTo>
                  <a:pt x="77935" y="24712"/>
                </a:lnTo>
                <a:cubicBezTo>
                  <a:pt x="78087" y="24591"/>
                  <a:pt x="78026" y="24439"/>
                  <a:pt x="78269" y="24317"/>
                </a:cubicBezTo>
                <a:cubicBezTo>
                  <a:pt x="78543" y="24803"/>
                  <a:pt x="78603" y="24864"/>
                  <a:pt x="78847" y="25290"/>
                </a:cubicBezTo>
                <a:cubicBezTo>
                  <a:pt x="78755" y="25411"/>
                  <a:pt x="78725" y="25624"/>
                  <a:pt x="78786" y="25806"/>
                </a:cubicBezTo>
                <a:cubicBezTo>
                  <a:pt x="78999" y="26080"/>
                  <a:pt x="78968" y="25654"/>
                  <a:pt x="79090" y="25837"/>
                </a:cubicBezTo>
                <a:lnTo>
                  <a:pt x="79303" y="26201"/>
                </a:lnTo>
                <a:lnTo>
                  <a:pt x="79029" y="26353"/>
                </a:lnTo>
                <a:cubicBezTo>
                  <a:pt x="79303" y="26657"/>
                  <a:pt x="79151" y="27053"/>
                  <a:pt x="79485" y="26992"/>
                </a:cubicBezTo>
                <a:cubicBezTo>
                  <a:pt x="79606" y="26931"/>
                  <a:pt x="79059" y="26566"/>
                  <a:pt x="79455" y="26445"/>
                </a:cubicBezTo>
                <a:cubicBezTo>
                  <a:pt x="79728" y="26901"/>
                  <a:pt x="79971" y="27387"/>
                  <a:pt x="80184" y="27873"/>
                </a:cubicBezTo>
                <a:cubicBezTo>
                  <a:pt x="80397" y="28329"/>
                  <a:pt x="80610" y="28846"/>
                  <a:pt x="80762" y="29363"/>
                </a:cubicBezTo>
                <a:cubicBezTo>
                  <a:pt x="80822" y="29484"/>
                  <a:pt x="80944" y="29454"/>
                  <a:pt x="81005" y="29606"/>
                </a:cubicBezTo>
                <a:cubicBezTo>
                  <a:pt x="81187" y="29545"/>
                  <a:pt x="81187" y="29363"/>
                  <a:pt x="81461" y="29363"/>
                </a:cubicBezTo>
                <a:cubicBezTo>
                  <a:pt x="81704" y="29819"/>
                  <a:pt x="81886" y="29727"/>
                  <a:pt x="81886" y="30366"/>
                </a:cubicBezTo>
                <a:cubicBezTo>
                  <a:pt x="82160" y="30426"/>
                  <a:pt x="81977" y="30092"/>
                  <a:pt x="81947" y="29910"/>
                </a:cubicBezTo>
                <a:cubicBezTo>
                  <a:pt x="81947" y="29515"/>
                  <a:pt x="82099" y="30062"/>
                  <a:pt x="82099" y="30214"/>
                </a:cubicBezTo>
                <a:cubicBezTo>
                  <a:pt x="82221" y="30974"/>
                  <a:pt x="82676" y="32250"/>
                  <a:pt x="82221" y="32524"/>
                </a:cubicBezTo>
                <a:cubicBezTo>
                  <a:pt x="82494" y="32737"/>
                  <a:pt x="82585" y="33071"/>
                  <a:pt x="82524" y="33405"/>
                </a:cubicBezTo>
                <a:cubicBezTo>
                  <a:pt x="82403" y="33375"/>
                  <a:pt x="82494" y="33071"/>
                  <a:pt x="82342" y="33071"/>
                </a:cubicBezTo>
                <a:cubicBezTo>
                  <a:pt x="82281" y="33101"/>
                  <a:pt x="82251" y="33192"/>
                  <a:pt x="82190" y="33192"/>
                </a:cubicBezTo>
                <a:cubicBezTo>
                  <a:pt x="82251" y="33436"/>
                  <a:pt x="82312" y="33679"/>
                  <a:pt x="82524" y="33709"/>
                </a:cubicBezTo>
                <a:cubicBezTo>
                  <a:pt x="82616" y="34469"/>
                  <a:pt x="82251" y="35047"/>
                  <a:pt x="82433" y="35655"/>
                </a:cubicBezTo>
                <a:cubicBezTo>
                  <a:pt x="82221" y="35107"/>
                  <a:pt x="82190" y="36080"/>
                  <a:pt x="82342" y="36202"/>
                </a:cubicBezTo>
                <a:cubicBezTo>
                  <a:pt x="82251" y="36840"/>
                  <a:pt x="82099" y="37600"/>
                  <a:pt x="82008" y="38147"/>
                </a:cubicBezTo>
                <a:cubicBezTo>
                  <a:pt x="81825" y="39667"/>
                  <a:pt x="80914" y="41308"/>
                  <a:pt x="80914" y="42402"/>
                </a:cubicBezTo>
                <a:cubicBezTo>
                  <a:pt x="80822" y="42524"/>
                  <a:pt x="80792" y="42372"/>
                  <a:pt x="80701" y="42311"/>
                </a:cubicBezTo>
                <a:cubicBezTo>
                  <a:pt x="80670" y="42433"/>
                  <a:pt x="80610" y="42463"/>
                  <a:pt x="80549" y="42463"/>
                </a:cubicBezTo>
                <a:cubicBezTo>
                  <a:pt x="80458" y="42737"/>
                  <a:pt x="80610" y="42737"/>
                  <a:pt x="80549" y="42980"/>
                </a:cubicBezTo>
                <a:cubicBezTo>
                  <a:pt x="80488" y="43132"/>
                  <a:pt x="80245" y="43314"/>
                  <a:pt x="80214" y="43466"/>
                </a:cubicBezTo>
                <a:cubicBezTo>
                  <a:pt x="80154" y="43618"/>
                  <a:pt x="80306" y="43770"/>
                  <a:pt x="80214" y="43983"/>
                </a:cubicBezTo>
                <a:cubicBezTo>
                  <a:pt x="80093" y="44165"/>
                  <a:pt x="80032" y="44226"/>
                  <a:pt x="79880" y="44165"/>
                </a:cubicBezTo>
                <a:cubicBezTo>
                  <a:pt x="79880" y="44378"/>
                  <a:pt x="80123" y="44500"/>
                  <a:pt x="79880" y="44864"/>
                </a:cubicBezTo>
                <a:cubicBezTo>
                  <a:pt x="79789" y="44804"/>
                  <a:pt x="79880" y="44652"/>
                  <a:pt x="79789" y="44621"/>
                </a:cubicBezTo>
                <a:cubicBezTo>
                  <a:pt x="79606" y="44682"/>
                  <a:pt x="79637" y="45016"/>
                  <a:pt x="79455" y="45229"/>
                </a:cubicBezTo>
                <a:cubicBezTo>
                  <a:pt x="79424" y="45260"/>
                  <a:pt x="79242" y="45320"/>
                  <a:pt x="79242" y="45351"/>
                </a:cubicBezTo>
                <a:cubicBezTo>
                  <a:pt x="78907" y="45959"/>
                  <a:pt x="78816" y="46779"/>
                  <a:pt x="78573" y="47174"/>
                </a:cubicBezTo>
                <a:cubicBezTo>
                  <a:pt x="78603" y="47296"/>
                  <a:pt x="78634" y="47387"/>
                  <a:pt x="78725" y="47448"/>
                </a:cubicBezTo>
                <a:cubicBezTo>
                  <a:pt x="78269" y="47691"/>
                  <a:pt x="78178" y="48390"/>
                  <a:pt x="78026" y="48907"/>
                </a:cubicBezTo>
                <a:lnTo>
                  <a:pt x="77813" y="48785"/>
                </a:lnTo>
                <a:cubicBezTo>
                  <a:pt x="77783" y="48998"/>
                  <a:pt x="77631" y="49272"/>
                  <a:pt x="77752" y="49424"/>
                </a:cubicBezTo>
                <a:cubicBezTo>
                  <a:pt x="77540" y="49667"/>
                  <a:pt x="77631" y="49241"/>
                  <a:pt x="77509" y="49181"/>
                </a:cubicBezTo>
                <a:cubicBezTo>
                  <a:pt x="77357" y="49485"/>
                  <a:pt x="77448" y="49667"/>
                  <a:pt x="77388" y="49910"/>
                </a:cubicBezTo>
                <a:cubicBezTo>
                  <a:pt x="77084" y="50275"/>
                  <a:pt x="76901" y="50731"/>
                  <a:pt x="76840" y="51217"/>
                </a:cubicBezTo>
                <a:cubicBezTo>
                  <a:pt x="76749" y="51339"/>
                  <a:pt x="76597" y="51369"/>
                  <a:pt x="76476" y="51491"/>
                </a:cubicBezTo>
                <a:cubicBezTo>
                  <a:pt x="75959" y="53071"/>
                  <a:pt x="74986" y="54469"/>
                  <a:pt x="73649" y="55503"/>
                </a:cubicBezTo>
                <a:lnTo>
                  <a:pt x="73284" y="56202"/>
                </a:lnTo>
                <a:cubicBezTo>
                  <a:pt x="72889" y="56384"/>
                  <a:pt x="72524" y="56628"/>
                  <a:pt x="72160" y="56871"/>
                </a:cubicBezTo>
                <a:lnTo>
                  <a:pt x="71977" y="56628"/>
                </a:lnTo>
                <a:cubicBezTo>
                  <a:pt x="71764" y="56992"/>
                  <a:pt x="71400" y="57600"/>
                  <a:pt x="70944" y="57539"/>
                </a:cubicBezTo>
                <a:cubicBezTo>
                  <a:pt x="70944" y="57266"/>
                  <a:pt x="71400" y="57235"/>
                  <a:pt x="71552" y="57114"/>
                </a:cubicBezTo>
                <a:cubicBezTo>
                  <a:pt x="71734" y="56931"/>
                  <a:pt x="71552" y="56688"/>
                  <a:pt x="71886" y="56476"/>
                </a:cubicBezTo>
                <a:cubicBezTo>
                  <a:pt x="71764" y="56445"/>
                  <a:pt x="71612" y="56506"/>
                  <a:pt x="71460" y="56597"/>
                </a:cubicBezTo>
                <a:cubicBezTo>
                  <a:pt x="71643" y="56293"/>
                  <a:pt x="71278" y="56111"/>
                  <a:pt x="71308" y="55898"/>
                </a:cubicBezTo>
                <a:cubicBezTo>
                  <a:pt x="71369" y="55381"/>
                  <a:pt x="71916" y="55229"/>
                  <a:pt x="72160" y="54773"/>
                </a:cubicBezTo>
                <a:cubicBezTo>
                  <a:pt x="72342" y="54652"/>
                  <a:pt x="72494" y="54500"/>
                  <a:pt x="72615" y="54682"/>
                </a:cubicBezTo>
                <a:cubicBezTo>
                  <a:pt x="72707" y="54530"/>
                  <a:pt x="72707" y="54409"/>
                  <a:pt x="72798" y="54287"/>
                </a:cubicBezTo>
                <a:cubicBezTo>
                  <a:pt x="72676" y="54196"/>
                  <a:pt x="72524" y="54287"/>
                  <a:pt x="72403" y="54439"/>
                </a:cubicBezTo>
                <a:cubicBezTo>
                  <a:pt x="72433" y="54135"/>
                  <a:pt x="73011" y="53740"/>
                  <a:pt x="73223" y="53618"/>
                </a:cubicBezTo>
                <a:cubicBezTo>
                  <a:pt x="73345" y="53862"/>
                  <a:pt x="73345" y="53801"/>
                  <a:pt x="73619" y="53831"/>
                </a:cubicBezTo>
                <a:cubicBezTo>
                  <a:pt x="73771" y="53618"/>
                  <a:pt x="73588" y="53375"/>
                  <a:pt x="73922" y="53314"/>
                </a:cubicBezTo>
                <a:cubicBezTo>
                  <a:pt x="73862" y="53284"/>
                  <a:pt x="73831" y="53193"/>
                  <a:pt x="73862" y="53132"/>
                </a:cubicBezTo>
                <a:cubicBezTo>
                  <a:pt x="73649" y="52980"/>
                  <a:pt x="73467" y="53831"/>
                  <a:pt x="73254" y="53497"/>
                </a:cubicBezTo>
                <a:cubicBezTo>
                  <a:pt x="73467" y="53162"/>
                  <a:pt x="73740" y="52889"/>
                  <a:pt x="74044" y="52646"/>
                </a:cubicBezTo>
                <a:cubicBezTo>
                  <a:pt x="74226" y="52342"/>
                  <a:pt x="73831" y="52463"/>
                  <a:pt x="73862" y="52251"/>
                </a:cubicBezTo>
                <a:cubicBezTo>
                  <a:pt x="73649" y="52463"/>
                  <a:pt x="73649" y="52798"/>
                  <a:pt x="73375" y="52828"/>
                </a:cubicBezTo>
                <a:cubicBezTo>
                  <a:pt x="73254" y="52737"/>
                  <a:pt x="73223" y="52615"/>
                  <a:pt x="73223" y="52463"/>
                </a:cubicBezTo>
                <a:cubicBezTo>
                  <a:pt x="73102" y="52433"/>
                  <a:pt x="72980" y="52463"/>
                  <a:pt x="72889" y="52524"/>
                </a:cubicBezTo>
                <a:cubicBezTo>
                  <a:pt x="72767" y="52858"/>
                  <a:pt x="73163" y="52555"/>
                  <a:pt x="73254" y="52706"/>
                </a:cubicBezTo>
                <a:cubicBezTo>
                  <a:pt x="73102" y="52858"/>
                  <a:pt x="73223" y="52919"/>
                  <a:pt x="73315" y="53010"/>
                </a:cubicBezTo>
                <a:cubicBezTo>
                  <a:pt x="73193" y="53284"/>
                  <a:pt x="73041" y="53223"/>
                  <a:pt x="72889" y="53406"/>
                </a:cubicBezTo>
                <a:cubicBezTo>
                  <a:pt x="72828" y="53314"/>
                  <a:pt x="73011" y="53193"/>
                  <a:pt x="73071" y="53071"/>
                </a:cubicBezTo>
                <a:cubicBezTo>
                  <a:pt x="72737" y="52950"/>
                  <a:pt x="72767" y="53466"/>
                  <a:pt x="72737" y="53649"/>
                </a:cubicBezTo>
                <a:cubicBezTo>
                  <a:pt x="72494" y="53922"/>
                  <a:pt x="72281" y="53831"/>
                  <a:pt x="72038" y="53892"/>
                </a:cubicBezTo>
                <a:cubicBezTo>
                  <a:pt x="71947" y="54074"/>
                  <a:pt x="72312" y="54226"/>
                  <a:pt x="72008" y="54409"/>
                </a:cubicBezTo>
                <a:cubicBezTo>
                  <a:pt x="71825" y="54439"/>
                  <a:pt x="71673" y="54348"/>
                  <a:pt x="71521" y="54287"/>
                </a:cubicBezTo>
                <a:cubicBezTo>
                  <a:pt x="71460" y="54409"/>
                  <a:pt x="71612" y="54561"/>
                  <a:pt x="71521" y="54713"/>
                </a:cubicBezTo>
                <a:cubicBezTo>
                  <a:pt x="70701" y="55381"/>
                  <a:pt x="69819" y="55989"/>
                  <a:pt x="68846" y="56476"/>
                </a:cubicBezTo>
                <a:cubicBezTo>
                  <a:pt x="68664" y="56567"/>
                  <a:pt x="68877" y="56749"/>
                  <a:pt x="68725" y="56840"/>
                </a:cubicBezTo>
                <a:cubicBezTo>
                  <a:pt x="68846" y="56901"/>
                  <a:pt x="68998" y="56871"/>
                  <a:pt x="69120" y="56810"/>
                </a:cubicBezTo>
                <a:cubicBezTo>
                  <a:pt x="69029" y="57144"/>
                  <a:pt x="69485" y="57205"/>
                  <a:pt x="69667" y="57357"/>
                </a:cubicBezTo>
                <a:lnTo>
                  <a:pt x="69485" y="57448"/>
                </a:lnTo>
                <a:lnTo>
                  <a:pt x="69302" y="57539"/>
                </a:lnTo>
                <a:cubicBezTo>
                  <a:pt x="69302" y="57266"/>
                  <a:pt x="69150" y="57083"/>
                  <a:pt x="68816" y="57235"/>
                </a:cubicBezTo>
                <a:cubicBezTo>
                  <a:pt x="68877" y="57509"/>
                  <a:pt x="69150" y="57175"/>
                  <a:pt x="69211" y="57509"/>
                </a:cubicBezTo>
                <a:cubicBezTo>
                  <a:pt x="68755" y="57479"/>
                  <a:pt x="68573" y="57752"/>
                  <a:pt x="68330" y="58056"/>
                </a:cubicBezTo>
                <a:cubicBezTo>
                  <a:pt x="68573" y="58147"/>
                  <a:pt x="68664" y="57843"/>
                  <a:pt x="68877" y="57783"/>
                </a:cubicBezTo>
                <a:cubicBezTo>
                  <a:pt x="69181" y="57691"/>
                  <a:pt x="69515" y="57661"/>
                  <a:pt x="69849" y="57661"/>
                </a:cubicBezTo>
                <a:cubicBezTo>
                  <a:pt x="69758" y="57813"/>
                  <a:pt x="69697" y="58208"/>
                  <a:pt x="70062" y="58087"/>
                </a:cubicBezTo>
                <a:cubicBezTo>
                  <a:pt x="69819" y="58330"/>
                  <a:pt x="69606" y="58603"/>
                  <a:pt x="69424" y="58907"/>
                </a:cubicBezTo>
                <a:cubicBezTo>
                  <a:pt x="69181" y="59090"/>
                  <a:pt x="69150" y="58846"/>
                  <a:pt x="68968" y="58938"/>
                </a:cubicBezTo>
                <a:cubicBezTo>
                  <a:pt x="68664" y="58998"/>
                  <a:pt x="68512" y="59211"/>
                  <a:pt x="68238" y="59333"/>
                </a:cubicBezTo>
                <a:cubicBezTo>
                  <a:pt x="68087" y="59424"/>
                  <a:pt x="68026" y="59333"/>
                  <a:pt x="67904" y="59394"/>
                </a:cubicBezTo>
                <a:cubicBezTo>
                  <a:pt x="67661" y="59546"/>
                  <a:pt x="67357" y="59697"/>
                  <a:pt x="67083" y="59789"/>
                </a:cubicBezTo>
                <a:cubicBezTo>
                  <a:pt x="66476" y="59941"/>
                  <a:pt x="65290" y="60397"/>
                  <a:pt x="64652" y="60549"/>
                </a:cubicBezTo>
                <a:cubicBezTo>
                  <a:pt x="64469" y="60609"/>
                  <a:pt x="64135" y="60457"/>
                  <a:pt x="64105" y="60792"/>
                </a:cubicBezTo>
                <a:cubicBezTo>
                  <a:pt x="63862" y="60913"/>
                  <a:pt x="63862" y="60670"/>
                  <a:pt x="63679" y="60731"/>
                </a:cubicBezTo>
                <a:cubicBezTo>
                  <a:pt x="63497" y="60792"/>
                  <a:pt x="63527" y="60822"/>
                  <a:pt x="63527" y="60944"/>
                </a:cubicBezTo>
                <a:cubicBezTo>
                  <a:pt x="63223" y="61065"/>
                  <a:pt x="63345" y="60701"/>
                  <a:pt x="63102" y="60792"/>
                </a:cubicBezTo>
                <a:cubicBezTo>
                  <a:pt x="62737" y="60792"/>
                  <a:pt x="62615" y="61096"/>
                  <a:pt x="62342" y="60944"/>
                </a:cubicBezTo>
                <a:cubicBezTo>
                  <a:pt x="62220" y="61005"/>
                  <a:pt x="62281" y="61126"/>
                  <a:pt x="62281" y="61217"/>
                </a:cubicBezTo>
                <a:cubicBezTo>
                  <a:pt x="61855" y="61126"/>
                  <a:pt x="61430" y="61187"/>
                  <a:pt x="61035" y="61308"/>
                </a:cubicBezTo>
                <a:cubicBezTo>
                  <a:pt x="60944" y="61369"/>
                  <a:pt x="60913" y="61491"/>
                  <a:pt x="60883" y="61582"/>
                </a:cubicBezTo>
                <a:cubicBezTo>
                  <a:pt x="59819" y="61795"/>
                  <a:pt x="57266" y="62190"/>
                  <a:pt x="55594" y="62615"/>
                </a:cubicBezTo>
                <a:cubicBezTo>
                  <a:pt x="55320" y="62676"/>
                  <a:pt x="55138" y="62828"/>
                  <a:pt x="54864" y="62919"/>
                </a:cubicBezTo>
                <a:cubicBezTo>
                  <a:pt x="54287" y="63071"/>
                  <a:pt x="53679" y="63041"/>
                  <a:pt x="53223" y="63284"/>
                </a:cubicBezTo>
                <a:cubicBezTo>
                  <a:pt x="53709" y="63284"/>
                  <a:pt x="53588" y="63467"/>
                  <a:pt x="53071" y="63558"/>
                </a:cubicBezTo>
                <a:cubicBezTo>
                  <a:pt x="53375" y="63497"/>
                  <a:pt x="51187" y="63862"/>
                  <a:pt x="50396" y="64044"/>
                </a:cubicBezTo>
                <a:cubicBezTo>
                  <a:pt x="50244" y="64074"/>
                  <a:pt x="50214" y="63983"/>
                  <a:pt x="50092" y="63983"/>
                </a:cubicBezTo>
                <a:cubicBezTo>
                  <a:pt x="49879" y="64074"/>
                  <a:pt x="49667" y="64135"/>
                  <a:pt x="49454" y="64196"/>
                </a:cubicBezTo>
                <a:cubicBezTo>
                  <a:pt x="49241" y="64196"/>
                  <a:pt x="49059" y="64166"/>
                  <a:pt x="48968" y="64196"/>
                </a:cubicBezTo>
                <a:cubicBezTo>
                  <a:pt x="48755" y="64226"/>
                  <a:pt x="48633" y="64470"/>
                  <a:pt x="48147" y="64470"/>
                </a:cubicBezTo>
                <a:cubicBezTo>
                  <a:pt x="48025" y="64470"/>
                  <a:pt x="47934" y="64409"/>
                  <a:pt x="47843" y="64348"/>
                </a:cubicBezTo>
                <a:cubicBezTo>
                  <a:pt x="47691" y="64378"/>
                  <a:pt x="47569" y="64622"/>
                  <a:pt x="47417" y="64682"/>
                </a:cubicBezTo>
                <a:cubicBezTo>
                  <a:pt x="47357" y="64682"/>
                  <a:pt x="47235" y="64622"/>
                  <a:pt x="47113" y="64652"/>
                </a:cubicBezTo>
                <a:cubicBezTo>
                  <a:pt x="46870" y="64682"/>
                  <a:pt x="46658" y="64865"/>
                  <a:pt x="46384" y="64926"/>
                </a:cubicBezTo>
                <a:cubicBezTo>
                  <a:pt x="46110" y="64956"/>
                  <a:pt x="45107" y="65047"/>
                  <a:pt x="44773" y="65138"/>
                </a:cubicBezTo>
                <a:cubicBezTo>
                  <a:pt x="44682" y="65169"/>
                  <a:pt x="44712" y="65381"/>
                  <a:pt x="44499" y="65351"/>
                </a:cubicBezTo>
                <a:cubicBezTo>
                  <a:pt x="44469" y="65229"/>
                  <a:pt x="44591" y="65199"/>
                  <a:pt x="44560" y="65078"/>
                </a:cubicBezTo>
                <a:cubicBezTo>
                  <a:pt x="44408" y="65078"/>
                  <a:pt x="44378" y="65199"/>
                  <a:pt x="44195" y="65229"/>
                </a:cubicBezTo>
                <a:cubicBezTo>
                  <a:pt x="44195" y="65321"/>
                  <a:pt x="44226" y="65351"/>
                  <a:pt x="44317" y="65381"/>
                </a:cubicBezTo>
                <a:cubicBezTo>
                  <a:pt x="44317" y="65594"/>
                  <a:pt x="44013" y="65412"/>
                  <a:pt x="44104" y="65229"/>
                </a:cubicBezTo>
                <a:cubicBezTo>
                  <a:pt x="43922" y="65351"/>
                  <a:pt x="43740" y="65412"/>
                  <a:pt x="43527" y="65381"/>
                </a:cubicBezTo>
                <a:cubicBezTo>
                  <a:pt x="43466" y="65381"/>
                  <a:pt x="43040" y="65625"/>
                  <a:pt x="42888" y="65625"/>
                </a:cubicBezTo>
                <a:cubicBezTo>
                  <a:pt x="42737" y="65655"/>
                  <a:pt x="42524" y="65594"/>
                  <a:pt x="42311" y="65625"/>
                </a:cubicBezTo>
                <a:cubicBezTo>
                  <a:pt x="41733" y="65716"/>
                  <a:pt x="41004" y="65898"/>
                  <a:pt x="40487" y="65898"/>
                </a:cubicBezTo>
                <a:cubicBezTo>
                  <a:pt x="40244" y="65898"/>
                  <a:pt x="39970" y="66111"/>
                  <a:pt x="39727" y="66141"/>
                </a:cubicBezTo>
                <a:cubicBezTo>
                  <a:pt x="39575" y="66172"/>
                  <a:pt x="39545" y="66111"/>
                  <a:pt x="39423" y="66081"/>
                </a:cubicBezTo>
                <a:cubicBezTo>
                  <a:pt x="39150" y="66081"/>
                  <a:pt x="38876" y="66233"/>
                  <a:pt x="38663" y="66233"/>
                </a:cubicBezTo>
                <a:cubicBezTo>
                  <a:pt x="38511" y="66202"/>
                  <a:pt x="38329" y="66172"/>
                  <a:pt x="38177" y="66111"/>
                </a:cubicBezTo>
                <a:cubicBezTo>
                  <a:pt x="37964" y="66081"/>
                  <a:pt x="37782" y="66050"/>
                  <a:pt x="37600" y="66081"/>
                </a:cubicBezTo>
                <a:cubicBezTo>
                  <a:pt x="37508" y="66081"/>
                  <a:pt x="37326" y="66233"/>
                  <a:pt x="37296" y="66263"/>
                </a:cubicBezTo>
                <a:cubicBezTo>
                  <a:pt x="37144" y="66263"/>
                  <a:pt x="37144" y="66202"/>
                  <a:pt x="37022" y="66202"/>
                </a:cubicBezTo>
                <a:cubicBezTo>
                  <a:pt x="36870" y="66202"/>
                  <a:pt x="36809" y="66293"/>
                  <a:pt x="36627" y="66293"/>
                </a:cubicBezTo>
                <a:cubicBezTo>
                  <a:pt x="36445" y="66293"/>
                  <a:pt x="36232" y="66202"/>
                  <a:pt x="36049" y="66233"/>
                </a:cubicBezTo>
                <a:cubicBezTo>
                  <a:pt x="35745" y="66263"/>
                  <a:pt x="35016" y="66628"/>
                  <a:pt x="34469" y="66385"/>
                </a:cubicBezTo>
                <a:cubicBezTo>
                  <a:pt x="34408" y="66537"/>
                  <a:pt x="33679" y="66628"/>
                  <a:pt x="33101" y="66628"/>
                </a:cubicBezTo>
                <a:cubicBezTo>
                  <a:pt x="32949" y="66628"/>
                  <a:pt x="32736" y="66537"/>
                  <a:pt x="32584" y="66537"/>
                </a:cubicBezTo>
                <a:cubicBezTo>
                  <a:pt x="31520" y="66597"/>
                  <a:pt x="30426" y="66780"/>
                  <a:pt x="29484" y="66597"/>
                </a:cubicBezTo>
                <a:cubicBezTo>
                  <a:pt x="29302" y="66567"/>
                  <a:pt x="29150" y="66324"/>
                  <a:pt x="28906" y="66476"/>
                </a:cubicBezTo>
                <a:cubicBezTo>
                  <a:pt x="28906" y="66567"/>
                  <a:pt x="29089" y="66537"/>
                  <a:pt x="29180" y="66567"/>
                </a:cubicBezTo>
                <a:cubicBezTo>
                  <a:pt x="28967" y="66688"/>
                  <a:pt x="28025" y="66688"/>
                  <a:pt x="28086" y="66324"/>
                </a:cubicBezTo>
                <a:cubicBezTo>
                  <a:pt x="28025" y="66537"/>
                  <a:pt x="27843" y="66385"/>
                  <a:pt x="27478" y="66415"/>
                </a:cubicBezTo>
                <a:cubicBezTo>
                  <a:pt x="27174" y="66537"/>
                  <a:pt x="26870" y="66567"/>
                  <a:pt x="26536" y="66476"/>
                </a:cubicBezTo>
                <a:cubicBezTo>
                  <a:pt x="26536" y="66293"/>
                  <a:pt x="26718" y="66324"/>
                  <a:pt x="26870" y="66354"/>
                </a:cubicBezTo>
                <a:cubicBezTo>
                  <a:pt x="26809" y="66263"/>
                  <a:pt x="26688" y="66020"/>
                  <a:pt x="27022" y="66111"/>
                </a:cubicBezTo>
                <a:cubicBezTo>
                  <a:pt x="26961" y="65868"/>
                  <a:pt x="26779" y="66172"/>
                  <a:pt x="26596" y="66050"/>
                </a:cubicBezTo>
                <a:cubicBezTo>
                  <a:pt x="26688" y="65989"/>
                  <a:pt x="26748" y="65868"/>
                  <a:pt x="26748" y="65746"/>
                </a:cubicBezTo>
                <a:cubicBezTo>
                  <a:pt x="26475" y="65655"/>
                  <a:pt x="26475" y="65837"/>
                  <a:pt x="26232" y="65777"/>
                </a:cubicBezTo>
                <a:cubicBezTo>
                  <a:pt x="26414" y="65442"/>
                  <a:pt x="25988" y="65321"/>
                  <a:pt x="25776" y="65442"/>
                </a:cubicBezTo>
                <a:cubicBezTo>
                  <a:pt x="25867" y="65746"/>
                  <a:pt x="26292" y="65837"/>
                  <a:pt x="26292" y="66172"/>
                </a:cubicBezTo>
                <a:cubicBezTo>
                  <a:pt x="26110" y="66293"/>
                  <a:pt x="25836" y="66263"/>
                  <a:pt x="25715" y="66445"/>
                </a:cubicBezTo>
                <a:cubicBezTo>
                  <a:pt x="25593" y="66324"/>
                  <a:pt x="25624" y="66111"/>
                  <a:pt x="25502" y="65989"/>
                </a:cubicBezTo>
                <a:cubicBezTo>
                  <a:pt x="25198" y="65989"/>
                  <a:pt x="25168" y="66354"/>
                  <a:pt x="25533" y="66354"/>
                </a:cubicBezTo>
                <a:cubicBezTo>
                  <a:pt x="25137" y="66597"/>
                  <a:pt x="24925" y="66050"/>
                  <a:pt x="24894" y="65807"/>
                </a:cubicBezTo>
                <a:cubicBezTo>
                  <a:pt x="24681" y="65959"/>
                  <a:pt x="24286" y="65868"/>
                  <a:pt x="24286" y="66263"/>
                </a:cubicBezTo>
                <a:cubicBezTo>
                  <a:pt x="24134" y="66233"/>
                  <a:pt x="24013" y="66202"/>
                  <a:pt x="23952" y="66293"/>
                </a:cubicBezTo>
                <a:cubicBezTo>
                  <a:pt x="23800" y="66111"/>
                  <a:pt x="23314" y="66050"/>
                  <a:pt x="23344" y="65746"/>
                </a:cubicBezTo>
                <a:cubicBezTo>
                  <a:pt x="23618" y="65777"/>
                  <a:pt x="23861" y="65837"/>
                  <a:pt x="23709" y="66081"/>
                </a:cubicBezTo>
                <a:lnTo>
                  <a:pt x="24195" y="66172"/>
                </a:lnTo>
                <a:cubicBezTo>
                  <a:pt x="24347" y="65898"/>
                  <a:pt x="23739" y="65989"/>
                  <a:pt x="23891" y="65685"/>
                </a:cubicBezTo>
                <a:cubicBezTo>
                  <a:pt x="24226" y="65655"/>
                  <a:pt x="24165" y="65685"/>
                  <a:pt x="24377" y="65868"/>
                </a:cubicBezTo>
                <a:cubicBezTo>
                  <a:pt x="24377" y="65594"/>
                  <a:pt x="23952" y="65564"/>
                  <a:pt x="23952" y="65290"/>
                </a:cubicBezTo>
                <a:cubicBezTo>
                  <a:pt x="23648" y="65199"/>
                  <a:pt x="23466" y="65473"/>
                  <a:pt x="23253" y="65229"/>
                </a:cubicBezTo>
                <a:cubicBezTo>
                  <a:pt x="23344" y="64834"/>
                  <a:pt x="24104" y="64774"/>
                  <a:pt x="24013" y="64530"/>
                </a:cubicBezTo>
                <a:cubicBezTo>
                  <a:pt x="24256" y="64439"/>
                  <a:pt x="24529" y="64713"/>
                  <a:pt x="24894" y="64652"/>
                </a:cubicBezTo>
                <a:cubicBezTo>
                  <a:pt x="24712" y="64774"/>
                  <a:pt x="24894" y="64743"/>
                  <a:pt x="24833" y="64956"/>
                </a:cubicBezTo>
                <a:cubicBezTo>
                  <a:pt x="25289" y="65078"/>
                  <a:pt x="25137" y="64470"/>
                  <a:pt x="25593" y="64591"/>
                </a:cubicBezTo>
                <a:cubicBezTo>
                  <a:pt x="25867" y="64622"/>
                  <a:pt x="25715" y="64682"/>
                  <a:pt x="25685" y="64774"/>
                </a:cubicBezTo>
                <a:cubicBezTo>
                  <a:pt x="25897" y="64865"/>
                  <a:pt x="25836" y="64652"/>
                  <a:pt x="25988" y="64652"/>
                </a:cubicBezTo>
                <a:cubicBezTo>
                  <a:pt x="26444" y="64622"/>
                  <a:pt x="26323" y="64926"/>
                  <a:pt x="26748" y="64926"/>
                </a:cubicBezTo>
                <a:cubicBezTo>
                  <a:pt x="27083" y="64834"/>
                  <a:pt x="26566" y="64682"/>
                  <a:pt x="26718" y="64500"/>
                </a:cubicBezTo>
                <a:cubicBezTo>
                  <a:pt x="26748" y="64652"/>
                  <a:pt x="27174" y="64561"/>
                  <a:pt x="27174" y="64713"/>
                </a:cubicBezTo>
                <a:cubicBezTo>
                  <a:pt x="27417" y="64713"/>
                  <a:pt x="27083" y="64500"/>
                  <a:pt x="26992" y="64439"/>
                </a:cubicBezTo>
                <a:cubicBezTo>
                  <a:pt x="27265" y="64348"/>
                  <a:pt x="27691" y="64622"/>
                  <a:pt x="27995" y="64409"/>
                </a:cubicBezTo>
                <a:cubicBezTo>
                  <a:pt x="27843" y="64105"/>
                  <a:pt x="27630" y="64500"/>
                  <a:pt x="27417" y="64409"/>
                </a:cubicBezTo>
                <a:cubicBezTo>
                  <a:pt x="27387" y="64226"/>
                  <a:pt x="27022" y="64135"/>
                  <a:pt x="27265" y="63983"/>
                </a:cubicBezTo>
                <a:cubicBezTo>
                  <a:pt x="26840" y="63831"/>
                  <a:pt x="26870" y="64166"/>
                  <a:pt x="26475" y="64044"/>
                </a:cubicBezTo>
                <a:cubicBezTo>
                  <a:pt x="26110" y="63922"/>
                  <a:pt x="26444" y="63831"/>
                  <a:pt x="26019" y="63892"/>
                </a:cubicBezTo>
                <a:cubicBezTo>
                  <a:pt x="25867" y="63953"/>
                  <a:pt x="25685" y="63983"/>
                  <a:pt x="25502" y="63983"/>
                </a:cubicBezTo>
                <a:cubicBezTo>
                  <a:pt x="25320" y="63831"/>
                  <a:pt x="25107" y="63710"/>
                  <a:pt x="24894" y="63619"/>
                </a:cubicBezTo>
                <a:cubicBezTo>
                  <a:pt x="24560" y="63649"/>
                  <a:pt x="25137" y="63710"/>
                  <a:pt x="24925" y="63892"/>
                </a:cubicBezTo>
                <a:cubicBezTo>
                  <a:pt x="24529" y="64074"/>
                  <a:pt x="23800" y="63497"/>
                  <a:pt x="23557" y="63771"/>
                </a:cubicBezTo>
                <a:cubicBezTo>
                  <a:pt x="23405" y="63588"/>
                  <a:pt x="23192" y="63467"/>
                  <a:pt x="22949" y="63467"/>
                </a:cubicBezTo>
                <a:cubicBezTo>
                  <a:pt x="23222" y="63102"/>
                  <a:pt x="23435" y="63740"/>
                  <a:pt x="23709" y="63558"/>
                </a:cubicBezTo>
                <a:cubicBezTo>
                  <a:pt x="23435" y="63163"/>
                  <a:pt x="23040" y="62889"/>
                  <a:pt x="22797" y="62494"/>
                </a:cubicBezTo>
                <a:cubicBezTo>
                  <a:pt x="22402" y="62646"/>
                  <a:pt x="22919" y="62980"/>
                  <a:pt x="23131" y="63102"/>
                </a:cubicBezTo>
                <a:cubicBezTo>
                  <a:pt x="23010" y="63375"/>
                  <a:pt x="22402" y="62919"/>
                  <a:pt x="22432" y="63406"/>
                </a:cubicBezTo>
                <a:cubicBezTo>
                  <a:pt x="22280" y="63375"/>
                  <a:pt x="22219" y="63284"/>
                  <a:pt x="22189" y="63163"/>
                </a:cubicBezTo>
                <a:cubicBezTo>
                  <a:pt x="21976" y="63345"/>
                  <a:pt x="21520" y="63163"/>
                  <a:pt x="21125" y="63041"/>
                </a:cubicBezTo>
                <a:cubicBezTo>
                  <a:pt x="21216" y="62889"/>
                  <a:pt x="21551" y="63132"/>
                  <a:pt x="21581" y="62919"/>
                </a:cubicBezTo>
                <a:cubicBezTo>
                  <a:pt x="21399" y="62737"/>
                  <a:pt x="21186" y="62615"/>
                  <a:pt x="21004" y="62494"/>
                </a:cubicBezTo>
                <a:cubicBezTo>
                  <a:pt x="20760" y="62433"/>
                  <a:pt x="20730" y="62676"/>
                  <a:pt x="20669" y="62889"/>
                </a:cubicBezTo>
                <a:cubicBezTo>
                  <a:pt x="20456" y="62798"/>
                  <a:pt x="19940" y="62767"/>
                  <a:pt x="19940" y="62555"/>
                </a:cubicBezTo>
                <a:cubicBezTo>
                  <a:pt x="20061" y="62190"/>
                  <a:pt x="20304" y="62828"/>
                  <a:pt x="20548" y="62615"/>
                </a:cubicBezTo>
                <a:cubicBezTo>
                  <a:pt x="20426" y="62190"/>
                  <a:pt x="20001" y="62494"/>
                  <a:pt x="19757" y="62220"/>
                </a:cubicBezTo>
                <a:cubicBezTo>
                  <a:pt x="19697" y="62372"/>
                  <a:pt x="19818" y="62433"/>
                  <a:pt x="19727" y="62555"/>
                </a:cubicBezTo>
                <a:lnTo>
                  <a:pt x="18906" y="62251"/>
                </a:lnTo>
                <a:cubicBezTo>
                  <a:pt x="18694" y="61947"/>
                  <a:pt x="19545" y="62555"/>
                  <a:pt x="19545" y="62251"/>
                </a:cubicBezTo>
                <a:cubicBezTo>
                  <a:pt x="19393" y="61977"/>
                  <a:pt x="18845" y="62099"/>
                  <a:pt x="18542" y="61916"/>
                </a:cubicBezTo>
                <a:cubicBezTo>
                  <a:pt x="18906" y="62342"/>
                  <a:pt x="17964" y="61856"/>
                  <a:pt x="17660" y="61704"/>
                </a:cubicBezTo>
                <a:cubicBezTo>
                  <a:pt x="17447" y="61460"/>
                  <a:pt x="18116" y="61886"/>
                  <a:pt x="18329" y="61916"/>
                </a:cubicBezTo>
                <a:cubicBezTo>
                  <a:pt x="18329" y="61552"/>
                  <a:pt x="17660" y="61552"/>
                  <a:pt x="17417" y="61491"/>
                </a:cubicBezTo>
                <a:cubicBezTo>
                  <a:pt x="17295" y="61187"/>
                  <a:pt x="16748" y="60731"/>
                  <a:pt x="16353" y="60822"/>
                </a:cubicBezTo>
                <a:cubicBezTo>
                  <a:pt x="16383" y="61065"/>
                  <a:pt x="16931" y="61187"/>
                  <a:pt x="17174" y="61369"/>
                </a:cubicBezTo>
                <a:cubicBezTo>
                  <a:pt x="17113" y="61521"/>
                  <a:pt x="16839" y="61248"/>
                  <a:pt x="16687" y="61217"/>
                </a:cubicBezTo>
                <a:cubicBezTo>
                  <a:pt x="16383" y="61035"/>
                  <a:pt x="16049" y="60792"/>
                  <a:pt x="15836" y="60944"/>
                </a:cubicBezTo>
                <a:cubicBezTo>
                  <a:pt x="15441" y="60488"/>
                  <a:pt x="15076" y="60336"/>
                  <a:pt x="14499" y="59880"/>
                </a:cubicBezTo>
                <a:cubicBezTo>
                  <a:pt x="14408" y="59819"/>
                  <a:pt x="14377" y="59971"/>
                  <a:pt x="14256" y="59910"/>
                </a:cubicBezTo>
                <a:cubicBezTo>
                  <a:pt x="14013" y="59758"/>
                  <a:pt x="14043" y="59606"/>
                  <a:pt x="14195" y="59454"/>
                </a:cubicBezTo>
                <a:cubicBezTo>
                  <a:pt x="13496" y="59302"/>
                  <a:pt x="13435" y="58725"/>
                  <a:pt x="12888" y="58451"/>
                </a:cubicBezTo>
                <a:cubicBezTo>
                  <a:pt x="12858" y="58178"/>
                  <a:pt x="13040" y="58360"/>
                  <a:pt x="13192" y="58269"/>
                </a:cubicBezTo>
                <a:cubicBezTo>
                  <a:pt x="13040" y="58178"/>
                  <a:pt x="13101" y="58087"/>
                  <a:pt x="13010" y="57995"/>
                </a:cubicBezTo>
                <a:cubicBezTo>
                  <a:pt x="12918" y="57904"/>
                  <a:pt x="12766" y="58087"/>
                  <a:pt x="12858" y="58178"/>
                </a:cubicBezTo>
                <a:cubicBezTo>
                  <a:pt x="12432" y="58238"/>
                  <a:pt x="12250" y="57813"/>
                  <a:pt x="11885" y="57631"/>
                </a:cubicBezTo>
                <a:cubicBezTo>
                  <a:pt x="11794" y="57722"/>
                  <a:pt x="11702" y="57783"/>
                  <a:pt x="11763" y="57874"/>
                </a:cubicBezTo>
                <a:cubicBezTo>
                  <a:pt x="11490" y="57843"/>
                  <a:pt x="11459" y="57448"/>
                  <a:pt x="11095" y="57266"/>
                </a:cubicBezTo>
                <a:cubicBezTo>
                  <a:pt x="11368" y="57327"/>
                  <a:pt x="11459" y="56992"/>
                  <a:pt x="11338" y="56810"/>
                </a:cubicBezTo>
                <a:cubicBezTo>
                  <a:pt x="11581" y="56688"/>
                  <a:pt x="11429" y="57023"/>
                  <a:pt x="11611" y="57083"/>
                </a:cubicBezTo>
                <a:cubicBezTo>
                  <a:pt x="11733" y="56992"/>
                  <a:pt x="11733" y="56840"/>
                  <a:pt x="11611" y="56719"/>
                </a:cubicBezTo>
                <a:cubicBezTo>
                  <a:pt x="11277" y="56445"/>
                  <a:pt x="11307" y="57023"/>
                  <a:pt x="11034" y="56931"/>
                </a:cubicBezTo>
                <a:cubicBezTo>
                  <a:pt x="10912" y="56597"/>
                  <a:pt x="10699" y="56293"/>
                  <a:pt x="10456" y="56020"/>
                </a:cubicBezTo>
                <a:lnTo>
                  <a:pt x="10639" y="55868"/>
                </a:lnTo>
                <a:cubicBezTo>
                  <a:pt x="10365" y="55503"/>
                  <a:pt x="10061" y="55533"/>
                  <a:pt x="9757" y="55077"/>
                </a:cubicBezTo>
                <a:cubicBezTo>
                  <a:pt x="10031" y="55077"/>
                  <a:pt x="9818" y="54834"/>
                  <a:pt x="9848" y="54773"/>
                </a:cubicBezTo>
                <a:cubicBezTo>
                  <a:pt x="9879" y="54713"/>
                  <a:pt x="10183" y="54621"/>
                  <a:pt x="10000" y="54439"/>
                </a:cubicBezTo>
                <a:cubicBezTo>
                  <a:pt x="9666" y="54287"/>
                  <a:pt x="10000" y="54865"/>
                  <a:pt x="9636" y="54925"/>
                </a:cubicBezTo>
                <a:cubicBezTo>
                  <a:pt x="9362" y="54621"/>
                  <a:pt x="9727" y="54530"/>
                  <a:pt x="9453" y="54226"/>
                </a:cubicBezTo>
                <a:cubicBezTo>
                  <a:pt x="9362" y="54135"/>
                  <a:pt x="9332" y="54287"/>
                  <a:pt x="9362" y="54409"/>
                </a:cubicBezTo>
                <a:cubicBezTo>
                  <a:pt x="9058" y="54348"/>
                  <a:pt x="9210" y="54014"/>
                  <a:pt x="9088" y="53770"/>
                </a:cubicBezTo>
                <a:cubicBezTo>
                  <a:pt x="8936" y="53558"/>
                  <a:pt x="8663" y="53406"/>
                  <a:pt x="8541" y="53193"/>
                </a:cubicBezTo>
                <a:cubicBezTo>
                  <a:pt x="8389" y="53010"/>
                  <a:pt x="8389" y="52737"/>
                  <a:pt x="8177" y="52615"/>
                </a:cubicBezTo>
                <a:cubicBezTo>
                  <a:pt x="8298" y="52524"/>
                  <a:pt x="8359" y="52615"/>
                  <a:pt x="8450" y="52585"/>
                </a:cubicBezTo>
                <a:cubicBezTo>
                  <a:pt x="8329" y="52311"/>
                  <a:pt x="8055" y="52372"/>
                  <a:pt x="8116" y="52099"/>
                </a:cubicBezTo>
                <a:cubicBezTo>
                  <a:pt x="8268" y="52007"/>
                  <a:pt x="8329" y="52311"/>
                  <a:pt x="8450" y="52251"/>
                </a:cubicBezTo>
                <a:cubicBezTo>
                  <a:pt x="8389" y="51886"/>
                  <a:pt x="8146" y="52099"/>
                  <a:pt x="8055" y="51825"/>
                </a:cubicBezTo>
                <a:cubicBezTo>
                  <a:pt x="7873" y="51977"/>
                  <a:pt x="8055" y="52281"/>
                  <a:pt x="7781" y="52403"/>
                </a:cubicBezTo>
                <a:cubicBezTo>
                  <a:pt x="7781" y="52311"/>
                  <a:pt x="7599" y="52129"/>
                  <a:pt x="7629" y="52038"/>
                </a:cubicBezTo>
                <a:cubicBezTo>
                  <a:pt x="7629" y="51977"/>
                  <a:pt x="7781" y="52129"/>
                  <a:pt x="7812" y="52038"/>
                </a:cubicBezTo>
                <a:cubicBezTo>
                  <a:pt x="7903" y="51703"/>
                  <a:pt x="7873" y="51339"/>
                  <a:pt x="7751" y="51004"/>
                </a:cubicBezTo>
                <a:cubicBezTo>
                  <a:pt x="7569" y="50792"/>
                  <a:pt x="7721" y="51339"/>
                  <a:pt x="7447" y="51126"/>
                </a:cubicBezTo>
                <a:cubicBezTo>
                  <a:pt x="7386" y="50883"/>
                  <a:pt x="7326" y="50640"/>
                  <a:pt x="7265" y="50366"/>
                </a:cubicBezTo>
                <a:lnTo>
                  <a:pt x="7508" y="50275"/>
                </a:lnTo>
                <a:cubicBezTo>
                  <a:pt x="7538" y="50032"/>
                  <a:pt x="7386" y="50092"/>
                  <a:pt x="7356" y="49910"/>
                </a:cubicBezTo>
                <a:cubicBezTo>
                  <a:pt x="7295" y="49606"/>
                  <a:pt x="7508" y="49485"/>
                  <a:pt x="7052" y="49424"/>
                </a:cubicBezTo>
                <a:cubicBezTo>
                  <a:pt x="7052" y="49637"/>
                  <a:pt x="7052" y="50123"/>
                  <a:pt x="6809" y="49637"/>
                </a:cubicBezTo>
                <a:cubicBezTo>
                  <a:pt x="6687" y="49849"/>
                  <a:pt x="7052" y="50336"/>
                  <a:pt x="7113" y="50640"/>
                </a:cubicBezTo>
                <a:cubicBezTo>
                  <a:pt x="6870" y="50792"/>
                  <a:pt x="6809" y="50305"/>
                  <a:pt x="6718" y="50092"/>
                </a:cubicBezTo>
                <a:lnTo>
                  <a:pt x="6383" y="49272"/>
                </a:lnTo>
                <a:lnTo>
                  <a:pt x="6748" y="49120"/>
                </a:lnTo>
                <a:cubicBezTo>
                  <a:pt x="6626" y="48755"/>
                  <a:pt x="6414" y="48694"/>
                  <a:pt x="6231" y="48907"/>
                </a:cubicBezTo>
                <a:cubicBezTo>
                  <a:pt x="6170" y="48755"/>
                  <a:pt x="6110" y="48542"/>
                  <a:pt x="6049" y="48360"/>
                </a:cubicBezTo>
                <a:cubicBezTo>
                  <a:pt x="6140" y="48360"/>
                  <a:pt x="6231" y="48481"/>
                  <a:pt x="6322" y="48481"/>
                </a:cubicBezTo>
                <a:cubicBezTo>
                  <a:pt x="6140" y="48086"/>
                  <a:pt x="6292" y="47874"/>
                  <a:pt x="6079" y="47448"/>
                </a:cubicBezTo>
                <a:cubicBezTo>
                  <a:pt x="6140" y="47448"/>
                  <a:pt x="6201" y="47509"/>
                  <a:pt x="6262" y="47478"/>
                </a:cubicBezTo>
                <a:cubicBezTo>
                  <a:pt x="6110" y="46749"/>
                  <a:pt x="5897" y="46415"/>
                  <a:pt x="5836" y="45715"/>
                </a:cubicBezTo>
                <a:cubicBezTo>
                  <a:pt x="5532" y="45715"/>
                  <a:pt x="5380" y="45472"/>
                  <a:pt x="5319" y="44956"/>
                </a:cubicBezTo>
                <a:cubicBezTo>
                  <a:pt x="5015" y="45077"/>
                  <a:pt x="5532" y="45472"/>
                  <a:pt x="5350" y="45746"/>
                </a:cubicBezTo>
                <a:cubicBezTo>
                  <a:pt x="5107" y="45624"/>
                  <a:pt x="5137" y="45047"/>
                  <a:pt x="4985" y="44743"/>
                </a:cubicBezTo>
                <a:cubicBezTo>
                  <a:pt x="5137" y="44682"/>
                  <a:pt x="5167" y="44773"/>
                  <a:pt x="5198" y="44895"/>
                </a:cubicBezTo>
                <a:cubicBezTo>
                  <a:pt x="5198" y="44560"/>
                  <a:pt x="5502" y="44834"/>
                  <a:pt x="5563" y="44621"/>
                </a:cubicBezTo>
                <a:cubicBezTo>
                  <a:pt x="5532" y="44165"/>
                  <a:pt x="5380" y="44804"/>
                  <a:pt x="5289" y="44500"/>
                </a:cubicBezTo>
                <a:cubicBezTo>
                  <a:pt x="5107" y="44074"/>
                  <a:pt x="5593" y="44196"/>
                  <a:pt x="5411" y="43770"/>
                </a:cubicBezTo>
                <a:cubicBezTo>
                  <a:pt x="5350" y="43618"/>
                  <a:pt x="5137" y="43983"/>
                  <a:pt x="4985" y="43770"/>
                </a:cubicBezTo>
                <a:cubicBezTo>
                  <a:pt x="5137" y="43497"/>
                  <a:pt x="4681" y="42980"/>
                  <a:pt x="5046" y="43162"/>
                </a:cubicBezTo>
                <a:cubicBezTo>
                  <a:pt x="4803" y="42767"/>
                  <a:pt x="4711" y="42311"/>
                  <a:pt x="4742" y="41855"/>
                </a:cubicBezTo>
                <a:cubicBezTo>
                  <a:pt x="4347" y="41764"/>
                  <a:pt x="4590" y="42281"/>
                  <a:pt x="4590" y="42554"/>
                </a:cubicBezTo>
                <a:cubicBezTo>
                  <a:pt x="4256" y="42524"/>
                  <a:pt x="4499" y="42159"/>
                  <a:pt x="4438" y="41886"/>
                </a:cubicBezTo>
                <a:cubicBezTo>
                  <a:pt x="4377" y="41642"/>
                  <a:pt x="4195" y="41582"/>
                  <a:pt x="4195" y="41339"/>
                </a:cubicBezTo>
                <a:cubicBezTo>
                  <a:pt x="4468" y="41217"/>
                  <a:pt x="4499" y="41430"/>
                  <a:pt x="4499" y="41703"/>
                </a:cubicBezTo>
                <a:cubicBezTo>
                  <a:pt x="4681" y="41673"/>
                  <a:pt x="4651" y="41430"/>
                  <a:pt x="4590" y="41187"/>
                </a:cubicBezTo>
                <a:cubicBezTo>
                  <a:pt x="4803" y="41217"/>
                  <a:pt x="4894" y="41308"/>
                  <a:pt x="5015" y="41065"/>
                </a:cubicBezTo>
                <a:cubicBezTo>
                  <a:pt x="4955" y="40943"/>
                  <a:pt x="4651" y="41217"/>
                  <a:pt x="4559" y="40913"/>
                </a:cubicBezTo>
                <a:cubicBezTo>
                  <a:pt x="4347" y="40822"/>
                  <a:pt x="4316" y="41369"/>
                  <a:pt x="4164" y="41035"/>
                </a:cubicBezTo>
                <a:cubicBezTo>
                  <a:pt x="4134" y="40791"/>
                  <a:pt x="4225" y="40913"/>
                  <a:pt x="4316" y="40943"/>
                </a:cubicBezTo>
                <a:cubicBezTo>
                  <a:pt x="4225" y="40548"/>
                  <a:pt x="4195" y="40153"/>
                  <a:pt x="4225" y="39788"/>
                </a:cubicBezTo>
                <a:cubicBezTo>
                  <a:pt x="4651" y="39728"/>
                  <a:pt x="4134" y="40275"/>
                  <a:pt x="4499" y="40244"/>
                </a:cubicBezTo>
                <a:cubicBezTo>
                  <a:pt x="4711" y="40032"/>
                  <a:pt x="4529" y="39971"/>
                  <a:pt x="4651" y="39667"/>
                </a:cubicBezTo>
                <a:cubicBezTo>
                  <a:pt x="4651" y="39454"/>
                  <a:pt x="4377" y="39667"/>
                  <a:pt x="4408" y="39667"/>
                </a:cubicBezTo>
                <a:cubicBezTo>
                  <a:pt x="4104" y="39576"/>
                  <a:pt x="4438" y="39302"/>
                  <a:pt x="4043" y="39393"/>
                </a:cubicBezTo>
                <a:cubicBezTo>
                  <a:pt x="4104" y="39028"/>
                  <a:pt x="3830" y="38785"/>
                  <a:pt x="4012" y="38512"/>
                </a:cubicBezTo>
                <a:cubicBezTo>
                  <a:pt x="3739" y="38299"/>
                  <a:pt x="3921" y="37387"/>
                  <a:pt x="3891" y="36658"/>
                </a:cubicBezTo>
                <a:cubicBezTo>
                  <a:pt x="3891" y="36232"/>
                  <a:pt x="3800" y="36171"/>
                  <a:pt x="4012" y="35898"/>
                </a:cubicBezTo>
                <a:cubicBezTo>
                  <a:pt x="4012" y="35776"/>
                  <a:pt x="3860" y="35807"/>
                  <a:pt x="3891" y="35685"/>
                </a:cubicBezTo>
                <a:cubicBezTo>
                  <a:pt x="4104" y="34408"/>
                  <a:pt x="3891" y="33618"/>
                  <a:pt x="4377" y="32645"/>
                </a:cubicBezTo>
                <a:cubicBezTo>
                  <a:pt x="4377" y="32524"/>
                  <a:pt x="4225" y="32524"/>
                  <a:pt x="4256" y="32402"/>
                </a:cubicBezTo>
                <a:cubicBezTo>
                  <a:pt x="4256" y="32159"/>
                  <a:pt x="4438" y="32220"/>
                  <a:pt x="4438" y="31916"/>
                </a:cubicBezTo>
                <a:cubicBezTo>
                  <a:pt x="4772" y="31916"/>
                  <a:pt x="4651" y="32189"/>
                  <a:pt x="4772" y="32311"/>
                </a:cubicBezTo>
                <a:cubicBezTo>
                  <a:pt x="4590" y="32433"/>
                  <a:pt x="4286" y="32767"/>
                  <a:pt x="4408" y="33132"/>
                </a:cubicBezTo>
                <a:cubicBezTo>
                  <a:pt x="4681" y="33132"/>
                  <a:pt x="4529" y="32797"/>
                  <a:pt x="4711" y="32585"/>
                </a:cubicBezTo>
                <a:cubicBezTo>
                  <a:pt x="4742" y="32554"/>
                  <a:pt x="4955" y="32585"/>
                  <a:pt x="4985" y="32554"/>
                </a:cubicBezTo>
                <a:cubicBezTo>
                  <a:pt x="5046" y="32372"/>
                  <a:pt x="5137" y="32189"/>
                  <a:pt x="5167" y="32007"/>
                </a:cubicBezTo>
                <a:cubicBezTo>
                  <a:pt x="4955" y="31825"/>
                  <a:pt x="5046" y="32311"/>
                  <a:pt x="4803" y="32129"/>
                </a:cubicBezTo>
                <a:cubicBezTo>
                  <a:pt x="4742" y="31946"/>
                  <a:pt x="4711" y="31308"/>
                  <a:pt x="4468" y="31733"/>
                </a:cubicBezTo>
                <a:cubicBezTo>
                  <a:pt x="4377" y="31673"/>
                  <a:pt x="4559" y="30822"/>
                  <a:pt x="4803" y="30974"/>
                </a:cubicBezTo>
                <a:cubicBezTo>
                  <a:pt x="4711" y="30426"/>
                  <a:pt x="5076" y="29727"/>
                  <a:pt x="5471" y="28967"/>
                </a:cubicBezTo>
                <a:cubicBezTo>
                  <a:pt x="5654" y="28542"/>
                  <a:pt x="5836" y="28086"/>
                  <a:pt x="6049" y="27600"/>
                </a:cubicBezTo>
                <a:cubicBezTo>
                  <a:pt x="6262" y="27174"/>
                  <a:pt x="6505" y="26749"/>
                  <a:pt x="6748" y="26353"/>
                </a:cubicBezTo>
                <a:cubicBezTo>
                  <a:pt x="6870" y="26080"/>
                  <a:pt x="7022" y="26262"/>
                  <a:pt x="7143" y="26110"/>
                </a:cubicBezTo>
                <a:cubicBezTo>
                  <a:pt x="7204" y="25958"/>
                  <a:pt x="7326" y="25837"/>
                  <a:pt x="7477" y="25746"/>
                </a:cubicBezTo>
                <a:cubicBezTo>
                  <a:pt x="7538" y="25594"/>
                  <a:pt x="7356" y="25411"/>
                  <a:pt x="7690" y="25229"/>
                </a:cubicBezTo>
                <a:cubicBezTo>
                  <a:pt x="8025" y="25290"/>
                  <a:pt x="7690" y="25472"/>
                  <a:pt x="7660" y="25624"/>
                </a:cubicBezTo>
                <a:cubicBezTo>
                  <a:pt x="7660" y="25715"/>
                  <a:pt x="7721" y="25867"/>
                  <a:pt x="7721" y="25928"/>
                </a:cubicBezTo>
                <a:cubicBezTo>
                  <a:pt x="7690" y="26019"/>
                  <a:pt x="7174" y="26232"/>
                  <a:pt x="7447" y="26384"/>
                </a:cubicBezTo>
                <a:cubicBezTo>
                  <a:pt x="7569" y="26445"/>
                  <a:pt x="7508" y="26232"/>
                  <a:pt x="7660" y="26141"/>
                </a:cubicBezTo>
                <a:cubicBezTo>
                  <a:pt x="7690" y="26110"/>
                  <a:pt x="7994" y="26353"/>
                  <a:pt x="8085" y="26019"/>
                </a:cubicBezTo>
                <a:cubicBezTo>
                  <a:pt x="7964" y="25837"/>
                  <a:pt x="7842" y="26384"/>
                  <a:pt x="7721" y="26080"/>
                </a:cubicBezTo>
                <a:cubicBezTo>
                  <a:pt x="7933" y="25654"/>
                  <a:pt x="8572" y="25411"/>
                  <a:pt x="8845" y="25107"/>
                </a:cubicBezTo>
                <a:cubicBezTo>
                  <a:pt x="8633" y="24894"/>
                  <a:pt x="8359" y="25502"/>
                  <a:pt x="8116" y="25502"/>
                </a:cubicBezTo>
                <a:cubicBezTo>
                  <a:pt x="7781" y="25350"/>
                  <a:pt x="8085" y="25138"/>
                  <a:pt x="7903" y="25016"/>
                </a:cubicBezTo>
                <a:cubicBezTo>
                  <a:pt x="8450" y="24317"/>
                  <a:pt x="9119" y="23770"/>
                  <a:pt x="9909" y="23375"/>
                </a:cubicBezTo>
                <a:cubicBezTo>
                  <a:pt x="10183" y="22828"/>
                  <a:pt x="10639" y="22372"/>
                  <a:pt x="11216" y="22098"/>
                </a:cubicBezTo>
                <a:cubicBezTo>
                  <a:pt x="11064" y="21825"/>
                  <a:pt x="10882" y="21855"/>
                  <a:pt x="10669" y="22007"/>
                </a:cubicBezTo>
                <a:cubicBezTo>
                  <a:pt x="10547" y="21855"/>
                  <a:pt x="10943" y="21703"/>
                  <a:pt x="10882" y="21521"/>
                </a:cubicBezTo>
                <a:cubicBezTo>
                  <a:pt x="10669" y="21277"/>
                  <a:pt x="10669" y="21673"/>
                  <a:pt x="10578" y="21764"/>
                </a:cubicBezTo>
                <a:cubicBezTo>
                  <a:pt x="10335" y="21976"/>
                  <a:pt x="10000" y="22098"/>
                  <a:pt x="9696" y="22372"/>
                </a:cubicBezTo>
                <a:cubicBezTo>
                  <a:pt x="9636" y="22463"/>
                  <a:pt x="9757" y="22524"/>
                  <a:pt x="9666" y="22615"/>
                </a:cubicBezTo>
                <a:cubicBezTo>
                  <a:pt x="9423" y="22888"/>
                  <a:pt x="9240" y="22858"/>
                  <a:pt x="9028" y="22949"/>
                </a:cubicBezTo>
                <a:cubicBezTo>
                  <a:pt x="8876" y="23132"/>
                  <a:pt x="9180" y="22949"/>
                  <a:pt x="9119" y="23192"/>
                </a:cubicBezTo>
                <a:cubicBezTo>
                  <a:pt x="8481" y="23527"/>
                  <a:pt x="8116" y="24256"/>
                  <a:pt x="7477" y="24591"/>
                </a:cubicBezTo>
                <a:cubicBezTo>
                  <a:pt x="7477" y="24195"/>
                  <a:pt x="6930" y="24894"/>
                  <a:pt x="6687" y="24742"/>
                </a:cubicBezTo>
                <a:cubicBezTo>
                  <a:pt x="6474" y="24925"/>
                  <a:pt x="7113" y="24955"/>
                  <a:pt x="6718" y="25198"/>
                </a:cubicBezTo>
                <a:cubicBezTo>
                  <a:pt x="6809" y="25259"/>
                  <a:pt x="6900" y="25107"/>
                  <a:pt x="6991" y="25016"/>
                </a:cubicBezTo>
                <a:cubicBezTo>
                  <a:pt x="7295" y="24803"/>
                  <a:pt x="6961" y="25229"/>
                  <a:pt x="6839" y="25320"/>
                </a:cubicBezTo>
                <a:cubicBezTo>
                  <a:pt x="6626" y="25442"/>
                  <a:pt x="6414" y="25442"/>
                  <a:pt x="6170" y="25746"/>
                </a:cubicBezTo>
                <a:cubicBezTo>
                  <a:pt x="6292" y="25989"/>
                  <a:pt x="6444" y="25624"/>
                  <a:pt x="6596" y="25502"/>
                </a:cubicBezTo>
                <a:cubicBezTo>
                  <a:pt x="6778" y="25685"/>
                  <a:pt x="6444" y="25806"/>
                  <a:pt x="6292" y="25989"/>
                </a:cubicBezTo>
                <a:cubicBezTo>
                  <a:pt x="6049" y="26384"/>
                  <a:pt x="5745" y="27053"/>
                  <a:pt x="5411" y="27569"/>
                </a:cubicBezTo>
                <a:cubicBezTo>
                  <a:pt x="5228" y="27539"/>
                  <a:pt x="5319" y="27357"/>
                  <a:pt x="5411" y="27174"/>
                </a:cubicBezTo>
                <a:cubicBezTo>
                  <a:pt x="4924" y="27174"/>
                  <a:pt x="5137" y="27752"/>
                  <a:pt x="5198" y="27934"/>
                </a:cubicBezTo>
                <a:cubicBezTo>
                  <a:pt x="4833" y="28694"/>
                  <a:pt x="4438" y="28633"/>
                  <a:pt x="4225" y="29363"/>
                </a:cubicBezTo>
                <a:cubicBezTo>
                  <a:pt x="4468" y="29545"/>
                  <a:pt x="4499" y="28937"/>
                  <a:pt x="4681" y="28724"/>
                </a:cubicBezTo>
                <a:cubicBezTo>
                  <a:pt x="4681" y="29606"/>
                  <a:pt x="4012" y="30457"/>
                  <a:pt x="3891" y="31126"/>
                </a:cubicBezTo>
                <a:cubicBezTo>
                  <a:pt x="3891" y="31186"/>
                  <a:pt x="3982" y="31369"/>
                  <a:pt x="3982" y="31369"/>
                </a:cubicBezTo>
                <a:cubicBezTo>
                  <a:pt x="3921" y="31521"/>
                  <a:pt x="3830" y="31308"/>
                  <a:pt x="3830" y="31338"/>
                </a:cubicBezTo>
                <a:cubicBezTo>
                  <a:pt x="3739" y="31521"/>
                  <a:pt x="3860" y="31794"/>
                  <a:pt x="3830" y="31977"/>
                </a:cubicBezTo>
                <a:cubicBezTo>
                  <a:pt x="3739" y="32341"/>
                  <a:pt x="3435" y="32402"/>
                  <a:pt x="3404" y="32737"/>
                </a:cubicBezTo>
                <a:cubicBezTo>
                  <a:pt x="3404" y="32858"/>
                  <a:pt x="3526" y="32828"/>
                  <a:pt x="3617" y="32889"/>
                </a:cubicBezTo>
                <a:cubicBezTo>
                  <a:pt x="3283" y="33800"/>
                  <a:pt x="3556" y="34682"/>
                  <a:pt x="3161" y="35290"/>
                </a:cubicBezTo>
                <a:cubicBezTo>
                  <a:pt x="3161" y="35411"/>
                  <a:pt x="3252" y="35351"/>
                  <a:pt x="3252" y="35290"/>
                </a:cubicBezTo>
                <a:cubicBezTo>
                  <a:pt x="3313" y="35655"/>
                  <a:pt x="3252" y="36566"/>
                  <a:pt x="3040" y="36810"/>
                </a:cubicBezTo>
                <a:cubicBezTo>
                  <a:pt x="3101" y="37022"/>
                  <a:pt x="3161" y="37235"/>
                  <a:pt x="3283" y="37417"/>
                </a:cubicBezTo>
                <a:cubicBezTo>
                  <a:pt x="3161" y="38238"/>
                  <a:pt x="3101" y="39332"/>
                  <a:pt x="2918" y="40244"/>
                </a:cubicBezTo>
                <a:cubicBezTo>
                  <a:pt x="2523" y="40396"/>
                  <a:pt x="2462" y="40700"/>
                  <a:pt x="2128" y="40700"/>
                </a:cubicBezTo>
                <a:cubicBezTo>
                  <a:pt x="2249" y="41430"/>
                  <a:pt x="2341" y="42159"/>
                  <a:pt x="2371" y="42858"/>
                </a:cubicBezTo>
                <a:cubicBezTo>
                  <a:pt x="2432" y="42949"/>
                  <a:pt x="2553" y="43010"/>
                  <a:pt x="2645" y="43041"/>
                </a:cubicBezTo>
                <a:cubicBezTo>
                  <a:pt x="2705" y="43193"/>
                  <a:pt x="2705" y="43375"/>
                  <a:pt x="2645" y="43557"/>
                </a:cubicBezTo>
                <a:cubicBezTo>
                  <a:pt x="2705" y="43801"/>
                  <a:pt x="2857" y="43405"/>
                  <a:pt x="2857" y="43314"/>
                </a:cubicBezTo>
                <a:cubicBezTo>
                  <a:pt x="2857" y="42828"/>
                  <a:pt x="2401" y="42798"/>
                  <a:pt x="2645" y="42402"/>
                </a:cubicBezTo>
                <a:cubicBezTo>
                  <a:pt x="2827" y="42676"/>
                  <a:pt x="2979" y="42980"/>
                  <a:pt x="3009" y="43284"/>
                </a:cubicBezTo>
                <a:cubicBezTo>
                  <a:pt x="3101" y="43253"/>
                  <a:pt x="3131" y="43162"/>
                  <a:pt x="3131" y="43071"/>
                </a:cubicBezTo>
                <a:cubicBezTo>
                  <a:pt x="3283" y="43101"/>
                  <a:pt x="3192" y="43223"/>
                  <a:pt x="3161" y="43253"/>
                </a:cubicBezTo>
                <a:cubicBezTo>
                  <a:pt x="3161" y="43314"/>
                  <a:pt x="3131" y="43527"/>
                  <a:pt x="2888" y="43527"/>
                </a:cubicBezTo>
                <a:cubicBezTo>
                  <a:pt x="2888" y="43649"/>
                  <a:pt x="2949" y="43770"/>
                  <a:pt x="2949" y="43922"/>
                </a:cubicBezTo>
                <a:cubicBezTo>
                  <a:pt x="2949" y="44044"/>
                  <a:pt x="2918" y="44135"/>
                  <a:pt x="2857" y="44256"/>
                </a:cubicBezTo>
                <a:cubicBezTo>
                  <a:pt x="2888" y="44439"/>
                  <a:pt x="3131" y="44378"/>
                  <a:pt x="3101" y="44712"/>
                </a:cubicBezTo>
                <a:cubicBezTo>
                  <a:pt x="2797" y="44804"/>
                  <a:pt x="3009" y="45320"/>
                  <a:pt x="2766" y="45412"/>
                </a:cubicBezTo>
                <a:cubicBezTo>
                  <a:pt x="2918" y="45715"/>
                  <a:pt x="3009" y="45199"/>
                  <a:pt x="3192" y="45412"/>
                </a:cubicBezTo>
                <a:cubicBezTo>
                  <a:pt x="3283" y="45715"/>
                  <a:pt x="3192" y="45928"/>
                  <a:pt x="3009" y="45776"/>
                </a:cubicBezTo>
                <a:cubicBezTo>
                  <a:pt x="3313" y="45959"/>
                  <a:pt x="3009" y="46567"/>
                  <a:pt x="3435" y="46415"/>
                </a:cubicBezTo>
                <a:cubicBezTo>
                  <a:pt x="3708" y="46263"/>
                  <a:pt x="3070" y="46019"/>
                  <a:pt x="3313" y="45928"/>
                </a:cubicBezTo>
                <a:cubicBezTo>
                  <a:pt x="3556" y="45746"/>
                  <a:pt x="3556" y="46293"/>
                  <a:pt x="3617" y="46475"/>
                </a:cubicBezTo>
                <a:cubicBezTo>
                  <a:pt x="3648" y="46567"/>
                  <a:pt x="3830" y="46688"/>
                  <a:pt x="3860" y="46719"/>
                </a:cubicBezTo>
                <a:cubicBezTo>
                  <a:pt x="4043" y="47235"/>
                  <a:pt x="4347" y="47995"/>
                  <a:pt x="4164" y="48330"/>
                </a:cubicBezTo>
                <a:cubicBezTo>
                  <a:pt x="4377" y="48542"/>
                  <a:pt x="4347" y="49029"/>
                  <a:pt x="4529" y="49393"/>
                </a:cubicBezTo>
                <a:cubicBezTo>
                  <a:pt x="4651" y="49576"/>
                  <a:pt x="4803" y="49758"/>
                  <a:pt x="4985" y="49880"/>
                </a:cubicBezTo>
                <a:cubicBezTo>
                  <a:pt x="5015" y="49393"/>
                  <a:pt x="4590" y="49181"/>
                  <a:pt x="4559" y="48755"/>
                </a:cubicBezTo>
                <a:cubicBezTo>
                  <a:pt x="4894" y="48816"/>
                  <a:pt x="4985" y="49241"/>
                  <a:pt x="5107" y="49515"/>
                </a:cubicBezTo>
                <a:cubicBezTo>
                  <a:pt x="5198" y="49910"/>
                  <a:pt x="5319" y="50275"/>
                  <a:pt x="5471" y="50640"/>
                </a:cubicBezTo>
                <a:cubicBezTo>
                  <a:pt x="5289" y="50822"/>
                  <a:pt x="5228" y="50457"/>
                  <a:pt x="5076" y="50488"/>
                </a:cubicBezTo>
                <a:cubicBezTo>
                  <a:pt x="5259" y="50731"/>
                  <a:pt x="5502" y="50852"/>
                  <a:pt x="5684" y="51096"/>
                </a:cubicBezTo>
                <a:cubicBezTo>
                  <a:pt x="5532" y="51399"/>
                  <a:pt x="5806" y="51551"/>
                  <a:pt x="5927" y="52007"/>
                </a:cubicBezTo>
                <a:cubicBezTo>
                  <a:pt x="6140" y="51947"/>
                  <a:pt x="5593" y="51521"/>
                  <a:pt x="5958" y="51551"/>
                </a:cubicBezTo>
                <a:cubicBezTo>
                  <a:pt x="6110" y="51795"/>
                  <a:pt x="6231" y="52311"/>
                  <a:pt x="6474" y="52190"/>
                </a:cubicBezTo>
                <a:cubicBezTo>
                  <a:pt x="6474" y="52463"/>
                  <a:pt x="6596" y="52798"/>
                  <a:pt x="6414" y="53010"/>
                </a:cubicBezTo>
                <a:cubicBezTo>
                  <a:pt x="6566" y="53132"/>
                  <a:pt x="6657" y="53345"/>
                  <a:pt x="6870" y="53132"/>
                </a:cubicBezTo>
                <a:cubicBezTo>
                  <a:pt x="7052" y="53345"/>
                  <a:pt x="6870" y="53649"/>
                  <a:pt x="7113" y="53466"/>
                </a:cubicBezTo>
                <a:cubicBezTo>
                  <a:pt x="7326" y="53770"/>
                  <a:pt x="7082" y="53922"/>
                  <a:pt x="7082" y="54196"/>
                </a:cubicBezTo>
                <a:cubicBezTo>
                  <a:pt x="7295" y="54378"/>
                  <a:pt x="7082" y="53862"/>
                  <a:pt x="7386" y="53892"/>
                </a:cubicBezTo>
                <a:cubicBezTo>
                  <a:pt x="7538" y="54652"/>
                  <a:pt x="8085" y="54986"/>
                  <a:pt x="8359" y="55564"/>
                </a:cubicBezTo>
                <a:cubicBezTo>
                  <a:pt x="8481" y="55624"/>
                  <a:pt x="8602" y="55564"/>
                  <a:pt x="8693" y="55746"/>
                </a:cubicBezTo>
                <a:cubicBezTo>
                  <a:pt x="8237" y="55716"/>
                  <a:pt x="8693" y="56020"/>
                  <a:pt x="8541" y="56232"/>
                </a:cubicBezTo>
                <a:cubicBezTo>
                  <a:pt x="8724" y="56232"/>
                  <a:pt x="9240" y="56749"/>
                  <a:pt x="9240" y="56476"/>
                </a:cubicBezTo>
                <a:cubicBezTo>
                  <a:pt x="9514" y="56384"/>
                  <a:pt x="9271" y="56688"/>
                  <a:pt x="9362" y="56780"/>
                </a:cubicBezTo>
                <a:cubicBezTo>
                  <a:pt x="9605" y="56962"/>
                  <a:pt x="9453" y="56536"/>
                  <a:pt x="9666" y="56658"/>
                </a:cubicBezTo>
                <a:cubicBezTo>
                  <a:pt x="10243" y="57357"/>
                  <a:pt x="10882" y="57995"/>
                  <a:pt x="11581" y="58573"/>
                </a:cubicBezTo>
                <a:cubicBezTo>
                  <a:pt x="11702" y="58664"/>
                  <a:pt x="11642" y="58755"/>
                  <a:pt x="11763" y="58816"/>
                </a:cubicBezTo>
                <a:cubicBezTo>
                  <a:pt x="11976" y="58998"/>
                  <a:pt x="12250" y="58998"/>
                  <a:pt x="12493" y="59272"/>
                </a:cubicBezTo>
                <a:cubicBezTo>
                  <a:pt x="12614" y="59363"/>
                  <a:pt x="12675" y="59515"/>
                  <a:pt x="12706" y="59667"/>
                </a:cubicBezTo>
                <a:lnTo>
                  <a:pt x="13739" y="60305"/>
                </a:lnTo>
                <a:cubicBezTo>
                  <a:pt x="14195" y="60549"/>
                  <a:pt x="14590" y="60822"/>
                  <a:pt x="14955" y="61187"/>
                </a:cubicBezTo>
                <a:cubicBezTo>
                  <a:pt x="15289" y="61430"/>
                  <a:pt x="15502" y="61764"/>
                  <a:pt x="15624" y="62160"/>
                </a:cubicBezTo>
                <a:cubicBezTo>
                  <a:pt x="15411" y="62433"/>
                  <a:pt x="15320" y="62707"/>
                  <a:pt x="15563" y="62889"/>
                </a:cubicBezTo>
                <a:cubicBezTo>
                  <a:pt x="15472" y="63011"/>
                  <a:pt x="15320" y="62980"/>
                  <a:pt x="15107" y="62828"/>
                </a:cubicBezTo>
                <a:cubicBezTo>
                  <a:pt x="15228" y="63102"/>
                  <a:pt x="14560" y="63254"/>
                  <a:pt x="15076" y="63558"/>
                </a:cubicBezTo>
                <a:cubicBezTo>
                  <a:pt x="14712" y="63436"/>
                  <a:pt x="14560" y="63771"/>
                  <a:pt x="14286" y="63801"/>
                </a:cubicBezTo>
                <a:cubicBezTo>
                  <a:pt x="14195" y="63831"/>
                  <a:pt x="13921" y="63527"/>
                  <a:pt x="13921" y="63801"/>
                </a:cubicBezTo>
                <a:cubicBezTo>
                  <a:pt x="13040" y="63011"/>
                  <a:pt x="11915" y="62312"/>
                  <a:pt x="11034" y="61521"/>
                </a:cubicBezTo>
                <a:cubicBezTo>
                  <a:pt x="10912" y="61369"/>
                  <a:pt x="10851" y="61156"/>
                  <a:pt x="10699" y="61005"/>
                </a:cubicBezTo>
                <a:cubicBezTo>
                  <a:pt x="10487" y="60792"/>
                  <a:pt x="10183" y="60670"/>
                  <a:pt x="9940" y="60427"/>
                </a:cubicBezTo>
                <a:cubicBezTo>
                  <a:pt x="9788" y="60275"/>
                  <a:pt x="9818" y="60214"/>
                  <a:pt x="9636" y="60062"/>
                </a:cubicBezTo>
                <a:cubicBezTo>
                  <a:pt x="9362" y="59789"/>
                  <a:pt x="9028" y="59789"/>
                  <a:pt x="9028" y="59394"/>
                </a:cubicBezTo>
                <a:cubicBezTo>
                  <a:pt x="8906" y="59302"/>
                  <a:pt x="8845" y="59424"/>
                  <a:pt x="8724" y="59333"/>
                </a:cubicBezTo>
                <a:cubicBezTo>
                  <a:pt x="8541" y="59059"/>
                  <a:pt x="8298" y="58877"/>
                  <a:pt x="8116" y="58634"/>
                </a:cubicBezTo>
                <a:cubicBezTo>
                  <a:pt x="8055" y="58512"/>
                  <a:pt x="8025" y="58390"/>
                  <a:pt x="8025" y="58269"/>
                </a:cubicBezTo>
                <a:cubicBezTo>
                  <a:pt x="7933" y="58178"/>
                  <a:pt x="7781" y="58178"/>
                  <a:pt x="7690" y="58087"/>
                </a:cubicBezTo>
                <a:cubicBezTo>
                  <a:pt x="7477" y="57904"/>
                  <a:pt x="7417" y="57570"/>
                  <a:pt x="7295" y="57418"/>
                </a:cubicBezTo>
                <a:cubicBezTo>
                  <a:pt x="7143" y="57235"/>
                  <a:pt x="7022" y="57266"/>
                  <a:pt x="6870" y="57144"/>
                </a:cubicBezTo>
                <a:cubicBezTo>
                  <a:pt x="6596" y="56871"/>
                  <a:pt x="6414" y="56536"/>
                  <a:pt x="6292" y="56172"/>
                </a:cubicBezTo>
                <a:cubicBezTo>
                  <a:pt x="6231" y="55989"/>
                  <a:pt x="6140" y="56050"/>
                  <a:pt x="6049" y="56080"/>
                </a:cubicBezTo>
                <a:cubicBezTo>
                  <a:pt x="5836" y="55442"/>
                  <a:pt x="5198" y="54743"/>
                  <a:pt x="4772" y="53892"/>
                </a:cubicBezTo>
                <a:cubicBezTo>
                  <a:pt x="4772" y="53649"/>
                  <a:pt x="5137" y="53892"/>
                  <a:pt x="5015" y="53497"/>
                </a:cubicBezTo>
                <a:cubicBezTo>
                  <a:pt x="4803" y="53254"/>
                  <a:pt x="4803" y="53770"/>
                  <a:pt x="4620" y="53588"/>
                </a:cubicBezTo>
                <a:cubicBezTo>
                  <a:pt x="4256" y="52798"/>
                  <a:pt x="4104" y="52555"/>
                  <a:pt x="3769" y="51825"/>
                </a:cubicBezTo>
                <a:cubicBezTo>
                  <a:pt x="3860" y="51825"/>
                  <a:pt x="3982" y="51886"/>
                  <a:pt x="4043" y="52068"/>
                </a:cubicBezTo>
                <a:cubicBezTo>
                  <a:pt x="4195" y="51612"/>
                  <a:pt x="3617" y="51643"/>
                  <a:pt x="3617" y="51673"/>
                </a:cubicBezTo>
                <a:cubicBezTo>
                  <a:pt x="3344" y="51247"/>
                  <a:pt x="3860" y="51734"/>
                  <a:pt x="3739" y="51369"/>
                </a:cubicBezTo>
                <a:cubicBezTo>
                  <a:pt x="3708" y="51156"/>
                  <a:pt x="3556" y="51247"/>
                  <a:pt x="3435" y="51278"/>
                </a:cubicBezTo>
                <a:lnTo>
                  <a:pt x="3161" y="50579"/>
                </a:lnTo>
                <a:cubicBezTo>
                  <a:pt x="3222" y="50366"/>
                  <a:pt x="3252" y="50548"/>
                  <a:pt x="3465" y="50457"/>
                </a:cubicBezTo>
                <a:lnTo>
                  <a:pt x="3344" y="50153"/>
                </a:lnTo>
                <a:cubicBezTo>
                  <a:pt x="3192" y="49971"/>
                  <a:pt x="3161" y="50640"/>
                  <a:pt x="2949" y="50062"/>
                </a:cubicBezTo>
                <a:cubicBezTo>
                  <a:pt x="2797" y="49667"/>
                  <a:pt x="3070" y="50062"/>
                  <a:pt x="3222" y="49849"/>
                </a:cubicBezTo>
                <a:cubicBezTo>
                  <a:pt x="3131" y="49576"/>
                  <a:pt x="3283" y="49606"/>
                  <a:pt x="3101" y="49454"/>
                </a:cubicBezTo>
                <a:cubicBezTo>
                  <a:pt x="3009" y="49241"/>
                  <a:pt x="2736" y="49515"/>
                  <a:pt x="2584" y="49515"/>
                </a:cubicBezTo>
                <a:lnTo>
                  <a:pt x="2341" y="48785"/>
                </a:lnTo>
                <a:cubicBezTo>
                  <a:pt x="2462" y="48846"/>
                  <a:pt x="2584" y="48846"/>
                  <a:pt x="2705" y="48785"/>
                </a:cubicBezTo>
                <a:cubicBezTo>
                  <a:pt x="2553" y="48694"/>
                  <a:pt x="2523" y="48269"/>
                  <a:pt x="2249" y="48481"/>
                </a:cubicBezTo>
                <a:cubicBezTo>
                  <a:pt x="1976" y="47934"/>
                  <a:pt x="2037" y="47600"/>
                  <a:pt x="2249" y="47357"/>
                </a:cubicBezTo>
                <a:cubicBezTo>
                  <a:pt x="2219" y="47174"/>
                  <a:pt x="1733" y="46992"/>
                  <a:pt x="2128" y="46840"/>
                </a:cubicBezTo>
                <a:cubicBezTo>
                  <a:pt x="1976" y="46597"/>
                  <a:pt x="1854" y="47174"/>
                  <a:pt x="1793" y="46597"/>
                </a:cubicBezTo>
                <a:cubicBezTo>
                  <a:pt x="1733" y="46658"/>
                  <a:pt x="1672" y="46749"/>
                  <a:pt x="1702" y="46840"/>
                </a:cubicBezTo>
                <a:cubicBezTo>
                  <a:pt x="1672" y="46810"/>
                  <a:pt x="1186" y="45959"/>
                  <a:pt x="1672" y="46080"/>
                </a:cubicBezTo>
                <a:cubicBezTo>
                  <a:pt x="1581" y="45776"/>
                  <a:pt x="1307" y="45898"/>
                  <a:pt x="1277" y="45503"/>
                </a:cubicBezTo>
                <a:lnTo>
                  <a:pt x="1520" y="45472"/>
                </a:lnTo>
                <a:cubicBezTo>
                  <a:pt x="1338" y="45442"/>
                  <a:pt x="1307" y="45168"/>
                  <a:pt x="1186" y="45077"/>
                </a:cubicBezTo>
                <a:cubicBezTo>
                  <a:pt x="1125" y="44773"/>
                  <a:pt x="1307" y="44652"/>
                  <a:pt x="1398" y="44500"/>
                </a:cubicBezTo>
                <a:cubicBezTo>
                  <a:pt x="1034" y="44560"/>
                  <a:pt x="1064" y="43740"/>
                  <a:pt x="1003" y="43588"/>
                </a:cubicBezTo>
                <a:cubicBezTo>
                  <a:pt x="1003" y="43557"/>
                  <a:pt x="882" y="43831"/>
                  <a:pt x="973" y="43922"/>
                </a:cubicBezTo>
                <a:cubicBezTo>
                  <a:pt x="578" y="43375"/>
                  <a:pt x="821" y="42585"/>
                  <a:pt x="669" y="41886"/>
                </a:cubicBezTo>
                <a:cubicBezTo>
                  <a:pt x="973" y="41673"/>
                  <a:pt x="1186" y="41399"/>
                  <a:pt x="1338" y="41065"/>
                </a:cubicBezTo>
                <a:cubicBezTo>
                  <a:pt x="1368" y="40731"/>
                  <a:pt x="1094" y="40883"/>
                  <a:pt x="1125" y="40548"/>
                </a:cubicBezTo>
                <a:cubicBezTo>
                  <a:pt x="851" y="40883"/>
                  <a:pt x="699" y="40244"/>
                  <a:pt x="638" y="40700"/>
                </a:cubicBezTo>
                <a:cubicBezTo>
                  <a:pt x="426" y="40579"/>
                  <a:pt x="638" y="39940"/>
                  <a:pt x="183" y="40153"/>
                </a:cubicBezTo>
                <a:cubicBezTo>
                  <a:pt x="61" y="39454"/>
                  <a:pt x="0" y="38755"/>
                  <a:pt x="31" y="38025"/>
                </a:cubicBezTo>
                <a:cubicBezTo>
                  <a:pt x="91" y="37265"/>
                  <a:pt x="152" y="36536"/>
                  <a:pt x="122" y="35928"/>
                </a:cubicBezTo>
                <a:cubicBezTo>
                  <a:pt x="426" y="36050"/>
                  <a:pt x="243" y="36627"/>
                  <a:pt x="243" y="37083"/>
                </a:cubicBezTo>
                <a:cubicBezTo>
                  <a:pt x="183" y="37448"/>
                  <a:pt x="213" y="37843"/>
                  <a:pt x="274" y="38208"/>
                </a:cubicBezTo>
                <a:cubicBezTo>
                  <a:pt x="395" y="37995"/>
                  <a:pt x="426" y="37630"/>
                  <a:pt x="638" y="37539"/>
                </a:cubicBezTo>
                <a:cubicBezTo>
                  <a:pt x="699" y="37083"/>
                  <a:pt x="304" y="37265"/>
                  <a:pt x="334" y="36870"/>
                </a:cubicBezTo>
                <a:lnTo>
                  <a:pt x="486" y="36870"/>
                </a:lnTo>
                <a:cubicBezTo>
                  <a:pt x="456" y="36475"/>
                  <a:pt x="578" y="36110"/>
                  <a:pt x="790" y="35776"/>
                </a:cubicBezTo>
                <a:cubicBezTo>
                  <a:pt x="790" y="35655"/>
                  <a:pt x="608" y="35685"/>
                  <a:pt x="638" y="35563"/>
                </a:cubicBezTo>
                <a:lnTo>
                  <a:pt x="730" y="34773"/>
                </a:lnTo>
                <a:cubicBezTo>
                  <a:pt x="882" y="34530"/>
                  <a:pt x="912" y="34712"/>
                  <a:pt x="1003" y="34591"/>
                </a:cubicBezTo>
                <a:cubicBezTo>
                  <a:pt x="1064" y="34135"/>
                  <a:pt x="882" y="34591"/>
                  <a:pt x="790" y="34317"/>
                </a:cubicBezTo>
                <a:cubicBezTo>
                  <a:pt x="821" y="34044"/>
                  <a:pt x="942" y="33648"/>
                  <a:pt x="608" y="33740"/>
                </a:cubicBezTo>
                <a:cubicBezTo>
                  <a:pt x="821" y="33101"/>
                  <a:pt x="942" y="32037"/>
                  <a:pt x="1125" y="31490"/>
                </a:cubicBezTo>
                <a:cubicBezTo>
                  <a:pt x="1246" y="31916"/>
                  <a:pt x="882" y="32737"/>
                  <a:pt x="821" y="33314"/>
                </a:cubicBezTo>
                <a:cubicBezTo>
                  <a:pt x="942" y="33466"/>
                  <a:pt x="1003" y="33679"/>
                  <a:pt x="1216" y="33709"/>
                </a:cubicBezTo>
                <a:cubicBezTo>
                  <a:pt x="1277" y="33436"/>
                  <a:pt x="1246" y="33223"/>
                  <a:pt x="1034" y="33223"/>
                </a:cubicBezTo>
                <a:cubicBezTo>
                  <a:pt x="1277" y="32858"/>
                  <a:pt x="1125" y="32463"/>
                  <a:pt x="1307" y="31885"/>
                </a:cubicBezTo>
                <a:cubicBezTo>
                  <a:pt x="1398" y="32068"/>
                  <a:pt x="1429" y="31977"/>
                  <a:pt x="1550" y="31946"/>
                </a:cubicBezTo>
                <a:cubicBezTo>
                  <a:pt x="1702" y="30882"/>
                  <a:pt x="1945" y="29849"/>
                  <a:pt x="2310" y="28846"/>
                </a:cubicBezTo>
                <a:cubicBezTo>
                  <a:pt x="2493" y="28603"/>
                  <a:pt x="2462" y="29119"/>
                  <a:pt x="2645" y="28846"/>
                </a:cubicBezTo>
                <a:cubicBezTo>
                  <a:pt x="2827" y="28360"/>
                  <a:pt x="2189" y="28846"/>
                  <a:pt x="2584" y="28177"/>
                </a:cubicBezTo>
                <a:cubicBezTo>
                  <a:pt x="2857" y="28025"/>
                  <a:pt x="2888" y="28481"/>
                  <a:pt x="2857" y="28785"/>
                </a:cubicBezTo>
                <a:cubicBezTo>
                  <a:pt x="3161" y="28816"/>
                  <a:pt x="3283" y="28147"/>
                  <a:pt x="2857" y="28177"/>
                </a:cubicBezTo>
                <a:cubicBezTo>
                  <a:pt x="2979" y="27964"/>
                  <a:pt x="2979" y="27752"/>
                  <a:pt x="2857" y="27904"/>
                </a:cubicBezTo>
                <a:cubicBezTo>
                  <a:pt x="3101" y="27326"/>
                  <a:pt x="3374" y="26718"/>
                  <a:pt x="3708" y="26171"/>
                </a:cubicBezTo>
                <a:cubicBezTo>
                  <a:pt x="4073" y="25502"/>
                  <a:pt x="4529" y="24864"/>
                  <a:pt x="5046" y="24256"/>
                </a:cubicBezTo>
                <a:cubicBezTo>
                  <a:pt x="5988" y="23132"/>
                  <a:pt x="6930" y="22250"/>
                  <a:pt x="7660" y="21490"/>
                </a:cubicBezTo>
                <a:cubicBezTo>
                  <a:pt x="7721" y="21399"/>
                  <a:pt x="7660" y="21399"/>
                  <a:pt x="7599" y="21429"/>
                </a:cubicBezTo>
                <a:cubicBezTo>
                  <a:pt x="7751" y="21247"/>
                  <a:pt x="8085" y="20973"/>
                  <a:pt x="8420" y="20639"/>
                </a:cubicBezTo>
                <a:cubicBezTo>
                  <a:pt x="8633" y="20791"/>
                  <a:pt x="8207" y="20943"/>
                  <a:pt x="8541" y="20943"/>
                </a:cubicBezTo>
                <a:cubicBezTo>
                  <a:pt x="8876" y="20973"/>
                  <a:pt x="8906" y="20730"/>
                  <a:pt x="8997" y="20700"/>
                </a:cubicBezTo>
                <a:cubicBezTo>
                  <a:pt x="9240" y="20609"/>
                  <a:pt x="8724" y="20943"/>
                  <a:pt x="8693" y="21156"/>
                </a:cubicBezTo>
                <a:cubicBezTo>
                  <a:pt x="9058" y="20973"/>
                  <a:pt x="9392" y="20913"/>
                  <a:pt x="9757" y="20730"/>
                </a:cubicBezTo>
                <a:cubicBezTo>
                  <a:pt x="9666" y="20366"/>
                  <a:pt x="9696" y="19970"/>
                  <a:pt x="9909" y="19666"/>
                </a:cubicBezTo>
                <a:cubicBezTo>
                  <a:pt x="10092" y="19545"/>
                  <a:pt x="10304" y="19423"/>
                  <a:pt x="10456" y="19636"/>
                </a:cubicBezTo>
                <a:cubicBezTo>
                  <a:pt x="10639" y="19150"/>
                  <a:pt x="11186" y="19059"/>
                  <a:pt x="11794" y="18451"/>
                </a:cubicBezTo>
                <a:cubicBezTo>
                  <a:pt x="11915" y="18481"/>
                  <a:pt x="12006" y="18542"/>
                  <a:pt x="12067" y="18633"/>
                </a:cubicBezTo>
                <a:cubicBezTo>
                  <a:pt x="12250" y="18542"/>
                  <a:pt x="12128" y="18451"/>
                  <a:pt x="12067" y="18329"/>
                </a:cubicBezTo>
                <a:cubicBezTo>
                  <a:pt x="12462" y="18055"/>
                  <a:pt x="12827" y="17751"/>
                  <a:pt x="13161" y="17417"/>
                </a:cubicBezTo>
                <a:cubicBezTo>
                  <a:pt x="13769" y="16870"/>
                  <a:pt x="14499" y="16505"/>
                  <a:pt x="15076" y="16080"/>
                </a:cubicBezTo>
                <a:cubicBezTo>
                  <a:pt x="15320" y="15867"/>
                  <a:pt x="15441" y="15533"/>
                  <a:pt x="15745" y="15593"/>
                </a:cubicBezTo>
                <a:cubicBezTo>
                  <a:pt x="15806" y="15472"/>
                  <a:pt x="15745" y="15381"/>
                  <a:pt x="15836" y="15289"/>
                </a:cubicBezTo>
                <a:cubicBezTo>
                  <a:pt x="16019" y="15137"/>
                  <a:pt x="16171" y="15168"/>
                  <a:pt x="16353" y="15168"/>
                </a:cubicBezTo>
                <a:cubicBezTo>
                  <a:pt x="16657" y="14438"/>
                  <a:pt x="17599" y="14013"/>
                  <a:pt x="18450" y="13162"/>
                </a:cubicBezTo>
                <a:cubicBezTo>
                  <a:pt x="18754" y="13162"/>
                  <a:pt x="18450" y="13344"/>
                  <a:pt x="18663" y="13526"/>
                </a:cubicBezTo>
                <a:cubicBezTo>
                  <a:pt x="18967" y="13223"/>
                  <a:pt x="18572" y="12919"/>
                  <a:pt x="19089" y="12584"/>
                </a:cubicBezTo>
                <a:cubicBezTo>
                  <a:pt x="19119" y="12767"/>
                  <a:pt x="19028" y="12919"/>
                  <a:pt x="19271" y="13101"/>
                </a:cubicBezTo>
                <a:cubicBezTo>
                  <a:pt x="19545" y="12919"/>
                  <a:pt x="19301" y="12584"/>
                  <a:pt x="19697" y="12584"/>
                </a:cubicBezTo>
                <a:cubicBezTo>
                  <a:pt x="19757" y="12736"/>
                  <a:pt x="19423" y="12919"/>
                  <a:pt x="19514" y="13101"/>
                </a:cubicBezTo>
                <a:cubicBezTo>
                  <a:pt x="19818" y="13101"/>
                  <a:pt x="19697" y="12554"/>
                  <a:pt x="20122" y="12341"/>
                </a:cubicBezTo>
                <a:cubicBezTo>
                  <a:pt x="20274" y="12463"/>
                  <a:pt x="20183" y="12615"/>
                  <a:pt x="20001" y="12767"/>
                </a:cubicBezTo>
                <a:cubicBezTo>
                  <a:pt x="20304" y="12858"/>
                  <a:pt x="20152" y="12432"/>
                  <a:pt x="20365" y="12341"/>
                </a:cubicBezTo>
                <a:cubicBezTo>
                  <a:pt x="20487" y="12432"/>
                  <a:pt x="20700" y="12068"/>
                  <a:pt x="20821" y="12128"/>
                </a:cubicBezTo>
                <a:cubicBezTo>
                  <a:pt x="20943" y="11855"/>
                  <a:pt x="20943" y="11338"/>
                  <a:pt x="21216" y="11247"/>
                </a:cubicBezTo>
                <a:cubicBezTo>
                  <a:pt x="21216" y="11399"/>
                  <a:pt x="21338" y="11551"/>
                  <a:pt x="21338" y="11703"/>
                </a:cubicBezTo>
                <a:cubicBezTo>
                  <a:pt x="21216" y="11824"/>
                  <a:pt x="21125" y="11764"/>
                  <a:pt x="21004" y="11885"/>
                </a:cubicBezTo>
                <a:cubicBezTo>
                  <a:pt x="21216" y="12219"/>
                  <a:pt x="21551" y="11703"/>
                  <a:pt x="21672" y="11490"/>
                </a:cubicBezTo>
                <a:cubicBezTo>
                  <a:pt x="21855" y="11672"/>
                  <a:pt x="21672" y="11824"/>
                  <a:pt x="21855" y="12007"/>
                </a:cubicBezTo>
                <a:cubicBezTo>
                  <a:pt x="21915" y="11824"/>
                  <a:pt x="21885" y="11672"/>
                  <a:pt x="21946" y="11490"/>
                </a:cubicBezTo>
                <a:cubicBezTo>
                  <a:pt x="22159" y="11247"/>
                  <a:pt x="22311" y="11429"/>
                  <a:pt x="22493" y="11429"/>
                </a:cubicBezTo>
                <a:cubicBezTo>
                  <a:pt x="22189" y="11764"/>
                  <a:pt x="21611" y="12675"/>
                  <a:pt x="21034" y="12615"/>
                </a:cubicBezTo>
                <a:cubicBezTo>
                  <a:pt x="20912" y="12797"/>
                  <a:pt x="21216" y="12645"/>
                  <a:pt x="21125" y="12888"/>
                </a:cubicBezTo>
                <a:cubicBezTo>
                  <a:pt x="20791" y="13131"/>
                  <a:pt x="20456" y="13587"/>
                  <a:pt x="20152" y="13648"/>
                </a:cubicBezTo>
                <a:cubicBezTo>
                  <a:pt x="20092" y="13709"/>
                  <a:pt x="20152" y="13770"/>
                  <a:pt x="20183" y="13830"/>
                </a:cubicBezTo>
                <a:cubicBezTo>
                  <a:pt x="19818" y="14195"/>
                  <a:pt x="19332" y="14256"/>
                  <a:pt x="19271" y="14773"/>
                </a:cubicBezTo>
                <a:cubicBezTo>
                  <a:pt x="18906" y="14773"/>
                  <a:pt x="18329" y="15533"/>
                  <a:pt x="18146" y="15897"/>
                </a:cubicBezTo>
                <a:cubicBezTo>
                  <a:pt x="17903" y="15837"/>
                  <a:pt x="17599" y="16110"/>
                  <a:pt x="17356" y="16292"/>
                </a:cubicBezTo>
                <a:cubicBezTo>
                  <a:pt x="17538" y="16536"/>
                  <a:pt x="17812" y="16232"/>
                  <a:pt x="18025" y="16201"/>
                </a:cubicBezTo>
                <a:cubicBezTo>
                  <a:pt x="18177" y="16536"/>
                  <a:pt x="17873" y="16323"/>
                  <a:pt x="17690" y="16536"/>
                </a:cubicBezTo>
                <a:cubicBezTo>
                  <a:pt x="17538" y="16657"/>
                  <a:pt x="17842" y="16779"/>
                  <a:pt x="17903" y="16900"/>
                </a:cubicBezTo>
                <a:cubicBezTo>
                  <a:pt x="18207" y="16688"/>
                  <a:pt x="18390" y="16292"/>
                  <a:pt x="18390" y="15897"/>
                </a:cubicBezTo>
                <a:cubicBezTo>
                  <a:pt x="19301" y="15168"/>
                  <a:pt x="19727" y="14621"/>
                  <a:pt x="20456" y="14134"/>
                </a:cubicBezTo>
                <a:cubicBezTo>
                  <a:pt x="20365" y="14378"/>
                  <a:pt x="20608" y="14590"/>
                  <a:pt x="20426" y="14834"/>
                </a:cubicBezTo>
                <a:cubicBezTo>
                  <a:pt x="20578" y="14955"/>
                  <a:pt x="20821" y="14499"/>
                  <a:pt x="20973" y="14590"/>
                </a:cubicBezTo>
                <a:cubicBezTo>
                  <a:pt x="20882" y="14438"/>
                  <a:pt x="20791" y="14408"/>
                  <a:pt x="20669" y="14530"/>
                </a:cubicBezTo>
                <a:cubicBezTo>
                  <a:pt x="20517" y="14317"/>
                  <a:pt x="20912" y="14104"/>
                  <a:pt x="21125" y="13891"/>
                </a:cubicBezTo>
                <a:cubicBezTo>
                  <a:pt x="21216" y="13982"/>
                  <a:pt x="21277" y="14165"/>
                  <a:pt x="21399" y="14074"/>
                </a:cubicBezTo>
                <a:cubicBezTo>
                  <a:pt x="21703" y="13922"/>
                  <a:pt x="21156" y="13739"/>
                  <a:pt x="21581" y="13587"/>
                </a:cubicBezTo>
                <a:cubicBezTo>
                  <a:pt x="21642" y="13891"/>
                  <a:pt x="21581" y="13830"/>
                  <a:pt x="21946" y="13830"/>
                </a:cubicBezTo>
                <a:cubicBezTo>
                  <a:pt x="22007" y="13678"/>
                  <a:pt x="21855" y="13648"/>
                  <a:pt x="21763" y="13770"/>
                </a:cubicBezTo>
                <a:cubicBezTo>
                  <a:pt x="21672" y="13648"/>
                  <a:pt x="21946" y="13557"/>
                  <a:pt x="21855" y="13466"/>
                </a:cubicBezTo>
                <a:cubicBezTo>
                  <a:pt x="22098" y="13405"/>
                  <a:pt x="22341" y="13314"/>
                  <a:pt x="22402" y="13648"/>
                </a:cubicBezTo>
                <a:cubicBezTo>
                  <a:pt x="22706" y="13405"/>
                  <a:pt x="22493" y="13192"/>
                  <a:pt x="22919" y="12949"/>
                </a:cubicBezTo>
                <a:cubicBezTo>
                  <a:pt x="23192" y="12706"/>
                  <a:pt x="23374" y="13040"/>
                  <a:pt x="23618" y="12767"/>
                </a:cubicBezTo>
                <a:cubicBezTo>
                  <a:pt x="23739" y="12523"/>
                  <a:pt x="23891" y="12250"/>
                  <a:pt x="23587" y="12159"/>
                </a:cubicBezTo>
                <a:cubicBezTo>
                  <a:pt x="23982" y="11824"/>
                  <a:pt x="24074" y="11520"/>
                  <a:pt x="23891" y="11338"/>
                </a:cubicBezTo>
                <a:cubicBezTo>
                  <a:pt x="24043" y="11125"/>
                  <a:pt x="24165" y="11277"/>
                  <a:pt x="24286" y="11095"/>
                </a:cubicBezTo>
                <a:cubicBezTo>
                  <a:pt x="24438" y="11216"/>
                  <a:pt x="24286" y="11308"/>
                  <a:pt x="24195" y="11399"/>
                </a:cubicBezTo>
                <a:cubicBezTo>
                  <a:pt x="24347" y="11581"/>
                  <a:pt x="24560" y="11490"/>
                  <a:pt x="24742" y="11490"/>
                </a:cubicBezTo>
                <a:cubicBezTo>
                  <a:pt x="24925" y="11125"/>
                  <a:pt x="24864" y="11186"/>
                  <a:pt x="25229" y="11064"/>
                </a:cubicBezTo>
                <a:cubicBezTo>
                  <a:pt x="25502" y="11186"/>
                  <a:pt x="25046" y="11308"/>
                  <a:pt x="25320" y="11429"/>
                </a:cubicBezTo>
                <a:cubicBezTo>
                  <a:pt x="25441" y="11581"/>
                  <a:pt x="25472" y="11247"/>
                  <a:pt x="25350" y="11186"/>
                </a:cubicBezTo>
                <a:cubicBezTo>
                  <a:pt x="25593" y="11004"/>
                  <a:pt x="25624" y="10791"/>
                  <a:pt x="25958" y="10578"/>
                </a:cubicBezTo>
                <a:cubicBezTo>
                  <a:pt x="25897" y="10457"/>
                  <a:pt x="25776" y="10365"/>
                  <a:pt x="25624" y="10335"/>
                </a:cubicBezTo>
                <a:cubicBezTo>
                  <a:pt x="25593" y="10487"/>
                  <a:pt x="25350" y="10639"/>
                  <a:pt x="25168" y="10821"/>
                </a:cubicBezTo>
                <a:cubicBezTo>
                  <a:pt x="24955" y="10457"/>
                  <a:pt x="24590" y="10912"/>
                  <a:pt x="24377" y="10609"/>
                </a:cubicBezTo>
                <a:cubicBezTo>
                  <a:pt x="25259" y="9970"/>
                  <a:pt x="26627" y="8602"/>
                  <a:pt x="27539" y="8177"/>
                </a:cubicBezTo>
                <a:cubicBezTo>
                  <a:pt x="27751" y="8481"/>
                  <a:pt x="27417" y="8390"/>
                  <a:pt x="27295" y="8481"/>
                </a:cubicBezTo>
                <a:cubicBezTo>
                  <a:pt x="26627" y="8937"/>
                  <a:pt x="25715" y="9757"/>
                  <a:pt x="25046" y="10244"/>
                </a:cubicBezTo>
                <a:cubicBezTo>
                  <a:pt x="25350" y="10213"/>
                  <a:pt x="25715" y="9879"/>
                  <a:pt x="25988" y="10031"/>
                </a:cubicBezTo>
                <a:cubicBezTo>
                  <a:pt x="26262" y="9879"/>
                  <a:pt x="25867" y="9697"/>
                  <a:pt x="26201" y="9545"/>
                </a:cubicBezTo>
                <a:cubicBezTo>
                  <a:pt x="26323" y="9362"/>
                  <a:pt x="26384" y="9575"/>
                  <a:pt x="26505" y="9484"/>
                </a:cubicBezTo>
                <a:cubicBezTo>
                  <a:pt x="26779" y="9453"/>
                  <a:pt x="26627" y="9210"/>
                  <a:pt x="26627" y="9180"/>
                </a:cubicBezTo>
                <a:cubicBezTo>
                  <a:pt x="26657" y="9150"/>
                  <a:pt x="26779" y="9180"/>
                  <a:pt x="26840" y="9119"/>
                </a:cubicBezTo>
                <a:cubicBezTo>
                  <a:pt x="26900" y="9089"/>
                  <a:pt x="26900" y="8967"/>
                  <a:pt x="26931" y="8937"/>
                </a:cubicBezTo>
                <a:cubicBezTo>
                  <a:pt x="27265" y="8694"/>
                  <a:pt x="27660" y="8633"/>
                  <a:pt x="27903" y="8177"/>
                </a:cubicBezTo>
                <a:cubicBezTo>
                  <a:pt x="28025" y="8055"/>
                  <a:pt x="28086" y="8146"/>
                  <a:pt x="28147" y="8207"/>
                </a:cubicBezTo>
                <a:cubicBezTo>
                  <a:pt x="28359" y="7994"/>
                  <a:pt x="27995" y="8116"/>
                  <a:pt x="27964" y="7934"/>
                </a:cubicBezTo>
                <a:cubicBezTo>
                  <a:pt x="28147" y="7782"/>
                  <a:pt x="28268" y="7934"/>
                  <a:pt x="28420" y="7903"/>
                </a:cubicBezTo>
                <a:cubicBezTo>
                  <a:pt x="28603" y="7812"/>
                  <a:pt x="28268" y="7660"/>
                  <a:pt x="28238" y="7539"/>
                </a:cubicBezTo>
                <a:cubicBezTo>
                  <a:pt x="28785" y="7052"/>
                  <a:pt x="29332" y="6596"/>
                  <a:pt x="29879" y="6201"/>
                </a:cubicBezTo>
                <a:cubicBezTo>
                  <a:pt x="29970" y="6140"/>
                  <a:pt x="30092" y="6232"/>
                  <a:pt x="30153" y="6232"/>
                </a:cubicBezTo>
                <a:cubicBezTo>
                  <a:pt x="30183" y="6201"/>
                  <a:pt x="30457" y="5928"/>
                  <a:pt x="30609" y="5836"/>
                </a:cubicBezTo>
                <a:cubicBezTo>
                  <a:pt x="30730" y="5745"/>
                  <a:pt x="31065" y="5654"/>
                  <a:pt x="31065" y="5472"/>
                </a:cubicBezTo>
                <a:cubicBezTo>
                  <a:pt x="31186" y="5472"/>
                  <a:pt x="31338" y="5350"/>
                  <a:pt x="31399" y="5472"/>
                </a:cubicBezTo>
                <a:cubicBezTo>
                  <a:pt x="31733" y="4985"/>
                  <a:pt x="32858" y="4742"/>
                  <a:pt x="33496" y="4286"/>
                </a:cubicBezTo>
                <a:cubicBezTo>
                  <a:pt x="33648" y="4499"/>
                  <a:pt x="33314" y="4529"/>
                  <a:pt x="33314" y="4681"/>
                </a:cubicBezTo>
                <a:cubicBezTo>
                  <a:pt x="33010" y="4742"/>
                  <a:pt x="32706" y="4894"/>
                  <a:pt x="32432" y="5107"/>
                </a:cubicBezTo>
                <a:cubicBezTo>
                  <a:pt x="32280" y="5228"/>
                  <a:pt x="32524" y="5441"/>
                  <a:pt x="32189" y="5502"/>
                </a:cubicBezTo>
                <a:cubicBezTo>
                  <a:pt x="32584" y="5593"/>
                  <a:pt x="32645" y="5107"/>
                  <a:pt x="32919" y="4955"/>
                </a:cubicBezTo>
                <a:cubicBezTo>
                  <a:pt x="33071" y="5077"/>
                  <a:pt x="33496" y="4681"/>
                  <a:pt x="33587" y="5016"/>
                </a:cubicBezTo>
                <a:cubicBezTo>
                  <a:pt x="33679" y="4864"/>
                  <a:pt x="33344" y="4742"/>
                  <a:pt x="33587" y="4499"/>
                </a:cubicBezTo>
                <a:cubicBezTo>
                  <a:pt x="33800" y="4347"/>
                  <a:pt x="33861" y="4499"/>
                  <a:pt x="34074" y="4408"/>
                </a:cubicBezTo>
                <a:cubicBezTo>
                  <a:pt x="34074" y="4134"/>
                  <a:pt x="33800" y="4347"/>
                  <a:pt x="33648" y="4408"/>
                </a:cubicBezTo>
                <a:cubicBezTo>
                  <a:pt x="33709" y="4165"/>
                  <a:pt x="34195" y="3952"/>
                  <a:pt x="34499" y="3800"/>
                </a:cubicBezTo>
                <a:cubicBezTo>
                  <a:pt x="34742" y="3709"/>
                  <a:pt x="34986" y="3618"/>
                  <a:pt x="35259" y="3587"/>
                </a:cubicBezTo>
                <a:cubicBezTo>
                  <a:pt x="35350" y="3587"/>
                  <a:pt x="35472" y="3618"/>
                  <a:pt x="35563" y="3648"/>
                </a:cubicBezTo>
                <a:cubicBezTo>
                  <a:pt x="35685" y="3618"/>
                  <a:pt x="35685" y="3466"/>
                  <a:pt x="35715" y="3435"/>
                </a:cubicBezTo>
                <a:cubicBezTo>
                  <a:pt x="35928" y="3344"/>
                  <a:pt x="36141" y="3526"/>
                  <a:pt x="36293" y="3222"/>
                </a:cubicBezTo>
                <a:cubicBezTo>
                  <a:pt x="36445" y="3162"/>
                  <a:pt x="36505" y="3253"/>
                  <a:pt x="36536" y="3344"/>
                </a:cubicBezTo>
                <a:cubicBezTo>
                  <a:pt x="36809" y="3314"/>
                  <a:pt x="36779" y="3101"/>
                  <a:pt x="37083" y="3070"/>
                </a:cubicBezTo>
                <a:cubicBezTo>
                  <a:pt x="37083" y="3222"/>
                  <a:pt x="36961" y="3283"/>
                  <a:pt x="36718" y="3314"/>
                </a:cubicBezTo>
                <a:cubicBezTo>
                  <a:pt x="36809" y="3466"/>
                  <a:pt x="37022" y="3435"/>
                  <a:pt x="37144" y="3557"/>
                </a:cubicBezTo>
                <a:cubicBezTo>
                  <a:pt x="37356" y="3496"/>
                  <a:pt x="37600" y="3405"/>
                  <a:pt x="37478" y="3162"/>
                </a:cubicBezTo>
                <a:cubicBezTo>
                  <a:pt x="37569" y="3192"/>
                  <a:pt x="38116" y="3314"/>
                  <a:pt x="37964" y="3010"/>
                </a:cubicBezTo>
                <a:cubicBezTo>
                  <a:pt x="37843" y="2827"/>
                  <a:pt x="37600" y="3162"/>
                  <a:pt x="37265" y="3101"/>
                </a:cubicBezTo>
                <a:cubicBezTo>
                  <a:pt x="37356" y="2979"/>
                  <a:pt x="37569" y="2918"/>
                  <a:pt x="37752" y="2858"/>
                </a:cubicBezTo>
                <a:cubicBezTo>
                  <a:pt x="37660" y="2614"/>
                  <a:pt x="37204" y="2797"/>
                  <a:pt x="37083" y="2554"/>
                </a:cubicBezTo>
                <a:cubicBezTo>
                  <a:pt x="36840" y="2736"/>
                  <a:pt x="36505" y="2736"/>
                  <a:pt x="36232" y="2554"/>
                </a:cubicBezTo>
                <a:cubicBezTo>
                  <a:pt x="36232" y="2371"/>
                  <a:pt x="36749" y="2797"/>
                  <a:pt x="36749" y="2371"/>
                </a:cubicBezTo>
                <a:cubicBezTo>
                  <a:pt x="36688" y="2280"/>
                  <a:pt x="36505" y="2341"/>
                  <a:pt x="36536" y="2432"/>
                </a:cubicBezTo>
                <a:cubicBezTo>
                  <a:pt x="36141" y="2310"/>
                  <a:pt x="36901" y="1794"/>
                  <a:pt x="36110" y="2007"/>
                </a:cubicBezTo>
                <a:cubicBezTo>
                  <a:pt x="36110" y="1611"/>
                  <a:pt x="36992" y="2007"/>
                  <a:pt x="37022" y="1581"/>
                </a:cubicBezTo>
                <a:cubicBezTo>
                  <a:pt x="36627" y="1581"/>
                  <a:pt x="36353" y="1429"/>
                  <a:pt x="35806" y="1581"/>
                </a:cubicBezTo>
                <a:cubicBezTo>
                  <a:pt x="35502" y="1703"/>
                  <a:pt x="35989" y="1733"/>
                  <a:pt x="35897" y="1976"/>
                </a:cubicBezTo>
                <a:cubicBezTo>
                  <a:pt x="35624" y="1946"/>
                  <a:pt x="35563" y="1703"/>
                  <a:pt x="35350" y="1581"/>
                </a:cubicBezTo>
                <a:cubicBezTo>
                  <a:pt x="35107" y="1703"/>
                  <a:pt x="34955" y="1885"/>
                  <a:pt x="34712" y="1763"/>
                </a:cubicBezTo>
                <a:cubicBezTo>
                  <a:pt x="35016" y="1247"/>
                  <a:pt x="35806" y="1368"/>
                  <a:pt x="36505" y="1095"/>
                </a:cubicBezTo>
                <a:cubicBezTo>
                  <a:pt x="36475" y="1247"/>
                  <a:pt x="36171" y="1247"/>
                  <a:pt x="36353" y="1490"/>
                </a:cubicBezTo>
                <a:cubicBezTo>
                  <a:pt x="36779" y="1490"/>
                  <a:pt x="36475" y="1095"/>
                  <a:pt x="36961" y="1095"/>
                </a:cubicBezTo>
                <a:cubicBezTo>
                  <a:pt x="36992" y="1003"/>
                  <a:pt x="36901" y="943"/>
                  <a:pt x="36840" y="943"/>
                </a:cubicBezTo>
                <a:cubicBezTo>
                  <a:pt x="37174" y="700"/>
                  <a:pt x="37600" y="578"/>
                  <a:pt x="37630" y="152"/>
                </a:cubicBezTo>
                <a:cubicBezTo>
                  <a:pt x="37995" y="61"/>
                  <a:pt x="38025" y="244"/>
                  <a:pt x="38238" y="274"/>
                </a:cubicBezTo>
                <a:cubicBezTo>
                  <a:pt x="38724" y="274"/>
                  <a:pt x="38907" y="92"/>
                  <a:pt x="39363" y="92"/>
                </a:cubicBezTo>
                <a:cubicBezTo>
                  <a:pt x="39393" y="274"/>
                  <a:pt x="39271" y="365"/>
                  <a:pt x="39028" y="365"/>
                </a:cubicBezTo>
                <a:cubicBezTo>
                  <a:pt x="39393" y="730"/>
                  <a:pt x="40244" y="304"/>
                  <a:pt x="40274" y="821"/>
                </a:cubicBezTo>
                <a:cubicBezTo>
                  <a:pt x="40730" y="700"/>
                  <a:pt x="40274" y="365"/>
                  <a:pt x="40062" y="244"/>
                </a:cubicBezTo>
                <a:cubicBezTo>
                  <a:pt x="40031" y="61"/>
                  <a:pt x="40457" y="213"/>
                  <a:pt x="40609" y="152"/>
                </a:cubicBezTo>
                <a:cubicBezTo>
                  <a:pt x="40274" y="426"/>
                  <a:pt x="40791" y="517"/>
                  <a:pt x="40822" y="730"/>
                </a:cubicBezTo>
                <a:cubicBezTo>
                  <a:pt x="41369" y="639"/>
                  <a:pt x="41612" y="244"/>
                  <a:pt x="42402" y="335"/>
                </a:cubicBezTo>
                <a:cubicBezTo>
                  <a:pt x="42706" y="304"/>
                  <a:pt x="42585" y="517"/>
                  <a:pt x="42706" y="608"/>
                </a:cubicBezTo>
                <a:cubicBezTo>
                  <a:pt x="42797" y="608"/>
                  <a:pt x="42828" y="548"/>
                  <a:pt x="42919" y="548"/>
                </a:cubicBezTo>
                <a:cubicBezTo>
                  <a:pt x="43162" y="487"/>
                  <a:pt x="42645" y="304"/>
                  <a:pt x="43071" y="244"/>
                </a:cubicBezTo>
                <a:cubicBezTo>
                  <a:pt x="43314" y="244"/>
                  <a:pt x="43284" y="396"/>
                  <a:pt x="43253" y="517"/>
                </a:cubicBezTo>
                <a:cubicBezTo>
                  <a:pt x="43648" y="396"/>
                  <a:pt x="44013" y="365"/>
                  <a:pt x="44408" y="426"/>
                </a:cubicBezTo>
                <a:cubicBezTo>
                  <a:pt x="44682" y="517"/>
                  <a:pt x="44651" y="760"/>
                  <a:pt x="45138" y="730"/>
                </a:cubicBezTo>
                <a:cubicBezTo>
                  <a:pt x="45138" y="639"/>
                  <a:pt x="44955" y="639"/>
                  <a:pt x="44834" y="578"/>
                </a:cubicBezTo>
                <a:cubicBezTo>
                  <a:pt x="45199" y="396"/>
                  <a:pt x="46323" y="943"/>
                  <a:pt x="46962" y="912"/>
                </a:cubicBezTo>
                <a:cubicBezTo>
                  <a:pt x="47174" y="1034"/>
                  <a:pt x="46931" y="1338"/>
                  <a:pt x="47265" y="1429"/>
                </a:cubicBezTo>
                <a:cubicBezTo>
                  <a:pt x="47448" y="1429"/>
                  <a:pt x="47265" y="1307"/>
                  <a:pt x="47326" y="1186"/>
                </a:cubicBezTo>
                <a:cubicBezTo>
                  <a:pt x="47873" y="1368"/>
                  <a:pt x="48420" y="1520"/>
                  <a:pt x="48998" y="1611"/>
                </a:cubicBezTo>
                <a:cubicBezTo>
                  <a:pt x="48907" y="1855"/>
                  <a:pt x="48998" y="2007"/>
                  <a:pt x="49363" y="2098"/>
                </a:cubicBezTo>
                <a:cubicBezTo>
                  <a:pt x="49332" y="2007"/>
                  <a:pt x="49180" y="1946"/>
                  <a:pt x="49241" y="1794"/>
                </a:cubicBezTo>
                <a:cubicBezTo>
                  <a:pt x="49484" y="1763"/>
                  <a:pt x="49363" y="2007"/>
                  <a:pt x="49393" y="2007"/>
                </a:cubicBezTo>
                <a:cubicBezTo>
                  <a:pt x="49576" y="2159"/>
                  <a:pt x="49910" y="1976"/>
                  <a:pt x="50062" y="2280"/>
                </a:cubicBezTo>
                <a:cubicBezTo>
                  <a:pt x="49636" y="2432"/>
                  <a:pt x="49393" y="2098"/>
                  <a:pt x="48846" y="2007"/>
                </a:cubicBezTo>
                <a:cubicBezTo>
                  <a:pt x="48603" y="1946"/>
                  <a:pt x="48572" y="2219"/>
                  <a:pt x="48269" y="2067"/>
                </a:cubicBezTo>
                <a:cubicBezTo>
                  <a:pt x="48664" y="1885"/>
                  <a:pt x="47569" y="1763"/>
                  <a:pt x="47448" y="1551"/>
                </a:cubicBezTo>
                <a:lnTo>
                  <a:pt x="47083" y="1703"/>
                </a:lnTo>
                <a:cubicBezTo>
                  <a:pt x="46840" y="1581"/>
                  <a:pt x="46901" y="1338"/>
                  <a:pt x="46779" y="1125"/>
                </a:cubicBezTo>
                <a:cubicBezTo>
                  <a:pt x="46414" y="1277"/>
                  <a:pt x="46475" y="852"/>
                  <a:pt x="45989" y="821"/>
                </a:cubicBezTo>
                <a:cubicBezTo>
                  <a:pt x="45715" y="1277"/>
                  <a:pt x="46536" y="1307"/>
                  <a:pt x="46110" y="1642"/>
                </a:cubicBezTo>
                <a:cubicBezTo>
                  <a:pt x="45898" y="1429"/>
                  <a:pt x="45654" y="1216"/>
                  <a:pt x="45746" y="882"/>
                </a:cubicBezTo>
                <a:cubicBezTo>
                  <a:pt x="45320" y="700"/>
                  <a:pt x="45229" y="1003"/>
                  <a:pt x="45472" y="1155"/>
                </a:cubicBezTo>
                <a:cubicBezTo>
                  <a:pt x="45381" y="1277"/>
                  <a:pt x="45199" y="1155"/>
                  <a:pt x="45290" y="1034"/>
                </a:cubicBezTo>
                <a:cubicBezTo>
                  <a:pt x="45016" y="1003"/>
                  <a:pt x="44773" y="882"/>
                  <a:pt x="44560" y="730"/>
                </a:cubicBezTo>
                <a:cubicBezTo>
                  <a:pt x="44378" y="639"/>
                  <a:pt x="44347" y="1064"/>
                  <a:pt x="44621" y="973"/>
                </a:cubicBezTo>
                <a:cubicBezTo>
                  <a:pt x="44439" y="1216"/>
                  <a:pt x="44195" y="730"/>
                  <a:pt x="43983" y="943"/>
                </a:cubicBezTo>
                <a:cubicBezTo>
                  <a:pt x="43922" y="1095"/>
                  <a:pt x="44044" y="1125"/>
                  <a:pt x="44044" y="1216"/>
                </a:cubicBezTo>
                <a:cubicBezTo>
                  <a:pt x="44226" y="1155"/>
                  <a:pt x="44712" y="1368"/>
                  <a:pt x="44712" y="1095"/>
                </a:cubicBezTo>
                <a:cubicBezTo>
                  <a:pt x="45138" y="1095"/>
                  <a:pt x="44986" y="1399"/>
                  <a:pt x="45411" y="1399"/>
                </a:cubicBezTo>
                <a:cubicBezTo>
                  <a:pt x="45442" y="1581"/>
                  <a:pt x="45199" y="1459"/>
                  <a:pt x="45168" y="1581"/>
                </a:cubicBezTo>
                <a:cubicBezTo>
                  <a:pt x="45168" y="1794"/>
                  <a:pt x="45351" y="1551"/>
                  <a:pt x="45381" y="1551"/>
                </a:cubicBezTo>
                <a:cubicBezTo>
                  <a:pt x="45503" y="1581"/>
                  <a:pt x="45503" y="1763"/>
                  <a:pt x="45654" y="1763"/>
                </a:cubicBezTo>
                <a:cubicBezTo>
                  <a:pt x="45806" y="1794"/>
                  <a:pt x="45958" y="1672"/>
                  <a:pt x="46202" y="1733"/>
                </a:cubicBezTo>
                <a:cubicBezTo>
                  <a:pt x="46323" y="1733"/>
                  <a:pt x="46323" y="1581"/>
                  <a:pt x="46384" y="1459"/>
                </a:cubicBezTo>
                <a:cubicBezTo>
                  <a:pt x="46810" y="1520"/>
                  <a:pt x="46779" y="1794"/>
                  <a:pt x="46992" y="1946"/>
                </a:cubicBezTo>
                <a:cubicBezTo>
                  <a:pt x="47296" y="2067"/>
                  <a:pt x="47357" y="1824"/>
                  <a:pt x="47509" y="1763"/>
                </a:cubicBezTo>
                <a:cubicBezTo>
                  <a:pt x="47691" y="1946"/>
                  <a:pt x="47721" y="2189"/>
                  <a:pt x="47843" y="2371"/>
                </a:cubicBezTo>
                <a:cubicBezTo>
                  <a:pt x="48117" y="2128"/>
                  <a:pt x="48755" y="2310"/>
                  <a:pt x="49241" y="2432"/>
                </a:cubicBezTo>
                <a:cubicBezTo>
                  <a:pt x="49059" y="2675"/>
                  <a:pt x="49576" y="2675"/>
                  <a:pt x="49758" y="2797"/>
                </a:cubicBezTo>
                <a:cubicBezTo>
                  <a:pt x="50062" y="2858"/>
                  <a:pt x="50123" y="2462"/>
                  <a:pt x="50548" y="2736"/>
                </a:cubicBezTo>
                <a:cubicBezTo>
                  <a:pt x="50457" y="2797"/>
                  <a:pt x="50335" y="2797"/>
                  <a:pt x="50214" y="2797"/>
                </a:cubicBezTo>
                <a:cubicBezTo>
                  <a:pt x="50153" y="2979"/>
                  <a:pt x="50609" y="2979"/>
                  <a:pt x="50670" y="2979"/>
                </a:cubicBezTo>
                <a:cubicBezTo>
                  <a:pt x="50639" y="2888"/>
                  <a:pt x="50639" y="2766"/>
                  <a:pt x="50579" y="2675"/>
                </a:cubicBezTo>
                <a:cubicBezTo>
                  <a:pt x="50427" y="2341"/>
                  <a:pt x="50153" y="2402"/>
                  <a:pt x="50427" y="2250"/>
                </a:cubicBezTo>
                <a:lnTo>
                  <a:pt x="49545" y="1915"/>
                </a:lnTo>
                <a:cubicBezTo>
                  <a:pt x="49819" y="1733"/>
                  <a:pt x="50153" y="2128"/>
                  <a:pt x="50639" y="2250"/>
                </a:cubicBezTo>
                <a:cubicBezTo>
                  <a:pt x="51187" y="2402"/>
                  <a:pt x="51673" y="2645"/>
                  <a:pt x="52159" y="2888"/>
                </a:cubicBezTo>
                <a:cubicBezTo>
                  <a:pt x="52007" y="3101"/>
                  <a:pt x="52129" y="3222"/>
                  <a:pt x="52068" y="3405"/>
                </a:cubicBezTo>
                <a:cubicBezTo>
                  <a:pt x="52494" y="3709"/>
                  <a:pt x="52767" y="3678"/>
                  <a:pt x="53132" y="3982"/>
                </a:cubicBezTo>
                <a:cubicBezTo>
                  <a:pt x="53010" y="4134"/>
                  <a:pt x="52797" y="4195"/>
                  <a:pt x="52615" y="4104"/>
                </a:cubicBezTo>
                <a:cubicBezTo>
                  <a:pt x="52767" y="4469"/>
                  <a:pt x="53132" y="4043"/>
                  <a:pt x="53405" y="4104"/>
                </a:cubicBezTo>
                <a:cubicBezTo>
                  <a:pt x="53740" y="4225"/>
                  <a:pt x="53497" y="4499"/>
                  <a:pt x="53801" y="4590"/>
                </a:cubicBezTo>
                <a:cubicBezTo>
                  <a:pt x="53983" y="4681"/>
                  <a:pt x="53953" y="4286"/>
                  <a:pt x="53649" y="4256"/>
                </a:cubicBezTo>
                <a:cubicBezTo>
                  <a:pt x="54044" y="3982"/>
                  <a:pt x="53922" y="4529"/>
                  <a:pt x="54104" y="4651"/>
                </a:cubicBezTo>
                <a:cubicBezTo>
                  <a:pt x="54530" y="4773"/>
                  <a:pt x="54348" y="4469"/>
                  <a:pt x="54621" y="4377"/>
                </a:cubicBezTo>
                <a:cubicBezTo>
                  <a:pt x="54956" y="4590"/>
                  <a:pt x="54348" y="4621"/>
                  <a:pt x="54682" y="4864"/>
                </a:cubicBezTo>
                <a:cubicBezTo>
                  <a:pt x="54834" y="4712"/>
                  <a:pt x="55168" y="5046"/>
                  <a:pt x="55229" y="4681"/>
                </a:cubicBezTo>
                <a:cubicBezTo>
                  <a:pt x="55442" y="4955"/>
                  <a:pt x="56019" y="5046"/>
                  <a:pt x="55685" y="5137"/>
                </a:cubicBezTo>
                <a:cubicBezTo>
                  <a:pt x="55928" y="5228"/>
                  <a:pt x="56323" y="5624"/>
                  <a:pt x="56506" y="5502"/>
                </a:cubicBezTo>
                <a:cubicBezTo>
                  <a:pt x="56627" y="5654"/>
                  <a:pt x="56445" y="5654"/>
                  <a:pt x="56384" y="5715"/>
                </a:cubicBezTo>
                <a:cubicBezTo>
                  <a:pt x="56627" y="5958"/>
                  <a:pt x="56627" y="5563"/>
                  <a:pt x="56810" y="5593"/>
                </a:cubicBezTo>
                <a:cubicBezTo>
                  <a:pt x="56779" y="5928"/>
                  <a:pt x="57114" y="5593"/>
                  <a:pt x="57478" y="5988"/>
                </a:cubicBezTo>
                <a:cubicBezTo>
                  <a:pt x="57357" y="6110"/>
                  <a:pt x="57174" y="6110"/>
                  <a:pt x="57022" y="6201"/>
                </a:cubicBezTo>
                <a:cubicBezTo>
                  <a:pt x="55472" y="5168"/>
                  <a:pt x="54621" y="5137"/>
                  <a:pt x="53101" y="4438"/>
                </a:cubicBezTo>
                <a:cubicBezTo>
                  <a:pt x="52980" y="4408"/>
                  <a:pt x="53041" y="4560"/>
                  <a:pt x="53101" y="4651"/>
                </a:cubicBezTo>
                <a:cubicBezTo>
                  <a:pt x="52797" y="4560"/>
                  <a:pt x="52463" y="4469"/>
                  <a:pt x="52159" y="4347"/>
                </a:cubicBezTo>
                <a:cubicBezTo>
                  <a:pt x="52068" y="4317"/>
                  <a:pt x="52068" y="4134"/>
                  <a:pt x="51946" y="4073"/>
                </a:cubicBezTo>
                <a:cubicBezTo>
                  <a:pt x="51825" y="4013"/>
                  <a:pt x="51703" y="4043"/>
                  <a:pt x="51734" y="4073"/>
                </a:cubicBezTo>
                <a:cubicBezTo>
                  <a:pt x="51612" y="3982"/>
                  <a:pt x="51946" y="3921"/>
                  <a:pt x="51430" y="3769"/>
                </a:cubicBezTo>
                <a:cubicBezTo>
                  <a:pt x="51825" y="3374"/>
                  <a:pt x="52129" y="3921"/>
                  <a:pt x="52463" y="3952"/>
                </a:cubicBezTo>
                <a:cubicBezTo>
                  <a:pt x="52098" y="3435"/>
                  <a:pt x="51582" y="3010"/>
                  <a:pt x="50974" y="2766"/>
                </a:cubicBezTo>
                <a:cubicBezTo>
                  <a:pt x="51065" y="2736"/>
                  <a:pt x="51126" y="2675"/>
                  <a:pt x="51187" y="2584"/>
                </a:cubicBezTo>
                <a:cubicBezTo>
                  <a:pt x="50761" y="2493"/>
                  <a:pt x="50791" y="2858"/>
                  <a:pt x="50822" y="3162"/>
                </a:cubicBezTo>
                <a:cubicBezTo>
                  <a:pt x="51187" y="3405"/>
                  <a:pt x="51247" y="3010"/>
                  <a:pt x="51582" y="3192"/>
                </a:cubicBezTo>
                <a:cubicBezTo>
                  <a:pt x="51369" y="3526"/>
                  <a:pt x="50883" y="3709"/>
                  <a:pt x="51430" y="4043"/>
                </a:cubicBezTo>
                <a:cubicBezTo>
                  <a:pt x="50670" y="3709"/>
                  <a:pt x="49515" y="3648"/>
                  <a:pt x="48694" y="3040"/>
                </a:cubicBezTo>
                <a:cubicBezTo>
                  <a:pt x="48329" y="3162"/>
                  <a:pt x="47661" y="2858"/>
                  <a:pt x="47113" y="2706"/>
                </a:cubicBezTo>
                <a:cubicBezTo>
                  <a:pt x="46901" y="2675"/>
                  <a:pt x="46931" y="2979"/>
                  <a:pt x="46627" y="2827"/>
                </a:cubicBezTo>
                <a:cubicBezTo>
                  <a:pt x="46536" y="2645"/>
                  <a:pt x="46475" y="2432"/>
                  <a:pt x="46506" y="2189"/>
                </a:cubicBezTo>
                <a:cubicBezTo>
                  <a:pt x="45989" y="2159"/>
                  <a:pt x="46110" y="2098"/>
                  <a:pt x="45472" y="2037"/>
                </a:cubicBezTo>
                <a:cubicBezTo>
                  <a:pt x="45411" y="2189"/>
                  <a:pt x="45503" y="2250"/>
                  <a:pt x="45503" y="2371"/>
                </a:cubicBezTo>
                <a:cubicBezTo>
                  <a:pt x="45715" y="2250"/>
                  <a:pt x="46080" y="2371"/>
                  <a:pt x="46262" y="2219"/>
                </a:cubicBezTo>
                <a:cubicBezTo>
                  <a:pt x="46718" y="2888"/>
                  <a:pt x="45685" y="2797"/>
                  <a:pt x="45229" y="2554"/>
                </a:cubicBezTo>
                <a:cubicBezTo>
                  <a:pt x="45290" y="2523"/>
                  <a:pt x="45320" y="2462"/>
                  <a:pt x="45381" y="2432"/>
                </a:cubicBezTo>
                <a:cubicBezTo>
                  <a:pt x="45320" y="2432"/>
                  <a:pt x="44773" y="2310"/>
                  <a:pt x="44834" y="2493"/>
                </a:cubicBezTo>
                <a:cubicBezTo>
                  <a:pt x="43922" y="2280"/>
                  <a:pt x="43010" y="2219"/>
                  <a:pt x="42098" y="2250"/>
                </a:cubicBezTo>
                <a:cubicBezTo>
                  <a:pt x="41460" y="2310"/>
                  <a:pt x="40791" y="2098"/>
                  <a:pt x="40244" y="2189"/>
                </a:cubicBezTo>
                <a:cubicBezTo>
                  <a:pt x="39970" y="2219"/>
                  <a:pt x="39667" y="2402"/>
                  <a:pt x="39332" y="2432"/>
                </a:cubicBezTo>
                <a:cubicBezTo>
                  <a:pt x="38937" y="2493"/>
                  <a:pt x="38542" y="2523"/>
                  <a:pt x="38329" y="2766"/>
                </a:cubicBezTo>
                <a:cubicBezTo>
                  <a:pt x="38420" y="3040"/>
                  <a:pt x="38937" y="2888"/>
                  <a:pt x="38967" y="3222"/>
                </a:cubicBezTo>
                <a:cubicBezTo>
                  <a:pt x="39393" y="3010"/>
                  <a:pt x="40122" y="3070"/>
                  <a:pt x="40244" y="3405"/>
                </a:cubicBezTo>
                <a:cubicBezTo>
                  <a:pt x="40396" y="3101"/>
                  <a:pt x="40700" y="2918"/>
                  <a:pt x="41034" y="2918"/>
                </a:cubicBezTo>
                <a:cubicBezTo>
                  <a:pt x="41126" y="2706"/>
                  <a:pt x="40913" y="2706"/>
                  <a:pt x="40943" y="2523"/>
                </a:cubicBezTo>
                <a:cubicBezTo>
                  <a:pt x="41581" y="2462"/>
                  <a:pt x="41247" y="2979"/>
                  <a:pt x="41126" y="3192"/>
                </a:cubicBezTo>
                <a:cubicBezTo>
                  <a:pt x="41217" y="3253"/>
                  <a:pt x="41612" y="3192"/>
                  <a:pt x="41885" y="3314"/>
                </a:cubicBezTo>
                <a:cubicBezTo>
                  <a:pt x="42068" y="3314"/>
                  <a:pt x="41764" y="2979"/>
                  <a:pt x="42007" y="2918"/>
                </a:cubicBezTo>
                <a:cubicBezTo>
                  <a:pt x="41977" y="2736"/>
                  <a:pt x="41521" y="3162"/>
                  <a:pt x="41338" y="2858"/>
                </a:cubicBezTo>
                <a:cubicBezTo>
                  <a:pt x="41429" y="2766"/>
                  <a:pt x="41612" y="2706"/>
                  <a:pt x="41642" y="2554"/>
                </a:cubicBezTo>
                <a:cubicBezTo>
                  <a:pt x="42372" y="2675"/>
                  <a:pt x="43253" y="2645"/>
                  <a:pt x="44317" y="2888"/>
                </a:cubicBezTo>
                <a:cubicBezTo>
                  <a:pt x="44621" y="3101"/>
                  <a:pt x="43709" y="2736"/>
                  <a:pt x="43800" y="3040"/>
                </a:cubicBezTo>
                <a:cubicBezTo>
                  <a:pt x="43770" y="3253"/>
                  <a:pt x="44104" y="3253"/>
                  <a:pt x="44347" y="3314"/>
                </a:cubicBezTo>
                <a:cubicBezTo>
                  <a:pt x="44591" y="3374"/>
                  <a:pt x="44469" y="3010"/>
                  <a:pt x="44773" y="3162"/>
                </a:cubicBezTo>
                <a:cubicBezTo>
                  <a:pt x="44499" y="3344"/>
                  <a:pt x="44834" y="3496"/>
                  <a:pt x="45016" y="3435"/>
                </a:cubicBezTo>
                <a:cubicBezTo>
                  <a:pt x="45259" y="3405"/>
                  <a:pt x="45107" y="3070"/>
                  <a:pt x="45229" y="3405"/>
                </a:cubicBezTo>
                <a:cubicBezTo>
                  <a:pt x="45320" y="3678"/>
                  <a:pt x="45594" y="3830"/>
                  <a:pt x="45837" y="3739"/>
                </a:cubicBezTo>
                <a:cubicBezTo>
                  <a:pt x="45806" y="3557"/>
                  <a:pt x="45472" y="3496"/>
                  <a:pt x="45563" y="3253"/>
                </a:cubicBezTo>
                <a:cubicBezTo>
                  <a:pt x="45867" y="3283"/>
                  <a:pt x="45776" y="3526"/>
                  <a:pt x="45989" y="3587"/>
                </a:cubicBezTo>
                <a:cubicBezTo>
                  <a:pt x="46080" y="3587"/>
                  <a:pt x="46110" y="3557"/>
                  <a:pt x="46202" y="3557"/>
                </a:cubicBezTo>
                <a:cubicBezTo>
                  <a:pt x="46323" y="3374"/>
                  <a:pt x="46050" y="3374"/>
                  <a:pt x="45989" y="3253"/>
                </a:cubicBezTo>
                <a:cubicBezTo>
                  <a:pt x="45928" y="3070"/>
                  <a:pt x="46262" y="3253"/>
                  <a:pt x="46293" y="3253"/>
                </a:cubicBezTo>
                <a:cubicBezTo>
                  <a:pt x="46506" y="3253"/>
                  <a:pt x="46536" y="3192"/>
                  <a:pt x="46718" y="3192"/>
                </a:cubicBezTo>
                <a:cubicBezTo>
                  <a:pt x="47144" y="3253"/>
                  <a:pt x="47691" y="3557"/>
                  <a:pt x="48238" y="3678"/>
                </a:cubicBezTo>
                <a:cubicBezTo>
                  <a:pt x="47934" y="3800"/>
                  <a:pt x="47843" y="3618"/>
                  <a:pt x="47448" y="3526"/>
                </a:cubicBezTo>
                <a:cubicBezTo>
                  <a:pt x="47387" y="3709"/>
                  <a:pt x="47721" y="3769"/>
                  <a:pt x="47965" y="3861"/>
                </a:cubicBezTo>
                <a:cubicBezTo>
                  <a:pt x="47904" y="4073"/>
                  <a:pt x="48086" y="4195"/>
                  <a:pt x="48208" y="4347"/>
                </a:cubicBezTo>
                <a:cubicBezTo>
                  <a:pt x="48542" y="4317"/>
                  <a:pt x="48025" y="4073"/>
                  <a:pt x="48269" y="3861"/>
                </a:cubicBezTo>
                <a:cubicBezTo>
                  <a:pt x="48816" y="3982"/>
                  <a:pt x="48481" y="4469"/>
                  <a:pt x="48694" y="4712"/>
                </a:cubicBezTo>
                <a:cubicBezTo>
                  <a:pt x="48968" y="4833"/>
                  <a:pt x="49211" y="4985"/>
                  <a:pt x="49454" y="5168"/>
                </a:cubicBezTo>
                <a:cubicBezTo>
                  <a:pt x="49606" y="5228"/>
                  <a:pt x="49606" y="4925"/>
                  <a:pt x="49758" y="4925"/>
                </a:cubicBezTo>
                <a:cubicBezTo>
                  <a:pt x="50244" y="5077"/>
                  <a:pt x="49971" y="5441"/>
                  <a:pt x="50548" y="5532"/>
                </a:cubicBezTo>
                <a:cubicBezTo>
                  <a:pt x="50335" y="5867"/>
                  <a:pt x="50731" y="5988"/>
                  <a:pt x="50487" y="6323"/>
                </a:cubicBezTo>
                <a:cubicBezTo>
                  <a:pt x="50275" y="5988"/>
                  <a:pt x="49849" y="6140"/>
                  <a:pt x="49636" y="6232"/>
                </a:cubicBezTo>
                <a:cubicBezTo>
                  <a:pt x="49606" y="6353"/>
                  <a:pt x="49819" y="6384"/>
                  <a:pt x="49940" y="6444"/>
                </a:cubicBezTo>
                <a:cubicBezTo>
                  <a:pt x="49819" y="6505"/>
                  <a:pt x="49758" y="6596"/>
                  <a:pt x="49728" y="6718"/>
                </a:cubicBezTo>
                <a:cubicBezTo>
                  <a:pt x="49515" y="6657"/>
                  <a:pt x="49484" y="6535"/>
                  <a:pt x="49545" y="6384"/>
                </a:cubicBezTo>
                <a:cubicBezTo>
                  <a:pt x="49454" y="6292"/>
                  <a:pt x="49241" y="6596"/>
                  <a:pt x="49272" y="6353"/>
                </a:cubicBezTo>
                <a:cubicBezTo>
                  <a:pt x="49211" y="6171"/>
                  <a:pt x="49272" y="6140"/>
                  <a:pt x="49515" y="6262"/>
                </a:cubicBezTo>
                <a:cubicBezTo>
                  <a:pt x="49424" y="6080"/>
                  <a:pt x="49576" y="5836"/>
                  <a:pt x="49788" y="5836"/>
                </a:cubicBezTo>
                <a:cubicBezTo>
                  <a:pt x="49758" y="5563"/>
                  <a:pt x="49424" y="5836"/>
                  <a:pt x="49241" y="5715"/>
                </a:cubicBezTo>
                <a:cubicBezTo>
                  <a:pt x="49272" y="5532"/>
                  <a:pt x="49211" y="5380"/>
                  <a:pt x="49363" y="5137"/>
                </a:cubicBezTo>
                <a:cubicBezTo>
                  <a:pt x="49089" y="5046"/>
                  <a:pt x="49120" y="5502"/>
                  <a:pt x="48846" y="5380"/>
                </a:cubicBezTo>
                <a:cubicBezTo>
                  <a:pt x="48755" y="5593"/>
                  <a:pt x="49180" y="5593"/>
                  <a:pt x="48998" y="5806"/>
                </a:cubicBezTo>
                <a:cubicBezTo>
                  <a:pt x="48876" y="5715"/>
                  <a:pt x="48512" y="5715"/>
                  <a:pt x="48572" y="5563"/>
                </a:cubicBezTo>
                <a:cubicBezTo>
                  <a:pt x="48390" y="5593"/>
                  <a:pt x="48269" y="5745"/>
                  <a:pt x="47965" y="5593"/>
                </a:cubicBezTo>
                <a:cubicBezTo>
                  <a:pt x="48208" y="5380"/>
                  <a:pt x="48269" y="5137"/>
                  <a:pt x="47752" y="5077"/>
                </a:cubicBezTo>
                <a:cubicBezTo>
                  <a:pt x="47569" y="4833"/>
                  <a:pt x="48086" y="4955"/>
                  <a:pt x="47904" y="4712"/>
                </a:cubicBezTo>
                <a:cubicBezTo>
                  <a:pt x="47752" y="4742"/>
                  <a:pt x="47661" y="4864"/>
                  <a:pt x="47387" y="4712"/>
                </a:cubicBezTo>
                <a:cubicBezTo>
                  <a:pt x="47478" y="4590"/>
                  <a:pt x="47357" y="4529"/>
                  <a:pt x="47265" y="4499"/>
                </a:cubicBezTo>
                <a:cubicBezTo>
                  <a:pt x="47387" y="4317"/>
                  <a:pt x="47600" y="4073"/>
                  <a:pt x="47448" y="3861"/>
                </a:cubicBezTo>
                <a:cubicBezTo>
                  <a:pt x="47265" y="3861"/>
                  <a:pt x="47235" y="4134"/>
                  <a:pt x="46931" y="3952"/>
                </a:cubicBezTo>
                <a:cubicBezTo>
                  <a:pt x="46901" y="3587"/>
                  <a:pt x="47265" y="3891"/>
                  <a:pt x="47265" y="3526"/>
                </a:cubicBezTo>
                <a:cubicBezTo>
                  <a:pt x="46901" y="3314"/>
                  <a:pt x="46931" y="3678"/>
                  <a:pt x="46779" y="3739"/>
                </a:cubicBezTo>
                <a:cubicBezTo>
                  <a:pt x="46597" y="3648"/>
                  <a:pt x="46870" y="3374"/>
                  <a:pt x="46475" y="3405"/>
                </a:cubicBezTo>
                <a:cubicBezTo>
                  <a:pt x="46384" y="3466"/>
                  <a:pt x="46354" y="3678"/>
                  <a:pt x="46080" y="3709"/>
                </a:cubicBezTo>
                <a:cubicBezTo>
                  <a:pt x="46110" y="3921"/>
                  <a:pt x="46384" y="3557"/>
                  <a:pt x="46688" y="3769"/>
                </a:cubicBezTo>
                <a:cubicBezTo>
                  <a:pt x="46475" y="3952"/>
                  <a:pt x="46840" y="3982"/>
                  <a:pt x="46901" y="4104"/>
                </a:cubicBezTo>
                <a:cubicBezTo>
                  <a:pt x="46931" y="4225"/>
                  <a:pt x="46810" y="4286"/>
                  <a:pt x="46810" y="4347"/>
                </a:cubicBezTo>
                <a:cubicBezTo>
                  <a:pt x="46810" y="4408"/>
                  <a:pt x="47022" y="4499"/>
                  <a:pt x="46931" y="4621"/>
                </a:cubicBezTo>
                <a:cubicBezTo>
                  <a:pt x="46779" y="4681"/>
                  <a:pt x="46597" y="4651"/>
                  <a:pt x="46445" y="4560"/>
                </a:cubicBezTo>
                <a:cubicBezTo>
                  <a:pt x="46506" y="4469"/>
                  <a:pt x="46658" y="4499"/>
                  <a:pt x="46688" y="4377"/>
                </a:cubicBezTo>
                <a:cubicBezTo>
                  <a:pt x="46536" y="4317"/>
                  <a:pt x="46354" y="4317"/>
                  <a:pt x="46202" y="4408"/>
                </a:cubicBezTo>
                <a:cubicBezTo>
                  <a:pt x="46141" y="4803"/>
                  <a:pt x="46566" y="4833"/>
                  <a:pt x="46962" y="4894"/>
                </a:cubicBezTo>
                <a:cubicBezTo>
                  <a:pt x="46962" y="5168"/>
                  <a:pt x="46718" y="4985"/>
                  <a:pt x="46566" y="4955"/>
                </a:cubicBezTo>
                <a:cubicBezTo>
                  <a:pt x="46658" y="5198"/>
                  <a:pt x="46688" y="5380"/>
                  <a:pt x="46384" y="5502"/>
                </a:cubicBezTo>
                <a:cubicBezTo>
                  <a:pt x="46384" y="5593"/>
                  <a:pt x="46536" y="5593"/>
                  <a:pt x="46506" y="5715"/>
                </a:cubicBezTo>
                <a:cubicBezTo>
                  <a:pt x="46749" y="5745"/>
                  <a:pt x="46901" y="5502"/>
                  <a:pt x="47053" y="5806"/>
                </a:cubicBezTo>
                <a:cubicBezTo>
                  <a:pt x="46870" y="6140"/>
                  <a:pt x="46232" y="5715"/>
                  <a:pt x="45685" y="5654"/>
                </a:cubicBezTo>
                <a:cubicBezTo>
                  <a:pt x="45381" y="5593"/>
                  <a:pt x="45138" y="5654"/>
                  <a:pt x="44864" y="5532"/>
                </a:cubicBezTo>
                <a:cubicBezTo>
                  <a:pt x="44864" y="5472"/>
                  <a:pt x="45168" y="5472"/>
                  <a:pt x="45259" y="5532"/>
                </a:cubicBezTo>
                <a:cubicBezTo>
                  <a:pt x="45016" y="5289"/>
                  <a:pt x="44955" y="5532"/>
                  <a:pt x="44712" y="5472"/>
                </a:cubicBezTo>
                <a:cubicBezTo>
                  <a:pt x="44591" y="5441"/>
                  <a:pt x="44499" y="5259"/>
                  <a:pt x="44499" y="5259"/>
                </a:cubicBezTo>
                <a:cubicBezTo>
                  <a:pt x="44317" y="5259"/>
                  <a:pt x="44165" y="5411"/>
                  <a:pt x="43983" y="5411"/>
                </a:cubicBezTo>
                <a:cubicBezTo>
                  <a:pt x="43831" y="5411"/>
                  <a:pt x="43800" y="5289"/>
                  <a:pt x="43648" y="5259"/>
                </a:cubicBezTo>
                <a:cubicBezTo>
                  <a:pt x="43375" y="5198"/>
                  <a:pt x="42949" y="5380"/>
                  <a:pt x="42767" y="5137"/>
                </a:cubicBezTo>
                <a:cubicBezTo>
                  <a:pt x="42888" y="4742"/>
                  <a:pt x="43284" y="4590"/>
                  <a:pt x="43740" y="4864"/>
                </a:cubicBezTo>
                <a:cubicBezTo>
                  <a:pt x="43740" y="4560"/>
                  <a:pt x="43344" y="4560"/>
                  <a:pt x="43040" y="4499"/>
                </a:cubicBezTo>
                <a:cubicBezTo>
                  <a:pt x="42767" y="4529"/>
                  <a:pt x="42919" y="4621"/>
                  <a:pt x="42919" y="4833"/>
                </a:cubicBezTo>
                <a:cubicBezTo>
                  <a:pt x="42737" y="4773"/>
                  <a:pt x="42615" y="4803"/>
                  <a:pt x="42615" y="4955"/>
                </a:cubicBezTo>
                <a:cubicBezTo>
                  <a:pt x="42463" y="4955"/>
                  <a:pt x="42189" y="4803"/>
                  <a:pt x="42250" y="5077"/>
                </a:cubicBezTo>
                <a:cubicBezTo>
                  <a:pt x="42250" y="5228"/>
                  <a:pt x="42585" y="4985"/>
                  <a:pt x="42676" y="5198"/>
                </a:cubicBezTo>
                <a:cubicBezTo>
                  <a:pt x="42250" y="5350"/>
                  <a:pt x="41764" y="5107"/>
                  <a:pt x="41247" y="5168"/>
                </a:cubicBezTo>
                <a:cubicBezTo>
                  <a:pt x="41156" y="5168"/>
                  <a:pt x="41034" y="5289"/>
                  <a:pt x="40882" y="5320"/>
                </a:cubicBezTo>
                <a:lnTo>
                  <a:pt x="39606" y="5411"/>
                </a:lnTo>
                <a:cubicBezTo>
                  <a:pt x="38937" y="5472"/>
                  <a:pt x="38238" y="5593"/>
                  <a:pt x="37782" y="5593"/>
                </a:cubicBezTo>
                <a:cubicBezTo>
                  <a:pt x="37782" y="5593"/>
                  <a:pt x="37782" y="5441"/>
                  <a:pt x="37752" y="5441"/>
                </a:cubicBezTo>
                <a:cubicBezTo>
                  <a:pt x="37660" y="5350"/>
                  <a:pt x="37569" y="5624"/>
                  <a:pt x="37448" y="5563"/>
                </a:cubicBezTo>
                <a:cubicBezTo>
                  <a:pt x="37508" y="5016"/>
                  <a:pt x="37296" y="5745"/>
                  <a:pt x="36840" y="5684"/>
                </a:cubicBezTo>
                <a:cubicBezTo>
                  <a:pt x="36749" y="5715"/>
                  <a:pt x="36809" y="5836"/>
                  <a:pt x="36809" y="5928"/>
                </a:cubicBezTo>
                <a:cubicBezTo>
                  <a:pt x="36475" y="6019"/>
                  <a:pt x="36049" y="6232"/>
                  <a:pt x="35867" y="6019"/>
                </a:cubicBezTo>
                <a:cubicBezTo>
                  <a:pt x="35594" y="6080"/>
                  <a:pt x="35745" y="6323"/>
                  <a:pt x="35411" y="6323"/>
                </a:cubicBezTo>
                <a:cubicBezTo>
                  <a:pt x="35259" y="6080"/>
                  <a:pt x="35320" y="5958"/>
                  <a:pt x="35654" y="5928"/>
                </a:cubicBezTo>
                <a:cubicBezTo>
                  <a:pt x="35563" y="5684"/>
                  <a:pt x="35290" y="5745"/>
                  <a:pt x="35046" y="5836"/>
                </a:cubicBezTo>
                <a:cubicBezTo>
                  <a:pt x="35077" y="6110"/>
                  <a:pt x="35229" y="6110"/>
                  <a:pt x="35290" y="6292"/>
                </a:cubicBezTo>
                <a:cubicBezTo>
                  <a:pt x="33405" y="7143"/>
                  <a:pt x="31581" y="8238"/>
                  <a:pt x="29940" y="9484"/>
                </a:cubicBezTo>
                <a:cubicBezTo>
                  <a:pt x="28177" y="10760"/>
                  <a:pt x="26475" y="12098"/>
                  <a:pt x="24833" y="13526"/>
                </a:cubicBezTo>
                <a:cubicBezTo>
                  <a:pt x="24286" y="13982"/>
                  <a:pt x="23891" y="14408"/>
                  <a:pt x="23314" y="14864"/>
                </a:cubicBezTo>
                <a:cubicBezTo>
                  <a:pt x="23192" y="14955"/>
                  <a:pt x="23253" y="15046"/>
                  <a:pt x="23162" y="15107"/>
                </a:cubicBezTo>
                <a:cubicBezTo>
                  <a:pt x="22888" y="15320"/>
                  <a:pt x="22402" y="15685"/>
                  <a:pt x="21976" y="16049"/>
                </a:cubicBezTo>
                <a:cubicBezTo>
                  <a:pt x="21763" y="16262"/>
                  <a:pt x="21611" y="16536"/>
                  <a:pt x="21338" y="16748"/>
                </a:cubicBezTo>
                <a:cubicBezTo>
                  <a:pt x="20669" y="17265"/>
                  <a:pt x="20031" y="17812"/>
                  <a:pt x="19453" y="18451"/>
                </a:cubicBezTo>
                <a:cubicBezTo>
                  <a:pt x="19149" y="18755"/>
                  <a:pt x="18906" y="19332"/>
                  <a:pt x="18268" y="19514"/>
                </a:cubicBezTo>
                <a:cubicBezTo>
                  <a:pt x="18055" y="19879"/>
                  <a:pt x="17721" y="20153"/>
                  <a:pt x="17326" y="20305"/>
                </a:cubicBezTo>
                <a:cubicBezTo>
                  <a:pt x="17447" y="20335"/>
                  <a:pt x="17569" y="20244"/>
                  <a:pt x="17630" y="20366"/>
                </a:cubicBezTo>
                <a:cubicBezTo>
                  <a:pt x="17022" y="20761"/>
                  <a:pt x="16748" y="21217"/>
                  <a:pt x="16049" y="21733"/>
                </a:cubicBezTo>
                <a:cubicBezTo>
                  <a:pt x="16019" y="21642"/>
                  <a:pt x="16110" y="21551"/>
                  <a:pt x="16049" y="21429"/>
                </a:cubicBezTo>
                <a:cubicBezTo>
                  <a:pt x="15715" y="21612"/>
                  <a:pt x="16049" y="21825"/>
                  <a:pt x="15927" y="22007"/>
                </a:cubicBezTo>
                <a:cubicBezTo>
                  <a:pt x="15745" y="22128"/>
                  <a:pt x="15654" y="21764"/>
                  <a:pt x="15654" y="21673"/>
                </a:cubicBezTo>
                <a:cubicBezTo>
                  <a:pt x="15472" y="21885"/>
                  <a:pt x="15472" y="22098"/>
                  <a:pt x="15289" y="22280"/>
                </a:cubicBezTo>
                <a:cubicBezTo>
                  <a:pt x="14985" y="22402"/>
                  <a:pt x="14924" y="22615"/>
                  <a:pt x="14651" y="22858"/>
                </a:cubicBezTo>
                <a:cubicBezTo>
                  <a:pt x="14499" y="22949"/>
                  <a:pt x="14317" y="22980"/>
                  <a:pt x="14225" y="23071"/>
                </a:cubicBezTo>
                <a:cubicBezTo>
                  <a:pt x="14043" y="23253"/>
                  <a:pt x="13891" y="23679"/>
                  <a:pt x="13435" y="23922"/>
                </a:cubicBezTo>
                <a:cubicBezTo>
                  <a:pt x="13313" y="23983"/>
                  <a:pt x="13131" y="23952"/>
                  <a:pt x="13101" y="23952"/>
                </a:cubicBezTo>
                <a:cubicBezTo>
                  <a:pt x="12949" y="24043"/>
                  <a:pt x="13101" y="24347"/>
                  <a:pt x="12736" y="24256"/>
                </a:cubicBezTo>
                <a:cubicBezTo>
                  <a:pt x="12523" y="24499"/>
                  <a:pt x="12067" y="25138"/>
                  <a:pt x="11794" y="25442"/>
                </a:cubicBezTo>
                <a:cubicBezTo>
                  <a:pt x="11702" y="25502"/>
                  <a:pt x="11581" y="25563"/>
                  <a:pt x="11459" y="25594"/>
                </a:cubicBezTo>
                <a:cubicBezTo>
                  <a:pt x="11338" y="25685"/>
                  <a:pt x="11399" y="25776"/>
                  <a:pt x="11247" y="25898"/>
                </a:cubicBezTo>
                <a:cubicBezTo>
                  <a:pt x="11125" y="25989"/>
                  <a:pt x="11003" y="25898"/>
                  <a:pt x="10943" y="25958"/>
                </a:cubicBezTo>
                <a:cubicBezTo>
                  <a:pt x="10851" y="25989"/>
                  <a:pt x="10882" y="26110"/>
                  <a:pt x="10791" y="26171"/>
                </a:cubicBezTo>
                <a:cubicBezTo>
                  <a:pt x="10426" y="26414"/>
                  <a:pt x="10092" y="26718"/>
                  <a:pt x="9818" y="27022"/>
                </a:cubicBezTo>
                <a:cubicBezTo>
                  <a:pt x="9727" y="27174"/>
                  <a:pt x="9757" y="27326"/>
                  <a:pt x="9636" y="27448"/>
                </a:cubicBezTo>
                <a:cubicBezTo>
                  <a:pt x="9544" y="27478"/>
                  <a:pt x="9453" y="27478"/>
                  <a:pt x="9362" y="27539"/>
                </a:cubicBezTo>
                <a:cubicBezTo>
                  <a:pt x="9362" y="27782"/>
                  <a:pt x="9088" y="27995"/>
                  <a:pt x="8967" y="28177"/>
                </a:cubicBezTo>
                <a:cubicBezTo>
                  <a:pt x="8845" y="28360"/>
                  <a:pt x="8876" y="28572"/>
                  <a:pt x="8785" y="28724"/>
                </a:cubicBezTo>
                <a:cubicBezTo>
                  <a:pt x="8693" y="28907"/>
                  <a:pt x="8633" y="28816"/>
                  <a:pt x="8572" y="28937"/>
                </a:cubicBezTo>
                <a:cubicBezTo>
                  <a:pt x="8329" y="29454"/>
                  <a:pt x="8116" y="30214"/>
                  <a:pt x="7873" y="30761"/>
                </a:cubicBezTo>
                <a:cubicBezTo>
                  <a:pt x="7842" y="30913"/>
                  <a:pt x="7751" y="30882"/>
                  <a:pt x="7721" y="30974"/>
                </a:cubicBezTo>
                <a:cubicBezTo>
                  <a:pt x="7660" y="31460"/>
                  <a:pt x="7538" y="31946"/>
                  <a:pt x="7417" y="32402"/>
                </a:cubicBezTo>
                <a:cubicBezTo>
                  <a:pt x="7356" y="32585"/>
                  <a:pt x="7295" y="32524"/>
                  <a:pt x="7204" y="32615"/>
                </a:cubicBezTo>
                <a:cubicBezTo>
                  <a:pt x="7204" y="33101"/>
                  <a:pt x="7143" y="33557"/>
                  <a:pt x="7052" y="34013"/>
                </a:cubicBezTo>
                <a:cubicBezTo>
                  <a:pt x="6961" y="34074"/>
                  <a:pt x="6930" y="34196"/>
                  <a:pt x="6778" y="34135"/>
                </a:cubicBezTo>
                <a:cubicBezTo>
                  <a:pt x="6778" y="34256"/>
                  <a:pt x="6900" y="34256"/>
                  <a:pt x="7022" y="34287"/>
                </a:cubicBezTo>
                <a:cubicBezTo>
                  <a:pt x="6900" y="34834"/>
                  <a:pt x="7265" y="35290"/>
                  <a:pt x="6839" y="35655"/>
                </a:cubicBezTo>
                <a:cubicBezTo>
                  <a:pt x="6809" y="35898"/>
                  <a:pt x="6809" y="36141"/>
                  <a:pt x="6839" y="36354"/>
                </a:cubicBezTo>
                <a:cubicBezTo>
                  <a:pt x="6718" y="36445"/>
                  <a:pt x="6657" y="36597"/>
                  <a:pt x="6414" y="36506"/>
                </a:cubicBezTo>
                <a:cubicBezTo>
                  <a:pt x="6414" y="36901"/>
                  <a:pt x="6596" y="36627"/>
                  <a:pt x="6718" y="36810"/>
                </a:cubicBezTo>
                <a:cubicBezTo>
                  <a:pt x="6778" y="37205"/>
                  <a:pt x="6505" y="37205"/>
                  <a:pt x="6535" y="37569"/>
                </a:cubicBezTo>
                <a:cubicBezTo>
                  <a:pt x="6535" y="37752"/>
                  <a:pt x="6809" y="37630"/>
                  <a:pt x="6839" y="37752"/>
                </a:cubicBezTo>
                <a:cubicBezTo>
                  <a:pt x="6657" y="38208"/>
                  <a:pt x="6930" y="38816"/>
                  <a:pt x="6870" y="39424"/>
                </a:cubicBezTo>
                <a:cubicBezTo>
                  <a:pt x="6870" y="39636"/>
                  <a:pt x="6748" y="39849"/>
                  <a:pt x="6748" y="40062"/>
                </a:cubicBezTo>
                <a:cubicBezTo>
                  <a:pt x="6778" y="40609"/>
                  <a:pt x="7204" y="41551"/>
                  <a:pt x="6839" y="41946"/>
                </a:cubicBezTo>
                <a:cubicBezTo>
                  <a:pt x="6930" y="42007"/>
                  <a:pt x="7022" y="42068"/>
                  <a:pt x="7113" y="42068"/>
                </a:cubicBezTo>
                <a:cubicBezTo>
                  <a:pt x="7022" y="42706"/>
                  <a:pt x="7508" y="42949"/>
                  <a:pt x="7386" y="43649"/>
                </a:cubicBezTo>
                <a:cubicBezTo>
                  <a:pt x="7781" y="43709"/>
                  <a:pt x="7599" y="43953"/>
                  <a:pt x="7781" y="44287"/>
                </a:cubicBezTo>
                <a:cubicBezTo>
                  <a:pt x="7873" y="44287"/>
                  <a:pt x="7994" y="44105"/>
                  <a:pt x="7964" y="44074"/>
                </a:cubicBezTo>
                <a:cubicBezTo>
                  <a:pt x="7964" y="43983"/>
                  <a:pt x="7781" y="43953"/>
                  <a:pt x="7751" y="43861"/>
                </a:cubicBezTo>
                <a:cubicBezTo>
                  <a:pt x="7751" y="43740"/>
                  <a:pt x="7842" y="43649"/>
                  <a:pt x="7812" y="43557"/>
                </a:cubicBezTo>
                <a:cubicBezTo>
                  <a:pt x="7751" y="43466"/>
                  <a:pt x="7599" y="43375"/>
                  <a:pt x="7569" y="43253"/>
                </a:cubicBezTo>
                <a:cubicBezTo>
                  <a:pt x="7569" y="43071"/>
                  <a:pt x="7569" y="42889"/>
                  <a:pt x="7569" y="42737"/>
                </a:cubicBezTo>
                <a:cubicBezTo>
                  <a:pt x="7477" y="42433"/>
                  <a:pt x="7417" y="42159"/>
                  <a:pt x="7417" y="41855"/>
                </a:cubicBezTo>
                <a:cubicBezTo>
                  <a:pt x="7477" y="41764"/>
                  <a:pt x="7508" y="41673"/>
                  <a:pt x="7569" y="41582"/>
                </a:cubicBezTo>
                <a:cubicBezTo>
                  <a:pt x="7508" y="41369"/>
                  <a:pt x="7447" y="41187"/>
                  <a:pt x="7417" y="40974"/>
                </a:cubicBezTo>
                <a:cubicBezTo>
                  <a:pt x="7417" y="40700"/>
                  <a:pt x="7356" y="40639"/>
                  <a:pt x="7356" y="40275"/>
                </a:cubicBezTo>
                <a:cubicBezTo>
                  <a:pt x="7295" y="39971"/>
                  <a:pt x="7356" y="39545"/>
                  <a:pt x="7295" y="39089"/>
                </a:cubicBezTo>
                <a:cubicBezTo>
                  <a:pt x="7417" y="39059"/>
                  <a:pt x="7417" y="39150"/>
                  <a:pt x="7538" y="39150"/>
                </a:cubicBezTo>
                <a:cubicBezTo>
                  <a:pt x="7538" y="38876"/>
                  <a:pt x="7477" y="38573"/>
                  <a:pt x="7781" y="38633"/>
                </a:cubicBezTo>
                <a:cubicBezTo>
                  <a:pt x="7751" y="38542"/>
                  <a:pt x="7629" y="38573"/>
                  <a:pt x="7508" y="38542"/>
                </a:cubicBezTo>
                <a:cubicBezTo>
                  <a:pt x="7326" y="38542"/>
                  <a:pt x="7477" y="38846"/>
                  <a:pt x="7447" y="38968"/>
                </a:cubicBezTo>
                <a:cubicBezTo>
                  <a:pt x="7143" y="38724"/>
                  <a:pt x="7174" y="38117"/>
                  <a:pt x="7356" y="37691"/>
                </a:cubicBezTo>
                <a:cubicBezTo>
                  <a:pt x="7477" y="37478"/>
                  <a:pt x="7052" y="37417"/>
                  <a:pt x="7295" y="37357"/>
                </a:cubicBezTo>
                <a:cubicBezTo>
                  <a:pt x="7477" y="37174"/>
                  <a:pt x="7447" y="37387"/>
                  <a:pt x="7538" y="37539"/>
                </a:cubicBezTo>
                <a:cubicBezTo>
                  <a:pt x="7599" y="37661"/>
                  <a:pt x="7721" y="37509"/>
                  <a:pt x="7690" y="37691"/>
                </a:cubicBezTo>
                <a:cubicBezTo>
                  <a:pt x="7690" y="37752"/>
                  <a:pt x="7599" y="37782"/>
                  <a:pt x="7599" y="37873"/>
                </a:cubicBezTo>
                <a:cubicBezTo>
                  <a:pt x="7508" y="37873"/>
                  <a:pt x="7538" y="37721"/>
                  <a:pt x="7508" y="37600"/>
                </a:cubicBezTo>
                <a:cubicBezTo>
                  <a:pt x="7295" y="37873"/>
                  <a:pt x="7569" y="38177"/>
                  <a:pt x="7417" y="38451"/>
                </a:cubicBezTo>
                <a:cubicBezTo>
                  <a:pt x="7873" y="38603"/>
                  <a:pt x="7417" y="37782"/>
                  <a:pt x="7903" y="37965"/>
                </a:cubicBezTo>
                <a:cubicBezTo>
                  <a:pt x="7812" y="37478"/>
                  <a:pt x="7447" y="37326"/>
                  <a:pt x="7629" y="36779"/>
                </a:cubicBezTo>
                <a:cubicBezTo>
                  <a:pt x="7295" y="36627"/>
                  <a:pt x="7538" y="37174"/>
                  <a:pt x="7204" y="37083"/>
                </a:cubicBezTo>
                <a:cubicBezTo>
                  <a:pt x="7174" y="36749"/>
                  <a:pt x="7234" y="36414"/>
                  <a:pt x="7417" y="36141"/>
                </a:cubicBezTo>
                <a:cubicBezTo>
                  <a:pt x="7538" y="36293"/>
                  <a:pt x="7508" y="36779"/>
                  <a:pt x="7812" y="36536"/>
                </a:cubicBezTo>
                <a:cubicBezTo>
                  <a:pt x="7781" y="36354"/>
                  <a:pt x="7477" y="36445"/>
                  <a:pt x="7569" y="36171"/>
                </a:cubicBezTo>
                <a:cubicBezTo>
                  <a:pt x="8025" y="36293"/>
                  <a:pt x="7964" y="35655"/>
                  <a:pt x="7751" y="35503"/>
                </a:cubicBezTo>
                <a:cubicBezTo>
                  <a:pt x="7599" y="35563"/>
                  <a:pt x="7538" y="35746"/>
                  <a:pt x="7508" y="35989"/>
                </a:cubicBezTo>
                <a:cubicBezTo>
                  <a:pt x="7204" y="35898"/>
                  <a:pt x="7508" y="35563"/>
                  <a:pt x="7508" y="35320"/>
                </a:cubicBezTo>
                <a:cubicBezTo>
                  <a:pt x="7812" y="35563"/>
                  <a:pt x="7873" y="35199"/>
                  <a:pt x="8055" y="35047"/>
                </a:cubicBezTo>
                <a:cubicBezTo>
                  <a:pt x="7751" y="34925"/>
                  <a:pt x="7721" y="35290"/>
                  <a:pt x="7538" y="35047"/>
                </a:cubicBezTo>
                <a:cubicBezTo>
                  <a:pt x="7629" y="34834"/>
                  <a:pt x="7933" y="34895"/>
                  <a:pt x="7933" y="34591"/>
                </a:cubicBezTo>
                <a:cubicBezTo>
                  <a:pt x="7933" y="34317"/>
                  <a:pt x="7781" y="34712"/>
                  <a:pt x="7751" y="34743"/>
                </a:cubicBezTo>
                <a:cubicBezTo>
                  <a:pt x="7721" y="34256"/>
                  <a:pt x="7781" y="33770"/>
                  <a:pt x="7873" y="33314"/>
                </a:cubicBezTo>
                <a:cubicBezTo>
                  <a:pt x="7994" y="32767"/>
                  <a:pt x="8116" y="32250"/>
                  <a:pt x="8298" y="31733"/>
                </a:cubicBezTo>
                <a:cubicBezTo>
                  <a:pt x="8329" y="31642"/>
                  <a:pt x="8663" y="31399"/>
                  <a:pt x="8420" y="31156"/>
                </a:cubicBezTo>
                <a:cubicBezTo>
                  <a:pt x="8724" y="30700"/>
                  <a:pt x="8967" y="30183"/>
                  <a:pt x="9180" y="29636"/>
                </a:cubicBezTo>
                <a:cubicBezTo>
                  <a:pt x="9362" y="29879"/>
                  <a:pt x="9088" y="30214"/>
                  <a:pt x="8967" y="30518"/>
                </a:cubicBezTo>
                <a:cubicBezTo>
                  <a:pt x="8754" y="30882"/>
                  <a:pt x="8602" y="31308"/>
                  <a:pt x="8572" y="31733"/>
                </a:cubicBezTo>
                <a:cubicBezTo>
                  <a:pt x="8845" y="31794"/>
                  <a:pt x="8845" y="31582"/>
                  <a:pt x="9058" y="31825"/>
                </a:cubicBezTo>
                <a:cubicBezTo>
                  <a:pt x="9088" y="31521"/>
                  <a:pt x="9332" y="31460"/>
                  <a:pt x="9240" y="31308"/>
                </a:cubicBezTo>
                <a:cubicBezTo>
                  <a:pt x="9149" y="31399"/>
                  <a:pt x="9058" y="31490"/>
                  <a:pt x="8967" y="31612"/>
                </a:cubicBezTo>
                <a:cubicBezTo>
                  <a:pt x="8633" y="31308"/>
                  <a:pt x="9149" y="31156"/>
                  <a:pt x="9240" y="30882"/>
                </a:cubicBezTo>
                <a:cubicBezTo>
                  <a:pt x="9088" y="30791"/>
                  <a:pt x="9149" y="31217"/>
                  <a:pt x="8906" y="31004"/>
                </a:cubicBezTo>
                <a:lnTo>
                  <a:pt x="9544" y="29667"/>
                </a:lnTo>
                <a:cubicBezTo>
                  <a:pt x="9788" y="29271"/>
                  <a:pt x="10061" y="28907"/>
                  <a:pt x="10365" y="28542"/>
                </a:cubicBezTo>
                <a:cubicBezTo>
                  <a:pt x="11095" y="27721"/>
                  <a:pt x="11854" y="26961"/>
                  <a:pt x="12706" y="26262"/>
                </a:cubicBezTo>
                <a:cubicBezTo>
                  <a:pt x="12827" y="26171"/>
                  <a:pt x="12979" y="26141"/>
                  <a:pt x="13101" y="26050"/>
                </a:cubicBezTo>
                <a:cubicBezTo>
                  <a:pt x="13192" y="25958"/>
                  <a:pt x="13313" y="25746"/>
                  <a:pt x="13465" y="25654"/>
                </a:cubicBezTo>
                <a:cubicBezTo>
                  <a:pt x="13709" y="25472"/>
                  <a:pt x="14225" y="25533"/>
                  <a:pt x="14225" y="25138"/>
                </a:cubicBezTo>
                <a:cubicBezTo>
                  <a:pt x="14377" y="25259"/>
                  <a:pt x="14590" y="24986"/>
                  <a:pt x="14742" y="25046"/>
                </a:cubicBezTo>
                <a:cubicBezTo>
                  <a:pt x="14833" y="24986"/>
                  <a:pt x="14742" y="24834"/>
                  <a:pt x="14651" y="24925"/>
                </a:cubicBezTo>
                <a:cubicBezTo>
                  <a:pt x="15715" y="23527"/>
                  <a:pt x="17508" y="22706"/>
                  <a:pt x="18268" y="21551"/>
                </a:cubicBezTo>
                <a:cubicBezTo>
                  <a:pt x="18390" y="21490"/>
                  <a:pt x="18298" y="21612"/>
                  <a:pt x="18390" y="21673"/>
                </a:cubicBezTo>
                <a:cubicBezTo>
                  <a:pt x="18572" y="21338"/>
                  <a:pt x="18845" y="21065"/>
                  <a:pt x="19149" y="20791"/>
                </a:cubicBezTo>
                <a:cubicBezTo>
                  <a:pt x="19271" y="20973"/>
                  <a:pt x="18937" y="21125"/>
                  <a:pt x="19058" y="21308"/>
                </a:cubicBezTo>
                <a:cubicBezTo>
                  <a:pt x="19301" y="21095"/>
                  <a:pt x="19393" y="20609"/>
                  <a:pt x="19727" y="20609"/>
                </a:cubicBezTo>
                <a:cubicBezTo>
                  <a:pt x="19970" y="20882"/>
                  <a:pt x="19332" y="20791"/>
                  <a:pt x="19545" y="21125"/>
                </a:cubicBezTo>
                <a:cubicBezTo>
                  <a:pt x="19332" y="21338"/>
                  <a:pt x="19180" y="21217"/>
                  <a:pt x="18967" y="21490"/>
                </a:cubicBezTo>
                <a:cubicBezTo>
                  <a:pt x="18937" y="21551"/>
                  <a:pt x="18967" y="21612"/>
                  <a:pt x="18876" y="21673"/>
                </a:cubicBezTo>
                <a:cubicBezTo>
                  <a:pt x="18997" y="21825"/>
                  <a:pt x="19119" y="21885"/>
                  <a:pt x="19271" y="21794"/>
                </a:cubicBezTo>
                <a:cubicBezTo>
                  <a:pt x="19180" y="22037"/>
                  <a:pt x="19210" y="22311"/>
                  <a:pt x="19362" y="22493"/>
                </a:cubicBezTo>
                <a:cubicBezTo>
                  <a:pt x="19697" y="22615"/>
                  <a:pt x="19788" y="22098"/>
                  <a:pt x="20031" y="22098"/>
                </a:cubicBezTo>
                <a:cubicBezTo>
                  <a:pt x="20244" y="22280"/>
                  <a:pt x="19849" y="22372"/>
                  <a:pt x="19818" y="22432"/>
                </a:cubicBezTo>
                <a:cubicBezTo>
                  <a:pt x="19757" y="22493"/>
                  <a:pt x="19879" y="22584"/>
                  <a:pt x="19849" y="22615"/>
                </a:cubicBezTo>
                <a:cubicBezTo>
                  <a:pt x="19666" y="22828"/>
                  <a:pt x="19393" y="23040"/>
                  <a:pt x="19089" y="23375"/>
                </a:cubicBezTo>
                <a:cubicBezTo>
                  <a:pt x="18876" y="23375"/>
                  <a:pt x="18572" y="22980"/>
                  <a:pt x="18724" y="22797"/>
                </a:cubicBezTo>
                <a:cubicBezTo>
                  <a:pt x="18663" y="22615"/>
                  <a:pt x="18238" y="22797"/>
                  <a:pt x="18329" y="22949"/>
                </a:cubicBezTo>
                <a:cubicBezTo>
                  <a:pt x="18025" y="23040"/>
                  <a:pt x="18329" y="22615"/>
                  <a:pt x="18207" y="22493"/>
                </a:cubicBezTo>
                <a:cubicBezTo>
                  <a:pt x="18055" y="22615"/>
                  <a:pt x="18025" y="22736"/>
                  <a:pt x="18146" y="22888"/>
                </a:cubicBezTo>
                <a:cubicBezTo>
                  <a:pt x="17934" y="23101"/>
                  <a:pt x="17812" y="22828"/>
                  <a:pt x="17599" y="23132"/>
                </a:cubicBezTo>
                <a:cubicBezTo>
                  <a:pt x="17508" y="22767"/>
                  <a:pt x="18146" y="22797"/>
                  <a:pt x="18025" y="22432"/>
                </a:cubicBezTo>
                <a:cubicBezTo>
                  <a:pt x="18268" y="22220"/>
                  <a:pt x="18815" y="22250"/>
                  <a:pt x="18876" y="21794"/>
                </a:cubicBezTo>
                <a:cubicBezTo>
                  <a:pt x="18754" y="21460"/>
                  <a:pt x="18298" y="22311"/>
                  <a:pt x="18390" y="21794"/>
                </a:cubicBezTo>
                <a:cubicBezTo>
                  <a:pt x="18207" y="22220"/>
                  <a:pt x="17873" y="22250"/>
                  <a:pt x="17812" y="22615"/>
                </a:cubicBezTo>
                <a:cubicBezTo>
                  <a:pt x="17660" y="22706"/>
                  <a:pt x="17478" y="22888"/>
                  <a:pt x="17356" y="22676"/>
                </a:cubicBezTo>
                <a:cubicBezTo>
                  <a:pt x="17204" y="23132"/>
                  <a:pt x="16505" y="23557"/>
                  <a:pt x="15867" y="23922"/>
                </a:cubicBezTo>
                <a:cubicBezTo>
                  <a:pt x="15745" y="24317"/>
                  <a:pt x="15441" y="24651"/>
                  <a:pt x="15076" y="24803"/>
                </a:cubicBezTo>
                <a:cubicBezTo>
                  <a:pt x="14955" y="25077"/>
                  <a:pt x="14772" y="25320"/>
                  <a:pt x="14560" y="25533"/>
                </a:cubicBezTo>
                <a:cubicBezTo>
                  <a:pt x="14438" y="25411"/>
                  <a:pt x="14560" y="25320"/>
                  <a:pt x="14408" y="25198"/>
                </a:cubicBezTo>
                <a:cubicBezTo>
                  <a:pt x="14225" y="25350"/>
                  <a:pt x="14347" y="25502"/>
                  <a:pt x="14286" y="25624"/>
                </a:cubicBezTo>
                <a:cubicBezTo>
                  <a:pt x="14043" y="25837"/>
                  <a:pt x="13678" y="26050"/>
                  <a:pt x="13617" y="26262"/>
                </a:cubicBezTo>
                <a:cubicBezTo>
                  <a:pt x="13769" y="26293"/>
                  <a:pt x="13891" y="26262"/>
                  <a:pt x="14013" y="26171"/>
                </a:cubicBezTo>
                <a:cubicBezTo>
                  <a:pt x="13952" y="26384"/>
                  <a:pt x="13617" y="26597"/>
                  <a:pt x="13617" y="26809"/>
                </a:cubicBezTo>
                <a:cubicBezTo>
                  <a:pt x="13313" y="27053"/>
                  <a:pt x="13040" y="26901"/>
                  <a:pt x="12766" y="27113"/>
                </a:cubicBezTo>
                <a:cubicBezTo>
                  <a:pt x="12675" y="27205"/>
                  <a:pt x="12858" y="27144"/>
                  <a:pt x="12918" y="27296"/>
                </a:cubicBezTo>
                <a:cubicBezTo>
                  <a:pt x="12675" y="27539"/>
                  <a:pt x="12432" y="27417"/>
                  <a:pt x="12189" y="27691"/>
                </a:cubicBezTo>
                <a:cubicBezTo>
                  <a:pt x="12158" y="27782"/>
                  <a:pt x="12250" y="27904"/>
                  <a:pt x="12128" y="27995"/>
                </a:cubicBezTo>
                <a:cubicBezTo>
                  <a:pt x="12219" y="28116"/>
                  <a:pt x="12280" y="28056"/>
                  <a:pt x="12371" y="27995"/>
                </a:cubicBezTo>
                <a:cubicBezTo>
                  <a:pt x="12280" y="28268"/>
                  <a:pt x="12067" y="28329"/>
                  <a:pt x="11854" y="28360"/>
                </a:cubicBezTo>
                <a:cubicBezTo>
                  <a:pt x="11763" y="28512"/>
                  <a:pt x="12006" y="28390"/>
                  <a:pt x="11976" y="28572"/>
                </a:cubicBezTo>
                <a:cubicBezTo>
                  <a:pt x="11794" y="28694"/>
                  <a:pt x="11520" y="28268"/>
                  <a:pt x="11338" y="28664"/>
                </a:cubicBezTo>
                <a:cubicBezTo>
                  <a:pt x="11429" y="28664"/>
                  <a:pt x="11520" y="28603"/>
                  <a:pt x="11611" y="28724"/>
                </a:cubicBezTo>
                <a:cubicBezTo>
                  <a:pt x="11338" y="28785"/>
                  <a:pt x="11581" y="29028"/>
                  <a:pt x="11399" y="29089"/>
                </a:cubicBezTo>
                <a:cubicBezTo>
                  <a:pt x="11429" y="29089"/>
                  <a:pt x="11277" y="28876"/>
                  <a:pt x="11216" y="28907"/>
                </a:cubicBezTo>
                <a:cubicBezTo>
                  <a:pt x="11155" y="28967"/>
                  <a:pt x="11247" y="29180"/>
                  <a:pt x="11277" y="29059"/>
                </a:cubicBezTo>
                <a:cubicBezTo>
                  <a:pt x="11490" y="29211"/>
                  <a:pt x="11003" y="29302"/>
                  <a:pt x="11216" y="29423"/>
                </a:cubicBezTo>
                <a:cubicBezTo>
                  <a:pt x="11399" y="29545"/>
                  <a:pt x="11520" y="28907"/>
                  <a:pt x="11794" y="29241"/>
                </a:cubicBezTo>
                <a:cubicBezTo>
                  <a:pt x="11824" y="29180"/>
                  <a:pt x="11672" y="29059"/>
                  <a:pt x="11581" y="28967"/>
                </a:cubicBezTo>
                <a:close/>
                <a:moveTo>
                  <a:pt x="19362" y="22888"/>
                </a:moveTo>
                <a:cubicBezTo>
                  <a:pt x="19180" y="22706"/>
                  <a:pt x="18997" y="22554"/>
                  <a:pt x="18754" y="22767"/>
                </a:cubicBezTo>
                <a:lnTo>
                  <a:pt x="19058" y="23162"/>
                </a:lnTo>
                <a:close/>
                <a:moveTo>
                  <a:pt x="18602" y="22128"/>
                </a:moveTo>
                <a:lnTo>
                  <a:pt x="18390" y="22311"/>
                </a:lnTo>
                <a:cubicBezTo>
                  <a:pt x="18633" y="22432"/>
                  <a:pt x="18845" y="22706"/>
                  <a:pt x="19149" y="22311"/>
                </a:cubicBezTo>
                <a:cubicBezTo>
                  <a:pt x="18997" y="21946"/>
                  <a:pt x="18724" y="22554"/>
                  <a:pt x="18572" y="22128"/>
                </a:cubicBezTo>
                <a:close/>
                <a:moveTo>
                  <a:pt x="12918" y="26597"/>
                </a:moveTo>
                <a:cubicBezTo>
                  <a:pt x="13131" y="26475"/>
                  <a:pt x="13253" y="26931"/>
                  <a:pt x="13526" y="26536"/>
                </a:cubicBezTo>
                <a:cubicBezTo>
                  <a:pt x="13435" y="26262"/>
                  <a:pt x="13283" y="26445"/>
                  <a:pt x="13161" y="26384"/>
                </a:cubicBezTo>
                <a:cubicBezTo>
                  <a:pt x="13161" y="26232"/>
                  <a:pt x="12797" y="26536"/>
                  <a:pt x="12918" y="26597"/>
                </a:cubicBezTo>
                <a:close/>
                <a:moveTo>
                  <a:pt x="48238" y="5168"/>
                </a:moveTo>
                <a:cubicBezTo>
                  <a:pt x="48481" y="5107"/>
                  <a:pt x="48846" y="5289"/>
                  <a:pt x="48907" y="4955"/>
                </a:cubicBezTo>
                <a:cubicBezTo>
                  <a:pt x="48664" y="4803"/>
                  <a:pt x="48664" y="5107"/>
                  <a:pt x="48481" y="5077"/>
                </a:cubicBezTo>
                <a:cubicBezTo>
                  <a:pt x="48542" y="4864"/>
                  <a:pt x="48633" y="4681"/>
                  <a:pt x="48451" y="4621"/>
                </a:cubicBezTo>
                <a:close/>
                <a:moveTo>
                  <a:pt x="43983" y="3830"/>
                </a:moveTo>
                <a:lnTo>
                  <a:pt x="43709" y="3769"/>
                </a:lnTo>
                <a:cubicBezTo>
                  <a:pt x="43740" y="4013"/>
                  <a:pt x="43557" y="4043"/>
                  <a:pt x="43527" y="4225"/>
                </a:cubicBezTo>
                <a:cubicBezTo>
                  <a:pt x="43892" y="4317"/>
                  <a:pt x="43892" y="3982"/>
                  <a:pt x="44013" y="3830"/>
                </a:cubicBezTo>
                <a:close/>
                <a:moveTo>
                  <a:pt x="44044" y="4590"/>
                </a:moveTo>
                <a:cubicBezTo>
                  <a:pt x="43800" y="4773"/>
                  <a:pt x="43861" y="4955"/>
                  <a:pt x="43496" y="5046"/>
                </a:cubicBezTo>
                <a:cubicBezTo>
                  <a:pt x="43831" y="5107"/>
                  <a:pt x="44439" y="4833"/>
                  <a:pt x="44074" y="4590"/>
                </a:cubicBezTo>
                <a:close/>
                <a:moveTo>
                  <a:pt x="45776" y="4560"/>
                </a:moveTo>
                <a:cubicBezTo>
                  <a:pt x="45685" y="4803"/>
                  <a:pt x="45259" y="4925"/>
                  <a:pt x="45715" y="5046"/>
                </a:cubicBezTo>
                <a:cubicBezTo>
                  <a:pt x="45715" y="4742"/>
                  <a:pt x="45989" y="4833"/>
                  <a:pt x="46110" y="4712"/>
                </a:cubicBezTo>
                <a:cubicBezTo>
                  <a:pt x="45958" y="4712"/>
                  <a:pt x="45958" y="4590"/>
                  <a:pt x="45776" y="4560"/>
                </a:cubicBezTo>
                <a:close/>
                <a:moveTo>
                  <a:pt x="45806" y="4043"/>
                </a:moveTo>
                <a:cubicBezTo>
                  <a:pt x="45867" y="3952"/>
                  <a:pt x="45989" y="3952"/>
                  <a:pt x="46050" y="3861"/>
                </a:cubicBezTo>
                <a:cubicBezTo>
                  <a:pt x="45928" y="3800"/>
                  <a:pt x="45898" y="3709"/>
                  <a:pt x="45715" y="3678"/>
                </a:cubicBezTo>
                <a:cubicBezTo>
                  <a:pt x="45654" y="3861"/>
                  <a:pt x="45654" y="3982"/>
                  <a:pt x="45837" y="4043"/>
                </a:cubicBezTo>
                <a:close/>
                <a:moveTo>
                  <a:pt x="45138" y="4803"/>
                </a:moveTo>
                <a:cubicBezTo>
                  <a:pt x="45077" y="4894"/>
                  <a:pt x="44955" y="4925"/>
                  <a:pt x="44955" y="5107"/>
                </a:cubicBezTo>
                <a:cubicBezTo>
                  <a:pt x="45077" y="5107"/>
                  <a:pt x="45199" y="5168"/>
                  <a:pt x="45290" y="5289"/>
                </a:cubicBezTo>
                <a:cubicBezTo>
                  <a:pt x="45381" y="5046"/>
                  <a:pt x="45442" y="4864"/>
                  <a:pt x="45138" y="4803"/>
                </a:cubicBezTo>
                <a:close/>
                <a:moveTo>
                  <a:pt x="43588" y="3405"/>
                </a:moveTo>
                <a:cubicBezTo>
                  <a:pt x="43831" y="3678"/>
                  <a:pt x="44195" y="3435"/>
                  <a:pt x="44621" y="3618"/>
                </a:cubicBezTo>
                <a:cubicBezTo>
                  <a:pt x="44621" y="3709"/>
                  <a:pt x="44743" y="3769"/>
                  <a:pt x="44773" y="3891"/>
                </a:cubicBezTo>
                <a:cubicBezTo>
                  <a:pt x="44773" y="3982"/>
                  <a:pt x="44591" y="3921"/>
                  <a:pt x="44530" y="4013"/>
                </a:cubicBezTo>
                <a:cubicBezTo>
                  <a:pt x="44743" y="4134"/>
                  <a:pt x="44682" y="4377"/>
                  <a:pt x="45016" y="4438"/>
                </a:cubicBezTo>
                <a:cubicBezTo>
                  <a:pt x="45199" y="4469"/>
                  <a:pt x="45290" y="4347"/>
                  <a:pt x="45442" y="4286"/>
                </a:cubicBezTo>
                <a:cubicBezTo>
                  <a:pt x="45563" y="3921"/>
                  <a:pt x="45351" y="3526"/>
                  <a:pt x="44955" y="3405"/>
                </a:cubicBezTo>
                <a:cubicBezTo>
                  <a:pt x="44864" y="3557"/>
                  <a:pt x="45077" y="3557"/>
                  <a:pt x="45107" y="3618"/>
                </a:cubicBezTo>
                <a:cubicBezTo>
                  <a:pt x="45168" y="3678"/>
                  <a:pt x="45320" y="4043"/>
                  <a:pt x="45107" y="4043"/>
                </a:cubicBezTo>
                <a:cubicBezTo>
                  <a:pt x="44895" y="3921"/>
                  <a:pt x="44743" y="3769"/>
                  <a:pt x="44864" y="3466"/>
                </a:cubicBezTo>
                <a:cubicBezTo>
                  <a:pt x="44439" y="3374"/>
                  <a:pt x="44013" y="3344"/>
                  <a:pt x="43618" y="3405"/>
                </a:cubicBezTo>
                <a:close/>
                <a:moveTo>
                  <a:pt x="43648" y="1824"/>
                </a:moveTo>
                <a:cubicBezTo>
                  <a:pt x="43922" y="1885"/>
                  <a:pt x="44165" y="1885"/>
                  <a:pt x="44287" y="1763"/>
                </a:cubicBezTo>
                <a:cubicBezTo>
                  <a:pt x="43892" y="1855"/>
                  <a:pt x="43983" y="1703"/>
                  <a:pt x="43679" y="1581"/>
                </a:cubicBezTo>
                <a:close/>
                <a:moveTo>
                  <a:pt x="41521" y="608"/>
                </a:moveTo>
                <a:cubicBezTo>
                  <a:pt x="41612" y="700"/>
                  <a:pt x="42372" y="882"/>
                  <a:pt x="42281" y="578"/>
                </a:cubicBezTo>
                <a:cubicBezTo>
                  <a:pt x="42250" y="426"/>
                  <a:pt x="41521" y="426"/>
                  <a:pt x="41551" y="608"/>
                </a:cubicBezTo>
                <a:close/>
                <a:moveTo>
                  <a:pt x="40426" y="1490"/>
                </a:moveTo>
                <a:cubicBezTo>
                  <a:pt x="40943" y="1429"/>
                  <a:pt x="41308" y="1855"/>
                  <a:pt x="41764" y="1611"/>
                </a:cubicBezTo>
                <a:cubicBezTo>
                  <a:pt x="41916" y="1186"/>
                  <a:pt x="41308" y="1247"/>
                  <a:pt x="41156" y="1429"/>
                </a:cubicBezTo>
                <a:cubicBezTo>
                  <a:pt x="40761" y="1459"/>
                  <a:pt x="40639" y="1247"/>
                  <a:pt x="40426" y="1490"/>
                </a:cubicBezTo>
                <a:close/>
                <a:moveTo>
                  <a:pt x="38937" y="1520"/>
                </a:moveTo>
                <a:cubicBezTo>
                  <a:pt x="39271" y="1763"/>
                  <a:pt x="39727" y="1247"/>
                  <a:pt x="40092" y="1490"/>
                </a:cubicBezTo>
                <a:cubicBezTo>
                  <a:pt x="39940" y="1064"/>
                  <a:pt x="39271" y="1368"/>
                  <a:pt x="38937" y="1520"/>
                </a:cubicBezTo>
                <a:close/>
                <a:moveTo>
                  <a:pt x="38420" y="669"/>
                </a:moveTo>
                <a:cubicBezTo>
                  <a:pt x="38937" y="608"/>
                  <a:pt x="39515" y="973"/>
                  <a:pt x="39879" y="578"/>
                </a:cubicBezTo>
                <a:cubicBezTo>
                  <a:pt x="39332" y="730"/>
                  <a:pt x="38785" y="396"/>
                  <a:pt x="38451" y="669"/>
                </a:cubicBezTo>
                <a:close/>
                <a:moveTo>
                  <a:pt x="42220" y="4317"/>
                </a:moveTo>
                <a:cubicBezTo>
                  <a:pt x="42220" y="4347"/>
                  <a:pt x="42189" y="4408"/>
                  <a:pt x="42129" y="4377"/>
                </a:cubicBezTo>
                <a:cubicBezTo>
                  <a:pt x="42068" y="4590"/>
                  <a:pt x="42220" y="4651"/>
                  <a:pt x="42463" y="4681"/>
                </a:cubicBezTo>
                <a:cubicBezTo>
                  <a:pt x="42554" y="4469"/>
                  <a:pt x="42493" y="4317"/>
                  <a:pt x="42250" y="4317"/>
                </a:cubicBezTo>
                <a:close/>
                <a:moveTo>
                  <a:pt x="42281" y="2827"/>
                </a:moveTo>
                <a:cubicBezTo>
                  <a:pt x="42189" y="3131"/>
                  <a:pt x="42828" y="2979"/>
                  <a:pt x="43040" y="3070"/>
                </a:cubicBezTo>
                <a:cubicBezTo>
                  <a:pt x="42858" y="3344"/>
                  <a:pt x="43040" y="3405"/>
                  <a:pt x="43375" y="3466"/>
                </a:cubicBezTo>
                <a:cubicBezTo>
                  <a:pt x="43588" y="2949"/>
                  <a:pt x="42615" y="2797"/>
                  <a:pt x="42311" y="2827"/>
                </a:cubicBezTo>
                <a:close/>
                <a:moveTo>
                  <a:pt x="42220" y="3405"/>
                </a:moveTo>
                <a:cubicBezTo>
                  <a:pt x="42554" y="3374"/>
                  <a:pt x="42524" y="3557"/>
                  <a:pt x="42585" y="3678"/>
                </a:cubicBezTo>
                <a:cubicBezTo>
                  <a:pt x="42737" y="3709"/>
                  <a:pt x="42888" y="3678"/>
                  <a:pt x="42980" y="3557"/>
                </a:cubicBezTo>
                <a:cubicBezTo>
                  <a:pt x="42615" y="3496"/>
                  <a:pt x="42585" y="3374"/>
                  <a:pt x="42828" y="3222"/>
                </a:cubicBezTo>
                <a:cubicBezTo>
                  <a:pt x="42615" y="3192"/>
                  <a:pt x="42129" y="3344"/>
                  <a:pt x="42250" y="3405"/>
                </a:cubicBezTo>
                <a:close/>
                <a:moveTo>
                  <a:pt x="42007" y="4621"/>
                </a:moveTo>
                <a:cubicBezTo>
                  <a:pt x="41764" y="4499"/>
                  <a:pt x="41885" y="4104"/>
                  <a:pt x="41399" y="4165"/>
                </a:cubicBezTo>
                <a:cubicBezTo>
                  <a:pt x="41308" y="4347"/>
                  <a:pt x="41551" y="4347"/>
                  <a:pt x="41551" y="4499"/>
                </a:cubicBezTo>
                <a:cubicBezTo>
                  <a:pt x="41551" y="4529"/>
                  <a:pt x="41338" y="4590"/>
                  <a:pt x="41369" y="4742"/>
                </a:cubicBezTo>
                <a:cubicBezTo>
                  <a:pt x="41369" y="4803"/>
                  <a:pt x="41399" y="4955"/>
                  <a:pt x="41703" y="4925"/>
                </a:cubicBezTo>
                <a:cubicBezTo>
                  <a:pt x="41673" y="4469"/>
                  <a:pt x="41885" y="4773"/>
                  <a:pt x="42037" y="4621"/>
                </a:cubicBezTo>
                <a:close/>
                <a:moveTo>
                  <a:pt x="39910" y="4043"/>
                </a:moveTo>
                <a:cubicBezTo>
                  <a:pt x="39819" y="3557"/>
                  <a:pt x="40670" y="4165"/>
                  <a:pt x="40396" y="3618"/>
                </a:cubicBezTo>
                <a:cubicBezTo>
                  <a:pt x="40730" y="3678"/>
                  <a:pt x="40791" y="3557"/>
                  <a:pt x="40974" y="3466"/>
                </a:cubicBezTo>
                <a:cubicBezTo>
                  <a:pt x="41278" y="3678"/>
                  <a:pt x="41612" y="3830"/>
                  <a:pt x="41977" y="3952"/>
                </a:cubicBezTo>
                <a:lnTo>
                  <a:pt x="42007" y="3618"/>
                </a:lnTo>
                <a:cubicBezTo>
                  <a:pt x="41581" y="3618"/>
                  <a:pt x="41338" y="3557"/>
                  <a:pt x="41551" y="3253"/>
                </a:cubicBezTo>
                <a:cubicBezTo>
                  <a:pt x="41095" y="3283"/>
                  <a:pt x="40639" y="3374"/>
                  <a:pt x="40214" y="3466"/>
                </a:cubicBezTo>
                <a:cubicBezTo>
                  <a:pt x="40335" y="3830"/>
                  <a:pt x="39332" y="3769"/>
                  <a:pt x="39940" y="4043"/>
                </a:cubicBezTo>
                <a:close/>
                <a:moveTo>
                  <a:pt x="38998" y="5259"/>
                </a:moveTo>
                <a:cubicBezTo>
                  <a:pt x="39271" y="5137"/>
                  <a:pt x="39575" y="5016"/>
                  <a:pt x="39849" y="4864"/>
                </a:cubicBezTo>
                <a:cubicBezTo>
                  <a:pt x="40244" y="4985"/>
                  <a:pt x="40670" y="5046"/>
                  <a:pt x="41095" y="5046"/>
                </a:cubicBezTo>
                <a:cubicBezTo>
                  <a:pt x="41126" y="4894"/>
                  <a:pt x="41095" y="4773"/>
                  <a:pt x="41034" y="4651"/>
                </a:cubicBezTo>
                <a:cubicBezTo>
                  <a:pt x="40852" y="4742"/>
                  <a:pt x="40487" y="4651"/>
                  <a:pt x="40396" y="4803"/>
                </a:cubicBezTo>
                <a:cubicBezTo>
                  <a:pt x="40609" y="4925"/>
                  <a:pt x="40700" y="4712"/>
                  <a:pt x="40822" y="4894"/>
                </a:cubicBezTo>
                <a:cubicBezTo>
                  <a:pt x="40578" y="5016"/>
                  <a:pt x="40274" y="4955"/>
                  <a:pt x="40122" y="4712"/>
                </a:cubicBezTo>
                <a:cubicBezTo>
                  <a:pt x="40578" y="4590"/>
                  <a:pt x="40274" y="4377"/>
                  <a:pt x="40578" y="4225"/>
                </a:cubicBezTo>
                <a:cubicBezTo>
                  <a:pt x="40761" y="4195"/>
                  <a:pt x="40761" y="4317"/>
                  <a:pt x="40943" y="4317"/>
                </a:cubicBezTo>
                <a:cubicBezTo>
                  <a:pt x="40974" y="4073"/>
                  <a:pt x="40670" y="4104"/>
                  <a:pt x="40700" y="3891"/>
                </a:cubicBezTo>
                <a:cubicBezTo>
                  <a:pt x="40730" y="3861"/>
                  <a:pt x="41156" y="3800"/>
                  <a:pt x="40882" y="3739"/>
                </a:cubicBezTo>
                <a:cubicBezTo>
                  <a:pt x="40578" y="3800"/>
                  <a:pt x="40578" y="4195"/>
                  <a:pt x="40122" y="4134"/>
                </a:cubicBezTo>
                <a:cubicBezTo>
                  <a:pt x="40366" y="4499"/>
                  <a:pt x="40001" y="4529"/>
                  <a:pt x="39849" y="4560"/>
                </a:cubicBezTo>
                <a:cubicBezTo>
                  <a:pt x="40031" y="4560"/>
                  <a:pt x="39819" y="4894"/>
                  <a:pt x="39697" y="4894"/>
                </a:cubicBezTo>
                <a:cubicBezTo>
                  <a:pt x="39697" y="4469"/>
                  <a:pt x="39059" y="4712"/>
                  <a:pt x="38937" y="4438"/>
                </a:cubicBezTo>
                <a:lnTo>
                  <a:pt x="38967" y="4864"/>
                </a:lnTo>
                <a:cubicBezTo>
                  <a:pt x="39180" y="4833"/>
                  <a:pt x="39484" y="4773"/>
                  <a:pt x="39515" y="4985"/>
                </a:cubicBezTo>
                <a:cubicBezTo>
                  <a:pt x="39271" y="4985"/>
                  <a:pt x="38846" y="4894"/>
                  <a:pt x="38998" y="5259"/>
                </a:cubicBezTo>
                <a:close/>
                <a:moveTo>
                  <a:pt x="38390" y="3800"/>
                </a:moveTo>
                <a:cubicBezTo>
                  <a:pt x="38147" y="3921"/>
                  <a:pt x="38147" y="3709"/>
                  <a:pt x="37934" y="3769"/>
                </a:cubicBezTo>
                <a:cubicBezTo>
                  <a:pt x="37812" y="4165"/>
                  <a:pt x="38481" y="4043"/>
                  <a:pt x="38420" y="3830"/>
                </a:cubicBezTo>
                <a:close/>
                <a:moveTo>
                  <a:pt x="37934" y="4681"/>
                </a:moveTo>
                <a:cubicBezTo>
                  <a:pt x="38329" y="4681"/>
                  <a:pt x="38025" y="4469"/>
                  <a:pt x="38177" y="4408"/>
                </a:cubicBezTo>
                <a:cubicBezTo>
                  <a:pt x="38420" y="4377"/>
                  <a:pt x="38724" y="4408"/>
                  <a:pt x="38724" y="4195"/>
                </a:cubicBezTo>
                <a:cubicBezTo>
                  <a:pt x="38360" y="4165"/>
                  <a:pt x="38147" y="4377"/>
                  <a:pt x="37995" y="4256"/>
                </a:cubicBezTo>
                <a:cubicBezTo>
                  <a:pt x="38116" y="4499"/>
                  <a:pt x="37904" y="4499"/>
                  <a:pt x="37995" y="4681"/>
                </a:cubicBezTo>
                <a:close/>
                <a:moveTo>
                  <a:pt x="37478" y="5198"/>
                </a:moveTo>
                <a:cubicBezTo>
                  <a:pt x="37630" y="5137"/>
                  <a:pt x="37934" y="5320"/>
                  <a:pt x="37995" y="5107"/>
                </a:cubicBezTo>
                <a:cubicBezTo>
                  <a:pt x="37934" y="5107"/>
                  <a:pt x="37904" y="5046"/>
                  <a:pt x="37904" y="4955"/>
                </a:cubicBezTo>
                <a:cubicBezTo>
                  <a:pt x="37691" y="4985"/>
                  <a:pt x="37478" y="5046"/>
                  <a:pt x="37508" y="5198"/>
                </a:cubicBezTo>
                <a:close/>
                <a:moveTo>
                  <a:pt x="36840" y="5137"/>
                </a:moveTo>
                <a:cubicBezTo>
                  <a:pt x="36566" y="5289"/>
                  <a:pt x="36718" y="4894"/>
                  <a:pt x="36475" y="5046"/>
                </a:cubicBezTo>
                <a:cubicBezTo>
                  <a:pt x="36323" y="5137"/>
                  <a:pt x="36475" y="5320"/>
                  <a:pt x="36141" y="5320"/>
                </a:cubicBezTo>
                <a:cubicBezTo>
                  <a:pt x="36110" y="5593"/>
                  <a:pt x="36445" y="5320"/>
                  <a:pt x="36414" y="5593"/>
                </a:cubicBezTo>
                <a:cubicBezTo>
                  <a:pt x="36171" y="5684"/>
                  <a:pt x="35897" y="5380"/>
                  <a:pt x="35897" y="5715"/>
                </a:cubicBezTo>
                <a:cubicBezTo>
                  <a:pt x="36141" y="5624"/>
                  <a:pt x="36201" y="5836"/>
                  <a:pt x="36445" y="5745"/>
                </a:cubicBezTo>
                <a:cubicBezTo>
                  <a:pt x="36657" y="5472"/>
                  <a:pt x="36961" y="5259"/>
                  <a:pt x="37296" y="5137"/>
                </a:cubicBezTo>
                <a:cubicBezTo>
                  <a:pt x="37296" y="5046"/>
                  <a:pt x="37235" y="4925"/>
                  <a:pt x="37356" y="4894"/>
                </a:cubicBezTo>
                <a:cubicBezTo>
                  <a:pt x="37752" y="4681"/>
                  <a:pt x="37083" y="4833"/>
                  <a:pt x="37083" y="5016"/>
                </a:cubicBezTo>
                <a:cubicBezTo>
                  <a:pt x="36992" y="5046"/>
                  <a:pt x="36749" y="4742"/>
                  <a:pt x="36718" y="5016"/>
                </a:cubicBezTo>
                <a:cubicBezTo>
                  <a:pt x="36840" y="5016"/>
                  <a:pt x="36961" y="5107"/>
                  <a:pt x="36840" y="5137"/>
                </a:cubicBezTo>
                <a:close/>
                <a:moveTo>
                  <a:pt x="35654" y="4864"/>
                </a:moveTo>
                <a:cubicBezTo>
                  <a:pt x="35837" y="4894"/>
                  <a:pt x="36019" y="4864"/>
                  <a:pt x="36201" y="4773"/>
                </a:cubicBezTo>
                <a:cubicBezTo>
                  <a:pt x="36262" y="4499"/>
                  <a:pt x="35897" y="4803"/>
                  <a:pt x="35928" y="4499"/>
                </a:cubicBezTo>
                <a:cubicBezTo>
                  <a:pt x="36201" y="4377"/>
                  <a:pt x="36293" y="4499"/>
                  <a:pt x="36505" y="4469"/>
                </a:cubicBezTo>
                <a:cubicBezTo>
                  <a:pt x="36627" y="4256"/>
                  <a:pt x="36475" y="4347"/>
                  <a:pt x="36445" y="4134"/>
                </a:cubicBezTo>
                <a:cubicBezTo>
                  <a:pt x="36171" y="4256"/>
                  <a:pt x="35715" y="4347"/>
                  <a:pt x="35685" y="4590"/>
                </a:cubicBezTo>
                <a:cubicBezTo>
                  <a:pt x="36110" y="4469"/>
                  <a:pt x="35654" y="4742"/>
                  <a:pt x="35654" y="4864"/>
                </a:cubicBezTo>
                <a:close/>
                <a:moveTo>
                  <a:pt x="35442" y="5441"/>
                </a:moveTo>
                <a:cubicBezTo>
                  <a:pt x="35320" y="5289"/>
                  <a:pt x="35016" y="4742"/>
                  <a:pt x="34864" y="5077"/>
                </a:cubicBezTo>
                <a:cubicBezTo>
                  <a:pt x="35016" y="5046"/>
                  <a:pt x="35107" y="5168"/>
                  <a:pt x="35138" y="5350"/>
                </a:cubicBezTo>
                <a:cubicBezTo>
                  <a:pt x="34986" y="5411"/>
                  <a:pt x="34682" y="5411"/>
                  <a:pt x="34834" y="5624"/>
                </a:cubicBezTo>
                <a:cubicBezTo>
                  <a:pt x="35046" y="5502"/>
                  <a:pt x="35290" y="5472"/>
                  <a:pt x="35533" y="5472"/>
                </a:cubicBezTo>
                <a:cubicBezTo>
                  <a:pt x="35654" y="5472"/>
                  <a:pt x="36171" y="5320"/>
                  <a:pt x="35867" y="5289"/>
                </a:cubicBezTo>
                <a:close/>
                <a:moveTo>
                  <a:pt x="35411" y="4317"/>
                </a:moveTo>
                <a:cubicBezTo>
                  <a:pt x="35259" y="4286"/>
                  <a:pt x="34438" y="4377"/>
                  <a:pt x="34742" y="4438"/>
                </a:cubicBezTo>
                <a:cubicBezTo>
                  <a:pt x="34803" y="4560"/>
                  <a:pt x="35350" y="4529"/>
                  <a:pt x="35411" y="4317"/>
                </a:cubicBezTo>
                <a:close/>
                <a:moveTo>
                  <a:pt x="34560" y="4225"/>
                </a:moveTo>
                <a:cubicBezTo>
                  <a:pt x="34894" y="4225"/>
                  <a:pt x="34560" y="3952"/>
                  <a:pt x="34894" y="3952"/>
                </a:cubicBezTo>
                <a:cubicBezTo>
                  <a:pt x="35046" y="3921"/>
                  <a:pt x="35016" y="4134"/>
                  <a:pt x="35229" y="4043"/>
                </a:cubicBezTo>
                <a:lnTo>
                  <a:pt x="35138" y="3709"/>
                </a:lnTo>
                <a:cubicBezTo>
                  <a:pt x="34773" y="3891"/>
                  <a:pt x="34621" y="3739"/>
                  <a:pt x="34347" y="3861"/>
                </a:cubicBezTo>
                <a:cubicBezTo>
                  <a:pt x="34408" y="4134"/>
                  <a:pt x="34742" y="3952"/>
                  <a:pt x="34590" y="4225"/>
                </a:cubicBezTo>
                <a:close/>
                <a:moveTo>
                  <a:pt x="34135" y="5289"/>
                </a:moveTo>
                <a:cubicBezTo>
                  <a:pt x="34135" y="5563"/>
                  <a:pt x="34986" y="5289"/>
                  <a:pt x="34712" y="5228"/>
                </a:cubicBezTo>
                <a:cubicBezTo>
                  <a:pt x="34408" y="5472"/>
                  <a:pt x="34438" y="5046"/>
                  <a:pt x="34135" y="5289"/>
                </a:cubicBezTo>
                <a:close/>
                <a:moveTo>
                  <a:pt x="33496" y="4712"/>
                </a:moveTo>
                <a:cubicBezTo>
                  <a:pt x="33770" y="4681"/>
                  <a:pt x="33983" y="4833"/>
                  <a:pt x="34317" y="4681"/>
                </a:cubicBezTo>
                <a:cubicBezTo>
                  <a:pt x="34286" y="4377"/>
                  <a:pt x="33648" y="4469"/>
                  <a:pt x="33527" y="4712"/>
                </a:cubicBezTo>
                <a:close/>
                <a:moveTo>
                  <a:pt x="32676" y="5380"/>
                </a:moveTo>
                <a:cubicBezTo>
                  <a:pt x="32888" y="5320"/>
                  <a:pt x="33466" y="5350"/>
                  <a:pt x="33435" y="5016"/>
                </a:cubicBezTo>
                <a:cubicBezTo>
                  <a:pt x="33192" y="5046"/>
                  <a:pt x="32554" y="5137"/>
                  <a:pt x="32676" y="5380"/>
                </a:cubicBezTo>
                <a:close/>
                <a:moveTo>
                  <a:pt x="32676" y="6292"/>
                </a:moveTo>
                <a:cubicBezTo>
                  <a:pt x="32888" y="6171"/>
                  <a:pt x="33223" y="6444"/>
                  <a:pt x="33253" y="6201"/>
                </a:cubicBezTo>
                <a:cubicBezTo>
                  <a:pt x="33071" y="6110"/>
                  <a:pt x="32615" y="5928"/>
                  <a:pt x="32676" y="6292"/>
                </a:cubicBezTo>
                <a:close/>
                <a:moveTo>
                  <a:pt x="33010" y="6961"/>
                </a:moveTo>
                <a:cubicBezTo>
                  <a:pt x="33283" y="6991"/>
                  <a:pt x="33679" y="6687"/>
                  <a:pt x="34013" y="6566"/>
                </a:cubicBezTo>
                <a:cubicBezTo>
                  <a:pt x="33952" y="6232"/>
                  <a:pt x="33557" y="6748"/>
                  <a:pt x="33466" y="6475"/>
                </a:cubicBezTo>
                <a:cubicBezTo>
                  <a:pt x="33587" y="6414"/>
                  <a:pt x="33466" y="6232"/>
                  <a:pt x="33314" y="6353"/>
                </a:cubicBezTo>
                <a:cubicBezTo>
                  <a:pt x="33314" y="6475"/>
                  <a:pt x="33587" y="6687"/>
                  <a:pt x="33405" y="6748"/>
                </a:cubicBezTo>
                <a:cubicBezTo>
                  <a:pt x="33253" y="6596"/>
                  <a:pt x="32979" y="6718"/>
                  <a:pt x="33010" y="6961"/>
                </a:cubicBezTo>
                <a:close/>
                <a:moveTo>
                  <a:pt x="30153" y="8602"/>
                </a:moveTo>
                <a:cubicBezTo>
                  <a:pt x="30001" y="8754"/>
                  <a:pt x="29849" y="8663"/>
                  <a:pt x="29666" y="8876"/>
                </a:cubicBezTo>
                <a:cubicBezTo>
                  <a:pt x="29697" y="9150"/>
                  <a:pt x="30213" y="8724"/>
                  <a:pt x="30153" y="8602"/>
                </a:cubicBezTo>
                <a:close/>
                <a:moveTo>
                  <a:pt x="31976" y="5532"/>
                </a:moveTo>
                <a:cubicBezTo>
                  <a:pt x="31916" y="5593"/>
                  <a:pt x="31824" y="5624"/>
                  <a:pt x="31855" y="5684"/>
                </a:cubicBezTo>
                <a:cubicBezTo>
                  <a:pt x="32220" y="5593"/>
                  <a:pt x="32007" y="5350"/>
                  <a:pt x="32007" y="5168"/>
                </a:cubicBezTo>
                <a:lnTo>
                  <a:pt x="31642" y="5320"/>
                </a:lnTo>
                <a:cubicBezTo>
                  <a:pt x="31672" y="5563"/>
                  <a:pt x="31916" y="5380"/>
                  <a:pt x="31976" y="5532"/>
                </a:cubicBezTo>
                <a:close/>
                <a:moveTo>
                  <a:pt x="32463" y="7052"/>
                </a:moveTo>
                <a:cubicBezTo>
                  <a:pt x="32554" y="7235"/>
                  <a:pt x="32706" y="7204"/>
                  <a:pt x="32858" y="7204"/>
                </a:cubicBezTo>
                <a:cubicBezTo>
                  <a:pt x="32828" y="7113"/>
                  <a:pt x="32888" y="7022"/>
                  <a:pt x="32767" y="6870"/>
                </a:cubicBezTo>
                <a:cubicBezTo>
                  <a:pt x="32676" y="6931"/>
                  <a:pt x="32554" y="6991"/>
                  <a:pt x="32463" y="7052"/>
                </a:cubicBezTo>
                <a:close/>
                <a:moveTo>
                  <a:pt x="30578" y="6353"/>
                </a:moveTo>
                <a:cubicBezTo>
                  <a:pt x="31065" y="6201"/>
                  <a:pt x="31034" y="5928"/>
                  <a:pt x="31338" y="5715"/>
                </a:cubicBezTo>
                <a:cubicBezTo>
                  <a:pt x="31429" y="5928"/>
                  <a:pt x="31217" y="6049"/>
                  <a:pt x="31156" y="6201"/>
                </a:cubicBezTo>
                <a:cubicBezTo>
                  <a:pt x="31520" y="6232"/>
                  <a:pt x="31520" y="5806"/>
                  <a:pt x="31581" y="5563"/>
                </a:cubicBezTo>
                <a:cubicBezTo>
                  <a:pt x="31095" y="5745"/>
                  <a:pt x="30913" y="6049"/>
                  <a:pt x="30457" y="5958"/>
                </a:cubicBezTo>
                <a:cubicBezTo>
                  <a:pt x="30609" y="6110"/>
                  <a:pt x="30426" y="6201"/>
                  <a:pt x="30548" y="6353"/>
                </a:cubicBezTo>
                <a:close/>
                <a:moveTo>
                  <a:pt x="31460" y="7265"/>
                </a:moveTo>
                <a:cubicBezTo>
                  <a:pt x="30730" y="7812"/>
                  <a:pt x="31916" y="7265"/>
                  <a:pt x="31733" y="7022"/>
                </a:cubicBezTo>
                <a:cubicBezTo>
                  <a:pt x="31581" y="7083"/>
                  <a:pt x="31581" y="7174"/>
                  <a:pt x="31460" y="7265"/>
                </a:cubicBezTo>
                <a:close/>
                <a:moveTo>
                  <a:pt x="30426" y="7843"/>
                </a:moveTo>
                <a:lnTo>
                  <a:pt x="30639" y="8177"/>
                </a:lnTo>
                <a:cubicBezTo>
                  <a:pt x="30700" y="8298"/>
                  <a:pt x="30122" y="8602"/>
                  <a:pt x="30426" y="8511"/>
                </a:cubicBezTo>
                <a:cubicBezTo>
                  <a:pt x="30669" y="8329"/>
                  <a:pt x="30943" y="8177"/>
                  <a:pt x="31247" y="8086"/>
                </a:cubicBezTo>
                <a:cubicBezTo>
                  <a:pt x="31125" y="7660"/>
                  <a:pt x="30791" y="8238"/>
                  <a:pt x="30669" y="7873"/>
                </a:cubicBezTo>
                <a:cubicBezTo>
                  <a:pt x="30821" y="7782"/>
                  <a:pt x="30791" y="7691"/>
                  <a:pt x="30913" y="7599"/>
                </a:cubicBezTo>
                <a:cubicBezTo>
                  <a:pt x="31125" y="7994"/>
                  <a:pt x="32037" y="7782"/>
                  <a:pt x="31916" y="7295"/>
                </a:cubicBezTo>
                <a:cubicBezTo>
                  <a:pt x="31672" y="7417"/>
                  <a:pt x="31429" y="7539"/>
                  <a:pt x="31156" y="7630"/>
                </a:cubicBezTo>
                <a:cubicBezTo>
                  <a:pt x="30791" y="7387"/>
                  <a:pt x="31308" y="7295"/>
                  <a:pt x="31125" y="7083"/>
                </a:cubicBezTo>
                <a:cubicBezTo>
                  <a:pt x="30761" y="7326"/>
                  <a:pt x="30852" y="7630"/>
                  <a:pt x="30396" y="7843"/>
                </a:cubicBezTo>
                <a:close/>
                <a:moveTo>
                  <a:pt x="28603" y="7721"/>
                </a:moveTo>
                <a:cubicBezTo>
                  <a:pt x="28785" y="7508"/>
                  <a:pt x="28846" y="7721"/>
                  <a:pt x="29028" y="7630"/>
                </a:cubicBezTo>
                <a:cubicBezTo>
                  <a:pt x="29119" y="7387"/>
                  <a:pt x="28815" y="7508"/>
                  <a:pt x="28937" y="7356"/>
                </a:cubicBezTo>
                <a:cubicBezTo>
                  <a:pt x="29058" y="7447"/>
                  <a:pt x="29028" y="7265"/>
                  <a:pt x="29180" y="7204"/>
                </a:cubicBezTo>
                <a:cubicBezTo>
                  <a:pt x="29362" y="7387"/>
                  <a:pt x="29180" y="7508"/>
                  <a:pt x="29423" y="7539"/>
                </a:cubicBezTo>
                <a:cubicBezTo>
                  <a:pt x="29514" y="7447"/>
                  <a:pt x="29727" y="7356"/>
                  <a:pt x="29666" y="7235"/>
                </a:cubicBezTo>
                <a:cubicBezTo>
                  <a:pt x="29636" y="7265"/>
                  <a:pt x="29545" y="7235"/>
                  <a:pt x="29636" y="7174"/>
                </a:cubicBezTo>
                <a:cubicBezTo>
                  <a:pt x="29970" y="6809"/>
                  <a:pt x="30122" y="7174"/>
                  <a:pt x="30365" y="7083"/>
                </a:cubicBezTo>
                <a:cubicBezTo>
                  <a:pt x="30153" y="6839"/>
                  <a:pt x="30244" y="6596"/>
                  <a:pt x="29970" y="6353"/>
                </a:cubicBezTo>
                <a:cubicBezTo>
                  <a:pt x="29697" y="6657"/>
                  <a:pt x="29606" y="6596"/>
                  <a:pt x="29210" y="6748"/>
                </a:cubicBezTo>
                <a:cubicBezTo>
                  <a:pt x="29271" y="6839"/>
                  <a:pt x="29302" y="6931"/>
                  <a:pt x="29150" y="6991"/>
                </a:cubicBezTo>
                <a:cubicBezTo>
                  <a:pt x="28937" y="7174"/>
                  <a:pt x="28785" y="6961"/>
                  <a:pt x="28511" y="7265"/>
                </a:cubicBezTo>
                <a:cubicBezTo>
                  <a:pt x="28572" y="7417"/>
                  <a:pt x="28359" y="7539"/>
                  <a:pt x="28603" y="7691"/>
                </a:cubicBezTo>
                <a:close/>
                <a:moveTo>
                  <a:pt x="28998" y="8055"/>
                </a:moveTo>
                <a:cubicBezTo>
                  <a:pt x="29393" y="8025"/>
                  <a:pt x="29302" y="8207"/>
                  <a:pt x="29423" y="7843"/>
                </a:cubicBezTo>
                <a:cubicBezTo>
                  <a:pt x="29514" y="8146"/>
                  <a:pt x="29727" y="7903"/>
                  <a:pt x="29849" y="8146"/>
                </a:cubicBezTo>
                <a:cubicBezTo>
                  <a:pt x="30061" y="8086"/>
                  <a:pt x="30001" y="7721"/>
                  <a:pt x="29849" y="7843"/>
                </a:cubicBezTo>
                <a:cubicBezTo>
                  <a:pt x="29910" y="7903"/>
                  <a:pt x="29788" y="8025"/>
                  <a:pt x="29697" y="7934"/>
                </a:cubicBezTo>
                <a:lnTo>
                  <a:pt x="29606" y="7812"/>
                </a:lnTo>
                <a:cubicBezTo>
                  <a:pt x="29727" y="7660"/>
                  <a:pt x="30183" y="7539"/>
                  <a:pt x="30092" y="7356"/>
                </a:cubicBezTo>
                <a:cubicBezTo>
                  <a:pt x="29849" y="7326"/>
                  <a:pt x="29727" y="7569"/>
                  <a:pt x="29545" y="7751"/>
                </a:cubicBezTo>
                <a:cubicBezTo>
                  <a:pt x="29180" y="7630"/>
                  <a:pt x="29028" y="7934"/>
                  <a:pt x="28663" y="8086"/>
                </a:cubicBezTo>
                <a:cubicBezTo>
                  <a:pt x="28694" y="8298"/>
                  <a:pt x="28815" y="8086"/>
                  <a:pt x="28967" y="8086"/>
                </a:cubicBezTo>
                <a:close/>
                <a:moveTo>
                  <a:pt x="28542" y="9210"/>
                </a:moveTo>
                <a:cubicBezTo>
                  <a:pt x="28724" y="9119"/>
                  <a:pt x="28876" y="8998"/>
                  <a:pt x="29028" y="9058"/>
                </a:cubicBezTo>
                <a:lnTo>
                  <a:pt x="28511" y="9423"/>
                </a:lnTo>
                <a:cubicBezTo>
                  <a:pt x="28511" y="9575"/>
                  <a:pt x="28572" y="9727"/>
                  <a:pt x="28694" y="9818"/>
                </a:cubicBezTo>
                <a:cubicBezTo>
                  <a:pt x="29180" y="9575"/>
                  <a:pt x="28967" y="9241"/>
                  <a:pt x="29332" y="8998"/>
                </a:cubicBezTo>
                <a:cubicBezTo>
                  <a:pt x="29302" y="8846"/>
                  <a:pt x="29119" y="8967"/>
                  <a:pt x="29058" y="8906"/>
                </a:cubicBezTo>
                <a:cubicBezTo>
                  <a:pt x="29058" y="8906"/>
                  <a:pt x="29119" y="8724"/>
                  <a:pt x="29089" y="8663"/>
                </a:cubicBezTo>
                <a:cubicBezTo>
                  <a:pt x="29089" y="8694"/>
                  <a:pt x="28906" y="8724"/>
                  <a:pt x="28906" y="8724"/>
                </a:cubicBezTo>
                <a:cubicBezTo>
                  <a:pt x="28815" y="8663"/>
                  <a:pt x="28937" y="8450"/>
                  <a:pt x="28724" y="8633"/>
                </a:cubicBezTo>
                <a:cubicBezTo>
                  <a:pt x="29089" y="8876"/>
                  <a:pt x="28420" y="8998"/>
                  <a:pt x="28511" y="9210"/>
                </a:cubicBezTo>
                <a:close/>
                <a:moveTo>
                  <a:pt x="27478" y="9210"/>
                </a:moveTo>
                <a:cubicBezTo>
                  <a:pt x="27721" y="9210"/>
                  <a:pt x="28025" y="8876"/>
                  <a:pt x="28268" y="8694"/>
                </a:cubicBezTo>
                <a:cubicBezTo>
                  <a:pt x="27903" y="8329"/>
                  <a:pt x="27539" y="8876"/>
                  <a:pt x="27447" y="9180"/>
                </a:cubicBezTo>
                <a:close/>
                <a:moveTo>
                  <a:pt x="27478" y="9697"/>
                </a:moveTo>
                <a:lnTo>
                  <a:pt x="27326" y="9757"/>
                </a:lnTo>
                <a:cubicBezTo>
                  <a:pt x="27204" y="9788"/>
                  <a:pt x="27174" y="9666"/>
                  <a:pt x="26992" y="9788"/>
                </a:cubicBezTo>
                <a:cubicBezTo>
                  <a:pt x="26961" y="9849"/>
                  <a:pt x="26718" y="9970"/>
                  <a:pt x="26809" y="10153"/>
                </a:cubicBezTo>
                <a:cubicBezTo>
                  <a:pt x="26961" y="10092"/>
                  <a:pt x="27204" y="9727"/>
                  <a:pt x="27295" y="9879"/>
                </a:cubicBezTo>
                <a:cubicBezTo>
                  <a:pt x="26931" y="10092"/>
                  <a:pt x="27235" y="10183"/>
                  <a:pt x="27174" y="10305"/>
                </a:cubicBezTo>
                <a:cubicBezTo>
                  <a:pt x="27022" y="10305"/>
                  <a:pt x="26840" y="10426"/>
                  <a:pt x="26688" y="10578"/>
                </a:cubicBezTo>
                <a:cubicBezTo>
                  <a:pt x="26961" y="10821"/>
                  <a:pt x="27356" y="10244"/>
                  <a:pt x="27691" y="10213"/>
                </a:cubicBezTo>
                <a:cubicBezTo>
                  <a:pt x="27721" y="10274"/>
                  <a:pt x="27691" y="10335"/>
                  <a:pt x="27721" y="10396"/>
                </a:cubicBezTo>
                <a:cubicBezTo>
                  <a:pt x="27964" y="10244"/>
                  <a:pt x="27873" y="10335"/>
                  <a:pt x="28055" y="10092"/>
                </a:cubicBezTo>
                <a:cubicBezTo>
                  <a:pt x="27995" y="9757"/>
                  <a:pt x="27751" y="10335"/>
                  <a:pt x="27660" y="10001"/>
                </a:cubicBezTo>
                <a:lnTo>
                  <a:pt x="28025" y="9727"/>
                </a:lnTo>
                <a:cubicBezTo>
                  <a:pt x="27903" y="9393"/>
                  <a:pt x="27691" y="9940"/>
                  <a:pt x="27508" y="9818"/>
                </a:cubicBezTo>
                <a:cubicBezTo>
                  <a:pt x="27447" y="9757"/>
                  <a:pt x="27447" y="9697"/>
                  <a:pt x="27478" y="9697"/>
                </a:cubicBezTo>
                <a:cubicBezTo>
                  <a:pt x="27539" y="9636"/>
                  <a:pt x="27478" y="9636"/>
                  <a:pt x="27447" y="9666"/>
                </a:cubicBezTo>
                <a:close/>
                <a:moveTo>
                  <a:pt x="26110" y="10365"/>
                </a:moveTo>
                <a:cubicBezTo>
                  <a:pt x="26536" y="10092"/>
                  <a:pt x="26201" y="10092"/>
                  <a:pt x="26292" y="9970"/>
                </a:cubicBezTo>
                <a:cubicBezTo>
                  <a:pt x="26566" y="9666"/>
                  <a:pt x="27052" y="9605"/>
                  <a:pt x="27235" y="9332"/>
                </a:cubicBezTo>
                <a:cubicBezTo>
                  <a:pt x="27113" y="9393"/>
                  <a:pt x="27052" y="9241"/>
                  <a:pt x="26961" y="9119"/>
                </a:cubicBezTo>
                <a:cubicBezTo>
                  <a:pt x="26748" y="9575"/>
                  <a:pt x="26384" y="9636"/>
                  <a:pt x="25897" y="10092"/>
                </a:cubicBezTo>
                <a:close/>
                <a:moveTo>
                  <a:pt x="24074" y="11885"/>
                </a:moveTo>
                <a:cubicBezTo>
                  <a:pt x="24104" y="11946"/>
                  <a:pt x="24195" y="11976"/>
                  <a:pt x="24286" y="12007"/>
                </a:cubicBezTo>
                <a:cubicBezTo>
                  <a:pt x="24469" y="11855"/>
                  <a:pt x="24438" y="11703"/>
                  <a:pt x="24408" y="11581"/>
                </a:cubicBezTo>
                <a:cubicBezTo>
                  <a:pt x="24226" y="11581"/>
                  <a:pt x="24104" y="11703"/>
                  <a:pt x="24074" y="11885"/>
                </a:cubicBezTo>
                <a:close/>
                <a:moveTo>
                  <a:pt x="23770" y="13101"/>
                </a:moveTo>
                <a:cubicBezTo>
                  <a:pt x="23861" y="12979"/>
                  <a:pt x="24256" y="12827"/>
                  <a:pt x="24134" y="12675"/>
                </a:cubicBezTo>
                <a:cubicBezTo>
                  <a:pt x="23982" y="12645"/>
                  <a:pt x="23618" y="12919"/>
                  <a:pt x="23770" y="13101"/>
                </a:cubicBezTo>
                <a:close/>
                <a:moveTo>
                  <a:pt x="22615" y="14925"/>
                </a:moveTo>
                <a:cubicBezTo>
                  <a:pt x="22827" y="14894"/>
                  <a:pt x="22675" y="14834"/>
                  <a:pt x="22888" y="14651"/>
                </a:cubicBezTo>
                <a:cubicBezTo>
                  <a:pt x="22736" y="14347"/>
                  <a:pt x="22341" y="14712"/>
                  <a:pt x="22615" y="14925"/>
                </a:cubicBezTo>
                <a:close/>
                <a:moveTo>
                  <a:pt x="21976" y="14347"/>
                </a:moveTo>
                <a:cubicBezTo>
                  <a:pt x="22189" y="14256"/>
                  <a:pt x="22706" y="14165"/>
                  <a:pt x="22736" y="13800"/>
                </a:cubicBezTo>
                <a:cubicBezTo>
                  <a:pt x="22523" y="13891"/>
                  <a:pt x="22007" y="14134"/>
                  <a:pt x="21976" y="14347"/>
                </a:cubicBezTo>
                <a:close/>
                <a:moveTo>
                  <a:pt x="19940" y="14742"/>
                </a:moveTo>
                <a:cubicBezTo>
                  <a:pt x="20092" y="14651"/>
                  <a:pt x="20183" y="14864"/>
                  <a:pt x="20335" y="14621"/>
                </a:cubicBezTo>
                <a:lnTo>
                  <a:pt x="20152" y="14408"/>
                </a:lnTo>
                <a:cubicBezTo>
                  <a:pt x="20092" y="14530"/>
                  <a:pt x="19909" y="14621"/>
                  <a:pt x="19940" y="14742"/>
                </a:cubicBezTo>
                <a:close/>
                <a:moveTo>
                  <a:pt x="19605" y="15502"/>
                </a:moveTo>
                <a:cubicBezTo>
                  <a:pt x="19940" y="15381"/>
                  <a:pt x="20183" y="15077"/>
                  <a:pt x="19879" y="14803"/>
                </a:cubicBezTo>
                <a:cubicBezTo>
                  <a:pt x="19818" y="14834"/>
                  <a:pt x="19484" y="14894"/>
                  <a:pt x="19605" y="15077"/>
                </a:cubicBezTo>
                <a:cubicBezTo>
                  <a:pt x="19636" y="15016"/>
                  <a:pt x="19697" y="14985"/>
                  <a:pt x="19727" y="15077"/>
                </a:cubicBezTo>
                <a:cubicBezTo>
                  <a:pt x="19453" y="15198"/>
                  <a:pt x="19605" y="15320"/>
                  <a:pt x="19605" y="15472"/>
                </a:cubicBezTo>
                <a:close/>
                <a:moveTo>
                  <a:pt x="18420" y="16141"/>
                </a:moveTo>
                <a:cubicBezTo>
                  <a:pt x="18663" y="16444"/>
                  <a:pt x="18694" y="15897"/>
                  <a:pt x="18845" y="15745"/>
                </a:cubicBezTo>
                <a:cubicBezTo>
                  <a:pt x="18967" y="15624"/>
                  <a:pt x="19453" y="15472"/>
                  <a:pt x="19332" y="15198"/>
                </a:cubicBezTo>
                <a:cubicBezTo>
                  <a:pt x="19028" y="15472"/>
                  <a:pt x="18511" y="15806"/>
                  <a:pt x="18420" y="16110"/>
                </a:cubicBezTo>
                <a:close/>
                <a:moveTo>
                  <a:pt x="18481" y="17296"/>
                </a:moveTo>
                <a:cubicBezTo>
                  <a:pt x="18633" y="17296"/>
                  <a:pt x="18967" y="17052"/>
                  <a:pt x="18815" y="16870"/>
                </a:cubicBezTo>
                <a:cubicBezTo>
                  <a:pt x="18724" y="16992"/>
                  <a:pt x="18359" y="17144"/>
                  <a:pt x="18481" y="17296"/>
                </a:cubicBezTo>
                <a:close/>
                <a:moveTo>
                  <a:pt x="21034" y="12432"/>
                </a:moveTo>
                <a:cubicBezTo>
                  <a:pt x="21277" y="12219"/>
                  <a:pt x="21460" y="12371"/>
                  <a:pt x="21733" y="12068"/>
                </a:cubicBezTo>
                <a:cubicBezTo>
                  <a:pt x="21460" y="11733"/>
                  <a:pt x="21156" y="12128"/>
                  <a:pt x="21034" y="12432"/>
                </a:cubicBezTo>
                <a:close/>
                <a:moveTo>
                  <a:pt x="20213" y="13071"/>
                </a:moveTo>
                <a:cubicBezTo>
                  <a:pt x="20396" y="12767"/>
                  <a:pt x="20791" y="12979"/>
                  <a:pt x="20760" y="12675"/>
                </a:cubicBezTo>
                <a:cubicBezTo>
                  <a:pt x="20426" y="12858"/>
                  <a:pt x="20487" y="12675"/>
                  <a:pt x="20548" y="12432"/>
                </a:cubicBezTo>
                <a:cubicBezTo>
                  <a:pt x="20365" y="12645"/>
                  <a:pt x="20152" y="12827"/>
                  <a:pt x="20213" y="13040"/>
                </a:cubicBezTo>
                <a:close/>
                <a:moveTo>
                  <a:pt x="18876" y="13283"/>
                </a:moveTo>
                <a:cubicBezTo>
                  <a:pt x="19089" y="13344"/>
                  <a:pt x="19271" y="13648"/>
                  <a:pt x="19484" y="13375"/>
                </a:cubicBezTo>
                <a:cubicBezTo>
                  <a:pt x="19301" y="13101"/>
                  <a:pt x="19089" y="13223"/>
                  <a:pt x="18876" y="13253"/>
                </a:cubicBezTo>
                <a:close/>
                <a:moveTo>
                  <a:pt x="18937" y="13770"/>
                </a:moveTo>
                <a:cubicBezTo>
                  <a:pt x="19393" y="13496"/>
                  <a:pt x="19028" y="14378"/>
                  <a:pt x="19484" y="13952"/>
                </a:cubicBezTo>
                <a:cubicBezTo>
                  <a:pt x="19423" y="13648"/>
                  <a:pt x="18997" y="13466"/>
                  <a:pt x="18937" y="13739"/>
                </a:cubicBezTo>
                <a:close/>
                <a:moveTo>
                  <a:pt x="17295" y="15685"/>
                </a:moveTo>
                <a:cubicBezTo>
                  <a:pt x="17204" y="15745"/>
                  <a:pt x="17113" y="15654"/>
                  <a:pt x="17052" y="15563"/>
                </a:cubicBezTo>
                <a:cubicBezTo>
                  <a:pt x="16931" y="15624"/>
                  <a:pt x="16870" y="15745"/>
                  <a:pt x="16839" y="15867"/>
                </a:cubicBezTo>
                <a:cubicBezTo>
                  <a:pt x="16931" y="16080"/>
                  <a:pt x="17356" y="15867"/>
                  <a:pt x="17295" y="15685"/>
                </a:cubicBezTo>
                <a:close/>
                <a:moveTo>
                  <a:pt x="16019" y="15381"/>
                </a:moveTo>
                <a:cubicBezTo>
                  <a:pt x="16110" y="15441"/>
                  <a:pt x="16201" y="15624"/>
                  <a:pt x="16323" y="15563"/>
                </a:cubicBezTo>
                <a:cubicBezTo>
                  <a:pt x="16171" y="15441"/>
                  <a:pt x="16535" y="15381"/>
                  <a:pt x="16566" y="15441"/>
                </a:cubicBezTo>
                <a:cubicBezTo>
                  <a:pt x="16657" y="15533"/>
                  <a:pt x="16444" y="15624"/>
                  <a:pt x="16596" y="15745"/>
                </a:cubicBezTo>
                <a:cubicBezTo>
                  <a:pt x="16931" y="15472"/>
                  <a:pt x="17204" y="14985"/>
                  <a:pt x="17569" y="14742"/>
                </a:cubicBezTo>
                <a:cubicBezTo>
                  <a:pt x="17782" y="14621"/>
                  <a:pt x="18025" y="14742"/>
                  <a:pt x="18207" y="14621"/>
                </a:cubicBezTo>
                <a:cubicBezTo>
                  <a:pt x="17994" y="14834"/>
                  <a:pt x="17782" y="15381"/>
                  <a:pt x="17994" y="15381"/>
                </a:cubicBezTo>
                <a:cubicBezTo>
                  <a:pt x="17964" y="15046"/>
                  <a:pt x="18450" y="14621"/>
                  <a:pt x="18390" y="14378"/>
                </a:cubicBezTo>
                <a:cubicBezTo>
                  <a:pt x="18390" y="14408"/>
                  <a:pt x="18116" y="14530"/>
                  <a:pt x="18146" y="14378"/>
                </a:cubicBezTo>
                <a:cubicBezTo>
                  <a:pt x="18298" y="14286"/>
                  <a:pt x="18268" y="13922"/>
                  <a:pt x="18481" y="14074"/>
                </a:cubicBezTo>
                <a:cubicBezTo>
                  <a:pt x="18420" y="14134"/>
                  <a:pt x="18268" y="14226"/>
                  <a:pt x="18329" y="14317"/>
                </a:cubicBezTo>
                <a:cubicBezTo>
                  <a:pt x="18511" y="14286"/>
                  <a:pt x="18694" y="14134"/>
                  <a:pt x="18845" y="14165"/>
                </a:cubicBezTo>
                <a:cubicBezTo>
                  <a:pt x="18845" y="14347"/>
                  <a:pt x="18906" y="14408"/>
                  <a:pt x="19089" y="14286"/>
                </a:cubicBezTo>
                <a:cubicBezTo>
                  <a:pt x="18845" y="14165"/>
                  <a:pt x="19241" y="14013"/>
                  <a:pt x="18937" y="13861"/>
                </a:cubicBezTo>
                <a:cubicBezTo>
                  <a:pt x="18785" y="14043"/>
                  <a:pt x="18845" y="14195"/>
                  <a:pt x="18602" y="14043"/>
                </a:cubicBezTo>
                <a:lnTo>
                  <a:pt x="18329" y="13314"/>
                </a:lnTo>
                <a:lnTo>
                  <a:pt x="18055" y="13557"/>
                </a:lnTo>
                <a:cubicBezTo>
                  <a:pt x="18086" y="13800"/>
                  <a:pt x="18511" y="13496"/>
                  <a:pt x="18329" y="13739"/>
                </a:cubicBezTo>
                <a:cubicBezTo>
                  <a:pt x="18268" y="13800"/>
                  <a:pt x="18025" y="14043"/>
                  <a:pt x="17994" y="13952"/>
                </a:cubicBezTo>
                <a:cubicBezTo>
                  <a:pt x="17994" y="13952"/>
                  <a:pt x="18177" y="13739"/>
                  <a:pt x="18086" y="13739"/>
                </a:cubicBezTo>
                <a:cubicBezTo>
                  <a:pt x="17812" y="13861"/>
                  <a:pt x="17690" y="14134"/>
                  <a:pt x="17478" y="14317"/>
                </a:cubicBezTo>
                <a:cubicBezTo>
                  <a:pt x="17326" y="14438"/>
                  <a:pt x="16931" y="14499"/>
                  <a:pt x="17083" y="14742"/>
                </a:cubicBezTo>
                <a:cubicBezTo>
                  <a:pt x="17417" y="14438"/>
                  <a:pt x="17690" y="14590"/>
                  <a:pt x="17994" y="14378"/>
                </a:cubicBezTo>
                <a:cubicBezTo>
                  <a:pt x="17964" y="14742"/>
                  <a:pt x="17478" y="14621"/>
                  <a:pt x="17265" y="14682"/>
                </a:cubicBezTo>
                <a:cubicBezTo>
                  <a:pt x="17174" y="14834"/>
                  <a:pt x="16900" y="15320"/>
                  <a:pt x="16657" y="15259"/>
                </a:cubicBezTo>
                <a:cubicBezTo>
                  <a:pt x="16475" y="15077"/>
                  <a:pt x="17174" y="14925"/>
                  <a:pt x="16839" y="14773"/>
                </a:cubicBezTo>
                <a:cubicBezTo>
                  <a:pt x="16596" y="15168"/>
                  <a:pt x="16383" y="15107"/>
                  <a:pt x="16019" y="15381"/>
                </a:cubicBezTo>
                <a:close/>
                <a:moveTo>
                  <a:pt x="15958" y="17964"/>
                </a:moveTo>
                <a:cubicBezTo>
                  <a:pt x="16140" y="18116"/>
                  <a:pt x="16657" y="18238"/>
                  <a:pt x="16718" y="17843"/>
                </a:cubicBezTo>
                <a:cubicBezTo>
                  <a:pt x="16627" y="17873"/>
                  <a:pt x="16535" y="17873"/>
                  <a:pt x="16475" y="17843"/>
                </a:cubicBezTo>
                <a:cubicBezTo>
                  <a:pt x="16475" y="17691"/>
                  <a:pt x="16718" y="17508"/>
                  <a:pt x="16900" y="17356"/>
                </a:cubicBezTo>
                <a:cubicBezTo>
                  <a:pt x="16991" y="17600"/>
                  <a:pt x="17143" y="17387"/>
                  <a:pt x="17265" y="17478"/>
                </a:cubicBezTo>
                <a:cubicBezTo>
                  <a:pt x="17569" y="17296"/>
                  <a:pt x="17447" y="17144"/>
                  <a:pt x="17721" y="16961"/>
                </a:cubicBezTo>
                <a:cubicBezTo>
                  <a:pt x="17478" y="16809"/>
                  <a:pt x="17569" y="16900"/>
                  <a:pt x="17447" y="16657"/>
                </a:cubicBezTo>
                <a:close/>
                <a:moveTo>
                  <a:pt x="14195" y="19910"/>
                </a:moveTo>
                <a:cubicBezTo>
                  <a:pt x="14438" y="19758"/>
                  <a:pt x="14620" y="19545"/>
                  <a:pt x="14772" y="19302"/>
                </a:cubicBezTo>
                <a:cubicBezTo>
                  <a:pt x="14924" y="19423"/>
                  <a:pt x="14651" y="19545"/>
                  <a:pt x="14742" y="19697"/>
                </a:cubicBezTo>
                <a:cubicBezTo>
                  <a:pt x="14803" y="19666"/>
                  <a:pt x="14864" y="19575"/>
                  <a:pt x="14924" y="19636"/>
                </a:cubicBezTo>
                <a:lnTo>
                  <a:pt x="15076" y="19514"/>
                </a:lnTo>
                <a:cubicBezTo>
                  <a:pt x="15016" y="19393"/>
                  <a:pt x="14833" y="19302"/>
                  <a:pt x="14924" y="19210"/>
                </a:cubicBezTo>
                <a:cubicBezTo>
                  <a:pt x="15259" y="19393"/>
                  <a:pt x="15320" y="18876"/>
                  <a:pt x="15472" y="18694"/>
                </a:cubicBezTo>
                <a:lnTo>
                  <a:pt x="15654" y="18907"/>
                </a:lnTo>
                <a:cubicBezTo>
                  <a:pt x="15776" y="18451"/>
                  <a:pt x="16566" y="18451"/>
                  <a:pt x="16353" y="18147"/>
                </a:cubicBezTo>
                <a:cubicBezTo>
                  <a:pt x="16110" y="18481"/>
                  <a:pt x="15715" y="18451"/>
                  <a:pt x="15745" y="18147"/>
                </a:cubicBezTo>
                <a:cubicBezTo>
                  <a:pt x="15502" y="18329"/>
                  <a:pt x="15320" y="18603"/>
                  <a:pt x="15289" y="18907"/>
                </a:cubicBezTo>
                <a:cubicBezTo>
                  <a:pt x="14955" y="19271"/>
                  <a:pt x="13982" y="19393"/>
                  <a:pt x="14195" y="19940"/>
                </a:cubicBezTo>
                <a:close/>
                <a:moveTo>
                  <a:pt x="11216" y="19271"/>
                </a:moveTo>
                <a:cubicBezTo>
                  <a:pt x="11338" y="19028"/>
                  <a:pt x="11520" y="19150"/>
                  <a:pt x="11459" y="18876"/>
                </a:cubicBezTo>
                <a:cubicBezTo>
                  <a:pt x="11216" y="18937"/>
                  <a:pt x="11338" y="18998"/>
                  <a:pt x="11064" y="19089"/>
                </a:cubicBezTo>
                <a:close/>
                <a:moveTo>
                  <a:pt x="11763" y="20852"/>
                </a:moveTo>
                <a:cubicBezTo>
                  <a:pt x="11915" y="20852"/>
                  <a:pt x="12067" y="20730"/>
                  <a:pt x="12250" y="20578"/>
                </a:cubicBezTo>
                <a:cubicBezTo>
                  <a:pt x="12189" y="20305"/>
                  <a:pt x="11702" y="20761"/>
                  <a:pt x="11763" y="20882"/>
                </a:cubicBezTo>
                <a:close/>
                <a:moveTo>
                  <a:pt x="12158" y="21490"/>
                </a:moveTo>
                <a:cubicBezTo>
                  <a:pt x="12614" y="21095"/>
                  <a:pt x="12250" y="21764"/>
                  <a:pt x="12554" y="21703"/>
                </a:cubicBezTo>
                <a:cubicBezTo>
                  <a:pt x="12827" y="21490"/>
                  <a:pt x="13101" y="21277"/>
                  <a:pt x="13313" y="21004"/>
                </a:cubicBezTo>
                <a:cubicBezTo>
                  <a:pt x="13405" y="20761"/>
                  <a:pt x="13010" y="20913"/>
                  <a:pt x="13161" y="20669"/>
                </a:cubicBezTo>
                <a:cubicBezTo>
                  <a:pt x="13465" y="20700"/>
                  <a:pt x="13739" y="20639"/>
                  <a:pt x="14013" y="20517"/>
                </a:cubicBezTo>
                <a:cubicBezTo>
                  <a:pt x="14043" y="20335"/>
                  <a:pt x="14013" y="20122"/>
                  <a:pt x="13891" y="19970"/>
                </a:cubicBezTo>
                <a:cubicBezTo>
                  <a:pt x="13648" y="20183"/>
                  <a:pt x="13313" y="20426"/>
                  <a:pt x="13709" y="20335"/>
                </a:cubicBezTo>
                <a:cubicBezTo>
                  <a:pt x="13435" y="20517"/>
                  <a:pt x="13192" y="20487"/>
                  <a:pt x="12918" y="20700"/>
                </a:cubicBezTo>
                <a:cubicBezTo>
                  <a:pt x="12979" y="21125"/>
                  <a:pt x="12219" y="21156"/>
                  <a:pt x="12158" y="21521"/>
                </a:cubicBezTo>
                <a:close/>
                <a:moveTo>
                  <a:pt x="12341" y="21885"/>
                </a:moveTo>
                <a:cubicBezTo>
                  <a:pt x="12219" y="21916"/>
                  <a:pt x="12219" y="21825"/>
                  <a:pt x="12219" y="21733"/>
                </a:cubicBezTo>
                <a:cubicBezTo>
                  <a:pt x="12037" y="21885"/>
                  <a:pt x="11915" y="21673"/>
                  <a:pt x="11702" y="21825"/>
                </a:cubicBezTo>
                <a:cubicBezTo>
                  <a:pt x="11642" y="22068"/>
                  <a:pt x="12310" y="22220"/>
                  <a:pt x="12341" y="21885"/>
                </a:cubicBezTo>
                <a:close/>
                <a:moveTo>
                  <a:pt x="12250" y="62160"/>
                </a:moveTo>
                <a:cubicBezTo>
                  <a:pt x="12371" y="62220"/>
                  <a:pt x="12493" y="62372"/>
                  <a:pt x="12554" y="62281"/>
                </a:cubicBezTo>
                <a:cubicBezTo>
                  <a:pt x="12250" y="62008"/>
                  <a:pt x="13070" y="62129"/>
                  <a:pt x="12554" y="61916"/>
                </a:cubicBezTo>
                <a:cubicBezTo>
                  <a:pt x="12432" y="61916"/>
                  <a:pt x="12462" y="62038"/>
                  <a:pt x="12250" y="62190"/>
                </a:cubicBezTo>
                <a:close/>
                <a:moveTo>
                  <a:pt x="9605" y="56962"/>
                </a:moveTo>
                <a:cubicBezTo>
                  <a:pt x="9909" y="57296"/>
                  <a:pt x="10000" y="57570"/>
                  <a:pt x="10365" y="57661"/>
                </a:cubicBezTo>
                <a:cubicBezTo>
                  <a:pt x="10183" y="57387"/>
                  <a:pt x="9940" y="57144"/>
                  <a:pt x="9636" y="56962"/>
                </a:cubicBezTo>
                <a:close/>
                <a:moveTo>
                  <a:pt x="5046" y="53953"/>
                </a:moveTo>
                <a:cubicBezTo>
                  <a:pt x="5259" y="54226"/>
                  <a:pt x="5167" y="54317"/>
                  <a:pt x="5289" y="54561"/>
                </a:cubicBezTo>
                <a:cubicBezTo>
                  <a:pt x="5532" y="54469"/>
                  <a:pt x="5319" y="53862"/>
                  <a:pt x="5076" y="53983"/>
                </a:cubicBezTo>
                <a:close/>
                <a:moveTo>
                  <a:pt x="4256" y="52524"/>
                </a:moveTo>
                <a:cubicBezTo>
                  <a:pt x="4559" y="52706"/>
                  <a:pt x="4408" y="53162"/>
                  <a:pt x="4711" y="53284"/>
                </a:cubicBezTo>
                <a:cubicBezTo>
                  <a:pt x="4742" y="53162"/>
                  <a:pt x="4529" y="52372"/>
                  <a:pt x="4256" y="52555"/>
                </a:cubicBezTo>
                <a:close/>
                <a:moveTo>
                  <a:pt x="1338" y="42737"/>
                </a:moveTo>
                <a:cubicBezTo>
                  <a:pt x="1459" y="42828"/>
                  <a:pt x="1642" y="42798"/>
                  <a:pt x="1763" y="42889"/>
                </a:cubicBezTo>
                <a:cubicBezTo>
                  <a:pt x="1733" y="42737"/>
                  <a:pt x="1733" y="42615"/>
                  <a:pt x="1702" y="42463"/>
                </a:cubicBezTo>
                <a:cubicBezTo>
                  <a:pt x="1520" y="42494"/>
                  <a:pt x="1338" y="42524"/>
                  <a:pt x="1338" y="42767"/>
                </a:cubicBezTo>
                <a:close/>
                <a:moveTo>
                  <a:pt x="2736" y="37843"/>
                </a:moveTo>
                <a:cubicBezTo>
                  <a:pt x="2766" y="38238"/>
                  <a:pt x="2341" y="38056"/>
                  <a:pt x="2493" y="38573"/>
                </a:cubicBezTo>
                <a:cubicBezTo>
                  <a:pt x="2766" y="38603"/>
                  <a:pt x="2705" y="38208"/>
                  <a:pt x="2888" y="38451"/>
                </a:cubicBezTo>
                <a:cubicBezTo>
                  <a:pt x="2918" y="38208"/>
                  <a:pt x="2888" y="37965"/>
                  <a:pt x="2736" y="37873"/>
                </a:cubicBezTo>
                <a:close/>
                <a:moveTo>
                  <a:pt x="760" y="36080"/>
                </a:moveTo>
                <a:cubicBezTo>
                  <a:pt x="821" y="36445"/>
                  <a:pt x="608" y="36354"/>
                  <a:pt x="578" y="36506"/>
                </a:cubicBezTo>
                <a:cubicBezTo>
                  <a:pt x="790" y="36566"/>
                  <a:pt x="851" y="36323"/>
                  <a:pt x="1003" y="36202"/>
                </a:cubicBezTo>
                <a:cubicBezTo>
                  <a:pt x="1155" y="36202"/>
                  <a:pt x="1094" y="36506"/>
                  <a:pt x="1307" y="36445"/>
                </a:cubicBezTo>
                <a:cubicBezTo>
                  <a:pt x="1368" y="35807"/>
                  <a:pt x="1125" y="36202"/>
                  <a:pt x="760" y="36080"/>
                </a:cubicBezTo>
                <a:close/>
                <a:moveTo>
                  <a:pt x="2158" y="29879"/>
                </a:moveTo>
                <a:cubicBezTo>
                  <a:pt x="2037" y="30183"/>
                  <a:pt x="2006" y="30426"/>
                  <a:pt x="2128" y="30578"/>
                </a:cubicBezTo>
                <a:cubicBezTo>
                  <a:pt x="2189" y="30153"/>
                  <a:pt x="2553" y="30031"/>
                  <a:pt x="2189" y="29879"/>
                </a:cubicBezTo>
                <a:close/>
                <a:moveTo>
                  <a:pt x="4772" y="27843"/>
                </a:moveTo>
                <a:lnTo>
                  <a:pt x="4529" y="28329"/>
                </a:lnTo>
                <a:cubicBezTo>
                  <a:pt x="4803" y="28542"/>
                  <a:pt x="5107" y="27873"/>
                  <a:pt x="4772" y="27843"/>
                </a:cubicBezTo>
                <a:close/>
                <a:moveTo>
                  <a:pt x="4073" y="26414"/>
                </a:moveTo>
                <a:cubicBezTo>
                  <a:pt x="3891" y="26749"/>
                  <a:pt x="3739" y="27022"/>
                  <a:pt x="3891" y="27144"/>
                </a:cubicBezTo>
                <a:cubicBezTo>
                  <a:pt x="3921" y="26931"/>
                  <a:pt x="4408" y="26475"/>
                  <a:pt x="4104" y="26414"/>
                </a:cubicBezTo>
                <a:close/>
                <a:moveTo>
                  <a:pt x="5441" y="24864"/>
                </a:moveTo>
                <a:cubicBezTo>
                  <a:pt x="5137" y="25168"/>
                  <a:pt x="4985" y="25806"/>
                  <a:pt x="5259" y="25654"/>
                </a:cubicBezTo>
                <a:cubicBezTo>
                  <a:pt x="5198" y="25563"/>
                  <a:pt x="5958" y="25016"/>
                  <a:pt x="5441" y="24864"/>
                </a:cubicBezTo>
                <a:close/>
                <a:moveTo>
                  <a:pt x="8055" y="23861"/>
                </a:moveTo>
                <a:cubicBezTo>
                  <a:pt x="7842" y="23739"/>
                  <a:pt x="7569" y="23831"/>
                  <a:pt x="7295" y="24135"/>
                </a:cubicBezTo>
                <a:cubicBezTo>
                  <a:pt x="7508" y="24591"/>
                  <a:pt x="7781" y="24104"/>
                  <a:pt x="8055" y="23861"/>
                </a:cubicBezTo>
                <a:close/>
                <a:moveTo>
                  <a:pt x="8420" y="21338"/>
                </a:moveTo>
                <a:cubicBezTo>
                  <a:pt x="8055" y="21338"/>
                  <a:pt x="7933" y="21764"/>
                  <a:pt x="7477" y="21825"/>
                </a:cubicBezTo>
                <a:cubicBezTo>
                  <a:pt x="7569" y="22007"/>
                  <a:pt x="7690" y="21764"/>
                  <a:pt x="7812" y="21733"/>
                </a:cubicBezTo>
                <a:cubicBezTo>
                  <a:pt x="8085" y="21642"/>
                  <a:pt x="8572" y="21642"/>
                  <a:pt x="8420" y="21338"/>
                </a:cubicBezTo>
                <a:close/>
                <a:moveTo>
                  <a:pt x="11155" y="22189"/>
                </a:moveTo>
                <a:cubicBezTo>
                  <a:pt x="10882" y="22432"/>
                  <a:pt x="10760" y="22767"/>
                  <a:pt x="10791" y="23132"/>
                </a:cubicBezTo>
                <a:cubicBezTo>
                  <a:pt x="10973" y="22949"/>
                  <a:pt x="11459" y="22888"/>
                  <a:pt x="11459" y="22584"/>
                </a:cubicBezTo>
                <a:cubicBezTo>
                  <a:pt x="11277" y="22706"/>
                  <a:pt x="11125" y="22280"/>
                  <a:pt x="11155" y="22189"/>
                </a:cubicBezTo>
                <a:close/>
                <a:moveTo>
                  <a:pt x="9514" y="23983"/>
                </a:moveTo>
                <a:cubicBezTo>
                  <a:pt x="9666" y="24256"/>
                  <a:pt x="9970" y="23709"/>
                  <a:pt x="10183" y="23618"/>
                </a:cubicBezTo>
                <a:cubicBezTo>
                  <a:pt x="10274" y="23496"/>
                  <a:pt x="10274" y="23405"/>
                  <a:pt x="10426" y="23283"/>
                </a:cubicBezTo>
                <a:cubicBezTo>
                  <a:pt x="10517" y="23496"/>
                  <a:pt x="10639" y="23496"/>
                  <a:pt x="10821" y="23283"/>
                </a:cubicBezTo>
                <a:cubicBezTo>
                  <a:pt x="10699" y="23071"/>
                  <a:pt x="10517" y="23344"/>
                  <a:pt x="10395" y="23101"/>
                </a:cubicBezTo>
                <a:cubicBezTo>
                  <a:pt x="10730" y="22919"/>
                  <a:pt x="10639" y="22706"/>
                  <a:pt x="10699" y="22554"/>
                </a:cubicBezTo>
                <a:cubicBezTo>
                  <a:pt x="10304" y="23010"/>
                  <a:pt x="9970" y="23739"/>
                  <a:pt x="9514" y="23983"/>
                </a:cubicBezTo>
                <a:close/>
                <a:moveTo>
                  <a:pt x="6049" y="28025"/>
                </a:moveTo>
                <a:cubicBezTo>
                  <a:pt x="6079" y="27964"/>
                  <a:pt x="6140" y="27934"/>
                  <a:pt x="6231" y="28025"/>
                </a:cubicBezTo>
                <a:cubicBezTo>
                  <a:pt x="6322" y="27721"/>
                  <a:pt x="6262" y="27812"/>
                  <a:pt x="6474" y="27569"/>
                </a:cubicBezTo>
                <a:cubicBezTo>
                  <a:pt x="6292" y="27357"/>
                  <a:pt x="5958" y="28056"/>
                  <a:pt x="6049" y="28025"/>
                </a:cubicBezTo>
                <a:close/>
                <a:moveTo>
                  <a:pt x="5411" y="29819"/>
                </a:moveTo>
                <a:cubicBezTo>
                  <a:pt x="5502" y="29606"/>
                  <a:pt x="5532" y="29454"/>
                  <a:pt x="5411" y="29393"/>
                </a:cubicBezTo>
                <a:cubicBezTo>
                  <a:pt x="5319" y="29515"/>
                  <a:pt x="5198" y="29515"/>
                  <a:pt x="5167" y="29727"/>
                </a:cubicBezTo>
                <a:close/>
                <a:moveTo>
                  <a:pt x="5107" y="30457"/>
                </a:moveTo>
                <a:cubicBezTo>
                  <a:pt x="5350" y="30396"/>
                  <a:pt x="5654" y="30457"/>
                  <a:pt x="5745" y="30062"/>
                </a:cubicBezTo>
                <a:cubicBezTo>
                  <a:pt x="5502" y="29849"/>
                  <a:pt x="5563" y="30123"/>
                  <a:pt x="5380" y="30123"/>
                </a:cubicBezTo>
                <a:cubicBezTo>
                  <a:pt x="5380" y="30123"/>
                  <a:pt x="5319" y="29940"/>
                  <a:pt x="5228" y="30062"/>
                </a:cubicBezTo>
                <a:close/>
                <a:moveTo>
                  <a:pt x="4438" y="36962"/>
                </a:moveTo>
                <a:cubicBezTo>
                  <a:pt x="4468" y="36688"/>
                  <a:pt x="4438" y="36475"/>
                  <a:pt x="4286" y="36354"/>
                </a:cubicBezTo>
                <a:cubicBezTo>
                  <a:pt x="4286" y="36658"/>
                  <a:pt x="4104" y="36658"/>
                  <a:pt x="4104" y="36931"/>
                </a:cubicBezTo>
                <a:close/>
                <a:moveTo>
                  <a:pt x="24195" y="64713"/>
                </a:moveTo>
                <a:cubicBezTo>
                  <a:pt x="24195" y="64895"/>
                  <a:pt x="23922" y="64895"/>
                  <a:pt x="23618" y="64956"/>
                </a:cubicBezTo>
                <a:cubicBezTo>
                  <a:pt x="23830" y="64986"/>
                  <a:pt x="23709" y="65199"/>
                  <a:pt x="24013" y="65199"/>
                </a:cubicBezTo>
                <a:cubicBezTo>
                  <a:pt x="24074" y="65078"/>
                  <a:pt x="24621" y="64774"/>
                  <a:pt x="24195" y="64713"/>
                </a:cubicBezTo>
                <a:close/>
                <a:moveTo>
                  <a:pt x="26384" y="64926"/>
                </a:moveTo>
                <a:cubicBezTo>
                  <a:pt x="26292" y="64895"/>
                  <a:pt x="26262" y="64804"/>
                  <a:pt x="26292" y="64743"/>
                </a:cubicBezTo>
                <a:cubicBezTo>
                  <a:pt x="25988" y="64652"/>
                  <a:pt x="25958" y="64865"/>
                  <a:pt x="25776" y="64926"/>
                </a:cubicBezTo>
                <a:cubicBezTo>
                  <a:pt x="25958" y="64895"/>
                  <a:pt x="26353" y="65078"/>
                  <a:pt x="26384" y="64926"/>
                </a:cubicBezTo>
                <a:close/>
                <a:moveTo>
                  <a:pt x="72251" y="55229"/>
                </a:moveTo>
                <a:cubicBezTo>
                  <a:pt x="72099" y="55412"/>
                  <a:pt x="71704" y="55199"/>
                  <a:pt x="71734" y="55533"/>
                </a:cubicBezTo>
                <a:cubicBezTo>
                  <a:pt x="71856" y="55503"/>
                  <a:pt x="72312" y="55472"/>
                  <a:pt x="72281" y="55199"/>
                </a:cubicBezTo>
                <a:close/>
                <a:moveTo>
                  <a:pt x="73740" y="54591"/>
                </a:moveTo>
                <a:cubicBezTo>
                  <a:pt x="73619" y="54713"/>
                  <a:pt x="73527" y="54682"/>
                  <a:pt x="73436" y="54561"/>
                </a:cubicBezTo>
                <a:cubicBezTo>
                  <a:pt x="73163" y="54743"/>
                  <a:pt x="73284" y="54925"/>
                  <a:pt x="72980" y="55108"/>
                </a:cubicBezTo>
                <a:cubicBezTo>
                  <a:pt x="73041" y="55229"/>
                  <a:pt x="73588" y="55017"/>
                  <a:pt x="73649" y="54925"/>
                </a:cubicBezTo>
                <a:cubicBezTo>
                  <a:pt x="73679" y="54865"/>
                  <a:pt x="73497" y="54773"/>
                  <a:pt x="73588" y="54713"/>
                </a:cubicBezTo>
                <a:cubicBezTo>
                  <a:pt x="73710" y="54804"/>
                  <a:pt x="74014" y="54713"/>
                  <a:pt x="73771" y="54561"/>
                </a:cubicBezTo>
                <a:close/>
                <a:moveTo>
                  <a:pt x="74500" y="52950"/>
                </a:moveTo>
                <a:cubicBezTo>
                  <a:pt x="74378" y="52798"/>
                  <a:pt x="73922" y="53132"/>
                  <a:pt x="74014" y="53314"/>
                </a:cubicBezTo>
                <a:cubicBezTo>
                  <a:pt x="74196" y="53223"/>
                  <a:pt x="74348" y="53071"/>
                  <a:pt x="74530" y="52950"/>
                </a:cubicBezTo>
                <a:close/>
                <a:moveTo>
                  <a:pt x="78482" y="25989"/>
                </a:moveTo>
                <a:cubicBezTo>
                  <a:pt x="78360" y="25624"/>
                  <a:pt x="77965" y="25867"/>
                  <a:pt x="78208" y="26141"/>
                </a:cubicBezTo>
                <a:close/>
                <a:moveTo>
                  <a:pt x="79880" y="28268"/>
                </a:moveTo>
                <a:cubicBezTo>
                  <a:pt x="80123" y="28177"/>
                  <a:pt x="80002" y="27873"/>
                  <a:pt x="79850" y="27600"/>
                </a:cubicBezTo>
                <a:cubicBezTo>
                  <a:pt x="79576" y="27691"/>
                  <a:pt x="79789" y="27995"/>
                  <a:pt x="79910" y="28268"/>
                </a:cubicBezTo>
                <a:close/>
                <a:moveTo>
                  <a:pt x="74378" y="31369"/>
                </a:moveTo>
                <a:cubicBezTo>
                  <a:pt x="74470" y="31247"/>
                  <a:pt x="74865" y="31217"/>
                  <a:pt x="74804" y="31034"/>
                </a:cubicBezTo>
                <a:cubicBezTo>
                  <a:pt x="74652" y="31034"/>
                  <a:pt x="74500" y="31065"/>
                  <a:pt x="74378" y="31126"/>
                </a:cubicBezTo>
                <a:cubicBezTo>
                  <a:pt x="74470" y="31247"/>
                  <a:pt x="74348" y="31278"/>
                  <a:pt x="74378" y="31369"/>
                </a:cubicBezTo>
                <a:close/>
                <a:moveTo>
                  <a:pt x="74530" y="32797"/>
                </a:moveTo>
                <a:cubicBezTo>
                  <a:pt x="74713" y="32797"/>
                  <a:pt x="74682" y="32676"/>
                  <a:pt x="74774" y="32645"/>
                </a:cubicBezTo>
                <a:cubicBezTo>
                  <a:pt x="74956" y="32645"/>
                  <a:pt x="75199" y="32676"/>
                  <a:pt x="75138" y="32463"/>
                </a:cubicBezTo>
                <a:cubicBezTo>
                  <a:pt x="75078" y="32463"/>
                  <a:pt x="74986" y="32493"/>
                  <a:pt x="74926" y="32554"/>
                </a:cubicBezTo>
                <a:cubicBezTo>
                  <a:pt x="74926" y="32433"/>
                  <a:pt x="74804" y="32402"/>
                  <a:pt x="74652" y="32433"/>
                </a:cubicBezTo>
                <a:cubicBezTo>
                  <a:pt x="74774" y="32615"/>
                  <a:pt x="74622" y="32676"/>
                  <a:pt x="74561" y="32797"/>
                </a:cubicBezTo>
                <a:close/>
                <a:moveTo>
                  <a:pt x="82160" y="32098"/>
                </a:moveTo>
                <a:cubicBezTo>
                  <a:pt x="82069" y="31794"/>
                  <a:pt x="82221" y="31034"/>
                  <a:pt x="81886" y="31156"/>
                </a:cubicBezTo>
                <a:cubicBezTo>
                  <a:pt x="81673" y="31278"/>
                  <a:pt x="82099" y="31278"/>
                  <a:pt x="82038" y="31582"/>
                </a:cubicBezTo>
                <a:cubicBezTo>
                  <a:pt x="81917" y="31582"/>
                  <a:pt x="81825" y="31612"/>
                  <a:pt x="81886" y="31794"/>
                </a:cubicBezTo>
                <a:cubicBezTo>
                  <a:pt x="82160" y="31612"/>
                  <a:pt x="81977" y="32159"/>
                  <a:pt x="82190" y="32098"/>
                </a:cubicBezTo>
                <a:close/>
                <a:moveTo>
                  <a:pt x="75230" y="33223"/>
                </a:moveTo>
                <a:cubicBezTo>
                  <a:pt x="75199" y="33010"/>
                  <a:pt x="74986" y="32889"/>
                  <a:pt x="74804" y="32980"/>
                </a:cubicBezTo>
                <a:cubicBezTo>
                  <a:pt x="74834" y="33162"/>
                  <a:pt x="75381" y="33223"/>
                  <a:pt x="75078" y="33527"/>
                </a:cubicBezTo>
                <a:cubicBezTo>
                  <a:pt x="75351" y="33557"/>
                  <a:pt x="75290" y="33314"/>
                  <a:pt x="75260" y="33223"/>
                </a:cubicBezTo>
                <a:close/>
                <a:moveTo>
                  <a:pt x="75655" y="33952"/>
                </a:moveTo>
                <a:cubicBezTo>
                  <a:pt x="75473" y="33831"/>
                  <a:pt x="75473" y="33618"/>
                  <a:pt x="75169" y="33648"/>
                </a:cubicBezTo>
                <a:cubicBezTo>
                  <a:pt x="75078" y="33922"/>
                  <a:pt x="75564" y="34226"/>
                  <a:pt x="75685" y="33952"/>
                </a:cubicBezTo>
                <a:close/>
                <a:moveTo>
                  <a:pt x="81217" y="40123"/>
                </a:moveTo>
                <a:cubicBezTo>
                  <a:pt x="81126" y="40335"/>
                  <a:pt x="80883" y="40214"/>
                  <a:pt x="80853" y="40518"/>
                </a:cubicBezTo>
                <a:cubicBezTo>
                  <a:pt x="81035" y="40639"/>
                  <a:pt x="81369" y="40275"/>
                  <a:pt x="81248" y="40123"/>
                </a:cubicBezTo>
                <a:close/>
                <a:moveTo>
                  <a:pt x="76689" y="46080"/>
                </a:moveTo>
                <a:lnTo>
                  <a:pt x="76385" y="45928"/>
                </a:lnTo>
                <a:lnTo>
                  <a:pt x="76293" y="46202"/>
                </a:lnTo>
                <a:cubicBezTo>
                  <a:pt x="76476" y="46293"/>
                  <a:pt x="76628" y="46293"/>
                  <a:pt x="76689" y="46080"/>
                </a:cubicBezTo>
                <a:close/>
                <a:moveTo>
                  <a:pt x="70093" y="55533"/>
                </a:moveTo>
                <a:cubicBezTo>
                  <a:pt x="70336" y="55412"/>
                  <a:pt x="70792" y="54956"/>
                  <a:pt x="70609" y="54956"/>
                </a:cubicBezTo>
                <a:cubicBezTo>
                  <a:pt x="70518" y="55138"/>
                  <a:pt x="69880" y="55533"/>
                  <a:pt x="70093" y="55533"/>
                </a:cubicBezTo>
                <a:close/>
                <a:moveTo>
                  <a:pt x="68786" y="55655"/>
                </a:moveTo>
                <a:cubicBezTo>
                  <a:pt x="68998" y="55594"/>
                  <a:pt x="69120" y="55837"/>
                  <a:pt x="69363" y="55594"/>
                </a:cubicBezTo>
                <a:cubicBezTo>
                  <a:pt x="69242" y="55442"/>
                  <a:pt x="68816" y="55412"/>
                  <a:pt x="68786" y="55655"/>
                </a:cubicBezTo>
                <a:close/>
                <a:moveTo>
                  <a:pt x="68573" y="57053"/>
                </a:moveTo>
                <a:cubicBezTo>
                  <a:pt x="68451" y="56749"/>
                  <a:pt x="68056" y="57266"/>
                  <a:pt x="67965" y="57357"/>
                </a:cubicBezTo>
                <a:cubicBezTo>
                  <a:pt x="68178" y="57327"/>
                  <a:pt x="68482" y="57296"/>
                  <a:pt x="68573" y="57053"/>
                </a:cubicBezTo>
                <a:close/>
                <a:moveTo>
                  <a:pt x="65047" y="57570"/>
                </a:moveTo>
                <a:cubicBezTo>
                  <a:pt x="65260" y="57448"/>
                  <a:pt x="65260" y="57691"/>
                  <a:pt x="65381" y="57722"/>
                </a:cubicBezTo>
                <a:cubicBezTo>
                  <a:pt x="65746" y="57631"/>
                  <a:pt x="66050" y="57509"/>
                  <a:pt x="66111" y="57296"/>
                </a:cubicBezTo>
                <a:cubicBezTo>
                  <a:pt x="66202" y="57418"/>
                  <a:pt x="66354" y="57327"/>
                  <a:pt x="66445" y="57357"/>
                </a:cubicBezTo>
                <a:cubicBezTo>
                  <a:pt x="66810" y="56901"/>
                  <a:pt x="67539" y="56780"/>
                  <a:pt x="68026" y="56597"/>
                </a:cubicBezTo>
                <a:cubicBezTo>
                  <a:pt x="67904" y="56506"/>
                  <a:pt x="68482" y="56324"/>
                  <a:pt x="68117" y="56384"/>
                </a:cubicBezTo>
                <a:cubicBezTo>
                  <a:pt x="67965" y="56445"/>
                  <a:pt x="67995" y="56536"/>
                  <a:pt x="67843" y="56628"/>
                </a:cubicBezTo>
                <a:cubicBezTo>
                  <a:pt x="67722" y="56445"/>
                  <a:pt x="67387" y="56506"/>
                  <a:pt x="67205" y="56536"/>
                </a:cubicBezTo>
                <a:cubicBezTo>
                  <a:pt x="66992" y="56567"/>
                  <a:pt x="67023" y="56688"/>
                  <a:pt x="66810" y="56780"/>
                </a:cubicBezTo>
                <a:cubicBezTo>
                  <a:pt x="66628" y="56871"/>
                  <a:pt x="66263" y="56810"/>
                  <a:pt x="66080" y="56901"/>
                </a:cubicBezTo>
                <a:cubicBezTo>
                  <a:pt x="65959" y="56931"/>
                  <a:pt x="65989" y="57023"/>
                  <a:pt x="65837" y="57053"/>
                </a:cubicBezTo>
                <a:cubicBezTo>
                  <a:pt x="65594" y="57083"/>
                  <a:pt x="64956" y="57235"/>
                  <a:pt x="65047" y="57570"/>
                </a:cubicBezTo>
                <a:close/>
                <a:moveTo>
                  <a:pt x="54074" y="60184"/>
                </a:moveTo>
                <a:cubicBezTo>
                  <a:pt x="54287" y="60184"/>
                  <a:pt x="54530" y="60336"/>
                  <a:pt x="54743" y="60305"/>
                </a:cubicBezTo>
                <a:cubicBezTo>
                  <a:pt x="54956" y="60305"/>
                  <a:pt x="55016" y="60123"/>
                  <a:pt x="55168" y="60062"/>
                </a:cubicBezTo>
                <a:cubicBezTo>
                  <a:pt x="55260" y="60032"/>
                  <a:pt x="55260" y="60123"/>
                  <a:pt x="55290" y="60123"/>
                </a:cubicBezTo>
                <a:cubicBezTo>
                  <a:pt x="55381" y="60123"/>
                  <a:pt x="55351" y="60032"/>
                  <a:pt x="55351" y="60032"/>
                </a:cubicBezTo>
                <a:cubicBezTo>
                  <a:pt x="55837" y="59941"/>
                  <a:pt x="56080" y="59819"/>
                  <a:pt x="56111" y="59576"/>
                </a:cubicBezTo>
                <a:cubicBezTo>
                  <a:pt x="55776" y="59576"/>
                  <a:pt x="55290" y="59849"/>
                  <a:pt x="54773" y="59971"/>
                </a:cubicBezTo>
                <a:cubicBezTo>
                  <a:pt x="54530" y="60032"/>
                  <a:pt x="54104" y="59819"/>
                  <a:pt x="54074" y="60184"/>
                </a:cubicBezTo>
                <a:close/>
                <a:moveTo>
                  <a:pt x="41551" y="65503"/>
                </a:moveTo>
                <a:cubicBezTo>
                  <a:pt x="41794" y="65503"/>
                  <a:pt x="41977" y="65625"/>
                  <a:pt x="42129" y="65442"/>
                </a:cubicBezTo>
                <a:cubicBezTo>
                  <a:pt x="42189" y="65138"/>
                  <a:pt x="41490" y="65321"/>
                  <a:pt x="41551" y="65503"/>
                </a:cubicBezTo>
                <a:close/>
                <a:moveTo>
                  <a:pt x="43223" y="64743"/>
                </a:moveTo>
                <a:cubicBezTo>
                  <a:pt x="42828" y="64622"/>
                  <a:pt x="42888" y="65169"/>
                  <a:pt x="43071" y="65169"/>
                </a:cubicBezTo>
                <a:cubicBezTo>
                  <a:pt x="42980" y="64926"/>
                  <a:pt x="43375" y="65017"/>
                  <a:pt x="43223" y="64713"/>
                </a:cubicBezTo>
                <a:close/>
                <a:moveTo>
                  <a:pt x="42676" y="64378"/>
                </a:moveTo>
                <a:cubicBezTo>
                  <a:pt x="42919" y="64378"/>
                  <a:pt x="42888" y="64652"/>
                  <a:pt x="43192" y="64561"/>
                </a:cubicBezTo>
                <a:cubicBezTo>
                  <a:pt x="43648" y="64287"/>
                  <a:pt x="42797" y="63953"/>
                  <a:pt x="42676" y="64378"/>
                </a:cubicBezTo>
                <a:close/>
                <a:moveTo>
                  <a:pt x="53953" y="60549"/>
                </a:moveTo>
                <a:cubicBezTo>
                  <a:pt x="53922" y="60305"/>
                  <a:pt x="53679" y="60336"/>
                  <a:pt x="53679" y="60093"/>
                </a:cubicBezTo>
                <a:cubicBezTo>
                  <a:pt x="53740" y="60062"/>
                  <a:pt x="53861" y="60032"/>
                  <a:pt x="53831" y="59971"/>
                </a:cubicBezTo>
                <a:cubicBezTo>
                  <a:pt x="53345" y="60093"/>
                  <a:pt x="53345" y="60609"/>
                  <a:pt x="53953" y="60549"/>
                </a:cubicBezTo>
                <a:close/>
                <a:moveTo>
                  <a:pt x="48056" y="57600"/>
                </a:moveTo>
                <a:cubicBezTo>
                  <a:pt x="48269" y="57722"/>
                  <a:pt x="48633" y="57539"/>
                  <a:pt x="48785" y="57387"/>
                </a:cubicBezTo>
                <a:cubicBezTo>
                  <a:pt x="48420" y="57479"/>
                  <a:pt x="48177" y="57296"/>
                  <a:pt x="48056" y="57600"/>
                </a:cubicBezTo>
                <a:close/>
                <a:moveTo>
                  <a:pt x="45624" y="58147"/>
                </a:moveTo>
                <a:cubicBezTo>
                  <a:pt x="45958" y="57904"/>
                  <a:pt x="45989" y="58208"/>
                  <a:pt x="46293" y="58208"/>
                </a:cubicBezTo>
                <a:cubicBezTo>
                  <a:pt x="46262" y="57995"/>
                  <a:pt x="46414" y="57935"/>
                  <a:pt x="46232" y="57813"/>
                </a:cubicBezTo>
                <a:cubicBezTo>
                  <a:pt x="46110" y="57965"/>
                  <a:pt x="45594" y="57843"/>
                  <a:pt x="45624" y="58147"/>
                </a:cubicBezTo>
                <a:close/>
                <a:moveTo>
                  <a:pt x="40518" y="59059"/>
                </a:moveTo>
                <a:cubicBezTo>
                  <a:pt x="40639" y="59150"/>
                  <a:pt x="40974" y="59120"/>
                  <a:pt x="40974" y="58938"/>
                </a:cubicBezTo>
                <a:cubicBezTo>
                  <a:pt x="40822" y="58816"/>
                  <a:pt x="40518" y="58846"/>
                  <a:pt x="40518" y="59059"/>
                </a:cubicBezTo>
                <a:close/>
                <a:moveTo>
                  <a:pt x="41429" y="63345"/>
                </a:moveTo>
                <a:cubicBezTo>
                  <a:pt x="41794" y="63467"/>
                  <a:pt x="41855" y="63254"/>
                  <a:pt x="42189" y="63193"/>
                </a:cubicBezTo>
                <a:cubicBezTo>
                  <a:pt x="42129" y="63527"/>
                  <a:pt x="42585" y="63223"/>
                  <a:pt x="42585" y="63223"/>
                </a:cubicBezTo>
                <a:cubicBezTo>
                  <a:pt x="42767" y="63223"/>
                  <a:pt x="42828" y="63436"/>
                  <a:pt x="43071" y="63406"/>
                </a:cubicBezTo>
                <a:cubicBezTo>
                  <a:pt x="42949" y="63071"/>
                  <a:pt x="43557" y="63193"/>
                  <a:pt x="43588" y="62919"/>
                </a:cubicBezTo>
                <a:cubicBezTo>
                  <a:pt x="43740" y="62919"/>
                  <a:pt x="44044" y="62798"/>
                  <a:pt x="43952" y="63041"/>
                </a:cubicBezTo>
                <a:cubicBezTo>
                  <a:pt x="43679" y="63132"/>
                  <a:pt x="43557" y="62889"/>
                  <a:pt x="43496" y="63193"/>
                </a:cubicBezTo>
                <a:cubicBezTo>
                  <a:pt x="43648" y="63254"/>
                  <a:pt x="43831" y="63254"/>
                  <a:pt x="43983" y="63193"/>
                </a:cubicBezTo>
                <a:cubicBezTo>
                  <a:pt x="44135" y="63132"/>
                  <a:pt x="44682" y="62524"/>
                  <a:pt x="44803" y="62919"/>
                </a:cubicBezTo>
                <a:cubicBezTo>
                  <a:pt x="44743" y="62919"/>
                  <a:pt x="44712" y="63011"/>
                  <a:pt x="44803" y="63011"/>
                </a:cubicBezTo>
                <a:cubicBezTo>
                  <a:pt x="44895" y="62767"/>
                  <a:pt x="45411" y="63284"/>
                  <a:pt x="45442" y="62828"/>
                </a:cubicBezTo>
                <a:cubicBezTo>
                  <a:pt x="45381" y="62737"/>
                  <a:pt x="45077" y="62889"/>
                  <a:pt x="45077" y="62737"/>
                </a:cubicBezTo>
                <a:cubicBezTo>
                  <a:pt x="45503" y="62646"/>
                  <a:pt x="45867" y="62828"/>
                  <a:pt x="46080" y="62494"/>
                </a:cubicBezTo>
                <a:cubicBezTo>
                  <a:pt x="46141" y="62494"/>
                  <a:pt x="46262" y="62707"/>
                  <a:pt x="46293" y="62707"/>
                </a:cubicBezTo>
                <a:cubicBezTo>
                  <a:pt x="46323" y="62707"/>
                  <a:pt x="46901" y="62585"/>
                  <a:pt x="46962" y="62615"/>
                </a:cubicBezTo>
                <a:cubicBezTo>
                  <a:pt x="47022" y="62646"/>
                  <a:pt x="46962" y="62767"/>
                  <a:pt x="46962" y="62767"/>
                </a:cubicBezTo>
                <a:cubicBezTo>
                  <a:pt x="47174" y="62767"/>
                  <a:pt x="47326" y="62555"/>
                  <a:pt x="47509" y="62615"/>
                </a:cubicBezTo>
                <a:cubicBezTo>
                  <a:pt x="47539" y="62707"/>
                  <a:pt x="47539" y="62859"/>
                  <a:pt x="47661" y="62859"/>
                </a:cubicBezTo>
                <a:cubicBezTo>
                  <a:pt x="47843" y="62646"/>
                  <a:pt x="47600" y="62585"/>
                  <a:pt x="47509" y="62463"/>
                </a:cubicBezTo>
                <a:cubicBezTo>
                  <a:pt x="47873" y="62312"/>
                  <a:pt x="47539" y="62129"/>
                  <a:pt x="47995" y="61977"/>
                </a:cubicBezTo>
                <a:cubicBezTo>
                  <a:pt x="48177" y="61947"/>
                  <a:pt x="48147" y="62160"/>
                  <a:pt x="48360" y="62068"/>
                </a:cubicBezTo>
                <a:cubicBezTo>
                  <a:pt x="48420" y="61916"/>
                  <a:pt x="48603" y="61886"/>
                  <a:pt x="48724" y="61856"/>
                </a:cubicBezTo>
                <a:cubicBezTo>
                  <a:pt x="49302" y="61643"/>
                  <a:pt x="49940" y="61552"/>
                  <a:pt x="50579" y="61552"/>
                </a:cubicBezTo>
                <a:cubicBezTo>
                  <a:pt x="50639" y="61400"/>
                  <a:pt x="50670" y="61248"/>
                  <a:pt x="50913" y="61217"/>
                </a:cubicBezTo>
                <a:cubicBezTo>
                  <a:pt x="51886" y="60974"/>
                  <a:pt x="52342" y="60853"/>
                  <a:pt x="53375" y="60640"/>
                </a:cubicBezTo>
                <a:cubicBezTo>
                  <a:pt x="53345" y="60032"/>
                  <a:pt x="52646" y="60609"/>
                  <a:pt x="52311" y="60640"/>
                </a:cubicBezTo>
                <a:cubicBezTo>
                  <a:pt x="51764" y="60731"/>
                  <a:pt x="51217" y="60701"/>
                  <a:pt x="50731" y="60731"/>
                </a:cubicBezTo>
                <a:cubicBezTo>
                  <a:pt x="50761" y="60853"/>
                  <a:pt x="50700" y="60974"/>
                  <a:pt x="50579" y="61005"/>
                </a:cubicBezTo>
                <a:cubicBezTo>
                  <a:pt x="49758" y="61005"/>
                  <a:pt x="49393" y="61278"/>
                  <a:pt x="48694" y="61491"/>
                </a:cubicBezTo>
                <a:cubicBezTo>
                  <a:pt x="48603" y="61339"/>
                  <a:pt x="48907" y="61187"/>
                  <a:pt x="48542" y="61278"/>
                </a:cubicBezTo>
                <a:cubicBezTo>
                  <a:pt x="48481" y="61430"/>
                  <a:pt x="48238" y="61521"/>
                  <a:pt x="48147" y="61673"/>
                </a:cubicBezTo>
                <a:cubicBezTo>
                  <a:pt x="47448" y="61734"/>
                  <a:pt x="46840" y="62008"/>
                  <a:pt x="46445" y="61856"/>
                </a:cubicBezTo>
                <a:cubicBezTo>
                  <a:pt x="46171" y="62038"/>
                  <a:pt x="45776" y="62099"/>
                  <a:pt x="45442" y="62008"/>
                </a:cubicBezTo>
                <a:cubicBezTo>
                  <a:pt x="45624" y="62372"/>
                  <a:pt x="44986" y="62251"/>
                  <a:pt x="44834" y="62433"/>
                </a:cubicBezTo>
                <a:cubicBezTo>
                  <a:pt x="44834" y="62251"/>
                  <a:pt x="45077" y="62220"/>
                  <a:pt x="45077" y="62038"/>
                </a:cubicBezTo>
                <a:cubicBezTo>
                  <a:pt x="44773" y="62251"/>
                  <a:pt x="44621" y="62099"/>
                  <a:pt x="44226" y="62160"/>
                </a:cubicBezTo>
                <a:cubicBezTo>
                  <a:pt x="44135" y="62494"/>
                  <a:pt x="44651" y="62129"/>
                  <a:pt x="44651" y="62372"/>
                </a:cubicBezTo>
                <a:cubicBezTo>
                  <a:pt x="44621" y="62646"/>
                  <a:pt x="44195" y="62403"/>
                  <a:pt x="43800" y="62555"/>
                </a:cubicBezTo>
                <a:cubicBezTo>
                  <a:pt x="43800" y="62646"/>
                  <a:pt x="43800" y="62737"/>
                  <a:pt x="43648" y="62737"/>
                </a:cubicBezTo>
                <a:cubicBezTo>
                  <a:pt x="43800" y="62463"/>
                  <a:pt x="43588" y="62676"/>
                  <a:pt x="43344" y="62676"/>
                </a:cubicBezTo>
                <a:cubicBezTo>
                  <a:pt x="42949" y="62676"/>
                  <a:pt x="42645" y="62737"/>
                  <a:pt x="42524" y="62950"/>
                </a:cubicBezTo>
                <a:cubicBezTo>
                  <a:pt x="42493" y="62859"/>
                  <a:pt x="42524" y="62737"/>
                  <a:pt x="42585" y="62615"/>
                </a:cubicBezTo>
                <a:cubicBezTo>
                  <a:pt x="42220" y="62585"/>
                  <a:pt x="42311" y="62828"/>
                  <a:pt x="42159" y="62919"/>
                </a:cubicBezTo>
                <a:cubicBezTo>
                  <a:pt x="41551" y="62919"/>
                  <a:pt x="40974" y="63011"/>
                  <a:pt x="40822" y="62828"/>
                </a:cubicBezTo>
                <a:cubicBezTo>
                  <a:pt x="40822" y="62737"/>
                  <a:pt x="40974" y="62615"/>
                  <a:pt x="40791" y="62585"/>
                </a:cubicBezTo>
                <a:cubicBezTo>
                  <a:pt x="40670" y="62676"/>
                  <a:pt x="40670" y="62889"/>
                  <a:pt x="40548" y="63011"/>
                </a:cubicBezTo>
                <a:cubicBezTo>
                  <a:pt x="40305" y="63041"/>
                  <a:pt x="40092" y="62707"/>
                  <a:pt x="40001" y="63071"/>
                </a:cubicBezTo>
                <a:cubicBezTo>
                  <a:pt x="40396" y="63132"/>
                  <a:pt x="40700" y="62919"/>
                  <a:pt x="40852" y="63163"/>
                </a:cubicBezTo>
                <a:cubicBezTo>
                  <a:pt x="40639" y="63254"/>
                  <a:pt x="40426" y="63315"/>
                  <a:pt x="40214" y="63375"/>
                </a:cubicBezTo>
                <a:cubicBezTo>
                  <a:pt x="39819" y="63527"/>
                  <a:pt x="40062" y="63375"/>
                  <a:pt x="39727" y="63345"/>
                </a:cubicBezTo>
                <a:cubicBezTo>
                  <a:pt x="39302" y="63953"/>
                  <a:pt x="41490" y="63558"/>
                  <a:pt x="41429" y="63345"/>
                </a:cubicBezTo>
                <a:close/>
                <a:moveTo>
                  <a:pt x="37022" y="64166"/>
                </a:moveTo>
                <a:cubicBezTo>
                  <a:pt x="37083" y="63862"/>
                  <a:pt x="36688" y="63892"/>
                  <a:pt x="36566" y="64014"/>
                </a:cubicBezTo>
                <a:cubicBezTo>
                  <a:pt x="36505" y="64318"/>
                  <a:pt x="36901" y="64318"/>
                  <a:pt x="37022" y="64166"/>
                </a:cubicBezTo>
                <a:close/>
                <a:moveTo>
                  <a:pt x="34195" y="65989"/>
                </a:moveTo>
                <a:cubicBezTo>
                  <a:pt x="34469" y="65989"/>
                  <a:pt x="34834" y="65929"/>
                  <a:pt x="34955" y="66050"/>
                </a:cubicBezTo>
                <a:cubicBezTo>
                  <a:pt x="34894" y="65898"/>
                  <a:pt x="34590" y="65564"/>
                  <a:pt x="34469" y="65746"/>
                </a:cubicBezTo>
                <a:cubicBezTo>
                  <a:pt x="34530" y="65746"/>
                  <a:pt x="34590" y="65746"/>
                  <a:pt x="34560" y="65807"/>
                </a:cubicBezTo>
                <a:cubicBezTo>
                  <a:pt x="34408" y="65807"/>
                  <a:pt x="34286" y="65868"/>
                  <a:pt x="34195" y="65989"/>
                </a:cubicBezTo>
                <a:close/>
                <a:moveTo>
                  <a:pt x="33496" y="65169"/>
                </a:moveTo>
                <a:cubicBezTo>
                  <a:pt x="33679" y="65321"/>
                  <a:pt x="33922" y="65290"/>
                  <a:pt x="34074" y="65108"/>
                </a:cubicBezTo>
                <a:cubicBezTo>
                  <a:pt x="33891" y="64986"/>
                  <a:pt x="33648" y="65017"/>
                  <a:pt x="33496" y="65169"/>
                </a:cubicBezTo>
                <a:close/>
                <a:moveTo>
                  <a:pt x="33192" y="64774"/>
                </a:moveTo>
                <a:cubicBezTo>
                  <a:pt x="33192" y="65108"/>
                  <a:pt x="33466" y="64986"/>
                  <a:pt x="33679" y="64926"/>
                </a:cubicBezTo>
                <a:cubicBezTo>
                  <a:pt x="33800" y="64652"/>
                  <a:pt x="33405" y="64804"/>
                  <a:pt x="33223" y="64774"/>
                </a:cubicBezTo>
                <a:close/>
                <a:moveTo>
                  <a:pt x="32949" y="60062"/>
                </a:moveTo>
                <a:cubicBezTo>
                  <a:pt x="33192" y="60275"/>
                  <a:pt x="33375" y="59910"/>
                  <a:pt x="33557" y="59819"/>
                </a:cubicBezTo>
                <a:cubicBezTo>
                  <a:pt x="33253" y="59819"/>
                  <a:pt x="33040" y="59880"/>
                  <a:pt x="32949" y="60062"/>
                </a:cubicBezTo>
                <a:close/>
                <a:moveTo>
                  <a:pt x="32767" y="59576"/>
                </a:moveTo>
                <a:cubicBezTo>
                  <a:pt x="32828" y="59302"/>
                  <a:pt x="32584" y="59302"/>
                  <a:pt x="32341" y="59333"/>
                </a:cubicBezTo>
                <a:cubicBezTo>
                  <a:pt x="32311" y="59576"/>
                  <a:pt x="32524" y="59576"/>
                  <a:pt x="32797" y="59576"/>
                </a:cubicBezTo>
                <a:close/>
                <a:moveTo>
                  <a:pt x="31520" y="60062"/>
                </a:moveTo>
                <a:cubicBezTo>
                  <a:pt x="31764" y="60062"/>
                  <a:pt x="31946" y="60062"/>
                  <a:pt x="31976" y="59880"/>
                </a:cubicBezTo>
                <a:cubicBezTo>
                  <a:pt x="31855" y="59758"/>
                  <a:pt x="31490" y="59758"/>
                  <a:pt x="31551" y="60062"/>
                </a:cubicBezTo>
                <a:close/>
                <a:moveTo>
                  <a:pt x="30396" y="64044"/>
                </a:moveTo>
                <a:cubicBezTo>
                  <a:pt x="30730" y="64196"/>
                  <a:pt x="30578" y="63831"/>
                  <a:pt x="30852" y="63922"/>
                </a:cubicBezTo>
                <a:cubicBezTo>
                  <a:pt x="31034" y="64014"/>
                  <a:pt x="31794" y="64287"/>
                  <a:pt x="31916" y="63922"/>
                </a:cubicBezTo>
                <a:cubicBezTo>
                  <a:pt x="31581" y="63862"/>
                  <a:pt x="31186" y="64044"/>
                  <a:pt x="31065" y="63831"/>
                </a:cubicBezTo>
                <a:cubicBezTo>
                  <a:pt x="31095" y="63892"/>
                  <a:pt x="31369" y="63771"/>
                  <a:pt x="31156" y="63771"/>
                </a:cubicBezTo>
                <a:cubicBezTo>
                  <a:pt x="30973" y="63953"/>
                  <a:pt x="30305" y="63619"/>
                  <a:pt x="30396" y="64044"/>
                </a:cubicBezTo>
                <a:close/>
                <a:moveTo>
                  <a:pt x="30426" y="60001"/>
                </a:moveTo>
                <a:cubicBezTo>
                  <a:pt x="30669" y="59941"/>
                  <a:pt x="30639" y="60123"/>
                  <a:pt x="30852" y="60123"/>
                </a:cubicBezTo>
                <a:cubicBezTo>
                  <a:pt x="30882" y="60001"/>
                  <a:pt x="30852" y="59880"/>
                  <a:pt x="30791" y="59789"/>
                </a:cubicBezTo>
                <a:cubicBezTo>
                  <a:pt x="30548" y="59758"/>
                  <a:pt x="30487" y="59880"/>
                  <a:pt x="30396" y="60001"/>
                </a:cubicBezTo>
                <a:close/>
                <a:moveTo>
                  <a:pt x="27417" y="64044"/>
                </a:moveTo>
                <a:cubicBezTo>
                  <a:pt x="27903" y="63892"/>
                  <a:pt x="28177" y="64348"/>
                  <a:pt x="28359" y="64074"/>
                </a:cubicBezTo>
                <a:cubicBezTo>
                  <a:pt x="28086" y="63983"/>
                  <a:pt x="28116" y="63649"/>
                  <a:pt x="27751" y="63588"/>
                </a:cubicBezTo>
                <a:cubicBezTo>
                  <a:pt x="27630" y="63649"/>
                  <a:pt x="27599" y="63831"/>
                  <a:pt x="27721" y="63922"/>
                </a:cubicBezTo>
                <a:cubicBezTo>
                  <a:pt x="27599" y="63862"/>
                  <a:pt x="27447" y="63922"/>
                  <a:pt x="27387" y="64044"/>
                </a:cubicBezTo>
                <a:close/>
                <a:moveTo>
                  <a:pt x="26536" y="63345"/>
                </a:moveTo>
                <a:cubicBezTo>
                  <a:pt x="26779" y="63406"/>
                  <a:pt x="26870" y="63284"/>
                  <a:pt x="26870" y="63071"/>
                </a:cubicBezTo>
                <a:cubicBezTo>
                  <a:pt x="26596" y="63041"/>
                  <a:pt x="26353" y="63193"/>
                  <a:pt x="26505" y="63345"/>
                </a:cubicBezTo>
                <a:close/>
                <a:moveTo>
                  <a:pt x="21460" y="62160"/>
                </a:moveTo>
                <a:cubicBezTo>
                  <a:pt x="21520" y="62190"/>
                  <a:pt x="21551" y="62251"/>
                  <a:pt x="21520" y="62342"/>
                </a:cubicBezTo>
                <a:cubicBezTo>
                  <a:pt x="21733" y="62494"/>
                  <a:pt x="22189" y="62403"/>
                  <a:pt x="22159" y="62524"/>
                </a:cubicBezTo>
                <a:cubicBezTo>
                  <a:pt x="22128" y="62676"/>
                  <a:pt x="21733" y="62433"/>
                  <a:pt x="21703" y="62646"/>
                </a:cubicBezTo>
                <a:cubicBezTo>
                  <a:pt x="22007" y="62919"/>
                  <a:pt x="22067" y="62737"/>
                  <a:pt x="22371" y="62767"/>
                </a:cubicBezTo>
                <a:cubicBezTo>
                  <a:pt x="22311" y="62494"/>
                  <a:pt x="22493" y="62463"/>
                  <a:pt x="22432" y="62251"/>
                </a:cubicBezTo>
                <a:cubicBezTo>
                  <a:pt x="22098" y="62281"/>
                  <a:pt x="21763" y="62220"/>
                  <a:pt x="21460" y="62160"/>
                </a:cubicBezTo>
                <a:close/>
                <a:moveTo>
                  <a:pt x="15927" y="60488"/>
                </a:moveTo>
                <a:cubicBezTo>
                  <a:pt x="16110" y="60549"/>
                  <a:pt x="16079" y="60670"/>
                  <a:pt x="16231" y="60731"/>
                </a:cubicBezTo>
                <a:cubicBezTo>
                  <a:pt x="16292" y="60488"/>
                  <a:pt x="16475" y="60609"/>
                  <a:pt x="16535" y="60427"/>
                </a:cubicBezTo>
                <a:cubicBezTo>
                  <a:pt x="16262" y="60275"/>
                  <a:pt x="16110" y="60397"/>
                  <a:pt x="15927" y="60488"/>
                </a:cubicBezTo>
                <a:close/>
                <a:moveTo>
                  <a:pt x="14803" y="59728"/>
                </a:moveTo>
                <a:cubicBezTo>
                  <a:pt x="14924" y="59880"/>
                  <a:pt x="14955" y="60184"/>
                  <a:pt x="15168" y="60184"/>
                </a:cubicBezTo>
                <a:cubicBezTo>
                  <a:pt x="15228" y="60123"/>
                  <a:pt x="15228" y="60032"/>
                  <a:pt x="15228" y="59941"/>
                </a:cubicBezTo>
                <a:cubicBezTo>
                  <a:pt x="15624" y="59941"/>
                  <a:pt x="15624" y="60427"/>
                  <a:pt x="15897" y="60336"/>
                </a:cubicBezTo>
                <a:cubicBezTo>
                  <a:pt x="15897" y="60093"/>
                  <a:pt x="15411" y="59910"/>
                  <a:pt x="15289" y="59667"/>
                </a:cubicBezTo>
                <a:cubicBezTo>
                  <a:pt x="15198" y="59758"/>
                  <a:pt x="15137" y="59941"/>
                  <a:pt x="15016" y="59880"/>
                </a:cubicBezTo>
                <a:cubicBezTo>
                  <a:pt x="15107" y="59758"/>
                  <a:pt x="14772" y="59667"/>
                  <a:pt x="14803" y="59515"/>
                </a:cubicBezTo>
                <a:cubicBezTo>
                  <a:pt x="14134" y="59363"/>
                  <a:pt x="14560" y="59454"/>
                  <a:pt x="14772" y="59758"/>
                </a:cubicBezTo>
                <a:close/>
                <a:moveTo>
                  <a:pt x="11824" y="47782"/>
                </a:moveTo>
                <a:cubicBezTo>
                  <a:pt x="11976" y="48086"/>
                  <a:pt x="11854" y="48238"/>
                  <a:pt x="12158" y="48330"/>
                </a:cubicBezTo>
                <a:cubicBezTo>
                  <a:pt x="12128" y="48238"/>
                  <a:pt x="12219" y="48269"/>
                  <a:pt x="12310" y="48269"/>
                </a:cubicBezTo>
                <a:cubicBezTo>
                  <a:pt x="12037" y="48086"/>
                  <a:pt x="12341" y="47691"/>
                  <a:pt x="11824" y="47813"/>
                </a:cubicBezTo>
                <a:close/>
                <a:moveTo>
                  <a:pt x="11611" y="47691"/>
                </a:moveTo>
                <a:cubicBezTo>
                  <a:pt x="11520" y="47752"/>
                  <a:pt x="11581" y="47904"/>
                  <a:pt x="11672" y="47843"/>
                </a:cubicBezTo>
                <a:cubicBezTo>
                  <a:pt x="11672" y="47661"/>
                  <a:pt x="11915" y="47570"/>
                  <a:pt x="11854" y="47357"/>
                </a:cubicBezTo>
                <a:cubicBezTo>
                  <a:pt x="11551" y="47418"/>
                  <a:pt x="11733" y="47630"/>
                  <a:pt x="11611" y="47722"/>
                </a:cubicBezTo>
                <a:close/>
                <a:moveTo>
                  <a:pt x="11368" y="46627"/>
                </a:moveTo>
                <a:cubicBezTo>
                  <a:pt x="11277" y="46749"/>
                  <a:pt x="11459" y="47083"/>
                  <a:pt x="11702" y="46992"/>
                </a:cubicBezTo>
                <a:cubicBezTo>
                  <a:pt x="11459" y="46871"/>
                  <a:pt x="11642" y="46627"/>
                  <a:pt x="11338" y="46627"/>
                </a:cubicBezTo>
                <a:close/>
                <a:moveTo>
                  <a:pt x="8116" y="45989"/>
                </a:moveTo>
                <a:cubicBezTo>
                  <a:pt x="8268" y="46202"/>
                  <a:pt x="8359" y="46445"/>
                  <a:pt x="8572" y="46506"/>
                </a:cubicBezTo>
                <a:cubicBezTo>
                  <a:pt x="8511" y="46141"/>
                  <a:pt x="8389" y="46111"/>
                  <a:pt x="8116" y="46019"/>
                </a:cubicBezTo>
                <a:close/>
                <a:moveTo>
                  <a:pt x="10699" y="44804"/>
                </a:moveTo>
                <a:cubicBezTo>
                  <a:pt x="10730" y="45138"/>
                  <a:pt x="10699" y="45199"/>
                  <a:pt x="11003" y="45229"/>
                </a:cubicBezTo>
                <a:cubicBezTo>
                  <a:pt x="11064" y="45016"/>
                  <a:pt x="10912" y="44804"/>
                  <a:pt x="10699" y="44834"/>
                </a:cubicBezTo>
                <a:close/>
                <a:moveTo>
                  <a:pt x="7447" y="39636"/>
                </a:moveTo>
                <a:cubicBezTo>
                  <a:pt x="7386" y="39819"/>
                  <a:pt x="7447" y="40001"/>
                  <a:pt x="7538" y="40153"/>
                </a:cubicBezTo>
                <a:cubicBezTo>
                  <a:pt x="7690" y="40123"/>
                  <a:pt x="7812" y="40062"/>
                  <a:pt x="7873" y="39940"/>
                </a:cubicBezTo>
                <a:cubicBezTo>
                  <a:pt x="7477" y="40092"/>
                  <a:pt x="7569" y="39758"/>
                  <a:pt x="7417" y="39667"/>
                </a:cubicBezTo>
                <a:close/>
                <a:moveTo>
                  <a:pt x="7569" y="39120"/>
                </a:moveTo>
                <a:cubicBezTo>
                  <a:pt x="7538" y="39180"/>
                  <a:pt x="7265" y="39393"/>
                  <a:pt x="7508" y="39454"/>
                </a:cubicBezTo>
                <a:cubicBezTo>
                  <a:pt x="7903" y="39211"/>
                  <a:pt x="7569" y="39667"/>
                  <a:pt x="7690" y="39788"/>
                </a:cubicBezTo>
                <a:cubicBezTo>
                  <a:pt x="8146" y="39758"/>
                  <a:pt x="7751" y="39241"/>
                  <a:pt x="7569" y="39120"/>
                </a:cubicBezTo>
                <a:close/>
                <a:moveTo>
                  <a:pt x="8997" y="35685"/>
                </a:moveTo>
                <a:cubicBezTo>
                  <a:pt x="8876" y="35776"/>
                  <a:pt x="8754" y="36232"/>
                  <a:pt x="8997" y="36232"/>
                </a:cubicBezTo>
                <a:cubicBezTo>
                  <a:pt x="8815" y="36050"/>
                  <a:pt x="9180" y="35898"/>
                  <a:pt x="8997" y="35715"/>
                </a:cubicBezTo>
                <a:close/>
                <a:moveTo>
                  <a:pt x="9453" y="32797"/>
                </a:moveTo>
                <a:cubicBezTo>
                  <a:pt x="9544" y="32858"/>
                  <a:pt x="9605" y="32949"/>
                  <a:pt x="9575" y="33071"/>
                </a:cubicBezTo>
                <a:cubicBezTo>
                  <a:pt x="9727" y="33132"/>
                  <a:pt x="9909" y="33101"/>
                  <a:pt x="10031" y="32949"/>
                </a:cubicBezTo>
                <a:cubicBezTo>
                  <a:pt x="9879" y="32919"/>
                  <a:pt x="9848" y="32828"/>
                  <a:pt x="9940" y="32706"/>
                </a:cubicBezTo>
                <a:cubicBezTo>
                  <a:pt x="9757" y="32615"/>
                  <a:pt x="9544" y="32645"/>
                  <a:pt x="9453" y="32828"/>
                </a:cubicBezTo>
                <a:close/>
                <a:moveTo>
                  <a:pt x="10061" y="32281"/>
                </a:moveTo>
                <a:cubicBezTo>
                  <a:pt x="9879" y="32281"/>
                  <a:pt x="9696" y="32281"/>
                  <a:pt x="9544" y="32341"/>
                </a:cubicBezTo>
                <a:cubicBezTo>
                  <a:pt x="9727" y="32402"/>
                  <a:pt x="10061" y="32645"/>
                  <a:pt x="10061" y="32311"/>
                </a:cubicBezTo>
                <a:close/>
                <a:moveTo>
                  <a:pt x="8511" y="31764"/>
                </a:moveTo>
                <a:cubicBezTo>
                  <a:pt x="8541" y="32098"/>
                  <a:pt x="8177" y="32585"/>
                  <a:pt x="8541" y="32767"/>
                </a:cubicBezTo>
                <a:cubicBezTo>
                  <a:pt x="8693" y="32676"/>
                  <a:pt x="8481" y="32676"/>
                  <a:pt x="8511" y="32524"/>
                </a:cubicBezTo>
                <a:cubicBezTo>
                  <a:pt x="8511" y="32311"/>
                  <a:pt x="8845" y="31885"/>
                  <a:pt x="8481" y="31794"/>
                </a:cubicBezTo>
                <a:close/>
                <a:moveTo>
                  <a:pt x="10122" y="29667"/>
                </a:moveTo>
                <a:cubicBezTo>
                  <a:pt x="10092" y="29545"/>
                  <a:pt x="10152" y="29393"/>
                  <a:pt x="10000" y="29241"/>
                </a:cubicBezTo>
                <a:cubicBezTo>
                  <a:pt x="9940" y="29423"/>
                  <a:pt x="9818" y="29332"/>
                  <a:pt x="9757" y="29454"/>
                </a:cubicBezTo>
                <a:close/>
                <a:moveTo>
                  <a:pt x="10426" y="30183"/>
                </a:moveTo>
                <a:cubicBezTo>
                  <a:pt x="10335" y="30274"/>
                  <a:pt x="10304" y="30426"/>
                  <a:pt x="10335" y="30548"/>
                </a:cubicBezTo>
                <a:cubicBezTo>
                  <a:pt x="10487" y="30700"/>
                  <a:pt x="10851" y="30730"/>
                  <a:pt x="10699" y="30548"/>
                </a:cubicBezTo>
                <a:cubicBezTo>
                  <a:pt x="10517" y="30700"/>
                  <a:pt x="10426" y="30305"/>
                  <a:pt x="10395" y="30214"/>
                </a:cubicBezTo>
                <a:close/>
                <a:moveTo>
                  <a:pt x="11095" y="29545"/>
                </a:moveTo>
                <a:cubicBezTo>
                  <a:pt x="11064" y="29727"/>
                  <a:pt x="10699" y="29849"/>
                  <a:pt x="10973" y="30001"/>
                </a:cubicBezTo>
                <a:cubicBezTo>
                  <a:pt x="10973" y="29879"/>
                  <a:pt x="11338" y="29758"/>
                  <a:pt x="11064" y="29575"/>
                </a:cubicBezTo>
                <a:close/>
                <a:moveTo>
                  <a:pt x="11034" y="29515"/>
                </a:moveTo>
                <a:cubicBezTo>
                  <a:pt x="10730" y="29332"/>
                  <a:pt x="10669" y="29849"/>
                  <a:pt x="10517" y="29971"/>
                </a:cubicBezTo>
                <a:cubicBezTo>
                  <a:pt x="10669" y="30031"/>
                  <a:pt x="10487" y="30153"/>
                  <a:pt x="10669" y="30244"/>
                </a:cubicBezTo>
                <a:cubicBezTo>
                  <a:pt x="10791" y="29910"/>
                  <a:pt x="10639" y="29788"/>
                  <a:pt x="11003" y="29545"/>
                </a:cubicBezTo>
                <a:close/>
                <a:moveTo>
                  <a:pt x="46962" y="62524"/>
                </a:moveTo>
                <a:cubicBezTo>
                  <a:pt x="46992" y="62281"/>
                  <a:pt x="47174" y="62160"/>
                  <a:pt x="47478" y="62099"/>
                </a:cubicBezTo>
                <a:cubicBezTo>
                  <a:pt x="47448" y="62220"/>
                  <a:pt x="47326" y="62312"/>
                  <a:pt x="47205" y="62312"/>
                </a:cubicBezTo>
                <a:cubicBezTo>
                  <a:pt x="47205" y="62372"/>
                  <a:pt x="47265" y="62372"/>
                  <a:pt x="47326" y="62372"/>
                </a:cubicBezTo>
                <a:cubicBezTo>
                  <a:pt x="47265" y="62524"/>
                  <a:pt x="47083" y="62494"/>
                  <a:pt x="46931" y="62524"/>
                </a:cubicBezTo>
                <a:close/>
                <a:moveTo>
                  <a:pt x="45229" y="2858"/>
                </a:moveTo>
                <a:cubicBezTo>
                  <a:pt x="45107" y="3131"/>
                  <a:pt x="44864" y="2918"/>
                  <a:pt x="44621" y="2827"/>
                </a:cubicBezTo>
                <a:cubicBezTo>
                  <a:pt x="44743" y="2645"/>
                  <a:pt x="45016" y="2827"/>
                  <a:pt x="45199" y="2888"/>
                </a:cubicBezTo>
                <a:close/>
                <a:moveTo>
                  <a:pt x="13222" y="59029"/>
                </a:moveTo>
                <a:cubicBezTo>
                  <a:pt x="12736" y="58907"/>
                  <a:pt x="12341" y="58573"/>
                  <a:pt x="12098" y="58147"/>
                </a:cubicBezTo>
                <a:cubicBezTo>
                  <a:pt x="12341" y="57904"/>
                  <a:pt x="12219" y="58269"/>
                  <a:pt x="12341" y="58360"/>
                </a:cubicBezTo>
                <a:cubicBezTo>
                  <a:pt x="12675" y="58390"/>
                  <a:pt x="13010" y="58846"/>
                  <a:pt x="13222" y="59029"/>
                </a:cubicBezTo>
                <a:close/>
                <a:moveTo>
                  <a:pt x="5836" y="47570"/>
                </a:moveTo>
                <a:cubicBezTo>
                  <a:pt x="5623" y="47205"/>
                  <a:pt x="5471" y="46810"/>
                  <a:pt x="5380" y="46384"/>
                </a:cubicBezTo>
                <a:cubicBezTo>
                  <a:pt x="5623" y="46749"/>
                  <a:pt x="5775" y="47144"/>
                  <a:pt x="5836" y="47570"/>
                </a:cubicBezTo>
                <a:close/>
                <a:moveTo>
                  <a:pt x="37296" y="7235"/>
                </a:moveTo>
                <a:cubicBezTo>
                  <a:pt x="37265" y="7691"/>
                  <a:pt x="36688" y="7630"/>
                  <a:pt x="36384" y="7660"/>
                </a:cubicBezTo>
                <a:cubicBezTo>
                  <a:pt x="36171" y="7691"/>
                  <a:pt x="35867" y="7934"/>
                  <a:pt x="35745" y="7660"/>
                </a:cubicBezTo>
                <a:cubicBezTo>
                  <a:pt x="36262" y="7599"/>
                  <a:pt x="36809" y="7447"/>
                  <a:pt x="37296" y="7235"/>
                </a:cubicBezTo>
                <a:close/>
                <a:moveTo>
                  <a:pt x="47569" y="5502"/>
                </a:moveTo>
                <a:cubicBezTo>
                  <a:pt x="47417" y="5441"/>
                  <a:pt x="47357" y="5532"/>
                  <a:pt x="47174" y="5472"/>
                </a:cubicBezTo>
                <a:cubicBezTo>
                  <a:pt x="47144" y="5259"/>
                  <a:pt x="47144" y="5016"/>
                  <a:pt x="47205" y="4803"/>
                </a:cubicBezTo>
                <a:cubicBezTo>
                  <a:pt x="47448" y="4925"/>
                  <a:pt x="47600" y="5228"/>
                  <a:pt x="47539" y="5502"/>
                </a:cubicBezTo>
                <a:close/>
                <a:moveTo>
                  <a:pt x="38876" y="7265"/>
                </a:moveTo>
                <a:cubicBezTo>
                  <a:pt x="38724" y="7447"/>
                  <a:pt x="38208" y="7356"/>
                  <a:pt x="37904" y="7478"/>
                </a:cubicBezTo>
                <a:cubicBezTo>
                  <a:pt x="38056" y="7204"/>
                  <a:pt x="38572" y="7295"/>
                  <a:pt x="38846" y="7265"/>
                </a:cubicBezTo>
                <a:close/>
                <a:moveTo>
                  <a:pt x="32280" y="9241"/>
                </a:moveTo>
                <a:lnTo>
                  <a:pt x="33466" y="8542"/>
                </a:lnTo>
                <a:cubicBezTo>
                  <a:pt x="33010" y="9271"/>
                  <a:pt x="32220" y="9210"/>
                  <a:pt x="31308" y="10001"/>
                </a:cubicBezTo>
                <a:cubicBezTo>
                  <a:pt x="31095" y="9970"/>
                  <a:pt x="32007" y="9453"/>
                  <a:pt x="32280" y="9241"/>
                </a:cubicBezTo>
                <a:close/>
                <a:moveTo>
                  <a:pt x="47904" y="6080"/>
                </a:moveTo>
                <a:cubicBezTo>
                  <a:pt x="47630" y="5958"/>
                  <a:pt x="47326" y="5897"/>
                  <a:pt x="47053" y="5776"/>
                </a:cubicBezTo>
                <a:cubicBezTo>
                  <a:pt x="47235" y="5806"/>
                  <a:pt x="47995" y="5715"/>
                  <a:pt x="47934" y="6080"/>
                </a:cubicBezTo>
                <a:close/>
                <a:moveTo>
                  <a:pt x="50366" y="6809"/>
                </a:moveTo>
                <a:cubicBezTo>
                  <a:pt x="50183" y="6961"/>
                  <a:pt x="50031" y="6809"/>
                  <a:pt x="49849" y="6687"/>
                </a:cubicBezTo>
                <a:cubicBezTo>
                  <a:pt x="50062" y="6566"/>
                  <a:pt x="50214" y="6657"/>
                  <a:pt x="50396" y="6809"/>
                </a:cubicBezTo>
                <a:close/>
                <a:moveTo>
                  <a:pt x="48968" y="6384"/>
                </a:moveTo>
                <a:cubicBezTo>
                  <a:pt x="48572" y="6414"/>
                  <a:pt x="48420" y="6201"/>
                  <a:pt x="48147" y="5988"/>
                </a:cubicBezTo>
                <a:cubicBezTo>
                  <a:pt x="48390" y="5928"/>
                  <a:pt x="48664" y="5958"/>
                  <a:pt x="48907" y="6110"/>
                </a:cubicBezTo>
                <a:cubicBezTo>
                  <a:pt x="48846" y="6201"/>
                  <a:pt x="48876" y="6323"/>
                  <a:pt x="48968" y="6384"/>
                </a:cubicBezTo>
                <a:close/>
                <a:moveTo>
                  <a:pt x="40609" y="2736"/>
                </a:moveTo>
                <a:cubicBezTo>
                  <a:pt x="40183" y="2645"/>
                  <a:pt x="40214" y="2918"/>
                  <a:pt x="39910" y="2888"/>
                </a:cubicBezTo>
                <a:cubicBezTo>
                  <a:pt x="39667" y="2402"/>
                  <a:pt x="39271" y="2949"/>
                  <a:pt x="38998" y="2858"/>
                </a:cubicBezTo>
                <a:cubicBezTo>
                  <a:pt x="39059" y="2766"/>
                  <a:pt x="39089" y="2675"/>
                  <a:pt x="39089" y="2584"/>
                </a:cubicBezTo>
                <a:cubicBezTo>
                  <a:pt x="39302" y="2645"/>
                  <a:pt x="39758" y="2462"/>
                  <a:pt x="39788" y="2645"/>
                </a:cubicBezTo>
                <a:cubicBezTo>
                  <a:pt x="40031" y="2584"/>
                  <a:pt x="40639" y="2280"/>
                  <a:pt x="40609" y="2736"/>
                </a:cubicBezTo>
                <a:close/>
                <a:moveTo>
                  <a:pt x="63375" y="61521"/>
                </a:moveTo>
                <a:cubicBezTo>
                  <a:pt x="62737" y="61764"/>
                  <a:pt x="62068" y="61916"/>
                  <a:pt x="61369" y="61947"/>
                </a:cubicBezTo>
                <a:cubicBezTo>
                  <a:pt x="61947" y="61704"/>
                  <a:pt x="62524" y="61521"/>
                  <a:pt x="63162" y="61400"/>
                </a:cubicBezTo>
                <a:cubicBezTo>
                  <a:pt x="63314" y="61339"/>
                  <a:pt x="63375" y="61430"/>
                  <a:pt x="63406" y="61521"/>
                </a:cubicBezTo>
                <a:close/>
                <a:moveTo>
                  <a:pt x="24985" y="57631"/>
                </a:moveTo>
                <a:lnTo>
                  <a:pt x="25533" y="57752"/>
                </a:lnTo>
                <a:cubicBezTo>
                  <a:pt x="25472" y="57874"/>
                  <a:pt x="24864" y="57965"/>
                  <a:pt x="24985" y="57631"/>
                </a:cubicBezTo>
                <a:close/>
                <a:moveTo>
                  <a:pt x="71156" y="46506"/>
                </a:moveTo>
                <a:cubicBezTo>
                  <a:pt x="71065" y="46445"/>
                  <a:pt x="71096" y="46141"/>
                  <a:pt x="71156" y="45989"/>
                </a:cubicBezTo>
                <a:cubicBezTo>
                  <a:pt x="71217" y="45867"/>
                  <a:pt x="71400" y="45624"/>
                  <a:pt x="71552" y="45746"/>
                </a:cubicBezTo>
                <a:cubicBezTo>
                  <a:pt x="71308" y="46019"/>
                  <a:pt x="71430" y="46171"/>
                  <a:pt x="71156" y="46506"/>
                </a:cubicBezTo>
                <a:close/>
                <a:moveTo>
                  <a:pt x="28906" y="58178"/>
                </a:moveTo>
                <a:cubicBezTo>
                  <a:pt x="29089" y="58330"/>
                  <a:pt x="29484" y="58269"/>
                  <a:pt x="29818" y="58299"/>
                </a:cubicBezTo>
                <a:cubicBezTo>
                  <a:pt x="30153" y="58360"/>
                  <a:pt x="30639" y="58238"/>
                  <a:pt x="30669" y="58542"/>
                </a:cubicBezTo>
                <a:cubicBezTo>
                  <a:pt x="30122" y="58360"/>
                  <a:pt x="29028" y="58694"/>
                  <a:pt x="28906" y="58178"/>
                </a:cubicBezTo>
                <a:close/>
                <a:moveTo>
                  <a:pt x="50974" y="56445"/>
                </a:moveTo>
                <a:cubicBezTo>
                  <a:pt x="50609" y="56232"/>
                  <a:pt x="51642" y="56232"/>
                  <a:pt x="51764" y="56080"/>
                </a:cubicBezTo>
                <a:cubicBezTo>
                  <a:pt x="51794" y="56172"/>
                  <a:pt x="51916" y="56111"/>
                  <a:pt x="52038" y="56111"/>
                </a:cubicBezTo>
                <a:cubicBezTo>
                  <a:pt x="51977" y="56476"/>
                  <a:pt x="51065" y="56293"/>
                  <a:pt x="50974" y="56445"/>
                </a:cubicBezTo>
                <a:close/>
                <a:moveTo>
                  <a:pt x="34195" y="59150"/>
                </a:moveTo>
                <a:cubicBezTo>
                  <a:pt x="34408" y="59150"/>
                  <a:pt x="34621" y="59150"/>
                  <a:pt x="34621" y="59394"/>
                </a:cubicBezTo>
                <a:cubicBezTo>
                  <a:pt x="34378" y="59424"/>
                  <a:pt x="34135" y="59424"/>
                  <a:pt x="34195" y="59150"/>
                </a:cubicBezTo>
                <a:close/>
                <a:moveTo>
                  <a:pt x="28268" y="58846"/>
                </a:moveTo>
                <a:cubicBezTo>
                  <a:pt x="28268" y="58603"/>
                  <a:pt x="28694" y="58968"/>
                  <a:pt x="28694" y="58725"/>
                </a:cubicBezTo>
                <a:cubicBezTo>
                  <a:pt x="28724" y="58938"/>
                  <a:pt x="29362" y="58664"/>
                  <a:pt x="29271" y="59029"/>
                </a:cubicBezTo>
                <a:cubicBezTo>
                  <a:pt x="28906" y="58998"/>
                  <a:pt x="28663" y="58846"/>
                  <a:pt x="28268" y="58846"/>
                </a:cubicBezTo>
                <a:close/>
                <a:moveTo>
                  <a:pt x="25624" y="58451"/>
                </a:moveTo>
                <a:cubicBezTo>
                  <a:pt x="26019" y="58482"/>
                  <a:pt x="26019" y="58755"/>
                  <a:pt x="26323" y="58846"/>
                </a:cubicBezTo>
                <a:cubicBezTo>
                  <a:pt x="26292" y="58846"/>
                  <a:pt x="25472" y="58786"/>
                  <a:pt x="25624" y="58451"/>
                </a:cubicBezTo>
                <a:close/>
                <a:moveTo>
                  <a:pt x="28481" y="59211"/>
                </a:moveTo>
                <a:cubicBezTo>
                  <a:pt x="28754" y="59272"/>
                  <a:pt x="29058" y="59211"/>
                  <a:pt x="29028" y="59515"/>
                </a:cubicBezTo>
                <a:cubicBezTo>
                  <a:pt x="28906" y="59363"/>
                  <a:pt x="28420" y="59515"/>
                  <a:pt x="28481" y="59211"/>
                </a:cubicBezTo>
                <a:close/>
                <a:moveTo>
                  <a:pt x="29575" y="59546"/>
                </a:moveTo>
                <a:cubicBezTo>
                  <a:pt x="29636" y="59272"/>
                  <a:pt x="29210" y="59424"/>
                  <a:pt x="29332" y="59120"/>
                </a:cubicBezTo>
                <a:cubicBezTo>
                  <a:pt x="29636" y="59150"/>
                  <a:pt x="29606" y="59394"/>
                  <a:pt x="29910" y="59394"/>
                </a:cubicBezTo>
                <a:cubicBezTo>
                  <a:pt x="29879" y="59546"/>
                  <a:pt x="29758" y="59576"/>
                  <a:pt x="29575" y="59546"/>
                </a:cubicBezTo>
                <a:close/>
                <a:moveTo>
                  <a:pt x="68117" y="59819"/>
                </a:moveTo>
                <a:cubicBezTo>
                  <a:pt x="68056" y="60153"/>
                  <a:pt x="67418" y="60275"/>
                  <a:pt x="67083" y="60397"/>
                </a:cubicBezTo>
                <a:cubicBezTo>
                  <a:pt x="66293" y="60701"/>
                  <a:pt x="65472" y="60944"/>
                  <a:pt x="64621" y="61156"/>
                </a:cubicBezTo>
                <a:cubicBezTo>
                  <a:pt x="64226" y="61248"/>
                  <a:pt x="63770" y="61704"/>
                  <a:pt x="63558" y="61339"/>
                </a:cubicBezTo>
                <a:cubicBezTo>
                  <a:pt x="64348" y="61339"/>
                  <a:pt x="65138" y="60853"/>
                  <a:pt x="65959" y="60579"/>
                </a:cubicBezTo>
                <a:cubicBezTo>
                  <a:pt x="66688" y="60397"/>
                  <a:pt x="67418" y="60123"/>
                  <a:pt x="68117" y="59789"/>
                </a:cubicBezTo>
                <a:close/>
                <a:moveTo>
                  <a:pt x="59758" y="62281"/>
                </a:moveTo>
                <a:cubicBezTo>
                  <a:pt x="59454" y="62403"/>
                  <a:pt x="59150" y="62463"/>
                  <a:pt x="58816" y="62463"/>
                </a:cubicBezTo>
                <a:cubicBezTo>
                  <a:pt x="59029" y="62160"/>
                  <a:pt x="59454" y="62220"/>
                  <a:pt x="59758" y="62281"/>
                </a:cubicBezTo>
                <a:close/>
                <a:moveTo>
                  <a:pt x="54348" y="63163"/>
                </a:moveTo>
                <a:cubicBezTo>
                  <a:pt x="54165" y="63284"/>
                  <a:pt x="53953" y="63406"/>
                  <a:pt x="53740" y="63436"/>
                </a:cubicBezTo>
                <a:cubicBezTo>
                  <a:pt x="53618" y="63102"/>
                  <a:pt x="54165" y="63223"/>
                  <a:pt x="54378" y="63132"/>
                </a:cubicBezTo>
                <a:close/>
                <a:moveTo>
                  <a:pt x="58633" y="62403"/>
                </a:moveTo>
                <a:cubicBezTo>
                  <a:pt x="58725" y="62707"/>
                  <a:pt x="57630" y="62737"/>
                  <a:pt x="57418" y="62707"/>
                </a:cubicBezTo>
                <a:cubicBezTo>
                  <a:pt x="57630" y="62463"/>
                  <a:pt x="58269" y="62524"/>
                  <a:pt x="58633" y="62403"/>
                </a:cubicBezTo>
                <a:close/>
                <a:moveTo>
                  <a:pt x="74713" y="55047"/>
                </a:moveTo>
                <a:cubicBezTo>
                  <a:pt x="74622" y="55412"/>
                  <a:pt x="74348" y="55533"/>
                  <a:pt x="73983" y="55868"/>
                </a:cubicBezTo>
                <a:cubicBezTo>
                  <a:pt x="73953" y="55624"/>
                  <a:pt x="74500" y="55290"/>
                  <a:pt x="74713" y="55017"/>
                </a:cubicBezTo>
                <a:close/>
                <a:moveTo>
                  <a:pt x="78786" y="47843"/>
                </a:moveTo>
                <a:cubicBezTo>
                  <a:pt x="78999" y="48056"/>
                  <a:pt x="78695" y="48208"/>
                  <a:pt x="78603" y="48421"/>
                </a:cubicBezTo>
                <a:cubicBezTo>
                  <a:pt x="78269" y="49333"/>
                  <a:pt x="77844" y="50244"/>
                  <a:pt x="77388" y="51096"/>
                </a:cubicBezTo>
                <a:cubicBezTo>
                  <a:pt x="77053" y="50731"/>
                  <a:pt x="77570" y="50457"/>
                  <a:pt x="77692" y="50214"/>
                </a:cubicBezTo>
                <a:cubicBezTo>
                  <a:pt x="78056" y="49576"/>
                  <a:pt x="78299" y="48877"/>
                  <a:pt x="78786" y="47843"/>
                </a:cubicBezTo>
                <a:close/>
                <a:moveTo>
                  <a:pt x="69394" y="59242"/>
                </a:moveTo>
                <a:cubicBezTo>
                  <a:pt x="69394" y="59576"/>
                  <a:pt x="68299" y="59971"/>
                  <a:pt x="68330" y="59728"/>
                </a:cubicBezTo>
                <a:cubicBezTo>
                  <a:pt x="68634" y="59667"/>
                  <a:pt x="68877" y="59454"/>
                  <a:pt x="69394" y="59242"/>
                </a:cubicBezTo>
                <a:close/>
                <a:moveTo>
                  <a:pt x="73771" y="55959"/>
                </a:moveTo>
                <a:cubicBezTo>
                  <a:pt x="73922" y="56111"/>
                  <a:pt x="73527" y="56445"/>
                  <a:pt x="73345" y="56445"/>
                </a:cubicBezTo>
                <a:cubicBezTo>
                  <a:pt x="73223" y="56324"/>
                  <a:pt x="73710" y="56141"/>
                  <a:pt x="73771" y="55959"/>
                </a:cubicBezTo>
                <a:close/>
                <a:moveTo>
                  <a:pt x="18481" y="55381"/>
                </a:moveTo>
                <a:cubicBezTo>
                  <a:pt x="18724" y="55290"/>
                  <a:pt x="19028" y="55655"/>
                  <a:pt x="19301" y="55746"/>
                </a:cubicBezTo>
                <a:cubicBezTo>
                  <a:pt x="19089" y="55837"/>
                  <a:pt x="18754" y="55472"/>
                  <a:pt x="18481" y="55412"/>
                </a:cubicBezTo>
                <a:close/>
                <a:moveTo>
                  <a:pt x="21216" y="20244"/>
                </a:moveTo>
                <a:cubicBezTo>
                  <a:pt x="21216" y="20426"/>
                  <a:pt x="21004" y="20609"/>
                  <a:pt x="20973" y="20791"/>
                </a:cubicBezTo>
                <a:cubicBezTo>
                  <a:pt x="21034" y="20852"/>
                  <a:pt x="21125" y="20852"/>
                  <a:pt x="21216" y="20791"/>
                </a:cubicBezTo>
                <a:cubicBezTo>
                  <a:pt x="21308" y="21125"/>
                  <a:pt x="20973" y="20761"/>
                  <a:pt x="20882" y="21004"/>
                </a:cubicBezTo>
                <a:cubicBezTo>
                  <a:pt x="20882" y="20761"/>
                  <a:pt x="21004" y="20274"/>
                  <a:pt x="21216" y="20244"/>
                </a:cubicBezTo>
                <a:close/>
                <a:moveTo>
                  <a:pt x="23010" y="18846"/>
                </a:moveTo>
                <a:cubicBezTo>
                  <a:pt x="23222" y="19210"/>
                  <a:pt x="22767" y="19241"/>
                  <a:pt x="22493" y="19423"/>
                </a:cubicBezTo>
                <a:cubicBezTo>
                  <a:pt x="22432" y="19241"/>
                  <a:pt x="22888" y="19028"/>
                  <a:pt x="23010" y="18846"/>
                </a:cubicBezTo>
                <a:close/>
                <a:moveTo>
                  <a:pt x="21338" y="21673"/>
                </a:moveTo>
                <a:cubicBezTo>
                  <a:pt x="21125" y="21855"/>
                  <a:pt x="20912" y="22037"/>
                  <a:pt x="20760" y="21855"/>
                </a:cubicBezTo>
                <a:cubicBezTo>
                  <a:pt x="20943" y="21976"/>
                  <a:pt x="21216" y="21369"/>
                  <a:pt x="21368" y="21673"/>
                </a:cubicBezTo>
                <a:close/>
                <a:moveTo>
                  <a:pt x="22797" y="20031"/>
                </a:moveTo>
                <a:cubicBezTo>
                  <a:pt x="22858" y="20305"/>
                  <a:pt x="22402" y="20396"/>
                  <a:pt x="22250" y="20396"/>
                </a:cubicBezTo>
                <a:cubicBezTo>
                  <a:pt x="22098" y="20578"/>
                  <a:pt x="22159" y="20730"/>
                  <a:pt x="21915" y="20730"/>
                </a:cubicBezTo>
                <a:cubicBezTo>
                  <a:pt x="21976" y="20335"/>
                  <a:pt x="22554" y="20153"/>
                  <a:pt x="22797" y="20031"/>
                </a:cubicBezTo>
                <a:close/>
                <a:moveTo>
                  <a:pt x="20973" y="21095"/>
                </a:moveTo>
                <a:cubicBezTo>
                  <a:pt x="21034" y="21308"/>
                  <a:pt x="20760" y="21338"/>
                  <a:pt x="20669" y="21490"/>
                </a:cubicBezTo>
                <a:cubicBezTo>
                  <a:pt x="20639" y="21551"/>
                  <a:pt x="20730" y="21673"/>
                  <a:pt x="20730" y="21673"/>
                </a:cubicBezTo>
                <a:cubicBezTo>
                  <a:pt x="20639" y="21794"/>
                  <a:pt x="20517" y="21703"/>
                  <a:pt x="20456" y="21794"/>
                </a:cubicBezTo>
                <a:cubicBezTo>
                  <a:pt x="20365" y="21885"/>
                  <a:pt x="20487" y="22250"/>
                  <a:pt x="20183" y="22372"/>
                </a:cubicBezTo>
                <a:cubicBezTo>
                  <a:pt x="19940" y="22250"/>
                  <a:pt x="20244" y="22128"/>
                  <a:pt x="20365" y="22007"/>
                </a:cubicBezTo>
                <a:cubicBezTo>
                  <a:pt x="20152" y="21825"/>
                  <a:pt x="20304" y="21581"/>
                  <a:pt x="20031" y="21764"/>
                </a:cubicBezTo>
                <a:cubicBezTo>
                  <a:pt x="19909" y="21460"/>
                  <a:pt x="20213" y="21673"/>
                  <a:pt x="20274" y="21612"/>
                </a:cubicBezTo>
                <a:cubicBezTo>
                  <a:pt x="20365" y="21581"/>
                  <a:pt x="20213" y="21490"/>
                  <a:pt x="20244" y="21429"/>
                </a:cubicBezTo>
                <a:cubicBezTo>
                  <a:pt x="20304" y="21277"/>
                  <a:pt x="20669" y="21308"/>
                  <a:pt x="20791" y="21065"/>
                </a:cubicBezTo>
                <a:cubicBezTo>
                  <a:pt x="20821" y="21125"/>
                  <a:pt x="20912" y="21156"/>
                  <a:pt x="20973" y="21125"/>
                </a:cubicBezTo>
                <a:close/>
                <a:moveTo>
                  <a:pt x="16931" y="24742"/>
                </a:moveTo>
                <a:cubicBezTo>
                  <a:pt x="16566" y="25016"/>
                  <a:pt x="16657" y="25320"/>
                  <a:pt x="16110" y="25624"/>
                </a:cubicBezTo>
                <a:cubicBezTo>
                  <a:pt x="16049" y="25442"/>
                  <a:pt x="15897" y="25563"/>
                  <a:pt x="15776" y="25654"/>
                </a:cubicBezTo>
                <a:cubicBezTo>
                  <a:pt x="15745" y="25229"/>
                  <a:pt x="16231" y="24864"/>
                  <a:pt x="16657" y="24864"/>
                </a:cubicBezTo>
                <a:cubicBezTo>
                  <a:pt x="16535" y="24712"/>
                  <a:pt x="16353" y="24773"/>
                  <a:pt x="16414" y="24530"/>
                </a:cubicBezTo>
                <a:cubicBezTo>
                  <a:pt x="16110" y="24864"/>
                  <a:pt x="15198" y="25563"/>
                  <a:pt x="14833" y="25259"/>
                </a:cubicBezTo>
                <a:cubicBezTo>
                  <a:pt x="15168" y="25016"/>
                  <a:pt x="15441" y="25077"/>
                  <a:pt x="15745" y="24834"/>
                </a:cubicBezTo>
                <a:cubicBezTo>
                  <a:pt x="15867" y="24803"/>
                  <a:pt x="15867" y="24439"/>
                  <a:pt x="15684" y="24591"/>
                </a:cubicBezTo>
                <a:cubicBezTo>
                  <a:pt x="16019" y="23983"/>
                  <a:pt x="17083" y="23557"/>
                  <a:pt x="17356" y="23101"/>
                </a:cubicBezTo>
                <a:cubicBezTo>
                  <a:pt x="17417" y="23435"/>
                  <a:pt x="16991" y="23709"/>
                  <a:pt x="16900" y="23891"/>
                </a:cubicBezTo>
                <a:cubicBezTo>
                  <a:pt x="16961" y="24104"/>
                  <a:pt x="17386" y="23922"/>
                  <a:pt x="17295" y="23770"/>
                </a:cubicBezTo>
                <a:cubicBezTo>
                  <a:pt x="17721" y="23709"/>
                  <a:pt x="17143" y="24165"/>
                  <a:pt x="16961" y="24287"/>
                </a:cubicBezTo>
                <a:cubicBezTo>
                  <a:pt x="16718" y="24287"/>
                  <a:pt x="16839" y="24074"/>
                  <a:pt x="16779" y="23891"/>
                </a:cubicBezTo>
                <a:cubicBezTo>
                  <a:pt x="16505" y="24195"/>
                  <a:pt x="16292" y="24195"/>
                  <a:pt x="16049" y="24408"/>
                </a:cubicBezTo>
                <a:cubicBezTo>
                  <a:pt x="16171" y="24712"/>
                  <a:pt x="16414" y="24347"/>
                  <a:pt x="16505" y="24347"/>
                </a:cubicBezTo>
                <a:cubicBezTo>
                  <a:pt x="16535" y="24347"/>
                  <a:pt x="16475" y="24530"/>
                  <a:pt x="16535" y="24530"/>
                </a:cubicBezTo>
                <a:cubicBezTo>
                  <a:pt x="16596" y="24530"/>
                  <a:pt x="16809" y="24287"/>
                  <a:pt x="16900" y="24530"/>
                </a:cubicBezTo>
                <a:cubicBezTo>
                  <a:pt x="16839" y="24621"/>
                  <a:pt x="16931" y="24682"/>
                  <a:pt x="16931" y="24742"/>
                </a:cubicBezTo>
                <a:close/>
                <a:moveTo>
                  <a:pt x="21794" y="22037"/>
                </a:moveTo>
                <a:cubicBezTo>
                  <a:pt x="21611" y="22341"/>
                  <a:pt x="21429" y="22706"/>
                  <a:pt x="21277" y="23040"/>
                </a:cubicBezTo>
                <a:cubicBezTo>
                  <a:pt x="21156" y="23283"/>
                  <a:pt x="21095" y="23040"/>
                  <a:pt x="21004" y="23314"/>
                </a:cubicBezTo>
                <a:cubicBezTo>
                  <a:pt x="20791" y="23831"/>
                  <a:pt x="20213" y="24439"/>
                  <a:pt x="19423" y="25229"/>
                </a:cubicBezTo>
                <a:cubicBezTo>
                  <a:pt x="19271" y="25198"/>
                  <a:pt x="19089" y="25350"/>
                  <a:pt x="18967" y="25290"/>
                </a:cubicBezTo>
                <a:cubicBezTo>
                  <a:pt x="18694" y="25016"/>
                  <a:pt x="19241" y="24773"/>
                  <a:pt x="18815" y="24651"/>
                </a:cubicBezTo>
                <a:cubicBezTo>
                  <a:pt x="18997" y="24347"/>
                  <a:pt x="19180" y="24408"/>
                  <a:pt x="19362" y="24074"/>
                </a:cubicBezTo>
                <a:cubicBezTo>
                  <a:pt x="19119" y="23831"/>
                  <a:pt x="18754" y="24317"/>
                  <a:pt x="18450" y="24530"/>
                </a:cubicBezTo>
                <a:cubicBezTo>
                  <a:pt x="18359" y="24439"/>
                  <a:pt x="18420" y="24317"/>
                  <a:pt x="18298" y="24226"/>
                </a:cubicBezTo>
                <a:cubicBezTo>
                  <a:pt x="18906" y="24135"/>
                  <a:pt x="19210" y="23496"/>
                  <a:pt x="19757" y="23071"/>
                </a:cubicBezTo>
                <a:cubicBezTo>
                  <a:pt x="19909" y="23192"/>
                  <a:pt x="19757" y="23283"/>
                  <a:pt x="19666" y="23405"/>
                </a:cubicBezTo>
                <a:cubicBezTo>
                  <a:pt x="19514" y="23587"/>
                  <a:pt x="19605" y="23770"/>
                  <a:pt x="19636" y="23952"/>
                </a:cubicBezTo>
                <a:cubicBezTo>
                  <a:pt x="20061" y="23922"/>
                  <a:pt x="19818" y="23709"/>
                  <a:pt x="19879" y="23527"/>
                </a:cubicBezTo>
                <a:cubicBezTo>
                  <a:pt x="20487" y="23040"/>
                  <a:pt x="21156" y="22767"/>
                  <a:pt x="21399" y="22189"/>
                </a:cubicBezTo>
                <a:cubicBezTo>
                  <a:pt x="21551" y="22189"/>
                  <a:pt x="21703" y="22159"/>
                  <a:pt x="21794" y="22037"/>
                </a:cubicBezTo>
                <a:close/>
                <a:moveTo>
                  <a:pt x="20548" y="23375"/>
                </a:moveTo>
                <a:cubicBezTo>
                  <a:pt x="20456" y="23314"/>
                  <a:pt x="20335" y="23435"/>
                  <a:pt x="20213" y="23435"/>
                </a:cubicBezTo>
                <a:cubicBezTo>
                  <a:pt x="20396" y="23739"/>
                  <a:pt x="20669" y="23375"/>
                  <a:pt x="20882" y="23192"/>
                </a:cubicBezTo>
                <a:cubicBezTo>
                  <a:pt x="21368" y="22736"/>
                  <a:pt x="20730" y="23162"/>
                  <a:pt x="20548" y="23375"/>
                </a:cubicBezTo>
                <a:close/>
                <a:moveTo>
                  <a:pt x="17721" y="24287"/>
                </a:moveTo>
                <a:cubicBezTo>
                  <a:pt x="17690" y="24195"/>
                  <a:pt x="17842" y="24104"/>
                  <a:pt x="17782" y="24043"/>
                </a:cubicBezTo>
                <a:cubicBezTo>
                  <a:pt x="17690" y="23952"/>
                  <a:pt x="17447" y="24287"/>
                  <a:pt x="17265" y="24347"/>
                </a:cubicBezTo>
                <a:cubicBezTo>
                  <a:pt x="17326" y="24408"/>
                  <a:pt x="17417" y="24317"/>
                  <a:pt x="17478" y="24287"/>
                </a:cubicBezTo>
                <a:cubicBezTo>
                  <a:pt x="17690" y="24439"/>
                  <a:pt x="17508" y="24742"/>
                  <a:pt x="17842" y="24408"/>
                </a:cubicBezTo>
                <a:cubicBezTo>
                  <a:pt x="17842" y="24712"/>
                  <a:pt x="17721" y="24712"/>
                  <a:pt x="17447" y="24864"/>
                </a:cubicBezTo>
                <a:cubicBezTo>
                  <a:pt x="17386" y="24894"/>
                  <a:pt x="17538" y="24651"/>
                  <a:pt x="17538" y="24651"/>
                </a:cubicBezTo>
                <a:cubicBezTo>
                  <a:pt x="17538" y="24591"/>
                  <a:pt x="17143" y="25046"/>
                  <a:pt x="17022" y="25107"/>
                </a:cubicBezTo>
                <a:cubicBezTo>
                  <a:pt x="16870" y="25016"/>
                  <a:pt x="17022" y="24894"/>
                  <a:pt x="17143" y="24803"/>
                </a:cubicBezTo>
                <a:cubicBezTo>
                  <a:pt x="17174" y="24287"/>
                  <a:pt x="17417" y="23831"/>
                  <a:pt x="17842" y="23527"/>
                </a:cubicBezTo>
                <a:cubicBezTo>
                  <a:pt x="17842" y="23618"/>
                  <a:pt x="17873" y="23709"/>
                  <a:pt x="17934" y="23800"/>
                </a:cubicBezTo>
                <a:cubicBezTo>
                  <a:pt x="18025" y="23587"/>
                  <a:pt x="17812" y="23375"/>
                  <a:pt x="18146" y="23162"/>
                </a:cubicBezTo>
                <a:cubicBezTo>
                  <a:pt x="18268" y="23344"/>
                  <a:pt x="18420" y="23405"/>
                  <a:pt x="18602" y="23223"/>
                </a:cubicBezTo>
                <a:cubicBezTo>
                  <a:pt x="18845" y="23648"/>
                  <a:pt x="18329" y="23831"/>
                  <a:pt x="18116" y="24165"/>
                </a:cubicBezTo>
                <a:cubicBezTo>
                  <a:pt x="17964" y="24013"/>
                  <a:pt x="18116" y="23922"/>
                  <a:pt x="17903" y="23922"/>
                </a:cubicBezTo>
                <a:cubicBezTo>
                  <a:pt x="17842" y="24043"/>
                  <a:pt x="18025" y="24165"/>
                  <a:pt x="17721" y="24287"/>
                </a:cubicBezTo>
                <a:close/>
                <a:moveTo>
                  <a:pt x="22827" y="18238"/>
                </a:moveTo>
                <a:cubicBezTo>
                  <a:pt x="22888" y="18329"/>
                  <a:pt x="22645" y="18420"/>
                  <a:pt x="22736" y="18542"/>
                </a:cubicBezTo>
                <a:lnTo>
                  <a:pt x="22159" y="19028"/>
                </a:lnTo>
                <a:cubicBezTo>
                  <a:pt x="21915" y="19241"/>
                  <a:pt x="21642" y="19545"/>
                  <a:pt x="21460" y="19362"/>
                </a:cubicBezTo>
                <a:cubicBezTo>
                  <a:pt x="21581" y="19180"/>
                  <a:pt x="21703" y="19332"/>
                  <a:pt x="21855" y="19119"/>
                </a:cubicBezTo>
                <a:lnTo>
                  <a:pt x="21703" y="18907"/>
                </a:lnTo>
                <a:cubicBezTo>
                  <a:pt x="21308" y="18907"/>
                  <a:pt x="21277" y="19271"/>
                  <a:pt x="20852" y="19545"/>
                </a:cubicBezTo>
                <a:cubicBezTo>
                  <a:pt x="20578" y="19393"/>
                  <a:pt x="21004" y="19271"/>
                  <a:pt x="21095" y="19119"/>
                </a:cubicBezTo>
                <a:cubicBezTo>
                  <a:pt x="21216" y="18967"/>
                  <a:pt x="21247" y="18785"/>
                  <a:pt x="21338" y="18663"/>
                </a:cubicBezTo>
                <a:cubicBezTo>
                  <a:pt x="21672" y="18390"/>
                  <a:pt x="21976" y="18055"/>
                  <a:pt x="22250" y="17751"/>
                </a:cubicBezTo>
                <a:cubicBezTo>
                  <a:pt x="22554" y="17751"/>
                  <a:pt x="22250" y="17934"/>
                  <a:pt x="22463" y="18116"/>
                </a:cubicBezTo>
                <a:cubicBezTo>
                  <a:pt x="22189" y="17934"/>
                  <a:pt x="21703" y="18451"/>
                  <a:pt x="21520" y="18755"/>
                </a:cubicBezTo>
                <a:cubicBezTo>
                  <a:pt x="21733" y="18876"/>
                  <a:pt x="22037" y="18846"/>
                  <a:pt x="22219" y="18663"/>
                </a:cubicBezTo>
                <a:cubicBezTo>
                  <a:pt x="22128" y="18481"/>
                  <a:pt x="21976" y="18481"/>
                  <a:pt x="21824" y="18663"/>
                </a:cubicBezTo>
                <a:cubicBezTo>
                  <a:pt x="21946" y="18268"/>
                  <a:pt x="22523" y="18451"/>
                  <a:pt x="22827" y="18238"/>
                </a:cubicBezTo>
                <a:close/>
                <a:moveTo>
                  <a:pt x="15897" y="25806"/>
                </a:moveTo>
                <a:cubicBezTo>
                  <a:pt x="15806" y="26323"/>
                  <a:pt x="15411" y="25989"/>
                  <a:pt x="15016" y="26384"/>
                </a:cubicBezTo>
                <a:cubicBezTo>
                  <a:pt x="15380" y="26232"/>
                  <a:pt x="15350" y="26505"/>
                  <a:pt x="15076" y="26749"/>
                </a:cubicBezTo>
                <a:cubicBezTo>
                  <a:pt x="14864" y="26414"/>
                  <a:pt x="14712" y="26901"/>
                  <a:pt x="14408" y="26749"/>
                </a:cubicBezTo>
                <a:cubicBezTo>
                  <a:pt x="14408" y="26688"/>
                  <a:pt x="14529" y="26323"/>
                  <a:pt x="14256" y="26566"/>
                </a:cubicBezTo>
                <a:cubicBezTo>
                  <a:pt x="14104" y="26262"/>
                  <a:pt x="14560" y="26232"/>
                  <a:pt x="14772" y="26050"/>
                </a:cubicBezTo>
                <a:cubicBezTo>
                  <a:pt x="14833" y="26232"/>
                  <a:pt x="14438" y="26414"/>
                  <a:pt x="14742" y="26597"/>
                </a:cubicBezTo>
                <a:cubicBezTo>
                  <a:pt x="14803" y="26536"/>
                  <a:pt x="14742" y="26475"/>
                  <a:pt x="14712" y="26414"/>
                </a:cubicBezTo>
                <a:lnTo>
                  <a:pt x="15198" y="26019"/>
                </a:lnTo>
                <a:cubicBezTo>
                  <a:pt x="15320" y="25898"/>
                  <a:pt x="14833" y="25806"/>
                  <a:pt x="15228" y="25594"/>
                </a:cubicBezTo>
                <a:cubicBezTo>
                  <a:pt x="15532" y="25685"/>
                  <a:pt x="15289" y="26323"/>
                  <a:pt x="15897" y="25806"/>
                </a:cubicBezTo>
                <a:close/>
                <a:moveTo>
                  <a:pt x="25381" y="16931"/>
                </a:moveTo>
                <a:cubicBezTo>
                  <a:pt x="25654" y="16718"/>
                  <a:pt x="25715" y="16961"/>
                  <a:pt x="25867" y="16627"/>
                </a:cubicBezTo>
                <a:cubicBezTo>
                  <a:pt x="26110" y="16840"/>
                  <a:pt x="25472" y="17113"/>
                  <a:pt x="25381" y="16931"/>
                </a:cubicBezTo>
                <a:close/>
                <a:moveTo>
                  <a:pt x="71065" y="19758"/>
                </a:moveTo>
                <a:cubicBezTo>
                  <a:pt x="71369" y="19758"/>
                  <a:pt x="71734" y="20274"/>
                  <a:pt x="72068" y="20457"/>
                </a:cubicBezTo>
                <a:cubicBezTo>
                  <a:pt x="71795" y="20487"/>
                  <a:pt x="71430" y="19970"/>
                  <a:pt x="71096" y="19758"/>
                </a:cubicBezTo>
                <a:close/>
                <a:moveTo>
                  <a:pt x="25350" y="16718"/>
                </a:moveTo>
                <a:cubicBezTo>
                  <a:pt x="25289" y="16931"/>
                  <a:pt x="25137" y="17144"/>
                  <a:pt x="25259" y="17326"/>
                </a:cubicBezTo>
                <a:cubicBezTo>
                  <a:pt x="25016" y="17539"/>
                  <a:pt x="24773" y="17843"/>
                  <a:pt x="24560" y="17630"/>
                </a:cubicBezTo>
                <a:cubicBezTo>
                  <a:pt x="24803" y="17630"/>
                  <a:pt x="25046" y="17265"/>
                  <a:pt x="25168" y="17083"/>
                </a:cubicBezTo>
                <a:cubicBezTo>
                  <a:pt x="25137" y="17022"/>
                  <a:pt x="25046" y="17113"/>
                  <a:pt x="24985" y="17144"/>
                </a:cubicBezTo>
                <a:cubicBezTo>
                  <a:pt x="24985" y="16931"/>
                  <a:pt x="25137" y="16748"/>
                  <a:pt x="25350" y="16748"/>
                </a:cubicBezTo>
                <a:close/>
                <a:moveTo>
                  <a:pt x="69697" y="23891"/>
                </a:moveTo>
                <a:cubicBezTo>
                  <a:pt x="69576" y="24013"/>
                  <a:pt x="69454" y="23952"/>
                  <a:pt x="69272" y="23800"/>
                </a:cubicBezTo>
                <a:cubicBezTo>
                  <a:pt x="69150" y="23983"/>
                  <a:pt x="69302" y="24013"/>
                  <a:pt x="69090" y="24043"/>
                </a:cubicBezTo>
                <a:cubicBezTo>
                  <a:pt x="68725" y="23891"/>
                  <a:pt x="68390" y="23709"/>
                  <a:pt x="68087" y="23466"/>
                </a:cubicBezTo>
                <a:cubicBezTo>
                  <a:pt x="67539" y="23162"/>
                  <a:pt x="66962" y="22858"/>
                  <a:pt x="66445" y="22463"/>
                </a:cubicBezTo>
                <a:cubicBezTo>
                  <a:pt x="66384" y="22402"/>
                  <a:pt x="66324" y="22341"/>
                  <a:pt x="66263" y="22250"/>
                </a:cubicBezTo>
                <a:cubicBezTo>
                  <a:pt x="65533" y="21642"/>
                  <a:pt x="64652" y="21277"/>
                  <a:pt x="63892" y="20761"/>
                </a:cubicBezTo>
                <a:cubicBezTo>
                  <a:pt x="63740" y="20669"/>
                  <a:pt x="63649" y="20426"/>
                  <a:pt x="63497" y="20335"/>
                </a:cubicBezTo>
                <a:cubicBezTo>
                  <a:pt x="63406" y="20274"/>
                  <a:pt x="63193" y="20305"/>
                  <a:pt x="63132" y="20244"/>
                </a:cubicBezTo>
                <a:cubicBezTo>
                  <a:pt x="63041" y="20183"/>
                  <a:pt x="62919" y="19970"/>
                  <a:pt x="62828" y="19879"/>
                </a:cubicBezTo>
                <a:cubicBezTo>
                  <a:pt x="62220" y="19514"/>
                  <a:pt x="61643" y="19119"/>
                  <a:pt x="61126" y="18663"/>
                </a:cubicBezTo>
                <a:cubicBezTo>
                  <a:pt x="61308" y="18511"/>
                  <a:pt x="61126" y="18420"/>
                  <a:pt x="61278" y="18268"/>
                </a:cubicBezTo>
                <a:cubicBezTo>
                  <a:pt x="60944" y="18147"/>
                  <a:pt x="61217" y="18420"/>
                  <a:pt x="61035" y="18603"/>
                </a:cubicBezTo>
                <a:cubicBezTo>
                  <a:pt x="60457" y="18268"/>
                  <a:pt x="60275" y="17995"/>
                  <a:pt x="59880" y="18025"/>
                </a:cubicBezTo>
                <a:cubicBezTo>
                  <a:pt x="59606" y="18055"/>
                  <a:pt x="59728" y="17812"/>
                  <a:pt x="59637" y="17751"/>
                </a:cubicBezTo>
                <a:cubicBezTo>
                  <a:pt x="59485" y="17630"/>
                  <a:pt x="59181" y="17751"/>
                  <a:pt x="59150" y="17387"/>
                </a:cubicBezTo>
                <a:cubicBezTo>
                  <a:pt x="58907" y="17873"/>
                  <a:pt x="58846" y="17326"/>
                  <a:pt x="58573" y="17387"/>
                </a:cubicBezTo>
                <a:cubicBezTo>
                  <a:pt x="58694" y="17539"/>
                  <a:pt x="58633" y="17721"/>
                  <a:pt x="58633" y="17903"/>
                </a:cubicBezTo>
                <a:cubicBezTo>
                  <a:pt x="58816" y="17903"/>
                  <a:pt x="58785" y="17660"/>
                  <a:pt x="59059" y="17630"/>
                </a:cubicBezTo>
                <a:cubicBezTo>
                  <a:pt x="59333" y="17782"/>
                  <a:pt x="59241" y="17934"/>
                  <a:pt x="59515" y="18086"/>
                </a:cubicBezTo>
                <a:lnTo>
                  <a:pt x="59333" y="18329"/>
                </a:lnTo>
                <a:cubicBezTo>
                  <a:pt x="59545" y="18542"/>
                  <a:pt x="59637" y="18025"/>
                  <a:pt x="59971" y="18207"/>
                </a:cubicBezTo>
                <a:cubicBezTo>
                  <a:pt x="59910" y="18329"/>
                  <a:pt x="59788" y="18299"/>
                  <a:pt x="59697" y="18420"/>
                </a:cubicBezTo>
                <a:cubicBezTo>
                  <a:pt x="59940" y="18694"/>
                  <a:pt x="60275" y="18451"/>
                  <a:pt x="60336" y="18785"/>
                </a:cubicBezTo>
                <a:cubicBezTo>
                  <a:pt x="60700" y="18755"/>
                  <a:pt x="61065" y="18876"/>
                  <a:pt x="61308" y="19150"/>
                </a:cubicBezTo>
                <a:cubicBezTo>
                  <a:pt x="61126" y="19150"/>
                  <a:pt x="60913" y="19119"/>
                  <a:pt x="60731" y="18998"/>
                </a:cubicBezTo>
                <a:cubicBezTo>
                  <a:pt x="60761" y="19150"/>
                  <a:pt x="60822" y="19302"/>
                  <a:pt x="60883" y="19423"/>
                </a:cubicBezTo>
                <a:cubicBezTo>
                  <a:pt x="61035" y="19545"/>
                  <a:pt x="60913" y="19241"/>
                  <a:pt x="60913" y="19241"/>
                </a:cubicBezTo>
                <a:cubicBezTo>
                  <a:pt x="61035" y="19180"/>
                  <a:pt x="61035" y="19332"/>
                  <a:pt x="61156" y="19332"/>
                </a:cubicBezTo>
                <a:cubicBezTo>
                  <a:pt x="61308" y="19362"/>
                  <a:pt x="61551" y="19089"/>
                  <a:pt x="61612" y="19484"/>
                </a:cubicBezTo>
                <a:cubicBezTo>
                  <a:pt x="61551" y="19727"/>
                  <a:pt x="61399" y="19454"/>
                  <a:pt x="61308" y="19454"/>
                </a:cubicBezTo>
                <a:cubicBezTo>
                  <a:pt x="61217" y="19454"/>
                  <a:pt x="61156" y="19697"/>
                  <a:pt x="60974" y="19606"/>
                </a:cubicBezTo>
                <a:cubicBezTo>
                  <a:pt x="61035" y="20062"/>
                  <a:pt x="61339" y="20001"/>
                  <a:pt x="61582" y="20274"/>
                </a:cubicBezTo>
                <a:cubicBezTo>
                  <a:pt x="61825" y="19970"/>
                  <a:pt x="61339" y="20001"/>
                  <a:pt x="61369" y="19818"/>
                </a:cubicBezTo>
                <a:cubicBezTo>
                  <a:pt x="61491" y="19454"/>
                  <a:pt x="61764" y="19818"/>
                  <a:pt x="61916" y="19697"/>
                </a:cubicBezTo>
                <a:cubicBezTo>
                  <a:pt x="62099" y="19970"/>
                  <a:pt x="61855" y="19849"/>
                  <a:pt x="61734" y="20092"/>
                </a:cubicBezTo>
                <a:cubicBezTo>
                  <a:pt x="61764" y="20305"/>
                  <a:pt x="61703" y="20548"/>
                  <a:pt x="62038" y="20730"/>
                </a:cubicBezTo>
                <a:cubicBezTo>
                  <a:pt x="61855" y="20973"/>
                  <a:pt x="61430" y="20943"/>
                  <a:pt x="61521" y="20669"/>
                </a:cubicBezTo>
                <a:cubicBezTo>
                  <a:pt x="61278" y="20578"/>
                  <a:pt x="61612" y="20913"/>
                  <a:pt x="61339" y="21034"/>
                </a:cubicBezTo>
                <a:cubicBezTo>
                  <a:pt x="61065" y="21065"/>
                  <a:pt x="61004" y="20761"/>
                  <a:pt x="60822" y="20669"/>
                </a:cubicBezTo>
                <a:cubicBezTo>
                  <a:pt x="60761" y="20609"/>
                  <a:pt x="60609" y="20609"/>
                  <a:pt x="60488" y="20487"/>
                </a:cubicBezTo>
                <a:cubicBezTo>
                  <a:pt x="60184" y="20214"/>
                  <a:pt x="59880" y="19818"/>
                  <a:pt x="59545" y="19545"/>
                </a:cubicBezTo>
                <a:cubicBezTo>
                  <a:pt x="59393" y="19423"/>
                  <a:pt x="59302" y="19454"/>
                  <a:pt x="59211" y="19393"/>
                </a:cubicBezTo>
                <a:cubicBezTo>
                  <a:pt x="58694" y="18937"/>
                  <a:pt x="58178" y="18511"/>
                  <a:pt x="57630" y="18116"/>
                </a:cubicBezTo>
                <a:cubicBezTo>
                  <a:pt x="57418" y="17964"/>
                  <a:pt x="57266" y="17812"/>
                  <a:pt x="57083" y="17630"/>
                </a:cubicBezTo>
                <a:cubicBezTo>
                  <a:pt x="55989" y="16657"/>
                  <a:pt x="54743" y="15745"/>
                  <a:pt x="53679" y="14803"/>
                </a:cubicBezTo>
                <a:cubicBezTo>
                  <a:pt x="53557" y="14712"/>
                  <a:pt x="53557" y="14590"/>
                  <a:pt x="53466" y="14499"/>
                </a:cubicBezTo>
                <a:cubicBezTo>
                  <a:pt x="53253" y="14286"/>
                  <a:pt x="52980" y="14134"/>
                  <a:pt x="52676" y="14013"/>
                </a:cubicBezTo>
                <a:cubicBezTo>
                  <a:pt x="52463" y="13861"/>
                  <a:pt x="52433" y="13678"/>
                  <a:pt x="52098" y="13648"/>
                </a:cubicBezTo>
                <a:cubicBezTo>
                  <a:pt x="51855" y="13557"/>
                  <a:pt x="52038" y="13344"/>
                  <a:pt x="51886" y="13223"/>
                </a:cubicBezTo>
                <a:cubicBezTo>
                  <a:pt x="51430" y="13162"/>
                  <a:pt x="51156" y="12706"/>
                  <a:pt x="50670" y="12645"/>
                </a:cubicBezTo>
                <a:cubicBezTo>
                  <a:pt x="50518" y="12615"/>
                  <a:pt x="50822" y="12371"/>
                  <a:pt x="50943" y="12523"/>
                </a:cubicBezTo>
                <a:cubicBezTo>
                  <a:pt x="50791" y="12128"/>
                  <a:pt x="50214" y="12280"/>
                  <a:pt x="50244" y="12432"/>
                </a:cubicBezTo>
                <a:cubicBezTo>
                  <a:pt x="50001" y="12219"/>
                  <a:pt x="49667" y="12037"/>
                  <a:pt x="49758" y="11703"/>
                </a:cubicBezTo>
                <a:cubicBezTo>
                  <a:pt x="49241" y="11885"/>
                  <a:pt x="48937" y="11004"/>
                  <a:pt x="48451" y="11277"/>
                </a:cubicBezTo>
                <a:cubicBezTo>
                  <a:pt x="48269" y="11277"/>
                  <a:pt x="48329" y="11064"/>
                  <a:pt x="48299" y="11034"/>
                </a:cubicBezTo>
                <a:cubicBezTo>
                  <a:pt x="48269" y="11004"/>
                  <a:pt x="48147" y="11064"/>
                  <a:pt x="48056" y="11004"/>
                </a:cubicBezTo>
                <a:cubicBezTo>
                  <a:pt x="47661" y="10700"/>
                  <a:pt x="47265" y="10457"/>
                  <a:pt x="46810" y="10244"/>
                </a:cubicBezTo>
                <a:cubicBezTo>
                  <a:pt x="46718" y="10213"/>
                  <a:pt x="46445" y="10122"/>
                  <a:pt x="46384" y="10244"/>
                </a:cubicBezTo>
                <a:cubicBezTo>
                  <a:pt x="46323" y="10213"/>
                  <a:pt x="46384" y="10092"/>
                  <a:pt x="46384" y="9970"/>
                </a:cubicBezTo>
                <a:cubicBezTo>
                  <a:pt x="46019" y="9970"/>
                  <a:pt x="45685" y="9849"/>
                  <a:pt x="45351" y="9636"/>
                </a:cubicBezTo>
                <a:cubicBezTo>
                  <a:pt x="45290" y="9636"/>
                  <a:pt x="45259" y="9727"/>
                  <a:pt x="45229" y="9788"/>
                </a:cubicBezTo>
                <a:cubicBezTo>
                  <a:pt x="45016" y="9545"/>
                  <a:pt x="44803" y="9727"/>
                  <a:pt x="44712" y="9453"/>
                </a:cubicBezTo>
                <a:cubicBezTo>
                  <a:pt x="44560" y="9362"/>
                  <a:pt x="44560" y="9575"/>
                  <a:pt x="44439" y="9545"/>
                </a:cubicBezTo>
                <a:cubicBezTo>
                  <a:pt x="44226" y="9362"/>
                  <a:pt x="43952" y="9241"/>
                  <a:pt x="43679" y="9210"/>
                </a:cubicBezTo>
                <a:cubicBezTo>
                  <a:pt x="43466" y="9180"/>
                  <a:pt x="43253" y="9150"/>
                  <a:pt x="43010" y="9150"/>
                </a:cubicBezTo>
                <a:cubicBezTo>
                  <a:pt x="42858" y="9150"/>
                  <a:pt x="42706" y="9241"/>
                  <a:pt x="42554" y="9241"/>
                </a:cubicBezTo>
                <a:cubicBezTo>
                  <a:pt x="42037" y="9241"/>
                  <a:pt x="41521" y="9119"/>
                  <a:pt x="41095" y="9089"/>
                </a:cubicBezTo>
                <a:cubicBezTo>
                  <a:pt x="40670" y="9058"/>
                  <a:pt x="40305" y="9362"/>
                  <a:pt x="40031" y="9058"/>
                </a:cubicBezTo>
                <a:cubicBezTo>
                  <a:pt x="39910" y="9089"/>
                  <a:pt x="39879" y="9210"/>
                  <a:pt x="39758" y="9241"/>
                </a:cubicBezTo>
                <a:cubicBezTo>
                  <a:pt x="39636" y="9241"/>
                  <a:pt x="39636" y="9119"/>
                  <a:pt x="39545" y="9150"/>
                </a:cubicBezTo>
                <a:cubicBezTo>
                  <a:pt x="39393" y="9180"/>
                  <a:pt x="39211" y="9332"/>
                  <a:pt x="39059" y="9362"/>
                </a:cubicBezTo>
                <a:cubicBezTo>
                  <a:pt x="38694" y="9362"/>
                  <a:pt x="38329" y="9362"/>
                  <a:pt x="37964" y="9453"/>
                </a:cubicBezTo>
                <a:cubicBezTo>
                  <a:pt x="37873" y="9484"/>
                  <a:pt x="37873" y="9545"/>
                  <a:pt x="37782" y="9545"/>
                </a:cubicBezTo>
                <a:cubicBezTo>
                  <a:pt x="37721" y="9575"/>
                  <a:pt x="37539" y="9514"/>
                  <a:pt x="37448" y="9545"/>
                </a:cubicBezTo>
                <a:cubicBezTo>
                  <a:pt x="37356" y="9605"/>
                  <a:pt x="37326" y="9757"/>
                  <a:pt x="37235" y="9788"/>
                </a:cubicBezTo>
                <a:cubicBezTo>
                  <a:pt x="37174" y="9818"/>
                  <a:pt x="37113" y="9757"/>
                  <a:pt x="37053" y="9757"/>
                </a:cubicBezTo>
                <a:cubicBezTo>
                  <a:pt x="36961" y="9788"/>
                  <a:pt x="36931" y="9879"/>
                  <a:pt x="36809" y="9909"/>
                </a:cubicBezTo>
                <a:cubicBezTo>
                  <a:pt x="36323" y="10001"/>
                  <a:pt x="35867" y="10183"/>
                  <a:pt x="35442" y="10426"/>
                </a:cubicBezTo>
                <a:cubicBezTo>
                  <a:pt x="35350" y="10487"/>
                  <a:pt x="35290" y="10396"/>
                  <a:pt x="35229" y="10426"/>
                </a:cubicBezTo>
                <a:cubicBezTo>
                  <a:pt x="35016" y="10578"/>
                  <a:pt x="34864" y="10943"/>
                  <a:pt x="34438" y="10943"/>
                </a:cubicBezTo>
                <a:cubicBezTo>
                  <a:pt x="34317" y="11308"/>
                  <a:pt x="33891" y="11216"/>
                  <a:pt x="33435" y="11612"/>
                </a:cubicBezTo>
                <a:cubicBezTo>
                  <a:pt x="33375" y="11490"/>
                  <a:pt x="33618" y="11429"/>
                  <a:pt x="33496" y="11277"/>
                </a:cubicBezTo>
                <a:cubicBezTo>
                  <a:pt x="33344" y="11368"/>
                  <a:pt x="33375" y="11520"/>
                  <a:pt x="33375" y="11642"/>
                </a:cubicBezTo>
                <a:cubicBezTo>
                  <a:pt x="33162" y="11612"/>
                  <a:pt x="32888" y="11916"/>
                  <a:pt x="32645" y="12037"/>
                </a:cubicBezTo>
                <a:cubicBezTo>
                  <a:pt x="32493" y="12128"/>
                  <a:pt x="32706" y="12280"/>
                  <a:pt x="32584" y="12371"/>
                </a:cubicBezTo>
                <a:cubicBezTo>
                  <a:pt x="31946" y="12919"/>
                  <a:pt x="31217" y="13253"/>
                  <a:pt x="30700" y="13800"/>
                </a:cubicBezTo>
                <a:cubicBezTo>
                  <a:pt x="30548" y="13952"/>
                  <a:pt x="30517" y="14134"/>
                  <a:pt x="30396" y="14256"/>
                </a:cubicBezTo>
                <a:cubicBezTo>
                  <a:pt x="30001" y="14621"/>
                  <a:pt x="29484" y="14894"/>
                  <a:pt x="29058" y="15229"/>
                </a:cubicBezTo>
                <a:cubicBezTo>
                  <a:pt x="28937" y="15350"/>
                  <a:pt x="28815" y="15533"/>
                  <a:pt x="28694" y="15624"/>
                </a:cubicBezTo>
                <a:cubicBezTo>
                  <a:pt x="28572" y="15745"/>
                  <a:pt x="28420" y="15715"/>
                  <a:pt x="28238" y="15806"/>
                </a:cubicBezTo>
                <a:cubicBezTo>
                  <a:pt x="28086" y="15897"/>
                  <a:pt x="28086" y="16049"/>
                  <a:pt x="27964" y="16141"/>
                </a:cubicBezTo>
                <a:cubicBezTo>
                  <a:pt x="27447" y="16596"/>
                  <a:pt x="26809" y="17022"/>
                  <a:pt x="26232" y="17448"/>
                </a:cubicBezTo>
                <a:cubicBezTo>
                  <a:pt x="26019" y="17296"/>
                  <a:pt x="26475" y="17204"/>
                  <a:pt x="26657" y="16961"/>
                </a:cubicBezTo>
                <a:cubicBezTo>
                  <a:pt x="26748" y="16840"/>
                  <a:pt x="26840" y="16292"/>
                  <a:pt x="27113" y="16566"/>
                </a:cubicBezTo>
                <a:cubicBezTo>
                  <a:pt x="27387" y="16384"/>
                  <a:pt x="27113" y="16171"/>
                  <a:pt x="27356" y="16019"/>
                </a:cubicBezTo>
                <a:cubicBezTo>
                  <a:pt x="27447" y="16110"/>
                  <a:pt x="27569" y="16141"/>
                  <a:pt x="27660" y="16080"/>
                </a:cubicBezTo>
                <a:cubicBezTo>
                  <a:pt x="27508" y="15958"/>
                  <a:pt x="27660" y="15624"/>
                  <a:pt x="28025" y="15685"/>
                </a:cubicBezTo>
                <a:cubicBezTo>
                  <a:pt x="27903" y="15381"/>
                  <a:pt x="27691" y="15776"/>
                  <a:pt x="27539" y="15533"/>
                </a:cubicBezTo>
                <a:lnTo>
                  <a:pt x="28511" y="14590"/>
                </a:lnTo>
                <a:cubicBezTo>
                  <a:pt x="28390" y="14317"/>
                  <a:pt x="28147" y="14742"/>
                  <a:pt x="27995" y="14408"/>
                </a:cubicBezTo>
                <a:cubicBezTo>
                  <a:pt x="28603" y="14134"/>
                  <a:pt x="28603" y="13496"/>
                  <a:pt x="29210" y="13496"/>
                </a:cubicBezTo>
                <a:cubicBezTo>
                  <a:pt x="29332" y="13344"/>
                  <a:pt x="29302" y="13283"/>
                  <a:pt x="29150" y="13253"/>
                </a:cubicBezTo>
                <a:cubicBezTo>
                  <a:pt x="29210" y="13040"/>
                  <a:pt x="29514" y="13192"/>
                  <a:pt x="29423" y="13040"/>
                </a:cubicBezTo>
                <a:cubicBezTo>
                  <a:pt x="29606" y="12919"/>
                  <a:pt x="29484" y="13253"/>
                  <a:pt x="29545" y="13344"/>
                </a:cubicBezTo>
                <a:cubicBezTo>
                  <a:pt x="29818" y="12858"/>
                  <a:pt x="30244" y="12432"/>
                  <a:pt x="30761" y="12189"/>
                </a:cubicBezTo>
                <a:cubicBezTo>
                  <a:pt x="30700" y="12128"/>
                  <a:pt x="30639" y="12189"/>
                  <a:pt x="30578" y="12250"/>
                </a:cubicBezTo>
                <a:cubicBezTo>
                  <a:pt x="30821" y="12037"/>
                  <a:pt x="31338" y="11429"/>
                  <a:pt x="31824" y="11308"/>
                </a:cubicBezTo>
                <a:cubicBezTo>
                  <a:pt x="32098" y="11186"/>
                  <a:pt x="31824" y="10943"/>
                  <a:pt x="32098" y="10821"/>
                </a:cubicBezTo>
                <a:cubicBezTo>
                  <a:pt x="32280" y="10852"/>
                  <a:pt x="32463" y="10791"/>
                  <a:pt x="32615" y="10669"/>
                </a:cubicBezTo>
                <a:cubicBezTo>
                  <a:pt x="32767" y="10609"/>
                  <a:pt x="32706" y="10548"/>
                  <a:pt x="32676" y="10457"/>
                </a:cubicBezTo>
                <a:cubicBezTo>
                  <a:pt x="32858" y="10365"/>
                  <a:pt x="33131" y="10365"/>
                  <a:pt x="33040" y="10122"/>
                </a:cubicBezTo>
                <a:cubicBezTo>
                  <a:pt x="32888" y="9970"/>
                  <a:pt x="32645" y="10335"/>
                  <a:pt x="32432" y="10396"/>
                </a:cubicBezTo>
                <a:cubicBezTo>
                  <a:pt x="32341" y="10213"/>
                  <a:pt x="32220" y="10122"/>
                  <a:pt x="32037" y="10274"/>
                </a:cubicBezTo>
                <a:cubicBezTo>
                  <a:pt x="31976" y="10335"/>
                  <a:pt x="32007" y="10396"/>
                  <a:pt x="31946" y="10426"/>
                </a:cubicBezTo>
                <a:cubicBezTo>
                  <a:pt x="32037" y="10487"/>
                  <a:pt x="32159" y="10396"/>
                  <a:pt x="32220" y="10548"/>
                </a:cubicBezTo>
                <a:cubicBezTo>
                  <a:pt x="30365" y="11612"/>
                  <a:pt x="29788" y="12432"/>
                  <a:pt x="28055" y="13618"/>
                </a:cubicBezTo>
                <a:cubicBezTo>
                  <a:pt x="27873" y="13618"/>
                  <a:pt x="27934" y="13526"/>
                  <a:pt x="27873" y="13435"/>
                </a:cubicBezTo>
                <a:cubicBezTo>
                  <a:pt x="27508" y="13800"/>
                  <a:pt x="27113" y="14104"/>
                  <a:pt x="26688" y="14408"/>
                </a:cubicBezTo>
                <a:cubicBezTo>
                  <a:pt x="26627" y="14499"/>
                  <a:pt x="26748" y="14590"/>
                  <a:pt x="26657" y="14651"/>
                </a:cubicBezTo>
                <a:cubicBezTo>
                  <a:pt x="26444" y="14773"/>
                  <a:pt x="26232" y="14925"/>
                  <a:pt x="26049" y="14651"/>
                </a:cubicBezTo>
                <a:cubicBezTo>
                  <a:pt x="25928" y="14894"/>
                  <a:pt x="25897" y="14894"/>
                  <a:pt x="26140" y="15046"/>
                </a:cubicBezTo>
                <a:cubicBezTo>
                  <a:pt x="26019" y="15046"/>
                  <a:pt x="25928" y="14955"/>
                  <a:pt x="25806" y="15077"/>
                </a:cubicBezTo>
                <a:cubicBezTo>
                  <a:pt x="25654" y="14834"/>
                  <a:pt x="25897" y="14590"/>
                  <a:pt x="25897" y="14347"/>
                </a:cubicBezTo>
                <a:cubicBezTo>
                  <a:pt x="26262" y="14256"/>
                  <a:pt x="26232" y="14226"/>
                  <a:pt x="26596" y="13891"/>
                </a:cubicBezTo>
                <a:cubicBezTo>
                  <a:pt x="26900" y="14013"/>
                  <a:pt x="26384" y="14134"/>
                  <a:pt x="26536" y="14256"/>
                </a:cubicBezTo>
                <a:cubicBezTo>
                  <a:pt x="26809" y="14286"/>
                  <a:pt x="27113" y="13800"/>
                  <a:pt x="26718" y="13770"/>
                </a:cubicBezTo>
                <a:cubicBezTo>
                  <a:pt x="27052" y="13618"/>
                  <a:pt x="27022" y="13283"/>
                  <a:pt x="27295" y="13314"/>
                </a:cubicBezTo>
                <a:cubicBezTo>
                  <a:pt x="27447" y="13405"/>
                  <a:pt x="27295" y="13496"/>
                  <a:pt x="27174" y="13618"/>
                </a:cubicBezTo>
                <a:cubicBezTo>
                  <a:pt x="27417" y="13678"/>
                  <a:pt x="27660" y="13283"/>
                  <a:pt x="27508" y="13131"/>
                </a:cubicBezTo>
                <a:cubicBezTo>
                  <a:pt x="27934" y="12888"/>
                  <a:pt x="28359" y="12554"/>
                  <a:pt x="28694" y="12159"/>
                </a:cubicBezTo>
                <a:cubicBezTo>
                  <a:pt x="28906" y="12037"/>
                  <a:pt x="29119" y="12098"/>
                  <a:pt x="29332" y="11976"/>
                </a:cubicBezTo>
                <a:cubicBezTo>
                  <a:pt x="29393" y="11885"/>
                  <a:pt x="29271" y="11794"/>
                  <a:pt x="29362" y="11733"/>
                </a:cubicBezTo>
                <a:cubicBezTo>
                  <a:pt x="30061" y="11277"/>
                  <a:pt x="30821" y="10517"/>
                  <a:pt x="31490" y="10274"/>
                </a:cubicBezTo>
                <a:cubicBezTo>
                  <a:pt x="31703" y="10457"/>
                  <a:pt x="31338" y="10548"/>
                  <a:pt x="31217" y="10669"/>
                </a:cubicBezTo>
                <a:cubicBezTo>
                  <a:pt x="31642" y="10700"/>
                  <a:pt x="31672" y="10213"/>
                  <a:pt x="31733" y="10001"/>
                </a:cubicBezTo>
                <a:cubicBezTo>
                  <a:pt x="32220" y="9757"/>
                  <a:pt x="32645" y="9545"/>
                  <a:pt x="33010" y="9362"/>
                </a:cubicBezTo>
                <a:cubicBezTo>
                  <a:pt x="33344" y="9150"/>
                  <a:pt x="33709" y="8906"/>
                  <a:pt x="34104" y="8694"/>
                </a:cubicBezTo>
                <a:cubicBezTo>
                  <a:pt x="34226" y="8785"/>
                  <a:pt x="34347" y="8633"/>
                  <a:pt x="34286" y="8876"/>
                </a:cubicBezTo>
                <a:cubicBezTo>
                  <a:pt x="34560" y="8846"/>
                  <a:pt x="34408" y="8663"/>
                  <a:pt x="34499" y="8602"/>
                </a:cubicBezTo>
                <a:cubicBezTo>
                  <a:pt x="35077" y="8450"/>
                  <a:pt x="35654" y="8268"/>
                  <a:pt x="36201" y="8025"/>
                </a:cubicBezTo>
                <a:cubicBezTo>
                  <a:pt x="36475" y="7903"/>
                  <a:pt x="36809" y="7782"/>
                  <a:pt x="37053" y="7691"/>
                </a:cubicBezTo>
                <a:cubicBezTo>
                  <a:pt x="37326" y="7630"/>
                  <a:pt x="37448" y="7721"/>
                  <a:pt x="37660" y="7660"/>
                </a:cubicBezTo>
                <a:cubicBezTo>
                  <a:pt x="37782" y="7630"/>
                  <a:pt x="37904" y="7539"/>
                  <a:pt x="38025" y="7508"/>
                </a:cubicBezTo>
                <a:cubicBezTo>
                  <a:pt x="38116" y="7508"/>
                  <a:pt x="38208" y="7630"/>
                  <a:pt x="38329" y="7630"/>
                </a:cubicBezTo>
                <a:cubicBezTo>
                  <a:pt x="38633" y="7569"/>
                  <a:pt x="38937" y="7478"/>
                  <a:pt x="39211" y="7387"/>
                </a:cubicBezTo>
                <a:cubicBezTo>
                  <a:pt x="39271" y="7326"/>
                  <a:pt x="39241" y="7204"/>
                  <a:pt x="39332" y="7204"/>
                </a:cubicBezTo>
                <a:cubicBezTo>
                  <a:pt x="39515" y="7295"/>
                  <a:pt x="39697" y="7326"/>
                  <a:pt x="39879" y="7265"/>
                </a:cubicBezTo>
                <a:cubicBezTo>
                  <a:pt x="40153" y="7235"/>
                  <a:pt x="40214" y="7447"/>
                  <a:pt x="40335" y="7174"/>
                </a:cubicBezTo>
                <a:cubicBezTo>
                  <a:pt x="40578" y="7143"/>
                  <a:pt x="40609" y="7387"/>
                  <a:pt x="40882" y="7356"/>
                </a:cubicBezTo>
                <a:cubicBezTo>
                  <a:pt x="40882" y="7265"/>
                  <a:pt x="40730" y="7265"/>
                  <a:pt x="40639" y="7265"/>
                </a:cubicBezTo>
                <a:cubicBezTo>
                  <a:pt x="40730" y="6931"/>
                  <a:pt x="40943" y="7204"/>
                  <a:pt x="41126" y="7204"/>
                </a:cubicBezTo>
                <a:cubicBezTo>
                  <a:pt x="42159" y="7204"/>
                  <a:pt x="43162" y="7356"/>
                  <a:pt x="44165" y="7630"/>
                </a:cubicBezTo>
                <a:cubicBezTo>
                  <a:pt x="44530" y="7751"/>
                  <a:pt x="45199" y="7903"/>
                  <a:pt x="45746" y="8055"/>
                </a:cubicBezTo>
                <a:cubicBezTo>
                  <a:pt x="45867" y="8086"/>
                  <a:pt x="45867" y="8207"/>
                  <a:pt x="46019" y="8238"/>
                </a:cubicBezTo>
                <a:cubicBezTo>
                  <a:pt x="46354" y="8329"/>
                  <a:pt x="46810" y="8238"/>
                  <a:pt x="46870" y="8633"/>
                </a:cubicBezTo>
                <a:cubicBezTo>
                  <a:pt x="46992" y="8450"/>
                  <a:pt x="47752" y="8663"/>
                  <a:pt x="47843" y="8815"/>
                </a:cubicBezTo>
                <a:cubicBezTo>
                  <a:pt x="47873" y="8846"/>
                  <a:pt x="47630" y="8876"/>
                  <a:pt x="47600" y="8815"/>
                </a:cubicBezTo>
                <a:cubicBezTo>
                  <a:pt x="47509" y="8937"/>
                  <a:pt x="47965" y="9119"/>
                  <a:pt x="47934" y="8876"/>
                </a:cubicBezTo>
                <a:cubicBezTo>
                  <a:pt x="48056" y="9089"/>
                  <a:pt x="48238" y="9241"/>
                  <a:pt x="48481" y="9271"/>
                </a:cubicBezTo>
                <a:cubicBezTo>
                  <a:pt x="48512" y="9210"/>
                  <a:pt x="48420" y="9180"/>
                  <a:pt x="48360" y="9119"/>
                </a:cubicBezTo>
                <a:cubicBezTo>
                  <a:pt x="48755" y="9089"/>
                  <a:pt x="49332" y="9514"/>
                  <a:pt x="49819" y="9697"/>
                </a:cubicBezTo>
                <a:cubicBezTo>
                  <a:pt x="50031" y="10092"/>
                  <a:pt x="50366" y="10396"/>
                  <a:pt x="50822" y="10548"/>
                </a:cubicBezTo>
                <a:cubicBezTo>
                  <a:pt x="50852" y="10365"/>
                  <a:pt x="50427" y="10335"/>
                  <a:pt x="50639" y="10092"/>
                </a:cubicBezTo>
                <a:cubicBezTo>
                  <a:pt x="51065" y="10396"/>
                  <a:pt x="51278" y="10153"/>
                  <a:pt x="51734" y="10487"/>
                </a:cubicBezTo>
                <a:cubicBezTo>
                  <a:pt x="52007" y="10639"/>
                  <a:pt x="52220" y="10943"/>
                  <a:pt x="52554" y="11125"/>
                </a:cubicBezTo>
                <a:cubicBezTo>
                  <a:pt x="52494" y="11216"/>
                  <a:pt x="52402" y="11095"/>
                  <a:pt x="52311" y="11064"/>
                </a:cubicBezTo>
                <a:cubicBezTo>
                  <a:pt x="52342" y="11338"/>
                  <a:pt x="52797" y="11368"/>
                  <a:pt x="52737" y="11034"/>
                </a:cubicBezTo>
                <a:cubicBezTo>
                  <a:pt x="52919" y="11095"/>
                  <a:pt x="53010" y="11216"/>
                  <a:pt x="52949" y="11338"/>
                </a:cubicBezTo>
                <a:cubicBezTo>
                  <a:pt x="53527" y="11368"/>
                  <a:pt x="54165" y="12007"/>
                  <a:pt x="54773" y="12250"/>
                </a:cubicBezTo>
                <a:cubicBezTo>
                  <a:pt x="54378" y="12280"/>
                  <a:pt x="54925" y="12736"/>
                  <a:pt x="55138" y="12675"/>
                </a:cubicBezTo>
                <a:cubicBezTo>
                  <a:pt x="55260" y="12402"/>
                  <a:pt x="54652" y="12615"/>
                  <a:pt x="54925" y="12341"/>
                </a:cubicBezTo>
                <a:cubicBezTo>
                  <a:pt x="55685" y="12767"/>
                  <a:pt x="56506" y="13405"/>
                  <a:pt x="57022" y="13709"/>
                </a:cubicBezTo>
                <a:cubicBezTo>
                  <a:pt x="56931" y="13800"/>
                  <a:pt x="57022" y="13891"/>
                  <a:pt x="56962" y="13982"/>
                </a:cubicBezTo>
                <a:lnTo>
                  <a:pt x="57326" y="13922"/>
                </a:lnTo>
                <a:cubicBezTo>
                  <a:pt x="57630" y="14134"/>
                  <a:pt x="57965" y="14408"/>
                  <a:pt x="58299" y="14590"/>
                </a:cubicBezTo>
                <a:cubicBezTo>
                  <a:pt x="58846" y="14985"/>
                  <a:pt x="59393" y="15411"/>
                  <a:pt x="59910" y="15867"/>
                </a:cubicBezTo>
                <a:cubicBezTo>
                  <a:pt x="60062" y="15989"/>
                  <a:pt x="60275" y="16049"/>
                  <a:pt x="60396" y="16141"/>
                </a:cubicBezTo>
                <a:cubicBezTo>
                  <a:pt x="61035" y="16596"/>
                  <a:pt x="62068" y="17478"/>
                  <a:pt x="62889" y="18055"/>
                </a:cubicBezTo>
                <a:cubicBezTo>
                  <a:pt x="63132" y="18207"/>
                  <a:pt x="63406" y="18268"/>
                  <a:pt x="63649" y="18420"/>
                </a:cubicBezTo>
                <a:cubicBezTo>
                  <a:pt x="64135" y="18755"/>
                  <a:pt x="64561" y="19180"/>
                  <a:pt x="65017" y="19514"/>
                </a:cubicBezTo>
                <a:cubicBezTo>
                  <a:pt x="65624" y="19970"/>
                  <a:pt x="66263" y="20305"/>
                  <a:pt x="66810" y="20730"/>
                </a:cubicBezTo>
                <a:cubicBezTo>
                  <a:pt x="66931" y="20821"/>
                  <a:pt x="66901" y="20913"/>
                  <a:pt x="67053" y="21034"/>
                </a:cubicBezTo>
                <a:cubicBezTo>
                  <a:pt x="67175" y="21125"/>
                  <a:pt x="67296" y="21125"/>
                  <a:pt x="67387" y="21186"/>
                </a:cubicBezTo>
                <a:cubicBezTo>
                  <a:pt x="67570" y="21369"/>
                  <a:pt x="67661" y="21673"/>
                  <a:pt x="68026" y="21612"/>
                </a:cubicBezTo>
                <a:cubicBezTo>
                  <a:pt x="68907" y="22341"/>
                  <a:pt x="69059" y="22402"/>
                  <a:pt x="69941" y="23132"/>
                </a:cubicBezTo>
                <a:cubicBezTo>
                  <a:pt x="69880" y="23253"/>
                  <a:pt x="69758" y="23192"/>
                  <a:pt x="69667" y="23314"/>
                </a:cubicBezTo>
                <a:lnTo>
                  <a:pt x="69090" y="22858"/>
                </a:lnTo>
                <a:cubicBezTo>
                  <a:pt x="68907" y="22706"/>
                  <a:pt x="68846" y="23040"/>
                  <a:pt x="68755" y="23101"/>
                </a:cubicBezTo>
                <a:cubicBezTo>
                  <a:pt x="68877" y="23283"/>
                  <a:pt x="68938" y="23071"/>
                  <a:pt x="69059" y="23162"/>
                </a:cubicBezTo>
                <a:cubicBezTo>
                  <a:pt x="69272" y="23283"/>
                  <a:pt x="69059" y="23314"/>
                  <a:pt x="69120" y="23405"/>
                </a:cubicBezTo>
                <a:cubicBezTo>
                  <a:pt x="69150" y="23496"/>
                  <a:pt x="69363" y="23496"/>
                  <a:pt x="69394" y="23527"/>
                </a:cubicBezTo>
                <a:cubicBezTo>
                  <a:pt x="69606" y="23648"/>
                  <a:pt x="69454" y="23922"/>
                  <a:pt x="69697" y="23922"/>
                </a:cubicBezTo>
                <a:close/>
                <a:moveTo>
                  <a:pt x="31156" y="10821"/>
                </a:moveTo>
                <a:cubicBezTo>
                  <a:pt x="31034" y="10943"/>
                  <a:pt x="30669" y="10730"/>
                  <a:pt x="30700" y="11064"/>
                </a:cubicBezTo>
                <a:cubicBezTo>
                  <a:pt x="30821" y="10943"/>
                  <a:pt x="31186" y="11156"/>
                  <a:pt x="31156" y="10821"/>
                </a:cubicBezTo>
                <a:close/>
                <a:moveTo>
                  <a:pt x="28998" y="14074"/>
                </a:moveTo>
                <a:cubicBezTo>
                  <a:pt x="28785" y="14134"/>
                  <a:pt x="28603" y="14226"/>
                  <a:pt x="28420" y="14317"/>
                </a:cubicBezTo>
                <a:cubicBezTo>
                  <a:pt x="28572" y="14590"/>
                  <a:pt x="29089" y="14408"/>
                  <a:pt x="29089" y="14317"/>
                </a:cubicBezTo>
                <a:cubicBezTo>
                  <a:pt x="28876" y="14438"/>
                  <a:pt x="29119" y="14134"/>
                  <a:pt x="28998" y="14074"/>
                </a:cubicBezTo>
                <a:close/>
                <a:moveTo>
                  <a:pt x="30244" y="14226"/>
                </a:moveTo>
                <a:cubicBezTo>
                  <a:pt x="30122" y="14043"/>
                  <a:pt x="29606" y="14317"/>
                  <a:pt x="29606" y="14530"/>
                </a:cubicBezTo>
                <a:cubicBezTo>
                  <a:pt x="29849" y="14499"/>
                  <a:pt x="30061" y="14378"/>
                  <a:pt x="30244" y="14226"/>
                </a:cubicBezTo>
                <a:close/>
                <a:moveTo>
                  <a:pt x="32402" y="12280"/>
                </a:moveTo>
                <a:cubicBezTo>
                  <a:pt x="32220" y="12341"/>
                  <a:pt x="31703" y="12523"/>
                  <a:pt x="31855" y="12767"/>
                </a:cubicBezTo>
                <a:cubicBezTo>
                  <a:pt x="32007" y="12493"/>
                  <a:pt x="32341" y="12584"/>
                  <a:pt x="32402" y="12280"/>
                </a:cubicBezTo>
                <a:close/>
                <a:moveTo>
                  <a:pt x="33101" y="9636"/>
                </a:moveTo>
                <a:cubicBezTo>
                  <a:pt x="32919" y="9545"/>
                  <a:pt x="32554" y="10061"/>
                  <a:pt x="32706" y="10061"/>
                </a:cubicBezTo>
                <a:cubicBezTo>
                  <a:pt x="32676" y="9849"/>
                  <a:pt x="33162" y="9818"/>
                  <a:pt x="33101" y="9636"/>
                </a:cubicBezTo>
                <a:close/>
                <a:moveTo>
                  <a:pt x="38056" y="9210"/>
                </a:moveTo>
                <a:cubicBezTo>
                  <a:pt x="37873" y="9150"/>
                  <a:pt x="37721" y="9180"/>
                  <a:pt x="37630" y="9362"/>
                </a:cubicBezTo>
                <a:cubicBezTo>
                  <a:pt x="37782" y="9362"/>
                  <a:pt x="38086" y="9484"/>
                  <a:pt x="38056" y="9210"/>
                </a:cubicBezTo>
                <a:close/>
                <a:moveTo>
                  <a:pt x="40031" y="8846"/>
                </a:moveTo>
                <a:cubicBezTo>
                  <a:pt x="40001" y="8663"/>
                  <a:pt x="39849" y="8937"/>
                  <a:pt x="39849" y="9028"/>
                </a:cubicBezTo>
                <a:lnTo>
                  <a:pt x="40457" y="9028"/>
                </a:lnTo>
                <a:cubicBezTo>
                  <a:pt x="40518" y="8694"/>
                  <a:pt x="40183" y="8876"/>
                  <a:pt x="40031" y="8846"/>
                </a:cubicBezTo>
                <a:close/>
                <a:moveTo>
                  <a:pt x="49089" y="10305"/>
                </a:moveTo>
                <a:cubicBezTo>
                  <a:pt x="48937" y="10213"/>
                  <a:pt x="48755" y="10213"/>
                  <a:pt x="48633" y="10365"/>
                </a:cubicBezTo>
                <a:cubicBezTo>
                  <a:pt x="48816" y="10426"/>
                  <a:pt x="48998" y="10517"/>
                  <a:pt x="49089" y="10305"/>
                </a:cubicBezTo>
                <a:close/>
                <a:moveTo>
                  <a:pt x="49788" y="9818"/>
                </a:moveTo>
                <a:cubicBezTo>
                  <a:pt x="49454" y="9757"/>
                  <a:pt x="48998" y="9089"/>
                  <a:pt x="48755" y="9453"/>
                </a:cubicBezTo>
                <a:cubicBezTo>
                  <a:pt x="48998" y="9666"/>
                  <a:pt x="48846" y="9545"/>
                  <a:pt x="48998" y="9484"/>
                </a:cubicBezTo>
                <a:cubicBezTo>
                  <a:pt x="49393" y="9301"/>
                  <a:pt x="49515" y="10274"/>
                  <a:pt x="49788" y="9818"/>
                </a:cubicBezTo>
                <a:close/>
                <a:moveTo>
                  <a:pt x="51551" y="10517"/>
                </a:moveTo>
                <a:cubicBezTo>
                  <a:pt x="51430" y="10305"/>
                  <a:pt x="51095" y="10274"/>
                  <a:pt x="50974" y="10517"/>
                </a:cubicBezTo>
                <a:cubicBezTo>
                  <a:pt x="51247" y="10700"/>
                  <a:pt x="51369" y="10548"/>
                  <a:pt x="51551" y="10517"/>
                </a:cubicBezTo>
                <a:close/>
                <a:moveTo>
                  <a:pt x="51612" y="10760"/>
                </a:moveTo>
                <a:cubicBezTo>
                  <a:pt x="51855" y="10852"/>
                  <a:pt x="51764" y="11034"/>
                  <a:pt x="52007" y="11125"/>
                </a:cubicBezTo>
                <a:cubicBezTo>
                  <a:pt x="52250" y="10943"/>
                  <a:pt x="51794" y="10609"/>
                  <a:pt x="51642" y="10730"/>
                </a:cubicBezTo>
                <a:close/>
                <a:moveTo>
                  <a:pt x="53861" y="14256"/>
                </a:moveTo>
                <a:lnTo>
                  <a:pt x="53557" y="14074"/>
                </a:lnTo>
                <a:cubicBezTo>
                  <a:pt x="53253" y="14317"/>
                  <a:pt x="53801" y="14530"/>
                  <a:pt x="53861" y="14256"/>
                </a:cubicBezTo>
                <a:close/>
                <a:moveTo>
                  <a:pt x="54986" y="14894"/>
                </a:moveTo>
                <a:cubicBezTo>
                  <a:pt x="54560" y="14742"/>
                  <a:pt x="54986" y="14408"/>
                  <a:pt x="54591" y="14226"/>
                </a:cubicBezTo>
                <a:cubicBezTo>
                  <a:pt x="54469" y="14469"/>
                  <a:pt x="54712" y="14621"/>
                  <a:pt x="54743" y="14803"/>
                </a:cubicBezTo>
                <a:cubicBezTo>
                  <a:pt x="54682" y="15107"/>
                  <a:pt x="54469" y="14712"/>
                  <a:pt x="54408" y="14985"/>
                </a:cubicBezTo>
                <a:cubicBezTo>
                  <a:pt x="54652" y="15137"/>
                  <a:pt x="54804" y="14955"/>
                  <a:pt x="54986" y="14864"/>
                </a:cubicBezTo>
                <a:close/>
                <a:moveTo>
                  <a:pt x="56810" y="17144"/>
                </a:moveTo>
                <a:lnTo>
                  <a:pt x="57114" y="17356"/>
                </a:lnTo>
                <a:cubicBezTo>
                  <a:pt x="57266" y="17144"/>
                  <a:pt x="56962" y="16931"/>
                  <a:pt x="56810" y="17144"/>
                </a:cubicBezTo>
                <a:close/>
                <a:moveTo>
                  <a:pt x="57722" y="16779"/>
                </a:moveTo>
                <a:cubicBezTo>
                  <a:pt x="57539" y="16627"/>
                  <a:pt x="57357" y="16536"/>
                  <a:pt x="57205" y="16627"/>
                </a:cubicBezTo>
                <a:cubicBezTo>
                  <a:pt x="57266" y="16688"/>
                  <a:pt x="57296" y="16779"/>
                  <a:pt x="57266" y="16840"/>
                </a:cubicBezTo>
                <a:cubicBezTo>
                  <a:pt x="57418" y="16961"/>
                  <a:pt x="57630" y="16931"/>
                  <a:pt x="57752" y="16779"/>
                </a:cubicBezTo>
                <a:close/>
                <a:moveTo>
                  <a:pt x="61065" y="20122"/>
                </a:moveTo>
                <a:cubicBezTo>
                  <a:pt x="61096" y="20366"/>
                  <a:pt x="61004" y="20609"/>
                  <a:pt x="61187" y="20852"/>
                </a:cubicBezTo>
                <a:cubicBezTo>
                  <a:pt x="61460" y="20700"/>
                  <a:pt x="61126" y="20487"/>
                  <a:pt x="61096" y="20366"/>
                </a:cubicBezTo>
                <a:cubicBezTo>
                  <a:pt x="61096" y="20335"/>
                  <a:pt x="61187" y="20274"/>
                  <a:pt x="61187" y="20244"/>
                </a:cubicBezTo>
                <a:cubicBezTo>
                  <a:pt x="61156" y="20183"/>
                  <a:pt x="61126" y="20122"/>
                  <a:pt x="61096" y="20062"/>
                </a:cubicBezTo>
                <a:cubicBezTo>
                  <a:pt x="61065" y="19940"/>
                  <a:pt x="60944" y="19879"/>
                  <a:pt x="60883" y="19758"/>
                </a:cubicBezTo>
                <a:cubicBezTo>
                  <a:pt x="60640" y="19879"/>
                  <a:pt x="60944" y="20001"/>
                  <a:pt x="61035" y="20092"/>
                </a:cubicBezTo>
                <a:close/>
                <a:moveTo>
                  <a:pt x="60396" y="19910"/>
                </a:moveTo>
                <a:lnTo>
                  <a:pt x="60032" y="19636"/>
                </a:lnTo>
                <a:cubicBezTo>
                  <a:pt x="59788" y="19758"/>
                  <a:pt x="60336" y="20183"/>
                  <a:pt x="60396" y="19910"/>
                </a:cubicBezTo>
                <a:close/>
                <a:moveTo>
                  <a:pt x="60123" y="18967"/>
                </a:moveTo>
                <a:cubicBezTo>
                  <a:pt x="59910" y="19362"/>
                  <a:pt x="60457" y="19302"/>
                  <a:pt x="60396" y="19606"/>
                </a:cubicBezTo>
                <a:cubicBezTo>
                  <a:pt x="60518" y="19454"/>
                  <a:pt x="60670" y="19697"/>
                  <a:pt x="60792" y="19575"/>
                </a:cubicBezTo>
                <a:cubicBezTo>
                  <a:pt x="60579" y="19271"/>
                  <a:pt x="60366" y="19302"/>
                  <a:pt x="60092" y="18967"/>
                </a:cubicBezTo>
                <a:close/>
                <a:moveTo>
                  <a:pt x="59089" y="19119"/>
                </a:moveTo>
                <a:cubicBezTo>
                  <a:pt x="59211" y="19332"/>
                  <a:pt x="59363" y="19180"/>
                  <a:pt x="59545" y="19271"/>
                </a:cubicBezTo>
                <a:cubicBezTo>
                  <a:pt x="59637" y="19302"/>
                  <a:pt x="59758" y="19788"/>
                  <a:pt x="59940" y="19484"/>
                </a:cubicBezTo>
                <a:cubicBezTo>
                  <a:pt x="59880" y="19271"/>
                  <a:pt x="59272" y="18846"/>
                  <a:pt x="59089" y="19119"/>
                </a:cubicBezTo>
                <a:close/>
                <a:moveTo>
                  <a:pt x="58056" y="18147"/>
                </a:moveTo>
                <a:cubicBezTo>
                  <a:pt x="58269" y="18238"/>
                  <a:pt x="58451" y="18359"/>
                  <a:pt x="58603" y="18147"/>
                </a:cubicBezTo>
                <a:cubicBezTo>
                  <a:pt x="58390" y="18025"/>
                  <a:pt x="58178" y="17903"/>
                  <a:pt x="58056" y="18147"/>
                </a:cubicBezTo>
                <a:close/>
                <a:moveTo>
                  <a:pt x="66992" y="21885"/>
                </a:moveTo>
                <a:cubicBezTo>
                  <a:pt x="67053" y="21733"/>
                  <a:pt x="67175" y="21581"/>
                  <a:pt x="66992" y="21460"/>
                </a:cubicBezTo>
                <a:cubicBezTo>
                  <a:pt x="66749" y="21490"/>
                  <a:pt x="66658" y="21521"/>
                  <a:pt x="66597" y="21764"/>
                </a:cubicBezTo>
                <a:cubicBezTo>
                  <a:pt x="66749" y="21976"/>
                  <a:pt x="66840" y="21764"/>
                  <a:pt x="66962" y="21855"/>
                </a:cubicBezTo>
                <a:close/>
                <a:moveTo>
                  <a:pt x="68330" y="22311"/>
                </a:moveTo>
                <a:cubicBezTo>
                  <a:pt x="68269" y="22250"/>
                  <a:pt x="68238" y="22159"/>
                  <a:pt x="68269" y="22068"/>
                </a:cubicBezTo>
                <a:cubicBezTo>
                  <a:pt x="68360" y="22128"/>
                  <a:pt x="68482" y="22189"/>
                  <a:pt x="68390" y="22068"/>
                </a:cubicBezTo>
                <a:cubicBezTo>
                  <a:pt x="68117" y="22068"/>
                  <a:pt x="68208" y="21825"/>
                  <a:pt x="67904" y="21673"/>
                </a:cubicBezTo>
                <a:cubicBezTo>
                  <a:pt x="67631" y="21916"/>
                  <a:pt x="68026" y="22037"/>
                  <a:pt x="68238" y="22159"/>
                </a:cubicBezTo>
                <a:cubicBezTo>
                  <a:pt x="68117" y="22220"/>
                  <a:pt x="68178" y="22372"/>
                  <a:pt x="68299" y="22311"/>
                </a:cubicBezTo>
                <a:close/>
                <a:moveTo>
                  <a:pt x="23891" y="17204"/>
                </a:moveTo>
                <a:cubicBezTo>
                  <a:pt x="23557" y="17508"/>
                  <a:pt x="23618" y="17691"/>
                  <a:pt x="23405" y="18055"/>
                </a:cubicBezTo>
                <a:cubicBezTo>
                  <a:pt x="23131" y="18116"/>
                  <a:pt x="22858" y="18147"/>
                  <a:pt x="22584" y="18116"/>
                </a:cubicBezTo>
                <a:cubicBezTo>
                  <a:pt x="22554" y="17782"/>
                  <a:pt x="22827" y="17417"/>
                  <a:pt x="23040" y="17083"/>
                </a:cubicBezTo>
                <a:cubicBezTo>
                  <a:pt x="23040" y="17326"/>
                  <a:pt x="22949" y="17569"/>
                  <a:pt x="22767" y="17751"/>
                </a:cubicBezTo>
                <a:cubicBezTo>
                  <a:pt x="22888" y="17934"/>
                  <a:pt x="23040" y="17873"/>
                  <a:pt x="23192" y="17691"/>
                </a:cubicBezTo>
                <a:cubicBezTo>
                  <a:pt x="22979" y="17326"/>
                  <a:pt x="23466" y="16232"/>
                  <a:pt x="24013" y="16627"/>
                </a:cubicBezTo>
                <a:cubicBezTo>
                  <a:pt x="23830" y="16779"/>
                  <a:pt x="23678" y="16718"/>
                  <a:pt x="23678" y="16961"/>
                </a:cubicBezTo>
                <a:cubicBezTo>
                  <a:pt x="24195" y="16961"/>
                  <a:pt x="24377" y="16080"/>
                  <a:pt x="24803" y="16141"/>
                </a:cubicBezTo>
                <a:lnTo>
                  <a:pt x="24590" y="15897"/>
                </a:lnTo>
                <a:cubicBezTo>
                  <a:pt x="24286" y="16080"/>
                  <a:pt x="24317" y="16292"/>
                  <a:pt x="24104" y="16444"/>
                </a:cubicBezTo>
                <a:cubicBezTo>
                  <a:pt x="23648" y="16232"/>
                  <a:pt x="24469" y="15563"/>
                  <a:pt x="24681" y="15715"/>
                </a:cubicBezTo>
                <a:cubicBezTo>
                  <a:pt x="24773" y="15472"/>
                  <a:pt x="24985" y="15320"/>
                  <a:pt x="25229" y="15229"/>
                </a:cubicBezTo>
                <a:cubicBezTo>
                  <a:pt x="25259" y="15381"/>
                  <a:pt x="25046" y="15563"/>
                  <a:pt x="25168" y="15715"/>
                </a:cubicBezTo>
                <a:cubicBezTo>
                  <a:pt x="25016" y="15837"/>
                  <a:pt x="24925" y="15563"/>
                  <a:pt x="24773" y="15715"/>
                </a:cubicBezTo>
                <a:cubicBezTo>
                  <a:pt x="24681" y="15806"/>
                  <a:pt x="24925" y="15928"/>
                  <a:pt x="24803" y="16019"/>
                </a:cubicBezTo>
                <a:cubicBezTo>
                  <a:pt x="24894" y="16080"/>
                  <a:pt x="25016" y="15928"/>
                  <a:pt x="25137" y="15837"/>
                </a:cubicBezTo>
                <a:cubicBezTo>
                  <a:pt x="25289" y="16171"/>
                  <a:pt x="25016" y="16475"/>
                  <a:pt x="24803" y="16718"/>
                </a:cubicBezTo>
                <a:cubicBezTo>
                  <a:pt x="24560" y="16931"/>
                  <a:pt x="24134" y="16931"/>
                  <a:pt x="23891" y="17204"/>
                </a:cubicBezTo>
                <a:close/>
                <a:moveTo>
                  <a:pt x="24651" y="17964"/>
                </a:moveTo>
                <a:lnTo>
                  <a:pt x="24469" y="18147"/>
                </a:lnTo>
                <a:cubicBezTo>
                  <a:pt x="24499" y="17843"/>
                  <a:pt x="24256" y="18116"/>
                  <a:pt x="24104" y="17903"/>
                </a:cubicBezTo>
                <a:cubicBezTo>
                  <a:pt x="24317" y="17660"/>
                  <a:pt x="24499" y="17812"/>
                  <a:pt x="24681" y="17903"/>
                </a:cubicBezTo>
                <a:close/>
                <a:moveTo>
                  <a:pt x="25502" y="16536"/>
                </a:moveTo>
                <a:cubicBezTo>
                  <a:pt x="25806" y="16353"/>
                  <a:pt x="25745" y="16323"/>
                  <a:pt x="25958" y="16232"/>
                </a:cubicBezTo>
                <a:cubicBezTo>
                  <a:pt x="26049" y="16292"/>
                  <a:pt x="25593" y="16779"/>
                  <a:pt x="25502" y="1650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3"/>
          <p:cNvSpPr/>
          <p:nvPr/>
        </p:nvSpPr>
        <p:spPr>
          <a:xfrm flipH="1" rot="-4661111">
            <a:off x="4987177" y="3043875"/>
            <a:ext cx="2649" cy="44"/>
          </a:xfrm>
          <a:custGeom>
            <a:rect b="b" l="l" r="r" t="t"/>
            <a:pathLst>
              <a:path extrusionOk="0" h="1" w="60">
                <a:moveTo>
                  <a:pt x="60" y="1"/>
                </a:moveTo>
                <a:lnTo>
                  <a:pt x="43" y="1"/>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3" name="Google Shape;4493;p53"/>
          <p:cNvGrpSpPr/>
          <p:nvPr/>
        </p:nvGrpSpPr>
        <p:grpSpPr>
          <a:xfrm>
            <a:off x="2808514" y="599800"/>
            <a:ext cx="2766068" cy="2987760"/>
            <a:chOff x="2659989" y="665825"/>
            <a:chExt cx="2766068" cy="2987760"/>
          </a:xfrm>
        </p:grpSpPr>
        <p:sp>
          <p:nvSpPr>
            <p:cNvPr id="4494" name="Google Shape;4494;p53"/>
            <p:cNvSpPr/>
            <p:nvPr/>
          </p:nvSpPr>
          <p:spPr>
            <a:xfrm flipH="1" rot="-4661111">
              <a:off x="4787385" y="3387451"/>
              <a:ext cx="100867" cy="33284"/>
            </a:xfrm>
            <a:custGeom>
              <a:rect b="b" l="l" r="r" t="t"/>
              <a:pathLst>
                <a:path extrusionOk="0" h="754" w="2285">
                  <a:moveTo>
                    <a:pt x="2284" y="1"/>
                  </a:moveTo>
                  <a:lnTo>
                    <a:pt x="1506" y="255"/>
                  </a:lnTo>
                  <a:lnTo>
                    <a:pt x="1506" y="255"/>
                  </a:lnTo>
                  <a:lnTo>
                    <a:pt x="1540" y="229"/>
                  </a:lnTo>
                  <a:lnTo>
                    <a:pt x="1540" y="229"/>
                  </a:lnTo>
                  <a:cubicBezTo>
                    <a:pt x="1362" y="297"/>
                    <a:pt x="1016" y="415"/>
                    <a:pt x="889" y="441"/>
                  </a:cubicBezTo>
                  <a:cubicBezTo>
                    <a:pt x="906" y="432"/>
                    <a:pt x="889" y="432"/>
                    <a:pt x="1032" y="381"/>
                  </a:cubicBezTo>
                  <a:lnTo>
                    <a:pt x="1032" y="381"/>
                  </a:lnTo>
                  <a:cubicBezTo>
                    <a:pt x="107" y="654"/>
                    <a:pt x="763" y="523"/>
                    <a:pt x="54" y="738"/>
                  </a:cubicBezTo>
                  <a:lnTo>
                    <a:pt x="54" y="738"/>
                  </a:lnTo>
                  <a:cubicBezTo>
                    <a:pt x="97" y="726"/>
                    <a:pt x="148" y="714"/>
                    <a:pt x="212" y="703"/>
                  </a:cubicBezTo>
                  <a:cubicBezTo>
                    <a:pt x="355" y="657"/>
                    <a:pt x="494" y="627"/>
                    <a:pt x="519" y="627"/>
                  </a:cubicBezTo>
                  <a:cubicBezTo>
                    <a:pt x="526" y="627"/>
                    <a:pt x="523" y="629"/>
                    <a:pt x="508" y="635"/>
                  </a:cubicBezTo>
                  <a:cubicBezTo>
                    <a:pt x="897" y="508"/>
                    <a:pt x="914" y="525"/>
                    <a:pt x="948" y="475"/>
                  </a:cubicBezTo>
                  <a:cubicBezTo>
                    <a:pt x="1100" y="411"/>
                    <a:pt x="1266" y="365"/>
                    <a:pt x="1302" y="365"/>
                  </a:cubicBezTo>
                  <a:cubicBezTo>
                    <a:pt x="1325" y="365"/>
                    <a:pt x="1299" y="382"/>
                    <a:pt x="1193" y="424"/>
                  </a:cubicBezTo>
                  <a:lnTo>
                    <a:pt x="1904" y="162"/>
                  </a:lnTo>
                  <a:lnTo>
                    <a:pt x="1464" y="297"/>
                  </a:lnTo>
                  <a:cubicBezTo>
                    <a:pt x="1574" y="221"/>
                    <a:pt x="2158" y="85"/>
                    <a:pt x="2284" y="1"/>
                  </a:cubicBezTo>
                  <a:close/>
                  <a:moveTo>
                    <a:pt x="54" y="738"/>
                  </a:moveTo>
                  <a:cubicBezTo>
                    <a:pt x="34" y="743"/>
                    <a:pt x="17" y="748"/>
                    <a:pt x="0" y="754"/>
                  </a:cubicBezTo>
                  <a:cubicBezTo>
                    <a:pt x="19" y="748"/>
                    <a:pt x="37" y="743"/>
                    <a:pt x="54" y="73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3"/>
            <p:cNvSpPr/>
            <p:nvPr/>
          </p:nvSpPr>
          <p:spPr>
            <a:xfrm flipH="1" rot="-4661111">
              <a:off x="4834529" y="3303157"/>
              <a:ext cx="96365" cy="28826"/>
            </a:xfrm>
            <a:custGeom>
              <a:rect b="b" l="l" r="r" t="t"/>
              <a:pathLst>
                <a:path extrusionOk="0" h="653" w="2183">
                  <a:moveTo>
                    <a:pt x="2183" y="1"/>
                  </a:moveTo>
                  <a:lnTo>
                    <a:pt x="2183" y="1"/>
                  </a:lnTo>
                  <a:cubicBezTo>
                    <a:pt x="1997" y="35"/>
                    <a:pt x="1819" y="77"/>
                    <a:pt x="1642" y="128"/>
                  </a:cubicBezTo>
                  <a:cubicBezTo>
                    <a:pt x="1413" y="187"/>
                    <a:pt x="1193" y="238"/>
                    <a:pt x="1058" y="263"/>
                  </a:cubicBezTo>
                  <a:cubicBezTo>
                    <a:pt x="1110" y="256"/>
                    <a:pt x="1141" y="254"/>
                    <a:pt x="1157" y="254"/>
                  </a:cubicBezTo>
                  <a:cubicBezTo>
                    <a:pt x="1208" y="254"/>
                    <a:pt x="1117" y="279"/>
                    <a:pt x="1136" y="279"/>
                  </a:cubicBezTo>
                  <a:cubicBezTo>
                    <a:pt x="1150" y="279"/>
                    <a:pt x="1222" y="266"/>
                    <a:pt x="1447" y="221"/>
                  </a:cubicBezTo>
                  <a:lnTo>
                    <a:pt x="1447" y="221"/>
                  </a:lnTo>
                  <a:lnTo>
                    <a:pt x="1117" y="339"/>
                  </a:lnTo>
                  <a:lnTo>
                    <a:pt x="550" y="466"/>
                  </a:lnTo>
                  <a:cubicBezTo>
                    <a:pt x="550" y="480"/>
                    <a:pt x="275" y="555"/>
                    <a:pt x="324" y="555"/>
                  </a:cubicBezTo>
                  <a:cubicBezTo>
                    <a:pt x="335" y="555"/>
                    <a:pt x="363" y="552"/>
                    <a:pt x="415" y="542"/>
                  </a:cubicBezTo>
                  <a:cubicBezTo>
                    <a:pt x="466" y="525"/>
                    <a:pt x="576" y="491"/>
                    <a:pt x="660" y="475"/>
                  </a:cubicBezTo>
                  <a:lnTo>
                    <a:pt x="660" y="475"/>
                  </a:lnTo>
                  <a:cubicBezTo>
                    <a:pt x="542" y="525"/>
                    <a:pt x="415" y="559"/>
                    <a:pt x="288" y="584"/>
                  </a:cubicBezTo>
                  <a:cubicBezTo>
                    <a:pt x="127" y="627"/>
                    <a:pt x="0" y="652"/>
                    <a:pt x="85" y="652"/>
                  </a:cubicBezTo>
                  <a:lnTo>
                    <a:pt x="364" y="593"/>
                  </a:lnTo>
                  <a:lnTo>
                    <a:pt x="550" y="542"/>
                  </a:lnTo>
                  <a:cubicBezTo>
                    <a:pt x="652" y="517"/>
                    <a:pt x="736" y="491"/>
                    <a:pt x="872" y="441"/>
                  </a:cubicBezTo>
                  <a:cubicBezTo>
                    <a:pt x="1286" y="339"/>
                    <a:pt x="1591" y="280"/>
                    <a:pt x="1785" y="238"/>
                  </a:cubicBezTo>
                  <a:cubicBezTo>
                    <a:pt x="1904" y="204"/>
                    <a:pt x="1912" y="178"/>
                    <a:pt x="2064" y="136"/>
                  </a:cubicBezTo>
                  <a:lnTo>
                    <a:pt x="2064" y="136"/>
                  </a:lnTo>
                  <a:lnTo>
                    <a:pt x="1963" y="162"/>
                  </a:lnTo>
                  <a:lnTo>
                    <a:pt x="1929" y="128"/>
                  </a:lnTo>
                  <a:cubicBezTo>
                    <a:pt x="1802" y="170"/>
                    <a:pt x="1675" y="204"/>
                    <a:pt x="1540" y="238"/>
                  </a:cubicBezTo>
                  <a:cubicBezTo>
                    <a:pt x="1760" y="170"/>
                    <a:pt x="1971" y="85"/>
                    <a:pt x="218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3"/>
            <p:cNvSpPr/>
            <p:nvPr/>
          </p:nvSpPr>
          <p:spPr>
            <a:xfrm flipH="1" rot="-4661111">
              <a:off x="4864414" y="3358343"/>
              <a:ext cx="795" cy="44"/>
            </a:xfrm>
            <a:custGeom>
              <a:rect b="b" l="l" r="r" t="t"/>
              <a:pathLst>
                <a:path extrusionOk="0" h="1" w="18">
                  <a:moveTo>
                    <a:pt x="1" y="1"/>
                  </a:moveTo>
                  <a:lnTo>
                    <a:pt x="1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3"/>
            <p:cNvSpPr/>
            <p:nvPr/>
          </p:nvSpPr>
          <p:spPr>
            <a:xfrm flipH="1" rot="-4661111">
              <a:off x="4953438" y="3144109"/>
              <a:ext cx="4503" cy="397"/>
            </a:xfrm>
            <a:custGeom>
              <a:rect b="b" l="l" r="r" t="t"/>
              <a:pathLst>
                <a:path extrusionOk="0" h="9" w="102">
                  <a:moveTo>
                    <a:pt x="1" y="9"/>
                  </a:moveTo>
                  <a:lnTo>
                    <a:pt x="10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3"/>
            <p:cNvSpPr/>
            <p:nvPr/>
          </p:nvSpPr>
          <p:spPr>
            <a:xfrm flipH="1" rot="-4661111">
              <a:off x="4935493" y="3212030"/>
              <a:ext cx="795" cy="397"/>
            </a:xfrm>
            <a:custGeom>
              <a:rect b="b" l="l" r="r" t="t"/>
              <a:pathLst>
                <a:path extrusionOk="0" h="9" w="18">
                  <a:moveTo>
                    <a:pt x="9" y="1"/>
                  </a:moveTo>
                  <a:lnTo>
                    <a:pt x="1" y="9"/>
                  </a:lnTo>
                  <a:lnTo>
                    <a:pt x="1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3"/>
            <p:cNvSpPr/>
            <p:nvPr/>
          </p:nvSpPr>
          <p:spPr>
            <a:xfrm flipH="1" rot="-4661111">
              <a:off x="4915177" y="3240894"/>
              <a:ext cx="9712" cy="2251"/>
            </a:xfrm>
            <a:custGeom>
              <a:rect b="b" l="l" r="r" t="t"/>
              <a:pathLst>
                <a:path extrusionOk="0" h="51" w="220">
                  <a:moveTo>
                    <a:pt x="220" y="0"/>
                  </a:moveTo>
                  <a:lnTo>
                    <a:pt x="220" y="0"/>
                  </a:lnTo>
                  <a:cubicBezTo>
                    <a:pt x="212" y="2"/>
                    <a:pt x="203" y="4"/>
                    <a:pt x="194" y="6"/>
                  </a:cubicBezTo>
                  <a:lnTo>
                    <a:pt x="194" y="6"/>
                  </a:lnTo>
                  <a:lnTo>
                    <a:pt x="220" y="0"/>
                  </a:lnTo>
                  <a:close/>
                  <a:moveTo>
                    <a:pt x="194" y="6"/>
                  </a:moveTo>
                  <a:lnTo>
                    <a:pt x="0" y="51"/>
                  </a:lnTo>
                  <a:cubicBezTo>
                    <a:pt x="53" y="43"/>
                    <a:pt x="125" y="22"/>
                    <a:pt x="194" y="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3"/>
            <p:cNvSpPr/>
            <p:nvPr/>
          </p:nvSpPr>
          <p:spPr>
            <a:xfrm flipH="1" rot="-4661111">
              <a:off x="4962665" y="3165923"/>
              <a:ext cx="7990" cy="1545"/>
            </a:xfrm>
            <a:custGeom>
              <a:rect b="b" l="l" r="r" t="t"/>
              <a:pathLst>
                <a:path extrusionOk="0" h="35" w="181">
                  <a:moveTo>
                    <a:pt x="181" y="1"/>
                  </a:moveTo>
                  <a:cubicBezTo>
                    <a:pt x="169" y="3"/>
                    <a:pt x="158" y="5"/>
                    <a:pt x="147" y="7"/>
                  </a:cubicBezTo>
                  <a:lnTo>
                    <a:pt x="147" y="7"/>
                  </a:lnTo>
                  <a:cubicBezTo>
                    <a:pt x="158" y="5"/>
                    <a:pt x="169" y="3"/>
                    <a:pt x="181" y="1"/>
                  </a:cubicBezTo>
                  <a:close/>
                  <a:moveTo>
                    <a:pt x="147" y="7"/>
                  </a:moveTo>
                  <a:cubicBezTo>
                    <a:pt x="62" y="22"/>
                    <a:pt x="0" y="35"/>
                    <a:pt x="37" y="35"/>
                  </a:cubicBezTo>
                  <a:cubicBezTo>
                    <a:pt x="70" y="22"/>
                    <a:pt x="108" y="14"/>
                    <a:pt x="147" y="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3"/>
            <p:cNvSpPr/>
            <p:nvPr/>
          </p:nvSpPr>
          <p:spPr>
            <a:xfrm flipH="1" rot="-4661111">
              <a:off x="4960721" y="3172465"/>
              <a:ext cx="6003" cy="1501"/>
            </a:xfrm>
            <a:custGeom>
              <a:rect b="b" l="l" r="r" t="t"/>
              <a:pathLst>
                <a:path extrusionOk="0" h="34" w="136">
                  <a:moveTo>
                    <a:pt x="0" y="34"/>
                  </a:moveTo>
                  <a:lnTo>
                    <a:pt x="13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3"/>
            <p:cNvSpPr/>
            <p:nvPr/>
          </p:nvSpPr>
          <p:spPr>
            <a:xfrm flipH="1" rot="-4661111">
              <a:off x="4864495" y="3243703"/>
              <a:ext cx="90714" cy="20791"/>
            </a:xfrm>
            <a:custGeom>
              <a:rect b="b" l="l" r="r" t="t"/>
              <a:pathLst>
                <a:path extrusionOk="0" h="471" w="2055">
                  <a:moveTo>
                    <a:pt x="886" y="371"/>
                  </a:moveTo>
                  <a:cubicBezTo>
                    <a:pt x="865" y="375"/>
                    <a:pt x="843" y="380"/>
                    <a:pt x="821" y="386"/>
                  </a:cubicBezTo>
                  <a:cubicBezTo>
                    <a:pt x="843" y="381"/>
                    <a:pt x="865" y="376"/>
                    <a:pt x="886" y="371"/>
                  </a:cubicBezTo>
                  <a:close/>
                  <a:moveTo>
                    <a:pt x="2024" y="0"/>
                  </a:moveTo>
                  <a:cubicBezTo>
                    <a:pt x="2014" y="0"/>
                    <a:pt x="1979" y="6"/>
                    <a:pt x="1904" y="22"/>
                  </a:cubicBezTo>
                  <a:lnTo>
                    <a:pt x="863" y="259"/>
                  </a:lnTo>
                  <a:lnTo>
                    <a:pt x="423" y="369"/>
                  </a:lnTo>
                  <a:cubicBezTo>
                    <a:pt x="280" y="394"/>
                    <a:pt x="144" y="428"/>
                    <a:pt x="0" y="470"/>
                  </a:cubicBezTo>
                  <a:cubicBezTo>
                    <a:pt x="457" y="394"/>
                    <a:pt x="956" y="267"/>
                    <a:pt x="1329" y="208"/>
                  </a:cubicBezTo>
                  <a:lnTo>
                    <a:pt x="1329" y="208"/>
                  </a:lnTo>
                  <a:lnTo>
                    <a:pt x="1176" y="267"/>
                  </a:lnTo>
                  <a:cubicBezTo>
                    <a:pt x="753" y="326"/>
                    <a:pt x="500" y="411"/>
                    <a:pt x="85" y="470"/>
                  </a:cubicBezTo>
                  <a:cubicBezTo>
                    <a:pt x="398" y="428"/>
                    <a:pt x="711" y="369"/>
                    <a:pt x="1016" y="309"/>
                  </a:cubicBezTo>
                  <a:cubicBezTo>
                    <a:pt x="1143" y="290"/>
                    <a:pt x="1209" y="282"/>
                    <a:pt x="1231" y="282"/>
                  </a:cubicBezTo>
                  <a:cubicBezTo>
                    <a:pt x="1279" y="282"/>
                    <a:pt x="1104" y="323"/>
                    <a:pt x="886" y="371"/>
                  </a:cubicBezTo>
                  <a:lnTo>
                    <a:pt x="886" y="371"/>
                  </a:lnTo>
                  <a:cubicBezTo>
                    <a:pt x="929" y="363"/>
                    <a:pt x="970" y="357"/>
                    <a:pt x="1016" y="352"/>
                  </a:cubicBezTo>
                  <a:cubicBezTo>
                    <a:pt x="1040" y="339"/>
                    <a:pt x="1569" y="214"/>
                    <a:pt x="1528" y="214"/>
                  </a:cubicBezTo>
                  <a:cubicBezTo>
                    <a:pt x="1512" y="214"/>
                    <a:pt x="1421" y="230"/>
                    <a:pt x="1202" y="276"/>
                  </a:cubicBezTo>
                  <a:cubicBezTo>
                    <a:pt x="1227" y="233"/>
                    <a:pt x="1726" y="149"/>
                    <a:pt x="1938" y="90"/>
                  </a:cubicBezTo>
                  <a:lnTo>
                    <a:pt x="1938" y="90"/>
                  </a:lnTo>
                  <a:cubicBezTo>
                    <a:pt x="1908" y="96"/>
                    <a:pt x="1892" y="98"/>
                    <a:pt x="1885" y="98"/>
                  </a:cubicBezTo>
                  <a:cubicBezTo>
                    <a:pt x="1854" y="98"/>
                    <a:pt x="2005" y="47"/>
                    <a:pt x="1963" y="47"/>
                  </a:cubicBezTo>
                  <a:cubicBezTo>
                    <a:pt x="1828" y="90"/>
                    <a:pt x="1692" y="132"/>
                    <a:pt x="1549" y="157"/>
                  </a:cubicBezTo>
                  <a:cubicBezTo>
                    <a:pt x="1464" y="157"/>
                    <a:pt x="1735" y="98"/>
                    <a:pt x="1946" y="47"/>
                  </a:cubicBezTo>
                  <a:lnTo>
                    <a:pt x="1946" y="47"/>
                  </a:lnTo>
                  <a:cubicBezTo>
                    <a:pt x="1907" y="55"/>
                    <a:pt x="1887" y="58"/>
                    <a:pt x="1879" y="58"/>
                  </a:cubicBezTo>
                  <a:cubicBezTo>
                    <a:pt x="1847" y="58"/>
                    <a:pt x="2055" y="0"/>
                    <a:pt x="202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3"/>
            <p:cNvSpPr/>
            <p:nvPr/>
          </p:nvSpPr>
          <p:spPr>
            <a:xfrm flipH="1" rot="-4661111">
              <a:off x="4934948" y="3233852"/>
              <a:ext cx="2295" cy="397"/>
            </a:xfrm>
            <a:custGeom>
              <a:rect b="b" l="l" r="r" t="t"/>
              <a:pathLst>
                <a:path extrusionOk="0" h="9" w="52">
                  <a:moveTo>
                    <a:pt x="52" y="1"/>
                  </a:moveTo>
                  <a:lnTo>
                    <a:pt x="1" y="9"/>
                  </a:lnTo>
                  <a:lnTo>
                    <a:pt x="18" y="9"/>
                  </a:lnTo>
                  <a:lnTo>
                    <a:pt x="5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3"/>
            <p:cNvSpPr/>
            <p:nvPr/>
          </p:nvSpPr>
          <p:spPr>
            <a:xfrm flipH="1" rot="-4661111">
              <a:off x="4940164" y="3207429"/>
              <a:ext cx="44" cy="44"/>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3"/>
            <p:cNvSpPr/>
            <p:nvPr/>
          </p:nvSpPr>
          <p:spPr>
            <a:xfrm flipH="1" rot="-4661111">
              <a:off x="2960808" y="795322"/>
              <a:ext cx="2164430" cy="2358704"/>
            </a:xfrm>
            <a:custGeom>
              <a:rect b="b" l="l" r="r" t="t"/>
              <a:pathLst>
                <a:path extrusionOk="0" h="53433" w="49032">
                  <a:moveTo>
                    <a:pt x="1117" y="3334"/>
                  </a:moveTo>
                  <a:cubicBezTo>
                    <a:pt x="1114" y="3348"/>
                    <a:pt x="1112" y="3359"/>
                    <a:pt x="1110" y="3367"/>
                  </a:cubicBezTo>
                  <a:lnTo>
                    <a:pt x="1110" y="3367"/>
                  </a:lnTo>
                  <a:cubicBezTo>
                    <a:pt x="1111" y="3356"/>
                    <a:pt x="1113" y="3345"/>
                    <a:pt x="1117" y="3334"/>
                  </a:cubicBezTo>
                  <a:close/>
                  <a:moveTo>
                    <a:pt x="271" y="7978"/>
                  </a:moveTo>
                  <a:cubicBezTo>
                    <a:pt x="269" y="8000"/>
                    <a:pt x="266" y="8022"/>
                    <a:pt x="264" y="8044"/>
                  </a:cubicBezTo>
                  <a:lnTo>
                    <a:pt x="264" y="8044"/>
                  </a:lnTo>
                  <a:cubicBezTo>
                    <a:pt x="266" y="8023"/>
                    <a:pt x="269" y="8000"/>
                    <a:pt x="271" y="7978"/>
                  </a:cubicBezTo>
                  <a:close/>
                  <a:moveTo>
                    <a:pt x="110" y="9509"/>
                  </a:moveTo>
                  <a:cubicBezTo>
                    <a:pt x="103" y="9584"/>
                    <a:pt x="97" y="9657"/>
                    <a:pt x="92" y="9726"/>
                  </a:cubicBezTo>
                  <a:lnTo>
                    <a:pt x="92" y="9726"/>
                  </a:lnTo>
                  <a:cubicBezTo>
                    <a:pt x="94" y="9708"/>
                    <a:pt x="97" y="9689"/>
                    <a:pt x="102" y="9670"/>
                  </a:cubicBezTo>
                  <a:cubicBezTo>
                    <a:pt x="102" y="9619"/>
                    <a:pt x="110" y="9560"/>
                    <a:pt x="110" y="9509"/>
                  </a:cubicBezTo>
                  <a:close/>
                  <a:moveTo>
                    <a:pt x="92" y="9726"/>
                  </a:moveTo>
                  <a:lnTo>
                    <a:pt x="92" y="9726"/>
                  </a:lnTo>
                  <a:cubicBezTo>
                    <a:pt x="91" y="9736"/>
                    <a:pt x="90" y="9747"/>
                    <a:pt x="89" y="9757"/>
                  </a:cubicBezTo>
                  <a:lnTo>
                    <a:pt x="89" y="9757"/>
                  </a:lnTo>
                  <a:cubicBezTo>
                    <a:pt x="90" y="9747"/>
                    <a:pt x="91" y="9736"/>
                    <a:pt x="92" y="9726"/>
                  </a:cubicBezTo>
                  <a:close/>
                  <a:moveTo>
                    <a:pt x="1210" y="22308"/>
                  </a:moveTo>
                  <a:cubicBezTo>
                    <a:pt x="1215" y="22336"/>
                    <a:pt x="1217" y="22339"/>
                    <a:pt x="1221" y="22345"/>
                  </a:cubicBezTo>
                  <a:lnTo>
                    <a:pt x="1221" y="22345"/>
                  </a:lnTo>
                  <a:cubicBezTo>
                    <a:pt x="1217" y="22333"/>
                    <a:pt x="1214" y="22321"/>
                    <a:pt x="1210" y="22308"/>
                  </a:cubicBezTo>
                  <a:close/>
                  <a:moveTo>
                    <a:pt x="1491" y="22466"/>
                  </a:moveTo>
                  <a:cubicBezTo>
                    <a:pt x="1513" y="22531"/>
                    <a:pt x="1547" y="22644"/>
                    <a:pt x="1550" y="22644"/>
                  </a:cubicBezTo>
                  <a:cubicBezTo>
                    <a:pt x="1552" y="22644"/>
                    <a:pt x="1549" y="22628"/>
                    <a:pt x="1540" y="22587"/>
                  </a:cubicBezTo>
                  <a:lnTo>
                    <a:pt x="1491" y="22466"/>
                  </a:lnTo>
                  <a:close/>
                  <a:moveTo>
                    <a:pt x="1481" y="23459"/>
                  </a:moveTo>
                  <a:cubicBezTo>
                    <a:pt x="1481" y="23461"/>
                    <a:pt x="1482" y="23464"/>
                    <a:pt x="1483" y="23466"/>
                  </a:cubicBezTo>
                  <a:lnTo>
                    <a:pt x="1483" y="23466"/>
                  </a:lnTo>
                  <a:cubicBezTo>
                    <a:pt x="1482" y="23464"/>
                    <a:pt x="1482" y="23461"/>
                    <a:pt x="1481" y="23459"/>
                  </a:cubicBezTo>
                  <a:close/>
                  <a:moveTo>
                    <a:pt x="3858" y="30032"/>
                  </a:moveTo>
                  <a:lnTo>
                    <a:pt x="3861" y="30035"/>
                  </a:lnTo>
                  <a:lnTo>
                    <a:pt x="3861" y="30035"/>
                  </a:lnTo>
                  <a:cubicBezTo>
                    <a:pt x="3860" y="30034"/>
                    <a:pt x="3859" y="30032"/>
                    <a:pt x="3858" y="30032"/>
                  </a:cubicBezTo>
                  <a:close/>
                  <a:moveTo>
                    <a:pt x="5389" y="33094"/>
                  </a:moveTo>
                  <a:lnTo>
                    <a:pt x="5389" y="33094"/>
                  </a:lnTo>
                  <a:cubicBezTo>
                    <a:pt x="5433" y="33174"/>
                    <a:pt x="5485" y="33263"/>
                    <a:pt x="5524" y="33328"/>
                  </a:cubicBezTo>
                  <a:lnTo>
                    <a:pt x="5524" y="33328"/>
                  </a:lnTo>
                  <a:cubicBezTo>
                    <a:pt x="5473" y="33241"/>
                    <a:pt x="5427" y="33161"/>
                    <a:pt x="5389" y="33094"/>
                  </a:cubicBezTo>
                  <a:close/>
                  <a:moveTo>
                    <a:pt x="6472" y="34803"/>
                  </a:moveTo>
                  <a:cubicBezTo>
                    <a:pt x="6475" y="34808"/>
                    <a:pt x="6478" y="34813"/>
                    <a:pt x="6482" y="34817"/>
                  </a:cubicBezTo>
                  <a:lnTo>
                    <a:pt x="6482" y="34817"/>
                  </a:lnTo>
                  <a:lnTo>
                    <a:pt x="6472" y="34803"/>
                  </a:lnTo>
                  <a:close/>
                  <a:moveTo>
                    <a:pt x="4569" y="30802"/>
                  </a:moveTo>
                  <a:cubicBezTo>
                    <a:pt x="4822" y="31326"/>
                    <a:pt x="4856" y="31292"/>
                    <a:pt x="5203" y="31952"/>
                  </a:cubicBezTo>
                  <a:cubicBezTo>
                    <a:pt x="5317" y="32185"/>
                    <a:pt x="5347" y="32252"/>
                    <a:pt x="5343" y="32252"/>
                  </a:cubicBezTo>
                  <a:cubicBezTo>
                    <a:pt x="5337" y="32252"/>
                    <a:pt x="5267" y="32126"/>
                    <a:pt x="5256" y="32126"/>
                  </a:cubicBezTo>
                  <a:lnTo>
                    <a:pt x="5256" y="32126"/>
                  </a:lnTo>
                  <a:cubicBezTo>
                    <a:pt x="5250" y="32126"/>
                    <a:pt x="5262" y="32164"/>
                    <a:pt x="5313" y="32282"/>
                  </a:cubicBezTo>
                  <a:cubicBezTo>
                    <a:pt x="5398" y="32451"/>
                    <a:pt x="5508" y="32612"/>
                    <a:pt x="5609" y="32773"/>
                  </a:cubicBezTo>
                  <a:lnTo>
                    <a:pt x="5482" y="32536"/>
                  </a:lnTo>
                  <a:lnTo>
                    <a:pt x="5482" y="32536"/>
                  </a:lnTo>
                  <a:cubicBezTo>
                    <a:pt x="5554" y="32592"/>
                    <a:pt x="5883" y="33236"/>
                    <a:pt x="5919" y="33236"/>
                  </a:cubicBezTo>
                  <a:cubicBezTo>
                    <a:pt x="5921" y="33236"/>
                    <a:pt x="5922" y="33234"/>
                    <a:pt x="5922" y="33229"/>
                  </a:cubicBezTo>
                  <a:cubicBezTo>
                    <a:pt x="6184" y="33762"/>
                    <a:pt x="6294" y="33889"/>
                    <a:pt x="6607" y="34456"/>
                  </a:cubicBezTo>
                  <a:cubicBezTo>
                    <a:pt x="6628" y="34484"/>
                    <a:pt x="6638" y="34496"/>
                    <a:pt x="6639" y="34496"/>
                  </a:cubicBezTo>
                  <a:cubicBezTo>
                    <a:pt x="6646" y="34496"/>
                    <a:pt x="6553" y="34345"/>
                    <a:pt x="6480" y="34219"/>
                  </a:cubicBezTo>
                  <a:lnTo>
                    <a:pt x="6480" y="34219"/>
                  </a:lnTo>
                  <a:cubicBezTo>
                    <a:pt x="6658" y="34498"/>
                    <a:pt x="6700" y="34498"/>
                    <a:pt x="6903" y="34871"/>
                  </a:cubicBezTo>
                  <a:cubicBezTo>
                    <a:pt x="6939" y="34927"/>
                    <a:pt x="6959" y="34953"/>
                    <a:pt x="6963" y="34953"/>
                  </a:cubicBezTo>
                  <a:cubicBezTo>
                    <a:pt x="6971" y="34953"/>
                    <a:pt x="6923" y="34858"/>
                    <a:pt x="6826" y="34698"/>
                  </a:cubicBezTo>
                  <a:lnTo>
                    <a:pt x="6826" y="34698"/>
                  </a:lnTo>
                  <a:cubicBezTo>
                    <a:pt x="6977" y="34937"/>
                    <a:pt x="7140" y="35164"/>
                    <a:pt x="7309" y="35429"/>
                  </a:cubicBezTo>
                  <a:lnTo>
                    <a:pt x="7132" y="35107"/>
                  </a:lnTo>
                  <a:lnTo>
                    <a:pt x="7343" y="35420"/>
                  </a:lnTo>
                  <a:lnTo>
                    <a:pt x="7174" y="35141"/>
                  </a:lnTo>
                  <a:lnTo>
                    <a:pt x="7244" y="35246"/>
                  </a:lnTo>
                  <a:lnTo>
                    <a:pt x="7244" y="35246"/>
                  </a:lnTo>
                  <a:cubicBezTo>
                    <a:pt x="7211" y="35190"/>
                    <a:pt x="7179" y="35132"/>
                    <a:pt x="7149" y="35074"/>
                  </a:cubicBezTo>
                  <a:cubicBezTo>
                    <a:pt x="7047" y="34913"/>
                    <a:pt x="6963" y="34752"/>
                    <a:pt x="6819" y="34532"/>
                  </a:cubicBezTo>
                  <a:lnTo>
                    <a:pt x="6819" y="34532"/>
                  </a:lnTo>
                  <a:lnTo>
                    <a:pt x="6870" y="34676"/>
                  </a:lnTo>
                  <a:cubicBezTo>
                    <a:pt x="6776" y="34541"/>
                    <a:pt x="6557" y="34194"/>
                    <a:pt x="6447" y="34025"/>
                  </a:cubicBezTo>
                  <a:cubicBezTo>
                    <a:pt x="6434" y="33987"/>
                    <a:pt x="6278" y="33703"/>
                    <a:pt x="6294" y="33703"/>
                  </a:cubicBezTo>
                  <a:lnTo>
                    <a:pt x="6294" y="33703"/>
                  </a:lnTo>
                  <a:cubicBezTo>
                    <a:pt x="6299" y="33703"/>
                    <a:pt x="6326" y="33738"/>
                    <a:pt x="6387" y="33830"/>
                  </a:cubicBezTo>
                  <a:cubicBezTo>
                    <a:pt x="6269" y="33635"/>
                    <a:pt x="6184" y="33492"/>
                    <a:pt x="6108" y="33382"/>
                  </a:cubicBezTo>
                  <a:cubicBezTo>
                    <a:pt x="6041" y="33263"/>
                    <a:pt x="5981" y="33179"/>
                    <a:pt x="5914" y="33086"/>
                  </a:cubicBezTo>
                  <a:cubicBezTo>
                    <a:pt x="5854" y="32993"/>
                    <a:pt x="5787" y="32899"/>
                    <a:pt x="5702" y="32764"/>
                  </a:cubicBezTo>
                  <a:cubicBezTo>
                    <a:pt x="5592" y="32595"/>
                    <a:pt x="5491" y="32417"/>
                    <a:pt x="5398" y="32240"/>
                  </a:cubicBezTo>
                  <a:lnTo>
                    <a:pt x="5398" y="32240"/>
                  </a:lnTo>
                  <a:cubicBezTo>
                    <a:pt x="5508" y="32460"/>
                    <a:pt x="5575" y="32578"/>
                    <a:pt x="5634" y="32688"/>
                  </a:cubicBezTo>
                  <a:lnTo>
                    <a:pt x="5846" y="33052"/>
                  </a:lnTo>
                  <a:cubicBezTo>
                    <a:pt x="5764" y="32923"/>
                    <a:pt x="5738" y="32884"/>
                    <a:pt x="5734" y="32884"/>
                  </a:cubicBezTo>
                  <a:lnTo>
                    <a:pt x="5734" y="32884"/>
                  </a:lnTo>
                  <a:cubicBezTo>
                    <a:pt x="5728" y="32884"/>
                    <a:pt x="5778" y="32978"/>
                    <a:pt x="5766" y="32978"/>
                  </a:cubicBezTo>
                  <a:cubicBezTo>
                    <a:pt x="5765" y="32978"/>
                    <a:pt x="5764" y="32977"/>
                    <a:pt x="5761" y="32976"/>
                  </a:cubicBezTo>
                  <a:cubicBezTo>
                    <a:pt x="5711" y="32866"/>
                    <a:pt x="5575" y="32646"/>
                    <a:pt x="5499" y="32502"/>
                  </a:cubicBezTo>
                  <a:cubicBezTo>
                    <a:pt x="5459" y="32427"/>
                    <a:pt x="5433" y="32375"/>
                    <a:pt x="5438" y="32375"/>
                  </a:cubicBezTo>
                  <a:lnTo>
                    <a:pt x="5438" y="32375"/>
                  </a:lnTo>
                  <a:cubicBezTo>
                    <a:pt x="5443" y="32375"/>
                    <a:pt x="5473" y="32418"/>
                    <a:pt x="5541" y="32527"/>
                  </a:cubicBezTo>
                  <a:cubicBezTo>
                    <a:pt x="5381" y="32240"/>
                    <a:pt x="5085" y="31656"/>
                    <a:pt x="5000" y="31529"/>
                  </a:cubicBezTo>
                  <a:lnTo>
                    <a:pt x="5000" y="31529"/>
                  </a:lnTo>
                  <a:lnTo>
                    <a:pt x="5127" y="31791"/>
                  </a:lnTo>
                  <a:cubicBezTo>
                    <a:pt x="5008" y="31580"/>
                    <a:pt x="4898" y="31377"/>
                    <a:pt x="4797" y="31199"/>
                  </a:cubicBezTo>
                  <a:cubicBezTo>
                    <a:pt x="4704" y="31021"/>
                    <a:pt x="4619" y="30878"/>
                    <a:pt x="4569" y="30802"/>
                  </a:cubicBezTo>
                  <a:close/>
                  <a:moveTo>
                    <a:pt x="7244" y="35246"/>
                  </a:moveTo>
                  <a:cubicBezTo>
                    <a:pt x="7321" y="35377"/>
                    <a:pt x="7405" y="35501"/>
                    <a:pt x="7496" y="35622"/>
                  </a:cubicBezTo>
                  <a:lnTo>
                    <a:pt x="7496" y="35622"/>
                  </a:lnTo>
                  <a:lnTo>
                    <a:pt x="7244" y="35246"/>
                  </a:lnTo>
                  <a:close/>
                  <a:moveTo>
                    <a:pt x="7293" y="35284"/>
                  </a:moveTo>
                  <a:cubicBezTo>
                    <a:pt x="7287" y="35284"/>
                    <a:pt x="7561" y="35669"/>
                    <a:pt x="7536" y="35669"/>
                  </a:cubicBezTo>
                  <a:cubicBezTo>
                    <a:pt x="7535" y="35669"/>
                    <a:pt x="7533" y="35668"/>
                    <a:pt x="7529" y="35666"/>
                  </a:cubicBezTo>
                  <a:cubicBezTo>
                    <a:pt x="7518" y="35651"/>
                    <a:pt x="7507" y="35637"/>
                    <a:pt x="7496" y="35622"/>
                  </a:cubicBezTo>
                  <a:lnTo>
                    <a:pt x="7496" y="35622"/>
                  </a:lnTo>
                  <a:lnTo>
                    <a:pt x="7792" y="36063"/>
                  </a:lnTo>
                  <a:cubicBezTo>
                    <a:pt x="7890" y="36209"/>
                    <a:pt x="7982" y="36345"/>
                    <a:pt x="8062" y="36467"/>
                  </a:cubicBezTo>
                  <a:lnTo>
                    <a:pt x="8062" y="36467"/>
                  </a:lnTo>
                  <a:cubicBezTo>
                    <a:pt x="7826" y="36099"/>
                    <a:pt x="7659" y="35815"/>
                    <a:pt x="7301" y="35293"/>
                  </a:cubicBezTo>
                  <a:cubicBezTo>
                    <a:pt x="7296" y="35287"/>
                    <a:pt x="7293" y="35284"/>
                    <a:pt x="7293" y="35284"/>
                  </a:cubicBezTo>
                  <a:close/>
                  <a:moveTo>
                    <a:pt x="8062" y="36467"/>
                  </a:moveTo>
                  <a:lnTo>
                    <a:pt x="8062" y="36467"/>
                  </a:lnTo>
                  <a:cubicBezTo>
                    <a:pt x="8099" y="36525"/>
                    <a:pt x="8138" y="36585"/>
                    <a:pt x="8180" y="36649"/>
                  </a:cubicBezTo>
                  <a:lnTo>
                    <a:pt x="8180" y="36649"/>
                  </a:lnTo>
                  <a:cubicBezTo>
                    <a:pt x="8144" y="36593"/>
                    <a:pt x="8105" y="36532"/>
                    <a:pt x="8062" y="36467"/>
                  </a:cubicBezTo>
                  <a:close/>
                  <a:moveTo>
                    <a:pt x="8612" y="37764"/>
                  </a:moveTo>
                  <a:lnTo>
                    <a:pt x="8747" y="37939"/>
                  </a:lnTo>
                  <a:lnTo>
                    <a:pt x="8747" y="37939"/>
                  </a:lnTo>
                  <a:cubicBezTo>
                    <a:pt x="8668" y="37844"/>
                    <a:pt x="8628" y="37788"/>
                    <a:pt x="8612" y="37764"/>
                  </a:cubicBezTo>
                  <a:close/>
                  <a:moveTo>
                    <a:pt x="9137" y="38440"/>
                  </a:moveTo>
                  <a:lnTo>
                    <a:pt x="9297" y="38643"/>
                  </a:lnTo>
                  <a:lnTo>
                    <a:pt x="9297" y="38643"/>
                  </a:lnTo>
                  <a:lnTo>
                    <a:pt x="9221" y="38584"/>
                  </a:lnTo>
                  <a:lnTo>
                    <a:pt x="9213" y="38593"/>
                  </a:lnTo>
                  <a:cubicBezTo>
                    <a:pt x="9179" y="38542"/>
                    <a:pt x="9154" y="38491"/>
                    <a:pt x="9137" y="38440"/>
                  </a:cubicBezTo>
                  <a:close/>
                  <a:moveTo>
                    <a:pt x="10203" y="39286"/>
                  </a:moveTo>
                  <a:lnTo>
                    <a:pt x="10211" y="39295"/>
                  </a:lnTo>
                  <a:lnTo>
                    <a:pt x="10219" y="39295"/>
                  </a:lnTo>
                  <a:lnTo>
                    <a:pt x="10203" y="39286"/>
                  </a:lnTo>
                  <a:close/>
                  <a:moveTo>
                    <a:pt x="10397" y="40071"/>
                  </a:moveTo>
                  <a:cubicBezTo>
                    <a:pt x="10399" y="40071"/>
                    <a:pt x="10405" y="40074"/>
                    <a:pt x="10414" y="40081"/>
                  </a:cubicBezTo>
                  <a:cubicBezTo>
                    <a:pt x="10702" y="40411"/>
                    <a:pt x="10727" y="40335"/>
                    <a:pt x="10972" y="40657"/>
                  </a:cubicBezTo>
                  <a:cubicBezTo>
                    <a:pt x="10982" y="40662"/>
                    <a:pt x="10988" y="40665"/>
                    <a:pt x="10991" y="40665"/>
                  </a:cubicBezTo>
                  <a:cubicBezTo>
                    <a:pt x="11009" y="40665"/>
                    <a:pt x="10946" y="40595"/>
                    <a:pt x="10854" y="40496"/>
                  </a:cubicBezTo>
                  <a:lnTo>
                    <a:pt x="10854" y="40496"/>
                  </a:lnTo>
                  <a:cubicBezTo>
                    <a:pt x="10879" y="40513"/>
                    <a:pt x="10896" y="40538"/>
                    <a:pt x="10930" y="40547"/>
                  </a:cubicBezTo>
                  <a:lnTo>
                    <a:pt x="11243" y="40877"/>
                  </a:lnTo>
                  <a:cubicBezTo>
                    <a:pt x="11317" y="40958"/>
                    <a:pt x="11385" y="41033"/>
                    <a:pt x="11383" y="41033"/>
                  </a:cubicBezTo>
                  <a:cubicBezTo>
                    <a:pt x="11383" y="41033"/>
                    <a:pt x="11381" y="41032"/>
                    <a:pt x="11378" y="41029"/>
                  </a:cubicBezTo>
                  <a:cubicBezTo>
                    <a:pt x="11328" y="41029"/>
                    <a:pt x="10955" y="40648"/>
                    <a:pt x="10829" y="40555"/>
                  </a:cubicBezTo>
                  <a:lnTo>
                    <a:pt x="10820" y="40555"/>
                  </a:lnTo>
                  <a:cubicBezTo>
                    <a:pt x="10735" y="40470"/>
                    <a:pt x="10372" y="40071"/>
                    <a:pt x="10397" y="40071"/>
                  </a:cubicBezTo>
                  <a:close/>
                  <a:moveTo>
                    <a:pt x="12114" y="41452"/>
                  </a:moveTo>
                  <a:cubicBezTo>
                    <a:pt x="12115" y="41452"/>
                    <a:pt x="12115" y="41452"/>
                    <a:pt x="12115" y="41453"/>
                  </a:cubicBezTo>
                  <a:lnTo>
                    <a:pt x="12115" y="41453"/>
                  </a:lnTo>
                  <a:cubicBezTo>
                    <a:pt x="12121" y="41458"/>
                    <a:pt x="12126" y="41464"/>
                    <a:pt x="12131" y="41469"/>
                  </a:cubicBezTo>
                  <a:lnTo>
                    <a:pt x="12114" y="41452"/>
                  </a:lnTo>
                  <a:close/>
                  <a:moveTo>
                    <a:pt x="11911" y="41410"/>
                  </a:moveTo>
                  <a:cubicBezTo>
                    <a:pt x="12148" y="41646"/>
                    <a:pt x="12394" y="41875"/>
                    <a:pt x="12630" y="42112"/>
                  </a:cubicBezTo>
                  <a:lnTo>
                    <a:pt x="13003" y="42475"/>
                  </a:lnTo>
                  <a:lnTo>
                    <a:pt x="13383" y="42814"/>
                  </a:lnTo>
                  <a:lnTo>
                    <a:pt x="13324" y="42746"/>
                  </a:lnTo>
                  <a:lnTo>
                    <a:pt x="13324" y="42746"/>
                  </a:lnTo>
                  <a:cubicBezTo>
                    <a:pt x="13485" y="42890"/>
                    <a:pt x="13629" y="42992"/>
                    <a:pt x="13713" y="43085"/>
                  </a:cubicBezTo>
                  <a:cubicBezTo>
                    <a:pt x="13713" y="43085"/>
                    <a:pt x="13713" y="43086"/>
                    <a:pt x="13712" y="43086"/>
                  </a:cubicBezTo>
                  <a:cubicBezTo>
                    <a:pt x="13703" y="43086"/>
                    <a:pt x="13647" y="43046"/>
                    <a:pt x="13569" y="42992"/>
                  </a:cubicBezTo>
                  <a:lnTo>
                    <a:pt x="13239" y="42746"/>
                  </a:lnTo>
                  <a:cubicBezTo>
                    <a:pt x="12986" y="42552"/>
                    <a:pt x="12707" y="42323"/>
                    <a:pt x="12580" y="42213"/>
                  </a:cubicBezTo>
                  <a:lnTo>
                    <a:pt x="12123" y="41782"/>
                  </a:lnTo>
                  <a:cubicBezTo>
                    <a:pt x="11979" y="41646"/>
                    <a:pt x="11852" y="41528"/>
                    <a:pt x="11768" y="41427"/>
                  </a:cubicBezTo>
                  <a:lnTo>
                    <a:pt x="11768" y="41427"/>
                  </a:lnTo>
                  <a:lnTo>
                    <a:pt x="11861" y="41520"/>
                  </a:lnTo>
                  <a:cubicBezTo>
                    <a:pt x="12471" y="42101"/>
                    <a:pt x="12718" y="42326"/>
                    <a:pt x="12739" y="42326"/>
                  </a:cubicBezTo>
                  <a:cubicBezTo>
                    <a:pt x="12768" y="42326"/>
                    <a:pt x="12379" y="41911"/>
                    <a:pt x="11911" y="41410"/>
                  </a:cubicBezTo>
                  <a:close/>
                  <a:moveTo>
                    <a:pt x="13646" y="43178"/>
                  </a:moveTo>
                  <a:lnTo>
                    <a:pt x="13959" y="43440"/>
                  </a:lnTo>
                  <a:cubicBezTo>
                    <a:pt x="13899" y="43414"/>
                    <a:pt x="13959" y="43482"/>
                    <a:pt x="13671" y="43220"/>
                  </a:cubicBezTo>
                  <a:lnTo>
                    <a:pt x="13671" y="43220"/>
                  </a:lnTo>
                  <a:cubicBezTo>
                    <a:pt x="13675" y="43221"/>
                    <a:pt x="13678" y="43222"/>
                    <a:pt x="13680" y="43222"/>
                  </a:cubicBezTo>
                  <a:cubicBezTo>
                    <a:pt x="13690" y="43222"/>
                    <a:pt x="13674" y="43206"/>
                    <a:pt x="13646" y="43178"/>
                  </a:cubicBezTo>
                  <a:close/>
                  <a:moveTo>
                    <a:pt x="14356" y="43829"/>
                  </a:moveTo>
                  <a:cubicBezTo>
                    <a:pt x="14356" y="43829"/>
                    <a:pt x="14356" y="43829"/>
                    <a:pt x="14356" y="43829"/>
                  </a:cubicBezTo>
                  <a:cubicBezTo>
                    <a:pt x="14356" y="43829"/>
                    <a:pt x="14356" y="43829"/>
                    <a:pt x="14356" y="43829"/>
                  </a:cubicBezTo>
                  <a:close/>
                  <a:moveTo>
                    <a:pt x="15705" y="45133"/>
                  </a:moveTo>
                  <a:cubicBezTo>
                    <a:pt x="15767" y="45180"/>
                    <a:pt x="15822" y="45219"/>
                    <a:pt x="15870" y="45250"/>
                  </a:cubicBezTo>
                  <a:cubicBezTo>
                    <a:pt x="15817" y="45213"/>
                    <a:pt x="15762" y="45174"/>
                    <a:pt x="15705" y="45133"/>
                  </a:cubicBezTo>
                  <a:close/>
                  <a:moveTo>
                    <a:pt x="17588" y="45900"/>
                  </a:moveTo>
                  <a:cubicBezTo>
                    <a:pt x="17593" y="45903"/>
                    <a:pt x="17599" y="45907"/>
                    <a:pt x="17605" y="45910"/>
                  </a:cubicBezTo>
                  <a:cubicBezTo>
                    <a:pt x="17599" y="45906"/>
                    <a:pt x="17593" y="45903"/>
                    <a:pt x="17588" y="45900"/>
                  </a:cubicBezTo>
                  <a:close/>
                  <a:moveTo>
                    <a:pt x="13888" y="43480"/>
                  </a:moveTo>
                  <a:cubicBezTo>
                    <a:pt x="13908" y="43480"/>
                    <a:pt x="14142" y="43703"/>
                    <a:pt x="14255" y="43778"/>
                  </a:cubicBezTo>
                  <a:lnTo>
                    <a:pt x="14026" y="43558"/>
                  </a:lnTo>
                  <a:lnTo>
                    <a:pt x="14026" y="43558"/>
                  </a:lnTo>
                  <a:cubicBezTo>
                    <a:pt x="14144" y="43651"/>
                    <a:pt x="14380" y="43811"/>
                    <a:pt x="14356" y="43829"/>
                  </a:cubicBezTo>
                  <a:lnTo>
                    <a:pt x="14356" y="43829"/>
                  </a:lnTo>
                  <a:cubicBezTo>
                    <a:pt x="14357" y="43829"/>
                    <a:pt x="14357" y="43829"/>
                    <a:pt x="14358" y="43829"/>
                  </a:cubicBezTo>
                  <a:cubicBezTo>
                    <a:pt x="14367" y="43829"/>
                    <a:pt x="14408" y="43852"/>
                    <a:pt x="14418" y="43852"/>
                  </a:cubicBezTo>
                  <a:cubicBezTo>
                    <a:pt x="14428" y="43852"/>
                    <a:pt x="14396" y="43821"/>
                    <a:pt x="14221" y="43685"/>
                  </a:cubicBezTo>
                  <a:lnTo>
                    <a:pt x="14221" y="43685"/>
                  </a:lnTo>
                  <a:lnTo>
                    <a:pt x="14483" y="43871"/>
                  </a:lnTo>
                  <a:cubicBezTo>
                    <a:pt x="14466" y="43854"/>
                    <a:pt x="14449" y="43837"/>
                    <a:pt x="14432" y="43821"/>
                  </a:cubicBezTo>
                  <a:lnTo>
                    <a:pt x="14432" y="43821"/>
                  </a:lnTo>
                  <a:lnTo>
                    <a:pt x="14661" y="44007"/>
                  </a:lnTo>
                  <a:cubicBezTo>
                    <a:pt x="14745" y="44091"/>
                    <a:pt x="14914" y="44227"/>
                    <a:pt x="15050" y="44362"/>
                  </a:cubicBezTo>
                  <a:cubicBezTo>
                    <a:pt x="14965" y="44311"/>
                    <a:pt x="14881" y="44252"/>
                    <a:pt x="14804" y="44184"/>
                  </a:cubicBezTo>
                  <a:lnTo>
                    <a:pt x="14804" y="44184"/>
                  </a:lnTo>
                  <a:cubicBezTo>
                    <a:pt x="14982" y="44345"/>
                    <a:pt x="15168" y="44497"/>
                    <a:pt x="15371" y="44633"/>
                  </a:cubicBezTo>
                  <a:cubicBezTo>
                    <a:pt x="15007" y="44345"/>
                    <a:pt x="15211" y="44489"/>
                    <a:pt x="15143" y="44404"/>
                  </a:cubicBezTo>
                  <a:lnTo>
                    <a:pt x="15143" y="44404"/>
                  </a:lnTo>
                  <a:cubicBezTo>
                    <a:pt x="15380" y="44565"/>
                    <a:pt x="15735" y="44853"/>
                    <a:pt x="15870" y="44946"/>
                  </a:cubicBezTo>
                  <a:cubicBezTo>
                    <a:pt x="16110" y="45139"/>
                    <a:pt x="16314" y="45306"/>
                    <a:pt x="16281" y="45306"/>
                  </a:cubicBezTo>
                  <a:cubicBezTo>
                    <a:pt x="16273" y="45306"/>
                    <a:pt x="16247" y="45294"/>
                    <a:pt x="16200" y="45267"/>
                  </a:cubicBezTo>
                  <a:lnTo>
                    <a:pt x="16200" y="45267"/>
                  </a:lnTo>
                  <a:cubicBezTo>
                    <a:pt x="16403" y="45394"/>
                    <a:pt x="16615" y="45555"/>
                    <a:pt x="16843" y="45690"/>
                  </a:cubicBezTo>
                  <a:cubicBezTo>
                    <a:pt x="16429" y="45428"/>
                    <a:pt x="16869" y="45631"/>
                    <a:pt x="16336" y="45301"/>
                  </a:cubicBezTo>
                  <a:cubicBezTo>
                    <a:pt x="16319" y="45283"/>
                    <a:pt x="16314" y="45275"/>
                    <a:pt x="16320" y="45275"/>
                  </a:cubicBezTo>
                  <a:cubicBezTo>
                    <a:pt x="16357" y="45275"/>
                    <a:pt x="16818" y="45615"/>
                    <a:pt x="17038" y="45783"/>
                  </a:cubicBezTo>
                  <a:cubicBezTo>
                    <a:pt x="16989" y="45752"/>
                    <a:pt x="16969" y="45741"/>
                    <a:pt x="16963" y="45741"/>
                  </a:cubicBezTo>
                  <a:cubicBezTo>
                    <a:pt x="16952" y="45741"/>
                    <a:pt x="16985" y="45775"/>
                    <a:pt x="16966" y="45775"/>
                  </a:cubicBezTo>
                  <a:cubicBezTo>
                    <a:pt x="16965" y="45775"/>
                    <a:pt x="16963" y="45775"/>
                    <a:pt x="16962" y="45775"/>
                  </a:cubicBezTo>
                  <a:lnTo>
                    <a:pt x="16962" y="45775"/>
                  </a:lnTo>
                  <a:cubicBezTo>
                    <a:pt x="17118" y="45875"/>
                    <a:pt x="17189" y="45916"/>
                    <a:pt x="17201" y="45916"/>
                  </a:cubicBezTo>
                  <a:cubicBezTo>
                    <a:pt x="17221" y="45916"/>
                    <a:pt x="17091" y="45812"/>
                    <a:pt x="16919" y="45682"/>
                  </a:cubicBezTo>
                  <a:lnTo>
                    <a:pt x="16919" y="45682"/>
                  </a:lnTo>
                  <a:cubicBezTo>
                    <a:pt x="17072" y="45783"/>
                    <a:pt x="17232" y="45885"/>
                    <a:pt x="17393" y="45986"/>
                  </a:cubicBezTo>
                  <a:lnTo>
                    <a:pt x="17351" y="45952"/>
                  </a:lnTo>
                  <a:lnTo>
                    <a:pt x="17824" y="46257"/>
                  </a:lnTo>
                  <a:cubicBezTo>
                    <a:pt x="17847" y="46293"/>
                    <a:pt x="17858" y="46317"/>
                    <a:pt x="17844" y="46317"/>
                  </a:cubicBezTo>
                  <a:cubicBezTo>
                    <a:pt x="17832" y="46317"/>
                    <a:pt x="17803" y="46300"/>
                    <a:pt x="17748" y="46257"/>
                  </a:cubicBezTo>
                  <a:lnTo>
                    <a:pt x="17748" y="46257"/>
                  </a:lnTo>
                  <a:lnTo>
                    <a:pt x="17985" y="46443"/>
                  </a:lnTo>
                  <a:lnTo>
                    <a:pt x="17596" y="46198"/>
                  </a:lnTo>
                  <a:lnTo>
                    <a:pt x="17596" y="46198"/>
                  </a:lnTo>
                  <a:cubicBezTo>
                    <a:pt x="17740" y="46316"/>
                    <a:pt x="18027" y="46477"/>
                    <a:pt x="18222" y="46612"/>
                  </a:cubicBezTo>
                  <a:cubicBezTo>
                    <a:pt x="18253" y="46635"/>
                    <a:pt x="18265" y="46645"/>
                    <a:pt x="18262" y="46645"/>
                  </a:cubicBezTo>
                  <a:cubicBezTo>
                    <a:pt x="18242" y="46645"/>
                    <a:pt x="17660" y="46273"/>
                    <a:pt x="17427" y="46164"/>
                  </a:cubicBezTo>
                  <a:cubicBezTo>
                    <a:pt x="17221" y="46054"/>
                    <a:pt x="16856" y="45764"/>
                    <a:pt x="16819" y="45724"/>
                  </a:cubicBezTo>
                  <a:lnTo>
                    <a:pt x="16819" y="45724"/>
                  </a:lnTo>
                  <a:cubicBezTo>
                    <a:pt x="16820" y="45724"/>
                    <a:pt x="16822" y="45724"/>
                    <a:pt x="16823" y="45724"/>
                  </a:cubicBezTo>
                  <a:cubicBezTo>
                    <a:pt x="16824" y="45724"/>
                    <a:pt x="16825" y="45724"/>
                    <a:pt x="16826" y="45724"/>
                  </a:cubicBezTo>
                  <a:cubicBezTo>
                    <a:pt x="16821" y="45721"/>
                    <a:pt x="16818" y="45719"/>
                    <a:pt x="16816" y="45719"/>
                  </a:cubicBezTo>
                  <a:lnTo>
                    <a:pt x="16816" y="45719"/>
                  </a:lnTo>
                  <a:cubicBezTo>
                    <a:pt x="16815" y="45719"/>
                    <a:pt x="16816" y="45721"/>
                    <a:pt x="16819" y="45724"/>
                  </a:cubicBezTo>
                  <a:lnTo>
                    <a:pt x="16819" y="45724"/>
                  </a:lnTo>
                  <a:cubicBezTo>
                    <a:pt x="16777" y="45716"/>
                    <a:pt x="16617" y="45604"/>
                    <a:pt x="16420" y="45470"/>
                  </a:cubicBezTo>
                  <a:lnTo>
                    <a:pt x="16099" y="45250"/>
                  </a:lnTo>
                  <a:cubicBezTo>
                    <a:pt x="15997" y="45174"/>
                    <a:pt x="15913" y="45106"/>
                    <a:pt x="15845" y="45064"/>
                  </a:cubicBezTo>
                  <a:cubicBezTo>
                    <a:pt x="15227" y="44590"/>
                    <a:pt x="15464" y="44717"/>
                    <a:pt x="14914" y="44303"/>
                  </a:cubicBezTo>
                  <a:lnTo>
                    <a:pt x="14914" y="44303"/>
                  </a:lnTo>
                  <a:cubicBezTo>
                    <a:pt x="14974" y="44362"/>
                    <a:pt x="15033" y="44421"/>
                    <a:pt x="15092" y="44472"/>
                  </a:cubicBezTo>
                  <a:cubicBezTo>
                    <a:pt x="14610" y="44100"/>
                    <a:pt x="14407" y="43930"/>
                    <a:pt x="13891" y="43491"/>
                  </a:cubicBezTo>
                  <a:cubicBezTo>
                    <a:pt x="13886" y="43483"/>
                    <a:pt x="13885" y="43480"/>
                    <a:pt x="13888" y="43480"/>
                  </a:cubicBezTo>
                  <a:close/>
                  <a:moveTo>
                    <a:pt x="18721" y="47120"/>
                  </a:moveTo>
                  <a:cubicBezTo>
                    <a:pt x="18731" y="47125"/>
                    <a:pt x="18740" y="47131"/>
                    <a:pt x="18748" y="47135"/>
                  </a:cubicBezTo>
                  <a:lnTo>
                    <a:pt x="18748" y="47135"/>
                  </a:lnTo>
                  <a:cubicBezTo>
                    <a:pt x="18739" y="47130"/>
                    <a:pt x="18730" y="47125"/>
                    <a:pt x="18721" y="47120"/>
                  </a:cubicBezTo>
                  <a:close/>
                  <a:moveTo>
                    <a:pt x="18383" y="46401"/>
                  </a:moveTo>
                  <a:cubicBezTo>
                    <a:pt x="18366" y="46401"/>
                    <a:pt x="18442" y="46460"/>
                    <a:pt x="18577" y="46536"/>
                  </a:cubicBezTo>
                  <a:cubicBezTo>
                    <a:pt x="18704" y="46621"/>
                    <a:pt x="18890" y="46722"/>
                    <a:pt x="19076" y="46841"/>
                  </a:cubicBezTo>
                  <a:lnTo>
                    <a:pt x="18899" y="46764"/>
                  </a:lnTo>
                  <a:lnTo>
                    <a:pt x="19660" y="47187"/>
                  </a:lnTo>
                  <a:cubicBezTo>
                    <a:pt x="19838" y="47238"/>
                    <a:pt x="20015" y="47306"/>
                    <a:pt x="20176" y="47399"/>
                  </a:cubicBezTo>
                  <a:cubicBezTo>
                    <a:pt x="20368" y="47529"/>
                    <a:pt x="20482" y="47632"/>
                    <a:pt x="20456" y="47648"/>
                  </a:cubicBezTo>
                  <a:lnTo>
                    <a:pt x="20456" y="47648"/>
                  </a:lnTo>
                  <a:cubicBezTo>
                    <a:pt x="20453" y="47646"/>
                    <a:pt x="20450" y="47645"/>
                    <a:pt x="20447" y="47644"/>
                  </a:cubicBezTo>
                  <a:lnTo>
                    <a:pt x="20447" y="47644"/>
                  </a:lnTo>
                  <a:lnTo>
                    <a:pt x="20454" y="47648"/>
                  </a:lnTo>
                  <a:lnTo>
                    <a:pt x="20454" y="47648"/>
                  </a:lnTo>
                  <a:cubicBezTo>
                    <a:pt x="20455" y="47648"/>
                    <a:pt x="20455" y="47648"/>
                    <a:pt x="20456" y="47648"/>
                  </a:cubicBezTo>
                  <a:lnTo>
                    <a:pt x="20456" y="47648"/>
                  </a:lnTo>
                  <a:cubicBezTo>
                    <a:pt x="20542" y="47683"/>
                    <a:pt x="20699" y="47758"/>
                    <a:pt x="20895" y="47864"/>
                  </a:cubicBezTo>
                  <a:cubicBezTo>
                    <a:pt x="21090" y="47974"/>
                    <a:pt x="21335" y="48084"/>
                    <a:pt x="21580" y="48219"/>
                  </a:cubicBezTo>
                  <a:lnTo>
                    <a:pt x="21360" y="48118"/>
                  </a:lnTo>
                  <a:lnTo>
                    <a:pt x="21360" y="48118"/>
                  </a:lnTo>
                  <a:cubicBezTo>
                    <a:pt x="21606" y="48245"/>
                    <a:pt x="21851" y="48363"/>
                    <a:pt x="22105" y="48473"/>
                  </a:cubicBezTo>
                  <a:cubicBezTo>
                    <a:pt x="22101" y="48472"/>
                    <a:pt x="22098" y="48471"/>
                    <a:pt x="22097" y="48471"/>
                  </a:cubicBezTo>
                  <a:cubicBezTo>
                    <a:pt x="22092" y="48471"/>
                    <a:pt x="22123" y="48489"/>
                    <a:pt x="22173" y="48524"/>
                  </a:cubicBezTo>
                  <a:cubicBezTo>
                    <a:pt x="22415" y="48637"/>
                    <a:pt x="22590" y="48701"/>
                    <a:pt x="22624" y="48701"/>
                  </a:cubicBezTo>
                  <a:cubicBezTo>
                    <a:pt x="22642" y="48701"/>
                    <a:pt x="22624" y="48685"/>
                    <a:pt x="22562" y="48651"/>
                  </a:cubicBezTo>
                  <a:lnTo>
                    <a:pt x="22435" y="48600"/>
                  </a:lnTo>
                  <a:cubicBezTo>
                    <a:pt x="22359" y="48549"/>
                    <a:pt x="22274" y="48507"/>
                    <a:pt x="22198" y="48456"/>
                  </a:cubicBezTo>
                  <a:cubicBezTo>
                    <a:pt x="22080" y="48448"/>
                    <a:pt x="21360" y="48050"/>
                    <a:pt x="20946" y="47856"/>
                  </a:cubicBezTo>
                  <a:lnTo>
                    <a:pt x="20946" y="47856"/>
                  </a:lnTo>
                  <a:cubicBezTo>
                    <a:pt x="21234" y="47983"/>
                    <a:pt x="21496" y="48059"/>
                    <a:pt x="21834" y="48270"/>
                  </a:cubicBezTo>
                  <a:lnTo>
                    <a:pt x="21809" y="48228"/>
                  </a:lnTo>
                  <a:lnTo>
                    <a:pt x="21809" y="48228"/>
                  </a:lnTo>
                  <a:cubicBezTo>
                    <a:pt x="22122" y="48389"/>
                    <a:pt x="22359" y="48541"/>
                    <a:pt x="22545" y="48600"/>
                  </a:cubicBezTo>
                  <a:cubicBezTo>
                    <a:pt x="22426" y="48541"/>
                    <a:pt x="22299" y="48490"/>
                    <a:pt x="22181" y="48422"/>
                  </a:cubicBezTo>
                  <a:lnTo>
                    <a:pt x="22198" y="48414"/>
                  </a:lnTo>
                  <a:cubicBezTo>
                    <a:pt x="21936" y="48287"/>
                    <a:pt x="21606" y="48135"/>
                    <a:pt x="21377" y="47999"/>
                  </a:cubicBezTo>
                  <a:cubicBezTo>
                    <a:pt x="21267" y="47949"/>
                    <a:pt x="21157" y="47915"/>
                    <a:pt x="21014" y="47847"/>
                  </a:cubicBezTo>
                  <a:cubicBezTo>
                    <a:pt x="20870" y="47780"/>
                    <a:pt x="20684" y="47678"/>
                    <a:pt x="20413" y="47526"/>
                  </a:cubicBezTo>
                  <a:lnTo>
                    <a:pt x="20438" y="47526"/>
                  </a:lnTo>
                  <a:cubicBezTo>
                    <a:pt x="20202" y="47416"/>
                    <a:pt x="19965" y="47289"/>
                    <a:pt x="19753" y="47145"/>
                  </a:cubicBezTo>
                  <a:cubicBezTo>
                    <a:pt x="19516" y="46984"/>
                    <a:pt x="19288" y="46832"/>
                    <a:pt x="19153" y="46764"/>
                  </a:cubicBezTo>
                  <a:cubicBezTo>
                    <a:pt x="19141" y="46761"/>
                    <a:pt x="19133" y="46759"/>
                    <a:pt x="19128" y="46759"/>
                  </a:cubicBezTo>
                  <a:cubicBezTo>
                    <a:pt x="19061" y="46759"/>
                    <a:pt x="19739" y="47144"/>
                    <a:pt x="19897" y="47255"/>
                  </a:cubicBezTo>
                  <a:cubicBezTo>
                    <a:pt x="19723" y="47174"/>
                    <a:pt x="19554" y="47057"/>
                    <a:pt x="19546" y="47057"/>
                  </a:cubicBezTo>
                  <a:lnTo>
                    <a:pt x="19546" y="47057"/>
                  </a:lnTo>
                  <a:cubicBezTo>
                    <a:pt x="19544" y="47057"/>
                    <a:pt x="19562" y="47073"/>
                    <a:pt x="19609" y="47111"/>
                  </a:cubicBezTo>
                  <a:cubicBezTo>
                    <a:pt x="19076" y="46815"/>
                    <a:pt x="19322" y="46891"/>
                    <a:pt x="18873" y="46654"/>
                  </a:cubicBezTo>
                  <a:lnTo>
                    <a:pt x="18873" y="46654"/>
                  </a:lnTo>
                  <a:lnTo>
                    <a:pt x="19110" y="46815"/>
                  </a:lnTo>
                  <a:cubicBezTo>
                    <a:pt x="18907" y="46714"/>
                    <a:pt x="18586" y="46502"/>
                    <a:pt x="18383" y="46401"/>
                  </a:cubicBezTo>
                  <a:close/>
                  <a:moveTo>
                    <a:pt x="22748" y="49006"/>
                  </a:moveTo>
                  <a:cubicBezTo>
                    <a:pt x="22809" y="49033"/>
                    <a:pt x="22856" y="49052"/>
                    <a:pt x="22890" y="49067"/>
                  </a:cubicBezTo>
                  <a:lnTo>
                    <a:pt x="22890" y="49067"/>
                  </a:lnTo>
                  <a:cubicBezTo>
                    <a:pt x="22843" y="49046"/>
                    <a:pt x="22795" y="49026"/>
                    <a:pt x="22748" y="49006"/>
                  </a:cubicBezTo>
                  <a:close/>
                  <a:moveTo>
                    <a:pt x="23606" y="49080"/>
                  </a:moveTo>
                  <a:lnTo>
                    <a:pt x="23737" y="49134"/>
                  </a:lnTo>
                  <a:lnTo>
                    <a:pt x="23737" y="49134"/>
                  </a:lnTo>
                  <a:cubicBezTo>
                    <a:pt x="23693" y="49114"/>
                    <a:pt x="23650" y="49096"/>
                    <a:pt x="23606" y="49080"/>
                  </a:cubicBezTo>
                  <a:close/>
                  <a:moveTo>
                    <a:pt x="23737" y="49134"/>
                  </a:moveTo>
                  <a:cubicBezTo>
                    <a:pt x="23783" y="49155"/>
                    <a:pt x="23828" y="49177"/>
                    <a:pt x="23873" y="49201"/>
                  </a:cubicBezTo>
                  <a:cubicBezTo>
                    <a:pt x="24103" y="49299"/>
                    <a:pt x="24136" y="49321"/>
                    <a:pt x="24117" y="49321"/>
                  </a:cubicBezTo>
                  <a:cubicBezTo>
                    <a:pt x="24101" y="49321"/>
                    <a:pt x="24046" y="49305"/>
                    <a:pt x="24041" y="49305"/>
                  </a:cubicBezTo>
                  <a:lnTo>
                    <a:pt x="24041" y="49305"/>
                  </a:lnTo>
                  <a:cubicBezTo>
                    <a:pt x="24039" y="49305"/>
                    <a:pt x="24047" y="49309"/>
                    <a:pt x="24076" y="49319"/>
                  </a:cubicBezTo>
                  <a:cubicBezTo>
                    <a:pt x="24211" y="49395"/>
                    <a:pt x="24364" y="49471"/>
                    <a:pt x="24524" y="49531"/>
                  </a:cubicBezTo>
                  <a:lnTo>
                    <a:pt x="24837" y="49657"/>
                  </a:lnTo>
                  <a:cubicBezTo>
                    <a:pt x="24939" y="49691"/>
                    <a:pt x="25040" y="49725"/>
                    <a:pt x="25116" y="49759"/>
                  </a:cubicBezTo>
                  <a:cubicBezTo>
                    <a:pt x="25123" y="49762"/>
                    <a:pt x="25124" y="49764"/>
                    <a:pt x="25122" y="49764"/>
                  </a:cubicBezTo>
                  <a:cubicBezTo>
                    <a:pt x="25110" y="49764"/>
                    <a:pt x="25031" y="49739"/>
                    <a:pt x="24990" y="49725"/>
                  </a:cubicBezTo>
                  <a:lnTo>
                    <a:pt x="24990" y="49725"/>
                  </a:lnTo>
                  <a:cubicBezTo>
                    <a:pt x="25036" y="49742"/>
                    <a:pt x="25091" y="49763"/>
                    <a:pt x="25151" y="49785"/>
                  </a:cubicBezTo>
                  <a:lnTo>
                    <a:pt x="25151" y="49785"/>
                  </a:lnTo>
                  <a:cubicBezTo>
                    <a:pt x="25145" y="49782"/>
                    <a:pt x="25145" y="49780"/>
                    <a:pt x="25149" y="49780"/>
                  </a:cubicBezTo>
                  <a:cubicBezTo>
                    <a:pt x="25164" y="49780"/>
                    <a:pt x="25240" y="49803"/>
                    <a:pt x="25256" y="49803"/>
                  </a:cubicBezTo>
                  <a:cubicBezTo>
                    <a:pt x="25266" y="49803"/>
                    <a:pt x="25254" y="49795"/>
                    <a:pt x="25193" y="49767"/>
                  </a:cubicBezTo>
                  <a:cubicBezTo>
                    <a:pt x="25006" y="49700"/>
                    <a:pt x="24829" y="49632"/>
                    <a:pt x="24651" y="49556"/>
                  </a:cubicBezTo>
                  <a:lnTo>
                    <a:pt x="24693" y="49556"/>
                  </a:lnTo>
                  <a:cubicBezTo>
                    <a:pt x="24482" y="49463"/>
                    <a:pt x="24228" y="49344"/>
                    <a:pt x="23958" y="49226"/>
                  </a:cubicBezTo>
                  <a:lnTo>
                    <a:pt x="23737" y="49134"/>
                  </a:lnTo>
                  <a:close/>
                  <a:moveTo>
                    <a:pt x="25151" y="49785"/>
                  </a:moveTo>
                  <a:lnTo>
                    <a:pt x="25151" y="49785"/>
                  </a:lnTo>
                  <a:cubicBezTo>
                    <a:pt x="25156" y="49788"/>
                    <a:pt x="25167" y="49794"/>
                    <a:pt x="25184" y="49801"/>
                  </a:cubicBezTo>
                  <a:lnTo>
                    <a:pt x="25294" y="49839"/>
                  </a:lnTo>
                  <a:lnTo>
                    <a:pt x="25294" y="49839"/>
                  </a:lnTo>
                  <a:cubicBezTo>
                    <a:pt x="25245" y="49821"/>
                    <a:pt x="25197" y="49802"/>
                    <a:pt x="25151" y="49785"/>
                  </a:cubicBezTo>
                  <a:close/>
                  <a:moveTo>
                    <a:pt x="25448" y="49937"/>
                  </a:moveTo>
                  <a:lnTo>
                    <a:pt x="25514" y="49962"/>
                  </a:lnTo>
                  <a:cubicBezTo>
                    <a:pt x="25493" y="49953"/>
                    <a:pt x="25470" y="49944"/>
                    <a:pt x="25448" y="49937"/>
                  </a:cubicBezTo>
                  <a:close/>
                  <a:moveTo>
                    <a:pt x="25294" y="49839"/>
                  </a:moveTo>
                  <a:cubicBezTo>
                    <a:pt x="25556" y="49939"/>
                    <a:pt x="25844" y="50047"/>
                    <a:pt x="25891" y="50047"/>
                  </a:cubicBezTo>
                  <a:cubicBezTo>
                    <a:pt x="25893" y="50047"/>
                    <a:pt x="25894" y="50047"/>
                    <a:pt x="25895" y="50047"/>
                  </a:cubicBezTo>
                  <a:lnTo>
                    <a:pt x="25294" y="49839"/>
                  </a:lnTo>
                  <a:close/>
                  <a:moveTo>
                    <a:pt x="27268" y="51020"/>
                  </a:moveTo>
                  <a:cubicBezTo>
                    <a:pt x="27291" y="51028"/>
                    <a:pt x="27315" y="51036"/>
                    <a:pt x="27341" y="51045"/>
                  </a:cubicBezTo>
                  <a:cubicBezTo>
                    <a:pt x="27320" y="51030"/>
                    <a:pt x="27292" y="51022"/>
                    <a:pt x="27268" y="51020"/>
                  </a:cubicBezTo>
                  <a:close/>
                  <a:moveTo>
                    <a:pt x="30666" y="51595"/>
                  </a:moveTo>
                  <a:cubicBezTo>
                    <a:pt x="30726" y="51607"/>
                    <a:pt x="30797" y="51621"/>
                    <a:pt x="30874" y="51638"/>
                  </a:cubicBezTo>
                  <a:lnTo>
                    <a:pt x="30874" y="51638"/>
                  </a:lnTo>
                  <a:cubicBezTo>
                    <a:pt x="30811" y="51623"/>
                    <a:pt x="30742" y="51609"/>
                    <a:pt x="30666" y="51595"/>
                  </a:cubicBezTo>
                  <a:close/>
                  <a:moveTo>
                    <a:pt x="19474" y="47247"/>
                  </a:moveTo>
                  <a:lnTo>
                    <a:pt x="19736" y="47416"/>
                  </a:lnTo>
                  <a:lnTo>
                    <a:pt x="19990" y="47551"/>
                  </a:lnTo>
                  <a:lnTo>
                    <a:pt x="20015" y="47593"/>
                  </a:lnTo>
                  <a:cubicBezTo>
                    <a:pt x="20227" y="47712"/>
                    <a:pt x="20421" y="47822"/>
                    <a:pt x="20616" y="47923"/>
                  </a:cubicBezTo>
                  <a:cubicBezTo>
                    <a:pt x="20802" y="48025"/>
                    <a:pt x="20988" y="48118"/>
                    <a:pt x="21183" y="48211"/>
                  </a:cubicBezTo>
                  <a:lnTo>
                    <a:pt x="21758" y="48482"/>
                  </a:lnTo>
                  <a:cubicBezTo>
                    <a:pt x="21961" y="48583"/>
                    <a:pt x="22164" y="48693"/>
                    <a:pt x="22393" y="48803"/>
                  </a:cubicBezTo>
                  <a:cubicBezTo>
                    <a:pt x="22268" y="48772"/>
                    <a:pt x="21981" y="48613"/>
                    <a:pt x="21960" y="48613"/>
                  </a:cubicBezTo>
                  <a:cubicBezTo>
                    <a:pt x="21958" y="48613"/>
                    <a:pt x="21958" y="48614"/>
                    <a:pt x="21961" y="48617"/>
                  </a:cubicBezTo>
                  <a:cubicBezTo>
                    <a:pt x="22130" y="48702"/>
                    <a:pt x="22299" y="48778"/>
                    <a:pt x="22477" y="48837"/>
                  </a:cubicBezTo>
                  <a:cubicBezTo>
                    <a:pt x="22646" y="48905"/>
                    <a:pt x="22816" y="48981"/>
                    <a:pt x="22976" y="49074"/>
                  </a:cubicBezTo>
                  <a:cubicBezTo>
                    <a:pt x="22786" y="48986"/>
                    <a:pt x="22719" y="48956"/>
                    <a:pt x="22715" y="48956"/>
                  </a:cubicBezTo>
                  <a:lnTo>
                    <a:pt x="22715" y="48956"/>
                  </a:lnTo>
                  <a:cubicBezTo>
                    <a:pt x="22705" y="48956"/>
                    <a:pt x="22992" y="49097"/>
                    <a:pt x="22971" y="49097"/>
                  </a:cubicBezTo>
                  <a:cubicBezTo>
                    <a:pt x="22966" y="49097"/>
                    <a:pt x="22942" y="49088"/>
                    <a:pt x="22890" y="49067"/>
                  </a:cubicBezTo>
                  <a:lnTo>
                    <a:pt x="22890" y="49067"/>
                  </a:lnTo>
                  <a:cubicBezTo>
                    <a:pt x="23088" y="49153"/>
                    <a:pt x="23286" y="49247"/>
                    <a:pt x="23484" y="49336"/>
                  </a:cubicBezTo>
                  <a:cubicBezTo>
                    <a:pt x="23729" y="49438"/>
                    <a:pt x="23966" y="49548"/>
                    <a:pt x="24203" y="49649"/>
                  </a:cubicBezTo>
                  <a:cubicBezTo>
                    <a:pt x="24431" y="49751"/>
                    <a:pt x="24651" y="49861"/>
                    <a:pt x="24854" y="49945"/>
                  </a:cubicBezTo>
                  <a:cubicBezTo>
                    <a:pt x="25057" y="50030"/>
                    <a:pt x="25243" y="50106"/>
                    <a:pt x="25413" y="50165"/>
                  </a:cubicBezTo>
                  <a:cubicBezTo>
                    <a:pt x="25382" y="50150"/>
                    <a:pt x="25373" y="50145"/>
                    <a:pt x="25378" y="50145"/>
                  </a:cubicBezTo>
                  <a:cubicBezTo>
                    <a:pt x="25402" y="50145"/>
                    <a:pt x="25688" y="50250"/>
                    <a:pt x="25709" y="50250"/>
                  </a:cubicBezTo>
                  <a:cubicBezTo>
                    <a:pt x="25793" y="50283"/>
                    <a:pt x="25819" y="50298"/>
                    <a:pt x="25806" y="50298"/>
                  </a:cubicBezTo>
                  <a:cubicBezTo>
                    <a:pt x="25793" y="50298"/>
                    <a:pt x="25742" y="50283"/>
                    <a:pt x="25675" y="50258"/>
                  </a:cubicBezTo>
                  <a:lnTo>
                    <a:pt x="25675" y="50258"/>
                  </a:lnTo>
                  <a:cubicBezTo>
                    <a:pt x="26005" y="50402"/>
                    <a:pt x="26055" y="50444"/>
                    <a:pt x="25988" y="50444"/>
                  </a:cubicBezTo>
                  <a:lnTo>
                    <a:pt x="25303" y="50174"/>
                  </a:lnTo>
                  <a:lnTo>
                    <a:pt x="25303" y="50174"/>
                  </a:lnTo>
                  <a:cubicBezTo>
                    <a:pt x="25523" y="50267"/>
                    <a:pt x="25632" y="50334"/>
                    <a:pt x="25819" y="50410"/>
                  </a:cubicBezTo>
                  <a:cubicBezTo>
                    <a:pt x="25912" y="50453"/>
                    <a:pt x="26005" y="50487"/>
                    <a:pt x="26106" y="50512"/>
                  </a:cubicBezTo>
                  <a:cubicBezTo>
                    <a:pt x="26176" y="50531"/>
                    <a:pt x="26200" y="50536"/>
                    <a:pt x="26208" y="50536"/>
                  </a:cubicBezTo>
                  <a:cubicBezTo>
                    <a:pt x="26215" y="50536"/>
                    <a:pt x="26212" y="50533"/>
                    <a:pt x="26216" y="50529"/>
                  </a:cubicBezTo>
                  <a:lnTo>
                    <a:pt x="27087" y="50766"/>
                  </a:lnTo>
                  <a:lnTo>
                    <a:pt x="27071" y="50766"/>
                  </a:lnTo>
                  <a:cubicBezTo>
                    <a:pt x="27316" y="50859"/>
                    <a:pt x="27570" y="50935"/>
                    <a:pt x="27823" y="51011"/>
                  </a:cubicBezTo>
                  <a:lnTo>
                    <a:pt x="27730" y="50994"/>
                  </a:lnTo>
                  <a:lnTo>
                    <a:pt x="28179" y="51113"/>
                  </a:lnTo>
                  <a:cubicBezTo>
                    <a:pt x="28162" y="51138"/>
                    <a:pt x="28314" y="51172"/>
                    <a:pt x="28280" y="51180"/>
                  </a:cubicBezTo>
                  <a:cubicBezTo>
                    <a:pt x="28543" y="51324"/>
                    <a:pt x="29278" y="51459"/>
                    <a:pt x="29888" y="51654"/>
                  </a:cubicBezTo>
                  <a:lnTo>
                    <a:pt x="29786" y="51637"/>
                  </a:lnTo>
                  <a:lnTo>
                    <a:pt x="29786" y="51637"/>
                  </a:lnTo>
                  <a:cubicBezTo>
                    <a:pt x="29871" y="51654"/>
                    <a:pt x="29989" y="51688"/>
                    <a:pt x="30116" y="51713"/>
                  </a:cubicBezTo>
                  <a:cubicBezTo>
                    <a:pt x="30251" y="51738"/>
                    <a:pt x="30404" y="51781"/>
                    <a:pt x="30556" y="51823"/>
                  </a:cubicBezTo>
                  <a:cubicBezTo>
                    <a:pt x="30877" y="51899"/>
                    <a:pt x="31207" y="51992"/>
                    <a:pt x="31478" y="52060"/>
                  </a:cubicBezTo>
                  <a:lnTo>
                    <a:pt x="31461" y="52060"/>
                  </a:lnTo>
                  <a:cubicBezTo>
                    <a:pt x="31284" y="52024"/>
                    <a:pt x="31183" y="52007"/>
                    <a:pt x="31149" y="52007"/>
                  </a:cubicBezTo>
                  <a:cubicBezTo>
                    <a:pt x="31119" y="52007"/>
                    <a:pt x="31140" y="52019"/>
                    <a:pt x="31207" y="52043"/>
                  </a:cubicBezTo>
                  <a:lnTo>
                    <a:pt x="30810" y="51958"/>
                  </a:lnTo>
                  <a:cubicBezTo>
                    <a:pt x="30632" y="51916"/>
                    <a:pt x="30124" y="51798"/>
                    <a:pt x="30091" y="51764"/>
                  </a:cubicBezTo>
                  <a:lnTo>
                    <a:pt x="30091" y="51764"/>
                  </a:lnTo>
                  <a:cubicBezTo>
                    <a:pt x="30287" y="51813"/>
                    <a:pt x="30370" y="51834"/>
                    <a:pt x="30382" y="51834"/>
                  </a:cubicBezTo>
                  <a:cubicBezTo>
                    <a:pt x="30392" y="51834"/>
                    <a:pt x="30344" y="51817"/>
                    <a:pt x="30268" y="51789"/>
                  </a:cubicBezTo>
                  <a:cubicBezTo>
                    <a:pt x="30074" y="51755"/>
                    <a:pt x="29820" y="51688"/>
                    <a:pt x="29600" y="51629"/>
                  </a:cubicBezTo>
                  <a:cubicBezTo>
                    <a:pt x="29437" y="51583"/>
                    <a:pt x="29304" y="51552"/>
                    <a:pt x="29256" y="51552"/>
                  </a:cubicBezTo>
                  <a:cubicBezTo>
                    <a:pt x="29241" y="51552"/>
                    <a:pt x="29234" y="51555"/>
                    <a:pt x="29236" y="51561"/>
                  </a:cubicBezTo>
                  <a:cubicBezTo>
                    <a:pt x="29059" y="51510"/>
                    <a:pt x="28889" y="51459"/>
                    <a:pt x="28720" y="51392"/>
                  </a:cubicBezTo>
                  <a:cubicBezTo>
                    <a:pt x="28708" y="51384"/>
                    <a:pt x="28710" y="51381"/>
                    <a:pt x="28722" y="51381"/>
                  </a:cubicBezTo>
                  <a:cubicBezTo>
                    <a:pt x="28753" y="51381"/>
                    <a:pt x="28844" y="51399"/>
                    <a:pt x="28940" y="51417"/>
                  </a:cubicBezTo>
                  <a:cubicBezTo>
                    <a:pt x="28695" y="51358"/>
                    <a:pt x="28441" y="51273"/>
                    <a:pt x="28196" y="51197"/>
                  </a:cubicBezTo>
                  <a:lnTo>
                    <a:pt x="27460" y="50977"/>
                  </a:lnTo>
                  <a:lnTo>
                    <a:pt x="27460" y="50977"/>
                  </a:lnTo>
                  <a:cubicBezTo>
                    <a:pt x="27389" y="50984"/>
                    <a:pt x="28102" y="51207"/>
                    <a:pt x="28023" y="51207"/>
                  </a:cubicBezTo>
                  <a:cubicBezTo>
                    <a:pt x="28008" y="51207"/>
                    <a:pt x="27965" y="51199"/>
                    <a:pt x="27883" y="51180"/>
                  </a:cubicBezTo>
                  <a:cubicBezTo>
                    <a:pt x="27663" y="51155"/>
                    <a:pt x="27451" y="51104"/>
                    <a:pt x="27257" y="51019"/>
                  </a:cubicBezTo>
                  <a:cubicBezTo>
                    <a:pt x="27260" y="51019"/>
                    <a:pt x="27264" y="51020"/>
                    <a:pt x="27268" y="51020"/>
                  </a:cubicBezTo>
                  <a:lnTo>
                    <a:pt x="27268" y="51020"/>
                  </a:lnTo>
                  <a:cubicBezTo>
                    <a:pt x="27102" y="50962"/>
                    <a:pt x="27050" y="50932"/>
                    <a:pt x="26834" y="50850"/>
                  </a:cubicBezTo>
                  <a:cubicBezTo>
                    <a:pt x="26823" y="50842"/>
                    <a:pt x="26824" y="50839"/>
                    <a:pt x="26832" y="50839"/>
                  </a:cubicBezTo>
                  <a:cubicBezTo>
                    <a:pt x="26878" y="50839"/>
                    <a:pt x="27173" y="50941"/>
                    <a:pt x="27316" y="50977"/>
                  </a:cubicBezTo>
                  <a:cubicBezTo>
                    <a:pt x="27155" y="50926"/>
                    <a:pt x="26969" y="50876"/>
                    <a:pt x="26800" y="50808"/>
                  </a:cubicBezTo>
                  <a:lnTo>
                    <a:pt x="26842" y="50808"/>
                  </a:lnTo>
                  <a:lnTo>
                    <a:pt x="26309" y="50630"/>
                  </a:lnTo>
                  <a:cubicBezTo>
                    <a:pt x="26281" y="50623"/>
                    <a:pt x="26267" y="50620"/>
                    <a:pt x="26263" y="50620"/>
                  </a:cubicBezTo>
                  <a:cubicBezTo>
                    <a:pt x="26238" y="50620"/>
                    <a:pt x="26717" y="50777"/>
                    <a:pt x="26732" y="50800"/>
                  </a:cubicBezTo>
                  <a:lnTo>
                    <a:pt x="26394" y="50698"/>
                  </a:lnTo>
                  <a:lnTo>
                    <a:pt x="26005" y="50563"/>
                  </a:lnTo>
                  <a:lnTo>
                    <a:pt x="25506" y="50368"/>
                  </a:lnTo>
                  <a:cubicBezTo>
                    <a:pt x="25159" y="50233"/>
                    <a:pt x="24820" y="50089"/>
                    <a:pt x="24660" y="50004"/>
                  </a:cubicBezTo>
                  <a:cubicBezTo>
                    <a:pt x="24439" y="49900"/>
                    <a:pt x="24377" y="49878"/>
                    <a:pt x="24354" y="49878"/>
                  </a:cubicBezTo>
                  <a:cubicBezTo>
                    <a:pt x="24338" y="49878"/>
                    <a:pt x="24341" y="49890"/>
                    <a:pt x="24318" y="49890"/>
                  </a:cubicBezTo>
                  <a:cubicBezTo>
                    <a:pt x="24311" y="49890"/>
                    <a:pt x="24301" y="49889"/>
                    <a:pt x="24287" y="49886"/>
                  </a:cubicBezTo>
                  <a:cubicBezTo>
                    <a:pt x="24017" y="49793"/>
                    <a:pt x="23788" y="49657"/>
                    <a:pt x="23526" y="49556"/>
                  </a:cubicBezTo>
                  <a:cubicBezTo>
                    <a:pt x="23526" y="49557"/>
                    <a:pt x="23525" y="49558"/>
                    <a:pt x="23522" y="49558"/>
                  </a:cubicBezTo>
                  <a:cubicBezTo>
                    <a:pt x="23506" y="49558"/>
                    <a:pt x="23439" y="49536"/>
                    <a:pt x="23365" y="49514"/>
                  </a:cubicBezTo>
                  <a:cubicBezTo>
                    <a:pt x="23315" y="49488"/>
                    <a:pt x="23255" y="49471"/>
                    <a:pt x="23196" y="49463"/>
                  </a:cubicBezTo>
                  <a:lnTo>
                    <a:pt x="22782" y="49260"/>
                  </a:lnTo>
                  <a:cubicBezTo>
                    <a:pt x="22756" y="49252"/>
                    <a:pt x="22741" y="49248"/>
                    <a:pt x="22735" y="49248"/>
                  </a:cubicBezTo>
                  <a:cubicBezTo>
                    <a:pt x="22685" y="49248"/>
                    <a:pt x="23291" y="49512"/>
                    <a:pt x="23382" y="49573"/>
                  </a:cubicBezTo>
                  <a:cubicBezTo>
                    <a:pt x="23431" y="49603"/>
                    <a:pt x="23442" y="49615"/>
                    <a:pt x="23431" y="49615"/>
                  </a:cubicBezTo>
                  <a:cubicBezTo>
                    <a:pt x="23417" y="49615"/>
                    <a:pt x="23370" y="49596"/>
                    <a:pt x="23323" y="49573"/>
                  </a:cubicBezTo>
                  <a:cubicBezTo>
                    <a:pt x="23264" y="49543"/>
                    <a:pt x="23196" y="49509"/>
                    <a:pt x="23184" y="49509"/>
                  </a:cubicBezTo>
                  <a:cubicBezTo>
                    <a:pt x="23179" y="49509"/>
                    <a:pt x="23184" y="49515"/>
                    <a:pt x="23205" y="49531"/>
                  </a:cubicBezTo>
                  <a:cubicBezTo>
                    <a:pt x="23374" y="49598"/>
                    <a:pt x="23543" y="49666"/>
                    <a:pt x="23721" y="49725"/>
                  </a:cubicBezTo>
                  <a:cubicBezTo>
                    <a:pt x="23907" y="49801"/>
                    <a:pt x="24000" y="49852"/>
                    <a:pt x="23991" y="49861"/>
                  </a:cubicBezTo>
                  <a:cubicBezTo>
                    <a:pt x="23475" y="49624"/>
                    <a:pt x="23704" y="49767"/>
                    <a:pt x="23281" y="49581"/>
                  </a:cubicBezTo>
                  <a:lnTo>
                    <a:pt x="23264" y="49564"/>
                  </a:lnTo>
                  <a:cubicBezTo>
                    <a:pt x="23263" y="49565"/>
                    <a:pt x="23262" y="49565"/>
                    <a:pt x="23261" y="49565"/>
                  </a:cubicBezTo>
                  <a:cubicBezTo>
                    <a:pt x="23214" y="49565"/>
                    <a:pt x="22648" y="49283"/>
                    <a:pt x="22426" y="49192"/>
                  </a:cubicBezTo>
                  <a:cubicBezTo>
                    <a:pt x="22319" y="49132"/>
                    <a:pt x="22287" y="49110"/>
                    <a:pt x="22300" y="49110"/>
                  </a:cubicBezTo>
                  <a:cubicBezTo>
                    <a:pt x="22341" y="49110"/>
                    <a:pt x="22800" y="49319"/>
                    <a:pt x="22807" y="49319"/>
                  </a:cubicBezTo>
                  <a:cubicBezTo>
                    <a:pt x="22807" y="49319"/>
                    <a:pt x="22807" y="49319"/>
                    <a:pt x="22807" y="49319"/>
                  </a:cubicBezTo>
                  <a:lnTo>
                    <a:pt x="22240" y="49057"/>
                  </a:lnTo>
                  <a:lnTo>
                    <a:pt x="22240" y="49057"/>
                  </a:lnTo>
                  <a:cubicBezTo>
                    <a:pt x="22333" y="49094"/>
                    <a:pt x="22360" y="49101"/>
                    <a:pt x="22374" y="49101"/>
                  </a:cubicBezTo>
                  <a:cubicBezTo>
                    <a:pt x="22381" y="49101"/>
                    <a:pt x="22384" y="49099"/>
                    <a:pt x="22391" y="49099"/>
                  </a:cubicBezTo>
                  <a:cubicBezTo>
                    <a:pt x="22407" y="49099"/>
                    <a:pt x="22443" y="49108"/>
                    <a:pt x="22587" y="49167"/>
                  </a:cubicBezTo>
                  <a:cubicBezTo>
                    <a:pt x="22249" y="49015"/>
                    <a:pt x="22215" y="48981"/>
                    <a:pt x="21893" y="48828"/>
                  </a:cubicBezTo>
                  <a:lnTo>
                    <a:pt x="21893" y="48828"/>
                  </a:lnTo>
                  <a:cubicBezTo>
                    <a:pt x="21950" y="48850"/>
                    <a:pt x="21980" y="48859"/>
                    <a:pt x="21990" y="48859"/>
                  </a:cubicBezTo>
                  <a:cubicBezTo>
                    <a:pt x="22047" y="48859"/>
                    <a:pt x="21450" y="48560"/>
                    <a:pt x="21428" y="48524"/>
                  </a:cubicBezTo>
                  <a:lnTo>
                    <a:pt x="21428" y="48524"/>
                  </a:lnTo>
                  <a:cubicBezTo>
                    <a:pt x="21623" y="48617"/>
                    <a:pt x="21885" y="48769"/>
                    <a:pt x="22096" y="48888"/>
                  </a:cubicBezTo>
                  <a:cubicBezTo>
                    <a:pt x="22206" y="48938"/>
                    <a:pt x="22308" y="48989"/>
                    <a:pt x="22409" y="49057"/>
                  </a:cubicBezTo>
                  <a:cubicBezTo>
                    <a:pt x="22409" y="49056"/>
                    <a:pt x="22409" y="49056"/>
                    <a:pt x="22410" y="49056"/>
                  </a:cubicBezTo>
                  <a:cubicBezTo>
                    <a:pt x="22433" y="49056"/>
                    <a:pt x="22864" y="49272"/>
                    <a:pt x="23035" y="49361"/>
                  </a:cubicBezTo>
                  <a:lnTo>
                    <a:pt x="23315" y="49454"/>
                  </a:lnTo>
                  <a:cubicBezTo>
                    <a:pt x="23038" y="49320"/>
                    <a:pt x="22657" y="49156"/>
                    <a:pt x="22713" y="49156"/>
                  </a:cubicBezTo>
                  <a:cubicBezTo>
                    <a:pt x="22717" y="49156"/>
                    <a:pt x="22723" y="49157"/>
                    <a:pt x="22731" y="49158"/>
                  </a:cubicBezTo>
                  <a:lnTo>
                    <a:pt x="22316" y="48981"/>
                  </a:lnTo>
                  <a:lnTo>
                    <a:pt x="22316" y="48981"/>
                  </a:lnTo>
                  <a:cubicBezTo>
                    <a:pt x="22756" y="49133"/>
                    <a:pt x="22731" y="49125"/>
                    <a:pt x="23120" y="49285"/>
                  </a:cubicBezTo>
                  <a:cubicBezTo>
                    <a:pt x="22739" y="49074"/>
                    <a:pt x="22384" y="48930"/>
                    <a:pt x="22054" y="48778"/>
                  </a:cubicBezTo>
                  <a:cubicBezTo>
                    <a:pt x="21724" y="48617"/>
                    <a:pt x="21411" y="48473"/>
                    <a:pt x="21107" y="48296"/>
                  </a:cubicBezTo>
                  <a:lnTo>
                    <a:pt x="21107" y="48296"/>
                  </a:lnTo>
                  <a:lnTo>
                    <a:pt x="21208" y="48338"/>
                  </a:lnTo>
                  <a:cubicBezTo>
                    <a:pt x="20895" y="48177"/>
                    <a:pt x="20641" y="48033"/>
                    <a:pt x="20447" y="47915"/>
                  </a:cubicBezTo>
                  <a:cubicBezTo>
                    <a:pt x="20244" y="47796"/>
                    <a:pt x="20083" y="47703"/>
                    <a:pt x="19956" y="47619"/>
                  </a:cubicBezTo>
                  <a:cubicBezTo>
                    <a:pt x="19787" y="47517"/>
                    <a:pt x="19626" y="47390"/>
                    <a:pt x="19474" y="47247"/>
                  </a:cubicBezTo>
                  <a:close/>
                  <a:moveTo>
                    <a:pt x="33195" y="52491"/>
                  </a:moveTo>
                  <a:lnTo>
                    <a:pt x="33195" y="52491"/>
                  </a:lnTo>
                  <a:cubicBezTo>
                    <a:pt x="33198" y="52492"/>
                    <a:pt x="33201" y="52493"/>
                    <a:pt x="33205" y="52493"/>
                  </a:cubicBezTo>
                  <a:lnTo>
                    <a:pt x="33205" y="52493"/>
                  </a:lnTo>
                  <a:lnTo>
                    <a:pt x="33195" y="52491"/>
                  </a:lnTo>
                  <a:close/>
                  <a:moveTo>
                    <a:pt x="46273" y="52576"/>
                  </a:moveTo>
                  <a:cubicBezTo>
                    <a:pt x="46254" y="52579"/>
                    <a:pt x="46233" y="52582"/>
                    <a:pt x="46218" y="52585"/>
                  </a:cubicBezTo>
                  <a:lnTo>
                    <a:pt x="46218" y="52585"/>
                  </a:lnTo>
                  <a:lnTo>
                    <a:pt x="46273" y="52576"/>
                  </a:lnTo>
                  <a:close/>
                  <a:moveTo>
                    <a:pt x="43879" y="52796"/>
                  </a:moveTo>
                  <a:lnTo>
                    <a:pt x="43467" y="52828"/>
                  </a:lnTo>
                  <a:lnTo>
                    <a:pt x="43467" y="52828"/>
                  </a:lnTo>
                  <a:lnTo>
                    <a:pt x="43626" y="52821"/>
                  </a:lnTo>
                  <a:lnTo>
                    <a:pt x="43879" y="52796"/>
                  </a:lnTo>
                  <a:close/>
                  <a:moveTo>
                    <a:pt x="44842" y="52934"/>
                  </a:moveTo>
                  <a:lnTo>
                    <a:pt x="44842" y="52934"/>
                  </a:lnTo>
                  <a:cubicBezTo>
                    <a:pt x="44815" y="52939"/>
                    <a:pt x="44787" y="52943"/>
                    <a:pt x="44759" y="52948"/>
                  </a:cubicBezTo>
                  <a:lnTo>
                    <a:pt x="44842" y="52934"/>
                  </a:lnTo>
                  <a:close/>
                  <a:moveTo>
                    <a:pt x="41206" y="52965"/>
                  </a:moveTo>
                  <a:cubicBezTo>
                    <a:pt x="41214" y="52965"/>
                    <a:pt x="41221" y="52965"/>
                    <a:pt x="41229" y="52965"/>
                  </a:cubicBezTo>
                  <a:lnTo>
                    <a:pt x="41229" y="52965"/>
                  </a:lnTo>
                  <a:cubicBezTo>
                    <a:pt x="41230" y="52965"/>
                    <a:pt x="41231" y="52965"/>
                    <a:pt x="41232" y="52965"/>
                  </a:cubicBezTo>
                  <a:close/>
                  <a:moveTo>
                    <a:pt x="31977" y="52212"/>
                  </a:moveTo>
                  <a:lnTo>
                    <a:pt x="31977" y="52212"/>
                  </a:lnTo>
                  <a:cubicBezTo>
                    <a:pt x="32298" y="52280"/>
                    <a:pt x="32705" y="52373"/>
                    <a:pt x="33195" y="52441"/>
                  </a:cubicBezTo>
                  <a:lnTo>
                    <a:pt x="33965" y="52551"/>
                  </a:lnTo>
                  <a:cubicBezTo>
                    <a:pt x="34100" y="52576"/>
                    <a:pt x="34244" y="52584"/>
                    <a:pt x="34388" y="52601"/>
                  </a:cubicBezTo>
                  <a:lnTo>
                    <a:pt x="34836" y="52644"/>
                  </a:lnTo>
                  <a:lnTo>
                    <a:pt x="34760" y="52644"/>
                  </a:lnTo>
                  <a:lnTo>
                    <a:pt x="34760" y="52652"/>
                  </a:lnTo>
                  <a:cubicBezTo>
                    <a:pt x="35378" y="52737"/>
                    <a:pt x="35428" y="52754"/>
                    <a:pt x="35936" y="52779"/>
                  </a:cubicBezTo>
                  <a:lnTo>
                    <a:pt x="35784" y="52779"/>
                  </a:lnTo>
                  <a:cubicBezTo>
                    <a:pt x="35868" y="52813"/>
                    <a:pt x="36274" y="52830"/>
                    <a:pt x="36672" y="52872"/>
                  </a:cubicBezTo>
                  <a:cubicBezTo>
                    <a:pt x="36731" y="52872"/>
                    <a:pt x="36833" y="52881"/>
                    <a:pt x="36926" y="52889"/>
                  </a:cubicBezTo>
                  <a:cubicBezTo>
                    <a:pt x="37027" y="52889"/>
                    <a:pt x="37137" y="52897"/>
                    <a:pt x="37213" y="52914"/>
                  </a:cubicBezTo>
                  <a:lnTo>
                    <a:pt x="37154" y="52923"/>
                  </a:lnTo>
                  <a:cubicBezTo>
                    <a:pt x="37222" y="52948"/>
                    <a:pt x="37619" y="52974"/>
                    <a:pt x="38076" y="53007"/>
                  </a:cubicBezTo>
                  <a:lnTo>
                    <a:pt x="37890" y="53007"/>
                  </a:lnTo>
                  <a:cubicBezTo>
                    <a:pt x="37855" y="53010"/>
                    <a:pt x="37819" y="53011"/>
                    <a:pt x="37782" y="53011"/>
                  </a:cubicBezTo>
                  <a:cubicBezTo>
                    <a:pt x="37690" y="53011"/>
                    <a:pt x="37589" y="53005"/>
                    <a:pt x="37476" y="52999"/>
                  </a:cubicBezTo>
                  <a:lnTo>
                    <a:pt x="37476" y="52999"/>
                  </a:lnTo>
                  <a:cubicBezTo>
                    <a:pt x="37560" y="53007"/>
                    <a:pt x="37670" y="53016"/>
                    <a:pt x="37822" y="53033"/>
                  </a:cubicBezTo>
                  <a:lnTo>
                    <a:pt x="37019" y="53033"/>
                  </a:lnTo>
                  <a:cubicBezTo>
                    <a:pt x="37160" y="53045"/>
                    <a:pt x="37259" y="53047"/>
                    <a:pt x="37350" y="53047"/>
                  </a:cubicBezTo>
                  <a:cubicBezTo>
                    <a:pt x="37409" y="53047"/>
                    <a:pt x="37466" y="53046"/>
                    <a:pt x="37528" y="53046"/>
                  </a:cubicBezTo>
                  <a:cubicBezTo>
                    <a:pt x="37637" y="53046"/>
                    <a:pt x="37766" y="53049"/>
                    <a:pt x="37966" y="53067"/>
                  </a:cubicBezTo>
                  <a:cubicBezTo>
                    <a:pt x="37947" y="53099"/>
                    <a:pt x="37957" y="53112"/>
                    <a:pt x="37719" y="53112"/>
                  </a:cubicBezTo>
                  <a:cubicBezTo>
                    <a:pt x="37650" y="53112"/>
                    <a:pt x="37560" y="53111"/>
                    <a:pt x="37442" y="53109"/>
                  </a:cubicBezTo>
                  <a:cubicBezTo>
                    <a:pt x="36985" y="53067"/>
                    <a:pt x="37467" y="53092"/>
                    <a:pt x="37239" y="53058"/>
                  </a:cubicBezTo>
                  <a:lnTo>
                    <a:pt x="37239" y="53058"/>
                  </a:lnTo>
                  <a:cubicBezTo>
                    <a:pt x="37209" y="53060"/>
                    <a:pt x="37181" y="53060"/>
                    <a:pt x="37155" y="53060"/>
                  </a:cubicBezTo>
                  <a:cubicBezTo>
                    <a:pt x="36880" y="53060"/>
                    <a:pt x="36770" y="52990"/>
                    <a:pt x="36465" y="52990"/>
                  </a:cubicBezTo>
                  <a:cubicBezTo>
                    <a:pt x="36450" y="52990"/>
                    <a:pt x="36434" y="52990"/>
                    <a:pt x="36418" y="52990"/>
                  </a:cubicBezTo>
                  <a:cubicBezTo>
                    <a:pt x="35978" y="52948"/>
                    <a:pt x="36122" y="52940"/>
                    <a:pt x="35978" y="52906"/>
                  </a:cubicBezTo>
                  <a:lnTo>
                    <a:pt x="35978" y="52906"/>
                  </a:lnTo>
                  <a:cubicBezTo>
                    <a:pt x="36071" y="52917"/>
                    <a:pt x="36116" y="52921"/>
                    <a:pt x="36134" y="52921"/>
                  </a:cubicBezTo>
                  <a:cubicBezTo>
                    <a:pt x="36182" y="52921"/>
                    <a:pt x="36031" y="52891"/>
                    <a:pt x="36119" y="52891"/>
                  </a:cubicBezTo>
                  <a:cubicBezTo>
                    <a:pt x="36151" y="52891"/>
                    <a:pt x="36216" y="52895"/>
                    <a:pt x="36334" y="52906"/>
                  </a:cubicBezTo>
                  <a:cubicBezTo>
                    <a:pt x="36154" y="52879"/>
                    <a:pt x="36066" y="52873"/>
                    <a:pt x="35999" y="52873"/>
                  </a:cubicBezTo>
                  <a:cubicBezTo>
                    <a:pt x="35955" y="52873"/>
                    <a:pt x="35921" y="52876"/>
                    <a:pt x="35877" y="52876"/>
                  </a:cubicBezTo>
                  <a:cubicBezTo>
                    <a:pt x="35821" y="52876"/>
                    <a:pt x="35750" y="52872"/>
                    <a:pt x="35623" y="52855"/>
                  </a:cubicBezTo>
                  <a:lnTo>
                    <a:pt x="35572" y="52813"/>
                  </a:lnTo>
                  <a:cubicBezTo>
                    <a:pt x="35225" y="52754"/>
                    <a:pt x="34489" y="52635"/>
                    <a:pt x="34024" y="52584"/>
                  </a:cubicBezTo>
                  <a:lnTo>
                    <a:pt x="34024" y="52584"/>
                  </a:lnTo>
                  <a:cubicBezTo>
                    <a:pt x="34144" y="52613"/>
                    <a:pt x="34168" y="52623"/>
                    <a:pt x="34146" y="52623"/>
                  </a:cubicBezTo>
                  <a:cubicBezTo>
                    <a:pt x="34105" y="52623"/>
                    <a:pt x="33897" y="52589"/>
                    <a:pt x="33857" y="52589"/>
                  </a:cubicBezTo>
                  <a:cubicBezTo>
                    <a:pt x="33850" y="52589"/>
                    <a:pt x="33849" y="52590"/>
                    <a:pt x="33855" y="52593"/>
                  </a:cubicBezTo>
                  <a:cubicBezTo>
                    <a:pt x="34058" y="52618"/>
                    <a:pt x="34253" y="52652"/>
                    <a:pt x="34456" y="52703"/>
                  </a:cubicBezTo>
                  <a:lnTo>
                    <a:pt x="34143" y="52661"/>
                  </a:lnTo>
                  <a:lnTo>
                    <a:pt x="33762" y="52601"/>
                  </a:lnTo>
                  <a:cubicBezTo>
                    <a:pt x="33518" y="52553"/>
                    <a:pt x="33290" y="52512"/>
                    <a:pt x="33205" y="52493"/>
                  </a:cubicBezTo>
                  <a:lnTo>
                    <a:pt x="33205" y="52493"/>
                  </a:lnTo>
                  <a:lnTo>
                    <a:pt x="33779" y="52618"/>
                  </a:lnTo>
                  <a:cubicBezTo>
                    <a:pt x="33576" y="52601"/>
                    <a:pt x="32823" y="52500"/>
                    <a:pt x="32806" y="52500"/>
                  </a:cubicBezTo>
                  <a:cubicBezTo>
                    <a:pt x="32578" y="52441"/>
                    <a:pt x="32231" y="52373"/>
                    <a:pt x="32121" y="52331"/>
                  </a:cubicBezTo>
                  <a:lnTo>
                    <a:pt x="32121" y="52331"/>
                  </a:lnTo>
                  <a:lnTo>
                    <a:pt x="32552" y="52390"/>
                  </a:lnTo>
                  <a:lnTo>
                    <a:pt x="32696" y="52449"/>
                  </a:lnTo>
                  <a:cubicBezTo>
                    <a:pt x="32781" y="52458"/>
                    <a:pt x="32865" y="52458"/>
                    <a:pt x="32950" y="52466"/>
                  </a:cubicBezTo>
                  <a:cubicBezTo>
                    <a:pt x="32671" y="52407"/>
                    <a:pt x="32095" y="52255"/>
                    <a:pt x="31977" y="52212"/>
                  </a:cubicBezTo>
                  <a:close/>
                  <a:moveTo>
                    <a:pt x="36702" y="53200"/>
                  </a:moveTo>
                  <a:cubicBezTo>
                    <a:pt x="36711" y="53201"/>
                    <a:pt x="36721" y="53201"/>
                    <a:pt x="36731" y="53202"/>
                  </a:cubicBezTo>
                  <a:cubicBezTo>
                    <a:pt x="36719" y="53201"/>
                    <a:pt x="36709" y="53200"/>
                    <a:pt x="36702" y="53200"/>
                  </a:cubicBezTo>
                  <a:close/>
                  <a:moveTo>
                    <a:pt x="36435" y="53202"/>
                  </a:moveTo>
                  <a:cubicBezTo>
                    <a:pt x="36449" y="53205"/>
                    <a:pt x="36465" y="53207"/>
                    <a:pt x="36482" y="53209"/>
                  </a:cubicBezTo>
                  <a:lnTo>
                    <a:pt x="36482" y="53209"/>
                  </a:lnTo>
                  <a:cubicBezTo>
                    <a:pt x="36467" y="53207"/>
                    <a:pt x="36451" y="53204"/>
                    <a:pt x="36435" y="53202"/>
                  </a:cubicBezTo>
                  <a:close/>
                  <a:moveTo>
                    <a:pt x="40269" y="53405"/>
                  </a:moveTo>
                  <a:cubicBezTo>
                    <a:pt x="40268" y="53405"/>
                    <a:pt x="40268" y="53405"/>
                    <a:pt x="40267" y="53405"/>
                  </a:cubicBezTo>
                  <a:cubicBezTo>
                    <a:pt x="40267" y="53405"/>
                    <a:pt x="40268" y="53405"/>
                    <a:pt x="40269" y="53405"/>
                  </a:cubicBezTo>
                  <a:close/>
                  <a:moveTo>
                    <a:pt x="1980" y="1"/>
                  </a:moveTo>
                  <a:cubicBezTo>
                    <a:pt x="1802" y="542"/>
                    <a:pt x="1684" y="940"/>
                    <a:pt x="1591" y="1321"/>
                  </a:cubicBezTo>
                  <a:cubicBezTo>
                    <a:pt x="1506" y="1701"/>
                    <a:pt x="1430" y="2048"/>
                    <a:pt x="1286" y="2496"/>
                  </a:cubicBezTo>
                  <a:cubicBezTo>
                    <a:pt x="1298" y="2449"/>
                    <a:pt x="1300" y="2432"/>
                    <a:pt x="1299" y="2432"/>
                  </a:cubicBezTo>
                  <a:lnTo>
                    <a:pt x="1299" y="2432"/>
                  </a:lnTo>
                  <a:cubicBezTo>
                    <a:pt x="1295" y="2432"/>
                    <a:pt x="1272" y="2499"/>
                    <a:pt x="1261" y="2522"/>
                  </a:cubicBezTo>
                  <a:cubicBezTo>
                    <a:pt x="1219" y="2666"/>
                    <a:pt x="1185" y="2818"/>
                    <a:pt x="1159" y="2962"/>
                  </a:cubicBezTo>
                  <a:cubicBezTo>
                    <a:pt x="1126" y="3114"/>
                    <a:pt x="1100" y="3241"/>
                    <a:pt x="1092" y="3334"/>
                  </a:cubicBezTo>
                  <a:lnTo>
                    <a:pt x="982" y="3782"/>
                  </a:lnTo>
                  <a:cubicBezTo>
                    <a:pt x="973" y="3782"/>
                    <a:pt x="982" y="3596"/>
                    <a:pt x="1092" y="3131"/>
                  </a:cubicBezTo>
                  <a:lnTo>
                    <a:pt x="1092" y="3131"/>
                  </a:lnTo>
                  <a:cubicBezTo>
                    <a:pt x="1041" y="3334"/>
                    <a:pt x="999" y="3529"/>
                    <a:pt x="948" y="3723"/>
                  </a:cubicBezTo>
                  <a:cubicBezTo>
                    <a:pt x="906" y="3918"/>
                    <a:pt x="863" y="4112"/>
                    <a:pt x="830" y="4298"/>
                  </a:cubicBezTo>
                  <a:cubicBezTo>
                    <a:pt x="762" y="4671"/>
                    <a:pt x="703" y="5043"/>
                    <a:pt x="635" y="5406"/>
                  </a:cubicBezTo>
                  <a:cubicBezTo>
                    <a:pt x="533" y="6134"/>
                    <a:pt x="415" y="6870"/>
                    <a:pt x="314" y="7707"/>
                  </a:cubicBezTo>
                  <a:cubicBezTo>
                    <a:pt x="312" y="7715"/>
                    <a:pt x="311" y="7718"/>
                    <a:pt x="310" y="7718"/>
                  </a:cubicBezTo>
                  <a:cubicBezTo>
                    <a:pt x="304" y="7718"/>
                    <a:pt x="320" y="7574"/>
                    <a:pt x="318" y="7574"/>
                  </a:cubicBezTo>
                  <a:lnTo>
                    <a:pt x="318" y="7574"/>
                  </a:lnTo>
                  <a:cubicBezTo>
                    <a:pt x="318" y="7574"/>
                    <a:pt x="317" y="7583"/>
                    <a:pt x="314" y="7606"/>
                  </a:cubicBezTo>
                  <a:cubicBezTo>
                    <a:pt x="291" y="7805"/>
                    <a:pt x="263" y="8113"/>
                    <a:pt x="261" y="8178"/>
                  </a:cubicBezTo>
                  <a:lnTo>
                    <a:pt x="261" y="8178"/>
                  </a:lnTo>
                  <a:cubicBezTo>
                    <a:pt x="257" y="8135"/>
                    <a:pt x="259" y="8089"/>
                    <a:pt x="264" y="8044"/>
                  </a:cubicBezTo>
                  <a:lnTo>
                    <a:pt x="264" y="8044"/>
                  </a:lnTo>
                  <a:cubicBezTo>
                    <a:pt x="244" y="8230"/>
                    <a:pt x="235" y="8403"/>
                    <a:pt x="212" y="8562"/>
                  </a:cubicBezTo>
                  <a:cubicBezTo>
                    <a:pt x="195" y="8731"/>
                    <a:pt x="178" y="8892"/>
                    <a:pt x="161" y="9036"/>
                  </a:cubicBezTo>
                  <a:cubicBezTo>
                    <a:pt x="127" y="9315"/>
                    <a:pt x="102" y="9585"/>
                    <a:pt x="102" y="9865"/>
                  </a:cubicBezTo>
                  <a:cubicBezTo>
                    <a:pt x="93" y="9827"/>
                    <a:pt x="88" y="9792"/>
                    <a:pt x="89" y="9757"/>
                  </a:cubicBezTo>
                  <a:lnTo>
                    <a:pt x="89" y="9757"/>
                  </a:lnTo>
                  <a:cubicBezTo>
                    <a:pt x="68" y="10066"/>
                    <a:pt x="66" y="10329"/>
                    <a:pt x="60" y="10592"/>
                  </a:cubicBezTo>
                  <a:cubicBezTo>
                    <a:pt x="60" y="10753"/>
                    <a:pt x="51" y="10914"/>
                    <a:pt x="51" y="11091"/>
                  </a:cubicBezTo>
                  <a:lnTo>
                    <a:pt x="51" y="11675"/>
                  </a:lnTo>
                  <a:cubicBezTo>
                    <a:pt x="48" y="11612"/>
                    <a:pt x="44" y="11586"/>
                    <a:pt x="41" y="11586"/>
                  </a:cubicBezTo>
                  <a:cubicBezTo>
                    <a:pt x="30" y="11586"/>
                    <a:pt x="20" y="11919"/>
                    <a:pt x="1" y="12098"/>
                  </a:cubicBezTo>
                  <a:cubicBezTo>
                    <a:pt x="1" y="12191"/>
                    <a:pt x="1" y="12292"/>
                    <a:pt x="1" y="12402"/>
                  </a:cubicBezTo>
                  <a:cubicBezTo>
                    <a:pt x="9" y="12512"/>
                    <a:pt x="17" y="12639"/>
                    <a:pt x="17" y="12766"/>
                  </a:cubicBezTo>
                  <a:cubicBezTo>
                    <a:pt x="17" y="13020"/>
                    <a:pt x="34" y="13308"/>
                    <a:pt x="34" y="13612"/>
                  </a:cubicBezTo>
                  <a:cubicBezTo>
                    <a:pt x="43" y="13764"/>
                    <a:pt x="51" y="13917"/>
                    <a:pt x="60" y="14069"/>
                  </a:cubicBezTo>
                  <a:cubicBezTo>
                    <a:pt x="68" y="14221"/>
                    <a:pt x="77" y="14373"/>
                    <a:pt x="85" y="14526"/>
                  </a:cubicBezTo>
                  <a:cubicBezTo>
                    <a:pt x="102" y="14830"/>
                    <a:pt x="119" y="15126"/>
                    <a:pt x="144" y="15397"/>
                  </a:cubicBezTo>
                  <a:cubicBezTo>
                    <a:pt x="137" y="15373"/>
                    <a:pt x="132" y="15362"/>
                    <a:pt x="128" y="15362"/>
                  </a:cubicBezTo>
                  <a:lnTo>
                    <a:pt x="128" y="15362"/>
                  </a:lnTo>
                  <a:cubicBezTo>
                    <a:pt x="89" y="15362"/>
                    <a:pt x="234" y="16598"/>
                    <a:pt x="195" y="16683"/>
                  </a:cubicBezTo>
                  <a:cubicBezTo>
                    <a:pt x="220" y="16894"/>
                    <a:pt x="254" y="17106"/>
                    <a:pt x="305" y="17317"/>
                  </a:cubicBezTo>
                  <a:cubicBezTo>
                    <a:pt x="280" y="17182"/>
                    <a:pt x="271" y="17038"/>
                    <a:pt x="271" y="16903"/>
                  </a:cubicBezTo>
                  <a:lnTo>
                    <a:pt x="271" y="16903"/>
                  </a:lnTo>
                  <a:cubicBezTo>
                    <a:pt x="314" y="17250"/>
                    <a:pt x="381" y="17783"/>
                    <a:pt x="415" y="17825"/>
                  </a:cubicBezTo>
                  <a:cubicBezTo>
                    <a:pt x="415" y="17969"/>
                    <a:pt x="432" y="18112"/>
                    <a:pt x="440" y="18256"/>
                  </a:cubicBezTo>
                  <a:cubicBezTo>
                    <a:pt x="500" y="18383"/>
                    <a:pt x="542" y="18510"/>
                    <a:pt x="550" y="18645"/>
                  </a:cubicBezTo>
                  <a:cubicBezTo>
                    <a:pt x="584" y="19178"/>
                    <a:pt x="576" y="18586"/>
                    <a:pt x="660" y="19339"/>
                  </a:cubicBezTo>
                  <a:cubicBezTo>
                    <a:pt x="618" y="19178"/>
                    <a:pt x="584" y="19026"/>
                    <a:pt x="559" y="18967"/>
                  </a:cubicBezTo>
                  <a:lnTo>
                    <a:pt x="559" y="18967"/>
                  </a:lnTo>
                  <a:cubicBezTo>
                    <a:pt x="584" y="19153"/>
                    <a:pt x="618" y="19348"/>
                    <a:pt x="660" y="19534"/>
                  </a:cubicBezTo>
                  <a:cubicBezTo>
                    <a:pt x="660" y="19543"/>
                    <a:pt x="659" y="19547"/>
                    <a:pt x="657" y="19547"/>
                  </a:cubicBezTo>
                  <a:cubicBezTo>
                    <a:pt x="649" y="19547"/>
                    <a:pt x="629" y="19492"/>
                    <a:pt x="610" y="19407"/>
                  </a:cubicBezTo>
                  <a:cubicBezTo>
                    <a:pt x="584" y="19297"/>
                    <a:pt x="550" y="19145"/>
                    <a:pt x="525" y="19009"/>
                  </a:cubicBezTo>
                  <a:lnTo>
                    <a:pt x="525" y="19009"/>
                  </a:lnTo>
                  <a:cubicBezTo>
                    <a:pt x="550" y="19161"/>
                    <a:pt x="559" y="19322"/>
                    <a:pt x="584" y="19483"/>
                  </a:cubicBezTo>
                  <a:cubicBezTo>
                    <a:pt x="643" y="19703"/>
                    <a:pt x="720" y="20007"/>
                    <a:pt x="796" y="20346"/>
                  </a:cubicBezTo>
                  <a:lnTo>
                    <a:pt x="914" y="20870"/>
                  </a:lnTo>
                  <a:cubicBezTo>
                    <a:pt x="956" y="21048"/>
                    <a:pt x="999" y="21234"/>
                    <a:pt x="1033" y="21412"/>
                  </a:cubicBezTo>
                  <a:cubicBezTo>
                    <a:pt x="1002" y="21332"/>
                    <a:pt x="967" y="21185"/>
                    <a:pt x="956" y="21185"/>
                  </a:cubicBezTo>
                  <a:lnTo>
                    <a:pt x="956" y="21185"/>
                  </a:lnTo>
                  <a:cubicBezTo>
                    <a:pt x="952" y="21185"/>
                    <a:pt x="952" y="21206"/>
                    <a:pt x="956" y="21259"/>
                  </a:cubicBezTo>
                  <a:cubicBezTo>
                    <a:pt x="990" y="21412"/>
                    <a:pt x="1041" y="21589"/>
                    <a:pt x="1092" y="21784"/>
                  </a:cubicBezTo>
                  <a:cubicBezTo>
                    <a:pt x="1143" y="21970"/>
                    <a:pt x="1185" y="22173"/>
                    <a:pt x="1236" y="22384"/>
                  </a:cubicBezTo>
                  <a:cubicBezTo>
                    <a:pt x="1228" y="22358"/>
                    <a:pt x="1224" y="22350"/>
                    <a:pt x="1221" y="22345"/>
                  </a:cubicBezTo>
                  <a:lnTo>
                    <a:pt x="1221" y="22345"/>
                  </a:lnTo>
                  <a:cubicBezTo>
                    <a:pt x="1411" y="23005"/>
                    <a:pt x="1340" y="22853"/>
                    <a:pt x="1498" y="23484"/>
                  </a:cubicBezTo>
                  <a:cubicBezTo>
                    <a:pt x="1492" y="23478"/>
                    <a:pt x="1486" y="23472"/>
                    <a:pt x="1483" y="23466"/>
                  </a:cubicBezTo>
                  <a:lnTo>
                    <a:pt x="1483" y="23466"/>
                  </a:lnTo>
                  <a:cubicBezTo>
                    <a:pt x="1517" y="23591"/>
                    <a:pt x="1566" y="23715"/>
                    <a:pt x="1608" y="23839"/>
                  </a:cubicBezTo>
                  <a:cubicBezTo>
                    <a:pt x="1887" y="24643"/>
                    <a:pt x="1836" y="24762"/>
                    <a:pt x="1980" y="25252"/>
                  </a:cubicBezTo>
                  <a:lnTo>
                    <a:pt x="1938" y="25142"/>
                  </a:lnTo>
                  <a:lnTo>
                    <a:pt x="1938" y="25142"/>
                  </a:lnTo>
                  <a:cubicBezTo>
                    <a:pt x="2014" y="25455"/>
                    <a:pt x="2352" y="26428"/>
                    <a:pt x="2445" y="26699"/>
                  </a:cubicBezTo>
                  <a:cubicBezTo>
                    <a:pt x="2344" y="26352"/>
                    <a:pt x="2428" y="26580"/>
                    <a:pt x="2361" y="26318"/>
                  </a:cubicBezTo>
                  <a:cubicBezTo>
                    <a:pt x="2251" y="26022"/>
                    <a:pt x="2251" y="26124"/>
                    <a:pt x="2098" y="25616"/>
                  </a:cubicBezTo>
                  <a:lnTo>
                    <a:pt x="2098" y="25616"/>
                  </a:lnTo>
                  <a:cubicBezTo>
                    <a:pt x="2149" y="25675"/>
                    <a:pt x="2361" y="26310"/>
                    <a:pt x="2437" y="26428"/>
                  </a:cubicBezTo>
                  <a:cubicBezTo>
                    <a:pt x="2504" y="26589"/>
                    <a:pt x="2547" y="26766"/>
                    <a:pt x="2555" y="26944"/>
                  </a:cubicBezTo>
                  <a:cubicBezTo>
                    <a:pt x="2809" y="27638"/>
                    <a:pt x="2961" y="28027"/>
                    <a:pt x="3308" y="28864"/>
                  </a:cubicBezTo>
                  <a:cubicBezTo>
                    <a:pt x="3537" y="29245"/>
                    <a:pt x="3731" y="29651"/>
                    <a:pt x="3883" y="30066"/>
                  </a:cubicBezTo>
                  <a:lnTo>
                    <a:pt x="3861" y="30035"/>
                  </a:lnTo>
                  <a:lnTo>
                    <a:pt x="3861" y="30035"/>
                  </a:lnTo>
                  <a:cubicBezTo>
                    <a:pt x="3885" y="30074"/>
                    <a:pt x="4013" y="30375"/>
                    <a:pt x="4086" y="30497"/>
                  </a:cubicBezTo>
                  <a:cubicBezTo>
                    <a:pt x="4070" y="30448"/>
                    <a:pt x="4066" y="30430"/>
                    <a:pt x="4070" y="30430"/>
                  </a:cubicBezTo>
                  <a:lnTo>
                    <a:pt x="4070" y="30430"/>
                  </a:lnTo>
                  <a:cubicBezTo>
                    <a:pt x="4081" y="30430"/>
                    <a:pt x="4154" y="30577"/>
                    <a:pt x="4165" y="30577"/>
                  </a:cubicBezTo>
                  <a:cubicBezTo>
                    <a:pt x="4169" y="30577"/>
                    <a:pt x="4163" y="30552"/>
                    <a:pt x="4137" y="30480"/>
                  </a:cubicBezTo>
                  <a:lnTo>
                    <a:pt x="4137" y="30480"/>
                  </a:lnTo>
                  <a:cubicBezTo>
                    <a:pt x="4332" y="30878"/>
                    <a:pt x="4323" y="30962"/>
                    <a:pt x="4323" y="31013"/>
                  </a:cubicBezTo>
                  <a:cubicBezTo>
                    <a:pt x="4492" y="31275"/>
                    <a:pt x="4695" y="31800"/>
                    <a:pt x="5025" y="32392"/>
                  </a:cubicBezTo>
                  <a:cubicBezTo>
                    <a:pt x="4969" y="32308"/>
                    <a:pt x="4723" y="31849"/>
                    <a:pt x="4711" y="31849"/>
                  </a:cubicBezTo>
                  <a:lnTo>
                    <a:pt x="4711" y="31849"/>
                  </a:lnTo>
                  <a:cubicBezTo>
                    <a:pt x="4708" y="31849"/>
                    <a:pt x="4716" y="31870"/>
                    <a:pt x="4738" y="31918"/>
                  </a:cubicBezTo>
                  <a:lnTo>
                    <a:pt x="5186" y="32663"/>
                  </a:lnTo>
                  <a:lnTo>
                    <a:pt x="5000" y="32324"/>
                  </a:lnTo>
                  <a:lnTo>
                    <a:pt x="5000" y="32324"/>
                  </a:lnTo>
                  <a:cubicBezTo>
                    <a:pt x="5169" y="32612"/>
                    <a:pt x="5271" y="32789"/>
                    <a:pt x="5355" y="32950"/>
                  </a:cubicBezTo>
                  <a:cubicBezTo>
                    <a:pt x="5431" y="33102"/>
                    <a:pt x="5491" y="33238"/>
                    <a:pt x="5584" y="33407"/>
                  </a:cubicBezTo>
                  <a:cubicBezTo>
                    <a:pt x="5587" y="33416"/>
                    <a:pt x="5588" y="33420"/>
                    <a:pt x="5586" y="33420"/>
                  </a:cubicBezTo>
                  <a:cubicBezTo>
                    <a:pt x="5582" y="33420"/>
                    <a:pt x="5557" y="33383"/>
                    <a:pt x="5524" y="33328"/>
                  </a:cubicBezTo>
                  <a:lnTo>
                    <a:pt x="5524" y="33328"/>
                  </a:lnTo>
                  <a:cubicBezTo>
                    <a:pt x="5609" y="33474"/>
                    <a:pt x="5705" y="33636"/>
                    <a:pt x="5795" y="33779"/>
                  </a:cubicBezTo>
                  <a:cubicBezTo>
                    <a:pt x="5905" y="33940"/>
                    <a:pt x="6286" y="34524"/>
                    <a:pt x="6447" y="34744"/>
                  </a:cubicBezTo>
                  <a:lnTo>
                    <a:pt x="6503" y="34840"/>
                  </a:lnTo>
                  <a:lnTo>
                    <a:pt x="6503" y="34840"/>
                  </a:lnTo>
                  <a:cubicBezTo>
                    <a:pt x="6497" y="34831"/>
                    <a:pt x="6489" y="34824"/>
                    <a:pt x="6482" y="34817"/>
                  </a:cubicBezTo>
                  <a:lnTo>
                    <a:pt x="6482" y="34817"/>
                  </a:lnTo>
                  <a:lnTo>
                    <a:pt x="6557" y="34921"/>
                  </a:lnTo>
                  <a:cubicBezTo>
                    <a:pt x="6616" y="35023"/>
                    <a:pt x="6675" y="35124"/>
                    <a:pt x="6734" y="35217"/>
                  </a:cubicBezTo>
                  <a:lnTo>
                    <a:pt x="6776" y="35268"/>
                  </a:lnTo>
                  <a:lnTo>
                    <a:pt x="6988" y="35590"/>
                  </a:lnTo>
                  <a:lnTo>
                    <a:pt x="7098" y="35733"/>
                  </a:lnTo>
                  <a:lnTo>
                    <a:pt x="7047" y="35657"/>
                  </a:lnTo>
                  <a:lnTo>
                    <a:pt x="7047" y="35657"/>
                  </a:lnTo>
                  <a:cubicBezTo>
                    <a:pt x="7132" y="35725"/>
                    <a:pt x="7199" y="35801"/>
                    <a:pt x="7259" y="35894"/>
                  </a:cubicBezTo>
                  <a:cubicBezTo>
                    <a:pt x="7309" y="35962"/>
                    <a:pt x="7369" y="36046"/>
                    <a:pt x="7436" y="36139"/>
                  </a:cubicBezTo>
                  <a:cubicBezTo>
                    <a:pt x="7496" y="36232"/>
                    <a:pt x="7572" y="36334"/>
                    <a:pt x="7648" y="36435"/>
                  </a:cubicBezTo>
                  <a:cubicBezTo>
                    <a:pt x="7631" y="36410"/>
                    <a:pt x="7479" y="36190"/>
                    <a:pt x="7267" y="35860"/>
                  </a:cubicBezTo>
                  <a:lnTo>
                    <a:pt x="7267" y="35860"/>
                  </a:lnTo>
                  <a:lnTo>
                    <a:pt x="7343" y="35970"/>
                  </a:lnTo>
                  <a:cubicBezTo>
                    <a:pt x="7496" y="36216"/>
                    <a:pt x="7665" y="36435"/>
                    <a:pt x="7817" y="36655"/>
                  </a:cubicBezTo>
                  <a:lnTo>
                    <a:pt x="8265" y="37298"/>
                  </a:lnTo>
                  <a:cubicBezTo>
                    <a:pt x="8155" y="37155"/>
                    <a:pt x="8037" y="37002"/>
                    <a:pt x="7910" y="36816"/>
                  </a:cubicBezTo>
                  <a:lnTo>
                    <a:pt x="7910" y="36816"/>
                  </a:lnTo>
                  <a:cubicBezTo>
                    <a:pt x="8189" y="37281"/>
                    <a:pt x="8748" y="37899"/>
                    <a:pt x="8866" y="38127"/>
                  </a:cubicBezTo>
                  <a:cubicBezTo>
                    <a:pt x="8595" y="37814"/>
                    <a:pt x="8401" y="37586"/>
                    <a:pt x="8215" y="37332"/>
                  </a:cubicBezTo>
                  <a:cubicBezTo>
                    <a:pt x="8028" y="37078"/>
                    <a:pt x="7851" y="36825"/>
                    <a:pt x="7589" y="36469"/>
                  </a:cubicBezTo>
                  <a:cubicBezTo>
                    <a:pt x="7544" y="36398"/>
                    <a:pt x="7529" y="36369"/>
                    <a:pt x="7533" y="36369"/>
                  </a:cubicBezTo>
                  <a:lnTo>
                    <a:pt x="7533" y="36369"/>
                  </a:lnTo>
                  <a:cubicBezTo>
                    <a:pt x="7550" y="36369"/>
                    <a:pt x="7940" y="36919"/>
                    <a:pt x="7961" y="36926"/>
                  </a:cubicBezTo>
                  <a:lnTo>
                    <a:pt x="7682" y="36520"/>
                  </a:lnTo>
                  <a:cubicBezTo>
                    <a:pt x="7589" y="36410"/>
                    <a:pt x="7504" y="36300"/>
                    <a:pt x="7419" y="36182"/>
                  </a:cubicBezTo>
                  <a:cubicBezTo>
                    <a:pt x="7323" y="36053"/>
                    <a:pt x="7236" y="35929"/>
                    <a:pt x="7223" y="35929"/>
                  </a:cubicBezTo>
                  <a:cubicBezTo>
                    <a:pt x="7218" y="35929"/>
                    <a:pt x="7221" y="35942"/>
                    <a:pt x="7233" y="35970"/>
                  </a:cubicBezTo>
                  <a:cubicBezTo>
                    <a:pt x="7369" y="36207"/>
                    <a:pt x="7538" y="36427"/>
                    <a:pt x="7690" y="36647"/>
                  </a:cubicBezTo>
                  <a:lnTo>
                    <a:pt x="8147" y="37290"/>
                  </a:lnTo>
                  <a:cubicBezTo>
                    <a:pt x="8460" y="37713"/>
                    <a:pt x="8773" y="38110"/>
                    <a:pt x="9061" y="38483"/>
                  </a:cubicBezTo>
                  <a:lnTo>
                    <a:pt x="8316" y="37907"/>
                  </a:lnTo>
                  <a:cubicBezTo>
                    <a:pt x="8316" y="37907"/>
                    <a:pt x="8299" y="37899"/>
                    <a:pt x="8265" y="37865"/>
                  </a:cubicBezTo>
                  <a:lnTo>
                    <a:pt x="8265" y="37865"/>
                  </a:lnTo>
                  <a:cubicBezTo>
                    <a:pt x="8564" y="38248"/>
                    <a:pt x="8646" y="38315"/>
                    <a:pt x="8676" y="38315"/>
                  </a:cubicBezTo>
                  <a:cubicBezTo>
                    <a:pt x="8692" y="38315"/>
                    <a:pt x="8693" y="38295"/>
                    <a:pt x="8705" y="38295"/>
                  </a:cubicBezTo>
                  <a:cubicBezTo>
                    <a:pt x="8713" y="38295"/>
                    <a:pt x="8727" y="38305"/>
                    <a:pt x="8756" y="38339"/>
                  </a:cubicBezTo>
                  <a:cubicBezTo>
                    <a:pt x="8824" y="38423"/>
                    <a:pt x="8883" y="38491"/>
                    <a:pt x="8942" y="38559"/>
                  </a:cubicBezTo>
                  <a:cubicBezTo>
                    <a:pt x="9001" y="38626"/>
                    <a:pt x="9061" y="38703"/>
                    <a:pt x="9111" y="38770"/>
                  </a:cubicBezTo>
                  <a:lnTo>
                    <a:pt x="9035" y="38711"/>
                  </a:lnTo>
                  <a:lnTo>
                    <a:pt x="9035" y="38711"/>
                  </a:lnTo>
                  <a:cubicBezTo>
                    <a:pt x="9416" y="39142"/>
                    <a:pt x="9179" y="38821"/>
                    <a:pt x="9509" y="39227"/>
                  </a:cubicBezTo>
                  <a:cubicBezTo>
                    <a:pt x="9568" y="39292"/>
                    <a:pt x="9592" y="39316"/>
                    <a:pt x="9594" y="39316"/>
                  </a:cubicBezTo>
                  <a:cubicBezTo>
                    <a:pt x="9602" y="39316"/>
                    <a:pt x="9415" y="39094"/>
                    <a:pt x="9425" y="39094"/>
                  </a:cubicBezTo>
                  <a:lnTo>
                    <a:pt x="9425" y="39094"/>
                  </a:lnTo>
                  <a:cubicBezTo>
                    <a:pt x="9427" y="39094"/>
                    <a:pt x="9439" y="39105"/>
                    <a:pt x="9467" y="39134"/>
                  </a:cubicBezTo>
                  <a:cubicBezTo>
                    <a:pt x="9560" y="39261"/>
                    <a:pt x="9670" y="39379"/>
                    <a:pt x="9788" y="39489"/>
                  </a:cubicBezTo>
                  <a:cubicBezTo>
                    <a:pt x="9957" y="39650"/>
                    <a:pt x="10118" y="39828"/>
                    <a:pt x="10270" y="40014"/>
                  </a:cubicBezTo>
                  <a:cubicBezTo>
                    <a:pt x="10266" y="40011"/>
                    <a:pt x="10264" y="40010"/>
                    <a:pt x="10262" y="40010"/>
                  </a:cubicBezTo>
                  <a:cubicBezTo>
                    <a:pt x="10259" y="40010"/>
                    <a:pt x="10257" y="40013"/>
                    <a:pt x="10253" y="40013"/>
                  </a:cubicBezTo>
                  <a:cubicBezTo>
                    <a:pt x="10239" y="40013"/>
                    <a:pt x="10194" y="39983"/>
                    <a:pt x="9966" y="39743"/>
                  </a:cubicBezTo>
                  <a:lnTo>
                    <a:pt x="9966" y="39743"/>
                  </a:lnTo>
                  <a:lnTo>
                    <a:pt x="10279" y="40124"/>
                  </a:lnTo>
                  <a:lnTo>
                    <a:pt x="10000" y="39828"/>
                  </a:lnTo>
                  <a:cubicBezTo>
                    <a:pt x="9966" y="39777"/>
                    <a:pt x="9915" y="39743"/>
                    <a:pt x="9729" y="39515"/>
                  </a:cubicBezTo>
                  <a:cubicBezTo>
                    <a:pt x="9526" y="39329"/>
                    <a:pt x="9551" y="39388"/>
                    <a:pt x="9374" y="39210"/>
                  </a:cubicBezTo>
                  <a:lnTo>
                    <a:pt x="9374" y="39210"/>
                  </a:lnTo>
                  <a:cubicBezTo>
                    <a:pt x="9492" y="39329"/>
                    <a:pt x="9610" y="39456"/>
                    <a:pt x="9720" y="39591"/>
                  </a:cubicBezTo>
                  <a:cubicBezTo>
                    <a:pt x="9800" y="39686"/>
                    <a:pt x="9826" y="39719"/>
                    <a:pt x="9824" y="39719"/>
                  </a:cubicBezTo>
                  <a:cubicBezTo>
                    <a:pt x="9819" y="39719"/>
                    <a:pt x="9659" y="39541"/>
                    <a:pt x="9636" y="39523"/>
                  </a:cubicBezTo>
                  <a:lnTo>
                    <a:pt x="9636" y="39523"/>
                  </a:lnTo>
                  <a:cubicBezTo>
                    <a:pt x="9822" y="39726"/>
                    <a:pt x="9915" y="39836"/>
                    <a:pt x="10008" y="39946"/>
                  </a:cubicBezTo>
                  <a:cubicBezTo>
                    <a:pt x="10109" y="40081"/>
                    <a:pt x="10228" y="40208"/>
                    <a:pt x="10355" y="40335"/>
                  </a:cubicBezTo>
                  <a:cubicBezTo>
                    <a:pt x="10321" y="40234"/>
                    <a:pt x="10380" y="40310"/>
                    <a:pt x="10169" y="40039"/>
                  </a:cubicBezTo>
                  <a:lnTo>
                    <a:pt x="10169" y="40039"/>
                  </a:lnTo>
                  <a:cubicBezTo>
                    <a:pt x="10406" y="40276"/>
                    <a:pt x="10676" y="40614"/>
                    <a:pt x="10626" y="40614"/>
                  </a:cubicBezTo>
                  <a:lnTo>
                    <a:pt x="10693" y="40648"/>
                  </a:lnTo>
                  <a:cubicBezTo>
                    <a:pt x="10744" y="40716"/>
                    <a:pt x="10930" y="40902"/>
                    <a:pt x="10939" y="40927"/>
                  </a:cubicBezTo>
                  <a:lnTo>
                    <a:pt x="11032" y="40995"/>
                  </a:lnTo>
                  <a:cubicBezTo>
                    <a:pt x="10947" y="40902"/>
                    <a:pt x="10879" y="40817"/>
                    <a:pt x="10786" y="40716"/>
                  </a:cubicBezTo>
                  <a:cubicBezTo>
                    <a:pt x="10702" y="40606"/>
                    <a:pt x="10592" y="40496"/>
                    <a:pt x="10448" y="40335"/>
                  </a:cubicBezTo>
                  <a:lnTo>
                    <a:pt x="10448" y="40335"/>
                  </a:lnTo>
                  <a:cubicBezTo>
                    <a:pt x="10470" y="40356"/>
                    <a:pt x="10480" y="40363"/>
                    <a:pt x="10485" y="40363"/>
                  </a:cubicBezTo>
                  <a:cubicBezTo>
                    <a:pt x="10497" y="40363"/>
                    <a:pt x="10475" y="40322"/>
                    <a:pt x="10486" y="40322"/>
                  </a:cubicBezTo>
                  <a:cubicBezTo>
                    <a:pt x="10498" y="40322"/>
                    <a:pt x="10546" y="40365"/>
                    <a:pt x="10702" y="40538"/>
                  </a:cubicBezTo>
                  <a:cubicBezTo>
                    <a:pt x="10764" y="40608"/>
                    <a:pt x="10781" y="40628"/>
                    <a:pt x="10777" y="40628"/>
                  </a:cubicBezTo>
                  <a:cubicBezTo>
                    <a:pt x="10772" y="40628"/>
                    <a:pt x="10728" y="40588"/>
                    <a:pt x="10720" y="40588"/>
                  </a:cubicBezTo>
                  <a:cubicBezTo>
                    <a:pt x="10719" y="40588"/>
                    <a:pt x="10719" y="40588"/>
                    <a:pt x="10719" y="40589"/>
                  </a:cubicBezTo>
                  <a:cubicBezTo>
                    <a:pt x="11150" y="41037"/>
                    <a:pt x="11370" y="41266"/>
                    <a:pt x="11548" y="41477"/>
                  </a:cubicBezTo>
                  <a:cubicBezTo>
                    <a:pt x="11649" y="41579"/>
                    <a:pt x="11734" y="41680"/>
                    <a:pt x="11844" y="41790"/>
                  </a:cubicBezTo>
                  <a:cubicBezTo>
                    <a:pt x="11945" y="41909"/>
                    <a:pt x="12081" y="42036"/>
                    <a:pt x="12267" y="42205"/>
                  </a:cubicBezTo>
                  <a:cubicBezTo>
                    <a:pt x="12165" y="42129"/>
                    <a:pt x="12013" y="41976"/>
                    <a:pt x="11844" y="41807"/>
                  </a:cubicBezTo>
                  <a:cubicBezTo>
                    <a:pt x="11666" y="41638"/>
                    <a:pt x="11488" y="41443"/>
                    <a:pt x="11311" y="41283"/>
                  </a:cubicBezTo>
                  <a:lnTo>
                    <a:pt x="11311" y="41283"/>
                  </a:lnTo>
                  <a:cubicBezTo>
                    <a:pt x="11514" y="41503"/>
                    <a:pt x="11725" y="41714"/>
                    <a:pt x="11945" y="41917"/>
                  </a:cubicBezTo>
                  <a:cubicBezTo>
                    <a:pt x="11852" y="41837"/>
                    <a:pt x="11797" y="41790"/>
                    <a:pt x="11790" y="41790"/>
                  </a:cubicBezTo>
                  <a:lnTo>
                    <a:pt x="11790" y="41790"/>
                  </a:lnTo>
                  <a:cubicBezTo>
                    <a:pt x="11782" y="41790"/>
                    <a:pt x="11823" y="41837"/>
                    <a:pt x="11920" y="41943"/>
                  </a:cubicBezTo>
                  <a:lnTo>
                    <a:pt x="12021" y="42010"/>
                  </a:lnTo>
                  <a:cubicBezTo>
                    <a:pt x="12148" y="42129"/>
                    <a:pt x="12377" y="42349"/>
                    <a:pt x="12385" y="42366"/>
                  </a:cubicBezTo>
                  <a:cubicBezTo>
                    <a:pt x="12394" y="42366"/>
                    <a:pt x="12343" y="42315"/>
                    <a:pt x="12233" y="42196"/>
                  </a:cubicBezTo>
                  <a:lnTo>
                    <a:pt x="12233" y="42196"/>
                  </a:lnTo>
                  <a:cubicBezTo>
                    <a:pt x="12402" y="42340"/>
                    <a:pt x="12630" y="42560"/>
                    <a:pt x="12901" y="42788"/>
                  </a:cubicBezTo>
                  <a:cubicBezTo>
                    <a:pt x="13172" y="43017"/>
                    <a:pt x="13468" y="43288"/>
                    <a:pt x="13755" y="43550"/>
                  </a:cubicBezTo>
                  <a:cubicBezTo>
                    <a:pt x="13702" y="43550"/>
                    <a:pt x="13213" y="43109"/>
                    <a:pt x="13199" y="43109"/>
                  </a:cubicBezTo>
                  <a:lnTo>
                    <a:pt x="13199" y="43109"/>
                  </a:lnTo>
                  <a:cubicBezTo>
                    <a:pt x="13195" y="43109"/>
                    <a:pt x="13228" y="43142"/>
                    <a:pt x="13316" y="43228"/>
                  </a:cubicBezTo>
                  <a:cubicBezTo>
                    <a:pt x="13552" y="43431"/>
                    <a:pt x="13772" y="43584"/>
                    <a:pt x="14178" y="43939"/>
                  </a:cubicBezTo>
                  <a:cubicBezTo>
                    <a:pt x="14145" y="43915"/>
                    <a:pt x="14130" y="43905"/>
                    <a:pt x="14127" y="43905"/>
                  </a:cubicBezTo>
                  <a:lnTo>
                    <a:pt x="14127" y="43905"/>
                  </a:lnTo>
                  <a:cubicBezTo>
                    <a:pt x="14112" y="43905"/>
                    <a:pt x="14362" y="44118"/>
                    <a:pt x="14348" y="44125"/>
                  </a:cubicBezTo>
                  <a:cubicBezTo>
                    <a:pt x="14551" y="44277"/>
                    <a:pt x="14754" y="44421"/>
                    <a:pt x="14965" y="44573"/>
                  </a:cubicBezTo>
                  <a:cubicBezTo>
                    <a:pt x="15198" y="44758"/>
                    <a:pt x="15464" y="44960"/>
                    <a:pt x="15705" y="45133"/>
                  </a:cubicBezTo>
                  <a:lnTo>
                    <a:pt x="15705" y="45133"/>
                  </a:lnTo>
                  <a:cubicBezTo>
                    <a:pt x="15648" y="45090"/>
                    <a:pt x="15584" y="45041"/>
                    <a:pt x="15515" y="44988"/>
                  </a:cubicBezTo>
                  <a:lnTo>
                    <a:pt x="15515" y="44988"/>
                  </a:lnTo>
                  <a:cubicBezTo>
                    <a:pt x="15727" y="45123"/>
                    <a:pt x="15930" y="45267"/>
                    <a:pt x="16124" y="45428"/>
                  </a:cubicBezTo>
                  <a:cubicBezTo>
                    <a:pt x="16327" y="45580"/>
                    <a:pt x="16547" y="45749"/>
                    <a:pt x="16818" y="45935"/>
                  </a:cubicBezTo>
                  <a:lnTo>
                    <a:pt x="16564" y="45766"/>
                  </a:lnTo>
                  <a:lnTo>
                    <a:pt x="16564" y="45766"/>
                  </a:lnTo>
                  <a:cubicBezTo>
                    <a:pt x="16759" y="45918"/>
                    <a:pt x="16945" y="46045"/>
                    <a:pt x="17122" y="46164"/>
                  </a:cubicBezTo>
                  <a:cubicBezTo>
                    <a:pt x="17292" y="46274"/>
                    <a:pt x="17469" y="46375"/>
                    <a:pt x="17630" y="46477"/>
                  </a:cubicBezTo>
                  <a:lnTo>
                    <a:pt x="17605" y="46494"/>
                  </a:lnTo>
                  <a:cubicBezTo>
                    <a:pt x="17765" y="46561"/>
                    <a:pt x="17909" y="46637"/>
                    <a:pt x="18044" y="46739"/>
                  </a:cubicBezTo>
                  <a:cubicBezTo>
                    <a:pt x="18256" y="46866"/>
                    <a:pt x="18476" y="47001"/>
                    <a:pt x="18560" y="47044"/>
                  </a:cubicBezTo>
                  <a:cubicBezTo>
                    <a:pt x="18434" y="46967"/>
                    <a:pt x="18324" y="46891"/>
                    <a:pt x="18222" y="46832"/>
                  </a:cubicBezTo>
                  <a:lnTo>
                    <a:pt x="17977" y="46671"/>
                  </a:lnTo>
                  <a:cubicBezTo>
                    <a:pt x="17833" y="46570"/>
                    <a:pt x="17723" y="46502"/>
                    <a:pt x="17621" y="46426"/>
                  </a:cubicBezTo>
                  <a:lnTo>
                    <a:pt x="16716" y="45808"/>
                  </a:lnTo>
                  <a:lnTo>
                    <a:pt x="16716" y="45808"/>
                  </a:lnTo>
                  <a:cubicBezTo>
                    <a:pt x="16911" y="45918"/>
                    <a:pt x="17063" y="46020"/>
                    <a:pt x="17232" y="46121"/>
                  </a:cubicBezTo>
                  <a:cubicBezTo>
                    <a:pt x="17401" y="46231"/>
                    <a:pt x="17571" y="46324"/>
                    <a:pt x="17782" y="46443"/>
                  </a:cubicBezTo>
                  <a:cubicBezTo>
                    <a:pt x="17858" y="46485"/>
                    <a:pt x="17934" y="46544"/>
                    <a:pt x="17994" y="46604"/>
                  </a:cubicBezTo>
                  <a:cubicBezTo>
                    <a:pt x="18146" y="46671"/>
                    <a:pt x="18290" y="46747"/>
                    <a:pt x="18425" y="46824"/>
                  </a:cubicBezTo>
                  <a:cubicBezTo>
                    <a:pt x="18450" y="46849"/>
                    <a:pt x="18467" y="46866"/>
                    <a:pt x="18493" y="46883"/>
                  </a:cubicBezTo>
                  <a:cubicBezTo>
                    <a:pt x="19170" y="47314"/>
                    <a:pt x="19144" y="47213"/>
                    <a:pt x="19804" y="47610"/>
                  </a:cubicBezTo>
                  <a:cubicBezTo>
                    <a:pt x="19816" y="47623"/>
                    <a:pt x="19817" y="47628"/>
                    <a:pt x="19807" y="47628"/>
                  </a:cubicBezTo>
                  <a:cubicBezTo>
                    <a:pt x="19778" y="47628"/>
                    <a:pt x="19651" y="47571"/>
                    <a:pt x="19491" y="47475"/>
                  </a:cubicBezTo>
                  <a:lnTo>
                    <a:pt x="18789" y="47086"/>
                  </a:lnTo>
                  <a:lnTo>
                    <a:pt x="18789" y="47086"/>
                  </a:lnTo>
                  <a:cubicBezTo>
                    <a:pt x="18836" y="47121"/>
                    <a:pt x="18852" y="47135"/>
                    <a:pt x="18845" y="47135"/>
                  </a:cubicBezTo>
                  <a:cubicBezTo>
                    <a:pt x="18819" y="47135"/>
                    <a:pt x="18432" y="46900"/>
                    <a:pt x="18396" y="46900"/>
                  </a:cubicBezTo>
                  <a:cubicBezTo>
                    <a:pt x="18386" y="46900"/>
                    <a:pt x="18405" y="46919"/>
                    <a:pt x="18467" y="46967"/>
                  </a:cubicBezTo>
                  <a:lnTo>
                    <a:pt x="18679" y="47069"/>
                  </a:lnTo>
                  <a:cubicBezTo>
                    <a:pt x="18796" y="47137"/>
                    <a:pt x="18834" y="47169"/>
                    <a:pt x="18821" y="47169"/>
                  </a:cubicBezTo>
                  <a:cubicBezTo>
                    <a:pt x="18814" y="47169"/>
                    <a:pt x="18787" y="47157"/>
                    <a:pt x="18748" y="47135"/>
                  </a:cubicBezTo>
                  <a:lnTo>
                    <a:pt x="18748" y="47135"/>
                  </a:lnTo>
                  <a:cubicBezTo>
                    <a:pt x="18841" y="47189"/>
                    <a:pt x="18935" y="47243"/>
                    <a:pt x="19043" y="47289"/>
                  </a:cubicBezTo>
                  <a:cubicBezTo>
                    <a:pt x="19482" y="47551"/>
                    <a:pt x="19530" y="47588"/>
                    <a:pt x="19509" y="47588"/>
                  </a:cubicBezTo>
                  <a:cubicBezTo>
                    <a:pt x="19504" y="47588"/>
                    <a:pt x="19498" y="47586"/>
                    <a:pt x="19491" y="47585"/>
                  </a:cubicBezTo>
                  <a:cubicBezTo>
                    <a:pt x="19474" y="47585"/>
                    <a:pt x="19457" y="47585"/>
                    <a:pt x="19499" y="47619"/>
                  </a:cubicBezTo>
                  <a:cubicBezTo>
                    <a:pt x="19635" y="47712"/>
                    <a:pt x="19779" y="47805"/>
                    <a:pt x="19922" y="47881"/>
                  </a:cubicBezTo>
                  <a:cubicBezTo>
                    <a:pt x="19820" y="47830"/>
                    <a:pt x="19590" y="47702"/>
                    <a:pt x="19558" y="47702"/>
                  </a:cubicBezTo>
                  <a:cubicBezTo>
                    <a:pt x="19553" y="47702"/>
                    <a:pt x="19553" y="47705"/>
                    <a:pt x="19559" y="47712"/>
                  </a:cubicBezTo>
                  <a:lnTo>
                    <a:pt x="19017" y="47365"/>
                  </a:lnTo>
                  <a:lnTo>
                    <a:pt x="18992" y="47382"/>
                  </a:lnTo>
                  <a:cubicBezTo>
                    <a:pt x="19457" y="47686"/>
                    <a:pt x="19956" y="47940"/>
                    <a:pt x="20472" y="48152"/>
                  </a:cubicBezTo>
                  <a:cubicBezTo>
                    <a:pt x="20151" y="47987"/>
                    <a:pt x="20129" y="47967"/>
                    <a:pt x="20152" y="47967"/>
                  </a:cubicBezTo>
                  <a:cubicBezTo>
                    <a:pt x="20160" y="47967"/>
                    <a:pt x="20172" y="47969"/>
                    <a:pt x="20181" y="47969"/>
                  </a:cubicBezTo>
                  <a:cubicBezTo>
                    <a:pt x="20200" y="47969"/>
                    <a:pt x="20200" y="47958"/>
                    <a:pt x="20083" y="47889"/>
                  </a:cubicBezTo>
                  <a:lnTo>
                    <a:pt x="20083" y="47889"/>
                  </a:lnTo>
                  <a:cubicBezTo>
                    <a:pt x="20193" y="47932"/>
                    <a:pt x="20295" y="47991"/>
                    <a:pt x="20396" y="48059"/>
                  </a:cubicBezTo>
                  <a:cubicBezTo>
                    <a:pt x="20442" y="48082"/>
                    <a:pt x="20712" y="48224"/>
                    <a:pt x="20735" y="48224"/>
                  </a:cubicBezTo>
                  <a:cubicBezTo>
                    <a:pt x="20737" y="48224"/>
                    <a:pt x="20737" y="48223"/>
                    <a:pt x="20736" y="48222"/>
                  </a:cubicBezTo>
                  <a:lnTo>
                    <a:pt x="20736" y="48222"/>
                  </a:lnTo>
                  <a:cubicBezTo>
                    <a:pt x="20859" y="48361"/>
                    <a:pt x="22095" y="48999"/>
                    <a:pt x="21966" y="48999"/>
                  </a:cubicBezTo>
                  <a:cubicBezTo>
                    <a:pt x="21957" y="48999"/>
                    <a:pt x="21942" y="48996"/>
                    <a:pt x="21919" y="48989"/>
                  </a:cubicBezTo>
                  <a:lnTo>
                    <a:pt x="21919" y="48989"/>
                  </a:lnTo>
                  <a:cubicBezTo>
                    <a:pt x="22113" y="49108"/>
                    <a:pt x="22545" y="49294"/>
                    <a:pt x="23027" y="49514"/>
                  </a:cubicBezTo>
                  <a:cubicBezTo>
                    <a:pt x="23145" y="49573"/>
                    <a:pt x="23264" y="49632"/>
                    <a:pt x="23399" y="49683"/>
                  </a:cubicBezTo>
                  <a:lnTo>
                    <a:pt x="23780" y="49844"/>
                  </a:lnTo>
                  <a:lnTo>
                    <a:pt x="24516" y="50148"/>
                  </a:lnTo>
                  <a:lnTo>
                    <a:pt x="24516" y="50148"/>
                  </a:lnTo>
                  <a:lnTo>
                    <a:pt x="24262" y="50064"/>
                  </a:lnTo>
                  <a:lnTo>
                    <a:pt x="24262" y="50064"/>
                  </a:lnTo>
                  <a:cubicBezTo>
                    <a:pt x="24533" y="50207"/>
                    <a:pt x="24812" y="50326"/>
                    <a:pt x="25108" y="50402"/>
                  </a:cubicBezTo>
                  <a:cubicBezTo>
                    <a:pt x="25303" y="50444"/>
                    <a:pt x="25497" y="50495"/>
                    <a:pt x="25683" y="50563"/>
                  </a:cubicBezTo>
                  <a:cubicBezTo>
                    <a:pt x="25592" y="50532"/>
                    <a:pt x="25549" y="50519"/>
                    <a:pt x="25539" y="50519"/>
                  </a:cubicBezTo>
                  <a:cubicBezTo>
                    <a:pt x="25495" y="50519"/>
                    <a:pt x="26142" y="50780"/>
                    <a:pt x="26301" y="50842"/>
                  </a:cubicBezTo>
                  <a:lnTo>
                    <a:pt x="26969" y="51036"/>
                  </a:lnTo>
                  <a:lnTo>
                    <a:pt x="27333" y="51155"/>
                  </a:lnTo>
                  <a:cubicBezTo>
                    <a:pt x="27460" y="51189"/>
                    <a:pt x="27604" y="51231"/>
                    <a:pt x="27764" y="51282"/>
                  </a:cubicBezTo>
                  <a:cubicBezTo>
                    <a:pt x="27925" y="51400"/>
                    <a:pt x="28103" y="51485"/>
                    <a:pt x="28289" y="51535"/>
                  </a:cubicBezTo>
                  <a:lnTo>
                    <a:pt x="28576" y="51595"/>
                  </a:lnTo>
                  <a:cubicBezTo>
                    <a:pt x="28982" y="51713"/>
                    <a:pt x="29532" y="51848"/>
                    <a:pt x="29786" y="51933"/>
                  </a:cubicBezTo>
                  <a:lnTo>
                    <a:pt x="29727" y="51925"/>
                  </a:lnTo>
                  <a:lnTo>
                    <a:pt x="29727" y="51925"/>
                  </a:lnTo>
                  <a:cubicBezTo>
                    <a:pt x="29845" y="51967"/>
                    <a:pt x="29972" y="52001"/>
                    <a:pt x="30099" y="52018"/>
                  </a:cubicBezTo>
                  <a:cubicBezTo>
                    <a:pt x="30116" y="52009"/>
                    <a:pt x="30031" y="51984"/>
                    <a:pt x="29854" y="51925"/>
                  </a:cubicBezTo>
                  <a:lnTo>
                    <a:pt x="29854" y="51925"/>
                  </a:lnTo>
                  <a:cubicBezTo>
                    <a:pt x="30006" y="51967"/>
                    <a:pt x="30150" y="51992"/>
                    <a:pt x="30302" y="52026"/>
                  </a:cubicBezTo>
                  <a:lnTo>
                    <a:pt x="30311" y="52035"/>
                  </a:lnTo>
                  <a:cubicBezTo>
                    <a:pt x="30607" y="52094"/>
                    <a:pt x="30886" y="52153"/>
                    <a:pt x="31216" y="52212"/>
                  </a:cubicBezTo>
                  <a:cubicBezTo>
                    <a:pt x="31546" y="52280"/>
                    <a:pt x="31918" y="52339"/>
                    <a:pt x="32375" y="52432"/>
                  </a:cubicBezTo>
                  <a:cubicBezTo>
                    <a:pt x="32361" y="52431"/>
                    <a:pt x="32352" y="52430"/>
                    <a:pt x="32345" y="52430"/>
                  </a:cubicBezTo>
                  <a:cubicBezTo>
                    <a:pt x="32260" y="52430"/>
                    <a:pt x="32637" y="52529"/>
                    <a:pt x="32580" y="52529"/>
                  </a:cubicBezTo>
                  <a:cubicBezTo>
                    <a:pt x="32557" y="52529"/>
                    <a:pt x="32461" y="52512"/>
                    <a:pt x="32231" y="52466"/>
                  </a:cubicBezTo>
                  <a:lnTo>
                    <a:pt x="32231" y="52466"/>
                  </a:lnTo>
                  <a:cubicBezTo>
                    <a:pt x="32268" y="52471"/>
                    <a:pt x="32291" y="52473"/>
                    <a:pt x="32303" y="52473"/>
                  </a:cubicBezTo>
                  <a:cubicBezTo>
                    <a:pt x="32371" y="52473"/>
                    <a:pt x="32096" y="52404"/>
                    <a:pt x="32053" y="52390"/>
                  </a:cubicBezTo>
                  <a:cubicBezTo>
                    <a:pt x="31757" y="52322"/>
                    <a:pt x="31478" y="52288"/>
                    <a:pt x="31343" y="52263"/>
                  </a:cubicBezTo>
                  <a:lnTo>
                    <a:pt x="31343" y="52263"/>
                  </a:lnTo>
                  <a:cubicBezTo>
                    <a:pt x="31412" y="52294"/>
                    <a:pt x="31378" y="52312"/>
                    <a:pt x="31291" y="52312"/>
                  </a:cubicBezTo>
                  <a:cubicBezTo>
                    <a:pt x="31260" y="52312"/>
                    <a:pt x="31223" y="52310"/>
                    <a:pt x="31182" y="52305"/>
                  </a:cubicBezTo>
                  <a:lnTo>
                    <a:pt x="31182" y="52305"/>
                  </a:lnTo>
                  <a:cubicBezTo>
                    <a:pt x="31478" y="52356"/>
                    <a:pt x="32045" y="52474"/>
                    <a:pt x="32569" y="52568"/>
                  </a:cubicBezTo>
                  <a:cubicBezTo>
                    <a:pt x="33011" y="52655"/>
                    <a:pt x="33417" y="52717"/>
                    <a:pt x="33571" y="52717"/>
                  </a:cubicBezTo>
                  <a:cubicBezTo>
                    <a:pt x="33597" y="52717"/>
                    <a:pt x="33616" y="52715"/>
                    <a:pt x="33627" y="52711"/>
                  </a:cubicBezTo>
                  <a:cubicBezTo>
                    <a:pt x="33813" y="52745"/>
                    <a:pt x="34007" y="52787"/>
                    <a:pt x="34219" y="52821"/>
                  </a:cubicBezTo>
                  <a:lnTo>
                    <a:pt x="34870" y="52906"/>
                  </a:lnTo>
                  <a:lnTo>
                    <a:pt x="35547" y="52999"/>
                  </a:lnTo>
                  <a:lnTo>
                    <a:pt x="36207" y="53075"/>
                  </a:lnTo>
                  <a:cubicBezTo>
                    <a:pt x="36173" y="53067"/>
                    <a:pt x="36105" y="53050"/>
                    <a:pt x="36122" y="53050"/>
                  </a:cubicBezTo>
                  <a:lnTo>
                    <a:pt x="36867" y="53168"/>
                  </a:lnTo>
                  <a:lnTo>
                    <a:pt x="36867" y="53168"/>
                  </a:lnTo>
                  <a:lnTo>
                    <a:pt x="36689" y="53151"/>
                  </a:lnTo>
                  <a:lnTo>
                    <a:pt x="36689" y="53151"/>
                  </a:lnTo>
                  <a:lnTo>
                    <a:pt x="36934" y="53194"/>
                  </a:lnTo>
                  <a:lnTo>
                    <a:pt x="37180" y="53219"/>
                  </a:lnTo>
                  <a:cubicBezTo>
                    <a:pt x="37205" y="53227"/>
                    <a:pt x="37169" y="53232"/>
                    <a:pt x="37101" y="53232"/>
                  </a:cubicBezTo>
                  <a:cubicBezTo>
                    <a:pt x="37034" y="53232"/>
                    <a:pt x="36934" y="53227"/>
                    <a:pt x="36833" y="53219"/>
                  </a:cubicBezTo>
                  <a:cubicBezTo>
                    <a:pt x="36744" y="53212"/>
                    <a:pt x="36655" y="53200"/>
                    <a:pt x="36687" y="53200"/>
                  </a:cubicBezTo>
                  <a:cubicBezTo>
                    <a:pt x="36690" y="53200"/>
                    <a:pt x="36695" y="53200"/>
                    <a:pt x="36702" y="53200"/>
                  </a:cubicBezTo>
                  <a:lnTo>
                    <a:pt x="36702" y="53200"/>
                  </a:lnTo>
                  <a:cubicBezTo>
                    <a:pt x="36637" y="53196"/>
                    <a:pt x="36599" y="53194"/>
                    <a:pt x="36580" y="53194"/>
                  </a:cubicBezTo>
                  <a:cubicBezTo>
                    <a:pt x="36479" y="53194"/>
                    <a:pt x="36989" y="53246"/>
                    <a:pt x="36884" y="53246"/>
                  </a:cubicBezTo>
                  <a:cubicBezTo>
                    <a:pt x="36872" y="53246"/>
                    <a:pt x="36853" y="53246"/>
                    <a:pt x="36824" y="53244"/>
                  </a:cubicBezTo>
                  <a:cubicBezTo>
                    <a:pt x="36709" y="53230"/>
                    <a:pt x="36576" y="53222"/>
                    <a:pt x="36482" y="53209"/>
                  </a:cubicBezTo>
                  <a:lnTo>
                    <a:pt x="36482" y="53209"/>
                  </a:lnTo>
                  <a:cubicBezTo>
                    <a:pt x="37043" y="53293"/>
                    <a:pt x="37325" y="53263"/>
                    <a:pt x="37679" y="53329"/>
                  </a:cubicBezTo>
                  <a:cubicBezTo>
                    <a:pt x="37822" y="53329"/>
                    <a:pt x="38042" y="53337"/>
                    <a:pt x="38296" y="53346"/>
                  </a:cubicBezTo>
                  <a:cubicBezTo>
                    <a:pt x="38550" y="53346"/>
                    <a:pt x="38829" y="53354"/>
                    <a:pt x="39100" y="53380"/>
                  </a:cubicBezTo>
                  <a:cubicBezTo>
                    <a:pt x="38888" y="53388"/>
                    <a:pt x="39692" y="53397"/>
                    <a:pt x="39421" y="53422"/>
                  </a:cubicBezTo>
                  <a:cubicBezTo>
                    <a:pt x="39446" y="53421"/>
                    <a:pt x="39474" y="53421"/>
                    <a:pt x="39505" y="53421"/>
                  </a:cubicBezTo>
                  <a:cubicBezTo>
                    <a:pt x="39666" y="53421"/>
                    <a:pt x="39898" y="53432"/>
                    <a:pt x="40054" y="53432"/>
                  </a:cubicBezTo>
                  <a:cubicBezTo>
                    <a:pt x="40128" y="53432"/>
                    <a:pt x="40184" y="53429"/>
                    <a:pt x="40208" y="53422"/>
                  </a:cubicBezTo>
                  <a:lnTo>
                    <a:pt x="40208" y="53422"/>
                  </a:lnTo>
                  <a:cubicBezTo>
                    <a:pt x="40141" y="53425"/>
                    <a:pt x="40075" y="53427"/>
                    <a:pt x="40008" y="53427"/>
                  </a:cubicBezTo>
                  <a:cubicBezTo>
                    <a:pt x="39914" y="53427"/>
                    <a:pt x="39820" y="53423"/>
                    <a:pt x="39726" y="53413"/>
                  </a:cubicBezTo>
                  <a:cubicBezTo>
                    <a:pt x="39914" y="53413"/>
                    <a:pt x="39966" y="53395"/>
                    <a:pt x="40148" y="53395"/>
                  </a:cubicBezTo>
                  <a:cubicBezTo>
                    <a:pt x="40178" y="53395"/>
                    <a:pt x="40212" y="53395"/>
                    <a:pt x="40250" y="53397"/>
                  </a:cubicBezTo>
                  <a:cubicBezTo>
                    <a:pt x="40277" y="53403"/>
                    <a:pt x="40272" y="53405"/>
                    <a:pt x="40269" y="53405"/>
                  </a:cubicBezTo>
                  <a:lnTo>
                    <a:pt x="40269" y="53405"/>
                  </a:lnTo>
                  <a:cubicBezTo>
                    <a:pt x="40622" y="53388"/>
                    <a:pt x="40387" y="53346"/>
                    <a:pt x="41020" y="53346"/>
                  </a:cubicBezTo>
                  <a:cubicBezTo>
                    <a:pt x="41306" y="53337"/>
                    <a:pt x="41485" y="53333"/>
                    <a:pt x="41587" y="53333"/>
                  </a:cubicBezTo>
                  <a:cubicBezTo>
                    <a:pt x="41778" y="53333"/>
                    <a:pt x="41699" y="53346"/>
                    <a:pt x="41545" y="53363"/>
                  </a:cubicBezTo>
                  <a:lnTo>
                    <a:pt x="41147" y="53405"/>
                  </a:lnTo>
                  <a:cubicBezTo>
                    <a:pt x="41050" y="53419"/>
                    <a:pt x="40982" y="53433"/>
                    <a:pt x="40992" y="53433"/>
                  </a:cubicBezTo>
                  <a:cubicBezTo>
                    <a:pt x="40994" y="53433"/>
                    <a:pt x="41001" y="53432"/>
                    <a:pt x="41012" y="53430"/>
                  </a:cubicBezTo>
                  <a:cubicBezTo>
                    <a:pt x="41066" y="53423"/>
                    <a:pt x="41680" y="53387"/>
                    <a:pt x="42032" y="53387"/>
                  </a:cubicBezTo>
                  <a:cubicBezTo>
                    <a:pt x="42067" y="53387"/>
                    <a:pt x="42099" y="53387"/>
                    <a:pt x="42128" y="53388"/>
                  </a:cubicBezTo>
                  <a:lnTo>
                    <a:pt x="42052" y="53397"/>
                  </a:lnTo>
                  <a:cubicBezTo>
                    <a:pt x="42230" y="53388"/>
                    <a:pt x="42467" y="53380"/>
                    <a:pt x="42653" y="53380"/>
                  </a:cubicBezTo>
                  <a:cubicBezTo>
                    <a:pt x="42754" y="53346"/>
                    <a:pt x="42949" y="53303"/>
                    <a:pt x="43059" y="53278"/>
                  </a:cubicBezTo>
                  <a:lnTo>
                    <a:pt x="43803" y="53236"/>
                  </a:lnTo>
                  <a:lnTo>
                    <a:pt x="43651" y="53253"/>
                  </a:lnTo>
                  <a:cubicBezTo>
                    <a:pt x="43820" y="53236"/>
                    <a:pt x="43964" y="53227"/>
                    <a:pt x="44116" y="53210"/>
                  </a:cubicBezTo>
                  <a:lnTo>
                    <a:pt x="44116" y="53210"/>
                  </a:lnTo>
                  <a:cubicBezTo>
                    <a:pt x="44184" y="53227"/>
                    <a:pt x="43964" y="53244"/>
                    <a:pt x="43736" y="53270"/>
                  </a:cubicBezTo>
                  <a:cubicBezTo>
                    <a:pt x="43762" y="53271"/>
                    <a:pt x="43788" y="53272"/>
                    <a:pt x="43814" y="53272"/>
                  </a:cubicBezTo>
                  <a:cubicBezTo>
                    <a:pt x="43940" y="53272"/>
                    <a:pt x="44065" y="53255"/>
                    <a:pt x="44184" y="53227"/>
                  </a:cubicBezTo>
                  <a:lnTo>
                    <a:pt x="44184" y="53227"/>
                  </a:lnTo>
                  <a:lnTo>
                    <a:pt x="44091" y="53236"/>
                  </a:lnTo>
                  <a:cubicBezTo>
                    <a:pt x="44244" y="53208"/>
                    <a:pt x="44738" y="53140"/>
                    <a:pt x="44607" y="53140"/>
                  </a:cubicBezTo>
                  <a:cubicBezTo>
                    <a:pt x="44578" y="53140"/>
                    <a:pt x="44519" y="53144"/>
                    <a:pt x="44421" y="53151"/>
                  </a:cubicBezTo>
                  <a:cubicBezTo>
                    <a:pt x="44827" y="53092"/>
                    <a:pt x="44962" y="53126"/>
                    <a:pt x="45241" y="53084"/>
                  </a:cubicBezTo>
                  <a:lnTo>
                    <a:pt x="45241" y="53084"/>
                  </a:lnTo>
                  <a:cubicBezTo>
                    <a:pt x="45275" y="53100"/>
                    <a:pt x="45013" y="53126"/>
                    <a:pt x="45157" y="53126"/>
                  </a:cubicBezTo>
                  <a:cubicBezTo>
                    <a:pt x="45436" y="53109"/>
                    <a:pt x="45614" y="53084"/>
                    <a:pt x="45842" y="53041"/>
                  </a:cubicBezTo>
                  <a:lnTo>
                    <a:pt x="45842" y="53041"/>
                  </a:lnTo>
                  <a:cubicBezTo>
                    <a:pt x="45785" y="53048"/>
                    <a:pt x="45762" y="53050"/>
                    <a:pt x="45752" y="53050"/>
                  </a:cubicBezTo>
                  <a:cubicBezTo>
                    <a:pt x="45736" y="53050"/>
                    <a:pt x="45758" y="53044"/>
                    <a:pt x="45731" y="53044"/>
                  </a:cubicBezTo>
                  <a:cubicBezTo>
                    <a:pt x="45711" y="53044"/>
                    <a:pt x="45664" y="53047"/>
                    <a:pt x="45554" y="53058"/>
                  </a:cubicBezTo>
                  <a:cubicBezTo>
                    <a:pt x="45681" y="53033"/>
                    <a:pt x="46037" y="52982"/>
                    <a:pt x="46020" y="52974"/>
                  </a:cubicBezTo>
                  <a:lnTo>
                    <a:pt x="46020" y="52974"/>
                  </a:lnTo>
                  <a:cubicBezTo>
                    <a:pt x="45893" y="52999"/>
                    <a:pt x="45766" y="53016"/>
                    <a:pt x="45631" y="53024"/>
                  </a:cubicBezTo>
                  <a:cubicBezTo>
                    <a:pt x="45997" y="52966"/>
                    <a:pt x="46372" y="52916"/>
                    <a:pt x="46746" y="52882"/>
                  </a:cubicBezTo>
                  <a:lnTo>
                    <a:pt x="46746" y="52882"/>
                  </a:lnTo>
                  <a:cubicBezTo>
                    <a:pt x="46721" y="52887"/>
                    <a:pt x="46696" y="52892"/>
                    <a:pt x="46671" y="52897"/>
                  </a:cubicBezTo>
                  <a:cubicBezTo>
                    <a:pt x="46705" y="52897"/>
                    <a:pt x="46739" y="52889"/>
                    <a:pt x="46764" y="52881"/>
                  </a:cubicBezTo>
                  <a:lnTo>
                    <a:pt x="46764" y="52881"/>
                  </a:lnTo>
                  <a:cubicBezTo>
                    <a:pt x="46758" y="52881"/>
                    <a:pt x="46752" y="52882"/>
                    <a:pt x="46746" y="52882"/>
                  </a:cubicBezTo>
                  <a:lnTo>
                    <a:pt x="46746" y="52882"/>
                  </a:lnTo>
                  <a:cubicBezTo>
                    <a:pt x="47234" y="52784"/>
                    <a:pt x="47914" y="52673"/>
                    <a:pt x="48219" y="52584"/>
                  </a:cubicBezTo>
                  <a:lnTo>
                    <a:pt x="48219" y="52584"/>
                  </a:lnTo>
                  <a:cubicBezTo>
                    <a:pt x="48168" y="52593"/>
                    <a:pt x="48126" y="52601"/>
                    <a:pt x="48075" y="52601"/>
                  </a:cubicBezTo>
                  <a:cubicBezTo>
                    <a:pt x="47923" y="52644"/>
                    <a:pt x="47771" y="52669"/>
                    <a:pt x="47618" y="52686"/>
                  </a:cubicBezTo>
                  <a:cubicBezTo>
                    <a:pt x="47764" y="52659"/>
                    <a:pt x="47751" y="52655"/>
                    <a:pt x="47708" y="52655"/>
                  </a:cubicBezTo>
                  <a:cubicBezTo>
                    <a:pt x="47689" y="52655"/>
                    <a:pt x="47665" y="52656"/>
                    <a:pt x="47645" y="52656"/>
                  </a:cubicBezTo>
                  <a:cubicBezTo>
                    <a:pt x="47596" y="52656"/>
                    <a:pt x="47574" y="52651"/>
                    <a:pt x="47737" y="52618"/>
                  </a:cubicBezTo>
                  <a:cubicBezTo>
                    <a:pt x="47872" y="52593"/>
                    <a:pt x="47999" y="52568"/>
                    <a:pt x="48126" y="52551"/>
                  </a:cubicBezTo>
                  <a:lnTo>
                    <a:pt x="48481" y="52474"/>
                  </a:lnTo>
                  <a:cubicBezTo>
                    <a:pt x="48667" y="52449"/>
                    <a:pt x="48854" y="52407"/>
                    <a:pt x="49031" y="52348"/>
                  </a:cubicBezTo>
                  <a:lnTo>
                    <a:pt x="49031" y="52348"/>
                  </a:lnTo>
                  <a:lnTo>
                    <a:pt x="48219" y="52500"/>
                  </a:lnTo>
                  <a:cubicBezTo>
                    <a:pt x="47965" y="52551"/>
                    <a:pt x="47745" y="52576"/>
                    <a:pt x="47635" y="52610"/>
                  </a:cubicBezTo>
                  <a:lnTo>
                    <a:pt x="47965" y="52551"/>
                  </a:lnTo>
                  <a:lnTo>
                    <a:pt x="47965" y="52551"/>
                  </a:lnTo>
                  <a:lnTo>
                    <a:pt x="47221" y="52728"/>
                  </a:lnTo>
                  <a:cubicBezTo>
                    <a:pt x="47219" y="52727"/>
                    <a:pt x="47216" y="52727"/>
                    <a:pt x="47210" y="52727"/>
                  </a:cubicBezTo>
                  <a:cubicBezTo>
                    <a:pt x="47134" y="52727"/>
                    <a:pt x="46695" y="52818"/>
                    <a:pt x="46591" y="52818"/>
                  </a:cubicBezTo>
                  <a:cubicBezTo>
                    <a:pt x="46577" y="52818"/>
                    <a:pt x="46569" y="52817"/>
                    <a:pt x="46569" y="52813"/>
                  </a:cubicBezTo>
                  <a:cubicBezTo>
                    <a:pt x="46832" y="52779"/>
                    <a:pt x="47069" y="52728"/>
                    <a:pt x="47263" y="52694"/>
                  </a:cubicBezTo>
                  <a:cubicBezTo>
                    <a:pt x="47246" y="52694"/>
                    <a:pt x="47069" y="52720"/>
                    <a:pt x="46866" y="52754"/>
                  </a:cubicBezTo>
                  <a:cubicBezTo>
                    <a:pt x="46671" y="52787"/>
                    <a:pt x="46443" y="52813"/>
                    <a:pt x="46307" y="52830"/>
                  </a:cubicBezTo>
                  <a:lnTo>
                    <a:pt x="46646" y="52796"/>
                  </a:lnTo>
                  <a:lnTo>
                    <a:pt x="46646" y="52796"/>
                  </a:lnTo>
                  <a:cubicBezTo>
                    <a:pt x="46037" y="52897"/>
                    <a:pt x="45258" y="52999"/>
                    <a:pt x="44658" y="53067"/>
                  </a:cubicBezTo>
                  <a:cubicBezTo>
                    <a:pt x="44775" y="53050"/>
                    <a:pt x="44796" y="53044"/>
                    <a:pt x="44766" y="53044"/>
                  </a:cubicBezTo>
                  <a:cubicBezTo>
                    <a:pt x="44706" y="53044"/>
                    <a:pt x="44437" y="53068"/>
                    <a:pt x="44371" y="53068"/>
                  </a:cubicBezTo>
                  <a:cubicBezTo>
                    <a:pt x="44342" y="53068"/>
                    <a:pt x="44353" y="53063"/>
                    <a:pt x="44438" y="53050"/>
                  </a:cubicBezTo>
                  <a:cubicBezTo>
                    <a:pt x="44548" y="53033"/>
                    <a:pt x="44658" y="53016"/>
                    <a:pt x="44768" y="53016"/>
                  </a:cubicBezTo>
                  <a:cubicBezTo>
                    <a:pt x="44775" y="53011"/>
                    <a:pt x="44768" y="53009"/>
                    <a:pt x="44752" y="53009"/>
                  </a:cubicBezTo>
                  <a:cubicBezTo>
                    <a:pt x="44680" y="53009"/>
                    <a:pt x="44428" y="53042"/>
                    <a:pt x="44306" y="53042"/>
                  </a:cubicBezTo>
                  <a:cubicBezTo>
                    <a:pt x="44295" y="53042"/>
                    <a:pt x="44286" y="53042"/>
                    <a:pt x="44277" y="53041"/>
                  </a:cubicBezTo>
                  <a:cubicBezTo>
                    <a:pt x="44243" y="53050"/>
                    <a:pt x="44082" y="53075"/>
                    <a:pt x="43964" y="53092"/>
                  </a:cubicBezTo>
                  <a:cubicBezTo>
                    <a:pt x="43837" y="53109"/>
                    <a:pt x="43778" y="53117"/>
                    <a:pt x="43964" y="53117"/>
                  </a:cubicBezTo>
                  <a:cubicBezTo>
                    <a:pt x="43761" y="53117"/>
                    <a:pt x="43330" y="53168"/>
                    <a:pt x="43059" y="53168"/>
                  </a:cubicBezTo>
                  <a:cubicBezTo>
                    <a:pt x="43143" y="53185"/>
                    <a:pt x="42560" y="53219"/>
                    <a:pt x="42458" y="53236"/>
                  </a:cubicBezTo>
                  <a:cubicBezTo>
                    <a:pt x="42340" y="53236"/>
                    <a:pt x="42238" y="53227"/>
                    <a:pt x="42154" y="53227"/>
                  </a:cubicBezTo>
                  <a:lnTo>
                    <a:pt x="42568" y="53202"/>
                  </a:lnTo>
                  <a:lnTo>
                    <a:pt x="43033" y="53151"/>
                  </a:lnTo>
                  <a:cubicBezTo>
                    <a:pt x="43127" y="53151"/>
                    <a:pt x="43228" y="53143"/>
                    <a:pt x="43321" y="53134"/>
                  </a:cubicBezTo>
                  <a:lnTo>
                    <a:pt x="43321" y="53117"/>
                  </a:lnTo>
                  <a:cubicBezTo>
                    <a:pt x="43956" y="53058"/>
                    <a:pt x="44590" y="52965"/>
                    <a:pt x="44911" y="52923"/>
                  </a:cubicBezTo>
                  <a:lnTo>
                    <a:pt x="44911" y="52923"/>
                  </a:lnTo>
                  <a:lnTo>
                    <a:pt x="44842" y="52934"/>
                  </a:lnTo>
                  <a:lnTo>
                    <a:pt x="44842" y="52934"/>
                  </a:lnTo>
                  <a:cubicBezTo>
                    <a:pt x="45052" y="52902"/>
                    <a:pt x="45261" y="52886"/>
                    <a:pt x="45470" y="52864"/>
                  </a:cubicBezTo>
                  <a:cubicBezTo>
                    <a:pt x="45707" y="52830"/>
                    <a:pt x="45952" y="52804"/>
                    <a:pt x="46189" y="52754"/>
                  </a:cubicBezTo>
                  <a:lnTo>
                    <a:pt x="46189" y="52754"/>
                  </a:lnTo>
                  <a:cubicBezTo>
                    <a:pt x="46177" y="52760"/>
                    <a:pt x="46148" y="52766"/>
                    <a:pt x="46162" y="52766"/>
                  </a:cubicBezTo>
                  <a:cubicBezTo>
                    <a:pt x="46168" y="52766"/>
                    <a:pt x="46181" y="52765"/>
                    <a:pt x="46206" y="52762"/>
                  </a:cubicBezTo>
                  <a:cubicBezTo>
                    <a:pt x="46815" y="52694"/>
                    <a:pt x="47035" y="52593"/>
                    <a:pt x="47525" y="52534"/>
                  </a:cubicBezTo>
                  <a:lnTo>
                    <a:pt x="47525" y="52534"/>
                  </a:lnTo>
                  <a:lnTo>
                    <a:pt x="47466" y="52559"/>
                  </a:lnTo>
                  <a:cubicBezTo>
                    <a:pt x="47508" y="52551"/>
                    <a:pt x="47788" y="52491"/>
                    <a:pt x="47728" y="52483"/>
                  </a:cubicBezTo>
                  <a:lnTo>
                    <a:pt x="47728" y="52483"/>
                  </a:lnTo>
                  <a:cubicBezTo>
                    <a:pt x="47322" y="52559"/>
                    <a:pt x="47255" y="52576"/>
                    <a:pt x="46891" y="52635"/>
                  </a:cubicBezTo>
                  <a:cubicBezTo>
                    <a:pt x="47035" y="52593"/>
                    <a:pt x="47356" y="52525"/>
                    <a:pt x="47593" y="52491"/>
                  </a:cubicBezTo>
                  <a:lnTo>
                    <a:pt x="47610" y="52458"/>
                  </a:lnTo>
                  <a:cubicBezTo>
                    <a:pt x="47762" y="52415"/>
                    <a:pt x="47915" y="52390"/>
                    <a:pt x="48067" y="52373"/>
                  </a:cubicBezTo>
                  <a:cubicBezTo>
                    <a:pt x="48219" y="52348"/>
                    <a:pt x="48371" y="52314"/>
                    <a:pt x="48515" y="52263"/>
                  </a:cubicBezTo>
                  <a:lnTo>
                    <a:pt x="48515" y="52263"/>
                  </a:lnTo>
                  <a:lnTo>
                    <a:pt x="48160" y="52322"/>
                  </a:lnTo>
                  <a:lnTo>
                    <a:pt x="48219" y="52305"/>
                  </a:lnTo>
                  <a:lnTo>
                    <a:pt x="48219" y="52305"/>
                  </a:lnTo>
                  <a:cubicBezTo>
                    <a:pt x="48067" y="52339"/>
                    <a:pt x="47923" y="52364"/>
                    <a:pt x="47889" y="52381"/>
                  </a:cubicBezTo>
                  <a:cubicBezTo>
                    <a:pt x="47593" y="52449"/>
                    <a:pt x="47297" y="52483"/>
                    <a:pt x="46992" y="52491"/>
                  </a:cubicBezTo>
                  <a:cubicBezTo>
                    <a:pt x="46951" y="52497"/>
                    <a:pt x="46925" y="52499"/>
                    <a:pt x="46911" y="52499"/>
                  </a:cubicBezTo>
                  <a:cubicBezTo>
                    <a:pt x="46840" y="52499"/>
                    <a:pt x="47071" y="52439"/>
                    <a:pt x="47043" y="52432"/>
                  </a:cubicBezTo>
                  <a:lnTo>
                    <a:pt x="47043" y="52432"/>
                  </a:lnTo>
                  <a:cubicBezTo>
                    <a:pt x="46646" y="52500"/>
                    <a:pt x="46671" y="52525"/>
                    <a:pt x="46273" y="52584"/>
                  </a:cubicBezTo>
                  <a:cubicBezTo>
                    <a:pt x="46231" y="52590"/>
                    <a:pt x="46210" y="52592"/>
                    <a:pt x="46202" y="52592"/>
                  </a:cubicBezTo>
                  <a:cubicBezTo>
                    <a:pt x="46192" y="52592"/>
                    <a:pt x="46201" y="52589"/>
                    <a:pt x="46218" y="52585"/>
                  </a:cubicBezTo>
                  <a:lnTo>
                    <a:pt x="46218" y="52585"/>
                  </a:lnTo>
                  <a:lnTo>
                    <a:pt x="45977" y="52627"/>
                  </a:lnTo>
                  <a:cubicBezTo>
                    <a:pt x="45977" y="52626"/>
                    <a:pt x="45974" y="52626"/>
                    <a:pt x="45970" y="52626"/>
                  </a:cubicBezTo>
                  <a:cubicBezTo>
                    <a:pt x="45921" y="52626"/>
                    <a:pt x="45636" y="52659"/>
                    <a:pt x="45568" y="52659"/>
                  </a:cubicBezTo>
                  <a:cubicBezTo>
                    <a:pt x="45534" y="52659"/>
                    <a:pt x="45553" y="52651"/>
                    <a:pt x="45681" y="52627"/>
                  </a:cubicBezTo>
                  <a:lnTo>
                    <a:pt x="45935" y="52593"/>
                  </a:lnTo>
                  <a:lnTo>
                    <a:pt x="45935" y="52593"/>
                  </a:lnTo>
                  <a:cubicBezTo>
                    <a:pt x="45488" y="52647"/>
                    <a:pt x="44771" y="52696"/>
                    <a:pt x="44519" y="52696"/>
                  </a:cubicBezTo>
                  <a:cubicBezTo>
                    <a:pt x="44456" y="52696"/>
                    <a:pt x="44423" y="52693"/>
                    <a:pt x="44429" y="52686"/>
                  </a:cubicBezTo>
                  <a:lnTo>
                    <a:pt x="44429" y="52686"/>
                  </a:lnTo>
                  <a:cubicBezTo>
                    <a:pt x="44277" y="52703"/>
                    <a:pt x="44218" y="52711"/>
                    <a:pt x="44142" y="52720"/>
                  </a:cubicBezTo>
                  <a:cubicBezTo>
                    <a:pt x="44066" y="52728"/>
                    <a:pt x="43964" y="52737"/>
                    <a:pt x="43719" y="52745"/>
                  </a:cubicBezTo>
                  <a:cubicBezTo>
                    <a:pt x="43490" y="52787"/>
                    <a:pt x="43736" y="52796"/>
                    <a:pt x="43203" y="52838"/>
                  </a:cubicBezTo>
                  <a:lnTo>
                    <a:pt x="43452" y="52828"/>
                  </a:lnTo>
                  <a:lnTo>
                    <a:pt x="43452" y="52828"/>
                  </a:lnTo>
                  <a:cubicBezTo>
                    <a:pt x="43448" y="52829"/>
                    <a:pt x="43444" y="52829"/>
                    <a:pt x="43440" y="52830"/>
                  </a:cubicBezTo>
                  <a:lnTo>
                    <a:pt x="43467" y="52828"/>
                  </a:lnTo>
                  <a:lnTo>
                    <a:pt x="43467" y="52828"/>
                  </a:lnTo>
                  <a:lnTo>
                    <a:pt x="43452" y="52828"/>
                  </a:lnTo>
                  <a:lnTo>
                    <a:pt x="43452" y="52828"/>
                  </a:lnTo>
                  <a:cubicBezTo>
                    <a:pt x="43717" y="52796"/>
                    <a:pt x="43669" y="52787"/>
                    <a:pt x="43744" y="52762"/>
                  </a:cubicBezTo>
                  <a:cubicBezTo>
                    <a:pt x="44429" y="52711"/>
                    <a:pt x="44607" y="52720"/>
                    <a:pt x="44954" y="52703"/>
                  </a:cubicBezTo>
                  <a:lnTo>
                    <a:pt x="44954" y="52703"/>
                  </a:lnTo>
                  <a:cubicBezTo>
                    <a:pt x="44751" y="52737"/>
                    <a:pt x="44387" y="52771"/>
                    <a:pt x="44522" y="52779"/>
                  </a:cubicBezTo>
                  <a:cubicBezTo>
                    <a:pt x="44184" y="52787"/>
                    <a:pt x="44150" y="52855"/>
                    <a:pt x="43753" y="52855"/>
                  </a:cubicBezTo>
                  <a:lnTo>
                    <a:pt x="43829" y="52838"/>
                  </a:lnTo>
                  <a:lnTo>
                    <a:pt x="43829" y="52838"/>
                  </a:lnTo>
                  <a:cubicBezTo>
                    <a:pt x="43516" y="52881"/>
                    <a:pt x="43465" y="52855"/>
                    <a:pt x="43203" y="52889"/>
                  </a:cubicBezTo>
                  <a:cubicBezTo>
                    <a:pt x="43220" y="52881"/>
                    <a:pt x="43186" y="52881"/>
                    <a:pt x="43152" y="52881"/>
                  </a:cubicBezTo>
                  <a:cubicBezTo>
                    <a:pt x="42577" y="52931"/>
                    <a:pt x="43330" y="52889"/>
                    <a:pt x="42754" y="52948"/>
                  </a:cubicBezTo>
                  <a:cubicBezTo>
                    <a:pt x="42676" y="52953"/>
                    <a:pt x="42617" y="52955"/>
                    <a:pt x="42574" y="52955"/>
                  </a:cubicBezTo>
                  <a:cubicBezTo>
                    <a:pt x="42478" y="52955"/>
                    <a:pt x="42458" y="52946"/>
                    <a:pt x="42458" y="52940"/>
                  </a:cubicBezTo>
                  <a:cubicBezTo>
                    <a:pt x="42467" y="52931"/>
                    <a:pt x="42517" y="52906"/>
                    <a:pt x="42441" y="52906"/>
                  </a:cubicBezTo>
                  <a:cubicBezTo>
                    <a:pt x="43296" y="52830"/>
                    <a:pt x="42424" y="52864"/>
                    <a:pt x="43346" y="52779"/>
                  </a:cubicBezTo>
                  <a:cubicBezTo>
                    <a:pt x="43346" y="52766"/>
                    <a:pt x="43293" y="52761"/>
                    <a:pt x="43200" y="52761"/>
                  </a:cubicBezTo>
                  <a:cubicBezTo>
                    <a:pt x="43049" y="52761"/>
                    <a:pt x="42792" y="52775"/>
                    <a:pt x="42484" y="52796"/>
                  </a:cubicBezTo>
                  <a:cubicBezTo>
                    <a:pt x="42814" y="52796"/>
                    <a:pt x="42281" y="52864"/>
                    <a:pt x="42712" y="52864"/>
                  </a:cubicBezTo>
                  <a:cubicBezTo>
                    <a:pt x="42024" y="52911"/>
                    <a:pt x="42031" y="52966"/>
                    <a:pt x="41357" y="52966"/>
                  </a:cubicBezTo>
                  <a:cubicBezTo>
                    <a:pt x="41317" y="52966"/>
                    <a:pt x="41274" y="52966"/>
                    <a:pt x="41229" y="52965"/>
                  </a:cubicBezTo>
                  <a:lnTo>
                    <a:pt x="41229" y="52965"/>
                  </a:lnTo>
                  <a:cubicBezTo>
                    <a:pt x="41111" y="52974"/>
                    <a:pt x="41002" y="52982"/>
                    <a:pt x="40885" y="52990"/>
                  </a:cubicBezTo>
                  <a:lnTo>
                    <a:pt x="40420" y="52974"/>
                  </a:lnTo>
                  <a:cubicBezTo>
                    <a:pt x="40707" y="52931"/>
                    <a:pt x="41071" y="52965"/>
                    <a:pt x="41299" y="52931"/>
                  </a:cubicBezTo>
                  <a:cubicBezTo>
                    <a:pt x="41183" y="52924"/>
                    <a:pt x="41082" y="52922"/>
                    <a:pt x="40990" y="52922"/>
                  </a:cubicBezTo>
                  <a:cubicBezTo>
                    <a:pt x="40653" y="52922"/>
                    <a:pt x="40431" y="52957"/>
                    <a:pt x="39983" y="52957"/>
                  </a:cubicBezTo>
                  <a:cubicBezTo>
                    <a:pt x="39947" y="52957"/>
                    <a:pt x="39909" y="52957"/>
                    <a:pt x="39870" y="52957"/>
                  </a:cubicBezTo>
                  <a:cubicBezTo>
                    <a:pt x="39320" y="52914"/>
                    <a:pt x="40538" y="52940"/>
                    <a:pt x="40538" y="52906"/>
                  </a:cubicBezTo>
                  <a:lnTo>
                    <a:pt x="40538" y="52906"/>
                  </a:lnTo>
                  <a:cubicBezTo>
                    <a:pt x="40500" y="52908"/>
                    <a:pt x="40462" y="52909"/>
                    <a:pt x="40425" y="52909"/>
                  </a:cubicBezTo>
                  <a:cubicBezTo>
                    <a:pt x="40313" y="52909"/>
                    <a:pt x="40204" y="52900"/>
                    <a:pt x="40090" y="52881"/>
                  </a:cubicBezTo>
                  <a:lnTo>
                    <a:pt x="40090" y="52881"/>
                  </a:lnTo>
                  <a:cubicBezTo>
                    <a:pt x="40197" y="52883"/>
                    <a:pt x="40278" y="52885"/>
                    <a:pt x="40342" y="52885"/>
                  </a:cubicBezTo>
                  <a:cubicBezTo>
                    <a:pt x="40555" y="52885"/>
                    <a:pt x="40587" y="52872"/>
                    <a:pt x="40786" y="52872"/>
                  </a:cubicBezTo>
                  <a:cubicBezTo>
                    <a:pt x="40869" y="52872"/>
                    <a:pt x="40981" y="52874"/>
                    <a:pt x="41147" y="52881"/>
                  </a:cubicBezTo>
                  <a:cubicBezTo>
                    <a:pt x="40817" y="52889"/>
                    <a:pt x="41198" y="52889"/>
                    <a:pt x="41139" y="52906"/>
                  </a:cubicBezTo>
                  <a:cubicBezTo>
                    <a:pt x="41232" y="52889"/>
                    <a:pt x="41875" y="52872"/>
                    <a:pt x="42331" y="52864"/>
                  </a:cubicBezTo>
                  <a:cubicBezTo>
                    <a:pt x="42392" y="52848"/>
                    <a:pt x="42237" y="52845"/>
                    <a:pt x="42041" y="52845"/>
                  </a:cubicBezTo>
                  <a:cubicBezTo>
                    <a:pt x="41910" y="52845"/>
                    <a:pt x="41761" y="52847"/>
                    <a:pt x="41646" y="52847"/>
                  </a:cubicBezTo>
                  <a:cubicBezTo>
                    <a:pt x="41486" y="52862"/>
                    <a:pt x="41325" y="52866"/>
                    <a:pt x="41166" y="52866"/>
                  </a:cubicBezTo>
                  <a:cubicBezTo>
                    <a:pt x="40904" y="52866"/>
                    <a:pt x="40649" y="52854"/>
                    <a:pt x="40418" y="52854"/>
                  </a:cubicBezTo>
                  <a:cubicBezTo>
                    <a:pt x="40315" y="52854"/>
                    <a:pt x="40216" y="52856"/>
                    <a:pt x="40123" y="52864"/>
                  </a:cubicBezTo>
                  <a:cubicBezTo>
                    <a:pt x="39540" y="52864"/>
                    <a:pt x="40081" y="52838"/>
                    <a:pt x="40047" y="52838"/>
                  </a:cubicBezTo>
                  <a:cubicBezTo>
                    <a:pt x="39942" y="52835"/>
                    <a:pt x="39870" y="52833"/>
                    <a:pt x="39821" y="52833"/>
                  </a:cubicBezTo>
                  <a:cubicBezTo>
                    <a:pt x="39623" y="52833"/>
                    <a:pt x="39785" y="52855"/>
                    <a:pt x="39650" y="52855"/>
                  </a:cubicBezTo>
                  <a:cubicBezTo>
                    <a:pt x="38855" y="52847"/>
                    <a:pt x="38770" y="52796"/>
                    <a:pt x="38203" y="52762"/>
                  </a:cubicBezTo>
                  <a:cubicBezTo>
                    <a:pt x="37966" y="52762"/>
                    <a:pt x="37560" y="52745"/>
                    <a:pt x="37120" y="52703"/>
                  </a:cubicBezTo>
                  <a:cubicBezTo>
                    <a:pt x="36672" y="52669"/>
                    <a:pt x="36190" y="52601"/>
                    <a:pt x="35792" y="52568"/>
                  </a:cubicBezTo>
                  <a:cubicBezTo>
                    <a:pt x="35885" y="52559"/>
                    <a:pt x="35784" y="52542"/>
                    <a:pt x="35741" y="52525"/>
                  </a:cubicBezTo>
                  <a:cubicBezTo>
                    <a:pt x="35259" y="52517"/>
                    <a:pt x="35428" y="52508"/>
                    <a:pt x="34836" y="52458"/>
                  </a:cubicBezTo>
                  <a:lnTo>
                    <a:pt x="34836" y="52458"/>
                  </a:lnTo>
                  <a:lnTo>
                    <a:pt x="35335" y="52551"/>
                  </a:lnTo>
                  <a:cubicBezTo>
                    <a:pt x="34929" y="52500"/>
                    <a:pt x="34599" y="52491"/>
                    <a:pt x="34236" y="52407"/>
                  </a:cubicBezTo>
                  <a:lnTo>
                    <a:pt x="34236" y="52407"/>
                  </a:lnTo>
                  <a:cubicBezTo>
                    <a:pt x="34354" y="52436"/>
                    <a:pt x="34373" y="52449"/>
                    <a:pt x="34330" y="52449"/>
                  </a:cubicBezTo>
                  <a:cubicBezTo>
                    <a:pt x="34286" y="52449"/>
                    <a:pt x="34181" y="52436"/>
                    <a:pt x="34050" y="52415"/>
                  </a:cubicBezTo>
                  <a:cubicBezTo>
                    <a:pt x="33796" y="52373"/>
                    <a:pt x="33432" y="52314"/>
                    <a:pt x="33288" y="52297"/>
                  </a:cubicBezTo>
                  <a:cubicBezTo>
                    <a:pt x="33085" y="52255"/>
                    <a:pt x="32874" y="52221"/>
                    <a:pt x="32696" y="52187"/>
                  </a:cubicBezTo>
                  <a:cubicBezTo>
                    <a:pt x="32544" y="52161"/>
                    <a:pt x="32400" y="52128"/>
                    <a:pt x="32248" y="52085"/>
                  </a:cubicBezTo>
                  <a:lnTo>
                    <a:pt x="32248" y="52085"/>
                  </a:lnTo>
                  <a:lnTo>
                    <a:pt x="32307" y="52094"/>
                  </a:lnTo>
                  <a:lnTo>
                    <a:pt x="32307" y="52094"/>
                  </a:lnTo>
                  <a:lnTo>
                    <a:pt x="31715" y="51958"/>
                  </a:lnTo>
                  <a:lnTo>
                    <a:pt x="31799" y="51933"/>
                  </a:lnTo>
                  <a:cubicBezTo>
                    <a:pt x="31468" y="51857"/>
                    <a:pt x="31075" y="51776"/>
                    <a:pt x="31015" y="51776"/>
                  </a:cubicBezTo>
                  <a:cubicBezTo>
                    <a:pt x="31001" y="51776"/>
                    <a:pt x="31005" y="51780"/>
                    <a:pt x="31030" y="51789"/>
                  </a:cubicBezTo>
                  <a:cubicBezTo>
                    <a:pt x="30607" y="51671"/>
                    <a:pt x="30860" y="51730"/>
                    <a:pt x="30801" y="51696"/>
                  </a:cubicBezTo>
                  <a:lnTo>
                    <a:pt x="30801" y="51696"/>
                  </a:lnTo>
                  <a:cubicBezTo>
                    <a:pt x="31082" y="51735"/>
                    <a:pt x="31362" y="51796"/>
                    <a:pt x="31636" y="51871"/>
                  </a:cubicBezTo>
                  <a:lnTo>
                    <a:pt x="31636" y="51871"/>
                  </a:lnTo>
                  <a:cubicBezTo>
                    <a:pt x="31612" y="51866"/>
                    <a:pt x="31588" y="51861"/>
                    <a:pt x="31563" y="51857"/>
                  </a:cubicBezTo>
                  <a:lnTo>
                    <a:pt x="31563" y="51857"/>
                  </a:lnTo>
                  <a:cubicBezTo>
                    <a:pt x="31608" y="51867"/>
                    <a:pt x="31650" y="51877"/>
                    <a:pt x="31689" y="51886"/>
                  </a:cubicBezTo>
                  <a:lnTo>
                    <a:pt x="31689" y="51886"/>
                  </a:lnTo>
                  <a:cubicBezTo>
                    <a:pt x="31695" y="51887"/>
                    <a:pt x="31700" y="51889"/>
                    <a:pt x="31706" y="51891"/>
                  </a:cubicBezTo>
                  <a:cubicBezTo>
                    <a:pt x="31703" y="51890"/>
                    <a:pt x="31699" y="51888"/>
                    <a:pt x="31696" y="51887"/>
                  </a:cubicBezTo>
                  <a:lnTo>
                    <a:pt x="31696" y="51887"/>
                  </a:lnTo>
                  <a:cubicBezTo>
                    <a:pt x="32031" y="51963"/>
                    <a:pt x="32154" y="51983"/>
                    <a:pt x="32203" y="51983"/>
                  </a:cubicBezTo>
                  <a:cubicBezTo>
                    <a:pt x="32255" y="51983"/>
                    <a:pt x="32222" y="51960"/>
                    <a:pt x="32273" y="51960"/>
                  </a:cubicBezTo>
                  <a:cubicBezTo>
                    <a:pt x="32303" y="51960"/>
                    <a:pt x="32362" y="51968"/>
                    <a:pt x="32485" y="51992"/>
                  </a:cubicBezTo>
                  <a:cubicBezTo>
                    <a:pt x="32197" y="51925"/>
                    <a:pt x="31994" y="51857"/>
                    <a:pt x="31681" y="51806"/>
                  </a:cubicBezTo>
                  <a:cubicBezTo>
                    <a:pt x="31566" y="51786"/>
                    <a:pt x="31177" y="51701"/>
                    <a:pt x="30874" y="51638"/>
                  </a:cubicBezTo>
                  <a:lnTo>
                    <a:pt x="30874" y="51638"/>
                  </a:lnTo>
                  <a:cubicBezTo>
                    <a:pt x="31149" y="51700"/>
                    <a:pt x="31325" y="51763"/>
                    <a:pt x="31579" y="51832"/>
                  </a:cubicBezTo>
                  <a:cubicBezTo>
                    <a:pt x="31309" y="51772"/>
                    <a:pt x="31266" y="51781"/>
                    <a:pt x="31038" y="51713"/>
                  </a:cubicBezTo>
                  <a:lnTo>
                    <a:pt x="31038" y="51713"/>
                  </a:lnTo>
                  <a:lnTo>
                    <a:pt x="31114" y="51722"/>
                  </a:lnTo>
                  <a:lnTo>
                    <a:pt x="30818" y="51662"/>
                  </a:lnTo>
                  <a:cubicBezTo>
                    <a:pt x="30790" y="51635"/>
                    <a:pt x="30280" y="51516"/>
                    <a:pt x="30343" y="51516"/>
                  </a:cubicBezTo>
                  <a:cubicBezTo>
                    <a:pt x="30357" y="51516"/>
                    <a:pt x="30399" y="51522"/>
                    <a:pt x="30480" y="51535"/>
                  </a:cubicBezTo>
                  <a:cubicBezTo>
                    <a:pt x="30281" y="51489"/>
                    <a:pt x="30245" y="51489"/>
                    <a:pt x="30214" y="51489"/>
                  </a:cubicBezTo>
                  <a:cubicBezTo>
                    <a:pt x="30184" y="51489"/>
                    <a:pt x="30158" y="51489"/>
                    <a:pt x="29981" y="51442"/>
                  </a:cubicBezTo>
                  <a:lnTo>
                    <a:pt x="29981" y="51442"/>
                  </a:lnTo>
                  <a:cubicBezTo>
                    <a:pt x="30209" y="51510"/>
                    <a:pt x="30446" y="51569"/>
                    <a:pt x="30683" y="51629"/>
                  </a:cubicBezTo>
                  <a:lnTo>
                    <a:pt x="30666" y="51654"/>
                  </a:lnTo>
                  <a:cubicBezTo>
                    <a:pt x="30395" y="51612"/>
                    <a:pt x="30344" y="51578"/>
                    <a:pt x="30057" y="51510"/>
                  </a:cubicBezTo>
                  <a:lnTo>
                    <a:pt x="30057" y="51510"/>
                  </a:lnTo>
                  <a:lnTo>
                    <a:pt x="30074" y="51544"/>
                  </a:lnTo>
                  <a:lnTo>
                    <a:pt x="30074" y="51544"/>
                  </a:lnTo>
                  <a:lnTo>
                    <a:pt x="29575" y="51375"/>
                  </a:lnTo>
                  <a:lnTo>
                    <a:pt x="29575" y="51375"/>
                  </a:lnTo>
                  <a:cubicBezTo>
                    <a:pt x="29583" y="51381"/>
                    <a:pt x="29582" y="51384"/>
                    <a:pt x="29574" y="51384"/>
                  </a:cubicBezTo>
                  <a:cubicBezTo>
                    <a:pt x="29524" y="51384"/>
                    <a:pt x="29230" y="51295"/>
                    <a:pt x="29143" y="51273"/>
                  </a:cubicBezTo>
                  <a:cubicBezTo>
                    <a:pt x="28877" y="51182"/>
                    <a:pt x="29053" y="51188"/>
                    <a:pt x="28607" y="51084"/>
                  </a:cubicBezTo>
                  <a:lnTo>
                    <a:pt x="28607" y="51084"/>
                  </a:lnTo>
                  <a:cubicBezTo>
                    <a:pt x="28343" y="51010"/>
                    <a:pt x="28182" y="50967"/>
                    <a:pt x="27807" y="50842"/>
                  </a:cubicBezTo>
                  <a:cubicBezTo>
                    <a:pt x="27832" y="50842"/>
                    <a:pt x="27942" y="50876"/>
                    <a:pt x="27993" y="50884"/>
                  </a:cubicBezTo>
                  <a:cubicBezTo>
                    <a:pt x="27460" y="50715"/>
                    <a:pt x="26605" y="50444"/>
                    <a:pt x="26377" y="50326"/>
                  </a:cubicBezTo>
                  <a:cubicBezTo>
                    <a:pt x="26379" y="50325"/>
                    <a:pt x="26382" y="50325"/>
                    <a:pt x="26385" y="50325"/>
                  </a:cubicBezTo>
                  <a:cubicBezTo>
                    <a:pt x="26442" y="50325"/>
                    <a:pt x="26605" y="50387"/>
                    <a:pt x="26653" y="50387"/>
                  </a:cubicBezTo>
                  <a:cubicBezTo>
                    <a:pt x="26658" y="50387"/>
                    <a:pt x="26662" y="50387"/>
                    <a:pt x="26665" y="50385"/>
                  </a:cubicBezTo>
                  <a:cubicBezTo>
                    <a:pt x="27460" y="50706"/>
                    <a:pt x="27240" y="50546"/>
                    <a:pt x="28204" y="50876"/>
                  </a:cubicBezTo>
                  <a:cubicBezTo>
                    <a:pt x="28213" y="50909"/>
                    <a:pt x="28424" y="50960"/>
                    <a:pt x="28644" y="51028"/>
                  </a:cubicBezTo>
                  <a:cubicBezTo>
                    <a:pt x="28872" y="51096"/>
                    <a:pt x="29118" y="51146"/>
                    <a:pt x="29202" y="51197"/>
                  </a:cubicBezTo>
                  <a:cubicBezTo>
                    <a:pt x="28846" y="51104"/>
                    <a:pt x="28389" y="50983"/>
                    <a:pt x="28361" y="50983"/>
                  </a:cubicBezTo>
                  <a:cubicBezTo>
                    <a:pt x="28359" y="50983"/>
                    <a:pt x="28360" y="50984"/>
                    <a:pt x="28365" y="50986"/>
                  </a:cubicBezTo>
                  <a:cubicBezTo>
                    <a:pt x="28720" y="51096"/>
                    <a:pt x="29211" y="51231"/>
                    <a:pt x="29456" y="51307"/>
                  </a:cubicBezTo>
                  <a:cubicBezTo>
                    <a:pt x="29305" y="51253"/>
                    <a:pt x="29305" y="51228"/>
                    <a:pt x="29377" y="51228"/>
                  </a:cubicBezTo>
                  <a:cubicBezTo>
                    <a:pt x="29405" y="51228"/>
                    <a:pt x="29444" y="51232"/>
                    <a:pt x="29490" y="51239"/>
                  </a:cubicBezTo>
                  <a:cubicBezTo>
                    <a:pt x="29202" y="51163"/>
                    <a:pt x="28805" y="51053"/>
                    <a:pt x="28382" y="50901"/>
                  </a:cubicBezTo>
                  <a:cubicBezTo>
                    <a:pt x="27959" y="50757"/>
                    <a:pt x="27502" y="50613"/>
                    <a:pt x="27113" y="50461"/>
                  </a:cubicBezTo>
                  <a:lnTo>
                    <a:pt x="27113" y="50461"/>
                  </a:lnTo>
                  <a:lnTo>
                    <a:pt x="27189" y="50529"/>
                  </a:lnTo>
                  <a:cubicBezTo>
                    <a:pt x="26885" y="50436"/>
                    <a:pt x="26864" y="50425"/>
                    <a:pt x="26892" y="50425"/>
                  </a:cubicBezTo>
                  <a:cubicBezTo>
                    <a:pt x="26901" y="50425"/>
                    <a:pt x="26915" y="50426"/>
                    <a:pt x="26927" y="50426"/>
                  </a:cubicBezTo>
                  <a:cubicBezTo>
                    <a:pt x="26960" y="50426"/>
                    <a:pt x="26968" y="50416"/>
                    <a:pt x="26749" y="50334"/>
                  </a:cubicBezTo>
                  <a:lnTo>
                    <a:pt x="26504" y="50275"/>
                  </a:lnTo>
                  <a:lnTo>
                    <a:pt x="26470" y="50267"/>
                  </a:lnTo>
                  <a:cubicBezTo>
                    <a:pt x="26335" y="50233"/>
                    <a:pt x="26199" y="50199"/>
                    <a:pt x="26072" y="50157"/>
                  </a:cubicBezTo>
                  <a:lnTo>
                    <a:pt x="26072" y="50157"/>
                  </a:lnTo>
                  <a:cubicBezTo>
                    <a:pt x="26343" y="50258"/>
                    <a:pt x="26225" y="50182"/>
                    <a:pt x="26529" y="50309"/>
                  </a:cubicBezTo>
                  <a:cubicBezTo>
                    <a:pt x="26628" y="50347"/>
                    <a:pt x="26649" y="50359"/>
                    <a:pt x="26632" y="50359"/>
                  </a:cubicBezTo>
                  <a:cubicBezTo>
                    <a:pt x="26604" y="50359"/>
                    <a:pt x="26472" y="50326"/>
                    <a:pt x="26419" y="50326"/>
                  </a:cubicBezTo>
                  <a:cubicBezTo>
                    <a:pt x="26279" y="50266"/>
                    <a:pt x="25842" y="50100"/>
                    <a:pt x="25866" y="50100"/>
                  </a:cubicBezTo>
                  <a:cubicBezTo>
                    <a:pt x="25873" y="50100"/>
                    <a:pt x="25911" y="50111"/>
                    <a:pt x="25996" y="50140"/>
                  </a:cubicBezTo>
                  <a:lnTo>
                    <a:pt x="25269" y="49894"/>
                  </a:lnTo>
                  <a:lnTo>
                    <a:pt x="25269" y="49894"/>
                  </a:lnTo>
                  <a:cubicBezTo>
                    <a:pt x="25329" y="49907"/>
                    <a:pt x="25390" y="49919"/>
                    <a:pt x="25448" y="49937"/>
                  </a:cubicBezTo>
                  <a:lnTo>
                    <a:pt x="25448" y="49937"/>
                  </a:lnTo>
                  <a:lnTo>
                    <a:pt x="24998" y="49767"/>
                  </a:lnTo>
                  <a:lnTo>
                    <a:pt x="25015" y="49767"/>
                  </a:lnTo>
                  <a:cubicBezTo>
                    <a:pt x="24803" y="49691"/>
                    <a:pt x="24558" y="49590"/>
                    <a:pt x="24330" y="49488"/>
                  </a:cubicBezTo>
                  <a:cubicBezTo>
                    <a:pt x="24093" y="49395"/>
                    <a:pt x="23864" y="49311"/>
                    <a:pt x="23704" y="49251"/>
                  </a:cubicBezTo>
                  <a:lnTo>
                    <a:pt x="23704" y="49251"/>
                  </a:lnTo>
                  <a:cubicBezTo>
                    <a:pt x="23892" y="49340"/>
                    <a:pt x="23950" y="49371"/>
                    <a:pt x="23938" y="49371"/>
                  </a:cubicBezTo>
                  <a:cubicBezTo>
                    <a:pt x="23906" y="49371"/>
                    <a:pt x="23428" y="49173"/>
                    <a:pt x="23414" y="49173"/>
                  </a:cubicBezTo>
                  <a:lnTo>
                    <a:pt x="23414" y="49173"/>
                  </a:lnTo>
                  <a:cubicBezTo>
                    <a:pt x="23413" y="49173"/>
                    <a:pt x="23414" y="49174"/>
                    <a:pt x="23416" y="49175"/>
                  </a:cubicBezTo>
                  <a:cubicBezTo>
                    <a:pt x="23277" y="49108"/>
                    <a:pt x="23201" y="49049"/>
                    <a:pt x="23257" y="49049"/>
                  </a:cubicBezTo>
                  <a:cubicBezTo>
                    <a:pt x="23301" y="49049"/>
                    <a:pt x="23422" y="49084"/>
                    <a:pt x="23653" y="49175"/>
                  </a:cubicBezTo>
                  <a:cubicBezTo>
                    <a:pt x="23788" y="49260"/>
                    <a:pt x="24169" y="49395"/>
                    <a:pt x="24431" y="49505"/>
                  </a:cubicBezTo>
                  <a:cubicBezTo>
                    <a:pt x="24093" y="49344"/>
                    <a:pt x="23974" y="49311"/>
                    <a:pt x="23704" y="49201"/>
                  </a:cubicBezTo>
                  <a:lnTo>
                    <a:pt x="23704" y="49201"/>
                  </a:lnTo>
                  <a:cubicBezTo>
                    <a:pt x="23729" y="49209"/>
                    <a:pt x="23742" y="49213"/>
                    <a:pt x="23746" y="49213"/>
                  </a:cubicBezTo>
                  <a:cubicBezTo>
                    <a:pt x="23759" y="49213"/>
                    <a:pt x="23687" y="49178"/>
                    <a:pt x="23611" y="49133"/>
                  </a:cubicBezTo>
                  <a:cubicBezTo>
                    <a:pt x="23526" y="49099"/>
                    <a:pt x="23441" y="49057"/>
                    <a:pt x="23374" y="49006"/>
                  </a:cubicBezTo>
                  <a:lnTo>
                    <a:pt x="23374" y="49006"/>
                  </a:lnTo>
                  <a:cubicBezTo>
                    <a:pt x="23451" y="49026"/>
                    <a:pt x="23529" y="49050"/>
                    <a:pt x="23606" y="49080"/>
                  </a:cubicBezTo>
                  <a:lnTo>
                    <a:pt x="23606" y="49080"/>
                  </a:lnTo>
                  <a:lnTo>
                    <a:pt x="23551" y="49057"/>
                  </a:lnTo>
                  <a:lnTo>
                    <a:pt x="23171" y="48888"/>
                  </a:lnTo>
                  <a:cubicBezTo>
                    <a:pt x="23044" y="48888"/>
                    <a:pt x="22790" y="48803"/>
                    <a:pt x="22562" y="48761"/>
                  </a:cubicBezTo>
                  <a:cubicBezTo>
                    <a:pt x="22206" y="48600"/>
                    <a:pt x="21860" y="48414"/>
                    <a:pt x="21504" y="48228"/>
                  </a:cubicBezTo>
                  <a:cubicBezTo>
                    <a:pt x="21327" y="48135"/>
                    <a:pt x="21149" y="48042"/>
                    <a:pt x="20971" y="47949"/>
                  </a:cubicBezTo>
                  <a:lnTo>
                    <a:pt x="20454" y="47648"/>
                  </a:lnTo>
                  <a:lnTo>
                    <a:pt x="20454" y="47648"/>
                  </a:lnTo>
                  <a:cubicBezTo>
                    <a:pt x="20452" y="47649"/>
                    <a:pt x="20449" y="47650"/>
                    <a:pt x="20445" y="47650"/>
                  </a:cubicBezTo>
                  <a:cubicBezTo>
                    <a:pt x="20437" y="47650"/>
                    <a:pt x="20427" y="47648"/>
                    <a:pt x="20413" y="47644"/>
                  </a:cubicBezTo>
                  <a:cubicBezTo>
                    <a:pt x="20218" y="47517"/>
                    <a:pt x="19838" y="47323"/>
                    <a:pt x="19863" y="47306"/>
                  </a:cubicBezTo>
                  <a:cubicBezTo>
                    <a:pt x="19661" y="47216"/>
                    <a:pt x="19156" y="46935"/>
                    <a:pt x="19111" y="46935"/>
                  </a:cubicBezTo>
                  <a:cubicBezTo>
                    <a:pt x="19105" y="46935"/>
                    <a:pt x="19107" y="46940"/>
                    <a:pt x="19119" y="46950"/>
                  </a:cubicBezTo>
                  <a:lnTo>
                    <a:pt x="19043" y="46900"/>
                  </a:lnTo>
                  <a:cubicBezTo>
                    <a:pt x="18924" y="46815"/>
                    <a:pt x="18763" y="46714"/>
                    <a:pt x="18560" y="46561"/>
                  </a:cubicBezTo>
                  <a:cubicBezTo>
                    <a:pt x="18357" y="46418"/>
                    <a:pt x="18104" y="46240"/>
                    <a:pt x="17765" y="46020"/>
                  </a:cubicBezTo>
                  <a:cubicBezTo>
                    <a:pt x="17691" y="45970"/>
                    <a:pt x="17649" y="45950"/>
                    <a:pt x="17630" y="45950"/>
                  </a:cubicBezTo>
                  <a:cubicBezTo>
                    <a:pt x="17616" y="45950"/>
                    <a:pt x="17614" y="45960"/>
                    <a:pt x="17621" y="45978"/>
                  </a:cubicBezTo>
                  <a:lnTo>
                    <a:pt x="17418" y="45834"/>
                  </a:lnTo>
                  <a:cubicBezTo>
                    <a:pt x="17351" y="45783"/>
                    <a:pt x="17292" y="45732"/>
                    <a:pt x="17224" y="45690"/>
                  </a:cubicBezTo>
                  <a:lnTo>
                    <a:pt x="17224" y="45690"/>
                  </a:lnTo>
                  <a:cubicBezTo>
                    <a:pt x="17331" y="45748"/>
                    <a:pt x="17398" y="45781"/>
                    <a:pt x="17588" y="45900"/>
                  </a:cubicBezTo>
                  <a:lnTo>
                    <a:pt x="17588" y="45900"/>
                  </a:lnTo>
                  <a:cubicBezTo>
                    <a:pt x="17417" y="45792"/>
                    <a:pt x="17261" y="45669"/>
                    <a:pt x="17097" y="45555"/>
                  </a:cubicBezTo>
                  <a:lnTo>
                    <a:pt x="16589" y="45191"/>
                  </a:lnTo>
                  <a:lnTo>
                    <a:pt x="16589" y="45191"/>
                  </a:lnTo>
                  <a:lnTo>
                    <a:pt x="16674" y="45233"/>
                  </a:lnTo>
                  <a:cubicBezTo>
                    <a:pt x="16539" y="45140"/>
                    <a:pt x="16395" y="45056"/>
                    <a:pt x="16259" y="44963"/>
                  </a:cubicBezTo>
                  <a:lnTo>
                    <a:pt x="16259" y="44963"/>
                  </a:lnTo>
                  <a:cubicBezTo>
                    <a:pt x="16473" y="45113"/>
                    <a:pt x="16799" y="45338"/>
                    <a:pt x="16749" y="45338"/>
                  </a:cubicBezTo>
                  <a:cubicBezTo>
                    <a:pt x="16745" y="45338"/>
                    <a:pt x="16740" y="45337"/>
                    <a:pt x="16733" y="45335"/>
                  </a:cubicBezTo>
                  <a:cubicBezTo>
                    <a:pt x="16268" y="45030"/>
                    <a:pt x="16031" y="44810"/>
                    <a:pt x="15633" y="44556"/>
                  </a:cubicBezTo>
                  <a:cubicBezTo>
                    <a:pt x="15659" y="44525"/>
                    <a:pt x="15595" y="44461"/>
                    <a:pt x="15619" y="44461"/>
                  </a:cubicBezTo>
                  <a:cubicBezTo>
                    <a:pt x="15628" y="44461"/>
                    <a:pt x="15647" y="44469"/>
                    <a:pt x="15684" y="44489"/>
                  </a:cubicBezTo>
                  <a:lnTo>
                    <a:pt x="15727" y="44523"/>
                  </a:lnTo>
                  <a:cubicBezTo>
                    <a:pt x="15887" y="44607"/>
                    <a:pt x="16200" y="44819"/>
                    <a:pt x="16446" y="44979"/>
                  </a:cubicBezTo>
                  <a:lnTo>
                    <a:pt x="15743" y="44447"/>
                  </a:lnTo>
                  <a:lnTo>
                    <a:pt x="15515" y="44252"/>
                  </a:lnTo>
                  <a:cubicBezTo>
                    <a:pt x="15422" y="44184"/>
                    <a:pt x="15304" y="44091"/>
                    <a:pt x="15126" y="43939"/>
                  </a:cubicBezTo>
                  <a:cubicBezTo>
                    <a:pt x="15124" y="43935"/>
                    <a:pt x="15124" y="43933"/>
                    <a:pt x="15127" y="43933"/>
                  </a:cubicBezTo>
                  <a:cubicBezTo>
                    <a:pt x="15145" y="43933"/>
                    <a:pt x="15288" y="44044"/>
                    <a:pt x="15430" y="44142"/>
                  </a:cubicBezTo>
                  <a:cubicBezTo>
                    <a:pt x="15549" y="44227"/>
                    <a:pt x="15662" y="44308"/>
                    <a:pt x="15671" y="44308"/>
                  </a:cubicBezTo>
                  <a:cubicBezTo>
                    <a:pt x="15673" y="44308"/>
                    <a:pt x="15667" y="44301"/>
                    <a:pt x="15650" y="44286"/>
                  </a:cubicBezTo>
                  <a:lnTo>
                    <a:pt x="15650" y="44286"/>
                  </a:lnTo>
                  <a:lnTo>
                    <a:pt x="16270" y="44780"/>
                  </a:lnTo>
                  <a:lnTo>
                    <a:pt x="16270" y="44780"/>
                  </a:lnTo>
                  <a:cubicBezTo>
                    <a:pt x="16224" y="44745"/>
                    <a:pt x="16176" y="44714"/>
                    <a:pt x="16133" y="44683"/>
                  </a:cubicBezTo>
                  <a:lnTo>
                    <a:pt x="16133" y="44683"/>
                  </a:lnTo>
                  <a:lnTo>
                    <a:pt x="16306" y="44809"/>
                  </a:lnTo>
                  <a:lnTo>
                    <a:pt x="16306" y="44809"/>
                  </a:lnTo>
                  <a:lnTo>
                    <a:pt x="16319" y="44819"/>
                  </a:lnTo>
                  <a:cubicBezTo>
                    <a:pt x="16316" y="44817"/>
                    <a:pt x="16314" y="44814"/>
                    <a:pt x="16311" y="44812"/>
                  </a:cubicBezTo>
                  <a:lnTo>
                    <a:pt x="16311" y="44812"/>
                  </a:lnTo>
                  <a:lnTo>
                    <a:pt x="16437" y="44903"/>
                  </a:lnTo>
                  <a:lnTo>
                    <a:pt x="16674" y="45081"/>
                  </a:lnTo>
                  <a:cubicBezTo>
                    <a:pt x="16826" y="45174"/>
                    <a:pt x="16962" y="45276"/>
                    <a:pt x="17148" y="45386"/>
                  </a:cubicBezTo>
                  <a:cubicBezTo>
                    <a:pt x="17189" y="45419"/>
                    <a:pt x="17202" y="45432"/>
                    <a:pt x="17197" y="45432"/>
                  </a:cubicBezTo>
                  <a:cubicBezTo>
                    <a:pt x="17183" y="45432"/>
                    <a:pt x="16973" y="45289"/>
                    <a:pt x="16968" y="45289"/>
                  </a:cubicBezTo>
                  <a:lnTo>
                    <a:pt x="16968" y="45289"/>
                  </a:lnTo>
                  <a:cubicBezTo>
                    <a:pt x="16966" y="45289"/>
                    <a:pt x="16983" y="45301"/>
                    <a:pt x="17029" y="45335"/>
                  </a:cubicBezTo>
                  <a:cubicBezTo>
                    <a:pt x="16852" y="45216"/>
                    <a:pt x="16666" y="45115"/>
                    <a:pt x="16471" y="45022"/>
                  </a:cubicBezTo>
                  <a:lnTo>
                    <a:pt x="16471" y="45022"/>
                  </a:lnTo>
                  <a:cubicBezTo>
                    <a:pt x="17012" y="45419"/>
                    <a:pt x="16809" y="45208"/>
                    <a:pt x="17275" y="45529"/>
                  </a:cubicBezTo>
                  <a:cubicBezTo>
                    <a:pt x="17393" y="45614"/>
                    <a:pt x="17503" y="45707"/>
                    <a:pt x="17613" y="45792"/>
                  </a:cubicBezTo>
                  <a:cubicBezTo>
                    <a:pt x="17669" y="45826"/>
                    <a:pt x="17693" y="45839"/>
                    <a:pt x="17697" y="45839"/>
                  </a:cubicBezTo>
                  <a:cubicBezTo>
                    <a:pt x="17708" y="45839"/>
                    <a:pt x="17552" y="45728"/>
                    <a:pt x="17545" y="45715"/>
                  </a:cubicBezTo>
                  <a:lnTo>
                    <a:pt x="17545" y="45715"/>
                  </a:lnTo>
                  <a:cubicBezTo>
                    <a:pt x="17816" y="45885"/>
                    <a:pt x="17901" y="45961"/>
                    <a:pt x="18095" y="46096"/>
                  </a:cubicBezTo>
                  <a:cubicBezTo>
                    <a:pt x="18047" y="46056"/>
                    <a:pt x="17928" y="45969"/>
                    <a:pt x="17948" y="45969"/>
                  </a:cubicBezTo>
                  <a:cubicBezTo>
                    <a:pt x="17949" y="45969"/>
                    <a:pt x="17950" y="45969"/>
                    <a:pt x="17951" y="45969"/>
                  </a:cubicBezTo>
                  <a:cubicBezTo>
                    <a:pt x="18121" y="46088"/>
                    <a:pt x="18273" y="46198"/>
                    <a:pt x="18434" y="46308"/>
                  </a:cubicBezTo>
                  <a:cubicBezTo>
                    <a:pt x="18510" y="46367"/>
                    <a:pt x="18586" y="46409"/>
                    <a:pt x="18670" y="46468"/>
                  </a:cubicBezTo>
                  <a:cubicBezTo>
                    <a:pt x="18747" y="46528"/>
                    <a:pt x="18823" y="46578"/>
                    <a:pt x="18890" y="46629"/>
                  </a:cubicBezTo>
                  <a:cubicBezTo>
                    <a:pt x="18853" y="46601"/>
                    <a:pt x="18844" y="46589"/>
                    <a:pt x="18854" y="46589"/>
                  </a:cubicBezTo>
                  <a:cubicBezTo>
                    <a:pt x="18889" y="46589"/>
                    <a:pt x="19159" y="46731"/>
                    <a:pt x="19271" y="46790"/>
                  </a:cubicBezTo>
                  <a:cubicBezTo>
                    <a:pt x="19068" y="46654"/>
                    <a:pt x="18857" y="46519"/>
                    <a:pt x="18653" y="46367"/>
                  </a:cubicBezTo>
                  <a:cubicBezTo>
                    <a:pt x="18247" y="46113"/>
                    <a:pt x="17918" y="45910"/>
                    <a:pt x="17596" y="45682"/>
                  </a:cubicBezTo>
                  <a:cubicBezTo>
                    <a:pt x="17266" y="45462"/>
                    <a:pt x="16936" y="45225"/>
                    <a:pt x="16513" y="44937"/>
                  </a:cubicBezTo>
                  <a:lnTo>
                    <a:pt x="16513" y="44937"/>
                  </a:lnTo>
                  <a:lnTo>
                    <a:pt x="16572" y="44954"/>
                  </a:lnTo>
                  <a:cubicBezTo>
                    <a:pt x="15304" y="43947"/>
                    <a:pt x="15447" y="44218"/>
                    <a:pt x="14373" y="43338"/>
                  </a:cubicBezTo>
                  <a:cubicBezTo>
                    <a:pt x="14373" y="43304"/>
                    <a:pt x="14246" y="43211"/>
                    <a:pt x="14136" y="43110"/>
                  </a:cubicBezTo>
                  <a:cubicBezTo>
                    <a:pt x="14018" y="43017"/>
                    <a:pt x="13916" y="42924"/>
                    <a:pt x="13950" y="42924"/>
                  </a:cubicBezTo>
                  <a:cubicBezTo>
                    <a:pt x="14118" y="43073"/>
                    <a:pt x="14178" y="43123"/>
                    <a:pt x="14187" y="43123"/>
                  </a:cubicBezTo>
                  <a:cubicBezTo>
                    <a:pt x="14195" y="43123"/>
                    <a:pt x="14163" y="43086"/>
                    <a:pt x="14128" y="43042"/>
                  </a:cubicBezTo>
                  <a:cubicBezTo>
                    <a:pt x="13899" y="42873"/>
                    <a:pt x="13671" y="42687"/>
                    <a:pt x="13459" y="42492"/>
                  </a:cubicBezTo>
                  <a:lnTo>
                    <a:pt x="13459" y="42492"/>
                  </a:lnTo>
                  <a:cubicBezTo>
                    <a:pt x="13483" y="42509"/>
                    <a:pt x="13495" y="42515"/>
                    <a:pt x="13499" y="42515"/>
                  </a:cubicBezTo>
                  <a:cubicBezTo>
                    <a:pt x="13513" y="42515"/>
                    <a:pt x="13468" y="42464"/>
                    <a:pt x="13479" y="42464"/>
                  </a:cubicBezTo>
                  <a:cubicBezTo>
                    <a:pt x="13487" y="42464"/>
                    <a:pt x="13528" y="42495"/>
                    <a:pt x="13654" y="42602"/>
                  </a:cubicBezTo>
                  <a:cubicBezTo>
                    <a:pt x="13180" y="42179"/>
                    <a:pt x="12935" y="41934"/>
                    <a:pt x="12673" y="41740"/>
                  </a:cubicBezTo>
                  <a:cubicBezTo>
                    <a:pt x="11903" y="41046"/>
                    <a:pt x="12470" y="41503"/>
                    <a:pt x="11742" y="40784"/>
                  </a:cubicBezTo>
                  <a:lnTo>
                    <a:pt x="11742" y="40784"/>
                  </a:lnTo>
                  <a:lnTo>
                    <a:pt x="11861" y="40877"/>
                  </a:lnTo>
                  <a:lnTo>
                    <a:pt x="11412" y="40428"/>
                  </a:lnTo>
                  <a:lnTo>
                    <a:pt x="11505" y="40606"/>
                  </a:lnTo>
                  <a:cubicBezTo>
                    <a:pt x="11319" y="40428"/>
                    <a:pt x="11142" y="40259"/>
                    <a:pt x="10964" y="40073"/>
                  </a:cubicBezTo>
                  <a:cubicBezTo>
                    <a:pt x="10881" y="39988"/>
                    <a:pt x="10848" y="39957"/>
                    <a:pt x="10844" y="39957"/>
                  </a:cubicBezTo>
                  <a:lnTo>
                    <a:pt x="10844" y="39957"/>
                  </a:lnTo>
                  <a:cubicBezTo>
                    <a:pt x="10833" y="39957"/>
                    <a:pt x="11040" y="40193"/>
                    <a:pt x="11027" y="40193"/>
                  </a:cubicBezTo>
                  <a:cubicBezTo>
                    <a:pt x="11026" y="40193"/>
                    <a:pt x="11025" y="40193"/>
                    <a:pt x="11023" y="40191"/>
                  </a:cubicBezTo>
                  <a:lnTo>
                    <a:pt x="11023" y="40191"/>
                  </a:lnTo>
                  <a:lnTo>
                    <a:pt x="11150" y="40293"/>
                  </a:lnTo>
                  <a:cubicBezTo>
                    <a:pt x="11353" y="40513"/>
                    <a:pt x="11674" y="40809"/>
                    <a:pt x="11708" y="40868"/>
                  </a:cubicBezTo>
                  <a:cubicBezTo>
                    <a:pt x="11573" y="40724"/>
                    <a:pt x="11429" y="40597"/>
                    <a:pt x="11277" y="40479"/>
                  </a:cubicBezTo>
                  <a:lnTo>
                    <a:pt x="11277" y="40479"/>
                  </a:lnTo>
                  <a:lnTo>
                    <a:pt x="11615" y="40817"/>
                  </a:lnTo>
                  <a:lnTo>
                    <a:pt x="11708" y="40944"/>
                  </a:lnTo>
                  <a:cubicBezTo>
                    <a:pt x="11878" y="41114"/>
                    <a:pt x="12013" y="41266"/>
                    <a:pt x="12148" y="41393"/>
                  </a:cubicBezTo>
                  <a:cubicBezTo>
                    <a:pt x="12284" y="41520"/>
                    <a:pt x="12410" y="41630"/>
                    <a:pt x="12520" y="41714"/>
                  </a:cubicBezTo>
                  <a:cubicBezTo>
                    <a:pt x="12385" y="41570"/>
                    <a:pt x="12275" y="41511"/>
                    <a:pt x="12157" y="41376"/>
                  </a:cubicBezTo>
                  <a:lnTo>
                    <a:pt x="12157" y="41376"/>
                  </a:lnTo>
                  <a:cubicBezTo>
                    <a:pt x="12351" y="41511"/>
                    <a:pt x="12774" y="41917"/>
                    <a:pt x="13197" y="42298"/>
                  </a:cubicBezTo>
                  <a:cubicBezTo>
                    <a:pt x="13204" y="42312"/>
                    <a:pt x="13303" y="42400"/>
                    <a:pt x="13291" y="42400"/>
                  </a:cubicBezTo>
                  <a:cubicBezTo>
                    <a:pt x="13289" y="42400"/>
                    <a:pt x="13283" y="42397"/>
                    <a:pt x="13273" y="42391"/>
                  </a:cubicBezTo>
                  <a:cubicBezTo>
                    <a:pt x="13265" y="42391"/>
                    <a:pt x="13189" y="42323"/>
                    <a:pt x="13146" y="42289"/>
                  </a:cubicBezTo>
                  <a:lnTo>
                    <a:pt x="13146" y="42289"/>
                  </a:lnTo>
                  <a:cubicBezTo>
                    <a:pt x="13149" y="42292"/>
                    <a:pt x="13150" y="42293"/>
                    <a:pt x="13149" y="42293"/>
                  </a:cubicBezTo>
                  <a:cubicBezTo>
                    <a:pt x="13145" y="42293"/>
                    <a:pt x="13103" y="42264"/>
                    <a:pt x="13096" y="42264"/>
                  </a:cubicBezTo>
                  <a:cubicBezTo>
                    <a:pt x="13087" y="42264"/>
                    <a:pt x="13121" y="42306"/>
                    <a:pt x="13324" y="42484"/>
                  </a:cubicBezTo>
                  <a:cubicBezTo>
                    <a:pt x="13166" y="42384"/>
                    <a:pt x="12845" y="42145"/>
                    <a:pt x="12842" y="42145"/>
                  </a:cubicBezTo>
                  <a:lnTo>
                    <a:pt x="12842" y="42145"/>
                  </a:lnTo>
                  <a:cubicBezTo>
                    <a:pt x="12842" y="42145"/>
                    <a:pt x="12842" y="42145"/>
                    <a:pt x="12842" y="42146"/>
                  </a:cubicBezTo>
                  <a:cubicBezTo>
                    <a:pt x="12614" y="41934"/>
                    <a:pt x="12293" y="41639"/>
                    <a:pt x="12115" y="41453"/>
                  </a:cubicBezTo>
                  <a:lnTo>
                    <a:pt x="12115" y="41453"/>
                  </a:lnTo>
                  <a:cubicBezTo>
                    <a:pt x="11915" y="41253"/>
                    <a:pt x="11522" y="40875"/>
                    <a:pt x="11505" y="40826"/>
                  </a:cubicBezTo>
                  <a:cubicBezTo>
                    <a:pt x="11426" y="40747"/>
                    <a:pt x="11252" y="40577"/>
                    <a:pt x="11242" y="40577"/>
                  </a:cubicBezTo>
                  <a:lnTo>
                    <a:pt x="11242" y="40577"/>
                  </a:lnTo>
                  <a:cubicBezTo>
                    <a:pt x="11237" y="40577"/>
                    <a:pt x="11272" y="40618"/>
                    <a:pt x="11378" y="40733"/>
                  </a:cubicBezTo>
                  <a:lnTo>
                    <a:pt x="11099" y="40454"/>
                  </a:lnTo>
                  <a:cubicBezTo>
                    <a:pt x="11015" y="40369"/>
                    <a:pt x="10922" y="40268"/>
                    <a:pt x="10837" y="40175"/>
                  </a:cubicBezTo>
                  <a:lnTo>
                    <a:pt x="10837" y="40175"/>
                  </a:lnTo>
                  <a:cubicBezTo>
                    <a:pt x="10843" y="40178"/>
                    <a:pt x="10848" y="40179"/>
                    <a:pt x="10851" y="40179"/>
                  </a:cubicBezTo>
                  <a:cubicBezTo>
                    <a:pt x="10887" y="40179"/>
                    <a:pt x="10733" y="39991"/>
                    <a:pt x="10754" y="39991"/>
                  </a:cubicBezTo>
                  <a:cubicBezTo>
                    <a:pt x="10765" y="39991"/>
                    <a:pt x="10831" y="40050"/>
                    <a:pt x="11015" y="40234"/>
                  </a:cubicBezTo>
                  <a:lnTo>
                    <a:pt x="10499" y="39684"/>
                  </a:lnTo>
                  <a:lnTo>
                    <a:pt x="10499" y="39684"/>
                  </a:lnTo>
                  <a:lnTo>
                    <a:pt x="10516" y="39692"/>
                  </a:lnTo>
                  <a:cubicBezTo>
                    <a:pt x="10524" y="39709"/>
                    <a:pt x="10541" y="39726"/>
                    <a:pt x="10558" y="39735"/>
                  </a:cubicBezTo>
                  <a:cubicBezTo>
                    <a:pt x="10600" y="39768"/>
                    <a:pt x="10634" y="39811"/>
                    <a:pt x="10668" y="39862"/>
                  </a:cubicBezTo>
                  <a:cubicBezTo>
                    <a:pt x="10710" y="39898"/>
                    <a:pt x="10732" y="39915"/>
                    <a:pt x="10738" y="39915"/>
                  </a:cubicBezTo>
                  <a:cubicBezTo>
                    <a:pt x="10761" y="39915"/>
                    <a:pt x="10551" y="39676"/>
                    <a:pt x="10329" y="39422"/>
                  </a:cubicBezTo>
                  <a:lnTo>
                    <a:pt x="10245" y="39371"/>
                  </a:lnTo>
                  <a:cubicBezTo>
                    <a:pt x="10016" y="39083"/>
                    <a:pt x="9898" y="38897"/>
                    <a:pt x="9585" y="38533"/>
                  </a:cubicBezTo>
                  <a:cubicBezTo>
                    <a:pt x="9314" y="38271"/>
                    <a:pt x="9061" y="37992"/>
                    <a:pt x="8798" y="37713"/>
                  </a:cubicBezTo>
                  <a:lnTo>
                    <a:pt x="8587" y="37451"/>
                  </a:lnTo>
                  <a:cubicBezTo>
                    <a:pt x="8544" y="37383"/>
                    <a:pt x="8443" y="37265"/>
                    <a:pt x="8375" y="37163"/>
                  </a:cubicBezTo>
                  <a:cubicBezTo>
                    <a:pt x="8328" y="37092"/>
                    <a:pt x="8297" y="37041"/>
                    <a:pt x="8306" y="37041"/>
                  </a:cubicBezTo>
                  <a:cubicBezTo>
                    <a:pt x="8310" y="37041"/>
                    <a:pt x="8321" y="37050"/>
                    <a:pt x="8341" y="37070"/>
                  </a:cubicBezTo>
                  <a:cubicBezTo>
                    <a:pt x="8339" y="37063"/>
                    <a:pt x="8339" y="37059"/>
                    <a:pt x="8341" y="37059"/>
                  </a:cubicBezTo>
                  <a:lnTo>
                    <a:pt x="8341" y="37059"/>
                  </a:lnTo>
                  <a:cubicBezTo>
                    <a:pt x="8352" y="37059"/>
                    <a:pt x="8437" y="37180"/>
                    <a:pt x="8553" y="37332"/>
                  </a:cubicBezTo>
                  <a:cubicBezTo>
                    <a:pt x="8557" y="37339"/>
                    <a:pt x="8558" y="37341"/>
                    <a:pt x="8558" y="37341"/>
                  </a:cubicBezTo>
                  <a:cubicBezTo>
                    <a:pt x="8557" y="37341"/>
                    <a:pt x="8551" y="37335"/>
                    <a:pt x="8549" y="37335"/>
                  </a:cubicBezTo>
                  <a:lnTo>
                    <a:pt x="8549" y="37335"/>
                  </a:lnTo>
                  <a:cubicBezTo>
                    <a:pt x="8547" y="37335"/>
                    <a:pt x="8548" y="37338"/>
                    <a:pt x="8553" y="37349"/>
                  </a:cubicBezTo>
                  <a:cubicBezTo>
                    <a:pt x="8568" y="37359"/>
                    <a:pt x="8581" y="37367"/>
                    <a:pt x="8588" y="37367"/>
                  </a:cubicBezTo>
                  <a:cubicBezTo>
                    <a:pt x="8604" y="37367"/>
                    <a:pt x="8586" y="37325"/>
                    <a:pt x="8485" y="37171"/>
                  </a:cubicBezTo>
                  <a:lnTo>
                    <a:pt x="8485" y="37171"/>
                  </a:lnTo>
                  <a:cubicBezTo>
                    <a:pt x="8646" y="37391"/>
                    <a:pt x="8663" y="37417"/>
                    <a:pt x="8790" y="37561"/>
                  </a:cubicBezTo>
                  <a:lnTo>
                    <a:pt x="8629" y="37341"/>
                  </a:lnTo>
                  <a:lnTo>
                    <a:pt x="8629" y="37341"/>
                  </a:lnTo>
                  <a:cubicBezTo>
                    <a:pt x="8868" y="37654"/>
                    <a:pt x="9267" y="38103"/>
                    <a:pt x="9296" y="38103"/>
                  </a:cubicBezTo>
                  <a:cubicBezTo>
                    <a:pt x="9297" y="38103"/>
                    <a:pt x="9297" y="38103"/>
                    <a:pt x="9297" y="38102"/>
                  </a:cubicBezTo>
                  <a:cubicBezTo>
                    <a:pt x="9196" y="38026"/>
                    <a:pt x="9061" y="37806"/>
                    <a:pt x="8934" y="37628"/>
                  </a:cubicBezTo>
                  <a:lnTo>
                    <a:pt x="8934" y="37628"/>
                  </a:lnTo>
                  <a:cubicBezTo>
                    <a:pt x="9014" y="37721"/>
                    <a:pt x="9157" y="37886"/>
                    <a:pt x="9166" y="37886"/>
                  </a:cubicBezTo>
                  <a:cubicBezTo>
                    <a:pt x="9170" y="37886"/>
                    <a:pt x="9155" y="37863"/>
                    <a:pt x="9111" y="37806"/>
                  </a:cubicBezTo>
                  <a:cubicBezTo>
                    <a:pt x="9062" y="37756"/>
                    <a:pt x="8797" y="37432"/>
                    <a:pt x="8781" y="37432"/>
                  </a:cubicBezTo>
                  <a:lnTo>
                    <a:pt x="8781" y="37432"/>
                  </a:lnTo>
                  <a:cubicBezTo>
                    <a:pt x="8776" y="37432"/>
                    <a:pt x="8802" y="37474"/>
                    <a:pt x="8883" y="37586"/>
                  </a:cubicBezTo>
                  <a:cubicBezTo>
                    <a:pt x="8714" y="37400"/>
                    <a:pt x="8553" y="37197"/>
                    <a:pt x="8401" y="36985"/>
                  </a:cubicBezTo>
                  <a:lnTo>
                    <a:pt x="8401" y="36985"/>
                  </a:lnTo>
                  <a:cubicBezTo>
                    <a:pt x="8484" y="37088"/>
                    <a:pt x="8510" y="37112"/>
                    <a:pt x="8519" y="37112"/>
                  </a:cubicBezTo>
                  <a:cubicBezTo>
                    <a:pt x="8527" y="37112"/>
                    <a:pt x="8522" y="37093"/>
                    <a:pt x="8532" y="37093"/>
                  </a:cubicBezTo>
                  <a:cubicBezTo>
                    <a:pt x="8536" y="37093"/>
                    <a:pt x="8543" y="37096"/>
                    <a:pt x="8553" y="37104"/>
                  </a:cubicBezTo>
                  <a:cubicBezTo>
                    <a:pt x="8384" y="36901"/>
                    <a:pt x="8375" y="36918"/>
                    <a:pt x="8341" y="36892"/>
                  </a:cubicBezTo>
                  <a:cubicBezTo>
                    <a:pt x="8283" y="36805"/>
                    <a:pt x="8229" y="36725"/>
                    <a:pt x="8180" y="36649"/>
                  </a:cubicBezTo>
                  <a:lnTo>
                    <a:pt x="8180" y="36649"/>
                  </a:lnTo>
                  <a:cubicBezTo>
                    <a:pt x="8208" y="36694"/>
                    <a:pt x="8234" y="36736"/>
                    <a:pt x="8257" y="36774"/>
                  </a:cubicBezTo>
                  <a:cubicBezTo>
                    <a:pt x="8062" y="36520"/>
                    <a:pt x="7800" y="36190"/>
                    <a:pt x="7580" y="35869"/>
                  </a:cubicBezTo>
                  <a:cubicBezTo>
                    <a:pt x="7360" y="35547"/>
                    <a:pt x="7157" y="35260"/>
                    <a:pt x="7039" y="35116"/>
                  </a:cubicBezTo>
                  <a:lnTo>
                    <a:pt x="7039" y="35116"/>
                  </a:lnTo>
                  <a:cubicBezTo>
                    <a:pt x="7106" y="35243"/>
                    <a:pt x="7343" y="35522"/>
                    <a:pt x="7419" y="35700"/>
                  </a:cubicBezTo>
                  <a:lnTo>
                    <a:pt x="7546" y="35843"/>
                  </a:lnTo>
                  <a:lnTo>
                    <a:pt x="7665" y="36013"/>
                  </a:lnTo>
                  <a:cubicBezTo>
                    <a:pt x="7715" y="36080"/>
                    <a:pt x="7766" y="36148"/>
                    <a:pt x="7817" y="36216"/>
                  </a:cubicBezTo>
                  <a:cubicBezTo>
                    <a:pt x="7885" y="36300"/>
                    <a:pt x="7944" y="36393"/>
                    <a:pt x="7986" y="36486"/>
                  </a:cubicBezTo>
                  <a:lnTo>
                    <a:pt x="7318" y="35640"/>
                  </a:lnTo>
                  <a:cubicBezTo>
                    <a:pt x="7284" y="35606"/>
                    <a:pt x="7259" y="35564"/>
                    <a:pt x="7233" y="35522"/>
                  </a:cubicBezTo>
                  <a:lnTo>
                    <a:pt x="7225" y="35513"/>
                  </a:lnTo>
                  <a:cubicBezTo>
                    <a:pt x="7123" y="35361"/>
                    <a:pt x="6963" y="35116"/>
                    <a:pt x="6861" y="34972"/>
                  </a:cubicBezTo>
                  <a:cubicBezTo>
                    <a:pt x="6813" y="34895"/>
                    <a:pt x="6804" y="34872"/>
                    <a:pt x="6810" y="34872"/>
                  </a:cubicBezTo>
                  <a:cubicBezTo>
                    <a:pt x="6817" y="34872"/>
                    <a:pt x="6851" y="34912"/>
                    <a:pt x="6861" y="34921"/>
                  </a:cubicBezTo>
                  <a:cubicBezTo>
                    <a:pt x="6675" y="34600"/>
                    <a:pt x="6506" y="34338"/>
                    <a:pt x="6328" y="34075"/>
                  </a:cubicBezTo>
                  <a:cubicBezTo>
                    <a:pt x="6235" y="33948"/>
                    <a:pt x="6142" y="33822"/>
                    <a:pt x="6057" y="33669"/>
                  </a:cubicBezTo>
                  <a:cubicBezTo>
                    <a:pt x="5964" y="33525"/>
                    <a:pt x="5880" y="33373"/>
                    <a:pt x="5787" y="33204"/>
                  </a:cubicBezTo>
                  <a:cubicBezTo>
                    <a:pt x="5802" y="33189"/>
                    <a:pt x="5577" y="32787"/>
                    <a:pt x="5588" y="32787"/>
                  </a:cubicBezTo>
                  <a:lnTo>
                    <a:pt x="5588" y="32787"/>
                  </a:lnTo>
                  <a:cubicBezTo>
                    <a:pt x="5590" y="32787"/>
                    <a:pt x="5596" y="32796"/>
                    <a:pt x="5609" y="32815"/>
                  </a:cubicBezTo>
                  <a:cubicBezTo>
                    <a:pt x="5389" y="32417"/>
                    <a:pt x="5254" y="32206"/>
                    <a:pt x="5102" y="31952"/>
                  </a:cubicBezTo>
                  <a:cubicBezTo>
                    <a:pt x="5087" y="31894"/>
                    <a:pt x="4871" y="31488"/>
                    <a:pt x="4879" y="31488"/>
                  </a:cubicBezTo>
                  <a:lnTo>
                    <a:pt x="4879" y="31488"/>
                  </a:lnTo>
                  <a:cubicBezTo>
                    <a:pt x="4881" y="31488"/>
                    <a:pt x="4889" y="31500"/>
                    <a:pt x="4907" y="31529"/>
                  </a:cubicBezTo>
                  <a:cubicBezTo>
                    <a:pt x="4839" y="31411"/>
                    <a:pt x="4755" y="31292"/>
                    <a:pt x="4687" y="31174"/>
                  </a:cubicBezTo>
                  <a:cubicBezTo>
                    <a:pt x="4577" y="30912"/>
                    <a:pt x="4306" y="30387"/>
                    <a:pt x="4281" y="30286"/>
                  </a:cubicBezTo>
                  <a:cubicBezTo>
                    <a:pt x="4256" y="30218"/>
                    <a:pt x="4213" y="30150"/>
                    <a:pt x="4171" y="30099"/>
                  </a:cubicBezTo>
                  <a:cubicBezTo>
                    <a:pt x="4120" y="30006"/>
                    <a:pt x="4078" y="29913"/>
                    <a:pt x="4044" y="29820"/>
                  </a:cubicBezTo>
                  <a:lnTo>
                    <a:pt x="4044" y="29820"/>
                  </a:lnTo>
                  <a:cubicBezTo>
                    <a:pt x="4053" y="29837"/>
                    <a:pt x="4044" y="29803"/>
                    <a:pt x="4078" y="29888"/>
                  </a:cubicBezTo>
                  <a:cubicBezTo>
                    <a:pt x="4010" y="29702"/>
                    <a:pt x="3816" y="29262"/>
                    <a:pt x="3723" y="29084"/>
                  </a:cubicBezTo>
                  <a:lnTo>
                    <a:pt x="3723" y="29084"/>
                  </a:lnTo>
                  <a:cubicBezTo>
                    <a:pt x="3841" y="29363"/>
                    <a:pt x="3740" y="29152"/>
                    <a:pt x="3883" y="29482"/>
                  </a:cubicBezTo>
                  <a:cubicBezTo>
                    <a:pt x="3833" y="29414"/>
                    <a:pt x="3799" y="29330"/>
                    <a:pt x="3765" y="29253"/>
                  </a:cubicBezTo>
                  <a:cubicBezTo>
                    <a:pt x="3697" y="29110"/>
                    <a:pt x="3613" y="28924"/>
                    <a:pt x="3537" y="28729"/>
                  </a:cubicBezTo>
                  <a:lnTo>
                    <a:pt x="3537" y="28729"/>
                  </a:lnTo>
                  <a:cubicBezTo>
                    <a:pt x="3592" y="28840"/>
                    <a:pt x="3615" y="28882"/>
                    <a:pt x="3619" y="28882"/>
                  </a:cubicBezTo>
                  <a:cubicBezTo>
                    <a:pt x="3625" y="28882"/>
                    <a:pt x="3599" y="28814"/>
                    <a:pt x="3570" y="28737"/>
                  </a:cubicBezTo>
                  <a:cubicBezTo>
                    <a:pt x="3532" y="28628"/>
                    <a:pt x="3488" y="28503"/>
                    <a:pt x="3496" y="28503"/>
                  </a:cubicBezTo>
                  <a:lnTo>
                    <a:pt x="3496" y="28503"/>
                  </a:lnTo>
                  <a:cubicBezTo>
                    <a:pt x="3498" y="28503"/>
                    <a:pt x="3506" y="28515"/>
                    <a:pt x="3520" y="28543"/>
                  </a:cubicBezTo>
                  <a:cubicBezTo>
                    <a:pt x="3350" y="28128"/>
                    <a:pt x="3207" y="27807"/>
                    <a:pt x="3071" y="27502"/>
                  </a:cubicBezTo>
                  <a:cubicBezTo>
                    <a:pt x="2936" y="27189"/>
                    <a:pt x="2817" y="26902"/>
                    <a:pt x="2674" y="26555"/>
                  </a:cubicBezTo>
                  <a:cubicBezTo>
                    <a:pt x="2513" y="26149"/>
                    <a:pt x="2378" y="25667"/>
                    <a:pt x="2225" y="25227"/>
                  </a:cubicBezTo>
                  <a:cubicBezTo>
                    <a:pt x="2065" y="24778"/>
                    <a:pt x="1946" y="24347"/>
                    <a:pt x="1836" y="24026"/>
                  </a:cubicBezTo>
                  <a:lnTo>
                    <a:pt x="1836" y="24026"/>
                  </a:lnTo>
                  <a:lnTo>
                    <a:pt x="1862" y="24110"/>
                  </a:lnTo>
                  <a:lnTo>
                    <a:pt x="1726" y="23721"/>
                  </a:lnTo>
                  <a:cubicBezTo>
                    <a:pt x="1667" y="23493"/>
                    <a:pt x="1760" y="23704"/>
                    <a:pt x="1650" y="23349"/>
                  </a:cubicBezTo>
                  <a:lnTo>
                    <a:pt x="1650" y="23349"/>
                  </a:lnTo>
                  <a:cubicBezTo>
                    <a:pt x="1709" y="23467"/>
                    <a:pt x="1836" y="23966"/>
                    <a:pt x="1963" y="24330"/>
                  </a:cubicBezTo>
                  <a:cubicBezTo>
                    <a:pt x="1932" y="24192"/>
                    <a:pt x="1924" y="24141"/>
                    <a:pt x="1929" y="24141"/>
                  </a:cubicBezTo>
                  <a:lnTo>
                    <a:pt x="1929" y="24141"/>
                  </a:lnTo>
                  <a:cubicBezTo>
                    <a:pt x="1945" y="24141"/>
                    <a:pt x="2073" y="24566"/>
                    <a:pt x="2083" y="24566"/>
                  </a:cubicBezTo>
                  <a:cubicBezTo>
                    <a:pt x="2085" y="24566"/>
                    <a:pt x="2080" y="24540"/>
                    <a:pt x="2065" y="24474"/>
                  </a:cubicBezTo>
                  <a:cubicBezTo>
                    <a:pt x="1955" y="24212"/>
                    <a:pt x="1862" y="23941"/>
                    <a:pt x="1802" y="23662"/>
                  </a:cubicBezTo>
                  <a:cubicBezTo>
                    <a:pt x="1743" y="23484"/>
                    <a:pt x="1701" y="23281"/>
                    <a:pt x="1650" y="23104"/>
                  </a:cubicBezTo>
                  <a:cubicBezTo>
                    <a:pt x="1599" y="22917"/>
                    <a:pt x="1557" y="22748"/>
                    <a:pt x="1515" y="22613"/>
                  </a:cubicBezTo>
                  <a:cubicBezTo>
                    <a:pt x="1483" y="22480"/>
                    <a:pt x="1472" y="22428"/>
                    <a:pt x="1473" y="22421"/>
                  </a:cubicBezTo>
                  <a:lnTo>
                    <a:pt x="1473" y="22421"/>
                  </a:lnTo>
                  <a:lnTo>
                    <a:pt x="1491" y="22466"/>
                  </a:lnTo>
                  <a:lnTo>
                    <a:pt x="1491" y="22466"/>
                  </a:lnTo>
                  <a:cubicBezTo>
                    <a:pt x="1483" y="22439"/>
                    <a:pt x="1476" y="22420"/>
                    <a:pt x="1474" y="22420"/>
                  </a:cubicBezTo>
                  <a:lnTo>
                    <a:pt x="1474" y="22420"/>
                  </a:lnTo>
                  <a:cubicBezTo>
                    <a:pt x="1474" y="22420"/>
                    <a:pt x="1474" y="22420"/>
                    <a:pt x="1473" y="22421"/>
                  </a:cubicBezTo>
                  <a:lnTo>
                    <a:pt x="1473" y="22421"/>
                  </a:lnTo>
                  <a:lnTo>
                    <a:pt x="1472" y="22418"/>
                  </a:lnTo>
                  <a:cubicBezTo>
                    <a:pt x="1430" y="22207"/>
                    <a:pt x="1413" y="22139"/>
                    <a:pt x="1430" y="22139"/>
                  </a:cubicBezTo>
                  <a:cubicBezTo>
                    <a:pt x="1371" y="21852"/>
                    <a:pt x="1303" y="21547"/>
                    <a:pt x="1236" y="21259"/>
                  </a:cubicBezTo>
                  <a:cubicBezTo>
                    <a:pt x="1168" y="20972"/>
                    <a:pt x="1100" y="20684"/>
                    <a:pt x="1041" y="20447"/>
                  </a:cubicBezTo>
                  <a:lnTo>
                    <a:pt x="1041" y="20447"/>
                  </a:lnTo>
                  <a:cubicBezTo>
                    <a:pt x="1081" y="20640"/>
                    <a:pt x="1088" y="20692"/>
                    <a:pt x="1084" y="20692"/>
                  </a:cubicBezTo>
                  <a:cubicBezTo>
                    <a:pt x="1078" y="20692"/>
                    <a:pt x="1054" y="20614"/>
                    <a:pt x="1049" y="20614"/>
                  </a:cubicBezTo>
                  <a:lnTo>
                    <a:pt x="1049" y="20614"/>
                  </a:lnTo>
                  <a:cubicBezTo>
                    <a:pt x="1045" y="20614"/>
                    <a:pt x="1053" y="20665"/>
                    <a:pt x="1092" y="20853"/>
                  </a:cubicBezTo>
                  <a:cubicBezTo>
                    <a:pt x="1033" y="20676"/>
                    <a:pt x="965" y="20278"/>
                    <a:pt x="889" y="19897"/>
                  </a:cubicBezTo>
                  <a:lnTo>
                    <a:pt x="889" y="19897"/>
                  </a:lnTo>
                  <a:cubicBezTo>
                    <a:pt x="903" y="19968"/>
                    <a:pt x="911" y="19993"/>
                    <a:pt x="914" y="19993"/>
                  </a:cubicBezTo>
                  <a:cubicBezTo>
                    <a:pt x="922" y="19993"/>
                    <a:pt x="908" y="19855"/>
                    <a:pt x="914" y="19855"/>
                  </a:cubicBezTo>
                  <a:lnTo>
                    <a:pt x="914" y="19855"/>
                  </a:lnTo>
                  <a:cubicBezTo>
                    <a:pt x="918" y="19855"/>
                    <a:pt x="935" y="19935"/>
                    <a:pt x="982" y="20219"/>
                  </a:cubicBezTo>
                  <a:cubicBezTo>
                    <a:pt x="999" y="20092"/>
                    <a:pt x="906" y="19821"/>
                    <a:pt x="846" y="19458"/>
                  </a:cubicBezTo>
                  <a:lnTo>
                    <a:pt x="846" y="19458"/>
                  </a:lnTo>
                  <a:cubicBezTo>
                    <a:pt x="887" y="19636"/>
                    <a:pt x="974" y="20009"/>
                    <a:pt x="981" y="20009"/>
                  </a:cubicBezTo>
                  <a:cubicBezTo>
                    <a:pt x="982" y="20009"/>
                    <a:pt x="982" y="20009"/>
                    <a:pt x="982" y="20007"/>
                  </a:cubicBezTo>
                  <a:cubicBezTo>
                    <a:pt x="830" y="19474"/>
                    <a:pt x="728" y="18265"/>
                    <a:pt x="660" y="18053"/>
                  </a:cubicBezTo>
                  <a:cubicBezTo>
                    <a:pt x="584" y="17664"/>
                    <a:pt x="491" y="17055"/>
                    <a:pt x="407" y="16573"/>
                  </a:cubicBezTo>
                  <a:cubicBezTo>
                    <a:pt x="398" y="16336"/>
                    <a:pt x="381" y="16074"/>
                    <a:pt x="356" y="15812"/>
                  </a:cubicBezTo>
                  <a:cubicBezTo>
                    <a:pt x="339" y="15549"/>
                    <a:pt x="305" y="15279"/>
                    <a:pt x="305" y="15008"/>
                  </a:cubicBezTo>
                  <a:lnTo>
                    <a:pt x="305" y="15008"/>
                  </a:lnTo>
                  <a:lnTo>
                    <a:pt x="322" y="15101"/>
                  </a:lnTo>
                  <a:cubicBezTo>
                    <a:pt x="314" y="14796"/>
                    <a:pt x="271" y="14314"/>
                    <a:pt x="254" y="13857"/>
                  </a:cubicBezTo>
                  <a:cubicBezTo>
                    <a:pt x="263" y="13824"/>
                    <a:pt x="271" y="13790"/>
                    <a:pt x="280" y="13756"/>
                  </a:cubicBezTo>
                  <a:cubicBezTo>
                    <a:pt x="263" y="13443"/>
                    <a:pt x="246" y="12859"/>
                    <a:pt x="246" y="12377"/>
                  </a:cubicBezTo>
                  <a:cubicBezTo>
                    <a:pt x="232" y="12377"/>
                    <a:pt x="241" y="12663"/>
                    <a:pt x="231" y="12663"/>
                  </a:cubicBezTo>
                  <a:cubicBezTo>
                    <a:pt x="229" y="12663"/>
                    <a:pt x="225" y="12646"/>
                    <a:pt x="220" y="12605"/>
                  </a:cubicBezTo>
                  <a:lnTo>
                    <a:pt x="220" y="12605"/>
                  </a:lnTo>
                  <a:cubicBezTo>
                    <a:pt x="228" y="12805"/>
                    <a:pt x="229" y="12980"/>
                    <a:pt x="239" y="12980"/>
                  </a:cubicBezTo>
                  <a:cubicBezTo>
                    <a:pt x="241" y="12980"/>
                    <a:pt x="243" y="12974"/>
                    <a:pt x="246" y="12961"/>
                  </a:cubicBezTo>
                  <a:lnTo>
                    <a:pt x="246" y="12961"/>
                  </a:lnTo>
                  <a:cubicBezTo>
                    <a:pt x="246" y="13198"/>
                    <a:pt x="229" y="13206"/>
                    <a:pt x="220" y="13409"/>
                  </a:cubicBezTo>
                  <a:lnTo>
                    <a:pt x="187" y="12479"/>
                  </a:lnTo>
                  <a:cubicBezTo>
                    <a:pt x="187" y="12445"/>
                    <a:pt x="187" y="12411"/>
                    <a:pt x="187" y="12377"/>
                  </a:cubicBezTo>
                  <a:lnTo>
                    <a:pt x="161" y="12309"/>
                  </a:lnTo>
                  <a:cubicBezTo>
                    <a:pt x="168" y="12114"/>
                    <a:pt x="175" y="12028"/>
                    <a:pt x="182" y="12028"/>
                  </a:cubicBezTo>
                  <a:cubicBezTo>
                    <a:pt x="184" y="12028"/>
                    <a:pt x="185" y="12031"/>
                    <a:pt x="187" y="12039"/>
                  </a:cubicBezTo>
                  <a:cubicBezTo>
                    <a:pt x="187" y="11776"/>
                    <a:pt x="170" y="11607"/>
                    <a:pt x="170" y="11430"/>
                  </a:cubicBezTo>
                  <a:cubicBezTo>
                    <a:pt x="161" y="11218"/>
                    <a:pt x="170" y="11007"/>
                    <a:pt x="178" y="10795"/>
                  </a:cubicBezTo>
                  <a:cubicBezTo>
                    <a:pt x="187" y="11024"/>
                    <a:pt x="204" y="11176"/>
                    <a:pt x="195" y="11565"/>
                  </a:cubicBezTo>
                  <a:cubicBezTo>
                    <a:pt x="204" y="11353"/>
                    <a:pt x="204" y="11150"/>
                    <a:pt x="212" y="10939"/>
                  </a:cubicBezTo>
                  <a:lnTo>
                    <a:pt x="212" y="10939"/>
                  </a:lnTo>
                  <a:cubicBezTo>
                    <a:pt x="220" y="11204"/>
                    <a:pt x="206" y="12145"/>
                    <a:pt x="237" y="12145"/>
                  </a:cubicBezTo>
                  <a:cubicBezTo>
                    <a:pt x="240" y="12145"/>
                    <a:pt x="243" y="12138"/>
                    <a:pt x="246" y="12123"/>
                  </a:cubicBezTo>
                  <a:cubicBezTo>
                    <a:pt x="246" y="11776"/>
                    <a:pt x="229" y="11353"/>
                    <a:pt x="246" y="10947"/>
                  </a:cubicBezTo>
                  <a:cubicBezTo>
                    <a:pt x="254" y="10533"/>
                    <a:pt x="263" y="10135"/>
                    <a:pt x="263" y="9831"/>
                  </a:cubicBezTo>
                  <a:cubicBezTo>
                    <a:pt x="280" y="9678"/>
                    <a:pt x="297" y="9475"/>
                    <a:pt x="314" y="9256"/>
                  </a:cubicBezTo>
                  <a:cubicBezTo>
                    <a:pt x="330" y="9027"/>
                    <a:pt x="347" y="8782"/>
                    <a:pt x="381" y="8520"/>
                  </a:cubicBezTo>
                  <a:cubicBezTo>
                    <a:pt x="388" y="8466"/>
                    <a:pt x="405" y="8356"/>
                    <a:pt x="412" y="8356"/>
                  </a:cubicBezTo>
                  <a:cubicBezTo>
                    <a:pt x="414" y="8356"/>
                    <a:pt x="415" y="8364"/>
                    <a:pt x="415" y="8384"/>
                  </a:cubicBezTo>
                  <a:lnTo>
                    <a:pt x="407" y="8536"/>
                  </a:lnTo>
                  <a:cubicBezTo>
                    <a:pt x="415" y="8443"/>
                    <a:pt x="423" y="8359"/>
                    <a:pt x="432" y="8266"/>
                  </a:cubicBezTo>
                  <a:lnTo>
                    <a:pt x="457" y="8004"/>
                  </a:lnTo>
                  <a:cubicBezTo>
                    <a:pt x="483" y="7817"/>
                    <a:pt x="500" y="7631"/>
                    <a:pt x="517" y="7454"/>
                  </a:cubicBezTo>
                  <a:cubicBezTo>
                    <a:pt x="533" y="7276"/>
                    <a:pt x="550" y="7098"/>
                    <a:pt x="576" y="6929"/>
                  </a:cubicBezTo>
                  <a:cubicBezTo>
                    <a:pt x="593" y="6760"/>
                    <a:pt x="618" y="6591"/>
                    <a:pt x="635" y="6439"/>
                  </a:cubicBezTo>
                  <a:lnTo>
                    <a:pt x="711" y="6134"/>
                  </a:lnTo>
                  <a:cubicBezTo>
                    <a:pt x="778" y="5759"/>
                    <a:pt x="784" y="5678"/>
                    <a:pt x="775" y="5678"/>
                  </a:cubicBezTo>
                  <a:lnTo>
                    <a:pt x="775" y="5678"/>
                  </a:lnTo>
                  <a:cubicBezTo>
                    <a:pt x="772" y="5678"/>
                    <a:pt x="767" y="5691"/>
                    <a:pt x="762" y="5703"/>
                  </a:cubicBezTo>
                  <a:cubicBezTo>
                    <a:pt x="752" y="5712"/>
                    <a:pt x="746" y="5724"/>
                    <a:pt x="741" y="5724"/>
                  </a:cubicBezTo>
                  <a:cubicBezTo>
                    <a:pt x="738" y="5724"/>
                    <a:pt x="736" y="5717"/>
                    <a:pt x="736" y="5694"/>
                  </a:cubicBezTo>
                  <a:cubicBezTo>
                    <a:pt x="753" y="5542"/>
                    <a:pt x="770" y="5398"/>
                    <a:pt x="804" y="5246"/>
                  </a:cubicBezTo>
                  <a:cubicBezTo>
                    <a:pt x="889" y="5000"/>
                    <a:pt x="1075" y="3943"/>
                    <a:pt x="1126" y="3909"/>
                  </a:cubicBezTo>
                  <a:cubicBezTo>
                    <a:pt x="1168" y="3706"/>
                    <a:pt x="1185" y="3622"/>
                    <a:pt x="1176" y="3588"/>
                  </a:cubicBezTo>
                  <a:lnTo>
                    <a:pt x="1176" y="3588"/>
                  </a:lnTo>
                  <a:cubicBezTo>
                    <a:pt x="1136" y="3728"/>
                    <a:pt x="1076" y="4003"/>
                    <a:pt x="1064" y="4003"/>
                  </a:cubicBezTo>
                  <a:cubicBezTo>
                    <a:pt x="1061" y="4003"/>
                    <a:pt x="1061" y="3983"/>
                    <a:pt x="1066" y="3935"/>
                  </a:cubicBezTo>
                  <a:cubicBezTo>
                    <a:pt x="1143" y="3571"/>
                    <a:pt x="1202" y="3402"/>
                    <a:pt x="1269" y="3114"/>
                  </a:cubicBezTo>
                  <a:lnTo>
                    <a:pt x="1269" y="3114"/>
                  </a:lnTo>
                  <a:cubicBezTo>
                    <a:pt x="1269" y="3134"/>
                    <a:pt x="1248" y="3265"/>
                    <a:pt x="1252" y="3265"/>
                  </a:cubicBezTo>
                  <a:cubicBezTo>
                    <a:pt x="1253" y="3265"/>
                    <a:pt x="1256" y="3256"/>
                    <a:pt x="1261" y="3232"/>
                  </a:cubicBezTo>
                  <a:cubicBezTo>
                    <a:pt x="1295" y="3055"/>
                    <a:pt x="1346" y="2843"/>
                    <a:pt x="1405" y="2615"/>
                  </a:cubicBezTo>
                  <a:cubicBezTo>
                    <a:pt x="1464" y="2386"/>
                    <a:pt x="1523" y="2133"/>
                    <a:pt x="1591" y="1887"/>
                  </a:cubicBezTo>
                  <a:cubicBezTo>
                    <a:pt x="1709" y="1388"/>
                    <a:pt x="1862" y="906"/>
                    <a:pt x="1938" y="568"/>
                  </a:cubicBezTo>
                  <a:lnTo>
                    <a:pt x="1938" y="568"/>
                  </a:lnTo>
                  <a:cubicBezTo>
                    <a:pt x="1870" y="822"/>
                    <a:pt x="1878" y="855"/>
                    <a:pt x="1760" y="1177"/>
                  </a:cubicBezTo>
                  <a:cubicBezTo>
                    <a:pt x="1777" y="1092"/>
                    <a:pt x="1794" y="1008"/>
                    <a:pt x="1819" y="923"/>
                  </a:cubicBezTo>
                  <a:lnTo>
                    <a:pt x="1819" y="923"/>
                  </a:lnTo>
                  <a:cubicBezTo>
                    <a:pt x="1785" y="991"/>
                    <a:pt x="1760" y="1067"/>
                    <a:pt x="1752" y="1151"/>
                  </a:cubicBezTo>
                  <a:cubicBezTo>
                    <a:pt x="1709" y="1270"/>
                    <a:pt x="1667" y="1431"/>
                    <a:pt x="1616" y="1608"/>
                  </a:cubicBezTo>
                  <a:cubicBezTo>
                    <a:pt x="1650" y="1405"/>
                    <a:pt x="1709" y="1211"/>
                    <a:pt x="1760" y="1016"/>
                  </a:cubicBezTo>
                  <a:lnTo>
                    <a:pt x="1760" y="1016"/>
                  </a:lnTo>
                  <a:lnTo>
                    <a:pt x="1633" y="1338"/>
                  </a:lnTo>
                  <a:lnTo>
                    <a:pt x="198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3"/>
            <p:cNvSpPr/>
            <p:nvPr/>
          </p:nvSpPr>
          <p:spPr>
            <a:xfrm flipH="1" rot="-4661111">
              <a:off x="4915691" y="3229509"/>
              <a:ext cx="23131" cy="4591"/>
            </a:xfrm>
            <a:custGeom>
              <a:rect b="b" l="l" r="r" t="t"/>
              <a:pathLst>
                <a:path extrusionOk="0" h="104" w="524">
                  <a:moveTo>
                    <a:pt x="455" y="1"/>
                  </a:moveTo>
                  <a:cubicBezTo>
                    <a:pt x="371" y="26"/>
                    <a:pt x="286" y="51"/>
                    <a:pt x="193" y="60"/>
                  </a:cubicBezTo>
                  <a:cubicBezTo>
                    <a:pt x="91" y="82"/>
                    <a:pt x="1" y="104"/>
                    <a:pt x="39" y="104"/>
                  </a:cubicBezTo>
                  <a:cubicBezTo>
                    <a:pt x="45" y="104"/>
                    <a:pt x="54" y="103"/>
                    <a:pt x="66" y="102"/>
                  </a:cubicBezTo>
                  <a:cubicBezTo>
                    <a:pt x="202" y="77"/>
                    <a:pt x="523" y="9"/>
                    <a:pt x="45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3"/>
            <p:cNvSpPr/>
            <p:nvPr/>
          </p:nvSpPr>
          <p:spPr>
            <a:xfrm flipH="1" rot="-4661111">
              <a:off x="4917066" y="3236263"/>
              <a:ext cx="17569" cy="3752"/>
            </a:xfrm>
            <a:custGeom>
              <a:rect b="b" l="l" r="r" t="t"/>
              <a:pathLst>
                <a:path extrusionOk="0" h="85" w="398">
                  <a:moveTo>
                    <a:pt x="398" y="0"/>
                  </a:moveTo>
                  <a:cubicBezTo>
                    <a:pt x="343" y="9"/>
                    <a:pt x="311" y="16"/>
                    <a:pt x="292" y="22"/>
                  </a:cubicBezTo>
                  <a:lnTo>
                    <a:pt x="292" y="22"/>
                  </a:lnTo>
                  <a:cubicBezTo>
                    <a:pt x="327" y="14"/>
                    <a:pt x="362" y="7"/>
                    <a:pt x="398" y="0"/>
                  </a:cubicBezTo>
                  <a:close/>
                  <a:moveTo>
                    <a:pt x="292" y="22"/>
                  </a:moveTo>
                  <a:cubicBezTo>
                    <a:pt x="194" y="43"/>
                    <a:pt x="100" y="66"/>
                    <a:pt x="0" y="85"/>
                  </a:cubicBezTo>
                  <a:cubicBezTo>
                    <a:pt x="85" y="76"/>
                    <a:pt x="169" y="59"/>
                    <a:pt x="245" y="42"/>
                  </a:cubicBezTo>
                  <a:cubicBezTo>
                    <a:pt x="262" y="37"/>
                    <a:pt x="257" y="32"/>
                    <a:pt x="292" y="2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3"/>
            <p:cNvSpPr/>
            <p:nvPr/>
          </p:nvSpPr>
          <p:spPr>
            <a:xfrm flipH="1" rot="-4661111">
              <a:off x="4885627" y="3278146"/>
              <a:ext cx="55311" cy="14214"/>
            </a:xfrm>
            <a:custGeom>
              <a:rect b="b" l="l" r="r" t="t"/>
              <a:pathLst>
                <a:path extrusionOk="0" h="322" w="1253">
                  <a:moveTo>
                    <a:pt x="669" y="118"/>
                  </a:moveTo>
                  <a:lnTo>
                    <a:pt x="669" y="118"/>
                  </a:lnTo>
                  <a:cubicBezTo>
                    <a:pt x="614" y="129"/>
                    <a:pt x="559" y="139"/>
                    <a:pt x="505" y="151"/>
                  </a:cubicBezTo>
                  <a:lnTo>
                    <a:pt x="505" y="151"/>
                  </a:lnTo>
                  <a:cubicBezTo>
                    <a:pt x="517" y="148"/>
                    <a:pt x="530" y="146"/>
                    <a:pt x="542" y="144"/>
                  </a:cubicBezTo>
                  <a:cubicBezTo>
                    <a:pt x="585" y="136"/>
                    <a:pt x="628" y="128"/>
                    <a:pt x="671" y="119"/>
                  </a:cubicBezTo>
                  <a:lnTo>
                    <a:pt x="671" y="119"/>
                  </a:lnTo>
                  <a:cubicBezTo>
                    <a:pt x="671" y="119"/>
                    <a:pt x="670" y="119"/>
                    <a:pt x="669" y="118"/>
                  </a:cubicBezTo>
                  <a:close/>
                  <a:moveTo>
                    <a:pt x="505" y="151"/>
                  </a:moveTo>
                  <a:cubicBezTo>
                    <a:pt x="241" y="201"/>
                    <a:pt x="9" y="263"/>
                    <a:pt x="9" y="279"/>
                  </a:cubicBezTo>
                  <a:cubicBezTo>
                    <a:pt x="170" y="228"/>
                    <a:pt x="335" y="186"/>
                    <a:pt x="505" y="151"/>
                  </a:cubicBezTo>
                  <a:close/>
                  <a:moveTo>
                    <a:pt x="1253" y="0"/>
                  </a:moveTo>
                  <a:cubicBezTo>
                    <a:pt x="1145" y="14"/>
                    <a:pt x="910" y="71"/>
                    <a:pt x="671" y="119"/>
                  </a:cubicBezTo>
                  <a:lnTo>
                    <a:pt x="671" y="119"/>
                  </a:lnTo>
                  <a:cubicBezTo>
                    <a:pt x="788" y="153"/>
                    <a:pt x="135" y="246"/>
                    <a:pt x="1" y="321"/>
                  </a:cubicBezTo>
                  <a:cubicBezTo>
                    <a:pt x="593" y="203"/>
                    <a:pt x="771" y="127"/>
                    <a:pt x="12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3"/>
            <p:cNvSpPr/>
            <p:nvPr/>
          </p:nvSpPr>
          <p:spPr>
            <a:xfrm flipH="1" rot="-4661111">
              <a:off x="4920788" y="3254086"/>
              <a:ext cx="16112" cy="3796"/>
            </a:xfrm>
            <a:custGeom>
              <a:rect b="b" l="l" r="r" t="t"/>
              <a:pathLst>
                <a:path extrusionOk="0" h="86" w="365">
                  <a:moveTo>
                    <a:pt x="364" y="0"/>
                  </a:moveTo>
                  <a:lnTo>
                    <a:pt x="331" y="9"/>
                  </a:lnTo>
                  <a:lnTo>
                    <a:pt x="1" y="85"/>
                  </a:lnTo>
                  <a:lnTo>
                    <a:pt x="34" y="85"/>
                  </a:lnTo>
                  <a:lnTo>
                    <a:pt x="36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3"/>
            <p:cNvSpPr/>
            <p:nvPr/>
          </p:nvSpPr>
          <p:spPr>
            <a:xfrm flipH="1" rot="-4661111">
              <a:off x="4920295" y="3371077"/>
              <a:ext cx="13993" cy="13111"/>
            </a:xfrm>
            <a:custGeom>
              <a:rect b="b" l="l" r="r" t="t"/>
              <a:pathLst>
                <a:path extrusionOk="0" h="297" w="317">
                  <a:moveTo>
                    <a:pt x="305" y="1"/>
                  </a:moveTo>
                  <a:lnTo>
                    <a:pt x="305" y="1"/>
                  </a:lnTo>
                  <a:cubicBezTo>
                    <a:pt x="299" y="6"/>
                    <a:pt x="294" y="11"/>
                    <a:pt x="289" y="16"/>
                  </a:cubicBezTo>
                  <a:lnTo>
                    <a:pt x="289" y="16"/>
                  </a:lnTo>
                  <a:cubicBezTo>
                    <a:pt x="295" y="11"/>
                    <a:pt x="300" y="6"/>
                    <a:pt x="305" y="1"/>
                  </a:cubicBezTo>
                  <a:close/>
                  <a:moveTo>
                    <a:pt x="221" y="43"/>
                  </a:moveTo>
                  <a:cubicBezTo>
                    <a:pt x="220" y="44"/>
                    <a:pt x="220" y="44"/>
                    <a:pt x="219" y="45"/>
                  </a:cubicBezTo>
                  <a:lnTo>
                    <a:pt x="219" y="45"/>
                  </a:lnTo>
                  <a:cubicBezTo>
                    <a:pt x="220" y="44"/>
                    <a:pt x="220" y="44"/>
                    <a:pt x="221" y="43"/>
                  </a:cubicBezTo>
                  <a:close/>
                  <a:moveTo>
                    <a:pt x="197" y="170"/>
                  </a:moveTo>
                  <a:lnTo>
                    <a:pt x="197" y="170"/>
                  </a:lnTo>
                  <a:cubicBezTo>
                    <a:pt x="194" y="173"/>
                    <a:pt x="190" y="176"/>
                    <a:pt x="187" y="178"/>
                  </a:cubicBezTo>
                  <a:cubicBezTo>
                    <a:pt x="191" y="176"/>
                    <a:pt x="194" y="173"/>
                    <a:pt x="197" y="170"/>
                  </a:cubicBezTo>
                  <a:close/>
                  <a:moveTo>
                    <a:pt x="289" y="16"/>
                  </a:moveTo>
                  <a:lnTo>
                    <a:pt x="289" y="16"/>
                  </a:lnTo>
                  <a:cubicBezTo>
                    <a:pt x="284" y="19"/>
                    <a:pt x="278" y="23"/>
                    <a:pt x="271" y="26"/>
                  </a:cubicBezTo>
                  <a:cubicBezTo>
                    <a:pt x="255" y="42"/>
                    <a:pt x="236" y="48"/>
                    <a:pt x="226" y="48"/>
                  </a:cubicBezTo>
                  <a:cubicBezTo>
                    <a:pt x="221" y="48"/>
                    <a:pt x="218" y="47"/>
                    <a:pt x="219" y="45"/>
                  </a:cubicBezTo>
                  <a:lnTo>
                    <a:pt x="219" y="45"/>
                  </a:lnTo>
                  <a:cubicBezTo>
                    <a:pt x="178" y="102"/>
                    <a:pt x="161" y="86"/>
                    <a:pt x="178" y="119"/>
                  </a:cubicBezTo>
                  <a:cubicBezTo>
                    <a:pt x="164" y="142"/>
                    <a:pt x="140" y="156"/>
                    <a:pt x="127" y="156"/>
                  </a:cubicBezTo>
                  <a:cubicBezTo>
                    <a:pt x="116" y="156"/>
                    <a:pt x="112" y="147"/>
                    <a:pt x="127" y="128"/>
                  </a:cubicBezTo>
                  <a:lnTo>
                    <a:pt x="127" y="128"/>
                  </a:lnTo>
                  <a:lnTo>
                    <a:pt x="34" y="229"/>
                  </a:lnTo>
                  <a:lnTo>
                    <a:pt x="102" y="187"/>
                  </a:lnTo>
                  <a:lnTo>
                    <a:pt x="102" y="187"/>
                  </a:lnTo>
                  <a:cubicBezTo>
                    <a:pt x="102" y="221"/>
                    <a:pt x="1" y="255"/>
                    <a:pt x="1" y="297"/>
                  </a:cubicBezTo>
                  <a:lnTo>
                    <a:pt x="111" y="212"/>
                  </a:lnTo>
                  <a:lnTo>
                    <a:pt x="111" y="221"/>
                  </a:lnTo>
                  <a:cubicBezTo>
                    <a:pt x="136" y="187"/>
                    <a:pt x="170" y="162"/>
                    <a:pt x="204" y="145"/>
                  </a:cubicBezTo>
                  <a:lnTo>
                    <a:pt x="204" y="145"/>
                  </a:lnTo>
                  <a:cubicBezTo>
                    <a:pt x="204" y="152"/>
                    <a:pt x="209" y="159"/>
                    <a:pt x="197" y="170"/>
                  </a:cubicBezTo>
                  <a:lnTo>
                    <a:pt x="197" y="170"/>
                  </a:lnTo>
                  <a:cubicBezTo>
                    <a:pt x="317" y="75"/>
                    <a:pt x="203" y="97"/>
                    <a:pt x="289" y="1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3"/>
            <p:cNvSpPr/>
            <p:nvPr/>
          </p:nvSpPr>
          <p:spPr>
            <a:xfrm flipH="1" rot="-4661111">
              <a:off x="4907810" y="3381441"/>
              <a:ext cx="13508" cy="14611"/>
            </a:xfrm>
            <a:custGeom>
              <a:rect b="b" l="l" r="r" t="t"/>
              <a:pathLst>
                <a:path extrusionOk="0" h="331" w="306">
                  <a:moveTo>
                    <a:pt x="263" y="0"/>
                  </a:moveTo>
                  <a:lnTo>
                    <a:pt x="263" y="0"/>
                  </a:lnTo>
                  <a:cubicBezTo>
                    <a:pt x="204" y="51"/>
                    <a:pt x="187" y="60"/>
                    <a:pt x="161" y="102"/>
                  </a:cubicBezTo>
                  <a:cubicBezTo>
                    <a:pt x="119" y="136"/>
                    <a:pt x="77" y="170"/>
                    <a:pt x="26" y="187"/>
                  </a:cubicBezTo>
                  <a:cubicBezTo>
                    <a:pt x="9" y="204"/>
                    <a:pt x="17" y="220"/>
                    <a:pt x="1" y="237"/>
                  </a:cubicBezTo>
                  <a:lnTo>
                    <a:pt x="9" y="229"/>
                  </a:lnTo>
                  <a:lnTo>
                    <a:pt x="43" y="263"/>
                  </a:lnTo>
                  <a:cubicBezTo>
                    <a:pt x="51" y="246"/>
                    <a:pt x="77" y="229"/>
                    <a:pt x="94" y="212"/>
                  </a:cubicBezTo>
                  <a:lnTo>
                    <a:pt x="94" y="212"/>
                  </a:lnTo>
                  <a:lnTo>
                    <a:pt x="34" y="330"/>
                  </a:lnTo>
                  <a:cubicBezTo>
                    <a:pt x="37" y="331"/>
                    <a:pt x="39" y="331"/>
                    <a:pt x="41" y="331"/>
                  </a:cubicBezTo>
                  <a:cubicBezTo>
                    <a:pt x="92" y="331"/>
                    <a:pt x="172" y="245"/>
                    <a:pt x="212" y="229"/>
                  </a:cubicBezTo>
                  <a:lnTo>
                    <a:pt x="212" y="229"/>
                  </a:lnTo>
                  <a:cubicBezTo>
                    <a:pt x="202" y="231"/>
                    <a:pt x="195" y="232"/>
                    <a:pt x="191" y="232"/>
                  </a:cubicBezTo>
                  <a:cubicBezTo>
                    <a:pt x="176" y="232"/>
                    <a:pt x="192" y="220"/>
                    <a:pt x="182" y="220"/>
                  </a:cubicBezTo>
                  <a:cubicBezTo>
                    <a:pt x="176" y="220"/>
                    <a:pt x="162" y="224"/>
                    <a:pt x="127" y="237"/>
                  </a:cubicBezTo>
                  <a:lnTo>
                    <a:pt x="153" y="170"/>
                  </a:lnTo>
                  <a:lnTo>
                    <a:pt x="237" y="119"/>
                  </a:lnTo>
                  <a:cubicBezTo>
                    <a:pt x="231" y="105"/>
                    <a:pt x="262" y="70"/>
                    <a:pt x="253" y="70"/>
                  </a:cubicBezTo>
                  <a:cubicBezTo>
                    <a:pt x="250" y="70"/>
                    <a:pt x="246" y="72"/>
                    <a:pt x="237" y="77"/>
                  </a:cubicBezTo>
                  <a:cubicBezTo>
                    <a:pt x="229" y="85"/>
                    <a:pt x="221" y="94"/>
                    <a:pt x="204" y="102"/>
                  </a:cubicBezTo>
                  <a:cubicBezTo>
                    <a:pt x="195" y="77"/>
                    <a:pt x="305" y="9"/>
                    <a:pt x="26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3"/>
            <p:cNvSpPr/>
            <p:nvPr/>
          </p:nvSpPr>
          <p:spPr>
            <a:xfrm flipH="1" rot="-4661111">
              <a:off x="4919502" y="3382556"/>
              <a:ext cx="44" cy="44"/>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3"/>
            <p:cNvSpPr/>
            <p:nvPr/>
          </p:nvSpPr>
          <p:spPr>
            <a:xfrm flipH="1" rot="-4661111">
              <a:off x="4758445" y="3194349"/>
              <a:ext cx="1942" cy="353"/>
            </a:xfrm>
            <a:custGeom>
              <a:rect b="b" l="l" r="r" t="t"/>
              <a:pathLst>
                <a:path extrusionOk="0" h="8" w="44">
                  <a:moveTo>
                    <a:pt x="22" y="1"/>
                  </a:moveTo>
                  <a:cubicBezTo>
                    <a:pt x="16" y="1"/>
                    <a:pt x="9" y="3"/>
                    <a:pt x="1" y="7"/>
                  </a:cubicBezTo>
                  <a:lnTo>
                    <a:pt x="43" y="7"/>
                  </a:lnTo>
                  <a:cubicBezTo>
                    <a:pt x="35" y="3"/>
                    <a:pt x="28" y="1"/>
                    <a:pt x="2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3"/>
            <p:cNvSpPr/>
            <p:nvPr/>
          </p:nvSpPr>
          <p:spPr>
            <a:xfrm flipH="1" rot="-4661111">
              <a:off x="4738627" y="3443888"/>
              <a:ext cx="2649" cy="1148"/>
            </a:xfrm>
            <a:custGeom>
              <a:rect b="b" l="l" r="r" t="t"/>
              <a:pathLst>
                <a:path extrusionOk="0" h="26" w="60">
                  <a:moveTo>
                    <a:pt x="59" y="1"/>
                  </a:moveTo>
                  <a:cubicBezTo>
                    <a:pt x="53" y="3"/>
                    <a:pt x="47" y="5"/>
                    <a:pt x="42" y="8"/>
                  </a:cubicBezTo>
                  <a:lnTo>
                    <a:pt x="42" y="8"/>
                  </a:lnTo>
                  <a:lnTo>
                    <a:pt x="59" y="1"/>
                  </a:lnTo>
                  <a:close/>
                  <a:moveTo>
                    <a:pt x="42" y="8"/>
                  </a:moveTo>
                  <a:lnTo>
                    <a:pt x="0" y="26"/>
                  </a:lnTo>
                  <a:cubicBezTo>
                    <a:pt x="13" y="26"/>
                    <a:pt x="25" y="16"/>
                    <a:pt x="42" y="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3"/>
            <p:cNvSpPr/>
            <p:nvPr/>
          </p:nvSpPr>
          <p:spPr>
            <a:xfrm flipH="1" rot="-4661111">
              <a:off x="4754819" y="3389385"/>
              <a:ext cx="44" cy="44"/>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3"/>
            <p:cNvSpPr/>
            <p:nvPr/>
          </p:nvSpPr>
          <p:spPr>
            <a:xfrm flipH="1" rot="-4661111">
              <a:off x="4748838" y="3271513"/>
              <a:ext cx="44" cy="44"/>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3"/>
            <p:cNvSpPr/>
            <p:nvPr/>
          </p:nvSpPr>
          <p:spPr>
            <a:xfrm flipH="1" rot="-4661111">
              <a:off x="4747541" y="3272205"/>
              <a:ext cx="1898" cy="397"/>
            </a:xfrm>
            <a:custGeom>
              <a:rect b="b" l="l" r="r" t="t"/>
              <a:pathLst>
                <a:path extrusionOk="0" h="9" w="43">
                  <a:moveTo>
                    <a:pt x="9" y="0"/>
                  </a:moveTo>
                  <a:lnTo>
                    <a:pt x="0" y="9"/>
                  </a:lnTo>
                  <a:cubicBezTo>
                    <a:pt x="9" y="9"/>
                    <a:pt x="43"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3"/>
            <p:cNvSpPr/>
            <p:nvPr/>
          </p:nvSpPr>
          <p:spPr>
            <a:xfrm flipH="1" rot="-4661111">
              <a:off x="4712906" y="3400184"/>
              <a:ext cx="77206" cy="11875"/>
            </a:xfrm>
            <a:custGeom>
              <a:rect b="b" l="l" r="r" t="t"/>
              <a:pathLst>
                <a:path extrusionOk="0" h="269" w="1749">
                  <a:moveTo>
                    <a:pt x="615" y="94"/>
                  </a:moveTo>
                  <a:lnTo>
                    <a:pt x="615" y="94"/>
                  </a:lnTo>
                  <a:cubicBezTo>
                    <a:pt x="573" y="102"/>
                    <a:pt x="531" y="111"/>
                    <a:pt x="489" y="119"/>
                  </a:cubicBezTo>
                  <a:cubicBezTo>
                    <a:pt x="498" y="119"/>
                    <a:pt x="507" y="119"/>
                    <a:pt x="515" y="119"/>
                  </a:cubicBezTo>
                  <a:cubicBezTo>
                    <a:pt x="563" y="119"/>
                    <a:pt x="573" y="127"/>
                    <a:pt x="572" y="138"/>
                  </a:cubicBezTo>
                  <a:lnTo>
                    <a:pt x="572" y="138"/>
                  </a:lnTo>
                  <a:cubicBezTo>
                    <a:pt x="582" y="124"/>
                    <a:pt x="683" y="105"/>
                    <a:pt x="615" y="94"/>
                  </a:cubicBezTo>
                  <a:close/>
                  <a:moveTo>
                    <a:pt x="572" y="138"/>
                  </a:moveTo>
                  <a:cubicBezTo>
                    <a:pt x="571" y="139"/>
                    <a:pt x="571" y="140"/>
                    <a:pt x="571" y="141"/>
                  </a:cubicBezTo>
                  <a:lnTo>
                    <a:pt x="571" y="141"/>
                  </a:lnTo>
                  <a:cubicBezTo>
                    <a:pt x="571" y="140"/>
                    <a:pt x="572" y="139"/>
                    <a:pt x="572" y="138"/>
                  </a:cubicBezTo>
                  <a:close/>
                  <a:moveTo>
                    <a:pt x="612" y="205"/>
                  </a:moveTo>
                  <a:lnTo>
                    <a:pt x="612" y="205"/>
                  </a:lnTo>
                  <a:cubicBezTo>
                    <a:pt x="589" y="207"/>
                    <a:pt x="567" y="211"/>
                    <a:pt x="544" y="215"/>
                  </a:cubicBezTo>
                  <a:lnTo>
                    <a:pt x="544" y="215"/>
                  </a:lnTo>
                  <a:cubicBezTo>
                    <a:pt x="569" y="215"/>
                    <a:pt x="593" y="212"/>
                    <a:pt x="612" y="205"/>
                  </a:cubicBezTo>
                  <a:close/>
                  <a:moveTo>
                    <a:pt x="145" y="238"/>
                  </a:moveTo>
                  <a:cubicBezTo>
                    <a:pt x="148" y="243"/>
                    <a:pt x="153" y="246"/>
                    <a:pt x="159" y="246"/>
                  </a:cubicBezTo>
                  <a:cubicBezTo>
                    <a:pt x="156" y="243"/>
                    <a:pt x="151" y="240"/>
                    <a:pt x="145" y="238"/>
                  </a:cubicBezTo>
                  <a:close/>
                  <a:moveTo>
                    <a:pt x="531" y="145"/>
                  </a:moveTo>
                  <a:cubicBezTo>
                    <a:pt x="463" y="145"/>
                    <a:pt x="472" y="153"/>
                    <a:pt x="438" y="178"/>
                  </a:cubicBezTo>
                  <a:cubicBezTo>
                    <a:pt x="417" y="175"/>
                    <a:pt x="396" y="174"/>
                    <a:pt x="374" y="174"/>
                  </a:cubicBezTo>
                  <a:cubicBezTo>
                    <a:pt x="329" y="174"/>
                    <a:pt x="283" y="179"/>
                    <a:pt x="241" y="179"/>
                  </a:cubicBezTo>
                  <a:cubicBezTo>
                    <a:pt x="199" y="179"/>
                    <a:pt x="161" y="174"/>
                    <a:pt x="133" y="153"/>
                  </a:cubicBezTo>
                  <a:cubicBezTo>
                    <a:pt x="57" y="153"/>
                    <a:pt x="57" y="170"/>
                    <a:pt x="15" y="187"/>
                  </a:cubicBezTo>
                  <a:cubicBezTo>
                    <a:pt x="0" y="224"/>
                    <a:pt x="102" y="222"/>
                    <a:pt x="145" y="238"/>
                  </a:cubicBezTo>
                  <a:lnTo>
                    <a:pt x="145" y="238"/>
                  </a:lnTo>
                  <a:cubicBezTo>
                    <a:pt x="143" y="235"/>
                    <a:pt x="142" y="232"/>
                    <a:pt x="142" y="229"/>
                  </a:cubicBezTo>
                  <a:lnTo>
                    <a:pt x="142" y="229"/>
                  </a:lnTo>
                  <a:lnTo>
                    <a:pt x="218" y="246"/>
                  </a:lnTo>
                  <a:cubicBezTo>
                    <a:pt x="150" y="229"/>
                    <a:pt x="226" y="204"/>
                    <a:pt x="260" y="204"/>
                  </a:cubicBezTo>
                  <a:cubicBezTo>
                    <a:pt x="302" y="204"/>
                    <a:pt x="345" y="204"/>
                    <a:pt x="336" y="221"/>
                  </a:cubicBezTo>
                  <a:lnTo>
                    <a:pt x="294" y="221"/>
                  </a:lnTo>
                  <a:cubicBezTo>
                    <a:pt x="303" y="224"/>
                    <a:pt x="312" y="225"/>
                    <a:pt x="322" y="225"/>
                  </a:cubicBezTo>
                  <a:cubicBezTo>
                    <a:pt x="355" y="225"/>
                    <a:pt x="391" y="212"/>
                    <a:pt x="424" y="212"/>
                  </a:cubicBezTo>
                  <a:cubicBezTo>
                    <a:pt x="438" y="212"/>
                    <a:pt x="451" y="215"/>
                    <a:pt x="463" y="221"/>
                  </a:cubicBezTo>
                  <a:cubicBezTo>
                    <a:pt x="463" y="229"/>
                    <a:pt x="446" y="229"/>
                    <a:pt x="438" y="238"/>
                  </a:cubicBezTo>
                  <a:cubicBezTo>
                    <a:pt x="475" y="229"/>
                    <a:pt x="510" y="221"/>
                    <a:pt x="544" y="215"/>
                  </a:cubicBezTo>
                  <a:lnTo>
                    <a:pt x="544" y="215"/>
                  </a:lnTo>
                  <a:cubicBezTo>
                    <a:pt x="543" y="215"/>
                    <a:pt x="542" y="215"/>
                    <a:pt x="542" y="215"/>
                  </a:cubicBezTo>
                  <a:cubicBezTo>
                    <a:pt x="511" y="215"/>
                    <a:pt x="479" y="211"/>
                    <a:pt x="455" y="204"/>
                  </a:cubicBezTo>
                  <a:cubicBezTo>
                    <a:pt x="387" y="161"/>
                    <a:pt x="514" y="178"/>
                    <a:pt x="531" y="145"/>
                  </a:cubicBezTo>
                  <a:close/>
                  <a:moveTo>
                    <a:pt x="1529" y="1"/>
                  </a:moveTo>
                  <a:cubicBezTo>
                    <a:pt x="1309" y="35"/>
                    <a:pt x="1157" y="119"/>
                    <a:pt x="945" y="161"/>
                  </a:cubicBezTo>
                  <a:cubicBezTo>
                    <a:pt x="937" y="136"/>
                    <a:pt x="768" y="136"/>
                    <a:pt x="692" y="128"/>
                  </a:cubicBezTo>
                  <a:cubicBezTo>
                    <a:pt x="724" y="108"/>
                    <a:pt x="762" y="93"/>
                    <a:pt x="805" y="92"/>
                  </a:cubicBezTo>
                  <a:lnTo>
                    <a:pt x="805" y="92"/>
                  </a:lnTo>
                  <a:lnTo>
                    <a:pt x="844" y="94"/>
                  </a:lnTo>
                  <a:cubicBezTo>
                    <a:pt x="833" y="92"/>
                    <a:pt x="823" y="92"/>
                    <a:pt x="813" y="92"/>
                  </a:cubicBezTo>
                  <a:cubicBezTo>
                    <a:pt x="810" y="92"/>
                    <a:pt x="808" y="92"/>
                    <a:pt x="805" y="92"/>
                  </a:cubicBezTo>
                  <a:lnTo>
                    <a:pt x="805" y="92"/>
                  </a:lnTo>
                  <a:lnTo>
                    <a:pt x="683" y="85"/>
                  </a:lnTo>
                  <a:lnTo>
                    <a:pt x="658" y="153"/>
                  </a:lnTo>
                  <a:cubicBezTo>
                    <a:pt x="596" y="151"/>
                    <a:pt x="574" y="146"/>
                    <a:pt x="571" y="141"/>
                  </a:cubicBezTo>
                  <a:lnTo>
                    <a:pt x="571" y="141"/>
                  </a:lnTo>
                  <a:cubicBezTo>
                    <a:pt x="566" y="161"/>
                    <a:pt x="537" y="187"/>
                    <a:pt x="641" y="187"/>
                  </a:cubicBezTo>
                  <a:cubicBezTo>
                    <a:pt x="635" y="195"/>
                    <a:pt x="625" y="201"/>
                    <a:pt x="612" y="205"/>
                  </a:cubicBezTo>
                  <a:lnTo>
                    <a:pt x="612" y="205"/>
                  </a:lnTo>
                  <a:cubicBezTo>
                    <a:pt x="624" y="204"/>
                    <a:pt x="637" y="204"/>
                    <a:pt x="649" y="204"/>
                  </a:cubicBezTo>
                  <a:lnTo>
                    <a:pt x="599" y="238"/>
                  </a:lnTo>
                  <a:cubicBezTo>
                    <a:pt x="654" y="221"/>
                    <a:pt x="713" y="212"/>
                    <a:pt x="772" y="212"/>
                  </a:cubicBezTo>
                  <a:cubicBezTo>
                    <a:pt x="831" y="212"/>
                    <a:pt x="890" y="221"/>
                    <a:pt x="945" y="238"/>
                  </a:cubicBezTo>
                  <a:cubicBezTo>
                    <a:pt x="937" y="229"/>
                    <a:pt x="912" y="229"/>
                    <a:pt x="920" y="221"/>
                  </a:cubicBezTo>
                  <a:cubicBezTo>
                    <a:pt x="929" y="220"/>
                    <a:pt x="938" y="219"/>
                    <a:pt x="946" y="219"/>
                  </a:cubicBezTo>
                  <a:cubicBezTo>
                    <a:pt x="1000" y="219"/>
                    <a:pt x="1035" y="241"/>
                    <a:pt x="1013" y="263"/>
                  </a:cubicBezTo>
                  <a:cubicBezTo>
                    <a:pt x="1026" y="256"/>
                    <a:pt x="1044" y="253"/>
                    <a:pt x="1066" y="253"/>
                  </a:cubicBezTo>
                  <a:cubicBezTo>
                    <a:pt x="1121" y="253"/>
                    <a:pt x="1198" y="269"/>
                    <a:pt x="1262" y="269"/>
                  </a:cubicBezTo>
                  <a:cubicBezTo>
                    <a:pt x="1293" y="269"/>
                    <a:pt x="1321" y="265"/>
                    <a:pt x="1343" y="255"/>
                  </a:cubicBezTo>
                  <a:lnTo>
                    <a:pt x="1749" y="68"/>
                  </a:lnTo>
                  <a:cubicBezTo>
                    <a:pt x="1732" y="68"/>
                    <a:pt x="1715" y="77"/>
                    <a:pt x="1698" y="77"/>
                  </a:cubicBezTo>
                  <a:cubicBezTo>
                    <a:pt x="1664" y="43"/>
                    <a:pt x="1648" y="43"/>
                    <a:pt x="1707" y="18"/>
                  </a:cubicBezTo>
                  <a:lnTo>
                    <a:pt x="1707" y="18"/>
                  </a:lnTo>
                  <a:cubicBezTo>
                    <a:pt x="1648" y="35"/>
                    <a:pt x="1673" y="60"/>
                    <a:pt x="1580" y="60"/>
                  </a:cubicBezTo>
                  <a:cubicBezTo>
                    <a:pt x="1614" y="43"/>
                    <a:pt x="1622" y="1"/>
                    <a:pt x="152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3"/>
            <p:cNvSpPr/>
            <p:nvPr/>
          </p:nvSpPr>
          <p:spPr>
            <a:xfrm flipH="1" rot="-4661111">
              <a:off x="4746102" y="3418897"/>
              <a:ext cx="795" cy="44"/>
            </a:xfrm>
            <a:custGeom>
              <a:rect b="b" l="l" r="r" t="t"/>
              <a:pathLst>
                <a:path extrusionOk="0" h="1" w="18">
                  <a:moveTo>
                    <a:pt x="18" y="0"/>
                  </a:moveTo>
                  <a:cubicBezTo>
                    <a:pt x="9" y="0"/>
                    <a:pt x="9" y="0"/>
                    <a:pt x="1" y="0"/>
                  </a:cubicBezTo>
                  <a:cubicBezTo>
                    <a:pt x="9" y="0"/>
                    <a:pt x="9" y="0"/>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3"/>
            <p:cNvSpPr/>
            <p:nvPr/>
          </p:nvSpPr>
          <p:spPr>
            <a:xfrm flipH="1" rot="-4661111">
              <a:off x="4750583" y="3405267"/>
              <a:ext cx="44" cy="44"/>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3"/>
            <p:cNvSpPr/>
            <p:nvPr/>
          </p:nvSpPr>
          <p:spPr>
            <a:xfrm flipH="1" rot="-4661111">
              <a:off x="4734355" y="3443438"/>
              <a:ext cx="1942" cy="750"/>
            </a:xfrm>
            <a:custGeom>
              <a:rect b="b" l="l" r="r" t="t"/>
              <a:pathLst>
                <a:path extrusionOk="0" h="17" w="44">
                  <a:moveTo>
                    <a:pt x="43" y="0"/>
                  </a:moveTo>
                  <a:lnTo>
                    <a:pt x="18" y="8"/>
                  </a:lnTo>
                  <a:cubicBezTo>
                    <a:pt x="9" y="17"/>
                    <a:pt x="1" y="17"/>
                    <a:pt x="9" y="17"/>
                  </a:cubicBezTo>
                  <a:cubicBezTo>
                    <a:pt x="26" y="8"/>
                    <a:pt x="35" y="8"/>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3"/>
            <p:cNvSpPr/>
            <p:nvPr/>
          </p:nvSpPr>
          <p:spPr>
            <a:xfrm flipH="1" rot="-4661111">
              <a:off x="4749515" y="3357744"/>
              <a:ext cx="795" cy="44"/>
            </a:xfrm>
            <a:custGeom>
              <a:rect b="b" l="l" r="r" t="t"/>
              <a:pathLst>
                <a:path extrusionOk="0" h="1" w="18">
                  <a:moveTo>
                    <a:pt x="17" y="0"/>
                  </a:moveTo>
                  <a:lnTo>
                    <a:pt x="0" y="0"/>
                  </a:lnTo>
                  <a:cubicBezTo>
                    <a:pt x="9" y="0"/>
                    <a:pt x="17" y="0"/>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3"/>
            <p:cNvSpPr/>
            <p:nvPr/>
          </p:nvSpPr>
          <p:spPr>
            <a:xfrm flipH="1" rot="-4661111">
              <a:off x="4728695" y="3397933"/>
              <a:ext cx="41583" cy="4061"/>
            </a:xfrm>
            <a:custGeom>
              <a:rect b="b" l="l" r="r" t="t"/>
              <a:pathLst>
                <a:path extrusionOk="0" h="92" w="942">
                  <a:moveTo>
                    <a:pt x="242" y="45"/>
                  </a:moveTo>
                  <a:lnTo>
                    <a:pt x="242" y="45"/>
                  </a:lnTo>
                  <a:cubicBezTo>
                    <a:pt x="237" y="45"/>
                    <a:pt x="233" y="46"/>
                    <a:pt x="228" y="46"/>
                  </a:cubicBezTo>
                  <a:lnTo>
                    <a:pt x="262" y="46"/>
                  </a:lnTo>
                  <a:cubicBezTo>
                    <a:pt x="255" y="45"/>
                    <a:pt x="248" y="45"/>
                    <a:pt x="242" y="45"/>
                  </a:cubicBezTo>
                  <a:close/>
                  <a:moveTo>
                    <a:pt x="534" y="0"/>
                  </a:moveTo>
                  <a:cubicBezTo>
                    <a:pt x="485" y="0"/>
                    <a:pt x="448" y="6"/>
                    <a:pt x="448" y="29"/>
                  </a:cubicBezTo>
                  <a:cubicBezTo>
                    <a:pt x="389" y="29"/>
                    <a:pt x="381" y="21"/>
                    <a:pt x="364" y="4"/>
                  </a:cubicBezTo>
                  <a:cubicBezTo>
                    <a:pt x="336" y="18"/>
                    <a:pt x="300" y="23"/>
                    <a:pt x="261" y="23"/>
                  </a:cubicBezTo>
                  <a:cubicBezTo>
                    <a:pt x="190" y="23"/>
                    <a:pt x="110" y="8"/>
                    <a:pt x="58" y="8"/>
                  </a:cubicBezTo>
                  <a:cubicBezTo>
                    <a:pt x="23" y="8"/>
                    <a:pt x="0" y="15"/>
                    <a:pt x="0" y="38"/>
                  </a:cubicBezTo>
                  <a:cubicBezTo>
                    <a:pt x="42" y="38"/>
                    <a:pt x="93" y="38"/>
                    <a:pt x="144" y="29"/>
                  </a:cubicBezTo>
                  <a:lnTo>
                    <a:pt x="144" y="29"/>
                  </a:lnTo>
                  <a:lnTo>
                    <a:pt x="135" y="80"/>
                  </a:lnTo>
                  <a:cubicBezTo>
                    <a:pt x="212" y="80"/>
                    <a:pt x="163" y="45"/>
                    <a:pt x="236" y="45"/>
                  </a:cubicBezTo>
                  <a:cubicBezTo>
                    <a:pt x="238" y="45"/>
                    <a:pt x="240" y="45"/>
                    <a:pt x="242" y="45"/>
                  </a:cubicBezTo>
                  <a:lnTo>
                    <a:pt x="242" y="45"/>
                  </a:lnTo>
                  <a:cubicBezTo>
                    <a:pt x="288" y="41"/>
                    <a:pt x="337" y="40"/>
                    <a:pt x="385" y="40"/>
                  </a:cubicBezTo>
                  <a:cubicBezTo>
                    <a:pt x="438" y="40"/>
                    <a:pt x="491" y="42"/>
                    <a:pt x="541" y="46"/>
                  </a:cubicBezTo>
                  <a:cubicBezTo>
                    <a:pt x="533" y="63"/>
                    <a:pt x="601" y="71"/>
                    <a:pt x="592" y="88"/>
                  </a:cubicBezTo>
                  <a:cubicBezTo>
                    <a:pt x="605" y="90"/>
                    <a:pt x="618" y="91"/>
                    <a:pt x="632" y="91"/>
                  </a:cubicBezTo>
                  <a:cubicBezTo>
                    <a:pt x="672" y="91"/>
                    <a:pt x="715" y="82"/>
                    <a:pt x="753" y="63"/>
                  </a:cubicBezTo>
                  <a:cubicBezTo>
                    <a:pt x="760" y="65"/>
                    <a:pt x="769" y="65"/>
                    <a:pt x="778" y="65"/>
                  </a:cubicBezTo>
                  <a:cubicBezTo>
                    <a:pt x="805" y="65"/>
                    <a:pt x="839" y="60"/>
                    <a:pt x="871" y="60"/>
                  </a:cubicBezTo>
                  <a:cubicBezTo>
                    <a:pt x="883" y="60"/>
                    <a:pt x="895" y="61"/>
                    <a:pt x="905" y="63"/>
                  </a:cubicBezTo>
                  <a:cubicBezTo>
                    <a:pt x="885" y="49"/>
                    <a:pt x="942" y="24"/>
                    <a:pt x="901" y="24"/>
                  </a:cubicBezTo>
                  <a:cubicBezTo>
                    <a:pt x="893" y="24"/>
                    <a:pt x="879" y="26"/>
                    <a:pt x="859" y="28"/>
                  </a:cubicBezTo>
                  <a:lnTo>
                    <a:pt x="859" y="28"/>
                  </a:lnTo>
                  <a:cubicBezTo>
                    <a:pt x="859" y="28"/>
                    <a:pt x="858" y="26"/>
                    <a:pt x="863" y="21"/>
                  </a:cubicBezTo>
                  <a:cubicBezTo>
                    <a:pt x="842" y="14"/>
                    <a:pt x="825" y="11"/>
                    <a:pt x="809" y="11"/>
                  </a:cubicBezTo>
                  <a:cubicBezTo>
                    <a:pt x="766" y="11"/>
                    <a:pt x="735" y="29"/>
                    <a:pt x="685" y="29"/>
                  </a:cubicBezTo>
                  <a:cubicBezTo>
                    <a:pt x="643" y="12"/>
                    <a:pt x="753" y="12"/>
                    <a:pt x="711" y="4"/>
                  </a:cubicBezTo>
                  <a:lnTo>
                    <a:pt x="711" y="4"/>
                  </a:lnTo>
                  <a:cubicBezTo>
                    <a:pt x="700" y="5"/>
                    <a:pt x="689" y="5"/>
                    <a:pt x="676" y="5"/>
                  </a:cubicBezTo>
                  <a:cubicBezTo>
                    <a:pt x="632" y="5"/>
                    <a:pt x="578" y="0"/>
                    <a:pt x="5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3"/>
            <p:cNvSpPr/>
            <p:nvPr/>
          </p:nvSpPr>
          <p:spPr>
            <a:xfrm flipH="1" rot="-4661111">
              <a:off x="4737351" y="3437935"/>
              <a:ext cx="44" cy="44"/>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3"/>
            <p:cNvSpPr/>
            <p:nvPr/>
          </p:nvSpPr>
          <p:spPr>
            <a:xfrm flipH="1" rot="-4661111">
              <a:off x="4718836" y="3457156"/>
              <a:ext cx="42598" cy="7902"/>
            </a:xfrm>
            <a:custGeom>
              <a:rect b="b" l="l" r="r" t="t"/>
              <a:pathLst>
                <a:path extrusionOk="0" h="179" w="965">
                  <a:moveTo>
                    <a:pt x="652" y="1"/>
                  </a:moveTo>
                  <a:cubicBezTo>
                    <a:pt x="466" y="26"/>
                    <a:pt x="652" y="86"/>
                    <a:pt x="491" y="111"/>
                  </a:cubicBezTo>
                  <a:lnTo>
                    <a:pt x="381" y="102"/>
                  </a:lnTo>
                  <a:lnTo>
                    <a:pt x="339" y="145"/>
                  </a:lnTo>
                  <a:cubicBezTo>
                    <a:pt x="271" y="145"/>
                    <a:pt x="381" y="111"/>
                    <a:pt x="280" y="111"/>
                  </a:cubicBezTo>
                  <a:cubicBezTo>
                    <a:pt x="246" y="128"/>
                    <a:pt x="178" y="119"/>
                    <a:pt x="161" y="128"/>
                  </a:cubicBezTo>
                  <a:cubicBezTo>
                    <a:pt x="161" y="119"/>
                    <a:pt x="161" y="111"/>
                    <a:pt x="110" y="111"/>
                  </a:cubicBezTo>
                  <a:cubicBezTo>
                    <a:pt x="110" y="111"/>
                    <a:pt x="110" y="128"/>
                    <a:pt x="68" y="128"/>
                  </a:cubicBezTo>
                  <a:cubicBezTo>
                    <a:pt x="43" y="77"/>
                    <a:pt x="178" y="119"/>
                    <a:pt x="127" y="77"/>
                  </a:cubicBezTo>
                  <a:cubicBezTo>
                    <a:pt x="0" y="77"/>
                    <a:pt x="60" y="119"/>
                    <a:pt x="34" y="136"/>
                  </a:cubicBezTo>
                  <a:lnTo>
                    <a:pt x="60" y="136"/>
                  </a:lnTo>
                  <a:cubicBezTo>
                    <a:pt x="55" y="145"/>
                    <a:pt x="41" y="145"/>
                    <a:pt x="28" y="145"/>
                  </a:cubicBezTo>
                  <a:cubicBezTo>
                    <a:pt x="15" y="145"/>
                    <a:pt x="5" y="145"/>
                    <a:pt x="9" y="153"/>
                  </a:cubicBezTo>
                  <a:cubicBezTo>
                    <a:pt x="26" y="153"/>
                    <a:pt x="51" y="153"/>
                    <a:pt x="68" y="145"/>
                  </a:cubicBezTo>
                  <a:lnTo>
                    <a:pt x="68" y="145"/>
                  </a:lnTo>
                  <a:cubicBezTo>
                    <a:pt x="34" y="162"/>
                    <a:pt x="127" y="179"/>
                    <a:pt x="161" y="179"/>
                  </a:cubicBezTo>
                  <a:cubicBezTo>
                    <a:pt x="254" y="166"/>
                    <a:pt x="347" y="158"/>
                    <a:pt x="437" y="158"/>
                  </a:cubicBezTo>
                  <a:cubicBezTo>
                    <a:pt x="469" y="158"/>
                    <a:pt x="502" y="159"/>
                    <a:pt x="533" y="162"/>
                  </a:cubicBezTo>
                  <a:cubicBezTo>
                    <a:pt x="525" y="162"/>
                    <a:pt x="508" y="162"/>
                    <a:pt x="516" y="170"/>
                  </a:cubicBezTo>
                  <a:cubicBezTo>
                    <a:pt x="660" y="170"/>
                    <a:pt x="796" y="170"/>
                    <a:pt x="931" y="162"/>
                  </a:cubicBezTo>
                  <a:lnTo>
                    <a:pt x="965" y="111"/>
                  </a:lnTo>
                  <a:cubicBezTo>
                    <a:pt x="965" y="108"/>
                    <a:pt x="961" y="107"/>
                    <a:pt x="955" y="107"/>
                  </a:cubicBezTo>
                  <a:cubicBezTo>
                    <a:pt x="942" y="107"/>
                    <a:pt x="920" y="111"/>
                    <a:pt x="897" y="111"/>
                  </a:cubicBezTo>
                  <a:cubicBezTo>
                    <a:pt x="906" y="102"/>
                    <a:pt x="914" y="94"/>
                    <a:pt x="872" y="94"/>
                  </a:cubicBezTo>
                  <a:cubicBezTo>
                    <a:pt x="856" y="91"/>
                    <a:pt x="842" y="90"/>
                    <a:pt x="829" y="90"/>
                  </a:cubicBezTo>
                  <a:cubicBezTo>
                    <a:pt x="767" y="90"/>
                    <a:pt x="726" y="115"/>
                    <a:pt x="681" y="119"/>
                  </a:cubicBezTo>
                  <a:lnTo>
                    <a:pt x="681" y="119"/>
                  </a:lnTo>
                  <a:cubicBezTo>
                    <a:pt x="667" y="117"/>
                    <a:pt x="652" y="116"/>
                    <a:pt x="637" y="116"/>
                  </a:cubicBezTo>
                  <a:cubicBezTo>
                    <a:pt x="591" y="116"/>
                    <a:pt x="543" y="124"/>
                    <a:pt x="500" y="136"/>
                  </a:cubicBezTo>
                  <a:cubicBezTo>
                    <a:pt x="449" y="94"/>
                    <a:pt x="677" y="128"/>
                    <a:pt x="584" y="94"/>
                  </a:cubicBezTo>
                  <a:cubicBezTo>
                    <a:pt x="652" y="94"/>
                    <a:pt x="719" y="86"/>
                    <a:pt x="796" y="69"/>
                  </a:cubicBezTo>
                  <a:cubicBezTo>
                    <a:pt x="703" y="60"/>
                    <a:pt x="626" y="26"/>
                    <a:pt x="65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3"/>
            <p:cNvSpPr/>
            <p:nvPr/>
          </p:nvSpPr>
          <p:spPr>
            <a:xfrm flipH="1" rot="-4661111">
              <a:off x="4889748" y="3411071"/>
              <a:ext cx="795" cy="441"/>
            </a:xfrm>
            <a:custGeom>
              <a:rect b="b" l="l" r="r" t="t"/>
              <a:pathLst>
                <a:path extrusionOk="0" h="10" w="18">
                  <a:moveTo>
                    <a:pt x="18" y="1"/>
                  </a:moveTo>
                  <a:lnTo>
                    <a:pt x="1" y="9"/>
                  </a:lnTo>
                  <a:cubicBezTo>
                    <a:pt x="1" y="9"/>
                    <a:pt x="9" y="9"/>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3"/>
            <p:cNvSpPr/>
            <p:nvPr/>
          </p:nvSpPr>
          <p:spPr>
            <a:xfrm flipH="1" rot="-4661111">
              <a:off x="4876079" y="3422958"/>
              <a:ext cx="44" cy="397"/>
            </a:xfrm>
            <a:custGeom>
              <a:rect b="b" l="l" r="r" t="t"/>
              <a:pathLst>
                <a:path extrusionOk="0" h="9" w="1">
                  <a:moveTo>
                    <a:pt x="0" y="8"/>
                  </a:moveTo>
                  <a:lnTo>
                    <a:pt x="0" y="8"/>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3"/>
            <p:cNvSpPr/>
            <p:nvPr/>
          </p:nvSpPr>
          <p:spPr>
            <a:xfrm flipH="1" rot="-4661111">
              <a:off x="4896149" y="3398466"/>
              <a:ext cx="44" cy="44"/>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3"/>
            <p:cNvSpPr/>
            <p:nvPr/>
          </p:nvSpPr>
          <p:spPr>
            <a:xfrm flipH="1" rot="-4661111">
              <a:off x="4901625" y="3396608"/>
              <a:ext cx="1545" cy="1148"/>
            </a:xfrm>
            <a:custGeom>
              <a:rect b="b" l="l" r="r" t="t"/>
              <a:pathLst>
                <a:path extrusionOk="0" h="26" w="35">
                  <a:moveTo>
                    <a:pt x="34" y="0"/>
                  </a:moveTo>
                  <a:lnTo>
                    <a:pt x="0" y="26"/>
                  </a:lnTo>
                  <a:cubicBezTo>
                    <a:pt x="17" y="17"/>
                    <a:pt x="26" y="9"/>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3"/>
            <p:cNvSpPr/>
            <p:nvPr/>
          </p:nvSpPr>
          <p:spPr>
            <a:xfrm flipH="1" rot="-4661111">
              <a:off x="4880961" y="3394937"/>
              <a:ext cx="662" cy="1236"/>
            </a:xfrm>
            <a:custGeom>
              <a:rect b="b" l="l" r="r" t="t"/>
              <a:pathLst>
                <a:path extrusionOk="0" h="28" w="15">
                  <a:moveTo>
                    <a:pt x="12" y="0"/>
                  </a:moveTo>
                  <a:cubicBezTo>
                    <a:pt x="11" y="0"/>
                    <a:pt x="10" y="1"/>
                    <a:pt x="9" y="3"/>
                  </a:cubicBezTo>
                  <a:cubicBezTo>
                    <a:pt x="9" y="11"/>
                    <a:pt x="0" y="20"/>
                    <a:pt x="0" y="28"/>
                  </a:cubicBezTo>
                  <a:cubicBezTo>
                    <a:pt x="7" y="14"/>
                    <a:pt x="14" y="0"/>
                    <a:pt x="1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3"/>
            <p:cNvSpPr/>
            <p:nvPr/>
          </p:nvSpPr>
          <p:spPr>
            <a:xfrm flipH="1" rot="-4661111">
              <a:off x="4882205" y="3394567"/>
              <a:ext cx="795" cy="1148"/>
            </a:xfrm>
            <a:custGeom>
              <a:rect b="b" l="l" r="r" t="t"/>
              <a:pathLst>
                <a:path extrusionOk="0" h="26" w="18">
                  <a:moveTo>
                    <a:pt x="17" y="0"/>
                  </a:moveTo>
                  <a:lnTo>
                    <a:pt x="0" y="25"/>
                  </a:lnTo>
                  <a:cubicBezTo>
                    <a:pt x="9" y="17"/>
                    <a:pt x="17" y="8"/>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3"/>
            <p:cNvSpPr/>
            <p:nvPr/>
          </p:nvSpPr>
          <p:spPr>
            <a:xfrm flipH="1" rot="-4661111">
              <a:off x="4901295" y="3392247"/>
              <a:ext cx="12360" cy="12404"/>
            </a:xfrm>
            <a:custGeom>
              <a:rect b="b" l="l" r="r" t="t"/>
              <a:pathLst>
                <a:path extrusionOk="0" h="281" w="280">
                  <a:moveTo>
                    <a:pt x="255" y="1"/>
                  </a:moveTo>
                  <a:lnTo>
                    <a:pt x="111" y="94"/>
                  </a:lnTo>
                  <a:cubicBezTo>
                    <a:pt x="93" y="100"/>
                    <a:pt x="81" y="103"/>
                    <a:pt x="75" y="103"/>
                  </a:cubicBezTo>
                  <a:cubicBezTo>
                    <a:pt x="55" y="103"/>
                    <a:pt x="87" y="75"/>
                    <a:pt x="119" y="43"/>
                  </a:cubicBezTo>
                  <a:cubicBezTo>
                    <a:pt x="111" y="43"/>
                    <a:pt x="102" y="52"/>
                    <a:pt x="94" y="52"/>
                  </a:cubicBezTo>
                  <a:cubicBezTo>
                    <a:pt x="94" y="58"/>
                    <a:pt x="22" y="131"/>
                    <a:pt x="40" y="131"/>
                  </a:cubicBezTo>
                  <a:cubicBezTo>
                    <a:pt x="47" y="131"/>
                    <a:pt x="62" y="123"/>
                    <a:pt x="94" y="102"/>
                  </a:cubicBezTo>
                  <a:lnTo>
                    <a:pt x="94" y="102"/>
                  </a:lnTo>
                  <a:cubicBezTo>
                    <a:pt x="102" y="136"/>
                    <a:pt x="26" y="179"/>
                    <a:pt x="1" y="212"/>
                  </a:cubicBezTo>
                  <a:cubicBezTo>
                    <a:pt x="5" y="210"/>
                    <a:pt x="8" y="208"/>
                    <a:pt x="10" y="208"/>
                  </a:cubicBezTo>
                  <a:cubicBezTo>
                    <a:pt x="19" y="208"/>
                    <a:pt x="4" y="238"/>
                    <a:pt x="18" y="238"/>
                  </a:cubicBezTo>
                  <a:cubicBezTo>
                    <a:pt x="26" y="221"/>
                    <a:pt x="43" y="204"/>
                    <a:pt x="68" y="187"/>
                  </a:cubicBezTo>
                  <a:lnTo>
                    <a:pt x="68" y="187"/>
                  </a:lnTo>
                  <a:cubicBezTo>
                    <a:pt x="85" y="187"/>
                    <a:pt x="52" y="229"/>
                    <a:pt x="18" y="246"/>
                  </a:cubicBezTo>
                  <a:cubicBezTo>
                    <a:pt x="23" y="244"/>
                    <a:pt x="27" y="244"/>
                    <a:pt x="30" y="244"/>
                  </a:cubicBezTo>
                  <a:cubicBezTo>
                    <a:pt x="49" y="244"/>
                    <a:pt x="18" y="280"/>
                    <a:pt x="31" y="280"/>
                  </a:cubicBezTo>
                  <a:cubicBezTo>
                    <a:pt x="34" y="280"/>
                    <a:pt x="41" y="278"/>
                    <a:pt x="52" y="272"/>
                  </a:cubicBezTo>
                  <a:cubicBezTo>
                    <a:pt x="145" y="195"/>
                    <a:pt x="221" y="111"/>
                    <a:pt x="280" y="9"/>
                  </a:cubicBezTo>
                  <a:lnTo>
                    <a:pt x="280" y="9"/>
                  </a:lnTo>
                  <a:cubicBezTo>
                    <a:pt x="221" y="60"/>
                    <a:pt x="162" y="111"/>
                    <a:pt x="94" y="153"/>
                  </a:cubicBezTo>
                  <a:lnTo>
                    <a:pt x="94" y="119"/>
                  </a:lnTo>
                  <a:cubicBezTo>
                    <a:pt x="153" y="85"/>
                    <a:pt x="204" y="52"/>
                    <a:pt x="25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3"/>
            <p:cNvSpPr/>
            <p:nvPr/>
          </p:nvSpPr>
          <p:spPr>
            <a:xfrm flipH="1" rot="-4661111">
              <a:off x="4893191" y="3389986"/>
              <a:ext cx="44" cy="441"/>
            </a:xfrm>
            <a:custGeom>
              <a:rect b="b" l="l" r="r" t="t"/>
              <a:pathLst>
                <a:path extrusionOk="0" h="10" w="1">
                  <a:moveTo>
                    <a:pt x="0" y="1"/>
                  </a:moveTo>
                  <a:lnTo>
                    <a:pt x="0" y="1"/>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3"/>
            <p:cNvSpPr/>
            <p:nvPr/>
          </p:nvSpPr>
          <p:spPr>
            <a:xfrm flipH="1" rot="-4661111">
              <a:off x="4893689" y="3397522"/>
              <a:ext cx="44" cy="44"/>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3"/>
            <p:cNvSpPr/>
            <p:nvPr/>
          </p:nvSpPr>
          <p:spPr>
            <a:xfrm flipH="1" rot="-4661111">
              <a:off x="4577082" y="3317397"/>
              <a:ext cx="448539" cy="192994"/>
            </a:xfrm>
            <a:custGeom>
              <a:rect b="b" l="l" r="r" t="t"/>
              <a:pathLst>
                <a:path extrusionOk="0" h="4372" w="10161">
                  <a:moveTo>
                    <a:pt x="610" y="184"/>
                  </a:moveTo>
                  <a:cubicBezTo>
                    <a:pt x="610" y="185"/>
                    <a:pt x="610" y="185"/>
                    <a:pt x="610" y="186"/>
                  </a:cubicBezTo>
                  <a:lnTo>
                    <a:pt x="610" y="186"/>
                  </a:lnTo>
                  <a:cubicBezTo>
                    <a:pt x="610" y="185"/>
                    <a:pt x="610" y="184"/>
                    <a:pt x="610" y="184"/>
                  </a:cubicBezTo>
                  <a:close/>
                  <a:moveTo>
                    <a:pt x="2037" y="326"/>
                  </a:moveTo>
                  <a:lnTo>
                    <a:pt x="2048" y="328"/>
                  </a:lnTo>
                  <a:cubicBezTo>
                    <a:pt x="2044" y="327"/>
                    <a:pt x="2040" y="327"/>
                    <a:pt x="2037" y="326"/>
                  </a:cubicBezTo>
                  <a:close/>
                  <a:moveTo>
                    <a:pt x="1405" y="370"/>
                  </a:moveTo>
                  <a:lnTo>
                    <a:pt x="1405" y="370"/>
                  </a:lnTo>
                  <a:cubicBezTo>
                    <a:pt x="1408" y="373"/>
                    <a:pt x="1411" y="374"/>
                    <a:pt x="1414" y="374"/>
                  </a:cubicBezTo>
                  <a:cubicBezTo>
                    <a:pt x="1417" y="374"/>
                    <a:pt x="1420" y="373"/>
                    <a:pt x="1422" y="372"/>
                  </a:cubicBezTo>
                  <a:lnTo>
                    <a:pt x="1422" y="372"/>
                  </a:lnTo>
                  <a:cubicBezTo>
                    <a:pt x="1417" y="372"/>
                    <a:pt x="1411" y="371"/>
                    <a:pt x="1405" y="370"/>
                  </a:cubicBezTo>
                  <a:close/>
                  <a:moveTo>
                    <a:pt x="4315" y="480"/>
                  </a:moveTo>
                  <a:lnTo>
                    <a:pt x="4315" y="480"/>
                  </a:lnTo>
                  <a:cubicBezTo>
                    <a:pt x="4308" y="489"/>
                    <a:pt x="4297" y="495"/>
                    <a:pt x="4283" y="499"/>
                  </a:cubicBezTo>
                  <a:lnTo>
                    <a:pt x="4283" y="499"/>
                  </a:lnTo>
                  <a:cubicBezTo>
                    <a:pt x="4314" y="495"/>
                    <a:pt x="4349" y="493"/>
                    <a:pt x="4315" y="480"/>
                  </a:cubicBezTo>
                  <a:close/>
                  <a:moveTo>
                    <a:pt x="4283" y="499"/>
                  </a:moveTo>
                  <a:lnTo>
                    <a:pt x="4283" y="499"/>
                  </a:lnTo>
                  <a:cubicBezTo>
                    <a:pt x="4274" y="501"/>
                    <a:pt x="4265" y="502"/>
                    <a:pt x="4259" y="504"/>
                  </a:cubicBezTo>
                  <a:lnTo>
                    <a:pt x="4259" y="504"/>
                  </a:lnTo>
                  <a:cubicBezTo>
                    <a:pt x="4268" y="503"/>
                    <a:pt x="4276" y="501"/>
                    <a:pt x="4283" y="499"/>
                  </a:cubicBezTo>
                  <a:close/>
                  <a:moveTo>
                    <a:pt x="9225" y="582"/>
                  </a:moveTo>
                  <a:lnTo>
                    <a:pt x="9213" y="590"/>
                  </a:lnTo>
                  <a:cubicBezTo>
                    <a:pt x="9218" y="587"/>
                    <a:pt x="9222" y="584"/>
                    <a:pt x="9225" y="582"/>
                  </a:cubicBezTo>
                  <a:close/>
                  <a:moveTo>
                    <a:pt x="3906" y="725"/>
                  </a:moveTo>
                  <a:lnTo>
                    <a:pt x="3906" y="725"/>
                  </a:lnTo>
                  <a:cubicBezTo>
                    <a:pt x="3904" y="725"/>
                    <a:pt x="3903" y="725"/>
                    <a:pt x="3901" y="726"/>
                  </a:cubicBezTo>
                  <a:lnTo>
                    <a:pt x="3909" y="726"/>
                  </a:lnTo>
                  <a:cubicBezTo>
                    <a:pt x="3908" y="725"/>
                    <a:pt x="3907" y="725"/>
                    <a:pt x="3906" y="725"/>
                  </a:cubicBezTo>
                  <a:close/>
                  <a:moveTo>
                    <a:pt x="8223" y="709"/>
                  </a:moveTo>
                  <a:cubicBezTo>
                    <a:pt x="8190" y="734"/>
                    <a:pt x="8156" y="743"/>
                    <a:pt x="8122" y="743"/>
                  </a:cubicBezTo>
                  <a:cubicBezTo>
                    <a:pt x="8139" y="734"/>
                    <a:pt x="8147" y="726"/>
                    <a:pt x="8147" y="726"/>
                  </a:cubicBezTo>
                  <a:lnTo>
                    <a:pt x="8223" y="709"/>
                  </a:lnTo>
                  <a:close/>
                  <a:moveTo>
                    <a:pt x="8226" y="741"/>
                  </a:moveTo>
                  <a:cubicBezTo>
                    <a:pt x="8218" y="745"/>
                    <a:pt x="8211" y="748"/>
                    <a:pt x="8207" y="751"/>
                  </a:cubicBezTo>
                  <a:cubicBezTo>
                    <a:pt x="8218" y="746"/>
                    <a:pt x="8224" y="743"/>
                    <a:pt x="8226" y="741"/>
                  </a:cubicBezTo>
                  <a:close/>
                  <a:moveTo>
                    <a:pt x="8347" y="593"/>
                  </a:moveTo>
                  <a:cubicBezTo>
                    <a:pt x="8353" y="593"/>
                    <a:pt x="8355" y="594"/>
                    <a:pt x="8350" y="599"/>
                  </a:cubicBezTo>
                  <a:lnTo>
                    <a:pt x="7894" y="751"/>
                  </a:lnTo>
                  <a:cubicBezTo>
                    <a:pt x="7858" y="757"/>
                    <a:pt x="7818" y="763"/>
                    <a:pt x="7776" y="763"/>
                  </a:cubicBezTo>
                  <a:cubicBezTo>
                    <a:pt x="7759" y="763"/>
                    <a:pt x="7742" y="762"/>
                    <a:pt x="7724" y="759"/>
                  </a:cubicBezTo>
                  <a:lnTo>
                    <a:pt x="7750" y="751"/>
                  </a:lnTo>
                  <a:cubicBezTo>
                    <a:pt x="7902" y="743"/>
                    <a:pt x="7970" y="726"/>
                    <a:pt x="7978" y="709"/>
                  </a:cubicBezTo>
                  <a:cubicBezTo>
                    <a:pt x="7995" y="683"/>
                    <a:pt x="7944" y="658"/>
                    <a:pt x="7843" y="633"/>
                  </a:cubicBezTo>
                  <a:lnTo>
                    <a:pt x="8240" y="616"/>
                  </a:lnTo>
                  <a:lnTo>
                    <a:pt x="8249" y="599"/>
                  </a:lnTo>
                  <a:cubicBezTo>
                    <a:pt x="8255" y="600"/>
                    <a:pt x="8262" y="601"/>
                    <a:pt x="8270" y="601"/>
                  </a:cubicBezTo>
                  <a:cubicBezTo>
                    <a:pt x="8299" y="601"/>
                    <a:pt x="8333" y="593"/>
                    <a:pt x="8347" y="593"/>
                  </a:cubicBezTo>
                  <a:close/>
                  <a:moveTo>
                    <a:pt x="9146" y="762"/>
                  </a:moveTo>
                  <a:cubicBezTo>
                    <a:pt x="9139" y="765"/>
                    <a:pt x="9130" y="770"/>
                    <a:pt x="9120" y="776"/>
                  </a:cubicBezTo>
                  <a:cubicBezTo>
                    <a:pt x="9129" y="772"/>
                    <a:pt x="9138" y="767"/>
                    <a:pt x="9146" y="762"/>
                  </a:cubicBezTo>
                  <a:close/>
                  <a:moveTo>
                    <a:pt x="8486" y="776"/>
                  </a:moveTo>
                  <a:cubicBezTo>
                    <a:pt x="8483" y="777"/>
                    <a:pt x="8479" y="778"/>
                    <a:pt x="8475" y="780"/>
                  </a:cubicBezTo>
                  <a:lnTo>
                    <a:pt x="8475" y="780"/>
                  </a:lnTo>
                  <a:cubicBezTo>
                    <a:pt x="8478" y="779"/>
                    <a:pt x="8482" y="778"/>
                    <a:pt x="8486" y="776"/>
                  </a:cubicBezTo>
                  <a:close/>
                  <a:moveTo>
                    <a:pt x="7107" y="759"/>
                  </a:moveTo>
                  <a:lnTo>
                    <a:pt x="7090" y="785"/>
                  </a:lnTo>
                  <a:lnTo>
                    <a:pt x="7090" y="793"/>
                  </a:lnTo>
                  <a:cubicBezTo>
                    <a:pt x="7073" y="785"/>
                    <a:pt x="7065" y="776"/>
                    <a:pt x="7056" y="759"/>
                  </a:cubicBezTo>
                  <a:close/>
                  <a:moveTo>
                    <a:pt x="5326" y="823"/>
                  </a:moveTo>
                  <a:cubicBezTo>
                    <a:pt x="5324" y="824"/>
                    <a:pt x="5323" y="826"/>
                    <a:pt x="5322" y="827"/>
                  </a:cubicBezTo>
                  <a:lnTo>
                    <a:pt x="5326" y="823"/>
                  </a:lnTo>
                  <a:close/>
                  <a:moveTo>
                    <a:pt x="7606" y="759"/>
                  </a:moveTo>
                  <a:cubicBezTo>
                    <a:pt x="7631" y="759"/>
                    <a:pt x="7640" y="768"/>
                    <a:pt x="7631" y="776"/>
                  </a:cubicBezTo>
                  <a:cubicBezTo>
                    <a:pt x="7597" y="810"/>
                    <a:pt x="7521" y="810"/>
                    <a:pt x="7496" y="844"/>
                  </a:cubicBezTo>
                  <a:lnTo>
                    <a:pt x="7496" y="853"/>
                  </a:lnTo>
                  <a:cubicBezTo>
                    <a:pt x="7487" y="856"/>
                    <a:pt x="7471" y="858"/>
                    <a:pt x="7455" y="858"/>
                  </a:cubicBezTo>
                  <a:cubicBezTo>
                    <a:pt x="7427" y="858"/>
                    <a:pt x="7401" y="852"/>
                    <a:pt x="7411" y="836"/>
                  </a:cubicBezTo>
                  <a:lnTo>
                    <a:pt x="7411" y="836"/>
                  </a:lnTo>
                  <a:cubicBezTo>
                    <a:pt x="7415" y="836"/>
                    <a:pt x="7418" y="836"/>
                    <a:pt x="7420" y="836"/>
                  </a:cubicBezTo>
                  <a:cubicBezTo>
                    <a:pt x="7460" y="836"/>
                    <a:pt x="7480" y="797"/>
                    <a:pt x="7505" y="797"/>
                  </a:cubicBezTo>
                  <a:cubicBezTo>
                    <a:pt x="7512" y="797"/>
                    <a:pt x="7520" y="801"/>
                    <a:pt x="7530" y="810"/>
                  </a:cubicBezTo>
                  <a:cubicBezTo>
                    <a:pt x="7547" y="785"/>
                    <a:pt x="7538" y="776"/>
                    <a:pt x="7513" y="776"/>
                  </a:cubicBezTo>
                  <a:cubicBezTo>
                    <a:pt x="7521" y="768"/>
                    <a:pt x="7530" y="768"/>
                    <a:pt x="7530" y="759"/>
                  </a:cubicBezTo>
                  <a:close/>
                  <a:moveTo>
                    <a:pt x="8806" y="631"/>
                  </a:moveTo>
                  <a:cubicBezTo>
                    <a:pt x="8823" y="631"/>
                    <a:pt x="8718" y="696"/>
                    <a:pt x="8655" y="734"/>
                  </a:cubicBezTo>
                  <a:cubicBezTo>
                    <a:pt x="8655" y="733"/>
                    <a:pt x="8654" y="732"/>
                    <a:pt x="8652" y="732"/>
                  </a:cubicBezTo>
                  <a:cubicBezTo>
                    <a:pt x="8639" y="732"/>
                    <a:pt x="8592" y="752"/>
                    <a:pt x="8570" y="759"/>
                  </a:cubicBezTo>
                  <a:cubicBezTo>
                    <a:pt x="8566" y="767"/>
                    <a:pt x="8569" y="770"/>
                    <a:pt x="8576" y="770"/>
                  </a:cubicBezTo>
                  <a:cubicBezTo>
                    <a:pt x="8601" y="770"/>
                    <a:pt x="8681" y="731"/>
                    <a:pt x="8739" y="692"/>
                  </a:cubicBezTo>
                  <a:lnTo>
                    <a:pt x="8739" y="692"/>
                  </a:lnTo>
                  <a:cubicBezTo>
                    <a:pt x="8731" y="709"/>
                    <a:pt x="8731" y="726"/>
                    <a:pt x="8723" y="734"/>
                  </a:cubicBezTo>
                  <a:lnTo>
                    <a:pt x="8672" y="785"/>
                  </a:lnTo>
                  <a:lnTo>
                    <a:pt x="8672" y="793"/>
                  </a:lnTo>
                  <a:cubicBezTo>
                    <a:pt x="8614" y="814"/>
                    <a:pt x="8570" y="829"/>
                    <a:pt x="8556" y="829"/>
                  </a:cubicBezTo>
                  <a:cubicBezTo>
                    <a:pt x="8548" y="829"/>
                    <a:pt x="8551" y="823"/>
                    <a:pt x="8570" y="810"/>
                  </a:cubicBezTo>
                  <a:lnTo>
                    <a:pt x="8570" y="810"/>
                  </a:lnTo>
                  <a:lnTo>
                    <a:pt x="8469" y="861"/>
                  </a:lnTo>
                  <a:lnTo>
                    <a:pt x="8511" y="819"/>
                  </a:lnTo>
                  <a:lnTo>
                    <a:pt x="8511" y="819"/>
                  </a:lnTo>
                  <a:cubicBezTo>
                    <a:pt x="8418" y="861"/>
                    <a:pt x="8435" y="869"/>
                    <a:pt x="8401" y="895"/>
                  </a:cubicBezTo>
                  <a:cubicBezTo>
                    <a:pt x="8386" y="903"/>
                    <a:pt x="8378" y="907"/>
                    <a:pt x="8374" y="907"/>
                  </a:cubicBezTo>
                  <a:cubicBezTo>
                    <a:pt x="8360" y="907"/>
                    <a:pt x="8405" y="860"/>
                    <a:pt x="8360" y="860"/>
                  </a:cubicBezTo>
                  <a:cubicBezTo>
                    <a:pt x="8357" y="860"/>
                    <a:pt x="8354" y="861"/>
                    <a:pt x="8350" y="861"/>
                  </a:cubicBezTo>
                  <a:cubicBezTo>
                    <a:pt x="8319" y="861"/>
                    <a:pt x="8430" y="798"/>
                    <a:pt x="8475" y="780"/>
                  </a:cubicBezTo>
                  <a:lnTo>
                    <a:pt x="8475" y="780"/>
                  </a:lnTo>
                  <a:cubicBezTo>
                    <a:pt x="8453" y="787"/>
                    <a:pt x="8443" y="790"/>
                    <a:pt x="8439" y="790"/>
                  </a:cubicBezTo>
                  <a:cubicBezTo>
                    <a:pt x="8435" y="790"/>
                    <a:pt x="8435" y="788"/>
                    <a:pt x="8435" y="785"/>
                  </a:cubicBezTo>
                  <a:cubicBezTo>
                    <a:pt x="8435" y="785"/>
                    <a:pt x="8443" y="776"/>
                    <a:pt x="8443" y="768"/>
                  </a:cubicBezTo>
                  <a:lnTo>
                    <a:pt x="8426" y="768"/>
                  </a:lnTo>
                  <a:cubicBezTo>
                    <a:pt x="8393" y="768"/>
                    <a:pt x="8367" y="776"/>
                    <a:pt x="8342" y="785"/>
                  </a:cubicBezTo>
                  <a:cubicBezTo>
                    <a:pt x="8336" y="785"/>
                    <a:pt x="8331" y="786"/>
                    <a:pt x="8327" y="786"/>
                  </a:cubicBezTo>
                  <a:cubicBezTo>
                    <a:pt x="8272" y="786"/>
                    <a:pt x="8372" y="745"/>
                    <a:pt x="8334" y="745"/>
                  </a:cubicBezTo>
                  <a:cubicBezTo>
                    <a:pt x="8326" y="745"/>
                    <a:pt x="8313" y="747"/>
                    <a:pt x="8291" y="751"/>
                  </a:cubicBezTo>
                  <a:cubicBezTo>
                    <a:pt x="8283" y="759"/>
                    <a:pt x="8274" y="768"/>
                    <a:pt x="8266" y="776"/>
                  </a:cubicBezTo>
                  <a:cubicBezTo>
                    <a:pt x="8190" y="793"/>
                    <a:pt x="8122" y="802"/>
                    <a:pt x="8054" y="802"/>
                  </a:cubicBezTo>
                  <a:cubicBezTo>
                    <a:pt x="8070" y="789"/>
                    <a:pt x="8077" y="786"/>
                    <a:pt x="8083" y="786"/>
                  </a:cubicBezTo>
                  <a:cubicBezTo>
                    <a:pt x="8090" y="786"/>
                    <a:pt x="8094" y="790"/>
                    <a:pt x="8105" y="790"/>
                  </a:cubicBezTo>
                  <a:cubicBezTo>
                    <a:pt x="8111" y="790"/>
                    <a:pt x="8119" y="789"/>
                    <a:pt x="8130" y="785"/>
                  </a:cubicBezTo>
                  <a:cubicBezTo>
                    <a:pt x="8139" y="776"/>
                    <a:pt x="8147" y="768"/>
                    <a:pt x="8147" y="751"/>
                  </a:cubicBezTo>
                  <a:cubicBezTo>
                    <a:pt x="8164" y="751"/>
                    <a:pt x="8211" y="740"/>
                    <a:pt x="8223" y="740"/>
                  </a:cubicBezTo>
                  <a:cubicBezTo>
                    <a:pt x="8226" y="740"/>
                    <a:pt x="8226" y="740"/>
                    <a:pt x="8226" y="741"/>
                  </a:cubicBezTo>
                  <a:lnTo>
                    <a:pt x="8226" y="741"/>
                  </a:lnTo>
                  <a:cubicBezTo>
                    <a:pt x="8250" y="731"/>
                    <a:pt x="8282" y="720"/>
                    <a:pt x="8270" y="720"/>
                  </a:cubicBezTo>
                  <a:cubicBezTo>
                    <a:pt x="8265" y="720"/>
                    <a:pt x="8254" y="722"/>
                    <a:pt x="8232" y="726"/>
                  </a:cubicBezTo>
                  <a:lnTo>
                    <a:pt x="8333" y="700"/>
                  </a:lnTo>
                  <a:lnTo>
                    <a:pt x="8333" y="692"/>
                  </a:lnTo>
                  <a:lnTo>
                    <a:pt x="8393" y="683"/>
                  </a:lnTo>
                  <a:cubicBezTo>
                    <a:pt x="8393" y="692"/>
                    <a:pt x="8435" y="683"/>
                    <a:pt x="8401" y="709"/>
                  </a:cubicBezTo>
                  <a:cubicBezTo>
                    <a:pt x="8376" y="717"/>
                    <a:pt x="8350" y="726"/>
                    <a:pt x="8317" y="734"/>
                  </a:cubicBezTo>
                  <a:cubicBezTo>
                    <a:pt x="8321" y="737"/>
                    <a:pt x="8329" y="738"/>
                    <a:pt x="8339" y="738"/>
                  </a:cubicBezTo>
                  <a:cubicBezTo>
                    <a:pt x="8362" y="738"/>
                    <a:pt x="8397" y="732"/>
                    <a:pt x="8426" y="726"/>
                  </a:cubicBezTo>
                  <a:cubicBezTo>
                    <a:pt x="8367" y="726"/>
                    <a:pt x="8443" y="700"/>
                    <a:pt x="8494" y="675"/>
                  </a:cubicBezTo>
                  <a:cubicBezTo>
                    <a:pt x="8570" y="658"/>
                    <a:pt x="8630" y="658"/>
                    <a:pt x="8680" y="650"/>
                  </a:cubicBezTo>
                  <a:cubicBezTo>
                    <a:pt x="8689" y="650"/>
                    <a:pt x="8689" y="658"/>
                    <a:pt x="8680" y="666"/>
                  </a:cubicBezTo>
                  <a:cubicBezTo>
                    <a:pt x="8638" y="692"/>
                    <a:pt x="8604" y="700"/>
                    <a:pt x="8562" y="709"/>
                  </a:cubicBezTo>
                  <a:lnTo>
                    <a:pt x="8596" y="709"/>
                  </a:lnTo>
                  <a:lnTo>
                    <a:pt x="8579" y="726"/>
                  </a:lnTo>
                  <a:cubicBezTo>
                    <a:pt x="8570" y="734"/>
                    <a:pt x="8570" y="743"/>
                    <a:pt x="8587" y="743"/>
                  </a:cubicBezTo>
                  <a:cubicBezTo>
                    <a:pt x="8562" y="726"/>
                    <a:pt x="8773" y="675"/>
                    <a:pt x="8739" y="658"/>
                  </a:cubicBezTo>
                  <a:cubicBezTo>
                    <a:pt x="8781" y="638"/>
                    <a:pt x="8801" y="631"/>
                    <a:pt x="8806" y="631"/>
                  </a:cubicBezTo>
                  <a:close/>
                  <a:moveTo>
                    <a:pt x="7715" y="1050"/>
                  </a:moveTo>
                  <a:lnTo>
                    <a:pt x="7699" y="1056"/>
                  </a:lnTo>
                  <a:cubicBezTo>
                    <a:pt x="7708" y="1053"/>
                    <a:pt x="7712" y="1052"/>
                    <a:pt x="7715" y="1050"/>
                  </a:cubicBezTo>
                  <a:close/>
                  <a:moveTo>
                    <a:pt x="7953" y="1072"/>
                  </a:moveTo>
                  <a:lnTo>
                    <a:pt x="7953" y="1072"/>
                  </a:lnTo>
                  <a:cubicBezTo>
                    <a:pt x="7952" y="1073"/>
                    <a:pt x="7952" y="1074"/>
                    <a:pt x="7952" y="1075"/>
                  </a:cubicBezTo>
                  <a:lnTo>
                    <a:pt x="7952" y="1075"/>
                  </a:lnTo>
                  <a:cubicBezTo>
                    <a:pt x="7952" y="1074"/>
                    <a:pt x="7952" y="1073"/>
                    <a:pt x="7953" y="1072"/>
                  </a:cubicBezTo>
                  <a:close/>
                  <a:moveTo>
                    <a:pt x="7407" y="1064"/>
                  </a:moveTo>
                  <a:lnTo>
                    <a:pt x="7403" y="1081"/>
                  </a:lnTo>
                  <a:cubicBezTo>
                    <a:pt x="7407" y="1075"/>
                    <a:pt x="7408" y="1069"/>
                    <a:pt x="7407" y="1064"/>
                  </a:cubicBezTo>
                  <a:close/>
                  <a:moveTo>
                    <a:pt x="7987" y="1352"/>
                  </a:moveTo>
                  <a:lnTo>
                    <a:pt x="7987" y="1352"/>
                  </a:lnTo>
                  <a:cubicBezTo>
                    <a:pt x="7961" y="1371"/>
                    <a:pt x="7946" y="1387"/>
                    <a:pt x="7937" y="1400"/>
                  </a:cubicBezTo>
                  <a:lnTo>
                    <a:pt x="7937" y="1400"/>
                  </a:lnTo>
                  <a:cubicBezTo>
                    <a:pt x="7957" y="1377"/>
                    <a:pt x="8000" y="1352"/>
                    <a:pt x="7987" y="1352"/>
                  </a:cubicBezTo>
                  <a:close/>
                  <a:moveTo>
                    <a:pt x="7937" y="1400"/>
                  </a:moveTo>
                  <a:cubicBezTo>
                    <a:pt x="7932" y="1406"/>
                    <a:pt x="7929" y="1411"/>
                    <a:pt x="7928" y="1416"/>
                  </a:cubicBezTo>
                  <a:lnTo>
                    <a:pt x="7928" y="1416"/>
                  </a:lnTo>
                  <a:cubicBezTo>
                    <a:pt x="7930" y="1411"/>
                    <a:pt x="7933" y="1406"/>
                    <a:pt x="7937" y="1400"/>
                  </a:cubicBezTo>
                  <a:close/>
                  <a:moveTo>
                    <a:pt x="8385" y="1419"/>
                  </a:moveTo>
                  <a:cubicBezTo>
                    <a:pt x="8373" y="1429"/>
                    <a:pt x="8361" y="1439"/>
                    <a:pt x="8350" y="1449"/>
                  </a:cubicBezTo>
                  <a:lnTo>
                    <a:pt x="8350" y="1449"/>
                  </a:lnTo>
                  <a:cubicBezTo>
                    <a:pt x="8364" y="1440"/>
                    <a:pt x="8378" y="1430"/>
                    <a:pt x="8393" y="1419"/>
                  </a:cubicBezTo>
                  <a:close/>
                  <a:moveTo>
                    <a:pt x="8350" y="1449"/>
                  </a:moveTo>
                  <a:cubicBezTo>
                    <a:pt x="8324" y="1466"/>
                    <a:pt x="8299" y="1482"/>
                    <a:pt x="8276" y="1496"/>
                  </a:cubicBezTo>
                  <a:lnTo>
                    <a:pt x="8276" y="1496"/>
                  </a:lnTo>
                  <a:lnTo>
                    <a:pt x="8274" y="1495"/>
                  </a:lnTo>
                  <a:lnTo>
                    <a:pt x="8265" y="1503"/>
                  </a:lnTo>
                  <a:lnTo>
                    <a:pt x="8265" y="1503"/>
                  </a:lnTo>
                  <a:cubicBezTo>
                    <a:pt x="8269" y="1501"/>
                    <a:pt x="8273" y="1499"/>
                    <a:pt x="8276" y="1496"/>
                  </a:cubicBezTo>
                  <a:lnTo>
                    <a:pt x="8276" y="1496"/>
                  </a:lnTo>
                  <a:lnTo>
                    <a:pt x="8291" y="1504"/>
                  </a:lnTo>
                  <a:cubicBezTo>
                    <a:pt x="8310" y="1485"/>
                    <a:pt x="8330" y="1467"/>
                    <a:pt x="8350" y="1449"/>
                  </a:cubicBezTo>
                  <a:close/>
                  <a:moveTo>
                    <a:pt x="8265" y="1503"/>
                  </a:moveTo>
                  <a:lnTo>
                    <a:pt x="8265" y="1503"/>
                  </a:lnTo>
                  <a:cubicBezTo>
                    <a:pt x="8225" y="1530"/>
                    <a:pt x="8194" y="1554"/>
                    <a:pt x="8181" y="1580"/>
                  </a:cubicBezTo>
                  <a:lnTo>
                    <a:pt x="8265" y="1503"/>
                  </a:lnTo>
                  <a:close/>
                  <a:moveTo>
                    <a:pt x="6312" y="2394"/>
                  </a:moveTo>
                  <a:cubicBezTo>
                    <a:pt x="6292" y="2400"/>
                    <a:pt x="6270" y="2413"/>
                    <a:pt x="6247" y="2425"/>
                  </a:cubicBezTo>
                  <a:lnTo>
                    <a:pt x="6247" y="2425"/>
                  </a:lnTo>
                  <a:cubicBezTo>
                    <a:pt x="6247" y="2425"/>
                    <a:pt x="6247" y="2425"/>
                    <a:pt x="6247" y="2425"/>
                  </a:cubicBezTo>
                  <a:cubicBezTo>
                    <a:pt x="6258" y="2425"/>
                    <a:pt x="6266" y="2429"/>
                    <a:pt x="6261" y="2443"/>
                  </a:cubicBezTo>
                  <a:cubicBezTo>
                    <a:pt x="6278" y="2427"/>
                    <a:pt x="6296" y="2411"/>
                    <a:pt x="6312" y="2394"/>
                  </a:cubicBezTo>
                  <a:close/>
                  <a:moveTo>
                    <a:pt x="6117" y="2621"/>
                  </a:moveTo>
                  <a:lnTo>
                    <a:pt x="6117" y="2621"/>
                  </a:lnTo>
                  <a:cubicBezTo>
                    <a:pt x="6118" y="2625"/>
                    <a:pt x="6118" y="2630"/>
                    <a:pt x="6116" y="2634"/>
                  </a:cubicBezTo>
                  <a:lnTo>
                    <a:pt x="6116" y="2634"/>
                  </a:lnTo>
                  <a:cubicBezTo>
                    <a:pt x="6119" y="2628"/>
                    <a:pt x="6121" y="2623"/>
                    <a:pt x="6117" y="2621"/>
                  </a:cubicBezTo>
                  <a:close/>
                  <a:moveTo>
                    <a:pt x="6116" y="2634"/>
                  </a:moveTo>
                  <a:cubicBezTo>
                    <a:pt x="6113" y="2638"/>
                    <a:pt x="6110" y="2643"/>
                    <a:pt x="6106" y="2648"/>
                  </a:cubicBezTo>
                  <a:lnTo>
                    <a:pt x="6106" y="2648"/>
                  </a:lnTo>
                  <a:cubicBezTo>
                    <a:pt x="6110" y="2643"/>
                    <a:pt x="6114" y="2639"/>
                    <a:pt x="6116" y="2634"/>
                  </a:cubicBezTo>
                  <a:close/>
                  <a:moveTo>
                    <a:pt x="4895" y="3946"/>
                  </a:moveTo>
                  <a:lnTo>
                    <a:pt x="4882" y="3957"/>
                  </a:lnTo>
                  <a:cubicBezTo>
                    <a:pt x="4888" y="3954"/>
                    <a:pt x="4892" y="3950"/>
                    <a:pt x="4895" y="3946"/>
                  </a:cubicBezTo>
                  <a:close/>
                  <a:moveTo>
                    <a:pt x="4536" y="4180"/>
                  </a:moveTo>
                  <a:lnTo>
                    <a:pt x="4527" y="4194"/>
                  </a:lnTo>
                  <a:cubicBezTo>
                    <a:pt x="4531" y="4190"/>
                    <a:pt x="4535" y="4184"/>
                    <a:pt x="4536" y="4180"/>
                  </a:cubicBezTo>
                  <a:close/>
                  <a:moveTo>
                    <a:pt x="197" y="0"/>
                  </a:moveTo>
                  <a:cubicBezTo>
                    <a:pt x="169" y="0"/>
                    <a:pt x="143" y="2"/>
                    <a:pt x="119" y="7"/>
                  </a:cubicBezTo>
                  <a:cubicBezTo>
                    <a:pt x="148" y="7"/>
                    <a:pt x="164" y="1"/>
                    <a:pt x="181" y="1"/>
                  </a:cubicBezTo>
                  <a:cubicBezTo>
                    <a:pt x="194" y="1"/>
                    <a:pt x="208" y="4"/>
                    <a:pt x="229" y="15"/>
                  </a:cubicBezTo>
                  <a:cubicBezTo>
                    <a:pt x="229" y="24"/>
                    <a:pt x="221" y="26"/>
                    <a:pt x="211" y="26"/>
                  </a:cubicBezTo>
                  <a:cubicBezTo>
                    <a:pt x="202" y="26"/>
                    <a:pt x="191" y="24"/>
                    <a:pt x="187" y="24"/>
                  </a:cubicBezTo>
                  <a:cubicBezTo>
                    <a:pt x="187" y="40"/>
                    <a:pt x="202" y="40"/>
                    <a:pt x="224" y="40"/>
                  </a:cubicBezTo>
                  <a:cubicBezTo>
                    <a:pt x="246" y="40"/>
                    <a:pt x="276" y="40"/>
                    <a:pt x="305" y="57"/>
                  </a:cubicBezTo>
                  <a:lnTo>
                    <a:pt x="195" y="57"/>
                  </a:lnTo>
                  <a:lnTo>
                    <a:pt x="255" y="91"/>
                  </a:lnTo>
                  <a:lnTo>
                    <a:pt x="1" y="100"/>
                  </a:lnTo>
                  <a:cubicBezTo>
                    <a:pt x="75" y="127"/>
                    <a:pt x="138" y="131"/>
                    <a:pt x="195" y="131"/>
                  </a:cubicBezTo>
                  <a:cubicBezTo>
                    <a:pt x="220" y="131"/>
                    <a:pt x="244" y="130"/>
                    <a:pt x="267" y="130"/>
                  </a:cubicBezTo>
                  <a:cubicBezTo>
                    <a:pt x="327" y="130"/>
                    <a:pt x="384" y="135"/>
                    <a:pt x="449" y="167"/>
                  </a:cubicBezTo>
                  <a:cubicBezTo>
                    <a:pt x="424" y="167"/>
                    <a:pt x="449" y="176"/>
                    <a:pt x="449" y="184"/>
                  </a:cubicBezTo>
                  <a:cubicBezTo>
                    <a:pt x="475" y="188"/>
                    <a:pt x="500" y="191"/>
                    <a:pt x="524" y="191"/>
                  </a:cubicBezTo>
                  <a:cubicBezTo>
                    <a:pt x="549" y="191"/>
                    <a:pt x="572" y="188"/>
                    <a:pt x="593" y="184"/>
                  </a:cubicBezTo>
                  <a:lnTo>
                    <a:pt x="609" y="188"/>
                  </a:lnTo>
                  <a:lnTo>
                    <a:pt x="609" y="188"/>
                  </a:lnTo>
                  <a:cubicBezTo>
                    <a:pt x="607" y="193"/>
                    <a:pt x="600" y="193"/>
                    <a:pt x="593" y="193"/>
                  </a:cubicBezTo>
                  <a:lnTo>
                    <a:pt x="593" y="201"/>
                  </a:lnTo>
                  <a:cubicBezTo>
                    <a:pt x="605" y="201"/>
                    <a:pt x="609" y="192"/>
                    <a:pt x="610" y="188"/>
                  </a:cubicBezTo>
                  <a:lnTo>
                    <a:pt x="610" y="188"/>
                  </a:lnTo>
                  <a:lnTo>
                    <a:pt x="678" y="201"/>
                  </a:lnTo>
                  <a:cubicBezTo>
                    <a:pt x="671" y="214"/>
                    <a:pt x="650" y="232"/>
                    <a:pt x="602" y="232"/>
                  </a:cubicBezTo>
                  <a:cubicBezTo>
                    <a:pt x="587" y="232"/>
                    <a:pt x="570" y="230"/>
                    <a:pt x="551" y="227"/>
                  </a:cubicBezTo>
                  <a:lnTo>
                    <a:pt x="551" y="227"/>
                  </a:lnTo>
                  <a:cubicBezTo>
                    <a:pt x="838" y="294"/>
                    <a:pt x="1075" y="277"/>
                    <a:pt x="1354" y="353"/>
                  </a:cubicBezTo>
                  <a:cubicBezTo>
                    <a:pt x="1363" y="358"/>
                    <a:pt x="1354" y="358"/>
                    <a:pt x="1346" y="358"/>
                  </a:cubicBezTo>
                  <a:cubicBezTo>
                    <a:pt x="1338" y="358"/>
                    <a:pt x="1329" y="358"/>
                    <a:pt x="1338" y="362"/>
                  </a:cubicBezTo>
                  <a:cubicBezTo>
                    <a:pt x="1366" y="362"/>
                    <a:pt x="1401" y="366"/>
                    <a:pt x="1422" y="366"/>
                  </a:cubicBezTo>
                  <a:cubicBezTo>
                    <a:pt x="1429" y="366"/>
                    <a:pt x="1433" y="365"/>
                    <a:pt x="1436" y="364"/>
                  </a:cubicBezTo>
                  <a:lnTo>
                    <a:pt x="1436" y="364"/>
                  </a:lnTo>
                  <a:cubicBezTo>
                    <a:pt x="1432" y="368"/>
                    <a:pt x="1427" y="371"/>
                    <a:pt x="1422" y="372"/>
                  </a:cubicBezTo>
                  <a:lnTo>
                    <a:pt x="1422" y="372"/>
                  </a:lnTo>
                  <a:cubicBezTo>
                    <a:pt x="1563" y="391"/>
                    <a:pt x="1629" y="438"/>
                    <a:pt x="1727" y="438"/>
                  </a:cubicBezTo>
                  <a:cubicBezTo>
                    <a:pt x="1727" y="444"/>
                    <a:pt x="1716" y="446"/>
                    <a:pt x="1704" y="446"/>
                  </a:cubicBezTo>
                  <a:cubicBezTo>
                    <a:pt x="1690" y="446"/>
                    <a:pt x="1673" y="444"/>
                    <a:pt x="1664" y="444"/>
                  </a:cubicBezTo>
                  <a:cubicBezTo>
                    <a:pt x="1659" y="444"/>
                    <a:pt x="1657" y="445"/>
                    <a:pt x="1659" y="447"/>
                  </a:cubicBezTo>
                  <a:cubicBezTo>
                    <a:pt x="1717" y="463"/>
                    <a:pt x="1765" y="466"/>
                    <a:pt x="1811" y="466"/>
                  </a:cubicBezTo>
                  <a:cubicBezTo>
                    <a:pt x="1853" y="466"/>
                    <a:pt x="1893" y="463"/>
                    <a:pt x="1937" y="463"/>
                  </a:cubicBezTo>
                  <a:cubicBezTo>
                    <a:pt x="1971" y="463"/>
                    <a:pt x="2007" y="465"/>
                    <a:pt x="2048" y="472"/>
                  </a:cubicBezTo>
                  <a:cubicBezTo>
                    <a:pt x="1989" y="489"/>
                    <a:pt x="2073" y="506"/>
                    <a:pt x="2107" y="523"/>
                  </a:cubicBezTo>
                  <a:cubicBezTo>
                    <a:pt x="2234" y="523"/>
                    <a:pt x="2496" y="556"/>
                    <a:pt x="2691" y="565"/>
                  </a:cubicBezTo>
                  <a:cubicBezTo>
                    <a:pt x="2623" y="624"/>
                    <a:pt x="2894" y="599"/>
                    <a:pt x="2902" y="650"/>
                  </a:cubicBezTo>
                  <a:cubicBezTo>
                    <a:pt x="2918" y="653"/>
                    <a:pt x="2936" y="655"/>
                    <a:pt x="2952" y="655"/>
                  </a:cubicBezTo>
                  <a:cubicBezTo>
                    <a:pt x="2981" y="655"/>
                    <a:pt x="3007" y="649"/>
                    <a:pt x="3012" y="633"/>
                  </a:cubicBezTo>
                  <a:lnTo>
                    <a:pt x="3012" y="633"/>
                  </a:lnTo>
                  <a:cubicBezTo>
                    <a:pt x="3008" y="634"/>
                    <a:pt x="3002" y="635"/>
                    <a:pt x="2996" y="635"/>
                  </a:cubicBezTo>
                  <a:cubicBezTo>
                    <a:pt x="2970" y="635"/>
                    <a:pt x="2938" y="621"/>
                    <a:pt x="2945" y="607"/>
                  </a:cubicBezTo>
                  <a:lnTo>
                    <a:pt x="2945" y="607"/>
                  </a:lnTo>
                  <a:cubicBezTo>
                    <a:pt x="2974" y="611"/>
                    <a:pt x="3012" y="616"/>
                    <a:pt x="3044" y="616"/>
                  </a:cubicBezTo>
                  <a:cubicBezTo>
                    <a:pt x="3076" y="616"/>
                    <a:pt x="3101" y="611"/>
                    <a:pt x="3106" y="599"/>
                  </a:cubicBezTo>
                  <a:lnTo>
                    <a:pt x="3182" y="633"/>
                  </a:lnTo>
                  <a:cubicBezTo>
                    <a:pt x="3188" y="614"/>
                    <a:pt x="3209" y="604"/>
                    <a:pt x="3233" y="604"/>
                  </a:cubicBezTo>
                  <a:cubicBezTo>
                    <a:pt x="3241" y="604"/>
                    <a:pt x="3249" y="605"/>
                    <a:pt x="3258" y="607"/>
                  </a:cubicBezTo>
                  <a:cubicBezTo>
                    <a:pt x="3277" y="619"/>
                    <a:pt x="3287" y="623"/>
                    <a:pt x="3293" y="623"/>
                  </a:cubicBezTo>
                  <a:cubicBezTo>
                    <a:pt x="3307" y="623"/>
                    <a:pt x="3292" y="596"/>
                    <a:pt x="3324" y="596"/>
                  </a:cubicBezTo>
                  <a:cubicBezTo>
                    <a:pt x="3335" y="596"/>
                    <a:pt x="3351" y="599"/>
                    <a:pt x="3376" y="607"/>
                  </a:cubicBezTo>
                  <a:cubicBezTo>
                    <a:pt x="3351" y="616"/>
                    <a:pt x="3325" y="633"/>
                    <a:pt x="3309" y="650"/>
                  </a:cubicBezTo>
                  <a:cubicBezTo>
                    <a:pt x="3331" y="652"/>
                    <a:pt x="3345" y="653"/>
                    <a:pt x="3356" y="653"/>
                  </a:cubicBezTo>
                  <a:cubicBezTo>
                    <a:pt x="3376" y="653"/>
                    <a:pt x="3382" y="650"/>
                    <a:pt x="3410" y="650"/>
                  </a:cubicBezTo>
                  <a:cubicBezTo>
                    <a:pt x="3427" y="666"/>
                    <a:pt x="3359" y="692"/>
                    <a:pt x="3309" y="692"/>
                  </a:cubicBezTo>
                  <a:lnTo>
                    <a:pt x="3393" y="709"/>
                  </a:lnTo>
                  <a:cubicBezTo>
                    <a:pt x="3466" y="686"/>
                    <a:pt x="3544" y="675"/>
                    <a:pt x="3622" y="675"/>
                  </a:cubicBezTo>
                  <a:cubicBezTo>
                    <a:pt x="3661" y="675"/>
                    <a:pt x="3701" y="678"/>
                    <a:pt x="3740" y="683"/>
                  </a:cubicBezTo>
                  <a:cubicBezTo>
                    <a:pt x="3723" y="700"/>
                    <a:pt x="3681" y="692"/>
                    <a:pt x="3706" y="726"/>
                  </a:cubicBezTo>
                  <a:cubicBezTo>
                    <a:pt x="3740" y="717"/>
                    <a:pt x="3774" y="713"/>
                    <a:pt x="3808" y="713"/>
                  </a:cubicBezTo>
                  <a:cubicBezTo>
                    <a:pt x="3841" y="713"/>
                    <a:pt x="3873" y="717"/>
                    <a:pt x="3906" y="725"/>
                  </a:cubicBezTo>
                  <a:lnTo>
                    <a:pt x="3906" y="725"/>
                  </a:lnTo>
                  <a:cubicBezTo>
                    <a:pt x="3928" y="722"/>
                    <a:pt x="3944" y="721"/>
                    <a:pt x="3958" y="721"/>
                  </a:cubicBezTo>
                  <a:cubicBezTo>
                    <a:pt x="4020" y="721"/>
                    <a:pt x="4016" y="746"/>
                    <a:pt x="4112" y="759"/>
                  </a:cubicBezTo>
                  <a:cubicBezTo>
                    <a:pt x="4104" y="759"/>
                    <a:pt x="4104" y="768"/>
                    <a:pt x="4104" y="768"/>
                  </a:cubicBezTo>
                  <a:lnTo>
                    <a:pt x="4180" y="751"/>
                  </a:lnTo>
                  <a:cubicBezTo>
                    <a:pt x="4205" y="745"/>
                    <a:pt x="4227" y="743"/>
                    <a:pt x="4245" y="743"/>
                  </a:cubicBezTo>
                  <a:cubicBezTo>
                    <a:pt x="4332" y="743"/>
                    <a:pt x="4356" y="798"/>
                    <a:pt x="4425" y="819"/>
                  </a:cubicBezTo>
                  <a:lnTo>
                    <a:pt x="4408" y="819"/>
                  </a:lnTo>
                  <a:cubicBezTo>
                    <a:pt x="4459" y="853"/>
                    <a:pt x="4645" y="836"/>
                    <a:pt x="4687" y="853"/>
                  </a:cubicBezTo>
                  <a:cubicBezTo>
                    <a:pt x="4628" y="827"/>
                    <a:pt x="4671" y="827"/>
                    <a:pt x="4628" y="793"/>
                  </a:cubicBezTo>
                  <a:cubicBezTo>
                    <a:pt x="4581" y="800"/>
                    <a:pt x="4582" y="823"/>
                    <a:pt x="4536" y="823"/>
                  </a:cubicBezTo>
                  <a:cubicBezTo>
                    <a:pt x="4525" y="823"/>
                    <a:pt x="4511" y="822"/>
                    <a:pt x="4493" y="819"/>
                  </a:cubicBezTo>
                  <a:cubicBezTo>
                    <a:pt x="4510" y="793"/>
                    <a:pt x="4628" y="785"/>
                    <a:pt x="4654" y="768"/>
                  </a:cubicBezTo>
                  <a:cubicBezTo>
                    <a:pt x="4687" y="768"/>
                    <a:pt x="4721" y="793"/>
                    <a:pt x="4738" y="836"/>
                  </a:cubicBezTo>
                  <a:cubicBezTo>
                    <a:pt x="4847" y="836"/>
                    <a:pt x="4918" y="854"/>
                    <a:pt x="5038" y="854"/>
                  </a:cubicBezTo>
                  <a:cubicBezTo>
                    <a:pt x="5058" y="854"/>
                    <a:pt x="5079" y="854"/>
                    <a:pt x="5102" y="853"/>
                  </a:cubicBezTo>
                  <a:cubicBezTo>
                    <a:pt x="5146" y="840"/>
                    <a:pt x="5180" y="800"/>
                    <a:pt x="5246" y="800"/>
                  </a:cubicBezTo>
                  <a:cubicBezTo>
                    <a:pt x="5269" y="800"/>
                    <a:pt x="5297" y="805"/>
                    <a:pt x="5330" y="819"/>
                  </a:cubicBezTo>
                  <a:lnTo>
                    <a:pt x="5326" y="823"/>
                  </a:lnTo>
                  <a:lnTo>
                    <a:pt x="5326" y="823"/>
                  </a:lnTo>
                  <a:cubicBezTo>
                    <a:pt x="5329" y="822"/>
                    <a:pt x="5333" y="821"/>
                    <a:pt x="5339" y="821"/>
                  </a:cubicBezTo>
                  <a:cubicBezTo>
                    <a:pt x="5352" y="821"/>
                    <a:pt x="5371" y="825"/>
                    <a:pt x="5388" y="825"/>
                  </a:cubicBezTo>
                  <a:cubicBezTo>
                    <a:pt x="5398" y="825"/>
                    <a:pt x="5408" y="823"/>
                    <a:pt x="5415" y="819"/>
                  </a:cubicBezTo>
                  <a:cubicBezTo>
                    <a:pt x="5373" y="785"/>
                    <a:pt x="5474" y="802"/>
                    <a:pt x="5415" y="768"/>
                  </a:cubicBezTo>
                  <a:cubicBezTo>
                    <a:pt x="5491" y="768"/>
                    <a:pt x="5508" y="810"/>
                    <a:pt x="5516" y="844"/>
                  </a:cubicBezTo>
                  <a:cubicBezTo>
                    <a:pt x="5533" y="830"/>
                    <a:pt x="5553" y="825"/>
                    <a:pt x="5575" y="825"/>
                  </a:cubicBezTo>
                  <a:cubicBezTo>
                    <a:pt x="5621" y="825"/>
                    <a:pt x="5679" y="847"/>
                    <a:pt x="5747" y="847"/>
                  </a:cubicBezTo>
                  <a:cubicBezTo>
                    <a:pt x="5760" y="847"/>
                    <a:pt x="5773" y="846"/>
                    <a:pt x="5787" y="844"/>
                  </a:cubicBezTo>
                  <a:lnTo>
                    <a:pt x="5787" y="844"/>
                  </a:lnTo>
                  <a:cubicBezTo>
                    <a:pt x="5762" y="861"/>
                    <a:pt x="5635" y="861"/>
                    <a:pt x="5686" y="878"/>
                  </a:cubicBezTo>
                  <a:lnTo>
                    <a:pt x="5838" y="836"/>
                  </a:lnTo>
                  <a:lnTo>
                    <a:pt x="5770" y="836"/>
                  </a:lnTo>
                  <a:cubicBezTo>
                    <a:pt x="5797" y="830"/>
                    <a:pt x="5823" y="827"/>
                    <a:pt x="5848" y="827"/>
                  </a:cubicBezTo>
                  <a:cubicBezTo>
                    <a:pt x="5894" y="827"/>
                    <a:pt x="5938" y="836"/>
                    <a:pt x="5982" y="853"/>
                  </a:cubicBezTo>
                  <a:cubicBezTo>
                    <a:pt x="5999" y="869"/>
                    <a:pt x="5956" y="869"/>
                    <a:pt x="5923" y="869"/>
                  </a:cubicBezTo>
                  <a:cubicBezTo>
                    <a:pt x="5965" y="869"/>
                    <a:pt x="6016" y="869"/>
                    <a:pt x="6058" y="861"/>
                  </a:cubicBezTo>
                  <a:cubicBezTo>
                    <a:pt x="6092" y="844"/>
                    <a:pt x="6210" y="827"/>
                    <a:pt x="6261" y="802"/>
                  </a:cubicBezTo>
                  <a:lnTo>
                    <a:pt x="6278" y="802"/>
                  </a:lnTo>
                  <a:cubicBezTo>
                    <a:pt x="6278" y="810"/>
                    <a:pt x="6278" y="810"/>
                    <a:pt x="6269" y="810"/>
                  </a:cubicBezTo>
                  <a:lnTo>
                    <a:pt x="6295" y="810"/>
                  </a:lnTo>
                  <a:lnTo>
                    <a:pt x="6362" y="819"/>
                  </a:lnTo>
                  <a:lnTo>
                    <a:pt x="6345" y="827"/>
                  </a:lnTo>
                  <a:lnTo>
                    <a:pt x="6371" y="827"/>
                  </a:lnTo>
                  <a:lnTo>
                    <a:pt x="6405" y="886"/>
                  </a:lnTo>
                  <a:lnTo>
                    <a:pt x="6439" y="878"/>
                  </a:lnTo>
                  <a:lnTo>
                    <a:pt x="6422" y="878"/>
                  </a:lnTo>
                  <a:cubicBezTo>
                    <a:pt x="6422" y="844"/>
                    <a:pt x="6498" y="819"/>
                    <a:pt x="6591" y="819"/>
                  </a:cubicBezTo>
                  <a:lnTo>
                    <a:pt x="6472" y="810"/>
                  </a:lnTo>
                  <a:lnTo>
                    <a:pt x="6489" y="802"/>
                  </a:lnTo>
                  <a:cubicBezTo>
                    <a:pt x="6591" y="810"/>
                    <a:pt x="6684" y="810"/>
                    <a:pt x="6777" y="810"/>
                  </a:cubicBezTo>
                  <a:cubicBezTo>
                    <a:pt x="6743" y="827"/>
                    <a:pt x="6701" y="827"/>
                    <a:pt x="6667" y="827"/>
                  </a:cubicBezTo>
                  <a:cubicBezTo>
                    <a:pt x="6690" y="835"/>
                    <a:pt x="6715" y="838"/>
                    <a:pt x="6742" y="838"/>
                  </a:cubicBezTo>
                  <a:cubicBezTo>
                    <a:pt x="6793" y="838"/>
                    <a:pt x="6848" y="828"/>
                    <a:pt x="6891" y="828"/>
                  </a:cubicBezTo>
                  <a:cubicBezTo>
                    <a:pt x="6918" y="828"/>
                    <a:pt x="6940" y="832"/>
                    <a:pt x="6955" y="844"/>
                  </a:cubicBezTo>
                  <a:cubicBezTo>
                    <a:pt x="6836" y="869"/>
                    <a:pt x="6709" y="886"/>
                    <a:pt x="6591" y="886"/>
                  </a:cubicBezTo>
                  <a:cubicBezTo>
                    <a:pt x="6515" y="853"/>
                    <a:pt x="6692" y="861"/>
                    <a:pt x="6692" y="844"/>
                  </a:cubicBezTo>
                  <a:lnTo>
                    <a:pt x="6608" y="836"/>
                  </a:lnTo>
                  <a:lnTo>
                    <a:pt x="6608" y="836"/>
                  </a:lnTo>
                  <a:cubicBezTo>
                    <a:pt x="6616" y="861"/>
                    <a:pt x="6439" y="853"/>
                    <a:pt x="6481" y="895"/>
                  </a:cubicBezTo>
                  <a:cubicBezTo>
                    <a:pt x="6578" y="903"/>
                    <a:pt x="6673" y="905"/>
                    <a:pt x="6764" y="905"/>
                  </a:cubicBezTo>
                  <a:cubicBezTo>
                    <a:pt x="6855" y="905"/>
                    <a:pt x="6942" y="903"/>
                    <a:pt x="7022" y="903"/>
                  </a:cubicBezTo>
                  <a:lnTo>
                    <a:pt x="6878" y="1140"/>
                  </a:lnTo>
                  <a:cubicBezTo>
                    <a:pt x="6878" y="1140"/>
                    <a:pt x="6870" y="1149"/>
                    <a:pt x="6861" y="1157"/>
                  </a:cubicBezTo>
                  <a:cubicBezTo>
                    <a:pt x="7031" y="1149"/>
                    <a:pt x="6946" y="1056"/>
                    <a:pt x="6980" y="1047"/>
                  </a:cubicBezTo>
                  <a:cubicBezTo>
                    <a:pt x="7005" y="1047"/>
                    <a:pt x="7031" y="1033"/>
                    <a:pt x="7056" y="1033"/>
                  </a:cubicBezTo>
                  <a:cubicBezTo>
                    <a:pt x="7065" y="1033"/>
                    <a:pt x="7073" y="1034"/>
                    <a:pt x="7081" y="1039"/>
                  </a:cubicBezTo>
                  <a:lnTo>
                    <a:pt x="7065" y="1056"/>
                  </a:lnTo>
                  <a:cubicBezTo>
                    <a:pt x="7166" y="1039"/>
                    <a:pt x="7090" y="1022"/>
                    <a:pt x="7183" y="1022"/>
                  </a:cubicBezTo>
                  <a:cubicBezTo>
                    <a:pt x="7217" y="1009"/>
                    <a:pt x="7200" y="1009"/>
                    <a:pt x="7181" y="1009"/>
                  </a:cubicBezTo>
                  <a:cubicBezTo>
                    <a:pt x="7162" y="1009"/>
                    <a:pt x="7141" y="1009"/>
                    <a:pt x="7166" y="996"/>
                  </a:cubicBezTo>
                  <a:cubicBezTo>
                    <a:pt x="7191" y="996"/>
                    <a:pt x="7225" y="988"/>
                    <a:pt x="7251" y="971"/>
                  </a:cubicBezTo>
                  <a:cubicBezTo>
                    <a:pt x="7259" y="954"/>
                    <a:pt x="7276" y="954"/>
                    <a:pt x="7284" y="954"/>
                  </a:cubicBezTo>
                  <a:cubicBezTo>
                    <a:pt x="7297" y="950"/>
                    <a:pt x="7310" y="948"/>
                    <a:pt x="7323" y="948"/>
                  </a:cubicBezTo>
                  <a:cubicBezTo>
                    <a:pt x="7335" y="948"/>
                    <a:pt x="7348" y="950"/>
                    <a:pt x="7361" y="954"/>
                  </a:cubicBezTo>
                  <a:cubicBezTo>
                    <a:pt x="7361" y="954"/>
                    <a:pt x="7361" y="963"/>
                    <a:pt x="7361" y="971"/>
                  </a:cubicBezTo>
                  <a:cubicBezTo>
                    <a:pt x="7352" y="979"/>
                    <a:pt x="7352" y="996"/>
                    <a:pt x="7310" y="996"/>
                  </a:cubicBezTo>
                  <a:cubicBezTo>
                    <a:pt x="7318" y="996"/>
                    <a:pt x="7335" y="1005"/>
                    <a:pt x="7344" y="1005"/>
                  </a:cubicBezTo>
                  <a:lnTo>
                    <a:pt x="7369" y="1013"/>
                  </a:lnTo>
                  <a:lnTo>
                    <a:pt x="7344" y="1022"/>
                  </a:lnTo>
                  <a:lnTo>
                    <a:pt x="7327" y="1022"/>
                  </a:lnTo>
                  <a:lnTo>
                    <a:pt x="7251" y="1030"/>
                  </a:lnTo>
                  <a:cubicBezTo>
                    <a:pt x="7200" y="1064"/>
                    <a:pt x="7217" y="1081"/>
                    <a:pt x="7174" y="1115"/>
                  </a:cubicBezTo>
                  <a:cubicBezTo>
                    <a:pt x="7205" y="1107"/>
                    <a:pt x="7195" y="1080"/>
                    <a:pt x="7240" y="1080"/>
                  </a:cubicBezTo>
                  <a:cubicBezTo>
                    <a:pt x="7245" y="1080"/>
                    <a:pt x="7252" y="1080"/>
                    <a:pt x="7259" y="1081"/>
                  </a:cubicBezTo>
                  <a:cubicBezTo>
                    <a:pt x="7335" y="1081"/>
                    <a:pt x="7251" y="1098"/>
                    <a:pt x="7242" y="1106"/>
                  </a:cubicBezTo>
                  <a:cubicBezTo>
                    <a:pt x="7262" y="1096"/>
                    <a:pt x="7282" y="1092"/>
                    <a:pt x="7302" y="1092"/>
                  </a:cubicBezTo>
                  <a:cubicBezTo>
                    <a:pt x="7316" y="1092"/>
                    <a:pt x="7330" y="1094"/>
                    <a:pt x="7344" y="1098"/>
                  </a:cubicBezTo>
                  <a:cubicBezTo>
                    <a:pt x="7349" y="1103"/>
                    <a:pt x="7353" y="1108"/>
                    <a:pt x="7358" y="1108"/>
                  </a:cubicBezTo>
                  <a:cubicBezTo>
                    <a:pt x="7362" y="1108"/>
                    <a:pt x="7365" y="1105"/>
                    <a:pt x="7369" y="1098"/>
                  </a:cubicBezTo>
                  <a:cubicBezTo>
                    <a:pt x="7369" y="1064"/>
                    <a:pt x="7378" y="1064"/>
                    <a:pt x="7352" y="1039"/>
                  </a:cubicBezTo>
                  <a:cubicBezTo>
                    <a:pt x="7358" y="1035"/>
                    <a:pt x="7365" y="1034"/>
                    <a:pt x="7371" y="1034"/>
                  </a:cubicBezTo>
                  <a:cubicBezTo>
                    <a:pt x="7390" y="1034"/>
                    <a:pt x="7405" y="1048"/>
                    <a:pt x="7407" y="1064"/>
                  </a:cubicBezTo>
                  <a:lnTo>
                    <a:pt x="7407" y="1064"/>
                  </a:lnTo>
                  <a:lnTo>
                    <a:pt x="7411" y="1047"/>
                  </a:lnTo>
                  <a:cubicBezTo>
                    <a:pt x="7420" y="1056"/>
                    <a:pt x="7428" y="1056"/>
                    <a:pt x="7428" y="1064"/>
                  </a:cubicBezTo>
                  <a:lnTo>
                    <a:pt x="7445" y="1047"/>
                  </a:lnTo>
                  <a:cubicBezTo>
                    <a:pt x="7445" y="1035"/>
                    <a:pt x="7437" y="1023"/>
                    <a:pt x="7417" y="1023"/>
                  </a:cubicBezTo>
                  <a:cubicBezTo>
                    <a:pt x="7409" y="1023"/>
                    <a:pt x="7398" y="1025"/>
                    <a:pt x="7386" y="1030"/>
                  </a:cubicBezTo>
                  <a:cubicBezTo>
                    <a:pt x="7411" y="1013"/>
                    <a:pt x="7369" y="979"/>
                    <a:pt x="7428" y="971"/>
                  </a:cubicBezTo>
                  <a:cubicBezTo>
                    <a:pt x="7462" y="971"/>
                    <a:pt x="7428" y="988"/>
                    <a:pt x="7428" y="996"/>
                  </a:cubicBezTo>
                  <a:cubicBezTo>
                    <a:pt x="7449" y="991"/>
                    <a:pt x="7466" y="989"/>
                    <a:pt x="7480" y="989"/>
                  </a:cubicBezTo>
                  <a:cubicBezTo>
                    <a:pt x="7511" y="989"/>
                    <a:pt x="7527" y="999"/>
                    <a:pt x="7538" y="1005"/>
                  </a:cubicBezTo>
                  <a:cubicBezTo>
                    <a:pt x="7548" y="1015"/>
                    <a:pt x="7552" y="1022"/>
                    <a:pt x="7564" y="1024"/>
                  </a:cubicBezTo>
                  <a:lnTo>
                    <a:pt x="7564" y="1024"/>
                  </a:lnTo>
                  <a:cubicBezTo>
                    <a:pt x="7560" y="1024"/>
                    <a:pt x="7557" y="1024"/>
                    <a:pt x="7553" y="1024"/>
                  </a:cubicBezTo>
                  <a:cubicBezTo>
                    <a:pt x="7534" y="1024"/>
                    <a:pt x="7513" y="1026"/>
                    <a:pt x="7487" y="1039"/>
                  </a:cubicBezTo>
                  <a:cubicBezTo>
                    <a:pt x="7487" y="1048"/>
                    <a:pt x="7492" y="1052"/>
                    <a:pt x="7498" y="1052"/>
                  </a:cubicBezTo>
                  <a:cubicBezTo>
                    <a:pt x="7514" y="1052"/>
                    <a:pt x="7545" y="1030"/>
                    <a:pt x="7564" y="1030"/>
                  </a:cubicBezTo>
                  <a:cubicBezTo>
                    <a:pt x="7521" y="1047"/>
                    <a:pt x="7521" y="1056"/>
                    <a:pt x="7521" y="1072"/>
                  </a:cubicBezTo>
                  <a:lnTo>
                    <a:pt x="7547" y="1047"/>
                  </a:lnTo>
                  <a:cubicBezTo>
                    <a:pt x="7558" y="1047"/>
                    <a:pt x="7569" y="1043"/>
                    <a:pt x="7573" y="1043"/>
                  </a:cubicBezTo>
                  <a:cubicBezTo>
                    <a:pt x="7575" y="1043"/>
                    <a:pt x="7575" y="1044"/>
                    <a:pt x="7572" y="1047"/>
                  </a:cubicBezTo>
                  <a:lnTo>
                    <a:pt x="7572" y="1047"/>
                  </a:lnTo>
                  <a:cubicBezTo>
                    <a:pt x="7581" y="1039"/>
                    <a:pt x="7581" y="1030"/>
                    <a:pt x="7581" y="1030"/>
                  </a:cubicBezTo>
                  <a:cubicBezTo>
                    <a:pt x="7586" y="1028"/>
                    <a:pt x="7592" y="1026"/>
                    <a:pt x="7597" y="1023"/>
                  </a:cubicBezTo>
                  <a:lnTo>
                    <a:pt x="7597" y="1023"/>
                  </a:lnTo>
                  <a:cubicBezTo>
                    <a:pt x="7594" y="1024"/>
                    <a:pt x="7592" y="1024"/>
                    <a:pt x="7589" y="1024"/>
                  </a:cubicBezTo>
                  <a:lnTo>
                    <a:pt x="7589" y="1024"/>
                  </a:lnTo>
                  <a:cubicBezTo>
                    <a:pt x="7592" y="1024"/>
                    <a:pt x="7595" y="1023"/>
                    <a:pt x="7598" y="1023"/>
                  </a:cubicBezTo>
                  <a:lnTo>
                    <a:pt x="7598" y="1023"/>
                  </a:lnTo>
                  <a:cubicBezTo>
                    <a:pt x="7598" y="1023"/>
                    <a:pt x="7598" y="1023"/>
                    <a:pt x="7597" y="1023"/>
                  </a:cubicBezTo>
                  <a:lnTo>
                    <a:pt x="7597" y="1023"/>
                  </a:lnTo>
                  <a:cubicBezTo>
                    <a:pt x="7600" y="1023"/>
                    <a:pt x="7603" y="1022"/>
                    <a:pt x="7606" y="1022"/>
                  </a:cubicBezTo>
                  <a:lnTo>
                    <a:pt x="7606" y="1022"/>
                  </a:lnTo>
                  <a:cubicBezTo>
                    <a:pt x="7603" y="1022"/>
                    <a:pt x="7601" y="1023"/>
                    <a:pt x="7598" y="1023"/>
                  </a:cubicBezTo>
                  <a:lnTo>
                    <a:pt x="7598" y="1023"/>
                  </a:lnTo>
                  <a:cubicBezTo>
                    <a:pt x="7642" y="1006"/>
                    <a:pt x="7690" y="994"/>
                    <a:pt x="7739" y="994"/>
                  </a:cubicBezTo>
                  <a:cubicBezTo>
                    <a:pt x="7751" y="994"/>
                    <a:pt x="7763" y="995"/>
                    <a:pt x="7775" y="996"/>
                  </a:cubicBezTo>
                  <a:cubicBezTo>
                    <a:pt x="7691" y="1039"/>
                    <a:pt x="7657" y="1022"/>
                    <a:pt x="7640" y="1056"/>
                  </a:cubicBezTo>
                  <a:cubicBezTo>
                    <a:pt x="7660" y="1049"/>
                    <a:pt x="7730" y="1015"/>
                    <a:pt x="7756" y="1015"/>
                  </a:cubicBezTo>
                  <a:cubicBezTo>
                    <a:pt x="7763" y="1015"/>
                    <a:pt x="7767" y="1017"/>
                    <a:pt x="7767" y="1022"/>
                  </a:cubicBezTo>
                  <a:cubicBezTo>
                    <a:pt x="7717" y="1041"/>
                    <a:pt x="7722" y="1045"/>
                    <a:pt x="7715" y="1050"/>
                  </a:cubicBezTo>
                  <a:lnTo>
                    <a:pt x="7715" y="1050"/>
                  </a:lnTo>
                  <a:lnTo>
                    <a:pt x="7868" y="996"/>
                  </a:lnTo>
                  <a:cubicBezTo>
                    <a:pt x="7878" y="999"/>
                    <a:pt x="7888" y="1000"/>
                    <a:pt x="7898" y="1000"/>
                  </a:cubicBezTo>
                  <a:cubicBezTo>
                    <a:pt x="7922" y="1000"/>
                    <a:pt x="7946" y="994"/>
                    <a:pt x="7970" y="988"/>
                  </a:cubicBezTo>
                  <a:lnTo>
                    <a:pt x="7970" y="988"/>
                  </a:lnTo>
                  <a:cubicBezTo>
                    <a:pt x="7964" y="988"/>
                    <a:pt x="7955" y="992"/>
                    <a:pt x="7944" y="992"/>
                  </a:cubicBezTo>
                  <a:cubicBezTo>
                    <a:pt x="7939" y="992"/>
                    <a:pt x="7933" y="991"/>
                    <a:pt x="7927" y="988"/>
                  </a:cubicBezTo>
                  <a:cubicBezTo>
                    <a:pt x="7981" y="972"/>
                    <a:pt x="8007" y="966"/>
                    <a:pt x="8020" y="966"/>
                  </a:cubicBezTo>
                  <a:cubicBezTo>
                    <a:pt x="8027" y="966"/>
                    <a:pt x="8029" y="968"/>
                    <a:pt x="8029" y="971"/>
                  </a:cubicBezTo>
                  <a:cubicBezTo>
                    <a:pt x="8029" y="979"/>
                    <a:pt x="8029" y="979"/>
                    <a:pt x="8020" y="979"/>
                  </a:cubicBezTo>
                  <a:lnTo>
                    <a:pt x="7987" y="996"/>
                  </a:lnTo>
                  <a:cubicBezTo>
                    <a:pt x="7970" y="1005"/>
                    <a:pt x="7961" y="1013"/>
                    <a:pt x="7961" y="1013"/>
                  </a:cubicBezTo>
                  <a:lnTo>
                    <a:pt x="7936" y="1013"/>
                  </a:lnTo>
                  <a:cubicBezTo>
                    <a:pt x="7877" y="1047"/>
                    <a:pt x="7902" y="1047"/>
                    <a:pt x="7910" y="1056"/>
                  </a:cubicBezTo>
                  <a:lnTo>
                    <a:pt x="7834" y="1081"/>
                  </a:lnTo>
                  <a:cubicBezTo>
                    <a:pt x="7866" y="1071"/>
                    <a:pt x="7885" y="1068"/>
                    <a:pt x="7896" y="1068"/>
                  </a:cubicBezTo>
                  <a:cubicBezTo>
                    <a:pt x="7925" y="1068"/>
                    <a:pt x="7907" y="1089"/>
                    <a:pt x="7919" y="1089"/>
                  </a:cubicBezTo>
                  <a:cubicBezTo>
                    <a:pt x="7944" y="1064"/>
                    <a:pt x="7970" y="1039"/>
                    <a:pt x="8004" y="1022"/>
                  </a:cubicBezTo>
                  <a:cubicBezTo>
                    <a:pt x="8046" y="1005"/>
                    <a:pt x="8080" y="979"/>
                    <a:pt x="8080" y="963"/>
                  </a:cubicBezTo>
                  <a:cubicBezTo>
                    <a:pt x="8101" y="958"/>
                    <a:pt x="8124" y="956"/>
                    <a:pt x="8147" y="956"/>
                  </a:cubicBezTo>
                  <a:cubicBezTo>
                    <a:pt x="8171" y="956"/>
                    <a:pt x="8194" y="958"/>
                    <a:pt x="8215" y="963"/>
                  </a:cubicBezTo>
                  <a:cubicBezTo>
                    <a:pt x="8190" y="979"/>
                    <a:pt x="8164" y="988"/>
                    <a:pt x="8139" y="996"/>
                  </a:cubicBezTo>
                  <a:cubicBezTo>
                    <a:pt x="8156" y="996"/>
                    <a:pt x="8188" y="989"/>
                    <a:pt x="8205" y="989"/>
                  </a:cubicBezTo>
                  <a:cubicBezTo>
                    <a:pt x="8213" y="989"/>
                    <a:pt x="8218" y="991"/>
                    <a:pt x="8215" y="996"/>
                  </a:cubicBezTo>
                  <a:lnTo>
                    <a:pt x="8173" y="1013"/>
                  </a:lnTo>
                  <a:cubicBezTo>
                    <a:pt x="8054" y="1081"/>
                    <a:pt x="8232" y="1039"/>
                    <a:pt x="8113" y="1123"/>
                  </a:cubicBezTo>
                  <a:cubicBezTo>
                    <a:pt x="8104" y="1125"/>
                    <a:pt x="8097" y="1126"/>
                    <a:pt x="8091" y="1126"/>
                  </a:cubicBezTo>
                  <a:cubicBezTo>
                    <a:pt x="8043" y="1126"/>
                    <a:pt x="8096" y="1070"/>
                    <a:pt x="8088" y="1047"/>
                  </a:cubicBezTo>
                  <a:lnTo>
                    <a:pt x="8088" y="1047"/>
                  </a:lnTo>
                  <a:cubicBezTo>
                    <a:pt x="8064" y="1056"/>
                    <a:pt x="8052" y="1059"/>
                    <a:pt x="8047" y="1059"/>
                  </a:cubicBezTo>
                  <a:cubicBezTo>
                    <a:pt x="8034" y="1059"/>
                    <a:pt x="8055" y="1042"/>
                    <a:pt x="8040" y="1042"/>
                  </a:cubicBezTo>
                  <a:cubicBezTo>
                    <a:pt x="8032" y="1042"/>
                    <a:pt x="8012" y="1047"/>
                    <a:pt x="7970" y="1064"/>
                  </a:cubicBezTo>
                  <a:lnTo>
                    <a:pt x="8004" y="1064"/>
                  </a:lnTo>
                  <a:cubicBezTo>
                    <a:pt x="7992" y="1070"/>
                    <a:pt x="7967" y="1076"/>
                    <a:pt x="7956" y="1076"/>
                  </a:cubicBezTo>
                  <a:cubicBezTo>
                    <a:pt x="7954" y="1076"/>
                    <a:pt x="7952" y="1076"/>
                    <a:pt x="7952" y="1075"/>
                  </a:cubicBezTo>
                  <a:lnTo>
                    <a:pt x="7952" y="1075"/>
                  </a:lnTo>
                  <a:cubicBezTo>
                    <a:pt x="7943" y="1089"/>
                    <a:pt x="7929" y="1089"/>
                    <a:pt x="7961" y="1089"/>
                  </a:cubicBezTo>
                  <a:cubicBezTo>
                    <a:pt x="7936" y="1115"/>
                    <a:pt x="7902" y="1132"/>
                    <a:pt x="7868" y="1132"/>
                  </a:cubicBezTo>
                  <a:cubicBezTo>
                    <a:pt x="7826" y="1140"/>
                    <a:pt x="7792" y="1149"/>
                    <a:pt x="7758" y="1174"/>
                  </a:cubicBezTo>
                  <a:cubicBezTo>
                    <a:pt x="7751" y="1167"/>
                    <a:pt x="7761" y="1155"/>
                    <a:pt x="7743" y="1155"/>
                  </a:cubicBezTo>
                  <a:cubicBezTo>
                    <a:pt x="7738" y="1155"/>
                    <a:pt x="7732" y="1155"/>
                    <a:pt x="7724" y="1157"/>
                  </a:cubicBezTo>
                  <a:lnTo>
                    <a:pt x="7784" y="1132"/>
                  </a:lnTo>
                  <a:lnTo>
                    <a:pt x="7784" y="1132"/>
                  </a:lnTo>
                  <a:lnTo>
                    <a:pt x="7716" y="1140"/>
                  </a:lnTo>
                  <a:cubicBezTo>
                    <a:pt x="7674" y="1174"/>
                    <a:pt x="7724" y="1182"/>
                    <a:pt x="7767" y="1199"/>
                  </a:cubicBezTo>
                  <a:cubicBezTo>
                    <a:pt x="7771" y="1182"/>
                    <a:pt x="7786" y="1182"/>
                    <a:pt x="7806" y="1182"/>
                  </a:cubicBezTo>
                  <a:cubicBezTo>
                    <a:pt x="7826" y="1182"/>
                    <a:pt x="7851" y="1182"/>
                    <a:pt x="7877" y="1166"/>
                  </a:cubicBezTo>
                  <a:lnTo>
                    <a:pt x="7877" y="1166"/>
                  </a:lnTo>
                  <a:cubicBezTo>
                    <a:pt x="7894" y="1174"/>
                    <a:pt x="7868" y="1191"/>
                    <a:pt x="7843" y="1191"/>
                  </a:cubicBezTo>
                  <a:cubicBezTo>
                    <a:pt x="7860" y="1199"/>
                    <a:pt x="7826" y="1216"/>
                    <a:pt x="7860" y="1216"/>
                  </a:cubicBezTo>
                  <a:cubicBezTo>
                    <a:pt x="7800" y="1233"/>
                    <a:pt x="7741" y="1250"/>
                    <a:pt x="7682" y="1267"/>
                  </a:cubicBezTo>
                  <a:cubicBezTo>
                    <a:pt x="7654" y="1276"/>
                    <a:pt x="7629" y="1283"/>
                    <a:pt x="7608" y="1283"/>
                  </a:cubicBezTo>
                  <a:cubicBezTo>
                    <a:pt x="7603" y="1283"/>
                    <a:pt x="7599" y="1283"/>
                    <a:pt x="7595" y="1282"/>
                  </a:cubicBezTo>
                  <a:lnTo>
                    <a:pt x="7595" y="1282"/>
                  </a:lnTo>
                  <a:cubicBezTo>
                    <a:pt x="7603" y="1297"/>
                    <a:pt x="7575" y="1326"/>
                    <a:pt x="7581" y="1326"/>
                  </a:cubicBezTo>
                  <a:lnTo>
                    <a:pt x="7623" y="1284"/>
                  </a:lnTo>
                  <a:cubicBezTo>
                    <a:pt x="7623" y="1309"/>
                    <a:pt x="7657" y="1301"/>
                    <a:pt x="7648" y="1335"/>
                  </a:cubicBezTo>
                  <a:cubicBezTo>
                    <a:pt x="7665" y="1301"/>
                    <a:pt x="7699" y="1309"/>
                    <a:pt x="7716" y="1276"/>
                  </a:cubicBezTo>
                  <a:cubicBezTo>
                    <a:pt x="7718" y="1288"/>
                    <a:pt x="7724" y="1293"/>
                    <a:pt x="7733" y="1293"/>
                  </a:cubicBezTo>
                  <a:cubicBezTo>
                    <a:pt x="7760" y="1293"/>
                    <a:pt x="7811" y="1250"/>
                    <a:pt x="7843" y="1250"/>
                  </a:cubicBezTo>
                  <a:cubicBezTo>
                    <a:pt x="7817" y="1276"/>
                    <a:pt x="7784" y="1301"/>
                    <a:pt x="7741" y="1309"/>
                  </a:cubicBezTo>
                  <a:cubicBezTo>
                    <a:pt x="7707" y="1326"/>
                    <a:pt x="7674" y="1326"/>
                    <a:pt x="7682" y="1326"/>
                  </a:cubicBezTo>
                  <a:cubicBezTo>
                    <a:pt x="7691" y="1335"/>
                    <a:pt x="7640" y="1369"/>
                    <a:pt x="7606" y="1377"/>
                  </a:cubicBezTo>
                  <a:cubicBezTo>
                    <a:pt x="7614" y="1394"/>
                    <a:pt x="7614" y="1411"/>
                    <a:pt x="7606" y="1428"/>
                  </a:cubicBezTo>
                  <a:cubicBezTo>
                    <a:pt x="7638" y="1408"/>
                    <a:pt x="7666" y="1374"/>
                    <a:pt x="7684" y="1374"/>
                  </a:cubicBezTo>
                  <a:cubicBezTo>
                    <a:pt x="7690" y="1374"/>
                    <a:pt x="7695" y="1377"/>
                    <a:pt x="7699" y="1385"/>
                  </a:cubicBezTo>
                  <a:lnTo>
                    <a:pt x="7733" y="1335"/>
                  </a:lnTo>
                  <a:lnTo>
                    <a:pt x="7733" y="1335"/>
                  </a:lnTo>
                  <a:cubicBezTo>
                    <a:pt x="7733" y="1377"/>
                    <a:pt x="7724" y="1419"/>
                    <a:pt x="7691" y="1453"/>
                  </a:cubicBezTo>
                  <a:cubicBezTo>
                    <a:pt x="7750" y="1428"/>
                    <a:pt x="7800" y="1385"/>
                    <a:pt x="7843" y="1335"/>
                  </a:cubicBezTo>
                  <a:cubicBezTo>
                    <a:pt x="7877" y="1284"/>
                    <a:pt x="7919" y="1250"/>
                    <a:pt x="7978" y="1225"/>
                  </a:cubicBezTo>
                  <a:lnTo>
                    <a:pt x="7978" y="1225"/>
                  </a:lnTo>
                  <a:lnTo>
                    <a:pt x="7970" y="1242"/>
                  </a:lnTo>
                  <a:cubicBezTo>
                    <a:pt x="8105" y="1123"/>
                    <a:pt x="8266" y="1047"/>
                    <a:pt x="8443" y="996"/>
                  </a:cubicBezTo>
                  <a:lnTo>
                    <a:pt x="8443" y="1005"/>
                  </a:lnTo>
                  <a:cubicBezTo>
                    <a:pt x="8418" y="1039"/>
                    <a:pt x="8393" y="1056"/>
                    <a:pt x="8359" y="1064"/>
                  </a:cubicBezTo>
                  <a:lnTo>
                    <a:pt x="8308" y="1072"/>
                  </a:lnTo>
                  <a:cubicBezTo>
                    <a:pt x="8240" y="1123"/>
                    <a:pt x="8181" y="1174"/>
                    <a:pt x="8130" y="1242"/>
                  </a:cubicBezTo>
                  <a:cubicBezTo>
                    <a:pt x="8071" y="1309"/>
                    <a:pt x="8004" y="1369"/>
                    <a:pt x="7927" y="1419"/>
                  </a:cubicBezTo>
                  <a:cubicBezTo>
                    <a:pt x="7927" y="1418"/>
                    <a:pt x="7927" y="1417"/>
                    <a:pt x="7928" y="1416"/>
                  </a:cubicBezTo>
                  <a:lnTo>
                    <a:pt x="7928" y="1416"/>
                  </a:lnTo>
                  <a:cubicBezTo>
                    <a:pt x="7912" y="1447"/>
                    <a:pt x="7912" y="1469"/>
                    <a:pt x="7826" y="1512"/>
                  </a:cubicBezTo>
                  <a:cubicBezTo>
                    <a:pt x="7863" y="1480"/>
                    <a:pt x="7872" y="1470"/>
                    <a:pt x="7868" y="1470"/>
                  </a:cubicBezTo>
                  <a:lnTo>
                    <a:pt x="7868" y="1470"/>
                  </a:lnTo>
                  <a:cubicBezTo>
                    <a:pt x="7861" y="1470"/>
                    <a:pt x="7816" y="1499"/>
                    <a:pt x="7806" y="1499"/>
                  </a:cubicBezTo>
                  <a:cubicBezTo>
                    <a:pt x="7801" y="1499"/>
                    <a:pt x="7806" y="1490"/>
                    <a:pt x="7834" y="1462"/>
                  </a:cubicBezTo>
                  <a:lnTo>
                    <a:pt x="7834" y="1462"/>
                  </a:lnTo>
                  <a:cubicBezTo>
                    <a:pt x="7792" y="1495"/>
                    <a:pt x="7758" y="1538"/>
                    <a:pt x="7707" y="1572"/>
                  </a:cubicBezTo>
                  <a:cubicBezTo>
                    <a:pt x="7674" y="1597"/>
                    <a:pt x="7640" y="1622"/>
                    <a:pt x="7597" y="1648"/>
                  </a:cubicBezTo>
                  <a:cubicBezTo>
                    <a:pt x="7530" y="1690"/>
                    <a:pt x="7462" y="1732"/>
                    <a:pt x="7403" y="1775"/>
                  </a:cubicBezTo>
                  <a:cubicBezTo>
                    <a:pt x="7437" y="1775"/>
                    <a:pt x="7378" y="1825"/>
                    <a:pt x="7378" y="1834"/>
                  </a:cubicBezTo>
                  <a:cubicBezTo>
                    <a:pt x="7370" y="1839"/>
                    <a:pt x="7365" y="1841"/>
                    <a:pt x="7362" y="1841"/>
                  </a:cubicBezTo>
                  <a:cubicBezTo>
                    <a:pt x="7354" y="1841"/>
                    <a:pt x="7357" y="1829"/>
                    <a:pt x="7369" y="1817"/>
                  </a:cubicBezTo>
                  <a:lnTo>
                    <a:pt x="7369" y="1817"/>
                  </a:lnTo>
                  <a:cubicBezTo>
                    <a:pt x="7342" y="1833"/>
                    <a:pt x="7321" y="1839"/>
                    <a:pt x="7308" y="1839"/>
                  </a:cubicBezTo>
                  <a:cubicBezTo>
                    <a:pt x="7292" y="1839"/>
                    <a:pt x="7284" y="1831"/>
                    <a:pt x="7284" y="1817"/>
                  </a:cubicBezTo>
                  <a:lnTo>
                    <a:pt x="7394" y="1732"/>
                  </a:lnTo>
                  <a:lnTo>
                    <a:pt x="7394" y="1732"/>
                  </a:lnTo>
                  <a:cubicBezTo>
                    <a:pt x="7352" y="1758"/>
                    <a:pt x="7327" y="1758"/>
                    <a:pt x="7301" y="1775"/>
                  </a:cubicBezTo>
                  <a:cubicBezTo>
                    <a:pt x="7284" y="1783"/>
                    <a:pt x="7268" y="1800"/>
                    <a:pt x="7259" y="1808"/>
                  </a:cubicBezTo>
                  <a:cubicBezTo>
                    <a:pt x="7242" y="1834"/>
                    <a:pt x="7251" y="1834"/>
                    <a:pt x="7259" y="1842"/>
                  </a:cubicBezTo>
                  <a:lnTo>
                    <a:pt x="7174" y="1986"/>
                  </a:lnTo>
                  <a:lnTo>
                    <a:pt x="7174" y="1978"/>
                  </a:lnTo>
                  <a:lnTo>
                    <a:pt x="7065" y="2071"/>
                  </a:lnTo>
                  <a:lnTo>
                    <a:pt x="7073" y="2054"/>
                  </a:lnTo>
                  <a:lnTo>
                    <a:pt x="7022" y="2121"/>
                  </a:lnTo>
                  <a:cubicBezTo>
                    <a:pt x="7016" y="2112"/>
                    <a:pt x="7009" y="2109"/>
                    <a:pt x="7003" y="2109"/>
                  </a:cubicBezTo>
                  <a:cubicBezTo>
                    <a:pt x="6998" y="2109"/>
                    <a:pt x="6993" y="2111"/>
                    <a:pt x="6989" y="2111"/>
                  </a:cubicBezTo>
                  <a:cubicBezTo>
                    <a:pt x="6986" y="2111"/>
                    <a:pt x="6982" y="2110"/>
                    <a:pt x="6980" y="2105"/>
                  </a:cubicBezTo>
                  <a:cubicBezTo>
                    <a:pt x="6978" y="2104"/>
                    <a:pt x="6976" y="2104"/>
                    <a:pt x="6974" y="2104"/>
                  </a:cubicBezTo>
                  <a:cubicBezTo>
                    <a:pt x="6909" y="2104"/>
                    <a:pt x="6850" y="2233"/>
                    <a:pt x="6752" y="2282"/>
                  </a:cubicBezTo>
                  <a:lnTo>
                    <a:pt x="6760" y="2265"/>
                  </a:lnTo>
                  <a:lnTo>
                    <a:pt x="6760" y="2265"/>
                  </a:lnTo>
                  <a:cubicBezTo>
                    <a:pt x="6684" y="2333"/>
                    <a:pt x="6599" y="2392"/>
                    <a:pt x="6506" y="2443"/>
                  </a:cubicBezTo>
                  <a:lnTo>
                    <a:pt x="6506" y="2434"/>
                  </a:lnTo>
                  <a:cubicBezTo>
                    <a:pt x="6543" y="2398"/>
                    <a:pt x="6548" y="2374"/>
                    <a:pt x="6532" y="2374"/>
                  </a:cubicBezTo>
                  <a:cubicBezTo>
                    <a:pt x="6529" y="2374"/>
                    <a:pt x="6526" y="2374"/>
                    <a:pt x="6523" y="2375"/>
                  </a:cubicBezTo>
                  <a:cubicBezTo>
                    <a:pt x="6532" y="2358"/>
                    <a:pt x="6557" y="2341"/>
                    <a:pt x="6565" y="2324"/>
                  </a:cubicBezTo>
                  <a:cubicBezTo>
                    <a:pt x="6588" y="2309"/>
                    <a:pt x="6644" y="2254"/>
                    <a:pt x="6674" y="2254"/>
                  </a:cubicBezTo>
                  <a:cubicBezTo>
                    <a:pt x="6678" y="2254"/>
                    <a:pt x="6681" y="2255"/>
                    <a:pt x="6684" y="2257"/>
                  </a:cubicBezTo>
                  <a:cubicBezTo>
                    <a:pt x="6643" y="2286"/>
                    <a:pt x="6634" y="2295"/>
                    <a:pt x="6644" y="2295"/>
                  </a:cubicBezTo>
                  <a:cubicBezTo>
                    <a:pt x="6648" y="2295"/>
                    <a:pt x="6656" y="2293"/>
                    <a:pt x="6667" y="2291"/>
                  </a:cubicBezTo>
                  <a:cubicBezTo>
                    <a:pt x="6709" y="2231"/>
                    <a:pt x="6811" y="2164"/>
                    <a:pt x="6785" y="2138"/>
                  </a:cubicBezTo>
                  <a:cubicBezTo>
                    <a:pt x="6815" y="2112"/>
                    <a:pt x="6824" y="2108"/>
                    <a:pt x="6829" y="2108"/>
                  </a:cubicBezTo>
                  <a:cubicBezTo>
                    <a:pt x="6832" y="2108"/>
                    <a:pt x="6834" y="2109"/>
                    <a:pt x="6838" y="2109"/>
                  </a:cubicBezTo>
                  <a:cubicBezTo>
                    <a:pt x="6843" y="2109"/>
                    <a:pt x="6851" y="2107"/>
                    <a:pt x="6870" y="2096"/>
                  </a:cubicBezTo>
                  <a:lnTo>
                    <a:pt x="6870" y="2096"/>
                  </a:lnTo>
                  <a:cubicBezTo>
                    <a:pt x="6887" y="2105"/>
                    <a:pt x="6870" y="2121"/>
                    <a:pt x="6861" y="2147"/>
                  </a:cubicBezTo>
                  <a:lnTo>
                    <a:pt x="7065" y="1969"/>
                  </a:lnTo>
                  <a:cubicBezTo>
                    <a:pt x="7063" y="1965"/>
                    <a:pt x="7060" y="1963"/>
                    <a:pt x="7055" y="1963"/>
                  </a:cubicBezTo>
                  <a:cubicBezTo>
                    <a:pt x="7032" y="1963"/>
                    <a:pt x="6977" y="2000"/>
                    <a:pt x="6958" y="2000"/>
                  </a:cubicBezTo>
                  <a:cubicBezTo>
                    <a:pt x="6950" y="2000"/>
                    <a:pt x="6949" y="1992"/>
                    <a:pt x="6963" y="1969"/>
                  </a:cubicBezTo>
                  <a:cubicBezTo>
                    <a:pt x="6971" y="1944"/>
                    <a:pt x="6946" y="1910"/>
                    <a:pt x="7022" y="1859"/>
                  </a:cubicBezTo>
                  <a:lnTo>
                    <a:pt x="7022" y="1859"/>
                  </a:lnTo>
                  <a:cubicBezTo>
                    <a:pt x="7031" y="1868"/>
                    <a:pt x="7022" y="1868"/>
                    <a:pt x="7014" y="1876"/>
                  </a:cubicBezTo>
                  <a:cubicBezTo>
                    <a:pt x="7048" y="1851"/>
                    <a:pt x="7056" y="1851"/>
                    <a:pt x="7098" y="1825"/>
                  </a:cubicBezTo>
                  <a:lnTo>
                    <a:pt x="7098" y="1825"/>
                  </a:lnTo>
                  <a:cubicBezTo>
                    <a:pt x="7124" y="1842"/>
                    <a:pt x="7065" y="1876"/>
                    <a:pt x="7056" y="1918"/>
                  </a:cubicBezTo>
                  <a:cubicBezTo>
                    <a:pt x="7073" y="1893"/>
                    <a:pt x="7098" y="1868"/>
                    <a:pt x="7124" y="1842"/>
                  </a:cubicBezTo>
                  <a:lnTo>
                    <a:pt x="7124" y="1859"/>
                  </a:lnTo>
                  <a:lnTo>
                    <a:pt x="7191" y="1792"/>
                  </a:lnTo>
                  <a:cubicBezTo>
                    <a:pt x="7195" y="1783"/>
                    <a:pt x="7194" y="1780"/>
                    <a:pt x="7192" y="1780"/>
                  </a:cubicBezTo>
                  <a:cubicBezTo>
                    <a:pt x="7181" y="1780"/>
                    <a:pt x="7135" y="1826"/>
                    <a:pt x="7118" y="1826"/>
                  </a:cubicBezTo>
                  <a:cubicBezTo>
                    <a:pt x="7117" y="1826"/>
                    <a:pt x="7116" y="1826"/>
                    <a:pt x="7115" y="1825"/>
                  </a:cubicBezTo>
                  <a:lnTo>
                    <a:pt x="7158" y="1775"/>
                  </a:lnTo>
                  <a:cubicBezTo>
                    <a:pt x="7234" y="1698"/>
                    <a:pt x="7327" y="1631"/>
                    <a:pt x="7428" y="1597"/>
                  </a:cubicBezTo>
                  <a:cubicBezTo>
                    <a:pt x="7504" y="1555"/>
                    <a:pt x="7454" y="1555"/>
                    <a:pt x="7462" y="1529"/>
                  </a:cubicBezTo>
                  <a:cubicBezTo>
                    <a:pt x="7487" y="1479"/>
                    <a:pt x="7538" y="1470"/>
                    <a:pt x="7572" y="1436"/>
                  </a:cubicBezTo>
                  <a:cubicBezTo>
                    <a:pt x="7564" y="1419"/>
                    <a:pt x="7589" y="1394"/>
                    <a:pt x="7572" y="1369"/>
                  </a:cubicBezTo>
                  <a:lnTo>
                    <a:pt x="7623" y="1343"/>
                  </a:lnTo>
                  <a:cubicBezTo>
                    <a:pt x="7619" y="1333"/>
                    <a:pt x="7613" y="1329"/>
                    <a:pt x="7607" y="1329"/>
                  </a:cubicBezTo>
                  <a:cubicBezTo>
                    <a:pt x="7587" y="1329"/>
                    <a:pt x="7558" y="1369"/>
                    <a:pt x="7538" y="1369"/>
                  </a:cubicBezTo>
                  <a:cubicBezTo>
                    <a:pt x="7496" y="1360"/>
                    <a:pt x="7564" y="1343"/>
                    <a:pt x="7530" y="1335"/>
                  </a:cubicBezTo>
                  <a:lnTo>
                    <a:pt x="7530" y="1335"/>
                  </a:lnTo>
                  <a:cubicBezTo>
                    <a:pt x="7513" y="1352"/>
                    <a:pt x="7521" y="1377"/>
                    <a:pt x="7496" y="1402"/>
                  </a:cubicBezTo>
                  <a:cubicBezTo>
                    <a:pt x="7480" y="1418"/>
                    <a:pt x="7464" y="1424"/>
                    <a:pt x="7452" y="1424"/>
                  </a:cubicBezTo>
                  <a:cubicBezTo>
                    <a:pt x="7445" y="1424"/>
                    <a:pt x="7440" y="1422"/>
                    <a:pt x="7437" y="1419"/>
                  </a:cubicBezTo>
                  <a:cubicBezTo>
                    <a:pt x="7487" y="1394"/>
                    <a:pt x="7496" y="1385"/>
                    <a:pt x="7496" y="1369"/>
                  </a:cubicBezTo>
                  <a:cubicBezTo>
                    <a:pt x="7496" y="1352"/>
                    <a:pt x="7504" y="1335"/>
                    <a:pt x="7513" y="1326"/>
                  </a:cubicBezTo>
                  <a:lnTo>
                    <a:pt x="7521" y="1335"/>
                  </a:lnTo>
                  <a:cubicBezTo>
                    <a:pt x="7504" y="1318"/>
                    <a:pt x="7564" y="1292"/>
                    <a:pt x="7564" y="1276"/>
                  </a:cubicBezTo>
                  <a:cubicBezTo>
                    <a:pt x="7567" y="1275"/>
                    <a:pt x="7570" y="1275"/>
                    <a:pt x="7573" y="1275"/>
                  </a:cubicBezTo>
                  <a:lnTo>
                    <a:pt x="7573" y="1275"/>
                  </a:lnTo>
                  <a:cubicBezTo>
                    <a:pt x="7580" y="1279"/>
                    <a:pt x="7587" y="1281"/>
                    <a:pt x="7595" y="1282"/>
                  </a:cubicBezTo>
                  <a:lnTo>
                    <a:pt x="7595" y="1282"/>
                  </a:lnTo>
                  <a:cubicBezTo>
                    <a:pt x="7593" y="1278"/>
                    <a:pt x="7587" y="1275"/>
                    <a:pt x="7576" y="1275"/>
                  </a:cubicBezTo>
                  <a:cubicBezTo>
                    <a:pt x="7575" y="1275"/>
                    <a:pt x="7574" y="1275"/>
                    <a:pt x="7573" y="1275"/>
                  </a:cubicBezTo>
                  <a:lnTo>
                    <a:pt x="7573" y="1275"/>
                  </a:lnTo>
                  <a:cubicBezTo>
                    <a:pt x="7570" y="1273"/>
                    <a:pt x="7567" y="1270"/>
                    <a:pt x="7564" y="1267"/>
                  </a:cubicBezTo>
                  <a:cubicBezTo>
                    <a:pt x="7538" y="1276"/>
                    <a:pt x="7521" y="1292"/>
                    <a:pt x="7496" y="1326"/>
                  </a:cubicBezTo>
                  <a:lnTo>
                    <a:pt x="7479" y="1343"/>
                  </a:lnTo>
                  <a:cubicBezTo>
                    <a:pt x="7471" y="1352"/>
                    <a:pt x="7445" y="1377"/>
                    <a:pt x="7428" y="1394"/>
                  </a:cubicBezTo>
                  <a:cubicBezTo>
                    <a:pt x="7394" y="1419"/>
                    <a:pt x="7361" y="1453"/>
                    <a:pt x="7327" y="1479"/>
                  </a:cubicBezTo>
                  <a:lnTo>
                    <a:pt x="7352" y="1436"/>
                  </a:lnTo>
                  <a:lnTo>
                    <a:pt x="7352" y="1436"/>
                  </a:lnTo>
                  <a:cubicBezTo>
                    <a:pt x="7174" y="1504"/>
                    <a:pt x="7259" y="1572"/>
                    <a:pt x="7183" y="1648"/>
                  </a:cubicBezTo>
                  <a:cubicBezTo>
                    <a:pt x="7199" y="1630"/>
                    <a:pt x="7200" y="1623"/>
                    <a:pt x="7193" y="1623"/>
                  </a:cubicBezTo>
                  <a:cubicBezTo>
                    <a:pt x="7173" y="1623"/>
                    <a:pt x="7087" y="1675"/>
                    <a:pt x="7056" y="1682"/>
                  </a:cubicBezTo>
                  <a:cubicBezTo>
                    <a:pt x="7014" y="1758"/>
                    <a:pt x="6955" y="1834"/>
                    <a:pt x="6887" y="1893"/>
                  </a:cubicBezTo>
                  <a:cubicBezTo>
                    <a:pt x="6866" y="1883"/>
                    <a:pt x="6846" y="1866"/>
                    <a:pt x="6819" y="1866"/>
                  </a:cubicBezTo>
                  <a:cubicBezTo>
                    <a:pt x="6803" y="1866"/>
                    <a:pt x="6783" y="1873"/>
                    <a:pt x="6760" y="1893"/>
                  </a:cubicBezTo>
                  <a:lnTo>
                    <a:pt x="6735" y="1935"/>
                  </a:lnTo>
                  <a:cubicBezTo>
                    <a:pt x="6675" y="1978"/>
                    <a:pt x="6608" y="2062"/>
                    <a:pt x="6565" y="2071"/>
                  </a:cubicBezTo>
                  <a:lnTo>
                    <a:pt x="6565" y="2062"/>
                  </a:lnTo>
                  <a:cubicBezTo>
                    <a:pt x="6511" y="2092"/>
                    <a:pt x="6508" y="2118"/>
                    <a:pt x="6530" y="2118"/>
                  </a:cubicBezTo>
                  <a:cubicBezTo>
                    <a:pt x="6538" y="2118"/>
                    <a:pt x="6551" y="2114"/>
                    <a:pt x="6565" y="2105"/>
                  </a:cubicBezTo>
                  <a:lnTo>
                    <a:pt x="6565" y="2105"/>
                  </a:lnTo>
                  <a:lnTo>
                    <a:pt x="6515" y="2164"/>
                  </a:lnTo>
                  <a:lnTo>
                    <a:pt x="6506" y="2164"/>
                  </a:lnTo>
                  <a:cubicBezTo>
                    <a:pt x="6451" y="2246"/>
                    <a:pt x="6385" y="2323"/>
                    <a:pt x="6312" y="2394"/>
                  </a:cubicBezTo>
                  <a:lnTo>
                    <a:pt x="6312" y="2394"/>
                  </a:lnTo>
                  <a:cubicBezTo>
                    <a:pt x="6318" y="2393"/>
                    <a:pt x="6323" y="2392"/>
                    <a:pt x="6329" y="2392"/>
                  </a:cubicBezTo>
                  <a:lnTo>
                    <a:pt x="6278" y="2460"/>
                  </a:lnTo>
                  <a:lnTo>
                    <a:pt x="6244" y="2460"/>
                  </a:lnTo>
                  <a:lnTo>
                    <a:pt x="6227" y="2502"/>
                  </a:lnTo>
                  <a:cubicBezTo>
                    <a:pt x="6278" y="2477"/>
                    <a:pt x="6337" y="2451"/>
                    <a:pt x="6396" y="2443"/>
                  </a:cubicBezTo>
                  <a:lnTo>
                    <a:pt x="6396" y="2443"/>
                  </a:lnTo>
                  <a:cubicBezTo>
                    <a:pt x="6261" y="2544"/>
                    <a:pt x="6142" y="2671"/>
                    <a:pt x="6049" y="2815"/>
                  </a:cubicBezTo>
                  <a:cubicBezTo>
                    <a:pt x="6049" y="2812"/>
                    <a:pt x="6049" y="2809"/>
                    <a:pt x="6049" y="2807"/>
                  </a:cubicBezTo>
                  <a:cubicBezTo>
                    <a:pt x="5965" y="2874"/>
                    <a:pt x="5956" y="2883"/>
                    <a:pt x="5880" y="2934"/>
                  </a:cubicBezTo>
                  <a:lnTo>
                    <a:pt x="5889" y="2908"/>
                  </a:lnTo>
                  <a:cubicBezTo>
                    <a:pt x="5887" y="2908"/>
                    <a:pt x="5885" y="2907"/>
                    <a:pt x="5884" y="2907"/>
                  </a:cubicBezTo>
                  <a:cubicBezTo>
                    <a:pt x="5859" y="2907"/>
                    <a:pt x="5826" y="2962"/>
                    <a:pt x="5770" y="3001"/>
                  </a:cubicBezTo>
                  <a:cubicBezTo>
                    <a:pt x="5753" y="3035"/>
                    <a:pt x="5728" y="3060"/>
                    <a:pt x="5703" y="3069"/>
                  </a:cubicBezTo>
                  <a:lnTo>
                    <a:pt x="5703" y="3052"/>
                  </a:lnTo>
                  <a:cubicBezTo>
                    <a:pt x="5701" y="3051"/>
                    <a:pt x="5699" y="3051"/>
                    <a:pt x="5697" y="3051"/>
                  </a:cubicBezTo>
                  <a:cubicBezTo>
                    <a:pt x="5675" y="3051"/>
                    <a:pt x="5621" y="3090"/>
                    <a:pt x="5567" y="3137"/>
                  </a:cubicBezTo>
                  <a:lnTo>
                    <a:pt x="5576" y="3103"/>
                  </a:lnTo>
                  <a:cubicBezTo>
                    <a:pt x="5584" y="3077"/>
                    <a:pt x="5601" y="3060"/>
                    <a:pt x="5618" y="3044"/>
                  </a:cubicBezTo>
                  <a:lnTo>
                    <a:pt x="5618" y="3044"/>
                  </a:lnTo>
                  <a:cubicBezTo>
                    <a:pt x="5609" y="3052"/>
                    <a:pt x="5584" y="3069"/>
                    <a:pt x="5567" y="3069"/>
                  </a:cubicBezTo>
                  <a:lnTo>
                    <a:pt x="5643" y="2942"/>
                  </a:lnTo>
                  <a:lnTo>
                    <a:pt x="5643" y="2942"/>
                  </a:lnTo>
                  <a:cubicBezTo>
                    <a:pt x="5584" y="2976"/>
                    <a:pt x="5610" y="3027"/>
                    <a:pt x="5542" y="3069"/>
                  </a:cubicBezTo>
                  <a:cubicBezTo>
                    <a:pt x="5525" y="3044"/>
                    <a:pt x="5508" y="3027"/>
                    <a:pt x="5567" y="2959"/>
                  </a:cubicBezTo>
                  <a:cubicBezTo>
                    <a:pt x="5588" y="2943"/>
                    <a:pt x="5597" y="2938"/>
                    <a:pt x="5600" y="2938"/>
                  </a:cubicBezTo>
                  <a:cubicBezTo>
                    <a:pt x="5607" y="2938"/>
                    <a:pt x="5592" y="2960"/>
                    <a:pt x="5611" y="2960"/>
                  </a:cubicBezTo>
                  <a:cubicBezTo>
                    <a:pt x="5613" y="2960"/>
                    <a:pt x="5615" y="2960"/>
                    <a:pt x="5618" y="2959"/>
                  </a:cubicBezTo>
                  <a:cubicBezTo>
                    <a:pt x="5635" y="2883"/>
                    <a:pt x="5694" y="2934"/>
                    <a:pt x="5719" y="2857"/>
                  </a:cubicBezTo>
                  <a:cubicBezTo>
                    <a:pt x="5745" y="2836"/>
                    <a:pt x="5759" y="2829"/>
                    <a:pt x="5770" y="2829"/>
                  </a:cubicBezTo>
                  <a:cubicBezTo>
                    <a:pt x="5783" y="2829"/>
                    <a:pt x="5790" y="2841"/>
                    <a:pt x="5804" y="2841"/>
                  </a:cubicBezTo>
                  <a:cubicBezTo>
                    <a:pt x="5745" y="2883"/>
                    <a:pt x="5855" y="2841"/>
                    <a:pt x="5779" y="2908"/>
                  </a:cubicBezTo>
                  <a:cubicBezTo>
                    <a:pt x="5855" y="2874"/>
                    <a:pt x="5804" y="2841"/>
                    <a:pt x="5863" y="2815"/>
                  </a:cubicBezTo>
                  <a:lnTo>
                    <a:pt x="5897" y="2832"/>
                  </a:lnTo>
                  <a:cubicBezTo>
                    <a:pt x="5973" y="2798"/>
                    <a:pt x="6049" y="2739"/>
                    <a:pt x="6117" y="2671"/>
                  </a:cubicBezTo>
                  <a:lnTo>
                    <a:pt x="6117" y="2671"/>
                  </a:lnTo>
                  <a:cubicBezTo>
                    <a:pt x="6106" y="2675"/>
                    <a:pt x="6100" y="2677"/>
                    <a:pt x="6096" y="2677"/>
                  </a:cubicBezTo>
                  <a:cubicBezTo>
                    <a:pt x="6083" y="2677"/>
                    <a:pt x="6095" y="2662"/>
                    <a:pt x="6106" y="2648"/>
                  </a:cubicBezTo>
                  <a:lnTo>
                    <a:pt x="6106" y="2648"/>
                  </a:lnTo>
                  <a:cubicBezTo>
                    <a:pt x="6088" y="2667"/>
                    <a:pt x="6051" y="2684"/>
                    <a:pt x="6034" y="2684"/>
                  </a:cubicBezTo>
                  <a:cubicBezTo>
                    <a:pt x="6029" y="2684"/>
                    <a:pt x="6025" y="2682"/>
                    <a:pt x="6024" y="2680"/>
                  </a:cubicBezTo>
                  <a:cubicBezTo>
                    <a:pt x="6083" y="2629"/>
                    <a:pt x="6134" y="2587"/>
                    <a:pt x="6202" y="2544"/>
                  </a:cubicBezTo>
                  <a:lnTo>
                    <a:pt x="6202" y="2544"/>
                  </a:lnTo>
                  <a:lnTo>
                    <a:pt x="6109" y="2595"/>
                  </a:lnTo>
                  <a:cubicBezTo>
                    <a:pt x="6126" y="2553"/>
                    <a:pt x="6210" y="2451"/>
                    <a:pt x="6210" y="2443"/>
                  </a:cubicBezTo>
                  <a:cubicBezTo>
                    <a:pt x="6222" y="2438"/>
                    <a:pt x="6235" y="2432"/>
                    <a:pt x="6247" y="2425"/>
                  </a:cubicBezTo>
                  <a:lnTo>
                    <a:pt x="6247" y="2425"/>
                  </a:lnTo>
                  <a:cubicBezTo>
                    <a:pt x="6234" y="2425"/>
                    <a:pt x="6217" y="2430"/>
                    <a:pt x="6208" y="2430"/>
                  </a:cubicBezTo>
                  <a:cubicBezTo>
                    <a:pt x="6196" y="2430"/>
                    <a:pt x="6199" y="2422"/>
                    <a:pt x="6244" y="2384"/>
                  </a:cubicBezTo>
                  <a:lnTo>
                    <a:pt x="6244" y="2384"/>
                  </a:lnTo>
                  <a:cubicBezTo>
                    <a:pt x="6234" y="2397"/>
                    <a:pt x="6237" y="2401"/>
                    <a:pt x="6246" y="2401"/>
                  </a:cubicBezTo>
                  <a:cubicBezTo>
                    <a:pt x="6259" y="2401"/>
                    <a:pt x="6285" y="2392"/>
                    <a:pt x="6295" y="2392"/>
                  </a:cubicBezTo>
                  <a:cubicBezTo>
                    <a:pt x="6337" y="2367"/>
                    <a:pt x="6362" y="2308"/>
                    <a:pt x="6379" y="2291"/>
                  </a:cubicBezTo>
                  <a:cubicBezTo>
                    <a:pt x="6354" y="2291"/>
                    <a:pt x="6345" y="2248"/>
                    <a:pt x="6354" y="2215"/>
                  </a:cubicBezTo>
                  <a:lnTo>
                    <a:pt x="6354" y="2215"/>
                  </a:lnTo>
                  <a:cubicBezTo>
                    <a:pt x="6295" y="2316"/>
                    <a:pt x="6032" y="2468"/>
                    <a:pt x="6058" y="2544"/>
                  </a:cubicBezTo>
                  <a:cubicBezTo>
                    <a:pt x="5956" y="2621"/>
                    <a:pt x="5829" y="2739"/>
                    <a:pt x="5703" y="2815"/>
                  </a:cubicBezTo>
                  <a:lnTo>
                    <a:pt x="5719" y="2815"/>
                  </a:lnTo>
                  <a:lnTo>
                    <a:pt x="5601" y="2874"/>
                  </a:lnTo>
                  <a:lnTo>
                    <a:pt x="5618" y="2849"/>
                  </a:lnTo>
                  <a:lnTo>
                    <a:pt x="5533" y="2883"/>
                  </a:lnTo>
                  <a:cubicBezTo>
                    <a:pt x="5525" y="2874"/>
                    <a:pt x="5559" y="2841"/>
                    <a:pt x="5567" y="2824"/>
                  </a:cubicBezTo>
                  <a:cubicBezTo>
                    <a:pt x="5577" y="2819"/>
                    <a:pt x="5587" y="2814"/>
                    <a:pt x="5592" y="2814"/>
                  </a:cubicBezTo>
                  <a:cubicBezTo>
                    <a:pt x="5595" y="2814"/>
                    <a:pt x="5596" y="2816"/>
                    <a:pt x="5593" y="2824"/>
                  </a:cubicBezTo>
                  <a:cubicBezTo>
                    <a:pt x="5606" y="2804"/>
                    <a:pt x="5608" y="2797"/>
                    <a:pt x="5603" y="2797"/>
                  </a:cubicBezTo>
                  <a:cubicBezTo>
                    <a:pt x="5595" y="2797"/>
                    <a:pt x="5562" y="2824"/>
                    <a:pt x="5551" y="2824"/>
                  </a:cubicBezTo>
                  <a:cubicBezTo>
                    <a:pt x="5546" y="2824"/>
                    <a:pt x="5545" y="2819"/>
                    <a:pt x="5550" y="2807"/>
                  </a:cubicBezTo>
                  <a:cubicBezTo>
                    <a:pt x="5576" y="2790"/>
                    <a:pt x="5593" y="2781"/>
                    <a:pt x="5610" y="2764"/>
                  </a:cubicBezTo>
                  <a:lnTo>
                    <a:pt x="5610" y="2764"/>
                  </a:lnTo>
                  <a:cubicBezTo>
                    <a:pt x="5508" y="2815"/>
                    <a:pt x="5500" y="2883"/>
                    <a:pt x="5423" y="2883"/>
                  </a:cubicBezTo>
                  <a:cubicBezTo>
                    <a:pt x="5390" y="2959"/>
                    <a:pt x="5322" y="3018"/>
                    <a:pt x="5246" y="3060"/>
                  </a:cubicBezTo>
                  <a:cubicBezTo>
                    <a:pt x="5250" y="3055"/>
                    <a:pt x="5251" y="3053"/>
                    <a:pt x="5249" y="3053"/>
                  </a:cubicBezTo>
                  <a:lnTo>
                    <a:pt x="5249" y="3053"/>
                  </a:lnTo>
                  <a:cubicBezTo>
                    <a:pt x="5245" y="3053"/>
                    <a:pt x="5207" y="3088"/>
                    <a:pt x="5191" y="3088"/>
                  </a:cubicBezTo>
                  <a:cubicBezTo>
                    <a:pt x="5185" y="3088"/>
                    <a:pt x="5183" y="3083"/>
                    <a:pt x="5187" y="3069"/>
                  </a:cubicBezTo>
                  <a:lnTo>
                    <a:pt x="5187" y="3069"/>
                  </a:lnTo>
                  <a:cubicBezTo>
                    <a:pt x="5170" y="3103"/>
                    <a:pt x="5085" y="3137"/>
                    <a:pt x="5085" y="3162"/>
                  </a:cubicBezTo>
                  <a:cubicBezTo>
                    <a:pt x="5102" y="3145"/>
                    <a:pt x="5127" y="3128"/>
                    <a:pt x="5153" y="3111"/>
                  </a:cubicBezTo>
                  <a:lnTo>
                    <a:pt x="5153" y="3111"/>
                  </a:lnTo>
                  <a:cubicBezTo>
                    <a:pt x="5127" y="3145"/>
                    <a:pt x="5136" y="3162"/>
                    <a:pt x="5093" y="3187"/>
                  </a:cubicBezTo>
                  <a:cubicBezTo>
                    <a:pt x="5051" y="3238"/>
                    <a:pt x="5110" y="3255"/>
                    <a:pt x="5026" y="3314"/>
                  </a:cubicBezTo>
                  <a:cubicBezTo>
                    <a:pt x="4967" y="3366"/>
                    <a:pt x="4939" y="3385"/>
                    <a:pt x="4929" y="3385"/>
                  </a:cubicBezTo>
                  <a:cubicBezTo>
                    <a:pt x="4901" y="3385"/>
                    <a:pt x="5002" y="3246"/>
                    <a:pt x="4977" y="3246"/>
                  </a:cubicBezTo>
                  <a:cubicBezTo>
                    <a:pt x="4976" y="3246"/>
                    <a:pt x="4976" y="3246"/>
                    <a:pt x="4975" y="3247"/>
                  </a:cubicBezTo>
                  <a:cubicBezTo>
                    <a:pt x="4975" y="3272"/>
                    <a:pt x="4882" y="3357"/>
                    <a:pt x="4831" y="3382"/>
                  </a:cubicBezTo>
                  <a:lnTo>
                    <a:pt x="4840" y="3365"/>
                  </a:lnTo>
                  <a:lnTo>
                    <a:pt x="4840" y="3365"/>
                  </a:lnTo>
                  <a:cubicBezTo>
                    <a:pt x="4814" y="3390"/>
                    <a:pt x="4789" y="3424"/>
                    <a:pt x="4755" y="3433"/>
                  </a:cubicBezTo>
                  <a:cubicBezTo>
                    <a:pt x="4755" y="3466"/>
                    <a:pt x="4755" y="3500"/>
                    <a:pt x="4738" y="3534"/>
                  </a:cubicBezTo>
                  <a:lnTo>
                    <a:pt x="4645" y="3610"/>
                  </a:lnTo>
                  <a:lnTo>
                    <a:pt x="4654" y="3585"/>
                  </a:lnTo>
                  <a:lnTo>
                    <a:pt x="4654" y="3585"/>
                  </a:lnTo>
                  <a:cubicBezTo>
                    <a:pt x="4637" y="3602"/>
                    <a:pt x="4620" y="3627"/>
                    <a:pt x="4594" y="3644"/>
                  </a:cubicBezTo>
                  <a:cubicBezTo>
                    <a:pt x="4577" y="3627"/>
                    <a:pt x="4611" y="3610"/>
                    <a:pt x="4637" y="3585"/>
                  </a:cubicBezTo>
                  <a:cubicBezTo>
                    <a:pt x="4631" y="3583"/>
                    <a:pt x="4626" y="3583"/>
                    <a:pt x="4621" y="3583"/>
                  </a:cubicBezTo>
                  <a:cubicBezTo>
                    <a:pt x="4597" y="3583"/>
                    <a:pt x="4584" y="3599"/>
                    <a:pt x="4577" y="3627"/>
                  </a:cubicBezTo>
                  <a:lnTo>
                    <a:pt x="4586" y="3619"/>
                  </a:lnTo>
                  <a:lnTo>
                    <a:pt x="4586" y="3619"/>
                  </a:lnTo>
                  <a:cubicBezTo>
                    <a:pt x="4572" y="3646"/>
                    <a:pt x="4522" y="3710"/>
                    <a:pt x="4539" y="3710"/>
                  </a:cubicBezTo>
                  <a:cubicBezTo>
                    <a:pt x="4544" y="3710"/>
                    <a:pt x="4553" y="3705"/>
                    <a:pt x="4569" y="3695"/>
                  </a:cubicBezTo>
                  <a:lnTo>
                    <a:pt x="4569" y="3695"/>
                  </a:lnTo>
                  <a:cubicBezTo>
                    <a:pt x="4527" y="3754"/>
                    <a:pt x="4484" y="3737"/>
                    <a:pt x="4451" y="3779"/>
                  </a:cubicBezTo>
                  <a:cubicBezTo>
                    <a:pt x="4442" y="3763"/>
                    <a:pt x="4467" y="3737"/>
                    <a:pt x="4442" y="3737"/>
                  </a:cubicBezTo>
                  <a:cubicBezTo>
                    <a:pt x="4408" y="3763"/>
                    <a:pt x="4374" y="3788"/>
                    <a:pt x="4349" y="3813"/>
                  </a:cubicBezTo>
                  <a:cubicBezTo>
                    <a:pt x="4356" y="3810"/>
                    <a:pt x="4361" y="3808"/>
                    <a:pt x="4363" y="3808"/>
                  </a:cubicBezTo>
                  <a:cubicBezTo>
                    <a:pt x="4369" y="3808"/>
                    <a:pt x="4366" y="3815"/>
                    <a:pt x="4373" y="3815"/>
                  </a:cubicBezTo>
                  <a:cubicBezTo>
                    <a:pt x="4377" y="3815"/>
                    <a:pt x="4385" y="3812"/>
                    <a:pt x="4400" y="3805"/>
                  </a:cubicBezTo>
                  <a:lnTo>
                    <a:pt x="4400" y="3805"/>
                  </a:lnTo>
                  <a:cubicBezTo>
                    <a:pt x="4391" y="3830"/>
                    <a:pt x="4341" y="3873"/>
                    <a:pt x="4349" y="3873"/>
                  </a:cubicBezTo>
                  <a:cubicBezTo>
                    <a:pt x="4366" y="3856"/>
                    <a:pt x="4383" y="3839"/>
                    <a:pt x="4408" y="3830"/>
                  </a:cubicBezTo>
                  <a:lnTo>
                    <a:pt x="4408" y="3830"/>
                  </a:lnTo>
                  <a:cubicBezTo>
                    <a:pt x="4358" y="3881"/>
                    <a:pt x="4307" y="3915"/>
                    <a:pt x="4248" y="3949"/>
                  </a:cubicBezTo>
                  <a:cubicBezTo>
                    <a:pt x="4248" y="3940"/>
                    <a:pt x="4248" y="3932"/>
                    <a:pt x="4248" y="3932"/>
                  </a:cubicBezTo>
                  <a:cubicBezTo>
                    <a:pt x="4205" y="4008"/>
                    <a:pt x="4095" y="4076"/>
                    <a:pt x="4070" y="4143"/>
                  </a:cubicBezTo>
                  <a:lnTo>
                    <a:pt x="4095" y="4135"/>
                  </a:lnTo>
                  <a:cubicBezTo>
                    <a:pt x="4112" y="4109"/>
                    <a:pt x="4129" y="4092"/>
                    <a:pt x="4154" y="4084"/>
                  </a:cubicBezTo>
                  <a:lnTo>
                    <a:pt x="4154" y="4084"/>
                  </a:lnTo>
                  <a:cubicBezTo>
                    <a:pt x="4138" y="4103"/>
                    <a:pt x="4143" y="4107"/>
                    <a:pt x="4153" y="4107"/>
                  </a:cubicBezTo>
                  <a:cubicBezTo>
                    <a:pt x="4157" y="4107"/>
                    <a:pt x="4163" y="4106"/>
                    <a:pt x="4168" y="4106"/>
                  </a:cubicBezTo>
                  <a:cubicBezTo>
                    <a:pt x="4179" y="4106"/>
                    <a:pt x="4184" y="4110"/>
                    <a:pt x="4163" y="4135"/>
                  </a:cubicBezTo>
                  <a:cubicBezTo>
                    <a:pt x="4104" y="4202"/>
                    <a:pt x="4011" y="4219"/>
                    <a:pt x="3994" y="4287"/>
                  </a:cubicBezTo>
                  <a:cubicBezTo>
                    <a:pt x="4070" y="4245"/>
                    <a:pt x="4138" y="4194"/>
                    <a:pt x="4197" y="4135"/>
                  </a:cubicBezTo>
                  <a:lnTo>
                    <a:pt x="4197" y="4135"/>
                  </a:lnTo>
                  <a:lnTo>
                    <a:pt x="4146" y="4169"/>
                  </a:lnTo>
                  <a:lnTo>
                    <a:pt x="4146" y="4169"/>
                  </a:lnTo>
                  <a:lnTo>
                    <a:pt x="4222" y="4059"/>
                  </a:lnTo>
                  <a:cubicBezTo>
                    <a:pt x="4223" y="4059"/>
                    <a:pt x="4224" y="4059"/>
                    <a:pt x="4225" y="4059"/>
                  </a:cubicBezTo>
                  <a:cubicBezTo>
                    <a:pt x="4243" y="4059"/>
                    <a:pt x="4299" y="3995"/>
                    <a:pt x="4324" y="3995"/>
                  </a:cubicBezTo>
                  <a:cubicBezTo>
                    <a:pt x="4327" y="3995"/>
                    <a:pt x="4330" y="3996"/>
                    <a:pt x="4332" y="3999"/>
                  </a:cubicBezTo>
                  <a:cubicBezTo>
                    <a:pt x="4298" y="4033"/>
                    <a:pt x="4264" y="4059"/>
                    <a:pt x="4239" y="4084"/>
                  </a:cubicBezTo>
                  <a:cubicBezTo>
                    <a:pt x="4248" y="4084"/>
                    <a:pt x="4341" y="4008"/>
                    <a:pt x="4374" y="3983"/>
                  </a:cubicBezTo>
                  <a:lnTo>
                    <a:pt x="4374" y="3983"/>
                  </a:lnTo>
                  <a:lnTo>
                    <a:pt x="4324" y="4016"/>
                  </a:lnTo>
                  <a:cubicBezTo>
                    <a:pt x="4391" y="3932"/>
                    <a:pt x="4510" y="3847"/>
                    <a:pt x="4577" y="3771"/>
                  </a:cubicBezTo>
                  <a:lnTo>
                    <a:pt x="4577" y="3771"/>
                  </a:lnTo>
                  <a:cubicBezTo>
                    <a:pt x="4565" y="3787"/>
                    <a:pt x="4564" y="3793"/>
                    <a:pt x="4569" y="3793"/>
                  </a:cubicBezTo>
                  <a:cubicBezTo>
                    <a:pt x="4580" y="3793"/>
                    <a:pt x="4624" y="3762"/>
                    <a:pt x="4638" y="3762"/>
                  </a:cubicBezTo>
                  <a:cubicBezTo>
                    <a:pt x="4643" y="3762"/>
                    <a:pt x="4644" y="3767"/>
                    <a:pt x="4637" y="3779"/>
                  </a:cubicBezTo>
                  <a:cubicBezTo>
                    <a:pt x="4628" y="3813"/>
                    <a:pt x="4577" y="3813"/>
                    <a:pt x="4586" y="3813"/>
                  </a:cubicBezTo>
                  <a:cubicBezTo>
                    <a:pt x="4587" y="3818"/>
                    <a:pt x="4590" y="3820"/>
                    <a:pt x="4594" y="3820"/>
                  </a:cubicBezTo>
                  <a:cubicBezTo>
                    <a:pt x="4612" y="3820"/>
                    <a:pt x="4650" y="3779"/>
                    <a:pt x="4671" y="3779"/>
                  </a:cubicBezTo>
                  <a:cubicBezTo>
                    <a:pt x="4671" y="3764"/>
                    <a:pt x="4731" y="3709"/>
                    <a:pt x="4702" y="3709"/>
                  </a:cubicBezTo>
                  <a:cubicBezTo>
                    <a:pt x="4699" y="3709"/>
                    <a:pt x="4695" y="3710"/>
                    <a:pt x="4689" y="3711"/>
                  </a:cubicBezTo>
                  <a:lnTo>
                    <a:pt x="4689" y="3711"/>
                  </a:lnTo>
                  <a:cubicBezTo>
                    <a:pt x="4723" y="3701"/>
                    <a:pt x="4764" y="3635"/>
                    <a:pt x="4814" y="3619"/>
                  </a:cubicBezTo>
                  <a:cubicBezTo>
                    <a:pt x="4789" y="3610"/>
                    <a:pt x="4874" y="3551"/>
                    <a:pt x="4882" y="3534"/>
                  </a:cubicBezTo>
                  <a:cubicBezTo>
                    <a:pt x="4890" y="3526"/>
                    <a:pt x="4907" y="3517"/>
                    <a:pt x="4933" y="3509"/>
                  </a:cubicBezTo>
                  <a:lnTo>
                    <a:pt x="4933" y="3509"/>
                  </a:lnTo>
                  <a:lnTo>
                    <a:pt x="4831" y="3636"/>
                  </a:lnTo>
                  <a:cubicBezTo>
                    <a:pt x="4806" y="3644"/>
                    <a:pt x="4772" y="3661"/>
                    <a:pt x="4789" y="3661"/>
                  </a:cubicBezTo>
                  <a:lnTo>
                    <a:pt x="4797" y="3678"/>
                  </a:lnTo>
                  <a:cubicBezTo>
                    <a:pt x="4721" y="3763"/>
                    <a:pt x="4654" y="3856"/>
                    <a:pt x="4620" y="3898"/>
                  </a:cubicBezTo>
                  <a:lnTo>
                    <a:pt x="4628" y="3864"/>
                  </a:lnTo>
                  <a:lnTo>
                    <a:pt x="4628" y="3864"/>
                  </a:lnTo>
                  <a:cubicBezTo>
                    <a:pt x="4586" y="3948"/>
                    <a:pt x="4495" y="3965"/>
                    <a:pt x="4444" y="4039"/>
                  </a:cubicBezTo>
                  <a:lnTo>
                    <a:pt x="4444" y="4039"/>
                  </a:lnTo>
                  <a:cubicBezTo>
                    <a:pt x="4444" y="4038"/>
                    <a:pt x="4444" y="4038"/>
                    <a:pt x="4443" y="4038"/>
                  </a:cubicBezTo>
                  <a:lnTo>
                    <a:pt x="4443" y="4038"/>
                  </a:lnTo>
                  <a:cubicBezTo>
                    <a:pt x="4442" y="4038"/>
                    <a:pt x="4439" y="4039"/>
                    <a:pt x="4434" y="4042"/>
                  </a:cubicBezTo>
                  <a:cubicBezTo>
                    <a:pt x="4349" y="4101"/>
                    <a:pt x="4349" y="4169"/>
                    <a:pt x="4264" y="4202"/>
                  </a:cubicBezTo>
                  <a:lnTo>
                    <a:pt x="4264" y="4186"/>
                  </a:lnTo>
                  <a:cubicBezTo>
                    <a:pt x="4264" y="4186"/>
                    <a:pt x="4231" y="4228"/>
                    <a:pt x="4248" y="4236"/>
                  </a:cubicBezTo>
                  <a:cubicBezTo>
                    <a:pt x="4281" y="4202"/>
                    <a:pt x="4324" y="4169"/>
                    <a:pt x="4358" y="4143"/>
                  </a:cubicBezTo>
                  <a:lnTo>
                    <a:pt x="4358" y="4143"/>
                  </a:lnTo>
                  <a:cubicBezTo>
                    <a:pt x="4341" y="4177"/>
                    <a:pt x="4315" y="4211"/>
                    <a:pt x="4281" y="4236"/>
                  </a:cubicBezTo>
                  <a:lnTo>
                    <a:pt x="4290" y="4262"/>
                  </a:lnTo>
                  <a:cubicBezTo>
                    <a:pt x="4264" y="4321"/>
                    <a:pt x="4197" y="4321"/>
                    <a:pt x="4171" y="4372"/>
                  </a:cubicBezTo>
                  <a:lnTo>
                    <a:pt x="4231" y="4355"/>
                  </a:lnTo>
                  <a:lnTo>
                    <a:pt x="4231" y="4363"/>
                  </a:lnTo>
                  <a:cubicBezTo>
                    <a:pt x="4248" y="4346"/>
                    <a:pt x="4256" y="4329"/>
                    <a:pt x="4264" y="4312"/>
                  </a:cubicBezTo>
                  <a:cubicBezTo>
                    <a:pt x="4307" y="4270"/>
                    <a:pt x="4358" y="4245"/>
                    <a:pt x="4417" y="4245"/>
                  </a:cubicBezTo>
                  <a:cubicBezTo>
                    <a:pt x="4422" y="4243"/>
                    <a:pt x="4426" y="4242"/>
                    <a:pt x="4429" y="4242"/>
                  </a:cubicBezTo>
                  <a:cubicBezTo>
                    <a:pt x="4451" y="4242"/>
                    <a:pt x="4427" y="4288"/>
                    <a:pt x="4442" y="4296"/>
                  </a:cubicBezTo>
                  <a:cubicBezTo>
                    <a:pt x="4493" y="4245"/>
                    <a:pt x="4467" y="4228"/>
                    <a:pt x="4527" y="4177"/>
                  </a:cubicBezTo>
                  <a:cubicBezTo>
                    <a:pt x="4530" y="4175"/>
                    <a:pt x="4532" y="4175"/>
                    <a:pt x="4534" y="4175"/>
                  </a:cubicBezTo>
                  <a:cubicBezTo>
                    <a:pt x="4537" y="4175"/>
                    <a:pt x="4537" y="4177"/>
                    <a:pt x="4536" y="4180"/>
                  </a:cubicBezTo>
                  <a:lnTo>
                    <a:pt x="4536" y="4180"/>
                  </a:lnTo>
                  <a:lnTo>
                    <a:pt x="4561" y="4143"/>
                  </a:lnTo>
                  <a:cubicBezTo>
                    <a:pt x="4561" y="4144"/>
                    <a:pt x="4562" y="4144"/>
                    <a:pt x="4563" y="4144"/>
                  </a:cubicBezTo>
                  <a:cubicBezTo>
                    <a:pt x="4575" y="4144"/>
                    <a:pt x="4618" y="4119"/>
                    <a:pt x="4633" y="4119"/>
                  </a:cubicBezTo>
                  <a:cubicBezTo>
                    <a:pt x="4641" y="4119"/>
                    <a:pt x="4641" y="4125"/>
                    <a:pt x="4628" y="4143"/>
                  </a:cubicBezTo>
                  <a:lnTo>
                    <a:pt x="4586" y="4169"/>
                  </a:lnTo>
                  <a:lnTo>
                    <a:pt x="4586" y="4169"/>
                  </a:lnTo>
                  <a:cubicBezTo>
                    <a:pt x="4667" y="4132"/>
                    <a:pt x="4794" y="4062"/>
                    <a:pt x="4830" y="4062"/>
                  </a:cubicBezTo>
                  <a:cubicBezTo>
                    <a:pt x="4835" y="4062"/>
                    <a:pt x="4839" y="4064"/>
                    <a:pt x="4840" y="4067"/>
                  </a:cubicBezTo>
                  <a:cubicBezTo>
                    <a:pt x="4890" y="4042"/>
                    <a:pt x="4865" y="4033"/>
                    <a:pt x="4941" y="3991"/>
                  </a:cubicBezTo>
                  <a:cubicBezTo>
                    <a:pt x="4958" y="3949"/>
                    <a:pt x="4916" y="3957"/>
                    <a:pt x="4975" y="3881"/>
                  </a:cubicBezTo>
                  <a:lnTo>
                    <a:pt x="4975" y="3881"/>
                  </a:lnTo>
                  <a:lnTo>
                    <a:pt x="4916" y="3923"/>
                  </a:lnTo>
                  <a:cubicBezTo>
                    <a:pt x="4905" y="3929"/>
                    <a:pt x="4901" y="3938"/>
                    <a:pt x="4895" y="3946"/>
                  </a:cubicBezTo>
                  <a:lnTo>
                    <a:pt x="4895" y="3946"/>
                  </a:lnTo>
                  <a:lnTo>
                    <a:pt x="4941" y="3906"/>
                  </a:lnTo>
                  <a:lnTo>
                    <a:pt x="4941" y="3906"/>
                  </a:lnTo>
                  <a:cubicBezTo>
                    <a:pt x="4916" y="3949"/>
                    <a:pt x="4924" y="3949"/>
                    <a:pt x="4924" y="3974"/>
                  </a:cubicBezTo>
                  <a:cubicBezTo>
                    <a:pt x="4874" y="4025"/>
                    <a:pt x="4806" y="4050"/>
                    <a:pt x="4730" y="4067"/>
                  </a:cubicBezTo>
                  <a:cubicBezTo>
                    <a:pt x="4747" y="4033"/>
                    <a:pt x="4806" y="3999"/>
                    <a:pt x="4772" y="3991"/>
                  </a:cubicBezTo>
                  <a:cubicBezTo>
                    <a:pt x="4831" y="3974"/>
                    <a:pt x="4806" y="3932"/>
                    <a:pt x="4874" y="3906"/>
                  </a:cubicBezTo>
                  <a:lnTo>
                    <a:pt x="4874" y="3906"/>
                  </a:lnTo>
                  <a:lnTo>
                    <a:pt x="4865" y="3923"/>
                  </a:lnTo>
                  <a:cubicBezTo>
                    <a:pt x="4899" y="3873"/>
                    <a:pt x="4924" y="3889"/>
                    <a:pt x="4950" y="3847"/>
                  </a:cubicBezTo>
                  <a:lnTo>
                    <a:pt x="4958" y="3847"/>
                  </a:lnTo>
                  <a:cubicBezTo>
                    <a:pt x="4996" y="3809"/>
                    <a:pt x="4988" y="3809"/>
                    <a:pt x="4978" y="3809"/>
                  </a:cubicBezTo>
                  <a:cubicBezTo>
                    <a:pt x="4969" y="3809"/>
                    <a:pt x="4958" y="3809"/>
                    <a:pt x="4992" y="3771"/>
                  </a:cubicBezTo>
                  <a:cubicBezTo>
                    <a:pt x="5015" y="3756"/>
                    <a:pt x="5029" y="3750"/>
                    <a:pt x="5037" y="3750"/>
                  </a:cubicBezTo>
                  <a:cubicBezTo>
                    <a:pt x="5057" y="3750"/>
                    <a:pt x="5050" y="3779"/>
                    <a:pt x="5068" y="3779"/>
                  </a:cubicBezTo>
                  <a:cubicBezTo>
                    <a:pt x="4975" y="3898"/>
                    <a:pt x="5093" y="3813"/>
                    <a:pt x="4992" y="3940"/>
                  </a:cubicBezTo>
                  <a:cubicBezTo>
                    <a:pt x="4996" y="3946"/>
                    <a:pt x="5002" y="3949"/>
                    <a:pt x="5010" y="3949"/>
                  </a:cubicBezTo>
                  <a:cubicBezTo>
                    <a:pt x="5036" y="3949"/>
                    <a:pt x="5082" y="3918"/>
                    <a:pt x="5127" y="3873"/>
                  </a:cubicBezTo>
                  <a:lnTo>
                    <a:pt x="5127" y="3873"/>
                  </a:lnTo>
                  <a:cubicBezTo>
                    <a:pt x="5121" y="3876"/>
                    <a:pt x="5116" y="3877"/>
                    <a:pt x="5112" y="3877"/>
                  </a:cubicBezTo>
                  <a:cubicBezTo>
                    <a:pt x="5092" y="3877"/>
                    <a:pt x="5109" y="3834"/>
                    <a:pt x="5075" y="3834"/>
                  </a:cubicBezTo>
                  <a:cubicBezTo>
                    <a:pt x="5069" y="3834"/>
                    <a:pt x="5061" y="3835"/>
                    <a:pt x="5051" y="3839"/>
                  </a:cubicBezTo>
                  <a:cubicBezTo>
                    <a:pt x="5144" y="3737"/>
                    <a:pt x="5093" y="3686"/>
                    <a:pt x="5229" y="3627"/>
                  </a:cubicBezTo>
                  <a:lnTo>
                    <a:pt x="5254" y="3576"/>
                  </a:lnTo>
                  <a:lnTo>
                    <a:pt x="5330" y="3534"/>
                  </a:lnTo>
                  <a:lnTo>
                    <a:pt x="5330" y="3534"/>
                  </a:lnTo>
                  <a:cubicBezTo>
                    <a:pt x="5313" y="3593"/>
                    <a:pt x="5254" y="3619"/>
                    <a:pt x="5237" y="3661"/>
                  </a:cubicBezTo>
                  <a:cubicBezTo>
                    <a:pt x="5339" y="3627"/>
                    <a:pt x="5322" y="3551"/>
                    <a:pt x="5415" y="3483"/>
                  </a:cubicBezTo>
                  <a:cubicBezTo>
                    <a:pt x="5425" y="3481"/>
                    <a:pt x="5432" y="3480"/>
                    <a:pt x="5437" y="3480"/>
                  </a:cubicBezTo>
                  <a:cubicBezTo>
                    <a:pt x="5484" y="3480"/>
                    <a:pt x="5340" y="3579"/>
                    <a:pt x="5356" y="3602"/>
                  </a:cubicBezTo>
                  <a:cubicBezTo>
                    <a:pt x="5370" y="3581"/>
                    <a:pt x="5412" y="3566"/>
                    <a:pt x="5427" y="3566"/>
                  </a:cubicBezTo>
                  <a:cubicBezTo>
                    <a:pt x="5430" y="3566"/>
                    <a:pt x="5432" y="3567"/>
                    <a:pt x="5432" y="3568"/>
                  </a:cubicBezTo>
                  <a:cubicBezTo>
                    <a:pt x="5339" y="3627"/>
                    <a:pt x="5390" y="3627"/>
                    <a:pt x="5288" y="3686"/>
                  </a:cubicBezTo>
                  <a:cubicBezTo>
                    <a:pt x="5302" y="3666"/>
                    <a:pt x="5302" y="3660"/>
                    <a:pt x="5296" y="3660"/>
                  </a:cubicBezTo>
                  <a:cubicBezTo>
                    <a:pt x="5291" y="3660"/>
                    <a:pt x="5281" y="3665"/>
                    <a:pt x="5276" y="3665"/>
                  </a:cubicBezTo>
                  <a:cubicBezTo>
                    <a:pt x="5273" y="3665"/>
                    <a:pt x="5271" y="3664"/>
                    <a:pt x="5271" y="3661"/>
                  </a:cubicBezTo>
                  <a:cubicBezTo>
                    <a:pt x="5229" y="3720"/>
                    <a:pt x="5170" y="3763"/>
                    <a:pt x="5110" y="3796"/>
                  </a:cubicBezTo>
                  <a:cubicBezTo>
                    <a:pt x="5110" y="3804"/>
                    <a:pt x="5114" y="3807"/>
                    <a:pt x="5119" y="3807"/>
                  </a:cubicBezTo>
                  <a:cubicBezTo>
                    <a:pt x="5139" y="3807"/>
                    <a:pt x="5189" y="3767"/>
                    <a:pt x="5229" y="3754"/>
                  </a:cubicBezTo>
                  <a:cubicBezTo>
                    <a:pt x="5288" y="3670"/>
                    <a:pt x="5398" y="3653"/>
                    <a:pt x="5432" y="3585"/>
                  </a:cubicBezTo>
                  <a:cubicBezTo>
                    <a:pt x="5455" y="3564"/>
                    <a:pt x="5467" y="3557"/>
                    <a:pt x="5472" y="3557"/>
                  </a:cubicBezTo>
                  <a:cubicBezTo>
                    <a:pt x="5482" y="3557"/>
                    <a:pt x="5460" y="3593"/>
                    <a:pt x="5466" y="3593"/>
                  </a:cubicBezTo>
                  <a:cubicBezTo>
                    <a:pt x="5542" y="3551"/>
                    <a:pt x="5483" y="3551"/>
                    <a:pt x="5500" y="3534"/>
                  </a:cubicBezTo>
                  <a:cubicBezTo>
                    <a:pt x="5601" y="3433"/>
                    <a:pt x="5643" y="3458"/>
                    <a:pt x="5719" y="3399"/>
                  </a:cubicBezTo>
                  <a:cubicBezTo>
                    <a:pt x="5813" y="3297"/>
                    <a:pt x="5923" y="3204"/>
                    <a:pt x="6049" y="3128"/>
                  </a:cubicBezTo>
                  <a:lnTo>
                    <a:pt x="6049" y="3128"/>
                  </a:lnTo>
                  <a:cubicBezTo>
                    <a:pt x="6041" y="3145"/>
                    <a:pt x="6058" y="3145"/>
                    <a:pt x="6075" y="3145"/>
                  </a:cubicBezTo>
                  <a:cubicBezTo>
                    <a:pt x="6109" y="3052"/>
                    <a:pt x="6100" y="3094"/>
                    <a:pt x="6159" y="3001"/>
                  </a:cubicBezTo>
                  <a:lnTo>
                    <a:pt x="6159" y="3001"/>
                  </a:lnTo>
                  <a:lnTo>
                    <a:pt x="6083" y="3044"/>
                  </a:lnTo>
                  <a:cubicBezTo>
                    <a:pt x="6134" y="2993"/>
                    <a:pt x="6159" y="2934"/>
                    <a:pt x="6227" y="2908"/>
                  </a:cubicBezTo>
                  <a:lnTo>
                    <a:pt x="6227" y="2908"/>
                  </a:lnTo>
                  <a:cubicBezTo>
                    <a:pt x="6220" y="2909"/>
                    <a:pt x="6215" y="2910"/>
                    <a:pt x="6211" y="2910"/>
                  </a:cubicBezTo>
                  <a:cubicBezTo>
                    <a:pt x="6157" y="2910"/>
                    <a:pt x="6305" y="2812"/>
                    <a:pt x="6329" y="2773"/>
                  </a:cubicBezTo>
                  <a:cubicBezTo>
                    <a:pt x="6396" y="2739"/>
                    <a:pt x="6439" y="2663"/>
                    <a:pt x="6489" y="2663"/>
                  </a:cubicBezTo>
                  <a:lnTo>
                    <a:pt x="6481" y="2671"/>
                  </a:lnTo>
                  <a:lnTo>
                    <a:pt x="6565" y="2612"/>
                  </a:lnTo>
                  <a:lnTo>
                    <a:pt x="6582" y="2654"/>
                  </a:lnTo>
                  <a:cubicBezTo>
                    <a:pt x="6650" y="2629"/>
                    <a:pt x="6701" y="2553"/>
                    <a:pt x="6675" y="2553"/>
                  </a:cubicBezTo>
                  <a:cubicBezTo>
                    <a:pt x="6703" y="2536"/>
                    <a:pt x="6714" y="2530"/>
                    <a:pt x="6718" y="2530"/>
                  </a:cubicBezTo>
                  <a:cubicBezTo>
                    <a:pt x="6724" y="2530"/>
                    <a:pt x="6716" y="2543"/>
                    <a:pt x="6726" y="2553"/>
                  </a:cubicBezTo>
                  <a:cubicBezTo>
                    <a:pt x="6702" y="2585"/>
                    <a:pt x="6662" y="2663"/>
                    <a:pt x="6615" y="2663"/>
                  </a:cubicBezTo>
                  <a:cubicBezTo>
                    <a:pt x="6612" y="2663"/>
                    <a:pt x="6610" y="2663"/>
                    <a:pt x="6608" y="2663"/>
                  </a:cubicBezTo>
                  <a:cubicBezTo>
                    <a:pt x="6616" y="2663"/>
                    <a:pt x="6633" y="2654"/>
                    <a:pt x="6633" y="2646"/>
                  </a:cubicBezTo>
                  <a:lnTo>
                    <a:pt x="6633" y="2646"/>
                  </a:lnTo>
                  <a:cubicBezTo>
                    <a:pt x="6464" y="2747"/>
                    <a:pt x="6616" y="2731"/>
                    <a:pt x="6540" y="2798"/>
                  </a:cubicBezTo>
                  <a:cubicBezTo>
                    <a:pt x="6582" y="2764"/>
                    <a:pt x="6625" y="2756"/>
                    <a:pt x="6667" y="2714"/>
                  </a:cubicBezTo>
                  <a:cubicBezTo>
                    <a:pt x="6709" y="2671"/>
                    <a:pt x="6752" y="2629"/>
                    <a:pt x="6785" y="2578"/>
                  </a:cubicBezTo>
                  <a:lnTo>
                    <a:pt x="6785" y="2578"/>
                  </a:lnTo>
                  <a:cubicBezTo>
                    <a:pt x="6752" y="2621"/>
                    <a:pt x="6701" y="2654"/>
                    <a:pt x="6650" y="2671"/>
                  </a:cubicBezTo>
                  <a:lnTo>
                    <a:pt x="6650" y="2671"/>
                  </a:lnTo>
                  <a:cubicBezTo>
                    <a:pt x="6684" y="2637"/>
                    <a:pt x="6675" y="2621"/>
                    <a:pt x="6718" y="2604"/>
                  </a:cubicBezTo>
                  <a:lnTo>
                    <a:pt x="6718" y="2621"/>
                  </a:lnTo>
                  <a:lnTo>
                    <a:pt x="6743" y="2570"/>
                  </a:lnTo>
                  <a:cubicBezTo>
                    <a:pt x="6745" y="2571"/>
                    <a:pt x="6748" y="2572"/>
                    <a:pt x="6751" y="2572"/>
                  </a:cubicBezTo>
                  <a:cubicBezTo>
                    <a:pt x="6774" y="2572"/>
                    <a:pt x="6818" y="2539"/>
                    <a:pt x="6830" y="2539"/>
                  </a:cubicBezTo>
                  <a:cubicBezTo>
                    <a:pt x="6836" y="2539"/>
                    <a:pt x="6834" y="2547"/>
                    <a:pt x="6819" y="2570"/>
                  </a:cubicBezTo>
                  <a:cubicBezTo>
                    <a:pt x="6870" y="2519"/>
                    <a:pt x="6828" y="2536"/>
                    <a:pt x="6870" y="2485"/>
                  </a:cubicBezTo>
                  <a:lnTo>
                    <a:pt x="6870" y="2485"/>
                  </a:lnTo>
                  <a:lnTo>
                    <a:pt x="6768" y="2553"/>
                  </a:lnTo>
                  <a:lnTo>
                    <a:pt x="6752" y="2536"/>
                  </a:lnTo>
                  <a:cubicBezTo>
                    <a:pt x="6777" y="2494"/>
                    <a:pt x="6802" y="2502"/>
                    <a:pt x="6836" y="2468"/>
                  </a:cubicBezTo>
                  <a:lnTo>
                    <a:pt x="6819" y="2443"/>
                  </a:lnTo>
                  <a:lnTo>
                    <a:pt x="6904" y="2409"/>
                  </a:lnTo>
                  <a:cubicBezTo>
                    <a:pt x="6887" y="2401"/>
                    <a:pt x="6946" y="2367"/>
                    <a:pt x="6955" y="2350"/>
                  </a:cubicBezTo>
                  <a:cubicBezTo>
                    <a:pt x="6965" y="2345"/>
                    <a:pt x="6974" y="2343"/>
                    <a:pt x="6981" y="2343"/>
                  </a:cubicBezTo>
                  <a:cubicBezTo>
                    <a:pt x="6994" y="2343"/>
                    <a:pt x="7005" y="2348"/>
                    <a:pt x="7015" y="2348"/>
                  </a:cubicBezTo>
                  <a:cubicBezTo>
                    <a:pt x="7028" y="2348"/>
                    <a:pt x="7042" y="2341"/>
                    <a:pt x="7065" y="2308"/>
                  </a:cubicBezTo>
                  <a:lnTo>
                    <a:pt x="7056" y="2308"/>
                  </a:lnTo>
                  <a:cubicBezTo>
                    <a:pt x="7090" y="2274"/>
                    <a:pt x="7124" y="2240"/>
                    <a:pt x="7166" y="2215"/>
                  </a:cubicBezTo>
                  <a:lnTo>
                    <a:pt x="7166" y="2215"/>
                  </a:lnTo>
                  <a:cubicBezTo>
                    <a:pt x="7166" y="2223"/>
                    <a:pt x="7158" y="2231"/>
                    <a:pt x="7149" y="2240"/>
                  </a:cubicBezTo>
                  <a:cubicBezTo>
                    <a:pt x="7231" y="2199"/>
                    <a:pt x="7329" y="2070"/>
                    <a:pt x="7389" y="2070"/>
                  </a:cubicBezTo>
                  <a:cubicBezTo>
                    <a:pt x="7391" y="2070"/>
                    <a:pt x="7393" y="2070"/>
                    <a:pt x="7394" y="2071"/>
                  </a:cubicBezTo>
                  <a:cubicBezTo>
                    <a:pt x="7403" y="2096"/>
                    <a:pt x="7361" y="2105"/>
                    <a:pt x="7378" y="2130"/>
                  </a:cubicBezTo>
                  <a:cubicBezTo>
                    <a:pt x="7234" y="2198"/>
                    <a:pt x="7318" y="2231"/>
                    <a:pt x="7166" y="2324"/>
                  </a:cubicBezTo>
                  <a:cubicBezTo>
                    <a:pt x="7161" y="2320"/>
                    <a:pt x="7156" y="2317"/>
                    <a:pt x="7151" y="2317"/>
                  </a:cubicBezTo>
                  <a:cubicBezTo>
                    <a:pt x="7115" y="2317"/>
                    <a:pt x="7073" y="2420"/>
                    <a:pt x="7020" y="2420"/>
                  </a:cubicBezTo>
                  <a:cubicBezTo>
                    <a:pt x="7015" y="2420"/>
                    <a:pt x="7010" y="2419"/>
                    <a:pt x="7005" y="2418"/>
                  </a:cubicBezTo>
                  <a:cubicBezTo>
                    <a:pt x="7065" y="2384"/>
                    <a:pt x="7115" y="2299"/>
                    <a:pt x="7098" y="2299"/>
                  </a:cubicBezTo>
                  <a:lnTo>
                    <a:pt x="7098" y="2299"/>
                  </a:lnTo>
                  <a:cubicBezTo>
                    <a:pt x="7056" y="2341"/>
                    <a:pt x="6997" y="2384"/>
                    <a:pt x="6946" y="2418"/>
                  </a:cubicBezTo>
                  <a:cubicBezTo>
                    <a:pt x="6951" y="2417"/>
                    <a:pt x="6955" y="2416"/>
                    <a:pt x="6958" y="2416"/>
                  </a:cubicBezTo>
                  <a:cubicBezTo>
                    <a:pt x="6990" y="2416"/>
                    <a:pt x="6996" y="2446"/>
                    <a:pt x="6988" y="2477"/>
                  </a:cubicBezTo>
                  <a:cubicBezTo>
                    <a:pt x="7107" y="2384"/>
                    <a:pt x="7225" y="2308"/>
                    <a:pt x="7352" y="2231"/>
                  </a:cubicBezTo>
                  <a:lnTo>
                    <a:pt x="7318" y="2215"/>
                  </a:lnTo>
                  <a:cubicBezTo>
                    <a:pt x="7345" y="2185"/>
                    <a:pt x="7357" y="2175"/>
                    <a:pt x="7363" y="2175"/>
                  </a:cubicBezTo>
                  <a:cubicBezTo>
                    <a:pt x="7373" y="2175"/>
                    <a:pt x="7362" y="2205"/>
                    <a:pt x="7379" y="2205"/>
                  </a:cubicBezTo>
                  <a:cubicBezTo>
                    <a:pt x="7385" y="2205"/>
                    <a:pt x="7395" y="2201"/>
                    <a:pt x="7411" y="2189"/>
                  </a:cubicBezTo>
                  <a:lnTo>
                    <a:pt x="7428" y="2147"/>
                  </a:lnTo>
                  <a:lnTo>
                    <a:pt x="7437" y="2147"/>
                  </a:lnTo>
                  <a:lnTo>
                    <a:pt x="7471" y="2071"/>
                  </a:lnTo>
                  <a:lnTo>
                    <a:pt x="7471" y="2071"/>
                  </a:lnTo>
                  <a:cubicBezTo>
                    <a:pt x="7428" y="2105"/>
                    <a:pt x="7462" y="2113"/>
                    <a:pt x="7411" y="2138"/>
                  </a:cubicBezTo>
                  <a:cubicBezTo>
                    <a:pt x="7403" y="2141"/>
                    <a:pt x="7397" y="2142"/>
                    <a:pt x="7393" y="2142"/>
                  </a:cubicBezTo>
                  <a:cubicBezTo>
                    <a:pt x="7371" y="2142"/>
                    <a:pt x="7394" y="2109"/>
                    <a:pt x="7394" y="2088"/>
                  </a:cubicBezTo>
                  <a:cubicBezTo>
                    <a:pt x="7418" y="2076"/>
                    <a:pt x="7471" y="2035"/>
                    <a:pt x="7486" y="2035"/>
                  </a:cubicBezTo>
                  <a:cubicBezTo>
                    <a:pt x="7492" y="2035"/>
                    <a:pt x="7492" y="2042"/>
                    <a:pt x="7479" y="2062"/>
                  </a:cubicBezTo>
                  <a:lnTo>
                    <a:pt x="7564" y="1944"/>
                  </a:lnTo>
                  <a:lnTo>
                    <a:pt x="7564" y="1944"/>
                  </a:lnTo>
                  <a:cubicBezTo>
                    <a:pt x="7572" y="1961"/>
                    <a:pt x="7547" y="1978"/>
                    <a:pt x="7547" y="1995"/>
                  </a:cubicBezTo>
                  <a:lnTo>
                    <a:pt x="7614" y="1927"/>
                  </a:lnTo>
                  <a:lnTo>
                    <a:pt x="7614" y="1935"/>
                  </a:lnTo>
                  <a:cubicBezTo>
                    <a:pt x="7674" y="1876"/>
                    <a:pt x="7733" y="1817"/>
                    <a:pt x="7784" y="1749"/>
                  </a:cubicBezTo>
                  <a:lnTo>
                    <a:pt x="7784" y="1749"/>
                  </a:lnTo>
                  <a:cubicBezTo>
                    <a:pt x="7762" y="1761"/>
                    <a:pt x="7751" y="1766"/>
                    <a:pt x="7745" y="1766"/>
                  </a:cubicBezTo>
                  <a:cubicBezTo>
                    <a:pt x="7735" y="1766"/>
                    <a:pt x="7744" y="1752"/>
                    <a:pt x="7750" y="1741"/>
                  </a:cubicBezTo>
                  <a:cubicBezTo>
                    <a:pt x="7767" y="1724"/>
                    <a:pt x="7826" y="1665"/>
                    <a:pt x="7809" y="1665"/>
                  </a:cubicBezTo>
                  <a:cubicBezTo>
                    <a:pt x="7824" y="1652"/>
                    <a:pt x="7841" y="1646"/>
                    <a:pt x="7856" y="1646"/>
                  </a:cubicBezTo>
                  <a:cubicBezTo>
                    <a:pt x="7892" y="1646"/>
                    <a:pt x="7910" y="1685"/>
                    <a:pt x="7826" y="1775"/>
                  </a:cubicBezTo>
                  <a:cubicBezTo>
                    <a:pt x="7784" y="1775"/>
                    <a:pt x="7750" y="1834"/>
                    <a:pt x="7707" y="1868"/>
                  </a:cubicBezTo>
                  <a:cubicBezTo>
                    <a:pt x="7767" y="1842"/>
                    <a:pt x="7775" y="1817"/>
                    <a:pt x="7817" y="1783"/>
                  </a:cubicBezTo>
                  <a:lnTo>
                    <a:pt x="7817" y="1783"/>
                  </a:lnTo>
                  <a:cubicBezTo>
                    <a:pt x="7809" y="1792"/>
                    <a:pt x="7809" y="1792"/>
                    <a:pt x="7817" y="1792"/>
                  </a:cubicBezTo>
                  <a:cubicBezTo>
                    <a:pt x="7826" y="1792"/>
                    <a:pt x="7834" y="1783"/>
                    <a:pt x="7843" y="1775"/>
                  </a:cubicBezTo>
                  <a:cubicBezTo>
                    <a:pt x="7877" y="1758"/>
                    <a:pt x="7927" y="1741"/>
                    <a:pt x="7927" y="1741"/>
                  </a:cubicBezTo>
                  <a:lnTo>
                    <a:pt x="7927" y="1741"/>
                  </a:lnTo>
                  <a:cubicBezTo>
                    <a:pt x="7919" y="1758"/>
                    <a:pt x="7919" y="1775"/>
                    <a:pt x="7902" y="1783"/>
                  </a:cubicBezTo>
                  <a:cubicBezTo>
                    <a:pt x="7894" y="1800"/>
                    <a:pt x="7885" y="1808"/>
                    <a:pt x="7868" y="1825"/>
                  </a:cubicBezTo>
                  <a:cubicBezTo>
                    <a:pt x="7860" y="1834"/>
                    <a:pt x="7843" y="1842"/>
                    <a:pt x="7826" y="1851"/>
                  </a:cubicBezTo>
                  <a:cubicBezTo>
                    <a:pt x="7805" y="1867"/>
                    <a:pt x="7794" y="1872"/>
                    <a:pt x="7788" y="1872"/>
                  </a:cubicBezTo>
                  <a:cubicBezTo>
                    <a:pt x="7775" y="1872"/>
                    <a:pt x="7788" y="1846"/>
                    <a:pt x="7787" y="1846"/>
                  </a:cubicBezTo>
                  <a:lnTo>
                    <a:pt x="7787" y="1846"/>
                  </a:lnTo>
                  <a:cubicBezTo>
                    <a:pt x="7787" y="1846"/>
                    <a:pt x="7786" y="1847"/>
                    <a:pt x="7784" y="1851"/>
                  </a:cubicBezTo>
                  <a:cubicBezTo>
                    <a:pt x="7780" y="1849"/>
                    <a:pt x="7777" y="1849"/>
                    <a:pt x="7774" y="1849"/>
                  </a:cubicBezTo>
                  <a:cubicBezTo>
                    <a:pt x="7731" y="1849"/>
                    <a:pt x="7670" y="1938"/>
                    <a:pt x="7623" y="1969"/>
                  </a:cubicBezTo>
                  <a:cubicBezTo>
                    <a:pt x="7614" y="1969"/>
                    <a:pt x="7623" y="1952"/>
                    <a:pt x="7631" y="1944"/>
                  </a:cubicBezTo>
                  <a:lnTo>
                    <a:pt x="7631" y="1944"/>
                  </a:lnTo>
                  <a:cubicBezTo>
                    <a:pt x="7597" y="1978"/>
                    <a:pt x="7504" y="2045"/>
                    <a:pt x="7513" y="2071"/>
                  </a:cubicBezTo>
                  <a:lnTo>
                    <a:pt x="7606" y="1978"/>
                  </a:lnTo>
                  <a:cubicBezTo>
                    <a:pt x="7608" y="1977"/>
                    <a:pt x="7609" y="1977"/>
                    <a:pt x="7611" y="1977"/>
                  </a:cubicBezTo>
                  <a:cubicBezTo>
                    <a:pt x="7623" y="1977"/>
                    <a:pt x="7601" y="2007"/>
                    <a:pt x="7618" y="2007"/>
                  </a:cubicBezTo>
                  <a:cubicBezTo>
                    <a:pt x="7621" y="2007"/>
                    <a:pt x="7625" y="2005"/>
                    <a:pt x="7631" y="2003"/>
                  </a:cubicBezTo>
                  <a:cubicBezTo>
                    <a:pt x="7657" y="1978"/>
                    <a:pt x="7682" y="1952"/>
                    <a:pt x="7707" y="1935"/>
                  </a:cubicBezTo>
                  <a:lnTo>
                    <a:pt x="7707" y="1952"/>
                  </a:lnTo>
                  <a:cubicBezTo>
                    <a:pt x="7750" y="1927"/>
                    <a:pt x="7792" y="1902"/>
                    <a:pt x="7834" y="1876"/>
                  </a:cubicBezTo>
                  <a:lnTo>
                    <a:pt x="8012" y="1724"/>
                  </a:lnTo>
                  <a:cubicBezTo>
                    <a:pt x="7995" y="1665"/>
                    <a:pt x="8037" y="1597"/>
                    <a:pt x="8029" y="1529"/>
                  </a:cubicBezTo>
                  <a:cubicBezTo>
                    <a:pt x="8190" y="1402"/>
                    <a:pt x="8359" y="1276"/>
                    <a:pt x="8553" y="1132"/>
                  </a:cubicBezTo>
                  <a:lnTo>
                    <a:pt x="8553" y="1132"/>
                  </a:lnTo>
                  <a:cubicBezTo>
                    <a:pt x="8553" y="1166"/>
                    <a:pt x="8452" y="1259"/>
                    <a:pt x="8325" y="1352"/>
                  </a:cubicBezTo>
                  <a:lnTo>
                    <a:pt x="8359" y="1309"/>
                  </a:lnTo>
                  <a:lnTo>
                    <a:pt x="8359" y="1309"/>
                  </a:lnTo>
                  <a:cubicBezTo>
                    <a:pt x="8300" y="1352"/>
                    <a:pt x="8249" y="1402"/>
                    <a:pt x="8207" y="1462"/>
                  </a:cubicBezTo>
                  <a:cubicBezTo>
                    <a:pt x="8207" y="1459"/>
                    <a:pt x="8205" y="1458"/>
                    <a:pt x="8203" y="1458"/>
                  </a:cubicBezTo>
                  <a:cubicBezTo>
                    <a:pt x="8197" y="1458"/>
                    <a:pt x="8185" y="1464"/>
                    <a:pt x="8173" y="1470"/>
                  </a:cubicBezTo>
                  <a:cubicBezTo>
                    <a:pt x="8102" y="1527"/>
                    <a:pt x="8072" y="1578"/>
                    <a:pt x="8105" y="1578"/>
                  </a:cubicBezTo>
                  <a:cubicBezTo>
                    <a:pt x="8111" y="1578"/>
                    <a:pt x="8119" y="1576"/>
                    <a:pt x="8130" y="1572"/>
                  </a:cubicBezTo>
                  <a:lnTo>
                    <a:pt x="8156" y="1538"/>
                  </a:lnTo>
                  <a:lnTo>
                    <a:pt x="8257" y="1495"/>
                  </a:lnTo>
                  <a:cubicBezTo>
                    <a:pt x="8223" y="1453"/>
                    <a:pt x="8452" y="1309"/>
                    <a:pt x="8528" y="1225"/>
                  </a:cubicBezTo>
                  <a:lnTo>
                    <a:pt x="8528" y="1225"/>
                  </a:lnTo>
                  <a:cubicBezTo>
                    <a:pt x="8494" y="1309"/>
                    <a:pt x="8435" y="1377"/>
                    <a:pt x="8350" y="1419"/>
                  </a:cubicBezTo>
                  <a:lnTo>
                    <a:pt x="8385" y="1419"/>
                  </a:lnTo>
                  <a:cubicBezTo>
                    <a:pt x="8427" y="1384"/>
                    <a:pt x="8472" y="1351"/>
                    <a:pt x="8520" y="1318"/>
                  </a:cubicBezTo>
                  <a:cubicBezTo>
                    <a:pt x="8570" y="1233"/>
                    <a:pt x="8646" y="1157"/>
                    <a:pt x="8731" y="1106"/>
                  </a:cubicBezTo>
                  <a:cubicBezTo>
                    <a:pt x="8739" y="1064"/>
                    <a:pt x="8824" y="1013"/>
                    <a:pt x="8909" y="963"/>
                  </a:cubicBezTo>
                  <a:cubicBezTo>
                    <a:pt x="8985" y="920"/>
                    <a:pt x="9052" y="869"/>
                    <a:pt x="9120" y="819"/>
                  </a:cubicBezTo>
                  <a:cubicBezTo>
                    <a:pt x="9118" y="818"/>
                    <a:pt x="9116" y="818"/>
                    <a:pt x="9114" y="818"/>
                  </a:cubicBezTo>
                  <a:cubicBezTo>
                    <a:pt x="9044" y="818"/>
                    <a:pt x="8906" y="956"/>
                    <a:pt x="8816" y="1005"/>
                  </a:cubicBezTo>
                  <a:cubicBezTo>
                    <a:pt x="8835" y="973"/>
                    <a:pt x="8907" y="931"/>
                    <a:pt x="8894" y="931"/>
                  </a:cubicBezTo>
                  <a:cubicBezTo>
                    <a:pt x="8889" y="931"/>
                    <a:pt x="8876" y="935"/>
                    <a:pt x="8849" y="946"/>
                  </a:cubicBezTo>
                  <a:cubicBezTo>
                    <a:pt x="8943" y="853"/>
                    <a:pt x="9027" y="869"/>
                    <a:pt x="9069" y="793"/>
                  </a:cubicBezTo>
                  <a:lnTo>
                    <a:pt x="9069" y="793"/>
                  </a:lnTo>
                  <a:lnTo>
                    <a:pt x="8976" y="844"/>
                  </a:lnTo>
                  <a:cubicBezTo>
                    <a:pt x="8976" y="819"/>
                    <a:pt x="9086" y="743"/>
                    <a:pt x="9086" y="717"/>
                  </a:cubicBezTo>
                  <a:lnTo>
                    <a:pt x="9086" y="717"/>
                  </a:lnTo>
                  <a:cubicBezTo>
                    <a:pt x="9010" y="734"/>
                    <a:pt x="9010" y="785"/>
                    <a:pt x="8883" y="861"/>
                  </a:cubicBezTo>
                  <a:lnTo>
                    <a:pt x="8866" y="844"/>
                  </a:lnTo>
                  <a:lnTo>
                    <a:pt x="8748" y="979"/>
                  </a:lnTo>
                  <a:cubicBezTo>
                    <a:pt x="8773" y="1005"/>
                    <a:pt x="8824" y="963"/>
                    <a:pt x="8756" y="1056"/>
                  </a:cubicBezTo>
                  <a:cubicBezTo>
                    <a:pt x="8690" y="1100"/>
                    <a:pt x="8611" y="1125"/>
                    <a:pt x="8530" y="1125"/>
                  </a:cubicBezTo>
                  <a:cubicBezTo>
                    <a:pt x="8518" y="1125"/>
                    <a:pt x="8506" y="1124"/>
                    <a:pt x="8494" y="1123"/>
                  </a:cubicBezTo>
                  <a:cubicBezTo>
                    <a:pt x="8570" y="1089"/>
                    <a:pt x="8638" y="1022"/>
                    <a:pt x="8689" y="1022"/>
                  </a:cubicBezTo>
                  <a:cubicBezTo>
                    <a:pt x="8696" y="985"/>
                    <a:pt x="8766" y="905"/>
                    <a:pt x="8726" y="905"/>
                  </a:cubicBezTo>
                  <a:cubicBezTo>
                    <a:pt x="8721" y="905"/>
                    <a:pt x="8713" y="906"/>
                    <a:pt x="8703" y="910"/>
                  </a:cubicBezTo>
                  <a:lnTo>
                    <a:pt x="8703" y="910"/>
                  </a:lnTo>
                  <a:cubicBezTo>
                    <a:pt x="8707" y="907"/>
                    <a:pt x="8708" y="903"/>
                    <a:pt x="8714" y="903"/>
                  </a:cubicBezTo>
                  <a:cubicBezTo>
                    <a:pt x="8875" y="827"/>
                    <a:pt x="9027" y="734"/>
                    <a:pt x="9171" y="624"/>
                  </a:cubicBezTo>
                  <a:cubicBezTo>
                    <a:pt x="9184" y="614"/>
                    <a:pt x="9186" y="609"/>
                    <a:pt x="9177" y="609"/>
                  </a:cubicBezTo>
                  <a:cubicBezTo>
                    <a:pt x="9165" y="609"/>
                    <a:pt x="9129" y="621"/>
                    <a:pt x="9078" y="641"/>
                  </a:cubicBezTo>
                  <a:cubicBezTo>
                    <a:pt x="9137" y="607"/>
                    <a:pt x="9188" y="573"/>
                    <a:pt x="9222" y="548"/>
                  </a:cubicBezTo>
                  <a:lnTo>
                    <a:pt x="9222" y="548"/>
                  </a:lnTo>
                  <a:cubicBezTo>
                    <a:pt x="9229" y="556"/>
                    <a:pt x="9258" y="556"/>
                    <a:pt x="9225" y="582"/>
                  </a:cubicBezTo>
                  <a:lnTo>
                    <a:pt x="9225" y="582"/>
                  </a:lnTo>
                  <a:lnTo>
                    <a:pt x="9509" y="379"/>
                  </a:lnTo>
                  <a:lnTo>
                    <a:pt x="9526" y="379"/>
                  </a:lnTo>
                  <a:lnTo>
                    <a:pt x="9552" y="353"/>
                  </a:lnTo>
                  <a:cubicBezTo>
                    <a:pt x="9560" y="345"/>
                    <a:pt x="9543" y="345"/>
                    <a:pt x="9543" y="345"/>
                  </a:cubicBezTo>
                  <a:lnTo>
                    <a:pt x="9535" y="345"/>
                  </a:lnTo>
                  <a:cubicBezTo>
                    <a:pt x="9535" y="345"/>
                    <a:pt x="9535" y="353"/>
                    <a:pt x="9535" y="353"/>
                  </a:cubicBezTo>
                  <a:lnTo>
                    <a:pt x="9526" y="362"/>
                  </a:lnTo>
                  <a:cubicBezTo>
                    <a:pt x="9509" y="370"/>
                    <a:pt x="9492" y="387"/>
                    <a:pt x="9467" y="396"/>
                  </a:cubicBezTo>
                  <a:cubicBezTo>
                    <a:pt x="9433" y="421"/>
                    <a:pt x="9399" y="438"/>
                    <a:pt x="9365" y="447"/>
                  </a:cubicBezTo>
                  <a:cubicBezTo>
                    <a:pt x="9374" y="430"/>
                    <a:pt x="9425" y="396"/>
                    <a:pt x="9408" y="387"/>
                  </a:cubicBezTo>
                  <a:lnTo>
                    <a:pt x="9408" y="387"/>
                  </a:lnTo>
                  <a:cubicBezTo>
                    <a:pt x="9315" y="396"/>
                    <a:pt x="9230" y="413"/>
                    <a:pt x="9137" y="438"/>
                  </a:cubicBezTo>
                  <a:cubicBezTo>
                    <a:pt x="9222" y="396"/>
                    <a:pt x="9315" y="353"/>
                    <a:pt x="9399" y="320"/>
                  </a:cubicBezTo>
                  <a:lnTo>
                    <a:pt x="9408" y="320"/>
                  </a:lnTo>
                  <a:cubicBezTo>
                    <a:pt x="9552" y="277"/>
                    <a:pt x="9704" y="243"/>
                    <a:pt x="9848" y="218"/>
                  </a:cubicBezTo>
                  <a:lnTo>
                    <a:pt x="9865" y="210"/>
                  </a:lnTo>
                  <a:lnTo>
                    <a:pt x="9865" y="210"/>
                  </a:lnTo>
                  <a:cubicBezTo>
                    <a:pt x="9602" y="218"/>
                    <a:pt x="9628" y="235"/>
                    <a:pt x="9382" y="252"/>
                  </a:cubicBezTo>
                  <a:cubicBezTo>
                    <a:pt x="9433" y="218"/>
                    <a:pt x="9746" y="184"/>
                    <a:pt x="9729" y="167"/>
                  </a:cubicBezTo>
                  <a:lnTo>
                    <a:pt x="9975" y="150"/>
                  </a:lnTo>
                  <a:lnTo>
                    <a:pt x="9975" y="150"/>
                  </a:lnTo>
                  <a:cubicBezTo>
                    <a:pt x="9932" y="159"/>
                    <a:pt x="9890" y="167"/>
                    <a:pt x="9856" y="176"/>
                  </a:cubicBezTo>
                  <a:cubicBezTo>
                    <a:pt x="9915" y="167"/>
                    <a:pt x="9966" y="159"/>
                    <a:pt x="10008" y="159"/>
                  </a:cubicBezTo>
                  <a:cubicBezTo>
                    <a:pt x="9983" y="184"/>
                    <a:pt x="9932" y="210"/>
                    <a:pt x="9907" y="235"/>
                  </a:cubicBezTo>
                  <a:cubicBezTo>
                    <a:pt x="9882" y="252"/>
                    <a:pt x="9865" y="277"/>
                    <a:pt x="9848" y="303"/>
                  </a:cubicBezTo>
                  <a:cubicBezTo>
                    <a:pt x="9824" y="317"/>
                    <a:pt x="9813" y="322"/>
                    <a:pt x="9808" y="322"/>
                  </a:cubicBezTo>
                  <a:cubicBezTo>
                    <a:pt x="9796" y="322"/>
                    <a:pt x="9835" y="283"/>
                    <a:pt x="9828" y="283"/>
                  </a:cubicBezTo>
                  <a:lnTo>
                    <a:pt x="9828" y="283"/>
                  </a:lnTo>
                  <a:cubicBezTo>
                    <a:pt x="9825" y="283"/>
                    <a:pt x="9817" y="288"/>
                    <a:pt x="9797" y="303"/>
                  </a:cubicBezTo>
                  <a:cubicBezTo>
                    <a:pt x="9835" y="271"/>
                    <a:pt x="9826" y="254"/>
                    <a:pt x="9794" y="254"/>
                  </a:cubicBezTo>
                  <a:cubicBezTo>
                    <a:pt x="9784" y="254"/>
                    <a:pt x="9770" y="256"/>
                    <a:pt x="9755" y="260"/>
                  </a:cubicBezTo>
                  <a:cubicBezTo>
                    <a:pt x="9670" y="320"/>
                    <a:pt x="9670" y="328"/>
                    <a:pt x="9695" y="328"/>
                  </a:cubicBezTo>
                  <a:cubicBezTo>
                    <a:pt x="9712" y="328"/>
                    <a:pt x="9746" y="328"/>
                    <a:pt x="9695" y="379"/>
                  </a:cubicBezTo>
                  <a:lnTo>
                    <a:pt x="9518" y="480"/>
                  </a:lnTo>
                  <a:cubicBezTo>
                    <a:pt x="9506" y="490"/>
                    <a:pt x="9503" y="494"/>
                    <a:pt x="9505" y="494"/>
                  </a:cubicBezTo>
                  <a:cubicBezTo>
                    <a:pt x="9513" y="494"/>
                    <a:pt x="9583" y="451"/>
                    <a:pt x="9602" y="438"/>
                  </a:cubicBezTo>
                  <a:lnTo>
                    <a:pt x="9602" y="438"/>
                  </a:lnTo>
                  <a:cubicBezTo>
                    <a:pt x="9552" y="497"/>
                    <a:pt x="9467" y="531"/>
                    <a:pt x="9408" y="582"/>
                  </a:cubicBezTo>
                  <a:cubicBezTo>
                    <a:pt x="9442" y="556"/>
                    <a:pt x="9484" y="540"/>
                    <a:pt x="9526" y="523"/>
                  </a:cubicBezTo>
                  <a:lnTo>
                    <a:pt x="9526" y="523"/>
                  </a:lnTo>
                  <a:cubicBezTo>
                    <a:pt x="9400" y="610"/>
                    <a:pt x="9273" y="689"/>
                    <a:pt x="9146" y="762"/>
                  </a:cubicBezTo>
                  <a:lnTo>
                    <a:pt x="9146" y="762"/>
                  </a:lnTo>
                  <a:cubicBezTo>
                    <a:pt x="9157" y="757"/>
                    <a:pt x="9164" y="755"/>
                    <a:pt x="9170" y="755"/>
                  </a:cubicBezTo>
                  <a:cubicBezTo>
                    <a:pt x="9195" y="755"/>
                    <a:pt x="9170" y="802"/>
                    <a:pt x="9146" y="827"/>
                  </a:cubicBezTo>
                  <a:lnTo>
                    <a:pt x="9425" y="650"/>
                  </a:lnTo>
                  <a:cubicBezTo>
                    <a:pt x="9543" y="556"/>
                    <a:pt x="9645" y="472"/>
                    <a:pt x="9755" y="396"/>
                  </a:cubicBezTo>
                  <a:cubicBezTo>
                    <a:pt x="9856" y="311"/>
                    <a:pt x="9966" y="227"/>
                    <a:pt x="10068" y="134"/>
                  </a:cubicBezTo>
                  <a:lnTo>
                    <a:pt x="10110" y="125"/>
                  </a:lnTo>
                  <a:lnTo>
                    <a:pt x="10161" y="91"/>
                  </a:lnTo>
                  <a:lnTo>
                    <a:pt x="10161" y="91"/>
                  </a:lnTo>
                  <a:cubicBezTo>
                    <a:pt x="9975" y="100"/>
                    <a:pt x="9788" y="125"/>
                    <a:pt x="9611" y="176"/>
                  </a:cubicBezTo>
                  <a:cubicBezTo>
                    <a:pt x="9425" y="227"/>
                    <a:pt x="9239" y="260"/>
                    <a:pt x="9052" y="286"/>
                  </a:cubicBezTo>
                  <a:cubicBezTo>
                    <a:pt x="9076" y="272"/>
                    <a:pt x="9070" y="267"/>
                    <a:pt x="9052" y="267"/>
                  </a:cubicBezTo>
                  <a:cubicBezTo>
                    <a:pt x="9022" y="267"/>
                    <a:pt x="8958" y="279"/>
                    <a:pt x="8930" y="279"/>
                  </a:cubicBezTo>
                  <a:cubicBezTo>
                    <a:pt x="8912" y="279"/>
                    <a:pt x="8908" y="274"/>
                    <a:pt x="8934" y="260"/>
                  </a:cubicBezTo>
                  <a:cubicBezTo>
                    <a:pt x="9078" y="252"/>
                    <a:pt x="9078" y="235"/>
                    <a:pt x="9078" y="218"/>
                  </a:cubicBezTo>
                  <a:lnTo>
                    <a:pt x="9078" y="218"/>
                  </a:lnTo>
                  <a:cubicBezTo>
                    <a:pt x="8959" y="252"/>
                    <a:pt x="8841" y="269"/>
                    <a:pt x="8723" y="277"/>
                  </a:cubicBezTo>
                  <a:cubicBezTo>
                    <a:pt x="8816" y="252"/>
                    <a:pt x="8706" y="243"/>
                    <a:pt x="8883" y="218"/>
                  </a:cubicBezTo>
                  <a:cubicBezTo>
                    <a:pt x="8706" y="218"/>
                    <a:pt x="8536" y="243"/>
                    <a:pt x="8376" y="294"/>
                  </a:cubicBezTo>
                  <a:cubicBezTo>
                    <a:pt x="8271" y="312"/>
                    <a:pt x="8219" y="318"/>
                    <a:pt x="8190" y="318"/>
                  </a:cubicBezTo>
                  <a:cubicBezTo>
                    <a:pt x="8135" y="318"/>
                    <a:pt x="8170" y="296"/>
                    <a:pt x="8097" y="296"/>
                  </a:cubicBezTo>
                  <a:cubicBezTo>
                    <a:pt x="8067" y="296"/>
                    <a:pt x="8018" y="300"/>
                    <a:pt x="7936" y="311"/>
                  </a:cubicBezTo>
                  <a:lnTo>
                    <a:pt x="7995" y="294"/>
                  </a:lnTo>
                  <a:lnTo>
                    <a:pt x="7767" y="320"/>
                  </a:lnTo>
                  <a:lnTo>
                    <a:pt x="7834" y="328"/>
                  </a:lnTo>
                  <a:cubicBezTo>
                    <a:pt x="7741" y="345"/>
                    <a:pt x="7648" y="362"/>
                    <a:pt x="7572" y="370"/>
                  </a:cubicBezTo>
                  <a:cubicBezTo>
                    <a:pt x="7420" y="404"/>
                    <a:pt x="7623" y="396"/>
                    <a:pt x="7597" y="413"/>
                  </a:cubicBezTo>
                  <a:lnTo>
                    <a:pt x="7657" y="379"/>
                  </a:lnTo>
                  <a:cubicBezTo>
                    <a:pt x="7731" y="379"/>
                    <a:pt x="7849" y="357"/>
                    <a:pt x="7897" y="357"/>
                  </a:cubicBezTo>
                  <a:cubicBezTo>
                    <a:pt x="7909" y="357"/>
                    <a:pt x="7917" y="359"/>
                    <a:pt x="7919" y="362"/>
                  </a:cubicBezTo>
                  <a:cubicBezTo>
                    <a:pt x="7843" y="370"/>
                    <a:pt x="7775" y="387"/>
                    <a:pt x="7707" y="413"/>
                  </a:cubicBezTo>
                  <a:lnTo>
                    <a:pt x="7868" y="396"/>
                  </a:lnTo>
                  <a:lnTo>
                    <a:pt x="7902" y="413"/>
                  </a:lnTo>
                  <a:cubicBezTo>
                    <a:pt x="8020" y="413"/>
                    <a:pt x="8147" y="387"/>
                    <a:pt x="8266" y="362"/>
                  </a:cubicBezTo>
                  <a:cubicBezTo>
                    <a:pt x="8261" y="361"/>
                    <a:pt x="8256" y="361"/>
                    <a:pt x="8251" y="361"/>
                  </a:cubicBezTo>
                  <a:cubicBezTo>
                    <a:pt x="8212" y="361"/>
                    <a:pt x="8165" y="383"/>
                    <a:pt x="8129" y="383"/>
                  </a:cubicBezTo>
                  <a:cubicBezTo>
                    <a:pt x="8120" y="383"/>
                    <a:pt x="8112" y="382"/>
                    <a:pt x="8105" y="379"/>
                  </a:cubicBezTo>
                  <a:cubicBezTo>
                    <a:pt x="8283" y="328"/>
                    <a:pt x="8452" y="294"/>
                    <a:pt x="8638" y="277"/>
                  </a:cubicBezTo>
                  <a:lnTo>
                    <a:pt x="8638" y="277"/>
                  </a:lnTo>
                  <a:cubicBezTo>
                    <a:pt x="8630" y="286"/>
                    <a:pt x="8680" y="286"/>
                    <a:pt x="8646" y="294"/>
                  </a:cubicBezTo>
                  <a:cubicBezTo>
                    <a:pt x="8630" y="294"/>
                    <a:pt x="8604" y="303"/>
                    <a:pt x="8587" y="303"/>
                  </a:cubicBezTo>
                  <a:cubicBezTo>
                    <a:pt x="8570" y="320"/>
                    <a:pt x="8460" y="337"/>
                    <a:pt x="8613" y="337"/>
                  </a:cubicBezTo>
                  <a:cubicBezTo>
                    <a:pt x="8503" y="370"/>
                    <a:pt x="8325" y="430"/>
                    <a:pt x="8317" y="438"/>
                  </a:cubicBezTo>
                  <a:cubicBezTo>
                    <a:pt x="8223" y="455"/>
                    <a:pt x="8130" y="463"/>
                    <a:pt x="8037" y="463"/>
                  </a:cubicBezTo>
                  <a:lnTo>
                    <a:pt x="8046" y="455"/>
                  </a:lnTo>
                  <a:lnTo>
                    <a:pt x="8046" y="455"/>
                  </a:lnTo>
                  <a:cubicBezTo>
                    <a:pt x="7991" y="461"/>
                    <a:pt x="7887" y="485"/>
                    <a:pt x="7834" y="485"/>
                  </a:cubicBezTo>
                  <a:cubicBezTo>
                    <a:pt x="7814" y="485"/>
                    <a:pt x="7800" y="481"/>
                    <a:pt x="7800" y="472"/>
                  </a:cubicBezTo>
                  <a:cubicBezTo>
                    <a:pt x="7741" y="489"/>
                    <a:pt x="7614" y="506"/>
                    <a:pt x="7733" y="506"/>
                  </a:cubicBezTo>
                  <a:lnTo>
                    <a:pt x="7521" y="540"/>
                  </a:lnTo>
                  <a:cubicBezTo>
                    <a:pt x="7547" y="514"/>
                    <a:pt x="7504" y="506"/>
                    <a:pt x="7496" y="489"/>
                  </a:cubicBezTo>
                  <a:cubicBezTo>
                    <a:pt x="7479" y="480"/>
                    <a:pt x="7479" y="463"/>
                    <a:pt x="7597" y="438"/>
                  </a:cubicBezTo>
                  <a:lnTo>
                    <a:pt x="7597" y="438"/>
                  </a:lnTo>
                  <a:lnTo>
                    <a:pt x="7387" y="462"/>
                  </a:lnTo>
                  <a:lnTo>
                    <a:pt x="7387" y="462"/>
                  </a:lnTo>
                  <a:cubicBezTo>
                    <a:pt x="7390" y="460"/>
                    <a:pt x="7396" y="455"/>
                    <a:pt x="7403" y="455"/>
                  </a:cubicBezTo>
                  <a:cubicBezTo>
                    <a:pt x="7420" y="455"/>
                    <a:pt x="7433" y="451"/>
                    <a:pt x="7440" y="451"/>
                  </a:cubicBezTo>
                  <a:cubicBezTo>
                    <a:pt x="7443" y="451"/>
                    <a:pt x="7445" y="452"/>
                    <a:pt x="7445" y="455"/>
                  </a:cubicBezTo>
                  <a:cubicBezTo>
                    <a:pt x="7487" y="438"/>
                    <a:pt x="7479" y="421"/>
                    <a:pt x="7445" y="421"/>
                  </a:cubicBezTo>
                  <a:lnTo>
                    <a:pt x="7310" y="421"/>
                  </a:lnTo>
                  <a:lnTo>
                    <a:pt x="7293" y="455"/>
                  </a:lnTo>
                  <a:cubicBezTo>
                    <a:pt x="7250" y="439"/>
                    <a:pt x="7211" y="433"/>
                    <a:pt x="7172" y="433"/>
                  </a:cubicBezTo>
                  <a:cubicBezTo>
                    <a:pt x="7150" y="433"/>
                    <a:pt x="7128" y="435"/>
                    <a:pt x="7107" y="438"/>
                  </a:cubicBezTo>
                  <a:lnTo>
                    <a:pt x="6912" y="540"/>
                  </a:lnTo>
                  <a:lnTo>
                    <a:pt x="6853" y="548"/>
                  </a:lnTo>
                  <a:cubicBezTo>
                    <a:pt x="6828" y="531"/>
                    <a:pt x="6743" y="548"/>
                    <a:pt x="6777" y="514"/>
                  </a:cubicBezTo>
                  <a:cubicBezTo>
                    <a:pt x="6768" y="506"/>
                    <a:pt x="6794" y="506"/>
                    <a:pt x="6828" y="506"/>
                  </a:cubicBezTo>
                  <a:cubicBezTo>
                    <a:pt x="6828" y="514"/>
                    <a:pt x="6828" y="514"/>
                    <a:pt x="6828" y="514"/>
                  </a:cubicBezTo>
                  <a:cubicBezTo>
                    <a:pt x="6845" y="497"/>
                    <a:pt x="6845" y="472"/>
                    <a:pt x="6802" y="455"/>
                  </a:cubicBezTo>
                  <a:lnTo>
                    <a:pt x="6802" y="455"/>
                  </a:lnTo>
                  <a:cubicBezTo>
                    <a:pt x="6815" y="459"/>
                    <a:pt x="6830" y="461"/>
                    <a:pt x="6845" y="461"/>
                  </a:cubicBezTo>
                  <a:cubicBezTo>
                    <a:pt x="6859" y="461"/>
                    <a:pt x="6874" y="459"/>
                    <a:pt x="6887" y="455"/>
                  </a:cubicBezTo>
                  <a:lnTo>
                    <a:pt x="6836" y="455"/>
                  </a:lnTo>
                  <a:cubicBezTo>
                    <a:pt x="6904" y="447"/>
                    <a:pt x="7014" y="404"/>
                    <a:pt x="7014" y="379"/>
                  </a:cubicBezTo>
                  <a:lnTo>
                    <a:pt x="7014" y="379"/>
                  </a:lnTo>
                  <a:cubicBezTo>
                    <a:pt x="7005" y="390"/>
                    <a:pt x="6995" y="394"/>
                    <a:pt x="6983" y="394"/>
                  </a:cubicBezTo>
                  <a:cubicBezTo>
                    <a:pt x="6960" y="394"/>
                    <a:pt x="6932" y="379"/>
                    <a:pt x="6904" y="379"/>
                  </a:cubicBezTo>
                  <a:cubicBezTo>
                    <a:pt x="6938" y="370"/>
                    <a:pt x="6997" y="353"/>
                    <a:pt x="6946" y="353"/>
                  </a:cubicBezTo>
                  <a:cubicBezTo>
                    <a:pt x="6929" y="362"/>
                    <a:pt x="6802" y="387"/>
                    <a:pt x="6895" y="396"/>
                  </a:cubicBezTo>
                  <a:cubicBezTo>
                    <a:pt x="6864" y="408"/>
                    <a:pt x="6829" y="416"/>
                    <a:pt x="6795" y="416"/>
                  </a:cubicBezTo>
                  <a:cubicBezTo>
                    <a:pt x="6783" y="416"/>
                    <a:pt x="6771" y="415"/>
                    <a:pt x="6760" y="413"/>
                  </a:cubicBezTo>
                  <a:cubicBezTo>
                    <a:pt x="6811" y="396"/>
                    <a:pt x="6777" y="387"/>
                    <a:pt x="6794" y="370"/>
                  </a:cubicBezTo>
                  <a:lnTo>
                    <a:pt x="6794" y="370"/>
                  </a:lnTo>
                  <a:cubicBezTo>
                    <a:pt x="6768" y="379"/>
                    <a:pt x="6752" y="396"/>
                    <a:pt x="6743" y="421"/>
                  </a:cubicBezTo>
                  <a:cubicBezTo>
                    <a:pt x="6626" y="399"/>
                    <a:pt x="6573" y="359"/>
                    <a:pt x="6468" y="359"/>
                  </a:cubicBezTo>
                  <a:cubicBezTo>
                    <a:pt x="6451" y="359"/>
                    <a:pt x="6433" y="360"/>
                    <a:pt x="6413" y="362"/>
                  </a:cubicBezTo>
                  <a:cubicBezTo>
                    <a:pt x="6407" y="364"/>
                    <a:pt x="6409" y="365"/>
                    <a:pt x="6416" y="365"/>
                  </a:cubicBezTo>
                  <a:cubicBezTo>
                    <a:pt x="6422" y="365"/>
                    <a:pt x="6433" y="364"/>
                    <a:pt x="6445" y="364"/>
                  </a:cubicBezTo>
                  <a:cubicBezTo>
                    <a:pt x="6468" y="364"/>
                    <a:pt x="6494" y="366"/>
                    <a:pt x="6489" y="379"/>
                  </a:cubicBezTo>
                  <a:cubicBezTo>
                    <a:pt x="6469" y="385"/>
                    <a:pt x="6451" y="388"/>
                    <a:pt x="6435" y="388"/>
                  </a:cubicBezTo>
                  <a:cubicBezTo>
                    <a:pt x="6374" y="388"/>
                    <a:pt x="6338" y="351"/>
                    <a:pt x="6279" y="351"/>
                  </a:cubicBezTo>
                  <a:cubicBezTo>
                    <a:pt x="6271" y="351"/>
                    <a:pt x="6262" y="352"/>
                    <a:pt x="6252" y="353"/>
                  </a:cubicBezTo>
                  <a:lnTo>
                    <a:pt x="6278" y="387"/>
                  </a:lnTo>
                  <a:cubicBezTo>
                    <a:pt x="6236" y="396"/>
                    <a:pt x="6193" y="404"/>
                    <a:pt x="6142" y="404"/>
                  </a:cubicBezTo>
                  <a:cubicBezTo>
                    <a:pt x="6134" y="396"/>
                    <a:pt x="6041" y="370"/>
                    <a:pt x="6109" y="362"/>
                  </a:cubicBezTo>
                  <a:cubicBezTo>
                    <a:pt x="6089" y="359"/>
                    <a:pt x="6073" y="358"/>
                    <a:pt x="6058" y="358"/>
                  </a:cubicBezTo>
                  <a:cubicBezTo>
                    <a:pt x="5956" y="358"/>
                    <a:pt x="5951" y="422"/>
                    <a:pt x="5810" y="422"/>
                  </a:cubicBezTo>
                  <a:cubicBezTo>
                    <a:pt x="5803" y="422"/>
                    <a:pt x="5795" y="421"/>
                    <a:pt x="5787" y="421"/>
                  </a:cubicBezTo>
                  <a:lnTo>
                    <a:pt x="5787" y="421"/>
                  </a:lnTo>
                  <a:cubicBezTo>
                    <a:pt x="5838" y="430"/>
                    <a:pt x="5889" y="430"/>
                    <a:pt x="5948" y="430"/>
                  </a:cubicBezTo>
                  <a:cubicBezTo>
                    <a:pt x="5872" y="447"/>
                    <a:pt x="5939" y="447"/>
                    <a:pt x="5931" y="472"/>
                  </a:cubicBezTo>
                  <a:cubicBezTo>
                    <a:pt x="5889" y="447"/>
                    <a:pt x="5745" y="463"/>
                    <a:pt x="5838" y="438"/>
                  </a:cubicBezTo>
                  <a:cubicBezTo>
                    <a:pt x="5813" y="435"/>
                    <a:pt x="5787" y="432"/>
                    <a:pt x="5761" y="432"/>
                  </a:cubicBezTo>
                  <a:cubicBezTo>
                    <a:pt x="5723" y="432"/>
                    <a:pt x="5683" y="437"/>
                    <a:pt x="5643" y="447"/>
                  </a:cubicBezTo>
                  <a:lnTo>
                    <a:pt x="5694" y="455"/>
                  </a:lnTo>
                  <a:cubicBezTo>
                    <a:pt x="5626" y="455"/>
                    <a:pt x="5559" y="472"/>
                    <a:pt x="5500" y="497"/>
                  </a:cubicBezTo>
                  <a:cubicBezTo>
                    <a:pt x="5592" y="497"/>
                    <a:pt x="5593" y="462"/>
                    <a:pt x="5694" y="462"/>
                  </a:cubicBezTo>
                  <a:cubicBezTo>
                    <a:pt x="5705" y="462"/>
                    <a:pt x="5716" y="463"/>
                    <a:pt x="5728" y="463"/>
                  </a:cubicBezTo>
                  <a:cubicBezTo>
                    <a:pt x="5863" y="489"/>
                    <a:pt x="5694" y="489"/>
                    <a:pt x="5787" y="523"/>
                  </a:cubicBezTo>
                  <a:lnTo>
                    <a:pt x="5880" y="497"/>
                  </a:lnTo>
                  <a:lnTo>
                    <a:pt x="5838" y="497"/>
                  </a:lnTo>
                  <a:cubicBezTo>
                    <a:pt x="5844" y="482"/>
                    <a:pt x="5867" y="479"/>
                    <a:pt x="5892" y="479"/>
                  </a:cubicBezTo>
                  <a:cubicBezTo>
                    <a:pt x="5907" y="479"/>
                    <a:pt x="5923" y="480"/>
                    <a:pt x="5937" y="480"/>
                  </a:cubicBezTo>
                  <a:cubicBezTo>
                    <a:pt x="5964" y="480"/>
                    <a:pt x="5985" y="476"/>
                    <a:pt x="5982" y="455"/>
                  </a:cubicBezTo>
                  <a:lnTo>
                    <a:pt x="5982" y="455"/>
                  </a:lnTo>
                  <a:cubicBezTo>
                    <a:pt x="6083" y="497"/>
                    <a:pt x="6109" y="472"/>
                    <a:pt x="6227" y="506"/>
                  </a:cubicBezTo>
                  <a:cubicBezTo>
                    <a:pt x="6252" y="489"/>
                    <a:pt x="6210" y="489"/>
                    <a:pt x="6176" y="489"/>
                  </a:cubicBezTo>
                  <a:cubicBezTo>
                    <a:pt x="6222" y="489"/>
                    <a:pt x="6232" y="464"/>
                    <a:pt x="6269" y="464"/>
                  </a:cubicBezTo>
                  <a:cubicBezTo>
                    <a:pt x="6281" y="464"/>
                    <a:pt x="6294" y="466"/>
                    <a:pt x="6312" y="472"/>
                  </a:cubicBezTo>
                  <a:cubicBezTo>
                    <a:pt x="6354" y="472"/>
                    <a:pt x="6320" y="438"/>
                    <a:pt x="6261" y="438"/>
                  </a:cubicBezTo>
                  <a:lnTo>
                    <a:pt x="6430" y="438"/>
                  </a:lnTo>
                  <a:lnTo>
                    <a:pt x="6362" y="413"/>
                  </a:lnTo>
                  <a:lnTo>
                    <a:pt x="6430" y="413"/>
                  </a:lnTo>
                  <a:lnTo>
                    <a:pt x="6379" y="396"/>
                  </a:lnTo>
                  <a:cubicBezTo>
                    <a:pt x="6405" y="394"/>
                    <a:pt x="6432" y="393"/>
                    <a:pt x="6458" y="393"/>
                  </a:cubicBezTo>
                  <a:cubicBezTo>
                    <a:pt x="6545" y="393"/>
                    <a:pt x="6634" y="404"/>
                    <a:pt x="6718" y="430"/>
                  </a:cubicBezTo>
                  <a:cubicBezTo>
                    <a:pt x="6608" y="463"/>
                    <a:pt x="6422" y="455"/>
                    <a:pt x="6362" y="497"/>
                  </a:cubicBezTo>
                  <a:cubicBezTo>
                    <a:pt x="6364" y="498"/>
                    <a:pt x="6367" y="498"/>
                    <a:pt x="6369" y="498"/>
                  </a:cubicBezTo>
                  <a:cubicBezTo>
                    <a:pt x="6388" y="498"/>
                    <a:pt x="6418" y="480"/>
                    <a:pt x="6445" y="480"/>
                  </a:cubicBezTo>
                  <a:cubicBezTo>
                    <a:pt x="6458" y="480"/>
                    <a:pt x="6471" y="484"/>
                    <a:pt x="6481" y="497"/>
                  </a:cubicBezTo>
                  <a:lnTo>
                    <a:pt x="6515" y="472"/>
                  </a:lnTo>
                  <a:cubicBezTo>
                    <a:pt x="6540" y="467"/>
                    <a:pt x="6582" y="458"/>
                    <a:pt x="6612" y="458"/>
                  </a:cubicBezTo>
                  <a:cubicBezTo>
                    <a:pt x="6632" y="458"/>
                    <a:pt x="6647" y="462"/>
                    <a:pt x="6650" y="472"/>
                  </a:cubicBezTo>
                  <a:cubicBezTo>
                    <a:pt x="6582" y="489"/>
                    <a:pt x="6523" y="506"/>
                    <a:pt x="6464" y="540"/>
                  </a:cubicBezTo>
                  <a:cubicBezTo>
                    <a:pt x="6464" y="548"/>
                    <a:pt x="6455" y="548"/>
                    <a:pt x="6439" y="548"/>
                  </a:cubicBezTo>
                  <a:cubicBezTo>
                    <a:pt x="6415" y="554"/>
                    <a:pt x="6386" y="560"/>
                    <a:pt x="6360" y="560"/>
                  </a:cubicBezTo>
                  <a:cubicBezTo>
                    <a:pt x="6349" y="560"/>
                    <a:pt x="6338" y="559"/>
                    <a:pt x="6329" y="556"/>
                  </a:cubicBezTo>
                  <a:cubicBezTo>
                    <a:pt x="6286" y="548"/>
                    <a:pt x="6320" y="540"/>
                    <a:pt x="6320" y="531"/>
                  </a:cubicBezTo>
                  <a:cubicBezTo>
                    <a:pt x="6298" y="525"/>
                    <a:pt x="6278" y="523"/>
                    <a:pt x="6258" y="523"/>
                  </a:cubicBezTo>
                  <a:cubicBezTo>
                    <a:pt x="6176" y="523"/>
                    <a:pt x="6104" y="561"/>
                    <a:pt x="6017" y="561"/>
                  </a:cubicBezTo>
                  <a:cubicBezTo>
                    <a:pt x="6000" y="561"/>
                    <a:pt x="5983" y="560"/>
                    <a:pt x="5965" y="556"/>
                  </a:cubicBezTo>
                  <a:cubicBezTo>
                    <a:pt x="5965" y="540"/>
                    <a:pt x="5863" y="531"/>
                    <a:pt x="5889" y="523"/>
                  </a:cubicBezTo>
                  <a:cubicBezTo>
                    <a:pt x="5829" y="523"/>
                    <a:pt x="5770" y="531"/>
                    <a:pt x="5719" y="556"/>
                  </a:cubicBezTo>
                  <a:cubicBezTo>
                    <a:pt x="5711" y="531"/>
                    <a:pt x="5601" y="548"/>
                    <a:pt x="5635" y="523"/>
                  </a:cubicBezTo>
                  <a:lnTo>
                    <a:pt x="5635" y="523"/>
                  </a:lnTo>
                  <a:lnTo>
                    <a:pt x="5567" y="556"/>
                  </a:lnTo>
                  <a:cubicBezTo>
                    <a:pt x="5516" y="548"/>
                    <a:pt x="5415" y="556"/>
                    <a:pt x="5398" y="531"/>
                  </a:cubicBezTo>
                  <a:cubicBezTo>
                    <a:pt x="5350" y="538"/>
                    <a:pt x="5368" y="561"/>
                    <a:pt x="5338" y="561"/>
                  </a:cubicBezTo>
                  <a:cubicBezTo>
                    <a:pt x="5330" y="561"/>
                    <a:pt x="5320" y="560"/>
                    <a:pt x="5305" y="556"/>
                  </a:cubicBezTo>
                  <a:cubicBezTo>
                    <a:pt x="5305" y="548"/>
                    <a:pt x="5297" y="548"/>
                    <a:pt x="5313" y="548"/>
                  </a:cubicBezTo>
                  <a:cubicBezTo>
                    <a:pt x="5288" y="540"/>
                    <a:pt x="5263" y="535"/>
                    <a:pt x="5237" y="535"/>
                  </a:cubicBezTo>
                  <a:cubicBezTo>
                    <a:pt x="5212" y="535"/>
                    <a:pt x="5187" y="540"/>
                    <a:pt x="5161" y="548"/>
                  </a:cubicBezTo>
                  <a:cubicBezTo>
                    <a:pt x="5187" y="556"/>
                    <a:pt x="5212" y="556"/>
                    <a:pt x="5237" y="565"/>
                  </a:cubicBezTo>
                  <a:cubicBezTo>
                    <a:pt x="5237" y="571"/>
                    <a:pt x="5201" y="581"/>
                    <a:pt x="5156" y="581"/>
                  </a:cubicBezTo>
                  <a:cubicBezTo>
                    <a:pt x="5136" y="581"/>
                    <a:pt x="5114" y="579"/>
                    <a:pt x="5093" y="573"/>
                  </a:cubicBezTo>
                  <a:cubicBezTo>
                    <a:pt x="5195" y="540"/>
                    <a:pt x="5017" y="540"/>
                    <a:pt x="5068" y="523"/>
                  </a:cubicBezTo>
                  <a:cubicBezTo>
                    <a:pt x="4933" y="523"/>
                    <a:pt x="4806" y="540"/>
                    <a:pt x="4687" y="573"/>
                  </a:cubicBezTo>
                  <a:cubicBezTo>
                    <a:pt x="4574" y="567"/>
                    <a:pt x="4464" y="561"/>
                    <a:pt x="4356" y="561"/>
                  </a:cubicBezTo>
                  <a:cubicBezTo>
                    <a:pt x="4311" y="561"/>
                    <a:pt x="4267" y="562"/>
                    <a:pt x="4222" y="565"/>
                  </a:cubicBezTo>
                  <a:lnTo>
                    <a:pt x="4239" y="565"/>
                  </a:lnTo>
                  <a:lnTo>
                    <a:pt x="4163" y="582"/>
                  </a:lnTo>
                  <a:cubicBezTo>
                    <a:pt x="4121" y="573"/>
                    <a:pt x="4163" y="548"/>
                    <a:pt x="4104" y="548"/>
                  </a:cubicBezTo>
                  <a:cubicBezTo>
                    <a:pt x="4110" y="536"/>
                    <a:pt x="4127" y="532"/>
                    <a:pt x="4149" y="532"/>
                  </a:cubicBezTo>
                  <a:cubicBezTo>
                    <a:pt x="4172" y="532"/>
                    <a:pt x="4203" y="536"/>
                    <a:pt x="4233" y="536"/>
                  </a:cubicBezTo>
                  <a:cubicBezTo>
                    <a:pt x="4249" y="536"/>
                    <a:pt x="4266" y="535"/>
                    <a:pt x="4281" y="531"/>
                  </a:cubicBezTo>
                  <a:cubicBezTo>
                    <a:pt x="4242" y="516"/>
                    <a:pt x="4244" y="509"/>
                    <a:pt x="4259" y="504"/>
                  </a:cubicBezTo>
                  <a:lnTo>
                    <a:pt x="4259" y="504"/>
                  </a:lnTo>
                  <a:cubicBezTo>
                    <a:pt x="4249" y="505"/>
                    <a:pt x="4239" y="505"/>
                    <a:pt x="4229" y="505"/>
                  </a:cubicBezTo>
                  <a:cubicBezTo>
                    <a:pt x="4169" y="505"/>
                    <a:pt x="4093" y="491"/>
                    <a:pt x="4032" y="491"/>
                  </a:cubicBezTo>
                  <a:cubicBezTo>
                    <a:pt x="4012" y="491"/>
                    <a:pt x="3993" y="493"/>
                    <a:pt x="3977" y="497"/>
                  </a:cubicBezTo>
                  <a:cubicBezTo>
                    <a:pt x="3884" y="480"/>
                    <a:pt x="4019" y="472"/>
                    <a:pt x="3977" y="463"/>
                  </a:cubicBezTo>
                  <a:lnTo>
                    <a:pt x="3977" y="463"/>
                  </a:lnTo>
                  <a:lnTo>
                    <a:pt x="3943" y="480"/>
                  </a:lnTo>
                  <a:cubicBezTo>
                    <a:pt x="3901" y="472"/>
                    <a:pt x="3892" y="463"/>
                    <a:pt x="3892" y="455"/>
                  </a:cubicBezTo>
                  <a:cubicBezTo>
                    <a:pt x="3841" y="442"/>
                    <a:pt x="3791" y="436"/>
                    <a:pt x="3740" y="436"/>
                  </a:cubicBezTo>
                  <a:cubicBezTo>
                    <a:pt x="3689" y="436"/>
                    <a:pt x="3638" y="442"/>
                    <a:pt x="3588" y="455"/>
                  </a:cubicBezTo>
                  <a:cubicBezTo>
                    <a:pt x="3601" y="454"/>
                    <a:pt x="3610" y="454"/>
                    <a:pt x="3618" y="454"/>
                  </a:cubicBezTo>
                  <a:cubicBezTo>
                    <a:pt x="3676" y="454"/>
                    <a:pt x="3565" y="481"/>
                    <a:pt x="3655" y="489"/>
                  </a:cubicBezTo>
                  <a:cubicBezTo>
                    <a:pt x="3630" y="493"/>
                    <a:pt x="3603" y="495"/>
                    <a:pt x="3574" y="495"/>
                  </a:cubicBezTo>
                  <a:cubicBezTo>
                    <a:pt x="3545" y="495"/>
                    <a:pt x="3516" y="493"/>
                    <a:pt x="3486" y="489"/>
                  </a:cubicBezTo>
                  <a:cubicBezTo>
                    <a:pt x="3540" y="489"/>
                    <a:pt x="3459" y="456"/>
                    <a:pt x="3494" y="456"/>
                  </a:cubicBezTo>
                  <a:cubicBezTo>
                    <a:pt x="3502" y="456"/>
                    <a:pt x="3518" y="458"/>
                    <a:pt x="3545" y="463"/>
                  </a:cubicBezTo>
                  <a:cubicBezTo>
                    <a:pt x="3538" y="449"/>
                    <a:pt x="3524" y="445"/>
                    <a:pt x="3506" y="445"/>
                  </a:cubicBezTo>
                  <a:cubicBezTo>
                    <a:pt x="3490" y="445"/>
                    <a:pt x="3469" y="448"/>
                    <a:pt x="3446" y="448"/>
                  </a:cubicBezTo>
                  <a:cubicBezTo>
                    <a:pt x="3437" y="448"/>
                    <a:pt x="3428" y="448"/>
                    <a:pt x="3419" y="447"/>
                  </a:cubicBezTo>
                  <a:cubicBezTo>
                    <a:pt x="3452" y="447"/>
                    <a:pt x="3486" y="438"/>
                    <a:pt x="3520" y="421"/>
                  </a:cubicBezTo>
                  <a:lnTo>
                    <a:pt x="3520" y="421"/>
                  </a:lnTo>
                  <a:cubicBezTo>
                    <a:pt x="3504" y="426"/>
                    <a:pt x="3486" y="429"/>
                    <a:pt x="3466" y="429"/>
                  </a:cubicBezTo>
                  <a:cubicBezTo>
                    <a:pt x="3374" y="429"/>
                    <a:pt x="3253" y="383"/>
                    <a:pt x="3201" y="383"/>
                  </a:cubicBezTo>
                  <a:cubicBezTo>
                    <a:pt x="3193" y="383"/>
                    <a:pt x="3186" y="384"/>
                    <a:pt x="3182" y="387"/>
                  </a:cubicBezTo>
                  <a:cubicBezTo>
                    <a:pt x="3106" y="413"/>
                    <a:pt x="2996" y="421"/>
                    <a:pt x="2911" y="438"/>
                  </a:cubicBezTo>
                  <a:cubicBezTo>
                    <a:pt x="2818" y="413"/>
                    <a:pt x="2733" y="396"/>
                    <a:pt x="2640" y="379"/>
                  </a:cubicBezTo>
                  <a:lnTo>
                    <a:pt x="2657" y="370"/>
                  </a:lnTo>
                  <a:cubicBezTo>
                    <a:pt x="2606" y="353"/>
                    <a:pt x="2522" y="362"/>
                    <a:pt x="2446" y="337"/>
                  </a:cubicBezTo>
                  <a:lnTo>
                    <a:pt x="2429" y="311"/>
                  </a:lnTo>
                  <a:cubicBezTo>
                    <a:pt x="2353" y="311"/>
                    <a:pt x="2268" y="303"/>
                    <a:pt x="2192" y="286"/>
                  </a:cubicBezTo>
                  <a:lnTo>
                    <a:pt x="2192" y="286"/>
                  </a:lnTo>
                  <a:cubicBezTo>
                    <a:pt x="2192" y="303"/>
                    <a:pt x="2268" y="311"/>
                    <a:pt x="2226" y="320"/>
                  </a:cubicBezTo>
                  <a:cubicBezTo>
                    <a:pt x="2243" y="323"/>
                    <a:pt x="2259" y="325"/>
                    <a:pt x="2272" y="325"/>
                  </a:cubicBezTo>
                  <a:cubicBezTo>
                    <a:pt x="2289" y="325"/>
                    <a:pt x="2298" y="321"/>
                    <a:pt x="2293" y="311"/>
                  </a:cubicBezTo>
                  <a:lnTo>
                    <a:pt x="2293" y="311"/>
                  </a:lnTo>
                  <a:cubicBezTo>
                    <a:pt x="2336" y="320"/>
                    <a:pt x="2336" y="345"/>
                    <a:pt x="2361" y="362"/>
                  </a:cubicBezTo>
                  <a:lnTo>
                    <a:pt x="2200" y="353"/>
                  </a:lnTo>
                  <a:cubicBezTo>
                    <a:pt x="2192" y="345"/>
                    <a:pt x="2183" y="345"/>
                    <a:pt x="2183" y="345"/>
                  </a:cubicBezTo>
                  <a:lnTo>
                    <a:pt x="2167" y="362"/>
                  </a:lnTo>
                  <a:cubicBezTo>
                    <a:pt x="2124" y="362"/>
                    <a:pt x="2116" y="353"/>
                    <a:pt x="2124" y="337"/>
                  </a:cubicBezTo>
                  <a:cubicBezTo>
                    <a:pt x="2062" y="337"/>
                    <a:pt x="2026" y="348"/>
                    <a:pt x="1982" y="348"/>
                  </a:cubicBezTo>
                  <a:cubicBezTo>
                    <a:pt x="1960" y="348"/>
                    <a:pt x="1935" y="345"/>
                    <a:pt x="1904" y="337"/>
                  </a:cubicBezTo>
                  <a:cubicBezTo>
                    <a:pt x="1929" y="327"/>
                    <a:pt x="1957" y="323"/>
                    <a:pt x="1986" y="323"/>
                  </a:cubicBezTo>
                  <a:cubicBezTo>
                    <a:pt x="2002" y="323"/>
                    <a:pt x="2019" y="324"/>
                    <a:pt x="2037" y="326"/>
                  </a:cubicBezTo>
                  <a:lnTo>
                    <a:pt x="2037" y="326"/>
                  </a:lnTo>
                  <a:lnTo>
                    <a:pt x="1938" y="311"/>
                  </a:lnTo>
                  <a:cubicBezTo>
                    <a:pt x="1950" y="307"/>
                    <a:pt x="1970" y="306"/>
                    <a:pt x="1992" y="306"/>
                  </a:cubicBezTo>
                  <a:cubicBezTo>
                    <a:pt x="2023" y="306"/>
                    <a:pt x="2060" y="308"/>
                    <a:pt x="2091" y="308"/>
                  </a:cubicBezTo>
                  <a:cubicBezTo>
                    <a:pt x="2131" y="308"/>
                    <a:pt x="2161" y="304"/>
                    <a:pt x="2150" y="286"/>
                  </a:cubicBezTo>
                  <a:cubicBezTo>
                    <a:pt x="2082" y="282"/>
                    <a:pt x="2014" y="279"/>
                    <a:pt x="1947" y="279"/>
                  </a:cubicBezTo>
                  <a:cubicBezTo>
                    <a:pt x="1879" y="279"/>
                    <a:pt x="1811" y="282"/>
                    <a:pt x="1744" y="286"/>
                  </a:cubicBezTo>
                  <a:cubicBezTo>
                    <a:pt x="1693" y="252"/>
                    <a:pt x="1608" y="269"/>
                    <a:pt x="1524" y="235"/>
                  </a:cubicBezTo>
                  <a:cubicBezTo>
                    <a:pt x="1507" y="227"/>
                    <a:pt x="1481" y="218"/>
                    <a:pt x="1507" y="210"/>
                  </a:cubicBezTo>
                  <a:lnTo>
                    <a:pt x="1532" y="210"/>
                  </a:lnTo>
                  <a:cubicBezTo>
                    <a:pt x="1428" y="189"/>
                    <a:pt x="1329" y="174"/>
                    <a:pt x="1227" y="174"/>
                  </a:cubicBezTo>
                  <a:cubicBezTo>
                    <a:pt x="1205" y="174"/>
                    <a:pt x="1182" y="174"/>
                    <a:pt x="1160" y="176"/>
                  </a:cubicBezTo>
                  <a:lnTo>
                    <a:pt x="1109" y="134"/>
                  </a:lnTo>
                  <a:cubicBezTo>
                    <a:pt x="1072" y="123"/>
                    <a:pt x="1052" y="119"/>
                    <a:pt x="1041" y="119"/>
                  </a:cubicBezTo>
                  <a:cubicBezTo>
                    <a:pt x="1007" y="119"/>
                    <a:pt x="1064" y="157"/>
                    <a:pt x="1008" y="157"/>
                  </a:cubicBezTo>
                  <a:cubicBezTo>
                    <a:pt x="995" y="157"/>
                    <a:pt x="976" y="155"/>
                    <a:pt x="948" y="150"/>
                  </a:cubicBezTo>
                  <a:cubicBezTo>
                    <a:pt x="915" y="117"/>
                    <a:pt x="720" y="91"/>
                    <a:pt x="720" y="66"/>
                  </a:cubicBezTo>
                  <a:cubicBezTo>
                    <a:pt x="706" y="62"/>
                    <a:pt x="695" y="60"/>
                    <a:pt x="686" y="60"/>
                  </a:cubicBezTo>
                  <a:cubicBezTo>
                    <a:pt x="674" y="60"/>
                    <a:pt x="666" y="64"/>
                    <a:pt x="661" y="74"/>
                  </a:cubicBezTo>
                  <a:cubicBezTo>
                    <a:pt x="695" y="83"/>
                    <a:pt x="762" y="91"/>
                    <a:pt x="720" y="100"/>
                  </a:cubicBezTo>
                  <a:cubicBezTo>
                    <a:pt x="669" y="91"/>
                    <a:pt x="627" y="83"/>
                    <a:pt x="576" y="66"/>
                  </a:cubicBezTo>
                  <a:cubicBezTo>
                    <a:pt x="585" y="66"/>
                    <a:pt x="627" y="49"/>
                    <a:pt x="602" y="49"/>
                  </a:cubicBezTo>
                  <a:cubicBezTo>
                    <a:pt x="497" y="42"/>
                    <a:pt x="329" y="0"/>
                    <a:pt x="19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3"/>
            <p:cNvSpPr/>
            <p:nvPr/>
          </p:nvSpPr>
          <p:spPr>
            <a:xfrm flipH="1" rot="-4661111">
              <a:off x="4896886" y="3395715"/>
              <a:ext cx="4503" cy="3002"/>
            </a:xfrm>
            <a:custGeom>
              <a:rect b="b" l="l" r="r" t="t"/>
              <a:pathLst>
                <a:path extrusionOk="0" h="68" w="102">
                  <a:moveTo>
                    <a:pt x="60" y="0"/>
                  </a:moveTo>
                  <a:cubicBezTo>
                    <a:pt x="43" y="26"/>
                    <a:pt x="0" y="60"/>
                    <a:pt x="17" y="68"/>
                  </a:cubicBezTo>
                  <a:cubicBezTo>
                    <a:pt x="9" y="51"/>
                    <a:pt x="102" y="0"/>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3"/>
            <p:cNvSpPr/>
            <p:nvPr/>
          </p:nvSpPr>
          <p:spPr>
            <a:xfrm flipH="1" rot="-4661111">
              <a:off x="4898297" y="3394007"/>
              <a:ext cx="2295" cy="1942"/>
            </a:xfrm>
            <a:custGeom>
              <a:rect b="b" l="l" r="r" t="t"/>
              <a:pathLst>
                <a:path extrusionOk="0" h="44" w="52">
                  <a:moveTo>
                    <a:pt x="52" y="1"/>
                  </a:moveTo>
                  <a:lnTo>
                    <a:pt x="18" y="18"/>
                  </a:lnTo>
                  <a:cubicBezTo>
                    <a:pt x="18" y="26"/>
                    <a:pt x="18" y="26"/>
                    <a:pt x="1" y="43"/>
                  </a:cubicBezTo>
                  <a:lnTo>
                    <a:pt x="5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3"/>
            <p:cNvSpPr/>
            <p:nvPr/>
          </p:nvSpPr>
          <p:spPr>
            <a:xfrm flipH="1" rot="-4661111">
              <a:off x="4896385" y="3380637"/>
              <a:ext cx="8034" cy="7504"/>
            </a:xfrm>
            <a:custGeom>
              <a:rect b="b" l="l" r="r" t="t"/>
              <a:pathLst>
                <a:path extrusionOk="0" h="170" w="182">
                  <a:moveTo>
                    <a:pt x="170" y="35"/>
                  </a:moveTo>
                  <a:cubicBezTo>
                    <a:pt x="157" y="59"/>
                    <a:pt x="140" y="84"/>
                    <a:pt x="119" y="106"/>
                  </a:cubicBezTo>
                  <a:lnTo>
                    <a:pt x="119" y="106"/>
                  </a:lnTo>
                  <a:cubicBezTo>
                    <a:pt x="155" y="79"/>
                    <a:pt x="181" y="50"/>
                    <a:pt x="170" y="35"/>
                  </a:cubicBezTo>
                  <a:close/>
                  <a:moveTo>
                    <a:pt x="144" y="1"/>
                  </a:moveTo>
                  <a:cubicBezTo>
                    <a:pt x="60" y="60"/>
                    <a:pt x="60" y="119"/>
                    <a:pt x="0" y="170"/>
                  </a:cubicBezTo>
                  <a:cubicBezTo>
                    <a:pt x="18" y="166"/>
                    <a:pt x="55" y="148"/>
                    <a:pt x="90" y="125"/>
                  </a:cubicBezTo>
                  <a:lnTo>
                    <a:pt x="90" y="125"/>
                  </a:lnTo>
                  <a:cubicBezTo>
                    <a:pt x="91" y="126"/>
                    <a:pt x="92" y="127"/>
                    <a:pt x="93" y="128"/>
                  </a:cubicBezTo>
                  <a:cubicBezTo>
                    <a:pt x="102" y="121"/>
                    <a:pt x="111" y="114"/>
                    <a:pt x="119" y="106"/>
                  </a:cubicBezTo>
                  <a:lnTo>
                    <a:pt x="119" y="106"/>
                  </a:lnTo>
                  <a:cubicBezTo>
                    <a:pt x="110" y="112"/>
                    <a:pt x="100" y="119"/>
                    <a:pt x="90" y="125"/>
                  </a:cubicBezTo>
                  <a:lnTo>
                    <a:pt x="90" y="125"/>
                  </a:lnTo>
                  <a:cubicBezTo>
                    <a:pt x="48" y="92"/>
                    <a:pt x="152" y="50"/>
                    <a:pt x="14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3"/>
            <p:cNvSpPr/>
            <p:nvPr/>
          </p:nvSpPr>
          <p:spPr>
            <a:xfrm flipH="1" rot="-4661111">
              <a:off x="4893995" y="3384824"/>
              <a:ext cx="1898" cy="1942"/>
            </a:xfrm>
            <a:custGeom>
              <a:rect b="b" l="l" r="r" t="t"/>
              <a:pathLst>
                <a:path extrusionOk="0" h="44" w="43">
                  <a:moveTo>
                    <a:pt x="34" y="1"/>
                  </a:moveTo>
                  <a:lnTo>
                    <a:pt x="0" y="43"/>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3"/>
            <p:cNvSpPr/>
            <p:nvPr/>
          </p:nvSpPr>
          <p:spPr>
            <a:xfrm flipH="1" rot="-4661111">
              <a:off x="4862457" y="3438327"/>
              <a:ext cx="1942" cy="1942"/>
            </a:xfrm>
            <a:custGeom>
              <a:rect b="b" l="l" r="r" t="t"/>
              <a:pathLst>
                <a:path extrusionOk="0" h="44" w="44">
                  <a:moveTo>
                    <a:pt x="43" y="0"/>
                  </a:moveTo>
                  <a:lnTo>
                    <a:pt x="43" y="0"/>
                  </a:lnTo>
                  <a:cubicBezTo>
                    <a:pt x="26" y="9"/>
                    <a:pt x="9" y="25"/>
                    <a:pt x="1" y="42"/>
                  </a:cubicBezTo>
                  <a:cubicBezTo>
                    <a:pt x="3" y="43"/>
                    <a:pt x="5" y="44"/>
                    <a:pt x="6" y="44"/>
                  </a:cubicBezTo>
                  <a:cubicBezTo>
                    <a:pt x="21" y="44"/>
                    <a:pt x="36" y="15"/>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3"/>
            <p:cNvSpPr/>
            <p:nvPr/>
          </p:nvSpPr>
          <p:spPr>
            <a:xfrm flipH="1" rot="-4661111">
              <a:off x="4732046" y="3248226"/>
              <a:ext cx="19467" cy="3046"/>
            </a:xfrm>
            <a:custGeom>
              <a:rect b="b" l="l" r="r" t="t"/>
              <a:pathLst>
                <a:path extrusionOk="0" h="69" w="441">
                  <a:moveTo>
                    <a:pt x="0" y="0"/>
                  </a:moveTo>
                  <a:lnTo>
                    <a:pt x="0" y="0"/>
                  </a:lnTo>
                  <a:cubicBezTo>
                    <a:pt x="89" y="18"/>
                    <a:pt x="174" y="32"/>
                    <a:pt x="284" y="47"/>
                  </a:cubicBezTo>
                  <a:lnTo>
                    <a:pt x="284" y="47"/>
                  </a:lnTo>
                  <a:cubicBezTo>
                    <a:pt x="189" y="33"/>
                    <a:pt x="93" y="17"/>
                    <a:pt x="0" y="0"/>
                  </a:cubicBezTo>
                  <a:close/>
                  <a:moveTo>
                    <a:pt x="284" y="47"/>
                  </a:moveTo>
                  <a:cubicBezTo>
                    <a:pt x="337" y="55"/>
                    <a:pt x="389" y="62"/>
                    <a:pt x="440" y="68"/>
                  </a:cubicBezTo>
                  <a:cubicBezTo>
                    <a:pt x="382" y="61"/>
                    <a:pt x="331" y="54"/>
                    <a:pt x="284" y="4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3"/>
            <p:cNvSpPr/>
            <p:nvPr/>
          </p:nvSpPr>
          <p:spPr>
            <a:xfrm flipH="1" rot="-4661111">
              <a:off x="4816206" y="3443202"/>
              <a:ext cx="2649" cy="2693"/>
            </a:xfrm>
            <a:custGeom>
              <a:rect b="b" l="l" r="r" t="t"/>
              <a:pathLst>
                <a:path extrusionOk="0" h="61" w="60">
                  <a:moveTo>
                    <a:pt x="60" y="1"/>
                  </a:moveTo>
                  <a:lnTo>
                    <a:pt x="18" y="26"/>
                  </a:lnTo>
                  <a:lnTo>
                    <a:pt x="1" y="60"/>
                  </a:lnTo>
                  <a:lnTo>
                    <a:pt x="6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3"/>
            <p:cNvSpPr/>
            <p:nvPr/>
          </p:nvSpPr>
          <p:spPr>
            <a:xfrm flipH="1" rot="-4661111">
              <a:off x="4690209" y="3377008"/>
              <a:ext cx="74337" cy="8608"/>
            </a:xfrm>
            <a:custGeom>
              <a:rect b="b" l="l" r="r" t="t"/>
              <a:pathLst>
                <a:path extrusionOk="0" h="195" w="1684">
                  <a:moveTo>
                    <a:pt x="1286" y="59"/>
                  </a:moveTo>
                  <a:cubicBezTo>
                    <a:pt x="1285" y="60"/>
                    <a:pt x="1283" y="60"/>
                    <a:pt x="1281" y="61"/>
                  </a:cubicBezTo>
                  <a:lnTo>
                    <a:pt x="1281" y="61"/>
                  </a:lnTo>
                  <a:cubicBezTo>
                    <a:pt x="1283" y="60"/>
                    <a:pt x="1285" y="60"/>
                    <a:pt x="1286" y="59"/>
                  </a:cubicBezTo>
                  <a:close/>
                  <a:moveTo>
                    <a:pt x="377" y="134"/>
                  </a:moveTo>
                  <a:lnTo>
                    <a:pt x="377" y="134"/>
                  </a:lnTo>
                  <a:cubicBezTo>
                    <a:pt x="373" y="134"/>
                    <a:pt x="369" y="135"/>
                    <a:pt x="364" y="136"/>
                  </a:cubicBezTo>
                  <a:lnTo>
                    <a:pt x="389" y="136"/>
                  </a:lnTo>
                  <a:cubicBezTo>
                    <a:pt x="385" y="135"/>
                    <a:pt x="381" y="135"/>
                    <a:pt x="377" y="134"/>
                  </a:cubicBezTo>
                  <a:close/>
                  <a:moveTo>
                    <a:pt x="0" y="0"/>
                  </a:moveTo>
                  <a:lnTo>
                    <a:pt x="0" y="0"/>
                  </a:lnTo>
                  <a:cubicBezTo>
                    <a:pt x="43" y="9"/>
                    <a:pt x="85" y="26"/>
                    <a:pt x="127" y="34"/>
                  </a:cubicBezTo>
                  <a:cubicBezTo>
                    <a:pt x="51" y="59"/>
                    <a:pt x="203" y="51"/>
                    <a:pt x="186" y="76"/>
                  </a:cubicBezTo>
                  <a:cubicBezTo>
                    <a:pt x="174" y="79"/>
                    <a:pt x="162" y="80"/>
                    <a:pt x="151" y="80"/>
                  </a:cubicBezTo>
                  <a:cubicBezTo>
                    <a:pt x="124" y="80"/>
                    <a:pt x="100" y="74"/>
                    <a:pt x="76" y="68"/>
                  </a:cubicBezTo>
                  <a:lnTo>
                    <a:pt x="76" y="68"/>
                  </a:lnTo>
                  <a:cubicBezTo>
                    <a:pt x="68" y="85"/>
                    <a:pt x="102" y="102"/>
                    <a:pt x="93" y="119"/>
                  </a:cubicBezTo>
                  <a:cubicBezTo>
                    <a:pt x="115" y="125"/>
                    <a:pt x="134" y="127"/>
                    <a:pt x="151" y="127"/>
                  </a:cubicBezTo>
                  <a:cubicBezTo>
                    <a:pt x="215" y="127"/>
                    <a:pt x="250" y="91"/>
                    <a:pt x="322" y="91"/>
                  </a:cubicBezTo>
                  <a:cubicBezTo>
                    <a:pt x="332" y="91"/>
                    <a:pt x="344" y="92"/>
                    <a:pt x="356" y="93"/>
                  </a:cubicBezTo>
                  <a:cubicBezTo>
                    <a:pt x="348" y="109"/>
                    <a:pt x="317" y="125"/>
                    <a:pt x="377" y="134"/>
                  </a:cubicBezTo>
                  <a:lnTo>
                    <a:pt x="377" y="134"/>
                  </a:lnTo>
                  <a:cubicBezTo>
                    <a:pt x="387" y="133"/>
                    <a:pt x="395" y="133"/>
                    <a:pt x="402" y="133"/>
                  </a:cubicBezTo>
                  <a:cubicBezTo>
                    <a:pt x="458" y="133"/>
                    <a:pt x="468" y="155"/>
                    <a:pt x="492" y="155"/>
                  </a:cubicBezTo>
                  <a:cubicBezTo>
                    <a:pt x="503" y="155"/>
                    <a:pt x="518" y="150"/>
                    <a:pt x="542" y="136"/>
                  </a:cubicBezTo>
                  <a:lnTo>
                    <a:pt x="542" y="161"/>
                  </a:lnTo>
                  <a:cubicBezTo>
                    <a:pt x="618" y="144"/>
                    <a:pt x="686" y="144"/>
                    <a:pt x="762" y="144"/>
                  </a:cubicBezTo>
                  <a:cubicBezTo>
                    <a:pt x="812" y="140"/>
                    <a:pt x="861" y="138"/>
                    <a:pt x="909" y="138"/>
                  </a:cubicBezTo>
                  <a:cubicBezTo>
                    <a:pt x="956" y="138"/>
                    <a:pt x="1003" y="140"/>
                    <a:pt x="1049" y="144"/>
                  </a:cubicBezTo>
                  <a:lnTo>
                    <a:pt x="965" y="178"/>
                  </a:lnTo>
                  <a:cubicBezTo>
                    <a:pt x="978" y="181"/>
                    <a:pt x="990" y="183"/>
                    <a:pt x="1000" y="183"/>
                  </a:cubicBezTo>
                  <a:cubicBezTo>
                    <a:pt x="1040" y="183"/>
                    <a:pt x="1058" y="161"/>
                    <a:pt x="1092" y="161"/>
                  </a:cubicBezTo>
                  <a:cubicBezTo>
                    <a:pt x="1092" y="161"/>
                    <a:pt x="1100" y="186"/>
                    <a:pt x="1058" y="195"/>
                  </a:cubicBezTo>
                  <a:lnTo>
                    <a:pt x="1286" y="153"/>
                  </a:lnTo>
                  <a:cubicBezTo>
                    <a:pt x="1328" y="136"/>
                    <a:pt x="1261" y="136"/>
                    <a:pt x="1252" y="119"/>
                  </a:cubicBezTo>
                  <a:cubicBezTo>
                    <a:pt x="1257" y="114"/>
                    <a:pt x="1269" y="112"/>
                    <a:pt x="1284" y="112"/>
                  </a:cubicBezTo>
                  <a:cubicBezTo>
                    <a:pt x="1321" y="112"/>
                    <a:pt x="1373" y="124"/>
                    <a:pt x="1379" y="136"/>
                  </a:cubicBezTo>
                  <a:cubicBezTo>
                    <a:pt x="1362" y="144"/>
                    <a:pt x="1312" y="153"/>
                    <a:pt x="1345" y="161"/>
                  </a:cubicBezTo>
                  <a:lnTo>
                    <a:pt x="1422" y="119"/>
                  </a:lnTo>
                  <a:lnTo>
                    <a:pt x="1422" y="119"/>
                  </a:lnTo>
                  <a:cubicBezTo>
                    <a:pt x="1531" y="153"/>
                    <a:pt x="1345" y="178"/>
                    <a:pt x="1286" y="186"/>
                  </a:cubicBezTo>
                  <a:cubicBezTo>
                    <a:pt x="1302" y="188"/>
                    <a:pt x="1317" y="188"/>
                    <a:pt x="1330" y="188"/>
                  </a:cubicBezTo>
                  <a:cubicBezTo>
                    <a:pt x="1394" y="188"/>
                    <a:pt x="1432" y="176"/>
                    <a:pt x="1496" y="176"/>
                  </a:cubicBezTo>
                  <a:cubicBezTo>
                    <a:pt x="1509" y="176"/>
                    <a:pt x="1524" y="177"/>
                    <a:pt x="1540" y="178"/>
                  </a:cubicBezTo>
                  <a:cubicBezTo>
                    <a:pt x="1515" y="169"/>
                    <a:pt x="1498" y="161"/>
                    <a:pt x="1472" y="144"/>
                  </a:cubicBezTo>
                  <a:cubicBezTo>
                    <a:pt x="1472" y="133"/>
                    <a:pt x="1492" y="130"/>
                    <a:pt x="1521" y="130"/>
                  </a:cubicBezTo>
                  <a:cubicBezTo>
                    <a:pt x="1559" y="130"/>
                    <a:pt x="1611" y="136"/>
                    <a:pt x="1650" y="136"/>
                  </a:cubicBezTo>
                  <a:cubicBezTo>
                    <a:pt x="1608" y="119"/>
                    <a:pt x="1633" y="110"/>
                    <a:pt x="1667" y="93"/>
                  </a:cubicBezTo>
                  <a:lnTo>
                    <a:pt x="1684" y="93"/>
                  </a:lnTo>
                  <a:cubicBezTo>
                    <a:pt x="1684" y="93"/>
                    <a:pt x="1684" y="85"/>
                    <a:pt x="1675" y="85"/>
                  </a:cubicBezTo>
                  <a:cubicBezTo>
                    <a:pt x="1625" y="85"/>
                    <a:pt x="1574" y="76"/>
                    <a:pt x="1523" y="59"/>
                  </a:cubicBezTo>
                  <a:lnTo>
                    <a:pt x="1523" y="59"/>
                  </a:lnTo>
                  <a:cubicBezTo>
                    <a:pt x="1540" y="80"/>
                    <a:pt x="1519" y="85"/>
                    <a:pt x="1485" y="85"/>
                  </a:cubicBezTo>
                  <a:cubicBezTo>
                    <a:pt x="1451" y="85"/>
                    <a:pt x="1405" y="81"/>
                    <a:pt x="1369" y="81"/>
                  </a:cubicBezTo>
                  <a:cubicBezTo>
                    <a:pt x="1352" y="81"/>
                    <a:pt x="1338" y="82"/>
                    <a:pt x="1328" y="85"/>
                  </a:cubicBezTo>
                  <a:lnTo>
                    <a:pt x="1252" y="85"/>
                  </a:lnTo>
                  <a:cubicBezTo>
                    <a:pt x="1252" y="77"/>
                    <a:pt x="1252" y="69"/>
                    <a:pt x="1281" y="61"/>
                  </a:cubicBezTo>
                  <a:lnTo>
                    <a:pt x="1281" y="61"/>
                  </a:lnTo>
                  <a:cubicBezTo>
                    <a:pt x="1251" y="67"/>
                    <a:pt x="1168" y="60"/>
                    <a:pt x="1176" y="76"/>
                  </a:cubicBezTo>
                  <a:lnTo>
                    <a:pt x="965" y="68"/>
                  </a:lnTo>
                  <a:cubicBezTo>
                    <a:pt x="956" y="68"/>
                    <a:pt x="948" y="59"/>
                    <a:pt x="948" y="59"/>
                  </a:cubicBezTo>
                  <a:cubicBezTo>
                    <a:pt x="939" y="59"/>
                    <a:pt x="931" y="59"/>
                    <a:pt x="939" y="68"/>
                  </a:cubicBezTo>
                  <a:cubicBezTo>
                    <a:pt x="618" y="51"/>
                    <a:pt x="313" y="26"/>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3"/>
            <p:cNvSpPr/>
            <p:nvPr/>
          </p:nvSpPr>
          <p:spPr>
            <a:xfrm flipH="1" rot="-4661111">
              <a:off x="4723028" y="3413414"/>
              <a:ext cx="1898" cy="44"/>
            </a:xfrm>
            <a:custGeom>
              <a:rect b="b" l="l" r="r" t="t"/>
              <a:pathLst>
                <a:path extrusionOk="0" h="1" w="43">
                  <a:moveTo>
                    <a:pt x="0" y="1"/>
                  </a:moveTo>
                  <a:cubicBezTo>
                    <a:pt x="9"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3"/>
            <p:cNvSpPr/>
            <p:nvPr/>
          </p:nvSpPr>
          <p:spPr>
            <a:xfrm flipH="1" rot="-4661111">
              <a:off x="4729822" y="3342011"/>
              <a:ext cx="3002" cy="441"/>
            </a:xfrm>
            <a:custGeom>
              <a:rect b="b" l="l" r="r" t="t"/>
              <a:pathLst>
                <a:path extrusionOk="0" h="10" w="68">
                  <a:moveTo>
                    <a:pt x="0" y="1"/>
                  </a:moveTo>
                  <a:lnTo>
                    <a:pt x="68" y="9"/>
                  </a:lnTo>
                  <a:cubicBezTo>
                    <a:pt x="42" y="1"/>
                    <a:pt x="26"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3"/>
            <p:cNvSpPr/>
            <p:nvPr/>
          </p:nvSpPr>
          <p:spPr>
            <a:xfrm flipH="1" rot="-4661111">
              <a:off x="4714771" y="3423855"/>
              <a:ext cx="7151" cy="1148"/>
            </a:xfrm>
            <a:custGeom>
              <a:rect b="b" l="l" r="r" t="t"/>
              <a:pathLst>
                <a:path extrusionOk="0" h="26" w="162">
                  <a:moveTo>
                    <a:pt x="18" y="0"/>
                  </a:moveTo>
                  <a:cubicBezTo>
                    <a:pt x="18" y="9"/>
                    <a:pt x="1" y="17"/>
                    <a:pt x="1" y="26"/>
                  </a:cubicBezTo>
                  <a:lnTo>
                    <a:pt x="119" y="26"/>
                  </a:lnTo>
                  <a:cubicBezTo>
                    <a:pt x="85" y="9"/>
                    <a:pt x="153" y="9"/>
                    <a:pt x="16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3"/>
            <p:cNvSpPr/>
            <p:nvPr/>
          </p:nvSpPr>
          <p:spPr>
            <a:xfrm flipH="1" rot="-4661111">
              <a:off x="4716170" y="3419199"/>
              <a:ext cx="3752" cy="795"/>
            </a:xfrm>
            <a:custGeom>
              <a:rect b="b" l="l" r="r" t="t"/>
              <a:pathLst>
                <a:path extrusionOk="0" h="18" w="85">
                  <a:moveTo>
                    <a:pt x="43" y="1"/>
                  </a:moveTo>
                  <a:cubicBezTo>
                    <a:pt x="34" y="9"/>
                    <a:pt x="17" y="18"/>
                    <a:pt x="0" y="18"/>
                  </a:cubicBezTo>
                  <a:lnTo>
                    <a:pt x="85" y="18"/>
                  </a:lnTo>
                  <a:cubicBezTo>
                    <a:pt x="85" y="9"/>
                    <a:pt x="76" y="9"/>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3"/>
            <p:cNvSpPr/>
            <p:nvPr/>
          </p:nvSpPr>
          <p:spPr>
            <a:xfrm flipH="1" rot="-4661111">
              <a:off x="4741645" y="3423507"/>
              <a:ext cx="2649" cy="397"/>
            </a:xfrm>
            <a:custGeom>
              <a:rect b="b" l="l" r="r" t="t"/>
              <a:pathLst>
                <a:path extrusionOk="0" h="9" w="60">
                  <a:moveTo>
                    <a:pt x="34" y="0"/>
                  </a:moveTo>
                  <a:lnTo>
                    <a:pt x="0" y="9"/>
                  </a:lnTo>
                  <a:lnTo>
                    <a:pt x="0" y="9"/>
                  </a:lnTo>
                  <a:lnTo>
                    <a:pt x="6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3"/>
            <p:cNvSpPr/>
            <p:nvPr/>
          </p:nvSpPr>
          <p:spPr>
            <a:xfrm flipH="1" rot="-4661111">
              <a:off x="4740808" y="3408934"/>
              <a:ext cx="4900" cy="618"/>
            </a:xfrm>
            <a:custGeom>
              <a:rect b="b" l="l" r="r" t="t"/>
              <a:pathLst>
                <a:path extrusionOk="0" h="14" w="111">
                  <a:moveTo>
                    <a:pt x="59" y="1"/>
                  </a:moveTo>
                  <a:cubicBezTo>
                    <a:pt x="41" y="1"/>
                    <a:pt x="22" y="3"/>
                    <a:pt x="0" y="7"/>
                  </a:cubicBezTo>
                  <a:cubicBezTo>
                    <a:pt x="17" y="11"/>
                    <a:pt x="36" y="13"/>
                    <a:pt x="55" y="13"/>
                  </a:cubicBezTo>
                  <a:cubicBezTo>
                    <a:pt x="74" y="13"/>
                    <a:pt x="94" y="11"/>
                    <a:pt x="110" y="7"/>
                  </a:cubicBezTo>
                  <a:cubicBezTo>
                    <a:pt x="94" y="3"/>
                    <a:pt x="77" y="1"/>
                    <a:pt x="5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3"/>
            <p:cNvSpPr/>
            <p:nvPr/>
          </p:nvSpPr>
          <p:spPr>
            <a:xfrm flipH="1" rot="-4661111">
              <a:off x="4749622" y="3410563"/>
              <a:ext cx="3046" cy="441"/>
            </a:xfrm>
            <a:custGeom>
              <a:rect b="b" l="l" r="r" t="t"/>
              <a:pathLst>
                <a:path extrusionOk="0" h="10" w="69">
                  <a:moveTo>
                    <a:pt x="0" y="1"/>
                  </a:moveTo>
                  <a:lnTo>
                    <a:pt x="0"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3"/>
            <p:cNvSpPr/>
            <p:nvPr/>
          </p:nvSpPr>
          <p:spPr>
            <a:xfrm flipH="1" rot="-4661111">
              <a:off x="4738075" y="3319026"/>
              <a:ext cx="1545" cy="44"/>
            </a:xfrm>
            <a:custGeom>
              <a:rect b="b" l="l" r="r" t="t"/>
              <a:pathLst>
                <a:path extrusionOk="0" h="1" w="35">
                  <a:moveTo>
                    <a:pt x="34" y="1"/>
                  </a:moveTo>
                  <a:lnTo>
                    <a:pt x="0" y="1"/>
                  </a:lnTo>
                  <a:cubicBezTo>
                    <a:pt x="9" y="1"/>
                    <a:pt x="26" y="1"/>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3"/>
            <p:cNvSpPr/>
            <p:nvPr/>
          </p:nvSpPr>
          <p:spPr>
            <a:xfrm flipH="1" rot="-4661111">
              <a:off x="4711066" y="3320463"/>
              <a:ext cx="48955" cy="6754"/>
            </a:xfrm>
            <a:custGeom>
              <a:rect b="b" l="l" r="r" t="t"/>
              <a:pathLst>
                <a:path extrusionOk="0" h="153" w="1109">
                  <a:moveTo>
                    <a:pt x="94" y="0"/>
                  </a:moveTo>
                  <a:cubicBezTo>
                    <a:pt x="1" y="0"/>
                    <a:pt x="145" y="42"/>
                    <a:pt x="68" y="59"/>
                  </a:cubicBezTo>
                  <a:cubicBezTo>
                    <a:pt x="144" y="71"/>
                    <a:pt x="244" y="91"/>
                    <a:pt x="302" y="91"/>
                  </a:cubicBezTo>
                  <a:cubicBezTo>
                    <a:pt x="325" y="91"/>
                    <a:pt x="342" y="87"/>
                    <a:pt x="347" y="79"/>
                  </a:cubicBezTo>
                  <a:lnTo>
                    <a:pt x="347" y="79"/>
                  </a:lnTo>
                  <a:cubicBezTo>
                    <a:pt x="345" y="84"/>
                    <a:pt x="343" y="95"/>
                    <a:pt x="356" y="102"/>
                  </a:cubicBezTo>
                  <a:lnTo>
                    <a:pt x="424" y="76"/>
                  </a:lnTo>
                  <a:lnTo>
                    <a:pt x="364" y="59"/>
                  </a:lnTo>
                  <a:cubicBezTo>
                    <a:pt x="398" y="54"/>
                    <a:pt x="432" y="51"/>
                    <a:pt x="466" y="51"/>
                  </a:cubicBezTo>
                  <a:cubicBezTo>
                    <a:pt x="534" y="51"/>
                    <a:pt x="601" y="62"/>
                    <a:pt x="669" y="85"/>
                  </a:cubicBezTo>
                  <a:cubicBezTo>
                    <a:pt x="584" y="85"/>
                    <a:pt x="586" y="106"/>
                    <a:pt x="539" y="106"/>
                  </a:cubicBezTo>
                  <a:cubicBezTo>
                    <a:pt x="520" y="106"/>
                    <a:pt x="493" y="103"/>
                    <a:pt x="449" y="93"/>
                  </a:cubicBezTo>
                  <a:lnTo>
                    <a:pt x="449" y="93"/>
                  </a:lnTo>
                  <a:cubicBezTo>
                    <a:pt x="449" y="102"/>
                    <a:pt x="483" y="119"/>
                    <a:pt x="449" y="127"/>
                  </a:cubicBezTo>
                  <a:cubicBezTo>
                    <a:pt x="627" y="144"/>
                    <a:pt x="813" y="152"/>
                    <a:pt x="999" y="152"/>
                  </a:cubicBezTo>
                  <a:cubicBezTo>
                    <a:pt x="855" y="110"/>
                    <a:pt x="1109" y="135"/>
                    <a:pt x="1058" y="93"/>
                  </a:cubicBezTo>
                  <a:lnTo>
                    <a:pt x="1058" y="93"/>
                  </a:lnTo>
                  <a:lnTo>
                    <a:pt x="974" y="102"/>
                  </a:lnTo>
                  <a:lnTo>
                    <a:pt x="982" y="85"/>
                  </a:lnTo>
                  <a:lnTo>
                    <a:pt x="881" y="85"/>
                  </a:lnTo>
                  <a:cubicBezTo>
                    <a:pt x="897" y="102"/>
                    <a:pt x="914" y="102"/>
                    <a:pt x="906" y="127"/>
                  </a:cubicBezTo>
                  <a:cubicBezTo>
                    <a:pt x="771" y="102"/>
                    <a:pt x="864" y="93"/>
                    <a:pt x="771" y="59"/>
                  </a:cubicBezTo>
                  <a:lnTo>
                    <a:pt x="618" y="51"/>
                  </a:lnTo>
                  <a:lnTo>
                    <a:pt x="627" y="51"/>
                  </a:lnTo>
                  <a:cubicBezTo>
                    <a:pt x="623" y="47"/>
                    <a:pt x="618" y="45"/>
                    <a:pt x="615" y="45"/>
                  </a:cubicBezTo>
                  <a:cubicBezTo>
                    <a:pt x="612" y="45"/>
                    <a:pt x="610" y="47"/>
                    <a:pt x="610" y="51"/>
                  </a:cubicBezTo>
                  <a:cubicBezTo>
                    <a:pt x="432" y="34"/>
                    <a:pt x="271" y="17"/>
                    <a:pt x="9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3"/>
            <p:cNvSpPr/>
            <p:nvPr/>
          </p:nvSpPr>
          <p:spPr>
            <a:xfrm flipH="1" rot="-4661111">
              <a:off x="4742184" y="3260729"/>
              <a:ext cx="441" cy="44"/>
            </a:xfrm>
            <a:custGeom>
              <a:rect b="b" l="l" r="r" t="t"/>
              <a:pathLst>
                <a:path extrusionOk="0" h="1" w="10">
                  <a:moveTo>
                    <a:pt x="9" y="1"/>
                  </a:moveTo>
                  <a:lnTo>
                    <a:pt x="9" y="1"/>
                  </a:lnTo>
                  <a:cubicBezTo>
                    <a:pt x="9" y="1"/>
                    <a:pt x="1"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3"/>
            <p:cNvSpPr/>
            <p:nvPr/>
          </p:nvSpPr>
          <p:spPr>
            <a:xfrm flipH="1" rot="-4661111">
              <a:off x="4738097" y="3263236"/>
              <a:ext cx="6754" cy="1898"/>
            </a:xfrm>
            <a:custGeom>
              <a:rect b="b" l="l" r="r" t="t"/>
              <a:pathLst>
                <a:path extrusionOk="0" h="43" w="153">
                  <a:moveTo>
                    <a:pt x="17" y="1"/>
                  </a:moveTo>
                  <a:lnTo>
                    <a:pt x="0" y="26"/>
                  </a:lnTo>
                  <a:cubicBezTo>
                    <a:pt x="13" y="22"/>
                    <a:pt x="28" y="20"/>
                    <a:pt x="43" y="20"/>
                  </a:cubicBezTo>
                  <a:cubicBezTo>
                    <a:pt x="58" y="20"/>
                    <a:pt x="72" y="22"/>
                    <a:pt x="85" y="26"/>
                  </a:cubicBezTo>
                  <a:lnTo>
                    <a:pt x="60" y="43"/>
                  </a:lnTo>
                  <a:lnTo>
                    <a:pt x="60" y="43"/>
                  </a:lnTo>
                  <a:lnTo>
                    <a:pt x="153" y="18"/>
                  </a:ln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3"/>
            <p:cNvSpPr/>
            <p:nvPr/>
          </p:nvSpPr>
          <p:spPr>
            <a:xfrm flipH="1" rot="-4661111">
              <a:off x="4738751" y="3268578"/>
              <a:ext cx="5253" cy="2649"/>
            </a:xfrm>
            <a:custGeom>
              <a:rect b="b" l="l" r="r" t="t"/>
              <a:pathLst>
                <a:path extrusionOk="0" h="60" w="119">
                  <a:moveTo>
                    <a:pt x="119" y="1"/>
                  </a:moveTo>
                  <a:cubicBezTo>
                    <a:pt x="43" y="1"/>
                    <a:pt x="43" y="26"/>
                    <a:pt x="85" y="51"/>
                  </a:cubicBezTo>
                  <a:cubicBezTo>
                    <a:pt x="26" y="51"/>
                    <a:pt x="38" y="26"/>
                    <a:pt x="23" y="26"/>
                  </a:cubicBezTo>
                  <a:cubicBezTo>
                    <a:pt x="19" y="26"/>
                    <a:pt x="12" y="28"/>
                    <a:pt x="0" y="34"/>
                  </a:cubicBezTo>
                  <a:cubicBezTo>
                    <a:pt x="0" y="60"/>
                    <a:pt x="85" y="60"/>
                    <a:pt x="110" y="60"/>
                  </a:cubicBezTo>
                  <a:lnTo>
                    <a:pt x="11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3"/>
            <p:cNvSpPr/>
            <p:nvPr/>
          </p:nvSpPr>
          <p:spPr>
            <a:xfrm flipH="1" rot="-4661111">
              <a:off x="4737853" y="3295940"/>
              <a:ext cx="2295" cy="1148"/>
            </a:xfrm>
            <a:custGeom>
              <a:rect b="b" l="l" r="r" t="t"/>
              <a:pathLst>
                <a:path extrusionOk="0" h="26" w="52">
                  <a:moveTo>
                    <a:pt x="26" y="1"/>
                  </a:moveTo>
                  <a:lnTo>
                    <a:pt x="1" y="9"/>
                  </a:lnTo>
                  <a:lnTo>
                    <a:pt x="51" y="26"/>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3"/>
            <p:cNvSpPr/>
            <p:nvPr/>
          </p:nvSpPr>
          <p:spPr>
            <a:xfrm flipH="1" rot="-4661111">
              <a:off x="4738334" y="3293741"/>
              <a:ext cx="2295" cy="1148"/>
            </a:xfrm>
            <a:custGeom>
              <a:rect b="b" l="l" r="r" t="t"/>
              <a:pathLst>
                <a:path extrusionOk="0" h="26" w="52">
                  <a:moveTo>
                    <a:pt x="1" y="1"/>
                  </a:moveTo>
                  <a:cubicBezTo>
                    <a:pt x="1" y="9"/>
                    <a:pt x="9" y="17"/>
                    <a:pt x="9" y="26"/>
                  </a:cubicBezTo>
                  <a:lnTo>
                    <a:pt x="52" y="9"/>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3"/>
            <p:cNvSpPr/>
            <p:nvPr/>
          </p:nvSpPr>
          <p:spPr>
            <a:xfrm flipH="1" rot="-4661111">
              <a:off x="4737565" y="3285290"/>
              <a:ext cx="3443" cy="795"/>
            </a:xfrm>
            <a:custGeom>
              <a:rect b="b" l="l" r="r" t="t"/>
              <a:pathLst>
                <a:path extrusionOk="0" h="18" w="78">
                  <a:moveTo>
                    <a:pt x="77" y="17"/>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3"/>
            <p:cNvSpPr/>
            <p:nvPr/>
          </p:nvSpPr>
          <p:spPr>
            <a:xfrm flipH="1" rot="-4661111">
              <a:off x="4738296" y="3288189"/>
              <a:ext cx="2251" cy="795"/>
            </a:xfrm>
            <a:custGeom>
              <a:rect b="b" l="l" r="r" t="t"/>
              <a:pathLst>
                <a:path extrusionOk="0" h="18" w="51">
                  <a:moveTo>
                    <a:pt x="51" y="17"/>
                  </a:moveTo>
                  <a:lnTo>
                    <a:pt x="51" y="17"/>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3"/>
            <p:cNvSpPr/>
            <p:nvPr/>
          </p:nvSpPr>
          <p:spPr>
            <a:xfrm flipH="1" rot="-4661111">
              <a:off x="4736602" y="3289898"/>
              <a:ext cx="3752" cy="2295"/>
            </a:xfrm>
            <a:custGeom>
              <a:rect b="b" l="l" r="r" t="t"/>
              <a:pathLst>
                <a:path extrusionOk="0" h="52" w="85">
                  <a:moveTo>
                    <a:pt x="0" y="1"/>
                  </a:moveTo>
                  <a:lnTo>
                    <a:pt x="9" y="35"/>
                  </a:lnTo>
                  <a:lnTo>
                    <a:pt x="85" y="52"/>
                  </a:lnTo>
                  <a:cubicBezTo>
                    <a:pt x="85" y="26"/>
                    <a:pt x="76"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3"/>
            <p:cNvSpPr/>
            <p:nvPr/>
          </p:nvSpPr>
          <p:spPr>
            <a:xfrm flipH="1" rot="-4661111">
              <a:off x="4751713" y="3389428"/>
              <a:ext cx="3046" cy="795"/>
            </a:xfrm>
            <a:custGeom>
              <a:rect b="b" l="l" r="r" t="t"/>
              <a:pathLst>
                <a:path extrusionOk="0" h="18" w="69">
                  <a:moveTo>
                    <a:pt x="60" y="0"/>
                  </a:moveTo>
                  <a:lnTo>
                    <a:pt x="1" y="9"/>
                  </a:lnTo>
                  <a:lnTo>
                    <a:pt x="9" y="17"/>
                  </a:lnTo>
                  <a:lnTo>
                    <a:pt x="68" y="9"/>
                  </a:lnTo>
                  <a:lnTo>
                    <a:pt x="6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3"/>
            <p:cNvSpPr/>
            <p:nvPr/>
          </p:nvSpPr>
          <p:spPr>
            <a:xfrm flipH="1" rot="-4661111">
              <a:off x="4753910" y="3375033"/>
              <a:ext cx="1545" cy="397"/>
            </a:xfrm>
            <a:custGeom>
              <a:rect b="b" l="l" r="r" t="t"/>
              <a:pathLst>
                <a:path extrusionOk="0" h="9" w="35">
                  <a:moveTo>
                    <a:pt x="34" y="1"/>
                  </a:moveTo>
                  <a:cubicBezTo>
                    <a:pt x="30" y="1"/>
                    <a:pt x="24" y="3"/>
                    <a:pt x="18" y="5"/>
                  </a:cubicBezTo>
                  <a:lnTo>
                    <a:pt x="34" y="1"/>
                  </a:lnTo>
                  <a:close/>
                  <a:moveTo>
                    <a:pt x="18" y="5"/>
                  </a:moveTo>
                  <a:lnTo>
                    <a:pt x="1" y="9"/>
                  </a:lnTo>
                  <a:cubicBezTo>
                    <a:pt x="5" y="9"/>
                    <a:pt x="11" y="7"/>
                    <a:pt x="18"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3"/>
            <p:cNvSpPr/>
            <p:nvPr/>
          </p:nvSpPr>
          <p:spPr>
            <a:xfrm flipH="1" rot="-4661111">
              <a:off x="4750280" y="3362569"/>
              <a:ext cx="18717" cy="6842"/>
            </a:xfrm>
            <a:custGeom>
              <a:rect b="b" l="l" r="r" t="t"/>
              <a:pathLst>
                <a:path extrusionOk="0" h="155" w="424">
                  <a:moveTo>
                    <a:pt x="146" y="0"/>
                  </a:moveTo>
                  <a:cubicBezTo>
                    <a:pt x="115" y="0"/>
                    <a:pt x="86" y="3"/>
                    <a:pt x="60" y="9"/>
                  </a:cubicBezTo>
                  <a:cubicBezTo>
                    <a:pt x="1" y="42"/>
                    <a:pt x="26" y="85"/>
                    <a:pt x="26" y="135"/>
                  </a:cubicBezTo>
                  <a:cubicBezTo>
                    <a:pt x="31" y="145"/>
                    <a:pt x="84" y="155"/>
                    <a:pt x="128" y="155"/>
                  </a:cubicBezTo>
                  <a:cubicBezTo>
                    <a:pt x="160" y="155"/>
                    <a:pt x="187" y="150"/>
                    <a:pt x="187" y="135"/>
                  </a:cubicBezTo>
                  <a:cubicBezTo>
                    <a:pt x="128" y="110"/>
                    <a:pt x="288" y="118"/>
                    <a:pt x="161" y="93"/>
                  </a:cubicBezTo>
                  <a:cubicBezTo>
                    <a:pt x="155" y="80"/>
                    <a:pt x="188" y="62"/>
                    <a:pt x="231" y="62"/>
                  </a:cubicBezTo>
                  <a:cubicBezTo>
                    <a:pt x="244" y="62"/>
                    <a:pt x="258" y="64"/>
                    <a:pt x="271" y="68"/>
                  </a:cubicBezTo>
                  <a:cubicBezTo>
                    <a:pt x="271" y="85"/>
                    <a:pt x="212" y="76"/>
                    <a:pt x="246" y="102"/>
                  </a:cubicBezTo>
                  <a:cubicBezTo>
                    <a:pt x="288" y="76"/>
                    <a:pt x="305" y="102"/>
                    <a:pt x="297" y="68"/>
                  </a:cubicBezTo>
                  <a:cubicBezTo>
                    <a:pt x="339" y="51"/>
                    <a:pt x="381" y="34"/>
                    <a:pt x="424" y="17"/>
                  </a:cubicBezTo>
                  <a:lnTo>
                    <a:pt x="424" y="17"/>
                  </a:lnTo>
                  <a:cubicBezTo>
                    <a:pt x="416" y="18"/>
                    <a:pt x="407" y="18"/>
                    <a:pt x="398" y="18"/>
                  </a:cubicBezTo>
                  <a:cubicBezTo>
                    <a:pt x="331" y="18"/>
                    <a:pt x="233" y="0"/>
                    <a:pt x="14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3"/>
            <p:cNvSpPr/>
            <p:nvPr/>
          </p:nvSpPr>
          <p:spPr>
            <a:xfrm flipH="1" rot="-4661111">
              <a:off x="4761894" y="3371992"/>
              <a:ext cx="3046" cy="353"/>
            </a:xfrm>
            <a:custGeom>
              <a:rect b="b" l="l" r="r" t="t"/>
              <a:pathLst>
                <a:path extrusionOk="0" h="8" w="69">
                  <a:moveTo>
                    <a:pt x="53" y="0"/>
                  </a:moveTo>
                  <a:cubicBezTo>
                    <a:pt x="38" y="0"/>
                    <a:pt x="18" y="8"/>
                    <a:pt x="1" y="8"/>
                  </a:cubicBezTo>
                  <a:lnTo>
                    <a:pt x="68" y="8"/>
                  </a:lnTo>
                  <a:cubicBezTo>
                    <a:pt x="66" y="2"/>
                    <a:pt x="60" y="0"/>
                    <a:pt x="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3"/>
            <p:cNvSpPr/>
            <p:nvPr/>
          </p:nvSpPr>
          <p:spPr>
            <a:xfrm flipH="1" rot="-4661111">
              <a:off x="4749776" y="3335268"/>
              <a:ext cx="4547" cy="795"/>
            </a:xfrm>
            <a:custGeom>
              <a:rect b="b" l="l" r="r" t="t"/>
              <a:pathLst>
                <a:path extrusionOk="0" h="18" w="103">
                  <a:moveTo>
                    <a:pt x="69" y="1"/>
                  </a:moveTo>
                  <a:cubicBezTo>
                    <a:pt x="60" y="1"/>
                    <a:pt x="1" y="9"/>
                    <a:pt x="9" y="18"/>
                  </a:cubicBezTo>
                  <a:lnTo>
                    <a:pt x="102" y="18"/>
                  </a:lnTo>
                  <a:cubicBezTo>
                    <a:pt x="86" y="18"/>
                    <a:pt x="69" y="9"/>
                    <a:pt x="6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3"/>
            <p:cNvSpPr/>
            <p:nvPr/>
          </p:nvSpPr>
          <p:spPr>
            <a:xfrm flipH="1" rot="-4661111">
              <a:off x="4751132" y="3338552"/>
              <a:ext cx="1545" cy="309"/>
            </a:xfrm>
            <a:custGeom>
              <a:rect b="b" l="l" r="r" t="t"/>
              <a:pathLst>
                <a:path extrusionOk="0" h="7" w="35">
                  <a:moveTo>
                    <a:pt x="0" y="1"/>
                  </a:moveTo>
                  <a:cubicBezTo>
                    <a:pt x="5" y="5"/>
                    <a:pt x="11" y="7"/>
                    <a:pt x="17" y="7"/>
                  </a:cubicBezTo>
                  <a:cubicBezTo>
                    <a:pt x="24" y="7"/>
                    <a:pt x="30" y="5"/>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3"/>
            <p:cNvSpPr/>
            <p:nvPr/>
          </p:nvSpPr>
          <p:spPr>
            <a:xfrm flipH="1" rot="-4661111">
              <a:off x="4751189" y="3335910"/>
              <a:ext cx="397" cy="397"/>
            </a:xfrm>
            <a:custGeom>
              <a:rect b="b" l="l" r="r" t="t"/>
              <a:pathLst>
                <a:path extrusionOk="0" h="9" w="9">
                  <a:moveTo>
                    <a:pt x="0" y="0"/>
                  </a:moveTo>
                  <a:lnTo>
                    <a:pt x="0" y="9"/>
                  </a:lnTo>
                  <a:cubicBezTo>
                    <a:pt x="0" y="9"/>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3"/>
            <p:cNvSpPr/>
            <p:nvPr/>
          </p:nvSpPr>
          <p:spPr>
            <a:xfrm flipH="1" rot="-4661111">
              <a:off x="4738158" y="3276304"/>
              <a:ext cx="2295" cy="795"/>
            </a:xfrm>
            <a:custGeom>
              <a:rect b="b" l="l" r="r" t="t"/>
              <a:pathLst>
                <a:path extrusionOk="0" h="18" w="52">
                  <a:moveTo>
                    <a:pt x="1" y="1"/>
                  </a:moveTo>
                  <a:cubicBezTo>
                    <a:pt x="18" y="9"/>
                    <a:pt x="35" y="9"/>
                    <a:pt x="52" y="18"/>
                  </a:cubicBezTo>
                  <a:cubicBezTo>
                    <a:pt x="52" y="1"/>
                    <a:pt x="18"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3"/>
            <p:cNvSpPr/>
            <p:nvPr/>
          </p:nvSpPr>
          <p:spPr>
            <a:xfrm flipH="1" rot="-4661111">
              <a:off x="4742684" y="3212806"/>
              <a:ext cx="1148" cy="750"/>
            </a:xfrm>
            <a:custGeom>
              <a:rect b="b" l="l" r="r" t="t"/>
              <a:pathLst>
                <a:path extrusionOk="0" h="17" w="26">
                  <a:moveTo>
                    <a:pt x="0" y="0"/>
                  </a:moveTo>
                  <a:cubicBezTo>
                    <a:pt x="0" y="8"/>
                    <a:pt x="17" y="17"/>
                    <a:pt x="25" y="17"/>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3"/>
            <p:cNvSpPr/>
            <p:nvPr/>
          </p:nvSpPr>
          <p:spPr>
            <a:xfrm flipH="1" rot="-4661111">
              <a:off x="4759936" y="3190075"/>
              <a:ext cx="397" cy="44"/>
            </a:xfrm>
            <a:custGeom>
              <a:rect b="b" l="l" r="r" t="t"/>
              <a:pathLst>
                <a:path extrusionOk="0" h="1" w="9">
                  <a:moveTo>
                    <a:pt x="9" y="1"/>
                  </a:moveTo>
                  <a:cubicBezTo>
                    <a:pt x="9" y="1"/>
                    <a:pt x="0" y="1"/>
                    <a:pt x="0" y="1"/>
                  </a:cubicBezTo>
                  <a:cubicBezTo>
                    <a:pt x="0" y="1"/>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3"/>
            <p:cNvSpPr/>
            <p:nvPr/>
          </p:nvSpPr>
          <p:spPr>
            <a:xfrm flipH="1" rot="-4661111">
              <a:off x="4757161" y="3185793"/>
              <a:ext cx="7151" cy="1236"/>
            </a:xfrm>
            <a:custGeom>
              <a:rect b="b" l="l" r="r" t="t"/>
              <a:pathLst>
                <a:path extrusionOk="0" h="28" w="162">
                  <a:moveTo>
                    <a:pt x="53" y="0"/>
                  </a:moveTo>
                  <a:cubicBezTo>
                    <a:pt x="49" y="0"/>
                    <a:pt x="46" y="1"/>
                    <a:pt x="43" y="2"/>
                  </a:cubicBezTo>
                  <a:lnTo>
                    <a:pt x="1" y="2"/>
                  </a:lnTo>
                  <a:cubicBezTo>
                    <a:pt x="51" y="19"/>
                    <a:pt x="102" y="27"/>
                    <a:pt x="161" y="27"/>
                  </a:cubicBezTo>
                  <a:cubicBezTo>
                    <a:pt x="139" y="27"/>
                    <a:pt x="83" y="0"/>
                    <a:pt x="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5" name="Shape 4575"/>
        <p:cNvGrpSpPr/>
        <p:nvPr/>
      </p:nvGrpSpPr>
      <p:grpSpPr>
        <a:xfrm>
          <a:off x="0" y="0"/>
          <a:ext cx="0" cy="0"/>
          <a:chOff x="0" y="0"/>
          <a:chExt cx="0" cy="0"/>
        </a:xfrm>
      </p:grpSpPr>
      <p:sp>
        <p:nvSpPr>
          <p:cNvPr id="4576" name="Google Shape;4576;p54"/>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PATIENT MONITORING</a:t>
            </a:r>
            <a:endParaRPr/>
          </a:p>
        </p:txBody>
      </p:sp>
      <p:grpSp>
        <p:nvGrpSpPr>
          <p:cNvPr id="4577" name="Google Shape;4577;p54"/>
          <p:cNvGrpSpPr/>
          <p:nvPr/>
        </p:nvGrpSpPr>
        <p:grpSpPr>
          <a:xfrm>
            <a:off x="4005870" y="1541667"/>
            <a:ext cx="1132250" cy="3069877"/>
            <a:chOff x="6530967" y="2825758"/>
            <a:chExt cx="577856" cy="1566743"/>
          </a:xfrm>
        </p:grpSpPr>
        <p:grpSp>
          <p:nvGrpSpPr>
            <p:cNvPr id="4578" name="Google Shape;4578;p54"/>
            <p:cNvGrpSpPr/>
            <p:nvPr/>
          </p:nvGrpSpPr>
          <p:grpSpPr>
            <a:xfrm>
              <a:off x="6530967" y="2825758"/>
              <a:ext cx="577856" cy="1566743"/>
              <a:chOff x="6530967" y="2825758"/>
              <a:chExt cx="577856" cy="1566743"/>
            </a:xfrm>
          </p:grpSpPr>
          <p:sp>
            <p:nvSpPr>
              <p:cNvPr id="4579" name="Google Shape;4579;p54"/>
              <p:cNvSpPr/>
              <p:nvPr/>
            </p:nvSpPr>
            <p:spPr>
              <a:xfrm>
                <a:off x="6624071" y="2830282"/>
                <a:ext cx="391673" cy="1562220"/>
              </a:xfrm>
              <a:custGeom>
                <a:rect b="b" l="l" r="r" t="t"/>
                <a:pathLst>
                  <a:path extrusionOk="0" h="61815" w="15498">
                    <a:moveTo>
                      <a:pt x="0" y="1"/>
                    </a:moveTo>
                    <a:lnTo>
                      <a:pt x="0" y="55145"/>
                    </a:lnTo>
                    <a:cubicBezTo>
                      <a:pt x="6" y="58823"/>
                      <a:pt x="2986" y="61803"/>
                      <a:pt x="6664" y="61809"/>
                    </a:cubicBezTo>
                    <a:lnTo>
                      <a:pt x="8833" y="61814"/>
                    </a:lnTo>
                    <a:cubicBezTo>
                      <a:pt x="12511" y="61809"/>
                      <a:pt x="15492" y="58828"/>
                      <a:pt x="15497" y="55150"/>
                    </a:cubicBezTo>
                    <a:lnTo>
                      <a:pt x="1549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4"/>
              <p:cNvSpPr/>
              <p:nvPr/>
            </p:nvSpPr>
            <p:spPr>
              <a:xfrm>
                <a:off x="6530967" y="2825758"/>
                <a:ext cx="577856" cy="89389"/>
              </a:xfrm>
              <a:custGeom>
                <a:rect b="b" l="l" r="r" t="t"/>
                <a:pathLst>
                  <a:path extrusionOk="0" h="3537" w="22865">
                    <a:moveTo>
                      <a:pt x="1766" y="0"/>
                    </a:moveTo>
                    <a:cubicBezTo>
                      <a:pt x="791" y="0"/>
                      <a:pt x="1" y="796"/>
                      <a:pt x="1" y="1771"/>
                    </a:cubicBezTo>
                    <a:cubicBezTo>
                      <a:pt x="1" y="2741"/>
                      <a:pt x="791" y="3537"/>
                      <a:pt x="1766" y="3537"/>
                    </a:cubicBezTo>
                    <a:lnTo>
                      <a:pt x="21099" y="3537"/>
                    </a:lnTo>
                    <a:cubicBezTo>
                      <a:pt x="22075" y="3537"/>
                      <a:pt x="22865" y="2741"/>
                      <a:pt x="22865" y="1771"/>
                    </a:cubicBezTo>
                    <a:cubicBezTo>
                      <a:pt x="22865" y="796"/>
                      <a:pt x="22075" y="0"/>
                      <a:pt x="210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1" name="Google Shape;4581;p54"/>
            <p:cNvSpPr/>
            <p:nvPr/>
          </p:nvSpPr>
          <p:spPr>
            <a:xfrm>
              <a:off x="6687278" y="3011107"/>
              <a:ext cx="265260" cy="1318188"/>
            </a:xfrm>
            <a:custGeom>
              <a:rect b="b" l="l" r="r" t="t"/>
              <a:pathLst>
                <a:path extrusionOk="0" h="52159" w="10496">
                  <a:moveTo>
                    <a:pt x="0" y="0"/>
                  </a:moveTo>
                  <a:lnTo>
                    <a:pt x="0" y="47990"/>
                  </a:lnTo>
                  <a:cubicBezTo>
                    <a:pt x="0" y="50289"/>
                    <a:pt x="1864" y="52158"/>
                    <a:pt x="4163" y="52158"/>
                  </a:cubicBezTo>
                  <a:lnTo>
                    <a:pt x="6332" y="52158"/>
                  </a:lnTo>
                  <a:cubicBezTo>
                    <a:pt x="8631" y="52158"/>
                    <a:pt x="10495" y="50289"/>
                    <a:pt x="10495" y="47990"/>
                  </a:cubicBezTo>
                  <a:lnTo>
                    <a:pt x="1049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4"/>
            <p:cNvSpPr/>
            <p:nvPr/>
          </p:nvSpPr>
          <p:spPr>
            <a:xfrm>
              <a:off x="6687278" y="3325497"/>
              <a:ext cx="265260" cy="1003798"/>
            </a:xfrm>
            <a:custGeom>
              <a:rect b="b" l="l" r="r" t="t"/>
              <a:pathLst>
                <a:path extrusionOk="0" h="39719" w="10496">
                  <a:moveTo>
                    <a:pt x="0" y="0"/>
                  </a:moveTo>
                  <a:lnTo>
                    <a:pt x="0" y="35778"/>
                  </a:lnTo>
                  <a:cubicBezTo>
                    <a:pt x="0" y="37958"/>
                    <a:pt x="1864" y="39718"/>
                    <a:pt x="4163" y="39718"/>
                  </a:cubicBezTo>
                  <a:lnTo>
                    <a:pt x="6332" y="39718"/>
                  </a:lnTo>
                  <a:cubicBezTo>
                    <a:pt x="8631" y="39718"/>
                    <a:pt x="10495" y="37953"/>
                    <a:pt x="10495" y="35778"/>
                  </a:cubicBezTo>
                  <a:lnTo>
                    <a:pt x="104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4"/>
            <p:cNvSpPr/>
            <p:nvPr/>
          </p:nvSpPr>
          <p:spPr>
            <a:xfrm>
              <a:off x="6687278" y="3749089"/>
              <a:ext cx="265260" cy="580206"/>
            </a:xfrm>
            <a:custGeom>
              <a:rect b="b" l="l" r="r" t="t"/>
              <a:pathLst>
                <a:path extrusionOk="0" h="22958" w="10496">
                  <a:moveTo>
                    <a:pt x="0" y="1"/>
                  </a:moveTo>
                  <a:lnTo>
                    <a:pt x="0" y="19344"/>
                  </a:lnTo>
                  <a:cubicBezTo>
                    <a:pt x="0" y="21339"/>
                    <a:pt x="1864" y="22957"/>
                    <a:pt x="4163" y="22957"/>
                  </a:cubicBezTo>
                  <a:lnTo>
                    <a:pt x="6332" y="22957"/>
                  </a:lnTo>
                  <a:cubicBezTo>
                    <a:pt x="8631" y="22957"/>
                    <a:pt x="10495" y="21339"/>
                    <a:pt x="10495" y="19344"/>
                  </a:cubicBezTo>
                  <a:lnTo>
                    <a:pt x="1049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4"/>
            <p:cNvSpPr/>
            <p:nvPr/>
          </p:nvSpPr>
          <p:spPr>
            <a:xfrm>
              <a:off x="6687278" y="4160980"/>
              <a:ext cx="265260" cy="168315"/>
            </a:xfrm>
            <a:custGeom>
              <a:rect b="b" l="l" r="r" t="t"/>
              <a:pathLst>
                <a:path extrusionOk="0" h="6660" w="10496">
                  <a:moveTo>
                    <a:pt x="0" y="0"/>
                  </a:moveTo>
                  <a:lnTo>
                    <a:pt x="0" y="2959"/>
                  </a:lnTo>
                  <a:cubicBezTo>
                    <a:pt x="0" y="5003"/>
                    <a:pt x="1864" y="6659"/>
                    <a:pt x="4163" y="6659"/>
                  </a:cubicBezTo>
                  <a:lnTo>
                    <a:pt x="6332" y="6659"/>
                  </a:lnTo>
                  <a:cubicBezTo>
                    <a:pt x="8631" y="6659"/>
                    <a:pt x="10495" y="5003"/>
                    <a:pt x="10495" y="2959"/>
                  </a:cubicBezTo>
                  <a:lnTo>
                    <a:pt x="104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585" name="Google Shape;4585;p54"/>
          <p:cNvCxnSpPr/>
          <p:nvPr/>
        </p:nvCxnSpPr>
        <p:spPr>
          <a:xfrm>
            <a:off x="4571999" y="2226225"/>
            <a:ext cx="1795200" cy="0"/>
          </a:xfrm>
          <a:prstGeom prst="straightConnector1">
            <a:avLst/>
          </a:prstGeom>
          <a:noFill/>
          <a:ln cap="flat" cmpd="sng" w="28575">
            <a:solidFill>
              <a:schemeClr val="lt1"/>
            </a:solidFill>
            <a:prstDash val="solid"/>
            <a:round/>
            <a:headEnd len="med" w="med" type="none"/>
            <a:tailEnd len="med" w="med" type="none"/>
          </a:ln>
        </p:spPr>
      </p:cxnSp>
      <p:cxnSp>
        <p:nvCxnSpPr>
          <p:cNvPr id="4586" name="Google Shape;4586;p54"/>
          <p:cNvCxnSpPr/>
          <p:nvPr/>
        </p:nvCxnSpPr>
        <p:spPr>
          <a:xfrm>
            <a:off x="4571999" y="3803325"/>
            <a:ext cx="1795200" cy="0"/>
          </a:xfrm>
          <a:prstGeom prst="straightConnector1">
            <a:avLst/>
          </a:prstGeom>
          <a:noFill/>
          <a:ln cap="flat" cmpd="sng" w="28575">
            <a:solidFill>
              <a:schemeClr val="lt1"/>
            </a:solidFill>
            <a:prstDash val="solid"/>
            <a:round/>
            <a:headEnd len="med" w="med" type="none"/>
            <a:tailEnd len="med" w="med" type="none"/>
          </a:ln>
        </p:spPr>
      </p:cxnSp>
      <p:cxnSp>
        <p:nvCxnSpPr>
          <p:cNvPr id="4587" name="Google Shape;4587;p54"/>
          <p:cNvCxnSpPr/>
          <p:nvPr/>
        </p:nvCxnSpPr>
        <p:spPr>
          <a:xfrm>
            <a:off x="2776799" y="2742475"/>
            <a:ext cx="1795200" cy="0"/>
          </a:xfrm>
          <a:prstGeom prst="straightConnector1">
            <a:avLst/>
          </a:prstGeom>
          <a:noFill/>
          <a:ln cap="flat" cmpd="sng" w="28575">
            <a:solidFill>
              <a:schemeClr val="lt1"/>
            </a:solidFill>
            <a:prstDash val="solid"/>
            <a:round/>
            <a:headEnd len="med" w="med" type="none"/>
            <a:tailEnd len="med" w="med" type="none"/>
          </a:ln>
        </p:spPr>
      </p:cxnSp>
      <p:cxnSp>
        <p:nvCxnSpPr>
          <p:cNvPr id="4588" name="Google Shape;4588;p54"/>
          <p:cNvCxnSpPr/>
          <p:nvPr/>
        </p:nvCxnSpPr>
        <p:spPr>
          <a:xfrm>
            <a:off x="2776799" y="4319575"/>
            <a:ext cx="1795200" cy="0"/>
          </a:xfrm>
          <a:prstGeom prst="straightConnector1">
            <a:avLst/>
          </a:prstGeom>
          <a:noFill/>
          <a:ln cap="flat" cmpd="sng" w="28575">
            <a:solidFill>
              <a:schemeClr val="lt1"/>
            </a:solidFill>
            <a:prstDash val="solid"/>
            <a:round/>
            <a:headEnd len="med" w="med" type="none"/>
            <a:tailEnd len="med" w="med" type="none"/>
          </a:ln>
        </p:spPr>
      </p:cxnSp>
      <p:sp>
        <p:nvSpPr>
          <p:cNvPr id="4589" name="Google Shape;4589;p54"/>
          <p:cNvSpPr txBox="1"/>
          <p:nvPr/>
        </p:nvSpPr>
        <p:spPr>
          <a:xfrm>
            <a:off x="6429975" y="1889075"/>
            <a:ext cx="1899300" cy="921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rgbClr val="FFFFFF"/>
                </a:solidFill>
                <a:latin typeface="Be Vietnam"/>
                <a:ea typeface="Be Vietnam"/>
                <a:cs typeface="Be Vietnam"/>
                <a:sym typeface="Be Vietnam"/>
              </a:rPr>
              <a:t>Despite being red, Mars is a cold place</a:t>
            </a:r>
            <a:r>
              <a:rPr lang="en">
                <a:solidFill>
                  <a:srgbClr val="5A64C3"/>
                </a:solidFill>
                <a:latin typeface="Open Sans"/>
                <a:ea typeface="Open Sans"/>
                <a:cs typeface="Open Sans"/>
                <a:sym typeface="Open Sans"/>
              </a:rPr>
              <a:t> </a:t>
            </a:r>
            <a:endParaRPr>
              <a:solidFill>
                <a:srgbClr val="5A64C3"/>
              </a:solidFill>
              <a:latin typeface="Open Sans"/>
              <a:ea typeface="Open Sans"/>
              <a:cs typeface="Open Sans"/>
              <a:sym typeface="Open Sans"/>
            </a:endParaRPr>
          </a:p>
        </p:txBody>
      </p:sp>
      <p:sp>
        <p:nvSpPr>
          <p:cNvPr id="4590" name="Google Shape;4590;p54"/>
          <p:cNvSpPr txBox="1"/>
          <p:nvPr/>
        </p:nvSpPr>
        <p:spPr>
          <a:xfrm>
            <a:off x="6429971" y="1541675"/>
            <a:ext cx="1295400" cy="347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rgbClr val="D19A78"/>
                </a:solidFill>
                <a:latin typeface="Poiret One"/>
                <a:ea typeface="Poiret One"/>
                <a:cs typeface="Poiret One"/>
                <a:sym typeface="Poiret One"/>
              </a:rPr>
              <a:t>MARS</a:t>
            </a:r>
            <a:endParaRPr b="1" sz="2200">
              <a:solidFill>
                <a:srgbClr val="5A64C3"/>
              </a:solidFill>
              <a:latin typeface="Lato"/>
              <a:ea typeface="Lato"/>
              <a:cs typeface="Lato"/>
              <a:sym typeface="Lato"/>
            </a:endParaRPr>
          </a:p>
        </p:txBody>
      </p:sp>
      <p:sp>
        <p:nvSpPr>
          <p:cNvPr id="4591" name="Google Shape;4591;p54"/>
          <p:cNvSpPr txBox="1"/>
          <p:nvPr/>
        </p:nvSpPr>
        <p:spPr>
          <a:xfrm>
            <a:off x="6429975" y="3518200"/>
            <a:ext cx="1899300" cy="921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rgbClr val="FFFFFF"/>
                </a:solidFill>
                <a:latin typeface="Be Vietnam"/>
                <a:ea typeface="Be Vietnam"/>
                <a:cs typeface="Be Vietnam"/>
                <a:sym typeface="Be Vietnam"/>
              </a:rPr>
              <a:t>Jupiter is a gas giant and the biggest one</a:t>
            </a:r>
            <a:endParaRPr>
              <a:solidFill>
                <a:srgbClr val="5A64C3"/>
              </a:solidFill>
              <a:latin typeface="Open Sans"/>
              <a:ea typeface="Open Sans"/>
              <a:cs typeface="Open Sans"/>
              <a:sym typeface="Open Sans"/>
            </a:endParaRPr>
          </a:p>
        </p:txBody>
      </p:sp>
      <p:sp>
        <p:nvSpPr>
          <p:cNvPr id="4592" name="Google Shape;4592;p54"/>
          <p:cNvSpPr txBox="1"/>
          <p:nvPr/>
        </p:nvSpPr>
        <p:spPr>
          <a:xfrm>
            <a:off x="6429971" y="3167425"/>
            <a:ext cx="1295400" cy="347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rgbClr val="D19A78"/>
                </a:solidFill>
                <a:latin typeface="Poiret One"/>
                <a:ea typeface="Poiret One"/>
                <a:cs typeface="Poiret One"/>
                <a:sym typeface="Poiret One"/>
              </a:rPr>
              <a:t>JUPITER</a:t>
            </a:r>
            <a:endParaRPr b="1" sz="2200">
              <a:solidFill>
                <a:srgbClr val="5A64C3"/>
              </a:solidFill>
              <a:latin typeface="Lato"/>
              <a:ea typeface="Lato"/>
              <a:cs typeface="Lato"/>
              <a:sym typeface="Lato"/>
            </a:endParaRPr>
          </a:p>
        </p:txBody>
      </p:sp>
      <p:sp>
        <p:nvSpPr>
          <p:cNvPr id="4593" name="Google Shape;4593;p54"/>
          <p:cNvSpPr txBox="1"/>
          <p:nvPr/>
        </p:nvSpPr>
        <p:spPr>
          <a:xfrm>
            <a:off x="877500" y="3816625"/>
            <a:ext cx="1899300" cy="921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rgbClr val="FFFFFF"/>
                </a:solidFill>
                <a:latin typeface="Be Vietnam"/>
                <a:ea typeface="Be Vietnam"/>
                <a:cs typeface="Be Vietnam"/>
                <a:sym typeface="Be Vietnam"/>
              </a:rPr>
              <a:t>Venus is the second planet from the Sun</a:t>
            </a:r>
            <a:endParaRPr>
              <a:solidFill>
                <a:srgbClr val="5A64C3"/>
              </a:solidFill>
              <a:latin typeface="Open Sans"/>
              <a:ea typeface="Open Sans"/>
              <a:cs typeface="Open Sans"/>
              <a:sym typeface="Open Sans"/>
            </a:endParaRPr>
          </a:p>
        </p:txBody>
      </p:sp>
      <p:sp>
        <p:nvSpPr>
          <p:cNvPr id="4594" name="Google Shape;4594;p54"/>
          <p:cNvSpPr txBox="1"/>
          <p:nvPr/>
        </p:nvSpPr>
        <p:spPr>
          <a:xfrm>
            <a:off x="1481396" y="3514825"/>
            <a:ext cx="1295400" cy="301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200">
                <a:solidFill>
                  <a:srgbClr val="D19A78"/>
                </a:solidFill>
                <a:latin typeface="Poiret One"/>
                <a:ea typeface="Poiret One"/>
                <a:cs typeface="Poiret One"/>
                <a:sym typeface="Poiret One"/>
              </a:rPr>
              <a:t>VENUS</a:t>
            </a:r>
            <a:endParaRPr b="1" sz="2200">
              <a:solidFill>
                <a:srgbClr val="5A64C3"/>
              </a:solidFill>
              <a:latin typeface="Lato"/>
              <a:ea typeface="Lato"/>
              <a:cs typeface="Lato"/>
              <a:sym typeface="Lato"/>
            </a:endParaRPr>
          </a:p>
        </p:txBody>
      </p:sp>
      <p:sp>
        <p:nvSpPr>
          <p:cNvPr id="4595" name="Google Shape;4595;p54"/>
          <p:cNvSpPr txBox="1"/>
          <p:nvPr/>
        </p:nvSpPr>
        <p:spPr>
          <a:xfrm>
            <a:off x="877463" y="2346575"/>
            <a:ext cx="1899300" cy="921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rgbClr val="FFFFFF"/>
                </a:solidFill>
                <a:latin typeface="Be Vietnam"/>
                <a:ea typeface="Be Vietnam"/>
                <a:cs typeface="Be Vietnam"/>
                <a:sym typeface="Be Vietnam"/>
              </a:rPr>
              <a:t>Mercury is the closest planet to the Sun</a:t>
            </a:r>
            <a:endParaRPr>
              <a:solidFill>
                <a:srgbClr val="5A64C3"/>
              </a:solidFill>
              <a:latin typeface="Open Sans"/>
              <a:ea typeface="Open Sans"/>
              <a:cs typeface="Open Sans"/>
              <a:sym typeface="Open Sans"/>
            </a:endParaRPr>
          </a:p>
        </p:txBody>
      </p:sp>
      <p:sp>
        <p:nvSpPr>
          <p:cNvPr id="4596" name="Google Shape;4596;p54"/>
          <p:cNvSpPr txBox="1"/>
          <p:nvPr/>
        </p:nvSpPr>
        <p:spPr>
          <a:xfrm>
            <a:off x="1481434" y="1995800"/>
            <a:ext cx="1295400" cy="347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200">
                <a:solidFill>
                  <a:srgbClr val="D19A78"/>
                </a:solidFill>
                <a:latin typeface="Poiret One"/>
                <a:ea typeface="Poiret One"/>
                <a:cs typeface="Poiret One"/>
                <a:sym typeface="Poiret One"/>
              </a:rPr>
              <a:t>MERCURY</a:t>
            </a:r>
            <a:endParaRPr b="1" sz="2200">
              <a:solidFill>
                <a:srgbClr val="5A64C3"/>
              </a:solidFill>
              <a:latin typeface="Lato"/>
              <a:ea typeface="Lato"/>
              <a:cs typeface="Lato"/>
              <a:sym typeface="Lato"/>
            </a:endParaRPr>
          </a:p>
        </p:txBody>
      </p:sp>
      <p:grpSp>
        <p:nvGrpSpPr>
          <p:cNvPr id="4597" name="Google Shape;4597;p54"/>
          <p:cNvGrpSpPr/>
          <p:nvPr/>
        </p:nvGrpSpPr>
        <p:grpSpPr>
          <a:xfrm>
            <a:off x="4496653" y="-507856"/>
            <a:ext cx="4847290" cy="2895761"/>
            <a:chOff x="5102433" y="-413675"/>
            <a:chExt cx="4255368" cy="2542148"/>
          </a:xfrm>
        </p:grpSpPr>
        <p:sp>
          <p:nvSpPr>
            <p:cNvPr id="4598" name="Google Shape;4598;p54"/>
            <p:cNvSpPr/>
            <p:nvPr/>
          </p:nvSpPr>
          <p:spPr>
            <a:xfrm rot="8374331">
              <a:off x="5361995" y="511674"/>
              <a:ext cx="92960" cy="58071"/>
            </a:xfrm>
            <a:custGeom>
              <a:rect b="b" l="l" r="r" t="t"/>
              <a:pathLst>
                <a:path extrusionOk="0" h="1769" w="3080">
                  <a:moveTo>
                    <a:pt x="0" y="0"/>
                  </a:moveTo>
                  <a:cubicBezTo>
                    <a:pt x="94" y="58"/>
                    <a:pt x="172" y="105"/>
                    <a:pt x="237" y="144"/>
                  </a:cubicBezTo>
                  <a:lnTo>
                    <a:pt x="237" y="144"/>
                  </a:lnTo>
                  <a:cubicBezTo>
                    <a:pt x="139" y="77"/>
                    <a:pt x="63" y="31"/>
                    <a:pt x="0" y="0"/>
                  </a:cubicBezTo>
                  <a:close/>
                  <a:moveTo>
                    <a:pt x="1302" y="723"/>
                  </a:moveTo>
                  <a:lnTo>
                    <a:pt x="1413" y="787"/>
                  </a:lnTo>
                  <a:cubicBezTo>
                    <a:pt x="1363" y="757"/>
                    <a:pt x="1327" y="737"/>
                    <a:pt x="1302" y="723"/>
                  </a:cubicBezTo>
                  <a:close/>
                  <a:moveTo>
                    <a:pt x="237" y="144"/>
                  </a:moveTo>
                  <a:lnTo>
                    <a:pt x="237" y="144"/>
                  </a:lnTo>
                  <a:cubicBezTo>
                    <a:pt x="246" y="149"/>
                    <a:pt x="254" y="155"/>
                    <a:pt x="262" y="161"/>
                  </a:cubicBezTo>
                  <a:cubicBezTo>
                    <a:pt x="482" y="293"/>
                    <a:pt x="670" y="425"/>
                    <a:pt x="651" y="425"/>
                  </a:cubicBezTo>
                  <a:cubicBezTo>
                    <a:pt x="648" y="425"/>
                    <a:pt x="640" y="421"/>
                    <a:pt x="626" y="415"/>
                  </a:cubicBezTo>
                  <a:lnTo>
                    <a:pt x="626" y="415"/>
                  </a:lnTo>
                  <a:cubicBezTo>
                    <a:pt x="888" y="567"/>
                    <a:pt x="1015" y="651"/>
                    <a:pt x="1100" y="694"/>
                  </a:cubicBezTo>
                  <a:cubicBezTo>
                    <a:pt x="1142" y="719"/>
                    <a:pt x="1193" y="736"/>
                    <a:pt x="1244" y="745"/>
                  </a:cubicBezTo>
                  <a:cubicBezTo>
                    <a:pt x="1494" y="873"/>
                    <a:pt x="1744" y="1027"/>
                    <a:pt x="1718" y="1027"/>
                  </a:cubicBezTo>
                  <a:cubicBezTo>
                    <a:pt x="1708" y="1027"/>
                    <a:pt x="1657" y="1004"/>
                    <a:pt x="1548" y="948"/>
                  </a:cubicBezTo>
                  <a:lnTo>
                    <a:pt x="1548" y="948"/>
                  </a:lnTo>
                  <a:lnTo>
                    <a:pt x="2530" y="1489"/>
                  </a:lnTo>
                  <a:lnTo>
                    <a:pt x="1954" y="1142"/>
                  </a:lnTo>
                  <a:lnTo>
                    <a:pt x="1954" y="1142"/>
                  </a:lnTo>
                  <a:cubicBezTo>
                    <a:pt x="2123" y="1210"/>
                    <a:pt x="2876" y="1692"/>
                    <a:pt x="3079" y="1768"/>
                  </a:cubicBezTo>
                  <a:lnTo>
                    <a:pt x="2022" y="1159"/>
                  </a:lnTo>
                  <a:lnTo>
                    <a:pt x="2022" y="1159"/>
                  </a:lnTo>
                  <a:lnTo>
                    <a:pt x="2081" y="1184"/>
                  </a:lnTo>
                  <a:cubicBezTo>
                    <a:pt x="1836" y="1049"/>
                    <a:pt x="1371" y="778"/>
                    <a:pt x="1210" y="685"/>
                  </a:cubicBezTo>
                  <a:lnTo>
                    <a:pt x="1210" y="685"/>
                  </a:lnTo>
                  <a:cubicBezTo>
                    <a:pt x="1235" y="691"/>
                    <a:pt x="1232" y="684"/>
                    <a:pt x="1302" y="723"/>
                  </a:cubicBezTo>
                  <a:lnTo>
                    <a:pt x="1302" y="723"/>
                  </a:lnTo>
                  <a:lnTo>
                    <a:pt x="1032" y="567"/>
                  </a:lnTo>
                  <a:lnTo>
                    <a:pt x="804" y="440"/>
                  </a:lnTo>
                  <a:cubicBezTo>
                    <a:pt x="753" y="398"/>
                    <a:pt x="694" y="372"/>
                    <a:pt x="626" y="347"/>
                  </a:cubicBezTo>
                  <a:cubicBezTo>
                    <a:pt x="571" y="326"/>
                    <a:pt x="538" y="322"/>
                    <a:pt x="237" y="14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4"/>
            <p:cNvSpPr/>
            <p:nvPr/>
          </p:nvSpPr>
          <p:spPr>
            <a:xfrm rot="8374331">
              <a:off x="5478416" y="486281"/>
              <a:ext cx="84479" cy="55970"/>
            </a:xfrm>
            <a:custGeom>
              <a:rect b="b" l="l" r="r" t="t"/>
              <a:pathLst>
                <a:path extrusionOk="0" h="1705" w="2799">
                  <a:moveTo>
                    <a:pt x="1377" y="758"/>
                  </a:moveTo>
                  <a:cubicBezTo>
                    <a:pt x="1393" y="771"/>
                    <a:pt x="1410" y="785"/>
                    <a:pt x="1429" y="799"/>
                  </a:cubicBezTo>
                  <a:lnTo>
                    <a:pt x="1429" y="799"/>
                  </a:lnTo>
                  <a:cubicBezTo>
                    <a:pt x="1414" y="787"/>
                    <a:pt x="1397" y="773"/>
                    <a:pt x="1377" y="758"/>
                  </a:cubicBezTo>
                  <a:close/>
                  <a:moveTo>
                    <a:pt x="4" y="0"/>
                  </a:moveTo>
                  <a:cubicBezTo>
                    <a:pt x="0" y="0"/>
                    <a:pt x="8" y="9"/>
                    <a:pt x="32" y="30"/>
                  </a:cubicBezTo>
                  <a:cubicBezTo>
                    <a:pt x="599" y="411"/>
                    <a:pt x="675" y="470"/>
                    <a:pt x="1039" y="690"/>
                  </a:cubicBezTo>
                  <a:cubicBezTo>
                    <a:pt x="1546" y="1054"/>
                    <a:pt x="1935" y="1290"/>
                    <a:pt x="2172" y="1451"/>
                  </a:cubicBezTo>
                  <a:cubicBezTo>
                    <a:pt x="2333" y="1553"/>
                    <a:pt x="2367" y="1544"/>
                    <a:pt x="2561" y="1663"/>
                  </a:cubicBezTo>
                  <a:lnTo>
                    <a:pt x="2426" y="1578"/>
                  </a:lnTo>
                  <a:lnTo>
                    <a:pt x="2426" y="1527"/>
                  </a:lnTo>
                  <a:cubicBezTo>
                    <a:pt x="2257" y="1434"/>
                    <a:pt x="2104" y="1333"/>
                    <a:pt x="1918" y="1214"/>
                  </a:cubicBezTo>
                  <a:lnTo>
                    <a:pt x="1918" y="1214"/>
                  </a:lnTo>
                  <a:lnTo>
                    <a:pt x="2798" y="1705"/>
                  </a:lnTo>
                  <a:cubicBezTo>
                    <a:pt x="2671" y="1595"/>
                    <a:pt x="2400" y="1426"/>
                    <a:pt x="2113" y="1240"/>
                  </a:cubicBezTo>
                  <a:cubicBezTo>
                    <a:pt x="1855" y="1081"/>
                    <a:pt x="1591" y="921"/>
                    <a:pt x="1429" y="799"/>
                  </a:cubicBezTo>
                  <a:lnTo>
                    <a:pt x="1429" y="799"/>
                  </a:lnTo>
                  <a:cubicBezTo>
                    <a:pt x="1492" y="849"/>
                    <a:pt x="1505" y="864"/>
                    <a:pt x="1499" y="864"/>
                  </a:cubicBezTo>
                  <a:cubicBezTo>
                    <a:pt x="1493" y="864"/>
                    <a:pt x="1468" y="850"/>
                    <a:pt x="1453" y="842"/>
                  </a:cubicBezTo>
                  <a:cubicBezTo>
                    <a:pt x="1447" y="839"/>
                    <a:pt x="1443" y="837"/>
                    <a:pt x="1441" y="837"/>
                  </a:cubicBezTo>
                  <a:lnTo>
                    <a:pt x="1441" y="837"/>
                  </a:lnTo>
                  <a:cubicBezTo>
                    <a:pt x="1437" y="837"/>
                    <a:pt x="1445" y="845"/>
                    <a:pt x="1478" y="868"/>
                  </a:cubicBezTo>
                  <a:cubicBezTo>
                    <a:pt x="1521" y="901"/>
                    <a:pt x="1622" y="977"/>
                    <a:pt x="1825" y="1113"/>
                  </a:cubicBezTo>
                  <a:cubicBezTo>
                    <a:pt x="1673" y="1037"/>
                    <a:pt x="1521" y="952"/>
                    <a:pt x="1368" y="868"/>
                  </a:cubicBezTo>
                  <a:lnTo>
                    <a:pt x="666" y="377"/>
                  </a:lnTo>
                  <a:cubicBezTo>
                    <a:pt x="654" y="377"/>
                    <a:pt x="368" y="195"/>
                    <a:pt x="354" y="195"/>
                  </a:cubicBezTo>
                  <a:lnTo>
                    <a:pt x="354" y="195"/>
                  </a:lnTo>
                  <a:cubicBezTo>
                    <a:pt x="349" y="195"/>
                    <a:pt x="379" y="219"/>
                    <a:pt x="472" y="284"/>
                  </a:cubicBezTo>
                  <a:cubicBezTo>
                    <a:pt x="539" y="326"/>
                    <a:pt x="683" y="419"/>
                    <a:pt x="793" y="495"/>
                  </a:cubicBezTo>
                  <a:cubicBezTo>
                    <a:pt x="704" y="473"/>
                    <a:pt x="34" y="0"/>
                    <a:pt x="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4"/>
            <p:cNvSpPr/>
            <p:nvPr/>
          </p:nvSpPr>
          <p:spPr>
            <a:xfrm rot="8374331">
              <a:off x="5469486" y="524295"/>
              <a:ext cx="785" cy="295"/>
            </a:xfrm>
            <a:custGeom>
              <a:rect b="b" l="l" r="r" t="t"/>
              <a:pathLst>
                <a:path extrusionOk="0" h="9" w="26">
                  <a:moveTo>
                    <a:pt x="0" y="0"/>
                  </a:moveTo>
                  <a:lnTo>
                    <a:pt x="26"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4"/>
            <p:cNvSpPr/>
            <p:nvPr/>
          </p:nvSpPr>
          <p:spPr>
            <a:xfrm rot="8374331">
              <a:off x="9223481" y="1486935"/>
              <a:ext cx="4557" cy="9815"/>
            </a:xfrm>
            <a:custGeom>
              <a:rect b="b" l="l" r="r" t="t"/>
              <a:pathLst>
                <a:path extrusionOk="0" h="299" w="151">
                  <a:moveTo>
                    <a:pt x="151" y="1"/>
                  </a:moveTo>
                  <a:cubicBezTo>
                    <a:pt x="34" y="228"/>
                    <a:pt x="1" y="298"/>
                    <a:pt x="6" y="298"/>
                  </a:cubicBezTo>
                  <a:cubicBezTo>
                    <a:pt x="7" y="298"/>
                    <a:pt x="11" y="295"/>
                    <a:pt x="15" y="288"/>
                  </a:cubicBezTo>
                  <a:cubicBezTo>
                    <a:pt x="58" y="187"/>
                    <a:pt x="108" y="94"/>
                    <a:pt x="15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4"/>
            <p:cNvSpPr/>
            <p:nvPr/>
          </p:nvSpPr>
          <p:spPr>
            <a:xfrm rot="8374331">
              <a:off x="8840684" y="1235030"/>
              <a:ext cx="272" cy="591"/>
            </a:xfrm>
            <a:custGeom>
              <a:rect b="b" l="l" r="r" t="t"/>
              <a:pathLst>
                <a:path extrusionOk="0" h="18" w="9">
                  <a:moveTo>
                    <a:pt x="1" y="0"/>
                  </a:moveTo>
                  <a:lnTo>
                    <a:pt x="1" y="17"/>
                  </a:lnTo>
                  <a:cubicBezTo>
                    <a:pt x="9" y="0"/>
                    <a:pt x="9"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4"/>
            <p:cNvSpPr/>
            <p:nvPr/>
          </p:nvSpPr>
          <p:spPr>
            <a:xfrm rot="8374331">
              <a:off x="8837748" y="1232006"/>
              <a:ext cx="755" cy="4760"/>
            </a:xfrm>
            <a:custGeom>
              <a:rect b="b" l="l" r="r" t="t"/>
              <a:pathLst>
                <a:path extrusionOk="0" h="145" w="25">
                  <a:moveTo>
                    <a:pt x="1" y="0"/>
                  </a:moveTo>
                  <a:cubicBezTo>
                    <a:pt x="7" y="34"/>
                    <a:pt x="20" y="144"/>
                    <a:pt x="23" y="144"/>
                  </a:cubicBezTo>
                  <a:cubicBezTo>
                    <a:pt x="24" y="144"/>
                    <a:pt x="23" y="118"/>
                    <a:pt x="18" y="43"/>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4"/>
            <p:cNvSpPr/>
            <p:nvPr/>
          </p:nvSpPr>
          <p:spPr>
            <a:xfrm rot="8374331">
              <a:off x="7831936" y="1031021"/>
              <a:ext cx="253828" cy="353808"/>
            </a:xfrm>
            <a:custGeom>
              <a:rect b="b" l="l" r="r" t="t"/>
              <a:pathLst>
                <a:path extrusionOk="0" h="10778" w="8410">
                  <a:moveTo>
                    <a:pt x="5748" y="4833"/>
                  </a:moveTo>
                  <a:lnTo>
                    <a:pt x="5748" y="4833"/>
                  </a:lnTo>
                  <a:cubicBezTo>
                    <a:pt x="5762" y="4853"/>
                    <a:pt x="5775" y="4873"/>
                    <a:pt x="5787" y="4890"/>
                  </a:cubicBezTo>
                  <a:cubicBezTo>
                    <a:pt x="5774" y="4871"/>
                    <a:pt x="5761" y="4852"/>
                    <a:pt x="5748" y="4833"/>
                  </a:cubicBezTo>
                  <a:close/>
                  <a:moveTo>
                    <a:pt x="43" y="1"/>
                  </a:moveTo>
                  <a:cubicBezTo>
                    <a:pt x="1" y="1"/>
                    <a:pt x="221" y="119"/>
                    <a:pt x="466" y="271"/>
                  </a:cubicBezTo>
                  <a:cubicBezTo>
                    <a:pt x="686" y="390"/>
                    <a:pt x="898" y="525"/>
                    <a:pt x="1101" y="669"/>
                  </a:cubicBezTo>
                  <a:cubicBezTo>
                    <a:pt x="1063" y="639"/>
                    <a:pt x="1000" y="590"/>
                    <a:pt x="1003" y="590"/>
                  </a:cubicBezTo>
                  <a:lnTo>
                    <a:pt x="1003" y="590"/>
                  </a:lnTo>
                  <a:cubicBezTo>
                    <a:pt x="1003" y="590"/>
                    <a:pt x="1005" y="591"/>
                    <a:pt x="1008" y="593"/>
                  </a:cubicBezTo>
                  <a:cubicBezTo>
                    <a:pt x="1168" y="694"/>
                    <a:pt x="1329" y="796"/>
                    <a:pt x="1490" y="906"/>
                  </a:cubicBezTo>
                  <a:cubicBezTo>
                    <a:pt x="1353" y="810"/>
                    <a:pt x="1308" y="774"/>
                    <a:pt x="1317" y="774"/>
                  </a:cubicBezTo>
                  <a:lnTo>
                    <a:pt x="1317" y="774"/>
                  </a:lnTo>
                  <a:cubicBezTo>
                    <a:pt x="1340" y="774"/>
                    <a:pt x="1649" y="963"/>
                    <a:pt x="1820" y="1075"/>
                  </a:cubicBezTo>
                  <a:lnTo>
                    <a:pt x="2141" y="1303"/>
                  </a:lnTo>
                  <a:cubicBezTo>
                    <a:pt x="2235" y="1374"/>
                    <a:pt x="2300" y="1423"/>
                    <a:pt x="2289" y="1423"/>
                  </a:cubicBezTo>
                  <a:cubicBezTo>
                    <a:pt x="2288" y="1423"/>
                    <a:pt x="2287" y="1422"/>
                    <a:pt x="2285" y="1422"/>
                  </a:cubicBezTo>
                  <a:cubicBezTo>
                    <a:pt x="2200" y="1354"/>
                    <a:pt x="2107" y="1295"/>
                    <a:pt x="2014" y="1236"/>
                  </a:cubicBezTo>
                  <a:lnTo>
                    <a:pt x="2014" y="1236"/>
                  </a:lnTo>
                  <a:cubicBezTo>
                    <a:pt x="2353" y="1489"/>
                    <a:pt x="2776" y="1760"/>
                    <a:pt x="3097" y="2056"/>
                  </a:cubicBezTo>
                  <a:cubicBezTo>
                    <a:pt x="3098" y="2058"/>
                    <a:pt x="3099" y="2058"/>
                    <a:pt x="3098" y="2058"/>
                  </a:cubicBezTo>
                  <a:cubicBezTo>
                    <a:pt x="3094" y="2058"/>
                    <a:pt x="2977" y="1971"/>
                    <a:pt x="2953" y="1963"/>
                  </a:cubicBezTo>
                  <a:lnTo>
                    <a:pt x="2953" y="1963"/>
                  </a:lnTo>
                  <a:cubicBezTo>
                    <a:pt x="3410" y="2302"/>
                    <a:pt x="3842" y="2674"/>
                    <a:pt x="4248" y="3063"/>
                  </a:cubicBezTo>
                  <a:cubicBezTo>
                    <a:pt x="4138" y="2978"/>
                    <a:pt x="4036" y="2885"/>
                    <a:pt x="3918" y="2801"/>
                  </a:cubicBezTo>
                  <a:lnTo>
                    <a:pt x="3918" y="2801"/>
                  </a:lnTo>
                  <a:cubicBezTo>
                    <a:pt x="4239" y="3071"/>
                    <a:pt x="4552" y="3376"/>
                    <a:pt x="4831" y="3697"/>
                  </a:cubicBezTo>
                  <a:cubicBezTo>
                    <a:pt x="5009" y="3883"/>
                    <a:pt x="5178" y="4095"/>
                    <a:pt x="5339" y="4298"/>
                  </a:cubicBezTo>
                  <a:cubicBezTo>
                    <a:pt x="5491" y="4480"/>
                    <a:pt x="5629" y="4663"/>
                    <a:pt x="5748" y="4833"/>
                  </a:cubicBezTo>
                  <a:lnTo>
                    <a:pt x="5748" y="4833"/>
                  </a:lnTo>
                  <a:cubicBezTo>
                    <a:pt x="5708" y="4774"/>
                    <a:pt x="5668" y="4713"/>
                    <a:pt x="5672" y="4713"/>
                  </a:cubicBezTo>
                  <a:lnTo>
                    <a:pt x="5672" y="4713"/>
                  </a:lnTo>
                  <a:cubicBezTo>
                    <a:pt x="5673" y="4713"/>
                    <a:pt x="5680" y="4720"/>
                    <a:pt x="5694" y="4738"/>
                  </a:cubicBezTo>
                  <a:cubicBezTo>
                    <a:pt x="5779" y="4848"/>
                    <a:pt x="5855" y="4949"/>
                    <a:pt x="5914" y="5034"/>
                  </a:cubicBezTo>
                  <a:cubicBezTo>
                    <a:pt x="5982" y="5119"/>
                    <a:pt x="6032" y="5203"/>
                    <a:pt x="6066" y="5262"/>
                  </a:cubicBezTo>
                  <a:cubicBezTo>
                    <a:pt x="6107" y="5334"/>
                    <a:pt x="6130" y="5375"/>
                    <a:pt x="6124" y="5375"/>
                  </a:cubicBezTo>
                  <a:cubicBezTo>
                    <a:pt x="6120" y="5375"/>
                    <a:pt x="6105" y="5358"/>
                    <a:pt x="6075" y="5322"/>
                  </a:cubicBezTo>
                  <a:lnTo>
                    <a:pt x="6075" y="5322"/>
                  </a:lnTo>
                  <a:cubicBezTo>
                    <a:pt x="6320" y="5668"/>
                    <a:pt x="6549" y="6024"/>
                    <a:pt x="6752" y="6404"/>
                  </a:cubicBezTo>
                  <a:cubicBezTo>
                    <a:pt x="7005" y="6853"/>
                    <a:pt x="7225" y="7352"/>
                    <a:pt x="7386" y="7673"/>
                  </a:cubicBezTo>
                  <a:cubicBezTo>
                    <a:pt x="7877" y="8646"/>
                    <a:pt x="8207" y="9695"/>
                    <a:pt x="8384" y="10778"/>
                  </a:cubicBezTo>
                  <a:cubicBezTo>
                    <a:pt x="8376" y="10651"/>
                    <a:pt x="8342" y="10524"/>
                    <a:pt x="8325" y="10389"/>
                  </a:cubicBezTo>
                  <a:lnTo>
                    <a:pt x="8325" y="10203"/>
                  </a:lnTo>
                  <a:cubicBezTo>
                    <a:pt x="8325" y="10169"/>
                    <a:pt x="8325" y="10143"/>
                    <a:pt x="8325" y="10110"/>
                  </a:cubicBezTo>
                  <a:cubicBezTo>
                    <a:pt x="8325" y="10109"/>
                    <a:pt x="8325" y="10109"/>
                    <a:pt x="8325" y="10109"/>
                  </a:cubicBezTo>
                  <a:cubicBezTo>
                    <a:pt x="8328" y="10109"/>
                    <a:pt x="8361" y="10197"/>
                    <a:pt x="8410" y="10448"/>
                  </a:cubicBezTo>
                  <a:cubicBezTo>
                    <a:pt x="8384" y="10296"/>
                    <a:pt x="8350" y="10152"/>
                    <a:pt x="8308" y="10008"/>
                  </a:cubicBezTo>
                  <a:cubicBezTo>
                    <a:pt x="8283" y="9898"/>
                    <a:pt x="8249" y="9754"/>
                    <a:pt x="8164" y="9374"/>
                  </a:cubicBezTo>
                  <a:lnTo>
                    <a:pt x="8164" y="9374"/>
                  </a:lnTo>
                  <a:cubicBezTo>
                    <a:pt x="8200" y="9503"/>
                    <a:pt x="8230" y="9584"/>
                    <a:pt x="8238" y="9584"/>
                  </a:cubicBezTo>
                  <a:cubicBezTo>
                    <a:pt x="8240" y="9584"/>
                    <a:pt x="8240" y="9582"/>
                    <a:pt x="8240" y="9577"/>
                  </a:cubicBezTo>
                  <a:cubicBezTo>
                    <a:pt x="8240" y="9517"/>
                    <a:pt x="8232" y="9467"/>
                    <a:pt x="8223" y="9416"/>
                  </a:cubicBezTo>
                  <a:cubicBezTo>
                    <a:pt x="8207" y="9323"/>
                    <a:pt x="8181" y="9187"/>
                    <a:pt x="8130" y="9010"/>
                  </a:cubicBezTo>
                  <a:cubicBezTo>
                    <a:pt x="8071" y="8790"/>
                    <a:pt x="7987" y="8578"/>
                    <a:pt x="7919" y="8375"/>
                  </a:cubicBezTo>
                  <a:cubicBezTo>
                    <a:pt x="7851" y="8164"/>
                    <a:pt x="7767" y="7978"/>
                    <a:pt x="7682" y="7792"/>
                  </a:cubicBezTo>
                  <a:lnTo>
                    <a:pt x="7555" y="7521"/>
                  </a:lnTo>
                  <a:cubicBezTo>
                    <a:pt x="7513" y="7428"/>
                    <a:pt x="7471" y="7343"/>
                    <a:pt x="7428" y="7259"/>
                  </a:cubicBezTo>
                  <a:cubicBezTo>
                    <a:pt x="7344" y="7081"/>
                    <a:pt x="7251" y="6912"/>
                    <a:pt x="7158" y="6751"/>
                  </a:cubicBezTo>
                  <a:cubicBezTo>
                    <a:pt x="6760" y="6066"/>
                    <a:pt x="6312" y="5415"/>
                    <a:pt x="5821" y="4797"/>
                  </a:cubicBezTo>
                  <a:cubicBezTo>
                    <a:pt x="5677" y="4569"/>
                    <a:pt x="5508" y="4349"/>
                    <a:pt x="5330" y="4146"/>
                  </a:cubicBezTo>
                  <a:cubicBezTo>
                    <a:pt x="5060" y="3807"/>
                    <a:pt x="4713" y="3444"/>
                    <a:pt x="4484" y="3198"/>
                  </a:cubicBezTo>
                  <a:lnTo>
                    <a:pt x="4484" y="3198"/>
                  </a:lnTo>
                  <a:cubicBezTo>
                    <a:pt x="4797" y="3477"/>
                    <a:pt x="5085" y="3782"/>
                    <a:pt x="5356" y="4103"/>
                  </a:cubicBezTo>
                  <a:cubicBezTo>
                    <a:pt x="5153" y="3858"/>
                    <a:pt x="4781" y="3444"/>
                    <a:pt x="4501" y="3156"/>
                  </a:cubicBezTo>
                  <a:cubicBezTo>
                    <a:pt x="4451" y="3122"/>
                    <a:pt x="4391" y="3097"/>
                    <a:pt x="4341" y="3063"/>
                  </a:cubicBezTo>
                  <a:cubicBezTo>
                    <a:pt x="3930" y="2670"/>
                    <a:pt x="3808" y="2547"/>
                    <a:pt x="3818" y="2547"/>
                  </a:cubicBezTo>
                  <a:lnTo>
                    <a:pt x="3818" y="2547"/>
                  </a:lnTo>
                  <a:cubicBezTo>
                    <a:pt x="3834" y="2547"/>
                    <a:pt x="4218" y="2891"/>
                    <a:pt x="4232" y="2891"/>
                  </a:cubicBezTo>
                  <a:cubicBezTo>
                    <a:pt x="4237" y="2891"/>
                    <a:pt x="4201" y="2852"/>
                    <a:pt x="4095" y="2750"/>
                  </a:cubicBezTo>
                  <a:cubicBezTo>
                    <a:pt x="3723" y="2403"/>
                    <a:pt x="3571" y="2302"/>
                    <a:pt x="3325" y="2099"/>
                  </a:cubicBezTo>
                  <a:lnTo>
                    <a:pt x="3325" y="2099"/>
                  </a:lnTo>
                  <a:cubicBezTo>
                    <a:pt x="3765" y="2472"/>
                    <a:pt x="3822" y="2540"/>
                    <a:pt x="3805" y="2540"/>
                  </a:cubicBezTo>
                  <a:cubicBezTo>
                    <a:pt x="3801" y="2540"/>
                    <a:pt x="3791" y="2535"/>
                    <a:pt x="3782" y="2530"/>
                  </a:cubicBezTo>
                  <a:cubicBezTo>
                    <a:pt x="3773" y="2527"/>
                    <a:pt x="3764" y="2524"/>
                    <a:pt x="3759" y="2524"/>
                  </a:cubicBezTo>
                  <a:cubicBezTo>
                    <a:pt x="3748" y="2524"/>
                    <a:pt x="3749" y="2534"/>
                    <a:pt x="3782" y="2572"/>
                  </a:cubicBezTo>
                  <a:cubicBezTo>
                    <a:pt x="3808" y="2598"/>
                    <a:pt x="3850" y="2640"/>
                    <a:pt x="3918" y="2708"/>
                  </a:cubicBezTo>
                  <a:cubicBezTo>
                    <a:pt x="3994" y="2775"/>
                    <a:pt x="4087" y="2868"/>
                    <a:pt x="4222" y="2995"/>
                  </a:cubicBezTo>
                  <a:cubicBezTo>
                    <a:pt x="4053" y="2868"/>
                    <a:pt x="3427" y="2302"/>
                    <a:pt x="3046" y="1980"/>
                  </a:cubicBezTo>
                  <a:cubicBezTo>
                    <a:pt x="2955" y="1894"/>
                    <a:pt x="2923" y="1860"/>
                    <a:pt x="2930" y="1860"/>
                  </a:cubicBezTo>
                  <a:lnTo>
                    <a:pt x="2930" y="1860"/>
                  </a:lnTo>
                  <a:cubicBezTo>
                    <a:pt x="2956" y="1860"/>
                    <a:pt x="3468" y="2283"/>
                    <a:pt x="3554" y="2335"/>
                  </a:cubicBezTo>
                  <a:cubicBezTo>
                    <a:pt x="3334" y="2141"/>
                    <a:pt x="3241" y="2065"/>
                    <a:pt x="3173" y="2014"/>
                  </a:cubicBezTo>
                  <a:cubicBezTo>
                    <a:pt x="3106" y="1972"/>
                    <a:pt x="3080" y="1955"/>
                    <a:pt x="2979" y="1879"/>
                  </a:cubicBezTo>
                  <a:cubicBezTo>
                    <a:pt x="2260" y="1286"/>
                    <a:pt x="1405" y="787"/>
                    <a:pt x="957" y="466"/>
                  </a:cubicBezTo>
                  <a:cubicBezTo>
                    <a:pt x="661" y="288"/>
                    <a:pt x="356" y="136"/>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4"/>
            <p:cNvSpPr/>
            <p:nvPr/>
          </p:nvSpPr>
          <p:spPr>
            <a:xfrm rot="8374331">
              <a:off x="8274705" y="1197285"/>
              <a:ext cx="5131" cy="2528"/>
            </a:xfrm>
            <a:custGeom>
              <a:rect b="b" l="l" r="r" t="t"/>
              <a:pathLst>
                <a:path extrusionOk="0" h="77" w="170">
                  <a:moveTo>
                    <a:pt x="0" y="0"/>
                  </a:moveTo>
                  <a:cubicBezTo>
                    <a:pt x="102" y="51"/>
                    <a:pt x="144" y="68"/>
                    <a:pt x="170" y="76"/>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4"/>
            <p:cNvSpPr/>
            <p:nvPr/>
          </p:nvSpPr>
          <p:spPr>
            <a:xfrm rot="8374331">
              <a:off x="7285068" y="648880"/>
              <a:ext cx="1056" cy="9192"/>
            </a:xfrm>
            <a:custGeom>
              <a:rect b="b" l="l" r="r" t="t"/>
              <a:pathLst>
                <a:path extrusionOk="0" h="280" w="35">
                  <a:moveTo>
                    <a:pt x="35" y="0"/>
                  </a:moveTo>
                  <a:lnTo>
                    <a:pt x="1" y="27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4"/>
            <p:cNvSpPr/>
            <p:nvPr/>
          </p:nvSpPr>
          <p:spPr>
            <a:xfrm rot="8374331">
              <a:off x="7353369" y="710198"/>
              <a:ext cx="1298" cy="5876"/>
            </a:xfrm>
            <a:custGeom>
              <a:rect b="b" l="l" r="r" t="t"/>
              <a:pathLst>
                <a:path extrusionOk="0" h="179" w="43">
                  <a:moveTo>
                    <a:pt x="43" y="0"/>
                  </a:moveTo>
                  <a:lnTo>
                    <a:pt x="43" y="0"/>
                  </a:lnTo>
                  <a:cubicBezTo>
                    <a:pt x="17" y="85"/>
                    <a:pt x="9" y="136"/>
                    <a:pt x="0" y="178"/>
                  </a:cubicBezTo>
                  <a:cubicBezTo>
                    <a:pt x="17" y="119"/>
                    <a:pt x="26" y="60"/>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4"/>
            <p:cNvSpPr/>
            <p:nvPr/>
          </p:nvSpPr>
          <p:spPr>
            <a:xfrm rot="8374331">
              <a:off x="7348343" y="700203"/>
              <a:ext cx="1328" cy="5876"/>
            </a:xfrm>
            <a:custGeom>
              <a:rect b="b" l="l" r="r" t="t"/>
              <a:pathLst>
                <a:path extrusionOk="0" h="179" w="44">
                  <a:moveTo>
                    <a:pt x="1" y="178"/>
                  </a:move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4"/>
            <p:cNvSpPr/>
            <p:nvPr/>
          </p:nvSpPr>
          <p:spPr>
            <a:xfrm rot="8374331">
              <a:off x="7368124" y="721842"/>
              <a:ext cx="453" cy="2167"/>
            </a:xfrm>
            <a:custGeom>
              <a:rect b="b" l="l" r="r" t="t"/>
              <a:pathLst>
                <a:path extrusionOk="0" h="66" w="15">
                  <a:moveTo>
                    <a:pt x="14" y="1"/>
                  </a:moveTo>
                  <a:lnTo>
                    <a:pt x="14" y="1"/>
                  </a:lnTo>
                  <a:cubicBezTo>
                    <a:pt x="8" y="41"/>
                    <a:pt x="1" y="65"/>
                    <a:pt x="3" y="65"/>
                  </a:cubicBezTo>
                  <a:cubicBezTo>
                    <a:pt x="3" y="65"/>
                    <a:pt x="4" y="64"/>
                    <a:pt x="6" y="60"/>
                  </a:cubicBezTo>
                  <a:cubicBezTo>
                    <a:pt x="14" y="35"/>
                    <a:pt x="14" y="18"/>
                    <a:pt x="1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4"/>
            <p:cNvSpPr/>
            <p:nvPr/>
          </p:nvSpPr>
          <p:spPr>
            <a:xfrm rot="8374331">
              <a:off x="7232881" y="609680"/>
              <a:ext cx="30" cy="1674"/>
            </a:xfrm>
            <a:custGeom>
              <a:rect b="b" l="l" r="r" t="t"/>
              <a:pathLst>
                <a:path extrusionOk="0" h="51" w="1">
                  <a:moveTo>
                    <a:pt x="1" y="51"/>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4"/>
            <p:cNvSpPr/>
            <p:nvPr/>
          </p:nvSpPr>
          <p:spPr>
            <a:xfrm rot="8374331">
              <a:off x="6987474" y="-726780"/>
              <a:ext cx="967202" cy="3448985"/>
            </a:xfrm>
            <a:custGeom>
              <a:rect b="b" l="l" r="r" t="t"/>
              <a:pathLst>
                <a:path extrusionOk="0" h="105066" w="32046">
                  <a:moveTo>
                    <a:pt x="1490" y="4018"/>
                  </a:moveTo>
                  <a:cubicBezTo>
                    <a:pt x="1454" y="4094"/>
                    <a:pt x="1425" y="4167"/>
                    <a:pt x="1401" y="4234"/>
                  </a:cubicBezTo>
                  <a:lnTo>
                    <a:pt x="1401" y="4234"/>
                  </a:lnTo>
                  <a:cubicBezTo>
                    <a:pt x="1430" y="4162"/>
                    <a:pt x="1459" y="4090"/>
                    <a:pt x="1490" y="4018"/>
                  </a:cubicBezTo>
                  <a:close/>
                  <a:moveTo>
                    <a:pt x="1397" y="4323"/>
                  </a:moveTo>
                  <a:lnTo>
                    <a:pt x="1397" y="4323"/>
                  </a:lnTo>
                  <a:cubicBezTo>
                    <a:pt x="1380" y="4357"/>
                    <a:pt x="1363" y="4391"/>
                    <a:pt x="1363" y="4424"/>
                  </a:cubicBezTo>
                  <a:cubicBezTo>
                    <a:pt x="1371" y="4399"/>
                    <a:pt x="1380" y="4365"/>
                    <a:pt x="1397" y="4323"/>
                  </a:cubicBezTo>
                  <a:close/>
                  <a:moveTo>
                    <a:pt x="1422" y="4678"/>
                  </a:moveTo>
                  <a:cubicBezTo>
                    <a:pt x="1374" y="4806"/>
                    <a:pt x="1300" y="5020"/>
                    <a:pt x="1254" y="5151"/>
                  </a:cubicBezTo>
                  <a:lnTo>
                    <a:pt x="1254" y="5151"/>
                  </a:lnTo>
                  <a:cubicBezTo>
                    <a:pt x="1259" y="5140"/>
                    <a:pt x="1264" y="5129"/>
                    <a:pt x="1270" y="5118"/>
                  </a:cubicBezTo>
                  <a:cubicBezTo>
                    <a:pt x="1337" y="4974"/>
                    <a:pt x="1388" y="4830"/>
                    <a:pt x="1422" y="4678"/>
                  </a:cubicBezTo>
                  <a:close/>
                  <a:moveTo>
                    <a:pt x="69" y="11107"/>
                  </a:moveTo>
                  <a:cubicBezTo>
                    <a:pt x="64" y="11161"/>
                    <a:pt x="62" y="11215"/>
                    <a:pt x="62" y="11269"/>
                  </a:cubicBezTo>
                  <a:lnTo>
                    <a:pt x="62" y="11269"/>
                  </a:lnTo>
                  <a:cubicBezTo>
                    <a:pt x="64" y="11216"/>
                    <a:pt x="66" y="11162"/>
                    <a:pt x="69" y="11107"/>
                  </a:cubicBezTo>
                  <a:close/>
                  <a:moveTo>
                    <a:pt x="203" y="11682"/>
                  </a:moveTo>
                  <a:cubicBezTo>
                    <a:pt x="200" y="11756"/>
                    <a:pt x="198" y="11830"/>
                    <a:pt x="195" y="11903"/>
                  </a:cubicBezTo>
                  <a:lnTo>
                    <a:pt x="204" y="11691"/>
                  </a:lnTo>
                  <a:cubicBezTo>
                    <a:pt x="204" y="11688"/>
                    <a:pt x="203" y="11685"/>
                    <a:pt x="203" y="11682"/>
                  </a:cubicBezTo>
                  <a:close/>
                  <a:moveTo>
                    <a:pt x="12953" y="32978"/>
                  </a:moveTo>
                  <a:lnTo>
                    <a:pt x="12953" y="32978"/>
                  </a:lnTo>
                  <a:cubicBezTo>
                    <a:pt x="12986" y="33006"/>
                    <a:pt x="13019" y="33033"/>
                    <a:pt x="13054" y="33059"/>
                  </a:cubicBezTo>
                  <a:cubicBezTo>
                    <a:pt x="13026" y="33036"/>
                    <a:pt x="12993" y="33009"/>
                    <a:pt x="12953" y="32978"/>
                  </a:cubicBezTo>
                  <a:close/>
                  <a:moveTo>
                    <a:pt x="16691" y="36875"/>
                  </a:moveTo>
                  <a:lnTo>
                    <a:pt x="16706" y="36889"/>
                  </a:lnTo>
                  <a:lnTo>
                    <a:pt x="16706" y="36889"/>
                  </a:lnTo>
                  <a:cubicBezTo>
                    <a:pt x="16699" y="36881"/>
                    <a:pt x="16694" y="36876"/>
                    <a:pt x="16691" y="36875"/>
                  </a:cubicBezTo>
                  <a:close/>
                  <a:moveTo>
                    <a:pt x="18202" y="39059"/>
                  </a:moveTo>
                  <a:lnTo>
                    <a:pt x="18202" y="39059"/>
                  </a:lnTo>
                  <a:cubicBezTo>
                    <a:pt x="18212" y="39081"/>
                    <a:pt x="18221" y="39103"/>
                    <a:pt x="18231" y="39125"/>
                  </a:cubicBezTo>
                  <a:cubicBezTo>
                    <a:pt x="18215" y="39088"/>
                    <a:pt x="18206" y="39068"/>
                    <a:pt x="18202" y="39059"/>
                  </a:cubicBezTo>
                  <a:close/>
                  <a:moveTo>
                    <a:pt x="18764" y="40301"/>
                  </a:moveTo>
                  <a:cubicBezTo>
                    <a:pt x="18810" y="40471"/>
                    <a:pt x="18849" y="40622"/>
                    <a:pt x="18884" y="40756"/>
                  </a:cubicBezTo>
                  <a:lnTo>
                    <a:pt x="18884" y="40756"/>
                  </a:lnTo>
                  <a:cubicBezTo>
                    <a:pt x="18883" y="40754"/>
                    <a:pt x="18883" y="40751"/>
                    <a:pt x="18882" y="40749"/>
                  </a:cubicBezTo>
                  <a:cubicBezTo>
                    <a:pt x="18857" y="40622"/>
                    <a:pt x="18815" y="40487"/>
                    <a:pt x="18764" y="40301"/>
                  </a:cubicBezTo>
                  <a:close/>
                  <a:moveTo>
                    <a:pt x="18886" y="41219"/>
                  </a:moveTo>
                  <a:lnTo>
                    <a:pt x="18886" y="41219"/>
                  </a:lnTo>
                  <a:cubicBezTo>
                    <a:pt x="18887" y="41226"/>
                    <a:pt x="18889" y="41233"/>
                    <a:pt x="18891" y="41240"/>
                  </a:cubicBezTo>
                  <a:cubicBezTo>
                    <a:pt x="18889" y="41232"/>
                    <a:pt x="18887" y="41225"/>
                    <a:pt x="18886" y="41219"/>
                  </a:cubicBezTo>
                  <a:close/>
                  <a:moveTo>
                    <a:pt x="17740" y="37991"/>
                  </a:moveTo>
                  <a:cubicBezTo>
                    <a:pt x="17842" y="38186"/>
                    <a:pt x="17918" y="38338"/>
                    <a:pt x="17986" y="38465"/>
                  </a:cubicBezTo>
                  <a:lnTo>
                    <a:pt x="18155" y="38803"/>
                  </a:lnTo>
                  <a:cubicBezTo>
                    <a:pt x="18315" y="39125"/>
                    <a:pt x="18451" y="39463"/>
                    <a:pt x="18569" y="39810"/>
                  </a:cubicBezTo>
                  <a:cubicBezTo>
                    <a:pt x="18679" y="40189"/>
                    <a:pt x="18708" y="40300"/>
                    <a:pt x="18703" y="40300"/>
                  </a:cubicBezTo>
                  <a:cubicBezTo>
                    <a:pt x="18696" y="40300"/>
                    <a:pt x="18621" y="40081"/>
                    <a:pt x="18609" y="40081"/>
                  </a:cubicBezTo>
                  <a:lnTo>
                    <a:pt x="18609" y="40081"/>
                  </a:lnTo>
                  <a:cubicBezTo>
                    <a:pt x="18603" y="40081"/>
                    <a:pt x="18615" y="40141"/>
                    <a:pt x="18662" y="40326"/>
                  </a:cubicBezTo>
                  <a:lnTo>
                    <a:pt x="18789" y="40749"/>
                  </a:lnTo>
                  <a:lnTo>
                    <a:pt x="18899" y="41172"/>
                  </a:lnTo>
                  <a:lnTo>
                    <a:pt x="18815" y="40766"/>
                  </a:lnTo>
                  <a:lnTo>
                    <a:pt x="18815" y="40766"/>
                  </a:lnTo>
                  <a:cubicBezTo>
                    <a:pt x="18840" y="40851"/>
                    <a:pt x="18865" y="40935"/>
                    <a:pt x="18882" y="41020"/>
                  </a:cubicBezTo>
                  <a:cubicBezTo>
                    <a:pt x="18899" y="41087"/>
                    <a:pt x="18916" y="41155"/>
                    <a:pt x="18933" y="41231"/>
                  </a:cubicBezTo>
                  <a:lnTo>
                    <a:pt x="18975" y="41468"/>
                  </a:lnTo>
                  <a:cubicBezTo>
                    <a:pt x="18984" y="41544"/>
                    <a:pt x="19001" y="41612"/>
                    <a:pt x="19018" y="41680"/>
                  </a:cubicBezTo>
                  <a:cubicBezTo>
                    <a:pt x="19026" y="41756"/>
                    <a:pt x="19034" y="41815"/>
                    <a:pt x="19043" y="41866"/>
                  </a:cubicBezTo>
                  <a:cubicBezTo>
                    <a:pt x="19057" y="41950"/>
                    <a:pt x="19065" y="41999"/>
                    <a:pt x="19072" y="41999"/>
                  </a:cubicBezTo>
                  <a:cubicBezTo>
                    <a:pt x="19074" y="41999"/>
                    <a:pt x="19075" y="41997"/>
                    <a:pt x="19077" y="41993"/>
                  </a:cubicBezTo>
                  <a:cubicBezTo>
                    <a:pt x="19119" y="42441"/>
                    <a:pt x="19136" y="42729"/>
                    <a:pt x="19136" y="43033"/>
                  </a:cubicBezTo>
                  <a:cubicBezTo>
                    <a:pt x="19136" y="43405"/>
                    <a:pt x="19119" y="43769"/>
                    <a:pt x="19085" y="44141"/>
                  </a:cubicBezTo>
                  <a:cubicBezTo>
                    <a:pt x="19081" y="44195"/>
                    <a:pt x="19081" y="44217"/>
                    <a:pt x="19083" y="44217"/>
                  </a:cubicBezTo>
                  <a:cubicBezTo>
                    <a:pt x="19084" y="44217"/>
                    <a:pt x="19089" y="44184"/>
                    <a:pt x="19094" y="44133"/>
                  </a:cubicBezTo>
                  <a:cubicBezTo>
                    <a:pt x="19102" y="44031"/>
                    <a:pt x="19111" y="43871"/>
                    <a:pt x="19128" y="43735"/>
                  </a:cubicBezTo>
                  <a:lnTo>
                    <a:pt x="19128" y="43735"/>
                  </a:lnTo>
                  <a:cubicBezTo>
                    <a:pt x="19102" y="43980"/>
                    <a:pt x="19111" y="44116"/>
                    <a:pt x="19102" y="44268"/>
                  </a:cubicBezTo>
                  <a:cubicBezTo>
                    <a:pt x="19094" y="44344"/>
                    <a:pt x="19094" y="44420"/>
                    <a:pt x="19077" y="44530"/>
                  </a:cubicBezTo>
                  <a:cubicBezTo>
                    <a:pt x="19077" y="44581"/>
                    <a:pt x="19068" y="44640"/>
                    <a:pt x="19060" y="44700"/>
                  </a:cubicBezTo>
                  <a:cubicBezTo>
                    <a:pt x="19043" y="44759"/>
                    <a:pt x="19034" y="44826"/>
                    <a:pt x="19018" y="44911"/>
                  </a:cubicBezTo>
                  <a:cubicBezTo>
                    <a:pt x="19001" y="45013"/>
                    <a:pt x="18996" y="45064"/>
                    <a:pt x="19000" y="45064"/>
                  </a:cubicBezTo>
                  <a:cubicBezTo>
                    <a:pt x="19002" y="45064"/>
                    <a:pt x="19008" y="45047"/>
                    <a:pt x="19018" y="45013"/>
                  </a:cubicBezTo>
                  <a:cubicBezTo>
                    <a:pt x="19068" y="44826"/>
                    <a:pt x="19102" y="44632"/>
                    <a:pt x="19119" y="44437"/>
                  </a:cubicBezTo>
                  <a:lnTo>
                    <a:pt x="19119" y="44437"/>
                  </a:lnTo>
                  <a:cubicBezTo>
                    <a:pt x="19102" y="44683"/>
                    <a:pt x="19051" y="44928"/>
                    <a:pt x="19018" y="45173"/>
                  </a:cubicBezTo>
                  <a:cubicBezTo>
                    <a:pt x="18992" y="45300"/>
                    <a:pt x="18958" y="45427"/>
                    <a:pt x="18933" y="45554"/>
                  </a:cubicBezTo>
                  <a:lnTo>
                    <a:pt x="18891" y="45749"/>
                  </a:lnTo>
                  <a:cubicBezTo>
                    <a:pt x="18874" y="45816"/>
                    <a:pt x="18857" y="45875"/>
                    <a:pt x="18840" y="45943"/>
                  </a:cubicBezTo>
                  <a:cubicBezTo>
                    <a:pt x="18899" y="45765"/>
                    <a:pt x="18941" y="45579"/>
                    <a:pt x="18992" y="45402"/>
                  </a:cubicBezTo>
                  <a:lnTo>
                    <a:pt x="18992" y="45402"/>
                  </a:lnTo>
                  <a:cubicBezTo>
                    <a:pt x="18951" y="45584"/>
                    <a:pt x="18918" y="45774"/>
                    <a:pt x="18861" y="45956"/>
                  </a:cubicBezTo>
                  <a:lnTo>
                    <a:pt x="18861" y="45956"/>
                  </a:lnTo>
                  <a:cubicBezTo>
                    <a:pt x="18910" y="45800"/>
                    <a:pt x="18951" y="45651"/>
                    <a:pt x="18992" y="45495"/>
                  </a:cubicBezTo>
                  <a:lnTo>
                    <a:pt x="18992" y="45495"/>
                  </a:lnTo>
                  <a:cubicBezTo>
                    <a:pt x="18981" y="45544"/>
                    <a:pt x="18970" y="45594"/>
                    <a:pt x="18959" y="45643"/>
                  </a:cubicBezTo>
                  <a:lnTo>
                    <a:pt x="18959" y="45643"/>
                  </a:lnTo>
                  <a:lnTo>
                    <a:pt x="19026" y="45385"/>
                  </a:lnTo>
                  <a:cubicBezTo>
                    <a:pt x="19068" y="45241"/>
                    <a:pt x="19094" y="45106"/>
                    <a:pt x="19128" y="44945"/>
                  </a:cubicBezTo>
                  <a:cubicBezTo>
                    <a:pt x="19144" y="44869"/>
                    <a:pt x="19161" y="44784"/>
                    <a:pt x="19178" y="44700"/>
                  </a:cubicBezTo>
                  <a:cubicBezTo>
                    <a:pt x="19187" y="44606"/>
                    <a:pt x="19195" y="44513"/>
                    <a:pt x="19204" y="44412"/>
                  </a:cubicBezTo>
                  <a:lnTo>
                    <a:pt x="19204" y="44412"/>
                  </a:lnTo>
                  <a:lnTo>
                    <a:pt x="19144" y="44640"/>
                  </a:lnTo>
                  <a:cubicBezTo>
                    <a:pt x="19153" y="44513"/>
                    <a:pt x="19187" y="44293"/>
                    <a:pt x="19195" y="44065"/>
                  </a:cubicBezTo>
                  <a:cubicBezTo>
                    <a:pt x="19204" y="43947"/>
                    <a:pt x="19212" y="43837"/>
                    <a:pt x="19212" y="43727"/>
                  </a:cubicBezTo>
                  <a:lnTo>
                    <a:pt x="19212" y="43448"/>
                  </a:lnTo>
                  <a:cubicBezTo>
                    <a:pt x="19221" y="43405"/>
                    <a:pt x="19229" y="43168"/>
                    <a:pt x="19238" y="43016"/>
                  </a:cubicBezTo>
                  <a:cubicBezTo>
                    <a:pt x="19238" y="42949"/>
                    <a:pt x="19239" y="42901"/>
                    <a:pt x="19243" y="42901"/>
                  </a:cubicBezTo>
                  <a:cubicBezTo>
                    <a:pt x="19247" y="42901"/>
                    <a:pt x="19254" y="42966"/>
                    <a:pt x="19263" y="43143"/>
                  </a:cubicBezTo>
                  <a:cubicBezTo>
                    <a:pt x="19263" y="42957"/>
                    <a:pt x="19263" y="42805"/>
                    <a:pt x="19246" y="42669"/>
                  </a:cubicBezTo>
                  <a:cubicBezTo>
                    <a:pt x="19238" y="42534"/>
                    <a:pt x="19221" y="42424"/>
                    <a:pt x="19212" y="42314"/>
                  </a:cubicBezTo>
                  <a:cubicBezTo>
                    <a:pt x="19204" y="42212"/>
                    <a:pt x="19187" y="42119"/>
                    <a:pt x="19170" y="42035"/>
                  </a:cubicBezTo>
                  <a:cubicBezTo>
                    <a:pt x="19153" y="41942"/>
                    <a:pt x="19136" y="41857"/>
                    <a:pt x="19128" y="41781"/>
                  </a:cubicBezTo>
                  <a:cubicBezTo>
                    <a:pt x="19068" y="41516"/>
                    <a:pt x="19008" y="41241"/>
                    <a:pt x="18884" y="40756"/>
                  </a:cubicBezTo>
                  <a:lnTo>
                    <a:pt x="18884" y="40756"/>
                  </a:lnTo>
                  <a:cubicBezTo>
                    <a:pt x="18908" y="40871"/>
                    <a:pt x="18925" y="40962"/>
                    <a:pt x="18950" y="41054"/>
                  </a:cubicBezTo>
                  <a:cubicBezTo>
                    <a:pt x="18992" y="41240"/>
                    <a:pt x="19018" y="41409"/>
                    <a:pt x="19068" y="41696"/>
                  </a:cubicBezTo>
                  <a:cubicBezTo>
                    <a:pt x="19020" y="41462"/>
                    <a:pt x="19004" y="41392"/>
                    <a:pt x="19000" y="41392"/>
                  </a:cubicBezTo>
                  <a:lnTo>
                    <a:pt x="19000" y="41392"/>
                  </a:lnTo>
                  <a:cubicBezTo>
                    <a:pt x="18994" y="41392"/>
                    <a:pt x="19016" y="41542"/>
                    <a:pt x="19006" y="41542"/>
                  </a:cubicBezTo>
                  <a:cubicBezTo>
                    <a:pt x="19004" y="41542"/>
                    <a:pt x="19003" y="41540"/>
                    <a:pt x="19001" y="41536"/>
                  </a:cubicBezTo>
                  <a:cubicBezTo>
                    <a:pt x="18992" y="41443"/>
                    <a:pt x="18975" y="41299"/>
                    <a:pt x="18941" y="41147"/>
                  </a:cubicBezTo>
                  <a:cubicBezTo>
                    <a:pt x="18908" y="41003"/>
                    <a:pt x="18874" y="40842"/>
                    <a:pt x="18848" y="40724"/>
                  </a:cubicBezTo>
                  <a:cubicBezTo>
                    <a:pt x="18814" y="40598"/>
                    <a:pt x="18792" y="40512"/>
                    <a:pt x="18796" y="40512"/>
                  </a:cubicBezTo>
                  <a:lnTo>
                    <a:pt x="18796" y="40512"/>
                  </a:lnTo>
                  <a:cubicBezTo>
                    <a:pt x="18799" y="40512"/>
                    <a:pt x="18825" y="40589"/>
                    <a:pt x="18882" y="40783"/>
                  </a:cubicBezTo>
                  <a:cubicBezTo>
                    <a:pt x="18823" y="40538"/>
                    <a:pt x="18721" y="40174"/>
                    <a:pt x="18612" y="39852"/>
                  </a:cubicBezTo>
                  <a:cubicBezTo>
                    <a:pt x="18535" y="39607"/>
                    <a:pt x="18442" y="39370"/>
                    <a:pt x="18332" y="39133"/>
                  </a:cubicBezTo>
                  <a:lnTo>
                    <a:pt x="18332" y="39133"/>
                  </a:lnTo>
                  <a:cubicBezTo>
                    <a:pt x="18392" y="39269"/>
                    <a:pt x="18434" y="39412"/>
                    <a:pt x="18485" y="39548"/>
                  </a:cubicBezTo>
                  <a:cubicBezTo>
                    <a:pt x="18282" y="39006"/>
                    <a:pt x="18036" y="38482"/>
                    <a:pt x="17740" y="37991"/>
                  </a:cubicBezTo>
                  <a:close/>
                  <a:moveTo>
                    <a:pt x="18861" y="45956"/>
                  </a:moveTo>
                  <a:lnTo>
                    <a:pt x="18861" y="45956"/>
                  </a:lnTo>
                  <a:cubicBezTo>
                    <a:pt x="18859" y="45960"/>
                    <a:pt x="18858" y="45964"/>
                    <a:pt x="18857" y="45968"/>
                  </a:cubicBezTo>
                  <a:cubicBezTo>
                    <a:pt x="18858" y="45964"/>
                    <a:pt x="18859" y="45960"/>
                    <a:pt x="18861" y="45956"/>
                  </a:cubicBezTo>
                  <a:close/>
                  <a:moveTo>
                    <a:pt x="18959" y="45643"/>
                  </a:moveTo>
                  <a:lnTo>
                    <a:pt x="18908" y="45842"/>
                  </a:lnTo>
                  <a:cubicBezTo>
                    <a:pt x="18882" y="45926"/>
                    <a:pt x="18861" y="46018"/>
                    <a:pt x="18838" y="46116"/>
                  </a:cubicBezTo>
                  <a:lnTo>
                    <a:pt x="18838" y="46116"/>
                  </a:lnTo>
                  <a:cubicBezTo>
                    <a:pt x="18882" y="45960"/>
                    <a:pt x="18922" y="45802"/>
                    <a:pt x="18959" y="45643"/>
                  </a:cubicBezTo>
                  <a:close/>
                  <a:moveTo>
                    <a:pt x="18151" y="46936"/>
                  </a:moveTo>
                  <a:cubicBezTo>
                    <a:pt x="18147" y="46946"/>
                    <a:pt x="18142" y="46957"/>
                    <a:pt x="18138" y="46967"/>
                  </a:cubicBezTo>
                  <a:cubicBezTo>
                    <a:pt x="18118" y="47022"/>
                    <a:pt x="18101" y="47070"/>
                    <a:pt x="18086" y="47110"/>
                  </a:cubicBezTo>
                  <a:lnTo>
                    <a:pt x="18086" y="47110"/>
                  </a:lnTo>
                  <a:cubicBezTo>
                    <a:pt x="18109" y="47051"/>
                    <a:pt x="18131" y="46993"/>
                    <a:pt x="18151" y="46936"/>
                  </a:cubicBezTo>
                  <a:close/>
                  <a:moveTo>
                    <a:pt x="18086" y="47110"/>
                  </a:moveTo>
                  <a:cubicBezTo>
                    <a:pt x="18067" y="47158"/>
                    <a:pt x="18048" y="47206"/>
                    <a:pt x="18028" y="47254"/>
                  </a:cubicBezTo>
                  <a:cubicBezTo>
                    <a:pt x="18034" y="47243"/>
                    <a:pt x="18055" y="47193"/>
                    <a:pt x="18086" y="47110"/>
                  </a:cubicBezTo>
                  <a:close/>
                  <a:moveTo>
                    <a:pt x="16911" y="49420"/>
                  </a:moveTo>
                  <a:lnTo>
                    <a:pt x="16911" y="49420"/>
                  </a:lnTo>
                  <a:cubicBezTo>
                    <a:pt x="16843" y="49538"/>
                    <a:pt x="16767" y="49657"/>
                    <a:pt x="16691" y="49767"/>
                  </a:cubicBezTo>
                  <a:lnTo>
                    <a:pt x="16725" y="49716"/>
                  </a:lnTo>
                  <a:lnTo>
                    <a:pt x="16911" y="49420"/>
                  </a:lnTo>
                  <a:close/>
                  <a:moveTo>
                    <a:pt x="16217" y="50469"/>
                  </a:moveTo>
                  <a:lnTo>
                    <a:pt x="15989" y="50790"/>
                  </a:lnTo>
                  <a:lnTo>
                    <a:pt x="16048" y="50663"/>
                  </a:lnTo>
                  <a:cubicBezTo>
                    <a:pt x="16099" y="50596"/>
                    <a:pt x="16158" y="50528"/>
                    <a:pt x="16217" y="50469"/>
                  </a:cubicBezTo>
                  <a:close/>
                  <a:moveTo>
                    <a:pt x="14310" y="52841"/>
                  </a:moveTo>
                  <a:cubicBezTo>
                    <a:pt x="14313" y="52841"/>
                    <a:pt x="14310" y="52850"/>
                    <a:pt x="14297" y="52871"/>
                  </a:cubicBezTo>
                  <a:cubicBezTo>
                    <a:pt x="13883" y="53370"/>
                    <a:pt x="13984" y="53362"/>
                    <a:pt x="13570" y="53802"/>
                  </a:cubicBezTo>
                  <a:cubicBezTo>
                    <a:pt x="13562" y="53821"/>
                    <a:pt x="13561" y="53830"/>
                    <a:pt x="13566" y="53830"/>
                  </a:cubicBezTo>
                  <a:cubicBezTo>
                    <a:pt x="13584" y="53830"/>
                    <a:pt x="13670" y="53728"/>
                    <a:pt x="13781" y="53590"/>
                  </a:cubicBezTo>
                  <a:lnTo>
                    <a:pt x="13781" y="53590"/>
                  </a:lnTo>
                  <a:cubicBezTo>
                    <a:pt x="13756" y="53624"/>
                    <a:pt x="13730" y="53658"/>
                    <a:pt x="13714" y="53700"/>
                  </a:cubicBezTo>
                  <a:lnTo>
                    <a:pt x="13291" y="54208"/>
                  </a:lnTo>
                  <a:cubicBezTo>
                    <a:pt x="13188" y="54333"/>
                    <a:pt x="13092" y="54445"/>
                    <a:pt x="13084" y="54445"/>
                  </a:cubicBezTo>
                  <a:cubicBezTo>
                    <a:pt x="13083" y="54445"/>
                    <a:pt x="13084" y="54442"/>
                    <a:pt x="13088" y="54436"/>
                  </a:cubicBezTo>
                  <a:cubicBezTo>
                    <a:pt x="13096" y="54377"/>
                    <a:pt x="13587" y="53768"/>
                    <a:pt x="13714" y="53565"/>
                  </a:cubicBezTo>
                  <a:cubicBezTo>
                    <a:pt x="13819" y="53422"/>
                    <a:pt x="14283" y="52841"/>
                    <a:pt x="14310" y="52841"/>
                  </a:cubicBezTo>
                  <a:close/>
                  <a:moveTo>
                    <a:pt x="12588" y="55088"/>
                  </a:moveTo>
                  <a:lnTo>
                    <a:pt x="12470" y="55240"/>
                  </a:lnTo>
                  <a:cubicBezTo>
                    <a:pt x="12022" y="55815"/>
                    <a:pt x="11751" y="56196"/>
                    <a:pt x="11590" y="56416"/>
                  </a:cubicBezTo>
                  <a:cubicBezTo>
                    <a:pt x="11474" y="56583"/>
                    <a:pt x="11432" y="56657"/>
                    <a:pt x="11441" y="56657"/>
                  </a:cubicBezTo>
                  <a:cubicBezTo>
                    <a:pt x="11443" y="56657"/>
                    <a:pt x="11451" y="56650"/>
                    <a:pt x="11463" y="56636"/>
                  </a:cubicBezTo>
                  <a:cubicBezTo>
                    <a:pt x="11573" y="56517"/>
                    <a:pt x="12030" y="55925"/>
                    <a:pt x="12597" y="55257"/>
                  </a:cubicBezTo>
                  <a:lnTo>
                    <a:pt x="12597" y="55257"/>
                  </a:lnTo>
                  <a:cubicBezTo>
                    <a:pt x="11996" y="56018"/>
                    <a:pt x="11379" y="56830"/>
                    <a:pt x="10837" y="57676"/>
                  </a:cubicBezTo>
                  <a:lnTo>
                    <a:pt x="10913" y="57575"/>
                  </a:lnTo>
                  <a:lnTo>
                    <a:pt x="10913" y="57575"/>
                  </a:lnTo>
                  <a:cubicBezTo>
                    <a:pt x="10829" y="57710"/>
                    <a:pt x="10753" y="57828"/>
                    <a:pt x="10685" y="57938"/>
                  </a:cubicBezTo>
                  <a:cubicBezTo>
                    <a:pt x="10617" y="58048"/>
                    <a:pt x="10567" y="58141"/>
                    <a:pt x="10516" y="58209"/>
                  </a:cubicBezTo>
                  <a:cubicBezTo>
                    <a:pt x="10515" y="58210"/>
                    <a:pt x="10514" y="58211"/>
                    <a:pt x="10514" y="58211"/>
                  </a:cubicBezTo>
                  <a:cubicBezTo>
                    <a:pt x="10512" y="58211"/>
                    <a:pt x="10527" y="58188"/>
                    <a:pt x="10541" y="58158"/>
                  </a:cubicBezTo>
                  <a:lnTo>
                    <a:pt x="10626" y="57989"/>
                  </a:lnTo>
                  <a:cubicBezTo>
                    <a:pt x="10702" y="57854"/>
                    <a:pt x="10803" y="57668"/>
                    <a:pt x="10922" y="57465"/>
                  </a:cubicBezTo>
                  <a:cubicBezTo>
                    <a:pt x="11159" y="57067"/>
                    <a:pt x="11438" y="56619"/>
                    <a:pt x="11582" y="56407"/>
                  </a:cubicBezTo>
                  <a:cubicBezTo>
                    <a:pt x="11937" y="55900"/>
                    <a:pt x="12343" y="55375"/>
                    <a:pt x="12588" y="55088"/>
                  </a:cubicBezTo>
                  <a:close/>
                  <a:moveTo>
                    <a:pt x="10414" y="58175"/>
                  </a:moveTo>
                  <a:lnTo>
                    <a:pt x="10414" y="58175"/>
                  </a:lnTo>
                  <a:cubicBezTo>
                    <a:pt x="10313" y="58345"/>
                    <a:pt x="10211" y="58514"/>
                    <a:pt x="10118" y="58691"/>
                  </a:cubicBezTo>
                  <a:cubicBezTo>
                    <a:pt x="10152" y="58615"/>
                    <a:pt x="10068" y="58717"/>
                    <a:pt x="10364" y="58226"/>
                  </a:cubicBezTo>
                  <a:lnTo>
                    <a:pt x="10364" y="58226"/>
                  </a:lnTo>
                  <a:cubicBezTo>
                    <a:pt x="10358" y="58239"/>
                    <a:pt x="10357" y="58245"/>
                    <a:pt x="10359" y="58245"/>
                  </a:cubicBezTo>
                  <a:cubicBezTo>
                    <a:pt x="10364" y="58245"/>
                    <a:pt x="10385" y="58216"/>
                    <a:pt x="10414" y="58175"/>
                  </a:cubicBezTo>
                  <a:close/>
                  <a:moveTo>
                    <a:pt x="9695" y="59410"/>
                  </a:moveTo>
                  <a:cubicBezTo>
                    <a:pt x="9695" y="59411"/>
                    <a:pt x="9696" y="59411"/>
                    <a:pt x="9696" y="59411"/>
                  </a:cubicBezTo>
                  <a:lnTo>
                    <a:pt x="9696" y="59411"/>
                  </a:lnTo>
                  <a:cubicBezTo>
                    <a:pt x="9696" y="59411"/>
                    <a:pt x="9695" y="59411"/>
                    <a:pt x="9695" y="59410"/>
                  </a:cubicBezTo>
                  <a:close/>
                  <a:moveTo>
                    <a:pt x="8571" y="61755"/>
                  </a:moveTo>
                  <a:cubicBezTo>
                    <a:pt x="8555" y="61799"/>
                    <a:pt x="8541" y="61841"/>
                    <a:pt x="8528" y="61881"/>
                  </a:cubicBezTo>
                  <a:cubicBezTo>
                    <a:pt x="8494" y="61991"/>
                    <a:pt x="8477" y="62084"/>
                    <a:pt x="8460" y="62168"/>
                  </a:cubicBezTo>
                  <a:cubicBezTo>
                    <a:pt x="8494" y="62029"/>
                    <a:pt x="8531" y="61892"/>
                    <a:pt x="8571" y="61755"/>
                  </a:cubicBezTo>
                  <a:close/>
                  <a:moveTo>
                    <a:pt x="9069" y="62194"/>
                  </a:moveTo>
                  <a:cubicBezTo>
                    <a:pt x="9066" y="62206"/>
                    <a:pt x="9064" y="62217"/>
                    <a:pt x="9061" y="62227"/>
                  </a:cubicBezTo>
                  <a:lnTo>
                    <a:pt x="9061" y="62227"/>
                  </a:lnTo>
                  <a:cubicBezTo>
                    <a:pt x="9064" y="62216"/>
                    <a:pt x="9067" y="62205"/>
                    <a:pt x="9069" y="62194"/>
                  </a:cubicBezTo>
                  <a:close/>
                  <a:moveTo>
                    <a:pt x="8841" y="62549"/>
                  </a:moveTo>
                  <a:cubicBezTo>
                    <a:pt x="8830" y="62591"/>
                    <a:pt x="8820" y="62633"/>
                    <a:pt x="8811" y="62676"/>
                  </a:cubicBezTo>
                  <a:lnTo>
                    <a:pt x="8811" y="62676"/>
                  </a:lnTo>
                  <a:cubicBezTo>
                    <a:pt x="8821" y="62632"/>
                    <a:pt x="8831" y="62589"/>
                    <a:pt x="8841" y="62549"/>
                  </a:cubicBezTo>
                  <a:close/>
                  <a:moveTo>
                    <a:pt x="10072" y="58638"/>
                  </a:moveTo>
                  <a:cubicBezTo>
                    <a:pt x="10080" y="58638"/>
                    <a:pt x="10027" y="58716"/>
                    <a:pt x="9958" y="58835"/>
                  </a:cubicBezTo>
                  <a:cubicBezTo>
                    <a:pt x="9881" y="58979"/>
                    <a:pt x="9788" y="59157"/>
                    <a:pt x="9738" y="59258"/>
                  </a:cubicBezTo>
                  <a:lnTo>
                    <a:pt x="9983" y="58861"/>
                  </a:lnTo>
                  <a:lnTo>
                    <a:pt x="9983" y="58861"/>
                  </a:lnTo>
                  <a:cubicBezTo>
                    <a:pt x="9885" y="59041"/>
                    <a:pt x="9723" y="59412"/>
                    <a:pt x="9697" y="59412"/>
                  </a:cubicBezTo>
                  <a:cubicBezTo>
                    <a:pt x="9697" y="59412"/>
                    <a:pt x="9696" y="59411"/>
                    <a:pt x="9696" y="59411"/>
                  </a:cubicBezTo>
                  <a:lnTo>
                    <a:pt x="9696" y="59411"/>
                  </a:lnTo>
                  <a:cubicBezTo>
                    <a:pt x="9703" y="59422"/>
                    <a:pt x="9670" y="59504"/>
                    <a:pt x="9670" y="59512"/>
                  </a:cubicBezTo>
                  <a:cubicBezTo>
                    <a:pt x="9678" y="59512"/>
                    <a:pt x="9687" y="59503"/>
                    <a:pt x="9712" y="59453"/>
                  </a:cubicBezTo>
                  <a:cubicBezTo>
                    <a:pt x="9729" y="59393"/>
                    <a:pt x="9771" y="59309"/>
                    <a:pt x="9848" y="59165"/>
                  </a:cubicBezTo>
                  <a:lnTo>
                    <a:pt x="9848" y="59165"/>
                  </a:lnTo>
                  <a:cubicBezTo>
                    <a:pt x="9780" y="59309"/>
                    <a:pt x="9712" y="59461"/>
                    <a:pt x="9653" y="59605"/>
                  </a:cubicBezTo>
                  <a:cubicBezTo>
                    <a:pt x="9670" y="59580"/>
                    <a:pt x="9687" y="59546"/>
                    <a:pt x="9704" y="59512"/>
                  </a:cubicBezTo>
                  <a:lnTo>
                    <a:pt x="9704" y="59512"/>
                  </a:lnTo>
                  <a:lnTo>
                    <a:pt x="9526" y="59901"/>
                  </a:lnTo>
                  <a:cubicBezTo>
                    <a:pt x="9442" y="60053"/>
                    <a:pt x="9323" y="60358"/>
                    <a:pt x="9196" y="60603"/>
                  </a:cubicBezTo>
                  <a:cubicBezTo>
                    <a:pt x="9196" y="60604"/>
                    <a:pt x="9195" y="60604"/>
                    <a:pt x="9195" y="60604"/>
                  </a:cubicBezTo>
                  <a:cubicBezTo>
                    <a:pt x="9186" y="60604"/>
                    <a:pt x="9291" y="60336"/>
                    <a:pt x="9348" y="60180"/>
                  </a:cubicBezTo>
                  <a:lnTo>
                    <a:pt x="9348" y="60180"/>
                  </a:lnTo>
                  <a:cubicBezTo>
                    <a:pt x="9264" y="60375"/>
                    <a:pt x="9179" y="60561"/>
                    <a:pt x="9120" y="60730"/>
                  </a:cubicBezTo>
                  <a:cubicBezTo>
                    <a:pt x="9052" y="60908"/>
                    <a:pt x="9002" y="61052"/>
                    <a:pt x="8959" y="61170"/>
                  </a:cubicBezTo>
                  <a:cubicBezTo>
                    <a:pt x="9093" y="60825"/>
                    <a:pt x="9121" y="60770"/>
                    <a:pt x="9130" y="60770"/>
                  </a:cubicBezTo>
                  <a:cubicBezTo>
                    <a:pt x="9134" y="60770"/>
                    <a:pt x="9134" y="60782"/>
                    <a:pt x="9139" y="60782"/>
                  </a:cubicBezTo>
                  <a:cubicBezTo>
                    <a:pt x="9142" y="60782"/>
                    <a:pt x="9149" y="60774"/>
                    <a:pt x="9162" y="60747"/>
                  </a:cubicBezTo>
                  <a:lnTo>
                    <a:pt x="9162" y="60747"/>
                  </a:lnTo>
                  <a:cubicBezTo>
                    <a:pt x="9103" y="60942"/>
                    <a:pt x="9002" y="61195"/>
                    <a:pt x="8925" y="61441"/>
                  </a:cubicBezTo>
                  <a:cubicBezTo>
                    <a:pt x="8849" y="61678"/>
                    <a:pt x="8773" y="61897"/>
                    <a:pt x="8748" y="62016"/>
                  </a:cubicBezTo>
                  <a:cubicBezTo>
                    <a:pt x="8663" y="62295"/>
                    <a:pt x="8579" y="62540"/>
                    <a:pt x="8545" y="62676"/>
                  </a:cubicBezTo>
                  <a:cubicBezTo>
                    <a:pt x="8524" y="62742"/>
                    <a:pt x="8510" y="62779"/>
                    <a:pt x="8504" y="62779"/>
                  </a:cubicBezTo>
                  <a:cubicBezTo>
                    <a:pt x="8498" y="62779"/>
                    <a:pt x="8502" y="62737"/>
                    <a:pt x="8519" y="62642"/>
                  </a:cubicBezTo>
                  <a:lnTo>
                    <a:pt x="8519" y="62642"/>
                  </a:lnTo>
                  <a:cubicBezTo>
                    <a:pt x="8477" y="62820"/>
                    <a:pt x="8435" y="63006"/>
                    <a:pt x="8393" y="63192"/>
                  </a:cubicBezTo>
                  <a:cubicBezTo>
                    <a:pt x="8350" y="63378"/>
                    <a:pt x="8325" y="63564"/>
                    <a:pt x="8300" y="63759"/>
                  </a:cubicBezTo>
                  <a:cubicBezTo>
                    <a:pt x="8359" y="63403"/>
                    <a:pt x="8367" y="63403"/>
                    <a:pt x="8393" y="63378"/>
                  </a:cubicBezTo>
                  <a:cubicBezTo>
                    <a:pt x="8409" y="63344"/>
                    <a:pt x="8426" y="63302"/>
                    <a:pt x="8519" y="62845"/>
                  </a:cubicBezTo>
                  <a:cubicBezTo>
                    <a:pt x="8531" y="62817"/>
                    <a:pt x="8537" y="62804"/>
                    <a:pt x="8540" y="62804"/>
                  </a:cubicBezTo>
                  <a:lnTo>
                    <a:pt x="8540" y="62804"/>
                  </a:lnTo>
                  <a:cubicBezTo>
                    <a:pt x="8550" y="62804"/>
                    <a:pt x="8513" y="62967"/>
                    <a:pt x="8460" y="63192"/>
                  </a:cubicBezTo>
                  <a:cubicBezTo>
                    <a:pt x="8426" y="63327"/>
                    <a:pt x="8393" y="63496"/>
                    <a:pt x="8367" y="63649"/>
                  </a:cubicBezTo>
                  <a:cubicBezTo>
                    <a:pt x="8333" y="63801"/>
                    <a:pt x="8300" y="63953"/>
                    <a:pt x="8274" y="64072"/>
                  </a:cubicBezTo>
                  <a:cubicBezTo>
                    <a:pt x="8288" y="63973"/>
                    <a:pt x="8289" y="63947"/>
                    <a:pt x="8286" y="63947"/>
                  </a:cubicBezTo>
                  <a:lnTo>
                    <a:pt x="8286" y="63947"/>
                  </a:lnTo>
                  <a:cubicBezTo>
                    <a:pt x="8282" y="63947"/>
                    <a:pt x="8272" y="63981"/>
                    <a:pt x="8268" y="63981"/>
                  </a:cubicBezTo>
                  <a:cubicBezTo>
                    <a:pt x="8266" y="63981"/>
                    <a:pt x="8266" y="63978"/>
                    <a:pt x="8266" y="63970"/>
                  </a:cubicBezTo>
                  <a:cubicBezTo>
                    <a:pt x="8227" y="64258"/>
                    <a:pt x="8216" y="64373"/>
                    <a:pt x="8224" y="64373"/>
                  </a:cubicBezTo>
                  <a:cubicBezTo>
                    <a:pt x="8234" y="64373"/>
                    <a:pt x="8282" y="64137"/>
                    <a:pt x="8342" y="63843"/>
                  </a:cubicBezTo>
                  <a:lnTo>
                    <a:pt x="8342" y="63843"/>
                  </a:lnTo>
                  <a:cubicBezTo>
                    <a:pt x="8291" y="64114"/>
                    <a:pt x="8266" y="64393"/>
                    <a:pt x="8232" y="64664"/>
                  </a:cubicBezTo>
                  <a:cubicBezTo>
                    <a:pt x="8237" y="64649"/>
                    <a:pt x="8242" y="64634"/>
                    <a:pt x="8245" y="64619"/>
                  </a:cubicBezTo>
                  <a:lnTo>
                    <a:pt x="8245" y="64619"/>
                  </a:lnTo>
                  <a:cubicBezTo>
                    <a:pt x="8213" y="64888"/>
                    <a:pt x="8189" y="65156"/>
                    <a:pt x="8164" y="65417"/>
                  </a:cubicBezTo>
                  <a:cubicBezTo>
                    <a:pt x="8146" y="65461"/>
                    <a:pt x="8130" y="65491"/>
                    <a:pt x="8120" y="65491"/>
                  </a:cubicBezTo>
                  <a:cubicBezTo>
                    <a:pt x="8108" y="65491"/>
                    <a:pt x="8104" y="65443"/>
                    <a:pt x="8113" y="65315"/>
                  </a:cubicBezTo>
                  <a:lnTo>
                    <a:pt x="8113" y="65315"/>
                  </a:lnTo>
                  <a:cubicBezTo>
                    <a:pt x="8096" y="65467"/>
                    <a:pt x="8080" y="65611"/>
                    <a:pt x="8063" y="65763"/>
                  </a:cubicBezTo>
                  <a:cubicBezTo>
                    <a:pt x="8080" y="65535"/>
                    <a:pt x="8088" y="65307"/>
                    <a:pt x="8113" y="65078"/>
                  </a:cubicBezTo>
                  <a:lnTo>
                    <a:pt x="8113" y="65078"/>
                  </a:lnTo>
                  <a:cubicBezTo>
                    <a:pt x="8096" y="65146"/>
                    <a:pt x="8088" y="65230"/>
                    <a:pt x="8080" y="65324"/>
                  </a:cubicBezTo>
                  <a:cubicBezTo>
                    <a:pt x="8063" y="65408"/>
                    <a:pt x="8063" y="65510"/>
                    <a:pt x="8054" y="65603"/>
                  </a:cubicBezTo>
                  <a:cubicBezTo>
                    <a:pt x="8046" y="65806"/>
                    <a:pt x="8020" y="66009"/>
                    <a:pt x="8020" y="66186"/>
                  </a:cubicBezTo>
                  <a:cubicBezTo>
                    <a:pt x="8016" y="66238"/>
                    <a:pt x="8014" y="66261"/>
                    <a:pt x="8013" y="66261"/>
                  </a:cubicBezTo>
                  <a:cubicBezTo>
                    <a:pt x="8012" y="66261"/>
                    <a:pt x="8012" y="66240"/>
                    <a:pt x="8012" y="66203"/>
                  </a:cubicBezTo>
                  <a:cubicBezTo>
                    <a:pt x="8012" y="66127"/>
                    <a:pt x="8012" y="65983"/>
                    <a:pt x="8020" y="65823"/>
                  </a:cubicBezTo>
                  <a:cubicBezTo>
                    <a:pt x="8029" y="65662"/>
                    <a:pt x="8037" y="65476"/>
                    <a:pt x="8046" y="65298"/>
                  </a:cubicBezTo>
                  <a:cubicBezTo>
                    <a:pt x="8063" y="65120"/>
                    <a:pt x="8071" y="64951"/>
                    <a:pt x="8071" y="64850"/>
                  </a:cubicBezTo>
                  <a:cubicBezTo>
                    <a:pt x="8096" y="64596"/>
                    <a:pt x="8130" y="64351"/>
                    <a:pt x="8181" y="64097"/>
                  </a:cubicBezTo>
                  <a:cubicBezTo>
                    <a:pt x="8212" y="63926"/>
                    <a:pt x="8247" y="63786"/>
                    <a:pt x="8257" y="63750"/>
                  </a:cubicBezTo>
                  <a:lnTo>
                    <a:pt x="8257" y="63750"/>
                  </a:lnTo>
                  <a:cubicBezTo>
                    <a:pt x="8257" y="63753"/>
                    <a:pt x="8257" y="63756"/>
                    <a:pt x="8257" y="63759"/>
                  </a:cubicBezTo>
                  <a:cubicBezTo>
                    <a:pt x="8260" y="63746"/>
                    <a:pt x="8261" y="63741"/>
                    <a:pt x="8260" y="63741"/>
                  </a:cubicBezTo>
                  <a:lnTo>
                    <a:pt x="8260" y="63741"/>
                  </a:lnTo>
                  <a:cubicBezTo>
                    <a:pt x="8260" y="63741"/>
                    <a:pt x="8259" y="63744"/>
                    <a:pt x="8257" y="63750"/>
                  </a:cubicBezTo>
                  <a:lnTo>
                    <a:pt x="8257" y="63750"/>
                  </a:lnTo>
                  <a:cubicBezTo>
                    <a:pt x="8258" y="63677"/>
                    <a:pt x="8266" y="63612"/>
                    <a:pt x="8283" y="63547"/>
                  </a:cubicBezTo>
                  <a:cubicBezTo>
                    <a:pt x="8300" y="63420"/>
                    <a:pt x="8325" y="63251"/>
                    <a:pt x="8367" y="63065"/>
                  </a:cubicBezTo>
                  <a:cubicBezTo>
                    <a:pt x="8409" y="62887"/>
                    <a:pt x="8452" y="62684"/>
                    <a:pt x="8503" y="62507"/>
                  </a:cubicBezTo>
                  <a:cubicBezTo>
                    <a:pt x="8545" y="62329"/>
                    <a:pt x="8587" y="62168"/>
                    <a:pt x="8613" y="62050"/>
                  </a:cubicBezTo>
                  <a:cubicBezTo>
                    <a:pt x="8689" y="61779"/>
                    <a:pt x="8756" y="61593"/>
                    <a:pt x="8807" y="61466"/>
                  </a:cubicBezTo>
                  <a:cubicBezTo>
                    <a:pt x="8849" y="61331"/>
                    <a:pt x="8892" y="61246"/>
                    <a:pt x="8925" y="61170"/>
                  </a:cubicBezTo>
                  <a:cubicBezTo>
                    <a:pt x="8959" y="61085"/>
                    <a:pt x="8993" y="61018"/>
                    <a:pt x="9035" y="60899"/>
                  </a:cubicBezTo>
                  <a:cubicBezTo>
                    <a:pt x="9086" y="60781"/>
                    <a:pt x="9137" y="60620"/>
                    <a:pt x="9238" y="60392"/>
                  </a:cubicBezTo>
                  <a:lnTo>
                    <a:pt x="9238" y="60392"/>
                  </a:lnTo>
                  <a:cubicBezTo>
                    <a:pt x="9179" y="60502"/>
                    <a:pt x="9129" y="60603"/>
                    <a:pt x="9078" y="60722"/>
                  </a:cubicBezTo>
                  <a:cubicBezTo>
                    <a:pt x="9154" y="60510"/>
                    <a:pt x="9230" y="60332"/>
                    <a:pt x="9298" y="60163"/>
                  </a:cubicBezTo>
                  <a:cubicBezTo>
                    <a:pt x="9374" y="59994"/>
                    <a:pt x="9442" y="59850"/>
                    <a:pt x="9509" y="59698"/>
                  </a:cubicBezTo>
                  <a:cubicBezTo>
                    <a:pt x="9653" y="59385"/>
                    <a:pt x="9805" y="59080"/>
                    <a:pt x="10059" y="58649"/>
                  </a:cubicBezTo>
                  <a:cubicBezTo>
                    <a:pt x="10066" y="58642"/>
                    <a:pt x="10071" y="58638"/>
                    <a:pt x="10072" y="58638"/>
                  </a:cubicBezTo>
                  <a:close/>
                  <a:moveTo>
                    <a:pt x="8355" y="67010"/>
                  </a:moveTo>
                  <a:lnTo>
                    <a:pt x="8355" y="67010"/>
                  </a:lnTo>
                  <a:cubicBezTo>
                    <a:pt x="8353" y="67023"/>
                    <a:pt x="8352" y="67042"/>
                    <a:pt x="8350" y="67066"/>
                  </a:cubicBezTo>
                  <a:cubicBezTo>
                    <a:pt x="8352" y="67047"/>
                    <a:pt x="8353" y="67029"/>
                    <a:pt x="8355" y="67010"/>
                  </a:cubicBezTo>
                  <a:close/>
                  <a:moveTo>
                    <a:pt x="8697" y="72371"/>
                  </a:moveTo>
                  <a:cubicBezTo>
                    <a:pt x="8697" y="72371"/>
                    <a:pt x="8697" y="72374"/>
                    <a:pt x="8697" y="72379"/>
                  </a:cubicBezTo>
                  <a:cubicBezTo>
                    <a:pt x="8760" y="72662"/>
                    <a:pt x="8807" y="72839"/>
                    <a:pt x="8847" y="72978"/>
                  </a:cubicBezTo>
                  <a:lnTo>
                    <a:pt x="8847" y="72978"/>
                  </a:lnTo>
                  <a:cubicBezTo>
                    <a:pt x="8789" y="72764"/>
                    <a:pt x="8703" y="72371"/>
                    <a:pt x="8697" y="72371"/>
                  </a:cubicBezTo>
                  <a:close/>
                  <a:moveTo>
                    <a:pt x="10254" y="76854"/>
                  </a:moveTo>
                  <a:cubicBezTo>
                    <a:pt x="10265" y="76898"/>
                    <a:pt x="10279" y="76938"/>
                    <a:pt x="10298" y="76978"/>
                  </a:cubicBezTo>
                  <a:lnTo>
                    <a:pt x="10298" y="76978"/>
                  </a:lnTo>
                  <a:cubicBezTo>
                    <a:pt x="10282" y="76933"/>
                    <a:pt x="10267" y="76892"/>
                    <a:pt x="10254" y="76854"/>
                  </a:cubicBezTo>
                  <a:close/>
                  <a:moveTo>
                    <a:pt x="11157" y="80077"/>
                  </a:moveTo>
                  <a:lnTo>
                    <a:pt x="11157" y="80077"/>
                  </a:lnTo>
                  <a:cubicBezTo>
                    <a:pt x="11171" y="80106"/>
                    <a:pt x="11185" y="80135"/>
                    <a:pt x="11199" y="80164"/>
                  </a:cubicBezTo>
                  <a:lnTo>
                    <a:pt x="11199" y="80164"/>
                  </a:lnTo>
                  <a:cubicBezTo>
                    <a:pt x="11185" y="80134"/>
                    <a:pt x="11171" y="80105"/>
                    <a:pt x="11157" y="80077"/>
                  </a:cubicBezTo>
                  <a:close/>
                  <a:moveTo>
                    <a:pt x="11199" y="80164"/>
                  </a:moveTo>
                  <a:cubicBezTo>
                    <a:pt x="11265" y="80300"/>
                    <a:pt x="11341" y="80455"/>
                    <a:pt x="11396" y="80550"/>
                  </a:cubicBezTo>
                  <a:cubicBezTo>
                    <a:pt x="11335" y="80428"/>
                    <a:pt x="11266" y="80299"/>
                    <a:pt x="11199" y="80164"/>
                  </a:cubicBezTo>
                  <a:close/>
                  <a:moveTo>
                    <a:pt x="11326" y="80526"/>
                  </a:moveTo>
                  <a:cubicBezTo>
                    <a:pt x="11342" y="80559"/>
                    <a:pt x="11359" y="80595"/>
                    <a:pt x="11379" y="80635"/>
                  </a:cubicBezTo>
                  <a:cubicBezTo>
                    <a:pt x="11363" y="80597"/>
                    <a:pt x="11348" y="80558"/>
                    <a:pt x="11326" y="80526"/>
                  </a:cubicBezTo>
                  <a:close/>
                  <a:moveTo>
                    <a:pt x="14043" y="84814"/>
                  </a:moveTo>
                  <a:cubicBezTo>
                    <a:pt x="14086" y="84890"/>
                    <a:pt x="14140" y="84981"/>
                    <a:pt x="14200" y="85078"/>
                  </a:cubicBezTo>
                  <a:lnTo>
                    <a:pt x="14200" y="85078"/>
                  </a:lnTo>
                  <a:cubicBezTo>
                    <a:pt x="14152" y="84997"/>
                    <a:pt x="14100" y="84910"/>
                    <a:pt x="14043" y="84814"/>
                  </a:cubicBezTo>
                  <a:close/>
                  <a:moveTo>
                    <a:pt x="8147" y="68250"/>
                  </a:moveTo>
                  <a:cubicBezTo>
                    <a:pt x="8164" y="68555"/>
                    <a:pt x="8181" y="68860"/>
                    <a:pt x="8215" y="69122"/>
                  </a:cubicBezTo>
                  <a:lnTo>
                    <a:pt x="8190" y="69189"/>
                  </a:lnTo>
                  <a:cubicBezTo>
                    <a:pt x="8215" y="69545"/>
                    <a:pt x="8249" y="69875"/>
                    <a:pt x="8300" y="70188"/>
                  </a:cubicBezTo>
                  <a:cubicBezTo>
                    <a:pt x="8350" y="70509"/>
                    <a:pt x="8401" y="70805"/>
                    <a:pt x="8460" y="71110"/>
                  </a:cubicBezTo>
                  <a:cubicBezTo>
                    <a:pt x="8570" y="71717"/>
                    <a:pt x="8713" y="72324"/>
                    <a:pt x="8865" y="73040"/>
                  </a:cubicBezTo>
                  <a:lnTo>
                    <a:pt x="8865" y="73040"/>
                  </a:lnTo>
                  <a:cubicBezTo>
                    <a:pt x="8859" y="73020"/>
                    <a:pt x="8853" y="72999"/>
                    <a:pt x="8847" y="72978"/>
                  </a:cubicBezTo>
                  <a:lnTo>
                    <a:pt x="8847" y="72978"/>
                  </a:lnTo>
                  <a:cubicBezTo>
                    <a:pt x="8854" y="73004"/>
                    <a:pt x="8860" y="73027"/>
                    <a:pt x="8866" y="73047"/>
                  </a:cubicBezTo>
                  <a:cubicBezTo>
                    <a:pt x="8866" y="73045"/>
                    <a:pt x="8865" y="73042"/>
                    <a:pt x="8865" y="73040"/>
                  </a:cubicBezTo>
                  <a:lnTo>
                    <a:pt x="8865" y="73040"/>
                  </a:lnTo>
                  <a:cubicBezTo>
                    <a:pt x="8938" y="73288"/>
                    <a:pt x="8995" y="73435"/>
                    <a:pt x="9112" y="73969"/>
                  </a:cubicBezTo>
                  <a:cubicBezTo>
                    <a:pt x="9026" y="73661"/>
                    <a:pt x="8995" y="73559"/>
                    <a:pt x="8992" y="73559"/>
                  </a:cubicBezTo>
                  <a:lnTo>
                    <a:pt x="8992" y="73559"/>
                  </a:lnTo>
                  <a:cubicBezTo>
                    <a:pt x="8989" y="73559"/>
                    <a:pt x="9015" y="73657"/>
                    <a:pt x="9044" y="73758"/>
                  </a:cubicBezTo>
                  <a:cubicBezTo>
                    <a:pt x="9071" y="73862"/>
                    <a:pt x="9096" y="73976"/>
                    <a:pt x="9090" y="73976"/>
                  </a:cubicBezTo>
                  <a:cubicBezTo>
                    <a:pt x="9084" y="73976"/>
                    <a:pt x="9055" y="73890"/>
                    <a:pt x="8985" y="73639"/>
                  </a:cubicBezTo>
                  <a:lnTo>
                    <a:pt x="8985" y="73639"/>
                  </a:lnTo>
                  <a:cubicBezTo>
                    <a:pt x="9196" y="74400"/>
                    <a:pt x="9425" y="75170"/>
                    <a:pt x="9653" y="75881"/>
                  </a:cubicBezTo>
                  <a:cubicBezTo>
                    <a:pt x="9881" y="76583"/>
                    <a:pt x="10101" y="77226"/>
                    <a:pt x="10296" y="77700"/>
                  </a:cubicBezTo>
                  <a:cubicBezTo>
                    <a:pt x="10282" y="77662"/>
                    <a:pt x="10277" y="77645"/>
                    <a:pt x="10279" y="77645"/>
                  </a:cubicBezTo>
                  <a:lnTo>
                    <a:pt x="10279" y="77645"/>
                  </a:lnTo>
                  <a:cubicBezTo>
                    <a:pt x="10283" y="77645"/>
                    <a:pt x="10315" y="77718"/>
                    <a:pt x="10355" y="77810"/>
                  </a:cubicBezTo>
                  <a:cubicBezTo>
                    <a:pt x="10406" y="77936"/>
                    <a:pt x="10482" y="78106"/>
                    <a:pt x="10490" y="78114"/>
                  </a:cubicBezTo>
                  <a:cubicBezTo>
                    <a:pt x="10532" y="78227"/>
                    <a:pt x="10545" y="78275"/>
                    <a:pt x="10540" y="78275"/>
                  </a:cubicBezTo>
                  <a:cubicBezTo>
                    <a:pt x="10533" y="78275"/>
                    <a:pt x="10499" y="78201"/>
                    <a:pt x="10457" y="78089"/>
                  </a:cubicBezTo>
                  <a:lnTo>
                    <a:pt x="10457" y="78089"/>
                  </a:lnTo>
                  <a:cubicBezTo>
                    <a:pt x="10606" y="78489"/>
                    <a:pt x="10646" y="78628"/>
                    <a:pt x="10626" y="78628"/>
                  </a:cubicBezTo>
                  <a:cubicBezTo>
                    <a:pt x="10621" y="78628"/>
                    <a:pt x="10612" y="78620"/>
                    <a:pt x="10600" y="78605"/>
                  </a:cubicBezTo>
                  <a:cubicBezTo>
                    <a:pt x="10465" y="78266"/>
                    <a:pt x="10330" y="77936"/>
                    <a:pt x="10203" y="77598"/>
                  </a:cubicBezTo>
                  <a:lnTo>
                    <a:pt x="10203" y="77598"/>
                  </a:lnTo>
                  <a:cubicBezTo>
                    <a:pt x="10313" y="77928"/>
                    <a:pt x="10372" y="78114"/>
                    <a:pt x="10482" y="78376"/>
                  </a:cubicBezTo>
                  <a:cubicBezTo>
                    <a:pt x="10524" y="78495"/>
                    <a:pt x="10575" y="78630"/>
                    <a:pt x="10660" y="78799"/>
                  </a:cubicBezTo>
                  <a:cubicBezTo>
                    <a:pt x="10710" y="78912"/>
                    <a:pt x="10724" y="78931"/>
                    <a:pt x="10729" y="78931"/>
                  </a:cubicBezTo>
                  <a:cubicBezTo>
                    <a:pt x="10732" y="78931"/>
                    <a:pt x="10733" y="78926"/>
                    <a:pt x="10736" y="78926"/>
                  </a:cubicBezTo>
                  <a:cubicBezTo>
                    <a:pt x="10812" y="79078"/>
                    <a:pt x="10897" y="79256"/>
                    <a:pt x="10998" y="79459"/>
                  </a:cubicBezTo>
                  <a:cubicBezTo>
                    <a:pt x="11108" y="79654"/>
                    <a:pt x="11210" y="79882"/>
                    <a:pt x="11345" y="80119"/>
                  </a:cubicBezTo>
                  <a:lnTo>
                    <a:pt x="11328" y="80094"/>
                  </a:lnTo>
                  <a:lnTo>
                    <a:pt x="11328" y="80094"/>
                  </a:lnTo>
                  <a:cubicBezTo>
                    <a:pt x="11489" y="80449"/>
                    <a:pt x="11658" y="80804"/>
                    <a:pt x="11836" y="81151"/>
                  </a:cubicBezTo>
                  <a:lnTo>
                    <a:pt x="11759" y="81033"/>
                  </a:lnTo>
                  <a:lnTo>
                    <a:pt x="11759" y="81033"/>
                  </a:lnTo>
                  <a:cubicBezTo>
                    <a:pt x="11861" y="81236"/>
                    <a:pt x="11979" y="81430"/>
                    <a:pt x="12089" y="81633"/>
                  </a:cubicBezTo>
                  <a:cubicBezTo>
                    <a:pt x="12058" y="81633"/>
                    <a:pt x="12160" y="81805"/>
                    <a:pt x="12145" y="81805"/>
                  </a:cubicBezTo>
                  <a:cubicBezTo>
                    <a:pt x="12144" y="81805"/>
                    <a:pt x="12142" y="81804"/>
                    <a:pt x="12140" y="81802"/>
                  </a:cubicBezTo>
                  <a:lnTo>
                    <a:pt x="12140" y="81802"/>
                  </a:lnTo>
                  <a:cubicBezTo>
                    <a:pt x="12275" y="82115"/>
                    <a:pt x="12436" y="82428"/>
                    <a:pt x="12605" y="82733"/>
                  </a:cubicBezTo>
                  <a:cubicBezTo>
                    <a:pt x="12707" y="82927"/>
                    <a:pt x="12817" y="83147"/>
                    <a:pt x="12935" y="83350"/>
                  </a:cubicBezTo>
                  <a:cubicBezTo>
                    <a:pt x="13062" y="83553"/>
                    <a:pt x="13181" y="83773"/>
                    <a:pt x="13291" y="83976"/>
                  </a:cubicBezTo>
                  <a:lnTo>
                    <a:pt x="13206" y="83858"/>
                  </a:lnTo>
                  <a:lnTo>
                    <a:pt x="13206" y="83858"/>
                  </a:lnTo>
                  <a:cubicBezTo>
                    <a:pt x="13341" y="84069"/>
                    <a:pt x="13561" y="84450"/>
                    <a:pt x="13790" y="84873"/>
                  </a:cubicBezTo>
                  <a:cubicBezTo>
                    <a:pt x="13908" y="85085"/>
                    <a:pt x="14018" y="85305"/>
                    <a:pt x="14145" y="85508"/>
                  </a:cubicBezTo>
                  <a:lnTo>
                    <a:pt x="14492" y="86083"/>
                  </a:lnTo>
                  <a:lnTo>
                    <a:pt x="14492" y="86083"/>
                  </a:lnTo>
                  <a:lnTo>
                    <a:pt x="14466" y="86066"/>
                  </a:lnTo>
                  <a:cubicBezTo>
                    <a:pt x="14296" y="85797"/>
                    <a:pt x="14208" y="85670"/>
                    <a:pt x="14197" y="85670"/>
                  </a:cubicBezTo>
                  <a:lnTo>
                    <a:pt x="14197" y="85670"/>
                  </a:lnTo>
                  <a:cubicBezTo>
                    <a:pt x="14191" y="85670"/>
                    <a:pt x="14208" y="85707"/>
                    <a:pt x="14246" y="85778"/>
                  </a:cubicBezTo>
                  <a:cubicBezTo>
                    <a:pt x="14153" y="85634"/>
                    <a:pt x="14010" y="85406"/>
                    <a:pt x="13925" y="85271"/>
                  </a:cubicBezTo>
                  <a:cubicBezTo>
                    <a:pt x="13790" y="85034"/>
                    <a:pt x="13409" y="84374"/>
                    <a:pt x="13401" y="84306"/>
                  </a:cubicBezTo>
                  <a:lnTo>
                    <a:pt x="13401" y="84306"/>
                  </a:lnTo>
                  <a:cubicBezTo>
                    <a:pt x="13557" y="84581"/>
                    <a:pt x="13618" y="84689"/>
                    <a:pt x="13622" y="84689"/>
                  </a:cubicBezTo>
                  <a:cubicBezTo>
                    <a:pt x="13625" y="84689"/>
                    <a:pt x="13593" y="84622"/>
                    <a:pt x="13544" y="84518"/>
                  </a:cubicBezTo>
                  <a:cubicBezTo>
                    <a:pt x="13259" y="84061"/>
                    <a:pt x="12776" y="83186"/>
                    <a:pt x="12743" y="83186"/>
                  </a:cubicBezTo>
                  <a:cubicBezTo>
                    <a:pt x="12741" y="83186"/>
                    <a:pt x="12741" y="83187"/>
                    <a:pt x="12741" y="83190"/>
                  </a:cubicBezTo>
                  <a:cubicBezTo>
                    <a:pt x="12385" y="82488"/>
                    <a:pt x="12639" y="82970"/>
                    <a:pt x="12394" y="82462"/>
                  </a:cubicBezTo>
                  <a:cubicBezTo>
                    <a:pt x="12391" y="82452"/>
                    <a:pt x="12391" y="82447"/>
                    <a:pt x="12394" y="82447"/>
                  </a:cubicBezTo>
                  <a:lnTo>
                    <a:pt x="12394" y="82447"/>
                  </a:lnTo>
                  <a:cubicBezTo>
                    <a:pt x="12406" y="82447"/>
                    <a:pt x="12486" y="82590"/>
                    <a:pt x="12571" y="82733"/>
                  </a:cubicBezTo>
                  <a:lnTo>
                    <a:pt x="12039" y="81718"/>
                  </a:lnTo>
                  <a:lnTo>
                    <a:pt x="11776" y="81219"/>
                  </a:lnTo>
                  <a:cubicBezTo>
                    <a:pt x="11692" y="81041"/>
                    <a:pt x="11607" y="80872"/>
                    <a:pt x="11523" y="80703"/>
                  </a:cubicBezTo>
                  <a:cubicBezTo>
                    <a:pt x="11521" y="80700"/>
                    <a:pt x="11519" y="80699"/>
                    <a:pt x="11518" y="80699"/>
                  </a:cubicBezTo>
                  <a:lnTo>
                    <a:pt x="11518" y="80699"/>
                  </a:lnTo>
                  <a:cubicBezTo>
                    <a:pt x="11506" y="80699"/>
                    <a:pt x="11648" y="81013"/>
                    <a:pt x="11759" y="81253"/>
                  </a:cubicBezTo>
                  <a:cubicBezTo>
                    <a:pt x="11831" y="81407"/>
                    <a:pt x="11891" y="81536"/>
                    <a:pt x="11883" y="81536"/>
                  </a:cubicBezTo>
                  <a:cubicBezTo>
                    <a:pt x="11878" y="81536"/>
                    <a:pt x="11844" y="81482"/>
                    <a:pt x="11768" y="81346"/>
                  </a:cubicBezTo>
                  <a:cubicBezTo>
                    <a:pt x="11666" y="81176"/>
                    <a:pt x="11641" y="81227"/>
                    <a:pt x="11320" y="80517"/>
                  </a:cubicBezTo>
                  <a:lnTo>
                    <a:pt x="11320" y="80517"/>
                  </a:lnTo>
                  <a:cubicBezTo>
                    <a:pt x="11322" y="80520"/>
                    <a:pt x="11324" y="80523"/>
                    <a:pt x="11326" y="80526"/>
                  </a:cubicBezTo>
                  <a:lnTo>
                    <a:pt x="11326" y="80526"/>
                  </a:lnTo>
                  <a:cubicBezTo>
                    <a:pt x="11220" y="80302"/>
                    <a:pt x="11190" y="80217"/>
                    <a:pt x="11057" y="79907"/>
                  </a:cubicBezTo>
                  <a:cubicBezTo>
                    <a:pt x="11055" y="79896"/>
                    <a:pt x="11055" y="79891"/>
                    <a:pt x="11057" y="79891"/>
                  </a:cubicBezTo>
                  <a:lnTo>
                    <a:pt x="11057" y="79891"/>
                  </a:lnTo>
                  <a:cubicBezTo>
                    <a:pt x="11065" y="79891"/>
                    <a:pt x="11105" y="79970"/>
                    <a:pt x="11157" y="80077"/>
                  </a:cubicBezTo>
                  <a:lnTo>
                    <a:pt x="11157" y="80077"/>
                  </a:lnTo>
                  <a:cubicBezTo>
                    <a:pt x="11119" y="79997"/>
                    <a:pt x="11082" y="79914"/>
                    <a:pt x="11049" y="79831"/>
                  </a:cubicBezTo>
                  <a:lnTo>
                    <a:pt x="11049" y="79831"/>
                  </a:lnTo>
                  <a:lnTo>
                    <a:pt x="11083" y="79891"/>
                  </a:lnTo>
                  <a:cubicBezTo>
                    <a:pt x="10973" y="79637"/>
                    <a:pt x="10854" y="79391"/>
                    <a:pt x="10753" y="79138"/>
                  </a:cubicBezTo>
                  <a:cubicBezTo>
                    <a:pt x="10730" y="79093"/>
                    <a:pt x="10720" y="79074"/>
                    <a:pt x="10718" y="79074"/>
                  </a:cubicBezTo>
                  <a:lnTo>
                    <a:pt x="10718" y="79074"/>
                  </a:lnTo>
                  <a:cubicBezTo>
                    <a:pt x="10713" y="79074"/>
                    <a:pt x="10758" y="79184"/>
                    <a:pt x="10812" y="79315"/>
                  </a:cubicBezTo>
                  <a:cubicBezTo>
                    <a:pt x="10897" y="79501"/>
                    <a:pt x="10998" y="79738"/>
                    <a:pt x="10998" y="79755"/>
                  </a:cubicBezTo>
                  <a:lnTo>
                    <a:pt x="10770" y="79281"/>
                  </a:lnTo>
                  <a:cubicBezTo>
                    <a:pt x="10651" y="79011"/>
                    <a:pt x="10431" y="78503"/>
                    <a:pt x="10228" y="77996"/>
                  </a:cubicBezTo>
                  <a:cubicBezTo>
                    <a:pt x="10135" y="77733"/>
                    <a:pt x="10034" y="77488"/>
                    <a:pt x="9958" y="77260"/>
                  </a:cubicBezTo>
                  <a:cubicBezTo>
                    <a:pt x="9881" y="77040"/>
                    <a:pt x="9822" y="76845"/>
                    <a:pt x="9788" y="76710"/>
                  </a:cubicBezTo>
                  <a:cubicBezTo>
                    <a:pt x="9568" y="76050"/>
                    <a:pt x="9636" y="76346"/>
                    <a:pt x="9568" y="76185"/>
                  </a:cubicBezTo>
                  <a:cubicBezTo>
                    <a:pt x="9484" y="75999"/>
                    <a:pt x="9425" y="75805"/>
                    <a:pt x="9365" y="75602"/>
                  </a:cubicBezTo>
                  <a:cubicBezTo>
                    <a:pt x="9306" y="75407"/>
                    <a:pt x="9247" y="75221"/>
                    <a:pt x="9188" y="75018"/>
                  </a:cubicBezTo>
                  <a:cubicBezTo>
                    <a:pt x="9187" y="75019"/>
                    <a:pt x="9187" y="75019"/>
                    <a:pt x="9186" y="75019"/>
                  </a:cubicBezTo>
                  <a:cubicBezTo>
                    <a:pt x="9164" y="75019"/>
                    <a:pt x="9035" y="74569"/>
                    <a:pt x="9002" y="74561"/>
                  </a:cubicBezTo>
                  <a:lnTo>
                    <a:pt x="8824" y="73910"/>
                  </a:lnTo>
                  <a:cubicBezTo>
                    <a:pt x="8806" y="73861"/>
                    <a:pt x="8796" y="73839"/>
                    <a:pt x="8793" y="73839"/>
                  </a:cubicBezTo>
                  <a:lnTo>
                    <a:pt x="8793" y="73839"/>
                  </a:lnTo>
                  <a:cubicBezTo>
                    <a:pt x="8775" y="73839"/>
                    <a:pt x="9033" y="74719"/>
                    <a:pt x="9069" y="74866"/>
                  </a:cubicBezTo>
                  <a:cubicBezTo>
                    <a:pt x="9083" y="74930"/>
                    <a:pt x="9087" y="74956"/>
                    <a:pt x="9085" y="74956"/>
                  </a:cubicBezTo>
                  <a:cubicBezTo>
                    <a:pt x="9076" y="74956"/>
                    <a:pt x="8973" y="74580"/>
                    <a:pt x="8963" y="74580"/>
                  </a:cubicBezTo>
                  <a:lnTo>
                    <a:pt x="8963" y="74580"/>
                  </a:lnTo>
                  <a:cubicBezTo>
                    <a:pt x="8961" y="74580"/>
                    <a:pt x="8963" y="74592"/>
                    <a:pt x="8968" y="74620"/>
                  </a:cubicBezTo>
                  <a:cubicBezTo>
                    <a:pt x="9120" y="75119"/>
                    <a:pt x="9145" y="75153"/>
                    <a:pt x="9230" y="75390"/>
                  </a:cubicBezTo>
                  <a:cubicBezTo>
                    <a:pt x="9323" y="75678"/>
                    <a:pt x="9357" y="75822"/>
                    <a:pt x="9348" y="75822"/>
                  </a:cubicBezTo>
                  <a:cubicBezTo>
                    <a:pt x="9103" y="75026"/>
                    <a:pt x="9179" y="75399"/>
                    <a:pt x="8985" y="74747"/>
                  </a:cubicBezTo>
                  <a:lnTo>
                    <a:pt x="8985" y="74722"/>
                  </a:lnTo>
                  <a:cubicBezTo>
                    <a:pt x="8951" y="74713"/>
                    <a:pt x="8706" y="73774"/>
                    <a:pt x="8613" y="73428"/>
                  </a:cubicBezTo>
                  <a:cubicBezTo>
                    <a:pt x="8581" y="73266"/>
                    <a:pt x="8572" y="73203"/>
                    <a:pt x="8578" y="73203"/>
                  </a:cubicBezTo>
                  <a:lnTo>
                    <a:pt x="8578" y="73203"/>
                  </a:lnTo>
                  <a:cubicBezTo>
                    <a:pt x="8598" y="73203"/>
                    <a:pt x="8794" y="73970"/>
                    <a:pt x="8807" y="73970"/>
                  </a:cubicBezTo>
                  <a:cubicBezTo>
                    <a:pt x="8807" y="73970"/>
                    <a:pt x="8807" y="73969"/>
                    <a:pt x="8807" y="73969"/>
                  </a:cubicBezTo>
                  <a:cubicBezTo>
                    <a:pt x="8722" y="73681"/>
                    <a:pt x="8655" y="73385"/>
                    <a:pt x="8579" y="73098"/>
                  </a:cubicBezTo>
                  <a:lnTo>
                    <a:pt x="8579" y="73098"/>
                  </a:lnTo>
                  <a:cubicBezTo>
                    <a:pt x="8689" y="73470"/>
                    <a:pt x="8613" y="73081"/>
                    <a:pt x="8756" y="73588"/>
                  </a:cubicBezTo>
                  <a:cubicBezTo>
                    <a:pt x="8613" y="73055"/>
                    <a:pt x="8621" y="72988"/>
                    <a:pt x="8494" y="72480"/>
                  </a:cubicBezTo>
                  <a:lnTo>
                    <a:pt x="8494" y="72480"/>
                  </a:lnTo>
                  <a:cubicBezTo>
                    <a:pt x="8524" y="72583"/>
                    <a:pt x="8538" y="72625"/>
                    <a:pt x="8542" y="72625"/>
                  </a:cubicBezTo>
                  <a:cubicBezTo>
                    <a:pt x="8548" y="72625"/>
                    <a:pt x="8521" y="72488"/>
                    <a:pt x="8494" y="72319"/>
                  </a:cubicBezTo>
                  <a:cubicBezTo>
                    <a:pt x="8443" y="72057"/>
                    <a:pt x="8384" y="71710"/>
                    <a:pt x="8384" y="71676"/>
                  </a:cubicBezTo>
                  <a:lnTo>
                    <a:pt x="8384" y="71676"/>
                  </a:lnTo>
                  <a:cubicBezTo>
                    <a:pt x="8495" y="72214"/>
                    <a:pt x="8676" y="73156"/>
                    <a:pt x="8698" y="73284"/>
                  </a:cubicBezTo>
                  <a:lnTo>
                    <a:pt x="8698" y="73284"/>
                  </a:lnTo>
                  <a:cubicBezTo>
                    <a:pt x="8698" y="73283"/>
                    <a:pt x="8698" y="73283"/>
                    <a:pt x="8697" y="73283"/>
                  </a:cubicBezTo>
                  <a:cubicBezTo>
                    <a:pt x="8697" y="73283"/>
                    <a:pt x="8697" y="73283"/>
                    <a:pt x="8697" y="73284"/>
                  </a:cubicBezTo>
                  <a:cubicBezTo>
                    <a:pt x="8699" y="73294"/>
                    <a:pt x="8700" y="73299"/>
                    <a:pt x="8701" y="73299"/>
                  </a:cubicBezTo>
                  <a:cubicBezTo>
                    <a:pt x="8701" y="73299"/>
                    <a:pt x="8700" y="73294"/>
                    <a:pt x="8698" y="73284"/>
                  </a:cubicBezTo>
                  <a:lnTo>
                    <a:pt x="8698" y="73284"/>
                  </a:lnTo>
                  <a:cubicBezTo>
                    <a:pt x="8705" y="73303"/>
                    <a:pt x="8745" y="73473"/>
                    <a:pt x="8799" y="73664"/>
                  </a:cubicBezTo>
                  <a:cubicBezTo>
                    <a:pt x="8849" y="73884"/>
                    <a:pt x="8900" y="74147"/>
                    <a:pt x="8951" y="74282"/>
                  </a:cubicBezTo>
                  <a:cubicBezTo>
                    <a:pt x="9002" y="74417"/>
                    <a:pt x="9052" y="74553"/>
                    <a:pt x="9103" y="74688"/>
                  </a:cubicBezTo>
                  <a:cubicBezTo>
                    <a:pt x="8983" y="74268"/>
                    <a:pt x="8823" y="73721"/>
                    <a:pt x="8848" y="73721"/>
                  </a:cubicBezTo>
                  <a:lnTo>
                    <a:pt x="8848" y="73721"/>
                  </a:lnTo>
                  <a:cubicBezTo>
                    <a:pt x="8851" y="73721"/>
                    <a:pt x="8857" y="73730"/>
                    <a:pt x="8866" y="73749"/>
                  </a:cubicBezTo>
                  <a:lnTo>
                    <a:pt x="8689" y="73106"/>
                  </a:lnTo>
                  <a:lnTo>
                    <a:pt x="8689" y="73106"/>
                  </a:lnTo>
                  <a:cubicBezTo>
                    <a:pt x="8900" y="73758"/>
                    <a:pt x="8892" y="73724"/>
                    <a:pt x="9078" y="74316"/>
                  </a:cubicBezTo>
                  <a:cubicBezTo>
                    <a:pt x="8773" y="73081"/>
                    <a:pt x="8477" y="72125"/>
                    <a:pt x="8342" y="71084"/>
                  </a:cubicBezTo>
                  <a:lnTo>
                    <a:pt x="8342" y="71084"/>
                  </a:lnTo>
                  <a:lnTo>
                    <a:pt x="8376" y="71245"/>
                  </a:lnTo>
                  <a:cubicBezTo>
                    <a:pt x="8333" y="70991"/>
                    <a:pt x="8300" y="70754"/>
                    <a:pt x="8274" y="70543"/>
                  </a:cubicBezTo>
                  <a:cubicBezTo>
                    <a:pt x="8257" y="70441"/>
                    <a:pt x="8240" y="70340"/>
                    <a:pt x="8232" y="70247"/>
                  </a:cubicBezTo>
                  <a:cubicBezTo>
                    <a:pt x="8215" y="70154"/>
                    <a:pt x="8206" y="70061"/>
                    <a:pt x="8198" y="69976"/>
                  </a:cubicBezTo>
                  <a:cubicBezTo>
                    <a:pt x="8181" y="69799"/>
                    <a:pt x="8164" y="69646"/>
                    <a:pt x="8156" y="69511"/>
                  </a:cubicBezTo>
                  <a:cubicBezTo>
                    <a:pt x="8147" y="69376"/>
                    <a:pt x="8139" y="69249"/>
                    <a:pt x="8130" y="69139"/>
                  </a:cubicBezTo>
                  <a:cubicBezTo>
                    <a:pt x="8130" y="69029"/>
                    <a:pt x="8122" y="68936"/>
                    <a:pt x="8122" y="68851"/>
                  </a:cubicBezTo>
                  <a:lnTo>
                    <a:pt x="8122" y="68614"/>
                  </a:lnTo>
                  <a:cubicBezTo>
                    <a:pt x="8130" y="68470"/>
                    <a:pt x="8139" y="68352"/>
                    <a:pt x="8147" y="68250"/>
                  </a:cubicBezTo>
                  <a:close/>
                  <a:moveTo>
                    <a:pt x="15795" y="88333"/>
                  </a:moveTo>
                  <a:lnTo>
                    <a:pt x="15795" y="88333"/>
                  </a:lnTo>
                  <a:cubicBezTo>
                    <a:pt x="15824" y="88384"/>
                    <a:pt x="15889" y="88483"/>
                    <a:pt x="15973" y="88610"/>
                  </a:cubicBezTo>
                  <a:lnTo>
                    <a:pt x="15973" y="88610"/>
                  </a:lnTo>
                  <a:lnTo>
                    <a:pt x="15795" y="88333"/>
                  </a:lnTo>
                  <a:close/>
                  <a:moveTo>
                    <a:pt x="16869" y="89424"/>
                  </a:moveTo>
                  <a:cubicBezTo>
                    <a:pt x="16877" y="89436"/>
                    <a:pt x="16885" y="89448"/>
                    <a:pt x="16893" y="89460"/>
                  </a:cubicBezTo>
                  <a:lnTo>
                    <a:pt x="16893" y="89460"/>
                  </a:lnTo>
                  <a:cubicBezTo>
                    <a:pt x="16885" y="89449"/>
                    <a:pt x="16877" y="89437"/>
                    <a:pt x="16869" y="89424"/>
                  </a:cubicBezTo>
                  <a:close/>
                  <a:moveTo>
                    <a:pt x="17199" y="90177"/>
                  </a:moveTo>
                  <a:cubicBezTo>
                    <a:pt x="17211" y="90201"/>
                    <a:pt x="17226" y="90220"/>
                    <a:pt x="17243" y="90238"/>
                  </a:cubicBezTo>
                  <a:lnTo>
                    <a:pt x="17243" y="90238"/>
                  </a:lnTo>
                  <a:lnTo>
                    <a:pt x="17199" y="90177"/>
                  </a:lnTo>
                  <a:close/>
                  <a:moveTo>
                    <a:pt x="18322" y="92053"/>
                  </a:moveTo>
                  <a:lnTo>
                    <a:pt x="18322" y="92053"/>
                  </a:lnTo>
                  <a:cubicBezTo>
                    <a:pt x="18323" y="92054"/>
                    <a:pt x="18323" y="92054"/>
                    <a:pt x="18324" y="92055"/>
                  </a:cubicBezTo>
                  <a:cubicBezTo>
                    <a:pt x="18323" y="92054"/>
                    <a:pt x="18323" y="92054"/>
                    <a:pt x="18322" y="92053"/>
                  </a:cubicBezTo>
                  <a:close/>
                  <a:moveTo>
                    <a:pt x="18708" y="92660"/>
                  </a:moveTo>
                  <a:lnTo>
                    <a:pt x="18708" y="92660"/>
                  </a:lnTo>
                  <a:cubicBezTo>
                    <a:pt x="18720" y="92674"/>
                    <a:pt x="18733" y="92690"/>
                    <a:pt x="18747" y="92707"/>
                  </a:cubicBezTo>
                  <a:cubicBezTo>
                    <a:pt x="18728" y="92682"/>
                    <a:pt x="18715" y="92668"/>
                    <a:pt x="18708" y="92660"/>
                  </a:cubicBezTo>
                  <a:close/>
                  <a:moveTo>
                    <a:pt x="19593" y="93409"/>
                  </a:moveTo>
                  <a:lnTo>
                    <a:pt x="19593" y="93409"/>
                  </a:lnTo>
                  <a:cubicBezTo>
                    <a:pt x="19607" y="93426"/>
                    <a:pt x="19622" y="93444"/>
                    <a:pt x="19636" y="93460"/>
                  </a:cubicBezTo>
                  <a:lnTo>
                    <a:pt x="19636" y="93460"/>
                  </a:lnTo>
                  <a:cubicBezTo>
                    <a:pt x="19621" y="93442"/>
                    <a:pt x="19607" y="93425"/>
                    <a:pt x="19593" y="93409"/>
                  </a:cubicBezTo>
                  <a:close/>
                  <a:moveTo>
                    <a:pt x="14822" y="86751"/>
                  </a:moveTo>
                  <a:lnTo>
                    <a:pt x="15262" y="87453"/>
                  </a:lnTo>
                  <a:cubicBezTo>
                    <a:pt x="15431" y="87707"/>
                    <a:pt x="15617" y="87978"/>
                    <a:pt x="15820" y="88282"/>
                  </a:cubicBezTo>
                  <a:cubicBezTo>
                    <a:pt x="16031" y="88578"/>
                    <a:pt x="16251" y="88891"/>
                    <a:pt x="16488" y="89230"/>
                  </a:cubicBezTo>
                  <a:cubicBezTo>
                    <a:pt x="16547" y="89314"/>
                    <a:pt x="16607" y="89399"/>
                    <a:pt x="16666" y="89483"/>
                  </a:cubicBezTo>
                  <a:lnTo>
                    <a:pt x="16860" y="89737"/>
                  </a:lnTo>
                  <a:lnTo>
                    <a:pt x="17266" y="90262"/>
                  </a:lnTo>
                  <a:cubicBezTo>
                    <a:pt x="17259" y="90254"/>
                    <a:pt x="17251" y="90246"/>
                    <a:pt x="17243" y="90238"/>
                  </a:cubicBezTo>
                  <a:lnTo>
                    <a:pt x="17243" y="90238"/>
                  </a:lnTo>
                  <a:lnTo>
                    <a:pt x="17749" y="90930"/>
                  </a:lnTo>
                  <a:lnTo>
                    <a:pt x="17952" y="91218"/>
                  </a:lnTo>
                  <a:cubicBezTo>
                    <a:pt x="17994" y="91260"/>
                    <a:pt x="18036" y="91319"/>
                    <a:pt x="18079" y="91378"/>
                  </a:cubicBezTo>
                  <a:lnTo>
                    <a:pt x="18231" y="91573"/>
                  </a:lnTo>
                  <a:lnTo>
                    <a:pt x="18079" y="91404"/>
                  </a:lnTo>
                  <a:lnTo>
                    <a:pt x="18079" y="91404"/>
                  </a:lnTo>
                  <a:cubicBezTo>
                    <a:pt x="18146" y="91514"/>
                    <a:pt x="18527" y="91971"/>
                    <a:pt x="18899" y="92444"/>
                  </a:cubicBezTo>
                  <a:cubicBezTo>
                    <a:pt x="19077" y="92639"/>
                    <a:pt x="19246" y="92850"/>
                    <a:pt x="19398" y="93062"/>
                  </a:cubicBezTo>
                  <a:lnTo>
                    <a:pt x="19331" y="93003"/>
                  </a:lnTo>
                  <a:lnTo>
                    <a:pt x="19331" y="93003"/>
                  </a:lnTo>
                  <a:cubicBezTo>
                    <a:pt x="19415" y="93129"/>
                    <a:pt x="19517" y="93256"/>
                    <a:pt x="19618" y="93375"/>
                  </a:cubicBezTo>
                  <a:lnTo>
                    <a:pt x="20193" y="94060"/>
                  </a:lnTo>
                  <a:lnTo>
                    <a:pt x="19999" y="93865"/>
                  </a:lnTo>
                  <a:cubicBezTo>
                    <a:pt x="19892" y="93751"/>
                    <a:pt x="19771" y="93622"/>
                    <a:pt x="19636" y="93460"/>
                  </a:cubicBezTo>
                  <a:lnTo>
                    <a:pt x="19636" y="93460"/>
                  </a:lnTo>
                  <a:cubicBezTo>
                    <a:pt x="19711" y="93553"/>
                    <a:pt x="19801" y="93665"/>
                    <a:pt x="19914" y="93806"/>
                  </a:cubicBezTo>
                  <a:lnTo>
                    <a:pt x="19508" y="93375"/>
                  </a:lnTo>
                  <a:lnTo>
                    <a:pt x="19128" y="92935"/>
                  </a:lnTo>
                  <a:lnTo>
                    <a:pt x="19128" y="92935"/>
                  </a:lnTo>
                  <a:cubicBezTo>
                    <a:pt x="19254" y="93104"/>
                    <a:pt x="19398" y="93273"/>
                    <a:pt x="19551" y="93434"/>
                  </a:cubicBezTo>
                  <a:cubicBezTo>
                    <a:pt x="19677" y="93569"/>
                    <a:pt x="19821" y="93713"/>
                    <a:pt x="20050" y="93992"/>
                  </a:cubicBezTo>
                  <a:cubicBezTo>
                    <a:pt x="19990" y="93975"/>
                    <a:pt x="20007" y="94026"/>
                    <a:pt x="19491" y="93451"/>
                  </a:cubicBezTo>
                  <a:cubicBezTo>
                    <a:pt x="19338" y="93258"/>
                    <a:pt x="19300" y="93207"/>
                    <a:pt x="19305" y="93207"/>
                  </a:cubicBezTo>
                  <a:lnTo>
                    <a:pt x="19305" y="93207"/>
                  </a:lnTo>
                  <a:cubicBezTo>
                    <a:pt x="19310" y="93207"/>
                    <a:pt x="19369" y="93273"/>
                    <a:pt x="19376" y="93273"/>
                  </a:cubicBezTo>
                  <a:cubicBezTo>
                    <a:pt x="19380" y="93273"/>
                    <a:pt x="19369" y="93253"/>
                    <a:pt x="19322" y="93189"/>
                  </a:cubicBezTo>
                  <a:cubicBezTo>
                    <a:pt x="18975" y="92808"/>
                    <a:pt x="18941" y="92647"/>
                    <a:pt x="18569" y="92250"/>
                  </a:cubicBezTo>
                  <a:cubicBezTo>
                    <a:pt x="18163" y="91742"/>
                    <a:pt x="18307" y="91886"/>
                    <a:pt x="18189" y="91717"/>
                  </a:cubicBezTo>
                  <a:lnTo>
                    <a:pt x="18189" y="91717"/>
                  </a:lnTo>
                  <a:cubicBezTo>
                    <a:pt x="18303" y="91860"/>
                    <a:pt x="18340" y="91902"/>
                    <a:pt x="18346" y="91902"/>
                  </a:cubicBezTo>
                  <a:cubicBezTo>
                    <a:pt x="18354" y="91902"/>
                    <a:pt x="18302" y="91823"/>
                    <a:pt x="18310" y="91823"/>
                  </a:cubicBezTo>
                  <a:lnTo>
                    <a:pt x="18310" y="91823"/>
                  </a:lnTo>
                  <a:cubicBezTo>
                    <a:pt x="18317" y="91823"/>
                    <a:pt x="18368" y="91880"/>
                    <a:pt x="18535" y="92089"/>
                  </a:cubicBezTo>
                  <a:cubicBezTo>
                    <a:pt x="18434" y="91937"/>
                    <a:pt x="18315" y="91793"/>
                    <a:pt x="18189" y="91658"/>
                  </a:cubicBezTo>
                  <a:cubicBezTo>
                    <a:pt x="18070" y="91539"/>
                    <a:pt x="17969" y="91412"/>
                    <a:pt x="17884" y="91277"/>
                  </a:cubicBezTo>
                  <a:lnTo>
                    <a:pt x="17859" y="91192"/>
                  </a:lnTo>
                  <a:lnTo>
                    <a:pt x="17233" y="90304"/>
                  </a:lnTo>
                  <a:lnTo>
                    <a:pt x="16860" y="89788"/>
                  </a:lnTo>
                  <a:cubicBezTo>
                    <a:pt x="16734" y="89619"/>
                    <a:pt x="16615" y="89458"/>
                    <a:pt x="16514" y="89323"/>
                  </a:cubicBezTo>
                  <a:lnTo>
                    <a:pt x="16514" y="89323"/>
                  </a:lnTo>
                  <a:cubicBezTo>
                    <a:pt x="16591" y="89444"/>
                    <a:pt x="16618" y="89489"/>
                    <a:pt x="16615" y="89489"/>
                  </a:cubicBezTo>
                  <a:cubicBezTo>
                    <a:pt x="16606" y="89489"/>
                    <a:pt x="16358" y="89130"/>
                    <a:pt x="16343" y="89130"/>
                  </a:cubicBezTo>
                  <a:lnTo>
                    <a:pt x="16343" y="89130"/>
                  </a:lnTo>
                  <a:cubicBezTo>
                    <a:pt x="16342" y="89130"/>
                    <a:pt x="16343" y="89132"/>
                    <a:pt x="16344" y="89137"/>
                  </a:cubicBezTo>
                  <a:cubicBezTo>
                    <a:pt x="16446" y="89264"/>
                    <a:pt x="16547" y="89399"/>
                    <a:pt x="16632" y="89534"/>
                  </a:cubicBezTo>
                  <a:cubicBezTo>
                    <a:pt x="16708" y="89644"/>
                    <a:pt x="16784" y="89754"/>
                    <a:pt x="16852" y="89873"/>
                  </a:cubicBezTo>
                  <a:cubicBezTo>
                    <a:pt x="16784" y="89780"/>
                    <a:pt x="16683" y="89653"/>
                    <a:pt x="16581" y="89509"/>
                  </a:cubicBezTo>
                  <a:lnTo>
                    <a:pt x="16260" y="89044"/>
                  </a:lnTo>
                  <a:cubicBezTo>
                    <a:pt x="16155" y="88885"/>
                    <a:pt x="16055" y="88734"/>
                    <a:pt x="15973" y="88610"/>
                  </a:cubicBezTo>
                  <a:lnTo>
                    <a:pt x="15973" y="88610"/>
                  </a:lnTo>
                  <a:lnTo>
                    <a:pt x="16268" y="89069"/>
                  </a:lnTo>
                  <a:cubicBezTo>
                    <a:pt x="16082" y="88824"/>
                    <a:pt x="15439" y="87918"/>
                    <a:pt x="15422" y="87902"/>
                  </a:cubicBezTo>
                  <a:cubicBezTo>
                    <a:pt x="15236" y="87606"/>
                    <a:pt x="14966" y="87166"/>
                    <a:pt x="14881" y="87005"/>
                  </a:cubicBezTo>
                  <a:lnTo>
                    <a:pt x="14881" y="87005"/>
                  </a:lnTo>
                  <a:lnTo>
                    <a:pt x="15245" y="87529"/>
                  </a:lnTo>
                  <a:lnTo>
                    <a:pt x="15346" y="87732"/>
                  </a:lnTo>
                  <a:lnTo>
                    <a:pt x="15575" y="88028"/>
                  </a:lnTo>
                  <a:lnTo>
                    <a:pt x="15372" y="87707"/>
                  </a:lnTo>
                  <a:cubicBezTo>
                    <a:pt x="15295" y="87589"/>
                    <a:pt x="15211" y="87453"/>
                    <a:pt x="15143" y="87326"/>
                  </a:cubicBezTo>
                  <a:cubicBezTo>
                    <a:pt x="14991" y="87073"/>
                    <a:pt x="14864" y="86836"/>
                    <a:pt x="14822" y="86751"/>
                  </a:cubicBezTo>
                  <a:close/>
                  <a:moveTo>
                    <a:pt x="29882" y="103346"/>
                  </a:moveTo>
                  <a:lnTo>
                    <a:pt x="29882" y="103346"/>
                  </a:lnTo>
                  <a:cubicBezTo>
                    <a:pt x="29941" y="103392"/>
                    <a:pt x="29996" y="103432"/>
                    <a:pt x="30053" y="103474"/>
                  </a:cubicBezTo>
                  <a:lnTo>
                    <a:pt x="30053" y="103474"/>
                  </a:lnTo>
                  <a:cubicBezTo>
                    <a:pt x="30011" y="103441"/>
                    <a:pt x="29970" y="103411"/>
                    <a:pt x="29930" y="103382"/>
                  </a:cubicBezTo>
                  <a:lnTo>
                    <a:pt x="29882" y="103346"/>
                  </a:lnTo>
                  <a:close/>
                  <a:moveTo>
                    <a:pt x="30053" y="103474"/>
                  </a:moveTo>
                  <a:cubicBezTo>
                    <a:pt x="30135" y="103536"/>
                    <a:pt x="30221" y="103606"/>
                    <a:pt x="30311" y="103678"/>
                  </a:cubicBezTo>
                  <a:lnTo>
                    <a:pt x="30235" y="103636"/>
                  </a:lnTo>
                  <a:lnTo>
                    <a:pt x="30235" y="103636"/>
                  </a:lnTo>
                  <a:cubicBezTo>
                    <a:pt x="30272" y="103666"/>
                    <a:pt x="30551" y="103859"/>
                    <a:pt x="30578" y="103859"/>
                  </a:cubicBezTo>
                  <a:cubicBezTo>
                    <a:pt x="30581" y="103859"/>
                    <a:pt x="30580" y="103856"/>
                    <a:pt x="30573" y="103848"/>
                  </a:cubicBezTo>
                  <a:cubicBezTo>
                    <a:pt x="30336" y="103673"/>
                    <a:pt x="30190" y="103572"/>
                    <a:pt x="30053" y="103474"/>
                  </a:cubicBezTo>
                  <a:close/>
                  <a:moveTo>
                    <a:pt x="4078" y="0"/>
                  </a:moveTo>
                  <a:cubicBezTo>
                    <a:pt x="3605" y="491"/>
                    <a:pt x="3182" y="1024"/>
                    <a:pt x="2826" y="1599"/>
                  </a:cubicBezTo>
                  <a:cubicBezTo>
                    <a:pt x="2522" y="2081"/>
                    <a:pt x="2251" y="2546"/>
                    <a:pt x="1930" y="3147"/>
                  </a:cubicBezTo>
                  <a:cubicBezTo>
                    <a:pt x="1960" y="3083"/>
                    <a:pt x="1970" y="3060"/>
                    <a:pt x="1968" y="3060"/>
                  </a:cubicBezTo>
                  <a:lnTo>
                    <a:pt x="1968" y="3060"/>
                  </a:lnTo>
                  <a:cubicBezTo>
                    <a:pt x="1963" y="3060"/>
                    <a:pt x="1910" y="3153"/>
                    <a:pt x="1887" y="3181"/>
                  </a:cubicBezTo>
                  <a:cubicBezTo>
                    <a:pt x="1710" y="3579"/>
                    <a:pt x="1507" y="4052"/>
                    <a:pt x="1422" y="4314"/>
                  </a:cubicBezTo>
                  <a:lnTo>
                    <a:pt x="1295" y="4627"/>
                  </a:lnTo>
                  <a:cubicBezTo>
                    <a:pt x="1261" y="4737"/>
                    <a:pt x="1219" y="4847"/>
                    <a:pt x="1185" y="4957"/>
                  </a:cubicBezTo>
                  <a:cubicBezTo>
                    <a:pt x="1185" y="4881"/>
                    <a:pt x="1202" y="4805"/>
                    <a:pt x="1227" y="4729"/>
                  </a:cubicBezTo>
                  <a:cubicBezTo>
                    <a:pt x="1253" y="4653"/>
                    <a:pt x="1287" y="4560"/>
                    <a:pt x="1329" y="4441"/>
                  </a:cubicBezTo>
                  <a:cubicBezTo>
                    <a:pt x="1351" y="4379"/>
                    <a:pt x="1374" y="4309"/>
                    <a:pt x="1401" y="4234"/>
                  </a:cubicBezTo>
                  <a:lnTo>
                    <a:pt x="1401" y="4234"/>
                  </a:lnTo>
                  <a:cubicBezTo>
                    <a:pt x="1210" y="4708"/>
                    <a:pt x="1045" y="5193"/>
                    <a:pt x="906" y="5685"/>
                  </a:cubicBezTo>
                  <a:cubicBezTo>
                    <a:pt x="754" y="6235"/>
                    <a:pt x="627" y="6759"/>
                    <a:pt x="525" y="7301"/>
                  </a:cubicBezTo>
                  <a:cubicBezTo>
                    <a:pt x="424" y="7834"/>
                    <a:pt x="339" y="8375"/>
                    <a:pt x="272" y="8942"/>
                  </a:cubicBezTo>
                  <a:cubicBezTo>
                    <a:pt x="195" y="9500"/>
                    <a:pt x="145" y="10084"/>
                    <a:pt x="94" y="10701"/>
                  </a:cubicBezTo>
                  <a:cubicBezTo>
                    <a:pt x="92" y="10712"/>
                    <a:pt x="91" y="10717"/>
                    <a:pt x="90" y="10717"/>
                  </a:cubicBezTo>
                  <a:cubicBezTo>
                    <a:pt x="85" y="10717"/>
                    <a:pt x="100" y="10510"/>
                    <a:pt x="99" y="10510"/>
                  </a:cubicBezTo>
                  <a:lnTo>
                    <a:pt x="99" y="10510"/>
                  </a:lnTo>
                  <a:cubicBezTo>
                    <a:pt x="98" y="10510"/>
                    <a:pt x="97" y="10524"/>
                    <a:pt x="94" y="10557"/>
                  </a:cubicBezTo>
                  <a:cubicBezTo>
                    <a:pt x="80" y="10834"/>
                    <a:pt x="66" y="11265"/>
                    <a:pt x="66" y="11382"/>
                  </a:cubicBezTo>
                  <a:lnTo>
                    <a:pt x="66" y="11382"/>
                  </a:lnTo>
                  <a:cubicBezTo>
                    <a:pt x="64" y="11345"/>
                    <a:pt x="62" y="11307"/>
                    <a:pt x="62" y="11269"/>
                  </a:cubicBezTo>
                  <a:lnTo>
                    <a:pt x="62" y="11269"/>
                  </a:lnTo>
                  <a:cubicBezTo>
                    <a:pt x="40" y="11834"/>
                    <a:pt x="25" y="12278"/>
                    <a:pt x="18" y="12672"/>
                  </a:cubicBezTo>
                  <a:cubicBezTo>
                    <a:pt x="9" y="13104"/>
                    <a:pt x="1" y="13484"/>
                    <a:pt x="26" y="13899"/>
                  </a:cubicBezTo>
                  <a:cubicBezTo>
                    <a:pt x="26" y="13900"/>
                    <a:pt x="25" y="13901"/>
                    <a:pt x="25" y="13901"/>
                  </a:cubicBezTo>
                  <a:cubicBezTo>
                    <a:pt x="10" y="13901"/>
                    <a:pt x="2" y="13356"/>
                    <a:pt x="1" y="13356"/>
                  </a:cubicBezTo>
                  <a:cubicBezTo>
                    <a:pt x="1" y="13356"/>
                    <a:pt x="1" y="13359"/>
                    <a:pt x="1" y="13366"/>
                  </a:cubicBezTo>
                  <a:cubicBezTo>
                    <a:pt x="1" y="14000"/>
                    <a:pt x="18" y="14483"/>
                    <a:pt x="52" y="14965"/>
                  </a:cubicBezTo>
                  <a:cubicBezTo>
                    <a:pt x="85" y="15447"/>
                    <a:pt x="128" y="15929"/>
                    <a:pt x="170" y="16564"/>
                  </a:cubicBezTo>
                  <a:cubicBezTo>
                    <a:pt x="159" y="16471"/>
                    <a:pt x="152" y="16432"/>
                    <a:pt x="149" y="16432"/>
                  </a:cubicBezTo>
                  <a:lnTo>
                    <a:pt x="149" y="16432"/>
                  </a:lnTo>
                  <a:cubicBezTo>
                    <a:pt x="137" y="16432"/>
                    <a:pt x="165" y="16919"/>
                    <a:pt x="178" y="17190"/>
                  </a:cubicBezTo>
                  <a:cubicBezTo>
                    <a:pt x="229" y="17714"/>
                    <a:pt x="305" y="18526"/>
                    <a:pt x="432" y="19406"/>
                  </a:cubicBezTo>
                  <a:cubicBezTo>
                    <a:pt x="551" y="20277"/>
                    <a:pt x="720" y="21140"/>
                    <a:pt x="948" y="21986"/>
                  </a:cubicBezTo>
                  <a:cubicBezTo>
                    <a:pt x="934" y="21955"/>
                    <a:pt x="925" y="21941"/>
                    <a:pt x="920" y="21941"/>
                  </a:cubicBezTo>
                  <a:lnTo>
                    <a:pt x="920" y="21941"/>
                  </a:lnTo>
                  <a:cubicBezTo>
                    <a:pt x="911" y="21941"/>
                    <a:pt x="920" y="22000"/>
                    <a:pt x="948" y="22096"/>
                  </a:cubicBezTo>
                  <a:cubicBezTo>
                    <a:pt x="982" y="22240"/>
                    <a:pt x="1041" y="22468"/>
                    <a:pt x="1117" y="22714"/>
                  </a:cubicBezTo>
                  <a:lnTo>
                    <a:pt x="1244" y="23077"/>
                  </a:lnTo>
                  <a:cubicBezTo>
                    <a:pt x="1261" y="23137"/>
                    <a:pt x="1278" y="23196"/>
                    <a:pt x="1304" y="23255"/>
                  </a:cubicBezTo>
                  <a:lnTo>
                    <a:pt x="1363" y="23416"/>
                  </a:lnTo>
                  <a:cubicBezTo>
                    <a:pt x="1414" y="23543"/>
                    <a:pt x="1456" y="23678"/>
                    <a:pt x="1490" y="23805"/>
                  </a:cubicBezTo>
                  <a:cubicBezTo>
                    <a:pt x="1557" y="23974"/>
                    <a:pt x="1650" y="24177"/>
                    <a:pt x="1735" y="24346"/>
                  </a:cubicBezTo>
                  <a:cubicBezTo>
                    <a:pt x="1777" y="24456"/>
                    <a:pt x="1837" y="24558"/>
                    <a:pt x="1904" y="24659"/>
                  </a:cubicBezTo>
                  <a:cubicBezTo>
                    <a:pt x="1803" y="24482"/>
                    <a:pt x="1718" y="24287"/>
                    <a:pt x="1659" y="24092"/>
                  </a:cubicBezTo>
                  <a:lnTo>
                    <a:pt x="1659" y="24092"/>
                  </a:lnTo>
                  <a:cubicBezTo>
                    <a:pt x="1718" y="24211"/>
                    <a:pt x="1769" y="24346"/>
                    <a:pt x="1837" y="24482"/>
                  </a:cubicBezTo>
                  <a:cubicBezTo>
                    <a:pt x="1904" y="24609"/>
                    <a:pt x="1980" y="24744"/>
                    <a:pt x="2040" y="24862"/>
                  </a:cubicBezTo>
                  <a:cubicBezTo>
                    <a:pt x="2090" y="24964"/>
                    <a:pt x="2150" y="25065"/>
                    <a:pt x="2217" y="25158"/>
                  </a:cubicBezTo>
                  <a:cubicBezTo>
                    <a:pt x="2251" y="25209"/>
                    <a:pt x="2285" y="25260"/>
                    <a:pt x="2327" y="25302"/>
                  </a:cubicBezTo>
                  <a:cubicBezTo>
                    <a:pt x="2420" y="25488"/>
                    <a:pt x="2539" y="25666"/>
                    <a:pt x="2649" y="25852"/>
                  </a:cubicBezTo>
                  <a:cubicBezTo>
                    <a:pt x="2699" y="25886"/>
                    <a:pt x="2742" y="25937"/>
                    <a:pt x="2776" y="25979"/>
                  </a:cubicBezTo>
                  <a:cubicBezTo>
                    <a:pt x="2835" y="26055"/>
                    <a:pt x="2936" y="26165"/>
                    <a:pt x="3038" y="26300"/>
                  </a:cubicBezTo>
                  <a:cubicBezTo>
                    <a:pt x="3244" y="26591"/>
                    <a:pt x="3271" y="26605"/>
                    <a:pt x="3280" y="26605"/>
                  </a:cubicBezTo>
                  <a:cubicBezTo>
                    <a:pt x="3281" y="26605"/>
                    <a:pt x="3282" y="26605"/>
                    <a:pt x="3283" y="26605"/>
                  </a:cubicBezTo>
                  <a:cubicBezTo>
                    <a:pt x="3300" y="26605"/>
                    <a:pt x="3317" y="26622"/>
                    <a:pt x="3376" y="26681"/>
                  </a:cubicBezTo>
                  <a:cubicBezTo>
                    <a:pt x="3410" y="26715"/>
                    <a:pt x="3452" y="26757"/>
                    <a:pt x="3503" y="26825"/>
                  </a:cubicBezTo>
                  <a:cubicBezTo>
                    <a:pt x="3557" y="26879"/>
                    <a:pt x="3618" y="26954"/>
                    <a:pt x="3706" y="27038"/>
                  </a:cubicBezTo>
                  <a:lnTo>
                    <a:pt x="3706" y="27038"/>
                  </a:lnTo>
                  <a:cubicBezTo>
                    <a:pt x="3670" y="27006"/>
                    <a:pt x="3630" y="26977"/>
                    <a:pt x="3596" y="26943"/>
                  </a:cubicBezTo>
                  <a:lnTo>
                    <a:pt x="3469" y="26833"/>
                  </a:lnTo>
                  <a:cubicBezTo>
                    <a:pt x="3402" y="26766"/>
                    <a:pt x="3342" y="26706"/>
                    <a:pt x="3300" y="26681"/>
                  </a:cubicBezTo>
                  <a:lnTo>
                    <a:pt x="3300" y="26681"/>
                  </a:lnTo>
                  <a:cubicBezTo>
                    <a:pt x="3486" y="26901"/>
                    <a:pt x="3689" y="27096"/>
                    <a:pt x="3901" y="27282"/>
                  </a:cubicBezTo>
                  <a:cubicBezTo>
                    <a:pt x="3911" y="27294"/>
                    <a:pt x="3914" y="27300"/>
                    <a:pt x="3911" y="27300"/>
                  </a:cubicBezTo>
                  <a:cubicBezTo>
                    <a:pt x="3902" y="27300"/>
                    <a:pt x="3837" y="27248"/>
                    <a:pt x="3748" y="27172"/>
                  </a:cubicBezTo>
                  <a:cubicBezTo>
                    <a:pt x="3689" y="27112"/>
                    <a:pt x="3605" y="27053"/>
                    <a:pt x="3537" y="26977"/>
                  </a:cubicBezTo>
                  <a:lnTo>
                    <a:pt x="3317" y="26749"/>
                  </a:lnTo>
                  <a:lnTo>
                    <a:pt x="3545" y="27019"/>
                  </a:lnTo>
                  <a:lnTo>
                    <a:pt x="3791" y="27265"/>
                  </a:lnTo>
                  <a:lnTo>
                    <a:pt x="3994" y="27451"/>
                  </a:lnTo>
                  <a:lnTo>
                    <a:pt x="4239" y="27645"/>
                  </a:lnTo>
                  <a:cubicBezTo>
                    <a:pt x="4332" y="27713"/>
                    <a:pt x="4417" y="27789"/>
                    <a:pt x="4518" y="27857"/>
                  </a:cubicBezTo>
                  <a:lnTo>
                    <a:pt x="4814" y="28077"/>
                  </a:lnTo>
                  <a:cubicBezTo>
                    <a:pt x="4916" y="28153"/>
                    <a:pt x="5026" y="28229"/>
                    <a:pt x="5136" y="28305"/>
                  </a:cubicBezTo>
                  <a:lnTo>
                    <a:pt x="5466" y="28525"/>
                  </a:lnTo>
                  <a:cubicBezTo>
                    <a:pt x="5702" y="28677"/>
                    <a:pt x="5931" y="28830"/>
                    <a:pt x="6159" y="28965"/>
                  </a:cubicBezTo>
                  <a:cubicBezTo>
                    <a:pt x="6046" y="28918"/>
                    <a:pt x="5867" y="28808"/>
                    <a:pt x="5849" y="28808"/>
                  </a:cubicBezTo>
                  <a:lnTo>
                    <a:pt x="5849" y="28808"/>
                  </a:lnTo>
                  <a:cubicBezTo>
                    <a:pt x="5841" y="28808"/>
                    <a:pt x="5863" y="28828"/>
                    <a:pt x="5931" y="28881"/>
                  </a:cubicBezTo>
                  <a:cubicBezTo>
                    <a:pt x="6328" y="29117"/>
                    <a:pt x="6878" y="29405"/>
                    <a:pt x="7411" y="29701"/>
                  </a:cubicBezTo>
                  <a:cubicBezTo>
                    <a:pt x="7335" y="29667"/>
                    <a:pt x="7377" y="29693"/>
                    <a:pt x="7301" y="29659"/>
                  </a:cubicBezTo>
                  <a:lnTo>
                    <a:pt x="7301" y="29659"/>
                  </a:lnTo>
                  <a:cubicBezTo>
                    <a:pt x="8266" y="30141"/>
                    <a:pt x="8020" y="30039"/>
                    <a:pt x="8883" y="30488"/>
                  </a:cubicBezTo>
                  <a:cubicBezTo>
                    <a:pt x="8866" y="30488"/>
                    <a:pt x="8849" y="30479"/>
                    <a:pt x="8841" y="30479"/>
                  </a:cubicBezTo>
                  <a:lnTo>
                    <a:pt x="8841" y="30479"/>
                  </a:lnTo>
                  <a:lnTo>
                    <a:pt x="9374" y="30733"/>
                  </a:lnTo>
                  <a:cubicBezTo>
                    <a:pt x="9755" y="30911"/>
                    <a:pt x="10127" y="31105"/>
                    <a:pt x="10482" y="31325"/>
                  </a:cubicBezTo>
                  <a:cubicBezTo>
                    <a:pt x="10727" y="31469"/>
                    <a:pt x="10905" y="31604"/>
                    <a:pt x="11226" y="31799"/>
                  </a:cubicBezTo>
                  <a:lnTo>
                    <a:pt x="11083" y="31714"/>
                  </a:lnTo>
                  <a:lnTo>
                    <a:pt x="11083" y="31714"/>
                  </a:lnTo>
                  <a:cubicBezTo>
                    <a:pt x="11277" y="31841"/>
                    <a:pt x="11700" y="32095"/>
                    <a:pt x="12098" y="32366"/>
                  </a:cubicBezTo>
                  <a:cubicBezTo>
                    <a:pt x="12435" y="32591"/>
                    <a:pt x="12760" y="32827"/>
                    <a:pt x="12953" y="32978"/>
                  </a:cubicBezTo>
                  <a:lnTo>
                    <a:pt x="12953" y="32978"/>
                  </a:lnTo>
                  <a:cubicBezTo>
                    <a:pt x="12840" y="32884"/>
                    <a:pt x="12736" y="32786"/>
                    <a:pt x="12631" y="32687"/>
                  </a:cubicBezTo>
                  <a:cubicBezTo>
                    <a:pt x="12512" y="32603"/>
                    <a:pt x="12385" y="32526"/>
                    <a:pt x="12267" y="32450"/>
                  </a:cubicBezTo>
                  <a:cubicBezTo>
                    <a:pt x="12157" y="32391"/>
                    <a:pt x="12022" y="32298"/>
                    <a:pt x="11700" y="32087"/>
                  </a:cubicBezTo>
                  <a:lnTo>
                    <a:pt x="11700" y="32087"/>
                  </a:lnTo>
                  <a:cubicBezTo>
                    <a:pt x="11886" y="32180"/>
                    <a:pt x="12055" y="32281"/>
                    <a:pt x="12225" y="32391"/>
                  </a:cubicBezTo>
                  <a:lnTo>
                    <a:pt x="12571" y="32620"/>
                  </a:lnTo>
                  <a:cubicBezTo>
                    <a:pt x="12665" y="32687"/>
                    <a:pt x="12749" y="32738"/>
                    <a:pt x="12791" y="32763"/>
                  </a:cubicBezTo>
                  <a:cubicBezTo>
                    <a:pt x="12935" y="32873"/>
                    <a:pt x="13079" y="32983"/>
                    <a:pt x="13206" y="33110"/>
                  </a:cubicBezTo>
                  <a:cubicBezTo>
                    <a:pt x="13265" y="33161"/>
                    <a:pt x="13316" y="33220"/>
                    <a:pt x="13367" y="33288"/>
                  </a:cubicBezTo>
                  <a:cubicBezTo>
                    <a:pt x="13790" y="33626"/>
                    <a:pt x="14103" y="33914"/>
                    <a:pt x="14424" y="34227"/>
                  </a:cubicBezTo>
                  <a:cubicBezTo>
                    <a:pt x="14746" y="34548"/>
                    <a:pt x="15084" y="34895"/>
                    <a:pt x="15524" y="35394"/>
                  </a:cubicBezTo>
                  <a:cubicBezTo>
                    <a:pt x="15600" y="35479"/>
                    <a:pt x="15685" y="35555"/>
                    <a:pt x="15761" y="35648"/>
                  </a:cubicBezTo>
                  <a:cubicBezTo>
                    <a:pt x="15845" y="35733"/>
                    <a:pt x="15930" y="35826"/>
                    <a:pt x="16023" y="35936"/>
                  </a:cubicBezTo>
                  <a:cubicBezTo>
                    <a:pt x="16285" y="36240"/>
                    <a:pt x="16522" y="36570"/>
                    <a:pt x="16734" y="36917"/>
                  </a:cubicBezTo>
                  <a:lnTo>
                    <a:pt x="16706" y="36889"/>
                  </a:lnTo>
                  <a:lnTo>
                    <a:pt x="16706" y="36889"/>
                  </a:lnTo>
                  <a:cubicBezTo>
                    <a:pt x="16770" y="36968"/>
                    <a:pt x="16990" y="37340"/>
                    <a:pt x="17097" y="37509"/>
                  </a:cubicBezTo>
                  <a:cubicBezTo>
                    <a:pt x="17065" y="37440"/>
                    <a:pt x="17056" y="37415"/>
                    <a:pt x="17061" y="37415"/>
                  </a:cubicBezTo>
                  <a:lnTo>
                    <a:pt x="17061" y="37415"/>
                  </a:lnTo>
                  <a:cubicBezTo>
                    <a:pt x="17074" y="37415"/>
                    <a:pt x="17198" y="37625"/>
                    <a:pt x="17208" y="37625"/>
                  </a:cubicBezTo>
                  <a:cubicBezTo>
                    <a:pt x="17212" y="37625"/>
                    <a:pt x="17197" y="37590"/>
                    <a:pt x="17148" y="37492"/>
                  </a:cubicBezTo>
                  <a:lnTo>
                    <a:pt x="17148" y="37492"/>
                  </a:lnTo>
                  <a:cubicBezTo>
                    <a:pt x="17478" y="38050"/>
                    <a:pt x="17478" y="38177"/>
                    <a:pt x="17486" y="38245"/>
                  </a:cubicBezTo>
                  <a:cubicBezTo>
                    <a:pt x="17732" y="38634"/>
                    <a:pt x="18028" y="39404"/>
                    <a:pt x="18332" y="40343"/>
                  </a:cubicBezTo>
                  <a:cubicBezTo>
                    <a:pt x="18315" y="40309"/>
                    <a:pt x="18282" y="40208"/>
                    <a:pt x="18239" y="40098"/>
                  </a:cubicBezTo>
                  <a:cubicBezTo>
                    <a:pt x="18205" y="39979"/>
                    <a:pt x="18163" y="39852"/>
                    <a:pt x="18112" y="39742"/>
                  </a:cubicBezTo>
                  <a:cubicBezTo>
                    <a:pt x="18057" y="39598"/>
                    <a:pt x="18012" y="39487"/>
                    <a:pt x="18007" y="39487"/>
                  </a:cubicBezTo>
                  <a:lnTo>
                    <a:pt x="18007" y="39487"/>
                  </a:lnTo>
                  <a:cubicBezTo>
                    <a:pt x="18005" y="39487"/>
                    <a:pt x="18013" y="39517"/>
                    <a:pt x="18036" y="39590"/>
                  </a:cubicBezTo>
                  <a:lnTo>
                    <a:pt x="18155" y="39886"/>
                  </a:lnTo>
                  <a:lnTo>
                    <a:pt x="18256" y="40182"/>
                  </a:lnTo>
                  <a:cubicBezTo>
                    <a:pt x="18332" y="40377"/>
                    <a:pt x="18392" y="40580"/>
                    <a:pt x="18459" y="40783"/>
                  </a:cubicBezTo>
                  <a:cubicBezTo>
                    <a:pt x="18409" y="40605"/>
                    <a:pt x="18366" y="40419"/>
                    <a:pt x="18307" y="40242"/>
                  </a:cubicBezTo>
                  <a:lnTo>
                    <a:pt x="18307" y="40242"/>
                  </a:lnTo>
                  <a:cubicBezTo>
                    <a:pt x="18383" y="40470"/>
                    <a:pt x="18442" y="40656"/>
                    <a:pt x="18485" y="40825"/>
                  </a:cubicBezTo>
                  <a:cubicBezTo>
                    <a:pt x="18518" y="40986"/>
                    <a:pt x="18552" y="41130"/>
                    <a:pt x="18578" y="41257"/>
                  </a:cubicBezTo>
                  <a:cubicBezTo>
                    <a:pt x="18612" y="41510"/>
                    <a:pt x="18645" y="41713"/>
                    <a:pt x="18671" y="41993"/>
                  </a:cubicBezTo>
                  <a:cubicBezTo>
                    <a:pt x="18671" y="42008"/>
                    <a:pt x="18670" y="42015"/>
                    <a:pt x="18668" y="42015"/>
                  </a:cubicBezTo>
                  <a:cubicBezTo>
                    <a:pt x="18657" y="42015"/>
                    <a:pt x="18613" y="41704"/>
                    <a:pt x="18569" y="41477"/>
                  </a:cubicBezTo>
                  <a:lnTo>
                    <a:pt x="18569" y="41477"/>
                  </a:lnTo>
                  <a:cubicBezTo>
                    <a:pt x="18578" y="41544"/>
                    <a:pt x="18595" y="41629"/>
                    <a:pt x="18612" y="41722"/>
                  </a:cubicBezTo>
                  <a:cubicBezTo>
                    <a:pt x="18628" y="41815"/>
                    <a:pt x="18637" y="41908"/>
                    <a:pt x="18654" y="42009"/>
                  </a:cubicBezTo>
                  <a:cubicBezTo>
                    <a:pt x="18688" y="42212"/>
                    <a:pt x="18705" y="42424"/>
                    <a:pt x="18730" y="42619"/>
                  </a:cubicBezTo>
                  <a:cubicBezTo>
                    <a:pt x="18738" y="42686"/>
                    <a:pt x="18747" y="42805"/>
                    <a:pt x="18755" y="42948"/>
                  </a:cubicBezTo>
                  <a:cubicBezTo>
                    <a:pt x="18755" y="43016"/>
                    <a:pt x="18772" y="43092"/>
                    <a:pt x="18772" y="43177"/>
                  </a:cubicBezTo>
                  <a:lnTo>
                    <a:pt x="18772" y="43422"/>
                  </a:lnTo>
                  <a:cubicBezTo>
                    <a:pt x="18772" y="43507"/>
                    <a:pt x="18772" y="43600"/>
                    <a:pt x="18772" y="43684"/>
                  </a:cubicBezTo>
                  <a:cubicBezTo>
                    <a:pt x="18764" y="43769"/>
                    <a:pt x="18764" y="43845"/>
                    <a:pt x="18764" y="43930"/>
                  </a:cubicBezTo>
                  <a:cubicBezTo>
                    <a:pt x="18755" y="44006"/>
                    <a:pt x="18755" y="44082"/>
                    <a:pt x="18755" y="44150"/>
                  </a:cubicBezTo>
                  <a:cubicBezTo>
                    <a:pt x="18747" y="44217"/>
                    <a:pt x="18738" y="44277"/>
                    <a:pt x="18738" y="44327"/>
                  </a:cubicBezTo>
                  <a:lnTo>
                    <a:pt x="18721" y="44488"/>
                  </a:lnTo>
                  <a:cubicBezTo>
                    <a:pt x="18721" y="44463"/>
                    <a:pt x="18721" y="44437"/>
                    <a:pt x="18721" y="44412"/>
                  </a:cubicBezTo>
                  <a:cubicBezTo>
                    <a:pt x="18713" y="44497"/>
                    <a:pt x="18705" y="44564"/>
                    <a:pt x="18696" y="44623"/>
                  </a:cubicBezTo>
                  <a:cubicBezTo>
                    <a:pt x="18671" y="44793"/>
                    <a:pt x="18637" y="44962"/>
                    <a:pt x="18612" y="45131"/>
                  </a:cubicBezTo>
                  <a:lnTo>
                    <a:pt x="18620" y="45021"/>
                  </a:lnTo>
                  <a:lnTo>
                    <a:pt x="18620" y="45021"/>
                  </a:lnTo>
                  <a:cubicBezTo>
                    <a:pt x="18612" y="45089"/>
                    <a:pt x="18603" y="45156"/>
                    <a:pt x="18586" y="45216"/>
                  </a:cubicBezTo>
                  <a:cubicBezTo>
                    <a:pt x="18544" y="45393"/>
                    <a:pt x="18510" y="45562"/>
                    <a:pt x="18459" y="45740"/>
                  </a:cubicBezTo>
                  <a:lnTo>
                    <a:pt x="18400" y="46002"/>
                  </a:lnTo>
                  <a:lnTo>
                    <a:pt x="18400" y="46002"/>
                  </a:lnTo>
                  <a:lnTo>
                    <a:pt x="18434" y="45875"/>
                  </a:lnTo>
                  <a:lnTo>
                    <a:pt x="18434" y="45875"/>
                  </a:lnTo>
                  <a:cubicBezTo>
                    <a:pt x="18448" y="45918"/>
                    <a:pt x="18354" y="46377"/>
                    <a:pt x="18151" y="46936"/>
                  </a:cubicBezTo>
                  <a:lnTo>
                    <a:pt x="18151" y="46936"/>
                  </a:lnTo>
                  <a:cubicBezTo>
                    <a:pt x="18183" y="46864"/>
                    <a:pt x="18219" y="46775"/>
                    <a:pt x="18256" y="46679"/>
                  </a:cubicBezTo>
                  <a:cubicBezTo>
                    <a:pt x="18290" y="46561"/>
                    <a:pt x="18332" y="46442"/>
                    <a:pt x="18375" y="46307"/>
                  </a:cubicBezTo>
                  <a:lnTo>
                    <a:pt x="18375" y="46307"/>
                  </a:lnTo>
                  <a:lnTo>
                    <a:pt x="18332" y="46484"/>
                  </a:lnTo>
                  <a:cubicBezTo>
                    <a:pt x="18070" y="47246"/>
                    <a:pt x="17749" y="47973"/>
                    <a:pt x="17360" y="48667"/>
                  </a:cubicBezTo>
                  <a:cubicBezTo>
                    <a:pt x="17478" y="48422"/>
                    <a:pt x="17605" y="48176"/>
                    <a:pt x="17749" y="47872"/>
                  </a:cubicBezTo>
                  <a:lnTo>
                    <a:pt x="17749" y="47872"/>
                  </a:lnTo>
                  <a:cubicBezTo>
                    <a:pt x="17698" y="47965"/>
                    <a:pt x="17656" y="48058"/>
                    <a:pt x="17605" y="48151"/>
                  </a:cubicBezTo>
                  <a:lnTo>
                    <a:pt x="17444" y="48456"/>
                  </a:lnTo>
                  <a:cubicBezTo>
                    <a:pt x="17343" y="48659"/>
                    <a:pt x="17224" y="48878"/>
                    <a:pt x="17114" y="49065"/>
                  </a:cubicBezTo>
                  <a:cubicBezTo>
                    <a:pt x="16996" y="49259"/>
                    <a:pt x="16894" y="49445"/>
                    <a:pt x="16793" y="49598"/>
                  </a:cubicBezTo>
                  <a:cubicBezTo>
                    <a:pt x="16717" y="49716"/>
                    <a:pt x="16640" y="49826"/>
                    <a:pt x="16547" y="49944"/>
                  </a:cubicBezTo>
                  <a:cubicBezTo>
                    <a:pt x="16869" y="49420"/>
                    <a:pt x="17089" y="49031"/>
                    <a:pt x="17309" y="48633"/>
                  </a:cubicBezTo>
                  <a:cubicBezTo>
                    <a:pt x="17554" y="48176"/>
                    <a:pt x="17782" y="47703"/>
                    <a:pt x="17977" y="47220"/>
                  </a:cubicBezTo>
                  <a:cubicBezTo>
                    <a:pt x="18026" y="47111"/>
                    <a:pt x="18044" y="47067"/>
                    <a:pt x="18047" y="47067"/>
                  </a:cubicBezTo>
                  <a:lnTo>
                    <a:pt x="18047" y="47067"/>
                  </a:lnTo>
                  <a:cubicBezTo>
                    <a:pt x="18048" y="47067"/>
                    <a:pt x="18047" y="47073"/>
                    <a:pt x="18045" y="47085"/>
                  </a:cubicBezTo>
                  <a:cubicBezTo>
                    <a:pt x="18011" y="47187"/>
                    <a:pt x="17969" y="47288"/>
                    <a:pt x="17926" y="47390"/>
                  </a:cubicBezTo>
                  <a:cubicBezTo>
                    <a:pt x="17825" y="47652"/>
                    <a:pt x="17656" y="47999"/>
                    <a:pt x="17656" y="48024"/>
                  </a:cubicBezTo>
                  <a:lnTo>
                    <a:pt x="17816" y="47694"/>
                  </a:lnTo>
                  <a:lnTo>
                    <a:pt x="17969" y="47364"/>
                  </a:lnTo>
                  <a:lnTo>
                    <a:pt x="17969" y="47364"/>
                  </a:lnTo>
                  <a:cubicBezTo>
                    <a:pt x="17967" y="47366"/>
                    <a:pt x="17966" y="47367"/>
                    <a:pt x="17965" y="47367"/>
                  </a:cubicBezTo>
                  <a:cubicBezTo>
                    <a:pt x="17959" y="47367"/>
                    <a:pt x="17989" y="47301"/>
                    <a:pt x="18019" y="47195"/>
                  </a:cubicBezTo>
                  <a:cubicBezTo>
                    <a:pt x="18062" y="47085"/>
                    <a:pt x="18121" y="46924"/>
                    <a:pt x="18172" y="46772"/>
                  </a:cubicBezTo>
                  <a:cubicBezTo>
                    <a:pt x="18252" y="46538"/>
                    <a:pt x="18316" y="46315"/>
                    <a:pt x="18302" y="46315"/>
                  </a:cubicBezTo>
                  <a:lnTo>
                    <a:pt x="18302" y="46315"/>
                  </a:lnTo>
                  <a:cubicBezTo>
                    <a:pt x="18298" y="46315"/>
                    <a:pt x="18289" y="46331"/>
                    <a:pt x="18273" y="46366"/>
                  </a:cubicBezTo>
                  <a:cubicBezTo>
                    <a:pt x="17766" y="47880"/>
                    <a:pt x="16962" y="49251"/>
                    <a:pt x="16184" y="50376"/>
                  </a:cubicBezTo>
                  <a:cubicBezTo>
                    <a:pt x="16370" y="49970"/>
                    <a:pt x="16547" y="49564"/>
                    <a:pt x="16700" y="49149"/>
                  </a:cubicBezTo>
                  <a:cubicBezTo>
                    <a:pt x="16700" y="49149"/>
                    <a:pt x="16708" y="49124"/>
                    <a:pt x="16734" y="49065"/>
                  </a:cubicBezTo>
                  <a:lnTo>
                    <a:pt x="16734" y="49065"/>
                  </a:lnTo>
                  <a:cubicBezTo>
                    <a:pt x="16564" y="49352"/>
                    <a:pt x="16454" y="49530"/>
                    <a:pt x="16395" y="49640"/>
                  </a:cubicBezTo>
                  <a:cubicBezTo>
                    <a:pt x="16353" y="49699"/>
                    <a:pt x="16327" y="49758"/>
                    <a:pt x="16311" y="49826"/>
                  </a:cubicBezTo>
                  <a:cubicBezTo>
                    <a:pt x="16311" y="49860"/>
                    <a:pt x="16387" y="49801"/>
                    <a:pt x="16302" y="49936"/>
                  </a:cubicBezTo>
                  <a:cubicBezTo>
                    <a:pt x="16158" y="50173"/>
                    <a:pt x="16006" y="50393"/>
                    <a:pt x="15845" y="50613"/>
                  </a:cubicBezTo>
                  <a:lnTo>
                    <a:pt x="15913" y="50486"/>
                  </a:lnTo>
                  <a:lnTo>
                    <a:pt x="15913" y="50486"/>
                  </a:lnTo>
                  <a:cubicBezTo>
                    <a:pt x="15676" y="50833"/>
                    <a:pt x="15642" y="50892"/>
                    <a:pt x="15617" y="50943"/>
                  </a:cubicBezTo>
                  <a:cubicBezTo>
                    <a:pt x="15532" y="51078"/>
                    <a:pt x="15448" y="51205"/>
                    <a:pt x="15346" y="51323"/>
                  </a:cubicBezTo>
                  <a:cubicBezTo>
                    <a:pt x="15267" y="51434"/>
                    <a:pt x="15239" y="51475"/>
                    <a:pt x="15241" y="51475"/>
                  </a:cubicBezTo>
                  <a:cubicBezTo>
                    <a:pt x="15246" y="51475"/>
                    <a:pt x="15485" y="51152"/>
                    <a:pt x="15493" y="51152"/>
                  </a:cubicBezTo>
                  <a:lnTo>
                    <a:pt x="15493" y="51152"/>
                  </a:lnTo>
                  <a:cubicBezTo>
                    <a:pt x="15494" y="51152"/>
                    <a:pt x="15482" y="51172"/>
                    <a:pt x="15448" y="51222"/>
                  </a:cubicBezTo>
                  <a:cubicBezTo>
                    <a:pt x="15202" y="51543"/>
                    <a:pt x="15143" y="51653"/>
                    <a:pt x="15042" y="51797"/>
                  </a:cubicBezTo>
                  <a:cubicBezTo>
                    <a:pt x="14847" y="52085"/>
                    <a:pt x="14636" y="52364"/>
                    <a:pt x="14407" y="52626"/>
                  </a:cubicBezTo>
                  <a:cubicBezTo>
                    <a:pt x="14441" y="52575"/>
                    <a:pt x="14297" y="52711"/>
                    <a:pt x="14746" y="52135"/>
                  </a:cubicBezTo>
                  <a:lnTo>
                    <a:pt x="14746" y="52135"/>
                  </a:lnTo>
                  <a:lnTo>
                    <a:pt x="14280" y="52685"/>
                  </a:lnTo>
                  <a:lnTo>
                    <a:pt x="15008" y="51729"/>
                  </a:lnTo>
                  <a:cubicBezTo>
                    <a:pt x="15228" y="51391"/>
                    <a:pt x="15152" y="51459"/>
                    <a:pt x="15355" y="51146"/>
                  </a:cubicBezTo>
                  <a:lnTo>
                    <a:pt x="15355" y="51146"/>
                  </a:lnTo>
                  <a:cubicBezTo>
                    <a:pt x="15169" y="51408"/>
                    <a:pt x="15228" y="51374"/>
                    <a:pt x="14932" y="51763"/>
                  </a:cubicBezTo>
                  <a:cubicBezTo>
                    <a:pt x="14823" y="51897"/>
                    <a:pt x="14781" y="51945"/>
                    <a:pt x="14778" y="51945"/>
                  </a:cubicBezTo>
                  <a:cubicBezTo>
                    <a:pt x="14769" y="51945"/>
                    <a:pt x="14981" y="51664"/>
                    <a:pt x="14999" y="51628"/>
                  </a:cubicBezTo>
                  <a:lnTo>
                    <a:pt x="14999" y="51628"/>
                  </a:lnTo>
                  <a:cubicBezTo>
                    <a:pt x="14551" y="52262"/>
                    <a:pt x="14441" y="52288"/>
                    <a:pt x="14035" y="52854"/>
                  </a:cubicBezTo>
                  <a:cubicBezTo>
                    <a:pt x="14145" y="52770"/>
                    <a:pt x="14060" y="52880"/>
                    <a:pt x="14399" y="52499"/>
                  </a:cubicBezTo>
                  <a:lnTo>
                    <a:pt x="14399" y="52499"/>
                  </a:lnTo>
                  <a:cubicBezTo>
                    <a:pt x="14109" y="52877"/>
                    <a:pt x="13721" y="53323"/>
                    <a:pt x="13683" y="53323"/>
                  </a:cubicBezTo>
                  <a:cubicBezTo>
                    <a:pt x="13681" y="53323"/>
                    <a:pt x="13680" y="53322"/>
                    <a:pt x="13680" y="53320"/>
                  </a:cubicBezTo>
                  <a:lnTo>
                    <a:pt x="13637" y="53413"/>
                  </a:lnTo>
                  <a:cubicBezTo>
                    <a:pt x="13561" y="53506"/>
                    <a:pt x="13316" y="53810"/>
                    <a:pt x="13291" y="53819"/>
                  </a:cubicBezTo>
                  <a:lnTo>
                    <a:pt x="13197" y="53963"/>
                  </a:lnTo>
                  <a:cubicBezTo>
                    <a:pt x="13443" y="53692"/>
                    <a:pt x="13637" y="53472"/>
                    <a:pt x="14027" y="52973"/>
                  </a:cubicBezTo>
                  <a:lnTo>
                    <a:pt x="14027" y="52973"/>
                  </a:lnTo>
                  <a:cubicBezTo>
                    <a:pt x="13993" y="53023"/>
                    <a:pt x="13989" y="53036"/>
                    <a:pt x="13996" y="53036"/>
                  </a:cubicBezTo>
                  <a:cubicBezTo>
                    <a:pt x="14005" y="53036"/>
                    <a:pt x="14030" y="53017"/>
                    <a:pt x="14038" y="53017"/>
                  </a:cubicBezTo>
                  <a:cubicBezTo>
                    <a:pt x="14052" y="53017"/>
                    <a:pt x="14017" y="53073"/>
                    <a:pt x="13773" y="53379"/>
                  </a:cubicBezTo>
                  <a:cubicBezTo>
                    <a:pt x="13695" y="53474"/>
                    <a:pt x="13667" y="53504"/>
                    <a:pt x="13662" y="53504"/>
                  </a:cubicBezTo>
                  <a:cubicBezTo>
                    <a:pt x="13654" y="53504"/>
                    <a:pt x="13718" y="53412"/>
                    <a:pt x="13715" y="53412"/>
                  </a:cubicBezTo>
                  <a:lnTo>
                    <a:pt x="13715" y="53412"/>
                  </a:lnTo>
                  <a:cubicBezTo>
                    <a:pt x="13714" y="53412"/>
                    <a:pt x="13714" y="53412"/>
                    <a:pt x="13714" y="53413"/>
                  </a:cubicBezTo>
                  <a:cubicBezTo>
                    <a:pt x="13147" y="54132"/>
                    <a:pt x="12851" y="54479"/>
                    <a:pt x="12580" y="54800"/>
                  </a:cubicBezTo>
                  <a:cubicBezTo>
                    <a:pt x="12318" y="55113"/>
                    <a:pt x="12072" y="55392"/>
                    <a:pt x="11649" y="55976"/>
                  </a:cubicBezTo>
                  <a:cubicBezTo>
                    <a:pt x="11852" y="55680"/>
                    <a:pt x="12411" y="54986"/>
                    <a:pt x="12825" y="54436"/>
                  </a:cubicBezTo>
                  <a:lnTo>
                    <a:pt x="12825" y="54436"/>
                  </a:lnTo>
                  <a:cubicBezTo>
                    <a:pt x="12546" y="54741"/>
                    <a:pt x="12275" y="55155"/>
                    <a:pt x="12022" y="55468"/>
                  </a:cubicBezTo>
                  <a:cubicBezTo>
                    <a:pt x="12133" y="55312"/>
                    <a:pt x="12193" y="55224"/>
                    <a:pt x="12185" y="55224"/>
                  </a:cubicBezTo>
                  <a:lnTo>
                    <a:pt x="12185" y="55224"/>
                  </a:lnTo>
                  <a:cubicBezTo>
                    <a:pt x="12178" y="55224"/>
                    <a:pt x="12116" y="55295"/>
                    <a:pt x="11988" y="55451"/>
                  </a:cubicBezTo>
                  <a:lnTo>
                    <a:pt x="11895" y="55604"/>
                  </a:lnTo>
                  <a:cubicBezTo>
                    <a:pt x="11742" y="55807"/>
                    <a:pt x="11472" y="56170"/>
                    <a:pt x="11446" y="56196"/>
                  </a:cubicBezTo>
                  <a:cubicBezTo>
                    <a:pt x="11523" y="56120"/>
                    <a:pt x="11590" y="56027"/>
                    <a:pt x="11658" y="55942"/>
                  </a:cubicBezTo>
                  <a:lnTo>
                    <a:pt x="11658" y="55942"/>
                  </a:lnTo>
                  <a:cubicBezTo>
                    <a:pt x="11286" y="56467"/>
                    <a:pt x="10592" y="57456"/>
                    <a:pt x="10017" y="58454"/>
                  </a:cubicBezTo>
                  <a:cubicBezTo>
                    <a:pt x="10051" y="58361"/>
                    <a:pt x="10093" y="58277"/>
                    <a:pt x="10144" y="58201"/>
                  </a:cubicBezTo>
                  <a:lnTo>
                    <a:pt x="10372" y="57795"/>
                  </a:lnTo>
                  <a:cubicBezTo>
                    <a:pt x="10461" y="57651"/>
                    <a:pt x="10533" y="57536"/>
                    <a:pt x="10530" y="57536"/>
                  </a:cubicBezTo>
                  <a:lnTo>
                    <a:pt x="10530" y="57536"/>
                  </a:lnTo>
                  <a:cubicBezTo>
                    <a:pt x="10527" y="57536"/>
                    <a:pt x="10487" y="57592"/>
                    <a:pt x="10389" y="57735"/>
                  </a:cubicBezTo>
                  <a:cubicBezTo>
                    <a:pt x="10152" y="58141"/>
                    <a:pt x="9974" y="58480"/>
                    <a:pt x="9585" y="59199"/>
                  </a:cubicBezTo>
                  <a:cubicBezTo>
                    <a:pt x="9615" y="59135"/>
                    <a:pt x="9624" y="59110"/>
                    <a:pt x="9621" y="59110"/>
                  </a:cubicBezTo>
                  <a:lnTo>
                    <a:pt x="9621" y="59110"/>
                  </a:lnTo>
                  <a:cubicBezTo>
                    <a:pt x="9615" y="59110"/>
                    <a:pt x="9579" y="59170"/>
                    <a:pt x="9543" y="59241"/>
                  </a:cubicBezTo>
                  <a:cubicBezTo>
                    <a:pt x="9485" y="59357"/>
                    <a:pt x="9404" y="59512"/>
                    <a:pt x="9399" y="59512"/>
                  </a:cubicBezTo>
                  <a:cubicBezTo>
                    <a:pt x="9399" y="59512"/>
                    <a:pt x="9399" y="59512"/>
                    <a:pt x="9399" y="59512"/>
                  </a:cubicBezTo>
                  <a:cubicBezTo>
                    <a:pt x="9247" y="59859"/>
                    <a:pt x="9120" y="60214"/>
                    <a:pt x="8985" y="60569"/>
                  </a:cubicBezTo>
                  <a:cubicBezTo>
                    <a:pt x="8827" y="60955"/>
                    <a:pt x="8687" y="61351"/>
                    <a:pt x="8571" y="61755"/>
                  </a:cubicBezTo>
                  <a:lnTo>
                    <a:pt x="8571" y="61755"/>
                  </a:lnTo>
                  <a:cubicBezTo>
                    <a:pt x="8595" y="61686"/>
                    <a:pt x="8620" y="61611"/>
                    <a:pt x="8646" y="61534"/>
                  </a:cubicBezTo>
                  <a:lnTo>
                    <a:pt x="8646" y="61534"/>
                  </a:lnTo>
                  <a:cubicBezTo>
                    <a:pt x="8460" y="62278"/>
                    <a:pt x="8232" y="62887"/>
                    <a:pt x="8080" y="63860"/>
                  </a:cubicBezTo>
                  <a:lnTo>
                    <a:pt x="8147" y="63412"/>
                  </a:lnTo>
                  <a:lnTo>
                    <a:pt x="8147" y="63412"/>
                  </a:lnTo>
                  <a:cubicBezTo>
                    <a:pt x="8113" y="63589"/>
                    <a:pt x="8080" y="63767"/>
                    <a:pt x="8046" y="63928"/>
                  </a:cubicBezTo>
                  <a:lnTo>
                    <a:pt x="7978" y="64410"/>
                  </a:lnTo>
                  <a:cubicBezTo>
                    <a:pt x="7970" y="64486"/>
                    <a:pt x="7953" y="64562"/>
                    <a:pt x="7953" y="64638"/>
                  </a:cubicBezTo>
                  <a:cubicBezTo>
                    <a:pt x="7944" y="64714"/>
                    <a:pt x="7936" y="64791"/>
                    <a:pt x="7927" y="64858"/>
                  </a:cubicBezTo>
                  <a:cubicBezTo>
                    <a:pt x="7919" y="65011"/>
                    <a:pt x="7902" y="65154"/>
                    <a:pt x="7893" y="65307"/>
                  </a:cubicBezTo>
                  <a:lnTo>
                    <a:pt x="7868" y="65281"/>
                  </a:lnTo>
                  <a:lnTo>
                    <a:pt x="7868" y="65281"/>
                  </a:lnTo>
                  <a:cubicBezTo>
                    <a:pt x="7877" y="65527"/>
                    <a:pt x="7868" y="65780"/>
                    <a:pt x="7851" y="66026"/>
                  </a:cubicBezTo>
                  <a:cubicBezTo>
                    <a:pt x="7843" y="66381"/>
                    <a:pt x="7834" y="66770"/>
                    <a:pt x="7843" y="66914"/>
                  </a:cubicBezTo>
                  <a:cubicBezTo>
                    <a:pt x="7834" y="66356"/>
                    <a:pt x="7868" y="65806"/>
                    <a:pt x="7927" y="65247"/>
                  </a:cubicBezTo>
                  <a:lnTo>
                    <a:pt x="8003" y="64630"/>
                  </a:lnTo>
                  <a:lnTo>
                    <a:pt x="8071" y="64207"/>
                  </a:lnTo>
                  <a:cubicBezTo>
                    <a:pt x="8080" y="64122"/>
                    <a:pt x="8088" y="64038"/>
                    <a:pt x="8105" y="63945"/>
                  </a:cubicBezTo>
                  <a:cubicBezTo>
                    <a:pt x="8122" y="63860"/>
                    <a:pt x="8139" y="63750"/>
                    <a:pt x="8156" y="63649"/>
                  </a:cubicBezTo>
                  <a:lnTo>
                    <a:pt x="8156" y="63649"/>
                  </a:lnTo>
                  <a:cubicBezTo>
                    <a:pt x="8071" y="64291"/>
                    <a:pt x="8020" y="64765"/>
                    <a:pt x="7995" y="65467"/>
                  </a:cubicBezTo>
                  <a:cubicBezTo>
                    <a:pt x="7987" y="65603"/>
                    <a:pt x="7970" y="65730"/>
                    <a:pt x="7944" y="65865"/>
                  </a:cubicBezTo>
                  <a:cubicBezTo>
                    <a:pt x="7944" y="66093"/>
                    <a:pt x="7970" y="66161"/>
                    <a:pt x="7961" y="66584"/>
                  </a:cubicBezTo>
                  <a:lnTo>
                    <a:pt x="7944" y="66702"/>
                  </a:lnTo>
                  <a:cubicBezTo>
                    <a:pt x="7936" y="67007"/>
                    <a:pt x="7936" y="67218"/>
                    <a:pt x="7944" y="67396"/>
                  </a:cubicBezTo>
                  <a:cubicBezTo>
                    <a:pt x="7953" y="67565"/>
                    <a:pt x="7961" y="67701"/>
                    <a:pt x="7978" y="67827"/>
                  </a:cubicBezTo>
                  <a:cubicBezTo>
                    <a:pt x="7995" y="68090"/>
                    <a:pt x="8029" y="68344"/>
                    <a:pt x="8054" y="68910"/>
                  </a:cubicBezTo>
                  <a:cubicBezTo>
                    <a:pt x="8052" y="68930"/>
                    <a:pt x="8049" y="68939"/>
                    <a:pt x="8046" y="68939"/>
                  </a:cubicBezTo>
                  <a:cubicBezTo>
                    <a:pt x="8014" y="68939"/>
                    <a:pt x="7934" y="67879"/>
                    <a:pt x="7919" y="67244"/>
                  </a:cubicBezTo>
                  <a:cubicBezTo>
                    <a:pt x="7914" y="67318"/>
                    <a:pt x="7911" y="67349"/>
                    <a:pt x="7908" y="67349"/>
                  </a:cubicBezTo>
                  <a:cubicBezTo>
                    <a:pt x="7901" y="67349"/>
                    <a:pt x="7900" y="67150"/>
                    <a:pt x="7893" y="66956"/>
                  </a:cubicBezTo>
                  <a:cubicBezTo>
                    <a:pt x="7888" y="66768"/>
                    <a:pt x="7890" y="66588"/>
                    <a:pt x="7881" y="66588"/>
                  </a:cubicBezTo>
                  <a:cubicBezTo>
                    <a:pt x="7877" y="66588"/>
                    <a:pt x="7871" y="66631"/>
                    <a:pt x="7860" y="66736"/>
                  </a:cubicBezTo>
                  <a:lnTo>
                    <a:pt x="7885" y="67075"/>
                  </a:lnTo>
                  <a:cubicBezTo>
                    <a:pt x="7881" y="67261"/>
                    <a:pt x="7874" y="67341"/>
                    <a:pt x="7868" y="67341"/>
                  </a:cubicBezTo>
                  <a:cubicBezTo>
                    <a:pt x="7863" y="67341"/>
                    <a:pt x="7860" y="67276"/>
                    <a:pt x="7860" y="67168"/>
                  </a:cubicBezTo>
                  <a:lnTo>
                    <a:pt x="7860" y="67168"/>
                  </a:lnTo>
                  <a:cubicBezTo>
                    <a:pt x="7860" y="67405"/>
                    <a:pt x="7868" y="67498"/>
                    <a:pt x="7868" y="67548"/>
                  </a:cubicBezTo>
                  <a:cubicBezTo>
                    <a:pt x="7868" y="67599"/>
                    <a:pt x="7877" y="67650"/>
                    <a:pt x="7885" y="67701"/>
                  </a:cubicBezTo>
                  <a:cubicBezTo>
                    <a:pt x="7893" y="68157"/>
                    <a:pt x="7910" y="68369"/>
                    <a:pt x="7910" y="68462"/>
                  </a:cubicBezTo>
                  <a:cubicBezTo>
                    <a:pt x="7910" y="68512"/>
                    <a:pt x="7908" y="68528"/>
                    <a:pt x="7904" y="68528"/>
                  </a:cubicBezTo>
                  <a:cubicBezTo>
                    <a:pt x="7901" y="68528"/>
                    <a:pt x="7897" y="68516"/>
                    <a:pt x="7893" y="68504"/>
                  </a:cubicBezTo>
                  <a:cubicBezTo>
                    <a:pt x="7889" y="68492"/>
                    <a:pt x="7885" y="68477"/>
                    <a:pt x="7882" y="68477"/>
                  </a:cubicBezTo>
                  <a:cubicBezTo>
                    <a:pt x="7879" y="68477"/>
                    <a:pt x="7877" y="68492"/>
                    <a:pt x="7877" y="68538"/>
                  </a:cubicBezTo>
                  <a:cubicBezTo>
                    <a:pt x="7877" y="68631"/>
                    <a:pt x="7877" y="68843"/>
                    <a:pt x="7919" y="69282"/>
                  </a:cubicBezTo>
                  <a:cubicBezTo>
                    <a:pt x="7902" y="69181"/>
                    <a:pt x="7885" y="69012"/>
                    <a:pt x="7868" y="68876"/>
                  </a:cubicBezTo>
                  <a:cubicBezTo>
                    <a:pt x="7861" y="68765"/>
                    <a:pt x="7848" y="68677"/>
                    <a:pt x="7844" y="68677"/>
                  </a:cubicBezTo>
                  <a:cubicBezTo>
                    <a:pt x="7843" y="68677"/>
                    <a:pt x="7843" y="68681"/>
                    <a:pt x="7843" y="68690"/>
                  </a:cubicBezTo>
                  <a:lnTo>
                    <a:pt x="7817" y="68217"/>
                  </a:lnTo>
                  <a:cubicBezTo>
                    <a:pt x="7800" y="68056"/>
                    <a:pt x="7800" y="67895"/>
                    <a:pt x="7800" y="67743"/>
                  </a:cubicBezTo>
                  <a:lnTo>
                    <a:pt x="7775" y="67718"/>
                  </a:lnTo>
                  <a:lnTo>
                    <a:pt x="7775" y="67718"/>
                  </a:lnTo>
                  <a:cubicBezTo>
                    <a:pt x="7783" y="67870"/>
                    <a:pt x="7775" y="68014"/>
                    <a:pt x="7792" y="68149"/>
                  </a:cubicBezTo>
                  <a:cubicBezTo>
                    <a:pt x="7800" y="68284"/>
                    <a:pt x="7809" y="68420"/>
                    <a:pt x="7817" y="68538"/>
                  </a:cubicBezTo>
                  <a:cubicBezTo>
                    <a:pt x="7826" y="68656"/>
                    <a:pt x="7834" y="68775"/>
                    <a:pt x="7843" y="68885"/>
                  </a:cubicBezTo>
                  <a:cubicBezTo>
                    <a:pt x="7860" y="68995"/>
                    <a:pt x="7868" y="69096"/>
                    <a:pt x="7877" y="69198"/>
                  </a:cubicBezTo>
                  <a:cubicBezTo>
                    <a:pt x="7927" y="69587"/>
                    <a:pt x="7987" y="69900"/>
                    <a:pt x="8046" y="70171"/>
                  </a:cubicBezTo>
                  <a:cubicBezTo>
                    <a:pt x="7982" y="69721"/>
                    <a:pt x="7973" y="69626"/>
                    <a:pt x="7981" y="69626"/>
                  </a:cubicBezTo>
                  <a:lnTo>
                    <a:pt x="7981" y="69626"/>
                  </a:lnTo>
                  <a:cubicBezTo>
                    <a:pt x="7986" y="69626"/>
                    <a:pt x="8001" y="69678"/>
                    <a:pt x="8008" y="69678"/>
                  </a:cubicBezTo>
                  <a:cubicBezTo>
                    <a:pt x="8015" y="69678"/>
                    <a:pt x="8017" y="69637"/>
                    <a:pt x="8003" y="69486"/>
                  </a:cubicBezTo>
                  <a:lnTo>
                    <a:pt x="8003" y="69486"/>
                  </a:lnTo>
                  <a:cubicBezTo>
                    <a:pt x="8037" y="69655"/>
                    <a:pt x="8054" y="69832"/>
                    <a:pt x="8063" y="70010"/>
                  </a:cubicBezTo>
                  <a:cubicBezTo>
                    <a:pt x="8071" y="70052"/>
                    <a:pt x="8096" y="70205"/>
                    <a:pt x="8113" y="70340"/>
                  </a:cubicBezTo>
                  <a:cubicBezTo>
                    <a:pt x="8136" y="70458"/>
                    <a:pt x="8158" y="70558"/>
                    <a:pt x="8163" y="70558"/>
                  </a:cubicBezTo>
                  <a:cubicBezTo>
                    <a:pt x="8164" y="70558"/>
                    <a:pt x="8164" y="70556"/>
                    <a:pt x="8164" y="70551"/>
                  </a:cubicBezTo>
                  <a:cubicBezTo>
                    <a:pt x="8164" y="70721"/>
                    <a:pt x="8173" y="70890"/>
                    <a:pt x="8198" y="71059"/>
                  </a:cubicBezTo>
                  <a:cubicBezTo>
                    <a:pt x="8232" y="71304"/>
                    <a:pt x="8274" y="71600"/>
                    <a:pt x="8316" y="71880"/>
                  </a:cubicBezTo>
                  <a:cubicBezTo>
                    <a:pt x="8384" y="72320"/>
                    <a:pt x="8457" y="72689"/>
                    <a:pt x="8436" y="72689"/>
                  </a:cubicBezTo>
                  <a:cubicBezTo>
                    <a:pt x="8431" y="72689"/>
                    <a:pt x="8420" y="72666"/>
                    <a:pt x="8401" y="72615"/>
                  </a:cubicBezTo>
                  <a:lnTo>
                    <a:pt x="8401" y="72615"/>
                  </a:lnTo>
                  <a:cubicBezTo>
                    <a:pt x="8469" y="72945"/>
                    <a:pt x="8621" y="73614"/>
                    <a:pt x="8841" y="74367"/>
                  </a:cubicBezTo>
                  <a:cubicBezTo>
                    <a:pt x="9061" y="75119"/>
                    <a:pt x="9340" y="75957"/>
                    <a:pt x="9577" y="76642"/>
                  </a:cubicBezTo>
                  <a:lnTo>
                    <a:pt x="9433" y="76270"/>
                  </a:lnTo>
                  <a:lnTo>
                    <a:pt x="9433" y="76270"/>
                  </a:lnTo>
                  <a:cubicBezTo>
                    <a:pt x="9543" y="76642"/>
                    <a:pt x="9628" y="76896"/>
                    <a:pt x="9704" y="77090"/>
                  </a:cubicBezTo>
                  <a:cubicBezTo>
                    <a:pt x="9763" y="77243"/>
                    <a:pt x="9822" y="77395"/>
                    <a:pt x="9890" y="77539"/>
                  </a:cubicBezTo>
                  <a:cubicBezTo>
                    <a:pt x="10008" y="77776"/>
                    <a:pt x="10093" y="77928"/>
                    <a:pt x="10271" y="78334"/>
                  </a:cubicBezTo>
                  <a:cubicBezTo>
                    <a:pt x="10205" y="78190"/>
                    <a:pt x="10176" y="78130"/>
                    <a:pt x="10172" y="78130"/>
                  </a:cubicBezTo>
                  <a:lnTo>
                    <a:pt x="10172" y="78130"/>
                  </a:lnTo>
                  <a:cubicBezTo>
                    <a:pt x="10166" y="78130"/>
                    <a:pt x="10214" y="78256"/>
                    <a:pt x="10279" y="78427"/>
                  </a:cubicBezTo>
                  <a:cubicBezTo>
                    <a:pt x="10389" y="78723"/>
                    <a:pt x="10558" y="79129"/>
                    <a:pt x="10609" y="79281"/>
                  </a:cubicBezTo>
                  <a:cubicBezTo>
                    <a:pt x="10913" y="79907"/>
                    <a:pt x="11176" y="80407"/>
                    <a:pt x="11599" y="81286"/>
                  </a:cubicBezTo>
                  <a:cubicBezTo>
                    <a:pt x="11675" y="81566"/>
                    <a:pt x="11776" y="81836"/>
                    <a:pt x="11920" y="82082"/>
                  </a:cubicBezTo>
                  <a:lnTo>
                    <a:pt x="12132" y="82445"/>
                  </a:lnTo>
                  <a:cubicBezTo>
                    <a:pt x="12275" y="82724"/>
                    <a:pt x="12436" y="83046"/>
                    <a:pt x="12597" y="83342"/>
                  </a:cubicBezTo>
                  <a:cubicBezTo>
                    <a:pt x="12758" y="83638"/>
                    <a:pt x="12918" y="83909"/>
                    <a:pt x="13003" y="84086"/>
                  </a:cubicBezTo>
                  <a:lnTo>
                    <a:pt x="12961" y="84010"/>
                  </a:lnTo>
                  <a:lnTo>
                    <a:pt x="12961" y="84010"/>
                  </a:lnTo>
                  <a:cubicBezTo>
                    <a:pt x="13137" y="84339"/>
                    <a:pt x="13233" y="84493"/>
                    <a:pt x="13245" y="84493"/>
                  </a:cubicBezTo>
                  <a:cubicBezTo>
                    <a:pt x="13256" y="84493"/>
                    <a:pt x="13202" y="84375"/>
                    <a:pt x="13079" y="84154"/>
                  </a:cubicBezTo>
                  <a:lnTo>
                    <a:pt x="13079" y="84154"/>
                  </a:lnTo>
                  <a:lnTo>
                    <a:pt x="13417" y="84721"/>
                  </a:lnTo>
                  <a:lnTo>
                    <a:pt x="13417" y="84746"/>
                  </a:lnTo>
                  <a:cubicBezTo>
                    <a:pt x="13857" y="85516"/>
                    <a:pt x="14331" y="86176"/>
                    <a:pt x="15067" y="87360"/>
                  </a:cubicBezTo>
                  <a:cubicBezTo>
                    <a:pt x="15041" y="87325"/>
                    <a:pt x="15029" y="87310"/>
                    <a:pt x="15025" y="87310"/>
                  </a:cubicBezTo>
                  <a:lnTo>
                    <a:pt x="15025" y="87310"/>
                  </a:lnTo>
                  <a:cubicBezTo>
                    <a:pt x="15014" y="87310"/>
                    <a:pt x="15102" y="87468"/>
                    <a:pt x="15160" y="87572"/>
                  </a:cubicBezTo>
                  <a:cubicBezTo>
                    <a:pt x="15186" y="87624"/>
                    <a:pt x="15207" y="87656"/>
                    <a:pt x="15200" y="87656"/>
                  </a:cubicBezTo>
                  <a:cubicBezTo>
                    <a:pt x="15198" y="87656"/>
                    <a:pt x="15193" y="87654"/>
                    <a:pt x="15185" y="87648"/>
                  </a:cubicBezTo>
                  <a:cubicBezTo>
                    <a:pt x="15160" y="87614"/>
                    <a:pt x="15075" y="87487"/>
                    <a:pt x="14915" y="87225"/>
                  </a:cubicBezTo>
                  <a:lnTo>
                    <a:pt x="14915" y="87225"/>
                  </a:lnTo>
                  <a:cubicBezTo>
                    <a:pt x="14962" y="87293"/>
                    <a:pt x="14982" y="87320"/>
                    <a:pt x="14986" y="87320"/>
                  </a:cubicBezTo>
                  <a:cubicBezTo>
                    <a:pt x="14999" y="87320"/>
                    <a:pt x="14824" y="87023"/>
                    <a:pt x="14805" y="86971"/>
                  </a:cubicBezTo>
                  <a:cubicBezTo>
                    <a:pt x="14568" y="86573"/>
                    <a:pt x="14331" y="86244"/>
                    <a:pt x="14221" y="86074"/>
                  </a:cubicBezTo>
                  <a:lnTo>
                    <a:pt x="14221" y="86074"/>
                  </a:lnTo>
                  <a:cubicBezTo>
                    <a:pt x="14243" y="86118"/>
                    <a:pt x="14247" y="86138"/>
                    <a:pt x="14238" y="86138"/>
                  </a:cubicBezTo>
                  <a:cubicBezTo>
                    <a:pt x="14218" y="86138"/>
                    <a:pt x="14140" y="86053"/>
                    <a:pt x="14043" y="85922"/>
                  </a:cubicBezTo>
                  <a:lnTo>
                    <a:pt x="14043" y="85922"/>
                  </a:lnTo>
                  <a:cubicBezTo>
                    <a:pt x="14297" y="86294"/>
                    <a:pt x="14746" y="87022"/>
                    <a:pt x="15160" y="87673"/>
                  </a:cubicBezTo>
                  <a:cubicBezTo>
                    <a:pt x="15592" y="88308"/>
                    <a:pt x="15981" y="88874"/>
                    <a:pt x="16074" y="88942"/>
                  </a:cubicBezTo>
                  <a:cubicBezTo>
                    <a:pt x="16226" y="89179"/>
                    <a:pt x="16387" y="89433"/>
                    <a:pt x="16573" y="89687"/>
                  </a:cubicBezTo>
                  <a:lnTo>
                    <a:pt x="17140" y="90465"/>
                  </a:lnTo>
                  <a:cubicBezTo>
                    <a:pt x="17537" y="90997"/>
                    <a:pt x="17925" y="91554"/>
                    <a:pt x="18322" y="92053"/>
                  </a:cubicBezTo>
                  <a:lnTo>
                    <a:pt x="18322" y="92053"/>
                  </a:lnTo>
                  <a:cubicBezTo>
                    <a:pt x="18291" y="92014"/>
                    <a:pt x="18241" y="91943"/>
                    <a:pt x="18251" y="91943"/>
                  </a:cubicBezTo>
                  <a:lnTo>
                    <a:pt x="18251" y="91943"/>
                  </a:lnTo>
                  <a:cubicBezTo>
                    <a:pt x="18252" y="91943"/>
                    <a:pt x="18254" y="91944"/>
                    <a:pt x="18256" y="91945"/>
                  </a:cubicBezTo>
                  <a:lnTo>
                    <a:pt x="18908" y="92825"/>
                  </a:lnTo>
                  <a:lnTo>
                    <a:pt x="18908" y="92825"/>
                  </a:lnTo>
                  <a:lnTo>
                    <a:pt x="18747" y="92630"/>
                  </a:lnTo>
                  <a:lnTo>
                    <a:pt x="19170" y="93214"/>
                  </a:lnTo>
                  <a:cubicBezTo>
                    <a:pt x="19174" y="93223"/>
                    <a:pt x="19175" y="93227"/>
                    <a:pt x="19173" y="93227"/>
                  </a:cubicBezTo>
                  <a:cubicBezTo>
                    <a:pt x="19158" y="93227"/>
                    <a:pt x="19002" y="93040"/>
                    <a:pt x="18840" y="92833"/>
                  </a:cubicBezTo>
                  <a:cubicBezTo>
                    <a:pt x="18762" y="92744"/>
                    <a:pt x="18697" y="92654"/>
                    <a:pt x="18702" y="92654"/>
                  </a:cubicBezTo>
                  <a:lnTo>
                    <a:pt x="18702" y="92654"/>
                  </a:lnTo>
                  <a:cubicBezTo>
                    <a:pt x="18702" y="92654"/>
                    <a:pt x="18704" y="92656"/>
                    <a:pt x="18708" y="92660"/>
                  </a:cubicBezTo>
                  <a:lnTo>
                    <a:pt x="18708" y="92660"/>
                  </a:lnTo>
                  <a:cubicBezTo>
                    <a:pt x="18627" y="92563"/>
                    <a:pt x="18594" y="92525"/>
                    <a:pt x="18591" y="92525"/>
                  </a:cubicBezTo>
                  <a:lnTo>
                    <a:pt x="18591" y="92525"/>
                  </a:lnTo>
                  <a:cubicBezTo>
                    <a:pt x="18582" y="92525"/>
                    <a:pt x="18894" y="92923"/>
                    <a:pt x="18881" y="92923"/>
                  </a:cubicBezTo>
                  <a:cubicBezTo>
                    <a:pt x="18878" y="92923"/>
                    <a:pt x="18856" y="92900"/>
                    <a:pt x="18806" y="92842"/>
                  </a:cubicBezTo>
                  <a:cubicBezTo>
                    <a:pt x="18688" y="92690"/>
                    <a:pt x="18535" y="92495"/>
                    <a:pt x="18451" y="92385"/>
                  </a:cubicBezTo>
                  <a:lnTo>
                    <a:pt x="18451" y="92385"/>
                  </a:lnTo>
                  <a:cubicBezTo>
                    <a:pt x="18713" y="92740"/>
                    <a:pt x="18925" y="92994"/>
                    <a:pt x="19102" y="93214"/>
                  </a:cubicBezTo>
                  <a:cubicBezTo>
                    <a:pt x="19187" y="93324"/>
                    <a:pt x="19271" y="93426"/>
                    <a:pt x="19347" y="93527"/>
                  </a:cubicBezTo>
                  <a:cubicBezTo>
                    <a:pt x="19432" y="93629"/>
                    <a:pt x="19508" y="93730"/>
                    <a:pt x="19593" y="93840"/>
                  </a:cubicBezTo>
                  <a:cubicBezTo>
                    <a:pt x="19880" y="94145"/>
                    <a:pt x="20456" y="94788"/>
                    <a:pt x="20963" y="95414"/>
                  </a:cubicBezTo>
                  <a:cubicBezTo>
                    <a:pt x="20938" y="95388"/>
                    <a:pt x="20926" y="95377"/>
                    <a:pt x="20925" y="95377"/>
                  </a:cubicBezTo>
                  <a:lnTo>
                    <a:pt x="20925" y="95377"/>
                  </a:lnTo>
                  <a:cubicBezTo>
                    <a:pt x="20918" y="95377"/>
                    <a:pt x="21346" y="95831"/>
                    <a:pt x="21324" y="95831"/>
                  </a:cubicBezTo>
                  <a:cubicBezTo>
                    <a:pt x="21320" y="95831"/>
                    <a:pt x="21301" y="95815"/>
                    <a:pt x="21259" y="95777"/>
                  </a:cubicBezTo>
                  <a:lnTo>
                    <a:pt x="21259" y="95777"/>
                  </a:lnTo>
                  <a:cubicBezTo>
                    <a:pt x="21488" y="95997"/>
                    <a:pt x="21953" y="96539"/>
                    <a:pt x="22054" y="96615"/>
                  </a:cubicBezTo>
                  <a:cubicBezTo>
                    <a:pt x="21970" y="96539"/>
                    <a:pt x="21733" y="96276"/>
                    <a:pt x="21572" y="96090"/>
                  </a:cubicBezTo>
                  <a:lnTo>
                    <a:pt x="21572" y="96090"/>
                  </a:lnTo>
                  <a:cubicBezTo>
                    <a:pt x="21801" y="96336"/>
                    <a:pt x="21851" y="96352"/>
                    <a:pt x="22122" y="96649"/>
                  </a:cubicBezTo>
                  <a:cubicBezTo>
                    <a:pt x="22136" y="96672"/>
                    <a:pt x="22137" y="96677"/>
                    <a:pt x="22135" y="96677"/>
                  </a:cubicBezTo>
                  <a:cubicBezTo>
                    <a:pt x="22134" y="96677"/>
                    <a:pt x="22131" y="96674"/>
                    <a:pt x="22131" y="96674"/>
                  </a:cubicBezTo>
                  <a:lnTo>
                    <a:pt x="22131" y="96674"/>
                  </a:lnTo>
                  <a:cubicBezTo>
                    <a:pt x="22215" y="96775"/>
                    <a:pt x="22317" y="96860"/>
                    <a:pt x="22427" y="96945"/>
                  </a:cubicBezTo>
                  <a:cubicBezTo>
                    <a:pt x="22469" y="96970"/>
                    <a:pt x="22511" y="97012"/>
                    <a:pt x="22587" y="97088"/>
                  </a:cubicBezTo>
                  <a:cubicBezTo>
                    <a:pt x="22664" y="97156"/>
                    <a:pt x="22774" y="97266"/>
                    <a:pt x="22934" y="97427"/>
                  </a:cubicBezTo>
                  <a:cubicBezTo>
                    <a:pt x="23481" y="97971"/>
                    <a:pt x="23652" y="98150"/>
                    <a:pt x="23639" y="98150"/>
                  </a:cubicBezTo>
                  <a:cubicBezTo>
                    <a:pt x="23612" y="98150"/>
                    <a:pt x="22878" y="97462"/>
                    <a:pt x="22857" y="97462"/>
                  </a:cubicBezTo>
                  <a:lnTo>
                    <a:pt x="22857" y="97462"/>
                  </a:lnTo>
                  <a:cubicBezTo>
                    <a:pt x="22855" y="97462"/>
                    <a:pt x="22860" y="97470"/>
                    <a:pt x="22875" y="97486"/>
                  </a:cubicBezTo>
                  <a:cubicBezTo>
                    <a:pt x="22951" y="97545"/>
                    <a:pt x="23713" y="98298"/>
                    <a:pt x="24034" y="98653"/>
                  </a:cubicBezTo>
                  <a:lnTo>
                    <a:pt x="23949" y="98577"/>
                  </a:lnTo>
                  <a:lnTo>
                    <a:pt x="24271" y="98873"/>
                  </a:lnTo>
                  <a:cubicBezTo>
                    <a:pt x="24381" y="98975"/>
                    <a:pt x="24499" y="99085"/>
                    <a:pt x="24584" y="99178"/>
                  </a:cubicBezTo>
                  <a:cubicBezTo>
                    <a:pt x="24711" y="99263"/>
                    <a:pt x="24939" y="99440"/>
                    <a:pt x="25083" y="99550"/>
                  </a:cubicBezTo>
                  <a:lnTo>
                    <a:pt x="25878" y="100286"/>
                  </a:lnTo>
                  <a:lnTo>
                    <a:pt x="25709" y="100142"/>
                  </a:lnTo>
                  <a:lnTo>
                    <a:pt x="25709" y="100142"/>
                  </a:lnTo>
                  <a:cubicBezTo>
                    <a:pt x="25887" y="100311"/>
                    <a:pt x="26047" y="100464"/>
                    <a:pt x="26217" y="100599"/>
                  </a:cubicBezTo>
                  <a:cubicBezTo>
                    <a:pt x="26225" y="100610"/>
                    <a:pt x="26227" y="100615"/>
                    <a:pt x="26224" y="100615"/>
                  </a:cubicBezTo>
                  <a:cubicBezTo>
                    <a:pt x="26204" y="100615"/>
                    <a:pt x="25995" y="100439"/>
                    <a:pt x="25785" y="100244"/>
                  </a:cubicBezTo>
                  <a:lnTo>
                    <a:pt x="25785" y="100244"/>
                  </a:lnTo>
                  <a:cubicBezTo>
                    <a:pt x="25853" y="100320"/>
                    <a:pt x="25920" y="100388"/>
                    <a:pt x="25997" y="100455"/>
                  </a:cubicBezTo>
                  <a:cubicBezTo>
                    <a:pt x="26081" y="100531"/>
                    <a:pt x="26174" y="100599"/>
                    <a:pt x="26276" y="100675"/>
                  </a:cubicBezTo>
                  <a:lnTo>
                    <a:pt x="26174" y="100591"/>
                  </a:lnTo>
                  <a:lnTo>
                    <a:pt x="26174" y="100591"/>
                  </a:lnTo>
                  <a:cubicBezTo>
                    <a:pt x="26333" y="100712"/>
                    <a:pt x="26789" y="101084"/>
                    <a:pt x="26805" y="101084"/>
                  </a:cubicBezTo>
                  <a:cubicBezTo>
                    <a:pt x="26811" y="101084"/>
                    <a:pt x="26751" y="101028"/>
                    <a:pt x="26580" y="100878"/>
                  </a:cubicBezTo>
                  <a:lnTo>
                    <a:pt x="26580" y="100878"/>
                  </a:lnTo>
                  <a:cubicBezTo>
                    <a:pt x="27054" y="101259"/>
                    <a:pt x="27172" y="101420"/>
                    <a:pt x="27494" y="101682"/>
                  </a:cubicBezTo>
                  <a:cubicBezTo>
                    <a:pt x="27495" y="101687"/>
                    <a:pt x="27494" y="101689"/>
                    <a:pt x="27491" y="101689"/>
                  </a:cubicBezTo>
                  <a:cubicBezTo>
                    <a:pt x="27467" y="101689"/>
                    <a:pt x="27331" y="101578"/>
                    <a:pt x="27324" y="101578"/>
                  </a:cubicBezTo>
                  <a:lnTo>
                    <a:pt x="27324" y="101578"/>
                  </a:lnTo>
                  <a:cubicBezTo>
                    <a:pt x="27321" y="101578"/>
                    <a:pt x="27333" y="101590"/>
                    <a:pt x="27367" y="101623"/>
                  </a:cubicBezTo>
                  <a:cubicBezTo>
                    <a:pt x="27672" y="101893"/>
                    <a:pt x="27875" y="102071"/>
                    <a:pt x="28137" y="102274"/>
                  </a:cubicBezTo>
                  <a:cubicBezTo>
                    <a:pt x="27891" y="102063"/>
                    <a:pt x="28221" y="102316"/>
                    <a:pt x="27832" y="101986"/>
                  </a:cubicBezTo>
                  <a:lnTo>
                    <a:pt x="27832" y="101986"/>
                  </a:lnTo>
                  <a:cubicBezTo>
                    <a:pt x="27979" y="102109"/>
                    <a:pt x="28368" y="102411"/>
                    <a:pt x="28382" y="102411"/>
                  </a:cubicBezTo>
                  <a:cubicBezTo>
                    <a:pt x="28383" y="102411"/>
                    <a:pt x="28383" y="102410"/>
                    <a:pt x="28382" y="102409"/>
                  </a:cubicBezTo>
                  <a:cubicBezTo>
                    <a:pt x="28255" y="102308"/>
                    <a:pt x="28162" y="102240"/>
                    <a:pt x="27942" y="102054"/>
                  </a:cubicBezTo>
                  <a:lnTo>
                    <a:pt x="27942" y="102054"/>
                  </a:lnTo>
                  <a:cubicBezTo>
                    <a:pt x="28374" y="102392"/>
                    <a:pt x="28814" y="102748"/>
                    <a:pt x="29245" y="103112"/>
                  </a:cubicBezTo>
                  <a:cubicBezTo>
                    <a:pt x="29228" y="103103"/>
                    <a:pt x="29186" y="103069"/>
                    <a:pt x="29135" y="103035"/>
                  </a:cubicBezTo>
                  <a:lnTo>
                    <a:pt x="29135" y="103035"/>
                  </a:lnTo>
                  <a:cubicBezTo>
                    <a:pt x="29710" y="103484"/>
                    <a:pt x="30598" y="104127"/>
                    <a:pt x="31005" y="104397"/>
                  </a:cubicBezTo>
                  <a:lnTo>
                    <a:pt x="30835" y="104262"/>
                  </a:lnTo>
                  <a:cubicBezTo>
                    <a:pt x="30692" y="104161"/>
                    <a:pt x="30395" y="103949"/>
                    <a:pt x="30294" y="103856"/>
                  </a:cubicBezTo>
                  <a:lnTo>
                    <a:pt x="30294" y="103856"/>
                  </a:lnTo>
                  <a:cubicBezTo>
                    <a:pt x="30399" y="103931"/>
                    <a:pt x="30439" y="103957"/>
                    <a:pt x="30444" y="103957"/>
                  </a:cubicBezTo>
                  <a:cubicBezTo>
                    <a:pt x="30455" y="103957"/>
                    <a:pt x="30293" y="103826"/>
                    <a:pt x="30308" y="103826"/>
                  </a:cubicBezTo>
                  <a:lnTo>
                    <a:pt x="30308" y="103826"/>
                  </a:lnTo>
                  <a:cubicBezTo>
                    <a:pt x="30315" y="103826"/>
                    <a:pt x="30358" y="103853"/>
                    <a:pt x="30472" y="103932"/>
                  </a:cubicBezTo>
                  <a:cubicBezTo>
                    <a:pt x="30802" y="104169"/>
                    <a:pt x="31098" y="104397"/>
                    <a:pt x="31360" y="104592"/>
                  </a:cubicBezTo>
                  <a:cubicBezTo>
                    <a:pt x="31495" y="104693"/>
                    <a:pt x="31614" y="104786"/>
                    <a:pt x="31732" y="104871"/>
                  </a:cubicBezTo>
                  <a:cubicBezTo>
                    <a:pt x="31842" y="104947"/>
                    <a:pt x="31952" y="105015"/>
                    <a:pt x="32045" y="105066"/>
                  </a:cubicBezTo>
                  <a:lnTo>
                    <a:pt x="31808" y="104905"/>
                  </a:lnTo>
                  <a:cubicBezTo>
                    <a:pt x="31724" y="104846"/>
                    <a:pt x="31639" y="104778"/>
                    <a:pt x="31554" y="104719"/>
                  </a:cubicBezTo>
                  <a:lnTo>
                    <a:pt x="31072" y="104347"/>
                  </a:lnTo>
                  <a:cubicBezTo>
                    <a:pt x="30759" y="104110"/>
                    <a:pt x="30497" y="103915"/>
                    <a:pt x="30370" y="103831"/>
                  </a:cubicBezTo>
                  <a:lnTo>
                    <a:pt x="30370" y="103831"/>
                  </a:lnTo>
                  <a:lnTo>
                    <a:pt x="30759" y="104118"/>
                  </a:lnTo>
                  <a:lnTo>
                    <a:pt x="30759" y="104118"/>
                  </a:lnTo>
                  <a:lnTo>
                    <a:pt x="29837" y="103484"/>
                  </a:lnTo>
                  <a:cubicBezTo>
                    <a:pt x="29812" y="103450"/>
                    <a:pt x="29067" y="102875"/>
                    <a:pt x="29093" y="102866"/>
                  </a:cubicBezTo>
                  <a:lnTo>
                    <a:pt x="29093" y="102866"/>
                  </a:lnTo>
                  <a:cubicBezTo>
                    <a:pt x="29397" y="103103"/>
                    <a:pt x="29668" y="103331"/>
                    <a:pt x="29913" y="103509"/>
                  </a:cubicBezTo>
                  <a:cubicBezTo>
                    <a:pt x="29854" y="103458"/>
                    <a:pt x="29118" y="102858"/>
                    <a:pt x="28797" y="102604"/>
                  </a:cubicBezTo>
                  <a:lnTo>
                    <a:pt x="28797" y="102604"/>
                  </a:lnTo>
                  <a:lnTo>
                    <a:pt x="29186" y="102934"/>
                  </a:lnTo>
                  <a:cubicBezTo>
                    <a:pt x="28830" y="102655"/>
                    <a:pt x="28424" y="102333"/>
                    <a:pt x="28018" y="102012"/>
                  </a:cubicBezTo>
                  <a:lnTo>
                    <a:pt x="26902" y="101064"/>
                  </a:lnTo>
                  <a:lnTo>
                    <a:pt x="26902" y="101064"/>
                  </a:lnTo>
                  <a:cubicBezTo>
                    <a:pt x="26998" y="101144"/>
                    <a:pt x="27038" y="101175"/>
                    <a:pt x="27041" y="101175"/>
                  </a:cubicBezTo>
                  <a:cubicBezTo>
                    <a:pt x="27053" y="101175"/>
                    <a:pt x="26563" y="100746"/>
                    <a:pt x="26583" y="100746"/>
                  </a:cubicBezTo>
                  <a:lnTo>
                    <a:pt x="26583" y="100746"/>
                  </a:lnTo>
                  <a:cubicBezTo>
                    <a:pt x="26587" y="100746"/>
                    <a:pt x="26616" y="100768"/>
                    <a:pt x="26682" y="100819"/>
                  </a:cubicBezTo>
                  <a:cubicBezTo>
                    <a:pt x="26837" y="100937"/>
                    <a:pt x="27057" y="101146"/>
                    <a:pt x="27059" y="101146"/>
                  </a:cubicBezTo>
                  <a:cubicBezTo>
                    <a:pt x="27059" y="101146"/>
                    <a:pt x="27055" y="101142"/>
                    <a:pt x="27046" y="101132"/>
                  </a:cubicBezTo>
                  <a:lnTo>
                    <a:pt x="27046" y="101132"/>
                  </a:lnTo>
                  <a:cubicBezTo>
                    <a:pt x="27048" y="101133"/>
                    <a:pt x="27050" y="101134"/>
                    <a:pt x="27051" y="101134"/>
                  </a:cubicBezTo>
                  <a:cubicBezTo>
                    <a:pt x="27075" y="101134"/>
                    <a:pt x="26635" y="100772"/>
                    <a:pt x="26521" y="100650"/>
                  </a:cubicBezTo>
                  <a:cubicBezTo>
                    <a:pt x="26479" y="100624"/>
                    <a:pt x="26284" y="100464"/>
                    <a:pt x="26157" y="100354"/>
                  </a:cubicBezTo>
                  <a:cubicBezTo>
                    <a:pt x="26087" y="100296"/>
                    <a:pt x="26035" y="100255"/>
                    <a:pt x="26027" y="100255"/>
                  </a:cubicBezTo>
                  <a:lnTo>
                    <a:pt x="26027" y="100255"/>
                  </a:lnTo>
                  <a:cubicBezTo>
                    <a:pt x="26022" y="100255"/>
                    <a:pt x="26040" y="100276"/>
                    <a:pt x="26090" y="100328"/>
                  </a:cubicBezTo>
                  <a:lnTo>
                    <a:pt x="26090" y="100328"/>
                  </a:lnTo>
                  <a:cubicBezTo>
                    <a:pt x="25865" y="100106"/>
                    <a:pt x="25426" y="99732"/>
                    <a:pt x="25176" y="99466"/>
                  </a:cubicBezTo>
                  <a:lnTo>
                    <a:pt x="25176" y="99466"/>
                  </a:lnTo>
                  <a:cubicBezTo>
                    <a:pt x="25181" y="99474"/>
                    <a:pt x="25182" y="99477"/>
                    <a:pt x="25180" y="99477"/>
                  </a:cubicBezTo>
                  <a:cubicBezTo>
                    <a:pt x="25149" y="99477"/>
                    <a:pt x="24608" y="98968"/>
                    <a:pt x="24499" y="98882"/>
                  </a:cubicBezTo>
                  <a:cubicBezTo>
                    <a:pt x="24440" y="98814"/>
                    <a:pt x="24381" y="98763"/>
                    <a:pt x="24330" y="98713"/>
                  </a:cubicBezTo>
                  <a:lnTo>
                    <a:pt x="24195" y="98560"/>
                  </a:lnTo>
                  <a:lnTo>
                    <a:pt x="24195" y="98560"/>
                  </a:lnTo>
                  <a:cubicBezTo>
                    <a:pt x="24330" y="98696"/>
                    <a:pt x="24482" y="98831"/>
                    <a:pt x="24643" y="98975"/>
                  </a:cubicBezTo>
                  <a:lnTo>
                    <a:pt x="25151" y="99423"/>
                  </a:lnTo>
                  <a:cubicBezTo>
                    <a:pt x="25252" y="99525"/>
                    <a:pt x="25362" y="99626"/>
                    <a:pt x="25472" y="99719"/>
                  </a:cubicBezTo>
                  <a:lnTo>
                    <a:pt x="25489" y="99719"/>
                  </a:lnTo>
                  <a:cubicBezTo>
                    <a:pt x="26183" y="100354"/>
                    <a:pt x="26919" y="100929"/>
                    <a:pt x="27282" y="101242"/>
                  </a:cubicBezTo>
                  <a:lnTo>
                    <a:pt x="27096" y="101107"/>
                  </a:lnTo>
                  <a:lnTo>
                    <a:pt x="27096" y="101107"/>
                  </a:lnTo>
                  <a:cubicBezTo>
                    <a:pt x="27375" y="101327"/>
                    <a:pt x="27638" y="101555"/>
                    <a:pt x="27908" y="101792"/>
                  </a:cubicBezTo>
                  <a:cubicBezTo>
                    <a:pt x="28171" y="102020"/>
                    <a:pt x="28458" y="102240"/>
                    <a:pt x="28746" y="102460"/>
                  </a:cubicBezTo>
                  <a:cubicBezTo>
                    <a:pt x="28731" y="102450"/>
                    <a:pt x="28703" y="102430"/>
                    <a:pt x="28700" y="102430"/>
                  </a:cubicBezTo>
                  <a:lnTo>
                    <a:pt x="28700" y="102430"/>
                  </a:lnTo>
                  <a:cubicBezTo>
                    <a:pt x="28699" y="102430"/>
                    <a:pt x="28711" y="102441"/>
                    <a:pt x="28754" y="102477"/>
                  </a:cubicBezTo>
                  <a:cubicBezTo>
                    <a:pt x="29101" y="102765"/>
                    <a:pt x="29355" y="102951"/>
                    <a:pt x="29583" y="103120"/>
                  </a:cubicBezTo>
                  <a:lnTo>
                    <a:pt x="29882" y="103346"/>
                  </a:lnTo>
                  <a:lnTo>
                    <a:pt x="29882" y="103346"/>
                  </a:lnTo>
                  <a:cubicBezTo>
                    <a:pt x="29795" y="103278"/>
                    <a:pt x="29699" y="103200"/>
                    <a:pt x="29575" y="103095"/>
                  </a:cubicBezTo>
                  <a:lnTo>
                    <a:pt x="29575" y="103095"/>
                  </a:lnTo>
                  <a:cubicBezTo>
                    <a:pt x="29659" y="103162"/>
                    <a:pt x="29803" y="103264"/>
                    <a:pt x="29956" y="103374"/>
                  </a:cubicBezTo>
                  <a:cubicBezTo>
                    <a:pt x="30116" y="103484"/>
                    <a:pt x="30277" y="103611"/>
                    <a:pt x="30421" y="103712"/>
                  </a:cubicBezTo>
                  <a:lnTo>
                    <a:pt x="30472" y="103712"/>
                  </a:lnTo>
                  <a:cubicBezTo>
                    <a:pt x="30852" y="103957"/>
                    <a:pt x="31191" y="104270"/>
                    <a:pt x="31571" y="104516"/>
                  </a:cubicBezTo>
                  <a:lnTo>
                    <a:pt x="31157" y="104186"/>
                  </a:lnTo>
                  <a:lnTo>
                    <a:pt x="31233" y="104237"/>
                  </a:lnTo>
                  <a:cubicBezTo>
                    <a:pt x="31038" y="104093"/>
                    <a:pt x="30869" y="103974"/>
                    <a:pt x="30827" y="103949"/>
                  </a:cubicBezTo>
                  <a:cubicBezTo>
                    <a:pt x="30176" y="103484"/>
                    <a:pt x="29871" y="103213"/>
                    <a:pt x="29786" y="103112"/>
                  </a:cubicBezTo>
                  <a:cubicBezTo>
                    <a:pt x="29705" y="103042"/>
                    <a:pt x="29682" y="103019"/>
                    <a:pt x="29689" y="103019"/>
                  </a:cubicBezTo>
                  <a:lnTo>
                    <a:pt x="29689" y="103019"/>
                  </a:lnTo>
                  <a:cubicBezTo>
                    <a:pt x="29706" y="103019"/>
                    <a:pt x="29869" y="103133"/>
                    <a:pt x="29887" y="103133"/>
                  </a:cubicBezTo>
                  <a:cubicBezTo>
                    <a:pt x="29889" y="103133"/>
                    <a:pt x="29890" y="103131"/>
                    <a:pt x="29888" y="103128"/>
                  </a:cubicBezTo>
                  <a:cubicBezTo>
                    <a:pt x="29423" y="102756"/>
                    <a:pt x="29431" y="102807"/>
                    <a:pt x="28957" y="102435"/>
                  </a:cubicBezTo>
                  <a:cubicBezTo>
                    <a:pt x="28898" y="102386"/>
                    <a:pt x="28879" y="102369"/>
                    <a:pt x="28882" y="102369"/>
                  </a:cubicBezTo>
                  <a:lnTo>
                    <a:pt x="28882" y="102369"/>
                  </a:lnTo>
                  <a:cubicBezTo>
                    <a:pt x="28886" y="102369"/>
                    <a:pt x="28934" y="102405"/>
                    <a:pt x="28974" y="102435"/>
                  </a:cubicBezTo>
                  <a:lnTo>
                    <a:pt x="28619" y="102164"/>
                  </a:lnTo>
                  <a:cubicBezTo>
                    <a:pt x="28612" y="102151"/>
                    <a:pt x="28129" y="101753"/>
                    <a:pt x="28147" y="101753"/>
                  </a:cubicBezTo>
                  <a:lnTo>
                    <a:pt x="28147" y="101753"/>
                  </a:lnTo>
                  <a:cubicBezTo>
                    <a:pt x="28152" y="101753"/>
                    <a:pt x="28197" y="101786"/>
                    <a:pt x="28306" y="101868"/>
                  </a:cubicBezTo>
                  <a:lnTo>
                    <a:pt x="28602" y="102105"/>
                  </a:lnTo>
                  <a:cubicBezTo>
                    <a:pt x="28450" y="101970"/>
                    <a:pt x="28255" y="101817"/>
                    <a:pt x="28069" y="101648"/>
                  </a:cubicBezTo>
                  <a:lnTo>
                    <a:pt x="27519" y="101149"/>
                  </a:lnTo>
                  <a:cubicBezTo>
                    <a:pt x="27181" y="100844"/>
                    <a:pt x="26927" y="100608"/>
                    <a:pt x="26952" y="100608"/>
                  </a:cubicBezTo>
                  <a:cubicBezTo>
                    <a:pt x="26783" y="100455"/>
                    <a:pt x="26724" y="100405"/>
                    <a:pt x="26631" y="100328"/>
                  </a:cubicBezTo>
                  <a:cubicBezTo>
                    <a:pt x="26546" y="100244"/>
                    <a:pt x="26428" y="100159"/>
                    <a:pt x="26166" y="99905"/>
                  </a:cubicBezTo>
                  <a:cubicBezTo>
                    <a:pt x="25912" y="99685"/>
                    <a:pt x="26157" y="99956"/>
                    <a:pt x="25574" y="99423"/>
                  </a:cubicBezTo>
                  <a:lnTo>
                    <a:pt x="25574" y="99423"/>
                  </a:lnTo>
                  <a:lnTo>
                    <a:pt x="26022" y="99863"/>
                  </a:lnTo>
                  <a:lnTo>
                    <a:pt x="26301" y="100108"/>
                  </a:lnTo>
                  <a:lnTo>
                    <a:pt x="25827" y="99660"/>
                  </a:lnTo>
                  <a:lnTo>
                    <a:pt x="25827" y="99660"/>
                  </a:lnTo>
                  <a:cubicBezTo>
                    <a:pt x="26132" y="99939"/>
                    <a:pt x="26081" y="99880"/>
                    <a:pt x="26191" y="99948"/>
                  </a:cubicBezTo>
                  <a:cubicBezTo>
                    <a:pt x="26369" y="100117"/>
                    <a:pt x="26530" y="100252"/>
                    <a:pt x="26656" y="100371"/>
                  </a:cubicBezTo>
                  <a:cubicBezTo>
                    <a:pt x="26783" y="100489"/>
                    <a:pt x="26893" y="100582"/>
                    <a:pt x="26986" y="100675"/>
                  </a:cubicBezTo>
                  <a:cubicBezTo>
                    <a:pt x="27172" y="100853"/>
                    <a:pt x="27308" y="100988"/>
                    <a:pt x="27494" y="101157"/>
                  </a:cubicBezTo>
                  <a:cubicBezTo>
                    <a:pt x="27290" y="100996"/>
                    <a:pt x="26981" y="100723"/>
                    <a:pt x="26960" y="100723"/>
                  </a:cubicBezTo>
                  <a:lnTo>
                    <a:pt x="26960" y="100723"/>
                  </a:lnTo>
                  <a:cubicBezTo>
                    <a:pt x="26956" y="100723"/>
                    <a:pt x="26963" y="100734"/>
                    <a:pt x="26986" y="100760"/>
                  </a:cubicBezTo>
                  <a:cubicBezTo>
                    <a:pt x="26851" y="100641"/>
                    <a:pt x="26716" y="100523"/>
                    <a:pt x="26580" y="100413"/>
                  </a:cubicBezTo>
                  <a:cubicBezTo>
                    <a:pt x="26426" y="100291"/>
                    <a:pt x="26279" y="100161"/>
                    <a:pt x="26148" y="100023"/>
                  </a:cubicBezTo>
                  <a:lnTo>
                    <a:pt x="26148" y="100023"/>
                  </a:lnTo>
                  <a:cubicBezTo>
                    <a:pt x="26169" y="100042"/>
                    <a:pt x="26192" y="100062"/>
                    <a:pt x="26217" y="100083"/>
                  </a:cubicBezTo>
                  <a:lnTo>
                    <a:pt x="26132" y="100007"/>
                  </a:lnTo>
                  <a:lnTo>
                    <a:pt x="26132" y="100007"/>
                  </a:lnTo>
                  <a:cubicBezTo>
                    <a:pt x="26137" y="100012"/>
                    <a:pt x="26142" y="100018"/>
                    <a:pt x="26148" y="100023"/>
                  </a:cubicBezTo>
                  <a:lnTo>
                    <a:pt x="26148" y="100023"/>
                  </a:lnTo>
                  <a:cubicBezTo>
                    <a:pt x="25855" y="99768"/>
                    <a:pt x="25807" y="99693"/>
                    <a:pt x="25531" y="99457"/>
                  </a:cubicBezTo>
                  <a:lnTo>
                    <a:pt x="25531" y="99457"/>
                  </a:lnTo>
                  <a:cubicBezTo>
                    <a:pt x="25535" y="99460"/>
                    <a:pt x="25538" y="99461"/>
                    <a:pt x="25539" y="99461"/>
                  </a:cubicBezTo>
                  <a:cubicBezTo>
                    <a:pt x="25546" y="99461"/>
                    <a:pt x="25518" y="99426"/>
                    <a:pt x="25489" y="99398"/>
                  </a:cubicBezTo>
                  <a:cubicBezTo>
                    <a:pt x="25294" y="99221"/>
                    <a:pt x="25237" y="99173"/>
                    <a:pt x="25232" y="99173"/>
                  </a:cubicBezTo>
                  <a:lnTo>
                    <a:pt x="25232" y="99173"/>
                  </a:lnTo>
                  <a:cubicBezTo>
                    <a:pt x="25225" y="99173"/>
                    <a:pt x="25296" y="99245"/>
                    <a:pt x="25286" y="99245"/>
                  </a:cubicBezTo>
                  <a:cubicBezTo>
                    <a:pt x="25279" y="99245"/>
                    <a:pt x="25219" y="99198"/>
                    <a:pt x="25024" y="99026"/>
                  </a:cubicBezTo>
                  <a:cubicBezTo>
                    <a:pt x="24735" y="98750"/>
                    <a:pt x="24710" y="98708"/>
                    <a:pt x="24730" y="98708"/>
                  </a:cubicBezTo>
                  <a:cubicBezTo>
                    <a:pt x="24739" y="98708"/>
                    <a:pt x="24757" y="98716"/>
                    <a:pt x="24765" y="98716"/>
                  </a:cubicBezTo>
                  <a:cubicBezTo>
                    <a:pt x="24774" y="98716"/>
                    <a:pt x="24771" y="98707"/>
                    <a:pt x="24736" y="98670"/>
                  </a:cubicBezTo>
                  <a:lnTo>
                    <a:pt x="24736" y="98670"/>
                  </a:lnTo>
                  <a:cubicBezTo>
                    <a:pt x="25158" y="99043"/>
                    <a:pt x="25206" y="99074"/>
                    <a:pt x="25219" y="99074"/>
                  </a:cubicBezTo>
                  <a:cubicBezTo>
                    <a:pt x="25222" y="99074"/>
                    <a:pt x="25224" y="99073"/>
                    <a:pt x="25226" y="99073"/>
                  </a:cubicBezTo>
                  <a:cubicBezTo>
                    <a:pt x="25240" y="99073"/>
                    <a:pt x="25290" y="99107"/>
                    <a:pt x="25768" y="99533"/>
                  </a:cubicBezTo>
                  <a:cubicBezTo>
                    <a:pt x="25785" y="99508"/>
                    <a:pt x="25396" y="99136"/>
                    <a:pt x="24863" y="98637"/>
                  </a:cubicBezTo>
                  <a:lnTo>
                    <a:pt x="24863" y="98637"/>
                  </a:lnTo>
                  <a:cubicBezTo>
                    <a:pt x="24961" y="98735"/>
                    <a:pt x="24980" y="98762"/>
                    <a:pt x="24969" y="98762"/>
                  </a:cubicBezTo>
                  <a:cubicBezTo>
                    <a:pt x="24955" y="98762"/>
                    <a:pt x="24896" y="98721"/>
                    <a:pt x="24879" y="98721"/>
                  </a:cubicBezTo>
                  <a:cubicBezTo>
                    <a:pt x="24863" y="98721"/>
                    <a:pt x="24890" y="98762"/>
                    <a:pt x="25049" y="98924"/>
                  </a:cubicBezTo>
                  <a:cubicBezTo>
                    <a:pt x="24846" y="98738"/>
                    <a:pt x="24694" y="98603"/>
                    <a:pt x="24567" y="98501"/>
                  </a:cubicBezTo>
                  <a:lnTo>
                    <a:pt x="24254" y="98214"/>
                  </a:lnTo>
                  <a:cubicBezTo>
                    <a:pt x="24051" y="98036"/>
                    <a:pt x="23848" y="97841"/>
                    <a:pt x="23425" y="97393"/>
                  </a:cubicBezTo>
                  <a:lnTo>
                    <a:pt x="23425" y="97393"/>
                  </a:lnTo>
                  <a:lnTo>
                    <a:pt x="23450" y="97410"/>
                  </a:lnTo>
                  <a:lnTo>
                    <a:pt x="23078" y="97072"/>
                  </a:lnTo>
                  <a:lnTo>
                    <a:pt x="22841" y="96818"/>
                  </a:lnTo>
                  <a:lnTo>
                    <a:pt x="22613" y="96564"/>
                  </a:lnTo>
                  <a:lnTo>
                    <a:pt x="22613" y="96564"/>
                  </a:lnTo>
                  <a:cubicBezTo>
                    <a:pt x="22689" y="96632"/>
                    <a:pt x="22774" y="96708"/>
                    <a:pt x="22858" y="96792"/>
                  </a:cubicBezTo>
                  <a:lnTo>
                    <a:pt x="23103" y="97038"/>
                  </a:lnTo>
                  <a:cubicBezTo>
                    <a:pt x="23264" y="97190"/>
                    <a:pt x="23416" y="97351"/>
                    <a:pt x="23543" y="97461"/>
                  </a:cubicBezTo>
                  <a:cubicBezTo>
                    <a:pt x="23264" y="97148"/>
                    <a:pt x="23053" y="96962"/>
                    <a:pt x="22841" y="96750"/>
                  </a:cubicBezTo>
                  <a:cubicBezTo>
                    <a:pt x="22630" y="96539"/>
                    <a:pt x="22401" y="96319"/>
                    <a:pt x="22071" y="95955"/>
                  </a:cubicBezTo>
                  <a:cubicBezTo>
                    <a:pt x="21973" y="95836"/>
                    <a:pt x="21937" y="95788"/>
                    <a:pt x="21943" y="95788"/>
                  </a:cubicBezTo>
                  <a:lnTo>
                    <a:pt x="21943" y="95788"/>
                  </a:lnTo>
                  <a:cubicBezTo>
                    <a:pt x="21969" y="95788"/>
                    <a:pt x="22743" y="96640"/>
                    <a:pt x="22781" y="96640"/>
                  </a:cubicBezTo>
                  <a:cubicBezTo>
                    <a:pt x="22781" y="96640"/>
                    <a:pt x="22782" y="96640"/>
                    <a:pt x="22782" y="96640"/>
                  </a:cubicBezTo>
                  <a:cubicBezTo>
                    <a:pt x="22630" y="96479"/>
                    <a:pt x="22477" y="96319"/>
                    <a:pt x="22351" y="96141"/>
                  </a:cubicBezTo>
                  <a:lnTo>
                    <a:pt x="22351" y="96141"/>
                  </a:lnTo>
                  <a:cubicBezTo>
                    <a:pt x="22960" y="96818"/>
                    <a:pt x="22731" y="96539"/>
                    <a:pt x="23433" y="97275"/>
                  </a:cubicBezTo>
                  <a:cubicBezTo>
                    <a:pt x="23325" y="97169"/>
                    <a:pt x="23287" y="97133"/>
                    <a:pt x="23284" y="97133"/>
                  </a:cubicBezTo>
                  <a:lnTo>
                    <a:pt x="23284" y="97133"/>
                  </a:lnTo>
                  <a:cubicBezTo>
                    <a:pt x="23277" y="97133"/>
                    <a:pt x="23423" y="97287"/>
                    <a:pt x="23408" y="97287"/>
                  </a:cubicBezTo>
                  <a:cubicBezTo>
                    <a:pt x="23407" y="97287"/>
                    <a:pt x="23404" y="97286"/>
                    <a:pt x="23400" y="97283"/>
                  </a:cubicBezTo>
                  <a:lnTo>
                    <a:pt x="23400" y="97283"/>
                  </a:lnTo>
                  <a:cubicBezTo>
                    <a:pt x="23510" y="97376"/>
                    <a:pt x="24178" y="98044"/>
                    <a:pt x="24652" y="98527"/>
                  </a:cubicBezTo>
                  <a:cubicBezTo>
                    <a:pt x="24661" y="98533"/>
                    <a:pt x="24667" y="98536"/>
                    <a:pt x="24669" y="98536"/>
                  </a:cubicBezTo>
                  <a:cubicBezTo>
                    <a:pt x="24702" y="98536"/>
                    <a:pt x="24233" y="98072"/>
                    <a:pt x="23966" y="97782"/>
                  </a:cubicBezTo>
                  <a:cubicBezTo>
                    <a:pt x="23670" y="97511"/>
                    <a:pt x="23391" y="97215"/>
                    <a:pt x="23120" y="96936"/>
                  </a:cubicBezTo>
                  <a:lnTo>
                    <a:pt x="22926" y="96733"/>
                  </a:lnTo>
                  <a:lnTo>
                    <a:pt x="22740" y="96530"/>
                  </a:lnTo>
                  <a:cubicBezTo>
                    <a:pt x="22621" y="96403"/>
                    <a:pt x="22503" y="96276"/>
                    <a:pt x="22393" y="96175"/>
                  </a:cubicBezTo>
                  <a:cubicBezTo>
                    <a:pt x="22180" y="95944"/>
                    <a:pt x="22119" y="95872"/>
                    <a:pt x="22126" y="95872"/>
                  </a:cubicBezTo>
                  <a:lnTo>
                    <a:pt x="22126" y="95872"/>
                  </a:lnTo>
                  <a:cubicBezTo>
                    <a:pt x="22136" y="95872"/>
                    <a:pt x="22331" y="96067"/>
                    <a:pt x="22335" y="96067"/>
                  </a:cubicBezTo>
                  <a:cubicBezTo>
                    <a:pt x="22335" y="96067"/>
                    <a:pt x="22335" y="96066"/>
                    <a:pt x="22334" y="96065"/>
                  </a:cubicBezTo>
                  <a:cubicBezTo>
                    <a:pt x="22053" y="95752"/>
                    <a:pt x="22007" y="95712"/>
                    <a:pt x="21996" y="95712"/>
                  </a:cubicBezTo>
                  <a:cubicBezTo>
                    <a:pt x="21992" y="95712"/>
                    <a:pt x="21992" y="95716"/>
                    <a:pt x="21988" y="95716"/>
                  </a:cubicBezTo>
                  <a:cubicBezTo>
                    <a:pt x="21982" y="95716"/>
                    <a:pt x="21967" y="95707"/>
                    <a:pt x="21919" y="95659"/>
                  </a:cubicBezTo>
                  <a:cubicBezTo>
                    <a:pt x="21107" y="94813"/>
                    <a:pt x="21082" y="94661"/>
                    <a:pt x="20532" y="94026"/>
                  </a:cubicBezTo>
                  <a:cubicBezTo>
                    <a:pt x="20413" y="93899"/>
                    <a:pt x="20261" y="93730"/>
                    <a:pt x="20075" y="93519"/>
                  </a:cubicBezTo>
                  <a:lnTo>
                    <a:pt x="19787" y="93180"/>
                  </a:lnTo>
                  <a:cubicBezTo>
                    <a:pt x="19686" y="93062"/>
                    <a:pt x="19593" y="92935"/>
                    <a:pt x="19491" y="92808"/>
                  </a:cubicBezTo>
                  <a:lnTo>
                    <a:pt x="18273" y="91251"/>
                  </a:lnTo>
                  <a:lnTo>
                    <a:pt x="18273" y="91251"/>
                  </a:lnTo>
                  <a:cubicBezTo>
                    <a:pt x="18302" y="91282"/>
                    <a:pt x="18315" y="91295"/>
                    <a:pt x="18318" y="91295"/>
                  </a:cubicBezTo>
                  <a:cubicBezTo>
                    <a:pt x="18327" y="91295"/>
                    <a:pt x="18272" y="91216"/>
                    <a:pt x="18248" y="91167"/>
                  </a:cubicBezTo>
                  <a:cubicBezTo>
                    <a:pt x="17791" y="90625"/>
                    <a:pt x="17960" y="90820"/>
                    <a:pt x="17419" y="90118"/>
                  </a:cubicBezTo>
                  <a:lnTo>
                    <a:pt x="17419" y="90118"/>
                  </a:lnTo>
                  <a:lnTo>
                    <a:pt x="17842" y="90735"/>
                  </a:lnTo>
                  <a:cubicBezTo>
                    <a:pt x="17496" y="90266"/>
                    <a:pt x="17190" y="89908"/>
                    <a:pt x="16893" y="89460"/>
                  </a:cubicBezTo>
                  <a:lnTo>
                    <a:pt x="16893" y="89460"/>
                  </a:lnTo>
                  <a:cubicBezTo>
                    <a:pt x="16947" y="89544"/>
                    <a:pt x="16966" y="89582"/>
                    <a:pt x="16959" y="89582"/>
                  </a:cubicBezTo>
                  <a:cubicBezTo>
                    <a:pt x="16956" y="89582"/>
                    <a:pt x="16949" y="89574"/>
                    <a:pt x="16937" y="89560"/>
                  </a:cubicBezTo>
                  <a:cubicBezTo>
                    <a:pt x="16852" y="89450"/>
                    <a:pt x="16767" y="89340"/>
                    <a:pt x="16691" y="89230"/>
                  </a:cubicBezTo>
                  <a:cubicBezTo>
                    <a:pt x="16471" y="88908"/>
                    <a:pt x="16175" y="88460"/>
                    <a:pt x="16040" y="88282"/>
                  </a:cubicBezTo>
                  <a:cubicBezTo>
                    <a:pt x="15879" y="88020"/>
                    <a:pt x="15701" y="87766"/>
                    <a:pt x="15549" y="87546"/>
                  </a:cubicBezTo>
                  <a:lnTo>
                    <a:pt x="15439" y="87377"/>
                  </a:lnTo>
                  <a:cubicBezTo>
                    <a:pt x="15405" y="87326"/>
                    <a:pt x="15372" y="87276"/>
                    <a:pt x="15346" y="87225"/>
                  </a:cubicBezTo>
                  <a:cubicBezTo>
                    <a:pt x="15287" y="87132"/>
                    <a:pt x="15236" y="87039"/>
                    <a:pt x="15194" y="86963"/>
                  </a:cubicBezTo>
                  <a:lnTo>
                    <a:pt x="15194" y="86963"/>
                  </a:lnTo>
                  <a:lnTo>
                    <a:pt x="15245" y="87039"/>
                  </a:lnTo>
                  <a:lnTo>
                    <a:pt x="14779" y="86277"/>
                  </a:lnTo>
                  <a:lnTo>
                    <a:pt x="14872" y="86345"/>
                  </a:lnTo>
                  <a:cubicBezTo>
                    <a:pt x="14606" y="85878"/>
                    <a:pt x="14248" y="85347"/>
                    <a:pt x="14232" y="85347"/>
                  </a:cubicBezTo>
                  <a:lnTo>
                    <a:pt x="14232" y="85347"/>
                  </a:lnTo>
                  <a:cubicBezTo>
                    <a:pt x="14229" y="85347"/>
                    <a:pt x="14234" y="85358"/>
                    <a:pt x="14246" y="85381"/>
                  </a:cubicBezTo>
                  <a:cubicBezTo>
                    <a:pt x="14090" y="85097"/>
                    <a:pt x="14060" y="85038"/>
                    <a:pt x="14067" y="85038"/>
                  </a:cubicBezTo>
                  <a:lnTo>
                    <a:pt x="14067" y="85038"/>
                  </a:lnTo>
                  <a:cubicBezTo>
                    <a:pt x="14071" y="85038"/>
                    <a:pt x="14094" y="85069"/>
                    <a:pt x="14102" y="85069"/>
                  </a:cubicBezTo>
                  <a:cubicBezTo>
                    <a:pt x="14105" y="85069"/>
                    <a:pt x="14106" y="85064"/>
                    <a:pt x="14103" y="85051"/>
                  </a:cubicBezTo>
                  <a:lnTo>
                    <a:pt x="14103" y="85051"/>
                  </a:lnTo>
                  <a:cubicBezTo>
                    <a:pt x="14145" y="85127"/>
                    <a:pt x="14204" y="85228"/>
                    <a:pt x="14280" y="85338"/>
                  </a:cubicBezTo>
                  <a:lnTo>
                    <a:pt x="14509" y="85660"/>
                  </a:lnTo>
                  <a:cubicBezTo>
                    <a:pt x="14619" y="85837"/>
                    <a:pt x="14729" y="86015"/>
                    <a:pt x="14822" y="86201"/>
                  </a:cubicBezTo>
                  <a:cubicBezTo>
                    <a:pt x="14788" y="86134"/>
                    <a:pt x="14746" y="86074"/>
                    <a:pt x="14703" y="86015"/>
                  </a:cubicBezTo>
                  <a:lnTo>
                    <a:pt x="14703" y="86015"/>
                  </a:lnTo>
                  <a:cubicBezTo>
                    <a:pt x="15566" y="87445"/>
                    <a:pt x="15042" y="86455"/>
                    <a:pt x="15482" y="87157"/>
                  </a:cubicBezTo>
                  <a:cubicBezTo>
                    <a:pt x="15262" y="86785"/>
                    <a:pt x="15109" y="86497"/>
                    <a:pt x="14856" y="86108"/>
                  </a:cubicBezTo>
                  <a:cubicBezTo>
                    <a:pt x="14768" y="85960"/>
                    <a:pt x="14437" y="85465"/>
                    <a:pt x="14200" y="85078"/>
                  </a:cubicBezTo>
                  <a:lnTo>
                    <a:pt x="14200" y="85078"/>
                  </a:lnTo>
                  <a:cubicBezTo>
                    <a:pt x="14410" y="85435"/>
                    <a:pt x="14551" y="85678"/>
                    <a:pt x="14737" y="86015"/>
                  </a:cubicBezTo>
                  <a:cubicBezTo>
                    <a:pt x="14534" y="85668"/>
                    <a:pt x="14475" y="85626"/>
                    <a:pt x="14306" y="85330"/>
                  </a:cubicBezTo>
                  <a:lnTo>
                    <a:pt x="14306" y="85330"/>
                  </a:lnTo>
                  <a:lnTo>
                    <a:pt x="14373" y="85415"/>
                  </a:lnTo>
                  <a:cubicBezTo>
                    <a:pt x="14289" y="85296"/>
                    <a:pt x="14213" y="85169"/>
                    <a:pt x="14136" y="85042"/>
                  </a:cubicBezTo>
                  <a:cubicBezTo>
                    <a:pt x="14130" y="84990"/>
                    <a:pt x="13779" y="84377"/>
                    <a:pt x="13793" y="84377"/>
                  </a:cubicBezTo>
                  <a:lnTo>
                    <a:pt x="13793" y="84377"/>
                  </a:lnTo>
                  <a:cubicBezTo>
                    <a:pt x="13797" y="84377"/>
                    <a:pt x="13830" y="84426"/>
                    <a:pt x="13908" y="84552"/>
                  </a:cubicBezTo>
                  <a:cubicBezTo>
                    <a:pt x="13612" y="84044"/>
                    <a:pt x="13790" y="84391"/>
                    <a:pt x="13510" y="83917"/>
                  </a:cubicBezTo>
                  <a:lnTo>
                    <a:pt x="13510" y="83917"/>
                  </a:lnTo>
                  <a:lnTo>
                    <a:pt x="14027" y="84865"/>
                  </a:lnTo>
                  <a:lnTo>
                    <a:pt x="14001" y="84865"/>
                  </a:lnTo>
                  <a:cubicBezTo>
                    <a:pt x="13790" y="84526"/>
                    <a:pt x="13756" y="84433"/>
                    <a:pt x="13544" y="84061"/>
                  </a:cubicBezTo>
                  <a:lnTo>
                    <a:pt x="13536" y="84112"/>
                  </a:lnTo>
                  <a:lnTo>
                    <a:pt x="13181" y="83427"/>
                  </a:lnTo>
                  <a:lnTo>
                    <a:pt x="13181" y="83427"/>
                  </a:lnTo>
                  <a:cubicBezTo>
                    <a:pt x="13183" y="83433"/>
                    <a:pt x="13184" y="83436"/>
                    <a:pt x="13183" y="83436"/>
                  </a:cubicBezTo>
                  <a:cubicBezTo>
                    <a:pt x="13176" y="83436"/>
                    <a:pt x="13118" y="83345"/>
                    <a:pt x="13054" y="83224"/>
                  </a:cubicBezTo>
                  <a:cubicBezTo>
                    <a:pt x="12986" y="83088"/>
                    <a:pt x="12893" y="82919"/>
                    <a:pt x="12859" y="82851"/>
                  </a:cubicBezTo>
                  <a:cubicBezTo>
                    <a:pt x="12673" y="82462"/>
                    <a:pt x="12842" y="82691"/>
                    <a:pt x="12487" y="82056"/>
                  </a:cubicBezTo>
                  <a:lnTo>
                    <a:pt x="12487" y="82056"/>
                  </a:lnTo>
                  <a:lnTo>
                    <a:pt x="12512" y="82107"/>
                  </a:lnTo>
                  <a:cubicBezTo>
                    <a:pt x="12309" y="81743"/>
                    <a:pt x="12191" y="81532"/>
                    <a:pt x="11937" y="80999"/>
                  </a:cubicBezTo>
                  <a:lnTo>
                    <a:pt x="11937" y="80999"/>
                  </a:lnTo>
                  <a:cubicBezTo>
                    <a:pt x="11954" y="81033"/>
                    <a:pt x="12030" y="81168"/>
                    <a:pt x="12072" y="81244"/>
                  </a:cubicBezTo>
                  <a:cubicBezTo>
                    <a:pt x="11709" y="80500"/>
                    <a:pt x="11133" y="79307"/>
                    <a:pt x="11023" y="78943"/>
                  </a:cubicBezTo>
                  <a:lnTo>
                    <a:pt x="11023" y="78943"/>
                  </a:lnTo>
                  <a:cubicBezTo>
                    <a:pt x="11074" y="78994"/>
                    <a:pt x="11193" y="79324"/>
                    <a:pt x="11226" y="79324"/>
                  </a:cubicBezTo>
                  <a:cubicBezTo>
                    <a:pt x="11362" y="79662"/>
                    <a:pt x="11514" y="80001"/>
                    <a:pt x="11692" y="80330"/>
                  </a:cubicBezTo>
                  <a:cubicBezTo>
                    <a:pt x="11751" y="80440"/>
                    <a:pt x="11819" y="80559"/>
                    <a:pt x="11903" y="80728"/>
                  </a:cubicBezTo>
                  <a:cubicBezTo>
                    <a:pt x="11954" y="80813"/>
                    <a:pt x="11996" y="80914"/>
                    <a:pt x="12055" y="81041"/>
                  </a:cubicBezTo>
                  <a:cubicBezTo>
                    <a:pt x="12115" y="81159"/>
                    <a:pt x="12182" y="81303"/>
                    <a:pt x="12267" y="81464"/>
                  </a:cubicBezTo>
                  <a:cubicBezTo>
                    <a:pt x="12242" y="81557"/>
                    <a:pt x="12876" y="82572"/>
                    <a:pt x="12952" y="82860"/>
                  </a:cubicBezTo>
                  <a:cubicBezTo>
                    <a:pt x="12708" y="82363"/>
                    <a:pt x="12353" y="81741"/>
                    <a:pt x="12340" y="81741"/>
                  </a:cubicBezTo>
                  <a:lnTo>
                    <a:pt x="12340" y="81741"/>
                  </a:lnTo>
                  <a:cubicBezTo>
                    <a:pt x="12339" y="81741"/>
                    <a:pt x="12340" y="81745"/>
                    <a:pt x="12343" y="81752"/>
                  </a:cubicBezTo>
                  <a:cubicBezTo>
                    <a:pt x="12597" y="82225"/>
                    <a:pt x="12935" y="82902"/>
                    <a:pt x="13113" y="83240"/>
                  </a:cubicBezTo>
                  <a:cubicBezTo>
                    <a:pt x="13045" y="83097"/>
                    <a:pt x="13028" y="83040"/>
                    <a:pt x="13042" y="83040"/>
                  </a:cubicBezTo>
                  <a:cubicBezTo>
                    <a:pt x="13058" y="83040"/>
                    <a:pt x="13113" y="83112"/>
                    <a:pt x="13181" y="83215"/>
                  </a:cubicBezTo>
                  <a:cubicBezTo>
                    <a:pt x="12969" y="82834"/>
                    <a:pt x="12698" y="82285"/>
                    <a:pt x="12402" y="81692"/>
                  </a:cubicBezTo>
                  <a:cubicBezTo>
                    <a:pt x="12106" y="81100"/>
                    <a:pt x="11810" y="80457"/>
                    <a:pt x="11556" y="79891"/>
                  </a:cubicBezTo>
                  <a:lnTo>
                    <a:pt x="11556" y="79891"/>
                  </a:lnTo>
                  <a:lnTo>
                    <a:pt x="11582" y="80034"/>
                  </a:lnTo>
                  <a:cubicBezTo>
                    <a:pt x="11415" y="79688"/>
                    <a:pt x="11379" y="79605"/>
                    <a:pt x="11385" y="79605"/>
                  </a:cubicBezTo>
                  <a:lnTo>
                    <a:pt x="11385" y="79605"/>
                  </a:lnTo>
                  <a:cubicBezTo>
                    <a:pt x="11391" y="79605"/>
                    <a:pt x="11434" y="79677"/>
                    <a:pt x="11444" y="79677"/>
                  </a:cubicBezTo>
                  <a:cubicBezTo>
                    <a:pt x="11452" y="79677"/>
                    <a:pt x="11432" y="79616"/>
                    <a:pt x="11328" y="79383"/>
                  </a:cubicBezTo>
                  <a:lnTo>
                    <a:pt x="11150" y="79053"/>
                  </a:lnTo>
                  <a:lnTo>
                    <a:pt x="11133" y="79002"/>
                  </a:lnTo>
                  <a:lnTo>
                    <a:pt x="10871" y="78452"/>
                  </a:lnTo>
                  <a:lnTo>
                    <a:pt x="10871" y="78452"/>
                  </a:lnTo>
                  <a:cubicBezTo>
                    <a:pt x="11040" y="78850"/>
                    <a:pt x="10981" y="78655"/>
                    <a:pt x="11159" y="79104"/>
                  </a:cubicBezTo>
                  <a:cubicBezTo>
                    <a:pt x="11207" y="79228"/>
                    <a:pt x="11221" y="79273"/>
                    <a:pt x="11214" y="79273"/>
                  </a:cubicBezTo>
                  <a:cubicBezTo>
                    <a:pt x="11201" y="79273"/>
                    <a:pt x="11098" y="79069"/>
                    <a:pt x="11057" y="78994"/>
                  </a:cubicBezTo>
                  <a:cubicBezTo>
                    <a:pt x="11007" y="78859"/>
                    <a:pt x="10871" y="78554"/>
                    <a:pt x="10795" y="78359"/>
                  </a:cubicBezTo>
                  <a:cubicBezTo>
                    <a:pt x="10753" y="78253"/>
                    <a:pt x="10724" y="78177"/>
                    <a:pt x="10729" y="78177"/>
                  </a:cubicBezTo>
                  <a:lnTo>
                    <a:pt x="10729" y="78177"/>
                  </a:lnTo>
                  <a:cubicBezTo>
                    <a:pt x="10732" y="78177"/>
                    <a:pt x="10759" y="78229"/>
                    <a:pt x="10820" y="78359"/>
                  </a:cubicBezTo>
                  <a:lnTo>
                    <a:pt x="10592" y="77843"/>
                  </a:lnTo>
                  <a:lnTo>
                    <a:pt x="10372" y="77327"/>
                  </a:lnTo>
                  <a:lnTo>
                    <a:pt x="10372" y="77327"/>
                  </a:lnTo>
                  <a:cubicBezTo>
                    <a:pt x="10431" y="77429"/>
                    <a:pt x="10482" y="77547"/>
                    <a:pt x="10524" y="77657"/>
                  </a:cubicBezTo>
                  <a:cubicBezTo>
                    <a:pt x="10431" y="77403"/>
                    <a:pt x="10330" y="77158"/>
                    <a:pt x="10237" y="76896"/>
                  </a:cubicBezTo>
                  <a:lnTo>
                    <a:pt x="10237" y="76896"/>
                  </a:lnTo>
                  <a:lnTo>
                    <a:pt x="10254" y="76921"/>
                  </a:lnTo>
                  <a:cubicBezTo>
                    <a:pt x="10000" y="76321"/>
                    <a:pt x="9721" y="75449"/>
                    <a:pt x="9551" y="74976"/>
                  </a:cubicBezTo>
                  <a:lnTo>
                    <a:pt x="9551" y="74976"/>
                  </a:lnTo>
                  <a:cubicBezTo>
                    <a:pt x="9630" y="75249"/>
                    <a:pt x="9654" y="75351"/>
                    <a:pt x="9648" y="75351"/>
                  </a:cubicBezTo>
                  <a:cubicBezTo>
                    <a:pt x="9643" y="75351"/>
                    <a:pt x="9610" y="75260"/>
                    <a:pt x="9568" y="75136"/>
                  </a:cubicBezTo>
                  <a:cubicBezTo>
                    <a:pt x="9497" y="74906"/>
                    <a:pt x="9388" y="74565"/>
                    <a:pt x="9375" y="74565"/>
                  </a:cubicBezTo>
                  <a:cubicBezTo>
                    <a:pt x="9374" y="74565"/>
                    <a:pt x="9374" y="74566"/>
                    <a:pt x="9374" y="74570"/>
                  </a:cubicBezTo>
                  <a:cubicBezTo>
                    <a:pt x="9326" y="74387"/>
                    <a:pt x="9316" y="74264"/>
                    <a:pt x="9329" y="74264"/>
                  </a:cubicBezTo>
                  <a:lnTo>
                    <a:pt x="9329" y="74264"/>
                  </a:lnTo>
                  <a:cubicBezTo>
                    <a:pt x="9330" y="74264"/>
                    <a:pt x="9331" y="74264"/>
                    <a:pt x="9332" y="74265"/>
                  </a:cubicBezTo>
                  <a:cubicBezTo>
                    <a:pt x="9348" y="74282"/>
                    <a:pt x="9425" y="74451"/>
                    <a:pt x="9560" y="74857"/>
                  </a:cubicBezTo>
                  <a:cubicBezTo>
                    <a:pt x="9602" y="75035"/>
                    <a:pt x="9653" y="75213"/>
                    <a:pt x="9721" y="75382"/>
                  </a:cubicBezTo>
                  <a:cubicBezTo>
                    <a:pt x="9788" y="75602"/>
                    <a:pt x="9873" y="75839"/>
                    <a:pt x="9949" y="76042"/>
                  </a:cubicBezTo>
                  <a:cubicBezTo>
                    <a:pt x="9856" y="75779"/>
                    <a:pt x="9805" y="75602"/>
                    <a:pt x="9755" y="75441"/>
                  </a:cubicBezTo>
                  <a:cubicBezTo>
                    <a:pt x="9704" y="75289"/>
                    <a:pt x="9645" y="75145"/>
                    <a:pt x="9585" y="74933"/>
                  </a:cubicBezTo>
                  <a:lnTo>
                    <a:pt x="9585" y="74933"/>
                  </a:lnTo>
                  <a:cubicBezTo>
                    <a:pt x="9600" y="74977"/>
                    <a:pt x="9608" y="74996"/>
                    <a:pt x="9610" y="74996"/>
                  </a:cubicBezTo>
                  <a:cubicBezTo>
                    <a:pt x="9620" y="74996"/>
                    <a:pt x="9444" y="74383"/>
                    <a:pt x="9458" y="74383"/>
                  </a:cubicBezTo>
                  <a:lnTo>
                    <a:pt x="9458" y="74383"/>
                  </a:lnTo>
                  <a:cubicBezTo>
                    <a:pt x="9568" y="74620"/>
                    <a:pt x="9653" y="74874"/>
                    <a:pt x="9712" y="75136"/>
                  </a:cubicBezTo>
                  <a:cubicBezTo>
                    <a:pt x="9810" y="75444"/>
                    <a:pt x="9831" y="75528"/>
                    <a:pt x="9825" y="75528"/>
                  </a:cubicBezTo>
                  <a:cubicBezTo>
                    <a:pt x="9818" y="75528"/>
                    <a:pt x="9772" y="75410"/>
                    <a:pt x="9771" y="75410"/>
                  </a:cubicBezTo>
                  <a:lnTo>
                    <a:pt x="9771" y="75410"/>
                  </a:lnTo>
                  <a:cubicBezTo>
                    <a:pt x="9771" y="75410"/>
                    <a:pt x="9775" y="75423"/>
                    <a:pt x="9788" y="75458"/>
                  </a:cubicBezTo>
                  <a:cubicBezTo>
                    <a:pt x="9814" y="75686"/>
                    <a:pt x="10161" y="76558"/>
                    <a:pt x="10330" y="77040"/>
                  </a:cubicBezTo>
                  <a:cubicBezTo>
                    <a:pt x="10318" y="77019"/>
                    <a:pt x="10307" y="76999"/>
                    <a:pt x="10298" y="76978"/>
                  </a:cubicBezTo>
                  <a:lnTo>
                    <a:pt x="10298" y="76978"/>
                  </a:lnTo>
                  <a:cubicBezTo>
                    <a:pt x="10456" y="77417"/>
                    <a:pt x="10732" y="78119"/>
                    <a:pt x="10778" y="78165"/>
                  </a:cubicBezTo>
                  <a:cubicBezTo>
                    <a:pt x="10634" y="77835"/>
                    <a:pt x="10507" y="77497"/>
                    <a:pt x="10372" y="77158"/>
                  </a:cubicBezTo>
                  <a:cubicBezTo>
                    <a:pt x="10358" y="77118"/>
                    <a:pt x="10354" y="77103"/>
                    <a:pt x="10355" y="77103"/>
                  </a:cubicBezTo>
                  <a:lnTo>
                    <a:pt x="10355" y="77103"/>
                  </a:lnTo>
                  <a:cubicBezTo>
                    <a:pt x="10361" y="77103"/>
                    <a:pt x="10425" y="77252"/>
                    <a:pt x="10433" y="77252"/>
                  </a:cubicBezTo>
                  <a:cubicBezTo>
                    <a:pt x="10437" y="77252"/>
                    <a:pt x="10430" y="77226"/>
                    <a:pt x="10406" y="77150"/>
                  </a:cubicBezTo>
                  <a:cubicBezTo>
                    <a:pt x="10313" y="76913"/>
                    <a:pt x="10211" y="76642"/>
                    <a:pt x="10110" y="76338"/>
                  </a:cubicBezTo>
                  <a:lnTo>
                    <a:pt x="10110" y="76338"/>
                  </a:lnTo>
                  <a:lnTo>
                    <a:pt x="10135" y="76388"/>
                  </a:lnTo>
                  <a:cubicBezTo>
                    <a:pt x="9932" y="75762"/>
                    <a:pt x="9619" y="74790"/>
                    <a:pt x="9416" y="74062"/>
                  </a:cubicBezTo>
                  <a:cubicBezTo>
                    <a:pt x="9348" y="73944"/>
                    <a:pt x="9298" y="73825"/>
                    <a:pt x="9247" y="73698"/>
                  </a:cubicBezTo>
                  <a:cubicBezTo>
                    <a:pt x="9188" y="73554"/>
                    <a:pt x="9120" y="73377"/>
                    <a:pt x="9052" y="73225"/>
                  </a:cubicBezTo>
                  <a:cubicBezTo>
                    <a:pt x="8773" y="72091"/>
                    <a:pt x="8570" y="70932"/>
                    <a:pt x="8443" y="69765"/>
                  </a:cubicBezTo>
                  <a:lnTo>
                    <a:pt x="8443" y="69765"/>
                  </a:lnTo>
                  <a:cubicBezTo>
                    <a:pt x="8503" y="70044"/>
                    <a:pt x="8604" y="70797"/>
                    <a:pt x="8756" y="71617"/>
                  </a:cubicBezTo>
                  <a:lnTo>
                    <a:pt x="8680" y="71262"/>
                  </a:lnTo>
                  <a:lnTo>
                    <a:pt x="8680" y="71262"/>
                  </a:lnTo>
                  <a:cubicBezTo>
                    <a:pt x="8731" y="71592"/>
                    <a:pt x="8782" y="71820"/>
                    <a:pt x="8824" y="71998"/>
                  </a:cubicBezTo>
                  <a:cubicBezTo>
                    <a:pt x="8858" y="72176"/>
                    <a:pt x="8892" y="72302"/>
                    <a:pt x="8925" y="72438"/>
                  </a:cubicBezTo>
                  <a:cubicBezTo>
                    <a:pt x="8924" y="72431"/>
                    <a:pt x="8923" y="72427"/>
                    <a:pt x="8922" y="72427"/>
                  </a:cubicBezTo>
                  <a:lnTo>
                    <a:pt x="8922" y="72427"/>
                  </a:lnTo>
                  <a:cubicBezTo>
                    <a:pt x="8921" y="72427"/>
                    <a:pt x="8929" y="72476"/>
                    <a:pt x="8942" y="72556"/>
                  </a:cubicBezTo>
                  <a:cubicBezTo>
                    <a:pt x="9035" y="72981"/>
                    <a:pt x="9122" y="73253"/>
                    <a:pt x="9141" y="73253"/>
                  </a:cubicBezTo>
                  <a:cubicBezTo>
                    <a:pt x="9148" y="73253"/>
                    <a:pt x="9145" y="73215"/>
                    <a:pt x="9129" y="73132"/>
                  </a:cubicBezTo>
                  <a:cubicBezTo>
                    <a:pt x="9112" y="73072"/>
                    <a:pt x="9086" y="73005"/>
                    <a:pt x="9069" y="72945"/>
                  </a:cubicBezTo>
                  <a:lnTo>
                    <a:pt x="9010" y="72539"/>
                  </a:lnTo>
                  <a:cubicBezTo>
                    <a:pt x="8968" y="72446"/>
                    <a:pt x="8942" y="72353"/>
                    <a:pt x="8925" y="72260"/>
                  </a:cubicBezTo>
                  <a:cubicBezTo>
                    <a:pt x="8892" y="72108"/>
                    <a:pt x="8849" y="71930"/>
                    <a:pt x="8807" y="71727"/>
                  </a:cubicBezTo>
                  <a:cubicBezTo>
                    <a:pt x="8731" y="71330"/>
                    <a:pt x="8655" y="70864"/>
                    <a:pt x="8596" y="70543"/>
                  </a:cubicBezTo>
                  <a:lnTo>
                    <a:pt x="8596" y="70543"/>
                  </a:lnTo>
                  <a:cubicBezTo>
                    <a:pt x="8638" y="70763"/>
                    <a:pt x="8689" y="70974"/>
                    <a:pt x="8739" y="71194"/>
                  </a:cubicBezTo>
                  <a:cubicBezTo>
                    <a:pt x="8765" y="71304"/>
                    <a:pt x="8790" y="71423"/>
                    <a:pt x="8816" y="71550"/>
                  </a:cubicBezTo>
                  <a:cubicBezTo>
                    <a:pt x="8832" y="71676"/>
                    <a:pt x="8858" y="71803"/>
                    <a:pt x="8883" y="71947"/>
                  </a:cubicBezTo>
                  <a:lnTo>
                    <a:pt x="8892" y="71888"/>
                  </a:lnTo>
                  <a:cubicBezTo>
                    <a:pt x="8942" y="72133"/>
                    <a:pt x="8985" y="72362"/>
                    <a:pt x="9027" y="72556"/>
                  </a:cubicBezTo>
                  <a:cubicBezTo>
                    <a:pt x="9061" y="72725"/>
                    <a:pt x="9103" y="72895"/>
                    <a:pt x="9154" y="73064"/>
                  </a:cubicBezTo>
                  <a:cubicBezTo>
                    <a:pt x="9103" y="72869"/>
                    <a:pt x="9061" y="72675"/>
                    <a:pt x="9019" y="72480"/>
                  </a:cubicBezTo>
                  <a:lnTo>
                    <a:pt x="9019" y="72480"/>
                  </a:lnTo>
                  <a:lnTo>
                    <a:pt x="9035" y="72489"/>
                  </a:lnTo>
                  <a:cubicBezTo>
                    <a:pt x="8942" y="72083"/>
                    <a:pt x="8816" y="71558"/>
                    <a:pt x="8765" y="71169"/>
                  </a:cubicBezTo>
                  <a:cubicBezTo>
                    <a:pt x="8731" y="71008"/>
                    <a:pt x="8689" y="70847"/>
                    <a:pt x="8646" y="70611"/>
                  </a:cubicBezTo>
                  <a:cubicBezTo>
                    <a:pt x="8629" y="70492"/>
                    <a:pt x="8596" y="70357"/>
                    <a:pt x="8579" y="70196"/>
                  </a:cubicBezTo>
                  <a:cubicBezTo>
                    <a:pt x="8562" y="70035"/>
                    <a:pt x="8536" y="69849"/>
                    <a:pt x="8511" y="69621"/>
                  </a:cubicBezTo>
                  <a:lnTo>
                    <a:pt x="8511" y="69621"/>
                  </a:lnTo>
                  <a:lnTo>
                    <a:pt x="8519" y="69646"/>
                  </a:lnTo>
                  <a:cubicBezTo>
                    <a:pt x="8486" y="69477"/>
                    <a:pt x="8460" y="69299"/>
                    <a:pt x="8452" y="69122"/>
                  </a:cubicBezTo>
                  <a:cubicBezTo>
                    <a:pt x="8443" y="69020"/>
                    <a:pt x="8426" y="68919"/>
                    <a:pt x="8426" y="68817"/>
                  </a:cubicBezTo>
                  <a:cubicBezTo>
                    <a:pt x="8426" y="68716"/>
                    <a:pt x="8418" y="68614"/>
                    <a:pt x="8418" y="68504"/>
                  </a:cubicBezTo>
                  <a:cubicBezTo>
                    <a:pt x="8393" y="68098"/>
                    <a:pt x="8409" y="67701"/>
                    <a:pt x="8384" y="67472"/>
                  </a:cubicBezTo>
                  <a:cubicBezTo>
                    <a:pt x="8379" y="67447"/>
                    <a:pt x="8375" y="67435"/>
                    <a:pt x="8372" y="67435"/>
                  </a:cubicBezTo>
                  <a:cubicBezTo>
                    <a:pt x="8359" y="67435"/>
                    <a:pt x="8360" y="67651"/>
                    <a:pt x="8367" y="67912"/>
                  </a:cubicBezTo>
                  <a:cubicBezTo>
                    <a:pt x="8367" y="68073"/>
                    <a:pt x="8384" y="68250"/>
                    <a:pt x="8393" y="68411"/>
                  </a:cubicBezTo>
                  <a:cubicBezTo>
                    <a:pt x="8401" y="68572"/>
                    <a:pt x="8401" y="68707"/>
                    <a:pt x="8401" y="68783"/>
                  </a:cubicBezTo>
                  <a:cubicBezTo>
                    <a:pt x="8376" y="68500"/>
                    <a:pt x="8369" y="68198"/>
                    <a:pt x="8364" y="68198"/>
                  </a:cubicBezTo>
                  <a:cubicBezTo>
                    <a:pt x="8362" y="68198"/>
                    <a:pt x="8361" y="68234"/>
                    <a:pt x="8359" y="68318"/>
                  </a:cubicBezTo>
                  <a:cubicBezTo>
                    <a:pt x="8333" y="68090"/>
                    <a:pt x="8325" y="67853"/>
                    <a:pt x="8342" y="67616"/>
                  </a:cubicBezTo>
                  <a:cubicBezTo>
                    <a:pt x="8342" y="67565"/>
                    <a:pt x="8333" y="67506"/>
                    <a:pt x="8342" y="67421"/>
                  </a:cubicBezTo>
                  <a:cubicBezTo>
                    <a:pt x="8342" y="67337"/>
                    <a:pt x="8342" y="67227"/>
                    <a:pt x="8333" y="67041"/>
                  </a:cubicBezTo>
                  <a:lnTo>
                    <a:pt x="8316" y="67464"/>
                  </a:lnTo>
                  <a:cubicBezTo>
                    <a:pt x="8308" y="67295"/>
                    <a:pt x="8308" y="67075"/>
                    <a:pt x="8308" y="66846"/>
                  </a:cubicBezTo>
                  <a:cubicBezTo>
                    <a:pt x="8308" y="66626"/>
                    <a:pt x="8308" y="66406"/>
                    <a:pt x="8308" y="66237"/>
                  </a:cubicBezTo>
                  <a:cubicBezTo>
                    <a:pt x="8307" y="66235"/>
                    <a:pt x="8305" y="66234"/>
                    <a:pt x="8304" y="66234"/>
                  </a:cubicBezTo>
                  <a:cubicBezTo>
                    <a:pt x="8290" y="66234"/>
                    <a:pt x="8283" y="66373"/>
                    <a:pt x="8283" y="66584"/>
                  </a:cubicBezTo>
                  <a:cubicBezTo>
                    <a:pt x="8274" y="66804"/>
                    <a:pt x="8283" y="67117"/>
                    <a:pt x="8274" y="67438"/>
                  </a:cubicBezTo>
                  <a:lnTo>
                    <a:pt x="8249" y="67151"/>
                  </a:lnTo>
                  <a:lnTo>
                    <a:pt x="8249" y="67151"/>
                  </a:lnTo>
                  <a:cubicBezTo>
                    <a:pt x="8257" y="67261"/>
                    <a:pt x="8257" y="67362"/>
                    <a:pt x="8257" y="67472"/>
                  </a:cubicBezTo>
                  <a:lnTo>
                    <a:pt x="8274" y="67785"/>
                  </a:lnTo>
                  <a:lnTo>
                    <a:pt x="8283" y="68107"/>
                  </a:lnTo>
                  <a:lnTo>
                    <a:pt x="8308" y="68420"/>
                  </a:lnTo>
                  <a:cubicBezTo>
                    <a:pt x="8325" y="68504"/>
                    <a:pt x="8342" y="68589"/>
                    <a:pt x="8367" y="68673"/>
                  </a:cubicBezTo>
                  <a:cubicBezTo>
                    <a:pt x="8376" y="68733"/>
                    <a:pt x="8393" y="68843"/>
                    <a:pt x="8443" y="69232"/>
                  </a:cubicBezTo>
                  <a:lnTo>
                    <a:pt x="8443" y="69511"/>
                  </a:lnTo>
                  <a:lnTo>
                    <a:pt x="8443" y="69697"/>
                  </a:lnTo>
                  <a:cubicBezTo>
                    <a:pt x="8439" y="69748"/>
                    <a:pt x="8432" y="69776"/>
                    <a:pt x="8422" y="69776"/>
                  </a:cubicBezTo>
                  <a:cubicBezTo>
                    <a:pt x="8414" y="69776"/>
                    <a:pt x="8404" y="69756"/>
                    <a:pt x="8393" y="69714"/>
                  </a:cubicBezTo>
                  <a:cubicBezTo>
                    <a:pt x="8376" y="69545"/>
                    <a:pt x="8359" y="69308"/>
                    <a:pt x="8342" y="69113"/>
                  </a:cubicBezTo>
                  <a:cubicBezTo>
                    <a:pt x="8325" y="68924"/>
                    <a:pt x="8317" y="68775"/>
                    <a:pt x="8332" y="68775"/>
                  </a:cubicBezTo>
                  <a:lnTo>
                    <a:pt x="8332" y="68775"/>
                  </a:lnTo>
                  <a:cubicBezTo>
                    <a:pt x="8332" y="68775"/>
                    <a:pt x="8333" y="68775"/>
                    <a:pt x="8333" y="68775"/>
                  </a:cubicBezTo>
                  <a:cubicBezTo>
                    <a:pt x="8316" y="68589"/>
                    <a:pt x="8274" y="68242"/>
                    <a:pt x="8257" y="67963"/>
                  </a:cubicBezTo>
                  <a:cubicBezTo>
                    <a:pt x="8236" y="67726"/>
                    <a:pt x="8221" y="67547"/>
                    <a:pt x="8212" y="67547"/>
                  </a:cubicBezTo>
                  <a:cubicBezTo>
                    <a:pt x="8210" y="67547"/>
                    <a:pt x="8208" y="67556"/>
                    <a:pt x="8206" y="67574"/>
                  </a:cubicBezTo>
                  <a:lnTo>
                    <a:pt x="8206" y="67438"/>
                  </a:lnTo>
                  <a:cubicBezTo>
                    <a:pt x="8240" y="66998"/>
                    <a:pt x="8240" y="66339"/>
                    <a:pt x="8367" y="65171"/>
                  </a:cubicBezTo>
                  <a:cubicBezTo>
                    <a:pt x="8386" y="65002"/>
                    <a:pt x="8382" y="64939"/>
                    <a:pt x="8364" y="64939"/>
                  </a:cubicBezTo>
                  <a:cubicBezTo>
                    <a:pt x="8358" y="64939"/>
                    <a:pt x="8350" y="64947"/>
                    <a:pt x="8342" y="64960"/>
                  </a:cubicBezTo>
                  <a:cubicBezTo>
                    <a:pt x="8376" y="64714"/>
                    <a:pt x="8418" y="64486"/>
                    <a:pt x="8460" y="64249"/>
                  </a:cubicBezTo>
                  <a:lnTo>
                    <a:pt x="8460" y="64249"/>
                  </a:lnTo>
                  <a:cubicBezTo>
                    <a:pt x="8452" y="64342"/>
                    <a:pt x="8443" y="64418"/>
                    <a:pt x="8435" y="64511"/>
                  </a:cubicBezTo>
                  <a:cubicBezTo>
                    <a:pt x="8426" y="64604"/>
                    <a:pt x="8418" y="64723"/>
                    <a:pt x="8401" y="64892"/>
                  </a:cubicBezTo>
                  <a:cubicBezTo>
                    <a:pt x="8418" y="64740"/>
                    <a:pt x="8435" y="64588"/>
                    <a:pt x="8460" y="64444"/>
                  </a:cubicBezTo>
                  <a:lnTo>
                    <a:pt x="8528" y="64012"/>
                  </a:lnTo>
                  <a:cubicBezTo>
                    <a:pt x="8587" y="63708"/>
                    <a:pt x="8638" y="63412"/>
                    <a:pt x="8714" y="63116"/>
                  </a:cubicBezTo>
                  <a:lnTo>
                    <a:pt x="8714" y="63116"/>
                  </a:lnTo>
                  <a:lnTo>
                    <a:pt x="8689" y="63251"/>
                  </a:lnTo>
                  <a:cubicBezTo>
                    <a:pt x="8730" y="63063"/>
                    <a:pt x="8766" y="62870"/>
                    <a:pt x="8811" y="62676"/>
                  </a:cubicBezTo>
                  <a:lnTo>
                    <a:pt x="8811" y="62676"/>
                  </a:lnTo>
                  <a:cubicBezTo>
                    <a:pt x="8731" y="63010"/>
                    <a:pt x="8633" y="63421"/>
                    <a:pt x="8615" y="63421"/>
                  </a:cubicBezTo>
                  <a:cubicBezTo>
                    <a:pt x="8613" y="63421"/>
                    <a:pt x="8612" y="63413"/>
                    <a:pt x="8613" y="63395"/>
                  </a:cubicBezTo>
                  <a:cubicBezTo>
                    <a:pt x="8689" y="62997"/>
                    <a:pt x="8765" y="62684"/>
                    <a:pt x="8849" y="62388"/>
                  </a:cubicBezTo>
                  <a:cubicBezTo>
                    <a:pt x="8892" y="62244"/>
                    <a:pt x="8925" y="62100"/>
                    <a:pt x="8968" y="61948"/>
                  </a:cubicBezTo>
                  <a:cubicBezTo>
                    <a:pt x="9010" y="61804"/>
                    <a:pt x="9052" y="61652"/>
                    <a:pt x="9103" y="61483"/>
                  </a:cubicBezTo>
                  <a:cubicBezTo>
                    <a:pt x="9105" y="61484"/>
                    <a:pt x="9106" y="61484"/>
                    <a:pt x="9108" y="61484"/>
                  </a:cubicBezTo>
                  <a:cubicBezTo>
                    <a:pt x="9136" y="61484"/>
                    <a:pt x="9177" y="61404"/>
                    <a:pt x="9191" y="61404"/>
                  </a:cubicBezTo>
                  <a:lnTo>
                    <a:pt x="9191" y="61404"/>
                  </a:lnTo>
                  <a:cubicBezTo>
                    <a:pt x="9198" y="61404"/>
                    <a:pt x="9197" y="61429"/>
                    <a:pt x="9179" y="61508"/>
                  </a:cubicBezTo>
                  <a:cubicBezTo>
                    <a:pt x="9171" y="61559"/>
                    <a:pt x="9162" y="61576"/>
                    <a:pt x="9154" y="61584"/>
                  </a:cubicBezTo>
                  <a:cubicBezTo>
                    <a:pt x="9095" y="61838"/>
                    <a:pt x="8968" y="62380"/>
                    <a:pt x="8875" y="62794"/>
                  </a:cubicBezTo>
                  <a:cubicBezTo>
                    <a:pt x="8917" y="62608"/>
                    <a:pt x="8968" y="62456"/>
                    <a:pt x="9002" y="62329"/>
                  </a:cubicBezTo>
                  <a:cubicBezTo>
                    <a:pt x="9044" y="62194"/>
                    <a:pt x="9069" y="62084"/>
                    <a:pt x="9103" y="61991"/>
                  </a:cubicBezTo>
                  <a:lnTo>
                    <a:pt x="9238" y="61559"/>
                  </a:lnTo>
                  <a:cubicBezTo>
                    <a:pt x="9272" y="61432"/>
                    <a:pt x="9323" y="61322"/>
                    <a:pt x="9382" y="61161"/>
                  </a:cubicBezTo>
                  <a:cubicBezTo>
                    <a:pt x="9433" y="60992"/>
                    <a:pt x="9509" y="60781"/>
                    <a:pt x="9645" y="60485"/>
                  </a:cubicBezTo>
                  <a:cubicBezTo>
                    <a:pt x="9649" y="60481"/>
                    <a:pt x="9651" y="60479"/>
                    <a:pt x="9653" y="60479"/>
                  </a:cubicBezTo>
                  <a:lnTo>
                    <a:pt x="9653" y="60479"/>
                  </a:lnTo>
                  <a:cubicBezTo>
                    <a:pt x="9662" y="60479"/>
                    <a:pt x="9639" y="60533"/>
                    <a:pt x="9611" y="60612"/>
                  </a:cubicBezTo>
                  <a:cubicBezTo>
                    <a:pt x="9594" y="60662"/>
                    <a:pt x="9568" y="60722"/>
                    <a:pt x="9543" y="60781"/>
                  </a:cubicBezTo>
                  <a:lnTo>
                    <a:pt x="9484" y="60984"/>
                  </a:lnTo>
                  <a:cubicBezTo>
                    <a:pt x="9409" y="61188"/>
                    <a:pt x="9340" y="61386"/>
                    <a:pt x="9346" y="61386"/>
                  </a:cubicBezTo>
                  <a:cubicBezTo>
                    <a:pt x="9348" y="61386"/>
                    <a:pt x="9354" y="61374"/>
                    <a:pt x="9365" y="61348"/>
                  </a:cubicBezTo>
                  <a:lnTo>
                    <a:pt x="9365" y="61348"/>
                  </a:lnTo>
                  <a:cubicBezTo>
                    <a:pt x="9230" y="61737"/>
                    <a:pt x="9095" y="62126"/>
                    <a:pt x="8993" y="62523"/>
                  </a:cubicBezTo>
                  <a:cubicBezTo>
                    <a:pt x="9038" y="62345"/>
                    <a:pt x="9043" y="62304"/>
                    <a:pt x="9061" y="62227"/>
                  </a:cubicBezTo>
                  <a:lnTo>
                    <a:pt x="9061" y="62227"/>
                  </a:lnTo>
                  <a:cubicBezTo>
                    <a:pt x="9013" y="62423"/>
                    <a:pt x="8966" y="62583"/>
                    <a:pt x="8934" y="62735"/>
                  </a:cubicBezTo>
                  <a:cubicBezTo>
                    <a:pt x="8900" y="62887"/>
                    <a:pt x="8866" y="63023"/>
                    <a:pt x="8832" y="63158"/>
                  </a:cubicBezTo>
                  <a:cubicBezTo>
                    <a:pt x="8773" y="63420"/>
                    <a:pt x="8722" y="63691"/>
                    <a:pt x="8689" y="63962"/>
                  </a:cubicBezTo>
                  <a:cubicBezTo>
                    <a:pt x="8674" y="64029"/>
                    <a:pt x="8668" y="64055"/>
                    <a:pt x="8666" y="64055"/>
                  </a:cubicBezTo>
                  <a:cubicBezTo>
                    <a:pt x="8661" y="64055"/>
                    <a:pt x="8729" y="63663"/>
                    <a:pt x="8724" y="63663"/>
                  </a:cubicBezTo>
                  <a:lnTo>
                    <a:pt x="8724" y="63663"/>
                  </a:lnTo>
                  <a:cubicBezTo>
                    <a:pt x="8722" y="63663"/>
                    <a:pt x="8714" y="63695"/>
                    <a:pt x="8697" y="63775"/>
                  </a:cubicBezTo>
                  <a:cubicBezTo>
                    <a:pt x="8756" y="63403"/>
                    <a:pt x="8816" y="63039"/>
                    <a:pt x="8832" y="62853"/>
                  </a:cubicBezTo>
                  <a:lnTo>
                    <a:pt x="8832" y="62853"/>
                  </a:lnTo>
                  <a:cubicBezTo>
                    <a:pt x="8773" y="63090"/>
                    <a:pt x="8739" y="63242"/>
                    <a:pt x="8722" y="63352"/>
                  </a:cubicBezTo>
                  <a:cubicBezTo>
                    <a:pt x="8697" y="63462"/>
                    <a:pt x="8697" y="63522"/>
                    <a:pt x="8689" y="63589"/>
                  </a:cubicBezTo>
                  <a:cubicBezTo>
                    <a:pt x="8680" y="63649"/>
                    <a:pt x="8680" y="63708"/>
                    <a:pt x="8672" y="63801"/>
                  </a:cubicBezTo>
                  <a:cubicBezTo>
                    <a:pt x="8663" y="63885"/>
                    <a:pt x="8646" y="64021"/>
                    <a:pt x="8613" y="64224"/>
                  </a:cubicBezTo>
                  <a:cubicBezTo>
                    <a:pt x="8570" y="64427"/>
                    <a:pt x="8528" y="64621"/>
                    <a:pt x="8494" y="64833"/>
                  </a:cubicBezTo>
                  <a:cubicBezTo>
                    <a:pt x="8485" y="64937"/>
                    <a:pt x="8483" y="64976"/>
                    <a:pt x="8486" y="64976"/>
                  </a:cubicBezTo>
                  <a:cubicBezTo>
                    <a:pt x="8493" y="64976"/>
                    <a:pt x="8530" y="64710"/>
                    <a:pt x="8536" y="64698"/>
                  </a:cubicBezTo>
                  <a:lnTo>
                    <a:pt x="8536" y="64698"/>
                  </a:lnTo>
                  <a:cubicBezTo>
                    <a:pt x="8503" y="65146"/>
                    <a:pt x="8452" y="65324"/>
                    <a:pt x="8435" y="65662"/>
                  </a:cubicBezTo>
                  <a:cubicBezTo>
                    <a:pt x="8442" y="65579"/>
                    <a:pt x="8463" y="65382"/>
                    <a:pt x="8474" y="65382"/>
                  </a:cubicBezTo>
                  <a:cubicBezTo>
                    <a:pt x="8475" y="65382"/>
                    <a:pt x="8476" y="65385"/>
                    <a:pt x="8477" y="65391"/>
                  </a:cubicBezTo>
                  <a:cubicBezTo>
                    <a:pt x="8412" y="65946"/>
                    <a:pt x="8394" y="66493"/>
                    <a:pt x="8355" y="67010"/>
                  </a:cubicBezTo>
                  <a:lnTo>
                    <a:pt x="8355" y="67010"/>
                  </a:lnTo>
                  <a:cubicBezTo>
                    <a:pt x="8357" y="66991"/>
                    <a:pt x="8360" y="66982"/>
                    <a:pt x="8362" y="66982"/>
                  </a:cubicBezTo>
                  <a:cubicBezTo>
                    <a:pt x="8370" y="66982"/>
                    <a:pt x="8379" y="67055"/>
                    <a:pt x="8384" y="67151"/>
                  </a:cubicBezTo>
                  <a:cubicBezTo>
                    <a:pt x="8384" y="67235"/>
                    <a:pt x="8393" y="67328"/>
                    <a:pt x="8401" y="67421"/>
                  </a:cubicBezTo>
                  <a:cubicBezTo>
                    <a:pt x="8401" y="67514"/>
                    <a:pt x="8409" y="67599"/>
                    <a:pt x="8409" y="67658"/>
                  </a:cubicBezTo>
                  <a:cubicBezTo>
                    <a:pt x="8409" y="67481"/>
                    <a:pt x="8418" y="67295"/>
                    <a:pt x="8426" y="67108"/>
                  </a:cubicBezTo>
                  <a:cubicBezTo>
                    <a:pt x="8435" y="66931"/>
                    <a:pt x="8443" y="66745"/>
                    <a:pt x="8460" y="66567"/>
                  </a:cubicBezTo>
                  <a:cubicBezTo>
                    <a:pt x="8503" y="65180"/>
                    <a:pt x="8621" y="64317"/>
                    <a:pt x="8934" y="62853"/>
                  </a:cubicBezTo>
                  <a:lnTo>
                    <a:pt x="8934" y="62946"/>
                  </a:lnTo>
                  <a:cubicBezTo>
                    <a:pt x="9086" y="62371"/>
                    <a:pt x="9205" y="61982"/>
                    <a:pt x="9306" y="61669"/>
                  </a:cubicBezTo>
                  <a:cubicBezTo>
                    <a:pt x="9323" y="61593"/>
                    <a:pt x="9348" y="61517"/>
                    <a:pt x="9365" y="61449"/>
                  </a:cubicBezTo>
                  <a:lnTo>
                    <a:pt x="9433" y="61263"/>
                  </a:lnTo>
                  <a:cubicBezTo>
                    <a:pt x="9467" y="61136"/>
                    <a:pt x="9501" y="61026"/>
                    <a:pt x="9535" y="60925"/>
                  </a:cubicBezTo>
                  <a:cubicBezTo>
                    <a:pt x="9721" y="60332"/>
                    <a:pt x="9958" y="59757"/>
                    <a:pt x="10254" y="59207"/>
                  </a:cubicBezTo>
                  <a:cubicBezTo>
                    <a:pt x="10302" y="59175"/>
                    <a:pt x="10659" y="58472"/>
                    <a:pt x="10698" y="58472"/>
                  </a:cubicBezTo>
                  <a:cubicBezTo>
                    <a:pt x="10701" y="58472"/>
                    <a:pt x="10702" y="58475"/>
                    <a:pt x="10702" y="58480"/>
                  </a:cubicBezTo>
                  <a:cubicBezTo>
                    <a:pt x="10523" y="58779"/>
                    <a:pt x="10471" y="58875"/>
                    <a:pt x="10480" y="58875"/>
                  </a:cubicBezTo>
                  <a:cubicBezTo>
                    <a:pt x="10487" y="58875"/>
                    <a:pt x="10528" y="58821"/>
                    <a:pt x="10575" y="58759"/>
                  </a:cubicBezTo>
                  <a:cubicBezTo>
                    <a:pt x="10651" y="58607"/>
                    <a:pt x="10727" y="58471"/>
                    <a:pt x="10812" y="58311"/>
                  </a:cubicBezTo>
                  <a:cubicBezTo>
                    <a:pt x="10897" y="58141"/>
                    <a:pt x="11023" y="57947"/>
                    <a:pt x="11210" y="57668"/>
                  </a:cubicBezTo>
                  <a:lnTo>
                    <a:pt x="11210" y="57668"/>
                  </a:lnTo>
                  <a:cubicBezTo>
                    <a:pt x="11185" y="57713"/>
                    <a:pt x="11180" y="57728"/>
                    <a:pt x="11184" y="57728"/>
                  </a:cubicBezTo>
                  <a:cubicBezTo>
                    <a:pt x="11193" y="57728"/>
                    <a:pt x="11234" y="57674"/>
                    <a:pt x="11241" y="57674"/>
                  </a:cubicBezTo>
                  <a:lnTo>
                    <a:pt x="11241" y="57674"/>
                  </a:lnTo>
                  <a:cubicBezTo>
                    <a:pt x="11248" y="57674"/>
                    <a:pt x="11218" y="57732"/>
                    <a:pt x="11074" y="57964"/>
                  </a:cubicBezTo>
                  <a:cubicBezTo>
                    <a:pt x="11582" y="57186"/>
                    <a:pt x="11886" y="56771"/>
                    <a:pt x="12140" y="56365"/>
                  </a:cubicBezTo>
                  <a:cubicBezTo>
                    <a:pt x="12588" y="55747"/>
                    <a:pt x="12665" y="55663"/>
                    <a:pt x="12749" y="55587"/>
                  </a:cubicBezTo>
                  <a:cubicBezTo>
                    <a:pt x="12825" y="55502"/>
                    <a:pt x="12901" y="55426"/>
                    <a:pt x="13375" y="54817"/>
                  </a:cubicBezTo>
                  <a:lnTo>
                    <a:pt x="13375" y="54817"/>
                  </a:lnTo>
                  <a:lnTo>
                    <a:pt x="13240" y="55003"/>
                  </a:lnTo>
                  <a:lnTo>
                    <a:pt x="13240" y="55003"/>
                  </a:lnTo>
                  <a:lnTo>
                    <a:pt x="13832" y="54267"/>
                  </a:lnTo>
                  <a:lnTo>
                    <a:pt x="13620" y="54496"/>
                  </a:lnTo>
                  <a:lnTo>
                    <a:pt x="14314" y="53607"/>
                  </a:lnTo>
                  <a:cubicBezTo>
                    <a:pt x="14427" y="53455"/>
                    <a:pt x="14464" y="53401"/>
                    <a:pt x="14459" y="53401"/>
                  </a:cubicBezTo>
                  <a:lnTo>
                    <a:pt x="14459" y="53401"/>
                  </a:lnTo>
                  <a:cubicBezTo>
                    <a:pt x="14446" y="53401"/>
                    <a:pt x="14176" y="53732"/>
                    <a:pt x="14160" y="53732"/>
                  </a:cubicBezTo>
                  <a:cubicBezTo>
                    <a:pt x="14159" y="53732"/>
                    <a:pt x="14160" y="53730"/>
                    <a:pt x="14162" y="53726"/>
                  </a:cubicBezTo>
                  <a:lnTo>
                    <a:pt x="14162" y="53726"/>
                  </a:lnTo>
                  <a:lnTo>
                    <a:pt x="14035" y="53929"/>
                  </a:lnTo>
                  <a:cubicBezTo>
                    <a:pt x="13739" y="54276"/>
                    <a:pt x="13358" y="54792"/>
                    <a:pt x="13291" y="54851"/>
                  </a:cubicBezTo>
                  <a:cubicBezTo>
                    <a:pt x="13468" y="54631"/>
                    <a:pt x="13637" y="54402"/>
                    <a:pt x="13798" y="54157"/>
                  </a:cubicBezTo>
                  <a:lnTo>
                    <a:pt x="13798" y="54157"/>
                  </a:lnTo>
                  <a:lnTo>
                    <a:pt x="13358" y="54715"/>
                  </a:lnTo>
                  <a:lnTo>
                    <a:pt x="13197" y="54885"/>
                  </a:lnTo>
                  <a:cubicBezTo>
                    <a:pt x="12766" y="55434"/>
                    <a:pt x="12428" y="55857"/>
                    <a:pt x="12199" y="56204"/>
                  </a:cubicBezTo>
                  <a:cubicBezTo>
                    <a:pt x="12385" y="55984"/>
                    <a:pt x="12470" y="55815"/>
                    <a:pt x="12639" y="55621"/>
                  </a:cubicBezTo>
                  <a:lnTo>
                    <a:pt x="12639" y="55621"/>
                  </a:lnTo>
                  <a:cubicBezTo>
                    <a:pt x="12453" y="55917"/>
                    <a:pt x="11929" y="56602"/>
                    <a:pt x="11472" y="57304"/>
                  </a:cubicBezTo>
                  <a:cubicBezTo>
                    <a:pt x="11451" y="57311"/>
                    <a:pt x="11349" y="57462"/>
                    <a:pt x="11343" y="57462"/>
                  </a:cubicBezTo>
                  <a:cubicBezTo>
                    <a:pt x="11342" y="57462"/>
                    <a:pt x="11345" y="57456"/>
                    <a:pt x="11353" y="57439"/>
                  </a:cubicBezTo>
                  <a:cubicBezTo>
                    <a:pt x="11362" y="57422"/>
                    <a:pt x="11446" y="57296"/>
                    <a:pt x="11489" y="57228"/>
                  </a:cubicBezTo>
                  <a:lnTo>
                    <a:pt x="11489" y="57228"/>
                  </a:lnTo>
                  <a:cubicBezTo>
                    <a:pt x="11487" y="57231"/>
                    <a:pt x="11485" y="57233"/>
                    <a:pt x="11485" y="57233"/>
                  </a:cubicBezTo>
                  <a:cubicBezTo>
                    <a:pt x="11484" y="57233"/>
                    <a:pt x="11523" y="57166"/>
                    <a:pt x="11523" y="57152"/>
                  </a:cubicBezTo>
                  <a:cubicBezTo>
                    <a:pt x="11523" y="57151"/>
                    <a:pt x="11522" y="57151"/>
                    <a:pt x="11522" y="57151"/>
                  </a:cubicBezTo>
                  <a:cubicBezTo>
                    <a:pt x="11516" y="57151"/>
                    <a:pt x="11459" y="57221"/>
                    <a:pt x="11252" y="57532"/>
                  </a:cubicBezTo>
                  <a:cubicBezTo>
                    <a:pt x="11386" y="57281"/>
                    <a:pt x="11687" y="56788"/>
                    <a:pt x="11675" y="56788"/>
                  </a:cubicBezTo>
                  <a:lnTo>
                    <a:pt x="11675" y="56788"/>
                  </a:lnTo>
                  <a:cubicBezTo>
                    <a:pt x="11675" y="56788"/>
                    <a:pt x="11675" y="56788"/>
                    <a:pt x="11675" y="56788"/>
                  </a:cubicBezTo>
                  <a:cubicBezTo>
                    <a:pt x="11937" y="56407"/>
                    <a:pt x="12318" y="55883"/>
                    <a:pt x="12555" y="55604"/>
                  </a:cubicBezTo>
                  <a:lnTo>
                    <a:pt x="12555" y="55604"/>
                  </a:lnTo>
                  <a:lnTo>
                    <a:pt x="12546" y="55629"/>
                  </a:lnTo>
                  <a:cubicBezTo>
                    <a:pt x="12791" y="55308"/>
                    <a:pt x="13299" y="54631"/>
                    <a:pt x="13367" y="54589"/>
                  </a:cubicBezTo>
                  <a:cubicBezTo>
                    <a:pt x="13471" y="54455"/>
                    <a:pt x="13702" y="54164"/>
                    <a:pt x="13694" y="54164"/>
                  </a:cubicBezTo>
                  <a:lnTo>
                    <a:pt x="13694" y="54164"/>
                  </a:lnTo>
                  <a:cubicBezTo>
                    <a:pt x="13690" y="54164"/>
                    <a:pt x="13635" y="54226"/>
                    <a:pt x="13494" y="54394"/>
                  </a:cubicBezTo>
                  <a:lnTo>
                    <a:pt x="14196" y="53489"/>
                  </a:lnTo>
                  <a:lnTo>
                    <a:pt x="14196" y="53489"/>
                  </a:lnTo>
                  <a:cubicBezTo>
                    <a:pt x="14188" y="53507"/>
                    <a:pt x="14188" y="53514"/>
                    <a:pt x="14194" y="53514"/>
                  </a:cubicBezTo>
                  <a:cubicBezTo>
                    <a:pt x="14224" y="53514"/>
                    <a:pt x="14407" y="53308"/>
                    <a:pt x="14426" y="53308"/>
                  </a:cubicBezTo>
                  <a:lnTo>
                    <a:pt x="14426" y="53308"/>
                  </a:lnTo>
                  <a:cubicBezTo>
                    <a:pt x="14438" y="53308"/>
                    <a:pt x="14371" y="53407"/>
                    <a:pt x="14120" y="53743"/>
                  </a:cubicBezTo>
                  <a:lnTo>
                    <a:pt x="14813" y="52846"/>
                  </a:lnTo>
                  <a:lnTo>
                    <a:pt x="14796" y="52880"/>
                  </a:lnTo>
                  <a:cubicBezTo>
                    <a:pt x="14779" y="52905"/>
                    <a:pt x="14762" y="52931"/>
                    <a:pt x="14746" y="52956"/>
                  </a:cubicBezTo>
                  <a:cubicBezTo>
                    <a:pt x="14695" y="53015"/>
                    <a:pt x="14644" y="53083"/>
                    <a:pt x="14593" y="53134"/>
                  </a:cubicBezTo>
                  <a:cubicBezTo>
                    <a:pt x="14538" y="53215"/>
                    <a:pt x="14519" y="53250"/>
                    <a:pt x="14526" y="53250"/>
                  </a:cubicBezTo>
                  <a:cubicBezTo>
                    <a:pt x="14548" y="53250"/>
                    <a:pt x="14839" y="52897"/>
                    <a:pt x="15135" y="52524"/>
                  </a:cubicBezTo>
                  <a:lnTo>
                    <a:pt x="15202" y="52389"/>
                  </a:lnTo>
                  <a:cubicBezTo>
                    <a:pt x="15549" y="51966"/>
                    <a:pt x="15769" y="51729"/>
                    <a:pt x="16184" y="51137"/>
                  </a:cubicBezTo>
                  <a:cubicBezTo>
                    <a:pt x="16488" y="50655"/>
                    <a:pt x="16776" y="50164"/>
                    <a:pt x="17055" y="49665"/>
                  </a:cubicBezTo>
                  <a:lnTo>
                    <a:pt x="17300" y="49234"/>
                  </a:lnTo>
                  <a:cubicBezTo>
                    <a:pt x="17360" y="49141"/>
                    <a:pt x="17486" y="48938"/>
                    <a:pt x="17571" y="48777"/>
                  </a:cubicBezTo>
                  <a:cubicBezTo>
                    <a:pt x="17634" y="48675"/>
                    <a:pt x="17677" y="48595"/>
                    <a:pt x="17683" y="48595"/>
                  </a:cubicBezTo>
                  <a:lnTo>
                    <a:pt x="17683" y="48595"/>
                  </a:lnTo>
                  <a:cubicBezTo>
                    <a:pt x="17686" y="48595"/>
                    <a:pt x="17681" y="48614"/>
                    <a:pt x="17664" y="48659"/>
                  </a:cubicBezTo>
                  <a:cubicBezTo>
                    <a:pt x="17667" y="48654"/>
                    <a:pt x="17670" y="48651"/>
                    <a:pt x="17671" y="48651"/>
                  </a:cubicBezTo>
                  <a:lnTo>
                    <a:pt x="17671" y="48651"/>
                  </a:lnTo>
                  <a:cubicBezTo>
                    <a:pt x="17676" y="48651"/>
                    <a:pt x="17664" y="48692"/>
                    <a:pt x="17630" y="48760"/>
                  </a:cubicBezTo>
                  <a:cubicBezTo>
                    <a:pt x="17588" y="48845"/>
                    <a:pt x="17512" y="48963"/>
                    <a:pt x="17427" y="49107"/>
                  </a:cubicBezTo>
                  <a:cubicBezTo>
                    <a:pt x="17423" y="49113"/>
                    <a:pt x="17421" y="49117"/>
                    <a:pt x="17420" y="49119"/>
                  </a:cubicBezTo>
                  <a:lnTo>
                    <a:pt x="17420" y="49119"/>
                  </a:lnTo>
                  <a:cubicBezTo>
                    <a:pt x="17422" y="49116"/>
                    <a:pt x="17425" y="49109"/>
                    <a:pt x="17424" y="49109"/>
                  </a:cubicBezTo>
                  <a:lnTo>
                    <a:pt x="17424" y="49109"/>
                  </a:lnTo>
                  <a:cubicBezTo>
                    <a:pt x="17423" y="49109"/>
                    <a:pt x="17419" y="49113"/>
                    <a:pt x="17410" y="49124"/>
                  </a:cubicBezTo>
                  <a:cubicBezTo>
                    <a:pt x="17397" y="49157"/>
                    <a:pt x="17389" y="49183"/>
                    <a:pt x="17397" y="49183"/>
                  </a:cubicBezTo>
                  <a:cubicBezTo>
                    <a:pt x="17409" y="49183"/>
                    <a:pt x="17459" y="49119"/>
                    <a:pt x="17588" y="48912"/>
                  </a:cubicBezTo>
                  <a:lnTo>
                    <a:pt x="17588" y="48912"/>
                  </a:lnTo>
                  <a:lnTo>
                    <a:pt x="17376" y="49276"/>
                  </a:lnTo>
                  <a:cubicBezTo>
                    <a:pt x="17326" y="49361"/>
                    <a:pt x="17283" y="49437"/>
                    <a:pt x="17216" y="49555"/>
                  </a:cubicBezTo>
                  <a:cubicBezTo>
                    <a:pt x="17276" y="49457"/>
                    <a:pt x="17343" y="49353"/>
                    <a:pt x="17405" y="49247"/>
                  </a:cubicBezTo>
                  <a:lnTo>
                    <a:pt x="17405" y="49247"/>
                  </a:lnTo>
                  <a:cubicBezTo>
                    <a:pt x="17257" y="49503"/>
                    <a:pt x="17081" y="49822"/>
                    <a:pt x="16928" y="50071"/>
                  </a:cubicBezTo>
                  <a:cubicBezTo>
                    <a:pt x="16827" y="50224"/>
                    <a:pt x="16742" y="50376"/>
                    <a:pt x="16666" y="50537"/>
                  </a:cubicBezTo>
                  <a:cubicBezTo>
                    <a:pt x="16725" y="50418"/>
                    <a:pt x="16801" y="50308"/>
                    <a:pt x="16877" y="50198"/>
                  </a:cubicBezTo>
                  <a:cubicBezTo>
                    <a:pt x="16970" y="50063"/>
                    <a:pt x="17072" y="49911"/>
                    <a:pt x="17165" y="49775"/>
                  </a:cubicBezTo>
                  <a:lnTo>
                    <a:pt x="17165" y="49775"/>
                  </a:lnTo>
                  <a:cubicBezTo>
                    <a:pt x="17071" y="49938"/>
                    <a:pt x="16893" y="50231"/>
                    <a:pt x="16901" y="50231"/>
                  </a:cubicBezTo>
                  <a:cubicBezTo>
                    <a:pt x="16903" y="50231"/>
                    <a:pt x="16928" y="50195"/>
                    <a:pt x="16987" y="50105"/>
                  </a:cubicBezTo>
                  <a:cubicBezTo>
                    <a:pt x="17038" y="50010"/>
                    <a:pt x="17367" y="49448"/>
                    <a:pt x="17354" y="49448"/>
                  </a:cubicBezTo>
                  <a:lnTo>
                    <a:pt x="17354" y="49448"/>
                  </a:lnTo>
                  <a:cubicBezTo>
                    <a:pt x="17350" y="49448"/>
                    <a:pt x="17306" y="49513"/>
                    <a:pt x="17199" y="49682"/>
                  </a:cubicBezTo>
                  <a:cubicBezTo>
                    <a:pt x="17368" y="49394"/>
                    <a:pt x="17579" y="48997"/>
                    <a:pt x="17766" y="48659"/>
                  </a:cubicBezTo>
                  <a:lnTo>
                    <a:pt x="17766" y="48659"/>
                  </a:lnTo>
                  <a:cubicBezTo>
                    <a:pt x="17665" y="48868"/>
                    <a:pt x="17655" y="48902"/>
                    <a:pt x="17663" y="48902"/>
                  </a:cubicBezTo>
                  <a:cubicBezTo>
                    <a:pt x="17666" y="48902"/>
                    <a:pt x="17674" y="48894"/>
                    <a:pt x="17678" y="48894"/>
                  </a:cubicBezTo>
                  <a:lnTo>
                    <a:pt x="17678" y="48894"/>
                  </a:lnTo>
                  <a:cubicBezTo>
                    <a:pt x="17682" y="48894"/>
                    <a:pt x="17683" y="48901"/>
                    <a:pt x="17673" y="48929"/>
                  </a:cubicBezTo>
                  <a:cubicBezTo>
                    <a:pt x="17850" y="48565"/>
                    <a:pt x="17816" y="48565"/>
                    <a:pt x="17842" y="48506"/>
                  </a:cubicBezTo>
                  <a:lnTo>
                    <a:pt x="17943" y="48329"/>
                  </a:lnTo>
                  <a:cubicBezTo>
                    <a:pt x="17977" y="48269"/>
                    <a:pt x="18002" y="48210"/>
                    <a:pt x="18036" y="48151"/>
                  </a:cubicBezTo>
                  <a:cubicBezTo>
                    <a:pt x="18095" y="48041"/>
                    <a:pt x="18146" y="47939"/>
                    <a:pt x="18197" y="47838"/>
                  </a:cubicBezTo>
                  <a:cubicBezTo>
                    <a:pt x="18290" y="47626"/>
                    <a:pt x="18392" y="47449"/>
                    <a:pt x="18468" y="47246"/>
                  </a:cubicBezTo>
                  <a:cubicBezTo>
                    <a:pt x="18552" y="47051"/>
                    <a:pt x="18637" y="46848"/>
                    <a:pt x="18713" y="46611"/>
                  </a:cubicBezTo>
                  <a:cubicBezTo>
                    <a:pt x="18747" y="46501"/>
                    <a:pt x="18798" y="46374"/>
                    <a:pt x="18831" y="46239"/>
                  </a:cubicBezTo>
                  <a:cubicBezTo>
                    <a:pt x="18865" y="46104"/>
                    <a:pt x="18908" y="45968"/>
                    <a:pt x="18950" y="45799"/>
                  </a:cubicBezTo>
                  <a:cubicBezTo>
                    <a:pt x="18953" y="45785"/>
                    <a:pt x="18955" y="45779"/>
                    <a:pt x="18955" y="45779"/>
                  </a:cubicBezTo>
                  <a:lnTo>
                    <a:pt x="18955" y="45779"/>
                  </a:lnTo>
                  <a:cubicBezTo>
                    <a:pt x="18953" y="45779"/>
                    <a:pt x="18775" y="46446"/>
                    <a:pt x="18757" y="46446"/>
                  </a:cubicBezTo>
                  <a:cubicBezTo>
                    <a:pt x="18755" y="46446"/>
                    <a:pt x="18755" y="46442"/>
                    <a:pt x="18755" y="46434"/>
                  </a:cubicBezTo>
                  <a:cubicBezTo>
                    <a:pt x="18789" y="46320"/>
                    <a:pt x="18814" y="46214"/>
                    <a:pt x="18838" y="46116"/>
                  </a:cubicBezTo>
                  <a:lnTo>
                    <a:pt x="18838" y="46116"/>
                  </a:lnTo>
                  <a:cubicBezTo>
                    <a:pt x="18624" y="46874"/>
                    <a:pt x="18324" y="47602"/>
                    <a:pt x="17952" y="48295"/>
                  </a:cubicBezTo>
                  <a:cubicBezTo>
                    <a:pt x="18189" y="47779"/>
                    <a:pt x="18400" y="47246"/>
                    <a:pt x="18586" y="46704"/>
                  </a:cubicBezTo>
                  <a:cubicBezTo>
                    <a:pt x="18738" y="46256"/>
                    <a:pt x="18848" y="45799"/>
                    <a:pt x="18925" y="45326"/>
                  </a:cubicBezTo>
                  <a:lnTo>
                    <a:pt x="18925" y="45326"/>
                  </a:lnTo>
                  <a:cubicBezTo>
                    <a:pt x="18891" y="45427"/>
                    <a:pt x="18865" y="45622"/>
                    <a:pt x="18815" y="45816"/>
                  </a:cubicBezTo>
                  <a:cubicBezTo>
                    <a:pt x="18781" y="46002"/>
                    <a:pt x="18721" y="46180"/>
                    <a:pt x="18654" y="46349"/>
                  </a:cubicBezTo>
                  <a:lnTo>
                    <a:pt x="18586" y="46637"/>
                  </a:lnTo>
                  <a:cubicBezTo>
                    <a:pt x="18544" y="46797"/>
                    <a:pt x="18442" y="47060"/>
                    <a:pt x="18358" y="47297"/>
                  </a:cubicBezTo>
                  <a:cubicBezTo>
                    <a:pt x="18299" y="47449"/>
                    <a:pt x="18222" y="47601"/>
                    <a:pt x="18146" y="47745"/>
                  </a:cubicBezTo>
                  <a:cubicBezTo>
                    <a:pt x="18358" y="47237"/>
                    <a:pt x="18527" y="46721"/>
                    <a:pt x="18654" y="46180"/>
                  </a:cubicBezTo>
                  <a:cubicBezTo>
                    <a:pt x="18662" y="46112"/>
                    <a:pt x="18679" y="46036"/>
                    <a:pt x="18705" y="45968"/>
                  </a:cubicBezTo>
                  <a:lnTo>
                    <a:pt x="18705" y="45960"/>
                  </a:lnTo>
                  <a:cubicBezTo>
                    <a:pt x="18721" y="45892"/>
                    <a:pt x="18747" y="45816"/>
                    <a:pt x="18764" y="45732"/>
                  </a:cubicBezTo>
                  <a:cubicBezTo>
                    <a:pt x="18781" y="45655"/>
                    <a:pt x="18798" y="45562"/>
                    <a:pt x="18823" y="45478"/>
                  </a:cubicBezTo>
                  <a:cubicBezTo>
                    <a:pt x="18840" y="45385"/>
                    <a:pt x="18857" y="45300"/>
                    <a:pt x="18874" y="45224"/>
                  </a:cubicBezTo>
                  <a:cubicBezTo>
                    <a:pt x="18891" y="45139"/>
                    <a:pt x="18899" y="45063"/>
                    <a:pt x="18908" y="45004"/>
                  </a:cubicBezTo>
                  <a:cubicBezTo>
                    <a:pt x="18932" y="44872"/>
                    <a:pt x="18943" y="44832"/>
                    <a:pt x="18948" y="44832"/>
                  </a:cubicBezTo>
                  <a:cubicBezTo>
                    <a:pt x="18956" y="44832"/>
                    <a:pt x="18950" y="44916"/>
                    <a:pt x="18950" y="44936"/>
                  </a:cubicBezTo>
                  <a:cubicBezTo>
                    <a:pt x="18992" y="44683"/>
                    <a:pt x="19034" y="44420"/>
                    <a:pt x="19051" y="44158"/>
                  </a:cubicBezTo>
                  <a:cubicBezTo>
                    <a:pt x="19068" y="43913"/>
                    <a:pt x="19068" y="43676"/>
                    <a:pt x="19068" y="43431"/>
                  </a:cubicBezTo>
                  <a:cubicBezTo>
                    <a:pt x="19068" y="43185"/>
                    <a:pt x="19060" y="42948"/>
                    <a:pt x="19034" y="42686"/>
                  </a:cubicBezTo>
                  <a:cubicBezTo>
                    <a:pt x="19009" y="42432"/>
                    <a:pt x="18992" y="42170"/>
                    <a:pt x="18958" y="41874"/>
                  </a:cubicBezTo>
                  <a:cubicBezTo>
                    <a:pt x="18980" y="41867"/>
                    <a:pt x="18863" y="41186"/>
                    <a:pt x="18875" y="41186"/>
                  </a:cubicBezTo>
                  <a:lnTo>
                    <a:pt x="18875" y="41186"/>
                  </a:lnTo>
                  <a:cubicBezTo>
                    <a:pt x="18876" y="41186"/>
                    <a:pt x="18880" y="41196"/>
                    <a:pt x="18886" y="41219"/>
                  </a:cubicBezTo>
                  <a:lnTo>
                    <a:pt x="18886" y="41219"/>
                  </a:lnTo>
                  <a:cubicBezTo>
                    <a:pt x="18846" y="41058"/>
                    <a:pt x="18813" y="40913"/>
                    <a:pt x="18781" y="40783"/>
                  </a:cubicBezTo>
                  <a:cubicBezTo>
                    <a:pt x="18747" y="40648"/>
                    <a:pt x="18705" y="40521"/>
                    <a:pt x="18679" y="40419"/>
                  </a:cubicBezTo>
                  <a:cubicBezTo>
                    <a:pt x="18645" y="40309"/>
                    <a:pt x="18612" y="40199"/>
                    <a:pt x="18569" y="40098"/>
                  </a:cubicBezTo>
                  <a:cubicBezTo>
                    <a:pt x="18535" y="40005"/>
                    <a:pt x="18493" y="39895"/>
                    <a:pt x="18459" y="39793"/>
                  </a:cubicBezTo>
                  <a:cubicBezTo>
                    <a:pt x="18451" y="39742"/>
                    <a:pt x="18366" y="39489"/>
                    <a:pt x="18290" y="39302"/>
                  </a:cubicBezTo>
                  <a:cubicBezTo>
                    <a:pt x="18237" y="39167"/>
                    <a:pt x="18196" y="39056"/>
                    <a:pt x="18199" y="39056"/>
                  </a:cubicBezTo>
                  <a:lnTo>
                    <a:pt x="18199" y="39056"/>
                  </a:lnTo>
                  <a:cubicBezTo>
                    <a:pt x="18200" y="39056"/>
                    <a:pt x="18201" y="39057"/>
                    <a:pt x="18202" y="39059"/>
                  </a:cubicBezTo>
                  <a:lnTo>
                    <a:pt x="18202" y="39059"/>
                  </a:lnTo>
                  <a:cubicBezTo>
                    <a:pt x="18125" y="38888"/>
                    <a:pt x="18042" y="38723"/>
                    <a:pt x="17952" y="38558"/>
                  </a:cubicBezTo>
                  <a:cubicBezTo>
                    <a:pt x="17909" y="38457"/>
                    <a:pt x="17850" y="38338"/>
                    <a:pt x="17782" y="38203"/>
                  </a:cubicBezTo>
                  <a:cubicBezTo>
                    <a:pt x="17749" y="38144"/>
                    <a:pt x="17715" y="38076"/>
                    <a:pt x="17681" y="38008"/>
                  </a:cubicBezTo>
                  <a:cubicBezTo>
                    <a:pt x="17647" y="37940"/>
                    <a:pt x="17605" y="37873"/>
                    <a:pt x="17571" y="37805"/>
                  </a:cubicBezTo>
                  <a:cubicBezTo>
                    <a:pt x="17436" y="37543"/>
                    <a:pt x="17300" y="37323"/>
                    <a:pt x="17266" y="37247"/>
                  </a:cubicBezTo>
                  <a:cubicBezTo>
                    <a:pt x="17216" y="37154"/>
                    <a:pt x="17156" y="37069"/>
                    <a:pt x="17080" y="36985"/>
                  </a:cubicBezTo>
                  <a:cubicBezTo>
                    <a:pt x="17047" y="36942"/>
                    <a:pt x="17004" y="36875"/>
                    <a:pt x="16827" y="36604"/>
                  </a:cubicBezTo>
                  <a:lnTo>
                    <a:pt x="16827" y="36604"/>
                  </a:lnTo>
                  <a:cubicBezTo>
                    <a:pt x="16843" y="36621"/>
                    <a:pt x="16818" y="36579"/>
                    <a:pt x="16894" y="36689"/>
                  </a:cubicBezTo>
                  <a:cubicBezTo>
                    <a:pt x="16657" y="36316"/>
                    <a:pt x="16395" y="35961"/>
                    <a:pt x="16108" y="35631"/>
                  </a:cubicBezTo>
                  <a:lnTo>
                    <a:pt x="16108" y="35631"/>
                  </a:lnTo>
                  <a:cubicBezTo>
                    <a:pt x="16387" y="35995"/>
                    <a:pt x="16175" y="35716"/>
                    <a:pt x="16497" y="36156"/>
                  </a:cubicBezTo>
                  <a:cubicBezTo>
                    <a:pt x="16404" y="36063"/>
                    <a:pt x="16319" y="35961"/>
                    <a:pt x="16243" y="35851"/>
                  </a:cubicBezTo>
                  <a:cubicBezTo>
                    <a:pt x="16167" y="35766"/>
                    <a:pt x="16082" y="35656"/>
                    <a:pt x="15998" y="35546"/>
                  </a:cubicBezTo>
                  <a:lnTo>
                    <a:pt x="15710" y="35191"/>
                  </a:lnTo>
                  <a:lnTo>
                    <a:pt x="15710" y="35191"/>
                  </a:lnTo>
                  <a:cubicBezTo>
                    <a:pt x="15832" y="35324"/>
                    <a:pt x="15883" y="35375"/>
                    <a:pt x="15890" y="35375"/>
                  </a:cubicBezTo>
                  <a:cubicBezTo>
                    <a:pt x="15898" y="35375"/>
                    <a:pt x="15833" y="35291"/>
                    <a:pt x="15752" y="35191"/>
                  </a:cubicBezTo>
                  <a:cubicBezTo>
                    <a:pt x="15648" y="35054"/>
                    <a:pt x="15513" y="34902"/>
                    <a:pt x="15519" y="34902"/>
                  </a:cubicBezTo>
                  <a:lnTo>
                    <a:pt x="15519" y="34902"/>
                  </a:lnTo>
                  <a:cubicBezTo>
                    <a:pt x="15521" y="34902"/>
                    <a:pt x="15535" y="34915"/>
                    <a:pt x="15566" y="34946"/>
                  </a:cubicBezTo>
                  <a:cubicBezTo>
                    <a:pt x="15194" y="34523"/>
                    <a:pt x="14788" y="34125"/>
                    <a:pt x="14356" y="33753"/>
                  </a:cubicBezTo>
                  <a:cubicBezTo>
                    <a:pt x="13976" y="33423"/>
                    <a:pt x="13612" y="33127"/>
                    <a:pt x="13155" y="32806"/>
                  </a:cubicBezTo>
                  <a:cubicBezTo>
                    <a:pt x="12597" y="32374"/>
                    <a:pt x="12022" y="31985"/>
                    <a:pt x="11421" y="31621"/>
                  </a:cubicBezTo>
                  <a:cubicBezTo>
                    <a:pt x="10820" y="31258"/>
                    <a:pt x="10228" y="30953"/>
                    <a:pt x="9771" y="30733"/>
                  </a:cubicBezTo>
                  <a:lnTo>
                    <a:pt x="9771" y="30733"/>
                  </a:lnTo>
                  <a:lnTo>
                    <a:pt x="9890" y="30792"/>
                  </a:lnTo>
                  <a:lnTo>
                    <a:pt x="9340" y="30530"/>
                  </a:lnTo>
                  <a:cubicBezTo>
                    <a:pt x="9027" y="30369"/>
                    <a:pt x="9348" y="30496"/>
                    <a:pt x="8858" y="30259"/>
                  </a:cubicBezTo>
                  <a:lnTo>
                    <a:pt x="8858" y="30259"/>
                  </a:lnTo>
                  <a:cubicBezTo>
                    <a:pt x="9035" y="30310"/>
                    <a:pt x="9712" y="30682"/>
                    <a:pt x="10211" y="30928"/>
                  </a:cubicBezTo>
                  <a:cubicBezTo>
                    <a:pt x="10023" y="30820"/>
                    <a:pt x="9962" y="30781"/>
                    <a:pt x="9974" y="30781"/>
                  </a:cubicBezTo>
                  <a:lnTo>
                    <a:pt x="9974" y="30781"/>
                  </a:lnTo>
                  <a:cubicBezTo>
                    <a:pt x="9988" y="30781"/>
                    <a:pt x="10107" y="30838"/>
                    <a:pt x="10237" y="30902"/>
                  </a:cubicBezTo>
                  <a:cubicBezTo>
                    <a:pt x="10396" y="30982"/>
                    <a:pt x="10566" y="31073"/>
                    <a:pt x="10579" y="31073"/>
                  </a:cubicBezTo>
                  <a:cubicBezTo>
                    <a:pt x="10585" y="31073"/>
                    <a:pt x="10554" y="31051"/>
                    <a:pt x="10465" y="30995"/>
                  </a:cubicBezTo>
                  <a:cubicBezTo>
                    <a:pt x="10287" y="30936"/>
                    <a:pt x="9831" y="30699"/>
                    <a:pt x="9323" y="30437"/>
                  </a:cubicBezTo>
                  <a:cubicBezTo>
                    <a:pt x="8824" y="30175"/>
                    <a:pt x="8266" y="29887"/>
                    <a:pt x="7893" y="29710"/>
                  </a:cubicBezTo>
                  <a:cubicBezTo>
                    <a:pt x="7692" y="29603"/>
                    <a:pt x="7630" y="29567"/>
                    <a:pt x="7637" y="29567"/>
                  </a:cubicBezTo>
                  <a:lnTo>
                    <a:pt x="7637" y="29567"/>
                  </a:lnTo>
                  <a:cubicBezTo>
                    <a:pt x="7652" y="29567"/>
                    <a:pt x="7943" y="29709"/>
                    <a:pt x="7952" y="29709"/>
                  </a:cubicBezTo>
                  <a:cubicBezTo>
                    <a:pt x="7954" y="29709"/>
                    <a:pt x="7933" y="29697"/>
                    <a:pt x="7877" y="29667"/>
                  </a:cubicBezTo>
                  <a:lnTo>
                    <a:pt x="7640" y="29557"/>
                  </a:lnTo>
                  <a:cubicBezTo>
                    <a:pt x="7361" y="29405"/>
                    <a:pt x="7267" y="29346"/>
                    <a:pt x="7284" y="29337"/>
                  </a:cubicBezTo>
                  <a:cubicBezTo>
                    <a:pt x="6540" y="28923"/>
                    <a:pt x="5702" y="28424"/>
                    <a:pt x="5119" y="28026"/>
                  </a:cubicBezTo>
                  <a:lnTo>
                    <a:pt x="5119" y="28026"/>
                  </a:lnTo>
                  <a:cubicBezTo>
                    <a:pt x="5360" y="28192"/>
                    <a:pt x="5419" y="28235"/>
                    <a:pt x="5412" y="28235"/>
                  </a:cubicBezTo>
                  <a:cubicBezTo>
                    <a:pt x="5403" y="28235"/>
                    <a:pt x="5313" y="28181"/>
                    <a:pt x="5302" y="28181"/>
                  </a:cubicBezTo>
                  <a:lnTo>
                    <a:pt x="5302" y="28181"/>
                  </a:lnTo>
                  <a:cubicBezTo>
                    <a:pt x="5293" y="28181"/>
                    <a:pt x="5348" y="28224"/>
                    <a:pt x="5584" y="28390"/>
                  </a:cubicBezTo>
                  <a:cubicBezTo>
                    <a:pt x="5466" y="28322"/>
                    <a:pt x="5296" y="28195"/>
                    <a:pt x="5085" y="28051"/>
                  </a:cubicBezTo>
                  <a:cubicBezTo>
                    <a:pt x="4975" y="27984"/>
                    <a:pt x="4873" y="27899"/>
                    <a:pt x="4763" y="27815"/>
                  </a:cubicBezTo>
                  <a:cubicBezTo>
                    <a:pt x="4654" y="27730"/>
                    <a:pt x="4544" y="27637"/>
                    <a:pt x="4434" y="27544"/>
                  </a:cubicBezTo>
                  <a:lnTo>
                    <a:pt x="4434" y="27544"/>
                  </a:lnTo>
                  <a:cubicBezTo>
                    <a:pt x="4512" y="27610"/>
                    <a:pt x="4544" y="27634"/>
                    <a:pt x="4549" y="27634"/>
                  </a:cubicBezTo>
                  <a:cubicBezTo>
                    <a:pt x="4558" y="27634"/>
                    <a:pt x="4490" y="27566"/>
                    <a:pt x="4442" y="27519"/>
                  </a:cubicBezTo>
                  <a:cubicBezTo>
                    <a:pt x="4421" y="27498"/>
                    <a:pt x="4407" y="27483"/>
                    <a:pt x="4411" y="27483"/>
                  </a:cubicBezTo>
                  <a:lnTo>
                    <a:pt x="4411" y="27483"/>
                  </a:lnTo>
                  <a:cubicBezTo>
                    <a:pt x="4413" y="27483"/>
                    <a:pt x="4423" y="27489"/>
                    <a:pt x="4442" y="27502"/>
                  </a:cubicBezTo>
                  <a:lnTo>
                    <a:pt x="4560" y="27612"/>
                  </a:lnTo>
                  <a:cubicBezTo>
                    <a:pt x="4620" y="27662"/>
                    <a:pt x="4713" y="27722"/>
                    <a:pt x="4831" y="27823"/>
                  </a:cubicBezTo>
                  <a:cubicBezTo>
                    <a:pt x="4725" y="27700"/>
                    <a:pt x="4380" y="27474"/>
                    <a:pt x="4013" y="27122"/>
                  </a:cubicBezTo>
                  <a:lnTo>
                    <a:pt x="4013" y="27122"/>
                  </a:lnTo>
                  <a:cubicBezTo>
                    <a:pt x="4057" y="27164"/>
                    <a:pt x="4110" y="27210"/>
                    <a:pt x="4163" y="27256"/>
                  </a:cubicBezTo>
                  <a:lnTo>
                    <a:pt x="4383" y="27434"/>
                  </a:lnTo>
                  <a:cubicBezTo>
                    <a:pt x="4514" y="27534"/>
                    <a:pt x="4610" y="27614"/>
                    <a:pt x="4613" y="27614"/>
                  </a:cubicBezTo>
                  <a:cubicBezTo>
                    <a:pt x="4613" y="27614"/>
                    <a:pt x="4613" y="27613"/>
                    <a:pt x="4611" y="27612"/>
                  </a:cubicBezTo>
                  <a:cubicBezTo>
                    <a:pt x="4188" y="27282"/>
                    <a:pt x="3791" y="26909"/>
                    <a:pt x="3444" y="26495"/>
                  </a:cubicBezTo>
                  <a:cubicBezTo>
                    <a:pt x="3351" y="26393"/>
                    <a:pt x="3266" y="26283"/>
                    <a:pt x="3182" y="26174"/>
                  </a:cubicBezTo>
                  <a:lnTo>
                    <a:pt x="2962" y="25886"/>
                  </a:lnTo>
                  <a:cubicBezTo>
                    <a:pt x="2835" y="25700"/>
                    <a:pt x="2742" y="25564"/>
                    <a:pt x="2691" y="25505"/>
                  </a:cubicBezTo>
                  <a:cubicBezTo>
                    <a:pt x="2598" y="25395"/>
                    <a:pt x="2513" y="25251"/>
                    <a:pt x="2420" y="25108"/>
                  </a:cubicBezTo>
                  <a:lnTo>
                    <a:pt x="2268" y="24871"/>
                  </a:lnTo>
                  <a:lnTo>
                    <a:pt x="2133" y="24625"/>
                  </a:lnTo>
                  <a:lnTo>
                    <a:pt x="1989" y="24372"/>
                  </a:lnTo>
                  <a:cubicBezTo>
                    <a:pt x="1938" y="24287"/>
                    <a:pt x="1904" y="24194"/>
                    <a:pt x="1862" y="24109"/>
                  </a:cubicBezTo>
                  <a:cubicBezTo>
                    <a:pt x="1777" y="23940"/>
                    <a:pt x="1684" y="23771"/>
                    <a:pt x="1625" y="23602"/>
                  </a:cubicBezTo>
                  <a:cubicBezTo>
                    <a:pt x="1354" y="22883"/>
                    <a:pt x="1134" y="22147"/>
                    <a:pt x="965" y="21402"/>
                  </a:cubicBezTo>
                  <a:lnTo>
                    <a:pt x="965" y="21402"/>
                  </a:lnTo>
                  <a:lnTo>
                    <a:pt x="1016" y="21538"/>
                  </a:lnTo>
                  <a:cubicBezTo>
                    <a:pt x="999" y="21479"/>
                    <a:pt x="982" y="21419"/>
                    <a:pt x="974" y="21360"/>
                  </a:cubicBezTo>
                  <a:cubicBezTo>
                    <a:pt x="957" y="21301"/>
                    <a:pt x="948" y="21233"/>
                    <a:pt x="931" y="21166"/>
                  </a:cubicBezTo>
                  <a:cubicBezTo>
                    <a:pt x="906" y="21022"/>
                    <a:pt x="872" y="20878"/>
                    <a:pt x="838" y="20717"/>
                  </a:cubicBezTo>
                  <a:cubicBezTo>
                    <a:pt x="779" y="20413"/>
                    <a:pt x="720" y="20074"/>
                    <a:pt x="678" y="19736"/>
                  </a:cubicBezTo>
                  <a:lnTo>
                    <a:pt x="678" y="19584"/>
                  </a:lnTo>
                  <a:cubicBezTo>
                    <a:pt x="601" y="19135"/>
                    <a:pt x="500" y="18272"/>
                    <a:pt x="441" y="17570"/>
                  </a:cubicBezTo>
                  <a:cubicBezTo>
                    <a:pt x="441" y="17570"/>
                    <a:pt x="441" y="17570"/>
                    <a:pt x="440" y="17570"/>
                  </a:cubicBezTo>
                  <a:lnTo>
                    <a:pt x="440" y="17570"/>
                  </a:lnTo>
                  <a:cubicBezTo>
                    <a:pt x="428" y="17570"/>
                    <a:pt x="463" y="17990"/>
                    <a:pt x="455" y="17990"/>
                  </a:cubicBezTo>
                  <a:cubicBezTo>
                    <a:pt x="453" y="17990"/>
                    <a:pt x="449" y="17966"/>
                    <a:pt x="441" y="17909"/>
                  </a:cubicBezTo>
                  <a:lnTo>
                    <a:pt x="441" y="17909"/>
                  </a:lnTo>
                  <a:cubicBezTo>
                    <a:pt x="462" y="18200"/>
                    <a:pt x="495" y="18455"/>
                    <a:pt x="505" y="18455"/>
                  </a:cubicBezTo>
                  <a:cubicBezTo>
                    <a:pt x="507" y="18455"/>
                    <a:pt x="508" y="18445"/>
                    <a:pt x="508" y="18425"/>
                  </a:cubicBezTo>
                  <a:cubicBezTo>
                    <a:pt x="551" y="18780"/>
                    <a:pt x="525" y="18797"/>
                    <a:pt x="551" y="19076"/>
                  </a:cubicBezTo>
                  <a:cubicBezTo>
                    <a:pt x="483" y="18628"/>
                    <a:pt x="432" y="18179"/>
                    <a:pt x="390" y="17731"/>
                  </a:cubicBezTo>
                  <a:cubicBezTo>
                    <a:pt x="382" y="17680"/>
                    <a:pt x="382" y="17630"/>
                    <a:pt x="382" y="17579"/>
                  </a:cubicBezTo>
                  <a:lnTo>
                    <a:pt x="348" y="17477"/>
                  </a:lnTo>
                  <a:cubicBezTo>
                    <a:pt x="327" y="17184"/>
                    <a:pt x="317" y="17064"/>
                    <a:pt x="324" y="17064"/>
                  </a:cubicBezTo>
                  <a:lnTo>
                    <a:pt x="324" y="17064"/>
                  </a:lnTo>
                  <a:cubicBezTo>
                    <a:pt x="326" y="17064"/>
                    <a:pt x="328" y="17069"/>
                    <a:pt x="331" y="17080"/>
                  </a:cubicBezTo>
                  <a:cubicBezTo>
                    <a:pt x="263" y="16318"/>
                    <a:pt x="212" y="16056"/>
                    <a:pt x="178" y="15244"/>
                  </a:cubicBezTo>
                  <a:lnTo>
                    <a:pt x="178" y="15244"/>
                  </a:lnTo>
                  <a:cubicBezTo>
                    <a:pt x="221" y="15591"/>
                    <a:pt x="246" y="15811"/>
                    <a:pt x="280" y="16378"/>
                  </a:cubicBezTo>
                  <a:cubicBezTo>
                    <a:pt x="263" y="16073"/>
                    <a:pt x="246" y="15768"/>
                    <a:pt x="229" y="15464"/>
                  </a:cubicBezTo>
                  <a:lnTo>
                    <a:pt x="229" y="15464"/>
                  </a:lnTo>
                  <a:cubicBezTo>
                    <a:pt x="246" y="15667"/>
                    <a:pt x="288" y="16175"/>
                    <a:pt x="322" y="16589"/>
                  </a:cubicBezTo>
                  <a:cubicBezTo>
                    <a:pt x="351" y="16939"/>
                    <a:pt x="379" y="17229"/>
                    <a:pt x="393" y="17229"/>
                  </a:cubicBezTo>
                  <a:cubicBezTo>
                    <a:pt x="395" y="17229"/>
                    <a:pt x="397" y="17219"/>
                    <a:pt x="398" y="17198"/>
                  </a:cubicBezTo>
                  <a:cubicBezTo>
                    <a:pt x="297" y="16191"/>
                    <a:pt x="195" y="14720"/>
                    <a:pt x="153" y="13831"/>
                  </a:cubicBezTo>
                  <a:cubicBezTo>
                    <a:pt x="178" y="13358"/>
                    <a:pt x="136" y="12664"/>
                    <a:pt x="170" y="11886"/>
                  </a:cubicBezTo>
                  <a:cubicBezTo>
                    <a:pt x="177" y="11807"/>
                    <a:pt x="188" y="11646"/>
                    <a:pt x="197" y="11646"/>
                  </a:cubicBezTo>
                  <a:cubicBezTo>
                    <a:pt x="199" y="11646"/>
                    <a:pt x="202" y="11657"/>
                    <a:pt x="203" y="11682"/>
                  </a:cubicBezTo>
                  <a:lnTo>
                    <a:pt x="203" y="11682"/>
                  </a:lnTo>
                  <a:cubicBezTo>
                    <a:pt x="240" y="10714"/>
                    <a:pt x="313" y="9647"/>
                    <a:pt x="407" y="8806"/>
                  </a:cubicBezTo>
                  <a:cubicBezTo>
                    <a:pt x="441" y="8654"/>
                    <a:pt x="466" y="8502"/>
                    <a:pt x="508" y="8350"/>
                  </a:cubicBezTo>
                  <a:cubicBezTo>
                    <a:pt x="568" y="7969"/>
                    <a:pt x="601" y="7791"/>
                    <a:pt x="610" y="7724"/>
                  </a:cubicBezTo>
                  <a:cubicBezTo>
                    <a:pt x="613" y="7695"/>
                    <a:pt x="614" y="7685"/>
                    <a:pt x="612" y="7685"/>
                  </a:cubicBezTo>
                  <a:lnTo>
                    <a:pt x="612" y="7685"/>
                  </a:lnTo>
                  <a:cubicBezTo>
                    <a:pt x="610" y="7685"/>
                    <a:pt x="603" y="7704"/>
                    <a:pt x="593" y="7724"/>
                  </a:cubicBezTo>
                  <a:cubicBezTo>
                    <a:pt x="584" y="7742"/>
                    <a:pt x="577" y="7761"/>
                    <a:pt x="574" y="7761"/>
                  </a:cubicBezTo>
                  <a:cubicBezTo>
                    <a:pt x="572" y="7761"/>
                    <a:pt x="572" y="7749"/>
                    <a:pt x="576" y="7715"/>
                  </a:cubicBezTo>
                  <a:cubicBezTo>
                    <a:pt x="601" y="7495"/>
                    <a:pt x="644" y="7275"/>
                    <a:pt x="686" y="7064"/>
                  </a:cubicBezTo>
                  <a:cubicBezTo>
                    <a:pt x="720" y="6971"/>
                    <a:pt x="762" y="6802"/>
                    <a:pt x="813" y="6607"/>
                  </a:cubicBezTo>
                  <a:lnTo>
                    <a:pt x="889" y="6294"/>
                  </a:lnTo>
                  <a:lnTo>
                    <a:pt x="991" y="5964"/>
                  </a:lnTo>
                  <a:cubicBezTo>
                    <a:pt x="1050" y="5744"/>
                    <a:pt x="1117" y="5541"/>
                    <a:pt x="1168" y="5389"/>
                  </a:cubicBezTo>
                  <a:cubicBezTo>
                    <a:pt x="1181" y="5340"/>
                    <a:pt x="1197" y="5292"/>
                    <a:pt x="1215" y="5245"/>
                  </a:cubicBezTo>
                  <a:lnTo>
                    <a:pt x="1215" y="5245"/>
                  </a:lnTo>
                  <a:cubicBezTo>
                    <a:pt x="1211" y="5259"/>
                    <a:pt x="1210" y="5265"/>
                    <a:pt x="1211" y="5265"/>
                  </a:cubicBezTo>
                  <a:cubicBezTo>
                    <a:pt x="1213" y="5265"/>
                    <a:pt x="1230" y="5219"/>
                    <a:pt x="1254" y="5151"/>
                  </a:cubicBezTo>
                  <a:lnTo>
                    <a:pt x="1254" y="5151"/>
                  </a:lnTo>
                  <a:cubicBezTo>
                    <a:pt x="1240" y="5181"/>
                    <a:pt x="1227" y="5213"/>
                    <a:pt x="1215" y="5245"/>
                  </a:cubicBezTo>
                  <a:lnTo>
                    <a:pt x="1215" y="5245"/>
                  </a:lnTo>
                  <a:cubicBezTo>
                    <a:pt x="1219" y="5229"/>
                    <a:pt x="1226" y="5205"/>
                    <a:pt x="1236" y="5169"/>
                  </a:cubicBezTo>
                  <a:cubicBezTo>
                    <a:pt x="1320" y="4907"/>
                    <a:pt x="1388" y="4712"/>
                    <a:pt x="1456" y="4543"/>
                  </a:cubicBezTo>
                  <a:cubicBezTo>
                    <a:pt x="1524" y="4374"/>
                    <a:pt x="1591" y="4213"/>
                    <a:pt x="1676" y="4018"/>
                  </a:cubicBezTo>
                  <a:lnTo>
                    <a:pt x="1676" y="4018"/>
                  </a:lnTo>
                  <a:cubicBezTo>
                    <a:pt x="1669" y="4038"/>
                    <a:pt x="1605" y="4227"/>
                    <a:pt x="1607" y="4227"/>
                  </a:cubicBezTo>
                  <a:cubicBezTo>
                    <a:pt x="1607" y="4227"/>
                    <a:pt x="1613" y="4213"/>
                    <a:pt x="1625" y="4179"/>
                  </a:cubicBezTo>
                  <a:cubicBezTo>
                    <a:pt x="1879" y="3553"/>
                    <a:pt x="2175" y="2944"/>
                    <a:pt x="2513" y="2352"/>
                  </a:cubicBezTo>
                  <a:cubicBezTo>
                    <a:pt x="2852" y="1777"/>
                    <a:pt x="3224" y="1227"/>
                    <a:pt x="3630" y="694"/>
                  </a:cubicBezTo>
                  <a:lnTo>
                    <a:pt x="3630" y="694"/>
                  </a:lnTo>
                  <a:cubicBezTo>
                    <a:pt x="3511" y="846"/>
                    <a:pt x="3444" y="931"/>
                    <a:pt x="3376" y="1032"/>
                  </a:cubicBezTo>
                  <a:cubicBezTo>
                    <a:pt x="3308" y="1134"/>
                    <a:pt x="3224" y="1235"/>
                    <a:pt x="3072" y="1438"/>
                  </a:cubicBezTo>
                  <a:cubicBezTo>
                    <a:pt x="3139" y="1328"/>
                    <a:pt x="3207" y="1218"/>
                    <a:pt x="3292" y="1117"/>
                  </a:cubicBezTo>
                  <a:lnTo>
                    <a:pt x="3292" y="1117"/>
                  </a:lnTo>
                  <a:cubicBezTo>
                    <a:pt x="3207" y="1201"/>
                    <a:pt x="3139" y="1294"/>
                    <a:pt x="3080" y="1396"/>
                  </a:cubicBezTo>
                  <a:cubicBezTo>
                    <a:pt x="2979" y="1557"/>
                    <a:pt x="2835" y="1760"/>
                    <a:pt x="2691" y="1980"/>
                  </a:cubicBezTo>
                  <a:lnTo>
                    <a:pt x="2801" y="1785"/>
                  </a:lnTo>
                  <a:lnTo>
                    <a:pt x="2919" y="1599"/>
                  </a:lnTo>
                  <a:cubicBezTo>
                    <a:pt x="3004" y="1481"/>
                    <a:pt x="3072" y="1354"/>
                    <a:pt x="3165" y="1235"/>
                  </a:cubicBezTo>
                  <a:lnTo>
                    <a:pt x="3165" y="1235"/>
                  </a:lnTo>
                  <a:cubicBezTo>
                    <a:pt x="3055" y="1354"/>
                    <a:pt x="2962" y="1498"/>
                    <a:pt x="2852" y="1624"/>
                  </a:cubicBezTo>
                  <a:cubicBezTo>
                    <a:pt x="3215" y="1049"/>
                    <a:pt x="3621" y="508"/>
                    <a:pt x="407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4"/>
            <p:cNvSpPr/>
            <p:nvPr/>
          </p:nvSpPr>
          <p:spPr>
            <a:xfrm rot="8374331">
              <a:off x="8959711" y="1238278"/>
              <a:ext cx="2324" cy="123330"/>
            </a:xfrm>
            <a:custGeom>
              <a:rect b="b" l="l" r="r" t="t"/>
              <a:pathLst>
                <a:path extrusionOk="0" h="3757" w="77">
                  <a:moveTo>
                    <a:pt x="26" y="0"/>
                  </a:moveTo>
                  <a:cubicBezTo>
                    <a:pt x="5" y="615"/>
                    <a:pt x="1" y="1230"/>
                    <a:pt x="10" y="1845"/>
                  </a:cubicBezTo>
                  <a:lnTo>
                    <a:pt x="10" y="1845"/>
                  </a:lnTo>
                  <a:cubicBezTo>
                    <a:pt x="9" y="1782"/>
                    <a:pt x="9" y="1720"/>
                    <a:pt x="9" y="1658"/>
                  </a:cubicBezTo>
                  <a:cubicBezTo>
                    <a:pt x="1" y="1058"/>
                    <a:pt x="9" y="542"/>
                    <a:pt x="26" y="0"/>
                  </a:cubicBezTo>
                  <a:close/>
                  <a:moveTo>
                    <a:pt x="10" y="1845"/>
                  </a:moveTo>
                  <a:cubicBezTo>
                    <a:pt x="13" y="2391"/>
                    <a:pt x="31" y="3005"/>
                    <a:pt x="77" y="3756"/>
                  </a:cubicBezTo>
                  <a:cubicBezTo>
                    <a:pt x="42" y="3119"/>
                    <a:pt x="19" y="2482"/>
                    <a:pt x="10" y="184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4"/>
            <p:cNvSpPr/>
            <p:nvPr/>
          </p:nvSpPr>
          <p:spPr>
            <a:xfrm rot="8374331">
              <a:off x="7197993" y="601548"/>
              <a:ext cx="543" cy="14739"/>
            </a:xfrm>
            <a:custGeom>
              <a:rect b="b" l="l" r="r" t="t"/>
              <a:pathLst>
                <a:path extrusionOk="0" h="449" w="18">
                  <a:moveTo>
                    <a:pt x="0" y="0"/>
                  </a:moveTo>
                  <a:cubicBezTo>
                    <a:pt x="0" y="136"/>
                    <a:pt x="9" y="347"/>
                    <a:pt x="9" y="449"/>
                  </a:cubicBezTo>
                  <a:cubicBezTo>
                    <a:pt x="17" y="305"/>
                    <a:pt x="17" y="153"/>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4"/>
            <p:cNvSpPr/>
            <p:nvPr/>
          </p:nvSpPr>
          <p:spPr>
            <a:xfrm rot="8374331">
              <a:off x="7258095" y="631868"/>
              <a:ext cx="1569" cy="15002"/>
            </a:xfrm>
            <a:custGeom>
              <a:rect b="b" l="l" r="r" t="t"/>
              <a:pathLst>
                <a:path extrusionOk="0" h="457" w="52">
                  <a:moveTo>
                    <a:pt x="51" y="0"/>
                  </a:moveTo>
                  <a:lnTo>
                    <a:pt x="51" y="0"/>
                  </a:lnTo>
                  <a:cubicBezTo>
                    <a:pt x="45" y="112"/>
                    <a:pt x="26" y="269"/>
                    <a:pt x="15" y="269"/>
                  </a:cubicBezTo>
                  <a:cubicBezTo>
                    <a:pt x="13" y="269"/>
                    <a:pt x="11" y="262"/>
                    <a:pt x="9" y="245"/>
                  </a:cubicBezTo>
                  <a:lnTo>
                    <a:pt x="9" y="245"/>
                  </a:lnTo>
                  <a:cubicBezTo>
                    <a:pt x="1" y="313"/>
                    <a:pt x="1" y="389"/>
                    <a:pt x="18" y="457"/>
                  </a:cubicBezTo>
                  <a:cubicBezTo>
                    <a:pt x="18" y="457"/>
                    <a:pt x="26" y="432"/>
                    <a:pt x="26" y="364"/>
                  </a:cubicBezTo>
                  <a:cubicBezTo>
                    <a:pt x="35" y="288"/>
                    <a:pt x="43" y="178"/>
                    <a:pt x="5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4"/>
            <p:cNvSpPr/>
            <p:nvPr/>
          </p:nvSpPr>
          <p:spPr>
            <a:xfrm rot="8374331">
              <a:off x="7353353" y="692229"/>
              <a:ext cx="1328" cy="6139"/>
            </a:xfrm>
            <a:custGeom>
              <a:rect b="b" l="l" r="r" t="t"/>
              <a:pathLst>
                <a:path extrusionOk="0" h="187" w="44">
                  <a:moveTo>
                    <a:pt x="43" y="0"/>
                  </a:moveTo>
                  <a:cubicBezTo>
                    <a:pt x="26" y="76"/>
                    <a:pt x="9" y="136"/>
                    <a:pt x="1" y="186"/>
                  </a:cubicBezTo>
                  <a:cubicBezTo>
                    <a:pt x="18" y="119"/>
                    <a:pt x="35" y="60"/>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4"/>
            <p:cNvSpPr/>
            <p:nvPr/>
          </p:nvSpPr>
          <p:spPr>
            <a:xfrm rot="8374331">
              <a:off x="7232891" y="576745"/>
              <a:ext cx="2324" cy="62601"/>
            </a:xfrm>
            <a:custGeom>
              <a:rect b="b" l="l" r="r" t="t"/>
              <a:pathLst>
                <a:path extrusionOk="0" h="1907" w="77">
                  <a:moveTo>
                    <a:pt x="22" y="0"/>
                  </a:moveTo>
                  <a:cubicBezTo>
                    <a:pt x="21" y="0"/>
                    <a:pt x="19" y="1"/>
                    <a:pt x="17" y="3"/>
                  </a:cubicBezTo>
                  <a:cubicBezTo>
                    <a:pt x="9" y="231"/>
                    <a:pt x="0" y="485"/>
                    <a:pt x="0" y="713"/>
                  </a:cubicBezTo>
                  <a:cubicBezTo>
                    <a:pt x="9" y="942"/>
                    <a:pt x="0" y="1136"/>
                    <a:pt x="17" y="1246"/>
                  </a:cubicBezTo>
                  <a:cubicBezTo>
                    <a:pt x="17" y="1187"/>
                    <a:pt x="17" y="1119"/>
                    <a:pt x="17" y="1060"/>
                  </a:cubicBezTo>
                  <a:cubicBezTo>
                    <a:pt x="34" y="1339"/>
                    <a:pt x="60" y="1619"/>
                    <a:pt x="77" y="1906"/>
                  </a:cubicBezTo>
                  <a:cubicBezTo>
                    <a:pt x="60" y="1619"/>
                    <a:pt x="34" y="1128"/>
                    <a:pt x="34" y="713"/>
                  </a:cubicBezTo>
                  <a:lnTo>
                    <a:pt x="34" y="417"/>
                  </a:lnTo>
                  <a:lnTo>
                    <a:pt x="34" y="180"/>
                  </a:lnTo>
                  <a:cubicBezTo>
                    <a:pt x="34" y="66"/>
                    <a:pt x="34" y="0"/>
                    <a:pt x="2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4"/>
            <p:cNvSpPr/>
            <p:nvPr/>
          </p:nvSpPr>
          <p:spPr>
            <a:xfrm rot="8374331">
              <a:off x="7417052" y="794697"/>
              <a:ext cx="6942" cy="12737"/>
            </a:xfrm>
            <a:custGeom>
              <a:rect b="b" l="l" r="r" t="t"/>
              <a:pathLst>
                <a:path extrusionOk="0" h="388" w="230">
                  <a:moveTo>
                    <a:pt x="208" y="0"/>
                  </a:moveTo>
                  <a:cubicBezTo>
                    <a:pt x="206" y="0"/>
                    <a:pt x="197" y="17"/>
                    <a:pt x="170" y="74"/>
                  </a:cubicBezTo>
                  <a:cubicBezTo>
                    <a:pt x="111" y="176"/>
                    <a:pt x="52" y="286"/>
                    <a:pt x="1" y="387"/>
                  </a:cubicBezTo>
                  <a:cubicBezTo>
                    <a:pt x="69" y="260"/>
                    <a:pt x="153" y="134"/>
                    <a:pt x="229" y="7"/>
                  </a:cubicBezTo>
                  <a:lnTo>
                    <a:pt x="229" y="7"/>
                  </a:lnTo>
                  <a:cubicBezTo>
                    <a:pt x="215" y="28"/>
                    <a:pt x="208" y="36"/>
                    <a:pt x="205" y="36"/>
                  </a:cubicBezTo>
                  <a:cubicBezTo>
                    <a:pt x="198" y="36"/>
                    <a:pt x="210" y="0"/>
                    <a:pt x="20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4"/>
            <p:cNvSpPr/>
            <p:nvPr/>
          </p:nvSpPr>
          <p:spPr>
            <a:xfrm rot="8374331">
              <a:off x="7423279" y="805961"/>
              <a:ext cx="1298" cy="2528"/>
            </a:xfrm>
            <a:custGeom>
              <a:rect b="b" l="l" r="r" t="t"/>
              <a:pathLst>
                <a:path extrusionOk="0" h="77" w="43">
                  <a:moveTo>
                    <a:pt x="43" y="1"/>
                  </a:moveTo>
                  <a:lnTo>
                    <a:pt x="11" y="57"/>
                  </a:lnTo>
                  <a:lnTo>
                    <a:pt x="11" y="57"/>
                  </a:lnTo>
                  <a:cubicBezTo>
                    <a:pt x="20" y="42"/>
                    <a:pt x="31" y="23"/>
                    <a:pt x="43" y="1"/>
                  </a:cubicBezTo>
                  <a:close/>
                  <a:moveTo>
                    <a:pt x="11" y="57"/>
                  </a:moveTo>
                  <a:lnTo>
                    <a:pt x="11" y="57"/>
                  </a:lnTo>
                  <a:cubicBezTo>
                    <a:pt x="7" y="64"/>
                    <a:pt x="3" y="71"/>
                    <a:pt x="0" y="77"/>
                  </a:cubicBezTo>
                  <a:lnTo>
                    <a:pt x="11" y="57"/>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4"/>
            <p:cNvSpPr/>
            <p:nvPr/>
          </p:nvSpPr>
          <p:spPr>
            <a:xfrm rot="8374331">
              <a:off x="7307044" y="648289"/>
              <a:ext cx="3893" cy="23996"/>
            </a:xfrm>
            <a:custGeom>
              <a:rect b="b" l="l" r="r" t="t"/>
              <a:pathLst>
                <a:path extrusionOk="0" h="731" w="129">
                  <a:moveTo>
                    <a:pt x="112" y="1"/>
                  </a:moveTo>
                  <a:lnTo>
                    <a:pt x="112" y="1"/>
                  </a:lnTo>
                  <a:cubicBezTo>
                    <a:pt x="112" y="1"/>
                    <a:pt x="111" y="2"/>
                    <a:pt x="110" y="3"/>
                  </a:cubicBezTo>
                  <a:cubicBezTo>
                    <a:pt x="68" y="274"/>
                    <a:pt x="34" y="485"/>
                    <a:pt x="0" y="730"/>
                  </a:cubicBezTo>
                  <a:cubicBezTo>
                    <a:pt x="25" y="632"/>
                    <a:pt x="129" y="1"/>
                    <a:pt x="11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4"/>
            <p:cNvSpPr/>
            <p:nvPr/>
          </p:nvSpPr>
          <p:spPr>
            <a:xfrm rot="8374331">
              <a:off x="7455069" y="822348"/>
              <a:ext cx="14366" cy="22027"/>
            </a:xfrm>
            <a:custGeom>
              <a:rect b="b" l="l" r="r" t="t"/>
              <a:pathLst>
                <a:path extrusionOk="0" h="671" w="476">
                  <a:moveTo>
                    <a:pt x="476" y="1"/>
                  </a:moveTo>
                  <a:cubicBezTo>
                    <a:pt x="340" y="153"/>
                    <a:pt x="349" y="179"/>
                    <a:pt x="78" y="559"/>
                  </a:cubicBezTo>
                  <a:cubicBezTo>
                    <a:pt x="171" y="416"/>
                    <a:pt x="256" y="272"/>
                    <a:pt x="349" y="128"/>
                  </a:cubicBezTo>
                  <a:lnTo>
                    <a:pt x="349" y="128"/>
                  </a:lnTo>
                  <a:cubicBezTo>
                    <a:pt x="143" y="415"/>
                    <a:pt x="1" y="670"/>
                    <a:pt x="12" y="670"/>
                  </a:cubicBezTo>
                  <a:cubicBezTo>
                    <a:pt x="14" y="670"/>
                    <a:pt x="19" y="664"/>
                    <a:pt x="27" y="652"/>
                  </a:cubicBezTo>
                  <a:cubicBezTo>
                    <a:pt x="171" y="432"/>
                    <a:pt x="323" y="221"/>
                    <a:pt x="47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4"/>
            <p:cNvSpPr/>
            <p:nvPr/>
          </p:nvSpPr>
          <p:spPr>
            <a:xfrm rot="8374331">
              <a:off x="7927882" y="1067365"/>
              <a:ext cx="335288" cy="309656"/>
            </a:xfrm>
            <a:custGeom>
              <a:rect b="b" l="l" r="r" t="t"/>
              <a:pathLst>
                <a:path extrusionOk="0" h="9433" w="11109">
                  <a:moveTo>
                    <a:pt x="7648" y="4941"/>
                  </a:moveTo>
                  <a:cubicBezTo>
                    <a:pt x="7747" y="5036"/>
                    <a:pt x="7804" y="5088"/>
                    <a:pt x="7838" y="5115"/>
                  </a:cubicBezTo>
                  <a:lnTo>
                    <a:pt x="7838" y="5115"/>
                  </a:lnTo>
                  <a:cubicBezTo>
                    <a:pt x="7776" y="5056"/>
                    <a:pt x="7712" y="4998"/>
                    <a:pt x="7648" y="4941"/>
                  </a:cubicBezTo>
                  <a:close/>
                  <a:moveTo>
                    <a:pt x="9143" y="6337"/>
                  </a:moveTo>
                  <a:lnTo>
                    <a:pt x="9143" y="6337"/>
                  </a:lnTo>
                  <a:cubicBezTo>
                    <a:pt x="9160" y="6356"/>
                    <a:pt x="9175" y="6373"/>
                    <a:pt x="9188" y="6387"/>
                  </a:cubicBezTo>
                  <a:cubicBezTo>
                    <a:pt x="9172" y="6369"/>
                    <a:pt x="9157" y="6353"/>
                    <a:pt x="9143" y="6337"/>
                  </a:cubicBezTo>
                  <a:close/>
                  <a:moveTo>
                    <a:pt x="1" y="0"/>
                  </a:moveTo>
                  <a:cubicBezTo>
                    <a:pt x="170" y="102"/>
                    <a:pt x="331" y="187"/>
                    <a:pt x="491" y="280"/>
                  </a:cubicBezTo>
                  <a:cubicBezTo>
                    <a:pt x="652" y="373"/>
                    <a:pt x="813" y="466"/>
                    <a:pt x="991" y="567"/>
                  </a:cubicBezTo>
                  <a:cubicBezTo>
                    <a:pt x="887" y="520"/>
                    <a:pt x="843" y="501"/>
                    <a:pt x="837" y="501"/>
                  </a:cubicBezTo>
                  <a:lnTo>
                    <a:pt x="837" y="501"/>
                  </a:lnTo>
                  <a:cubicBezTo>
                    <a:pt x="814" y="501"/>
                    <a:pt x="1463" y="825"/>
                    <a:pt x="1429" y="825"/>
                  </a:cubicBezTo>
                  <a:cubicBezTo>
                    <a:pt x="1427" y="825"/>
                    <a:pt x="1422" y="824"/>
                    <a:pt x="1414" y="821"/>
                  </a:cubicBezTo>
                  <a:cubicBezTo>
                    <a:pt x="1160" y="711"/>
                    <a:pt x="804" y="516"/>
                    <a:pt x="601" y="398"/>
                  </a:cubicBezTo>
                  <a:cubicBezTo>
                    <a:pt x="595" y="396"/>
                    <a:pt x="591" y="396"/>
                    <a:pt x="588" y="396"/>
                  </a:cubicBezTo>
                  <a:cubicBezTo>
                    <a:pt x="548" y="396"/>
                    <a:pt x="797" y="542"/>
                    <a:pt x="765" y="542"/>
                  </a:cubicBezTo>
                  <a:cubicBezTo>
                    <a:pt x="764" y="542"/>
                    <a:pt x="763" y="542"/>
                    <a:pt x="762" y="542"/>
                  </a:cubicBezTo>
                  <a:lnTo>
                    <a:pt x="762" y="542"/>
                  </a:lnTo>
                  <a:cubicBezTo>
                    <a:pt x="1650" y="1033"/>
                    <a:pt x="1828" y="1033"/>
                    <a:pt x="2708" y="1498"/>
                  </a:cubicBezTo>
                  <a:cubicBezTo>
                    <a:pt x="2688" y="1498"/>
                    <a:pt x="2618" y="1471"/>
                    <a:pt x="2605" y="1471"/>
                  </a:cubicBezTo>
                  <a:cubicBezTo>
                    <a:pt x="2590" y="1471"/>
                    <a:pt x="2652" y="1508"/>
                    <a:pt x="2962" y="1667"/>
                  </a:cubicBezTo>
                  <a:lnTo>
                    <a:pt x="2818" y="1591"/>
                  </a:lnTo>
                  <a:lnTo>
                    <a:pt x="2818" y="1591"/>
                  </a:lnTo>
                  <a:cubicBezTo>
                    <a:pt x="3080" y="1718"/>
                    <a:pt x="3342" y="1862"/>
                    <a:pt x="3596" y="2014"/>
                  </a:cubicBezTo>
                  <a:cubicBezTo>
                    <a:pt x="3765" y="2115"/>
                    <a:pt x="3943" y="2208"/>
                    <a:pt x="4121" y="2293"/>
                  </a:cubicBezTo>
                  <a:lnTo>
                    <a:pt x="4095" y="2310"/>
                  </a:lnTo>
                  <a:cubicBezTo>
                    <a:pt x="4197" y="2361"/>
                    <a:pt x="4332" y="2437"/>
                    <a:pt x="4476" y="2513"/>
                  </a:cubicBezTo>
                  <a:lnTo>
                    <a:pt x="4924" y="2784"/>
                  </a:lnTo>
                  <a:cubicBezTo>
                    <a:pt x="5076" y="2877"/>
                    <a:pt x="5229" y="2978"/>
                    <a:pt x="5373" y="3071"/>
                  </a:cubicBezTo>
                  <a:lnTo>
                    <a:pt x="5745" y="3333"/>
                  </a:lnTo>
                  <a:lnTo>
                    <a:pt x="5719" y="3317"/>
                  </a:lnTo>
                  <a:lnTo>
                    <a:pt x="5719" y="3317"/>
                  </a:lnTo>
                  <a:cubicBezTo>
                    <a:pt x="6024" y="3528"/>
                    <a:pt x="6218" y="3663"/>
                    <a:pt x="6354" y="3773"/>
                  </a:cubicBezTo>
                  <a:cubicBezTo>
                    <a:pt x="6489" y="3883"/>
                    <a:pt x="6574" y="3943"/>
                    <a:pt x="6667" y="4019"/>
                  </a:cubicBezTo>
                  <a:cubicBezTo>
                    <a:pt x="6844" y="4171"/>
                    <a:pt x="7048" y="4323"/>
                    <a:pt x="7657" y="4890"/>
                  </a:cubicBezTo>
                  <a:lnTo>
                    <a:pt x="7369" y="4636"/>
                  </a:lnTo>
                  <a:lnTo>
                    <a:pt x="7073" y="4399"/>
                  </a:lnTo>
                  <a:lnTo>
                    <a:pt x="7073" y="4399"/>
                  </a:lnTo>
                  <a:cubicBezTo>
                    <a:pt x="7174" y="4492"/>
                    <a:pt x="7259" y="4569"/>
                    <a:pt x="7335" y="4636"/>
                  </a:cubicBezTo>
                  <a:cubicBezTo>
                    <a:pt x="7411" y="4704"/>
                    <a:pt x="7470" y="4755"/>
                    <a:pt x="7530" y="4805"/>
                  </a:cubicBezTo>
                  <a:cubicBezTo>
                    <a:pt x="7657" y="4915"/>
                    <a:pt x="7783" y="5025"/>
                    <a:pt x="7902" y="5144"/>
                  </a:cubicBezTo>
                  <a:cubicBezTo>
                    <a:pt x="7899" y="5142"/>
                    <a:pt x="7897" y="5141"/>
                    <a:pt x="7896" y="5141"/>
                  </a:cubicBezTo>
                  <a:cubicBezTo>
                    <a:pt x="7893" y="5141"/>
                    <a:pt x="7891" y="5144"/>
                    <a:pt x="7887" y="5144"/>
                  </a:cubicBezTo>
                  <a:cubicBezTo>
                    <a:pt x="7881" y="5144"/>
                    <a:pt x="7869" y="5139"/>
                    <a:pt x="7838" y="5115"/>
                  </a:cubicBezTo>
                  <a:lnTo>
                    <a:pt x="7838" y="5115"/>
                  </a:lnTo>
                  <a:cubicBezTo>
                    <a:pt x="8266" y="5513"/>
                    <a:pt x="8670" y="5936"/>
                    <a:pt x="9061" y="6379"/>
                  </a:cubicBezTo>
                  <a:cubicBezTo>
                    <a:pt x="9148" y="6481"/>
                    <a:pt x="9183" y="6518"/>
                    <a:pt x="9187" y="6518"/>
                  </a:cubicBezTo>
                  <a:cubicBezTo>
                    <a:pt x="9195" y="6518"/>
                    <a:pt x="8998" y="6269"/>
                    <a:pt x="8968" y="6227"/>
                  </a:cubicBezTo>
                  <a:lnTo>
                    <a:pt x="8968" y="6227"/>
                  </a:lnTo>
                  <a:cubicBezTo>
                    <a:pt x="9213" y="6497"/>
                    <a:pt x="9442" y="6793"/>
                    <a:pt x="9636" y="7098"/>
                  </a:cubicBezTo>
                  <a:lnTo>
                    <a:pt x="9450" y="6861"/>
                  </a:lnTo>
                  <a:cubicBezTo>
                    <a:pt x="9420" y="6822"/>
                    <a:pt x="9396" y="6796"/>
                    <a:pt x="9392" y="6796"/>
                  </a:cubicBezTo>
                  <a:lnTo>
                    <a:pt x="9392" y="6796"/>
                  </a:lnTo>
                  <a:cubicBezTo>
                    <a:pt x="9387" y="6796"/>
                    <a:pt x="9400" y="6820"/>
                    <a:pt x="9442" y="6878"/>
                  </a:cubicBezTo>
                  <a:cubicBezTo>
                    <a:pt x="9594" y="7056"/>
                    <a:pt x="9746" y="7225"/>
                    <a:pt x="9881" y="7411"/>
                  </a:cubicBezTo>
                  <a:cubicBezTo>
                    <a:pt x="9994" y="7583"/>
                    <a:pt x="10035" y="7652"/>
                    <a:pt x="10027" y="7652"/>
                  </a:cubicBezTo>
                  <a:cubicBezTo>
                    <a:pt x="10018" y="7652"/>
                    <a:pt x="9932" y="7541"/>
                    <a:pt x="9814" y="7386"/>
                  </a:cubicBezTo>
                  <a:cubicBezTo>
                    <a:pt x="9712" y="7242"/>
                    <a:pt x="9577" y="7073"/>
                    <a:pt x="9450" y="6920"/>
                  </a:cubicBezTo>
                  <a:cubicBezTo>
                    <a:pt x="9332" y="6760"/>
                    <a:pt x="9205" y="6616"/>
                    <a:pt x="9137" y="6531"/>
                  </a:cubicBezTo>
                  <a:lnTo>
                    <a:pt x="9137" y="6531"/>
                  </a:lnTo>
                  <a:cubicBezTo>
                    <a:pt x="9281" y="6717"/>
                    <a:pt x="9399" y="6869"/>
                    <a:pt x="9509" y="7005"/>
                  </a:cubicBezTo>
                  <a:cubicBezTo>
                    <a:pt x="9611" y="7149"/>
                    <a:pt x="9704" y="7267"/>
                    <a:pt x="9797" y="7394"/>
                  </a:cubicBezTo>
                  <a:cubicBezTo>
                    <a:pt x="9890" y="7521"/>
                    <a:pt x="9983" y="7648"/>
                    <a:pt x="10084" y="7800"/>
                  </a:cubicBezTo>
                  <a:cubicBezTo>
                    <a:pt x="10177" y="7952"/>
                    <a:pt x="10296" y="8121"/>
                    <a:pt x="10423" y="8333"/>
                  </a:cubicBezTo>
                  <a:cubicBezTo>
                    <a:pt x="10279" y="8079"/>
                    <a:pt x="10186" y="7910"/>
                    <a:pt x="10101" y="7783"/>
                  </a:cubicBezTo>
                  <a:cubicBezTo>
                    <a:pt x="10101" y="7782"/>
                    <a:pt x="10102" y="7781"/>
                    <a:pt x="10103" y="7781"/>
                  </a:cubicBezTo>
                  <a:cubicBezTo>
                    <a:pt x="10118" y="7781"/>
                    <a:pt x="10247" y="7960"/>
                    <a:pt x="10397" y="8215"/>
                  </a:cubicBezTo>
                  <a:cubicBezTo>
                    <a:pt x="10474" y="8341"/>
                    <a:pt x="10567" y="8494"/>
                    <a:pt x="10651" y="8663"/>
                  </a:cubicBezTo>
                  <a:cubicBezTo>
                    <a:pt x="10736" y="8824"/>
                    <a:pt x="10829" y="8976"/>
                    <a:pt x="10905" y="9128"/>
                  </a:cubicBezTo>
                  <a:cubicBezTo>
                    <a:pt x="10836" y="8978"/>
                    <a:pt x="10812" y="8918"/>
                    <a:pt x="10817" y="8918"/>
                  </a:cubicBezTo>
                  <a:lnTo>
                    <a:pt x="10817" y="8918"/>
                  </a:lnTo>
                  <a:cubicBezTo>
                    <a:pt x="10824" y="8918"/>
                    <a:pt x="10905" y="9067"/>
                    <a:pt x="10998" y="9238"/>
                  </a:cubicBezTo>
                  <a:cubicBezTo>
                    <a:pt x="11023" y="9289"/>
                    <a:pt x="11040" y="9314"/>
                    <a:pt x="11057" y="9340"/>
                  </a:cubicBezTo>
                  <a:cubicBezTo>
                    <a:pt x="11060" y="9347"/>
                    <a:pt x="11064" y="9355"/>
                    <a:pt x="11068" y="9364"/>
                  </a:cubicBezTo>
                  <a:lnTo>
                    <a:pt x="11068" y="9364"/>
                  </a:lnTo>
                  <a:cubicBezTo>
                    <a:pt x="11072" y="9359"/>
                    <a:pt x="11063" y="9341"/>
                    <a:pt x="11049" y="9297"/>
                  </a:cubicBezTo>
                  <a:cubicBezTo>
                    <a:pt x="10981" y="9170"/>
                    <a:pt x="10922" y="9052"/>
                    <a:pt x="10871" y="8934"/>
                  </a:cubicBezTo>
                  <a:lnTo>
                    <a:pt x="10702" y="8621"/>
                  </a:lnTo>
                  <a:cubicBezTo>
                    <a:pt x="10609" y="8418"/>
                    <a:pt x="10499" y="8248"/>
                    <a:pt x="10414" y="8088"/>
                  </a:cubicBezTo>
                  <a:lnTo>
                    <a:pt x="10414" y="8088"/>
                  </a:lnTo>
                  <a:cubicBezTo>
                    <a:pt x="10429" y="8125"/>
                    <a:pt x="10433" y="8143"/>
                    <a:pt x="10427" y="8143"/>
                  </a:cubicBezTo>
                  <a:cubicBezTo>
                    <a:pt x="10419" y="8143"/>
                    <a:pt x="10397" y="8114"/>
                    <a:pt x="10364" y="8062"/>
                  </a:cubicBezTo>
                  <a:cubicBezTo>
                    <a:pt x="10313" y="7969"/>
                    <a:pt x="10211" y="7825"/>
                    <a:pt x="10101" y="7648"/>
                  </a:cubicBezTo>
                  <a:cubicBezTo>
                    <a:pt x="9991" y="7479"/>
                    <a:pt x="9856" y="7292"/>
                    <a:pt x="9738" y="7123"/>
                  </a:cubicBezTo>
                  <a:cubicBezTo>
                    <a:pt x="9611" y="6954"/>
                    <a:pt x="9501" y="6802"/>
                    <a:pt x="9433" y="6717"/>
                  </a:cubicBezTo>
                  <a:cubicBezTo>
                    <a:pt x="9315" y="6582"/>
                    <a:pt x="9213" y="6447"/>
                    <a:pt x="9095" y="6311"/>
                  </a:cubicBezTo>
                  <a:lnTo>
                    <a:pt x="8968" y="6167"/>
                  </a:lnTo>
                  <a:cubicBezTo>
                    <a:pt x="8964" y="6160"/>
                    <a:pt x="8963" y="6156"/>
                    <a:pt x="8966" y="6156"/>
                  </a:cubicBezTo>
                  <a:lnTo>
                    <a:pt x="8966" y="6156"/>
                  </a:lnTo>
                  <a:cubicBezTo>
                    <a:pt x="8975" y="6156"/>
                    <a:pt x="9023" y="6202"/>
                    <a:pt x="9143" y="6337"/>
                  </a:cubicBezTo>
                  <a:lnTo>
                    <a:pt x="9143" y="6337"/>
                  </a:lnTo>
                  <a:cubicBezTo>
                    <a:pt x="9051" y="6232"/>
                    <a:pt x="8910" y="6065"/>
                    <a:pt x="8782" y="5922"/>
                  </a:cubicBezTo>
                  <a:cubicBezTo>
                    <a:pt x="8697" y="5821"/>
                    <a:pt x="8613" y="5727"/>
                    <a:pt x="8511" y="5643"/>
                  </a:cubicBezTo>
                  <a:cubicBezTo>
                    <a:pt x="8088" y="5178"/>
                    <a:pt x="7631" y="4738"/>
                    <a:pt x="7157" y="4323"/>
                  </a:cubicBezTo>
                  <a:cubicBezTo>
                    <a:pt x="7115" y="4281"/>
                    <a:pt x="7073" y="4247"/>
                    <a:pt x="7039" y="4213"/>
                  </a:cubicBezTo>
                  <a:cubicBezTo>
                    <a:pt x="6988" y="4171"/>
                    <a:pt x="6980" y="4171"/>
                    <a:pt x="6980" y="4171"/>
                  </a:cubicBezTo>
                  <a:cubicBezTo>
                    <a:pt x="6455" y="3731"/>
                    <a:pt x="5905" y="3317"/>
                    <a:pt x="5339" y="2927"/>
                  </a:cubicBezTo>
                  <a:cubicBezTo>
                    <a:pt x="4763" y="2547"/>
                    <a:pt x="4171" y="2200"/>
                    <a:pt x="3571" y="1878"/>
                  </a:cubicBezTo>
                  <a:cubicBezTo>
                    <a:pt x="2369" y="1227"/>
                    <a:pt x="1160" y="652"/>
                    <a:pt x="1" y="0"/>
                  </a:cubicBezTo>
                  <a:close/>
                  <a:moveTo>
                    <a:pt x="11068" y="9364"/>
                  </a:moveTo>
                  <a:cubicBezTo>
                    <a:pt x="11068" y="9365"/>
                    <a:pt x="11067" y="9365"/>
                    <a:pt x="11066" y="9365"/>
                  </a:cubicBezTo>
                  <a:cubicBezTo>
                    <a:pt x="11083" y="9390"/>
                    <a:pt x="11091" y="9407"/>
                    <a:pt x="11108" y="9433"/>
                  </a:cubicBezTo>
                  <a:cubicBezTo>
                    <a:pt x="11096" y="9409"/>
                    <a:pt x="11080" y="9385"/>
                    <a:pt x="11068" y="936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4"/>
            <p:cNvSpPr/>
            <p:nvPr/>
          </p:nvSpPr>
          <p:spPr>
            <a:xfrm rot="8374331">
              <a:off x="8361984" y="1179819"/>
              <a:ext cx="14578" cy="9224"/>
            </a:xfrm>
            <a:custGeom>
              <a:rect b="b" l="l" r="r" t="t"/>
              <a:pathLst>
                <a:path extrusionOk="0" h="281" w="483">
                  <a:moveTo>
                    <a:pt x="1" y="1"/>
                  </a:moveTo>
                  <a:cubicBezTo>
                    <a:pt x="153" y="102"/>
                    <a:pt x="314" y="187"/>
                    <a:pt x="483" y="280"/>
                  </a:cubicBezTo>
                  <a:cubicBezTo>
                    <a:pt x="331" y="195"/>
                    <a:pt x="170" y="11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4"/>
            <p:cNvSpPr/>
            <p:nvPr/>
          </p:nvSpPr>
          <p:spPr>
            <a:xfrm rot="8374331">
              <a:off x="8526719" y="1154418"/>
              <a:ext cx="5131" cy="6697"/>
            </a:xfrm>
            <a:custGeom>
              <a:rect b="b" l="l" r="r" t="t"/>
              <a:pathLst>
                <a:path extrusionOk="0" h="204" w="170">
                  <a:moveTo>
                    <a:pt x="0" y="1"/>
                  </a:moveTo>
                  <a:cubicBezTo>
                    <a:pt x="76" y="94"/>
                    <a:pt x="127" y="153"/>
                    <a:pt x="170" y="204"/>
                  </a:cubicBez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4"/>
            <p:cNvSpPr/>
            <p:nvPr/>
          </p:nvSpPr>
          <p:spPr>
            <a:xfrm rot="8374331">
              <a:off x="8408413" y="1085118"/>
              <a:ext cx="169289" cy="192201"/>
            </a:xfrm>
            <a:custGeom>
              <a:rect b="b" l="l" r="r" t="t"/>
              <a:pathLst>
                <a:path extrusionOk="0" h="5855" w="5609">
                  <a:moveTo>
                    <a:pt x="1545" y="2853"/>
                  </a:moveTo>
                  <a:cubicBezTo>
                    <a:pt x="1547" y="2856"/>
                    <a:pt x="1549" y="2858"/>
                    <a:pt x="1551" y="2861"/>
                  </a:cubicBezTo>
                  <a:lnTo>
                    <a:pt x="1551" y="2861"/>
                  </a:lnTo>
                  <a:cubicBezTo>
                    <a:pt x="1549" y="2858"/>
                    <a:pt x="1547" y="2856"/>
                    <a:pt x="1545" y="2853"/>
                  </a:cubicBezTo>
                  <a:close/>
                  <a:moveTo>
                    <a:pt x="9" y="1"/>
                  </a:moveTo>
                  <a:cubicBezTo>
                    <a:pt x="1" y="1"/>
                    <a:pt x="97" y="282"/>
                    <a:pt x="84" y="282"/>
                  </a:cubicBezTo>
                  <a:cubicBezTo>
                    <a:pt x="79" y="282"/>
                    <a:pt x="59" y="243"/>
                    <a:pt x="13" y="138"/>
                  </a:cubicBezTo>
                  <a:lnTo>
                    <a:pt x="13" y="138"/>
                  </a:lnTo>
                  <a:cubicBezTo>
                    <a:pt x="90" y="349"/>
                    <a:pt x="199" y="578"/>
                    <a:pt x="293" y="815"/>
                  </a:cubicBezTo>
                  <a:cubicBezTo>
                    <a:pt x="343" y="925"/>
                    <a:pt x="411" y="1034"/>
                    <a:pt x="462" y="1153"/>
                  </a:cubicBezTo>
                  <a:cubicBezTo>
                    <a:pt x="512" y="1263"/>
                    <a:pt x="572" y="1364"/>
                    <a:pt x="622" y="1466"/>
                  </a:cubicBezTo>
                  <a:cubicBezTo>
                    <a:pt x="741" y="1660"/>
                    <a:pt x="842" y="1838"/>
                    <a:pt x="927" y="1965"/>
                  </a:cubicBezTo>
                  <a:cubicBezTo>
                    <a:pt x="964" y="2032"/>
                    <a:pt x="1014" y="2092"/>
                    <a:pt x="1066" y="2152"/>
                  </a:cubicBezTo>
                  <a:lnTo>
                    <a:pt x="1066" y="2152"/>
                  </a:lnTo>
                  <a:cubicBezTo>
                    <a:pt x="1065" y="2151"/>
                    <a:pt x="1065" y="2151"/>
                    <a:pt x="1064" y="2151"/>
                  </a:cubicBezTo>
                  <a:lnTo>
                    <a:pt x="1064" y="2151"/>
                  </a:lnTo>
                  <a:cubicBezTo>
                    <a:pt x="1060" y="2151"/>
                    <a:pt x="1069" y="2175"/>
                    <a:pt x="1122" y="2261"/>
                  </a:cubicBezTo>
                  <a:lnTo>
                    <a:pt x="1282" y="2464"/>
                  </a:lnTo>
                  <a:lnTo>
                    <a:pt x="1451" y="2659"/>
                  </a:lnTo>
                  <a:lnTo>
                    <a:pt x="1308" y="2464"/>
                  </a:lnTo>
                  <a:lnTo>
                    <a:pt x="1172" y="2253"/>
                  </a:lnTo>
                  <a:lnTo>
                    <a:pt x="1316" y="2447"/>
                  </a:lnTo>
                  <a:lnTo>
                    <a:pt x="1519" y="2693"/>
                  </a:lnTo>
                  <a:cubicBezTo>
                    <a:pt x="1595" y="2786"/>
                    <a:pt x="1671" y="2887"/>
                    <a:pt x="1756" y="2980"/>
                  </a:cubicBezTo>
                  <a:lnTo>
                    <a:pt x="2018" y="3268"/>
                  </a:lnTo>
                  <a:cubicBezTo>
                    <a:pt x="2103" y="3369"/>
                    <a:pt x="2204" y="3454"/>
                    <a:pt x="2289" y="3538"/>
                  </a:cubicBezTo>
                  <a:cubicBezTo>
                    <a:pt x="2374" y="3623"/>
                    <a:pt x="2458" y="3708"/>
                    <a:pt x="2534" y="3775"/>
                  </a:cubicBezTo>
                  <a:cubicBezTo>
                    <a:pt x="2687" y="3911"/>
                    <a:pt x="2805" y="4021"/>
                    <a:pt x="2864" y="4080"/>
                  </a:cubicBezTo>
                  <a:cubicBezTo>
                    <a:pt x="2678" y="3919"/>
                    <a:pt x="2560" y="3826"/>
                    <a:pt x="2475" y="3758"/>
                  </a:cubicBezTo>
                  <a:lnTo>
                    <a:pt x="2281" y="3589"/>
                  </a:lnTo>
                  <a:cubicBezTo>
                    <a:pt x="2213" y="3530"/>
                    <a:pt x="2145" y="3471"/>
                    <a:pt x="2035" y="3352"/>
                  </a:cubicBezTo>
                  <a:lnTo>
                    <a:pt x="1841" y="3141"/>
                  </a:lnTo>
                  <a:cubicBezTo>
                    <a:pt x="1764" y="3056"/>
                    <a:pt x="1671" y="2963"/>
                    <a:pt x="1570" y="2828"/>
                  </a:cubicBezTo>
                  <a:lnTo>
                    <a:pt x="1570" y="2828"/>
                  </a:lnTo>
                  <a:cubicBezTo>
                    <a:pt x="1592" y="2861"/>
                    <a:pt x="1658" y="2960"/>
                    <a:pt x="1646" y="2960"/>
                  </a:cubicBezTo>
                  <a:cubicBezTo>
                    <a:pt x="1640" y="2960"/>
                    <a:pt x="1614" y="2934"/>
                    <a:pt x="1551" y="2861"/>
                  </a:cubicBezTo>
                  <a:lnTo>
                    <a:pt x="1551" y="2861"/>
                  </a:lnTo>
                  <a:cubicBezTo>
                    <a:pt x="2040" y="3433"/>
                    <a:pt x="2588" y="3955"/>
                    <a:pt x="3186" y="4410"/>
                  </a:cubicBezTo>
                  <a:cubicBezTo>
                    <a:pt x="3812" y="4884"/>
                    <a:pt x="4463" y="5298"/>
                    <a:pt x="5148" y="5662"/>
                  </a:cubicBezTo>
                  <a:cubicBezTo>
                    <a:pt x="5021" y="5594"/>
                    <a:pt x="4903" y="5526"/>
                    <a:pt x="4793" y="5442"/>
                  </a:cubicBezTo>
                  <a:lnTo>
                    <a:pt x="4793" y="5442"/>
                  </a:lnTo>
                  <a:cubicBezTo>
                    <a:pt x="4810" y="5442"/>
                    <a:pt x="4920" y="5510"/>
                    <a:pt x="5064" y="5586"/>
                  </a:cubicBezTo>
                  <a:cubicBezTo>
                    <a:pt x="5292" y="5707"/>
                    <a:pt x="5580" y="5855"/>
                    <a:pt x="5603" y="5855"/>
                  </a:cubicBezTo>
                  <a:cubicBezTo>
                    <a:pt x="5609" y="5855"/>
                    <a:pt x="5597" y="5845"/>
                    <a:pt x="5563" y="5823"/>
                  </a:cubicBezTo>
                  <a:cubicBezTo>
                    <a:pt x="5351" y="5713"/>
                    <a:pt x="5157" y="5603"/>
                    <a:pt x="4945" y="5484"/>
                  </a:cubicBezTo>
                  <a:lnTo>
                    <a:pt x="4945" y="5484"/>
                  </a:lnTo>
                  <a:lnTo>
                    <a:pt x="5004" y="5510"/>
                  </a:lnTo>
                  <a:cubicBezTo>
                    <a:pt x="4878" y="5442"/>
                    <a:pt x="4759" y="5366"/>
                    <a:pt x="4632" y="5290"/>
                  </a:cubicBezTo>
                  <a:cubicBezTo>
                    <a:pt x="4514" y="5222"/>
                    <a:pt x="4387" y="5146"/>
                    <a:pt x="4268" y="5070"/>
                  </a:cubicBezTo>
                  <a:lnTo>
                    <a:pt x="4268" y="5070"/>
                  </a:lnTo>
                  <a:cubicBezTo>
                    <a:pt x="4404" y="5180"/>
                    <a:pt x="4522" y="5247"/>
                    <a:pt x="4480" y="5247"/>
                  </a:cubicBezTo>
                  <a:cubicBezTo>
                    <a:pt x="4277" y="5120"/>
                    <a:pt x="4082" y="4985"/>
                    <a:pt x="3896" y="4841"/>
                  </a:cubicBezTo>
                  <a:cubicBezTo>
                    <a:pt x="3778" y="4731"/>
                    <a:pt x="3651" y="4638"/>
                    <a:pt x="3516" y="4545"/>
                  </a:cubicBezTo>
                  <a:cubicBezTo>
                    <a:pt x="3346" y="4427"/>
                    <a:pt x="3186" y="4291"/>
                    <a:pt x="3016" y="4164"/>
                  </a:cubicBezTo>
                  <a:cubicBezTo>
                    <a:pt x="2847" y="4038"/>
                    <a:pt x="2695" y="3894"/>
                    <a:pt x="2534" y="3758"/>
                  </a:cubicBezTo>
                  <a:lnTo>
                    <a:pt x="2534" y="3758"/>
                  </a:lnTo>
                  <a:lnTo>
                    <a:pt x="2619" y="3818"/>
                  </a:lnTo>
                  <a:lnTo>
                    <a:pt x="2475" y="3699"/>
                  </a:lnTo>
                  <a:cubicBezTo>
                    <a:pt x="1435" y="2752"/>
                    <a:pt x="656" y="1559"/>
                    <a:pt x="115" y="248"/>
                  </a:cubicBezTo>
                  <a:cubicBezTo>
                    <a:pt x="41" y="63"/>
                    <a:pt x="14"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4"/>
            <p:cNvSpPr/>
            <p:nvPr/>
          </p:nvSpPr>
          <p:spPr>
            <a:xfrm rot="8374331">
              <a:off x="8898921" y="1266728"/>
              <a:ext cx="181" cy="821"/>
            </a:xfrm>
            <a:custGeom>
              <a:rect b="b" l="l" r="r" t="t"/>
              <a:pathLst>
                <a:path extrusionOk="0" h="25" w="6">
                  <a:moveTo>
                    <a:pt x="3" y="1"/>
                  </a:moveTo>
                  <a:cubicBezTo>
                    <a:pt x="2" y="1"/>
                    <a:pt x="0" y="5"/>
                    <a:pt x="0" y="16"/>
                  </a:cubicBezTo>
                  <a:lnTo>
                    <a:pt x="0" y="24"/>
                  </a:lnTo>
                  <a:cubicBezTo>
                    <a:pt x="5" y="10"/>
                    <a:pt x="5" y="1"/>
                    <a:pt x="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4"/>
            <p:cNvSpPr/>
            <p:nvPr/>
          </p:nvSpPr>
          <p:spPr>
            <a:xfrm rot="8374331">
              <a:off x="8876766" y="1236599"/>
              <a:ext cx="3350" cy="42806"/>
            </a:xfrm>
            <a:custGeom>
              <a:rect b="b" l="l" r="r" t="t"/>
              <a:pathLst>
                <a:path extrusionOk="0" h="1304" w="111">
                  <a:moveTo>
                    <a:pt x="1" y="0"/>
                  </a:moveTo>
                  <a:lnTo>
                    <a:pt x="1" y="0"/>
                  </a:lnTo>
                  <a:cubicBezTo>
                    <a:pt x="9" y="110"/>
                    <a:pt x="52" y="533"/>
                    <a:pt x="52" y="694"/>
                  </a:cubicBezTo>
                  <a:lnTo>
                    <a:pt x="26" y="525"/>
                  </a:lnTo>
                  <a:lnTo>
                    <a:pt x="111" y="1303"/>
                  </a:lnTo>
                  <a:cubicBezTo>
                    <a:pt x="85" y="897"/>
                    <a:pt x="52" y="491"/>
                    <a:pt x="35" y="85"/>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4"/>
            <p:cNvSpPr/>
            <p:nvPr/>
          </p:nvSpPr>
          <p:spPr>
            <a:xfrm rot="8374331">
              <a:off x="8843228" y="1227319"/>
              <a:ext cx="4618" cy="31120"/>
            </a:xfrm>
            <a:custGeom>
              <a:rect b="b" l="l" r="r" t="t"/>
              <a:pathLst>
                <a:path extrusionOk="0" h="948" w="153">
                  <a:moveTo>
                    <a:pt x="17" y="0"/>
                  </a:moveTo>
                  <a:cubicBezTo>
                    <a:pt x="0" y="17"/>
                    <a:pt x="68" y="728"/>
                    <a:pt x="85" y="889"/>
                  </a:cubicBezTo>
                  <a:lnTo>
                    <a:pt x="152" y="948"/>
                  </a:lnTo>
                  <a:cubicBezTo>
                    <a:pt x="115" y="600"/>
                    <a:pt x="90" y="456"/>
                    <a:pt x="79" y="456"/>
                  </a:cubicBezTo>
                  <a:cubicBezTo>
                    <a:pt x="70" y="456"/>
                    <a:pt x="69" y="548"/>
                    <a:pt x="76" y="703"/>
                  </a:cubicBezTo>
                  <a:cubicBezTo>
                    <a:pt x="17" y="127"/>
                    <a:pt x="85" y="398"/>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4"/>
            <p:cNvSpPr/>
            <p:nvPr/>
          </p:nvSpPr>
          <p:spPr>
            <a:xfrm rot="8374331">
              <a:off x="8679084" y="1173924"/>
              <a:ext cx="3592" cy="13623"/>
            </a:xfrm>
            <a:custGeom>
              <a:rect b="b" l="l" r="r" t="t"/>
              <a:pathLst>
                <a:path extrusionOk="0" h="415" w="119">
                  <a:moveTo>
                    <a:pt x="0" y="0"/>
                  </a:moveTo>
                  <a:lnTo>
                    <a:pt x="118" y="415"/>
                  </a:lnTo>
                  <a:lnTo>
                    <a:pt x="59" y="161"/>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4"/>
            <p:cNvSpPr/>
            <p:nvPr/>
          </p:nvSpPr>
          <p:spPr>
            <a:xfrm rot="8374331">
              <a:off x="8693805" y="1178124"/>
              <a:ext cx="3350" cy="13656"/>
            </a:xfrm>
            <a:custGeom>
              <a:rect b="b" l="l" r="r" t="t"/>
              <a:pathLst>
                <a:path extrusionOk="0" h="416" w="111">
                  <a:moveTo>
                    <a:pt x="9" y="1"/>
                  </a:moveTo>
                  <a:cubicBezTo>
                    <a:pt x="0" y="43"/>
                    <a:pt x="0" y="94"/>
                    <a:pt x="9" y="136"/>
                  </a:cubicBezTo>
                  <a:cubicBezTo>
                    <a:pt x="42" y="229"/>
                    <a:pt x="76" y="322"/>
                    <a:pt x="110" y="415"/>
                  </a:cubicBezTo>
                  <a:cubicBezTo>
                    <a:pt x="68" y="280"/>
                    <a:pt x="34" y="145"/>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4"/>
            <p:cNvSpPr/>
            <p:nvPr/>
          </p:nvSpPr>
          <p:spPr>
            <a:xfrm rot="8374331">
              <a:off x="8747838" y="1193351"/>
              <a:ext cx="3350" cy="20287"/>
            </a:xfrm>
            <a:custGeom>
              <a:rect b="b" l="l" r="r" t="t"/>
              <a:pathLst>
                <a:path extrusionOk="0" h="618" w="111">
                  <a:moveTo>
                    <a:pt x="0" y="0"/>
                  </a:moveTo>
                  <a:cubicBezTo>
                    <a:pt x="13" y="74"/>
                    <a:pt x="26" y="150"/>
                    <a:pt x="40" y="225"/>
                  </a:cubicBezTo>
                  <a:lnTo>
                    <a:pt x="40" y="225"/>
                  </a:lnTo>
                  <a:cubicBezTo>
                    <a:pt x="27" y="154"/>
                    <a:pt x="14" y="79"/>
                    <a:pt x="0" y="0"/>
                  </a:cubicBezTo>
                  <a:close/>
                  <a:moveTo>
                    <a:pt x="40" y="225"/>
                  </a:moveTo>
                  <a:cubicBezTo>
                    <a:pt x="65" y="369"/>
                    <a:pt x="88" y="499"/>
                    <a:pt x="110" y="618"/>
                  </a:cubicBezTo>
                  <a:cubicBezTo>
                    <a:pt x="89" y="489"/>
                    <a:pt x="64" y="357"/>
                    <a:pt x="40" y="22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4"/>
            <p:cNvSpPr/>
            <p:nvPr/>
          </p:nvSpPr>
          <p:spPr>
            <a:xfrm rot="8374331">
              <a:off x="8730118" y="1188916"/>
              <a:ext cx="2565" cy="15855"/>
            </a:xfrm>
            <a:custGeom>
              <a:rect b="b" l="l" r="r" t="t"/>
              <a:pathLst>
                <a:path extrusionOk="0" h="483" w="85">
                  <a:moveTo>
                    <a:pt x="0" y="1"/>
                  </a:moveTo>
                  <a:lnTo>
                    <a:pt x="0" y="1"/>
                  </a:lnTo>
                  <a:cubicBezTo>
                    <a:pt x="26" y="170"/>
                    <a:pt x="59" y="322"/>
                    <a:pt x="85" y="483"/>
                  </a:cubicBezTo>
                  <a:lnTo>
                    <a:pt x="85" y="466"/>
                  </a:lnTo>
                  <a:cubicBezTo>
                    <a:pt x="59" y="305"/>
                    <a:pt x="26" y="153"/>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4"/>
            <p:cNvSpPr/>
            <p:nvPr/>
          </p:nvSpPr>
          <p:spPr>
            <a:xfrm rot="8374331">
              <a:off x="8712892" y="1179342"/>
              <a:ext cx="4376" cy="24719"/>
            </a:xfrm>
            <a:custGeom>
              <a:rect b="b" l="l" r="r" t="t"/>
              <a:pathLst>
                <a:path extrusionOk="0" h="753" w="145">
                  <a:moveTo>
                    <a:pt x="9" y="0"/>
                  </a:moveTo>
                  <a:lnTo>
                    <a:pt x="1" y="127"/>
                  </a:lnTo>
                  <a:cubicBezTo>
                    <a:pt x="43" y="347"/>
                    <a:pt x="102" y="550"/>
                    <a:pt x="145" y="753"/>
                  </a:cubicBezTo>
                  <a:cubicBezTo>
                    <a:pt x="145" y="694"/>
                    <a:pt x="145" y="635"/>
                    <a:pt x="128" y="575"/>
                  </a:cubicBezTo>
                  <a:cubicBezTo>
                    <a:pt x="119" y="525"/>
                    <a:pt x="111" y="457"/>
                    <a:pt x="85" y="364"/>
                  </a:cubicBezTo>
                  <a:cubicBezTo>
                    <a:pt x="60" y="271"/>
                    <a:pt x="43" y="152"/>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4"/>
            <p:cNvSpPr/>
            <p:nvPr/>
          </p:nvSpPr>
          <p:spPr>
            <a:xfrm rot="8374331">
              <a:off x="8184692" y="1182149"/>
              <a:ext cx="89217" cy="48879"/>
            </a:xfrm>
            <a:custGeom>
              <a:rect b="b" l="l" r="r" t="t"/>
              <a:pathLst>
                <a:path extrusionOk="0" h="1489" w="2956">
                  <a:moveTo>
                    <a:pt x="66" y="0"/>
                  </a:moveTo>
                  <a:cubicBezTo>
                    <a:pt x="1" y="0"/>
                    <a:pt x="99" y="89"/>
                    <a:pt x="88" y="118"/>
                  </a:cubicBezTo>
                  <a:cubicBezTo>
                    <a:pt x="147" y="160"/>
                    <a:pt x="1231" y="727"/>
                    <a:pt x="1313" y="727"/>
                  </a:cubicBezTo>
                  <a:cubicBezTo>
                    <a:pt x="1314" y="727"/>
                    <a:pt x="1314" y="727"/>
                    <a:pt x="1315" y="727"/>
                  </a:cubicBezTo>
                  <a:cubicBezTo>
                    <a:pt x="1212" y="669"/>
                    <a:pt x="1181" y="648"/>
                    <a:pt x="1187" y="648"/>
                  </a:cubicBezTo>
                  <a:lnTo>
                    <a:pt x="1187" y="648"/>
                  </a:lnTo>
                  <a:cubicBezTo>
                    <a:pt x="1203" y="648"/>
                    <a:pt x="1447" y="770"/>
                    <a:pt x="1457" y="770"/>
                  </a:cubicBezTo>
                  <a:cubicBezTo>
                    <a:pt x="1464" y="770"/>
                    <a:pt x="1378" y="722"/>
                    <a:pt x="1086" y="566"/>
                  </a:cubicBezTo>
                  <a:cubicBezTo>
                    <a:pt x="1077" y="559"/>
                    <a:pt x="1076" y="556"/>
                    <a:pt x="1081" y="556"/>
                  </a:cubicBezTo>
                  <a:cubicBezTo>
                    <a:pt x="1117" y="556"/>
                    <a:pt x="1525" y="746"/>
                    <a:pt x="1907" y="964"/>
                  </a:cubicBezTo>
                  <a:cubicBezTo>
                    <a:pt x="1876" y="964"/>
                    <a:pt x="1654" y="846"/>
                    <a:pt x="1644" y="846"/>
                  </a:cubicBezTo>
                  <a:lnTo>
                    <a:pt x="1644" y="846"/>
                  </a:lnTo>
                  <a:cubicBezTo>
                    <a:pt x="1641" y="846"/>
                    <a:pt x="1665" y="861"/>
                    <a:pt x="1738" y="904"/>
                  </a:cubicBezTo>
                  <a:cubicBezTo>
                    <a:pt x="1956" y="1007"/>
                    <a:pt x="2070" y="1071"/>
                    <a:pt x="2083" y="1071"/>
                  </a:cubicBezTo>
                  <a:cubicBezTo>
                    <a:pt x="2088" y="1071"/>
                    <a:pt x="2077" y="1061"/>
                    <a:pt x="2051" y="1040"/>
                  </a:cubicBezTo>
                  <a:lnTo>
                    <a:pt x="2051" y="1040"/>
                  </a:lnTo>
                  <a:lnTo>
                    <a:pt x="2567" y="1293"/>
                  </a:lnTo>
                  <a:cubicBezTo>
                    <a:pt x="2685" y="1353"/>
                    <a:pt x="2787" y="1403"/>
                    <a:pt x="2956" y="1488"/>
                  </a:cubicBezTo>
                  <a:cubicBezTo>
                    <a:pt x="2812" y="1403"/>
                    <a:pt x="2617" y="1293"/>
                    <a:pt x="2406" y="1175"/>
                  </a:cubicBezTo>
                  <a:cubicBezTo>
                    <a:pt x="2194" y="1048"/>
                    <a:pt x="1966" y="921"/>
                    <a:pt x="1721" y="794"/>
                  </a:cubicBezTo>
                  <a:cubicBezTo>
                    <a:pt x="1230" y="532"/>
                    <a:pt x="714" y="270"/>
                    <a:pt x="316" y="84"/>
                  </a:cubicBezTo>
                  <a:cubicBezTo>
                    <a:pt x="171" y="22"/>
                    <a:pt x="98" y="0"/>
                    <a:pt x="6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4"/>
            <p:cNvSpPr/>
            <p:nvPr/>
          </p:nvSpPr>
          <p:spPr>
            <a:xfrm rot="8374331">
              <a:off x="8186686" y="1209573"/>
              <a:ext cx="13310" cy="8108"/>
            </a:xfrm>
            <a:custGeom>
              <a:rect b="b" l="l" r="r" t="t"/>
              <a:pathLst>
                <a:path extrusionOk="0" h="247" w="441">
                  <a:moveTo>
                    <a:pt x="0" y="1"/>
                  </a:moveTo>
                  <a:lnTo>
                    <a:pt x="440" y="246"/>
                  </a:lnTo>
                  <a:cubicBezTo>
                    <a:pt x="297" y="153"/>
                    <a:pt x="153" y="6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4"/>
            <p:cNvSpPr/>
            <p:nvPr/>
          </p:nvSpPr>
          <p:spPr>
            <a:xfrm rot="8374331">
              <a:off x="8412542" y="1152881"/>
              <a:ext cx="18803" cy="14280"/>
            </a:xfrm>
            <a:custGeom>
              <a:rect b="b" l="l" r="r" t="t"/>
              <a:pathLst>
                <a:path extrusionOk="0" h="435" w="623">
                  <a:moveTo>
                    <a:pt x="2" y="1"/>
                  </a:moveTo>
                  <a:cubicBezTo>
                    <a:pt x="1" y="1"/>
                    <a:pt x="5" y="4"/>
                    <a:pt x="14" y="12"/>
                  </a:cubicBezTo>
                  <a:cubicBezTo>
                    <a:pt x="208" y="164"/>
                    <a:pt x="420" y="299"/>
                    <a:pt x="623" y="435"/>
                  </a:cubicBezTo>
                  <a:cubicBezTo>
                    <a:pt x="538" y="375"/>
                    <a:pt x="454" y="316"/>
                    <a:pt x="386" y="248"/>
                  </a:cubicBezTo>
                  <a:cubicBezTo>
                    <a:pt x="361" y="232"/>
                    <a:pt x="242" y="164"/>
                    <a:pt x="149" y="96"/>
                  </a:cubicBezTo>
                  <a:cubicBezTo>
                    <a:pt x="70" y="43"/>
                    <a:pt x="6" y="1"/>
                    <a:pt x="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4"/>
            <p:cNvSpPr/>
            <p:nvPr/>
          </p:nvSpPr>
          <p:spPr>
            <a:xfrm rot="8374331">
              <a:off x="8398365" y="1161225"/>
              <a:ext cx="8481" cy="5581"/>
            </a:xfrm>
            <a:custGeom>
              <a:rect b="b" l="l" r="r" t="t"/>
              <a:pathLst>
                <a:path extrusionOk="0" h="170" w="281">
                  <a:moveTo>
                    <a:pt x="1" y="0"/>
                  </a:moveTo>
                  <a:cubicBezTo>
                    <a:pt x="69" y="42"/>
                    <a:pt x="153" y="93"/>
                    <a:pt x="280" y="169"/>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4"/>
            <p:cNvSpPr/>
            <p:nvPr/>
          </p:nvSpPr>
          <p:spPr>
            <a:xfrm rot="8374331">
              <a:off x="8419335" y="1160518"/>
              <a:ext cx="1298" cy="853"/>
            </a:xfrm>
            <a:custGeom>
              <a:rect b="b" l="l" r="r" t="t"/>
              <a:pathLst>
                <a:path extrusionOk="0" h="26" w="43">
                  <a:moveTo>
                    <a:pt x="0" y="0"/>
                  </a:moveTo>
                  <a:lnTo>
                    <a:pt x="34" y="25"/>
                  </a:lnTo>
                  <a:cubicBezTo>
                    <a:pt x="43" y="25"/>
                    <a:pt x="43" y="25"/>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4"/>
            <p:cNvSpPr/>
            <p:nvPr/>
          </p:nvSpPr>
          <p:spPr>
            <a:xfrm rot="8374331">
              <a:off x="8802664" y="1217556"/>
              <a:ext cx="1569" cy="15593"/>
            </a:xfrm>
            <a:custGeom>
              <a:rect b="b" l="l" r="r" t="t"/>
              <a:pathLst>
                <a:path extrusionOk="0" h="475" w="52">
                  <a:moveTo>
                    <a:pt x="1" y="0"/>
                  </a:moveTo>
                  <a:lnTo>
                    <a:pt x="1" y="0"/>
                  </a:lnTo>
                  <a:cubicBezTo>
                    <a:pt x="9" y="127"/>
                    <a:pt x="26" y="313"/>
                    <a:pt x="51" y="474"/>
                  </a:cubicBezTo>
                  <a:cubicBezTo>
                    <a:pt x="43" y="313"/>
                    <a:pt x="26" y="153"/>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4"/>
            <p:cNvSpPr/>
            <p:nvPr/>
          </p:nvSpPr>
          <p:spPr>
            <a:xfrm rot="8374331">
              <a:off x="9145448" y="1416601"/>
              <a:ext cx="2596" cy="9192"/>
            </a:xfrm>
            <a:custGeom>
              <a:rect b="b" l="l" r="r" t="t"/>
              <a:pathLst>
                <a:path extrusionOk="0" h="280" w="86">
                  <a:moveTo>
                    <a:pt x="85" y="1"/>
                  </a:moveTo>
                  <a:cubicBezTo>
                    <a:pt x="51" y="102"/>
                    <a:pt x="34" y="145"/>
                    <a:pt x="1" y="280"/>
                  </a:cubicBezTo>
                  <a:lnTo>
                    <a:pt x="8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4"/>
            <p:cNvSpPr/>
            <p:nvPr/>
          </p:nvSpPr>
          <p:spPr>
            <a:xfrm rot="8374331">
              <a:off x="9238057" y="1509742"/>
              <a:ext cx="543" cy="1970"/>
            </a:xfrm>
            <a:custGeom>
              <a:rect b="b" l="l" r="r" t="t"/>
              <a:pathLst>
                <a:path extrusionOk="0" h="60" w="18">
                  <a:moveTo>
                    <a:pt x="1" y="60"/>
                  </a:moveTo>
                  <a:cubicBezTo>
                    <a:pt x="1" y="43"/>
                    <a:pt x="9" y="17"/>
                    <a:pt x="18" y="0"/>
                  </a:cubicBezTo>
                  <a:cubicBezTo>
                    <a:pt x="9" y="17"/>
                    <a:pt x="1" y="43"/>
                    <a:pt x="1" y="6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4"/>
            <p:cNvSpPr/>
            <p:nvPr/>
          </p:nvSpPr>
          <p:spPr>
            <a:xfrm rot="8374331">
              <a:off x="9235114" y="1508903"/>
              <a:ext cx="23753" cy="39195"/>
            </a:xfrm>
            <a:custGeom>
              <a:rect b="b" l="l" r="r" t="t"/>
              <a:pathLst>
                <a:path extrusionOk="0" h="1194" w="787">
                  <a:moveTo>
                    <a:pt x="787" y="1"/>
                  </a:moveTo>
                  <a:cubicBezTo>
                    <a:pt x="660" y="153"/>
                    <a:pt x="491" y="398"/>
                    <a:pt x="339" y="635"/>
                  </a:cubicBezTo>
                  <a:cubicBezTo>
                    <a:pt x="178" y="863"/>
                    <a:pt x="42" y="1092"/>
                    <a:pt x="0" y="1193"/>
                  </a:cubicBezTo>
                  <a:cubicBezTo>
                    <a:pt x="42" y="1100"/>
                    <a:pt x="161" y="931"/>
                    <a:pt x="271" y="762"/>
                  </a:cubicBezTo>
                  <a:cubicBezTo>
                    <a:pt x="381" y="584"/>
                    <a:pt x="508" y="415"/>
                    <a:pt x="558" y="314"/>
                  </a:cubicBezTo>
                  <a:lnTo>
                    <a:pt x="558" y="314"/>
                  </a:lnTo>
                  <a:lnTo>
                    <a:pt x="550" y="339"/>
                  </a:lnTo>
                  <a:cubicBezTo>
                    <a:pt x="618" y="220"/>
                    <a:pt x="702" y="111"/>
                    <a:pt x="78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4"/>
            <p:cNvSpPr/>
            <p:nvPr/>
          </p:nvSpPr>
          <p:spPr>
            <a:xfrm rot="8374331">
              <a:off x="6014032" y="-452801"/>
              <a:ext cx="30453" cy="186260"/>
            </a:xfrm>
            <a:custGeom>
              <a:rect b="b" l="l" r="r" t="t"/>
              <a:pathLst>
                <a:path extrusionOk="0" h="5674" w="1009">
                  <a:moveTo>
                    <a:pt x="45" y="0"/>
                  </a:moveTo>
                  <a:cubicBezTo>
                    <a:pt x="35" y="0"/>
                    <a:pt x="42" y="203"/>
                    <a:pt x="28" y="203"/>
                  </a:cubicBezTo>
                  <a:cubicBezTo>
                    <a:pt x="22" y="203"/>
                    <a:pt x="14" y="175"/>
                    <a:pt x="0" y="96"/>
                  </a:cubicBezTo>
                  <a:lnTo>
                    <a:pt x="0" y="96"/>
                  </a:lnTo>
                  <a:cubicBezTo>
                    <a:pt x="34" y="400"/>
                    <a:pt x="76" y="789"/>
                    <a:pt x="110" y="1102"/>
                  </a:cubicBezTo>
                  <a:cubicBezTo>
                    <a:pt x="132" y="1377"/>
                    <a:pt x="168" y="1593"/>
                    <a:pt x="193" y="1659"/>
                  </a:cubicBezTo>
                  <a:lnTo>
                    <a:pt x="193" y="1659"/>
                  </a:lnTo>
                  <a:cubicBezTo>
                    <a:pt x="192" y="1658"/>
                    <a:pt x="191" y="1657"/>
                    <a:pt x="190" y="1657"/>
                  </a:cubicBezTo>
                  <a:lnTo>
                    <a:pt x="190" y="1657"/>
                  </a:lnTo>
                  <a:cubicBezTo>
                    <a:pt x="186" y="1657"/>
                    <a:pt x="186" y="1676"/>
                    <a:pt x="195" y="1745"/>
                  </a:cubicBezTo>
                  <a:lnTo>
                    <a:pt x="279" y="2092"/>
                  </a:lnTo>
                  <a:lnTo>
                    <a:pt x="237" y="1754"/>
                  </a:lnTo>
                  <a:lnTo>
                    <a:pt x="237" y="1754"/>
                  </a:lnTo>
                  <a:cubicBezTo>
                    <a:pt x="279" y="1931"/>
                    <a:pt x="339" y="2303"/>
                    <a:pt x="398" y="2667"/>
                  </a:cubicBezTo>
                  <a:cubicBezTo>
                    <a:pt x="406" y="2752"/>
                    <a:pt x="423" y="2845"/>
                    <a:pt x="432" y="2929"/>
                  </a:cubicBezTo>
                  <a:cubicBezTo>
                    <a:pt x="449" y="3014"/>
                    <a:pt x="465" y="3090"/>
                    <a:pt x="474" y="3158"/>
                  </a:cubicBezTo>
                  <a:cubicBezTo>
                    <a:pt x="499" y="3302"/>
                    <a:pt x="516" y="3412"/>
                    <a:pt x="516" y="3471"/>
                  </a:cubicBezTo>
                  <a:cubicBezTo>
                    <a:pt x="389" y="2819"/>
                    <a:pt x="398" y="3149"/>
                    <a:pt x="288" y="2236"/>
                  </a:cubicBezTo>
                  <a:cubicBezTo>
                    <a:pt x="288" y="2263"/>
                    <a:pt x="288" y="2342"/>
                    <a:pt x="279" y="2342"/>
                  </a:cubicBezTo>
                  <a:cubicBezTo>
                    <a:pt x="274" y="2342"/>
                    <a:pt x="266" y="2317"/>
                    <a:pt x="254" y="2244"/>
                  </a:cubicBezTo>
                  <a:lnTo>
                    <a:pt x="254" y="2244"/>
                  </a:lnTo>
                  <a:cubicBezTo>
                    <a:pt x="296" y="2506"/>
                    <a:pt x="330" y="2769"/>
                    <a:pt x="381" y="3031"/>
                  </a:cubicBezTo>
                  <a:cubicBezTo>
                    <a:pt x="423" y="3285"/>
                    <a:pt x="474" y="3539"/>
                    <a:pt x="525" y="3792"/>
                  </a:cubicBezTo>
                  <a:cubicBezTo>
                    <a:pt x="618" y="4300"/>
                    <a:pt x="745" y="4816"/>
                    <a:pt x="872" y="5357"/>
                  </a:cubicBezTo>
                  <a:cubicBezTo>
                    <a:pt x="835" y="5149"/>
                    <a:pt x="825" y="5072"/>
                    <a:pt x="830" y="5072"/>
                  </a:cubicBezTo>
                  <a:lnTo>
                    <a:pt x="830" y="5072"/>
                  </a:lnTo>
                  <a:cubicBezTo>
                    <a:pt x="845" y="5072"/>
                    <a:pt x="980" y="5673"/>
                    <a:pt x="1004" y="5673"/>
                  </a:cubicBezTo>
                  <a:cubicBezTo>
                    <a:pt x="1007" y="5673"/>
                    <a:pt x="1008" y="5662"/>
                    <a:pt x="1007" y="5636"/>
                  </a:cubicBezTo>
                  <a:lnTo>
                    <a:pt x="888" y="5171"/>
                  </a:lnTo>
                  <a:lnTo>
                    <a:pt x="905" y="5205"/>
                  </a:lnTo>
                  <a:lnTo>
                    <a:pt x="778" y="4638"/>
                  </a:lnTo>
                  <a:lnTo>
                    <a:pt x="778" y="4638"/>
                  </a:lnTo>
                  <a:cubicBezTo>
                    <a:pt x="786" y="4743"/>
                    <a:pt x="800" y="4829"/>
                    <a:pt x="785" y="4829"/>
                  </a:cubicBezTo>
                  <a:cubicBezTo>
                    <a:pt x="784" y="4829"/>
                    <a:pt x="781" y="4827"/>
                    <a:pt x="778" y="4824"/>
                  </a:cubicBezTo>
                  <a:cubicBezTo>
                    <a:pt x="736" y="4672"/>
                    <a:pt x="711" y="4511"/>
                    <a:pt x="694" y="4342"/>
                  </a:cubicBezTo>
                  <a:cubicBezTo>
                    <a:pt x="694" y="4232"/>
                    <a:pt x="677" y="4122"/>
                    <a:pt x="660" y="4012"/>
                  </a:cubicBezTo>
                  <a:lnTo>
                    <a:pt x="499" y="3158"/>
                  </a:lnTo>
                  <a:lnTo>
                    <a:pt x="516" y="3226"/>
                  </a:lnTo>
                  <a:cubicBezTo>
                    <a:pt x="508" y="3183"/>
                    <a:pt x="499" y="3141"/>
                    <a:pt x="482" y="3099"/>
                  </a:cubicBezTo>
                  <a:cubicBezTo>
                    <a:pt x="432" y="2853"/>
                    <a:pt x="406" y="2616"/>
                    <a:pt x="364" y="2371"/>
                  </a:cubicBezTo>
                  <a:lnTo>
                    <a:pt x="254" y="1644"/>
                  </a:lnTo>
                  <a:cubicBezTo>
                    <a:pt x="186" y="1161"/>
                    <a:pt x="136" y="671"/>
                    <a:pt x="76" y="180"/>
                  </a:cubicBezTo>
                  <a:cubicBezTo>
                    <a:pt x="59" y="46"/>
                    <a:pt x="50" y="0"/>
                    <a:pt x="4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4"/>
            <p:cNvSpPr/>
            <p:nvPr/>
          </p:nvSpPr>
          <p:spPr>
            <a:xfrm rot="8374331">
              <a:off x="5374952" y="735142"/>
              <a:ext cx="4346" cy="15297"/>
            </a:xfrm>
            <a:custGeom>
              <a:rect b="b" l="l" r="r" t="t"/>
              <a:pathLst>
                <a:path extrusionOk="0" h="466" w="144">
                  <a:moveTo>
                    <a:pt x="34" y="263"/>
                  </a:moveTo>
                  <a:cubicBezTo>
                    <a:pt x="34" y="273"/>
                    <a:pt x="35" y="279"/>
                    <a:pt x="38" y="283"/>
                  </a:cubicBezTo>
                  <a:lnTo>
                    <a:pt x="38" y="283"/>
                  </a:lnTo>
                  <a:cubicBezTo>
                    <a:pt x="37" y="277"/>
                    <a:pt x="35" y="270"/>
                    <a:pt x="34" y="263"/>
                  </a:cubicBezTo>
                  <a:close/>
                  <a:moveTo>
                    <a:pt x="0" y="0"/>
                  </a:moveTo>
                  <a:lnTo>
                    <a:pt x="34" y="161"/>
                  </a:lnTo>
                  <a:lnTo>
                    <a:pt x="26" y="153"/>
                  </a:lnTo>
                  <a:lnTo>
                    <a:pt x="26" y="153"/>
                  </a:lnTo>
                  <a:cubicBezTo>
                    <a:pt x="42" y="195"/>
                    <a:pt x="51" y="246"/>
                    <a:pt x="51" y="288"/>
                  </a:cubicBezTo>
                  <a:cubicBezTo>
                    <a:pt x="46" y="288"/>
                    <a:pt x="41" y="288"/>
                    <a:pt x="38" y="283"/>
                  </a:cubicBezTo>
                  <a:lnTo>
                    <a:pt x="38" y="283"/>
                  </a:lnTo>
                  <a:cubicBezTo>
                    <a:pt x="70" y="446"/>
                    <a:pt x="95" y="311"/>
                    <a:pt x="136" y="466"/>
                  </a:cubicBezTo>
                  <a:cubicBezTo>
                    <a:pt x="136" y="449"/>
                    <a:pt x="127" y="440"/>
                    <a:pt x="127" y="423"/>
                  </a:cubicBezTo>
                  <a:cubicBezTo>
                    <a:pt x="120" y="389"/>
                    <a:pt x="125" y="360"/>
                    <a:pt x="136" y="360"/>
                  </a:cubicBezTo>
                  <a:cubicBezTo>
                    <a:pt x="138" y="360"/>
                    <a:pt x="141" y="361"/>
                    <a:pt x="144" y="364"/>
                  </a:cubicBezTo>
                  <a:cubicBezTo>
                    <a:pt x="102" y="280"/>
                    <a:pt x="127" y="280"/>
                    <a:pt x="85" y="271"/>
                  </a:cubicBezTo>
                  <a:cubicBezTo>
                    <a:pt x="67" y="235"/>
                    <a:pt x="70" y="199"/>
                    <a:pt x="82" y="199"/>
                  </a:cubicBezTo>
                  <a:cubicBezTo>
                    <a:pt x="88" y="199"/>
                    <a:pt x="94" y="205"/>
                    <a:pt x="102" y="220"/>
                  </a:cubicBezTo>
                  <a:lnTo>
                    <a:pt x="51" y="77"/>
                  </a:lnTo>
                  <a:lnTo>
                    <a:pt x="59" y="170"/>
                  </a:lnTo>
                  <a:cubicBezTo>
                    <a:pt x="26" y="144"/>
                    <a:pt x="42" y="17"/>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4"/>
            <p:cNvSpPr/>
            <p:nvPr/>
          </p:nvSpPr>
          <p:spPr>
            <a:xfrm rot="8374331">
              <a:off x="5359899" y="730187"/>
              <a:ext cx="7425" cy="13919"/>
            </a:xfrm>
            <a:custGeom>
              <a:rect b="b" l="l" r="r" t="t"/>
              <a:pathLst>
                <a:path extrusionOk="0" h="424" w="246">
                  <a:moveTo>
                    <a:pt x="34" y="1"/>
                  </a:moveTo>
                  <a:cubicBezTo>
                    <a:pt x="0" y="60"/>
                    <a:pt x="51" y="187"/>
                    <a:pt x="42" y="238"/>
                  </a:cubicBezTo>
                  <a:cubicBezTo>
                    <a:pt x="51" y="221"/>
                    <a:pt x="57" y="216"/>
                    <a:pt x="62" y="216"/>
                  </a:cubicBezTo>
                  <a:cubicBezTo>
                    <a:pt x="69" y="216"/>
                    <a:pt x="73" y="227"/>
                    <a:pt x="76" y="227"/>
                  </a:cubicBezTo>
                  <a:cubicBezTo>
                    <a:pt x="79" y="227"/>
                    <a:pt x="81" y="214"/>
                    <a:pt x="85" y="161"/>
                  </a:cubicBezTo>
                  <a:lnTo>
                    <a:pt x="136" y="221"/>
                  </a:lnTo>
                  <a:lnTo>
                    <a:pt x="144" y="339"/>
                  </a:lnTo>
                  <a:cubicBezTo>
                    <a:pt x="157" y="339"/>
                    <a:pt x="174" y="386"/>
                    <a:pt x="182" y="386"/>
                  </a:cubicBezTo>
                  <a:cubicBezTo>
                    <a:pt x="185" y="386"/>
                    <a:pt x="186" y="380"/>
                    <a:pt x="186" y="365"/>
                  </a:cubicBezTo>
                  <a:cubicBezTo>
                    <a:pt x="186" y="348"/>
                    <a:pt x="178" y="331"/>
                    <a:pt x="178" y="314"/>
                  </a:cubicBezTo>
                  <a:lnTo>
                    <a:pt x="178" y="314"/>
                  </a:lnTo>
                  <a:cubicBezTo>
                    <a:pt x="207" y="321"/>
                    <a:pt x="217" y="423"/>
                    <a:pt x="236" y="423"/>
                  </a:cubicBezTo>
                  <a:cubicBezTo>
                    <a:pt x="239" y="423"/>
                    <a:pt x="242" y="421"/>
                    <a:pt x="246" y="415"/>
                  </a:cubicBezTo>
                  <a:cubicBezTo>
                    <a:pt x="237" y="365"/>
                    <a:pt x="212" y="305"/>
                    <a:pt x="186" y="263"/>
                  </a:cubicBezTo>
                  <a:cubicBezTo>
                    <a:pt x="178" y="195"/>
                    <a:pt x="169" y="136"/>
                    <a:pt x="169" y="77"/>
                  </a:cubicBezTo>
                  <a:cubicBezTo>
                    <a:pt x="161" y="52"/>
                    <a:pt x="144" y="52"/>
                    <a:pt x="136" y="18"/>
                  </a:cubicBezTo>
                  <a:lnTo>
                    <a:pt x="136" y="43"/>
                  </a:lnTo>
                  <a:lnTo>
                    <a:pt x="93" y="52"/>
                  </a:lnTo>
                  <a:cubicBezTo>
                    <a:pt x="102" y="77"/>
                    <a:pt x="110" y="102"/>
                    <a:pt x="110" y="128"/>
                  </a:cubicBezTo>
                  <a:lnTo>
                    <a:pt x="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4"/>
            <p:cNvSpPr/>
            <p:nvPr/>
          </p:nvSpPr>
          <p:spPr>
            <a:xfrm rot="8374331">
              <a:off x="5368671" y="740260"/>
              <a:ext cx="30" cy="33"/>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4"/>
            <p:cNvSpPr/>
            <p:nvPr/>
          </p:nvSpPr>
          <p:spPr>
            <a:xfrm rot="8374331">
              <a:off x="5178741" y="589851"/>
              <a:ext cx="13310" cy="3086"/>
            </a:xfrm>
            <a:custGeom>
              <a:rect b="b" l="l" r="r" t="t"/>
              <a:pathLst>
                <a:path extrusionOk="0" h="94" w="441">
                  <a:moveTo>
                    <a:pt x="212" y="1"/>
                  </a:moveTo>
                  <a:cubicBezTo>
                    <a:pt x="205" y="2"/>
                    <a:pt x="201" y="4"/>
                    <a:pt x="199" y="7"/>
                  </a:cubicBezTo>
                  <a:lnTo>
                    <a:pt x="199" y="7"/>
                  </a:lnTo>
                  <a:lnTo>
                    <a:pt x="212" y="1"/>
                  </a:lnTo>
                  <a:close/>
                  <a:moveTo>
                    <a:pt x="199" y="7"/>
                  </a:moveTo>
                  <a:lnTo>
                    <a:pt x="0" y="94"/>
                  </a:lnTo>
                  <a:cubicBezTo>
                    <a:pt x="73" y="94"/>
                    <a:pt x="61" y="63"/>
                    <a:pt x="142" y="60"/>
                  </a:cubicBezTo>
                  <a:lnTo>
                    <a:pt x="142" y="60"/>
                  </a:lnTo>
                  <a:cubicBezTo>
                    <a:pt x="129" y="61"/>
                    <a:pt x="117" y="64"/>
                    <a:pt x="110" y="77"/>
                  </a:cubicBezTo>
                  <a:lnTo>
                    <a:pt x="440" y="60"/>
                  </a:lnTo>
                  <a:cubicBezTo>
                    <a:pt x="432" y="52"/>
                    <a:pt x="330" y="35"/>
                    <a:pt x="398" y="26"/>
                  </a:cubicBezTo>
                  <a:cubicBezTo>
                    <a:pt x="387" y="24"/>
                    <a:pt x="376" y="23"/>
                    <a:pt x="365" y="23"/>
                  </a:cubicBezTo>
                  <a:cubicBezTo>
                    <a:pt x="331" y="23"/>
                    <a:pt x="296" y="33"/>
                    <a:pt x="271" y="52"/>
                  </a:cubicBezTo>
                  <a:lnTo>
                    <a:pt x="296" y="26"/>
                  </a:lnTo>
                  <a:lnTo>
                    <a:pt x="296" y="26"/>
                  </a:lnTo>
                  <a:cubicBezTo>
                    <a:pt x="279" y="32"/>
                    <a:pt x="263" y="34"/>
                    <a:pt x="249" y="34"/>
                  </a:cubicBezTo>
                  <a:cubicBezTo>
                    <a:pt x="211" y="34"/>
                    <a:pt x="189" y="17"/>
                    <a:pt x="199" y="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4"/>
            <p:cNvSpPr/>
            <p:nvPr/>
          </p:nvSpPr>
          <p:spPr>
            <a:xfrm rot="8374331">
              <a:off x="5192012" y="599797"/>
              <a:ext cx="1056" cy="591"/>
            </a:xfrm>
            <a:custGeom>
              <a:rect b="b" l="l" r="r" t="t"/>
              <a:pathLst>
                <a:path extrusionOk="0" h="18" w="35">
                  <a:moveTo>
                    <a:pt x="34" y="1"/>
                  </a:moveTo>
                  <a:lnTo>
                    <a:pt x="34" y="1"/>
                  </a:lnTo>
                  <a:lnTo>
                    <a:pt x="0" y="18"/>
                  </a:lnTo>
                  <a:lnTo>
                    <a:pt x="0" y="18"/>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4"/>
            <p:cNvSpPr/>
            <p:nvPr/>
          </p:nvSpPr>
          <p:spPr>
            <a:xfrm rot="8374331">
              <a:off x="5175044" y="614653"/>
              <a:ext cx="10262" cy="4038"/>
            </a:xfrm>
            <a:custGeom>
              <a:rect b="b" l="l" r="r" t="t"/>
              <a:pathLst>
                <a:path extrusionOk="0" h="123" w="340">
                  <a:moveTo>
                    <a:pt x="339" y="1"/>
                  </a:moveTo>
                  <a:lnTo>
                    <a:pt x="195" y="35"/>
                  </a:lnTo>
                  <a:cubicBezTo>
                    <a:pt x="212" y="26"/>
                    <a:pt x="145" y="35"/>
                    <a:pt x="170" y="18"/>
                  </a:cubicBezTo>
                  <a:cubicBezTo>
                    <a:pt x="161" y="18"/>
                    <a:pt x="111" y="26"/>
                    <a:pt x="128" y="35"/>
                  </a:cubicBezTo>
                  <a:lnTo>
                    <a:pt x="153" y="35"/>
                  </a:lnTo>
                  <a:cubicBezTo>
                    <a:pt x="77" y="69"/>
                    <a:pt x="128" y="86"/>
                    <a:pt x="1" y="119"/>
                  </a:cubicBezTo>
                  <a:cubicBezTo>
                    <a:pt x="13" y="122"/>
                    <a:pt x="27" y="123"/>
                    <a:pt x="40" y="123"/>
                  </a:cubicBezTo>
                  <a:cubicBezTo>
                    <a:pt x="80" y="123"/>
                    <a:pt x="121" y="113"/>
                    <a:pt x="153" y="94"/>
                  </a:cubicBezTo>
                  <a:lnTo>
                    <a:pt x="195" y="86"/>
                  </a:lnTo>
                  <a:lnTo>
                    <a:pt x="314" y="26"/>
                  </a:lnTo>
                  <a:lnTo>
                    <a:pt x="33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4"/>
            <p:cNvSpPr/>
            <p:nvPr/>
          </p:nvSpPr>
          <p:spPr>
            <a:xfrm rot="8374331">
              <a:off x="5295574" y="498026"/>
              <a:ext cx="30" cy="33"/>
            </a:xfrm>
            <a:custGeom>
              <a:rect b="b" l="l" r="r" t="t"/>
              <a:pathLst>
                <a:path extrusionOk="0" h="1" w="1">
                  <a:moveTo>
                    <a:pt x="1" y="1"/>
                  </a:moveTo>
                  <a:lnTo>
                    <a:pt x="1" y="1"/>
                  </a:lnTo>
                  <a:cubicBezTo>
                    <a:pt x="1" y="1"/>
                    <a:pt x="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4"/>
            <p:cNvSpPr/>
            <p:nvPr/>
          </p:nvSpPr>
          <p:spPr>
            <a:xfrm rot="8374331">
              <a:off x="5295060" y="498484"/>
              <a:ext cx="815" cy="328"/>
            </a:xfrm>
            <a:custGeom>
              <a:rect b="b" l="l" r="r" t="t"/>
              <a:pathLst>
                <a:path extrusionOk="0" h="10" w="27">
                  <a:moveTo>
                    <a:pt x="1" y="1"/>
                  </a:moveTo>
                  <a:lnTo>
                    <a:pt x="1" y="9"/>
                  </a:lnTo>
                  <a:cubicBezTo>
                    <a:pt x="1" y="9"/>
                    <a:pt x="26"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4"/>
            <p:cNvSpPr/>
            <p:nvPr/>
          </p:nvSpPr>
          <p:spPr>
            <a:xfrm rot="8374331">
              <a:off x="5185589" y="590659"/>
              <a:ext cx="5131" cy="1149"/>
            </a:xfrm>
            <a:custGeom>
              <a:rect b="b" l="l" r="r" t="t"/>
              <a:pathLst>
                <a:path extrusionOk="0" h="35" w="170">
                  <a:moveTo>
                    <a:pt x="170" y="1"/>
                  </a:moveTo>
                  <a:lnTo>
                    <a:pt x="170" y="1"/>
                  </a:lnTo>
                  <a:cubicBezTo>
                    <a:pt x="119" y="9"/>
                    <a:pt x="68" y="17"/>
                    <a:pt x="1" y="34"/>
                  </a:cubicBezTo>
                  <a:lnTo>
                    <a:pt x="119" y="26"/>
                  </a:lnTo>
                  <a:lnTo>
                    <a:pt x="17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4"/>
            <p:cNvSpPr/>
            <p:nvPr/>
          </p:nvSpPr>
          <p:spPr>
            <a:xfrm rot="8374331">
              <a:off x="5191721" y="585571"/>
              <a:ext cx="1539" cy="886"/>
            </a:xfrm>
            <a:custGeom>
              <a:rect b="b" l="l" r="r" t="t"/>
              <a:pathLst>
                <a:path extrusionOk="0" h="27" w="51">
                  <a:moveTo>
                    <a:pt x="51" y="1"/>
                  </a:moveTo>
                  <a:lnTo>
                    <a:pt x="17" y="9"/>
                  </a:lnTo>
                  <a:cubicBezTo>
                    <a:pt x="9" y="18"/>
                    <a:pt x="0" y="18"/>
                    <a:pt x="9" y="26"/>
                  </a:cubicBezTo>
                  <a:cubicBezTo>
                    <a:pt x="25" y="18"/>
                    <a:pt x="34" y="9"/>
                    <a:pt x="5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4"/>
            <p:cNvSpPr/>
            <p:nvPr/>
          </p:nvSpPr>
          <p:spPr>
            <a:xfrm rot="8374331">
              <a:off x="5195752" y="582363"/>
              <a:ext cx="30" cy="33"/>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4"/>
            <p:cNvSpPr/>
            <p:nvPr/>
          </p:nvSpPr>
          <p:spPr>
            <a:xfrm rot="8374331">
              <a:off x="5335446" y="726155"/>
              <a:ext cx="30" cy="591"/>
            </a:xfrm>
            <a:custGeom>
              <a:rect b="b" l="l" r="r" t="t"/>
              <a:pathLst>
                <a:path extrusionOk="0" h="18" w="1">
                  <a:moveTo>
                    <a:pt x="0" y="18"/>
                  </a:moveTo>
                  <a:lnTo>
                    <a:pt x="0" y="1"/>
                  </a:lnTo>
                  <a:cubicBezTo>
                    <a:pt x="0" y="9"/>
                    <a:pt x="0" y="18"/>
                    <a:pt x="0" y="1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4"/>
            <p:cNvSpPr/>
            <p:nvPr/>
          </p:nvSpPr>
          <p:spPr>
            <a:xfrm rot="8374331">
              <a:off x="5144893" y="655341"/>
              <a:ext cx="30" cy="853"/>
            </a:xfrm>
            <a:custGeom>
              <a:rect b="b" l="l" r="r" t="t"/>
              <a:pathLst>
                <a:path extrusionOk="0" h="26" w="1">
                  <a:moveTo>
                    <a:pt x="1" y="26"/>
                  </a:moveTo>
                  <a:cubicBezTo>
                    <a:pt x="1" y="17"/>
                    <a:pt x="1" y="9"/>
                    <a:pt x="1" y="0"/>
                  </a:cubicBezTo>
                  <a:cubicBezTo>
                    <a:pt x="1" y="9"/>
                    <a:pt x="1" y="17"/>
                    <a:pt x="1" y="2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4"/>
            <p:cNvSpPr/>
            <p:nvPr/>
          </p:nvSpPr>
          <p:spPr>
            <a:xfrm rot="8374331">
              <a:off x="5172405" y="662035"/>
              <a:ext cx="543" cy="1674"/>
            </a:xfrm>
            <a:custGeom>
              <a:rect b="b" l="l" r="r" t="t"/>
              <a:pathLst>
                <a:path extrusionOk="0" h="51" w="18">
                  <a:moveTo>
                    <a:pt x="1" y="0"/>
                  </a:moveTo>
                  <a:cubicBezTo>
                    <a:pt x="1" y="17"/>
                    <a:pt x="9" y="34"/>
                    <a:pt x="18" y="51"/>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4"/>
            <p:cNvSpPr/>
            <p:nvPr/>
          </p:nvSpPr>
          <p:spPr>
            <a:xfrm rot="8374331">
              <a:off x="5319792" y="720445"/>
              <a:ext cx="30" cy="591"/>
            </a:xfrm>
            <a:custGeom>
              <a:rect b="b" l="l" r="r" t="t"/>
              <a:pathLst>
                <a:path extrusionOk="0" h="18" w="1">
                  <a:moveTo>
                    <a:pt x="0" y="0"/>
                  </a:moveTo>
                  <a:lnTo>
                    <a:pt x="0" y="9"/>
                  </a:lnTo>
                  <a:lnTo>
                    <a:pt x="0" y="17"/>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4"/>
            <p:cNvSpPr/>
            <p:nvPr/>
          </p:nvSpPr>
          <p:spPr>
            <a:xfrm rot="8374331">
              <a:off x="5227436" y="685310"/>
              <a:ext cx="30" cy="1149"/>
            </a:xfrm>
            <a:custGeom>
              <a:rect b="b" l="l" r="r" t="t"/>
              <a:pathLst>
                <a:path extrusionOk="0" h="35" w="1">
                  <a:moveTo>
                    <a:pt x="0" y="34"/>
                  </a:moveTo>
                  <a:cubicBezTo>
                    <a:pt x="0" y="17"/>
                    <a:pt x="0" y="9"/>
                    <a:pt x="0" y="0"/>
                  </a:cubicBezTo>
                  <a:cubicBezTo>
                    <a:pt x="0" y="0"/>
                    <a:pt x="0" y="17"/>
                    <a:pt x="0" y="3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4"/>
            <p:cNvSpPr/>
            <p:nvPr/>
          </p:nvSpPr>
          <p:spPr>
            <a:xfrm rot="8374331">
              <a:off x="5171276" y="662669"/>
              <a:ext cx="30" cy="33"/>
            </a:xfrm>
            <a:custGeom>
              <a:rect b="b" l="l" r="r" t="t"/>
              <a:pathLst>
                <a:path extrusionOk="0" h="1" w="1">
                  <a:moveTo>
                    <a:pt x="0" y="0"/>
                  </a:moveTo>
                  <a:lnTo>
                    <a:pt x="0"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4"/>
            <p:cNvSpPr/>
            <p:nvPr/>
          </p:nvSpPr>
          <p:spPr>
            <a:xfrm rot="8374331">
              <a:off x="5146663" y="650360"/>
              <a:ext cx="30" cy="328"/>
            </a:xfrm>
            <a:custGeom>
              <a:rect b="b" l="l" r="r" t="t"/>
              <a:pathLst>
                <a:path extrusionOk="0" h="10" w="1">
                  <a:moveTo>
                    <a:pt x="0" y="1"/>
                  </a:moveTo>
                  <a:lnTo>
                    <a:pt x="0" y="9"/>
                  </a:lnTo>
                  <a:cubicBezTo>
                    <a:pt x="0" y="9"/>
                    <a:pt x="0"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4"/>
            <p:cNvSpPr/>
            <p:nvPr/>
          </p:nvSpPr>
          <p:spPr>
            <a:xfrm rot="8374331">
              <a:off x="5141838" y="650734"/>
              <a:ext cx="30" cy="328"/>
            </a:xfrm>
            <a:custGeom>
              <a:rect b="b" l="l" r="r" t="t"/>
              <a:pathLst>
                <a:path extrusionOk="0" h="10" w="1">
                  <a:moveTo>
                    <a:pt x="0" y="1"/>
                  </a:moveTo>
                  <a:lnTo>
                    <a:pt x="0" y="9"/>
                  </a:lnTo>
                  <a:cubicBezTo>
                    <a:pt x="0" y="9"/>
                    <a:pt x="0"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4"/>
            <p:cNvSpPr/>
            <p:nvPr/>
          </p:nvSpPr>
          <p:spPr>
            <a:xfrm rot="8374331">
              <a:off x="5166743" y="626389"/>
              <a:ext cx="1811" cy="295"/>
            </a:xfrm>
            <a:custGeom>
              <a:rect b="b" l="l" r="r" t="t"/>
              <a:pathLst>
                <a:path extrusionOk="0" h="9" w="60">
                  <a:moveTo>
                    <a:pt x="60" y="0"/>
                  </a:moveTo>
                  <a:cubicBezTo>
                    <a:pt x="45" y="0"/>
                    <a:pt x="32" y="3"/>
                    <a:pt x="21" y="6"/>
                  </a:cubicBezTo>
                  <a:lnTo>
                    <a:pt x="21" y="6"/>
                  </a:lnTo>
                  <a:lnTo>
                    <a:pt x="60" y="0"/>
                  </a:lnTo>
                  <a:close/>
                  <a:moveTo>
                    <a:pt x="21" y="6"/>
                  </a:moveTo>
                  <a:lnTo>
                    <a:pt x="1" y="9"/>
                  </a:lnTo>
                  <a:cubicBezTo>
                    <a:pt x="7" y="9"/>
                    <a:pt x="14" y="7"/>
                    <a:pt x="21" y="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4"/>
            <p:cNvSpPr/>
            <p:nvPr/>
          </p:nvSpPr>
          <p:spPr>
            <a:xfrm>
              <a:off x="5143249" y="649190"/>
              <a:ext cx="0" cy="33"/>
            </a:xfrm>
            <a:custGeom>
              <a:rect b="b" l="l" r="r" t="t"/>
              <a:pathLst>
                <a:path extrusionOk="0" h="1" w="0">
                  <a:moveTo>
                    <a:pt x="0" y="1"/>
                  </a:moveTo>
                  <a:lnTo>
                    <a:pt x="0" y="1"/>
                  </a:lnTo>
                  <a:cubicBezTo>
                    <a:pt x="0" y="1"/>
                    <a:pt x="0"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4"/>
            <p:cNvSpPr/>
            <p:nvPr/>
          </p:nvSpPr>
          <p:spPr>
            <a:xfrm rot="8374331">
              <a:off x="5343668" y="733031"/>
              <a:ext cx="30" cy="33"/>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4"/>
            <p:cNvSpPr/>
            <p:nvPr/>
          </p:nvSpPr>
          <p:spPr>
            <a:xfrm rot="8374331">
              <a:off x="5349592" y="732665"/>
              <a:ext cx="543" cy="1444"/>
            </a:xfrm>
            <a:custGeom>
              <a:rect b="b" l="l" r="r" t="t"/>
              <a:pathLst>
                <a:path extrusionOk="0" h="44" w="18">
                  <a:moveTo>
                    <a:pt x="1" y="1"/>
                  </a:moveTo>
                  <a:lnTo>
                    <a:pt x="6" y="14"/>
                  </a:lnTo>
                  <a:lnTo>
                    <a:pt x="6" y="14"/>
                  </a:lnTo>
                  <a:cubicBezTo>
                    <a:pt x="4" y="9"/>
                    <a:pt x="3" y="5"/>
                    <a:pt x="1" y="1"/>
                  </a:cubicBezTo>
                  <a:close/>
                  <a:moveTo>
                    <a:pt x="6" y="14"/>
                  </a:moveTo>
                  <a:cubicBezTo>
                    <a:pt x="10" y="26"/>
                    <a:pt x="11" y="37"/>
                    <a:pt x="18" y="43"/>
                  </a:cubicBezTo>
                  <a:lnTo>
                    <a:pt x="6" y="14"/>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4"/>
            <p:cNvSpPr/>
            <p:nvPr/>
          </p:nvSpPr>
          <p:spPr>
            <a:xfrm rot="8374331">
              <a:off x="5250793" y="695737"/>
              <a:ext cx="875" cy="1740"/>
            </a:xfrm>
            <a:custGeom>
              <a:rect b="b" l="l" r="r" t="t"/>
              <a:pathLst>
                <a:path extrusionOk="0" h="53" w="29">
                  <a:moveTo>
                    <a:pt x="12" y="1"/>
                  </a:moveTo>
                  <a:cubicBezTo>
                    <a:pt x="4" y="1"/>
                    <a:pt x="1" y="14"/>
                    <a:pt x="12" y="53"/>
                  </a:cubicBezTo>
                  <a:cubicBezTo>
                    <a:pt x="12" y="38"/>
                    <a:pt x="12" y="9"/>
                    <a:pt x="24" y="9"/>
                  </a:cubicBezTo>
                  <a:cubicBezTo>
                    <a:pt x="25" y="9"/>
                    <a:pt x="27" y="10"/>
                    <a:pt x="29" y="11"/>
                  </a:cubicBezTo>
                  <a:cubicBezTo>
                    <a:pt x="23" y="5"/>
                    <a:pt x="17" y="1"/>
                    <a:pt x="1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4"/>
            <p:cNvSpPr/>
            <p:nvPr/>
          </p:nvSpPr>
          <p:spPr>
            <a:xfrm rot="8374331">
              <a:off x="5330927" y="735816"/>
              <a:ext cx="543" cy="985"/>
            </a:xfrm>
            <a:custGeom>
              <a:rect b="b" l="l" r="r" t="t"/>
              <a:pathLst>
                <a:path extrusionOk="0" h="30" w="18">
                  <a:moveTo>
                    <a:pt x="1" y="1"/>
                  </a:moveTo>
                  <a:lnTo>
                    <a:pt x="1" y="1"/>
                  </a:lnTo>
                  <a:cubicBezTo>
                    <a:pt x="7" y="20"/>
                    <a:pt x="13" y="29"/>
                    <a:pt x="16" y="29"/>
                  </a:cubicBezTo>
                  <a:cubicBezTo>
                    <a:pt x="17" y="29"/>
                    <a:pt x="18" y="28"/>
                    <a:pt x="18" y="26"/>
                  </a:cubicBezTo>
                  <a:cubicBezTo>
                    <a:pt x="9" y="26"/>
                    <a:pt x="9" y="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4"/>
            <p:cNvSpPr/>
            <p:nvPr/>
          </p:nvSpPr>
          <p:spPr>
            <a:xfrm rot="8374331">
              <a:off x="5332098" y="735969"/>
              <a:ext cx="543" cy="853"/>
            </a:xfrm>
            <a:custGeom>
              <a:rect b="b" l="l" r="r" t="t"/>
              <a:pathLst>
                <a:path extrusionOk="0" h="26" w="18">
                  <a:moveTo>
                    <a:pt x="1" y="1"/>
                  </a:moveTo>
                  <a:lnTo>
                    <a:pt x="9" y="13"/>
                  </a:lnTo>
                  <a:lnTo>
                    <a:pt x="9" y="13"/>
                  </a:lnTo>
                  <a:cubicBezTo>
                    <a:pt x="7" y="9"/>
                    <a:pt x="5" y="5"/>
                    <a:pt x="1" y="1"/>
                  </a:cubicBezTo>
                  <a:close/>
                  <a:moveTo>
                    <a:pt x="9" y="13"/>
                  </a:moveTo>
                  <a:lnTo>
                    <a:pt x="9" y="13"/>
                  </a:lnTo>
                  <a:cubicBezTo>
                    <a:pt x="11" y="17"/>
                    <a:pt x="13" y="22"/>
                    <a:pt x="18" y="26"/>
                  </a:cubicBezTo>
                  <a:lnTo>
                    <a:pt x="9" y="13"/>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4"/>
            <p:cNvSpPr/>
            <p:nvPr/>
          </p:nvSpPr>
          <p:spPr>
            <a:xfrm rot="8374331">
              <a:off x="5232264" y="699742"/>
              <a:ext cx="302" cy="591"/>
            </a:xfrm>
            <a:custGeom>
              <a:rect b="b" l="l" r="r" t="t"/>
              <a:pathLst>
                <a:path extrusionOk="0" h="18" w="10">
                  <a:moveTo>
                    <a:pt x="9" y="1"/>
                  </a:moveTo>
                  <a:cubicBezTo>
                    <a:pt x="1" y="1"/>
                    <a:pt x="1" y="9"/>
                    <a:pt x="9" y="18"/>
                  </a:cubicBezTo>
                  <a:cubicBezTo>
                    <a:pt x="9" y="9"/>
                    <a:pt x="9" y="9"/>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4"/>
            <p:cNvSpPr/>
            <p:nvPr/>
          </p:nvSpPr>
          <p:spPr>
            <a:xfrm rot="8374331">
              <a:off x="5350438" y="725760"/>
              <a:ext cx="5403" cy="13131"/>
            </a:xfrm>
            <a:custGeom>
              <a:rect b="b" l="l" r="r" t="t"/>
              <a:pathLst>
                <a:path extrusionOk="0" h="400" w="179">
                  <a:moveTo>
                    <a:pt x="46" y="1"/>
                  </a:moveTo>
                  <a:cubicBezTo>
                    <a:pt x="44" y="1"/>
                    <a:pt x="44" y="1"/>
                    <a:pt x="43" y="2"/>
                  </a:cubicBezTo>
                  <a:cubicBezTo>
                    <a:pt x="60" y="27"/>
                    <a:pt x="68" y="61"/>
                    <a:pt x="68" y="87"/>
                  </a:cubicBezTo>
                  <a:cubicBezTo>
                    <a:pt x="67" y="89"/>
                    <a:pt x="65" y="90"/>
                    <a:pt x="64" y="90"/>
                  </a:cubicBezTo>
                  <a:cubicBezTo>
                    <a:pt x="53" y="90"/>
                    <a:pt x="34" y="47"/>
                    <a:pt x="34" y="11"/>
                  </a:cubicBezTo>
                  <a:cubicBezTo>
                    <a:pt x="32" y="23"/>
                    <a:pt x="30" y="28"/>
                    <a:pt x="27" y="28"/>
                  </a:cubicBezTo>
                  <a:cubicBezTo>
                    <a:pt x="20" y="28"/>
                    <a:pt x="10" y="1"/>
                    <a:pt x="5" y="1"/>
                  </a:cubicBezTo>
                  <a:cubicBezTo>
                    <a:pt x="2" y="1"/>
                    <a:pt x="0" y="8"/>
                    <a:pt x="0" y="27"/>
                  </a:cubicBezTo>
                  <a:cubicBezTo>
                    <a:pt x="26" y="154"/>
                    <a:pt x="68" y="281"/>
                    <a:pt x="136" y="400"/>
                  </a:cubicBezTo>
                  <a:cubicBezTo>
                    <a:pt x="110" y="315"/>
                    <a:pt x="93" y="222"/>
                    <a:pt x="85" y="129"/>
                  </a:cubicBezTo>
                  <a:lnTo>
                    <a:pt x="85" y="129"/>
                  </a:lnTo>
                  <a:lnTo>
                    <a:pt x="119" y="154"/>
                  </a:lnTo>
                  <a:cubicBezTo>
                    <a:pt x="119" y="230"/>
                    <a:pt x="127" y="307"/>
                    <a:pt x="153" y="374"/>
                  </a:cubicBezTo>
                  <a:lnTo>
                    <a:pt x="127" y="188"/>
                  </a:lnTo>
                  <a:cubicBezTo>
                    <a:pt x="130" y="154"/>
                    <a:pt x="135" y="140"/>
                    <a:pt x="140" y="140"/>
                  </a:cubicBezTo>
                  <a:cubicBezTo>
                    <a:pt x="148" y="140"/>
                    <a:pt x="159" y="179"/>
                    <a:pt x="170" y="222"/>
                  </a:cubicBezTo>
                  <a:cubicBezTo>
                    <a:pt x="170" y="214"/>
                    <a:pt x="170" y="197"/>
                    <a:pt x="178" y="188"/>
                  </a:cubicBezTo>
                  <a:cubicBezTo>
                    <a:pt x="166" y="182"/>
                    <a:pt x="134" y="85"/>
                    <a:pt x="124" y="85"/>
                  </a:cubicBezTo>
                  <a:lnTo>
                    <a:pt x="124" y="85"/>
                  </a:lnTo>
                  <a:cubicBezTo>
                    <a:pt x="120" y="85"/>
                    <a:pt x="120" y="103"/>
                    <a:pt x="127" y="154"/>
                  </a:cubicBezTo>
                  <a:cubicBezTo>
                    <a:pt x="93" y="154"/>
                    <a:pt x="93" y="44"/>
                    <a:pt x="77" y="2"/>
                  </a:cubicBezTo>
                  <a:cubicBezTo>
                    <a:pt x="77" y="12"/>
                    <a:pt x="74" y="15"/>
                    <a:pt x="71" y="15"/>
                  </a:cubicBezTo>
                  <a:cubicBezTo>
                    <a:pt x="64" y="15"/>
                    <a:pt x="52" y="1"/>
                    <a:pt x="4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4"/>
            <p:cNvSpPr/>
            <p:nvPr/>
          </p:nvSpPr>
          <p:spPr>
            <a:xfrm rot="8374331">
              <a:off x="5343142" y="738253"/>
              <a:ext cx="30" cy="328"/>
            </a:xfrm>
            <a:custGeom>
              <a:rect b="b" l="l" r="r" t="t"/>
              <a:pathLst>
                <a:path extrusionOk="0" h="10" w="1">
                  <a:moveTo>
                    <a:pt x="1" y="9"/>
                  </a:moveTo>
                  <a:lnTo>
                    <a:pt x="1" y="9"/>
                  </a:lnTo>
                  <a:cubicBezTo>
                    <a:pt x="1" y="9"/>
                    <a:pt x="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4"/>
            <p:cNvSpPr/>
            <p:nvPr/>
          </p:nvSpPr>
          <p:spPr>
            <a:xfrm rot="8374331">
              <a:off x="5341821" y="733921"/>
              <a:ext cx="30" cy="33"/>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4"/>
            <p:cNvSpPr/>
            <p:nvPr/>
          </p:nvSpPr>
          <p:spPr>
            <a:xfrm rot="8374331">
              <a:off x="5157152" y="638238"/>
              <a:ext cx="272" cy="33"/>
            </a:xfrm>
            <a:custGeom>
              <a:rect b="b" l="l" r="r" t="t"/>
              <a:pathLst>
                <a:path extrusionOk="0" h="1" w="9">
                  <a:moveTo>
                    <a:pt x="9" y="0"/>
                  </a:moveTo>
                  <a:lnTo>
                    <a:pt x="9" y="0"/>
                  </a:lnTo>
                  <a:cubicBezTo>
                    <a:pt x="0" y="0"/>
                    <a:pt x="0"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4"/>
            <p:cNvSpPr/>
            <p:nvPr/>
          </p:nvSpPr>
          <p:spPr>
            <a:xfrm rot="8374331">
              <a:off x="5156771" y="671946"/>
              <a:ext cx="302" cy="853"/>
            </a:xfrm>
            <a:custGeom>
              <a:rect b="b" l="l" r="r" t="t"/>
              <a:pathLst>
                <a:path extrusionOk="0" h="26" w="10">
                  <a:moveTo>
                    <a:pt x="9" y="0"/>
                  </a:moveTo>
                  <a:lnTo>
                    <a:pt x="9" y="0"/>
                  </a:lnTo>
                  <a:cubicBezTo>
                    <a:pt x="9" y="8"/>
                    <a:pt x="1" y="17"/>
                    <a:pt x="1" y="25"/>
                  </a:cubicBezTo>
                  <a:cubicBezTo>
                    <a:pt x="1" y="25"/>
                    <a:pt x="9" y="25"/>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4"/>
            <p:cNvSpPr/>
            <p:nvPr/>
          </p:nvSpPr>
          <p:spPr>
            <a:xfrm>
              <a:off x="5144950" y="666453"/>
              <a:ext cx="0" cy="295"/>
            </a:xfrm>
            <a:custGeom>
              <a:rect b="b" l="l" r="r" t="t"/>
              <a:pathLst>
                <a:path extrusionOk="0" h="9" w="0">
                  <a:moveTo>
                    <a:pt x="0" y="0"/>
                  </a:move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4"/>
            <p:cNvSpPr/>
            <p:nvPr/>
          </p:nvSpPr>
          <p:spPr>
            <a:xfrm rot="8374331">
              <a:off x="5249020" y="691311"/>
              <a:ext cx="302" cy="1444"/>
            </a:xfrm>
            <a:custGeom>
              <a:rect b="b" l="l" r="r" t="t"/>
              <a:pathLst>
                <a:path extrusionOk="0" h="44" w="10">
                  <a:moveTo>
                    <a:pt x="1" y="1"/>
                  </a:moveTo>
                  <a:cubicBezTo>
                    <a:pt x="1" y="18"/>
                    <a:pt x="1" y="35"/>
                    <a:pt x="9" y="43"/>
                  </a:cubicBezTo>
                  <a:cubicBezTo>
                    <a:pt x="9" y="26"/>
                    <a:pt x="1" y="18"/>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4"/>
            <p:cNvSpPr/>
            <p:nvPr/>
          </p:nvSpPr>
          <p:spPr>
            <a:xfrm rot="8374331">
              <a:off x="5178571" y="676109"/>
              <a:ext cx="272" cy="295"/>
            </a:xfrm>
            <a:custGeom>
              <a:rect b="b" l="l" r="r" t="t"/>
              <a:pathLst>
                <a:path extrusionOk="0" h="9" w="9">
                  <a:moveTo>
                    <a:pt x="0" y="0"/>
                  </a:moveTo>
                  <a:lnTo>
                    <a:pt x="9"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4"/>
            <p:cNvSpPr/>
            <p:nvPr/>
          </p:nvSpPr>
          <p:spPr>
            <a:xfrm rot="8374331">
              <a:off x="5182458" y="670382"/>
              <a:ext cx="3622" cy="15855"/>
            </a:xfrm>
            <a:custGeom>
              <a:rect b="b" l="l" r="r" t="t"/>
              <a:pathLst>
                <a:path extrusionOk="0" h="483" w="120">
                  <a:moveTo>
                    <a:pt x="18" y="0"/>
                  </a:moveTo>
                  <a:cubicBezTo>
                    <a:pt x="18" y="24"/>
                    <a:pt x="25" y="137"/>
                    <a:pt x="5" y="137"/>
                  </a:cubicBezTo>
                  <a:cubicBezTo>
                    <a:pt x="4" y="137"/>
                    <a:pt x="2" y="137"/>
                    <a:pt x="1" y="135"/>
                  </a:cubicBezTo>
                  <a:lnTo>
                    <a:pt x="1" y="135"/>
                  </a:lnTo>
                  <a:cubicBezTo>
                    <a:pt x="18" y="178"/>
                    <a:pt x="9" y="262"/>
                    <a:pt x="26" y="288"/>
                  </a:cubicBezTo>
                  <a:cubicBezTo>
                    <a:pt x="26" y="259"/>
                    <a:pt x="28" y="248"/>
                    <a:pt x="32" y="248"/>
                  </a:cubicBezTo>
                  <a:cubicBezTo>
                    <a:pt x="39" y="248"/>
                    <a:pt x="52" y="288"/>
                    <a:pt x="68" y="322"/>
                  </a:cubicBezTo>
                  <a:cubicBezTo>
                    <a:pt x="68" y="345"/>
                    <a:pt x="64" y="350"/>
                    <a:pt x="60" y="350"/>
                  </a:cubicBezTo>
                  <a:cubicBezTo>
                    <a:pt x="56" y="350"/>
                    <a:pt x="52" y="347"/>
                    <a:pt x="49" y="347"/>
                  </a:cubicBezTo>
                  <a:cubicBezTo>
                    <a:pt x="46" y="347"/>
                    <a:pt x="43" y="350"/>
                    <a:pt x="43" y="364"/>
                  </a:cubicBezTo>
                  <a:lnTo>
                    <a:pt x="68" y="482"/>
                  </a:lnTo>
                  <a:lnTo>
                    <a:pt x="51" y="372"/>
                  </a:lnTo>
                  <a:lnTo>
                    <a:pt x="85" y="398"/>
                  </a:lnTo>
                  <a:lnTo>
                    <a:pt x="85" y="389"/>
                  </a:lnTo>
                  <a:cubicBezTo>
                    <a:pt x="35" y="220"/>
                    <a:pt x="119" y="372"/>
                    <a:pt x="68" y="195"/>
                  </a:cubicBezTo>
                  <a:lnTo>
                    <a:pt x="68" y="195"/>
                  </a:lnTo>
                  <a:cubicBezTo>
                    <a:pt x="77" y="203"/>
                    <a:pt x="77" y="203"/>
                    <a:pt x="85" y="212"/>
                  </a:cubicBezTo>
                  <a:cubicBezTo>
                    <a:pt x="60" y="144"/>
                    <a:pt x="43" y="9"/>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4"/>
            <p:cNvSpPr/>
            <p:nvPr/>
          </p:nvSpPr>
          <p:spPr>
            <a:xfrm rot="8374331">
              <a:off x="5183961" y="678732"/>
              <a:ext cx="272" cy="853"/>
            </a:xfrm>
            <a:custGeom>
              <a:rect b="b" l="l" r="r" t="t"/>
              <a:pathLst>
                <a:path extrusionOk="0" h="26" w="9">
                  <a:moveTo>
                    <a:pt x="0" y="1"/>
                  </a:moveTo>
                  <a:cubicBezTo>
                    <a:pt x="0" y="9"/>
                    <a:pt x="9" y="18"/>
                    <a:pt x="9" y="26"/>
                  </a:cubicBezTo>
                  <a:cubicBezTo>
                    <a:pt x="9" y="18"/>
                    <a:pt x="9"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4"/>
            <p:cNvSpPr/>
            <p:nvPr/>
          </p:nvSpPr>
          <p:spPr>
            <a:xfrm rot="8374331">
              <a:off x="5207488" y="688292"/>
              <a:ext cx="272" cy="1116"/>
            </a:xfrm>
            <a:custGeom>
              <a:rect b="b" l="l" r="r" t="t"/>
              <a:pathLst>
                <a:path extrusionOk="0" h="34" w="9">
                  <a:moveTo>
                    <a:pt x="0" y="0"/>
                  </a:moveTo>
                  <a:cubicBezTo>
                    <a:pt x="0" y="3"/>
                    <a:pt x="1" y="6"/>
                    <a:pt x="2" y="9"/>
                  </a:cubicBezTo>
                  <a:lnTo>
                    <a:pt x="2" y="9"/>
                  </a:lnTo>
                  <a:lnTo>
                    <a:pt x="0" y="0"/>
                  </a:lnTo>
                  <a:close/>
                  <a:moveTo>
                    <a:pt x="2" y="9"/>
                  </a:moveTo>
                  <a:lnTo>
                    <a:pt x="9" y="34"/>
                  </a:lnTo>
                  <a:cubicBezTo>
                    <a:pt x="9" y="23"/>
                    <a:pt x="5" y="15"/>
                    <a:pt x="2"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4"/>
            <p:cNvSpPr/>
            <p:nvPr/>
          </p:nvSpPr>
          <p:spPr>
            <a:xfrm rot="8374331">
              <a:off x="5181625" y="595560"/>
              <a:ext cx="3350" cy="460"/>
            </a:xfrm>
            <a:custGeom>
              <a:rect b="b" l="l" r="r" t="t"/>
              <a:pathLst>
                <a:path extrusionOk="0" h="14" w="111">
                  <a:moveTo>
                    <a:pt x="1" y="1"/>
                  </a:moveTo>
                  <a:cubicBezTo>
                    <a:pt x="1" y="6"/>
                    <a:pt x="41" y="14"/>
                    <a:pt x="73" y="14"/>
                  </a:cubicBezTo>
                  <a:cubicBezTo>
                    <a:pt x="94" y="14"/>
                    <a:pt x="111" y="10"/>
                    <a:pt x="11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4"/>
            <p:cNvSpPr/>
            <p:nvPr/>
          </p:nvSpPr>
          <p:spPr>
            <a:xfrm rot="8374331">
              <a:off x="5271680" y="707703"/>
              <a:ext cx="272" cy="1116"/>
            </a:xfrm>
            <a:custGeom>
              <a:rect b="b" l="l" r="r" t="t"/>
              <a:pathLst>
                <a:path extrusionOk="0" h="34" w="9">
                  <a:moveTo>
                    <a:pt x="1" y="0"/>
                  </a:moveTo>
                  <a:cubicBezTo>
                    <a:pt x="1" y="8"/>
                    <a:pt x="1" y="17"/>
                    <a:pt x="9" y="34"/>
                  </a:cubicBezTo>
                  <a:cubicBezTo>
                    <a:pt x="9" y="25"/>
                    <a:pt x="9" y="8"/>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4"/>
            <p:cNvSpPr/>
            <p:nvPr/>
          </p:nvSpPr>
          <p:spPr>
            <a:xfrm rot="8374331">
              <a:off x="5189115" y="678317"/>
              <a:ext cx="543" cy="1149"/>
            </a:xfrm>
            <a:custGeom>
              <a:rect b="b" l="l" r="r" t="t"/>
              <a:pathLst>
                <a:path extrusionOk="0" h="35" w="18">
                  <a:moveTo>
                    <a:pt x="1" y="1"/>
                  </a:moveTo>
                  <a:cubicBezTo>
                    <a:pt x="9" y="9"/>
                    <a:pt x="9" y="26"/>
                    <a:pt x="18" y="34"/>
                  </a:cubicBezTo>
                  <a:cubicBezTo>
                    <a:pt x="18" y="18"/>
                    <a:pt x="9" y="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4"/>
            <p:cNvSpPr/>
            <p:nvPr/>
          </p:nvSpPr>
          <p:spPr>
            <a:xfrm rot="8374331">
              <a:off x="5272925" y="708736"/>
              <a:ext cx="815" cy="3939"/>
            </a:xfrm>
            <a:custGeom>
              <a:rect b="b" l="l" r="r" t="t"/>
              <a:pathLst>
                <a:path extrusionOk="0" h="120" w="27">
                  <a:moveTo>
                    <a:pt x="1" y="1"/>
                  </a:moveTo>
                  <a:cubicBezTo>
                    <a:pt x="9" y="35"/>
                    <a:pt x="9" y="77"/>
                    <a:pt x="9" y="119"/>
                  </a:cubicBezTo>
                  <a:cubicBezTo>
                    <a:pt x="9" y="102"/>
                    <a:pt x="18" y="85"/>
                    <a:pt x="26" y="77"/>
                  </a:cubicBezTo>
                  <a:cubicBezTo>
                    <a:pt x="18" y="51"/>
                    <a:pt x="9" y="26"/>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4"/>
            <p:cNvSpPr/>
            <p:nvPr/>
          </p:nvSpPr>
          <p:spPr>
            <a:xfrm rot="8374331">
              <a:off x="5275336" y="711361"/>
              <a:ext cx="30" cy="33"/>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4"/>
            <p:cNvSpPr/>
            <p:nvPr/>
          </p:nvSpPr>
          <p:spPr>
            <a:xfrm rot="8374331">
              <a:off x="5173774" y="480962"/>
              <a:ext cx="316123" cy="247744"/>
            </a:xfrm>
            <a:custGeom>
              <a:rect b="b" l="l" r="r" t="t"/>
              <a:pathLst>
                <a:path extrusionOk="0" h="7547" w="10474">
                  <a:moveTo>
                    <a:pt x="8959" y="195"/>
                  </a:moveTo>
                  <a:cubicBezTo>
                    <a:pt x="8959" y="195"/>
                    <a:pt x="8959" y="199"/>
                    <a:pt x="8961" y="201"/>
                  </a:cubicBezTo>
                  <a:lnTo>
                    <a:pt x="8961" y="201"/>
                  </a:lnTo>
                  <a:cubicBezTo>
                    <a:pt x="8960" y="199"/>
                    <a:pt x="8960" y="197"/>
                    <a:pt x="8959" y="195"/>
                  </a:cubicBezTo>
                  <a:close/>
                  <a:moveTo>
                    <a:pt x="9289" y="843"/>
                  </a:moveTo>
                  <a:cubicBezTo>
                    <a:pt x="9288" y="843"/>
                    <a:pt x="9288" y="845"/>
                    <a:pt x="9288" y="847"/>
                  </a:cubicBezTo>
                  <a:lnTo>
                    <a:pt x="9288" y="847"/>
                  </a:lnTo>
                  <a:cubicBezTo>
                    <a:pt x="9288" y="847"/>
                    <a:pt x="9289" y="847"/>
                    <a:pt x="9289" y="847"/>
                  </a:cubicBezTo>
                  <a:cubicBezTo>
                    <a:pt x="9289" y="844"/>
                    <a:pt x="9289" y="843"/>
                    <a:pt x="9289" y="843"/>
                  </a:cubicBezTo>
                  <a:close/>
                  <a:moveTo>
                    <a:pt x="9044" y="1084"/>
                  </a:moveTo>
                  <a:lnTo>
                    <a:pt x="9061" y="1168"/>
                  </a:lnTo>
                  <a:lnTo>
                    <a:pt x="9061" y="1126"/>
                  </a:lnTo>
                  <a:cubicBezTo>
                    <a:pt x="9052" y="1109"/>
                    <a:pt x="9052" y="1101"/>
                    <a:pt x="9044" y="1084"/>
                  </a:cubicBezTo>
                  <a:close/>
                  <a:moveTo>
                    <a:pt x="9458" y="2200"/>
                  </a:moveTo>
                  <a:lnTo>
                    <a:pt x="9484" y="2234"/>
                  </a:lnTo>
                  <a:cubicBezTo>
                    <a:pt x="9500" y="2259"/>
                    <a:pt x="9509" y="2285"/>
                    <a:pt x="9517" y="2310"/>
                  </a:cubicBezTo>
                  <a:cubicBezTo>
                    <a:pt x="9509" y="2285"/>
                    <a:pt x="9509" y="2268"/>
                    <a:pt x="9517" y="2243"/>
                  </a:cubicBezTo>
                  <a:lnTo>
                    <a:pt x="9602" y="2386"/>
                  </a:lnTo>
                  <a:cubicBezTo>
                    <a:pt x="9594" y="2310"/>
                    <a:pt x="9534" y="2302"/>
                    <a:pt x="9526" y="2209"/>
                  </a:cubicBezTo>
                  <a:cubicBezTo>
                    <a:pt x="9531" y="2209"/>
                    <a:pt x="9536" y="2209"/>
                    <a:pt x="9540" y="2209"/>
                  </a:cubicBezTo>
                  <a:cubicBezTo>
                    <a:pt x="9565" y="2209"/>
                    <a:pt x="9583" y="2215"/>
                    <a:pt x="9619" y="2293"/>
                  </a:cubicBezTo>
                  <a:cubicBezTo>
                    <a:pt x="9625" y="2328"/>
                    <a:pt x="9624" y="2337"/>
                    <a:pt x="9621" y="2337"/>
                  </a:cubicBezTo>
                  <a:cubicBezTo>
                    <a:pt x="9617" y="2337"/>
                    <a:pt x="9609" y="2328"/>
                    <a:pt x="9603" y="2328"/>
                  </a:cubicBezTo>
                  <a:cubicBezTo>
                    <a:pt x="9599" y="2328"/>
                    <a:pt x="9596" y="2332"/>
                    <a:pt x="9594" y="2344"/>
                  </a:cubicBezTo>
                  <a:cubicBezTo>
                    <a:pt x="9653" y="2403"/>
                    <a:pt x="9577" y="2437"/>
                    <a:pt x="9636" y="2505"/>
                  </a:cubicBezTo>
                  <a:cubicBezTo>
                    <a:pt x="9653" y="2589"/>
                    <a:pt x="9627" y="2564"/>
                    <a:pt x="9619" y="2598"/>
                  </a:cubicBezTo>
                  <a:cubicBezTo>
                    <a:pt x="9614" y="2574"/>
                    <a:pt x="9610" y="2567"/>
                    <a:pt x="9606" y="2567"/>
                  </a:cubicBezTo>
                  <a:cubicBezTo>
                    <a:pt x="9600" y="2567"/>
                    <a:pt x="9595" y="2580"/>
                    <a:pt x="9588" y="2580"/>
                  </a:cubicBezTo>
                  <a:cubicBezTo>
                    <a:pt x="9583" y="2580"/>
                    <a:pt x="9576" y="2571"/>
                    <a:pt x="9568" y="2539"/>
                  </a:cubicBezTo>
                  <a:lnTo>
                    <a:pt x="9568" y="2539"/>
                  </a:lnTo>
                  <a:cubicBezTo>
                    <a:pt x="9568" y="2623"/>
                    <a:pt x="9619" y="2589"/>
                    <a:pt x="9619" y="2674"/>
                  </a:cubicBezTo>
                  <a:lnTo>
                    <a:pt x="9585" y="2691"/>
                  </a:lnTo>
                  <a:cubicBezTo>
                    <a:pt x="9585" y="2792"/>
                    <a:pt x="9602" y="2894"/>
                    <a:pt x="9636" y="2995"/>
                  </a:cubicBezTo>
                  <a:cubicBezTo>
                    <a:pt x="9638" y="2977"/>
                    <a:pt x="9641" y="2970"/>
                    <a:pt x="9644" y="2970"/>
                  </a:cubicBezTo>
                  <a:cubicBezTo>
                    <a:pt x="9652" y="2970"/>
                    <a:pt x="9663" y="3022"/>
                    <a:pt x="9675" y="3022"/>
                  </a:cubicBezTo>
                  <a:cubicBezTo>
                    <a:pt x="9676" y="3022"/>
                    <a:pt x="9677" y="3022"/>
                    <a:pt x="9678" y="3021"/>
                  </a:cubicBezTo>
                  <a:cubicBezTo>
                    <a:pt x="9653" y="3012"/>
                    <a:pt x="9653" y="2902"/>
                    <a:pt x="9661" y="2902"/>
                  </a:cubicBezTo>
                  <a:lnTo>
                    <a:pt x="9661" y="2902"/>
                  </a:lnTo>
                  <a:cubicBezTo>
                    <a:pt x="9687" y="2987"/>
                    <a:pt x="9703" y="3063"/>
                    <a:pt x="9720" y="3148"/>
                  </a:cubicBezTo>
                  <a:lnTo>
                    <a:pt x="9720" y="3029"/>
                  </a:lnTo>
                  <a:cubicBezTo>
                    <a:pt x="9737" y="3072"/>
                    <a:pt x="9797" y="3215"/>
                    <a:pt x="9805" y="3215"/>
                  </a:cubicBezTo>
                  <a:cubicBezTo>
                    <a:pt x="9805" y="3258"/>
                    <a:pt x="9822" y="3325"/>
                    <a:pt x="9805" y="3359"/>
                  </a:cubicBezTo>
                  <a:lnTo>
                    <a:pt x="9763" y="3275"/>
                  </a:lnTo>
                  <a:lnTo>
                    <a:pt x="9780" y="3241"/>
                  </a:lnTo>
                  <a:lnTo>
                    <a:pt x="9746" y="3198"/>
                  </a:lnTo>
                  <a:cubicBezTo>
                    <a:pt x="9746" y="3266"/>
                    <a:pt x="9746" y="3342"/>
                    <a:pt x="9729" y="3410"/>
                  </a:cubicBezTo>
                  <a:cubicBezTo>
                    <a:pt x="9695" y="3215"/>
                    <a:pt x="9627" y="3029"/>
                    <a:pt x="9551" y="2852"/>
                  </a:cubicBezTo>
                  <a:lnTo>
                    <a:pt x="9551" y="2852"/>
                  </a:lnTo>
                  <a:cubicBezTo>
                    <a:pt x="9551" y="2852"/>
                    <a:pt x="9560" y="2860"/>
                    <a:pt x="9560" y="2860"/>
                  </a:cubicBezTo>
                  <a:cubicBezTo>
                    <a:pt x="9534" y="2742"/>
                    <a:pt x="9526" y="2733"/>
                    <a:pt x="9500" y="2632"/>
                  </a:cubicBezTo>
                  <a:lnTo>
                    <a:pt x="9500" y="2632"/>
                  </a:lnTo>
                  <a:lnTo>
                    <a:pt x="9526" y="2657"/>
                  </a:lnTo>
                  <a:cubicBezTo>
                    <a:pt x="9543" y="2640"/>
                    <a:pt x="9500" y="2564"/>
                    <a:pt x="9484" y="2479"/>
                  </a:cubicBezTo>
                  <a:cubicBezTo>
                    <a:pt x="9467" y="2454"/>
                    <a:pt x="9458" y="2412"/>
                    <a:pt x="9458" y="2378"/>
                  </a:cubicBezTo>
                  <a:lnTo>
                    <a:pt x="9458" y="2378"/>
                  </a:lnTo>
                  <a:lnTo>
                    <a:pt x="9475" y="2386"/>
                  </a:lnTo>
                  <a:cubicBezTo>
                    <a:pt x="9484" y="2327"/>
                    <a:pt x="9475" y="2259"/>
                    <a:pt x="9458" y="2200"/>
                  </a:cubicBezTo>
                  <a:close/>
                  <a:moveTo>
                    <a:pt x="9594" y="4264"/>
                  </a:moveTo>
                  <a:cubicBezTo>
                    <a:pt x="9594" y="4265"/>
                    <a:pt x="9594" y="4266"/>
                    <a:pt x="9594" y="4267"/>
                  </a:cubicBezTo>
                  <a:lnTo>
                    <a:pt x="9594" y="4267"/>
                  </a:lnTo>
                  <a:cubicBezTo>
                    <a:pt x="9594" y="4266"/>
                    <a:pt x="9594" y="4265"/>
                    <a:pt x="9594" y="4264"/>
                  </a:cubicBezTo>
                  <a:close/>
                  <a:moveTo>
                    <a:pt x="9974" y="4340"/>
                  </a:moveTo>
                  <a:cubicBezTo>
                    <a:pt x="9974" y="4343"/>
                    <a:pt x="9975" y="4345"/>
                    <a:pt x="9976" y="4347"/>
                  </a:cubicBezTo>
                  <a:lnTo>
                    <a:pt x="9976" y="4347"/>
                  </a:lnTo>
                  <a:cubicBezTo>
                    <a:pt x="9975" y="4345"/>
                    <a:pt x="9975" y="4343"/>
                    <a:pt x="9974" y="4340"/>
                  </a:cubicBezTo>
                  <a:close/>
                  <a:moveTo>
                    <a:pt x="9643" y="4907"/>
                  </a:moveTo>
                  <a:cubicBezTo>
                    <a:pt x="9643" y="4910"/>
                    <a:pt x="9644" y="4913"/>
                    <a:pt x="9644" y="4916"/>
                  </a:cubicBezTo>
                  <a:cubicBezTo>
                    <a:pt x="9644" y="4914"/>
                    <a:pt x="9644" y="4911"/>
                    <a:pt x="9643" y="4907"/>
                  </a:cubicBezTo>
                  <a:close/>
                  <a:moveTo>
                    <a:pt x="10247" y="5161"/>
                  </a:moveTo>
                  <a:cubicBezTo>
                    <a:pt x="10246" y="5161"/>
                    <a:pt x="10246" y="5161"/>
                    <a:pt x="10245" y="5161"/>
                  </a:cubicBezTo>
                  <a:lnTo>
                    <a:pt x="10249" y="5161"/>
                  </a:lnTo>
                  <a:cubicBezTo>
                    <a:pt x="10249" y="5161"/>
                    <a:pt x="10248" y="5161"/>
                    <a:pt x="10247" y="5161"/>
                  </a:cubicBezTo>
                  <a:close/>
                  <a:moveTo>
                    <a:pt x="9979" y="5342"/>
                  </a:moveTo>
                  <a:lnTo>
                    <a:pt x="9979" y="5342"/>
                  </a:lnTo>
                  <a:cubicBezTo>
                    <a:pt x="9983" y="5352"/>
                    <a:pt x="9987" y="5362"/>
                    <a:pt x="9991" y="5373"/>
                  </a:cubicBezTo>
                  <a:cubicBezTo>
                    <a:pt x="9986" y="5359"/>
                    <a:pt x="9982" y="5349"/>
                    <a:pt x="9979" y="5342"/>
                  </a:cubicBezTo>
                  <a:close/>
                  <a:moveTo>
                    <a:pt x="9695" y="3537"/>
                  </a:moveTo>
                  <a:cubicBezTo>
                    <a:pt x="9712" y="3576"/>
                    <a:pt x="9725" y="3593"/>
                    <a:pt x="9734" y="3593"/>
                  </a:cubicBezTo>
                  <a:cubicBezTo>
                    <a:pt x="9739" y="3593"/>
                    <a:pt x="9743" y="3588"/>
                    <a:pt x="9746" y="3579"/>
                  </a:cubicBezTo>
                  <a:cubicBezTo>
                    <a:pt x="9754" y="3596"/>
                    <a:pt x="9763" y="3630"/>
                    <a:pt x="9771" y="3655"/>
                  </a:cubicBezTo>
                  <a:cubicBezTo>
                    <a:pt x="9780" y="3689"/>
                    <a:pt x="9805" y="3791"/>
                    <a:pt x="9780" y="3799"/>
                  </a:cubicBezTo>
                  <a:cubicBezTo>
                    <a:pt x="9771" y="3758"/>
                    <a:pt x="9766" y="3742"/>
                    <a:pt x="9763" y="3742"/>
                  </a:cubicBezTo>
                  <a:cubicBezTo>
                    <a:pt x="9760" y="3742"/>
                    <a:pt x="9758" y="3754"/>
                    <a:pt x="9754" y="3774"/>
                  </a:cubicBezTo>
                  <a:cubicBezTo>
                    <a:pt x="9786" y="3838"/>
                    <a:pt x="9803" y="3970"/>
                    <a:pt x="9833" y="3970"/>
                  </a:cubicBezTo>
                  <a:cubicBezTo>
                    <a:pt x="9835" y="3970"/>
                    <a:pt x="9837" y="3969"/>
                    <a:pt x="9839" y="3968"/>
                  </a:cubicBezTo>
                  <a:cubicBezTo>
                    <a:pt x="9864" y="4078"/>
                    <a:pt x="9839" y="4002"/>
                    <a:pt x="9839" y="4078"/>
                  </a:cubicBezTo>
                  <a:cubicBezTo>
                    <a:pt x="9838" y="4079"/>
                    <a:pt x="9836" y="4080"/>
                    <a:pt x="9835" y="4080"/>
                  </a:cubicBezTo>
                  <a:cubicBezTo>
                    <a:pt x="9826" y="4080"/>
                    <a:pt x="9812" y="4058"/>
                    <a:pt x="9805" y="4036"/>
                  </a:cubicBezTo>
                  <a:lnTo>
                    <a:pt x="9805" y="4036"/>
                  </a:lnTo>
                  <a:lnTo>
                    <a:pt x="9873" y="4340"/>
                  </a:lnTo>
                  <a:cubicBezTo>
                    <a:pt x="9873" y="4341"/>
                    <a:pt x="9874" y="4341"/>
                    <a:pt x="9875" y="4341"/>
                  </a:cubicBezTo>
                  <a:cubicBezTo>
                    <a:pt x="9899" y="4341"/>
                    <a:pt x="9878" y="4211"/>
                    <a:pt x="9899" y="4211"/>
                  </a:cubicBezTo>
                  <a:cubicBezTo>
                    <a:pt x="9904" y="4211"/>
                    <a:pt x="9912" y="4219"/>
                    <a:pt x="9923" y="4239"/>
                  </a:cubicBezTo>
                  <a:cubicBezTo>
                    <a:pt x="9932" y="4264"/>
                    <a:pt x="9983" y="4247"/>
                    <a:pt x="9983" y="4357"/>
                  </a:cubicBezTo>
                  <a:cubicBezTo>
                    <a:pt x="9983" y="4357"/>
                    <a:pt x="9978" y="4353"/>
                    <a:pt x="9976" y="4347"/>
                  </a:cubicBezTo>
                  <a:lnTo>
                    <a:pt x="9976" y="4347"/>
                  </a:lnTo>
                  <a:cubicBezTo>
                    <a:pt x="9983" y="4379"/>
                    <a:pt x="9983" y="4410"/>
                    <a:pt x="9983" y="4442"/>
                  </a:cubicBezTo>
                  <a:cubicBezTo>
                    <a:pt x="9980" y="4444"/>
                    <a:pt x="9978" y="4444"/>
                    <a:pt x="9976" y="4444"/>
                  </a:cubicBezTo>
                  <a:cubicBezTo>
                    <a:pt x="9955" y="4444"/>
                    <a:pt x="9946" y="4380"/>
                    <a:pt x="9923" y="4357"/>
                  </a:cubicBezTo>
                  <a:lnTo>
                    <a:pt x="9923" y="4357"/>
                  </a:lnTo>
                  <a:cubicBezTo>
                    <a:pt x="9940" y="4391"/>
                    <a:pt x="9949" y="4425"/>
                    <a:pt x="9957" y="4459"/>
                  </a:cubicBezTo>
                  <a:lnTo>
                    <a:pt x="9949" y="4450"/>
                  </a:lnTo>
                  <a:lnTo>
                    <a:pt x="9974" y="4560"/>
                  </a:lnTo>
                  <a:cubicBezTo>
                    <a:pt x="9978" y="4566"/>
                    <a:pt x="9980" y="4569"/>
                    <a:pt x="9981" y="4569"/>
                  </a:cubicBezTo>
                  <a:cubicBezTo>
                    <a:pt x="9989" y="4569"/>
                    <a:pt x="9960" y="4475"/>
                    <a:pt x="9974" y="4467"/>
                  </a:cubicBezTo>
                  <a:lnTo>
                    <a:pt x="9974" y="4467"/>
                  </a:lnTo>
                  <a:lnTo>
                    <a:pt x="10008" y="4535"/>
                  </a:lnTo>
                  <a:cubicBezTo>
                    <a:pt x="10042" y="4653"/>
                    <a:pt x="10059" y="4780"/>
                    <a:pt x="10042" y="4907"/>
                  </a:cubicBezTo>
                  <a:cubicBezTo>
                    <a:pt x="10047" y="4965"/>
                    <a:pt x="10059" y="4971"/>
                    <a:pt x="10071" y="4971"/>
                  </a:cubicBezTo>
                  <a:cubicBezTo>
                    <a:pt x="10074" y="4971"/>
                    <a:pt x="10077" y="4970"/>
                    <a:pt x="10080" y="4970"/>
                  </a:cubicBezTo>
                  <a:cubicBezTo>
                    <a:pt x="10084" y="4970"/>
                    <a:pt x="10089" y="4971"/>
                    <a:pt x="10093" y="4975"/>
                  </a:cubicBezTo>
                  <a:cubicBezTo>
                    <a:pt x="10126" y="5026"/>
                    <a:pt x="10110" y="5085"/>
                    <a:pt x="10126" y="5136"/>
                  </a:cubicBezTo>
                  <a:cubicBezTo>
                    <a:pt x="10152" y="5136"/>
                    <a:pt x="10160" y="5195"/>
                    <a:pt x="10186" y="5195"/>
                  </a:cubicBezTo>
                  <a:lnTo>
                    <a:pt x="10203" y="5288"/>
                  </a:lnTo>
                  <a:cubicBezTo>
                    <a:pt x="10209" y="5293"/>
                    <a:pt x="10213" y="5295"/>
                    <a:pt x="10216" y="5295"/>
                  </a:cubicBezTo>
                  <a:cubicBezTo>
                    <a:pt x="10238" y="5295"/>
                    <a:pt x="10188" y="5175"/>
                    <a:pt x="10203" y="5153"/>
                  </a:cubicBezTo>
                  <a:cubicBezTo>
                    <a:pt x="10208" y="5140"/>
                    <a:pt x="10212" y="5136"/>
                    <a:pt x="10215" y="5136"/>
                  </a:cubicBezTo>
                  <a:cubicBezTo>
                    <a:pt x="10226" y="5136"/>
                    <a:pt x="10229" y="5184"/>
                    <a:pt x="10234" y="5184"/>
                  </a:cubicBezTo>
                  <a:cubicBezTo>
                    <a:pt x="10234" y="5184"/>
                    <a:pt x="10235" y="5182"/>
                    <a:pt x="10236" y="5178"/>
                  </a:cubicBezTo>
                  <a:cubicBezTo>
                    <a:pt x="10220" y="5110"/>
                    <a:pt x="10203" y="5110"/>
                    <a:pt x="10194" y="5076"/>
                  </a:cubicBezTo>
                  <a:cubicBezTo>
                    <a:pt x="10177" y="5034"/>
                    <a:pt x="10186" y="5009"/>
                    <a:pt x="10203" y="5009"/>
                  </a:cubicBezTo>
                  <a:cubicBezTo>
                    <a:pt x="10203" y="5127"/>
                    <a:pt x="10245" y="5068"/>
                    <a:pt x="10253" y="5161"/>
                  </a:cubicBezTo>
                  <a:lnTo>
                    <a:pt x="10249" y="5161"/>
                  </a:lnTo>
                  <a:cubicBezTo>
                    <a:pt x="10271" y="5169"/>
                    <a:pt x="10280" y="5290"/>
                    <a:pt x="10304" y="5330"/>
                  </a:cubicBezTo>
                  <a:cubicBezTo>
                    <a:pt x="10300" y="5356"/>
                    <a:pt x="10295" y="5366"/>
                    <a:pt x="10289" y="5366"/>
                  </a:cubicBezTo>
                  <a:cubicBezTo>
                    <a:pt x="10269" y="5366"/>
                    <a:pt x="10243" y="5263"/>
                    <a:pt x="10236" y="5263"/>
                  </a:cubicBezTo>
                  <a:lnTo>
                    <a:pt x="10236" y="5263"/>
                  </a:lnTo>
                  <a:lnTo>
                    <a:pt x="10270" y="5381"/>
                  </a:lnTo>
                  <a:cubicBezTo>
                    <a:pt x="10236" y="5339"/>
                    <a:pt x="10228" y="5389"/>
                    <a:pt x="10203" y="5322"/>
                  </a:cubicBezTo>
                  <a:lnTo>
                    <a:pt x="10203" y="5322"/>
                  </a:lnTo>
                  <a:cubicBezTo>
                    <a:pt x="10228" y="5398"/>
                    <a:pt x="10203" y="5406"/>
                    <a:pt x="10228" y="5474"/>
                  </a:cubicBezTo>
                  <a:cubicBezTo>
                    <a:pt x="10220" y="5463"/>
                    <a:pt x="10214" y="5458"/>
                    <a:pt x="10210" y="5458"/>
                  </a:cubicBezTo>
                  <a:cubicBezTo>
                    <a:pt x="10189" y="5458"/>
                    <a:pt x="10215" y="5578"/>
                    <a:pt x="10194" y="5592"/>
                  </a:cubicBezTo>
                  <a:cubicBezTo>
                    <a:pt x="10177" y="5516"/>
                    <a:pt x="10177" y="5440"/>
                    <a:pt x="10194" y="5364"/>
                  </a:cubicBezTo>
                  <a:cubicBezTo>
                    <a:pt x="10177" y="5322"/>
                    <a:pt x="10169" y="5279"/>
                    <a:pt x="10177" y="5229"/>
                  </a:cubicBezTo>
                  <a:lnTo>
                    <a:pt x="10126" y="5178"/>
                  </a:lnTo>
                  <a:lnTo>
                    <a:pt x="10126" y="5178"/>
                  </a:lnTo>
                  <a:cubicBezTo>
                    <a:pt x="10134" y="5240"/>
                    <a:pt x="10163" y="5315"/>
                    <a:pt x="10142" y="5315"/>
                  </a:cubicBezTo>
                  <a:cubicBezTo>
                    <a:pt x="10140" y="5315"/>
                    <a:pt x="10138" y="5315"/>
                    <a:pt x="10135" y="5313"/>
                  </a:cubicBezTo>
                  <a:lnTo>
                    <a:pt x="10135" y="5313"/>
                  </a:lnTo>
                  <a:lnTo>
                    <a:pt x="10169" y="5398"/>
                  </a:lnTo>
                  <a:cubicBezTo>
                    <a:pt x="10118" y="5356"/>
                    <a:pt x="10084" y="5296"/>
                    <a:pt x="10059" y="5237"/>
                  </a:cubicBezTo>
                  <a:lnTo>
                    <a:pt x="10059" y="5237"/>
                  </a:lnTo>
                  <a:cubicBezTo>
                    <a:pt x="10050" y="5423"/>
                    <a:pt x="10160" y="5533"/>
                    <a:pt x="10152" y="5686"/>
                  </a:cubicBezTo>
                  <a:lnTo>
                    <a:pt x="10143" y="5660"/>
                  </a:lnTo>
                  <a:lnTo>
                    <a:pt x="10143" y="5660"/>
                  </a:lnTo>
                  <a:cubicBezTo>
                    <a:pt x="10203" y="5939"/>
                    <a:pt x="10169" y="6015"/>
                    <a:pt x="10118" y="6083"/>
                  </a:cubicBezTo>
                  <a:lnTo>
                    <a:pt x="10110" y="6083"/>
                  </a:lnTo>
                  <a:cubicBezTo>
                    <a:pt x="10101" y="6041"/>
                    <a:pt x="10093" y="6007"/>
                    <a:pt x="10093" y="5982"/>
                  </a:cubicBezTo>
                  <a:lnTo>
                    <a:pt x="10110" y="5973"/>
                  </a:lnTo>
                  <a:cubicBezTo>
                    <a:pt x="10084" y="5779"/>
                    <a:pt x="10000" y="5652"/>
                    <a:pt x="9974" y="5457"/>
                  </a:cubicBezTo>
                  <a:lnTo>
                    <a:pt x="9974" y="5457"/>
                  </a:lnTo>
                  <a:cubicBezTo>
                    <a:pt x="9997" y="5480"/>
                    <a:pt x="9999" y="5544"/>
                    <a:pt x="10006" y="5544"/>
                  </a:cubicBezTo>
                  <a:cubicBezTo>
                    <a:pt x="10006" y="5544"/>
                    <a:pt x="10007" y="5543"/>
                    <a:pt x="10008" y="5542"/>
                  </a:cubicBezTo>
                  <a:cubicBezTo>
                    <a:pt x="9991" y="5423"/>
                    <a:pt x="9932" y="5457"/>
                    <a:pt x="9940" y="5330"/>
                  </a:cubicBezTo>
                  <a:lnTo>
                    <a:pt x="9940" y="5330"/>
                  </a:lnTo>
                  <a:cubicBezTo>
                    <a:pt x="9953" y="5374"/>
                    <a:pt x="9960" y="5388"/>
                    <a:pt x="9963" y="5388"/>
                  </a:cubicBezTo>
                  <a:cubicBezTo>
                    <a:pt x="9969" y="5388"/>
                    <a:pt x="9962" y="5329"/>
                    <a:pt x="9970" y="5329"/>
                  </a:cubicBezTo>
                  <a:cubicBezTo>
                    <a:pt x="9972" y="5329"/>
                    <a:pt x="9975" y="5333"/>
                    <a:pt x="9979" y="5342"/>
                  </a:cubicBezTo>
                  <a:lnTo>
                    <a:pt x="9979" y="5342"/>
                  </a:lnTo>
                  <a:cubicBezTo>
                    <a:pt x="9908" y="5146"/>
                    <a:pt x="9922" y="4926"/>
                    <a:pt x="9890" y="4797"/>
                  </a:cubicBezTo>
                  <a:cubicBezTo>
                    <a:pt x="9888" y="4805"/>
                    <a:pt x="9886" y="4808"/>
                    <a:pt x="9883" y="4808"/>
                  </a:cubicBezTo>
                  <a:cubicBezTo>
                    <a:pt x="9872" y="4808"/>
                    <a:pt x="9854" y="4747"/>
                    <a:pt x="9847" y="4747"/>
                  </a:cubicBezTo>
                  <a:cubicBezTo>
                    <a:pt x="9847" y="4727"/>
                    <a:pt x="9851" y="4718"/>
                    <a:pt x="9856" y="4718"/>
                  </a:cubicBezTo>
                  <a:cubicBezTo>
                    <a:pt x="9861" y="4718"/>
                    <a:pt x="9868" y="4729"/>
                    <a:pt x="9873" y="4747"/>
                  </a:cubicBezTo>
                  <a:cubicBezTo>
                    <a:pt x="9873" y="4682"/>
                    <a:pt x="9885" y="4660"/>
                    <a:pt x="9904" y="4660"/>
                  </a:cubicBezTo>
                  <a:cubicBezTo>
                    <a:pt x="9907" y="4660"/>
                    <a:pt x="9911" y="4661"/>
                    <a:pt x="9915" y="4662"/>
                  </a:cubicBezTo>
                  <a:lnTo>
                    <a:pt x="9940" y="4806"/>
                  </a:lnTo>
                  <a:cubicBezTo>
                    <a:pt x="9940" y="4755"/>
                    <a:pt x="9949" y="4730"/>
                    <a:pt x="9949" y="4687"/>
                  </a:cubicBezTo>
                  <a:cubicBezTo>
                    <a:pt x="9949" y="4670"/>
                    <a:pt x="9940" y="4653"/>
                    <a:pt x="9932" y="4628"/>
                  </a:cubicBezTo>
                  <a:cubicBezTo>
                    <a:pt x="9915" y="4611"/>
                    <a:pt x="9915" y="4611"/>
                    <a:pt x="9907" y="4611"/>
                  </a:cubicBezTo>
                  <a:lnTo>
                    <a:pt x="9805" y="4450"/>
                  </a:lnTo>
                  <a:lnTo>
                    <a:pt x="9813" y="4450"/>
                  </a:lnTo>
                  <a:lnTo>
                    <a:pt x="9780" y="4290"/>
                  </a:lnTo>
                  <a:lnTo>
                    <a:pt x="9780" y="4290"/>
                  </a:lnTo>
                  <a:lnTo>
                    <a:pt x="9797" y="4307"/>
                  </a:lnTo>
                  <a:lnTo>
                    <a:pt x="9754" y="4222"/>
                  </a:lnTo>
                  <a:cubicBezTo>
                    <a:pt x="9788" y="4222"/>
                    <a:pt x="9763" y="4188"/>
                    <a:pt x="9788" y="4188"/>
                  </a:cubicBezTo>
                  <a:cubicBezTo>
                    <a:pt x="9822" y="4129"/>
                    <a:pt x="9729" y="3994"/>
                    <a:pt x="9729" y="3858"/>
                  </a:cubicBezTo>
                  <a:lnTo>
                    <a:pt x="9729" y="3858"/>
                  </a:lnTo>
                  <a:lnTo>
                    <a:pt x="9746" y="3875"/>
                  </a:lnTo>
                  <a:cubicBezTo>
                    <a:pt x="9703" y="3765"/>
                    <a:pt x="9687" y="3655"/>
                    <a:pt x="9687" y="3537"/>
                  </a:cubicBezTo>
                  <a:close/>
                  <a:moveTo>
                    <a:pt x="10385" y="6144"/>
                  </a:moveTo>
                  <a:lnTo>
                    <a:pt x="10385" y="6144"/>
                  </a:lnTo>
                  <a:cubicBezTo>
                    <a:pt x="10386" y="6149"/>
                    <a:pt x="10387" y="6154"/>
                    <a:pt x="10389" y="6159"/>
                  </a:cubicBezTo>
                  <a:cubicBezTo>
                    <a:pt x="10389" y="6153"/>
                    <a:pt x="10387" y="6148"/>
                    <a:pt x="10385" y="6144"/>
                  </a:cubicBezTo>
                  <a:close/>
                  <a:moveTo>
                    <a:pt x="10406" y="6193"/>
                  </a:moveTo>
                  <a:cubicBezTo>
                    <a:pt x="10407" y="6200"/>
                    <a:pt x="10408" y="6206"/>
                    <a:pt x="10409" y="6212"/>
                  </a:cubicBezTo>
                  <a:lnTo>
                    <a:pt x="10409" y="6212"/>
                  </a:lnTo>
                  <a:cubicBezTo>
                    <a:pt x="10408" y="6206"/>
                    <a:pt x="10407" y="6200"/>
                    <a:pt x="10406" y="6193"/>
                  </a:cubicBezTo>
                  <a:close/>
                  <a:moveTo>
                    <a:pt x="9907" y="6244"/>
                  </a:moveTo>
                  <a:cubicBezTo>
                    <a:pt x="9905" y="6246"/>
                    <a:pt x="9904" y="6248"/>
                    <a:pt x="9902" y="6250"/>
                  </a:cubicBezTo>
                  <a:lnTo>
                    <a:pt x="9902" y="6250"/>
                  </a:lnTo>
                  <a:cubicBezTo>
                    <a:pt x="9904" y="6248"/>
                    <a:pt x="9905" y="6246"/>
                    <a:pt x="9907" y="6244"/>
                  </a:cubicBezTo>
                  <a:close/>
                  <a:moveTo>
                    <a:pt x="10200" y="6451"/>
                  </a:moveTo>
                  <a:lnTo>
                    <a:pt x="10194" y="6464"/>
                  </a:lnTo>
                  <a:cubicBezTo>
                    <a:pt x="10201" y="6457"/>
                    <a:pt x="10202" y="6453"/>
                    <a:pt x="10200" y="6451"/>
                  </a:cubicBezTo>
                  <a:close/>
                  <a:moveTo>
                    <a:pt x="8494" y="6726"/>
                  </a:moveTo>
                  <a:cubicBezTo>
                    <a:pt x="8505" y="6726"/>
                    <a:pt x="8516" y="6726"/>
                    <a:pt x="8522" y="6728"/>
                  </a:cubicBezTo>
                  <a:lnTo>
                    <a:pt x="8522" y="6728"/>
                  </a:lnTo>
                  <a:lnTo>
                    <a:pt x="8485" y="6734"/>
                  </a:lnTo>
                  <a:cubicBezTo>
                    <a:pt x="8485" y="6734"/>
                    <a:pt x="8494" y="6726"/>
                    <a:pt x="8494" y="6726"/>
                  </a:cubicBezTo>
                  <a:close/>
                  <a:moveTo>
                    <a:pt x="9526" y="7005"/>
                  </a:moveTo>
                  <a:cubicBezTo>
                    <a:pt x="9509" y="7022"/>
                    <a:pt x="9526" y="7031"/>
                    <a:pt x="9450" y="7031"/>
                  </a:cubicBezTo>
                  <a:cubicBezTo>
                    <a:pt x="9450" y="7022"/>
                    <a:pt x="9450" y="7014"/>
                    <a:pt x="9441" y="7014"/>
                  </a:cubicBezTo>
                  <a:lnTo>
                    <a:pt x="9526" y="7005"/>
                  </a:lnTo>
                  <a:close/>
                  <a:moveTo>
                    <a:pt x="9404" y="6892"/>
                  </a:moveTo>
                  <a:cubicBezTo>
                    <a:pt x="9415" y="6892"/>
                    <a:pt x="9424" y="6895"/>
                    <a:pt x="9433" y="6904"/>
                  </a:cubicBezTo>
                  <a:cubicBezTo>
                    <a:pt x="9340" y="6946"/>
                    <a:pt x="9247" y="6997"/>
                    <a:pt x="9154" y="7031"/>
                  </a:cubicBezTo>
                  <a:cubicBezTo>
                    <a:pt x="9086" y="7038"/>
                    <a:pt x="9018" y="7039"/>
                    <a:pt x="8951" y="7039"/>
                  </a:cubicBezTo>
                  <a:lnTo>
                    <a:pt x="8951" y="7039"/>
                  </a:lnTo>
                  <a:cubicBezTo>
                    <a:pt x="9348" y="7022"/>
                    <a:pt x="9179" y="6980"/>
                    <a:pt x="8942" y="6921"/>
                  </a:cubicBezTo>
                  <a:lnTo>
                    <a:pt x="9348" y="6921"/>
                  </a:lnTo>
                  <a:lnTo>
                    <a:pt x="9323" y="6904"/>
                  </a:lnTo>
                  <a:cubicBezTo>
                    <a:pt x="9357" y="6904"/>
                    <a:pt x="9383" y="6892"/>
                    <a:pt x="9404" y="6892"/>
                  </a:cubicBezTo>
                  <a:close/>
                  <a:moveTo>
                    <a:pt x="10242" y="6337"/>
                  </a:moveTo>
                  <a:cubicBezTo>
                    <a:pt x="10257" y="6337"/>
                    <a:pt x="10271" y="6489"/>
                    <a:pt x="10279" y="6548"/>
                  </a:cubicBezTo>
                  <a:cubicBezTo>
                    <a:pt x="10286" y="6605"/>
                    <a:pt x="10228" y="6697"/>
                    <a:pt x="10209" y="6706"/>
                  </a:cubicBezTo>
                  <a:lnTo>
                    <a:pt x="10209" y="6706"/>
                  </a:lnTo>
                  <a:cubicBezTo>
                    <a:pt x="10208" y="6703"/>
                    <a:pt x="10206" y="6701"/>
                    <a:pt x="10203" y="6701"/>
                  </a:cubicBezTo>
                  <a:lnTo>
                    <a:pt x="10203" y="6701"/>
                  </a:lnTo>
                  <a:cubicBezTo>
                    <a:pt x="10203" y="6705"/>
                    <a:pt x="10204" y="6707"/>
                    <a:pt x="10206" y="6707"/>
                  </a:cubicBezTo>
                  <a:cubicBezTo>
                    <a:pt x="10207" y="6707"/>
                    <a:pt x="10208" y="6706"/>
                    <a:pt x="10209" y="6706"/>
                  </a:cubicBezTo>
                  <a:lnTo>
                    <a:pt x="10209" y="6706"/>
                  </a:lnTo>
                  <a:cubicBezTo>
                    <a:pt x="10213" y="6722"/>
                    <a:pt x="10197" y="6769"/>
                    <a:pt x="10169" y="6811"/>
                  </a:cubicBezTo>
                  <a:cubicBezTo>
                    <a:pt x="10135" y="6853"/>
                    <a:pt x="10093" y="6895"/>
                    <a:pt x="10050" y="6937"/>
                  </a:cubicBezTo>
                  <a:cubicBezTo>
                    <a:pt x="10016" y="6971"/>
                    <a:pt x="9957" y="6988"/>
                    <a:pt x="9907" y="6988"/>
                  </a:cubicBezTo>
                  <a:cubicBezTo>
                    <a:pt x="9864" y="6988"/>
                    <a:pt x="9822" y="6997"/>
                    <a:pt x="9788" y="7014"/>
                  </a:cubicBezTo>
                  <a:cubicBezTo>
                    <a:pt x="9805" y="7014"/>
                    <a:pt x="9822" y="7022"/>
                    <a:pt x="9847" y="7022"/>
                  </a:cubicBezTo>
                  <a:cubicBezTo>
                    <a:pt x="9756" y="7057"/>
                    <a:pt x="9664" y="7075"/>
                    <a:pt x="9572" y="7075"/>
                  </a:cubicBezTo>
                  <a:cubicBezTo>
                    <a:pt x="9554" y="7075"/>
                    <a:pt x="9536" y="7074"/>
                    <a:pt x="9517" y="7073"/>
                  </a:cubicBezTo>
                  <a:cubicBezTo>
                    <a:pt x="9512" y="7065"/>
                    <a:pt x="9516" y="7063"/>
                    <a:pt x="9523" y="7063"/>
                  </a:cubicBezTo>
                  <a:cubicBezTo>
                    <a:pt x="9536" y="7063"/>
                    <a:pt x="9561" y="7069"/>
                    <a:pt x="9584" y="7069"/>
                  </a:cubicBezTo>
                  <a:cubicBezTo>
                    <a:pt x="9594" y="7069"/>
                    <a:pt x="9603" y="7068"/>
                    <a:pt x="9610" y="7064"/>
                  </a:cubicBezTo>
                  <a:lnTo>
                    <a:pt x="9543" y="7039"/>
                  </a:lnTo>
                  <a:cubicBezTo>
                    <a:pt x="9565" y="7039"/>
                    <a:pt x="9595" y="7024"/>
                    <a:pt x="9613" y="7024"/>
                  </a:cubicBezTo>
                  <a:cubicBezTo>
                    <a:pt x="9622" y="7024"/>
                    <a:pt x="9627" y="7028"/>
                    <a:pt x="9627" y="7039"/>
                  </a:cubicBezTo>
                  <a:cubicBezTo>
                    <a:pt x="9627" y="7026"/>
                    <a:pt x="9657" y="7008"/>
                    <a:pt x="9629" y="7008"/>
                  </a:cubicBezTo>
                  <a:cubicBezTo>
                    <a:pt x="9621" y="7008"/>
                    <a:pt x="9607" y="7010"/>
                    <a:pt x="9585" y="7014"/>
                  </a:cubicBezTo>
                  <a:lnTo>
                    <a:pt x="9653" y="6988"/>
                  </a:lnTo>
                  <a:cubicBezTo>
                    <a:pt x="9644" y="6980"/>
                    <a:pt x="9644" y="6980"/>
                    <a:pt x="9636" y="6980"/>
                  </a:cubicBezTo>
                  <a:lnTo>
                    <a:pt x="9695" y="6971"/>
                  </a:lnTo>
                  <a:lnTo>
                    <a:pt x="9805" y="6971"/>
                  </a:lnTo>
                  <a:cubicBezTo>
                    <a:pt x="9813" y="6980"/>
                    <a:pt x="9771" y="6997"/>
                    <a:pt x="9746" y="7005"/>
                  </a:cubicBezTo>
                  <a:cubicBezTo>
                    <a:pt x="9797" y="7005"/>
                    <a:pt x="9847" y="6988"/>
                    <a:pt x="9898" y="6963"/>
                  </a:cubicBezTo>
                  <a:lnTo>
                    <a:pt x="9898" y="6963"/>
                  </a:lnTo>
                  <a:cubicBezTo>
                    <a:pt x="9871" y="6970"/>
                    <a:pt x="9855" y="6972"/>
                    <a:pt x="9845" y="6972"/>
                  </a:cubicBezTo>
                  <a:cubicBezTo>
                    <a:pt x="9818" y="6972"/>
                    <a:pt x="9841" y="6952"/>
                    <a:pt x="9822" y="6946"/>
                  </a:cubicBezTo>
                  <a:cubicBezTo>
                    <a:pt x="9873" y="6921"/>
                    <a:pt x="9932" y="6887"/>
                    <a:pt x="9983" y="6853"/>
                  </a:cubicBezTo>
                  <a:cubicBezTo>
                    <a:pt x="10025" y="6832"/>
                    <a:pt x="10068" y="6810"/>
                    <a:pt x="10088" y="6810"/>
                  </a:cubicBezTo>
                  <a:cubicBezTo>
                    <a:pt x="10099" y="6810"/>
                    <a:pt x="10102" y="6817"/>
                    <a:pt x="10093" y="6836"/>
                  </a:cubicBezTo>
                  <a:cubicBezTo>
                    <a:pt x="10135" y="6794"/>
                    <a:pt x="10160" y="6743"/>
                    <a:pt x="10169" y="6684"/>
                  </a:cubicBezTo>
                  <a:lnTo>
                    <a:pt x="10169" y="6684"/>
                  </a:lnTo>
                  <a:cubicBezTo>
                    <a:pt x="10160" y="6723"/>
                    <a:pt x="10152" y="6731"/>
                    <a:pt x="10143" y="6731"/>
                  </a:cubicBezTo>
                  <a:cubicBezTo>
                    <a:pt x="10137" y="6731"/>
                    <a:pt x="10130" y="6726"/>
                    <a:pt x="10122" y="6726"/>
                  </a:cubicBezTo>
                  <a:cubicBezTo>
                    <a:pt x="10110" y="6726"/>
                    <a:pt x="10095" y="6736"/>
                    <a:pt x="10076" y="6785"/>
                  </a:cubicBezTo>
                  <a:cubicBezTo>
                    <a:pt x="10050" y="6785"/>
                    <a:pt x="10067" y="6760"/>
                    <a:pt x="10084" y="6734"/>
                  </a:cubicBezTo>
                  <a:cubicBezTo>
                    <a:pt x="10110" y="6701"/>
                    <a:pt x="10143" y="6658"/>
                    <a:pt x="10160" y="6633"/>
                  </a:cubicBezTo>
                  <a:lnTo>
                    <a:pt x="10160" y="6633"/>
                  </a:lnTo>
                  <a:cubicBezTo>
                    <a:pt x="10155" y="6656"/>
                    <a:pt x="10164" y="6656"/>
                    <a:pt x="10173" y="6656"/>
                  </a:cubicBezTo>
                  <a:cubicBezTo>
                    <a:pt x="10178" y="6656"/>
                    <a:pt x="10183" y="6656"/>
                    <a:pt x="10186" y="6658"/>
                  </a:cubicBezTo>
                  <a:cubicBezTo>
                    <a:pt x="10203" y="6608"/>
                    <a:pt x="10194" y="6599"/>
                    <a:pt x="10186" y="6599"/>
                  </a:cubicBezTo>
                  <a:cubicBezTo>
                    <a:pt x="10160" y="6608"/>
                    <a:pt x="10143" y="6633"/>
                    <a:pt x="10135" y="6650"/>
                  </a:cubicBezTo>
                  <a:cubicBezTo>
                    <a:pt x="10143" y="6616"/>
                    <a:pt x="10152" y="6582"/>
                    <a:pt x="10152" y="6548"/>
                  </a:cubicBezTo>
                  <a:lnTo>
                    <a:pt x="10152" y="6557"/>
                  </a:lnTo>
                  <a:cubicBezTo>
                    <a:pt x="10160" y="6523"/>
                    <a:pt x="10160" y="6489"/>
                    <a:pt x="10160" y="6455"/>
                  </a:cubicBezTo>
                  <a:lnTo>
                    <a:pt x="10160" y="6447"/>
                  </a:lnTo>
                  <a:cubicBezTo>
                    <a:pt x="10181" y="6447"/>
                    <a:pt x="10196" y="6447"/>
                    <a:pt x="10200" y="6451"/>
                  </a:cubicBezTo>
                  <a:lnTo>
                    <a:pt x="10200" y="6451"/>
                  </a:lnTo>
                  <a:lnTo>
                    <a:pt x="10220" y="6405"/>
                  </a:lnTo>
                  <a:cubicBezTo>
                    <a:pt x="10220" y="6438"/>
                    <a:pt x="10220" y="6472"/>
                    <a:pt x="10220" y="6498"/>
                  </a:cubicBezTo>
                  <a:cubicBezTo>
                    <a:pt x="10253" y="6464"/>
                    <a:pt x="10236" y="6396"/>
                    <a:pt x="10236" y="6345"/>
                  </a:cubicBezTo>
                  <a:cubicBezTo>
                    <a:pt x="10238" y="6339"/>
                    <a:pt x="10240" y="6337"/>
                    <a:pt x="10242" y="6337"/>
                  </a:cubicBezTo>
                  <a:close/>
                  <a:moveTo>
                    <a:pt x="8181" y="7047"/>
                  </a:moveTo>
                  <a:lnTo>
                    <a:pt x="8164" y="7073"/>
                  </a:lnTo>
                  <a:lnTo>
                    <a:pt x="8164" y="7081"/>
                  </a:lnTo>
                  <a:cubicBezTo>
                    <a:pt x="8147" y="7073"/>
                    <a:pt x="8139" y="7064"/>
                    <a:pt x="8130" y="7047"/>
                  </a:cubicBezTo>
                  <a:close/>
                  <a:moveTo>
                    <a:pt x="8773" y="7047"/>
                  </a:moveTo>
                  <a:cubicBezTo>
                    <a:pt x="8798" y="7047"/>
                    <a:pt x="8824" y="7047"/>
                    <a:pt x="8815" y="7056"/>
                  </a:cubicBezTo>
                  <a:cubicBezTo>
                    <a:pt x="8815" y="7090"/>
                    <a:pt x="8705" y="7098"/>
                    <a:pt x="8680" y="7132"/>
                  </a:cubicBezTo>
                  <a:lnTo>
                    <a:pt x="8671" y="7132"/>
                  </a:lnTo>
                  <a:cubicBezTo>
                    <a:pt x="8660" y="7136"/>
                    <a:pt x="8628" y="7140"/>
                    <a:pt x="8600" y="7140"/>
                  </a:cubicBezTo>
                  <a:cubicBezTo>
                    <a:pt x="8565" y="7140"/>
                    <a:pt x="8534" y="7134"/>
                    <a:pt x="8553" y="7115"/>
                  </a:cubicBezTo>
                  <a:lnTo>
                    <a:pt x="8553" y="7115"/>
                  </a:lnTo>
                  <a:cubicBezTo>
                    <a:pt x="8558" y="7116"/>
                    <a:pt x="8562" y="7116"/>
                    <a:pt x="8566" y="7116"/>
                  </a:cubicBezTo>
                  <a:cubicBezTo>
                    <a:pt x="8620" y="7116"/>
                    <a:pt x="8631" y="7077"/>
                    <a:pt x="8669" y="7077"/>
                  </a:cubicBezTo>
                  <a:cubicBezTo>
                    <a:pt x="8681" y="7077"/>
                    <a:pt x="8695" y="7080"/>
                    <a:pt x="8714" y="7090"/>
                  </a:cubicBezTo>
                  <a:cubicBezTo>
                    <a:pt x="8722" y="7073"/>
                    <a:pt x="8697" y="7064"/>
                    <a:pt x="8671" y="7064"/>
                  </a:cubicBezTo>
                  <a:cubicBezTo>
                    <a:pt x="8680" y="7056"/>
                    <a:pt x="8688" y="7047"/>
                    <a:pt x="8688" y="7047"/>
                  </a:cubicBezTo>
                  <a:close/>
                  <a:moveTo>
                    <a:pt x="1701" y="7225"/>
                  </a:moveTo>
                  <a:cubicBezTo>
                    <a:pt x="1701" y="7225"/>
                    <a:pt x="1701" y="7225"/>
                    <a:pt x="1701" y="7225"/>
                  </a:cubicBezTo>
                  <a:lnTo>
                    <a:pt x="1701" y="7225"/>
                  </a:lnTo>
                  <a:cubicBezTo>
                    <a:pt x="1709" y="7225"/>
                    <a:pt x="1718" y="7225"/>
                    <a:pt x="1726" y="7225"/>
                  </a:cubicBezTo>
                  <a:close/>
                  <a:moveTo>
                    <a:pt x="4514" y="7283"/>
                  </a:moveTo>
                  <a:cubicBezTo>
                    <a:pt x="4512" y="7284"/>
                    <a:pt x="4511" y="7284"/>
                    <a:pt x="4509" y="7284"/>
                  </a:cubicBezTo>
                  <a:cubicBezTo>
                    <a:pt x="4514" y="7284"/>
                    <a:pt x="4514" y="7284"/>
                    <a:pt x="4514" y="7283"/>
                  </a:cubicBezTo>
                  <a:close/>
                  <a:moveTo>
                    <a:pt x="1649" y="7418"/>
                  </a:moveTo>
                  <a:cubicBezTo>
                    <a:pt x="1641" y="7418"/>
                    <a:pt x="1633" y="7419"/>
                    <a:pt x="1625" y="7420"/>
                  </a:cubicBezTo>
                  <a:cubicBezTo>
                    <a:pt x="1635" y="7420"/>
                    <a:pt x="1643" y="7419"/>
                    <a:pt x="1649" y="7418"/>
                  </a:cubicBezTo>
                  <a:close/>
                  <a:moveTo>
                    <a:pt x="703" y="7445"/>
                  </a:moveTo>
                  <a:cubicBezTo>
                    <a:pt x="703" y="7446"/>
                    <a:pt x="703" y="7447"/>
                    <a:pt x="702" y="7448"/>
                  </a:cubicBezTo>
                  <a:lnTo>
                    <a:pt x="702" y="7448"/>
                  </a:lnTo>
                  <a:cubicBezTo>
                    <a:pt x="703" y="7446"/>
                    <a:pt x="703" y="7445"/>
                    <a:pt x="703" y="7445"/>
                  </a:cubicBezTo>
                  <a:close/>
                  <a:moveTo>
                    <a:pt x="685" y="7511"/>
                  </a:moveTo>
                  <a:cubicBezTo>
                    <a:pt x="674" y="7512"/>
                    <a:pt x="663" y="7512"/>
                    <a:pt x="652" y="7513"/>
                  </a:cubicBezTo>
                  <a:cubicBezTo>
                    <a:pt x="664" y="7513"/>
                    <a:pt x="675" y="7512"/>
                    <a:pt x="685" y="7511"/>
                  </a:cubicBezTo>
                  <a:close/>
                  <a:moveTo>
                    <a:pt x="9120" y="1"/>
                  </a:moveTo>
                  <a:lnTo>
                    <a:pt x="9120" y="1"/>
                  </a:lnTo>
                  <a:cubicBezTo>
                    <a:pt x="9128" y="94"/>
                    <a:pt x="9137" y="187"/>
                    <a:pt x="9162" y="280"/>
                  </a:cubicBezTo>
                  <a:lnTo>
                    <a:pt x="9154" y="212"/>
                  </a:lnTo>
                  <a:lnTo>
                    <a:pt x="9230" y="356"/>
                  </a:lnTo>
                  <a:cubicBezTo>
                    <a:pt x="9213" y="365"/>
                    <a:pt x="9264" y="483"/>
                    <a:pt x="9238" y="483"/>
                  </a:cubicBezTo>
                  <a:cubicBezTo>
                    <a:pt x="9221" y="432"/>
                    <a:pt x="9213" y="390"/>
                    <a:pt x="9204" y="348"/>
                  </a:cubicBezTo>
                  <a:lnTo>
                    <a:pt x="9204" y="348"/>
                  </a:lnTo>
                  <a:cubicBezTo>
                    <a:pt x="9204" y="415"/>
                    <a:pt x="9213" y="475"/>
                    <a:pt x="9230" y="542"/>
                  </a:cubicBezTo>
                  <a:lnTo>
                    <a:pt x="9230" y="475"/>
                  </a:lnTo>
                  <a:cubicBezTo>
                    <a:pt x="9272" y="584"/>
                    <a:pt x="9297" y="745"/>
                    <a:pt x="9331" y="855"/>
                  </a:cubicBezTo>
                  <a:cubicBezTo>
                    <a:pt x="9325" y="841"/>
                    <a:pt x="9322" y="835"/>
                    <a:pt x="9320" y="835"/>
                  </a:cubicBezTo>
                  <a:lnTo>
                    <a:pt x="9320" y="835"/>
                  </a:lnTo>
                  <a:cubicBezTo>
                    <a:pt x="9311" y="835"/>
                    <a:pt x="9325" y="923"/>
                    <a:pt x="9312" y="923"/>
                  </a:cubicBezTo>
                  <a:cubicBezTo>
                    <a:pt x="9309" y="923"/>
                    <a:pt x="9304" y="918"/>
                    <a:pt x="9297" y="906"/>
                  </a:cubicBezTo>
                  <a:cubicBezTo>
                    <a:pt x="9285" y="888"/>
                    <a:pt x="9286" y="857"/>
                    <a:pt x="9288" y="847"/>
                  </a:cubicBezTo>
                  <a:lnTo>
                    <a:pt x="9288" y="847"/>
                  </a:lnTo>
                  <a:cubicBezTo>
                    <a:pt x="9265" y="849"/>
                    <a:pt x="9297" y="923"/>
                    <a:pt x="9281" y="948"/>
                  </a:cubicBezTo>
                  <a:cubicBezTo>
                    <a:pt x="9294" y="955"/>
                    <a:pt x="9317" y="1028"/>
                    <a:pt x="9331" y="1028"/>
                  </a:cubicBezTo>
                  <a:cubicBezTo>
                    <a:pt x="9334" y="1028"/>
                    <a:pt x="9337" y="1024"/>
                    <a:pt x="9339" y="1014"/>
                  </a:cubicBezTo>
                  <a:lnTo>
                    <a:pt x="9339" y="1014"/>
                  </a:lnTo>
                  <a:cubicBezTo>
                    <a:pt x="9336" y="1051"/>
                    <a:pt x="9373" y="1129"/>
                    <a:pt x="9365" y="1185"/>
                  </a:cubicBezTo>
                  <a:cubicBezTo>
                    <a:pt x="9368" y="1183"/>
                    <a:pt x="9370" y="1182"/>
                    <a:pt x="9372" y="1182"/>
                  </a:cubicBezTo>
                  <a:cubicBezTo>
                    <a:pt x="9394" y="1182"/>
                    <a:pt x="9408" y="1280"/>
                    <a:pt x="9416" y="1295"/>
                  </a:cubicBezTo>
                  <a:cubicBezTo>
                    <a:pt x="9424" y="1312"/>
                    <a:pt x="9424" y="1337"/>
                    <a:pt x="9416" y="1354"/>
                  </a:cubicBezTo>
                  <a:lnTo>
                    <a:pt x="9357" y="1194"/>
                  </a:lnTo>
                  <a:cubicBezTo>
                    <a:pt x="9349" y="1172"/>
                    <a:pt x="9342" y="1131"/>
                    <a:pt x="9340" y="1131"/>
                  </a:cubicBezTo>
                  <a:cubicBezTo>
                    <a:pt x="9340" y="1131"/>
                    <a:pt x="9340" y="1132"/>
                    <a:pt x="9340" y="1134"/>
                  </a:cubicBezTo>
                  <a:lnTo>
                    <a:pt x="9331" y="1134"/>
                  </a:lnTo>
                  <a:cubicBezTo>
                    <a:pt x="9281" y="1016"/>
                    <a:pt x="9230" y="889"/>
                    <a:pt x="9204" y="830"/>
                  </a:cubicBezTo>
                  <a:lnTo>
                    <a:pt x="9204" y="830"/>
                  </a:lnTo>
                  <a:lnTo>
                    <a:pt x="9230" y="855"/>
                  </a:lnTo>
                  <a:cubicBezTo>
                    <a:pt x="9171" y="771"/>
                    <a:pt x="9196" y="669"/>
                    <a:pt x="9145" y="576"/>
                  </a:cubicBezTo>
                  <a:lnTo>
                    <a:pt x="9145" y="576"/>
                  </a:lnTo>
                  <a:cubicBezTo>
                    <a:pt x="9150" y="581"/>
                    <a:pt x="9152" y="589"/>
                    <a:pt x="9153" y="589"/>
                  </a:cubicBezTo>
                  <a:cubicBezTo>
                    <a:pt x="9154" y="589"/>
                    <a:pt x="9154" y="586"/>
                    <a:pt x="9154" y="576"/>
                  </a:cubicBezTo>
                  <a:cubicBezTo>
                    <a:pt x="9137" y="458"/>
                    <a:pt x="9086" y="424"/>
                    <a:pt x="9086" y="322"/>
                  </a:cubicBezTo>
                  <a:lnTo>
                    <a:pt x="9086" y="322"/>
                  </a:lnTo>
                  <a:lnTo>
                    <a:pt x="9103" y="331"/>
                  </a:lnTo>
                  <a:cubicBezTo>
                    <a:pt x="9103" y="323"/>
                    <a:pt x="9081" y="279"/>
                    <a:pt x="9065" y="279"/>
                  </a:cubicBezTo>
                  <a:cubicBezTo>
                    <a:pt x="9063" y="279"/>
                    <a:pt x="9062" y="279"/>
                    <a:pt x="9061" y="280"/>
                  </a:cubicBezTo>
                  <a:cubicBezTo>
                    <a:pt x="9077" y="339"/>
                    <a:pt x="9094" y="390"/>
                    <a:pt x="9103" y="449"/>
                  </a:cubicBezTo>
                  <a:cubicBezTo>
                    <a:pt x="9077" y="407"/>
                    <a:pt x="9061" y="356"/>
                    <a:pt x="9052" y="314"/>
                  </a:cubicBezTo>
                  <a:lnTo>
                    <a:pt x="9018" y="314"/>
                  </a:lnTo>
                  <a:cubicBezTo>
                    <a:pt x="8976" y="255"/>
                    <a:pt x="9010" y="187"/>
                    <a:pt x="8968" y="136"/>
                  </a:cubicBezTo>
                  <a:lnTo>
                    <a:pt x="8968" y="204"/>
                  </a:lnTo>
                  <a:cubicBezTo>
                    <a:pt x="8964" y="204"/>
                    <a:pt x="8962" y="203"/>
                    <a:pt x="8961" y="201"/>
                  </a:cubicBezTo>
                  <a:lnTo>
                    <a:pt x="8961" y="201"/>
                  </a:lnTo>
                  <a:cubicBezTo>
                    <a:pt x="8969" y="223"/>
                    <a:pt x="8977" y="240"/>
                    <a:pt x="8984" y="263"/>
                  </a:cubicBezTo>
                  <a:cubicBezTo>
                    <a:pt x="9010" y="322"/>
                    <a:pt x="9010" y="390"/>
                    <a:pt x="8976" y="449"/>
                  </a:cubicBezTo>
                  <a:cubicBezTo>
                    <a:pt x="8976" y="464"/>
                    <a:pt x="8973" y="468"/>
                    <a:pt x="8969" y="468"/>
                  </a:cubicBezTo>
                  <a:cubicBezTo>
                    <a:pt x="8960" y="468"/>
                    <a:pt x="8944" y="446"/>
                    <a:pt x="8932" y="446"/>
                  </a:cubicBezTo>
                  <a:cubicBezTo>
                    <a:pt x="8929" y="446"/>
                    <a:pt x="8927" y="447"/>
                    <a:pt x="8925" y="449"/>
                  </a:cubicBezTo>
                  <a:cubicBezTo>
                    <a:pt x="8951" y="525"/>
                    <a:pt x="8976" y="517"/>
                    <a:pt x="8993" y="593"/>
                  </a:cubicBezTo>
                  <a:cubicBezTo>
                    <a:pt x="8993" y="603"/>
                    <a:pt x="8992" y="606"/>
                    <a:pt x="8990" y="606"/>
                  </a:cubicBezTo>
                  <a:lnTo>
                    <a:pt x="8990" y="606"/>
                  </a:lnTo>
                  <a:lnTo>
                    <a:pt x="8984" y="593"/>
                  </a:lnTo>
                  <a:lnTo>
                    <a:pt x="8984" y="593"/>
                  </a:lnTo>
                  <a:cubicBezTo>
                    <a:pt x="8984" y="598"/>
                    <a:pt x="8988" y="606"/>
                    <a:pt x="8990" y="606"/>
                  </a:cubicBezTo>
                  <a:cubicBezTo>
                    <a:pt x="8990" y="606"/>
                    <a:pt x="8990" y="606"/>
                    <a:pt x="8990" y="606"/>
                  </a:cubicBezTo>
                  <a:lnTo>
                    <a:pt x="8990" y="606"/>
                  </a:lnTo>
                  <a:lnTo>
                    <a:pt x="9010" y="652"/>
                  </a:lnTo>
                  <a:cubicBezTo>
                    <a:pt x="9003" y="652"/>
                    <a:pt x="9012" y="738"/>
                    <a:pt x="9001" y="738"/>
                  </a:cubicBezTo>
                  <a:cubicBezTo>
                    <a:pt x="8997" y="738"/>
                    <a:pt x="8992" y="731"/>
                    <a:pt x="8984" y="711"/>
                  </a:cubicBezTo>
                  <a:cubicBezTo>
                    <a:pt x="8984" y="703"/>
                    <a:pt x="8976" y="678"/>
                    <a:pt x="8976" y="661"/>
                  </a:cubicBezTo>
                  <a:lnTo>
                    <a:pt x="8976" y="661"/>
                  </a:lnTo>
                  <a:cubicBezTo>
                    <a:pt x="8976" y="788"/>
                    <a:pt x="8993" y="982"/>
                    <a:pt x="8959" y="982"/>
                  </a:cubicBezTo>
                  <a:cubicBezTo>
                    <a:pt x="8968" y="1041"/>
                    <a:pt x="8976" y="1024"/>
                    <a:pt x="8984" y="1126"/>
                  </a:cubicBezTo>
                  <a:cubicBezTo>
                    <a:pt x="9018" y="1160"/>
                    <a:pt x="9027" y="1109"/>
                    <a:pt x="9061" y="1210"/>
                  </a:cubicBezTo>
                  <a:lnTo>
                    <a:pt x="9061" y="1168"/>
                  </a:lnTo>
                  <a:cubicBezTo>
                    <a:pt x="9035" y="1117"/>
                    <a:pt x="9027" y="1126"/>
                    <a:pt x="9001" y="1117"/>
                  </a:cubicBezTo>
                  <a:cubicBezTo>
                    <a:pt x="8993" y="1033"/>
                    <a:pt x="8993" y="948"/>
                    <a:pt x="9001" y="864"/>
                  </a:cubicBezTo>
                  <a:cubicBezTo>
                    <a:pt x="9023" y="900"/>
                    <a:pt x="9032" y="954"/>
                    <a:pt x="9050" y="954"/>
                  </a:cubicBezTo>
                  <a:cubicBezTo>
                    <a:pt x="9053" y="954"/>
                    <a:pt x="9057" y="952"/>
                    <a:pt x="9061" y="948"/>
                  </a:cubicBezTo>
                  <a:lnTo>
                    <a:pt x="9061" y="948"/>
                  </a:lnTo>
                  <a:cubicBezTo>
                    <a:pt x="9052" y="1016"/>
                    <a:pt x="9094" y="1016"/>
                    <a:pt x="9086" y="1100"/>
                  </a:cubicBezTo>
                  <a:lnTo>
                    <a:pt x="9086" y="1100"/>
                  </a:lnTo>
                  <a:cubicBezTo>
                    <a:pt x="9084" y="1095"/>
                    <a:pt x="9081" y="1090"/>
                    <a:pt x="9077" y="1084"/>
                  </a:cubicBezTo>
                  <a:lnTo>
                    <a:pt x="9077" y="1084"/>
                  </a:lnTo>
                  <a:lnTo>
                    <a:pt x="9086" y="1101"/>
                  </a:lnTo>
                  <a:cubicBezTo>
                    <a:pt x="9086" y="1100"/>
                    <a:pt x="9086" y="1100"/>
                    <a:pt x="9086" y="1100"/>
                  </a:cubicBezTo>
                  <a:lnTo>
                    <a:pt x="9086" y="1100"/>
                  </a:lnTo>
                  <a:cubicBezTo>
                    <a:pt x="9107" y="1146"/>
                    <a:pt x="9089" y="1164"/>
                    <a:pt x="9120" y="1202"/>
                  </a:cubicBezTo>
                  <a:cubicBezTo>
                    <a:pt x="9103" y="1202"/>
                    <a:pt x="9103" y="1210"/>
                    <a:pt x="9103" y="1219"/>
                  </a:cubicBezTo>
                  <a:cubicBezTo>
                    <a:pt x="9113" y="1253"/>
                    <a:pt x="9118" y="1263"/>
                    <a:pt x="9121" y="1263"/>
                  </a:cubicBezTo>
                  <a:cubicBezTo>
                    <a:pt x="9125" y="1263"/>
                    <a:pt x="9127" y="1248"/>
                    <a:pt x="9134" y="1248"/>
                  </a:cubicBezTo>
                  <a:cubicBezTo>
                    <a:pt x="9139" y="1248"/>
                    <a:pt x="9147" y="1257"/>
                    <a:pt x="9162" y="1287"/>
                  </a:cubicBezTo>
                  <a:cubicBezTo>
                    <a:pt x="9172" y="1348"/>
                    <a:pt x="9158" y="1351"/>
                    <a:pt x="9143" y="1351"/>
                  </a:cubicBezTo>
                  <a:cubicBezTo>
                    <a:pt x="9142" y="1351"/>
                    <a:pt x="9140" y="1351"/>
                    <a:pt x="9138" y="1351"/>
                  </a:cubicBezTo>
                  <a:cubicBezTo>
                    <a:pt x="9130" y="1351"/>
                    <a:pt x="9123" y="1351"/>
                    <a:pt x="9120" y="1363"/>
                  </a:cubicBezTo>
                  <a:cubicBezTo>
                    <a:pt x="9090" y="1289"/>
                    <a:pt x="9078" y="1281"/>
                    <a:pt x="9069" y="1281"/>
                  </a:cubicBezTo>
                  <a:cubicBezTo>
                    <a:pt x="9066" y="1281"/>
                    <a:pt x="9064" y="1282"/>
                    <a:pt x="9062" y="1282"/>
                  </a:cubicBezTo>
                  <a:cubicBezTo>
                    <a:pt x="9052" y="1282"/>
                    <a:pt x="9040" y="1274"/>
                    <a:pt x="9010" y="1194"/>
                  </a:cubicBezTo>
                  <a:cubicBezTo>
                    <a:pt x="8976" y="1202"/>
                    <a:pt x="8984" y="1278"/>
                    <a:pt x="9010" y="1371"/>
                  </a:cubicBezTo>
                  <a:cubicBezTo>
                    <a:pt x="9010" y="1352"/>
                    <a:pt x="9015" y="1346"/>
                    <a:pt x="9022" y="1346"/>
                  </a:cubicBezTo>
                  <a:cubicBezTo>
                    <a:pt x="9031" y="1346"/>
                    <a:pt x="9043" y="1354"/>
                    <a:pt x="9054" y="1354"/>
                  </a:cubicBezTo>
                  <a:cubicBezTo>
                    <a:pt x="9065" y="1354"/>
                    <a:pt x="9074" y="1346"/>
                    <a:pt x="9077" y="1312"/>
                  </a:cubicBezTo>
                  <a:cubicBezTo>
                    <a:pt x="9120" y="1456"/>
                    <a:pt x="9179" y="1430"/>
                    <a:pt x="9179" y="1600"/>
                  </a:cubicBezTo>
                  <a:lnTo>
                    <a:pt x="9213" y="1667"/>
                  </a:lnTo>
                  <a:lnTo>
                    <a:pt x="9213" y="1760"/>
                  </a:lnTo>
                  <a:cubicBezTo>
                    <a:pt x="9162" y="1710"/>
                    <a:pt x="9171" y="1633"/>
                    <a:pt x="9145" y="1591"/>
                  </a:cubicBezTo>
                  <a:lnTo>
                    <a:pt x="9145" y="1591"/>
                  </a:lnTo>
                  <a:cubicBezTo>
                    <a:pt x="9120" y="1710"/>
                    <a:pt x="9204" y="1735"/>
                    <a:pt x="9230" y="1870"/>
                  </a:cubicBezTo>
                  <a:cubicBezTo>
                    <a:pt x="9225" y="1893"/>
                    <a:pt x="9220" y="1903"/>
                    <a:pt x="9215" y="1903"/>
                  </a:cubicBezTo>
                  <a:cubicBezTo>
                    <a:pt x="9195" y="1903"/>
                    <a:pt x="9173" y="1752"/>
                    <a:pt x="9147" y="1752"/>
                  </a:cubicBezTo>
                  <a:cubicBezTo>
                    <a:pt x="9146" y="1752"/>
                    <a:pt x="9146" y="1752"/>
                    <a:pt x="9145" y="1752"/>
                  </a:cubicBezTo>
                  <a:cubicBezTo>
                    <a:pt x="9161" y="1768"/>
                    <a:pt x="9154" y="1837"/>
                    <a:pt x="9146" y="1837"/>
                  </a:cubicBezTo>
                  <a:cubicBezTo>
                    <a:pt x="9146" y="1837"/>
                    <a:pt x="9146" y="1837"/>
                    <a:pt x="9145" y="1836"/>
                  </a:cubicBezTo>
                  <a:cubicBezTo>
                    <a:pt x="9137" y="1710"/>
                    <a:pt x="9103" y="1769"/>
                    <a:pt x="9103" y="1625"/>
                  </a:cubicBezTo>
                  <a:lnTo>
                    <a:pt x="9103" y="1625"/>
                  </a:lnTo>
                  <a:cubicBezTo>
                    <a:pt x="9111" y="1646"/>
                    <a:pt x="9115" y="1653"/>
                    <a:pt x="9117" y="1653"/>
                  </a:cubicBezTo>
                  <a:cubicBezTo>
                    <a:pt x="9121" y="1653"/>
                    <a:pt x="9117" y="1624"/>
                    <a:pt x="9126" y="1624"/>
                  </a:cubicBezTo>
                  <a:cubicBezTo>
                    <a:pt x="9127" y="1624"/>
                    <a:pt x="9127" y="1625"/>
                    <a:pt x="9128" y="1625"/>
                  </a:cubicBezTo>
                  <a:cubicBezTo>
                    <a:pt x="9103" y="1557"/>
                    <a:pt x="9077" y="1473"/>
                    <a:pt x="9069" y="1397"/>
                  </a:cubicBezTo>
                  <a:cubicBezTo>
                    <a:pt x="9067" y="1395"/>
                    <a:pt x="9065" y="1395"/>
                    <a:pt x="9064" y="1395"/>
                  </a:cubicBezTo>
                  <a:cubicBezTo>
                    <a:pt x="9046" y="1395"/>
                    <a:pt x="9061" y="1478"/>
                    <a:pt x="9061" y="1532"/>
                  </a:cubicBezTo>
                  <a:cubicBezTo>
                    <a:pt x="9111" y="1642"/>
                    <a:pt x="9086" y="1760"/>
                    <a:pt x="9128" y="1836"/>
                  </a:cubicBezTo>
                  <a:cubicBezTo>
                    <a:pt x="9137" y="1876"/>
                    <a:pt x="9137" y="1888"/>
                    <a:pt x="9132" y="1888"/>
                  </a:cubicBezTo>
                  <a:cubicBezTo>
                    <a:pt x="9124" y="1888"/>
                    <a:pt x="9105" y="1853"/>
                    <a:pt x="9103" y="1853"/>
                  </a:cubicBezTo>
                  <a:cubicBezTo>
                    <a:pt x="9103" y="1853"/>
                    <a:pt x="9103" y="1853"/>
                    <a:pt x="9103" y="1853"/>
                  </a:cubicBezTo>
                  <a:cubicBezTo>
                    <a:pt x="9107" y="1912"/>
                    <a:pt x="9117" y="1920"/>
                    <a:pt x="9126" y="1920"/>
                  </a:cubicBezTo>
                  <a:cubicBezTo>
                    <a:pt x="9129" y="1920"/>
                    <a:pt x="9133" y="1919"/>
                    <a:pt x="9136" y="1919"/>
                  </a:cubicBezTo>
                  <a:cubicBezTo>
                    <a:pt x="9140" y="1919"/>
                    <a:pt x="9143" y="1921"/>
                    <a:pt x="9145" y="1930"/>
                  </a:cubicBezTo>
                  <a:cubicBezTo>
                    <a:pt x="9196" y="2082"/>
                    <a:pt x="9145" y="2107"/>
                    <a:pt x="9171" y="2226"/>
                  </a:cubicBezTo>
                  <a:cubicBezTo>
                    <a:pt x="9221" y="2378"/>
                    <a:pt x="9255" y="2539"/>
                    <a:pt x="9272" y="2699"/>
                  </a:cubicBezTo>
                  <a:cubicBezTo>
                    <a:pt x="9268" y="2695"/>
                    <a:pt x="9265" y="2694"/>
                    <a:pt x="9262" y="2694"/>
                  </a:cubicBezTo>
                  <a:cubicBezTo>
                    <a:pt x="9254" y="2694"/>
                    <a:pt x="9251" y="2710"/>
                    <a:pt x="9238" y="2716"/>
                  </a:cubicBezTo>
                  <a:cubicBezTo>
                    <a:pt x="9281" y="2767"/>
                    <a:pt x="9314" y="2818"/>
                    <a:pt x="9331" y="2885"/>
                  </a:cubicBezTo>
                  <a:lnTo>
                    <a:pt x="9331" y="2775"/>
                  </a:lnTo>
                  <a:cubicBezTo>
                    <a:pt x="9357" y="2852"/>
                    <a:pt x="9399" y="2911"/>
                    <a:pt x="9390" y="2987"/>
                  </a:cubicBezTo>
                  <a:cubicBezTo>
                    <a:pt x="9395" y="2969"/>
                    <a:pt x="9400" y="2961"/>
                    <a:pt x="9404" y="2961"/>
                  </a:cubicBezTo>
                  <a:cubicBezTo>
                    <a:pt x="9425" y="2961"/>
                    <a:pt x="9447" y="3124"/>
                    <a:pt x="9475" y="3173"/>
                  </a:cubicBezTo>
                  <a:cubicBezTo>
                    <a:pt x="9467" y="3255"/>
                    <a:pt x="9514" y="3328"/>
                    <a:pt x="9502" y="3379"/>
                  </a:cubicBezTo>
                  <a:lnTo>
                    <a:pt x="9502" y="3379"/>
                  </a:lnTo>
                  <a:lnTo>
                    <a:pt x="9500" y="3368"/>
                  </a:lnTo>
                  <a:lnTo>
                    <a:pt x="9500" y="3385"/>
                  </a:lnTo>
                  <a:cubicBezTo>
                    <a:pt x="9501" y="3383"/>
                    <a:pt x="9502" y="3381"/>
                    <a:pt x="9502" y="3379"/>
                  </a:cubicBezTo>
                  <a:lnTo>
                    <a:pt x="9502" y="3379"/>
                  </a:lnTo>
                  <a:lnTo>
                    <a:pt x="9517" y="3486"/>
                  </a:lnTo>
                  <a:lnTo>
                    <a:pt x="9467" y="3486"/>
                  </a:lnTo>
                  <a:cubicBezTo>
                    <a:pt x="9467" y="3558"/>
                    <a:pt x="9504" y="3637"/>
                    <a:pt x="9520" y="3637"/>
                  </a:cubicBezTo>
                  <a:cubicBezTo>
                    <a:pt x="9523" y="3637"/>
                    <a:pt x="9525" y="3635"/>
                    <a:pt x="9526" y="3630"/>
                  </a:cubicBezTo>
                  <a:lnTo>
                    <a:pt x="9526" y="3630"/>
                  </a:lnTo>
                  <a:cubicBezTo>
                    <a:pt x="9530" y="3679"/>
                    <a:pt x="9528" y="3688"/>
                    <a:pt x="9522" y="3688"/>
                  </a:cubicBezTo>
                  <a:cubicBezTo>
                    <a:pt x="9518" y="3688"/>
                    <a:pt x="9514" y="3685"/>
                    <a:pt x="9509" y="3685"/>
                  </a:cubicBezTo>
                  <a:cubicBezTo>
                    <a:pt x="9506" y="3685"/>
                    <a:pt x="9503" y="3686"/>
                    <a:pt x="9500" y="3689"/>
                  </a:cubicBezTo>
                  <a:cubicBezTo>
                    <a:pt x="9475" y="3638"/>
                    <a:pt x="9424" y="3545"/>
                    <a:pt x="9450" y="3503"/>
                  </a:cubicBezTo>
                  <a:lnTo>
                    <a:pt x="9450" y="3503"/>
                  </a:lnTo>
                  <a:cubicBezTo>
                    <a:pt x="9450" y="3511"/>
                    <a:pt x="9450" y="3537"/>
                    <a:pt x="9458" y="3537"/>
                  </a:cubicBezTo>
                  <a:cubicBezTo>
                    <a:pt x="9444" y="3411"/>
                    <a:pt x="9425" y="3403"/>
                    <a:pt x="9405" y="3403"/>
                  </a:cubicBezTo>
                  <a:cubicBezTo>
                    <a:pt x="9402" y="3403"/>
                    <a:pt x="9399" y="3403"/>
                    <a:pt x="9396" y="3403"/>
                  </a:cubicBezTo>
                  <a:cubicBezTo>
                    <a:pt x="9383" y="3403"/>
                    <a:pt x="9369" y="3400"/>
                    <a:pt x="9357" y="3359"/>
                  </a:cubicBezTo>
                  <a:lnTo>
                    <a:pt x="9357" y="3359"/>
                  </a:lnTo>
                  <a:cubicBezTo>
                    <a:pt x="9357" y="3418"/>
                    <a:pt x="9365" y="3478"/>
                    <a:pt x="9374" y="3528"/>
                  </a:cubicBezTo>
                  <a:cubicBezTo>
                    <a:pt x="9399" y="3596"/>
                    <a:pt x="9416" y="3664"/>
                    <a:pt x="9450" y="3731"/>
                  </a:cubicBezTo>
                  <a:cubicBezTo>
                    <a:pt x="9424" y="3672"/>
                    <a:pt x="9416" y="3605"/>
                    <a:pt x="9424" y="3537"/>
                  </a:cubicBezTo>
                  <a:lnTo>
                    <a:pt x="9424" y="3537"/>
                  </a:lnTo>
                  <a:cubicBezTo>
                    <a:pt x="9433" y="3588"/>
                    <a:pt x="9458" y="3596"/>
                    <a:pt x="9458" y="3647"/>
                  </a:cubicBezTo>
                  <a:lnTo>
                    <a:pt x="9441" y="3630"/>
                  </a:lnTo>
                  <a:lnTo>
                    <a:pt x="9441" y="3630"/>
                  </a:lnTo>
                  <a:lnTo>
                    <a:pt x="9475" y="3689"/>
                  </a:lnTo>
                  <a:cubicBezTo>
                    <a:pt x="9449" y="3696"/>
                    <a:pt x="9474" y="3791"/>
                    <a:pt x="9462" y="3791"/>
                  </a:cubicBezTo>
                  <a:cubicBezTo>
                    <a:pt x="9458" y="3791"/>
                    <a:pt x="9452" y="3784"/>
                    <a:pt x="9441" y="3765"/>
                  </a:cubicBezTo>
                  <a:lnTo>
                    <a:pt x="9441" y="3765"/>
                  </a:lnTo>
                  <a:cubicBezTo>
                    <a:pt x="9467" y="3841"/>
                    <a:pt x="9475" y="3791"/>
                    <a:pt x="9492" y="3858"/>
                  </a:cubicBezTo>
                  <a:lnTo>
                    <a:pt x="9475" y="3714"/>
                  </a:lnTo>
                  <a:lnTo>
                    <a:pt x="9509" y="3714"/>
                  </a:lnTo>
                  <a:cubicBezTo>
                    <a:pt x="9526" y="3765"/>
                    <a:pt x="9517" y="3782"/>
                    <a:pt x="9526" y="3841"/>
                  </a:cubicBezTo>
                  <a:lnTo>
                    <a:pt x="9560" y="3824"/>
                  </a:lnTo>
                  <a:lnTo>
                    <a:pt x="9551" y="3934"/>
                  </a:lnTo>
                  <a:cubicBezTo>
                    <a:pt x="9553" y="3933"/>
                    <a:pt x="9554" y="3932"/>
                    <a:pt x="9556" y="3932"/>
                  </a:cubicBezTo>
                  <a:cubicBezTo>
                    <a:pt x="9570" y="3932"/>
                    <a:pt x="9577" y="4004"/>
                    <a:pt x="9585" y="4019"/>
                  </a:cubicBezTo>
                  <a:cubicBezTo>
                    <a:pt x="9585" y="4078"/>
                    <a:pt x="9526" y="4053"/>
                    <a:pt x="9577" y="4146"/>
                  </a:cubicBezTo>
                  <a:lnTo>
                    <a:pt x="9577" y="4137"/>
                  </a:lnTo>
                  <a:cubicBezTo>
                    <a:pt x="9594" y="4188"/>
                    <a:pt x="9610" y="4239"/>
                    <a:pt x="9610" y="4298"/>
                  </a:cubicBezTo>
                  <a:cubicBezTo>
                    <a:pt x="9603" y="4298"/>
                    <a:pt x="9595" y="4277"/>
                    <a:pt x="9594" y="4267"/>
                  </a:cubicBezTo>
                  <a:lnTo>
                    <a:pt x="9594" y="4267"/>
                  </a:lnTo>
                  <a:cubicBezTo>
                    <a:pt x="9603" y="4385"/>
                    <a:pt x="9678" y="4552"/>
                    <a:pt x="9644" y="4603"/>
                  </a:cubicBezTo>
                  <a:cubicBezTo>
                    <a:pt x="9619" y="4603"/>
                    <a:pt x="9619" y="4560"/>
                    <a:pt x="9594" y="4560"/>
                  </a:cubicBezTo>
                  <a:cubicBezTo>
                    <a:pt x="9602" y="4383"/>
                    <a:pt x="9526" y="4442"/>
                    <a:pt x="9509" y="4239"/>
                  </a:cubicBezTo>
                  <a:cubicBezTo>
                    <a:pt x="9568" y="4222"/>
                    <a:pt x="9441" y="4078"/>
                    <a:pt x="9500" y="4027"/>
                  </a:cubicBezTo>
                  <a:lnTo>
                    <a:pt x="9500" y="4027"/>
                  </a:lnTo>
                  <a:cubicBezTo>
                    <a:pt x="9500" y="4105"/>
                    <a:pt x="9558" y="4190"/>
                    <a:pt x="9567" y="4190"/>
                  </a:cubicBezTo>
                  <a:cubicBezTo>
                    <a:pt x="9568" y="4190"/>
                    <a:pt x="9568" y="4190"/>
                    <a:pt x="9568" y="4188"/>
                  </a:cubicBezTo>
                  <a:cubicBezTo>
                    <a:pt x="9543" y="4112"/>
                    <a:pt x="9534" y="4044"/>
                    <a:pt x="9526" y="3968"/>
                  </a:cubicBezTo>
                  <a:cubicBezTo>
                    <a:pt x="9522" y="3989"/>
                    <a:pt x="9509" y="3998"/>
                    <a:pt x="9494" y="3998"/>
                  </a:cubicBezTo>
                  <a:cubicBezTo>
                    <a:pt x="9479" y="3998"/>
                    <a:pt x="9462" y="3989"/>
                    <a:pt x="9450" y="3977"/>
                  </a:cubicBezTo>
                  <a:lnTo>
                    <a:pt x="9450" y="3977"/>
                  </a:lnTo>
                  <a:cubicBezTo>
                    <a:pt x="9484" y="4146"/>
                    <a:pt x="9500" y="4307"/>
                    <a:pt x="9509" y="4476"/>
                  </a:cubicBezTo>
                  <a:lnTo>
                    <a:pt x="9543" y="4450"/>
                  </a:lnTo>
                  <a:cubicBezTo>
                    <a:pt x="9567" y="4508"/>
                    <a:pt x="9566" y="4520"/>
                    <a:pt x="9557" y="4520"/>
                  </a:cubicBezTo>
                  <a:cubicBezTo>
                    <a:pt x="9552" y="4520"/>
                    <a:pt x="9544" y="4515"/>
                    <a:pt x="9536" y="4515"/>
                  </a:cubicBezTo>
                  <a:cubicBezTo>
                    <a:pt x="9527" y="4515"/>
                    <a:pt x="9520" y="4523"/>
                    <a:pt x="9526" y="4560"/>
                  </a:cubicBezTo>
                  <a:lnTo>
                    <a:pt x="9560" y="4603"/>
                  </a:lnTo>
                  <a:lnTo>
                    <a:pt x="9560" y="4611"/>
                  </a:lnTo>
                  <a:lnTo>
                    <a:pt x="9610" y="4687"/>
                  </a:lnTo>
                  <a:cubicBezTo>
                    <a:pt x="9602" y="4628"/>
                    <a:pt x="9577" y="4653"/>
                    <a:pt x="9577" y="4594"/>
                  </a:cubicBezTo>
                  <a:cubicBezTo>
                    <a:pt x="9579" y="4575"/>
                    <a:pt x="9584" y="4568"/>
                    <a:pt x="9590" y="4568"/>
                  </a:cubicBezTo>
                  <a:cubicBezTo>
                    <a:pt x="9602" y="4568"/>
                    <a:pt x="9619" y="4597"/>
                    <a:pt x="9636" y="4603"/>
                  </a:cubicBezTo>
                  <a:cubicBezTo>
                    <a:pt x="9629" y="4636"/>
                    <a:pt x="9649" y="4727"/>
                    <a:pt x="9637" y="4727"/>
                  </a:cubicBezTo>
                  <a:cubicBezTo>
                    <a:pt x="9633" y="4727"/>
                    <a:pt x="9628" y="4720"/>
                    <a:pt x="9619" y="4704"/>
                  </a:cubicBezTo>
                  <a:lnTo>
                    <a:pt x="9619" y="4704"/>
                  </a:lnTo>
                  <a:lnTo>
                    <a:pt x="9687" y="4848"/>
                  </a:lnTo>
                  <a:cubicBezTo>
                    <a:pt x="9670" y="4848"/>
                    <a:pt x="9661" y="4814"/>
                    <a:pt x="9653" y="4806"/>
                  </a:cubicBezTo>
                  <a:lnTo>
                    <a:pt x="9653" y="4806"/>
                  </a:lnTo>
                  <a:lnTo>
                    <a:pt x="9678" y="4907"/>
                  </a:lnTo>
                  <a:cubicBezTo>
                    <a:pt x="9703" y="5000"/>
                    <a:pt x="9729" y="5093"/>
                    <a:pt x="9771" y="5178"/>
                  </a:cubicBezTo>
                  <a:cubicBezTo>
                    <a:pt x="9771" y="5138"/>
                    <a:pt x="9774" y="5124"/>
                    <a:pt x="9779" y="5124"/>
                  </a:cubicBezTo>
                  <a:cubicBezTo>
                    <a:pt x="9791" y="5124"/>
                    <a:pt x="9815" y="5230"/>
                    <a:pt x="9828" y="5230"/>
                  </a:cubicBezTo>
                  <a:cubicBezTo>
                    <a:pt x="9829" y="5230"/>
                    <a:pt x="9830" y="5229"/>
                    <a:pt x="9830" y="5229"/>
                  </a:cubicBezTo>
                  <a:lnTo>
                    <a:pt x="9830" y="5229"/>
                  </a:lnTo>
                  <a:cubicBezTo>
                    <a:pt x="9830" y="5254"/>
                    <a:pt x="9816" y="5273"/>
                    <a:pt x="9795" y="5273"/>
                  </a:cubicBezTo>
                  <a:cubicBezTo>
                    <a:pt x="9775" y="5273"/>
                    <a:pt x="9750" y="5254"/>
                    <a:pt x="9729" y="5203"/>
                  </a:cubicBezTo>
                  <a:cubicBezTo>
                    <a:pt x="9746" y="5169"/>
                    <a:pt x="9703" y="5093"/>
                    <a:pt x="9687" y="5034"/>
                  </a:cubicBezTo>
                  <a:lnTo>
                    <a:pt x="9687" y="5034"/>
                  </a:lnTo>
                  <a:cubicBezTo>
                    <a:pt x="9687" y="5085"/>
                    <a:pt x="9703" y="5144"/>
                    <a:pt x="9720" y="5186"/>
                  </a:cubicBezTo>
                  <a:cubicBezTo>
                    <a:pt x="9718" y="5182"/>
                    <a:pt x="9717" y="5181"/>
                    <a:pt x="9715" y="5181"/>
                  </a:cubicBezTo>
                  <a:cubicBezTo>
                    <a:pt x="9706" y="5181"/>
                    <a:pt x="9711" y="5271"/>
                    <a:pt x="9704" y="5271"/>
                  </a:cubicBezTo>
                  <a:cubicBezTo>
                    <a:pt x="9704" y="5271"/>
                    <a:pt x="9704" y="5271"/>
                    <a:pt x="9703" y="5271"/>
                  </a:cubicBezTo>
                  <a:cubicBezTo>
                    <a:pt x="9687" y="5263"/>
                    <a:pt x="9653" y="5246"/>
                    <a:pt x="9653" y="5169"/>
                  </a:cubicBezTo>
                  <a:cubicBezTo>
                    <a:pt x="9646" y="5125"/>
                    <a:pt x="9650" y="5114"/>
                    <a:pt x="9656" y="5114"/>
                  </a:cubicBezTo>
                  <a:cubicBezTo>
                    <a:pt x="9663" y="5114"/>
                    <a:pt x="9672" y="5127"/>
                    <a:pt x="9673" y="5127"/>
                  </a:cubicBezTo>
                  <a:cubicBezTo>
                    <a:pt x="9673" y="5127"/>
                    <a:pt x="9673" y="5125"/>
                    <a:pt x="9670" y="5119"/>
                  </a:cubicBezTo>
                  <a:cubicBezTo>
                    <a:pt x="9703" y="5085"/>
                    <a:pt x="9636" y="4966"/>
                    <a:pt x="9636" y="4890"/>
                  </a:cubicBezTo>
                  <a:cubicBezTo>
                    <a:pt x="9636" y="4889"/>
                    <a:pt x="9636" y="4889"/>
                    <a:pt x="9636" y="4889"/>
                  </a:cubicBezTo>
                  <a:cubicBezTo>
                    <a:pt x="9638" y="4889"/>
                    <a:pt x="9641" y="4899"/>
                    <a:pt x="9643" y="4907"/>
                  </a:cubicBezTo>
                  <a:lnTo>
                    <a:pt x="9643" y="4907"/>
                  </a:lnTo>
                  <a:cubicBezTo>
                    <a:pt x="9634" y="4845"/>
                    <a:pt x="9609" y="4730"/>
                    <a:pt x="9585" y="4730"/>
                  </a:cubicBezTo>
                  <a:lnTo>
                    <a:pt x="9585" y="4730"/>
                  </a:lnTo>
                  <a:lnTo>
                    <a:pt x="9636" y="4873"/>
                  </a:lnTo>
                  <a:cubicBezTo>
                    <a:pt x="9634" y="4880"/>
                    <a:pt x="9632" y="4882"/>
                    <a:pt x="9629" y="4882"/>
                  </a:cubicBezTo>
                  <a:cubicBezTo>
                    <a:pt x="9622" y="4882"/>
                    <a:pt x="9611" y="4864"/>
                    <a:pt x="9603" y="4864"/>
                  </a:cubicBezTo>
                  <a:cubicBezTo>
                    <a:pt x="9599" y="4864"/>
                    <a:pt x="9596" y="4868"/>
                    <a:pt x="9594" y="4882"/>
                  </a:cubicBezTo>
                  <a:cubicBezTo>
                    <a:pt x="9610" y="4916"/>
                    <a:pt x="9619" y="4958"/>
                    <a:pt x="9619" y="5000"/>
                  </a:cubicBezTo>
                  <a:lnTo>
                    <a:pt x="9610" y="4992"/>
                  </a:lnTo>
                  <a:lnTo>
                    <a:pt x="9610" y="4992"/>
                  </a:lnTo>
                  <a:cubicBezTo>
                    <a:pt x="9610" y="5102"/>
                    <a:pt x="9636" y="5212"/>
                    <a:pt x="9670" y="5322"/>
                  </a:cubicBezTo>
                  <a:cubicBezTo>
                    <a:pt x="9729" y="5347"/>
                    <a:pt x="9780" y="5381"/>
                    <a:pt x="9830" y="5415"/>
                  </a:cubicBezTo>
                  <a:cubicBezTo>
                    <a:pt x="9864" y="5567"/>
                    <a:pt x="9890" y="5728"/>
                    <a:pt x="9907" y="5889"/>
                  </a:cubicBezTo>
                  <a:cubicBezTo>
                    <a:pt x="9864" y="5812"/>
                    <a:pt x="9839" y="5728"/>
                    <a:pt x="9830" y="5643"/>
                  </a:cubicBezTo>
                  <a:lnTo>
                    <a:pt x="9830" y="5643"/>
                  </a:lnTo>
                  <a:lnTo>
                    <a:pt x="9856" y="5694"/>
                  </a:lnTo>
                  <a:cubicBezTo>
                    <a:pt x="9847" y="5635"/>
                    <a:pt x="9830" y="5584"/>
                    <a:pt x="9797" y="5533"/>
                  </a:cubicBezTo>
                  <a:cubicBezTo>
                    <a:pt x="9805" y="5533"/>
                    <a:pt x="9805" y="5533"/>
                    <a:pt x="9805" y="5516"/>
                  </a:cubicBezTo>
                  <a:cubicBezTo>
                    <a:pt x="9793" y="5456"/>
                    <a:pt x="9768" y="5422"/>
                    <a:pt x="9752" y="5422"/>
                  </a:cubicBezTo>
                  <a:cubicBezTo>
                    <a:pt x="9745" y="5422"/>
                    <a:pt x="9740" y="5428"/>
                    <a:pt x="9737" y="5440"/>
                  </a:cubicBezTo>
                  <a:lnTo>
                    <a:pt x="9754" y="5466"/>
                  </a:lnTo>
                  <a:lnTo>
                    <a:pt x="9737" y="5525"/>
                  </a:lnTo>
                  <a:cubicBezTo>
                    <a:pt x="9788" y="5542"/>
                    <a:pt x="9797" y="5711"/>
                    <a:pt x="9830" y="5795"/>
                  </a:cubicBezTo>
                  <a:cubicBezTo>
                    <a:pt x="9797" y="5736"/>
                    <a:pt x="9746" y="5694"/>
                    <a:pt x="9754" y="5609"/>
                  </a:cubicBezTo>
                  <a:lnTo>
                    <a:pt x="9754" y="5609"/>
                  </a:lnTo>
                  <a:lnTo>
                    <a:pt x="9737" y="5618"/>
                  </a:lnTo>
                  <a:cubicBezTo>
                    <a:pt x="9720" y="5550"/>
                    <a:pt x="9729" y="5491"/>
                    <a:pt x="9703" y="5457"/>
                  </a:cubicBezTo>
                  <a:lnTo>
                    <a:pt x="9703" y="5457"/>
                  </a:lnTo>
                  <a:lnTo>
                    <a:pt x="9720" y="5533"/>
                  </a:lnTo>
                  <a:lnTo>
                    <a:pt x="9703" y="5533"/>
                  </a:lnTo>
                  <a:cubicBezTo>
                    <a:pt x="9729" y="5592"/>
                    <a:pt x="9746" y="5652"/>
                    <a:pt x="9746" y="5719"/>
                  </a:cubicBezTo>
                  <a:cubicBezTo>
                    <a:pt x="9788" y="5779"/>
                    <a:pt x="9822" y="5855"/>
                    <a:pt x="9822" y="5931"/>
                  </a:cubicBezTo>
                  <a:cubicBezTo>
                    <a:pt x="9890" y="6007"/>
                    <a:pt x="9839" y="6151"/>
                    <a:pt x="9864" y="6202"/>
                  </a:cubicBezTo>
                  <a:cubicBezTo>
                    <a:pt x="9868" y="6204"/>
                    <a:pt x="9872" y="6205"/>
                    <a:pt x="9875" y="6205"/>
                  </a:cubicBezTo>
                  <a:cubicBezTo>
                    <a:pt x="9907" y="6205"/>
                    <a:pt x="9866" y="6080"/>
                    <a:pt x="9881" y="6041"/>
                  </a:cubicBezTo>
                  <a:lnTo>
                    <a:pt x="9881" y="6041"/>
                  </a:lnTo>
                  <a:cubicBezTo>
                    <a:pt x="9900" y="6072"/>
                    <a:pt x="9896" y="6111"/>
                    <a:pt x="9899" y="6111"/>
                  </a:cubicBezTo>
                  <a:cubicBezTo>
                    <a:pt x="9900" y="6111"/>
                    <a:pt x="9902" y="6105"/>
                    <a:pt x="9907" y="6092"/>
                  </a:cubicBezTo>
                  <a:lnTo>
                    <a:pt x="9907" y="6092"/>
                  </a:lnTo>
                  <a:cubicBezTo>
                    <a:pt x="9949" y="6202"/>
                    <a:pt x="9873" y="6168"/>
                    <a:pt x="9915" y="6244"/>
                  </a:cubicBezTo>
                  <a:lnTo>
                    <a:pt x="9923" y="6193"/>
                  </a:lnTo>
                  <a:cubicBezTo>
                    <a:pt x="9949" y="6235"/>
                    <a:pt x="9940" y="6295"/>
                    <a:pt x="9966" y="6337"/>
                  </a:cubicBezTo>
                  <a:cubicBezTo>
                    <a:pt x="9991" y="6337"/>
                    <a:pt x="9966" y="6269"/>
                    <a:pt x="9966" y="6193"/>
                  </a:cubicBezTo>
                  <a:lnTo>
                    <a:pt x="9966" y="6193"/>
                  </a:lnTo>
                  <a:lnTo>
                    <a:pt x="9991" y="6227"/>
                  </a:lnTo>
                  <a:cubicBezTo>
                    <a:pt x="9974" y="6176"/>
                    <a:pt x="9966" y="6125"/>
                    <a:pt x="9940" y="6075"/>
                  </a:cubicBezTo>
                  <a:cubicBezTo>
                    <a:pt x="9898" y="6032"/>
                    <a:pt x="9907" y="6075"/>
                    <a:pt x="9856" y="5982"/>
                  </a:cubicBezTo>
                  <a:cubicBezTo>
                    <a:pt x="9870" y="5931"/>
                    <a:pt x="9897" y="5893"/>
                    <a:pt x="9925" y="5893"/>
                  </a:cubicBezTo>
                  <a:cubicBezTo>
                    <a:pt x="9930" y="5893"/>
                    <a:pt x="9935" y="5894"/>
                    <a:pt x="9940" y="5897"/>
                  </a:cubicBezTo>
                  <a:cubicBezTo>
                    <a:pt x="9940" y="5948"/>
                    <a:pt x="9966" y="6032"/>
                    <a:pt x="9940" y="6032"/>
                  </a:cubicBezTo>
                  <a:cubicBezTo>
                    <a:pt x="9971" y="6071"/>
                    <a:pt x="10002" y="6171"/>
                    <a:pt x="10026" y="6171"/>
                  </a:cubicBezTo>
                  <a:cubicBezTo>
                    <a:pt x="10029" y="6171"/>
                    <a:pt x="10031" y="6170"/>
                    <a:pt x="10033" y="6168"/>
                  </a:cubicBezTo>
                  <a:lnTo>
                    <a:pt x="10033" y="6185"/>
                  </a:lnTo>
                  <a:cubicBezTo>
                    <a:pt x="10008" y="6269"/>
                    <a:pt x="9983" y="6354"/>
                    <a:pt x="9974" y="6447"/>
                  </a:cubicBezTo>
                  <a:cubicBezTo>
                    <a:pt x="9966" y="6464"/>
                    <a:pt x="9983" y="6472"/>
                    <a:pt x="10016" y="6472"/>
                  </a:cubicBezTo>
                  <a:cubicBezTo>
                    <a:pt x="10000" y="6498"/>
                    <a:pt x="9991" y="6515"/>
                    <a:pt x="9983" y="6540"/>
                  </a:cubicBezTo>
                  <a:cubicBezTo>
                    <a:pt x="9966" y="6515"/>
                    <a:pt x="9966" y="6498"/>
                    <a:pt x="9966" y="6472"/>
                  </a:cubicBezTo>
                  <a:cubicBezTo>
                    <a:pt x="9957" y="6523"/>
                    <a:pt x="9932" y="6565"/>
                    <a:pt x="9898" y="6599"/>
                  </a:cubicBezTo>
                  <a:lnTo>
                    <a:pt x="9898" y="6582"/>
                  </a:lnTo>
                  <a:cubicBezTo>
                    <a:pt x="9898" y="6599"/>
                    <a:pt x="9890" y="6616"/>
                    <a:pt x="9881" y="6633"/>
                  </a:cubicBezTo>
                  <a:cubicBezTo>
                    <a:pt x="9894" y="6613"/>
                    <a:pt x="9918" y="6594"/>
                    <a:pt x="9935" y="6594"/>
                  </a:cubicBezTo>
                  <a:cubicBezTo>
                    <a:pt x="9940" y="6594"/>
                    <a:pt x="9945" y="6595"/>
                    <a:pt x="9949" y="6599"/>
                  </a:cubicBezTo>
                  <a:cubicBezTo>
                    <a:pt x="9923" y="6675"/>
                    <a:pt x="9873" y="6667"/>
                    <a:pt x="9830" y="6734"/>
                  </a:cubicBezTo>
                  <a:cubicBezTo>
                    <a:pt x="9813" y="6684"/>
                    <a:pt x="9797" y="6684"/>
                    <a:pt x="9797" y="6650"/>
                  </a:cubicBezTo>
                  <a:lnTo>
                    <a:pt x="9805" y="6650"/>
                  </a:lnTo>
                  <a:cubicBezTo>
                    <a:pt x="9813" y="6616"/>
                    <a:pt x="9822" y="6574"/>
                    <a:pt x="9822" y="6557"/>
                  </a:cubicBezTo>
                  <a:lnTo>
                    <a:pt x="9822" y="6557"/>
                  </a:lnTo>
                  <a:cubicBezTo>
                    <a:pt x="9797" y="6574"/>
                    <a:pt x="9780" y="6582"/>
                    <a:pt x="9771" y="6591"/>
                  </a:cubicBezTo>
                  <a:cubicBezTo>
                    <a:pt x="9737" y="6608"/>
                    <a:pt x="9712" y="6608"/>
                    <a:pt x="9687" y="6616"/>
                  </a:cubicBezTo>
                  <a:cubicBezTo>
                    <a:pt x="9678" y="6599"/>
                    <a:pt x="9703" y="6591"/>
                    <a:pt x="9720" y="6574"/>
                  </a:cubicBezTo>
                  <a:cubicBezTo>
                    <a:pt x="9729" y="6565"/>
                    <a:pt x="9746" y="6548"/>
                    <a:pt x="9729" y="6548"/>
                  </a:cubicBezTo>
                  <a:cubicBezTo>
                    <a:pt x="9746" y="6540"/>
                    <a:pt x="9771" y="6540"/>
                    <a:pt x="9788" y="6531"/>
                  </a:cubicBezTo>
                  <a:lnTo>
                    <a:pt x="9788" y="6548"/>
                  </a:lnTo>
                  <a:cubicBezTo>
                    <a:pt x="9797" y="6515"/>
                    <a:pt x="9822" y="6523"/>
                    <a:pt x="9805" y="6489"/>
                  </a:cubicBezTo>
                  <a:cubicBezTo>
                    <a:pt x="9808" y="6486"/>
                    <a:pt x="9810" y="6485"/>
                    <a:pt x="9812" y="6485"/>
                  </a:cubicBezTo>
                  <a:cubicBezTo>
                    <a:pt x="9819" y="6485"/>
                    <a:pt x="9816" y="6507"/>
                    <a:pt x="9820" y="6507"/>
                  </a:cubicBezTo>
                  <a:cubicBezTo>
                    <a:pt x="9821" y="6507"/>
                    <a:pt x="9821" y="6507"/>
                    <a:pt x="9822" y="6506"/>
                  </a:cubicBezTo>
                  <a:cubicBezTo>
                    <a:pt x="9830" y="6531"/>
                    <a:pt x="9839" y="6548"/>
                    <a:pt x="9847" y="6574"/>
                  </a:cubicBezTo>
                  <a:cubicBezTo>
                    <a:pt x="9890" y="6540"/>
                    <a:pt x="9839" y="6531"/>
                    <a:pt x="9847" y="6489"/>
                  </a:cubicBezTo>
                  <a:cubicBezTo>
                    <a:pt x="9856" y="6481"/>
                    <a:pt x="9873" y="6472"/>
                    <a:pt x="9881" y="6455"/>
                  </a:cubicBezTo>
                  <a:cubicBezTo>
                    <a:pt x="9881" y="6447"/>
                    <a:pt x="9879" y="6444"/>
                    <a:pt x="9876" y="6444"/>
                  </a:cubicBezTo>
                  <a:cubicBezTo>
                    <a:pt x="9871" y="6444"/>
                    <a:pt x="9861" y="6455"/>
                    <a:pt x="9856" y="6455"/>
                  </a:cubicBezTo>
                  <a:cubicBezTo>
                    <a:pt x="9856" y="6430"/>
                    <a:pt x="9881" y="6413"/>
                    <a:pt x="9881" y="6388"/>
                  </a:cubicBezTo>
                  <a:lnTo>
                    <a:pt x="9881" y="6388"/>
                  </a:lnTo>
                  <a:cubicBezTo>
                    <a:pt x="9874" y="6394"/>
                    <a:pt x="9867" y="6407"/>
                    <a:pt x="9861" y="6407"/>
                  </a:cubicBezTo>
                  <a:cubicBezTo>
                    <a:pt x="9859" y="6407"/>
                    <a:pt x="9857" y="6406"/>
                    <a:pt x="9856" y="6405"/>
                  </a:cubicBezTo>
                  <a:cubicBezTo>
                    <a:pt x="9880" y="6364"/>
                    <a:pt x="9865" y="6307"/>
                    <a:pt x="9902" y="6250"/>
                  </a:cubicBezTo>
                  <a:lnTo>
                    <a:pt x="9902" y="6250"/>
                  </a:lnTo>
                  <a:cubicBezTo>
                    <a:pt x="9900" y="6252"/>
                    <a:pt x="9898" y="6253"/>
                    <a:pt x="9895" y="6253"/>
                  </a:cubicBezTo>
                  <a:cubicBezTo>
                    <a:pt x="9877" y="6253"/>
                    <a:pt x="9853" y="6204"/>
                    <a:pt x="9839" y="6176"/>
                  </a:cubicBezTo>
                  <a:cubicBezTo>
                    <a:pt x="9830" y="6218"/>
                    <a:pt x="9822" y="6261"/>
                    <a:pt x="9813" y="6303"/>
                  </a:cubicBezTo>
                  <a:cubicBezTo>
                    <a:pt x="9813" y="6345"/>
                    <a:pt x="9813" y="6396"/>
                    <a:pt x="9805" y="6438"/>
                  </a:cubicBezTo>
                  <a:cubicBezTo>
                    <a:pt x="9797" y="6472"/>
                    <a:pt x="9780" y="6489"/>
                    <a:pt x="9780" y="6506"/>
                  </a:cubicBezTo>
                  <a:lnTo>
                    <a:pt x="9771" y="6489"/>
                  </a:lnTo>
                  <a:cubicBezTo>
                    <a:pt x="9746" y="6489"/>
                    <a:pt x="9729" y="6515"/>
                    <a:pt x="9712" y="6548"/>
                  </a:cubicBezTo>
                  <a:cubicBezTo>
                    <a:pt x="9674" y="6602"/>
                    <a:pt x="9622" y="6634"/>
                    <a:pt x="9563" y="6634"/>
                  </a:cubicBezTo>
                  <a:cubicBezTo>
                    <a:pt x="9556" y="6634"/>
                    <a:pt x="9550" y="6634"/>
                    <a:pt x="9543" y="6633"/>
                  </a:cubicBezTo>
                  <a:cubicBezTo>
                    <a:pt x="9543" y="6623"/>
                    <a:pt x="9534" y="6621"/>
                    <a:pt x="9521" y="6621"/>
                  </a:cubicBezTo>
                  <a:cubicBezTo>
                    <a:pt x="9504" y="6621"/>
                    <a:pt x="9480" y="6625"/>
                    <a:pt x="9461" y="6625"/>
                  </a:cubicBezTo>
                  <a:cubicBezTo>
                    <a:pt x="9445" y="6625"/>
                    <a:pt x="9433" y="6622"/>
                    <a:pt x="9433" y="6608"/>
                  </a:cubicBezTo>
                  <a:cubicBezTo>
                    <a:pt x="9517" y="6608"/>
                    <a:pt x="9500" y="6591"/>
                    <a:pt x="9475" y="6574"/>
                  </a:cubicBezTo>
                  <a:lnTo>
                    <a:pt x="9475" y="6574"/>
                  </a:lnTo>
                  <a:cubicBezTo>
                    <a:pt x="9424" y="6608"/>
                    <a:pt x="9365" y="6616"/>
                    <a:pt x="9306" y="6616"/>
                  </a:cubicBezTo>
                  <a:cubicBezTo>
                    <a:pt x="9340" y="6591"/>
                    <a:pt x="9255" y="6582"/>
                    <a:pt x="9348" y="6565"/>
                  </a:cubicBezTo>
                  <a:cubicBezTo>
                    <a:pt x="9332" y="6564"/>
                    <a:pt x="9316" y="6563"/>
                    <a:pt x="9300" y="6563"/>
                  </a:cubicBezTo>
                  <a:cubicBezTo>
                    <a:pt x="9224" y="6563"/>
                    <a:pt x="9149" y="6580"/>
                    <a:pt x="9086" y="6608"/>
                  </a:cubicBezTo>
                  <a:cubicBezTo>
                    <a:pt x="9035" y="6620"/>
                    <a:pt x="9006" y="6624"/>
                    <a:pt x="8987" y="6624"/>
                  </a:cubicBezTo>
                  <a:cubicBezTo>
                    <a:pt x="8937" y="6624"/>
                    <a:pt x="8962" y="6594"/>
                    <a:pt x="8883" y="6594"/>
                  </a:cubicBezTo>
                  <a:cubicBezTo>
                    <a:pt x="8866" y="6594"/>
                    <a:pt x="8844" y="6596"/>
                    <a:pt x="8815" y="6599"/>
                  </a:cubicBezTo>
                  <a:lnTo>
                    <a:pt x="8841" y="6582"/>
                  </a:lnTo>
                  <a:lnTo>
                    <a:pt x="8714" y="6599"/>
                  </a:lnTo>
                  <a:lnTo>
                    <a:pt x="8756" y="6616"/>
                  </a:lnTo>
                  <a:lnTo>
                    <a:pt x="8604" y="6641"/>
                  </a:lnTo>
                  <a:cubicBezTo>
                    <a:pt x="8511" y="6675"/>
                    <a:pt x="8646" y="6667"/>
                    <a:pt x="8638" y="6684"/>
                  </a:cubicBezTo>
                  <a:lnTo>
                    <a:pt x="8663" y="6650"/>
                  </a:lnTo>
                  <a:cubicBezTo>
                    <a:pt x="8670" y="6651"/>
                    <a:pt x="8677" y="6651"/>
                    <a:pt x="8685" y="6651"/>
                  </a:cubicBezTo>
                  <a:cubicBezTo>
                    <a:pt x="8724" y="6651"/>
                    <a:pt x="8771" y="6640"/>
                    <a:pt x="8799" y="6640"/>
                  </a:cubicBezTo>
                  <a:cubicBezTo>
                    <a:pt x="8812" y="6640"/>
                    <a:pt x="8821" y="6643"/>
                    <a:pt x="8824" y="6650"/>
                  </a:cubicBezTo>
                  <a:cubicBezTo>
                    <a:pt x="8722" y="6658"/>
                    <a:pt x="8748" y="6675"/>
                    <a:pt x="8714" y="6692"/>
                  </a:cubicBezTo>
                  <a:lnTo>
                    <a:pt x="8807" y="6675"/>
                  </a:lnTo>
                  <a:lnTo>
                    <a:pt x="8841" y="6692"/>
                  </a:lnTo>
                  <a:cubicBezTo>
                    <a:pt x="8860" y="6694"/>
                    <a:pt x="8879" y="6695"/>
                    <a:pt x="8898" y="6695"/>
                  </a:cubicBezTo>
                  <a:cubicBezTo>
                    <a:pt x="8955" y="6695"/>
                    <a:pt x="9012" y="6686"/>
                    <a:pt x="9069" y="6667"/>
                  </a:cubicBezTo>
                  <a:cubicBezTo>
                    <a:pt x="9064" y="6666"/>
                    <a:pt x="9060" y="6665"/>
                    <a:pt x="9055" y="6665"/>
                  </a:cubicBezTo>
                  <a:cubicBezTo>
                    <a:pt x="9029" y="6665"/>
                    <a:pt x="9009" y="6680"/>
                    <a:pt x="8988" y="6680"/>
                  </a:cubicBezTo>
                  <a:cubicBezTo>
                    <a:pt x="8981" y="6680"/>
                    <a:pt x="8974" y="6679"/>
                    <a:pt x="8968" y="6675"/>
                  </a:cubicBezTo>
                  <a:cubicBezTo>
                    <a:pt x="9052" y="6633"/>
                    <a:pt x="9145" y="6616"/>
                    <a:pt x="9247" y="6608"/>
                  </a:cubicBezTo>
                  <a:cubicBezTo>
                    <a:pt x="9247" y="6616"/>
                    <a:pt x="9281" y="6616"/>
                    <a:pt x="9272" y="6624"/>
                  </a:cubicBezTo>
                  <a:cubicBezTo>
                    <a:pt x="9264" y="6629"/>
                    <a:pt x="9257" y="6631"/>
                    <a:pt x="9252" y="6631"/>
                  </a:cubicBezTo>
                  <a:cubicBezTo>
                    <a:pt x="9247" y="6631"/>
                    <a:pt x="9242" y="6629"/>
                    <a:pt x="9238" y="6624"/>
                  </a:cubicBezTo>
                  <a:lnTo>
                    <a:pt x="9238" y="6624"/>
                  </a:lnTo>
                  <a:cubicBezTo>
                    <a:pt x="9247" y="6641"/>
                    <a:pt x="9179" y="6658"/>
                    <a:pt x="9289" y="6658"/>
                  </a:cubicBezTo>
                  <a:cubicBezTo>
                    <a:pt x="9255" y="6692"/>
                    <a:pt x="9179" y="6734"/>
                    <a:pt x="9179" y="6743"/>
                  </a:cubicBezTo>
                  <a:cubicBezTo>
                    <a:pt x="9131" y="6749"/>
                    <a:pt x="9083" y="6755"/>
                    <a:pt x="9035" y="6755"/>
                  </a:cubicBezTo>
                  <a:cubicBezTo>
                    <a:pt x="9016" y="6755"/>
                    <a:pt x="8996" y="6754"/>
                    <a:pt x="8976" y="6751"/>
                  </a:cubicBezTo>
                  <a:cubicBezTo>
                    <a:pt x="8937" y="6751"/>
                    <a:pt x="8874" y="6763"/>
                    <a:pt x="8832" y="6763"/>
                  </a:cubicBezTo>
                  <a:cubicBezTo>
                    <a:pt x="8811" y="6763"/>
                    <a:pt x="8796" y="6760"/>
                    <a:pt x="8790" y="6751"/>
                  </a:cubicBezTo>
                  <a:cubicBezTo>
                    <a:pt x="8764" y="6760"/>
                    <a:pt x="8671" y="6777"/>
                    <a:pt x="8764" y="6785"/>
                  </a:cubicBezTo>
                  <a:lnTo>
                    <a:pt x="8604" y="6811"/>
                  </a:lnTo>
                  <a:cubicBezTo>
                    <a:pt x="8638" y="6760"/>
                    <a:pt x="8485" y="6760"/>
                    <a:pt x="8638" y="6709"/>
                  </a:cubicBezTo>
                  <a:lnTo>
                    <a:pt x="8638" y="6709"/>
                  </a:lnTo>
                  <a:lnTo>
                    <a:pt x="8537" y="6726"/>
                  </a:lnTo>
                  <a:lnTo>
                    <a:pt x="8537" y="6726"/>
                  </a:lnTo>
                  <a:cubicBezTo>
                    <a:pt x="8567" y="6692"/>
                    <a:pt x="8496" y="6692"/>
                    <a:pt x="8418" y="6692"/>
                  </a:cubicBezTo>
                  <a:lnTo>
                    <a:pt x="8401" y="6718"/>
                  </a:lnTo>
                  <a:cubicBezTo>
                    <a:pt x="8345" y="6705"/>
                    <a:pt x="8294" y="6697"/>
                    <a:pt x="8244" y="6697"/>
                  </a:cubicBezTo>
                  <a:cubicBezTo>
                    <a:pt x="8226" y="6697"/>
                    <a:pt x="8207" y="6698"/>
                    <a:pt x="8189" y="6701"/>
                  </a:cubicBezTo>
                  <a:lnTo>
                    <a:pt x="7961" y="6811"/>
                  </a:lnTo>
                  <a:lnTo>
                    <a:pt x="7893" y="6819"/>
                  </a:lnTo>
                  <a:cubicBezTo>
                    <a:pt x="7868" y="6811"/>
                    <a:pt x="7766" y="6819"/>
                    <a:pt x="7800" y="6794"/>
                  </a:cubicBezTo>
                  <a:cubicBezTo>
                    <a:pt x="7792" y="6777"/>
                    <a:pt x="7826" y="6777"/>
                    <a:pt x="7868" y="6777"/>
                  </a:cubicBezTo>
                  <a:cubicBezTo>
                    <a:pt x="7868" y="6777"/>
                    <a:pt x="7859" y="6785"/>
                    <a:pt x="7868" y="6785"/>
                  </a:cubicBezTo>
                  <a:cubicBezTo>
                    <a:pt x="7885" y="6768"/>
                    <a:pt x="7885" y="6743"/>
                    <a:pt x="7834" y="6734"/>
                  </a:cubicBezTo>
                  <a:cubicBezTo>
                    <a:pt x="7868" y="6734"/>
                    <a:pt x="7902" y="6734"/>
                    <a:pt x="7927" y="6726"/>
                  </a:cubicBezTo>
                  <a:lnTo>
                    <a:pt x="7876" y="6726"/>
                  </a:lnTo>
                  <a:cubicBezTo>
                    <a:pt x="7961" y="6709"/>
                    <a:pt x="8079" y="6667"/>
                    <a:pt x="8079" y="6650"/>
                  </a:cubicBezTo>
                  <a:lnTo>
                    <a:pt x="8079" y="6650"/>
                  </a:lnTo>
                  <a:cubicBezTo>
                    <a:pt x="8071" y="6661"/>
                    <a:pt x="8060" y="6665"/>
                    <a:pt x="8046" y="6665"/>
                  </a:cubicBezTo>
                  <a:cubicBezTo>
                    <a:pt x="8020" y="6665"/>
                    <a:pt x="7986" y="6650"/>
                    <a:pt x="7952" y="6650"/>
                  </a:cubicBezTo>
                  <a:cubicBezTo>
                    <a:pt x="7986" y="6641"/>
                    <a:pt x="8062" y="6616"/>
                    <a:pt x="8003" y="6616"/>
                  </a:cubicBezTo>
                  <a:cubicBezTo>
                    <a:pt x="7986" y="6633"/>
                    <a:pt x="7834" y="6658"/>
                    <a:pt x="7944" y="6667"/>
                  </a:cubicBezTo>
                  <a:cubicBezTo>
                    <a:pt x="7893" y="6684"/>
                    <a:pt x="7842" y="6684"/>
                    <a:pt x="7792" y="6684"/>
                  </a:cubicBezTo>
                  <a:cubicBezTo>
                    <a:pt x="7851" y="6667"/>
                    <a:pt x="7809" y="6658"/>
                    <a:pt x="7826" y="6633"/>
                  </a:cubicBezTo>
                  <a:lnTo>
                    <a:pt x="7826" y="6633"/>
                  </a:lnTo>
                  <a:cubicBezTo>
                    <a:pt x="7800" y="6641"/>
                    <a:pt x="7775" y="6667"/>
                    <a:pt x="7766" y="6692"/>
                  </a:cubicBezTo>
                  <a:cubicBezTo>
                    <a:pt x="7647" y="6679"/>
                    <a:pt x="7579" y="6640"/>
                    <a:pt x="7474" y="6640"/>
                  </a:cubicBezTo>
                  <a:cubicBezTo>
                    <a:pt x="7445" y="6640"/>
                    <a:pt x="7414" y="6643"/>
                    <a:pt x="7377" y="6650"/>
                  </a:cubicBezTo>
                  <a:cubicBezTo>
                    <a:pt x="7375" y="6651"/>
                    <a:pt x="7375" y="6652"/>
                    <a:pt x="7378" y="6652"/>
                  </a:cubicBezTo>
                  <a:cubicBezTo>
                    <a:pt x="7387" y="6652"/>
                    <a:pt x="7419" y="6647"/>
                    <a:pt x="7443" y="6647"/>
                  </a:cubicBezTo>
                  <a:cubicBezTo>
                    <a:pt x="7460" y="6647"/>
                    <a:pt x="7473" y="6649"/>
                    <a:pt x="7470" y="6658"/>
                  </a:cubicBezTo>
                  <a:cubicBezTo>
                    <a:pt x="7442" y="6668"/>
                    <a:pt x="7417" y="6671"/>
                    <a:pt x="7395" y="6671"/>
                  </a:cubicBezTo>
                  <a:cubicBezTo>
                    <a:pt x="7335" y="6671"/>
                    <a:pt x="7294" y="6645"/>
                    <a:pt x="7236" y="6645"/>
                  </a:cubicBezTo>
                  <a:cubicBezTo>
                    <a:pt x="7222" y="6645"/>
                    <a:pt x="7207" y="6646"/>
                    <a:pt x="7191" y="6650"/>
                  </a:cubicBezTo>
                  <a:lnTo>
                    <a:pt x="7225" y="6684"/>
                  </a:lnTo>
                  <a:cubicBezTo>
                    <a:pt x="7191" y="6692"/>
                    <a:pt x="7115" y="6701"/>
                    <a:pt x="7073" y="6701"/>
                  </a:cubicBezTo>
                  <a:cubicBezTo>
                    <a:pt x="7064" y="6692"/>
                    <a:pt x="6946" y="6675"/>
                    <a:pt x="7030" y="6658"/>
                  </a:cubicBezTo>
                  <a:cubicBezTo>
                    <a:pt x="7022" y="6658"/>
                    <a:pt x="7015" y="6658"/>
                    <a:pt x="7007" y="6658"/>
                  </a:cubicBezTo>
                  <a:cubicBezTo>
                    <a:pt x="6846" y="6658"/>
                    <a:pt x="6860" y="6743"/>
                    <a:pt x="6658" y="6743"/>
                  </a:cubicBezTo>
                  <a:lnTo>
                    <a:pt x="6844" y="6743"/>
                  </a:lnTo>
                  <a:cubicBezTo>
                    <a:pt x="6760" y="6768"/>
                    <a:pt x="6836" y="6760"/>
                    <a:pt x="6827" y="6785"/>
                  </a:cubicBezTo>
                  <a:cubicBezTo>
                    <a:pt x="6808" y="6777"/>
                    <a:pt x="6777" y="6775"/>
                    <a:pt x="6750" y="6775"/>
                  </a:cubicBezTo>
                  <a:cubicBezTo>
                    <a:pt x="6728" y="6775"/>
                    <a:pt x="6707" y="6776"/>
                    <a:pt x="6695" y="6776"/>
                  </a:cubicBezTo>
                  <a:cubicBezTo>
                    <a:pt x="6677" y="6776"/>
                    <a:pt x="6677" y="6773"/>
                    <a:pt x="6717" y="6760"/>
                  </a:cubicBezTo>
                  <a:cubicBezTo>
                    <a:pt x="6697" y="6758"/>
                    <a:pt x="6677" y="6757"/>
                    <a:pt x="6656" y="6757"/>
                  </a:cubicBezTo>
                  <a:cubicBezTo>
                    <a:pt x="6600" y="6757"/>
                    <a:pt x="6545" y="6764"/>
                    <a:pt x="6489" y="6777"/>
                  </a:cubicBezTo>
                  <a:lnTo>
                    <a:pt x="6548" y="6785"/>
                  </a:lnTo>
                  <a:cubicBezTo>
                    <a:pt x="6472" y="6785"/>
                    <a:pt x="6387" y="6811"/>
                    <a:pt x="6320" y="6844"/>
                  </a:cubicBezTo>
                  <a:cubicBezTo>
                    <a:pt x="6438" y="6836"/>
                    <a:pt x="6438" y="6785"/>
                    <a:pt x="6582" y="6785"/>
                  </a:cubicBezTo>
                  <a:cubicBezTo>
                    <a:pt x="6751" y="6802"/>
                    <a:pt x="6548" y="6811"/>
                    <a:pt x="6658" y="6844"/>
                  </a:cubicBezTo>
                  <a:lnTo>
                    <a:pt x="6768" y="6811"/>
                  </a:lnTo>
                  <a:lnTo>
                    <a:pt x="6717" y="6811"/>
                  </a:lnTo>
                  <a:cubicBezTo>
                    <a:pt x="6734" y="6777"/>
                    <a:pt x="6895" y="6802"/>
                    <a:pt x="6878" y="6768"/>
                  </a:cubicBezTo>
                  <a:lnTo>
                    <a:pt x="6878" y="6768"/>
                  </a:lnTo>
                  <a:cubicBezTo>
                    <a:pt x="6937" y="6781"/>
                    <a:pt x="6975" y="6781"/>
                    <a:pt x="7016" y="6781"/>
                  </a:cubicBezTo>
                  <a:cubicBezTo>
                    <a:pt x="7056" y="6781"/>
                    <a:pt x="7098" y="6781"/>
                    <a:pt x="7166" y="6794"/>
                  </a:cubicBezTo>
                  <a:cubicBezTo>
                    <a:pt x="7191" y="6777"/>
                    <a:pt x="7149" y="6777"/>
                    <a:pt x="7106" y="6777"/>
                  </a:cubicBezTo>
                  <a:cubicBezTo>
                    <a:pt x="7159" y="6777"/>
                    <a:pt x="7171" y="6752"/>
                    <a:pt x="7216" y="6752"/>
                  </a:cubicBezTo>
                  <a:cubicBezTo>
                    <a:pt x="7229" y="6752"/>
                    <a:pt x="7246" y="6754"/>
                    <a:pt x="7267" y="6760"/>
                  </a:cubicBezTo>
                  <a:cubicBezTo>
                    <a:pt x="7309" y="6760"/>
                    <a:pt x="7276" y="6726"/>
                    <a:pt x="7200" y="6726"/>
                  </a:cubicBezTo>
                  <a:cubicBezTo>
                    <a:pt x="7267" y="6726"/>
                    <a:pt x="7326" y="6718"/>
                    <a:pt x="7403" y="6718"/>
                  </a:cubicBezTo>
                  <a:lnTo>
                    <a:pt x="7326" y="6692"/>
                  </a:lnTo>
                  <a:lnTo>
                    <a:pt x="7403" y="6692"/>
                  </a:lnTo>
                  <a:lnTo>
                    <a:pt x="7335" y="6684"/>
                  </a:lnTo>
                  <a:cubicBezTo>
                    <a:pt x="7391" y="6677"/>
                    <a:pt x="7447" y="6673"/>
                    <a:pt x="7502" y="6673"/>
                  </a:cubicBezTo>
                  <a:cubicBezTo>
                    <a:pt x="7581" y="6673"/>
                    <a:pt x="7658" y="6681"/>
                    <a:pt x="7732" y="6701"/>
                  </a:cubicBezTo>
                  <a:cubicBezTo>
                    <a:pt x="7606" y="6734"/>
                    <a:pt x="7394" y="6734"/>
                    <a:pt x="7326" y="6785"/>
                  </a:cubicBezTo>
                  <a:cubicBezTo>
                    <a:pt x="7328" y="6786"/>
                    <a:pt x="7331" y="6786"/>
                    <a:pt x="7333" y="6786"/>
                  </a:cubicBezTo>
                  <a:cubicBezTo>
                    <a:pt x="7354" y="6786"/>
                    <a:pt x="7391" y="6768"/>
                    <a:pt x="7422" y="6768"/>
                  </a:cubicBezTo>
                  <a:cubicBezTo>
                    <a:pt x="7437" y="6768"/>
                    <a:pt x="7452" y="6772"/>
                    <a:pt x="7462" y="6785"/>
                  </a:cubicBezTo>
                  <a:lnTo>
                    <a:pt x="7504" y="6760"/>
                  </a:lnTo>
                  <a:cubicBezTo>
                    <a:pt x="7527" y="6751"/>
                    <a:pt x="7568" y="6744"/>
                    <a:pt x="7602" y="6744"/>
                  </a:cubicBezTo>
                  <a:cubicBezTo>
                    <a:pt x="7630" y="6744"/>
                    <a:pt x="7652" y="6748"/>
                    <a:pt x="7656" y="6760"/>
                  </a:cubicBezTo>
                  <a:cubicBezTo>
                    <a:pt x="7589" y="6768"/>
                    <a:pt x="7513" y="6794"/>
                    <a:pt x="7445" y="6828"/>
                  </a:cubicBezTo>
                  <a:cubicBezTo>
                    <a:pt x="7445" y="6844"/>
                    <a:pt x="7436" y="6844"/>
                    <a:pt x="7419" y="6844"/>
                  </a:cubicBezTo>
                  <a:cubicBezTo>
                    <a:pt x="7377" y="6844"/>
                    <a:pt x="7326" y="6844"/>
                    <a:pt x="7284" y="6853"/>
                  </a:cubicBezTo>
                  <a:cubicBezTo>
                    <a:pt x="7242" y="6853"/>
                    <a:pt x="7276" y="6828"/>
                    <a:pt x="7276" y="6828"/>
                  </a:cubicBezTo>
                  <a:cubicBezTo>
                    <a:pt x="7258" y="6824"/>
                    <a:pt x="7241" y="6823"/>
                    <a:pt x="7225" y="6823"/>
                  </a:cubicBezTo>
                  <a:cubicBezTo>
                    <a:pt x="7118" y="6823"/>
                    <a:pt x="7029" y="6880"/>
                    <a:pt x="6909" y="6880"/>
                  </a:cubicBezTo>
                  <a:cubicBezTo>
                    <a:pt x="6896" y="6880"/>
                    <a:pt x="6883" y="6880"/>
                    <a:pt x="6870" y="6878"/>
                  </a:cubicBezTo>
                  <a:cubicBezTo>
                    <a:pt x="6870" y="6853"/>
                    <a:pt x="6751" y="6853"/>
                    <a:pt x="6785" y="6844"/>
                  </a:cubicBezTo>
                  <a:cubicBezTo>
                    <a:pt x="6717" y="6844"/>
                    <a:pt x="6650" y="6861"/>
                    <a:pt x="6582" y="6887"/>
                  </a:cubicBezTo>
                  <a:cubicBezTo>
                    <a:pt x="6579" y="6882"/>
                    <a:pt x="6566" y="6880"/>
                    <a:pt x="6551" y="6880"/>
                  </a:cubicBezTo>
                  <a:cubicBezTo>
                    <a:pt x="6534" y="6880"/>
                    <a:pt x="6514" y="6882"/>
                    <a:pt x="6499" y="6882"/>
                  </a:cubicBezTo>
                  <a:cubicBezTo>
                    <a:pt x="6482" y="6882"/>
                    <a:pt x="6473" y="6880"/>
                    <a:pt x="6489" y="6870"/>
                  </a:cubicBezTo>
                  <a:lnTo>
                    <a:pt x="6489" y="6870"/>
                  </a:lnTo>
                  <a:lnTo>
                    <a:pt x="6404" y="6904"/>
                  </a:lnTo>
                  <a:cubicBezTo>
                    <a:pt x="6396" y="6902"/>
                    <a:pt x="6387" y="6902"/>
                    <a:pt x="6376" y="6902"/>
                  </a:cubicBezTo>
                  <a:cubicBezTo>
                    <a:pt x="6343" y="6902"/>
                    <a:pt x="6300" y="6907"/>
                    <a:pt x="6265" y="6907"/>
                  </a:cubicBezTo>
                  <a:cubicBezTo>
                    <a:pt x="6240" y="6907"/>
                    <a:pt x="6219" y="6904"/>
                    <a:pt x="6210" y="6895"/>
                  </a:cubicBezTo>
                  <a:cubicBezTo>
                    <a:pt x="6142" y="6904"/>
                    <a:pt x="6193" y="6929"/>
                    <a:pt x="6108" y="6929"/>
                  </a:cubicBezTo>
                  <a:cubicBezTo>
                    <a:pt x="6108" y="6921"/>
                    <a:pt x="6100" y="6921"/>
                    <a:pt x="6117" y="6921"/>
                  </a:cubicBezTo>
                  <a:cubicBezTo>
                    <a:pt x="6094" y="6914"/>
                    <a:pt x="6071" y="6911"/>
                    <a:pt x="6049" y="6911"/>
                  </a:cubicBezTo>
                  <a:cubicBezTo>
                    <a:pt x="6012" y="6911"/>
                    <a:pt x="5976" y="6919"/>
                    <a:pt x="5939" y="6929"/>
                  </a:cubicBezTo>
                  <a:cubicBezTo>
                    <a:pt x="5973" y="6937"/>
                    <a:pt x="5998" y="6937"/>
                    <a:pt x="6032" y="6937"/>
                  </a:cubicBezTo>
                  <a:cubicBezTo>
                    <a:pt x="5998" y="6960"/>
                    <a:pt x="5961" y="6971"/>
                    <a:pt x="5922" y="6971"/>
                  </a:cubicBezTo>
                  <a:cubicBezTo>
                    <a:pt x="5902" y="6971"/>
                    <a:pt x="5883" y="6969"/>
                    <a:pt x="5863" y="6963"/>
                  </a:cubicBezTo>
                  <a:cubicBezTo>
                    <a:pt x="5973" y="6921"/>
                    <a:pt x="5770" y="6937"/>
                    <a:pt x="5829" y="6912"/>
                  </a:cubicBezTo>
                  <a:lnTo>
                    <a:pt x="5829" y="6912"/>
                  </a:lnTo>
                  <a:cubicBezTo>
                    <a:pt x="5677" y="6921"/>
                    <a:pt x="5533" y="6954"/>
                    <a:pt x="5398" y="7005"/>
                  </a:cubicBezTo>
                  <a:cubicBezTo>
                    <a:pt x="5220" y="7014"/>
                    <a:pt x="5042" y="7031"/>
                    <a:pt x="4865" y="7056"/>
                  </a:cubicBezTo>
                  <a:lnTo>
                    <a:pt x="4882" y="7056"/>
                  </a:lnTo>
                  <a:lnTo>
                    <a:pt x="4805" y="7081"/>
                  </a:lnTo>
                  <a:cubicBezTo>
                    <a:pt x="4760" y="7081"/>
                    <a:pt x="4795" y="7055"/>
                    <a:pt x="4750" y="7055"/>
                  </a:cubicBezTo>
                  <a:cubicBezTo>
                    <a:pt x="4745" y="7055"/>
                    <a:pt x="4738" y="7055"/>
                    <a:pt x="4729" y="7056"/>
                  </a:cubicBezTo>
                  <a:cubicBezTo>
                    <a:pt x="4755" y="7022"/>
                    <a:pt x="4856" y="7047"/>
                    <a:pt x="4932" y="7022"/>
                  </a:cubicBezTo>
                  <a:cubicBezTo>
                    <a:pt x="4797" y="6997"/>
                    <a:pt x="5051" y="6980"/>
                    <a:pt x="4966" y="6963"/>
                  </a:cubicBezTo>
                  <a:lnTo>
                    <a:pt x="4966" y="6963"/>
                  </a:lnTo>
                  <a:cubicBezTo>
                    <a:pt x="4915" y="7022"/>
                    <a:pt x="4687" y="6980"/>
                    <a:pt x="4577" y="7022"/>
                  </a:cubicBezTo>
                  <a:cubicBezTo>
                    <a:pt x="4467" y="7022"/>
                    <a:pt x="4628" y="6997"/>
                    <a:pt x="4569" y="6997"/>
                  </a:cubicBezTo>
                  <a:lnTo>
                    <a:pt x="4535" y="7014"/>
                  </a:lnTo>
                  <a:cubicBezTo>
                    <a:pt x="4492" y="7014"/>
                    <a:pt x="4476" y="7005"/>
                    <a:pt x="4476" y="6988"/>
                  </a:cubicBezTo>
                  <a:cubicBezTo>
                    <a:pt x="4357" y="6988"/>
                    <a:pt x="4239" y="7005"/>
                    <a:pt x="4129" y="7039"/>
                  </a:cubicBezTo>
                  <a:cubicBezTo>
                    <a:pt x="4151" y="7034"/>
                    <a:pt x="4165" y="7033"/>
                    <a:pt x="4172" y="7033"/>
                  </a:cubicBezTo>
                  <a:cubicBezTo>
                    <a:pt x="4202" y="7033"/>
                    <a:pt x="4124" y="7065"/>
                    <a:pt x="4191" y="7065"/>
                  </a:cubicBezTo>
                  <a:cubicBezTo>
                    <a:pt x="4198" y="7065"/>
                    <a:pt x="4205" y="7065"/>
                    <a:pt x="4213" y="7064"/>
                  </a:cubicBezTo>
                  <a:lnTo>
                    <a:pt x="4213" y="7064"/>
                  </a:lnTo>
                  <a:cubicBezTo>
                    <a:pt x="4146" y="7081"/>
                    <a:pt x="4086" y="7090"/>
                    <a:pt x="4019" y="7090"/>
                  </a:cubicBezTo>
                  <a:cubicBezTo>
                    <a:pt x="4095" y="7081"/>
                    <a:pt x="3917" y="7056"/>
                    <a:pt x="4078" y="7056"/>
                  </a:cubicBezTo>
                  <a:cubicBezTo>
                    <a:pt x="4073" y="7046"/>
                    <a:pt x="4065" y="7043"/>
                    <a:pt x="4054" y="7043"/>
                  </a:cubicBezTo>
                  <a:cubicBezTo>
                    <a:pt x="4026" y="7043"/>
                    <a:pt x="3980" y="7064"/>
                    <a:pt x="3926" y="7064"/>
                  </a:cubicBezTo>
                  <a:cubicBezTo>
                    <a:pt x="3968" y="7047"/>
                    <a:pt x="4002" y="7039"/>
                    <a:pt x="4036" y="7022"/>
                  </a:cubicBezTo>
                  <a:lnTo>
                    <a:pt x="4036" y="7022"/>
                  </a:lnTo>
                  <a:cubicBezTo>
                    <a:pt x="4002" y="7039"/>
                    <a:pt x="3951" y="7044"/>
                    <a:pt x="3897" y="7044"/>
                  </a:cubicBezTo>
                  <a:cubicBezTo>
                    <a:pt x="3829" y="7044"/>
                    <a:pt x="3756" y="7036"/>
                    <a:pt x="3704" y="7036"/>
                  </a:cubicBezTo>
                  <a:cubicBezTo>
                    <a:pt x="3672" y="7036"/>
                    <a:pt x="3649" y="7039"/>
                    <a:pt x="3638" y="7047"/>
                  </a:cubicBezTo>
                  <a:cubicBezTo>
                    <a:pt x="3562" y="7081"/>
                    <a:pt x="3444" y="7107"/>
                    <a:pt x="3342" y="7141"/>
                  </a:cubicBezTo>
                  <a:cubicBezTo>
                    <a:pt x="3291" y="7136"/>
                    <a:pt x="3238" y="7134"/>
                    <a:pt x="3186" y="7134"/>
                  </a:cubicBezTo>
                  <a:cubicBezTo>
                    <a:pt x="3133" y="7134"/>
                    <a:pt x="3080" y="7136"/>
                    <a:pt x="3029" y="7141"/>
                  </a:cubicBezTo>
                  <a:lnTo>
                    <a:pt x="3046" y="7124"/>
                  </a:lnTo>
                  <a:cubicBezTo>
                    <a:pt x="2987" y="7124"/>
                    <a:pt x="2885" y="7141"/>
                    <a:pt x="2801" y="7141"/>
                  </a:cubicBezTo>
                  <a:lnTo>
                    <a:pt x="2775" y="7115"/>
                  </a:lnTo>
                  <a:cubicBezTo>
                    <a:pt x="2682" y="7124"/>
                    <a:pt x="2589" y="7132"/>
                    <a:pt x="2496" y="7141"/>
                  </a:cubicBezTo>
                  <a:cubicBezTo>
                    <a:pt x="2496" y="7149"/>
                    <a:pt x="2589" y="7149"/>
                    <a:pt x="2547" y="7166"/>
                  </a:cubicBezTo>
                  <a:cubicBezTo>
                    <a:pt x="2598" y="7166"/>
                    <a:pt x="2631" y="7157"/>
                    <a:pt x="2615" y="7141"/>
                  </a:cubicBezTo>
                  <a:cubicBezTo>
                    <a:pt x="2665" y="7141"/>
                    <a:pt x="2665" y="7166"/>
                    <a:pt x="2708" y="7174"/>
                  </a:cubicBezTo>
                  <a:lnTo>
                    <a:pt x="2521" y="7200"/>
                  </a:lnTo>
                  <a:lnTo>
                    <a:pt x="2505" y="7200"/>
                  </a:lnTo>
                  <a:lnTo>
                    <a:pt x="2488" y="7225"/>
                  </a:lnTo>
                  <a:cubicBezTo>
                    <a:pt x="2437" y="7225"/>
                    <a:pt x="2428" y="7217"/>
                    <a:pt x="2437" y="7208"/>
                  </a:cubicBezTo>
                  <a:lnTo>
                    <a:pt x="2437" y="7208"/>
                  </a:lnTo>
                  <a:cubicBezTo>
                    <a:pt x="2352" y="7234"/>
                    <a:pt x="2268" y="7250"/>
                    <a:pt x="2183" y="7259"/>
                  </a:cubicBezTo>
                  <a:cubicBezTo>
                    <a:pt x="2234" y="7234"/>
                    <a:pt x="2285" y="7217"/>
                    <a:pt x="2335" y="7217"/>
                  </a:cubicBezTo>
                  <a:lnTo>
                    <a:pt x="2217" y="7217"/>
                  </a:lnTo>
                  <a:cubicBezTo>
                    <a:pt x="2268" y="7191"/>
                    <a:pt x="2488" y="7191"/>
                    <a:pt x="2445" y="7149"/>
                  </a:cubicBezTo>
                  <a:lnTo>
                    <a:pt x="2445" y="7149"/>
                  </a:lnTo>
                  <a:cubicBezTo>
                    <a:pt x="2293" y="7174"/>
                    <a:pt x="2141" y="7208"/>
                    <a:pt x="1989" y="7242"/>
                  </a:cubicBezTo>
                  <a:cubicBezTo>
                    <a:pt x="1975" y="7236"/>
                    <a:pt x="1959" y="7234"/>
                    <a:pt x="1941" y="7234"/>
                  </a:cubicBezTo>
                  <a:cubicBezTo>
                    <a:pt x="1891" y="7234"/>
                    <a:pt x="1828" y="7252"/>
                    <a:pt x="1757" y="7252"/>
                  </a:cubicBezTo>
                  <a:cubicBezTo>
                    <a:pt x="1747" y="7252"/>
                    <a:pt x="1737" y="7251"/>
                    <a:pt x="1726" y="7250"/>
                  </a:cubicBezTo>
                  <a:cubicBezTo>
                    <a:pt x="1709" y="7242"/>
                    <a:pt x="1684" y="7242"/>
                    <a:pt x="1701" y="7225"/>
                  </a:cubicBezTo>
                  <a:lnTo>
                    <a:pt x="1701" y="7225"/>
                  </a:lnTo>
                  <a:cubicBezTo>
                    <a:pt x="1566" y="7228"/>
                    <a:pt x="1439" y="7253"/>
                    <a:pt x="1303" y="7284"/>
                  </a:cubicBezTo>
                  <a:lnTo>
                    <a:pt x="1244" y="7259"/>
                  </a:lnTo>
                  <a:cubicBezTo>
                    <a:pt x="1024" y="7259"/>
                    <a:pt x="1286" y="7301"/>
                    <a:pt x="1066" y="7318"/>
                  </a:cubicBezTo>
                  <a:cubicBezTo>
                    <a:pt x="1041" y="7305"/>
                    <a:pt x="973" y="7305"/>
                    <a:pt x="911" y="7305"/>
                  </a:cubicBezTo>
                  <a:cubicBezTo>
                    <a:pt x="849" y="7305"/>
                    <a:pt x="792" y="7305"/>
                    <a:pt x="787" y="7293"/>
                  </a:cubicBezTo>
                  <a:cubicBezTo>
                    <a:pt x="745" y="7301"/>
                    <a:pt x="728" y="7301"/>
                    <a:pt x="728" y="7318"/>
                  </a:cubicBezTo>
                  <a:cubicBezTo>
                    <a:pt x="742" y="7318"/>
                    <a:pt x="762" y="7317"/>
                    <a:pt x="779" y="7317"/>
                  </a:cubicBezTo>
                  <a:cubicBezTo>
                    <a:pt x="804" y="7317"/>
                    <a:pt x="821" y="7320"/>
                    <a:pt x="796" y="7335"/>
                  </a:cubicBezTo>
                  <a:lnTo>
                    <a:pt x="627" y="7335"/>
                  </a:lnTo>
                  <a:cubicBezTo>
                    <a:pt x="635" y="7327"/>
                    <a:pt x="677" y="7318"/>
                    <a:pt x="652" y="7318"/>
                  </a:cubicBezTo>
                  <a:cubicBezTo>
                    <a:pt x="508" y="7335"/>
                    <a:pt x="237" y="7352"/>
                    <a:pt x="102" y="7411"/>
                  </a:cubicBezTo>
                  <a:cubicBezTo>
                    <a:pt x="146" y="7404"/>
                    <a:pt x="158" y="7384"/>
                    <a:pt x="204" y="7384"/>
                  </a:cubicBezTo>
                  <a:cubicBezTo>
                    <a:pt x="211" y="7384"/>
                    <a:pt x="220" y="7385"/>
                    <a:pt x="229" y="7386"/>
                  </a:cubicBezTo>
                  <a:cubicBezTo>
                    <a:pt x="229" y="7403"/>
                    <a:pt x="195" y="7403"/>
                    <a:pt x="178" y="7411"/>
                  </a:cubicBezTo>
                  <a:cubicBezTo>
                    <a:pt x="180" y="7416"/>
                    <a:pt x="184" y="7418"/>
                    <a:pt x="190" y="7418"/>
                  </a:cubicBezTo>
                  <a:cubicBezTo>
                    <a:pt x="208" y="7418"/>
                    <a:pt x="244" y="7399"/>
                    <a:pt x="289" y="7399"/>
                  </a:cubicBezTo>
                  <a:cubicBezTo>
                    <a:pt x="300" y="7399"/>
                    <a:pt x="311" y="7400"/>
                    <a:pt x="322" y="7403"/>
                  </a:cubicBezTo>
                  <a:lnTo>
                    <a:pt x="204" y="7437"/>
                  </a:lnTo>
                  <a:lnTo>
                    <a:pt x="271" y="7462"/>
                  </a:lnTo>
                  <a:lnTo>
                    <a:pt x="1" y="7547"/>
                  </a:lnTo>
                  <a:cubicBezTo>
                    <a:pt x="204" y="7547"/>
                    <a:pt x="306" y="7466"/>
                    <a:pt x="457" y="7466"/>
                  </a:cubicBezTo>
                  <a:cubicBezTo>
                    <a:pt x="476" y="7466"/>
                    <a:pt x="496" y="7468"/>
                    <a:pt x="517" y="7470"/>
                  </a:cubicBezTo>
                  <a:cubicBezTo>
                    <a:pt x="483" y="7479"/>
                    <a:pt x="517" y="7487"/>
                    <a:pt x="525" y="7496"/>
                  </a:cubicBezTo>
                  <a:cubicBezTo>
                    <a:pt x="576" y="7487"/>
                    <a:pt x="635" y="7470"/>
                    <a:pt x="686" y="7454"/>
                  </a:cubicBezTo>
                  <a:lnTo>
                    <a:pt x="698" y="7454"/>
                  </a:lnTo>
                  <a:cubicBezTo>
                    <a:pt x="696" y="7456"/>
                    <a:pt x="694" y="7458"/>
                    <a:pt x="694" y="7462"/>
                  </a:cubicBezTo>
                  <a:cubicBezTo>
                    <a:pt x="697" y="7459"/>
                    <a:pt x="699" y="7456"/>
                    <a:pt x="700" y="7454"/>
                  </a:cubicBezTo>
                  <a:lnTo>
                    <a:pt x="779" y="7454"/>
                  </a:lnTo>
                  <a:cubicBezTo>
                    <a:pt x="779" y="7468"/>
                    <a:pt x="753" y="7502"/>
                    <a:pt x="685" y="7511"/>
                  </a:cubicBezTo>
                  <a:lnTo>
                    <a:pt x="685" y="7511"/>
                  </a:lnTo>
                  <a:cubicBezTo>
                    <a:pt x="983" y="7491"/>
                    <a:pt x="1222" y="7419"/>
                    <a:pt x="1526" y="7419"/>
                  </a:cubicBezTo>
                  <a:cubicBezTo>
                    <a:pt x="1542" y="7419"/>
                    <a:pt x="1558" y="7419"/>
                    <a:pt x="1574" y="7420"/>
                  </a:cubicBezTo>
                  <a:cubicBezTo>
                    <a:pt x="1591" y="7428"/>
                    <a:pt x="1532" y="7437"/>
                    <a:pt x="1557" y="7437"/>
                  </a:cubicBezTo>
                  <a:cubicBezTo>
                    <a:pt x="1595" y="7429"/>
                    <a:pt x="1659" y="7401"/>
                    <a:pt x="1667" y="7401"/>
                  </a:cubicBezTo>
                  <a:cubicBezTo>
                    <a:pt x="1668" y="7401"/>
                    <a:pt x="1668" y="7402"/>
                    <a:pt x="1667" y="7403"/>
                  </a:cubicBezTo>
                  <a:cubicBezTo>
                    <a:pt x="1667" y="7409"/>
                    <a:pt x="1663" y="7414"/>
                    <a:pt x="1649" y="7418"/>
                  </a:cubicBezTo>
                  <a:lnTo>
                    <a:pt x="1649" y="7418"/>
                  </a:lnTo>
                  <a:cubicBezTo>
                    <a:pt x="1677" y="7415"/>
                    <a:pt x="1702" y="7415"/>
                    <a:pt x="1727" y="7415"/>
                  </a:cubicBezTo>
                  <a:cubicBezTo>
                    <a:pt x="1796" y="7415"/>
                    <a:pt x="1854" y="7421"/>
                    <a:pt x="1908" y="7421"/>
                  </a:cubicBezTo>
                  <a:cubicBezTo>
                    <a:pt x="1941" y="7421"/>
                    <a:pt x="1973" y="7419"/>
                    <a:pt x="2005" y="7411"/>
                  </a:cubicBezTo>
                  <a:lnTo>
                    <a:pt x="2005" y="7411"/>
                  </a:lnTo>
                  <a:cubicBezTo>
                    <a:pt x="2014" y="7437"/>
                    <a:pt x="1921" y="7428"/>
                    <a:pt x="1938" y="7437"/>
                  </a:cubicBezTo>
                  <a:cubicBezTo>
                    <a:pt x="2107" y="7437"/>
                    <a:pt x="2192" y="7377"/>
                    <a:pt x="2369" y="7369"/>
                  </a:cubicBezTo>
                  <a:lnTo>
                    <a:pt x="2369" y="7369"/>
                  </a:lnTo>
                  <a:cubicBezTo>
                    <a:pt x="2310" y="7403"/>
                    <a:pt x="2403" y="7394"/>
                    <a:pt x="2454" y="7411"/>
                  </a:cubicBezTo>
                  <a:cubicBezTo>
                    <a:pt x="2598" y="7377"/>
                    <a:pt x="2902" y="7360"/>
                    <a:pt x="3114" y="7335"/>
                  </a:cubicBezTo>
                  <a:lnTo>
                    <a:pt x="3114" y="7335"/>
                  </a:lnTo>
                  <a:cubicBezTo>
                    <a:pt x="3095" y="7354"/>
                    <a:pt x="3112" y="7359"/>
                    <a:pt x="3143" y="7359"/>
                  </a:cubicBezTo>
                  <a:cubicBezTo>
                    <a:pt x="3184" y="7359"/>
                    <a:pt x="3251" y="7350"/>
                    <a:pt x="3301" y="7350"/>
                  </a:cubicBezTo>
                  <a:cubicBezTo>
                    <a:pt x="3336" y="7350"/>
                    <a:pt x="3363" y="7355"/>
                    <a:pt x="3367" y="7369"/>
                  </a:cubicBezTo>
                  <a:cubicBezTo>
                    <a:pt x="3418" y="7369"/>
                    <a:pt x="3494" y="7360"/>
                    <a:pt x="3494" y="7335"/>
                  </a:cubicBezTo>
                  <a:lnTo>
                    <a:pt x="3494" y="7335"/>
                  </a:lnTo>
                  <a:cubicBezTo>
                    <a:pt x="3486" y="7340"/>
                    <a:pt x="3474" y="7342"/>
                    <a:pt x="3462" y="7342"/>
                  </a:cubicBezTo>
                  <a:cubicBezTo>
                    <a:pt x="3434" y="7342"/>
                    <a:pt x="3404" y="7332"/>
                    <a:pt x="3410" y="7327"/>
                  </a:cubicBezTo>
                  <a:cubicBezTo>
                    <a:pt x="3486" y="7318"/>
                    <a:pt x="3587" y="7310"/>
                    <a:pt x="3596" y="7284"/>
                  </a:cubicBezTo>
                  <a:lnTo>
                    <a:pt x="3689" y="7310"/>
                  </a:lnTo>
                  <a:cubicBezTo>
                    <a:pt x="3689" y="7284"/>
                    <a:pt x="3714" y="7259"/>
                    <a:pt x="3765" y="7259"/>
                  </a:cubicBezTo>
                  <a:cubicBezTo>
                    <a:pt x="3790" y="7268"/>
                    <a:pt x="3802" y="7272"/>
                    <a:pt x="3809" y="7272"/>
                  </a:cubicBezTo>
                  <a:cubicBezTo>
                    <a:pt x="3829" y="7272"/>
                    <a:pt x="3794" y="7240"/>
                    <a:pt x="3862" y="7240"/>
                  </a:cubicBezTo>
                  <a:cubicBezTo>
                    <a:pt x="3872" y="7240"/>
                    <a:pt x="3885" y="7240"/>
                    <a:pt x="3900" y="7242"/>
                  </a:cubicBezTo>
                  <a:cubicBezTo>
                    <a:pt x="3875" y="7259"/>
                    <a:pt x="3850" y="7276"/>
                    <a:pt x="3824" y="7301"/>
                  </a:cubicBezTo>
                  <a:cubicBezTo>
                    <a:pt x="3866" y="7301"/>
                    <a:pt x="3909" y="7293"/>
                    <a:pt x="3943" y="7284"/>
                  </a:cubicBezTo>
                  <a:lnTo>
                    <a:pt x="3943" y="7284"/>
                  </a:lnTo>
                  <a:cubicBezTo>
                    <a:pt x="3960" y="7293"/>
                    <a:pt x="3892" y="7327"/>
                    <a:pt x="3833" y="7344"/>
                  </a:cubicBezTo>
                  <a:lnTo>
                    <a:pt x="3934" y="7352"/>
                  </a:lnTo>
                  <a:cubicBezTo>
                    <a:pt x="4053" y="7301"/>
                    <a:pt x="4188" y="7267"/>
                    <a:pt x="4323" y="7267"/>
                  </a:cubicBezTo>
                  <a:cubicBezTo>
                    <a:pt x="4298" y="7284"/>
                    <a:pt x="4256" y="7284"/>
                    <a:pt x="4289" y="7310"/>
                  </a:cubicBezTo>
                  <a:cubicBezTo>
                    <a:pt x="4366" y="7284"/>
                    <a:pt x="4442" y="7276"/>
                    <a:pt x="4518" y="7276"/>
                  </a:cubicBezTo>
                  <a:cubicBezTo>
                    <a:pt x="4514" y="7280"/>
                    <a:pt x="4514" y="7282"/>
                    <a:pt x="4514" y="7283"/>
                  </a:cubicBezTo>
                  <a:lnTo>
                    <a:pt x="4514" y="7283"/>
                  </a:lnTo>
                  <a:cubicBezTo>
                    <a:pt x="4559" y="7273"/>
                    <a:pt x="4586" y="7269"/>
                    <a:pt x="4607" y="7269"/>
                  </a:cubicBezTo>
                  <a:cubicBezTo>
                    <a:pt x="4649" y="7269"/>
                    <a:pt x="4662" y="7284"/>
                    <a:pt x="4746" y="7284"/>
                  </a:cubicBezTo>
                  <a:cubicBezTo>
                    <a:pt x="4746" y="7284"/>
                    <a:pt x="4746" y="7293"/>
                    <a:pt x="4746" y="7293"/>
                  </a:cubicBezTo>
                  <a:lnTo>
                    <a:pt x="4822" y="7267"/>
                  </a:lnTo>
                  <a:cubicBezTo>
                    <a:pt x="4864" y="7255"/>
                    <a:pt x="4897" y="7250"/>
                    <a:pt x="4923" y="7250"/>
                  </a:cubicBezTo>
                  <a:cubicBezTo>
                    <a:pt x="5006" y="7250"/>
                    <a:pt x="5036" y="7295"/>
                    <a:pt x="5118" y="7301"/>
                  </a:cubicBezTo>
                  <a:lnTo>
                    <a:pt x="5093" y="7310"/>
                  </a:lnTo>
                  <a:cubicBezTo>
                    <a:pt x="5112" y="7317"/>
                    <a:pt x="5142" y="7319"/>
                    <a:pt x="5177" y="7319"/>
                  </a:cubicBezTo>
                  <a:cubicBezTo>
                    <a:pt x="5250" y="7319"/>
                    <a:pt x="5344" y="7308"/>
                    <a:pt x="5397" y="7308"/>
                  </a:cubicBezTo>
                  <a:cubicBezTo>
                    <a:pt x="5407" y="7308"/>
                    <a:pt x="5416" y="7309"/>
                    <a:pt x="5423" y="7310"/>
                  </a:cubicBezTo>
                  <a:cubicBezTo>
                    <a:pt x="5347" y="7293"/>
                    <a:pt x="5398" y="7293"/>
                    <a:pt x="5338" y="7259"/>
                  </a:cubicBezTo>
                  <a:cubicBezTo>
                    <a:pt x="5285" y="7267"/>
                    <a:pt x="5294" y="7302"/>
                    <a:pt x="5219" y="7302"/>
                  </a:cubicBezTo>
                  <a:cubicBezTo>
                    <a:pt x="5212" y="7302"/>
                    <a:pt x="5204" y="7302"/>
                    <a:pt x="5195" y="7301"/>
                  </a:cubicBezTo>
                  <a:cubicBezTo>
                    <a:pt x="5203" y="7267"/>
                    <a:pt x="5338" y="7250"/>
                    <a:pt x="5364" y="7225"/>
                  </a:cubicBezTo>
                  <a:cubicBezTo>
                    <a:pt x="5406" y="7225"/>
                    <a:pt x="5448" y="7250"/>
                    <a:pt x="5474" y="7284"/>
                  </a:cubicBezTo>
                  <a:cubicBezTo>
                    <a:pt x="5618" y="7276"/>
                    <a:pt x="5702" y="7284"/>
                    <a:pt x="5880" y="7267"/>
                  </a:cubicBezTo>
                  <a:cubicBezTo>
                    <a:pt x="5938" y="7223"/>
                    <a:pt x="6005" y="7202"/>
                    <a:pt x="6075" y="7202"/>
                  </a:cubicBezTo>
                  <a:cubicBezTo>
                    <a:pt x="6097" y="7202"/>
                    <a:pt x="6120" y="7204"/>
                    <a:pt x="6142" y="7208"/>
                  </a:cubicBezTo>
                  <a:lnTo>
                    <a:pt x="6134" y="7225"/>
                  </a:lnTo>
                  <a:cubicBezTo>
                    <a:pt x="6138" y="7217"/>
                    <a:pt x="6157" y="7217"/>
                    <a:pt x="6179" y="7217"/>
                  </a:cubicBezTo>
                  <a:cubicBezTo>
                    <a:pt x="6201" y="7217"/>
                    <a:pt x="6227" y="7217"/>
                    <a:pt x="6244" y="7208"/>
                  </a:cubicBezTo>
                  <a:cubicBezTo>
                    <a:pt x="6193" y="7174"/>
                    <a:pt x="6311" y="7183"/>
                    <a:pt x="6244" y="7157"/>
                  </a:cubicBezTo>
                  <a:cubicBezTo>
                    <a:pt x="6251" y="7157"/>
                    <a:pt x="6258" y="7156"/>
                    <a:pt x="6265" y="7156"/>
                  </a:cubicBezTo>
                  <a:cubicBezTo>
                    <a:pt x="6331" y="7156"/>
                    <a:pt x="6347" y="7194"/>
                    <a:pt x="6362" y="7217"/>
                  </a:cubicBezTo>
                  <a:cubicBezTo>
                    <a:pt x="6381" y="7200"/>
                    <a:pt x="6406" y="7195"/>
                    <a:pt x="6434" y="7195"/>
                  </a:cubicBezTo>
                  <a:cubicBezTo>
                    <a:pt x="6478" y="7195"/>
                    <a:pt x="6531" y="7206"/>
                    <a:pt x="6591" y="7206"/>
                  </a:cubicBezTo>
                  <a:cubicBezTo>
                    <a:pt x="6615" y="7206"/>
                    <a:pt x="6640" y="7205"/>
                    <a:pt x="6667" y="7200"/>
                  </a:cubicBezTo>
                  <a:lnTo>
                    <a:pt x="6667" y="7200"/>
                  </a:lnTo>
                  <a:cubicBezTo>
                    <a:pt x="6650" y="7217"/>
                    <a:pt x="6497" y="7225"/>
                    <a:pt x="6565" y="7242"/>
                  </a:cubicBezTo>
                  <a:lnTo>
                    <a:pt x="6734" y="7191"/>
                  </a:lnTo>
                  <a:lnTo>
                    <a:pt x="6658" y="7191"/>
                  </a:lnTo>
                  <a:cubicBezTo>
                    <a:pt x="6696" y="7179"/>
                    <a:pt x="6736" y="7172"/>
                    <a:pt x="6778" y="7172"/>
                  </a:cubicBezTo>
                  <a:cubicBezTo>
                    <a:pt x="6819" y="7172"/>
                    <a:pt x="6861" y="7179"/>
                    <a:pt x="6903" y="7191"/>
                  </a:cubicBezTo>
                  <a:cubicBezTo>
                    <a:pt x="6920" y="7208"/>
                    <a:pt x="6870" y="7217"/>
                    <a:pt x="6827" y="7217"/>
                  </a:cubicBezTo>
                  <a:cubicBezTo>
                    <a:pt x="6887" y="7217"/>
                    <a:pt x="6937" y="7208"/>
                    <a:pt x="6988" y="7191"/>
                  </a:cubicBezTo>
                  <a:cubicBezTo>
                    <a:pt x="7030" y="7174"/>
                    <a:pt x="7166" y="7157"/>
                    <a:pt x="7216" y="7132"/>
                  </a:cubicBezTo>
                  <a:lnTo>
                    <a:pt x="7326" y="7132"/>
                  </a:lnTo>
                  <a:lnTo>
                    <a:pt x="7318" y="7141"/>
                  </a:lnTo>
                  <a:lnTo>
                    <a:pt x="7318" y="7141"/>
                  </a:lnTo>
                  <a:lnTo>
                    <a:pt x="7343" y="7132"/>
                  </a:lnTo>
                  <a:lnTo>
                    <a:pt x="7411" y="7090"/>
                  </a:lnTo>
                  <a:lnTo>
                    <a:pt x="7453" y="7081"/>
                  </a:lnTo>
                  <a:lnTo>
                    <a:pt x="7428" y="7081"/>
                  </a:lnTo>
                  <a:cubicBezTo>
                    <a:pt x="7436" y="7047"/>
                    <a:pt x="7521" y="7014"/>
                    <a:pt x="7622" y="7014"/>
                  </a:cubicBezTo>
                  <a:lnTo>
                    <a:pt x="7487" y="7014"/>
                  </a:lnTo>
                  <a:lnTo>
                    <a:pt x="7513" y="7005"/>
                  </a:lnTo>
                  <a:lnTo>
                    <a:pt x="7834" y="7005"/>
                  </a:lnTo>
                  <a:cubicBezTo>
                    <a:pt x="7800" y="7014"/>
                    <a:pt x="7758" y="7014"/>
                    <a:pt x="7716" y="7022"/>
                  </a:cubicBezTo>
                  <a:cubicBezTo>
                    <a:pt x="7736" y="7027"/>
                    <a:pt x="7759" y="7029"/>
                    <a:pt x="7782" y="7029"/>
                  </a:cubicBezTo>
                  <a:cubicBezTo>
                    <a:pt x="7848" y="7029"/>
                    <a:pt x="7920" y="7015"/>
                    <a:pt x="7975" y="7015"/>
                  </a:cubicBezTo>
                  <a:cubicBezTo>
                    <a:pt x="8004" y="7015"/>
                    <a:pt x="8029" y="7019"/>
                    <a:pt x="8045" y="7031"/>
                  </a:cubicBezTo>
                  <a:cubicBezTo>
                    <a:pt x="7902" y="7056"/>
                    <a:pt x="7766" y="7073"/>
                    <a:pt x="7622" y="7081"/>
                  </a:cubicBezTo>
                  <a:cubicBezTo>
                    <a:pt x="7529" y="7047"/>
                    <a:pt x="7732" y="7056"/>
                    <a:pt x="7741" y="7039"/>
                  </a:cubicBezTo>
                  <a:lnTo>
                    <a:pt x="7639" y="7039"/>
                  </a:lnTo>
                  <a:cubicBezTo>
                    <a:pt x="7656" y="7056"/>
                    <a:pt x="7453" y="7056"/>
                    <a:pt x="7504" y="7098"/>
                  </a:cubicBezTo>
                  <a:cubicBezTo>
                    <a:pt x="7568" y="7101"/>
                    <a:pt x="7632" y="7102"/>
                    <a:pt x="7695" y="7102"/>
                  </a:cubicBezTo>
                  <a:cubicBezTo>
                    <a:pt x="7846" y="7102"/>
                    <a:pt x="7990" y="7096"/>
                    <a:pt x="8122" y="7090"/>
                  </a:cubicBezTo>
                  <a:lnTo>
                    <a:pt x="8122" y="7090"/>
                  </a:lnTo>
                  <a:lnTo>
                    <a:pt x="7952" y="7335"/>
                  </a:lnTo>
                  <a:cubicBezTo>
                    <a:pt x="7952" y="7335"/>
                    <a:pt x="7952" y="7344"/>
                    <a:pt x="7944" y="7352"/>
                  </a:cubicBezTo>
                  <a:cubicBezTo>
                    <a:pt x="8130" y="7335"/>
                    <a:pt x="8037" y="7250"/>
                    <a:pt x="8071" y="7242"/>
                  </a:cubicBezTo>
                  <a:cubicBezTo>
                    <a:pt x="8094" y="7236"/>
                    <a:pt x="8118" y="7226"/>
                    <a:pt x="8144" y="7226"/>
                  </a:cubicBezTo>
                  <a:cubicBezTo>
                    <a:pt x="8155" y="7226"/>
                    <a:pt x="8168" y="7228"/>
                    <a:pt x="8181" y="7234"/>
                  </a:cubicBezTo>
                  <a:lnTo>
                    <a:pt x="8155" y="7242"/>
                  </a:lnTo>
                  <a:cubicBezTo>
                    <a:pt x="8274" y="7225"/>
                    <a:pt x="8189" y="7208"/>
                    <a:pt x="8299" y="7208"/>
                  </a:cubicBezTo>
                  <a:cubicBezTo>
                    <a:pt x="8342" y="7196"/>
                    <a:pt x="8322" y="7196"/>
                    <a:pt x="8299" y="7196"/>
                  </a:cubicBezTo>
                  <a:cubicBezTo>
                    <a:pt x="8276" y="7196"/>
                    <a:pt x="8248" y="7196"/>
                    <a:pt x="8274" y="7183"/>
                  </a:cubicBezTo>
                  <a:cubicBezTo>
                    <a:pt x="8366" y="7183"/>
                    <a:pt x="8351" y="7135"/>
                    <a:pt x="8445" y="7135"/>
                  </a:cubicBezTo>
                  <a:cubicBezTo>
                    <a:pt x="8463" y="7135"/>
                    <a:pt x="8484" y="7137"/>
                    <a:pt x="8511" y="7141"/>
                  </a:cubicBezTo>
                  <a:cubicBezTo>
                    <a:pt x="8502" y="7149"/>
                    <a:pt x="8536" y="7174"/>
                    <a:pt x="8435" y="7183"/>
                  </a:cubicBezTo>
                  <a:lnTo>
                    <a:pt x="8528" y="7200"/>
                  </a:lnTo>
                  <a:cubicBezTo>
                    <a:pt x="8477" y="7217"/>
                    <a:pt x="8426" y="7217"/>
                    <a:pt x="8367" y="7225"/>
                  </a:cubicBezTo>
                  <a:cubicBezTo>
                    <a:pt x="8316" y="7259"/>
                    <a:pt x="8333" y="7276"/>
                    <a:pt x="8282" y="7310"/>
                  </a:cubicBezTo>
                  <a:cubicBezTo>
                    <a:pt x="8325" y="7293"/>
                    <a:pt x="8299" y="7267"/>
                    <a:pt x="8384" y="7267"/>
                  </a:cubicBezTo>
                  <a:cubicBezTo>
                    <a:pt x="8460" y="7276"/>
                    <a:pt x="8367" y="7284"/>
                    <a:pt x="8367" y="7301"/>
                  </a:cubicBezTo>
                  <a:cubicBezTo>
                    <a:pt x="8394" y="7287"/>
                    <a:pt x="8416" y="7283"/>
                    <a:pt x="8434" y="7283"/>
                  </a:cubicBezTo>
                  <a:cubicBezTo>
                    <a:pt x="8467" y="7283"/>
                    <a:pt x="8490" y="7298"/>
                    <a:pt x="8523" y="7298"/>
                  </a:cubicBezTo>
                  <a:cubicBezTo>
                    <a:pt x="8539" y="7298"/>
                    <a:pt x="8556" y="7294"/>
                    <a:pt x="8578" y="7284"/>
                  </a:cubicBezTo>
                  <a:cubicBezTo>
                    <a:pt x="8553" y="7250"/>
                    <a:pt x="8570" y="7250"/>
                    <a:pt x="8502" y="7225"/>
                  </a:cubicBezTo>
                  <a:cubicBezTo>
                    <a:pt x="8517" y="7221"/>
                    <a:pt x="8533" y="7220"/>
                    <a:pt x="8548" y="7220"/>
                  </a:cubicBezTo>
                  <a:cubicBezTo>
                    <a:pt x="8603" y="7220"/>
                    <a:pt x="8655" y="7241"/>
                    <a:pt x="8655" y="7267"/>
                  </a:cubicBezTo>
                  <a:lnTo>
                    <a:pt x="8663" y="7234"/>
                  </a:lnTo>
                  <a:cubicBezTo>
                    <a:pt x="8680" y="7250"/>
                    <a:pt x="8739" y="7242"/>
                    <a:pt x="8739" y="7250"/>
                  </a:cubicBezTo>
                  <a:lnTo>
                    <a:pt x="8756" y="7234"/>
                  </a:lnTo>
                  <a:cubicBezTo>
                    <a:pt x="8723" y="7217"/>
                    <a:pt x="8687" y="7208"/>
                    <a:pt x="8649" y="7208"/>
                  </a:cubicBezTo>
                  <a:cubicBezTo>
                    <a:pt x="8629" y="7208"/>
                    <a:pt x="8608" y="7211"/>
                    <a:pt x="8587" y="7217"/>
                  </a:cubicBezTo>
                  <a:cubicBezTo>
                    <a:pt x="8621" y="7191"/>
                    <a:pt x="8536" y="7166"/>
                    <a:pt x="8646" y="7157"/>
                  </a:cubicBezTo>
                  <a:cubicBezTo>
                    <a:pt x="8697" y="7157"/>
                    <a:pt x="8655" y="7174"/>
                    <a:pt x="8655" y="7183"/>
                  </a:cubicBezTo>
                  <a:cubicBezTo>
                    <a:pt x="8706" y="7176"/>
                    <a:pt x="8746" y="7173"/>
                    <a:pt x="8781" y="7173"/>
                  </a:cubicBezTo>
                  <a:cubicBezTo>
                    <a:pt x="8884" y="7173"/>
                    <a:pt x="8929" y="7197"/>
                    <a:pt x="9020" y="7197"/>
                  </a:cubicBezTo>
                  <a:cubicBezTo>
                    <a:pt x="9044" y="7197"/>
                    <a:pt x="9071" y="7195"/>
                    <a:pt x="9103" y="7191"/>
                  </a:cubicBezTo>
                  <a:lnTo>
                    <a:pt x="9103" y="7191"/>
                  </a:lnTo>
                  <a:cubicBezTo>
                    <a:pt x="9052" y="7208"/>
                    <a:pt x="8934" y="7191"/>
                    <a:pt x="8841" y="7225"/>
                  </a:cubicBezTo>
                  <a:cubicBezTo>
                    <a:pt x="8852" y="7228"/>
                    <a:pt x="8864" y="7230"/>
                    <a:pt x="8876" y="7230"/>
                  </a:cubicBezTo>
                  <a:cubicBezTo>
                    <a:pt x="8924" y="7230"/>
                    <a:pt x="8971" y="7208"/>
                    <a:pt x="9018" y="7208"/>
                  </a:cubicBezTo>
                  <a:cubicBezTo>
                    <a:pt x="8968" y="7225"/>
                    <a:pt x="8959" y="7234"/>
                    <a:pt x="9018" y="7242"/>
                  </a:cubicBezTo>
                  <a:lnTo>
                    <a:pt x="9044" y="7225"/>
                  </a:lnTo>
                  <a:cubicBezTo>
                    <a:pt x="9061" y="7221"/>
                    <a:pt x="9077" y="7219"/>
                    <a:pt x="9094" y="7219"/>
                  </a:cubicBezTo>
                  <a:cubicBezTo>
                    <a:pt x="9111" y="7219"/>
                    <a:pt x="9128" y="7221"/>
                    <a:pt x="9145" y="7225"/>
                  </a:cubicBezTo>
                  <a:cubicBezTo>
                    <a:pt x="9145" y="7217"/>
                    <a:pt x="9128" y="7208"/>
                    <a:pt x="9103" y="7208"/>
                  </a:cubicBezTo>
                  <a:cubicBezTo>
                    <a:pt x="9208" y="7180"/>
                    <a:pt x="9319" y="7164"/>
                    <a:pt x="9436" y="7164"/>
                  </a:cubicBezTo>
                  <a:cubicBezTo>
                    <a:pt x="9460" y="7164"/>
                    <a:pt x="9484" y="7164"/>
                    <a:pt x="9509" y="7166"/>
                  </a:cubicBezTo>
                  <a:cubicBezTo>
                    <a:pt x="9492" y="7208"/>
                    <a:pt x="9289" y="7200"/>
                    <a:pt x="9399" y="7225"/>
                  </a:cubicBezTo>
                  <a:cubicBezTo>
                    <a:pt x="9462" y="7197"/>
                    <a:pt x="9525" y="7181"/>
                    <a:pt x="9593" y="7181"/>
                  </a:cubicBezTo>
                  <a:cubicBezTo>
                    <a:pt x="9607" y="7181"/>
                    <a:pt x="9621" y="7181"/>
                    <a:pt x="9636" y="7183"/>
                  </a:cubicBezTo>
                  <a:cubicBezTo>
                    <a:pt x="9585" y="7208"/>
                    <a:pt x="9695" y="7200"/>
                    <a:pt x="9695" y="7208"/>
                  </a:cubicBezTo>
                  <a:cubicBezTo>
                    <a:pt x="9754" y="7183"/>
                    <a:pt x="9813" y="7157"/>
                    <a:pt x="9873" y="7124"/>
                  </a:cubicBezTo>
                  <a:cubicBezTo>
                    <a:pt x="9974" y="7098"/>
                    <a:pt x="10076" y="7056"/>
                    <a:pt x="10152" y="6980"/>
                  </a:cubicBezTo>
                  <a:lnTo>
                    <a:pt x="10152" y="6980"/>
                  </a:lnTo>
                  <a:cubicBezTo>
                    <a:pt x="10118" y="7014"/>
                    <a:pt x="10084" y="7031"/>
                    <a:pt x="10042" y="7056"/>
                  </a:cubicBezTo>
                  <a:cubicBezTo>
                    <a:pt x="10101" y="7005"/>
                    <a:pt x="10152" y="6954"/>
                    <a:pt x="10211" y="6912"/>
                  </a:cubicBezTo>
                  <a:cubicBezTo>
                    <a:pt x="10279" y="6861"/>
                    <a:pt x="10329" y="6794"/>
                    <a:pt x="10363" y="6709"/>
                  </a:cubicBezTo>
                  <a:lnTo>
                    <a:pt x="10363" y="6709"/>
                  </a:lnTo>
                  <a:cubicBezTo>
                    <a:pt x="10355" y="6743"/>
                    <a:pt x="10346" y="6768"/>
                    <a:pt x="10338" y="6794"/>
                  </a:cubicBezTo>
                  <a:cubicBezTo>
                    <a:pt x="10406" y="6692"/>
                    <a:pt x="10439" y="6574"/>
                    <a:pt x="10431" y="6455"/>
                  </a:cubicBezTo>
                  <a:lnTo>
                    <a:pt x="10431" y="6455"/>
                  </a:lnTo>
                  <a:lnTo>
                    <a:pt x="10456" y="6464"/>
                  </a:lnTo>
                  <a:cubicBezTo>
                    <a:pt x="10439" y="6455"/>
                    <a:pt x="10439" y="6396"/>
                    <a:pt x="10431" y="6337"/>
                  </a:cubicBezTo>
                  <a:cubicBezTo>
                    <a:pt x="10424" y="6293"/>
                    <a:pt x="10416" y="6255"/>
                    <a:pt x="10409" y="6212"/>
                  </a:cubicBezTo>
                  <a:lnTo>
                    <a:pt x="10409" y="6212"/>
                  </a:lnTo>
                  <a:cubicBezTo>
                    <a:pt x="10422" y="6298"/>
                    <a:pt x="10421" y="6377"/>
                    <a:pt x="10397" y="6464"/>
                  </a:cubicBezTo>
                  <a:cubicBezTo>
                    <a:pt x="10389" y="6498"/>
                    <a:pt x="10380" y="6523"/>
                    <a:pt x="10372" y="6565"/>
                  </a:cubicBezTo>
                  <a:cubicBezTo>
                    <a:pt x="10355" y="6624"/>
                    <a:pt x="10338" y="6684"/>
                    <a:pt x="10313" y="6734"/>
                  </a:cubicBezTo>
                  <a:cubicBezTo>
                    <a:pt x="10338" y="6633"/>
                    <a:pt x="10338" y="6523"/>
                    <a:pt x="10321" y="6421"/>
                  </a:cubicBezTo>
                  <a:cubicBezTo>
                    <a:pt x="10329" y="6379"/>
                    <a:pt x="10338" y="6362"/>
                    <a:pt x="10346" y="6362"/>
                  </a:cubicBezTo>
                  <a:cubicBezTo>
                    <a:pt x="10329" y="6328"/>
                    <a:pt x="10304" y="6312"/>
                    <a:pt x="10296" y="6252"/>
                  </a:cubicBezTo>
                  <a:lnTo>
                    <a:pt x="10304" y="6235"/>
                  </a:lnTo>
                  <a:cubicBezTo>
                    <a:pt x="10313" y="6066"/>
                    <a:pt x="10236" y="6092"/>
                    <a:pt x="10220" y="5939"/>
                  </a:cubicBezTo>
                  <a:cubicBezTo>
                    <a:pt x="10223" y="5935"/>
                    <a:pt x="10227" y="5932"/>
                    <a:pt x="10231" y="5932"/>
                  </a:cubicBezTo>
                  <a:cubicBezTo>
                    <a:pt x="10263" y="5932"/>
                    <a:pt x="10299" y="6069"/>
                    <a:pt x="10329" y="6159"/>
                  </a:cubicBezTo>
                  <a:cubicBezTo>
                    <a:pt x="10333" y="6146"/>
                    <a:pt x="10337" y="6141"/>
                    <a:pt x="10340" y="6141"/>
                  </a:cubicBezTo>
                  <a:cubicBezTo>
                    <a:pt x="10353" y="6141"/>
                    <a:pt x="10359" y="6248"/>
                    <a:pt x="10379" y="6248"/>
                  </a:cubicBezTo>
                  <a:cubicBezTo>
                    <a:pt x="10384" y="6248"/>
                    <a:pt x="10390" y="6242"/>
                    <a:pt x="10397" y="6227"/>
                  </a:cubicBezTo>
                  <a:cubicBezTo>
                    <a:pt x="10389" y="6210"/>
                    <a:pt x="10380" y="6193"/>
                    <a:pt x="10372" y="6176"/>
                  </a:cubicBezTo>
                  <a:cubicBezTo>
                    <a:pt x="10367" y="6149"/>
                    <a:pt x="10372" y="6139"/>
                    <a:pt x="10378" y="6139"/>
                  </a:cubicBezTo>
                  <a:cubicBezTo>
                    <a:pt x="10380" y="6139"/>
                    <a:pt x="10383" y="6141"/>
                    <a:pt x="10385" y="6144"/>
                  </a:cubicBezTo>
                  <a:lnTo>
                    <a:pt x="10385" y="6144"/>
                  </a:lnTo>
                  <a:cubicBezTo>
                    <a:pt x="10373" y="6094"/>
                    <a:pt x="10379" y="6106"/>
                    <a:pt x="10363" y="6083"/>
                  </a:cubicBezTo>
                  <a:cubicBezTo>
                    <a:pt x="10347" y="5984"/>
                    <a:pt x="10351" y="5966"/>
                    <a:pt x="10361" y="5966"/>
                  </a:cubicBezTo>
                  <a:cubicBezTo>
                    <a:pt x="10366" y="5966"/>
                    <a:pt x="10373" y="5972"/>
                    <a:pt x="10379" y="5972"/>
                  </a:cubicBezTo>
                  <a:cubicBezTo>
                    <a:pt x="10390" y="5972"/>
                    <a:pt x="10399" y="5954"/>
                    <a:pt x="10389" y="5855"/>
                  </a:cubicBezTo>
                  <a:lnTo>
                    <a:pt x="10389" y="5855"/>
                  </a:lnTo>
                  <a:cubicBezTo>
                    <a:pt x="10404" y="5877"/>
                    <a:pt x="10412" y="5934"/>
                    <a:pt x="10426" y="5934"/>
                  </a:cubicBezTo>
                  <a:cubicBezTo>
                    <a:pt x="10427" y="5934"/>
                    <a:pt x="10429" y="5933"/>
                    <a:pt x="10431" y="5931"/>
                  </a:cubicBezTo>
                  <a:cubicBezTo>
                    <a:pt x="10431" y="5982"/>
                    <a:pt x="10439" y="6024"/>
                    <a:pt x="10439" y="6075"/>
                  </a:cubicBezTo>
                  <a:lnTo>
                    <a:pt x="10473" y="6075"/>
                  </a:lnTo>
                  <a:cubicBezTo>
                    <a:pt x="10465" y="5948"/>
                    <a:pt x="10414" y="5838"/>
                    <a:pt x="10338" y="5745"/>
                  </a:cubicBezTo>
                  <a:lnTo>
                    <a:pt x="10338" y="5745"/>
                  </a:lnTo>
                  <a:cubicBezTo>
                    <a:pt x="10361" y="5805"/>
                    <a:pt x="10358" y="5815"/>
                    <a:pt x="10348" y="5815"/>
                  </a:cubicBezTo>
                  <a:cubicBezTo>
                    <a:pt x="10343" y="5815"/>
                    <a:pt x="10337" y="5812"/>
                    <a:pt x="10330" y="5812"/>
                  </a:cubicBezTo>
                  <a:cubicBezTo>
                    <a:pt x="10321" y="5812"/>
                    <a:pt x="10313" y="5818"/>
                    <a:pt x="10313" y="5846"/>
                  </a:cubicBezTo>
                  <a:cubicBezTo>
                    <a:pt x="10296" y="5821"/>
                    <a:pt x="10287" y="5795"/>
                    <a:pt x="10296" y="5770"/>
                  </a:cubicBezTo>
                  <a:cubicBezTo>
                    <a:pt x="10288" y="5762"/>
                    <a:pt x="10272" y="5702"/>
                    <a:pt x="10256" y="5702"/>
                  </a:cubicBezTo>
                  <a:cubicBezTo>
                    <a:pt x="10255" y="5702"/>
                    <a:pt x="10254" y="5702"/>
                    <a:pt x="10253" y="5702"/>
                  </a:cubicBezTo>
                  <a:cubicBezTo>
                    <a:pt x="10307" y="5664"/>
                    <a:pt x="10270" y="5399"/>
                    <a:pt x="10321" y="5399"/>
                  </a:cubicBezTo>
                  <a:cubicBezTo>
                    <a:pt x="10326" y="5399"/>
                    <a:pt x="10331" y="5401"/>
                    <a:pt x="10338" y="5406"/>
                  </a:cubicBezTo>
                  <a:cubicBezTo>
                    <a:pt x="10304" y="5220"/>
                    <a:pt x="10270" y="5034"/>
                    <a:pt x="10220" y="4856"/>
                  </a:cubicBezTo>
                  <a:lnTo>
                    <a:pt x="10220" y="4856"/>
                  </a:lnTo>
                  <a:lnTo>
                    <a:pt x="10245" y="4899"/>
                  </a:lnTo>
                  <a:cubicBezTo>
                    <a:pt x="10262" y="4687"/>
                    <a:pt x="10169" y="4730"/>
                    <a:pt x="10126" y="4620"/>
                  </a:cubicBezTo>
                  <a:lnTo>
                    <a:pt x="10126" y="4620"/>
                  </a:lnTo>
                  <a:cubicBezTo>
                    <a:pt x="10135" y="4640"/>
                    <a:pt x="10140" y="4648"/>
                    <a:pt x="10144" y="4648"/>
                  </a:cubicBezTo>
                  <a:cubicBezTo>
                    <a:pt x="10157" y="4648"/>
                    <a:pt x="10138" y="4510"/>
                    <a:pt x="10152" y="4476"/>
                  </a:cubicBezTo>
                  <a:cubicBezTo>
                    <a:pt x="10101" y="4383"/>
                    <a:pt x="10059" y="4290"/>
                    <a:pt x="10042" y="4188"/>
                  </a:cubicBezTo>
                  <a:cubicBezTo>
                    <a:pt x="10067" y="4154"/>
                    <a:pt x="10110" y="4146"/>
                    <a:pt x="10093" y="4061"/>
                  </a:cubicBezTo>
                  <a:lnTo>
                    <a:pt x="10059" y="4011"/>
                  </a:lnTo>
                  <a:cubicBezTo>
                    <a:pt x="10033" y="3926"/>
                    <a:pt x="10025" y="3850"/>
                    <a:pt x="10016" y="3765"/>
                  </a:cubicBezTo>
                  <a:lnTo>
                    <a:pt x="10016" y="3774"/>
                  </a:lnTo>
                  <a:cubicBezTo>
                    <a:pt x="10012" y="3725"/>
                    <a:pt x="9998" y="3702"/>
                    <a:pt x="9987" y="3702"/>
                  </a:cubicBezTo>
                  <a:cubicBezTo>
                    <a:pt x="9978" y="3702"/>
                    <a:pt x="9970" y="3721"/>
                    <a:pt x="9974" y="3757"/>
                  </a:cubicBezTo>
                  <a:lnTo>
                    <a:pt x="9949" y="3672"/>
                  </a:lnTo>
                  <a:lnTo>
                    <a:pt x="9957" y="3664"/>
                  </a:lnTo>
                  <a:cubicBezTo>
                    <a:pt x="9898" y="3537"/>
                    <a:pt x="9847" y="3401"/>
                    <a:pt x="9813" y="3266"/>
                  </a:cubicBezTo>
                  <a:lnTo>
                    <a:pt x="9813" y="3266"/>
                  </a:lnTo>
                  <a:cubicBezTo>
                    <a:pt x="9817" y="3270"/>
                    <a:pt x="9820" y="3272"/>
                    <a:pt x="9823" y="3272"/>
                  </a:cubicBezTo>
                  <a:cubicBezTo>
                    <a:pt x="9838" y="3272"/>
                    <a:pt x="9842" y="3213"/>
                    <a:pt x="9851" y="3213"/>
                  </a:cubicBezTo>
                  <a:cubicBezTo>
                    <a:pt x="9856" y="3213"/>
                    <a:pt x="9862" y="3230"/>
                    <a:pt x="9873" y="3283"/>
                  </a:cubicBezTo>
                  <a:cubicBezTo>
                    <a:pt x="9869" y="3274"/>
                    <a:pt x="9866" y="3270"/>
                    <a:pt x="9864" y="3270"/>
                  </a:cubicBezTo>
                  <a:cubicBezTo>
                    <a:pt x="9855" y="3270"/>
                    <a:pt x="9852" y="3319"/>
                    <a:pt x="9839" y="3325"/>
                  </a:cubicBezTo>
                  <a:cubicBezTo>
                    <a:pt x="9856" y="3376"/>
                    <a:pt x="9873" y="3418"/>
                    <a:pt x="9898" y="3461"/>
                  </a:cubicBezTo>
                  <a:cubicBezTo>
                    <a:pt x="9901" y="3455"/>
                    <a:pt x="9908" y="3452"/>
                    <a:pt x="9918" y="3452"/>
                  </a:cubicBezTo>
                  <a:cubicBezTo>
                    <a:pt x="9934" y="3452"/>
                    <a:pt x="9958" y="3461"/>
                    <a:pt x="9974" y="3478"/>
                  </a:cubicBezTo>
                  <a:cubicBezTo>
                    <a:pt x="9907" y="3368"/>
                    <a:pt x="9890" y="3021"/>
                    <a:pt x="9805" y="3012"/>
                  </a:cubicBezTo>
                  <a:cubicBezTo>
                    <a:pt x="9788" y="2860"/>
                    <a:pt x="9729" y="2674"/>
                    <a:pt x="9712" y="2496"/>
                  </a:cubicBezTo>
                  <a:cubicBezTo>
                    <a:pt x="9712" y="2505"/>
                    <a:pt x="9712" y="2522"/>
                    <a:pt x="9703" y="2522"/>
                  </a:cubicBezTo>
                  <a:lnTo>
                    <a:pt x="9703" y="2369"/>
                  </a:lnTo>
                  <a:lnTo>
                    <a:pt x="9712" y="2395"/>
                  </a:lnTo>
                  <a:lnTo>
                    <a:pt x="9712" y="2302"/>
                  </a:lnTo>
                  <a:cubicBezTo>
                    <a:pt x="9715" y="2299"/>
                    <a:pt x="9718" y="2297"/>
                    <a:pt x="9721" y="2297"/>
                  </a:cubicBezTo>
                  <a:cubicBezTo>
                    <a:pt x="9735" y="2297"/>
                    <a:pt x="9747" y="2326"/>
                    <a:pt x="9754" y="2361"/>
                  </a:cubicBezTo>
                  <a:cubicBezTo>
                    <a:pt x="9760" y="2379"/>
                    <a:pt x="9758" y="2393"/>
                    <a:pt x="9753" y="2393"/>
                  </a:cubicBezTo>
                  <a:cubicBezTo>
                    <a:pt x="9751" y="2393"/>
                    <a:pt x="9748" y="2391"/>
                    <a:pt x="9746" y="2386"/>
                  </a:cubicBezTo>
                  <a:lnTo>
                    <a:pt x="9746" y="2386"/>
                  </a:lnTo>
                  <a:cubicBezTo>
                    <a:pt x="9755" y="2406"/>
                    <a:pt x="9760" y="2413"/>
                    <a:pt x="9763" y="2413"/>
                  </a:cubicBezTo>
                  <a:cubicBezTo>
                    <a:pt x="9772" y="2413"/>
                    <a:pt x="9760" y="2346"/>
                    <a:pt x="9769" y="2346"/>
                  </a:cubicBezTo>
                  <a:lnTo>
                    <a:pt x="9769" y="2346"/>
                  </a:lnTo>
                  <a:cubicBezTo>
                    <a:pt x="9771" y="2346"/>
                    <a:pt x="9774" y="2350"/>
                    <a:pt x="9780" y="2361"/>
                  </a:cubicBezTo>
                  <a:cubicBezTo>
                    <a:pt x="9780" y="2386"/>
                    <a:pt x="9788" y="2412"/>
                    <a:pt x="9797" y="2437"/>
                  </a:cubicBezTo>
                  <a:cubicBezTo>
                    <a:pt x="9797" y="2310"/>
                    <a:pt x="9737" y="2268"/>
                    <a:pt x="9763" y="2183"/>
                  </a:cubicBezTo>
                  <a:cubicBezTo>
                    <a:pt x="9712" y="2107"/>
                    <a:pt x="9687" y="2006"/>
                    <a:pt x="9687" y="1913"/>
                  </a:cubicBezTo>
                  <a:lnTo>
                    <a:pt x="9687" y="1913"/>
                  </a:lnTo>
                  <a:cubicBezTo>
                    <a:pt x="9690" y="1918"/>
                    <a:pt x="9692" y="1920"/>
                    <a:pt x="9693" y="1920"/>
                  </a:cubicBezTo>
                  <a:cubicBezTo>
                    <a:pt x="9700" y="1920"/>
                    <a:pt x="9676" y="1835"/>
                    <a:pt x="9691" y="1835"/>
                  </a:cubicBezTo>
                  <a:cubicBezTo>
                    <a:pt x="9694" y="1835"/>
                    <a:pt x="9698" y="1838"/>
                    <a:pt x="9703" y="1845"/>
                  </a:cubicBezTo>
                  <a:cubicBezTo>
                    <a:pt x="9678" y="1811"/>
                    <a:pt x="9678" y="1710"/>
                    <a:pt x="9661" y="1693"/>
                  </a:cubicBezTo>
                  <a:lnTo>
                    <a:pt x="9661" y="1693"/>
                  </a:lnTo>
                  <a:cubicBezTo>
                    <a:pt x="9670" y="1727"/>
                    <a:pt x="9678" y="1760"/>
                    <a:pt x="9678" y="1786"/>
                  </a:cubicBezTo>
                  <a:cubicBezTo>
                    <a:pt x="9661" y="1743"/>
                    <a:pt x="9636" y="1743"/>
                    <a:pt x="9636" y="1693"/>
                  </a:cubicBezTo>
                  <a:cubicBezTo>
                    <a:pt x="9636" y="1688"/>
                    <a:pt x="9636" y="1686"/>
                    <a:pt x="9637" y="1686"/>
                  </a:cubicBezTo>
                  <a:cubicBezTo>
                    <a:pt x="9638" y="1686"/>
                    <a:pt x="9640" y="1688"/>
                    <a:pt x="9644" y="1693"/>
                  </a:cubicBezTo>
                  <a:cubicBezTo>
                    <a:pt x="9610" y="1625"/>
                    <a:pt x="9568" y="1676"/>
                    <a:pt x="9543" y="1557"/>
                  </a:cubicBezTo>
                  <a:cubicBezTo>
                    <a:pt x="9521" y="1455"/>
                    <a:pt x="9522" y="1421"/>
                    <a:pt x="9533" y="1421"/>
                  </a:cubicBezTo>
                  <a:lnTo>
                    <a:pt x="9533" y="1421"/>
                  </a:lnTo>
                  <a:cubicBezTo>
                    <a:pt x="9554" y="1421"/>
                    <a:pt x="9614" y="1545"/>
                    <a:pt x="9625" y="1545"/>
                  </a:cubicBezTo>
                  <a:cubicBezTo>
                    <a:pt x="9627" y="1545"/>
                    <a:pt x="9627" y="1544"/>
                    <a:pt x="9627" y="1540"/>
                  </a:cubicBezTo>
                  <a:cubicBezTo>
                    <a:pt x="9594" y="1473"/>
                    <a:pt x="9577" y="1405"/>
                    <a:pt x="9577" y="1329"/>
                  </a:cubicBezTo>
                  <a:lnTo>
                    <a:pt x="9577" y="1329"/>
                  </a:lnTo>
                  <a:lnTo>
                    <a:pt x="9585" y="1346"/>
                  </a:lnTo>
                  <a:cubicBezTo>
                    <a:pt x="9568" y="1304"/>
                    <a:pt x="9560" y="1270"/>
                    <a:pt x="9560" y="1227"/>
                  </a:cubicBezTo>
                  <a:cubicBezTo>
                    <a:pt x="9534" y="1202"/>
                    <a:pt x="9500" y="1185"/>
                    <a:pt x="9475" y="1160"/>
                  </a:cubicBezTo>
                  <a:lnTo>
                    <a:pt x="9450" y="1016"/>
                  </a:lnTo>
                  <a:lnTo>
                    <a:pt x="9467" y="1041"/>
                  </a:lnTo>
                  <a:cubicBezTo>
                    <a:pt x="9458" y="1007"/>
                    <a:pt x="9450" y="982"/>
                    <a:pt x="9441" y="948"/>
                  </a:cubicBezTo>
                  <a:cubicBezTo>
                    <a:pt x="9444" y="946"/>
                    <a:pt x="9446" y="944"/>
                    <a:pt x="9448" y="944"/>
                  </a:cubicBezTo>
                  <a:cubicBezTo>
                    <a:pt x="9461" y="944"/>
                    <a:pt x="9468" y="981"/>
                    <a:pt x="9475" y="1024"/>
                  </a:cubicBezTo>
                  <a:cubicBezTo>
                    <a:pt x="9492" y="991"/>
                    <a:pt x="9484" y="957"/>
                    <a:pt x="9458" y="931"/>
                  </a:cubicBezTo>
                  <a:lnTo>
                    <a:pt x="9458" y="948"/>
                  </a:lnTo>
                  <a:cubicBezTo>
                    <a:pt x="9446" y="924"/>
                    <a:pt x="9417" y="854"/>
                    <a:pt x="9404" y="854"/>
                  </a:cubicBezTo>
                  <a:cubicBezTo>
                    <a:pt x="9399" y="854"/>
                    <a:pt x="9396" y="865"/>
                    <a:pt x="9399" y="897"/>
                  </a:cubicBezTo>
                  <a:cubicBezTo>
                    <a:pt x="9365" y="821"/>
                    <a:pt x="9399" y="788"/>
                    <a:pt x="9382" y="728"/>
                  </a:cubicBezTo>
                  <a:cubicBezTo>
                    <a:pt x="9383" y="728"/>
                    <a:pt x="9385" y="727"/>
                    <a:pt x="9386" y="727"/>
                  </a:cubicBezTo>
                  <a:cubicBezTo>
                    <a:pt x="9397" y="727"/>
                    <a:pt x="9404" y="752"/>
                    <a:pt x="9411" y="752"/>
                  </a:cubicBezTo>
                  <a:cubicBezTo>
                    <a:pt x="9412" y="752"/>
                    <a:pt x="9414" y="750"/>
                    <a:pt x="9416" y="745"/>
                  </a:cubicBezTo>
                  <a:cubicBezTo>
                    <a:pt x="9416" y="694"/>
                    <a:pt x="9407" y="652"/>
                    <a:pt x="9390" y="610"/>
                  </a:cubicBezTo>
                  <a:cubicBezTo>
                    <a:pt x="9390" y="652"/>
                    <a:pt x="9374" y="601"/>
                    <a:pt x="9374" y="669"/>
                  </a:cubicBezTo>
                  <a:cubicBezTo>
                    <a:pt x="9365" y="644"/>
                    <a:pt x="9348" y="584"/>
                    <a:pt x="9340" y="584"/>
                  </a:cubicBezTo>
                  <a:lnTo>
                    <a:pt x="9340" y="584"/>
                  </a:lnTo>
                  <a:cubicBezTo>
                    <a:pt x="9348" y="601"/>
                    <a:pt x="9357" y="627"/>
                    <a:pt x="9357" y="661"/>
                  </a:cubicBezTo>
                  <a:cubicBezTo>
                    <a:pt x="9331" y="584"/>
                    <a:pt x="9314" y="508"/>
                    <a:pt x="9314" y="432"/>
                  </a:cubicBezTo>
                  <a:lnTo>
                    <a:pt x="9314" y="432"/>
                  </a:lnTo>
                  <a:cubicBezTo>
                    <a:pt x="9323" y="432"/>
                    <a:pt x="9323" y="441"/>
                    <a:pt x="9331" y="449"/>
                  </a:cubicBezTo>
                  <a:cubicBezTo>
                    <a:pt x="9281" y="365"/>
                    <a:pt x="9264" y="212"/>
                    <a:pt x="9213" y="153"/>
                  </a:cubicBezTo>
                  <a:lnTo>
                    <a:pt x="9213" y="178"/>
                  </a:lnTo>
                  <a:cubicBezTo>
                    <a:pt x="9230" y="204"/>
                    <a:pt x="9238" y="238"/>
                    <a:pt x="9238" y="272"/>
                  </a:cubicBezTo>
                  <a:cubicBezTo>
                    <a:pt x="9232" y="254"/>
                    <a:pt x="9228" y="247"/>
                    <a:pt x="9224" y="247"/>
                  </a:cubicBezTo>
                  <a:cubicBezTo>
                    <a:pt x="9215" y="247"/>
                    <a:pt x="9210" y="279"/>
                    <a:pt x="9202" y="279"/>
                  </a:cubicBezTo>
                  <a:cubicBezTo>
                    <a:pt x="9198" y="279"/>
                    <a:pt x="9193" y="273"/>
                    <a:pt x="9187" y="255"/>
                  </a:cubicBezTo>
                  <a:cubicBezTo>
                    <a:pt x="9154" y="153"/>
                    <a:pt x="9171" y="52"/>
                    <a:pt x="912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4"/>
            <p:cNvSpPr/>
            <p:nvPr/>
          </p:nvSpPr>
          <p:spPr>
            <a:xfrm rot="8374331">
              <a:off x="5346325" y="732531"/>
              <a:ext cx="1298" cy="2659"/>
            </a:xfrm>
            <a:custGeom>
              <a:rect b="b" l="l" r="r" t="t"/>
              <a:pathLst>
                <a:path extrusionOk="0" h="81" w="43">
                  <a:moveTo>
                    <a:pt x="9" y="1"/>
                  </a:moveTo>
                  <a:cubicBezTo>
                    <a:pt x="6" y="1"/>
                    <a:pt x="3" y="2"/>
                    <a:pt x="0" y="4"/>
                  </a:cubicBezTo>
                  <a:cubicBezTo>
                    <a:pt x="1" y="4"/>
                    <a:pt x="2" y="3"/>
                    <a:pt x="3" y="3"/>
                  </a:cubicBezTo>
                  <a:cubicBezTo>
                    <a:pt x="22" y="3"/>
                    <a:pt x="26" y="81"/>
                    <a:pt x="36" y="81"/>
                  </a:cubicBezTo>
                  <a:cubicBezTo>
                    <a:pt x="38" y="81"/>
                    <a:pt x="40" y="78"/>
                    <a:pt x="43" y="72"/>
                  </a:cubicBezTo>
                  <a:cubicBezTo>
                    <a:pt x="35" y="49"/>
                    <a:pt x="28"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4"/>
            <p:cNvSpPr/>
            <p:nvPr/>
          </p:nvSpPr>
          <p:spPr>
            <a:xfrm rot="8374331">
              <a:off x="5347263" y="733437"/>
              <a:ext cx="543" cy="2823"/>
            </a:xfrm>
            <a:custGeom>
              <a:rect b="b" l="l" r="r" t="t"/>
              <a:pathLst>
                <a:path extrusionOk="0" h="86" w="18">
                  <a:moveTo>
                    <a:pt x="0" y="1"/>
                  </a:moveTo>
                  <a:lnTo>
                    <a:pt x="17" y="85"/>
                  </a:lnTo>
                  <a:lnTo>
                    <a:pt x="17" y="34"/>
                  </a:lnTo>
                  <a:cubicBezTo>
                    <a:pt x="17" y="34"/>
                    <a:pt x="9" y="34"/>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4"/>
            <p:cNvSpPr/>
            <p:nvPr/>
          </p:nvSpPr>
          <p:spPr>
            <a:xfrm rot="8374331">
              <a:off x="5350004" y="737164"/>
              <a:ext cx="2958" cy="8371"/>
            </a:xfrm>
            <a:custGeom>
              <a:rect b="b" l="l" r="r" t="t"/>
              <a:pathLst>
                <a:path extrusionOk="0" h="255" w="98">
                  <a:moveTo>
                    <a:pt x="16" y="152"/>
                  </a:moveTo>
                  <a:cubicBezTo>
                    <a:pt x="17" y="158"/>
                    <a:pt x="18" y="164"/>
                    <a:pt x="19" y="169"/>
                  </a:cubicBezTo>
                  <a:lnTo>
                    <a:pt x="19" y="169"/>
                  </a:lnTo>
                  <a:cubicBezTo>
                    <a:pt x="18" y="164"/>
                    <a:pt x="17" y="158"/>
                    <a:pt x="16" y="152"/>
                  </a:cubicBezTo>
                  <a:close/>
                  <a:moveTo>
                    <a:pt x="5" y="1"/>
                  </a:moveTo>
                  <a:lnTo>
                    <a:pt x="5" y="1"/>
                  </a:lnTo>
                  <a:cubicBezTo>
                    <a:pt x="0" y="31"/>
                    <a:pt x="5" y="95"/>
                    <a:pt x="16" y="152"/>
                  </a:cubicBezTo>
                  <a:lnTo>
                    <a:pt x="16" y="152"/>
                  </a:lnTo>
                  <a:cubicBezTo>
                    <a:pt x="14" y="141"/>
                    <a:pt x="13" y="130"/>
                    <a:pt x="13" y="119"/>
                  </a:cubicBezTo>
                  <a:cubicBezTo>
                    <a:pt x="17" y="117"/>
                    <a:pt x="21" y="116"/>
                    <a:pt x="25" y="116"/>
                  </a:cubicBezTo>
                  <a:cubicBezTo>
                    <a:pt x="62" y="116"/>
                    <a:pt x="51" y="230"/>
                    <a:pt x="98" y="246"/>
                  </a:cubicBezTo>
                  <a:cubicBezTo>
                    <a:pt x="81" y="128"/>
                    <a:pt x="30" y="102"/>
                    <a:pt x="5" y="1"/>
                  </a:cubicBezTo>
                  <a:close/>
                  <a:moveTo>
                    <a:pt x="19" y="169"/>
                  </a:moveTo>
                  <a:cubicBezTo>
                    <a:pt x="30" y="217"/>
                    <a:pt x="45" y="254"/>
                    <a:pt x="64" y="254"/>
                  </a:cubicBezTo>
                  <a:cubicBezTo>
                    <a:pt x="42" y="227"/>
                    <a:pt x="27" y="199"/>
                    <a:pt x="19" y="16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4"/>
            <p:cNvSpPr/>
            <p:nvPr/>
          </p:nvSpPr>
          <p:spPr>
            <a:xfrm rot="8374331">
              <a:off x="5345355" y="739661"/>
              <a:ext cx="815" cy="2232"/>
            </a:xfrm>
            <a:custGeom>
              <a:rect b="b" l="l" r="r" t="t"/>
              <a:pathLst>
                <a:path extrusionOk="0" h="68" w="27">
                  <a:moveTo>
                    <a:pt x="1" y="0"/>
                  </a:moveTo>
                  <a:lnTo>
                    <a:pt x="1" y="8"/>
                  </a:lnTo>
                  <a:lnTo>
                    <a:pt x="26" y="68"/>
                  </a:lnTo>
                  <a:lnTo>
                    <a:pt x="26" y="59"/>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4"/>
            <p:cNvSpPr/>
            <p:nvPr/>
          </p:nvSpPr>
          <p:spPr>
            <a:xfrm rot="8374331">
              <a:off x="5303913" y="711314"/>
              <a:ext cx="1026" cy="2265"/>
            </a:xfrm>
            <a:custGeom>
              <a:rect b="b" l="l" r="r" t="t"/>
              <a:pathLst>
                <a:path extrusionOk="0" h="69" w="34">
                  <a:moveTo>
                    <a:pt x="17" y="1"/>
                  </a:moveTo>
                  <a:cubicBezTo>
                    <a:pt x="0" y="9"/>
                    <a:pt x="25" y="52"/>
                    <a:pt x="34" y="69"/>
                  </a:cubicBezTo>
                  <a:cubicBezTo>
                    <a:pt x="25" y="43"/>
                    <a:pt x="25" y="26"/>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4"/>
            <p:cNvSpPr/>
            <p:nvPr/>
          </p:nvSpPr>
          <p:spPr>
            <a:xfrm rot="8374331">
              <a:off x="5305398" y="488387"/>
              <a:ext cx="15362" cy="1412"/>
            </a:xfrm>
            <a:custGeom>
              <a:rect b="b" l="l" r="r" t="t"/>
              <a:pathLst>
                <a:path extrusionOk="0" h="43" w="509">
                  <a:moveTo>
                    <a:pt x="508" y="1"/>
                  </a:moveTo>
                  <a:cubicBezTo>
                    <a:pt x="280" y="17"/>
                    <a:pt x="144" y="26"/>
                    <a:pt x="1" y="43"/>
                  </a:cubicBezTo>
                  <a:lnTo>
                    <a:pt x="50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4"/>
            <p:cNvSpPr/>
            <p:nvPr/>
          </p:nvSpPr>
          <p:spPr>
            <a:xfrm rot="8374331">
              <a:off x="5251205" y="689785"/>
              <a:ext cx="3350" cy="12802"/>
            </a:xfrm>
            <a:custGeom>
              <a:rect b="b" l="l" r="r" t="t"/>
              <a:pathLst>
                <a:path extrusionOk="0" h="390" w="111">
                  <a:moveTo>
                    <a:pt x="1" y="1"/>
                  </a:moveTo>
                  <a:cubicBezTo>
                    <a:pt x="1" y="187"/>
                    <a:pt x="94" y="229"/>
                    <a:pt x="94" y="390"/>
                  </a:cubicBezTo>
                  <a:lnTo>
                    <a:pt x="111" y="322"/>
                  </a:lnTo>
                  <a:cubicBezTo>
                    <a:pt x="68" y="187"/>
                    <a:pt x="34" y="136"/>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4"/>
            <p:cNvSpPr/>
            <p:nvPr/>
          </p:nvSpPr>
          <p:spPr>
            <a:xfrm rot="8374331">
              <a:off x="5249440" y="691382"/>
              <a:ext cx="2052" cy="4038"/>
            </a:xfrm>
            <a:custGeom>
              <a:rect b="b" l="l" r="r" t="t"/>
              <a:pathLst>
                <a:path extrusionOk="0" h="123" w="68">
                  <a:moveTo>
                    <a:pt x="17" y="0"/>
                  </a:moveTo>
                  <a:lnTo>
                    <a:pt x="0" y="43"/>
                  </a:lnTo>
                  <a:cubicBezTo>
                    <a:pt x="3" y="40"/>
                    <a:pt x="5" y="39"/>
                    <a:pt x="7" y="39"/>
                  </a:cubicBezTo>
                  <a:cubicBezTo>
                    <a:pt x="28" y="39"/>
                    <a:pt x="48" y="122"/>
                    <a:pt x="63" y="122"/>
                  </a:cubicBezTo>
                  <a:cubicBezTo>
                    <a:pt x="65" y="122"/>
                    <a:pt x="66" y="121"/>
                    <a:pt x="68" y="119"/>
                  </a:cubicBezTo>
                  <a:cubicBezTo>
                    <a:pt x="51" y="26"/>
                    <a:pt x="34" y="85"/>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4"/>
            <p:cNvSpPr/>
            <p:nvPr/>
          </p:nvSpPr>
          <p:spPr>
            <a:xfrm rot="8374331">
              <a:off x="5261706" y="711235"/>
              <a:ext cx="785" cy="1444"/>
            </a:xfrm>
            <a:custGeom>
              <a:rect b="b" l="l" r="r" t="t"/>
              <a:pathLst>
                <a:path extrusionOk="0" h="44" w="26">
                  <a:moveTo>
                    <a:pt x="0" y="1"/>
                  </a:moveTo>
                  <a:lnTo>
                    <a:pt x="26" y="43"/>
                  </a:lnTo>
                  <a:lnTo>
                    <a:pt x="9" y="9"/>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4"/>
            <p:cNvSpPr/>
            <p:nvPr/>
          </p:nvSpPr>
          <p:spPr>
            <a:xfrm rot="8374331">
              <a:off x="5230299" y="684618"/>
              <a:ext cx="272" cy="2232"/>
            </a:xfrm>
            <a:custGeom>
              <a:rect b="b" l="l" r="r" t="t"/>
              <a:pathLst>
                <a:path extrusionOk="0" h="68" w="9">
                  <a:moveTo>
                    <a:pt x="0" y="0"/>
                  </a:moveTo>
                  <a:lnTo>
                    <a:pt x="0" y="68"/>
                  </a:lnTo>
                  <a:lnTo>
                    <a:pt x="9" y="17"/>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4"/>
            <p:cNvSpPr/>
            <p:nvPr/>
          </p:nvSpPr>
          <p:spPr>
            <a:xfrm rot="8374331">
              <a:off x="5231693" y="685925"/>
              <a:ext cx="302" cy="591"/>
            </a:xfrm>
            <a:custGeom>
              <a:rect b="b" l="l" r="r" t="t"/>
              <a:pathLst>
                <a:path extrusionOk="0" h="18" w="10">
                  <a:moveTo>
                    <a:pt x="1" y="0"/>
                  </a:moveTo>
                  <a:lnTo>
                    <a:pt x="9" y="17"/>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4"/>
            <p:cNvSpPr/>
            <p:nvPr/>
          </p:nvSpPr>
          <p:spPr>
            <a:xfrm rot="8374331">
              <a:off x="5261257" y="711802"/>
              <a:ext cx="785" cy="3086"/>
            </a:xfrm>
            <a:custGeom>
              <a:rect b="b" l="l" r="r" t="t"/>
              <a:pathLst>
                <a:path extrusionOk="0" h="94" w="26">
                  <a:moveTo>
                    <a:pt x="0" y="0"/>
                  </a:moveTo>
                  <a:lnTo>
                    <a:pt x="25" y="93"/>
                  </a:lnTo>
                  <a:lnTo>
                    <a:pt x="25" y="26"/>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4"/>
            <p:cNvSpPr/>
            <p:nvPr/>
          </p:nvSpPr>
          <p:spPr>
            <a:xfrm rot="8374331">
              <a:off x="5245497" y="701986"/>
              <a:ext cx="815" cy="1970"/>
            </a:xfrm>
            <a:custGeom>
              <a:rect b="b" l="l" r="r" t="t"/>
              <a:pathLst>
                <a:path extrusionOk="0" h="60" w="27">
                  <a:moveTo>
                    <a:pt x="1" y="0"/>
                  </a:moveTo>
                  <a:cubicBezTo>
                    <a:pt x="1" y="7"/>
                    <a:pt x="1" y="60"/>
                    <a:pt x="15" y="60"/>
                  </a:cubicBezTo>
                  <a:cubicBezTo>
                    <a:pt x="18" y="60"/>
                    <a:pt x="22" y="57"/>
                    <a:pt x="26" y="51"/>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4"/>
            <p:cNvSpPr/>
            <p:nvPr/>
          </p:nvSpPr>
          <p:spPr>
            <a:xfrm rot="8374331">
              <a:off x="5215743" y="679473"/>
              <a:ext cx="785" cy="2528"/>
            </a:xfrm>
            <a:custGeom>
              <a:rect b="b" l="l" r="r" t="t"/>
              <a:pathLst>
                <a:path extrusionOk="0" h="77" w="26">
                  <a:moveTo>
                    <a:pt x="0" y="0"/>
                  </a:moveTo>
                  <a:lnTo>
                    <a:pt x="0" y="9"/>
                  </a:lnTo>
                  <a:lnTo>
                    <a:pt x="26" y="76"/>
                  </a:lnTo>
                  <a:lnTo>
                    <a:pt x="26" y="68"/>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4"/>
            <p:cNvSpPr/>
            <p:nvPr/>
          </p:nvSpPr>
          <p:spPr>
            <a:xfrm rot="8374331">
              <a:off x="5227917" y="698525"/>
              <a:ext cx="1056" cy="2232"/>
            </a:xfrm>
            <a:custGeom>
              <a:rect b="b" l="l" r="r" t="t"/>
              <a:pathLst>
                <a:path extrusionOk="0" h="68" w="35">
                  <a:moveTo>
                    <a:pt x="6" y="9"/>
                  </a:moveTo>
                  <a:lnTo>
                    <a:pt x="6" y="9"/>
                  </a:lnTo>
                  <a:cubicBezTo>
                    <a:pt x="5" y="10"/>
                    <a:pt x="3" y="12"/>
                    <a:pt x="1" y="17"/>
                  </a:cubicBezTo>
                  <a:cubicBezTo>
                    <a:pt x="3" y="15"/>
                    <a:pt x="4" y="12"/>
                    <a:pt x="6" y="9"/>
                  </a:cubicBezTo>
                  <a:close/>
                  <a:moveTo>
                    <a:pt x="15" y="1"/>
                  </a:moveTo>
                  <a:cubicBezTo>
                    <a:pt x="12" y="1"/>
                    <a:pt x="9" y="5"/>
                    <a:pt x="6" y="9"/>
                  </a:cubicBezTo>
                  <a:lnTo>
                    <a:pt x="6" y="9"/>
                  </a:lnTo>
                  <a:cubicBezTo>
                    <a:pt x="7" y="9"/>
                    <a:pt x="7" y="9"/>
                    <a:pt x="7" y="9"/>
                  </a:cubicBezTo>
                  <a:cubicBezTo>
                    <a:pt x="17" y="9"/>
                    <a:pt x="23" y="68"/>
                    <a:pt x="29" y="68"/>
                  </a:cubicBezTo>
                  <a:cubicBezTo>
                    <a:pt x="31" y="68"/>
                    <a:pt x="33" y="61"/>
                    <a:pt x="35" y="42"/>
                  </a:cubicBezTo>
                  <a:cubicBezTo>
                    <a:pt x="27" y="10"/>
                    <a:pt x="21" y="1"/>
                    <a:pt x="1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4"/>
            <p:cNvSpPr/>
            <p:nvPr/>
          </p:nvSpPr>
          <p:spPr>
            <a:xfrm rot="8374331">
              <a:off x="5205154" y="685819"/>
              <a:ext cx="302" cy="853"/>
            </a:xfrm>
            <a:custGeom>
              <a:rect b="b" l="l" r="r" t="t"/>
              <a:pathLst>
                <a:path extrusionOk="0" h="26" w="10">
                  <a:moveTo>
                    <a:pt x="1" y="1"/>
                  </a:moveTo>
                  <a:cubicBezTo>
                    <a:pt x="1" y="9"/>
                    <a:pt x="1" y="26"/>
                    <a:pt x="9" y="26"/>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4"/>
            <p:cNvSpPr/>
            <p:nvPr/>
          </p:nvSpPr>
          <p:spPr>
            <a:xfrm rot="8374331">
              <a:off x="5206796" y="685523"/>
              <a:ext cx="513" cy="2528"/>
            </a:xfrm>
            <a:custGeom>
              <a:rect b="b" l="l" r="r" t="t"/>
              <a:pathLst>
                <a:path extrusionOk="0" h="77" w="17">
                  <a:moveTo>
                    <a:pt x="0" y="0"/>
                  </a:moveTo>
                  <a:cubicBezTo>
                    <a:pt x="0" y="26"/>
                    <a:pt x="0" y="60"/>
                    <a:pt x="17" y="77"/>
                  </a:cubicBezTo>
                  <a:cubicBezTo>
                    <a:pt x="9" y="51"/>
                    <a:pt x="9" y="26"/>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4"/>
            <p:cNvSpPr/>
            <p:nvPr/>
          </p:nvSpPr>
          <p:spPr>
            <a:xfrm rot="8374331">
              <a:off x="5195219" y="681399"/>
              <a:ext cx="1358" cy="2856"/>
            </a:xfrm>
            <a:custGeom>
              <a:rect b="b" l="l" r="r" t="t"/>
              <a:pathLst>
                <a:path extrusionOk="0" h="87" w="45">
                  <a:moveTo>
                    <a:pt x="1" y="0"/>
                  </a:moveTo>
                  <a:lnTo>
                    <a:pt x="9" y="26"/>
                  </a:lnTo>
                  <a:cubicBezTo>
                    <a:pt x="17" y="63"/>
                    <a:pt x="18" y="87"/>
                    <a:pt x="29" y="87"/>
                  </a:cubicBezTo>
                  <a:cubicBezTo>
                    <a:pt x="31" y="87"/>
                    <a:pt x="32" y="86"/>
                    <a:pt x="35" y="85"/>
                  </a:cubicBezTo>
                  <a:lnTo>
                    <a:pt x="35" y="51"/>
                  </a:lnTo>
                  <a:cubicBezTo>
                    <a:pt x="42" y="62"/>
                    <a:pt x="44" y="66"/>
                    <a:pt x="44" y="66"/>
                  </a:cubicBezTo>
                  <a:cubicBezTo>
                    <a:pt x="44" y="66"/>
                    <a:pt x="40" y="57"/>
                    <a:pt x="35" y="43"/>
                  </a:cubicBezTo>
                  <a:cubicBezTo>
                    <a:pt x="18" y="26"/>
                    <a:pt x="18" y="17"/>
                    <a:pt x="9" y="17"/>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4"/>
            <p:cNvSpPr/>
            <p:nvPr/>
          </p:nvSpPr>
          <p:spPr>
            <a:xfrm rot="8374331">
              <a:off x="5164177" y="655961"/>
              <a:ext cx="1811" cy="8075"/>
            </a:xfrm>
            <a:custGeom>
              <a:rect b="b" l="l" r="r" t="t"/>
              <a:pathLst>
                <a:path extrusionOk="0" h="246" w="60">
                  <a:moveTo>
                    <a:pt x="1" y="0"/>
                  </a:moveTo>
                  <a:cubicBezTo>
                    <a:pt x="26" y="102"/>
                    <a:pt x="26" y="127"/>
                    <a:pt x="52" y="246"/>
                  </a:cubicBezTo>
                  <a:cubicBezTo>
                    <a:pt x="44" y="162"/>
                    <a:pt x="43" y="126"/>
                    <a:pt x="56" y="126"/>
                  </a:cubicBezTo>
                  <a:cubicBezTo>
                    <a:pt x="57" y="126"/>
                    <a:pt x="58" y="126"/>
                    <a:pt x="60" y="127"/>
                  </a:cubicBezTo>
                  <a:cubicBezTo>
                    <a:pt x="52" y="34"/>
                    <a:pt x="18" y="51"/>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4"/>
            <p:cNvSpPr/>
            <p:nvPr/>
          </p:nvSpPr>
          <p:spPr>
            <a:xfrm rot="8374331">
              <a:off x="5169865" y="660870"/>
              <a:ext cx="272" cy="1412"/>
            </a:xfrm>
            <a:custGeom>
              <a:rect b="b" l="l" r="r" t="t"/>
              <a:pathLst>
                <a:path extrusionOk="0" h="43" w="9">
                  <a:moveTo>
                    <a:pt x="9" y="42"/>
                  </a:moveTo>
                  <a:cubicBezTo>
                    <a:pt x="9" y="25"/>
                    <a:pt x="0" y="17"/>
                    <a:pt x="0" y="0"/>
                  </a:cubicBezTo>
                  <a:cubicBezTo>
                    <a:pt x="0" y="17"/>
                    <a:pt x="9" y="25"/>
                    <a:pt x="9" y="4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4"/>
            <p:cNvSpPr/>
            <p:nvPr/>
          </p:nvSpPr>
          <p:spPr>
            <a:xfrm rot="8374331">
              <a:off x="5202026" y="690670"/>
              <a:ext cx="1026" cy="1970"/>
            </a:xfrm>
            <a:custGeom>
              <a:rect b="b" l="l" r="r" t="t"/>
              <a:pathLst>
                <a:path extrusionOk="0" h="60" w="34">
                  <a:moveTo>
                    <a:pt x="0" y="1"/>
                  </a:moveTo>
                  <a:lnTo>
                    <a:pt x="34" y="60"/>
                  </a:lnTo>
                  <a:lnTo>
                    <a:pt x="25" y="34"/>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4"/>
            <p:cNvSpPr/>
            <p:nvPr/>
          </p:nvSpPr>
          <p:spPr>
            <a:xfrm rot="8374331">
              <a:off x="5157800" y="655970"/>
              <a:ext cx="634" cy="1805"/>
            </a:xfrm>
            <a:custGeom>
              <a:rect b="b" l="l" r="r" t="t"/>
              <a:pathLst>
                <a:path extrusionOk="0" h="55" w="21">
                  <a:moveTo>
                    <a:pt x="17" y="0"/>
                  </a:moveTo>
                  <a:cubicBezTo>
                    <a:pt x="0" y="0"/>
                    <a:pt x="17" y="54"/>
                    <a:pt x="20" y="54"/>
                  </a:cubicBezTo>
                  <a:cubicBezTo>
                    <a:pt x="21" y="54"/>
                    <a:pt x="21" y="53"/>
                    <a:pt x="21" y="52"/>
                  </a:cubicBezTo>
                  <a:cubicBezTo>
                    <a:pt x="13" y="35"/>
                    <a:pt x="13" y="18"/>
                    <a:pt x="21" y="1"/>
                  </a:cubicBezTo>
                  <a:cubicBezTo>
                    <a:pt x="20" y="0"/>
                    <a:pt x="18" y="0"/>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4"/>
            <p:cNvSpPr/>
            <p:nvPr/>
          </p:nvSpPr>
          <p:spPr>
            <a:xfrm rot="8374331">
              <a:off x="5163315" y="668277"/>
              <a:ext cx="1298" cy="3348"/>
            </a:xfrm>
            <a:custGeom>
              <a:rect b="b" l="l" r="r" t="t"/>
              <a:pathLst>
                <a:path extrusionOk="0" h="102" w="43">
                  <a:moveTo>
                    <a:pt x="26" y="0"/>
                  </a:moveTo>
                  <a:cubicBezTo>
                    <a:pt x="26" y="42"/>
                    <a:pt x="0" y="76"/>
                    <a:pt x="34" y="102"/>
                  </a:cubicBezTo>
                  <a:cubicBezTo>
                    <a:pt x="42" y="93"/>
                    <a:pt x="26" y="26"/>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4"/>
            <p:cNvSpPr/>
            <p:nvPr/>
          </p:nvSpPr>
          <p:spPr>
            <a:xfrm rot="8374331">
              <a:off x="5148829" y="654949"/>
              <a:ext cx="1177" cy="1510"/>
            </a:xfrm>
            <a:custGeom>
              <a:rect b="b" l="l" r="r" t="t"/>
              <a:pathLst>
                <a:path extrusionOk="0" h="46" w="39">
                  <a:moveTo>
                    <a:pt x="15" y="1"/>
                  </a:moveTo>
                  <a:cubicBezTo>
                    <a:pt x="7" y="1"/>
                    <a:pt x="0" y="11"/>
                    <a:pt x="5" y="45"/>
                  </a:cubicBezTo>
                  <a:cubicBezTo>
                    <a:pt x="5" y="31"/>
                    <a:pt x="16" y="17"/>
                    <a:pt x="29" y="17"/>
                  </a:cubicBezTo>
                  <a:cubicBezTo>
                    <a:pt x="32" y="17"/>
                    <a:pt x="35" y="18"/>
                    <a:pt x="38" y="20"/>
                  </a:cubicBezTo>
                  <a:cubicBezTo>
                    <a:pt x="34" y="11"/>
                    <a:pt x="24" y="1"/>
                    <a:pt x="1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4"/>
            <p:cNvSpPr/>
            <p:nvPr/>
          </p:nvSpPr>
          <p:spPr>
            <a:xfrm rot="8374331">
              <a:off x="5157295" y="666380"/>
              <a:ext cx="785" cy="2528"/>
            </a:xfrm>
            <a:custGeom>
              <a:rect b="b" l="l" r="r" t="t"/>
              <a:pathLst>
                <a:path extrusionOk="0" h="77" w="26">
                  <a:moveTo>
                    <a:pt x="0" y="0"/>
                  </a:moveTo>
                  <a:lnTo>
                    <a:pt x="17" y="76"/>
                  </a:lnTo>
                  <a:lnTo>
                    <a:pt x="26" y="59"/>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4"/>
            <p:cNvSpPr/>
            <p:nvPr/>
          </p:nvSpPr>
          <p:spPr>
            <a:xfrm rot="8374331">
              <a:off x="5157703" y="672708"/>
              <a:ext cx="2324" cy="4136"/>
            </a:xfrm>
            <a:custGeom>
              <a:rect b="b" l="l" r="r" t="t"/>
              <a:pathLst>
                <a:path extrusionOk="0" h="126" w="77">
                  <a:moveTo>
                    <a:pt x="63" y="1"/>
                  </a:moveTo>
                  <a:cubicBezTo>
                    <a:pt x="48" y="1"/>
                    <a:pt x="41" y="60"/>
                    <a:pt x="26" y="60"/>
                  </a:cubicBezTo>
                  <a:cubicBezTo>
                    <a:pt x="19" y="60"/>
                    <a:pt x="11" y="48"/>
                    <a:pt x="0" y="16"/>
                  </a:cubicBezTo>
                  <a:lnTo>
                    <a:pt x="0" y="16"/>
                  </a:lnTo>
                  <a:cubicBezTo>
                    <a:pt x="3" y="77"/>
                    <a:pt x="8" y="91"/>
                    <a:pt x="15" y="91"/>
                  </a:cubicBezTo>
                  <a:cubicBezTo>
                    <a:pt x="21" y="91"/>
                    <a:pt x="27" y="78"/>
                    <a:pt x="34" y="78"/>
                  </a:cubicBezTo>
                  <a:cubicBezTo>
                    <a:pt x="40" y="78"/>
                    <a:pt x="46" y="88"/>
                    <a:pt x="51" y="126"/>
                  </a:cubicBezTo>
                  <a:cubicBezTo>
                    <a:pt x="43" y="56"/>
                    <a:pt x="64" y="15"/>
                    <a:pt x="74" y="15"/>
                  </a:cubicBezTo>
                  <a:cubicBezTo>
                    <a:pt x="75" y="15"/>
                    <a:pt x="76" y="15"/>
                    <a:pt x="76" y="16"/>
                  </a:cubicBezTo>
                  <a:cubicBezTo>
                    <a:pt x="71" y="5"/>
                    <a:pt x="67" y="1"/>
                    <a:pt x="6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4"/>
            <p:cNvSpPr/>
            <p:nvPr/>
          </p:nvSpPr>
          <p:spPr>
            <a:xfrm rot="8374331">
              <a:off x="5156276" y="673200"/>
              <a:ext cx="30" cy="1149"/>
            </a:xfrm>
            <a:custGeom>
              <a:rect b="b" l="l" r="r" t="t"/>
              <a:pathLst>
                <a:path extrusionOk="0" h="35" w="1">
                  <a:moveTo>
                    <a:pt x="1" y="1"/>
                  </a:moveTo>
                  <a:lnTo>
                    <a:pt x="1" y="34"/>
                  </a:lnTo>
                  <a:cubicBezTo>
                    <a:pt x="1" y="18"/>
                    <a:pt x="1" y="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4"/>
            <p:cNvSpPr/>
            <p:nvPr/>
          </p:nvSpPr>
          <p:spPr>
            <a:xfrm rot="8374331">
              <a:off x="5130854" y="651452"/>
              <a:ext cx="543" cy="853"/>
            </a:xfrm>
            <a:custGeom>
              <a:rect b="b" l="l" r="r" t="t"/>
              <a:pathLst>
                <a:path extrusionOk="0" h="26" w="18">
                  <a:moveTo>
                    <a:pt x="17" y="0"/>
                  </a:moveTo>
                  <a:lnTo>
                    <a:pt x="17" y="0"/>
                  </a:lnTo>
                  <a:cubicBezTo>
                    <a:pt x="9" y="0"/>
                    <a:pt x="9" y="9"/>
                    <a:pt x="0" y="26"/>
                  </a:cubicBezTo>
                  <a:cubicBezTo>
                    <a:pt x="9" y="17"/>
                    <a:pt x="9" y="9"/>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4"/>
            <p:cNvSpPr/>
            <p:nvPr/>
          </p:nvSpPr>
          <p:spPr>
            <a:xfrm rot="8374331">
              <a:off x="5141355" y="664266"/>
              <a:ext cx="2596" cy="9224"/>
            </a:xfrm>
            <a:custGeom>
              <a:rect b="b" l="l" r="r" t="t"/>
              <a:pathLst>
                <a:path extrusionOk="0" h="281" w="86">
                  <a:moveTo>
                    <a:pt x="1" y="0"/>
                  </a:moveTo>
                  <a:cubicBezTo>
                    <a:pt x="18" y="59"/>
                    <a:pt x="35" y="110"/>
                    <a:pt x="43" y="169"/>
                  </a:cubicBezTo>
                  <a:cubicBezTo>
                    <a:pt x="59" y="232"/>
                    <a:pt x="60" y="280"/>
                    <a:pt x="73" y="280"/>
                  </a:cubicBezTo>
                  <a:cubicBezTo>
                    <a:pt x="74" y="280"/>
                    <a:pt x="76" y="280"/>
                    <a:pt x="77" y="279"/>
                  </a:cubicBezTo>
                  <a:cubicBezTo>
                    <a:pt x="85" y="212"/>
                    <a:pt x="77" y="144"/>
                    <a:pt x="51" y="85"/>
                  </a:cubicBezTo>
                  <a:lnTo>
                    <a:pt x="51" y="119"/>
                  </a:lnTo>
                  <a:cubicBezTo>
                    <a:pt x="35" y="76"/>
                    <a:pt x="18" y="34"/>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4"/>
            <p:cNvSpPr/>
            <p:nvPr/>
          </p:nvSpPr>
          <p:spPr>
            <a:xfrm rot="8374331">
              <a:off x="5153141" y="642673"/>
              <a:ext cx="1901" cy="624"/>
            </a:xfrm>
            <a:custGeom>
              <a:rect b="b" l="l" r="r" t="t"/>
              <a:pathLst>
                <a:path extrusionOk="0" h="19" w="63">
                  <a:moveTo>
                    <a:pt x="3" y="0"/>
                  </a:moveTo>
                  <a:cubicBezTo>
                    <a:pt x="17" y="0"/>
                    <a:pt x="1" y="19"/>
                    <a:pt x="12" y="19"/>
                  </a:cubicBezTo>
                  <a:cubicBezTo>
                    <a:pt x="14" y="19"/>
                    <a:pt x="16" y="18"/>
                    <a:pt x="20" y="17"/>
                  </a:cubicBezTo>
                  <a:lnTo>
                    <a:pt x="6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4"/>
            <p:cNvSpPr/>
            <p:nvPr/>
          </p:nvSpPr>
          <p:spPr>
            <a:xfrm rot="8374331">
              <a:off x="5155186" y="642385"/>
              <a:ext cx="30" cy="33"/>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4"/>
            <p:cNvSpPr/>
            <p:nvPr/>
          </p:nvSpPr>
          <p:spPr>
            <a:xfrm rot="8374331">
              <a:off x="5134874" y="656467"/>
              <a:ext cx="1298" cy="3381"/>
            </a:xfrm>
            <a:custGeom>
              <a:rect b="b" l="l" r="r" t="t"/>
              <a:pathLst>
                <a:path extrusionOk="0" h="103" w="43">
                  <a:moveTo>
                    <a:pt x="42" y="1"/>
                  </a:moveTo>
                  <a:lnTo>
                    <a:pt x="42" y="1"/>
                  </a:lnTo>
                  <a:cubicBezTo>
                    <a:pt x="34" y="18"/>
                    <a:pt x="0" y="102"/>
                    <a:pt x="17" y="102"/>
                  </a:cubicBezTo>
                  <a:cubicBezTo>
                    <a:pt x="34" y="77"/>
                    <a:pt x="42" y="35"/>
                    <a:pt x="4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4"/>
            <p:cNvSpPr/>
            <p:nvPr/>
          </p:nvSpPr>
          <p:spPr>
            <a:xfrm rot="8374331">
              <a:off x="5158017" y="635549"/>
              <a:ext cx="2565" cy="295"/>
            </a:xfrm>
            <a:custGeom>
              <a:rect b="b" l="l" r="r" t="t"/>
              <a:pathLst>
                <a:path extrusionOk="0" h="9" w="85">
                  <a:moveTo>
                    <a:pt x="0" y="0"/>
                  </a:moveTo>
                  <a:lnTo>
                    <a:pt x="0" y="9"/>
                  </a:lnTo>
                  <a:lnTo>
                    <a:pt x="8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4"/>
            <p:cNvSpPr/>
            <p:nvPr/>
          </p:nvSpPr>
          <p:spPr>
            <a:xfrm rot="8374331">
              <a:off x="5169699" y="626769"/>
              <a:ext cx="2324" cy="853"/>
            </a:xfrm>
            <a:custGeom>
              <a:rect b="b" l="l" r="r" t="t"/>
              <a:pathLst>
                <a:path extrusionOk="0" h="26" w="77">
                  <a:moveTo>
                    <a:pt x="68" y="0"/>
                  </a:moveTo>
                  <a:lnTo>
                    <a:pt x="0" y="17"/>
                  </a:lnTo>
                  <a:lnTo>
                    <a:pt x="9" y="25"/>
                  </a:lnTo>
                  <a:lnTo>
                    <a:pt x="76" y="8"/>
                  </a:ln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4"/>
            <p:cNvSpPr/>
            <p:nvPr/>
          </p:nvSpPr>
          <p:spPr>
            <a:xfrm rot="8374331">
              <a:off x="5209719" y="556721"/>
              <a:ext cx="59518" cy="7320"/>
            </a:xfrm>
            <a:custGeom>
              <a:rect b="b" l="l" r="r" t="t"/>
              <a:pathLst>
                <a:path extrusionOk="0" h="223" w="1972">
                  <a:moveTo>
                    <a:pt x="1506" y="17"/>
                  </a:moveTo>
                  <a:lnTo>
                    <a:pt x="1506" y="17"/>
                  </a:lnTo>
                  <a:cubicBezTo>
                    <a:pt x="1504" y="18"/>
                    <a:pt x="1501" y="19"/>
                    <a:pt x="1499" y="20"/>
                  </a:cubicBezTo>
                  <a:lnTo>
                    <a:pt x="1499" y="20"/>
                  </a:lnTo>
                  <a:cubicBezTo>
                    <a:pt x="1501" y="19"/>
                    <a:pt x="1504" y="18"/>
                    <a:pt x="1506" y="17"/>
                  </a:cubicBezTo>
                  <a:close/>
                  <a:moveTo>
                    <a:pt x="1254" y="173"/>
                  </a:moveTo>
                  <a:lnTo>
                    <a:pt x="1235" y="178"/>
                  </a:lnTo>
                  <a:cubicBezTo>
                    <a:pt x="1243" y="176"/>
                    <a:pt x="1249" y="175"/>
                    <a:pt x="1254" y="173"/>
                  </a:cubicBezTo>
                  <a:close/>
                  <a:moveTo>
                    <a:pt x="1785" y="0"/>
                  </a:moveTo>
                  <a:cubicBezTo>
                    <a:pt x="1836" y="42"/>
                    <a:pt x="1625" y="17"/>
                    <a:pt x="1565" y="34"/>
                  </a:cubicBezTo>
                  <a:lnTo>
                    <a:pt x="1489" y="42"/>
                  </a:lnTo>
                  <a:lnTo>
                    <a:pt x="1464" y="42"/>
                  </a:lnTo>
                  <a:cubicBezTo>
                    <a:pt x="1464" y="42"/>
                    <a:pt x="1464" y="35"/>
                    <a:pt x="1499" y="20"/>
                  </a:cubicBezTo>
                  <a:lnTo>
                    <a:pt x="1499" y="20"/>
                  </a:lnTo>
                  <a:cubicBezTo>
                    <a:pt x="1459" y="34"/>
                    <a:pt x="1363" y="35"/>
                    <a:pt x="1379" y="51"/>
                  </a:cubicBezTo>
                  <a:lnTo>
                    <a:pt x="1125" y="59"/>
                  </a:lnTo>
                  <a:lnTo>
                    <a:pt x="1100" y="51"/>
                  </a:lnTo>
                  <a:cubicBezTo>
                    <a:pt x="1092" y="51"/>
                    <a:pt x="1092" y="59"/>
                    <a:pt x="1092" y="59"/>
                  </a:cubicBezTo>
                  <a:lnTo>
                    <a:pt x="0" y="118"/>
                  </a:lnTo>
                  <a:cubicBezTo>
                    <a:pt x="51" y="118"/>
                    <a:pt x="102" y="135"/>
                    <a:pt x="153" y="135"/>
                  </a:cubicBezTo>
                  <a:cubicBezTo>
                    <a:pt x="115" y="152"/>
                    <a:pt x="138" y="152"/>
                    <a:pt x="167" y="152"/>
                  </a:cubicBezTo>
                  <a:cubicBezTo>
                    <a:pt x="197" y="152"/>
                    <a:pt x="233" y="152"/>
                    <a:pt x="220" y="169"/>
                  </a:cubicBezTo>
                  <a:cubicBezTo>
                    <a:pt x="196" y="175"/>
                    <a:pt x="168" y="181"/>
                    <a:pt x="139" y="181"/>
                  </a:cubicBezTo>
                  <a:cubicBezTo>
                    <a:pt x="127" y="181"/>
                    <a:pt x="114" y="180"/>
                    <a:pt x="102" y="178"/>
                  </a:cubicBezTo>
                  <a:lnTo>
                    <a:pt x="102" y="178"/>
                  </a:lnTo>
                  <a:cubicBezTo>
                    <a:pt x="85" y="195"/>
                    <a:pt x="136" y="203"/>
                    <a:pt x="127" y="220"/>
                  </a:cubicBezTo>
                  <a:cubicBezTo>
                    <a:pt x="142" y="222"/>
                    <a:pt x="155" y="222"/>
                    <a:pt x="167" y="222"/>
                  </a:cubicBezTo>
                  <a:cubicBezTo>
                    <a:pt x="276" y="222"/>
                    <a:pt x="302" y="161"/>
                    <a:pt x="423" y="161"/>
                  </a:cubicBezTo>
                  <a:cubicBezTo>
                    <a:pt x="423" y="182"/>
                    <a:pt x="395" y="197"/>
                    <a:pt x="432" y="197"/>
                  </a:cubicBezTo>
                  <a:cubicBezTo>
                    <a:pt x="440" y="197"/>
                    <a:pt x="451" y="196"/>
                    <a:pt x="466" y="195"/>
                  </a:cubicBezTo>
                  <a:lnTo>
                    <a:pt x="440" y="195"/>
                  </a:lnTo>
                  <a:cubicBezTo>
                    <a:pt x="465" y="190"/>
                    <a:pt x="484" y="189"/>
                    <a:pt x="501" y="189"/>
                  </a:cubicBezTo>
                  <a:cubicBezTo>
                    <a:pt x="548" y="189"/>
                    <a:pt x="565" y="203"/>
                    <a:pt x="586" y="203"/>
                  </a:cubicBezTo>
                  <a:cubicBezTo>
                    <a:pt x="600" y="203"/>
                    <a:pt x="616" y="197"/>
                    <a:pt x="643" y="178"/>
                  </a:cubicBezTo>
                  <a:lnTo>
                    <a:pt x="643" y="203"/>
                  </a:lnTo>
                  <a:cubicBezTo>
                    <a:pt x="728" y="186"/>
                    <a:pt x="812" y="169"/>
                    <a:pt x="897" y="169"/>
                  </a:cubicBezTo>
                  <a:cubicBezTo>
                    <a:pt x="1007" y="144"/>
                    <a:pt x="1117" y="135"/>
                    <a:pt x="1235" y="127"/>
                  </a:cubicBezTo>
                  <a:lnTo>
                    <a:pt x="1235" y="127"/>
                  </a:lnTo>
                  <a:lnTo>
                    <a:pt x="1134" y="169"/>
                  </a:lnTo>
                  <a:cubicBezTo>
                    <a:pt x="1142" y="170"/>
                    <a:pt x="1150" y="171"/>
                    <a:pt x="1157" y="171"/>
                  </a:cubicBezTo>
                  <a:cubicBezTo>
                    <a:pt x="1214" y="171"/>
                    <a:pt x="1233" y="144"/>
                    <a:pt x="1278" y="144"/>
                  </a:cubicBezTo>
                  <a:cubicBezTo>
                    <a:pt x="1278" y="144"/>
                    <a:pt x="1284" y="162"/>
                    <a:pt x="1254" y="173"/>
                  </a:cubicBezTo>
                  <a:lnTo>
                    <a:pt x="1254" y="173"/>
                  </a:lnTo>
                  <a:lnTo>
                    <a:pt x="1506" y="110"/>
                  </a:lnTo>
                  <a:cubicBezTo>
                    <a:pt x="1557" y="93"/>
                    <a:pt x="1481" y="102"/>
                    <a:pt x="1472" y="93"/>
                  </a:cubicBezTo>
                  <a:cubicBezTo>
                    <a:pt x="1493" y="80"/>
                    <a:pt x="1519" y="74"/>
                    <a:pt x="1544" y="74"/>
                  </a:cubicBezTo>
                  <a:cubicBezTo>
                    <a:pt x="1570" y="74"/>
                    <a:pt x="1595" y="80"/>
                    <a:pt x="1616" y="93"/>
                  </a:cubicBezTo>
                  <a:cubicBezTo>
                    <a:pt x="1599" y="93"/>
                    <a:pt x="1540" y="110"/>
                    <a:pt x="1582" y="118"/>
                  </a:cubicBezTo>
                  <a:lnTo>
                    <a:pt x="1667" y="68"/>
                  </a:lnTo>
                  <a:lnTo>
                    <a:pt x="1667" y="68"/>
                  </a:lnTo>
                  <a:cubicBezTo>
                    <a:pt x="1794" y="93"/>
                    <a:pt x="1582" y="127"/>
                    <a:pt x="1523" y="152"/>
                  </a:cubicBezTo>
                  <a:cubicBezTo>
                    <a:pt x="1641" y="152"/>
                    <a:pt x="1684" y="118"/>
                    <a:pt x="1811" y="110"/>
                  </a:cubicBezTo>
                  <a:cubicBezTo>
                    <a:pt x="1785" y="110"/>
                    <a:pt x="1751" y="102"/>
                    <a:pt x="1726" y="93"/>
                  </a:cubicBezTo>
                  <a:cubicBezTo>
                    <a:pt x="1718" y="59"/>
                    <a:pt x="1845" y="68"/>
                    <a:pt x="1938" y="59"/>
                  </a:cubicBezTo>
                  <a:cubicBezTo>
                    <a:pt x="1878" y="51"/>
                    <a:pt x="1912" y="34"/>
                    <a:pt x="1954" y="25"/>
                  </a:cubicBezTo>
                  <a:cubicBezTo>
                    <a:pt x="1963" y="25"/>
                    <a:pt x="1963" y="17"/>
                    <a:pt x="1971" y="17"/>
                  </a:cubicBezTo>
                  <a:cubicBezTo>
                    <a:pt x="1971" y="17"/>
                    <a:pt x="1971" y="8"/>
                    <a:pt x="1963" y="8"/>
                  </a:cubicBezTo>
                  <a:cubicBezTo>
                    <a:pt x="1904" y="8"/>
                    <a:pt x="1845" y="8"/>
                    <a:pt x="178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4"/>
            <p:cNvSpPr/>
            <p:nvPr/>
          </p:nvSpPr>
          <p:spPr>
            <a:xfrm rot="8374331">
              <a:off x="5219218" y="577028"/>
              <a:ext cx="1569" cy="33"/>
            </a:xfrm>
            <a:custGeom>
              <a:rect b="b" l="l" r="r" t="t"/>
              <a:pathLst>
                <a:path extrusionOk="0" h="1" w="52">
                  <a:moveTo>
                    <a:pt x="1" y="1"/>
                  </a:moveTo>
                  <a:cubicBezTo>
                    <a:pt x="18" y="1"/>
                    <a:pt x="35" y="1"/>
                    <a:pt x="5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4"/>
            <p:cNvSpPr/>
            <p:nvPr/>
          </p:nvSpPr>
          <p:spPr>
            <a:xfrm rot="8374331">
              <a:off x="5261836" y="540047"/>
              <a:ext cx="2324" cy="33"/>
            </a:xfrm>
            <a:custGeom>
              <a:rect b="b" l="l" r="r" t="t"/>
              <a:pathLst>
                <a:path extrusionOk="0" h="1" w="77">
                  <a:moveTo>
                    <a:pt x="1" y="0"/>
                  </a:moveTo>
                  <a:lnTo>
                    <a:pt x="77" y="0"/>
                  </a:lnTo>
                  <a:cubicBezTo>
                    <a:pt x="52" y="0"/>
                    <a:pt x="26"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4"/>
            <p:cNvSpPr/>
            <p:nvPr/>
          </p:nvSpPr>
          <p:spPr>
            <a:xfrm rot="8374331">
              <a:off x="5212521" y="583843"/>
              <a:ext cx="5644" cy="1412"/>
            </a:xfrm>
            <a:custGeom>
              <a:rect b="b" l="l" r="r" t="t"/>
              <a:pathLst>
                <a:path extrusionOk="0" h="43" w="187">
                  <a:moveTo>
                    <a:pt x="186" y="0"/>
                  </a:moveTo>
                  <a:lnTo>
                    <a:pt x="17" y="8"/>
                  </a:lnTo>
                  <a:cubicBezTo>
                    <a:pt x="17" y="17"/>
                    <a:pt x="0" y="34"/>
                    <a:pt x="0" y="42"/>
                  </a:cubicBezTo>
                  <a:lnTo>
                    <a:pt x="144" y="34"/>
                  </a:lnTo>
                  <a:cubicBezTo>
                    <a:pt x="93" y="25"/>
                    <a:pt x="178" y="8"/>
                    <a:pt x="18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4"/>
            <p:cNvSpPr/>
            <p:nvPr/>
          </p:nvSpPr>
          <p:spPr>
            <a:xfrm rot="8374331">
              <a:off x="5217268" y="581977"/>
              <a:ext cx="2837" cy="853"/>
            </a:xfrm>
            <a:custGeom>
              <a:rect b="b" l="l" r="r" t="t"/>
              <a:pathLst>
                <a:path extrusionOk="0" h="26" w="94">
                  <a:moveTo>
                    <a:pt x="43" y="1"/>
                  </a:moveTo>
                  <a:cubicBezTo>
                    <a:pt x="26" y="9"/>
                    <a:pt x="18" y="17"/>
                    <a:pt x="1" y="26"/>
                  </a:cubicBezTo>
                  <a:lnTo>
                    <a:pt x="94" y="26"/>
                  </a:lnTo>
                  <a:cubicBezTo>
                    <a:pt x="94" y="9"/>
                    <a:pt x="77"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4"/>
            <p:cNvSpPr/>
            <p:nvPr/>
          </p:nvSpPr>
          <p:spPr>
            <a:xfrm rot="8374331">
              <a:off x="5272603" y="525644"/>
              <a:ext cx="1026" cy="33"/>
            </a:xfrm>
            <a:custGeom>
              <a:rect b="b" l="l" r="r" t="t"/>
              <a:pathLst>
                <a:path extrusionOk="0" h="1" w="34">
                  <a:moveTo>
                    <a:pt x="34" y="0"/>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4"/>
            <p:cNvSpPr/>
            <p:nvPr/>
          </p:nvSpPr>
          <p:spPr>
            <a:xfrm rot="8374331">
              <a:off x="5252417" y="527201"/>
              <a:ext cx="38844" cy="4202"/>
            </a:xfrm>
            <a:custGeom>
              <a:rect b="b" l="l" r="r" t="t"/>
              <a:pathLst>
                <a:path extrusionOk="0" h="128" w="1287">
                  <a:moveTo>
                    <a:pt x="1227" y="0"/>
                  </a:moveTo>
                  <a:lnTo>
                    <a:pt x="1126" y="17"/>
                  </a:lnTo>
                  <a:lnTo>
                    <a:pt x="1134" y="9"/>
                  </a:lnTo>
                  <a:lnTo>
                    <a:pt x="1016" y="17"/>
                  </a:lnTo>
                  <a:cubicBezTo>
                    <a:pt x="1041" y="34"/>
                    <a:pt x="1058" y="34"/>
                    <a:pt x="1058" y="51"/>
                  </a:cubicBezTo>
                  <a:cubicBezTo>
                    <a:pt x="897" y="51"/>
                    <a:pt x="1007" y="34"/>
                    <a:pt x="889" y="17"/>
                  </a:cubicBezTo>
                  <a:lnTo>
                    <a:pt x="711" y="26"/>
                  </a:lnTo>
                  <a:lnTo>
                    <a:pt x="728" y="17"/>
                  </a:lnTo>
                  <a:cubicBezTo>
                    <a:pt x="720" y="17"/>
                    <a:pt x="711" y="17"/>
                    <a:pt x="703" y="26"/>
                  </a:cubicBezTo>
                  <a:lnTo>
                    <a:pt x="110" y="68"/>
                  </a:lnTo>
                  <a:cubicBezTo>
                    <a:pt x="1" y="85"/>
                    <a:pt x="170" y="102"/>
                    <a:pt x="94" y="127"/>
                  </a:cubicBezTo>
                  <a:cubicBezTo>
                    <a:pt x="214" y="127"/>
                    <a:pt x="389" y="127"/>
                    <a:pt x="405" y="98"/>
                  </a:cubicBezTo>
                  <a:lnTo>
                    <a:pt x="405" y="98"/>
                  </a:lnTo>
                  <a:cubicBezTo>
                    <a:pt x="405" y="104"/>
                    <a:pt x="406" y="113"/>
                    <a:pt x="423" y="119"/>
                  </a:cubicBezTo>
                  <a:lnTo>
                    <a:pt x="491" y="85"/>
                  </a:lnTo>
                  <a:lnTo>
                    <a:pt x="423" y="76"/>
                  </a:lnTo>
                  <a:cubicBezTo>
                    <a:pt x="502" y="54"/>
                    <a:pt x="581" y="43"/>
                    <a:pt x="660" y="43"/>
                  </a:cubicBezTo>
                  <a:cubicBezTo>
                    <a:pt x="700" y="43"/>
                    <a:pt x="739" y="45"/>
                    <a:pt x="779" y="51"/>
                  </a:cubicBezTo>
                  <a:cubicBezTo>
                    <a:pt x="658" y="66"/>
                    <a:pt x="699" y="95"/>
                    <a:pt x="577" y="95"/>
                  </a:cubicBezTo>
                  <a:cubicBezTo>
                    <a:pt x="562" y="95"/>
                    <a:pt x="545" y="94"/>
                    <a:pt x="525" y="93"/>
                  </a:cubicBezTo>
                  <a:lnTo>
                    <a:pt x="525" y="93"/>
                  </a:lnTo>
                  <a:cubicBezTo>
                    <a:pt x="533" y="102"/>
                    <a:pt x="567" y="119"/>
                    <a:pt x="525" y="127"/>
                  </a:cubicBezTo>
                  <a:cubicBezTo>
                    <a:pt x="736" y="119"/>
                    <a:pt x="956" y="93"/>
                    <a:pt x="1168" y="68"/>
                  </a:cubicBezTo>
                  <a:cubicBezTo>
                    <a:pt x="990" y="43"/>
                    <a:pt x="1286" y="34"/>
                    <a:pt x="122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4"/>
            <p:cNvSpPr/>
            <p:nvPr/>
          </p:nvSpPr>
          <p:spPr>
            <a:xfrm rot="8374331">
              <a:off x="5306115" y="494718"/>
              <a:ext cx="302" cy="33"/>
            </a:xfrm>
            <a:custGeom>
              <a:rect b="b" l="l" r="r" t="t"/>
              <a:pathLst>
                <a:path extrusionOk="0" h="1" w="10">
                  <a:moveTo>
                    <a:pt x="9" y="1"/>
                  </a:moveTo>
                  <a:lnTo>
                    <a:pt x="9" y="1"/>
                  </a:lnTo>
                  <a:cubicBezTo>
                    <a:pt x="9" y="1"/>
                    <a:pt x="1"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4"/>
            <p:cNvSpPr/>
            <p:nvPr/>
          </p:nvSpPr>
          <p:spPr>
            <a:xfrm rot="8374331">
              <a:off x="5302023" y="496186"/>
              <a:ext cx="5403" cy="1412"/>
            </a:xfrm>
            <a:custGeom>
              <a:rect b="b" l="l" r="r" t="t"/>
              <a:pathLst>
                <a:path extrusionOk="0" h="43" w="179">
                  <a:moveTo>
                    <a:pt x="178" y="1"/>
                  </a:moveTo>
                  <a:lnTo>
                    <a:pt x="9" y="9"/>
                  </a:lnTo>
                  <a:lnTo>
                    <a:pt x="0" y="43"/>
                  </a:lnTo>
                  <a:cubicBezTo>
                    <a:pt x="19" y="31"/>
                    <a:pt x="42" y="23"/>
                    <a:pt x="66" y="23"/>
                  </a:cubicBezTo>
                  <a:cubicBezTo>
                    <a:pt x="75" y="23"/>
                    <a:pt x="84" y="24"/>
                    <a:pt x="93" y="26"/>
                  </a:cubicBezTo>
                  <a:lnTo>
                    <a:pt x="68" y="43"/>
                  </a:lnTo>
                  <a:lnTo>
                    <a:pt x="17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4"/>
            <p:cNvSpPr/>
            <p:nvPr/>
          </p:nvSpPr>
          <p:spPr>
            <a:xfrm rot="8374331">
              <a:off x="5299871" y="498802"/>
              <a:ext cx="3863" cy="2199"/>
            </a:xfrm>
            <a:custGeom>
              <a:rect b="b" l="l" r="r" t="t"/>
              <a:pathLst>
                <a:path extrusionOk="0" h="67" w="128">
                  <a:moveTo>
                    <a:pt x="127" y="0"/>
                  </a:moveTo>
                  <a:lnTo>
                    <a:pt x="127" y="0"/>
                  </a:lnTo>
                  <a:cubicBezTo>
                    <a:pt x="43" y="17"/>
                    <a:pt x="51" y="43"/>
                    <a:pt x="94" y="59"/>
                  </a:cubicBezTo>
                  <a:cubicBezTo>
                    <a:pt x="82" y="62"/>
                    <a:pt x="73" y="63"/>
                    <a:pt x="66" y="63"/>
                  </a:cubicBezTo>
                  <a:cubicBezTo>
                    <a:pt x="38" y="63"/>
                    <a:pt x="38" y="48"/>
                    <a:pt x="27" y="48"/>
                  </a:cubicBezTo>
                  <a:cubicBezTo>
                    <a:pt x="21" y="48"/>
                    <a:pt x="14" y="51"/>
                    <a:pt x="1" y="59"/>
                  </a:cubicBezTo>
                  <a:cubicBezTo>
                    <a:pt x="1" y="65"/>
                    <a:pt x="12" y="67"/>
                    <a:pt x="28" y="67"/>
                  </a:cubicBezTo>
                  <a:cubicBezTo>
                    <a:pt x="59" y="67"/>
                    <a:pt x="108" y="59"/>
                    <a:pt x="119" y="59"/>
                  </a:cubicBezTo>
                  <a:lnTo>
                    <a:pt x="12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4"/>
            <p:cNvSpPr/>
            <p:nvPr/>
          </p:nvSpPr>
          <p:spPr>
            <a:xfrm rot="8374331">
              <a:off x="5286097" y="514208"/>
              <a:ext cx="1811" cy="295"/>
            </a:xfrm>
            <a:custGeom>
              <a:rect b="b" l="l" r="r" t="t"/>
              <a:pathLst>
                <a:path extrusionOk="0" h="9" w="60">
                  <a:moveTo>
                    <a:pt x="26" y="0"/>
                  </a:moveTo>
                  <a:lnTo>
                    <a:pt x="1" y="9"/>
                  </a:lnTo>
                  <a:lnTo>
                    <a:pt x="60" y="9"/>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4"/>
            <p:cNvSpPr/>
            <p:nvPr/>
          </p:nvSpPr>
          <p:spPr>
            <a:xfrm rot="8374331">
              <a:off x="5286961" y="512493"/>
              <a:ext cx="1811" cy="886"/>
            </a:xfrm>
            <a:custGeom>
              <a:rect b="b" l="l" r="r" t="t"/>
              <a:pathLst>
                <a:path extrusionOk="0" h="27" w="60">
                  <a:moveTo>
                    <a:pt x="0" y="1"/>
                  </a:moveTo>
                  <a:cubicBezTo>
                    <a:pt x="0" y="18"/>
                    <a:pt x="9" y="26"/>
                    <a:pt x="17" y="26"/>
                  </a:cubicBezTo>
                  <a:lnTo>
                    <a:pt x="6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4"/>
            <p:cNvSpPr/>
            <p:nvPr/>
          </p:nvSpPr>
          <p:spPr>
            <a:xfrm rot="8374331">
              <a:off x="5292398" y="509570"/>
              <a:ext cx="30" cy="33"/>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4"/>
            <p:cNvSpPr/>
            <p:nvPr/>
          </p:nvSpPr>
          <p:spPr>
            <a:xfrm rot="8374331">
              <a:off x="5290357" y="510086"/>
              <a:ext cx="2052" cy="33"/>
            </a:xfrm>
            <a:custGeom>
              <a:rect b="b" l="l" r="r" t="t"/>
              <a:pathLst>
                <a:path extrusionOk="0" h="1" w="68">
                  <a:moveTo>
                    <a:pt x="68" y="0"/>
                  </a:moveTo>
                  <a:lnTo>
                    <a:pt x="68"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4"/>
            <p:cNvSpPr/>
            <p:nvPr/>
          </p:nvSpPr>
          <p:spPr>
            <a:xfrm rot="8374331">
              <a:off x="5288957" y="511201"/>
              <a:ext cx="3350" cy="1050"/>
            </a:xfrm>
            <a:custGeom>
              <a:rect b="b" l="l" r="r" t="t"/>
              <a:pathLst>
                <a:path extrusionOk="0" h="32" w="111">
                  <a:moveTo>
                    <a:pt x="49" y="1"/>
                  </a:moveTo>
                  <a:cubicBezTo>
                    <a:pt x="36" y="1"/>
                    <a:pt x="20" y="2"/>
                    <a:pt x="0" y="6"/>
                  </a:cubicBezTo>
                  <a:lnTo>
                    <a:pt x="26" y="32"/>
                  </a:lnTo>
                  <a:lnTo>
                    <a:pt x="110" y="32"/>
                  </a:lnTo>
                  <a:cubicBezTo>
                    <a:pt x="104" y="19"/>
                    <a:pt x="92" y="1"/>
                    <a:pt x="4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4"/>
            <p:cNvSpPr/>
            <p:nvPr/>
          </p:nvSpPr>
          <p:spPr>
            <a:xfrm rot="8374331">
              <a:off x="5297751" y="503905"/>
              <a:ext cx="2052" cy="361"/>
            </a:xfrm>
            <a:custGeom>
              <a:rect b="b" l="l" r="r" t="t"/>
              <a:pathLst>
                <a:path extrusionOk="0" h="11" w="68">
                  <a:moveTo>
                    <a:pt x="56" y="0"/>
                  </a:moveTo>
                  <a:cubicBezTo>
                    <a:pt x="41" y="0"/>
                    <a:pt x="17" y="4"/>
                    <a:pt x="0" y="4"/>
                  </a:cubicBezTo>
                  <a:cubicBezTo>
                    <a:pt x="9" y="8"/>
                    <a:pt x="19" y="10"/>
                    <a:pt x="31" y="10"/>
                  </a:cubicBezTo>
                  <a:cubicBezTo>
                    <a:pt x="42" y="10"/>
                    <a:pt x="55" y="8"/>
                    <a:pt x="68" y="4"/>
                  </a:cubicBezTo>
                  <a:cubicBezTo>
                    <a:pt x="68" y="1"/>
                    <a:pt x="63" y="0"/>
                    <a:pt x="5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4"/>
            <p:cNvSpPr/>
            <p:nvPr/>
          </p:nvSpPr>
          <p:spPr>
            <a:xfrm rot="8374331">
              <a:off x="5332523" y="469099"/>
              <a:ext cx="1298" cy="295"/>
            </a:xfrm>
            <a:custGeom>
              <a:rect b="b" l="l" r="r" t="t"/>
              <a:pathLst>
                <a:path extrusionOk="0" h="9" w="43">
                  <a:moveTo>
                    <a:pt x="0" y="0"/>
                  </a:moveTo>
                  <a:lnTo>
                    <a:pt x="21" y="4"/>
                  </a:lnTo>
                  <a:cubicBezTo>
                    <a:pt x="15" y="2"/>
                    <a:pt x="8" y="0"/>
                    <a:pt x="0" y="0"/>
                  </a:cubicBezTo>
                  <a:close/>
                  <a:moveTo>
                    <a:pt x="21" y="4"/>
                  </a:moveTo>
                  <a:lnTo>
                    <a:pt x="21" y="4"/>
                  </a:lnTo>
                  <a:cubicBezTo>
                    <a:pt x="28" y="6"/>
                    <a:pt x="34" y="9"/>
                    <a:pt x="42" y="9"/>
                  </a:cubicBezTo>
                  <a:lnTo>
                    <a:pt x="21" y="4"/>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1" name="Shape 4741"/>
        <p:cNvGrpSpPr/>
        <p:nvPr/>
      </p:nvGrpSpPr>
      <p:grpSpPr>
        <a:xfrm>
          <a:off x="0" y="0"/>
          <a:ext cx="0" cy="0"/>
          <a:chOff x="0" y="0"/>
          <a:chExt cx="0" cy="0"/>
        </a:xfrm>
      </p:grpSpPr>
      <p:sp>
        <p:nvSpPr>
          <p:cNvPr id="4742" name="Google Shape;4742;p55"/>
          <p:cNvSpPr txBox="1"/>
          <p:nvPr>
            <p:ph idx="1" type="body"/>
          </p:nvPr>
        </p:nvSpPr>
        <p:spPr>
          <a:xfrm>
            <a:off x="1453600" y="2008400"/>
            <a:ext cx="6373800" cy="8250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SzPts val="1100"/>
              <a:buChar char="●"/>
            </a:pPr>
            <a:r>
              <a:rPr lang="en"/>
              <a:t>Here you can describe the reason to start the treatment</a:t>
            </a:r>
            <a:endParaRPr/>
          </a:p>
          <a:p>
            <a:pPr indent="-298450" lvl="0" marL="457200" rtl="0" algn="l">
              <a:spcBef>
                <a:spcPts val="1000"/>
              </a:spcBef>
              <a:spcAft>
                <a:spcPts val="1000"/>
              </a:spcAft>
              <a:buSzPts val="1100"/>
              <a:buChar char="●"/>
            </a:pPr>
            <a:r>
              <a:rPr lang="en"/>
              <a:t>Here you can describe the reason to start the treatment</a:t>
            </a:r>
            <a:endParaRPr/>
          </a:p>
        </p:txBody>
      </p:sp>
      <p:sp>
        <p:nvSpPr>
          <p:cNvPr id="4743" name="Google Shape;4743;p55"/>
          <p:cNvSpPr txBox="1"/>
          <p:nvPr>
            <p:ph idx="2" type="body"/>
          </p:nvPr>
        </p:nvSpPr>
        <p:spPr>
          <a:xfrm>
            <a:off x="1453600" y="3780025"/>
            <a:ext cx="6373800" cy="8316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SzPts val="1100"/>
              <a:buChar char="●"/>
            </a:pPr>
            <a:r>
              <a:rPr lang="en">
                <a:solidFill>
                  <a:schemeClr val="lt1"/>
                </a:solidFill>
              </a:rPr>
              <a:t>Here you can describe the reason to stop the treatment</a:t>
            </a:r>
            <a:endParaRPr>
              <a:solidFill>
                <a:schemeClr val="lt1"/>
              </a:solidFill>
            </a:endParaRPr>
          </a:p>
          <a:p>
            <a:pPr indent="-298450" lvl="0" marL="457200" rtl="0" algn="l">
              <a:spcBef>
                <a:spcPts val="1000"/>
              </a:spcBef>
              <a:spcAft>
                <a:spcPts val="1000"/>
              </a:spcAft>
              <a:buSzPts val="1100"/>
              <a:buChar char="●"/>
            </a:pPr>
            <a:r>
              <a:rPr lang="en">
                <a:solidFill>
                  <a:schemeClr val="lt1"/>
                </a:solidFill>
              </a:rPr>
              <a:t>Here you can describe the reason to stop the treatment</a:t>
            </a:r>
            <a:endParaRPr/>
          </a:p>
        </p:txBody>
      </p:sp>
      <p:sp>
        <p:nvSpPr>
          <p:cNvPr id="4744" name="Google Shape;4744;p55"/>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IMPORTANT INFORMATION</a:t>
            </a:r>
            <a:endParaRPr/>
          </a:p>
        </p:txBody>
      </p:sp>
      <p:sp>
        <p:nvSpPr>
          <p:cNvPr id="4745" name="Google Shape;4745;p55"/>
          <p:cNvSpPr txBox="1"/>
          <p:nvPr>
            <p:ph idx="3" type="subTitle"/>
          </p:nvPr>
        </p:nvSpPr>
        <p:spPr>
          <a:xfrm>
            <a:off x="1677625" y="1329375"/>
            <a:ext cx="2987400" cy="6789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INDICATIONS</a:t>
            </a:r>
            <a:endParaRPr/>
          </a:p>
        </p:txBody>
      </p:sp>
      <p:sp>
        <p:nvSpPr>
          <p:cNvPr id="4746" name="Google Shape;4746;p55"/>
          <p:cNvSpPr txBox="1"/>
          <p:nvPr>
            <p:ph idx="4" type="subTitle"/>
          </p:nvPr>
        </p:nvSpPr>
        <p:spPr>
          <a:xfrm>
            <a:off x="1677625" y="3101025"/>
            <a:ext cx="2953800" cy="6789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CONTRAINDICATIONS</a:t>
            </a:r>
            <a:endParaRPr/>
          </a:p>
        </p:txBody>
      </p:sp>
      <p:sp>
        <p:nvSpPr>
          <p:cNvPr id="4747" name="Google Shape;4747;p55"/>
          <p:cNvSpPr/>
          <p:nvPr/>
        </p:nvSpPr>
        <p:spPr>
          <a:xfrm>
            <a:off x="1027425" y="2137280"/>
            <a:ext cx="2575" cy="769"/>
          </a:xfrm>
          <a:custGeom>
            <a:rect b="b" l="l" r="r" t="t"/>
            <a:pathLst>
              <a:path extrusionOk="0" h="18" w="103">
                <a:moveTo>
                  <a:pt x="102" y="1"/>
                </a:moveTo>
                <a:cubicBezTo>
                  <a:pt x="85" y="1"/>
                  <a:pt x="43" y="9"/>
                  <a:pt x="1" y="17"/>
                </a:cubicBezTo>
                <a:lnTo>
                  <a:pt x="1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5"/>
          <p:cNvSpPr/>
          <p:nvPr/>
        </p:nvSpPr>
        <p:spPr>
          <a:xfrm>
            <a:off x="965475" y="2159315"/>
            <a:ext cx="1500" cy="384"/>
          </a:xfrm>
          <a:custGeom>
            <a:rect b="b" l="l" r="r" t="t"/>
            <a:pathLst>
              <a:path extrusionOk="0" h="9" w="60">
                <a:moveTo>
                  <a:pt x="51" y="1"/>
                </a:moveTo>
                <a:lnTo>
                  <a:pt x="0" y="9"/>
                </a:lnTo>
                <a:lnTo>
                  <a:pt x="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5"/>
          <p:cNvSpPr/>
          <p:nvPr/>
        </p:nvSpPr>
        <p:spPr>
          <a:xfrm>
            <a:off x="1071000" y="2126818"/>
            <a:ext cx="450" cy="384"/>
          </a:xfrm>
          <a:custGeom>
            <a:rect b="b" l="l" r="r" t="t"/>
            <a:pathLst>
              <a:path extrusionOk="0" h="9" w="18">
                <a:moveTo>
                  <a:pt x="0" y="0"/>
                </a:moveTo>
                <a:lnTo>
                  <a:pt x="0" y="9"/>
                </a:lnTo>
                <a:lnTo>
                  <a:pt x="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5"/>
          <p:cNvSpPr/>
          <p:nvPr/>
        </p:nvSpPr>
        <p:spPr>
          <a:xfrm>
            <a:off x="1087500" y="2114904"/>
            <a:ext cx="5950" cy="2562"/>
          </a:xfrm>
          <a:custGeom>
            <a:rect b="b" l="l" r="r" t="t"/>
            <a:pathLst>
              <a:path extrusionOk="0" h="60" w="238">
                <a:moveTo>
                  <a:pt x="237" y="0"/>
                </a:moveTo>
                <a:lnTo>
                  <a:pt x="237" y="0"/>
                </a:lnTo>
                <a:cubicBezTo>
                  <a:pt x="153" y="17"/>
                  <a:pt x="60" y="42"/>
                  <a:pt x="0" y="59"/>
                </a:cubicBezTo>
                <a:lnTo>
                  <a:pt x="2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5"/>
          <p:cNvSpPr/>
          <p:nvPr/>
        </p:nvSpPr>
        <p:spPr>
          <a:xfrm>
            <a:off x="1039425" y="2149579"/>
            <a:ext cx="4100" cy="1922"/>
          </a:xfrm>
          <a:custGeom>
            <a:rect b="b" l="l" r="r" t="t"/>
            <a:pathLst>
              <a:path extrusionOk="0" h="45" w="164">
                <a:moveTo>
                  <a:pt x="164" y="0"/>
                </a:moveTo>
                <a:lnTo>
                  <a:pt x="164" y="0"/>
                </a:lnTo>
                <a:cubicBezTo>
                  <a:pt x="76" y="22"/>
                  <a:pt x="1" y="44"/>
                  <a:pt x="4" y="44"/>
                </a:cubicBezTo>
                <a:cubicBezTo>
                  <a:pt x="5" y="44"/>
                  <a:pt x="7" y="44"/>
                  <a:pt x="11" y="42"/>
                </a:cubicBezTo>
                <a:cubicBezTo>
                  <a:pt x="54" y="34"/>
                  <a:pt x="105" y="17"/>
                  <a:pt x="1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5"/>
          <p:cNvSpPr/>
          <p:nvPr/>
        </p:nvSpPr>
        <p:spPr>
          <a:xfrm>
            <a:off x="1043500" y="2147401"/>
            <a:ext cx="3625" cy="2221"/>
          </a:xfrm>
          <a:custGeom>
            <a:rect b="b" l="l" r="r" t="t"/>
            <a:pathLst>
              <a:path extrusionOk="0" h="52" w="145">
                <a:moveTo>
                  <a:pt x="1" y="51"/>
                </a:moveTo>
                <a:lnTo>
                  <a:pt x="1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5"/>
          <p:cNvSpPr/>
          <p:nvPr/>
        </p:nvSpPr>
        <p:spPr>
          <a:xfrm>
            <a:off x="1083275" y="2130063"/>
            <a:ext cx="1275" cy="384"/>
          </a:xfrm>
          <a:custGeom>
            <a:rect b="b" l="l" r="r" t="t"/>
            <a:pathLst>
              <a:path extrusionOk="0" h="9" w="51">
                <a:moveTo>
                  <a:pt x="51" y="0"/>
                </a:moveTo>
                <a:lnTo>
                  <a:pt x="0" y="9"/>
                </a:lnTo>
                <a:lnTo>
                  <a:pt x="17" y="9"/>
                </a:lnTo>
                <a:lnTo>
                  <a:pt x="5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5"/>
          <p:cNvSpPr/>
          <p:nvPr/>
        </p:nvSpPr>
        <p:spPr>
          <a:xfrm>
            <a:off x="1067625" y="2130789"/>
            <a:ext cx="225" cy="43"/>
          </a:xfrm>
          <a:custGeom>
            <a:rect b="b" l="l" r="r" t="t"/>
            <a:pathLst>
              <a:path extrusionOk="0" h="1" w="9">
                <a:moveTo>
                  <a:pt x="9" y="0"/>
                </a:moveTo>
                <a:lnTo>
                  <a:pt x="9" y="0"/>
                </a:lnTo>
                <a:cubicBezTo>
                  <a:pt x="0" y="0"/>
                  <a:pt x="0"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5"/>
          <p:cNvSpPr/>
          <p:nvPr/>
        </p:nvSpPr>
        <p:spPr>
          <a:xfrm>
            <a:off x="1075875" y="2118875"/>
            <a:ext cx="14400" cy="5594"/>
          </a:xfrm>
          <a:custGeom>
            <a:rect b="b" l="l" r="r" t="t"/>
            <a:pathLst>
              <a:path extrusionOk="0" h="131" w="576">
                <a:moveTo>
                  <a:pt x="508" y="0"/>
                </a:moveTo>
                <a:cubicBezTo>
                  <a:pt x="523" y="16"/>
                  <a:pt x="1" y="130"/>
                  <a:pt x="67" y="130"/>
                </a:cubicBezTo>
                <a:cubicBezTo>
                  <a:pt x="73" y="130"/>
                  <a:pt x="84" y="129"/>
                  <a:pt x="102" y="127"/>
                </a:cubicBezTo>
                <a:cubicBezTo>
                  <a:pt x="237" y="85"/>
                  <a:pt x="575" y="0"/>
                  <a:pt x="5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5"/>
          <p:cNvSpPr/>
          <p:nvPr/>
        </p:nvSpPr>
        <p:spPr>
          <a:xfrm>
            <a:off x="1082200" y="2118491"/>
            <a:ext cx="10600" cy="4740"/>
          </a:xfrm>
          <a:custGeom>
            <a:rect b="b" l="l" r="r" t="t"/>
            <a:pathLst>
              <a:path extrusionOk="0" h="111" w="424">
                <a:moveTo>
                  <a:pt x="424" y="1"/>
                </a:moveTo>
                <a:lnTo>
                  <a:pt x="1" y="111"/>
                </a:lnTo>
                <a:lnTo>
                  <a:pt x="263" y="60"/>
                </a:lnTo>
                <a:cubicBezTo>
                  <a:pt x="288" y="43"/>
                  <a:pt x="263" y="43"/>
                  <a:pt x="4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5"/>
          <p:cNvSpPr/>
          <p:nvPr/>
        </p:nvSpPr>
        <p:spPr>
          <a:xfrm>
            <a:off x="1100175" y="2108754"/>
            <a:ext cx="33025" cy="15928"/>
          </a:xfrm>
          <a:custGeom>
            <a:rect b="b" l="l" r="r" t="t"/>
            <a:pathLst>
              <a:path extrusionOk="0" h="373" w="1321">
                <a:moveTo>
                  <a:pt x="1321" y="0"/>
                </a:moveTo>
                <a:cubicBezTo>
                  <a:pt x="1058" y="43"/>
                  <a:pt x="18" y="279"/>
                  <a:pt x="9" y="330"/>
                </a:cubicBezTo>
                <a:cubicBezTo>
                  <a:pt x="221" y="262"/>
                  <a:pt x="356" y="220"/>
                  <a:pt x="695" y="136"/>
                </a:cubicBezTo>
                <a:lnTo>
                  <a:pt x="695" y="136"/>
                </a:lnTo>
                <a:cubicBezTo>
                  <a:pt x="838" y="152"/>
                  <a:pt x="145" y="288"/>
                  <a:pt x="1" y="372"/>
                </a:cubicBezTo>
                <a:cubicBezTo>
                  <a:pt x="627" y="220"/>
                  <a:pt x="813" y="136"/>
                  <a:pt x="13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5"/>
          <p:cNvSpPr/>
          <p:nvPr/>
        </p:nvSpPr>
        <p:spPr>
          <a:xfrm>
            <a:off x="1093000" y="2124640"/>
            <a:ext cx="9525" cy="4356"/>
          </a:xfrm>
          <a:custGeom>
            <a:rect b="b" l="l" r="r" t="t"/>
            <a:pathLst>
              <a:path extrusionOk="0" h="102" w="381">
                <a:moveTo>
                  <a:pt x="347" y="0"/>
                </a:moveTo>
                <a:lnTo>
                  <a:pt x="0" y="102"/>
                </a:lnTo>
                <a:lnTo>
                  <a:pt x="34" y="93"/>
                </a:lnTo>
                <a:lnTo>
                  <a:pt x="38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9" name="Google Shape;4759;p55"/>
          <p:cNvGrpSpPr/>
          <p:nvPr/>
        </p:nvGrpSpPr>
        <p:grpSpPr>
          <a:xfrm>
            <a:off x="-1609170" y="1017725"/>
            <a:ext cx="2953715" cy="1414718"/>
            <a:chOff x="543075" y="3278225"/>
            <a:chExt cx="2261650" cy="634175"/>
          </a:xfrm>
        </p:grpSpPr>
        <p:sp>
          <p:nvSpPr>
            <p:cNvPr id="4760" name="Google Shape;4760;p55"/>
            <p:cNvSpPr/>
            <p:nvPr/>
          </p:nvSpPr>
          <p:spPr>
            <a:xfrm>
              <a:off x="2599125" y="3784725"/>
              <a:ext cx="61350" cy="18425"/>
            </a:xfrm>
            <a:custGeom>
              <a:rect b="b" l="l" r="r" t="t"/>
              <a:pathLst>
                <a:path extrusionOk="0" h="737" w="2454">
                  <a:moveTo>
                    <a:pt x="1109" y="364"/>
                  </a:moveTo>
                  <a:lnTo>
                    <a:pt x="1109" y="364"/>
                  </a:lnTo>
                  <a:cubicBezTo>
                    <a:pt x="1103" y="366"/>
                    <a:pt x="1097" y="368"/>
                    <a:pt x="1091" y="369"/>
                  </a:cubicBezTo>
                  <a:lnTo>
                    <a:pt x="1091" y="369"/>
                  </a:lnTo>
                  <a:cubicBezTo>
                    <a:pt x="1097" y="368"/>
                    <a:pt x="1103" y="366"/>
                    <a:pt x="1109" y="364"/>
                  </a:cubicBezTo>
                  <a:close/>
                  <a:moveTo>
                    <a:pt x="2454" y="1"/>
                  </a:moveTo>
                  <a:lnTo>
                    <a:pt x="1608" y="246"/>
                  </a:lnTo>
                  <a:lnTo>
                    <a:pt x="1650" y="221"/>
                  </a:lnTo>
                  <a:lnTo>
                    <a:pt x="1650" y="221"/>
                  </a:lnTo>
                  <a:cubicBezTo>
                    <a:pt x="1464" y="288"/>
                    <a:pt x="1084" y="390"/>
                    <a:pt x="957" y="424"/>
                  </a:cubicBezTo>
                  <a:cubicBezTo>
                    <a:pt x="973" y="415"/>
                    <a:pt x="958" y="407"/>
                    <a:pt x="1091" y="369"/>
                  </a:cubicBezTo>
                  <a:lnTo>
                    <a:pt x="1091" y="369"/>
                  </a:lnTo>
                  <a:cubicBezTo>
                    <a:pt x="94" y="650"/>
                    <a:pt x="842" y="501"/>
                    <a:pt x="1" y="737"/>
                  </a:cubicBezTo>
                  <a:cubicBezTo>
                    <a:pt x="51" y="728"/>
                    <a:pt x="119" y="711"/>
                    <a:pt x="212" y="686"/>
                  </a:cubicBezTo>
                  <a:cubicBezTo>
                    <a:pt x="366" y="643"/>
                    <a:pt x="502" y="613"/>
                    <a:pt x="535" y="613"/>
                  </a:cubicBezTo>
                  <a:cubicBezTo>
                    <a:pt x="548" y="613"/>
                    <a:pt x="546" y="617"/>
                    <a:pt x="525" y="627"/>
                  </a:cubicBezTo>
                  <a:cubicBezTo>
                    <a:pt x="948" y="483"/>
                    <a:pt x="957" y="500"/>
                    <a:pt x="1007" y="449"/>
                  </a:cubicBezTo>
                  <a:cubicBezTo>
                    <a:pt x="1173" y="390"/>
                    <a:pt x="1351" y="345"/>
                    <a:pt x="1385" y="345"/>
                  </a:cubicBezTo>
                  <a:cubicBezTo>
                    <a:pt x="1404" y="345"/>
                    <a:pt x="1374" y="361"/>
                    <a:pt x="1261" y="398"/>
                  </a:cubicBezTo>
                  <a:lnTo>
                    <a:pt x="2039" y="153"/>
                  </a:lnTo>
                  <a:lnTo>
                    <a:pt x="1566" y="280"/>
                  </a:lnTo>
                  <a:cubicBezTo>
                    <a:pt x="1684" y="212"/>
                    <a:pt x="2319" y="77"/>
                    <a:pt x="245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5"/>
            <p:cNvSpPr/>
            <p:nvPr/>
          </p:nvSpPr>
          <p:spPr>
            <a:xfrm>
              <a:off x="2542325" y="3800175"/>
              <a:ext cx="59800" cy="17800"/>
            </a:xfrm>
            <a:custGeom>
              <a:rect b="b" l="l" r="r" t="t"/>
              <a:pathLst>
                <a:path extrusionOk="0" h="712" w="2392">
                  <a:moveTo>
                    <a:pt x="2256" y="127"/>
                  </a:moveTo>
                  <a:cubicBezTo>
                    <a:pt x="2241" y="132"/>
                    <a:pt x="2227" y="136"/>
                    <a:pt x="2215" y="140"/>
                  </a:cubicBezTo>
                  <a:lnTo>
                    <a:pt x="2215" y="140"/>
                  </a:lnTo>
                  <a:lnTo>
                    <a:pt x="2256" y="127"/>
                  </a:lnTo>
                  <a:close/>
                  <a:moveTo>
                    <a:pt x="2391" y="0"/>
                  </a:moveTo>
                  <a:cubicBezTo>
                    <a:pt x="2154" y="17"/>
                    <a:pt x="1469" y="229"/>
                    <a:pt x="1190" y="288"/>
                  </a:cubicBezTo>
                  <a:cubicBezTo>
                    <a:pt x="1255" y="277"/>
                    <a:pt x="1286" y="273"/>
                    <a:pt x="1298" y="273"/>
                  </a:cubicBezTo>
                  <a:cubicBezTo>
                    <a:pt x="1325" y="273"/>
                    <a:pt x="1242" y="295"/>
                    <a:pt x="1257" y="295"/>
                  </a:cubicBezTo>
                  <a:cubicBezTo>
                    <a:pt x="1269" y="295"/>
                    <a:pt x="1343" y="281"/>
                    <a:pt x="1588" y="229"/>
                  </a:cubicBezTo>
                  <a:lnTo>
                    <a:pt x="1588" y="229"/>
                  </a:lnTo>
                  <a:lnTo>
                    <a:pt x="1241" y="355"/>
                  </a:lnTo>
                  <a:lnTo>
                    <a:pt x="640" y="508"/>
                  </a:lnTo>
                  <a:cubicBezTo>
                    <a:pt x="640" y="521"/>
                    <a:pt x="357" y="600"/>
                    <a:pt x="398" y="600"/>
                  </a:cubicBezTo>
                  <a:cubicBezTo>
                    <a:pt x="408" y="600"/>
                    <a:pt x="438" y="596"/>
                    <a:pt x="496" y="584"/>
                  </a:cubicBezTo>
                  <a:cubicBezTo>
                    <a:pt x="555" y="567"/>
                    <a:pt x="665" y="533"/>
                    <a:pt x="758" y="508"/>
                  </a:cubicBezTo>
                  <a:lnTo>
                    <a:pt x="758" y="508"/>
                  </a:lnTo>
                  <a:cubicBezTo>
                    <a:pt x="709" y="557"/>
                    <a:pt x="1" y="711"/>
                    <a:pt x="137" y="711"/>
                  </a:cubicBezTo>
                  <a:cubicBezTo>
                    <a:pt x="141" y="711"/>
                    <a:pt x="145" y="711"/>
                    <a:pt x="149" y="711"/>
                  </a:cubicBezTo>
                  <a:cubicBezTo>
                    <a:pt x="429" y="643"/>
                    <a:pt x="708" y="567"/>
                    <a:pt x="987" y="474"/>
                  </a:cubicBezTo>
                  <a:cubicBezTo>
                    <a:pt x="1427" y="355"/>
                    <a:pt x="1740" y="279"/>
                    <a:pt x="1951" y="237"/>
                  </a:cubicBezTo>
                  <a:cubicBezTo>
                    <a:pt x="2067" y="198"/>
                    <a:pt x="2084" y="181"/>
                    <a:pt x="2215" y="140"/>
                  </a:cubicBezTo>
                  <a:lnTo>
                    <a:pt x="2215" y="140"/>
                  </a:lnTo>
                  <a:lnTo>
                    <a:pt x="2146" y="161"/>
                  </a:lnTo>
                  <a:lnTo>
                    <a:pt x="2120" y="119"/>
                  </a:lnTo>
                  <a:cubicBezTo>
                    <a:pt x="1985" y="169"/>
                    <a:pt x="1850" y="195"/>
                    <a:pt x="1697" y="237"/>
                  </a:cubicBezTo>
                  <a:lnTo>
                    <a:pt x="239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5"/>
            <p:cNvSpPr/>
            <p:nvPr/>
          </p:nvSpPr>
          <p:spPr>
            <a:xfrm>
              <a:off x="2598700" y="3803350"/>
              <a:ext cx="450" cy="25"/>
            </a:xfrm>
            <a:custGeom>
              <a:rect b="b" l="l" r="r" t="t"/>
              <a:pathLst>
                <a:path extrusionOk="0" h="1" w="18">
                  <a:moveTo>
                    <a:pt x="1" y="0"/>
                  </a:move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5"/>
            <p:cNvSpPr/>
            <p:nvPr/>
          </p:nvSpPr>
          <p:spPr>
            <a:xfrm>
              <a:off x="2504800" y="3810550"/>
              <a:ext cx="54400" cy="14800"/>
            </a:xfrm>
            <a:custGeom>
              <a:rect b="b" l="l" r="r" t="t"/>
              <a:pathLst>
                <a:path extrusionOk="0" h="592" w="2176">
                  <a:moveTo>
                    <a:pt x="2138" y="1"/>
                  </a:moveTo>
                  <a:cubicBezTo>
                    <a:pt x="2126" y="1"/>
                    <a:pt x="2088" y="8"/>
                    <a:pt x="2006" y="25"/>
                  </a:cubicBezTo>
                  <a:cubicBezTo>
                    <a:pt x="1168" y="237"/>
                    <a:pt x="585" y="406"/>
                    <a:pt x="1" y="592"/>
                  </a:cubicBezTo>
                  <a:cubicBezTo>
                    <a:pt x="475" y="473"/>
                    <a:pt x="1007" y="330"/>
                    <a:pt x="1405" y="245"/>
                  </a:cubicBezTo>
                  <a:lnTo>
                    <a:pt x="1405" y="245"/>
                  </a:lnTo>
                  <a:lnTo>
                    <a:pt x="1244" y="313"/>
                  </a:lnTo>
                  <a:cubicBezTo>
                    <a:pt x="796" y="397"/>
                    <a:pt x="525" y="482"/>
                    <a:pt x="94" y="583"/>
                  </a:cubicBezTo>
                  <a:lnTo>
                    <a:pt x="1075" y="363"/>
                  </a:lnTo>
                  <a:cubicBezTo>
                    <a:pt x="1218" y="335"/>
                    <a:pt x="1288" y="323"/>
                    <a:pt x="1307" y="323"/>
                  </a:cubicBezTo>
                  <a:cubicBezTo>
                    <a:pt x="1348" y="323"/>
                    <a:pt x="1124" y="384"/>
                    <a:pt x="872" y="448"/>
                  </a:cubicBezTo>
                  <a:cubicBezTo>
                    <a:pt x="940" y="431"/>
                    <a:pt x="999" y="414"/>
                    <a:pt x="1067" y="406"/>
                  </a:cubicBezTo>
                  <a:cubicBezTo>
                    <a:pt x="1097" y="393"/>
                    <a:pt x="1648" y="242"/>
                    <a:pt x="1610" y="242"/>
                  </a:cubicBezTo>
                  <a:cubicBezTo>
                    <a:pt x="1595" y="242"/>
                    <a:pt x="1499" y="264"/>
                    <a:pt x="1261" y="321"/>
                  </a:cubicBezTo>
                  <a:cubicBezTo>
                    <a:pt x="1287" y="279"/>
                    <a:pt x="1820" y="169"/>
                    <a:pt x="2048" y="101"/>
                  </a:cubicBezTo>
                  <a:lnTo>
                    <a:pt x="2048" y="101"/>
                  </a:lnTo>
                  <a:cubicBezTo>
                    <a:pt x="2017" y="107"/>
                    <a:pt x="2000" y="110"/>
                    <a:pt x="1993" y="110"/>
                  </a:cubicBezTo>
                  <a:cubicBezTo>
                    <a:pt x="1958" y="110"/>
                    <a:pt x="2115" y="59"/>
                    <a:pt x="2073" y="59"/>
                  </a:cubicBezTo>
                  <a:cubicBezTo>
                    <a:pt x="1955" y="93"/>
                    <a:pt x="1828" y="135"/>
                    <a:pt x="1633" y="177"/>
                  </a:cubicBezTo>
                  <a:cubicBezTo>
                    <a:pt x="1629" y="178"/>
                    <a:pt x="1626" y="178"/>
                    <a:pt x="1623" y="178"/>
                  </a:cubicBezTo>
                  <a:cubicBezTo>
                    <a:pt x="1567" y="178"/>
                    <a:pt x="1839" y="99"/>
                    <a:pt x="2056" y="59"/>
                  </a:cubicBezTo>
                  <a:lnTo>
                    <a:pt x="2056" y="59"/>
                  </a:lnTo>
                  <a:cubicBezTo>
                    <a:pt x="2019" y="66"/>
                    <a:pt x="1998" y="69"/>
                    <a:pt x="1988" y="69"/>
                  </a:cubicBezTo>
                  <a:cubicBezTo>
                    <a:pt x="1942" y="69"/>
                    <a:pt x="2176" y="1"/>
                    <a:pt x="213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5"/>
            <p:cNvSpPr/>
            <p:nvPr/>
          </p:nvSpPr>
          <p:spPr>
            <a:xfrm>
              <a:off x="543075" y="3278225"/>
              <a:ext cx="1998550" cy="634175"/>
            </a:xfrm>
            <a:custGeom>
              <a:rect b="b" l="l" r="r" t="t"/>
              <a:pathLst>
                <a:path extrusionOk="0" h="25367" w="79942">
                  <a:moveTo>
                    <a:pt x="178" y="584"/>
                  </a:moveTo>
                  <a:lnTo>
                    <a:pt x="178" y="584"/>
                  </a:lnTo>
                  <a:cubicBezTo>
                    <a:pt x="195" y="719"/>
                    <a:pt x="203" y="796"/>
                    <a:pt x="220" y="880"/>
                  </a:cubicBezTo>
                  <a:lnTo>
                    <a:pt x="178" y="584"/>
                  </a:lnTo>
                  <a:close/>
                  <a:moveTo>
                    <a:pt x="220" y="880"/>
                  </a:moveTo>
                  <a:lnTo>
                    <a:pt x="222" y="889"/>
                  </a:lnTo>
                  <a:lnTo>
                    <a:pt x="222" y="889"/>
                  </a:lnTo>
                  <a:cubicBezTo>
                    <a:pt x="222" y="886"/>
                    <a:pt x="221" y="883"/>
                    <a:pt x="220" y="880"/>
                  </a:cubicBezTo>
                  <a:close/>
                  <a:moveTo>
                    <a:pt x="2868" y="8121"/>
                  </a:moveTo>
                  <a:lnTo>
                    <a:pt x="2868" y="8121"/>
                  </a:lnTo>
                  <a:cubicBezTo>
                    <a:pt x="2892" y="8169"/>
                    <a:pt x="2920" y="8213"/>
                    <a:pt x="2955" y="8252"/>
                  </a:cubicBezTo>
                  <a:lnTo>
                    <a:pt x="2955" y="8252"/>
                  </a:lnTo>
                  <a:cubicBezTo>
                    <a:pt x="2927" y="8210"/>
                    <a:pt x="2898" y="8167"/>
                    <a:pt x="2868" y="8121"/>
                  </a:cubicBezTo>
                  <a:close/>
                  <a:moveTo>
                    <a:pt x="3233" y="8360"/>
                  </a:moveTo>
                  <a:cubicBezTo>
                    <a:pt x="3267" y="8408"/>
                    <a:pt x="3300" y="8456"/>
                    <a:pt x="3333" y="8502"/>
                  </a:cubicBezTo>
                  <a:lnTo>
                    <a:pt x="3249" y="8375"/>
                  </a:lnTo>
                  <a:cubicBezTo>
                    <a:pt x="3242" y="8369"/>
                    <a:pt x="3237" y="8364"/>
                    <a:pt x="3233" y="8360"/>
                  </a:cubicBezTo>
                  <a:close/>
                  <a:moveTo>
                    <a:pt x="5239" y="10862"/>
                  </a:moveTo>
                  <a:lnTo>
                    <a:pt x="5254" y="10879"/>
                  </a:lnTo>
                  <a:lnTo>
                    <a:pt x="5372" y="10998"/>
                  </a:lnTo>
                  <a:cubicBezTo>
                    <a:pt x="5323" y="10949"/>
                    <a:pt x="5279" y="10904"/>
                    <a:pt x="5239" y="10862"/>
                  </a:cubicBezTo>
                  <a:close/>
                  <a:moveTo>
                    <a:pt x="12520" y="16086"/>
                  </a:moveTo>
                  <a:cubicBezTo>
                    <a:pt x="12575" y="16113"/>
                    <a:pt x="12628" y="16136"/>
                    <a:pt x="12676" y="16158"/>
                  </a:cubicBezTo>
                  <a:lnTo>
                    <a:pt x="12676" y="16158"/>
                  </a:lnTo>
                  <a:cubicBezTo>
                    <a:pt x="12641" y="16142"/>
                    <a:pt x="12584" y="16116"/>
                    <a:pt x="12520" y="16086"/>
                  </a:cubicBezTo>
                  <a:close/>
                  <a:moveTo>
                    <a:pt x="12676" y="16158"/>
                  </a:moveTo>
                  <a:cubicBezTo>
                    <a:pt x="12701" y="16169"/>
                    <a:pt x="12716" y="16176"/>
                    <a:pt x="12717" y="16176"/>
                  </a:cubicBezTo>
                  <a:cubicBezTo>
                    <a:pt x="12717" y="16176"/>
                    <a:pt x="12716" y="16175"/>
                    <a:pt x="12715" y="16175"/>
                  </a:cubicBezTo>
                  <a:cubicBezTo>
                    <a:pt x="12702" y="16169"/>
                    <a:pt x="12690" y="16164"/>
                    <a:pt x="12676" y="16158"/>
                  </a:cubicBezTo>
                  <a:close/>
                  <a:moveTo>
                    <a:pt x="15059" y="17333"/>
                  </a:moveTo>
                  <a:cubicBezTo>
                    <a:pt x="15059" y="17333"/>
                    <a:pt x="15058" y="17334"/>
                    <a:pt x="15058" y="17334"/>
                  </a:cubicBezTo>
                  <a:lnTo>
                    <a:pt x="15058" y="17334"/>
                  </a:lnTo>
                  <a:lnTo>
                    <a:pt x="15127" y="17357"/>
                  </a:lnTo>
                  <a:lnTo>
                    <a:pt x="15127" y="17357"/>
                  </a:lnTo>
                  <a:cubicBezTo>
                    <a:pt x="15093" y="17344"/>
                    <a:pt x="15065" y="17333"/>
                    <a:pt x="15059" y="17333"/>
                  </a:cubicBezTo>
                  <a:close/>
                  <a:moveTo>
                    <a:pt x="15127" y="17357"/>
                  </a:moveTo>
                  <a:cubicBezTo>
                    <a:pt x="15194" y="17382"/>
                    <a:pt x="15286" y="17420"/>
                    <a:pt x="15291" y="17420"/>
                  </a:cubicBezTo>
                  <a:cubicBezTo>
                    <a:pt x="15293" y="17420"/>
                    <a:pt x="15278" y="17412"/>
                    <a:pt x="15236" y="17393"/>
                  </a:cubicBezTo>
                  <a:lnTo>
                    <a:pt x="15127" y="17357"/>
                  </a:lnTo>
                  <a:close/>
                  <a:moveTo>
                    <a:pt x="14787" y="17469"/>
                  </a:moveTo>
                  <a:cubicBezTo>
                    <a:pt x="14793" y="17471"/>
                    <a:pt x="14797" y="17473"/>
                    <a:pt x="14801" y="17475"/>
                  </a:cubicBezTo>
                  <a:lnTo>
                    <a:pt x="14801" y="17475"/>
                  </a:lnTo>
                  <a:cubicBezTo>
                    <a:pt x="14796" y="17473"/>
                    <a:pt x="14792" y="17471"/>
                    <a:pt x="14787" y="17469"/>
                  </a:cubicBezTo>
                  <a:close/>
                  <a:moveTo>
                    <a:pt x="19245" y="19357"/>
                  </a:moveTo>
                  <a:lnTo>
                    <a:pt x="19245" y="19357"/>
                  </a:lnTo>
                  <a:cubicBezTo>
                    <a:pt x="19251" y="19359"/>
                    <a:pt x="19257" y="19362"/>
                    <a:pt x="19263" y="19364"/>
                  </a:cubicBezTo>
                  <a:cubicBezTo>
                    <a:pt x="19257" y="19362"/>
                    <a:pt x="19251" y="19359"/>
                    <a:pt x="19245" y="19357"/>
                  </a:cubicBezTo>
                  <a:close/>
                  <a:moveTo>
                    <a:pt x="22902" y="20283"/>
                  </a:moveTo>
                  <a:cubicBezTo>
                    <a:pt x="22923" y="20290"/>
                    <a:pt x="22942" y="20297"/>
                    <a:pt x="22959" y="20303"/>
                  </a:cubicBezTo>
                  <a:cubicBezTo>
                    <a:pt x="22926" y="20291"/>
                    <a:pt x="22910" y="20285"/>
                    <a:pt x="22902" y="20283"/>
                  </a:cubicBezTo>
                  <a:close/>
                  <a:moveTo>
                    <a:pt x="22917" y="20581"/>
                  </a:moveTo>
                  <a:cubicBezTo>
                    <a:pt x="22913" y="20581"/>
                    <a:pt x="22910" y="20581"/>
                    <a:pt x="22909" y="20582"/>
                  </a:cubicBezTo>
                  <a:lnTo>
                    <a:pt x="22933" y="20582"/>
                  </a:lnTo>
                  <a:cubicBezTo>
                    <a:pt x="22927" y="20581"/>
                    <a:pt x="22922" y="20581"/>
                    <a:pt x="22917" y="20581"/>
                  </a:cubicBezTo>
                  <a:close/>
                  <a:moveTo>
                    <a:pt x="24843" y="20851"/>
                  </a:moveTo>
                  <a:lnTo>
                    <a:pt x="24843" y="20851"/>
                  </a:lnTo>
                  <a:cubicBezTo>
                    <a:pt x="24846" y="20852"/>
                    <a:pt x="24850" y="20852"/>
                    <a:pt x="24854" y="20853"/>
                  </a:cubicBezTo>
                  <a:cubicBezTo>
                    <a:pt x="24850" y="20852"/>
                    <a:pt x="24846" y="20851"/>
                    <a:pt x="24843" y="20851"/>
                  </a:cubicBezTo>
                  <a:close/>
                  <a:moveTo>
                    <a:pt x="24017" y="20574"/>
                  </a:moveTo>
                  <a:lnTo>
                    <a:pt x="24017" y="20574"/>
                  </a:lnTo>
                  <a:cubicBezTo>
                    <a:pt x="24537" y="20735"/>
                    <a:pt x="24600" y="20725"/>
                    <a:pt x="25107" y="20862"/>
                  </a:cubicBezTo>
                  <a:lnTo>
                    <a:pt x="25107" y="20862"/>
                  </a:lnTo>
                  <a:cubicBezTo>
                    <a:pt x="24647" y="20728"/>
                    <a:pt x="24208" y="20613"/>
                    <a:pt x="24017" y="20574"/>
                  </a:cubicBezTo>
                  <a:close/>
                  <a:moveTo>
                    <a:pt x="25107" y="20862"/>
                  </a:moveTo>
                  <a:lnTo>
                    <a:pt x="25107" y="20862"/>
                  </a:lnTo>
                  <a:cubicBezTo>
                    <a:pt x="25136" y="20870"/>
                    <a:pt x="25164" y="20878"/>
                    <a:pt x="25193" y="20887"/>
                  </a:cubicBezTo>
                  <a:lnTo>
                    <a:pt x="25170" y="20879"/>
                  </a:lnTo>
                  <a:lnTo>
                    <a:pt x="25170" y="20879"/>
                  </a:lnTo>
                  <a:cubicBezTo>
                    <a:pt x="25148" y="20873"/>
                    <a:pt x="25127" y="20867"/>
                    <a:pt x="25107" y="20862"/>
                  </a:cubicBezTo>
                  <a:close/>
                  <a:moveTo>
                    <a:pt x="78563" y="21978"/>
                  </a:moveTo>
                  <a:cubicBezTo>
                    <a:pt x="78419" y="22013"/>
                    <a:pt x="78314" y="22039"/>
                    <a:pt x="78224" y="22062"/>
                  </a:cubicBezTo>
                  <a:lnTo>
                    <a:pt x="78224" y="22062"/>
                  </a:lnTo>
                  <a:cubicBezTo>
                    <a:pt x="78265" y="22054"/>
                    <a:pt x="78307" y="22045"/>
                    <a:pt x="78351" y="22037"/>
                  </a:cubicBezTo>
                  <a:lnTo>
                    <a:pt x="78351" y="22037"/>
                  </a:lnTo>
                  <a:lnTo>
                    <a:pt x="78292" y="22071"/>
                  </a:lnTo>
                  <a:cubicBezTo>
                    <a:pt x="78334" y="22062"/>
                    <a:pt x="78631" y="21978"/>
                    <a:pt x="78563" y="21978"/>
                  </a:cubicBezTo>
                  <a:close/>
                  <a:moveTo>
                    <a:pt x="78224" y="22062"/>
                  </a:moveTo>
                  <a:lnTo>
                    <a:pt x="78224" y="22062"/>
                  </a:lnTo>
                  <a:cubicBezTo>
                    <a:pt x="78076" y="22093"/>
                    <a:pt x="77949" y="22125"/>
                    <a:pt x="77823" y="22159"/>
                  </a:cubicBezTo>
                  <a:lnTo>
                    <a:pt x="77823" y="22159"/>
                  </a:lnTo>
                  <a:cubicBezTo>
                    <a:pt x="77984" y="22122"/>
                    <a:pt x="78088" y="22096"/>
                    <a:pt x="78224" y="22062"/>
                  </a:cubicBezTo>
                  <a:close/>
                  <a:moveTo>
                    <a:pt x="77116" y="22444"/>
                  </a:moveTo>
                  <a:lnTo>
                    <a:pt x="77082" y="22452"/>
                  </a:lnTo>
                  <a:cubicBezTo>
                    <a:pt x="77093" y="22449"/>
                    <a:pt x="77104" y="22447"/>
                    <a:pt x="77116" y="22444"/>
                  </a:cubicBezTo>
                  <a:close/>
                  <a:moveTo>
                    <a:pt x="74460" y="22739"/>
                  </a:moveTo>
                  <a:lnTo>
                    <a:pt x="74375" y="22756"/>
                  </a:lnTo>
                  <a:cubicBezTo>
                    <a:pt x="74388" y="22754"/>
                    <a:pt x="74401" y="22753"/>
                    <a:pt x="74413" y="22751"/>
                  </a:cubicBezTo>
                  <a:lnTo>
                    <a:pt x="74413" y="22751"/>
                  </a:lnTo>
                  <a:cubicBezTo>
                    <a:pt x="74428" y="22747"/>
                    <a:pt x="74444" y="22743"/>
                    <a:pt x="74460" y="22739"/>
                  </a:cubicBezTo>
                  <a:close/>
                  <a:moveTo>
                    <a:pt x="32386" y="23010"/>
                  </a:moveTo>
                  <a:lnTo>
                    <a:pt x="32569" y="23052"/>
                  </a:lnTo>
                  <a:lnTo>
                    <a:pt x="32527" y="23044"/>
                  </a:lnTo>
                  <a:cubicBezTo>
                    <a:pt x="32468" y="23030"/>
                    <a:pt x="32422" y="23019"/>
                    <a:pt x="32386" y="23010"/>
                  </a:cubicBezTo>
                  <a:close/>
                  <a:moveTo>
                    <a:pt x="33170" y="23179"/>
                  </a:moveTo>
                  <a:lnTo>
                    <a:pt x="33440" y="23238"/>
                  </a:lnTo>
                  <a:lnTo>
                    <a:pt x="33339" y="23238"/>
                  </a:lnTo>
                  <a:cubicBezTo>
                    <a:pt x="33280" y="23230"/>
                    <a:pt x="33221" y="23205"/>
                    <a:pt x="33170" y="23179"/>
                  </a:cubicBezTo>
                  <a:close/>
                  <a:moveTo>
                    <a:pt x="35314" y="23678"/>
                  </a:moveTo>
                  <a:cubicBezTo>
                    <a:pt x="35317" y="23678"/>
                    <a:pt x="35322" y="23678"/>
                    <a:pt x="35327" y="23678"/>
                  </a:cubicBezTo>
                  <a:cubicBezTo>
                    <a:pt x="35784" y="23771"/>
                    <a:pt x="35750" y="23687"/>
                    <a:pt x="36173" y="23805"/>
                  </a:cubicBezTo>
                  <a:cubicBezTo>
                    <a:pt x="36238" y="23789"/>
                    <a:pt x="36139" y="23765"/>
                    <a:pt x="35988" y="23733"/>
                  </a:cubicBezTo>
                  <a:lnTo>
                    <a:pt x="35988" y="23733"/>
                  </a:lnTo>
                  <a:cubicBezTo>
                    <a:pt x="35998" y="23735"/>
                    <a:pt x="36007" y="23735"/>
                    <a:pt x="36016" y="23735"/>
                  </a:cubicBezTo>
                  <a:cubicBezTo>
                    <a:pt x="36031" y="23735"/>
                    <a:pt x="36046" y="23733"/>
                    <a:pt x="36063" y="23729"/>
                  </a:cubicBezTo>
                  <a:lnTo>
                    <a:pt x="36537" y="23814"/>
                  </a:lnTo>
                  <a:cubicBezTo>
                    <a:pt x="36672" y="23839"/>
                    <a:pt x="36790" y="23864"/>
                    <a:pt x="36748" y="23864"/>
                  </a:cubicBezTo>
                  <a:cubicBezTo>
                    <a:pt x="36743" y="23867"/>
                    <a:pt x="36730" y="23869"/>
                    <a:pt x="36712" y="23869"/>
                  </a:cubicBezTo>
                  <a:cubicBezTo>
                    <a:pt x="36577" y="23869"/>
                    <a:pt x="36127" y="23797"/>
                    <a:pt x="35978" y="23797"/>
                  </a:cubicBezTo>
                  <a:cubicBezTo>
                    <a:pt x="35839" y="23788"/>
                    <a:pt x="35219" y="23678"/>
                    <a:pt x="35314" y="23678"/>
                  </a:cubicBezTo>
                  <a:close/>
                  <a:moveTo>
                    <a:pt x="67901" y="24082"/>
                  </a:moveTo>
                  <a:cubicBezTo>
                    <a:pt x="67875" y="24085"/>
                    <a:pt x="67851" y="24089"/>
                    <a:pt x="67828" y="24093"/>
                  </a:cubicBezTo>
                  <a:cubicBezTo>
                    <a:pt x="67853" y="24089"/>
                    <a:pt x="67877" y="24085"/>
                    <a:pt x="67901" y="24082"/>
                  </a:cubicBezTo>
                  <a:close/>
                  <a:moveTo>
                    <a:pt x="37450" y="23847"/>
                  </a:moveTo>
                  <a:lnTo>
                    <a:pt x="38508" y="24008"/>
                  </a:lnTo>
                  <a:cubicBezTo>
                    <a:pt x="38685" y="24042"/>
                    <a:pt x="38863" y="24067"/>
                    <a:pt x="39041" y="24093"/>
                  </a:cubicBezTo>
                  <a:lnTo>
                    <a:pt x="39582" y="24169"/>
                  </a:lnTo>
                  <a:lnTo>
                    <a:pt x="39497" y="24135"/>
                  </a:lnTo>
                  <a:lnTo>
                    <a:pt x="39497" y="24135"/>
                  </a:lnTo>
                  <a:cubicBezTo>
                    <a:pt x="39717" y="24169"/>
                    <a:pt x="39912" y="24177"/>
                    <a:pt x="40039" y="24211"/>
                  </a:cubicBezTo>
                  <a:lnTo>
                    <a:pt x="39853" y="24211"/>
                  </a:lnTo>
                  <a:lnTo>
                    <a:pt x="39421" y="24186"/>
                  </a:lnTo>
                  <a:cubicBezTo>
                    <a:pt x="39252" y="24177"/>
                    <a:pt x="39074" y="24169"/>
                    <a:pt x="38914" y="24160"/>
                  </a:cubicBezTo>
                  <a:lnTo>
                    <a:pt x="38516" y="24127"/>
                  </a:lnTo>
                  <a:cubicBezTo>
                    <a:pt x="38076" y="24067"/>
                    <a:pt x="37602" y="24000"/>
                    <a:pt x="37332" y="23949"/>
                  </a:cubicBezTo>
                  <a:lnTo>
                    <a:pt x="37332" y="23949"/>
                  </a:lnTo>
                  <a:lnTo>
                    <a:pt x="37476" y="23966"/>
                  </a:lnTo>
                  <a:cubicBezTo>
                    <a:pt x="38261" y="24083"/>
                    <a:pt x="38627" y="24131"/>
                    <a:pt x="38712" y="24131"/>
                  </a:cubicBezTo>
                  <a:cubicBezTo>
                    <a:pt x="38854" y="24131"/>
                    <a:pt x="38221" y="24001"/>
                    <a:pt x="37450" y="23847"/>
                  </a:cubicBezTo>
                  <a:close/>
                  <a:moveTo>
                    <a:pt x="38430" y="24346"/>
                  </a:moveTo>
                  <a:cubicBezTo>
                    <a:pt x="38430" y="24346"/>
                    <a:pt x="38431" y="24346"/>
                    <a:pt x="38431" y="24347"/>
                  </a:cubicBezTo>
                  <a:cubicBezTo>
                    <a:pt x="38431" y="24346"/>
                    <a:pt x="38431" y="24346"/>
                    <a:pt x="38430" y="24346"/>
                  </a:cubicBezTo>
                  <a:close/>
                  <a:moveTo>
                    <a:pt x="40427" y="24352"/>
                  </a:moveTo>
                  <a:lnTo>
                    <a:pt x="40427" y="24352"/>
                  </a:lnTo>
                  <a:cubicBezTo>
                    <a:pt x="40432" y="24353"/>
                    <a:pt x="40438" y="24354"/>
                    <a:pt x="40445" y="24355"/>
                  </a:cubicBezTo>
                  <a:lnTo>
                    <a:pt x="40427" y="24352"/>
                  </a:lnTo>
                  <a:close/>
                  <a:moveTo>
                    <a:pt x="40039" y="24321"/>
                  </a:moveTo>
                  <a:lnTo>
                    <a:pt x="40470" y="24372"/>
                  </a:lnTo>
                  <a:cubicBezTo>
                    <a:pt x="40434" y="24372"/>
                    <a:pt x="40444" y="24382"/>
                    <a:pt x="40398" y="24382"/>
                  </a:cubicBezTo>
                  <a:cubicBezTo>
                    <a:pt x="40357" y="24382"/>
                    <a:pt x="40275" y="24374"/>
                    <a:pt x="40081" y="24347"/>
                  </a:cubicBezTo>
                  <a:cubicBezTo>
                    <a:pt x="40115" y="24338"/>
                    <a:pt x="40090" y="24330"/>
                    <a:pt x="40039" y="24321"/>
                  </a:cubicBezTo>
                  <a:close/>
                  <a:moveTo>
                    <a:pt x="46644" y="24583"/>
                  </a:moveTo>
                  <a:cubicBezTo>
                    <a:pt x="46650" y="24586"/>
                    <a:pt x="46667" y="24588"/>
                    <a:pt x="46696" y="24592"/>
                  </a:cubicBezTo>
                  <a:cubicBezTo>
                    <a:pt x="46679" y="24589"/>
                    <a:pt x="46661" y="24586"/>
                    <a:pt x="46644" y="24583"/>
                  </a:cubicBezTo>
                  <a:close/>
                  <a:moveTo>
                    <a:pt x="63350" y="24664"/>
                  </a:moveTo>
                  <a:lnTo>
                    <a:pt x="63285" y="24668"/>
                  </a:lnTo>
                  <a:cubicBezTo>
                    <a:pt x="63301" y="24667"/>
                    <a:pt x="63323" y="24666"/>
                    <a:pt x="63350" y="24664"/>
                  </a:cubicBezTo>
                  <a:close/>
                  <a:moveTo>
                    <a:pt x="50266" y="24668"/>
                  </a:moveTo>
                  <a:lnTo>
                    <a:pt x="50276" y="24674"/>
                  </a:lnTo>
                  <a:lnTo>
                    <a:pt x="50276" y="24674"/>
                  </a:lnTo>
                  <a:cubicBezTo>
                    <a:pt x="50332" y="24674"/>
                    <a:pt x="50388" y="24674"/>
                    <a:pt x="50443" y="24674"/>
                  </a:cubicBezTo>
                  <a:lnTo>
                    <a:pt x="50443" y="24674"/>
                  </a:lnTo>
                  <a:cubicBezTo>
                    <a:pt x="50642" y="24682"/>
                    <a:pt x="50815" y="24694"/>
                    <a:pt x="50961" y="24694"/>
                  </a:cubicBezTo>
                  <a:cubicBezTo>
                    <a:pt x="51028" y="24694"/>
                    <a:pt x="51090" y="24692"/>
                    <a:pt x="51146" y="24685"/>
                  </a:cubicBezTo>
                  <a:lnTo>
                    <a:pt x="50715" y="24685"/>
                  </a:lnTo>
                  <a:lnTo>
                    <a:pt x="50723" y="24676"/>
                  </a:lnTo>
                  <a:cubicBezTo>
                    <a:pt x="50647" y="24674"/>
                    <a:pt x="50565" y="24674"/>
                    <a:pt x="50482" y="24674"/>
                  </a:cubicBezTo>
                  <a:cubicBezTo>
                    <a:pt x="50469" y="24674"/>
                    <a:pt x="50456" y="24674"/>
                    <a:pt x="50443" y="24674"/>
                  </a:cubicBezTo>
                  <a:lnTo>
                    <a:pt x="50443" y="24674"/>
                  </a:lnTo>
                  <a:cubicBezTo>
                    <a:pt x="50386" y="24671"/>
                    <a:pt x="50327" y="24669"/>
                    <a:pt x="50266" y="24668"/>
                  </a:cubicBezTo>
                  <a:close/>
                  <a:moveTo>
                    <a:pt x="54067" y="24734"/>
                  </a:moveTo>
                  <a:lnTo>
                    <a:pt x="54067" y="24734"/>
                  </a:lnTo>
                  <a:cubicBezTo>
                    <a:pt x="54048" y="24735"/>
                    <a:pt x="54030" y="24735"/>
                    <a:pt x="54014" y="24736"/>
                  </a:cubicBezTo>
                  <a:cubicBezTo>
                    <a:pt x="54029" y="24736"/>
                    <a:pt x="54048" y="24735"/>
                    <a:pt x="54067" y="24734"/>
                  </a:cubicBezTo>
                  <a:close/>
                  <a:moveTo>
                    <a:pt x="44336" y="24820"/>
                  </a:moveTo>
                  <a:cubicBezTo>
                    <a:pt x="44322" y="24820"/>
                    <a:pt x="44322" y="24822"/>
                    <a:pt x="44331" y="24824"/>
                  </a:cubicBezTo>
                  <a:lnTo>
                    <a:pt x="44331" y="24824"/>
                  </a:lnTo>
                  <a:cubicBezTo>
                    <a:pt x="44334" y="24823"/>
                    <a:pt x="44336" y="24822"/>
                    <a:pt x="44336" y="24820"/>
                  </a:cubicBezTo>
                  <a:close/>
                  <a:moveTo>
                    <a:pt x="40597" y="24431"/>
                  </a:moveTo>
                  <a:lnTo>
                    <a:pt x="40597" y="24431"/>
                  </a:lnTo>
                  <a:cubicBezTo>
                    <a:pt x="40749" y="24448"/>
                    <a:pt x="41054" y="24465"/>
                    <a:pt x="41037" y="24490"/>
                  </a:cubicBezTo>
                  <a:cubicBezTo>
                    <a:pt x="41054" y="24473"/>
                    <a:pt x="41299" y="24482"/>
                    <a:pt x="40842" y="24440"/>
                  </a:cubicBezTo>
                  <a:lnTo>
                    <a:pt x="40842" y="24440"/>
                  </a:lnTo>
                  <a:cubicBezTo>
                    <a:pt x="40952" y="24448"/>
                    <a:pt x="41071" y="24456"/>
                    <a:pt x="41181" y="24456"/>
                  </a:cubicBezTo>
                  <a:cubicBezTo>
                    <a:pt x="41155" y="24448"/>
                    <a:pt x="41139" y="24448"/>
                    <a:pt x="41113" y="24440"/>
                  </a:cubicBezTo>
                  <a:lnTo>
                    <a:pt x="41113" y="24440"/>
                  </a:lnTo>
                  <a:lnTo>
                    <a:pt x="41418" y="24473"/>
                  </a:lnTo>
                  <a:cubicBezTo>
                    <a:pt x="41545" y="24490"/>
                    <a:pt x="41773" y="24516"/>
                    <a:pt x="41976" y="24558"/>
                  </a:cubicBezTo>
                  <a:cubicBezTo>
                    <a:pt x="41866" y="24558"/>
                    <a:pt x="41765" y="24550"/>
                    <a:pt x="41655" y="24541"/>
                  </a:cubicBezTo>
                  <a:lnTo>
                    <a:pt x="41655" y="24541"/>
                  </a:lnTo>
                  <a:cubicBezTo>
                    <a:pt x="41959" y="24583"/>
                    <a:pt x="42238" y="24609"/>
                    <a:pt x="42416" y="24626"/>
                  </a:cubicBezTo>
                  <a:cubicBezTo>
                    <a:pt x="41934" y="24566"/>
                    <a:pt x="42196" y="24575"/>
                    <a:pt x="42086" y="24541"/>
                  </a:cubicBezTo>
                  <a:lnTo>
                    <a:pt x="42086" y="24541"/>
                  </a:lnTo>
                  <a:cubicBezTo>
                    <a:pt x="42390" y="24566"/>
                    <a:pt x="42873" y="24626"/>
                    <a:pt x="43050" y="24634"/>
                  </a:cubicBezTo>
                  <a:cubicBezTo>
                    <a:pt x="43456" y="24685"/>
                    <a:pt x="43795" y="24736"/>
                    <a:pt x="43524" y="24736"/>
                  </a:cubicBezTo>
                  <a:cubicBezTo>
                    <a:pt x="43786" y="24744"/>
                    <a:pt x="44057" y="24778"/>
                    <a:pt x="44336" y="24778"/>
                  </a:cubicBezTo>
                  <a:cubicBezTo>
                    <a:pt x="43820" y="24761"/>
                    <a:pt x="44336" y="24719"/>
                    <a:pt x="43668" y="24702"/>
                  </a:cubicBezTo>
                  <a:cubicBezTo>
                    <a:pt x="43618" y="24687"/>
                    <a:pt x="43631" y="24680"/>
                    <a:pt x="43683" y="24680"/>
                  </a:cubicBezTo>
                  <a:cubicBezTo>
                    <a:pt x="43835" y="24680"/>
                    <a:pt x="44316" y="24732"/>
                    <a:pt x="44573" y="24769"/>
                  </a:cubicBezTo>
                  <a:cubicBezTo>
                    <a:pt x="44548" y="24768"/>
                    <a:pt x="44530" y="24768"/>
                    <a:pt x="44516" y="24768"/>
                  </a:cubicBezTo>
                  <a:cubicBezTo>
                    <a:pt x="44432" y="24768"/>
                    <a:pt x="44533" y="24788"/>
                    <a:pt x="44497" y="24795"/>
                  </a:cubicBezTo>
                  <a:cubicBezTo>
                    <a:pt x="44593" y="24800"/>
                    <a:pt x="44663" y="24802"/>
                    <a:pt x="44711" y="24802"/>
                  </a:cubicBezTo>
                  <a:cubicBezTo>
                    <a:pt x="44920" y="24802"/>
                    <a:pt x="44707" y="24762"/>
                    <a:pt x="44404" y="24727"/>
                  </a:cubicBezTo>
                  <a:lnTo>
                    <a:pt x="44404" y="24727"/>
                  </a:lnTo>
                  <a:lnTo>
                    <a:pt x="45004" y="24761"/>
                  </a:lnTo>
                  <a:lnTo>
                    <a:pt x="44945" y="24753"/>
                  </a:lnTo>
                  <a:lnTo>
                    <a:pt x="44945" y="24753"/>
                  </a:lnTo>
                  <a:cubicBezTo>
                    <a:pt x="45148" y="24769"/>
                    <a:pt x="45351" y="24778"/>
                    <a:pt x="45554" y="24795"/>
                  </a:cubicBezTo>
                  <a:lnTo>
                    <a:pt x="45546" y="24795"/>
                  </a:lnTo>
                  <a:cubicBezTo>
                    <a:pt x="45602" y="24820"/>
                    <a:pt x="45621" y="24835"/>
                    <a:pt x="45568" y="24835"/>
                  </a:cubicBezTo>
                  <a:cubicBezTo>
                    <a:pt x="45548" y="24835"/>
                    <a:pt x="45519" y="24833"/>
                    <a:pt x="45478" y="24829"/>
                  </a:cubicBezTo>
                  <a:lnTo>
                    <a:pt x="45478" y="24829"/>
                  </a:lnTo>
                  <a:lnTo>
                    <a:pt x="45791" y="24871"/>
                  </a:lnTo>
                  <a:lnTo>
                    <a:pt x="45301" y="24846"/>
                  </a:lnTo>
                  <a:lnTo>
                    <a:pt x="45301" y="24846"/>
                  </a:lnTo>
                  <a:cubicBezTo>
                    <a:pt x="45504" y="24879"/>
                    <a:pt x="45842" y="24888"/>
                    <a:pt x="46104" y="24905"/>
                  </a:cubicBezTo>
                  <a:cubicBezTo>
                    <a:pt x="46177" y="24914"/>
                    <a:pt x="46167" y="24917"/>
                    <a:pt x="46106" y="24917"/>
                  </a:cubicBezTo>
                  <a:cubicBezTo>
                    <a:pt x="45970" y="24917"/>
                    <a:pt x="45579" y="24901"/>
                    <a:pt x="45309" y="24901"/>
                  </a:cubicBezTo>
                  <a:cubicBezTo>
                    <a:pt x="45240" y="24901"/>
                    <a:pt x="45178" y="24902"/>
                    <a:pt x="45131" y="24905"/>
                  </a:cubicBezTo>
                  <a:cubicBezTo>
                    <a:pt x="44883" y="24898"/>
                    <a:pt x="44394" y="24840"/>
                    <a:pt x="44331" y="24824"/>
                  </a:cubicBezTo>
                  <a:lnTo>
                    <a:pt x="44331" y="24824"/>
                  </a:lnTo>
                  <a:cubicBezTo>
                    <a:pt x="44321" y="24829"/>
                    <a:pt x="44295" y="24831"/>
                    <a:pt x="44257" y="24831"/>
                  </a:cubicBezTo>
                  <a:cubicBezTo>
                    <a:pt x="44029" y="24831"/>
                    <a:pt x="43365" y="24760"/>
                    <a:pt x="43084" y="24753"/>
                  </a:cubicBezTo>
                  <a:cubicBezTo>
                    <a:pt x="42264" y="24668"/>
                    <a:pt x="42543" y="24643"/>
                    <a:pt x="41815" y="24583"/>
                  </a:cubicBezTo>
                  <a:lnTo>
                    <a:pt x="41815" y="24583"/>
                  </a:lnTo>
                  <a:lnTo>
                    <a:pt x="42077" y="24634"/>
                  </a:lnTo>
                  <a:cubicBezTo>
                    <a:pt x="41426" y="24566"/>
                    <a:pt x="41147" y="24558"/>
                    <a:pt x="40436" y="24448"/>
                  </a:cubicBezTo>
                  <a:cubicBezTo>
                    <a:pt x="40422" y="24440"/>
                    <a:pt x="40425" y="24437"/>
                    <a:pt x="40439" y="24437"/>
                  </a:cubicBezTo>
                  <a:cubicBezTo>
                    <a:pt x="40502" y="24437"/>
                    <a:pt x="40796" y="24499"/>
                    <a:pt x="40927" y="24499"/>
                  </a:cubicBezTo>
                  <a:lnTo>
                    <a:pt x="40597" y="24431"/>
                  </a:lnTo>
                  <a:close/>
                  <a:moveTo>
                    <a:pt x="56848" y="25066"/>
                  </a:moveTo>
                  <a:cubicBezTo>
                    <a:pt x="56754" y="25075"/>
                    <a:pt x="56653" y="25086"/>
                    <a:pt x="56550" y="25094"/>
                  </a:cubicBezTo>
                  <a:lnTo>
                    <a:pt x="56550" y="25094"/>
                  </a:lnTo>
                  <a:cubicBezTo>
                    <a:pt x="56656" y="25088"/>
                    <a:pt x="56774" y="25080"/>
                    <a:pt x="56848" y="25066"/>
                  </a:cubicBezTo>
                  <a:close/>
                  <a:moveTo>
                    <a:pt x="56550" y="25094"/>
                  </a:moveTo>
                  <a:cubicBezTo>
                    <a:pt x="56488" y="25098"/>
                    <a:pt x="56431" y="25102"/>
                    <a:pt x="56388" y="25105"/>
                  </a:cubicBezTo>
                  <a:lnTo>
                    <a:pt x="56388" y="25105"/>
                  </a:lnTo>
                  <a:cubicBezTo>
                    <a:pt x="56442" y="25103"/>
                    <a:pt x="56496" y="25099"/>
                    <a:pt x="56550" y="25094"/>
                  </a:cubicBezTo>
                  <a:close/>
                  <a:moveTo>
                    <a:pt x="56898" y="25116"/>
                  </a:moveTo>
                  <a:cubicBezTo>
                    <a:pt x="56894" y="25116"/>
                    <a:pt x="56889" y="25116"/>
                    <a:pt x="56885" y="25117"/>
                  </a:cubicBezTo>
                  <a:lnTo>
                    <a:pt x="56885" y="25117"/>
                  </a:lnTo>
                  <a:cubicBezTo>
                    <a:pt x="56889" y="25117"/>
                    <a:pt x="56894" y="25116"/>
                    <a:pt x="56898" y="25116"/>
                  </a:cubicBezTo>
                  <a:close/>
                  <a:moveTo>
                    <a:pt x="51251" y="25207"/>
                  </a:moveTo>
                  <a:lnTo>
                    <a:pt x="51251" y="25207"/>
                  </a:lnTo>
                  <a:cubicBezTo>
                    <a:pt x="51248" y="25207"/>
                    <a:pt x="51246" y="25208"/>
                    <a:pt x="51247" y="25209"/>
                  </a:cubicBezTo>
                  <a:cubicBezTo>
                    <a:pt x="51262" y="25209"/>
                    <a:pt x="51262" y="25208"/>
                    <a:pt x="51251" y="25207"/>
                  </a:cubicBezTo>
                  <a:close/>
                  <a:moveTo>
                    <a:pt x="61416" y="24727"/>
                  </a:moveTo>
                  <a:lnTo>
                    <a:pt x="61390" y="24736"/>
                  </a:lnTo>
                  <a:cubicBezTo>
                    <a:pt x="61043" y="24769"/>
                    <a:pt x="60967" y="24795"/>
                    <a:pt x="61137" y="24795"/>
                  </a:cubicBezTo>
                  <a:lnTo>
                    <a:pt x="60705" y="24837"/>
                  </a:lnTo>
                  <a:cubicBezTo>
                    <a:pt x="60548" y="24851"/>
                    <a:pt x="60160" y="24886"/>
                    <a:pt x="59994" y="24886"/>
                  </a:cubicBezTo>
                  <a:cubicBezTo>
                    <a:pt x="59954" y="24886"/>
                    <a:pt x="59927" y="24884"/>
                    <a:pt x="59918" y="24879"/>
                  </a:cubicBezTo>
                  <a:cubicBezTo>
                    <a:pt x="60324" y="24846"/>
                    <a:pt x="60282" y="24846"/>
                    <a:pt x="60096" y="24846"/>
                  </a:cubicBezTo>
                  <a:cubicBezTo>
                    <a:pt x="59698" y="24896"/>
                    <a:pt x="58937" y="24922"/>
                    <a:pt x="58988" y="24964"/>
                  </a:cubicBezTo>
                  <a:cubicBezTo>
                    <a:pt x="58850" y="24970"/>
                    <a:pt x="58713" y="24976"/>
                    <a:pt x="58575" y="24976"/>
                  </a:cubicBezTo>
                  <a:cubicBezTo>
                    <a:pt x="58518" y="24976"/>
                    <a:pt x="58461" y="24975"/>
                    <a:pt x="58404" y="24973"/>
                  </a:cubicBezTo>
                  <a:cubicBezTo>
                    <a:pt x="58353" y="24964"/>
                    <a:pt x="58497" y="24947"/>
                    <a:pt x="58633" y="24930"/>
                  </a:cubicBezTo>
                  <a:lnTo>
                    <a:pt x="58633" y="24930"/>
                  </a:lnTo>
                  <a:lnTo>
                    <a:pt x="57812" y="24981"/>
                  </a:lnTo>
                  <a:lnTo>
                    <a:pt x="56983" y="25015"/>
                  </a:lnTo>
                  <a:cubicBezTo>
                    <a:pt x="56915" y="25049"/>
                    <a:pt x="58049" y="25006"/>
                    <a:pt x="57482" y="25066"/>
                  </a:cubicBezTo>
                  <a:cubicBezTo>
                    <a:pt x="57290" y="25110"/>
                    <a:pt x="57092" y="25135"/>
                    <a:pt x="56892" y="25135"/>
                  </a:cubicBezTo>
                  <a:cubicBezTo>
                    <a:pt x="56863" y="25135"/>
                    <a:pt x="56834" y="25134"/>
                    <a:pt x="56805" y="25133"/>
                  </a:cubicBezTo>
                  <a:cubicBezTo>
                    <a:pt x="56827" y="25126"/>
                    <a:pt x="56856" y="25119"/>
                    <a:pt x="56885" y="25117"/>
                  </a:cubicBezTo>
                  <a:lnTo>
                    <a:pt x="56885" y="25117"/>
                  </a:lnTo>
                  <a:cubicBezTo>
                    <a:pt x="56635" y="25125"/>
                    <a:pt x="56597" y="25125"/>
                    <a:pt x="56323" y="25125"/>
                  </a:cubicBezTo>
                  <a:cubicBezTo>
                    <a:pt x="56294" y="25116"/>
                    <a:pt x="56326" y="25110"/>
                    <a:pt x="56388" y="25105"/>
                  </a:cubicBezTo>
                  <a:lnTo>
                    <a:pt x="56388" y="25105"/>
                  </a:lnTo>
                  <a:cubicBezTo>
                    <a:pt x="56349" y="25107"/>
                    <a:pt x="56311" y="25108"/>
                    <a:pt x="56272" y="25108"/>
                  </a:cubicBezTo>
                  <a:lnTo>
                    <a:pt x="56323" y="25091"/>
                  </a:lnTo>
                  <a:lnTo>
                    <a:pt x="55731" y="25116"/>
                  </a:lnTo>
                  <a:cubicBezTo>
                    <a:pt x="55659" y="25126"/>
                    <a:pt x="55668" y="25130"/>
                    <a:pt x="55718" y="25130"/>
                  </a:cubicBezTo>
                  <a:cubicBezTo>
                    <a:pt x="55821" y="25130"/>
                    <a:pt x="56099" y="25115"/>
                    <a:pt x="56187" y="25115"/>
                  </a:cubicBezTo>
                  <a:cubicBezTo>
                    <a:pt x="56201" y="25115"/>
                    <a:pt x="56210" y="25116"/>
                    <a:pt x="56213" y="25116"/>
                  </a:cubicBezTo>
                  <a:lnTo>
                    <a:pt x="55832" y="25150"/>
                  </a:lnTo>
                  <a:cubicBezTo>
                    <a:pt x="55556" y="25161"/>
                    <a:pt x="54982" y="25175"/>
                    <a:pt x="54500" y="25175"/>
                  </a:cubicBezTo>
                  <a:cubicBezTo>
                    <a:pt x="54229" y="25175"/>
                    <a:pt x="53988" y="25171"/>
                    <a:pt x="53845" y="25159"/>
                  </a:cubicBezTo>
                  <a:cubicBezTo>
                    <a:pt x="53777" y="25157"/>
                    <a:pt x="53722" y="25157"/>
                    <a:pt x="53678" y="25157"/>
                  </a:cubicBezTo>
                  <a:cubicBezTo>
                    <a:pt x="53392" y="25157"/>
                    <a:pt x="53548" y="25179"/>
                    <a:pt x="53438" y="25201"/>
                  </a:cubicBezTo>
                  <a:cubicBezTo>
                    <a:pt x="53359" y="25205"/>
                    <a:pt x="53280" y="25207"/>
                    <a:pt x="53203" y="25207"/>
                  </a:cubicBezTo>
                  <a:cubicBezTo>
                    <a:pt x="53028" y="25207"/>
                    <a:pt x="52856" y="25199"/>
                    <a:pt x="52683" y="25199"/>
                  </a:cubicBezTo>
                  <a:cubicBezTo>
                    <a:pt x="52639" y="25199"/>
                    <a:pt x="52595" y="25200"/>
                    <a:pt x="52550" y="25201"/>
                  </a:cubicBezTo>
                  <a:cubicBezTo>
                    <a:pt x="52559" y="25218"/>
                    <a:pt x="52212" y="25218"/>
                    <a:pt x="52195" y="25243"/>
                  </a:cubicBezTo>
                  <a:lnTo>
                    <a:pt x="51704" y="25235"/>
                  </a:lnTo>
                  <a:lnTo>
                    <a:pt x="51704" y="25235"/>
                  </a:lnTo>
                  <a:cubicBezTo>
                    <a:pt x="51434" y="25277"/>
                    <a:pt x="52296" y="25252"/>
                    <a:pt x="52423" y="25269"/>
                  </a:cubicBezTo>
                  <a:cubicBezTo>
                    <a:pt x="52677" y="25302"/>
                    <a:pt x="52060" y="25277"/>
                    <a:pt x="52229" y="25302"/>
                  </a:cubicBezTo>
                  <a:cubicBezTo>
                    <a:pt x="52601" y="25294"/>
                    <a:pt x="52635" y="25277"/>
                    <a:pt x="52812" y="25269"/>
                  </a:cubicBezTo>
                  <a:cubicBezTo>
                    <a:pt x="53024" y="25269"/>
                    <a:pt x="53134" y="25277"/>
                    <a:pt x="53134" y="25294"/>
                  </a:cubicBezTo>
                  <a:cubicBezTo>
                    <a:pt x="53032" y="25291"/>
                    <a:pt x="52956" y="25290"/>
                    <a:pt x="52896" y="25290"/>
                  </a:cubicBezTo>
                  <a:cubicBezTo>
                    <a:pt x="52597" y="25290"/>
                    <a:pt x="52722" y="25319"/>
                    <a:pt x="52313" y="25319"/>
                  </a:cubicBezTo>
                  <a:lnTo>
                    <a:pt x="52296" y="25311"/>
                  </a:lnTo>
                  <a:cubicBezTo>
                    <a:pt x="52291" y="25326"/>
                    <a:pt x="52037" y="25329"/>
                    <a:pt x="51777" y="25329"/>
                  </a:cubicBezTo>
                  <a:cubicBezTo>
                    <a:pt x="51604" y="25329"/>
                    <a:pt x="51429" y="25328"/>
                    <a:pt x="51324" y="25328"/>
                  </a:cubicBezTo>
                  <a:cubicBezTo>
                    <a:pt x="50791" y="25277"/>
                    <a:pt x="51764" y="25294"/>
                    <a:pt x="51747" y="25277"/>
                  </a:cubicBezTo>
                  <a:lnTo>
                    <a:pt x="51747" y="25277"/>
                  </a:lnTo>
                  <a:cubicBezTo>
                    <a:pt x="51673" y="25280"/>
                    <a:pt x="51600" y="25281"/>
                    <a:pt x="51527" y="25281"/>
                  </a:cubicBezTo>
                  <a:cubicBezTo>
                    <a:pt x="51381" y="25281"/>
                    <a:pt x="51236" y="25277"/>
                    <a:pt x="51095" y="25277"/>
                  </a:cubicBezTo>
                  <a:cubicBezTo>
                    <a:pt x="51374" y="25269"/>
                    <a:pt x="51087" y="25243"/>
                    <a:pt x="51467" y="25235"/>
                  </a:cubicBezTo>
                  <a:cubicBezTo>
                    <a:pt x="51127" y="25235"/>
                    <a:pt x="51047" y="25216"/>
                    <a:pt x="50791" y="25216"/>
                  </a:cubicBezTo>
                  <a:cubicBezTo>
                    <a:pt x="50749" y="25216"/>
                    <a:pt x="50701" y="25217"/>
                    <a:pt x="50647" y="25218"/>
                  </a:cubicBezTo>
                  <a:cubicBezTo>
                    <a:pt x="51078" y="25184"/>
                    <a:pt x="50114" y="25167"/>
                    <a:pt x="50063" y="25142"/>
                  </a:cubicBezTo>
                  <a:cubicBezTo>
                    <a:pt x="50465" y="25142"/>
                    <a:pt x="51167" y="25194"/>
                    <a:pt x="51251" y="25207"/>
                  </a:cubicBezTo>
                  <a:lnTo>
                    <a:pt x="51251" y="25207"/>
                  </a:lnTo>
                  <a:cubicBezTo>
                    <a:pt x="51260" y="25204"/>
                    <a:pt x="51288" y="25203"/>
                    <a:pt x="51327" y="25203"/>
                  </a:cubicBezTo>
                  <a:cubicBezTo>
                    <a:pt x="51379" y="25203"/>
                    <a:pt x="51451" y="25205"/>
                    <a:pt x="51527" y="25209"/>
                  </a:cubicBezTo>
                  <a:cubicBezTo>
                    <a:pt x="51687" y="25209"/>
                    <a:pt x="51882" y="25209"/>
                    <a:pt x="51983" y="25218"/>
                  </a:cubicBezTo>
                  <a:lnTo>
                    <a:pt x="52296" y="25184"/>
                  </a:lnTo>
                  <a:cubicBezTo>
                    <a:pt x="52178" y="25181"/>
                    <a:pt x="52046" y="25181"/>
                    <a:pt x="51929" y="25181"/>
                  </a:cubicBezTo>
                  <a:cubicBezTo>
                    <a:pt x="51693" y="25181"/>
                    <a:pt x="51513" y="25181"/>
                    <a:pt x="51603" y="25159"/>
                  </a:cubicBezTo>
                  <a:lnTo>
                    <a:pt x="51603" y="25159"/>
                  </a:lnTo>
                  <a:cubicBezTo>
                    <a:pt x="51442" y="25167"/>
                    <a:pt x="51281" y="25167"/>
                    <a:pt x="51121" y="25167"/>
                  </a:cubicBezTo>
                  <a:cubicBezTo>
                    <a:pt x="51611" y="25133"/>
                    <a:pt x="51594" y="25133"/>
                    <a:pt x="52034" y="25108"/>
                  </a:cubicBezTo>
                  <a:cubicBezTo>
                    <a:pt x="51577" y="25091"/>
                    <a:pt x="51171" y="25091"/>
                    <a:pt x="50782" y="25091"/>
                  </a:cubicBezTo>
                  <a:cubicBezTo>
                    <a:pt x="50640" y="25094"/>
                    <a:pt x="50500" y="25096"/>
                    <a:pt x="50361" y="25096"/>
                  </a:cubicBezTo>
                  <a:cubicBezTo>
                    <a:pt x="50121" y="25096"/>
                    <a:pt x="49885" y="25090"/>
                    <a:pt x="49649" y="25074"/>
                  </a:cubicBezTo>
                  <a:lnTo>
                    <a:pt x="49759" y="25074"/>
                  </a:lnTo>
                  <a:cubicBezTo>
                    <a:pt x="49386" y="25066"/>
                    <a:pt x="49082" y="25049"/>
                    <a:pt x="48837" y="25040"/>
                  </a:cubicBezTo>
                  <a:cubicBezTo>
                    <a:pt x="48591" y="25023"/>
                    <a:pt x="48397" y="25006"/>
                    <a:pt x="48236" y="24989"/>
                  </a:cubicBezTo>
                  <a:cubicBezTo>
                    <a:pt x="48016" y="24973"/>
                    <a:pt x="47805" y="24930"/>
                    <a:pt x="47593" y="24879"/>
                  </a:cubicBezTo>
                  <a:lnTo>
                    <a:pt x="47593" y="24879"/>
                  </a:lnTo>
                  <a:lnTo>
                    <a:pt x="48244" y="24905"/>
                  </a:lnTo>
                  <a:lnTo>
                    <a:pt x="48287" y="24930"/>
                  </a:lnTo>
                  <a:cubicBezTo>
                    <a:pt x="48811" y="24956"/>
                    <a:pt x="49251" y="24964"/>
                    <a:pt x="49699" y="24964"/>
                  </a:cubicBezTo>
                  <a:cubicBezTo>
                    <a:pt x="49885" y="24961"/>
                    <a:pt x="50071" y="24959"/>
                    <a:pt x="50263" y="24959"/>
                  </a:cubicBezTo>
                  <a:cubicBezTo>
                    <a:pt x="50534" y="24959"/>
                    <a:pt x="50817" y="24963"/>
                    <a:pt x="51129" y="24973"/>
                  </a:cubicBezTo>
                  <a:cubicBezTo>
                    <a:pt x="51075" y="24982"/>
                    <a:pt x="50990" y="24984"/>
                    <a:pt x="50905" y="24984"/>
                  </a:cubicBezTo>
                  <a:cubicBezTo>
                    <a:pt x="50788" y="24984"/>
                    <a:pt x="50671" y="24979"/>
                    <a:pt x="50636" y="24979"/>
                  </a:cubicBezTo>
                  <a:cubicBezTo>
                    <a:pt x="50625" y="24979"/>
                    <a:pt x="50622" y="24980"/>
                    <a:pt x="50630" y="24981"/>
                  </a:cubicBezTo>
                  <a:cubicBezTo>
                    <a:pt x="50750" y="24986"/>
                    <a:pt x="50844" y="24988"/>
                    <a:pt x="50922" y="24988"/>
                  </a:cubicBezTo>
                  <a:cubicBezTo>
                    <a:pt x="51165" y="24988"/>
                    <a:pt x="51253" y="24970"/>
                    <a:pt x="51469" y="24970"/>
                  </a:cubicBezTo>
                  <a:cubicBezTo>
                    <a:pt x="51557" y="24970"/>
                    <a:pt x="51666" y="24973"/>
                    <a:pt x="51814" y="24981"/>
                  </a:cubicBezTo>
                  <a:cubicBezTo>
                    <a:pt x="50909" y="24989"/>
                    <a:pt x="52381" y="24998"/>
                    <a:pt x="51569" y="25023"/>
                  </a:cubicBezTo>
                  <a:cubicBezTo>
                    <a:pt x="51852" y="25015"/>
                    <a:pt x="52140" y="25011"/>
                    <a:pt x="52424" y="25011"/>
                  </a:cubicBezTo>
                  <a:cubicBezTo>
                    <a:pt x="52709" y="25011"/>
                    <a:pt x="52990" y="25015"/>
                    <a:pt x="53261" y="25023"/>
                  </a:cubicBezTo>
                  <a:lnTo>
                    <a:pt x="54648" y="25023"/>
                  </a:lnTo>
                  <a:cubicBezTo>
                    <a:pt x="54462" y="25006"/>
                    <a:pt x="54953" y="24981"/>
                    <a:pt x="54978" y="24981"/>
                  </a:cubicBezTo>
                  <a:cubicBezTo>
                    <a:pt x="55173" y="24981"/>
                    <a:pt x="55105" y="25006"/>
                    <a:pt x="54953" y="25006"/>
                  </a:cubicBezTo>
                  <a:cubicBezTo>
                    <a:pt x="55342" y="25015"/>
                    <a:pt x="55401" y="25032"/>
                    <a:pt x="55342" y="25057"/>
                  </a:cubicBezTo>
                  <a:lnTo>
                    <a:pt x="54555" y="25074"/>
                  </a:lnTo>
                  <a:cubicBezTo>
                    <a:pt x="54809" y="25074"/>
                    <a:pt x="54944" y="25091"/>
                    <a:pt x="55156" y="25091"/>
                  </a:cubicBezTo>
                  <a:cubicBezTo>
                    <a:pt x="55249" y="25091"/>
                    <a:pt x="55350" y="25091"/>
                    <a:pt x="55477" y="25074"/>
                  </a:cubicBezTo>
                  <a:cubicBezTo>
                    <a:pt x="55613" y="25066"/>
                    <a:pt x="55587" y="25066"/>
                    <a:pt x="55587" y="25049"/>
                  </a:cubicBezTo>
                  <a:cubicBezTo>
                    <a:pt x="55841" y="25032"/>
                    <a:pt x="56154" y="24998"/>
                    <a:pt x="56552" y="24956"/>
                  </a:cubicBezTo>
                  <a:lnTo>
                    <a:pt x="56526" y="24956"/>
                  </a:lnTo>
                  <a:lnTo>
                    <a:pt x="57372" y="24922"/>
                  </a:lnTo>
                  <a:lnTo>
                    <a:pt x="57271" y="24939"/>
                  </a:lnTo>
                  <a:lnTo>
                    <a:pt x="57770" y="24896"/>
                  </a:lnTo>
                  <a:lnTo>
                    <a:pt x="57770" y="24896"/>
                  </a:lnTo>
                  <a:cubicBezTo>
                    <a:pt x="57753" y="24922"/>
                    <a:pt x="57922" y="24905"/>
                    <a:pt x="57888" y="24922"/>
                  </a:cubicBezTo>
                  <a:cubicBezTo>
                    <a:pt x="57929" y="24926"/>
                    <a:pt x="57979" y="24928"/>
                    <a:pt x="58036" y="24928"/>
                  </a:cubicBezTo>
                  <a:cubicBezTo>
                    <a:pt x="58409" y="24928"/>
                    <a:pt x="59085" y="24843"/>
                    <a:pt x="59665" y="24829"/>
                  </a:cubicBezTo>
                  <a:lnTo>
                    <a:pt x="59665" y="24829"/>
                  </a:lnTo>
                  <a:lnTo>
                    <a:pt x="59563" y="24846"/>
                  </a:lnTo>
                  <a:cubicBezTo>
                    <a:pt x="59656" y="24837"/>
                    <a:pt x="59775" y="24829"/>
                    <a:pt x="59927" y="24820"/>
                  </a:cubicBezTo>
                  <a:cubicBezTo>
                    <a:pt x="60071" y="24803"/>
                    <a:pt x="60231" y="24795"/>
                    <a:pt x="60409" y="24786"/>
                  </a:cubicBezTo>
                  <a:lnTo>
                    <a:pt x="61416" y="24727"/>
                  </a:lnTo>
                  <a:close/>
                  <a:moveTo>
                    <a:pt x="0" y="0"/>
                  </a:moveTo>
                  <a:lnTo>
                    <a:pt x="0" y="0"/>
                  </a:lnTo>
                  <a:cubicBezTo>
                    <a:pt x="17" y="305"/>
                    <a:pt x="43" y="567"/>
                    <a:pt x="68" y="804"/>
                  </a:cubicBezTo>
                  <a:cubicBezTo>
                    <a:pt x="102" y="1041"/>
                    <a:pt x="144" y="1244"/>
                    <a:pt x="187" y="1455"/>
                  </a:cubicBezTo>
                  <a:lnTo>
                    <a:pt x="237" y="1752"/>
                  </a:lnTo>
                  <a:lnTo>
                    <a:pt x="313" y="2056"/>
                  </a:lnTo>
                  <a:cubicBezTo>
                    <a:pt x="330" y="2158"/>
                    <a:pt x="356" y="2259"/>
                    <a:pt x="373" y="2369"/>
                  </a:cubicBezTo>
                  <a:cubicBezTo>
                    <a:pt x="398" y="2479"/>
                    <a:pt x="415" y="2597"/>
                    <a:pt x="449" y="2716"/>
                  </a:cubicBezTo>
                  <a:cubicBezTo>
                    <a:pt x="433" y="2670"/>
                    <a:pt x="425" y="2653"/>
                    <a:pt x="422" y="2653"/>
                  </a:cubicBezTo>
                  <a:cubicBezTo>
                    <a:pt x="416" y="2653"/>
                    <a:pt x="432" y="2729"/>
                    <a:pt x="432" y="2758"/>
                  </a:cubicBezTo>
                  <a:lnTo>
                    <a:pt x="576" y="3223"/>
                  </a:lnTo>
                  <a:lnTo>
                    <a:pt x="635" y="3435"/>
                  </a:lnTo>
                  <a:cubicBezTo>
                    <a:pt x="660" y="3494"/>
                    <a:pt x="677" y="3553"/>
                    <a:pt x="703" y="3596"/>
                  </a:cubicBezTo>
                  <a:lnTo>
                    <a:pt x="855" y="4078"/>
                  </a:lnTo>
                  <a:cubicBezTo>
                    <a:pt x="821" y="4027"/>
                    <a:pt x="787" y="3976"/>
                    <a:pt x="779" y="3926"/>
                  </a:cubicBezTo>
                  <a:cubicBezTo>
                    <a:pt x="703" y="3756"/>
                    <a:pt x="643" y="3587"/>
                    <a:pt x="593" y="3410"/>
                  </a:cubicBezTo>
                  <a:lnTo>
                    <a:pt x="593" y="3410"/>
                  </a:lnTo>
                  <a:cubicBezTo>
                    <a:pt x="652" y="3630"/>
                    <a:pt x="728" y="3833"/>
                    <a:pt x="796" y="4036"/>
                  </a:cubicBezTo>
                  <a:cubicBezTo>
                    <a:pt x="829" y="4137"/>
                    <a:pt x="863" y="4239"/>
                    <a:pt x="897" y="4332"/>
                  </a:cubicBezTo>
                  <a:lnTo>
                    <a:pt x="1016" y="4619"/>
                  </a:lnTo>
                  <a:cubicBezTo>
                    <a:pt x="1092" y="4805"/>
                    <a:pt x="1159" y="5000"/>
                    <a:pt x="1244" y="5178"/>
                  </a:cubicBezTo>
                  <a:cubicBezTo>
                    <a:pt x="1329" y="5355"/>
                    <a:pt x="1422" y="5533"/>
                    <a:pt x="1498" y="5711"/>
                  </a:cubicBezTo>
                  <a:cubicBezTo>
                    <a:pt x="1582" y="5897"/>
                    <a:pt x="1675" y="6074"/>
                    <a:pt x="1768" y="6243"/>
                  </a:cubicBezTo>
                  <a:cubicBezTo>
                    <a:pt x="1862" y="6413"/>
                    <a:pt x="1946" y="6599"/>
                    <a:pt x="2056" y="6768"/>
                  </a:cubicBezTo>
                  <a:lnTo>
                    <a:pt x="2369" y="7309"/>
                  </a:lnTo>
                  <a:lnTo>
                    <a:pt x="2445" y="7453"/>
                  </a:lnTo>
                  <a:lnTo>
                    <a:pt x="2538" y="7588"/>
                  </a:lnTo>
                  <a:lnTo>
                    <a:pt x="2707" y="7868"/>
                  </a:lnTo>
                  <a:cubicBezTo>
                    <a:pt x="2712" y="7876"/>
                    <a:pt x="2714" y="7879"/>
                    <a:pt x="2714" y="7879"/>
                  </a:cubicBezTo>
                  <a:cubicBezTo>
                    <a:pt x="2712" y="7879"/>
                    <a:pt x="2631" y="7760"/>
                    <a:pt x="2629" y="7760"/>
                  </a:cubicBezTo>
                  <a:cubicBezTo>
                    <a:pt x="2629" y="7760"/>
                    <a:pt x="2634" y="7769"/>
                    <a:pt x="2648" y="7792"/>
                  </a:cubicBezTo>
                  <a:cubicBezTo>
                    <a:pt x="2758" y="7969"/>
                    <a:pt x="2877" y="8130"/>
                    <a:pt x="3004" y="8299"/>
                  </a:cubicBezTo>
                  <a:cubicBezTo>
                    <a:pt x="2986" y="8284"/>
                    <a:pt x="2970" y="8268"/>
                    <a:pt x="2955" y="8252"/>
                  </a:cubicBezTo>
                  <a:lnTo>
                    <a:pt x="2955" y="8252"/>
                  </a:lnTo>
                  <a:cubicBezTo>
                    <a:pt x="3050" y="8390"/>
                    <a:pt x="3139" y="8512"/>
                    <a:pt x="3223" y="8629"/>
                  </a:cubicBezTo>
                  <a:cubicBezTo>
                    <a:pt x="3325" y="8790"/>
                    <a:pt x="3418" y="8934"/>
                    <a:pt x="3511" y="9052"/>
                  </a:cubicBezTo>
                  <a:cubicBezTo>
                    <a:pt x="3697" y="9306"/>
                    <a:pt x="3858" y="9534"/>
                    <a:pt x="4053" y="9754"/>
                  </a:cubicBezTo>
                  <a:cubicBezTo>
                    <a:pt x="4002" y="9712"/>
                    <a:pt x="3951" y="9661"/>
                    <a:pt x="3917" y="9602"/>
                  </a:cubicBezTo>
                  <a:cubicBezTo>
                    <a:pt x="3883" y="9551"/>
                    <a:pt x="3849" y="9509"/>
                    <a:pt x="3807" y="9466"/>
                  </a:cubicBezTo>
                  <a:lnTo>
                    <a:pt x="3807" y="9466"/>
                  </a:lnTo>
                  <a:cubicBezTo>
                    <a:pt x="3943" y="9653"/>
                    <a:pt x="4078" y="9805"/>
                    <a:pt x="4196" y="9949"/>
                  </a:cubicBezTo>
                  <a:cubicBezTo>
                    <a:pt x="4323" y="10092"/>
                    <a:pt x="4433" y="10219"/>
                    <a:pt x="4552" y="10346"/>
                  </a:cubicBezTo>
                  <a:lnTo>
                    <a:pt x="4932" y="10735"/>
                  </a:lnTo>
                  <a:cubicBezTo>
                    <a:pt x="4991" y="10803"/>
                    <a:pt x="5059" y="10871"/>
                    <a:pt x="5135" y="10947"/>
                  </a:cubicBezTo>
                  <a:lnTo>
                    <a:pt x="5364" y="11175"/>
                  </a:lnTo>
                  <a:cubicBezTo>
                    <a:pt x="5317" y="11136"/>
                    <a:pt x="5295" y="11119"/>
                    <a:pt x="5290" y="11119"/>
                  </a:cubicBezTo>
                  <a:cubicBezTo>
                    <a:pt x="5272" y="11119"/>
                    <a:pt x="5523" y="11376"/>
                    <a:pt x="5651" y="11531"/>
                  </a:cubicBezTo>
                  <a:cubicBezTo>
                    <a:pt x="5787" y="11657"/>
                    <a:pt x="5973" y="11818"/>
                    <a:pt x="6176" y="12004"/>
                  </a:cubicBezTo>
                  <a:cubicBezTo>
                    <a:pt x="6379" y="12190"/>
                    <a:pt x="6616" y="12385"/>
                    <a:pt x="6861" y="12596"/>
                  </a:cubicBezTo>
                  <a:cubicBezTo>
                    <a:pt x="7352" y="13011"/>
                    <a:pt x="7902" y="13425"/>
                    <a:pt x="8358" y="13755"/>
                  </a:cubicBezTo>
                  <a:cubicBezTo>
                    <a:pt x="8341" y="13748"/>
                    <a:pt x="8329" y="13744"/>
                    <a:pt x="8324" y="13744"/>
                  </a:cubicBezTo>
                  <a:cubicBezTo>
                    <a:pt x="8242" y="13744"/>
                    <a:pt x="9403" y="14513"/>
                    <a:pt x="9458" y="14584"/>
                  </a:cubicBezTo>
                  <a:cubicBezTo>
                    <a:pt x="9670" y="14720"/>
                    <a:pt x="9999" y="14931"/>
                    <a:pt x="10042" y="14931"/>
                  </a:cubicBezTo>
                  <a:cubicBezTo>
                    <a:pt x="9906" y="14864"/>
                    <a:pt x="9788" y="14779"/>
                    <a:pt x="9678" y="14677"/>
                  </a:cubicBezTo>
                  <a:lnTo>
                    <a:pt x="9678" y="14677"/>
                  </a:lnTo>
                  <a:lnTo>
                    <a:pt x="9932" y="14847"/>
                  </a:lnTo>
                  <a:lnTo>
                    <a:pt x="10202" y="15007"/>
                  </a:lnTo>
                  <a:cubicBezTo>
                    <a:pt x="10304" y="15075"/>
                    <a:pt x="10414" y="15134"/>
                    <a:pt x="10532" y="15185"/>
                  </a:cubicBezTo>
                  <a:cubicBezTo>
                    <a:pt x="10659" y="15278"/>
                    <a:pt x="10786" y="15363"/>
                    <a:pt x="10913" y="15447"/>
                  </a:cubicBezTo>
                  <a:cubicBezTo>
                    <a:pt x="11048" y="15481"/>
                    <a:pt x="11184" y="15540"/>
                    <a:pt x="11302" y="15625"/>
                  </a:cubicBezTo>
                  <a:cubicBezTo>
                    <a:pt x="11487" y="15752"/>
                    <a:pt x="11520" y="15769"/>
                    <a:pt x="11535" y="15769"/>
                  </a:cubicBezTo>
                  <a:cubicBezTo>
                    <a:pt x="11541" y="15769"/>
                    <a:pt x="11544" y="15767"/>
                    <a:pt x="11552" y="15767"/>
                  </a:cubicBezTo>
                  <a:cubicBezTo>
                    <a:pt x="11577" y="15767"/>
                    <a:pt x="11644" y="15790"/>
                    <a:pt x="11962" y="15980"/>
                  </a:cubicBezTo>
                  <a:cubicBezTo>
                    <a:pt x="11784" y="15913"/>
                    <a:pt x="11641" y="15845"/>
                    <a:pt x="11573" y="15828"/>
                  </a:cubicBezTo>
                  <a:lnTo>
                    <a:pt x="11573" y="15828"/>
                  </a:lnTo>
                  <a:cubicBezTo>
                    <a:pt x="11911" y="16022"/>
                    <a:pt x="11869" y="15980"/>
                    <a:pt x="12114" y="16116"/>
                  </a:cubicBezTo>
                  <a:cubicBezTo>
                    <a:pt x="12123" y="16122"/>
                    <a:pt x="12125" y="16126"/>
                    <a:pt x="12121" y="16126"/>
                  </a:cubicBezTo>
                  <a:cubicBezTo>
                    <a:pt x="12094" y="16126"/>
                    <a:pt x="11817" y="15996"/>
                    <a:pt x="11590" y="15879"/>
                  </a:cubicBezTo>
                  <a:lnTo>
                    <a:pt x="11590" y="15879"/>
                  </a:lnTo>
                  <a:lnTo>
                    <a:pt x="12021" y="16141"/>
                  </a:lnTo>
                  <a:cubicBezTo>
                    <a:pt x="12241" y="16242"/>
                    <a:pt x="12537" y="16378"/>
                    <a:pt x="12876" y="16539"/>
                  </a:cubicBezTo>
                  <a:cubicBezTo>
                    <a:pt x="13206" y="16691"/>
                    <a:pt x="13578" y="16868"/>
                    <a:pt x="13925" y="17038"/>
                  </a:cubicBezTo>
                  <a:cubicBezTo>
                    <a:pt x="13844" y="17015"/>
                    <a:pt x="13712" y="16952"/>
                    <a:pt x="13690" y="16952"/>
                  </a:cubicBezTo>
                  <a:cubicBezTo>
                    <a:pt x="13679" y="16952"/>
                    <a:pt x="13693" y="16966"/>
                    <a:pt x="13747" y="17004"/>
                  </a:cubicBezTo>
                  <a:cubicBezTo>
                    <a:pt x="14041" y="17135"/>
                    <a:pt x="14446" y="17297"/>
                    <a:pt x="14831" y="17483"/>
                  </a:cubicBezTo>
                  <a:lnTo>
                    <a:pt x="14831" y="17483"/>
                  </a:lnTo>
                  <a:cubicBezTo>
                    <a:pt x="14825" y="17482"/>
                    <a:pt x="14821" y="17482"/>
                    <a:pt x="14801" y="17475"/>
                  </a:cubicBezTo>
                  <a:lnTo>
                    <a:pt x="14801" y="17475"/>
                  </a:lnTo>
                  <a:cubicBezTo>
                    <a:pt x="15504" y="17765"/>
                    <a:pt x="15324" y="17725"/>
                    <a:pt x="15963" y="18002"/>
                  </a:cubicBezTo>
                  <a:lnTo>
                    <a:pt x="15929" y="18002"/>
                  </a:lnTo>
                  <a:cubicBezTo>
                    <a:pt x="16065" y="18053"/>
                    <a:pt x="16200" y="18104"/>
                    <a:pt x="16336" y="18154"/>
                  </a:cubicBezTo>
                  <a:cubicBezTo>
                    <a:pt x="17181" y="18459"/>
                    <a:pt x="17258" y="18560"/>
                    <a:pt x="17748" y="18780"/>
                  </a:cubicBezTo>
                  <a:lnTo>
                    <a:pt x="17638" y="18738"/>
                  </a:lnTo>
                  <a:lnTo>
                    <a:pt x="17638" y="18738"/>
                  </a:lnTo>
                  <a:cubicBezTo>
                    <a:pt x="17791" y="18814"/>
                    <a:pt x="18120" y="18941"/>
                    <a:pt x="18459" y="19068"/>
                  </a:cubicBezTo>
                  <a:cubicBezTo>
                    <a:pt x="18776" y="19190"/>
                    <a:pt x="19093" y="19296"/>
                    <a:pt x="19245" y="19357"/>
                  </a:cubicBezTo>
                  <a:lnTo>
                    <a:pt x="19245" y="19357"/>
                  </a:lnTo>
                  <a:cubicBezTo>
                    <a:pt x="18915" y="19223"/>
                    <a:pt x="19140" y="19303"/>
                    <a:pt x="18890" y="19178"/>
                  </a:cubicBezTo>
                  <a:cubicBezTo>
                    <a:pt x="18577" y="19068"/>
                    <a:pt x="18653" y="19136"/>
                    <a:pt x="18137" y="18924"/>
                  </a:cubicBezTo>
                  <a:cubicBezTo>
                    <a:pt x="18214" y="18924"/>
                    <a:pt x="18882" y="19169"/>
                    <a:pt x="19026" y="19195"/>
                  </a:cubicBezTo>
                  <a:cubicBezTo>
                    <a:pt x="19212" y="19246"/>
                    <a:pt x="19381" y="19339"/>
                    <a:pt x="19533" y="19449"/>
                  </a:cubicBezTo>
                  <a:cubicBezTo>
                    <a:pt x="19905" y="19575"/>
                    <a:pt x="20193" y="19685"/>
                    <a:pt x="20498" y="19804"/>
                  </a:cubicBezTo>
                  <a:cubicBezTo>
                    <a:pt x="20811" y="19914"/>
                    <a:pt x="21140" y="20024"/>
                    <a:pt x="21597" y="20176"/>
                  </a:cubicBezTo>
                  <a:cubicBezTo>
                    <a:pt x="21766" y="20218"/>
                    <a:pt x="21919" y="20252"/>
                    <a:pt x="22122" y="20303"/>
                  </a:cubicBezTo>
                  <a:cubicBezTo>
                    <a:pt x="22325" y="20354"/>
                    <a:pt x="22579" y="20438"/>
                    <a:pt x="22959" y="20582"/>
                  </a:cubicBezTo>
                  <a:lnTo>
                    <a:pt x="22933" y="20582"/>
                  </a:lnTo>
                  <a:cubicBezTo>
                    <a:pt x="23020" y="20596"/>
                    <a:pt x="23300" y="20705"/>
                    <a:pt x="23441" y="20734"/>
                  </a:cubicBezTo>
                  <a:cubicBezTo>
                    <a:pt x="23378" y="20708"/>
                    <a:pt x="23365" y="20699"/>
                    <a:pt x="23376" y="20699"/>
                  </a:cubicBezTo>
                  <a:cubicBezTo>
                    <a:pt x="23399" y="20699"/>
                    <a:pt x="23520" y="20734"/>
                    <a:pt x="23547" y="20734"/>
                  </a:cubicBezTo>
                  <a:cubicBezTo>
                    <a:pt x="23563" y="20734"/>
                    <a:pt x="23546" y="20722"/>
                    <a:pt x="23458" y="20684"/>
                  </a:cubicBezTo>
                  <a:lnTo>
                    <a:pt x="23458" y="20684"/>
                  </a:lnTo>
                  <a:cubicBezTo>
                    <a:pt x="23907" y="20819"/>
                    <a:pt x="23974" y="20887"/>
                    <a:pt x="24008" y="20929"/>
                  </a:cubicBezTo>
                  <a:cubicBezTo>
                    <a:pt x="24228" y="20980"/>
                    <a:pt x="24448" y="21039"/>
                    <a:pt x="24660" y="21124"/>
                  </a:cubicBezTo>
                  <a:cubicBezTo>
                    <a:pt x="24930" y="21208"/>
                    <a:pt x="25243" y="21310"/>
                    <a:pt x="25590" y="21394"/>
                  </a:cubicBezTo>
                  <a:cubicBezTo>
                    <a:pt x="25489" y="21381"/>
                    <a:pt x="24987" y="21244"/>
                    <a:pt x="24939" y="21244"/>
                  </a:cubicBezTo>
                  <a:cubicBezTo>
                    <a:pt x="24926" y="21244"/>
                    <a:pt x="24944" y="21253"/>
                    <a:pt x="25006" y="21276"/>
                  </a:cubicBezTo>
                  <a:lnTo>
                    <a:pt x="25912" y="21487"/>
                  </a:lnTo>
                  <a:lnTo>
                    <a:pt x="25912" y="21487"/>
                  </a:lnTo>
                  <a:lnTo>
                    <a:pt x="25514" y="21369"/>
                  </a:lnTo>
                  <a:lnTo>
                    <a:pt x="25514" y="21369"/>
                  </a:lnTo>
                  <a:cubicBezTo>
                    <a:pt x="25937" y="21479"/>
                    <a:pt x="26360" y="21597"/>
                    <a:pt x="26766" y="21749"/>
                  </a:cubicBezTo>
                  <a:cubicBezTo>
                    <a:pt x="26780" y="21756"/>
                    <a:pt x="26783" y="21759"/>
                    <a:pt x="26776" y="21759"/>
                  </a:cubicBezTo>
                  <a:cubicBezTo>
                    <a:pt x="26747" y="21759"/>
                    <a:pt x="26545" y="21706"/>
                    <a:pt x="26394" y="21665"/>
                  </a:cubicBezTo>
                  <a:lnTo>
                    <a:pt x="26394" y="21665"/>
                  </a:lnTo>
                  <a:cubicBezTo>
                    <a:pt x="26597" y="21733"/>
                    <a:pt x="26927" y="21809"/>
                    <a:pt x="27206" y="21876"/>
                  </a:cubicBezTo>
                  <a:cubicBezTo>
                    <a:pt x="27417" y="21910"/>
                    <a:pt x="28128" y="22088"/>
                    <a:pt x="28424" y="22139"/>
                  </a:cubicBezTo>
                  <a:lnTo>
                    <a:pt x="28534" y="22164"/>
                  </a:lnTo>
                  <a:lnTo>
                    <a:pt x="28483" y="22164"/>
                  </a:lnTo>
                  <a:lnTo>
                    <a:pt x="28636" y="22198"/>
                  </a:lnTo>
                  <a:lnTo>
                    <a:pt x="28991" y="22291"/>
                  </a:lnTo>
                  <a:lnTo>
                    <a:pt x="28915" y="22282"/>
                  </a:lnTo>
                  <a:lnTo>
                    <a:pt x="28915" y="22282"/>
                  </a:lnTo>
                  <a:lnTo>
                    <a:pt x="29058" y="22308"/>
                  </a:lnTo>
                  <a:lnTo>
                    <a:pt x="29431" y="22418"/>
                  </a:lnTo>
                  <a:lnTo>
                    <a:pt x="29625" y="22452"/>
                  </a:lnTo>
                  <a:lnTo>
                    <a:pt x="29532" y="22426"/>
                  </a:lnTo>
                  <a:cubicBezTo>
                    <a:pt x="29536" y="22425"/>
                    <a:pt x="29544" y="22424"/>
                    <a:pt x="29554" y="22424"/>
                  </a:cubicBezTo>
                  <a:cubicBezTo>
                    <a:pt x="29660" y="22424"/>
                    <a:pt x="30080" y="22498"/>
                    <a:pt x="30556" y="22621"/>
                  </a:cubicBezTo>
                  <a:lnTo>
                    <a:pt x="29845" y="22435"/>
                  </a:lnTo>
                  <a:lnTo>
                    <a:pt x="29981" y="22460"/>
                  </a:lnTo>
                  <a:cubicBezTo>
                    <a:pt x="30277" y="22528"/>
                    <a:pt x="30564" y="22604"/>
                    <a:pt x="30843" y="22672"/>
                  </a:cubicBezTo>
                  <a:lnTo>
                    <a:pt x="31656" y="22858"/>
                  </a:lnTo>
                  <a:cubicBezTo>
                    <a:pt x="31469" y="22824"/>
                    <a:pt x="31266" y="22782"/>
                    <a:pt x="31030" y="22731"/>
                  </a:cubicBezTo>
                  <a:lnTo>
                    <a:pt x="31030" y="22731"/>
                  </a:lnTo>
                  <a:cubicBezTo>
                    <a:pt x="31588" y="22883"/>
                    <a:pt x="32459" y="23018"/>
                    <a:pt x="32721" y="23120"/>
                  </a:cubicBezTo>
                  <a:cubicBezTo>
                    <a:pt x="31850" y="22968"/>
                    <a:pt x="31444" y="22866"/>
                    <a:pt x="30539" y="22680"/>
                  </a:cubicBezTo>
                  <a:cubicBezTo>
                    <a:pt x="30436" y="22646"/>
                    <a:pt x="30409" y="22632"/>
                    <a:pt x="30428" y="22632"/>
                  </a:cubicBezTo>
                  <a:cubicBezTo>
                    <a:pt x="30452" y="22632"/>
                    <a:pt x="30546" y="22652"/>
                    <a:pt x="30657" y="22680"/>
                  </a:cubicBezTo>
                  <a:cubicBezTo>
                    <a:pt x="30869" y="22722"/>
                    <a:pt x="31139" y="22773"/>
                    <a:pt x="31156" y="22773"/>
                  </a:cubicBezTo>
                  <a:cubicBezTo>
                    <a:pt x="30987" y="22731"/>
                    <a:pt x="30810" y="22688"/>
                    <a:pt x="30640" y="22646"/>
                  </a:cubicBezTo>
                  <a:lnTo>
                    <a:pt x="30640" y="22646"/>
                  </a:lnTo>
                  <a:cubicBezTo>
                    <a:pt x="30646" y="22649"/>
                    <a:pt x="30644" y="22651"/>
                    <a:pt x="30637" y="22651"/>
                  </a:cubicBezTo>
                  <a:cubicBezTo>
                    <a:pt x="30570" y="22651"/>
                    <a:pt x="29959" y="22504"/>
                    <a:pt x="29875" y="22504"/>
                  </a:cubicBezTo>
                  <a:cubicBezTo>
                    <a:pt x="29856" y="22504"/>
                    <a:pt x="29863" y="22511"/>
                    <a:pt x="29904" y="22528"/>
                  </a:cubicBezTo>
                  <a:lnTo>
                    <a:pt x="30742" y="22739"/>
                  </a:lnTo>
                  <a:lnTo>
                    <a:pt x="31562" y="22925"/>
                  </a:lnTo>
                  <a:lnTo>
                    <a:pt x="32358" y="23103"/>
                  </a:lnTo>
                  <a:lnTo>
                    <a:pt x="32747" y="23188"/>
                  </a:lnTo>
                  <a:lnTo>
                    <a:pt x="33119" y="23255"/>
                  </a:lnTo>
                  <a:cubicBezTo>
                    <a:pt x="32789" y="23281"/>
                    <a:pt x="32459" y="23281"/>
                    <a:pt x="32129" y="23289"/>
                  </a:cubicBezTo>
                  <a:lnTo>
                    <a:pt x="32062" y="23289"/>
                  </a:lnTo>
                  <a:cubicBezTo>
                    <a:pt x="32416" y="23367"/>
                    <a:pt x="32575" y="23390"/>
                    <a:pt x="32646" y="23390"/>
                  </a:cubicBezTo>
                  <a:cubicBezTo>
                    <a:pt x="32749" y="23390"/>
                    <a:pt x="32669" y="23342"/>
                    <a:pt x="32728" y="23342"/>
                  </a:cubicBezTo>
                  <a:cubicBezTo>
                    <a:pt x="32739" y="23342"/>
                    <a:pt x="32756" y="23344"/>
                    <a:pt x="32781" y="23348"/>
                  </a:cubicBezTo>
                  <a:cubicBezTo>
                    <a:pt x="32992" y="23382"/>
                    <a:pt x="33178" y="23399"/>
                    <a:pt x="33364" y="23450"/>
                  </a:cubicBezTo>
                  <a:lnTo>
                    <a:pt x="33254" y="23441"/>
                  </a:lnTo>
                  <a:lnTo>
                    <a:pt x="33254" y="23441"/>
                  </a:lnTo>
                  <a:cubicBezTo>
                    <a:pt x="33559" y="23496"/>
                    <a:pt x="33608" y="23496"/>
                    <a:pt x="33648" y="23496"/>
                  </a:cubicBezTo>
                  <a:cubicBezTo>
                    <a:pt x="33688" y="23496"/>
                    <a:pt x="33720" y="23496"/>
                    <a:pt x="33990" y="23551"/>
                  </a:cubicBezTo>
                  <a:cubicBezTo>
                    <a:pt x="34070" y="23562"/>
                    <a:pt x="34107" y="23567"/>
                    <a:pt x="34116" y="23567"/>
                  </a:cubicBezTo>
                  <a:cubicBezTo>
                    <a:pt x="34152" y="23567"/>
                    <a:pt x="33783" y="23504"/>
                    <a:pt x="33824" y="23504"/>
                  </a:cubicBezTo>
                  <a:cubicBezTo>
                    <a:pt x="33831" y="23504"/>
                    <a:pt x="33849" y="23505"/>
                    <a:pt x="33880" y="23509"/>
                  </a:cubicBezTo>
                  <a:cubicBezTo>
                    <a:pt x="34050" y="23543"/>
                    <a:pt x="34219" y="23568"/>
                    <a:pt x="34388" y="23577"/>
                  </a:cubicBezTo>
                  <a:cubicBezTo>
                    <a:pt x="34642" y="23611"/>
                    <a:pt x="34887" y="23653"/>
                    <a:pt x="35132" y="23704"/>
                  </a:cubicBezTo>
                  <a:cubicBezTo>
                    <a:pt x="35110" y="23708"/>
                    <a:pt x="35141" y="23725"/>
                    <a:pt x="35091" y="23725"/>
                  </a:cubicBezTo>
                  <a:cubicBezTo>
                    <a:pt x="35048" y="23725"/>
                    <a:pt x="34947" y="23713"/>
                    <a:pt x="34701" y="23670"/>
                  </a:cubicBezTo>
                  <a:lnTo>
                    <a:pt x="34701" y="23670"/>
                  </a:lnTo>
                  <a:cubicBezTo>
                    <a:pt x="34870" y="23712"/>
                    <a:pt x="35039" y="23746"/>
                    <a:pt x="35208" y="23788"/>
                  </a:cubicBezTo>
                  <a:cubicBezTo>
                    <a:pt x="34608" y="23695"/>
                    <a:pt x="34972" y="23754"/>
                    <a:pt x="34354" y="23644"/>
                  </a:cubicBezTo>
                  <a:cubicBezTo>
                    <a:pt x="34265" y="23637"/>
                    <a:pt x="34209" y="23634"/>
                    <a:pt x="34166" y="23634"/>
                  </a:cubicBezTo>
                  <a:cubicBezTo>
                    <a:pt x="34115" y="23634"/>
                    <a:pt x="34083" y="23638"/>
                    <a:pt x="34035" y="23638"/>
                  </a:cubicBezTo>
                  <a:cubicBezTo>
                    <a:pt x="33995" y="23638"/>
                    <a:pt x="33945" y="23635"/>
                    <a:pt x="33863" y="23627"/>
                  </a:cubicBezTo>
                  <a:lnTo>
                    <a:pt x="33863" y="23627"/>
                  </a:lnTo>
                  <a:cubicBezTo>
                    <a:pt x="34092" y="23670"/>
                    <a:pt x="34058" y="23636"/>
                    <a:pt x="34405" y="23704"/>
                  </a:cubicBezTo>
                  <a:cubicBezTo>
                    <a:pt x="34543" y="23732"/>
                    <a:pt x="34581" y="23741"/>
                    <a:pt x="34568" y="23741"/>
                  </a:cubicBezTo>
                  <a:cubicBezTo>
                    <a:pt x="34542" y="23741"/>
                    <a:pt x="34315" y="23704"/>
                    <a:pt x="34286" y="23704"/>
                  </a:cubicBezTo>
                  <a:cubicBezTo>
                    <a:pt x="34853" y="23780"/>
                    <a:pt x="34904" y="23856"/>
                    <a:pt x="35411" y="23907"/>
                  </a:cubicBezTo>
                  <a:cubicBezTo>
                    <a:pt x="35318" y="23847"/>
                    <a:pt x="35411" y="23873"/>
                    <a:pt x="35065" y="23788"/>
                  </a:cubicBezTo>
                  <a:lnTo>
                    <a:pt x="35065" y="23788"/>
                  </a:lnTo>
                  <a:cubicBezTo>
                    <a:pt x="35420" y="23831"/>
                    <a:pt x="35868" y="23932"/>
                    <a:pt x="35826" y="23957"/>
                  </a:cubicBezTo>
                  <a:lnTo>
                    <a:pt x="35902" y="23940"/>
                  </a:lnTo>
                  <a:cubicBezTo>
                    <a:pt x="35987" y="23966"/>
                    <a:pt x="36266" y="24017"/>
                    <a:pt x="36283" y="24025"/>
                  </a:cubicBezTo>
                  <a:lnTo>
                    <a:pt x="36410" y="24025"/>
                  </a:lnTo>
                  <a:cubicBezTo>
                    <a:pt x="36105" y="23949"/>
                    <a:pt x="35801" y="23890"/>
                    <a:pt x="35488" y="23847"/>
                  </a:cubicBezTo>
                  <a:lnTo>
                    <a:pt x="35488" y="23847"/>
                  </a:lnTo>
                  <a:cubicBezTo>
                    <a:pt x="35495" y="23848"/>
                    <a:pt x="35502" y="23848"/>
                    <a:pt x="35507" y="23848"/>
                  </a:cubicBezTo>
                  <a:cubicBezTo>
                    <a:pt x="35597" y="23848"/>
                    <a:pt x="35463" y="23808"/>
                    <a:pt x="35531" y="23808"/>
                  </a:cubicBezTo>
                  <a:cubicBezTo>
                    <a:pt x="35565" y="23808"/>
                    <a:pt x="35649" y="23818"/>
                    <a:pt x="35834" y="23847"/>
                  </a:cubicBezTo>
                  <a:cubicBezTo>
                    <a:pt x="36088" y="23890"/>
                    <a:pt x="35860" y="23864"/>
                    <a:pt x="35877" y="23881"/>
                  </a:cubicBezTo>
                  <a:cubicBezTo>
                    <a:pt x="37188" y="24084"/>
                    <a:pt x="37188" y="24143"/>
                    <a:pt x="38220" y="24279"/>
                  </a:cubicBezTo>
                  <a:cubicBezTo>
                    <a:pt x="37966" y="24253"/>
                    <a:pt x="37332" y="24143"/>
                    <a:pt x="36833" y="24093"/>
                  </a:cubicBezTo>
                  <a:lnTo>
                    <a:pt x="36833" y="24093"/>
                  </a:lnTo>
                  <a:cubicBezTo>
                    <a:pt x="37129" y="24160"/>
                    <a:pt x="37484" y="24177"/>
                    <a:pt x="37772" y="24228"/>
                  </a:cubicBezTo>
                  <a:cubicBezTo>
                    <a:pt x="37671" y="24218"/>
                    <a:pt x="37603" y="24212"/>
                    <a:pt x="37575" y="24212"/>
                  </a:cubicBezTo>
                  <a:cubicBezTo>
                    <a:pt x="37533" y="24212"/>
                    <a:pt x="37588" y="24226"/>
                    <a:pt x="37772" y="24262"/>
                  </a:cubicBezTo>
                  <a:lnTo>
                    <a:pt x="37899" y="24262"/>
                  </a:lnTo>
                  <a:cubicBezTo>
                    <a:pt x="38073" y="24287"/>
                    <a:pt x="38395" y="24336"/>
                    <a:pt x="38430" y="24346"/>
                  </a:cubicBezTo>
                  <a:lnTo>
                    <a:pt x="38430" y="24346"/>
                  </a:lnTo>
                  <a:cubicBezTo>
                    <a:pt x="38346" y="24321"/>
                    <a:pt x="38270" y="24304"/>
                    <a:pt x="38195" y="24296"/>
                  </a:cubicBezTo>
                  <a:lnTo>
                    <a:pt x="38195" y="24296"/>
                  </a:lnTo>
                  <a:cubicBezTo>
                    <a:pt x="38423" y="24313"/>
                    <a:pt x="38753" y="24355"/>
                    <a:pt x="39125" y="24397"/>
                  </a:cubicBezTo>
                  <a:cubicBezTo>
                    <a:pt x="39506" y="24440"/>
                    <a:pt x="39920" y="24499"/>
                    <a:pt x="40326" y="24558"/>
                  </a:cubicBezTo>
                  <a:cubicBezTo>
                    <a:pt x="40322" y="24560"/>
                    <a:pt x="40311" y="24561"/>
                    <a:pt x="40294" y="24561"/>
                  </a:cubicBezTo>
                  <a:cubicBezTo>
                    <a:pt x="40157" y="24561"/>
                    <a:pt x="39654" y="24497"/>
                    <a:pt x="39588" y="24497"/>
                  </a:cubicBezTo>
                  <a:cubicBezTo>
                    <a:pt x="39563" y="24497"/>
                    <a:pt x="39602" y="24507"/>
                    <a:pt x="39751" y="24533"/>
                  </a:cubicBezTo>
                  <a:cubicBezTo>
                    <a:pt x="40090" y="24566"/>
                    <a:pt x="40360" y="24558"/>
                    <a:pt x="40935" y="24660"/>
                  </a:cubicBezTo>
                  <a:cubicBezTo>
                    <a:pt x="40919" y="24659"/>
                    <a:pt x="40906" y="24659"/>
                    <a:pt x="40896" y="24659"/>
                  </a:cubicBezTo>
                  <a:cubicBezTo>
                    <a:pt x="40755" y="24659"/>
                    <a:pt x="41197" y="24711"/>
                    <a:pt x="41189" y="24719"/>
                  </a:cubicBezTo>
                  <a:lnTo>
                    <a:pt x="41993" y="24761"/>
                  </a:lnTo>
                  <a:cubicBezTo>
                    <a:pt x="42382" y="24803"/>
                    <a:pt x="42830" y="24854"/>
                    <a:pt x="43186" y="24879"/>
                  </a:cubicBezTo>
                  <a:cubicBezTo>
                    <a:pt x="43067" y="24871"/>
                    <a:pt x="42915" y="24854"/>
                    <a:pt x="42720" y="24837"/>
                  </a:cubicBezTo>
                  <a:cubicBezTo>
                    <a:pt x="42856" y="24837"/>
                    <a:pt x="42991" y="24846"/>
                    <a:pt x="43118" y="24854"/>
                  </a:cubicBezTo>
                  <a:cubicBezTo>
                    <a:pt x="43253" y="24871"/>
                    <a:pt x="43380" y="24879"/>
                    <a:pt x="43516" y="24896"/>
                  </a:cubicBezTo>
                  <a:cubicBezTo>
                    <a:pt x="43786" y="24930"/>
                    <a:pt x="44074" y="24964"/>
                    <a:pt x="44421" y="24981"/>
                  </a:cubicBezTo>
                  <a:lnTo>
                    <a:pt x="44108" y="24973"/>
                  </a:lnTo>
                  <a:lnTo>
                    <a:pt x="44108" y="24973"/>
                  </a:lnTo>
                  <a:cubicBezTo>
                    <a:pt x="44632" y="25023"/>
                    <a:pt x="45038" y="25049"/>
                    <a:pt x="45461" y="25057"/>
                  </a:cubicBezTo>
                  <a:lnTo>
                    <a:pt x="45453" y="25082"/>
                  </a:lnTo>
                  <a:cubicBezTo>
                    <a:pt x="45465" y="25074"/>
                    <a:pt x="45532" y="25071"/>
                    <a:pt x="45627" y="25071"/>
                  </a:cubicBezTo>
                  <a:cubicBezTo>
                    <a:pt x="45912" y="25071"/>
                    <a:pt x="46459" y="25099"/>
                    <a:pt x="46612" y="25099"/>
                  </a:cubicBezTo>
                  <a:cubicBezTo>
                    <a:pt x="45326" y="25040"/>
                    <a:pt x="45512" y="25006"/>
                    <a:pt x="44268" y="24930"/>
                  </a:cubicBezTo>
                  <a:cubicBezTo>
                    <a:pt x="44682" y="24930"/>
                    <a:pt x="44995" y="24957"/>
                    <a:pt x="45416" y="24957"/>
                  </a:cubicBezTo>
                  <a:cubicBezTo>
                    <a:pt x="45469" y="24957"/>
                    <a:pt x="45523" y="24957"/>
                    <a:pt x="45580" y="24956"/>
                  </a:cubicBezTo>
                  <a:cubicBezTo>
                    <a:pt x="45681" y="24956"/>
                    <a:pt x="45774" y="24964"/>
                    <a:pt x="45867" y="24989"/>
                  </a:cubicBezTo>
                  <a:cubicBezTo>
                    <a:pt x="45991" y="24977"/>
                    <a:pt x="46115" y="24969"/>
                    <a:pt x="46242" y="24969"/>
                  </a:cubicBezTo>
                  <a:cubicBezTo>
                    <a:pt x="46289" y="24969"/>
                    <a:pt x="46336" y="24970"/>
                    <a:pt x="46383" y="24973"/>
                  </a:cubicBezTo>
                  <a:lnTo>
                    <a:pt x="46468" y="24989"/>
                  </a:lnTo>
                  <a:cubicBezTo>
                    <a:pt x="46739" y="25015"/>
                    <a:pt x="47009" y="25023"/>
                    <a:pt x="47280" y="25023"/>
                  </a:cubicBezTo>
                  <a:cubicBezTo>
                    <a:pt x="47398" y="25016"/>
                    <a:pt x="47516" y="25011"/>
                    <a:pt x="47633" y="25011"/>
                  </a:cubicBezTo>
                  <a:cubicBezTo>
                    <a:pt x="47776" y="25011"/>
                    <a:pt x="47919" y="25018"/>
                    <a:pt x="48058" y="25032"/>
                  </a:cubicBezTo>
                  <a:cubicBezTo>
                    <a:pt x="48143" y="25057"/>
                    <a:pt x="47965" y="25057"/>
                    <a:pt x="47703" y="25057"/>
                  </a:cubicBezTo>
                  <a:lnTo>
                    <a:pt x="47272" y="25057"/>
                  </a:lnTo>
                  <a:lnTo>
                    <a:pt x="46849" y="25040"/>
                  </a:lnTo>
                  <a:lnTo>
                    <a:pt x="46849" y="25040"/>
                  </a:lnTo>
                  <a:cubicBezTo>
                    <a:pt x="46955" y="25056"/>
                    <a:pt x="46943" y="25061"/>
                    <a:pt x="46877" y="25061"/>
                  </a:cubicBezTo>
                  <a:cubicBezTo>
                    <a:pt x="46782" y="25061"/>
                    <a:pt x="46573" y="25051"/>
                    <a:pt x="46460" y="25051"/>
                  </a:cubicBezTo>
                  <a:cubicBezTo>
                    <a:pt x="46368" y="25051"/>
                    <a:pt x="46339" y="25058"/>
                    <a:pt x="46485" y="25082"/>
                  </a:cubicBezTo>
                  <a:lnTo>
                    <a:pt x="46730" y="25074"/>
                  </a:lnTo>
                  <a:cubicBezTo>
                    <a:pt x="46937" y="25088"/>
                    <a:pt x="46958" y="25102"/>
                    <a:pt x="46872" y="25102"/>
                  </a:cubicBezTo>
                  <a:cubicBezTo>
                    <a:pt x="46852" y="25102"/>
                    <a:pt x="46827" y="25101"/>
                    <a:pt x="46798" y="25099"/>
                  </a:cubicBezTo>
                  <a:lnTo>
                    <a:pt x="46798" y="25099"/>
                  </a:lnTo>
                  <a:cubicBezTo>
                    <a:pt x="46872" y="25109"/>
                    <a:pt x="46947" y="25113"/>
                    <a:pt x="47021" y="25113"/>
                  </a:cubicBezTo>
                  <a:cubicBezTo>
                    <a:pt x="47073" y="25113"/>
                    <a:pt x="47126" y="25111"/>
                    <a:pt x="47179" y="25108"/>
                  </a:cubicBezTo>
                  <a:lnTo>
                    <a:pt x="47179" y="25108"/>
                  </a:lnTo>
                  <a:cubicBezTo>
                    <a:pt x="48473" y="25167"/>
                    <a:pt x="47035" y="25150"/>
                    <a:pt x="48304" y="25218"/>
                  </a:cubicBezTo>
                  <a:cubicBezTo>
                    <a:pt x="48273" y="25220"/>
                    <a:pt x="48231" y="25220"/>
                    <a:pt x="48185" y="25220"/>
                  </a:cubicBezTo>
                  <a:cubicBezTo>
                    <a:pt x="48104" y="25220"/>
                    <a:pt x="48010" y="25218"/>
                    <a:pt x="47946" y="25218"/>
                  </a:cubicBezTo>
                  <a:cubicBezTo>
                    <a:pt x="47888" y="25218"/>
                    <a:pt x="47856" y="25220"/>
                    <a:pt x="47881" y="25226"/>
                  </a:cubicBezTo>
                  <a:cubicBezTo>
                    <a:pt x="47661" y="25218"/>
                    <a:pt x="47432" y="25209"/>
                    <a:pt x="47204" y="25192"/>
                  </a:cubicBezTo>
                  <a:lnTo>
                    <a:pt x="47187" y="25218"/>
                  </a:lnTo>
                  <a:cubicBezTo>
                    <a:pt x="47483" y="25235"/>
                    <a:pt x="47777" y="25243"/>
                    <a:pt x="48071" y="25243"/>
                  </a:cubicBezTo>
                  <a:cubicBezTo>
                    <a:pt x="48365" y="25243"/>
                    <a:pt x="48659" y="25235"/>
                    <a:pt x="48955" y="25218"/>
                  </a:cubicBezTo>
                  <a:cubicBezTo>
                    <a:pt x="48177" y="25209"/>
                    <a:pt x="48870" y="25184"/>
                    <a:pt x="48464" y="25150"/>
                  </a:cubicBezTo>
                  <a:cubicBezTo>
                    <a:pt x="48591" y="25150"/>
                    <a:pt x="48718" y="25150"/>
                    <a:pt x="48845" y="25167"/>
                  </a:cubicBezTo>
                  <a:cubicBezTo>
                    <a:pt x="48858" y="25165"/>
                    <a:pt x="48889" y="25165"/>
                    <a:pt x="48927" y="25165"/>
                  </a:cubicBezTo>
                  <a:cubicBezTo>
                    <a:pt x="48995" y="25165"/>
                    <a:pt x="49089" y="25167"/>
                    <a:pt x="49158" y="25167"/>
                  </a:cubicBezTo>
                  <a:cubicBezTo>
                    <a:pt x="49216" y="25167"/>
                    <a:pt x="49255" y="25165"/>
                    <a:pt x="49246" y="25160"/>
                  </a:cubicBezTo>
                  <a:lnTo>
                    <a:pt x="49246" y="25160"/>
                  </a:lnTo>
                  <a:cubicBezTo>
                    <a:pt x="49439" y="25235"/>
                    <a:pt x="51102" y="25277"/>
                    <a:pt x="50723" y="25336"/>
                  </a:cubicBezTo>
                  <a:cubicBezTo>
                    <a:pt x="50884" y="25348"/>
                    <a:pt x="51156" y="25351"/>
                    <a:pt x="51487" y="25351"/>
                  </a:cubicBezTo>
                  <a:cubicBezTo>
                    <a:pt x="52148" y="25351"/>
                    <a:pt x="53041" y="25336"/>
                    <a:pt x="53735" y="25336"/>
                  </a:cubicBezTo>
                  <a:cubicBezTo>
                    <a:pt x="53641" y="25345"/>
                    <a:pt x="53548" y="25353"/>
                    <a:pt x="53455" y="25353"/>
                  </a:cubicBezTo>
                  <a:cubicBezTo>
                    <a:pt x="53656" y="25363"/>
                    <a:pt x="53815" y="25366"/>
                    <a:pt x="53946" y="25366"/>
                  </a:cubicBezTo>
                  <a:cubicBezTo>
                    <a:pt x="54526" y="25366"/>
                    <a:pt x="54536" y="25289"/>
                    <a:pt x="55054" y="25269"/>
                  </a:cubicBezTo>
                  <a:lnTo>
                    <a:pt x="55054" y="25269"/>
                  </a:lnTo>
                  <a:cubicBezTo>
                    <a:pt x="54487" y="25302"/>
                    <a:pt x="55545" y="25286"/>
                    <a:pt x="55773" y="25302"/>
                  </a:cubicBezTo>
                  <a:cubicBezTo>
                    <a:pt x="56272" y="25260"/>
                    <a:pt x="56678" y="25209"/>
                    <a:pt x="57389" y="25192"/>
                  </a:cubicBezTo>
                  <a:cubicBezTo>
                    <a:pt x="57523" y="25228"/>
                    <a:pt x="57666" y="25246"/>
                    <a:pt x="57811" y="25246"/>
                  </a:cubicBezTo>
                  <a:cubicBezTo>
                    <a:pt x="57876" y="25246"/>
                    <a:pt x="57941" y="25243"/>
                    <a:pt x="58007" y="25235"/>
                  </a:cubicBezTo>
                  <a:lnTo>
                    <a:pt x="58311" y="25201"/>
                  </a:lnTo>
                  <a:cubicBezTo>
                    <a:pt x="58759" y="25176"/>
                    <a:pt x="59352" y="25125"/>
                    <a:pt x="59639" y="25125"/>
                  </a:cubicBezTo>
                  <a:lnTo>
                    <a:pt x="59580" y="25125"/>
                  </a:lnTo>
                  <a:cubicBezTo>
                    <a:pt x="60006" y="25111"/>
                    <a:pt x="60086" y="25079"/>
                    <a:pt x="59867" y="25079"/>
                  </a:cubicBezTo>
                  <a:cubicBezTo>
                    <a:pt x="59824" y="25079"/>
                    <a:pt x="59771" y="25080"/>
                    <a:pt x="59707" y="25082"/>
                  </a:cubicBezTo>
                  <a:cubicBezTo>
                    <a:pt x="59868" y="25074"/>
                    <a:pt x="60028" y="25057"/>
                    <a:pt x="60189" y="25040"/>
                  </a:cubicBezTo>
                  <a:lnTo>
                    <a:pt x="60206" y="25040"/>
                  </a:lnTo>
                  <a:cubicBezTo>
                    <a:pt x="60519" y="25015"/>
                    <a:pt x="60824" y="24981"/>
                    <a:pt x="61170" y="24939"/>
                  </a:cubicBezTo>
                  <a:cubicBezTo>
                    <a:pt x="61498" y="24900"/>
                    <a:pt x="61854" y="24868"/>
                    <a:pt x="62298" y="24817"/>
                  </a:cubicBezTo>
                  <a:lnTo>
                    <a:pt x="62298" y="24817"/>
                  </a:lnTo>
                  <a:cubicBezTo>
                    <a:pt x="62250" y="24820"/>
                    <a:pt x="62208" y="24821"/>
                    <a:pt x="62175" y="24821"/>
                  </a:cubicBezTo>
                  <a:cubicBezTo>
                    <a:pt x="62160" y="24821"/>
                    <a:pt x="62146" y="24821"/>
                    <a:pt x="62135" y="24820"/>
                  </a:cubicBezTo>
                  <a:lnTo>
                    <a:pt x="62592" y="24753"/>
                  </a:lnTo>
                  <a:lnTo>
                    <a:pt x="62761" y="24761"/>
                  </a:lnTo>
                  <a:lnTo>
                    <a:pt x="63023" y="24702"/>
                  </a:lnTo>
                  <a:lnTo>
                    <a:pt x="63023" y="24702"/>
                  </a:lnTo>
                  <a:cubicBezTo>
                    <a:pt x="62768" y="24716"/>
                    <a:pt x="62263" y="24756"/>
                    <a:pt x="62041" y="24756"/>
                  </a:cubicBezTo>
                  <a:cubicBezTo>
                    <a:pt x="62005" y="24756"/>
                    <a:pt x="61976" y="24755"/>
                    <a:pt x="61957" y="24753"/>
                  </a:cubicBezTo>
                  <a:cubicBezTo>
                    <a:pt x="62304" y="24719"/>
                    <a:pt x="62744" y="24676"/>
                    <a:pt x="63268" y="24617"/>
                  </a:cubicBezTo>
                  <a:lnTo>
                    <a:pt x="64097" y="24507"/>
                  </a:lnTo>
                  <a:cubicBezTo>
                    <a:pt x="64385" y="24473"/>
                    <a:pt x="64698" y="24423"/>
                    <a:pt x="65019" y="24372"/>
                  </a:cubicBezTo>
                  <a:lnTo>
                    <a:pt x="65019" y="24372"/>
                  </a:lnTo>
                  <a:cubicBezTo>
                    <a:pt x="64994" y="24380"/>
                    <a:pt x="64960" y="24380"/>
                    <a:pt x="64935" y="24389"/>
                  </a:cubicBezTo>
                  <a:cubicBezTo>
                    <a:pt x="65595" y="24313"/>
                    <a:pt x="65654" y="24304"/>
                    <a:pt x="66178" y="24237"/>
                  </a:cubicBezTo>
                  <a:lnTo>
                    <a:pt x="66178" y="24237"/>
                  </a:lnTo>
                  <a:lnTo>
                    <a:pt x="66018" y="24270"/>
                  </a:lnTo>
                  <a:cubicBezTo>
                    <a:pt x="66023" y="24271"/>
                    <a:pt x="66029" y="24271"/>
                    <a:pt x="66036" y="24271"/>
                  </a:cubicBezTo>
                  <a:cubicBezTo>
                    <a:pt x="66163" y="24271"/>
                    <a:pt x="66564" y="24200"/>
                    <a:pt x="66965" y="24143"/>
                  </a:cubicBezTo>
                  <a:cubicBezTo>
                    <a:pt x="67160" y="24101"/>
                    <a:pt x="67346" y="24076"/>
                    <a:pt x="67540" y="24059"/>
                  </a:cubicBezTo>
                  <a:lnTo>
                    <a:pt x="67540" y="24059"/>
                  </a:lnTo>
                  <a:lnTo>
                    <a:pt x="67473" y="24084"/>
                  </a:lnTo>
                  <a:cubicBezTo>
                    <a:pt x="67549" y="24084"/>
                    <a:pt x="67980" y="24034"/>
                    <a:pt x="68454" y="23966"/>
                  </a:cubicBezTo>
                  <a:lnTo>
                    <a:pt x="68454" y="23966"/>
                  </a:lnTo>
                  <a:lnTo>
                    <a:pt x="68259" y="24017"/>
                  </a:lnTo>
                  <a:cubicBezTo>
                    <a:pt x="68166" y="24038"/>
                    <a:pt x="68041" y="24060"/>
                    <a:pt x="67901" y="24082"/>
                  </a:cubicBezTo>
                  <a:lnTo>
                    <a:pt x="67901" y="24082"/>
                  </a:lnTo>
                  <a:cubicBezTo>
                    <a:pt x="67982" y="24071"/>
                    <a:pt x="68079" y="24063"/>
                    <a:pt x="68200" y="24050"/>
                  </a:cubicBezTo>
                  <a:lnTo>
                    <a:pt x="68200" y="24050"/>
                  </a:lnTo>
                  <a:lnTo>
                    <a:pt x="67363" y="24220"/>
                  </a:lnTo>
                  <a:cubicBezTo>
                    <a:pt x="67786" y="24169"/>
                    <a:pt x="67845" y="24110"/>
                    <a:pt x="68361" y="24050"/>
                  </a:cubicBezTo>
                  <a:lnTo>
                    <a:pt x="68361" y="24050"/>
                  </a:lnTo>
                  <a:cubicBezTo>
                    <a:pt x="68335" y="24093"/>
                    <a:pt x="68369" y="24101"/>
                    <a:pt x="67819" y="24203"/>
                  </a:cubicBezTo>
                  <a:cubicBezTo>
                    <a:pt x="67677" y="24220"/>
                    <a:pt x="67619" y="24226"/>
                    <a:pt x="67602" y="24226"/>
                  </a:cubicBezTo>
                  <a:cubicBezTo>
                    <a:pt x="67566" y="24226"/>
                    <a:pt x="67710" y="24200"/>
                    <a:pt x="67645" y="24200"/>
                  </a:cubicBezTo>
                  <a:cubicBezTo>
                    <a:pt x="67634" y="24200"/>
                    <a:pt x="67617" y="24201"/>
                    <a:pt x="67591" y="24203"/>
                  </a:cubicBezTo>
                  <a:cubicBezTo>
                    <a:pt x="67227" y="24287"/>
                    <a:pt x="67117" y="24228"/>
                    <a:pt x="66737" y="24321"/>
                  </a:cubicBezTo>
                  <a:cubicBezTo>
                    <a:pt x="66515" y="24353"/>
                    <a:pt x="66429" y="24360"/>
                    <a:pt x="66385" y="24360"/>
                  </a:cubicBezTo>
                  <a:cubicBezTo>
                    <a:pt x="66344" y="24360"/>
                    <a:pt x="66340" y="24354"/>
                    <a:pt x="66298" y="24354"/>
                  </a:cubicBezTo>
                  <a:cubicBezTo>
                    <a:pt x="66289" y="24354"/>
                    <a:pt x="66277" y="24354"/>
                    <a:pt x="66263" y="24355"/>
                  </a:cubicBezTo>
                  <a:cubicBezTo>
                    <a:pt x="66728" y="24287"/>
                    <a:pt x="66035" y="24347"/>
                    <a:pt x="66618" y="24262"/>
                  </a:cubicBezTo>
                  <a:lnTo>
                    <a:pt x="66618" y="24262"/>
                  </a:lnTo>
                  <a:cubicBezTo>
                    <a:pt x="66144" y="24304"/>
                    <a:pt x="66288" y="24347"/>
                    <a:pt x="65882" y="24380"/>
                  </a:cubicBezTo>
                  <a:lnTo>
                    <a:pt x="65815" y="24355"/>
                  </a:lnTo>
                  <a:cubicBezTo>
                    <a:pt x="65451" y="24380"/>
                    <a:pt x="64656" y="24456"/>
                    <a:pt x="64165" y="24533"/>
                  </a:cubicBezTo>
                  <a:cubicBezTo>
                    <a:pt x="64224" y="24529"/>
                    <a:pt x="64261" y="24527"/>
                    <a:pt x="64282" y="24527"/>
                  </a:cubicBezTo>
                  <a:cubicBezTo>
                    <a:pt x="64407" y="24527"/>
                    <a:pt x="63929" y="24585"/>
                    <a:pt x="63987" y="24592"/>
                  </a:cubicBezTo>
                  <a:cubicBezTo>
                    <a:pt x="64199" y="24550"/>
                    <a:pt x="64419" y="24524"/>
                    <a:pt x="64630" y="24524"/>
                  </a:cubicBezTo>
                  <a:cubicBezTo>
                    <a:pt x="64331" y="24570"/>
                    <a:pt x="63609" y="24644"/>
                    <a:pt x="63350" y="24664"/>
                  </a:cubicBezTo>
                  <a:lnTo>
                    <a:pt x="63350" y="24664"/>
                  </a:lnTo>
                  <a:lnTo>
                    <a:pt x="63920" y="24626"/>
                  </a:lnTo>
                  <a:lnTo>
                    <a:pt x="63920" y="24626"/>
                  </a:lnTo>
                  <a:cubicBezTo>
                    <a:pt x="63700" y="24668"/>
                    <a:pt x="62905" y="24769"/>
                    <a:pt x="62888" y="24778"/>
                  </a:cubicBezTo>
                  <a:cubicBezTo>
                    <a:pt x="62736" y="24783"/>
                    <a:pt x="62542" y="24800"/>
                    <a:pt x="62384" y="24811"/>
                  </a:cubicBezTo>
                  <a:lnTo>
                    <a:pt x="62384" y="24811"/>
                  </a:lnTo>
                  <a:cubicBezTo>
                    <a:pt x="62391" y="24809"/>
                    <a:pt x="62401" y="24806"/>
                    <a:pt x="62414" y="24803"/>
                  </a:cubicBezTo>
                  <a:lnTo>
                    <a:pt x="62414" y="24803"/>
                  </a:lnTo>
                  <a:cubicBezTo>
                    <a:pt x="62375" y="24808"/>
                    <a:pt x="62336" y="24813"/>
                    <a:pt x="62298" y="24817"/>
                  </a:cubicBezTo>
                  <a:lnTo>
                    <a:pt x="62298" y="24817"/>
                  </a:lnTo>
                  <a:cubicBezTo>
                    <a:pt x="62325" y="24815"/>
                    <a:pt x="62354" y="24813"/>
                    <a:pt x="62384" y="24811"/>
                  </a:cubicBezTo>
                  <a:lnTo>
                    <a:pt x="62384" y="24811"/>
                  </a:lnTo>
                  <a:cubicBezTo>
                    <a:pt x="62336" y="24827"/>
                    <a:pt x="62419" y="24829"/>
                    <a:pt x="62505" y="24829"/>
                  </a:cubicBezTo>
                  <a:cubicBezTo>
                    <a:pt x="62534" y="24829"/>
                    <a:pt x="62562" y="24829"/>
                    <a:pt x="62587" y="24829"/>
                  </a:cubicBezTo>
                  <a:lnTo>
                    <a:pt x="62587" y="24829"/>
                  </a:lnTo>
                  <a:cubicBezTo>
                    <a:pt x="62699" y="24829"/>
                    <a:pt x="62731" y="24833"/>
                    <a:pt x="62279" y="24879"/>
                  </a:cubicBezTo>
                  <a:cubicBezTo>
                    <a:pt x="62392" y="24865"/>
                    <a:pt x="62380" y="24861"/>
                    <a:pt x="62326" y="24861"/>
                  </a:cubicBezTo>
                  <a:cubicBezTo>
                    <a:pt x="62274" y="24861"/>
                    <a:pt x="62185" y="24864"/>
                    <a:pt x="62127" y="24864"/>
                  </a:cubicBezTo>
                  <a:cubicBezTo>
                    <a:pt x="62103" y="24864"/>
                    <a:pt x="62085" y="24864"/>
                    <a:pt x="62076" y="24863"/>
                  </a:cubicBezTo>
                  <a:cubicBezTo>
                    <a:pt x="61754" y="24879"/>
                    <a:pt x="61458" y="24930"/>
                    <a:pt x="61314" y="24947"/>
                  </a:cubicBezTo>
                  <a:cubicBezTo>
                    <a:pt x="61424" y="24956"/>
                    <a:pt x="61331" y="24998"/>
                    <a:pt x="61162" y="25032"/>
                  </a:cubicBezTo>
                  <a:cubicBezTo>
                    <a:pt x="61805" y="24947"/>
                    <a:pt x="63624" y="24812"/>
                    <a:pt x="63767" y="24727"/>
                  </a:cubicBezTo>
                  <a:cubicBezTo>
                    <a:pt x="64165" y="24693"/>
                    <a:pt x="64630" y="24634"/>
                    <a:pt x="65104" y="24583"/>
                  </a:cubicBezTo>
                  <a:lnTo>
                    <a:pt x="66508" y="24389"/>
                  </a:lnTo>
                  <a:cubicBezTo>
                    <a:pt x="66486" y="24389"/>
                    <a:pt x="66444" y="24393"/>
                    <a:pt x="66427" y="24393"/>
                  </a:cubicBezTo>
                  <a:cubicBezTo>
                    <a:pt x="66418" y="24393"/>
                    <a:pt x="66415" y="24392"/>
                    <a:pt x="66424" y="24389"/>
                  </a:cubicBezTo>
                  <a:lnTo>
                    <a:pt x="67210" y="24321"/>
                  </a:lnTo>
                  <a:lnTo>
                    <a:pt x="67210" y="24321"/>
                  </a:lnTo>
                  <a:lnTo>
                    <a:pt x="67024" y="24347"/>
                  </a:lnTo>
                  <a:lnTo>
                    <a:pt x="67549" y="24304"/>
                  </a:lnTo>
                  <a:cubicBezTo>
                    <a:pt x="67600" y="24304"/>
                    <a:pt x="67405" y="24347"/>
                    <a:pt x="67193" y="24380"/>
                  </a:cubicBezTo>
                  <a:cubicBezTo>
                    <a:pt x="67124" y="24390"/>
                    <a:pt x="67059" y="24396"/>
                    <a:pt x="67035" y="24396"/>
                  </a:cubicBezTo>
                  <a:cubicBezTo>
                    <a:pt x="67015" y="24396"/>
                    <a:pt x="67022" y="24392"/>
                    <a:pt x="67075" y="24380"/>
                  </a:cubicBezTo>
                  <a:lnTo>
                    <a:pt x="67075" y="24380"/>
                  </a:lnTo>
                  <a:cubicBezTo>
                    <a:pt x="66927" y="24408"/>
                    <a:pt x="66893" y="24417"/>
                    <a:pt x="66914" y="24417"/>
                  </a:cubicBezTo>
                  <a:cubicBezTo>
                    <a:pt x="66954" y="24417"/>
                    <a:pt x="67200" y="24384"/>
                    <a:pt x="67249" y="24384"/>
                  </a:cubicBezTo>
                  <a:cubicBezTo>
                    <a:pt x="67269" y="24384"/>
                    <a:pt x="67255" y="24389"/>
                    <a:pt x="67177" y="24406"/>
                  </a:cubicBezTo>
                  <a:cubicBezTo>
                    <a:pt x="67041" y="24423"/>
                    <a:pt x="66864" y="24448"/>
                    <a:pt x="66770" y="24465"/>
                  </a:cubicBezTo>
                  <a:cubicBezTo>
                    <a:pt x="67405" y="24397"/>
                    <a:pt x="67693" y="24313"/>
                    <a:pt x="68090" y="24304"/>
                  </a:cubicBezTo>
                  <a:cubicBezTo>
                    <a:pt x="68386" y="24237"/>
                    <a:pt x="68995" y="24118"/>
                    <a:pt x="69571" y="24050"/>
                  </a:cubicBezTo>
                  <a:lnTo>
                    <a:pt x="69571" y="24050"/>
                  </a:lnTo>
                  <a:cubicBezTo>
                    <a:pt x="69536" y="24058"/>
                    <a:pt x="69528" y="24062"/>
                    <a:pt x="69537" y="24062"/>
                  </a:cubicBezTo>
                  <a:cubicBezTo>
                    <a:pt x="69575" y="24062"/>
                    <a:pt x="69895" y="24011"/>
                    <a:pt x="69958" y="24011"/>
                  </a:cubicBezTo>
                  <a:cubicBezTo>
                    <a:pt x="69980" y="24011"/>
                    <a:pt x="69972" y="24017"/>
                    <a:pt x="69909" y="24034"/>
                  </a:cubicBezTo>
                  <a:cubicBezTo>
                    <a:pt x="70019" y="24008"/>
                    <a:pt x="70205" y="23983"/>
                    <a:pt x="70374" y="23957"/>
                  </a:cubicBezTo>
                  <a:cubicBezTo>
                    <a:pt x="70493" y="23940"/>
                    <a:pt x="70611" y="23915"/>
                    <a:pt x="70729" y="23890"/>
                  </a:cubicBezTo>
                  <a:lnTo>
                    <a:pt x="70729" y="23890"/>
                  </a:lnTo>
                  <a:cubicBezTo>
                    <a:pt x="70560" y="23924"/>
                    <a:pt x="70400" y="23949"/>
                    <a:pt x="70222" y="23966"/>
                  </a:cubicBezTo>
                  <a:cubicBezTo>
                    <a:pt x="70459" y="23924"/>
                    <a:pt x="70484" y="23898"/>
                    <a:pt x="70772" y="23856"/>
                  </a:cubicBezTo>
                  <a:cubicBezTo>
                    <a:pt x="70786" y="23853"/>
                    <a:pt x="70792" y="23852"/>
                    <a:pt x="70795" y="23852"/>
                  </a:cubicBezTo>
                  <a:cubicBezTo>
                    <a:pt x="70800" y="23852"/>
                    <a:pt x="70789" y="23856"/>
                    <a:pt x="70789" y="23856"/>
                  </a:cubicBezTo>
                  <a:cubicBezTo>
                    <a:pt x="71169" y="23771"/>
                    <a:pt x="70907" y="23763"/>
                    <a:pt x="71567" y="23653"/>
                  </a:cubicBezTo>
                  <a:cubicBezTo>
                    <a:pt x="72034" y="23570"/>
                    <a:pt x="72231" y="23541"/>
                    <a:pt x="72275" y="23541"/>
                  </a:cubicBezTo>
                  <a:cubicBezTo>
                    <a:pt x="72387" y="23541"/>
                    <a:pt x="71479" y="23739"/>
                    <a:pt x="71567" y="23739"/>
                  </a:cubicBezTo>
                  <a:cubicBezTo>
                    <a:pt x="71571" y="23739"/>
                    <a:pt x="71576" y="23738"/>
                    <a:pt x="71584" y="23737"/>
                  </a:cubicBezTo>
                  <a:cubicBezTo>
                    <a:pt x="71643" y="23712"/>
                    <a:pt x="72396" y="23577"/>
                    <a:pt x="72743" y="23526"/>
                  </a:cubicBezTo>
                  <a:lnTo>
                    <a:pt x="72743" y="23526"/>
                  </a:lnTo>
                  <a:lnTo>
                    <a:pt x="72667" y="23551"/>
                  </a:lnTo>
                  <a:cubicBezTo>
                    <a:pt x="72870" y="23501"/>
                    <a:pt x="73073" y="23458"/>
                    <a:pt x="73284" y="23433"/>
                  </a:cubicBezTo>
                  <a:cubicBezTo>
                    <a:pt x="73386" y="23382"/>
                    <a:pt x="73589" y="23323"/>
                    <a:pt x="73707" y="23281"/>
                  </a:cubicBezTo>
                  <a:lnTo>
                    <a:pt x="74477" y="23128"/>
                  </a:lnTo>
                  <a:lnTo>
                    <a:pt x="74477" y="23128"/>
                  </a:lnTo>
                  <a:lnTo>
                    <a:pt x="74325" y="23171"/>
                  </a:lnTo>
                  <a:lnTo>
                    <a:pt x="74325" y="23171"/>
                  </a:lnTo>
                  <a:lnTo>
                    <a:pt x="74807" y="23069"/>
                  </a:lnTo>
                  <a:lnTo>
                    <a:pt x="74807" y="23069"/>
                  </a:lnTo>
                  <a:cubicBezTo>
                    <a:pt x="74875" y="23078"/>
                    <a:pt x="74646" y="23120"/>
                    <a:pt x="74418" y="23171"/>
                  </a:cubicBezTo>
                  <a:lnTo>
                    <a:pt x="74418" y="23171"/>
                  </a:lnTo>
                  <a:cubicBezTo>
                    <a:pt x="74570" y="23162"/>
                    <a:pt x="74731" y="23128"/>
                    <a:pt x="74875" y="23078"/>
                  </a:cubicBezTo>
                  <a:lnTo>
                    <a:pt x="74875" y="23078"/>
                  </a:lnTo>
                  <a:lnTo>
                    <a:pt x="74782" y="23095"/>
                  </a:lnTo>
                  <a:cubicBezTo>
                    <a:pt x="74932" y="23055"/>
                    <a:pt x="75393" y="22941"/>
                    <a:pt x="75333" y="22941"/>
                  </a:cubicBezTo>
                  <a:cubicBezTo>
                    <a:pt x="75315" y="22941"/>
                    <a:pt x="75252" y="22951"/>
                    <a:pt x="75120" y="22976"/>
                  </a:cubicBezTo>
                  <a:cubicBezTo>
                    <a:pt x="75543" y="22866"/>
                    <a:pt x="75687" y="22883"/>
                    <a:pt x="75983" y="22807"/>
                  </a:cubicBezTo>
                  <a:lnTo>
                    <a:pt x="75983" y="22807"/>
                  </a:lnTo>
                  <a:cubicBezTo>
                    <a:pt x="76011" y="22814"/>
                    <a:pt x="75823" y="22863"/>
                    <a:pt x="75855" y="22863"/>
                  </a:cubicBezTo>
                  <a:cubicBezTo>
                    <a:pt x="75861" y="22863"/>
                    <a:pt x="75874" y="22862"/>
                    <a:pt x="75898" y="22858"/>
                  </a:cubicBezTo>
                  <a:cubicBezTo>
                    <a:pt x="76186" y="22807"/>
                    <a:pt x="76372" y="22773"/>
                    <a:pt x="76609" y="22714"/>
                  </a:cubicBezTo>
                  <a:lnTo>
                    <a:pt x="76609" y="22714"/>
                  </a:lnTo>
                  <a:cubicBezTo>
                    <a:pt x="76557" y="22722"/>
                    <a:pt x="76532" y="22724"/>
                    <a:pt x="76519" y="22724"/>
                  </a:cubicBezTo>
                  <a:cubicBezTo>
                    <a:pt x="76497" y="22724"/>
                    <a:pt x="76516" y="22716"/>
                    <a:pt x="76500" y="22716"/>
                  </a:cubicBezTo>
                  <a:cubicBezTo>
                    <a:pt x="76484" y="22716"/>
                    <a:pt x="76439" y="22723"/>
                    <a:pt x="76304" y="22748"/>
                  </a:cubicBezTo>
                  <a:cubicBezTo>
                    <a:pt x="76440" y="22714"/>
                    <a:pt x="76803" y="22629"/>
                    <a:pt x="76786" y="22621"/>
                  </a:cubicBezTo>
                  <a:lnTo>
                    <a:pt x="76786" y="22621"/>
                  </a:lnTo>
                  <a:cubicBezTo>
                    <a:pt x="76660" y="22663"/>
                    <a:pt x="76524" y="22688"/>
                    <a:pt x="76389" y="22705"/>
                  </a:cubicBezTo>
                  <a:cubicBezTo>
                    <a:pt x="76769" y="22621"/>
                    <a:pt x="77176" y="22519"/>
                    <a:pt x="77573" y="22452"/>
                  </a:cubicBezTo>
                  <a:lnTo>
                    <a:pt x="77573" y="22452"/>
                  </a:lnTo>
                  <a:cubicBezTo>
                    <a:pt x="77539" y="22460"/>
                    <a:pt x="77505" y="22469"/>
                    <a:pt x="77480" y="22485"/>
                  </a:cubicBezTo>
                  <a:cubicBezTo>
                    <a:pt x="77979" y="22333"/>
                    <a:pt x="78757" y="22172"/>
                    <a:pt x="79087" y="22046"/>
                  </a:cubicBezTo>
                  <a:lnTo>
                    <a:pt x="79087" y="22046"/>
                  </a:lnTo>
                  <a:lnTo>
                    <a:pt x="78935" y="22079"/>
                  </a:lnTo>
                  <a:cubicBezTo>
                    <a:pt x="78783" y="22130"/>
                    <a:pt x="78622" y="22164"/>
                    <a:pt x="78461" y="22189"/>
                  </a:cubicBezTo>
                  <a:cubicBezTo>
                    <a:pt x="78581" y="22161"/>
                    <a:pt x="78601" y="22153"/>
                    <a:pt x="78582" y="22153"/>
                  </a:cubicBezTo>
                  <a:cubicBezTo>
                    <a:pt x="78560" y="22153"/>
                    <a:pt x="78485" y="22164"/>
                    <a:pt x="78460" y="22164"/>
                  </a:cubicBezTo>
                  <a:cubicBezTo>
                    <a:pt x="78438" y="22164"/>
                    <a:pt x="78455" y="22155"/>
                    <a:pt x="78588" y="22122"/>
                  </a:cubicBezTo>
                  <a:cubicBezTo>
                    <a:pt x="79147" y="21969"/>
                    <a:pt x="79646" y="21876"/>
                    <a:pt x="79942" y="21766"/>
                  </a:cubicBezTo>
                  <a:lnTo>
                    <a:pt x="79942" y="21766"/>
                  </a:lnTo>
                  <a:cubicBezTo>
                    <a:pt x="79409" y="21893"/>
                    <a:pt x="78690" y="22054"/>
                    <a:pt x="78478" y="22122"/>
                  </a:cubicBezTo>
                  <a:cubicBezTo>
                    <a:pt x="78597" y="22096"/>
                    <a:pt x="78707" y="22071"/>
                    <a:pt x="78825" y="22037"/>
                  </a:cubicBezTo>
                  <a:lnTo>
                    <a:pt x="78825" y="22037"/>
                  </a:lnTo>
                  <a:cubicBezTo>
                    <a:pt x="78563" y="22122"/>
                    <a:pt x="78309" y="22189"/>
                    <a:pt x="78047" y="22266"/>
                  </a:cubicBezTo>
                  <a:cubicBezTo>
                    <a:pt x="78046" y="22265"/>
                    <a:pt x="78045" y="22265"/>
                    <a:pt x="78043" y="22265"/>
                  </a:cubicBezTo>
                  <a:cubicBezTo>
                    <a:pt x="77988" y="22265"/>
                    <a:pt x="77461" y="22405"/>
                    <a:pt x="77374" y="22405"/>
                  </a:cubicBezTo>
                  <a:cubicBezTo>
                    <a:pt x="77365" y="22405"/>
                    <a:pt x="77361" y="22404"/>
                    <a:pt x="77362" y="22401"/>
                  </a:cubicBezTo>
                  <a:lnTo>
                    <a:pt x="78089" y="22232"/>
                  </a:lnTo>
                  <a:cubicBezTo>
                    <a:pt x="78040" y="22232"/>
                    <a:pt x="77413" y="22380"/>
                    <a:pt x="77116" y="22444"/>
                  </a:cubicBezTo>
                  <a:lnTo>
                    <a:pt x="77116" y="22444"/>
                  </a:lnTo>
                  <a:lnTo>
                    <a:pt x="77438" y="22375"/>
                  </a:lnTo>
                  <a:lnTo>
                    <a:pt x="77438" y="22375"/>
                  </a:lnTo>
                  <a:cubicBezTo>
                    <a:pt x="77125" y="22460"/>
                    <a:pt x="76761" y="22553"/>
                    <a:pt x="76397" y="22629"/>
                  </a:cubicBezTo>
                  <a:cubicBezTo>
                    <a:pt x="76047" y="22703"/>
                    <a:pt x="75697" y="22776"/>
                    <a:pt x="75400" y="22849"/>
                  </a:cubicBezTo>
                  <a:lnTo>
                    <a:pt x="75400" y="22849"/>
                  </a:lnTo>
                  <a:cubicBezTo>
                    <a:pt x="75476" y="22830"/>
                    <a:pt x="75498" y="22823"/>
                    <a:pt x="75486" y="22823"/>
                  </a:cubicBezTo>
                  <a:cubicBezTo>
                    <a:pt x="75450" y="22823"/>
                    <a:pt x="75090" y="22893"/>
                    <a:pt x="75048" y="22893"/>
                  </a:cubicBezTo>
                  <a:cubicBezTo>
                    <a:pt x="75034" y="22893"/>
                    <a:pt x="75054" y="22886"/>
                    <a:pt x="75128" y="22866"/>
                  </a:cubicBezTo>
                  <a:cubicBezTo>
                    <a:pt x="75238" y="22832"/>
                    <a:pt x="75357" y="22815"/>
                    <a:pt x="75467" y="22798"/>
                  </a:cubicBezTo>
                  <a:cubicBezTo>
                    <a:pt x="75474" y="22794"/>
                    <a:pt x="75471" y="22792"/>
                    <a:pt x="75461" y="22792"/>
                  </a:cubicBezTo>
                  <a:cubicBezTo>
                    <a:pt x="75401" y="22792"/>
                    <a:pt x="75068" y="22867"/>
                    <a:pt x="74959" y="22875"/>
                  </a:cubicBezTo>
                  <a:cubicBezTo>
                    <a:pt x="74910" y="22896"/>
                    <a:pt x="74457" y="22999"/>
                    <a:pt x="74525" y="22999"/>
                  </a:cubicBezTo>
                  <a:cubicBezTo>
                    <a:pt x="74539" y="22999"/>
                    <a:pt x="74574" y="22995"/>
                    <a:pt x="74638" y="22985"/>
                  </a:cubicBezTo>
                  <a:lnTo>
                    <a:pt x="74638" y="22985"/>
                  </a:lnTo>
                  <a:cubicBezTo>
                    <a:pt x="74435" y="23018"/>
                    <a:pt x="73986" y="23120"/>
                    <a:pt x="73699" y="23162"/>
                  </a:cubicBezTo>
                  <a:cubicBezTo>
                    <a:pt x="73783" y="23171"/>
                    <a:pt x="73183" y="23281"/>
                    <a:pt x="73073" y="23314"/>
                  </a:cubicBezTo>
                  <a:cubicBezTo>
                    <a:pt x="72946" y="23331"/>
                    <a:pt x="72844" y="23348"/>
                    <a:pt x="72760" y="23357"/>
                  </a:cubicBezTo>
                  <a:lnTo>
                    <a:pt x="73665" y="23145"/>
                  </a:lnTo>
                  <a:cubicBezTo>
                    <a:pt x="73766" y="23137"/>
                    <a:pt x="73876" y="23111"/>
                    <a:pt x="73969" y="23086"/>
                  </a:cubicBezTo>
                  <a:lnTo>
                    <a:pt x="73969" y="23078"/>
                  </a:lnTo>
                  <a:cubicBezTo>
                    <a:pt x="74629" y="22925"/>
                    <a:pt x="75289" y="22756"/>
                    <a:pt x="75619" y="22672"/>
                  </a:cubicBezTo>
                  <a:lnTo>
                    <a:pt x="75619" y="22672"/>
                  </a:lnTo>
                  <a:lnTo>
                    <a:pt x="75467" y="22722"/>
                  </a:lnTo>
                  <a:cubicBezTo>
                    <a:pt x="75704" y="22655"/>
                    <a:pt x="75949" y="22604"/>
                    <a:pt x="76203" y="22553"/>
                  </a:cubicBezTo>
                  <a:lnTo>
                    <a:pt x="76583" y="22469"/>
                  </a:lnTo>
                  <a:cubicBezTo>
                    <a:pt x="76702" y="22445"/>
                    <a:pt x="76821" y="22414"/>
                    <a:pt x="76932" y="22382"/>
                  </a:cubicBezTo>
                  <a:lnTo>
                    <a:pt x="76932" y="22382"/>
                  </a:lnTo>
                  <a:cubicBezTo>
                    <a:pt x="76940" y="22381"/>
                    <a:pt x="76953" y="22379"/>
                    <a:pt x="76973" y="22375"/>
                  </a:cubicBezTo>
                  <a:cubicBezTo>
                    <a:pt x="77350" y="22295"/>
                    <a:pt x="77586" y="22224"/>
                    <a:pt x="77823" y="22159"/>
                  </a:cubicBezTo>
                  <a:lnTo>
                    <a:pt x="77823" y="22159"/>
                  </a:lnTo>
                  <a:cubicBezTo>
                    <a:pt x="77783" y="22169"/>
                    <a:pt x="77740" y="22178"/>
                    <a:pt x="77692" y="22189"/>
                  </a:cubicBezTo>
                  <a:cubicBezTo>
                    <a:pt x="77835" y="22139"/>
                    <a:pt x="78174" y="22046"/>
                    <a:pt x="78419" y="21995"/>
                  </a:cubicBezTo>
                  <a:lnTo>
                    <a:pt x="78444" y="21961"/>
                  </a:lnTo>
                  <a:cubicBezTo>
                    <a:pt x="78757" y="21859"/>
                    <a:pt x="79087" y="21817"/>
                    <a:pt x="79392" y="21707"/>
                  </a:cubicBezTo>
                  <a:lnTo>
                    <a:pt x="79392" y="21707"/>
                  </a:lnTo>
                  <a:lnTo>
                    <a:pt x="79020" y="21783"/>
                  </a:lnTo>
                  <a:lnTo>
                    <a:pt x="79079" y="21766"/>
                  </a:lnTo>
                  <a:lnTo>
                    <a:pt x="79079" y="21766"/>
                  </a:lnTo>
                  <a:cubicBezTo>
                    <a:pt x="78918" y="21809"/>
                    <a:pt x="78774" y="21851"/>
                    <a:pt x="78732" y="21868"/>
                  </a:cubicBezTo>
                  <a:cubicBezTo>
                    <a:pt x="78419" y="21953"/>
                    <a:pt x="78106" y="22012"/>
                    <a:pt x="77785" y="22046"/>
                  </a:cubicBezTo>
                  <a:cubicBezTo>
                    <a:pt x="77734" y="22055"/>
                    <a:pt x="77706" y="22059"/>
                    <a:pt x="77692" y="22059"/>
                  </a:cubicBezTo>
                  <a:cubicBezTo>
                    <a:pt x="77633" y="22059"/>
                    <a:pt x="77863" y="21985"/>
                    <a:pt x="77835" y="21978"/>
                  </a:cubicBezTo>
                  <a:lnTo>
                    <a:pt x="77835" y="21978"/>
                  </a:lnTo>
                  <a:cubicBezTo>
                    <a:pt x="77412" y="22079"/>
                    <a:pt x="77446" y="22096"/>
                    <a:pt x="77023" y="22206"/>
                  </a:cubicBezTo>
                  <a:cubicBezTo>
                    <a:pt x="76982" y="22214"/>
                    <a:pt x="76961" y="22217"/>
                    <a:pt x="76952" y="22217"/>
                  </a:cubicBezTo>
                  <a:cubicBezTo>
                    <a:pt x="76933" y="22217"/>
                    <a:pt x="76982" y="22201"/>
                    <a:pt x="77023" y="22189"/>
                  </a:cubicBezTo>
                  <a:lnTo>
                    <a:pt x="77023" y="22189"/>
                  </a:lnTo>
                  <a:lnTo>
                    <a:pt x="76719" y="22274"/>
                  </a:lnTo>
                  <a:cubicBezTo>
                    <a:pt x="76706" y="22274"/>
                    <a:pt x="76322" y="22349"/>
                    <a:pt x="76271" y="22349"/>
                  </a:cubicBezTo>
                  <a:cubicBezTo>
                    <a:pt x="76251" y="22349"/>
                    <a:pt x="76280" y="22338"/>
                    <a:pt x="76397" y="22308"/>
                  </a:cubicBezTo>
                  <a:lnTo>
                    <a:pt x="76668" y="22249"/>
                  </a:lnTo>
                  <a:lnTo>
                    <a:pt x="76668" y="22249"/>
                  </a:lnTo>
                  <a:cubicBezTo>
                    <a:pt x="76124" y="22350"/>
                    <a:pt x="75216" y="22515"/>
                    <a:pt x="75091" y="22515"/>
                  </a:cubicBezTo>
                  <a:cubicBezTo>
                    <a:pt x="75080" y="22515"/>
                    <a:pt x="75076" y="22514"/>
                    <a:pt x="75078" y="22511"/>
                  </a:cubicBezTo>
                  <a:lnTo>
                    <a:pt x="75078" y="22511"/>
                  </a:lnTo>
                  <a:cubicBezTo>
                    <a:pt x="74748" y="22570"/>
                    <a:pt x="74841" y="22570"/>
                    <a:pt x="74325" y="22663"/>
                  </a:cubicBezTo>
                  <a:cubicBezTo>
                    <a:pt x="74096" y="22731"/>
                    <a:pt x="74359" y="22705"/>
                    <a:pt x="73800" y="22824"/>
                  </a:cubicBezTo>
                  <a:lnTo>
                    <a:pt x="74249" y="22748"/>
                  </a:lnTo>
                  <a:lnTo>
                    <a:pt x="74511" y="22688"/>
                  </a:lnTo>
                  <a:lnTo>
                    <a:pt x="74046" y="22773"/>
                  </a:lnTo>
                  <a:cubicBezTo>
                    <a:pt x="74342" y="22714"/>
                    <a:pt x="74282" y="22705"/>
                    <a:pt x="74367" y="22672"/>
                  </a:cubicBezTo>
                  <a:cubicBezTo>
                    <a:pt x="75069" y="22528"/>
                    <a:pt x="75272" y="22528"/>
                    <a:pt x="75636" y="22460"/>
                  </a:cubicBezTo>
                  <a:lnTo>
                    <a:pt x="75636" y="22460"/>
                  </a:lnTo>
                  <a:cubicBezTo>
                    <a:pt x="75416" y="22519"/>
                    <a:pt x="75035" y="22595"/>
                    <a:pt x="75188" y="22595"/>
                  </a:cubicBezTo>
                  <a:cubicBezTo>
                    <a:pt x="74835" y="22645"/>
                    <a:pt x="74800" y="22694"/>
                    <a:pt x="74413" y="22751"/>
                  </a:cubicBezTo>
                  <a:lnTo>
                    <a:pt x="74413" y="22751"/>
                  </a:lnTo>
                  <a:cubicBezTo>
                    <a:pt x="74116" y="22822"/>
                    <a:pt x="74058" y="22810"/>
                    <a:pt x="73800" y="22875"/>
                  </a:cubicBezTo>
                  <a:cubicBezTo>
                    <a:pt x="73806" y="22872"/>
                    <a:pt x="73806" y="22871"/>
                    <a:pt x="73802" y="22871"/>
                  </a:cubicBezTo>
                  <a:cubicBezTo>
                    <a:pt x="73795" y="22871"/>
                    <a:pt x="73772" y="22875"/>
                    <a:pt x="73749" y="22875"/>
                  </a:cubicBezTo>
                  <a:cubicBezTo>
                    <a:pt x="73514" y="22921"/>
                    <a:pt x="73492" y="22928"/>
                    <a:pt x="73516" y="22928"/>
                  </a:cubicBezTo>
                  <a:cubicBezTo>
                    <a:pt x="73527" y="22928"/>
                    <a:pt x="73548" y="22927"/>
                    <a:pt x="73562" y="22927"/>
                  </a:cubicBezTo>
                  <a:cubicBezTo>
                    <a:pt x="73595" y="22927"/>
                    <a:pt x="73590" y="22936"/>
                    <a:pt x="73335" y="22993"/>
                  </a:cubicBezTo>
                  <a:cubicBezTo>
                    <a:pt x="73160" y="23026"/>
                    <a:pt x="73078" y="23037"/>
                    <a:pt x="73044" y="23037"/>
                  </a:cubicBezTo>
                  <a:cubicBezTo>
                    <a:pt x="72979" y="23037"/>
                    <a:pt x="73076" y="23000"/>
                    <a:pt x="73029" y="23000"/>
                  </a:cubicBezTo>
                  <a:cubicBezTo>
                    <a:pt x="73024" y="23000"/>
                    <a:pt x="73016" y="23000"/>
                    <a:pt x="73005" y="23001"/>
                  </a:cubicBezTo>
                  <a:cubicBezTo>
                    <a:pt x="73893" y="22798"/>
                    <a:pt x="72971" y="22959"/>
                    <a:pt x="73944" y="22748"/>
                  </a:cubicBezTo>
                  <a:cubicBezTo>
                    <a:pt x="73941" y="22741"/>
                    <a:pt x="73924" y="22738"/>
                    <a:pt x="73897" y="22738"/>
                  </a:cubicBezTo>
                  <a:cubicBezTo>
                    <a:pt x="73778" y="22738"/>
                    <a:pt x="73448" y="22794"/>
                    <a:pt x="73030" y="22883"/>
                  </a:cubicBezTo>
                  <a:cubicBezTo>
                    <a:pt x="73083" y="22875"/>
                    <a:pt x="73114" y="22872"/>
                    <a:pt x="73131" y="22872"/>
                  </a:cubicBezTo>
                  <a:cubicBezTo>
                    <a:pt x="73205" y="22872"/>
                    <a:pt x="73015" y="22931"/>
                    <a:pt x="73121" y="22931"/>
                  </a:cubicBezTo>
                  <a:cubicBezTo>
                    <a:pt x="73148" y="22931"/>
                    <a:pt x="73197" y="22927"/>
                    <a:pt x="73276" y="22917"/>
                  </a:cubicBezTo>
                  <a:lnTo>
                    <a:pt x="73276" y="22917"/>
                  </a:lnTo>
                  <a:cubicBezTo>
                    <a:pt x="72506" y="23078"/>
                    <a:pt x="72582" y="23145"/>
                    <a:pt x="71702" y="23255"/>
                  </a:cubicBezTo>
                  <a:lnTo>
                    <a:pt x="71728" y="23247"/>
                  </a:lnTo>
                  <a:lnTo>
                    <a:pt x="71728" y="23247"/>
                  </a:lnTo>
                  <a:lnTo>
                    <a:pt x="71372" y="23331"/>
                  </a:lnTo>
                  <a:lnTo>
                    <a:pt x="70873" y="23408"/>
                  </a:lnTo>
                  <a:cubicBezTo>
                    <a:pt x="71178" y="23314"/>
                    <a:pt x="71559" y="23272"/>
                    <a:pt x="71795" y="23205"/>
                  </a:cubicBezTo>
                  <a:lnTo>
                    <a:pt x="71795" y="23205"/>
                  </a:lnTo>
                  <a:cubicBezTo>
                    <a:pt x="71186" y="23272"/>
                    <a:pt x="70992" y="23382"/>
                    <a:pt x="70298" y="23492"/>
                  </a:cubicBezTo>
                  <a:cubicBezTo>
                    <a:pt x="70227" y="23498"/>
                    <a:pt x="70184" y="23501"/>
                    <a:pt x="70161" y="23501"/>
                  </a:cubicBezTo>
                  <a:cubicBezTo>
                    <a:pt x="70091" y="23501"/>
                    <a:pt x="70238" y="23474"/>
                    <a:pt x="70425" y="23441"/>
                  </a:cubicBezTo>
                  <a:cubicBezTo>
                    <a:pt x="70620" y="23408"/>
                    <a:pt x="70806" y="23365"/>
                    <a:pt x="70992" y="23314"/>
                  </a:cubicBezTo>
                  <a:lnTo>
                    <a:pt x="70992" y="23314"/>
                  </a:lnTo>
                  <a:cubicBezTo>
                    <a:pt x="70831" y="23348"/>
                    <a:pt x="70670" y="23374"/>
                    <a:pt x="70518" y="23374"/>
                  </a:cubicBezTo>
                  <a:cubicBezTo>
                    <a:pt x="71161" y="23281"/>
                    <a:pt x="70907" y="23289"/>
                    <a:pt x="71635" y="23179"/>
                  </a:cubicBezTo>
                  <a:lnTo>
                    <a:pt x="71635" y="23179"/>
                  </a:lnTo>
                  <a:cubicBezTo>
                    <a:pt x="71496" y="23209"/>
                    <a:pt x="71473" y="23217"/>
                    <a:pt x="71494" y="23217"/>
                  </a:cubicBezTo>
                  <a:cubicBezTo>
                    <a:pt x="71516" y="23217"/>
                    <a:pt x="71592" y="23207"/>
                    <a:pt x="71621" y="23207"/>
                  </a:cubicBezTo>
                  <a:cubicBezTo>
                    <a:pt x="71633" y="23207"/>
                    <a:pt x="71637" y="23209"/>
                    <a:pt x="71626" y="23213"/>
                  </a:cubicBezTo>
                  <a:cubicBezTo>
                    <a:pt x="71728" y="23179"/>
                    <a:pt x="72404" y="23069"/>
                    <a:pt x="72878" y="22976"/>
                  </a:cubicBezTo>
                  <a:cubicBezTo>
                    <a:pt x="72897" y="22967"/>
                    <a:pt x="72895" y="22963"/>
                    <a:pt x="72877" y="22963"/>
                  </a:cubicBezTo>
                  <a:cubicBezTo>
                    <a:pt x="72800" y="22963"/>
                    <a:pt x="72408" y="23043"/>
                    <a:pt x="72159" y="23078"/>
                  </a:cubicBezTo>
                  <a:cubicBezTo>
                    <a:pt x="71592" y="23205"/>
                    <a:pt x="70992" y="23255"/>
                    <a:pt x="70552" y="23357"/>
                  </a:cubicBezTo>
                  <a:cubicBezTo>
                    <a:pt x="70365" y="23390"/>
                    <a:pt x="70287" y="23402"/>
                    <a:pt x="70267" y="23402"/>
                  </a:cubicBezTo>
                  <a:cubicBezTo>
                    <a:pt x="70222" y="23402"/>
                    <a:pt x="70491" y="23340"/>
                    <a:pt x="70467" y="23340"/>
                  </a:cubicBezTo>
                  <a:cubicBezTo>
                    <a:pt x="69909" y="23416"/>
                    <a:pt x="70230" y="23399"/>
                    <a:pt x="70053" y="23433"/>
                  </a:cubicBezTo>
                  <a:cubicBezTo>
                    <a:pt x="69215" y="23585"/>
                    <a:pt x="69114" y="23543"/>
                    <a:pt x="68522" y="23636"/>
                  </a:cubicBezTo>
                  <a:cubicBezTo>
                    <a:pt x="68268" y="23695"/>
                    <a:pt x="67845" y="23754"/>
                    <a:pt x="67371" y="23814"/>
                  </a:cubicBezTo>
                  <a:cubicBezTo>
                    <a:pt x="66897" y="23881"/>
                    <a:pt x="66381" y="23949"/>
                    <a:pt x="65958" y="23991"/>
                  </a:cubicBezTo>
                  <a:cubicBezTo>
                    <a:pt x="66060" y="23966"/>
                    <a:pt x="65941" y="23966"/>
                    <a:pt x="65891" y="23966"/>
                  </a:cubicBezTo>
                  <a:cubicBezTo>
                    <a:pt x="65392" y="24076"/>
                    <a:pt x="65569" y="24034"/>
                    <a:pt x="64935" y="24135"/>
                  </a:cubicBezTo>
                  <a:lnTo>
                    <a:pt x="65476" y="24093"/>
                  </a:lnTo>
                  <a:lnTo>
                    <a:pt x="65476" y="24093"/>
                  </a:lnTo>
                  <a:cubicBezTo>
                    <a:pt x="65045" y="24152"/>
                    <a:pt x="64706" y="24220"/>
                    <a:pt x="64309" y="24237"/>
                  </a:cubicBezTo>
                  <a:cubicBezTo>
                    <a:pt x="64571" y="24237"/>
                    <a:pt x="64402" y="24262"/>
                    <a:pt x="64123" y="24296"/>
                  </a:cubicBezTo>
                  <a:cubicBezTo>
                    <a:pt x="63844" y="24330"/>
                    <a:pt x="63454" y="24363"/>
                    <a:pt x="63294" y="24389"/>
                  </a:cubicBezTo>
                  <a:cubicBezTo>
                    <a:pt x="62854" y="24414"/>
                    <a:pt x="62414" y="24482"/>
                    <a:pt x="62169" y="24482"/>
                  </a:cubicBezTo>
                  <a:lnTo>
                    <a:pt x="62236" y="24473"/>
                  </a:lnTo>
                  <a:lnTo>
                    <a:pt x="62236" y="24473"/>
                  </a:lnTo>
                  <a:cubicBezTo>
                    <a:pt x="62016" y="24490"/>
                    <a:pt x="61805" y="24507"/>
                    <a:pt x="61593" y="24524"/>
                  </a:cubicBezTo>
                  <a:lnTo>
                    <a:pt x="61661" y="24473"/>
                  </a:lnTo>
                  <a:lnTo>
                    <a:pt x="61661" y="24473"/>
                  </a:lnTo>
                  <a:cubicBezTo>
                    <a:pt x="61221" y="24490"/>
                    <a:pt x="60680" y="24566"/>
                    <a:pt x="60840" y="24566"/>
                  </a:cubicBezTo>
                  <a:cubicBezTo>
                    <a:pt x="60732" y="24570"/>
                    <a:pt x="60664" y="24572"/>
                    <a:pt x="60622" y="24572"/>
                  </a:cubicBezTo>
                  <a:cubicBezTo>
                    <a:pt x="60483" y="24572"/>
                    <a:pt x="60630" y="24554"/>
                    <a:pt x="60578" y="24541"/>
                  </a:cubicBezTo>
                  <a:cubicBezTo>
                    <a:pt x="60807" y="24519"/>
                    <a:pt x="61261" y="24452"/>
                    <a:pt x="61480" y="24452"/>
                  </a:cubicBezTo>
                  <a:cubicBezTo>
                    <a:pt x="61512" y="24452"/>
                    <a:pt x="61539" y="24453"/>
                    <a:pt x="61559" y="24456"/>
                  </a:cubicBezTo>
                  <a:cubicBezTo>
                    <a:pt x="61509" y="24456"/>
                    <a:pt x="61450" y="24456"/>
                    <a:pt x="61399" y="24465"/>
                  </a:cubicBezTo>
                  <a:cubicBezTo>
                    <a:pt x="62008" y="24440"/>
                    <a:pt x="62101" y="24414"/>
                    <a:pt x="62118" y="24389"/>
                  </a:cubicBezTo>
                  <a:cubicBezTo>
                    <a:pt x="62143" y="24372"/>
                    <a:pt x="62092" y="24355"/>
                    <a:pt x="62389" y="24321"/>
                  </a:cubicBezTo>
                  <a:lnTo>
                    <a:pt x="62389" y="24321"/>
                  </a:lnTo>
                  <a:cubicBezTo>
                    <a:pt x="62228" y="24338"/>
                    <a:pt x="62092" y="24347"/>
                    <a:pt x="61957" y="24347"/>
                  </a:cubicBezTo>
                  <a:cubicBezTo>
                    <a:pt x="61813" y="24355"/>
                    <a:pt x="61661" y="24372"/>
                    <a:pt x="61509" y="24380"/>
                  </a:cubicBezTo>
                  <a:cubicBezTo>
                    <a:pt x="61356" y="24397"/>
                    <a:pt x="60722" y="24456"/>
                    <a:pt x="60401" y="24499"/>
                  </a:cubicBezTo>
                  <a:cubicBezTo>
                    <a:pt x="60739" y="24465"/>
                    <a:pt x="61077" y="24440"/>
                    <a:pt x="61407" y="24440"/>
                  </a:cubicBezTo>
                  <a:cubicBezTo>
                    <a:pt x="61120" y="24456"/>
                    <a:pt x="61077" y="24490"/>
                    <a:pt x="60824" y="24490"/>
                  </a:cubicBezTo>
                  <a:lnTo>
                    <a:pt x="60908" y="24473"/>
                  </a:lnTo>
                  <a:lnTo>
                    <a:pt x="60908" y="24473"/>
                  </a:lnTo>
                  <a:lnTo>
                    <a:pt x="60587" y="24516"/>
                  </a:lnTo>
                  <a:cubicBezTo>
                    <a:pt x="60579" y="24512"/>
                    <a:pt x="60553" y="24510"/>
                    <a:pt x="60517" y="24510"/>
                  </a:cubicBezTo>
                  <a:cubicBezTo>
                    <a:pt x="60386" y="24510"/>
                    <a:pt x="60116" y="24530"/>
                    <a:pt x="60058" y="24530"/>
                  </a:cubicBezTo>
                  <a:cubicBezTo>
                    <a:pt x="60026" y="24530"/>
                    <a:pt x="60055" y="24525"/>
                    <a:pt x="60198" y="24507"/>
                  </a:cubicBezTo>
                  <a:lnTo>
                    <a:pt x="60198" y="24507"/>
                  </a:lnTo>
                  <a:cubicBezTo>
                    <a:pt x="59758" y="24541"/>
                    <a:pt x="60045" y="24541"/>
                    <a:pt x="59656" y="24575"/>
                  </a:cubicBezTo>
                  <a:cubicBezTo>
                    <a:pt x="59918" y="24566"/>
                    <a:pt x="60172" y="24541"/>
                    <a:pt x="60434" y="24524"/>
                  </a:cubicBezTo>
                  <a:lnTo>
                    <a:pt x="60434" y="24524"/>
                  </a:lnTo>
                  <a:lnTo>
                    <a:pt x="60417" y="24558"/>
                  </a:lnTo>
                  <a:cubicBezTo>
                    <a:pt x="60138" y="24592"/>
                    <a:pt x="60071" y="24583"/>
                    <a:pt x="59758" y="24600"/>
                  </a:cubicBezTo>
                  <a:lnTo>
                    <a:pt x="59783" y="24634"/>
                  </a:lnTo>
                  <a:lnTo>
                    <a:pt x="59233" y="24634"/>
                  </a:lnTo>
                  <a:cubicBezTo>
                    <a:pt x="59301" y="24651"/>
                    <a:pt x="58869" y="24668"/>
                    <a:pt x="58751" y="24676"/>
                  </a:cubicBezTo>
                  <a:cubicBezTo>
                    <a:pt x="58548" y="24676"/>
                    <a:pt x="58567" y="24650"/>
                    <a:pt x="58446" y="24650"/>
                  </a:cubicBezTo>
                  <a:cubicBezTo>
                    <a:pt x="58386" y="24650"/>
                    <a:pt x="58291" y="24657"/>
                    <a:pt x="58117" y="24676"/>
                  </a:cubicBezTo>
                  <a:lnTo>
                    <a:pt x="58159" y="24676"/>
                  </a:lnTo>
                  <a:cubicBezTo>
                    <a:pt x="57863" y="24702"/>
                    <a:pt x="57677" y="24719"/>
                    <a:pt x="57254" y="24727"/>
                  </a:cubicBezTo>
                  <a:cubicBezTo>
                    <a:pt x="57279" y="24719"/>
                    <a:pt x="57397" y="24710"/>
                    <a:pt x="57457" y="24710"/>
                  </a:cubicBezTo>
                  <a:cubicBezTo>
                    <a:pt x="56956" y="24710"/>
                    <a:pt x="56209" y="24769"/>
                    <a:pt x="55817" y="24769"/>
                  </a:cubicBezTo>
                  <a:cubicBezTo>
                    <a:pt x="55739" y="24769"/>
                    <a:pt x="55675" y="24767"/>
                    <a:pt x="55629" y="24761"/>
                  </a:cubicBezTo>
                  <a:cubicBezTo>
                    <a:pt x="55672" y="24736"/>
                    <a:pt x="55926" y="24736"/>
                    <a:pt x="55934" y="24710"/>
                  </a:cubicBezTo>
                  <a:cubicBezTo>
                    <a:pt x="56856" y="24710"/>
                    <a:pt x="56577" y="24643"/>
                    <a:pt x="57660" y="24626"/>
                  </a:cubicBezTo>
                  <a:cubicBezTo>
                    <a:pt x="57670" y="24636"/>
                    <a:pt x="57705" y="24640"/>
                    <a:pt x="57757" y="24640"/>
                  </a:cubicBezTo>
                  <a:cubicBezTo>
                    <a:pt x="57954" y="24640"/>
                    <a:pt x="58394" y="24581"/>
                    <a:pt x="58646" y="24581"/>
                  </a:cubicBezTo>
                  <a:cubicBezTo>
                    <a:pt x="58704" y="24581"/>
                    <a:pt x="58752" y="24584"/>
                    <a:pt x="58785" y="24592"/>
                  </a:cubicBezTo>
                  <a:cubicBezTo>
                    <a:pt x="58480" y="24600"/>
                    <a:pt x="58176" y="24626"/>
                    <a:pt x="57871" y="24676"/>
                  </a:cubicBezTo>
                  <a:cubicBezTo>
                    <a:pt x="58260" y="24651"/>
                    <a:pt x="58810" y="24617"/>
                    <a:pt x="59081" y="24609"/>
                  </a:cubicBezTo>
                  <a:cubicBezTo>
                    <a:pt x="58844" y="24600"/>
                    <a:pt x="58920" y="24566"/>
                    <a:pt x="59089" y="24533"/>
                  </a:cubicBezTo>
                  <a:lnTo>
                    <a:pt x="59089" y="24533"/>
                  </a:lnTo>
                  <a:cubicBezTo>
                    <a:pt x="58776" y="24558"/>
                    <a:pt x="58328" y="24583"/>
                    <a:pt x="57854" y="24592"/>
                  </a:cubicBezTo>
                  <a:cubicBezTo>
                    <a:pt x="57372" y="24609"/>
                    <a:pt x="56856" y="24609"/>
                    <a:pt x="56416" y="24626"/>
                  </a:cubicBezTo>
                  <a:lnTo>
                    <a:pt x="56518" y="24660"/>
                  </a:lnTo>
                  <a:cubicBezTo>
                    <a:pt x="56348" y="24671"/>
                    <a:pt x="56257" y="24675"/>
                    <a:pt x="56213" y="24675"/>
                  </a:cubicBezTo>
                  <a:cubicBezTo>
                    <a:pt x="56083" y="24675"/>
                    <a:pt x="56359" y="24638"/>
                    <a:pt x="56172" y="24638"/>
                  </a:cubicBezTo>
                  <a:cubicBezTo>
                    <a:pt x="56137" y="24638"/>
                    <a:pt x="56085" y="24639"/>
                    <a:pt x="56010" y="24643"/>
                  </a:cubicBezTo>
                  <a:lnTo>
                    <a:pt x="55739" y="24676"/>
                  </a:lnTo>
                  <a:lnTo>
                    <a:pt x="55706" y="24676"/>
                  </a:lnTo>
                  <a:lnTo>
                    <a:pt x="55257" y="24719"/>
                  </a:lnTo>
                  <a:cubicBezTo>
                    <a:pt x="55527" y="24711"/>
                    <a:pt x="55458" y="24692"/>
                    <a:pt x="55654" y="24692"/>
                  </a:cubicBezTo>
                  <a:cubicBezTo>
                    <a:pt x="55686" y="24692"/>
                    <a:pt x="55725" y="24692"/>
                    <a:pt x="55773" y="24693"/>
                  </a:cubicBezTo>
                  <a:cubicBezTo>
                    <a:pt x="56078" y="24693"/>
                    <a:pt x="55765" y="24727"/>
                    <a:pt x="55672" y="24744"/>
                  </a:cubicBezTo>
                  <a:cubicBezTo>
                    <a:pt x="55570" y="24744"/>
                    <a:pt x="55331" y="24748"/>
                    <a:pt x="55176" y="24748"/>
                  </a:cubicBezTo>
                  <a:cubicBezTo>
                    <a:pt x="55020" y="24748"/>
                    <a:pt x="54948" y="24744"/>
                    <a:pt x="55181" y="24727"/>
                  </a:cubicBezTo>
                  <a:lnTo>
                    <a:pt x="55181" y="24727"/>
                  </a:lnTo>
                  <a:lnTo>
                    <a:pt x="54361" y="24778"/>
                  </a:lnTo>
                  <a:cubicBezTo>
                    <a:pt x="54454" y="24761"/>
                    <a:pt x="54538" y="24753"/>
                    <a:pt x="54631" y="24744"/>
                  </a:cubicBezTo>
                  <a:lnTo>
                    <a:pt x="54631" y="24744"/>
                  </a:lnTo>
                  <a:lnTo>
                    <a:pt x="54039" y="24761"/>
                  </a:lnTo>
                  <a:lnTo>
                    <a:pt x="54064" y="24761"/>
                  </a:lnTo>
                  <a:cubicBezTo>
                    <a:pt x="53582" y="24795"/>
                    <a:pt x="52922" y="24786"/>
                    <a:pt x="52559" y="24812"/>
                  </a:cubicBezTo>
                  <a:cubicBezTo>
                    <a:pt x="53371" y="24837"/>
                    <a:pt x="52170" y="24837"/>
                    <a:pt x="52237" y="24863"/>
                  </a:cubicBezTo>
                  <a:cubicBezTo>
                    <a:pt x="51950" y="24854"/>
                    <a:pt x="51865" y="24786"/>
                    <a:pt x="52483" y="24769"/>
                  </a:cubicBezTo>
                  <a:cubicBezTo>
                    <a:pt x="52536" y="24778"/>
                    <a:pt x="52619" y="24781"/>
                    <a:pt x="52717" y="24781"/>
                  </a:cubicBezTo>
                  <a:cubicBezTo>
                    <a:pt x="52913" y="24781"/>
                    <a:pt x="53171" y="24769"/>
                    <a:pt x="53379" y="24769"/>
                  </a:cubicBezTo>
                  <a:cubicBezTo>
                    <a:pt x="53244" y="24761"/>
                    <a:pt x="53141" y="24758"/>
                    <a:pt x="53051" y="24758"/>
                  </a:cubicBezTo>
                  <a:cubicBezTo>
                    <a:pt x="52872" y="24758"/>
                    <a:pt x="52748" y="24769"/>
                    <a:pt x="52533" y="24769"/>
                  </a:cubicBezTo>
                  <a:cubicBezTo>
                    <a:pt x="52753" y="24753"/>
                    <a:pt x="52119" y="24744"/>
                    <a:pt x="52119" y="24727"/>
                  </a:cubicBezTo>
                  <a:cubicBezTo>
                    <a:pt x="52249" y="24705"/>
                    <a:pt x="52378" y="24693"/>
                    <a:pt x="52508" y="24693"/>
                  </a:cubicBezTo>
                  <a:cubicBezTo>
                    <a:pt x="52573" y="24693"/>
                    <a:pt x="52638" y="24696"/>
                    <a:pt x="52703" y="24702"/>
                  </a:cubicBezTo>
                  <a:cubicBezTo>
                    <a:pt x="53303" y="24702"/>
                    <a:pt x="52762" y="24727"/>
                    <a:pt x="52939" y="24727"/>
                  </a:cubicBezTo>
                  <a:cubicBezTo>
                    <a:pt x="53069" y="24740"/>
                    <a:pt x="53199" y="24747"/>
                    <a:pt x="53330" y="24747"/>
                  </a:cubicBezTo>
                  <a:cubicBezTo>
                    <a:pt x="53377" y="24747"/>
                    <a:pt x="53425" y="24746"/>
                    <a:pt x="53472" y="24744"/>
                  </a:cubicBezTo>
                  <a:cubicBezTo>
                    <a:pt x="53709" y="24736"/>
                    <a:pt x="53971" y="24727"/>
                    <a:pt x="54149" y="24727"/>
                  </a:cubicBezTo>
                  <a:cubicBezTo>
                    <a:pt x="54181" y="24727"/>
                    <a:pt x="54123" y="24732"/>
                    <a:pt x="54067" y="24734"/>
                  </a:cubicBezTo>
                  <a:lnTo>
                    <a:pt x="54067" y="24734"/>
                  </a:lnTo>
                  <a:cubicBezTo>
                    <a:pt x="54395" y="24726"/>
                    <a:pt x="54989" y="24717"/>
                    <a:pt x="55037" y="24693"/>
                  </a:cubicBezTo>
                  <a:lnTo>
                    <a:pt x="55037" y="24693"/>
                  </a:lnTo>
                  <a:lnTo>
                    <a:pt x="54251" y="24727"/>
                  </a:lnTo>
                  <a:cubicBezTo>
                    <a:pt x="54081" y="24719"/>
                    <a:pt x="54496" y="24702"/>
                    <a:pt x="54251" y="24693"/>
                  </a:cubicBezTo>
                  <a:lnTo>
                    <a:pt x="54251" y="24693"/>
                  </a:lnTo>
                  <a:cubicBezTo>
                    <a:pt x="54073" y="24702"/>
                    <a:pt x="53853" y="24702"/>
                    <a:pt x="53625" y="24702"/>
                  </a:cubicBezTo>
                  <a:lnTo>
                    <a:pt x="53667" y="24693"/>
                  </a:lnTo>
                  <a:cubicBezTo>
                    <a:pt x="53389" y="24683"/>
                    <a:pt x="53016" y="24679"/>
                    <a:pt x="52644" y="24679"/>
                  </a:cubicBezTo>
                  <a:cubicBezTo>
                    <a:pt x="52381" y="24679"/>
                    <a:pt x="52118" y="24681"/>
                    <a:pt x="51890" y="24685"/>
                  </a:cubicBezTo>
                  <a:cubicBezTo>
                    <a:pt x="51679" y="24744"/>
                    <a:pt x="51459" y="24795"/>
                    <a:pt x="51239" y="24820"/>
                  </a:cubicBezTo>
                  <a:lnTo>
                    <a:pt x="49987" y="24795"/>
                  </a:lnTo>
                  <a:lnTo>
                    <a:pt x="49336" y="24769"/>
                  </a:lnTo>
                  <a:lnTo>
                    <a:pt x="48684" y="24736"/>
                  </a:lnTo>
                  <a:cubicBezTo>
                    <a:pt x="48746" y="24731"/>
                    <a:pt x="48837" y="24729"/>
                    <a:pt x="48950" y="24729"/>
                  </a:cubicBezTo>
                  <a:cubicBezTo>
                    <a:pt x="49222" y="24729"/>
                    <a:pt x="49622" y="24741"/>
                    <a:pt x="50046" y="24753"/>
                  </a:cubicBezTo>
                  <a:lnTo>
                    <a:pt x="49792" y="24761"/>
                  </a:lnTo>
                  <a:cubicBezTo>
                    <a:pt x="49953" y="24767"/>
                    <a:pt x="50081" y="24769"/>
                    <a:pt x="50188" y="24769"/>
                  </a:cubicBezTo>
                  <a:cubicBezTo>
                    <a:pt x="50401" y="24769"/>
                    <a:pt x="50528" y="24761"/>
                    <a:pt x="50664" y="24761"/>
                  </a:cubicBezTo>
                  <a:cubicBezTo>
                    <a:pt x="50638" y="24761"/>
                    <a:pt x="50681" y="24769"/>
                    <a:pt x="50748" y="24778"/>
                  </a:cubicBezTo>
                  <a:cubicBezTo>
                    <a:pt x="51188" y="24778"/>
                    <a:pt x="51417" y="24753"/>
                    <a:pt x="51188" y="24727"/>
                  </a:cubicBezTo>
                  <a:lnTo>
                    <a:pt x="51188" y="24727"/>
                  </a:lnTo>
                  <a:lnTo>
                    <a:pt x="51044" y="24736"/>
                  </a:lnTo>
                  <a:lnTo>
                    <a:pt x="50748" y="24702"/>
                  </a:lnTo>
                  <a:cubicBezTo>
                    <a:pt x="50708" y="24719"/>
                    <a:pt x="50577" y="24725"/>
                    <a:pt x="50404" y="24725"/>
                  </a:cubicBezTo>
                  <a:cubicBezTo>
                    <a:pt x="50113" y="24725"/>
                    <a:pt x="49701" y="24709"/>
                    <a:pt x="49391" y="24709"/>
                  </a:cubicBezTo>
                  <a:cubicBezTo>
                    <a:pt x="49348" y="24709"/>
                    <a:pt x="49307" y="24710"/>
                    <a:pt x="49268" y="24710"/>
                  </a:cubicBezTo>
                  <a:cubicBezTo>
                    <a:pt x="49491" y="24705"/>
                    <a:pt x="49695" y="24683"/>
                    <a:pt x="49938" y="24683"/>
                  </a:cubicBezTo>
                  <a:cubicBezTo>
                    <a:pt x="50053" y="24683"/>
                    <a:pt x="50178" y="24688"/>
                    <a:pt x="50317" y="24702"/>
                  </a:cubicBezTo>
                  <a:lnTo>
                    <a:pt x="50276" y="24674"/>
                  </a:lnTo>
                  <a:lnTo>
                    <a:pt x="50276" y="24674"/>
                  </a:lnTo>
                  <a:cubicBezTo>
                    <a:pt x="50259" y="24674"/>
                    <a:pt x="50243" y="24674"/>
                    <a:pt x="50226" y="24674"/>
                  </a:cubicBezTo>
                  <a:cubicBezTo>
                    <a:pt x="50055" y="24674"/>
                    <a:pt x="49886" y="24672"/>
                    <a:pt x="49742" y="24660"/>
                  </a:cubicBezTo>
                  <a:cubicBezTo>
                    <a:pt x="49551" y="24672"/>
                    <a:pt x="49359" y="24679"/>
                    <a:pt x="49166" y="24679"/>
                  </a:cubicBezTo>
                  <a:cubicBezTo>
                    <a:pt x="48974" y="24679"/>
                    <a:pt x="48782" y="24672"/>
                    <a:pt x="48591" y="24660"/>
                  </a:cubicBezTo>
                  <a:lnTo>
                    <a:pt x="48617" y="24651"/>
                  </a:lnTo>
                  <a:lnTo>
                    <a:pt x="48617" y="24651"/>
                  </a:lnTo>
                  <a:cubicBezTo>
                    <a:pt x="48566" y="24654"/>
                    <a:pt x="48511" y="24655"/>
                    <a:pt x="48453" y="24655"/>
                  </a:cubicBezTo>
                  <a:cubicBezTo>
                    <a:pt x="47989" y="24655"/>
                    <a:pt x="47326" y="24575"/>
                    <a:pt x="47018" y="24575"/>
                  </a:cubicBezTo>
                  <a:cubicBezTo>
                    <a:pt x="46925" y="24592"/>
                    <a:pt x="47102" y="24609"/>
                    <a:pt x="47339" y="24626"/>
                  </a:cubicBezTo>
                  <a:cubicBezTo>
                    <a:pt x="47576" y="24634"/>
                    <a:pt x="47864" y="24643"/>
                    <a:pt x="47974" y="24660"/>
                  </a:cubicBezTo>
                  <a:cubicBezTo>
                    <a:pt x="47947" y="24660"/>
                    <a:pt x="47920" y="24661"/>
                    <a:pt x="47894" y="24661"/>
                  </a:cubicBezTo>
                  <a:cubicBezTo>
                    <a:pt x="47738" y="24661"/>
                    <a:pt x="47591" y="24649"/>
                    <a:pt x="47554" y="24649"/>
                  </a:cubicBezTo>
                  <a:cubicBezTo>
                    <a:pt x="47531" y="24649"/>
                    <a:pt x="47551" y="24653"/>
                    <a:pt x="47635" y="24668"/>
                  </a:cubicBezTo>
                  <a:cubicBezTo>
                    <a:pt x="47458" y="24668"/>
                    <a:pt x="47288" y="24660"/>
                    <a:pt x="47119" y="24634"/>
                  </a:cubicBezTo>
                  <a:cubicBezTo>
                    <a:pt x="46984" y="24609"/>
                    <a:pt x="46840" y="24600"/>
                    <a:pt x="46696" y="24600"/>
                  </a:cubicBezTo>
                  <a:lnTo>
                    <a:pt x="47009" y="24634"/>
                  </a:lnTo>
                  <a:cubicBezTo>
                    <a:pt x="46987" y="24635"/>
                    <a:pt x="46963" y="24635"/>
                    <a:pt x="46938" y="24635"/>
                  </a:cubicBezTo>
                  <a:cubicBezTo>
                    <a:pt x="46716" y="24635"/>
                    <a:pt x="46406" y="24608"/>
                    <a:pt x="46184" y="24608"/>
                  </a:cubicBezTo>
                  <a:cubicBezTo>
                    <a:pt x="46159" y="24608"/>
                    <a:pt x="46135" y="24608"/>
                    <a:pt x="46113" y="24609"/>
                  </a:cubicBezTo>
                  <a:cubicBezTo>
                    <a:pt x="46079" y="24643"/>
                    <a:pt x="46527" y="24634"/>
                    <a:pt x="46984" y="24676"/>
                  </a:cubicBezTo>
                  <a:lnTo>
                    <a:pt x="46772" y="24685"/>
                  </a:lnTo>
                  <a:cubicBezTo>
                    <a:pt x="47085" y="24702"/>
                    <a:pt x="47390" y="24710"/>
                    <a:pt x="47703" y="24710"/>
                  </a:cubicBezTo>
                  <a:cubicBezTo>
                    <a:pt x="47982" y="24685"/>
                    <a:pt x="47728" y="24668"/>
                    <a:pt x="48304" y="24668"/>
                  </a:cubicBezTo>
                  <a:cubicBezTo>
                    <a:pt x="48608" y="24702"/>
                    <a:pt x="48777" y="24761"/>
                    <a:pt x="48650" y="24786"/>
                  </a:cubicBezTo>
                  <a:cubicBezTo>
                    <a:pt x="48397" y="24761"/>
                    <a:pt x="47948" y="24753"/>
                    <a:pt x="47957" y="24719"/>
                  </a:cubicBezTo>
                  <a:lnTo>
                    <a:pt x="47957" y="24719"/>
                  </a:lnTo>
                  <a:cubicBezTo>
                    <a:pt x="47830" y="24736"/>
                    <a:pt x="47568" y="24736"/>
                    <a:pt x="47365" y="24736"/>
                  </a:cubicBezTo>
                  <a:cubicBezTo>
                    <a:pt x="47162" y="24736"/>
                    <a:pt x="47009" y="24736"/>
                    <a:pt x="47085" y="24753"/>
                  </a:cubicBezTo>
                  <a:lnTo>
                    <a:pt x="46984" y="24753"/>
                  </a:lnTo>
                  <a:cubicBezTo>
                    <a:pt x="46671" y="24702"/>
                    <a:pt x="46197" y="24651"/>
                    <a:pt x="45334" y="24592"/>
                  </a:cubicBezTo>
                  <a:cubicBezTo>
                    <a:pt x="45296" y="24590"/>
                    <a:pt x="45266" y="24589"/>
                    <a:pt x="45242" y="24589"/>
                  </a:cubicBezTo>
                  <a:cubicBezTo>
                    <a:pt x="45165" y="24589"/>
                    <a:pt x="45156" y="24600"/>
                    <a:pt x="45182" y="24626"/>
                  </a:cubicBezTo>
                  <a:cubicBezTo>
                    <a:pt x="45004" y="24600"/>
                    <a:pt x="44835" y="24583"/>
                    <a:pt x="44658" y="24566"/>
                  </a:cubicBezTo>
                  <a:cubicBezTo>
                    <a:pt x="44705" y="24564"/>
                    <a:pt x="44751" y="24563"/>
                    <a:pt x="44797" y="24563"/>
                  </a:cubicBezTo>
                  <a:cubicBezTo>
                    <a:pt x="44908" y="24563"/>
                    <a:pt x="45018" y="24569"/>
                    <a:pt x="45131" y="24575"/>
                  </a:cubicBezTo>
                  <a:lnTo>
                    <a:pt x="43803" y="24456"/>
                  </a:lnTo>
                  <a:lnTo>
                    <a:pt x="43913" y="24456"/>
                  </a:lnTo>
                  <a:lnTo>
                    <a:pt x="43380" y="24431"/>
                  </a:lnTo>
                  <a:lnTo>
                    <a:pt x="43380" y="24431"/>
                  </a:lnTo>
                  <a:cubicBezTo>
                    <a:pt x="43676" y="24448"/>
                    <a:pt x="44133" y="24490"/>
                    <a:pt x="44015" y="24507"/>
                  </a:cubicBezTo>
                  <a:cubicBezTo>
                    <a:pt x="43423" y="24482"/>
                    <a:pt x="43084" y="24423"/>
                    <a:pt x="42577" y="24406"/>
                  </a:cubicBezTo>
                  <a:cubicBezTo>
                    <a:pt x="42585" y="24355"/>
                    <a:pt x="42416" y="24330"/>
                    <a:pt x="42585" y="24321"/>
                  </a:cubicBezTo>
                  <a:cubicBezTo>
                    <a:pt x="42619" y="24330"/>
                    <a:pt x="42636" y="24330"/>
                    <a:pt x="42644" y="24330"/>
                  </a:cubicBezTo>
                  <a:cubicBezTo>
                    <a:pt x="42691" y="24325"/>
                    <a:pt x="42752" y="24323"/>
                    <a:pt x="42823" y="24323"/>
                  </a:cubicBezTo>
                  <a:cubicBezTo>
                    <a:pt x="42894" y="24323"/>
                    <a:pt x="42974" y="24325"/>
                    <a:pt x="43059" y="24330"/>
                  </a:cubicBezTo>
                  <a:cubicBezTo>
                    <a:pt x="43220" y="24330"/>
                    <a:pt x="43397" y="24338"/>
                    <a:pt x="43558" y="24347"/>
                  </a:cubicBezTo>
                  <a:cubicBezTo>
                    <a:pt x="43008" y="24296"/>
                    <a:pt x="42797" y="24270"/>
                    <a:pt x="42610" y="24245"/>
                  </a:cubicBezTo>
                  <a:cubicBezTo>
                    <a:pt x="42424" y="24228"/>
                    <a:pt x="42255" y="24211"/>
                    <a:pt x="41773" y="24160"/>
                  </a:cubicBezTo>
                  <a:cubicBezTo>
                    <a:pt x="41758" y="24153"/>
                    <a:pt x="41777" y="24150"/>
                    <a:pt x="41816" y="24150"/>
                  </a:cubicBezTo>
                  <a:cubicBezTo>
                    <a:pt x="41959" y="24150"/>
                    <a:pt x="42371" y="24188"/>
                    <a:pt x="42458" y="24188"/>
                  </a:cubicBezTo>
                  <a:cubicBezTo>
                    <a:pt x="42482" y="24188"/>
                    <a:pt x="42481" y="24185"/>
                    <a:pt x="42441" y="24177"/>
                  </a:cubicBezTo>
                  <a:lnTo>
                    <a:pt x="42441" y="24177"/>
                  </a:lnTo>
                  <a:cubicBezTo>
                    <a:pt x="42746" y="24211"/>
                    <a:pt x="43042" y="24253"/>
                    <a:pt x="43346" y="24279"/>
                  </a:cubicBezTo>
                  <a:cubicBezTo>
                    <a:pt x="43194" y="24270"/>
                    <a:pt x="43169" y="24270"/>
                    <a:pt x="43101" y="24270"/>
                  </a:cubicBezTo>
                  <a:cubicBezTo>
                    <a:pt x="43727" y="24304"/>
                    <a:pt x="43947" y="24355"/>
                    <a:pt x="44421" y="24355"/>
                  </a:cubicBezTo>
                  <a:cubicBezTo>
                    <a:pt x="44506" y="24367"/>
                    <a:pt x="44504" y="24371"/>
                    <a:pt x="44465" y="24371"/>
                  </a:cubicBezTo>
                  <a:cubicBezTo>
                    <a:pt x="44402" y="24371"/>
                    <a:pt x="44243" y="24361"/>
                    <a:pt x="44208" y="24361"/>
                  </a:cubicBezTo>
                  <a:cubicBezTo>
                    <a:pt x="44189" y="24361"/>
                    <a:pt x="44205" y="24364"/>
                    <a:pt x="44285" y="24372"/>
                  </a:cubicBezTo>
                  <a:cubicBezTo>
                    <a:pt x="44171" y="24363"/>
                    <a:pt x="44057" y="24359"/>
                    <a:pt x="43943" y="24359"/>
                  </a:cubicBezTo>
                  <a:cubicBezTo>
                    <a:pt x="43829" y="24359"/>
                    <a:pt x="43714" y="24363"/>
                    <a:pt x="43600" y="24372"/>
                  </a:cubicBezTo>
                  <a:cubicBezTo>
                    <a:pt x="43859" y="24400"/>
                    <a:pt x="43983" y="24407"/>
                    <a:pt x="44066" y="24407"/>
                  </a:cubicBezTo>
                  <a:cubicBezTo>
                    <a:pt x="44164" y="24407"/>
                    <a:pt x="44204" y="24397"/>
                    <a:pt x="44341" y="24397"/>
                  </a:cubicBezTo>
                  <a:cubicBezTo>
                    <a:pt x="44406" y="24397"/>
                    <a:pt x="44492" y="24399"/>
                    <a:pt x="44615" y="24406"/>
                  </a:cubicBezTo>
                  <a:lnTo>
                    <a:pt x="45072" y="24473"/>
                  </a:lnTo>
                  <a:cubicBezTo>
                    <a:pt x="45117" y="24476"/>
                    <a:pt x="45144" y="24477"/>
                    <a:pt x="45158" y="24477"/>
                  </a:cubicBezTo>
                  <a:cubicBezTo>
                    <a:pt x="45233" y="24477"/>
                    <a:pt x="44976" y="24447"/>
                    <a:pt x="44962" y="24440"/>
                  </a:cubicBezTo>
                  <a:lnTo>
                    <a:pt x="44962" y="24440"/>
                  </a:lnTo>
                  <a:cubicBezTo>
                    <a:pt x="45301" y="24465"/>
                    <a:pt x="45427" y="24482"/>
                    <a:pt x="45681" y="24499"/>
                  </a:cubicBezTo>
                  <a:cubicBezTo>
                    <a:pt x="45605" y="24490"/>
                    <a:pt x="45436" y="24473"/>
                    <a:pt x="45478" y="24465"/>
                  </a:cubicBezTo>
                  <a:lnTo>
                    <a:pt x="45478" y="24465"/>
                  </a:lnTo>
                  <a:cubicBezTo>
                    <a:pt x="45874" y="24513"/>
                    <a:pt x="46270" y="24523"/>
                    <a:pt x="46644" y="24583"/>
                  </a:cubicBezTo>
                  <a:lnTo>
                    <a:pt x="46644" y="24583"/>
                  </a:lnTo>
                  <a:cubicBezTo>
                    <a:pt x="46599" y="24566"/>
                    <a:pt x="46982" y="24566"/>
                    <a:pt x="47136" y="24566"/>
                  </a:cubicBezTo>
                  <a:lnTo>
                    <a:pt x="46341" y="24473"/>
                  </a:lnTo>
                  <a:cubicBezTo>
                    <a:pt x="45825" y="24440"/>
                    <a:pt x="45419" y="24414"/>
                    <a:pt x="44996" y="24389"/>
                  </a:cubicBezTo>
                  <a:cubicBezTo>
                    <a:pt x="44573" y="24355"/>
                    <a:pt x="44142" y="24313"/>
                    <a:pt x="43592" y="24279"/>
                  </a:cubicBezTo>
                  <a:lnTo>
                    <a:pt x="43659" y="24270"/>
                  </a:lnTo>
                  <a:lnTo>
                    <a:pt x="43093" y="24211"/>
                  </a:lnTo>
                  <a:cubicBezTo>
                    <a:pt x="42940" y="24194"/>
                    <a:pt x="42805" y="24177"/>
                    <a:pt x="42687" y="24169"/>
                  </a:cubicBezTo>
                  <a:cubicBezTo>
                    <a:pt x="42441" y="24152"/>
                    <a:pt x="42272" y="24135"/>
                    <a:pt x="42103" y="24135"/>
                  </a:cubicBezTo>
                  <a:cubicBezTo>
                    <a:pt x="41655" y="24135"/>
                    <a:pt x="41198" y="24101"/>
                    <a:pt x="40741" y="24042"/>
                  </a:cubicBezTo>
                  <a:cubicBezTo>
                    <a:pt x="40707" y="24000"/>
                    <a:pt x="40064" y="23966"/>
                    <a:pt x="40123" y="23932"/>
                  </a:cubicBezTo>
                  <a:lnTo>
                    <a:pt x="40123" y="23932"/>
                  </a:lnTo>
                  <a:cubicBezTo>
                    <a:pt x="40315" y="23958"/>
                    <a:pt x="40407" y="23968"/>
                    <a:pt x="40439" y="23968"/>
                  </a:cubicBezTo>
                  <a:cubicBezTo>
                    <a:pt x="40482" y="23968"/>
                    <a:pt x="40423" y="23951"/>
                    <a:pt x="40352" y="23932"/>
                  </a:cubicBezTo>
                  <a:cubicBezTo>
                    <a:pt x="40039" y="23924"/>
                    <a:pt x="39734" y="23890"/>
                    <a:pt x="39430" y="23847"/>
                  </a:cubicBezTo>
                  <a:cubicBezTo>
                    <a:pt x="39565" y="23847"/>
                    <a:pt x="39369" y="23812"/>
                    <a:pt x="39441" y="23812"/>
                  </a:cubicBezTo>
                  <a:cubicBezTo>
                    <a:pt x="39468" y="23812"/>
                    <a:pt x="39533" y="23817"/>
                    <a:pt x="39667" y="23831"/>
                  </a:cubicBezTo>
                  <a:cubicBezTo>
                    <a:pt x="38990" y="23737"/>
                    <a:pt x="38626" y="23687"/>
                    <a:pt x="38279" y="23670"/>
                  </a:cubicBezTo>
                  <a:cubicBezTo>
                    <a:pt x="37183" y="23544"/>
                    <a:pt x="37942" y="23576"/>
                    <a:pt x="36900" y="23437"/>
                  </a:cubicBezTo>
                  <a:lnTo>
                    <a:pt x="36900" y="23437"/>
                  </a:lnTo>
                  <a:cubicBezTo>
                    <a:pt x="36940" y="23441"/>
                    <a:pt x="36981" y="23441"/>
                    <a:pt x="37027" y="23441"/>
                  </a:cubicBezTo>
                  <a:cubicBezTo>
                    <a:pt x="36799" y="23416"/>
                    <a:pt x="36570" y="23374"/>
                    <a:pt x="36350" y="23340"/>
                  </a:cubicBezTo>
                  <a:lnTo>
                    <a:pt x="36350" y="23340"/>
                  </a:lnTo>
                  <a:lnTo>
                    <a:pt x="36570" y="23399"/>
                  </a:lnTo>
                  <a:lnTo>
                    <a:pt x="35767" y="23281"/>
                  </a:lnTo>
                  <a:cubicBezTo>
                    <a:pt x="35668" y="23269"/>
                    <a:pt x="35616" y="23264"/>
                    <a:pt x="35595" y="23264"/>
                  </a:cubicBezTo>
                  <a:cubicBezTo>
                    <a:pt x="35513" y="23264"/>
                    <a:pt x="35948" y="23342"/>
                    <a:pt x="35894" y="23348"/>
                  </a:cubicBezTo>
                  <a:lnTo>
                    <a:pt x="36063" y="23348"/>
                  </a:lnTo>
                  <a:cubicBezTo>
                    <a:pt x="36384" y="23408"/>
                    <a:pt x="36850" y="23458"/>
                    <a:pt x="36909" y="23492"/>
                  </a:cubicBezTo>
                  <a:cubicBezTo>
                    <a:pt x="36706" y="23458"/>
                    <a:pt x="36503" y="23433"/>
                    <a:pt x="36291" y="23424"/>
                  </a:cubicBezTo>
                  <a:lnTo>
                    <a:pt x="36291" y="23424"/>
                  </a:lnTo>
                  <a:lnTo>
                    <a:pt x="36799" y="23501"/>
                  </a:lnTo>
                  <a:cubicBezTo>
                    <a:pt x="36850" y="23518"/>
                    <a:pt x="36900" y="23534"/>
                    <a:pt x="36960" y="23551"/>
                  </a:cubicBezTo>
                  <a:cubicBezTo>
                    <a:pt x="37459" y="23627"/>
                    <a:pt x="37848" y="23687"/>
                    <a:pt x="38144" y="23704"/>
                  </a:cubicBezTo>
                  <a:cubicBezTo>
                    <a:pt x="37932" y="23670"/>
                    <a:pt x="37806" y="23678"/>
                    <a:pt x="37619" y="23636"/>
                  </a:cubicBezTo>
                  <a:cubicBezTo>
                    <a:pt x="37873" y="23636"/>
                    <a:pt x="38491" y="23729"/>
                    <a:pt x="39100" y="23797"/>
                  </a:cubicBezTo>
                  <a:cubicBezTo>
                    <a:pt x="39117" y="23805"/>
                    <a:pt x="39303" y="23831"/>
                    <a:pt x="39227" y="23831"/>
                  </a:cubicBezTo>
                  <a:cubicBezTo>
                    <a:pt x="39210" y="23831"/>
                    <a:pt x="39108" y="23822"/>
                    <a:pt x="39049" y="23814"/>
                  </a:cubicBezTo>
                  <a:lnTo>
                    <a:pt x="39049" y="23814"/>
                  </a:lnTo>
                  <a:cubicBezTo>
                    <a:pt x="39091" y="23831"/>
                    <a:pt x="38753" y="23805"/>
                    <a:pt x="39320" y="23881"/>
                  </a:cubicBezTo>
                  <a:lnTo>
                    <a:pt x="38922" y="23873"/>
                  </a:lnTo>
                  <a:lnTo>
                    <a:pt x="38694" y="23873"/>
                  </a:lnTo>
                  <a:cubicBezTo>
                    <a:pt x="38364" y="23831"/>
                    <a:pt x="37899" y="23771"/>
                    <a:pt x="37636" y="23721"/>
                  </a:cubicBezTo>
                  <a:lnTo>
                    <a:pt x="37653" y="23721"/>
                  </a:lnTo>
                  <a:cubicBezTo>
                    <a:pt x="37374" y="23678"/>
                    <a:pt x="36757" y="23611"/>
                    <a:pt x="36714" y="23568"/>
                  </a:cubicBezTo>
                  <a:cubicBezTo>
                    <a:pt x="36601" y="23558"/>
                    <a:pt x="36366" y="23523"/>
                    <a:pt x="36334" y="23523"/>
                  </a:cubicBezTo>
                  <a:cubicBezTo>
                    <a:pt x="36317" y="23523"/>
                    <a:pt x="36366" y="23534"/>
                    <a:pt x="36545" y="23568"/>
                  </a:cubicBezTo>
                  <a:lnTo>
                    <a:pt x="35724" y="23450"/>
                  </a:lnTo>
                  <a:cubicBezTo>
                    <a:pt x="35832" y="23431"/>
                    <a:pt x="35432" y="23346"/>
                    <a:pt x="35560" y="23346"/>
                  </a:cubicBezTo>
                  <a:cubicBezTo>
                    <a:pt x="35604" y="23346"/>
                    <a:pt x="35710" y="23356"/>
                    <a:pt x="35919" y="23382"/>
                  </a:cubicBezTo>
                  <a:lnTo>
                    <a:pt x="35115" y="23264"/>
                  </a:lnTo>
                  <a:lnTo>
                    <a:pt x="35200" y="23264"/>
                  </a:lnTo>
                  <a:cubicBezTo>
                    <a:pt x="35259" y="23272"/>
                    <a:pt x="35318" y="23281"/>
                    <a:pt x="35369" y="23298"/>
                  </a:cubicBezTo>
                  <a:cubicBezTo>
                    <a:pt x="35397" y="23299"/>
                    <a:pt x="35419" y="23300"/>
                    <a:pt x="35435" y="23300"/>
                  </a:cubicBezTo>
                  <a:cubicBezTo>
                    <a:pt x="35584" y="23300"/>
                    <a:pt x="35200" y="23231"/>
                    <a:pt x="34802" y="23162"/>
                  </a:cubicBezTo>
                  <a:lnTo>
                    <a:pt x="34692" y="23162"/>
                  </a:lnTo>
                  <a:cubicBezTo>
                    <a:pt x="34320" y="23078"/>
                    <a:pt x="34092" y="23010"/>
                    <a:pt x="33584" y="22925"/>
                  </a:cubicBezTo>
                  <a:cubicBezTo>
                    <a:pt x="33178" y="22875"/>
                    <a:pt x="32781" y="22841"/>
                    <a:pt x="32375" y="22782"/>
                  </a:cubicBezTo>
                  <a:lnTo>
                    <a:pt x="32028" y="22714"/>
                  </a:lnTo>
                  <a:cubicBezTo>
                    <a:pt x="31887" y="22667"/>
                    <a:pt x="31428" y="22577"/>
                    <a:pt x="31527" y="22577"/>
                  </a:cubicBezTo>
                  <a:cubicBezTo>
                    <a:pt x="31535" y="22577"/>
                    <a:pt x="31546" y="22577"/>
                    <a:pt x="31562" y="22579"/>
                  </a:cubicBezTo>
                  <a:cubicBezTo>
                    <a:pt x="31551" y="22573"/>
                    <a:pt x="31551" y="22570"/>
                    <a:pt x="31562" y="22570"/>
                  </a:cubicBezTo>
                  <a:cubicBezTo>
                    <a:pt x="31598" y="22570"/>
                    <a:pt x="31743" y="22599"/>
                    <a:pt x="31918" y="22638"/>
                  </a:cubicBezTo>
                  <a:cubicBezTo>
                    <a:pt x="31935" y="22646"/>
                    <a:pt x="31928" y="22646"/>
                    <a:pt x="31922" y="22646"/>
                  </a:cubicBezTo>
                  <a:cubicBezTo>
                    <a:pt x="31916" y="22646"/>
                    <a:pt x="31909" y="22646"/>
                    <a:pt x="31926" y="22655"/>
                  </a:cubicBezTo>
                  <a:cubicBezTo>
                    <a:pt x="32002" y="22646"/>
                    <a:pt x="32028" y="22638"/>
                    <a:pt x="31757" y="22562"/>
                  </a:cubicBezTo>
                  <a:lnTo>
                    <a:pt x="31757" y="22562"/>
                  </a:lnTo>
                  <a:cubicBezTo>
                    <a:pt x="32036" y="22621"/>
                    <a:pt x="32070" y="22629"/>
                    <a:pt x="32273" y="22663"/>
                  </a:cubicBezTo>
                  <a:lnTo>
                    <a:pt x="32012" y="22602"/>
                  </a:lnTo>
                  <a:lnTo>
                    <a:pt x="32012" y="22602"/>
                  </a:lnTo>
                  <a:cubicBezTo>
                    <a:pt x="32220" y="22650"/>
                    <a:pt x="32485" y="22690"/>
                    <a:pt x="32688" y="22722"/>
                  </a:cubicBezTo>
                  <a:cubicBezTo>
                    <a:pt x="32785" y="22743"/>
                    <a:pt x="32888" y="22758"/>
                    <a:pt x="32992" y="22758"/>
                  </a:cubicBezTo>
                  <a:cubicBezTo>
                    <a:pt x="33015" y="22758"/>
                    <a:pt x="33037" y="22758"/>
                    <a:pt x="33060" y="22756"/>
                  </a:cubicBezTo>
                  <a:lnTo>
                    <a:pt x="33060" y="22756"/>
                  </a:lnTo>
                  <a:cubicBezTo>
                    <a:pt x="33053" y="22757"/>
                    <a:pt x="33047" y="22757"/>
                    <a:pt x="33040" y="22757"/>
                  </a:cubicBezTo>
                  <a:cubicBezTo>
                    <a:pt x="32900" y="22757"/>
                    <a:pt x="32651" y="22677"/>
                    <a:pt x="32434" y="22621"/>
                  </a:cubicBezTo>
                  <a:lnTo>
                    <a:pt x="32434" y="22621"/>
                  </a:lnTo>
                  <a:cubicBezTo>
                    <a:pt x="32557" y="22644"/>
                    <a:pt x="32773" y="22680"/>
                    <a:pt x="32799" y="22680"/>
                  </a:cubicBezTo>
                  <a:cubicBezTo>
                    <a:pt x="32810" y="22680"/>
                    <a:pt x="32784" y="22673"/>
                    <a:pt x="32696" y="22655"/>
                  </a:cubicBezTo>
                  <a:cubicBezTo>
                    <a:pt x="32625" y="22649"/>
                    <a:pt x="32232" y="22573"/>
                    <a:pt x="32181" y="22573"/>
                  </a:cubicBezTo>
                  <a:cubicBezTo>
                    <a:pt x="32158" y="22573"/>
                    <a:pt x="32201" y="22588"/>
                    <a:pt x="32366" y="22629"/>
                  </a:cubicBezTo>
                  <a:cubicBezTo>
                    <a:pt x="32129" y="22587"/>
                    <a:pt x="31816" y="22528"/>
                    <a:pt x="31554" y="22469"/>
                  </a:cubicBezTo>
                  <a:lnTo>
                    <a:pt x="31554" y="22469"/>
                  </a:lnTo>
                  <a:cubicBezTo>
                    <a:pt x="31658" y="22485"/>
                    <a:pt x="31705" y="22491"/>
                    <a:pt x="31725" y="22491"/>
                  </a:cubicBezTo>
                  <a:cubicBezTo>
                    <a:pt x="31765" y="22491"/>
                    <a:pt x="31695" y="22469"/>
                    <a:pt x="31757" y="22469"/>
                  </a:cubicBezTo>
                  <a:cubicBezTo>
                    <a:pt x="31691" y="22452"/>
                    <a:pt x="31622" y="22443"/>
                    <a:pt x="31554" y="22443"/>
                  </a:cubicBezTo>
                  <a:cubicBezTo>
                    <a:pt x="31517" y="22443"/>
                    <a:pt x="31480" y="22446"/>
                    <a:pt x="31444" y="22452"/>
                  </a:cubicBezTo>
                  <a:cubicBezTo>
                    <a:pt x="30657" y="22257"/>
                    <a:pt x="30361" y="22122"/>
                    <a:pt x="29473" y="21927"/>
                  </a:cubicBezTo>
                  <a:cubicBezTo>
                    <a:pt x="29466" y="21926"/>
                    <a:pt x="29462" y="21926"/>
                    <a:pt x="29460" y="21926"/>
                  </a:cubicBezTo>
                  <a:cubicBezTo>
                    <a:pt x="29429" y="21926"/>
                    <a:pt x="30001" y="22046"/>
                    <a:pt x="29921" y="22046"/>
                  </a:cubicBezTo>
                  <a:cubicBezTo>
                    <a:pt x="29270" y="21927"/>
                    <a:pt x="29092" y="21817"/>
                    <a:pt x="28534" y="21690"/>
                  </a:cubicBezTo>
                  <a:lnTo>
                    <a:pt x="28534" y="21690"/>
                  </a:lnTo>
                  <a:lnTo>
                    <a:pt x="28678" y="21766"/>
                  </a:lnTo>
                  <a:cubicBezTo>
                    <a:pt x="28500" y="21724"/>
                    <a:pt x="28086" y="21623"/>
                    <a:pt x="27874" y="21572"/>
                  </a:cubicBezTo>
                  <a:cubicBezTo>
                    <a:pt x="27835" y="21552"/>
                    <a:pt x="27475" y="21436"/>
                    <a:pt x="27520" y="21436"/>
                  </a:cubicBezTo>
                  <a:cubicBezTo>
                    <a:pt x="27534" y="21436"/>
                    <a:pt x="27581" y="21446"/>
                    <a:pt x="27680" y="21470"/>
                  </a:cubicBezTo>
                  <a:cubicBezTo>
                    <a:pt x="27375" y="21377"/>
                    <a:pt x="27071" y="21310"/>
                    <a:pt x="26758" y="21259"/>
                  </a:cubicBezTo>
                  <a:cubicBezTo>
                    <a:pt x="26411" y="21191"/>
                    <a:pt x="26072" y="21107"/>
                    <a:pt x="25734" y="21005"/>
                  </a:cubicBezTo>
                  <a:lnTo>
                    <a:pt x="25734" y="21005"/>
                  </a:lnTo>
                  <a:cubicBezTo>
                    <a:pt x="26233" y="21157"/>
                    <a:pt x="26292" y="21166"/>
                    <a:pt x="26690" y="21284"/>
                  </a:cubicBezTo>
                  <a:cubicBezTo>
                    <a:pt x="26545" y="21249"/>
                    <a:pt x="26491" y="21238"/>
                    <a:pt x="26482" y="21238"/>
                  </a:cubicBezTo>
                  <a:cubicBezTo>
                    <a:pt x="26463" y="21238"/>
                    <a:pt x="26605" y="21282"/>
                    <a:pt x="26571" y="21293"/>
                  </a:cubicBezTo>
                  <a:cubicBezTo>
                    <a:pt x="26376" y="21215"/>
                    <a:pt x="25844" y="21071"/>
                    <a:pt x="25869" y="21071"/>
                  </a:cubicBezTo>
                  <a:cubicBezTo>
                    <a:pt x="25877" y="21071"/>
                    <a:pt x="25934" y="21084"/>
                    <a:pt x="26064" y="21115"/>
                  </a:cubicBezTo>
                  <a:cubicBezTo>
                    <a:pt x="25734" y="21014"/>
                    <a:pt x="25057" y="20819"/>
                    <a:pt x="24896" y="20785"/>
                  </a:cubicBezTo>
                  <a:lnTo>
                    <a:pt x="24896" y="20785"/>
                  </a:lnTo>
                  <a:lnTo>
                    <a:pt x="25170" y="20879"/>
                  </a:lnTo>
                  <a:lnTo>
                    <a:pt x="25170" y="20879"/>
                  </a:lnTo>
                  <a:cubicBezTo>
                    <a:pt x="25232" y="20896"/>
                    <a:pt x="25302" y="20915"/>
                    <a:pt x="25379" y="20937"/>
                  </a:cubicBezTo>
                  <a:cubicBezTo>
                    <a:pt x="25669" y="21029"/>
                    <a:pt x="25731" y="21053"/>
                    <a:pt x="25712" y="21053"/>
                  </a:cubicBezTo>
                  <a:cubicBezTo>
                    <a:pt x="25692" y="21053"/>
                    <a:pt x="25585" y="21027"/>
                    <a:pt x="25555" y="21027"/>
                  </a:cubicBezTo>
                  <a:cubicBezTo>
                    <a:pt x="25532" y="21027"/>
                    <a:pt x="25557" y="21043"/>
                    <a:pt x="25709" y="21098"/>
                  </a:cubicBezTo>
                  <a:lnTo>
                    <a:pt x="26309" y="21242"/>
                  </a:lnTo>
                  <a:lnTo>
                    <a:pt x="26309" y="21242"/>
                  </a:lnTo>
                  <a:lnTo>
                    <a:pt x="26030" y="21157"/>
                  </a:lnTo>
                  <a:cubicBezTo>
                    <a:pt x="26032" y="21157"/>
                    <a:pt x="26033" y="21157"/>
                    <a:pt x="26035" y="21157"/>
                  </a:cubicBezTo>
                  <a:cubicBezTo>
                    <a:pt x="26142" y="21157"/>
                    <a:pt x="26778" y="21371"/>
                    <a:pt x="26875" y="21371"/>
                  </a:cubicBezTo>
                  <a:cubicBezTo>
                    <a:pt x="26887" y="21371"/>
                    <a:pt x="26891" y="21368"/>
                    <a:pt x="26884" y="21360"/>
                  </a:cubicBezTo>
                  <a:lnTo>
                    <a:pt x="26884" y="21360"/>
                  </a:lnTo>
                  <a:cubicBezTo>
                    <a:pt x="27477" y="21546"/>
                    <a:pt x="27663" y="21580"/>
                    <a:pt x="28323" y="21783"/>
                  </a:cubicBezTo>
                  <a:cubicBezTo>
                    <a:pt x="28347" y="21787"/>
                    <a:pt x="28362" y="21789"/>
                    <a:pt x="28369" y="21789"/>
                  </a:cubicBezTo>
                  <a:cubicBezTo>
                    <a:pt x="28407" y="21789"/>
                    <a:pt x="28271" y="21749"/>
                    <a:pt x="28127" y="21710"/>
                  </a:cubicBezTo>
                  <a:lnTo>
                    <a:pt x="28127" y="21710"/>
                  </a:lnTo>
                  <a:cubicBezTo>
                    <a:pt x="28398" y="21779"/>
                    <a:pt x="28458" y="21760"/>
                    <a:pt x="28855" y="21885"/>
                  </a:cubicBezTo>
                  <a:cubicBezTo>
                    <a:pt x="28914" y="21900"/>
                    <a:pt x="28948" y="21907"/>
                    <a:pt x="28960" y="21907"/>
                  </a:cubicBezTo>
                  <a:cubicBezTo>
                    <a:pt x="28988" y="21907"/>
                    <a:pt x="28881" y="21866"/>
                    <a:pt x="28670" y="21808"/>
                  </a:cubicBezTo>
                  <a:lnTo>
                    <a:pt x="28670" y="21808"/>
                  </a:lnTo>
                  <a:cubicBezTo>
                    <a:pt x="28964" y="21883"/>
                    <a:pt x="29257" y="21940"/>
                    <a:pt x="29583" y="22029"/>
                  </a:cubicBezTo>
                  <a:lnTo>
                    <a:pt x="29202" y="21910"/>
                  </a:lnTo>
                  <a:lnTo>
                    <a:pt x="29202" y="21910"/>
                  </a:lnTo>
                  <a:lnTo>
                    <a:pt x="29600" y="22003"/>
                  </a:lnTo>
                  <a:lnTo>
                    <a:pt x="29270" y="21910"/>
                  </a:lnTo>
                  <a:lnTo>
                    <a:pt x="29270" y="21910"/>
                  </a:lnTo>
                  <a:cubicBezTo>
                    <a:pt x="30031" y="22088"/>
                    <a:pt x="30903" y="22308"/>
                    <a:pt x="31300" y="22418"/>
                  </a:cubicBezTo>
                  <a:cubicBezTo>
                    <a:pt x="31131" y="22392"/>
                    <a:pt x="30936" y="22359"/>
                    <a:pt x="30733" y="22316"/>
                  </a:cubicBezTo>
                  <a:lnTo>
                    <a:pt x="30124" y="22172"/>
                  </a:lnTo>
                  <a:cubicBezTo>
                    <a:pt x="29718" y="22088"/>
                    <a:pt x="29346" y="22003"/>
                    <a:pt x="29152" y="21978"/>
                  </a:cubicBezTo>
                  <a:lnTo>
                    <a:pt x="29152" y="21978"/>
                  </a:lnTo>
                  <a:cubicBezTo>
                    <a:pt x="29295" y="22029"/>
                    <a:pt x="29684" y="22079"/>
                    <a:pt x="29862" y="22156"/>
                  </a:cubicBezTo>
                  <a:lnTo>
                    <a:pt x="30074" y="22181"/>
                  </a:lnTo>
                  <a:cubicBezTo>
                    <a:pt x="30353" y="22232"/>
                    <a:pt x="30623" y="22299"/>
                    <a:pt x="30886" y="22384"/>
                  </a:cubicBezTo>
                  <a:cubicBezTo>
                    <a:pt x="30251" y="22257"/>
                    <a:pt x="30082" y="22232"/>
                    <a:pt x="29752" y="22181"/>
                  </a:cubicBezTo>
                  <a:cubicBezTo>
                    <a:pt x="29701" y="22172"/>
                    <a:pt x="29642" y="22164"/>
                    <a:pt x="29591" y="22147"/>
                  </a:cubicBezTo>
                  <a:cubicBezTo>
                    <a:pt x="29405" y="22105"/>
                    <a:pt x="29101" y="22029"/>
                    <a:pt x="28923" y="21995"/>
                  </a:cubicBezTo>
                  <a:cubicBezTo>
                    <a:pt x="28800" y="21963"/>
                    <a:pt x="28790" y="21956"/>
                    <a:pt x="28811" y="21956"/>
                  </a:cubicBezTo>
                  <a:cubicBezTo>
                    <a:pt x="28829" y="21956"/>
                    <a:pt x="28869" y="21961"/>
                    <a:pt x="28881" y="21961"/>
                  </a:cubicBezTo>
                  <a:cubicBezTo>
                    <a:pt x="28128" y="21733"/>
                    <a:pt x="27578" y="21673"/>
                    <a:pt x="26783" y="21436"/>
                  </a:cubicBezTo>
                  <a:cubicBezTo>
                    <a:pt x="26783" y="21421"/>
                    <a:pt x="26284" y="21270"/>
                    <a:pt x="26324" y="21270"/>
                  </a:cubicBezTo>
                  <a:cubicBezTo>
                    <a:pt x="26329" y="21270"/>
                    <a:pt x="26340" y="21271"/>
                    <a:pt x="26360" y="21276"/>
                  </a:cubicBezTo>
                  <a:cubicBezTo>
                    <a:pt x="25895" y="21140"/>
                    <a:pt x="25632" y="21090"/>
                    <a:pt x="25319" y="21022"/>
                  </a:cubicBezTo>
                  <a:cubicBezTo>
                    <a:pt x="25267" y="20984"/>
                    <a:pt x="24745" y="20846"/>
                    <a:pt x="24804" y="20846"/>
                  </a:cubicBezTo>
                  <a:cubicBezTo>
                    <a:pt x="24810" y="20846"/>
                    <a:pt x="24823" y="20848"/>
                    <a:pt x="24843" y="20851"/>
                  </a:cubicBezTo>
                  <a:lnTo>
                    <a:pt x="24843" y="20851"/>
                  </a:lnTo>
                  <a:cubicBezTo>
                    <a:pt x="24695" y="20826"/>
                    <a:pt x="24554" y="20793"/>
                    <a:pt x="24414" y="20760"/>
                  </a:cubicBezTo>
                  <a:cubicBezTo>
                    <a:pt x="24127" y="20658"/>
                    <a:pt x="23518" y="20481"/>
                    <a:pt x="23425" y="20430"/>
                  </a:cubicBezTo>
                  <a:cubicBezTo>
                    <a:pt x="23103" y="20337"/>
                    <a:pt x="23323" y="20438"/>
                    <a:pt x="22883" y="20286"/>
                  </a:cubicBezTo>
                  <a:cubicBezTo>
                    <a:pt x="22896" y="20286"/>
                    <a:pt x="22892" y="20282"/>
                    <a:pt x="22896" y="20282"/>
                  </a:cubicBezTo>
                  <a:cubicBezTo>
                    <a:pt x="22897" y="20282"/>
                    <a:pt x="22899" y="20282"/>
                    <a:pt x="22902" y="20283"/>
                  </a:cubicBezTo>
                  <a:lnTo>
                    <a:pt x="22902" y="20283"/>
                  </a:lnTo>
                  <a:cubicBezTo>
                    <a:pt x="22682" y="20207"/>
                    <a:pt x="22264" y="20062"/>
                    <a:pt x="22071" y="20015"/>
                  </a:cubicBezTo>
                  <a:lnTo>
                    <a:pt x="22071" y="20015"/>
                  </a:lnTo>
                  <a:cubicBezTo>
                    <a:pt x="22376" y="20125"/>
                    <a:pt x="22139" y="20041"/>
                    <a:pt x="22502" y="20176"/>
                  </a:cubicBezTo>
                  <a:cubicBezTo>
                    <a:pt x="22409" y="20159"/>
                    <a:pt x="22325" y="20134"/>
                    <a:pt x="22232" y="20100"/>
                  </a:cubicBezTo>
                  <a:cubicBezTo>
                    <a:pt x="22071" y="20049"/>
                    <a:pt x="21868" y="19981"/>
                    <a:pt x="21657" y="19905"/>
                  </a:cubicBezTo>
                  <a:lnTo>
                    <a:pt x="21657" y="19905"/>
                  </a:lnTo>
                  <a:cubicBezTo>
                    <a:pt x="21767" y="19936"/>
                    <a:pt x="21819" y="19948"/>
                    <a:pt x="21833" y="19948"/>
                  </a:cubicBezTo>
                  <a:cubicBezTo>
                    <a:pt x="21885" y="19948"/>
                    <a:pt x="21421" y="19784"/>
                    <a:pt x="21450" y="19784"/>
                  </a:cubicBezTo>
                  <a:cubicBezTo>
                    <a:pt x="21454" y="19784"/>
                    <a:pt x="21468" y="19788"/>
                    <a:pt x="21496" y="19795"/>
                  </a:cubicBezTo>
                  <a:cubicBezTo>
                    <a:pt x="20591" y="19491"/>
                    <a:pt x="20066" y="19330"/>
                    <a:pt x="19305" y="19093"/>
                  </a:cubicBezTo>
                  <a:cubicBezTo>
                    <a:pt x="18417" y="18780"/>
                    <a:pt x="17334" y="18340"/>
                    <a:pt x="16649" y="18078"/>
                  </a:cubicBezTo>
                  <a:lnTo>
                    <a:pt x="16649" y="18078"/>
                  </a:lnTo>
                  <a:lnTo>
                    <a:pt x="16733" y="18120"/>
                  </a:lnTo>
                  <a:lnTo>
                    <a:pt x="16319" y="17968"/>
                  </a:lnTo>
                  <a:cubicBezTo>
                    <a:pt x="16090" y="17875"/>
                    <a:pt x="16327" y="17934"/>
                    <a:pt x="15963" y="17791"/>
                  </a:cubicBezTo>
                  <a:lnTo>
                    <a:pt x="15963" y="17791"/>
                  </a:lnTo>
                  <a:cubicBezTo>
                    <a:pt x="16099" y="17816"/>
                    <a:pt x="16598" y="18053"/>
                    <a:pt x="16978" y="18180"/>
                  </a:cubicBezTo>
                  <a:cubicBezTo>
                    <a:pt x="16832" y="18112"/>
                    <a:pt x="16787" y="18088"/>
                    <a:pt x="16799" y="18088"/>
                  </a:cubicBezTo>
                  <a:cubicBezTo>
                    <a:pt x="16829" y="18088"/>
                    <a:pt x="17223" y="18243"/>
                    <a:pt x="17251" y="18243"/>
                  </a:cubicBezTo>
                  <a:cubicBezTo>
                    <a:pt x="17259" y="18243"/>
                    <a:pt x="17236" y="18230"/>
                    <a:pt x="17165" y="18197"/>
                  </a:cubicBezTo>
                  <a:cubicBezTo>
                    <a:pt x="16877" y="18112"/>
                    <a:pt x="16589" y="18010"/>
                    <a:pt x="16319" y="17884"/>
                  </a:cubicBezTo>
                  <a:cubicBezTo>
                    <a:pt x="15938" y="17714"/>
                    <a:pt x="15523" y="17537"/>
                    <a:pt x="15244" y="17427"/>
                  </a:cubicBezTo>
                  <a:cubicBezTo>
                    <a:pt x="15103" y="17361"/>
                    <a:pt x="15056" y="17336"/>
                    <a:pt x="15058" y="17334"/>
                  </a:cubicBezTo>
                  <a:lnTo>
                    <a:pt x="15058" y="17334"/>
                  </a:lnTo>
                  <a:lnTo>
                    <a:pt x="15058" y="17334"/>
                  </a:lnTo>
                  <a:cubicBezTo>
                    <a:pt x="14855" y="17232"/>
                    <a:pt x="14787" y="17198"/>
                    <a:pt x="14796" y="17181"/>
                  </a:cubicBezTo>
                  <a:cubicBezTo>
                    <a:pt x="14517" y="17055"/>
                    <a:pt x="14221" y="16911"/>
                    <a:pt x="13933" y="16775"/>
                  </a:cubicBezTo>
                  <a:cubicBezTo>
                    <a:pt x="13637" y="16640"/>
                    <a:pt x="13366" y="16513"/>
                    <a:pt x="13121" y="16412"/>
                  </a:cubicBezTo>
                  <a:lnTo>
                    <a:pt x="13121" y="16412"/>
                  </a:lnTo>
                  <a:cubicBezTo>
                    <a:pt x="13323" y="16504"/>
                    <a:pt x="13368" y="16527"/>
                    <a:pt x="13359" y="16527"/>
                  </a:cubicBezTo>
                  <a:cubicBezTo>
                    <a:pt x="13351" y="16527"/>
                    <a:pt x="13291" y="16505"/>
                    <a:pt x="13276" y="16505"/>
                  </a:cubicBezTo>
                  <a:cubicBezTo>
                    <a:pt x="13261" y="16505"/>
                    <a:pt x="13298" y="16530"/>
                    <a:pt x="13502" y="16632"/>
                  </a:cubicBezTo>
                  <a:cubicBezTo>
                    <a:pt x="13409" y="16589"/>
                    <a:pt x="13256" y="16530"/>
                    <a:pt x="13096" y="16445"/>
                  </a:cubicBezTo>
                  <a:cubicBezTo>
                    <a:pt x="12935" y="16361"/>
                    <a:pt x="12749" y="16268"/>
                    <a:pt x="12571" y="16175"/>
                  </a:cubicBezTo>
                  <a:lnTo>
                    <a:pt x="12571" y="16175"/>
                  </a:lnTo>
                  <a:cubicBezTo>
                    <a:pt x="12630" y="16203"/>
                    <a:pt x="12656" y="16214"/>
                    <a:pt x="12662" y="16214"/>
                  </a:cubicBezTo>
                  <a:cubicBezTo>
                    <a:pt x="12681" y="16214"/>
                    <a:pt x="12531" y="16122"/>
                    <a:pt x="12544" y="16122"/>
                  </a:cubicBezTo>
                  <a:cubicBezTo>
                    <a:pt x="12553" y="16122"/>
                    <a:pt x="12636" y="16163"/>
                    <a:pt x="12893" y="16302"/>
                  </a:cubicBezTo>
                  <a:cubicBezTo>
                    <a:pt x="12800" y="16217"/>
                    <a:pt x="12503" y="16107"/>
                    <a:pt x="12165" y="15921"/>
                  </a:cubicBezTo>
                  <a:lnTo>
                    <a:pt x="12165" y="15921"/>
                  </a:lnTo>
                  <a:cubicBezTo>
                    <a:pt x="12254" y="15963"/>
                    <a:pt x="12400" y="16031"/>
                    <a:pt x="12520" y="16086"/>
                  </a:cubicBezTo>
                  <a:lnTo>
                    <a:pt x="12520" y="16086"/>
                  </a:lnTo>
                  <a:cubicBezTo>
                    <a:pt x="12429" y="16043"/>
                    <a:pt x="12329" y="15991"/>
                    <a:pt x="12224" y="15929"/>
                  </a:cubicBezTo>
                  <a:cubicBezTo>
                    <a:pt x="12047" y="15828"/>
                    <a:pt x="11852" y="15718"/>
                    <a:pt x="11666" y="15616"/>
                  </a:cubicBezTo>
                  <a:cubicBezTo>
                    <a:pt x="11302" y="15397"/>
                    <a:pt x="10981" y="15193"/>
                    <a:pt x="10879" y="15151"/>
                  </a:cubicBezTo>
                  <a:cubicBezTo>
                    <a:pt x="10499" y="14957"/>
                    <a:pt x="9932" y="14627"/>
                    <a:pt x="9483" y="14364"/>
                  </a:cubicBezTo>
                  <a:lnTo>
                    <a:pt x="8832" y="13891"/>
                  </a:lnTo>
                  <a:cubicBezTo>
                    <a:pt x="8595" y="13730"/>
                    <a:pt x="8367" y="13561"/>
                    <a:pt x="8138" y="13383"/>
                  </a:cubicBezTo>
                  <a:lnTo>
                    <a:pt x="8138" y="13383"/>
                  </a:lnTo>
                  <a:lnTo>
                    <a:pt x="8231" y="13434"/>
                  </a:lnTo>
                  <a:cubicBezTo>
                    <a:pt x="7969" y="13239"/>
                    <a:pt x="7563" y="12926"/>
                    <a:pt x="7191" y="12613"/>
                  </a:cubicBezTo>
                  <a:lnTo>
                    <a:pt x="7123" y="12529"/>
                  </a:lnTo>
                  <a:lnTo>
                    <a:pt x="6616" y="12097"/>
                  </a:lnTo>
                  <a:cubicBezTo>
                    <a:pt x="6421" y="11928"/>
                    <a:pt x="6218" y="11734"/>
                    <a:pt x="6032" y="11556"/>
                  </a:cubicBezTo>
                  <a:lnTo>
                    <a:pt x="6032" y="11556"/>
                  </a:lnTo>
                  <a:cubicBezTo>
                    <a:pt x="6018" y="11563"/>
                    <a:pt x="6250" y="11776"/>
                    <a:pt x="6234" y="11776"/>
                  </a:cubicBezTo>
                  <a:cubicBezTo>
                    <a:pt x="6231" y="11776"/>
                    <a:pt x="6216" y="11766"/>
                    <a:pt x="6184" y="11742"/>
                  </a:cubicBezTo>
                  <a:lnTo>
                    <a:pt x="6184" y="11742"/>
                  </a:lnTo>
                  <a:cubicBezTo>
                    <a:pt x="6338" y="11882"/>
                    <a:pt x="6475" y="12004"/>
                    <a:pt x="6484" y="12004"/>
                  </a:cubicBezTo>
                  <a:cubicBezTo>
                    <a:pt x="6486" y="12004"/>
                    <a:pt x="6482" y="11999"/>
                    <a:pt x="6472" y="11987"/>
                  </a:cubicBezTo>
                  <a:lnTo>
                    <a:pt x="6472" y="11987"/>
                  </a:lnTo>
                  <a:cubicBezTo>
                    <a:pt x="6658" y="12157"/>
                    <a:pt x="6658" y="12173"/>
                    <a:pt x="6802" y="12326"/>
                  </a:cubicBezTo>
                  <a:cubicBezTo>
                    <a:pt x="6548" y="12114"/>
                    <a:pt x="6311" y="11894"/>
                    <a:pt x="6066" y="11674"/>
                  </a:cubicBezTo>
                  <a:cubicBezTo>
                    <a:pt x="6040" y="11649"/>
                    <a:pt x="6015" y="11624"/>
                    <a:pt x="5990" y="11598"/>
                  </a:cubicBezTo>
                  <a:lnTo>
                    <a:pt x="5914" y="11564"/>
                  </a:lnTo>
                  <a:cubicBezTo>
                    <a:pt x="5762" y="11413"/>
                    <a:pt x="5703" y="11347"/>
                    <a:pt x="5715" y="11347"/>
                  </a:cubicBezTo>
                  <a:cubicBezTo>
                    <a:pt x="5717" y="11347"/>
                    <a:pt x="5721" y="11349"/>
                    <a:pt x="5727" y="11353"/>
                  </a:cubicBezTo>
                  <a:cubicBezTo>
                    <a:pt x="5524" y="11158"/>
                    <a:pt x="5389" y="11040"/>
                    <a:pt x="5254" y="10913"/>
                  </a:cubicBezTo>
                  <a:cubicBezTo>
                    <a:pt x="5118" y="10778"/>
                    <a:pt x="4983" y="10634"/>
                    <a:pt x="4788" y="10422"/>
                  </a:cubicBezTo>
                  <a:lnTo>
                    <a:pt x="4788" y="10422"/>
                  </a:lnTo>
                  <a:cubicBezTo>
                    <a:pt x="4882" y="10507"/>
                    <a:pt x="4949" y="10575"/>
                    <a:pt x="5042" y="10659"/>
                  </a:cubicBezTo>
                  <a:cubicBezTo>
                    <a:pt x="5098" y="10715"/>
                    <a:pt x="5161" y="10782"/>
                    <a:pt x="5239" y="10862"/>
                  </a:cubicBezTo>
                  <a:lnTo>
                    <a:pt x="5239" y="10862"/>
                  </a:lnTo>
                  <a:lnTo>
                    <a:pt x="5144" y="10752"/>
                  </a:lnTo>
                  <a:lnTo>
                    <a:pt x="4915" y="10507"/>
                  </a:lnTo>
                  <a:lnTo>
                    <a:pt x="4915" y="10507"/>
                  </a:lnTo>
                  <a:cubicBezTo>
                    <a:pt x="5107" y="10706"/>
                    <a:pt x="5793" y="11393"/>
                    <a:pt x="5837" y="11393"/>
                  </a:cubicBezTo>
                  <a:cubicBezTo>
                    <a:pt x="5841" y="11393"/>
                    <a:pt x="5839" y="11386"/>
                    <a:pt x="5829" y="11370"/>
                  </a:cubicBezTo>
                  <a:cubicBezTo>
                    <a:pt x="5288" y="10879"/>
                    <a:pt x="4560" y="10109"/>
                    <a:pt x="4137" y="9627"/>
                  </a:cubicBezTo>
                  <a:cubicBezTo>
                    <a:pt x="4044" y="9492"/>
                    <a:pt x="3917" y="9323"/>
                    <a:pt x="3773" y="9137"/>
                  </a:cubicBezTo>
                  <a:lnTo>
                    <a:pt x="3536" y="8840"/>
                  </a:lnTo>
                  <a:cubicBezTo>
                    <a:pt x="3460" y="8739"/>
                    <a:pt x="3384" y="8621"/>
                    <a:pt x="3308" y="8511"/>
                  </a:cubicBezTo>
                  <a:cubicBezTo>
                    <a:pt x="3274" y="8456"/>
                    <a:pt x="3208" y="8354"/>
                    <a:pt x="3222" y="8354"/>
                  </a:cubicBezTo>
                  <a:cubicBezTo>
                    <a:pt x="3224" y="8354"/>
                    <a:pt x="3227" y="8356"/>
                    <a:pt x="3233" y="8360"/>
                  </a:cubicBezTo>
                  <a:lnTo>
                    <a:pt x="3233" y="8360"/>
                  </a:lnTo>
                  <a:cubicBezTo>
                    <a:pt x="2834" y="7791"/>
                    <a:pt x="2436" y="7139"/>
                    <a:pt x="2124" y="6624"/>
                  </a:cubicBezTo>
                  <a:lnTo>
                    <a:pt x="1997" y="6311"/>
                  </a:lnTo>
                  <a:cubicBezTo>
                    <a:pt x="1819" y="5956"/>
                    <a:pt x="1770" y="5878"/>
                    <a:pt x="1762" y="5878"/>
                  </a:cubicBezTo>
                  <a:cubicBezTo>
                    <a:pt x="1759" y="5878"/>
                    <a:pt x="1763" y="5892"/>
                    <a:pt x="1768" y="5905"/>
                  </a:cubicBezTo>
                  <a:cubicBezTo>
                    <a:pt x="1771" y="5921"/>
                    <a:pt x="1773" y="5937"/>
                    <a:pt x="1767" y="5937"/>
                  </a:cubicBezTo>
                  <a:cubicBezTo>
                    <a:pt x="1754" y="5937"/>
                    <a:pt x="1702" y="5852"/>
                    <a:pt x="1532" y="5482"/>
                  </a:cubicBezTo>
                  <a:cubicBezTo>
                    <a:pt x="1439" y="5220"/>
                    <a:pt x="1007" y="4162"/>
                    <a:pt x="1032" y="4112"/>
                  </a:cubicBezTo>
                  <a:cubicBezTo>
                    <a:pt x="956" y="3909"/>
                    <a:pt x="931" y="3816"/>
                    <a:pt x="906" y="3790"/>
                  </a:cubicBezTo>
                  <a:lnTo>
                    <a:pt x="906" y="3790"/>
                  </a:lnTo>
                  <a:cubicBezTo>
                    <a:pt x="953" y="3938"/>
                    <a:pt x="1054" y="4226"/>
                    <a:pt x="1041" y="4226"/>
                  </a:cubicBezTo>
                  <a:cubicBezTo>
                    <a:pt x="1038" y="4226"/>
                    <a:pt x="1028" y="4207"/>
                    <a:pt x="1007" y="4162"/>
                  </a:cubicBezTo>
                  <a:cubicBezTo>
                    <a:pt x="886" y="3809"/>
                    <a:pt x="835" y="3631"/>
                    <a:pt x="757" y="3360"/>
                  </a:cubicBezTo>
                  <a:lnTo>
                    <a:pt x="757" y="3360"/>
                  </a:lnTo>
                  <a:cubicBezTo>
                    <a:pt x="765" y="3379"/>
                    <a:pt x="775" y="3402"/>
                    <a:pt x="787" y="3418"/>
                  </a:cubicBezTo>
                  <a:cubicBezTo>
                    <a:pt x="797" y="3443"/>
                    <a:pt x="804" y="3461"/>
                    <a:pt x="805" y="3461"/>
                  </a:cubicBezTo>
                  <a:cubicBezTo>
                    <a:pt x="805" y="3461"/>
                    <a:pt x="803" y="3451"/>
                    <a:pt x="796" y="3426"/>
                  </a:cubicBezTo>
                  <a:cubicBezTo>
                    <a:pt x="736" y="3240"/>
                    <a:pt x="677" y="3020"/>
                    <a:pt x="610" y="2775"/>
                  </a:cubicBezTo>
                  <a:lnTo>
                    <a:pt x="559" y="2589"/>
                  </a:lnTo>
                  <a:lnTo>
                    <a:pt x="516" y="2394"/>
                  </a:lnTo>
                  <a:lnTo>
                    <a:pt x="432" y="2005"/>
                  </a:lnTo>
                  <a:cubicBezTo>
                    <a:pt x="364" y="1743"/>
                    <a:pt x="330" y="1472"/>
                    <a:pt x="288" y="1227"/>
                  </a:cubicBezTo>
                  <a:lnTo>
                    <a:pt x="222" y="889"/>
                  </a:lnTo>
                  <a:lnTo>
                    <a:pt x="222" y="889"/>
                  </a:lnTo>
                  <a:cubicBezTo>
                    <a:pt x="238" y="972"/>
                    <a:pt x="247" y="1073"/>
                    <a:pt x="271" y="1244"/>
                  </a:cubicBezTo>
                  <a:cubicBezTo>
                    <a:pt x="246" y="1159"/>
                    <a:pt x="229" y="1066"/>
                    <a:pt x="212" y="973"/>
                  </a:cubicBezTo>
                  <a:lnTo>
                    <a:pt x="212" y="973"/>
                  </a:lnTo>
                  <a:cubicBezTo>
                    <a:pt x="195" y="1016"/>
                    <a:pt x="280" y="1345"/>
                    <a:pt x="313" y="1726"/>
                  </a:cubicBezTo>
                  <a:lnTo>
                    <a:pt x="195" y="1092"/>
                  </a:lnTo>
                  <a:lnTo>
                    <a:pt x="220" y="1455"/>
                  </a:lnTo>
                  <a:lnTo>
                    <a:pt x="153" y="1092"/>
                  </a:lnTo>
                  <a:cubicBezTo>
                    <a:pt x="127" y="973"/>
                    <a:pt x="110" y="855"/>
                    <a:pt x="94" y="728"/>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5"/>
            <p:cNvSpPr/>
            <p:nvPr/>
          </p:nvSpPr>
          <p:spPr>
            <a:xfrm>
              <a:off x="2719900" y="3791275"/>
              <a:ext cx="8150" cy="7025"/>
            </a:xfrm>
            <a:custGeom>
              <a:rect b="b" l="l" r="r" t="t"/>
              <a:pathLst>
                <a:path extrusionOk="0" h="281" w="326">
                  <a:moveTo>
                    <a:pt x="321" y="1"/>
                  </a:moveTo>
                  <a:cubicBezTo>
                    <a:pt x="305" y="15"/>
                    <a:pt x="294" y="26"/>
                    <a:pt x="287" y="35"/>
                  </a:cubicBezTo>
                  <a:lnTo>
                    <a:pt x="287" y="35"/>
                  </a:lnTo>
                  <a:cubicBezTo>
                    <a:pt x="287" y="35"/>
                    <a:pt x="288" y="35"/>
                    <a:pt x="288" y="35"/>
                  </a:cubicBezTo>
                  <a:cubicBezTo>
                    <a:pt x="305" y="26"/>
                    <a:pt x="313" y="18"/>
                    <a:pt x="321" y="1"/>
                  </a:cubicBezTo>
                  <a:close/>
                  <a:moveTo>
                    <a:pt x="287" y="35"/>
                  </a:moveTo>
                  <a:cubicBezTo>
                    <a:pt x="272" y="45"/>
                    <a:pt x="253" y="52"/>
                    <a:pt x="243" y="52"/>
                  </a:cubicBezTo>
                  <a:cubicBezTo>
                    <a:pt x="237" y="52"/>
                    <a:pt x="234" y="50"/>
                    <a:pt x="237" y="43"/>
                  </a:cubicBezTo>
                  <a:lnTo>
                    <a:pt x="237" y="43"/>
                  </a:lnTo>
                  <a:cubicBezTo>
                    <a:pt x="186" y="102"/>
                    <a:pt x="178" y="85"/>
                    <a:pt x="186" y="119"/>
                  </a:cubicBezTo>
                  <a:cubicBezTo>
                    <a:pt x="173" y="141"/>
                    <a:pt x="150" y="154"/>
                    <a:pt x="137" y="154"/>
                  </a:cubicBezTo>
                  <a:cubicBezTo>
                    <a:pt x="124" y="154"/>
                    <a:pt x="119" y="144"/>
                    <a:pt x="135" y="119"/>
                  </a:cubicBezTo>
                  <a:lnTo>
                    <a:pt x="135" y="119"/>
                  </a:lnTo>
                  <a:lnTo>
                    <a:pt x="42" y="212"/>
                  </a:lnTo>
                  <a:lnTo>
                    <a:pt x="110" y="179"/>
                  </a:lnTo>
                  <a:lnTo>
                    <a:pt x="110" y="179"/>
                  </a:lnTo>
                  <a:cubicBezTo>
                    <a:pt x="110" y="212"/>
                    <a:pt x="0" y="238"/>
                    <a:pt x="0" y="280"/>
                  </a:cubicBezTo>
                  <a:lnTo>
                    <a:pt x="118" y="195"/>
                  </a:lnTo>
                  <a:lnTo>
                    <a:pt x="118" y="212"/>
                  </a:lnTo>
                  <a:cubicBezTo>
                    <a:pt x="144" y="179"/>
                    <a:pt x="178" y="162"/>
                    <a:pt x="212" y="145"/>
                  </a:cubicBezTo>
                  <a:lnTo>
                    <a:pt x="212" y="145"/>
                  </a:lnTo>
                  <a:cubicBezTo>
                    <a:pt x="212" y="153"/>
                    <a:pt x="220" y="153"/>
                    <a:pt x="203" y="170"/>
                  </a:cubicBezTo>
                  <a:cubicBezTo>
                    <a:pt x="326" y="83"/>
                    <a:pt x="245" y="89"/>
                    <a:pt x="287" y="3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5"/>
            <p:cNvSpPr/>
            <p:nvPr/>
          </p:nvSpPr>
          <p:spPr>
            <a:xfrm>
              <a:off x="2727925" y="3785575"/>
              <a:ext cx="8050" cy="8275"/>
            </a:xfrm>
            <a:custGeom>
              <a:rect b="b" l="l" r="r" t="t"/>
              <a:pathLst>
                <a:path extrusionOk="0" h="331" w="322">
                  <a:moveTo>
                    <a:pt x="280" y="0"/>
                  </a:moveTo>
                  <a:lnTo>
                    <a:pt x="280" y="0"/>
                  </a:lnTo>
                  <a:cubicBezTo>
                    <a:pt x="220" y="51"/>
                    <a:pt x="204" y="60"/>
                    <a:pt x="170" y="102"/>
                  </a:cubicBezTo>
                  <a:cubicBezTo>
                    <a:pt x="127" y="136"/>
                    <a:pt x="77" y="170"/>
                    <a:pt x="26" y="187"/>
                  </a:cubicBezTo>
                  <a:cubicBezTo>
                    <a:pt x="17" y="204"/>
                    <a:pt x="17" y="220"/>
                    <a:pt x="0" y="237"/>
                  </a:cubicBezTo>
                  <a:lnTo>
                    <a:pt x="17" y="229"/>
                  </a:lnTo>
                  <a:lnTo>
                    <a:pt x="43" y="263"/>
                  </a:lnTo>
                  <a:cubicBezTo>
                    <a:pt x="60" y="246"/>
                    <a:pt x="77" y="229"/>
                    <a:pt x="102" y="212"/>
                  </a:cubicBezTo>
                  <a:lnTo>
                    <a:pt x="102" y="212"/>
                  </a:lnTo>
                  <a:lnTo>
                    <a:pt x="34" y="330"/>
                  </a:lnTo>
                  <a:cubicBezTo>
                    <a:pt x="37" y="331"/>
                    <a:pt x="39" y="331"/>
                    <a:pt x="42" y="331"/>
                  </a:cubicBezTo>
                  <a:cubicBezTo>
                    <a:pt x="93" y="331"/>
                    <a:pt x="172" y="253"/>
                    <a:pt x="220" y="237"/>
                  </a:cubicBezTo>
                  <a:cubicBezTo>
                    <a:pt x="175" y="237"/>
                    <a:pt x="202" y="219"/>
                    <a:pt x="192" y="219"/>
                  </a:cubicBezTo>
                  <a:cubicBezTo>
                    <a:pt x="187" y="219"/>
                    <a:pt x="173" y="223"/>
                    <a:pt x="136" y="237"/>
                  </a:cubicBezTo>
                  <a:lnTo>
                    <a:pt x="161" y="170"/>
                  </a:lnTo>
                  <a:lnTo>
                    <a:pt x="254" y="119"/>
                  </a:lnTo>
                  <a:cubicBezTo>
                    <a:pt x="247" y="104"/>
                    <a:pt x="284" y="65"/>
                    <a:pt x="267" y="65"/>
                  </a:cubicBezTo>
                  <a:cubicBezTo>
                    <a:pt x="264" y="65"/>
                    <a:pt x="260" y="66"/>
                    <a:pt x="254" y="68"/>
                  </a:cubicBezTo>
                  <a:cubicBezTo>
                    <a:pt x="246" y="85"/>
                    <a:pt x="229" y="94"/>
                    <a:pt x="220" y="102"/>
                  </a:cubicBezTo>
                  <a:cubicBezTo>
                    <a:pt x="212" y="68"/>
                    <a:pt x="322" y="9"/>
                    <a:pt x="28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5"/>
            <p:cNvSpPr/>
            <p:nvPr/>
          </p:nvSpPr>
          <p:spPr>
            <a:xfrm>
              <a:off x="2727925" y="3791500"/>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5"/>
            <p:cNvSpPr/>
            <p:nvPr/>
          </p:nvSpPr>
          <p:spPr>
            <a:xfrm>
              <a:off x="2656450" y="3718325"/>
              <a:ext cx="9325" cy="2350"/>
            </a:xfrm>
            <a:custGeom>
              <a:rect b="b" l="l" r="r" t="t"/>
              <a:pathLst>
                <a:path extrusionOk="0" h="94" w="373">
                  <a:moveTo>
                    <a:pt x="186" y="0"/>
                  </a:moveTo>
                  <a:lnTo>
                    <a:pt x="0" y="77"/>
                  </a:lnTo>
                  <a:cubicBezTo>
                    <a:pt x="10" y="79"/>
                    <a:pt x="18" y="81"/>
                    <a:pt x="25" y="81"/>
                  </a:cubicBezTo>
                  <a:cubicBezTo>
                    <a:pt x="53" y="81"/>
                    <a:pt x="56" y="58"/>
                    <a:pt x="106" y="58"/>
                  </a:cubicBezTo>
                  <a:cubicBezTo>
                    <a:pt x="106" y="58"/>
                    <a:pt x="107" y="58"/>
                    <a:pt x="107" y="58"/>
                  </a:cubicBezTo>
                  <a:lnTo>
                    <a:pt x="107" y="58"/>
                  </a:lnTo>
                  <a:cubicBezTo>
                    <a:pt x="102" y="62"/>
                    <a:pt x="98" y="68"/>
                    <a:pt x="93" y="77"/>
                  </a:cubicBezTo>
                  <a:lnTo>
                    <a:pt x="372" y="93"/>
                  </a:lnTo>
                  <a:cubicBezTo>
                    <a:pt x="364" y="77"/>
                    <a:pt x="288" y="60"/>
                    <a:pt x="339" y="60"/>
                  </a:cubicBezTo>
                  <a:cubicBezTo>
                    <a:pt x="322" y="51"/>
                    <a:pt x="305" y="47"/>
                    <a:pt x="288" y="47"/>
                  </a:cubicBezTo>
                  <a:cubicBezTo>
                    <a:pt x="271" y="47"/>
                    <a:pt x="254" y="51"/>
                    <a:pt x="237" y="60"/>
                  </a:cubicBezTo>
                  <a:lnTo>
                    <a:pt x="254" y="43"/>
                  </a:lnTo>
                  <a:lnTo>
                    <a:pt x="254" y="43"/>
                  </a:lnTo>
                  <a:cubicBezTo>
                    <a:pt x="243" y="45"/>
                    <a:pt x="233" y="47"/>
                    <a:pt x="224" y="47"/>
                  </a:cubicBezTo>
                  <a:cubicBezTo>
                    <a:pt x="177" y="47"/>
                    <a:pt x="158" y="15"/>
                    <a:pt x="18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5"/>
            <p:cNvSpPr/>
            <p:nvPr/>
          </p:nvSpPr>
          <p:spPr>
            <a:xfrm>
              <a:off x="2514325" y="3708175"/>
              <a:ext cx="1075" cy="225"/>
            </a:xfrm>
            <a:custGeom>
              <a:rect b="b" l="l" r="r" t="t"/>
              <a:pathLst>
                <a:path extrusionOk="0" h="9" w="43">
                  <a:moveTo>
                    <a:pt x="34" y="0"/>
                  </a:moveTo>
                  <a:cubicBezTo>
                    <a:pt x="17" y="0"/>
                    <a:pt x="9" y="9"/>
                    <a:pt x="1" y="9"/>
                  </a:cubicBezTo>
                  <a:cubicBezTo>
                    <a:pt x="34" y="9"/>
                    <a:pt x="43" y="9"/>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5"/>
            <p:cNvSpPr/>
            <p:nvPr/>
          </p:nvSpPr>
          <p:spPr>
            <a:xfrm>
              <a:off x="2653700" y="3720850"/>
              <a:ext cx="1500" cy="675"/>
            </a:xfrm>
            <a:custGeom>
              <a:rect b="b" l="l" r="r" t="t"/>
              <a:pathLst>
                <a:path extrusionOk="0" h="27" w="60">
                  <a:moveTo>
                    <a:pt x="59" y="1"/>
                  </a:moveTo>
                  <a:lnTo>
                    <a:pt x="30" y="14"/>
                  </a:lnTo>
                  <a:lnTo>
                    <a:pt x="30" y="14"/>
                  </a:lnTo>
                  <a:cubicBezTo>
                    <a:pt x="40" y="9"/>
                    <a:pt x="51" y="5"/>
                    <a:pt x="59" y="1"/>
                  </a:cubicBezTo>
                  <a:close/>
                  <a:moveTo>
                    <a:pt x="30" y="14"/>
                  </a:moveTo>
                  <a:lnTo>
                    <a:pt x="30" y="14"/>
                  </a:lnTo>
                  <a:cubicBezTo>
                    <a:pt x="19" y="18"/>
                    <a:pt x="9" y="22"/>
                    <a:pt x="0" y="26"/>
                  </a:cubicBezTo>
                  <a:lnTo>
                    <a:pt x="30" y="14"/>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5"/>
            <p:cNvSpPr/>
            <p:nvPr/>
          </p:nvSpPr>
          <p:spPr>
            <a:xfrm>
              <a:off x="2665125" y="3710925"/>
              <a:ext cx="650" cy="225"/>
            </a:xfrm>
            <a:custGeom>
              <a:rect b="b" l="l" r="r" t="t"/>
              <a:pathLst>
                <a:path extrusionOk="0" h="9" w="26">
                  <a:moveTo>
                    <a:pt x="25" y="0"/>
                  </a:moveTo>
                  <a:lnTo>
                    <a:pt x="25" y="0"/>
                  </a:lnTo>
                  <a:lnTo>
                    <a:pt x="0" y="9"/>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5"/>
            <p:cNvSpPr/>
            <p:nvPr/>
          </p:nvSpPr>
          <p:spPr>
            <a:xfrm>
              <a:off x="2622825" y="3721075"/>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5"/>
            <p:cNvSpPr/>
            <p:nvPr/>
          </p:nvSpPr>
          <p:spPr>
            <a:xfrm>
              <a:off x="2677600" y="3708175"/>
              <a:ext cx="7625" cy="2400"/>
            </a:xfrm>
            <a:custGeom>
              <a:rect b="b" l="l" r="r" t="t"/>
              <a:pathLst>
                <a:path extrusionOk="0" h="96" w="305">
                  <a:moveTo>
                    <a:pt x="161" y="0"/>
                  </a:moveTo>
                  <a:cubicBezTo>
                    <a:pt x="152" y="0"/>
                    <a:pt x="102" y="0"/>
                    <a:pt x="119" y="9"/>
                  </a:cubicBezTo>
                  <a:lnTo>
                    <a:pt x="144" y="9"/>
                  </a:lnTo>
                  <a:cubicBezTo>
                    <a:pt x="76" y="43"/>
                    <a:pt x="110" y="60"/>
                    <a:pt x="0" y="76"/>
                  </a:cubicBezTo>
                  <a:cubicBezTo>
                    <a:pt x="21" y="89"/>
                    <a:pt x="45" y="96"/>
                    <a:pt x="68" y="96"/>
                  </a:cubicBezTo>
                  <a:cubicBezTo>
                    <a:pt x="91" y="96"/>
                    <a:pt x="114" y="89"/>
                    <a:pt x="136" y="76"/>
                  </a:cubicBezTo>
                  <a:lnTo>
                    <a:pt x="169" y="76"/>
                  </a:lnTo>
                  <a:lnTo>
                    <a:pt x="271" y="34"/>
                  </a:lnTo>
                  <a:lnTo>
                    <a:pt x="305" y="0"/>
                  </a:lnTo>
                  <a:lnTo>
                    <a:pt x="178" y="26"/>
                  </a:lnTo>
                  <a:cubicBezTo>
                    <a:pt x="195" y="9"/>
                    <a:pt x="136" y="9"/>
                    <a:pt x="16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5"/>
            <p:cNvSpPr/>
            <p:nvPr/>
          </p:nvSpPr>
          <p:spPr>
            <a:xfrm>
              <a:off x="2558525" y="3706275"/>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5"/>
            <p:cNvSpPr/>
            <p:nvPr/>
          </p:nvSpPr>
          <p:spPr>
            <a:xfrm>
              <a:off x="2558525" y="3705850"/>
              <a:ext cx="875" cy="450"/>
            </a:xfrm>
            <a:custGeom>
              <a:rect b="b" l="l" r="r" t="t"/>
              <a:pathLst>
                <a:path extrusionOk="0" h="18" w="35">
                  <a:moveTo>
                    <a:pt x="9" y="0"/>
                  </a:moveTo>
                  <a:lnTo>
                    <a:pt x="1" y="17"/>
                  </a:lnTo>
                  <a:cubicBezTo>
                    <a:pt x="9" y="9"/>
                    <a:pt x="34"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5"/>
            <p:cNvSpPr/>
            <p:nvPr/>
          </p:nvSpPr>
          <p:spPr>
            <a:xfrm>
              <a:off x="2655175" y="3720225"/>
              <a:ext cx="1075" cy="650"/>
            </a:xfrm>
            <a:custGeom>
              <a:rect b="b" l="l" r="r" t="t"/>
              <a:pathLst>
                <a:path extrusionOk="0" h="26" w="43">
                  <a:moveTo>
                    <a:pt x="26" y="1"/>
                  </a:moveTo>
                  <a:cubicBezTo>
                    <a:pt x="17" y="9"/>
                    <a:pt x="9" y="17"/>
                    <a:pt x="0" y="26"/>
                  </a:cubicBez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5"/>
            <p:cNvSpPr/>
            <p:nvPr/>
          </p:nvSpPr>
          <p:spPr>
            <a:xfrm>
              <a:off x="2658350" y="3717900"/>
              <a:ext cx="3625" cy="450"/>
            </a:xfrm>
            <a:custGeom>
              <a:rect b="b" l="l" r="r" t="t"/>
              <a:pathLst>
                <a:path extrusionOk="0" h="18" w="145">
                  <a:moveTo>
                    <a:pt x="144" y="0"/>
                  </a:moveTo>
                  <a:lnTo>
                    <a:pt x="144" y="0"/>
                  </a:lnTo>
                  <a:cubicBezTo>
                    <a:pt x="102" y="17"/>
                    <a:pt x="51" y="17"/>
                    <a:pt x="0" y="17"/>
                  </a:cubicBezTo>
                  <a:lnTo>
                    <a:pt x="102" y="17"/>
                  </a:lnTo>
                  <a:lnTo>
                    <a:pt x="14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5"/>
            <p:cNvSpPr/>
            <p:nvPr/>
          </p:nvSpPr>
          <p:spPr>
            <a:xfrm>
              <a:off x="2610825" y="3719175"/>
              <a:ext cx="42900" cy="6400"/>
            </a:xfrm>
            <a:custGeom>
              <a:rect b="b" l="l" r="r" t="t"/>
              <a:pathLst>
                <a:path extrusionOk="0" h="256" w="1716">
                  <a:moveTo>
                    <a:pt x="806" y="66"/>
                  </a:moveTo>
                  <a:lnTo>
                    <a:pt x="827" y="68"/>
                  </a:lnTo>
                  <a:cubicBezTo>
                    <a:pt x="820" y="67"/>
                    <a:pt x="813" y="66"/>
                    <a:pt x="806" y="66"/>
                  </a:cubicBezTo>
                  <a:close/>
                  <a:moveTo>
                    <a:pt x="1715" y="76"/>
                  </a:moveTo>
                  <a:lnTo>
                    <a:pt x="1706" y="80"/>
                  </a:lnTo>
                  <a:lnTo>
                    <a:pt x="1706" y="80"/>
                  </a:lnTo>
                  <a:cubicBezTo>
                    <a:pt x="1709" y="79"/>
                    <a:pt x="1712" y="78"/>
                    <a:pt x="1715" y="76"/>
                  </a:cubicBezTo>
                  <a:close/>
                  <a:moveTo>
                    <a:pt x="585" y="167"/>
                  </a:moveTo>
                  <a:cubicBezTo>
                    <a:pt x="575" y="168"/>
                    <a:pt x="566" y="170"/>
                    <a:pt x="556" y="171"/>
                  </a:cubicBezTo>
                  <a:lnTo>
                    <a:pt x="556" y="171"/>
                  </a:lnTo>
                  <a:cubicBezTo>
                    <a:pt x="566" y="170"/>
                    <a:pt x="576" y="169"/>
                    <a:pt x="585" y="167"/>
                  </a:cubicBezTo>
                  <a:close/>
                  <a:moveTo>
                    <a:pt x="143" y="192"/>
                  </a:moveTo>
                  <a:cubicBezTo>
                    <a:pt x="145" y="198"/>
                    <a:pt x="152" y="203"/>
                    <a:pt x="159" y="203"/>
                  </a:cubicBezTo>
                  <a:cubicBezTo>
                    <a:pt x="155" y="199"/>
                    <a:pt x="150" y="195"/>
                    <a:pt x="143" y="192"/>
                  </a:cubicBezTo>
                  <a:close/>
                  <a:moveTo>
                    <a:pt x="133" y="110"/>
                  </a:moveTo>
                  <a:cubicBezTo>
                    <a:pt x="57" y="110"/>
                    <a:pt x="57" y="127"/>
                    <a:pt x="15" y="144"/>
                  </a:cubicBezTo>
                  <a:cubicBezTo>
                    <a:pt x="0" y="173"/>
                    <a:pt x="99" y="171"/>
                    <a:pt x="143" y="192"/>
                  </a:cubicBezTo>
                  <a:lnTo>
                    <a:pt x="143" y="192"/>
                  </a:lnTo>
                  <a:cubicBezTo>
                    <a:pt x="142" y="190"/>
                    <a:pt x="142" y="188"/>
                    <a:pt x="142" y="186"/>
                  </a:cubicBezTo>
                  <a:lnTo>
                    <a:pt x="142" y="186"/>
                  </a:lnTo>
                  <a:lnTo>
                    <a:pt x="209" y="203"/>
                  </a:lnTo>
                  <a:cubicBezTo>
                    <a:pt x="150" y="186"/>
                    <a:pt x="226" y="161"/>
                    <a:pt x="260" y="161"/>
                  </a:cubicBezTo>
                  <a:cubicBezTo>
                    <a:pt x="294" y="161"/>
                    <a:pt x="336" y="161"/>
                    <a:pt x="328" y="178"/>
                  </a:cubicBezTo>
                  <a:lnTo>
                    <a:pt x="286" y="178"/>
                  </a:lnTo>
                  <a:cubicBezTo>
                    <a:pt x="295" y="181"/>
                    <a:pt x="304" y="182"/>
                    <a:pt x="314" y="182"/>
                  </a:cubicBezTo>
                  <a:cubicBezTo>
                    <a:pt x="346" y="182"/>
                    <a:pt x="382" y="170"/>
                    <a:pt x="415" y="170"/>
                  </a:cubicBezTo>
                  <a:cubicBezTo>
                    <a:pt x="429" y="170"/>
                    <a:pt x="442" y="172"/>
                    <a:pt x="455" y="178"/>
                  </a:cubicBezTo>
                  <a:cubicBezTo>
                    <a:pt x="455" y="186"/>
                    <a:pt x="438" y="186"/>
                    <a:pt x="429" y="195"/>
                  </a:cubicBezTo>
                  <a:cubicBezTo>
                    <a:pt x="472" y="184"/>
                    <a:pt x="514" y="177"/>
                    <a:pt x="556" y="171"/>
                  </a:cubicBezTo>
                  <a:lnTo>
                    <a:pt x="556" y="171"/>
                  </a:lnTo>
                  <a:cubicBezTo>
                    <a:pt x="547" y="172"/>
                    <a:pt x="537" y="172"/>
                    <a:pt x="528" y="172"/>
                  </a:cubicBezTo>
                  <a:cubicBezTo>
                    <a:pt x="496" y="172"/>
                    <a:pt x="462" y="168"/>
                    <a:pt x="438" y="161"/>
                  </a:cubicBezTo>
                  <a:cubicBezTo>
                    <a:pt x="379" y="127"/>
                    <a:pt x="506" y="144"/>
                    <a:pt x="522" y="110"/>
                  </a:cubicBezTo>
                  <a:cubicBezTo>
                    <a:pt x="446" y="110"/>
                    <a:pt x="463" y="119"/>
                    <a:pt x="429" y="136"/>
                  </a:cubicBezTo>
                  <a:cubicBezTo>
                    <a:pt x="410" y="132"/>
                    <a:pt x="390" y="131"/>
                    <a:pt x="370" y="131"/>
                  </a:cubicBezTo>
                  <a:cubicBezTo>
                    <a:pt x="327" y="131"/>
                    <a:pt x="282" y="136"/>
                    <a:pt x="241" y="136"/>
                  </a:cubicBezTo>
                  <a:cubicBezTo>
                    <a:pt x="199" y="136"/>
                    <a:pt x="161" y="131"/>
                    <a:pt x="133" y="110"/>
                  </a:cubicBezTo>
                  <a:close/>
                  <a:moveTo>
                    <a:pt x="1504" y="0"/>
                  </a:moveTo>
                  <a:cubicBezTo>
                    <a:pt x="1284" y="17"/>
                    <a:pt x="1132" y="102"/>
                    <a:pt x="920" y="136"/>
                  </a:cubicBezTo>
                  <a:cubicBezTo>
                    <a:pt x="912" y="110"/>
                    <a:pt x="751" y="110"/>
                    <a:pt x="675" y="93"/>
                  </a:cubicBezTo>
                  <a:cubicBezTo>
                    <a:pt x="706" y="74"/>
                    <a:pt x="743" y="65"/>
                    <a:pt x="784" y="65"/>
                  </a:cubicBezTo>
                  <a:cubicBezTo>
                    <a:pt x="791" y="65"/>
                    <a:pt x="799" y="65"/>
                    <a:pt x="806" y="66"/>
                  </a:cubicBezTo>
                  <a:lnTo>
                    <a:pt x="806" y="66"/>
                  </a:lnTo>
                  <a:lnTo>
                    <a:pt x="675" y="51"/>
                  </a:lnTo>
                  <a:lnTo>
                    <a:pt x="649" y="110"/>
                  </a:lnTo>
                  <a:cubicBezTo>
                    <a:pt x="429" y="102"/>
                    <a:pt x="709" y="76"/>
                    <a:pt x="607" y="51"/>
                  </a:cubicBezTo>
                  <a:lnTo>
                    <a:pt x="607" y="51"/>
                  </a:lnTo>
                  <a:cubicBezTo>
                    <a:pt x="565" y="59"/>
                    <a:pt x="522" y="68"/>
                    <a:pt x="480" y="76"/>
                  </a:cubicBezTo>
                  <a:cubicBezTo>
                    <a:pt x="658" y="76"/>
                    <a:pt x="455" y="144"/>
                    <a:pt x="632" y="144"/>
                  </a:cubicBezTo>
                  <a:cubicBezTo>
                    <a:pt x="624" y="155"/>
                    <a:pt x="607" y="163"/>
                    <a:pt x="585" y="167"/>
                  </a:cubicBezTo>
                  <a:lnTo>
                    <a:pt x="585" y="167"/>
                  </a:lnTo>
                  <a:cubicBezTo>
                    <a:pt x="601" y="165"/>
                    <a:pt x="617" y="163"/>
                    <a:pt x="632" y="161"/>
                  </a:cubicBezTo>
                  <a:lnTo>
                    <a:pt x="632" y="161"/>
                  </a:lnTo>
                  <a:lnTo>
                    <a:pt x="582" y="195"/>
                  </a:lnTo>
                  <a:cubicBezTo>
                    <a:pt x="625" y="185"/>
                    <a:pt x="670" y="180"/>
                    <a:pt x="715" y="180"/>
                  </a:cubicBezTo>
                  <a:cubicBezTo>
                    <a:pt x="784" y="180"/>
                    <a:pt x="853" y="191"/>
                    <a:pt x="920" y="212"/>
                  </a:cubicBezTo>
                  <a:cubicBezTo>
                    <a:pt x="912" y="203"/>
                    <a:pt x="886" y="203"/>
                    <a:pt x="903" y="195"/>
                  </a:cubicBezTo>
                  <a:cubicBezTo>
                    <a:pt x="962" y="195"/>
                    <a:pt x="1013" y="220"/>
                    <a:pt x="979" y="237"/>
                  </a:cubicBezTo>
                  <a:cubicBezTo>
                    <a:pt x="990" y="233"/>
                    <a:pt x="1004" y="231"/>
                    <a:pt x="1020" y="231"/>
                  </a:cubicBezTo>
                  <a:cubicBezTo>
                    <a:pt x="1081" y="231"/>
                    <a:pt x="1169" y="255"/>
                    <a:pt x="1243" y="255"/>
                  </a:cubicBezTo>
                  <a:cubicBezTo>
                    <a:pt x="1267" y="255"/>
                    <a:pt x="1290" y="253"/>
                    <a:pt x="1309" y="246"/>
                  </a:cubicBezTo>
                  <a:lnTo>
                    <a:pt x="1706" y="80"/>
                  </a:lnTo>
                  <a:lnTo>
                    <a:pt x="1706" y="80"/>
                  </a:lnTo>
                  <a:cubicBezTo>
                    <a:pt x="1692" y="85"/>
                    <a:pt x="1678" y="85"/>
                    <a:pt x="1664" y="85"/>
                  </a:cubicBezTo>
                  <a:cubicBezTo>
                    <a:pt x="1631" y="51"/>
                    <a:pt x="1614" y="51"/>
                    <a:pt x="1681" y="26"/>
                  </a:cubicBezTo>
                  <a:lnTo>
                    <a:pt x="1681" y="26"/>
                  </a:lnTo>
                  <a:cubicBezTo>
                    <a:pt x="1623" y="40"/>
                    <a:pt x="1634" y="61"/>
                    <a:pt x="1578" y="61"/>
                  </a:cubicBezTo>
                  <a:cubicBezTo>
                    <a:pt x="1569" y="61"/>
                    <a:pt x="1559" y="61"/>
                    <a:pt x="1546" y="59"/>
                  </a:cubicBezTo>
                  <a:cubicBezTo>
                    <a:pt x="1580" y="51"/>
                    <a:pt x="1597" y="9"/>
                    <a:pt x="150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5"/>
            <p:cNvSpPr/>
            <p:nvPr/>
          </p:nvSpPr>
          <p:spPr>
            <a:xfrm>
              <a:off x="2639525" y="3720650"/>
              <a:ext cx="450" cy="25"/>
            </a:xfrm>
            <a:custGeom>
              <a:rect b="b" l="l" r="r" t="t"/>
              <a:pathLst>
                <a:path extrusionOk="0" h="1" w="18">
                  <a:moveTo>
                    <a:pt x="17" y="0"/>
                  </a:moveTo>
                  <a:cubicBezTo>
                    <a:pt x="17" y="0"/>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5"/>
            <p:cNvSpPr/>
            <p:nvPr/>
          </p:nvSpPr>
          <p:spPr>
            <a:xfrm>
              <a:off x="2631500" y="3721075"/>
              <a:ext cx="425" cy="25"/>
            </a:xfrm>
            <a:custGeom>
              <a:rect b="b" l="l" r="r" t="t"/>
              <a:pathLst>
                <a:path extrusionOk="0" h="1" w="17">
                  <a:moveTo>
                    <a:pt x="17" y="0"/>
                  </a:moveTo>
                  <a:lnTo>
                    <a:pt x="17"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5"/>
            <p:cNvSpPr/>
            <p:nvPr/>
          </p:nvSpPr>
          <p:spPr>
            <a:xfrm>
              <a:off x="2654325" y="3718325"/>
              <a:ext cx="1075" cy="450"/>
            </a:xfrm>
            <a:custGeom>
              <a:rect b="b" l="l" r="r" t="t"/>
              <a:pathLst>
                <a:path extrusionOk="0" h="18" w="43">
                  <a:moveTo>
                    <a:pt x="18" y="0"/>
                  </a:moveTo>
                  <a:cubicBezTo>
                    <a:pt x="9" y="9"/>
                    <a:pt x="1" y="9"/>
                    <a:pt x="9" y="17"/>
                  </a:cubicBezTo>
                  <a:cubicBezTo>
                    <a:pt x="26" y="9"/>
                    <a:pt x="34"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5"/>
            <p:cNvSpPr/>
            <p:nvPr/>
          </p:nvSpPr>
          <p:spPr>
            <a:xfrm>
              <a:off x="2655375" y="3719800"/>
              <a:ext cx="450" cy="250"/>
            </a:xfrm>
            <a:custGeom>
              <a:rect b="b" l="l" r="r" t="t"/>
              <a:pathLst>
                <a:path extrusionOk="0" h="10" w="18">
                  <a:moveTo>
                    <a:pt x="9" y="1"/>
                  </a:moveTo>
                  <a:lnTo>
                    <a:pt x="1" y="9"/>
                  </a:lnTo>
                  <a:lnTo>
                    <a:pt x="18" y="9"/>
                  </a:lnTo>
                  <a:cubicBezTo>
                    <a:pt x="18" y="9"/>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5"/>
            <p:cNvSpPr/>
            <p:nvPr/>
          </p:nvSpPr>
          <p:spPr>
            <a:xfrm>
              <a:off x="2605900" y="3714725"/>
              <a:ext cx="650" cy="25"/>
            </a:xfrm>
            <a:custGeom>
              <a:rect b="b" l="l" r="r" t="t"/>
              <a:pathLst>
                <a:path extrusionOk="0" h="1" w="26">
                  <a:moveTo>
                    <a:pt x="26" y="1"/>
                  </a:moveTo>
                  <a:lnTo>
                    <a:pt x="0" y="1"/>
                  </a:lnTo>
                  <a:cubicBezTo>
                    <a:pt x="9" y="1"/>
                    <a:pt x="17"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5"/>
            <p:cNvSpPr/>
            <p:nvPr/>
          </p:nvSpPr>
          <p:spPr>
            <a:xfrm>
              <a:off x="2617525" y="3718725"/>
              <a:ext cx="23350" cy="2450"/>
            </a:xfrm>
            <a:custGeom>
              <a:rect b="b" l="l" r="r" t="t"/>
              <a:pathLst>
                <a:path extrusionOk="0" h="98" w="934">
                  <a:moveTo>
                    <a:pt x="55" y="1"/>
                  </a:moveTo>
                  <a:cubicBezTo>
                    <a:pt x="22" y="1"/>
                    <a:pt x="1" y="7"/>
                    <a:pt x="1" y="27"/>
                  </a:cubicBezTo>
                  <a:cubicBezTo>
                    <a:pt x="13" y="29"/>
                    <a:pt x="26" y="30"/>
                    <a:pt x="40" y="30"/>
                  </a:cubicBezTo>
                  <a:cubicBezTo>
                    <a:pt x="73" y="30"/>
                    <a:pt x="109" y="24"/>
                    <a:pt x="144" y="18"/>
                  </a:cubicBezTo>
                  <a:lnTo>
                    <a:pt x="144" y="18"/>
                  </a:lnTo>
                  <a:lnTo>
                    <a:pt x="136" y="69"/>
                  </a:lnTo>
                  <a:cubicBezTo>
                    <a:pt x="211" y="69"/>
                    <a:pt x="154" y="36"/>
                    <a:pt x="259" y="35"/>
                  </a:cubicBezTo>
                  <a:lnTo>
                    <a:pt x="259" y="35"/>
                  </a:lnTo>
                  <a:cubicBezTo>
                    <a:pt x="350" y="35"/>
                    <a:pt x="442" y="37"/>
                    <a:pt x="534" y="52"/>
                  </a:cubicBezTo>
                  <a:cubicBezTo>
                    <a:pt x="525" y="69"/>
                    <a:pt x="584" y="69"/>
                    <a:pt x="576" y="94"/>
                  </a:cubicBezTo>
                  <a:cubicBezTo>
                    <a:pt x="589" y="96"/>
                    <a:pt x="602" y="98"/>
                    <a:pt x="615" y="98"/>
                  </a:cubicBezTo>
                  <a:cubicBezTo>
                    <a:pt x="656" y="98"/>
                    <a:pt x="699" y="88"/>
                    <a:pt x="737" y="69"/>
                  </a:cubicBezTo>
                  <a:cubicBezTo>
                    <a:pt x="754" y="73"/>
                    <a:pt x="779" y="73"/>
                    <a:pt x="805" y="73"/>
                  </a:cubicBezTo>
                  <a:cubicBezTo>
                    <a:pt x="832" y="73"/>
                    <a:pt x="859" y="73"/>
                    <a:pt x="880" y="77"/>
                  </a:cubicBezTo>
                  <a:cubicBezTo>
                    <a:pt x="866" y="63"/>
                    <a:pt x="933" y="42"/>
                    <a:pt x="876" y="42"/>
                  </a:cubicBezTo>
                  <a:cubicBezTo>
                    <a:pt x="867" y="42"/>
                    <a:pt x="856" y="42"/>
                    <a:pt x="842" y="43"/>
                  </a:cubicBezTo>
                  <a:lnTo>
                    <a:pt x="842" y="43"/>
                  </a:lnTo>
                  <a:cubicBezTo>
                    <a:pt x="843" y="43"/>
                    <a:pt x="841" y="41"/>
                    <a:pt x="847" y="35"/>
                  </a:cubicBezTo>
                  <a:cubicBezTo>
                    <a:pt x="825" y="28"/>
                    <a:pt x="808" y="26"/>
                    <a:pt x="792" y="26"/>
                  </a:cubicBezTo>
                  <a:cubicBezTo>
                    <a:pt x="759" y="26"/>
                    <a:pt x="733" y="37"/>
                    <a:pt x="694" y="37"/>
                  </a:cubicBezTo>
                  <a:cubicBezTo>
                    <a:pt x="686" y="37"/>
                    <a:pt x="678" y="36"/>
                    <a:pt x="669" y="35"/>
                  </a:cubicBezTo>
                  <a:cubicBezTo>
                    <a:pt x="635" y="18"/>
                    <a:pt x="737" y="18"/>
                    <a:pt x="703" y="10"/>
                  </a:cubicBezTo>
                  <a:lnTo>
                    <a:pt x="703" y="10"/>
                  </a:lnTo>
                  <a:cubicBezTo>
                    <a:pt x="695" y="11"/>
                    <a:pt x="686" y="11"/>
                    <a:pt x="676" y="11"/>
                  </a:cubicBezTo>
                  <a:cubicBezTo>
                    <a:pt x="625" y="11"/>
                    <a:pt x="556" y="1"/>
                    <a:pt x="506" y="1"/>
                  </a:cubicBezTo>
                  <a:cubicBezTo>
                    <a:pt x="468" y="1"/>
                    <a:pt x="441" y="7"/>
                    <a:pt x="441" y="27"/>
                  </a:cubicBezTo>
                  <a:cubicBezTo>
                    <a:pt x="381" y="27"/>
                    <a:pt x="373" y="18"/>
                    <a:pt x="356" y="1"/>
                  </a:cubicBezTo>
                  <a:cubicBezTo>
                    <a:pt x="332" y="13"/>
                    <a:pt x="300" y="17"/>
                    <a:pt x="265" y="17"/>
                  </a:cubicBezTo>
                  <a:cubicBezTo>
                    <a:pt x="193" y="17"/>
                    <a:pt x="109" y="1"/>
                    <a:pt x="5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5"/>
            <p:cNvSpPr/>
            <p:nvPr/>
          </p:nvSpPr>
          <p:spPr>
            <a:xfrm>
              <a:off x="2651375" y="371852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5"/>
            <p:cNvSpPr/>
            <p:nvPr/>
          </p:nvSpPr>
          <p:spPr>
            <a:xfrm>
              <a:off x="2651575" y="3721925"/>
              <a:ext cx="23500" cy="4675"/>
            </a:xfrm>
            <a:custGeom>
              <a:rect b="b" l="l" r="r" t="t"/>
              <a:pathLst>
                <a:path extrusionOk="0" h="187" w="940">
                  <a:moveTo>
                    <a:pt x="787" y="136"/>
                  </a:moveTo>
                  <a:lnTo>
                    <a:pt x="847" y="144"/>
                  </a:lnTo>
                  <a:cubicBezTo>
                    <a:pt x="821" y="144"/>
                    <a:pt x="804" y="144"/>
                    <a:pt x="787" y="136"/>
                  </a:cubicBezTo>
                  <a:close/>
                  <a:moveTo>
                    <a:pt x="644" y="0"/>
                  </a:moveTo>
                  <a:lnTo>
                    <a:pt x="644" y="0"/>
                  </a:lnTo>
                  <a:cubicBezTo>
                    <a:pt x="457" y="17"/>
                    <a:pt x="635" y="93"/>
                    <a:pt x="474" y="93"/>
                  </a:cubicBezTo>
                  <a:lnTo>
                    <a:pt x="364" y="76"/>
                  </a:lnTo>
                  <a:lnTo>
                    <a:pt x="322" y="119"/>
                  </a:lnTo>
                  <a:cubicBezTo>
                    <a:pt x="263" y="119"/>
                    <a:pt x="373" y="85"/>
                    <a:pt x="271" y="85"/>
                  </a:cubicBezTo>
                  <a:cubicBezTo>
                    <a:pt x="262" y="89"/>
                    <a:pt x="250" y="91"/>
                    <a:pt x="237" y="91"/>
                  </a:cubicBezTo>
                  <a:cubicBezTo>
                    <a:pt x="217" y="91"/>
                    <a:pt x="194" y="87"/>
                    <a:pt x="177" y="87"/>
                  </a:cubicBezTo>
                  <a:cubicBezTo>
                    <a:pt x="166" y="87"/>
                    <a:pt x="158" y="89"/>
                    <a:pt x="153" y="93"/>
                  </a:cubicBezTo>
                  <a:cubicBezTo>
                    <a:pt x="153" y="76"/>
                    <a:pt x="161" y="68"/>
                    <a:pt x="111" y="68"/>
                  </a:cubicBezTo>
                  <a:cubicBezTo>
                    <a:pt x="102" y="68"/>
                    <a:pt x="102" y="85"/>
                    <a:pt x="68" y="85"/>
                  </a:cubicBezTo>
                  <a:cubicBezTo>
                    <a:pt x="56" y="64"/>
                    <a:pt x="81" y="64"/>
                    <a:pt x="104" y="64"/>
                  </a:cubicBezTo>
                  <a:cubicBezTo>
                    <a:pt x="128" y="64"/>
                    <a:pt x="149" y="64"/>
                    <a:pt x="128" y="43"/>
                  </a:cubicBezTo>
                  <a:cubicBezTo>
                    <a:pt x="110" y="40"/>
                    <a:pt x="95" y="39"/>
                    <a:pt x="84" y="39"/>
                  </a:cubicBezTo>
                  <a:cubicBezTo>
                    <a:pt x="13" y="39"/>
                    <a:pt x="48" y="78"/>
                    <a:pt x="26" y="85"/>
                  </a:cubicBezTo>
                  <a:lnTo>
                    <a:pt x="51" y="85"/>
                  </a:lnTo>
                  <a:cubicBezTo>
                    <a:pt x="51" y="93"/>
                    <a:pt x="39" y="93"/>
                    <a:pt x="26" y="93"/>
                  </a:cubicBezTo>
                  <a:cubicBezTo>
                    <a:pt x="13" y="93"/>
                    <a:pt x="1" y="93"/>
                    <a:pt x="1" y="102"/>
                  </a:cubicBezTo>
                  <a:cubicBezTo>
                    <a:pt x="13" y="106"/>
                    <a:pt x="24" y="108"/>
                    <a:pt x="33" y="108"/>
                  </a:cubicBezTo>
                  <a:cubicBezTo>
                    <a:pt x="43" y="108"/>
                    <a:pt x="51" y="106"/>
                    <a:pt x="60" y="102"/>
                  </a:cubicBezTo>
                  <a:lnTo>
                    <a:pt x="60" y="102"/>
                  </a:lnTo>
                  <a:cubicBezTo>
                    <a:pt x="26" y="119"/>
                    <a:pt x="119" y="144"/>
                    <a:pt x="153" y="144"/>
                  </a:cubicBezTo>
                  <a:cubicBezTo>
                    <a:pt x="202" y="141"/>
                    <a:pt x="252" y="138"/>
                    <a:pt x="303" y="138"/>
                  </a:cubicBezTo>
                  <a:cubicBezTo>
                    <a:pt x="375" y="138"/>
                    <a:pt x="447" y="143"/>
                    <a:pt x="517" y="152"/>
                  </a:cubicBezTo>
                  <a:cubicBezTo>
                    <a:pt x="508" y="152"/>
                    <a:pt x="483" y="152"/>
                    <a:pt x="500" y="161"/>
                  </a:cubicBezTo>
                  <a:cubicBezTo>
                    <a:pt x="660" y="169"/>
                    <a:pt x="720" y="186"/>
                    <a:pt x="906" y="186"/>
                  </a:cubicBezTo>
                  <a:lnTo>
                    <a:pt x="940" y="144"/>
                  </a:lnTo>
                  <a:cubicBezTo>
                    <a:pt x="940" y="140"/>
                    <a:pt x="931" y="140"/>
                    <a:pt x="917" y="140"/>
                  </a:cubicBezTo>
                  <a:cubicBezTo>
                    <a:pt x="904" y="140"/>
                    <a:pt x="885" y="140"/>
                    <a:pt x="864" y="136"/>
                  </a:cubicBezTo>
                  <a:cubicBezTo>
                    <a:pt x="872" y="127"/>
                    <a:pt x="880" y="110"/>
                    <a:pt x="838" y="110"/>
                  </a:cubicBezTo>
                  <a:cubicBezTo>
                    <a:pt x="818" y="104"/>
                    <a:pt x="800" y="102"/>
                    <a:pt x="783" y="102"/>
                  </a:cubicBezTo>
                  <a:cubicBezTo>
                    <a:pt x="735" y="102"/>
                    <a:pt x="697" y="120"/>
                    <a:pt x="654" y="120"/>
                  </a:cubicBezTo>
                  <a:cubicBezTo>
                    <a:pt x="648" y="120"/>
                    <a:pt x="641" y="119"/>
                    <a:pt x="635" y="119"/>
                  </a:cubicBezTo>
                  <a:lnTo>
                    <a:pt x="660" y="119"/>
                  </a:lnTo>
                  <a:cubicBezTo>
                    <a:pt x="631" y="110"/>
                    <a:pt x="599" y="106"/>
                    <a:pt x="567" y="106"/>
                  </a:cubicBezTo>
                  <a:cubicBezTo>
                    <a:pt x="536" y="106"/>
                    <a:pt x="504" y="110"/>
                    <a:pt x="474" y="119"/>
                  </a:cubicBezTo>
                  <a:cubicBezTo>
                    <a:pt x="459" y="107"/>
                    <a:pt x="477" y="104"/>
                    <a:pt x="503" y="104"/>
                  </a:cubicBezTo>
                  <a:cubicBezTo>
                    <a:pt x="520" y="104"/>
                    <a:pt x="540" y="105"/>
                    <a:pt x="556" y="105"/>
                  </a:cubicBezTo>
                  <a:cubicBezTo>
                    <a:pt x="583" y="105"/>
                    <a:pt x="597" y="102"/>
                    <a:pt x="559" y="85"/>
                  </a:cubicBezTo>
                  <a:lnTo>
                    <a:pt x="559" y="85"/>
                  </a:lnTo>
                  <a:cubicBezTo>
                    <a:pt x="593" y="89"/>
                    <a:pt x="629" y="91"/>
                    <a:pt x="665" y="91"/>
                  </a:cubicBezTo>
                  <a:cubicBezTo>
                    <a:pt x="701" y="91"/>
                    <a:pt x="737" y="89"/>
                    <a:pt x="770" y="85"/>
                  </a:cubicBezTo>
                  <a:cubicBezTo>
                    <a:pt x="686" y="68"/>
                    <a:pt x="618" y="26"/>
                    <a:pt x="6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5"/>
            <p:cNvSpPr/>
            <p:nvPr/>
          </p:nvSpPr>
          <p:spPr>
            <a:xfrm>
              <a:off x="2747175" y="3778600"/>
              <a:ext cx="450" cy="225"/>
            </a:xfrm>
            <a:custGeom>
              <a:rect b="b" l="l" r="r" t="t"/>
              <a:pathLst>
                <a:path extrusionOk="0" h="9" w="18">
                  <a:moveTo>
                    <a:pt x="17" y="0"/>
                  </a:moveTo>
                  <a:lnTo>
                    <a:pt x="0" y="9"/>
                  </a:lnTo>
                  <a:cubicBezTo>
                    <a:pt x="9" y="9"/>
                    <a:pt x="17" y="9"/>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5"/>
            <p:cNvSpPr/>
            <p:nvPr/>
          </p:nvSpPr>
          <p:spPr>
            <a:xfrm>
              <a:off x="2728975" y="3715775"/>
              <a:ext cx="875" cy="25"/>
            </a:xfrm>
            <a:custGeom>
              <a:rect b="b" l="l" r="r" t="t"/>
              <a:pathLst>
                <a:path extrusionOk="0" h="1" w="35">
                  <a:moveTo>
                    <a:pt x="1" y="1"/>
                  </a:moveTo>
                  <a:lnTo>
                    <a:pt x="3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5"/>
            <p:cNvSpPr/>
            <p:nvPr/>
          </p:nvSpPr>
          <p:spPr>
            <a:xfrm>
              <a:off x="2748225" y="3713250"/>
              <a:ext cx="1300" cy="225"/>
            </a:xfrm>
            <a:custGeom>
              <a:rect b="b" l="l" r="r" t="t"/>
              <a:pathLst>
                <a:path extrusionOk="0" h="9" w="52">
                  <a:moveTo>
                    <a:pt x="51" y="0"/>
                  </a:moveTo>
                  <a:cubicBezTo>
                    <a:pt x="43" y="0"/>
                    <a:pt x="34" y="2"/>
                    <a:pt x="26" y="5"/>
                  </a:cubicBezTo>
                  <a:lnTo>
                    <a:pt x="26" y="5"/>
                  </a:lnTo>
                  <a:lnTo>
                    <a:pt x="51" y="0"/>
                  </a:lnTo>
                  <a:close/>
                  <a:moveTo>
                    <a:pt x="26" y="5"/>
                  </a:moveTo>
                  <a:lnTo>
                    <a:pt x="1" y="9"/>
                  </a:lnTo>
                  <a:cubicBezTo>
                    <a:pt x="9" y="9"/>
                    <a:pt x="18" y="7"/>
                    <a:pt x="26"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5"/>
            <p:cNvSpPr/>
            <p:nvPr/>
          </p:nvSpPr>
          <p:spPr>
            <a:xfrm>
              <a:off x="2755425" y="3771825"/>
              <a:ext cx="225" cy="250"/>
            </a:xfrm>
            <a:custGeom>
              <a:rect b="b" l="l" r="r" t="t"/>
              <a:pathLst>
                <a:path extrusionOk="0" h="10" w="9">
                  <a:moveTo>
                    <a:pt x="0" y="9"/>
                  </a:moveTo>
                  <a:lnTo>
                    <a:pt x="0" y="9"/>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5"/>
            <p:cNvSpPr/>
            <p:nvPr/>
          </p:nvSpPr>
          <p:spPr>
            <a:xfrm>
              <a:off x="2795175" y="3719600"/>
              <a:ext cx="875" cy="225"/>
            </a:xfrm>
            <a:custGeom>
              <a:rect b="b" l="l" r="r" t="t"/>
              <a:pathLst>
                <a:path extrusionOk="0" h="9" w="35">
                  <a:moveTo>
                    <a:pt x="1" y="0"/>
                  </a:moveTo>
                  <a:lnTo>
                    <a:pt x="1" y="0"/>
                  </a:lnTo>
                  <a:cubicBezTo>
                    <a:pt x="9" y="9"/>
                    <a:pt x="18" y="9"/>
                    <a:pt x="26" y="9"/>
                  </a:cubicBezTo>
                  <a:cubicBezTo>
                    <a:pt x="34" y="9"/>
                    <a:pt x="18" y="9"/>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5"/>
            <p:cNvSpPr/>
            <p:nvPr/>
          </p:nvSpPr>
          <p:spPr>
            <a:xfrm>
              <a:off x="2748025" y="3713450"/>
              <a:ext cx="225" cy="25"/>
            </a:xfrm>
            <a:custGeom>
              <a:rect b="b" l="l" r="r" t="t"/>
              <a:pathLst>
                <a:path extrusionOk="0" h="1" w="9">
                  <a:moveTo>
                    <a:pt x="0" y="1"/>
                  </a:moveTo>
                  <a:lnTo>
                    <a:pt x="0" y="1"/>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5"/>
            <p:cNvSpPr/>
            <p:nvPr/>
          </p:nvSpPr>
          <p:spPr>
            <a:xfrm>
              <a:off x="2720525" y="3711975"/>
              <a:ext cx="450" cy="25"/>
            </a:xfrm>
            <a:custGeom>
              <a:rect b="b" l="l" r="r" t="t"/>
              <a:pathLst>
                <a:path extrusionOk="0" h="1" w="18">
                  <a:moveTo>
                    <a:pt x="17" y="1"/>
                  </a:moveTo>
                  <a:lnTo>
                    <a:pt x="0" y="1"/>
                  </a:lnTo>
                  <a:cubicBezTo>
                    <a:pt x="0" y="1"/>
                    <a:pt x="9" y="1"/>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5"/>
            <p:cNvSpPr/>
            <p:nvPr/>
          </p:nvSpPr>
          <p:spPr>
            <a:xfrm>
              <a:off x="2721375" y="3715350"/>
              <a:ext cx="650" cy="25"/>
            </a:xfrm>
            <a:custGeom>
              <a:rect b="b" l="l" r="r" t="t"/>
              <a:pathLst>
                <a:path extrusionOk="0" h="1" w="26">
                  <a:moveTo>
                    <a:pt x="26" y="1"/>
                  </a:moveTo>
                  <a:cubicBezTo>
                    <a:pt x="17" y="1"/>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5"/>
            <p:cNvSpPr/>
            <p:nvPr/>
          </p:nvSpPr>
          <p:spPr>
            <a:xfrm>
              <a:off x="2691975" y="3711125"/>
              <a:ext cx="1075" cy="25"/>
            </a:xfrm>
            <a:custGeom>
              <a:rect b="b" l="l" r="r" t="t"/>
              <a:pathLst>
                <a:path extrusionOk="0" h="1" w="43">
                  <a:moveTo>
                    <a:pt x="43" y="1"/>
                  </a:moveTo>
                  <a:lnTo>
                    <a:pt x="0" y="1"/>
                  </a:lnTo>
                  <a:cubicBezTo>
                    <a:pt x="9"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5"/>
            <p:cNvSpPr/>
            <p:nvPr/>
          </p:nvSpPr>
          <p:spPr>
            <a:xfrm>
              <a:off x="2718825" y="3714300"/>
              <a:ext cx="250" cy="250"/>
            </a:xfrm>
            <a:custGeom>
              <a:rect b="b" l="l" r="r" t="t"/>
              <a:pathLst>
                <a:path extrusionOk="0" h="10" w="10">
                  <a:moveTo>
                    <a:pt x="9" y="1"/>
                  </a:moveTo>
                  <a:lnTo>
                    <a:pt x="1" y="9"/>
                  </a:lnTo>
                  <a:cubicBezTo>
                    <a:pt x="9" y="9"/>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5"/>
            <p:cNvSpPr/>
            <p:nvPr/>
          </p:nvSpPr>
          <p:spPr>
            <a:xfrm>
              <a:off x="2739775" y="378070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5"/>
            <p:cNvSpPr/>
            <p:nvPr/>
          </p:nvSpPr>
          <p:spPr>
            <a:xfrm>
              <a:off x="2737875" y="3783675"/>
              <a:ext cx="850" cy="650"/>
            </a:xfrm>
            <a:custGeom>
              <a:rect b="b" l="l" r="r" t="t"/>
              <a:pathLst>
                <a:path extrusionOk="0" h="26" w="34">
                  <a:moveTo>
                    <a:pt x="34" y="0"/>
                  </a:moveTo>
                  <a:lnTo>
                    <a:pt x="0" y="26"/>
                  </a:lnTo>
                  <a:cubicBezTo>
                    <a:pt x="17" y="17"/>
                    <a:pt x="25" y="9"/>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5"/>
            <p:cNvSpPr/>
            <p:nvPr/>
          </p:nvSpPr>
          <p:spPr>
            <a:xfrm>
              <a:off x="2788350" y="3734825"/>
              <a:ext cx="1350" cy="1075"/>
            </a:xfrm>
            <a:custGeom>
              <a:rect b="b" l="l" r="r" t="t"/>
              <a:pathLst>
                <a:path extrusionOk="0" h="43" w="54">
                  <a:moveTo>
                    <a:pt x="3" y="26"/>
                  </a:moveTo>
                  <a:cubicBezTo>
                    <a:pt x="2" y="28"/>
                    <a:pt x="1" y="29"/>
                    <a:pt x="2" y="30"/>
                  </a:cubicBezTo>
                  <a:lnTo>
                    <a:pt x="2" y="30"/>
                  </a:lnTo>
                  <a:cubicBezTo>
                    <a:pt x="2" y="29"/>
                    <a:pt x="2" y="27"/>
                    <a:pt x="3" y="26"/>
                  </a:cubicBezTo>
                  <a:close/>
                  <a:moveTo>
                    <a:pt x="54" y="0"/>
                  </a:moveTo>
                  <a:lnTo>
                    <a:pt x="54" y="0"/>
                  </a:lnTo>
                  <a:cubicBezTo>
                    <a:pt x="33" y="7"/>
                    <a:pt x="7" y="30"/>
                    <a:pt x="2" y="30"/>
                  </a:cubicBezTo>
                  <a:cubicBezTo>
                    <a:pt x="2" y="30"/>
                    <a:pt x="2" y="30"/>
                    <a:pt x="2" y="30"/>
                  </a:cubicBezTo>
                  <a:lnTo>
                    <a:pt x="2" y="30"/>
                  </a:lnTo>
                  <a:cubicBezTo>
                    <a:pt x="0" y="38"/>
                    <a:pt x="3" y="42"/>
                    <a:pt x="8" y="42"/>
                  </a:cubicBezTo>
                  <a:cubicBezTo>
                    <a:pt x="17" y="42"/>
                    <a:pt x="34" y="30"/>
                    <a:pt x="5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5"/>
            <p:cNvSpPr/>
            <p:nvPr/>
          </p:nvSpPr>
          <p:spPr>
            <a:xfrm>
              <a:off x="2739550" y="3771775"/>
              <a:ext cx="375" cy="700"/>
            </a:xfrm>
            <a:custGeom>
              <a:rect b="b" l="l" r="r" t="t"/>
              <a:pathLst>
                <a:path extrusionOk="0" h="28" w="15">
                  <a:moveTo>
                    <a:pt x="12" y="0"/>
                  </a:moveTo>
                  <a:cubicBezTo>
                    <a:pt x="12" y="0"/>
                    <a:pt x="11" y="1"/>
                    <a:pt x="9" y="3"/>
                  </a:cubicBezTo>
                  <a:cubicBezTo>
                    <a:pt x="9" y="11"/>
                    <a:pt x="1" y="20"/>
                    <a:pt x="1" y="28"/>
                  </a:cubicBezTo>
                  <a:cubicBezTo>
                    <a:pt x="8" y="14"/>
                    <a:pt x="15" y="0"/>
                    <a:pt x="1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5"/>
            <p:cNvSpPr/>
            <p:nvPr/>
          </p:nvSpPr>
          <p:spPr>
            <a:xfrm>
              <a:off x="2739125" y="3772475"/>
              <a:ext cx="450" cy="650"/>
            </a:xfrm>
            <a:custGeom>
              <a:rect b="b" l="l" r="r" t="t"/>
              <a:pathLst>
                <a:path extrusionOk="0" h="26" w="18">
                  <a:moveTo>
                    <a:pt x="18" y="0"/>
                  </a:moveTo>
                  <a:lnTo>
                    <a:pt x="18" y="0"/>
                  </a:lnTo>
                  <a:cubicBezTo>
                    <a:pt x="14" y="4"/>
                    <a:pt x="11" y="8"/>
                    <a:pt x="9" y="13"/>
                  </a:cubicBezTo>
                  <a:lnTo>
                    <a:pt x="9" y="13"/>
                  </a:lnTo>
                  <a:lnTo>
                    <a:pt x="18" y="0"/>
                  </a:lnTo>
                  <a:close/>
                  <a:moveTo>
                    <a:pt x="9" y="13"/>
                  </a:moveTo>
                  <a:lnTo>
                    <a:pt x="1" y="25"/>
                  </a:lnTo>
                  <a:cubicBezTo>
                    <a:pt x="5" y="21"/>
                    <a:pt x="7" y="17"/>
                    <a:pt x="9" y="1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5"/>
            <p:cNvSpPr/>
            <p:nvPr/>
          </p:nvSpPr>
          <p:spPr>
            <a:xfrm>
              <a:off x="2780150" y="3731225"/>
              <a:ext cx="450" cy="225"/>
            </a:xfrm>
            <a:custGeom>
              <a:rect b="b" l="l" r="r" t="t"/>
              <a:pathLst>
                <a:path extrusionOk="0" h="9" w="18">
                  <a:moveTo>
                    <a:pt x="18" y="0"/>
                  </a:moveTo>
                  <a:cubicBezTo>
                    <a:pt x="14" y="0"/>
                    <a:pt x="12" y="3"/>
                    <a:pt x="9" y="5"/>
                  </a:cubicBezTo>
                  <a:lnTo>
                    <a:pt x="18" y="0"/>
                  </a:lnTo>
                  <a:close/>
                  <a:moveTo>
                    <a:pt x="9" y="5"/>
                  </a:moveTo>
                  <a:lnTo>
                    <a:pt x="1" y="9"/>
                  </a:lnTo>
                  <a:cubicBezTo>
                    <a:pt x="5" y="9"/>
                    <a:pt x="7" y="7"/>
                    <a:pt x="9"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5"/>
            <p:cNvSpPr/>
            <p:nvPr/>
          </p:nvSpPr>
          <p:spPr>
            <a:xfrm>
              <a:off x="2734900" y="3783250"/>
              <a:ext cx="7000" cy="7000"/>
            </a:xfrm>
            <a:custGeom>
              <a:rect b="b" l="l" r="r" t="t"/>
              <a:pathLst>
                <a:path extrusionOk="0" h="280" w="280">
                  <a:moveTo>
                    <a:pt x="119" y="43"/>
                  </a:moveTo>
                  <a:cubicBezTo>
                    <a:pt x="118" y="44"/>
                    <a:pt x="117" y="45"/>
                    <a:pt x="116" y="46"/>
                  </a:cubicBezTo>
                  <a:lnTo>
                    <a:pt x="116" y="46"/>
                  </a:lnTo>
                  <a:cubicBezTo>
                    <a:pt x="117" y="45"/>
                    <a:pt x="118" y="44"/>
                    <a:pt x="119" y="43"/>
                  </a:cubicBezTo>
                  <a:close/>
                  <a:moveTo>
                    <a:pt x="96" y="118"/>
                  </a:moveTo>
                  <a:cubicBezTo>
                    <a:pt x="95" y="118"/>
                    <a:pt x="94" y="118"/>
                    <a:pt x="94" y="119"/>
                  </a:cubicBezTo>
                  <a:lnTo>
                    <a:pt x="94" y="129"/>
                  </a:lnTo>
                  <a:lnTo>
                    <a:pt x="94" y="129"/>
                  </a:lnTo>
                  <a:cubicBezTo>
                    <a:pt x="95" y="125"/>
                    <a:pt x="96" y="121"/>
                    <a:pt x="96" y="118"/>
                  </a:cubicBezTo>
                  <a:close/>
                  <a:moveTo>
                    <a:pt x="254" y="0"/>
                  </a:moveTo>
                  <a:lnTo>
                    <a:pt x="111" y="93"/>
                  </a:lnTo>
                  <a:cubicBezTo>
                    <a:pt x="92" y="100"/>
                    <a:pt x="81" y="102"/>
                    <a:pt x="75" y="102"/>
                  </a:cubicBezTo>
                  <a:cubicBezTo>
                    <a:pt x="55" y="102"/>
                    <a:pt x="85" y="77"/>
                    <a:pt x="116" y="46"/>
                  </a:cubicBezTo>
                  <a:lnTo>
                    <a:pt x="116" y="46"/>
                  </a:lnTo>
                  <a:cubicBezTo>
                    <a:pt x="109" y="53"/>
                    <a:pt x="101" y="60"/>
                    <a:pt x="94" y="60"/>
                  </a:cubicBezTo>
                  <a:cubicBezTo>
                    <a:pt x="94" y="66"/>
                    <a:pt x="22" y="139"/>
                    <a:pt x="40" y="139"/>
                  </a:cubicBezTo>
                  <a:cubicBezTo>
                    <a:pt x="46" y="139"/>
                    <a:pt x="62" y="131"/>
                    <a:pt x="94" y="110"/>
                  </a:cubicBezTo>
                  <a:lnTo>
                    <a:pt x="94" y="110"/>
                  </a:lnTo>
                  <a:cubicBezTo>
                    <a:pt x="95" y="113"/>
                    <a:pt x="96" y="115"/>
                    <a:pt x="96" y="118"/>
                  </a:cubicBezTo>
                  <a:lnTo>
                    <a:pt x="96" y="118"/>
                  </a:lnTo>
                  <a:cubicBezTo>
                    <a:pt x="154" y="84"/>
                    <a:pt x="213" y="51"/>
                    <a:pt x="254" y="0"/>
                  </a:cubicBezTo>
                  <a:close/>
                  <a:moveTo>
                    <a:pt x="280" y="9"/>
                  </a:moveTo>
                  <a:lnTo>
                    <a:pt x="280" y="9"/>
                  </a:lnTo>
                  <a:cubicBezTo>
                    <a:pt x="229" y="68"/>
                    <a:pt x="161" y="119"/>
                    <a:pt x="94" y="153"/>
                  </a:cubicBezTo>
                  <a:lnTo>
                    <a:pt x="94" y="129"/>
                  </a:lnTo>
                  <a:lnTo>
                    <a:pt x="94" y="129"/>
                  </a:lnTo>
                  <a:cubicBezTo>
                    <a:pt x="81" y="157"/>
                    <a:pt x="21" y="184"/>
                    <a:pt x="1" y="212"/>
                  </a:cubicBezTo>
                  <a:cubicBezTo>
                    <a:pt x="3" y="211"/>
                    <a:pt x="6" y="211"/>
                    <a:pt x="7" y="211"/>
                  </a:cubicBezTo>
                  <a:cubicBezTo>
                    <a:pt x="21" y="211"/>
                    <a:pt x="3" y="237"/>
                    <a:pt x="18" y="237"/>
                  </a:cubicBezTo>
                  <a:cubicBezTo>
                    <a:pt x="26" y="220"/>
                    <a:pt x="43" y="203"/>
                    <a:pt x="68" y="187"/>
                  </a:cubicBezTo>
                  <a:cubicBezTo>
                    <a:pt x="85" y="187"/>
                    <a:pt x="60" y="229"/>
                    <a:pt x="18" y="246"/>
                  </a:cubicBezTo>
                  <a:cubicBezTo>
                    <a:pt x="23" y="244"/>
                    <a:pt x="27" y="243"/>
                    <a:pt x="29" y="243"/>
                  </a:cubicBezTo>
                  <a:cubicBezTo>
                    <a:pt x="49" y="243"/>
                    <a:pt x="18" y="280"/>
                    <a:pt x="31" y="280"/>
                  </a:cubicBezTo>
                  <a:cubicBezTo>
                    <a:pt x="34" y="280"/>
                    <a:pt x="40" y="277"/>
                    <a:pt x="51" y="271"/>
                  </a:cubicBezTo>
                  <a:cubicBezTo>
                    <a:pt x="144" y="203"/>
                    <a:pt x="221" y="110"/>
                    <a:pt x="280"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5"/>
            <p:cNvSpPr/>
            <p:nvPr/>
          </p:nvSpPr>
          <p:spPr>
            <a:xfrm>
              <a:off x="2735550" y="3777950"/>
              <a:ext cx="25" cy="250"/>
            </a:xfrm>
            <a:custGeom>
              <a:rect b="b" l="l" r="r" t="t"/>
              <a:pathLst>
                <a:path extrusionOk="0" h="10" w="1">
                  <a:moveTo>
                    <a:pt x="0" y="1"/>
                  </a:moveTo>
                  <a:lnTo>
                    <a:pt x="0" y="1"/>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5"/>
            <p:cNvSpPr/>
            <p:nvPr/>
          </p:nvSpPr>
          <p:spPr>
            <a:xfrm>
              <a:off x="2691750" y="3725525"/>
              <a:ext cx="450" cy="225"/>
            </a:xfrm>
            <a:custGeom>
              <a:rect b="b" l="l" r="r" t="t"/>
              <a:pathLst>
                <a:path extrusionOk="0" h="9" w="18">
                  <a:moveTo>
                    <a:pt x="18" y="0"/>
                  </a:moveTo>
                  <a:lnTo>
                    <a:pt x="1" y="8"/>
                  </a:lnTo>
                  <a:cubicBezTo>
                    <a:pt x="18" y="8"/>
                    <a:pt x="18" y="8"/>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5"/>
            <p:cNvSpPr/>
            <p:nvPr/>
          </p:nvSpPr>
          <p:spPr>
            <a:xfrm>
              <a:off x="2739550" y="3779225"/>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5"/>
            <p:cNvSpPr/>
            <p:nvPr/>
          </p:nvSpPr>
          <p:spPr>
            <a:xfrm>
              <a:off x="2701075" y="372635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5"/>
            <p:cNvSpPr/>
            <p:nvPr/>
          </p:nvSpPr>
          <p:spPr>
            <a:xfrm>
              <a:off x="2704250" y="3710925"/>
              <a:ext cx="225" cy="25"/>
            </a:xfrm>
            <a:custGeom>
              <a:rect b="b" l="l" r="r" t="t"/>
              <a:pathLst>
                <a:path extrusionOk="0" h="1" w="9">
                  <a:moveTo>
                    <a:pt x="9" y="0"/>
                  </a:moveTo>
                  <a:lnTo>
                    <a:pt x="9" y="0"/>
                  </a:lnTo>
                  <a:cubicBezTo>
                    <a:pt x="0" y="0"/>
                    <a:pt x="0"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5"/>
            <p:cNvSpPr/>
            <p:nvPr/>
          </p:nvSpPr>
          <p:spPr>
            <a:xfrm>
              <a:off x="2701075" y="3726150"/>
              <a:ext cx="25" cy="25"/>
            </a:xfrm>
            <a:custGeom>
              <a:rect b="b" l="l" r="r" t="t"/>
              <a:pathLst>
                <a:path extrusionOk="0" h="1" w="1">
                  <a:moveTo>
                    <a:pt x="0" y="0"/>
                  </a:moveTo>
                  <a:lnTo>
                    <a:pt x="0" y="0"/>
                  </a:lnTo>
                  <a:cubicBezTo>
                    <a:pt x="0" y="0"/>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5"/>
            <p:cNvSpPr/>
            <p:nvPr/>
          </p:nvSpPr>
          <p:spPr>
            <a:xfrm>
              <a:off x="2743375" y="3726350"/>
              <a:ext cx="425" cy="250"/>
            </a:xfrm>
            <a:custGeom>
              <a:rect b="b" l="l" r="r" t="t"/>
              <a:pathLst>
                <a:path extrusionOk="0" h="10" w="17">
                  <a:moveTo>
                    <a:pt x="0" y="1"/>
                  </a:moveTo>
                  <a:cubicBezTo>
                    <a:pt x="0" y="1"/>
                    <a:pt x="0" y="1"/>
                    <a:pt x="17" y="9"/>
                  </a:cubicBezTo>
                  <a:cubicBezTo>
                    <a:pt x="17" y="9"/>
                    <a:pt x="8"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5"/>
            <p:cNvSpPr/>
            <p:nvPr/>
          </p:nvSpPr>
          <p:spPr>
            <a:xfrm>
              <a:off x="2735550" y="372487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5"/>
            <p:cNvSpPr/>
            <p:nvPr/>
          </p:nvSpPr>
          <p:spPr>
            <a:xfrm>
              <a:off x="2795800" y="3730800"/>
              <a:ext cx="875" cy="1300"/>
            </a:xfrm>
            <a:custGeom>
              <a:rect b="b" l="l" r="r" t="t"/>
              <a:pathLst>
                <a:path extrusionOk="0" h="52" w="35">
                  <a:moveTo>
                    <a:pt x="35" y="1"/>
                  </a:moveTo>
                  <a:lnTo>
                    <a:pt x="35" y="1"/>
                  </a:lnTo>
                  <a:cubicBezTo>
                    <a:pt x="26" y="17"/>
                    <a:pt x="9" y="26"/>
                    <a:pt x="1" y="51"/>
                  </a:cubicBezTo>
                  <a:cubicBezTo>
                    <a:pt x="9" y="34"/>
                    <a:pt x="26" y="17"/>
                    <a:pt x="3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5"/>
            <p:cNvSpPr/>
            <p:nvPr/>
          </p:nvSpPr>
          <p:spPr>
            <a:xfrm>
              <a:off x="2700425" y="3726350"/>
              <a:ext cx="450" cy="250"/>
            </a:xfrm>
            <a:custGeom>
              <a:rect b="b" l="l" r="r" t="t"/>
              <a:pathLst>
                <a:path extrusionOk="0" h="10" w="18">
                  <a:moveTo>
                    <a:pt x="18" y="1"/>
                  </a:moveTo>
                  <a:lnTo>
                    <a:pt x="1" y="9"/>
                  </a:lnTo>
                  <a:cubicBezTo>
                    <a:pt x="9" y="9"/>
                    <a:pt x="18" y="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5"/>
            <p:cNvSpPr/>
            <p:nvPr/>
          </p:nvSpPr>
          <p:spPr>
            <a:xfrm>
              <a:off x="2756675" y="3723825"/>
              <a:ext cx="250" cy="225"/>
            </a:xfrm>
            <a:custGeom>
              <a:rect b="b" l="l" r="r" t="t"/>
              <a:pathLst>
                <a:path extrusionOk="0" h="9" w="10">
                  <a:moveTo>
                    <a:pt x="1" y="0"/>
                  </a:moveTo>
                  <a:lnTo>
                    <a:pt x="1"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5"/>
            <p:cNvSpPr/>
            <p:nvPr/>
          </p:nvSpPr>
          <p:spPr>
            <a:xfrm>
              <a:off x="2755425" y="3722975"/>
              <a:ext cx="10375" cy="1950"/>
            </a:xfrm>
            <a:custGeom>
              <a:rect b="b" l="l" r="r" t="t"/>
              <a:pathLst>
                <a:path extrusionOk="0" h="78" w="415">
                  <a:moveTo>
                    <a:pt x="0" y="1"/>
                  </a:moveTo>
                  <a:lnTo>
                    <a:pt x="85" y="9"/>
                  </a:lnTo>
                  <a:lnTo>
                    <a:pt x="59" y="43"/>
                  </a:lnTo>
                  <a:lnTo>
                    <a:pt x="68" y="43"/>
                  </a:lnTo>
                  <a:cubicBezTo>
                    <a:pt x="82" y="42"/>
                    <a:pt x="93" y="42"/>
                    <a:pt x="103" y="42"/>
                  </a:cubicBezTo>
                  <a:cubicBezTo>
                    <a:pt x="188" y="42"/>
                    <a:pt x="117" y="69"/>
                    <a:pt x="202" y="69"/>
                  </a:cubicBezTo>
                  <a:cubicBezTo>
                    <a:pt x="211" y="69"/>
                    <a:pt x="222" y="69"/>
                    <a:pt x="236" y="68"/>
                  </a:cubicBezTo>
                  <a:lnTo>
                    <a:pt x="236" y="68"/>
                  </a:lnTo>
                  <a:cubicBezTo>
                    <a:pt x="228" y="69"/>
                    <a:pt x="220" y="77"/>
                    <a:pt x="220" y="77"/>
                  </a:cubicBezTo>
                  <a:cubicBezTo>
                    <a:pt x="231" y="75"/>
                    <a:pt x="243" y="75"/>
                    <a:pt x="255" y="75"/>
                  </a:cubicBezTo>
                  <a:cubicBezTo>
                    <a:pt x="287" y="75"/>
                    <a:pt x="322" y="78"/>
                    <a:pt x="351" y="78"/>
                  </a:cubicBezTo>
                  <a:cubicBezTo>
                    <a:pt x="383" y="78"/>
                    <a:pt x="407" y="74"/>
                    <a:pt x="415" y="60"/>
                  </a:cubicBezTo>
                  <a:cubicBezTo>
                    <a:pt x="389" y="60"/>
                    <a:pt x="279" y="34"/>
                    <a:pt x="305" y="17"/>
                  </a:cubicBezTo>
                  <a:cubicBezTo>
                    <a:pt x="262" y="17"/>
                    <a:pt x="203" y="1"/>
                    <a:pt x="178" y="1"/>
                  </a:cubicBezTo>
                  <a:cubicBezTo>
                    <a:pt x="246" y="17"/>
                    <a:pt x="186" y="26"/>
                    <a:pt x="136" y="34"/>
                  </a:cubicBezTo>
                  <a:cubicBezTo>
                    <a:pt x="93" y="17"/>
                    <a:pt x="144" y="9"/>
                    <a:pt x="11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5"/>
            <p:cNvSpPr/>
            <p:nvPr/>
          </p:nvSpPr>
          <p:spPr>
            <a:xfrm>
              <a:off x="2760275" y="3724875"/>
              <a:ext cx="675" cy="25"/>
            </a:xfrm>
            <a:custGeom>
              <a:rect b="b" l="l" r="r" t="t"/>
              <a:pathLst>
                <a:path extrusionOk="0" h="1" w="27">
                  <a:moveTo>
                    <a:pt x="26" y="1"/>
                  </a:moveTo>
                  <a:cubicBezTo>
                    <a:pt x="18" y="1"/>
                    <a:pt x="9" y="1"/>
                    <a:pt x="1" y="1"/>
                  </a:cubicBezTo>
                  <a:cubicBezTo>
                    <a:pt x="9" y="1"/>
                    <a:pt x="18"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5"/>
            <p:cNvSpPr/>
            <p:nvPr/>
          </p:nvSpPr>
          <p:spPr>
            <a:xfrm>
              <a:off x="2774675" y="3727000"/>
              <a:ext cx="650" cy="25"/>
            </a:xfrm>
            <a:custGeom>
              <a:rect b="b" l="l" r="r" t="t"/>
              <a:pathLst>
                <a:path extrusionOk="0" h="1" w="26">
                  <a:moveTo>
                    <a:pt x="0" y="0"/>
                  </a:moveTo>
                  <a:lnTo>
                    <a:pt x="2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5"/>
            <p:cNvSpPr/>
            <p:nvPr/>
          </p:nvSpPr>
          <p:spPr>
            <a:xfrm>
              <a:off x="2663850" y="3718100"/>
              <a:ext cx="2125" cy="650"/>
            </a:xfrm>
            <a:custGeom>
              <a:rect b="b" l="l" r="r" t="t"/>
              <a:pathLst>
                <a:path extrusionOk="0" h="26" w="85">
                  <a:moveTo>
                    <a:pt x="9" y="1"/>
                  </a:moveTo>
                  <a:lnTo>
                    <a:pt x="0" y="9"/>
                  </a:lnTo>
                  <a:cubicBezTo>
                    <a:pt x="0" y="15"/>
                    <a:pt x="41" y="25"/>
                    <a:pt x="66" y="25"/>
                  </a:cubicBezTo>
                  <a:cubicBezTo>
                    <a:pt x="77" y="25"/>
                    <a:pt x="85" y="23"/>
                    <a:pt x="85" y="18"/>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5"/>
            <p:cNvSpPr/>
            <p:nvPr/>
          </p:nvSpPr>
          <p:spPr>
            <a:xfrm>
              <a:off x="2773400" y="3747075"/>
              <a:ext cx="650" cy="875"/>
            </a:xfrm>
            <a:custGeom>
              <a:rect b="b" l="l" r="r" t="t"/>
              <a:pathLst>
                <a:path extrusionOk="0" h="35" w="26">
                  <a:moveTo>
                    <a:pt x="26" y="1"/>
                  </a:moveTo>
                  <a:cubicBezTo>
                    <a:pt x="17" y="9"/>
                    <a:pt x="9" y="18"/>
                    <a:pt x="0" y="35"/>
                  </a:cubicBezTo>
                  <a:lnTo>
                    <a:pt x="26" y="9"/>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5"/>
            <p:cNvSpPr/>
            <p:nvPr/>
          </p:nvSpPr>
          <p:spPr>
            <a:xfrm>
              <a:off x="2763025" y="3723175"/>
              <a:ext cx="675" cy="250"/>
            </a:xfrm>
            <a:custGeom>
              <a:rect b="b" l="l" r="r" t="t"/>
              <a:pathLst>
                <a:path extrusionOk="0" h="10" w="27">
                  <a:moveTo>
                    <a:pt x="26" y="1"/>
                  </a:moveTo>
                  <a:cubicBezTo>
                    <a:pt x="18" y="1"/>
                    <a:pt x="9" y="9"/>
                    <a:pt x="1" y="9"/>
                  </a:cubicBezTo>
                  <a:cubicBezTo>
                    <a:pt x="9" y="9"/>
                    <a:pt x="18" y="9"/>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5"/>
            <p:cNvSpPr/>
            <p:nvPr/>
          </p:nvSpPr>
          <p:spPr>
            <a:xfrm>
              <a:off x="2770425" y="3747075"/>
              <a:ext cx="1925" cy="1725"/>
            </a:xfrm>
            <a:custGeom>
              <a:rect b="b" l="l" r="r" t="t"/>
              <a:pathLst>
                <a:path extrusionOk="0" h="69" w="77">
                  <a:moveTo>
                    <a:pt x="77" y="1"/>
                  </a:moveTo>
                  <a:cubicBezTo>
                    <a:pt x="69" y="1"/>
                    <a:pt x="43" y="9"/>
                    <a:pt x="35" y="9"/>
                  </a:cubicBezTo>
                  <a:cubicBezTo>
                    <a:pt x="26" y="26"/>
                    <a:pt x="9" y="43"/>
                    <a:pt x="1" y="69"/>
                  </a:cubicBezTo>
                  <a:cubicBezTo>
                    <a:pt x="26" y="43"/>
                    <a:pt x="52" y="18"/>
                    <a:pt x="7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5"/>
            <p:cNvSpPr/>
            <p:nvPr/>
          </p:nvSpPr>
          <p:spPr>
            <a:xfrm>
              <a:off x="2770425" y="3748775"/>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5"/>
            <p:cNvSpPr/>
            <p:nvPr/>
          </p:nvSpPr>
          <p:spPr>
            <a:xfrm>
              <a:off x="2503750" y="3703525"/>
              <a:ext cx="300975" cy="79950"/>
            </a:xfrm>
            <a:custGeom>
              <a:rect b="b" l="l" r="r" t="t"/>
              <a:pathLst>
                <a:path extrusionOk="0" h="3198" w="12039">
                  <a:moveTo>
                    <a:pt x="3520" y="102"/>
                  </a:moveTo>
                  <a:lnTo>
                    <a:pt x="3520" y="102"/>
                  </a:lnTo>
                  <a:cubicBezTo>
                    <a:pt x="3513" y="103"/>
                    <a:pt x="3506" y="105"/>
                    <a:pt x="3500" y="107"/>
                  </a:cubicBezTo>
                  <a:lnTo>
                    <a:pt x="3500" y="107"/>
                  </a:lnTo>
                  <a:cubicBezTo>
                    <a:pt x="3507" y="105"/>
                    <a:pt x="3513" y="104"/>
                    <a:pt x="3520" y="102"/>
                  </a:cubicBezTo>
                  <a:close/>
                  <a:moveTo>
                    <a:pt x="3976" y="136"/>
                  </a:moveTo>
                  <a:lnTo>
                    <a:pt x="3951" y="148"/>
                  </a:lnTo>
                  <a:lnTo>
                    <a:pt x="3951" y="148"/>
                  </a:lnTo>
                  <a:cubicBezTo>
                    <a:pt x="3967" y="142"/>
                    <a:pt x="4007" y="136"/>
                    <a:pt x="3976" y="136"/>
                  </a:cubicBezTo>
                  <a:close/>
                  <a:moveTo>
                    <a:pt x="3951" y="148"/>
                  </a:moveTo>
                  <a:cubicBezTo>
                    <a:pt x="3949" y="149"/>
                    <a:pt x="3948" y="150"/>
                    <a:pt x="3946" y="151"/>
                  </a:cubicBezTo>
                  <a:lnTo>
                    <a:pt x="3946" y="151"/>
                  </a:lnTo>
                  <a:lnTo>
                    <a:pt x="3951" y="148"/>
                  </a:lnTo>
                  <a:close/>
                  <a:moveTo>
                    <a:pt x="3905" y="406"/>
                  </a:moveTo>
                  <a:cubicBezTo>
                    <a:pt x="3904" y="406"/>
                    <a:pt x="3902" y="406"/>
                    <a:pt x="3900" y="406"/>
                  </a:cubicBezTo>
                  <a:cubicBezTo>
                    <a:pt x="3904" y="406"/>
                    <a:pt x="3904" y="406"/>
                    <a:pt x="3905" y="406"/>
                  </a:cubicBezTo>
                  <a:close/>
                  <a:moveTo>
                    <a:pt x="9274" y="427"/>
                  </a:moveTo>
                  <a:lnTo>
                    <a:pt x="9274" y="427"/>
                  </a:lnTo>
                  <a:cubicBezTo>
                    <a:pt x="9276" y="429"/>
                    <a:pt x="9278" y="430"/>
                    <a:pt x="9280" y="432"/>
                  </a:cubicBezTo>
                  <a:cubicBezTo>
                    <a:pt x="9278" y="430"/>
                    <a:pt x="9276" y="429"/>
                    <a:pt x="9274" y="427"/>
                  </a:cubicBezTo>
                  <a:close/>
                  <a:moveTo>
                    <a:pt x="4108" y="439"/>
                  </a:moveTo>
                  <a:lnTo>
                    <a:pt x="4103" y="440"/>
                  </a:lnTo>
                  <a:cubicBezTo>
                    <a:pt x="4105" y="440"/>
                    <a:pt x="4106" y="440"/>
                    <a:pt x="4108" y="439"/>
                  </a:cubicBezTo>
                  <a:close/>
                  <a:moveTo>
                    <a:pt x="6592" y="507"/>
                  </a:moveTo>
                  <a:cubicBezTo>
                    <a:pt x="6595" y="508"/>
                    <a:pt x="6598" y="508"/>
                    <a:pt x="6599" y="508"/>
                  </a:cubicBezTo>
                  <a:cubicBezTo>
                    <a:pt x="6597" y="508"/>
                    <a:pt x="6594" y="507"/>
                    <a:pt x="6592" y="507"/>
                  </a:cubicBezTo>
                  <a:close/>
                  <a:moveTo>
                    <a:pt x="5317" y="513"/>
                  </a:moveTo>
                  <a:cubicBezTo>
                    <a:pt x="5315" y="513"/>
                    <a:pt x="5314" y="515"/>
                    <a:pt x="5313" y="516"/>
                  </a:cubicBezTo>
                  <a:lnTo>
                    <a:pt x="5317" y="513"/>
                  </a:lnTo>
                  <a:close/>
                  <a:moveTo>
                    <a:pt x="7081" y="592"/>
                  </a:moveTo>
                  <a:lnTo>
                    <a:pt x="7064" y="609"/>
                  </a:lnTo>
                  <a:cubicBezTo>
                    <a:pt x="7056" y="601"/>
                    <a:pt x="7039" y="601"/>
                    <a:pt x="7039" y="592"/>
                  </a:cubicBezTo>
                  <a:close/>
                  <a:moveTo>
                    <a:pt x="10913" y="457"/>
                  </a:moveTo>
                  <a:lnTo>
                    <a:pt x="10820" y="482"/>
                  </a:lnTo>
                  <a:lnTo>
                    <a:pt x="10812" y="482"/>
                  </a:lnTo>
                  <a:lnTo>
                    <a:pt x="10676" y="508"/>
                  </a:lnTo>
                  <a:cubicBezTo>
                    <a:pt x="10738" y="508"/>
                    <a:pt x="10748" y="497"/>
                    <a:pt x="10772" y="497"/>
                  </a:cubicBezTo>
                  <a:cubicBezTo>
                    <a:pt x="10784" y="497"/>
                    <a:pt x="10800" y="499"/>
                    <a:pt x="10829" y="508"/>
                  </a:cubicBezTo>
                  <a:cubicBezTo>
                    <a:pt x="10897" y="522"/>
                    <a:pt x="10843" y="530"/>
                    <a:pt x="10807" y="541"/>
                  </a:cubicBezTo>
                  <a:lnTo>
                    <a:pt x="10807" y="541"/>
                  </a:lnTo>
                  <a:cubicBezTo>
                    <a:pt x="10832" y="540"/>
                    <a:pt x="10860" y="541"/>
                    <a:pt x="10871" y="525"/>
                  </a:cubicBezTo>
                  <a:cubicBezTo>
                    <a:pt x="10913" y="535"/>
                    <a:pt x="10958" y="542"/>
                    <a:pt x="11004" y="542"/>
                  </a:cubicBezTo>
                  <a:cubicBezTo>
                    <a:pt x="11033" y="542"/>
                    <a:pt x="11062" y="540"/>
                    <a:pt x="11091" y="533"/>
                  </a:cubicBezTo>
                  <a:cubicBezTo>
                    <a:pt x="11137" y="525"/>
                    <a:pt x="11184" y="520"/>
                    <a:pt x="11230" y="520"/>
                  </a:cubicBezTo>
                  <a:cubicBezTo>
                    <a:pt x="11277" y="520"/>
                    <a:pt x="11323" y="525"/>
                    <a:pt x="11370" y="533"/>
                  </a:cubicBezTo>
                  <a:cubicBezTo>
                    <a:pt x="11345" y="559"/>
                    <a:pt x="11412" y="559"/>
                    <a:pt x="11488" y="559"/>
                  </a:cubicBezTo>
                  <a:cubicBezTo>
                    <a:pt x="11517" y="559"/>
                    <a:pt x="11545" y="558"/>
                    <a:pt x="11569" y="558"/>
                  </a:cubicBezTo>
                  <a:cubicBezTo>
                    <a:pt x="11618" y="558"/>
                    <a:pt x="11652" y="561"/>
                    <a:pt x="11641" y="584"/>
                  </a:cubicBezTo>
                  <a:cubicBezTo>
                    <a:pt x="11605" y="577"/>
                    <a:pt x="11570" y="575"/>
                    <a:pt x="11534" y="575"/>
                  </a:cubicBezTo>
                  <a:cubicBezTo>
                    <a:pt x="11477" y="575"/>
                    <a:pt x="11419" y="582"/>
                    <a:pt x="11362" y="592"/>
                  </a:cubicBezTo>
                  <a:cubicBezTo>
                    <a:pt x="11463" y="601"/>
                    <a:pt x="11565" y="609"/>
                    <a:pt x="11666" y="626"/>
                  </a:cubicBezTo>
                  <a:cubicBezTo>
                    <a:pt x="11632" y="601"/>
                    <a:pt x="11700" y="575"/>
                    <a:pt x="11784" y="559"/>
                  </a:cubicBezTo>
                  <a:cubicBezTo>
                    <a:pt x="11666" y="550"/>
                    <a:pt x="11556" y="542"/>
                    <a:pt x="11446" y="516"/>
                  </a:cubicBezTo>
                  <a:cubicBezTo>
                    <a:pt x="11311" y="499"/>
                    <a:pt x="11167" y="482"/>
                    <a:pt x="11032" y="466"/>
                  </a:cubicBezTo>
                  <a:lnTo>
                    <a:pt x="11032" y="466"/>
                  </a:lnTo>
                  <a:cubicBezTo>
                    <a:pt x="11040" y="482"/>
                    <a:pt x="11040" y="491"/>
                    <a:pt x="11040" y="508"/>
                  </a:cubicBezTo>
                  <a:cubicBezTo>
                    <a:pt x="11019" y="509"/>
                    <a:pt x="11002" y="509"/>
                    <a:pt x="10988" y="509"/>
                  </a:cubicBezTo>
                  <a:cubicBezTo>
                    <a:pt x="10851" y="509"/>
                    <a:pt x="11075" y="472"/>
                    <a:pt x="10913" y="457"/>
                  </a:cubicBezTo>
                  <a:close/>
                  <a:moveTo>
                    <a:pt x="7741" y="542"/>
                  </a:moveTo>
                  <a:lnTo>
                    <a:pt x="8096" y="592"/>
                  </a:lnTo>
                  <a:lnTo>
                    <a:pt x="8096" y="592"/>
                  </a:lnTo>
                  <a:lnTo>
                    <a:pt x="8079" y="567"/>
                  </a:lnTo>
                  <a:lnTo>
                    <a:pt x="8079" y="567"/>
                  </a:lnTo>
                  <a:cubicBezTo>
                    <a:pt x="8089" y="569"/>
                    <a:pt x="8098" y="570"/>
                    <a:pt x="8106" y="570"/>
                  </a:cubicBezTo>
                  <a:cubicBezTo>
                    <a:pt x="8120" y="570"/>
                    <a:pt x="8132" y="568"/>
                    <a:pt x="8143" y="568"/>
                  </a:cubicBezTo>
                  <a:cubicBezTo>
                    <a:pt x="8154" y="568"/>
                    <a:pt x="8163" y="569"/>
                    <a:pt x="8172" y="575"/>
                  </a:cubicBezTo>
                  <a:cubicBezTo>
                    <a:pt x="8088" y="618"/>
                    <a:pt x="8003" y="652"/>
                    <a:pt x="7919" y="677"/>
                  </a:cubicBezTo>
                  <a:cubicBezTo>
                    <a:pt x="7851" y="677"/>
                    <a:pt x="7783" y="669"/>
                    <a:pt x="7724" y="660"/>
                  </a:cubicBezTo>
                  <a:lnTo>
                    <a:pt x="7741" y="660"/>
                  </a:lnTo>
                  <a:cubicBezTo>
                    <a:pt x="7796" y="664"/>
                    <a:pt x="7839" y="666"/>
                    <a:pt x="7871" y="666"/>
                  </a:cubicBezTo>
                  <a:cubicBezTo>
                    <a:pt x="8041" y="666"/>
                    <a:pt x="7912" y="613"/>
                    <a:pt x="7741" y="542"/>
                  </a:cubicBezTo>
                  <a:close/>
                  <a:moveTo>
                    <a:pt x="8232" y="685"/>
                  </a:moveTo>
                  <a:cubicBezTo>
                    <a:pt x="8226" y="697"/>
                    <a:pt x="8232" y="709"/>
                    <a:pt x="8213" y="709"/>
                  </a:cubicBezTo>
                  <a:cubicBezTo>
                    <a:pt x="8205" y="709"/>
                    <a:pt x="8192" y="707"/>
                    <a:pt x="8172" y="702"/>
                  </a:cubicBezTo>
                  <a:cubicBezTo>
                    <a:pt x="8172" y="694"/>
                    <a:pt x="8172" y="694"/>
                    <a:pt x="8164" y="685"/>
                  </a:cubicBezTo>
                  <a:close/>
                  <a:moveTo>
                    <a:pt x="10040" y="718"/>
                  </a:moveTo>
                  <a:lnTo>
                    <a:pt x="10040" y="718"/>
                  </a:lnTo>
                  <a:cubicBezTo>
                    <a:pt x="10038" y="719"/>
                    <a:pt x="10035" y="719"/>
                    <a:pt x="10033" y="719"/>
                  </a:cubicBezTo>
                  <a:cubicBezTo>
                    <a:pt x="10036" y="719"/>
                    <a:pt x="10038" y="719"/>
                    <a:pt x="10040" y="718"/>
                  </a:cubicBezTo>
                  <a:close/>
                  <a:moveTo>
                    <a:pt x="7512" y="635"/>
                  </a:moveTo>
                  <a:lnTo>
                    <a:pt x="7589" y="643"/>
                  </a:lnTo>
                  <a:cubicBezTo>
                    <a:pt x="7614" y="652"/>
                    <a:pt x="7631" y="652"/>
                    <a:pt x="7622" y="660"/>
                  </a:cubicBezTo>
                  <a:cubicBezTo>
                    <a:pt x="7614" y="694"/>
                    <a:pt x="7521" y="694"/>
                    <a:pt x="7496" y="719"/>
                  </a:cubicBezTo>
                  <a:cubicBezTo>
                    <a:pt x="7489" y="721"/>
                    <a:pt x="7478" y="722"/>
                    <a:pt x="7464" y="722"/>
                  </a:cubicBezTo>
                  <a:cubicBezTo>
                    <a:pt x="7424" y="722"/>
                    <a:pt x="7367" y="713"/>
                    <a:pt x="7386" y="694"/>
                  </a:cubicBezTo>
                  <a:lnTo>
                    <a:pt x="7386" y="694"/>
                  </a:lnTo>
                  <a:cubicBezTo>
                    <a:pt x="7393" y="696"/>
                    <a:pt x="7401" y="696"/>
                    <a:pt x="7407" y="696"/>
                  </a:cubicBezTo>
                  <a:cubicBezTo>
                    <a:pt x="7447" y="696"/>
                    <a:pt x="7461" y="668"/>
                    <a:pt x="7488" y="668"/>
                  </a:cubicBezTo>
                  <a:cubicBezTo>
                    <a:pt x="7499" y="668"/>
                    <a:pt x="7512" y="672"/>
                    <a:pt x="7529" y="685"/>
                  </a:cubicBezTo>
                  <a:cubicBezTo>
                    <a:pt x="7538" y="669"/>
                    <a:pt x="7521" y="660"/>
                    <a:pt x="7496" y="652"/>
                  </a:cubicBezTo>
                  <a:cubicBezTo>
                    <a:pt x="7504" y="643"/>
                    <a:pt x="7512" y="635"/>
                    <a:pt x="7512" y="635"/>
                  </a:cubicBezTo>
                  <a:close/>
                  <a:moveTo>
                    <a:pt x="8866" y="779"/>
                  </a:moveTo>
                  <a:lnTo>
                    <a:pt x="8866" y="779"/>
                  </a:lnTo>
                  <a:cubicBezTo>
                    <a:pt x="8864" y="780"/>
                    <a:pt x="8864" y="782"/>
                    <a:pt x="8864" y="784"/>
                  </a:cubicBezTo>
                  <a:lnTo>
                    <a:pt x="8864" y="784"/>
                  </a:lnTo>
                  <a:cubicBezTo>
                    <a:pt x="8865" y="782"/>
                    <a:pt x="8866" y="780"/>
                    <a:pt x="8866" y="779"/>
                  </a:cubicBezTo>
                  <a:close/>
                  <a:moveTo>
                    <a:pt x="9069" y="677"/>
                  </a:moveTo>
                  <a:cubicBezTo>
                    <a:pt x="9076" y="705"/>
                    <a:pt x="9077" y="721"/>
                    <a:pt x="9063" y="721"/>
                  </a:cubicBezTo>
                  <a:cubicBezTo>
                    <a:pt x="9060" y="721"/>
                    <a:pt x="9056" y="721"/>
                    <a:pt x="9052" y="719"/>
                  </a:cubicBezTo>
                  <a:lnTo>
                    <a:pt x="9052" y="719"/>
                  </a:lnTo>
                  <a:lnTo>
                    <a:pt x="9103" y="745"/>
                  </a:lnTo>
                  <a:lnTo>
                    <a:pt x="9027" y="745"/>
                  </a:lnTo>
                  <a:cubicBezTo>
                    <a:pt x="9042" y="760"/>
                    <a:pt x="9069" y="763"/>
                    <a:pt x="9098" y="763"/>
                  </a:cubicBezTo>
                  <a:cubicBezTo>
                    <a:pt x="9117" y="763"/>
                    <a:pt x="9137" y="762"/>
                    <a:pt x="9154" y="762"/>
                  </a:cubicBezTo>
                  <a:cubicBezTo>
                    <a:pt x="9204" y="779"/>
                    <a:pt x="9044" y="770"/>
                    <a:pt x="8993" y="804"/>
                  </a:cubicBezTo>
                  <a:cubicBezTo>
                    <a:pt x="8981" y="808"/>
                    <a:pt x="8967" y="809"/>
                    <a:pt x="8953" y="809"/>
                  </a:cubicBezTo>
                  <a:cubicBezTo>
                    <a:pt x="8911" y="809"/>
                    <a:pt x="8866" y="796"/>
                    <a:pt x="8864" y="784"/>
                  </a:cubicBezTo>
                  <a:lnTo>
                    <a:pt x="8864" y="784"/>
                  </a:lnTo>
                  <a:cubicBezTo>
                    <a:pt x="8845" y="819"/>
                    <a:pt x="8711" y="796"/>
                    <a:pt x="8654" y="812"/>
                  </a:cubicBezTo>
                  <a:cubicBezTo>
                    <a:pt x="8519" y="804"/>
                    <a:pt x="8570" y="753"/>
                    <a:pt x="8451" y="753"/>
                  </a:cubicBezTo>
                  <a:lnTo>
                    <a:pt x="8494" y="779"/>
                  </a:lnTo>
                  <a:cubicBezTo>
                    <a:pt x="8467" y="781"/>
                    <a:pt x="8439" y="782"/>
                    <a:pt x="8412" y="782"/>
                  </a:cubicBezTo>
                  <a:cubicBezTo>
                    <a:pt x="8347" y="782"/>
                    <a:pt x="8283" y="776"/>
                    <a:pt x="8223" y="770"/>
                  </a:cubicBezTo>
                  <a:cubicBezTo>
                    <a:pt x="8221" y="760"/>
                    <a:pt x="8224" y="757"/>
                    <a:pt x="8231" y="757"/>
                  </a:cubicBezTo>
                  <a:cubicBezTo>
                    <a:pt x="8245" y="757"/>
                    <a:pt x="8274" y="771"/>
                    <a:pt x="8297" y="771"/>
                  </a:cubicBezTo>
                  <a:cubicBezTo>
                    <a:pt x="8301" y="771"/>
                    <a:pt x="8304" y="771"/>
                    <a:pt x="8308" y="770"/>
                  </a:cubicBezTo>
                  <a:lnTo>
                    <a:pt x="8248" y="736"/>
                  </a:lnTo>
                  <a:cubicBezTo>
                    <a:pt x="8264" y="736"/>
                    <a:pt x="8288" y="727"/>
                    <a:pt x="8305" y="727"/>
                  </a:cubicBezTo>
                  <a:cubicBezTo>
                    <a:pt x="8316" y="727"/>
                    <a:pt x="8325" y="731"/>
                    <a:pt x="8325" y="745"/>
                  </a:cubicBezTo>
                  <a:cubicBezTo>
                    <a:pt x="8325" y="728"/>
                    <a:pt x="8367" y="711"/>
                    <a:pt x="8291" y="711"/>
                  </a:cubicBezTo>
                  <a:lnTo>
                    <a:pt x="8350" y="694"/>
                  </a:lnTo>
                  <a:cubicBezTo>
                    <a:pt x="8350" y="694"/>
                    <a:pt x="8341" y="694"/>
                    <a:pt x="8341" y="685"/>
                  </a:cubicBezTo>
                  <a:lnTo>
                    <a:pt x="8384" y="685"/>
                  </a:lnTo>
                  <a:cubicBezTo>
                    <a:pt x="8418" y="694"/>
                    <a:pt x="8451" y="711"/>
                    <a:pt x="8477" y="728"/>
                  </a:cubicBezTo>
                  <a:cubicBezTo>
                    <a:pt x="8477" y="736"/>
                    <a:pt x="8443" y="736"/>
                    <a:pt x="8426" y="736"/>
                  </a:cubicBezTo>
                  <a:cubicBezTo>
                    <a:pt x="8450" y="742"/>
                    <a:pt x="8478" y="748"/>
                    <a:pt x="8508" y="748"/>
                  </a:cubicBezTo>
                  <a:cubicBezTo>
                    <a:pt x="8520" y="748"/>
                    <a:pt x="8532" y="747"/>
                    <a:pt x="8545" y="745"/>
                  </a:cubicBezTo>
                  <a:cubicBezTo>
                    <a:pt x="8468" y="736"/>
                    <a:pt x="8511" y="728"/>
                    <a:pt x="8494" y="702"/>
                  </a:cubicBezTo>
                  <a:cubicBezTo>
                    <a:pt x="8511" y="700"/>
                    <a:pt x="8530" y="699"/>
                    <a:pt x="8550" y="699"/>
                  </a:cubicBezTo>
                  <a:cubicBezTo>
                    <a:pt x="8591" y="699"/>
                    <a:pt x="8632" y="702"/>
                    <a:pt x="8654" y="702"/>
                  </a:cubicBezTo>
                  <a:cubicBezTo>
                    <a:pt x="8722" y="711"/>
                    <a:pt x="8773" y="745"/>
                    <a:pt x="8731" y="762"/>
                  </a:cubicBezTo>
                  <a:cubicBezTo>
                    <a:pt x="8741" y="759"/>
                    <a:pt x="8752" y="759"/>
                    <a:pt x="8762" y="759"/>
                  </a:cubicBezTo>
                  <a:cubicBezTo>
                    <a:pt x="8773" y="759"/>
                    <a:pt x="8784" y="759"/>
                    <a:pt x="8795" y="759"/>
                  </a:cubicBezTo>
                  <a:cubicBezTo>
                    <a:pt x="8817" y="759"/>
                    <a:pt x="8841" y="757"/>
                    <a:pt x="8866" y="745"/>
                  </a:cubicBezTo>
                  <a:lnTo>
                    <a:pt x="8866" y="745"/>
                  </a:lnTo>
                  <a:cubicBezTo>
                    <a:pt x="8855" y="748"/>
                    <a:pt x="8846" y="749"/>
                    <a:pt x="8840" y="749"/>
                  </a:cubicBezTo>
                  <a:cubicBezTo>
                    <a:pt x="8808" y="749"/>
                    <a:pt x="8835" y="711"/>
                    <a:pt x="8797" y="711"/>
                  </a:cubicBezTo>
                  <a:cubicBezTo>
                    <a:pt x="8788" y="711"/>
                    <a:pt x="8775" y="714"/>
                    <a:pt x="8756" y="719"/>
                  </a:cubicBezTo>
                  <a:cubicBezTo>
                    <a:pt x="8745" y="701"/>
                    <a:pt x="8762" y="694"/>
                    <a:pt x="8788" y="694"/>
                  </a:cubicBezTo>
                  <a:cubicBezTo>
                    <a:pt x="8822" y="694"/>
                    <a:pt x="8871" y="705"/>
                    <a:pt x="8900" y="719"/>
                  </a:cubicBezTo>
                  <a:cubicBezTo>
                    <a:pt x="8874" y="719"/>
                    <a:pt x="8900" y="736"/>
                    <a:pt x="8891" y="745"/>
                  </a:cubicBezTo>
                  <a:cubicBezTo>
                    <a:pt x="8976" y="736"/>
                    <a:pt x="8934" y="711"/>
                    <a:pt x="8874" y="694"/>
                  </a:cubicBezTo>
                  <a:lnTo>
                    <a:pt x="8976" y="677"/>
                  </a:lnTo>
                  <a:close/>
                  <a:moveTo>
                    <a:pt x="7667" y="836"/>
                  </a:moveTo>
                  <a:cubicBezTo>
                    <a:pt x="7654" y="836"/>
                    <a:pt x="7642" y="836"/>
                    <a:pt x="7631" y="838"/>
                  </a:cubicBezTo>
                  <a:cubicBezTo>
                    <a:pt x="7645" y="846"/>
                    <a:pt x="7661" y="849"/>
                    <a:pt x="7678" y="849"/>
                  </a:cubicBezTo>
                  <a:cubicBezTo>
                    <a:pt x="7701" y="849"/>
                    <a:pt x="7725" y="844"/>
                    <a:pt x="7749" y="841"/>
                  </a:cubicBezTo>
                  <a:lnTo>
                    <a:pt x="7749" y="841"/>
                  </a:lnTo>
                  <a:cubicBezTo>
                    <a:pt x="7757" y="841"/>
                    <a:pt x="7765" y="842"/>
                    <a:pt x="7772" y="842"/>
                  </a:cubicBezTo>
                  <a:lnTo>
                    <a:pt x="7772" y="842"/>
                  </a:lnTo>
                  <a:cubicBezTo>
                    <a:pt x="7776" y="841"/>
                    <a:pt x="7779" y="839"/>
                    <a:pt x="7783" y="838"/>
                  </a:cubicBezTo>
                  <a:cubicBezTo>
                    <a:pt x="7772" y="838"/>
                    <a:pt x="7761" y="839"/>
                    <a:pt x="7749" y="841"/>
                  </a:cubicBezTo>
                  <a:lnTo>
                    <a:pt x="7749" y="841"/>
                  </a:lnTo>
                  <a:cubicBezTo>
                    <a:pt x="7722" y="838"/>
                    <a:pt x="7694" y="836"/>
                    <a:pt x="7667" y="836"/>
                  </a:cubicBezTo>
                  <a:close/>
                  <a:moveTo>
                    <a:pt x="10862" y="888"/>
                  </a:moveTo>
                  <a:cubicBezTo>
                    <a:pt x="10855" y="891"/>
                    <a:pt x="10846" y="894"/>
                    <a:pt x="10838" y="896"/>
                  </a:cubicBezTo>
                  <a:lnTo>
                    <a:pt x="10838" y="896"/>
                  </a:lnTo>
                  <a:cubicBezTo>
                    <a:pt x="10846" y="894"/>
                    <a:pt x="10855" y="892"/>
                    <a:pt x="10862" y="888"/>
                  </a:cubicBezTo>
                  <a:close/>
                  <a:moveTo>
                    <a:pt x="10837" y="939"/>
                  </a:moveTo>
                  <a:cubicBezTo>
                    <a:pt x="10832" y="939"/>
                    <a:pt x="10826" y="939"/>
                    <a:pt x="10823" y="942"/>
                  </a:cubicBezTo>
                  <a:lnTo>
                    <a:pt x="10823" y="942"/>
                  </a:lnTo>
                  <a:cubicBezTo>
                    <a:pt x="10827" y="941"/>
                    <a:pt x="10832" y="941"/>
                    <a:pt x="10837" y="939"/>
                  </a:cubicBezTo>
                  <a:close/>
                  <a:moveTo>
                    <a:pt x="11268" y="1108"/>
                  </a:moveTo>
                  <a:lnTo>
                    <a:pt x="11268" y="1108"/>
                  </a:lnTo>
                  <a:cubicBezTo>
                    <a:pt x="11175" y="1235"/>
                    <a:pt x="11099" y="1371"/>
                    <a:pt x="11040" y="1514"/>
                  </a:cubicBezTo>
                  <a:cubicBezTo>
                    <a:pt x="11040" y="1506"/>
                    <a:pt x="11040" y="1498"/>
                    <a:pt x="11040" y="1498"/>
                  </a:cubicBezTo>
                  <a:cubicBezTo>
                    <a:pt x="10964" y="1591"/>
                    <a:pt x="10955" y="1591"/>
                    <a:pt x="10913" y="1650"/>
                  </a:cubicBezTo>
                  <a:lnTo>
                    <a:pt x="10913" y="1616"/>
                  </a:lnTo>
                  <a:cubicBezTo>
                    <a:pt x="10888" y="1616"/>
                    <a:pt x="10854" y="1684"/>
                    <a:pt x="10812" y="1734"/>
                  </a:cubicBezTo>
                  <a:cubicBezTo>
                    <a:pt x="10803" y="1768"/>
                    <a:pt x="10786" y="1802"/>
                    <a:pt x="10752" y="1811"/>
                  </a:cubicBezTo>
                  <a:lnTo>
                    <a:pt x="10752" y="1794"/>
                  </a:lnTo>
                  <a:cubicBezTo>
                    <a:pt x="10736" y="1794"/>
                    <a:pt x="10685" y="1844"/>
                    <a:pt x="10634" y="1904"/>
                  </a:cubicBezTo>
                  <a:lnTo>
                    <a:pt x="10642" y="1870"/>
                  </a:lnTo>
                  <a:cubicBezTo>
                    <a:pt x="10651" y="1844"/>
                    <a:pt x="10659" y="1819"/>
                    <a:pt x="10676" y="1794"/>
                  </a:cubicBezTo>
                  <a:lnTo>
                    <a:pt x="10676" y="1794"/>
                  </a:lnTo>
                  <a:cubicBezTo>
                    <a:pt x="10659" y="1819"/>
                    <a:pt x="10651" y="1827"/>
                    <a:pt x="10626" y="1836"/>
                  </a:cubicBezTo>
                  <a:lnTo>
                    <a:pt x="10676" y="1701"/>
                  </a:lnTo>
                  <a:lnTo>
                    <a:pt x="10676" y="1701"/>
                  </a:lnTo>
                  <a:cubicBezTo>
                    <a:pt x="10626" y="1743"/>
                    <a:pt x="10659" y="1785"/>
                    <a:pt x="10592" y="1844"/>
                  </a:cubicBezTo>
                  <a:cubicBezTo>
                    <a:pt x="10575" y="1811"/>
                    <a:pt x="10558" y="1811"/>
                    <a:pt x="10600" y="1726"/>
                  </a:cubicBezTo>
                  <a:cubicBezTo>
                    <a:pt x="10617" y="1712"/>
                    <a:pt x="10626" y="1707"/>
                    <a:pt x="10630" y="1707"/>
                  </a:cubicBezTo>
                  <a:cubicBezTo>
                    <a:pt x="10640" y="1707"/>
                    <a:pt x="10631" y="1729"/>
                    <a:pt x="10642" y="1729"/>
                  </a:cubicBezTo>
                  <a:cubicBezTo>
                    <a:pt x="10644" y="1729"/>
                    <a:pt x="10647" y="1728"/>
                    <a:pt x="10651" y="1726"/>
                  </a:cubicBezTo>
                  <a:cubicBezTo>
                    <a:pt x="10659" y="1658"/>
                    <a:pt x="10727" y="1692"/>
                    <a:pt x="10736" y="1616"/>
                  </a:cubicBezTo>
                  <a:cubicBezTo>
                    <a:pt x="10761" y="1586"/>
                    <a:pt x="10774" y="1580"/>
                    <a:pt x="10783" y="1580"/>
                  </a:cubicBezTo>
                  <a:cubicBezTo>
                    <a:pt x="10790" y="1580"/>
                    <a:pt x="10796" y="1584"/>
                    <a:pt x="10803" y="1584"/>
                  </a:cubicBezTo>
                  <a:cubicBezTo>
                    <a:pt x="10806" y="1584"/>
                    <a:pt x="10808" y="1583"/>
                    <a:pt x="10812" y="1582"/>
                  </a:cubicBezTo>
                  <a:lnTo>
                    <a:pt x="10812" y="1582"/>
                  </a:lnTo>
                  <a:cubicBezTo>
                    <a:pt x="10761" y="1641"/>
                    <a:pt x="10862" y="1582"/>
                    <a:pt x="10803" y="1658"/>
                  </a:cubicBezTo>
                  <a:cubicBezTo>
                    <a:pt x="10862" y="1608"/>
                    <a:pt x="10812" y="1591"/>
                    <a:pt x="10862" y="1548"/>
                  </a:cubicBezTo>
                  <a:lnTo>
                    <a:pt x="10896" y="1565"/>
                  </a:lnTo>
                  <a:cubicBezTo>
                    <a:pt x="10930" y="1540"/>
                    <a:pt x="10964" y="1514"/>
                    <a:pt x="10989" y="1481"/>
                  </a:cubicBezTo>
                  <a:cubicBezTo>
                    <a:pt x="11023" y="1447"/>
                    <a:pt x="11049" y="1413"/>
                    <a:pt x="11074" y="1379"/>
                  </a:cubicBezTo>
                  <a:lnTo>
                    <a:pt x="11074" y="1379"/>
                  </a:lnTo>
                  <a:cubicBezTo>
                    <a:pt x="11059" y="1388"/>
                    <a:pt x="11051" y="1392"/>
                    <a:pt x="11047" y="1392"/>
                  </a:cubicBezTo>
                  <a:cubicBezTo>
                    <a:pt x="11031" y="1392"/>
                    <a:pt x="11067" y="1345"/>
                    <a:pt x="11040" y="1345"/>
                  </a:cubicBezTo>
                  <a:cubicBezTo>
                    <a:pt x="11072" y="1361"/>
                    <a:pt x="11000" y="1414"/>
                    <a:pt x="10983" y="1414"/>
                  </a:cubicBezTo>
                  <a:cubicBezTo>
                    <a:pt x="10982" y="1414"/>
                    <a:pt x="10981" y="1414"/>
                    <a:pt x="10981" y="1413"/>
                  </a:cubicBezTo>
                  <a:cubicBezTo>
                    <a:pt x="11015" y="1362"/>
                    <a:pt x="11048" y="1311"/>
                    <a:pt x="11091" y="1269"/>
                  </a:cubicBezTo>
                  <a:lnTo>
                    <a:pt x="11091" y="1269"/>
                  </a:lnTo>
                  <a:cubicBezTo>
                    <a:pt x="11065" y="1295"/>
                    <a:pt x="11040" y="1311"/>
                    <a:pt x="11015" y="1328"/>
                  </a:cubicBezTo>
                  <a:cubicBezTo>
                    <a:pt x="11015" y="1303"/>
                    <a:pt x="11032" y="1235"/>
                    <a:pt x="11023" y="1235"/>
                  </a:cubicBezTo>
                  <a:cubicBezTo>
                    <a:pt x="11065" y="1210"/>
                    <a:pt x="11082" y="1176"/>
                    <a:pt x="11125" y="1159"/>
                  </a:cubicBezTo>
                  <a:lnTo>
                    <a:pt x="11125" y="1193"/>
                  </a:lnTo>
                  <a:lnTo>
                    <a:pt x="11074" y="1218"/>
                  </a:lnTo>
                  <a:cubicBezTo>
                    <a:pt x="11082" y="1227"/>
                    <a:pt x="11091" y="1235"/>
                    <a:pt x="11091" y="1244"/>
                  </a:cubicBezTo>
                  <a:cubicBezTo>
                    <a:pt x="11150" y="1193"/>
                    <a:pt x="11201" y="1151"/>
                    <a:pt x="11268" y="1108"/>
                  </a:cubicBezTo>
                  <a:close/>
                  <a:moveTo>
                    <a:pt x="10203" y="1916"/>
                  </a:moveTo>
                  <a:cubicBezTo>
                    <a:pt x="10200" y="1919"/>
                    <a:pt x="10197" y="1922"/>
                    <a:pt x="10194" y="1926"/>
                  </a:cubicBezTo>
                  <a:lnTo>
                    <a:pt x="10194" y="1926"/>
                  </a:lnTo>
                  <a:cubicBezTo>
                    <a:pt x="10197" y="1923"/>
                    <a:pt x="10200" y="1919"/>
                    <a:pt x="10203" y="1916"/>
                  </a:cubicBezTo>
                  <a:close/>
                  <a:moveTo>
                    <a:pt x="10194" y="1926"/>
                  </a:moveTo>
                  <a:cubicBezTo>
                    <a:pt x="10184" y="1937"/>
                    <a:pt x="10177" y="1946"/>
                    <a:pt x="10177" y="1954"/>
                  </a:cubicBezTo>
                  <a:cubicBezTo>
                    <a:pt x="10180" y="1945"/>
                    <a:pt x="10186" y="1935"/>
                    <a:pt x="10194" y="1926"/>
                  </a:cubicBezTo>
                  <a:close/>
                  <a:moveTo>
                    <a:pt x="9493" y="2996"/>
                  </a:moveTo>
                  <a:cubicBezTo>
                    <a:pt x="9492" y="2997"/>
                    <a:pt x="9491" y="2998"/>
                    <a:pt x="9489" y="3000"/>
                  </a:cubicBezTo>
                  <a:lnTo>
                    <a:pt x="9489" y="3000"/>
                  </a:lnTo>
                  <a:cubicBezTo>
                    <a:pt x="9491" y="2998"/>
                    <a:pt x="9492" y="2997"/>
                    <a:pt x="9493" y="2996"/>
                  </a:cubicBezTo>
                  <a:close/>
                  <a:moveTo>
                    <a:pt x="9711" y="3000"/>
                  </a:moveTo>
                  <a:lnTo>
                    <a:pt x="9703" y="3012"/>
                  </a:lnTo>
                  <a:cubicBezTo>
                    <a:pt x="9707" y="3008"/>
                    <a:pt x="9710" y="3004"/>
                    <a:pt x="9711" y="3000"/>
                  </a:cubicBezTo>
                  <a:close/>
                  <a:moveTo>
                    <a:pt x="9489" y="3000"/>
                  </a:moveTo>
                  <a:cubicBezTo>
                    <a:pt x="9477" y="3011"/>
                    <a:pt x="9461" y="3021"/>
                    <a:pt x="9441" y="3029"/>
                  </a:cubicBezTo>
                  <a:lnTo>
                    <a:pt x="9441" y="3012"/>
                  </a:lnTo>
                  <a:cubicBezTo>
                    <a:pt x="9441" y="3012"/>
                    <a:pt x="9407" y="3054"/>
                    <a:pt x="9424" y="3063"/>
                  </a:cubicBezTo>
                  <a:cubicBezTo>
                    <a:pt x="9445" y="3042"/>
                    <a:pt x="9466" y="3021"/>
                    <a:pt x="9489" y="3000"/>
                  </a:cubicBezTo>
                  <a:close/>
                  <a:moveTo>
                    <a:pt x="711" y="0"/>
                  </a:moveTo>
                  <a:cubicBezTo>
                    <a:pt x="677" y="0"/>
                    <a:pt x="652" y="0"/>
                    <a:pt x="652" y="17"/>
                  </a:cubicBezTo>
                  <a:cubicBezTo>
                    <a:pt x="686" y="26"/>
                    <a:pt x="753" y="26"/>
                    <a:pt x="711" y="43"/>
                  </a:cubicBezTo>
                  <a:cubicBezTo>
                    <a:pt x="669" y="43"/>
                    <a:pt x="618" y="34"/>
                    <a:pt x="567" y="26"/>
                  </a:cubicBezTo>
                  <a:cubicBezTo>
                    <a:pt x="576" y="26"/>
                    <a:pt x="610" y="9"/>
                    <a:pt x="593" y="9"/>
                  </a:cubicBezTo>
                  <a:cubicBezTo>
                    <a:pt x="466" y="17"/>
                    <a:pt x="237" y="0"/>
                    <a:pt x="111" y="43"/>
                  </a:cubicBezTo>
                  <a:cubicBezTo>
                    <a:pt x="140" y="37"/>
                    <a:pt x="153" y="31"/>
                    <a:pt x="179" y="31"/>
                  </a:cubicBezTo>
                  <a:cubicBezTo>
                    <a:pt x="190" y="31"/>
                    <a:pt x="203" y="32"/>
                    <a:pt x="220" y="34"/>
                  </a:cubicBezTo>
                  <a:cubicBezTo>
                    <a:pt x="212" y="51"/>
                    <a:pt x="187" y="43"/>
                    <a:pt x="170" y="51"/>
                  </a:cubicBezTo>
                  <a:cubicBezTo>
                    <a:pt x="172" y="58"/>
                    <a:pt x="179" y="61"/>
                    <a:pt x="189" y="61"/>
                  </a:cubicBezTo>
                  <a:cubicBezTo>
                    <a:pt x="206" y="61"/>
                    <a:pt x="231" y="54"/>
                    <a:pt x="258" y="54"/>
                  </a:cubicBezTo>
                  <a:cubicBezTo>
                    <a:pt x="271" y="54"/>
                    <a:pt x="284" y="56"/>
                    <a:pt x="297" y="59"/>
                  </a:cubicBezTo>
                  <a:lnTo>
                    <a:pt x="187" y="85"/>
                  </a:lnTo>
                  <a:lnTo>
                    <a:pt x="246" y="110"/>
                  </a:lnTo>
                  <a:lnTo>
                    <a:pt x="1" y="169"/>
                  </a:lnTo>
                  <a:cubicBezTo>
                    <a:pt x="27" y="173"/>
                    <a:pt x="51" y="174"/>
                    <a:pt x="75" y="174"/>
                  </a:cubicBezTo>
                  <a:cubicBezTo>
                    <a:pt x="188" y="174"/>
                    <a:pt x="269" y="140"/>
                    <a:pt x="360" y="140"/>
                  </a:cubicBezTo>
                  <a:cubicBezTo>
                    <a:pt x="388" y="140"/>
                    <a:pt x="417" y="144"/>
                    <a:pt x="449" y="153"/>
                  </a:cubicBezTo>
                  <a:cubicBezTo>
                    <a:pt x="424" y="161"/>
                    <a:pt x="449" y="169"/>
                    <a:pt x="449" y="178"/>
                  </a:cubicBezTo>
                  <a:cubicBezTo>
                    <a:pt x="500" y="169"/>
                    <a:pt x="550" y="169"/>
                    <a:pt x="601" y="153"/>
                  </a:cubicBezTo>
                  <a:lnTo>
                    <a:pt x="624" y="155"/>
                  </a:lnTo>
                  <a:lnTo>
                    <a:pt x="624" y="155"/>
                  </a:lnTo>
                  <a:cubicBezTo>
                    <a:pt x="616" y="161"/>
                    <a:pt x="610" y="162"/>
                    <a:pt x="610" y="169"/>
                  </a:cubicBezTo>
                  <a:cubicBezTo>
                    <a:pt x="622" y="169"/>
                    <a:pt x="625" y="160"/>
                    <a:pt x="626" y="155"/>
                  </a:cubicBezTo>
                  <a:lnTo>
                    <a:pt x="626" y="155"/>
                  </a:lnTo>
                  <a:lnTo>
                    <a:pt x="677" y="161"/>
                  </a:lnTo>
                  <a:cubicBezTo>
                    <a:pt x="677" y="178"/>
                    <a:pt x="643" y="203"/>
                    <a:pt x="559" y="203"/>
                  </a:cubicBezTo>
                  <a:cubicBezTo>
                    <a:pt x="603" y="206"/>
                    <a:pt x="645" y="207"/>
                    <a:pt x="687" y="207"/>
                  </a:cubicBezTo>
                  <a:cubicBezTo>
                    <a:pt x="833" y="207"/>
                    <a:pt x="967" y="194"/>
                    <a:pt x="1108" y="194"/>
                  </a:cubicBezTo>
                  <a:cubicBezTo>
                    <a:pt x="1190" y="194"/>
                    <a:pt x="1273" y="199"/>
                    <a:pt x="1362" y="212"/>
                  </a:cubicBezTo>
                  <a:cubicBezTo>
                    <a:pt x="1379" y="229"/>
                    <a:pt x="1320" y="220"/>
                    <a:pt x="1346" y="229"/>
                  </a:cubicBezTo>
                  <a:cubicBezTo>
                    <a:pt x="1388" y="220"/>
                    <a:pt x="1456" y="203"/>
                    <a:pt x="1456" y="203"/>
                  </a:cubicBezTo>
                  <a:lnTo>
                    <a:pt x="1456" y="203"/>
                  </a:lnTo>
                  <a:cubicBezTo>
                    <a:pt x="1447" y="212"/>
                    <a:pt x="1439" y="220"/>
                    <a:pt x="1413" y="220"/>
                  </a:cubicBezTo>
                  <a:cubicBezTo>
                    <a:pt x="1552" y="220"/>
                    <a:pt x="1627" y="255"/>
                    <a:pt x="1716" y="255"/>
                  </a:cubicBezTo>
                  <a:cubicBezTo>
                    <a:pt x="1725" y="255"/>
                    <a:pt x="1734" y="255"/>
                    <a:pt x="1743" y="254"/>
                  </a:cubicBezTo>
                  <a:lnTo>
                    <a:pt x="1743" y="254"/>
                  </a:lnTo>
                  <a:cubicBezTo>
                    <a:pt x="1743" y="258"/>
                    <a:pt x="1724" y="258"/>
                    <a:pt x="1706" y="258"/>
                  </a:cubicBezTo>
                  <a:cubicBezTo>
                    <a:pt x="1688" y="258"/>
                    <a:pt x="1671" y="258"/>
                    <a:pt x="1675" y="262"/>
                  </a:cubicBezTo>
                  <a:cubicBezTo>
                    <a:pt x="1711" y="268"/>
                    <a:pt x="1743" y="271"/>
                    <a:pt x="1773" y="271"/>
                  </a:cubicBezTo>
                  <a:cubicBezTo>
                    <a:pt x="1856" y="271"/>
                    <a:pt x="1922" y="253"/>
                    <a:pt x="2015" y="253"/>
                  </a:cubicBezTo>
                  <a:cubicBezTo>
                    <a:pt x="2028" y="253"/>
                    <a:pt x="2042" y="253"/>
                    <a:pt x="2056" y="254"/>
                  </a:cubicBezTo>
                  <a:cubicBezTo>
                    <a:pt x="2005" y="271"/>
                    <a:pt x="2090" y="279"/>
                    <a:pt x="2124" y="296"/>
                  </a:cubicBezTo>
                  <a:cubicBezTo>
                    <a:pt x="2166" y="294"/>
                    <a:pt x="2223" y="293"/>
                    <a:pt x="2288" y="293"/>
                  </a:cubicBezTo>
                  <a:cubicBezTo>
                    <a:pt x="2417" y="293"/>
                    <a:pt x="2575" y="296"/>
                    <a:pt x="2699" y="296"/>
                  </a:cubicBezTo>
                  <a:cubicBezTo>
                    <a:pt x="2648" y="356"/>
                    <a:pt x="2902" y="313"/>
                    <a:pt x="2919" y="364"/>
                  </a:cubicBezTo>
                  <a:cubicBezTo>
                    <a:pt x="2928" y="366"/>
                    <a:pt x="2940" y="367"/>
                    <a:pt x="2952" y="367"/>
                  </a:cubicBezTo>
                  <a:cubicBezTo>
                    <a:pt x="2985" y="367"/>
                    <a:pt x="3023" y="359"/>
                    <a:pt x="3029" y="347"/>
                  </a:cubicBezTo>
                  <a:lnTo>
                    <a:pt x="3029" y="347"/>
                  </a:lnTo>
                  <a:cubicBezTo>
                    <a:pt x="3025" y="348"/>
                    <a:pt x="3021" y="349"/>
                    <a:pt x="3017" y="349"/>
                  </a:cubicBezTo>
                  <a:cubicBezTo>
                    <a:pt x="2990" y="349"/>
                    <a:pt x="2953" y="329"/>
                    <a:pt x="2953" y="322"/>
                  </a:cubicBezTo>
                  <a:cubicBezTo>
                    <a:pt x="2977" y="322"/>
                    <a:pt x="3007" y="323"/>
                    <a:pt x="3036" y="323"/>
                  </a:cubicBezTo>
                  <a:cubicBezTo>
                    <a:pt x="3078" y="323"/>
                    <a:pt x="3117" y="320"/>
                    <a:pt x="3122" y="305"/>
                  </a:cubicBezTo>
                  <a:lnTo>
                    <a:pt x="3190" y="339"/>
                  </a:lnTo>
                  <a:cubicBezTo>
                    <a:pt x="3207" y="305"/>
                    <a:pt x="3232" y="296"/>
                    <a:pt x="3266" y="296"/>
                  </a:cubicBezTo>
                  <a:cubicBezTo>
                    <a:pt x="3287" y="311"/>
                    <a:pt x="3297" y="317"/>
                    <a:pt x="3302" y="317"/>
                  </a:cubicBezTo>
                  <a:cubicBezTo>
                    <a:pt x="3314" y="317"/>
                    <a:pt x="3300" y="289"/>
                    <a:pt x="3338" y="289"/>
                  </a:cubicBezTo>
                  <a:cubicBezTo>
                    <a:pt x="3349" y="289"/>
                    <a:pt x="3364" y="291"/>
                    <a:pt x="3384" y="296"/>
                  </a:cubicBezTo>
                  <a:cubicBezTo>
                    <a:pt x="3359" y="313"/>
                    <a:pt x="3334" y="322"/>
                    <a:pt x="3317" y="347"/>
                  </a:cubicBezTo>
                  <a:cubicBezTo>
                    <a:pt x="3336" y="350"/>
                    <a:pt x="3349" y="351"/>
                    <a:pt x="3358" y="351"/>
                  </a:cubicBezTo>
                  <a:cubicBezTo>
                    <a:pt x="3377" y="351"/>
                    <a:pt x="3384" y="347"/>
                    <a:pt x="3418" y="347"/>
                  </a:cubicBezTo>
                  <a:cubicBezTo>
                    <a:pt x="3427" y="364"/>
                    <a:pt x="3367" y="381"/>
                    <a:pt x="3317" y="389"/>
                  </a:cubicBezTo>
                  <a:lnTo>
                    <a:pt x="3401" y="406"/>
                  </a:lnTo>
                  <a:cubicBezTo>
                    <a:pt x="3482" y="382"/>
                    <a:pt x="3567" y="366"/>
                    <a:pt x="3653" y="366"/>
                  </a:cubicBezTo>
                  <a:cubicBezTo>
                    <a:pt x="3685" y="366"/>
                    <a:pt x="3716" y="368"/>
                    <a:pt x="3748" y="372"/>
                  </a:cubicBezTo>
                  <a:cubicBezTo>
                    <a:pt x="3723" y="389"/>
                    <a:pt x="3680" y="381"/>
                    <a:pt x="3714" y="406"/>
                  </a:cubicBezTo>
                  <a:cubicBezTo>
                    <a:pt x="3754" y="396"/>
                    <a:pt x="3793" y="392"/>
                    <a:pt x="3833" y="392"/>
                  </a:cubicBezTo>
                  <a:cubicBezTo>
                    <a:pt x="3861" y="392"/>
                    <a:pt x="3889" y="394"/>
                    <a:pt x="3917" y="398"/>
                  </a:cubicBezTo>
                  <a:cubicBezTo>
                    <a:pt x="3907" y="403"/>
                    <a:pt x="3906" y="405"/>
                    <a:pt x="3905" y="406"/>
                  </a:cubicBezTo>
                  <a:lnTo>
                    <a:pt x="3905" y="406"/>
                  </a:lnTo>
                  <a:cubicBezTo>
                    <a:pt x="3929" y="403"/>
                    <a:pt x="3948" y="402"/>
                    <a:pt x="3963" y="402"/>
                  </a:cubicBezTo>
                  <a:cubicBezTo>
                    <a:pt x="4028" y="402"/>
                    <a:pt x="4023" y="425"/>
                    <a:pt x="4112" y="432"/>
                  </a:cubicBezTo>
                  <a:cubicBezTo>
                    <a:pt x="4112" y="432"/>
                    <a:pt x="4112" y="437"/>
                    <a:pt x="4108" y="439"/>
                  </a:cubicBezTo>
                  <a:lnTo>
                    <a:pt x="4108" y="439"/>
                  </a:lnTo>
                  <a:lnTo>
                    <a:pt x="4179" y="423"/>
                  </a:lnTo>
                  <a:cubicBezTo>
                    <a:pt x="4205" y="417"/>
                    <a:pt x="4226" y="415"/>
                    <a:pt x="4245" y="415"/>
                  </a:cubicBezTo>
                  <a:cubicBezTo>
                    <a:pt x="4331" y="415"/>
                    <a:pt x="4355" y="470"/>
                    <a:pt x="4425" y="491"/>
                  </a:cubicBezTo>
                  <a:lnTo>
                    <a:pt x="4408" y="491"/>
                  </a:lnTo>
                  <a:cubicBezTo>
                    <a:pt x="4459" y="525"/>
                    <a:pt x="4636" y="508"/>
                    <a:pt x="4687" y="525"/>
                  </a:cubicBezTo>
                  <a:cubicBezTo>
                    <a:pt x="4619" y="499"/>
                    <a:pt x="4670" y="508"/>
                    <a:pt x="4619" y="474"/>
                  </a:cubicBezTo>
                  <a:cubicBezTo>
                    <a:pt x="4579" y="474"/>
                    <a:pt x="4581" y="496"/>
                    <a:pt x="4537" y="496"/>
                  </a:cubicBezTo>
                  <a:cubicBezTo>
                    <a:pt x="4525" y="496"/>
                    <a:pt x="4511" y="494"/>
                    <a:pt x="4492" y="491"/>
                  </a:cubicBezTo>
                  <a:cubicBezTo>
                    <a:pt x="4509" y="466"/>
                    <a:pt x="4619" y="457"/>
                    <a:pt x="4645" y="440"/>
                  </a:cubicBezTo>
                  <a:cubicBezTo>
                    <a:pt x="4687" y="440"/>
                    <a:pt x="4721" y="474"/>
                    <a:pt x="4729" y="508"/>
                  </a:cubicBezTo>
                  <a:cubicBezTo>
                    <a:pt x="4865" y="516"/>
                    <a:pt x="4932" y="533"/>
                    <a:pt x="5085" y="533"/>
                  </a:cubicBezTo>
                  <a:cubicBezTo>
                    <a:pt x="5127" y="521"/>
                    <a:pt x="5165" y="488"/>
                    <a:pt x="5229" y="488"/>
                  </a:cubicBezTo>
                  <a:cubicBezTo>
                    <a:pt x="5255" y="488"/>
                    <a:pt x="5285" y="493"/>
                    <a:pt x="5321" y="508"/>
                  </a:cubicBezTo>
                  <a:lnTo>
                    <a:pt x="5317" y="513"/>
                  </a:lnTo>
                  <a:lnTo>
                    <a:pt x="5317" y="513"/>
                  </a:lnTo>
                  <a:cubicBezTo>
                    <a:pt x="5318" y="512"/>
                    <a:pt x="5321" y="511"/>
                    <a:pt x="5324" y="511"/>
                  </a:cubicBezTo>
                  <a:cubicBezTo>
                    <a:pt x="5337" y="511"/>
                    <a:pt x="5361" y="521"/>
                    <a:pt x="5383" y="521"/>
                  </a:cubicBezTo>
                  <a:cubicBezTo>
                    <a:pt x="5391" y="521"/>
                    <a:pt x="5399" y="520"/>
                    <a:pt x="5406" y="516"/>
                  </a:cubicBezTo>
                  <a:cubicBezTo>
                    <a:pt x="5355" y="482"/>
                    <a:pt x="5457" y="499"/>
                    <a:pt x="5406" y="466"/>
                  </a:cubicBezTo>
                  <a:cubicBezTo>
                    <a:pt x="5448" y="466"/>
                    <a:pt x="5491" y="491"/>
                    <a:pt x="5499" y="542"/>
                  </a:cubicBezTo>
                  <a:cubicBezTo>
                    <a:pt x="5510" y="532"/>
                    <a:pt x="5524" y="529"/>
                    <a:pt x="5539" y="529"/>
                  </a:cubicBezTo>
                  <a:cubicBezTo>
                    <a:pt x="5586" y="529"/>
                    <a:pt x="5649" y="561"/>
                    <a:pt x="5726" y="561"/>
                  </a:cubicBezTo>
                  <a:cubicBezTo>
                    <a:pt x="5737" y="561"/>
                    <a:pt x="5749" y="560"/>
                    <a:pt x="5761" y="559"/>
                  </a:cubicBezTo>
                  <a:lnTo>
                    <a:pt x="5761" y="559"/>
                  </a:lnTo>
                  <a:cubicBezTo>
                    <a:pt x="5744" y="575"/>
                    <a:pt x="5609" y="567"/>
                    <a:pt x="5660" y="592"/>
                  </a:cubicBezTo>
                  <a:lnTo>
                    <a:pt x="5821" y="550"/>
                  </a:lnTo>
                  <a:lnTo>
                    <a:pt x="5753" y="550"/>
                  </a:lnTo>
                  <a:cubicBezTo>
                    <a:pt x="5769" y="548"/>
                    <a:pt x="5785" y="547"/>
                    <a:pt x="5802" y="547"/>
                  </a:cubicBezTo>
                  <a:cubicBezTo>
                    <a:pt x="5856" y="547"/>
                    <a:pt x="5913" y="558"/>
                    <a:pt x="5964" y="584"/>
                  </a:cubicBezTo>
                  <a:cubicBezTo>
                    <a:pt x="5973" y="601"/>
                    <a:pt x="5931" y="601"/>
                    <a:pt x="5897" y="601"/>
                  </a:cubicBezTo>
                  <a:lnTo>
                    <a:pt x="6032" y="601"/>
                  </a:lnTo>
                  <a:cubicBezTo>
                    <a:pt x="6074" y="592"/>
                    <a:pt x="6193" y="584"/>
                    <a:pt x="6244" y="559"/>
                  </a:cubicBezTo>
                  <a:lnTo>
                    <a:pt x="6277" y="559"/>
                  </a:lnTo>
                  <a:lnTo>
                    <a:pt x="6337" y="575"/>
                  </a:lnTo>
                  <a:lnTo>
                    <a:pt x="6354" y="575"/>
                  </a:lnTo>
                  <a:lnTo>
                    <a:pt x="6413" y="559"/>
                  </a:lnTo>
                  <a:lnTo>
                    <a:pt x="6447" y="550"/>
                  </a:lnTo>
                  <a:lnTo>
                    <a:pt x="6430" y="550"/>
                  </a:lnTo>
                  <a:cubicBezTo>
                    <a:pt x="6437" y="522"/>
                    <a:pt x="6490" y="506"/>
                    <a:pt x="6556" y="506"/>
                  </a:cubicBezTo>
                  <a:cubicBezTo>
                    <a:pt x="6568" y="506"/>
                    <a:pt x="6580" y="506"/>
                    <a:pt x="6592" y="507"/>
                  </a:cubicBezTo>
                  <a:lnTo>
                    <a:pt x="6592" y="507"/>
                  </a:lnTo>
                  <a:cubicBezTo>
                    <a:pt x="6576" y="505"/>
                    <a:pt x="6537" y="498"/>
                    <a:pt x="6480" y="491"/>
                  </a:cubicBezTo>
                  <a:lnTo>
                    <a:pt x="6506" y="482"/>
                  </a:lnTo>
                  <a:lnTo>
                    <a:pt x="6785" y="516"/>
                  </a:lnTo>
                  <a:cubicBezTo>
                    <a:pt x="6768" y="520"/>
                    <a:pt x="6751" y="523"/>
                    <a:pt x="6733" y="523"/>
                  </a:cubicBezTo>
                  <a:cubicBezTo>
                    <a:pt x="6715" y="523"/>
                    <a:pt x="6696" y="520"/>
                    <a:pt x="6675" y="516"/>
                  </a:cubicBezTo>
                  <a:lnTo>
                    <a:pt x="6675" y="516"/>
                  </a:lnTo>
                  <a:cubicBezTo>
                    <a:pt x="6722" y="542"/>
                    <a:pt x="6783" y="542"/>
                    <a:pt x="6837" y="542"/>
                  </a:cubicBezTo>
                  <a:cubicBezTo>
                    <a:pt x="6891" y="542"/>
                    <a:pt x="6937" y="542"/>
                    <a:pt x="6954" y="567"/>
                  </a:cubicBezTo>
                  <a:cubicBezTo>
                    <a:pt x="6885" y="577"/>
                    <a:pt x="6815" y="581"/>
                    <a:pt x="6744" y="581"/>
                  </a:cubicBezTo>
                  <a:cubicBezTo>
                    <a:pt x="6694" y="581"/>
                    <a:pt x="6643" y="579"/>
                    <a:pt x="6590" y="575"/>
                  </a:cubicBezTo>
                  <a:cubicBezTo>
                    <a:pt x="6523" y="533"/>
                    <a:pt x="6692" y="559"/>
                    <a:pt x="6700" y="542"/>
                  </a:cubicBezTo>
                  <a:lnTo>
                    <a:pt x="6616" y="525"/>
                  </a:lnTo>
                  <a:lnTo>
                    <a:pt x="6616" y="525"/>
                  </a:lnTo>
                  <a:cubicBezTo>
                    <a:pt x="6624" y="542"/>
                    <a:pt x="6447" y="525"/>
                    <a:pt x="6489" y="575"/>
                  </a:cubicBezTo>
                  <a:cubicBezTo>
                    <a:pt x="6667" y="601"/>
                    <a:pt x="6853" y="618"/>
                    <a:pt x="7013" y="635"/>
                  </a:cubicBezTo>
                  <a:lnTo>
                    <a:pt x="6844" y="855"/>
                  </a:lnTo>
                  <a:cubicBezTo>
                    <a:pt x="6844" y="855"/>
                    <a:pt x="6844" y="863"/>
                    <a:pt x="6836" y="872"/>
                  </a:cubicBezTo>
                  <a:cubicBezTo>
                    <a:pt x="6842" y="872"/>
                    <a:pt x="6848" y="872"/>
                    <a:pt x="6854" y="872"/>
                  </a:cubicBezTo>
                  <a:cubicBezTo>
                    <a:pt x="6991" y="872"/>
                    <a:pt x="6922" y="779"/>
                    <a:pt x="6954" y="779"/>
                  </a:cubicBezTo>
                  <a:cubicBezTo>
                    <a:pt x="6977" y="779"/>
                    <a:pt x="6999" y="771"/>
                    <a:pt x="7022" y="771"/>
                  </a:cubicBezTo>
                  <a:cubicBezTo>
                    <a:pt x="7033" y="771"/>
                    <a:pt x="7044" y="773"/>
                    <a:pt x="7056" y="779"/>
                  </a:cubicBezTo>
                  <a:lnTo>
                    <a:pt x="7039" y="787"/>
                  </a:lnTo>
                  <a:cubicBezTo>
                    <a:pt x="7119" y="787"/>
                    <a:pt x="7080" y="768"/>
                    <a:pt x="7126" y="768"/>
                  </a:cubicBezTo>
                  <a:cubicBezTo>
                    <a:pt x="7134" y="768"/>
                    <a:pt x="7144" y="769"/>
                    <a:pt x="7157" y="770"/>
                  </a:cubicBezTo>
                  <a:cubicBezTo>
                    <a:pt x="7233" y="753"/>
                    <a:pt x="7098" y="762"/>
                    <a:pt x="7140" y="745"/>
                  </a:cubicBezTo>
                  <a:lnTo>
                    <a:pt x="7140" y="745"/>
                  </a:lnTo>
                  <a:cubicBezTo>
                    <a:pt x="7151" y="746"/>
                    <a:pt x="7160" y="747"/>
                    <a:pt x="7168" y="747"/>
                  </a:cubicBezTo>
                  <a:cubicBezTo>
                    <a:pt x="7220" y="747"/>
                    <a:pt x="7225" y="715"/>
                    <a:pt x="7279" y="715"/>
                  </a:cubicBezTo>
                  <a:cubicBezTo>
                    <a:pt x="7296" y="715"/>
                    <a:pt x="7320" y="718"/>
                    <a:pt x="7352" y="728"/>
                  </a:cubicBezTo>
                  <a:cubicBezTo>
                    <a:pt x="7343" y="736"/>
                    <a:pt x="7369" y="762"/>
                    <a:pt x="7276" y="762"/>
                  </a:cubicBezTo>
                  <a:lnTo>
                    <a:pt x="7360" y="787"/>
                  </a:lnTo>
                  <a:cubicBezTo>
                    <a:pt x="7339" y="791"/>
                    <a:pt x="7316" y="793"/>
                    <a:pt x="7291" y="793"/>
                  </a:cubicBezTo>
                  <a:cubicBezTo>
                    <a:pt x="7267" y="793"/>
                    <a:pt x="7242" y="791"/>
                    <a:pt x="7216" y="787"/>
                  </a:cubicBezTo>
                  <a:cubicBezTo>
                    <a:pt x="7174" y="821"/>
                    <a:pt x="7183" y="838"/>
                    <a:pt x="7132" y="863"/>
                  </a:cubicBezTo>
                  <a:cubicBezTo>
                    <a:pt x="7169" y="863"/>
                    <a:pt x="7160" y="836"/>
                    <a:pt x="7205" y="836"/>
                  </a:cubicBezTo>
                  <a:cubicBezTo>
                    <a:pt x="7211" y="836"/>
                    <a:pt x="7217" y="837"/>
                    <a:pt x="7225" y="838"/>
                  </a:cubicBezTo>
                  <a:cubicBezTo>
                    <a:pt x="7293" y="855"/>
                    <a:pt x="7216" y="855"/>
                    <a:pt x="7208" y="863"/>
                  </a:cubicBezTo>
                  <a:cubicBezTo>
                    <a:pt x="7223" y="859"/>
                    <a:pt x="7236" y="857"/>
                    <a:pt x="7248" y="857"/>
                  </a:cubicBezTo>
                  <a:cubicBezTo>
                    <a:pt x="7291" y="857"/>
                    <a:pt x="7312" y="881"/>
                    <a:pt x="7350" y="881"/>
                  </a:cubicBezTo>
                  <a:cubicBezTo>
                    <a:pt x="7362" y="881"/>
                    <a:pt x="7376" y="879"/>
                    <a:pt x="7394" y="872"/>
                  </a:cubicBezTo>
                  <a:cubicBezTo>
                    <a:pt x="7377" y="838"/>
                    <a:pt x="7394" y="838"/>
                    <a:pt x="7335" y="812"/>
                  </a:cubicBezTo>
                  <a:cubicBezTo>
                    <a:pt x="7343" y="811"/>
                    <a:pt x="7351" y="811"/>
                    <a:pt x="7359" y="811"/>
                  </a:cubicBezTo>
                  <a:cubicBezTo>
                    <a:pt x="7413" y="811"/>
                    <a:pt x="7469" y="834"/>
                    <a:pt x="7462" y="863"/>
                  </a:cubicBezTo>
                  <a:lnTo>
                    <a:pt x="7470" y="838"/>
                  </a:lnTo>
                  <a:cubicBezTo>
                    <a:pt x="7487" y="846"/>
                    <a:pt x="7538" y="846"/>
                    <a:pt x="7538" y="855"/>
                  </a:cubicBezTo>
                  <a:lnTo>
                    <a:pt x="7555" y="846"/>
                  </a:lnTo>
                  <a:cubicBezTo>
                    <a:pt x="7522" y="820"/>
                    <a:pt x="7485" y="809"/>
                    <a:pt x="7447" y="809"/>
                  </a:cubicBezTo>
                  <a:cubicBezTo>
                    <a:pt x="7435" y="809"/>
                    <a:pt x="7423" y="810"/>
                    <a:pt x="7411" y="812"/>
                  </a:cubicBezTo>
                  <a:cubicBezTo>
                    <a:pt x="7436" y="795"/>
                    <a:pt x="7369" y="753"/>
                    <a:pt x="7470" y="753"/>
                  </a:cubicBezTo>
                  <a:cubicBezTo>
                    <a:pt x="7504" y="762"/>
                    <a:pt x="7470" y="770"/>
                    <a:pt x="7470" y="779"/>
                  </a:cubicBezTo>
                  <a:cubicBezTo>
                    <a:pt x="7677" y="779"/>
                    <a:pt x="7682" y="838"/>
                    <a:pt x="7823" y="838"/>
                  </a:cubicBezTo>
                  <a:cubicBezTo>
                    <a:pt x="7832" y="838"/>
                    <a:pt x="7841" y="838"/>
                    <a:pt x="7851" y="838"/>
                  </a:cubicBezTo>
                  <a:lnTo>
                    <a:pt x="7851" y="838"/>
                  </a:lnTo>
                  <a:cubicBezTo>
                    <a:pt x="7840" y="842"/>
                    <a:pt x="7825" y="844"/>
                    <a:pt x="7807" y="844"/>
                  </a:cubicBezTo>
                  <a:cubicBezTo>
                    <a:pt x="7796" y="844"/>
                    <a:pt x="7785" y="843"/>
                    <a:pt x="7772" y="842"/>
                  </a:cubicBezTo>
                  <a:lnTo>
                    <a:pt x="7772" y="842"/>
                  </a:lnTo>
                  <a:cubicBezTo>
                    <a:pt x="7740" y="856"/>
                    <a:pt x="7737" y="865"/>
                    <a:pt x="7783" y="880"/>
                  </a:cubicBezTo>
                  <a:lnTo>
                    <a:pt x="7800" y="863"/>
                  </a:lnTo>
                  <a:cubicBezTo>
                    <a:pt x="7827" y="863"/>
                    <a:pt x="7865" y="874"/>
                    <a:pt x="7879" y="874"/>
                  </a:cubicBezTo>
                  <a:cubicBezTo>
                    <a:pt x="7883" y="874"/>
                    <a:pt x="7885" y="873"/>
                    <a:pt x="7885" y="872"/>
                  </a:cubicBezTo>
                  <a:cubicBezTo>
                    <a:pt x="7893" y="872"/>
                    <a:pt x="7876" y="863"/>
                    <a:pt x="7851" y="855"/>
                  </a:cubicBezTo>
                  <a:cubicBezTo>
                    <a:pt x="7910" y="842"/>
                    <a:pt x="7969" y="836"/>
                    <a:pt x="8027" y="836"/>
                  </a:cubicBezTo>
                  <a:cubicBezTo>
                    <a:pt x="8086" y="836"/>
                    <a:pt x="8143" y="842"/>
                    <a:pt x="8198" y="855"/>
                  </a:cubicBezTo>
                  <a:cubicBezTo>
                    <a:pt x="8189" y="888"/>
                    <a:pt x="8012" y="863"/>
                    <a:pt x="8105" y="897"/>
                  </a:cubicBezTo>
                  <a:cubicBezTo>
                    <a:pt x="8141" y="897"/>
                    <a:pt x="8177" y="875"/>
                    <a:pt x="8229" y="875"/>
                  </a:cubicBezTo>
                  <a:cubicBezTo>
                    <a:pt x="8249" y="875"/>
                    <a:pt x="8273" y="879"/>
                    <a:pt x="8299" y="888"/>
                  </a:cubicBezTo>
                  <a:cubicBezTo>
                    <a:pt x="8257" y="905"/>
                    <a:pt x="8341" y="914"/>
                    <a:pt x="8341" y="922"/>
                  </a:cubicBezTo>
                  <a:lnTo>
                    <a:pt x="8468" y="888"/>
                  </a:lnTo>
                  <a:cubicBezTo>
                    <a:pt x="8516" y="894"/>
                    <a:pt x="8564" y="900"/>
                    <a:pt x="8609" y="900"/>
                  </a:cubicBezTo>
                  <a:cubicBezTo>
                    <a:pt x="8628" y="900"/>
                    <a:pt x="8646" y="899"/>
                    <a:pt x="8663" y="897"/>
                  </a:cubicBezTo>
                  <a:lnTo>
                    <a:pt x="8587" y="897"/>
                  </a:lnTo>
                  <a:cubicBezTo>
                    <a:pt x="8609" y="887"/>
                    <a:pt x="8631" y="883"/>
                    <a:pt x="8652" y="883"/>
                  </a:cubicBezTo>
                  <a:cubicBezTo>
                    <a:pt x="8713" y="883"/>
                    <a:pt x="8772" y="915"/>
                    <a:pt x="8847" y="915"/>
                  </a:cubicBezTo>
                  <a:cubicBezTo>
                    <a:pt x="8853" y="915"/>
                    <a:pt x="8859" y="914"/>
                    <a:pt x="8866" y="914"/>
                  </a:cubicBezTo>
                  <a:lnTo>
                    <a:pt x="8866" y="914"/>
                  </a:lnTo>
                  <a:lnTo>
                    <a:pt x="8815" y="922"/>
                  </a:lnTo>
                  <a:cubicBezTo>
                    <a:pt x="8853" y="931"/>
                    <a:pt x="8889" y="935"/>
                    <a:pt x="8925" y="935"/>
                  </a:cubicBezTo>
                  <a:cubicBezTo>
                    <a:pt x="8961" y="935"/>
                    <a:pt x="8997" y="931"/>
                    <a:pt x="9035" y="922"/>
                  </a:cubicBezTo>
                  <a:lnTo>
                    <a:pt x="9035" y="948"/>
                  </a:lnTo>
                  <a:cubicBezTo>
                    <a:pt x="9044" y="914"/>
                    <a:pt x="9196" y="914"/>
                    <a:pt x="9230" y="905"/>
                  </a:cubicBezTo>
                  <a:lnTo>
                    <a:pt x="9230" y="905"/>
                  </a:lnTo>
                  <a:cubicBezTo>
                    <a:pt x="9213" y="906"/>
                    <a:pt x="9198" y="906"/>
                    <a:pt x="9185" y="906"/>
                  </a:cubicBezTo>
                  <a:cubicBezTo>
                    <a:pt x="9048" y="906"/>
                    <a:pt x="9036" y="877"/>
                    <a:pt x="8924" y="877"/>
                  </a:cubicBezTo>
                  <a:cubicBezTo>
                    <a:pt x="8903" y="877"/>
                    <a:pt x="8878" y="878"/>
                    <a:pt x="8849" y="880"/>
                  </a:cubicBezTo>
                  <a:cubicBezTo>
                    <a:pt x="8925" y="846"/>
                    <a:pt x="8984" y="838"/>
                    <a:pt x="9069" y="812"/>
                  </a:cubicBezTo>
                  <a:cubicBezTo>
                    <a:pt x="9094" y="812"/>
                    <a:pt x="9111" y="821"/>
                    <a:pt x="9111" y="829"/>
                  </a:cubicBezTo>
                  <a:cubicBezTo>
                    <a:pt x="9137" y="821"/>
                    <a:pt x="9145" y="795"/>
                    <a:pt x="9196" y="787"/>
                  </a:cubicBezTo>
                  <a:lnTo>
                    <a:pt x="9213" y="804"/>
                  </a:lnTo>
                  <a:cubicBezTo>
                    <a:pt x="9232" y="808"/>
                    <a:pt x="9249" y="809"/>
                    <a:pt x="9264" y="809"/>
                  </a:cubicBezTo>
                  <a:cubicBezTo>
                    <a:pt x="9339" y="809"/>
                    <a:pt x="9356" y="768"/>
                    <a:pt x="9438" y="768"/>
                  </a:cubicBezTo>
                  <a:cubicBezTo>
                    <a:pt x="9449" y="768"/>
                    <a:pt x="9461" y="768"/>
                    <a:pt x="9475" y="770"/>
                  </a:cubicBezTo>
                  <a:cubicBezTo>
                    <a:pt x="9492" y="812"/>
                    <a:pt x="9357" y="812"/>
                    <a:pt x="9272" y="829"/>
                  </a:cubicBezTo>
                  <a:cubicBezTo>
                    <a:pt x="9331" y="863"/>
                    <a:pt x="9137" y="838"/>
                    <a:pt x="9213" y="888"/>
                  </a:cubicBezTo>
                  <a:lnTo>
                    <a:pt x="9247" y="863"/>
                  </a:lnTo>
                  <a:cubicBezTo>
                    <a:pt x="9289" y="872"/>
                    <a:pt x="9289" y="888"/>
                    <a:pt x="9264" y="888"/>
                  </a:cubicBezTo>
                  <a:cubicBezTo>
                    <a:pt x="9314" y="888"/>
                    <a:pt x="9297" y="888"/>
                    <a:pt x="9323" y="872"/>
                  </a:cubicBezTo>
                  <a:lnTo>
                    <a:pt x="9323" y="872"/>
                  </a:lnTo>
                  <a:cubicBezTo>
                    <a:pt x="9534" y="888"/>
                    <a:pt x="9297" y="922"/>
                    <a:pt x="9500" y="948"/>
                  </a:cubicBezTo>
                  <a:cubicBezTo>
                    <a:pt x="9475" y="956"/>
                    <a:pt x="9424" y="948"/>
                    <a:pt x="9433" y="973"/>
                  </a:cubicBezTo>
                  <a:lnTo>
                    <a:pt x="9323" y="956"/>
                  </a:lnTo>
                  <a:lnTo>
                    <a:pt x="9323" y="982"/>
                  </a:lnTo>
                  <a:cubicBezTo>
                    <a:pt x="9344" y="985"/>
                    <a:pt x="9365" y="987"/>
                    <a:pt x="9386" y="987"/>
                  </a:cubicBezTo>
                  <a:cubicBezTo>
                    <a:pt x="9466" y="987"/>
                    <a:pt x="9545" y="962"/>
                    <a:pt x="9619" y="922"/>
                  </a:cubicBezTo>
                  <a:lnTo>
                    <a:pt x="9619" y="922"/>
                  </a:lnTo>
                  <a:cubicBezTo>
                    <a:pt x="9598" y="925"/>
                    <a:pt x="9584" y="926"/>
                    <a:pt x="9574" y="926"/>
                  </a:cubicBezTo>
                  <a:cubicBezTo>
                    <a:pt x="9523" y="926"/>
                    <a:pt x="9592" y="894"/>
                    <a:pt x="9543" y="880"/>
                  </a:cubicBezTo>
                  <a:cubicBezTo>
                    <a:pt x="9551" y="876"/>
                    <a:pt x="9562" y="874"/>
                    <a:pt x="9572" y="874"/>
                  </a:cubicBezTo>
                  <a:cubicBezTo>
                    <a:pt x="9583" y="874"/>
                    <a:pt x="9593" y="876"/>
                    <a:pt x="9602" y="880"/>
                  </a:cubicBezTo>
                  <a:cubicBezTo>
                    <a:pt x="9610" y="880"/>
                    <a:pt x="9669" y="873"/>
                    <a:pt x="9670" y="865"/>
                  </a:cubicBezTo>
                  <a:lnTo>
                    <a:pt x="9670" y="865"/>
                  </a:lnTo>
                  <a:cubicBezTo>
                    <a:pt x="9700" y="931"/>
                    <a:pt x="9965" y="948"/>
                    <a:pt x="9898" y="1015"/>
                  </a:cubicBezTo>
                  <a:cubicBezTo>
                    <a:pt x="9923" y="1017"/>
                    <a:pt x="9947" y="1018"/>
                    <a:pt x="9972" y="1019"/>
                  </a:cubicBezTo>
                  <a:lnTo>
                    <a:pt x="9972" y="1019"/>
                  </a:lnTo>
                  <a:cubicBezTo>
                    <a:pt x="9913" y="990"/>
                    <a:pt x="10059" y="990"/>
                    <a:pt x="10059" y="982"/>
                  </a:cubicBezTo>
                  <a:lnTo>
                    <a:pt x="9949" y="982"/>
                  </a:lnTo>
                  <a:cubicBezTo>
                    <a:pt x="10000" y="965"/>
                    <a:pt x="9949" y="939"/>
                    <a:pt x="10016" y="931"/>
                  </a:cubicBezTo>
                  <a:cubicBezTo>
                    <a:pt x="9966" y="931"/>
                    <a:pt x="9948" y="917"/>
                    <a:pt x="9918" y="917"/>
                  </a:cubicBezTo>
                  <a:cubicBezTo>
                    <a:pt x="9908" y="917"/>
                    <a:pt x="9896" y="918"/>
                    <a:pt x="9881" y="922"/>
                  </a:cubicBezTo>
                  <a:cubicBezTo>
                    <a:pt x="9957" y="888"/>
                    <a:pt x="9797" y="880"/>
                    <a:pt x="9788" y="855"/>
                  </a:cubicBezTo>
                  <a:cubicBezTo>
                    <a:pt x="9856" y="855"/>
                    <a:pt x="9923" y="872"/>
                    <a:pt x="9983" y="905"/>
                  </a:cubicBezTo>
                  <a:cubicBezTo>
                    <a:pt x="10016" y="905"/>
                    <a:pt x="10059" y="905"/>
                    <a:pt x="10101" y="922"/>
                  </a:cubicBezTo>
                  <a:lnTo>
                    <a:pt x="10152" y="888"/>
                  </a:lnTo>
                  <a:cubicBezTo>
                    <a:pt x="10093" y="880"/>
                    <a:pt x="10016" y="897"/>
                    <a:pt x="10042" y="863"/>
                  </a:cubicBezTo>
                  <a:lnTo>
                    <a:pt x="10042" y="863"/>
                  </a:lnTo>
                  <a:lnTo>
                    <a:pt x="9957" y="872"/>
                  </a:lnTo>
                  <a:cubicBezTo>
                    <a:pt x="10008" y="846"/>
                    <a:pt x="10059" y="821"/>
                    <a:pt x="10118" y="812"/>
                  </a:cubicBezTo>
                  <a:cubicBezTo>
                    <a:pt x="10077" y="799"/>
                    <a:pt x="10038" y="794"/>
                    <a:pt x="10001" y="794"/>
                  </a:cubicBezTo>
                  <a:cubicBezTo>
                    <a:pt x="9934" y="794"/>
                    <a:pt x="9873" y="809"/>
                    <a:pt x="9813" y="809"/>
                  </a:cubicBezTo>
                  <a:cubicBezTo>
                    <a:pt x="9785" y="809"/>
                    <a:pt x="9757" y="805"/>
                    <a:pt x="9729" y="795"/>
                  </a:cubicBezTo>
                  <a:lnTo>
                    <a:pt x="9746" y="795"/>
                  </a:lnTo>
                  <a:cubicBezTo>
                    <a:pt x="9509" y="787"/>
                    <a:pt x="9450" y="728"/>
                    <a:pt x="9399" y="669"/>
                  </a:cubicBezTo>
                  <a:lnTo>
                    <a:pt x="9500" y="669"/>
                  </a:lnTo>
                  <a:lnTo>
                    <a:pt x="9500" y="694"/>
                  </a:lnTo>
                  <a:cubicBezTo>
                    <a:pt x="9532" y="699"/>
                    <a:pt x="9561" y="700"/>
                    <a:pt x="9590" y="700"/>
                  </a:cubicBezTo>
                  <a:cubicBezTo>
                    <a:pt x="9689" y="700"/>
                    <a:pt x="9777" y="679"/>
                    <a:pt x="9876" y="679"/>
                  </a:cubicBezTo>
                  <a:cubicBezTo>
                    <a:pt x="9905" y="679"/>
                    <a:pt x="9935" y="681"/>
                    <a:pt x="9966" y="685"/>
                  </a:cubicBezTo>
                  <a:cubicBezTo>
                    <a:pt x="9953" y="694"/>
                    <a:pt x="9930" y="694"/>
                    <a:pt x="9911" y="694"/>
                  </a:cubicBezTo>
                  <a:cubicBezTo>
                    <a:pt x="9892" y="694"/>
                    <a:pt x="9877" y="694"/>
                    <a:pt x="9881" y="702"/>
                  </a:cubicBezTo>
                  <a:cubicBezTo>
                    <a:pt x="9888" y="703"/>
                    <a:pt x="9894" y="703"/>
                    <a:pt x="9900" y="703"/>
                  </a:cubicBezTo>
                  <a:cubicBezTo>
                    <a:pt x="9967" y="703"/>
                    <a:pt x="9983" y="671"/>
                    <a:pt x="10023" y="671"/>
                  </a:cubicBezTo>
                  <a:cubicBezTo>
                    <a:pt x="10037" y="671"/>
                    <a:pt x="10053" y="675"/>
                    <a:pt x="10076" y="685"/>
                  </a:cubicBezTo>
                  <a:cubicBezTo>
                    <a:pt x="9934" y="685"/>
                    <a:pt x="10161" y="702"/>
                    <a:pt x="10040" y="718"/>
                  </a:cubicBezTo>
                  <a:lnTo>
                    <a:pt x="10040" y="718"/>
                  </a:lnTo>
                  <a:cubicBezTo>
                    <a:pt x="10067" y="715"/>
                    <a:pt x="10094" y="714"/>
                    <a:pt x="10122" y="714"/>
                  </a:cubicBezTo>
                  <a:cubicBezTo>
                    <a:pt x="10279" y="714"/>
                    <a:pt x="10433" y="762"/>
                    <a:pt x="10532" y="762"/>
                  </a:cubicBezTo>
                  <a:cubicBezTo>
                    <a:pt x="10507" y="745"/>
                    <a:pt x="10592" y="745"/>
                    <a:pt x="10592" y="736"/>
                  </a:cubicBezTo>
                  <a:cubicBezTo>
                    <a:pt x="10626" y="745"/>
                    <a:pt x="10617" y="753"/>
                    <a:pt x="10592" y="753"/>
                  </a:cubicBezTo>
                  <a:cubicBezTo>
                    <a:pt x="10651" y="779"/>
                    <a:pt x="10659" y="795"/>
                    <a:pt x="10651" y="821"/>
                  </a:cubicBezTo>
                  <a:lnTo>
                    <a:pt x="10524" y="812"/>
                  </a:lnTo>
                  <a:lnTo>
                    <a:pt x="10524" y="812"/>
                  </a:lnTo>
                  <a:cubicBezTo>
                    <a:pt x="10566" y="821"/>
                    <a:pt x="10583" y="838"/>
                    <a:pt x="10617" y="846"/>
                  </a:cubicBezTo>
                  <a:lnTo>
                    <a:pt x="10668" y="846"/>
                  </a:lnTo>
                  <a:cubicBezTo>
                    <a:pt x="10693" y="838"/>
                    <a:pt x="10693" y="838"/>
                    <a:pt x="10693" y="821"/>
                  </a:cubicBezTo>
                  <a:cubicBezTo>
                    <a:pt x="10736" y="812"/>
                    <a:pt x="10803" y="795"/>
                    <a:pt x="10888" y="770"/>
                  </a:cubicBezTo>
                  <a:lnTo>
                    <a:pt x="11049" y="770"/>
                  </a:lnTo>
                  <a:lnTo>
                    <a:pt x="11023" y="779"/>
                  </a:lnTo>
                  <a:lnTo>
                    <a:pt x="11133" y="770"/>
                  </a:lnTo>
                  <a:lnTo>
                    <a:pt x="11133" y="770"/>
                  </a:lnTo>
                  <a:cubicBezTo>
                    <a:pt x="11108" y="795"/>
                    <a:pt x="11150" y="779"/>
                    <a:pt x="11125" y="804"/>
                  </a:cubicBezTo>
                  <a:cubicBezTo>
                    <a:pt x="11125" y="821"/>
                    <a:pt x="11184" y="821"/>
                    <a:pt x="11252" y="821"/>
                  </a:cubicBezTo>
                  <a:cubicBezTo>
                    <a:pt x="11276" y="817"/>
                    <a:pt x="11302" y="815"/>
                    <a:pt x="11329" y="815"/>
                  </a:cubicBezTo>
                  <a:cubicBezTo>
                    <a:pt x="11367" y="815"/>
                    <a:pt x="11406" y="819"/>
                    <a:pt x="11446" y="829"/>
                  </a:cubicBezTo>
                  <a:lnTo>
                    <a:pt x="11404" y="838"/>
                  </a:lnTo>
                  <a:lnTo>
                    <a:pt x="11556" y="838"/>
                  </a:lnTo>
                  <a:cubicBezTo>
                    <a:pt x="11556" y="838"/>
                    <a:pt x="11573" y="838"/>
                    <a:pt x="11556" y="846"/>
                  </a:cubicBezTo>
                  <a:lnTo>
                    <a:pt x="11421" y="998"/>
                  </a:lnTo>
                  <a:lnTo>
                    <a:pt x="11412" y="998"/>
                  </a:lnTo>
                  <a:cubicBezTo>
                    <a:pt x="11421" y="976"/>
                    <a:pt x="11421" y="966"/>
                    <a:pt x="11412" y="966"/>
                  </a:cubicBezTo>
                  <a:cubicBezTo>
                    <a:pt x="11404" y="966"/>
                    <a:pt x="11390" y="974"/>
                    <a:pt x="11370" y="990"/>
                  </a:cubicBezTo>
                  <a:cubicBezTo>
                    <a:pt x="11370" y="973"/>
                    <a:pt x="11387" y="956"/>
                    <a:pt x="11387" y="948"/>
                  </a:cubicBezTo>
                  <a:lnTo>
                    <a:pt x="11404" y="922"/>
                  </a:lnTo>
                  <a:lnTo>
                    <a:pt x="11412" y="905"/>
                  </a:lnTo>
                  <a:lnTo>
                    <a:pt x="11395" y="905"/>
                  </a:lnTo>
                  <a:cubicBezTo>
                    <a:pt x="11378" y="905"/>
                    <a:pt x="11362" y="897"/>
                    <a:pt x="11378" y="888"/>
                  </a:cubicBezTo>
                  <a:cubicBezTo>
                    <a:pt x="11446" y="888"/>
                    <a:pt x="11446" y="888"/>
                    <a:pt x="11446" y="872"/>
                  </a:cubicBezTo>
                  <a:lnTo>
                    <a:pt x="11446" y="872"/>
                  </a:lnTo>
                  <a:cubicBezTo>
                    <a:pt x="11409" y="877"/>
                    <a:pt x="11375" y="878"/>
                    <a:pt x="11343" y="878"/>
                  </a:cubicBezTo>
                  <a:cubicBezTo>
                    <a:pt x="11327" y="878"/>
                    <a:pt x="11311" y="878"/>
                    <a:pt x="11297" y="878"/>
                  </a:cubicBezTo>
                  <a:cubicBezTo>
                    <a:pt x="11254" y="878"/>
                    <a:pt x="11218" y="880"/>
                    <a:pt x="11192" y="897"/>
                  </a:cubicBezTo>
                  <a:cubicBezTo>
                    <a:pt x="11099" y="897"/>
                    <a:pt x="11175" y="888"/>
                    <a:pt x="11133" y="872"/>
                  </a:cubicBezTo>
                  <a:cubicBezTo>
                    <a:pt x="11133" y="863"/>
                    <a:pt x="11167" y="855"/>
                    <a:pt x="11209" y="846"/>
                  </a:cubicBezTo>
                  <a:lnTo>
                    <a:pt x="10913" y="846"/>
                  </a:lnTo>
                  <a:cubicBezTo>
                    <a:pt x="10888" y="880"/>
                    <a:pt x="11057" y="888"/>
                    <a:pt x="10939" y="914"/>
                  </a:cubicBezTo>
                  <a:cubicBezTo>
                    <a:pt x="10917" y="921"/>
                    <a:pt x="10890" y="952"/>
                    <a:pt x="10847" y="952"/>
                  </a:cubicBezTo>
                  <a:cubicBezTo>
                    <a:pt x="10839" y="952"/>
                    <a:pt x="10830" y="950"/>
                    <a:pt x="10820" y="948"/>
                  </a:cubicBezTo>
                  <a:cubicBezTo>
                    <a:pt x="10820" y="945"/>
                    <a:pt x="10821" y="943"/>
                    <a:pt x="10823" y="942"/>
                  </a:cubicBezTo>
                  <a:lnTo>
                    <a:pt x="10823" y="942"/>
                  </a:lnTo>
                  <a:cubicBezTo>
                    <a:pt x="10822" y="942"/>
                    <a:pt x="10821" y="942"/>
                    <a:pt x="10820" y="942"/>
                  </a:cubicBezTo>
                  <a:cubicBezTo>
                    <a:pt x="10802" y="942"/>
                    <a:pt x="10796" y="931"/>
                    <a:pt x="10769" y="931"/>
                  </a:cubicBezTo>
                  <a:cubicBezTo>
                    <a:pt x="10769" y="910"/>
                    <a:pt x="10783" y="904"/>
                    <a:pt x="10801" y="900"/>
                  </a:cubicBezTo>
                  <a:lnTo>
                    <a:pt x="10801" y="900"/>
                  </a:lnTo>
                  <a:cubicBezTo>
                    <a:pt x="10801" y="900"/>
                    <a:pt x="10802" y="900"/>
                    <a:pt x="10802" y="900"/>
                  </a:cubicBezTo>
                  <a:cubicBezTo>
                    <a:pt x="10814" y="900"/>
                    <a:pt x="10826" y="898"/>
                    <a:pt x="10838" y="896"/>
                  </a:cubicBezTo>
                  <a:lnTo>
                    <a:pt x="10838" y="896"/>
                  </a:lnTo>
                  <a:cubicBezTo>
                    <a:pt x="10825" y="898"/>
                    <a:pt x="10812" y="898"/>
                    <a:pt x="10801" y="900"/>
                  </a:cubicBezTo>
                  <a:lnTo>
                    <a:pt x="10801" y="900"/>
                  </a:lnTo>
                  <a:cubicBezTo>
                    <a:pt x="10793" y="900"/>
                    <a:pt x="10785" y="899"/>
                    <a:pt x="10778" y="897"/>
                  </a:cubicBezTo>
                  <a:lnTo>
                    <a:pt x="10786" y="888"/>
                  </a:lnTo>
                  <a:lnTo>
                    <a:pt x="10702" y="888"/>
                  </a:lnTo>
                  <a:cubicBezTo>
                    <a:pt x="10659" y="914"/>
                    <a:pt x="10761" y="897"/>
                    <a:pt x="10761" y="914"/>
                  </a:cubicBezTo>
                  <a:lnTo>
                    <a:pt x="10702" y="931"/>
                  </a:lnTo>
                  <a:cubicBezTo>
                    <a:pt x="10685" y="932"/>
                    <a:pt x="10668" y="933"/>
                    <a:pt x="10651" y="933"/>
                  </a:cubicBezTo>
                  <a:cubicBezTo>
                    <a:pt x="10567" y="933"/>
                    <a:pt x="10483" y="915"/>
                    <a:pt x="10406" y="880"/>
                  </a:cubicBezTo>
                  <a:cubicBezTo>
                    <a:pt x="10389" y="877"/>
                    <a:pt x="10378" y="875"/>
                    <a:pt x="10369" y="875"/>
                  </a:cubicBezTo>
                  <a:cubicBezTo>
                    <a:pt x="10332" y="875"/>
                    <a:pt x="10350" y="900"/>
                    <a:pt x="10329" y="914"/>
                  </a:cubicBezTo>
                  <a:cubicBezTo>
                    <a:pt x="10319" y="917"/>
                    <a:pt x="10309" y="919"/>
                    <a:pt x="10299" y="919"/>
                  </a:cubicBezTo>
                  <a:cubicBezTo>
                    <a:pt x="10266" y="919"/>
                    <a:pt x="10236" y="904"/>
                    <a:pt x="10203" y="904"/>
                  </a:cubicBezTo>
                  <a:cubicBezTo>
                    <a:pt x="10197" y="904"/>
                    <a:pt x="10191" y="904"/>
                    <a:pt x="10186" y="905"/>
                  </a:cubicBezTo>
                  <a:cubicBezTo>
                    <a:pt x="10186" y="931"/>
                    <a:pt x="10126" y="922"/>
                    <a:pt x="10126" y="948"/>
                  </a:cubicBezTo>
                  <a:lnTo>
                    <a:pt x="10050" y="939"/>
                  </a:lnTo>
                  <a:lnTo>
                    <a:pt x="10050" y="939"/>
                  </a:lnTo>
                  <a:cubicBezTo>
                    <a:pt x="10000" y="973"/>
                    <a:pt x="10143" y="956"/>
                    <a:pt x="10160" y="973"/>
                  </a:cubicBezTo>
                  <a:cubicBezTo>
                    <a:pt x="10181" y="994"/>
                    <a:pt x="10167" y="996"/>
                    <a:pt x="10150" y="996"/>
                  </a:cubicBezTo>
                  <a:cubicBezTo>
                    <a:pt x="10145" y="996"/>
                    <a:pt x="10141" y="996"/>
                    <a:pt x="10137" y="996"/>
                  </a:cubicBezTo>
                  <a:cubicBezTo>
                    <a:pt x="10125" y="996"/>
                    <a:pt x="10117" y="997"/>
                    <a:pt x="10126" y="1007"/>
                  </a:cubicBezTo>
                  <a:cubicBezTo>
                    <a:pt x="10194" y="1007"/>
                    <a:pt x="10194" y="982"/>
                    <a:pt x="10228" y="982"/>
                  </a:cubicBezTo>
                  <a:cubicBezTo>
                    <a:pt x="10262" y="982"/>
                    <a:pt x="10279" y="990"/>
                    <a:pt x="10279" y="1007"/>
                  </a:cubicBezTo>
                  <a:cubicBezTo>
                    <a:pt x="10260" y="1002"/>
                    <a:pt x="10246" y="1000"/>
                    <a:pt x="10236" y="1000"/>
                  </a:cubicBezTo>
                  <a:cubicBezTo>
                    <a:pt x="10199" y="1000"/>
                    <a:pt x="10203" y="1025"/>
                    <a:pt x="10159" y="1025"/>
                  </a:cubicBezTo>
                  <a:cubicBezTo>
                    <a:pt x="10155" y="1025"/>
                    <a:pt x="10149" y="1024"/>
                    <a:pt x="10143" y="1024"/>
                  </a:cubicBezTo>
                  <a:lnTo>
                    <a:pt x="10143" y="1015"/>
                  </a:lnTo>
                  <a:cubicBezTo>
                    <a:pt x="10143" y="1021"/>
                    <a:pt x="10138" y="1024"/>
                    <a:pt x="10129" y="1026"/>
                  </a:cubicBezTo>
                  <a:lnTo>
                    <a:pt x="10129" y="1026"/>
                  </a:lnTo>
                  <a:cubicBezTo>
                    <a:pt x="10076" y="1024"/>
                    <a:pt x="10024" y="1022"/>
                    <a:pt x="9972" y="1019"/>
                  </a:cubicBezTo>
                  <a:lnTo>
                    <a:pt x="9972" y="1019"/>
                  </a:lnTo>
                  <a:cubicBezTo>
                    <a:pt x="9975" y="1021"/>
                    <a:pt x="9979" y="1022"/>
                    <a:pt x="9983" y="1024"/>
                  </a:cubicBezTo>
                  <a:cubicBezTo>
                    <a:pt x="9989" y="1023"/>
                    <a:pt x="9998" y="1022"/>
                    <a:pt x="10007" y="1022"/>
                  </a:cubicBezTo>
                  <a:cubicBezTo>
                    <a:pt x="10037" y="1022"/>
                    <a:pt x="10078" y="1027"/>
                    <a:pt x="10107" y="1027"/>
                  </a:cubicBezTo>
                  <a:cubicBezTo>
                    <a:pt x="10116" y="1027"/>
                    <a:pt x="10123" y="1027"/>
                    <a:pt x="10129" y="1026"/>
                  </a:cubicBezTo>
                  <a:lnTo>
                    <a:pt x="10129" y="1026"/>
                  </a:lnTo>
                  <a:cubicBezTo>
                    <a:pt x="10168" y="1027"/>
                    <a:pt x="10207" y="1027"/>
                    <a:pt x="10246" y="1027"/>
                  </a:cubicBezTo>
                  <a:cubicBezTo>
                    <a:pt x="10294" y="1027"/>
                    <a:pt x="10342" y="1026"/>
                    <a:pt x="10389" y="1024"/>
                  </a:cubicBezTo>
                  <a:lnTo>
                    <a:pt x="10389" y="1024"/>
                  </a:lnTo>
                  <a:lnTo>
                    <a:pt x="10338" y="1041"/>
                  </a:lnTo>
                  <a:cubicBezTo>
                    <a:pt x="10382" y="1057"/>
                    <a:pt x="10414" y="1064"/>
                    <a:pt x="10439" y="1064"/>
                  </a:cubicBezTo>
                  <a:cubicBezTo>
                    <a:pt x="10514" y="1064"/>
                    <a:pt x="10524" y="1005"/>
                    <a:pt x="10600" y="998"/>
                  </a:cubicBezTo>
                  <a:lnTo>
                    <a:pt x="10600" y="998"/>
                  </a:lnTo>
                  <a:cubicBezTo>
                    <a:pt x="10558" y="1007"/>
                    <a:pt x="10575" y="1015"/>
                    <a:pt x="10609" y="1024"/>
                  </a:cubicBezTo>
                  <a:lnTo>
                    <a:pt x="10642" y="1024"/>
                  </a:lnTo>
                  <a:lnTo>
                    <a:pt x="10651" y="1032"/>
                  </a:lnTo>
                  <a:cubicBezTo>
                    <a:pt x="10659" y="1032"/>
                    <a:pt x="10668" y="1041"/>
                    <a:pt x="10676" y="1049"/>
                  </a:cubicBezTo>
                  <a:cubicBezTo>
                    <a:pt x="10711" y="1021"/>
                    <a:pt x="10758" y="1005"/>
                    <a:pt x="10807" y="1005"/>
                  </a:cubicBezTo>
                  <a:cubicBezTo>
                    <a:pt x="10817" y="1005"/>
                    <a:pt x="10827" y="1005"/>
                    <a:pt x="10837" y="1007"/>
                  </a:cubicBezTo>
                  <a:cubicBezTo>
                    <a:pt x="10829" y="1032"/>
                    <a:pt x="10786" y="1075"/>
                    <a:pt x="10812" y="1075"/>
                  </a:cubicBezTo>
                  <a:lnTo>
                    <a:pt x="10862" y="1058"/>
                  </a:lnTo>
                  <a:cubicBezTo>
                    <a:pt x="10868" y="1060"/>
                    <a:pt x="10877" y="1060"/>
                    <a:pt x="10886" y="1060"/>
                  </a:cubicBezTo>
                  <a:cubicBezTo>
                    <a:pt x="10903" y="1060"/>
                    <a:pt x="10923" y="1058"/>
                    <a:pt x="10937" y="1058"/>
                  </a:cubicBezTo>
                  <a:cubicBezTo>
                    <a:pt x="10950" y="1058"/>
                    <a:pt x="10959" y="1060"/>
                    <a:pt x="10955" y="1066"/>
                  </a:cubicBezTo>
                  <a:lnTo>
                    <a:pt x="10947" y="1066"/>
                  </a:lnTo>
                  <a:cubicBezTo>
                    <a:pt x="10949" y="1067"/>
                    <a:pt x="10951" y="1067"/>
                    <a:pt x="10954" y="1067"/>
                  </a:cubicBezTo>
                  <a:cubicBezTo>
                    <a:pt x="10979" y="1067"/>
                    <a:pt x="11037" y="1040"/>
                    <a:pt x="11015" y="1032"/>
                  </a:cubicBezTo>
                  <a:lnTo>
                    <a:pt x="11091" y="1024"/>
                  </a:lnTo>
                  <a:lnTo>
                    <a:pt x="11074" y="1032"/>
                  </a:lnTo>
                  <a:cubicBezTo>
                    <a:pt x="11081" y="1030"/>
                    <a:pt x="11087" y="1029"/>
                    <a:pt x="11090" y="1029"/>
                  </a:cubicBezTo>
                  <a:cubicBezTo>
                    <a:pt x="11099" y="1029"/>
                    <a:pt x="11099" y="1035"/>
                    <a:pt x="11099" y="1041"/>
                  </a:cubicBezTo>
                  <a:cubicBezTo>
                    <a:pt x="11108" y="1049"/>
                    <a:pt x="11108" y="1058"/>
                    <a:pt x="11108" y="1066"/>
                  </a:cubicBezTo>
                  <a:cubicBezTo>
                    <a:pt x="11116" y="1100"/>
                    <a:pt x="11099" y="1134"/>
                    <a:pt x="11082" y="1159"/>
                  </a:cubicBezTo>
                  <a:cubicBezTo>
                    <a:pt x="11080" y="1158"/>
                    <a:pt x="11077" y="1157"/>
                    <a:pt x="11073" y="1157"/>
                  </a:cubicBezTo>
                  <a:cubicBezTo>
                    <a:pt x="11050" y="1157"/>
                    <a:pt x="11006" y="1186"/>
                    <a:pt x="10992" y="1186"/>
                  </a:cubicBezTo>
                  <a:cubicBezTo>
                    <a:pt x="10985" y="1186"/>
                    <a:pt x="10985" y="1179"/>
                    <a:pt x="10998" y="1159"/>
                  </a:cubicBezTo>
                  <a:cubicBezTo>
                    <a:pt x="10999" y="1162"/>
                    <a:pt x="11002" y="1164"/>
                    <a:pt x="11006" y="1164"/>
                  </a:cubicBezTo>
                  <a:cubicBezTo>
                    <a:pt x="11022" y="1164"/>
                    <a:pt x="11053" y="1141"/>
                    <a:pt x="11074" y="1134"/>
                  </a:cubicBezTo>
                  <a:cubicBezTo>
                    <a:pt x="11099" y="1100"/>
                    <a:pt x="11074" y="1092"/>
                    <a:pt x="11074" y="1083"/>
                  </a:cubicBezTo>
                  <a:cubicBezTo>
                    <a:pt x="11032" y="1100"/>
                    <a:pt x="10989" y="1108"/>
                    <a:pt x="10947" y="1117"/>
                  </a:cubicBezTo>
                  <a:cubicBezTo>
                    <a:pt x="10972" y="1117"/>
                    <a:pt x="10947" y="1159"/>
                    <a:pt x="10922" y="1193"/>
                  </a:cubicBezTo>
                  <a:cubicBezTo>
                    <a:pt x="10905" y="1227"/>
                    <a:pt x="10888" y="1261"/>
                    <a:pt x="10922" y="1269"/>
                  </a:cubicBezTo>
                  <a:cubicBezTo>
                    <a:pt x="10896" y="1303"/>
                    <a:pt x="10871" y="1337"/>
                    <a:pt x="10845" y="1371"/>
                  </a:cubicBezTo>
                  <a:lnTo>
                    <a:pt x="10820" y="1405"/>
                  </a:lnTo>
                  <a:lnTo>
                    <a:pt x="10786" y="1447"/>
                  </a:lnTo>
                  <a:cubicBezTo>
                    <a:pt x="10761" y="1472"/>
                    <a:pt x="10736" y="1498"/>
                    <a:pt x="10710" y="1523"/>
                  </a:cubicBezTo>
                  <a:cubicBezTo>
                    <a:pt x="10716" y="1523"/>
                    <a:pt x="10725" y="1519"/>
                    <a:pt x="10731" y="1519"/>
                  </a:cubicBezTo>
                  <a:cubicBezTo>
                    <a:pt x="10734" y="1519"/>
                    <a:pt x="10736" y="1520"/>
                    <a:pt x="10736" y="1523"/>
                  </a:cubicBezTo>
                  <a:lnTo>
                    <a:pt x="10626" y="1599"/>
                  </a:lnTo>
                  <a:lnTo>
                    <a:pt x="10642" y="1574"/>
                  </a:lnTo>
                  <a:lnTo>
                    <a:pt x="10566" y="1616"/>
                  </a:lnTo>
                  <a:cubicBezTo>
                    <a:pt x="10549" y="1616"/>
                    <a:pt x="10575" y="1574"/>
                    <a:pt x="10583" y="1557"/>
                  </a:cubicBezTo>
                  <a:cubicBezTo>
                    <a:pt x="10594" y="1546"/>
                    <a:pt x="10604" y="1539"/>
                    <a:pt x="10609" y="1539"/>
                  </a:cubicBezTo>
                  <a:cubicBezTo>
                    <a:pt x="10611" y="1539"/>
                    <a:pt x="10612" y="1542"/>
                    <a:pt x="10609" y="1548"/>
                  </a:cubicBezTo>
                  <a:cubicBezTo>
                    <a:pt x="10619" y="1527"/>
                    <a:pt x="10621" y="1520"/>
                    <a:pt x="10617" y="1520"/>
                  </a:cubicBezTo>
                  <a:cubicBezTo>
                    <a:pt x="10610" y="1520"/>
                    <a:pt x="10578" y="1555"/>
                    <a:pt x="10568" y="1555"/>
                  </a:cubicBezTo>
                  <a:cubicBezTo>
                    <a:pt x="10564" y="1555"/>
                    <a:pt x="10563" y="1551"/>
                    <a:pt x="10566" y="1540"/>
                  </a:cubicBezTo>
                  <a:cubicBezTo>
                    <a:pt x="10583" y="1523"/>
                    <a:pt x="10600" y="1506"/>
                    <a:pt x="10609" y="1489"/>
                  </a:cubicBezTo>
                  <a:lnTo>
                    <a:pt x="10609" y="1489"/>
                  </a:lnTo>
                  <a:cubicBezTo>
                    <a:pt x="10532" y="1548"/>
                    <a:pt x="10532" y="1616"/>
                    <a:pt x="10456" y="1633"/>
                  </a:cubicBezTo>
                  <a:cubicBezTo>
                    <a:pt x="10431" y="1709"/>
                    <a:pt x="10380" y="1777"/>
                    <a:pt x="10313" y="1827"/>
                  </a:cubicBezTo>
                  <a:cubicBezTo>
                    <a:pt x="10315" y="1823"/>
                    <a:pt x="10315" y="1821"/>
                    <a:pt x="10315" y="1821"/>
                  </a:cubicBezTo>
                  <a:lnTo>
                    <a:pt x="10315" y="1821"/>
                  </a:lnTo>
                  <a:cubicBezTo>
                    <a:pt x="10311" y="1821"/>
                    <a:pt x="10279" y="1862"/>
                    <a:pt x="10267" y="1862"/>
                  </a:cubicBezTo>
                  <a:cubicBezTo>
                    <a:pt x="10262" y="1862"/>
                    <a:pt x="10260" y="1857"/>
                    <a:pt x="10262" y="1844"/>
                  </a:cubicBezTo>
                  <a:lnTo>
                    <a:pt x="10262" y="1844"/>
                  </a:lnTo>
                  <a:cubicBezTo>
                    <a:pt x="10252" y="1869"/>
                    <a:pt x="10224" y="1894"/>
                    <a:pt x="10203" y="1916"/>
                  </a:cubicBezTo>
                  <a:lnTo>
                    <a:pt x="10203" y="1916"/>
                  </a:lnTo>
                  <a:cubicBezTo>
                    <a:pt x="10213" y="1907"/>
                    <a:pt x="10225" y="1899"/>
                    <a:pt x="10236" y="1895"/>
                  </a:cubicBezTo>
                  <a:lnTo>
                    <a:pt x="10236" y="1895"/>
                  </a:lnTo>
                  <a:cubicBezTo>
                    <a:pt x="10211" y="1929"/>
                    <a:pt x="10219" y="1946"/>
                    <a:pt x="10186" y="1971"/>
                  </a:cubicBezTo>
                  <a:lnTo>
                    <a:pt x="10177" y="1971"/>
                  </a:lnTo>
                  <a:cubicBezTo>
                    <a:pt x="10152" y="2030"/>
                    <a:pt x="10211" y="2039"/>
                    <a:pt x="10135" y="2115"/>
                  </a:cubicBezTo>
                  <a:cubicBezTo>
                    <a:pt x="10086" y="2168"/>
                    <a:pt x="10062" y="2188"/>
                    <a:pt x="10051" y="2188"/>
                  </a:cubicBezTo>
                  <a:cubicBezTo>
                    <a:pt x="10024" y="2188"/>
                    <a:pt x="10100" y="2047"/>
                    <a:pt x="10079" y="2047"/>
                  </a:cubicBezTo>
                  <a:cubicBezTo>
                    <a:pt x="10078" y="2047"/>
                    <a:pt x="10077" y="2047"/>
                    <a:pt x="10076" y="2047"/>
                  </a:cubicBezTo>
                  <a:cubicBezTo>
                    <a:pt x="10084" y="2064"/>
                    <a:pt x="10000" y="2166"/>
                    <a:pt x="9949" y="2191"/>
                  </a:cubicBezTo>
                  <a:lnTo>
                    <a:pt x="9949" y="2174"/>
                  </a:lnTo>
                  <a:cubicBezTo>
                    <a:pt x="9932" y="2200"/>
                    <a:pt x="9915" y="2234"/>
                    <a:pt x="9881" y="2242"/>
                  </a:cubicBezTo>
                  <a:cubicBezTo>
                    <a:pt x="9890" y="2276"/>
                    <a:pt x="9890" y="2310"/>
                    <a:pt x="9881" y="2343"/>
                  </a:cubicBezTo>
                  <a:lnTo>
                    <a:pt x="9788" y="2428"/>
                  </a:lnTo>
                  <a:lnTo>
                    <a:pt x="9788" y="2428"/>
                  </a:lnTo>
                  <a:lnTo>
                    <a:pt x="9797" y="2403"/>
                  </a:lnTo>
                  <a:lnTo>
                    <a:pt x="9797" y="2403"/>
                  </a:lnTo>
                  <a:cubicBezTo>
                    <a:pt x="9788" y="2428"/>
                    <a:pt x="9763" y="2445"/>
                    <a:pt x="9746" y="2462"/>
                  </a:cubicBezTo>
                  <a:cubicBezTo>
                    <a:pt x="9729" y="2453"/>
                    <a:pt x="9754" y="2437"/>
                    <a:pt x="9780" y="2403"/>
                  </a:cubicBezTo>
                  <a:cubicBezTo>
                    <a:pt x="9754" y="2403"/>
                    <a:pt x="9737" y="2420"/>
                    <a:pt x="9729" y="2453"/>
                  </a:cubicBezTo>
                  <a:lnTo>
                    <a:pt x="9737" y="2445"/>
                  </a:lnTo>
                  <a:lnTo>
                    <a:pt x="9737" y="2445"/>
                  </a:lnTo>
                  <a:cubicBezTo>
                    <a:pt x="9724" y="2465"/>
                    <a:pt x="9677" y="2535"/>
                    <a:pt x="9699" y="2535"/>
                  </a:cubicBezTo>
                  <a:cubicBezTo>
                    <a:pt x="9705" y="2535"/>
                    <a:pt x="9714" y="2531"/>
                    <a:pt x="9729" y="2521"/>
                  </a:cubicBezTo>
                  <a:lnTo>
                    <a:pt x="9729" y="2521"/>
                  </a:lnTo>
                  <a:cubicBezTo>
                    <a:pt x="9687" y="2580"/>
                    <a:pt x="9644" y="2563"/>
                    <a:pt x="9610" y="2606"/>
                  </a:cubicBezTo>
                  <a:cubicBezTo>
                    <a:pt x="9602" y="2589"/>
                    <a:pt x="9627" y="2563"/>
                    <a:pt x="9602" y="2563"/>
                  </a:cubicBezTo>
                  <a:cubicBezTo>
                    <a:pt x="9568" y="2589"/>
                    <a:pt x="9543" y="2614"/>
                    <a:pt x="9517" y="2640"/>
                  </a:cubicBezTo>
                  <a:cubicBezTo>
                    <a:pt x="9523" y="2637"/>
                    <a:pt x="9527" y="2635"/>
                    <a:pt x="9530" y="2635"/>
                  </a:cubicBezTo>
                  <a:cubicBezTo>
                    <a:pt x="9537" y="2635"/>
                    <a:pt x="9534" y="2645"/>
                    <a:pt x="9541" y="2645"/>
                  </a:cubicBezTo>
                  <a:cubicBezTo>
                    <a:pt x="9545" y="2645"/>
                    <a:pt x="9553" y="2641"/>
                    <a:pt x="9568" y="2631"/>
                  </a:cubicBezTo>
                  <a:lnTo>
                    <a:pt x="9568" y="2631"/>
                  </a:lnTo>
                  <a:cubicBezTo>
                    <a:pt x="9560" y="2656"/>
                    <a:pt x="9517" y="2690"/>
                    <a:pt x="9526" y="2699"/>
                  </a:cubicBezTo>
                  <a:cubicBezTo>
                    <a:pt x="9534" y="2682"/>
                    <a:pt x="9551" y="2665"/>
                    <a:pt x="9577" y="2656"/>
                  </a:cubicBezTo>
                  <a:lnTo>
                    <a:pt x="9577" y="2656"/>
                  </a:lnTo>
                  <a:cubicBezTo>
                    <a:pt x="9534" y="2707"/>
                    <a:pt x="9475" y="2750"/>
                    <a:pt x="9424" y="2775"/>
                  </a:cubicBezTo>
                  <a:cubicBezTo>
                    <a:pt x="9424" y="2766"/>
                    <a:pt x="9424" y="2766"/>
                    <a:pt x="9424" y="2758"/>
                  </a:cubicBezTo>
                  <a:cubicBezTo>
                    <a:pt x="9382" y="2834"/>
                    <a:pt x="9280" y="2910"/>
                    <a:pt x="9255" y="2969"/>
                  </a:cubicBezTo>
                  <a:lnTo>
                    <a:pt x="9280" y="2961"/>
                  </a:lnTo>
                  <a:cubicBezTo>
                    <a:pt x="9289" y="2936"/>
                    <a:pt x="9314" y="2919"/>
                    <a:pt x="9340" y="2910"/>
                  </a:cubicBezTo>
                  <a:lnTo>
                    <a:pt x="9340" y="2910"/>
                  </a:lnTo>
                  <a:cubicBezTo>
                    <a:pt x="9319" y="2936"/>
                    <a:pt x="9331" y="2936"/>
                    <a:pt x="9344" y="2936"/>
                  </a:cubicBezTo>
                  <a:cubicBezTo>
                    <a:pt x="9357" y="2936"/>
                    <a:pt x="9369" y="2936"/>
                    <a:pt x="9348" y="2961"/>
                  </a:cubicBezTo>
                  <a:cubicBezTo>
                    <a:pt x="9289" y="3029"/>
                    <a:pt x="9196" y="3054"/>
                    <a:pt x="9179" y="3113"/>
                  </a:cubicBezTo>
                  <a:cubicBezTo>
                    <a:pt x="9255" y="3063"/>
                    <a:pt x="9357" y="3003"/>
                    <a:pt x="9374" y="2969"/>
                  </a:cubicBezTo>
                  <a:lnTo>
                    <a:pt x="9374" y="2969"/>
                  </a:lnTo>
                  <a:lnTo>
                    <a:pt x="9331" y="3003"/>
                  </a:lnTo>
                  <a:lnTo>
                    <a:pt x="9407" y="2885"/>
                  </a:lnTo>
                  <a:cubicBezTo>
                    <a:pt x="9408" y="2885"/>
                    <a:pt x="9408" y="2885"/>
                    <a:pt x="9409" y="2885"/>
                  </a:cubicBezTo>
                  <a:cubicBezTo>
                    <a:pt x="9421" y="2885"/>
                    <a:pt x="9473" y="2823"/>
                    <a:pt x="9495" y="2823"/>
                  </a:cubicBezTo>
                  <a:cubicBezTo>
                    <a:pt x="9497" y="2823"/>
                    <a:pt x="9499" y="2824"/>
                    <a:pt x="9500" y="2826"/>
                  </a:cubicBezTo>
                  <a:cubicBezTo>
                    <a:pt x="9467" y="2860"/>
                    <a:pt x="9441" y="2885"/>
                    <a:pt x="9416" y="2910"/>
                  </a:cubicBezTo>
                  <a:cubicBezTo>
                    <a:pt x="9416" y="2911"/>
                    <a:pt x="9417" y="2911"/>
                    <a:pt x="9418" y="2911"/>
                  </a:cubicBezTo>
                  <a:cubicBezTo>
                    <a:pt x="9433" y="2911"/>
                    <a:pt x="9511" y="2841"/>
                    <a:pt x="9551" y="2809"/>
                  </a:cubicBezTo>
                  <a:lnTo>
                    <a:pt x="9551" y="2809"/>
                  </a:lnTo>
                  <a:lnTo>
                    <a:pt x="9500" y="2843"/>
                  </a:lnTo>
                  <a:cubicBezTo>
                    <a:pt x="9560" y="2758"/>
                    <a:pt x="9670" y="2673"/>
                    <a:pt x="9737" y="2597"/>
                  </a:cubicBezTo>
                  <a:lnTo>
                    <a:pt x="9737" y="2597"/>
                  </a:lnTo>
                  <a:cubicBezTo>
                    <a:pt x="9726" y="2612"/>
                    <a:pt x="9724" y="2618"/>
                    <a:pt x="9728" y="2618"/>
                  </a:cubicBezTo>
                  <a:cubicBezTo>
                    <a:pt x="9738" y="2618"/>
                    <a:pt x="9786" y="2581"/>
                    <a:pt x="9798" y="2581"/>
                  </a:cubicBezTo>
                  <a:cubicBezTo>
                    <a:pt x="9803" y="2581"/>
                    <a:pt x="9803" y="2585"/>
                    <a:pt x="9797" y="2597"/>
                  </a:cubicBezTo>
                  <a:cubicBezTo>
                    <a:pt x="9780" y="2631"/>
                    <a:pt x="9737" y="2640"/>
                    <a:pt x="9754" y="2640"/>
                  </a:cubicBezTo>
                  <a:cubicBezTo>
                    <a:pt x="9756" y="2644"/>
                    <a:pt x="9758" y="2645"/>
                    <a:pt x="9760" y="2645"/>
                  </a:cubicBezTo>
                  <a:cubicBezTo>
                    <a:pt x="9773" y="2645"/>
                    <a:pt x="9802" y="2597"/>
                    <a:pt x="9830" y="2597"/>
                  </a:cubicBezTo>
                  <a:cubicBezTo>
                    <a:pt x="9823" y="2583"/>
                    <a:pt x="9878" y="2524"/>
                    <a:pt x="9856" y="2524"/>
                  </a:cubicBezTo>
                  <a:cubicBezTo>
                    <a:pt x="9853" y="2524"/>
                    <a:pt x="9847" y="2526"/>
                    <a:pt x="9839" y="2530"/>
                  </a:cubicBezTo>
                  <a:cubicBezTo>
                    <a:pt x="9873" y="2513"/>
                    <a:pt x="9915" y="2445"/>
                    <a:pt x="9957" y="2428"/>
                  </a:cubicBezTo>
                  <a:cubicBezTo>
                    <a:pt x="9923" y="2411"/>
                    <a:pt x="10008" y="2352"/>
                    <a:pt x="10008" y="2335"/>
                  </a:cubicBezTo>
                  <a:cubicBezTo>
                    <a:pt x="10025" y="2318"/>
                    <a:pt x="10042" y="2310"/>
                    <a:pt x="10059" y="2310"/>
                  </a:cubicBezTo>
                  <a:cubicBezTo>
                    <a:pt x="10033" y="2343"/>
                    <a:pt x="10008" y="2386"/>
                    <a:pt x="9974" y="2437"/>
                  </a:cubicBezTo>
                  <a:cubicBezTo>
                    <a:pt x="9957" y="2445"/>
                    <a:pt x="9923" y="2470"/>
                    <a:pt x="9940" y="2470"/>
                  </a:cubicBezTo>
                  <a:lnTo>
                    <a:pt x="9940" y="2479"/>
                  </a:lnTo>
                  <a:cubicBezTo>
                    <a:pt x="9881" y="2572"/>
                    <a:pt x="9813" y="2665"/>
                    <a:pt x="9780" y="2707"/>
                  </a:cubicBezTo>
                  <a:lnTo>
                    <a:pt x="9788" y="2682"/>
                  </a:lnTo>
                  <a:lnTo>
                    <a:pt x="9788" y="2682"/>
                  </a:lnTo>
                  <a:cubicBezTo>
                    <a:pt x="9754" y="2758"/>
                    <a:pt x="9661" y="2792"/>
                    <a:pt x="9619" y="2868"/>
                  </a:cubicBezTo>
                  <a:cubicBezTo>
                    <a:pt x="9619" y="2868"/>
                    <a:pt x="9619" y="2860"/>
                    <a:pt x="9616" y="2860"/>
                  </a:cubicBezTo>
                  <a:cubicBezTo>
                    <a:pt x="9615" y="2860"/>
                    <a:pt x="9613" y="2862"/>
                    <a:pt x="9610" y="2868"/>
                  </a:cubicBezTo>
                  <a:cubicBezTo>
                    <a:pt x="9548" y="2912"/>
                    <a:pt x="9532" y="2960"/>
                    <a:pt x="9493" y="2996"/>
                  </a:cubicBezTo>
                  <a:lnTo>
                    <a:pt x="9493" y="2996"/>
                  </a:lnTo>
                  <a:cubicBezTo>
                    <a:pt x="9506" y="2984"/>
                    <a:pt x="9520" y="2973"/>
                    <a:pt x="9534" y="2961"/>
                  </a:cubicBezTo>
                  <a:lnTo>
                    <a:pt x="9534" y="2961"/>
                  </a:lnTo>
                  <a:cubicBezTo>
                    <a:pt x="9517" y="3003"/>
                    <a:pt x="9484" y="3037"/>
                    <a:pt x="9450" y="3063"/>
                  </a:cubicBezTo>
                  <a:lnTo>
                    <a:pt x="9467" y="3088"/>
                  </a:lnTo>
                  <a:cubicBezTo>
                    <a:pt x="9441" y="3147"/>
                    <a:pt x="9374" y="3147"/>
                    <a:pt x="9348" y="3198"/>
                  </a:cubicBezTo>
                  <a:lnTo>
                    <a:pt x="9407" y="3173"/>
                  </a:lnTo>
                  <a:lnTo>
                    <a:pt x="9407" y="3181"/>
                  </a:lnTo>
                  <a:cubicBezTo>
                    <a:pt x="9424" y="3173"/>
                    <a:pt x="9433" y="3156"/>
                    <a:pt x="9441" y="3139"/>
                  </a:cubicBezTo>
                  <a:cubicBezTo>
                    <a:pt x="9478" y="3094"/>
                    <a:pt x="9522" y="3069"/>
                    <a:pt x="9571" y="3069"/>
                  </a:cubicBezTo>
                  <a:cubicBezTo>
                    <a:pt x="9579" y="3069"/>
                    <a:pt x="9586" y="3070"/>
                    <a:pt x="9593" y="3071"/>
                  </a:cubicBezTo>
                  <a:cubicBezTo>
                    <a:pt x="9601" y="3067"/>
                    <a:pt x="9606" y="3065"/>
                    <a:pt x="9609" y="3065"/>
                  </a:cubicBezTo>
                  <a:cubicBezTo>
                    <a:pt x="9626" y="3065"/>
                    <a:pt x="9605" y="3106"/>
                    <a:pt x="9619" y="3113"/>
                  </a:cubicBezTo>
                  <a:cubicBezTo>
                    <a:pt x="9670" y="3071"/>
                    <a:pt x="9644" y="3046"/>
                    <a:pt x="9695" y="2995"/>
                  </a:cubicBezTo>
                  <a:cubicBezTo>
                    <a:pt x="9700" y="2993"/>
                    <a:pt x="9703" y="2993"/>
                    <a:pt x="9706" y="2993"/>
                  </a:cubicBezTo>
                  <a:cubicBezTo>
                    <a:pt x="9712" y="2993"/>
                    <a:pt x="9713" y="2996"/>
                    <a:pt x="9711" y="3000"/>
                  </a:cubicBezTo>
                  <a:lnTo>
                    <a:pt x="9711" y="3000"/>
                  </a:lnTo>
                  <a:lnTo>
                    <a:pt x="9737" y="2961"/>
                  </a:lnTo>
                  <a:cubicBezTo>
                    <a:pt x="9738" y="2961"/>
                    <a:pt x="9738" y="2962"/>
                    <a:pt x="9739" y="2962"/>
                  </a:cubicBezTo>
                  <a:cubicBezTo>
                    <a:pt x="9751" y="2962"/>
                    <a:pt x="9794" y="2930"/>
                    <a:pt x="9805" y="2930"/>
                  </a:cubicBezTo>
                  <a:cubicBezTo>
                    <a:pt x="9810" y="2930"/>
                    <a:pt x="9809" y="2936"/>
                    <a:pt x="9797" y="2953"/>
                  </a:cubicBezTo>
                  <a:lnTo>
                    <a:pt x="9763" y="2986"/>
                  </a:lnTo>
                  <a:cubicBezTo>
                    <a:pt x="9843" y="2943"/>
                    <a:pt x="9961" y="2861"/>
                    <a:pt x="10003" y="2861"/>
                  </a:cubicBezTo>
                  <a:cubicBezTo>
                    <a:pt x="10009" y="2861"/>
                    <a:pt x="10014" y="2863"/>
                    <a:pt x="10016" y="2868"/>
                  </a:cubicBezTo>
                  <a:cubicBezTo>
                    <a:pt x="10059" y="2834"/>
                    <a:pt x="10042" y="2834"/>
                    <a:pt x="10110" y="2783"/>
                  </a:cubicBezTo>
                  <a:cubicBezTo>
                    <a:pt x="10126" y="2741"/>
                    <a:pt x="10076" y="2750"/>
                    <a:pt x="10135" y="2673"/>
                  </a:cubicBezTo>
                  <a:lnTo>
                    <a:pt x="10135" y="2673"/>
                  </a:lnTo>
                  <a:lnTo>
                    <a:pt x="10076" y="2716"/>
                  </a:lnTo>
                  <a:cubicBezTo>
                    <a:pt x="10067" y="2733"/>
                    <a:pt x="10059" y="2741"/>
                    <a:pt x="10050" y="2758"/>
                  </a:cubicBezTo>
                  <a:lnTo>
                    <a:pt x="10110" y="2707"/>
                  </a:lnTo>
                  <a:lnTo>
                    <a:pt x="10110" y="2707"/>
                  </a:lnTo>
                  <a:cubicBezTo>
                    <a:pt x="10076" y="2741"/>
                    <a:pt x="10093" y="2750"/>
                    <a:pt x="10093" y="2775"/>
                  </a:cubicBezTo>
                  <a:cubicBezTo>
                    <a:pt x="10042" y="2817"/>
                    <a:pt x="9974" y="2851"/>
                    <a:pt x="9906" y="2876"/>
                  </a:cubicBezTo>
                  <a:cubicBezTo>
                    <a:pt x="9923" y="2843"/>
                    <a:pt x="9974" y="2800"/>
                    <a:pt x="9932" y="2800"/>
                  </a:cubicBezTo>
                  <a:cubicBezTo>
                    <a:pt x="10000" y="2775"/>
                    <a:pt x="9974" y="2733"/>
                    <a:pt x="10042" y="2707"/>
                  </a:cubicBezTo>
                  <a:lnTo>
                    <a:pt x="10042" y="2724"/>
                  </a:lnTo>
                  <a:cubicBezTo>
                    <a:pt x="10067" y="2665"/>
                    <a:pt x="10093" y="2682"/>
                    <a:pt x="10118" y="2640"/>
                  </a:cubicBezTo>
                  <a:lnTo>
                    <a:pt x="10126" y="2640"/>
                  </a:lnTo>
                  <a:cubicBezTo>
                    <a:pt x="10154" y="2605"/>
                    <a:pt x="10153" y="2600"/>
                    <a:pt x="10147" y="2600"/>
                  </a:cubicBezTo>
                  <a:cubicBezTo>
                    <a:pt x="10145" y="2600"/>
                    <a:pt x="10141" y="2601"/>
                    <a:pt x="10139" y="2601"/>
                  </a:cubicBezTo>
                  <a:cubicBezTo>
                    <a:pt x="10131" y="2601"/>
                    <a:pt x="10126" y="2595"/>
                    <a:pt x="10152" y="2555"/>
                  </a:cubicBezTo>
                  <a:cubicBezTo>
                    <a:pt x="10171" y="2538"/>
                    <a:pt x="10183" y="2532"/>
                    <a:pt x="10192" y="2532"/>
                  </a:cubicBezTo>
                  <a:cubicBezTo>
                    <a:pt x="10212" y="2532"/>
                    <a:pt x="10210" y="2564"/>
                    <a:pt x="10224" y="2564"/>
                  </a:cubicBezTo>
                  <a:cubicBezTo>
                    <a:pt x="10225" y="2564"/>
                    <a:pt x="10227" y="2564"/>
                    <a:pt x="10228" y="2563"/>
                  </a:cubicBezTo>
                  <a:lnTo>
                    <a:pt x="10228" y="2563"/>
                  </a:lnTo>
                  <a:cubicBezTo>
                    <a:pt x="10143" y="2690"/>
                    <a:pt x="10270" y="2597"/>
                    <a:pt x="10160" y="2724"/>
                  </a:cubicBezTo>
                  <a:cubicBezTo>
                    <a:pt x="10166" y="2732"/>
                    <a:pt x="10174" y="2736"/>
                    <a:pt x="10183" y="2736"/>
                  </a:cubicBezTo>
                  <a:cubicBezTo>
                    <a:pt x="10211" y="2736"/>
                    <a:pt x="10253" y="2699"/>
                    <a:pt x="10304" y="2648"/>
                  </a:cubicBezTo>
                  <a:lnTo>
                    <a:pt x="10304" y="2648"/>
                  </a:lnTo>
                  <a:cubicBezTo>
                    <a:pt x="10295" y="2653"/>
                    <a:pt x="10288" y="2656"/>
                    <a:pt x="10283" y="2656"/>
                  </a:cubicBezTo>
                  <a:cubicBezTo>
                    <a:pt x="10261" y="2656"/>
                    <a:pt x="10270" y="2615"/>
                    <a:pt x="10244" y="2615"/>
                  </a:cubicBezTo>
                  <a:cubicBezTo>
                    <a:pt x="10238" y="2615"/>
                    <a:pt x="10230" y="2617"/>
                    <a:pt x="10219" y="2623"/>
                  </a:cubicBezTo>
                  <a:cubicBezTo>
                    <a:pt x="10304" y="2521"/>
                    <a:pt x="10245" y="2470"/>
                    <a:pt x="10372" y="2394"/>
                  </a:cubicBezTo>
                  <a:lnTo>
                    <a:pt x="10372" y="2403"/>
                  </a:lnTo>
                  <a:lnTo>
                    <a:pt x="10397" y="2343"/>
                  </a:lnTo>
                  <a:lnTo>
                    <a:pt x="10465" y="2293"/>
                  </a:lnTo>
                  <a:lnTo>
                    <a:pt x="10465" y="2293"/>
                  </a:lnTo>
                  <a:cubicBezTo>
                    <a:pt x="10456" y="2360"/>
                    <a:pt x="10397" y="2386"/>
                    <a:pt x="10389" y="2428"/>
                  </a:cubicBezTo>
                  <a:lnTo>
                    <a:pt x="10389" y="2428"/>
                  </a:lnTo>
                  <a:cubicBezTo>
                    <a:pt x="10482" y="2386"/>
                    <a:pt x="10456" y="2310"/>
                    <a:pt x="10541" y="2234"/>
                  </a:cubicBezTo>
                  <a:cubicBezTo>
                    <a:pt x="10554" y="2228"/>
                    <a:pt x="10562" y="2226"/>
                    <a:pt x="10567" y="2226"/>
                  </a:cubicBezTo>
                  <a:cubicBezTo>
                    <a:pt x="10603" y="2226"/>
                    <a:pt x="10476" y="2338"/>
                    <a:pt x="10499" y="2360"/>
                  </a:cubicBezTo>
                  <a:cubicBezTo>
                    <a:pt x="10506" y="2340"/>
                    <a:pt x="10552" y="2314"/>
                    <a:pt x="10569" y="2314"/>
                  </a:cubicBezTo>
                  <a:cubicBezTo>
                    <a:pt x="10572" y="2314"/>
                    <a:pt x="10575" y="2315"/>
                    <a:pt x="10575" y="2318"/>
                  </a:cubicBezTo>
                  <a:cubicBezTo>
                    <a:pt x="10482" y="2386"/>
                    <a:pt x="10541" y="2377"/>
                    <a:pt x="10439" y="2453"/>
                  </a:cubicBezTo>
                  <a:cubicBezTo>
                    <a:pt x="10453" y="2433"/>
                    <a:pt x="10453" y="2427"/>
                    <a:pt x="10448" y="2427"/>
                  </a:cubicBezTo>
                  <a:cubicBezTo>
                    <a:pt x="10443" y="2427"/>
                    <a:pt x="10433" y="2432"/>
                    <a:pt x="10427" y="2432"/>
                  </a:cubicBezTo>
                  <a:cubicBezTo>
                    <a:pt x="10424" y="2432"/>
                    <a:pt x="10423" y="2431"/>
                    <a:pt x="10423" y="2428"/>
                  </a:cubicBezTo>
                  <a:cubicBezTo>
                    <a:pt x="10380" y="2487"/>
                    <a:pt x="10329" y="2538"/>
                    <a:pt x="10279" y="2580"/>
                  </a:cubicBezTo>
                  <a:cubicBezTo>
                    <a:pt x="10279" y="2588"/>
                    <a:pt x="10281" y="2591"/>
                    <a:pt x="10286" y="2591"/>
                  </a:cubicBezTo>
                  <a:cubicBezTo>
                    <a:pt x="10303" y="2591"/>
                    <a:pt x="10347" y="2550"/>
                    <a:pt x="10380" y="2530"/>
                  </a:cubicBezTo>
                  <a:cubicBezTo>
                    <a:pt x="10431" y="2437"/>
                    <a:pt x="10541" y="2403"/>
                    <a:pt x="10566" y="2327"/>
                  </a:cubicBezTo>
                  <a:cubicBezTo>
                    <a:pt x="10590" y="2303"/>
                    <a:pt x="10601" y="2295"/>
                    <a:pt x="10606" y="2295"/>
                  </a:cubicBezTo>
                  <a:cubicBezTo>
                    <a:pt x="10617" y="2295"/>
                    <a:pt x="10594" y="2335"/>
                    <a:pt x="10600" y="2335"/>
                  </a:cubicBezTo>
                  <a:cubicBezTo>
                    <a:pt x="10676" y="2284"/>
                    <a:pt x="10609" y="2293"/>
                    <a:pt x="10626" y="2267"/>
                  </a:cubicBezTo>
                  <a:cubicBezTo>
                    <a:pt x="10710" y="2157"/>
                    <a:pt x="10761" y="2174"/>
                    <a:pt x="10829" y="2107"/>
                  </a:cubicBezTo>
                  <a:cubicBezTo>
                    <a:pt x="10913" y="1980"/>
                    <a:pt x="11006" y="1870"/>
                    <a:pt x="11108" y="1768"/>
                  </a:cubicBezTo>
                  <a:cubicBezTo>
                    <a:pt x="11108" y="1783"/>
                    <a:pt x="11114" y="1787"/>
                    <a:pt x="11122" y="1787"/>
                  </a:cubicBezTo>
                  <a:cubicBezTo>
                    <a:pt x="11128" y="1787"/>
                    <a:pt x="11135" y="1785"/>
                    <a:pt x="11142" y="1785"/>
                  </a:cubicBezTo>
                  <a:cubicBezTo>
                    <a:pt x="11142" y="1760"/>
                    <a:pt x="11150" y="1734"/>
                    <a:pt x="11158" y="1709"/>
                  </a:cubicBezTo>
                  <a:cubicBezTo>
                    <a:pt x="11167" y="1684"/>
                    <a:pt x="11192" y="1658"/>
                    <a:pt x="11226" y="1591"/>
                  </a:cubicBezTo>
                  <a:lnTo>
                    <a:pt x="11226" y="1591"/>
                  </a:lnTo>
                  <a:lnTo>
                    <a:pt x="11125" y="1684"/>
                  </a:lnTo>
                  <a:cubicBezTo>
                    <a:pt x="11192" y="1599"/>
                    <a:pt x="11209" y="1514"/>
                    <a:pt x="11294" y="1455"/>
                  </a:cubicBezTo>
                  <a:lnTo>
                    <a:pt x="11294" y="1455"/>
                  </a:lnTo>
                  <a:cubicBezTo>
                    <a:pt x="11275" y="1466"/>
                    <a:pt x="11264" y="1471"/>
                    <a:pt x="11257" y="1471"/>
                  </a:cubicBezTo>
                  <a:cubicBezTo>
                    <a:pt x="11220" y="1471"/>
                    <a:pt x="11365" y="1304"/>
                    <a:pt x="11387" y="1261"/>
                  </a:cubicBezTo>
                  <a:cubicBezTo>
                    <a:pt x="11471" y="1176"/>
                    <a:pt x="11488" y="1108"/>
                    <a:pt x="11556" y="1058"/>
                  </a:cubicBezTo>
                  <a:lnTo>
                    <a:pt x="11556" y="1066"/>
                  </a:lnTo>
                  <a:lnTo>
                    <a:pt x="11658" y="948"/>
                  </a:lnTo>
                  <a:lnTo>
                    <a:pt x="11717" y="948"/>
                  </a:lnTo>
                  <a:cubicBezTo>
                    <a:pt x="11793" y="865"/>
                    <a:pt x="11824" y="793"/>
                    <a:pt x="11805" y="793"/>
                  </a:cubicBezTo>
                  <a:cubicBezTo>
                    <a:pt x="11800" y="793"/>
                    <a:pt x="11794" y="796"/>
                    <a:pt x="11784" y="804"/>
                  </a:cubicBezTo>
                  <a:cubicBezTo>
                    <a:pt x="11878" y="711"/>
                    <a:pt x="11844" y="753"/>
                    <a:pt x="11894" y="728"/>
                  </a:cubicBezTo>
                  <a:lnTo>
                    <a:pt x="11894" y="728"/>
                  </a:lnTo>
                  <a:cubicBezTo>
                    <a:pt x="11878" y="802"/>
                    <a:pt x="11838" y="868"/>
                    <a:pt x="11773" y="910"/>
                  </a:cubicBezTo>
                  <a:lnTo>
                    <a:pt x="11773" y="910"/>
                  </a:lnTo>
                  <a:cubicBezTo>
                    <a:pt x="11786" y="900"/>
                    <a:pt x="11793" y="880"/>
                    <a:pt x="11793" y="880"/>
                  </a:cubicBezTo>
                  <a:lnTo>
                    <a:pt x="11793" y="880"/>
                  </a:lnTo>
                  <a:cubicBezTo>
                    <a:pt x="11690" y="1003"/>
                    <a:pt x="11693" y="1021"/>
                    <a:pt x="11714" y="1021"/>
                  </a:cubicBezTo>
                  <a:cubicBezTo>
                    <a:pt x="11722" y="1021"/>
                    <a:pt x="11733" y="1018"/>
                    <a:pt x="11741" y="1018"/>
                  </a:cubicBezTo>
                  <a:cubicBezTo>
                    <a:pt x="11755" y="1018"/>
                    <a:pt x="11761" y="1026"/>
                    <a:pt x="11734" y="1066"/>
                  </a:cubicBezTo>
                  <a:cubicBezTo>
                    <a:pt x="11793" y="1007"/>
                    <a:pt x="11852" y="939"/>
                    <a:pt x="11903" y="872"/>
                  </a:cubicBezTo>
                  <a:cubicBezTo>
                    <a:pt x="11945" y="795"/>
                    <a:pt x="11987" y="728"/>
                    <a:pt x="12030" y="643"/>
                  </a:cubicBezTo>
                  <a:lnTo>
                    <a:pt x="12030" y="643"/>
                  </a:lnTo>
                  <a:cubicBezTo>
                    <a:pt x="11979" y="728"/>
                    <a:pt x="11911" y="804"/>
                    <a:pt x="11835" y="872"/>
                  </a:cubicBezTo>
                  <a:cubicBezTo>
                    <a:pt x="11894" y="804"/>
                    <a:pt x="11852" y="812"/>
                    <a:pt x="11920" y="753"/>
                  </a:cubicBezTo>
                  <a:lnTo>
                    <a:pt x="11920" y="762"/>
                  </a:lnTo>
                  <a:lnTo>
                    <a:pt x="11945" y="711"/>
                  </a:lnTo>
                  <a:cubicBezTo>
                    <a:pt x="11962" y="694"/>
                    <a:pt x="11979" y="685"/>
                    <a:pt x="11987" y="669"/>
                  </a:cubicBezTo>
                  <a:lnTo>
                    <a:pt x="12013" y="635"/>
                  </a:lnTo>
                  <a:lnTo>
                    <a:pt x="11996" y="635"/>
                  </a:lnTo>
                  <a:cubicBezTo>
                    <a:pt x="11962" y="626"/>
                    <a:pt x="11945" y="618"/>
                    <a:pt x="12038" y="618"/>
                  </a:cubicBezTo>
                  <a:cubicBezTo>
                    <a:pt x="12013" y="616"/>
                    <a:pt x="11994" y="615"/>
                    <a:pt x="11980" y="615"/>
                  </a:cubicBezTo>
                  <a:cubicBezTo>
                    <a:pt x="11922" y="615"/>
                    <a:pt x="11930" y="626"/>
                    <a:pt x="11835" y="626"/>
                  </a:cubicBezTo>
                  <a:lnTo>
                    <a:pt x="11928" y="643"/>
                  </a:lnTo>
                  <a:cubicBezTo>
                    <a:pt x="11954" y="652"/>
                    <a:pt x="12013" y="635"/>
                    <a:pt x="11962" y="677"/>
                  </a:cubicBezTo>
                  <a:lnTo>
                    <a:pt x="11920" y="694"/>
                  </a:lnTo>
                  <a:cubicBezTo>
                    <a:pt x="11920" y="694"/>
                    <a:pt x="11920" y="685"/>
                    <a:pt x="11920" y="685"/>
                  </a:cubicBezTo>
                  <a:lnTo>
                    <a:pt x="11869" y="685"/>
                  </a:lnTo>
                  <a:cubicBezTo>
                    <a:pt x="11844" y="677"/>
                    <a:pt x="11818" y="669"/>
                    <a:pt x="11793" y="669"/>
                  </a:cubicBezTo>
                  <a:lnTo>
                    <a:pt x="11751" y="694"/>
                  </a:lnTo>
                  <a:lnTo>
                    <a:pt x="11658" y="660"/>
                  </a:lnTo>
                  <a:cubicBezTo>
                    <a:pt x="11652" y="666"/>
                    <a:pt x="11639" y="668"/>
                    <a:pt x="11622" y="668"/>
                  </a:cubicBezTo>
                  <a:cubicBezTo>
                    <a:pt x="11590" y="668"/>
                    <a:pt x="11545" y="660"/>
                    <a:pt x="11522" y="660"/>
                  </a:cubicBezTo>
                  <a:cubicBezTo>
                    <a:pt x="11473" y="646"/>
                    <a:pt x="11542" y="614"/>
                    <a:pt x="11466" y="614"/>
                  </a:cubicBezTo>
                  <a:cubicBezTo>
                    <a:pt x="11451" y="614"/>
                    <a:pt x="11431" y="615"/>
                    <a:pt x="11404" y="618"/>
                  </a:cubicBezTo>
                  <a:lnTo>
                    <a:pt x="11412" y="618"/>
                  </a:lnTo>
                  <a:cubicBezTo>
                    <a:pt x="11390" y="620"/>
                    <a:pt x="11368" y="621"/>
                    <a:pt x="11345" y="621"/>
                  </a:cubicBezTo>
                  <a:cubicBezTo>
                    <a:pt x="11291" y="621"/>
                    <a:pt x="11235" y="615"/>
                    <a:pt x="11175" y="609"/>
                  </a:cubicBezTo>
                  <a:cubicBezTo>
                    <a:pt x="11201" y="601"/>
                    <a:pt x="11218" y="601"/>
                    <a:pt x="11243" y="601"/>
                  </a:cubicBezTo>
                  <a:cubicBezTo>
                    <a:pt x="11150" y="592"/>
                    <a:pt x="11065" y="584"/>
                    <a:pt x="10972" y="584"/>
                  </a:cubicBezTo>
                  <a:cubicBezTo>
                    <a:pt x="10956" y="586"/>
                    <a:pt x="10940" y="587"/>
                    <a:pt x="10924" y="587"/>
                  </a:cubicBezTo>
                  <a:cubicBezTo>
                    <a:pt x="10873" y="587"/>
                    <a:pt x="10821" y="576"/>
                    <a:pt x="10769" y="550"/>
                  </a:cubicBezTo>
                  <a:cubicBezTo>
                    <a:pt x="10770" y="549"/>
                    <a:pt x="10772" y="549"/>
                    <a:pt x="10773" y="548"/>
                  </a:cubicBezTo>
                  <a:lnTo>
                    <a:pt x="10773" y="548"/>
                  </a:lnTo>
                  <a:lnTo>
                    <a:pt x="10786" y="550"/>
                  </a:lnTo>
                  <a:cubicBezTo>
                    <a:pt x="10791" y="547"/>
                    <a:pt x="10798" y="544"/>
                    <a:pt x="10807" y="541"/>
                  </a:cubicBezTo>
                  <a:lnTo>
                    <a:pt x="10807" y="541"/>
                  </a:lnTo>
                  <a:cubicBezTo>
                    <a:pt x="10794" y="542"/>
                    <a:pt x="10782" y="544"/>
                    <a:pt x="10773" y="548"/>
                  </a:cubicBezTo>
                  <a:lnTo>
                    <a:pt x="10773" y="548"/>
                  </a:lnTo>
                  <a:lnTo>
                    <a:pt x="10727" y="542"/>
                  </a:lnTo>
                  <a:cubicBezTo>
                    <a:pt x="10702" y="542"/>
                    <a:pt x="10668" y="533"/>
                    <a:pt x="10659" y="533"/>
                  </a:cubicBezTo>
                  <a:cubicBezTo>
                    <a:pt x="10634" y="525"/>
                    <a:pt x="10626" y="525"/>
                    <a:pt x="10659" y="516"/>
                  </a:cubicBezTo>
                  <a:lnTo>
                    <a:pt x="10659" y="516"/>
                  </a:lnTo>
                  <a:lnTo>
                    <a:pt x="10524" y="542"/>
                  </a:lnTo>
                  <a:cubicBezTo>
                    <a:pt x="10524" y="525"/>
                    <a:pt x="10558" y="525"/>
                    <a:pt x="10575" y="516"/>
                  </a:cubicBezTo>
                  <a:lnTo>
                    <a:pt x="10473" y="516"/>
                  </a:lnTo>
                  <a:cubicBezTo>
                    <a:pt x="10389" y="516"/>
                    <a:pt x="10313" y="525"/>
                    <a:pt x="10228" y="542"/>
                  </a:cubicBezTo>
                  <a:cubicBezTo>
                    <a:pt x="10355" y="575"/>
                    <a:pt x="10160" y="567"/>
                    <a:pt x="10169" y="592"/>
                  </a:cubicBezTo>
                  <a:lnTo>
                    <a:pt x="10169" y="592"/>
                  </a:lnTo>
                  <a:cubicBezTo>
                    <a:pt x="10126" y="584"/>
                    <a:pt x="10110" y="516"/>
                    <a:pt x="10219" y="499"/>
                  </a:cubicBezTo>
                  <a:cubicBezTo>
                    <a:pt x="10228" y="505"/>
                    <a:pt x="10241" y="507"/>
                    <a:pt x="10257" y="507"/>
                  </a:cubicBezTo>
                  <a:cubicBezTo>
                    <a:pt x="10288" y="507"/>
                    <a:pt x="10329" y="499"/>
                    <a:pt x="10363" y="499"/>
                  </a:cubicBezTo>
                  <a:cubicBezTo>
                    <a:pt x="10342" y="495"/>
                    <a:pt x="10319" y="493"/>
                    <a:pt x="10296" y="493"/>
                  </a:cubicBezTo>
                  <a:cubicBezTo>
                    <a:pt x="10272" y="493"/>
                    <a:pt x="10249" y="495"/>
                    <a:pt x="10228" y="499"/>
                  </a:cubicBezTo>
                  <a:cubicBezTo>
                    <a:pt x="10270" y="482"/>
                    <a:pt x="10152" y="466"/>
                    <a:pt x="10160" y="457"/>
                  </a:cubicBezTo>
                  <a:cubicBezTo>
                    <a:pt x="10167" y="450"/>
                    <a:pt x="10185" y="427"/>
                    <a:pt x="10227" y="427"/>
                  </a:cubicBezTo>
                  <a:cubicBezTo>
                    <a:pt x="10237" y="427"/>
                    <a:pt x="10249" y="428"/>
                    <a:pt x="10262" y="432"/>
                  </a:cubicBezTo>
                  <a:cubicBezTo>
                    <a:pt x="10355" y="440"/>
                    <a:pt x="10270" y="466"/>
                    <a:pt x="10296" y="466"/>
                  </a:cubicBezTo>
                  <a:cubicBezTo>
                    <a:pt x="10305" y="478"/>
                    <a:pt x="10326" y="481"/>
                    <a:pt x="10352" y="481"/>
                  </a:cubicBezTo>
                  <a:cubicBezTo>
                    <a:pt x="10380" y="481"/>
                    <a:pt x="10413" y="477"/>
                    <a:pt x="10444" y="477"/>
                  </a:cubicBezTo>
                  <a:cubicBezTo>
                    <a:pt x="10461" y="477"/>
                    <a:pt x="10477" y="479"/>
                    <a:pt x="10490" y="482"/>
                  </a:cubicBezTo>
                  <a:cubicBezTo>
                    <a:pt x="10499" y="491"/>
                    <a:pt x="10482" y="491"/>
                    <a:pt x="10465" y="491"/>
                  </a:cubicBezTo>
                  <a:cubicBezTo>
                    <a:pt x="10488" y="491"/>
                    <a:pt x="10519" y="492"/>
                    <a:pt x="10548" y="492"/>
                  </a:cubicBezTo>
                  <a:cubicBezTo>
                    <a:pt x="10590" y="492"/>
                    <a:pt x="10629" y="489"/>
                    <a:pt x="10634" y="474"/>
                  </a:cubicBezTo>
                  <a:lnTo>
                    <a:pt x="10634" y="474"/>
                  </a:lnTo>
                  <a:lnTo>
                    <a:pt x="10507" y="482"/>
                  </a:lnTo>
                  <a:cubicBezTo>
                    <a:pt x="10482" y="474"/>
                    <a:pt x="10549" y="466"/>
                    <a:pt x="10507" y="449"/>
                  </a:cubicBezTo>
                  <a:lnTo>
                    <a:pt x="10507" y="449"/>
                  </a:lnTo>
                  <a:cubicBezTo>
                    <a:pt x="10490" y="453"/>
                    <a:pt x="10473" y="455"/>
                    <a:pt x="10456" y="455"/>
                  </a:cubicBezTo>
                  <a:cubicBezTo>
                    <a:pt x="10439" y="455"/>
                    <a:pt x="10423" y="453"/>
                    <a:pt x="10406" y="449"/>
                  </a:cubicBezTo>
                  <a:lnTo>
                    <a:pt x="10414" y="440"/>
                  </a:lnTo>
                  <a:cubicBezTo>
                    <a:pt x="10338" y="421"/>
                    <a:pt x="10267" y="412"/>
                    <a:pt x="10193" y="412"/>
                  </a:cubicBezTo>
                  <a:cubicBezTo>
                    <a:pt x="10168" y="412"/>
                    <a:pt x="10143" y="413"/>
                    <a:pt x="10118" y="415"/>
                  </a:cubicBezTo>
                  <a:cubicBezTo>
                    <a:pt x="10101" y="466"/>
                    <a:pt x="10050" y="499"/>
                    <a:pt x="10008" y="550"/>
                  </a:cubicBezTo>
                  <a:cubicBezTo>
                    <a:pt x="9873" y="542"/>
                    <a:pt x="9729" y="533"/>
                    <a:pt x="9593" y="516"/>
                  </a:cubicBezTo>
                  <a:cubicBezTo>
                    <a:pt x="9644" y="497"/>
                    <a:pt x="9700" y="488"/>
                    <a:pt x="9756" y="488"/>
                  </a:cubicBezTo>
                  <a:cubicBezTo>
                    <a:pt x="9775" y="488"/>
                    <a:pt x="9794" y="489"/>
                    <a:pt x="9813" y="491"/>
                  </a:cubicBezTo>
                  <a:lnTo>
                    <a:pt x="9771" y="508"/>
                  </a:lnTo>
                  <a:cubicBezTo>
                    <a:pt x="9785" y="510"/>
                    <a:pt x="9798" y="511"/>
                    <a:pt x="9812" y="511"/>
                  </a:cubicBezTo>
                  <a:cubicBezTo>
                    <a:pt x="9848" y="511"/>
                    <a:pt x="9884" y="503"/>
                    <a:pt x="9915" y="491"/>
                  </a:cubicBezTo>
                  <a:cubicBezTo>
                    <a:pt x="9915" y="491"/>
                    <a:pt x="9915" y="499"/>
                    <a:pt x="9932" y="508"/>
                  </a:cubicBezTo>
                  <a:cubicBezTo>
                    <a:pt x="10008" y="508"/>
                    <a:pt x="10042" y="474"/>
                    <a:pt x="10008" y="457"/>
                  </a:cubicBezTo>
                  <a:lnTo>
                    <a:pt x="10008" y="457"/>
                  </a:lnTo>
                  <a:lnTo>
                    <a:pt x="9983" y="466"/>
                  </a:lnTo>
                  <a:lnTo>
                    <a:pt x="9932" y="432"/>
                  </a:lnTo>
                  <a:cubicBezTo>
                    <a:pt x="9925" y="453"/>
                    <a:pt x="9897" y="458"/>
                    <a:pt x="9860" y="458"/>
                  </a:cubicBezTo>
                  <a:cubicBezTo>
                    <a:pt x="9824" y="458"/>
                    <a:pt x="9780" y="453"/>
                    <a:pt x="9739" y="453"/>
                  </a:cubicBezTo>
                  <a:cubicBezTo>
                    <a:pt x="9721" y="453"/>
                    <a:pt x="9702" y="454"/>
                    <a:pt x="9687" y="457"/>
                  </a:cubicBezTo>
                  <a:cubicBezTo>
                    <a:pt x="9730" y="445"/>
                    <a:pt x="9768" y="419"/>
                    <a:pt x="9812" y="419"/>
                  </a:cubicBezTo>
                  <a:cubicBezTo>
                    <a:pt x="9829" y="419"/>
                    <a:pt x="9846" y="422"/>
                    <a:pt x="9864" y="432"/>
                  </a:cubicBezTo>
                  <a:lnTo>
                    <a:pt x="9856" y="406"/>
                  </a:lnTo>
                  <a:cubicBezTo>
                    <a:pt x="9899" y="406"/>
                    <a:pt x="9937" y="424"/>
                    <a:pt x="9968" y="424"/>
                  </a:cubicBezTo>
                  <a:cubicBezTo>
                    <a:pt x="9980" y="424"/>
                    <a:pt x="9990" y="422"/>
                    <a:pt x="10000" y="415"/>
                  </a:cubicBezTo>
                  <a:lnTo>
                    <a:pt x="9932" y="415"/>
                  </a:lnTo>
                  <a:lnTo>
                    <a:pt x="9932" y="398"/>
                  </a:lnTo>
                  <a:cubicBezTo>
                    <a:pt x="9906" y="402"/>
                    <a:pt x="9879" y="404"/>
                    <a:pt x="9852" y="404"/>
                  </a:cubicBezTo>
                  <a:cubicBezTo>
                    <a:pt x="9824" y="404"/>
                    <a:pt x="9797" y="402"/>
                    <a:pt x="9771" y="398"/>
                  </a:cubicBezTo>
                  <a:cubicBezTo>
                    <a:pt x="9732" y="420"/>
                    <a:pt x="9688" y="432"/>
                    <a:pt x="9644" y="432"/>
                  </a:cubicBezTo>
                  <a:cubicBezTo>
                    <a:pt x="9622" y="432"/>
                    <a:pt x="9599" y="429"/>
                    <a:pt x="9577" y="423"/>
                  </a:cubicBezTo>
                  <a:cubicBezTo>
                    <a:pt x="9561" y="432"/>
                    <a:pt x="9543" y="435"/>
                    <a:pt x="9525" y="435"/>
                  </a:cubicBezTo>
                  <a:cubicBezTo>
                    <a:pt x="9460" y="435"/>
                    <a:pt x="9384" y="396"/>
                    <a:pt x="9339" y="396"/>
                  </a:cubicBezTo>
                  <a:cubicBezTo>
                    <a:pt x="9333" y="396"/>
                    <a:pt x="9328" y="396"/>
                    <a:pt x="9323" y="398"/>
                  </a:cubicBezTo>
                  <a:cubicBezTo>
                    <a:pt x="9280" y="440"/>
                    <a:pt x="9441" y="423"/>
                    <a:pt x="9475" y="449"/>
                  </a:cubicBezTo>
                  <a:cubicBezTo>
                    <a:pt x="9460" y="454"/>
                    <a:pt x="9446" y="455"/>
                    <a:pt x="9434" y="455"/>
                  </a:cubicBezTo>
                  <a:cubicBezTo>
                    <a:pt x="9421" y="455"/>
                    <a:pt x="9412" y="453"/>
                    <a:pt x="9407" y="453"/>
                  </a:cubicBezTo>
                  <a:cubicBezTo>
                    <a:pt x="9401" y="453"/>
                    <a:pt x="9403" y="456"/>
                    <a:pt x="9416" y="466"/>
                  </a:cubicBezTo>
                  <a:cubicBezTo>
                    <a:pt x="9402" y="468"/>
                    <a:pt x="9390" y="469"/>
                    <a:pt x="9381" y="469"/>
                  </a:cubicBezTo>
                  <a:cubicBezTo>
                    <a:pt x="9330" y="469"/>
                    <a:pt x="9337" y="442"/>
                    <a:pt x="9302" y="442"/>
                  </a:cubicBezTo>
                  <a:cubicBezTo>
                    <a:pt x="9293" y="442"/>
                    <a:pt x="9280" y="444"/>
                    <a:pt x="9264" y="449"/>
                  </a:cubicBezTo>
                  <a:lnTo>
                    <a:pt x="9314" y="466"/>
                  </a:lnTo>
                  <a:cubicBezTo>
                    <a:pt x="9293" y="474"/>
                    <a:pt x="9266" y="474"/>
                    <a:pt x="9239" y="474"/>
                  </a:cubicBezTo>
                  <a:cubicBezTo>
                    <a:pt x="9213" y="474"/>
                    <a:pt x="9187" y="474"/>
                    <a:pt x="9171" y="482"/>
                  </a:cubicBezTo>
                  <a:cubicBezTo>
                    <a:pt x="9166" y="499"/>
                    <a:pt x="9181" y="501"/>
                    <a:pt x="9206" y="501"/>
                  </a:cubicBezTo>
                  <a:cubicBezTo>
                    <a:pt x="9215" y="501"/>
                    <a:pt x="9225" y="501"/>
                    <a:pt x="9235" y="501"/>
                  </a:cubicBezTo>
                  <a:cubicBezTo>
                    <a:pt x="9256" y="501"/>
                    <a:pt x="9280" y="502"/>
                    <a:pt x="9306" y="508"/>
                  </a:cubicBezTo>
                  <a:lnTo>
                    <a:pt x="9272" y="525"/>
                  </a:lnTo>
                  <a:lnTo>
                    <a:pt x="9424" y="508"/>
                  </a:lnTo>
                  <a:cubicBezTo>
                    <a:pt x="9475" y="474"/>
                    <a:pt x="9433" y="466"/>
                    <a:pt x="9534" y="449"/>
                  </a:cubicBezTo>
                  <a:cubicBezTo>
                    <a:pt x="9577" y="474"/>
                    <a:pt x="9602" y="525"/>
                    <a:pt x="9577" y="550"/>
                  </a:cubicBezTo>
                  <a:cubicBezTo>
                    <a:pt x="9543" y="533"/>
                    <a:pt x="9475" y="542"/>
                    <a:pt x="9475" y="516"/>
                  </a:cubicBezTo>
                  <a:cubicBezTo>
                    <a:pt x="9433" y="542"/>
                    <a:pt x="9306" y="550"/>
                    <a:pt x="9331" y="584"/>
                  </a:cubicBezTo>
                  <a:lnTo>
                    <a:pt x="9314" y="584"/>
                  </a:lnTo>
                  <a:cubicBezTo>
                    <a:pt x="9230" y="533"/>
                    <a:pt x="9137" y="508"/>
                    <a:pt x="9044" y="499"/>
                  </a:cubicBezTo>
                  <a:cubicBezTo>
                    <a:pt x="9018" y="499"/>
                    <a:pt x="9018" y="516"/>
                    <a:pt x="9018" y="542"/>
                  </a:cubicBezTo>
                  <a:cubicBezTo>
                    <a:pt x="8993" y="533"/>
                    <a:pt x="8967" y="525"/>
                    <a:pt x="8934" y="525"/>
                  </a:cubicBezTo>
                  <a:cubicBezTo>
                    <a:pt x="8959" y="508"/>
                    <a:pt x="8984" y="499"/>
                    <a:pt x="9010" y="499"/>
                  </a:cubicBezTo>
                  <a:lnTo>
                    <a:pt x="8798" y="474"/>
                  </a:lnTo>
                  <a:lnTo>
                    <a:pt x="8815" y="457"/>
                  </a:lnTo>
                  <a:lnTo>
                    <a:pt x="8731" y="474"/>
                  </a:lnTo>
                  <a:cubicBezTo>
                    <a:pt x="8781" y="474"/>
                    <a:pt x="8858" y="482"/>
                    <a:pt x="8841" y="508"/>
                  </a:cubicBezTo>
                  <a:cubicBezTo>
                    <a:pt x="8825" y="509"/>
                    <a:pt x="8810" y="510"/>
                    <a:pt x="8797" y="510"/>
                  </a:cubicBezTo>
                  <a:cubicBezTo>
                    <a:pt x="8754" y="510"/>
                    <a:pt x="8720" y="505"/>
                    <a:pt x="8685" y="505"/>
                  </a:cubicBezTo>
                  <a:cubicBezTo>
                    <a:pt x="8660" y="505"/>
                    <a:pt x="8634" y="507"/>
                    <a:pt x="8604" y="516"/>
                  </a:cubicBezTo>
                  <a:cubicBezTo>
                    <a:pt x="8604" y="466"/>
                    <a:pt x="8570" y="457"/>
                    <a:pt x="8604" y="432"/>
                  </a:cubicBezTo>
                  <a:lnTo>
                    <a:pt x="8612" y="432"/>
                  </a:lnTo>
                  <a:cubicBezTo>
                    <a:pt x="8654" y="398"/>
                    <a:pt x="8714" y="381"/>
                    <a:pt x="8764" y="381"/>
                  </a:cubicBezTo>
                  <a:cubicBezTo>
                    <a:pt x="8587" y="347"/>
                    <a:pt x="8629" y="372"/>
                    <a:pt x="8477" y="347"/>
                  </a:cubicBezTo>
                  <a:cubicBezTo>
                    <a:pt x="8460" y="322"/>
                    <a:pt x="8621" y="330"/>
                    <a:pt x="8587" y="305"/>
                  </a:cubicBezTo>
                  <a:lnTo>
                    <a:pt x="8587" y="305"/>
                  </a:lnTo>
                  <a:lnTo>
                    <a:pt x="8731" y="330"/>
                  </a:lnTo>
                  <a:cubicBezTo>
                    <a:pt x="8722" y="330"/>
                    <a:pt x="8705" y="330"/>
                    <a:pt x="8688" y="339"/>
                  </a:cubicBezTo>
                  <a:cubicBezTo>
                    <a:pt x="8705" y="337"/>
                    <a:pt x="8721" y="337"/>
                    <a:pt x="8734" y="337"/>
                  </a:cubicBezTo>
                  <a:cubicBezTo>
                    <a:pt x="8778" y="337"/>
                    <a:pt x="8808" y="342"/>
                    <a:pt x="8838" y="342"/>
                  </a:cubicBezTo>
                  <a:cubicBezTo>
                    <a:pt x="8860" y="342"/>
                    <a:pt x="8881" y="339"/>
                    <a:pt x="8908" y="330"/>
                  </a:cubicBezTo>
                  <a:lnTo>
                    <a:pt x="8908" y="330"/>
                  </a:lnTo>
                  <a:cubicBezTo>
                    <a:pt x="8959" y="347"/>
                    <a:pt x="8832" y="347"/>
                    <a:pt x="8883" y="356"/>
                  </a:cubicBezTo>
                  <a:cubicBezTo>
                    <a:pt x="8841" y="356"/>
                    <a:pt x="8798" y="372"/>
                    <a:pt x="8773" y="406"/>
                  </a:cubicBezTo>
                  <a:cubicBezTo>
                    <a:pt x="8789" y="409"/>
                    <a:pt x="8801" y="410"/>
                    <a:pt x="8812" y="410"/>
                  </a:cubicBezTo>
                  <a:cubicBezTo>
                    <a:pt x="8874" y="410"/>
                    <a:pt x="8855" y="372"/>
                    <a:pt x="8942" y="372"/>
                  </a:cubicBezTo>
                  <a:lnTo>
                    <a:pt x="9010" y="398"/>
                  </a:lnTo>
                  <a:cubicBezTo>
                    <a:pt x="9061" y="398"/>
                    <a:pt x="8993" y="381"/>
                    <a:pt x="8993" y="372"/>
                  </a:cubicBezTo>
                  <a:cubicBezTo>
                    <a:pt x="9035" y="372"/>
                    <a:pt x="9077" y="381"/>
                    <a:pt x="9111" y="398"/>
                  </a:cubicBezTo>
                  <a:cubicBezTo>
                    <a:pt x="9103" y="389"/>
                    <a:pt x="9069" y="381"/>
                    <a:pt x="9077" y="364"/>
                  </a:cubicBezTo>
                  <a:lnTo>
                    <a:pt x="9077" y="364"/>
                  </a:lnTo>
                  <a:cubicBezTo>
                    <a:pt x="9143" y="397"/>
                    <a:pt x="9209" y="382"/>
                    <a:pt x="9274" y="427"/>
                  </a:cubicBezTo>
                  <a:lnTo>
                    <a:pt x="9274" y="427"/>
                  </a:lnTo>
                  <a:cubicBezTo>
                    <a:pt x="9248" y="403"/>
                    <a:pt x="9325" y="381"/>
                    <a:pt x="9357" y="381"/>
                  </a:cubicBezTo>
                  <a:lnTo>
                    <a:pt x="9221" y="330"/>
                  </a:lnTo>
                  <a:cubicBezTo>
                    <a:pt x="9084" y="330"/>
                    <a:pt x="8989" y="312"/>
                    <a:pt x="8848" y="312"/>
                  </a:cubicBezTo>
                  <a:cubicBezTo>
                    <a:pt x="8824" y="312"/>
                    <a:pt x="8800" y="312"/>
                    <a:pt x="8773" y="313"/>
                  </a:cubicBezTo>
                  <a:lnTo>
                    <a:pt x="8790" y="296"/>
                  </a:lnTo>
                  <a:cubicBezTo>
                    <a:pt x="8730" y="282"/>
                    <a:pt x="8685" y="276"/>
                    <a:pt x="8648" y="276"/>
                  </a:cubicBezTo>
                  <a:cubicBezTo>
                    <a:pt x="8524" y="276"/>
                    <a:pt x="8498" y="340"/>
                    <a:pt x="8350" y="340"/>
                  </a:cubicBezTo>
                  <a:cubicBezTo>
                    <a:pt x="8337" y="340"/>
                    <a:pt x="8323" y="340"/>
                    <a:pt x="8308" y="339"/>
                  </a:cubicBezTo>
                  <a:cubicBezTo>
                    <a:pt x="8303" y="317"/>
                    <a:pt x="8274" y="317"/>
                    <a:pt x="8247" y="317"/>
                  </a:cubicBezTo>
                  <a:cubicBezTo>
                    <a:pt x="8221" y="317"/>
                    <a:pt x="8198" y="317"/>
                    <a:pt x="8206" y="296"/>
                  </a:cubicBezTo>
                  <a:lnTo>
                    <a:pt x="8206" y="296"/>
                  </a:lnTo>
                  <a:cubicBezTo>
                    <a:pt x="8219" y="298"/>
                    <a:pt x="8228" y="299"/>
                    <a:pt x="8236" y="299"/>
                  </a:cubicBezTo>
                  <a:cubicBezTo>
                    <a:pt x="8270" y="299"/>
                    <a:pt x="8262" y="285"/>
                    <a:pt x="8248" y="271"/>
                  </a:cubicBezTo>
                  <a:lnTo>
                    <a:pt x="8248" y="271"/>
                  </a:lnTo>
                  <a:cubicBezTo>
                    <a:pt x="8216" y="287"/>
                    <a:pt x="8179" y="297"/>
                    <a:pt x="8144" y="297"/>
                  </a:cubicBezTo>
                  <a:cubicBezTo>
                    <a:pt x="8125" y="297"/>
                    <a:pt x="8106" y="294"/>
                    <a:pt x="8088" y="288"/>
                  </a:cubicBezTo>
                  <a:cubicBezTo>
                    <a:pt x="8113" y="271"/>
                    <a:pt x="8045" y="246"/>
                    <a:pt x="8130" y="246"/>
                  </a:cubicBezTo>
                  <a:cubicBezTo>
                    <a:pt x="8098" y="239"/>
                    <a:pt x="8065" y="234"/>
                    <a:pt x="8032" y="234"/>
                  </a:cubicBezTo>
                  <a:cubicBezTo>
                    <a:pt x="7985" y="234"/>
                    <a:pt x="7938" y="243"/>
                    <a:pt x="7893" y="262"/>
                  </a:cubicBezTo>
                  <a:cubicBezTo>
                    <a:pt x="7873" y="264"/>
                    <a:pt x="7857" y="265"/>
                    <a:pt x="7844" y="265"/>
                  </a:cubicBezTo>
                  <a:cubicBezTo>
                    <a:pt x="7747" y="265"/>
                    <a:pt x="7812" y="219"/>
                    <a:pt x="7693" y="219"/>
                  </a:cubicBezTo>
                  <a:cubicBezTo>
                    <a:pt x="7685" y="219"/>
                    <a:pt x="7675" y="220"/>
                    <a:pt x="7665" y="220"/>
                  </a:cubicBezTo>
                  <a:lnTo>
                    <a:pt x="7690" y="212"/>
                  </a:lnTo>
                  <a:lnTo>
                    <a:pt x="7580" y="212"/>
                  </a:lnTo>
                  <a:lnTo>
                    <a:pt x="7614" y="229"/>
                  </a:lnTo>
                  <a:lnTo>
                    <a:pt x="7487" y="246"/>
                  </a:lnTo>
                  <a:cubicBezTo>
                    <a:pt x="7394" y="262"/>
                    <a:pt x="7512" y="271"/>
                    <a:pt x="7504" y="288"/>
                  </a:cubicBezTo>
                  <a:lnTo>
                    <a:pt x="7529" y="262"/>
                  </a:lnTo>
                  <a:cubicBezTo>
                    <a:pt x="7541" y="264"/>
                    <a:pt x="7554" y="265"/>
                    <a:pt x="7568" y="265"/>
                  </a:cubicBezTo>
                  <a:cubicBezTo>
                    <a:pt x="7592" y="265"/>
                    <a:pt x="7618" y="263"/>
                    <a:pt x="7638" y="263"/>
                  </a:cubicBezTo>
                  <a:cubicBezTo>
                    <a:pt x="7657" y="263"/>
                    <a:pt x="7670" y="265"/>
                    <a:pt x="7673" y="271"/>
                  </a:cubicBezTo>
                  <a:cubicBezTo>
                    <a:pt x="7580" y="271"/>
                    <a:pt x="7606" y="296"/>
                    <a:pt x="7563" y="305"/>
                  </a:cubicBezTo>
                  <a:lnTo>
                    <a:pt x="7648" y="296"/>
                  </a:lnTo>
                  <a:lnTo>
                    <a:pt x="7673" y="322"/>
                  </a:lnTo>
                  <a:cubicBezTo>
                    <a:pt x="7707" y="330"/>
                    <a:pt x="7741" y="334"/>
                    <a:pt x="7774" y="334"/>
                  </a:cubicBezTo>
                  <a:cubicBezTo>
                    <a:pt x="7806" y="334"/>
                    <a:pt x="7838" y="330"/>
                    <a:pt x="7868" y="322"/>
                  </a:cubicBezTo>
                  <a:cubicBezTo>
                    <a:pt x="7864" y="320"/>
                    <a:pt x="7860" y="320"/>
                    <a:pt x="7856" y="320"/>
                  </a:cubicBezTo>
                  <a:cubicBezTo>
                    <a:pt x="7841" y="320"/>
                    <a:pt x="7826" y="328"/>
                    <a:pt x="7808" y="328"/>
                  </a:cubicBezTo>
                  <a:cubicBezTo>
                    <a:pt x="7800" y="328"/>
                    <a:pt x="7792" y="326"/>
                    <a:pt x="7783" y="322"/>
                  </a:cubicBezTo>
                  <a:cubicBezTo>
                    <a:pt x="7846" y="301"/>
                    <a:pt x="7914" y="286"/>
                    <a:pt x="7984" y="286"/>
                  </a:cubicBezTo>
                  <a:cubicBezTo>
                    <a:pt x="7999" y="286"/>
                    <a:pt x="8014" y="286"/>
                    <a:pt x="8029" y="288"/>
                  </a:cubicBezTo>
                  <a:cubicBezTo>
                    <a:pt x="8037" y="296"/>
                    <a:pt x="8054" y="305"/>
                    <a:pt x="8054" y="305"/>
                  </a:cubicBezTo>
                  <a:lnTo>
                    <a:pt x="8020" y="305"/>
                  </a:lnTo>
                  <a:cubicBezTo>
                    <a:pt x="8029" y="322"/>
                    <a:pt x="7969" y="330"/>
                    <a:pt x="8062" y="347"/>
                  </a:cubicBezTo>
                  <a:cubicBezTo>
                    <a:pt x="8029" y="372"/>
                    <a:pt x="7961" y="406"/>
                    <a:pt x="7961" y="415"/>
                  </a:cubicBezTo>
                  <a:cubicBezTo>
                    <a:pt x="7943" y="417"/>
                    <a:pt x="7926" y="418"/>
                    <a:pt x="7909" y="418"/>
                  </a:cubicBezTo>
                  <a:cubicBezTo>
                    <a:pt x="7867" y="418"/>
                    <a:pt x="7825" y="412"/>
                    <a:pt x="7783" y="406"/>
                  </a:cubicBezTo>
                  <a:lnTo>
                    <a:pt x="7783" y="398"/>
                  </a:lnTo>
                  <a:cubicBezTo>
                    <a:pt x="7770" y="396"/>
                    <a:pt x="7755" y="395"/>
                    <a:pt x="7738" y="395"/>
                  </a:cubicBezTo>
                  <a:cubicBezTo>
                    <a:pt x="7721" y="395"/>
                    <a:pt x="7704" y="396"/>
                    <a:pt x="7688" y="396"/>
                  </a:cubicBezTo>
                  <a:cubicBezTo>
                    <a:pt x="7656" y="396"/>
                    <a:pt x="7631" y="394"/>
                    <a:pt x="7631" y="381"/>
                  </a:cubicBezTo>
                  <a:cubicBezTo>
                    <a:pt x="7597" y="389"/>
                    <a:pt x="7521" y="389"/>
                    <a:pt x="7597" y="406"/>
                  </a:cubicBezTo>
                  <a:lnTo>
                    <a:pt x="7462" y="406"/>
                  </a:lnTo>
                  <a:cubicBezTo>
                    <a:pt x="7487" y="364"/>
                    <a:pt x="7360" y="347"/>
                    <a:pt x="7496" y="322"/>
                  </a:cubicBezTo>
                  <a:lnTo>
                    <a:pt x="7413" y="322"/>
                  </a:lnTo>
                  <a:cubicBezTo>
                    <a:pt x="7441" y="295"/>
                    <a:pt x="7379" y="287"/>
                    <a:pt x="7309" y="279"/>
                  </a:cubicBezTo>
                  <a:lnTo>
                    <a:pt x="7293" y="305"/>
                  </a:lnTo>
                  <a:cubicBezTo>
                    <a:pt x="7233" y="279"/>
                    <a:pt x="7174" y="262"/>
                    <a:pt x="7106" y="262"/>
                  </a:cubicBezTo>
                  <a:lnTo>
                    <a:pt x="6903" y="347"/>
                  </a:lnTo>
                  <a:lnTo>
                    <a:pt x="6844" y="347"/>
                  </a:lnTo>
                  <a:cubicBezTo>
                    <a:pt x="6827" y="330"/>
                    <a:pt x="6734" y="330"/>
                    <a:pt x="6768" y="305"/>
                  </a:cubicBezTo>
                  <a:cubicBezTo>
                    <a:pt x="6768" y="299"/>
                    <a:pt x="6781" y="293"/>
                    <a:pt x="6800" y="293"/>
                  </a:cubicBezTo>
                  <a:cubicBezTo>
                    <a:pt x="6808" y="293"/>
                    <a:pt x="6817" y="294"/>
                    <a:pt x="6827" y="296"/>
                  </a:cubicBezTo>
                  <a:cubicBezTo>
                    <a:pt x="6827" y="305"/>
                    <a:pt x="6827" y="305"/>
                    <a:pt x="6827" y="305"/>
                  </a:cubicBezTo>
                  <a:cubicBezTo>
                    <a:pt x="6844" y="288"/>
                    <a:pt x="6853" y="271"/>
                    <a:pt x="6802" y="254"/>
                  </a:cubicBezTo>
                  <a:lnTo>
                    <a:pt x="6802" y="254"/>
                  </a:lnTo>
                  <a:cubicBezTo>
                    <a:pt x="6815" y="258"/>
                    <a:pt x="6829" y="260"/>
                    <a:pt x="6844" y="260"/>
                  </a:cubicBezTo>
                  <a:cubicBezTo>
                    <a:pt x="6859" y="260"/>
                    <a:pt x="6874" y="258"/>
                    <a:pt x="6886" y="254"/>
                  </a:cubicBezTo>
                  <a:lnTo>
                    <a:pt x="6844" y="246"/>
                  </a:lnTo>
                  <a:cubicBezTo>
                    <a:pt x="6920" y="246"/>
                    <a:pt x="7022" y="212"/>
                    <a:pt x="7022" y="195"/>
                  </a:cubicBezTo>
                  <a:lnTo>
                    <a:pt x="7022" y="195"/>
                  </a:lnTo>
                  <a:cubicBezTo>
                    <a:pt x="7015" y="202"/>
                    <a:pt x="7007" y="204"/>
                    <a:pt x="6999" y="204"/>
                  </a:cubicBezTo>
                  <a:cubicBezTo>
                    <a:pt x="6975" y="204"/>
                    <a:pt x="6945" y="184"/>
                    <a:pt x="6920" y="178"/>
                  </a:cubicBezTo>
                  <a:cubicBezTo>
                    <a:pt x="6946" y="178"/>
                    <a:pt x="7013" y="161"/>
                    <a:pt x="6963" y="153"/>
                  </a:cubicBezTo>
                  <a:lnTo>
                    <a:pt x="6963" y="153"/>
                  </a:lnTo>
                  <a:cubicBezTo>
                    <a:pt x="6946" y="169"/>
                    <a:pt x="6819" y="178"/>
                    <a:pt x="6903" y="195"/>
                  </a:cubicBezTo>
                  <a:cubicBezTo>
                    <a:pt x="6882" y="199"/>
                    <a:pt x="6861" y="201"/>
                    <a:pt x="6839" y="201"/>
                  </a:cubicBezTo>
                  <a:cubicBezTo>
                    <a:pt x="6817" y="201"/>
                    <a:pt x="6793" y="199"/>
                    <a:pt x="6768" y="195"/>
                  </a:cubicBezTo>
                  <a:cubicBezTo>
                    <a:pt x="6819" y="186"/>
                    <a:pt x="6793" y="169"/>
                    <a:pt x="6802" y="153"/>
                  </a:cubicBezTo>
                  <a:cubicBezTo>
                    <a:pt x="6777" y="153"/>
                    <a:pt x="6760" y="178"/>
                    <a:pt x="6751" y="195"/>
                  </a:cubicBezTo>
                  <a:cubicBezTo>
                    <a:pt x="6633" y="163"/>
                    <a:pt x="6580" y="109"/>
                    <a:pt x="6450" y="109"/>
                  </a:cubicBezTo>
                  <a:cubicBezTo>
                    <a:pt x="6441" y="109"/>
                    <a:pt x="6431" y="110"/>
                    <a:pt x="6421" y="110"/>
                  </a:cubicBezTo>
                  <a:cubicBezTo>
                    <a:pt x="6404" y="119"/>
                    <a:pt x="6514" y="110"/>
                    <a:pt x="6497" y="127"/>
                  </a:cubicBezTo>
                  <a:cubicBezTo>
                    <a:pt x="6477" y="133"/>
                    <a:pt x="6460" y="136"/>
                    <a:pt x="6444" y="136"/>
                  </a:cubicBezTo>
                  <a:cubicBezTo>
                    <a:pt x="6380" y="136"/>
                    <a:pt x="6349" y="93"/>
                    <a:pt x="6283" y="93"/>
                  </a:cubicBezTo>
                  <a:cubicBezTo>
                    <a:pt x="6279" y="93"/>
                    <a:pt x="6274" y="93"/>
                    <a:pt x="6269" y="93"/>
                  </a:cubicBezTo>
                  <a:lnTo>
                    <a:pt x="6286" y="127"/>
                  </a:lnTo>
                  <a:lnTo>
                    <a:pt x="6151" y="127"/>
                  </a:lnTo>
                  <a:cubicBezTo>
                    <a:pt x="6142" y="119"/>
                    <a:pt x="6049" y="76"/>
                    <a:pt x="6125" y="76"/>
                  </a:cubicBezTo>
                  <a:cubicBezTo>
                    <a:pt x="6102" y="71"/>
                    <a:pt x="6082" y="69"/>
                    <a:pt x="6065" y="69"/>
                  </a:cubicBezTo>
                  <a:cubicBezTo>
                    <a:pt x="5976" y="69"/>
                    <a:pt x="5953" y="123"/>
                    <a:pt x="5849" y="123"/>
                  </a:cubicBezTo>
                  <a:cubicBezTo>
                    <a:pt x="5833" y="123"/>
                    <a:pt x="5815" y="122"/>
                    <a:pt x="5795" y="119"/>
                  </a:cubicBezTo>
                  <a:lnTo>
                    <a:pt x="5795" y="119"/>
                  </a:lnTo>
                  <a:cubicBezTo>
                    <a:pt x="5846" y="127"/>
                    <a:pt x="5897" y="136"/>
                    <a:pt x="5956" y="136"/>
                  </a:cubicBezTo>
                  <a:cubicBezTo>
                    <a:pt x="5880" y="153"/>
                    <a:pt x="5939" y="153"/>
                    <a:pt x="5931" y="178"/>
                  </a:cubicBezTo>
                  <a:cubicBezTo>
                    <a:pt x="5888" y="153"/>
                    <a:pt x="5753" y="161"/>
                    <a:pt x="5846" y="136"/>
                  </a:cubicBezTo>
                  <a:cubicBezTo>
                    <a:pt x="5812" y="131"/>
                    <a:pt x="5778" y="129"/>
                    <a:pt x="5746" y="129"/>
                  </a:cubicBezTo>
                  <a:cubicBezTo>
                    <a:pt x="5713" y="129"/>
                    <a:pt x="5681" y="131"/>
                    <a:pt x="5651" y="136"/>
                  </a:cubicBezTo>
                  <a:lnTo>
                    <a:pt x="5694" y="153"/>
                  </a:lnTo>
                  <a:cubicBezTo>
                    <a:pt x="5682" y="151"/>
                    <a:pt x="5670" y="150"/>
                    <a:pt x="5658" y="150"/>
                  </a:cubicBezTo>
                  <a:cubicBezTo>
                    <a:pt x="5602" y="150"/>
                    <a:pt x="5548" y="165"/>
                    <a:pt x="5499" y="186"/>
                  </a:cubicBezTo>
                  <a:cubicBezTo>
                    <a:pt x="5584" y="186"/>
                    <a:pt x="5598" y="157"/>
                    <a:pt x="5674" y="157"/>
                  </a:cubicBezTo>
                  <a:cubicBezTo>
                    <a:pt x="5689" y="157"/>
                    <a:pt x="5706" y="158"/>
                    <a:pt x="5728" y="161"/>
                  </a:cubicBezTo>
                  <a:cubicBezTo>
                    <a:pt x="5871" y="195"/>
                    <a:pt x="5694" y="178"/>
                    <a:pt x="5787" y="220"/>
                  </a:cubicBezTo>
                  <a:lnTo>
                    <a:pt x="5888" y="203"/>
                  </a:lnTo>
                  <a:lnTo>
                    <a:pt x="5846" y="195"/>
                  </a:lnTo>
                  <a:cubicBezTo>
                    <a:pt x="5851" y="188"/>
                    <a:pt x="5864" y="186"/>
                    <a:pt x="5880" y="186"/>
                  </a:cubicBezTo>
                  <a:cubicBezTo>
                    <a:pt x="5902" y="186"/>
                    <a:pt x="5929" y="189"/>
                    <a:pt x="5952" y="189"/>
                  </a:cubicBezTo>
                  <a:cubicBezTo>
                    <a:pt x="5975" y="189"/>
                    <a:pt x="5993" y="186"/>
                    <a:pt x="5990" y="169"/>
                  </a:cubicBezTo>
                  <a:lnTo>
                    <a:pt x="5990" y="169"/>
                  </a:lnTo>
                  <a:cubicBezTo>
                    <a:pt x="6091" y="212"/>
                    <a:pt x="6125" y="186"/>
                    <a:pt x="6227" y="229"/>
                  </a:cubicBezTo>
                  <a:cubicBezTo>
                    <a:pt x="6254" y="222"/>
                    <a:pt x="6232" y="215"/>
                    <a:pt x="6205" y="213"/>
                  </a:cubicBezTo>
                  <a:lnTo>
                    <a:pt x="6205" y="213"/>
                  </a:lnTo>
                  <a:cubicBezTo>
                    <a:pt x="6233" y="211"/>
                    <a:pt x="6248" y="198"/>
                    <a:pt x="6273" y="198"/>
                  </a:cubicBezTo>
                  <a:cubicBezTo>
                    <a:pt x="6285" y="198"/>
                    <a:pt x="6300" y="202"/>
                    <a:pt x="6320" y="212"/>
                  </a:cubicBezTo>
                  <a:cubicBezTo>
                    <a:pt x="6324" y="212"/>
                    <a:pt x="6327" y="213"/>
                    <a:pt x="6330" y="213"/>
                  </a:cubicBezTo>
                  <a:cubicBezTo>
                    <a:pt x="6352" y="213"/>
                    <a:pt x="6338" y="189"/>
                    <a:pt x="6299" y="181"/>
                  </a:cubicBezTo>
                  <a:lnTo>
                    <a:pt x="6299" y="181"/>
                  </a:lnTo>
                  <a:cubicBezTo>
                    <a:pt x="6318" y="182"/>
                    <a:pt x="6336" y="182"/>
                    <a:pt x="6354" y="182"/>
                  </a:cubicBezTo>
                  <a:cubicBezTo>
                    <a:pt x="6381" y="182"/>
                    <a:pt x="6409" y="182"/>
                    <a:pt x="6438" y="186"/>
                  </a:cubicBezTo>
                  <a:lnTo>
                    <a:pt x="6379" y="153"/>
                  </a:lnTo>
                  <a:lnTo>
                    <a:pt x="6447" y="153"/>
                  </a:lnTo>
                  <a:lnTo>
                    <a:pt x="6387" y="136"/>
                  </a:lnTo>
                  <a:cubicBezTo>
                    <a:pt x="6506" y="136"/>
                    <a:pt x="6624" y="153"/>
                    <a:pt x="6726" y="195"/>
                  </a:cubicBezTo>
                  <a:cubicBezTo>
                    <a:pt x="6616" y="220"/>
                    <a:pt x="6438" y="195"/>
                    <a:pt x="6370" y="237"/>
                  </a:cubicBezTo>
                  <a:cubicBezTo>
                    <a:pt x="6372" y="238"/>
                    <a:pt x="6374" y="238"/>
                    <a:pt x="6377" y="238"/>
                  </a:cubicBezTo>
                  <a:cubicBezTo>
                    <a:pt x="6391" y="238"/>
                    <a:pt x="6419" y="226"/>
                    <a:pt x="6445" y="226"/>
                  </a:cubicBezTo>
                  <a:cubicBezTo>
                    <a:pt x="6461" y="226"/>
                    <a:pt x="6477" y="231"/>
                    <a:pt x="6489" y="246"/>
                  </a:cubicBezTo>
                  <a:lnTo>
                    <a:pt x="6523" y="229"/>
                  </a:lnTo>
                  <a:cubicBezTo>
                    <a:pt x="6542" y="225"/>
                    <a:pt x="6569" y="221"/>
                    <a:pt x="6594" y="221"/>
                  </a:cubicBezTo>
                  <a:cubicBezTo>
                    <a:pt x="6625" y="221"/>
                    <a:pt x="6653" y="227"/>
                    <a:pt x="6658" y="246"/>
                  </a:cubicBezTo>
                  <a:cubicBezTo>
                    <a:pt x="6590" y="246"/>
                    <a:pt x="6523" y="262"/>
                    <a:pt x="6464" y="288"/>
                  </a:cubicBezTo>
                  <a:cubicBezTo>
                    <a:pt x="6464" y="296"/>
                    <a:pt x="6455" y="296"/>
                    <a:pt x="6438" y="296"/>
                  </a:cubicBezTo>
                  <a:lnTo>
                    <a:pt x="6328" y="296"/>
                  </a:lnTo>
                  <a:cubicBezTo>
                    <a:pt x="6286" y="288"/>
                    <a:pt x="6320" y="271"/>
                    <a:pt x="6320" y="271"/>
                  </a:cubicBezTo>
                  <a:cubicBezTo>
                    <a:pt x="6291" y="261"/>
                    <a:pt x="6263" y="258"/>
                    <a:pt x="6237" y="258"/>
                  </a:cubicBezTo>
                  <a:cubicBezTo>
                    <a:pt x="6170" y="258"/>
                    <a:pt x="6109" y="280"/>
                    <a:pt x="6038" y="280"/>
                  </a:cubicBezTo>
                  <a:cubicBezTo>
                    <a:pt x="6015" y="280"/>
                    <a:pt x="5990" y="277"/>
                    <a:pt x="5964" y="271"/>
                  </a:cubicBezTo>
                  <a:cubicBezTo>
                    <a:pt x="5964" y="254"/>
                    <a:pt x="5863" y="237"/>
                    <a:pt x="5897" y="229"/>
                  </a:cubicBezTo>
                  <a:cubicBezTo>
                    <a:pt x="5886" y="227"/>
                    <a:pt x="5875" y="226"/>
                    <a:pt x="5864" y="226"/>
                  </a:cubicBezTo>
                  <a:cubicBezTo>
                    <a:pt x="5816" y="226"/>
                    <a:pt x="5767" y="240"/>
                    <a:pt x="5719" y="254"/>
                  </a:cubicBezTo>
                  <a:cubicBezTo>
                    <a:pt x="5711" y="237"/>
                    <a:pt x="5601" y="237"/>
                    <a:pt x="5643" y="220"/>
                  </a:cubicBezTo>
                  <a:lnTo>
                    <a:pt x="5643" y="220"/>
                  </a:lnTo>
                  <a:lnTo>
                    <a:pt x="5567" y="246"/>
                  </a:lnTo>
                  <a:cubicBezTo>
                    <a:pt x="5516" y="237"/>
                    <a:pt x="5415" y="246"/>
                    <a:pt x="5398" y="220"/>
                  </a:cubicBezTo>
                  <a:cubicBezTo>
                    <a:pt x="5350" y="220"/>
                    <a:pt x="5368" y="242"/>
                    <a:pt x="5338" y="242"/>
                  </a:cubicBezTo>
                  <a:cubicBezTo>
                    <a:pt x="5330" y="242"/>
                    <a:pt x="5320" y="240"/>
                    <a:pt x="5305" y="237"/>
                  </a:cubicBezTo>
                  <a:cubicBezTo>
                    <a:pt x="5305" y="229"/>
                    <a:pt x="5305" y="229"/>
                    <a:pt x="5321" y="229"/>
                  </a:cubicBezTo>
                  <a:cubicBezTo>
                    <a:pt x="5292" y="219"/>
                    <a:pt x="5259" y="215"/>
                    <a:pt x="5229" y="215"/>
                  </a:cubicBezTo>
                  <a:cubicBezTo>
                    <a:pt x="5207" y="215"/>
                    <a:pt x="5187" y="217"/>
                    <a:pt x="5169" y="220"/>
                  </a:cubicBezTo>
                  <a:cubicBezTo>
                    <a:pt x="5186" y="229"/>
                    <a:pt x="5212" y="237"/>
                    <a:pt x="5237" y="237"/>
                  </a:cubicBezTo>
                  <a:cubicBezTo>
                    <a:pt x="5237" y="248"/>
                    <a:pt x="5210" y="259"/>
                    <a:pt x="5171" y="259"/>
                  </a:cubicBezTo>
                  <a:cubicBezTo>
                    <a:pt x="5148" y="259"/>
                    <a:pt x="5121" y="255"/>
                    <a:pt x="5093" y="246"/>
                  </a:cubicBezTo>
                  <a:cubicBezTo>
                    <a:pt x="5195" y="220"/>
                    <a:pt x="5017" y="212"/>
                    <a:pt x="5068" y="195"/>
                  </a:cubicBezTo>
                  <a:cubicBezTo>
                    <a:pt x="5046" y="193"/>
                    <a:pt x="5024" y="193"/>
                    <a:pt x="5002" y="193"/>
                  </a:cubicBezTo>
                  <a:cubicBezTo>
                    <a:pt x="4897" y="193"/>
                    <a:pt x="4792" y="209"/>
                    <a:pt x="4687" y="237"/>
                  </a:cubicBezTo>
                  <a:cubicBezTo>
                    <a:pt x="4579" y="231"/>
                    <a:pt x="4472" y="225"/>
                    <a:pt x="4361" y="225"/>
                  </a:cubicBezTo>
                  <a:cubicBezTo>
                    <a:pt x="4315" y="225"/>
                    <a:pt x="4269" y="226"/>
                    <a:pt x="4222" y="229"/>
                  </a:cubicBezTo>
                  <a:lnTo>
                    <a:pt x="4239" y="229"/>
                  </a:lnTo>
                  <a:lnTo>
                    <a:pt x="4171" y="246"/>
                  </a:lnTo>
                  <a:cubicBezTo>
                    <a:pt x="4129" y="246"/>
                    <a:pt x="4171" y="212"/>
                    <a:pt x="4103" y="212"/>
                  </a:cubicBezTo>
                  <a:cubicBezTo>
                    <a:pt x="4113" y="199"/>
                    <a:pt x="4130" y="196"/>
                    <a:pt x="4152" y="196"/>
                  </a:cubicBezTo>
                  <a:cubicBezTo>
                    <a:pt x="4176" y="196"/>
                    <a:pt x="4204" y="200"/>
                    <a:pt x="4233" y="200"/>
                  </a:cubicBezTo>
                  <a:cubicBezTo>
                    <a:pt x="4249" y="200"/>
                    <a:pt x="4266" y="199"/>
                    <a:pt x="4281" y="195"/>
                  </a:cubicBezTo>
                  <a:cubicBezTo>
                    <a:pt x="4171" y="161"/>
                    <a:pt x="4391" y="169"/>
                    <a:pt x="4315" y="144"/>
                  </a:cubicBezTo>
                  <a:lnTo>
                    <a:pt x="4315" y="144"/>
                  </a:lnTo>
                  <a:cubicBezTo>
                    <a:pt x="4301" y="163"/>
                    <a:pt x="4272" y="169"/>
                    <a:pt x="4236" y="169"/>
                  </a:cubicBezTo>
                  <a:cubicBezTo>
                    <a:pt x="4179" y="169"/>
                    <a:pt x="4104" y="155"/>
                    <a:pt x="4038" y="155"/>
                  </a:cubicBezTo>
                  <a:cubicBezTo>
                    <a:pt x="4016" y="155"/>
                    <a:pt x="3995" y="157"/>
                    <a:pt x="3976" y="161"/>
                  </a:cubicBezTo>
                  <a:cubicBezTo>
                    <a:pt x="3945" y="158"/>
                    <a:pt x="3941" y="154"/>
                    <a:pt x="3946" y="151"/>
                  </a:cubicBezTo>
                  <a:lnTo>
                    <a:pt x="3946" y="151"/>
                  </a:lnTo>
                  <a:lnTo>
                    <a:pt x="3943" y="153"/>
                  </a:lnTo>
                  <a:cubicBezTo>
                    <a:pt x="3909" y="144"/>
                    <a:pt x="3900" y="136"/>
                    <a:pt x="3900" y="119"/>
                  </a:cubicBezTo>
                  <a:cubicBezTo>
                    <a:pt x="3855" y="111"/>
                    <a:pt x="3809" y="107"/>
                    <a:pt x="3763" y="107"/>
                  </a:cubicBezTo>
                  <a:cubicBezTo>
                    <a:pt x="3708" y="107"/>
                    <a:pt x="3652" y="113"/>
                    <a:pt x="3596" y="127"/>
                  </a:cubicBezTo>
                  <a:cubicBezTo>
                    <a:pt x="3608" y="126"/>
                    <a:pt x="3617" y="126"/>
                    <a:pt x="3623" y="126"/>
                  </a:cubicBezTo>
                  <a:cubicBezTo>
                    <a:pt x="3677" y="126"/>
                    <a:pt x="3573" y="153"/>
                    <a:pt x="3663" y="161"/>
                  </a:cubicBezTo>
                  <a:cubicBezTo>
                    <a:pt x="3622" y="167"/>
                    <a:pt x="3584" y="173"/>
                    <a:pt x="3545" y="173"/>
                  </a:cubicBezTo>
                  <a:cubicBezTo>
                    <a:pt x="3528" y="173"/>
                    <a:pt x="3512" y="172"/>
                    <a:pt x="3494" y="169"/>
                  </a:cubicBezTo>
                  <a:cubicBezTo>
                    <a:pt x="3551" y="162"/>
                    <a:pt x="3454" y="132"/>
                    <a:pt x="3504" y="132"/>
                  </a:cubicBezTo>
                  <a:cubicBezTo>
                    <a:pt x="3514" y="132"/>
                    <a:pt x="3530" y="133"/>
                    <a:pt x="3553" y="136"/>
                  </a:cubicBezTo>
                  <a:cubicBezTo>
                    <a:pt x="3548" y="124"/>
                    <a:pt x="3537" y="120"/>
                    <a:pt x="3522" y="120"/>
                  </a:cubicBezTo>
                  <a:cubicBezTo>
                    <a:pt x="3500" y="120"/>
                    <a:pt x="3470" y="129"/>
                    <a:pt x="3439" y="129"/>
                  </a:cubicBezTo>
                  <a:cubicBezTo>
                    <a:pt x="3432" y="129"/>
                    <a:pt x="3425" y="128"/>
                    <a:pt x="3418" y="127"/>
                  </a:cubicBezTo>
                  <a:cubicBezTo>
                    <a:pt x="3445" y="120"/>
                    <a:pt x="3473" y="114"/>
                    <a:pt x="3500" y="107"/>
                  </a:cubicBezTo>
                  <a:lnTo>
                    <a:pt x="3500" y="107"/>
                  </a:lnTo>
                  <a:cubicBezTo>
                    <a:pt x="3487" y="109"/>
                    <a:pt x="3474" y="110"/>
                    <a:pt x="3459" y="110"/>
                  </a:cubicBezTo>
                  <a:cubicBezTo>
                    <a:pt x="3375" y="110"/>
                    <a:pt x="3267" y="77"/>
                    <a:pt x="3208" y="77"/>
                  </a:cubicBezTo>
                  <a:cubicBezTo>
                    <a:pt x="3192" y="77"/>
                    <a:pt x="3180" y="79"/>
                    <a:pt x="3173" y="85"/>
                  </a:cubicBezTo>
                  <a:cubicBezTo>
                    <a:pt x="3105" y="102"/>
                    <a:pt x="2995" y="119"/>
                    <a:pt x="2911" y="144"/>
                  </a:cubicBezTo>
                  <a:cubicBezTo>
                    <a:pt x="2818" y="119"/>
                    <a:pt x="2733" y="110"/>
                    <a:pt x="2640" y="110"/>
                  </a:cubicBezTo>
                  <a:lnTo>
                    <a:pt x="2657" y="93"/>
                  </a:lnTo>
                  <a:cubicBezTo>
                    <a:pt x="2631" y="89"/>
                    <a:pt x="2598" y="89"/>
                    <a:pt x="2561" y="89"/>
                  </a:cubicBezTo>
                  <a:cubicBezTo>
                    <a:pt x="2524" y="89"/>
                    <a:pt x="2483" y="89"/>
                    <a:pt x="2445" y="85"/>
                  </a:cubicBezTo>
                  <a:lnTo>
                    <a:pt x="2428" y="59"/>
                  </a:lnTo>
                  <a:cubicBezTo>
                    <a:pt x="2352" y="59"/>
                    <a:pt x="2268" y="59"/>
                    <a:pt x="2192" y="51"/>
                  </a:cubicBezTo>
                  <a:lnTo>
                    <a:pt x="2192" y="51"/>
                  </a:lnTo>
                  <a:cubicBezTo>
                    <a:pt x="2183" y="59"/>
                    <a:pt x="2268" y="68"/>
                    <a:pt x="2225" y="76"/>
                  </a:cubicBezTo>
                  <a:cubicBezTo>
                    <a:pt x="2243" y="80"/>
                    <a:pt x="2259" y="82"/>
                    <a:pt x="2271" y="82"/>
                  </a:cubicBezTo>
                  <a:cubicBezTo>
                    <a:pt x="2288" y="82"/>
                    <a:pt x="2298" y="78"/>
                    <a:pt x="2293" y="68"/>
                  </a:cubicBezTo>
                  <a:cubicBezTo>
                    <a:pt x="2327" y="68"/>
                    <a:pt x="2327" y="93"/>
                    <a:pt x="2361" y="110"/>
                  </a:cubicBezTo>
                  <a:lnTo>
                    <a:pt x="2200" y="110"/>
                  </a:lnTo>
                  <a:lnTo>
                    <a:pt x="2183" y="102"/>
                  </a:lnTo>
                  <a:lnTo>
                    <a:pt x="2175" y="127"/>
                  </a:lnTo>
                  <a:cubicBezTo>
                    <a:pt x="2124" y="119"/>
                    <a:pt x="2115" y="110"/>
                    <a:pt x="2124" y="102"/>
                  </a:cubicBezTo>
                  <a:lnTo>
                    <a:pt x="2124" y="102"/>
                  </a:lnTo>
                  <a:cubicBezTo>
                    <a:pt x="2051" y="109"/>
                    <a:pt x="2016" y="129"/>
                    <a:pt x="1943" y="129"/>
                  </a:cubicBezTo>
                  <a:cubicBezTo>
                    <a:pt x="1931" y="129"/>
                    <a:pt x="1918" y="128"/>
                    <a:pt x="1904" y="127"/>
                  </a:cubicBezTo>
                  <a:cubicBezTo>
                    <a:pt x="1946" y="102"/>
                    <a:pt x="1997" y="93"/>
                    <a:pt x="2048" y="93"/>
                  </a:cubicBezTo>
                  <a:lnTo>
                    <a:pt x="1938" y="93"/>
                  </a:lnTo>
                  <a:cubicBezTo>
                    <a:pt x="1988" y="68"/>
                    <a:pt x="2175" y="85"/>
                    <a:pt x="2149" y="51"/>
                  </a:cubicBezTo>
                  <a:cubicBezTo>
                    <a:pt x="2014" y="51"/>
                    <a:pt x="1879" y="68"/>
                    <a:pt x="1752" y="93"/>
                  </a:cubicBezTo>
                  <a:cubicBezTo>
                    <a:pt x="1722" y="76"/>
                    <a:pt x="1686" y="74"/>
                    <a:pt x="1647" y="74"/>
                  </a:cubicBezTo>
                  <a:cubicBezTo>
                    <a:pt x="1634" y="74"/>
                    <a:pt x="1621" y="74"/>
                    <a:pt x="1607" y="74"/>
                  </a:cubicBezTo>
                  <a:cubicBezTo>
                    <a:pt x="1580" y="74"/>
                    <a:pt x="1551" y="74"/>
                    <a:pt x="1523" y="68"/>
                  </a:cubicBezTo>
                  <a:cubicBezTo>
                    <a:pt x="1506" y="59"/>
                    <a:pt x="1481" y="51"/>
                    <a:pt x="1498" y="43"/>
                  </a:cubicBezTo>
                  <a:lnTo>
                    <a:pt x="1523" y="43"/>
                  </a:lnTo>
                  <a:cubicBezTo>
                    <a:pt x="1478" y="36"/>
                    <a:pt x="1432" y="33"/>
                    <a:pt x="1385" y="33"/>
                  </a:cubicBezTo>
                  <a:cubicBezTo>
                    <a:pt x="1309" y="33"/>
                    <a:pt x="1233" y="41"/>
                    <a:pt x="1159" y="51"/>
                  </a:cubicBezTo>
                  <a:lnTo>
                    <a:pt x="1100" y="17"/>
                  </a:lnTo>
                  <a:cubicBezTo>
                    <a:pt x="1075" y="14"/>
                    <a:pt x="1057" y="12"/>
                    <a:pt x="1045" y="12"/>
                  </a:cubicBezTo>
                  <a:cubicBezTo>
                    <a:pt x="980" y="12"/>
                    <a:pt x="1092" y="60"/>
                    <a:pt x="974" y="60"/>
                  </a:cubicBezTo>
                  <a:cubicBezTo>
                    <a:pt x="967" y="60"/>
                    <a:pt x="958" y="60"/>
                    <a:pt x="948" y="59"/>
                  </a:cubicBezTo>
                  <a:cubicBezTo>
                    <a:pt x="906" y="26"/>
                    <a:pt x="720" y="34"/>
                    <a:pt x="71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5"/>
            <p:cNvSpPr/>
            <p:nvPr/>
          </p:nvSpPr>
          <p:spPr>
            <a:xfrm>
              <a:off x="2737450" y="3781350"/>
              <a:ext cx="2550" cy="1500"/>
            </a:xfrm>
            <a:custGeom>
              <a:rect b="b" l="l" r="r" t="t"/>
              <a:pathLst>
                <a:path extrusionOk="0" h="60" w="102">
                  <a:moveTo>
                    <a:pt x="59" y="0"/>
                  </a:moveTo>
                  <a:cubicBezTo>
                    <a:pt x="51" y="17"/>
                    <a:pt x="0" y="51"/>
                    <a:pt x="26" y="60"/>
                  </a:cubicBezTo>
                  <a:cubicBezTo>
                    <a:pt x="9" y="51"/>
                    <a:pt x="102" y="0"/>
                    <a:pt x="5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5"/>
            <p:cNvSpPr/>
            <p:nvPr/>
          </p:nvSpPr>
          <p:spPr>
            <a:xfrm>
              <a:off x="2736800" y="3781350"/>
              <a:ext cx="1500" cy="1300"/>
            </a:xfrm>
            <a:custGeom>
              <a:rect b="b" l="l" r="r" t="t"/>
              <a:pathLst>
                <a:path extrusionOk="0" h="52" w="60">
                  <a:moveTo>
                    <a:pt x="60" y="0"/>
                  </a:moveTo>
                  <a:lnTo>
                    <a:pt x="18" y="26"/>
                  </a:lnTo>
                  <a:cubicBezTo>
                    <a:pt x="18" y="30"/>
                    <a:pt x="20" y="32"/>
                    <a:pt x="18" y="36"/>
                  </a:cubicBezTo>
                  <a:lnTo>
                    <a:pt x="18" y="36"/>
                  </a:lnTo>
                  <a:lnTo>
                    <a:pt x="60" y="0"/>
                  </a:lnTo>
                  <a:close/>
                  <a:moveTo>
                    <a:pt x="18" y="36"/>
                  </a:moveTo>
                  <a:lnTo>
                    <a:pt x="1" y="51"/>
                  </a:lnTo>
                  <a:cubicBezTo>
                    <a:pt x="13" y="43"/>
                    <a:pt x="17" y="39"/>
                    <a:pt x="18" y="3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5"/>
            <p:cNvSpPr/>
            <p:nvPr/>
          </p:nvSpPr>
          <p:spPr>
            <a:xfrm>
              <a:off x="2729200" y="3779025"/>
              <a:ext cx="4875" cy="4250"/>
            </a:xfrm>
            <a:custGeom>
              <a:rect b="b" l="l" r="r" t="t"/>
              <a:pathLst>
                <a:path extrusionOk="0" h="170" w="195">
                  <a:moveTo>
                    <a:pt x="144" y="0"/>
                  </a:moveTo>
                  <a:lnTo>
                    <a:pt x="144" y="0"/>
                  </a:lnTo>
                  <a:cubicBezTo>
                    <a:pt x="59" y="59"/>
                    <a:pt x="68" y="119"/>
                    <a:pt x="0" y="169"/>
                  </a:cubicBezTo>
                  <a:cubicBezTo>
                    <a:pt x="43" y="169"/>
                    <a:pt x="195" y="76"/>
                    <a:pt x="169" y="43"/>
                  </a:cubicBezTo>
                  <a:lnTo>
                    <a:pt x="169" y="43"/>
                  </a:lnTo>
                  <a:cubicBezTo>
                    <a:pt x="153" y="76"/>
                    <a:pt x="127" y="110"/>
                    <a:pt x="93" y="127"/>
                  </a:cubicBezTo>
                  <a:cubicBezTo>
                    <a:pt x="43" y="93"/>
                    <a:pt x="161" y="59"/>
                    <a:pt x="1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5"/>
            <p:cNvSpPr/>
            <p:nvPr/>
          </p:nvSpPr>
          <p:spPr>
            <a:xfrm>
              <a:off x="2732375" y="3777950"/>
              <a:ext cx="1075" cy="1100"/>
            </a:xfrm>
            <a:custGeom>
              <a:rect b="b" l="l" r="r" t="t"/>
              <a:pathLst>
                <a:path extrusionOk="0" h="44" w="43">
                  <a:moveTo>
                    <a:pt x="34" y="1"/>
                  </a:moveTo>
                  <a:lnTo>
                    <a:pt x="0" y="43"/>
                  </a:lnTo>
                  <a:lnTo>
                    <a:pt x="9" y="43"/>
                  </a:lnTo>
                  <a:lnTo>
                    <a:pt x="4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5"/>
            <p:cNvSpPr/>
            <p:nvPr/>
          </p:nvSpPr>
          <p:spPr>
            <a:xfrm>
              <a:off x="2764925" y="3765050"/>
              <a:ext cx="1100" cy="1125"/>
            </a:xfrm>
            <a:custGeom>
              <a:rect b="b" l="l" r="r" t="t"/>
              <a:pathLst>
                <a:path extrusionOk="0" h="45" w="44">
                  <a:moveTo>
                    <a:pt x="43" y="1"/>
                  </a:moveTo>
                  <a:lnTo>
                    <a:pt x="43" y="1"/>
                  </a:lnTo>
                  <a:cubicBezTo>
                    <a:pt x="26" y="9"/>
                    <a:pt x="9" y="26"/>
                    <a:pt x="1" y="43"/>
                  </a:cubicBezTo>
                  <a:cubicBezTo>
                    <a:pt x="3" y="44"/>
                    <a:pt x="5" y="45"/>
                    <a:pt x="6" y="45"/>
                  </a:cubicBezTo>
                  <a:cubicBezTo>
                    <a:pt x="21" y="45"/>
                    <a:pt x="36" y="16"/>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5"/>
            <p:cNvSpPr/>
            <p:nvPr/>
          </p:nvSpPr>
          <p:spPr>
            <a:xfrm>
              <a:off x="2541175" y="3700775"/>
              <a:ext cx="11025" cy="225"/>
            </a:xfrm>
            <a:custGeom>
              <a:rect b="b" l="l" r="r" t="t"/>
              <a:pathLst>
                <a:path extrusionOk="0" h="9" w="441">
                  <a:moveTo>
                    <a:pt x="1" y="0"/>
                  </a:moveTo>
                  <a:lnTo>
                    <a:pt x="152" y="3"/>
                  </a:lnTo>
                  <a:lnTo>
                    <a:pt x="152" y="3"/>
                  </a:lnTo>
                  <a:cubicBezTo>
                    <a:pt x="100" y="2"/>
                    <a:pt x="51" y="0"/>
                    <a:pt x="1" y="0"/>
                  </a:cubicBezTo>
                  <a:close/>
                  <a:moveTo>
                    <a:pt x="152" y="3"/>
                  </a:moveTo>
                  <a:cubicBezTo>
                    <a:pt x="233" y="6"/>
                    <a:pt x="323" y="9"/>
                    <a:pt x="441" y="9"/>
                  </a:cubicBezTo>
                  <a:lnTo>
                    <a:pt x="152" y="3"/>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5"/>
            <p:cNvSpPr/>
            <p:nvPr/>
          </p:nvSpPr>
          <p:spPr>
            <a:xfrm>
              <a:off x="2785650" y="3731225"/>
              <a:ext cx="7650" cy="10175"/>
            </a:xfrm>
            <a:custGeom>
              <a:rect b="b" l="l" r="r" t="t"/>
              <a:pathLst>
                <a:path extrusionOk="0" h="407" w="306">
                  <a:moveTo>
                    <a:pt x="305" y="0"/>
                  </a:moveTo>
                  <a:lnTo>
                    <a:pt x="212" y="68"/>
                  </a:lnTo>
                  <a:cubicBezTo>
                    <a:pt x="153" y="187"/>
                    <a:pt x="77" y="297"/>
                    <a:pt x="1" y="406"/>
                  </a:cubicBezTo>
                  <a:cubicBezTo>
                    <a:pt x="69" y="347"/>
                    <a:pt x="128" y="271"/>
                    <a:pt x="170" y="187"/>
                  </a:cubicBezTo>
                  <a:cubicBezTo>
                    <a:pt x="195" y="119"/>
                    <a:pt x="246" y="51"/>
                    <a:pt x="30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5"/>
            <p:cNvSpPr/>
            <p:nvPr/>
          </p:nvSpPr>
          <p:spPr>
            <a:xfrm>
              <a:off x="2792425" y="3731525"/>
              <a:ext cx="2450" cy="3525"/>
            </a:xfrm>
            <a:custGeom>
              <a:rect b="b" l="l" r="r" t="t"/>
              <a:pathLst>
                <a:path extrusionOk="0" h="141" w="98">
                  <a:moveTo>
                    <a:pt x="80" y="0"/>
                  </a:moveTo>
                  <a:cubicBezTo>
                    <a:pt x="77" y="0"/>
                    <a:pt x="74" y="2"/>
                    <a:pt x="68" y="5"/>
                  </a:cubicBezTo>
                  <a:cubicBezTo>
                    <a:pt x="9" y="98"/>
                    <a:pt x="77" y="48"/>
                    <a:pt x="1" y="141"/>
                  </a:cubicBezTo>
                  <a:lnTo>
                    <a:pt x="85" y="90"/>
                  </a:lnTo>
                  <a:lnTo>
                    <a:pt x="85" y="90"/>
                  </a:lnTo>
                  <a:cubicBezTo>
                    <a:pt x="80" y="92"/>
                    <a:pt x="75" y="93"/>
                    <a:pt x="72" y="93"/>
                  </a:cubicBezTo>
                  <a:cubicBezTo>
                    <a:pt x="38" y="93"/>
                    <a:pt x="98" y="0"/>
                    <a:pt x="8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5"/>
            <p:cNvSpPr/>
            <p:nvPr/>
          </p:nvSpPr>
          <p:spPr>
            <a:xfrm>
              <a:off x="2771075" y="3740325"/>
              <a:ext cx="450" cy="850"/>
            </a:xfrm>
            <a:custGeom>
              <a:rect b="b" l="l" r="r" t="t"/>
              <a:pathLst>
                <a:path extrusionOk="0" h="34" w="18">
                  <a:moveTo>
                    <a:pt x="17" y="0"/>
                  </a:moveTo>
                  <a:lnTo>
                    <a:pt x="0" y="26"/>
                  </a:lnTo>
                  <a:lnTo>
                    <a:pt x="9" y="34"/>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5"/>
            <p:cNvSpPr/>
            <p:nvPr/>
          </p:nvSpPr>
          <p:spPr>
            <a:xfrm>
              <a:off x="2798550" y="3718750"/>
              <a:ext cx="2150" cy="450"/>
            </a:xfrm>
            <a:custGeom>
              <a:rect b="b" l="l" r="r" t="t"/>
              <a:pathLst>
                <a:path extrusionOk="0" h="18" w="86">
                  <a:moveTo>
                    <a:pt x="1" y="0"/>
                  </a:moveTo>
                  <a:lnTo>
                    <a:pt x="52" y="17"/>
                  </a:lnTo>
                  <a:lnTo>
                    <a:pt x="86" y="17"/>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5"/>
            <p:cNvSpPr/>
            <p:nvPr/>
          </p:nvSpPr>
          <p:spPr>
            <a:xfrm>
              <a:off x="2800675" y="3718950"/>
              <a:ext cx="875" cy="25"/>
            </a:xfrm>
            <a:custGeom>
              <a:rect b="b" l="l" r="r" t="t"/>
              <a:pathLst>
                <a:path extrusionOk="0" h="1" w="35">
                  <a:moveTo>
                    <a:pt x="34" y="1"/>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5"/>
            <p:cNvSpPr/>
            <p:nvPr/>
          </p:nvSpPr>
          <p:spPr>
            <a:xfrm>
              <a:off x="2769575" y="3739250"/>
              <a:ext cx="1100" cy="1525"/>
            </a:xfrm>
            <a:custGeom>
              <a:rect b="b" l="l" r="r" t="t"/>
              <a:pathLst>
                <a:path extrusionOk="0" h="61" w="44">
                  <a:moveTo>
                    <a:pt x="43" y="1"/>
                  </a:moveTo>
                  <a:lnTo>
                    <a:pt x="1" y="35"/>
                  </a:lnTo>
                  <a:lnTo>
                    <a:pt x="1" y="60"/>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5"/>
            <p:cNvSpPr/>
            <p:nvPr/>
          </p:nvSpPr>
          <p:spPr>
            <a:xfrm>
              <a:off x="2779750" y="3734725"/>
              <a:ext cx="900" cy="750"/>
            </a:xfrm>
            <a:custGeom>
              <a:rect b="b" l="l" r="r" t="t"/>
              <a:pathLst>
                <a:path extrusionOk="0" h="30" w="36">
                  <a:moveTo>
                    <a:pt x="23" y="0"/>
                  </a:moveTo>
                  <a:cubicBezTo>
                    <a:pt x="20" y="0"/>
                    <a:pt x="16" y="1"/>
                    <a:pt x="9" y="4"/>
                  </a:cubicBezTo>
                  <a:lnTo>
                    <a:pt x="0" y="30"/>
                  </a:lnTo>
                  <a:cubicBezTo>
                    <a:pt x="0" y="30"/>
                    <a:pt x="35" y="0"/>
                    <a:pt x="2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5"/>
            <p:cNvSpPr/>
            <p:nvPr/>
          </p:nvSpPr>
          <p:spPr>
            <a:xfrm>
              <a:off x="2782500" y="3717700"/>
              <a:ext cx="2975" cy="225"/>
            </a:xfrm>
            <a:custGeom>
              <a:rect b="b" l="l" r="r" t="t"/>
              <a:pathLst>
                <a:path extrusionOk="0" h="9" w="119">
                  <a:moveTo>
                    <a:pt x="0" y="0"/>
                  </a:moveTo>
                  <a:lnTo>
                    <a:pt x="8" y="8"/>
                  </a:lnTo>
                  <a:lnTo>
                    <a:pt x="1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5"/>
            <p:cNvSpPr/>
            <p:nvPr/>
          </p:nvSpPr>
          <p:spPr>
            <a:xfrm>
              <a:off x="2778950" y="3730650"/>
              <a:ext cx="1225" cy="700"/>
            </a:xfrm>
            <a:custGeom>
              <a:rect b="b" l="l" r="r" t="t"/>
              <a:pathLst>
                <a:path extrusionOk="0" h="28" w="49">
                  <a:moveTo>
                    <a:pt x="30" y="1"/>
                  </a:moveTo>
                  <a:cubicBezTo>
                    <a:pt x="28" y="1"/>
                    <a:pt x="22" y="4"/>
                    <a:pt x="7" y="15"/>
                  </a:cubicBezTo>
                  <a:cubicBezTo>
                    <a:pt x="0" y="24"/>
                    <a:pt x="1" y="28"/>
                    <a:pt x="6" y="28"/>
                  </a:cubicBezTo>
                  <a:cubicBezTo>
                    <a:pt x="13" y="28"/>
                    <a:pt x="33" y="17"/>
                    <a:pt x="49" y="7"/>
                  </a:cubicBezTo>
                  <a:lnTo>
                    <a:pt x="49" y="7"/>
                  </a:lnTo>
                  <a:cubicBezTo>
                    <a:pt x="36" y="14"/>
                    <a:pt x="30" y="16"/>
                    <a:pt x="27" y="16"/>
                  </a:cubicBezTo>
                  <a:cubicBezTo>
                    <a:pt x="20" y="16"/>
                    <a:pt x="34" y="1"/>
                    <a:pt x="3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5"/>
            <p:cNvSpPr/>
            <p:nvPr/>
          </p:nvSpPr>
          <p:spPr>
            <a:xfrm>
              <a:off x="2773825" y="3725300"/>
              <a:ext cx="650" cy="25"/>
            </a:xfrm>
            <a:custGeom>
              <a:rect b="b" l="l" r="r" t="t"/>
              <a:pathLst>
                <a:path extrusionOk="0" h="1" w="26">
                  <a:moveTo>
                    <a:pt x="26" y="1"/>
                  </a:moveTo>
                  <a:cubicBezTo>
                    <a:pt x="17" y="1"/>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5"/>
            <p:cNvSpPr/>
            <p:nvPr/>
          </p:nvSpPr>
          <p:spPr>
            <a:xfrm>
              <a:off x="2774450" y="3725225"/>
              <a:ext cx="1500" cy="325"/>
            </a:xfrm>
            <a:custGeom>
              <a:rect b="b" l="l" r="r" t="t"/>
              <a:pathLst>
                <a:path extrusionOk="0" h="13" w="60">
                  <a:moveTo>
                    <a:pt x="17" y="0"/>
                  </a:moveTo>
                  <a:cubicBezTo>
                    <a:pt x="11" y="0"/>
                    <a:pt x="6" y="1"/>
                    <a:pt x="1" y="4"/>
                  </a:cubicBezTo>
                  <a:cubicBezTo>
                    <a:pt x="17" y="4"/>
                    <a:pt x="34" y="12"/>
                    <a:pt x="60" y="12"/>
                  </a:cubicBezTo>
                  <a:cubicBezTo>
                    <a:pt x="48" y="6"/>
                    <a:pt x="32" y="0"/>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5"/>
            <p:cNvSpPr/>
            <p:nvPr/>
          </p:nvSpPr>
          <p:spPr>
            <a:xfrm>
              <a:off x="2767250" y="3724675"/>
              <a:ext cx="1525" cy="475"/>
            </a:xfrm>
            <a:custGeom>
              <a:rect b="b" l="l" r="r" t="t"/>
              <a:pathLst>
                <a:path extrusionOk="0" h="19" w="61">
                  <a:moveTo>
                    <a:pt x="60" y="0"/>
                  </a:moveTo>
                  <a:cubicBezTo>
                    <a:pt x="18" y="0"/>
                    <a:pt x="1" y="0"/>
                    <a:pt x="9" y="9"/>
                  </a:cubicBezTo>
                  <a:lnTo>
                    <a:pt x="26" y="9"/>
                  </a:lnTo>
                  <a:cubicBezTo>
                    <a:pt x="16" y="16"/>
                    <a:pt x="12" y="18"/>
                    <a:pt x="14" y="18"/>
                  </a:cubicBezTo>
                  <a:cubicBezTo>
                    <a:pt x="15" y="18"/>
                    <a:pt x="25" y="14"/>
                    <a:pt x="35" y="9"/>
                  </a:cubicBezTo>
                  <a:cubicBezTo>
                    <a:pt x="47" y="4"/>
                    <a:pt x="54" y="4"/>
                    <a:pt x="57" y="4"/>
                  </a:cubicBezTo>
                  <a:cubicBezTo>
                    <a:pt x="60" y="4"/>
                    <a:pt x="60" y="4"/>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5"/>
            <p:cNvSpPr/>
            <p:nvPr/>
          </p:nvSpPr>
          <p:spPr>
            <a:xfrm>
              <a:off x="2741025" y="3712600"/>
              <a:ext cx="5750" cy="1125"/>
            </a:xfrm>
            <a:custGeom>
              <a:rect b="b" l="l" r="r" t="t"/>
              <a:pathLst>
                <a:path extrusionOk="0" h="45" w="230">
                  <a:moveTo>
                    <a:pt x="1" y="1"/>
                  </a:moveTo>
                  <a:cubicBezTo>
                    <a:pt x="86" y="18"/>
                    <a:pt x="111" y="26"/>
                    <a:pt x="111" y="43"/>
                  </a:cubicBezTo>
                  <a:cubicBezTo>
                    <a:pt x="119" y="44"/>
                    <a:pt x="127" y="45"/>
                    <a:pt x="133" y="45"/>
                  </a:cubicBezTo>
                  <a:cubicBezTo>
                    <a:pt x="186" y="45"/>
                    <a:pt x="184" y="18"/>
                    <a:pt x="229" y="18"/>
                  </a:cubicBezTo>
                  <a:cubicBezTo>
                    <a:pt x="128" y="18"/>
                    <a:pt x="11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5"/>
            <p:cNvSpPr/>
            <p:nvPr/>
          </p:nvSpPr>
          <p:spPr>
            <a:xfrm>
              <a:off x="2746525" y="3713025"/>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5"/>
            <p:cNvSpPr/>
            <p:nvPr/>
          </p:nvSpPr>
          <p:spPr>
            <a:xfrm>
              <a:off x="2771075" y="3730600"/>
              <a:ext cx="1075" cy="650"/>
            </a:xfrm>
            <a:custGeom>
              <a:rect b="b" l="l" r="r" t="t"/>
              <a:pathLst>
                <a:path extrusionOk="0" h="26" w="43">
                  <a:moveTo>
                    <a:pt x="43" y="0"/>
                  </a:moveTo>
                  <a:cubicBezTo>
                    <a:pt x="26" y="9"/>
                    <a:pt x="17" y="17"/>
                    <a:pt x="0" y="25"/>
                  </a:cubicBezTo>
                  <a:lnTo>
                    <a:pt x="9" y="25"/>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5"/>
            <p:cNvSpPr/>
            <p:nvPr/>
          </p:nvSpPr>
          <p:spPr>
            <a:xfrm>
              <a:off x="2737650" y="3712125"/>
              <a:ext cx="1725" cy="300"/>
            </a:xfrm>
            <a:custGeom>
              <a:rect b="b" l="l" r="r" t="t"/>
              <a:pathLst>
                <a:path extrusionOk="0" h="12" w="69">
                  <a:moveTo>
                    <a:pt x="32" y="1"/>
                  </a:moveTo>
                  <a:cubicBezTo>
                    <a:pt x="15" y="1"/>
                    <a:pt x="1" y="3"/>
                    <a:pt x="9" y="3"/>
                  </a:cubicBezTo>
                  <a:cubicBezTo>
                    <a:pt x="26" y="3"/>
                    <a:pt x="51" y="3"/>
                    <a:pt x="68" y="12"/>
                  </a:cubicBezTo>
                  <a:cubicBezTo>
                    <a:pt x="68" y="3"/>
                    <a:pt x="49" y="1"/>
                    <a:pt x="3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5"/>
            <p:cNvSpPr/>
            <p:nvPr/>
          </p:nvSpPr>
          <p:spPr>
            <a:xfrm>
              <a:off x="2745475" y="3721900"/>
              <a:ext cx="2150" cy="675"/>
            </a:xfrm>
            <a:custGeom>
              <a:rect b="b" l="l" r="r" t="t"/>
              <a:pathLst>
                <a:path extrusionOk="0" h="27" w="86">
                  <a:moveTo>
                    <a:pt x="22" y="0"/>
                  </a:moveTo>
                  <a:cubicBezTo>
                    <a:pt x="15" y="0"/>
                    <a:pt x="7" y="3"/>
                    <a:pt x="1" y="10"/>
                  </a:cubicBezTo>
                  <a:cubicBezTo>
                    <a:pt x="9" y="18"/>
                    <a:pt x="60" y="18"/>
                    <a:pt x="85" y="27"/>
                  </a:cubicBezTo>
                  <a:cubicBezTo>
                    <a:pt x="67" y="20"/>
                    <a:pt x="43" y="0"/>
                    <a:pt x="2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5"/>
            <p:cNvSpPr/>
            <p:nvPr/>
          </p:nvSpPr>
          <p:spPr>
            <a:xfrm>
              <a:off x="2731725" y="3713625"/>
              <a:ext cx="1975" cy="925"/>
            </a:xfrm>
            <a:custGeom>
              <a:rect b="b" l="l" r="r" t="t"/>
              <a:pathLst>
                <a:path extrusionOk="0" h="37" w="79">
                  <a:moveTo>
                    <a:pt x="24" y="1"/>
                  </a:moveTo>
                  <a:cubicBezTo>
                    <a:pt x="18" y="1"/>
                    <a:pt x="10" y="1"/>
                    <a:pt x="1" y="2"/>
                  </a:cubicBezTo>
                  <a:cubicBezTo>
                    <a:pt x="18" y="2"/>
                    <a:pt x="35" y="19"/>
                    <a:pt x="26" y="36"/>
                  </a:cubicBezTo>
                  <a:cubicBezTo>
                    <a:pt x="49" y="29"/>
                    <a:pt x="78" y="1"/>
                    <a:pt x="2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5"/>
            <p:cNvSpPr/>
            <p:nvPr/>
          </p:nvSpPr>
          <p:spPr>
            <a:xfrm>
              <a:off x="2741675" y="3721700"/>
              <a:ext cx="1725" cy="250"/>
            </a:xfrm>
            <a:custGeom>
              <a:rect b="b" l="l" r="r" t="t"/>
              <a:pathLst>
                <a:path extrusionOk="0" h="10" w="69">
                  <a:moveTo>
                    <a:pt x="0" y="1"/>
                  </a:moveTo>
                  <a:lnTo>
                    <a:pt x="9"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5"/>
            <p:cNvSpPr/>
            <p:nvPr/>
          </p:nvSpPr>
          <p:spPr>
            <a:xfrm>
              <a:off x="2743775" y="3727175"/>
              <a:ext cx="4275" cy="2175"/>
            </a:xfrm>
            <a:custGeom>
              <a:rect b="b" l="l" r="r" t="t"/>
              <a:pathLst>
                <a:path extrusionOk="0" h="87" w="171">
                  <a:moveTo>
                    <a:pt x="64" y="1"/>
                  </a:moveTo>
                  <a:cubicBezTo>
                    <a:pt x="29" y="1"/>
                    <a:pt x="94" y="36"/>
                    <a:pt x="35" y="36"/>
                  </a:cubicBezTo>
                  <a:cubicBezTo>
                    <a:pt x="30" y="36"/>
                    <a:pt x="24" y="36"/>
                    <a:pt x="18" y="36"/>
                  </a:cubicBezTo>
                  <a:lnTo>
                    <a:pt x="18" y="36"/>
                  </a:lnTo>
                  <a:cubicBezTo>
                    <a:pt x="77" y="44"/>
                    <a:pt x="111" y="78"/>
                    <a:pt x="102" y="86"/>
                  </a:cubicBezTo>
                  <a:cubicBezTo>
                    <a:pt x="170" y="69"/>
                    <a:pt x="1" y="19"/>
                    <a:pt x="119" y="10"/>
                  </a:cubicBezTo>
                  <a:cubicBezTo>
                    <a:pt x="90" y="3"/>
                    <a:pt x="73" y="1"/>
                    <a:pt x="6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5"/>
            <p:cNvSpPr/>
            <p:nvPr/>
          </p:nvSpPr>
          <p:spPr>
            <a:xfrm>
              <a:off x="2743575" y="3727900"/>
              <a:ext cx="650" cy="175"/>
            </a:xfrm>
            <a:custGeom>
              <a:rect b="b" l="l" r="r" t="t"/>
              <a:pathLst>
                <a:path extrusionOk="0" h="7" w="26">
                  <a:moveTo>
                    <a:pt x="13" y="0"/>
                  </a:moveTo>
                  <a:cubicBezTo>
                    <a:pt x="9" y="0"/>
                    <a:pt x="5" y="2"/>
                    <a:pt x="0" y="7"/>
                  </a:cubicBezTo>
                  <a:lnTo>
                    <a:pt x="26" y="7"/>
                  </a:lnTo>
                  <a:cubicBezTo>
                    <a:pt x="22" y="2"/>
                    <a:pt x="17" y="0"/>
                    <a:pt x="1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5"/>
            <p:cNvSpPr/>
            <p:nvPr/>
          </p:nvSpPr>
          <p:spPr>
            <a:xfrm>
              <a:off x="2721375" y="3722550"/>
              <a:ext cx="650" cy="250"/>
            </a:xfrm>
            <a:custGeom>
              <a:rect b="b" l="l" r="r" t="t"/>
              <a:pathLst>
                <a:path extrusionOk="0" h="10" w="26">
                  <a:moveTo>
                    <a:pt x="0" y="9"/>
                  </a:move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5"/>
            <p:cNvSpPr/>
            <p:nvPr/>
          </p:nvSpPr>
          <p:spPr>
            <a:xfrm>
              <a:off x="2732375" y="3727200"/>
              <a:ext cx="5725" cy="1175"/>
            </a:xfrm>
            <a:custGeom>
              <a:rect b="b" l="l" r="r" t="t"/>
              <a:pathLst>
                <a:path extrusionOk="0" h="47" w="229">
                  <a:moveTo>
                    <a:pt x="229" y="1"/>
                  </a:moveTo>
                  <a:cubicBezTo>
                    <a:pt x="161" y="18"/>
                    <a:pt x="0" y="1"/>
                    <a:pt x="9" y="43"/>
                  </a:cubicBezTo>
                  <a:cubicBezTo>
                    <a:pt x="21" y="45"/>
                    <a:pt x="34" y="46"/>
                    <a:pt x="48" y="46"/>
                  </a:cubicBezTo>
                  <a:cubicBezTo>
                    <a:pt x="81" y="46"/>
                    <a:pt x="117" y="41"/>
                    <a:pt x="152" y="35"/>
                  </a:cubicBezTo>
                  <a:lnTo>
                    <a:pt x="127" y="26"/>
                  </a:lnTo>
                  <a:lnTo>
                    <a:pt x="22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5"/>
            <p:cNvSpPr/>
            <p:nvPr/>
          </p:nvSpPr>
          <p:spPr>
            <a:xfrm>
              <a:off x="2708100" y="3709875"/>
              <a:ext cx="1450" cy="500"/>
            </a:xfrm>
            <a:custGeom>
              <a:rect b="b" l="l" r="r" t="t"/>
              <a:pathLst>
                <a:path extrusionOk="0" h="20" w="58">
                  <a:moveTo>
                    <a:pt x="7" y="0"/>
                  </a:moveTo>
                  <a:lnTo>
                    <a:pt x="7" y="0"/>
                  </a:lnTo>
                  <a:cubicBezTo>
                    <a:pt x="20" y="7"/>
                    <a:pt x="1" y="19"/>
                    <a:pt x="6" y="19"/>
                  </a:cubicBezTo>
                  <a:cubicBezTo>
                    <a:pt x="8" y="19"/>
                    <a:pt x="10" y="19"/>
                    <a:pt x="15" y="17"/>
                  </a:cubicBezTo>
                  <a:lnTo>
                    <a:pt x="58" y="8"/>
                  </a:lnTo>
                  <a:lnTo>
                    <a:pt x="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5"/>
            <p:cNvSpPr/>
            <p:nvPr/>
          </p:nvSpPr>
          <p:spPr>
            <a:xfrm>
              <a:off x="2708050" y="3709875"/>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5"/>
            <p:cNvSpPr/>
            <p:nvPr/>
          </p:nvSpPr>
          <p:spPr>
            <a:xfrm>
              <a:off x="2726025" y="3722375"/>
              <a:ext cx="2125" cy="350"/>
            </a:xfrm>
            <a:custGeom>
              <a:rect b="b" l="l" r="r" t="t"/>
              <a:pathLst>
                <a:path extrusionOk="0" h="14" w="85">
                  <a:moveTo>
                    <a:pt x="20" y="0"/>
                  </a:moveTo>
                  <a:cubicBezTo>
                    <a:pt x="9" y="0"/>
                    <a:pt x="0" y="2"/>
                    <a:pt x="0" y="8"/>
                  </a:cubicBezTo>
                  <a:cubicBezTo>
                    <a:pt x="17" y="12"/>
                    <a:pt x="32" y="14"/>
                    <a:pt x="46" y="14"/>
                  </a:cubicBezTo>
                  <a:cubicBezTo>
                    <a:pt x="60" y="14"/>
                    <a:pt x="72" y="12"/>
                    <a:pt x="85" y="8"/>
                  </a:cubicBezTo>
                  <a:cubicBezTo>
                    <a:pt x="79" y="8"/>
                    <a:pt x="44" y="0"/>
                    <a:pt x="2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5"/>
            <p:cNvSpPr/>
            <p:nvPr/>
          </p:nvSpPr>
          <p:spPr>
            <a:xfrm>
              <a:off x="2700850" y="3710925"/>
              <a:ext cx="1925" cy="25"/>
            </a:xfrm>
            <a:custGeom>
              <a:rect b="b" l="l" r="r" t="t"/>
              <a:pathLst>
                <a:path extrusionOk="0" h="1" w="77">
                  <a:moveTo>
                    <a:pt x="9" y="0"/>
                  </a:moveTo>
                  <a:lnTo>
                    <a:pt x="77"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5"/>
            <p:cNvSpPr/>
            <p:nvPr/>
          </p:nvSpPr>
          <p:spPr>
            <a:xfrm>
              <a:off x="2691125" y="3708800"/>
              <a:ext cx="1725" cy="450"/>
            </a:xfrm>
            <a:custGeom>
              <a:rect b="b" l="l" r="r" t="t"/>
              <a:pathLst>
                <a:path extrusionOk="0" h="18" w="69">
                  <a:moveTo>
                    <a:pt x="60" y="1"/>
                  </a:moveTo>
                  <a:lnTo>
                    <a:pt x="1" y="9"/>
                  </a:lnTo>
                  <a:lnTo>
                    <a:pt x="9" y="18"/>
                  </a:lnTo>
                  <a:lnTo>
                    <a:pt x="68" y="9"/>
                  </a:lnTo>
                  <a:lnTo>
                    <a:pt x="6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5"/>
            <p:cNvSpPr/>
            <p:nvPr/>
          </p:nvSpPr>
          <p:spPr>
            <a:xfrm>
              <a:off x="2701900" y="3725725"/>
              <a:ext cx="2725" cy="925"/>
            </a:xfrm>
            <a:custGeom>
              <a:rect b="b" l="l" r="r" t="t"/>
              <a:pathLst>
                <a:path extrusionOk="0" h="37" w="109">
                  <a:moveTo>
                    <a:pt x="1" y="0"/>
                  </a:moveTo>
                  <a:lnTo>
                    <a:pt x="1" y="0"/>
                  </a:lnTo>
                  <a:cubicBezTo>
                    <a:pt x="10" y="13"/>
                    <a:pt x="16" y="16"/>
                    <a:pt x="23" y="16"/>
                  </a:cubicBezTo>
                  <a:cubicBezTo>
                    <a:pt x="29" y="16"/>
                    <a:pt x="37" y="12"/>
                    <a:pt x="50" y="12"/>
                  </a:cubicBezTo>
                  <a:cubicBezTo>
                    <a:pt x="57" y="12"/>
                    <a:pt x="66" y="14"/>
                    <a:pt x="77" y="17"/>
                  </a:cubicBezTo>
                  <a:lnTo>
                    <a:pt x="18" y="34"/>
                  </a:lnTo>
                  <a:cubicBezTo>
                    <a:pt x="25" y="35"/>
                    <a:pt x="32" y="36"/>
                    <a:pt x="39" y="36"/>
                  </a:cubicBezTo>
                  <a:cubicBezTo>
                    <a:pt x="79" y="36"/>
                    <a:pt x="109" y="16"/>
                    <a:pt x="94" y="9"/>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5"/>
            <p:cNvSpPr/>
            <p:nvPr/>
          </p:nvSpPr>
          <p:spPr>
            <a:xfrm>
              <a:off x="2600400" y="3703100"/>
              <a:ext cx="42750" cy="4725"/>
            </a:xfrm>
            <a:custGeom>
              <a:rect b="b" l="l" r="r" t="t"/>
              <a:pathLst>
                <a:path extrusionOk="0" h="189" w="1710">
                  <a:moveTo>
                    <a:pt x="0" y="0"/>
                  </a:moveTo>
                  <a:lnTo>
                    <a:pt x="29" y="2"/>
                  </a:lnTo>
                  <a:lnTo>
                    <a:pt x="29" y="2"/>
                  </a:lnTo>
                  <a:cubicBezTo>
                    <a:pt x="20" y="1"/>
                    <a:pt x="10" y="0"/>
                    <a:pt x="0" y="0"/>
                  </a:cubicBezTo>
                  <a:close/>
                  <a:moveTo>
                    <a:pt x="1312" y="60"/>
                  </a:moveTo>
                  <a:cubicBezTo>
                    <a:pt x="1310" y="60"/>
                    <a:pt x="1308" y="60"/>
                    <a:pt x="1306" y="61"/>
                  </a:cubicBezTo>
                  <a:lnTo>
                    <a:pt x="1306" y="61"/>
                  </a:lnTo>
                  <a:cubicBezTo>
                    <a:pt x="1308" y="60"/>
                    <a:pt x="1310" y="60"/>
                    <a:pt x="1312" y="60"/>
                  </a:cubicBezTo>
                  <a:close/>
                  <a:moveTo>
                    <a:pt x="384" y="119"/>
                  </a:moveTo>
                  <a:cubicBezTo>
                    <a:pt x="383" y="119"/>
                    <a:pt x="382" y="119"/>
                    <a:pt x="381" y="119"/>
                  </a:cubicBezTo>
                  <a:lnTo>
                    <a:pt x="398" y="119"/>
                  </a:lnTo>
                  <a:cubicBezTo>
                    <a:pt x="393" y="119"/>
                    <a:pt x="388" y="119"/>
                    <a:pt x="384" y="119"/>
                  </a:cubicBezTo>
                  <a:close/>
                  <a:moveTo>
                    <a:pt x="1078" y="185"/>
                  </a:moveTo>
                  <a:lnTo>
                    <a:pt x="1066" y="186"/>
                  </a:lnTo>
                  <a:cubicBezTo>
                    <a:pt x="1071" y="186"/>
                    <a:pt x="1075" y="186"/>
                    <a:pt x="1078" y="185"/>
                  </a:cubicBezTo>
                  <a:close/>
                  <a:moveTo>
                    <a:pt x="29" y="2"/>
                  </a:moveTo>
                  <a:cubicBezTo>
                    <a:pt x="65" y="7"/>
                    <a:pt x="95" y="19"/>
                    <a:pt x="136" y="26"/>
                  </a:cubicBezTo>
                  <a:cubicBezTo>
                    <a:pt x="60" y="60"/>
                    <a:pt x="212" y="43"/>
                    <a:pt x="187" y="68"/>
                  </a:cubicBezTo>
                  <a:cubicBezTo>
                    <a:pt x="173" y="72"/>
                    <a:pt x="159" y="74"/>
                    <a:pt x="145" y="74"/>
                  </a:cubicBezTo>
                  <a:cubicBezTo>
                    <a:pt x="125" y="74"/>
                    <a:pt x="105" y="69"/>
                    <a:pt x="85" y="60"/>
                  </a:cubicBezTo>
                  <a:lnTo>
                    <a:pt x="85" y="60"/>
                  </a:lnTo>
                  <a:cubicBezTo>
                    <a:pt x="77" y="76"/>
                    <a:pt x="110" y="93"/>
                    <a:pt x="110" y="110"/>
                  </a:cubicBezTo>
                  <a:cubicBezTo>
                    <a:pt x="131" y="117"/>
                    <a:pt x="148" y="119"/>
                    <a:pt x="164" y="119"/>
                  </a:cubicBezTo>
                  <a:cubicBezTo>
                    <a:pt x="224" y="119"/>
                    <a:pt x="259" y="82"/>
                    <a:pt x="331" y="82"/>
                  </a:cubicBezTo>
                  <a:cubicBezTo>
                    <a:pt x="341" y="82"/>
                    <a:pt x="352" y="83"/>
                    <a:pt x="364" y="85"/>
                  </a:cubicBezTo>
                  <a:cubicBezTo>
                    <a:pt x="356" y="101"/>
                    <a:pt x="326" y="117"/>
                    <a:pt x="384" y="119"/>
                  </a:cubicBezTo>
                  <a:lnTo>
                    <a:pt x="384" y="119"/>
                  </a:lnTo>
                  <a:cubicBezTo>
                    <a:pt x="391" y="118"/>
                    <a:pt x="398" y="118"/>
                    <a:pt x="403" y="118"/>
                  </a:cubicBezTo>
                  <a:cubicBezTo>
                    <a:pt x="465" y="118"/>
                    <a:pt x="475" y="140"/>
                    <a:pt x="498" y="140"/>
                  </a:cubicBezTo>
                  <a:cubicBezTo>
                    <a:pt x="510" y="140"/>
                    <a:pt x="524" y="134"/>
                    <a:pt x="550" y="119"/>
                  </a:cubicBezTo>
                  <a:lnTo>
                    <a:pt x="550" y="153"/>
                  </a:lnTo>
                  <a:cubicBezTo>
                    <a:pt x="626" y="136"/>
                    <a:pt x="703" y="136"/>
                    <a:pt x="779" y="136"/>
                  </a:cubicBezTo>
                  <a:cubicBezTo>
                    <a:pt x="825" y="131"/>
                    <a:pt x="874" y="129"/>
                    <a:pt x="923" y="129"/>
                  </a:cubicBezTo>
                  <a:cubicBezTo>
                    <a:pt x="971" y="129"/>
                    <a:pt x="1020" y="131"/>
                    <a:pt x="1066" y="136"/>
                  </a:cubicBezTo>
                  <a:lnTo>
                    <a:pt x="973" y="170"/>
                  </a:lnTo>
                  <a:cubicBezTo>
                    <a:pt x="987" y="173"/>
                    <a:pt x="998" y="174"/>
                    <a:pt x="1008" y="174"/>
                  </a:cubicBezTo>
                  <a:cubicBezTo>
                    <a:pt x="1049" y="174"/>
                    <a:pt x="1066" y="153"/>
                    <a:pt x="1100" y="153"/>
                  </a:cubicBezTo>
                  <a:cubicBezTo>
                    <a:pt x="1100" y="153"/>
                    <a:pt x="1100" y="178"/>
                    <a:pt x="1078" y="185"/>
                  </a:cubicBezTo>
                  <a:lnTo>
                    <a:pt x="1078" y="185"/>
                  </a:lnTo>
                  <a:lnTo>
                    <a:pt x="1303" y="153"/>
                  </a:lnTo>
                  <a:cubicBezTo>
                    <a:pt x="1346" y="136"/>
                    <a:pt x="1278" y="127"/>
                    <a:pt x="1269" y="119"/>
                  </a:cubicBezTo>
                  <a:cubicBezTo>
                    <a:pt x="1277" y="114"/>
                    <a:pt x="1291" y="112"/>
                    <a:pt x="1307" y="112"/>
                  </a:cubicBezTo>
                  <a:cubicBezTo>
                    <a:pt x="1346" y="112"/>
                    <a:pt x="1396" y="124"/>
                    <a:pt x="1396" y="136"/>
                  </a:cubicBezTo>
                  <a:cubicBezTo>
                    <a:pt x="1388" y="136"/>
                    <a:pt x="1329" y="144"/>
                    <a:pt x="1362" y="161"/>
                  </a:cubicBezTo>
                  <a:lnTo>
                    <a:pt x="1447" y="119"/>
                  </a:lnTo>
                  <a:lnTo>
                    <a:pt x="1447" y="119"/>
                  </a:lnTo>
                  <a:cubicBezTo>
                    <a:pt x="1549" y="153"/>
                    <a:pt x="1362" y="170"/>
                    <a:pt x="1312" y="186"/>
                  </a:cubicBezTo>
                  <a:cubicBezTo>
                    <a:pt x="1327" y="188"/>
                    <a:pt x="1341" y="188"/>
                    <a:pt x="1353" y="188"/>
                  </a:cubicBezTo>
                  <a:cubicBezTo>
                    <a:pt x="1403" y="188"/>
                    <a:pt x="1437" y="180"/>
                    <a:pt x="1487" y="180"/>
                  </a:cubicBezTo>
                  <a:cubicBezTo>
                    <a:pt x="1509" y="180"/>
                    <a:pt x="1534" y="182"/>
                    <a:pt x="1565" y="186"/>
                  </a:cubicBezTo>
                  <a:cubicBezTo>
                    <a:pt x="1540" y="178"/>
                    <a:pt x="1515" y="170"/>
                    <a:pt x="1489" y="153"/>
                  </a:cubicBezTo>
                  <a:cubicBezTo>
                    <a:pt x="1489" y="139"/>
                    <a:pt x="1507" y="135"/>
                    <a:pt x="1533" y="135"/>
                  </a:cubicBezTo>
                  <a:cubicBezTo>
                    <a:pt x="1572" y="135"/>
                    <a:pt x="1630" y="144"/>
                    <a:pt x="1675" y="144"/>
                  </a:cubicBezTo>
                  <a:cubicBezTo>
                    <a:pt x="1625" y="127"/>
                    <a:pt x="1659" y="119"/>
                    <a:pt x="1692" y="110"/>
                  </a:cubicBezTo>
                  <a:lnTo>
                    <a:pt x="1709" y="110"/>
                  </a:lnTo>
                  <a:cubicBezTo>
                    <a:pt x="1709" y="110"/>
                    <a:pt x="1709" y="102"/>
                    <a:pt x="1701" y="93"/>
                  </a:cubicBezTo>
                  <a:cubicBezTo>
                    <a:pt x="1650" y="93"/>
                    <a:pt x="1599" y="85"/>
                    <a:pt x="1549" y="68"/>
                  </a:cubicBezTo>
                  <a:lnTo>
                    <a:pt x="1549" y="68"/>
                  </a:lnTo>
                  <a:cubicBezTo>
                    <a:pt x="1561" y="86"/>
                    <a:pt x="1546" y="91"/>
                    <a:pt x="1520" y="91"/>
                  </a:cubicBezTo>
                  <a:cubicBezTo>
                    <a:pt x="1484" y="91"/>
                    <a:pt x="1426" y="81"/>
                    <a:pt x="1385" y="81"/>
                  </a:cubicBezTo>
                  <a:cubicBezTo>
                    <a:pt x="1373" y="81"/>
                    <a:pt x="1362" y="82"/>
                    <a:pt x="1354" y="85"/>
                  </a:cubicBezTo>
                  <a:lnTo>
                    <a:pt x="1269" y="85"/>
                  </a:lnTo>
                  <a:cubicBezTo>
                    <a:pt x="1269" y="77"/>
                    <a:pt x="1269" y="69"/>
                    <a:pt x="1306" y="61"/>
                  </a:cubicBezTo>
                  <a:lnTo>
                    <a:pt x="1306" y="61"/>
                  </a:lnTo>
                  <a:cubicBezTo>
                    <a:pt x="1269" y="67"/>
                    <a:pt x="1185" y="60"/>
                    <a:pt x="1193" y="76"/>
                  </a:cubicBezTo>
                  <a:lnTo>
                    <a:pt x="973" y="60"/>
                  </a:lnTo>
                  <a:cubicBezTo>
                    <a:pt x="965" y="60"/>
                    <a:pt x="965" y="51"/>
                    <a:pt x="956" y="51"/>
                  </a:cubicBezTo>
                  <a:cubicBezTo>
                    <a:pt x="948" y="51"/>
                    <a:pt x="948" y="51"/>
                    <a:pt x="948" y="60"/>
                  </a:cubicBezTo>
                  <a:lnTo>
                    <a:pt x="29" y="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5"/>
            <p:cNvSpPr/>
            <p:nvPr/>
          </p:nvSpPr>
          <p:spPr>
            <a:xfrm>
              <a:off x="2639525" y="3707750"/>
              <a:ext cx="1075" cy="25"/>
            </a:xfrm>
            <a:custGeom>
              <a:rect b="b" l="l" r="r" t="t"/>
              <a:pathLst>
                <a:path extrusionOk="0" h="1" w="43">
                  <a:moveTo>
                    <a:pt x="0" y="0"/>
                  </a:moveTo>
                  <a:cubicBezTo>
                    <a:pt x="9" y="0"/>
                    <a:pt x="26" y="0"/>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5"/>
            <p:cNvSpPr/>
            <p:nvPr/>
          </p:nvSpPr>
          <p:spPr>
            <a:xfrm>
              <a:off x="2598925" y="3702450"/>
              <a:ext cx="1500" cy="25"/>
            </a:xfrm>
            <a:custGeom>
              <a:rect b="b" l="l" r="r" t="t"/>
              <a:pathLst>
                <a:path extrusionOk="0" h="1" w="60">
                  <a:moveTo>
                    <a:pt x="0" y="1"/>
                  </a:moveTo>
                  <a:lnTo>
                    <a:pt x="59" y="1"/>
                  </a:lnTo>
                  <a:cubicBezTo>
                    <a:pt x="43" y="1"/>
                    <a:pt x="17"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5"/>
            <p:cNvSpPr/>
            <p:nvPr/>
          </p:nvSpPr>
          <p:spPr>
            <a:xfrm>
              <a:off x="2645025" y="3705625"/>
              <a:ext cx="3825" cy="875"/>
            </a:xfrm>
            <a:custGeom>
              <a:rect b="b" l="l" r="r" t="t"/>
              <a:pathLst>
                <a:path extrusionOk="0" h="35" w="153">
                  <a:moveTo>
                    <a:pt x="9" y="1"/>
                  </a:moveTo>
                  <a:cubicBezTo>
                    <a:pt x="9" y="9"/>
                    <a:pt x="0" y="26"/>
                    <a:pt x="0" y="35"/>
                  </a:cubicBezTo>
                  <a:lnTo>
                    <a:pt x="119" y="35"/>
                  </a:lnTo>
                  <a:cubicBezTo>
                    <a:pt x="77" y="18"/>
                    <a:pt x="144" y="18"/>
                    <a:pt x="153" y="9"/>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5"/>
            <p:cNvSpPr/>
            <p:nvPr/>
          </p:nvSpPr>
          <p:spPr>
            <a:xfrm>
              <a:off x="2643325" y="3705000"/>
              <a:ext cx="1925" cy="450"/>
            </a:xfrm>
            <a:custGeom>
              <a:rect b="b" l="l" r="r" t="t"/>
              <a:pathLst>
                <a:path extrusionOk="0" h="18" w="77">
                  <a:moveTo>
                    <a:pt x="43" y="0"/>
                  </a:moveTo>
                  <a:cubicBezTo>
                    <a:pt x="26" y="9"/>
                    <a:pt x="18" y="17"/>
                    <a:pt x="1" y="17"/>
                  </a:cubicBezTo>
                  <a:lnTo>
                    <a:pt x="77" y="17"/>
                  </a:lnTo>
                  <a:cubicBezTo>
                    <a:pt x="77" y="17"/>
                    <a:pt x="68"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5"/>
            <p:cNvSpPr/>
            <p:nvPr/>
          </p:nvSpPr>
          <p:spPr>
            <a:xfrm>
              <a:off x="2642050" y="3719375"/>
              <a:ext cx="1725" cy="250"/>
            </a:xfrm>
            <a:custGeom>
              <a:rect b="b" l="l" r="r" t="t"/>
              <a:pathLst>
                <a:path extrusionOk="0" h="10" w="69">
                  <a:moveTo>
                    <a:pt x="43" y="1"/>
                  </a:moveTo>
                  <a:lnTo>
                    <a:pt x="1" y="9"/>
                  </a:lnTo>
                  <a:lnTo>
                    <a:pt x="6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5"/>
            <p:cNvSpPr/>
            <p:nvPr/>
          </p:nvSpPr>
          <p:spPr>
            <a:xfrm>
              <a:off x="2633825" y="3717475"/>
              <a:ext cx="2550" cy="375"/>
            </a:xfrm>
            <a:custGeom>
              <a:rect b="b" l="l" r="r" t="t"/>
              <a:pathLst>
                <a:path extrusionOk="0" h="15" w="102">
                  <a:moveTo>
                    <a:pt x="0" y="1"/>
                  </a:moveTo>
                  <a:cubicBezTo>
                    <a:pt x="20" y="10"/>
                    <a:pt x="40" y="15"/>
                    <a:pt x="60" y="15"/>
                  </a:cubicBezTo>
                  <a:cubicBezTo>
                    <a:pt x="74" y="15"/>
                    <a:pt x="88" y="13"/>
                    <a:pt x="102" y="9"/>
                  </a:cubicBezTo>
                  <a:cubicBezTo>
                    <a:pt x="68" y="1"/>
                    <a:pt x="34"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5"/>
            <p:cNvSpPr/>
            <p:nvPr/>
          </p:nvSpPr>
          <p:spPr>
            <a:xfrm>
              <a:off x="2633825" y="3721925"/>
              <a:ext cx="1700" cy="225"/>
            </a:xfrm>
            <a:custGeom>
              <a:rect b="b" l="l" r="r" t="t"/>
              <a:pathLst>
                <a:path extrusionOk="0" h="9" w="68">
                  <a:moveTo>
                    <a:pt x="68" y="0"/>
                  </a:moveTo>
                  <a:lnTo>
                    <a:pt x="0" y="9"/>
                  </a:lnTo>
                  <a:lnTo>
                    <a:pt x="9" y="9"/>
                  </a:ln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5"/>
            <p:cNvSpPr/>
            <p:nvPr/>
          </p:nvSpPr>
          <p:spPr>
            <a:xfrm>
              <a:off x="2586225" y="3704375"/>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5"/>
            <p:cNvSpPr/>
            <p:nvPr/>
          </p:nvSpPr>
          <p:spPr>
            <a:xfrm>
              <a:off x="2575025" y="3701825"/>
              <a:ext cx="27725" cy="2975"/>
            </a:xfrm>
            <a:custGeom>
              <a:rect b="b" l="l" r="r" t="t"/>
              <a:pathLst>
                <a:path extrusionOk="0" h="119" w="1109">
                  <a:moveTo>
                    <a:pt x="93" y="1"/>
                  </a:moveTo>
                  <a:lnTo>
                    <a:pt x="93" y="1"/>
                  </a:lnTo>
                  <a:cubicBezTo>
                    <a:pt x="0" y="9"/>
                    <a:pt x="144" y="43"/>
                    <a:pt x="76" y="68"/>
                  </a:cubicBezTo>
                  <a:cubicBezTo>
                    <a:pt x="140" y="74"/>
                    <a:pt x="226" y="85"/>
                    <a:pt x="284" y="85"/>
                  </a:cubicBezTo>
                  <a:cubicBezTo>
                    <a:pt x="316" y="85"/>
                    <a:pt x="340" y="82"/>
                    <a:pt x="346" y="71"/>
                  </a:cubicBezTo>
                  <a:lnTo>
                    <a:pt x="346" y="71"/>
                  </a:lnTo>
                  <a:cubicBezTo>
                    <a:pt x="346" y="75"/>
                    <a:pt x="348" y="80"/>
                    <a:pt x="364" y="85"/>
                  </a:cubicBezTo>
                  <a:lnTo>
                    <a:pt x="423" y="60"/>
                  </a:lnTo>
                  <a:lnTo>
                    <a:pt x="364" y="43"/>
                  </a:lnTo>
                  <a:cubicBezTo>
                    <a:pt x="406" y="36"/>
                    <a:pt x="450" y="32"/>
                    <a:pt x="493" y="32"/>
                  </a:cubicBezTo>
                  <a:cubicBezTo>
                    <a:pt x="554" y="32"/>
                    <a:pt x="614" y="40"/>
                    <a:pt x="669" y="60"/>
                  </a:cubicBezTo>
                  <a:cubicBezTo>
                    <a:pt x="578" y="60"/>
                    <a:pt x="592" y="85"/>
                    <a:pt x="530" y="85"/>
                  </a:cubicBezTo>
                  <a:cubicBezTo>
                    <a:pt x="511" y="85"/>
                    <a:pt x="486" y="83"/>
                    <a:pt x="449" y="77"/>
                  </a:cubicBezTo>
                  <a:lnTo>
                    <a:pt x="449" y="77"/>
                  </a:lnTo>
                  <a:cubicBezTo>
                    <a:pt x="457" y="85"/>
                    <a:pt x="483" y="102"/>
                    <a:pt x="449" y="111"/>
                  </a:cubicBezTo>
                  <a:cubicBezTo>
                    <a:pt x="635" y="119"/>
                    <a:pt x="821" y="119"/>
                    <a:pt x="1007" y="119"/>
                  </a:cubicBezTo>
                  <a:cubicBezTo>
                    <a:pt x="855" y="77"/>
                    <a:pt x="1109" y="94"/>
                    <a:pt x="1066" y="51"/>
                  </a:cubicBezTo>
                  <a:lnTo>
                    <a:pt x="1066" y="51"/>
                  </a:lnTo>
                  <a:lnTo>
                    <a:pt x="982" y="60"/>
                  </a:lnTo>
                  <a:lnTo>
                    <a:pt x="990" y="51"/>
                  </a:lnTo>
                  <a:lnTo>
                    <a:pt x="880" y="51"/>
                  </a:lnTo>
                  <a:cubicBezTo>
                    <a:pt x="897" y="68"/>
                    <a:pt x="914" y="77"/>
                    <a:pt x="914" y="94"/>
                  </a:cubicBezTo>
                  <a:cubicBezTo>
                    <a:pt x="779" y="77"/>
                    <a:pt x="872" y="68"/>
                    <a:pt x="770" y="34"/>
                  </a:cubicBezTo>
                  <a:lnTo>
                    <a:pt x="618" y="26"/>
                  </a:lnTo>
                  <a:lnTo>
                    <a:pt x="609" y="26"/>
                  </a:lnTo>
                  <a:lnTo>
                    <a:pt x="9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5"/>
            <p:cNvSpPr/>
            <p:nvPr/>
          </p:nvSpPr>
          <p:spPr>
            <a:xfrm>
              <a:off x="2552825" y="3701825"/>
              <a:ext cx="25" cy="25"/>
            </a:xfrm>
            <a:custGeom>
              <a:rect b="b" l="l" r="r" t="t"/>
              <a:pathLst>
                <a:path extrusionOk="0" h="1" w="1">
                  <a:moveTo>
                    <a:pt x="0" y="1"/>
                  </a:moveTo>
                  <a:lnTo>
                    <a:pt x="0" y="1"/>
                  </a:lnTo>
                  <a:cubicBezTo>
                    <a:pt x="0" y="1"/>
                    <a:pt x="0"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5"/>
            <p:cNvSpPr/>
            <p:nvPr/>
          </p:nvSpPr>
          <p:spPr>
            <a:xfrm>
              <a:off x="2553025" y="3701200"/>
              <a:ext cx="3825" cy="875"/>
            </a:xfrm>
            <a:custGeom>
              <a:rect b="b" l="l" r="r" t="t"/>
              <a:pathLst>
                <a:path extrusionOk="0" h="35" w="153">
                  <a:moveTo>
                    <a:pt x="9" y="0"/>
                  </a:moveTo>
                  <a:lnTo>
                    <a:pt x="1" y="26"/>
                  </a:lnTo>
                  <a:cubicBezTo>
                    <a:pt x="13" y="21"/>
                    <a:pt x="26" y="19"/>
                    <a:pt x="39" y="19"/>
                  </a:cubicBezTo>
                  <a:cubicBezTo>
                    <a:pt x="51" y="19"/>
                    <a:pt x="64" y="21"/>
                    <a:pt x="77" y="26"/>
                  </a:cubicBezTo>
                  <a:lnTo>
                    <a:pt x="60" y="34"/>
                  </a:lnTo>
                  <a:lnTo>
                    <a:pt x="60" y="34"/>
                  </a:lnTo>
                  <a:lnTo>
                    <a:pt x="153"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5"/>
            <p:cNvSpPr/>
            <p:nvPr/>
          </p:nvSpPr>
          <p:spPr>
            <a:xfrm>
              <a:off x="2556625" y="3700975"/>
              <a:ext cx="2975" cy="1550"/>
            </a:xfrm>
            <a:custGeom>
              <a:rect b="b" l="l" r="r" t="t"/>
              <a:pathLst>
                <a:path extrusionOk="0" h="62" w="119">
                  <a:moveTo>
                    <a:pt x="119" y="1"/>
                  </a:moveTo>
                  <a:lnTo>
                    <a:pt x="119" y="1"/>
                  </a:lnTo>
                  <a:cubicBezTo>
                    <a:pt x="43" y="9"/>
                    <a:pt x="43" y="35"/>
                    <a:pt x="85" y="51"/>
                  </a:cubicBezTo>
                  <a:cubicBezTo>
                    <a:pt x="79" y="52"/>
                    <a:pt x="73" y="53"/>
                    <a:pt x="68" y="53"/>
                  </a:cubicBezTo>
                  <a:cubicBezTo>
                    <a:pt x="35" y="53"/>
                    <a:pt x="39" y="35"/>
                    <a:pt x="25" y="35"/>
                  </a:cubicBezTo>
                  <a:cubicBezTo>
                    <a:pt x="20" y="35"/>
                    <a:pt x="12" y="37"/>
                    <a:pt x="0" y="43"/>
                  </a:cubicBezTo>
                  <a:cubicBezTo>
                    <a:pt x="0" y="58"/>
                    <a:pt x="31" y="61"/>
                    <a:pt x="61" y="61"/>
                  </a:cubicBezTo>
                  <a:cubicBezTo>
                    <a:pt x="81" y="61"/>
                    <a:pt x="100" y="60"/>
                    <a:pt x="110" y="60"/>
                  </a:cubicBezTo>
                  <a:lnTo>
                    <a:pt x="11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5"/>
            <p:cNvSpPr/>
            <p:nvPr/>
          </p:nvSpPr>
          <p:spPr>
            <a:xfrm>
              <a:off x="2572700" y="3702250"/>
              <a:ext cx="1300" cy="450"/>
            </a:xfrm>
            <a:custGeom>
              <a:rect b="b" l="l" r="r" t="t"/>
              <a:pathLst>
                <a:path extrusionOk="0" h="18" w="52">
                  <a:moveTo>
                    <a:pt x="17" y="0"/>
                  </a:moveTo>
                  <a:lnTo>
                    <a:pt x="0" y="17"/>
                  </a:lnTo>
                  <a:lnTo>
                    <a:pt x="51" y="17"/>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5"/>
            <p:cNvSpPr/>
            <p:nvPr/>
          </p:nvSpPr>
          <p:spPr>
            <a:xfrm>
              <a:off x="2571425" y="3702450"/>
              <a:ext cx="1300" cy="675"/>
            </a:xfrm>
            <a:custGeom>
              <a:rect b="b" l="l" r="r" t="t"/>
              <a:pathLst>
                <a:path extrusionOk="0" h="27" w="52">
                  <a:moveTo>
                    <a:pt x="1" y="1"/>
                  </a:moveTo>
                  <a:cubicBezTo>
                    <a:pt x="1" y="9"/>
                    <a:pt x="1" y="18"/>
                    <a:pt x="9" y="26"/>
                  </a:cubicBezTo>
                  <a:lnTo>
                    <a:pt x="51" y="9"/>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5"/>
            <p:cNvSpPr/>
            <p:nvPr/>
          </p:nvSpPr>
          <p:spPr>
            <a:xfrm>
              <a:off x="2566150" y="3701625"/>
              <a:ext cx="1925" cy="225"/>
            </a:xfrm>
            <a:custGeom>
              <a:rect b="b" l="l" r="r" t="t"/>
              <a:pathLst>
                <a:path extrusionOk="0" h="9" w="77">
                  <a:moveTo>
                    <a:pt x="76" y="9"/>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5"/>
            <p:cNvSpPr/>
            <p:nvPr/>
          </p:nvSpPr>
          <p:spPr>
            <a:xfrm>
              <a:off x="2568050" y="3702250"/>
              <a:ext cx="1500" cy="225"/>
            </a:xfrm>
            <a:custGeom>
              <a:rect b="b" l="l" r="r" t="t"/>
              <a:pathLst>
                <a:path extrusionOk="0" h="9" w="60">
                  <a:moveTo>
                    <a:pt x="59" y="9"/>
                  </a:moveTo>
                  <a:lnTo>
                    <a:pt x="59" y="9"/>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5"/>
            <p:cNvSpPr/>
            <p:nvPr/>
          </p:nvSpPr>
          <p:spPr>
            <a:xfrm>
              <a:off x="2569100" y="3701200"/>
              <a:ext cx="2350" cy="1275"/>
            </a:xfrm>
            <a:custGeom>
              <a:rect b="b" l="l" r="r" t="t"/>
              <a:pathLst>
                <a:path extrusionOk="0" h="51" w="94">
                  <a:moveTo>
                    <a:pt x="0" y="0"/>
                  </a:moveTo>
                  <a:lnTo>
                    <a:pt x="17" y="34"/>
                  </a:lnTo>
                  <a:lnTo>
                    <a:pt x="94" y="51"/>
                  </a:lnTo>
                  <a:cubicBezTo>
                    <a:pt x="85" y="26"/>
                    <a:pt x="77"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5"/>
            <p:cNvSpPr/>
            <p:nvPr/>
          </p:nvSpPr>
          <p:spPr>
            <a:xfrm>
              <a:off x="2622400" y="3720425"/>
              <a:ext cx="1700" cy="250"/>
            </a:xfrm>
            <a:custGeom>
              <a:rect b="b" l="l" r="r" t="t"/>
              <a:pathLst>
                <a:path extrusionOk="0" h="10" w="68">
                  <a:moveTo>
                    <a:pt x="59" y="1"/>
                  </a:moveTo>
                  <a:lnTo>
                    <a:pt x="0" y="9"/>
                  </a:lnTo>
                  <a:lnTo>
                    <a:pt x="9"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5"/>
            <p:cNvSpPr/>
            <p:nvPr/>
          </p:nvSpPr>
          <p:spPr>
            <a:xfrm>
              <a:off x="2614575" y="3719375"/>
              <a:ext cx="1075" cy="250"/>
            </a:xfrm>
            <a:custGeom>
              <a:rect b="b" l="l" r="r" t="t"/>
              <a:pathLst>
                <a:path extrusionOk="0" h="10" w="43">
                  <a:moveTo>
                    <a:pt x="43" y="1"/>
                  </a:moveTo>
                  <a:cubicBezTo>
                    <a:pt x="34" y="1"/>
                    <a:pt x="28" y="3"/>
                    <a:pt x="21" y="5"/>
                  </a:cubicBezTo>
                  <a:lnTo>
                    <a:pt x="21" y="5"/>
                  </a:lnTo>
                  <a:lnTo>
                    <a:pt x="43" y="1"/>
                  </a:lnTo>
                  <a:close/>
                  <a:moveTo>
                    <a:pt x="21" y="5"/>
                  </a:moveTo>
                  <a:lnTo>
                    <a:pt x="0" y="9"/>
                  </a:lnTo>
                  <a:cubicBezTo>
                    <a:pt x="9" y="9"/>
                    <a:pt x="15" y="7"/>
                    <a:pt x="21"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5"/>
            <p:cNvSpPr/>
            <p:nvPr/>
          </p:nvSpPr>
          <p:spPr>
            <a:xfrm>
              <a:off x="2604200" y="3719250"/>
              <a:ext cx="10400" cy="3925"/>
            </a:xfrm>
            <a:custGeom>
              <a:rect b="b" l="l" r="r" t="t"/>
              <a:pathLst>
                <a:path extrusionOk="0" h="157" w="416">
                  <a:moveTo>
                    <a:pt x="163" y="1"/>
                  </a:moveTo>
                  <a:cubicBezTo>
                    <a:pt x="126" y="1"/>
                    <a:pt x="90" y="4"/>
                    <a:pt x="60" y="14"/>
                  </a:cubicBezTo>
                  <a:cubicBezTo>
                    <a:pt x="1" y="40"/>
                    <a:pt x="35" y="90"/>
                    <a:pt x="26" y="141"/>
                  </a:cubicBezTo>
                  <a:cubicBezTo>
                    <a:pt x="36" y="146"/>
                    <a:pt x="87" y="156"/>
                    <a:pt x="131" y="156"/>
                  </a:cubicBezTo>
                  <a:cubicBezTo>
                    <a:pt x="164" y="156"/>
                    <a:pt x="192" y="151"/>
                    <a:pt x="195" y="133"/>
                  </a:cubicBezTo>
                  <a:cubicBezTo>
                    <a:pt x="128" y="107"/>
                    <a:pt x="288" y="107"/>
                    <a:pt x="161" y="90"/>
                  </a:cubicBezTo>
                  <a:cubicBezTo>
                    <a:pt x="155" y="77"/>
                    <a:pt x="188" y="59"/>
                    <a:pt x="231" y="59"/>
                  </a:cubicBezTo>
                  <a:cubicBezTo>
                    <a:pt x="244" y="59"/>
                    <a:pt x="258" y="61"/>
                    <a:pt x="271" y="65"/>
                  </a:cubicBezTo>
                  <a:cubicBezTo>
                    <a:pt x="263" y="82"/>
                    <a:pt x="212" y="73"/>
                    <a:pt x="246" y="90"/>
                  </a:cubicBezTo>
                  <a:cubicBezTo>
                    <a:pt x="288" y="73"/>
                    <a:pt x="305" y="90"/>
                    <a:pt x="288" y="56"/>
                  </a:cubicBezTo>
                  <a:cubicBezTo>
                    <a:pt x="331" y="48"/>
                    <a:pt x="373" y="31"/>
                    <a:pt x="415" y="14"/>
                  </a:cubicBezTo>
                  <a:lnTo>
                    <a:pt x="415" y="14"/>
                  </a:lnTo>
                  <a:cubicBezTo>
                    <a:pt x="407" y="15"/>
                    <a:pt x="399" y="15"/>
                    <a:pt x="389" y="15"/>
                  </a:cubicBezTo>
                  <a:cubicBezTo>
                    <a:pt x="329" y="15"/>
                    <a:pt x="242" y="1"/>
                    <a:pt x="16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5"/>
            <p:cNvSpPr/>
            <p:nvPr/>
          </p:nvSpPr>
          <p:spPr>
            <a:xfrm>
              <a:off x="2611600" y="3723850"/>
              <a:ext cx="1525" cy="200"/>
            </a:xfrm>
            <a:custGeom>
              <a:rect b="b" l="l" r="r" t="t"/>
              <a:pathLst>
                <a:path extrusionOk="0" h="8" w="61">
                  <a:moveTo>
                    <a:pt x="50" y="0"/>
                  </a:moveTo>
                  <a:cubicBezTo>
                    <a:pt x="38" y="0"/>
                    <a:pt x="18" y="8"/>
                    <a:pt x="1" y="8"/>
                  </a:cubicBezTo>
                  <a:lnTo>
                    <a:pt x="60" y="8"/>
                  </a:lnTo>
                  <a:cubicBezTo>
                    <a:pt x="60" y="2"/>
                    <a:pt x="56" y="0"/>
                    <a:pt x="5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5"/>
            <p:cNvSpPr/>
            <p:nvPr/>
          </p:nvSpPr>
          <p:spPr>
            <a:xfrm>
              <a:off x="2592575" y="3713250"/>
              <a:ext cx="2350" cy="650"/>
            </a:xfrm>
            <a:custGeom>
              <a:rect b="b" l="l" r="r" t="t"/>
              <a:pathLst>
                <a:path extrusionOk="0" h="26" w="94">
                  <a:moveTo>
                    <a:pt x="60" y="0"/>
                  </a:moveTo>
                  <a:cubicBezTo>
                    <a:pt x="60" y="9"/>
                    <a:pt x="0" y="9"/>
                    <a:pt x="9" y="26"/>
                  </a:cubicBezTo>
                  <a:lnTo>
                    <a:pt x="94" y="26"/>
                  </a:lnTo>
                  <a:cubicBezTo>
                    <a:pt x="85" y="26"/>
                    <a:pt x="68" y="17"/>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5"/>
            <p:cNvSpPr/>
            <p:nvPr/>
          </p:nvSpPr>
          <p:spPr>
            <a:xfrm>
              <a:off x="2594900" y="3713875"/>
              <a:ext cx="1075" cy="25"/>
            </a:xfrm>
            <a:custGeom>
              <a:rect b="b" l="l" r="r" t="t"/>
              <a:pathLst>
                <a:path extrusionOk="0" h="1" w="43">
                  <a:moveTo>
                    <a:pt x="43" y="1"/>
                  </a:moveTo>
                  <a:lnTo>
                    <a:pt x="1" y="1"/>
                  </a:lnTo>
                  <a:cubicBezTo>
                    <a:pt x="17"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5"/>
            <p:cNvSpPr/>
            <p:nvPr/>
          </p:nvSpPr>
          <p:spPr>
            <a:xfrm>
              <a:off x="2594050" y="3713250"/>
              <a:ext cx="250" cy="25"/>
            </a:xfrm>
            <a:custGeom>
              <a:rect b="b" l="l" r="r" t="t"/>
              <a:pathLst>
                <a:path extrusionOk="0" h="1" w="10">
                  <a:moveTo>
                    <a:pt x="1" y="0"/>
                  </a:moveTo>
                  <a:lnTo>
                    <a:pt x="1" y="0"/>
                  </a:lnTo>
                  <a:cubicBezTo>
                    <a:pt x="1" y="0"/>
                    <a:pt x="9"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5"/>
            <p:cNvSpPr/>
            <p:nvPr/>
          </p:nvSpPr>
          <p:spPr>
            <a:xfrm>
              <a:off x="2561275" y="3701025"/>
              <a:ext cx="1500" cy="200"/>
            </a:xfrm>
            <a:custGeom>
              <a:rect b="b" l="l" r="r" t="t"/>
              <a:pathLst>
                <a:path extrusionOk="0" h="8" w="60">
                  <a:moveTo>
                    <a:pt x="40" y="1"/>
                  </a:moveTo>
                  <a:cubicBezTo>
                    <a:pt x="28" y="1"/>
                    <a:pt x="13" y="3"/>
                    <a:pt x="0" y="7"/>
                  </a:cubicBezTo>
                  <a:lnTo>
                    <a:pt x="60" y="7"/>
                  </a:lnTo>
                  <a:cubicBezTo>
                    <a:pt x="60" y="3"/>
                    <a:pt x="51" y="1"/>
                    <a:pt x="4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5"/>
            <p:cNvSpPr/>
            <p:nvPr/>
          </p:nvSpPr>
          <p:spPr>
            <a:xfrm>
              <a:off x="2525525" y="3699700"/>
              <a:ext cx="875" cy="450"/>
            </a:xfrm>
            <a:custGeom>
              <a:rect b="b" l="l" r="r" t="t"/>
              <a:pathLst>
                <a:path extrusionOk="0" h="18" w="35">
                  <a:moveTo>
                    <a:pt x="1" y="1"/>
                  </a:moveTo>
                  <a:lnTo>
                    <a:pt x="1" y="1"/>
                  </a:lnTo>
                  <a:cubicBezTo>
                    <a:pt x="9" y="9"/>
                    <a:pt x="18" y="18"/>
                    <a:pt x="35" y="18"/>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5"/>
            <p:cNvSpPr/>
            <p:nvPr/>
          </p:nvSpPr>
          <p:spPr>
            <a:xfrm>
              <a:off x="2512200" y="3708600"/>
              <a:ext cx="250" cy="225"/>
            </a:xfrm>
            <a:custGeom>
              <a:rect b="b" l="l" r="r" t="t"/>
              <a:pathLst>
                <a:path extrusionOk="0" h="9" w="10">
                  <a:moveTo>
                    <a:pt x="9" y="0"/>
                  </a:moveTo>
                  <a:cubicBezTo>
                    <a:pt x="9" y="0"/>
                    <a:pt x="9" y="0"/>
                    <a:pt x="1"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5"/>
            <p:cNvSpPr/>
            <p:nvPr/>
          </p:nvSpPr>
          <p:spPr>
            <a:xfrm>
              <a:off x="2507975" y="3708650"/>
              <a:ext cx="4250" cy="400"/>
            </a:xfrm>
            <a:custGeom>
              <a:rect b="b" l="l" r="r" t="t"/>
              <a:pathLst>
                <a:path extrusionOk="0" h="16" w="170">
                  <a:moveTo>
                    <a:pt x="80" y="1"/>
                  </a:moveTo>
                  <a:cubicBezTo>
                    <a:pt x="68" y="1"/>
                    <a:pt x="58" y="2"/>
                    <a:pt x="51" y="7"/>
                  </a:cubicBezTo>
                  <a:lnTo>
                    <a:pt x="1" y="15"/>
                  </a:lnTo>
                  <a:cubicBezTo>
                    <a:pt x="55" y="15"/>
                    <a:pt x="110" y="15"/>
                    <a:pt x="158" y="9"/>
                  </a:cubicBezTo>
                  <a:lnTo>
                    <a:pt x="158" y="9"/>
                  </a:lnTo>
                  <a:cubicBezTo>
                    <a:pt x="158" y="9"/>
                    <a:pt x="158" y="9"/>
                    <a:pt x="159" y="9"/>
                  </a:cubicBezTo>
                  <a:cubicBezTo>
                    <a:pt x="163" y="9"/>
                    <a:pt x="167" y="8"/>
                    <a:pt x="170" y="7"/>
                  </a:cubicBezTo>
                  <a:lnTo>
                    <a:pt x="170" y="7"/>
                  </a:lnTo>
                  <a:cubicBezTo>
                    <a:pt x="166" y="7"/>
                    <a:pt x="162" y="8"/>
                    <a:pt x="158" y="9"/>
                  </a:cubicBezTo>
                  <a:lnTo>
                    <a:pt x="158" y="9"/>
                  </a:lnTo>
                  <a:cubicBezTo>
                    <a:pt x="139" y="8"/>
                    <a:pt x="106" y="1"/>
                    <a:pt x="8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55"/>
          <p:cNvGrpSpPr/>
          <p:nvPr/>
        </p:nvGrpSpPr>
        <p:grpSpPr>
          <a:xfrm rot="-10261752">
            <a:off x="4991343" y="3138183"/>
            <a:ext cx="4043764" cy="1713705"/>
            <a:chOff x="543075" y="3278225"/>
            <a:chExt cx="2261650" cy="634175"/>
          </a:xfrm>
        </p:grpSpPr>
        <p:sp>
          <p:nvSpPr>
            <p:cNvPr id="4889" name="Google Shape;4889;p55"/>
            <p:cNvSpPr/>
            <p:nvPr/>
          </p:nvSpPr>
          <p:spPr>
            <a:xfrm>
              <a:off x="2599125" y="3784725"/>
              <a:ext cx="61350" cy="18425"/>
            </a:xfrm>
            <a:custGeom>
              <a:rect b="b" l="l" r="r" t="t"/>
              <a:pathLst>
                <a:path extrusionOk="0" h="737" w="2454">
                  <a:moveTo>
                    <a:pt x="1109" y="364"/>
                  </a:moveTo>
                  <a:lnTo>
                    <a:pt x="1109" y="364"/>
                  </a:lnTo>
                  <a:cubicBezTo>
                    <a:pt x="1103" y="366"/>
                    <a:pt x="1097" y="368"/>
                    <a:pt x="1091" y="369"/>
                  </a:cubicBezTo>
                  <a:lnTo>
                    <a:pt x="1091" y="369"/>
                  </a:lnTo>
                  <a:cubicBezTo>
                    <a:pt x="1097" y="368"/>
                    <a:pt x="1103" y="366"/>
                    <a:pt x="1109" y="364"/>
                  </a:cubicBezTo>
                  <a:close/>
                  <a:moveTo>
                    <a:pt x="2454" y="1"/>
                  </a:moveTo>
                  <a:lnTo>
                    <a:pt x="1608" y="246"/>
                  </a:lnTo>
                  <a:lnTo>
                    <a:pt x="1650" y="221"/>
                  </a:lnTo>
                  <a:lnTo>
                    <a:pt x="1650" y="221"/>
                  </a:lnTo>
                  <a:cubicBezTo>
                    <a:pt x="1464" y="288"/>
                    <a:pt x="1084" y="390"/>
                    <a:pt x="957" y="424"/>
                  </a:cubicBezTo>
                  <a:cubicBezTo>
                    <a:pt x="973" y="415"/>
                    <a:pt x="958" y="407"/>
                    <a:pt x="1091" y="369"/>
                  </a:cubicBezTo>
                  <a:lnTo>
                    <a:pt x="1091" y="369"/>
                  </a:lnTo>
                  <a:cubicBezTo>
                    <a:pt x="94" y="650"/>
                    <a:pt x="842" y="501"/>
                    <a:pt x="1" y="737"/>
                  </a:cubicBezTo>
                  <a:cubicBezTo>
                    <a:pt x="51" y="728"/>
                    <a:pt x="119" y="711"/>
                    <a:pt x="212" y="686"/>
                  </a:cubicBezTo>
                  <a:cubicBezTo>
                    <a:pt x="366" y="643"/>
                    <a:pt x="502" y="613"/>
                    <a:pt x="535" y="613"/>
                  </a:cubicBezTo>
                  <a:cubicBezTo>
                    <a:pt x="548" y="613"/>
                    <a:pt x="546" y="617"/>
                    <a:pt x="525" y="627"/>
                  </a:cubicBezTo>
                  <a:cubicBezTo>
                    <a:pt x="948" y="483"/>
                    <a:pt x="957" y="500"/>
                    <a:pt x="1007" y="449"/>
                  </a:cubicBezTo>
                  <a:cubicBezTo>
                    <a:pt x="1173" y="390"/>
                    <a:pt x="1351" y="345"/>
                    <a:pt x="1385" y="345"/>
                  </a:cubicBezTo>
                  <a:cubicBezTo>
                    <a:pt x="1404" y="345"/>
                    <a:pt x="1374" y="361"/>
                    <a:pt x="1261" y="398"/>
                  </a:cubicBezTo>
                  <a:lnTo>
                    <a:pt x="2039" y="153"/>
                  </a:lnTo>
                  <a:lnTo>
                    <a:pt x="1566" y="280"/>
                  </a:lnTo>
                  <a:cubicBezTo>
                    <a:pt x="1684" y="212"/>
                    <a:pt x="2319" y="77"/>
                    <a:pt x="245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5"/>
            <p:cNvSpPr/>
            <p:nvPr/>
          </p:nvSpPr>
          <p:spPr>
            <a:xfrm>
              <a:off x="2542325" y="3800175"/>
              <a:ext cx="59800" cy="17800"/>
            </a:xfrm>
            <a:custGeom>
              <a:rect b="b" l="l" r="r" t="t"/>
              <a:pathLst>
                <a:path extrusionOk="0" h="712" w="2392">
                  <a:moveTo>
                    <a:pt x="2256" y="127"/>
                  </a:moveTo>
                  <a:cubicBezTo>
                    <a:pt x="2241" y="132"/>
                    <a:pt x="2227" y="136"/>
                    <a:pt x="2215" y="140"/>
                  </a:cubicBezTo>
                  <a:lnTo>
                    <a:pt x="2215" y="140"/>
                  </a:lnTo>
                  <a:lnTo>
                    <a:pt x="2256" y="127"/>
                  </a:lnTo>
                  <a:close/>
                  <a:moveTo>
                    <a:pt x="2391" y="0"/>
                  </a:moveTo>
                  <a:cubicBezTo>
                    <a:pt x="2154" y="17"/>
                    <a:pt x="1469" y="229"/>
                    <a:pt x="1190" y="288"/>
                  </a:cubicBezTo>
                  <a:cubicBezTo>
                    <a:pt x="1255" y="277"/>
                    <a:pt x="1286" y="273"/>
                    <a:pt x="1298" y="273"/>
                  </a:cubicBezTo>
                  <a:cubicBezTo>
                    <a:pt x="1325" y="273"/>
                    <a:pt x="1242" y="295"/>
                    <a:pt x="1257" y="295"/>
                  </a:cubicBezTo>
                  <a:cubicBezTo>
                    <a:pt x="1269" y="295"/>
                    <a:pt x="1343" y="281"/>
                    <a:pt x="1588" y="229"/>
                  </a:cubicBezTo>
                  <a:lnTo>
                    <a:pt x="1588" y="229"/>
                  </a:lnTo>
                  <a:lnTo>
                    <a:pt x="1241" y="355"/>
                  </a:lnTo>
                  <a:lnTo>
                    <a:pt x="640" y="508"/>
                  </a:lnTo>
                  <a:cubicBezTo>
                    <a:pt x="640" y="521"/>
                    <a:pt x="357" y="600"/>
                    <a:pt x="398" y="600"/>
                  </a:cubicBezTo>
                  <a:cubicBezTo>
                    <a:pt x="408" y="600"/>
                    <a:pt x="438" y="596"/>
                    <a:pt x="496" y="584"/>
                  </a:cubicBezTo>
                  <a:cubicBezTo>
                    <a:pt x="555" y="567"/>
                    <a:pt x="665" y="533"/>
                    <a:pt x="758" y="508"/>
                  </a:cubicBezTo>
                  <a:lnTo>
                    <a:pt x="758" y="508"/>
                  </a:lnTo>
                  <a:cubicBezTo>
                    <a:pt x="709" y="557"/>
                    <a:pt x="1" y="711"/>
                    <a:pt x="137" y="711"/>
                  </a:cubicBezTo>
                  <a:cubicBezTo>
                    <a:pt x="141" y="711"/>
                    <a:pt x="145" y="711"/>
                    <a:pt x="149" y="711"/>
                  </a:cubicBezTo>
                  <a:cubicBezTo>
                    <a:pt x="429" y="643"/>
                    <a:pt x="708" y="567"/>
                    <a:pt x="987" y="474"/>
                  </a:cubicBezTo>
                  <a:cubicBezTo>
                    <a:pt x="1427" y="355"/>
                    <a:pt x="1740" y="279"/>
                    <a:pt x="1951" y="237"/>
                  </a:cubicBezTo>
                  <a:cubicBezTo>
                    <a:pt x="2067" y="198"/>
                    <a:pt x="2084" y="181"/>
                    <a:pt x="2215" y="140"/>
                  </a:cubicBezTo>
                  <a:lnTo>
                    <a:pt x="2215" y="140"/>
                  </a:lnTo>
                  <a:lnTo>
                    <a:pt x="2146" y="161"/>
                  </a:lnTo>
                  <a:lnTo>
                    <a:pt x="2120" y="119"/>
                  </a:lnTo>
                  <a:cubicBezTo>
                    <a:pt x="1985" y="169"/>
                    <a:pt x="1850" y="195"/>
                    <a:pt x="1697" y="237"/>
                  </a:cubicBezTo>
                  <a:lnTo>
                    <a:pt x="239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5"/>
            <p:cNvSpPr/>
            <p:nvPr/>
          </p:nvSpPr>
          <p:spPr>
            <a:xfrm>
              <a:off x="2598700" y="3803350"/>
              <a:ext cx="450" cy="25"/>
            </a:xfrm>
            <a:custGeom>
              <a:rect b="b" l="l" r="r" t="t"/>
              <a:pathLst>
                <a:path extrusionOk="0" h="1" w="18">
                  <a:moveTo>
                    <a:pt x="1" y="0"/>
                  </a:move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5"/>
            <p:cNvSpPr/>
            <p:nvPr/>
          </p:nvSpPr>
          <p:spPr>
            <a:xfrm>
              <a:off x="2504800" y="3810550"/>
              <a:ext cx="54400" cy="14800"/>
            </a:xfrm>
            <a:custGeom>
              <a:rect b="b" l="l" r="r" t="t"/>
              <a:pathLst>
                <a:path extrusionOk="0" h="592" w="2176">
                  <a:moveTo>
                    <a:pt x="2138" y="1"/>
                  </a:moveTo>
                  <a:cubicBezTo>
                    <a:pt x="2126" y="1"/>
                    <a:pt x="2088" y="8"/>
                    <a:pt x="2006" y="25"/>
                  </a:cubicBezTo>
                  <a:cubicBezTo>
                    <a:pt x="1168" y="237"/>
                    <a:pt x="585" y="406"/>
                    <a:pt x="1" y="592"/>
                  </a:cubicBezTo>
                  <a:cubicBezTo>
                    <a:pt x="475" y="473"/>
                    <a:pt x="1007" y="330"/>
                    <a:pt x="1405" y="245"/>
                  </a:cubicBezTo>
                  <a:lnTo>
                    <a:pt x="1405" y="245"/>
                  </a:lnTo>
                  <a:lnTo>
                    <a:pt x="1244" y="313"/>
                  </a:lnTo>
                  <a:cubicBezTo>
                    <a:pt x="796" y="397"/>
                    <a:pt x="525" y="482"/>
                    <a:pt x="94" y="583"/>
                  </a:cubicBezTo>
                  <a:lnTo>
                    <a:pt x="1075" y="363"/>
                  </a:lnTo>
                  <a:cubicBezTo>
                    <a:pt x="1218" y="335"/>
                    <a:pt x="1288" y="323"/>
                    <a:pt x="1307" y="323"/>
                  </a:cubicBezTo>
                  <a:cubicBezTo>
                    <a:pt x="1348" y="323"/>
                    <a:pt x="1124" y="384"/>
                    <a:pt x="872" y="448"/>
                  </a:cubicBezTo>
                  <a:cubicBezTo>
                    <a:pt x="940" y="431"/>
                    <a:pt x="999" y="414"/>
                    <a:pt x="1067" y="406"/>
                  </a:cubicBezTo>
                  <a:cubicBezTo>
                    <a:pt x="1097" y="393"/>
                    <a:pt x="1648" y="242"/>
                    <a:pt x="1610" y="242"/>
                  </a:cubicBezTo>
                  <a:cubicBezTo>
                    <a:pt x="1595" y="242"/>
                    <a:pt x="1499" y="264"/>
                    <a:pt x="1261" y="321"/>
                  </a:cubicBezTo>
                  <a:cubicBezTo>
                    <a:pt x="1287" y="279"/>
                    <a:pt x="1820" y="169"/>
                    <a:pt x="2048" y="101"/>
                  </a:cubicBezTo>
                  <a:lnTo>
                    <a:pt x="2048" y="101"/>
                  </a:lnTo>
                  <a:cubicBezTo>
                    <a:pt x="2017" y="107"/>
                    <a:pt x="2000" y="110"/>
                    <a:pt x="1993" y="110"/>
                  </a:cubicBezTo>
                  <a:cubicBezTo>
                    <a:pt x="1958" y="110"/>
                    <a:pt x="2115" y="59"/>
                    <a:pt x="2073" y="59"/>
                  </a:cubicBezTo>
                  <a:cubicBezTo>
                    <a:pt x="1955" y="93"/>
                    <a:pt x="1828" y="135"/>
                    <a:pt x="1633" y="177"/>
                  </a:cubicBezTo>
                  <a:cubicBezTo>
                    <a:pt x="1629" y="178"/>
                    <a:pt x="1626" y="178"/>
                    <a:pt x="1623" y="178"/>
                  </a:cubicBezTo>
                  <a:cubicBezTo>
                    <a:pt x="1567" y="178"/>
                    <a:pt x="1839" y="99"/>
                    <a:pt x="2056" y="59"/>
                  </a:cubicBezTo>
                  <a:lnTo>
                    <a:pt x="2056" y="59"/>
                  </a:lnTo>
                  <a:cubicBezTo>
                    <a:pt x="2019" y="66"/>
                    <a:pt x="1998" y="69"/>
                    <a:pt x="1988" y="69"/>
                  </a:cubicBezTo>
                  <a:cubicBezTo>
                    <a:pt x="1942" y="69"/>
                    <a:pt x="2176" y="1"/>
                    <a:pt x="213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5"/>
            <p:cNvSpPr/>
            <p:nvPr/>
          </p:nvSpPr>
          <p:spPr>
            <a:xfrm>
              <a:off x="543075" y="3278225"/>
              <a:ext cx="1998550" cy="634175"/>
            </a:xfrm>
            <a:custGeom>
              <a:rect b="b" l="l" r="r" t="t"/>
              <a:pathLst>
                <a:path extrusionOk="0" h="25367" w="79942">
                  <a:moveTo>
                    <a:pt x="178" y="584"/>
                  </a:moveTo>
                  <a:lnTo>
                    <a:pt x="178" y="584"/>
                  </a:lnTo>
                  <a:cubicBezTo>
                    <a:pt x="195" y="719"/>
                    <a:pt x="203" y="796"/>
                    <a:pt x="220" y="880"/>
                  </a:cubicBezTo>
                  <a:lnTo>
                    <a:pt x="178" y="584"/>
                  </a:lnTo>
                  <a:close/>
                  <a:moveTo>
                    <a:pt x="220" y="880"/>
                  </a:moveTo>
                  <a:lnTo>
                    <a:pt x="222" y="889"/>
                  </a:lnTo>
                  <a:lnTo>
                    <a:pt x="222" y="889"/>
                  </a:lnTo>
                  <a:cubicBezTo>
                    <a:pt x="222" y="886"/>
                    <a:pt x="221" y="883"/>
                    <a:pt x="220" y="880"/>
                  </a:cubicBezTo>
                  <a:close/>
                  <a:moveTo>
                    <a:pt x="2868" y="8121"/>
                  </a:moveTo>
                  <a:lnTo>
                    <a:pt x="2868" y="8121"/>
                  </a:lnTo>
                  <a:cubicBezTo>
                    <a:pt x="2892" y="8169"/>
                    <a:pt x="2920" y="8213"/>
                    <a:pt x="2955" y="8252"/>
                  </a:cubicBezTo>
                  <a:lnTo>
                    <a:pt x="2955" y="8252"/>
                  </a:lnTo>
                  <a:cubicBezTo>
                    <a:pt x="2927" y="8210"/>
                    <a:pt x="2898" y="8167"/>
                    <a:pt x="2868" y="8121"/>
                  </a:cubicBezTo>
                  <a:close/>
                  <a:moveTo>
                    <a:pt x="3233" y="8360"/>
                  </a:moveTo>
                  <a:cubicBezTo>
                    <a:pt x="3267" y="8408"/>
                    <a:pt x="3300" y="8456"/>
                    <a:pt x="3333" y="8502"/>
                  </a:cubicBezTo>
                  <a:lnTo>
                    <a:pt x="3249" y="8375"/>
                  </a:lnTo>
                  <a:cubicBezTo>
                    <a:pt x="3242" y="8369"/>
                    <a:pt x="3237" y="8364"/>
                    <a:pt x="3233" y="8360"/>
                  </a:cubicBezTo>
                  <a:close/>
                  <a:moveTo>
                    <a:pt x="5239" y="10862"/>
                  </a:moveTo>
                  <a:lnTo>
                    <a:pt x="5254" y="10879"/>
                  </a:lnTo>
                  <a:lnTo>
                    <a:pt x="5372" y="10998"/>
                  </a:lnTo>
                  <a:cubicBezTo>
                    <a:pt x="5323" y="10949"/>
                    <a:pt x="5279" y="10904"/>
                    <a:pt x="5239" y="10862"/>
                  </a:cubicBezTo>
                  <a:close/>
                  <a:moveTo>
                    <a:pt x="12520" y="16086"/>
                  </a:moveTo>
                  <a:cubicBezTo>
                    <a:pt x="12575" y="16113"/>
                    <a:pt x="12628" y="16136"/>
                    <a:pt x="12676" y="16158"/>
                  </a:cubicBezTo>
                  <a:lnTo>
                    <a:pt x="12676" y="16158"/>
                  </a:lnTo>
                  <a:cubicBezTo>
                    <a:pt x="12641" y="16142"/>
                    <a:pt x="12584" y="16116"/>
                    <a:pt x="12520" y="16086"/>
                  </a:cubicBezTo>
                  <a:close/>
                  <a:moveTo>
                    <a:pt x="12676" y="16158"/>
                  </a:moveTo>
                  <a:cubicBezTo>
                    <a:pt x="12701" y="16169"/>
                    <a:pt x="12716" y="16176"/>
                    <a:pt x="12717" y="16176"/>
                  </a:cubicBezTo>
                  <a:cubicBezTo>
                    <a:pt x="12717" y="16176"/>
                    <a:pt x="12716" y="16175"/>
                    <a:pt x="12715" y="16175"/>
                  </a:cubicBezTo>
                  <a:cubicBezTo>
                    <a:pt x="12702" y="16169"/>
                    <a:pt x="12690" y="16164"/>
                    <a:pt x="12676" y="16158"/>
                  </a:cubicBezTo>
                  <a:close/>
                  <a:moveTo>
                    <a:pt x="15059" y="17333"/>
                  </a:moveTo>
                  <a:cubicBezTo>
                    <a:pt x="15059" y="17333"/>
                    <a:pt x="15058" y="17334"/>
                    <a:pt x="15058" y="17334"/>
                  </a:cubicBezTo>
                  <a:lnTo>
                    <a:pt x="15058" y="17334"/>
                  </a:lnTo>
                  <a:lnTo>
                    <a:pt x="15127" y="17357"/>
                  </a:lnTo>
                  <a:lnTo>
                    <a:pt x="15127" y="17357"/>
                  </a:lnTo>
                  <a:cubicBezTo>
                    <a:pt x="15093" y="17344"/>
                    <a:pt x="15065" y="17333"/>
                    <a:pt x="15059" y="17333"/>
                  </a:cubicBezTo>
                  <a:close/>
                  <a:moveTo>
                    <a:pt x="15127" y="17357"/>
                  </a:moveTo>
                  <a:cubicBezTo>
                    <a:pt x="15194" y="17382"/>
                    <a:pt x="15286" y="17420"/>
                    <a:pt x="15291" y="17420"/>
                  </a:cubicBezTo>
                  <a:cubicBezTo>
                    <a:pt x="15293" y="17420"/>
                    <a:pt x="15278" y="17412"/>
                    <a:pt x="15236" y="17393"/>
                  </a:cubicBezTo>
                  <a:lnTo>
                    <a:pt x="15127" y="17357"/>
                  </a:lnTo>
                  <a:close/>
                  <a:moveTo>
                    <a:pt x="14787" y="17469"/>
                  </a:moveTo>
                  <a:cubicBezTo>
                    <a:pt x="14793" y="17471"/>
                    <a:pt x="14797" y="17473"/>
                    <a:pt x="14801" y="17475"/>
                  </a:cubicBezTo>
                  <a:lnTo>
                    <a:pt x="14801" y="17475"/>
                  </a:lnTo>
                  <a:cubicBezTo>
                    <a:pt x="14796" y="17473"/>
                    <a:pt x="14792" y="17471"/>
                    <a:pt x="14787" y="17469"/>
                  </a:cubicBezTo>
                  <a:close/>
                  <a:moveTo>
                    <a:pt x="19245" y="19357"/>
                  </a:moveTo>
                  <a:lnTo>
                    <a:pt x="19245" y="19357"/>
                  </a:lnTo>
                  <a:cubicBezTo>
                    <a:pt x="19251" y="19359"/>
                    <a:pt x="19257" y="19362"/>
                    <a:pt x="19263" y="19364"/>
                  </a:cubicBezTo>
                  <a:cubicBezTo>
                    <a:pt x="19257" y="19362"/>
                    <a:pt x="19251" y="19359"/>
                    <a:pt x="19245" y="19357"/>
                  </a:cubicBezTo>
                  <a:close/>
                  <a:moveTo>
                    <a:pt x="22902" y="20283"/>
                  </a:moveTo>
                  <a:cubicBezTo>
                    <a:pt x="22923" y="20290"/>
                    <a:pt x="22942" y="20297"/>
                    <a:pt x="22959" y="20303"/>
                  </a:cubicBezTo>
                  <a:cubicBezTo>
                    <a:pt x="22926" y="20291"/>
                    <a:pt x="22910" y="20285"/>
                    <a:pt x="22902" y="20283"/>
                  </a:cubicBezTo>
                  <a:close/>
                  <a:moveTo>
                    <a:pt x="22917" y="20581"/>
                  </a:moveTo>
                  <a:cubicBezTo>
                    <a:pt x="22913" y="20581"/>
                    <a:pt x="22910" y="20581"/>
                    <a:pt x="22909" y="20582"/>
                  </a:cubicBezTo>
                  <a:lnTo>
                    <a:pt x="22933" y="20582"/>
                  </a:lnTo>
                  <a:cubicBezTo>
                    <a:pt x="22927" y="20581"/>
                    <a:pt x="22922" y="20581"/>
                    <a:pt x="22917" y="20581"/>
                  </a:cubicBezTo>
                  <a:close/>
                  <a:moveTo>
                    <a:pt x="24843" y="20851"/>
                  </a:moveTo>
                  <a:lnTo>
                    <a:pt x="24843" y="20851"/>
                  </a:lnTo>
                  <a:cubicBezTo>
                    <a:pt x="24846" y="20852"/>
                    <a:pt x="24850" y="20852"/>
                    <a:pt x="24854" y="20853"/>
                  </a:cubicBezTo>
                  <a:cubicBezTo>
                    <a:pt x="24850" y="20852"/>
                    <a:pt x="24846" y="20851"/>
                    <a:pt x="24843" y="20851"/>
                  </a:cubicBezTo>
                  <a:close/>
                  <a:moveTo>
                    <a:pt x="24017" y="20574"/>
                  </a:moveTo>
                  <a:lnTo>
                    <a:pt x="24017" y="20574"/>
                  </a:lnTo>
                  <a:cubicBezTo>
                    <a:pt x="24537" y="20735"/>
                    <a:pt x="24600" y="20725"/>
                    <a:pt x="25107" y="20862"/>
                  </a:cubicBezTo>
                  <a:lnTo>
                    <a:pt x="25107" y="20862"/>
                  </a:lnTo>
                  <a:cubicBezTo>
                    <a:pt x="24647" y="20728"/>
                    <a:pt x="24208" y="20613"/>
                    <a:pt x="24017" y="20574"/>
                  </a:cubicBezTo>
                  <a:close/>
                  <a:moveTo>
                    <a:pt x="25107" y="20862"/>
                  </a:moveTo>
                  <a:lnTo>
                    <a:pt x="25107" y="20862"/>
                  </a:lnTo>
                  <a:cubicBezTo>
                    <a:pt x="25136" y="20870"/>
                    <a:pt x="25164" y="20878"/>
                    <a:pt x="25193" y="20887"/>
                  </a:cubicBezTo>
                  <a:lnTo>
                    <a:pt x="25170" y="20879"/>
                  </a:lnTo>
                  <a:lnTo>
                    <a:pt x="25170" y="20879"/>
                  </a:lnTo>
                  <a:cubicBezTo>
                    <a:pt x="25148" y="20873"/>
                    <a:pt x="25127" y="20867"/>
                    <a:pt x="25107" y="20862"/>
                  </a:cubicBezTo>
                  <a:close/>
                  <a:moveTo>
                    <a:pt x="78563" y="21978"/>
                  </a:moveTo>
                  <a:cubicBezTo>
                    <a:pt x="78419" y="22013"/>
                    <a:pt x="78314" y="22039"/>
                    <a:pt x="78224" y="22062"/>
                  </a:cubicBezTo>
                  <a:lnTo>
                    <a:pt x="78224" y="22062"/>
                  </a:lnTo>
                  <a:cubicBezTo>
                    <a:pt x="78265" y="22054"/>
                    <a:pt x="78307" y="22045"/>
                    <a:pt x="78351" y="22037"/>
                  </a:cubicBezTo>
                  <a:lnTo>
                    <a:pt x="78351" y="22037"/>
                  </a:lnTo>
                  <a:lnTo>
                    <a:pt x="78292" y="22071"/>
                  </a:lnTo>
                  <a:cubicBezTo>
                    <a:pt x="78334" y="22062"/>
                    <a:pt x="78631" y="21978"/>
                    <a:pt x="78563" y="21978"/>
                  </a:cubicBezTo>
                  <a:close/>
                  <a:moveTo>
                    <a:pt x="78224" y="22062"/>
                  </a:moveTo>
                  <a:lnTo>
                    <a:pt x="78224" y="22062"/>
                  </a:lnTo>
                  <a:cubicBezTo>
                    <a:pt x="78076" y="22093"/>
                    <a:pt x="77949" y="22125"/>
                    <a:pt x="77823" y="22159"/>
                  </a:cubicBezTo>
                  <a:lnTo>
                    <a:pt x="77823" y="22159"/>
                  </a:lnTo>
                  <a:cubicBezTo>
                    <a:pt x="77984" y="22122"/>
                    <a:pt x="78088" y="22096"/>
                    <a:pt x="78224" y="22062"/>
                  </a:cubicBezTo>
                  <a:close/>
                  <a:moveTo>
                    <a:pt x="77116" y="22444"/>
                  </a:moveTo>
                  <a:lnTo>
                    <a:pt x="77082" y="22452"/>
                  </a:lnTo>
                  <a:cubicBezTo>
                    <a:pt x="77093" y="22449"/>
                    <a:pt x="77104" y="22447"/>
                    <a:pt x="77116" y="22444"/>
                  </a:cubicBezTo>
                  <a:close/>
                  <a:moveTo>
                    <a:pt x="74460" y="22739"/>
                  </a:moveTo>
                  <a:lnTo>
                    <a:pt x="74375" y="22756"/>
                  </a:lnTo>
                  <a:cubicBezTo>
                    <a:pt x="74388" y="22754"/>
                    <a:pt x="74401" y="22753"/>
                    <a:pt x="74413" y="22751"/>
                  </a:cubicBezTo>
                  <a:lnTo>
                    <a:pt x="74413" y="22751"/>
                  </a:lnTo>
                  <a:cubicBezTo>
                    <a:pt x="74428" y="22747"/>
                    <a:pt x="74444" y="22743"/>
                    <a:pt x="74460" y="22739"/>
                  </a:cubicBezTo>
                  <a:close/>
                  <a:moveTo>
                    <a:pt x="32386" y="23010"/>
                  </a:moveTo>
                  <a:lnTo>
                    <a:pt x="32569" y="23052"/>
                  </a:lnTo>
                  <a:lnTo>
                    <a:pt x="32527" y="23044"/>
                  </a:lnTo>
                  <a:cubicBezTo>
                    <a:pt x="32468" y="23030"/>
                    <a:pt x="32422" y="23019"/>
                    <a:pt x="32386" y="23010"/>
                  </a:cubicBezTo>
                  <a:close/>
                  <a:moveTo>
                    <a:pt x="33170" y="23179"/>
                  </a:moveTo>
                  <a:lnTo>
                    <a:pt x="33440" y="23238"/>
                  </a:lnTo>
                  <a:lnTo>
                    <a:pt x="33339" y="23238"/>
                  </a:lnTo>
                  <a:cubicBezTo>
                    <a:pt x="33280" y="23230"/>
                    <a:pt x="33221" y="23205"/>
                    <a:pt x="33170" y="23179"/>
                  </a:cubicBezTo>
                  <a:close/>
                  <a:moveTo>
                    <a:pt x="35314" y="23678"/>
                  </a:moveTo>
                  <a:cubicBezTo>
                    <a:pt x="35317" y="23678"/>
                    <a:pt x="35322" y="23678"/>
                    <a:pt x="35327" y="23678"/>
                  </a:cubicBezTo>
                  <a:cubicBezTo>
                    <a:pt x="35784" y="23771"/>
                    <a:pt x="35750" y="23687"/>
                    <a:pt x="36173" y="23805"/>
                  </a:cubicBezTo>
                  <a:cubicBezTo>
                    <a:pt x="36238" y="23789"/>
                    <a:pt x="36139" y="23765"/>
                    <a:pt x="35988" y="23733"/>
                  </a:cubicBezTo>
                  <a:lnTo>
                    <a:pt x="35988" y="23733"/>
                  </a:lnTo>
                  <a:cubicBezTo>
                    <a:pt x="35998" y="23735"/>
                    <a:pt x="36007" y="23735"/>
                    <a:pt x="36016" y="23735"/>
                  </a:cubicBezTo>
                  <a:cubicBezTo>
                    <a:pt x="36031" y="23735"/>
                    <a:pt x="36046" y="23733"/>
                    <a:pt x="36063" y="23729"/>
                  </a:cubicBezTo>
                  <a:lnTo>
                    <a:pt x="36537" y="23814"/>
                  </a:lnTo>
                  <a:cubicBezTo>
                    <a:pt x="36672" y="23839"/>
                    <a:pt x="36790" y="23864"/>
                    <a:pt x="36748" y="23864"/>
                  </a:cubicBezTo>
                  <a:cubicBezTo>
                    <a:pt x="36743" y="23867"/>
                    <a:pt x="36730" y="23869"/>
                    <a:pt x="36712" y="23869"/>
                  </a:cubicBezTo>
                  <a:cubicBezTo>
                    <a:pt x="36577" y="23869"/>
                    <a:pt x="36127" y="23797"/>
                    <a:pt x="35978" y="23797"/>
                  </a:cubicBezTo>
                  <a:cubicBezTo>
                    <a:pt x="35839" y="23788"/>
                    <a:pt x="35219" y="23678"/>
                    <a:pt x="35314" y="23678"/>
                  </a:cubicBezTo>
                  <a:close/>
                  <a:moveTo>
                    <a:pt x="67901" y="24082"/>
                  </a:moveTo>
                  <a:cubicBezTo>
                    <a:pt x="67875" y="24085"/>
                    <a:pt x="67851" y="24089"/>
                    <a:pt x="67828" y="24093"/>
                  </a:cubicBezTo>
                  <a:cubicBezTo>
                    <a:pt x="67853" y="24089"/>
                    <a:pt x="67877" y="24085"/>
                    <a:pt x="67901" y="24082"/>
                  </a:cubicBezTo>
                  <a:close/>
                  <a:moveTo>
                    <a:pt x="37450" y="23847"/>
                  </a:moveTo>
                  <a:lnTo>
                    <a:pt x="38508" y="24008"/>
                  </a:lnTo>
                  <a:cubicBezTo>
                    <a:pt x="38685" y="24042"/>
                    <a:pt x="38863" y="24067"/>
                    <a:pt x="39041" y="24093"/>
                  </a:cubicBezTo>
                  <a:lnTo>
                    <a:pt x="39582" y="24169"/>
                  </a:lnTo>
                  <a:lnTo>
                    <a:pt x="39497" y="24135"/>
                  </a:lnTo>
                  <a:lnTo>
                    <a:pt x="39497" y="24135"/>
                  </a:lnTo>
                  <a:cubicBezTo>
                    <a:pt x="39717" y="24169"/>
                    <a:pt x="39912" y="24177"/>
                    <a:pt x="40039" y="24211"/>
                  </a:cubicBezTo>
                  <a:lnTo>
                    <a:pt x="39853" y="24211"/>
                  </a:lnTo>
                  <a:lnTo>
                    <a:pt x="39421" y="24186"/>
                  </a:lnTo>
                  <a:cubicBezTo>
                    <a:pt x="39252" y="24177"/>
                    <a:pt x="39074" y="24169"/>
                    <a:pt x="38914" y="24160"/>
                  </a:cubicBezTo>
                  <a:lnTo>
                    <a:pt x="38516" y="24127"/>
                  </a:lnTo>
                  <a:cubicBezTo>
                    <a:pt x="38076" y="24067"/>
                    <a:pt x="37602" y="24000"/>
                    <a:pt x="37332" y="23949"/>
                  </a:cubicBezTo>
                  <a:lnTo>
                    <a:pt x="37332" y="23949"/>
                  </a:lnTo>
                  <a:lnTo>
                    <a:pt x="37476" y="23966"/>
                  </a:lnTo>
                  <a:cubicBezTo>
                    <a:pt x="38261" y="24083"/>
                    <a:pt x="38627" y="24131"/>
                    <a:pt x="38712" y="24131"/>
                  </a:cubicBezTo>
                  <a:cubicBezTo>
                    <a:pt x="38854" y="24131"/>
                    <a:pt x="38221" y="24001"/>
                    <a:pt x="37450" y="23847"/>
                  </a:cubicBezTo>
                  <a:close/>
                  <a:moveTo>
                    <a:pt x="38430" y="24346"/>
                  </a:moveTo>
                  <a:cubicBezTo>
                    <a:pt x="38430" y="24346"/>
                    <a:pt x="38431" y="24346"/>
                    <a:pt x="38431" y="24347"/>
                  </a:cubicBezTo>
                  <a:cubicBezTo>
                    <a:pt x="38431" y="24346"/>
                    <a:pt x="38431" y="24346"/>
                    <a:pt x="38430" y="24346"/>
                  </a:cubicBezTo>
                  <a:close/>
                  <a:moveTo>
                    <a:pt x="40427" y="24352"/>
                  </a:moveTo>
                  <a:lnTo>
                    <a:pt x="40427" y="24352"/>
                  </a:lnTo>
                  <a:cubicBezTo>
                    <a:pt x="40432" y="24353"/>
                    <a:pt x="40438" y="24354"/>
                    <a:pt x="40445" y="24355"/>
                  </a:cubicBezTo>
                  <a:lnTo>
                    <a:pt x="40427" y="24352"/>
                  </a:lnTo>
                  <a:close/>
                  <a:moveTo>
                    <a:pt x="40039" y="24321"/>
                  </a:moveTo>
                  <a:lnTo>
                    <a:pt x="40470" y="24372"/>
                  </a:lnTo>
                  <a:cubicBezTo>
                    <a:pt x="40434" y="24372"/>
                    <a:pt x="40444" y="24382"/>
                    <a:pt x="40398" y="24382"/>
                  </a:cubicBezTo>
                  <a:cubicBezTo>
                    <a:pt x="40357" y="24382"/>
                    <a:pt x="40275" y="24374"/>
                    <a:pt x="40081" y="24347"/>
                  </a:cubicBezTo>
                  <a:cubicBezTo>
                    <a:pt x="40115" y="24338"/>
                    <a:pt x="40090" y="24330"/>
                    <a:pt x="40039" y="24321"/>
                  </a:cubicBezTo>
                  <a:close/>
                  <a:moveTo>
                    <a:pt x="46644" y="24583"/>
                  </a:moveTo>
                  <a:cubicBezTo>
                    <a:pt x="46650" y="24586"/>
                    <a:pt x="46667" y="24588"/>
                    <a:pt x="46696" y="24592"/>
                  </a:cubicBezTo>
                  <a:cubicBezTo>
                    <a:pt x="46679" y="24589"/>
                    <a:pt x="46661" y="24586"/>
                    <a:pt x="46644" y="24583"/>
                  </a:cubicBezTo>
                  <a:close/>
                  <a:moveTo>
                    <a:pt x="63350" y="24664"/>
                  </a:moveTo>
                  <a:lnTo>
                    <a:pt x="63285" y="24668"/>
                  </a:lnTo>
                  <a:cubicBezTo>
                    <a:pt x="63301" y="24667"/>
                    <a:pt x="63323" y="24666"/>
                    <a:pt x="63350" y="24664"/>
                  </a:cubicBezTo>
                  <a:close/>
                  <a:moveTo>
                    <a:pt x="50266" y="24668"/>
                  </a:moveTo>
                  <a:lnTo>
                    <a:pt x="50276" y="24674"/>
                  </a:lnTo>
                  <a:lnTo>
                    <a:pt x="50276" y="24674"/>
                  </a:lnTo>
                  <a:cubicBezTo>
                    <a:pt x="50332" y="24674"/>
                    <a:pt x="50388" y="24674"/>
                    <a:pt x="50443" y="24674"/>
                  </a:cubicBezTo>
                  <a:lnTo>
                    <a:pt x="50443" y="24674"/>
                  </a:lnTo>
                  <a:cubicBezTo>
                    <a:pt x="50642" y="24682"/>
                    <a:pt x="50815" y="24694"/>
                    <a:pt x="50961" y="24694"/>
                  </a:cubicBezTo>
                  <a:cubicBezTo>
                    <a:pt x="51028" y="24694"/>
                    <a:pt x="51090" y="24692"/>
                    <a:pt x="51146" y="24685"/>
                  </a:cubicBezTo>
                  <a:lnTo>
                    <a:pt x="50715" y="24685"/>
                  </a:lnTo>
                  <a:lnTo>
                    <a:pt x="50723" y="24676"/>
                  </a:lnTo>
                  <a:cubicBezTo>
                    <a:pt x="50647" y="24674"/>
                    <a:pt x="50565" y="24674"/>
                    <a:pt x="50482" y="24674"/>
                  </a:cubicBezTo>
                  <a:cubicBezTo>
                    <a:pt x="50469" y="24674"/>
                    <a:pt x="50456" y="24674"/>
                    <a:pt x="50443" y="24674"/>
                  </a:cubicBezTo>
                  <a:lnTo>
                    <a:pt x="50443" y="24674"/>
                  </a:lnTo>
                  <a:cubicBezTo>
                    <a:pt x="50386" y="24671"/>
                    <a:pt x="50327" y="24669"/>
                    <a:pt x="50266" y="24668"/>
                  </a:cubicBezTo>
                  <a:close/>
                  <a:moveTo>
                    <a:pt x="54067" y="24734"/>
                  </a:moveTo>
                  <a:lnTo>
                    <a:pt x="54067" y="24734"/>
                  </a:lnTo>
                  <a:cubicBezTo>
                    <a:pt x="54048" y="24735"/>
                    <a:pt x="54030" y="24735"/>
                    <a:pt x="54014" y="24736"/>
                  </a:cubicBezTo>
                  <a:cubicBezTo>
                    <a:pt x="54029" y="24736"/>
                    <a:pt x="54048" y="24735"/>
                    <a:pt x="54067" y="24734"/>
                  </a:cubicBezTo>
                  <a:close/>
                  <a:moveTo>
                    <a:pt x="44336" y="24820"/>
                  </a:moveTo>
                  <a:cubicBezTo>
                    <a:pt x="44322" y="24820"/>
                    <a:pt x="44322" y="24822"/>
                    <a:pt x="44331" y="24824"/>
                  </a:cubicBezTo>
                  <a:lnTo>
                    <a:pt x="44331" y="24824"/>
                  </a:lnTo>
                  <a:cubicBezTo>
                    <a:pt x="44334" y="24823"/>
                    <a:pt x="44336" y="24822"/>
                    <a:pt x="44336" y="24820"/>
                  </a:cubicBezTo>
                  <a:close/>
                  <a:moveTo>
                    <a:pt x="40597" y="24431"/>
                  </a:moveTo>
                  <a:lnTo>
                    <a:pt x="40597" y="24431"/>
                  </a:lnTo>
                  <a:cubicBezTo>
                    <a:pt x="40749" y="24448"/>
                    <a:pt x="41054" y="24465"/>
                    <a:pt x="41037" y="24490"/>
                  </a:cubicBezTo>
                  <a:cubicBezTo>
                    <a:pt x="41054" y="24473"/>
                    <a:pt x="41299" y="24482"/>
                    <a:pt x="40842" y="24440"/>
                  </a:cubicBezTo>
                  <a:lnTo>
                    <a:pt x="40842" y="24440"/>
                  </a:lnTo>
                  <a:cubicBezTo>
                    <a:pt x="40952" y="24448"/>
                    <a:pt x="41071" y="24456"/>
                    <a:pt x="41181" y="24456"/>
                  </a:cubicBezTo>
                  <a:cubicBezTo>
                    <a:pt x="41155" y="24448"/>
                    <a:pt x="41139" y="24448"/>
                    <a:pt x="41113" y="24440"/>
                  </a:cubicBezTo>
                  <a:lnTo>
                    <a:pt x="41113" y="24440"/>
                  </a:lnTo>
                  <a:lnTo>
                    <a:pt x="41418" y="24473"/>
                  </a:lnTo>
                  <a:cubicBezTo>
                    <a:pt x="41545" y="24490"/>
                    <a:pt x="41773" y="24516"/>
                    <a:pt x="41976" y="24558"/>
                  </a:cubicBezTo>
                  <a:cubicBezTo>
                    <a:pt x="41866" y="24558"/>
                    <a:pt x="41765" y="24550"/>
                    <a:pt x="41655" y="24541"/>
                  </a:cubicBezTo>
                  <a:lnTo>
                    <a:pt x="41655" y="24541"/>
                  </a:lnTo>
                  <a:cubicBezTo>
                    <a:pt x="41959" y="24583"/>
                    <a:pt x="42238" y="24609"/>
                    <a:pt x="42416" y="24626"/>
                  </a:cubicBezTo>
                  <a:cubicBezTo>
                    <a:pt x="41934" y="24566"/>
                    <a:pt x="42196" y="24575"/>
                    <a:pt x="42086" y="24541"/>
                  </a:cubicBezTo>
                  <a:lnTo>
                    <a:pt x="42086" y="24541"/>
                  </a:lnTo>
                  <a:cubicBezTo>
                    <a:pt x="42390" y="24566"/>
                    <a:pt x="42873" y="24626"/>
                    <a:pt x="43050" y="24634"/>
                  </a:cubicBezTo>
                  <a:cubicBezTo>
                    <a:pt x="43456" y="24685"/>
                    <a:pt x="43795" y="24736"/>
                    <a:pt x="43524" y="24736"/>
                  </a:cubicBezTo>
                  <a:cubicBezTo>
                    <a:pt x="43786" y="24744"/>
                    <a:pt x="44057" y="24778"/>
                    <a:pt x="44336" y="24778"/>
                  </a:cubicBezTo>
                  <a:cubicBezTo>
                    <a:pt x="43820" y="24761"/>
                    <a:pt x="44336" y="24719"/>
                    <a:pt x="43668" y="24702"/>
                  </a:cubicBezTo>
                  <a:cubicBezTo>
                    <a:pt x="43618" y="24687"/>
                    <a:pt x="43631" y="24680"/>
                    <a:pt x="43683" y="24680"/>
                  </a:cubicBezTo>
                  <a:cubicBezTo>
                    <a:pt x="43835" y="24680"/>
                    <a:pt x="44316" y="24732"/>
                    <a:pt x="44573" y="24769"/>
                  </a:cubicBezTo>
                  <a:cubicBezTo>
                    <a:pt x="44548" y="24768"/>
                    <a:pt x="44530" y="24768"/>
                    <a:pt x="44516" y="24768"/>
                  </a:cubicBezTo>
                  <a:cubicBezTo>
                    <a:pt x="44432" y="24768"/>
                    <a:pt x="44533" y="24788"/>
                    <a:pt x="44497" y="24795"/>
                  </a:cubicBezTo>
                  <a:cubicBezTo>
                    <a:pt x="44593" y="24800"/>
                    <a:pt x="44663" y="24802"/>
                    <a:pt x="44711" y="24802"/>
                  </a:cubicBezTo>
                  <a:cubicBezTo>
                    <a:pt x="44920" y="24802"/>
                    <a:pt x="44707" y="24762"/>
                    <a:pt x="44404" y="24727"/>
                  </a:cubicBezTo>
                  <a:lnTo>
                    <a:pt x="44404" y="24727"/>
                  </a:lnTo>
                  <a:lnTo>
                    <a:pt x="45004" y="24761"/>
                  </a:lnTo>
                  <a:lnTo>
                    <a:pt x="44945" y="24753"/>
                  </a:lnTo>
                  <a:lnTo>
                    <a:pt x="44945" y="24753"/>
                  </a:lnTo>
                  <a:cubicBezTo>
                    <a:pt x="45148" y="24769"/>
                    <a:pt x="45351" y="24778"/>
                    <a:pt x="45554" y="24795"/>
                  </a:cubicBezTo>
                  <a:lnTo>
                    <a:pt x="45546" y="24795"/>
                  </a:lnTo>
                  <a:cubicBezTo>
                    <a:pt x="45602" y="24820"/>
                    <a:pt x="45621" y="24835"/>
                    <a:pt x="45568" y="24835"/>
                  </a:cubicBezTo>
                  <a:cubicBezTo>
                    <a:pt x="45548" y="24835"/>
                    <a:pt x="45519" y="24833"/>
                    <a:pt x="45478" y="24829"/>
                  </a:cubicBezTo>
                  <a:lnTo>
                    <a:pt x="45478" y="24829"/>
                  </a:lnTo>
                  <a:lnTo>
                    <a:pt x="45791" y="24871"/>
                  </a:lnTo>
                  <a:lnTo>
                    <a:pt x="45301" y="24846"/>
                  </a:lnTo>
                  <a:lnTo>
                    <a:pt x="45301" y="24846"/>
                  </a:lnTo>
                  <a:cubicBezTo>
                    <a:pt x="45504" y="24879"/>
                    <a:pt x="45842" y="24888"/>
                    <a:pt x="46104" y="24905"/>
                  </a:cubicBezTo>
                  <a:cubicBezTo>
                    <a:pt x="46177" y="24914"/>
                    <a:pt x="46167" y="24917"/>
                    <a:pt x="46106" y="24917"/>
                  </a:cubicBezTo>
                  <a:cubicBezTo>
                    <a:pt x="45970" y="24917"/>
                    <a:pt x="45579" y="24901"/>
                    <a:pt x="45309" y="24901"/>
                  </a:cubicBezTo>
                  <a:cubicBezTo>
                    <a:pt x="45240" y="24901"/>
                    <a:pt x="45178" y="24902"/>
                    <a:pt x="45131" y="24905"/>
                  </a:cubicBezTo>
                  <a:cubicBezTo>
                    <a:pt x="44883" y="24898"/>
                    <a:pt x="44394" y="24840"/>
                    <a:pt x="44331" y="24824"/>
                  </a:cubicBezTo>
                  <a:lnTo>
                    <a:pt x="44331" y="24824"/>
                  </a:lnTo>
                  <a:cubicBezTo>
                    <a:pt x="44321" y="24829"/>
                    <a:pt x="44295" y="24831"/>
                    <a:pt x="44257" y="24831"/>
                  </a:cubicBezTo>
                  <a:cubicBezTo>
                    <a:pt x="44029" y="24831"/>
                    <a:pt x="43365" y="24760"/>
                    <a:pt x="43084" y="24753"/>
                  </a:cubicBezTo>
                  <a:cubicBezTo>
                    <a:pt x="42264" y="24668"/>
                    <a:pt x="42543" y="24643"/>
                    <a:pt x="41815" y="24583"/>
                  </a:cubicBezTo>
                  <a:lnTo>
                    <a:pt x="41815" y="24583"/>
                  </a:lnTo>
                  <a:lnTo>
                    <a:pt x="42077" y="24634"/>
                  </a:lnTo>
                  <a:cubicBezTo>
                    <a:pt x="41426" y="24566"/>
                    <a:pt x="41147" y="24558"/>
                    <a:pt x="40436" y="24448"/>
                  </a:cubicBezTo>
                  <a:cubicBezTo>
                    <a:pt x="40422" y="24440"/>
                    <a:pt x="40425" y="24437"/>
                    <a:pt x="40439" y="24437"/>
                  </a:cubicBezTo>
                  <a:cubicBezTo>
                    <a:pt x="40502" y="24437"/>
                    <a:pt x="40796" y="24499"/>
                    <a:pt x="40927" y="24499"/>
                  </a:cubicBezTo>
                  <a:lnTo>
                    <a:pt x="40597" y="24431"/>
                  </a:lnTo>
                  <a:close/>
                  <a:moveTo>
                    <a:pt x="56848" y="25066"/>
                  </a:moveTo>
                  <a:cubicBezTo>
                    <a:pt x="56754" y="25075"/>
                    <a:pt x="56653" y="25086"/>
                    <a:pt x="56550" y="25094"/>
                  </a:cubicBezTo>
                  <a:lnTo>
                    <a:pt x="56550" y="25094"/>
                  </a:lnTo>
                  <a:cubicBezTo>
                    <a:pt x="56656" y="25088"/>
                    <a:pt x="56774" y="25080"/>
                    <a:pt x="56848" y="25066"/>
                  </a:cubicBezTo>
                  <a:close/>
                  <a:moveTo>
                    <a:pt x="56550" y="25094"/>
                  </a:moveTo>
                  <a:cubicBezTo>
                    <a:pt x="56488" y="25098"/>
                    <a:pt x="56431" y="25102"/>
                    <a:pt x="56388" y="25105"/>
                  </a:cubicBezTo>
                  <a:lnTo>
                    <a:pt x="56388" y="25105"/>
                  </a:lnTo>
                  <a:cubicBezTo>
                    <a:pt x="56442" y="25103"/>
                    <a:pt x="56496" y="25099"/>
                    <a:pt x="56550" y="25094"/>
                  </a:cubicBezTo>
                  <a:close/>
                  <a:moveTo>
                    <a:pt x="56898" y="25116"/>
                  </a:moveTo>
                  <a:cubicBezTo>
                    <a:pt x="56894" y="25116"/>
                    <a:pt x="56889" y="25116"/>
                    <a:pt x="56885" y="25117"/>
                  </a:cubicBezTo>
                  <a:lnTo>
                    <a:pt x="56885" y="25117"/>
                  </a:lnTo>
                  <a:cubicBezTo>
                    <a:pt x="56889" y="25117"/>
                    <a:pt x="56894" y="25116"/>
                    <a:pt x="56898" y="25116"/>
                  </a:cubicBezTo>
                  <a:close/>
                  <a:moveTo>
                    <a:pt x="51251" y="25207"/>
                  </a:moveTo>
                  <a:lnTo>
                    <a:pt x="51251" y="25207"/>
                  </a:lnTo>
                  <a:cubicBezTo>
                    <a:pt x="51248" y="25207"/>
                    <a:pt x="51246" y="25208"/>
                    <a:pt x="51247" y="25209"/>
                  </a:cubicBezTo>
                  <a:cubicBezTo>
                    <a:pt x="51262" y="25209"/>
                    <a:pt x="51262" y="25208"/>
                    <a:pt x="51251" y="25207"/>
                  </a:cubicBezTo>
                  <a:close/>
                  <a:moveTo>
                    <a:pt x="61416" y="24727"/>
                  </a:moveTo>
                  <a:lnTo>
                    <a:pt x="61390" y="24736"/>
                  </a:lnTo>
                  <a:cubicBezTo>
                    <a:pt x="61043" y="24769"/>
                    <a:pt x="60967" y="24795"/>
                    <a:pt x="61137" y="24795"/>
                  </a:cubicBezTo>
                  <a:lnTo>
                    <a:pt x="60705" y="24837"/>
                  </a:lnTo>
                  <a:cubicBezTo>
                    <a:pt x="60548" y="24851"/>
                    <a:pt x="60160" y="24886"/>
                    <a:pt x="59994" y="24886"/>
                  </a:cubicBezTo>
                  <a:cubicBezTo>
                    <a:pt x="59954" y="24886"/>
                    <a:pt x="59927" y="24884"/>
                    <a:pt x="59918" y="24879"/>
                  </a:cubicBezTo>
                  <a:cubicBezTo>
                    <a:pt x="60324" y="24846"/>
                    <a:pt x="60282" y="24846"/>
                    <a:pt x="60096" y="24846"/>
                  </a:cubicBezTo>
                  <a:cubicBezTo>
                    <a:pt x="59698" y="24896"/>
                    <a:pt x="58937" y="24922"/>
                    <a:pt x="58988" y="24964"/>
                  </a:cubicBezTo>
                  <a:cubicBezTo>
                    <a:pt x="58850" y="24970"/>
                    <a:pt x="58713" y="24976"/>
                    <a:pt x="58575" y="24976"/>
                  </a:cubicBezTo>
                  <a:cubicBezTo>
                    <a:pt x="58518" y="24976"/>
                    <a:pt x="58461" y="24975"/>
                    <a:pt x="58404" y="24973"/>
                  </a:cubicBezTo>
                  <a:cubicBezTo>
                    <a:pt x="58353" y="24964"/>
                    <a:pt x="58497" y="24947"/>
                    <a:pt x="58633" y="24930"/>
                  </a:cubicBezTo>
                  <a:lnTo>
                    <a:pt x="58633" y="24930"/>
                  </a:lnTo>
                  <a:lnTo>
                    <a:pt x="57812" y="24981"/>
                  </a:lnTo>
                  <a:lnTo>
                    <a:pt x="56983" y="25015"/>
                  </a:lnTo>
                  <a:cubicBezTo>
                    <a:pt x="56915" y="25049"/>
                    <a:pt x="58049" y="25006"/>
                    <a:pt x="57482" y="25066"/>
                  </a:cubicBezTo>
                  <a:cubicBezTo>
                    <a:pt x="57290" y="25110"/>
                    <a:pt x="57092" y="25135"/>
                    <a:pt x="56892" y="25135"/>
                  </a:cubicBezTo>
                  <a:cubicBezTo>
                    <a:pt x="56863" y="25135"/>
                    <a:pt x="56834" y="25134"/>
                    <a:pt x="56805" y="25133"/>
                  </a:cubicBezTo>
                  <a:cubicBezTo>
                    <a:pt x="56827" y="25126"/>
                    <a:pt x="56856" y="25119"/>
                    <a:pt x="56885" y="25117"/>
                  </a:cubicBezTo>
                  <a:lnTo>
                    <a:pt x="56885" y="25117"/>
                  </a:lnTo>
                  <a:cubicBezTo>
                    <a:pt x="56635" y="25125"/>
                    <a:pt x="56597" y="25125"/>
                    <a:pt x="56323" y="25125"/>
                  </a:cubicBezTo>
                  <a:cubicBezTo>
                    <a:pt x="56294" y="25116"/>
                    <a:pt x="56326" y="25110"/>
                    <a:pt x="56388" y="25105"/>
                  </a:cubicBezTo>
                  <a:lnTo>
                    <a:pt x="56388" y="25105"/>
                  </a:lnTo>
                  <a:cubicBezTo>
                    <a:pt x="56349" y="25107"/>
                    <a:pt x="56311" y="25108"/>
                    <a:pt x="56272" y="25108"/>
                  </a:cubicBezTo>
                  <a:lnTo>
                    <a:pt x="56323" y="25091"/>
                  </a:lnTo>
                  <a:lnTo>
                    <a:pt x="55731" y="25116"/>
                  </a:lnTo>
                  <a:cubicBezTo>
                    <a:pt x="55659" y="25126"/>
                    <a:pt x="55668" y="25130"/>
                    <a:pt x="55718" y="25130"/>
                  </a:cubicBezTo>
                  <a:cubicBezTo>
                    <a:pt x="55821" y="25130"/>
                    <a:pt x="56099" y="25115"/>
                    <a:pt x="56187" y="25115"/>
                  </a:cubicBezTo>
                  <a:cubicBezTo>
                    <a:pt x="56201" y="25115"/>
                    <a:pt x="56210" y="25116"/>
                    <a:pt x="56213" y="25116"/>
                  </a:cubicBezTo>
                  <a:lnTo>
                    <a:pt x="55832" y="25150"/>
                  </a:lnTo>
                  <a:cubicBezTo>
                    <a:pt x="55556" y="25161"/>
                    <a:pt x="54982" y="25175"/>
                    <a:pt x="54500" y="25175"/>
                  </a:cubicBezTo>
                  <a:cubicBezTo>
                    <a:pt x="54229" y="25175"/>
                    <a:pt x="53988" y="25171"/>
                    <a:pt x="53845" y="25159"/>
                  </a:cubicBezTo>
                  <a:cubicBezTo>
                    <a:pt x="53777" y="25157"/>
                    <a:pt x="53722" y="25157"/>
                    <a:pt x="53678" y="25157"/>
                  </a:cubicBezTo>
                  <a:cubicBezTo>
                    <a:pt x="53392" y="25157"/>
                    <a:pt x="53548" y="25179"/>
                    <a:pt x="53438" y="25201"/>
                  </a:cubicBezTo>
                  <a:cubicBezTo>
                    <a:pt x="53359" y="25205"/>
                    <a:pt x="53280" y="25207"/>
                    <a:pt x="53203" y="25207"/>
                  </a:cubicBezTo>
                  <a:cubicBezTo>
                    <a:pt x="53028" y="25207"/>
                    <a:pt x="52856" y="25199"/>
                    <a:pt x="52683" y="25199"/>
                  </a:cubicBezTo>
                  <a:cubicBezTo>
                    <a:pt x="52639" y="25199"/>
                    <a:pt x="52595" y="25200"/>
                    <a:pt x="52550" y="25201"/>
                  </a:cubicBezTo>
                  <a:cubicBezTo>
                    <a:pt x="52559" y="25218"/>
                    <a:pt x="52212" y="25218"/>
                    <a:pt x="52195" y="25243"/>
                  </a:cubicBezTo>
                  <a:lnTo>
                    <a:pt x="51704" y="25235"/>
                  </a:lnTo>
                  <a:lnTo>
                    <a:pt x="51704" y="25235"/>
                  </a:lnTo>
                  <a:cubicBezTo>
                    <a:pt x="51434" y="25277"/>
                    <a:pt x="52296" y="25252"/>
                    <a:pt x="52423" y="25269"/>
                  </a:cubicBezTo>
                  <a:cubicBezTo>
                    <a:pt x="52677" y="25302"/>
                    <a:pt x="52060" y="25277"/>
                    <a:pt x="52229" y="25302"/>
                  </a:cubicBezTo>
                  <a:cubicBezTo>
                    <a:pt x="52601" y="25294"/>
                    <a:pt x="52635" y="25277"/>
                    <a:pt x="52812" y="25269"/>
                  </a:cubicBezTo>
                  <a:cubicBezTo>
                    <a:pt x="53024" y="25269"/>
                    <a:pt x="53134" y="25277"/>
                    <a:pt x="53134" y="25294"/>
                  </a:cubicBezTo>
                  <a:cubicBezTo>
                    <a:pt x="53032" y="25291"/>
                    <a:pt x="52956" y="25290"/>
                    <a:pt x="52896" y="25290"/>
                  </a:cubicBezTo>
                  <a:cubicBezTo>
                    <a:pt x="52597" y="25290"/>
                    <a:pt x="52722" y="25319"/>
                    <a:pt x="52313" y="25319"/>
                  </a:cubicBezTo>
                  <a:lnTo>
                    <a:pt x="52296" y="25311"/>
                  </a:lnTo>
                  <a:cubicBezTo>
                    <a:pt x="52291" y="25326"/>
                    <a:pt x="52037" y="25329"/>
                    <a:pt x="51777" y="25329"/>
                  </a:cubicBezTo>
                  <a:cubicBezTo>
                    <a:pt x="51604" y="25329"/>
                    <a:pt x="51429" y="25328"/>
                    <a:pt x="51324" y="25328"/>
                  </a:cubicBezTo>
                  <a:cubicBezTo>
                    <a:pt x="50791" y="25277"/>
                    <a:pt x="51764" y="25294"/>
                    <a:pt x="51747" y="25277"/>
                  </a:cubicBezTo>
                  <a:lnTo>
                    <a:pt x="51747" y="25277"/>
                  </a:lnTo>
                  <a:cubicBezTo>
                    <a:pt x="51673" y="25280"/>
                    <a:pt x="51600" y="25281"/>
                    <a:pt x="51527" y="25281"/>
                  </a:cubicBezTo>
                  <a:cubicBezTo>
                    <a:pt x="51381" y="25281"/>
                    <a:pt x="51236" y="25277"/>
                    <a:pt x="51095" y="25277"/>
                  </a:cubicBezTo>
                  <a:cubicBezTo>
                    <a:pt x="51374" y="25269"/>
                    <a:pt x="51087" y="25243"/>
                    <a:pt x="51467" y="25235"/>
                  </a:cubicBezTo>
                  <a:cubicBezTo>
                    <a:pt x="51127" y="25235"/>
                    <a:pt x="51047" y="25216"/>
                    <a:pt x="50791" y="25216"/>
                  </a:cubicBezTo>
                  <a:cubicBezTo>
                    <a:pt x="50749" y="25216"/>
                    <a:pt x="50701" y="25217"/>
                    <a:pt x="50647" y="25218"/>
                  </a:cubicBezTo>
                  <a:cubicBezTo>
                    <a:pt x="51078" y="25184"/>
                    <a:pt x="50114" y="25167"/>
                    <a:pt x="50063" y="25142"/>
                  </a:cubicBezTo>
                  <a:cubicBezTo>
                    <a:pt x="50465" y="25142"/>
                    <a:pt x="51167" y="25194"/>
                    <a:pt x="51251" y="25207"/>
                  </a:cubicBezTo>
                  <a:lnTo>
                    <a:pt x="51251" y="25207"/>
                  </a:lnTo>
                  <a:cubicBezTo>
                    <a:pt x="51260" y="25204"/>
                    <a:pt x="51288" y="25203"/>
                    <a:pt x="51327" y="25203"/>
                  </a:cubicBezTo>
                  <a:cubicBezTo>
                    <a:pt x="51379" y="25203"/>
                    <a:pt x="51451" y="25205"/>
                    <a:pt x="51527" y="25209"/>
                  </a:cubicBezTo>
                  <a:cubicBezTo>
                    <a:pt x="51687" y="25209"/>
                    <a:pt x="51882" y="25209"/>
                    <a:pt x="51983" y="25218"/>
                  </a:cubicBezTo>
                  <a:lnTo>
                    <a:pt x="52296" y="25184"/>
                  </a:lnTo>
                  <a:cubicBezTo>
                    <a:pt x="52178" y="25181"/>
                    <a:pt x="52046" y="25181"/>
                    <a:pt x="51929" y="25181"/>
                  </a:cubicBezTo>
                  <a:cubicBezTo>
                    <a:pt x="51693" y="25181"/>
                    <a:pt x="51513" y="25181"/>
                    <a:pt x="51603" y="25159"/>
                  </a:cubicBezTo>
                  <a:lnTo>
                    <a:pt x="51603" y="25159"/>
                  </a:lnTo>
                  <a:cubicBezTo>
                    <a:pt x="51442" y="25167"/>
                    <a:pt x="51281" y="25167"/>
                    <a:pt x="51121" y="25167"/>
                  </a:cubicBezTo>
                  <a:cubicBezTo>
                    <a:pt x="51611" y="25133"/>
                    <a:pt x="51594" y="25133"/>
                    <a:pt x="52034" y="25108"/>
                  </a:cubicBezTo>
                  <a:cubicBezTo>
                    <a:pt x="51577" y="25091"/>
                    <a:pt x="51171" y="25091"/>
                    <a:pt x="50782" y="25091"/>
                  </a:cubicBezTo>
                  <a:cubicBezTo>
                    <a:pt x="50640" y="25094"/>
                    <a:pt x="50500" y="25096"/>
                    <a:pt x="50361" y="25096"/>
                  </a:cubicBezTo>
                  <a:cubicBezTo>
                    <a:pt x="50121" y="25096"/>
                    <a:pt x="49885" y="25090"/>
                    <a:pt x="49649" y="25074"/>
                  </a:cubicBezTo>
                  <a:lnTo>
                    <a:pt x="49759" y="25074"/>
                  </a:lnTo>
                  <a:cubicBezTo>
                    <a:pt x="49386" y="25066"/>
                    <a:pt x="49082" y="25049"/>
                    <a:pt x="48837" y="25040"/>
                  </a:cubicBezTo>
                  <a:cubicBezTo>
                    <a:pt x="48591" y="25023"/>
                    <a:pt x="48397" y="25006"/>
                    <a:pt x="48236" y="24989"/>
                  </a:cubicBezTo>
                  <a:cubicBezTo>
                    <a:pt x="48016" y="24973"/>
                    <a:pt x="47805" y="24930"/>
                    <a:pt x="47593" y="24879"/>
                  </a:cubicBezTo>
                  <a:lnTo>
                    <a:pt x="47593" y="24879"/>
                  </a:lnTo>
                  <a:lnTo>
                    <a:pt x="48244" y="24905"/>
                  </a:lnTo>
                  <a:lnTo>
                    <a:pt x="48287" y="24930"/>
                  </a:lnTo>
                  <a:cubicBezTo>
                    <a:pt x="48811" y="24956"/>
                    <a:pt x="49251" y="24964"/>
                    <a:pt x="49699" y="24964"/>
                  </a:cubicBezTo>
                  <a:cubicBezTo>
                    <a:pt x="49885" y="24961"/>
                    <a:pt x="50071" y="24959"/>
                    <a:pt x="50263" y="24959"/>
                  </a:cubicBezTo>
                  <a:cubicBezTo>
                    <a:pt x="50534" y="24959"/>
                    <a:pt x="50817" y="24963"/>
                    <a:pt x="51129" y="24973"/>
                  </a:cubicBezTo>
                  <a:cubicBezTo>
                    <a:pt x="51075" y="24982"/>
                    <a:pt x="50990" y="24984"/>
                    <a:pt x="50905" y="24984"/>
                  </a:cubicBezTo>
                  <a:cubicBezTo>
                    <a:pt x="50788" y="24984"/>
                    <a:pt x="50671" y="24979"/>
                    <a:pt x="50636" y="24979"/>
                  </a:cubicBezTo>
                  <a:cubicBezTo>
                    <a:pt x="50625" y="24979"/>
                    <a:pt x="50622" y="24980"/>
                    <a:pt x="50630" y="24981"/>
                  </a:cubicBezTo>
                  <a:cubicBezTo>
                    <a:pt x="50750" y="24986"/>
                    <a:pt x="50844" y="24988"/>
                    <a:pt x="50922" y="24988"/>
                  </a:cubicBezTo>
                  <a:cubicBezTo>
                    <a:pt x="51165" y="24988"/>
                    <a:pt x="51253" y="24970"/>
                    <a:pt x="51469" y="24970"/>
                  </a:cubicBezTo>
                  <a:cubicBezTo>
                    <a:pt x="51557" y="24970"/>
                    <a:pt x="51666" y="24973"/>
                    <a:pt x="51814" y="24981"/>
                  </a:cubicBezTo>
                  <a:cubicBezTo>
                    <a:pt x="50909" y="24989"/>
                    <a:pt x="52381" y="24998"/>
                    <a:pt x="51569" y="25023"/>
                  </a:cubicBezTo>
                  <a:cubicBezTo>
                    <a:pt x="51852" y="25015"/>
                    <a:pt x="52140" y="25011"/>
                    <a:pt x="52424" y="25011"/>
                  </a:cubicBezTo>
                  <a:cubicBezTo>
                    <a:pt x="52709" y="25011"/>
                    <a:pt x="52990" y="25015"/>
                    <a:pt x="53261" y="25023"/>
                  </a:cubicBezTo>
                  <a:lnTo>
                    <a:pt x="54648" y="25023"/>
                  </a:lnTo>
                  <a:cubicBezTo>
                    <a:pt x="54462" y="25006"/>
                    <a:pt x="54953" y="24981"/>
                    <a:pt x="54978" y="24981"/>
                  </a:cubicBezTo>
                  <a:cubicBezTo>
                    <a:pt x="55173" y="24981"/>
                    <a:pt x="55105" y="25006"/>
                    <a:pt x="54953" y="25006"/>
                  </a:cubicBezTo>
                  <a:cubicBezTo>
                    <a:pt x="55342" y="25015"/>
                    <a:pt x="55401" y="25032"/>
                    <a:pt x="55342" y="25057"/>
                  </a:cubicBezTo>
                  <a:lnTo>
                    <a:pt x="54555" y="25074"/>
                  </a:lnTo>
                  <a:cubicBezTo>
                    <a:pt x="54809" y="25074"/>
                    <a:pt x="54944" y="25091"/>
                    <a:pt x="55156" y="25091"/>
                  </a:cubicBezTo>
                  <a:cubicBezTo>
                    <a:pt x="55249" y="25091"/>
                    <a:pt x="55350" y="25091"/>
                    <a:pt x="55477" y="25074"/>
                  </a:cubicBezTo>
                  <a:cubicBezTo>
                    <a:pt x="55613" y="25066"/>
                    <a:pt x="55587" y="25066"/>
                    <a:pt x="55587" y="25049"/>
                  </a:cubicBezTo>
                  <a:cubicBezTo>
                    <a:pt x="55841" y="25032"/>
                    <a:pt x="56154" y="24998"/>
                    <a:pt x="56552" y="24956"/>
                  </a:cubicBezTo>
                  <a:lnTo>
                    <a:pt x="56526" y="24956"/>
                  </a:lnTo>
                  <a:lnTo>
                    <a:pt x="57372" y="24922"/>
                  </a:lnTo>
                  <a:lnTo>
                    <a:pt x="57271" y="24939"/>
                  </a:lnTo>
                  <a:lnTo>
                    <a:pt x="57770" y="24896"/>
                  </a:lnTo>
                  <a:lnTo>
                    <a:pt x="57770" y="24896"/>
                  </a:lnTo>
                  <a:cubicBezTo>
                    <a:pt x="57753" y="24922"/>
                    <a:pt x="57922" y="24905"/>
                    <a:pt x="57888" y="24922"/>
                  </a:cubicBezTo>
                  <a:cubicBezTo>
                    <a:pt x="57929" y="24926"/>
                    <a:pt x="57979" y="24928"/>
                    <a:pt x="58036" y="24928"/>
                  </a:cubicBezTo>
                  <a:cubicBezTo>
                    <a:pt x="58409" y="24928"/>
                    <a:pt x="59085" y="24843"/>
                    <a:pt x="59665" y="24829"/>
                  </a:cubicBezTo>
                  <a:lnTo>
                    <a:pt x="59665" y="24829"/>
                  </a:lnTo>
                  <a:lnTo>
                    <a:pt x="59563" y="24846"/>
                  </a:lnTo>
                  <a:cubicBezTo>
                    <a:pt x="59656" y="24837"/>
                    <a:pt x="59775" y="24829"/>
                    <a:pt x="59927" y="24820"/>
                  </a:cubicBezTo>
                  <a:cubicBezTo>
                    <a:pt x="60071" y="24803"/>
                    <a:pt x="60231" y="24795"/>
                    <a:pt x="60409" y="24786"/>
                  </a:cubicBezTo>
                  <a:lnTo>
                    <a:pt x="61416" y="24727"/>
                  </a:lnTo>
                  <a:close/>
                  <a:moveTo>
                    <a:pt x="0" y="0"/>
                  </a:moveTo>
                  <a:lnTo>
                    <a:pt x="0" y="0"/>
                  </a:lnTo>
                  <a:cubicBezTo>
                    <a:pt x="17" y="305"/>
                    <a:pt x="43" y="567"/>
                    <a:pt x="68" y="804"/>
                  </a:cubicBezTo>
                  <a:cubicBezTo>
                    <a:pt x="102" y="1041"/>
                    <a:pt x="144" y="1244"/>
                    <a:pt x="187" y="1455"/>
                  </a:cubicBezTo>
                  <a:lnTo>
                    <a:pt x="237" y="1752"/>
                  </a:lnTo>
                  <a:lnTo>
                    <a:pt x="313" y="2056"/>
                  </a:lnTo>
                  <a:cubicBezTo>
                    <a:pt x="330" y="2158"/>
                    <a:pt x="356" y="2259"/>
                    <a:pt x="373" y="2369"/>
                  </a:cubicBezTo>
                  <a:cubicBezTo>
                    <a:pt x="398" y="2479"/>
                    <a:pt x="415" y="2597"/>
                    <a:pt x="449" y="2716"/>
                  </a:cubicBezTo>
                  <a:cubicBezTo>
                    <a:pt x="433" y="2670"/>
                    <a:pt x="425" y="2653"/>
                    <a:pt x="422" y="2653"/>
                  </a:cubicBezTo>
                  <a:cubicBezTo>
                    <a:pt x="416" y="2653"/>
                    <a:pt x="432" y="2729"/>
                    <a:pt x="432" y="2758"/>
                  </a:cubicBezTo>
                  <a:lnTo>
                    <a:pt x="576" y="3223"/>
                  </a:lnTo>
                  <a:lnTo>
                    <a:pt x="635" y="3435"/>
                  </a:lnTo>
                  <a:cubicBezTo>
                    <a:pt x="660" y="3494"/>
                    <a:pt x="677" y="3553"/>
                    <a:pt x="703" y="3596"/>
                  </a:cubicBezTo>
                  <a:lnTo>
                    <a:pt x="855" y="4078"/>
                  </a:lnTo>
                  <a:cubicBezTo>
                    <a:pt x="821" y="4027"/>
                    <a:pt x="787" y="3976"/>
                    <a:pt x="779" y="3926"/>
                  </a:cubicBezTo>
                  <a:cubicBezTo>
                    <a:pt x="703" y="3756"/>
                    <a:pt x="643" y="3587"/>
                    <a:pt x="593" y="3410"/>
                  </a:cubicBezTo>
                  <a:lnTo>
                    <a:pt x="593" y="3410"/>
                  </a:lnTo>
                  <a:cubicBezTo>
                    <a:pt x="652" y="3630"/>
                    <a:pt x="728" y="3833"/>
                    <a:pt x="796" y="4036"/>
                  </a:cubicBezTo>
                  <a:cubicBezTo>
                    <a:pt x="829" y="4137"/>
                    <a:pt x="863" y="4239"/>
                    <a:pt x="897" y="4332"/>
                  </a:cubicBezTo>
                  <a:lnTo>
                    <a:pt x="1016" y="4619"/>
                  </a:lnTo>
                  <a:cubicBezTo>
                    <a:pt x="1092" y="4805"/>
                    <a:pt x="1159" y="5000"/>
                    <a:pt x="1244" y="5178"/>
                  </a:cubicBezTo>
                  <a:cubicBezTo>
                    <a:pt x="1329" y="5355"/>
                    <a:pt x="1422" y="5533"/>
                    <a:pt x="1498" y="5711"/>
                  </a:cubicBezTo>
                  <a:cubicBezTo>
                    <a:pt x="1582" y="5897"/>
                    <a:pt x="1675" y="6074"/>
                    <a:pt x="1768" y="6243"/>
                  </a:cubicBezTo>
                  <a:cubicBezTo>
                    <a:pt x="1862" y="6413"/>
                    <a:pt x="1946" y="6599"/>
                    <a:pt x="2056" y="6768"/>
                  </a:cubicBezTo>
                  <a:lnTo>
                    <a:pt x="2369" y="7309"/>
                  </a:lnTo>
                  <a:lnTo>
                    <a:pt x="2445" y="7453"/>
                  </a:lnTo>
                  <a:lnTo>
                    <a:pt x="2538" y="7588"/>
                  </a:lnTo>
                  <a:lnTo>
                    <a:pt x="2707" y="7868"/>
                  </a:lnTo>
                  <a:cubicBezTo>
                    <a:pt x="2712" y="7876"/>
                    <a:pt x="2714" y="7879"/>
                    <a:pt x="2714" y="7879"/>
                  </a:cubicBezTo>
                  <a:cubicBezTo>
                    <a:pt x="2712" y="7879"/>
                    <a:pt x="2631" y="7760"/>
                    <a:pt x="2629" y="7760"/>
                  </a:cubicBezTo>
                  <a:cubicBezTo>
                    <a:pt x="2629" y="7760"/>
                    <a:pt x="2634" y="7769"/>
                    <a:pt x="2648" y="7792"/>
                  </a:cubicBezTo>
                  <a:cubicBezTo>
                    <a:pt x="2758" y="7969"/>
                    <a:pt x="2877" y="8130"/>
                    <a:pt x="3004" y="8299"/>
                  </a:cubicBezTo>
                  <a:cubicBezTo>
                    <a:pt x="2986" y="8284"/>
                    <a:pt x="2970" y="8268"/>
                    <a:pt x="2955" y="8252"/>
                  </a:cubicBezTo>
                  <a:lnTo>
                    <a:pt x="2955" y="8252"/>
                  </a:lnTo>
                  <a:cubicBezTo>
                    <a:pt x="3050" y="8390"/>
                    <a:pt x="3139" y="8512"/>
                    <a:pt x="3223" y="8629"/>
                  </a:cubicBezTo>
                  <a:cubicBezTo>
                    <a:pt x="3325" y="8790"/>
                    <a:pt x="3418" y="8934"/>
                    <a:pt x="3511" y="9052"/>
                  </a:cubicBezTo>
                  <a:cubicBezTo>
                    <a:pt x="3697" y="9306"/>
                    <a:pt x="3858" y="9534"/>
                    <a:pt x="4053" y="9754"/>
                  </a:cubicBezTo>
                  <a:cubicBezTo>
                    <a:pt x="4002" y="9712"/>
                    <a:pt x="3951" y="9661"/>
                    <a:pt x="3917" y="9602"/>
                  </a:cubicBezTo>
                  <a:cubicBezTo>
                    <a:pt x="3883" y="9551"/>
                    <a:pt x="3849" y="9509"/>
                    <a:pt x="3807" y="9466"/>
                  </a:cubicBezTo>
                  <a:lnTo>
                    <a:pt x="3807" y="9466"/>
                  </a:lnTo>
                  <a:cubicBezTo>
                    <a:pt x="3943" y="9653"/>
                    <a:pt x="4078" y="9805"/>
                    <a:pt x="4196" y="9949"/>
                  </a:cubicBezTo>
                  <a:cubicBezTo>
                    <a:pt x="4323" y="10092"/>
                    <a:pt x="4433" y="10219"/>
                    <a:pt x="4552" y="10346"/>
                  </a:cubicBezTo>
                  <a:lnTo>
                    <a:pt x="4932" y="10735"/>
                  </a:lnTo>
                  <a:cubicBezTo>
                    <a:pt x="4991" y="10803"/>
                    <a:pt x="5059" y="10871"/>
                    <a:pt x="5135" y="10947"/>
                  </a:cubicBezTo>
                  <a:lnTo>
                    <a:pt x="5364" y="11175"/>
                  </a:lnTo>
                  <a:cubicBezTo>
                    <a:pt x="5317" y="11136"/>
                    <a:pt x="5295" y="11119"/>
                    <a:pt x="5290" y="11119"/>
                  </a:cubicBezTo>
                  <a:cubicBezTo>
                    <a:pt x="5272" y="11119"/>
                    <a:pt x="5523" y="11376"/>
                    <a:pt x="5651" y="11531"/>
                  </a:cubicBezTo>
                  <a:cubicBezTo>
                    <a:pt x="5787" y="11657"/>
                    <a:pt x="5973" y="11818"/>
                    <a:pt x="6176" y="12004"/>
                  </a:cubicBezTo>
                  <a:cubicBezTo>
                    <a:pt x="6379" y="12190"/>
                    <a:pt x="6616" y="12385"/>
                    <a:pt x="6861" y="12596"/>
                  </a:cubicBezTo>
                  <a:cubicBezTo>
                    <a:pt x="7352" y="13011"/>
                    <a:pt x="7902" y="13425"/>
                    <a:pt x="8358" y="13755"/>
                  </a:cubicBezTo>
                  <a:cubicBezTo>
                    <a:pt x="8341" y="13748"/>
                    <a:pt x="8329" y="13744"/>
                    <a:pt x="8324" y="13744"/>
                  </a:cubicBezTo>
                  <a:cubicBezTo>
                    <a:pt x="8242" y="13744"/>
                    <a:pt x="9403" y="14513"/>
                    <a:pt x="9458" y="14584"/>
                  </a:cubicBezTo>
                  <a:cubicBezTo>
                    <a:pt x="9670" y="14720"/>
                    <a:pt x="9999" y="14931"/>
                    <a:pt x="10042" y="14931"/>
                  </a:cubicBezTo>
                  <a:cubicBezTo>
                    <a:pt x="9906" y="14864"/>
                    <a:pt x="9788" y="14779"/>
                    <a:pt x="9678" y="14677"/>
                  </a:cubicBezTo>
                  <a:lnTo>
                    <a:pt x="9678" y="14677"/>
                  </a:lnTo>
                  <a:lnTo>
                    <a:pt x="9932" y="14847"/>
                  </a:lnTo>
                  <a:lnTo>
                    <a:pt x="10202" y="15007"/>
                  </a:lnTo>
                  <a:cubicBezTo>
                    <a:pt x="10304" y="15075"/>
                    <a:pt x="10414" y="15134"/>
                    <a:pt x="10532" y="15185"/>
                  </a:cubicBezTo>
                  <a:cubicBezTo>
                    <a:pt x="10659" y="15278"/>
                    <a:pt x="10786" y="15363"/>
                    <a:pt x="10913" y="15447"/>
                  </a:cubicBezTo>
                  <a:cubicBezTo>
                    <a:pt x="11048" y="15481"/>
                    <a:pt x="11184" y="15540"/>
                    <a:pt x="11302" y="15625"/>
                  </a:cubicBezTo>
                  <a:cubicBezTo>
                    <a:pt x="11487" y="15752"/>
                    <a:pt x="11520" y="15769"/>
                    <a:pt x="11535" y="15769"/>
                  </a:cubicBezTo>
                  <a:cubicBezTo>
                    <a:pt x="11541" y="15769"/>
                    <a:pt x="11544" y="15767"/>
                    <a:pt x="11552" y="15767"/>
                  </a:cubicBezTo>
                  <a:cubicBezTo>
                    <a:pt x="11577" y="15767"/>
                    <a:pt x="11644" y="15790"/>
                    <a:pt x="11962" y="15980"/>
                  </a:cubicBezTo>
                  <a:cubicBezTo>
                    <a:pt x="11784" y="15913"/>
                    <a:pt x="11641" y="15845"/>
                    <a:pt x="11573" y="15828"/>
                  </a:cubicBezTo>
                  <a:lnTo>
                    <a:pt x="11573" y="15828"/>
                  </a:lnTo>
                  <a:cubicBezTo>
                    <a:pt x="11911" y="16022"/>
                    <a:pt x="11869" y="15980"/>
                    <a:pt x="12114" y="16116"/>
                  </a:cubicBezTo>
                  <a:cubicBezTo>
                    <a:pt x="12123" y="16122"/>
                    <a:pt x="12125" y="16126"/>
                    <a:pt x="12121" y="16126"/>
                  </a:cubicBezTo>
                  <a:cubicBezTo>
                    <a:pt x="12094" y="16126"/>
                    <a:pt x="11817" y="15996"/>
                    <a:pt x="11590" y="15879"/>
                  </a:cubicBezTo>
                  <a:lnTo>
                    <a:pt x="11590" y="15879"/>
                  </a:lnTo>
                  <a:lnTo>
                    <a:pt x="12021" y="16141"/>
                  </a:lnTo>
                  <a:cubicBezTo>
                    <a:pt x="12241" y="16242"/>
                    <a:pt x="12537" y="16378"/>
                    <a:pt x="12876" y="16539"/>
                  </a:cubicBezTo>
                  <a:cubicBezTo>
                    <a:pt x="13206" y="16691"/>
                    <a:pt x="13578" y="16868"/>
                    <a:pt x="13925" y="17038"/>
                  </a:cubicBezTo>
                  <a:cubicBezTo>
                    <a:pt x="13844" y="17015"/>
                    <a:pt x="13712" y="16952"/>
                    <a:pt x="13690" y="16952"/>
                  </a:cubicBezTo>
                  <a:cubicBezTo>
                    <a:pt x="13679" y="16952"/>
                    <a:pt x="13693" y="16966"/>
                    <a:pt x="13747" y="17004"/>
                  </a:cubicBezTo>
                  <a:cubicBezTo>
                    <a:pt x="14041" y="17135"/>
                    <a:pt x="14446" y="17297"/>
                    <a:pt x="14831" y="17483"/>
                  </a:cubicBezTo>
                  <a:lnTo>
                    <a:pt x="14831" y="17483"/>
                  </a:lnTo>
                  <a:cubicBezTo>
                    <a:pt x="14825" y="17482"/>
                    <a:pt x="14821" y="17482"/>
                    <a:pt x="14801" y="17475"/>
                  </a:cubicBezTo>
                  <a:lnTo>
                    <a:pt x="14801" y="17475"/>
                  </a:lnTo>
                  <a:cubicBezTo>
                    <a:pt x="15504" y="17765"/>
                    <a:pt x="15324" y="17725"/>
                    <a:pt x="15963" y="18002"/>
                  </a:cubicBezTo>
                  <a:lnTo>
                    <a:pt x="15929" y="18002"/>
                  </a:lnTo>
                  <a:cubicBezTo>
                    <a:pt x="16065" y="18053"/>
                    <a:pt x="16200" y="18104"/>
                    <a:pt x="16336" y="18154"/>
                  </a:cubicBezTo>
                  <a:cubicBezTo>
                    <a:pt x="17181" y="18459"/>
                    <a:pt x="17258" y="18560"/>
                    <a:pt x="17748" y="18780"/>
                  </a:cubicBezTo>
                  <a:lnTo>
                    <a:pt x="17638" y="18738"/>
                  </a:lnTo>
                  <a:lnTo>
                    <a:pt x="17638" y="18738"/>
                  </a:lnTo>
                  <a:cubicBezTo>
                    <a:pt x="17791" y="18814"/>
                    <a:pt x="18120" y="18941"/>
                    <a:pt x="18459" y="19068"/>
                  </a:cubicBezTo>
                  <a:cubicBezTo>
                    <a:pt x="18776" y="19190"/>
                    <a:pt x="19093" y="19296"/>
                    <a:pt x="19245" y="19357"/>
                  </a:cubicBezTo>
                  <a:lnTo>
                    <a:pt x="19245" y="19357"/>
                  </a:lnTo>
                  <a:cubicBezTo>
                    <a:pt x="18915" y="19223"/>
                    <a:pt x="19140" y="19303"/>
                    <a:pt x="18890" y="19178"/>
                  </a:cubicBezTo>
                  <a:cubicBezTo>
                    <a:pt x="18577" y="19068"/>
                    <a:pt x="18653" y="19136"/>
                    <a:pt x="18137" y="18924"/>
                  </a:cubicBezTo>
                  <a:cubicBezTo>
                    <a:pt x="18214" y="18924"/>
                    <a:pt x="18882" y="19169"/>
                    <a:pt x="19026" y="19195"/>
                  </a:cubicBezTo>
                  <a:cubicBezTo>
                    <a:pt x="19212" y="19246"/>
                    <a:pt x="19381" y="19339"/>
                    <a:pt x="19533" y="19449"/>
                  </a:cubicBezTo>
                  <a:cubicBezTo>
                    <a:pt x="19905" y="19575"/>
                    <a:pt x="20193" y="19685"/>
                    <a:pt x="20498" y="19804"/>
                  </a:cubicBezTo>
                  <a:cubicBezTo>
                    <a:pt x="20811" y="19914"/>
                    <a:pt x="21140" y="20024"/>
                    <a:pt x="21597" y="20176"/>
                  </a:cubicBezTo>
                  <a:cubicBezTo>
                    <a:pt x="21766" y="20218"/>
                    <a:pt x="21919" y="20252"/>
                    <a:pt x="22122" y="20303"/>
                  </a:cubicBezTo>
                  <a:cubicBezTo>
                    <a:pt x="22325" y="20354"/>
                    <a:pt x="22579" y="20438"/>
                    <a:pt x="22959" y="20582"/>
                  </a:cubicBezTo>
                  <a:lnTo>
                    <a:pt x="22933" y="20582"/>
                  </a:lnTo>
                  <a:cubicBezTo>
                    <a:pt x="23020" y="20596"/>
                    <a:pt x="23300" y="20705"/>
                    <a:pt x="23441" y="20734"/>
                  </a:cubicBezTo>
                  <a:cubicBezTo>
                    <a:pt x="23378" y="20708"/>
                    <a:pt x="23365" y="20699"/>
                    <a:pt x="23376" y="20699"/>
                  </a:cubicBezTo>
                  <a:cubicBezTo>
                    <a:pt x="23399" y="20699"/>
                    <a:pt x="23520" y="20734"/>
                    <a:pt x="23547" y="20734"/>
                  </a:cubicBezTo>
                  <a:cubicBezTo>
                    <a:pt x="23563" y="20734"/>
                    <a:pt x="23546" y="20722"/>
                    <a:pt x="23458" y="20684"/>
                  </a:cubicBezTo>
                  <a:lnTo>
                    <a:pt x="23458" y="20684"/>
                  </a:lnTo>
                  <a:cubicBezTo>
                    <a:pt x="23907" y="20819"/>
                    <a:pt x="23974" y="20887"/>
                    <a:pt x="24008" y="20929"/>
                  </a:cubicBezTo>
                  <a:cubicBezTo>
                    <a:pt x="24228" y="20980"/>
                    <a:pt x="24448" y="21039"/>
                    <a:pt x="24660" y="21124"/>
                  </a:cubicBezTo>
                  <a:cubicBezTo>
                    <a:pt x="24930" y="21208"/>
                    <a:pt x="25243" y="21310"/>
                    <a:pt x="25590" y="21394"/>
                  </a:cubicBezTo>
                  <a:cubicBezTo>
                    <a:pt x="25489" y="21381"/>
                    <a:pt x="24987" y="21244"/>
                    <a:pt x="24939" y="21244"/>
                  </a:cubicBezTo>
                  <a:cubicBezTo>
                    <a:pt x="24926" y="21244"/>
                    <a:pt x="24944" y="21253"/>
                    <a:pt x="25006" y="21276"/>
                  </a:cubicBezTo>
                  <a:lnTo>
                    <a:pt x="25912" y="21487"/>
                  </a:lnTo>
                  <a:lnTo>
                    <a:pt x="25912" y="21487"/>
                  </a:lnTo>
                  <a:lnTo>
                    <a:pt x="25514" y="21369"/>
                  </a:lnTo>
                  <a:lnTo>
                    <a:pt x="25514" y="21369"/>
                  </a:lnTo>
                  <a:cubicBezTo>
                    <a:pt x="25937" y="21479"/>
                    <a:pt x="26360" y="21597"/>
                    <a:pt x="26766" y="21749"/>
                  </a:cubicBezTo>
                  <a:cubicBezTo>
                    <a:pt x="26780" y="21756"/>
                    <a:pt x="26783" y="21759"/>
                    <a:pt x="26776" y="21759"/>
                  </a:cubicBezTo>
                  <a:cubicBezTo>
                    <a:pt x="26747" y="21759"/>
                    <a:pt x="26545" y="21706"/>
                    <a:pt x="26394" y="21665"/>
                  </a:cubicBezTo>
                  <a:lnTo>
                    <a:pt x="26394" y="21665"/>
                  </a:lnTo>
                  <a:cubicBezTo>
                    <a:pt x="26597" y="21733"/>
                    <a:pt x="26927" y="21809"/>
                    <a:pt x="27206" y="21876"/>
                  </a:cubicBezTo>
                  <a:cubicBezTo>
                    <a:pt x="27417" y="21910"/>
                    <a:pt x="28128" y="22088"/>
                    <a:pt x="28424" y="22139"/>
                  </a:cubicBezTo>
                  <a:lnTo>
                    <a:pt x="28534" y="22164"/>
                  </a:lnTo>
                  <a:lnTo>
                    <a:pt x="28483" y="22164"/>
                  </a:lnTo>
                  <a:lnTo>
                    <a:pt x="28636" y="22198"/>
                  </a:lnTo>
                  <a:lnTo>
                    <a:pt x="28991" y="22291"/>
                  </a:lnTo>
                  <a:lnTo>
                    <a:pt x="28915" y="22282"/>
                  </a:lnTo>
                  <a:lnTo>
                    <a:pt x="28915" y="22282"/>
                  </a:lnTo>
                  <a:lnTo>
                    <a:pt x="29058" y="22308"/>
                  </a:lnTo>
                  <a:lnTo>
                    <a:pt x="29431" y="22418"/>
                  </a:lnTo>
                  <a:lnTo>
                    <a:pt x="29625" y="22452"/>
                  </a:lnTo>
                  <a:lnTo>
                    <a:pt x="29532" y="22426"/>
                  </a:lnTo>
                  <a:cubicBezTo>
                    <a:pt x="29536" y="22425"/>
                    <a:pt x="29544" y="22424"/>
                    <a:pt x="29554" y="22424"/>
                  </a:cubicBezTo>
                  <a:cubicBezTo>
                    <a:pt x="29660" y="22424"/>
                    <a:pt x="30080" y="22498"/>
                    <a:pt x="30556" y="22621"/>
                  </a:cubicBezTo>
                  <a:lnTo>
                    <a:pt x="29845" y="22435"/>
                  </a:lnTo>
                  <a:lnTo>
                    <a:pt x="29981" y="22460"/>
                  </a:lnTo>
                  <a:cubicBezTo>
                    <a:pt x="30277" y="22528"/>
                    <a:pt x="30564" y="22604"/>
                    <a:pt x="30843" y="22672"/>
                  </a:cubicBezTo>
                  <a:lnTo>
                    <a:pt x="31656" y="22858"/>
                  </a:lnTo>
                  <a:cubicBezTo>
                    <a:pt x="31469" y="22824"/>
                    <a:pt x="31266" y="22782"/>
                    <a:pt x="31030" y="22731"/>
                  </a:cubicBezTo>
                  <a:lnTo>
                    <a:pt x="31030" y="22731"/>
                  </a:lnTo>
                  <a:cubicBezTo>
                    <a:pt x="31588" y="22883"/>
                    <a:pt x="32459" y="23018"/>
                    <a:pt x="32721" y="23120"/>
                  </a:cubicBezTo>
                  <a:cubicBezTo>
                    <a:pt x="31850" y="22968"/>
                    <a:pt x="31444" y="22866"/>
                    <a:pt x="30539" y="22680"/>
                  </a:cubicBezTo>
                  <a:cubicBezTo>
                    <a:pt x="30436" y="22646"/>
                    <a:pt x="30409" y="22632"/>
                    <a:pt x="30428" y="22632"/>
                  </a:cubicBezTo>
                  <a:cubicBezTo>
                    <a:pt x="30452" y="22632"/>
                    <a:pt x="30546" y="22652"/>
                    <a:pt x="30657" y="22680"/>
                  </a:cubicBezTo>
                  <a:cubicBezTo>
                    <a:pt x="30869" y="22722"/>
                    <a:pt x="31139" y="22773"/>
                    <a:pt x="31156" y="22773"/>
                  </a:cubicBezTo>
                  <a:cubicBezTo>
                    <a:pt x="30987" y="22731"/>
                    <a:pt x="30810" y="22688"/>
                    <a:pt x="30640" y="22646"/>
                  </a:cubicBezTo>
                  <a:lnTo>
                    <a:pt x="30640" y="22646"/>
                  </a:lnTo>
                  <a:cubicBezTo>
                    <a:pt x="30646" y="22649"/>
                    <a:pt x="30644" y="22651"/>
                    <a:pt x="30637" y="22651"/>
                  </a:cubicBezTo>
                  <a:cubicBezTo>
                    <a:pt x="30570" y="22651"/>
                    <a:pt x="29959" y="22504"/>
                    <a:pt x="29875" y="22504"/>
                  </a:cubicBezTo>
                  <a:cubicBezTo>
                    <a:pt x="29856" y="22504"/>
                    <a:pt x="29863" y="22511"/>
                    <a:pt x="29904" y="22528"/>
                  </a:cubicBezTo>
                  <a:lnTo>
                    <a:pt x="30742" y="22739"/>
                  </a:lnTo>
                  <a:lnTo>
                    <a:pt x="31562" y="22925"/>
                  </a:lnTo>
                  <a:lnTo>
                    <a:pt x="32358" y="23103"/>
                  </a:lnTo>
                  <a:lnTo>
                    <a:pt x="32747" y="23188"/>
                  </a:lnTo>
                  <a:lnTo>
                    <a:pt x="33119" y="23255"/>
                  </a:lnTo>
                  <a:cubicBezTo>
                    <a:pt x="32789" y="23281"/>
                    <a:pt x="32459" y="23281"/>
                    <a:pt x="32129" y="23289"/>
                  </a:cubicBezTo>
                  <a:lnTo>
                    <a:pt x="32062" y="23289"/>
                  </a:lnTo>
                  <a:cubicBezTo>
                    <a:pt x="32416" y="23367"/>
                    <a:pt x="32575" y="23390"/>
                    <a:pt x="32646" y="23390"/>
                  </a:cubicBezTo>
                  <a:cubicBezTo>
                    <a:pt x="32749" y="23390"/>
                    <a:pt x="32669" y="23342"/>
                    <a:pt x="32728" y="23342"/>
                  </a:cubicBezTo>
                  <a:cubicBezTo>
                    <a:pt x="32739" y="23342"/>
                    <a:pt x="32756" y="23344"/>
                    <a:pt x="32781" y="23348"/>
                  </a:cubicBezTo>
                  <a:cubicBezTo>
                    <a:pt x="32992" y="23382"/>
                    <a:pt x="33178" y="23399"/>
                    <a:pt x="33364" y="23450"/>
                  </a:cubicBezTo>
                  <a:lnTo>
                    <a:pt x="33254" y="23441"/>
                  </a:lnTo>
                  <a:lnTo>
                    <a:pt x="33254" y="23441"/>
                  </a:lnTo>
                  <a:cubicBezTo>
                    <a:pt x="33559" y="23496"/>
                    <a:pt x="33608" y="23496"/>
                    <a:pt x="33648" y="23496"/>
                  </a:cubicBezTo>
                  <a:cubicBezTo>
                    <a:pt x="33688" y="23496"/>
                    <a:pt x="33720" y="23496"/>
                    <a:pt x="33990" y="23551"/>
                  </a:cubicBezTo>
                  <a:cubicBezTo>
                    <a:pt x="34070" y="23562"/>
                    <a:pt x="34107" y="23567"/>
                    <a:pt x="34116" y="23567"/>
                  </a:cubicBezTo>
                  <a:cubicBezTo>
                    <a:pt x="34152" y="23567"/>
                    <a:pt x="33783" y="23504"/>
                    <a:pt x="33824" y="23504"/>
                  </a:cubicBezTo>
                  <a:cubicBezTo>
                    <a:pt x="33831" y="23504"/>
                    <a:pt x="33849" y="23505"/>
                    <a:pt x="33880" y="23509"/>
                  </a:cubicBezTo>
                  <a:cubicBezTo>
                    <a:pt x="34050" y="23543"/>
                    <a:pt x="34219" y="23568"/>
                    <a:pt x="34388" y="23577"/>
                  </a:cubicBezTo>
                  <a:cubicBezTo>
                    <a:pt x="34642" y="23611"/>
                    <a:pt x="34887" y="23653"/>
                    <a:pt x="35132" y="23704"/>
                  </a:cubicBezTo>
                  <a:cubicBezTo>
                    <a:pt x="35110" y="23708"/>
                    <a:pt x="35141" y="23725"/>
                    <a:pt x="35091" y="23725"/>
                  </a:cubicBezTo>
                  <a:cubicBezTo>
                    <a:pt x="35048" y="23725"/>
                    <a:pt x="34947" y="23713"/>
                    <a:pt x="34701" y="23670"/>
                  </a:cubicBezTo>
                  <a:lnTo>
                    <a:pt x="34701" y="23670"/>
                  </a:lnTo>
                  <a:cubicBezTo>
                    <a:pt x="34870" y="23712"/>
                    <a:pt x="35039" y="23746"/>
                    <a:pt x="35208" y="23788"/>
                  </a:cubicBezTo>
                  <a:cubicBezTo>
                    <a:pt x="34608" y="23695"/>
                    <a:pt x="34972" y="23754"/>
                    <a:pt x="34354" y="23644"/>
                  </a:cubicBezTo>
                  <a:cubicBezTo>
                    <a:pt x="34265" y="23637"/>
                    <a:pt x="34209" y="23634"/>
                    <a:pt x="34166" y="23634"/>
                  </a:cubicBezTo>
                  <a:cubicBezTo>
                    <a:pt x="34115" y="23634"/>
                    <a:pt x="34083" y="23638"/>
                    <a:pt x="34035" y="23638"/>
                  </a:cubicBezTo>
                  <a:cubicBezTo>
                    <a:pt x="33995" y="23638"/>
                    <a:pt x="33945" y="23635"/>
                    <a:pt x="33863" y="23627"/>
                  </a:cubicBezTo>
                  <a:lnTo>
                    <a:pt x="33863" y="23627"/>
                  </a:lnTo>
                  <a:cubicBezTo>
                    <a:pt x="34092" y="23670"/>
                    <a:pt x="34058" y="23636"/>
                    <a:pt x="34405" y="23704"/>
                  </a:cubicBezTo>
                  <a:cubicBezTo>
                    <a:pt x="34543" y="23732"/>
                    <a:pt x="34581" y="23741"/>
                    <a:pt x="34568" y="23741"/>
                  </a:cubicBezTo>
                  <a:cubicBezTo>
                    <a:pt x="34542" y="23741"/>
                    <a:pt x="34315" y="23704"/>
                    <a:pt x="34286" y="23704"/>
                  </a:cubicBezTo>
                  <a:cubicBezTo>
                    <a:pt x="34853" y="23780"/>
                    <a:pt x="34904" y="23856"/>
                    <a:pt x="35411" y="23907"/>
                  </a:cubicBezTo>
                  <a:cubicBezTo>
                    <a:pt x="35318" y="23847"/>
                    <a:pt x="35411" y="23873"/>
                    <a:pt x="35065" y="23788"/>
                  </a:cubicBezTo>
                  <a:lnTo>
                    <a:pt x="35065" y="23788"/>
                  </a:lnTo>
                  <a:cubicBezTo>
                    <a:pt x="35420" y="23831"/>
                    <a:pt x="35868" y="23932"/>
                    <a:pt x="35826" y="23957"/>
                  </a:cubicBezTo>
                  <a:lnTo>
                    <a:pt x="35902" y="23940"/>
                  </a:lnTo>
                  <a:cubicBezTo>
                    <a:pt x="35987" y="23966"/>
                    <a:pt x="36266" y="24017"/>
                    <a:pt x="36283" y="24025"/>
                  </a:cubicBezTo>
                  <a:lnTo>
                    <a:pt x="36410" y="24025"/>
                  </a:lnTo>
                  <a:cubicBezTo>
                    <a:pt x="36105" y="23949"/>
                    <a:pt x="35801" y="23890"/>
                    <a:pt x="35488" y="23847"/>
                  </a:cubicBezTo>
                  <a:lnTo>
                    <a:pt x="35488" y="23847"/>
                  </a:lnTo>
                  <a:cubicBezTo>
                    <a:pt x="35495" y="23848"/>
                    <a:pt x="35502" y="23848"/>
                    <a:pt x="35507" y="23848"/>
                  </a:cubicBezTo>
                  <a:cubicBezTo>
                    <a:pt x="35597" y="23848"/>
                    <a:pt x="35463" y="23808"/>
                    <a:pt x="35531" y="23808"/>
                  </a:cubicBezTo>
                  <a:cubicBezTo>
                    <a:pt x="35565" y="23808"/>
                    <a:pt x="35649" y="23818"/>
                    <a:pt x="35834" y="23847"/>
                  </a:cubicBezTo>
                  <a:cubicBezTo>
                    <a:pt x="36088" y="23890"/>
                    <a:pt x="35860" y="23864"/>
                    <a:pt x="35877" y="23881"/>
                  </a:cubicBezTo>
                  <a:cubicBezTo>
                    <a:pt x="37188" y="24084"/>
                    <a:pt x="37188" y="24143"/>
                    <a:pt x="38220" y="24279"/>
                  </a:cubicBezTo>
                  <a:cubicBezTo>
                    <a:pt x="37966" y="24253"/>
                    <a:pt x="37332" y="24143"/>
                    <a:pt x="36833" y="24093"/>
                  </a:cubicBezTo>
                  <a:lnTo>
                    <a:pt x="36833" y="24093"/>
                  </a:lnTo>
                  <a:cubicBezTo>
                    <a:pt x="37129" y="24160"/>
                    <a:pt x="37484" y="24177"/>
                    <a:pt x="37772" y="24228"/>
                  </a:cubicBezTo>
                  <a:cubicBezTo>
                    <a:pt x="37671" y="24218"/>
                    <a:pt x="37603" y="24212"/>
                    <a:pt x="37575" y="24212"/>
                  </a:cubicBezTo>
                  <a:cubicBezTo>
                    <a:pt x="37533" y="24212"/>
                    <a:pt x="37588" y="24226"/>
                    <a:pt x="37772" y="24262"/>
                  </a:cubicBezTo>
                  <a:lnTo>
                    <a:pt x="37899" y="24262"/>
                  </a:lnTo>
                  <a:cubicBezTo>
                    <a:pt x="38073" y="24287"/>
                    <a:pt x="38395" y="24336"/>
                    <a:pt x="38430" y="24346"/>
                  </a:cubicBezTo>
                  <a:lnTo>
                    <a:pt x="38430" y="24346"/>
                  </a:lnTo>
                  <a:cubicBezTo>
                    <a:pt x="38346" y="24321"/>
                    <a:pt x="38270" y="24304"/>
                    <a:pt x="38195" y="24296"/>
                  </a:cubicBezTo>
                  <a:lnTo>
                    <a:pt x="38195" y="24296"/>
                  </a:lnTo>
                  <a:cubicBezTo>
                    <a:pt x="38423" y="24313"/>
                    <a:pt x="38753" y="24355"/>
                    <a:pt x="39125" y="24397"/>
                  </a:cubicBezTo>
                  <a:cubicBezTo>
                    <a:pt x="39506" y="24440"/>
                    <a:pt x="39920" y="24499"/>
                    <a:pt x="40326" y="24558"/>
                  </a:cubicBezTo>
                  <a:cubicBezTo>
                    <a:pt x="40322" y="24560"/>
                    <a:pt x="40311" y="24561"/>
                    <a:pt x="40294" y="24561"/>
                  </a:cubicBezTo>
                  <a:cubicBezTo>
                    <a:pt x="40157" y="24561"/>
                    <a:pt x="39654" y="24497"/>
                    <a:pt x="39588" y="24497"/>
                  </a:cubicBezTo>
                  <a:cubicBezTo>
                    <a:pt x="39563" y="24497"/>
                    <a:pt x="39602" y="24507"/>
                    <a:pt x="39751" y="24533"/>
                  </a:cubicBezTo>
                  <a:cubicBezTo>
                    <a:pt x="40090" y="24566"/>
                    <a:pt x="40360" y="24558"/>
                    <a:pt x="40935" y="24660"/>
                  </a:cubicBezTo>
                  <a:cubicBezTo>
                    <a:pt x="40919" y="24659"/>
                    <a:pt x="40906" y="24659"/>
                    <a:pt x="40896" y="24659"/>
                  </a:cubicBezTo>
                  <a:cubicBezTo>
                    <a:pt x="40755" y="24659"/>
                    <a:pt x="41197" y="24711"/>
                    <a:pt x="41189" y="24719"/>
                  </a:cubicBezTo>
                  <a:lnTo>
                    <a:pt x="41993" y="24761"/>
                  </a:lnTo>
                  <a:cubicBezTo>
                    <a:pt x="42382" y="24803"/>
                    <a:pt x="42830" y="24854"/>
                    <a:pt x="43186" y="24879"/>
                  </a:cubicBezTo>
                  <a:cubicBezTo>
                    <a:pt x="43067" y="24871"/>
                    <a:pt x="42915" y="24854"/>
                    <a:pt x="42720" y="24837"/>
                  </a:cubicBezTo>
                  <a:cubicBezTo>
                    <a:pt x="42856" y="24837"/>
                    <a:pt x="42991" y="24846"/>
                    <a:pt x="43118" y="24854"/>
                  </a:cubicBezTo>
                  <a:cubicBezTo>
                    <a:pt x="43253" y="24871"/>
                    <a:pt x="43380" y="24879"/>
                    <a:pt x="43516" y="24896"/>
                  </a:cubicBezTo>
                  <a:cubicBezTo>
                    <a:pt x="43786" y="24930"/>
                    <a:pt x="44074" y="24964"/>
                    <a:pt x="44421" y="24981"/>
                  </a:cubicBezTo>
                  <a:lnTo>
                    <a:pt x="44108" y="24973"/>
                  </a:lnTo>
                  <a:lnTo>
                    <a:pt x="44108" y="24973"/>
                  </a:lnTo>
                  <a:cubicBezTo>
                    <a:pt x="44632" y="25023"/>
                    <a:pt x="45038" y="25049"/>
                    <a:pt x="45461" y="25057"/>
                  </a:cubicBezTo>
                  <a:lnTo>
                    <a:pt x="45453" y="25082"/>
                  </a:lnTo>
                  <a:cubicBezTo>
                    <a:pt x="45465" y="25074"/>
                    <a:pt x="45532" y="25071"/>
                    <a:pt x="45627" y="25071"/>
                  </a:cubicBezTo>
                  <a:cubicBezTo>
                    <a:pt x="45912" y="25071"/>
                    <a:pt x="46459" y="25099"/>
                    <a:pt x="46612" y="25099"/>
                  </a:cubicBezTo>
                  <a:cubicBezTo>
                    <a:pt x="45326" y="25040"/>
                    <a:pt x="45512" y="25006"/>
                    <a:pt x="44268" y="24930"/>
                  </a:cubicBezTo>
                  <a:cubicBezTo>
                    <a:pt x="44682" y="24930"/>
                    <a:pt x="44995" y="24957"/>
                    <a:pt x="45416" y="24957"/>
                  </a:cubicBezTo>
                  <a:cubicBezTo>
                    <a:pt x="45469" y="24957"/>
                    <a:pt x="45523" y="24957"/>
                    <a:pt x="45580" y="24956"/>
                  </a:cubicBezTo>
                  <a:cubicBezTo>
                    <a:pt x="45681" y="24956"/>
                    <a:pt x="45774" y="24964"/>
                    <a:pt x="45867" y="24989"/>
                  </a:cubicBezTo>
                  <a:cubicBezTo>
                    <a:pt x="45991" y="24977"/>
                    <a:pt x="46115" y="24969"/>
                    <a:pt x="46242" y="24969"/>
                  </a:cubicBezTo>
                  <a:cubicBezTo>
                    <a:pt x="46289" y="24969"/>
                    <a:pt x="46336" y="24970"/>
                    <a:pt x="46383" y="24973"/>
                  </a:cubicBezTo>
                  <a:lnTo>
                    <a:pt x="46468" y="24989"/>
                  </a:lnTo>
                  <a:cubicBezTo>
                    <a:pt x="46739" y="25015"/>
                    <a:pt x="47009" y="25023"/>
                    <a:pt x="47280" y="25023"/>
                  </a:cubicBezTo>
                  <a:cubicBezTo>
                    <a:pt x="47398" y="25016"/>
                    <a:pt x="47516" y="25011"/>
                    <a:pt x="47633" y="25011"/>
                  </a:cubicBezTo>
                  <a:cubicBezTo>
                    <a:pt x="47776" y="25011"/>
                    <a:pt x="47919" y="25018"/>
                    <a:pt x="48058" y="25032"/>
                  </a:cubicBezTo>
                  <a:cubicBezTo>
                    <a:pt x="48143" y="25057"/>
                    <a:pt x="47965" y="25057"/>
                    <a:pt x="47703" y="25057"/>
                  </a:cubicBezTo>
                  <a:lnTo>
                    <a:pt x="47272" y="25057"/>
                  </a:lnTo>
                  <a:lnTo>
                    <a:pt x="46849" y="25040"/>
                  </a:lnTo>
                  <a:lnTo>
                    <a:pt x="46849" y="25040"/>
                  </a:lnTo>
                  <a:cubicBezTo>
                    <a:pt x="46955" y="25056"/>
                    <a:pt x="46943" y="25061"/>
                    <a:pt x="46877" y="25061"/>
                  </a:cubicBezTo>
                  <a:cubicBezTo>
                    <a:pt x="46782" y="25061"/>
                    <a:pt x="46573" y="25051"/>
                    <a:pt x="46460" y="25051"/>
                  </a:cubicBezTo>
                  <a:cubicBezTo>
                    <a:pt x="46368" y="25051"/>
                    <a:pt x="46339" y="25058"/>
                    <a:pt x="46485" y="25082"/>
                  </a:cubicBezTo>
                  <a:lnTo>
                    <a:pt x="46730" y="25074"/>
                  </a:lnTo>
                  <a:cubicBezTo>
                    <a:pt x="46937" y="25088"/>
                    <a:pt x="46958" y="25102"/>
                    <a:pt x="46872" y="25102"/>
                  </a:cubicBezTo>
                  <a:cubicBezTo>
                    <a:pt x="46852" y="25102"/>
                    <a:pt x="46827" y="25101"/>
                    <a:pt x="46798" y="25099"/>
                  </a:cubicBezTo>
                  <a:lnTo>
                    <a:pt x="46798" y="25099"/>
                  </a:lnTo>
                  <a:cubicBezTo>
                    <a:pt x="46872" y="25109"/>
                    <a:pt x="46947" y="25113"/>
                    <a:pt x="47021" y="25113"/>
                  </a:cubicBezTo>
                  <a:cubicBezTo>
                    <a:pt x="47073" y="25113"/>
                    <a:pt x="47126" y="25111"/>
                    <a:pt x="47179" y="25108"/>
                  </a:cubicBezTo>
                  <a:lnTo>
                    <a:pt x="47179" y="25108"/>
                  </a:lnTo>
                  <a:cubicBezTo>
                    <a:pt x="48473" y="25167"/>
                    <a:pt x="47035" y="25150"/>
                    <a:pt x="48304" y="25218"/>
                  </a:cubicBezTo>
                  <a:cubicBezTo>
                    <a:pt x="48273" y="25220"/>
                    <a:pt x="48231" y="25220"/>
                    <a:pt x="48185" y="25220"/>
                  </a:cubicBezTo>
                  <a:cubicBezTo>
                    <a:pt x="48104" y="25220"/>
                    <a:pt x="48010" y="25218"/>
                    <a:pt x="47946" y="25218"/>
                  </a:cubicBezTo>
                  <a:cubicBezTo>
                    <a:pt x="47888" y="25218"/>
                    <a:pt x="47856" y="25220"/>
                    <a:pt x="47881" y="25226"/>
                  </a:cubicBezTo>
                  <a:cubicBezTo>
                    <a:pt x="47661" y="25218"/>
                    <a:pt x="47432" y="25209"/>
                    <a:pt x="47204" y="25192"/>
                  </a:cubicBezTo>
                  <a:lnTo>
                    <a:pt x="47187" y="25218"/>
                  </a:lnTo>
                  <a:cubicBezTo>
                    <a:pt x="47483" y="25235"/>
                    <a:pt x="47777" y="25243"/>
                    <a:pt x="48071" y="25243"/>
                  </a:cubicBezTo>
                  <a:cubicBezTo>
                    <a:pt x="48365" y="25243"/>
                    <a:pt x="48659" y="25235"/>
                    <a:pt x="48955" y="25218"/>
                  </a:cubicBezTo>
                  <a:cubicBezTo>
                    <a:pt x="48177" y="25209"/>
                    <a:pt x="48870" y="25184"/>
                    <a:pt x="48464" y="25150"/>
                  </a:cubicBezTo>
                  <a:cubicBezTo>
                    <a:pt x="48591" y="25150"/>
                    <a:pt x="48718" y="25150"/>
                    <a:pt x="48845" y="25167"/>
                  </a:cubicBezTo>
                  <a:cubicBezTo>
                    <a:pt x="48858" y="25165"/>
                    <a:pt x="48889" y="25165"/>
                    <a:pt x="48927" y="25165"/>
                  </a:cubicBezTo>
                  <a:cubicBezTo>
                    <a:pt x="48995" y="25165"/>
                    <a:pt x="49089" y="25167"/>
                    <a:pt x="49158" y="25167"/>
                  </a:cubicBezTo>
                  <a:cubicBezTo>
                    <a:pt x="49216" y="25167"/>
                    <a:pt x="49255" y="25165"/>
                    <a:pt x="49246" y="25160"/>
                  </a:cubicBezTo>
                  <a:lnTo>
                    <a:pt x="49246" y="25160"/>
                  </a:lnTo>
                  <a:cubicBezTo>
                    <a:pt x="49439" y="25235"/>
                    <a:pt x="51102" y="25277"/>
                    <a:pt x="50723" y="25336"/>
                  </a:cubicBezTo>
                  <a:cubicBezTo>
                    <a:pt x="50884" y="25348"/>
                    <a:pt x="51156" y="25351"/>
                    <a:pt x="51487" y="25351"/>
                  </a:cubicBezTo>
                  <a:cubicBezTo>
                    <a:pt x="52148" y="25351"/>
                    <a:pt x="53041" y="25336"/>
                    <a:pt x="53735" y="25336"/>
                  </a:cubicBezTo>
                  <a:cubicBezTo>
                    <a:pt x="53641" y="25345"/>
                    <a:pt x="53548" y="25353"/>
                    <a:pt x="53455" y="25353"/>
                  </a:cubicBezTo>
                  <a:cubicBezTo>
                    <a:pt x="53656" y="25363"/>
                    <a:pt x="53815" y="25366"/>
                    <a:pt x="53946" y="25366"/>
                  </a:cubicBezTo>
                  <a:cubicBezTo>
                    <a:pt x="54526" y="25366"/>
                    <a:pt x="54536" y="25289"/>
                    <a:pt x="55054" y="25269"/>
                  </a:cubicBezTo>
                  <a:lnTo>
                    <a:pt x="55054" y="25269"/>
                  </a:lnTo>
                  <a:cubicBezTo>
                    <a:pt x="54487" y="25302"/>
                    <a:pt x="55545" y="25286"/>
                    <a:pt x="55773" y="25302"/>
                  </a:cubicBezTo>
                  <a:cubicBezTo>
                    <a:pt x="56272" y="25260"/>
                    <a:pt x="56678" y="25209"/>
                    <a:pt x="57389" y="25192"/>
                  </a:cubicBezTo>
                  <a:cubicBezTo>
                    <a:pt x="57523" y="25228"/>
                    <a:pt x="57666" y="25246"/>
                    <a:pt x="57811" y="25246"/>
                  </a:cubicBezTo>
                  <a:cubicBezTo>
                    <a:pt x="57876" y="25246"/>
                    <a:pt x="57941" y="25243"/>
                    <a:pt x="58007" y="25235"/>
                  </a:cubicBezTo>
                  <a:lnTo>
                    <a:pt x="58311" y="25201"/>
                  </a:lnTo>
                  <a:cubicBezTo>
                    <a:pt x="58759" y="25176"/>
                    <a:pt x="59352" y="25125"/>
                    <a:pt x="59639" y="25125"/>
                  </a:cubicBezTo>
                  <a:lnTo>
                    <a:pt x="59580" y="25125"/>
                  </a:lnTo>
                  <a:cubicBezTo>
                    <a:pt x="60006" y="25111"/>
                    <a:pt x="60086" y="25079"/>
                    <a:pt x="59867" y="25079"/>
                  </a:cubicBezTo>
                  <a:cubicBezTo>
                    <a:pt x="59824" y="25079"/>
                    <a:pt x="59771" y="25080"/>
                    <a:pt x="59707" y="25082"/>
                  </a:cubicBezTo>
                  <a:cubicBezTo>
                    <a:pt x="59868" y="25074"/>
                    <a:pt x="60028" y="25057"/>
                    <a:pt x="60189" y="25040"/>
                  </a:cubicBezTo>
                  <a:lnTo>
                    <a:pt x="60206" y="25040"/>
                  </a:lnTo>
                  <a:cubicBezTo>
                    <a:pt x="60519" y="25015"/>
                    <a:pt x="60824" y="24981"/>
                    <a:pt x="61170" y="24939"/>
                  </a:cubicBezTo>
                  <a:cubicBezTo>
                    <a:pt x="61498" y="24900"/>
                    <a:pt x="61854" y="24868"/>
                    <a:pt x="62298" y="24817"/>
                  </a:cubicBezTo>
                  <a:lnTo>
                    <a:pt x="62298" y="24817"/>
                  </a:lnTo>
                  <a:cubicBezTo>
                    <a:pt x="62250" y="24820"/>
                    <a:pt x="62208" y="24821"/>
                    <a:pt x="62175" y="24821"/>
                  </a:cubicBezTo>
                  <a:cubicBezTo>
                    <a:pt x="62160" y="24821"/>
                    <a:pt x="62146" y="24821"/>
                    <a:pt x="62135" y="24820"/>
                  </a:cubicBezTo>
                  <a:lnTo>
                    <a:pt x="62592" y="24753"/>
                  </a:lnTo>
                  <a:lnTo>
                    <a:pt x="62761" y="24761"/>
                  </a:lnTo>
                  <a:lnTo>
                    <a:pt x="63023" y="24702"/>
                  </a:lnTo>
                  <a:lnTo>
                    <a:pt x="63023" y="24702"/>
                  </a:lnTo>
                  <a:cubicBezTo>
                    <a:pt x="62768" y="24716"/>
                    <a:pt x="62263" y="24756"/>
                    <a:pt x="62041" y="24756"/>
                  </a:cubicBezTo>
                  <a:cubicBezTo>
                    <a:pt x="62005" y="24756"/>
                    <a:pt x="61976" y="24755"/>
                    <a:pt x="61957" y="24753"/>
                  </a:cubicBezTo>
                  <a:cubicBezTo>
                    <a:pt x="62304" y="24719"/>
                    <a:pt x="62744" y="24676"/>
                    <a:pt x="63268" y="24617"/>
                  </a:cubicBezTo>
                  <a:lnTo>
                    <a:pt x="64097" y="24507"/>
                  </a:lnTo>
                  <a:cubicBezTo>
                    <a:pt x="64385" y="24473"/>
                    <a:pt x="64698" y="24423"/>
                    <a:pt x="65019" y="24372"/>
                  </a:cubicBezTo>
                  <a:lnTo>
                    <a:pt x="65019" y="24372"/>
                  </a:lnTo>
                  <a:cubicBezTo>
                    <a:pt x="64994" y="24380"/>
                    <a:pt x="64960" y="24380"/>
                    <a:pt x="64935" y="24389"/>
                  </a:cubicBezTo>
                  <a:cubicBezTo>
                    <a:pt x="65595" y="24313"/>
                    <a:pt x="65654" y="24304"/>
                    <a:pt x="66178" y="24237"/>
                  </a:cubicBezTo>
                  <a:lnTo>
                    <a:pt x="66178" y="24237"/>
                  </a:lnTo>
                  <a:lnTo>
                    <a:pt x="66018" y="24270"/>
                  </a:lnTo>
                  <a:cubicBezTo>
                    <a:pt x="66023" y="24271"/>
                    <a:pt x="66029" y="24271"/>
                    <a:pt x="66036" y="24271"/>
                  </a:cubicBezTo>
                  <a:cubicBezTo>
                    <a:pt x="66163" y="24271"/>
                    <a:pt x="66564" y="24200"/>
                    <a:pt x="66965" y="24143"/>
                  </a:cubicBezTo>
                  <a:cubicBezTo>
                    <a:pt x="67160" y="24101"/>
                    <a:pt x="67346" y="24076"/>
                    <a:pt x="67540" y="24059"/>
                  </a:cubicBezTo>
                  <a:lnTo>
                    <a:pt x="67540" y="24059"/>
                  </a:lnTo>
                  <a:lnTo>
                    <a:pt x="67473" y="24084"/>
                  </a:lnTo>
                  <a:cubicBezTo>
                    <a:pt x="67549" y="24084"/>
                    <a:pt x="67980" y="24034"/>
                    <a:pt x="68454" y="23966"/>
                  </a:cubicBezTo>
                  <a:lnTo>
                    <a:pt x="68454" y="23966"/>
                  </a:lnTo>
                  <a:lnTo>
                    <a:pt x="68259" y="24017"/>
                  </a:lnTo>
                  <a:cubicBezTo>
                    <a:pt x="68166" y="24038"/>
                    <a:pt x="68041" y="24060"/>
                    <a:pt x="67901" y="24082"/>
                  </a:cubicBezTo>
                  <a:lnTo>
                    <a:pt x="67901" y="24082"/>
                  </a:lnTo>
                  <a:cubicBezTo>
                    <a:pt x="67982" y="24071"/>
                    <a:pt x="68079" y="24063"/>
                    <a:pt x="68200" y="24050"/>
                  </a:cubicBezTo>
                  <a:lnTo>
                    <a:pt x="68200" y="24050"/>
                  </a:lnTo>
                  <a:lnTo>
                    <a:pt x="67363" y="24220"/>
                  </a:lnTo>
                  <a:cubicBezTo>
                    <a:pt x="67786" y="24169"/>
                    <a:pt x="67845" y="24110"/>
                    <a:pt x="68361" y="24050"/>
                  </a:cubicBezTo>
                  <a:lnTo>
                    <a:pt x="68361" y="24050"/>
                  </a:lnTo>
                  <a:cubicBezTo>
                    <a:pt x="68335" y="24093"/>
                    <a:pt x="68369" y="24101"/>
                    <a:pt x="67819" y="24203"/>
                  </a:cubicBezTo>
                  <a:cubicBezTo>
                    <a:pt x="67677" y="24220"/>
                    <a:pt x="67619" y="24226"/>
                    <a:pt x="67602" y="24226"/>
                  </a:cubicBezTo>
                  <a:cubicBezTo>
                    <a:pt x="67566" y="24226"/>
                    <a:pt x="67710" y="24200"/>
                    <a:pt x="67645" y="24200"/>
                  </a:cubicBezTo>
                  <a:cubicBezTo>
                    <a:pt x="67634" y="24200"/>
                    <a:pt x="67617" y="24201"/>
                    <a:pt x="67591" y="24203"/>
                  </a:cubicBezTo>
                  <a:cubicBezTo>
                    <a:pt x="67227" y="24287"/>
                    <a:pt x="67117" y="24228"/>
                    <a:pt x="66737" y="24321"/>
                  </a:cubicBezTo>
                  <a:cubicBezTo>
                    <a:pt x="66515" y="24353"/>
                    <a:pt x="66429" y="24360"/>
                    <a:pt x="66385" y="24360"/>
                  </a:cubicBezTo>
                  <a:cubicBezTo>
                    <a:pt x="66344" y="24360"/>
                    <a:pt x="66340" y="24354"/>
                    <a:pt x="66298" y="24354"/>
                  </a:cubicBezTo>
                  <a:cubicBezTo>
                    <a:pt x="66289" y="24354"/>
                    <a:pt x="66277" y="24354"/>
                    <a:pt x="66263" y="24355"/>
                  </a:cubicBezTo>
                  <a:cubicBezTo>
                    <a:pt x="66728" y="24287"/>
                    <a:pt x="66035" y="24347"/>
                    <a:pt x="66618" y="24262"/>
                  </a:cubicBezTo>
                  <a:lnTo>
                    <a:pt x="66618" y="24262"/>
                  </a:lnTo>
                  <a:cubicBezTo>
                    <a:pt x="66144" y="24304"/>
                    <a:pt x="66288" y="24347"/>
                    <a:pt x="65882" y="24380"/>
                  </a:cubicBezTo>
                  <a:lnTo>
                    <a:pt x="65815" y="24355"/>
                  </a:lnTo>
                  <a:cubicBezTo>
                    <a:pt x="65451" y="24380"/>
                    <a:pt x="64656" y="24456"/>
                    <a:pt x="64165" y="24533"/>
                  </a:cubicBezTo>
                  <a:cubicBezTo>
                    <a:pt x="64224" y="24529"/>
                    <a:pt x="64261" y="24527"/>
                    <a:pt x="64282" y="24527"/>
                  </a:cubicBezTo>
                  <a:cubicBezTo>
                    <a:pt x="64407" y="24527"/>
                    <a:pt x="63929" y="24585"/>
                    <a:pt x="63987" y="24592"/>
                  </a:cubicBezTo>
                  <a:cubicBezTo>
                    <a:pt x="64199" y="24550"/>
                    <a:pt x="64419" y="24524"/>
                    <a:pt x="64630" y="24524"/>
                  </a:cubicBezTo>
                  <a:cubicBezTo>
                    <a:pt x="64331" y="24570"/>
                    <a:pt x="63609" y="24644"/>
                    <a:pt x="63350" y="24664"/>
                  </a:cubicBezTo>
                  <a:lnTo>
                    <a:pt x="63350" y="24664"/>
                  </a:lnTo>
                  <a:lnTo>
                    <a:pt x="63920" y="24626"/>
                  </a:lnTo>
                  <a:lnTo>
                    <a:pt x="63920" y="24626"/>
                  </a:lnTo>
                  <a:cubicBezTo>
                    <a:pt x="63700" y="24668"/>
                    <a:pt x="62905" y="24769"/>
                    <a:pt x="62888" y="24778"/>
                  </a:cubicBezTo>
                  <a:cubicBezTo>
                    <a:pt x="62736" y="24783"/>
                    <a:pt x="62542" y="24800"/>
                    <a:pt x="62384" y="24811"/>
                  </a:cubicBezTo>
                  <a:lnTo>
                    <a:pt x="62384" y="24811"/>
                  </a:lnTo>
                  <a:cubicBezTo>
                    <a:pt x="62391" y="24809"/>
                    <a:pt x="62401" y="24806"/>
                    <a:pt x="62414" y="24803"/>
                  </a:cubicBezTo>
                  <a:lnTo>
                    <a:pt x="62414" y="24803"/>
                  </a:lnTo>
                  <a:cubicBezTo>
                    <a:pt x="62375" y="24808"/>
                    <a:pt x="62336" y="24813"/>
                    <a:pt x="62298" y="24817"/>
                  </a:cubicBezTo>
                  <a:lnTo>
                    <a:pt x="62298" y="24817"/>
                  </a:lnTo>
                  <a:cubicBezTo>
                    <a:pt x="62325" y="24815"/>
                    <a:pt x="62354" y="24813"/>
                    <a:pt x="62384" y="24811"/>
                  </a:cubicBezTo>
                  <a:lnTo>
                    <a:pt x="62384" y="24811"/>
                  </a:lnTo>
                  <a:cubicBezTo>
                    <a:pt x="62336" y="24827"/>
                    <a:pt x="62419" y="24829"/>
                    <a:pt x="62505" y="24829"/>
                  </a:cubicBezTo>
                  <a:cubicBezTo>
                    <a:pt x="62534" y="24829"/>
                    <a:pt x="62562" y="24829"/>
                    <a:pt x="62587" y="24829"/>
                  </a:cubicBezTo>
                  <a:lnTo>
                    <a:pt x="62587" y="24829"/>
                  </a:lnTo>
                  <a:cubicBezTo>
                    <a:pt x="62699" y="24829"/>
                    <a:pt x="62731" y="24833"/>
                    <a:pt x="62279" y="24879"/>
                  </a:cubicBezTo>
                  <a:cubicBezTo>
                    <a:pt x="62392" y="24865"/>
                    <a:pt x="62380" y="24861"/>
                    <a:pt x="62326" y="24861"/>
                  </a:cubicBezTo>
                  <a:cubicBezTo>
                    <a:pt x="62274" y="24861"/>
                    <a:pt x="62185" y="24864"/>
                    <a:pt x="62127" y="24864"/>
                  </a:cubicBezTo>
                  <a:cubicBezTo>
                    <a:pt x="62103" y="24864"/>
                    <a:pt x="62085" y="24864"/>
                    <a:pt x="62076" y="24863"/>
                  </a:cubicBezTo>
                  <a:cubicBezTo>
                    <a:pt x="61754" y="24879"/>
                    <a:pt x="61458" y="24930"/>
                    <a:pt x="61314" y="24947"/>
                  </a:cubicBezTo>
                  <a:cubicBezTo>
                    <a:pt x="61424" y="24956"/>
                    <a:pt x="61331" y="24998"/>
                    <a:pt x="61162" y="25032"/>
                  </a:cubicBezTo>
                  <a:cubicBezTo>
                    <a:pt x="61805" y="24947"/>
                    <a:pt x="63624" y="24812"/>
                    <a:pt x="63767" y="24727"/>
                  </a:cubicBezTo>
                  <a:cubicBezTo>
                    <a:pt x="64165" y="24693"/>
                    <a:pt x="64630" y="24634"/>
                    <a:pt x="65104" y="24583"/>
                  </a:cubicBezTo>
                  <a:lnTo>
                    <a:pt x="66508" y="24389"/>
                  </a:lnTo>
                  <a:cubicBezTo>
                    <a:pt x="66486" y="24389"/>
                    <a:pt x="66444" y="24393"/>
                    <a:pt x="66427" y="24393"/>
                  </a:cubicBezTo>
                  <a:cubicBezTo>
                    <a:pt x="66418" y="24393"/>
                    <a:pt x="66415" y="24392"/>
                    <a:pt x="66424" y="24389"/>
                  </a:cubicBezTo>
                  <a:lnTo>
                    <a:pt x="67210" y="24321"/>
                  </a:lnTo>
                  <a:lnTo>
                    <a:pt x="67210" y="24321"/>
                  </a:lnTo>
                  <a:lnTo>
                    <a:pt x="67024" y="24347"/>
                  </a:lnTo>
                  <a:lnTo>
                    <a:pt x="67549" y="24304"/>
                  </a:lnTo>
                  <a:cubicBezTo>
                    <a:pt x="67600" y="24304"/>
                    <a:pt x="67405" y="24347"/>
                    <a:pt x="67193" y="24380"/>
                  </a:cubicBezTo>
                  <a:cubicBezTo>
                    <a:pt x="67124" y="24390"/>
                    <a:pt x="67059" y="24396"/>
                    <a:pt x="67035" y="24396"/>
                  </a:cubicBezTo>
                  <a:cubicBezTo>
                    <a:pt x="67015" y="24396"/>
                    <a:pt x="67022" y="24392"/>
                    <a:pt x="67075" y="24380"/>
                  </a:cubicBezTo>
                  <a:lnTo>
                    <a:pt x="67075" y="24380"/>
                  </a:lnTo>
                  <a:cubicBezTo>
                    <a:pt x="66927" y="24408"/>
                    <a:pt x="66893" y="24417"/>
                    <a:pt x="66914" y="24417"/>
                  </a:cubicBezTo>
                  <a:cubicBezTo>
                    <a:pt x="66954" y="24417"/>
                    <a:pt x="67200" y="24384"/>
                    <a:pt x="67249" y="24384"/>
                  </a:cubicBezTo>
                  <a:cubicBezTo>
                    <a:pt x="67269" y="24384"/>
                    <a:pt x="67255" y="24389"/>
                    <a:pt x="67177" y="24406"/>
                  </a:cubicBezTo>
                  <a:cubicBezTo>
                    <a:pt x="67041" y="24423"/>
                    <a:pt x="66864" y="24448"/>
                    <a:pt x="66770" y="24465"/>
                  </a:cubicBezTo>
                  <a:cubicBezTo>
                    <a:pt x="67405" y="24397"/>
                    <a:pt x="67693" y="24313"/>
                    <a:pt x="68090" y="24304"/>
                  </a:cubicBezTo>
                  <a:cubicBezTo>
                    <a:pt x="68386" y="24237"/>
                    <a:pt x="68995" y="24118"/>
                    <a:pt x="69571" y="24050"/>
                  </a:cubicBezTo>
                  <a:lnTo>
                    <a:pt x="69571" y="24050"/>
                  </a:lnTo>
                  <a:cubicBezTo>
                    <a:pt x="69536" y="24058"/>
                    <a:pt x="69528" y="24062"/>
                    <a:pt x="69537" y="24062"/>
                  </a:cubicBezTo>
                  <a:cubicBezTo>
                    <a:pt x="69575" y="24062"/>
                    <a:pt x="69895" y="24011"/>
                    <a:pt x="69958" y="24011"/>
                  </a:cubicBezTo>
                  <a:cubicBezTo>
                    <a:pt x="69980" y="24011"/>
                    <a:pt x="69972" y="24017"/>
                    <a:pt x="69909" y="24034"/>
                  </a:cubicBezTo>
                  <a:cubicBezTo>
                    <a:pt x="70019" y="24008"/>
                    <a:pt x="70205" y="23983"/>
                    <a:pt x="70374" y="23957"/>
                  </a:cubicBezTo>
                  <a:cubicBezTo>
                    <a:pt x="70493" y="23940"/>
                    <a:pt x="70611" y="23915"/>
                    <a:pt x="70729" y="23890"/>
                  </a:cubicBezTo>
                  <a:lnTo>
                    <a:pt x="70729" y="23890"/>
                  </a:lnTo>
                  <a:cubicBezTo>
                    <a:pt x="70560" y="23924"/>
                    <a:pt x="70400" y="23949"/>
                    <a:pt x="70222" y="23966"/>
                  </a:cubicBezTo>
                  <a:cubicBezTo>
                    <a:pt x="70459" y="23924"/>
                    <a:pt x="70484" y="23898"/>
                    <a:pt x="70772" y="23856"/>
                  </a:cubicBezTo>
                  <a:cubicBezTo>
                    <a:pt x="70786" y="23853"/>
                    <a:pt x="70792" y="23852"/>
                    <a:pt x="70795" y="23852"/>
                  </a:cubicBezTo>
                  <a:cubicBezTo>
                    <a:pt x="70800" y="23852"/>
                    <a:pt x="70789" y="23856"/>
                    <a:pt x="70789" y="23856"/>
                  </a:cubicBezTo>
                  <a:cubicBezTo>
                    <a:pt x="71169" y="23771"/>
                    <a:pt x="70907" y="23763"/>
                    <a:pt x="71567" y="23653"/>
                  </a:cubicBezTo>
                  <a:cubicBezTo>
                    <a:pt x="72034" y="23570"/>
                    <a:pt x="72231" y="23541"/>
                    <a:pt x="72275" y="23541"/>
                  </a:cubicBezTo>
                  <a:cubicBezTo>
                    <a:pt x="72387" y="23541"/>
                    <a:pt x="71479" y="23739"/>
                    <a:pt x="71567" y="23739"/>
                  </a:cubicBezTo>
                  <a:cubicBezTo>
                    <a:pt x="71571" y="23739"/>
                    <a:pt x="71576" y="23738"/>
                    <a:pt x="71584" y="23737"/>
                  </a:cubicBezTo>
                  <a:cubicBezTo>
                    <a:pt x="71643" y="23712"/>
                    <a:pt x="72396" y="23577"/>
                    <a:pt x="72743" y="23526"/>
                  </a:cubicBezTo>
                  <a:lnTo>
                    <a:pt x="72743" y="23526"/>
                  </a:lnTo>
                  <a:lnTo>
                    <a:pt x="72667" y="23551"/>
                  </a:lnTo>
                  <a:cubicBezTo>
                    <a:pt x="72870" y="23501"/>
                    <a:pt x="73073" y="23458"/>
                    <a:pt x="73284" y="23433"/>
                  </a:cubicBezTo>
                  <a:cubicBezTo>
                    <a:pt x="73386" y="23382"/>
                    <a:pt x="73589" y="23323"/>
                    <a:pt x="73707" y="23281"/>
                  </a:cubicBezTo>
                  <a:lnTo>
                    <a:pt x="74477" y="23128"/>
                  </a:lnTo>
                  <a:lnTo>
                    <a:pt x="74477" y="23128"/>
                  </a:lnTo>
                  <a:lnTo>
                    <a:pt x="74325" y="23171"/>
                  </a:lnTo>
                  <a:lnTo>
                    <a:pt x="74325" y="23171"/>
                  </a:lnTo>
                  <a:lnTo>
                    <a:pt x="74807" y="23069"/>
                  </a:lnTo>
                  <a:lnTo>
                    <a:pt x="74807" y="23069"/>
                  </a:lnTo>
                  <a:cubicBezTo>
                    <a:pt x="74875" y="23078"/>
                    <a:pt x="74646" y="23120"/>
                    <a:pt x="74418" y="23171"/>
                  </a:cubicBezTo>
                  <a:lnTo>
                    <a:pt x="74418" y="23171"/>
                  </a:lnTo>
                  <a:cubicBezTo>
                    <a:pt x="74570" y="23162"/>
                    <a:pt x="74731" y="23128"/>
                    <a:pt x="74875" y="23078"/>
                  </a:cubicBezTo>
                  <a:lnTo>
                    <a:pt x="74875" y="23078"/>
                  </a:lnTo>
                  <a:lnTo>
                    <a:pt x="74782" y="23095"/>
                  </a:lnTo>
                  <a:cubicBezTo>
                    <a:pt x="74932" y="23055"/>
                    <a:pt x="75393" y="22941"/>
                    <a:pt x="75333" y="22941"/>
                  </a:cubicBezTo>
                  <a:cubicBezTo>
                    <a:pt x="75315" y="22941"/>
                    <a:pt x="75252" y="22951"/>
                    <a:pt x="75120" y="22976"/>
                  </a:cubicBezTo>
                  <a:cubicBezTo>
                    <a:pt x="75543" y="22866"/>
                    <a:pt x="75687" y="22883"/>
                    <a:pt x="75983" y="22807"/>
                  </a:cubicBezTo>
                  <a:lnTo>
                    <a:pt x="75983" y="22807"/>
                  </a:lnTo>
                  <a:cubicBezTo>
                    <a:pt x="76011" y="22814"/>
                    <a:pt x="75823" y="22863"/>
                    <a:pt x="75855" y="22863"/>
                  </a:cubicBezTo>
                  <a:cubicBezTo>
                    <a:pt x="75861" y="22863"/>
                    <a:pt x="75874" y="22862"/>
                    <a:pt x="75898" y="22858"/>
                  </a:cubicBezTo>
                  <a:cubicBezTo>
                    <a:pt x="76186" y="22807"/>
                    <a:pt x="76372" y="22773"/>
                    <a:pt x="76609" y="22714"/>
                  </a:cubicBezTo>
                  <a:lnTo>
                    <a:pt x="76609" y="22714"/>
                  </a:lnTo>
                  <a:cubicBezTo>
                    <a:pt x="76557" y="22722"/>
                    <a:pt x="76532" y="22724"/>
                    <a:pt x="76519" y="22724"/>
                  </a:cubicBezTo>
                  <a:cubicBezTo>
                    <a:pt x="76497" y="22724"/>
                    <a:pt x="76516" y="22716"/>
                    <a:pt x="76500" y="22716"/>
                  </a:cubicBezTo>
                  <a:cubicBezTo>
                    <a:pt x="76484" y="22716"/>
                    <a:pt x="76439" y="22723"/>
                    <a:pt x="76304" y="22748"/>
                  </a:cubicBezTo>
                  <a:cubicBezTo>
                    <a:pt x="76440" y="22714"/>
                    <a:pt x="76803" y="22629"/>
                    <a:pt x="76786" y="22621"/>
                  </a:cubicBezTo>
                  <a:lnTo>
                    <a:pt x="76786" y="22621"/>
                  </a:lnTo>
                  <a:cubicBezTo>
                    <a:pt x="76660" y="22663"/>
                    <a:pt x="76524" y="22688"/>
                    <a:pt x="76389" y="22705"/>
                  </a:cubicBezTo>
                  <a:cubicBezTo>
                    <a:pt x="76769" y="22621"/>
                    <a:pt x="77176" y="22519"/>
                    <a:pt x="77573" y="22452"/>
                  </a:cubicBezTo>
                  <a:lnTo>
                    <a:pt x="77573" y="22452"/>
                  </a:lnTo>
                  <a:cubicBezTo>
                    <a:pt x="77539" y="22460"/>
                    <a:pt x="77505" y="22469"/>
                    <a:pt x="77480" y="22485"/>
                  </a:cubicBezTo>
                  <a:cubicBezTo>
                    <a:pt x="77979" y="22333"/>
                    <a:pt x="78757" y="22172"/>
                    <a:pt x="79087" y="22046"/>
                  </a:cubicBezTo>
                  <a:lnTo>
                    <a:pt x="79087" y="22046"/>
                  </a:lnTo>
                  <a:lnTo>
                    <a:pt x="78935" y="22079"/>
                  </a:lnTo>
                  <a:cubicBezTo>
                    <a:pt x="78783" y="22130"/>
                    <a:pt x="78622" y="22164"/>
                    <a:pt x="78461" y="22189"/>
                  </a:cubicBezTo>
                  <a:cubicBezTo>
                    <a:pt x="78581" y="22161"/>
                    <a:pt x="78601" y="22153"/>
                    <a:pt x="78582" y="22153"/>
                  </a:cubicBezTo>
                  <a:cubicBezTo>
                    <a:pt x="78560" y="22153"/>
                    <a:pt x="78485" y="22164"/>
                    <a:pt x="78460" y="22164"/>
                  </a:cubicBezTo>
                  <a:cubicBezTo>
                    <a:pt x="78438" y="22164"/>
                    <a:pt x="78455" y="22155"/>
                    <a:pt x="78588" y="22122"/>
                  </a:cubicBezTo>
                  <a:cubicBezTo>
                    <a:pt x="79147" y="21969"/>
                    <a:pt x="79646" y="21876"/>
                    <a:pt x="79942" y="21766"/>
                  </a:cubicBezTo>
                  <a:lnTo>
                    <a:pt x="79942" y="21766"/>
                  </a:lnTo>
                  <a:cubicBezTo>
                    <a:pt x="79409" y="21893"/>
                    <a:pt x="78690" y="22054"/>
                    <a:pt x="78478" y="22122"/>
                  </a:cubicBezTo>
                  <a:cubicBezTo>
                    <a:pt x="78597" y="22096"/>
                    <a:pt x="78707" y="22071"/>
                    <a:pt x="78825" y="22037"/>
                  </a:cubicBezTo>
                  <a:lnTo>
                    <a:pt x="78825" y="22037"/>
                  </a:lnTo>
                  <a:cubicBezTo>
                    <a:pt x="78563" y="22122"/>
                    <a:pt x="78309" y="22189"/>
                    <a:pt x="78047" y="22266"/>
                  </a:cubicBezTo>
                  <a:cubicBezTo>
                    <a:pt x="78046" y="22265"/>
                    <a:pt x="78045" y="22265"/>
                    <a:pt x="78043" y="22265"/>
                  </a:cubicBezTo>
                  <a:cubicBezTo>
                    <a:pt x="77988" y="22265"/>
                    <a:pt x="77461" y="22405"/>
                    <a:pt x="77374" y="22405"/>
                  </a:cubicBezTo>
                  <a:cubicBezTo>
                    <a:pt x="77365" y="22405"/>
                    <a:pt x="77361" y="22404"/>
                    <a:pt x="77362" y="22401"/>
                  </a:cubicBezTo>
                  <a:lnTo>
                    <a:pt x="78089" y="22232"/>
                  </a:lnTo>
                  <a:cubicBezTo>
                    <a:pt x="78040" y="22232"/>
                    <a:pt x="77413" y="22380"/>
                    <a:pt x="77116" y="22444"/>
                  </a:cubicBezTo>
                  <a:lnTo>
                    <a:pt x="77116" y="22444"/>
                  </a:lnTo>
                  <a:lnTo>
                    <a:pt x="77438" y="22375"/>
                  </a:lnTo>
                  <a:lnTo>
                    <a:pt x="77438" y="22375"/>
                  </a:lnTo>
                  <a:cubicBezTo>
                    <a:pt x="77125" y="22460"/>
                    <a:pt x="76761" y="22553"/>
                    <a:pt x="76397" y="22629"/>
                  </a:cubicBezTo>
                  <a:cubicBezTo>
                    <a:pt x="76047" y="22703"/>
                    <a:pt x="75697" y="22776"/>
                    <a:pt x="75400" y="22849"/>
                  </a:cubicBezTo>
                  <a:lnTo>
                    <a:pt x="75400" y="22849"/>
                  </a:lnTo>
                  <a:cubicBezTo>
                    <a:pt x="75476" y="22830"/>
                    <a:pt x="75498" y="22823"/>
                    <a:pt x="75486" y="22823"/>
                  </a:cubicBezTo>
                  <a:cubicBezTo>
                    <a:pt x="75450" y="22823"/>
                    <a:pt x="75090" y="22893"/>
                    <a:pt x="75048" y="22893"/>
                  </a:cubicBezTo>
                  <a:cubicBezTo>
                    <a:pt x="75034" y="22893"/>
                    <a:pt x="75054" y="22886"/>
                    <a:pt x="75128" y="22866"/>
                  </a:cubicBezTo>
                  <a:cubicBezTo>
                    <a:pt x="75238" y="22832"/>
                    <a:pt x="75357" y="22815"/>
                    <a:pt x="75467" y="22798"/>
                  </a:cubicBezTo>
                  <a:cubicBezTo>
                    <a:pt x="75474" y="22794"/>
                    <a:pt x="75471" y="22792"/>
                    <a:pt x="75461" y="22792"/>
                  </a:cubicBezTo>
                  <a:cubicBezTo>
                    <a:pt x="75401" y="22792"/>
                    <a:pt x="75068" y="22867"/>
                    <a:pt x="74959" y="22875"/>
                  </a:cubicBezTo>
                  <a:cubicBezTo>
                    <a:pt x="74910" y="22896"/>
                    <a:pt x="74457" y="22999"/>
                    <a:pt x="74525" y="22999"/>
                  </a:cubicBezTo>
                  <a:cubicBezTo>
                    <a:pt x="74539" y="22999"/>
                    <a:pt x="74574" y="22995"/>
                    <a:pt x="74638" y="22985"/>
                  </a:cubicBezTo>
                  <a:lnTo>
                    <a:pt x="74638" y="22985"/>
                  </a:lnTo>
                  <a:cubicBezTo>
                    <a:pt x="74435" y="23018"/>
                    <a:pt x="73986" y="23120"/>
                    <a:pt x="73699" y="23162"/>
                  </a:cubicBezTo>
                  <a:cubicBezTo>
                    <a:pt x="73783" y="23171"/>
                    <a:pt x="73183" y="23281"/>
                    <a:pt x="73073" y="23314"/>
                  </a:cubicBezTo>
                  <a:cubicBezTo>
                    <a:pt x="72946" y="23331"/>
                    <a:pt x="72844" y="23348"/>
                    <a:pt x="72760" y="23357"/>
                  </a:cubicBezTo>
                  <a:lnTo>
                    <a:pt x="73665" y="23145"/>
                  </a:lnTo>
                  <a:cubicBezTo>
                    <a:pt x="73766" y="23137"/>
                    <a:pt x="73876" y="23111"/>
                    <a:pt x="73969" y="23086"/>
                  </a:cubicBezTo>
                  <a:lnTo>
                    <a:pt x="73969" y="23078"/>
                  </a:lnTo>
                  <a:cubicBezTo>
                    <a:pt x="74629" y="22925"/>
                    <a:pt x="75289" y="22756"/>
                    <a:pt x="75619" y="22672"/>
                  </a:cubicBezTo>
                  <a:lnTo>
                    <a:pt x="75619" y="22672"/>
                  </a:lnTo>
                  <a:lnTo>
                    <a:pt x="75467" y="22722"/>
                  </a:lnTo>
                  <a:cubicBezTo>
                    <a:pt x="75704" y="22655"/>
                    <a:pt x="75949" y="22604"/>
                    <a:pt x="76203" y="22553"/>
                  </a:cubicBezTo>
                  <a:lnTo>
                    <a:pt x="76583" y="22469"/>
                  </a:lnTo>
                  <a:cubicBezTo>
                    <a:pt x="76702" y="22445"/>
                    <a:pt x="76821" y="22414"/>
                    <a:pt x="76932" y="22382"/>
                  </a:cubicBezTo>
                  <a:lnTo>
                    <a:pt x="76932" y="22382"/>
                  </a:lnTo>
                  <a:cubicBezTo>
                    <a:pt x="76940" y="22381"/>
                    <a:pt x="76953" y="22379"/>
                    <a:pt x="76973" y="22375"/>
                  </a:cubicBezTo>
                  <a:cubicBezTo>
                    <a:pt x="77350" y="22295"/>
                    <a:pt x="77586" y="22224"/>
                    <a:pt x="77823" y="22159"/>
                  </a:cubicBezTo>
                  <a:lnTo>
                    <a:pt x="77823" y="22159"/>
                  </a:lnTo>
                  <a:cubicBezTo>
                    <a:pt x="77783" y="22169"/>
                    <a:pt x="77740" y="22178"/>
                    <a:pt x="77692" y="22189"/>
                  </a:cubicBezTo>
                  <a:cubicBezTo>
                    <a:pt x="77835" y="22139"/>
                    <a:pt x="78174" y="22046"/>
                    <a:pt x="78419" y="21995"/>
                  </a:cubicBezTo>
                  <a:lnTo>
                    <a:pt x="78444" y="21961"/>
                  </a:lnTo>
                  <a:cubicBezTo>
                    <a:pt x="78757" y="21859"/>
                    <a:pt x="79087" y="21817"/>
                    <a:pt x="79392" y="21707"/>
                  </a:cubicBezTo>
                  <a:lnTo>
                    <a:pt x="79392" y="21707"/>
                  </a:lnTo>
                  <a:lnTo>
                    <a:pt x="79020" y="21783"/>
                  </a:lnTo>
                  <a:lnTo>
                    <a:pt x="79079" y="21766"/>
                  </a:lnTo>
                  <a:lnTo>
                    <a:pt x="79079" y="21766"/>
                  </a:lnTo>
                  <a:cubicBezTo>
                    <a:pt x="78918" y="21809"/>
                    <a:pt x="78774" y="21851"/>
                    <a:pt x="78732" y="21868"/>
                  </a:cubicBezTo>
                  <a:cubicBezTo>
                    <a:pt x="78419" y="21953"/>
                    <a:pt x="78106" y="22012"/>
                    <a:pt x="77785" y="22046"/>
                  </a:cubicBezTo>
                  <a:cubicBezTo>
                    <a:pt x="77734" y="22055"/>
                    <a:pt x="77706" y="22059"/>
                    <a:pt x="77692" y="22059"/>
                  </a:cubicBezTo>
                  <a:cubicBezTo>
                    <a:pt x="77633" y="22059"/>
                    <a:pt x="77863" y="21985"/>
                    <a:pt x="77835" y="21978"/>
                  </a:cubicBezTo>
                  <a:lnTo>
                    <a:pt x="77835" y="21978"/>
                  </a:lnTo>
                  <a:cubicBezTo>
                    <a:pt x="77412" y="22079"/>
                    <a:pt x="77446" y="22096"/>
                    <a:pt x="77023" y="22206"/>
                  </a:cubicBezTo>
                  <a:cubicBezTo>
                    <a:pt x="76982" y="22214"/>
                    <a:pt x="76961" y="22217"/>
                    <a:pt x="76952" y="22217"/>
                  </a:cubicBezTo>
                  <a:cubicBezTo>
                    <a:pt x="76933" y="22217"/>
                    <a:pt x="76982" y="22201"/>
                    <a:pt x="77023" y="22189"/>
                  </a:cubicBezTo>
                  <a:lnTo>
                    <a:pt x="77023" y="22189"/>
                  </a:lnTo>
                  <a:lnTo>
                    <a:pt x="76719" y="22274"/>
                  </a:lnTo>
                  <a:cubicBezTo>
                    <a:pt x="76706" y="22274"/>
                    <a:pt x="76322" y="22349"/>
                    <a:pt x="76271" y="22349"/>
                  </a:cubicBezTo>
                  <a:cubicBezTo>
                    <a:pt x="76251" y="22349"/>
                    <a:pt x="76280" y="22338"/>
                    <a:pt x="76397" y="22308"/>
                  </a:cubicBezTo>
                  <a:lnTo>
                    <a:pt x="76668" y="22249"/>
                  </a:lnTo>
                  <a:lnTo>
                    <a:pt x="76668" y="22249"/>
                  </a:lnTo>
                  <a:cubicBezTo>
                    <a:pt x="76124" y="22350"/>
                    <a:pt x="75216" y="22515"/>
                    <a:pt x="75091" y="22515"/>
                  </a:cubicBezTo>
                  <a:cubicBezTo>
                    <a:pt x="75080" y="22515"/>
                    <a:pt x="75076" y="22514"/>
                    <a:pt x="75078" y="22511"/>
                  </a:cubicBezTo>
                  <a:lnTo>
                    <a:pt x="75078" y="22511"/>
                  </a:lnTo>
                  <a:cubicBezTo>
                    <a:pt x="74748" y="22570"/>
                    <a:pt x="74841" y="22570"/>
                    <a:pt x="74325" y="22663"/>
                  </a:cubicBezTo>
                  <a:cubicBezTo>
                    <a:pt x="74096" y="22731"/>
                    <a:pt x="74359" y="22705"/>
                    <a:pt x="73800" y="22824"/>
                  </a:cubicBezTo>
                  <a:lnTo>
                    <a:pt x="74249" y="22748"/>
                  </a:lnTo>
                  <a:lnTo>
                    <a:pt x="74511" y="22688"/>
                  </a:lnTo>
                  <a:lnTo>
                    <a:pt x="74046" y="22773"/>
                  </a:lnTo>
                  <a:cubicBezTo>
                    <a:pt x="74342" y="22714"/>
                    <a:pt x="74282" y="22705"/>
                    <a:pt x="74367" y="22672"/>
                  </a:cubicBezTo>
                  <a:cubicBezTo>
                    <a:pt x="75069" y="22528"/>
                    <a:pt x="75272" y="22528"/>
                    <a:pt x="75636" y="22460"/>
                  </a:cubicBezTo>
                  <a:lnTo>
                    <a:pt x="75636" y="22460"/>
                  </a:lnTo>
                  <a:cubicBezTo>
                    <a:pt x="75416" y="22519"/>
                    <a:pt x="75035" y="22595"/>
                    <a:pt x="75188" y="22595"/>
                  </a:cubicBezTo>
                  <a:cubicBezTo>
                    <a:pt x="74835" y="22645"/>
                    <a:pt x="74800" y="22694"/>
                    <a:pt x="74413" y="22751"/>
                  </a:cubicBezTo>
                  <a:lnTo>
                    <a:pt x="74413" y="22751"/>
                  </a:lnTo>
                  <a:cubicBezTo>
                    <a:pt x="74116" y="22822"/>
                    <a:pt x="74058" y="22810"/>
                    <a:pt x="73800" y="22875"/>
                  </a:cubicBezTo>
                  <a:cubicBezTo>
                    <a:pt x="73806" y="22872"/>
                    <a:pt x="73806" y="22871"/>
                    <a:pt x="73802" y="22871"/>
                  </a:cubicBezTo>
                  <a:cubicBezTo>
                    <a:pt x="73795" y="22871"/>
                    <a:pt x="73772" y="22875"/>
                    <a:pt x="73749" y="22875"/>
                  </a:cubicBezTo>
                  <a:cubicBezTo>
                    <a:pt x="73514" y="22921"/>
                    <a:pt x="73492" y="22928"/>
                    <a:pt x="73516" y="22928"/>
                  </a:cubicBezTo>
                  <a:cubicBezTo>
                    <a:pt x="73527" y="22928"/>
                    <a:pt x="73548" y="22927"/>
                    <a:pt x="73562" y="22927"/>
                  </a:cubicBezTo>
                  <a:cubicBezTo>
                    <a:pt x="73595" y="22927"/>
                    <a:pt x="73590" y="22936"/>
                    <a:pt x="73335" y="22993"/>
                  </a:cubicBezTo>
                  <a:cubicBezTo>
                    <a:pt x="73160" y="23026"/>
                    <a:pt x="73078" y="23037"/>
                    <a:pt x="73044" y="23037"/>
                  </a:cubicBezTo>
                  <a:cubicBezTo>
                    <a:pt x="72979" y="23037"/>
                    <a:pt x="73076" y="23000"/>
                    <a:pt x="73029" y="23000"/>
                  </a:cubicBezTo>
                  <a:cubicBezTo>
                    <a:pt x="73024" y="23000"/>
                    <a:pt x="73016" y="23000"/>
                    <a:pt x="73005" y="23001"/>
                  </a:cubicBezTo>
                  <a:cubicBezTo>
                    <a:pt x="73893" y="22798"/>
                    <a:pt x="72971" y="22959"/>
                    <a:pt x="73944" y="22748"/>
                  </a:cubicBezTo>
                  <a:cubicBezTo>
                    <a:pt x="73941" y="22741"/>
                    <a:pt x="73924" y="22738"/>
                    <a:pt x="73897" y="22738"/>
                  </a:cubicBezTo>
                  <a:cubicBezTo>
                    <a:pt x="73778" y="22738"/>
                    <a:pt x="73448" y="22794"/>
                    <a:pt x="73030" y="22883"/>
                  </a:cubicBezTo>
                  <a:cubicBezTo>
                    <a:pt x="73083" y="22875"/>
                    <a:pt x="73114" y="22872"/>
                    <a:pt x="73131" y="22872"/>
                  </a:cubicBezTo>
                  <a:cubicBezTo>
                    <a:pt x="73205" y="22872"/>
                    <a:pt x="73015" y="22931"/>
                    <a:pt x="73121" y="22931"/>
                  </a:cubicBezTo>
                  <a:cubicBezTo>
                    <a:pt x="73148" y="22931"/>
                    <a:pt x="73197" y="22927"/>
                    <a:pt x="73276" y="22917"/>
                  </a:cubicBezTo>
                  <a:lnTo>
                    <a:pt x="73276" y="22917"/>
                  </a:lnTo>
                  <a:cubicBezTo>
                    <a:pt x="72506" y="23078"/>
                    <a:pt x="72582" y="23145"/>
                    <a:pt x="71702" y="23255"/>
                  </a:cubicBezTo>
                  <a:lnTo>
                    <a:pt x="71728" y="23247"/>
                  </a:lnTo>
                  <a:lnTo>
                    <a:pt x="71728" y="23247"/>
                  </a:lnTo>
                  <a:lnTo>
                    <a:pt x="71372" y="23331"/>
                  </a:lnTo>
                  <a:lnTo>
                    <a:pt x="70873" y="23408"/>
                  </a:lnTo>
                  <a:cubicBezTo>
                    <a:pt x="71178" y="23314"/>
                    <a:pt x="71559" y="23272"/>
                    <a:pt x="71795" y="23205"/>
                  </a:cubicBezTo>
                  <a:lnTo>
                    <a:pt x="71795" y="23205"/>
                  </a:lnTo>
                  <a:cubicBezTo>
                    <a:pt x="71186" y="23272"/>
                    <a:pt x="70992" y="23382"/>
                    <a:pt x="70298" y="23492"/>
                  </a:cubicBezTo>
                  <a:cubicBezTo>
                    <a:pt x="70227" y="23498"/>
                    <a:pt x="70184" y="23501"/>
                    <a:pt x="70161" y="23501"/>
                  </a:cubicBezTo>
                  <a:cubicBezTo>
                    <a:pt x="70091" y="23501"/>
                    <a:pt x="70238" y="23474"/>
                    <a:pt x="70425" y="23441"/>
                  </a:cubicBezTo>
                  <a:cubicBezTo>
                    <a:pt x="70620" y="23408"/>
                    <a:pt x="70806" y="23365"/>
                    <a:pt x="70992" y="23314"/>
                  </a:cubicBezTo>
                  <a:lnTo>
                    <a:pt x="70992" y="23314"/>
                  </a:lnTo>
                  <a:cubicBezTo>
                    <a:pt x="70831" y="23348"/>
                    <a:pt x="70670" y="23374"/>
                    <a:pt x="70518" y="23374"/>
                  </a:cubicBezTo>
                  <a:cubicBezTo>
                    <a:pt x="71161" y="23281"/>
                    <a:pt x="70907" y="23289"/>
                    <a:pt x="71635" y="23179"/>
                  </a:cubicBezTo>
                  <a:lnTo>
                    <a:pt x="71635" y="23179"/>
                  </a:lnTo>
                  <a:cubicBezTo>
                    <a:pt x="71496" y="23209"/>
                    <a:pt x="71473" y="23217"/>
                    <a:pt x="71494" y="23217"/>
                  </a:cubicBezTo>
                  <a:cubicBezTo>
                    <a:pt x="71516" y="23217"/>
                    <a:pt x="71592" y="23207"/>
                    <a:pt x="71621" y="23207"/>
                  </a:cubicBezTo>
                  <a:cubicBezTo>
                    <a:pt x="71633" y="23207"/>
                    <a:pt x="71637" y="23209"/>
                    <a:pt x="71626" y="23213"/>
                  </a:cubicBezTo>
                  <a:cubicBezTo>
                    <a:pt x="71728" y="23179"/>
                    <a:pt x="72404" y="23069"/>
                    <a:pt x="72878" y="22976"/>
                  </a:cubicBezTo>
                  <a:cubicBezTo>
                    <a:pt x="72897" y="22967"/>
                    <a:pt x="72895" y="22963"/>
                    <a:pt x="72877" y="22963"/>
                  </a:cubicBezTo>
                  <a:cubicBezTo>
                    <a:pt x="72800" y="22963"/>
                    <a:pt x="72408" y="23043"/>
                    <a:pt x="72159" y="23078"/>
                  </a:cubicBezTo>
                  <a:cubicBezTo>
                    <a:pt x="71592" y="23205"/>
                    <a:pt x="70992" y="23255"/>
                    <a:pt x="70552" y="23357"/>
                  </a:cubicBezTo>
                  <a:cubicBezTo>
                    <a:pt x="70365" y="23390"/>
                    <a:pt x="70287" y="23402"/>
                    <a:pt x="70267" y="23402"/>
                  </a:cubicBezTo>
                  <a:cubicBezTo>
                    <a:pt x="70222" y="23402"/>
                    <a:pt x="70491" y="23340"/>
                    <a:pt x="70467" y="23340"/>
                  </a:cubicBezTo>
                  <a:cubicBezTo>
                    <a:pt x="69909" y="23416"/>
                    <a:pt x="70230" y="23399"/>
                    <a:pt x="70053" y="23433"/>
                  </a:cubicBezTo>
                  <a:cubicBezTo>
                    <a:pt x="69215" y="23585"/>
                    <a:pt x="69114" y="23543"/>
                    <a:pt x="68522" y="23636"/>
                  </a:cubicBezTo>
                  <a:cubicBezTo>
                    <a:pt x="68268" y="23695"/>
                    <a:pt x="67845" y="23754"/>
                    <a:pt x="67371" y="23814"/>
                  </a:cubicBezTo>
                  <a:cubicBezTo>
                    <a:pt x="66897" y="23881"/>
                    <a:pt x="66381" y="23949"/>
                    <a:pt x="65958" y="23991"/>
                  </a:cubicBezTo>
                  <a:cubicBezTo>
                    <a:pt x="66060" y="23966"/>
                    <a:pt x="65941" y="23966"/>
                    <a:pt x="65891" y="23966"/>
                  </a:cubicBezTo>
                  <a:cubicBezTo>
                    <a:pt x="65392" y="24076"/>
                    <a:pt x="65569" y="24034"/>
                    <a:pt x="64935" y="24135"/>
                  </a:cubicBezTo>
                  <a:lnTo>
                    <a:pt x="65476" y="24093"/>
                  </a:lnTo>
                  <a:lnTo>
                    <a:pt x="65476" y="24093"/>
                  </a:lnTo>
                  <a:cubicBezTo>
                    <a:pt x="65045" y="24152"/>
                    <a:pt x="64706" y="24220"/>
                    <a:pt x="64309" y="24237"/>
                  </a:cubicBezTo>
                  <a:cubicBezTo>
                    <a:pt x="64571" y="24237"/>
                    <a:pt x="64402" y="24262"/>
                    <a:pt x="64123" y="24296"/>
                  </a:cubicBezTo>
                  <a:cubicBezTo>
                    <a:pt x="63844" y="24330"/>
                    <a:pt x="63454" y="24363"/>
                    <a:pt x="63294" y="24389"/>
                  </a:cubicBezTo>
                  <a:cubicBezTo>
                    <a:pt x="62854" y="24414"/>
                    <a:pt x="62414" y="24482"/>
                    <a:pt x="62169" y="24482"/>
                  </a:cubicBezTo>
                  <a:lnTo>
                    <a:pt x="62236" y="24473"/>
                  </a:lnTo>
                  <a:lnTo>
                    <a:pt x="62236" y="24473"/>
                  </a:lnTo>
                  <a:cubicBezTo>
                    <a:pt x="62016" y="24490"/>
                    <a:pt x="61805" y="24507"/>
                    <a:pt x="61593" y="24524"/>
                  </a:cubicBezTo>
                  <a:lnTo>
                    <a:pt x="61661" y="24473"/>
                  </a:lnTo>
                  <a:lnTo>
                    <a:pt x="61661" y="24473"/>
                  </a:lnTo>
                  <a:cubicBezTo>
                    <a:pt x="61221" y="24490"/>
                    <a:pt x="60680" y="24566"/>
                    <a:pt x="60840" y="24566"/>
                  </a:cubicBezTo>
                  <a:cubicBezTo>
                    <a:pt x="60732" y="24570"/>
                    <a:pt x="60664" y="24572"/>
                    <a:pt x="60622" y="24572"/>
                  </a:cubicBezTo>
                  <a:cubicBezTo>
                    <a:pt x="60483" y="24572"/>
                    <a:pt x="60630" y="24554"/>
                    <a:pt x="60578" y="24541"/>
                  </a:cubicBezTo>
                  <a:cubicBezTo>
                    <a:pt x="60807" y="24519"/>
                    <a:pt x="61261" y="24452"/>
                    <a:pt x="61480" y="24452"/>
                  </a:cubicBezTo>
                  <a:cubicBezTo>
                    <a:pt x="61512" y="24452"/>
                    <a:pt x="61539" y="24453"/>
                    <a:pt x="61559" y="24456"/>
                  </a:cubicBezTo>
                  <a:cubicBezTo>
                    <a:pt x="61509" y="24456"/>
                    <a:pt x="61450" y="24456"/>
                    <a:pt x="61399" y="24465"/>
                  </a:cubicBezTo>
                  <a:cubicBezTo>
                    <a:pt x="62008" y="24440"/>
                    <a:pt x="62101" y="24414"/>
                    <a:pt x="62118" y="24389"/>
                  </a:cubicBezTo>
                  <a:cubicBezTo>
                    <a:pt x="62143" y="24372"/>
                    <a:pt x="62092" y="24355"/>
                    <a:pt x="62389" y="24321"/>
                  </a:cubicBezTo>
                  <a:lnTo>
                    <a:pt x="62389" y="24321"/>
                  </a:lnTo>
                  <a:cubicBezTo>
                    <a:pt x="62228" y="24338"/>
                    <a:pt x="62092" y="24347"/>
                    <a:pt x="61957" y="24347"/>
                  </a:cubicBezTo>
                  <a:cubicBezTo>
                    <a:pt x="61813" y="24355"/>
                    <a:pt x="61661" y="24372"/>
                    <a:pt x="61509" y="24380"/>
                  </a:cubicBezTo>
                  <a:cubicBezTo>
                    <a:pt x="61356" y="24397"/>
                    <a:pt x="60722" y="24456"/>
                    <a:pt x="60401" y="24499"/>
                  </a:cubicBezTo>
                  <a:cubicBezTo>
                    <a:pt x="60739" y="24465"/>
                    <a:pt x="61077" y="24440"/>
                    <a:pt x="61407" y="24440"/>
                  </a:cubicBezTo>
                  <a:cubicBezTo>
                    <a:pt x="61120" y="24456"/>
                    <a:pt x="61077" y="24490"/>
                    <a:pt x="60824" y="24490"/>
                  </a:cubicBezTo>
                  <a:lnTo>
                    <a:pt x="60908" y="24473"/>
                  </a:lnTo>
                  <a:lnTo>
                    <a:pt x="60908" y="24473"/>
                  </a:lnTo>
                  <a:lnTo>
                    <a:pt x="60587" y="24516"/>
                  </a:lnTo>
                  <a:cubicBezTo>
                    <a:pt x="60579" y="24512"/>
                    <a:pt x="60553" y="24510"/>
                    <a:pt x="60517" y="24510"/>
                  </a:cubicBezTo>
                  <a:cubicBezTo>
                    <a:pt x="60386" y="24510"/>
                    <a:pt x="60116" y="24530"/>
                    <a:pt x="60058" y="24530"/>
                  </a:cubicBezTo>
                  <a:cubicBezTo>
                    <a:pt x="60026" y="24530"/>
                    <a:pt x="60055" y="24525"/>
                    <a:pt x="60198" y="24507"/>
                  </a:cubicBezTo>
                  <a:lnTo>
                    <a:pt x="60198" y="24507"/>
                  </a:lnTo>
                  <a:cubicBezTo>
                    <a:pt x="59758" y="24541"/>
                    <a:pt x="60045" y="24541"/>
                    <a:pt x="59656" y="24575"/>
                  </a:cubicBezTo>
                  <a:cubicBezTo>
                    <a:pt x="59918" y="24566"/>
                    <a:pt x="60172" y="24541"/>
                    <a:pt x="60434" y="24524"/>
                  </a:cubicBezTo>
                  <a:lnTo>
                    <a:pt x="60434" y="24524"/>
                  </a:lnTo>
                  <a:lnTo>
                    <a:pt x="60417" y="24558"/>
                  </a:lnTo>
                  <a:cubicBezTo>
                    <a:pt x="60138" y="24592"/>
                    <a:pt x="60071" y="24583"/>
                    <a:pt x="59758" y="24600"/>
                  </a:cubicBezTo>
                  <a:lnTo>
                    <a:pt x="59783" y="24634"/>
                  </a:lnTo>
                  <a:lnTo>
                    <a:pt x="59233" y="24634"/>
                  </a:lnTo>
                  <a:cubicBezTo>
                    <a:pt x="59301" y="24651"/>
                    <a:pt x="58869" y="24668"/>
                    <a:pt x="58751" y="24676"/>
                  </a:cubicBezTo>
                  <a:cubicBezTo>
                    <a:pt x="58548" y="24676"/>
                    <a:pt x="58567" y="24650"/>
                    <a:pt x="58446" y="24650"/>
                  </a:cubicBezTo>
                  <a:cubicBezTo>
                    <a:pt x="58386" y="24650"/>
                    <a:pt x="58291" y="24657"/>
                    <a:pt x="58117" y="24676"/>
                  </a:cubicBezTo>
                  <a:lnTo>
                    <a:pt x="58159" y="24676"/>
                  </a:lnTo>
                  <a:cubicBezTo>
                    <a:pt x="57863" y="24702"/>
                    <a:pt x="57677" y="24719"/>
                    <a:pt x="57254" y="24727"/>
                  </a:cubicBezTo>
                  <a:cubicBezTo>
                    <a:pt x="57279" y="24719"/>
                    <a:pt x="57397" y="24710"/>
                    <a:pt x="57457" y="24710"/>
                  </a:cubicBezTo>
                  <a:cubicBezTo>
                    <a:pt x="56956" y="24710"/>
                    <a:pt x="56209" y="24769"/>
                    <a:pt x="55817" y="24769"/>
                  </a:cubicBezTo>
                  <a:cubicBezTo>
                    <a:pt x="55739" y="24769"/>
                    <a:pt x="55675" y="24767"/>
                    <a:pt x="55629" y="24761"/>
                  </a:cubicBezTo>
                  <a:cubicBezTo>
                    <a:pt x="55672" y="24736"/>
                    <a:pt x="55926" y="24736"/>
                    <a:pt x="55934" y="24710"/>
                  </a:cubicBezTo>
                  <a:cubicBezTo>
                    <a:pt x="56856" y="24710"/>
                    <a:pt x="56577" y="24643"/>
                    <a:pt x="57660" y="24626"/>
                  </a:cubicBezTo>
                  <a:cubicBezTo>
                    <a:pt x="57670" y="24636"/>
                    <a:pt x="57705" y="24640"/>
                    <a:pt x="57757" y="24640"/>
                  </a:cubicBezTo>
                  <a:cubicBezTo>
                    <a:pt x="57954" y="24640"/>
                    <a:pt x="58394" y="24581"/>
                    <a:pt x="58646" y="24581"/>
                  </a:cubicBezTo>
                  <a:cubicBezTo>
                    <a:pt x="58704" y="24581"/>
                    <a:pt x="58752" y="24584"/>
                    <a:pt x="58785" y="24592"/>
                  </a:cubicBezTo>
                  <a:cubicBezTo>
                    <a:pt x="58480" y="24600"/>
                    <a:pt x="58176" y="24626"/>
                    <a:pt x="57871" y="24676"/>
                  </a:cubicBezTo>
                  <a:cubicBezTo>
                    <a:pt x="58260" y="24651"/>
                    <a:pt x="58810" y="24617"/>
                    <a:pt x="59081" y="24609"/>
                  </a:cubicBezTo>
                  <a:cubicBezTo>
                    <a:pt x="58844" y="24600"/>
                    <a:pt x="58920" y="24566"/>
                    <a:pt x="59089" y="24533"/>
                  </a:cubicBezTo>
                  <a:lnTo>
                    <a:pt x="59089" y="24533"/>
                  </a:lnTo>
                  <a:cubicBezTo>
                    <a:pt x="58776" y="24558"/>
                    <a:pt x="58328" y="24583"/>
                    <a:pt x="57854" y="24592"/>
                  </a:cubicBezTo>
                  <a:cubicBezTo>
                    <a:pt x="57372" y="24609"/>
                    <a:pt x="56856" y="24609"/>
                    <a:pt x="56416" y="24626"/>
                  </a:cubicBezTo>
                  <a:lnTo>
                    <a:pt x="56518" y="24660"/>
                  </a:lnTo>
                  <a:cubicBezTo>
                    <a:pt x="56348" y="24671"/>
                    <a:pt x="56257" y="24675"/>
                    <a:pt x="56213" y="24675"/>
                  </a:cubicBezTo>
                  <a:cubicBezTo>
                    <a:pt x="56083" y="24675"/>
                    <a:pt x="56359" y="24638"/>
                    <a:pt x="56172" y="24638"/>
                  </a:cubicBezTo>
                  <a:cubicBezTo>
                    <a:pt x="56137" y="24638"/>
                    <a:pt x="56085" y="24639"/>
                    <a:pt x="56010" y="24643"/>
                  </a:cubicBezTo>
                  <a:lnTo>
                    <a:pt x="55739" y="24676"/>
                  </a:lnTo>
                  <a:lnTo>
                    <a:pt x="55706" y="24676"/>
                  </a:lnTo>
                  <a:lnTo>
                    <a:pt x="55257" y="24719"/>
                  </a:lnTo>
                  <a:cubicBezTo>
                    <a:pt x="55527" y="24711"/>
                    <a:pt x="55458" y="24692"/>
                    <a:pt x="55654" y="24692"/>
                  </a:cubicBezTo>
                  <a:cubicBezTo>
                    <a:pt x="55686" y="24692"/>
                    <a:pt x="55725" y="24692"/>
                    <a:pt x="55773" y="24693"/>
                  </a:cubicBezTo>
                  <a:cubicBezTo>
                    <a:pt x="56078" y="24693"/>
                    <a:pt x="55765" y="24727"/>
                    <a:pt x="55672" y="24744"/>
                  </a:cubicBezTo>
                  <a:cubicBezTo>
                    <a:pt x="55570" y="24744"/>
                    <a:pt x="55331" y="24748"/>
                    <a:pt x="55176" y="24748"/>
                  </a:cubicBezTo>
                  <a:cubicBezTo>
                    <a:pt x="55020" y="24748"/>
                    <a:pt x="54948" y="24744"/>
                    <a:pt x="55181" y="24727"/>
                  </a:cubicBezTo>
                  <a:lnTo>
                    <a:pt x="55181" y="24727"/>
                  </a:lnTo>
                  <a:lnTo>
                    <a:pt x="54361" y="24778"/>
                  </a:lnTo>
                  <a:cubicBezTo>
                    <a:pt x="54454" y="24761"/>
                    <a:pt x="54538" y="24753"/>
                    <a:pt x="54631" y="24744"/>
                  </a:cubicBezTo>
                  <a:lnTo>
                    <a:pt x="54631" y="24744"/>
                  </a:lnTo>
                  <a:lnTo>
                    <a:pt x="54039" y="24761"/>
                  </a:lnTo>
                  <a:lnTo>
                    <a:pt x="54064" y="24761"/>
                  </a:lnTo>
                  <a:cubicBezTo>
                    <a:pt x="53582" y="24795"/>
                    <a:pt x="52922" y="24786"/>
                    <a:pt x="52559" y="24812"/>
                  </a:cubicBezTo>
                  <a:cubicBezTo>
                    <a:pt x="53371" y="24837"/>
                    <a:pt x="52170" y="24837"/>
                    <a:pt x="52237" y="24863"/>
                  </a:cubicBezTo>
                  <a:cubicBezTo>
                    <a:pt x="51950" y="24854"/>
                    <a:pt x="51865" y="24786"/>
                    <a:pt x="52483" y="24769"/>
                  </a:cubicBezTo>
                  <a:cubicBezTo>
                    <a:pt x="52536" y="24778"/>
                    <a:pt x="52619" y="24781"/>
                    <a:pt x="52717" y="24781"/>
                  </a:cubicBezTo>
                  <a:cubicBezTo>
                    <a:pt x="52913" y="24781"/>
                    <a:pt x="53171" y="24769"/>
                    <a:pt x="53379" y="24769"/>
                  </a:cubicBezTo>
                  <a:cubicBezTo>
                    <a:pt x="53244" y="24761"/>
                    <a:pt x="53141" y="24758"/>
                    <a:pt x="53051" y="24758"/>
                  </a:cubicBezTo>
                  <a:cubicBezTo>
                    <a:pt x="52872" y="24758"/>
                    <a:pt x="52748" y="24769"/>
                    <a:pt x="52533" y="24769"/>
                  </a:cubicBezTo>
                  <a:cubicBezTo>
                    <a:pt x="52753" y="24753"/>
                    <a:pt x="52119" y="24744"/>
                    <a:pt x="52119" y="24727"/>
                  </a:cubicBezTo>
                  <a:cubicBezTo>
                    <a:pt x="52249" y="24705"/>
                    <a:pt x="52378" y="24693"/>
                    <a:pt x="52508" y="24693"/>
                  </a:cubicBezTo>
                  <a:cubicBezTo>
                    <a:pt x="52573" y="24693"/>
                    <a:pt x="52638" y="24696"/>
                    <a:pt x="52703" y="24702"/>
                  </a:cubicBezTo>
                  <a:cubicBezTo>
                    <a:pt x="53303" y="24702"/>
                    <a:pt x="52762" y="24727"/>
                    <a:pt x="52939" y="24727"/>
                  </a:cubicBezTo>
                  <a:cubicBezTo>
                    <a:pt x="53069" y="24740"/>
                    <a:pt x="53199" y="24747"/>
                    <a:pt x="53330" y="24747"/>
                  </a:cubicBezTo>
                  <a:cubicBezTo>
                    <a:pt x="53377" y="24747"/>
                    <a:pt x="53425" y="24746"/>
                    <a:pt x="53472" y="24744"/>
                  </a:cubicBezTo>
                  <a:cubicBezTo>
                    <a:pt x="53709" y="24736"/>
                    <a:pt x="53971" y="24727"/>
                    <a:pt x="54149" y="24727"/>
                  </a:cubicBezTo>
                  <a:cubicBezTo>
                    <a:pt x="54181" y="24727"/>
                    <a:pt x="54123" y="24732"/>
                    <a:pt x="54067" y="24734"/>
                  </a:cubicBezTo>
                  <a:lnTo>
                    <a:pt x="54067" y="24734"/>
                  </a:lnTo>
                  <a:cubicBezTo>
                    <a:pt x="54395" y="24726"/>
                    <a:pt x="54989" y="24717"/>
                    <a:pt x="55037" y="24693"/>
                  </a:cubicBezTo>
                  <a:lnTo>
                    <a:pt x="55037" y="24693"/>
                  </a:lnTo>
                  <a:lnTo>
                    <a:pt x="54251" y="24727"/>
                  </a:lnTo>
                  <a:cubicBezTo>
                    <a:pt x="54081" y="24719"/>
                    <a:pt x="54496" y="24702"/>
                    <a:pt x="54251" y="24693"/>
                  </a:cubicBezTo>
                  <a:lnTo>
                    <a:pt x="54251" y="24693"/>
                  </a:lnTo>
                  <a:cubicBezTo>
                    <a:pt x="54073" y="24702"/>
                    <a:pt x="53853" y="24702"/>
                    <a:pt x="53625" y="24702"/>
                  </a:cubicBezTo>
                  <a:lnTo>
                    <a:pt x="53667" y="24693"/>
                  </a:lnTo>
                  <a:cubicBezTo>
                    <a:pt x="53389" y="24683"/>
                    <a:pt x="53016" y="24679"/>
                    <a:pt x="52644" y="24679"/>
                  </a:cubicBezTo>
                  <a:cubicBezTo>
                    <a:pt x="52381" y="24679"/>
                    <a:pt x="52118" y="24681"/>
                    <a:pt x="51890" y="24685"/>
                  </a:cubicBezTo>
                  <a:cubicBezTo>
                    <a:pt x="51679" y="24744"/>
                    <a:pt x="51459" y="24795"/>
                    <a:pt x="51239" y="24820"/>
                  </a:cubicBezTo>
                  <a:lnTo>
                    <a:pt x="49987" y="24795"/>
                  </a:lnTo>
                  <a:lnTo>
                    <a:pt x="49336" y="24769"/>
                  </a:lnTo>
                  <a:lnTo>
                    <a:pt x="48684" y="24736"/>
                  </a:lnTo>
                  <a:cubicBezTo>
                    <a:pt x="48746" y="24731"/>
                    <a:pt x="48837" y="24729"/>
                    <a:pt x="48950" y="24729"/>
                  </a:cubicBezTo>
                  <a:cubicBezTo>
                    <a:pt x="49222" y="24729"/>
                    <a:pt x="49622" y="24741"/>
                    <a:pt x="50046" y="24753"/>
                  </a:cubicBezTo>
                  <a:lnTo>
                    <a:pt x="49792" y="24761"/>
                  </a:lnTo>
                  <a:cubicBezTo>
                    <a:pt x="49953" y="24767"/>
                    <a:pt x="50081" y="24769"/>
                    <a:pt x="50188" y="24769"/>
                  </a:cubicBezTo>
                  <a:cubicBezTo>
                    <a:pt x="50401" y="24769"/>
                    <a:pt x="50528" y="24761"/>
                    <a:pt x="50664" y="24761"/>
                  </a:cubicBezTo>
                  <a:cubicBezTo>
                    <a:pt x="50638" y="24761"/>
                    <a:pt x="50681" y="24769"/>
                    <a:pt x="50748" y="24778"/>
                  </a:cubicBezTo>
                  <a:cubicBezTo>
                    <a:pt x="51188" y="24778"/>
                    <a:pt x="51417" y="24753"/>
                    <a:pt x="51188" y="24727"/>
                  </a:cubicBezTo>
                  <a:lnTo>
                    <a:pt x="51188" y="24727"/>
                  </a:lnTo>
                  <a:lnTo>
                    <a:pt x="51044" y="24736"/>
                  </a:lnTo>
                  <a:lnTo>
                    <a:pt x="50748" y="24702"/>
                  </a:lnTo>
                  <a:cubicBezTo>
                    <a:pt x="50708" y="24719"/>
                    <a:pt x="50577" y="24725"/>
                    <a:pt x="50404" y="24725"/>
                  </a:cubicBezTo>
                  <a:cubicBezTo>
                    <a:pt x="50113" y="24725"/>
                    <a:pt x="49701" y="24709"/>
                    <a:pt x="49391" y="24709"/>
                  </a:cubicBezTo>
                  <a:cubicBezTo>
                    <a:pt x="49348" y="24709"/>
                    <a:pt x="49307" y="24710"/>
                    <a:pt x="49268" y="24710"/>
                  </a:cubicBezTo>
                  <a:cubicBezTo>
                    <a:pt x="49491" y="24705"/>
                    <a:pt x="49695" y="24683"/>
                    <a:pt x="49938" y="24683"/>
                  </a:cubicBezTo>
                  <a:cubicBezTo>
                    <a:pt x="50053" y="24683"/>
                    <a:pt x="50178" y="24688"/>
                    <a:pt x="50317" y="24702"/>
                  </a:cubicBezTo>
                  <a:lnTo>
                    <a:pt x="50276" y="24674"/>
                  </a:lnTo>
                  <a:lnTo>
                    <a:pt x="50276" y="24674"/>
                  </a:lnTo>
                  <a:cubicBezTo>
                    <a:pt x="50259" y="24674"/>
                    <a:pt x="50243" y="24674"/>
                    <a:pt x="50226" y="24674"/>
                  </a:cubicBezTo>
                  <a:cubicBezTo>
                    <a:pt x="50055" y="24674"/>
                    <a:pt x="49886" y="24672"/>
                    <a:pt x="49742" y="24660"/>
                  </a:cubicBezTo>
                  <a:cubicBezTo>
                    <a:pt x="49551" y="24672"/>
                    <a:pt x="49359" y="24679"/>
                    <a:pt x="49166" y="24679"/>
                  </a:cubicBezTo>
                  <a:cubicBezTo>
                    <a:pt x="48974" y="24679"/>
                    <a:pt x="48782" y="24672"/>
                    <a:pt x="48591" y="24660"/>
                  </a:cubicBezTo>
                  <a:lnTo>
                    <a:pt x="48617" y="24651"/>
                  </a:lnTo>
                  <a:lnTo>
                    <a:pt x="48617" y="24651"/>
                  </a:lnTo>
                  <a:cubicBezTo>
                    <a:pt x="48566" y="24654"/>
                    <a:pt x="48511" y="24655"/>
                    <a:pt x="48453" y="24655"/>
                  </a:cubicBezTo>
                  <a:cubicBezTo>
                    <a:pt x="47989" y="24655"/>
                    <a:pt x="47326" y="24575"/>
                    <a:pt x="47018" y="24575"/>
                  </a:cubicBezTo>
                  <a:cubicBezTo>
                    <a:pt x="46925" y="24592"/>
                    <a:pt x="47102" y="24609"/>
                    <a:pt x="47339" y="24626"/>
                  </a:cubicBezTo>
                  <a:cubicBezTo>
                    <a:pt x="47576" y="24634"/>
                    <a:pt x="47864" y="24643"/>
                    <a:pt x="47974" y="24660"/>
                  </a:cubicBezTo>
                  <a:cubicBezTo>
                    <a:pt x="47947" y="24660"/>
                    <a:pt x="47920" y="24661"/>
                    <a:pt x="47894" y="24661"/>
                  </a:cubicBezTo>
                  <a:cubicBezTo>
                    <a:pt x="47738" y="24661"/>
                    <a:pt x="47591" y="24649"/>
                    <a:pt x="47554" y="24649"/>
                  </a:cubicBezTo>
                  <a:cubicBezTo>
                    <a:pt x="47531" y="24649"/>
                    <a:pt x="47551" y="24653"/>
                    <a:pt x="47635" y="24668"/>
                  </a:cubicBezTo>
                  <a:cubicBezTo>
                    <a:pt x="47458" y="24668"/>
                    <a:pt x="47288" y="24660"/>
                    <a:pt x="47119" y="24634"/>
                  </a:cubicBezTo>
                  <a:cubicBezTo>
                    <a:pt x="46984" y="24609"/>
                    <a:pt x="46840" y="24600"/>
                    <a:pt x="46696" y="24600"/>
                  </a:cubicBezTo>
                  <a:lnTo>
                    <a:pt x="47009" y="24634"/>
                  </a:lnTo>
                  <a:cubicBezTo>
                    <a:pt x="46987" y="24635"/>
                    <a:pt x="46963" y="24635"/>
                    <a:pt x="46938" y="24635"/>
                  </a:cubicBezTo>
                  <a:cubicBezTo>
                    <a:pt x="46716" y="24635"/>
                    <a:pt x="46406" y="24608"/>
                    <a:pt x="46184" y="24608"/>
                  </a:cubicBezTo>
                  <a:cubicBezTo>
                    <a:pt x="46159" y="24608"/>
                    <a:pt x="46135" y="24608"/>
                    <a:pt x="46113" y="24609"/>
                  </a:cubicBezTo>
                  <a:cubicBezTo>
                    <a:pt x="46079" y="24643"/>
                    <a:pt x="46527" y="24634"/>
                    <a:pt x="46984" y="24676"/>
                  </a:cubicBezTo>
                  <a:lnTo>
                    <a:pt x="46772" y="24685"/>
                  </a:lnTo>
                  <a:cubicBezTo>
                    <a:pt x="47085" y="24702"/>
                    <a:pt x="47390" y="24710"/>
                    <a:pt x="47703" y="24710"/>
                  </a:cubicBezTo>
                  <a:cubicBezTo>
                    <a:pt x="47982" y="24685"/>
                    <a:pt x="47728" y="24668"/>
                    <a:pt x="48304" y="24668"/>
                  </a:cubicBezTo>
                  <a:cubicBezTo>
                    <a:pt x="48608" y="24702"/>
                    <a:pt x="48777" y="24761"/>
                    <a:pt x="48650" y="24786"/>
                  </a:cubicBezTo>
                  <a:cubicBezTo>
                    <a:pt x="48397" y="24761"/>
                    <a:pt x="47948" y="24753"/>
                    <a:pt x="47957" y="24719"/>
                  </a:cubicBezTo>
                  <a:lnTo>
                    <a:pt x="47957" y="24719"/>
                  </a:lnTo>
                  <a:cubicBezTo>
                    <a:pt x="47830" y="24736"/>
                    <a:pt x="47568" y="24736"/>
                    <a:pt x="47365" y="24736"/>
                  </a:cubicBezTo>
                  <a:cubicBezTo>
                    <a:pt x="47162" y="24736"/>
                    <a:pt x="47009" y="24736"/>
                    <a:pt x="47085" y="24753"/>
                  </a:cubicBezTo>
                  <a:lnTo>
                    <a:pt x="46984" y="24753"/>
                  </a:lnTo>
                  <a:cubicBezTo>
                    <a:pt x="46671" y="24702"/>
                    <a:pt x="46197" y="24651"/>
                    <a:pt x="45334" y="24592"/>
                  </a:cubicBezTo>
                  <a:cubicBezTo>
                    <a:pt x="45296" y="24590"/>
                    <a:pt x="45266" y="24589"/>
                    <a:pt x="45242" y="24589"/>
                  </a:cubicBezTo>
                  <a:cubicBezTo>
                    <a:pt x="45165" y="24589"/>
                    <a:pt x="45156" y="24600"/>
                    <a:pt x="45182" y="24626"/>
                  </a:cubicBezTo>
                  <a:cubicBezTo>
                    <a:pt x="45004" y="24600"/>
                    <a:pt x="44835" y="24583"/>
                    <a:pt x="44658" y="24566"/>
                  </a:cubicBezTo>
                  <a:cubicBezTo>
                    <a:pt x="44705" y="24564"/>
                    <a:pt x="44751" y="24563"/>
                    <a:pt x="44797" y="24563"/>
                  </a:cubicBezTo>
                  <a:cubicBezTo>
                    <a:pt x="44908" y="24563"/>
                    <a:pt x="45018" y="24569"/>
                    <a:pt x="45131" y="24575"/>
                  </a:cubicBezTo>
                  <a:lnTo>
                    <a:pt x="43803" y="24456"/>
                  </a:lnTo>
                  <a:lnTo>
                    <a:pt x="43913" y="24456"/>
                  </a:lnTo>
                  <a:lnTo>
                    <a:pt x="43380" y="24431"/>
                  </a:lnTo>
                  <a:lnTo>
                    <a:pt x="43380" y="24431"/>
                  </a:lnTo>
                  <a:cubicBezTo>
                    <a:pt x="43676" y="24448"/>
                    <a:pt x="44133" y="24490"/>
                    <a:pt x="44015" y="24507"/>
                  </a:cubicBezTo>
                  <a:cubicBezTo>
                    <a:pt x="43423" y="24482"/>
                    <a:pt x="43084" y="24423"/>
                    <a:pt x="42577" y="24406"/>
                  </a:cubicBezTo>
                  <a:cubicBezTo>
                    <a:pt x="42585" y="24355"/>
                    <a:pt x="42416" y="24330"/>
                    <a:pt x="42585" y="24321"/>
                  </a:cubicBezTo>
                  <a:cubicBezTo>
                    <a:pt x="42619" y="24330"/>
                    <a:pt x="42636" y="24330"/>
                    <a:pt x="42644" y="24330"/>
                  </a:cubicBezTo>
                  <a:cubicBezTo>
                    <a:pt x="42691" y="24325"/>
                    <a:pt x="42752" y="24323"/>
                    <a:pt x="42823" y="24323"/>
                  </a:cubicBezTo>
                  <a:cubicBezTo>
                    <a:pt x="42894" y="24323"/>
                    <a:pt x="42974" y="24325"/>
                    <a:pt x="43059" y="24330"/>
                  </a:cubicBezTo>
                  <a:cubicBezTo>
                    <a:pt x="43220" y="24330"/>
                    <a:pt x="43397" y="24338"/>
                    <a:pt x="43558" y="24347"/>
                  </a:cubicBezTo>
                  <a:cubicBezTo>
                    <a:pt x="43008" y="24296"/>
                    <a:pt x="42797" y="24270"/>
                    <a:pt x="42610" y="24245"/>
                  </a:cubicBezTo>
                  <a:cubicBezTo>
                    <a:pt x="42424" y="24228"/>
                    <a:pt x="42255" y="24211"/>
                    <a:pt x="41773" y="24160"/>
                  </a:cubicBezTo>
                  <a:cubicBezTo>
                    <a:pt x="41758" y="24153"/>
                    <a:pt x="41777" y="24150"/>
                    <a:pt x="41816" y="24150"/>
                  </a:cubicBezTo>
                  <a:cubicBezTo>
                    <a:pt x="41959" y="24150"/>
                    <a:pt x="42371" y="24188"/>
                    <a:pt x="42458" y="24188"/>
                  </a:cubicBezTo>
                  <a:cubicBezTo>
                    <a:pt x="42482" y="24188"/>
                    <a:pt x="42481" y="24185"/>
                    <a:pt x="42441" y="24177"/>
                  </a:cubicBezTo>
                  <a:lnTo>
                    <a:pt x="42441" y="24177"/>
                  </a:lnTo>
                  <a:cubicBezTo>
                    <a:pt x="42746" y="24211"/>
                    <a:pt x="43042" y="24253"/>
                    <a:pt x="43346" y="24279"/>
                  </a:cubicBezTo>
                  <a:cubicBezTo>
                    <a:pt x="43194" y="24270"/>
                    <a:pt x="43169" y="24270"/>
                    <a:pt x="43101" y="24270"/>
                  </a:cubicBezTo>
                  <a:cubicBezTo>
                    <a:pt x="43727" y="24304"/>
                    <a:pt x="43947" y="24355"/>
                    <a:pt x="44421" y="24355"/>
                  </a:cubicBezTo>
                  <a:cubicBezTo>
                    <a:pt x="44506" y="24367"/>
                    <a:pt x="44504" y="24371"/>
                    <a:pt x="44465" y="24371"/>
                  </a:cubicBezTo>
                  <a:cubicBezTo>
                    <a:pt x="44402" y="24371"/>
                    <a:pt x="44243" y="24361"/>
                    <a:pt x="44208" y="24361"/>
                  </a:cubicBezTo>
                  <a:cubicBezTo>
                    <a:pt x="44189" y="24361"/>
                    <a:pt x="44205" y="24364"/>
                    <a:pt x="44285" y="24372"/>
                  </a:cubicBezTo>
                  <a:cubicBezTo>
                    <a:pt x="44171" y="24363"/>
                    <a:pt x="44057" y="24359"/>
                    <a:pt x="43943" y="24359"/>
                  </a:cubicBezTo>
                  <a:cubicBezTo>
                    <a:pt x="43829" y="24359"/>
                    <a:pt x="43714" y="24363"/>
                    <a:pt x="43600" y="24372"/>
                  </a:cubicBezTo>
                  <a:cubicBezTo>
                    <a:pt x="43859" y="24400"/>
                    <a:pt x="43983" y="24407"/>
                    <a:pt x="44066" y="24407"/>
                  </a:cubicBezTo>
                  <a:cubicBezTo>
                    <a:pt x="44164" y="24407"/>
                    <a:pt x="44204" y="24397"/>
                    <a:pt x="44341" y="24397"/>
                  </a:cubicBezTo>
                  <a:cubicBezTo>
                    <a:pt x="44406" y="24397"/>
                    <a:pt x="44492" y="24399"/>
                    <a:pt x="44615" y="24406"/>
                  </a:cubicBezTo>
                  <a:lnTo>
                    <a:pt x="45072" y="24473"/>
                  </a:lnTo>
                  <a:cubicBezTo>
                    <a:pt x="45117" y="24476"/>
                    <a:pt x="45144" y="24477"/>
                    <a:pt x="45158" y="24477"/>
                  </a:cubicBezTo>
                  <a:cubicBezTo>
                    <a:pt x="45233" y="24477"/>
                    <a:pt x="44976" y="24447"/>
                    <a:pt x="44962" y="24440"/>
                  </a:cubicBezTo>
                  <a:lnTo>
                    <a:pt x="44962" y="24440"/>
                  </a:lnTo>
                  <a:cubicBezTo>
                    <a:pt x="45301" y="24465"/>
                    <a:pt x="45427" y="24482"/>
                    <a:pt x="45681" y="24499"/>
                  </a:cubicBezTo>
                  <a:cubicBezTo>
                    <a:pt x="45605" y="24490"/>
                    <a:pt x="45436" y="24473"/>
                    <a:pt x="45478" y="24465"/>
                  </a:cubicBezTo>
                  <a:lnTo>
                    <a:pt x="45478" y="24465"/>
                  </a:lnTo>
                  <a:cubicBezTo>
                    <a:pt x="45874" y="24513"/>
                    <a:pt x="46270" y="24523"/>
                    <a:pt x="46644" y="24583"/>
                  </a:cubicBezTo>
                  <a:lnTo>
                    <a:pt x="46644" y="24583"/>
                  </a:lnTo>
                  <a:cubicBezTo>
                    <a:pt x="46599" y="24566"/>
                    <a:pt x="46982" y="24566"/>
                    <a:pt x="47136" y="24566"/>
                  </a:cubicBezTo>
                  <a:lnTo>
                    <a:pt x="46341" y="24473"/>
                  </a:lnTo>
                  <a:cubicBezTo>
                    <a:pt x="45825" y="24440"/>
                    <a:pt x="45419" y="24414"/>
                    <a:pt x="44996" y="24389"/>
                  </a:cubicBezTo>
                  <a:cubicBezTo>
                    <a:pt x="44573" y="24355"/>
                    <a:pt x="44142" y="24313"/>
                    <a:pt x="43592" y="24279"/>
                  </a:cubicBezTo>
                  <a:lnTo>
                    <a:pt x="43659" y="24270"/>
                  </a:lnTo>
                  <a:lnTo>
                    <a:pt x="43093" y="24211"/>
                  </a:lnTo>
                  <a:cubicBezTo>
                    <a:pt x="42940" y="24194"/>
                    <a:pt x="42805" y="24177"/>
                    <a:pt x="42687" y="24169"/>
                  </a:cubicBezTo>
                  <a:cubicBezTo>
                    <a:pt x="42441" y="24152"/>
                    <a:pt x="42272" y="24135"/>
                    <a:pt x="42103" y="24135"/>
                  </a:cubicBezTo>
                  <a:cubicBezTo>
                    <a:pt x="41655" y="24135"/>
                    <a:pt x="41198" y="24101"/>
                    <a:pt x="40741" y="24042"/>
                  </a:cubicBezTo>
                  <a:cubicBezTo>
                    <a:pt x="40707" y="24000"/>
                    <a:pt x="40064" y="23966"/>
                    <a:pt x="40123" y="23932"/>
                  </a:cubicBezTo>
                  <a:lnTo>
                    <a:pt x="40123" y="23932"/>
                  </a:lnTo>
                  <a:cubicBezTo>
                    <a:pt x="40315" y="23958"/>
                    <a:pt x="40407" y="23968"/>
                    <a:pt x="40439" y="23968"/>
                  </a:cubicBezTo>
                  <a:cubicBezTo>
                    <a:pt x="40482" y="23968"/>
                    <a:pt x="40423" y="23951"/>
                    <a:pt x="40352" y="23932"/>
                  </a:cubicBezTo>
                  <a:cubicBezTo>
                    <a:pt x="40039" y="23924"/>
                    <a:pt x="39734" y="23890"/>
                    <a:pt x="39430" y="23847"/>
                  </a:cubicBezTo>
                  <a:cubicBezTo>
                    <a:pt x="39565" y="23847"/>
                    <a:pt x="39369" y="23812"/>
                    <a:pt x="39441" y="23812"/>
                  </a:cubicBezTo>
                  <a:cubicBezTo>
                    <a:pt x="39468" y="23812"/>
                    <a:pt x="39533" y="23817"/>
                    <a:pt x="39667" y="23831"/>
                  </a:cubicBezTo>
                  <a:cubicBezTo>
                    <a:pt x="38990" y="23737"/>
                    <a:pt x="38626" y="23687"/>
                    <a:pt x="38279" y="23670"/>
                  </a:cubicBezTo>
                  <a:cubicBezTo>
                    <a:pt x="37183" y="23544"/>
                    <a:pt x="37942" y="23576"/>
                    <a:pt x="36900" y="23437"/>
                  </a:cubicBezTo>
                  <a:lnTo>
                    <a:pt x="36900" y="23437"/>
                  </a:lnTo>
                  <a:cubicBezTo>
                    <a:pt x="36940" y="23441"/>
                    <a:pt x="36981" y="23441"/>
                    <a:pt x="37027" y="23441"/>
                  </a:cubicBezTo>
                  <a:cubicBezTo>
                    <a:pt x="36799" y="23416"/>
                    <a:pt x="36570" y="23374"/>
                    <a:pt x="36350" y="23340"/>
                  </a:cubicBezTo>
                  <a:lnTo>
                    <a:pt x="36350" y="23340"/>
                  </a:lnTo>
                  <a:lnTo>
                    <a:pt x="36570" y="23399"/>
                  </a:lnTo>
                  <a:lnTo>
                    <a:pt x="35767" y="23281"/>
                  </a:lnTo>
                  <a:cubicBezTo>
                    <a:pt x="35668" y="23269"/>
                    <a:pt x="35616" y="23264"/>
                    <a:pt x="35595" y="23264"/>
                  </a:cubicBezTo>
                  <a:cubicBezTo>
                    <a:pt x="35513" y="23264"/>
                    <a:pt x="35948" y="23342"/>
                    <a:pt x="35894" y="23348"/>
                  </a:cubicBezTo>
                  <a:lnTo>
                    <a:pt x="36063" y="23348"/>
                  </a:lnTo>
                  <a:cubicBezTo>
                    <a:pt x="36384" y="23408"/>
                    <a:pt x="36850" y="23458"/>
                    <a:pt x="36909" y="23492"/>
                  </a:cubicBezTo>
                  <a:cubicBezTo>
                    <a:pt x="36706" y="23458"/>
                    <a:pt x="36503" y="23433"/>
                    <a:pt x="36291" y="23424"/>
                  </a:cubicBezTo>
                  <a:lnTo>
                    <a:pt x="36291" y="23424"/>
                  </a:lnTo>
                  <a:lnTo>
                    <a:pt x="36799" y="23501"/>
                  </a:lnTo>
                  <a:cubicBezTo>
                    <a:pt x="36850" y="23518"/>
                    <a:pt x="36900" y="23534"/>
                    <a:pt x="36960" y="23551"/>
                  </a:cubicBezTo>
                  <a:cubicBezTo>
                    <a:pt x="37459" y="23627"/>
                    <a:pt x="37848" y="23687"/>
                    <a:pt x="38144" y="23704"/>
                  </a:cubicBezTo>
                  <a:cubicBezTo>
                    <a:pt x="37932" y="23670"/>
                    <a:pt x="37806" y="23678"/>
                    <a:pt x="37619" y="23636"/>
                  </a:cubicBezTo>
                  <a:cubicBezTo>
                    <a:pt x="37873" y="23636"/>
                    <a:pt x="38491" y="23729"/>
                    <a:pt x="39100" y="23797"/>
                  </a:cubicBezTo>
                  <a:cubicBezTo>
                    <a:pt x="39117" y="23805"/>
                    <a:pt x="39303" y="23831"/>
                    <a:pt x="39227" y="23831"/>
                  </a:cubicBezTo>
                  <a:cubicBezTo>
                    <a:pt x="39210" y="23831"/>
                    <a:pt x="39108" y="23822"/>
                    <a:pt x="39049" y="23814"/>
                  </a:cubicBezTo>
                  <a:lnTo>
                    <a:pt x="39049" y="23814"/>
                  </a:lnTo>
                  <a:cubicBezTo>
                    <a:pt x="39091" y="23831"/>
                    <a:pt x="38753" y="23805"/>
                    <a:pt x="39320" y="23881"/>
                  </a:cubicBezTo>
                  <a:lnTo>
                    <a:pt x="38922" y="23873"/>
                  </a:lnTo>
                  <a:lnTo>
                    <a:pt x="38694" y="23873"/>
                  </a:lnTo>
                  <a:cubicBezTo>
                    <a:pt x="38364" y="23831"/>
                    <a:pt x="37899" y="23771"/>
                    <a:pt x="37636" y="23721"/>
                  </a:cubicBezTo>
                  <a:lnTo>
                    <a:pt x="37653" y="23721"/>
                  </a:lnTo>
                  <a:cubicBezTo>
                    <a:pt x="37374" y="23678"/>
                    <a:pt x="36757" y="23611"/>
                    <a:pt x="36714" y="23568"/>
                  </a:cubicBezTo>
                  <a:cubicBezTo>
                    <a:pt x="36601" y="23558"/>
                    <a:pt x="36366" y="23523"/>
                    <a:pt x="36334" y="23523"/>
                  </a:cubicBezTo>
                  <a:cubicBezTo>
                    <a:pt x="36317" y="23523"/>
                    <a:pt x="36366" y="23534"/>
                    <a:pt x="36545" y="23568"/>
                  </a:cubicBezTo>
                  <a:lnTo>
                    <a:pt x="35724" y="23450"/>
                  </a:lnTo>
                  <a:cubicBezTo>
                    <a:pt x="35832" y="23431"/>
                    <a:pt x="35432" y="23346"/>
                    <a:pt x="35560" y="23346"/>
                  </a:cubicBezTo>
                  <a:cubicBezTo>
                    <a:pt x="35604" y="23346"/>
                    <a:pt x="35710" y="23356"/>
                    <a:pt x="35919" y="23382"/>
                  </a:cubicBezTo>
                  <a:lnTo>
                    <a:pt x="35115" y="23264"/>
                  </a:lnTo>
                  <a:lnTo>
                    <a:pt x="35200" y="23264"/>
                  </a:lnTo>
                  <a:cubicBezTo>
                    <a:pt x="35259" y="23272"/>
                    <a:pt x="35318" y="23281"/>
                    <a:pt x="35369" y="23298"/>
                  </a:cubicBezTo>
                  <a:cubicBezTo>
                    <a:pt x="35397" y="23299"/>
                    <a:pt x="35419" y="23300"/>
                    <a:pt x="35435" y="23300"/>
                  </a:cubicBezTo>
                  <a:cubicBezTo>
                    <a:pt x="35584" y="23300"/>
                    <a:pt x="35200" y="23231"/>
                    <a:pt x="34802" y="23162"/>
                  </a:cubicBezTo>
                  <a:lnTo>
                    <a:pt x="34692" y="23162"/>
                  </a:lnTo>
                  <a:cubicBezTo>
                    <a:pt x="34320" y="23078"/>
                    <a:pt x="34092" y="23010"/>
                    <a:pt x="33584" y="22925"/>
                  </a:cubicBezTo>
                  <a:cubicBezTo>
                    <a:pt x="33178" y="22875"/>
                    <a:pt x="32781" y="22841"/>
                    <a:pt x="32375" y="22782"/>
                  </a:cubicBezTo>
                  <a:lnTo>
                    <a:pt x="32028" y="22714"/>
                  </a:lnTo>
                  <a:cubicBezTo>
                    <a:pt x="31887" y="22667"/>
                    <a:pt x="31428" y="22577"/>
                    <a:pt x="31527" y="22577"/>
                  </a:cubicBezTo>
                  <a:cubicBezTo>
                    <a:pt x="31535" y="22577"/>
                    <a:pt x="31546" y="22577"/>
                    <a:pt x="31562" y="22579"/>
                  </a:cubicBezTo>
                  <a:cubicBezTo>
                    <a:pt x="31551" y="22573"/>
                    <a:pt x="31551" y="22570"/>
                    <a:pt x="31562" y="22570"/>
                  </a:cubicBezTo>
                  <a:cubicBezTo>
                    <a:pt x="31598" y="22570"/>
                    <a:pt x="31743" y="22599"/>
                    <a:pt x="31918" y="22638"/>
                  </a:cubicBezTo>
                  <a:cubicBezTo>
                    <a:pt x="31935" y="22646"/>
                    <a:pt x="31928" y="22646"/>
                    <a:pt x="31922" y="22646"/>
                  </a:cubicBezTo>
                  <a:cubicBezTo>
                    <a:pt x="31916" y="22646"/>
                    <a:pt x="31909" y="22646"/>
                    <a:pt x="31926" y="22655"/>
                  </a:cubicBezTo>
                  <a:cubicBezTo>
                    <a:pt x="32002" y="22646"/>
                    <a:pt x="32028" y="22638"/>
                    <a:pt x="31757" y="22562"/>
                  </a:cubicBezTo>
                  <a:lnTo>
                    <a:pt x="31757" y="22562"/>
                  </a:lnTo>
                  <a:cubicBezTo>
                    <a:pt x="32036" y="22621"/>
                    <a:pt x="32070" y="22629"/>
                    <a:pt x="32273" y="22663"/>
                  </a:cubicBezTo>
                  <a:lnTo>
                    <a:pt x="32012" y="22602"/>
                  </a:lnTo>
                  <a:lnTo>
                    <a:pt x="32012" y="22602"/>
                  </a:lnTo>
                  <a:cubicBezTo>
                    <a:pt x="32220" y="22650"/>
                    <a:pt x="32485" y="22690"/>
                    <a:pt x="32688" y="22722"/>
                  </a:cubicBezTo>
                  <a:cubicBezTo>
                    <a:pt x="32785" y="22743"/>
                    <a:pt x="32888" y="22758"/>
                    <a:pt x="32992" y="22758"/>
                  </a:cubicBezTo>
                  <a:cubicBezTo>
                    <a:pt x="33015" y="22758"/>
                    <a:pt x="33037" y="22758"/>
                    <a:pt x="33060" y="22756"/>
                  </a:cubicBezTo>
                  <a:lnTo>
                    <a:pt x="33060" y="22756"/>
                  </a:lnTo>
                  <a:cubicBezTo>
                    <a:pt x="33053" y="22757"/>
                    <a:pt x="33047" y="22757"/>
                    <a:pt x="33040" y="22757"/>
                  </a:cubicBezTo>
                  <a:cubicBezTo>
                    <a:pt x="32900" y="22757"/>
                    <a:pt x="32651" y="22677"/>
                    <a:pt x="32434" y="22621"/>
                  </a:cubicBezTo>
                  <a:lnTo>
                    <a:pt x="32434" y="22621"/>
                  </a:lnTo>
                  <a:cubicBezTo>
                    <a:pt x="32557" y="22644"/>
                    <a:pt x="32773" y="22680"/>
                    <a:pt x="32799" y="22680"/>
                  </a:cubicBezTo>
                  <a:cubicBezTo>
                    <a:pt x="32810" y="22680"/>
                    <a:pt x="32784" y="22673"/>
                    <a:pt x="32696" y="22655"/>
                  </a:cubicBezTo>
                  <a:cubicBezTo>
                    <a:pt x="32625" y="22649"/>
                    <a:pt x="32232" y="22573"/>
                    <a:pt x="32181" y="22573"/>
                  </a:cubicBezTo>
                  <a:cubicBezTo>
                    <a:pt x="32158" y="22573"/>
                    <a:pt x="32201" y="22588"/>
                    <a:pt x="32366" y="22629"/>
                  </a:cubicBezTo>
                  <a:cubicBezTo>
                    <a:pt x="32129" y="22587"/>
                    <a:pt x="31816" y="22528"/>
                    <a:pt x="31554" y="22469"/>
                  </a:cubicBezTo>
                  <a:lnTo>
                    <a:pt x="31554" y="22469"/>
                  </a:lnTo>
                  <a:cubicBezTo>
                    <a:pt x="31658" y="22485"/>
                    <a:pt x="31705" y="22491"/>
                    <a:pt x="31725" y="22491"/>
                  </a:cubicBezTo>
                  <a:cubicBezTo>
                    <a:pt x="31765" y="22491"/>
                    <a:pt x="31695" y="22469"/>
                    <a:pt x="31757" y="22469"/>
                  </a:cubicBezTo>
                  <a:cubicBezTo>
                    <a:pt x="31691" y="22452"/>
                    <a:pt x="31622" y="22443"/>
                    <a:pt x="31554" y="22443"/>
                  </a:cubicBezTo>
                  <a:cubicBezTo>
                    <a:pt x="31517" y="22443"/>
                    <a:pt x="31480" y="22446"/>
                    <a:pt x="31444" y="22452"/>
                  </a:cubicBezTo>
                  <a:cubicBezTo>
                    <a:pt x="30657" y="22257"/>
                    <a:pt x="30361" y="22122"/>
                    <a:pt x="29473" y="21927"/>
                  </a:cubicBezTo>
                  <a:cubicBezTo>
                    <a:pt x="29466" y="21926"/>
                    <a:pt x="29462" y="21926"/>
                    <a:pt x="29460" y="21926"/>
                  </a:cubicBezTo>
                  <a:cubicBezTo>
                    <a:pt x="29429" y="21926"/>
                    <a:pt x="30001" y="22046"/>
                    <a:pt x="29921" y="22046"/>
                  </a:cubicBezTo>
                  <a:cubicBezTo>
                    <a:pt x="29270" y="21927"/>
                    <a:pt x="29092" y="21817"/>
                    <a:pt x="28534" y="21690"/>
                  </a:cubicBezTo>
                  <a:lnTo>
                    <a:pt x="28534" y="21690"/>
                  </a:lnTo>
                  <a:lnTo>
                    <a:pt x="28678" y="21766"/>
                  </a:lnTo>
                  <a:cubicBezTo>
                    <a:pt x="28500" y="21724"/>
                    <a:pt x="28086" y="21623"/>
                    <a:pt x="27874" y="21572"/>
                  </a:cubicBezTo>
                  <a:cubicBezTo>
                    <a:pt x="27835" y="21552"/>
                    <a:pt x="27475" y="21436"/>
                    <a:pt x="27520" y="21436"/>
                  </a:cubicBezTo>
                  <a:cubicBezTo>
                    <a:pt x="27534" y="21436"/>
                    <a:pt x="27581" y="21446"/>
                    <a:pt x="27680" y="21470"/>
                  </a:cubicBezTo>
                  <a:cubicBezTo>
                    <a:pt x="27375" y="21377"/>
                    <a:pt x="27071" y="21310"/>
                    <a:pt x="26758" y="21259"/>
                  </a:cubicBezTo>
                  <a:cubicBezTo>
                    <a:pt x="26411" y="21191"/>
                    <a:pt x="26072" y="21107"/>
                    <a:pt x="25734" y="21005"/>
                  </a:cubicBezTo>
                  <a:lnTo>
                    <a:pt x="25734" y="21005"/>
                  </a:lnTo>
                  <a:cubicBezTo>
                    <a:pt x="26233" y="21157"/>
                    <a:pt x="26292" y="21166"/>
                    <a:pt x="26690" y="21284"/>
                  </a:cubicBezTo>
                  <a:cubicBezTo>
                    <a:pt x="26545" y="21249"/>
                    <a:pt x="26491" y="21238"/>
                    <a:pt x="26482" y="21238"/>
                  </a:cubicBezTo>
                  <a:cubicBezTo>
                    <a:pt x="26463" y="21238"/>
                    <a:pt x="26605" y="21282"/>
                    <a:pt x="26571" y="21293"/>
                  </a:cubicBezTo>
                  <a:cubicBezTo>
                    <a:pt x="26376" y="21215"/>
                    <a:pt x="25844" y="21071"/>
                    <a:pt x="25869" y="21071"/>
                  </a:cubicBezTo>
                  <a:cubicBezTo>
                    <a:pt x="25877" y="21071"/>
                    <a:pt x="25934" y="21084"/>
                    <a:pt x="26064" y="21115"/>
                  </a:cubicBezTo>
                  <a:cubicBezTo>
                    <a:pt x="25734" y="21014"/>
                    <a:pt x="25057" y="20819"/>
                    <a:pt x="24896" y="20785"/>
                  </a:cubicBezTo>
                  <a:lnTo>
                    <a:pt x="24896" y="20785"/>
                  </a:lnTo>
                  <a:lnTo>
                    <a:pt x="25170" y="20879"/>
                  </a:lnTo>
                  <a:lnTo>
                    <a:pt x="25170" y="20879"/>
                  </a:lnTo>
                  <a:cubicBezTo>
                    <a:pt x="25232" y="20896"/>
                    <a:pt x="25302" y="20915"/>
                    <a:pt x="25379" y="20937"/>
                  </a:cubicBezTo>
                  <a:cubicBezTo>
                    <a:pt x="25669" y="21029"/>
                    <a:pt x="25731" y="21053"/>
                    <a:pt x="25712" y="21053"/>
                  </a:cubicBezTo>
                  <a:cubicBezTo>
                    <a:pt x="25692" y="21053"/>
                    <a:pt x="25585" y="21027"/>
                    <a:pt x="25555" y="21027"/>
                  </a:cubicBezTo>
                  <a:cubicBezTo>
                    <a:pt x="25532" y="21027"/>
                    <a:pt x="25557" y="21043"/>
                    <a:pt x="25709" y="21098"/>
                  </a:cubicBezTo>
                  <a:lnTo>
                    <a:pt x="26309" y="21242"/>
                  </a:lnTo>
                  <a:lnTo>
                    <a:pt x="26309" y="21242"/>
                  </a:lnTo>
                  <a:lnTo>
                    <a:pt x="26030" y="21157"/>
                  </a:lnTo>
                  <a:cubicBezTo>
                    <a:pt x="26032" y="21157"/>
                    <a:pt x="26033" y="21157"/>
                    <a:pt x="26035" y="21157"/>
                  </a:cubicBezTo>
                  <a:cubicBezTo>
                    <a:pt x="26142" y="21157"/>
                    <a:pt x="26778" y="21371"/>
                    <a:pt x="26875" y="21371"/>
                  </a:cubicBezTo>
                  <a:cubicBezTo>
                    <a:pt x="26887" y="21371"/>
                    <a:pt x="26891" y="21368"/>
                    <a:pt x="26884" y="21360"/>
                  </a:cubicBezTo>
                  <a:lnTo>
                    <a:pt x="26884" y="21360"/>
                  </a:lnTo>
                  <a:cubicBezTo>
                    <a:pt x="27477" y="21546"/>
                    <a:pt x="27663" y="21580"/>
                    <a:pt x="28323" y="21783"/>
                  </a:cubicBezTo>
                  <a:cubicBezTo>
                    <a:pt x="28347" y="21787"/>
                    <a:pt x="28362" y="21789"/>
                    <a:pt x="28369" y="21789"/>
                  </a:cubicBezTo>
                  <a:cubicBezTo>
                    <a:pt x="28407" y="21789"/>
                    <a:pt x="28271" y="21749"/>
                    <a:pt x="28127" y="21710"/>
                  </a:cubicBezTo>
                  <a:lnTo>
                    <a:pt x="28127" y="21710"/>
                  </a:lnTo>
                  <a:cubicBezTo>
                    <a:pt x="28398" y="21779"/>
                    <a:pt x="28458" y="21760"/>
                    <a:pt x="28855" y="21885"/>
                  </a:cubicBezTo>
                  <a:cubicBezTo>
                    <a:pt x="28914" y="21900"/>
                    <a:pt x="28948" y="21907"/>
                    <a:pt x="28960" y="21907"/>
                  </a:cubicBezTo>
                  <a:cubicBezTo>
                    <a:pt x="28988" y="21907"/>
                    <a:pt x="28881" y="21866"/>
                    <a:pt x="28670" y="21808"/>
                  </a:cubicBezTo>
                  <a:lnTo>
                    <a:pt x="28670" y="21808"/>
                  </a:lnTo>
                  <a:cubicBezTo>
                    <a:pt x="28964" y="21883"/>
                    <a:pt x="29257" y="21940"/>
                    <a:pt x="29583" y="22029"/>
                  </a:cubicBezTo>
                  <a:lnTo>
                    <a:pt x="29202" y="21910"/>
                  </a:lnTo>
                  <a:lnTo>
                    <a:pt x="29202" y="21910"/>
                  </a:lnTo>
                  <a:lnTo>
                    <a:pt x="29600" y="22003"/>
                  </a:lnTo>
                  <a:lnTo>
                    <a:pt x="29270" y="21910"/>
                  </a:lnTo>
                  <a:lnTo>
                    <a:pt x="29270" y="21910"/>
                  </a:lnTo>
                  <a:cubicBezTo>
                    <a:pt x="30031" y="22088"/>
                    <a:pt x="30903" y="22308"/>
                    <a:pt x="31300" y="22418"/>
                  </a:cubicBezTo>
                  <a:cubicBezTo>
                    <a:pt x="31131" y="22392"/>
                    <a:pt x="30936" y="22359"/>
                    <a:pt x="30733" y="22316"/>
                  </a:cubicBezTo>
                  <a:lnTo>
                    <a:pt x="30124" y="22172"/>
                  </a:lnTo>
                  <a:cubicBezTo>
                    <a:pt x="29718" y="22088"/>
                    <a:pt x="29346" y="22003"/>
                    <a:pt x="29152" y="21978"/>
                  </a:cubicBezTo>
                  <a:lnTo>
                    <a:pt x="29152" y="21978"/>
                  </a:lnTo>
                  <a:cubicBezTo>
                    <a:pt x="29295" y="22029"/>
                    <a:pt x="29684" y="22079"/>
                    <a:pt x="29862" y="22156"/>
                  </a:cubicBezTo>
                  <a:lnTo>
                    <a:pt x="30074" y="22181"/>
                  </a:lnTo>
                  <a:cubicBezTo>
                    <a:pt x="30353" y="22232"/>
                    <a:pt x="30623" y="22299"/>
                    <a:pt x="30886" y="22384"/>
                  </a:cubicBezTo>
                  <a:cubicBezTo>
                    <a:pt x="30251" y="22257"/>
                    <a:pt x="30082" y="22232"/>
                    <a:pt x="29752" y="22181"/>
                  </a:cubicBezTo>
                  <a:cubicBezTo>
                    <a:pt x="29701" y="22172"/>
                    <a:pt x="29642" y="22164"/>
                    <a:pt x="29591" y="22147"/>
                  </a:cubicBezTo>
                  <a:cubicBezTo>
                    <a:pt x="29405" y="22105"/>
                    <a:pt x="29101" y="22029"/>
                    <a:pt x="28923" y="21995"/>
                  </a:cubicBezTo>
                  <a:cubicBezTo>
                    <a:pt x="28800" y="21963"/>
                    <a:pt x="28790" y="21956"/>
                    <a:pt x="28811" y="21956"/>
                  </a:cubicBezTo>
                  <a:cubicBezTo>
                    <a:pt x="28829" y="21956"/>
                    <a:pt x="28869" y="21961"/>
                    <a:pt x="28881" y="21961"/>
                  </a:cubicBezTo>
                  <a:cubicBezTo>
                    <a:pt x="28128" y="21733"/>
                    <a:pt x="27578" y="21673"/>
                    <a:pt x="26783" y="21436"/>
                  </a:cubicBezTo>
                  <a:cubicBezTo>
                    <a:pt x="26783" y="21421"/>
                    <a:pt x="26284" y="21270"/>
                    <a:pt x="26324" y="21270"/>
                  </a:cubicBezTo>
                  <a:cubicBezTo>
                    <a:pt x="26329" y="21270"/>
                    <a:pt x="26340" y="21271"/>
                    <a:pt x="26360" y="21276"/>
                  </a:cubicBezTo>
                  <a:cubicBezTo>
                    <a:pt x="25895" y="21140"/>
                    <a:pt x="25632" y="21090"/>
                    <a:pt x="25319" y="21022"/>
                  </a:cubicBezTo>
                  <a:cubicBezTo>
                    <a:pt x="25267" y="20984"/>
                    <a:pt x="24745" y="20846"/>
                    <a:pt x="24804" y="20846"/>
                  </a:cubicBezTo>
                  <a:cubicBezTo>
                    <a:pt x="24810" y="20846"/>
                    <a:pt x="24823" y="20848"/>
                    <a:pt x="24843" y="20851"/>
                  </a:cubicBezTo>
                  <a:lnTo>
                    <a:pt x="24843" y="20851"/>
                  </a:lnTo>
                  <a:cubicBezTo>
                    <a:pt x="24695" y="20826"/>
                    <a:pt x="24554" y="20793"/>
                    <a:pt x="24414" y="20760"/>
                  </a:cubicBezTo>
                  <a:cubicBezTo>
                    <a:pt x="24127" y="20658"/>
                    <a:pt x="23518" y="20481"/>
                    <a:pt x="23425" y="20430"/>
                  </a:cubicBezTo>
                  <a:cubicBezTo>
                    <a:pt x="23103" y="20337"/>
                    <a:pt x="23323" y="20438"/>
                    <a:pt x="22883" y="20286"/>
                  </a:cubicBezTo>
                  <a:cubicBezTo>
                    <a:pt x="22896" y="20286"/>
                    <a:pt x="22892" y="20282"/>
                    <a:pt x="22896" y="20282"/>
                  </a:cubicBezTo>
                  <a:cubicBezTo>
                    <a:pt x="22897" y="20282"/>
                    <a:pt x="22899" y="20282"/>
                    <a:pt x="22902" y="20283"/>
                  </a:cubicBezTo>
                  <a:lnTo>
                    <a:pt x="22902" y="20283"/>
                  </a:lnTo>
                  <a:cubicBezTo>
                    <a:pt x="22682" y="20207"/>
                    <a:pt x="22264" y="20062"/>
                    <a:pt x="22071" y="20015"/>
                  </a:cubicBezTo>
                  <a:lnTo>
                    <a:pt x="22071" y="20015"/>
                  </a:lnTo>
                  <a:cubicBezTo>
                    <a:pt x="22376" y="20125"/>
                    <a:pt x="22139" y="20041"/>
                    <a:pt x="22502" y="20176"/>
                  </a:cubicBezTo>
                  <a:cubicBezTo>
                    <a:pt x="22409" y="20159"/>
                    <a:pt x="22325" y="20134"/>
                    <a:pt x="22232" y="20100"/>
                  </a:cubicBezTo>
                  <a:cubicBezTo>
                    <a:pt x="22071" y="20049"/>
                    <a:pt x="21868" y="19981"/>
                    <a:pt x="21657" y="19905"/>
                  </a:cubicBezTo>
                  <a:lnTo>
                    <a:pt x="21657" y="19905"/>
                  </a:lnTo>
                  <a:cubicBezTo>
                    <a:pt x="21767" y="19936"/>
                    <a:pt x="21819" y="19948"/>
                    <a:pt x="21833" y="19948"/>
                  </a:cubicBezTo>
                  <a:cubicBezTo>
                    <a:pt x="21885" y="19948"/>
                    <a:pt x="21421" y="19784"/>
                    <a:pt x="21450" y="19784"/>
                  </a:cubicBezTo>
                  <a:cubicBezTo>
                    <a:pt x="21454" y="19784"/>
                    <a:pt x="21468" y="19788"/>
                    <a:pt x="21496" y="19795"/>
                  </a:cubicBezTo>
                  <a:cubicBezTo>
                    <a:pt x="20591" y="19491"/>
                    <a:pt x="20066" y="19330"/>
                    <a:pt x="19305" y="19093"/>
                  </a:cubicBezTo>
                  <a:cubicBezTo>
                    <a:pt x="18417" y="18780"/>
                    <a:pt x="17334" y="18340"/>
                    <a:pt x="16649" y="18078"/>
                  </a:cubicBezTo>
                  <a:lnTo>
                    <a:pt x="16649" y="18078"/>
                  </a:lnTo>
                  <a:lnTo>
                    <a:pt x="16733" y="18120"/>
                  </a:lnTo>
                  <a:lnTo>
                    <a:pt x="16319" y="17968"/>
                  </a:lnTo>
                  <a:cubicBezTo>
                    <a:pt x="16090" y="17875"/>
                    <a:pt x="16327" y="17934"/>
                    <a:pt x="15963" y="17791"/>
                  </a:cubicBezTo>
                  <a:lnTo>
                    <a:pt x="15963" y="17791"/>
                  </a:lnTo>
                  <a:cubicBezTo>
                    <a:pt x="16099" y="17816"/>
                    <a:pt x="16598" y="18053"/>
                    <a:pt x="16978" y="18180"/>
                  </a:cubicBezTo>
                  <a:cubicBezTo>
                    <a:pt x="16832" y="18112"/>
                    <a:pt x="16787" y="18088"/>
                    <a:pt x="16799" y="18088"/>
                  </a:cubicBezTo>
                  <a:cubicBezTo>
                    <a:pt x="16829" y="18088"/>
                    <a:pt x="17223" y="18243"/>
                    <a:pt x="17251" y="18243"/>
                  </a:cubicBezTo>
                  <a:cubicBezTo>
                    <a:pt x="17259" y="18243"/>
                    <a:pt x="17236" y="18230"/>
                    <a:pt x="17165" y="18197"/>
                  </a:cubicBezTo>
                  <a:cubicBezTo>
                    <a:pt x="16877" y="18112"/>
                    <a:pt x="16589" y="18010"/>
                    <a:pt x="16319" y="17884"/>
                  </a:cubicBezTo>
                  <a:cubicBezTo>
                    <a:pt x="15938" y="17714"/>
                    <a:pt x="15523" y="17537"/>
                    <a:pt x="15244" y="17427"/>
                  </a:cubicBezTo>
                  <a:cubicBezTo>
                    <a:pt x="15103" y="17361"/>
                    <a:pt x="15056" y="17336"/>
                    <a:pt x="15058" y="17334"/>
                  </a:cubicBezTo>
                  <a:lnTo>
                    <a:pt x="15058" y="17334"/>
                  </a:lnTo>
                  <a:lnTo>
                    <a:pt x="15058" y="17334"/>
                  </a:lnTo>
                  <a:cubicBezTo>
                    <a:pt x="14855" y="17232"/>
                    <a:pt x="14787" y="17198"/>
                    <a:pt x="14796" y="17181"/>
                  </a:cubicBezTo>
                  <a:cubicBezTo>
                    <a:pt x="14517" y="17055"/>
                    <a:pt x="14221" y="16911"/>
                    <a:pt x="13933" y="16775"/>
                  </a:cubicBezTo>
                  <a:cubicBezTo>
                    <a:pt x="13637" y="16640"/>
                    <a:pt x="13366" y="16513"/>
                    <a:pt x="13121" y="16412"/>
                  </a:cubicBezTo>
                  <a:lnTo>
                    <a:pt x="13121" y="16412"/>
                  </a:lnTo>
                  <a:cubicBezTo>
                    <a:pt x="13323" y="16504"/>
                    <a:pt x="13368" y="16527"/>
                    <a:pt x="13359" y="16527"/>
                  </a:cubicBezTo>
                  <a:cubicBezTo>
                    <a:pt x="13351" y="16527"/>
                    <a:pt x="13291" y="16505"/>
                    <a:pt x="13276" y="16505"/>
                  </a:cubicBezTo>
                  <a:cubicBezTo>
                    <a:pt x="13261" y="16505"/>
                    <a:pt x="13298" y="16530"/>
                    <a:pt x="13502" y="16632"/>
                  </a:cubicBezTo>
                  <a:cubicBezTo>
                    <a:pt x="13409" y="16589"/>
                    <a:pt x="13256" y="16530"/>
                    <a:pt x="13096" y="16445"/>
                  </a:cubicBezTo>
                  <a:cubicBezTo>
                    <a:pt x="12935" y="16361"/>
                    <a:pt x="12749" y="16268"/>
                    <a:pt x="12571" y="16175"/>
                  </a:cubicBezTo>
                  <a:lnTo>
                    <a:pt x="12571" y="16175"/>
                  </a:lnTo>
                  <a:cubicBezTo>
                    <a:pt x="12630" y="16203"/>
                    <a:pt x="12656" y="16214"/>
                    <a:pt x="12662" y="16214"/>
                  </a:cubicBezTo>
                  <a:cubicBezTo>
                    <a:pt x="12681" y="16214"/>
                    <a:pt x="12531" y="16122"/>
                    <a:pt x="12544" y="16122"/>
                  </a:cubicBezTo>
                  <a:cubicBezTo>
                    <a:pt x="12553" y="16122"/>
                    <a:pt x="12636" y="16163"/>
                    <a:pt x="12893" y="16302"/>
                  </a:cubicBezTo>
                  <a:cubicBezTo>
                    <a:pt x="12800" y="16217"/>
                    <a:pt x="12503" y="16107"/>
                    <a:pt x="12165" y="15921"/>
                  </a:cubicBezTo>
                  <a:lnTo>
                    <a:pt x="12165" y="15921"/>
                  </a:lnTo>
                  <a:cubicBezTo>
                    <a:pt x="12254" y="15963"/>
                    <a:pt x="12400" y="16031"/>
                    <a:pt x="12520" y="16086"/>
                  </a:cubicBezTo>
                  <a:lnTo>
                    <a:pt x="12520" y="16086"/>
                  </a:lnTo>
                  <a:cubicBezTo>
                    <a:pt x="12429" y="16043"/>
                    <a:pt x="12329" y="15991"/>
                    <a:pt x="12224" y="15929"/>
                  </a:cubicBezTo>
                  <a:cubicBezTo>
                    <a:pt x="12047" y="15828"/>
                    <a:pt x="11852" y="15718"/>
                    <a:pt x="11666" y="15616"/>
                  </a:cubicBezTo>
                  <a:cubicBezTo>
                    <a:pt x="11302" y="15397"/>
                    <a:pt x="10981" y="15193"/>
                    <a:pt x="10879" y="15151"/>
                  </a:cubicBezTo>
                  <a:cubicBezTo>
                    <a:pt x="10499" y="14957"/>
                    <a:pt x="9932" y="14627"/>
                    <a:pt x="9483" y="14364"/>
                  </a:cubicBezTo>
                  <a:lnTo>
                    <a:pt x="8832" y="13891"/>
                  </a:lnTo>
                  <a:cubicBezTo>
                    <a:pt x="8595" y="13730"/>
                    <a:pt x="8367" y="13561"/>
                    <a:pt x="8138" y="13383"/>
                  </a:cubicBezTo>
                  <a:lnTo>
                    <a:pt x="8138" y="13383"/>
                  </a:lnTo>
                  <a:lnTo>
                    <a:pt x="8231" y="13434"/>
                  </a:lnTo>
                  <a:cubicBezTo>
                    <a:pt x="7969" y="13239"/>
                    <a:pt x="7563" y="12926"/>
                    <a:pt x="7191" y="12613"/>
                  </a:cubicBezTo>
                  <a:lnTo>
                    <a:pt x="7123" y="12529"/>
                  </a:lnTo>
                  <a:lnTo>
                    <a:pt x="6616" y="12097"/>
                  </a:lnTo>
                  <a:cubicBezTo>
                    <a:pt x="6421" y="11928"/>
                    <a:pt x="6218" y="11734"/>
                    <a:pt x="6032" y="11556"/>
                  </a:cubicBezTo>
                  <a:lnTo>
                    <a:pt x="6032" y="11556"/>
                  </a:lnTo>
                  <a:cubicBezTo>
                    <a:pt x="6018" y="11563"/>
                    <a:pt x="6250" y="11776"/>
                    <a:pt x="6234" y="11776"/>
                  </a:cubicBezTo>
                  <a:cubicBezTo>
                    <a:pt x="6231" y="11776"/>
                    <a:pt x="6216" y="11766"/>
                    <a:pt x="6184" y="11742"/>
                  </a:cubicBezTo>
                  <a:lnTo>
                    <a:pt x="6184" y="11742"/>
                  </a:lnTo>
                  <a:cubicBezTo>
                    <a:pt x="6338" y="11882"/>
                    <a:pt x="6475" y="12004"/>
                    <a:pt x="6484" y="12004"/>
                  </a:cubicBezTo>
                  <a:cubicBezTo>
                    <a:pt x="6486" y="12004"/>
                    <a:pt x="6482" y="11999"/>
                    <a:pt x="6472" y="11987"/>
                  </a:cubicBezTo>
                  <a:lnTo>
                    <a:pt x="6472" y="11987"/>
                  </a:lnTo>
                  <a:cubicBezTo>
                    <a:pt x="6658" y="12157"/>
                    <a:pt x="6658" y="12173"/>
                    <a:pt x="6802" y="12326"/>
                  </a:cubicBezTo>
                  <a:cubicBezTo>
                    <a:pt x="6548" y="12114"/>
                    <a:pt x="6311" y="11894"/>
                    <a:pt x="6066" y="11674"/>
                  </a:cubicBezTo>
                  <a:cubicBezTo>
                    <a:pt x="6040" y="11649"/>
                    <a:pt x="6015" y="11624"/>
                    <a:pt x="5990" y="11598"/>
                  </a:cubicBezTo>
                  <a:lnTo>
                    <a:pt x="5914" y="11564"/>
                  </a:lnTo>
                  <a:cubicBezTo>
                    <a:pt x="5762" y="11413"/>
                    <a:pt x="5703" y="11347"/>
                    <a:pt x="5715" y="11347"/>
                  </a:cubicBezTo>
                  <a:cubicBezTo>
                    <a:pt x="5717" y="11347"/>
                    <a:pt x="5721" y="11349"/>
                    <a:pt x="5727" y="11353"/>
                  </a:cubicBezTo>
                  <a:cubicBezTo>
                    <a:pt x="5524" y="11158"/>
                    <a:pt x="5389" y="11040"/>
                    <a:pt x="5254" y="10913"/>
                  </a:cubicBezTo>
                  <a:cubicBezTo>
                    <a:pt x="5118" y="10778"/>
                    <a:pt x="4983" y="10634"/>
                    <a:pt x="4788" y="10422"/>
                  </a:cubicBezTo>
                  <a:lnTo>
                    <a:pt x="4788" y="10422"/>
                  </a:lnTo>
                  <a:cubicBezTo>
                    <a:pt x="4882" y="10507"/>
                    <a:pt x="4949" y="10575"/>
                    <a:pt x="5042" y="10659"/>
                  </a:cubicBezTo>
                  <a:cubicBezTo>
                    <a:pt x="5098" y="10715"/>
                    <a:pt x="5161" y="10782"/>
                    <a:pt x="5239" y="10862"/>
                  </a:cubicBezTo>
                  <a:lnTo>
                    <a:pt x="5239" y="10862"/>
                  </a:lnTo>
                  <a:lnTo>
                    <a:pt x="5144" y="10752"/>
                  </a:lnTo>
                  <a:lnTo>
                    <a:pt x="4915" y="10507"/>
                  </a:lnTo>
                  <a:lnTo>
                    <a:pt x="4915" y="10507"/>
                  </a:lnTo>
                  <a:cubicBezTo>
                    <a:pt x="5107" y="10706"/>
                    <a:pt x="5793" y="11393"/>
                    <a:pt x="5837" y="11393"/>
                  </a:cubicBezTo>
                  <a:cubicBezTo>
                    <a:pt x="5841" y="11393"/>
                    <a:pt x="5839" y="11386"/>
                    <a:pt x="5829" y="11370"/>
                  </a:cubicBezTo>
                  <a:cubicBezTo>
                    <a:pt x="5288" y="10879"/>
                    <a:pt x="4560" y="10109"/>
                    <a:pt x="4137" y="9627"/>
                  </a:cubicBezTo>
                  <a:cubicBezTo>
                    <a:pt x="4044" y="9492"/>
                    <a:pt x="3917" y="9323"/>
                    <a:pt x="3773" y="9137"/>
                  </a:cubicBezTo>
                  <a:lnTo>
                    <a:pt x="3536" y="8840"/>
                  </a:lnTo>
                  <a:cubicBezTo>
                    <a:pt x="3460" y="8739"/>
                    <a:pt x="3384" y="8621"/>
                    <a:pt x="3308" y="8511"/>
                  </a:cubicBezTo>
                  <a:cubicBezTo>
                    <a:pt x="3274" y="8456"/>
                    <a:pt x="3208" y="8354"/>
                    <a:pt x="3222" y="8354"/>
                  </a:cubicBezTo>
                  <a:cubicBezTo>
                    <a:pt x="3224" y="8354"/>
                    <a:pt x="3227" y="8356"/>
                    <a:pt x="3233" y="8360"/>
                  </a:cubicBezTo>
                  <a:lnTo>
                    <a:pt x="3233" y="8360"/>
                  </a:lnTo>
                  <a:cubicBezTo>
                    <a:pt x="2834" y="7791"/>
                    <a:pt x="2436" y="7139"/>
                    <a:pt x="2124" y="6624"/>
                  </a:cubicBezTo>
                  <a:lnTo>
                    <a:pt x="1997" y="6311"/>
                  </a:lnTo>
                  <a:cubicBezTo>
                    <a:pt x="1819" y="5956"/>
                    <a:pt x="1770" y="5878"/>
                    <a:pt x="1762" y="5878"/>
                  </a:cubicBezTo>
                  <a:cubicBezTo>
                    <a:pt x="1759" y="5878"/>
                    <a:pt x="1763" y="5892"/>
                    <a:pt x="1768" y="5905"/>
                  </a:cubicBezTo>
                  <a:cubicBezTo>
                    <a:pt x="1771" y="5921"/>
                    <a:pt x="1773" y="5937"/>
                    <a:pt x="1767" y="5937"/>
                  </a:cubicBezTo>
                  <a:cubicBezTo>
                    <a:pt x="1754" y="5937"/>
                    <a:pt x="1702" y="5852"/>
                    <a:pt x="1532" y="5482"/>
                  </a:cubicBezTo>
                  <a:cubicBezTo>
                    <a:pt x="1439" y="5220"/>
                    <a:pt x="1007" y="4162"/>
                    <a:pt x="1032" y="4112"/>
                  </a:cubicBezTo>
                  <a:cubicBezTo>
                    <a:pt x="956" y="3909"/>
                    <a:pt x="931" y="3816"/>
                    <a:pt x="906" y="3790"/>
                  </a:cubicBezTo>
                  <a:lnTo>
                    <a:pt x="906" y="3790"/>
                  </a:lnTo>
                  <a:cubicBezTo>
                    <a:pt x="953" y="3938"/>
                    <a:pt x="1054" y="4226"/>
                    <a:pt x="1041" y="4226"/>
                  </a:cubicBezTo>
                  <a:cubicBezTo>
                    <a:pt x="1038" y="4226"/>
                    <a:pt x="1028" y="4207"/>
                    <a:pt x="1007" y="4162"/>
                  </a:cubicBezTo>
                  <a:cubicBezTo>
                    <a:pt x="886" y="3809"/>
                    <a:pt x="835" y="3631"/>
                    <a:pt x="757" y="3360"/>
                  </a:cubicBezTo>
                  <a:lnTo>
                    <a:pt x="757" y="3360"/>
                  </a:lnTo>
                  <a:cubicBezTo>
                    <a:pt x="765" y="3379"/>
                    <a:pt x="775" y="3402"/>
                    <a:pt x="787" y="3418"/>
                  </a:cubicBezTo>
                  <a:cubicBezTo>
                    <a:pt x="797" y="3443"/>
                    <a:pt x="804" y="3461"/>
                    <a:pt x="805" y="3461"/>
                  </a:cubicBezTo>
                  <a:cubicBezTo>
                    <a:pt x="805" y="3461"/>
                    <a:pt x="803" y="3451"/>
                    <a:pt x="796" y="3426"/>
                  </a:cubicBezTo>
                  <a:cubicBezTo>
                    <a:pt x="736" y="3240"/>
                    <a:pt x="677" y="3020"/>
                    <a:pt x="610" y="2775"/>
                  </a:cubicBezTo>
                  <a:lnTo>
                    <a:pt x="559" y="2589"/>
                  </a:lnTo>
                  <a:lnTo>
                    <a:pt x="516" y="2394"/>
                  </a:lnTo>
                  <a:lnTo>
                    <a:pt x="432" y="2005"/>
                  </a:lnTo>
                  <a:cubicBezTo>
                    <a:pt x="364" y="1743"/>
                    <a:pt x="330" y="1472"/>
                    <a:pt x="288" y="1227"/>
                  </a:cubicBezTo>
                  <a:lnTo>
                    <a:pt x="222" y="889"/>
                  </a:lnTo>
                  <a:lnTo>
                    <a:pt x="222" y="889"/>
                  </a:lnTo>
                  <a:cubicBezTo>
                    <a:pt x="238" y="972"/>
                    <a:pt x="247" y="1073"/>
                    <a:pt x="271" y="1244"/>
                  </a:cubicBezTo>
                  <a:cubicBezTo>
                    <a:pt x="246" y="1159"/>
                    <a:pt x="229" y="1066"/>
                    <a:pt x="212" y="973"/>
                  </a:cubicBezTo>
                  <a:lnTo>
                    <a:pt x="212" y="973"/>
                  </a:lnTo>
                  <a:cubicBezTo>
                    <a:pt x="195" y="1016"/>
                    <a:pt x="280" y="1345"/>
                    <a:pt x="313" y="1726"/>
                  </a:cubicBezTo>
                  <a:lnTo>
                    <a:pt x="195" y="1092"/>
                  </a:lnTo>
                  <a:lnTo>
                    <a:pt x="220" y="1455"/>
                  </a:lnTo>
                  <a:lnTo>
                    <a:pt x="153" y="1092"/>
                  </a:lnTo>
                  <a:cubicBezTo>
                    <a:pt x="127" y="973"/>
                    <a:pt x="110" y="855"/>
                    <a:pt x="94" y="728"/>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5"/>
            <p:cNvSpPr/>
            <p:nvPr/>
          </p:nvSpPr>
          <p:spPr>
            <a:xfrm>
              <a:off x="2719900" y="3791275"/>
              <a:ext cx="8150" cy="7025"/>
            </a:xfrm>
            <a:custGeom>
              <a:rect b="b" l="l" r="r" t="t"/>
              <a:pathLst>
                <a:path extrusionOk="0" h="281" w="326">
                  <a:moveTo>
                    <a:pt x="321" y="1"/>
                  </a:moveTo>
                  <a:cubicBezTo>
                    <a:pt x="305" y="15"/>
                    <a:pt x="294" y="26"/>
                    <a:pt x="287" y="35"/>
                  </a:cubicBezTo>
                  <a:lnTo>
                    <a:pt x="287" y="35"/>
                  </a:lnTo>
                  <a:cubicBezTo>
                    <a:pt x="287" y="35"/>
                    <a:pt x="288" y="35"/>
                    <a:pt x="288" y="35"/>
                  </a:cubicBezTo>
                  <a:cubicBezTo>
                    <a:pt x="305" y="26"/>
                    <a:pt x="313" y="18"/>
                    <a:pt x="321" y="1"/>
                  </a:cubicBezTo>
                  <a:close/>
                  <a:moveTo>
                    <a:pt x="287" y="35"/>
                  </a:moveTo>
                  <a:cubicBezTo>
                    <a:pt x="272" y="45"/>
                    <a:pt x="253" y="52"/>
                    <a:pt x="243" y="52"/>
                  </a:cubicBezTo>
                  <a:cubicBezTo>
                    <a:pt x="237" y="52"/>
                    <a:pt x="234" y="50"/>
                    <a:pt x="237" y="43"/>
                  </a:cubicBezTo>
                  <a:lnTo>
                    <a:pt x="237" y="43"/>
                  </a:lnTo>
                  <a:cubicBezTo>
                    <a:pt x="186" y="102"/>
                    <a:pt x="178" y="85"/>
                    <a:pt x="186" y="119"/>
                  </a:cubicBezTo>
                  <a:cubicBezTo>
                    <a:pt x="173" y="141"/>
                    <a:pt x="150" y="154"/>
                    <a:pt x="137" y="154"/>
                  </a:cubicBezTo>
                  <a:cubicBezTo>
                    <a:pt x="124" y="154"/>
                    <a:pt x="119" y="144"/>
                    <a:pt x="135" y="119"/>
                  </a:cubicBezTo>
                  <a:lnTo>
                    <a:pt x="135" y="119"/>
                  </a:lnTo>
                  <a:lnTo>
                    <a:pt x="42" y="212"/>
                  </a:lnTo>
                  <a:lnTo>
                    <a:pt x="110" y="179"/>
                  </a:lnTo>
                  <a:lnTo>
                    <a:pt x="110" y="179"/>
                  </a:lnTo>
                  <a:cubicBezTo>
                    <a:pt x="110" y="212"/>
                    <a:pt x="0" y="238"/>
                    <a:pt x="0" y="280"/>
                  </a:cubicBezTo>
                  <a:lnTo>
                    <a:pt x="118" y="195"/>
                  </a:lnTo>
                  <a:lnTo>
                    <a:pt x="118" y="212"/>
                  </a:lnTo>
                  <a:cubicBezTo>
                    <a:pt x="144" y="179"/>
                    <a:pt x="178" y="162"/>
                    <a:pt x="212" y="145"/>
                  </a:cubicBezTo>
                  <a:lnTo>
                    <a:pt x="212" y="145"/>
                  </a:lnTo>
                  <a:cubicBezTo>
                    <a:pt x="212" y="153"/>
                    <a:pt x="220" y="153"/>
                    <a:pt x="203" y="170"/>
                  </a:cubicBezTo>
                  <a:cubicBezTo>
                    <a:pt x="326" y="83"/>
                    <a:pt x="245" y="89"/>
                    <a:pt x="287" y="3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5"/>
            <p:cNvSpPr/>
            <p:nvPr/>
          </p:nvSpPr>
          <p:spPr>
            <a:xfrm>
              <a:off x="2727925" y="3785575"/>
              <a:ext cx="8050" cy="8275"/>
            </a:xfrm>
            <a:custGeom>
              <a:rect b="b" l="l" r="r" t="t"/>
              <a:pathLst>
                <a:path extrusionOk="0" h="331" w="322">
                  <a:moveTo>
                    <a:pt x="280" y="0"/>
                  </a:moveTo>
                  <a:lnTo>
                    <a:pt x="280" y="0"/>
                  </a:lnTo>
                  <a:cubicBezTo>
                    <a:pt x="220" y="51"/>
                    <a:pt x="204" y="60"/>
                    <a:pt x="170" y="102"/>
                  </a:cubicBezTo>
                  <a:cubicBezTo>
                    <a:pt x="127" y="136"/>
                    <a:pt x="77" y="170"/>
                    <a:pt x="26" y="187"/>
                  </a:cubicBezTo>
                  <a:cubicBezTo>
                    <a:pt x="17" y="204"/>
                    <a:pt x="17" y="220"/>
                    <a:pt x="0" y="237"/>
                  </a:cubicBezTo>
                  <a:lnTo>
                    <a:pt x="17" y="229"/>
                  </a:lnTo>
                  <a:lnTo>
                    <a:pt x="43" y="263"/>
                  </a:lnTo>
                  <a:cubicBezTo>
                    <a:pt x="60" y="246"/>
                    <a:pt x="77" y="229"/>
                    <a:pt x="102" y="212"/>
                  </a:cubicBezTo>
                  <a:lnTo>
                    <a:pt x="102" y="212"/>
                  </a:lnTo>
                  <a:lnTo>
                    <a:pt x="34" y="330"/>
                  </a:lnTo>
                  <a:cubicBezTo>
                    <a:pt x="37" y="331"/>
                    <a:pt x="39" y="331"/>
                    <a:pt x="42" y="331"/>
                  </a:cubicBezTo>
                  <a:cubicBezTo>
                    <a:pt x="93" y="331"/>
                    <a:pt x="172" y="253"/>
                    <a:pt x="220" y="237"/>
                  </a:cubicBezTo>
                  <a:cubicBezTo>
                    <a:pt x="175" y="237"/>
                    <a:pt x="202" y="219"/>
                    <a:pt x="192" y="219"/>
                  </a:cubicBezTo>
                  <a:cubicBezTo>
                    <a:pt x="187" y="219"/>
                    <a:pt x="173" y="223"/>
                    <a:pt x="136" y="237"/>
                  </a:cubicBezTo>
                  <a:lnTo>
                    <a:pt x="161" y="170"/>
                  </a:lnTo>
                  <a:lnTo>
                    <a:pt x="254" y="119"/>
                  </a:lnTo>
                  <a:cubicBezTo>
                    <a:pt x="247" y="104"/>
                    <a:pt x="284" y="65"/>
                    <a:pt x="267" y="65"/>
                  </a:cubicBezTo>
                  <a:cubicBezTo>
                    <a:pt x="264" y="65"/>
                    <a:pt x="260" y="66"/>
                    <a:pt x="254" y="68"/>
                  </a:cubicBezTo>
                  <a:cubicBezTo>
                    <a:pt x="246" y="85"/>
                    <a:pt x="229" y="94"/>
                    <a:pt x="220" y="102"/>
                  </a:cubicBezTo>
                  <a:cubicBezTo>
                    <a:pt x="212" y="68"/>
                    <a:pt x="322" y="9"/>
                    <a:pt x="28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5"/>
            <p:cNvSpPr/>
            <p:nvPr/>
          </p:nvSpPr>
          <p:spPr>
            <a:xfrm>
              <a:off x="2727925" y="3791500"/>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5"/>
            <p:cNvSpPr/>
            <p:nvPr/>
          </p:nvSpPr>
          <p:spPr>
            <a:xfrm>
              <a:off x="2656450" y="3718325"/>
              <a:ext cx="9325" cy="2350"/>
            </a:xfrm>
            <a:custGeom>
              <a:rect b="b" l="l" r="r" t="t"/>
              <a:pathLst>
                <a:path extrusionOk="0" h="94" w="373">
                  <a:moveTo>
                    <a:pt x="186" y="0"/>
                  </a:moveTo>
                  <a:lnTo>
                    <a:pt x="0" y="77"/>
                  </a:lnTo>
                  <a:cubicBezTo>
                    <a:pt x="10" y="79"/>
                    <a:pt x="18" y="81"/>
                    <a:pt x="25" y="81"/>
                  </a:cubicBezTo>
                  <a:cubicBezTo>
                    <a:pt x="53" y="81"/>
                    <a:pt x="56" y="58"/>
                    <a:pt x="106" y="58"/>
                  </a:cubicBezTo>
                  <a:cubicBezTo>
                    <a:pt x="106" y="58"/>
                    <a:pt x="107" y="58"/>
                    <a:pt x="107" y="58"/>
                  </a:cubicBezTo>
                  <a:lnTo>
                    <a:pt x="107" y="58"/>
                  </a:lnTo>
                  <a:cubicBezTo>
                    <a:pt x="102" y="62"/>
                    <a:pt x="98" y="68"/>
                    <a:pt x="93" y="77"/>
                  </a:cubicBezTo>
                  <a:lnTo>
                    <a:pt x="372" y="93"/>
                  </a:lnTo>
                  <a:cubicBezTo>
                    <a:pt x="364" y="77"/>
                    <a:pt x="288" y="60"/>
                    <a:pt x="339" y="60"/>
                  </a:cubicBezTo>
                  <a:cubicBezTo>
                    <a:pt x="322" y="51"/>
                    <a:pt x="305" y="47"/>
                    <a:pt x="288" y="47"/>
                  </a:cubicBezTo>
                  <a:cubicBezTo>
                    <a:pt x="271" y="47"/>
                    <a:pt x="254" y="51"/>
                    <a:pt x="237" y="60"/>
                  </a:cubicBezTo>
                  <a:lnTo>
                    <a:pt x="254" y="43"/>
                  </a:lnTo>
                  <a:lnTo>
                    <a:pt x="254" y="43"/>
                  </a:lnTo>
                  <a:cubicBezTo>
                    <a:pt x="243" y="45"/>
                    <a:pt x="233" y="47"/>
                    <a:pt x="224" y="47"/>
                  </a:cubicBezTo>
                  <a:cubicBezTo>
                    <a:pt x="177" y="47"/>
                    <a:pt x="158" y="15"/>
                    <a:pt x="18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5"/>
            <p:cNvSpPr/>
            <p:nvPr/>
          </p:nvSpPr>
          <p:spPr>
            <a:xfrm>
              <a:off x="2514325" y="3708175"/>
              <a:ext cx="1075" cy="225"/>
            </a:xfrm>
            <a:custGeom>
              <a:rect b="b" l="l" r="r" t="t"/>
              <a:pathLst>
                <a:path extrusionOk="0" h="9" w="43">
                  <a:moveTo>
                    <a:pt x="34" y="0"/>
                  </a:moveTo>
                  <a:cubicBezTo>
                    <a:pt x="17" y="0"/>
                    <a:pt x="9" y="9"/>
                    <a:pt x="1" y="9"/>
                  </a:cubicBezTo>
                  <a:cubicBezTo>
                    <a:pt x="34" y="9"/>
                    <a:pt x="43" y="9"/>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5"/>
            <p:cNvSpPr/>
            <p:nvPr/>
          </p:nvSpPr>
          <p:spPr>
            <a:xfrm>
              <a:off x="2653700" y="3720850"/>
              <a:ext cx="1500" cy="675"/>
            </a:xfrm>
            <a:custGeom>
              <a:rect b="b" l="l" r="r" t="t"/>
              <a:pathLst>
                <a:path extrusionOk="0" h="27" w="60">
                  <a:moveTo>
                    <a:pt x="59" y="1"/>
                  </a:moveTo>
                  <a:lnTo>
                    <a:pt x="30" y="14"/>
                  </a:lnTo>
                  <a:lnTo>
                    <a:pt x="30" y="14"/>
                  </a:lnTo>
                  <a:cubicBezTo>
                    <a:pt x="40" y="9"/>
                    <a:pt x="51" y="5"/>
                    <a:pt x="59" y="1"/>
                  </a:cubicBezTo>
                  <a:close/>
                  <a:moveTo>
                    <a:pt x="30" y="14"/>
                  </a:moveTo>
                  <a:lnTo>
                    <a:pt x="30" y="14"/>
                  </a:lnTo>
                  <a:cubicBezTo>
                    <a:pt x="19" y="18"/>
                    <a:pt x="9" y="22"/>
                    <a:pt x="0" y="26"/>
                  </a:cubicBezTo>
                  <a:lnTo>
                    <a:pt x="30" y="14"/>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5"/>
            <p:cNvSpPr/>
            <p:nvPr/>
          </p:nvSpPr>
          <p:spPr>
            <a:xfrm>
              <a:off x="2665125" y="3710925"/>
              <a:ext cx="650" cy="225"/>
            </a:xfrm>
            <a:custGeom>
              <a:rect b="b" l="l" r="r" t="t"/>
              <a:pathLst>
                <a:path extrusionOk="0" h="9" w="26">
                  <a:moveTo>
                    <a:pt x="25" y="0"/>
                  </a:moveTo>
                  <a:lnTo>
                    <a:pt x="25" y="0"/>
                  </a:lnTo>
                  <a:lnTo>
                    <a:pt x="0" y="9"/>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5"/>
            <p:cNvSpPr/>
            <p:nvPr/>
          </p:nvSpPr>
          <p:spPr>
            <a:xfrm>
              <a:off x="2622825" y="3721075"/>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5"/>
            <p:cNvSpPr/>
            <p:nvPr/>
          </p:nvSpPr>
          <p:spPr>
            <a:xfrm>
              <a:off x="2677600" y="3708175"/>
              <a:ext cx="7625" cy="2400"/>
            </a:xfrm>
            <a:custGeom>
              <a:rect b="b" l="l" r="r" t="t"/>
              <a:pathLst>
                <a:path extrusionOk="0" h="96" w="305">
                  <a:moveTo>
                    <a:pt x="161" y="0"/>
                  </a:moveTo>
                  <a:cubicBezTo>
                    <a:pt x="152" y="0"/>
                    <a:pt x="102" y="0"/>
                    <a:pt x="119" y="9"/>
                  </a:cubicBezTo>
                  <a:lnTo>
                    <a:pt x="144" y="9"/>
                  </a:lnTo>
                  <a:cubicBezTo>
                    <a:pt x="76" y="43"/>
                    <a:pt x="110" y="60"/>
                    <a:pt x="0" y="76"/>
                  </a:cubicBezTo>
                  <a:cubicBezTo>
                    <a:pt x="21" y="89"/>
                    <a:pt x="45" y="96"/>
                    <a:pt x="68" y="96"/>
                  </a:cubicBezTo>
                  <a:cubicBezTo>
                    <a:pt x="91" y="96"/>
                    <a:pt x="114" y="89"/>
                    <a:pt x="136" y="76"/>
                  </a:cubicBezTo>
                  <a:lnTo>
                    <a:pt x="169" y="76"/>
                  </a:lnTo>
                  <a:lnTo>
                    <a:pt x="271" y="34"/>
                  </a:lnTo>
                  <a:lnTo>
                    <a:pt x="305" y="0"/>
                  </a:lnTo>
                  <a:lnTo>
                    <a:pt x="178" y="26"/>
                  </a:lnTo>
                  <a:cubicBezTo>
                    <a:pt x="195" y="9"/>
                    <a:pt x="136" y="9"/>
                    <a:pt x="16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5"/>
            <p:cNvSpPr/>
            <p:nvPr/>
          </p:nvSpPr>
          <p:spPr>
            <a:xfrm>
              <a:off x="2558525" y="3706275"/>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5"/>
            <p:cNvSpPr/>
            <p:nvPr/>
          </p:nvSpPr>
          <p:spPr>
            <a:xfrm>
              <a:off x="2558525" y="3705850"/>
              <a:ext cx="875" cy="450"/>
            </a:xfrm>
            <a:custGeom>
              <a:rect b="b" l="l" r="r" t="t"/>
              <a:pathLst>
                <a:path extrusionOk="0" h="18" w="35">
                  <a:moveTo>
                    <a:pt x="9" y="0"/>
                  </a:moveTo>
                  <a:lnTo>
                    <a:pt x="1" y="17"/>
                  </a:lnTo>
                  <a:cubicBezTo>
                    <a:pt x="9" y="9"/>
                    <a:pt x="34"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5"/>
            <p:cNvSpPr/>
            <p:nvPr/>
          </p:nvSpPr>
          <p:spPr>
            <a:xfrm>
              <a:off x="2655175" y="3720225"/>
              <a:ext cx="1075" cy="650"/>
            </a:xfrm>
            <a:custGeom>
              <a:rect b="b" l="l" r="r" t="t"/>
              <a:pathLst>
                <a:path extrusionOk="0" h="26" w="43">
                  <a:moveTo>
                    <a:pt x="26" y="1"/>
                  </a:moveTo>
                  <a:cubicBezTo>
                    <a:pt x="17" y="9"/>
                    <a:pt x="9" y="17"/>
                    <a:pt x="0" y="26"/>
                  </a:cubicBez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5"/>
            <p:cNvSpPr/>
            <p:nvPr/>
          </p:nvSpPr>
          <p:spPr>
            <a:xfrm>
              <a:off x="2658350" y="3717900"/>
              <a:ext cx="3625" cy="450"/>
            </a:xfrm>
            <a:custGeom>
              <a:rect b="b" l="l" r="r" t="t"/>
              <a:pathLst>
                <a:path extrusionOk="0" h="18" w="145">
                  <a:moveTo>
                    <a:pt x="144" y="0"/>
                  </a:moveTo>
                  <a:lnTo>
                    <a:pt x="144" y="0"/>
                  </a:lnTo>
                  <a:cubicBezTo>
                    <a:pt x="102" y="17"/>
                    <a:pt x="51" y="17"/>
                    <a:pt x="0" y="17"/>
                  </a:cubicBezTo>
                  <a:lnTo>
                    <a:pt x="102" y="17"/>
                  </a:lnTo>
                  <a:lnTo>
                    <a:pt x="14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5"/>
            <p:cNvSpPr/>
            <p:nvPr/>
          </p:nvSpPr>
          <p:spPr>
            <a:xfrm>
              <a:off x="2610825" y="3719175"/>
              <a:ext cx="42900" cy="6400"/>
            </a:xfrm>
            <a:custGeom>
              <a:rect b="b" l="l" r="r" t="t"/>
              <a:pathLst>
                <a:path extrusionOk="0" h="256" w="1716">
                  <a:moveTo>
                    <a:pt x="806" y="66"/>
                  </a:moveTo>
                  <a:lnTo>
                    <a:pt x="827" y="68"/>
                  </a:lnTo>
                  <a:cubicBezTo>
                    <a:pt x="820" y="67"/>
                    <a:pt x="813" y="66"/>
                    <a:pt x="806" y="66"/>
                  </a:cubicBezTo>
                  <a:close/>
                  <a:moveTo>
                    <a:pt x="1715" y="76"/>
                  </a:moveTo>
                  <a:lnTo>
                    <a:pt x="1706" y="80"/>
                  </a:lnTo>
                  <a:lnTo>
                    <a:pt x="1706" y="80"/>
                  </a:lnTo>
                  <a:cubicBezTo>
                    <a:pt x="1709" y="79"/>
                    <a:pt x="1712" y="78"/>
                    <a:pt x="1715" y="76"/>
                  </a:cubicBezTo>
                  <a:close/>
                  <a:moveTo>
                    <a:pt x="585" y="167"/>
                  </a:moveTo>
                  <a:cubicBezTo>
                    <a:pt x="575" y="168"/>
                    <a:pt x="566" y="170"/>
                    <a:pt x="556" y="171"/>
                  </a:cubicBezTo>
                  <a:lnTo>
                    <a:pt x="556" y="171"/>
                  </a:lnTo>
                  <a:cubicBezTo>
                    <a:pt x="566" y="170"/>
                    <a:pt x="576" y="169"/>
                    <a:pt x="585" y="167"/>
                  </a:cubicBezTo>
                  <a:close/>
                  <a:moveTo>
                    <a:pt x="143" y="192"/>
                  </a:moveTo>
                  <a:cubicBezTo>
                    <a:pt x="145" y="198"/>
                    <a:pt x="152" y="203"/>
                    <a:pt x="159" y="203"/>
                  </a:cubicBezTo>
                  <a:cubicBezTo>
                    <a:pt x="155" y="199"/>
                    <a:pt x="150" y="195"/>
                    <a:pt x="143" y="192"/>
                  </a:cubicBezTo>
                  <a:close/>
                  <a:moveTo>
                    <a:pt x="133" y="110"/>
                  </a:moveTo>
                  <a:cubicBezTo>
                    <a:pt x="57" y="110"/>
                    <a:pt x="57" y="127"/>
                    <a:pt x="15" y="144"/>
                  </a:cubicBezTo>
                  <a:cubicBezTo>
                    <a:pt x="0" y="173"/>
                    <a:pt x="99" y="171"/>
                    <a:pt x="143" y="192"/>
                  </a:cubicBezTo>
                  <a:lnTo>
                    <a:pt x="143" y="192"/>
                  </a:lnTo>
                  <a:cubicBezTo>
                    <a:pt x="142" y="190"/>
                    <a:pt x="142" y="188"/>
                    <a:pt x="142" y="186"/>
                  </a:cubicBezTo>
                  <a:lnTo>
                    <a:pt x="142" y="186"/>
                  </a:lnTo>
                  <a:lnTo>
                    <a:pt x="209" y="203"/>
                  </a:lnTo>
                  <a:cubicBezTo>
                    <a:pt x="150" y="186"/>
                    <a:pt x="226" y="161"/>
                    <a:pt x="260" y="161"/>
                  </a:cubicBezTo>
                  <a:cubicBezTo>
                    <a:pt x="294" y="161"/>
                    <a:pt x="336" y="161"/>
                    <a:pt x="328" y="178"/>
                  </a:cubicBezTo>
                  <a:lnTo>
                    <a:pt x="286" y="178"/>
                  </a:lnTo>
                  <a:cubicBezTo>
                    <a:pt x="295" y="181"/>
                    <a:pt x="304" y="182"/>
                    <a:pt x="314" y="182"/>
                  </a:cubicBezTo>
                  <a:cubicBezTo>
                    <a:pt x="346" y="182"/>
                    <a:pt x="382" y="170"/>
                    <a:pt x="415" y="170"/>
                  </a:cubicBezTo>
                  <a:cubicBezTo>
                    <a:pt x="429" y="170"/>
                    <a:pt x="442" y="172"/>
                    <a:pt x="455" y="178"/>
                  </a:cubicBezTo>
                  <a:cubicBezTo>
                    <a:pt x="455" y="186"/>
                    <a:pt x="438" y="186"/>
                    <a:pt x="429" y="195"/>
                  </a:cubicBezTo>
                  <a:cubicBezTo>
                    <a:pt x="472" y="184"/>
                    <a:pt x="514" y="177"/>
                    <a:pt x="556" y="171"/>
                  </a:cubicBezTo>
                  <a:lnTo>
                    <a:pt x="556" y="171"/>
                  </a:lnTo>
                  <a:cubicBezTo>
                    <a:pt x="547" y="172"/>
                    <a:pt x="537" y="172"/>
                    <a:pt x="528" y="172"/>
                  </a:cubicBezTo>
                  <a:cubicBezTo>
                    <a:pt x="496" y="172"/>
                    <a:pt x="462" y="168"/>
                    <a:pt x="438" y="161"/>
                  </a:cubicBezTo>
                  <a:cubicBezTo>
                    <a:pt x="379" y="127"/>
                    <a:pt x="506" y="144"/>
                    <a:pt x="522" y="110"/>
                  </a:cubicBezTo>
                  <a:cubicBezTo>
                    <a:pt x="446" y="110"/>
                    <a:pt x="463" y="119"/>
                    <a:pt x="429" y="136"/>
                  </a:cubicBezTo>
                  <a:cubicBezTo>
                    <a:pt x="410" y="132"/>
                    <a:pt x="390" y="131"/>
                    <a:pt x="370" y="131"/>
                  </a:cubicBezTo>
                  <a:cubicBezTo>
                    <a:pt x="327" y="131"/>
                    <a:pt x="282" y="136"/>
                    <a:pt x="241" y="136"/>
                  </a:cubicBezTo>
                  <a:cubicBezTo>
                    <a:pt x="199" y="136"/>
                    <a:pt x="161" y="131"/>
                    <a:pt x="133" y="110"/>
                  </a:cubicBezTo>
                  <a:close/>
                  <a:moveTo>
                    <a:pt x="1504" y="0"/>
                  </a:moveTo>
                  <a:cubicBezTo>
                    <a:pt x="1284" y="17"/>
                    <a:pt x="1132" y="102"/>
                    <a:pt x="920" y="136"/>
                  </a:cubicBezTo>
                  <a:cubicBezTo>
                    <a:pt x="912" y="110"/>
                    <a:pt x="751" y="110"/>
                    <a:pt x="675" y="93"/>
                  </a:cubicBezTo>
                  <a:cubicBezTo>
                    <a:pt x="706" y="74"/>
                    <a:pt x="743" y="65"/>
                    <a:pt x="784" y="65"/>
                  </a:cubicBezTo>
                  <a:cubicBezTo>
                    <a:pt x="791" y="65"/>
                    <a:pt x="799" y="65"/>
                    <a:pt x="806" y="66"/>
                  </a:cubicBezTo>
                  <a:lnTo>
                    <a:pt x="806" y="66"/>
                  </a:lnTo>
                  <a:lnTo>
                    <a:pt x="675" y="51"/>
                  </a:lnTo>
                  <a:lnTo>
                    <a:pt x="649" y="110"/>
                  </a:lnTo>
                  <a:cubicBezTo>
                    <a:pt x="429" y="102"/>
                    <a:pt x="709" y="76"/>
                    <a:pt x="607" y="51"/>
                  </a:cubicBezTo>
                  <a:lnTo>
                    <a:pt x="607" y="51"/>
                  </a:lnTo>
                  <a:cubicBezTo>
                    <a:pt x="565" y="59"/>
                    <a:pt x="522" y="68"/>
                    <a:pt x="480" y="76"/>
                  </a:cubicBezTo>
                  <a:cubicBezTo>
                    <a:pt x="658" y="76"/>
                    <a:pt x="455" y="144"/>
                    <a:pt x="632" y="144"/>
                  </a:cubicBezTo>
                  <a:cubicBezTo>
                    <a:pt x="624" y="155"/>
                    <a:pt x="607" y="163"/>
                    <a:pt x="585" y="167"/>
                  </a:cubicBezTo>
                  <a:lnTo>
                    <a:pt x="585" y="167"/>
                  </a:lnTo>
                  <a:cubicBezTo>
                    <a:pt x="601" y="165"/>
                    <a:pt x="617" y="163"/>
                    <a:pt x="632" y="161"/>
                  </a:cubicBezTo>
                  <a:lnTo>
                    <a:pt x="632" y="161"/>
                  </a:lnTo>
                  <a:lnTo>
                    <a:pt x="582" y="195"/>
                  </a:lnTo>
                  <a:cubicBezTo>
                    <a:pt x="625" y="185"/>
                    <a:pt x="670" y="180"/>
                    <a:pt x="715" y="180"/>
                  </a:cubicBezTo>
                  <a:cubicBezTo>
                    <a:pt x="784" y="180"/>
                    <a:pt x="853" y="191"/>
                    <a:pt x="920" y="212"/>
                  </a:cubicBezTo>
                  <a:cubicBezTo>
                    <a:pt x="912" y="203"/>
                    <a:pt x="886" y="203"/>
                    <a:pt x="903" y="195"/>
                  </a:cubicBezTo>
                  <a:cubicBezTo>
                    <a:pt x="962" y="195"/>
                    <a:pt x="1013" y="220"/>
                    <a:pt x="979" y="237"/>
                  </a:cubicBezTo>
                  <a:cubicBezTo>
                    <a:pt x="990" y="233"/>
                    <a:pt x="1004" y="231"/>
                    <a:pt x="1020" y="231"/>
                  </a:cubicBezTo>
                  <a:cubicBezTo>
                    <a:pt x="1081" y="231"/>
                    <a:pt x="1169" y="255"/>
                    <a:pt x="1243" y="255"/>
                  </a:cubicBezTo>
                  <a:cubicBezTo>
                    <a:pt x="1267" y="255"/>
                    <a:pt x="1290" y="253"/>
                    <a:pt x="1309" y="246"/>
                  </a:cubicBezTo>
                  <a:lnTo>
                    <a:pt x="1706" y="80"/>
                  </a:lnTo>
                  <a:lnTo>
                    <a:pt x="1706" y="80"/>
                  </a:lnTo>
                  <a:cubicBezTo>
                    <a:pt x="1692" y="85"/>
                    <a:pt x="1678" y="85"/>
                    <a:pt x="1664" y="85"/>
                  </a:cubicBezTo>
                  <a:cubicBezTo>
                    <a:pt x="1631" y="51"/>
                    <a:pt x="1614" y="51"/>
                    <a:pt x="1681" y="26"/>
                  </a:cubicBezTo>
                  <a:lnTo>
                    <a:pt x="1681" y="26"/>
                  </a:lnTo>
                  <a:cubicBezTo>
                    <a:pt x="1623" y="40"/>
                    <a:pt x="1634" y="61"/>
                    <a:pt x="1578" y="61"/>
                  </a:cubicBezTo>
                  <a:cubicBezTo>
                    <a:pt x="1569" y="61"/>
                    <a:pt x="1559" y="61"/>
                    <a:pt x="1546" y="59"/>
                  </a:cubicBezTo>
                  <a:cubicBezTo>
                    <a:pt x="1580" y="51"/>
                    <a:pt x="1597" y="9"/>
                    <a:pt x="150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5"/>
            <p:cNvSpPr/>
            <p:nvPr/>
          </p:nvSpPr>
          <p:spPr>
            <a:xfrm>
              <a:off x="2639525" y="3720650"/>
              <a:ext cx="450" cy="25"/>
            </a:xfrm>
            <a:custGeom>
              <a:rect b="b" l="l" r="r" t="t"/>
              <a:pathLst>
                <a:path extrusionOk="0" h="1" w="18">
                  <a:moveTo>
                    <a:pt x="17" y="0"/>
                  </a:moveTo>
                  <a:cubicBezTo>
                    <a:pt x="17" y="0"/>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5"/>
            <p:cNvSpPr/>
            <p:nvPr/>
          </p:nvSpPr>
          <p:spPr>
            <a:xfrm>
              <a:off x="2631500" y="3721075"/>
              <a:ext cx="425" cy="25"/>
            </a:xfrm>
            <a:custGeom>
              <a:rect b="b" l="l" r="r" t="t"/>
              <a:pathLst>
                <a:path extrusionOk="0" h="1" w="17">
                  <a:moveTo>
                    <a:pt x="17" y="0"/>
                  </a:moveTo>
                  <a:lnTo>
                    <a:pt x="17"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5"/>
            <p:cNvSpPr/>
            <p:nvPr/>
          </p:nvSpPr>
          <p:spPr>
            <a:xfrm>
              <a:off x="2654325" y="3718325"/>
              <a:ext cx="1075" cy="450"/>
            </a:xfrm>
            <a:custGeom>
              <a:rect b="b" l="l" r="r" t="t"/>
              <a:pathLst>
                <a:path extrusionOk="0" h="18" w="43">
                  <a:moveTo>
                    <a:pt x="18" y="0"/>
                  </a:moveTo>
                  <a:cubicBezTo>
                    <a:pt x="9" y="9"/>
                    <a:pt x="1" y="9"/>
                    <a:pt x="9" y="17"/>
                  </a:cubicBezTo>
                  <a:cubicBezTo>
                    <a:pt x="26" y="9"/>
                    <a:pt x="34"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5"/>
            <p:cNvSpPr/>
            <p:nvPr/>
          </p:nvSpPr>
          <p:spPr>
            <a:xfrm>
              <a:off x="2655375" y="3719800"/>
              <a:ext cx="450" cy="250"/>
            </a:xfrm>
            <a:custGeom>
              <a:rect b="b" l="l" r="r" t="t"/>
              <a:pathLst>
                <a:path extrusionOk="0" h="10" w="18">
                  <a:moveTo>
                    <a:pt x="9" y="1"/>
                  </a:moveTo>
                  <a:lnTo>
                    <a:pt x="1" y="9"/>
                  </a:lnTo>
                  <a:lnTo>
                    <a:pt x="18" y="9"/>
                  </a:lnTo>
                  <a:cubicBezTo>
                    <a:pt x="18" y="9"/>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5"/>
            <p:cNvSpPr/>
            <p:nvPr/>
          </p:nvSpPr>
          <p:spPr>
            <a:xfrm>
              <a:off x="2605900" y="3714725"/>
              <a:ext cx="650" cy="25"/>
            </a:xfrm>
            <a:custGeom>
              <a:rect b="b" l="l" r="r" t="t"/>
              <a:pathLst>
                <a:path extrusionOk="0" h="1" w="26">
                  <a:moveTo>
                    <a:pt x="26" y="1"/>
                  </a:moveTo>
                  <a:lnTo>
                    <a:pt x="0" y="1"/>
                  </a:lnTo>
                  <a:cubicBezTo>
                    <a:pt x="9" y="1"/>
                    <a:pt x="17"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5"/>
            <p:cNvSpPr/>
            <p:nvPr/>
          </p:nvSpPr>
          <p:spPr>
            <a:xfrm>
              <a:off x="2617525" y="3718725"/>
              <a:ext cx="23350" cy="2450"/>
            </a:xfrm>
            <a:custGeom>
              <a:rect b="b" l="l" r="r" t="t"/>
              <a:pathLst>
                <a:path extrusionOk="0" h="98" w="934">
                  <a:moveTo>
                    <a:pt x="55" y="1"/>
                  </a:moveTo>
                  <a:cubicBezTo>
                    <a:pt x="22" y="1"/>
                    <a:pt x="1" y="7"/>
                    <a:pt x="1" y="27"/>
                  </a:cubicBezTo>
                  <a:cubicBezTo>
                    <a:pt x="13" y="29"/>
                    <a:pt x="26" y="30"/>
                    <a:pt x="40" y="30"/>
                  </a:cubicBezTo>
                  <a:cubicBezTo>
                    <a:pt x="73" y="30"/>
                    <a:pt x="109" y="24"/>
                    <a:pt x="144" y="18"/>
                  </a:cubicBezTo>
                  <a:lnTo>
                    <a:pt x="144" y="18"/>
                  </a:lnTo>
                  <a:lnTo>
                    <a:pt x="136" y="69"/>
                  </a:lnTo>
                  <a:cubicBezTo>
                    <a:pt x="211" y="69"/>
                    <a:pt x="154" y="36"/>
                    <a:pt x="259" y="35"/>
                  </a:cubicBezTo>
                  <a:lnTo>
                    <a:pt x="259" y="35"/>
                  </a:lnTo>
                  <a:cubicBezTo>
                    <a:pt x="350" y="35"/>
                    <a:pt x="442" y="37"/>
                    <a:pt x="534" y="52"/>
                  </a:cubicBezTo>
                  <a:cubicBezTo>
                    <a:pt x="525" y="69"/>
                    <a:pt x="584" y="69"/>
                    <a:pt x="576" y="94"/>
                  </a:cubicBezTo>
                  <a:cubicBezTo>
                    <a:pt x="589" y="96"/>
                    <a:pt x="602" y="98"/>
                    <a:pt x="615" y="98"/>
                  </a:cubicBezTo>
                  <a:cubicBezTo>
                    <a:pt x="656" y="98"/>
                    <a:pt x="699" y="88"/>
                    <a:pt x="737" y="69"/>
                  </a:cubicBezTo>
                  <a:cubicBezTo>
                    <a:pt x="754" y="73"/>
                    <a:pt x="779" y="73"/>
                    <a:pt x="805" y="73"/>
                  </a:cubicBezTo>
                  <a:cubicBezTo>
                    <a:pt x="832" y="73"/>
                    <a:pt x="859" y="73"/>
                    <a:pt x="880" y="77"/>
                  </a:cubicBezTo>
                  <a:cubicBezTo>
                    <a:pt x="866" y="63"/>
                    <a:pt x="933" y="42"/>
                    <a:pt x="876" y="42"/>
                  </a:cubicBezTo>
                  <a:cubicBezTo>
                    <a:pt x="867" y="42"/>
                    <a:pt x="856" y="42"/>
                    <a:pt x="842" y="43"/>
                  </a:cubicBezTo>
                  <a:lnTo>
                    <a:pt x="842" y="43"/>
                  </a:lnTo>
                  <a:cubicBezTo>
                    <a:pt x="843" y="43"/>
                    <a:pt x="841" y="41"/>
                    <a:pt x="847" y="35"/>
                  </a:cubicBezTo>
                  <a:cubicBezTo>
                    <a:pt x="825" y="28"/>
                    <a:pt x="808" y="26"/>
                    <a:pt x="792" y="26"/>
                  </a:cubicBezTo>
                  <a:cubicBezTo>
                    <a:pt x="759" y="26"/>
                    <a:pt x="733" y="37"/>
                    <a:pt x="694" y="37"/>
                  </a:cubicBezTo>
                  <a:cubicBezTo>
                    <a:pt x="686" y="37"/>
                    <a:pt x="678" y="36"/>
                    <a:pt x="669" y="35"/>
                  </a:cubicBezTo>
                  <a:cubicBezTo>
                    <a:pt x="635" y="18"/>
                    <a:pt x="737" y="18"/>
                    <a:pt x="703" y="10"/>
                  </a:cubicBezTo>
                  <a:lnTo>
                    <a:pt x="703" y="10"/>
                  </a:lnTo>
                  <a:cubicBezTo>
                    <a:pt x="695" y="11"/>
                    <a:pt x="686" y="11"/>
                    <a:pt x="676" y="11"/>
                  </a:cubicBezTo>
                  <a:cubicBezTo>
                    <a:pt x="625" y="11"/>
                    <a:pt x="556" y="1"/>
                    <a:pt x="506" y="1"/>
                  </a:cubicBezTo>
                  <a:cubicBezTo>
                    <a:pt x="468" y="1"/>
                    <a:pt x="441" y="7"/>
                    <a:pt x="441" y="27"/>
                  </a:cubicBezTo>
                  <a:cubicBezTo>
                    <a:pt x="381" y="27"/>
                    <a:pt x="373" y="18"/>
                    <a:pt x="356" y="1"/>
                  </a:cubicBezTo>
                  <a:cubicBezTo>
                    <a:pt x="332" y="13"/>
                    <a:pt x="300" y="17"/>
                    <a:pt x="265" y="17"/>
                  </a:cubicBezTo>
                  <a:cubicBezTo>
                    <a:pt x="193" y="17"/>
                    <a:pt x="109" y="1"/>
                    <a:pt x="5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5"/>
            <p:cNvSpPr/>
            <p:nvPr/>
          </p:nvSpPr>
          <p:spPr>
            <a:xfrm>
              <a:off x="2651375" y="371852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5"/>
            <p:cNvSpPr/>
            <p:nvPr/>
          </p:nvSpPr>
          <p:spPr>
            <a:xfrm>
              <a:off x="2651575" y="3721925"/>
              <a:ext cx="23500" cy="4675"/>
            </a:xfrm>
            <a:custGeom>
              <a:rect b="b" l="l" r="r" t="t"/>
              <a:pathLst>
                <a:path extrusionOk="0" h="187" w="940">
                  <a:moveTo>
                    <a:pt x="787" y="136"/>
                  </a:moveTo>
                  <a:lnTo>
                    <a:pt x="847" y="144"/>
                  </a:lnTo>
                  <a:cubicBezTo>
                    <a:pt x="821" y="144"/>
                    <a:pt x="804" y="144"/>
                    <a:pt x="787" y="136"/>
                  </a:cubicBezTo>
                  <a:close/>
                  <a:moveTo>
                    <a:pt x="644" y="0"/>
                  </a:moveTo>
                  <a:lnTo>
                    <a:pt x="644" y="0"/>
                  </a:lnTo>
                  <a:cubicBezTo>
                    <a:pt x="457" y="17"/>
                    <a:pt x="635" y="93"/>
                    <a:pt x="474" y="93"/>
                  </a:cubicBezTo>
                  <a:lnTo>
                    <a:pt x="364" y="76"/>
                  </a:lnTo>
                  <a:lnTo>
                    <a:pt x="322" y="119"/>
                  </a:lnTo>
                  <a:cubicBezTo>
                    <a:pt x="263" y="119"/>
                    <a:pt x="373" y="85"/>
                    <a:pt x="271" y="85"/>
                  </a:cubicBezTo>
                  <a:cubicBezTo>
                    <a:pt x="262" y="89"/>
                    <a:pt x="250" y="91"/>
                    <a:pt x="237" y="91"/>
                  </a:cubicBezTo>
                  <a:cubicBezTo>
                    <a:pt x="217" y="91"/>
                    <a:pt x="194" y="87"/>
                    <a:pt x="177" y="87"/>
                  </a:cubicBezTo>
                  <a:cubicBezTo>
                    <a:pt x="166" y="87"/>
                    <a:pt x="158" y="89"/>
                    <a:pt x="153" y="93"/>
                  </a:cubicBezTo>
                  <a:cubicBezTo>
                    <a:pt x="153" y="76"/>
                    <a:pt x="161" y="68"/>
                    <a:pt x="111" y="68"/>
                  </a:cubicBezTo>
                  <a:cubicBezTo>
                    <a:pt x="102" y="68"/>
                    <a:pt x="102" y="85"/>
                    <a:pt x="68" y="85"/>
                  </a:cubicBezTo>
                  <a:cubicBezTo>
                    <a:pt x="56" y="64"/>
                    <a:pt x="81" y="64"/>
                    <a:pt x="104" y="64"/>
                  </a:cubicBezTo>
                  <a:cubicBezTo>
                    <a:pt x="128" y="64"/>
                    <a:pt x="149" y="64"/>
                    <a:pt x="128" y="43"/>
                  </a:cubicBezTo>
                  <a:cubicBezTo>
                    <a:pt x="110" y="40"/>
                    <a:pt x="95" y="39"/>
                    <a:pt x="84" y="39"/>
                  </a:cubicBezTo>
                  <a:cubicBezTo>
                    <a:pt x="13" y="39"/>
                    <a:pt x="48" y="78"/>
                    <a:pt x="26" y="85"/>
                  </a:cubicBezTo>
                  <a:lnTo>
                    <a:pt x="51" y="85"/>
                  </a:lnTo>
                  <a:cubicBezTo>
                    <a:pt x="51" y="93"/>
                    <a:pt x="39" y="93"/>
                    <a:pt x="26" y="93"/>
                  </a:cubicBezTo>
                  <a:cubicBezTo>
                    <a:pt x="13" y="93"/>
                    <a:pt x="1" y="93"/>
                    <a:pt x="1" y="102"/>
                  </a:cubicBezTo>
                  <a:cubicBezTo>
                    <a:pt x="13" y="106"/>
                    <a:pt x="24" y="108"/>
                    <a:pt x="33" y="108"/>
                  </a:cubicBezTo>
                  <a:cubicBezTo>
                    <a:pt x="43" y="108"/>
                    <a:pt x="51" y="106"/>
                    <a:pt x="60" y="102"/>
                  </a:cubicBezTo>
                  <a:lnTo>
                    <a:pt x="60" y="102"/>
                  </a:lnTo>
                  <a:cubicBezTo>
                    <a:pt x="26" y="119"/>
                    <a:pt x="119" y="144"/>
                    <a:pt x="153" y="144"/>
                  </a:cubicBezTo>
                  <a:cubicBezTo>
                    <a:pt x="202" y="141"/>
                    <a:pt x="252" y="138"/>
                    <a:pt x="303" y="138"/>
                  </a:cubicBezTo>
                  <a:cubicBezTo>
                    <a:pt x="375" y="138"/>
                    <a:pt x="447" y="143"/>
                    <a:pt x="517" y="152"/>
                  </a:cubicBezTo>
                  <a:cubicBezTo>
                    <a:pt x="508" y="152"/>
                    <a:pt x="483" y="152"/>
                    <a:pt x="500" y="161"/>
                  </a:cubicBezTo>
                  <a:cubicBezTo>
                    <a:pt x="660" y="169"/>
                    <a:pt x="720" y="186"/>
                    <a:pt x="906" y="186"/>
                  </a:cubicBezTo>
                  <a:lnTo>
                    <a:pt x="940" y="144"/>
                  </a:lnTo>
                  <a:cubicBezTo>
                    <a:pt x="940" y="140"/>
                    <a:pt x="931" y="140"/>
                    <a:pt x="917" y="140"/>
                  </a:cubicBezTo>
                  <a:cubicBezTo>
                    <a:pt x="904" y="140"/>
                    <a:pt x="885" y="140"/>
                    <a:pt x="864" y="136"/>
                  </a:cubicBezTo>
                  <a:cubicBezTo>
                    <a:pt x="872" y="127"/>
                    <a:pt x="880" y="110"/>
                    <a:pt x="838" y="110"/>
                  </a:cubicBezTo>
                  <a:cubicBezTo>
                    <a:pt x="818" y="104"/>
                    <a:pt x="800" y="102"/>
                    <a:pt x="783" y="102"/>
                  </a:cubicBezTo>
                  <a:cubicBezTo>
                    <a:pt x="735" y="102"/>
                    <a:pt x="697" y="120"/>
                    <a:pt x="654" y="120"/>
                  </a:cubicBezTo>
                  <a:cubicBezTo>
                    <a:pt x="648" y="120"/>
                    <a:pt x="641" y="119"/>
                    <a:pt x="635" y="119"/>
                  </a:cubicBezTo>
                  <a:lnTo>
                    <a:pt x="660" y="119"/>
                  </a:lnTo>
                  <a:cubicBezTo>
                    <a:pt x="631" y="110"/>
                    <a:pt x="599" y="106"/>
                    <a:pt x="567" y="106"/>
                  </a:cubicBezTo>
                  <a:cubicBezTo>
                    <a:pt x="536" y="106"/>
                    <a:pt x="504" y="110"/>
                    <a:pt x="474" y="119"/>
                  </a:cubicBezTo>
                  <a:cubicBezTo>
                    <a:pt x="459" y="107"/>
                    <a:pt x="477" y="104"/>
                    <a:pt x="503" y="104"/>
                  </a:cubicBezTo>
                  <a:cubicBezTo>
                    <a:pt x="520" y="104"/>
                    <a:pt x="540" y="105"/>
                    <a:pt x="556" y="105"/>
                  </a:cubicBezTo>
                  <a:cubicBezTo>
                    <a:pt x="583" y="105"/>
                    <a:pt x="597" y="102"/>
                    <a:pt x="559" y="85"/>
                  </a:cubicBezTo>
                  <a:lnTo>
                    <a:pt x="559" y="85"/>
                  </a:lnTo>
                  <a:cubicBezTo>
                    <a:pt x="593" y="89"/>
                    <a:pt x="629" y="91"/>
                    <a:pt x="665" y="91"/>
                  </a:cubicBezTo>
                  <a:cubicBezTo>
                    <a:pt x="701" y="91"/>
                    <a:pt x="737" y="89"/>
                    <a:pt x="770" y="85"/>
                  </a:cubicBezTo>
                  <a:cubicBezTo>
                    <a:pt x="686" y="68"/>
                    <a:pt x="618" y="26"/>
                    <a:pt x="6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5"/>
            <p:cNvSpPr/>
            <p:nvPr/>
          </p:nvSpPr>
          <p:spPr>
            <a:xfrm>
              <a:off x="2747175" y="3778600"/>
              <a:ext cx="450" cy="225"/>
            </a:xfrm>
            <a:custGeom>
              <a:rect b="b" l="l" r="r" t="t"/>
              <a:pathLst>
                <a:path extrusionOk="0" h="9" w="18">
                  <a:moveTo>
                    <a:pt x="17" y="0"/>
                  </a:moveTo>
                  <a:lnTo>
                    <a:pt x="0" y="9"/>
                  </a:lnTo>
                  <a:cubicBezTo>
                    <a:pt x="9" y="9"/>
                    <a:pt x="17" y="9"/>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5"/>
            <p:cNvSpPr/>
            <p:nvPr/>
          </p:nvSpPr>
          <p:spPr>
            <a:xfrm>
              <a:off x="2728975" y="3715775"/>
              <a:ext cx="875" cy="25"/>
            </a:xfrm>
            <a:custGeom>
              <a:rect b="b" l="l" r="r" t="t"/>
              <a:pathLst>
                <a:path extrusionOk="0" h="1" w="35">
                  <a:moveTo>
                    <a:pt x="1" y="1"/>
                  </a:moveTo>
                  <a:lnTo>
                    <a:pt x="3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5"/>
            <p:cNvSpPr/>
            <p:nvPr/>
          </p:nvSpPr>
          <p:spPr>
            <a:xfrm>
              <a:off x="2748225" y="3713250"/>
              <a:ext cx="1300" cy="225"/>
            </a:xfrm>
            <a:custGeom>
              <a:rect b="b" l="l" r="r" t="t"/>
              <a:pathLst>
                <a:path extrusionOk="0" h="9" w="52">
                  <a:moveTo>
                    <a:pt x="51" y="0"/>
                  </a:moveTo>
                  <a:cubicBezTo>
                    <a:pt x="43" y="0"/>
                    <a:pt x="34" y="2"/>
                    <a:pt x="26" y="5"/>
                  </a:cubicBezTo>
                  <a:lnTo>
                    <a:pt x="26" y="5"/>
                  </a:lnTo>
                  <a:lnTo>
                    <a:pt x="51" y="0"/>
                  </a:lnTo>
                  <a:close/>
                  <a:moveTo>
                    <a:pt x="26" y="5"/>
                  </a:moveTo>
                  <a:lnTo>
                    <a:pt x="1" y="9"/>
                  </a:lnTo>
                  <a:cubicBezTo>
                    <a:pt x="9" y="9"/>
                    <a:pt x="18" y="7"/>
                    <a:pt x="26"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5"/>
            <p:cNvSpPr/>
            <p:nvPr/>
          </p:nvSpPr>
          <p:spPr>
            <a:xfrm>
              <a:off x="2755425" y="3771825"/>
              <a:ext cx="225" cy="250"/>
            </a:xfrm>
            <a:custGeom>
              <a:rect b="b" l="l" r="r" t="t"/>
              <a:pathLst>
                <a:path extrusionOk="0" h="10" w="9">
                  <a:moveTo>
                    <a:pt x="0" y="9"/>
                  </a:moveTo>
                  <a:lnTo>
                    <a:pt x="0" y="9"/>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5"/>
            <p:cNvSpPr/>
            <p:nvPr/>
          </p:nvSpPr>
          <p:spPr>
            <a:xfrm>
              <a:off x="2795175" y="3719600"/>
              <a:ext cx="875" cy="225"/>
            </a:xfrm>
            <a:custGeom>
              <a:rect b="b" l="l" r="r" t="t"/>
              <a:pathLst>
                <a:path extrusionOk="0" h="9" w="35">
                  <a:moveTo>
                    <a:pt x="1" y="0"/>
                  </a:moveTo>
                  <a:lnTo>
                    <a:pt x="1" y="0"/>
                  </a:lnTo>
                  <a:cubicBezTo>
                    <a:pt x="9" y="9"/>
                    <a:pt x="18" y="9"/>
                    <a:pt x="26" y="9"/>
                  </a:cubicBezTo>
                  <a:cubicBezTo>
                    <a:pt x="34" y="9"/>
                    <a:pt x="18" y="9"/>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5"/>
            <p:cNvSpPr/>
            <p:nvPr/>
          </p:nvSpPr>
          <p:spPr>
            <a:xfrm>
              <a:off x="2748025" y="3713450"/>
              <a:ext cx="225" cy="25"/>
            </a:xfrm>
            <a:custGeom>
              <a:rect b="b" l="l" r="r" t="t"/>
              <a:pathLst>
                <a:path extrusionOk="0" h="1" w="9">
                  <a:moveTo>
                    <a:pt x="0" y="1"/>
                  </a:moveTo>
                  <a:lnTo>
                    <a:pt x="0" y="1"/>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5"/>
            <p:cNvSpPr/>
            <p:nvPr/>
          </p:nvSpPr>
          <p:spPr>
            <a:xfrm>
              <a:off x="2720525" y="3711975"/>
              <a:ext cx="450" cy="25"/>
            </a:xfrm>
            <a:custGeom>
              <a:rect b="b" l="l" r="r" t="t"/>
              <a:pathLst>
                <a:path extrusionOk="0" h="1" w="18">
                  <a:moveTo>
                    <a:pt x="17" y="1"/>
                  </a:moveTo>
                  <a:lnTo>
                    <a:pt x="0" y="1"/>
                  </a:lnTo>
                  <a:cubicBezTo>
                    <a:pt x="0" y="1"/>
                    <a:pt x="9" y="1"/>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5"/>
            <p:cNvSpPr/>
            <p:nvPr/>
          </p:nvSpPr>
          <p:spPr>
            <a:xfrm>
              <a:off x="2721375" y="3715350"/>
              <a:ext cx="650" cy="25"/>
            </a:xfrm>
            <a:custGeom>
              <a:rect b="b" l="l" r="r" t="t"/>
              <a:pathLst>
                <a:path extrusionOk="0" h="1" w="26">
                  <a:moveTo>
                    <a:pt x="26" y="1"/>
                  </a:moveTo>
                  <a:cubicBezTo>
                    <a:pt x="17" y="1"/>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5"/>
            <p:cNvSpPr/>
            <p:nvPr/>
          </p:nvSpPr>
          <p:spPr>
            <a:xfrm>
              <a:off x="2691975" y="3711125"/>
              <a:ext cx="1075" cy="25"/>
            </a:xfrm>
            <a:custGeom>
              <a:rect b="b" l="l" r="r" t="t"/>
              <a:pathLst>
                <a:path extrusionOk="0" h="1" w="43">
                  <a:moveTo>
                    <a:pt x="43" y="1"/>
                  </a:moveTo>
                  <a:lnTo>
                    <a:pt x="0" y="1"/>
                  </a:lnTo>
                  <a:cubicBezTo>
                    <a:pt x="9"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5"/>
            <p:cNvSpPr/>
            <p:nvPr/>
          </p:nvSpPr>
          <p:spPr>
            <a:xfrm>
              <a:off x="2718825" y="3714300"/>
              <a:ext cx="250" cy="250"/>
            </a:xfrm>
            <a:custGeom>
              <a:rect b="b" l="l" r="r" t="t"/>
              <a:pathLst>
                <a:path extrusionOk="0" h="10" w="10">
                  <a:moveTo>
                    <a:pt x="9" y="1"/>
                  </a:moveTo>
                  <a:lnTo>
                    <a:pt x="1" y="9"/>
                  </a:lnTo>
                  <a:cubicBezTo>
                    <a:pt x="9" y="9"/>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5"/>
            <p:cNvSpPr/>
            <p:nvPr/>
          </p:nvSpPr>
          <p:spPr>
            <a:xfrm>
              <a:off x="2739775" y="378070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5"/>
            <p:cNvSpPr/>
            <p:nvPr/>
          </p:nvSpPr>
          <p:spPr>
            <a:xfrm>
              <a:off x="2737875" y="3783675"/>
              <a:ext cx="850" cy="650"/>
            </a:xfrm>
            <a:custGeom>
              <a:rect b="b" l="l" r="r" t="t"/>
              <a:pathLst>
                <a:path extrusionOk="0" h="26" w="34">
                  <a:moveTo>
                    <a:pt x="34" y="0"/>
                  </a:moveTo>
                  <a:lnTo>
                    <a:pt x="0" y="26"/>
                  </a:lnTo>
                  <a:cubicBezTo>
                    <a:pt x="17" y="17"/>
                    <a:pt x="25" y="9"/>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5"/>
            <p:cNvSpPr/>
            <p:nvPr/>
          </p:nvSpPr>
          <p:spPr>
            <a:xfrm>
              <a:off x="2788350" y="3734825"/>
              <a:ext cx="1350" cy="1075"/>
            </a:xfrm>
            <a:custGeom>
              <a:rect b="b" l="l" r="r" t="t"/>
              <a:pathLst>
                <a:path extrusionOk="0" h="43" w="54">
                  <a:moveTo>
                    <a:pt x="3" y="26"/>
                  </a:moveTo>
                  <a:cubicBezTo>
                    <a:pt x="2" y="28"/>
                    <a:pt x="1" y="29"/>
                    <a:pt x="2" y="30"/>
                  </a:cubicBezTo>
                  <a:lnTo>
                    <a:pt x="2" y="30"/>
                  </a:lnTo>
                  <a:cubicBezTo>
                    <a:pt x="2" y="29"/>
                    <a:pt x="2" y="27"/>
                    <a:pt x="3" y="26"/>
                  </a:cubicBezTo>
                  <a:close/>
                  <a:moveTo>
                    <a:pt x="54" y="0"/>
                  </a:moveTo>
                  <a:lnTo>
                    <a:pt x="54" y="0"/>
                  </a:lnTo>
                  <a:cubicBezTo>
                    <a:pt x="33" y="7"/>
                    <a:pt x="7" y="30"/>
                    <a:pt x="2" y="30"/>
                  </a:cubicBezTo>
                  <a:cubicBezTo>
                    <a:pt x="2" y="30"/>
                    <a:pt x="2" y="30"/>
                    <a:pt x="2" y="30"/>
                  </a:cubicBezTo>
                  <a:lnTo>
                    <a:pt x="2" y="30"/>
                  </a:lnTo>
                  <a:cubicBezTo>
                    <a:pt x="0" y="38"/>
                    <a:pt x="3" y="42"/>
                    <a:pt x="8" y="42"/>
                  </a:cubicBezTo>
                  <a:cubicBezTo>
                    <a:pt x="17" y="42"/>
                    <a:pt x="34" y="30"/>
                    <a:pt x="5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5"/>
            <p:cNvSpPr/>
            <p:nvPr/>
          </p:nvSpPr>
          <p:spPr>
            <a:xfrm>
              <a:off x="2739550" y="3771775"/>
              <a:ext cx="375" cy="700"/>
            </a:xfrm>
            <a:custGeom>
              <a:rect b="b" l="l" r="r" t="t"/>
              <a:pathLst>
                <a:path extrusionOk="0" h="28" w="15">
                  <a:moveTo>
                    <a:pt x="12" y="0"/>
                  </a:moveTo>
                  <a:cubicBezTo>
                    <a:pt x="12" y="0"/>
                    <a:pt x="11" y="1"/>
                    <a:pt x="9" y="3"/>
                  </a:cubicBezTo>
                  <a:cubicBezTo>
                    <a:pt x="9" y="11"/>
                    <a:pt x="1" y="20"/>
                    <a:pt x="1" y="28"/>
                  </a:cubicBezTo>
                  <a:cubicBezTo>
                    <a:pt x="8" y="14"/>
                    <a:pt x="15" y="0"/>
                    <a:pt x="1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5"/>
            <p:cNvSpPr/>
            <p:nvPr/>
          </p:nvSpPr>
          <p:spPr>
            <a:xfrm>
              <a:off x="2739125" y="3772475"/>
              <a:ext cx="450" cy="650"/>
            </a:xfrm>
            <a:custGeom>
              <a:rect b="b" l="l" r="r" t="t"/>
              <a:pathLst>
                <a:path extrusionOk="0" h="26" w="18">
                  <a:moveTo>
                    <a:pt x="18" y="0"/>
                  </a:moveTo>
                  <a:lnTo>
                    <a:pt x="18" y="0"/>
                  </a:lnTo>
                  <a:cubicBezTo>
                    <a:pt x="14" y="4"/>
                    <a:pt x="11" y="8"/>
                    <a:pt x="9" y="13"/>
                  </a:cubicBezTo>
                  <a:lnTo>
                    <a:pt x="9" y="13"/>
                  </a:lnTo>
                  <a:lnTo>
                    <a:pt x="18" y="0"/>
                  </a:lnTo>
                  <a:close/>
                  <a:moveTo>
                    <a:pt x="9" y="13"/>
                  </a:moveTo>
                  <a:lnTo>
                    <a:pt x="1" y="25"/>
                  </a:lnTo>
                  <a:cubicBezTo>
                    <a:pt x="5" y="21"/>
                    <a:pt x="7" y="17"/>
                    <a:pt x="9" y="1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5"/>
            <p:cNvSpPr/>
            <p:nvPr/>
          </p:nvSpPr>
          <p:spPr>
            <a:xfrm>
              <a:off x="2780150" y="3731225"/>
              <a:ext cx="450" cy="225"/>
            </a:xfrm>
            <a:custGeom>
              <a:rect b="b" l="l" r="r" t="t"/>
              <a:pathLst>
                <a:path extrusionOk="0" h="9" w="18">
                  <a:moveTo>
                    <a:pt x="18" y="0"/>
                  </a:moveTo>
                  <a:cubicBezTo>
                    <a:pt x="14" y="0"/>
                    <a:pt x="12" y="3"/>
                    <a:pt x="9" y="5"/>
                  </a:cubicBezTo>
                  <a:lnTo>
                    <a:pt x="18" y="0"/>
                  </a:lnTo>
                  <a:close/>
                  <a:moveTo>
                    <a:pt x="9" y="5"/>
                  </a:moveTo>
                  <a:lnTo>
                    <a:pt x="1" y="9"/>
                  </a:lnTo>
                  <a:cubicBezTo>
                    <a:pt x="5" y="9"/>
                    <a:pt x="7" y="7"/>
                    <a:pt x="9"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5"/>
            <p:cNvSpPr/>
            <p:nvPr/>
          </p:nvSpPr>
          <p:spPr>
            <a:xfrm>
              <a:off x="2734900" y="3783250"/>
              <a:ext cx="7000" cy="7000"/>
            </a:xfrm>
            <a:custGeom>
              <a:rect b="b" l="l" r="r" t="t"/>
              <a:pathLst>
                <a:path extrusionOk="0" h="280" w="280">
                  <a:moveTo>
                    <a:pt x="119" y="43"/>
                  </a:moveTo>
                  <a:cubicBezTo>
                    <a:pt x="118" y="44"/>
                    <a:pt x="117" y="45"/>
                    <a:pt x="116" y="46"/>
                  </a:cubicBezTo>
                  <a:lnTo>
                    <a:pt x="116" y="46"/>
                  </a:lnTo>
                  <a:cubicBezTo>
                    <a:pt x="117" y="45"/>
                    <a:pt x="118" y="44"/>
                    <a:pt x="119" y="43"/>
                  </a:cubicBezTo>
                  <a:close/>
                  <a:moveTo>
                    <a:pt x="96" y="118"/>
                  </a:moveTo>
                  <a:cubicBezTo>
                    <a:pt x="95" y="118"/>
                    <a:pt x="94" y="118"/>
                    <a:pt x="94" y="119"/>
                  </a:cubicBezTo>
                  <a:lnTo>
                    <a:pt x="94" y="129"/>
                  </a:lnTo>
                  <a:lnTo>
                    <a:pt x="94" y="129"/>
                  </a:lnTo>
                  <a:cubicBezTo>
                    <a:pt x="95" y="125"/>
                    <a:pt x="96" y="121"/>
                    <a:pt x="96" y="118"/>
                  </a:cubicBezTo>
                  <a:close/>
                  <a:moveTo>
                    <a:pt x="254" y="0"/>
                  </a:moveTo>
                  <a:lnTo>
                    <a:pt x="111" y="93"/>
                  </a:lnTo>
                  <a:cubicBezTo>
                    <a:pt x="92" y="100"/>
                    <a:pt x="81" y="102"/>
                    <a:pt x="75" y="102"/>
                  </a:cubicBezTo>
                  <a:cubicBezTo>
                    <a:pt x="55" y="102"/>
                    <a:pt x="85" y="77"/>
                    <a:pt x="116" y="46"/>
                  </a:cubicBezTo>
                  <a:lnTo>
                    <a:pt x="116" y="46"/>
                  </a:lnTo>
                  <a:cubicBezTo>
                    <a:pt x="109" y="53"/>
                    <a:pt x="101" y="60"/>
                    <a:pt x="94" y="60"/>
                  </a:cubicBezTo>
                  <a:cubicBezTo>
                    <a:pt x="94" y="66"/>
                    <a:pt x="22" y="139"/>
                    <a:pt x="40" y="139"/>
                  </a:cubicBezTo>
                  <a:cubicBezTo>
                    <a:pt x="46" y="139"/>
                    <a:pt x="62" y="131"/>
                    <a:pt x="94" y="110"/>
                  </a:cubicBezTo>
                  <a:lnTo>
                    <a:pt x="94" y="110"/>
                  </a:lnTo>
                  <a:cubicBezTo>
                    <a:pt x="95" y="113"/>
                    <a:pt x="96" y="115"/>
                    <a:pt x="96" y="118"/>
                  </a:cubicBezTo>
                  <a:lnTo>
                    <a:pt x="96" y="118"/>
                  </a:lnTo>
                  <a:cubicBezTo>
                    <a:pt x="154" y="84"/>
                    <a:pt x="213" y="51"/>
                    <a:pt x="254" y="0"/>
                  </a:cubicBezTo>
                  <a:close/>
                  <a:moveTo>
                    <a:pt x="280" y="9"/>
                  </a:moveTo>
                  <a:lnTo>
                    <a:pt x="280" y="9"/>
                  </a:lnTo>
                  <a:cubicBezTo>
                    <a:pt x="229" y="68"/>
                    <a:pt x="161" y="119"/>
                    <a:pt x="94" y="153"/>
                  </a:cubicBezTo>
                  <a:lnTo>
                    <a:pt x="94" y="129"/>
                  </a:lnTo>
                  <a:lnTo>
                    <a:pt x="94" y="129"/>
                  </a:lnTo>
                  <a:cubicBezTo>
                    <a:pt x="81" y="157"/>
                    <a:pt x="21" y="184"/>
                    <a:pt x="1" y="212"/>
                  </a:cubicBezTo>
                  <a:cubicBezTo>
                    <a:pt x="3" y="211"/>
                    <a:pt x="6" y="211"/>
                    <a:pt x="7" y="211"/>
                  </a:cubicBezTo>
                  <a:cubicBezTo>
                    <a:pt x="21" y="211"/>
                    <a:pt x="3" y="237"/>
                    <a:pt x="18" y="237"/>
                  </a:cubicBezTo>
                  <a:cubicBezTo>
                    <a:pt x="26" y="220"/>
                    <a:pt x="43" y="203"/>
                    <a:pt x="68" y="187"/>
                  </a:cubicBezTo>
                  <a:cubicBezTo>
                    <a:pt x="85" y="187"/>
                    <a:pt x="60" y="229"/>
                    <a:pt x="18" y="246"/>
                  </a:cubicBezTo>
                  <a:cubicBezTo>
                    <a:pt x="23" y="244"/>
                    <a:pt x="27" y="243"/>
                    <a:pt x="29" y="243"/>
                  </a:cubicBezTo>
                  <a:cubicBezTo>
                    <a:pt x="49" y="243"/>
                    <a:pt x="18" y="280"/>
                    <a:pt x="31" y="280"/>
                  </a:cubicBezTo>
                  <a:cubicBezTo>
                    <a:pt x="34" y="280"/>
                    <a:pt x="40" y="277"/>
                    <a:pt x="51" y="271"/>
                  </a:cubicBezTo>
                  <a:cubicBezTo>
                    <a:pt x="144" y="203"/>
                    <a:pt x="221" y="110"/>
                    <a:pt x="280"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5"/>
            <p:cNvSpPr/>
            <p:nvPr/>
          </p:nvSpPr>
          <p:spPr>
            <a:xfrm>
              <a:off x="2735550" y="3777950"/>
              <a:ext cx="25" cy="250"/>
            </a:xfrm>
            <a:custGeom>
              <a:rect b="b" l="l" r="r" t="t"/>
              <a:pathLst>
                <a:path extrusionOk="0" h="10" w="1">
                  <a:moveTo>
                    <a:pt x="0" y="1"/>
                  </a:moveTo>
                  <a:lnTo>
                    <a:pt x="0" y="1"/>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5"/>
            <p:cNvSpPr/>
            <p:nvPr/>
          </p:nvSpPr>
          <p:spPr>
            <a:xfrm>
              <a:off x="2691750" y="3725525"/>
              <a:ext cx="450" cy="225"/>
            </a:xfrm>
            <a:custGeom>
              <a:rect b="b" l="l" r="r" t="t"/>
              <a:pathLst>
                <a:path extrusionOk="0" h="9" w="18">
                  <a:moveTo>
                    <a:pt x="18" y="0"/>
                  </a:moveTo>
                  <a:lnTo>
                    <a:pt x="1" y="8"/>
                  </a:lnTo>
                  <a:cubicBezTo>
                    <a:pt x="18" y="8"/>
                    <a:pt x="18" y="8"/>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5"/>
            <p:cNvSpPr/>
            <p:nvPr/>
          </p:nvSpPr>
          <p:spPr>
            <a:xfrm>
              <a:off x="2739550" y="3779225"/>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5"/>
            <p:cNvSpPr/>
            <p:nvPr/>
          </p:nvSpPr>
          <p:spPr>
            <a:xfrm>
              <a:off x="2701075" y="372635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5"/>
            <p:cNvSpPr/>
            <p:nvPr/>
          </p:nvSpPr>
          <p:spPr>
            <a:xfrm>
              <a:off x="2704250" y="3710925"/>
              <a:ext cx="225" cy="25"/>
            </a:xfrm>
            <a:custGeom>
              <a:rect b="b" l="l" r="r" t="t"/>
              <a:pathLst>
                <a:path extrusionOk="0" h="1" w="9">
                  <a:moveTo>
                    <a:pt x="9" y="0"/>
                  </a:moveTo>
                  <a:lnTo>
                    <a:pt x="9" y="0"/>
                  </a:lnTo>
                  <a:cubicBezTo>
                    <a:pt x="0" y="0"/>
                    <a:pt x="0"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5"/>
            <p:cNvSpPr/>
            <p:nvPr/>
          </p:nvSpPr>
          <p:spPr>
            <a:xfrm>
              <a:off x="2701075" y="3726150"/>
              <a:ext cx="25" cy="25"/>
            </a:xfrm>
            <a:custGeom>
              <a:rect b="b" l="l" r="r" t="t"/>
              <a:pathLst>
                <a:path extrusionOk="0" h="1" w="1">
                  <a:moveTo>
                    <a:pt x="0" y="0"/>
                  </a:moveTo>
                  <a:lnTo>
                    <a:pt x="0" y="0"/>
                  </a:lnTo>
                  <a:cubicBezTo>
                    <a:pt x="0" y="0"/>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5"/>
            <p:cNvSpPr/>
            <p:nvPr/>
          </p:nvSpPr>
          <p:spPr>
            <a:xfrm>
              <a:off x="2743375" y="3726350"/>
              <a:ext cx="425" cy="250"/>
            </a:xfrm>
            <a:custGeom>
              <a:rect b="b" l="l" r="r" t="t"/>
              <a:pathLst>
                <a:path extrusionOk="0" h="10" w="17">
                  <a:moveTo>
                    <a:pt x="0" y="1"/>
                  </a:moveTo>
                  <a:cubicBezTo>
                    <a:pt x="0" y="1"/>
                    <a:pt x="0" y="1"/>
                    <a:pt x="17" y="9"/>
                  </a:cubicBezTo>
                  <a:cubicBezTo>
                    <a:pt x="17" y="9"/>
                    <a:pt x="8"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5"/>
            <p:cNvSpPr/>
            <p:nvPr/>
          </p:nvSpPr>
          <p:spPr>
            <a:xfrm>
              <a:off x="2735550" y="372487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5"/>
            <p:cNvSpPr/>
            <p:nvPr/>
          </p:nvSpPr>
          <p:spPr>
            <a:xfrm>
              <a:off x="2795800" y="3730800"/>
              <a:ext cx="875" cy="1300"/>
            </a:xfrm>
            <a:custGeom>
              <a:rect b="b" l="l" r="r" t="t"/>
              <a:pathLst>
                <a:path extrusionOk="0" h="52" w="35">
                  <a:moveTo>
                    <a:pt x="35" y="1"/>
                  </a:moveTo>
                  <a:lnTo>
                    <a:pt x="35" y="1"/>
                  </a:lnTo>
                  <a:cubicBezTo>
                    <a:pt x="26" y="17"/>
                    <a:pt x="9" y="26"/>
                    <a:pt x="1" y="51"/>
                  </a:cubicBezTo>
                  <a:cubicBezTo>
                    <a:pt x="9" y="34"/>
                    <a:pt x="26" y="17"/>
                    <a:pt x="3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5"/>
            <p:cNvSpPr/>
            <p:nvPr/>
          </p:nvSpPr>
          <p:spPr>
            <a:xfrm>
              <a:off x="2700425" y="3726350"/>
              <a:ext cx="450" cy="250"/>
            </a:xfrm>
            <a:custGeom>
              <a:rect b="b" l="l" r="r" t="t"/>
              <a:pathLst>
                <a:path extrusionOk="0" h="10" w="18">
                  <a:moveTo>
                    <a:pt x="18" y="1"/>
                  </a:moveTo>
                  <a:lnTo>
                    <a:pt x="1" y="9"/>
                  </a:lnTo>
                  <a:cubicBezTo>
                    <a:pt x="9" y="9"/>
                    <a:pt x="18" y="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5"/>
            <p:cNvSpPr/>
            <p:nvPr/>
          </p:nvSpPr>
          <p:spPr>
            <a:xfrm>
              <a:off x="2756675" y="3723825"/>
              <a:ext cx="250" cy="225"/>
            </a:xfrm>
            <a:custGeom>
              <a:rect b="b" l="l" r="r" t="t"/>
              <a:pathLst>
                <a:path extrusionOk="0" h="9" w="10">
                  <a:moveTo>
                    <a:pt x="1" y="0"/>
                  </a:moveTo>
                  <a:lnTo>
                    <a:pt x="1"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5"/>
            <p:cNvSpPr/>
            <p:nvPr/>
          </p:nvSpPr>
          <p:spPr>
            <a:xfrm>
              <a:off x="2755425" y="3722975"/>
              <a:ext cx="10375" cy="1950"/>
            </a:xfrm>
            <a:custGeom>
              <a:rect b="b" l="l" r="r" t="t"/>
              <a:pathLst>
                <a:path extrusionOk="0" h="78" w="415">
                  <a:moveTo>
                    <a:pt x="0" y="1"/>
                  </a:moveTo>
                  <a:lnTo>
                    <a:pt x="85" y="9"/>
                  </a:lnTo>
                  <a:lnTo>
                    <a:pt x="59" y="43"/>
                  </a:lnTo>
                  <a:lnTo>
                    <a:pt x="68" y="43"/>
                  </a:lnTo>
                  <a:cubicBezTo>
                    <a:pt x="82" y="42"/>
                    <a:pt x="93" y="42"/>
                    <a:pt x="103" y="42"/>
                  </a:cubicBezTo>
                  <a:cubicBezTo>
                    <a:pt x="188" y="42"/>
                    <a:pt x="117" y="69"/>
                    <a:pt x="202" y="69"/>
                  </a:cubicBezTo>
                  <a:cubicBezTo>
                    <a:pt x="211" y="69"/>
                    <a:pt x="222" y="69"/>
                    <a:pt x="236" y="68"/>
                  </a:cubicBezTo>
                  <a:lnTo>
                    <a:pt x="236" y="68"/>
                  </a:lnTo>
                  <a:cubicBezTo>
                    <a:pt x="228" y="69"/>
                    <a:pt x="220" y="77"/>
                    <a:pt x="220" y="77"/>
                  </a:cubicBezTo>
                  <a:cubicBezTo>
                    <a:pt x="231" y="75"/>
                    <a:pt x="243" y="75"/>
                    <a:pt x="255" y="75"/>
                  </a:cubicBezTo>
                  <a:cubicBezTo>
                    <a:pt x="287" y="75"/>
                    <a:pt x="322" y="78"/>
                    <a:pt x="351" y="78"/>
                  </a:cubicBezTo>
                  <a:cubicBezTo>
                    <a:pt x="383" y="78"/>
                    <a:pt x="407" y="74"/>
                    <a:pt x="415" y="60"/>
                  </a:cubicBezTo>
                  <a:cubicBezTo>
                    <a:pt x="389" y="60"/>
                    <a:pt x="279" y="34"/>
                    <a:pt x="305" y="17"/>
                  </a:cubicBezTo>
                  <a:cubicBezTo>
                    <a:pt x="262" y="17"/>
                    <a:pt x="203" y="1"/>
                    <a:pt x="178" y="1"/>
                  </a:cubicBezTo>
                  <a:cubicBezTo>
                    <a:pt x="246" y="17"/>
                    <a:pt x="186" y="26"/>
                    <a:pt x="136" y="34"/>
                  </a:cubicBezTo>
                  <a:cubicBezTo>
                    <a:pt x="93" y="17"/>
                    <a:pt x="144" y="9"/>
                    <a:pt x="11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5"/>
            <p:cNvSpPr/>
            <p:nvPr/>
          </p:nvSpPr>
          <p:spPr>
            <a:xfrm>
              <a:off x="2760275" y="3724875"/>
              <a:ext cx="675" cy="25"/>
            </a:xfrm>
            <a:custGeom>
              <a:rect b="b" l="l" r="r" t="t"/>
              <a:pathLst>
                <a:path extrusionOk="0" h="1" w="27">
                  <a:moveTo>
                    <a:pt x="26" y="1"/>
                  </a:moveTo>
                  <a:cubicBezTo>
                    <a:pt x="18" y="1"/>
                    <a:pt x="9" y="1"/>
                    <a:pt x="1" y="1"/>
                  </a:cubicBezTo>
                  <a:cubicBezTo>
                    <a:pt x="9" y="1"/>
                    <a:pt x="18"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5"/>
            <p:cNvSpPr/>
            <p:nvPr/>
          </p:nvSpPr>
          <p:spPr>
            <a:xfrm>
              <a:off x="2774675" y="3727000"/>
              <a:ext cx="650" cy="25"/>
            </a:xfrm>
            <a:custGeom>
              <a:rect b="b" l="l" r="r" t="t"/>
              <a:pathLst>
                <a:path extrusionOk="0" h="1" w="26">
                  <a:moveTo>
                    <a:pt x="0" y="0"/>
                  </a:moveTo>
                  <a:lnTo>
                    <a:pt x="2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5"/>
            <p:cNvSpPr/>
            <p:nvPr/>
          </p:nvSpPr>
          <p:spPr>
            <a:xfrm>
              <a:off x="2663850" y="3718100"/>
              <a:ext cx="2125" cy="650"/>
            </a:xfrm>
            <a:custGeom>
              <a:rect b="b" l="l" r="r" t="t"/>
              <a:pathLst>
                <a:path extrusionOk="0" h="26" w="85">
                  <a:moveTo>
                    <a:pt x="9" y="1"/>
                  </a:moveTo>
                  <a:lnTo>
                    <a:pt x="0" y="9"/>
                  </a:lnTo>
                  <a:cubicBezTo>
                    <a:pt x="0" y="15"/>
                    <a:pt x="41" y="25"/>
                    <a:pt x="66" y="25"/>
                  </a:cubicBezTo>
                  <a:cubicBezTo>
                    <a:pt x="77" y="25"/>
                    <a:pt x="85" y="23"/>
                    <a:pt x="85" y="18"/>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5"/>
            <p:cNvSpPr/>
            <p:nvPr/>
          </p:nvSpPr>
          <p:spPr>
            <a:xfrm>
              <a:off x="2773400" y="3747075"/>
              <a:ext cx="650" cy="875"/>
            </a:xfrm>
            <a:custGeom>
              <a:rect b="b" l="l" r="r" t="t"/>
              <a:pathLst>
                <a:path extrusionOk="0" h="35" w="26">
                  <a:moveTo>
                    <a:pt x="26" y="1"/>
                  </a:moveTo>
                  <a:cubicBezTo>
                    <a:pt x="17" y="9"/>
                    <a:pt x="9" y="18"/>
                    <a:pt x="0" y="35"/>
                  </a:cubicBezTo>
                  <a:lnTo>
                    <a:pt x="26" y="9"/>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5"/>
            <p:cNvSpPr/>
            <p:nvPr/>
          </p:nvSpPr>
          <p:spPr>
            <a:xfrm>
              <a:off x="2763025" y="3723175"/>
              <a:ext cx="675" cy="250"/>
            </a:xfrm>
            <a:custGeom>
              <a:rect b="b" l="l" r="r" t="t"/>
              <a:pathLst>
                <a:path extrusionOk="0" h="10" w="27">
                  <a:moveTo>
                    <a:pt x="26" y="1"/>
                  </a:moveTo>
                  <a:cubicBezTo>
                    <a:pt x="18" y="1"/>
                    <a:pt x="9" y="9"/>
                    <a:pt x="1" y="9"/>
                  </a:cubicBezTo>
                  <a:cubicBezTo>
                    <a:pt x="9" y="9"/>
                    <a:pt x="18" y="9"/>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5"/>
            <p:cNvSpPr/>
            <p:nvPr/>
          </p:nvSpPr>
          <p:spPr>
            <a:xfrm>
              <a:off x="2770425" y="3747075"/>
              <a:ext cx="1925" cy="1725"/>
            </a:xfrm>
            <a:custGeom>
              <a:rect b="b" l="l" r="r" t="t"/>
              <a:pathLst>
                <a:path extrusionOk="0" h="69" w="77">
                  <a:moveTo>
                    <a:pt x="77" y="1"/>
                  </a:moveTo>
                  <a:cubicBezTo>
                    <a:pt x="69" y="1"/>
                    <a:pt x="43" y="9"/>
                    <a:pt x="35" y="9"/>
                  </a:cubicBezTo>
                  <a:cubicBezTo>
                    <a:pt x="26" y="26"/>
                    <a:pt x="9" y="43"/>
                    <a:pt x="1" y="69"/>
                  </a:cubicBezTo>
                  <a:cubicBezTo>
                    <a:pt x="26" y="43"/>
                    <a:pt x="52" y="18"/>
                    <a:pt x="7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5"/>
            <p:cNvSpPr/>
            <p:nvPr/>
          </p:nvSpPr>
          <p:spPr>
            <a:xfrm>
              <a:off x="2770425" y="3748775"/>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5"/>
            <p:cNvSpPr/>
            <p:nvPr/>
          </p:nvSpPr>
          <p:spPr>
            <a:xfrm>
              <a:off x="2503750" y="3703525"/>
              <a:ext cx="300975" cy="79950"/>
            </a:xfrm>
            <a:custGeom>
              <a:rect b="b" l="l" r="r" t="t"/>
              <a:pathLst>
                <a:path extrusionOk="0" h="3198" w="12039">
                  <a:moveTo>
                    <a:pt x="3520" y="102"/>
                  </a:moveTo>
                  <a:lnTo>
                    <a:pt x="3520" y="102"/>
                  </a:lnTo>
                  <a:cubicBezTo>
                    <a:pt x="3513" y="103"/>
                    <a:pt x="3506" y="105"/>
                    <a:pt x="3500" y="107"/>
                  </a:cubicBezTo>
                  <a:lnTo>
                    <a:pt x="3500" y="107"/>
                  </a:lnTo>
                  <a:cubicBezTo>
                    <a:pt x="3507" y="105"/>
                    <a:pt x="3513" y="104"/>
                    <a:pt x="3520" y="102"/>
                  </a:cubicBezTo>
                  <a:close/>
                  <a:moveTo>
                    <a:pt x="3976" y="136"/>
                  </a:moveTo>
                  <a:lnTo>
                    <a:pt x="3951" y="148"/>
                  </a:lnTo>
                  <a:lnTo>
                    <a:pt x="3951" y="148"/>
                  </a:lnTo>
                  <a:cubicBezTo>
                    <a:pt x="3967" y="142"/>
                    <a:pt x="4007" y="136"/>
                    <a:pt x="3976" y="136"/>
                  </a:cubicBezTo>
                  <a:close/>
                  <a:moveTo>
                    <a:pt x="3951" y="148"/>
                  </a:moveTo>
                  <a:cubicBezTo>
                    <a:pt x="3949" y="149"/>
                    <a:pt x="3948" y="150"/>
                    <a:pt x="3946" y="151"/>
                  </a:cubicBezTo>
                  <a:lnTo>
                    <a:pt x="3946" y="151"/>
                  </a:lnTo>
                  <a:lnTo>
                    <a:pt x="3951" y="148"/>
                  </a:lnTo>
                  <a:close/>
                  <a:moveTo>
                    <a:pt x="3905" y="406"/>
                  </a:moveTo>
                  <a:cubicBezTo>
                    <a:pt x="3904" y="406"/>
                    <a:pt x="3902" y="406"/>
                    <a:pt x="3900" y="406"/>
                  </a:cubicBezTo>
                  <a:cubicBezTo>
                    <a:pt x="3904" y="406"/>
                    <a:pt x="3904" y="406"/>
                    <a:pt x="3905" y="406"/>
                  </a:cubicBezTo>
                  <a:close/>
                  <a:moveTo>
                    <a:pt x="9274" y="427"/>
                  </a:moveTo>
                  <a:lnTo>
                    <a:pt x="9274" y="427"/>
                  </a:lnTo>
                  <a:cubicBezTo>
                    <a:pt x="9276" y="429"/>
                    <a:pt x="9278" y="430"/>
                    <a:pt x="9280" y="432"/>
                  </a:cubicBezTo>
                  <a:cubicBezTo>
                    <a:pt x="9278" y="430"/>
                    <a:pt x="9276" y="429"/>
                    <a:pt x="9274" y="427"/>
                  </a:cubicBezTo>
                  <a:close/>
                  <a:moveTo>
                    <a:pt x="4108" y="439"/>
                  </a:moveTo>
                  <a:lnTo>
                    <a:pt x="4103" y="440"/>
                  </a:lnTo>
                  <a:cubicBezTo>
                    <a:pt x="4105" y="440"/>
                    <a:pt x="4106" y="440"/>
                    <a:pt x="4108" y="439"/>
                  </a:cubicBezTo>
                  <a:close/>
                  <a:moveTo>
                    <a:pt x="6592" y="507"/>
                  </a:moveTo>
                  <a:cubicBezTo>
                    <a:pt x="6595" y="508"/>
                    <a:pt x="6598" y="508"/>
                    <a:pt x="6599" y="508"/>
                  </a:cubicBezTo>
                  <a:cubicBezTo>
                    <a:pt x="6597" y="508"/>
                    <a:pt x="6594" y="507"/>
                    <a:pt x="6592" y="507"/>
                  </a:cubicBezTo>
                  <a:close/>
                  <a:moveTo>
                    <a:pt x="5317" y="513"/>
                  </a:moveTo>
                  <a:cubicBezTo>
                    <a:pt x="5315" y="513"/>
                    <a:pt x="5314" y="515"/>
                    <a:pt x="5313" y="516"/>
                  </a:cubicBezTo>
                  <a:lnTo>
                    <a:pt x="5317" y="513"/>
                  </a:lnTo>
                  <a:close/>
                  <a:moveTo>
                    <a:pt x="7081" y="592"/>
                  </a:moveTo>
                  <a:lnTo>
                    <a:pt x="7064" y="609"/>
                  </a:lnTo>
                  <a:cubicBezTo>
                    <a:pt x="7056" y="601"/>
                    <a:pt x="7039" y="601"/>
                    <a:pt x="7039" y="592"/>
                  </a:cubicBezTo>
                  <a:close/>
                  <a:moveTo>
                    <a:pt x="10913" y="457"/>
                  </a:moveTo>
                  <a:lnTo>
                    <a:pt x="10820" y="482"/>
                  </a:lnTo>
                  <a:lnTo>
                    <a:pt x="10812" y="482"/>
                  </a:lnTo>
                  <a:lnTo>
                    <a:pt x="10676" y="508"/>
                  </a:lnTo>
                  <a:cubicBezTo>
                    <a:pt x="10738" y="508"/>
                    <a:pt x="10748" y="497"/>
                    <a:pt x="10772" y="497"/>
                  </a:cubicBezTo>
                  <a:cubicBezTo>
                    <a:pt x="10784" y="497"/>
                    <a:pt x="10800" y="499"/>
                    <a:pt x="10829" y="508"/>
                  </a:cubicBezTo>
                  <a:cubicBezTo>
                    <a:pt x="10897" y="522"/>
                    <a:pt x="10843" y="530"/>
                    <a:pt x="10807" y="541"/>
                  </a:cubicBezTo>
                  <a:lnTo>
                    <a:pt x="10807" y="541"/>
                  </a:lnTo>
                  <a:cubicBezTo>
                    <a:pt x="10832" y="540"/>
                    <a:pt x="10860" y="541"/>
                    <a:pt x="10871" y="525"/>
                  </a:cubicBezTo>
                  <a:cubicBezTo>
                    <a:pt x="10913" y="535"/>
                    <a:pt x="10958" y="542"/>
                    <a:pt x="11004" y="542"/>
                  </a:cubicBezTo>
                  <a:cubicBezTo>
                    <a:pt x="11033" y="542"/>
                    <a:pt x="11062" y="540"/>
                    <a:pt x="11091" y="533"/>
                  </a:cubicBezTo>
                  <a:cubicBezTo>
                    <a:pt x="11137" y="525"/>
                    <a:pt x="11184" y="520"/>
                    <a:pt x="11230" y="520"/>
                  </a:cubicBezTo>
                  <a:cubicBezTo>
                    <a:pt x="11277" y="520"/>
                    <a:pt x="11323" y="525"/>
                    <a:pt x="11370" y="533"/>
                  </a:cubicBezTo>
                  <a:cubicBezTo>
                    <a:pt x="11345" y="559"/>
                    <a:pt x="11412" y="559"/>
                    <a:pt x="11488" y="559"/>
                  </a:cubicBezTo>
                  <a:cubicBezTo>
                    <a:pt x="11517" y="559"/>
                    <a:pt x="11545" y="558"/>
                    <a:pt x="11569" y="558"/>
                  </a:cubicBezTo>
                  <a:cubicBezTo>
                    <a:pt x="11618" y="558"/>
                    <a:pt x="11652" y="561"/>
                    <a:pt x="11641" y="584"/>
                  </a:cubicBezTo>
                  <a:cubicBezTo>
                    <a:pt x="11605" y="577"/>
                    <a:pt x="11570" y="575"/>
                    <a:pt x="11534" y="575"/>
                  </a:cubicBezTo>
                  <a:cubicBezTo>
                    <a:pt x="11477" y="575"/>
                    <a:pt x="11419" y="582"/>
                    <a:pt x="11362" y="592"/>
                  </a:cubicBezTo>
                  <a:cubicBezTo>
                    <a:pt x="11463" y="601"/>
                    <a:pt x="11565" y="609"/>
                    <a:pt x="11666" y="626"/>
                  </a:cubicBezTo>
                  <a:cubicBezTo>
                    <a:pt x="11632" y="601"/>
                    <a:pt x="11700" y="575"/>
                    <a:pt x="11784" y="559"/>
                  </a:cubicBezTo>
                  <a:cubicBezTo>
                    <a:pt x="11666" y="550"/>
                    <a:pt x="11556" y="542"/>
                    <a:pt x="11446" y="516"/>
                  </a:cubicBezTo>
                  <a:cubicBezTo>
                    <a:pt x="11311" y="499"/>
                    <a:pt x="11167" y="482"/>
                    <a:pt x="11032" y="466"/>
                  </a:cubicBezTo>
                  <a:lnTo>
                    <a:pt x="11032" y="466"/>
                  </a:lnTo>
                  <a:cubicBezTo>
                    <a:pt x="11040" y="482"/>
                    <a:pt x="11040" y="491"/>
                    <a:pt x="11040" y="508"/>
                  </a:cubicBezTo>
                  <a:cubicBezTo>
                    <a:pt x="11019" y="509"/>
                    <a:pt x="11002" y="509"/>
                    <a:pt x="10988" y="509"/>
                  </a:cubicBezTo>
                  <a:cubicBezTo>
                    <a:pt x="10851" y="509"/>
                    <a:pt x="11075" y="472"/>
                    <a:pt x="10913" y="457"/>
                  </a:cubicBezTo>
                  <a:close/>
                  <a:moveTo>
                    <a:pt x="7741" y="542"/>
                  </a:moveTo>
                  <a:lnTo>
                    <a:pt x="8096" y="592"/>
                  </a:lnTo>
                  <a:lnTo>
                    <a:pt x="8096" y="592"/>
                  </a:lnTo>
                  <a:lnTo>
                    <a:pt x="8079" y="567"/>
                  </a:lnTo>
                  <a:lnTo>
                    <a:pt x="8079" y="567"/>
                  </a:lnTo>
                  <a:cubicBezTo>
                    <a:pt x="8089" y="569"/>
                    <a:pt x="8098" y="570"/>
                    <a:pt x="8106" y="570"/>
                  </a:cubicBezTo>
                  <a:cubicBezTo>
                    <a:pt x="8120" y="570"/>
                    <a:pt x="8132" y="568"/>
                    <a:pt x="8143" y="568"/>
                  </a:cubicBezTo>
                  <a:cubicBezTo>
                    <a:pt x="8154" y="568"/>
                    <a:pt x="8163" y="569"/>
                    <a:pt x="8172" y="575"/>
                  </a:cubicBezTo>
                  <a:cubicBezTo>
                    <a:pt x="8088" y="618"/>
                    <a:pt x="8003" y="652"/>
                    <a:pt x="7919" y="677"/>
                  </a:cubicBezTo>
                  <a:cubicBezTo>
                    <a:pt x="7851" y="677"/>
                    <a:pt x="7783" y="669"/>
                    <a:pt x="7724" y="660"/>
                  </a:cubicBezTo>
                  <a:lnTo>
                    <a:pt x="7741" y="660"/>
                  </a:lnTo>
                  <a:cubicBezTo>
                    <a:pt x="7796" y="664"/>
                    <a:pt x="7839" y="666"/>
                    <a:pt x="7871" y="666"/>
                  </a:cubicBezTo>
                  <a:cubicBezTo>
                    <a:pt x="8041" y="666"/>
                    <a:pt x="7912" y="613"/>
                    <a:pt x="7741" y="542"/>
                  </a:cubicBezTo>
                  <a:close/>
                  <a:moveTo>
                    <a:pt x="8232" y="685"/>
                  </a:moveTo>
                  <a:cubicBezTo>
                    <a:pt x="8226" y="697"/>
                    <a:pt x="8232" y="709"/>
                    <a:pt x="8213" y="709"/>
                  </a:cubicBezTo>
                  <a:cubicBezTo>
                    <a:pt x="8205" y="709"/>
                    <a:pt x="8192" y="707"/>
                    <a:pt x="8172" y="702"/>
                  </a:cubicBezTo>
                  <a:cubicBezTo>
                    <a:pt x="8172" y="694"/>
                    <a:pt x="8172" y="694"/>
                    <a:pt x="8164" y="685"/>
                  </a:cubicBezTo>
                  <a:close/>
                  <a:moveTo>
                    <a:pt x="10040" y="718"/>
                  </a:moveTo>
                  <a:lnTo>
                    <a:pt x="10040" y="718"/>
                  </a:lnTo>
                  <a:cubicBezTo>
                    <a:pt x="10038" y="719"/>
                    <a:pt x="10035" y="719"/>
                    <a:pt x="10033" y="719"/>
                  </a:cubicBezTo>
                  <a:cubicBezTo>
                    <a:pt x="10036" y="719"/>
                    <a:pt x="10038" y="719"/>
                    <a:pt x="10040" y="718"/>
                  </a:cubicBezTo>
                  <a:close/>
                  <a:moveTo>
                    <a:pt x="7512" y="635"/>
                  </a:moveTo>
                  <a:lnTo>
                    <a:pt x="7589" y="643"/>
                  </a:lnTo>
                  <a:cubicBezTo>
                    <a:pt x="7614" y="652"/>
                    <a:pt x="7631" y="652"/>
                    <a:pt x="7622" y="660"/>
                  </a:cubicBezTo>
                  <a:cubicBezTo>
                    <a:pt x="7614" y="694"/>
                    <a:pt x="7521" y="694"/>
                    <a:pt x="7496" y="719"/>
                  </a:cubicBezTo>
                  <a:cubicBezTo>
                    <a:pt x="7489" y="721"/>
                    <a:pt x="7478" y="722"/>
                    <a:pt x="7464" y="722"/>
                  </a:cubicBezTo>
                  <a:cubicBezTo>
                    <a:pt x="7424" y="722"/>
                    <a:pt x="7367" y="713"/>
                    <a:pt x="7386" y="694"/>
                  </a:cubicBezTo>
                  <a:lnTo>
                    <a:pt x="7386" y="694"/>
                  </a:lnTo>
                  <a:cubicBezTo>
                    <a:pt x="7393" y="696"/>
                    <a:pt x="7401" y="696"/>
                    <a:pt x="7407" y="696"/>
                  </a:cubicBezTo>
                  <a:cubicBezTo>
                    <a:pt x="7447" y="696"/>
                    <a:pt x="7461" y="668"/>
                    <a:pt x="7488" y="668"/>
                  </a:cubicBezTo>
                  <a:cubicBezTo>
                    <a:pt x="7499" y="668"/>
                    <a:pt x="7512" y="672"/>
                    <a:pt x="7529" y="685"/>
                  </a:cubicBezTo>
                  <a:cubicBezTo>
                    <a:pt x="7538" y="669"/>
                    <a:pt x="7521" y="660"/>
                    <a:pt x="7496" y="652"/>
                  </a:cubicBezTo>
                  <a:cubicBezTo>
                    <a:pt x="7504" y="643"/>
                    <a:pt x="7512" y="635"/>
                    <a:pt x="7512" y="635"/>
                  </a:cubicBezTo>
                  <a:close/>
                  <a:moveTo>
                    <a:pt x="8866" y="779"/>
                  </a:moveTo>
                  <a:lnTo>
                    <a:pt x="8866" y="779"/>
                  </a:lnTo>
                  <a:cubicBezTo>
                    <a:pt x="8864" y="780"/>
                    <a:pt x="8864" y="782"/>
                    <a:pt x="8864" y="784"/>
                  </a:cubicBezTo>
                  <a:lnTo>
                    <a:pt x="8864" y="784"/>
                  </a:lnTo>
                  <a:cubicBezTo>
                    <a:pt x="8865" y="782"/>
                    <a:pt x="8866" y="780"/>
                    <a:pt x="8866" y="779"/>
                  </a:cubicBezTo>
                  <a:close/>
                  <a:moveTo>
                    <a:pt x="9069" y="677"/>
                  </a:moveTo>
                  <a:cubicBezTo>
                    <a:pt x="9076" y="705"/>
                    <a:pt x="9077" y="721"/>
                    <a:pt x="9063" y="721"/>
                  </a:cubicBezTo>
                  <a:cubicBezTo>
                    <a:pt x="9060" y="721"/>
                    <a:pt x="9056" y="721"/>
                    <a:pt x="9052" y="719"/>
                  </a:cubicBezTo>
                  <a:lnTo>
                    <a:pt x="9052" y="719"/>
                  </a:lnTo>
                  <a:lnTo>
                    <a:pt x="9103" y="745"/>
                  </a:lnTo>
                  <a:lnTo>
                    <a:pt x="9027" y="745"/>
                  </a:lnTo>
                  <a:cubicBezTo>
                    <a:pt x="9042" y="760"/>
                    <a:pt x="9069" y="763"/>
                    <a:pt x="9098" y="763"/>
                  </a:cubicBezTo>
                  <a:cubicBezTo>
                    <a:pt x="9117" y="763"/>
                    <a:pt x="9137" y="762"/>
                    <a:pt x="9154" y="762"/>
                  </a:cubicBezTo>
                  <a:cubicBezTo>
                    <a:pt x="9204" y="779"/>
                    <a:pt x="9044" y="770"/>
                    <a:pt x="8993" y="804"/>
                  </a:cubicBezTo>
                  <a:cubicBezTo>
                    <a:pt x="8981" y="808"/>
                    <a:pt x="8967" y="809"/>
                    <a:pt x="8953" y="809"/>
                  </a:cubicBezTo>
                  <a:cubicBezTo>
                    <a:pt x="8911" y="809"/>
                    <a:pt x="8866" y="796"/>
                    <a:pt x="8864" y="784"/>
                  </a:cubicBezTo>
                  <a:lnTo>
                    <a:pt x="8864" y="784"/>
                  </a:lnTo>
                  <a:cubicBezTo>
                    <a:pt x="8845" y="819"/>
                    <a:pt x="8711" y="796"/>
                    <a:pt x="8654" y="812"/>
                  </a:cubicBezTo>
                  <a:cubicBezTo>
                    <a:pt x="8519" y="804"/>
                    <a:pt x="8570" y="753"/>
                    <a:pt x="8451" y="753"/>
                  </a:cubicBezTo>
                  <a:lnTo>
                    <a:pt x="8494" y="779"/>
                  </a:lnTo>
                  <a:cubicBezTo>
                    <a:pt x="8467" y="781"/>
                    <a:pt x="8439" y="782"/>
                    <a:pt x="8412" y="782"/>
                  </a:cubicBezTo>
                  <a:cubicBezTo>
                    <a:pt x="8347" y="782"/>
                    <a:pt x="8283" y="776"/>
                    <a:pt x="8223" y="770"/>
                  </a:cubicBezTo>
                  <a:cubicBezTo>
                    <a:pt x="8221" y="760"/>
                    <a:pt x="8224" y="757"/>
                    <a:pt x="8231" y="757"/>
                  </a:cubicBezTo>
                  <a:cubicBezTo>
                    <a:pt x="8245" y="757"/>
                    <a:pt x="8274" y="771"/>
                    <a:pt x="8297" y="771"/>
                  </a:cubicBezTo>
                  <a:cubicBezTo>
                    <a:pt x="8301" y="771"/>
                    <a:pt x="8304" y="771"/>
                    <a:pt x="8308" y="770"/>
                  </a:cubicBezTo>
                  <a:lnTo>
                    <a:pt x="8248" y="736"/>
                  </a:lnTo>
                  <a:cubicBezTo>
                    <a:pt x="8264" y="736"/>
                    <a:pt x="8288" y="727"/>
                    <a:pt x="8305" y="727"/>
                  </a:cubicBezTo>
                  <a:cubicBezTo>
                    <a:pt x="8316" y="727"/>
                    <a:pt x="8325" y="731"/>
                    <a:pt x="8325" y="745"/>
                  </a:cubicBezTo>
                  <a:cubicBezTo>
                    <a:pt x="8325" y="728"/>
                    <a:pt x="8367" y="711"/>
                    <a:pt x="8291" y="711"/>
                  </a:cubicBezTo>
                  <a:lnTo>
                    <a:pt x="8350" y="694"/>
                  </a:lnTo>
                  <a:cubicBezTo>
                    <a:pt x="8350" y="694"/>
                    <a:pt x="8341" y="694"/>
                    <a:pt x="8341" y="685"/>
                  </a:cubicBezTo>
                  <a:lnTo>
                    <a:pt x="8384" y="685"/>
                  </a:lnTo>
                  <a:cubicBezTo>
                    <a:pt x="8418" y="694"/>
                    <a:pt x="8451" y="711"/>
                    <a:pt x="8477" y="728"/>
                  </a:cubicBezTo>
                  <a:cubicBezTo>
                    <a:pt x="8477" y="736"/>
                    <a:pt x="8443" y="736"/>
                    <a:pt x="8426" y="736"/>
                  </a:cubicBezTo>
                  <a:cubicBezTo>
                    <a:pt x="8450" y="742"/>
                    <a:pt x="8478" y="748"/>
                    <a:pt x="8508" y="748"/>
                  </a:cubicBezTo>
                  <a:cubicBezTo>
                    <a:pt x="8520" y="748"/>
                    <a:pt x="8532" y="747"/>
                    <a:pt x="8545" y="745"/>
                  </a:cubicBezTo>
                  <a:cubicBezTo>
                    <a:pt x="8468" y="736"/>
                    <a:pt x="8511" y="728"/>
                    <a:pt x="8494" y="702"/>
                  </a:cubicBezTo>
                  <a:cubicBezTo>
                    <a:pt x="8511" y="700"/>
                    <a:pt x="8530" y="699"/>
                    <a:pt x="8550" y="699"/>
                  </a:cubicBezTo>
                  <a:cubicBezTo>
                    <a:pt x="8591" y="699"/>
                    <a:pt x="8632" y="702"/>
                    <a:pt x="8654" y="702"/>
                  </a:cubicBezTo>
                  <a:cubicBezTo>
                    <a:pt x="8722" y="711"/>
                    <a:pt x="8773" y="745"/>
                    <a:pt x="8731" y="762"/>
                  </a:cubicBezTo>
                  <a:cubicBezTo>
                    <a:pt x="8741" y="759"/>
                    <a:pt x="8752" y="759"/>
                    <a:pt x="8762" y="759"/>
                  </a:cubicBezTo>
                  <a:cubicBezTo>
                    <a:pt x="8773" y="759"/>
                    <a:pt x="8784" y="759"/>
                    <a:pt x="8795" y="759"/>
                  </a:cubicBezTo>
                  <a:cubicBezTo>
                    <a:pt x="8817" y="759"/>
                    <a:pt x="8841" y="757"/>
                    <a:pt x="8866" y="745"/>
                  </a:cubicBezTo>
                  <a:lnTo>
                    <a:pt x="8866" y="745"/>
                  </a:lnTo>
                  <a:cubicBezTo>
                    <a:pt x="8855" y="748"/>
                    <a:pt x="8846" y="749"/>
                    <a:pt x="8840" y="749"/>
                  </a:cubicBezTo>
                  <a:cubicBezTo>
                    <a:pt x="8808" y="749"/>
                    <a:pt x="8835" y="711"/>
                    <a:pt x="8797" y="711"/>
                  </a:cubicBezTo>
                  <a:cubicBezTo>
                    <a:pt x="8788" y="711"/>
                    <a:pt x="8775" y="714"/>
                    <a:pt x="8756" y="719"/>
                  </a:cubicBezTo>
                  <a:cubicBezTo>
                    <a:pt x="8745" y="701"/>
                    <a:pt x="8762" y="694"/>
                    <a:pt x="8788" y="694"/>
                  </a:cubicBezTo>
                  <a:cubicBezTo>
                    <a:pt x="8822" y="694"/>
                    <a:pt x="8871" y="705"/>
                    <a:pt x="8900" y="719"/>
                  </a:cubicBezTo>
                  <a:cubicBezTo>
                    <a:pt x="8874" y="719"/>
                    <a:pt x="8900" y="736"/>
                    <a:pt x="8891" y="745"/>
                  </a:cubicBezTo>
                  <a:cubicBezTo>
                    <a:pt x="8976" y="736"/>
                    <a:pt x="8934" y="711"/>
                    <a:pt x="8874" y="694"/>
                  </a:cubicBezTo>
                  <a:lnTo>
                    <a:pt x="8976" y="677"/>
                  </a:lnTo>
                  <a:close/>
                  <a:moveTo>
                    <a:pt x="7667" y="836"/>
                  </a:moveTo>
                  <a:cubicBezTo>
                    <a:pt x="7654" y="836"/>
                    <a:pt x="7642" y="836"/>
                    <a:pt x="7631" y="838"/>
                  </a:cubicBezTo>
                  <a:cubicBezTo>
                    <a:pt x="7645" y="846"/>
                    <a:pt x="7661" y="849"/>
                    <a:pt x="7678" y="849"/>
                  </a:cubicBezTo>
                  <a:cubicBezTo>
                    <a:pt x="7701" y="849"/>
                    <a:pt x="7725" y="844"/>
                    <a:pt x="7749" y="841"/>
                  </a:cubicBezTo>
                  <a:lnTo>
                    <a:pt x="7749" y="841"/>
                  </a:lnTo>
                  <a:cubicBezTo>
                    <a:pt x="7757" y="841"/>
                    <a:pt x="7765" y="842"/>
                    <a:pt x="7772" y="842"/>
                  </a:cubicBezTo>
                  <a:lnTo>
                    <a:pt x="7772" y="842"/>
                  </a:lnTo>
                  <a:cubicBezTo>
                    <a:pt x="7776" y="841"/>
                    <a:pt x="7779" y="839"/>
                    <a:pt x="7783" y="838"/>
                  </a:cubicBezTo>
                  <a:cubicBezTo>
                    <a:pt x="7772" y="838"/>
                    <a:pt x="7761" y="839"/>
                    <a:pt x="7749" y="841"/>
                  </a:cubicBezTo>
                  <a:lnTo>
                    <a:pt x="7749" y="841"/>
                  </a:lnTo>
                  <a:cubicBezTo>
                    <a:pt x="7722" y="838"/>
                    <a:pt x="7694" y="836"/>
                    <a:pt x="7667" y="836"/>
                  </a:cubicBezTo>
                  <a:close/>
                  <a:moveTo>
                    <a:pt x="10862" y="888"/>
                  </a:moveTo>
                  <a:cubicBezTo>
                    <a:pt x="10855" y="891"/>
                    <a:pt x="10846" y="894"/>
                    <a:pt x="10838" y="896"/>
                  </a:cubicBezTo>
                  <a:lnTo>
                    <a:pt x="10838" y="896"/>
                  </a:lnTo>
                  <a:cubicBezTo>
                    <a:pt x="10846" y="894"/>
                    <a:pt x="10855" y="892"/>
                    <a:pt x="10862" y="888"/>
                  </a:cubicBezTo>
                  <a:close/>
                  <a:moveTo>
                    <a:pt x="10837" y="939"/>
                  </a:moveTo>
                  <a:cubicBezTo>
                    <a:pt x="10832" y="939"/>
                    <a:pt x="10826" y="939"/>
                    <a:pt x="10823" y="942"/>
                  </a:cubicBezTo>
                  <a:lnTo>
                    <a:pt x="10823" y="942"/>
                  </a:lnTo>
                  <a:cubicBezTo>
                    <a:pt x="10827" y="941"/>
                    <a:pt x="10832" y="941"/>
                    <a:pt x="10837" y="939"/>
                  </a:cubicBezTo>
                  <a:close/>
                  <a:moveTo>
                    <a:pt x="11268" y="1108"/>
                  </a:moveTo>
                  <a:lnTo>
                    <a:pt x="11268" y="1108"/>
                  </a:lnTo>
                  <a:cubicBezTo>
                    <a:pt x="11175" y="1235"/>
                    <a:pt x="11099" y="1371"/>
                    <a:pt x="11040" y="1514"/>
                  </a:cubicBezTo>
                  <a:cubicBezTo>
                    <a:pt x="11040" y="1506"/>
                    <a:pt x="11040" y="1498"/>
                    <a:pt x="11040" y="1498"/>
                  </a:cubicBezTo>
                  <a:cubicBezTo>
                    <a:pt x="10964" y="1591"/>
                    <a:pt x="10955" y="1591"/>
                    <a:pt x="10913" y="1650"/>
                  </a:cubicBezTo>
                  <a:lnTo>
                    <a:pt x="10913" y="1616"/>
                  </a:lnTo>
                  <a:cubicBezTo>
                    <a:pt x="10888" y="1616"/>
                    <a:pt x="10854" y="1684"/>
                    <a:pt x="10812" y="1734"/>
                  </a:cubicBezTo>
                  <a:cubicBezTo>
                    <a:pt x="10803" y="1768"/>
                    <a:pt x="10786" y="1802"/>
                    <a:pt x="10752" y="1811"/>
                  </a:cubicBezTo>
                  <a:lnTo>
                    <a:pt x="10752" y="1794"/>
                  </a:lnTo>
                  <a:cubicBezTo>
                    <a:pt x="10736" y="1794"/>
                    <a:pt x="10685" y="1844"/>
                    <a:pt x="10634" y="1904"/>
                  </a:cubicBezTo>
                  <a:lnTo>
                    <a:pt x="10642" y="1870"/>
                  </a:lnTo>
                  <a:cubicBezTo>
                    <a:pt x="10651" y="1844"/>
                    <a:pt x="10659" y="1819"/>
                    <a:pt x="10676" y="1794"/>
                  </a:cubicBezTo>
                  <a:lnTo>
                    <a:pt x="10676" y="1794"/>
                  </a:lnTo>
                  <a:cubicBezTo>
                    <a:pt x="10659" y="1819"/>
                    <a:pt x="10651" y="1827"/>
                    <a:pt x="10626" y="1836"/>
                  </a:cubicBezTo>
                  <a:lnTo>
                    <a:pt x="10676" y="1701"/>
                  </a:lnTo>
                  <a:lnTo>
                    <a:pt x="10676" y="1701"/>
                  </a:lnTo>
                  <a:cubicBezTo>
                    <a:pt x="10626" y="1743"/>
                    <a:pt x="10659" y="1785"/>
                    <a:pt x="10592" y="1844"/>
                  </a:cubicBezTo>
                  <a:cubicBezTo>
                    <a:pt x="10575" y="1811"/>
                    <a:pt x="10558" y="1811"/>
                    <a:pt x="10600" y="1726"/>
                  </a:cubicBezTo>
                  <a:cubicBezTo>
                    <a:pt x="10617" y="1712"/>
                    <a:pt x="10626" y="1707"/>
                    <a:pt x="10630" y="1707"/>
                  </a:cubicBezTo>
                  <a:cubicBezTo>
                    <a:pt x="10640" y="1707"/>
                    <a:pt x="10631" y="1729"/>
                    <a:pt x="10642" y="1729"/>
                  </a:cubicBezTo>
                  <a:cubicBezTo>
                    <a:pt x="10644" y="1729"/>
                    <a:pt x="10647" y="1728"/>
                    <a:pt x="10651" y="1726"/>
                  </a:cubicBezTo>
                  <a:cubicBezTo>
                    <a:pt x="10659" y="1658"/>
                    <a:pt x="10727" y="1692"/>
                    <a:pt x="10736" y="1616"/>
                  </a:cubicBezTo>
                  <a:cubicBezTo>
                    <a:pt x="10761" y="1586"/>
                    <a:pt x="10774" y="1580"/>
                    <a:pt x="10783" y="1580"/>
                  </a:cubicBezTo>
                  <a:cubicBezTo>
                    <a:pt x="10790" y="1580"/>
                    <a:pt x="10796" y="1584"/>
                    <a:pt x="10803" y="1584"/>
                  </a:cubicBezTo>
                  <a:cubicBezTo>
                    <a:pt x="10806" y="1584"/>
                    <a:pt x="10808" y="1583"/>
                    <a:pt x="10812" y="1582"/>
                  </a:cubicBezTo>
                  <a:lnTo>
                    <a:pt x="10812" y="1582"/>
                  </a:lnTo>
                  <a:cubicBezTo>
                    <a:pt x="10761" y="1641"/>
                    <a:pt x="10862" y="1582"/>
                    <a:pt x="10803" y="1658"/>
                  </a:cubicBezTo>
                  <a:cubicBezTo>
                    <a:pt x="10862" y="1608"/>
                    <a:pt x="10812" y="1591"/>
                    <a:pt x="10862" y="1548"/>
                  </a:cubicBezTo>
                  <a:lnTo>
                    <a:pt x="10896" y="1565"/>
                  </a:lnTo>
                  <a:cubicBezTo>
                    <a:pt x="10930" y="1540"/>
                    <a:pt x="10964" y="1514"/>
                    <a:pt x="10989" y="1481"/>
                  </a:cubicBezTo>
                  <a:cubicBezTo>
                    <a:pt x="11023" y="1447"/>
                    <a:pt x="11049" y="1413"/>
                    <a:pt x="11074" y="1379"/>
                  </a:cubicBezTo>
                  <a:lnTo>
                    <a:pt x="11074" y="1379"/>
                  </a:lnTo>
                  <a:cubicBezTo>
                    <a:pt x="11059" y="1388"/>
                    <a:pt x="11051" y="1392"/>
                    <a:pt x="11047" y="1392"/>
                  </a:cubicBezTo>
                  <a:cubicBezTo>
                    <a:pt x="11031" y="1392"/>
                    <a:pt x="11067" y="1345"/>
                    <a:pt x="11040" y="1345"/>
                  </a:cubicBezTo>
                  <a:cubicBezTo>
                    <a:pt x="11072" y="1361"/>
                    <a:pt x="11000" y="1414"/>
                    <a:pt x="10983" y="1414"/>
                  </a:cubicBezTo>
                  <a:cubicBezTo>
                    <a:pt x="10982" y="1414"/>
                    <a:pt x="10981" y="1414"/>
                    <a:pt x="10981" y="1413"/>
                  </a:cubicBezTo>
                  <a:cubicBezTo>
                    <a:pt x="11015" y="1362"/>
                    <a:pt x="11048" y="1311"/>
                    <a:pt x="11091" y="1269"/>
                  </a:cubicBezTo>
                  <a:lnTo>
                    <a:pt x="11091" y="1269"/>
                  </a:lnTo>
                  <a:cubicBezTo>
                    <a:pt x="11065" y="1295"/>
                    <a:pt x="11040" y="1311"/>
                    <a:pt x="11015" y="1328"/>
                  </a:cubicBezTo>
                  <a:cubicBezTo>
                    <a:pt x="11015" y="1303"/>
                    <a:pt x="11032" y="1235"/>
                    <a:pt x="11023" y="1235"/>
                  </a:cubicBezTo>
                  <a:cubicBezTo>
                    <a:pt x="11065" y="1210"/>
                    <a:pt x="11082" y="1176"/>
                    <a:pt x="11125" y="1159"/>
                  </a:cubicBezTo>
                  <a:lnTo>
                    <a:pt x="11125" y="1193"/>
                  </a:lnTo>
                  <a:lnTo>
                    <a:pt x="11074" y="1218"/>
                  </a:lnTo>
                  <a:cubicBezTo>
                    <a:pt x="11082" y="1227"/>
                    <a:pt x="11091" y="1235"/>
                    <a:pt x="11091" y="1244"/>
                  </a:cubicBezTo>
                  <a:cubicBezTo>
                    <a:pt x="11150" y="1193"/>
                    <a:pt x="11201" y="1151"/>
                    <a:pt x="11268" y="1108"/>
                  </a:cubicBezTo>
                  <a:close/>
                  <a:moveTo>
                    <a:pt x="10203" y="1916"/>
                  </a:moveTo>
                  <a:cubicBezTo>
                    <a:pt x="10200" y="1919"/>
                    <a:pt x="10197" y="1922"/>
                    <a:pt x="10194" y="1926"/>
                  </a:cubicBezTo>
                  <a:lnTo>
                    <a:pt x="10194" y="1926"/>
                  </a:lnTo>
                  <a:cubicBezTo>
                    <a:pt x="10197" y="1923"/>
                    <a:pt x="10200" y="1919"/>
                    <a:pt x="10203" y="1916"/>
                  </a:cubicBezTo>
                  <a:close/>
                  <a:moveTo>
                    <a:pt x="10194" y="1926"/>
                  </a:moveTo>
                  <a:cubicBezTo>
                    <a:pt x="10184" y="1937"/>
                    <a:pt x="10177" y="1946"/>
                    <a:pt x="10177" y="1954"/>
                  </a:cubicBezTo>
                  <a:cubicBezTo>
                    <a:pt x="10180" y="1945"/>
                    <a:pt x="10186" y="1935"/>
                    <a:pt x="10194" y="1926"/>
                  </a:cubicBezTo>
                  <a:close/>
                  <a:moveTo>
                    <a:pt x="9493" y="2996"/>
                  </a:moveTo>
                  <a:cubicBezTo>
                    <a:pt x="9492" y="2997"/>
                    <a:pt x="9491" y="2998"/>
                    <a:pt x="9489" y="3000"/>
                  </a:cubicBezTo>
                  <a:lnTo>
                    <a:pt x="9489" y="3000"/>
                  </a:lnTo>
                  <a:cubicBezTo>
                    <a:pt x="9491" y="2998"/>
                    <a:pt x="9492" y="2997"/>
                    <a:pt x="9493" y="2996"/>
                  </a:cubicBezTo>
                  <a:close/>
                  <a:moveTo>
                    <a:pt x="9711" y="3000"/>
                  </a:moveTo>
                  <a:lnTo>
                    <a:pt x="9703" y="3012"/>
                  </a:lnTo>
                  <a:cubicBezTo>
                    <a:pt x="9707" y="3008"/>
                    <a:pt x="9710" y="3004"/>
                    <a:pt x="9711" y="3000"/>
                  </a:cubicBezTo>
                  <a:close/>
                  <a:moveTo>
                    <a:pt x="9489" y="3000"/>
                  </a:moveTo>
                  <a:cubicBezTo>
                    <a:pt x="9477" y="3011"/>
                    <a:pt x="9461" y="3021"/>
                    <a:pt x="9441" y="3029"/>
                  </a:cubicBezTo>
                  <a:lnTo>
                    <a:pt x="9441" y="3012"/>
                  </a:lnTo>
                  <a:cubicBezTo>
                    <a:pt x="9441" y="3012"/>
                    <a:pt x="9407" y="3054"/>
                    <a:pt x="9424" y="3063"/>
                  </a:cubicBezTo>
                  <a:cubicBezTo>
                    <a:pt x="9445" y="3042"/>
                    <a:pt x="9466" y="3021"/>
                    <a:pt x="9489" y="3000"/>
                  </a:cubicBezTo>
                  <a:close/>
                  <a:moveTo>
                    <a:pt x="711" y="0"/>
                  </a:moveTo>
                  <a:cubicBezTo>
                    <a:pt x="677" y="0"/>
                    <a:pt x="652" y="0"/>
                    <a:pt x="652" y="17"/>
                  </a:cubicBezTo>
                  <a:cubicBezTo>
                    <a:pt x="686" y="26"/>
                    <a:pt x="753" y="26"/>
                    <a:pt x="711" y="43"/>
                  </a:cubicBezTo>
                  <a:cubicBezTo>
                    <a:pt x="669" y="43"/>
                    <a:pt x="618" y="34"/>
                    <a:pt x="567" y="26"/>
                  </a:cubicBezTo>
                  <a:cubicBezTo>
                    <a:pt x="576" y="26"/>
                    <a:pt x="610" y="9"/>
                    <a:pt x="593" y="9"/>
                  </a:cubicBezTo>
                  <a:cubicBezTo>
                    <a:pt x="466" y="17"/>
                    <a:pt x="237" y="0"/>
                    <a:pt x="111" y="43"/>
                  </a:cubicBezTo>
                  <a:cubicBezTo>
                    <a:pt x="140" y="37"/>
                    <a:pt x="153" y="31"/>
                    <a:pt x="179" y="31"/>
                  </a:cubicBezTo>
                  <a:cubicBezTo>
                    <a:pt x="190" y="31"/>
                    <a:pt x="203" y="32"/>
                    <a:pt x="220" y="34"/>
                  </a:cubicBezTo>
                  <a:cubicBezTo>
                    <a:pt x="212" y="51"/>
                    <a:pt x="187" y="43"/>
                    <a:pt x="170" y="51"/>
                  </a:cubicBezTo>
                  <a:cubicBezTo>
                    <a:pt x="172" y="58"/>
                    <a:pt x="179" y="61"/>
                    <a:pt x="189" y="61"/>
                  </a:cubicBezTo>
                  <a:cubicBezTo>
                    <a:pt x="206" y="61"/>
                    <a:pt x="231" y="54"/>
                    <a:pt x="258" y="54"/>
                  </a:cubicBezTo>
                  <a:cubicBezTo>
                    <a:pt x="271" y="54"/>
                    <a:pt x="284" y="56"/>
                    <a:pt x="297" y="59"/>
                  </a:cubicBezTo>
                  <a:lnTo>
                    <a:pt x="187" y="85"/>
                  </a:lnTo>
                  <a:lnTo>
                    <a:pt x="246" y="110"/>
                  </a:lnTo>
                  <a:lnTo>
                    <a:pt x="1" y="169"/>
                  </a:lnTo>
                  <a:cubicBezTo>
                    <a:pt x="27" y="173"/>
                    <a:pt x="51" y="174"/>
                    <a:pt x="75" y="174"/>
                  </a:cubicBezTo>
                  <a:cubicBezTo>
                    <a:pt x="188" y="174"/>
                    <a:pt x="269" y="140"/>
                    <a:pt x="360" y="140"/>
                  </a:cubicBezTo>
                  <a:cubicBezTo>
                    <a:pt x="388" y="140"/>
                    <a:pt x="417" y="144"/>
                    <a:pt x="449" y="153"/>
                  </a:cubicBezTo>
                  <a:cubicBezTo>
                    <a:pt x="424" y="161"/>
                    <a:pt x="449" y="169"/>
                    <a:pt x="449" y="178"/>
                  </a:cubicBezTo>
                  <a:cubicBezTo>
                    <a:pt x="500" y="169"/>
                    <a:pt x="550" y="169"/>
                    <a:pt x="601" y="153"/>
                  </a:cubicBezTo>
                  <a:lnTo>
                    <a:pt x="624" y="155"/>
                  </a:lnTo>
                  <a:lnTo>
                    <a:pt x="624" y="155"/>
                  </a:lnTo>
                  <a:cubicBezTo>
                    <a:pt x="616" y="161"/>
                    <a:pt x="610" y="162"/>
                    <a:pt x="610" y="169"/>
                  </a:cubicBezTo>
                  <a:cubicBezTo>
                    <a:pt x="622" y="169"/>
                    <a:pt x="625" y="160"/>
                    <a:pt x="626" y="155"/>
                  </a:cubicBezTo>
                  <a:lnTo>
                    <a:pt x="626" y="155"/>
                  </a:lnTo>
                  <a:lnTo>
                    <a:pt x="677" y="161"/>
                  </a:lnTo>
                  <a:cubicBezTo>
                    <a:pt x="677" y="178"/>
                    <a:pt x="643" y="203"/>
                    <a:pt x="559" y="203"/>
                  </a:cubicBezTo>
                  <a:cubicBezTo>
                    <a:pt x="603" y="206"/>
                    <a:pt x="645" y="207"/>
                    <a:pt x="687" y="207"/>
                  </a:cubicBezTo>
                  <a:cubicBezTo>
                    <a:pt x="833" y="207"/>
                    <a:pt x="967" y="194"/>
                    <a:pt x="1108" y="194"/>
                  </a:cubicBezTo>
                  <a:cubicBezTo>
                    <a:pt x="1190" y="194"/>
                    <a:pt x="1273" y="199"/>
                    <a:pt x="1362" y="212"/>
                  </a:cubicBezTo>
                  <a:cubicBezTo>
                    <a:pt x="1379" y="229"/>
                    <a:pt x="1320" y="220"/>
                    <a:pt x="1346" y="229"/>
                  </a:cubicBezTo>
                  <a:cubicBezTo>
                    <a:pt x="1388" y="220"/>
                    <a:pt x="1456" y="203"/>
                    <a:pt x="1456" y="203"/>
                  </a:cubicBezTo>
                  <a:lnTo>
                    <a:pt x="1456" y="203"/>
                  </a:lnTo>
                  <a:cubicBezTo>
                    <a:pt x="1447" y="212"/>
                    <a:pt x="1439" y="220"/>
                    <a:pt x="1413" y="220"/>
                  </a:cubicBezTo>
                  <a:cubicBezTo>
                    <a:pt x="1552" y="220"/>
                    <a:pt x="1627" y="255"/>
                    <a:pt x="1716" y="255"/>
                  </a:cubicBezTo>
                  <a:cubicBezTo>
                    <a:pt x="1725" y="255"/>
                    <a:pt x="1734" y="255"/>
                    <a:pt x="1743" y="254"/>
                  </a:cubicBezTo>
                  <a:lnTo>
                    <a:pt x="1743" y="254"/>
                  </a:lnTo>
                  <a:cubicBezTo>
                    <a:pt x="1743" y="258"/>
                    <a:pt x="1724" y="258"/>
                    <a:pt x="1706" y="258"/>
                  </a:cubicBezTo>
                  <a:cubicBezTo>
                    <a:pt x="1688" y="258"/>
                    <a:pt x="1671" y="258"/>
                    <a:pt x="1675" y="262"/>
                  </a:cubicBezTo>
                  <a:cubicBezTo>
                    <a:pt x="1711" y="268"/>
                    <a:pt x="1743" y="271"/>
                    <a:pt x="1773" y="271"/>
                  </a:cubicBezTo>
                  <a:cubicBezTo>
                    <a:pt x="1856" y="271"/>
                    <a:pt x="1922" y="253"/>
                    <a:pt x="2015" y="253"/>
                  </a:cubicBezTo>
                  <a:cubicBezTo>
                    <a:pt x="2028" y="253"/>
                    <a:pt x="2042" y="253"/>
                    <a:pt x="2056" y="254"/>
                  </a:cubicBezTo>
                  <a:cubicBezTo>
                    <a:pt x="2005" y="271"/>
                    <a:pt x="2090" y="279"/>
                    <a:pt x="2124" y="296"/>
                  </a:cubicBezTo>
                  <a:cubicBezTo>
                    <a:pt x="2166" y="294"/>
                    <a:pt x="2223" y="293"/>
                    <a:pt x="2288" y="293"/>
                  </a:cubicBezTo>
                  <a:cubicBezTo>
                    <a:pt x="2417" y="293"/>
                    <a:pt x="2575" y="296"/>
                    <a:pt x="2699" y="296"/>
                  </a:cubicBezTo>
                  <a:cubicBezTo>
                    <a:pt x="2648" y="356"/>
                    <a:pt x="2902" y="313"/>
                    <a:pt x="2919" y="364"/>
                  </a:cubicBezTo>
                  <a:cubicBezTo>
                    <a:pt x="2928" y="366"/>
                    <a:pt x="2940" y="367"/>
                    <a:pt x="2952" y="367"/>
                  </a:cubicBezTo>
                  <a:cubicBezTo>
                    <a:pt x="2985" y="367"/>
                    <a:pt x="3023" y="359"/>
                    <a:pt x="3029" y="347"/>
                  </a:cubicBezTo>
                  <a:lnTo>
                    <a:pt x="3029" y="347"/>
                  </a:lnTo>
                  <a:cubicBezTo>
                    <a:pt x="3025" y="348"/>
                    <a:pt x="3021" y="349"/>
                    <a:pt x="3017" y="349"/>
                  </a:cubicBezTo>
                  <a:cubicBezTo>
                    <a:pt x="2990" y="349"/>
                    <a:pt x="2953" y="329"/>
                    <a:pt x="2953" y="322"/>
                  </a:cubicBezTo>
                  <a:cubicBezTo>
                    <a:pt x="2977" y="322"/>
                    <a:pt x="3007" y="323"/>
                    <a:pt x="3036" y="323"/>
                  </a:cubicBezTo>
                  <a:cubicBezTo>
                    <a:pt x="3078" y="323"/>
                    <a:pt x="3117" y="320"/>
                    <a:pt x="3122" y="305"/>
                  </a:cubicBezTo>
                  <a:lnTo>
                    <a:pt x="3190" y="339"/>
                  </a:lnTo>
                  <a:cubicBezTo>
                    <a:pt x="3207" y="305"/>
                    <a:pt x="3232" y="296"/>
                    <a:pt x="3266" y="296"/>
                  </a:cubicBezTo>
                  <a:cubicBezTo>
                    <a:pt x="3287" y="311"/>
                    <a:pt x="3297" y="317"/>
                    <a:pt x="3302" y="317"/>
                  </a:cubicBezTo>
                  <a:cubicBezTo>
                    <a:pt x="3314" y="317"/>
                    <a:pt x="3300" y="289"/>
                    <a:pt x="3338" y="289"/>
                  </a:cubicBezTo>
                  <a:cubicBezTo>
                    <a:pt x="3349" y="289"/>
                    <a:pt x="3364" y="291"/>
                    <a:pt x="3384" y="296"/>
                  </a:cubicBezTo>
                  <a:cubicBezTo>
                    <a:pt x="3359" y="313"/>
                    <a:pt x="3334" y="322"/>
                    <a:pt x="3317" y="347"/>
                  </a:cubicBezTo>
                  <a:cubicBezTo>
                    <a:pt x="3336" y="350"/>
                    <a:pt x="3349" y="351"/>
                    <a:pt x="3358" y="351"/>
                  </a:cubicBezTo>
                  <a:cubicBezTo>
                    <a:pt x="3377" y="351"/>
                    <a:pt x="3384" y="347"/>
                    <a:pt x="3418" y="347"/>
                  </a:cubicBezTo>
                  <a:cubicBezTo>
                    <a:pt x="3427" y="364"/>
                    <a:pt x="3367" y="381"/>
                    <a:pt x="3317" y="389"/>
                  </a:cubicBezTo>
                  <a:lnTo>
                    <a:pt x="3401" y="406"/>
                  </a:lnTo>
                  <a:cubicBezTo>
                    <a:pt x="3482" y="382"/>
                    <a:pt x="3567" y="366"/>
                    <a:pt x="3653" y="366"/>
                  </a:cubicBezTo>
                  <a:cubicBezTo>
                    <a:pt x="3685" y="366"/>
                    <a:pt x="3716" y="368"/>
                    <a:pt x="3748" y="372"/>
                  </a:cubicBezTo>
                  <a:cubicBezTo>
                    <a:pt x="3723" y="389"/>
                    <a:pt x="3680" y="381"/>
                    <a:pt x="3714" y="406"/>
                  </a:cubicBezTo>
                  <a:cubicBezTo>
                    <a:pt x="3754" y="396"/>
                    <a:pt x="3793" y="392"/>
                    <a:pt x="3833" y="392"/>
                  </a:cubicBezTo>
                  <a:cubicBezTo>
                    <a:pt x="3861" y="392"/>
                    <a:pt x="3889" y="394"/>
                    <a:pt x="3917" y="398"/>
                  </a:cubicBezTo>
                  <a:cubicBezTo>
                    <a:pt x="3907" y="403"/>
                    <a:pt x="3906" y="405"/>
                    <a:pt x="3905" y="406"/>
                  </a:cubicBezTo>
                  <a:lnTo>
                    <a:pt x="3905" y="406"/>
                  </a:lnTo>
                  <a:cubicBezTo>
                    <a:pt x="3929" y="403"/>
                    <a:pt x="3948" y="402"/>
                    <a:pt x="3963" y="402"/>
                  </a:cubicBezTo>
                  <a:cubicBezTo>
                    <a:pt x="4028" y="402"/>
                    <a:pt x="4023" y="425"/>
                    <a:pt x="4112" y="432"/>
                  </a:cubicBezTo>
                  <a:cubicBezTo>
                    <a:pt x="4112" y="432"/>
                    <a:pt x="4112" y="437"/>
                    <a:pt x="4108" y="439"/>
                  </a:cubicBezTo>
                  <a:lnTo>
                    <a:pt x="4108" y="439"/>
                  </a:lnTo>
                  <a:lnTo>
                    <a:pt x="4179" y="423"/>
                  </a:lnTo>
                  <a:cubicBezTo>
                    <a:pt x="4205" y="417"/>
                    <a:pt x="4226" y="415"/>
                    <a:pt x="4245" y="415"/>
                  </a:cubicBezTo>
                  <a:cubicBezTo>
                    <a:pt x="4331" y="415"/>
                    <a:pt x="4355" y="470"/>
                    <a:pt x="4425" y="491"/>
                  </a:cubicBezTo>
                  <a:lnTo>
                    <a:pt x="4408" y="491"/>
                  </a:lnTo>
                  <a:cubicBezTo>
                    <a:pt x="4459" y="525"/>
                    <a:pt x="4636" y="508"/>
                    <a:pt x="4687" y="525"/>
                  </a:cubicBezTo>
                  <a:cubicBezTo>
                    <a:pt x="4619" y="499"/>
                    <a:pt x="4670" y="508"/>
                    <a:pt x="4619" y="474"/>
                  </a:cubicBezTo>
                  <a:cubicBezTo>
                    <a:pt x="4579" y="474"/>
                    <a:pt x="4581" y="496"/>
                    <a:pt x="4537" y="496"/>
                  </a:cubicBezTo>
                  <a:cubicBezTo>
                    <a:pt x="4525" y="496"/>
                    <a:pt x="4511" y="494"/>
                    <a:pt x="4492" y="491"/>
                  </a:cubicBezTo>
                  <a:cubicBezTo>
                    <a:pt x="4509" y="466"/>
                    <a:pt x="4619" y="457"/>
                    <a:pt x="4645" y="440"/>
                  </a:cubicBezTo>
                  <a:cubicBezTo>
                    <a:pt x="4687" y="440"/>
                    <a:pt x="4721" y="474"/>
                    <a:pt x="4729" y="508"/>
                  </a:cubicBezTo>
                  <a:cubicBezTo>
                    <a:pt x="4865" y="516"/>
                    <a:pt x="4932" y="533"/>
                    <a:pt x="5085" y="533"/>
                  </a:cubicBezTo>
                  <a:cubicBezTo>
                    <a:pt x="5127" y="521"/>
                    <a:pt x="5165" y="488"/>
                    <a:pt x="5229" y="488"/>
                  </a:cubicBezTo>
                  <a:cubicBezTo>
                    <a:pt x="5255" y="488"/>
                    <a:pt x="5285" y="493"/>
                    <a:pt x="5321" y="508"/>
                  </a:cubicBezTo>
                  <a:lnTo>
                    <a:pt x="5317" y="513"/>
                  </a:lnTo>
                  <a:lnTo>
                    <a:pt x="5317" y="513"/>
                  </a:lnTo>
                  <a:cubicBezTo>
                    <a:pt x="5318" y="512"/>
                    <a:pt x="5321" y="511"/>
                    <a:pt x="5324" y="511"/>
                  </a:cubicBezTo>
                  <a:cubicBezTo>
                    <a:pt x="5337" y="511"/>
                    <a:pt x="5361" y="521"/>
                    <a:pt x="5383" y="521"/>
                  </a:cubicBezTo>
                  <a:cubicBezTo>
                    <a:pt x="5391" y="521"/>
                    <a:pt x="5399" y="520"/>
                    <a:pt x="5406" y="516"/>
                  </a:cubicBezTo>
                  <a:cubicBezTo>
                    <a:pt x="5355" y="482"/>
                    <a:pt x="5457" y="499"/>
                    <a:pt x="5406" y="466"/>
                  </a:cubicBezTo>
                  <a:cubicBezTo>
                    <a:pt x="5448" y="466"/>
                    <a:pt x="5491" y="491"/>
                    <a:pt x="5499" y="542"/>
                  </a:cubicBezTo>
                  <a:cubicBezTo>
                    <a:pt x="5510" y="532"/>
                    <a:pt x="5524" y="529"/>
                    <a:pt x="5539" y="529"/>
                  </a:cubicBezTo>
                  <a:cubicBezTo>
                    <a:pt x="5586" y="529"/>
                    <a:pt x="5649" y="561"/>
                    <a:pt x="5726" y="561"/>
                  </a:cubicBezTo>
                  <a:cubicBezTo>
                    <a:pt x="5737" y="561"/>
                    <a:pt x="5749" y="560"/>
                    <a:pt x="5761" y="559"/>
                  </a:cubicBezTo>
                  <a:lnTo>
                    <a:pt x="5761" y="559"/>
                  </a:lnTo>
                  <a:cubicBezTo>
                    <a:pt x="5744" y="575"/>
                    <a:pt x="5609" y="567"/>
                    <a:pt x="5660" y="592"/>
                  </a:cubicBezTo>
                  <a:lnTo>
                    <a:pt x="5821" y="550"/>
                  </a:lnTo>
                  <a:lnTo>
                    <a:pt x="5753" y="550"/>
                  </a:lnTo>
                  <a:cubicBezTo>
                    <a:pt x="5769" y="548"/>
                    <a:pt x="5785" y="547"/>
                    <a:pt x="5802" y="547"/>
                  </a:cubicBezTo>
                  <a:cubicBezTo>
                    <a:pt x="5856" y="547"/>
                    <a:pt x="5913" y="558"/>
                    <a:pt x="5964" y="584"/>
                  </a:cubicBezTo>
                  <a:cubicBezTo>
                    <a:pt x="5973" y="601"/>
                    <a:pt x="5931" y="601"/>
                    <a:pt x="5897" y="601"/>
                  </a:cubicBezTo>
                  <a:lnTo>
                    <a:pt x="6032" y="601"/>
                  </a:lnTo>
                  <a:cubicBezTo>
                    <a:pt x="6074" y="592"/>
                    <a:pt x="6193" y="584"/>
                    <a:pt x="6244" y="559"/>
                  </a:cubicBezTo>
                  <a:lnTo>
                    <a:pt x="6277" y="559"/>
                  </a:lnTo>
                  <a:lnTo>
                    <a:pt x="6337" y="575"/>
                  </a:lnTo>
                  <a:lnTo>
                    <a:pt x="6354" y="575"/>
                  </a:lnTo>
                  <a:lnTo>
                    <a:pt x="6413" y="559"/>
                  </a:lnTo>
                  <a:lnTo>
                    <a:pt x="6447" y="550"/>
                  </a:lnTo>
                  <a:lnTo>
                    <a:pt x="6430" y="550"/>
                  </a:lnTo>
                  <a:cubicBezTo>
                    <a:pt x="6437" y="522"/>
                    <a:pt x="6490" y="506"/>
                    <a:pt x="6556" y="506"/>
                  </a:cubicBezTo>
                  <a:cubicBezTo>
                    <a:pt x="6568" y="506"/>
                    <a:pt x="6580" y="506"/>
                    <a:pt x="6592" y="507"/>
                  </a:cubicBezTo>
                  <a:lnTo>
                    <a:pt x="6592" y="507"/>
                  </a:lnTo>
                  <a:cubicBezTo>
                    <a:pt x="6576" y="505"/>
                    <a:pt x="6537" y="498"/>
                    <a:pt x="6480" y="491"/>
                  </a:cubicBezTo>
                  <a:lnTo>
                    <a:pt x="6506" y="482"/>
                  </a:lnTo>
                  <a:lnTo>
                    <a:pt x="6785" y="516"/>
                  </a:lnTo>
                  <a:cubicBezTo>
                    <a:pt x="6768" y="520"/>
                    <a:pt x="6751" y="523"/>
                    <a:pt x="6733" y="523"/>
                  </a:cubicBezTo>
                  <a:cubicBezTo>
                    <a:pt x="6715" y="523"/>
                    <a:pt x="6696" y="520"/>
                    <a:pt x="6675" y="516"/>
                  </a:cubicBezTo>
                  <a:lnTo>
                    <a:pt x="6675" y="516"/>
                  </a:lnTo>
                  <a:cubicBezTo>
                    <a:pt x="6722" y="542"/>
                    <a:pt x="6783" y="542"/>
                    <a:pt x="6837" y="542"/>
                  </a:cubicBezTo>
                  <a:cubicBezTo>
                    <a:pt x="6891" y="542"/>
                    <a:pt x="6937" y="542"/>
                    <a:pt x="6954" y="567"/>
                  </a:cubicBezTo>
                  <a:cubicBezTo>
                    <a:pt x="6885" y="577"/>
                    <a:pt x="6815" y="581"/>
                    <a:pt x="6744" y="581"/>
                  </a:cubicBezTo>
                  <a:cubicBezTo>
                    <a:pt x="6694" y="581"/>
                    <a:pt x="6643" y="579"/>
                    <a:pt x="6590" y="575"/>
                  </a:cubicBezTo>
                  <a:cubicBezTo>
                    <a:pt x="6523" y="533"/>
                    <a:pt x="6692" y="559"/>
                    <a:pt x="6700" y="542"/>
                  </a:cubicBezTo>
                  <a:lnTo>
                    <a:pt x="6616" y="525"/>
                  </a:lnTo>
                  <a:lnTo>
                    <a:pt x="6616" y="525"/>
                  </a:lnTo>
                  <a:cubicBezTo>
                    <a:pt x="6624" y="542"/>
                    <a:pt x="6447" y="525"/>
                    <a:pt x="6489" y="575"/>
                  </a:cubicBezTo>
                  <a:cubicBezTo>
                    <a:pt x="6667" y="601"/>
                    <a:pt x="6853" y="618"/>
                    <a:pt x="7013" y="635"/>
                  </a:cubicBezTo>
                  <a:lnTo>
                    <a:pt x="6844" y="855"/>
                  </a:lnTo>
                  <a:cubicBezTo>
                    <a:pt x="6844" y="855"/>
                    <a:pt x="6844" y="863"/>
                    <a:pt x="6836" y="872"/>
                  </a:cubicBezTo>
                  <a:cubicBezTo>
                    <a:pt x="6842" y="872"/>
                    <a:pt x="6848" y="872"/>
                    <a:pt x="6854" y="872"/>
                  </a:cubicBezTo>
                  <a:cubicBezTo>
                    <a:pt x="6991" y="872"/>
                    <a:pt x="6922" y="779"/>
                    <a:pt x="6954" y="779"/>
                  </a:cubicBezTo>
                  <a:cubicBezTo>
                    <a:pt x="6977" y="779"/>
                    <a:pt x="6999" y="771"/>
                    <a:pt x="7022" y="771"/>
                  </a:cubicBezTo>
                  <a:cubicBezTo>
                    <a:pt x="7033" y="771"/>
                    <a:pt x="7044" y="773"/>
                    <a:pt x="7056" y="779"/>
                  </a:cubicBezTo>
                  <a:lnTo>
                    <a:pt x="7039" y="787"/>
                  </a:lnTo>
                  <a:cubicBezTo>
                    <a:pt x="7119" y="787"/>
                    <a:pt x="7080" y="768"/>
                    <a:pt x="7126" y="768"/>
                  </a:cubicBezTo>
                  <a:cubicBezTo>
                    <a:pt x="7134" y="768"/>
                    <a:pt x="7144" y="769"/>
                    <a:pt x="7157" y="770"/>
                  </a:cubicBezTo>
                  <a:cubicBezTo>
                    <a:pt x="7233" y="753"/>
                    <a:pt x="7098" y="762"/>
                    <a:pt x="7140" y="745"/>
                  </a:cubicBezTo>
                  <a:lnTo>
                    <a:pt x="7140" y="745"/>
                  </a:lnTo>
                  <a:cubicBezTo>
                    <a:pt x="7151" y="746"/>
                    <a:pt x="7160" y="747"/>
                    <a:pt x="7168" y="747"/>
                  </a:cubicBezTo>
                  <a:cubicBezTo>
                    <a:pt x="7220" y="747"/>
                    <a:pt x="7225" y="715"/>
                    <a:pt x="7279" y="715"/>
                  </a:cubicBezTo>
                  <a:cubicBezTo>
                    <a:pt x="7296" y="715"/>
                    <a:pt x="7320" y="718"/>
                    <a:pt x="7352" y="728"/>
                  </a:cubicBezTo>
                  <a:cubicBezTo>
                    <a:pt x="7343" y="736"/>
                    <a:pt x="7369" y="762"/>
                    <a:pt x="7276" y="762"/>
                  </a:cubicBezTo>
                  <a:lnTo>
                    <a:pt x="7360" y="787"/>
                  </a:lnTo>
                  <a:cubicBezTo>
                    <a:pt x="7339" y="791"/>
                    <a:pt x="7316" y="793"/>
                    <a:pt x="7291" y="793"/>
                  </a:cubicBezTo>
                  <a:cubicBezTo>
                    <a:pt x="7267" y="793"/>
                    <a:pt x="7242" y="791"/>
                    <a:pt x="7216" y="787"/>
                  </a:cubicBezTo>
                  <a:cubicBezTo>
                    <a:pt x="7174" y="821"/>
                    <a:pt x="7183" y="838"/>
                    <a:pt x="7132" y="863"/>
                  </a:cubicBezTo>
                  <a:cubicBezTo>
                    <a:pt x="7169" y="863"/>
                    <a:pt x="7160" y="836"/>
                    <a:pt x="7205" y="836"/>
                  </a:cubicBezTo>
                  <a:cubicBezTo>
                    <a:pt x="7211" y="836"/>
                    <a:pt x="7217" y="837"/>
                    <a:pt x="7225" y="838"/>
                  </a:cubicBezTo>
                  <a:cubicBezTo>
                    <a:pt x="7293" y="855"/>
                    <a:pt x="7216" y="855"/>
                    <a:pt x="7208" y="863"/>
                  </a:cubicBezTo>
                  <a:cubicBezTo>
                    <a:pt x="7223" y="859"/>
                    <a:pt x="7236" y="857"/>
                    <a:pt x="7248" y="857"/>
                  </a:cubicBezTo>
                  <a:cubicBezTo>
                    <a:pt x="7291" y="857"/>
                    <a:pt x="7312" y="881"/>
                    <a:pt x="7350" y="881"/>
                  </a:cubicBezTo>
                  <a:cubicBezTo>
                    <a:pt x="7362" y="881"/>
                    <a:pt x="7376" y="879"/>
                    <a:pt x="7394" y="872"/>
                  </a:cubicBezTo>
                  <a:cubicBezTo>
                    <a:pt x="7377" y="838"/>
                    <a:pt x="7394" y="838"/>
                    <a:pt x="7335" y="812"/>
                  </a:cubicBezTo>
                  <a:cubicBezTo>
                    <a:pt x="7343" y="811"/>
                    <a:pt x="7351" y="811"/>
                    <a:pt x="7359" y="811"/>
                  </a:cubicBezTo>
                  <a:cubicBezTo>
                    <a:pt x="7413" y="811"/>
                    <a:pt x="7469" y="834"/>
                    <a:pt x="7462" y="863"/>
                  </a:cubicBezTo>
                  <a:lnTo>
                    <a:pt x="7470" y="838"/>
                  </a:lnTo>
                  <a:cubicBezTo>
                    <a:pt x="7487" y="846"/>
                    <a:pt x="7538" y="846"/>
                    <a:pt x="7538" y="855"/>
                  </a:cubicBezTo>
                  <a:lnTo>
                    <a:pt x="7555" y="846"/>
                  </a:lnTo>
                  <a:cubicBezTo>
                    <a:pt x="7522" y="820"/>
                    <a:pt x="7485" y="809"/>
                    <a:pt x="7447" y="809"/>
                  </a:cubicBezTo>
                  <a:cubicBezTo>
                    <a:pt x="7435" y="809"/>
                    <a:pt x="7423" y="810"/>
                    <a:pt x="7411" y="812"/>
                  </a:cubicBezTo>
                  <a:cubicBezTo>
                    <a:pt x="7436" y="795"/>
                    <a:pt x="7369" y="753"/>
                    <a:pt x="7470" y="753"/>
                  </a:cubicBezTo>
                  <a:cubicBezTo>
                    <a:pt x="7504" y="762"/>
                    <a:pt x="7470" y="770"/>
                    <a:pt x="7470" y="779"/>
                  </a:cubicBezTo>
                  <a:cubicBezTo>
                    <a:pt x="7677" y="779"/>
                    <a:pt x="7682" y="838"/>
                    <a:pt x="7823" y="838"/>
                  </a:cubicBezTo>
                  <a:cubicBezTo>
                    <a:pt x="7832" y="838"/>
                    <a:pt x="7841" y="838"/>
                    <a:pt x="7851" y="838"/>
                  </a:cubicBezTo>
                  <a:lnTo>
                    <a:pt x="7851" y="838"/>
                  </a:lnTo>
                  <a:cubicBezTo>
                    <a:pt x="7840" y="842"/>
                    <a:pt x="7825" y="844"/>
                    <a:pt x="7807" y="844"/>
                  </a:cubicBezTo>
                  <a:cubicBezTo>
                    <a:pt x="7796" y="844"/>
                    <a:pt x="7785" y="843"/>
                    <a:pt x="7772" y="842"/>
                  </a:cubicBezTo>
                  <a:lnTo>
                    <a:pt x="7772" y="842"/>
                  </a:lnTo>
                  <a:cubicBezTo>
                    <a:pt x="7740" y="856"/>
                    <a:pt x="7737" y="865"/>
                    <a:pt x="7783" y="880"/>
                  </a:cubicBezTo>
                  <a:lnTo>
                    <a:pt x="7800" y="863"/>
                  </a:lnTo>
                  <a:cubicBezTo>
                    <a:pt x="7827" y="863"/>
                    <a:pt x="7865" y="874"/>
                    <a:pt x="7879" y="874"/>
                  </a:cubicBezTo>
                  <a:cubicBezTo>
                    <a:pt x="7883" y="874"/>
                    <a:pt x="7885" y="873"/>
                    <a:pt x="7885" y="872"/>
                  </a:cubicBezTo>
                  <a:cubicBezTo>
                    <a:pt x="7893" y="872"/>
                    <a:pt x="7876" y="863"/>
                    <a:pt x="7851" y="855"/>
                  </a:cubicBezTo>
                  <a:cubicBezTo>
                    <a:pt x="7910" y="842"/>
                    <a:pt x="7969" y="836"/>
                    <a:pt x="8027" y="836"/>
                  </a:cubicBezTo>
                  <a:cubicBezTo>
                    <a:pt x="8086" y="836"/>
                    <a:pt x="8143" y="842"/>
                    <a:pt x="8198" y="855"/>
                  </a:cubicBezTo>
                  <a:cubicBezTo>
                    <a:pt x="8189" y="888"/>
                    <a:pt x="8012" y="863"/>
                    <a:pt x="8105" y="897"/>
                  </a:cubicBezTo>
                  <a:cubicBezTo>
                    <a:pt x="8141" y="897"/>
                    <a:pt x="8177" y="875"/>
                    <a:pt x="8229" y="875"/>
                  </a:cubicBezTo>
                  <a:cubicBezTo>
                    <a:pt x="8249" y="875"/>
                    <a:pt x="8273" y="879"/>
                    <a:pt x="8299" y="888"/>
                  </a:cubicBezTo>
                  <a:cubicBezTo>
                    <a:pt x="8257" y="905"/>
                    <a:pt x="8341" y="914"/>
                    <a:pt x="8341" y="922"/>
                  </a:cubicBezTo>
                  <a:lnTo>
                    <a:pt x="8468" y="888"/>
                  </a:lnTo>
                  <a:cubicBezTo>
                    <a:pt x="8516" y="894"/>
                    <a:pt x="8564" y="900"/>
                    <a:pt x="8609" y="900"/>
                  </a:cubicBezTo>
                  <a:cubicBezTo>
                    <a:pt x="8628" y="900"/>
                    <a:pt x="8646" y="899"/>
                    <a:pt x="8663" y="897"/>
                  </a:cubicBezTo>
                  <a:lnTo>
                    <a:pt x="8587" y="897"/>
                  </a:lnTo>
                  <a:cubicBezTo>
                    <a:pt x="8609" y="887"/>
                    <a:pt x="8631" y="883"/>
                    <a:pt x="8652" y="883"/>
                  </a:cubicBezTo>
                  <a:cubicBezTo>
                    <a:pt x="8713" y="883"/>
                    <a:pt x="8772" y="915"/>
                    <a:pt x="8847" y="915"/>
                  </a:cubicBezTo>
                  <a:cubicBezTo>
                    <a:pt x="8853" y="915"/>
                    <a:pt x="8859" y="914"/>
                    <a:pt x="8866" y="914"/>
                  </a:cubicBezTo>
                  <a:lnTo>
                    <a:pt x="8866" y="914"/>
                  </a:lnTo>
                  <a:lnTo>
                    <a:pt x="8815" y="922"/>
                  </a:lnTo>
                  <a:cubicBezTo>
                    <a:pt x="8853" y="931"/>
                    <a:pt x="8889" y="935"/>
                    <a:pt x="8925" y="935"/>
                  </a:cubicBezTo>
                  <a:cubicBezTo>
                    <a:pt x="8961" y="935"/>
                    <a:pt x="8997" y="931"/>
                    <a:pt x="9035" y="922"/>
                  </a:cubicBezTo>
                  <a:lnTo>
                    <a:pt x="9035" y="948"/>
                  </a:lnTo>
                  <a:cubicBezTo>
                    <a:pt x="9044" y="914"/>
                    <a:pt x="9196" y="914"/>
                    <a:pt x="9230" y="905"/>
                  </a:cubicBezTo>
                  <a:lnTo>
                    <a:pt x="9230" y="905"/>
                  </a:lnTo>
                  <a:cubicBezTo>
                    <a:pt x="9213" y="906"/>
                    <a:pt x="9198" y="906"/>
                    <a:pt x="9185" y="906"/>
                  </a:cubicBezTo>
                  <a:cubicBezTo>
                    <a:pt x="9048" y="906"/>
                    <a:pt x="9036" y="877"/>
                    <a:pt x="8924" y="877"/>
                  </a:cubicBezTo>
                  <a:cubicBezTo>
                    <a:pt x="8903" y="877"/>
                    <a:pt x="8878" y="878"/>
                    <a:pt x="8849" y="880"/>
                  </a:cubicBezTo>
                  <a:cubicBezTo>
                    <a:pt x="8925" y="846"/>
                    <a:pt x="8984" y="838"/>
                    <a:pt x="9069" y="812"/>
                  </a:cubicBezTo>
                  <a:cubicBezTo>
                    <a:pt x="9094" y="812"/>
                    <a:pt x="9111" y="821"/>
                    <a:pt x="9111" y="829"/>
                  </a:cubicBezTo>
                  <a:cubicBezTo>
                    <a:pt x="9137" y="821"/>
                    <a:pt x="9145" y="795"/>
                    <a:pt x="9196" y="787"/>
                  </a:cubicBezTo>
                  <a:lnTo>
                    <a:pt x="9213" y="804"/>
                  </a:lnTo>
                  <a:cubicBezTo>
                    <a:pt x="9232" y="808"/>
                    <a:pt x="9249" y="809"/>
                    <a:pt x="9264" y="809"/>
                  </a:cubicBezTo>
                  <a:cubicBezTo>
                    <a:pt x="9339" y="809"/>
                    <a:pt x="9356" y="768"/>
                    <a:pt x="9438" y="768"/>
                  </a:cubicBezTo>
                  <a:cubicBezTo>
                    <a:pt x="9449" y="768"/>
                    <a:pt x="9461" y="768"/>
                    <a:pt x="9475" y="770"/>
                  </a:cubicBezTo>
                  <a:cubicBezTo>
                    <a:pt x="9492" y="812"/>
                    <a:pt x="9357" y="812"/>
                    <a:pt x="9272" y="829"/>
                  </a:cubicBezTo>
                  <a:cubicBezTo>
                    <a:pt x="9331" y="863"/>
                    <a:pt x="9137" y="838"/>
                    <a:pt x="9213" y="888"/>
                  </a:cubicBezTo>
                  <a:lnTo>
                    <a:pt x="9247" y="863"/>
                  </a:lnTo>
                  <a:cubicBezTo>
                    <a:pt x="9289" y="872"/>
                    <a:pt x="9289" y="888"/>
                    <a:pt x="9264" y="888"/>
                  </a:cubicBezTo>
                  <a:cubicBezTo>
                    <a:pt x="9314" y="888"/>
                    <a:pt x="9297" y="888"/>
                    <a:pt x="9323" y="872"/>
                  </a:cubicBezTo>
                  <a:lnTo>
                    <a:pt x="9323" y="872"/>
                  </a:lnTo>
                  <a:cubicBezTo>
                    <a:pt x="9534" y="888"/>
                    <a:pt x="9297" y="922"/>
                    <a:pt x="9500" y="948"/>
                  </a:cubicBezTo>
                  <a:cubicBezTo>
                    <a:pt x="9475" y="956"/>
                    <a:pt x="9424" y="948"/>
                    <a:pt x="9433" y="973"/>
                  </a:cubicBezTo>
                  <a:lnTo>
                    <a:pt x="9323" y="956"/>
                  </a:lnTo>
                  <a:lnTo>
                    <a:pt x="9323" y="982"/>
                  </a:lnTo>
                  <a:cubicBezTo>
                    <a:pt x="9344" y="985"/>
                    <a:pt x="9365" y="987"/>
                    <a:pt x="9386" y="987"/>
                  </a:cubicBezTo>
                  <a:cubicBezTo>
                    <a:pt x="9466" y="987"/>
                    <a:pt x="9545" y="962"/>
                    <a:pt x="9619" y="922"/>
                  </a:cubicBezTo>
                  <a:lnTo>
                    <a:pt x="9619" y="922"/>
                  </a:lnTo>
                  <a:cubicBezTo>
                    <a:pt x="9598" y="925"/>
                    <a:pt x="9584" y="926"/>
                    <a:pt x="9574" y="926"/>
                  </a:cubicBezTo>
                  <a:cubicBezTo>
                    <a:pt x="9523" y="926"/>
                    <a:pt x="9592" y="894"/>
                    <a:pt x="9543" y="880"/>
                  </a:cubicBezTo>
                  <a:cubicBezTo>
                    <a:pt x="9551" y="876"/>
                    <a:pt x="9562" y="874"/>
                    <a:pt x="9572" y="874"/>
                  </a:cubicBezTo>
                  <a:cubicBezTo>
                    <a:pt x="9583" y="874"/>
                    <a:pt x="9593" y="876"/>
                    <a:pt x="9602" y="880"/>
                  </a:cubicBezTo>
                  <a:cubicBezTo>
                    <a:pt x="9610" y="880"/>
                    <a:pt x="9669" y="873"/>
                    <a:pt x="9670" y="865"/>
                  </a:cubicBezTo>
                  <a:lnTo>
                    <a:pt x="9670" y="865"/>
                  </a:lnTo>
                  <a:cubicBezTo>
                    <a:pt x="9700" y="931"/>
                    <a:pt x="9965" y="948"/>
                    <a:pt x="9898" y="1015"/>
                  </a:cubicBezTo>
                  <a:cubicBezTo>
                    <a:pt x="9923" y="1017"/>
                    <a:pt x="9947" y="1018"/>
                    <a:pt x="9972" y="1019"/>
                  </a:cubicBezTo>
                  <a:lnTo>
                    <a:pt x="9972" y="1019"/>
                  </a:lnTo>
                  <a:cubicBezTo>
                    <a:pt x="9913" y="990"/>
                    <a:pt x="10059" y="990"/>
                    <a:pt x="10059" y="982"/>
                  </a:cubicBezTo>
                  <a:lnTo>
                    <a:pt x="9949" y="982"/>
                  </a:lnTo>
                  <a:cubicBezTo>
                    <a:pt x="10000" y="965"/>
                    <a:pt x="9949" y="939"/>
                    <a:pt x="10016" y="931"/>
                  </a:cubicBezTo>
                  <a:cubicBezTo>
                    <a:pt x="9966" y="931"/>
                    <a:pt x="9948" y="917"/>
                    <a:pt x="9918" y="917"/>
                  </a:cubicBezTo>
                  <a:cubicBezTo>
                    <a:pt x="9908" y="917"/>
                    <a:pt x="9896" y="918"/>
                    <a:pt x="9881" y="922"/>
                  </a:cubicBezTo>
                  <a:cubicBezTo>
                    <a:pt x="9957" y="888"/>
                    <a:pt x="9797" y="880"/>
                    <a:pt x="9788" y="855"/>
                  </a:cubicBezTo>
                  <a:cubicBezTo>
                    <a:pt x="9856" y="855"/>
                    <a:pt x="9923" y="872"/>
                    <a:pt x="9983" y="905"/>
                  </a:cubicBezTo>
                  <a:cubicBezTo>
                    <a:pt x="10016" y="905"/>
                    <a:pt x="10059" y="905"/>
                    <a:pt x="10101" y="922"/>
                  </a:cubicBezTo>
                  <a:lnTo>
                    <a:pt x="10152" y="888"/>
                  </a:lnTo>
                  <a:cubicBezTo>
                    <a:pt x="10093" y="880"/>
                    <a:pt x="10016" y="897"/>
                    <a:pt x="10042" y="863"/>
                  </a:cubicBezTo>
                  <a:lnTo>
                    <a:pt x="10042" y="863"/>
                  </a:lnTo>
                  <a:lnTo>
                    <a:pt x="9957" y="872"/>
                  </a:lnTo>
                  <a:cubicBezTo>
                    <a:pt x="10008" y="846"/>
                    <a:pt x="10059" y="821"/>
                    <a:pt x="10118" y="812"/>
                  </a:cubicBezTo>
                  <a:cubicBezTo>
                    <a:pt x="10077" y="799"/>
                    <a:pt x="10038" y="794"/>
                    <a:pt x="10001" y="794"/>
                  </a:cubicBezTo>
                  <a:cubicBezTo>
                    <a:pt x="9934" y="794"/>
                    <a:pt x="9873" y="809"/>
                    <a:pt x="9813" y="809"/>
                  </a:cubicBezTo>
                  <a:cubicBezTo>
                    <a:pt x="9785" y="809"/>
                    <a:pt x="9757" y="805"/>
                    <a:pt x="9729" y="795"/>
                  </a:cubicBezTo>
                  <a:lnTo>
                    <a:pt x="9746" y="795"/>
                  </a:lnTo>
                  <a:cubicBezTo>
                    <a:pt x="9509" y="787"/>
                    <a:pt x="9450" y="728"/>
                    <a:pt x="9399" y="669"/>
                  </a:cubicBezTo>
                  <a:lnTo>
                    <a:pt x="9500" y="669"/>
                  </a:lnTo>
                  <a:lnTo>
                    <a:pt x="9500" y="694"/>
                  </a:lnTo>
                  <a:cubicBezTo>
                    <a:pt x="9532" y="699"/>
                    <a:pt x="9561" y="700"/>
                    <a:pt x="9590" y="700"/>
                  </a:cubicBezTo>
                  <a:cubicBezTo>
                    <a:pt x="9689" y="700"/>
                    <a:pt x="9777" y="679"/>
                    <a:pt x="9876" y="679"/>
                  </a:cubicBezTo>
                  <a:cubicBezTo>
                    <a:pt x="9905" y="679"/>
                    <a:pt x="9935" y="681"/>
                    <a:pt x="9966" y="685"/>
                  </a:cubicBezTo>
                  <a:cubicBezTo>
                    <a:pt x="9953" y="694"/>
                    <a:pt x="9930" y="694"/>
                    <a:pt x="9911" y="694"/>
                  </a:cubicBezTo>
                  <a:cubicBezTo>
                    <a:pt x="9892" y="694"/>
                    <a:pt x="9877" y="694"/>
                    <a:pt x="9881" y="702"/>
                  </a:cubicBezTo>
                  <a:cubicBezTo>
                    <a:pt x="9888" y="703"/>
                    <a:pt x="9894" y="703"/>
                    <a:pt x="9900" y="703"/>
                  </a:cubicBezTo>
                  <a:cubicBezTo>
                    <a:pt x="9967" y="703"/>
                    <a:pt x="9983" y="671"/>
                    <a:pt x="10023" y="671"/>
                  </a:cubicBezTo>
                  <a:cubicBezTo>
                    <a:pt x="10037" y="671"/>
                    <a:pt x="10053" y="675"/>
                    <a:pt x="10076" y="685"/>
                  </a:cubicBezTo>
                  <a:cubicBezTo>
                    <a:pt x="9934" y="685"/>
                    <a:pt x="10161" y="702"/>
                    <a:pt x="10040" y="718"/>
                  </a:cubicBezTo>
                  <a:lnTo>
                    <a:pt x="10040" y="718"/>
                  </a:lnTo>
                  <a:cubicBezTo>
                    <a:pt x="10067" y="715"/>
                    <a:pt x="10094" y="714"/>
                    <a:pt x="10122" y="714"/>
                  </a:cubicBezTo>
                  <a:cubicBezTo>
                    <a:pt x="10279" y="714"/>
                    <a:pt x="10433" y="762"/>
                    <a:pt x="10532" y="762"/>
                  </a:cubicBezTo>
                  <a:cubicBezTo>
                    <a:pt x="10507" y="745"/>
                    <a:pt x="10592" y="745"/>
                    <a:pt x="10592" y="736"/>
                  </a:cubicBezTo>
                  <a:cubicBezTo>
                    <a:pt x="10626" y="745"/>
                    <a:pt x="10617" y="753"/>
                    <a:pt x="10592" y="753"/>
                  </a:cubicBezTo>
                  <a:cubicBezTo>
                    <a:pt x="10651" y="779"/>
                    <a:pt x="10659" y="795"/>
                    <a:pt x="10651" y="821"/>
                  </a:cubicBezTo>
                  <a:lnTo>
                    <a:pt x="10524" y="812"/>
                  </a:lnTo>
                  <a:lnTo>
                    <a:pt x="10524" y="812"/>
                  </a:lnTo>
                  <a:cubicBezTo>
                    <a:pt x="10566" y="821"/>
                    <a:pt x="10583" y="838"/>
                    <a:pt x="10617" y="846"/>
                  </a:cubicBezTo>
                  <a:lnTo>
                    <a:pt x="10668" y="846"/>
                  </a:lnTo>
                  <a:cubicBezTo>
                    <a:pt x="10693" y="838"/>
                    <a:pt x="10693" y="838"/>
                    <a:pt x="10693" y="821"/>
                  </a:cubicBezTo>
                  <a:cubicBezTo>
                    <a:pt x="10736" y="812"/>
                    <a:pt x="10803" y="795"/>
                    <a:pt x="10888" y="770"/>
                  </a:cubicBezTo>
                  <a:lnTo>
                    <a:pt x="11049" y="770"/>
                  </a:lnTo>
                  <a:lnTo>
                    <a:pt x="11023" y="779"/>
                  </a:lnTo>
                  <a:lnTo>
                    <a:pt x="11133" y="770"/>
                  </a:lnTo>
                  <a:lnTo>
                    <a:pt x="11133" y="770"/>
                  </a:lnTo>
                  <a:cubicBezTo>
                    <a:pt x="11108" y="795"/>
                    <a:pt x="11150" y="779"/>
                    <a:pt x="11125" y="804"/>
                  </a:cubicBezTo>
                  <a:cubicBezTo>
                    <a:pt x="11125" y="821"/>
                    <a:pt x="11184" y="821"/>
                    <a:pt x="11252" y="821"/>
                  </a:cubicBezTo>
                  <a:cubicBezTo>
                    <a:pt x="11276" y="817"/>
                    <a:pt x="11302" y="815"/>
                    <a:pt x="11329" y="815"/>
                  </a:cubicBezTo>
                  <a:cubicBezTo>
                    <a:pt x="11367" y="815"/>
                    <a:pt x="11406" y="819"/>
                    <a:pt x="11446" y="829"/>
                  </a:cubicBezTo>
                  <a:lnTo>
                    <a:pt x="11404" y="838"/>
                  </a:lnTo>
                  <a:lnTo>
                    <a:pt x="11556" y="838"/>
                  </a:lnTo>
                  <a:cubicBezTo>
                    <a:pt x="11556" y="838"/>
                    <a:pt x="11573" y="838"/>
                    <a:pt x="11556" y="846"/>
                  </a:cubicBezTo>
                  <a:lnTo>
                    <a:pt x="11421" y="998"/>
                  </a:lnTo>
                  <a:lnTo>
                    <a:pt x="11412" y="998"/>
                  </a:lnTo>
                  <a:cubicBezTo>
                    <a:pt x="11421" y="976"/>
                    <a:pt x="11421" y="966"/>
                    <a:pt x="11412" y="966"/>
                  </a:cubicBezTo>
                  <a:cubicBezTo>
                    <a:pt x="11404" y="966"/>
                    <a:pt x="11390" y="974"/>
                    <a:pt x="11370" y="990"/>
                  </a:cubicBezTo>
                  <a:cubicBezTo>
                    <a:pt x="11370" y="973"/>
                    <a:pt x="11387" y="956"/>
                    <a:pt x="11387" y="948"/>
                  </a:cubicBezTo>
                  <a:lnTo>
                    <a:pt x="11404" y="922"/>
                  </a:lnTo>
                  <a:lnTo>
                    <a:pt x="11412" y="905"/>
                  </a:lnTo>
                  <a:lnTo>
                    <a:pt x="11395" y="905"/>
                  </a:lnTo>
                  <a:cubicBezTo>
                    <a:pt x="11378" y="905"/>
                    <a:pt x="11362" y="897"/>
                    <a:pt x="11378" y="888"/>
                  </a:cubicBezTo>
                  <a:cubicBezTo>
                    <a:pt x="11446" y="888"/>
                    <a:pt x="11446" y="888"/>
                    <a:pt x="11446" y="872"/>
                  </a:cubicBezTo>
                  <a:lnTo>
                    <a:pt x="11446" y="872"/>
                  </a:lnTo>
                  <a:cubicBezTo>
                    <a:pt x="11409" y="877"/>
                    <a:pt x="11375" y="878"/>
                    <a:pt x="11343" y="878"/>
                  </a:cubicBezTo>
                  <a:cubicBezTo>
                    <a:pt x="11327" y="878"/>
                    <a:pt x="11311" y="878"/>
                    <a:pt x="11297" y="878"/>
                  </a:cubicBezTo>
                  <a:cubicBezTo>
                    <a:pt x="11254" y="878"/>
                    <a:pt x="11218" y="880"/>
                    <a:pt x="11192" y="897"/>
                  </a:cubicBezTo>
                  <a:cubicBezTo>
                    <a:pt x="11099" y="897"/>
                    <a:pt x="11175" y="888"/>
                    <a:pt x="11133" y="872"/>
                  </a:cubicBezTo>
                  <a:cubicBezTo>
                    <a:pt x="11133" y="863"/>
                    <a:pt x="11167" y="855"/>
                    <a:pt x="11209" y="846"/>
                  </a:cubicBezTo>
                  <a:lnTo>
                    <a:pt x="10913" y="846"/>
                  </a:lnTo>
                  <a:cubicBezTo>
                    <a:pt x="10888" y="880"/>
                    <a:pt x="11057" y="888"/>
                    <a:pt x="10939" y="914"/>
                  </a:cubicBezTo>
                  <a:cubicBezTo>
                    <a:pt x="10917" y="921"/>
                    <a:pt x="10890" y="952"/>
                    <a:pt x="10847" y="952"/>
                  </a:cubicBezTo>
                  <a:cubicBezTo>
                    <a:pt x="10839" y="952"/>
                    <a:pt x="10830" y="950"/>
                    <a:pt x="10820" y="948"/>
                  </a:cubicBezTo>
                  <a:cubicBezTo>
                    <a:pt x="10820" y="945"/>
                    <a:pt x="10821" y="943"/>
                    <a:pt x="10823" y="942"/>
                  </a:cubicBezTo>
                  <a:lnTo>
                    <a:pt x="10823" y="942"/>
                  </a:lnTo>
                  <a:cubicBezTo>
                    <a:pt x="10822" y="942"/>
                    <a:pt x="10821" y="942"/>
                    <a:pt x="10820" y="942"/>
                  </a:cubicBezTo>
                  <a:cubicBezTo>
                    <a:pt x="10802" y="942"/>
                    <a:pt x="10796" y="931"/>
                    <a:pt x="10769" y="931"/>
                  </a:cubicBezTo>
                  <a:cubicBezTo>
                    <a:pt x="10769" y="910"/>
                    <a:pt x="10783" y="904"/>
                    <a:pt x="10801" y="900"/>
                  </a:cubicBezTo>
                  <a:lnTo>
                    <a:pt x="10801" y="900"/>
                  </a:lnTo>
                  <a:cubicBezTo>
                    <a:pt x="10801" y="900"/>
                    <a:pt x="10802" y="900"/>
                    <a:pt x="10802" y="900"/>
                  </a:cubicBezTo>
                  <a:cubicBezTo>
                    <a:pt x="10814" y="900"/>
                    <a:pt x="10826" y="898"/>
                    <a:pt x="10838" y="896"/>
                  </a:cubicBezTo>
                  <a:lnTo>
                    <a:pt x="10838" y="896"/>
                  </a:lnTo>
                  <a:cubicBezTo>
                    <a:pt x="10825" y="898"/>
                    <a:pt x="10812" y="898"/>
                    <a:pt x="10801" y="900"/>
                  </a:cubicBezTo>
                  <a:lnTo>
                    <a:pt x="10801" y="900"/>
                  </a:lnTo>
                  <a:cubicBezTo>
                    <a:pt x="10793" y="900"/>
                    <a:pt x="10785" y="899"/>
                    <a:pt x="10778" y="897"/>
                  </a:cubicBezTo>
                  <a:lnTo>
                    <a:pt x="10786" y="888"/>
                  </a:lnTo>
                  <a:lnTo>
                    <a:pt x="10702" y="888"/>
                  </a:lnTo>
                  <a:cubicBezTo>
                    <a:pt x="10659" y="914"/>
                    <a:pt x="10761" y="897"/>
                    <a:pt x="10761" y="914"/>
                  </a:cubicBezTo>
                  <a:lnTo>
                    <a:pt x="10702" y="931"/>
                  </a:lnTo>
                  <a:cubicBezTo>
                    <a:pt x="10685" y="932"/>
                    <a:pt x="10668" y="933"/>
                    <a:pt x="10651" y="933"/>
                  </a:cubicBezTo>
                  <a:cubicBezTo>
                    <a:pt x="10567" y="933"/>
                    <a:pt x="10483" y="915"/>
                    <a:pt x="10406" y="880"/>
                  </a:cubicBezTo>
                  <a:cubicBezTo>
                    <a:pt x="10389" y="877"/>
                    <a:pt x="10378" y="875"/>
                    <a:pt x="10369" y="875"/>
                  </a:cubicBezTo>
                  <a:cubicBezTo>
                    <a:pt x="10332" y="875"/>
                    <a:pt x="10350" y="900"/>
                    <a:pt x="10329" y="914"/>
                  </a:cubicBezTo>
                  <a:cubicBezTo>
                    <a:pt x="10319" y="917"/>
                    <a:pt x="10309" y="919"/>
                    <a:pt x="10299" y="919"/>
                  </a:cubicBezTo>
                  <a:cubicBezTo>
                    <a:pt x="10266" y="919"/>
                    <a:pt x="10236" y="904"/>
                    <a:pt x="10203" y="904"/>
                  </a:cubicBezTo>
                  <a:cubicBezTo>
                    <a:pt x="10197" y="904"/>
                    <a:pt x="10191" y="904"/>
                    <a:pt x="10186" y="905"/>
                  </a:cubicBezTo>
                  <a:cubicBezTo>
                    <a:pt x="10186" y="931"/>
                    <a:pt x="10126" y="922"/>
                    <a:pt x="10126" y="948"/>
                  </a:cubicBezTo>
                  <a:lnTo>
                    <a:pt x="10050" y="939"/>
                  </a:lnTo>
                  <a:lnTo>
                    <a:pt x="10050" y="939"/>
                  </a:lnTo>
                  <a:cubicBezTo>
                    <a:pt x="10000" y="973"/>
                    <a:pt x="10143" y="956"/>
                    <a:pt x="10160" y="973"/>
                  </a:cubicBezTo>
                  <a:cubicBezTo>
                    <a:pt x="10181" y="994"/>
                    <a:pt x="10167" y="996"/>
                    <a:pt x="10150" y="996"/>
                  </a:cubicBezTo>
                  <a:cubicBezTo>
                    <a:pt x="10145" y="996"/>
                    <a:pt x="10141" y="996"/>
                    <a:pt x="10137" y="996"/>
                  </a:cubicBezTo>
                  <a:cubicBezTo>
                    <a:pt x="10125" y="996"/>
                    <a:pt x="10117" y="997"/>
                    <a:pt x="10126" y="1007"/>
                  </a:cubicBezTo>
                  <a:cubicBezTo>
                    <a:pt x="10194" y="1007"/>
                    <a:pt x="10194" y="982"/>
                    <a:pt x="10228" y="982"/>
                  </a:cubicBezTo>
                  <a:cubicBezTo>
                    <a:pt x="10262" y="982"/>
                    <a:pt x="10279" y="990"/>
                    <a:pt x="10279" y="1007"/>
                  </a:cubicBezTo>
                  <a:cubicBezTo>
                    <a:pt x="10260" y="1002"/>
                    <a:pt x="10246" y="1000"/>
                    <a:pt x="10236" y="1000"/>
                  </a:cubicBezTo>
                  <a:cubicBezTo>
                    <a:pt x="10199" y="1000"/>
                    <a:pt x="10203" y="1025"/>
                    <a:pt x="10159" y="1025"/>
                  </a:cubicBezTo>
                  <a:cubicBezTo>
                    <a:pt x="10155" y="1025"/>
                    <a:pt x="10149" y="1024"/>
                    <a:pt x="10143" y="1024"/>
                  </a:cubicBezTo>
                  <a:lnTo>
                    <a:pt x="10143" y="1015"/>
                  </a:lnTo>
                  <a:cubicBezTo>
                    <a:pt x="10143" y="1021"/>
                    <a:pt x="10138" y="1024"/>
                    <a:pt x="10129" y="1026"/>
                  </a:cubicBezTo>
                  <a:lnTo>
                    <a:pt x="10129" y="1026"/>
                  </a:lnTo>
                  <a:cubicBezTo>
                    <a:pt x="10076" y="1024"/>
                    <a:pt x="10024" y="1022"/>
                    <a:pt x="9972" y="1019"/>
                  </a:cubicBezTo>
                  <a:lnTo>
                    <a:pt x="9972" y="1019"/>
                  </a:lnTo>
                  <a:cubicBezTo>
                    <a:pt x="9975" y="1021"/>
                    <a:pt x="9979" y="1022"/>
                    <a:pt x="9983" y="1024"/>
                  </a:cubicBezTo>
                  <a:cubicBezTo>
                    <a:pt x="9989" y="1023"/>
                    <a:pt x="9998" y="1022"/>
                    <a:pt x="10007" y="1022"/>
                  </a:cubicBezTo>
                  <a:cubicBezTo>
                    <a:pt x="10037" y="1022"/>
                    <a:pt x="10078" y="1027"/>
                    <a:pt x="10107" y="1027"/>
                  </a:cubicBezTo>
                  <a:cubicBezTo>
                    <a:pt x="10116" y="1027"/>
                    <a:pt x="10123" y="1027"/>
                    <a:pt x="10129" y="1026"/>
                  </a:cubicBezTo>
                  <a:lnTo>
                    <a:pt x="10129" y="1026"/>
                  </a:lnTo>
                  <a:cubicBezTo>
                    <a:pt x="10168" y="1027"/>
                    <a:pt x="10207" y="1027"/>
                    <a:pt x="10246" y="1027"/>
                  </a:cubicBezTo>
                  <a:cubicBezTo>
                    <a:pt x="10294" y="1027"/>
                    <a:pt x="10342" y="1026"/>
                    <a:pt x="10389" y="1024"/>
                  </a:cubicBezTo>
                  <a:lnTo>
                    <a:pt x="10389" y="1024"/>
                  </a:lnTo>
                  <a:lnTo>
                    <a:pt x="10338" y="1041"/>
                  </a:lnTo>
                  <a:cubicBezTo>
                    <a:pt x="10382" y="1057"/>
                    <a:pt x="10414" y="1064"/>
                    <a:pt x="10439" y="1064"/>
                  </a:cubicBezTo>
                  <a:cubicBezTo>
                    <a:pt x="10514" y="1064"/>
                    <a:pt x="10524" y="1005"/>
                    <a:pt x="10600" y="998"/>
                  </a:cubicBezTo>
                  <a:lnTo>
                    <a:pt x="10600" y="998"/>
                  </a:lnTo>
                  <a:cubicBezTo>
                    <a:pt x="10558" y="1007"/>
                    <a:pt x="10575" y="1015"/>
                    <a:pt x="10609" y="1024"/>
                  </a:cubicBezTo>
                  <a:lnTo>
                    <a:pt x="10642" y="1024"/>
                  </a:lnTo>
                  <a:lnTo>
                    <a:pt x="10651" y="1032"/>
                  </a:lnTo>
                  <a:cubicBezTo>
                    <a:pt x="10659" y="1032"/>
                    <a:pt x="10668" y="1041"/>
                    <a:pt x="10676" y="1049"/>
                  </a:cubicBezTo>
                  <a:cubicBezTo>
                    <a:pt x="10711" y="1021"/>
                    <a:pt x="10758" y="1005"/>
                    <a:pt x="10807" y="1005"/>
                  </a:cubicBezTo>
                  <a:cubicBezTo>
                    <a:pt x="10817" y="1005"/>
                    <a:pt x="10827" y="1005"/>
                    <a:pt x="10837" y="1007"/>
                  </a:cubicBezTo>
                  <a:cubicBezTo>
                    <a:pt x="10829" y="1032"/>
                    <a:pt x="10786" y="1075"/>
                    <a:pt x="10812" y="1075"/>
                  </a:cubicBezTo>
                  <a:lnTo>
                    <a:pt x="10862" y="1058"/>
                  </a:lnTo>
                  <a:cubicBezTo>
                    <a:pt x="10868" y="1060"/>
                    <a:pt x="10877" y="1060"/>
                    <a:pt x="10886" y="1060"/>
                  </a:cubicBezTo>
                  <a:cubicBezTo>
                    <a:pt x="10903" y="1060"/>
                    <a:pt x="10923" y="1058"/>
                    <a:pt x="10937" y="1058"/>
                  </a:cubicBezTo>
                  <a:cubicBezTo>
                    <a:pt x="10950" y="1058"/>
                    <a:pt x="10959" y="1060"/>
                    <a:pt x="10955" y="1066"/>
                  </a:cubicBezTo>
                  <a:lnTo>
                    <a:pt x="10947" y="1066"/>
                  </a:lnTo>
                  <a:cubicBezTo>
                    <a:pt x="10949" y="1067"/>
                    <a:pt x="10951" y="1067"/>
                    <a:pt x="10954" y="1067"/>
                  </a:cubicBezTo>
                  <a:cubicBezTo>
                    <a:pt x="10979" y="1067"/>
                    <a:pt x="11037" y="1040"/>
                    <a:pt x="11015" y="1032"/>
                  </a:cubicBezTo>
                  <a:lnTo>
                    <a:pt x="11091" y="1024"/>
                  </a:lnTo>
                  <a:lnTo>
                    <a:pt x="11074" y="1032"/>
                  </a:lnTo>
                  <a:cubicBezTo>
                    <a:pt x="11081" y="1030"/>
                    <a:pt x="11087" y="1029"/>
                    <a:pt x="11090" y="1029"/>
                  </a:cubicBezTo>
                  <a:cubicBezTo>
                    <a:pt x="11099" y="1029"/>
                    <a:pt x="11099" y="1035"/>
                    <a:pt x="11099" y="1041"/>
                  </a:cubicBezTo>
                  <a:cubicBezTo>
                    <a:pt x="11108" y="1049"/>
                    <a:pt x="11108" y="1058"/>
                    <a:pt x="11108" y="1066"/>
                  </a:cubicBezTo>
                  <a:cubicBezTo>
                    <a:pt x="11116" y="1100"/>
                    <a:pt x="11099" y="1134"/>
                    <a:pt x="11082" y="1159"/>
                  </a:cubicBezTo>
                  <a:cubicBezTo>
                    <a:pt x="11080" y="1158"/>
                    <a:pt x="11077" y="1157"/>
                    <a:pt x="11073" y="1157"/>
                  </a:cubicBezTo>
                  <a:cubicBezTo>
                    <a:pt x="11050" y="1157"/>
                    <a:pt x="11006" y="1186"/>
                    <a:pt x="10992" y="1186"/>
                  </a:cubicBezTo>
                  <a:cubicBezTo>
                    <a:pt x="10985" y="1186"/>
                    <a:pt x="10985" y="1179"/>
                    <a:pt x="10998" y="1159"/>
                  </a:cubicBezTo>
                  <a:cubicBezTo>
                    <a:pt x="10999" y="1162"/>
                    <a:pt x="11002" y="1164"/>
                    <a:pt x="11006" y="1164"/>
                  </a:cubicBezTo>
                  <a:cubicBezTo>
                    <a:pt x="11022" y="1164"/>
                    <a:pt x="11053" y="1141"/>
                    <a:pt x="11074" y="1134"/>
                  </a:cubicBezTo>
                  <a:cubicBezTo>
                    <a:pt x="11099" y="1100"/>
                    <a:pt x="11074" y="1092"/>
                    <a:pt x="11074" y="1083"/>
                  </a:cubicBezTo>
                  <a:cubicBezTo>
                    <a:pt x="11032" y="1100"/>
                    <a:pt x="10989" y="1108"/>
                    <a:pt x="10947" y="1117"/>
                  </a:cubicBezTo>
                  <a:cubicBezTo>
                    <a:pt x="10972" y="1117"/>
                    <a:pt x="10947" y="1159"/>
                    <a:pt x="10922" y="1193"/>
                  </a:cubicBezTo>
                  <a:cubicBezTo>
                    <a:pt x="10905" y="1227"/>
                    <a:pt x="10888" y="1261"/>
                    <a:pt x="10922" y="1269"/>
                  </a:cubicBezTo>
                  <a:cubicBezTo>
                    <a:pt x="10896" y="1303"/>
                    <a:pt x="10871" y="1337"/>
                    <a:pt x="10845" y="1371"/>
                  </a:cubicBezTo>
                  <a:lnTo>
                    <a:pt x="10820" y="1405"/>
                  </a:lnTo>
                  <a:lnTo>
                    <a:pt x="10786" y="1447"/>
                  </a:lnTo>
                  <a:cubicBezTo>
                    <a:pt x="10761" y="1472"/>
                    <a:pt x="10736" y="1498"/>
                    <a:pt x="10710" y="1523"/>
                  </a:cubicBezTo>
                  <a:cubicBezTo>
                    <a:pt x="10716" y="1523"/>
                    <a:pt x="10725" y="1519"/>
                    <a:pt x="10731" y="1519"/>
                  </a:cubicBezTo>
                  <a:cubicBezTo>
                    <a:pt x="10734" y="1519"/>
                    <a:pt x="10736" y="1520"/>
                    <a:pt x="10736" y="1523"/>
                  </a:cubicBezTo>
                  <a:lnTo>
                    <a:pt x="10626" y="1599"/>
                  </a:lnTo>
                  <a:lnTo>
                    <a:pt x="10642" y="1574"/>
                  </a:lnTo>
                  <a:lnTo>
                    <a:pt x="10566" y="1616"/>
                  </a:lnTo>
                  <a:cubicBezTo>
                    <a:pt x="10549" y="1616"/>
                    <a:pt x="10575" y="1574"/>
                    <a:pt x="10583" y="1557"/>
                  </a:cubicBezTo>
                  <a:cubicBezTo>
                    <a:pt x="10594" y="1546"/>
                    <a:pt x="10604" y="1539"/>
                    <a:pt x="10609" y="1539"/>
                  </a:cubicBezTo>
                  <a:cubicBezTo>
                    <a:pt x="10611" y="1539"/>
                    <a:pt x="10612" y="1542"/>
                    <a:pt x="10609" y="1548"/>
                  </a:cubicBezTo>
                  <a:cubicBezTo>
                    <a:pt x="10619" y="1527"/>
                    <a:pt x="10621" y="1520"/>
                    <a:pt x="10617" y="1520"/>
                  </a:cubicBezTo>
                  <a:cubicBezTo>
                    <a:pt x="10610" y="1520"/>
                    <a:pt x="10578" y="1555"/>
                    <a:pt x="10568" y="1555"/>
                  </a:cubicBezTo>
                  <a:cubicBezTo>
                    <a:pt x="10564" y="1555"/>
                    <a:pt x="10563" y="1551"/>
                    <a:pt x="10566" y="1540"/>
                  </a:cubicBezTo>
                  <a:cubicBezTo>
                    <a:pt x="10583" y="1523"/>
                    <a:pt x="10600" y="1506"/>
                    <a:pt x="10609" y="1489"/>
                  </a:cubicBezTo>
                  <a:lnTo>
                    <a:pt x="10609" y="1489"/>
                  </a:lnTo>
                  <a:cubicBezTo>
                    <a:pt x="10532" y="1548"/>
                    <a:pt x="10532" y="1616"/>
                    <a:pt x="10456" y="1633"/>
                  </a:cubicBezTo>
                  <a:cubicBezTo>
                    <a:pt x="10431" y="1709"/>
                    <a:pt x="10380" y="1777"/>
                    <a:pt x="10313" y="1827"/>
                  </a:cubicBezTo>
                  <a:cubicBezTo>
                    <a:pt x="10315" y="1823"/>
                    <a:pt x="10315" y="1821"/>
                    <a:pt x="10315" y="1821"/>
                  </a:cubicBezTo>
                  <a:lnTo>
                    <a:pt x="10315" y="1821"/>
                  </a:lnTo>
                  <a:cubicBezTo>
                    <a:pt x="10311" y="1821"/>
                    <a:pt x="10279" y="1862"/>
                    <a:pt x="10267" y="1862"/>
                  </a:cubicBezTo>
                  <a:cubicBezTo>
                    <a:pt x="10262" y="1862"/>
                    <a:pt x="10260" y="1857"/>
                    <a:pt x="10262" y="1844"/>
                  </a:cubicBezTo>
                  <a:lnTo>
                    <a:pt x="10262" y="1844"/>
                  </a:lnTo>
                  <a:cubicBezTo>
                    <a:pt x="10252" y="1869"/>
                    <a:pt x="10224" y="1894"/>
                    <a:pt x="10203" y="1916"/>
                  </a:cubicBezTo>
                  <a:lnTo>
                    <a:pt x="10203" y="1916"/>
                  </a:lnTo>
                  <a:cubicBezTo>
                    <a:pt x="10213" y="1907"/>
                    <a:pt x="10225" y="1899"/>
                    <a:pt x="10236" y="1895"/>
                  </a:cubicBezTo>
                  <a:lnTo>
                    <a:pt x="10236" y="1895"/>
                  </a:lnTo>
                  <a:cubicBezTo>
                    <a:pt x="10211" y="1929"/>
                    <a:pt x="10219" y="1946"/>
                    <a:pt x="10186" y="1971"/>
                  </a:cubicBezTo>
                  <a:lnTo>
                    <a:pt x="10177" y="1971"/>
                  </a:lnTo>
                  <a:cubicBezTo>
                    <a:pt x="10152" y="2030"/>
                    <a:pt x="10211" y="2039"/>
                    <a:pt x="10135" y="2115"/>
                  </a:cubicBezTo>
                  <a:cubicBezTo>
                    <a:pt x="10086" y="2168"/>
                    <a:pt x="10062" y="2188"/>
                    <a:pt x="10051" y="2188"/>
                  </a:cubicBezTo>
                  <a:cubicBezTo>
                    <a:pt x="10024" y="2188"/>
                    <a:pt x="10100" y="2047"/>
                    <a:pt x="10079" y="2047"/>
                  </a:cubicBezTo>
                  <a:cubicBezTo>
                    <a:pt x="10078" y="2047"/>
                    <a:pt x="10077" y="2047"/>
                    <a:pt x="10076" y="2047"/>
                  </a:cubicBezTo>
                  <a:cubicBezTo>
                    <a:pt x="10084" y="2064"/>
                    <a:pt x="10000" y="2166"/>
                    <a:pt x="9949" y="2191"/>
                  </a:cubicBezTo>
                  <a:lnTo>
                    <a:pt x="9949" y="2174"/>
                  </a:lnTo>
                  <a:cubicBezTo>
                    <a:pt x="9932" y="2200"/>
                    <a:pt x="9915" y="2234"/>
                    <a:pt x="9881" y="2242"/>
                  </a:cubicBezTo>
                  <a:cubicBezTo>
                    <a:pt x="9890" y="2276"/>
                    <a:pt x="9890" y="2310"/>
                    <a:pt x="9881" y="2343"/>
                  </a:cubicBezTo>
                  <a:lnTo>
                    <a:pt x="9788" y="2428"/>
                  </a:lnTo>
                  <a:lnTo>
                    <a:pt x="9788" y="2428"/>
                  </a:lnTo>
                  <a:lnTo>
                    <a:pt x="9797" y="2403"/>
                  </a:lnTo>
                  <a:lnTo>
                    <a:pt x="9797" y="2403"/>
                  </a:lnTo>
                  <a:cubicBezTo>
                    <a:pt x="9788" y="2428"/>
                    <a:pt x="9763" y="2445"/>
                    <a:pt x="9746" y="2462"/>
                  </a:cubicBezTo>
                  <a:cubicBezTo>
                    <a:pt x="9729" y="2453"/>
                    <a:pt x="9754" y="2437"/>
                    <a:pt x="9780" y="2403"/>
                  </a:cubicBezTo>
                  <a:cubicBezTo>
                    <a:pt x="9754" y="2403"/>
                    <a:pt x="9737" y="2420"/>
                    <a:pt x="9729" y="2453"/>
                  </a:cubicBezTo>
                  <a:lnTo>
                    <a:pt x="9737" y="2445"/>
                  </a:lnTo>
                  <a:lnTo>
                    <a:pt x="9737" y="2445"/>
                  </a:lnTo>
                  <a:cubicBezTo>
                    <a:pt x="9724" y="2465"/>
                    <a:pt x="9677" y="2535"/>
                    <a:pt x="9699" y="2535"/>
                  </a:cubicBezTo>
                  <a:cubicBezTo>
                    <a:pt x="9705" y="2535"/>
                    <a:pt x="9714" y="2531"/>
                    <a:pt x="9729" y="2521"/>
                  </a:cubicBezTo>
                  <a:lnTo>
                    <a:pt x="9729" y="2521"/>
                  </a:lnTo>
                  <a:cubicBezTo>
                    <a:pt x="9687" y="2580"/>
                    <a:pt x="9644" y="2563"/>
                    <a:pt x="9610" y="2606"/>
                  </a:cubicBezTo>
                  <a:cubicBezTo>
                    <a:pt x="9602" y="2589"/>
                    <a:pt x="9627" y="2563"/>
                    <a:pt x="9602" y="2563"/>
                  </a:cubicBezTo>
                  <a:cubicBezTo>
                    <a:pt x="9568" y="2589"/>
                    <a:pt x="9543" y="2614"/>
                    <a:pt x="9517" y="2640"/>
                  </a:cubicBezTo>
                  <a:cubicBezTo>
                    <a:pt x="9523" y="2637"/>
                    <a:pt x="9527" y="2635"/>
                    <a:pt x="9530" y="2635"/>
                  </a:cubicBezTo>
                  <a:cubicBezTo>
                    <a:pt x="9537" y="2635"/>
                    <a:pt x="9534" y="2645"/>
                    <a:pt x="9541" y="2645"/>
                  </a:cubicBezTo>
                  <a:cubicBezTo>
                    <a:pt x="9545" y="2645"/>
                    <a:pt x="9553" y="2641"/>
                    <a:pt x="9568" y="2631"/>
                  </a:cubicBezTo>
                  <a:lnTo>
                    <a:pt x="9568" y="2631"/>
                  </a:lnTo>
                  <a:cubicBezTo>
                    <a:pt x="9560" y="2656"/>
                    <a:pt x="9517" y="2690"/>
                    <a:pt x="9526" y="2699"/>
                  </a:cubicBezTo>
                  <a:cubicBezTo>
                    <a:pt x="9534" y="2682"/>
                    <a:pt x="9551" y="2665"/>
                    <a:pt x="9577" y="2656"/>
                  </a:cubicBezTo>
                  <a:lnTo>
                    <a:pt x="9577" y="2656"/>
                  </a:lnTo>
                  <a:cubicBezTo>
                    <a:pt x="9534" y="2707"/>
                    <a:pt x="9475" y="2750"/>
                    <a:pt x="9424" y="2775"/>
                  </a:cubicBezTo>
                  <a:cubicBezTo>
                    <a:pt x="9424" y="2766"/>
                    <a:pt x="9424" y="2766"/>
                    <a:pt x="9424" y="2758"/>
                  </a:cubicBezTo>
                  <a:cubicBezTo>
                    <a:pt x="9382" y="2834"/>
                    <a:pt x="9280" y="2910"/>
                    <a:pt x="9255" y="2969"/>
                  </a:cubicBezTo>
                  <a:lnTo>
                    <a:pt x="9280" y="2961"/>
                  </a:lnTo>
                  <a:cubicBezTo>
                    <a:pt x="9289" y="2936"/>
                    <a:pt x="9314" y="2919"/>
                    <a:pt x="9340" y="2910"/>
                  </a:cubicBezTo>
                  <a:lnTo>
                    <a:pt x="9340" y="2910"/>
                  </a:lnTo>
                  <a:cubicBezTo>
                    <a:pt x="9319" y="2936"/>
                    <a:pt x="9331" y="2936"/>
                    <a:pt x="9344" y="2936"/>
                  </a:cubicBezTo>
                  <a:cubicBezTo>
                    <a:pt x="9357" y="2936"/>
                    <a:pt x="9369" y="2936"/>
                    <a:pt x="9348" y="2961"/>
                  </a:cubicBezTo>
                  <a:cubicBezTo>
                    <a:pt x="9289" y="3029"/>
                    <a:pt x="9196" y="3054"/>
                    <a:pt x="9179" y="3113"/>
                  </a:cubicBezTo>
                  <a:cubicBezTo>
                    <a:pt x="9255" y="3063"/>
                    <a:pt x="9357" y="3003"/>
                    <a:pt x="9374" y="2969"/>
                  </a:cubicBezTo>
                  <a:lnTo>
                    <a:pt x="9374" y="2969"/>
                  </a:lnTo>
                  <a:lnTo>
                    <a:pt x="9331" y="3003"/>
                  </a:lnTo>
                  <a:lnTo>
                    <a:pt x="9407" y="2885"/>
                  </a:lnTo>
                  <a:cubicBezTo>
                    <a:pt x="9408" y="2885"/>
                    <a:pt x="9408" y="2885"/>
                    <a:pt x="9409" y="2885"/>
                  </a:cubicBezTo>
                  <a:cubicBezTo>
                    <a:pt x="9421" y="2885"/>
                    <a:pt x="9473" y="2823"/>
                    <a:pt x="9495" y="2823"/>
                  </a:cubicBezTo>
                  <a:cubicBezTo>
                    <a:pt x="9497" y="2823"/>
                    <a:pt x="9499" y="2824"/>
                    <a:pt x="9500" y="2826"/>
                  </a:cubicBezTo>
                  <a:cubicBezTo>
                    <a:pt x="9467" y="2860"/>
                    <a:pt x="9441" y="2885"/>
                    <a:pt x="9416" y="2910"/>
                  </a:cubicBezTo>
                  <a:cubicBezTo>
                    <a:pt x="9416" y="2911"/>
                    <a:pt x="9417" y="2911"/>
                    <a:pt x="9418" y="2911"/>
                  </a:cubicBezTo>
                  <a:cubicBezTo>
                    <a:pt x="9433" y="2911"/>
                    <a:pt x="9511" y="2841"/>
                    <a:pt x="9551" y="2809"/>
                  </a:cubicBezTo>
                  <a:lnTo>
                    <a:pt x="9551" y="2809"/>
                  </a:lnTo>
                  <a:lnTo>
                    <a:pt x="9500" y="2843"/>
                  </a:lnTo>
                  <a:cubicBezTo>
                    <a:pt x="9560" y="2758"/>
                    <a:pt x="9670" y="2673"/>
                    <a:pt x="9737" y="2597"/>
                  </a:cubicBezTo>
                  <a:lnTo>
                    <a:pt x="9737" y="2597"/>
                  </a:lnTo>
                  <a:cubicBezTo>
                    <a:pt x="9726" y="2612"/>
                    <a:pt x="9724" y="2618"/>
                    <a:pt x="9728" y="2618"/>
                  </a:cubicBezTo>
                  <a:cubicBezTo>
                    <a:pt x="9738" y="2618"/>
                    <a:pt x="9786" y="2581"/>
                    <a:pt x="9798" y="2581"/>
                  </a:cubicBezTo>
                  <a:cubicBezTo>
                    <a:pt x="9803" y="2581"/>
                    <a:pt x="9803" y="2585"/>
                    <a:pt x="9797" y="2597"/>
                  </a:cubicBezTo>
                  <a:cubicBezTo>
                    <a:pt x="9780" y="2631"/>
                    <a:pt x="9737" y="2640"/>
                    <a:pt x="9754" y="2640"/>
                  </a:cubicBezTo>
                  <a:cubicBezTo>
                    <a:pt x="9756" y="2644"/>
                    <a:pt x="9758" y="2645"/>
                    <a:pt x="9760" y="2645"/>
                  </a:cubicBezTo>
                  <a:cubicBezTo>
                    <a:pt x="9773" y="2645"/>
                    <a:pt x="9802" y="2597"/>
                    <a:pt x="9830" y="2597"/>
                  </a:cubicBezTo>
                  <a:cubicBezTo>
                    <a:pt x="9823" y="2583"/>
                    <a:pt x="9878" y="2524"/>
                    <a:pt x="9856" y="2524"/>
                  </a:cubicBezTo>
                  <a:cubicBezTo>
                    <a:pt x="9853" y="2524"/>
                    <a:pt x="9847" y="2526"/>
                    <a:pt x="9839" y="2530"/>
                  </a:cubicBezTo>
                  <a:cubicBezTo>
                    <a:pt x="9873" y="2513"/>
                    <a:pt x="9915" y="2445"/>
                    <a:pt x="9957" y="2428"/>
                  </a:cubicBezTo>
                  <a:cubicBezTo>
                    <a:pt x="9923" y="2411"/>
                    <a:pt x="10008" y="2352"/>
                    <a:pt x="10008" y="2335"/>
                  </a:cubicBezTo>
                  <a:cubicBezTo>
                    <a:pt x="10025" y="2318"/>
                    <a:pt x="10042" y="2310"/>
                    <a:pt x="10059" y="2310"/>
                  </a:cubicBezTo>
                  <a:cubicBezTo>
                    <a:pt x="10033" y="2343"/>
                    <a:pt x="10008" y="2386"/>
                    <a:pt x="9974" y="2437"/>
                  </a:cubicBezTo>
                  <a:cubicBezTo>
                    <a:pt x="9957" y="2445"/>
                    <a:pt x="9923" y="2470"/>
                    <a:pt x="9940" y="2470"/>
                  </a:cubicBezTo>
                  <a:lnTo>
                    <a:pt x="9940" y="2479"/>
                  </a:lnTo>
                  <a:cubicBezTo>
                    <a:pt x="9881" y="2572"/>
                    <a:pt x="9813" y="2665"/>
                    <a:pt x="9780" y="2707"/>
                  </a:cubicBezTo>
                  <a:lnTo>
                    <a:pt x="9788" y="2682"/>
                  </a:lnTo>
                  <a:lnTo>
                    <a:pt x="9788" y="2682"/>
                  </a:lnTo>
                  <a:cubicBezTo>
                    <a:pt x="9754" y="2758"/>
                    <a:pt x="9661" y="2792"/>
                    <a:pt x="9619" y="2868"/>
                  </a:cubicBezTo>
                  <a:cubicBezTo>
                    <a:pt x="9619" y="2868"/>
                    <a:pt x="9619" y="2860"/>
                    <a:pt x="9616" y="2860"/>
                  </a:cubicBezTo>
                  <a:cubicBezTo>
                    <a:pt x="9615" y="2860"/>
                    <a:pt x="9613" y="2862"/>
                    <a:pt x="9610" y="2868"/>
                  </a:cubicBezTo>
                  <a:cubicBezTo>
                    <a:pt x="9548" y="2912"/>
                    <a:pt x="9532" y="2960"/>
                    <a:pt x="9493" y="2996"/>
                  </a:cubicBezTo>
                  <a:lnTo>
                    <a:pt x="9493" y="2996"/>
                  </a:lnTo>
                  <a:cubicBezTo>
                    <a:pt x="9506" y="2984"/>
                    <a:pt x="9520" y="2973"/>
                    <a:pt x="9534" y="2961"/>
                  </a:cubicBezTo>
                  <a:lnTo>
                    <a:pt x="9534" y="2961"/>
                  </a:lnTo>
                  <a:cubicBezTo>
                    <a:pt x="9517" y="3003"/>
                    <a:pt x="9484" y="3037"/>
                    <a:pt x="9450" y="3063"/>
                  </a:cubicBezTo>
                  <a:lnTo>
                    <a:pt x="9467" y="3088"/>
                  </a:lnTo>
                  <a:cubicBezTo>
                    <a:pt x="9441" y="3147"/>
                    <a:pt x="9374" y="3147"/>
                    <a:pt x="9348" y="3198"/>
                  </a:cubicBezTo>
                  <a:lnTo>
                    <a:pt x="9407" y="3173"/>
                  </a:lnTo>
                  <a:lnTo>
                    <a:pt x="9407" y="3181"/>
                  </a:lnTo>
                  <a:cubicBezTo>
                    <a:pt x="9424" y="3173"/>
                    <a:pt x="9433" y="3156"/>
                    <a:pt x="9441" y="3139"/>
                  </a:cubicBezTo>
                  <a:cubicBezTo>
                    <a:pt x="9478" y="3094"/>
                    <a:pt x="9522" y="3069"/>
                    <a:pt x="9571" y="3069"/>
                  </a:cubicBezTo>
                  <a:cubicBezTo>
                    <a:pt x="9579" y="3069"/>
                    <a:pt x="9586" y="3070"/>
                    <a:pt x="9593" y="3071"/>
                  </a:cubicBezTo>
                  <a:cubicBezTo>
                    <a:pt x="9601" y="3067"/>
                    <a:pt x="9606" y="3065"/>
                    <a:pt x="9609" y="3065"/>
                  </a:cubicBezTo>
                  <a:cubicBezTo>
                    <a:pt x="9626" y="3065"/>
                    <a:pt x="9605" y="3106"/>
                    <a:pt x="9619" y="3113"/>
                  </a:cubicBezTo>
                  <a:cubicBezTo>
                    <a:pt x="9670" y="3071"/>
                    <a:pt x="9644" y="3046"/>
                    <a:pt x="9695" y="2995"/>
                  </a:cubicBezTo>
                  <a:cubicBezTo>
                    <a:pt x="9700" y="2993"/>
                    <a:pt x="9703" y="2993"/>
                    <a:pt x="9706" y="2993"/>
                  </a:cubicBezTo>
                  <a:cubicBezTo>
                    <a:pt x="9712" y="2993"/>
                    <a:pt x="9713" y="2996"/>
                    <a:pt x="9711" y="3000"/>
                  </a:cubicBezTo>
                  <a:lnTo>
                    <a:pt x="9711" y="3000"/>
                  </a:lnTo>
                  <a:lnTo>
                    <a:pt x="9737" y="2961"/>
                  </a:lnTo>
                  <a:cubicBezTo>
                    <a:pt x="9738" y="2961"/>
                    <a:pt x="9738" y="2962"/>
                    <a:pt x="9739" y="2962"/>
                  </a:cubicBezTo>
                  <a:cubicBezTo>
                    <a:pt x="9751" y="2962"/>
                    <a:pt x="9794" y="2930"/>
                    <a:pt x="9805" y="2930"/>
                  </a:cubicBezTo>
                  <a:cubicBezTo>
                    <a:pt x="9810" y="2930"/>
                    <a:pt x="9809" y="2936"/>
                    <a:pt x="9797" y="2953"/>
                  </a:cubicBezTo>
                  <a:lnTo>
                    <a:pt x="9763" y="2986"/>
                  </a:lnTo>
                  <a:cubicBezTo>
                    <a:pt x="9843" y="2943"/>
                    <a:pt x="9961" y="2861"/>
                    <a:pt x="10003" y="2861"/>
                  </a:cubicBezTo>
                  <a:cubicBezTo>
                    <a:pt x="10009" y="2861"/>
                    <a:pt x="10014" y="2863"/>
                    <a:pt x="10016" y="2868"/>
                  </a:cubicBezTo>
                  <a:cubicBezTo>
                    <a:pt x="10059" y="2834"/>
                    <a:pt x="10042" y="2834"/>
                    <a:pt x="10110" y="2783"/>
                  </a:cubicBezTo>
                  <a:cubicBezTo>
                    <a:pt x="10126" y="2741"/>
                    <a:pt x="10076" y="2750"/>
                    <a:pt x="10135" y="2673"/>
                  </a:cubicBezTo>
                  <a:lnTo>
                    <a:pt x="10135" y="2673"/>
                  </a:lnTo>
                  <a:lnTo>
                    <a:pt x="10076" y="2716"/>
                  </a:lnTo>
                  <a:cubicBezTo>
                    <a:pt x="10067" y="2733"/>
                    <a:pt x="10059" y="2741"/>
                    <a:pt x="10050" y="2758"/>
                  </a:cubicBezTo>
                  <a:lnTo>
                    <a:pt x="10110" y="2707"/>
                  </a:lnTo>
                  <a:lnTo>
                    <a:pt x="10110" y="2707"/>
                  </a:lnTo>
                  <a:cubicBezTo>
                    <a:pt x="10076" y="2741"/>
                    <a:pt x="10093" y="2750"/>
                    <a:pt x="10093" y="2775"/>
                  </a:cubicBezTo>
                  <a:cubicBezTo>
                    <a:pt x="10042" y="2817"/>
                    <a:pt x="9974" y="2851"/>
                    <a:pt x="9906" y="2876"/>
                  </a:cubicBezTo>
                  <a:cubicBezTo>
                    <a:pt x="9923" y="2843"/>
                    <a:pt x="9974" y="2800"/>
                    <a:pt x="9932" y="2800"/>
                  </a:cubicBezTo>
                  <a:cubicBezTo>
                    <a:pt x="10000" y="2775"/>
                    <a:pt x="9974" y="2733"/>
                    <a:pt x="10042" y="2707"/>
                  </a:cubicBezTo>
                  <a:lnTo>
                    <a:pt x="10042" y="2724"/>
                  </a:lnTo>
                  <a:cubicBezTo>
                    <a:pt x="10067" y="2665"/>
                    <a:pt x="10093" y="2682"/>
                    <a:pt x="10118" y="2640"/>
                  </a:cubicBezTo>
                  <a:lnTo>
                    <a:pt x="10126" y="2640"/>
                  </a:lnTo>
                  <a:cubicBezTo>
                    <a:pt x="10154" y="2605"/>
                    <a:pt x="10153" y="2600"/>
                    <a:pt x="10147" y="2600"/>
                  </a:cubicBezTo>
                  <a:cubicBezTo>
                    <a:pt x="10145" y="2600"/>
                    <a:pt x="10141" y="2601"/>
                    <a:pt x="10139" y="2601"/>
                  </a:cubicBezTo>
                  <a:cubicBezTo>
                    <a:pt x="10131" y="2601"/>
                    <a:pt x="10126" y="2595"/>
                    <a:pt x="10152" y="2555"/>
                  </a:cubicBezTo>
                  <a:cubicBezTo>
                    <a:pt x="10171" y="2538"/>
                    <a:pt x="10183" y="2532"/>
                    <a:pt x="10192" y="2532"/>
                  </a:cubicBezTo>
                  <a:cubicBezTo>
                    <a:pt x="10212" y="2532"/>
                    <a:pt x="10210" y="2564"/>
                    <a:pt x="10224" y="2564"/>
                  </a:cubicBezTo>
                  <a:cubicBezTo>
                    <a:pt x="10225" y="2564"/>
                    <a:pt x="10227" y="2564"/>
                    <a:pt x="10228" y="2563"/>
                  </a:cubicBezTo>
                  <a:lnTo>
                    <a:pt x="10228" y="2563"/>
                  </a:lnTo>
                  <a:cubicBezTo>
                    <a:pt x="10143" y="2690"/>
                    <a:pt x="10270" y="2597"/>
                    <a:pt x="10160" y="2724"/>
                  </a:cubicBezTo>
                  <a:cubicBezTo>
                    <a:pt x="10166" y="2732"/>
                    <a:pt x="10174" y="2736"/>
                    <a:pt x="10183" y="2736"/>
                  </a:cubicBezTo>
                  <a:cubicBezTo>
                    <a:pt x="10211" y="2736"/>
                    <a:pt x="10253" y="2699"/>
                    <a:pt x="10304" y="2648"/>
                  </a:cubicBezTo>
                  <a:lnTo>
                    <a:pt x="10304" y="2648"/>
                  </a:lnTo>
                  <a:cubicBezTo>
                    <a:pt x="10295" y="2653"/>
                    <a:pt x="10288" y="2656"/>
                    <a:pt x="10283" y="2656"/>
                  </a:cubicBezTo>
                  <a:cubicBezTo>
                    <a:pt x="10261" y="2656"/>
                    <a:pt x="10270" y="2615"/>
                    <a:pt x="10244" y="2615"/>
                  </a:cubicBezTo>
                  <a:cubicBezTo>
                    <a:pt x="10238" y="2615"/>
                    <a:pt x="10230" y="2617"/>
                    <a:pt x="10219" y="2623"/>
                  </a:cubicBezTo>
                  <a:cubicBezTo>
                    <a:pt x="10304" y="2521"/>
                    <a:pt x="10245" y="2470"/>
                    <a:pt x="10372" y="2394"/>
                  </a:cubicBezTo>
                  <a:lnTo>
                    <a:pt x="10372" y="2403"/>
                  </a:lnTo>
                  <a:lnTo>
                    <a:pt x="10397" y="2343"/>
                  </a:lnTo>
                  <a:lnTo>
                    <a:pt x="10465" y="2293"/>
                  </a:lnTo>
                  <a:lnTo>
                    <a:pt x="10465" y="2293"/>
                  </a:lnTo>
                  <a:cubicBezTo>
                    <a:pt x="10456" y="2360"/>
                    <a:pt x="10397" y="2386"/>
                    <a:pt x="10389" y="2428"/>
                  </a:cubicBezTo>
                  <a:lnTo>
                    <a:pt x="10389" y="2428"/>
                  </a:lnTo>
                  <a:cubicBezTo>
                    <a:pt x="10482" y="2386"/>
                    <a:pt x="10456" y="2310"/>
                    <a:pt x="10541" y="2234"/>
                  </a:cubicBezTo>
                  <a:cubicBezTo>
                    <a:pt x="10554" y="2228"/>
                    <a:pt x="10562" y="2226"/>
                    <a:pt x="10567" y="2226"/>
                  </a:cubicBezTo>
                  <a:cubicBezTo>
                    <a:pt x="10603" y="2226"/>
                    <a:pt x="10476" y="2338"/>
                    <a:pt x="10499" y="2360"/>
                  </a:cubicBezTo>
                  <a:cubicBezTo>
                    <a:pt x="10506" y="2340"/>
                    <a:pt x="10552" y="2314"/>
                    <a:pt x="10569" y="2314"/>
                  </a:cubicBezTo>
                  <a:cubicBezTo>
                    <a:pt x="10572" y="2314"/>
                    <a:pt x="10575" y="2315"/>
                    <a:pt x="10575" y="2318"/>
                  </a:cubicBezTo>
                  <a:cubicBezTo>
                    <a:pt x="10482" y="2386"/>
                    <a:pt x="10541" y="2377"/>
                    <a:pt x="10439" y="2453"/>
                  </a:cubicBezTo>
                  <a:cubicBezTo>
                    <a:pt x="10453" y="2433"/>
                    <a:pt x="10453" y="2427"/>
                    <a:pt x="10448" y="2427"/>
                  </a:cubicBezTo>
                  <a:cubicBezTo>
                    <a:pt x="10443" y="2427"/>
                    <a:pt x="10433" y="2432"/>
                    <a:pt x="10427" y="2432"/>
                  </a:cubicBezTo>
                  <a:cubicBezTo>
                    <a:pt x="10424" y="2432"/>
                    <a:pt x="10423" y="2431"/>
                    <a:pt x="10423" y="2428"/>
                  </a:cubicBezTo>
                  <a:cubicBezTo>
                    <a:pt x="10380" y="2487"/>
                    <a:pt x="10329" y="2538"/>
                    <a:pt x="10279" y="2580"/>
                  </a:cubicBezTo>
                  <a:cubicBezTo>
                    <a:pt x="10279" y="2588"/>
                    <a:pt x="10281" y="2591"/>
                    <a:pt x="10286" y="2591"/>
                  </a:cubicBezTo>
                  <a:cubicBezTo>
                    <a:pt x="10303" y="2591"/>
                    <a:pt x="10347" y="2550"/>
                    <a:pt x="10380" y="2530"/>
                  </a:cubicBezTo>
                  <a:cubicBezTo>
                    <a:pt x="10431" y="2437"/>
                    <a:pt x="10541" y="2403"/>
                    <a:pt x="10566" y="2327"/>
                  </a:cubicBezTo>
                  <a:cubicBezTo>
                    <a:pt x="10590" y="2303"/>
                    <a:pt x="10601" y="2295"/>
                    <a:pt x="10606" y="2295"/>
                  </a:cubicBezTo>
                  <a:cubicBezTo>
                    <a:pt x="10617" y="2295"/>
                    <a:pt x="10594" y="2335"/>
                    <a:pt x="10600" y="2335"/>
                  </a:cubicBezTo>
                  <a:cubicBezTo>
                    <a:pt x="10676" y="2284"/>
                    <a:pt x="10609" y="2293"/>
                    <a:pt x="10626" y="2267"/>
                  </a:cubicBezTo>
                  <a:cubicBezTo>
                    <a:pt x="10710" y="2157"/>
                    <a:pt x="10761" y="2174"/>
                    <a:pt x="10829" y="2107"/>
                  </a:cubicBezTo>
                  <a:cubicBezTo>
                    <a:pt x="10913" y="1980"/>
                    <a:pt x="11006" y="1870"/>
                    <a:pt x="11108" y="1768"/>
                  </a:cubicBezTo>
                  <a:cubicBezTo>
                    <a:pt x="11108" y="1783"/>
                    <a:pt x="11114" y="1787"/>
                    <a:pt x="11122" y="1787"/>
                  </a:cubicBezTo>
                  <a:cubicBezTo>
                    <a:pt x="11128" y="1787"/>
                    <a:pt x="11135" y="1785"/>
                    <a:pt x="11142" y="1785"/>
                  </a:cubicBezTo>
                  <a:cubicBezTo>
                    <a:pt x="11142" y="1760"/>
                    <a:pt x="11150" y="1734"/>
                    <a:pt x="11158" y="1709"/>
                  </a:cubicBezTo>
                  <a:cubicBezTo>
                    <a:pt x="11167" y="1684"/>
                    <a:pt x="11192" y="1658"/>
                    <a:pt x="11226" y="1591"/>
                  </a:cubicBezTo>
                  <a:lnTo>
                    <a:pt x="11226" y="1591"/>
                  </a:lnTo>
                  <a:lnTo>
                    <a:pt x="11125" y="1684"/>
                  </a:lnTo>
                  <a:cubicBezTo>
                    <a:pt x="11192" y="1599"/>
                    <a:pt x="11209" y="1514"/>
                    <a:pt x="11294" y="1455"/>
                  </a:cubicBezTo>
                  <a:lnTo>
                    <a:pt x="11294" y="1455"/>
                  </a:lnTo>
                  <a:cubicBezTo>
                    <a:pt x="11275" y="1466"/>
                    <a:pt x="11264" y="1471"/>
                    <a:pt x="11257" y="1471"/>
                  </a:cubicBezTo>
                  <a:cubicBezTo>
                    <a:pt x="11220" y="1471"/>
                    <a:pt x="11365" y="1304"/>
                    <a:pt x="11387" y="1261"/>
                  </a:cubicBezTo>
                  <a:cubicBezTo>
                    <a:pt x="11471" y="1176"/>
                    <a:pt x="11488" y="1108"/>
                    <a:pt x="11556" y="1058"/>
                  </a:cubicBezTo>
                  <a:lnTo>
                    <a:pt x="11556" y="1066"/>
                  </a:lnTo>
                  <a:lnTo>
                    <a:pt x="11658" y="948"/>
                  </a:lnTo>
                  <a:lnTo>
                    <a:pt x="11717" y="948"/>
                  </a:lnTo>
                  <a:cubicBezTo>
                    <a:pt x="11793" y="865"/>
                    <a:pt x="11824" y="793"/>
                    <a:pt x="11805" y="793"/>
                  </a:cubicBezTo>
                  <a:cubicBezTo>
                    <a:pt x="11800" y="793"/>
                    <a:pt x="11794" y="796"/>
                    <a:pt x="11784" y="804"/>
                  </a:cubicBezTo>
                  <a:cubicBezTo>
                    <a:pt x="11878" y="711"/>
                    <a:pt x="11844" y="753"/>
                    <a:pt x="11894" y="728"/>
                  </a:cubicBezTo>
                  <a:lnTo>
                    <a:pt x="11894" y="728"/>
                  </a:lnTo>
                  <a:cubicBezTo>
                    <a:pt x="11878" y="802"/>
                    <a:pt x="11838" y="868"/>
                    <a:pt x="11773" y="910"/>
                  </a:cubicBezTo>
                  <a:lnTo>
                    <a:pt x="11773" y="910"/>
                  </a:lnTo>
                  <a:cubicBezTo>
                    <a:pt x="11786" y="900"/>
                    <a:pt x="11793" y="880"/>
                    <a:pt x="11793" y="880"/>
                  </a:cubicBezTo>
                  <a:lnTo>
                    <a:pt x="11793" y="880"/>
                  </a:lnTo>
                  <a:cubicBezTo>
                    <a:pt x="11690" y="1003"/>
                    <a:pt x="11693" y="1021"/>
                    <a:pt x="11714" y="1021"/>
                  </a:cubicBezTo>
                  <a:cubicBezTo>
                    <a:pt x="11722" y="1021"/>
                    <a:pt x="11733" y="1018"/>
                    <a:pt x="11741" y="1018"/>
                  </a:cubicBezTo>
                  <a:cubicBezTo>
                    <a:pt x="11755" y="1018"/>
                    <a:pt x="11761" y="1026"/>
                    <a:pt x="11734" y="1066"/>
                  </a:cubicBezTo>
                  <a:cubicBezTo>
                    <a:pt x="11793" y="1007"/>
                    <a:pt x="11852" y="939"/>
                    <a:pt x="11903" y="872"/>
                  </a:cubicBezTo>
                  <a:cubicBezTo>
                    <a:pt x="11945" y="795"/>
                    <a:pt x="11987" y="728"/>
                    <a:pt x="12030" y="643"/>
                  </a:cubicBezTo>
                  <a:lnTo>
                    <a:pt x="12030" y="643"/>
                  </a:lnTo>
                  <a:cubicBezTo>
                    <a:pt x="11979" y="728"/>
                    <a:pt x="11911" y="804"/>
                    <a:pt x="11835" y="872"/>
                  </a:cubicBezTo>
                  <a:cubicBezTo>
                    <a:pt x="11894" y="804"/>
                    <a:pt x="11852" y="812"/>
                    <a:pt x="11920" y="753"/>
                  </a:cubicBezTo>
                  <a:lnTo>
                    <a:pt x="11920" y="762"/>
                  </a:lnTo>
                  <a:lnTo>
                    <a:pt x="11945" y="711"/>
                  </a:lnTo>
                  <a:cubicBezTo>
                    <a:pt x="11962" y="694"/>
                    <a:pt x="11979" y="685"/>
                    <a:pt x="11987" y="669"/>
                  </a:cubicBezTo>
                  <a:lnTo>
                    <a:pt x="12013" y="635"/>
                  </a:lnTo>
                  <a:lnTo>
                    <a:pt x="11996" y="635"/>
                  </a:lnTo>
                  <a:cubicBezTo>
                    <a:pt x="11962" y="626"/>
                    <a:pt x="11945" y="618"/>
                    <a:pt x="12038" y="618"/>
                  </a:cubicBezTo>
                  <a:cubicBezTo>
                    <a:pt x="12013" y="616"/>
                    <a:pt x="11994" y="615"/>
                    <a:pt x="11980" y="615"/>
                  </a:cubicBezTo>
                  <a:cubicBezTo>
                    <a:pt x="11922" y="615"/>
                    <a:pt x="11930" y="626"/>
                    <a:pt x="11835" y="626"/>
                  </a:cubicBezTo>
                  <a:lnTo>
                    <a:pt x="11928" y="643"/>
                  </a:lnTo>
                  <a:cubicBezTo>
                    <a:pt x="11954" y="652"/>
                    <a:pt x="12013" y="635"/>
                    <a:pt x="11962" y="677"/>
                  </a:cubicBezTo>
                  <a:lnTo>
                    <a:pt x="11920" y="694"/>
                  </a:lnTo>
                  <a:cubicBezTo>
                    <a:pt x="11920" y="694"/>
                    <a:pt x="11920" y="685"/>
                    <a:pt x="11920" y="685"/>
                  </a:cubicBezTo>
                  <a:lnTo>
                    <a:pt x="11869" y="685"/>
                  </a:lnTo>
                  <a:cubicBezTo>
                    <a:pt x="11844" y="677"/>
                    <a:pt x="11818" y="669"/>
                    <a:pt x="11793" y="669"/>
                  </a:cubicBezTo>
                  <a:lnTo>
                    <a:pt x="11751" y="694"/>
                  </a:lnTo>
                  <a:lnTo>
                    <a:pt x="11658" y="660"/>
                  </a:lnTo>
                  <a:cubicBezTo>
                    <a:pt x="11652" y="666"/>
                    <a:pt x="11639" y="668"/>
                    <a:pt x="11622" y="668"/>
                  </a:cubicBezTo>
                  <a:cubicBezTo>
                    <a:pt x="11590" y="668"/>
                    <a:pt x="11545" y="660"/>
                    <a:pt x="11522" y="660"/>
                  </a:cubicBezTo>
                  <a:cubicBezTo>
                    <a:pt x="11473" y="646"/>
                    <a:pt x="11542" y="614"/>
                    <a:pt x="11466" y="614"/>
                  </a:cubicBezTo>
                  <a:cubicBezTo>
                    <a:pt x="11451" y="614"/>
                    <a:pt x="11431" y="615"/>
                    <a:pt x="11404" y="618"/>
                  </a:cubicBezTo>
                  <a:lnTo>
                    <a:pt x="11412" y="618"/>
                  </a:lnTo>
                  <a:cubicBezTo>
                    <a:pt x="11390" y="620"/>
                    <a:pt x="11368" y="621"/>
                    <a:pt x="11345" y="621"/>
                  </a:cubicBezTo>
                  <a:cubicBezTo>
                    <a:pt x="11291" y="621"/>
                    <a:pt x="11235" y="615"/>
                    <a:pt x="11175" y="609"/>
                  </a:cubicBezTo>
                  <a:cubicBezTo>
                    <a:pt x="11201" y="601"/>
                    <a:pt x="11218" y="601"/>
                    <a:pt x="11243" y="601"/>
                  </a:cubicBezTo>
                  <a:cubicBezTo>
                    <a:pt x="11150" y="592"/>
                    <a:pt x="11065" y="584"/>
                    <a:pt x="10972" y="584"/>
                  </a:cubicBezTo>
                  <a:cubicBezTo>
                    <a:pt x="10956" y="586"/>
                    <a:pt x="10940" y="587"/>
                    <a:pt x="10924" y="587"/>
                  </a:cubicBezTo>
                  <a:cubicBezTo>
                    <a:pt x="10873" y="587"/>
                    <a:pt x="10821" y="576"/>
                    <a:pt x="10769" y="550"/>
                  </a:cubicBezTo>
                  <a:cubicBezTo>
                    <a:pt x="10770" y="549"/>
                    <a:pt x="10772" y="549"/>
                    <a:pt x="10773" y="548"/>
                  </a:cubicBezTo>
                  <a:lnTo>
                    <a:pt x="10773" y="548"/>
                  </a:lnTo>
                  <a:lnTo>
                    <a:pt x="10786" y="550"/>
                  </a:lnTo>
                  <a:cubicBezTo>
                    <a:pt x="10791" y="547"/>
                    <a:pt x="10798" y="544"/>
                    <a:pt x="10807" y="541"/>
                  </a:cubicBezTo>
                  <a:lnTo>
                    <a:pt x="10807" y="541"/>
                  </a:lnTo>
                  <a:cubicBezTo>
                    <a:pt x="10794" y="542"/>
                    <a:pt x="10782" y="544"/>
                    <a:pt x="10773" y="548"/>
                  </a:cubicBezTo>
                  <a:lnTo>
                    <a:pt x="10773" y="548"/>
                  </a:lnTo>
                  <a:lnTo>
                    <a:pt x="10727" y="542"/>
                  </a:lnTo>
                  <a:cubicBezTo>
                    <a:pt x="10702" y="542"/>
                    <a:pt x="10668" y="533"/>
                    <a:pt x="10659" y="533"/>
                  </a:cubicBezTo>
                  <a:cubicBezTo>
                    <a:pt x="10634" y="525"/>
                    <a:pt x="10626" y="525"/>
                    <a:pt x="10659" y="516"/>
                  </a:cubicBezTo>
                  <a:lnTo>
                    <a:pt x="10659" y="516"/>
                  </a:lnTo>
                  <a:lnTo>
                    <a:pt x="10524" y="542"/>
                  </a:lnTo>
                  <a:cubicBezTo>
                    <a:pt x="10524" y="525"/>
                    <a:pt x="10558" y="525"/>
                    <a:pt x="10575" y="516"/>
                  </a:cubicBezTo>
                  <a:lnTo>
                    <a:pt x="10473" y="516"/>
                  </a:lnTo>
                  <a:cubicBezTo>
                    <a:pt x="10389" y="516"/>
                    <a:pt x="10313" y="525"/>
                    <a:pt x="10228" y="542"/>
                  </a:cubicBezTo>
                  <a:cubicBezTo>
                    <a:pt x="10355" y="575"/>
                    <a:pt x="10160" y="567"/>
                    <a:pt x="10169" y="592"/>
                  </a:cubicBezTo>
                  <a:lnTo>
                    <a:pt x="10169" y="592"/>
                  </a:lnTo>
                  <a:cubicBezTo>
                    <a:pt x="10126" y="584"/>
                    <a:pt x="10110" y="516"/>
                    <a:pt x="10219" y="499"/>
                  </a:cubicBezTo>
                  <a:cubicBezTo>
                    <a:pt x="10228" y="505"/>
                    <a:pt x="10241" y="507"/>
                    <a:pt x="10257" y="507"/>
                  </a:cubicBezTo>
                  <a:cubicBezTo>
                    <a:pt x="10288" y="507"/>
                    <a:pt x="10329" y="499"/>
                    <a:pt x="10363" y="499"/>
                  </a:cubicBezTo>
                  <a:cubicBezTo>
                    <a:pt x="10342" y="495"/>
                    <a:pt x="10319" y="493"/>
                    <a:pt x="10296" y="493"/>
                  </a:cubicBezTo>
                  <a:cubicBezTo>
                    <a:pt x="10272" y="493"/>
                    <a:pt x="10249" y="495"/>
                    <a:pt x="10228" y="499"/>
                  </a:cubicBezTo>
                  <a:cubicBezTo>
                    <a:pt x="10270" y="482"/>
                    <a:pt x="10152" y="466"/>
                    <a:pt x="10160" y="457"/>
                  </a:cubicBezTo>
                  <a:cubicBezTo>
                    <a:pt x="10167" y="450"/>
                    <a:pt x="10185" y="427"/>
                    <a:pt x="10227" y="427"/>
                  </a:cubicBezTo>
                  <a:cubicBezTo>
                    <a:pt x="10237" y="427"/>
                    <a:pt x="10249" y="428"/>
                    <a:pt x="10262" y="432"/>
                  </a:cubicBezTo>
                  <a:cubicBezTo>
                    <a:pt x="10355" y="440"/>
                    <a:pt x="10270" y="466"/>
                    <a:pt x="10296" y="466"/>
                  </a:cubicBezTo>
                  <a:cubicBezTo>
                    <a:pt x="10305" y="478"/>
                    <a:pt x="10326" y="481"/>
                    <a:pt x="10352" y="481"/>
                  </a:cubicBezTo>
                  <a:cubicBezTo>
                    <a:pt x="10380" y="481"/>
                    <a:pt x="10413" y="477"/>
                    <a:pt x="10444" y="477"/>
                  </a:cubicBezTo>
                  <a:cubicBezTo>
                    <a:pt x="10461" y="477"/>
                    <a:pt x="10477" y="479"/>
                    <a:pt x="10490" y="482"/>
                  </a:cubicBezTo>
                  <a:cubicBezTo>
                    <a:pt x="10499" y="491"/>
                    <a:pt x="10482" y="491"/>
                    <a:pt x="10465" y="491"/>
                  </a:cubicBezTo>
                  <a:cubicBezTo>
                    <a:pt x="10488" y="491"/>
                    <a:pt x="10519" y="492"/>
                    <a:pt x="10548" y="492"/>
                  </a:cubicBezTo>
                  <a:cubicBezTo>
                    <a:pt x="10590" y="492"/>
                    <a:pt x="10629" y="489"/>
                    <a:pt x="10634" y="474"/>
                  </a:cubicBezTo>
                  <a:lnTo>
                    <a:pt x="10634" y="474"/>
                  </a:lnTo>
                  <a:lnTo>
                    <a:pt x="10507" y="482"/>
                  </a:lnTo>
                  <a:cubicBezTo>
                    <a:pt x="10482" y="474"/>
                    <a:pt x="10549" y="466"/>
                    <a:pt x="10507" y="449"/>
                  </a:cubicBezTo>
                  <a:lnTo>
                    <a:pt x="10507" y="449"/>
                  </a:lnTo>
                  <a:cubicBezTo>
                    <a:pt x="10490" y="453"/>
                    <a:pt x="10473" y="455"/>
                    <a:pt x="10456" y="455"/>
                  </a:cubicBezTo>
                  <a:cubicBezTo>
                    <a:pt x="10439" y="455"/>
                    <a:pt x="10423" y="453"/>
                    <a:pt x="10406" y="449"/>
                  </a:cubicBezTo>
                  <a:lnTo>
                    <a:pt x="10414" y="440"/>
                  </a:lnTo>
                  <a:cubicBezTo>
                    <a:pt x="10338" y="421"/>
                    <a:pt x="10267" y="412"/>
                    <a:pt x="10193" y="412"/>
                  </a:cubicBezTo>
                  <a:cubicBezTo>
                    <a:pt x="10168" y="412"/>
                    <a:pt x="10143" y="413"/>
                    <a:pt x="10118" y="415"/>
                  </a:cubicBezTo>
                  <a:cubicBezTo>
                    <a:pt x="10101" y="466"/>
                    <a:pt x="10050" y="499"/>
                    <a:pt x="10008" y="550"/>
                  </a:cubicBezTo>
                  <a:cubicBezTo>
                    <a:pt x="9873" y="542"/>
                    <a:pt x="9729" y="533"/>
                    <a:pt x="9593" y="516"/>
                  </a:cubicBezTo>
                  <a:cubicBezTo>
                    <a:pt x="9644" y="497"/>
                    <a:pt x="9700" y="488"/>
                    <a:pt x="9756" y="488"/>
                  </a:cubicBezTo>
                  <a:cubicBezTo>
                    <a:pt x="9775" y="488"/>
                    <a:pt x="9794" y="489"/>
                    <a:pt x="9813" y="491"/>
                  </a:cubicBezTo>
                  <a:lnTo>
                    <a:pt x="9771" y="508"/>
                  </a:lnTo>
                  <a:cubicBezTo>
                    <a:pt x="9785" y="510"/>
                    <a:pt x="9798" y="511"/>
                    <a:pt x="9812" y="511"/>
                  </a:cubicBezTo>
                  <a:cubicBezTo>
                    <a:pt x="9848" y="511"/>
                    <a:pt x="9884" y="503"/>
                    <a:pt x="9915" y="491"/>
                  </a:cubicBezTo>
                  <a:cubicBezTo>
                    <a:pt x="9915" y="491"/>
                    <a:pt x="9915" y="499"/>
                    <a:pt x="9932" y="508"/>
                  </a:cubicBezTo>
                  <a:cubicBezTo>
                    <a:pt x="10008" y="508"/>
                    <a:pt x="10042" y="474"/>
                    <a:pt x="10008" y="457"/>
                  </a:cubicBezTo>
                  <a:lnTo>
                    <a:pt x="10008" y="457"/>
                  </a:lnTo>
                  <a:lnTo>
                    <a:pt x="9983" y="466"/>
                  </a:lnTo>
                  <a:lnTo>
                    <a:pt x="9932" y="432"/>
                  </a:lnTo>
                  <a:cubicBezTo>
                    <a:pt x="9925" y="453"/>
                    <a:pt x="9897" y="458"/>
                    <a:pt x="9860" y="458"/>
                  </a:cubicBezTo>
                  <a:cubicBezTo>
                    <a:pt x="9824" y="458"/>
                    <a:pt x="9780" y="453"/>
                    <a:pt x="9739" y="453"/>
                  </a:cubicBezTo>
                  <a:cubicBezTo>
                    <a:pt x="9721" y="453"/>
                    <a:pt x="9702" y="454"/>
                    <a:pt x="9687" y="457"/>
                  </a:cubicBezTo>
                  <a:cubicBezTo>
                    <a:pt x="9730" y="445"/>
                    <a:pt x="9768" y="419"/>
                    <a:pt x="9812" y="419"/>
                  </a:cubicBezTo>
                  <a:cubicBezTo>
                    <a:pt x="9829" y="419"/>
                    <a:pt x="9846" y="422"/>
                    <a:pt x="9864" y="432"/>
                  </a:cubicBezTo>
                  <a:lnTo>
                    <a:pt x="9856" y="406"/>
                  </a:lnTo>
                  <a:cubicBezTo>
                    <a:pt x="9899" y="406"/>
                    <a:pt x="9937" y="424"/>
                    <a:pt x="9968" y="424"/>
                  </a:cubicBezTo>
                  <a:cubicBezTo>
                    <a:pt x="9980" y="424"/>
                    <a:pt x="9990" y="422"/>
                    <a:pt x="10000" y="415"/>
                  </a:cubicBezTo>
                  <a:lnTo>
                    <a:pt x="9932" y="415"/>
                  </a:lnTo>
                  <a:lnTo>
                    <a:pt x="9932" y="398"/>
                  </a:lnTo>
                  <a:cubicBezTo>
                    <a:pt x="9906" y="402"/>
                    <a:pt x="9879" y="404"/>
                    <a:pt x="9852" y="404"/>
                  </a:cubicBezTo>
                  <a:cubicBezTo>
                    <a:pt x="9824" y="404"/>
                    <a:pt x="9797" y="402"/>
                    <a:pt x="9771" y="398"/>
                  </a:cubicBezTo>
                  <a:cubicBezTo>
                    <a:pt x="9732" y="420"/>
                    <a:pt x="9688" y="432"/>
                    <a:pt x="9644" y="432"/>
                  </a:cubicBezTo>
                  <a:cubicBezTo>
                    <a:pt x="9622" y="432"/>
                    <a:pt x="9599" y="429"/>
                    <a:pt x="9577" y="423"/>
                  </a:cubicBezTo>
                  <a:cubicBezTo>
                    <a:pt x="9561" y="432"/>
                    <a:pt x="9543" y="435"/>
                    <a:pt x="9525" y="435"/>
                  </a:cubicBezTo>
                  <a:cubicBezTo>
                    <a:pt x="9460" y="435"/>
                    <a:pt x="9384" y="396"/>
                    <a:pt x="9339" y="396"/>
                  </a:cubicBezTo>
                  <a:cubicBezTo>
                    <a:pt x="9333" y="396"/>
                    <a:pt x="9328" y="396"/>
                    <a:pt x="9323" y="398"/>
                  </a:cubicBezTo>
                  <a:cubicBezTo>
                    <a:pt x="9280" y="440"/>
                    <a:pt x="9441" y="423"/>
                    <a:pt x="9475" y="449"/>
                  </a:cubicBezTo>
                  <a:cubicBezTo>
                    <a:pt x="9460" y="454"/>
                    <a:pt x="9446" y="455"/>
                    <a:pt x="9434" y="455"/>
                  </a:cubicBezTo>
                  <a:cubicBezTo>
                    <a:pt x="9421" y="455"/>
                    <a:pt x="9412" y="453"/>
                    <a:pt x="9407" y="453"/>
                  </a:cubicBezTo>
                  <a:cubicBezTo>
                    <a:pt x="9401" y="453"/>
                    <a:pt x="9403" y="456"/>
                    <a:pt x="9416" y="466"/>
                  </a:cubicBezTo>
                  <a:cubicBezTo>
                    <a:pt x="9402" y="468"/>
                    <a:pt x="9390" y="469"/>
                    <a:pt x="9381" y="469"/>
                  </a:cubicBezTo>
                  <a:cubicBezTo>
                    <a:pt x="9330" y="469"/>
                    <a:pt x="9337" y="442"/>
                    <a:pt x="9302" y="442"/>
                  </a:cubicBezTo>
                  <a:cubicBezTo>
                    <a:pt x="9293" y="442"/>
                    <a:pt x="9280" y="444"/>
                    <a:pt x="9264" y="449"/>
                  </a:cubicBezTo>
                  <a:lnTo>
                    <a:pt x="9314" y="466"/>
                  </a:lnTo>
                  <a:cubicBezTo>
                    <a:pt x="9293" y="474"/>
                    <a:pt x="9266" y="474"/>
                    <a:pt x="9239" y="474"/>
                  </a:cubicBezTo>
                  <a:cubicBezTo>
                    <a:pt x="9213" y="474"/>
                    <a:pt x="9187" y="474"/>
                    <a:pt x="9171" y="482"/>
                  </a:cubicBezTo>
                  <a:cubicBezTo>
                    <a:pt x="9166" y="499"/>
                    <a:pt x="9181" y="501"/>
                    <a:pt x="9206" y="501"/>
                  </a:cubicBezTo>
                  <a:cubicBezTo>
                    <a:pt x="9215" y="501"/>
                    <a:pt x="9225" y="501"/>
                    <a:pt x="9235" y="501"/>
                  </a:cubicBezTo>
                  <a:cubicBezTo>
                    <a:pt x="9256" y="501"/>
                    <a:pt x="9280" y="502"/>
                    <a:pt x="9306" y="508"/>
                  </a:cubicBezTo>
                  <a:lnTo>
                    <a:pt x="9272" y="525"/>
                  </a:lnTo>
                  <a:lnTo>
                    <a:pt x="9424" y="508"/>
                  </a:lnTo>
                  <a:cubicBezTo>
                    <a:pt x="9475" y="474"/>
                    <a:pt x="9433" y="466"/>
                    <a:pt x="9534" y="449"/>
                  </a:cubicBezTo>
                  <a:cubicBezTo>
                    <a:pt x="9577" y="474"/>
                    <a:pt x="9602" y="525"/>
                    <a:pt x="9577" y="550"/>
                  </a:cubicBezTo>
                  <a:cubicBezTo>
                    <a:pt x="9543" y="533"/>
                    <a:pt x="9475" y="542"/>
                    <a:pt x="9475" y="516"/>
                  </a:cubicBezTo>
                  <a:cubicBezTo>
                    <a:pt x="9433" y="542"/>
                    <a:pt x="9306" y="550"/>
                    <a:pt x="9331" y="584"/>
                  </a:cubicBezTo>
                  <a:lnTo>
                    <a:pt x="9314" y="584"/>
                  </a:lnTo>
                  <a:cubicBezTo>
                    <a:pt x="9230" y="533"/>
                    <a:pt x="9137" y="508"/>
                    <a:pt x="9044" y="499"/>
                  </a:cubicBezTo>
                  <a:cubicBezTo>
                    <a:pt x="9018" y="499"/>
                    <a:pt x="9018" y="516"/>
                    <a:pt x="9018" y="542"/>
                  </a:cubicBezTo>
                  <a:cubicBezTo>
                    <a:pt x="8993" y="533"/>
                    <a:pt x="8967" y="525"/>
                    <a:pt x="8934" y="525"/>
                  </a:cubicBezTo>
                  <a:cubicBezTo>
                    <a:pt x="8959" y="508"/>
                    <a:pt x="8984" y="499"/>
                    <a:pt x="9010" y="499"/>
                  </a:cubicBezTo>
                  <a:lnTo>
                    <a:pt x="8798" y="474"/>
                  </a:lnTo>
                  <a:lnTo>
                    <a:pt x="8815" y="457"/>
                  </a:lnTo>
                  <a:lnTo>
                    <a:pt x="8731" y="474"/>
                  </a:lnTo>
                  <a:cubicBezTo>
                    <a:pt x="8781" y="474"/>
                    <a:pt x="8858" y="482"/>
                    <a:pt x="8841" y="508"/>
                  </a:cubicBezTo>
                  <a:cubicBezTo>
                    <a:pt x="8825" y="509"/>
                    <a:pt x="8810" y="510"/>
                    <a:pt x="8797" y="510"/>
                  </a:cubicBezTo>
                  <a:cubicBezTo>
                    <a:pt x="8754" y="510"/>
                    <a:pt x="8720" y="505"/>
                    <a:pt x="8685" y="505"/>
                  </a:cubicBezTo>
                  <a:cubicBezTo>
                    <a:pt x="8660" y="505"/>
                    <a:pt x="8634" y="507"/>
                    <a:pt x="8604" y="516"/>
                  </a:cubicBezTo>
                  <a:cubicBezTo>
                    <a:pt x="8604" y="466"/>
                    <a:pt x="8570" y="457"/>
                    <a:pt x="8604" y="432"/>
                  </a:cubicBezTo>
                  <a:lnTo>
                    <a:pt x="8612" y="432"/>
                  </a:lnTo>
                  <a:cubicBezTo>
                    <a:pt x="8654" y="398"/>
                    <a:pt x="8714" y="381"/>
                    <a:pt x="8764" y="381"/>
                  </a:cubicBezTo>
                  <a:cubicBezTo>
                    <a:pt x="8587" y="347"/>
                    <a:pt x="8629" y="372"/>
                    <a:pt x="8477" y="347"/>
                  </a:cubicBezTo>
                  <a:cubicBezTo>
                    <a:pt x="8460" y="322"/>
                    <a:pt x="8621" y="330"/>
                    <a:pt x="8587" y="305"/>
                  </a:cubicBezTo>
                  <a:lnTo>
                    <a:pt x="8587" y="305"/>
                  </a:lnTo>
                  <a:lnTo>
                    <a:pt x="8731" y="330"/>
                  </a:lnTo>
                  <a:cubicBezTo>
                    <a:pt x="8722" y="330"/>
                    <a:pt x="8705" y="330"/>
                    <a:pt x="8688" y="339"/>
                  </a:cubicBezTo>
                  <a:cubicBezTo>
                    <a:pt x="8705" y="337"/>
                    <a:pt x="8721" y="337"/>
                    <a:pt x="8734" y="337"/>
                  </a:cubicBezTo>
                  <a:cubicBezTo>
                    <a:pt x="8778" y="337"/>
                    <a:pt x="8808" y="342"/>
                    <a:pt x="8838" y="342"/>
                  </a:cubicBezTo>
                  <a:cubicBezTo>
                    <a:pt x="8860" y="342"/>
                    <a:pt x="8881" y="339"/>
                    <a:pt x="8908" y="330"/>
                  </a:cubicBezTo>
                  <a:lnTo>
                    <a:pt x="8908" y="330"/>
                  </a:lnTo>
                  <a:cubicBezTo>
                    <a:pt x="8959" y="347"/>
                    <a:pt x="8832" y="347"/>
                    <a:pt x="8883" y="356"/>
                  </a:cubicBezTo>
                  <a:cubicBezTo>
                    <a:pt x="8841" y="356"/>
                    <a:pt x="8798" y="372"/>
                    <a:pt x="8773" y="406"/>
                  </a:cubicBezTo>
                  <a:cubicBezTo>
                    <a:pt x="8789" y="409"/>
                    <a:pt x="8801" y="410"/>
                    <a:pt x="8812" y="410"/>
                  </a:cubicBezTo>
                  <a:cubicBezTo>
                    <a:pt x="8874" y="410"/>
                    <a:pt x="8855" y="372"/>
                    <a:pt x="8942" y="372"/>
                  </a:cubicBezTo>
                  <a:lnTo>
                    <a:pt x="9010" y="398"/>
                  </a:lnTo>
                  <a:cubicBezTo>
                    <a:pt x="9061" y="398"/>
                    <a:pt x="8993" y="381"/>
                    <a:pt x="8993" y="372"/>
                  </a:cubicBezTo>
                  <a:cubicBezTo>
                    <a:pt x="9035" y="372"/>
                    <a:pt x="9077" y="381"/>
                    <a:pt x="9111" y="398"/>
                  </a:cubicBezTo>
                  <a:cubicBezTo>
                    <a:pt x="9103" y="389"/>
                    <a:pt x="9069" y="381"/>
                    <a:pt x="9077" y="364"/>
                  </a:cubicBezTo>
                  <a:lnTo>
                    <a:pt x="9077" y="364"/>
                  </a:lnTo>
                  <a:cubicBezTo>
                    <a:pt x="9143" y="397"/>
                    <a:pt x="9209" y="382"/>
                    <a:pt x="9274" y="427"/>
                  </a:cubicBezTo>
                  <a:lnTo>
                    <a:pt x="9274" y="427"/>
                  </a:lnTo>
                  <a:cubicBezTo>
                    <a:pt x="9248" y="403"/>
                    <a:pt x="9325" y="381"/>
                    <a:pt x="9357" y="381"/>
                  </a:cubicBezTo>
                  <a:lnTo>
                    <a:pt x="9221" y="330"/>
                  </a:lnTo>
                  <a:cubicBezTo>
                    <a:pt x="9084" y="330"/>
                    <a:pt x="8989" y="312"/>
                    <a:pt x="8848" y="312"/>
                  </a:cubicBezTo>
                  <a:cubicBezTo>
                    <a:pt x="8824" y="312"/>
                    <a:pt x="8800" y="312"/>
                    <a:pt x="8773" y="313"/>
                  </a:cubicBezTo>
                  <a:lnTo>
                    <a:pt x="8790" y="296"/>
                  </a:lnTo>
                  <a:cubicBezTo>
                    <a:pt x="8730" y="282"/>
                    <a:pt x="8685" y="276"/>
                    <a:pt x="8648" y="276"/>
                  </a:cubicBezTo>
                  <a:cubicBezTo>
                    <a:pt x="8524" y="276"/>
                    <a:pt x="8498" y="340"/>
                    <a:pt x="8350" y="340"/>
                  </a:cubicBezTo>
                  <a:cubicBezTo>
                    <a:pt x="8337" y="340"/>
                    <a:pt x="8323" y="340"/>
                    <a:pt x="8308" y="339"/>
                  </a:cubicBezTo>
                  <a:cubicBezTo>
                    <a:pt x="8303" y="317"/>
                    <a:pt x="8274" y="317"/>
                    <a:pt x="8247" y="317"/>
                  </a:cubicBezTo>
                  <a:cubicBezTo>
                    <a:pt x="8221" y="317"/>
                    <a:pt x="8198" y="317"/>
                    <a:pt x="8206" y="296"/>
                  </a:cubicBezTo>
                  <a:lnTo>
                    <a:pt x="8206" y="296"/>
                  </a:lnTo>
                  <a:cubicBezTo>
                    <a:pt x="8219" y="298"/>
                    <a:pt x="8228" y="299"/>
                    <a:pt x="8236" y="299"/>
                  </a:cubicBezTo>
                  <a:cubicBezTo>
                    <a:pt x="8270" y="299"/>
                    <a:pt x="8262" y="285"/>
                    <a:pt x="8248" y="271"/>
                  </a:cubicBezTo>
                  <a:lnTo>
                    <a:pt x="8248" y="271"/>
                  </a:lnTo>
                  <a:cubicBezTo>
                    <a:pt x="8216" y="287"/>
                    <a:pt x="8179" y="297"/>
                    <a:pt x="8144" y="297"/>
                  </a:cubicBezTo>
                  <a:cubicBezTo>
                    <a:pt x="8125" y="297"/>
                    <a:pt x="8106" y="294"/>
                    <a:pt x="8088" y="288"/>
                  </a:cubicBezTo>
                  <a:cubicBezTo>
                    <a:pt x="8113" y="271"/>
                    <a:pt x="8045" y="246"/>
                    <a:pt x="8130" y="246"/>
                  </a:cubicBezTo>
                  <a:cubicBezTo>
                    <a:pt x="8098" y="239"/>
                    <a:pt x="8065" y="234"/>
                    <a:pt x="8032" y="234"/>
                  </a:cubicBezTo>
                  <a:cubicBezTo>
                    <a:pt x="7985" y="234"/>
                    <a:pt x="7938" y="243"/>
                    <a:pt x="7893" y="262"/>
                  </a:cubicBezTo>
                  <a:cubicBezTo>
                    <a:pt x="7873" y="264"/>
                    <a:pt x="7857" y="265"/>
                    <a:pt x="7844" y="265"/>
                  </a:cubicBezTo>
                  <a:cubicBezTo>
                    <a:pt x="7747" y="265"/>
                    <a:pt x="7812" y="219"/>
                    <a:pt x="7693" y="219"/>
                  </a:cubicBezTo>
                  <a:cubicBezTo>
                    <a:pt x="7685" y="219"/>
                    <a:pt x="7675" y="220"/>
                    <a:pt x="7665" y="220"/>
                  </a:cubicBezTo>
                  <a:lnTo>
                    <a:pt x="7690" y="212"/>
                  </a:lnTo>
                  <a:lnTo>
                    <a:pt x="7580" y="212"/>
                  </a:lnTo>
                  <a:lnTo>
                    <a:pt x="7614" y="229"/>
                  </a:lnTo>
                  <a:lnTo>
                    <a:pt x="7487" y="246"/>
                  </a:lnTo>
                  <a:cubicBezTo>
                    <a:pt x="7394" y="262"/>
                    <a:pt x="7512" y="271"/>
                    <a:pt x="7504" y="288"/>
                  </a:cubicBezTo>
                  <a:lnTo>
                    <a:pt x="7529" y="262"/>
                  </a:lnTo>
                  <a:cubicBezTo>
                    <a:pt x="7541" y="264"/>
                    <a:pt x="7554" y="265"/>
                    <a:pt x="7568" y="265"/>
                  </a:cubicBezTo>
                  <a:cubicBezTo>
                    <a:pt x="7592" y="265"/>
                    <a:pt x="7618" y="263"/>
                    <a:pt x="7638" y="263"/>
                  </a:cubicBezTo>
                  <a:cubicBezTo>
                    <a:pt x="7657" y="263"/>
                    <a:pt x="7670" y="265"/>
                    <a:pt x="7673" y="271"/>
                  </a:cubicBezTo>
                  <a:cubicBezTo>
                    <a:pt x="7580" y="271"/>
                    <a:pt x="7606" y="296"/>
                    <a:pt x="7563" y="305"/>
                  </a:cubicBezTo>
                  <a:lnTo>
                    <a:pt x="7648" y="296"/>
                  </a:lnTo>
                  <a:lnTo>
                    <a:pt x="7673" y="322"/>
                  </a:lnTo>
                  <a:cubicBezTo>
                    <a:pt x="7707" y="330"/>
                    <a:pt x="7741" y="334"/>
                    <a:pt x="7774" y="334"/>
                  </a:cubicBezTo>
                  <a:cubicBezTo>
                    <a:pt x="7806" y="334"/>
                    <a:pt x="7838" y="330"/>
                    <a:pt x="7868" y="322"/>
                  </a:cubicBezTo>
                  <a:cubicBezTo>
                    <a:pt x="7864" y="320"/>
                    <a:pt x="7860" y="320"/>
                    <a:pt x="7856" y="320"/>
                  </a:cubicBezTo>
                  <a:cubicBezTo>
                    <a:pt x="7841" y="320"/>
                    <a:pt x="7826" y="328"/>
                    <a:pt x="7808" y="328"/>
                  </a:cubicBezTo>
                  <a:cubicBezTo>
                    <a:pt x="7800" y="328"/>
                    <a:pt x="7792" y="326"/>
                    <a:pt x="7783" y="322"/>
                  </a:cubicBezTo>
                  <a:cubicBezTo>
                    <a:pt x="7846" y="301"/>
                    <a:pt x="7914" y="286"/>
                    <a:pt x="7984" y="286"/>
                  </a:cubicBezTo>
                  <a:cubicBezTo>
                    <a:pt x="7999" y="286"/>
                    <a:pt x="8014" y="286"/>
                    <a:pt x="8029" y="288"/>
                  </a:cubicBezTo>
                  <a:cubicBezTo>
                    <a:pt x="8037" y="296"/>
                    <a:pt x="8054" y="305"/>
                    <a:pt x="8054" y="305"/>
                  </a:cubicBezTo>
                  <a:lnTo>
                    <a:pt x="8020" y="305"/>
                  </a:lnTo>
                  <a:cubicBezTo>
                    <a:pt x="8029" y="322"/>
                    <a:pt x="7969" y="330"/>
                    <a:pt x="8062" y="347"/>
                  </a:cubicBezTo>
                  <a:cubicBezTo>
                    <a:pt x="8029" y="372"/>
                    <a:pt x="7961" y="406"/>
                    <a:pt x="7961" y="415"/>
                  </a:cubicBezTo>
                  <a:cubicBezTo>
                    <a:pt x="7943" y="417"/>
                    <a:pt x="7926" y="418"/>
                    <a:pt x="7909" y="418"/>
                  </a:cubicBezTo>
                  <a:cubicBezTo>
                    <a:pt x="7867" y="418"/>
                    <a:pt x="7825" y="412"/>
                    <a:pt x="7783" y="406"/>
                  </a:cubicBezTo>
                  <a:lnTo>
                    <a:pt x="7783" y="398"/>
                  </a:lnTo>
                  <a:cubicBezTo>
                    <a:pt x="7770" y="396"/>
                    <a:pt x="7755" y="395"/>
                    <a:pt x="7738" y="395"/>
                  </a:cubicBezTo>
                  <a:cubicBezTo>
                    <a:pt x="7721" y="395"/>
                    <a:pt x="7704" y="396"/>
                    <a:pt x="7688" y="396"/>
                  </a:cubicBezTo>
                  <a:cubicBezTo>
                    <a:pt x="7656" y="396"/>
                    <a:pt x="7631" y="394"/>
                    <a:pt x="7631" y="381"/>
                  </a:cubicBezTo>
                  <a:cubicBezTo>
                    <a:pt x="7597" y="389"/>
                    <a:pt x="7521" y="389"/>
                    <a:pt x="7597" y="406"/>
                  </a:cubicBezTo>
                  <a:lnTo>
                    <a:pt x="7462" y="406"/>
                  </a:lnTo>
                  <a:cubicBezTo>
                    <a:pt x="7487" y="364"/>
                    <a:pt x="7360" y="347"/>
                    <a:pt x="7496" y="322"/>
                  </a:cubicBezTo>
                  <a:lnTo>
                    <a:pt x="7413" y="322"/>
                  </a:lnTo>
                  <a:cubicBezTo>
                    <a:pt x="7441" y="295"/>
                    <a:pt x="7379" y="287"/>
                    <a:pt x="7309" y="279"/>
                  </a:cubicBezTo>
                  <a:lnTo>
                    <a:pt x="7293" y="305"/>
                  </a:lnTo>
                  <a:cubicBezTo>
                    <a:pt x="7233" y="279"/>
                    <a:pt x="7174" y="262"/>
                    <a:pt x="7106" y="262"/>
                  </a:cubicBezTo>
                  <a:lnTo>
                    <a:pt x="6903" y="347"/>
                  </a:lnTo>
                  <a:lnTo>
                    <a:pt x="6844" y="347"/>
                  </a:lnTo>
                  <a:cubicBezTo>
                    <a:pt x="6827" y="330"/>
                    <a:pt x="6734" y="330"/>
                    <a:pt x="6768" y="305"/>
                  </a:cubicBezTo>
                  <a:cubicBezTo>
                    <a:pt x="6768" y="299"/>
                    <a:pt x="6781" y="293"/>
                    <a:pt x="6800" y="293"/>
                  </a:cubicBezTo>
                  <a:cubicBezTo>
                    <a:pt x="6808" y="293"/>
                    <a:pt x="6817" y="294"/>
                    <a:pt x="6827" y="296"/>
                  </a:cubicBezTo>
                  <a:cubicBezTo>
                    <a:pt x="6827" y="305"/>
                    <a:pt x="6827" y="305"/>
                    <a:pt x="6827" y="305"/>
                  </a:cubicBezTo>
                  <a:cubicBezTo>
                    <a:pt x="6844" y="288"/>
                    <a:pt x="6853" y="271"/>
                    <a:pt x="6802" y="254"/>
                  </a:cubicBezTo>
                  <a:lnTo>
                    <a:pt x="6802" y="254"/>
                  </a:lnTo>
                  <a:cubicBezTo>
                    <a:pt x="6815" y="258"/>
                    <a:pt x="6829" y="260"/>
                    <a:pt x="6844" y="260"/>
                  </a:cubicBezTo>
                  <a:cubicBezTo>
                    <a:pt x="6859" y="260"/>
                    <a:pt x="6874" y="258"/>
                    <a:pt x="6886" y="254"/>
                  </a:cubicBezTo>
                  <a:lnTo>
                    <a:pt x="6844" y="246"/>
                  </a:lnTo>
                  <a:cubicBezTo>
                    <a:pt x="6920" y="246"/>
                    <a:pt x="7022" y="212"/>
                    <a:pt x="7022" y="195"/>
                  </a:cubicBezTo>
                  <a:lnTo>
                    <a:pt x="7022" y="195"/>
                  </a:lnTo>
                  <a:cubicBezTo>
                    <a:pt x="7015" y="202"/>
                    <a:pt x="7007" y="204"/>
                    <a:pt x="6999" y="204"/>
                  </a:cubicBezTo>
                  <a:cubicBezTo>
                    <a:pt x="6975" y="204"/>
                    <a:pt x="6945" y="184"/>
                    <a:pt x="6920" y="178"/>
                  </a:cubicBezTo>
                  <a:cubicBezTo>
                    <a:pt x="6946" y="178"/>
                    <a:pt x="7013" y="161"/>
                    <a:pt x="6963" y="153"/>
                  </a:cubicBezTo>
                  <a:lnTo>
                    <a:pt x="6963" y="153"/>
                  </a:lnTo>
                  <a:cubicBezTo>
                    <a:pt x="6946" y="169"/>
                    <a:pt x="6819" y="178"/>
                    <a:pt x="6903" y="195"/>
                  </a:cubicBezTo>
                  <a:cubicBezTo>
                    <a:pt x="6882" y="199"/>
                    <a:pt x="6861" y="201"/>
                    <a:pt x="6839" y="201"/>
                  </a:cubicBezTo>
                  <a:cubicBezTo>
                    <a:pt x="6817" y="201"/>
                    <a:pt x="6793" y="199"/>
                    <a:pt x="6768" y="195"/>
                  </a:cubicBezTo>
                  <a:cubicBezTo>
                    <a:pt x="6819" y="186"/>
                    <a:pt x="6793" y="169"/>
                    <a:pt x="6802" y="153"/>
                  </a:cubicBezTo>
                  <a:cubicBezTo>
                    <a:pt x="6777" y="153"/>
                    <a:pt x="6760" y="178"/>
                    <a:pt x="6751" y="195"/>
                  </a:cubicBezTo>
                  <a:cubicBezTo>
                    <a:pt x="6633" y="163"/>
                    <a:pt x="6580" y="109"/>
                    <a:pt x="6450" y="109"/>
                  </a:cubicBezTo>
                  <a:cubicBezTo>
                    <a:pt x="6441" y="109"/>
                    <a:pt x="6431" y="110"/>
                    <a:pt x="6421" y="110"/>
                  </a:cubicBezTo>
                  <a:cubicBezTo>
                    <a:pt x="6404" y="119"/>
                    <a:pt x="6514" y="110"/>
                    <a:pt x="6497" y="127"/>
                  </a:cubicBezTo>
                  <a:cubicBezTo>
                    <a:pt x="6477" y="133"/>
                    <a:pt x="6460" y="136"/>
                    <a:pt x="6444" y="136"/>
                  </a:cubicBezTo>
                  <a:cubicBezTo>
                    <a:pt x="6380" y="136"/>
                    <a:pt x="6349" y="93"/>
                    <a:pt x="6283" y="93"/>
                  </a:cubicBezTo>
                  <a:cubicBezTo>
                    <a:pt x="6279" y="93"/>
                    <a:pt x="6274" y="93"/>
                    <a:pt x="6269" y="93"/>
                  </a:cubicBezTo>
                  <a:lnTo>
                    <a:pt x="6286" y="127"/>
                  </a:lnTo>
                  <a:lnTo>
                    <a:pt x="6151" y="127"/>
                  </a:lnTo>
                  <a:cubicBezTo>
                    <a:pt x="6142" y="119"/>
                    <a:pt x="6049" y="76"/>
                    <a:pt x="6125" y="76"/>
                  </a:cubicBezTo>
                  <a:cubicBezTo>
                    <a:pt x="6102" y="71"/>
                    <a:pt x="6082" y="69"/>
                    <a:pt x="6065" y="69"/>
                  </a:cubicBezTo>
                  <a:cubicBezTo>
                    <a:pt x="5976" y="69"/>
                    <a:pt x="5953" y="123"/>
                    <a:pt x="5849" y="123"/>
                  </a:cubicBezTo>
                  <a:cubicBezTo>
                    <a:pt x="5833" y="123"/>
                    <a:pt x="5815" y="122"/>
                    <a:pt x="5795" y="119"/>
                  </a:cubicBezTo>
                  <a:lnTo>
                    <a:pt x="5795" y="119"/>
                  </a:lnTo>
                  <a:cubicBezTo>
                    <a:pt x="5846" y="127"/>
                    <a:pt x="5897" y="136"/>
                    <a:pt x="5956" y="136"/>
                  </a:cubicBezTo>
                  <a:cubicBezTo>
                    <a:pt x="5880" y="153"/>
                    <a:pt x="5939" y="153"/>
                    <a:pt x="5931" y="178"/>
                  </a:cubicBezTo>
                  <a:cubicBezTo>
                    <a:pt x="5888" y="153"/>
                    <a:pt x="5753" y="161"/>
                    <a:pt x="5846" y="136"/>
                  </a:cubicBezTo>
                  <a:cubicBezTo>
                    <a:pt x="5812" y="131"/>
                    <a:pt x="5778" y="129"/>
                    <a:pt x="5746" y="129"/>
                  </a:cubicBezTo>
                  <a:cubicBezTo>
                    <a:pt x="5713" y="129"/>
                    <a:pt x="5681" y="131"/>
                    <a:pt x="5651" y="136"/>
                  </a:cubicBezTo>
                  <a:lnTo>
                    <a:pt x="5694" y="153"/>
                  </a:lnTo>
                  <a:cubicBezTo>
                    <a:pt x="5682" y="151"/>
                    <a:pt x="5670" y="150"/>
                    <a:pt x="5658" y="150"/>
                  </a:cubicBezTo>
                  <a:cubicBezTo>
                    <a:pt x="5602" y="150"/>
                    <a:pt x="5548" y="165"/>
                    <a:pt x="5499" y="186"/>
                  </a:cubicBezTo>
                  <a:cubicBezTo>
                    <a:pt x="5584" y="186"/>
                    <a:pt x="5598" y="157"/>
                    <a:pt x="5674" y="157"/>
                  </a:cubicBezTo>
                  <a:cubicBezTo>
                    <a:pt x="5689" y="157"/>
                    <a:pt x="5706" y="158"/>
                    <a:pt x="5728" y="161"/>
                  </a:cubicBezTo>
                  <a:cubicBezTo>
                    <a:pt x="5871" y="195"/>
                    <a:pt x="5694" y="178"/>
                    <a:pt x="5787" y="220"/>
                  </a:cubicBezTo>
                  <a:lnTo>
                    <a:pt x="5888" y="203"/>
                  </a:lnTo>
                  <a:lnTo>
                    <a:pt x="5846" y="195"/>
                  </a:lnTo>
                  <a:cubicBezTo>
                    <a:pt x="5851" y="188"/>
                    <a:pt x="5864" y="186"/>
                    <a:pt x="5880" y="186"/>
                  </a:cubicBezTo>
                  <a:cubicBezTo>
                    <a:pt x="5902" y="186"/>
                    <a:pt x="5929" y="189"/>
                    <a:pt x="5952" y="189"/>
                  </a:cubicBezTo>
                  <a:cubicBezTo>
                    <a:pt x="5975" y="189"/>
                    <a:pt x="5993" y="186"/>
                    <a:pt x="5990" y="169"/>
                  </a:cubicBezTo>
                  <a:lnTo>
                    <a:pt x="5990" y="169"/>
                  </a:lnTo>
                  <a:cubicBezTo>
                    <a:pt x="6091" y="212"/>
                    <a:pt x="6125" y="186"/>
                    <a:pt x="6227" y="229"/>
                  </a:cubicBezTo>
                  <a:cubicBezTo>
                    <a:pt x="6254" y="222"/>
                    <a:pt x="6232" y="215"/>
                    <a:pt x="6205" y="213"/>
                  </a:cubicBezTo>
                  <a:lnTo>
                    <a:pt x="6205" y="213"/>
                  </a:lnTo>
                  <a:cubicBezTo>
                    <a:pt x="6233" y="211"/>
                    <a:pt x="6248" y="198"/>
                    <a:pt x="6273" y="198"/>
                  </a:cubicBezTo>
                  <a:cubicBezTo>
                    <a:pt x="6285" y="198"/>
                    <a:pt x="6300" y="202"/>
                    <a:pt x="6320" y="212"/>
                  </a:cubicBezTo>
                  <a:cubicBezTo>
                    <a:pt x="6324" y="212"/>
                    <a:pt x="6327" y="213"/>
                    <a:pt x="6330" y="213"/>
                  </a:cubicBezTo>
                  <a:cubicBezTo>
                    <a:pt x="6352" y="213"/>
                    <a:pt x="6338" y="189"/>
                    <a:pt x="6299" y="181"/>
                  </a:cubicBezTo>
                  <a:lnTo>
                    <a:pt x="6299" y="181"/>
                  </a:lnTo>
                  <a:cubicBezTo>
                    <a:pt x="6318" y="182"/>
                    <a:pt x="6336" y="182"/>
                    <a:pt x="6354" y="182"/>
                  </a:cubicBezTo>
                  <a:cubicBezTo>
                    <a:pt x="6381" y="182"/>
                    <a:pt x="6409" y="182"/>
                    <a:pt x="6438" y="186"/>
                  </a:cubicBezTo>
                  <a:lnTo>
                    <a:pt x="6379" y="153"/>
                  </a:lnTo>
                  <a:lnTo>
                    <a:pt x="6447" y="153"/>
                  </a:lnTo>
                  <a:lnTo>
                    <a:pt x="6387" y="136"/>
                  </a:lnTo>
                  <a:cubicBezTo>
                    <a:pt x="6506" y="136"/>
                    <a:pt x="6624" y="153"/>
                    <a:pt x="6726" y="195"/>
                  </a:cubicBezTo>
                  <a:cubicBezTo>
                    <a:pt x="6616" y="220"/>
                    <a:pt x="6438" y="195"/>
                    <a:pt x="6370" y="237"/>
                  </a:cubicBezTo>
                  <a:cubicBezTo>
                    <a:pt x="6372" y="238"/>
                    <a:pt x="6374" y="238"/>
                    <a:pt x="6377" y="238"/>
                  </a:cubicBezTo>
                  <a:cubicBezTo>
                    <a:pt x="6391" y="238"/>
                    <a:pt x="6419" y="226"/>
                    <a:pt x="6445" y="226"/>
                  </a:cubicBezTo>
                  <a:cubicBezTo>
                    <a:pt x="6461" y="226"/>
                    <a:pt x="6477" y="231"/>
                    <a:pt x="6489" y="246"/>
                  </a:cubicBezTo>
                  <a:lnTo>
                    <a:pt x="6523" y="229"/>
                  </a:lnTo>
                  <a:cubicBezTo>
                    <a:pt x="6542" y="225"/>
                    <a:pt x="6569" y="221"/>
                    <a:pt x="6594" y="221"/>
                  </a:cubicBezTo>
                  <a:cubicBezTo>
                    <a:pt x="6625" y="221"/>
                    <a:pt x="6653" y="227"/>
                    <a:pt x="6658" y="246"/>
                  </a:cubicBezTo>
                  <a:cubicBezTo>
                    <a:pt x="6590" y="246"/>
                    <a:pt x="6523" y="262"/>
                    <a:pt x="6464" y="288"/>
                  </a:cubicBezTo>
                  <a:cubicBezTo>
                    <a:pt x="6464" y="296"/>
                    <a:pt x="6455" y="296"/>
                    <a:pt x="6438" y="296"/>
                  </a:cubicBezTo>
                  <a:lnTo>
                    <a:pt x="6328" y="296"/>
                  </a:lnTo>
                  <a:cubicBezTo>
                    <a:pt x="6286" y="288"/>
                    <a:pt x="6320" y="271"/>
                    <a:pt x="6320" y="271"/>
                  </a:cubicBezTo>
                  <a:cubicBezTo>
                    <a:pt x="6291" y="261"/>
                    <a:pt x="6263" y="258"/>
                    <a:pt x="6237" y="258"/>
                  </a:cubicBezTo>
                  <a:cubicBezTo>
                    <a:pt x="6170" y="258"/>
                    <a:pt x="6109" y="280"/>
                    <a:pt x="6038" y="280"/>
                  </a:cubicBezTo>
                  <a:cubicBezTo>
                    <a:pt x="6015" y="280"/>
                    <a:pt x="5990" y="277"/>
                    <a:pt x="5964" y="271"/>
                  </a:cubicBezTo>
                  <a:cubicBezTo>
                    <a:pt x="5964" y="254"/>
                    <a:pt x="5863" y="237"/>
                    <a:pt x="5897" y="229"/>
                  </a:cubicBezTo>
                  <a:cubicBezTo>
                    <a:pt x="5886" y="227"/>
                    <a:pt x="5875" y="226"/>
                    <a:pt x="5864" y="226"/>
                  </a:cubicBezTo>
                  <a:cubicBezTo>
                    <a:pt x="5816" y="226"/>
                    <a:pt x="5767" y="240"/>
                    <a:pt x="5719" y="254"/>
                  </a:cubicBezTo>
                  <a:cubicBezTo>
                    <a:pt x="5711" y="237"/>
                    <a:pt x="5601" y="237"/>
                    <a:pt x="5643" y="220"/>
                  </a:cubicBezTo>
                  <a:lnTo>
                    <a:pt x="5643" y="220"/>
                  </a:lnTo>
                  <a:lnTo>
                    <a:pt x="5567" y="246"/>
                  </a:lnTo>
                  <a:cubicBezTo>
                    <a:pt x="5516" y="237"/>
                    <a:pt x="5415" y="246"/>
                    <a:pt x="5398" y="220"/>
                  </a:cubicBezTo>
                  <a:cubicBezTo>
                    <a:pt x="5350" y="220"/>
                    <a:pt x="5368" y="242"/>
                    <a:pt x="5338" y="242"/>
                  </a:cubicBezTo>
                  <a:cubicBezTo>
                    <a:pt x="5330" y="242"/>
                    <a:pt x="5320" y="240"/>
                    <a:pt x="5305" y="237"/>
                  </a:cubicBezTo>
                  <a:cubicBezTo>
                    <a:pt x="5305" y="229"/>
                    <a:pt x="5305" y="229"/>
                    <a:pt x="5321" y="229"/>
                  </a:cubicBezTo>
                  <a:cubicBezTo>
                    <a:pt x="5292" y="219"/>
                    <a:pt x="5259" y="215"/>
                    <a:pt x="5229" y="215"/>
                  </a:cubicBezTo>
                  <a:cubicBezTo>
                    <a:pt x="5207" y="215"/>
                    <a:pt x="5187" y="217"/>
                    <a:pt x="5169" y="220"/>
                  </a:cubicBezTo>
                  <a:cubicBezTo>
                    <a:pt x="5186" y="229"/>
                    <a:pt x="5212" y="237"/>
                    <a:pt x="5237" y="237"/>
                  </a:cubicBezTo>
                  <a:cubicBezTo>
                    <a:pt x="5237" y="248"/>
                    <a:pt x="5210" y="259"/>
                    <a:pt x="5171" y="259"/>
                  </a:cubicBezTo>
                  <a:cubicBezTo>
                    <a:pt x="5148" y="259"/>
                    <a:pt x="5121" y="255"/>
                    <a:pt x="5093" y="246"/>
                  </a:cubicBezTo>
                  <a:cubicBezTo>
                    <a:pt x="5195" y="220"/>
                    <a:pt x="5017" y="212"/>
                    <a:pt x="5068" y="195"/>
                  </a:cubicBezTo>
                  <a:cubicBezTo>
                    <a:pt x="5046" y="193"/>
                    <a:pt x="5024" y="193"/>
                    <a:pt x="5002" y="193"/>
                  </a:cubicBezTo>
                  <a:cubicBezTo>
                    <a:pt x="4897" y="193"/>
                    <a:pt x="4792" y="209"/>
                    <a:pt x="4687" y="237"/>
                  </a:cubicBezTo>
                  <a:cubicBezTo>
                    <a:pt x="4579" y="231"/>
                    <a:pt x="4472" y="225"/>
                    <a:pt x="4361" y="225"/>
                  </a:cubicBezTo>
                  <a:cubicBezTo>
                    <a:pt x="4315" y="225"/>
                    <a:pt x="4269" y="226"/>
                    <a:pt x="4222" y="229"/>
                  </a:cubicBezTo>
                  <a:lnTo>
                    <a:pt x="4239" y="229"/>
                  </a:lnTo>
                  <a:lnTo>
                    <a:pt x="4171" y="246"/>
                  </a:lnTo>
                  <a:cubicBezTo>
                    <a:pt x="4129" y="246"/>
                    <a:pt x="4171" y="212"/>
                    <a:pt x="4103" y="212"/>
                  </a:cubicBezTo>
                  <a:cubicBezTo>
                    <a:pt x="4113" y="199"/>
                    <a:pt x="4130" y="196"/>
                    <a:pt x="4152" y="196"/>
                  </a:cubicBezTo>
                  <a:cubicBezTo>
                    <a:pt x="4176" y="196"/>
                    <a:pt x="4204" y="200"/>
                    <a:pt x="4233" y="200"/>
                  </a:cubicBezTo>
                  <a:cubicBezTo>
                    <a:pt x="4249" y="200"/>
                    <a:pt x="4266" y="199"/>
                    <a:pt x="4281" y="195"/>
                  </a:cubicBezTo>
                  <a:cubicBezTo>
                    <a:pt x="4171" y="161"/>
                    <a:pt x="4391" y="169"/>
                    <a:pt x="4315" y="144"/>
                  </a:cubicBezTo>
                  <a:lnTo>
                    <a:pt x="4315" y="144"/>
                  </a:lnTo>
                  <a:cubicBezTo>
                    <a:pt x="4301" y="163"/>
                    <a:pt x="4272" y="169"/>
                    <a:pt x="4236" y="169"/>
                  </a:cubicBezTo>
                  <a:cubicBezTo>
                    <a:pt x="4179" y="169"/>
                    <a:pt x="4104" y="155"/>
                    <a:pt x="4038" y="155"/>
                  </a:cubicBezTo>
                  <a:cubicBezTo>
                    <a:pt x="4016" y="155"/>
                    <a:pt x="3995" y="157"/>
                    <a:pt x="3976" y="161"/>
                  </a:cubicBezTo>
                  <a:cubicBezTo>
                    <a:pt x="3945" y="158"/>
                    <a:pt x="3941" y="154"/>
                    <a:pt x="3946" y="151"/>
                  </a:cubicBezTo>
                  <a:lnTo>
                    <a:pt x="3946" y="151"/>
                  </a:lnTo>
                  <a:lnTo>
                    <a:pt x="3943" y="153"/>
                  </a:lnTo>
                  <a:cubicBezTo>
                    <a:pt x="3909" y="144"/>
                    <a:pt x="3900" y="136"/>
                    <a:pt x="3900" y="119"/>
                  </a:cubicBezTo>
                  <a:cubicBezTo>
                    <a:pt x="3855" y="111"/>
                    <a:pt x="3809" y="107"/>
                    <a:pt x="3763" y="107"/>
                  </a:cubicBezTo>
                  <a:cubicBezTo>
                    <a:pt x="3708" y="107"/>
                    <a:pt x="3652" y="113"/>
                    <a:pt x="3596" y="127"/>
                  </a:cubicBezTo>
                  <a:cubicBezTo>
                    <a:pt x="3608" y="126"/>
                    <a:pt x="3617" y="126"/>
                    <a:pt x="3623" y="126"/>
                  </a:cubicBezTo>
                  <a:cubicBezTo>
                    <a:pt x="3677" y="126"/>
                    <a:pt x="3573" y="153"/>
                    <a:pt x="3663" y="161"/>
                  </a:cubicBezTo>
                  <a:cubicBezTo>
                    <a:pt x="3622" y="167"/>
                    <a:pt x="3584" y="173"/>
                    <a:pt x="3545" y="173"/>
                  </a:cubicBezTo>
                  <a:cubicBezTo>
                    <a:pt x="3528" y="173"/>
                    <a:pt x="3512" y="172"/>
                    <a:pt x="3494" y="169"/>
                  </a:cubicBezTo>
                  <a:cubicBezTo>
                    <a:pt x="3551" y="162"/>
                    <a:pt x="3454" y="132"/>
                    <a:pt x="3504" y="132"/>
                  </a:cubicBezTo>
                  <a:cubicBezTo>
                    <a:pt x="3514" y="132"/>
                    <a:pt x="3530" y="133"/>
                    <a:pt x="3553" y="136"/>
                  </a:cubicBezTo>
                  <a:cubicBezTo>
                    <a:pt x="3548" y="124"/>
                    <a:pt x="3537" y="120"/>
                    <a:pt x="3522" y="120"/>
                  </a:cubicBezTo>
                  <a:cubicBezTo>
                    <a:pt x="3500" y="120"/>
                    <a:pt x="3470" y="129"/>
                    <a:pt x="3439" y="129"/>
                  </a:cubicBezTo>
                  <a:cubicBezTo>
                    <a:pt x="3432" y="129"/>
                    <a:pt x="3425" y="128"/>
                    <a:pt x="3418" y="127"/>
                  </a:cubicBezTo>
                  <a:cubicBezTo>
                    <a:pt x="3445" y="120"/>
                    <a:pt x="3473" y="114"/>
                    <a:pt x="3500" y="107"/>
                  </a:cubicBezTo>
                  <a:lnTo>
                    <a:pt x="3500" y="107"/>
                  </a:lnTo>
                  <a:cubicBezTo>
                    <a:pt x="3487" y="109"/>
                    <a:pt x="3474" y="110"/>
                    <a:pt x="3459" y="110"/>
                  </a:cubicBezTo>
                  <a:cubicBezTo>
                    <a:pt x="3375" y="110"/>
                    <a:pt x="3267" y="77"/>
                    <a:pt x="3208" y="77"/>
                  </a:cubicBezTo>
                  <a:cubicBezTo>
                    <a:pt x="3192" y="77"/>
                    <a:pt x="3180" y="79"/>
                    <a:pt x="3173" y="85"/>
                  </a:cubicBezTo>
                  <a:cubicBezTo>
                    <a:pt x="3105" y="102"/>
                    <a:pt x="2995" y="119"/>
                    <a:pt x="2911" y="144"/>
                  </a:cubicBezTo>
                  <a:cubicBezTo>
                    <a:pt x="2818" y="119"/>
                    <a:pt x="2733" y="110"/>
                    <a:pt x="2640" y="110"/>
                  </a:cubicBezTo>
                  <a:lnTo>
                    <a:pt x="2657" y="93"/>
                  </a:lnTo>
                  <a:cubicBezTo>
                    <a:pt x="2631" y="89"/>
                    <a:pt x="2598" y="89"/>
                    <a:pt x="2561" y="89"/>
                  </a:cubicBezTo>
                  <a:cubicBezTo>
                    <a:pt x="2524" y="89"/>
                    <a:pt x="2483" y="89"/>
                    <a:pt x="2445" y="85"/>
                  </a:cubicBezTo>
                  <a:lnTo>
                    <a:pt x="2428" y="59"/>
                  </a:lnTo>
                  <a:cubicBezTo>
                    <a:pt x="2352" y="59"/>
                    <a:pt x="2268" y="59"/>
                    <a:pt x="2192" y="51"/>
                  </a:cubicBezTo>
                  <a:lnTo>
                    <a:pt x="2192" y="51"/>
                  </a:lnTo>
                  <a:cubicBezTo>
                    <a:pt x="2183" y="59"/>
                    <a:pt x="2268" y="68"/>
                    <a:pt x="2225" y="76"/>
                  </a:cubicBezTo>
                  <a:cubicBezTo>
                    <a:pt x="2243" y="80"/>
                    <a:pt x="2259" y="82"/>
                    <a:pt x="2271" y="82"/>
                  </a:cubicBezTo>
                  <a:cubicBezTo>
                    <a:pt x="2288" y="82"/>
                    <a:pt x="2298" y="78"/>
                    <a:pt x="2293" y="68"/>
                  </a:cubicBezTo>
                  <a:cubicBezTo>
                    <a:pt x="2327" y="68"/>
                    <a:pt x="2327" y="93"/>
                    <a:pt x="2361" y="110"/>
                  </a:cubicBezTo>
                  <a:lnTo>
                    <a:pt x="2200" y="110"/>
                  </a:lnTo>
                  <a:lnTo>
                    <a:pt x="2183" y="102"/>
                  </a:lnTo>
                  <a:lnTo>
                    <a:pt x="2175" y="127"/>
                  </a:lnTo>
                  <a:cubicBezTo>
                    <a:pt x="2124" y="119"/>
                    <a:pt x="2115" y="110"/>
                    <a:pt x="2124" y="102"/>
                  </a:cubicBezTo>
                  <a:lnTo>
                    <a:pt x="2124" y="102"/>
                  </a:lnTo>
                  <a:cubicBezTo>
                    <a:pt x="2051" y="109"/>
                    <a:pt x="2016" y="129"/>
                    <a:pt x="1943" y="129"/>
                  </a:cubicBezTo>
                  <a:cubicBezTo>
                    <a:pt x="1931" y="129"/>
                    <a:pt x="1918" y="128"/>
                    <a:pt x="1904" y="127"/>
                  </a:cubicBezTo>
                  <a:cubicBezTo>
                    <a:pt x="1946" y="102"/>
                    <a:pt x="1997" y="93"/>
                    <a:pt x="2048" y="93"/>
                  </a:cubicBezTo>
                  <a:lnTo>
                    <a:pt x="1938" y="93"/>
                  </a:lnTo>
                  <a:cubicBezTo>
                    <a:pt x="1988" y="68"/>
                    <a:pt x="2175" y="85"/>
                    <a:pt x="2149" y="51"/>
                  </a:cubicBezTo>
                  <a:cubicBezTo>
                    <a:pt x="2014" y="51"/>
                    <a:pt x="1879" y="68"/>
                    <a:pt x="1752" y="93"/>
                  </a:cubicBezTo>
                  <a:cubicBezTo>
                    <a:pt x="1722" y="76"/>
                    <a:pt x="1686" y="74"/>
                    <a:pt x="1647" y="74"/>
                  </a:cubicBezTo>
                  <a:cubicBezTo>
                    <a:pt x="1634" y="74"/>
                    <a:pt x="1621" y="74"/>
                    <a:pt x="1607" y="74"/>
                  </a:cubicBezTo>
                  <a:cubicBezTo>
                    <a:pt x="1580" y="74"/>
                    <a:pt x="1551" y="74"/>
                    <a:pt x="1523" y="68"/>
                  </a:cubicBezTo>
                  <a:cubicBezTo>
                    <a:pt x="1506" y="59"/>
                    <a:pt x="1481" y="51"/>
                    <a:pt x="1498" y="43"/>
                  </a:cubicBezTo>
                  <a:lnTo>
                    <a:pt x="1523" y="43"/>
                  </a:lnTo>
                  <a:cubicBezTo>
                    <a:pt x="1478" y="36"/>
                    <a:pt x="1432" y="33"/>
                    <a:pt x="1385" y="33"/>
                  </a:cubicBezTo>
                  <a:cubicBezTo>
                    <a:pt x="1309" y="33"/>
                    <a:pt x="1233" y="41"/>
                    <a:pt x="1159" y="51"/>
                  </a:cubicBezTo>
                  <a:lnTo>
                    <a:pt x="1100" y="17"/>
                  </a:lnTo>
                  <a:cubicBezTo>
                    <a:pt x="1075" y="14"/>
                    <a:pt x="1057" y="12"/>
                    <a:pt x="1045" y="12"/>
                  </a:cubicBezTo>
                  <a:cubicBezTo>
                    <a:pt x="980" y="12"/>
                    <a:pt x="1092" y="60"/>
                    <a:pt x="974" y="60"/>
                  </a:cubicBezTo>
                  <a:cubicBezTo>
                    <a:pt x="967" y="60"/>
                    <a:pt x="958" y="60"/>
                    <a:pt x="948" y="59"/>
                  </a:cubicBezTo>
                  <a:cubicBezTo>
                    <a:pt x="906" y="26"/>
                    <a:pt x="720" y="34"/>
                    <a:pt x="71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5"/>
            <p:cNvSpPr/>
            <p:nvPr/>
          </p:nvSpPr>
          <p:spPr>
            <a:xfrm>
              <a:off x="2737450" y="3781350"/>
              <a:ext cx="2550" cy="1500"/>
            </a:xfrm>
            <a:custGeom>
              <a:rect b="b" l="l" r="r" t="t"/>
              <a:pathLst>
                <a:path extrusionOk="0" h="60" w="102">
                  <a:moveTo>
                    <a:pt x="59" y="0"/>
                  </a:moveTo>
                  <a:cubicBezTo>
                    <a:pt x="51" y="17"/>
                    <a:pt x="0" y="51"/>
                    <a:pt x="26" y="60"/>
                  </a:cubicBezTo>
                  <a:cubicBezTo>
                    <a:pt x="9" y="51"/>
                    <a:pt x="102" y="0"/>
                    <a:pt x="5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5"/>
            <p:cNvSpPr/>
            <p:nvPr/>
          </p:nvSpPr>
          <p:spPr>
            <a:xfrm>
              <a:off x="2736800" y="3781350"/>
              <a:ext cx="1500" cy="1300"/>
            </a:xfrm>
            <a:custGeom>
              <a:rect b="b" l="l" r="r" t="t"/>
              <a:pathLst>
                <a:path extrusionOk="0" h="52" w="60">
                  <a:moveTo>
                    <a:pt x="60" y="0"/>
                  </a:moveTo>
                  <a:lnTo>
                    <a:pt x="18" y="26"/>
                  </a:lnTo>
                  <a:cubicBezTo>
                    <a:pt x="18" y="30"/>
                    <a:pt x="20" y="32"/>
                    <a:pt x="18" y="36"/>
                  </a:cubicBezTo>
                  <a:lnTo>
                    <a:pt x="18" y="36"/>
                  </a:lnTo>
                  <a:lnTo>
                    <a:pt x="60" y="0"/>
                  </a:lnTo>
                  <a:close/>
                  <a:moveTo>
                    <a:pt x="18" y="36"/>
                  </a:moveTo>
                  <a:lnTo>
                    <a:pt x="1" y="51"/>
                  </a:lnTo>
                  <a:cubicBezTo>
                    <a:pt x="13" y="43"/>
                    <a:pt x="17" y="39"/>
                    <a:pt x="18" y="3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5"/>
            <p:cNvSpPr/>
            <p:nvPr/>
          </p:nvSpPr>
          <p:spPr>
            <a:xfrm>
              <a:off x="2729200" y="3779025"/>
              <a:ext cx="4875" cy="4250"/>
            </a:xfrm>
            <a:custGeom>
              <a:rect b="b" l="l" r="r" t="t"/>
              <a:pathLst>
                <a:path extrusionOk="0" h="170" w="195">
                  <a:moveTo>
                    <a:pt x="144" y="0"/>
                  </a:moveTo>
                  <a:lnTo>
                    <a:pt x="144" y="0"/>
                  </a:lnTo>
                  <a:cubicBezTo>
                    <a:pt x="59" y="59"/>
                    <a:pt x="68" y="119"/>
                    <a:pt x="0" y="169"/>
                  </a:cubicBezTo>
                  <a:cubicBezTo>
                    <a:pt x="43" y="169"/>
                    <a:pt x="195" y="76"/>
                    <a:pt x="169" y="43"/>
                  </a:cubicBezTo>
                  <a:lnTo>
                    <a:pt x="169" y="43"/>
                  </a:lnTo>
                  <a:cubicBezTo>
                    <a:pt x="153" y="76"/>
                    <a:pt x="127" y="110"/>
                    <a:pt x="93" y="127"/>
                  </a:cubicBezTo>
                  <a:cubicBezTo>
                    <a:pt x="43" y="93"/>
                    <a:pt x="161" y="59"/>
                    <a:pt x="1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5"/>
            <p:cNvSpPr/>
            <p:nvPr/>
          </p:nvSpPr>
          <p:spPr>
            <a:xfrm>
              <a:off x="2732375" y="3777950"/>
              <a:ext cx="1075" cy="1100"/>
            </a:xfrm>
            <a:custGeom>
              <a:rect b="b" l="l" r="r" t="t"/>
              <a:pathLst>
                <a:path extrusionOk="0" h="44" w="43">
                  <a:moveTo>
                    <a:pt x="34" y="1"/>
                  </a:moveTo>
                  <a:lnTo>
                    <a:pt x="0" y="43"/>
                  </a:lnTo>
                  <a:lnTo>
                    <a:pt x="9" y="43"/>
                  </a:lnTo>
                  <a:lnTo>
                    <a:pt x="4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5"/>
            <p:cNvSpPr/>
            <p:nvPr/>
          </p:nvSpPr>
          <p:spPr>
            <a:xfrm>
              <a:off x="2764925" y="3765050"/>
              <a:ext cx="1100" cy="1125"/>
            </a:xfrm>
            <a:custGeom>
              <a:rect b="b" l="l" r="r" t="t"/>
              <a:pathLst>
                <a:path extrusionOk="0" h="45" w="44">
                  <a:moveTo>
                    <a:pt x="43" y="1"/>
                  </a:moveTo>
                  <a:lnTo>
                    <a:pt x="43" y="1"/>
                  </a:lnTo>
                  <a:cubicBezTo>
                    <a:pt x="26" y="9"/>
                    <a:pt x="9" y="26"/>
                    <a:pt x="1" y="43"/>
                  </a:cubicBezTo>
                  <a:cubicBezTo>
                    <a:pt x="3" y="44"/>
                    <a:pt x="5" y="45"/>
                    <a:pt x="6" y="45"/>
                  </a:cubicBezTo>
                  <a:cubicBezTo>
                    <a:pt x="21" y="45"/>
                    <a:pt x="36" y="16"/>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5"/>
            <p:cNvSpPr/>
            <p:nvPr/>
          </p:nvSpPr>
          <p:spPr>
            <a:xfrm>
              <a:off x="2541175" y="3700775"/>
              <a:ext cx="11025" cy="225"/>
            </a:xfrm>
            <a:custGeom>
              <a:rect b="b" l="l" r="r" t="t"/>
              <a:pathLst>
                <a:path extrusionOk="0" h="9" w="441">
                  <a:moveTo>
                    <a:pt x="1" y="0"/>
                  </a:moveTo>
                  <a:lnTo>
                    <a:pt x="152" y="3"/>
                  </a:lnTo>
                  <a:lnTo>
                    <a:pt x="152" y="3"/>
                  </a:lnTo>
                  <a:cubicBezTo>
                    <a:pt x="100" y="2"/>
                    <a:pt x="51" y="0"/>
                    <a:pt x="1" y="0"/>
                  </a:cubicBezTo>
                  <a:close/>
                  <a:moveTo>
                    <a:pt x="152" y="3"/>
                  </a:moveTo>
                  <a:cubicBezTo>
                    <a:pt x="233" y="6"/>
                    <a:pt x="323" y="9"/>
                    <a:pt x="441" y="9"/>
                  </a:cubicBezTo>
                  <a:lnTo>
                    <a:pt x="152" y="3"/>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5"/>
            <p:cNvSpPr/>
            <p:nvPr/>
          </p:nvSpPr>
          <p:spPr>
            <a:xfrm>
              <a:off x="2785650" y="3731225"/>
              <a:ext cx="7650" cy="10175"/>
            </a:xfrm>
            <a:custGeom>
              <a:rect b="b" l="l" r="r" t="t"/>
              <a:pathLst>
                <a:path extrusionOk="0" h="407" w="306">
                  <a:moveTo>
                    <a:pt x="305" y="0"/>
                  </a:moveTo>
                  <a:lnTo>
                    <a:pt x="212" y="68"/>
                  </a:lnTo>
                  <a:cubicBezTo>
                    <a:pt x="153" y="187"/>
                    <a:pt x="77" y="297"/>
                    <a:pt x="1" y="406"/>
                  </a:cubicBezTo>
                  <a:cubicBezTo>
                    <a:pt x="69" y="347"/>
                    <a:pt x="128" y="271"/>
                    <a:pt x="170" y="187"/>
                  </a:cubicBezTo>
                  <a:cubicBezTo>
                    <a:pt x="195" y="119"/>
                    <a:pt x="246" y="51"/>
                    <a:pt x="30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5"/>
            <p:cNvSpPr/>
            <p:nvPr/>
          </p:nvSpPr>
          <p:spPr>
            <a:xfrm>
              <a:off x="2792425" y="3731525"/>
              <a:ext cx="2450" cy="3525"/>
            </a:xfrm>
            <a:custGeom>
              <a:rect b="b" l="l" r="r" t="t"/>
              <a:pathLst>
                <a:path extrusionOk="0" h="141" w="98">
                  <a:moveTo>
                    <a:pt x="80" y="0"/>
                  </a:moveTo>
                  <a:cubicBezTo>
                    <a:pt x="77" y="0"/>
                    <a:pt x="74" y="2"/>
                    <a:pt x="68" y="5"/>
                  </a:cubicBezTo>
                  <a:cubicBezTo>
                    <a:pt x="9" y="98"/>
                    <a:pt x="77" y="48"/>
                    <a:pt x="1" y="141"/>
                  </a:cubicBezTo>
                  <a:lnTo>
                    <a:pt x="85" y="90"/>
                  </a:lnTo>
                  <a:lnTo>
                    <a:pt x="85" y="90"/>
                  </a:lnTo>
                  <a:cubicBezTo>
                    <a:pt x="80" y="92"/>
                    <a:pt x="75" y="93"/>
                    <a:pt x="72" y="93"/>
                  </a:cubicBezTo>
                  <a:cubicBezTo>
                    <a:pt x="38" y="93"/>
                    <a:pt x="98" y="0"/>
                    <a:pt x="8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5"/>
            <p:cNvSpPr/>
            <p:nvPr/>
          </p:nvSpPr>
          <p:spPr>
            <a:xfrm>
              <a:off x="2771075" y="3740325"/>
              <a:ext cx="450" cy="850"/>
            </a:xfrm>
            <a:custGeom>
              <a:rect b="b" l="l" r="r" t="t"/>
              <a:pathLst>
                <a:path extrusionOk="0" h="34" w="18">
                  <a:moveTo>
                    <a:pt x="17" y="0"/>
                  </a:moveTo>
                  <a:lnTo>
                    <a:pt x="0" y="26"/>
                  </a:lnTo>
                  <a:lnTo>
                    <a:pt x="9" y="34"/>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5"/>
            <p:cNvSpPr/>
            <p:nvPr/>
          </p:nvSpPr>
          <p:spPr>
            <a:xfrm>
              <a:off x="2798550" y="3718750"/>
              <a:ext cx="2150" cy="450"/>
            </a:xfrm>
            <a:custGeom>
              <a:rect b="b" l="l" r="r" t="t"/>
              <a:pathLst>
                <a:path extrusionOk="0" h="18" w="86">
                  <a:moveTo>
                    <a:pt x="1" y="0"/>
                  </a:moveTo>
                  <a:lnTo>
                    <a:pt x="52" y="17"/>
                  </a:lnTo>
                  <a:lnTo>
                    <a:pt x="86" y="17"/>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5"/>
            <p:cNvSpPr/>
            <p:nvPr/>
          </p:nvSpPr>
          <p:spPr>
            <a:xfrm>
              <a:off x="2800675" y="3718950"/>
              <a:ext cx="875" cy="25"/>
            </a:xfrm>
            <a:custGeom>
              <a:rect b="b" l="l" r="r" t="t"/>
              <a:pathLst>
                <a:path extrusionOk="0" h="1" w="35">
                  <a:moveTo>
                    <a:pt x="34" y="1"/>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5"/>
            <p:cNvSpPr/>
            <p:nvPr/>
          </p:nvSpPr>
          <p:spPr>
            <a:xfrm>
              <a:off x="2769575" y="3739250"/>
              <a:ext cx="1100" cy="1525"/>
            </a:xfrm>
            <a:custGeom>
              <a:rect b="b" l="l" r="r" t="t"/>
              <a:pathLst>
                <a:path extrusionOk="0" h="61" w="44">
                  <a:moveTo>
                    <a:pt x="43" y="1"/>
                  </a:moveTo>
                  <a:lnTo>
                    <a:pt x="1" y="35"/>
                  </a:lnTo>
                  <a:lnTo>
                    <a:pt x="1" y="60"/>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5"/>
            <p:cNvSpPr/>
            <p:nvPr/>
          </p:nvSpPr>
          <p:spPr>
            <a:xfrm>
              <a:off x="2779750" y="3734725"/>
              <a:ext cx="900" cy="750"/>
            </a:xfrm>
            <a:custGeom>
              <a:rect b="b" l="l" r="r" t="t"/>
              <a:pathLst>
                <a:path extrusionOk="0" h="30" w="36">
                  <a:moveTo>
                    <a:pt x="23" y="0"/>
                  </a:moveTo>
                  <a:cubicBezTo>
                    <a:pt x="20" y="0"/>
                    <a:pt x="16" y="1"/>
                    <a:pt x="9" y="4"/>
                  </a:cubicBezTo>
                  <a:lnTo>
                    <a:pt x="0" y="30"/>
                  </a:lnTo>
                  <a:cubicBezTo>
                    <a:pt x="0" y="30"/>
                    <a:pt x="35" y="0"/>
                    <a:pt x="2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5"/>
            <p:cNvSpPr/>
            <p:nvPr/>
          </p:nvSpPr>
          <p:spPr>
            <a:xfrm>
              <a:off x="2782500" y="3717700"/>
              <a:ext cx="2975" cy="225"/>
            </a:xfrm>
            <a:custGeom>
              <a:rect b="b" l="l" r="r" t="t"/>
              <a:pathLst>
                <a:path extrusionOk="0" h="9" w="119">
                  <a:moveTo>
                    <a:pt x="0" y="0"/>
                  </a:moveTo>
                  <a:lnTo>
                    <a:pt x="8" y="8"/>
                  </a:lnTo>
                  <a:lnTo>
                    <a:pt x="1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5"/>
            <p:cNvSpPr/>
            <p:nvPr/>
          </p:nvSpPr>
          <p:spPr>
            <a:xfrm>
              <a:off x="2778950" y="3730650"/>
              <a:ext cx="1225" cy="700"/>
            </a:xfrm>
            <a:custGeom>
              <a:rect b="b" l="l" r="r" t="t"/>
              <a:pathLst>
                <a:path extrusionOk="0" h="28" w="49">
                  <a:moveTo>
                    <a:pt x="30" y="1"/>
                  </a:moveTo>
                  <a:cubicBezTo>
                    <a:pt x="28" y="1"/>
                    <a:pt x="22" y="4"/>
                    <a:pt x="7" y="15"/>
                  </a:cubicBezTo>
                  <a:cubicBezTo>
                    <a:pt x="0" y="24"/>
                    <a:pt x="1" y="28"/>
                    <a:pt x="6" y="28"/>
                  </a:cubicBezTo>
                  <a:cubicBezTo>
                    <a:pt x="13" y="28"/>
                    <a:pt x="33" y="17"/>
                    <a:pt x="49" y="7"/>
                  </a:cubicBezTo>
                  <a:lnTo>
                    <a:pt x="49" y="7"/>
                  </a:lnTo>
                  <a:cubicBezTo>
                    <a:pt x="36" y="14"/>
                    <a:pt x="30" y="16"/>
                    <a:pt x="27" y="16"/>
                  </a:cubicBezTo>
                  <a:cubicBezTo>
                    <a:pt x="20" y="16"/>
                    <a:pt x="34" y="1"/>
                    <a:pt x="3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5"/>
            <p:cNvSpPr/>
            <p:nvPr/>
          </p:nvSpPr>
          <p:spPr>
            <a:xfrm>
              <a:off x="2773825" y="3725300"/>
              <a:ext cx="650" cy="25"/>
            </a:xfrm>
            <a:custGeom>
              <a:rect b="b" l="l" r="r" t="t"/>
              <a:pathLst>
                <a:path extrusionOk="0" h="1" w="26">
                  <a:moveTo>
                    <a:pt x="26" y="1"/>
                  </a:moveTo>
                  <a:cubicBezTo>
                    <a:pt x="17" y="1"/>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5"/>
            <p:cNvSpPr/>
            <p:nvPr/>
          </p:nvSpPr>
          <p:spPr>
            <a:xfrm>
              <a:off x="2774450" y="3725225"/>
              <a:ext cx="1500" cy="325"/>
            </a:xfrm>
            <a:custGeom>
              <a:rect b="b" l="l" r="r" t="t"/>
              <a:pathLst>
                <a:path extrusionOk="0" h="13" w="60">
                  <a:moveTo>
                    <a:pt x="17" y="0"/>
                  </a:moveTo>
                  <a:cubicBezTo>
                    <a:pt x="11" y="0"/>
                    <a:pt x="6" y="1"/>
                    <a:pt x="1" y="4"/>
                  </a:cubicBezTo>
                  <a:cubicBezTo>
                    <a:pt x="17" y="4"/>
                    <a:pt x="34" y="12"/>
                    <a:pt x="60" y="12"/>
                  </a:cubicBezTo>
                  <a:cubicBezTo>
                    <a:pt x="48" y="6"/>
                    <a:pt x="32" y="0"/>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5"/>
            <p:cNvSpPr/>
            <p:nvPr/>
          </p:nvSpPr>
          <p:spPr>
            <a:xfrm>
              <a:off x="2767250" y="3724675"/>
              <a:ext cx="1525" cy="475"/>
            </a:xfrm>
            <a:custGeom>
              <a:rect b="b" l="l" r="r" t="t"/>
              <a:pathLst>
                <a:path extrusionOk="0" h="19" w="61">
                  <a:moveTo>
                    <a:pt x="60" y="0"/>
                  </a:moveTo>
                  <a:cubicBezTo>
                    <a:pt x="18" y="0"/>
                    <a:pt x="1" y="0"/>
                    <a:pt x="9" y="9"/>
                  </a:cubicBezTo>
                  <a:lnTo>
                    <a:pt x="26" y="9"/>
                  </a:lnTo>
                  <a:cubicBezTo>
                    <a:pt x="16" y="16"/>
                    <a:pt x="12" y="18"/>
                    <a:pt x="14" y="18"/>
                  </a:cubicBezTo>
                  <a:cubicBezTo>
                    <a:pt x="15" y="18"/>
                    <a:pt x="25" y="14"/>
                    <a:pt x="35" y="9"/>
                  </a:cubicBezTo>
                  <a:cubicBezTo>
                    <a:pt x="47" y="4"/>
                    <a:pt x="54" y="4"/>
                    <a:pt x="57" y="4"/>
                  </a:cubicBezTo>
                  <a:cubicBezTo>
                    <a:pt x="60" y="4"/>
                    <a:pt x="60" y="4"/>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5"/>
            <p:cNvSpPr/>
            <p:nvPr/>
          </p:nvSpPr>
          <p:spPr>
            <a:xfrm>
              <a:off x="2741025" y="3712600"/>
              <a:ext cx="5750" cy="1125"/>
            </a:xfrm>
            <a:custGeom>
              <a:rect b="b" l="l" r="r" t="t"/>
              <a:pathLst>
                <a:path extrusionOk="0" h="45" w="230">
                  <a:moveTo>
                    <a:pt x="1" y="1"/>
                  </a:moveTo>
                  <a:cubicBezTo>
                    <a:pt x="86" y="18"/>
                    <a:pt x="111" y="26"/>
                    <a:pt x="111" y="43"/>
                  </a:cubicBezTo>
                  <a:cubicBezTo>
                    <a:pt x="119" y="44"/>
                    <a:pt x="127" y="45"/>
                    <a:pt x="133" y="45"/>
                  </a:cubicBezTo>
                  <a:cubicBezTo>
                    <a:pt x="186" y="45"/>
                    <a:pt x="184" y="18"/>
                    <a:pt x="229" y="18"/>
                  </a:cubicBezTo>
                  <a:cubicBezTo>
                    <a:pt x="128" y="18"/>
                    <a:pt x="11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5"/>
            <p:cNvSpPr/>
            <p:nvPr/>
          </p:nvSpPr>
          <p:spPr>
            <a:xfrm>
              <a:off x="2746525" y="3713025"/>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5"/>
            <p:cNvSpPr/>
            <p:nvPr/>
          </p:nvSpPr>
          <p:spPr>
            <a:xfrm>
              <a:off x="2771075" y="3730600"/>
              <a:ext cx="1075" cy="650"/>
            </a:xfrm>
            <a:custGeom>
              <a:rect b="b" l="l" r="r" t="t"/>
              <a:pathLst>
                <a:path extrusionOk="0" h="26" w="43">
                  <a:moveTo>
                    <a:pt x="43" y="0"/>
                  </a:moveTo>
                  <a:cubicBezTo>
                    <a:pt x="26" y="9"/>
                    <a:pt x="17" y="17"/>
                    <a:pt x="0" y="25"/>
                  </a:cubicBezTo>
                  <a:lnTo>
                    <a:pt x="9" y="25"/>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5"/>
            <p:cNvSpPr/>
            <p:nvPr/>
          </p:nvSpPr>
          <p:spPr>
            <a:xfrm>
              <a:off x="2737650" y="3712125"/>
              <a:ext cx="1725" cy="300"/>
            </a:xfrm>
            <a:custGeom>
              <a:rect b="b" l="l" r="r" t="t"/>
              <a:pathLst>
                <a:path extrusionOk="0" h="12" w="69">
                  <a:moveTo>
                    <a:pt x="32" y="1"/>
                  </a:moveTo>
                  <a:cubicBezTo>
                    <a:pt x="15" y="1"/>
                    <a:pt x="1" y="3"/>
                    <a:pt x="9" y="3"/>
                  </a:cubicBezTo>
                  <a:cubicBezTo>
                    <a:pt x="26" y="3"/>
                    <a:pt x="51" y="3"/>
                    <a:pt x="68" y="12"/>
                  </a:cubicBezTo>
                  <a:cubicBezTo>
                    <a:pt x="68" y="3"/>
                    <a:pt x="49" y="1"/>
                    <a:pt x="3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5"/>
            <p:cNvSpPr/>
            <p:nvPr/>
          </p:nvSpPr>
          <p:spPr>
            <a:xfrm>
              <a:off x="2745475" y="3721900"/>
              <a:ext cx="2150" cy="675"/>
            </a:xfrm>
            <a:custGeom>
              <a:rect b="b" l="l" r="r" t="t"/>
              <a:pathLst>
                <a:path extrusionOk="0" h="27" w="86">
                  <a:moveTo>
                    <a:pt x="22" y="0"/>
                  </a:moveTo>
                  <a:cubicBezTo>
                    <a:pt x="15" y="0"/>
                    <a:pt x="7" y="3"/>
                    <a:pt x="1" y="10"/>
                  </a:cubicBezTo>
                  <a:cubicBezTo>
                    <a:pt x="9" y="18"/>
                    <a:pt x="60" y="18"/>
                    <a:pt x="85" y="27"/>
                  </a:cubicBezTo>
                  <a:cubicBezTo>
                    <a:pt x="67" y="20"/>
                    <a:pt x="43" y="0"/>
                    <a:pt x="2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5"/>
            <p:cNvSpPr/>
            <p:nvPr/>
          </p:nvSpPr>
          <p:spPr>
            <a:xfrm>
              <a:off x="2731725" y="3713625"/>
              <a:ext cx="1975" cy="925"/>
            </a:xfrm>
            <a:custGeom>
              <a:rect b="b" l="l" r="r" t="t"/>
              <a:pathLst>
                <a:path extrusionOk="0" h="37" w="79">
                  <a:moveTo>
                    <a:pt x="24" y="1"/>
                  </a:moveTo>
                  <a:cubicBezTo>
                    <a:pt x="18" y="1"/>
                    <a:pt x="10" y="1"/>
                    <a:pt x="1" y="2"/>
                  </a:cubicBezTo>
                  <a:cubicBezTo>
                    <a:pt x="18" y="2"/>
                    <a:pt x="35" y="19"/>
                    <a:pt x="26" y="36"/>
                  </a:cubicBezTo>
                  <a:cubicBezTo>
                    <a:pt x="49" y="29"/>
                    <a:pt x="78" y="1"/>
                    <a:pt x="2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5"/>
            <p:cNvSpPr/>
            <p:nvPr/>
          </p:nvSpPr>
          <p:spPr>
            <a:xfrm>
              <a:off x="2741675" y="3721700"/>
              <a:ext cx="1725" cy="250"/>
            </a:xfrm>
            <a:custGeom>
              <a:rect b="b" l="l" r="r" t="t"/>
              <a:pathLst>
                <a:path extrusionOk="0" h="10" w="69">
                  <a:moveTo>
                    <a:pt x="0" y="1"/>
                  </a:moveTo>
                  <a:lnTo>
                    <a:pt x="9"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5"/>
            <p:cNvSpPr/>
            <p:nvPr/>
          </p:nvSpPr>
          <p:spPr>
            <a:xfrm>
              <a:off x="2743775" y="3727175"/>
              <a:ext cx="4275" cy="2175"/>
            </a:xfrm>
            <a:custGeom>
              <a:rect b="b" l="l" r="r" t="t"/>
              <a:pathLst>
                <a:path extrusionOk="0" h="87" w="171">
                  <a:moveTo>
                    <a:pt x="64" y="1"/>
                  </a:moveTo>
                  <a:cubicBezTo>
                    <a:pt x="29" y="1"/>
                    <a:pt x="94" y="36"/>
                    <a:pt x="35" y="36"/>
                  </a:cubicBezTo>
                  <a:cubicBezTo>
                    <a:pt x="30" y="36"/>
                    <a:pt x="24" y="36"/>
                    <a:pt x="18" y="36"/>
                  </a:cubicBezTo>
                  <a:lnTo>
                    <a:pt x="18" y="36"/>
                  </a:lnTo>
                  <a:cubicBezTo>
                    <a:pt x="77" y="44"/>
                    <a:pt x="111" y="78"/>
                    <a:pt x="102" y="86"/>
                  </a:cubicBezTo>
                  <a:cubicBezTo>
                    <a:pt x="170" y="69"/>
                    <a:pt x="1" y="19"/>
                    <a:pt x="119" y="10"/>
                  </a:cubicBezTo>
                  <a:cubicBezTo>
                    <a:pt x="90" y="3"/>
                    <a:pt x="73" y="1"/>
                    <a:pt x="6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5"/>
            <p:cNvSpPr/>
            <p:nvPr/>
          </p:nvSpPr>
          <p:spPr>
            <a:xfrm>
              <a:off x="2743575" y="3727900"/>
              <a:ext cx="650" cy="175"/>
            </a:xfrm>
            <a:custGeom>
              <a:rect b="b" l="l" r="r" t="t"/>
              <a:pathLst>
                <a:path extrusionOk="0" h="7" w="26">
                  <a:moveTo>
                    <a:pt x="13" y="0"/>
                  </a:moveTo>
                  <a:cubicBezTo>
                    <a:pt x="9" y="0"/>
                    <a:pt x="5" y="2"/>
                    <a:pt x="0" y="7"/>
                  </a:cubicBezTo>
                  <a:lnTo>
                    <a:pt x="26" y="7"/>
                  </a:lnTo>
                  <a:cubicBezTo>
                    <a:pt x="22" y="2"/>
                    <a:pt x="17" y="0"/>
                    <a:pt x="1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5"/>
            <p:cNvSpPr/>
            <p:nvPr/>
          </p:nvSpPr>
          <p:spPr>
            <a:xfrm>
              <a:off x="2721375" y="3722550"/>
              <a:ext cx="650" cy="250"/>
            </a:xfrm>
            <a:custGeom>
              <a:rect b="b" l="l" r="r" t="t"/>
              <a:pathLst>
                <a:path extrusionOk="0" h="10" w="26">
                  <a:moveTo>
                    <a:pt x="0" y="9"/>
                  </a:move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5"/>
            <p:cNvSpPr/>
            <p:nvPr/>
          </p:nvSpPr>
          <p:spPr>
            <a:xfrm>
              <a:off x="2732375" y="3727200"/>
              <a:ext cx="5725" cy="1175"/>
            </a:xfrm>
            <a:custGeom>
              <a:rect b="b" l="l" r="r" t="t"/>
              <a:pathLst>
                <a:path extrusionOk="0" h="47" w="229">
                  <a:moveTo>
                    <a:pt x="229" y="1"/>
                  </a:moveTo>
                  <a:cubicBezTo>
                    <a:pt x="161" y="18"/>
                    <a:pt x="0" y="1"/>
                    <a:pt x="9" y="43"/>
                  </a:cubicBezTo>
                  <a:cubicBezTo>
                    <a:pt x="21" y="45"/>
                    <a:pt x="34" y="46"/>
                    <a:pt x="48" y="46"/>
                  </a:cubicBezTo>
                  <a:cubicBezTo>
                    <a:pt x="81" y="46"/>
                    <a:pt x="117" y="41"/>
                    <a:pt x="152" y="35"/>
                  </a:cubicBezTo>
                  <a:lnTo>
                    <a:pt x="127" y="26"/>
                  </a:lnTo>
                  <a:lnTo>
                    <a:pt x="22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5"/>
            <p:cNvSpPr/>
            <p:nvPr/>
          </p:nvSpPr>
          <p:spPr>
            <a:xfrm>
              <a:off x="2708100" y="3709875"/>
              <a:ext cx="1450" cy="500"/>
            </a:xfrm>
            <a:custGeom>
              <a:rect b="b" l="l" r="r" t="t"/>
              <a:pathLst>
                <a:path extrusionOk="0" h="20" w="58">
                  <a:moveTo>
                    <a:pt x="7" y="0"/>
                  </a:moveTo>
                  <a:lnTo>
                    <a:pt x="7" y="0"/>
                  </a:lnTo>
                  <a:cubicBezTo>
                    <a:pt x="20" y="7"/>
                    <a:pt x="1" y="19"/>
                    <a:pt x="6" y="19"/>
                  </a:cubicBezTo>
                  <a:cubicBezTo>
                    <a:pt x="8" y="19"/>
                    <a:pt x="10" y="19"/>
                    <a:pt x="15" y="17"/>
                  </a:cubicBezTo>
                  <a:lnTo>
                    <a:pt x="58" y="8"/>
                  </a:lnTo>
                  <a:lnTo>
                    <a:pt x="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5"/>
            <p:cNvSpPr/>
            <p:nvPr/>
          </p:nvSpPr>
          <p:spPr>
            <a:xfrm>
              <a:off x="2708050" y="3709875"/>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5"/>
            <p:cNvSpPr/>
            <p:nvPr/>
          </p:nvSpPr>
          <p:spPr>
            <a:xfrm>
              <a:off x="2726025" y="3722375"/>
              <a:ext cx="2125" cy="350"/>
            </a:xfrm>
            <a:custGeom>
              <a:rect b="b" l="l" r="r" t="t"/>
              <a:pathLst>
                <a:path extrusionOk="0" h="14" w="85">
                  <a:moveTo>
                    <a:pt x="20" y="0"/>
                  </a:moveTo>
                  <a:cubicBezTo>
                    <a:pt x="9" y="0"/>
                    <a:pt x="0" y="2"/>
                    <a:pt x="0" y="8"/>
                  </a:cubicBezTo>
                  <a:cubicBezTo>
                    <a:pt x="17" y="12"/>
                    <a:pt x="32" y="14"/>
                    <a:pt x="46" y="14"/>
                  </a:cubicBezTo>
                  <a:cubicBezTo>
                    <a:pt x="60" y="14"/>
                    <a:pt x="72" y="12"/>
                    <a:pt x="85" y="8"/>
                  </a:cubicBezTo>
                  <a:cubicBezTo>
                    <a:pt x="79" y="8"/>
                    <a:pt x="44" y="0"/>
                    <a:pt x="2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5"/>
            <p:cNvSpPr/>
            <p:nvPr/>
          </p:nvSpPr>
          <p:spPr>
            <a:xfrm>
              <a:off x="2700850" y="3710925"/>
              <a:ext cx="1925" cy="25"/>
            </a:xfrm>
            <a:custGeom>
              <a:rect b="b" l="l" r="r" t="t"/>
              <a:pathLst>
                <a:path extrusionOk="0" h="1" w="77">
                  <a:moveTo>
                    <a:pt x="9" y="0"/>
                  </a:moveTo>
                  <a:lnTo>
                    <a:pt x="77"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5"/>
            <p:cNvSpPr/>
            <p:nvPr/>
          </p:nvSpPr>
          <p:spPr>
            <a:xfrm>
              <a:off x="2691125" y="3708800"/>
              <a:ext cx="1725" cy="450"/>
            </a:xfrm>
            <a:custGeom>
              <a:rect b="b" l="l" r="r" t="t"/>
              <a:pathLst>
                <a:path extrusionOk="0" h="18" w="69">
                  <a:moveTo>
                    <a:pt x="60" y="1"/>
                  </a:moveTo>
                  <a:lnTo>
                    <a:pt x="1" y="9"/>
                  </a:lnTo>
                  <a:lnTo>
                    <a:pt x="9" y="18"/>
                  </a:lnTo>
                  <a:lnTo>
                    <a:pt x="68" y="9"/>
                  </a:lnTo>
                  <a:lnTo>
                    <a:pt x="6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5"/>
            <p:cNvSpPr/>
            <p:nvPr/>
          </p:nvSpPr>
          <p:spPr>
            <a:xfrm>
              <a:off x="2701900" y="3725725"/>
              <a:ext cx="2725" cy="925"/>
            </a:xfrm>
            <a:custGeom>
              <a:rect b="b" l="l" r="r" t="t"/>
              <a:pathLst>
                <a:path extrusionOk="0" h="37" w="109">
                  <a:moveTo>
                    <a:pt x="1" y="0"/>
                  </a:moveTo>
                  <a:lnTo>
                    <a:pt x="1" y="0"/>
                  </a:lnTo>
                  <a:cubicBezTo>
                    <a:pt x="10" y="13"/>
                    <a:pt x="16" y="16"/>
                    <a:pt x="23" y="16"/>
                  </a:cubicBezTo>
                  <a:cubicBezTo>
                    <a:pt x="29" y="16"/>
                    <a:pt x="37" y="12"/>
                    <a:pt x="50" y="12"/>
                  </a:cubicBezTo>
                  <a:cubicBezTo>
                    <a:pt x="57" y="12"/>
                    <a:pt x="66" y="14"/>
                    <a:pt x="77" y="17"/>
                  </a:cubicBezTo>
                  <a:lnTo>
                    <a:pt x="18" y="34"/>
                  </a:lnTo>
                  <a:cubicBezTo>
                    <a:pt x="25" y="35"/>
                    <a:pt x="32" y="36"/>
                    <a:pt x="39" y="36"/>
                  </a:cubicBezTo>
                  <a:cubicBezTo>
                    <a:pt x="79" y="36"/>
                    <a:pt x="109" y="16"/>
                    <a:pt x="94" y="9"/>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5"/>
            <p:cNvSpPr/>
            <p:nvPr/>
          </p:nvSpPr>
          <p:spPr>
            <a:xfrm>
              <a:off x="2600400" y="3703100"/>
              <a:ext cx="42750" cy="4725"/>
            </a:xfrm>
            <a:custGeom>
              <a:rect b="b" l="l" r="r" t="t"/>
              <a:pathLst>
                <a:path extrusionOk="0" h="189" w="1710">
                  <a:moveTo>
                    <a:pt x="0" y="0"/>
                  </a:moveTo>
                  <a:lnTo>
                    <a:pt x="29" y="2"/>
                  </a:lnTo>
                  <a:lnTo>
                    <a:pt x="29" y="2"/>
                  </a:lnTo>
                  <a:cubicBezTo>
                    <a:pt x="20" y="1"/>
                    <a:pt x="10" y="0"/>
                    <a:pt x="0" y="0"/>
                  </a:cubicBezTo>
                  <a:close/>
                  <a:moveTo>
                    <a:pt x="1312" y="60"/>
                  </a:moveTo>
                  <a:cubicBezTo>
                    <a:pt x="1310" y="60"/>
                    <a:pt x="1308" y="60"/>
                    <a:pt x="1306" y="61"/>
                  </a:cubicBezTo>
                  <a:lnTo>
                    <a:pt x="1306" y="61"/>
                  </a:lnTo>
                  <a:cubicBezTo>
                    <a:pt x="1308" y="60"/>
                    <a:pt x="1310" y="60"/>
                    <a:pt x="1312" y="60"/>
                  </a:cubicBezTo>
                  <a:close/>
                  <a:moveTo>
                    <a:pt x="384" y="119"/>
                  </a:moveTo>
                  <a:cubicBezTo>
                    <a:pt x="383" y="119"/>
                    <a:pt x="382" y="119"/>
                    <a:pt x="381" y="119"/>
                  </a:cubicBezTo>
                  <a:lnTo>
                    <a:pt x="398" y="119"/>
                  </a:lnTo>
                  <a:cubicBezTo>
                    <a:pt x="393" y="119"/>
                    <a:pt x="388" y="119"/>
                    <a:pt x="384" y="119"/>
                  </a:cubicBezTo>
                  <a:close/>
                  <a:moveTo>
                    <a:pt x="1078" y="185"/>
                  </a:moveTo>
                  <a:lnTo>
                    <a:pt x="1066" y="186"/>
                  </a:lnTo>
                  <a:cubicBezTo>
                    <a:pt x="1071" y="186"/>
                    <a:pt x="1075" y="186"/>
                    <a:pt x="1078" y="185"/>
                  </a:cubicBezTo>
                  <a:close/>
                  <a:moveTo>
                    <a:pt x="29" y="2"/>
                  </a:moveTo>
                  <a:cubicBezTo>
                    <a:pt x="65" y="7"/>
                    <a:pt x="95" y="19"/>
                    <a:pt x="136" y="26"/>
                  </a:cubicBezTo>
                  <a:cubicBezTo>
                    <a:pt x="60" y="60"/>
                    <a:pt x="212" y="43"/>
                    <a:pt x="187" y="68"/>
                  </a:cubicBezTo>
                  <a:cubicBezTo>
                    <a:pt x="173" y="72"/>
                    <a:pt x="159" y="74"/>
                    <a:pt x="145" y="74"/>
                  </a:cubicBezTo>
                  <a:cubicBezTo>
                    <a:pt x="125" y="74"/>
                    <a:pt x="105" y="69"/>
                    <a:pt x="85" y="60"/>
                  </a:cubicBezTo>
                  <a:lnTo>
                    <a:pt x="85" y="60"/>
                  </a:lnTo>
                  <a:cubicBezTo>
                    <a:pt x="77" y="76"/>
                    <a:pt x="110" y="93"/>
                    <a:pt x="110" y="110"/>
                  </a:cubicBezTo>
                  <a:cubicBezTo>
                    <a:pt x="131" y="117"/>
                    <a:pt x="148" y="119"/>
                    <a:pt x="164" y="119"/>
                  </a:cubicBezTo>
                  <a:cubicBezTo>
                    <a:pt x="224" y="119"/>
                    <a:pt x="259" y="82"/>
                    <a:pt x="331" y="82"/>
                  </a:cubicBezTo>
                  <a:cubicBezTo>
                    <a:pt x="341" y="82"/>
                    <a:pt x="352" y="83"/>
                    <a:pt x="364" y="85"/>
                  </a:cubicBezTo>
                  <a:cubicBezTo>
                    <a:pt x="356" y="101"/>
                    <a:pt x="326" y="117"/>
                    <a:pt x="384" y="119"/>
                  </a:cubicBezTo>
                  <a:lnTo>
                    <a:pt x="384" y="119"/>
                  </a:lnTo>
                  <a:cubicBezTo>
                    <a:pt x="391" y="118"/>
                    <a:pt x="398" y="118"/>
                    <a:pt x="403" y="118"/>
                  </a:cubicBezTo>
                  <a:cubicBezTo>
                    <a:pt x="465" y="118"/>
                    <a:pt x="475" y="140"/>
                    <a:pt x="498" y="140"/>
                  </a:cubicBezTo>
                  <a:cubicBezTo>
                    <a:pt x="510" y="140"/>
                    <a:pt x="524" y="134"/>
                    <a:pt x="550" y="119"/>
                  </a:cubicBezTo>
                  <a:lnTo>
                    <a:pt x="550" y="153"/>
                  </a:lnTo>
                  <a:cubicBezTo>
                    <a:pt x="626" y="136"/>
                    <a:pt x="703" y="136"/>
                    <a:pt x="779" y="136"/>
                  </a:cubicBezTo>
                  <a:cubicBezTo>
                    <a:pt x="825" y="131"/>
                    <a:pt x="874" y="129"/>
                    <a:pt x="923" y="129"/>
                  </a:cubicBezTo>
                  <a:cubicBezTo>
                    <a:pt x="971" y="129"/>
                    <a:pt x="1020" y="131"/>
                    <a:pt x="1066" y="136"/>
                  </a:cubicBezTo>
                  <a:lnTo>
                    <a:pt x="973" y="170"/>
                  </a:lnTo>
                  <a:cubicBezTo>
                    <a:pt x="987" y="173"/>
                    <a:pt x="998" y="174"/>
                    <a:pt x="1008" y="174"/>
                  </a:cubicBezTo>
                  <a:cubicBezTo>
                    <a:pt x="1049" y="174"/>
                    <a:pt x="1066" y="153"/>
                    <a:pt x="1100" y="153"/>
                  </a:cubicBezTo>
                  <a:cubicBezTo>
                    <a:pt x="1100" y="153"/>
                    <a:pt x="1100" y="178"/>
                    <a:pt x="1078" y="185"/>
                  </a:cubicBezTo>
                  <a:lnTo>
                    <a:pt x="1078" y="185"/>
                  </a:lnTo>
                  <a:lnTo>
                    <a:pt x="1303" y="153"/>
                  </a:lnTo>
                  <a:cubicBezTo>
                    <a:pt x="1346" y="136"/>
                    <a:pt x="1278" y="127"/>
                    <a:pt x="1269" y="119"/>
                  </a:cubicBezTo>
                  <a:cubicBezTo>
                    <a:pt x="1277" y="114"/>
                    <a:pt x="1291" y="112"/>
                    <a:pt x="1307" y="112"/>
                  </a:cubicBezTo>
                  <a:cubicBezTo>
                    <a:pt x="1346" y="112"/>
                    <a:pt x="1396" y="124"/>
                    <a:pt x="1396" y="136"/>
                  </a:cubicBezTo>
                  <a:cubicBezTo>
                    <a:pt x="1388" y="136"/>
                    <a:pt x="1329" y="144"/>
                    <a:pt x="1362" y="161"/>
                  </a:cubicBezTo>
                  <a:lnTo>
                    <a:pt x="1447" y="119"/>
                  </a:lnTo>
                  <a:lnTo>
                    <a:pt x="1447" y="119"/>
                  </a:lnTo>
                  <a:cubicBezTo>
                    <a:pt x="1549" y="153"/>
                    <a:pt x="1362" y="170"/>
                    <a:pt x="1312" y="186"/>
                  </a:cubicBezTo>
                  <a:cubicBezTo>
                    <a:pt x="1327" y="188"/>
                    <a:pt x="1341" y="188"/>
                    <a:pt x="1353" y="188"/>
                  </a:cubicBezTo>
                  <a:cubicBezTo>
                    <a:pt x="1403" y="188"/>
                    <a:pt x="1437" y="180"/>
                    <a:pt x="1487" y="180"/>
                  </a:cubicBezTo>
                  <a:cubicBezTo>
                    <a:pt x="1509" y="180"/>
                    <a:pt x="1534" y="182"/>
                    <a:pt x="1565" y="186"/>
                  </a:cubicBezTo>
                  <a:cubicBezTo>
                    <a:pt x="1540" y="178"/>
                    <a:pt x="1515" y="170"/>
                    <a:pt x="1489" y="153"/>
                  </a:cubicBezTo>
                  <a:cubicBezTo>
                    <a:pt x="1489" y="139"/>
                    <a:pt x="1507" y="135"/>
                    <a:pt x="1533" y="135"/>
                  </a:cubicBezTo>
                  <a:cubicBezTo>
                    <a:pt x="1572" y="135"/>
                    <a:pt x="1630" y="144"/>
                    <a:pt x="1675" y="144"/>
                  </a:cubicBezTo>
                  <a:cubicBezTo>
                    <a:pt x="1625" y="127"/>
                    <a:pt x="1659" y="119"/>
                    <a:pt x="1692" y="110"/>
                  </a:cubicBezTo>
                  <a:lnTo>
                    <a:pt x="1709" y="110"/>
                  </a:lnTo>
                  <a:cubicBezTo>
                    <a:pt x="1709" y="110"/>
                    <a:pt x="1709" y="102"/>
                    <a:pt x="1701" y="93"/>
                  </a:cubicBezTo>
                  <a:cubicBezTo>
                    <a:pt x="1650" y="93"/>
                    <a:pt x="1599" y="85"/>
                    <a:pt x="1549" y="68"/>
                  </a:cubicBezTo>
                  <a:lnTo>
                    <a:pt x="1549" y="68"/>
                  </a:lnTo>
                  <a:cubicBezTo>
                    <a:pt x="1561" y="86"/>
                    <a:pt x="1546" y="91"/>
                    <a:pt x="1520" y="91"/>
                  </a:cubicBezTo>
                  <a:cubicBezTo>
                    <a:pt x="1484" y="91"/>
                    <a:pt x="1426" y="81"/>
                    <a:pt x="1385" y="81"/>
                  </a:cubicBezTo>
                  <a:cubicBezTo>
                    <a:pt x="1373" y="81"/>
                    <a:pt x="1362" y="82"/>
                    <a:pt x="1354" y="85"/>
                  </a:cubicBezTo>
                  <a:lnTo>
                    <a:pt x="1269" y="85"/>
                  </a:lnTo>
                  <a:cubicBezTo>
                    <a:pt x="1269" y="77"/>
                    <a:pt x="1269" y="69"/>
                    <a:pt x="1306" y="61"/>
                  </a:cubicBezTo>
                  <a:lnTo>
                    <a:pt x="1306" y="61"/>
                  </a:lnTo>
                  <a:cubicBezTo>
                    <a:pt x="1269" y="67"/>
                    <a:pt x="1185" y="60"/>
                    <a:pt x="1193" y="76"/>
                  </a:cubicBezTo>
                  <a:lnTo>
                    <a:pt x="973" y="60"/>
                  </a:lnTo>
                  <a:cubicBezTo>
                    <a:pt x="965" y="60"/>
                    <a:pt x="965" y="51"/>
                    <a:pt x="956" y="51"/>
                  </a:cubicBezTo>
                  <a:cubicBezTo>
                    <a:pt x="948" y="51"/>
                    <a:pt x="948" y="51"/>
                    <a:pt x="948" y="60"/>
                  </a:cubicBezTo>
                  <a:lnTo>
                    <a:pt x="29" y="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5"/>
            <p:cNvSpPr/>
            <p:nvPr/>
          </p:nvSpPr>
          <p:spPr>
            <a:xfrm>
              <a:off x="2639525" y="3707750"/>
              <a:ext cx="1075" cy="25"/>
            </a:xfrm>
            <a:custGeom>
              <a:rect b="b" l="l" r="r" t="t"/>
              <a:pathLst>
                <a:path extrusionOk="0" h="1" w="43">
                  <a:moveTo>
                    <a:pt x="0" y="0"/>
                  </a:moveTo>
                  <a:cubicBezTo>
                    <a:pt x="9" y="0"/>
                    <a:pt x="26" y="0"/>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5"/>
            <p:cNvSpPr/>
            <p:nvPr/>
          </p:nvSpPr>
          <p:spPr>
            <a:xfrm>
              <a:off x="2598925" y="3702450"/>
              <a:ext cx="1500" cy="25"/>
            </a:xfrm>
            <a:custGeom>
              <a:rect b="b" l="l" r="r" t="t"/>
              <a:pathLst>
                <a:path extrusionOk="0" h="1" w="60">
                  <a:moveTo>
                    <a:pt x="0" y="1"/>
                  </a:moveTo>
                  <a:lnTo>
                    <a:pt x="59" y="1"/>
                  </a:lnTo>
                  <a:cubicBezTo>
                    <a:pt x="43" y="1"/>
                    <a:pt x="17"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5"/>
            <p:cNvSpPr/>
            <p:nvPr/>
          </p:nvSpPr>
          <p:spPr>
            <a:xfrm>
              <a:off x="2645025" y="3705625"/>
              <a:ext cx="3825" cy="875"/>
            </a:xfrm>
            <a:custGeom>
              <a:rect b="b" l="l" r="r" t="t"/>
              <a:pathLst>
                <a:path extrusionOk="0" h="35" w="153">
                  <a:moveTo>
                    <a:pt x="9" y="1"/>
                  </a:moveTo>
                  <a:cubicBezTo>
                    <a:pt x="9" y="9"/>
                    <a:pt x="0" y="26"/>
                    <a:pt x="0" y="35"/>
                  </a:cubicBezTo>
                  <a:lnTo>
                    <a:pt x="119" y="35"/>
                  </a:lnTo>
                  <a:cubicBezTo>
                    <a:pt x="77" y="18"/>
                    <a:pt x="144" y="18"/>
                    <a:pt x="153" y="9"/>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5"/>
            <p:cNvSpPr/>
            <p:nvPr/>
          </p:nvSpPr>
          <p:spPr>
            <a:xfrm>
              <a:off x="2643325" y="3705000"/>
              <a:ext cx="1925" cy="450"/>
            </a:xfrm>
            <a:custGeom>
              <a:rect b="b" l="l" r="r" t="t"/>
              <a:pathLst>
                <a:path extrusionOk="0" h="18" w="77">
                  <a:moveTo>
                    <a:pt x="43" y="0"/>
                  </a:moveTo>
                  <a:cubicBezTo>
                    <a:pt x="26" y="9"/>
                    <a:pt x="18" y="17"/>
                    <a:pt x="1" y="17"/>
                  </a:cubicBezTo>
                  <a:lnTo>
                    <a:pt x="77" y="17"/>
                  </a:lnTo>
                  <a:cubicBezTo>
                    <a:pt x="77" y="17"/>
                    <a:pt x="68"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5"/>
            <p:cNvSpPr/>
            <p:nvPr/>
          </p:nvSpPr>
          <p:spPr>
            <a:xfrm>
              <a:off x="2642050" y="3719375"/>
              <a:ext cx="1725" cy="250"/>
            </a:xfrm>
            <a:custGeom>
              <a:rect b="b" l="l" r="r" t="t"/>
              <a:pathLst>
                <a:path extrusionOk="0" h="10" w="69">
                  <a:moveTo>
                    <a:pt x="43" y="1"/>
                  </a:moveTo>
                  <a:lnTo>
                    <a:pt x="1" y="9"/>
                  </a:lnTo>
                  <a:lnTo>
                    <a:pt x="6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5"/>
            <p:cNvSpPr/>
            <p:nvPr/>
          </p:nvSpPr>
          <p:spPr>
            <a:xfrm>
              <a:off x="2633825" y="3717475"/>
              <a:ext cx="2550" cy="375"/>
            </a:xfrm>
            <a:custGeom>
              <a:rect b="b" l="l" r="r" t="t"/>
              <a:pathLst>
                <a:path extrusionOk="0" h="15" w="102">
                  <a:moveTo>
                    <a:pt x="0" y="1"/>
                  </a:moveTo>
                  <a:cubicBezTo>
                    <a:pt x="20" y="10"/>
                    <a:pt x="40" y="15"/>
                    <a:pt x="60" y="15"/>
                  </a:cubicBezTo>
                  <a:cubicBezTo>
                    <a:pt x="74" y="15"/>
                    <a:pt x="88" y="13"/>
                    <a:pt x="102" y="9"/>
                  </a:cubicBezTo>
                  <a:cubicBezTo>
                    <a:pt x="68" y="1"/>
                    <a:pt x="34"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5"/>
            <p:cNvSpPr/>
            <p:nvPr/>
          </p:nvSpPr>
          <p:spPr>
            <a:xfrm>
              <a:off x="2633825" y="3721925"/>
              <a:ext cx="1700" cy="225"/>
            </a:xfrm>
            <a:custGeom>
              <a:rect b="b" l="l" r="r" t="t"/>
              <a:pathLst>
                <a:path extrusionOk="0" h="9" w="68">
                  <a:moveTo>
                    <a:pt x="68" y="0"/>
                  </a:moveTo>
                  <a:lnTo>
                    <a:pt x="0" y="9"/>
                  </a:lnTo>
                  <a:lnTo>
                    <a:pt x="9" y="9"/>
                  </a:ln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5"/>
            <p:cNvSpPr/>
            <p:nvPr/>
          </p:nvSpPr>
          <p:spPr>
            <a:xfrm>
              <a:off x="2586225" y="3704375"/>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5"/>
            <p:cNvSpPr/>
            <p:nvPr/>
          </p:nvSpPr>
          <p:spPr>
            <a:xfrm>
              <a:off x="2575025" y="3701825"/>
              <a:ext cx="27725" cy="2975"/>
            </a:xfrm>
            <a:custGeom>
              <a:rect b="b" l="l" r="r" t="t"/>
              <a:pathLst>
                <a:path extrusionOk="0" h="119" w="1109">
                  <a:moveTo>
                    <a:pt x="93" y="1"/>
                  </a:moveTo>
                  <a:lnTo>
                    <a:pt x="93" y="1"/>
                  </a:lnTo>
                  <a:cubicBezTo>
                    <a:pt x="0" y="9"/>
                    <a:pt x="144" y="43"/>
                    <a:pt x="76" y="68"/>
                  </a:cubicBezTo>
                  <a:cubicBezTo>
                    <a:pt x="140" y="74"/>
                    <a:pt x="226" y="85"/>
                    <a:pt x="284" y="85"/>
                  </a:cubicBezTo>
                  <a:cubicBezTo>
                    <a:pt x="316" y="85"/>
                    <a:pt x="340" y="82"/>
                    <a:pt x="346" y="71"/>
                  </a:cubicBezTo>
                  <a:lnTo>
                    <a:pt x="346" y="71"/>
                  </a:lnTo>
                  <a:cubicBezTo>
                    <a:pt x="346" y="75"/>
                    <a:pt x="348" y="80"/>
                    <a:pt x="364" y="85"/>
                  </a:cubicBezTo>
                  <a:lnTo>
                    <a:pt x="423" y="60"/>
                  </a:lnTo>
                  <a:lnTo>
                    <a:pt x="364" y="43"/>
                  </a:lnTo>
                  <a:cubicBezTo>
                    <a:pt x="406" y="36"/>
                    <a:pt x="450" y="32"/>
                    <a:pt x="493" y="32"/>
                  </a:cubicBezTo>
                  <a:cubicBezTo>
                    <a:pt x="554" y="32"/>
                    <a:pt x="614" y="40"/>
                    <a:pt x="669" y="60"/>
                  </a:cubicBezTo>
                  <a:cubicBezTo>
                    <a:pt x="578" y="60"/>
                    <a:pt x="592" y="85"/>
                    <a:pt x="530" y="85"/>
                  </a:cubicBezTo>
                  <a:cubicBezTo>
                    <a:pt x="511" y="85"/>
                    <a:pt x="486" y="83"/>
                    <a:pt x="449" y="77"/>
                  </a:cubicBezTo>
                  <a:lnTo>
                    <a:pt x="449" y="77"/>
                  </a:lnTo>
                  <a:cubicBezTo>
                    <a:pt x="457" y="85"/>
                    <a:pt x="483" y="102"/>
                    <a:pt x="449" y="111"/>
                  </a:cubicBezTo>
                  <a:cubicBezTo>
                    <a:pt x="635" y="119"/>
                    <a:pt x="821" y="119"/>
                    <a:pt x="1007" y="119"/>
                  </a:cubicBezTo>
                  <a:cubicBezTo>
                    <a:pt x="855" y="77"/>
                    <a:pt x="1109" y="94"/>
                    <a:pt x="1066" y="51"/>
                  </a:cubicBezTo>
                  <a:lnTo>
                    <a:pt x="1066" y="51"/>
                  </a:lnTo>
                  <a:lnTo>
                    <a:pt x="982" y="60"/>
                  </a:lnTo>
                  <a:lnTo>
                    <a:pt x="990" y="51"/>
                  </a:lnTo>
                  <a:lnTo>
                    <a:pt x="880" y="51"/>
                  </a:lnTo>
                  <a:cubicBezTo>
                    <a:pt x="897" y="68"/>
                    <a:pt x="914" y="77"/>
                    <a:pt x="914" y="94"/>
                  </a:cubicBezTo>
                  <a:cubicBezTo>
                    <a:pt x="779" y="77"/>
                    <a:pt x="872" y="68"/>
                    <a:pt x="770" y="34"/>
                  </a:cubicBezTo>
                  <a:lnTo>
                    <a:pt x="618" y="26"/>
                  </a:lnTo>
                  <a:lnTo>
                    <a:pt x="609" y="26"/>
                  </a:lnTo>
                  <a:lnTo>
                    <a:pt x="9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5"/>
            <p:cNvSpPr/>
            <p:nvPr/>
          </p:nvSpPr>
          <p:spPr>
            <a:xfrm>
              <a:off x="2552825" y="3701825"/>
              <a:ext cx="25" cy="25"/>
            </a:xfrm>
            <a:custGeom>
              <a:rect b="b" l="l" r="r" t="t"/>
              <a:pathLst>
                <a:path extrusionOk="0" h="1" w="1">
                  <a:moveTo>
                    <a:pt x="0" y="1"/>
                  </a:moveTo>
                  <a:lnTo>
                    <a:pt x="0" y="1"/>
                  </a:lnTo>
                  <a:cubicBezTo>
                    <a:pt x="0" y="1"/>
                    <a:pt x="0"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5"/>
            <p:cNvSpPr/>
            <p:nvPr/>
          </p:nvSpPr>
          <p:spPr>
            <a:xfrm>
              <a:off x="2553025" y="3701200"/>
              <a:ext cx="3825" cy="875"/>
            </a:xfrm>
            <a:custGeom>
              <a:rect b="b" l="l" r="r" t="t"/>
              <a:pathLst>
                <a:path extrusionOk="0" h="35" w="153">
                  <a:moveTo>
                    <a:pt x="9" y="0"/>
                  </a:moveTo>
                  <a:lnTo>
                    <a:pt x="1" y="26"/>
                  </a:lnTo>
                  <a:cubicBezTo>
                    <a:pt x="13" y="21"/>
                    <a:pt x="26" y="19"/>
                    <a:pt x="39" y="19"/>
                  </a:cubicBezTo>
                  <a:cubicBezTo>
                    <a:pt x="51" y="19"/>
                    <a:pt x="64" y="21"/>
                    <a:pt x="77" y="26"/>
                  </a:cubicBezTo>
                  <a:lnTo>
                    <a:pt x="60" y="34"/>
                  </a:lnTo>
                  <a:lnTo>
                    <a:pt x="60" y="34"/>
                  </a:lnTo>
                  <a:lnTo>
                    <a:pt x="153"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5"/>
            <p:cNvSpPr/>
            <p:nvPr/>
          </p:nvSpPr>
          <p:spPr>
            <a:xfrm>
              <a:off x="2556625" y="3700975"/>
              <a:ext cx="2975" cy="1550"/>
            </a:xfrm>
            <a:custGeom>
              <a:rect b="b" l="l" r="r" t="t"/>
              <a:pathLst>
                <a:path extrusionOk="0" h="62" w="119">
                  <a:moveTo>
                    <a:pt x="119" y="1"/>
                  </a:moveTo>
                  <a:lnTo>
                    <a:pt x="119" y="1"/>
                  </a:lnTo>
                  <a:cubicBezTo>
                    <a:pt x="43" y="9"/>
                    <a:pt x="43" y="35"/>
                    <a:pt x="85" y="51"/>
                  </a:cubicBezTo>
                  <a:cubicBezTo>
                    <a:pt x="79" y="52"/>
                    <a:pt x="73" y="53"/>
                    <a:pt x="68" y="53"/>
                  </a:cubicBezTo>
                  <a:cubicBezTo>
                    <a:pt x="35" y="53"/>
                    <a:pt x="39" y="35"/>
                    <a:pt x="25" y="35"/>
                  </a:cubicBezTo>
                  <a:cubicBezTo>
                    <a:pt x="20" y="35"/>
                    <a:pt x="12" y="37"/>
                    <a:pt x="0" y="43"/>
                  </a:cubicBezTo>
                  <a:cubicBezTo>
                    <a:pt x="0" y="58"/>
                    <a:pt x="31" y="61"/>
                    <a:pt x="61" y="61"/>
                  </a:cubicBezTo>
                  <a:cubicBezTo>
                    <a:pt x="81" y="61"/>
                    <a:pt x="100" y="60"/>
                    <a:pt x="110" y="60"/>
                  </a:cubicBezTo>
                  <a:lnTo>
                    <a:pt x="11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5"/>
            <p:cNvSpPr/>
            <p:nvPr/>
          </p:nvSpPr>
          <p:spPr>
            <a:xfrm>
              <a:off x="2572700" y="3702250"/>
              <a:ext cx="1300" cy="450"/>
            </a:xfrm>
            <a:custGeom>
              <a:rect b="b" l="l" r="r" t="t"/>
              <a:pathLst>
                <a:path extrusionOk="0" h="18" w="52">
                  <a:moveTo>
                    <a:pt x="17" y="0"/>
                  </a:moveTo>
                  <a:lnTo>
                    <a:pt x="0" y="17"/>
                  </a:lnTo>
                  <a:lnTo>
                    <a:pt x="51" y="17"/>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5"/>
            <p:cNvSpPr/>
            <p:nvPr/>
          </p:nvSpPr>
          <p:spPr>
            <a:xfrm>
              <a:off x="2571425" y="3702450"/>
              <a:ext cx="1300" cy="675"/>
            </a:xfrm>
            <a:custGeom>
              <a:rect b="b" l="l" r="r" t="t"/>
              <a:pathLst>
                <a:path extrusionOk="0" h="27" w="52">
                  <a:moveTo>
                    <a:pt x="1" y="1"/>
                  </a:moveTo>
                  <a:cubicBezTo>
                    <a:pt x="1" y="9"/>
                    <a:pt x="1" y="18"/>
                    <a:pt x="9" y="26"/>
                  </a:cubicBezTo>
                  <a:lnTo>
                    <a:pt x="51" y="9"/>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5"/>
            <p:cNvSpPr/>
            <p:nvPr/>
          </p:nvSpPr>
          <p:spPr>
            <a:xfrm>
              <a:off x="2566150" y="3701625"/>
              <a:ext cx="1925" cy="225"/>
            </a:xfrm>
            <a:custGeom>
              <a:rect b="b" l="l" r="r" t="t"/>
              <a:pathLst>
                <a:path extrusionOk="0" h="9" w="77">
                  <a:moveTo>
                    <a:pt x="76" y="9"/>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5"/>
            <p:cNvSpPr/>
            <p:nvPr/>
          </p:nvSpPr>
          <p:spPr>
            <a:xfrm>
              <a:off x="2568050" y="3702250"/>
              <a:ext cx="1500" cy="225"/>
            </a:xfrm>
            <a:custGeom>
              <a:rect b="b" l="l" r="r" t="t"/>
              <a:pathLst>
                <a:path extrusionOk="0" h="9" w="60">
                  <a:moveTo>
                    <a:pt x="59" y="9"/>
                  </a:moveTo>
                  <a:lnTo>
                    <a:pt x="59" y="9"/>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5"/>
            <p:cNvSpPr/>
            <p:nvPr/>
          </p:nvSpPr>
          <p:spPr>
            <a:xfrm>
              <a:off x="2569100" y="3701200"/>
              <a:ext cx="2350" cy="1275"/>
            </a:xfrm>
            <a:custGeom>
              <a:rect b="b" l="l" r="r" t="t"/>
              <a:pathLst>
                <a:path extrusionOk="0" h="51" w="94">
                  <a:moveTo>
                    <a:pt x="0" y="0"/>
                  </a:moveTo>
                  <a:lnTo>
                    <a:pt x="17" y="34"/>
                  </a:lnTo>
                  <a:lnTo>
                    <a:pt x="94" y="51"/>
                  </a:lnTo>
                  <a:cubicBezTo>
                    <a:pt x="85" y="26"/>
                    <a:pt x="77"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5"/>
            <p:cNvSpPr/>
            <p:nvPr/>
          </p:nvSpPr>
          <p:spPr>
            <a:xfrm>
              <a:off x="2622400" y="3720425"/>
              <a:ext cx="1700" cy="250"/>
            </a:xfrm>
            <a:custGeom>
              <a:rect b="b" l="l" r="r" t="t"/>
              <a:pathLst>
                <a:path extrusionOk="0" h="10" w="68">
                  <a:moveTo>
                    <a:pt x="59" y="1"/>
                  </a:moveTo>
                  <a:lnTo>
                    <a:pt x="0" y="9"/>
                  </a:lnTo>
                  <a:lnTo>
                    <a:pt x="9"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5"/>
            <p:cNvSpPr/>
            <p:nvPr/>
          </p:nvSpPr>
          <p:spPr>
            <a:xfrm>
              <a:off x="2614575" y="3719375"/>
              <a:ext cx="1075" cy="250"/>
            </a:xfrm>
            <a:custGeom>
              <a:rect b="b" l="l" r="r" t="t"/>
              <a:pathLst>
                <a:path extrusionOk="0" h="10" w="43">
                  <a:moveTo>
                    <a:pt x="43" y="1"/>
                  </a:moveTo>
                  <a:cubicBezTo>
                    <a:pt x="34" y="1"/>
                    <a:pt x="28" y="3"/>
                    <a:pt x="21" y="5"/>
                  </a:cubicBezTo>
                  <a:lnTo>
                    <a:pt x="21" y="5"/>
                  </a:lnTo>
                  <a:lnTo>
                    <a:pt x="43" y="1"/>
                  </a:lnTo>
                  <a:close/>
                  <a:moveTo>
                    <a:pt x="21" y="5"/>
                  </a:moveTo>
                  <a:lnTo>
                    <a:pt x="0" y="9"/>
                  </a:lnTo>
                  <a:cubicBezTo>
                    <a:pt x="9" y="9"/>
                    <a:pt x="15" y="7"/>
                    <a:pt x="21"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5"/>
            <p:cNvSpPr/>
            <p:nvPr/>
          </p:nvSpPr>
          <p:spPr>
            <a:xfrm>
              <a:off x="2604200" y="3719250"/>
              <a:ext cx="10400" cy="3925"/>
            </a:xfrm>
            <a:custGeom>
              <a:rect b="b" l="l" r="r" t="t"/>
              <a:pathLst>
                <a:path extrusionOk="0" h="157" w="416">
                  <a:moveTo>
                    <a:pt x="163" y="1"/>
                  </a:moveTo>
                  <a:cubicBezTo>
                    <a:pt x="126" y="1"/>
                    <a:pt x="90" y="4"/>
                    <a:pt x="60" y="14"/>
                  </a:cubicBezTo>
                  <a:cubicBezTo>
                    <a:pt x="1" y="40"/>
                    <a:pt x="35" y="90"/>
                    <a:pt x="26" y="141"/>
                  </a:cubicBezTo>
                  <a:cubicBezTo>
                    <a:pt x="36" y="146"/>
                    <a:pt x="87" y="156"/>
                    <a:pt x="131" y="156"/>
                  </a:cubicBezTo>
                  <a:cubicBezTo>
                    <a:pt x="164" y="156"/>
                    <a:pt x="192" y="151"/>
                    <a:pt x="195" y="133"/>
                  </a:cubicBezTo>
                  <a:cubicBezTo>
                    <a:pt x="128" y="107"/>
                    <a:pt x="288" y="107"/>
                    <a:pt x="161" y="90"/>
                  </a:cubicBezTo>
                  <a:cubicBezTo>
                    <a:pt x="155" y="77"/>
                    <a:pt x="188" y="59"/>
                    <a:pt x="231" y="59"/>
                  </a:cubicBezTo>
                  <a:cubicBezTo>
                    <a:pt x="244" y="59"/>
                    <a:pt x="258" y="61"/>
                    <a:pt x="271" y="65"/>
                  </a:cubicBezTo>
                  <a:cubicBezTo>
                    <a:pt x="263" y="82"/>
                    <a:pt x="212" y="73"/>
                    <a:pt x="246" y="90"/>
                  </a:cubicBezTo>
                  <a:cubicBezTo>
                    <a:pt x="288" y="73"/>
                    <a:pt x="305" y="90"/>
                    <a:pt x="288" y="56"/>
                  </a:cubicBezTo>
                  <a:cubicBezTo>
                    <a:pt x="331" y="48"/>
                    <a:pt x="373" y="31"/>
                    <a:pt x="415" y="14"/>
                  </a:cubicBezTo>
                  <a:lnTo>
                    <a:pt x="415" y="14"/>
                  </a:lnTo>
                  <a:cubicBezTo>
                    <a:pt x="407" y="15"/>
                    <a:pt x="399" y="15"/>
                    <a:pt x="389" y="15"/>
                  </a:cubicBezTo>
                  <a:cubicBezTo>
                    <a:pt x="329" y="15"/>
                    <a:pt x="242" y="1"/>
                    <a:pt x="16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5"/>
            <p:cNvSpPr/>
            <p:nvPr/>
          </p:nvSpPr>
          <p:spPr>
            <a:xfrm>
              <a:off x="2611600" y="3723850"/>
              <a:ext cx="1525" cy="200"/>
            </a:xfrm>
            <a:custGeom>
              <a:rect b="b" l="l" r="r" t="t"/>
              <a:pathLst>
                <a:path extrusionOk="0" h="8" w="61">
                  <a:moveTo>
                    <a:pt x="50" y="0"/>
                  </a:moveTo>
                  <a:cubicBezTo>
                    <a:pt x="38" y="0"/>
                    <a:pt x="18" y="8"/>
                    <a:pt x="1" y="8"/>
                  </a:cubicBezTo>
                  <a:lnTo>
                    <a:pt x="60" y="8"/>
                  </a:lnTo>
                  <a:cubicBezTo>
                    <a:pt x="60" y="2"/>
                    <a:pt x="56" y="0"/>
                    <a:pt x="5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5"/>
            <p:cNvSpPr/>
            <p:nvPr/>
          </p:nvSpPr>
          <p:spPr>
            <a:xfrm>
              <a:off x="2592575" y="3713250"/>
              <a:ext cx="2350" cy="650"/>
            </a:xfrm>
            <a:custGeom>
              <a:rect b="b" l="l" r="r" t="t"/>
              <a:pathLst>
                <a:path extrusionOk="0" h="26" w="94">
                  <a:moveTo>
                    <a:pt x="60" y="0"/>
                  </a:moveTo>
                  <a:cubicBezTo>
                    <a:pt x="60" y="9"/>
                    <a:pt x="0" y="9"/>
                    <a:pt x="9" y="26"/>
                  </a:cubicBezTo>
                  <a:lnTo>
                    <a:pt x="94" y="26"/>
                  </a:lnTo>
                  <a:cubicBezTo>
                    <a:pt x="85" y="26"/>
                    <a:pt x="68" y="17"/>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5"/>
            <p:cNvSpPr/>
            <p:nvPr/>
          </p:nvSpPr>
          <p:spPr>
            <a:xfrm>
              <a:off x="2594900" y="3713875"/>
              <a:ext cx="1075" cy="25"/>
            </a:xfrm>
            <a:custGeom>
              <a:rect b="b" l="l" r="r" t="t"/>
              <a:pathLst>
                <a:path extrusionOk="0" h="1" w="43">
                  <a:moveTo>
                    <a:pt x="43" y="1"/>
                  </a:moveTo>
                  <a:lnTo>
                    <a:pt x="1" y="1"/>
                  </a:lnTo>
                  <a:cubicBezTo>
                    <a:pt x="17"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5"/>
            <p:cNvSpPr/>
            <p:nvPr/>
          </p:nvSpPr>
          <p:spPr>
            <a:xfrm>
              <a:off x="2594050" y="3713250"/>
              <a:ext cx="250" cy="25"/>
            </a:xfrm>
            <a:custGeom>
              <a:rect b="b" l="l" r="r" t="t"/>
              <a:pathLst>
                <a:path extrusionOk="0" h="1" w="10">
                  <a:moveTo>
                    <a:pt x="1" y="0"/>
                  </a:moveTo>
                  <a:lnTo>
                    <a:pt x="1" y="0"/>
                  </a:lnTo>
                  <a:cubicBezTo>
                    <a:pt x="1" y="0"/>
                    <a:pt x="9"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5"/>
            <p:cNvSpPr/>
            <p:nvPr/>
          </p:nvSpPr>
          <p:spPr>
            <a:xfrm>
              <a:off x="2561275" y="3701025"/>
              <a:ext cx="1500" cy="200"/>
            </a:xfrm>
            <a:custGeom>
              <a:rect b="b" l="l" r="r" t="t"/>
              <a:pathLst>
                <a:path extrusionOk="0" h="8" w="60">
                  <a:moveTo>
                    <a:pt x="40" y="1"/>
                  </a:moveTo>
                  <a:cubicBezTo>
                    <a:pt x="28" y="1"/>
                    <a:pt x="13" y="3"/>
                    <a:pt x="0" y="7"/>
                  </a:cubicBezTo>
                  <a:lnTo>
                    <a:pt x="60" y="7"/>
                  </a:lnTo>
                  <a:cubicBezTo>
                    <a:pt x="60" y="3"/>
                    <a:pt x="51" y="1"/>
                    <a:pt x="4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5"/>
            <p:cNvSpPr/>
            <p:nvPr/>
          </p:nvSpPr>
          <p:spPr>
            <a:xfrm>
              <a:off x="2525525" y="3699700"/>
              <a:ext cx="875" cy="450"/>
            </a:xfrm>
            <a:custGeom>
              <a:rect b="b" l="l" r="r" t="t"/>
              <a:pathLst>
                <a:path extrusionOk="0" h="18" w="35">
                  <a:moveTo>
                    <a:pt x="1" y="1"/>
                  </a:moveTo>
                  <a:lnTo>
                    <a:pt x="1" y="1"/>
                  </a:lnTo>
                  <a:cubicBezTo>
                    <a:pt x="9" y="9"/>
                    <a:pt x="18" y="18"/>
                    <a:pt x="35" y="18"/>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5"/>
            <p:cNvSpPr/>
            <p:nvPr/>
          </p:nvSpPr>
          <p:spPr>
            <a:xfrm>
              <a:off x="2512200" y="3708600"/>
              <a:ext cx="250" cy="225"/>
            </a:xfrm>
            <a:custGeom>
              <a:rect b="b" l="l" r="r" t="t"/>
              <a:pathLst>
                <a:path extrusionOk="0" h="9" w="10">
                  <a:moveTo>
                    <a:pt x="9" y="0"/>
                  </a:moveTo>
                  <a:cubicBezTo>
                    <a:pt x="9" y="0"/>
                    <a:pt x="9" y="0"/>
                    <a:pt x="1"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5"/>
            <p:cNvSpPr/>
            <p:nvPr/>
          </p:nvSpPr>
          <p:spPr>
            <a:xfrm>
              <a:off x="2507975" y="3708650"/>
              <a:ext cx="4250" cy="400"/>
            </a:xfrm>
            <a:custGeom>
              <a:rect b="b" l="l" r="r" t="t"/>
              <a:pathLst>
                <a:path extrusionOk="0" h="16" w="170">
                  <a:moveTo>
                    <a:pt x="80" y="1"/>
                  </a:moveTo>
                  <a:cubicBezTo>
                    <a:pt x="68" y="1"/>
                    <a:pt x="58" y="2"/>
                    <a:pt x="51" y="7"/>
                  </a:cubicBezTo>
                  <a:lnTo>
                    <a:pt x="1" y="15"/>
                  </a:lnTo>
                  <a:cubicBezTo>
                    <a:pt x="55" y="15"/>
                    <a:pt x="110" y="15"/>
                    <a:pt x="158" y="9"/>
                  </a:cubicBezTo>
                  <a:lnTo>
                    <a:pt x="158" y="9"/>
                  </a:lnTo>
                  <a:cubicBezTo>
                    <a:pt x="158" y="9"/>
                    <a:pt x="158" y="9"/>
                    <a:pt x="159" y="9"/>
                  </a:cubicBezTo>
                  <a:cubicBezTo>
                    <a:pt x="163" y="9"/>
                    <a:pt x="167" y="8"/>
                    <a:pt x="170" y="7"/>
                  </a:cubicBezTo>
                  <a:lnTo>
                    <a:pt x="170" y="7"/>
                  </a:lnTo>
                  <a:cubicBezTo>
                    <a:pt x="166" y="7"/>
                    <a:pt x="162" y="8"/>
                    <a:pt x="158" y="9"/>
                  </a:cubicBezTo>
                  <a:lnTo>
                    <a:pt x="158" y="9"/>
                  </a:lnTo>
                  <a:cubicBezTo>
                    <a:pt x="139" y="8"/>
                    <a:pt x="106" y="1"/>
                    <a:pt x="8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20" name="Shape 5020"/>
        <p:cNvGrpSpPr/>
        <p:nvPr/>
      </p:nvGrpSpPr>
      <p:grpSpPr>
        <a:xfrm>
          <a:off x="0" y="0"/>
          <a:ext cx="0" cy="0"/>
          <a:chOff x="0" y="0"/>
          <a:chExt cx="0" cy="0"/>
        </a:xfrm>
      </p:grpSpPr>
      <p:sp>
        <p:nvSpPr>
          <p:cNvPr id="5021" name="Google Shape;5021;p56"/>
          <p:cNvSpPr txBox="1"/>
          <p:nvPr>
            <p:ph type="title"/>
          </p:nvPr>
        </p:nvSpPr>
        <p:spPr>
          <a:xfrm>
            <a:off x="717050" y="1617750"/>
            <a:ext cx="3160200" cy="195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TBI</a:t>
            </a:r>
            <a:endParaRPr/>
          </a:p>
        </p:txBody>
      </p:sp>
      <p:sp>
        <p:nvSpPr>
          <p:cNvPr id="5022" name="Google Shape;5022;p56"/>
          <p:cNvSpPr txBox="1"/>
          <p:nvPr>
            <p:ph idx="1" type="subTitle"/>
          </p:nvPr>
        </p:nvSpPr>
        <p:spPr>
          <a:xfrm>
            <a:off x="4795075" y="2220250"/>
            <a:ext cx="3631800" cy="8859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Or traumatic brain injury, is a major cause of death and disability in the United States</a:t>
            </a:r>
            <a:endParaRPr/>
          </a:p>
        </p:txBody>
      </p:sp>
      <p:grpSp>
        <p:nvGrpSpPr>
          <p:cNvPr id="5023" name="Google Shape;5023;p56"/>
          <p:cNvGrpSpPr/>
          <p:nvPr/>
        </p:nvGrpSpPr>
        <p:grpSpPr>
          <a:xfrm>
            <a:off x="4438015" y="1195175"/>
            <a:ext cx="4345915" cy="2467351"/>
            <a:chOff x="4438015" y="1195175"/>
            <a:chExt cx="4345915" cy="2467351"/>
          </a:xfrm>
        </p:grpSpPr>
        <p:sp>
          <p:nvSpPr>
            <p:cNvPr id="5024" name="Google Shape;5024;p56"/>
            <p:cNvSpPr/>
            <p:nvPr/>
          </p:nvSpPr>
          <p:spPr>
            <a:xfrm>
              <a:off x="7463267" y="1767200"/>
              <a:ext cx="251926" cy="31272"/>
            </a:xfrm>
            <a:custGeom>
              <a:rect b="b" l="l" r="r" t="t"/>
              <a:pathLst>
                <a:path extrusionOk="0" h="250" w="2014">
                  <a:moveTo>
                    <a:pt x="96" y="1"/>
                  </a:moveTo>
                  <a:cubicBezTo>
                    <a:pt x="64" y="1"/>
                    <a:pt x="32" y="2"/>
                    <a:pt x="1" y="4"/>
                  </a:cubicBezTo>
                  <a:cubicBezTo>
                    <a:pt x="229" y="21"/>
                    <a:pt x="466" y="46"/>
                    <a:pt x="694" y="80"/>
                  </a:cubicBezTo>
                  <a:lnTo>
                    <a:pt x="652" y="80"/>
                  </a:lnTo>
                  <a:cubicBezTo>
                    <a:pt x="847" y="97"/>
                    <a:pt x="1033" y="122"/>
                    <a:pt x="1219" y="165"/>
                  </a:cubicBezTo>
                  <a:cubicBezTo>
                    <a:pt x="1207" y="165"/>
                    <a:pt x="1207" y="168"/>
                    <a:pt x="1174" y="168"/>
                  </a:cubicBezTo>
                  <a:cubicBezTo>
                    <a:pt x="1157" y="168"/>
                    <a:pt x="1131" y="167"/>
                    <a:pt x="1092" y="165"/>
                  </a:cubicBezTo>
                  <a:lnTo>
                    <a:pt x="1092" y="165"/>
                  </a:lnTo>
                  <a:cubicBezTo>
                    <a:pt x="1393" y="208"/>
                    <a:pt x="1506" y="219"/>
                    <a:pt x="1562" y="219"/>
                  </a:cubicBezTo>
                  <a:cubicBezTo>
                    <a:pt x="1583" y="219"/>
                    <a:pt x="1596" y="218"/>
                    <a:pt x="1608" y="215"/>
                  </a:cubicBezTo>
                  <a:cubicBezTo>
                    <a:pt x="1622" y="212"/>
                    <a:pt x="1635" y="207"/>
                    <a:pt x="1673" y="207"/>
                  </a:cubicBezTo>
                  <a:cubicBezTo>
                    <a:pt x="1720" y="207"/>
                    <a:pt x="1805" y="214"/>
                    <a:pt x="1976" y="243"/>
                  </a:cubicBezTo>
                  <a:lnTo>
                    <a:pt x="1976" y="243"/>
                  </a:lnTo>
                  <a:cubicBezTo>
                    <a:pt x="1936" y="236"/>
                    <a:pt x="1893" y="228"/>
                    <a:pt x="1836" y="215"/>
                  </a:cubicBezTo>
                  <a:cubicBezTo>
                    <a:pt x="1667" y="182"/>
                    <a:pt x="1523" y="148"/>
                    <a:pt x="1591" y="148"/>
                  </a:cubicBezTo>
                  <a:cubicBezTo>
                    <a:pt x="1355" y="119"/>
                    <a:pt x="1280" y="102"/>
                    <a:pt x="1240" y="102"/>
                  </a:cubicBezTo>
                  <a:cubicBezTo>
                    <a:pt x="1221" y="102"/>
                    <a:pt x="1210" y="106"/>
                    <a:pt x="1193" y="114"/>
                  </a:cubicBezTo>
                  <a:cubicBezTo>
                    <a:pt x="993" y="107"/>
                    <a:pt x="793" y="60"/>
                    <a:pt x="917" y="60"/>
                  </a:cubicBezTo>
                  <a:cubicBezTo>
                    <a:pt x="935" y="60"/>
                    <a:pt x="959" y="61"/>
                    <a:pt x="990" y="63"/>
                  </a:cubicBezTo>
                  <a:cubicBezTo>
                    <a:pt x="779" y="38"/>
                    <a:pt x="567" y="21"/>
                    <a:pt x="356" y="4"/>
                  </a:cubicBezTo>
                  <a:lnTo>
                    <a:pt x="356" y="4"/>
                  </a:lnTo>
                  <a:cubicBezTo>
                    <a:pt x="483" y="21"/>
                    <a:pt x="610" y="38"/>
                    <a:pt x="737" y="55"/>
                  </a:cubicBezTo>
                  <a:cubicBezTo>
                    <a:pt x="618" y="55"/>
                    <a:pt x="491" y="46"/>
                    <a:pt x="373" y="29"/>
                  </a:cubicBezTo>
                  <a:cubicBezTo>
                    <a:pt x="284" y="10"/>
                    <a:pt x="190" y="1"/>
                    <a:pt x="96" y="1"/>
                  </a:cubicBezTo>
                  <a:close/>
                  <a:moveTo>
                    <a:pt x="1976" y="243"/>
                  </a:moveTo>
                  <a:cubicBezTo>
                    <a:pt x="1989" y="245"/>
                    <a:pt x="2001" y="247"/>
                    <a:pt x="2014" y="249"/>
                  </a:cubicBezTo>
                  <a:cubicBezTo>
                    <a:pt x="2001" y="247"/>
                    <a:pt x="1988" y="245"/>
                    <a:pt x="1976" y="24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6"/>
            <p:cNvSpPr/>
            <p:nvPr/>
          </p:nvSpPr>
          <p:spPr>
            <a:xfrm>
              <a:off x="7699308" y="1799347"/>
              <a:ext cx="231537" cy="47658"/>
            </a:xfrm>
            <a:custGeom>
              <a:rect b="b" l="l" r="r" t="t"/>
              <a:pathLst>
                <a:path extrusionOk="0" h="381" w="1851">
                  <a:moveTo>
                    <a:pt x="135" y="1"/>
                  </a:moveTo>
                  <a:cubicBezTo>
                    <a:pt x="140" y="2"/>
                    <a:pt x="145" y="3"/>
                    <a:pt x="150" y="3"/>
                  </a:cubicBezTo>
                  <a:lnTo>
                    <a:pt x="150" y="3"/>
                  </a:lnTo>
                  <a:lnTo>
                    <a:pt x="135" y="1"/>
                  </a:lnTo>
                  <a:close/>
                  <a:moveTo>
                    <a:pt x="150" y="3"/>
                  </a:moveTo>
                  <a:lnTo>
                    <a:pt x="228" y="18"/>
                  </a:lnTo>
                  <a:lnTo>
                    <a:pt x="237" y="60"/>
                  </a:lnTo>
                  <a:cubicBezTo>
                    <a:pt x="338" y="77"/>
                    <a:pt x="448" y="102"/>
                    <a:pt x="567" y="128"/>
                  </a:cubicBezTo>
                  <a:cubicBezTo>
                    <a:pt x="381" y="102"/>
                    <a:pt x="186" y="77"/>
                    <a:pt x="0" y="68"/>
                  </a:cubicBezTo>
                  <a:lnTo>
                    <a:pt x="0" y="68"/>
                  </a:lnTo>
                  <a:cubicBezTo>
                    <a:pt x="169" y="136"/>
                    <a:pt x="728" y="229"/>
                    <a:pt x="939" y="297"/>
                  </a:cubicBezTo>
                  <a:cubicBezTo>
                    <a:pt x="839" y="258"/>
                    <a:pt x="847" y="253"/>
                    <a:pt x="867" y="253"/>
                  </a:cubicBezTo>
                  <a:cubicBezTo>
                    <a:pt x="875" y="253"/>
                    <a:pt x="885" y="254"/>
                    <a:pt x="891" y="254"/>
                  </a:cubicBezTo>
                  <a:cubicBezTo>
                    <a:pt x="907" y="254"/>
                    <a:pt x="883" y="245"/>
                    <a:pt x="643" y="178"/>
                  </a:cubicBezTo>
                  <a:lnTo>
                    <a:pt x="643" y="178"/>
                  </a:lnTo>
                  <a:lnTo>
                    <a:pt x="931" y="204"/>
                  </a:lnTo>
                  <a:lnTo>
                    <a:pt x="1404" y="331"/>
                  </a:lnTo>
                  <a:cubicBezTo>
                    <a:pt x="1405" y="329"/>
                    <a:pt x="1409" y="328"/>
                    <a:pt x="1415" y="328"/>
                  </a:cubicBezTo>
                  <a:cubicBezTo>
                    <a:pt x="1454" y="328"/>
                    <a:pt x="1588" y="357"/>
                    <a:pt x="1607" y="357"/>
                  </a:cubicBezTo>
                  <a:cubicBezTo>
                    <a:pt x="1616" y="357"/>
                    <a:pt x="1598" y="351"/>
                    <a:pt x="1531" y="331"/>
                  </a:cubicBezTo>
                  <a:cubicBezTo>
                    <a:pt x="1489" y="322"/>
                    <a:pt x="1396" y="297"/>
                    <a:pt x="1320" y="280"/>
                  </a:cubicBezTo>
                  <a:cubicBezTo>
                    <a:pt x="1323" y="279"/>
                    <a:pt x="1327" y="279"/>
                    <a:pt x="1332" y="279"/>
                  </a:cubicBezTo>
                  <a:cubicBezTo>
                    <a:pt x="1415" y="279"/>
                    <a:pt x="1779" y="381"/>
                    <a:pt x="1838" y="381"/>
                  </a:cubicBezTo>
                  <a:cubicBezTo>
                    <a:pt x="1850" y="381"/>
                    <a:pt x="1849" y="376"/>
                    <a:pt x="1827" y="364"/>
                  </a:cubicBezTo>
                  <a:cubicBezTo>
                    <a:pt x="1607" y="297"/>
                    <a:pt x="1379" y="255"/>
                    <a:pt x="1150" y="221"/>
                  </a:cubicBezTo>
                  <a:cubicBezTo>
                    <a:pt x="804" y="128"/>
                    <a:pt x="558" y="68"/>
                    <a:pt x="398" y="26"/>
                  </a:cubicBezTo>
                  <a:cubicBezTo>
                    <a:pt x="292" y="10"/>
                    <a:pt x="272" y="25"/>
                    <a:pt x="150" y="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6"/>
            <p:cNvSpPr/>
            <p:nvPr/>
          </p:nvSpPr>
          <p:spPr>
            <a:xfrm>
              <a:off x="7714068" y="1798346"/>
              <a:ext cx="2252" cy="125"/>
            </a:xfrm>
            <a:custGeom>
              <a:rect b="b" l="l" r="r" t="t"/>
              <a:pathLst>
                <a:path extrusionOk="0" h="1" w="18">
                  <a:moveTo>
                    <a:pt x="17" y="0"/>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6"/>
            <p:cNvSpPr/>
            <p:nvPr/>
          </p:nvSpPr>
          <p:spPr>
            <a:xfrm>
              <a:off x="6285564" y="1268226"/>
              <a:ext cx="23391" cy="8506"/>
            </a:xfrm>
            <a:custGeom>
              <a:rect b="b" l="l" r="r" t="t"/>
              <a:pathLst>
                <a:path extrusionOk="0" h="68" w="187">
                  <a:moveTo>
                    <a:pt x="186" y="0"/>
                  </a:moveTo>
                  <a:cubicBezTo>
                    <a:pt x="17" y="59"/>
                    <a:pt x="0" y="68"/>
                    <a:pt x="17" y="68"/>
                  </a:cubicBezTo>
                  <a:cubicBezTo>
                    <a:pt x="76" y="42"/>
                    <a:pt x="136" y="25"/>
                    <a:pt x="18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6"/>
            <p:cNvSpPr/>
            <p:nvPr/>
          </p:nvSpPr>
          <p:spPr>
            <a:xfrm>
              <a:off x="8237811" y="1965463"/>
              <a:ext cx="9632" cy="4378"/>
            </a:xfrm>
            <a:custGeom>
              <a:rect b="b" l="l" r="r" t="t"/>
              <a:pathLst>
                <a:path extrusionOk="0" h="35" w="77">
                  <a:moveTo>
                    <a:pt x="77" y="35"/>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6"/>
            <p:cNvSpPr/>
            <p:nvPr/>
          </p:nvSpPr>
          <p:spPr>
            <a:xfrm>
              <a:off x="8462219" y="2079793"/>
              <a:ext cx="5379" cy="2252"/>
            </a:xfrm>
            <a:custGeom>
              <a:rect b="b" l="l" r="r" t="t"/>
              <a:pathLst>
                <a:path extrusionOk="0" h="18" w="43">
                  <a:moveTo>
                    <a:pt x="0" y="0"/>
                  </a:moveTo>
                  <a:lnTo>
                    <a:pt x="43" y="17"/>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6"/>
            <p:cNvSpPr/>
            <p:nvPr/>
          </p:nvSpPr>
          <p:spPr>
            <a:xfrm>
              <a:off x="8023035" y="3072361"/>
              <a:ext cx="16011" cy="6505"/>
            </a:xfrm>
            <a:custGeom>
              <a:rect b="b" l="l" r="r" t="t"/>
              <a:pathLst>
                <a:path extrusionOk="0" h="52" w="128">
                  <a:moveTo>
                    <a:pt x="127" y="0"/>
                  </a:moveTo>
                  <a:lnTo>
                    <a:pt x="127" y="0"/>
                  </a:lnTo>
                  <a:cubicBezTo>
                    <a:pt x="85" y="17"/>
                    <a:pt x="43" y="34"/>
                    <a:pt x="1" y="51"/>
                  </a:cubicBezTo>
                  <a:cubicBezTo>
                    <a:pt x="34" y="43"/>
                    <a:pt x="77" y="26"/>
                    <a:pt x="12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6"/>
            <p:cNvSpPr/>
            <p:nvPr/>
          </p:nvSpPr>
          <p:spPr>
            <a:xfrm>
              <a:off x="8089707" y="1891411"/>
              <a:ext cx="3252" cy="125"/>
            </a:xfrm>
            <a:custGeom>
              <a:rect b="b" l="l" r="r" t="t"/>
              <a:pathLst>
                <a:path extrusionOk="0" h="1" w="26">
                  <a:moveTo>
                    <a:pt x="1" y="1"/>
                  </a:moveTo>
                  <a:lnTo>
                    <a:pt x="17" y="1"/>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6"/>
            <p:cNvSpPr/>
            <p:nvPr/>
          </p:nvSpPr>
          <p:spPr>
            <a:xfrm>
              <a:off x="8000770" y="1871272"/>
              <a:ext cx="23516" cy="6505"/>
            </a:xfrm>
            <a:custGeom>
              <a:rect b="b" l="l" r="r" t="t"/>
              <a:pathLst>
                <a:path extrusionOk="0" h="52" w="188">
                  <a:moveTo>
                    <a:pt x="1" y="1"/>
                  </a:moveTo>
                  <a:lnTo>
                    <a:pt x="46" y="13"/>
                  </a:lnTo>
                  <a:lnTo>
                    <a:pt x="46" y="13"/>
                  </a:lnTo>
                  <a:cubicBezTo>
                    <a:pt x="31" y="9"/>
                    <a:pt x="16" y="5"/>
                    <a:pt x="1" y="1"/>
                  </a:cubicBezTo>
                  <a:close/>
                  <a:moveTo>
                    <a:pt x="46" y="13"/>
                  </a:moveTo>
                  <a:cubicBezTo>
                    <a:pt x="98" y="28"/>
                    <a:pt x="148" y="45"/>
                    <a:pt x="187" y="52"/>
                  </a:cubicBezTo>
                  <a:lnTo>
                    <a:pt x="46" y="13"/>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6"/>
            <p:cNvSpPr/>
            <p:nvPr/>
          </p:nvSpPr>
          <p:spPr>
            <a:xfrm>
              <a:off x="8377535" y="2880727"/>
              <a:ext cx="23516" cy="12884"/>
            </a:xfrm>
            <a:custGeom>
              <a:rect b="b" l="l" r="r" t="t"/>
              <a:pathLst>
                <a:path extrusionOk="0" h="103" w="188">
                  <a:moveTo>
                    <a:pt x="176" y="1"/>
                  </a:moveTo>
                  <a:cubicBezTo>
                    <a:pt x="162" y="1"/>
                    <a:pt x="106" y="29"/>
                    <a:pt x="0" y="103"/>
                  </a:cubicBezTo>
                  <a:cubicBezTo>
                    <a:pt x="46" y="83"/>
                    <a:pt x="127" y="38"/>
                    <a:pt x="138" y="38"/>
                  </a:cubicBezTo>
                  <a:lnTo>
                    <a:pt x="138" y="38"/>
                  </a:lnTo>
                  <a:cubicBezTo>
                    <a:pt x="142" y="38"/>
                    <a:pt x="139" y="42"/>
                    <a:pt x="127" y="52"/>
                  </a:cubicBezTo>
                  <a:cubicBezTo>
                    <a:pt x="170" y="21"/>
                    <a:pt x="188" y="1"/>
                    <a:pt x="17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6"/>
            <p:cNvSpPr/>
            <p:nvPr/>
          </p:nvSpPr>
          <p:spPr>
            <a:xfrm>
              <a:off x="8213544" y="1902044"/>
              <a:ext cx="16762" cy="5003"/>
            </a:xfrm>
            <a:custGeom>
              <a:rect b="b" l="l" r="r" t="t"/>
              <a:pathLst>
                <a:path extrusionOk="0" h="40" w="134">
                  <a:moveTo>
                    <a:pt x="0" y="0"/>
                  </a:moveTo>
                  <a:lnTo>
                    <a:pt x="0" y="0"/>
                  </a:lnTo>
                  <a:cubicBezTo>
                    <a:pt x="23" y="9"/>
                    <a:pt x="46" y="16"/>
                    <a:pt x="68" y="21"/>
                  </a:cubicBezTo>
                  <a:lnTo>
                    <a:pt x="68" y="21"/>
                  </a:lnTo>
                  <a:cubicBezTo>
                    <a:pt x="48" y="15"/>
                    <a:pt x="25" y="8"/>
                    <a:pt x="0" y="0"/>
                  </a:cubicBezTo>
                  <a:close/>
                  <a:moveTo>
                    <a:pt x="68" y="21"/>
                  </a:moveTo>
                  <a:cubicBezTo>
                    <a:pt x="101" y="32"/>
                    <a:pt x="125" y="40"/>
                    <a:pt x="131" y="40"/>
                  </a:cubicBezTo>
                  <a:cubicBezTo>
                    <a:pt x="134" y="40"/>
                    <a:pt x="133" y="38"/>
                    <a:pt x="127" y="34"/>
                  </a:cubicBezTo>
                  <a:cubicBezTo>
                    <a:pt x="108" y="30"/>
                    <a:pt x="88" y="26"/>
                    <a:pt x="68" y="2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6"/>
            <p:cNvSpPr/>
            <p:nvPr/>
          </p:nvSpPr>
          <p:spPr>
            <a:xfrm>
              <a:off x="8199785" y="1897791"/>
              <a:ext cx="14885" cy="4378"/>
            </a:xfrm>
            <a:custGeom>
              <a:rect b="b" l="l" r="r" t="t"/>
              <a:pathLst>
                <a:path extrusionOk="0" h="35" w="119">
                  <a:moveTo>
                    <a:pt x="119" y="34"/>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6"/>
            <p:cNvSpPr/>
            <p:nvPr/>
          </p:nvSpPr>
          <p:spPr>
            <a:xfrm>
              <a:off x="8232558" y="3027955"/>
              <a:ext cx="7505" cy="3252"/>
            </a:xfrm>
            <a:custGeom>
              <a:rect b="b" l="l" r="r" t="t"/>
              <a:pathLst>
                <a:path extrusionOk="0" h="26" w="60">
                  <a:moveTo>
                    <a:pt x="60" y="0"/>
                  </a:moveTo>
                  <a:cubicBezTo>
                    <a:pt x="34" y="9"/>
                    <a:pt x="17" y="17"/>
                    <a:pt x="1" y="25"/>
                  </a:cubicBezTo>
                  <a:cubicBezTo>
                    <a:pt x="17" y="17"/>
                    <a:pt x="43" y="9"/>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6"/>
            <p:cNvSpPr/>
            <p:nvPr/>
          </p:nvSpPr>
          <p:spPr>
            <a:xfrm>
              <a:off x="7868427" y="1844879"/>
              <a:ext cx="211898" cy="61543"/>
            </a:xfrm>
            <a:custGeom>
              <a:rect b="b" l="l" r="r" t="t"/>
              <a:pathLst>
                <a:path extrusionOk="0" h="492" w="1694">
                  <a:moveTo>
                    <a:pt x="111" y="0"/>
                  </a:moveTo>
                  <a:lnTo>
                    <a:pt x="111" y="0"/>
                  </a:lnTo>
                  <a:cubicBezTo>
                    <a:pt x="163" y="17"/>
                    <a:pt x="165" y="20"/>
                    <a:pt x="151" y="20"/>
                  </a:cubicBezTo>
                  <a:cubicBezTo>
                    <a:pt x="137" y="20"/>
                    <a:pt x="109" y="17"/>
                    <a:pt x="91" y="17"/>
                  </a:cubicBezTo>
                  <a:cubicBezTo>
                    <a:pt x="77" y="17"/>
                    <a:pt x="69" y="19"/>
                    <a:pt x="78" y="26"/>
                  </a:cubicBezTo>
                  <a:cubicBezTo>
                    <a:pt x="171" y="43"/>
                    <a:pt x="281" y="60"/>
                    <a:pt x="424" y="102"/>
                  </a:cubicBezTo>
                  <a:cubicBezTo>
                    <a:pt x="440" y="110"/>
                    <a:pt x="440" y="113"/>
                    <a:pt x="429" y="113"/>
                  </a:cubicBezTo>
                  <a:cubicBezTo>
                    <a:pt x="392" y="113"/>
                    <a:pt x="224" y="74"/>
                    <a:pt x="86" y="34"/>
                  </a:cubicBezTo>
                  <a:lnTo>
                    <a:pt x="86" y="34"/>
                  </a:lnTo>
                  <a:cubicBezTo>
                    <a:pt x="140" y="54"/>
                    <a:pt x="148" y="60"/>
                    <a:pt x="136" y="60"/>
                  </a:cubicBezTo>
                  <a:cubicBezTo>
                    <a:pt x="113" y="60"/>
                    <a:pt x="27" y="41"/>
                    <a:pt x="11" y="41"/>
                  </a:cubicBezTo>
                  <a:cubicBezTo>
                    <a:pt x="1" y="41"/>
                    <a:pt x="21" y="49"/>
                    <a:pt x="111" y="77"/>
                  </a:cubicBezTo>
                  <a:cubicBezTo>
                    <a:pt x="771" y="246"/>
                    <a:pt x="1228" y="381"/>
                    <a:pt x="1693" y="491"/>
                  </a:cubicBezTo>
                  <a:lnTo>
                    <a:pt x="611" y="144"/>
                  </a:lnTo>
                  <a:lnTo>
                    <a:pt x="611" y="144"/>
                  </a:lnTo>
                  <a:lnTo>
                    <a:pt x="746" y="161"/>
                  </a:lnTo>
                  <a:cubicBezTo>
                    <a:pt x="1084" y="288"/>
                    <a:pt x="1296" y="339"/>
                    <a:pt x="1634" y="449"/>
                  </a:cubicBezTo>
                  <a:cubicBezTo>
                    <a:pt x="1380" y="364"/>
                    <a:pt x="1135" y="271"/>
                    <a:pt x="881" y="195"/>
                  </a:cubicBezTo>
                  <a:cubicBezTo>
                    <a:pt x="734" y="142"/>
                    <a:pt x="691" y="122"/>
                    <a:pt x="711" y="122"/>
                  </a:cubicBezTo>
                  <a:cubicBezTo>
                    <a:pt x="740" y="122"/>
                    <a:pt x="892" y="163"/>
                    <a:pt x="1050" y="212"/>
                  </a:cubicBezTo>
                  <a:cubicBezTo>
                    <a:pt x="1008" y="195"/>
                    <a:pt x="957" y="178"/>
                    <a:pt x="907" y="153"/>
                  </a:cubicBezTo>
                  <a:cubicBezTo>
                    <a:pt x="884" y="153"/>
                    <a:pt x="506" y="56"/>
                    <a:pt x="472" y="56"/>
                  </a:cubicBezTo>
                  <a:cubicBezTo>
                    <a:pt x="455" y="56"/>
                    <a:pt x="518" y="78"/>
                    <a:pt x="737" y="144"/>
                  </a:cubicBezTo>
                  <a:cubicBezTo>
                    <a:pt x="735" y="146"/>
                    <a:pt x="729" y="147"/>
                    <a:pt x="721" y="147"/>
                  </a:cubicBezTo>
                  <a:cubicBezTo>
                    <a:pt x="636" y="147"/>
                    <a:pt x="282" y="31"/>
                    <a:pt x="11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6"/>
            <p:cNvSpPr/>
            <p:nvPr/>
          </p:nvSpPr>
          <p:spPr>
            <a:xfrm>
              <a:off x="8051555" y="1853385"/>
              <a:ext cx="5504" cy="2252"/>
            </a:xfrm>
            <a:custGeom>
              <a:rect b="b" l="l" r="r" t="t"/>
              <a:pathLst>
                <a:path extrusionOk="0" h="18" w="44">
                  <a:moveTo>
                    <a:pt x="1" y="0"/>
                  </a:moveTo>
                  <a:lnTo>
                    <a:pt x="43" y="17"/>
                  </a:lnTo>
                  <a:lnTo>
                    <a:pt x="35" y="9"/>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6"/>
            <p:cNvSpPr/>
            <p:nvPr/>
          </p:nvSpPr>
          <p:spPr>
            <a:xfrm>
              <a:off x="8107720" y="1890411"/>
              <a:ext cx="125" cy="125"/>
            </a:xfrm>
            <a:custGeom>
              <a:rect b="b" l="l" r="r" t="t"/>
              <a:pathLst>
                <a:path extrusionOk="0" h="1" w="1">
                  <a:moveTo>
                    <a:pt x="0" y="0"/>
                  </a:moveTo>
                  <a:lnTo>
                    <a:pt x="0" y="0"/>
                  </a:lnTo>
                  <a:cubicBezTo>
                    <a:pt x="0" y="0"/>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6"/>
            <p:cNvSpPr/>
            <p:nvPr/>
          </p:nvSpPr>
          <p:spPr>
            <a:xfrm>
              <a:off x="8307735" y="2904119"/>
              <a:ext cx="20139" cy="13885"/>
            </a:xfrm>
            <a:custGeom>
              <a:rect b="b" l="l" r="r" t="t"/>
              <a:pathLst>
                <a:path extrusionOk="0" h="111" w="161">
                  <a:moveTo>
                    <a:pt x="161" y="0"/>
                  </a:moveTo>
                  <a:lnTo>
                    <a:pt x="0" y="110"/>
                  </a:lnTo>
                  <a:cubicBezTo>
                    <a:pt x="51" y="76"/>
                    <a:pt x="110" y="43"/>
                    <a:pt x="16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6"/>
            <p:cNvSpPr/>
            <p:nvPr/>
          </p:nvSpPr>
          <p:spPr>
            <a:xfrm>
              <a:off x="7356442" y="3305149"/>
              <a:ext cx="242420" cy="80556"/>
            </a:xfrm>
            <a:custGeom>
              <a:rect b="b" l="l" r="r" t="t"/>
              <a:pathLst>
                <a:path extrusionOk="0" h="644" w="1938">
                  <a:moveTo>
                    <a:pt x="1937" y="0"/>
                  </a:moveTo>
                  <a:lnTo>
                    <a:pt x="1937" y="0"/>
                  </a:lnTo>
                  <a:cubicBezTo>
                    <a:pt x="1849" y="37"/>
                    <a:pt x="1451" y="162"/>
                    <a:pt x="1400" y="162"/>
                  </a:cubicBezTo>
                  <a:cubicBezTo>
                    <a:pt x="1393" y="162"/>
                    <a:pt x="1393" y="159"/>
                    <a:pt x="1404" y="153"/>
                  </a:cubicBezTo>
                  <a:lnTo>
                    <a:pt x="1404" y="153"/>
                  </a:lnTo>
                  <a:cubicBezTo>
                    <a:pt x="1210" y="229"/>
                    <a:pt x="905" y="322"/>
                    <a:pt x="795" y="364"/>
                  </a:cubicBezTo>
                  <a:cubicBezTo>
                    <a:pt x="887" y="337"/>
                    <a:pt x="933" y="325"/>
                    <a:pt x="945" y="325"/>
                  </a:cubicBezTo>
                  <a:cubicBezTo>
                    <a:pt x="977" y="325"/>
                    <a:pt x="793" y="400"/>
                    <a:pt x="636" y="466"/>
                  </a:cubicBezTo>
                  <a:lnTo>
                    <a:pt x="636" y="466"/>
                  </a:lnTo>
                  <a:cubicBezTo>
                    <a:pt x="686" y="450"/>
                    <a:pt x="702" y="447"/>
                    <a:pt x="712" y="447"/>
                  </a:cubicBezTo>
                  <a:cubicBezTo>
                    <a:pt x="716" y="447"/>
                    <a:pt x="719" y="448"/>
                    <a:pt x="723" y="448"/>
                  </a:cubicBezTo>
                  <a:cubicBezTo>
                    <a:pt x="744" y="448"/>
                    <a:pt x="790" y="438"/>
                    <a:pt x="1117" y="313"/>
                  </a:cubicBezTo>
                  <a:lnTo>
                    <a:pt x="1117" y="313"/>
                  </a:lnTo>
                  <a:lnTo>
                    <a:pt x="1058" y="347"/>
                  </a:lnTo>
                  <a:cubicBezTo>
                    <a:pt x="1345" y="229"/>
                    <a:pt x="1887" y="51"/>
                    <a:pt x="1937" y="0"/>
                  </a:cubicBezTo>
                  <a:close/>
                  <a:moveTo>
                    <a:pt x="636" y="466"/>
                  </a:moveTo>
                  <a:cubicBezTo>
                    <a:pt x="624" y="470"/>
                    <a:pt x="611" y="475"/>
                    <a:pt x="595" y="480"/>
                  </a:cubicBezTo>
                  <a:lnTo>
                    <a:pt x="595" y="480"/>
                  </a:lnTo>
                  <a:cubicBezTo>
                    <a:pt x="602" y="478"/>
                    <a:pt x="610" y="476"/>
                    <a:pt x="618" y="474"/>
                  </a:cubicBezTo>
                  <a:cubicBezTo>
                    <a:pt x="624" y="472"/>
                    <a:pt x="630" y="469"/>
                    <a:pt x="636" y="466"/>
                  </a:cubicBezTo>
                  <a:close/>
                  <a:moveTo>
                    <a:pt x="541" y="472"/>
                  </a:moveTo>
                  <a:cubicBezTo>
                    <a:pt x="535" y="472"/>
                    <a:pt x="517" y="477"/>
                    <a:pt x="474" y="491"/>
                  </a:cubicBezTo>
                  <a:cubicBezTo>
                    <a:pt x="421" y="511"/>
                    <a:pt x="368" y="529"/>
                    <a:pt x="315" y="547"/>
                  </a:cubicBezTo>
                  <a:lnTo>
                    <a:pt x="315" y="547"/>
                  </a:lnTo>
                  <a:lnTo>
                    <a:pt x="415" y="516"/>
                  </a:lnTo>
                  <a:lnTo>
                    <a:pt x="415" y="516"/>
                  </a:lnTo>
                  <a:lnTo>
                    <a:pt x="296" y="584"/>
                  </a:lnTo>
                  <a:lnTo>
                    <a:pt x="339" y="576"/>
                  </a:lnTo>
                  <a:cubicBezTo>
                    <a:pt x="460" y="529"/>
                    <a:pt x="541" y="499"/>
                    <a:pt x="595" y="480"/>
                  </a:cubicBezTo>
                  <a:lnTo>
                    <a:pt x="595" y="480"/>
                  </a:lnTo>
                  <a:cubicBezTo>
                    <a:pt x="559" y="490"/>
                    <a:pt x="540" y="493"/>
                    <a:pt x="532" y="493"/>
                  </a:cubicBezTo>
                  <a:cubicBezTo>
                    <a:pt x="511" y="493"/>
                    <a:pt x="553" y="472"/>
                    <a:pt x="541" y="472"/>
                  </a:cubicBezTo>
                  <a:close/>
                  <a:moveTo>
                    <a:pt x="315" y="547"/>
                  </a:moveTo>
                  <a:lnTo>
                    <a:pt x="0" y="643"/>
                  </a:lnTo>
                  <a:cubicBezTo>
                    <a:pt x="102" y="615"/>
                    <a:pt x="208" y="583"/>
                    <a:pt x="315" y="54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6"/>
            <p:cNvSpPr/>
            <p:nvPr/>
          </p:nvSpPr>
          <p:spPr>
            <a:xfrm>
              <a:off x="7476026" y="3348554"/>
              <a:ext cx="12759" cy="5379"/>
            </a:xfrm>
            <a:custGeom>
              <a:rect b="b" l="l" r="r" t="t"/>
              <a:pathLst>
                <a:path extrusionOk="0" h="43" w="102">
                  <a:moveTo>
                    <a:pt x="102" y="0"/>
                  </a:moveTo>
                  <a:lnTo>
                    <a:pt x="102" y="0"/>
                  </a:lnTo>
                  <a:cubicBezTo>
                    <a:pt x="59" y="17"/>
                    <a:pt x="25" y="34"/>
                    <a:pt x="0" y="43"/>
                  </a:cubicBezTo>
                  <a:cubicBezTo>
                    <a:pt x="34" y="34"/>
                    <a:pt x="68" y="17"/>
                    <a:pt x="10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6"/>
            <p:cNvSpPr/>
            <p:nvPr/>
          </p:nvSpPr>
          <p:spPr>
            <a:xfrm>
              <a:off x="7841032" y="3207831"/>
              <a:ext cx="14885" cy="7505"/>
            </a:xfrm>
            <a:custGeom>
              <a:rect b="b" l="l" r="r" t="t"/>
              <a:pathLst>
                <a:path extrusionOk="0" h="60" w="119">
                  <a:moveTo>
                    <a:pt x="1" y="59"/>
                  </a:moveTo>
                  <a:lnTo>
                    <a:pt x="11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6"/>
            <p:cNvSpPr/>
            <p:nvPr/>
          </p:nvSpPr>
          <p:spPr>
            <a:xfrm>
              <a:off x="8681248" y="2663951"/>
              <a:ext cx="11758" cy="18013"/>
            </a:xfrm>
            <a:custGeom>
              <a:rect b="b" l="l" r="r" t="t"/>
              <a:pathLst>
                <a:path extrusionOk="0" h="144" w="94">
                  <a:moveTo>
                    <a:pt x="93" y="0"/>
                  </a:moveTo>
                  <a:lnTo>
                    <a:pt x="93" y="0"/>
                  </a:lnTo>
                  <a:cubicBezTo>
                    <a:pt x="68" y="42"/>
                    <a:pt x="43" y="76"/>
                    <a:pt x="9" y="118"/>
                  </a:cubicBezTo>
                  <a:cubicBezTo>
                    <a:pt x="9" y="127"/>
                    <a:pt x="0" y="135"/>
                    <a:pt x="0" y="144"/>
                  </a:cubicBezTo>
                  <a:cubicBezTo>
                    <a:pt x="34" y="93"/>
                    <a:pt x="68" y="51"/>
                    <a:pt x="9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6"/>
            <p:cNvSpPr/>
            <p:nvPr/>
          </p:nvSpPr>
          <p:spPr>
            <a:xfrm>
              <a:off x="7532065" y="3317783"/>
              <a:ext cx="14885" cy="6505"/>
            </a:xfrm>
            <a:custGeom>
              <a:rect b="b" l="l" r="r" t="t"/>
              <a:pathLst>
                <a:path extrusionOk="0" h="52" w="119">
                  <a:moveTo>
                    <a:pt x="119" y="1"/>
                  </a:moveTo>
                  <a:cubicBezTo>
                    <a:pt x="77" y="9"/>
                    <a:pt x="34" y="35"/>
                    <a:pt x="0" y="52"/>
                  </a:cubicBezTo>
                  <a:cubicBezTo>
                    <a:pt x="43" y="35"/>
                    <a:pt x="77" y="18"/>
                    <a:pt x="11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6"/>
            <p:cNvSpPr/>
            <p:nvPr/>
          </p:nvSpPr>
          <p:spPr>
            <a:xfrm>
              <a:off x="8700261" y="2608913"/>
              <a:ext cx="29771" cy="56164"/>
            </a:xfrm>
            <a:custGeom>
              <a:rect b="b" l="l" r="r" t="t"/>
              <a:pathLst>
                <a:path extrusionOk="0" h="449" w="238">
                  <a:moveTo>
                    <a:pt x="237" y="0"/>
                  </a:moveTo>
                  <a:lnTo>
                    <a:pt x="237" y="0"/>
                  </a:lnTo>
                  <a:cubicBezTo>
                    <a:pt x="178" y="161"/>
                    <a:pt x="102" y="305"/>
                    <a:pt x="1" y="448"/>
                  </a:cubicBezTo>
                  <a:cubicBezTo>
                    <a:pt x="43" y="398"/>
                    <a:pt x="94" y="322"/>
                    <a:pt x="111" y="313"/>
                  </a:cubicBezTo>
                  <a:cubicBezTo>
                    <a:pt x="161" y="212"/>
                    <a:pt x="204" y="110"/>
                    <a:pt x="23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6"/>
            <p:cNvSpPr/>
            <p:nvPr/>
          </p:nvSpPr>
          <p:spPr>
            <a:xfrm>
              <a:off x="8730908" y="2607787"/>
              <a:ext cx="125" cy="1251"/>
            </a:xfrm>
            <a:custGeom>
              <a:rect b="b" l="l" r="r" t="t"/>
              <a:pathLst>
                <a:path extrusionOk="0" h="10" w="1">
                  <a:moveTo>
                    <a:pt x="1" y="1"/>
                  </a:move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6"/>
            <p:cNvSpPr/>
            <p:nvPr/>
          </p:nvSpPr>
          <p:spPr>
            <a:xfrm>
              <a:off x="4438015" y="1195175"/>
              <a:ext cx="4345915" cy="2467351"/>
            </a:xfrm>
            <a:custGeom>
              <a:rect b="b" l="l" r="r" t="t"/>
              <a:pathLst>
                <a:path extrusionOk="0" h="19725" w="34743">
                  <a:moveTo>
                    <a:pt x="7936" y="3848"/>
                  </a:moveTo>
                  <a:lnTo>
                    <a:pt x="7808" y="3917"/>
                  </a:lnTo>
                  <a:cubicBezTo>
                    <a:pt x="7851" y="3895"/>
                    <a:pt x="7894" y="3871"/>
                    <a:pt x="7936" y="3848"/>
                  </a:cubicBezTo>
                  <a:close/>
                  <a:moveTo>
                    <a:pt x="29116" y="5532"/>
                  </a:moveTo>
                  <a:cubicBezTo>
                    <a:pt x="29106" y="5532"/>
                    <a:pt x="29102" y="5535"/>
                    <a:pt x="29109" y="5541"/>
                  </a:cubicBezTo>
                  <a:cubicBezTo>
                    <a:pt x="29267" y="5590"/>
                    <a:pt x="29363" y="5619"/>
                    <a:pt x="29452" y="5650"/>
                  </a:cubicBezTo>
                  <a:lnTo>
                    <a:pt x="29452" y="5650"/>
                  </a:lnTo>
                  <a:cubicBezTo>
                    <a:pt x="29400" y="5630"/>
                    <a:pt x="29346" y="5609"/>
                    <a:pt x="29287" y="5584"/>
                  </a:cubicBezTo>
                  <a:lnTo>
                    <a:pt x="29337" y="5584"/>
                  </a:lnTo>
                  <a:cubicBezTo>
                    <a:pt x="29310" y="5577"/>
                    <a:pt x="29158" y="5532"/>
                    <a:pt x="29116" y="5532"/>
                  </a:cubicBezTo>
                  <a:close/>
                  <a:moveTo>
                    <a:pt x="29452" y="5650"/>
                  </a:moveTo>
                  <a:lnTo>
                    <a:pt x="29452" y="5650"/>
                  </a:lnTo>
                  <a:cubicBezTo>
                    <a:pt x="29492" y="5664"/>
                    <a:pt x="29530" y="5678"/>
                    <a:pt x="29567" y="5691"/>
                  </a:cubicBezTo>
                  <a:lnTo>
                    <a:pt x="29567" y="5691"/>
                  </a:lnTo>
                  <a:cubicBezTo>
                    <a:pt x="29527" y="5676"/>
                    <a:pt x="29490" y="5663"/>
                    <a:pt x="29452" y="5650"/>
                  </a:cubicBezTo>
                  <a:close/>
                  <a:moveTo>
                    <a:pt x="30236" y="5835"/>
                  </a:moveTo>
                  <a:lnTo>
                    <a:pt x="30319" y="5871"/>
                  </a:lnTo>
                  <a:cubicBezTo>
                    <a:pt x="30294" y="5860"/>
                    <a:pt x="30266" y="5848"/>
                    <a:pt x="30236" y="5835"/>
                  </a:cubicBezTo>
                  <a:close/>
                  <a:moveTo>
                    <a:pt x="30589" y="5871"/>
                  </a:moveTo>
                  <a:cubicBezTo>
                    <a:pt x="30589" y="5871"/>
                    <a:pt x="30589" y="5871"/>
                    <a:pt x="30589" y="5871"/>
                  </a:cubicBezTo>
                  <a:cubicBezTo>
                    <a:pt x="30601" y="5875"/>
                    <a:pt x="30612" y="5879"/>
                    <a:pt x="30623" y="5883"/>
                  </a:cubicBezTo>
                  <a:lnTo>
                    <a:pt x="30623" y="5883"/>
                  </a:lnTo>
                  <a:cubicBezTo>
                    <a:pt x="30604" y="5875"/>
                    <a:pt x="30592" y="5871"/>
                    <a:pt x="30589" y="5871"/>
                  </a:cubicBezTo>
                  <a:close/>
                  <a:moveTo>
                    <a:pt x="30623" y="5883"/>
                  </a:moveTo>
                  <a:cubicBezTo>
                    <a:pt x="30655" y="5895"/>
                    <a:pt x="30707" y="5916"/>
                    <a:pt x="30761" y="5938"/>
                  </a:cubicBezTo>
                  <a:lnTo>
                    <a:pt x="30761" y="5938"/>
                  </a:lnTo>
                  <a:cubicBezTo>
                    <a:pt x="30715" y="5917"/>
                    <a:pt x="30669" y="5899"/>
                    <a:pt x="30623" y="5883"/>
                  </a:cubicBezTo>
                  <a:close/>
                  <a:moveTo>
                    <a:pt x="30209" y="6091"/>
                  </a:moveTo>
                  <a:cubicBezTo>
                    <a:pt x="30223" y="6096"/>
                    <a:pt x="30237" y="6100"/>
                    <a:pt x="30249" y="6104"/>
                  </a:cubicBezTo>
                  <a:lnTo>
                    <a:pt x="30249" y="6104"/>
                  </a:lnTo>
                  <a:lnTo>
                    <a:pt x="30209" y="6091"/>
                  </a:lnTo>
                  <a:close/>
                  <a:moveTo>
                    <a:pt x="30462" y="6210"/>
                  </a:moveTo>
                  <a:lnTo>
                    <a:pt x="30462" y="6210"/>
                  </a:lnTo>
                  <a:cubicBezTo>
                    <a:pt x="30487" y="6222"/>
                    <a:pt x="30515" y="6235"/>
                    <a:pt x="30542" y="6247"/>
                  </a:cubicBezTo>
                  <a:lnTo>
                    <a:pt x="30542" y="6247"/>
                  </a:lnTo>
                  <a:cubicBezTo>
                    <a:pt x="30514" y="6234"/>
                    <a:pt x="30488" y="6221"/>
                    <a:pt x="30462" y="6210"/>
                  </a:cubicBezTo>
                  <a:close/>
                  <a:moveTo>
                    <a:pt x="32415" y="7259"/>
                  </a:moveTo>
                  <a:cubicBezTo>
                    <a:pt x="32432" y="7272"/>
                    <a:pt x="32450" y="7286"/>
                    <a:pt x="32467" y="7301"/>
                  </a:cubicBezTo>
                  <a:cubicBezTo>
                    <a:pt x="32451" y="7286"/>
                    <a:pt x="32433" y="7272"/>
                    <a:pt x="32415" y="7259"/>
                  </a:cubicBezTo>
                  <a:close/>
                  <a:moveTo>
                    <a:pt x="2220" y="8238"/>
                  </a:moveTo>
                  <a:cubicBezTo>
                    <a:pt x="2213" y="8247"/>
                    <a:pt x="2206" y="8256"/>
                    <a:pt x="2200" y="8265"/>
                  </a:cubicBezTo>
                  <a:cubicBezTo>
                    <a:pt x="2199" y="8266"/>
                    <a:pt x="2199" y="8267"/>
                    <a:pt x="2199" y="8267"/>
                  </a:cubicBezTo>
                  <a:cubicBezTo>
                    <a:pt x="2199" y="8267"/>
                    <a:pt x="2207" y="8256"/>
                    <a:pt x="2220" y="8238"/>
                  </a:cubicBezTo>
                  <a:close/>
                  <a:moveTo>
                    <a:pt x="914" y="9703"/>
                  </a:moveTo>
                  <a:lnTo>
                    <a:pt x="914" y="9703"/>
                  </a:lnTo>
                  <a:cubicBezTo>
                    <a:pt x="906" y="9717"/>
                    <a:pt x="903" y="9724"/>
                    <a:pt x="902" y="9728"/>
                  </a:cubicBezTo>
                  <a:lnTo>
                    <a:pt x="902" y="9728"/>
                  </a:lnTo>
                  <a:cubicBezTo>
                    <a:pt x="906" y="9720"/>
                    <a:pt x="910" y="9712"/>
                    <a:pt x="914" y="9703"/>
                  </a:cubicBezTo>
                  <a:close/>
                  <a:moveTo>
                    <a:pt x="1064" y="9969"/>
                  </a:moveTo>
                  <a:cubicBezTo>
                    <a:pt x="1059" y="9981"/>
                    <a:pt x="1051" y="10002"/>
                    <a:pt x="1041" y="10025"/>
                  </a:cubicBezTo>
                  <a:cubicBezTo>
                    <a:pt x="1023" y="10072"/>
                    <a:pt x="1001" y="10139"/>
                    <a:pt x="1004" y="10139"/>
                  </a:cubicBezTo>
                  <a:cubicBezTo>
                    <a:pt x="1005" y="10139"/>
                    <a:pt x="1011" y="10126"/>
                    <a:pt x="1024" y="10092"/>
                  </a:cubicBezTo>
                  <a:cubicBezTo>
                    <a:pt x="1039" y="10054"/>
                    <a:pt x="1055" y="10015"/>
                    <a:pt x="1064" y="9969"/>
                  </a:cubicBezTo>
                  <a:close/>
                  <a:moveTo>
                    <a:pt x="34356" y="11208"/>
                  </a:moveTo>
                  <a:lnTo>
                    <a:pt x="34356" y="11208"/>
                  </a:lnTo>
                  <a:cubicBezTo>
                    <a:pt x="34344" y="11240"/>
                    <a:pt x="34335" y="11269"/>
                    <a:pt x="34328" y="11294"/>
                  </a:cubicBezTo>
                  <a:cubicBezTo>
                    <a:pt x="34337" y="11265"/>
                    <a:pt x="34347" y="11237"/>
                    <a:pt x="34356" y="11208"/>
                  </a:cubicBezTo>
                  <a:close/>
                  <a:moveTo>
                    <a:pt x="34077" y="12218"/>
                  </a:moveTo>
                  <a:lnTo>
                    <a:pt x="34077" y="12218"/>
                  </a:lnTo>
                  <a:cubicBezTo>
                    <a:pt x="34071" y="12226"/>
                    <a:pt x="34064" y="12234"/>
                    <a:pt x="34058" y="12241"/>
                  </a:cubicBezTo>
                  <a:cubicBezTo>
                    <a:pt x="34064" y="12234"/>
                    <a:pt x="34070" y="12226"/>
                    <a:pt x="34077" y="12218"/>
                  </a:cubicBezTo>
                  <a:close/>
                  <a:moveTo>
                    <a:pt x="32786" y="12936"/>
                  </a:moveTo>
                  <a:cubicBezTo>
                    <a:pt x="32779" y="12941"/>
                    <a:pt x="32771" y="12946"/>
                    <a:pt x="32763" y="12952"/>
                  </a:cubicBezTo>
                  <a:cubicBezTo>
                    <a:pt x="32771" y="12948"/>
                    <a:pt x="32779" y="12942"/>
                    <a:pt x="32786" y="12936"/>
                  </a:cubicBezTo>
                  <a:close/>
                  <a:moveTo>
                    <a:pt x="13" y="13325"/>
                  </a:moveTo>
                  <a:cubicBezTo>
                    <a:pt x="10" y="13364"/>
                    <a:pt x="12" y="13401"/>
                    <a:pt x="17" y="13442"/>
                  </a:cubicBezTo>
                  <a:cubicBezTo>
                    <a:pt x="17" y="13413"/>
                    <a:pt x="15" y="13373"/>
                    <a:pt x="13" y="13325"/>
                  </a:cubicBezTo>
                  <a:close/>
                  <a:moveTo>
                    <a:pt x="31804" y="13700"/>
                  </a:moveTo>
                  <a:lnTo>
                    <a:pt x="31706" y="13755"/>
                  </a:lnTo>
                  <a:cubicBezTo>
                    <a:pt x="31727" y="13745"/>
                    <a:pt x="31761" y="13726"/>
                    <a:pt x="31804" y="13700"/>
                  </a:cubicBezTo>
                  <a:close/>
                  <a:moveTo>
                    <a:pt x="30945" y="13772"/>
                  </a:moveTo>
                  <a:cubicBezTo>
                    <a:pt x="30937" y="13777"/>
                    <a:pt x="30929" y="13782"/>
                    <a:pt x="30922" y="13786"/>
                  </a:cubicBezTo>
                  <a:lnTo>
                    <a:pt x="30922" y="13786"/>
                  </a:lnTo>
                  <a:cubicBezTo>
                    <a:pt x="30930" y="13782"/>
                    <a:pt x="30937" y="13777"/>
                    <a:pt x="30945" y="13772"/>
                  </a:cubicBezTo>
                  <a:close/>
                  <a:moveTo>
                    <a:pt x="34419" y="10819"/>
                  </a:moveTo>
                  <a:cubicBezTo>
                    <a:pt x="34413" y="10859"/>
                    <a:pt x="34412" y="10911"/>
                    <a:pt x="34405" y="10955"/>
                  </a:cubicBezTo>
                  <a:cubicBezTo>
                    <a:pt x="34405" y="11006"/>
                    <a:pt x="34396" y="11057"/>
                    <a:pt x="34379" y="11116"/>
                  </a:cubicBezTo>
                  <a:cubicBezTo>
                    <a:pt x="34375" y="11147"/>
                    <a:pt x="34366" y="11177"/>
                    <a:pt x="34356" y="11208"/>
                  </a:cubicBezTo>
                  <a:lnTo>
                    <a:pt x="34356" y="11208"/>
                  </a:lnTo>
                  <a:cubicBezTo>
                    <a:pt x="34375" y="11154"/>
                    <a:pt x="34400" y="11089"/>
                    <a:pt x="34421" y="11015"/>
                  </a:cubicBezTo>
                  <a:lnTo>
                    <a:pt x="34421" y="11015"/>
                  </a:lnTo>
                  <a:cubicBezTo>
                    <a:pt x="34379" y="11243"/>
                    <a:pt x="34311" y="11463"/>
                    <a:pt x="34210" y="11674"/>
                  </a:cubicBezTo>
                  <a:cubicBezTo>
                    <a:pt x="34278" y="11564"/>
                    <a:pt x="34328" y="11446"/>
                    <a:pt x="34362" y="11319"/>
                  </a:cubicBezTo>
                  <a:cubicBezTo>
                    <a:pt x="34379" y="11268"/>
                    <a:pt x="34396" y="11209"/>
                    <a:pt x="34413" y="11141"/>
                  </a:cubicBezTo>
                  <a:cubicBezTo>
                    <a:pt x="34421" y="11074"/>
                    <a:pt x="34447" y="10998"/>
                    <a:pt x="34472" y="10896"/>
                  </a:cubicBezTo>
                  <a:cubicBezTo>
                    <a:pt x="34489" y="10913"/>
                    <a:pt x="34506" y="10938"/>
                    <a:pt x="34498" y="10972"/>
                  </a:cubicBezTo>
                  <a:cubicBezTo>
                    <a:pt x="34481" y="11099"/>
                    <a:pt x="34455" y="11234"/>
                    <a:pt x="34413" y="11353"/>
                  </a:cubicBezTo>
                  <a:cubicBezTo>
                    <a:pt x="34351" y="11479"/>
                    <a:pt x="34331" y="11515"/>
                    <a:pt x="34328" y="11515"/>
                  </a:cubicBezTo>
                  <a:cubicBezTo>
                    <a:pt x="34323" y="11515"/>
                    <a:pt x="34344" y="11456"/>
                    <a:pt x="34337" y="11456"/>
                  </a:cubicBezTo>
                  <a:lnTo>
                    <a:pt x="34337" y="11456"/>
                  </a:lnTo>
                  <a:cubicBezTo>
                    <a:pt x="34333" y="11456"/>
                    <a:pt x="34324" y="11469"/>
                    <a:pt x="34303" y="11505"/>
                  </a:cubicBezTo>
                  <a:cubicBezTo>
                    <a:pt x="34269" y="11624"/>
                    <a:pt x="34210" y="11725"/>
                    <a:pt x="34134" y="11818"/>
                  </a:cubicBezTo>
                  <a:lnTo>
                    <a:pt x="34041" y="11945"/>
                  </a:lnTo>
                  <a:cubicBezTo>
                    <a:pt x="34007" y="11987"/>
                    <a:pt x="33973" y="12047"/>
                    <a:pt x="33931" y="12114"/>
                  </a:cubicBezTo>
                  <a:cubicBezTo>
                    <a:pt x="33872" y="12190"/>
                    <a:pt x="33804" y="12258"/>
                    <a:pt x="33728" y="12326"/>
                  </a:cubicBezTo>
                  <a:cubicBezTo>
                    <a:pt x="33702" y="12334"/>
                    <a:pt x="33669" y="12351"/>
                    <a:pt x="33643" y="12376"/>
                  </a:cubicBezTo>
                  <a:cubicBezTo>
                    <a:pt x="33728" y="12291"/>
                    <a:pt x="33747" y="12270"/>
                    <a:pt x="33740" y="12270"/>
                  </a:cubicBezTo>
                  <a:lnTo>
                    <a:pt x="33740" y="12270"/>
                  </a:lnTo>
                  <a:cubicBezTo>
                    <a:pt x="33736" y="12270"/>
                    <a:pt x="33723" y="12277"/>
                    <a:pt x="33711" y="12283"/>
                  </a:cubicBezTo>
                  <a:cubicBezTo>
                    <a:pt x="33702" y="12288"/>
                    <a:pt x="33694" y="12292"/>
                    <a:pt x="33690" y="12292"/>
                  </a:cubicBezTo>
                  <a:cubicBezTo>
                    <a:pt x="33680" y="12292"/>
                    <a:pt x="33700" y="12262"/>
                    <a:pt x="33812" y="12131"/>
                  </a:cubicBezTo>
                  <a:lnTo>
                    <a:pt x="33812" y="12131"/>
                  </a:lnTo>
                  <a:cubicBezTo>
                    <a:pt x="33736" y="12207"/>
                    <a:pt x="33669" y="12283"/>
                    <a:pt x="33601" y="12376"/>
                  </a:cubicBezTo>
                  <a:cubicBezTo>
                    <a:pt x="33550" y="12453"/>
                    <a:pt x="33482" y="12520"/>
                    <a:pt x="33406" y="12571"/>
                  </a:cubicBezTo>
                  <a:lnTo>
                    <a:pt x="33347" y="12580"/>
                  </a:lnTo>
                  <a:cubicBezTo>
                    <a:pt x="33237" y="12673"/>
                    <a:pt x="33051" y="12816"/>
                    <a:pt x="32848" y="12952"/>
                  </a:cubicBezTo>
                  <a:cubicBezTo>
                    <a:pt x="32653" y="13096"/>
                    <a:pt x="32433" y="13239"/>
                    <a:pt x="32273" y="13349"/>
                  </a:cubicBezTo>
                  <a:cubicBezTo>
                    <a:pt x="32339" y="13313"/>
                    <a:pt x="32368" y="13299"/>
                    <a:pt x="32374" y="13299"/>
                  </a:cubicBezTo>
                  <a:lnTo>
                    <a:pt x="32374" y="13299"/>
                  </a:lnTo>
                  <a:cubicBezTo>
                    <a:pt x="32393" y="13299"/>
                    <a:pt x="32144" y="13459"/>
                    <a:pt x="32177" y="13459"/>
                  </a:cubicBezTo>
                  <a:cubicBezTo>
                    <a:pt x="32178" y="13459"/>
                    <a:pt x="32179" y="13459"/>
                    <a:pt x="32180" y="13459"/>
                  </a:cubicBezTo>
                  <a:cubicBezTo>
                    <a:pt x="32315" y="13349"/>
                    <a:pt x="32459" y="13256"/>
                    <a:pt x="32611" y="13180"/>
                  </a:cubicBezTo>
                  <a:lnTo>
                    <a:pt x="32611" y="13180"/>
                  </a:lnTo>
                  <a:cubicBezTo>
                    <a:pt x="32436" y="13313"/>
                    <a:pt x="32013" y="13579"/>
                    <a:pt x="31804" y="13700"/>
                  </a:cubicBezTo>
                  <a:lnTo>
                    <a:pt x="31804" y="13700"/>
                  </a:lnTo>
                  <a:lnTo>
                    <a:pt x="32146" y="13510"/>
                  </a:lnTo>
                  <a:lnTo>
                    <a:pt x="32146" y="13510"/>
                  </a:lnTo>
                  <a:cubicBezTo>
                    <a:pt x="32002" y="13620"/>
                    <a:pt x="31478" y="13975"/>
                    <a:pt x="31469" y="13992"/>
                  </a:cubicBezTo>
                  <a:cubicBezTo>
                    <a:pt x="31283" y="14077"/>
                    <a:pt x="31038" y="14238"/>
                    <a:pt x="30936" y="14271"/>
                  </a:cubicBezTo>
                  <a:cubicBezTo>
                    <a:pt x="31038" y="14204"/>
                    <a:pt x="31139" y="14136"/>
                    <a:pt x="31241" y="14060"/>
                  </a:cubicBezTo>
                  <a:lnTo>
                    <a:pt x="31359" y="14009"/>
                  </a:lnTo>
                  <a:lnTo>
                    <a:pt x="31528" y="13882"/>
                  </a:lnTo>
                  <a:lnTo>
                    <a:pt x="31528" y="13882"/>
                  </a:lnTo>
                  <a:cubicBezTo>
                    <a:pt x="31317" y="13992"/>
                    <a:pt x="30877" y="14246"/>
                    <a:pt x="30775" y="14271"/>
                  </a:cubicBezTo>
                  <a:cubicBezTo>
                    <a:pt x="30894" y="14204"/>
                    <a:pt x="31029" y="14119"/>
                    <a:pt x="31181" y="14026"/>
                  </a:cubicBezTo>
                  <a:lnTo>
                    <a:pt x="31664" y="13722"/>
                  </a:lnTo>
                  <a:lnTo>
                    <a:pt x="32214" y="13358"/>
                  </a:lnTo>
                  <a:cubicBezTo>
                    <a:pt x="32408" y="13222"/>
                    <a:pt x="32611" y="13070"/>
                    <a:pt x="32806" y="12909"/>
                  </a:cubicBezTo>
                  <a:lnTo>
                    <a:pt x="32806" y="12909"/>
                  </a:lnTo>
                  <a:cubicBezTo>
                    <a:pt x="32801" y="12919"/>
                    <a:pt x="32794" y="12928"/>
                    <a:pt x="32786" y="12936"/>
                  </a:cubicBezTo>
                  <a:lnTo>
                    <a:pt x="32786" y="12936"/>
                  </a:lnTo>
                  <a:cubicBezTo>
                    <a:pt x="32983" y="12793"/>
                    <a:pt x="33097" y="12712"/>
                    <a:pt x="33195" y="12630"/>
                  </a:cubicBezTo>
                  <a:cubicBezTo>
                    <a:pt x="33296" y="12554"/>
                    <a:pt x="33381" y="12470"/>
                    <a:pt x="33533" y="12326"/>
                  </a:cubicBezTo>
                  <a:lnTo>
                    <a:pt x="33533" y="12326"/>
                  </a:lnTo>
                  <a:lnTo>
                    <a:pt x="33449" y="12427"/>
                  </a:lnTo>
                  <a:cubicBezTo>
                    <a:pt x="33635" y="12267"/>
                    <a:pt x="33804" y="12072"/>
                    <a:pt x="33939" y="11860"/>
                  </a:cubicBezTo>
                  <a:cubicBezTo>
                    <a:pt x="33998" y="11776"/>
                    <a:pt x="34100" y="11581"/>
                    <a:pt x="34168" y="11471"/>
                  </a:cubicBezTo>
                  <a:lnTo>
                    <a:pt x="34168" y="11471"/>
                  </a:lnTo>
                  <a:lnTo>
                    <a:pt x="34159" y="11522"/>
                  </a:lnTo>
                  <a:cubicBezTo>
                    <a:pt x="34292" y="11307"/>
                    <a:pt x="34376" y="11067"/>
                    <a:pt x="34419" y="10819"/>
                  </a:cubicBezTo>
                  <a:close/>
                  <a:moveTo>
                    <a:pt x="27510" y="15642"/>
                  </a:moveTo>
                  <a:cubicBezTo>
                    <a:pt x="27490" y="15648"/>
                    <a:pt x="27472" y="15656"/>
                    <a:pt x="27454" y="15665"/>
                  </a:cubicBezTo>
                  <a:lnTo>
                    <a:pt x="27454" y="15665"/>
                  </a:lnTo>
                  <a:cubicBezTo>
                    <a:pt x="27473" y="15657"/>
                    <a:pt x="27492" y="15649"/>
                    <a:pt x="27510" y="15642"/>
                  </a:cubicBezTo>
                  <a:close/>
                  <a:moveTo>
                    <a:pt x="1091" y="16310"/>
                  </a:moveTo>
                  <a:lnTo>
                    <a:pt x="1106" y="16320"/>
                  </a:lnTo>
                  <a:lnTo>
                    <a:pt x="1106" y="16320"/>
                  </a:lnTo>
                  <a:cubicBezTo>
                    <a:pt x="1099" y="16313"/>
                    <a:pt x="1094" y="16310"/>
                    <a:pt x="1091" y="16310"/>
                  </a:cubicBezTo>
                  <a:close/>
                  <a:moveTo>
                    <a:pt x="25438" y="16462"/>
                  </a:moveTo>
                  <a:cubicBezTo>
                    <a:pt x="25428" y="16466"/>
                    <a:pt x="25418" y="16470"/>
                    <a:pt x="25409" y="16474"/>
                  </a:cubicBezTo>
                  <a:lnTo>
                    <a:pt x="25409" y="16474"/>
                  </a:lnTo>
                  <a:cubicBezTo>
                    <a:pt x="25418" y="16470"/>
                    <a:pt x="25428" y="16466"/>
                    <a:pt x="25438" y="16462"/>
                  </a:cubicBezTo>
                  <a:close/>
                  <a:moveTo>
                    <a:pt x="19423" y="18239"/>
                  </a:moveTo>
                  <a:cubicBezTo>
                    <a:pt x="19414" y="18240"/>
                    <a:pt x="19404" y="18241"/>
                    <a:pt x="19395" y="18242"/>
                  </a:cubicBezTo>
                  <a:lnTo>
                    <a:pt x="19395" y="18242"/>
                  </a:lnTo>
                  <a:cubicBezTo>
                    <a:pt x="19402" y="18242"/>
                    <a:pt x="19411" y="18240"/>
                    <a:pt x="19423" y="18239"/>
                  </a:cubicBezTo>
                  <a:close/>
                  <a:moveTo>
                    <a:pt x="30361" y="14424"/>
                  </a:moveTo>
                  <a:lnTo>
                    <a:pt x="30344" y="14441"/>
                  </a:lnTo>
                  <a:cubicBezTo>
                    <a:pt x="30171" y="14546"/>
                    <a:pt x="30102" y="14597"/>
                    <a:pt x="30123" y="14597"/>
                  </a:cubicBezTo>
                  <a:cubicBezTo>
                    <a:pt x="30131" y="14597"/>
                    <a:pt x="30151" y="14590"/>
                    <a:pt x="30183" y="14576"/>
                  </a:cubicBezTo>
                  <a:lnTo>
                    <a:pt x="30183" y="14576"/>
                  </a:lnTo>
                  <a:lnTo>
                    <a:pt x="29896" y="14754"/>
                  </a:lnTo>
                  <a:lnTo>
                    <a:pt x="29574" y="14923"/>
                  </a:lnTo>
                  <a:cubicBezTo>
                    <a:pt x="29498" y="14974"/>
                    <a:pt x="29413" y="15007"/>
                    <a:pt x="29329" y="15033"/>
                  </a:cubicBezTo>
                  <a:cubicBezTo>
                    <a:pt x="29503" y="14946"/>
                    <a:pt x="29562" y="14915"/>
                    <a:pt x="29550" y="14915"/>
                  </a:cubicBezTo>
                  <a:cubicBezTo>
                    <a:pt x="29543" y="14915"/>
                    <a:pt x="29504" y="14928"/>
                    <a:pt x="29447" y="14948"/>
                  </a:cubicBezTo>
                  <a:cubicBezTo>
                    <a:pt x="29177" y="15109"/>
                    <a:pt x="28627" y="15371"/>
                    <a:pt x="28678" y="15388"/>
                  </a:cubicBezTo>
                  <a:cubicBezTo>
                    <a:pt x="28542" y="15464"/>
                    <a:pt x="28398" y="15523"/>
                    <a:pt x="28255" y="15574"/>
                  </a:cubicBezTo>
                  <a:cubicBezTo>
                    <a:pt x="28250" y="15576"/>
                    <a:pt x="28246" y="15577"/>
                    <a:pt x="28245" y="15577"/>
                  </a:cubicBezTo>
                  <a:cubicBezTo>
                    <a:pt x="28234" y="15577"/>
                    <a:pt x="28317" y="15525"/>
                    <a:pt x="28407" y="15473"/>
                  </a:cubicBezTo>
                  <a:lnTo>
                    <a:pt x="28407" y="15473"/>
                  </a:lnTo>
                  <a:lnTo>
                    <a:pt x="28111" y="15616"/>
                  </a:lnTo>
                  <a:lnTo>
                    <a:pt x="27815" y="15760"/>
                  </a:lnTo>
                  <a:lnTo>
                    <a:pt x="27222" y="16031"/>
                  </a:lnTo>
                  <a:cubicBezTo>
                    <a:pt x="27220" y="16034"/>
                    <a:pt x="27222" y="16036"/>
                    <a:pt x="27226" y="16036"/>
                  </a:cubicBezTo>
                  <a:cubicBezTo>
                    <a:pt x="27274" y="16036"/>
                    <a:pt x="27674" y="15859"/>
                    <a:pt x="27714" y="15859"/>
                  </a:cubicBezTo>
                  <a:cubicBezTo>
                    <a:pt x="27727" y="15859"/>
                    <a:pt x="27702" y="15878"/>
                    <a:pt x="27612" y="15929"/>
                  </a:cubicBezTo>
                  <a:cubicBezTo>
                    <a:pt x="27459" y="16039"/>
                    <a:pt x="27299" y="16132"/>
                    <a:pt x="27129" y="16192"/>
                  </a:cubicBezTo>
                  <a:cubicBezTo>
                    <a:pt x="27121" y="16192"/>
                    <a:pt x="27155" y="16175"/>
                    <a:pt x="27197" y="16149"/>
                  </a:cubicBezTo>
                  <a:lnTo>
                    <a:pt x="27197" y="16149"/>
                  </a:lnTo>
                  <a:cubicBezTo>
                    <a:pt x="27011" y="16242"/>
                    <a:pt x="26977" y="16242"/>
                    <a:pt x="26774" y="16327"/>
                  </a:cubicBezTo>
                  <a:cubicBezTo>
                    <a:pt x="26698" y="16327"/>
                    <a:pt x="27011" y="16192"/>
                    <a:pt x="27138" y="16116"/>
                  </a:cubicBezTo>
                  <a:lnTo>
                    <a:pt x="27138" y="16116"/>
                  </a:lnTo>
                  <a:cubicBezTo>
                    <a:pt x="27011" y="16183"/>
                    <a:pt x="26867" y="16259"/>
                    <a:pt x="26723" y="16319"/>
                  </a:cubicBezTo>
                  <a:lnTo>
                    <a:pt x="26757" y="16293"/>
                  </a:lnTo>
                  <a:lnTo>
                    <a:pt x="26757" y="16293"/>
                  </a:lnTo>
                  <a:cubicBezTo>
                    <a:pt x="26613" y="16361"/>
                    <a:pt x="26470" y="16420"/>
                    <a:pt x="26326" y="16479"/>
                  </a:cubicBezTo>
                  <a:cubicBezTo>
                    <a:pt x="26296" y="16495"/>
                    <a:pt x="26285" y="16502"/>
                    <a:pt x="26289" y="16502"/>
                  </a:cubicBezTo>
                  <a:cubicBezTo>
                    <a:pt x="26306" y="16502"/>
                    <a:pt x="26646" y="16352"/>
                    <a:pt x="26687" y="16352"/>
                  </a:cubicBezTo>
                  <a:cubicBezTo>
                    <a:pt x="26688" y="16352"/>
                    <a:pt x="26689" y="16352"/>
                    <a:pt x="26690" y="16352"/>
                  </a:cubicBezTo>
                  <a:lnTo>
                    <a:pt x="26410" y="16479"/>
                  </a:lnTo>
                  <a:cubicBezTo>
                    <a:pt x="26258" y="16547"/>
                    <a:pt x="25962" y="16674"/>
                    <a:pt x="25674" y="16784"/>
                  </a:cubicBezTo>
                  <a:cubicBezTo>
                    <a:pt x="25531" y="16843"/>
                    <a:pt x="25378" y="16902"/>
                    <a:pt x="25251" y="16945"/>
                  </a:cubicBezTo>
                  <a:cubicBezTo>
                    <a:pt x="25125" y="16987"/>
                    <a:pt x="25015" y="17021"/>
                    <a:pt x="24938" y="17038"/>
                  </a:cubicBezTo>
                  <a:cubicBezTo>
                    <a:pt x="24558" y="17156"/>
                    <a:pt x="24735" y="17131"/>
                    <a:pt x="24642" y="17181"/>
                  </a:cubicBezTo>
                  <a:cubicBezTo>
                    <a:pt x="24422" y="17283"/>
                    <a:pt x="24202" y="17325"/>
                    <a:pt x="23983" y="17418"/>
                  </a:cubicBezTo>
                  <a:cubicBezTo>
                    <a:pt x="23999" y="17435"/>
                    <a:pt x="23729" y="17528"/>
                    <a:pt x="23729" y="17554"/>
                  </a:cubicBezTo>
                  <a:lnTo>
                    <a:pt x="23357" y="17664"/>
                  </a:lnTo>
                  <a:cubicBezTo>
                    <a:pt x="23323" y="17682"/>
                    <a:pt x="23316" y="17689"/>
                    <a:pt x="23328" y="17689"/>
                  </a:cubicBezTo>
                  <a:cubicBezTo>
                    <a:pt x="23382" y="17689"/>
                    <a:pt x="23823" y="17532"/>
                    <a:pt x="23906" y="17511"/>
                  </a:cubicBezTo>
                  <a:cubicBezTo>
                    <a:pt x="23928" y="17508"/>
                    <a:pt x="23942" y="17506"/>
                    <a:pt x="23950" y="17506"/>
                  </a:cubicBezTo>
                  <a:cubicBezTo>
                    <a:pt x="24011" y="17506"/>
                    <a:pt x="23720" y="17599"/>
                    <a:pt x="23751" y="17599"/>
                  </a:cubicBezTo>
                  <a:cubicBezTo>
                    <a:pt x="23754" y="17599"/>
                    <a:pt x="23761" y="17598"/>
                    <a:pt x="23771" y="17596"/>
                  </a:cubicBezTo>
                  <a:cubicBezTo>
                    <a:pt x="24050" y="17494"/>
                    <a:pt x="24067" y="17469"/>
                    <a:pt x="24202" y="17410"/>
                  </a:cubicBezTo>
                  <a:cubicBezTo>
                    <a:pt x="24338" y="17360"/>
                    <a:pt x="24419" y="17340"/>
                    <a:pt x="24441" y="17340"/>
                  </a:cubicBezTo>
                  <a:cubicBezTo>
                    <a:pt x="24446" y="17340"/>
                    <a:pt x="24448" y="17341"/>
                    <a:pt x="24448" y="17342"/>
                  </a:cubicBezTo>
                  <a:cubicBezTo>
                    <a:pt x="23991" y="17494"/>
                    <a:pt x="24219" y="17461"/>
                    <a:pt x="23847" y="17587"/>
                  </a:cubicBezTo>
                  <a:lnTo>
                    <a:pt x="23830" y="17587"/>
                  </a:lnTo>
                  <a:cubicBezTo>
                    <a:pt x="23830" y="17621"/>
                    <a:pt x="23297" y="17765"/>
                    <a:pt x="23103" y="17841"/>
                  </a:cubicBezTo>
                  <a:cubicBezTo>
                    <a:pt x="23037" y="17856"/>
                    <a:pt x="23000" y="17862"/>
                    <a:pt x="22984" y="17862"/>
                  </a:cubicBezTo>
                  <a:cubicBezTo>
                    <a:pt x="22901" y="17862"/>
                    <a:pt x="23413" y="17689"/>
                    <a:pt x="23399" y="17689"/>
                  </a:cubicBezTo>
                  <a:lnTo>
                    <a:pt x="23399" y="17689"/>
                  </a:lnTo>
                  <a:lnTo>
                    <a:pt x="22908" y="17858"/>
                  </a:lnTo>
                  <a:cubicBezTo>
                    <a:pt x="23120" y="17774"/>
                    <a:pt x="22891" y="17824"/>
                    <a:pt x="23179" y="17714"/>
                  </a:cubicBezTo>
                  <a:lnTo>
                    <a:pt x="23179" y="17714"/>
                  </a:lnTo>
                  <a:cubicBezTo>
                    <a:pt x="22883" y="17816"/>
                    <a:pt x="22841" y="17807"/>
                    <a:pt x="22553" y="17909"/>
                  </a:cubicBezTo>
                  <a:cubicBezTo>
                    <a:pt x="22625" y="17876"/>
                    <a:pt x="22642" y="17863"/>
                    <a:pt x="22625" y="17863"/>
                  </a:cubicBezTo>
                  <a:cubicBezTo>
                    <a:pt x="22572" y="17863"/>
                    <a:pt x="22184" y="17987"/>
                    <a:pt x="22107" y="17987"/>
                  </a:cubicBezTo>
                  <a:cubicBezTo>
                    <a:pt x="22102" y="17987"/>
                    <a:pt x="22098" y="17986"/>
                    <a:pt x="22096" y="17985"/>
                  </a:cubicBezTo>
                  <a:cubicBezTo>
                    <a:pt x="22274" y="17934"/>
                    <a:pt x="22519" y="17867"/>
                    <a:pt x="22714" y="17816"/>
                  </a:cubicBezTo>
                  <a:cubicBezTo>
                    <a:pt x="22807" y="17782"/>
                    <a:pt x="22900" y="17765"/>
                    <a:pt x="23001" y="17748"/>
                  </a:cubicBezTo>
                  <a:cubicBezTo>
                    <a:pt x="22984" y="17748"/>
                    <a:pt x="23407" y="17621"/>
                    <a:pt x="23568" y="17579"/>
                  </a:cubicBezTo>
                  <a:cubicBezTo>
                    <a:pt x="23644" y="17545"/>
                    <a:pt x="23720" y="17511"/>
                    <a:pt x="23788" y="17477"/>
                  </a:cubicBezTo>
                  <a:lnTo>
                    <a:pt x="23788" y="17477"/>
                  </a:lnTo>
                  <a:cubicBezTo>
                    <a:pt x="23584" y="17545"/>
                    <a:pt x="23310" y="17640"/>
                    <a:pt x="23257" y="17640"/>
                  </a:cubicBezTo>
                  <a:cubicBezTo>
                    <a:pt x="23245" y="17640"/>
                    <a:pt x="23245" y="17635"/>
                    <a:pt x="23263" y="17621"/>
                  </a:cubicBezTo>
                  <a:lnTo>
                    <a:pt x="23263" y="17621"/>
                  </a:lnTo>
                  <a:lnTo>
                    <a:pt x="22908" y="17757"/>
                  </a:lnTo>
                  <a:cubicBezTo>
                    <a:pt x="23120" y="17647"/>
                    <a:pt x="23348" y="17554"/>
                    <a:pt x="23576" y="17469"/>
                  </a:cubicBezTo>
                  <a:lnTo>
                    <a:pt x="23576" y="17469"/>
                  </a:lnTo>
                  <a:cubicBezTo>
                    <a:pt x="23255" y="17554"/>
                    <a:pt x="22942" y="17647"/>
                    <a:pt x="22629" y="17765"/>
                  </a:cubicBezTo>
                  <a:cubicBezTo>
                    <a:pt x="22485" y="17816"/>
                    <a:pt x="22341" y="17875"/>
                    <a:pt x="22198" y="17909"/>
                  </a:cubicBezTo>
                  <a:cubicBezTo>
                    <a:pt x="22054" y="17951"/>
                    <a:pt x="21910" y="17985"/>
                    <a:pt x="21758" y="18019"/>
                  </a:cubicBezTo>
                  <a:lnTo>
                    <a:pt x="21851" y="17994"/>
                  </a:lnTo>
                  <a:lnTo>
                    <a:pt x="21851" y="17994"/>
                  </a:lnTo>
                  <a:cubicBezTo>
                    <a:pt x="21276" y="18146"/>
                    <a:pt x="20920" y="18239"/>
                    <a:pt x="20675" y="18281"/>
                  </a:cubicBezTo>
                  <a:cubicBezTo>
                    <a:pt x="20497" y="18307"/>
                    <a:pt x="20328" y="18315"/>
                    <a:pt x="20159" y="18315"/>
                  </a:cubicBezTo>
                  <a:lnTo>
                    <a:pt x="20633" y="18205"/>
                  </a:lnTo>
                  <a:lnTo>
                    <a:pt x="20675" y="18222"/>
                  </a:lnTo>
                  <a:cubicBezTo>
                    <a:pt x="21073" y="18120"/>
                    <a:pt x="21411" y="18019"/>
                    <a:pt x="21749" y="17909"/>
                  </a:cubicBezTo>
                  <a:lnTo>
                    <a:pt x="22265" y="17748"/>
                  </a:lnTo>
                  <a:cubicBezTo>
                    <a:pt x="22443" y="17689"/>
                    <a:pt x="22629" y="17630"/>
                    <a:pt x="22832" y="17571"/>
                  </a:cubicBezTo>
                  <a:lnTo>
                    <a:pt x="22832" y="17571"/>
                  </a:lnTo>
                  <a:cubicBezTo>
                    <a:pt x="22722" y="17630"/>
                    <a:pt x="22418" y="17706"/>
                    <a:pt x="22460" y="17706"/>
                  </a:cubicBezTo>
                  <a:cubicBezTo>
                    <a:pt x="22950" y="17562"/>
                    <a:pt x="22857" y="17520"/>
                    <a:pt x="23348" y="17401"/>
                  </a:cubicBezTo>
                  <a:lnTo>
                    <a:pt x="23348" y="17401"/>
                  </a:lnTo>
                  <a:cubicBezTo>
                    <a:pt x="23166" y="17460"/>
                    <a:pt x="23113" y="17479"/>
                    <a:pt x="23121" y="17479"/>
                  </a:cubicBezTo>
                  <a:cubicBezTo>
                    <a:pt x="23135" y="17479"/>
                    <a:pt x="23336" y="17421"/>
                    <a:pt x="23359" y="17421"/>
                  </a:cubicBezTo>
                  <a:cubicBezTo>
                    <a:pt x="23371" y="17421"/>
                    <a:pt x="23329" y="17439"/>
                    <a:pt x="23170" y="17494"/>
                  </a:cubicBezTo>
                  <a:lnTo>
                    <a:pt x="24439" y="17063"/>
                  </a:lnTo>
                  <a:cubicBezTo>
                    <a:pt x="24845" y="16928"/>
                    <a:pt x="25218" y="16809"/>
                    <a:pt x="25488" y="16691"/>
                  </a:cubicBezTo>
                  <a:lnTo>
                    <a:pt x="25488" y="16691"/>
                  </a:lnTo>
                  <a:cubicBezTo>
                    <a:pt x="25471" y="16696"/>
                    <a:pt x="25461" y="16698"/>
                    <a:pt x="25457" y="16698"/>
                  </a:cubicBezTo>
                  <a:cubicBezTo>
                    <a:pt x="25426" y="16698"/>
                    <a:pt x="25702" y="16579"/>
                    <a:pt x="25717" y="16564"/>
                  </a:cubicBezTo>
                  <a:cubicBezTo>
                    <a:pt x="25767" y="16546"/>
                    <a:pt x="25794" y="16539"/>
                    <a:pt x="25804" y="16539"/>
                  </a:cubicBezTo>
                  <a:cubicBezTo>
                    <a:pt x="25822" y="16539"/>
                    <a:pt x="25777" y="16565"/>
                    <a:pt x="25700" y="16598"/>
                  </a:cubicBezTo>
                  <a:cubicBezTo>
                    <a:pt x="25882" y="16533"/>
                    <a:pt x="25973" y="16510"/>
                    <a:pt x="26004" y="16510"/>
                  </a:cubicBezTo>
                  <a:cubicBezTo>
                    <a:pt x="26022" y="16510"/>
                    <a:pt x="26020" y="16518"/>
                    <a:pt x="26004" y="16530"/>
                  </a:cubicBezTo>
                  <a:lnTo>
                    <a:pt x="25429" y="16767"/>
                  </a:lnTo>
                  <a:cubicBezTo>
                    <a:pt x="25624" y="16699"/>
                    <a:pt x="25725" y="16674"/>
                    <a:pt x="25886" y="16615"/>
                  </a:cubicBezTo>
                  <a:cubicBezTo>
                    <a:pt x="25954" y="16589"/>
                    <a:pt x="26030" y="16555"/>
                    <a:pt x="26123" y="16513"/>
                  </a:cubicBezTo>
                  <a:cubicBezTo>
                    <a:pt x="26216" y="16462"/>
                    <a:pt x="26190" y="16462"/>
                    <a:pt x="26190" y="16454"/>
                  </a:cubicBezTo>
                  <a:cubicBezTo>
                    <a:pt x="26368" y="16361"/>
                    <a:pt x="26596" y="16259"/>
                    <a:pt x="26876" y="16099"/>
                  </a:cubicBezTo>
                  <a:lnTo>
                    <a:pt x="26876" y="16099"/>
                  </a:lnTo>
                  <a:lnTo>
                    <a:pt x="26859" y="16116"/>
                  </a:lnTo>
                  <a:lnTo>
                    <a:pt x="27468" y="15828"/>
                  </a:lnTo>
                  <a:lnTo>
                    <a:pt x="27468" y="15828"/>
                  </a:lnTo>
                  <a:lnTo>
                    <a:pt x="27400" y="15879"/>
                  </a:lnTo>
                  <a:lnTo>
                    <a:pt x="27755" y="15693"/>
                  </a:lnTo>
                  <a:cubicBezTo>
                    <a:pt x="27755" y="15700"/>
                    <a:pt x="27761" y="15702"/>
                    <a:pt x="27769" y="15702"/>
                  </a:cubicBezTo>
                  <a:cubicBezTo>
                    <a:pt x="27793" y="15702"/>
                    <a:pt x="27842" y="15678"/>
                    <a:pt x="27855" y="15678"/>
                  </a:cubicBezTo>
                  <a:cubicBezTo>
                    <a:pt x="27859" y="15678"/>
                    <a:pt x="27860" y="15680"/>
                    <a:pt x="27857" y="15684"/>
                  </a:cubicBezTo>
                  <a:cubicBezTo>
                    <a:pt x="27942" y="15659"/>
                    <a:pt x="28018" y="15633"/>
                    <a:pt x="28094" y="15600"/>
                  </a:cubicBezTo>
                  <a:cubicBezTo>
                    <a:pt x="28187" y="15549"/>
                    <a:pt x="28288" y="15498"/>
                    <a:pt x="28398" y="15439"/>
                  </a:cubicBezTo>
                  <a:cubicBezTo>
                    <a:pt x="28627" y="15312"/>
                    <a:pt x="28881" y="15168"/>
                    <a:pt x="29126" y="15067"/>
                  </a:cubicBezTo>
                  <a:lnTo>
                    <a:pt x="29126" y="15067"/>
                  </a:lnTo>
                  <a:lnTo>
                    <a:pt x="29058" y="15109"/>
                  </a:lnTo>
                  <a:cubicBezTo>
                    <a:pt x="29117" y="15075"/>
                    <a:pt x="29210" y="15024"/>
                    <a:pt x="29312" y="14974"/>
                  </a:cubicBezTo>
                  <a:cubicBezTo>
                    <a:pt x="29413" y="14923"/>
                    <a:pt x="29532" y="14864"/>
                    <a:pt x="29650" y="14796"/>
                  </a:cubicBezTo>
                  <a:lnTo>
                    <a:pt x="30361" y="14424"/>
                  </a:lnTo>
                  <a:close/>
                  <a:moveTo>
                    <a:pt x="22815" y="17300"/>
                  </a:moveTo>
                  <a:lnTo>
                    <a:pt x="22485" y="17401"/>
                  </a:lnTo>
                  <a:lnTo>
                    <a:pt x="22485" y="17384"/>
                  </a:lnTo>
                  <a:lnTo>
                    <a:pt x="22113" y="17511"/>
                  </a:lnTo>
                  <a:cubicBezTo>
                    <a:pt x="21986" y="17554"/>
                    <a:pt x="21851" y="17587"/>
                    <a:pt x="21749" y="17613"/>
                  </a:cubicBezTo>
                  <a:cubicBezTo>
                    <a:pt x="21462" y="17723"/>
                    <a:pt x="21174" y="17807"/>
                    <a:pt x="20878" y="17884"/>
                  </a:cubicBezTo>
                  <a:lnTo>
                    <a:pt x="20895" y="17867"/>
                  </a:lnTo>
                  <a:lnTo>
                    <a:pt x="20895" y="17867"/>
                  </a:lnTo>
                  <a:cubicBezTo>
                    <a:pt x="20802" y="17909"/>
                    <a:pt x="20700" y="17943"/>
                    <a:pt x="20599" y="17968"/>
                  </a:cubicBezTo>
                  <a:cubicBezTo>
                    <a:pt x="20489" y="17994"/>
                    <a:pt x="20370" y="18010"/>
                    <a:pt x="20252" y="18036"/>
                  </a:cubicBezTo>
                  <a:cubicBezTo>
                    <a:pt x="20015" y="18078"/>
                    <a:pt x="19795" y="18112"/>
                    <a:pt x="19668" y="18146"/>
                  </a:cubicBezTo>
                  <a:cubicBezTo>
                    <a:pt x="19642" y="18161"/>
                    <a:pt x="19644" y="18168"/>
                    <a:pt x="19667" y="18168"/>
                  </a:cubicBezTo>
                  <a:cubicBezTo>
                    <a:pt x="19767" y="18168"/>
                    <a:pt x="20268" y="18040"/>
                    <a:pt x="20413" y="18019"/>
                  </a:cubicBezTo>
                  <a:lnTo>
                    <a:pt x="20413" y="18019"/>
                  </a:lnTo>
                  <a:cubicBezTo>
                    <a:pt x="20237" y="18075"/>
                    <a:pt x="20045" y="18108"/>
                    <a:pt x="20095" y="18108"/>
                  </a:cubicBezTo>
                  <a:cubicBezTo>
                    <a:pt x="20105" y="18108"/>
                    <a:pt x="20126" y="18106"/>
                    <a:pt x="20159" y="18103"/>
                  </a:cubicBezTo>
                  <a:lnTo>
                    <a:pt x="20159" y="18103"/>
                  </a:lnTo>
                  <a:cubicBezTo>
                    <a:pt x="19651" y="18239"/>
                    <a:pt x="19846" y="18129"/>
                    <a:pt x="19431" y="18256"/>
                  </a:cubicBezTo>
                  <a:lnTo>
                    <a:pt x="19677" y="18213"/>
                  </a:lnTo>
                  <a:lnTo>
                    <a:pt x="19677" y="18213"/>
                  </a:lnTo>
                  <a:cubicBezTo>
                    <a:pt x="19491" y="18273"/>
                    <a:pt x="19178" y="18340"/>
                    <a:pt x="18991" y="18391"/>
                  </a:cubicBezTo>
                  <a:cubicBezTo>
                    <a:pt x="18986" y="18397"/>
                    <a:pt x="18991" y="18400"/>
                    <a:pt x="19006" y="18400"/>
                  </a:cubicBezTo>
                  <a:cubicBezTo>
                    <a:pt x="19036" y="18400"/>
                    <a:pt x="19101" y="18388"/>
                    <a:pt x="19186" y="18366"/>
                  </a:cubicBezTo>
                  <a:cubicBezTo>
                    <a:pt x="19313" y="18340"/>
                    <a:pt x="19491" y="18290"/>
                    <a:pt x="19668" y="18256"/>
                  </a:cubicBezTo>
                  <a:lnTo>
                    <a:pt x="19668" y="18256"/>
                  </a:lnTo>
                  <a:lnTo>
                    <a:pt x="19516" y="18323"/>
                  </a:lnTo>
                  <a:lnTo>
                    <a:pt x="20227" y="18129"/>
                  </a:lnTo>
                  <a:cubicBezTo>
                    <a:pt x="20430" y="18044"/>
                    <a:pt x="20235" y="18087"/>
                    <a:pt x="20666" y="17960"/>
                  </a:cubicBezTo>
                  <a:cubicBezTo>
                    <a:pt x="20765" y="17942"/>
                    <a:pt x="20848" y="17933"/>
                    <a:pt x="20904" y="17933"/>
                  </a:cubicBezTo>
                  <a:cubicBezTo>
                    <a:pt x="20948" y="17933"/>
                    <a:pt x="20977" y="17939"/>
                    <a:pt x="20985" y="17949"/>
                  </a:cubicBezTo>
                  <a:lnTo>
                    <a:pt x="20985" y="17949"/>
                  </a:lnTo>
                  <a:cubicBezTo>
                    <a:pt x="21313" y="17823"/>
                    <a:pt x="21658" y="17722"/>
                    <a:pt x="22012" y="17638"/>
                  </a:cubicBezTo>
                  <a:lnTo>
                    <a:pt x="22012" y="17638"/>
                  </a:lnTo>
                  <a:lnTo>
                    <a:pt x="21817" y="17697"/>
                  </a:lnTo>
                  <a:cubicBezTo>
                    <a:pt x="22037" y="17655"/>
                    <a:pt x="22257" y="17579"/>
                    <a:pt x="22468" y="17486"/>
                  </a:cubicBezTo>
                  <a:lnTo>
                    <a:pt x="22468" y="17486"/>
                  </a:lnTo>
                  <a:cubicBezTo>
                    <a:pt x="22461" y="17493"/>
                    <a:pt x="22463" y="17496"/>
                    <a:pt x="22472" y="17496"/>
                  </a:cubicBezTo>
                  <a:cubicBezTo>
                    <a:pt x="22483" y="17496"/>
                    <a:pt x="22507" y="17491"/>
                    <a:pt x="22536" y="17486"/>
                  </a:cubicBezTo>
                  <a:cubicBezTo>
                    <a:pt x="22816" y="17393"/>
                    <a:pt x="22974" y="17318"/>
                    <a:pt x="22912" y="17318"/>
                  </a:cubicBezTo>
                  <a:cubicBezTo>
                    <a:pt x="22901" y="17318"/>
                    <a:pt x="22883" y="17320"/>
                    <a:pt x="22857" y="17325"/>
                  </a:cubicBezTo>
                  <a:lnTo>
                    <a:pt x="22747" y="17368"/>
                  </a:lnTo>
                  <a:lnTo>
                    <a:pt x="22519" y="17410"/>
                  </a:lnTo>
                  <a:cubicBezTo>
                    <a:pt x="22375" y="17494"/>
                    <a:pt x="22231" y="17545"/>
                    <a:pt x="22071" y="17579"/>
                  </a:cubicBezTo>
                  <a:cubicBezTo>
                    <a:pt x="21851" y="17647"/>
                    <a:pt x="21589" y="17714"/>
                    <a:pt x="21402" y="17774"/>
                  </a:cubicBezTo>
                  <a:cubicBezTo>
                    <a:pt x="21656" y="17664"/>
                    <a:pt x="21918" y="17579"/>
                    <a:pt x="22189" y="17520"/>
                  </a:cubicBezTo>
                  <a:lnTo>
                    <a:pt x="22155" y="17511"/>
                  </a:lnTo>
                  <a:cubicBezTo>
                    <a:pt x="22426" y="17418"/>
                    <a:pt x="22663" y="17368"/>
                    <a:pt x="22815" y="17300"/>
                  </a:cubicBezTo>
                  <a:close/>
                  <a:moveTo>
                    <a:pt x="18584" y="18724"/>
                  </a:moveTo>
                  <a:lnTo>
                    <a:pt x="18526" y="18729"/>
                  </a:lnTo>
                  <a:cubicBezTo>
                    <a:pt x="18550" y="18728"/>
                    <a:pt x="18569" y="18726"/>
                    <a:pt x="18584" y="18724"/>
                  </a:cubicBezTo>
                  <a:close/>
                  <a:moveTo>
                    <a:pt x="17646" y="18966"/>
                  </a:moveTo>
                  <a:cubicBezTo>
                    <a:pt x="17637" y="18970"/>
                    <a:pt x="17636" y="18971"/>
                    <a:pt x="17643" y="18972"/>
                  </a:cubicBezTo>
                  <a:lnTo>
                    <a:pt x="17643" y="18972"/>
                  </a:lnTo>
                  <a:cubicBezTo>
                    <a:pt x="17645" y="18970"/>
                    <a:pt x="17646" y="18968"/>
                    <a:pt x="17646" y="18966"/>
                  </a:cubicBezTo>
                  <a:close/>
                  <a:moveTo>
                    <a:pt x="10354" y="19085"/>
                  </a:moveTo>
                  <a:cubicBezTo>
                    <a:pt x="10397" y="19085"/>
                    <a:pt x="10447" y="19085"/>
                    <a:pt x="10490" y="19093"/>
                  </a:cubicBezTo>
                  <a:lnTo>
                    <a:pt x="10304" y="19093"/>
                  </a:lnTo>
                  <a:cubicBezTo>
                    <a:pt x="10321" y="19093"/>
                    <a:pt x="10338" y="19085"/>
                    <a:pt x="10354" y="19085"/>
                  </a:cubicBezTo>
                  <a:close/>
                  <a:moveTo>
                    <a:pt x="7986" y="19229"/>
                  </a:moveTo>
                  <a:lnTo>
                    <a:pt x="8223" y="19254"/>
                  </a:lnTo>
                  <a:lnTo>
                    <a:pt x="8180" y="19254"/>
                  </a:lnTo>
                  <a:cubicBezTo>
                    <a:pt x="8070" y="19246"/>
                    <a:pt x="8011" y="19237"/>
                    <a:pt x="7986" y="19229"/>
                  </a:cubicBezTo>
                  <a:close/>
                  <a:moveTo>
                    <a:pt x="15041" y="19287"/>
                  </a:moveTo>
                  <a:lnTo>
                    <a:pt x="15041" y="19287"/>
                  </a:lnTo>
                  <a:cubicBezTo>
                    <a:pt x="15041" y="19288"/>
                    <a:pt x="15041" y="19288"/>
                    <a:pt x="15041" y="19288"/>
                  </a:cubicBezTo>
                  <a:cubicBezTo>
                    <a:pt x="15041" y="19288"/>
                    <a:pt x="15041" y="19288"/>
                    <a:pt x="15041" y="19287"/>
                  </a:cubicBezTo>
                  <a:close/>
                  <a:moveTo>
                    <a:pt x="16767" y="19305"/>
                  </a:moveTo>
                  <a:cubicBezTo>
                    <a:pt x="16721" y="19312"/>
                    <a:pt x="16676" y="19319"/>
                    <a:pt x="16630" y="19326"/>
                  </a:cubicBezTo>
                  <a:lnTo>
                    <a:pt x="16630" y="19326"/>
                  </a:lnTo>
                  <a:cubicBezTo>
                    <a:pt x="16681" y="19319"/>
                    <a:pt x="16727" y="19312"/>
                    <a:pt x="16767" y="19305"/>
                  </a:cubicBezTo>
                  <a:close/>
                  <a:moveTo>
                    <a:pt x="8705" y="19296"/>
                  </a:moveTo>
                  <a:lnTo>
                    <a:pt x="8925" y="19313"/>
                  </a:lnTo>
                  <a:lnTo>
                    <a:pt x="8849" y="19330"/>
                  </a:lnTo>
                  <a:cubicBezTo>
                    <a:pt x="8798" y="19330"/>
                    <a:pt x="8747" y="19313"/>
                    <a:pt x="8705" y="19296"/>
                  </a:cubicBezTo>
                  <a:close/>
                  <a:moveTo>
                    <a:pt x="14576" y="19296"/>
                  </a:moveTo>
                  <a:lnTo>
                    <a:pt x="14576" y="19296"/>
                  </a:lnTo>
                  <a:cubicBezTo>
                    <a:pt x="14525" y="19313"/>
                    <a:pt x="14601" y="19322"/>
                    <a:pt x="14271" y="19339"/>
                  </a:cubicBezTo>
                  <a:cubicBezTo>
                    <a:pt x="14297" y="19330"/>
                    <a:pt x="14271" y="19322"/>
                    <a:pt x="14229" y="19322"/>
                  </a:cubicBezTo>
                  <a:cubicBezTo>
                    <a:pt x="14347" y="19313"/>
                    <a:pt x="14457" y="19305"/>
                    <a:pt x="14576" y="19296"/>
                  </a:cubicBezTo>
                  <a:close/>
                  <a:moveTo>
                    <a:pt x="19054" y="18667"/>
                  </a:moveTo>
                  <a:cubicBezTo>
                    <a:pt x="19132" y="18667"/>
                    <a:pt x="18491" y="18795"/>
                    <a:pt x="18272" y="18873"/>
                  </a:cubicBezTo>
                  <a:cubicBezTo>
                    <a:pt x="18088" y="18923"/>
                    <a:pt x="17721" y="18972"/>
                    <a:pt x="17650" y="18972"/>
                  </a:cubicBezTo>
                  <a:cubicBezTo>
                    <a:pt x="17647" y="18972"/>
                    <a:pt x="17644" y="18972"/>
                    <a:pt x="17643" y="18972"/>
                  </a:cubicBezTo>
                  <a:lnTo>
                    <a:pt x="17643" y="18972"/>
                  </a:lnTo>
                  <a:cubicBezTo>
                    <a:pt x="17586" y="19016"/>
                    <a:pt x="16924" y="19096"/>
                    <a:pt x="16665" y="19152"/>
                  </a:cubicBezTo>
                  <a:cubicBezTo>
                    <a:pt x="16022" y="19237"/>
                    <a:pt x="16234" y="19161"/>
                    <a:pt x="15658" y="19237"/>
                  </a:cubicBezTo>
                  <a:lnTo>
                    <a:pt x="15870" y="19237"/>
                  </a:lnTo>
                  <a:cubicBezTo>
                    <a:pt x="15354" y="19296"/>
                    <a:pt x="15134" y="19322"/>
                    <a:pt x="14567" y="19372"/>
                  </a:cubicBezTo>
                  <a:cubicBezTo>
                    <a:pt x="14491" y="19347"/>
                    <a:pt x="14829" y="19355"/>
                    <a:pt x="14956" y="19322"/>
                  </a:cubicBezTo>
                  <a:lnTo>
                    <a:pt x="14686" y="19322"/>
                  </a:lnTo>
                  <a:cubicBezTo>
                    <a:pt x="14781" y="19315"/>
                    <a:pt x="14958" y="19281"/>
                    <a:pt x="15019" y="19281"/>
                  </a:cubicBezTo>
                  <a:cubicBezTo>
                    <a:pt x="15034" y="19281"/>
                    <a:pt x="15042" y="19283"/>
                    <a:pt x="15041" y="19287"/>
                  </a:cubicBezTo>
                  <a:lnTo>
                    <a:pt x="15041" y="19287"/>
                  </a:lnTo>
                  <a:cubicBezTo>
                    <a:pt x="15044" y="19281"/>
                    <a:pt x="15129" y="19261"/>
                    <a:pt x="15075" y="19261"/>
                  </a:cubicBezTo>
                  <a:cubicBezTo>
                    <a:pt x="15049" y="19261"/>
                    <a:pt x="14989" y="19266"/>
                    <a:pt x="14872" y="19279"/>
                  </a:cubicBezTo>
                  <a:lnTo>
                    <a:pt x="15142" y="19237"/>
                  </a:lnTo>
                  <a:cubicBezTo>
                    <a:pt x="15137" y="19234"/>
                    <a:pt x="15130" y="19232"/>
                    <a:pt x="15124" y="19231"/>
                  </a:cubicBezTo>
                  <a:lnTo>
                    <a:pt x="15124" y="19231"/>
                  </a:lnTo>
                  <a:lnTo>
                    <a:pt x="15329" y="19203"/>
                  </a:lnTo>
                  <a:cubicBezTo>
                    <a:pt x="15410" y="19203"/>
                    <a:pt x="15545" y="19192"/>
                    <a:pt x="15678" y="19192"/>
                  </a:cubicBezTo>
                  <a:cubicBezTo>
                    <a:pt x="15712" y="19192"/>
                    <a:pt x="15745" y="19193"/>
                    <a:pt x="15777" y="19195"/>
                  </a:cubicBezTo>
                  <a:cubicBezTo>
                    <a:pt x="15692" y="19212"/>
                    <a:pt x="15608" y="19220"/>
                    <a:pt x="15523" y="19229"/>
                  </a:cubicBezTo>
                  <a:cubicBezTo>
                    <a:pt x="15726" y="19220"/>
                    <a:pt x="15921" y="19203"/>
                    <a:pt x="16124" y="19169"/>
                  </a:cubicBezTo>
                  <a:lnTo>
                    <a:pt x="16124" y="19169"/>
                  </a:lnTo>
                  <a:cubicBezTo>
                    <a:pt x="16006" y="19180"/>
                    <a:pt x="15944" y="19184"/>
                    <a:pt x="15912" y="19184"/>
                  </a:cubicBezTo>
                  <a:cubicBezTo>
                    <a:pt x="15841" y="19184"/>
                    <a:pt x="15920" y="19164"/>
                    <a:pt x="15862" y="19152"/>
                  </a:cubicBezTo>
                  <a:cubicBezTo>
                    <a:pt x="16090" y="19136"/>
                    <a:pt x="16471" y="19076"/>
                    <a:pt x="16614" y="19051"/>
                  </a:cubicBezTo>
                  <a:cubicBezTo>
                    <a:pt x="16787" y="19029"/>
                    <a:pt x="16941" y="19016"/>
                    <a:pt x="17018" y="19016"/>
                  </a:cubicBezTo>
                  <a:cubicBezTo>
                    <a:pt x="17089" y="19016"/>
                    <a:pt x="17096" y="19027"/>
                    <a:pt x="16995" y="19051"/>
                  </a:cubicBezTo>
                  <a:cubicBezTo>
                    <a:pt x="17207" y="19009"/>
                    <a:pt x="17426" y="18992"/>
                    <a:pt x="17638" y="18933"/>
                  </a:cubicBezTo>
                  <a:lnTo>
                    <a:pt x="17638" y="18933"/>
                  </a:lnTo>
                  <a:cubicBezTo>
                    <a:pt x="17530" y="18955"/>
                    <a:pt x="17478" y="18962"/>
                    <a:pt x="17451" y="18962"/>
                  </a:cubicBezTo>
                  <a:cubicBezTo>
                    <a:pt x="17406" y="18962"/>
                    <a:pt x="17425" y="18944"/>
                    <a:pt x="17372" y="18944"/>
                  </a:cubicBezTo>
                  <a:cubicBezTo>
                    <a:pt x="17334" y="18944"/>
                    <a:pt x="17261" y="18953"/>
                    <a:pt x="17105" y="18983"/>
                  </a:cubicBezTo>
                  <a:cubicBezTo>
                    <a:pt x="17029" y="18983"/>
                    <a:pt x="17139" y="18958"/>
                    <a:pt x="17300" y="18933"/>
                  </a:cubicBezTo>
                  <a:lnTo>
                    <a:pt x="17816" y="18873"/>
                  </a:lnTo>
                  <a:lnTo>
                    <a:pt x="17816" y="18873"/>
                  </a:lnTo>
                  <a:cubicBezTo>
                    <a:pt x="17680" y="18899"/>
                    <a:pt x="17799" y="18890"/>
                    <a:pt x="17765" y="18907"/>
                  </a:cubicBezTo>
                  <a:cubicBezTo>
                    <a:pt x="17984" y="18860"/>
                    <a:pt x="18023" y="18842"/>
                    <a:pt x="17966" y="18842"/>
                  </a:cubicBezTo>
                  <a:cubicBezTo>
                    <a:pt x="17920" y="18842"/>
                    <a:pt x="17809" y="18854"/>
                    <a:pt x="17680" y="18873"/>
                  </a:cubicBezTo>
                  <a:lnTo>
                    <a:pt x="18146" y="18772"/>
                  </a:lnTo>
                  <a:lnTo>
                    <a:pt x="18095" y="18772"/>
                  </a:lnTo>
                  <a:lnTo>
                    <a:pt x="18569" y="18679"/>
                  </a:lnTo>
                  <a:lnTo>
                    <a:pt x="18569" y="18679"/>
                  </a:lnTo>
                  <a:cubicBezTo>
                    <a:pt x="18623" y="18699"/>
                    <a:pt x="18645" y="18714"/>
                    <a:pt x="18584" y="18724"/>
                  </a:cubicBezTo>
                  <a:lnTo>
                    <a:pt x="18584" y="18724"/>
                  </a:lnTo>
                  <a:lnTo>
                    <a:pt x="18780" y="18704"/>
                  </a:lnTo>
                  <a:lnTo>
                    <a:pt x="18391" y="18780"/>
                  </a:lnTo>
                  <a:cubicBezTo>
                    <a:pt x="18602" y="18755"/>
                    <a:pt x="18814" y="18721"/>
                    <a:pt x="19017" y="18670"/>
                  </a:cubicBezTo>
                  <a:cubicBezTo>
                    <a:pt x="19035" y="18668"/>
                    <a:pt x="19047" y="18667"/>
                    <a:pt x="19054" y="18667"/>
                  </a:cubicBezTo>
                  <a:close/>
                  <a:moveTo>
                    <a:pt x="14146" y="19215"/>
                  </a:moveTo>
                  <a:cubicBezTo>
                    <a:pt x="14170" y="19215"/>
                    <a:pt x="14192" y="19217"/>
                    <a:pt x="14212" y="19220"/>
                  </a:cubicBezTo>
                  <a:cubicBezTo>
                    <a:pt x="14170" y="19229"/>
                    <a:pt x="14119" y="19237"/>
                    <a:pt x="14077" y="19246"/>
                  </a:cubicBezTo>
                  <a:lnTo>
                    <a:pt x="13730" y="19296"/>
                  </a:lnTo>
                  <a:lnTo>
                    <a:pt x="13019" y="19406"/>
                  </a:lnTo>
                  <a:cubicBezTo>
                    <a:pt x="12664" y="19423"/>
                    <a:pt x="12292" y="19423"/>
                    <a:pt x="12072" y="19423"/>
                  </a:cubicBezTo>
                  <a:lnTo>
                    <a:pt x="12173" y="19415"/>
                  </a:lnTo>
                  <a:cubicBezTo>
                    <a:pt x="12596" y="19406"/>
                    <a:pt x="12867" y="19406"/>
                    <a:pt x="13019" y="19389"/>
                  </a:cubicBezTo>
                  <a:cubicBezTo>
                    <a:pt x="13171" y="19372"/>
                    <a:pt x="13214" y="19364"/>
                    <a:pt x="13163" y="19355"/>
                  </a:cubicBezTo>
                  <a:cubicBezTo>
                    <a:pt x="13121" y="19347"/>
                    <a:pt x="12985" y="19347"/>
                    <a:pt x="12808" y="19339"/>
                  </a:cubicBezTo>
                  <a:lnTo>
                    <a:pt x="12139" y="19305"/>
                  </a:lnTo>
                  <a:cubicBezTo>
                    <a:pt x="12419" y="19296"/>
                    <a:pt x="12706" y="19296"/>
                    <a:pt x="12985" y="19296"/>
                  </a:cubicBezTo>
                  <a:lnTo>
                    <a:pt x="13857" y="19254"/>
                  </a:lnTo>
                  <a:lnTo>
                    <a:pt x="13780" y="19237"/>
                  </a:lnTo>
                  <a:cubicBezTo>
                    <a:pt x="13929" y="19237"/>
                    <a:pt x="14051" y="19215"/>
                    <a:pt x="14146" y="19215"/>
                  </a:cubicBezTo>
                  <a:close/>
                  <a:moveTo>
                    <a:pt x="11048" y="19415"/>
                  </a:moveTo>
                  <a:cubicBezTo>
                    <a:pt x="11183" y="19423"/>
                    <a:pt x="11319" y="19423"/>
                    <a:pt x="11429" y="19423"/>
                  </a:cubicBezTo>
                  <a:cubicBezTo>
                    <a:pt x="11530" y="19432"/>
                    <a:pt x="11623" y="19432"/>
                    <a:pt x="11598" y="19440"/>
                  </a:cubicBezTo>
                  <a:cubicBezTo>
                    <a:pt x="11513" y="19465"/>
                    <a:pt x="11420" y="19474"/>
                    <a:pt x="11336" y="19474"/>
                  </a:cubicBezTo>
                  <a:cubicBezTo>
                    <a:pt x="11217" y="19474"/>
                    <a:pt x="11099" y="19482"/>
                    <a:pt x="10980" y="19499"/>
                  </a:cubicBezTo>
                  <a:cubicBezTo>
                    <a:pt x="10961" y="19501"/>
                    <a:pt x="10928" y="19501"/>
                    <a:pt x="10888" y="19501"/>
                  </a:cubicBezTo>
                  <a:cubicBezTo>
                    <a:pt x="10702" y="19501"/>
                    <a:pt x="10359" y="19486"/>
                    <a:pt x="10456" y="19465"/>
                  </a:cubicBezTo>
                  <a:lnTo>
                    <a:pt x="10456" y="19465"/>
                  </a:lnTo>
                  <a:cubicBezTo>
                    <a:pt x="10512" y="19469"/>
                    <a:pt x="10559" y="19471"/>
                    <a:pt x="10599" y="19471"/>
                  </a:cubicBezTo>
                  <a:cubicBezTo>
                    <a:pt x="10756" y="19471"/>
                    <a:pt x="10814" y="19448"/>
                    <a:pt x="10930" y="19448"/>
                  </a:cubicBezTo>
                  <a:cubicBezTo>
                    <a:pt x="10981" y="19448"/>
                    <a:pt x="11044" y="19452"/>
                    <a:pt x="11133" y="19465"/>
                  </a:cubicBezTo>
                  <a:cubicBezTo>
                    <a:pt x="11192" y="19449"/>
                    <a:pt x="11099" y="19440"/>
                    <a:pt x="10972" y="19432"/>
                  </a:cubicBezTo>
                  <a:cubicBezTo>
                    <a:pt x="10997" y="19432"/>
                    <a:pt x="11023" y="19423"/>
                    <a:pt x="11048" y="19415"/>
                  </a:cubicBezTo>
                  <a:close/>
                  <a:moveTo>
                    <a:pt x="9349" y="19670"/>
                  </a:moveTo>
                  <a:cubicBezTo>
                    <a:pt x="9326" y="19672"/>
                    <a:pt x="9303" y="19674"/>
                    <a:pt x="9280" y="19677"/>
                  </a:cubicBezTo>
                  <a:cubicBezTo>
                    <a:pt x="9307" y="19675"/>
                    <a:pt x="9330" y="19672"/>
                    <a:pt x="9349" y="19670"/>
                  </a:cubicBezTo>
                  <a:close/>
                  <a:moveTo>
                    <a:pt x="12966" y="19676"/>
                  </a:moveTo>
                  <a:cubicBezTo>
                    <a:pt x="12966" y="19676"/>
                    <a:pt x="12967" y="19677"/>
                    <a:pt x="12968" y="19677"/>
                  </a:cubicBezTo>
                  <a:cubicBezTo>
                    <a:pt x="12968" y="19677"/>
                    <a:pt x="12967" y="19676"/>
                    <a:pt x="12966" y="19676"/>
                  </a:cubicBezTo>
                  <a:close/>
                  <a:moveTo>
                    <a:pt x="9765" y="19691"/>
                  </a:moveTo>
                  <a:cubicBezTo>
                    <a:pt x="9724" y="19691"/>
                    <a:pt x="9678" y="19692"/>
                    <a:pt x="9627" y="19694"/>
                  </a:cubicBezTo>
                  <a:cubicBezTo>
                    <a:pt x="9644" y="19694"/>
                    <a:pt x="9758" y="19694"/>
                    <a:pt x="9817" y="19692"/>
                  </a:cubicBezTo>
                  <a:lnTo>
                    <a:pt x="9817" y="19692"/>
                  </a:lnTo>
                  <a:cubicBezTo>
                    <a:pt x="9801" y="19691"/>
                    <a:pt x="9783" y="19691"/>
                    <a:pt x="9765" y="19691"/>
                  </a:cubicBezTo>
                  <a:close/>
                  <a:moveTo>
                    <a:pt x="16894" y="0"/>
                  </a:moveTo>
                  <a:cubicBezTo>
                    <a:pt x="15963" y="237"/>
                    <a:pt x="15574" y="466"/>
                    <a:pt x="14821" y="669"/>
                  </a:cubicBezTo>
                  <a:cubicBezTo>
                    <a:pt x="14863" y="652"/>
                    <a:pt x="14873" y="647"/>
                    <a:pt x="14867" y="647"/>
                  </a:cubicBezTo>
                  <a:cubicBezTo>
                    <a:pt x="14858" y="647"/>
                    <a:pt x="14808" y="660"/>
                    <a:pt x="14787" y="660"/>
                  </a:cubicBezTo>
                  <a:cubicBezTo>
                    <a:pt x="14559" y="753"/>
                    <a:pt x="14271" y="846"/>
                    <a:pt x="14136" y="914"/>
                  </a:cubicBezTo>
                  <a:lnTo>
                    <a:pt x="14109" y="923"/>
                  </a:lnTo>
                  <a:lnTo>
                    <a:pt x="14109" y="923"/>
                  </a:lnTo>
                  <a:cubicBezTo>
                    <a:pt x="14115" y="920"/>
                    <a:pt x="14121" y="917"/>
                    <a:pt x="14127" y="914"/>
                  </a:cubicBezTo>
                  <a:lnTo>
                    <a:pt x="14127" y="914"/>
                  </a:lnTo>
                  <a:cubicBezTo>
                    <a:pt x="14111" y="921"/>
                    <a:pt x="14100" y="926"/>
                    <a:pt x="14093" y="929"/>
                  </a:cubicBezTo>
                  <a:lnTo>
                    <a:pt x="14093" y="929"/>
                  </a:lnTo>
                  <a:lnTo>
                    <a:pt x="13764" y="1041"/>
                  </a:lnTo>
                  <a:cubicBezTo>
                    <a:pt x="13764" y="1032"/>
                    <a:pt x="13890" y="948"/>
                    <a:pt x="14271" y="813"/>
                  </a:cubicBezTo>
                  <a:lnTo>
                    <a:pt x="14271" y="813"/>
                  </a:lnTo>
                  <a:cubicBezTo>
                    <a:pt x="13603" y="1041"/>
                    <a:pt x="13019" y="1278"/>
                    <a:pt x="12452" y="1523"/>
                  </a:cubicBezTo>
                  <a:cubicBezTo>
                    <a:pt x="11877" y="1768"/>
                    <a:pt x="11302" y="2022"/>
                    <a:pt x="10651" y="2301"/>
                  </a:cubicBezTo>
                  <a:cubicBezTo>
                    <a:pt x="10644" y="2304"/>
                    <a:pt x="10641" y="2305"/>
                    <a:pt x="10641" y="2305"/>
                  </a:cubicBezTo>
                  <a:cubicBezTo>
                    <a:pt x="10637" y="2305"/>
                    <a:pt x="10751" y="2249"/>
                    <a:pt x="10744" y="2249"/>
                  </a:cubicBezTo>
                  <a:lnTo>
                    <a:pt x="10744" y="2249"/>
                  </a:lnTo>
                  <a:cubicBezTo>
                    <a:pt x="10743" y="2249"/>
                    <a:pt x="10735" y="2252"/>
                    <a:pt x="10718" y="2259"/>
                  </a:cubicBezTo>
                  <a:cubicBezTo>
                    <a:pt x="10634" y="2301"/>
                    <a:pt x="10522" y="2358"/>
                    <a:pt x="10434" y="2404"/>
                  </a:cubicBezTo>
                  <a:lnTo>
                    <a:pt x="10434" y="2404"/>
                  </a:lnTo>
                  <a:cubicBezTo>
                    <a:pt x="10436" y="2404"/>
                    <a:pt x="10437" y="2403"/>
                    <a:pt x="10439" y="2403"/>
                  </a:cubicBezTo>
                  <a:lnTo>
                    <a:pt x="10439" y="2403"/>
                  </a:lnTo>
                  <a:cubicBezTo>
                    <a:pt x="10429" y="2408"/>
                    <a:pt x="10418" y="2413"/>
                    <a:pt x="10408" y="2418"/>
                  </a:cubicBezTo>
                  <a:lnTo>
                    <a:pt x="10408" y="2418"/>
                  </a:lnTo>
                  <a:cubicBezTo>
                    <a:pt x="10416" y="2414"/>
                    <a:pt x="10425" y="2409"/>
                    <a:pt x="10434" y="2404"/>
                  </a:cubicBezTo>
                  <a:lnTo>
                    <a:pt x="10434" y="2404"/>
                  </a:lnTo>
                  <a:cubicBezTo>
                    <a:pt x="10395" y="2416"/>
                    <a:pt x="10361" y="2435"/>
                    <a:pt x="10330" y="2456"/>
                  </a:cubicBezTo>
                  <a:lnTo>
                    <a:pt x="10330" y="2456"/>
                  </a:lnTo>
                  <a:cubicBezTo>
                    <a:pt x="10355" y="2443"/>
                    <a:pt x="10382" y="2431"/>
                    <a:pt x="10408" y="2418"/>
                  </a:cubicBezTo>
                  <a:lnTo>
                    <a:pt x="10408" y="2418"/>
                  </a:lnTo>
                  <a:cubicBezTo>
                    <a:pt x="10359" y="2444"/>
                    <a:pt x="10320" y="2465"/>
                    <a:pt x="10300" y="2477"/>
                  </a:cubicBezTo>
                  <a:lnTo>
                    <a:pt x="10300" y="2477"/>
                  </a:lnTo>
                  <a:cubicBezTo>
                    <a:pt x="10310" y="2470"/>
                    <a:pt x="10319" y="2463"/>
                    <a:pt x="10330" y="2456"/>
                  </a:cubicBezTo>
                  <a:lnTo>
                    <a:pt x="10330" y="2456"/>
                  </a:lnTo>
                  <a:cubicBezTo>
                    <a:pt x="9737" y="2740"/>
                    <a:pt x="9384" y="2873"/>
                    <a:pt x="8992" y="3088"/>
                  </a:cubicBezTo>
                  <a:cubicBezTo>
                    <a:pt x="8968" y="3088"/>
                    <a:pt x="9282" y="2935"/>
                    <a:pt x="9261" y="2935"/>
                  </a:cubicBezTo>
                  <a:lnTo>
                    <a:pt x="9261" y="2935"/>
                  </a:lnTo>
                  <a:cubicBezTo>
                    <a:pt x="9259" y="2935"/>
                    <a:pt x="9258" y="2935"/>
                    <a:pt x="9255" y="2936"/>
                  </a:cubicBezTo>
                  <a:cubicBezTo>
                    <a:pt x="9094" y="3020"/>
                    <a:pt x="8950" y="3088"/>
                    <a:pt x="8823" y="3164"/>
                  </a:cubicBezTo>
                  <a:cubicBezTo>
                    <a:pt x="8688" y="3232"/>
                    <a:pt x="8570" y="3300"/>
                    <a:pt x="8451" y="3376"/>
                  </a:cubicBezTo>
                  <a:cubicBezTo>
                    <a:pt x="8214" y="3511"/>
                    <a:pt x="7969" y="3655"/>
                    <a:pt x="7656" y="3833"/>
                  </a:cubicBezTo>
                  <a:cubicBezTo>
                    <a:pt x="7704" y="3799"/>
                    <a:pt x="7718" y="3786"/>
                    <a:pt x="7711" y="3786"/>
                  </a:cubicBezTo>
                  <a:cubicBezTo>
                    <a:pt x="7687" y="3786"/>
                    <a:pt x="7454" y="3912"/>
                    <a:pt x="7326" y="3976"/>
                  </a:cubicBezTo>
                  <a:cubicBezTo>
                    <a:pt x="6810" y="4289"/>
                    <a:pt x="5719" y="4949"/>
                    <a:pt x="4983" y="5482"/>
                  </a:cubicBezTo>
                  <a:cubicBezTo>
                    <a:pt x="4999" y="5462"/>
                    <a:pt x="5002" y="5453"/>
                    <a:pt x="4994" y="5453"/>
                  </a:cubicBezTo>
                  <a:cubicBezTo>
                    <a:pt x="4966" y="5453"/>
                    <a:pt x="4796" y="5570"/>
                    <a:pt x="4611" y="5702"/>
                  </a:cubicBezTo>
                  <a:cubicBezTo>
                    <a:pt x="4374" y="5871"/>
                    <a:pt x="4111" y="6083"/>
                    <a:pt x="4069" y="6083"/>
                  </a:cubicBezTo>
                  <a:cubicBezTo>
                    <a:pt x="3925" y="6184"/>
                    <a:pt x="3790" y="6311"/>
                    <a:pt x="3663" y="6438"/>
                  </a:cubicBezTo>
                  <a:cubicBezTo>
                    <a:pt x="3748" y="6353"/>
                    <a:pt x="3841" y="6286"/>
                    <a:pt x="3951" y="6227"/>
                  </a:cubicBezTo>
                  <a:lnTo>
                    <a:pt x="3951" y="6227"/>
                  </a:lnTo>
                  <a:cubicBezTo>
                    <a:pt x="3714" y="6413"/>
                    <a:pt x="3375" y="6709"/>
                    <a:pt x="3359" y="6759"/>
                  </a:cubicBezTo>
                  <a:cubicBezTo>
                    <a:pt x="3265" y="6836"/>
                    <a:pt x="3164" y="6903"/>
                    <a:pt x="3071" y="6988"/>
                  </a:cubicBezTo>
                  <a:cubicBezTo>
                    <a:pt x="3020" y="7089"/>
                    <a:pt x="2944" y="7174"/>
                    <a:pt x="2851" y="7250"/>
                  </a:cubicBezTo>
                  <a:cubicBezTo>
                    <a:pt x="2673" y="7394"/>
                    <a:pt x="2690" y="7394"/>
                    <a:pt x="2690" y="7402"/>
                  </a:cubicBezTo>
                  <a:cubicBezTo>
                    <a:pt x="2690" y="7411"/>
                    <a:pt x="2690" y="7428"/>
                    <a:pt x="2656" y="7462"/>
                  </a:cubicBezTo>
                  <a:cubicBezTo>
                    <a:pt x="2614" y="7495"/>
                    <a:pt x="2555" y="7563"/>
                    <a:pt x="2445" y="7673"/>
                  </a:cubicBezTo>
                  <a:cubicBezTo>
                    <a:pt x="2530" y="7555"/>
                    <a:pt x="2606" y="7453"/>
                    <a:pt x="2631" y="7402"/>
                  </a:cubicBezTo>
                  <a:lnTo>
                    <a:pt x="2631" y="7402"/>
                  </a:lnTo>
                  <a:cubicBezTo>
                    <a:pt x="2521" y="7512"/>
                    <a:pt x="2411" y="7639"/>
                    <a:pt x="2310" y="7766"/>
                  </a:cubicBezTo>
                  <a:cubicBezTo>
                    <a:pt x="2305" y="7769"/>
                    <a:pt x="2302" y="7771"/>
                    <a:pt x="2300" y="7771"/>
                  </a:cubicBezTo>
                  <a:cubicBezTo>
                    <a:pt x="2277" y="7771"/>
                    <a:pt x="2432" y="7557"/>
                    <a:pt x="2580" y="7394"/>
                  </a:cubicBezTo>
                  <a:lnTo>
                    <a:pt x="2580" y="7394"/>
                  </a:lnTo>
                  <a:cubicBezTo>
                    <a:pt x="2479" y="7487"/>
                    <a:pt x="2394" y="7588"/>
                    <a:pt x="2293" y="7682"/>
                  </a:cubicBezTo>
                  <a:cubicBezTo>
                    <a:pt x="2056" y="7986"/>
                    <a:pt x="1658" y="8527"/>
                    <a:pt x="1320" y="9043"/>
                  </a:cubicBezTo>
                  <a:cubicBezTo>
                    <a:pt x="1351" y="8974"/>
                    <a:pt x="1416" y="8863"/>
                    <a:pt x="1405" y="8863"/>
                  </a:cubicBezTo>
                  <a:lnTo>
                    <a:pt x="1405" y="8863"/>
                  </a:lnTo>
                  <a:cubicBezTo>
                    <a:pt x="1401" y="8863"/>
                    <a:pt x="1388" y="8876"/>
                    <a:pt x="1362" y="8908"/>
                  </a:cubicBezTo>
                  <a:cubicBezTo>
                    <a:pt x="1221" y="9124"/>
                    <a:pt x="1064" y="9437"/>
                    <a:pt x="899" y="9744"/>
                  </a:cubicBezTo>
                  <a:lnTo>
                    <a:pt x="899" y="9744"/>
                  </a:lnTo>
                  <a:cubicBezTo>
                    <a:pt x="903" y="9734"/>
                    <a:pt x="900" y="9734"/>
                    <a:pt x="902" y="9728"/>
                  </a:cubicBezTo>
                  <a:lnTo>
                    <a:pt x="902" y="9728"/>
                  </a:lnTo>
                  <a:cubicBezTo>
                    <a:pt x="776" y="9981"/>
                    <a:pt x="735" y="10095"/>
                    <a:pt x="685" y="10186"/>
                  </a:cubicBezTo>
                  <a:cubicBezTo>
                    <a:pt x="660" y="10236"/>
                    <a:pt x="635" y="10279"/>
                    <a:pt x="609" y="10355"/>
                  </a:cubicBezTo>
                  <a:cubicBezTo>
                    <a:pt x="575" y="10422"/>
                    <a:pt x="542" y="10507"/>
                    <a:pt x="491" y="10642"/>
                  </a:cubicBezTo>
                  <a:cubicBezTo>
                    <a:pt x="491" y="10634"/>
                    <a:pt x="491" y="10617"/>
                    <a:pt x="491" y="10608"/>
                  </a:cubicBezTo>
                  <a:lnTo>
                    <a:pt x="440" y="10778"/>
                  </a:lnTo>
                  <a:lnTo>
                    <a:pt x="398" y="10947"/>
                  </a:lnTo>
                  <a:cubicBezTo>
                    <a:pt x="237" y="11649"/>
                    <a:pt x="169" y="11717"/>
                    <a:pt x="85" y="12140"/>
                  </a:cubicBezTo>
                  <a:lnTo>
                    <a:pt x="85" y="12047"/>
                  </a:lnTo>
                  <a:cubicBezTo>
                    <a:pt x="42" y="12275"/>
                    <a:pt x="17" y="12512"/>
                    <a:pt x="9" y="12749"/>
                  </a:cubicBezTo>
                  <a:cubicBezTo>
                    <a:pt x="0" y="12893"/>
                    <a:pt x="9" y="13036"/>
                    <a:pt x="9" y="13155"/>
                  </a:cubicBezTo>
                  <a:cubicBezTo>
                    <a:pt x="9" y="13219"/>
                    <a:pt x="11" y="13276"/>
                    <a:pt x="13" y="13325"/>
                  </a:cubicBezTo>
                  <a:lnTo>
                    <a:pt x="13" y="13325"/>
                  </a:lnTo>
                  <a:cubicBezTo>
                    <a:pt x="15" y="13300"/>
                    <a:pt x="19" y="13275"/>
                    <a:pt x="26" y="13248"/>
                  </a:cubicBezTo>
                  <a:cubicBezTo>
                    <a:pt x="42" y="13206"/>
                    <a:pt x="51" y="13155"/>
                    <a:pt x="59" y="13112"/>
                  </a:cubicBezTo>
                  <a:cubicBezTo>
                    <a:pt x="42" y="12842"/>
                    <a:pt x="9" y="12926"/>
                    <a:pt x="42" y="12470"/>
                  </a:cubicBezTo>
                  <a:lnTo>
                    <a:pt x="42" y="12470"/>
                  </a:lnTo>
                  <a:cubicBezTo>
                    <a:pt x="59" y="12588"/>
                    <a:pt x="68" y="12706"/>
                    <a:pt x="59" y="12825"/>
                  </a:cubicBezTo>
                  <a:cubicBezTo>
                    <a:pt x="59" y="12952"/>
                    <a:pt x="68" y="13087"/>
                    <a:pt x="85" y="13214"/>
                  </a:cubicBezTo>
                  <a:cubicBezTo>
                    <a:pt x="85" y="13341"/>
                    <a:pt x="85" y="13451"/>
                    <a:pt x="85" y="13527"/>
                  </a:cubicBezTo>
                  <a:cubicBezTo>
                    <a:pt x="76" y="13578"/>
                    <a:pt x="68" y="13620"/>
                    <a:pt x="51" y="13671"/>
                  </a:cubicBezTo>
                  <a:cubicBezTo>
                    <a:pt x="85" y="13941"/>
                    <a:pt x="127" y="14221"/>
                    <a:pt x="195" y="14491"/>
                  </a:cubicBezTo>
                  <a:cubicBezTo>
                    <a:pt x="220" y="14627"/>
                    <a:pt x="262" y="14762"/>
                    <a:pt x="305" y="14897"/>
                  </a:cubicBezTo>
                  <a:cubicBezTo>
                    <a:pt x="364" y="15058"/>
                    <a:pt x="423" y="15219"/>
                    <a:pt x="499" y="15380"/>
                  </a:cubicBezTo>
                  <a:cubicBezTo>
                    <a:pt x="567" y="15498"/>
                    <a:pt x="643" y="15600"/>
                    <a:pt x="736" y="15743"/>
                  </a:cubicBezTo>
                  <a:cubicBezTo>
                    <a:pt x="778" y="15811"/>
                    <a:pt x="838" y="15887"/>
                    <a:pt x="897" y="15980"/>
                  </a:cubicBezTo>
                  <a:cubicBezTo>
                    <a:pt x="931" y="16039"/>
                    <a:pt x="965" y="16082"/>
                    <a:pt x="998" y="16141"/>
                  </a:cubicBezTo>
                  <a:lnTo>
                    <a:pt x="1049" y="16234"/>
                  </a:lnTo>
                  <a:cubicBezTo>
                    <a:pt x="1074" y="16268"/>
                    <a:pt x="1100" y="16293"/>
                    <a:pt x="1117" y="16327"/>
                  </a:cubicBezTo>
                  <a:lnTo>
                    <a:pt x="1106" y="16320"/>
                  </a:lnTo>
                  <a:lnTo>
                    <a:pt x="1106" y="16320"/>
                  </a:lnTo>
                  <a:cubicBezTo>
                    <a:pt x="1153" y="16365"/>
                    <a:pt x="1288" y="16566"/>
                    <a:pt x="1371" y="16648"/>
                  </a:cubicBezTo>
                  <a:cubicBezTo>
                    <a:pt x="1346" y="16610"/>
                    <a:pt x="1340" y="16596"/>
                    <a:pt x="1345" y="16596"/>
                  </a:cubicBezTo>
                  <a:lnTo>
                    <a:pt x="1345" y="16596"/>
                  </a:lnTo>
                  <a:cubicBezTo>
                    <a:pt x="1352" y="16596"/>
                    <a:pt x="1380" y="16624"/>
                    <a:pt x="1404" y="16648"/>
                  </a:cubicBezTo>
                  <a:cubicBezTo>
                    <a:pt x="1431" y="16670"/>
                    <a:pt x="1454" y="16690"/>
                    <a:pt x="1460" y="16690"/>
                  </a:cubicBezTo>
                  <a:cubicBezTo>
                    <a:pt x="1465" y="16690"/>
                    <a:pt x="1454" y="16672"/>
                    <a:pt x="1413" y="16623"/>
                  </a:cubicBezTo>
                  <a:lnTo>
                    <a:pt x="1413" y="16623"/>
                  </a:lnTo>
                  <a:cubicBezTo>
                    <a:pt x="1675" y="16885"/>
                    <a:pt x="1692" y="16961"/>
                    <a:pt x="1700" y="17012"/>
                  </a:cubicBezTo>
                  <a:cubicBezTo>
                    <a:pt x="1844" y="17114"/>
                    <a:pt x="1980" y="17232"/>
                    <a:pt x="2115" y="17359"/>
                  </a:cubicBezTo>
                  <a:cubicBezTo>
                    <a:pt x="2200" y="17435"/>
                    <a:pt x="2301" y="17503"/>
                    <a:pt x="2403" y="17587"/>
                  </a:cubicBezTo>
                  <a:cubicBezTo>
                    <a:pt x="2453" y="17621"/>
                    <a:pt x="2504" y="17664"/>
                    <a:pt x="2563" y="17706"/>
                  </a:cubicBezTo>
                  <a:cubicBezTo>
                    <a:pt x="2623" y="17740"/>
                    <a:pt x="2690" y="17774"/>
                    <a:pt x="2749" y="17807"/>
                  </a:cubicBezTo>
                  <a:cubicBezTo>
                    <a:pt x="2639" y="17757"/>
                    <a:pt x="2530" y="17689"/>
                    <a:pt x="2428" y="17621"/>
                  </a:cubicBezTo>
                  <a:cubicBezTo>
                    <a:pt x="2353" y="17573"/>
                    <a:pt x="2295" y="17535"/>
                    <a:pt x="2288" y="17535"/>
                  </a:cubicBezTo>
                  <a:lnTo>
                    <a:pt x="2288" y="17535"/>
                  </a:lnTo>
                  <a:cubicBezTo>
                    <a:pt x="2284" y="17535"/>
                    <a:pt x="2298" y="17548"/>
                    <a:pt x="2335" y="17579"/>
                  </a:cubicBezTo>
                  <a:cubicBezTo>
                    <a:pt x="2538" y="17723"/>
                    <a:pt x="2766" y="17824"/>
                    <a:pt x="2986" y="17943"/>
                  </a:cubicBezTo>
                  <a:lnTo>
                    <a:pt x="2699" y="17774"/>
                  </a:lnTo>
                  <a:lnTo>
                    <a:pt x="2699" y="17774"/>
                  </a:lnTo>
                  <a:cubicBezTo>
                    <a:pt x="2826" y="17841"/>
                    <a:pt x="2919" y="17900"/>
                    <a:pt x="3012" y="17943"/>
                  </a:cubicBezTo>
                  <a:cubicBezTo>
                    <a:pt x="3096" y="17985"/>
                    <a:pt x="3172" y="18027"/>
                    <a:pt x="3232" y="18061"/>
                  </a:cubicBezTo>
                  <a:cubicBezTo>
                    <a:pt x="3367" y="18137"/>
                    <a:pt x="3460" y="18205"/>
                    <a:pt x="3612" y="18273"/>
                  </a:cubicBezTo>
                  <a:cubicBezTo>
                    <a:pt x="3622" y="18281"/>
                    <a:pt x="3623" y="18285"/>
                    <a:pt x="3616" y="18285"/>
                  </a:cubicBezTo>
                  <a:cubicBezTo>
                    <a:pt x="3588" y="18285"/>
                    <a:pt x="3440" y="18224"/>
                    <a:pt x="3325" y="18163"/>
                  </a:cubicBezTo>
                  <a:lnTo>
                    <a:pt x="3325" y="18163"/>
                  </a:lnTo>
                  <a:lnTo>
                    <a:pt x="3452" y="18230"/>
                  </a:lnTo>
                  <a:lnTo>
                    <a:pt x="3612" y="18290"/>
                  </a:lnTo>
                  <a:cubicBezTo>
                    <a:pt x="3722" y="18340"/>
                    <a:pt x="3841" y="18383"/>
                    <a:pt x="3942" y="18425"/>
                  </a:cubicBezTo>
                  <a:lnTo>
                    <a:pt x="4391" y="18569"/>
                  </a:lnTo>
                  <a:cubicBezTo>
                    <a:pt x="4585" y="18628"/>
                    <a:pt x="4780" y="18679"/>
                    <a:pt x="4898" y="18704"/>
                  </a:cubicBezTo>
                  <a:lnTo>
                    <a:pt x="4991" y="18729"/>
                  </a:lnTo>
                  <a:lnTo>
                    <a:pt x="4949" y="18729"/>
                  </a:lnTo>
                  <a:cubicBezTo>
                    <a:pt x="4991" y="18738"/>
                    <a:pt x="5025" y="18746"/>
                    <a:pt x="5067" y="18755"/>
                  </a:cubicBezTo>
                  <a:lnTo>
                    <a:pt x="5346" y="18839"/>
                  </a:lnTo>
                  <a:lnTo>
                    <a:pt x="5346" y="18839"/>
                  </a:lnTo>
                  <a:lnTo>
                    <a:pt x="5287" y="18831"/>
                  </a:lnTo>
                  <a:lnTo>
                    <a:pt x="5397" y="18856"/>
                  </a:lnTo>
                  <a:cubicBezTo>
                    <a:pt x="5499" y="18882"/>
                    <a:pt x="5600" y="18907"/>
                    <a:pt x="5693" y="18933"/>
                  </a:cubicBezTo>
                  <a:lnTo>
                    <a:pt x="5854" y="18958"/>
                  </a:lnTo>
                  <a:lnTo>
                    <a:pt x="5854" y="18958"/>
                  </a:lnTo>
                  <a:lnTo>
                    <a:pt x="5778" y="18941"/>
                  </a:lnTo>
                  <a:cubicBezTo>
                    <a:pt x="5808" y="18935"/>
                    <a:pt x="5839" y="18932"/>
                    <a:pt x="5870" y="18932"/>
                  </a:cubicBezTo>
                  <a:cubicBezTo>
                    <a:pt x="5927" y="18932"/>
                    <a:pt x="5986" y="18941"/>
                    <a:pt x="6040" y="18958"/>
                  </a:cubicBezTo>
                  <a:cubicBezTo>
                    <a:pt x="6192" y="18975"/>
                    <a:pt x="6387" y="19000"/>
                    <a:pt x="6598" y="19042"/>
                  </a:cubicBezTo>
                  <a:lnTo>
                    <a:pt x="6099" y="18938"/>
                  </a:lnTo>
                  <a:lnTo>
                    <a:pt x="6099" y="18938"/>
                  </a:lnTo>
                  <a:cubicBezTo>
                    <a:pt x="6112" y="18940"/>
                    <a:pt x="6126" y="18941"/>
                    <a:pt x="6142" y="18941"/>
                  </a:cubicBezTo>
                  <a:cubicBezTo>
                    <a:pt x="6379" y="18983"/>
                    <a:pt x="6607" y="19034"/>
                    <a:pt x="6827" y="19068"/>
                  </a:cubicBezTo>
                  <a:lnTo>
                    <a:pt x="7165" y="19127"/>
                  </a:lnTo>
                  <a:lnTo>
                    <a:pt x="7478" y="19169"/>
                  </a:lnTo>
                  <a:cubicBezTo>
                    <a:pt x="7326" y="19152"/>
                    <a:pt x="7165" y="19144"/>
                    <a:pt x="6979" y="19110"/>
                  </a:cubicBezTo>
                  <a:lnTo>
                    <a:pt x="6979" y="19110"/>
                  </a:lnTo>
                  <a:cubicBezTo>
                    <a:pt x="7098" y="19136"/>
                    <a:pt x="7224" y="19161"/>
                    <a:pt x="7343" y="19178"/>
                  </a:cubicBezTo>
                  <a:cubicBezTo>
                    <a:pt x="7478" y="19186"/>
                    <a:pt x="7614" y="19212"/>
                    <a:pt x="7740" y="19220"/>
                  </a:cubicBezTo>
                  <a:cubicBezTo>
                    <a:pt x="7944" y="19229"/>
                    <a:pt x="8138" y="19254"/>
                    <a:pt x="8341" y="19288"/>
                  </a:cubicBezTo>
                  <a:cubicBezTo>
                    <a:pt x="8163" y="19288"/>
                    <a:pt x="8011" y="19279"/>
                    <a:pt x="7867" y="19271"/>
                  </a:cubicBezTo>
                  <a:cubicBezTo>
                    <a:pt x="7732" y="19254"/>
                    <a:pt x="7597" y="19246"/>
                    <a:pt x="7470" y="19229"/>
                  </a:cubicBezTo>
                  <a:cubicBezTo>
                    <a:pt x="7208" y="19203"/>
                    <a:pt x="6945" y="19161"/>
                    <a:pt x="6573" y="19110"/>
                  </a:cubicBezTo>
                  <a:cubicBezTo>
                    <a:pt x="6484" y="19085"/>
                    <a:pt x="6469" y="19076"/>
                    <a:pt x="6498" y="19076"/>
                  </a:cubicBezTo>
                  <a:cubicBezTo>
                    <a:pt x="6527" y="19076"/>
                    <a:pt x="6598" y="19085"/>
                    <a:pt x="6683" y="19093"/>
                  </a:cubicBezTo>
                  <a:cubicBezTo>
                    <a:pt x="6834" y="19116"/>
                    <a:pt x="7019" y="19145"/>
                    <a:pt x="7069" y="19145"/>
                  </a:cubicBezTo>
                  <a:cubicBezTo>
                    <a:pt x="7075" y="19145"/>
                    <a:pt x="7079" y="19145"/>
                    <a:pt x="7081" y="19144"/>
                  </a:cubicBezTo>
                  <a:lnTo>
                    <a:pt x="6666" y="19076"/>
                  </a:lnTo>
                  <a:lnTo>
                    <a:pt x="6666" y="19076"/>
                  </a:lnTo>
                  <a:cubicBezTo>
                    <a:pt x="6671" y="19079"/>
                    <a:pt x="6668" y="19081"/>
                    <a:pt x="6660" y="19081"/>
                  </a:cubicBezTo>
                  <a:cubicBezTo>
                    <a:pt x="6594" y="19081"/>
                    <a:pt x="6175" y="18998"/>
                    <a:pt x="6068" y="18998"/>
                  </a:cubicBezTo>
                  <a:cubicBezTo>
                    <a:pt x="6035" y="18998"/>
                    <a:pt x="6031" y="19006"/>
                    <a:pt x="6074" y="19026"/>
                  </a:cubicBezTo>
                  <a:cubicBezTo>
                    <a:pt x="6920" y="19212"/>
                    <a:pt x="7783" y="19339"/>
                    <a:pt x="8646" y="19406"/>
                  </a:cubicBezTo>
                  <a:cubicBezTo>
                    <a:pt x="8392" y="19465"/>
                    <a:pt x="8130" y="19525"/>
                    <a:pt x="7867" y="19575"/>
                  </a:cubicBezTo>
                  <a:cubicBezTo>
                    <a:pt x="7867" y="19575"/>
                    <a:pt x="7850" y="19584"/>
                    <a:pt x="7817" y="19584"/>
                  </a:cubicBezTo>
                  <a:cubicBezTo>
                    <a:pt x="7988" y="19602"/>
                    <a:pt x="8102" y="19610"/>
                    <a:pt x="8178" y="19610"/>
                  </a:cubicBezTo>
                  <a:cubicBezTo>
                    <a:pt x="8275" y="19610"/>
                    <a:pt x="8310" y="19598"/>
                    <a:pt x="8324" y="19584"/>
                  </a:cubicBezTo>
                  <a:cubicBezTo>
                    <a:pt x="8350" y="19567"/>
                    <a:pt x="8290" y="19542"/>
                    <a:pt x="8392" y="19542"/>
                  </a:cubicBezTo>
                  <a:cubicBezTo>
                    <a:pt x="8544" y="19542"/>
                    <a:pt x="8705" y="19550"/>
                    <a:pt x="8857" y="19567"/>
                  </a:cubicBezTo>
                  <a:lnTo>
                    <a:pt x="8781" y="19575"/>
                  </a:lnTo>
                  <a:cubicBezTo>
                    <a:pt x="8866" y="19578"/>
                    <a:pt x="8926" y="19580"/>
                    <a:pt x="8969" y="19580"/>
                  </a:cubicBezTo>
                  <a:cubicBezTo>
                    <a:pt x="9111" y="19580"/>
                    <a:pt x="9073" y="19567"/>
                    <a:pt x="9163" y="19567"/>
                  </a:cubicBezTo>
                  <a:cubicBezTo>
                    <a:pt x="9200" y="19567"/>
                    <a:pt x="9260" y="19569"/>
                    <a:pt x="9365" y="19575"/>
                  </a:cubicBezTo>
                  <a:cubicBezTo>
                    <a:pt x="9404" y="19576"/>
                    <a:pt x="9431" y="19577"/>
                    <a:pt x="9448" y="19577"/>
                  </a:cubicBezTo>
                  <a:cubicBezTo>
                    <a:pt x="9584" y="19577"/>
                    <a:pt x="9085" y="19550"/>
                    <a:pt x="9280" y="19550"/>
                  </a:cubicBezTo>
                  <a:cubicBezTo>
                    <a:pt x="9380" y="19557"/>
                    <a:pt x="9451" y="19560"/>
                    <a:pt x="9507" y="19560"/>
                  </a:cubicBezTo>
                  <a:cubicBezTo>
                    <a:pt x="9647" y="19560"/>
                    <a:pt x="9700" y="19544"/>
                    <a:pt x="9894" y="19544"/>
                  </a:cubicBezTo>
                  <a:cubicBezTo>
                    <a:pt x="9987" y="19544"/>
                    <a:pt x="10112" y="19548"/>
                    <a:pt x="10295" y="19558"/>
                  </a:cubicBezTo>
                  <a:cubicBezTo>
                    <a:pt x="10261" y="19567"/>
                    <a:pt x="10371" y="19592"/>
                    <a:pt x="9948" y="19592"/>
                  </a:cubicBezTo>
                  <a:lnTo>
                    <a:pt x="10363" y="19626"/>
                  </a:lnTo>
                  <a:cubicBezTo>
                    <a:pt x="10118" y="19626"/>
                    <a:pt x="10071" y="19628"/>
                    <a:pt x="10022" y="19628"/>
                  </a:cubicBezTo>
                  <a:cubicBezTo>
                    <a:pt x="9974" y="19628"/>
                    <a:pt x="9923" y="19626"/>
                    <a:pt x="9669" y="19618"/>
                  </a:cubicBezTo>
                  <a:cubicBezTo>
                    <a:pt x="9470" y="19632"/>
                    <a:pt x="9483" y="19654"/>
                    <a:pt x="9349" y="19670"/>
                  </a:cubicBezTo>
                  <a:lnTo>
                    <a:pt x="9349" y="19670"/>
                  </a:lnTo>
                  <a:cubicBezTo>
                    <a:pt x="9398" y="19666"/>
                    <a:pt x="9447" y="19664"/>
                    <a:pt x="9496" y="19664"/>
                  </a:cubicBezTo>
                  <a:cubicBezTo>
                    <a:pt x="9568" y="19664"/>
                    <a:pt x="9640" y="19668"/>
                    <a:pt x="9712" y="19677"/>
                  </a:cubicBezTo>
                  <a:cubicBezTo>
                    <a:pt x="9880" y="19685"/>
                    <a:pt x="9873" y="19689"/>
                    <a:pt x="9817" y="19692"/>
                  </a:cubicBezTo>
                  <a:lnTo>
                    <a:pt x="9817" y="19692"/>
                  </a:lnTo>
                  <a:cubicBezTo>
                    <a:pt x="10047" y="19696"/>
                    <a:pt x="10150" y="19725"/>
                    <a:pt x="10360" y="19725"/>
                  </a:cubicBezTo>
                  <a:cubicBezTo>
                    <a:pt x="10410" y="19725"/>
                    <a:pt x="10467" y="19723"/>
                    <a:pt x="10532" y="19719"/>
                  </a:cubicBezTo>
                  <a:cubicBezTo>
                    <a:pt x="10456" y="19677"/>
                    <a:pt x="10532" y="19677"/>
                    <a:pt x="10244" y="19652"/>
                  </a:cubicBezTo>
                  <a:cubicBezTo>
                    <a:pt x="10275" y="19651"/>
                    <a:pt x="10306" y="19650"/>
                    <a:pt x="10338" y="19650"/>
                  </a:cubicBezTo>
                  <a:cubicBezTo>
                    <a:pt x="10605" y="19650"/>
                    <a:pt x="10893" y="19681"/>
                    <a:pt x="10870" y="19711"/>
                  </a:cubicBezTo>
                  <a:lnTo>
                    <a:pt x="10930" y="19685"/>
                  </a:lnTo>
                  <a:cubicBezTo>
                    <a:pt x="10997" y="19694"/>
                    <a:pt x="11226" y="19694"/>
                    <a:pt x="11234" y="19702"/>
                  </a:cubicBezTo>
                  <a:lnTo>
                    <a:pt x="11336" y="19694"/>
                  </a:lnTo>
                  <a:cubicBezTo>
                    <a:pt x="11133" y="19666"/>
                    <a:pt x="10929" y="19649"/>
                    <a:pt x="10721" y="19649"/>
                  </a:cubicBezTo>
                  <a:cubicBezTo>
                    <a:pt x="10678" y="19649"/>
                    <a:pt x="10635" y="19650"/>
                    <a:pt x="10591" y="19652"/>
                  </a:cubicBezTo>
                  <a:cubicBezTo>
                    <a:pt x="10744" y="19635"/>
                    <a:pt x="10397" y="19601"/>
                    <a:pt x="10862" y="19601"/>
                  </a:cubicBezTo>
                  <a:cubicBezTo>
                    <a:pt x="11065" y="19609"/>
                    <a:pt x="10887" y="19618"/>
                    <a:pt x="10904" y="19626"/>
                  </a:cubicBezTo>
                  <a:cubicBezTo>
                    <a:pt x="11429" y="19635"/>
                    <a:pt x="11699" y="19635"/>
                    <a:pt x="11936" y="19643"/>
                  </a:cubicBezTo>
                  <a:cubicBezTo>
                    <a:pt x="12094" y="19643"/>
                    <a:pt x="12237" y="19651"/>
                    <a:pt x="12440" y="19651"/>
                  </a:cubicBezTo>
                  <a:cubicBezTo>
                    <a:pt x="12542" y="19651"/>
                    <a:pt x="12658" y="19649"/>
                    <a:pt x="12799" y="19643"/>
                  </a:cubicBezTo>
                  <a:lnTo>
                    <a:pt x="12799" y="19643"/>
                  </a:lnTo>
                  <a:cubicBezTo>
                    <a:pt x="12588" y="19660"/>
                    <a:pt x="12080" y="19652"/>
                    <a:pt x="11683" y="19677"/>
                  </a:cubicBezTo>
                  <a:cubicBezTo>
                    <a:pt x="11737" y="19683"/>
                    <a:pt x="11794" y="19685"/>
                    <a:pt x="11852" y="19685"/>
                  </a:cubicBezTo>
                  <a:cubicBezTo>
                    <a:pt x="12046" y="19685"/>
                    <a:pt x="12253" y="19660"/>
                    <a:pt x="12435" y="19660"/>
                  </a:cubicBezTo>
                  <a:cubicBezTo>
                    <a:pt x="12224" y="19677"/>
                    <a:pt x="12190" y="19685"/>
                    <a:pt x="12435" y="19694"/>
                  </a:cubicBezTo>
                  <a:lnTo>
                    <a:pt x="12537" y="19677"/>
                  </a:lnTo>
                  <a:cubicBezTo>
                    <a:pt x="12633" y="19677"/>
                    <a:pt x="12781" y="19673"/>
                    <a:pt x="12877" y="19673"/>
                  </a:cubicBezTo>
                  <a:cubicBezTo>
                    <a:pt x="12921" y="19673"/>
                    <a:pt x="12954" y="19674"/>
                    <a:pt x="12966" y="19676"/>
                  </a:cubicBezTo>
                  <a:lnTo>
                    <a:pt x="12966" y="19676"/>
                  </a:lnTo>
                  <a:cubicBezTo>
                    <a:pt x="12899" y="19660"/>
                    <a:pt x="12841" y="19660"/>
                    <a:pt x="12774" y="19660"/>
                  </a:cubicBezTo>
                  <a:cubicBezTo>
                    <a:pt x="13138" y="19626"/>
                    <a:pt x="13831" y="19567"/>
                    <a:pt x="14483" y="19542"/>
                  </a:cubicBezTo>
                  <a:lnTo>
                    <a:pt x="14483" y="19542"/>
                  </a:lnTo>
                  <a:cubicBezTo>
                    <a:pt x="14440" y="19584"/>
                    <a:pt x="13552" y="19626"/>
                    <a:pt x="14034" y="19626"/>
                  </a:cubicBezTo>
                  <a:cubicBezTo>
                    <a:pt x="14161" y="19609"/>
                    <a:pt x="14288" y="19592"/>
                    <a:pt x="14432" y="19575"/>
                  </a:cubicBezTo>
                  <a:cubicBezTo>
                    <a:pt x="14576" y="19558"/>
                    <a:pt x="14745" y="19533"/>
                    <a:pt x="14973" y="19516"/>
                  </a:cubicBezTo>
                  <a:lnTo>
                    <a:pt x="14973" y="19516"/>
                  </a:lnTo>
                  <a:cubicBezTo>
                    <a:pt x="14898" y="19533"/>
                    <a:pt x="14918" y="19538"/>
                    <a:pt x="14970" y="19538"/>
                  </a:cubicBezTo>
                  <a:cubicBezTo>
                    <a:pt x="15029" y="19538"/>
                    <a:pt x="15131" y="19532"/>
                    <a:pt x="15169" y="19532"/>
                  </a:cubicBezTo>
                  <a:cubicBezTo>
                    <a:pt x="15179" y="19532"/>
                    <a:pt x="15185" y="19532"/>
                    <a:pt x="15185" y="19533"/>
                  </a:cubicBezTo>
                  <a:lnTo>
                    <a:pt x="15819" y="19432"/>
                  </a:lnTo>
                  <a:cubicBezTo>
                    <a:pt x="16094" y="19403"/>
                    <a:pt x="16362" y="19368"/>
                    <a:pt x="16630" y="19326"/>
                  </a:cubicBezTo>
                  <a:lnTo>
                    <a:pt x="16630" y="19326"/>
                  </a:lnTo>
                  <a:cubicBezTo>
                    <a:pt x="16561" y="19336"/>
                    <a:pt x="16482" y="19346"/>
                    <a:pt x="16394" y="19355"/>
                  </a:cubicBezTo>
                  <a:cubicBezTo>
                    <a:pt x="16817" y="19246"/>
                    <a:pt x="17198" y="19262"/>
                    <a:pt x="17739" y="19161"/>
                  </a:cubicBezTo>
                  <a:lnTo>
                    <a:pt x="17739" y="19161"/>
                  </a:lnTo>
                  <a:cubicBezTo>
                    <a:pt x="17655" y="19178"/>
                    <a:pt x="17579" y="19195"/>
                    <a:pt x="17494" y="19212"/>
                  </a:cubicBezTo>
                  <a:cubicBezTo>
                    <a:pt x="17697" y="19195"/>
                    <a:pt x="17883" y="19144"/>
                    <a:pt x="18061" y="19110"/>
                  </a:cubicBezTo>
                  <a:cubicBezTo>
                    <a:pt x="18230" y="19085"/>
                    <a:pt x="18391" y="19042"/>
                    <a:pt x="18560" y="19009"/>
                  </a:cubicBezTo>
                  <a:lnTo>
                    <a:pt x="18560" y="19034"/>
                  </a:lnTo>
                  <a:cubicBezTo>
                    <a:pt x="18594" y="18992"/>
                    <a:pt x="19304" y="18856"/>
                    <a:pt x="19457" y="18806"/>
                  </a:cubicBezTo>
                  <a:lnTo>
                    <a:pt x="19457" y="18806"/>
                  </a:lnTo>
                  <a:cubicBezTo>
                    <a:pt x="19211" y="18865"/>
                    <a:pt x="19034" y="18899"/>
                    <a:pt x="18882" y="18924"/>
                  </a:cubicBezTo>
                  <a:cubicBezTo>
                    <a:pt x="18738" y="18949"/>
                    <a:pt x="18628" y="18966"/>
                    <a:pt x="18526" y="18983"/>
                  </a:cubicBezTo>
                  <a:cubicBezTo>
                    <a:pt x="18306" y="19009"/>
                    <a:pt x="18103" y="19042"/>
                    <a:pt x="17613" y="19144"/>
                  </a:cubicBezTo>
                  <a:lnTo>
                    <a:pt x="17613" y="19144"/>
                  </a:lnTo>
                  <a:cubicBezTo>
                    <a:pt x="17976" y="19042"/>
                    <a:pt x="18239" y="18983"/>
                    <a:pt x="18628" y="18882"/>
                  </a:cubicBezTo>
                  <a:cubicBezTo>
                    <a:pt x="18704" y="18865"/>
                    <a:pt x="18780" y="18856"/>
                    <a:pt x="18856" y="18856"/>
                  </a:cubicBezTo>
                  <a:cubicBezTo>
                    <a:pt x="18983" y="18806"/>
                    <a:pt x="19110" y="18763"/>
                    <a:pt x="19245" y="18729"/>
                  </a:cubicBezTo>
                  <a:lnTo>
                    <a:pt x="19321" y="18729"/>
                  </a:lnTo>
                  <a:cubicBezTo>
                    <a:pt x="19990" y="18594"/>
                    <a:pt x="19905" y="18535"/>
                    <a:pt x="20540" y="18408"/>
                  </a:cubicBezTo>
                  <a:cubicBezTo>
                    <a:pt x="20675" y="18408"/>
                    <a:pt x="20007" y="18577"/>
                    <a:pt x="19617" y="18679"/>
                  </a:cubicBezTo>
                  <a:cubicBezTo>
                    <a:pt x="19643" y="18676"/>
                    <a:pt x="19660" y="18675"/>
                    <a:pt x="19670" y="18675"/>
                  </a:cubicBezTo>
                  <a:cubicBezTo>
                    <a:pt x="19777" y="18675"/>
                    <a:pt x="19148" y="18810"/>
                    <a:pt x="19291" y="18810"/>
                  </a:cubicBezTo>
                  <a:cubicBezTo>
                    <a:pt x="19305" y="18810"/>
                    <a:pt x="19326" y="18808"/>
                    <a:pt x="19355" y="18806"/>
                  </a:cubicBezTo>
                  <a:lnTo>
                    <a:pt x="19541" y="18746"/>
                  </a:lnTo>
                  <a:cubicBezTo>
                    <a:pt x="19621" y="18726"/>
                    <a:pt x="19665" y="18718"/>
                    <a:pt x="19681" y="18718"/>
                  </a:cubicBezTo>
                  <a:cubicBezTo>
                    <a:pt x="19704" y="18718"/>
                    <a:pt x="19667" y="18735"/>
                    <a:pt x="19592" y="18755"/>
                  </a:cubicBezTo>
                  <a:cubicBezTo>
                    <a:pt x="19694" y="18738"/>
                    <a:pt x="19795" y="18704"/>
                    <a:pt x="19888" y="18670"/>
                  </a:cubicBezTo>
                  <a:cubicBezTo>
                    <a:pt x="20207" y="18595"/>
                    <a:pt x="20315" y="18575"/>
                    <a:pt x="20344" y="18575"/>
                  </a:cubicBezTo>
                  <a:cubicBezTo>
                    <a:pt x="20380" y="18575"/>
                    <a:pt x="20297" y="18606"/>
                    <a:pt x="20345" y="18606"/>
                  </a:cubicBezTo>
                  <a:cubicBezTo>
                    <a:pt x="20380" y="18606"/>
                    <a:pt x="20489" y="18588"/>
                    <a:pt x="20776" y="18526"/>
                  </a:cubicBezTo>
                  <a:lnTo>
                    <a:pt x="20776" y="18526"/>
                  </a:lnTo>
                  <a:cubicBezTo>
                    <a:pt x="20666" y="18569"/>
                    <a:pt x="20396" y="18628"/>
                    <a:pt x="20455" y="18636"/>
                  </a:cubicBezTo>
                  <a:lnTo>
                    <a:pt x="19930" y="18738"/>
                  </a:lnTo>
                  <a:lnTo>
                    <a:pt x="19930" y="18772"/>
                  </a:lnTo>
                  <a:cubicBezTo>
                    <a:pt x="20260" y="18687"/>
                    <a:pt x="20531" y="18628"/>
                    <a:pt x="20743" y="18560"/>
                  </a:cubicBezTo>
                  <a:cubicBezTo>
                    <a:pt x="20954" y="18484"/>
                    <a:pt x="21132" y="18416"/>
                    <a:pt x="21276" y="18357"/>
                  </a:cubicBezTo>
                  <a:lnTo>
                    <a:pt x="21276" y="18357"/>
                  </a:lnTo>
                  <a:cubicBezTo>
                    <a:pt x="21071" y="18421"/>
                    <a:pt x="20999" y="18440"/>
                    <a:pt x="20979" y="18440"/>
                  </a:cubicBezTo>
                  <a:cubicBezTo>
                    <a:pt x="20950" y="18440"/>
                    <a:pt x="21029" y="18402"/>
                    <a:pt x="20981" y="18402"/>
                  </a:cubicBezTo>
                  <a:cubicBezTo>
                    <a:pt x="20966" y="18402"/>
                    <a:pt x="20937" y="18406"/>
                    <a:pt x="20886" y="18416"/>
                  </a:cubicBezTo>
                  <a:cubicBezTo>
                    <a:pt x="20979" y="18383"/>
                    <a:pt x="21081" y="18357"/>
                    <a:pt x="21182" y="18340"/>
                  </a:cubicBezTo>
                  <a:cubicBezTo>
                    <a:pt x="21215" y="18324"/>
                    <a:pt x="21500" y="18245"/>
                    <a:pt x="21482" y="18239"/>
                  </a:cubicBezTo>
                  <a:lnTo>
                    <a:pt x="21482" y="18239"/>
                  </a:lnTo>
                  <a:cubicBezTo>
                    <a:pt x="21485" y="18239"/>
                    <a:pt x="21490" y="18240"/>
                    <a:pt x="21494" y="18240"/>
                  </a:cubicBezTo>
                  <a:cubicBezTo>
                    <a:pt x="21597" y="18240"/>
                    <a:pt x="21944" y="18175"/>
                    <a:pt x="22231" y="18103"/>
                  </a:cubicBezTo>
                  <a:cubicBezTo>
                    <a:pt x="22436" y="18052"/>
                    <a:pt x="22618" y="18009"/>
                    <a:pt x="22674" y="18009"/>
                  </a:cubicBezTo>
                  <a:cubicBezTo>
                    <a:pt x="22701" y="18009"/>
                    <a:pt x="22699" y="18019"/>
                    <a:pt x="22654" y="18044"/>
                  </a:cubicBezTo>
                  <a:cubicBezTo>
                    <a:pt x="22841" y="17994"/>
                    <a:pt x="23213" y="17875"/>
                    <a:pt x="23636" y="17740"/>
                  </a:cubicBezTo>
                  <a:cubicBezTo>
                    <a:pt x="23856" y="17672"/>
                    <a:pt x="24076" y="17579"/>
                    <a:pt x="24296" y="17494"/>
                  </a:cubicBezTo>
                  <a:lnTo>
                    <a:pt x="24930" y="17266"/>
                  </a:lnTo>
                  <a:lnTo>
                    <a:pt x="24719" y="17359"/>
                  </a:lnTo>
                  <a:cubicBezTo>
                    <a:pt x="25556" y="17122"/>
                    <a:pt x="25421" y="17046"/>
                    <a:pt x="25886" y="16843"/>
                  </a:cubicBezTo>
                  <a:lnTo>
                    <a:pt x="25886" y="16843"/>
                  </a:lnTo>
                  <a:cubicBezTo>
                    <a:pt x="25791" y="16888"/>
                    <a:pt x="25762" y="16906"/>
                    <a:pt x="25773" y="16906"/>
                  </a:cubicBezTo>
                  <a:cubicBezTo>
                    <a:pt x="25813" y="16906"/>
                    <a:pt x="26306" y="16713"/>
                    <a:pt x="26436" y="16674"/>
                  </a:cubicBezTo>
                  <a:cubicBezTo>
                    <a:pt x="26808" y="16513"/>
                    <a:pt x="27079" y="16335"/>
                    <a:pt x="27595" y="16107"/>
                  </a:cubicBezTo>
                  <a:cubicBezTo>
                    <a:pt x="27764" y="16099"/>
                    <a:pt x="27925" y="16056"/>
                    <a:pt x="28077" y="15980"/>
                  </a:cubicBezTo>
                  <a:cubicBezTo>
                    <a:pt x="28145" y="15938"/>
                    <a:pt x="28221" y="15896"/>
                    <a:pt x="28288" y="15853"/>
                  </a:cubicBezTo>
                  <a:cubicBezTo>
                    <a:pt x="28601" y="15693"/>
                    <a:pt x="29024" y="15464"/>
                    <a:pt x="29236" y="15380"/>
                  </a:cubicBezTo>
                  <a:lnTo>
                    <a:pt x="29236" y="15380"/>
                  </a:lnTo>
                  <a:lnTo>
                    <a:pt x="29194" y="15396"/>
                  </a:lnTo>
                  <a:cubicBezTo>
                    <a:pt x="29413" y="15299"/>
                    <a:pt x="29500" y="15242"/>
                    <a:pt x="29473" y="15242"/>
                  </a:cubicBezTo>
                  <a:cubicBezTo>
                    <a:pt x="29455" y="15242"/>
                    <a:pt x="29389" y="15267"/>
                    <a:pt x="29278" y="15320"/>
                  </a:cubicBezTo>
                  <a:lnTo>
                    <a:pt x="29608" y="15143"/>
                  </a:lnTo>
                  <a:lnTo>
                    <a:pt x="29625" y="15143"/>
                  </a:lnTo>
                  <a:cubicBezTo>
                    <a:pt x="29845" y="15007"/>
                    <a:pt x="30048" y="14880"/>
                    <a:pt x="30285" y="14728"/>
                  </a:cubicBezTo>
                  <a:lnTo>
                    <a:pt x="30674" y="14491"/>
                  </a:lnTo>
                  <a:cubicBezTo>
                    <a:pt x="30809" y="14407"/>
                    <a:pt x="30970" y="14322"/>
                    <a:pt x="31139" y="14212"/>
                  </a:cubicBezTo>
                  <a:lnTo>
                    <a:pt x="31139" y="14212"/>
                  </a:lnTo>
                  <a:cubicBezTo>
                    <a:pt x="31113" y="14233"/>
                    <a:pt x="31108" y="14241"/>
                    <a:pt x="31116" y="14241"/>
                  </a:cubicBezTo>
                  <a:cubicBezTo>
                    <a:pt x="31141" y="14241"/>
                    <a:pt x="31305" y="14154"/>
                    <a:pt x="31322" y="14154"/>
                  </a:cubicBezTo>
                  <a:lnTo>
                    <a:pt x="31322" y="14154"/>
                  </a:lnTo>
                  <a:cubicBezTo>
                    <a:pt x="31333" y="14154"/>
                    <a:pt x="31278" y="14193"/>
                    <a:pt x="31072" y="14322"/>
                  </a:cubicBezTo>
                  <a:cubicBezTo>
                    <a:pt x="31117" y="14290"/>
                    <a:pt x="31130" y="14279"/>
                    <a:pt x="31124" y="14279"/>
                  </a:cubicBezTo>
                  <a:lnTo>
                    <a:pt x="31124" y="14279"/>
                  </a:lnTo>
                  <a:cubicBezTo>
                    <a:pt x="31108" y="14279"/>
                    <a:pt x="30948" y="14367"/>
                    <a:pt x="30911" y="14373"/>
                  </a:cubicBezTo>
                  <a:cubicBezTo>
                    <a:pt x="30682" y="14491"/>
                    <a:pt x="30496" y="14627"/>
                    <a:pt x="30395" y="14686"/>
                  </a:cubicBezTo>
                  <a:cubicBezTo>
                    <a:pt x="30407" y="14682"/>
                    <a:pt x="30416" y="14680"/>
                    <a:pt x="30423" y="14680"/>
                  </a:cubicBezTo>
                  <a:cubicBezTo>
                    <a:pt x="30461" y="14680"/>
                    <a:pt x="30405" y="14740"/>
                    <a:pt x="30319" y="14813"/>
                  </a:cubicBezTo>
                  <a:cubicBezTo>
                    <a:pt x="30420" y="14745"/>
                    <a:pt x="30589" y="14644"/>
                    <a:pt x="30767" y="14542"/>
                  </a:cubicBezTo>
                  <a:cubicBezTo>
                    <a:pt x="30860" y="14483"/>
                    <a:pt x="30962" y="14432"/>
                    <a:pt x="31055" y="14373"/>
                  </a:cubicBezTo>
                  <a:lnTo>
                    <a:pt x="31342" y="14195"/>
                  </a:lnTo>
                  <a:cubicBezTo>
                    <a:pt x="31714" y="13967"/>
                    <a:pt x="32053" y="13755"/>
                    <a:pt x="32078" y="13688"/>
                  </a:cubicBezTo>
                  <a:cubicBezTo>
                    <a:pt x="32628" y="13366"/>
                    <a:pt x="33339" y="12893"/>
                    <a:pt x="33855" y="12334"/>
                  </a:cubicBezTo>
                  <a:lnTo>
                    <a:pt x="33855" y="12334"/>
                  </a:lnTo>
                  <a:cubicBezTo>
                    <a:pt x="33833" y="12348"/>
                    <a:pt x="33800" y="12380"/>
                    <a:pt x="33795" y="12380"/>
                  </a:cubicBezTo>
                  <a:cubicBezTo>
                    <a:pt x="33794" y="12380"/>
                    <a:pt x="33794" y="12379"/>
                    <a:pt x="33795" y="12376"/>
                  </a:cubicBezTo>
                  <a:cubicBezTo>
                    <a:pt x="33948" y="12224"/>
                    <a:pt x="34092" y="12055"/>
                    <a:pt x="34218" y="11877"/>
                  </a:cubicBezTo>
                  <a:lnTo>
                    <a:pt x="34218" y="11877"/>
                  </a:lnTo>
                  <a:cubicBezTo>
                    <a:pt x="34193" y="11920"/>
                    <a:pt x="34168" y="11962"/>
                    <a:pt x="34142" y="12013"/>
                  </a:cubicBezTo>
                  <a:cubicBezTo>
                    <a:pt x="34235" y="11894"/>
                    <a:pt x="34311" y="11767"/>
                    <a:pt x="34388" y="11641"/>
                  </a:cubicBezTo>
                  <a:cubicBezTo>
                    <a:pt x="34391" y="11638"/>
                    <a:pt x="34393" y="11636"/>
                    <a:pt x="34394" y="11636"/>
                  </a:cubicBezTo>
                  <a:lnTo>
                    <a:pt x="34394" y="11636"/>
                  </a:lnTo>
                  <a:cubicBezTo>
                    <a:pt x="34401" y="11636"/>
                    <a:pt x="34392" y="11666"/>
                    <a:pt x="34371" y="11708"/>
                  </a:cubicBezTo>
                  <a:cubicBezTo>
                    <a:pt x="34362" y="11742"/>
                    <a:pt x="34345" y="11776"/>
                    <a:pt x="34328" y="11810"/>
                  </a:cubicBezTo>
                  <a:cubicBezTo>
                    <a:pt x="34303" y="11844"/>
                    <a:pt x="34278" y="11886"/>
                    <a:pt x="34261" y="11928"/>
                  </a:cubicBezTo>
                  <a:cubicBezTo>
                    <a:pt x="34220" y="11991"/>
                    <a:pt x="34180" y="12043"/>
                    <a:pt x="34175" y="12043"/>
                  </a:cubicBezTo>
                  <a:cubicBezTo>
                    <a:pt x="34172" y="12043"/>
                    <a:pt x="34177" y="12031"/>
                    <a:pt x="34193" y="12004"/>
                  </a:cubicBezTo>
                  <a:lnTo>
                    <a:pt x="34193" y="12004"/>
                  </a:lnTo>
                  <a:cubicBezTo>
                    <a:pt x="34136" y="12096"/>
                    <a:pt x="34115" y="12129"/>
                    <a:pt x="34116" y="12129"/>
                  </a:cubicBezTo>
                  <a:cubicBezTo>
                    <a:pt x="34117" y="12129"/>
                    <a:pt x="34151" y="12081"/>
                    <a:pt x="34193" y="12030"/>
                  </a:cubicBezTo>
                  <a:cubicBezTo>
                    <a:pt x="34244" y="11962"/>
                    <a:pt x="34295" y="11887"/>
                    <a:pt x="34300" y="11887"/>
                  </a:cubicBezTo>
                  <a:lnTo>
                    <a:pt x="34300" y="11887"/>
                  </a:lnTo>
                  <a:cubicBezTo>
                    <a:pt x="34303" y="11887"/>
                    <a:pt x="34295" y="11906"/>
                    <a:pt x="34269" y="11954"/>
                  </a:cubicBezTo>
                  <a:cubicBezTo>
                    <a:pt x="34209" y="12037"/>
                    <a:pt x="34134" y="12147"/>
                    <a:pt x="34077" y="12218"/>
                  </a:cubicBezTo>
                  <a:lnTo>
                    <a:pt x="34077" y="12218"/>
                  </a:lnTo>
                  <a:cubicBezTo>
                    <a:pt x="34212" y="12055"/>
                    <a:pt x="34324" y="11877"/>
                    <a:pt x="34421" y="11691"/>
                  </a:cubicBezTo>
                  <a:cubicBezTo>
                    <a:pt x="34455" y="11615"/>
                    <a:pt x="34489" y="11539"/>
                    <a:pt x="34523" y="11463"/>
                  </a:cubicBezTo>
                  <a:cubicBezTo>
                    <a:pt x="34557" y="11387"/>
                    <a:pt x="34591" y="11311"/>
                    <a:pt x="34633" y="11234"/>
                  </a:cubicBezTo>
                  <a:cubicBezTo>
                    <a:pt x="34718" y="10803"/>
                    <a:pt x="34743" y="10372"/>
                    <a:pt x="34701" y="9932"/>
                  </a:cubicBezTo>
                  <a:lnTo>
                    <a:pt x="34701" y="9932"/>
                  </a:lnTo>
                  <a:cubicBezTo>
                    <a:pt x="34705" y="9957"/>
                    <a:pt x="34707" y="9967"/>
                    <a:pt x="34709" y="9967"/>
                  </a:cubicBezTo>
                  <a:cubicBezTo>
                    <a:pt x="34712" y="9967"/>
                    <a:pt x="34703" y="9867"/>
                    <a:pt x="34684" y="9771"/>
                  </a:cubicBezTo>
                  <a:cubicBezTo>
                    <a:pt x="34672" y="9681"/>
                    <a:pt x="34660" y="9595"/>
                    <a:pt x="34666" y="9595"/>
                  </a:cubicBezTo>
                  <a:lnTo>
                    <a:pt x="34666" y="9595"/>
                  </a:lnTo>
                  <a:cubicBezTo>
                    <a:pt x="34668" y="9595"/>
                    <a:pt x="34674" y="9610"/>
                    <a:pt x="34684" y="9644"/>
                  </a:cubicBezTo>
                  <a:cubicBezTo>
                    <a:pt x="34675" y="9593"/>
                    <a:pt x="34658" y="9534"/>
                    <a:pt x="34641" y="9466"/>
                  </a:cubicBezTo>
                  <a:cubicBezTo>
                    <a:pt x="34624" y="9399"/>
                    <a:pt x="34599" y="9323"/>
                    <a:pt x="34574" y="9255"/>
                  </a:cubicBezTo>
                  <a:cubicBezTo>
                    <a:pt x="34548" y="9153"/>
                    <a:pt x="34514" y="9060"/>
                    <a:pt x="34464" y="8967"/>
                  </a:cubicBezTo>
                  <a:lnTo>
                    <a:pt x="34464" y="8967"/>
                  </a:lnTo>
                  <a:cubicBezTo>
                    <a:pt x="34489" y="9027"/>
                    <a:pt x="34514" y="9077"/>
                    <a:pt x="34531" y="9137"/>
                  </a:cubicBezTo>
                  <a:cubicBezTo>
                    <a:pt x="34557" y="9221"/>
                    <a:pt x="34591" y="9306"/>
                    <a:pt x="34608" y="9373"/>
                  </a:cubicBezTo>
                  <a:cubicBezTo>
                    <a:pt x="34540" y="9187"/>
                    <a:pt x="34514" y="9170"/>
                    <a:pt x="34421" y="8934"/>
                  </a:cubicBezTo>
                  <a:cubicBezTo>
                    <a:pt x="34416" y="8918"/>
                    <a:pt x="34417" y="8915"/>
                    <a:pt x="34419" y="8915"/>
                  </a:cubicBezTo>
                  <a:lnTo>
                    <a:pt x="34419" y="8915"/>
                  </a:lnTo>
                  <a:cubicBezTo>
                    <a:pt x="34420" y="8915"/>
                    <a:pt x="34421" y="8917"/>
                    <a:pt x="34421" y="8917"/>
                  </a:cubicBezTo>
                  <a:cubicBezTo>
                    <a:pt x="34388" y="8840"/>
                    <a:pt x="34345" y="8773"/>
                    <a:pt x="34286" y="8714"/>
                  </a:cubicBezTo>
                  <a:cubicBezTo>
                    <a:pt x="34252" y="8680"/>
                    <a:pt x="34227" y="8646"/>
                    <a:pt x="34210" y="8612"/>
                  </a:cubicBezTo>
                  <a:lnTo>
                    <a:pt x="34142" y="8502"/>
                  </a:lnTo>
                  <a:lnTo>
                    <a:pt x="34049" y="8358"/>
                  </a:lnTo>
                  <a:cubicBezTo>
                    <a:pt x="33956" y="8206"/>
                    <a:pt x="33872" y="8096"/>
                    <a:pt x="33812" y="8020"/>
                  </a:cubicBezTo>
                  <a:cubicBezTo>
                    <a:pt x="33762" y="7952"/>
                    <a:pt x="33728" y="7901"/>
                    <a:pt x="33711" y="7885"/>
                  </a:cubicBezTo>
                  <a:cubicBezTo>
                    <a:pt x="33701" y="7872"/>
                    <a:pt x="33699" y="7866"/>
                    <a:pt x="33703" y="7866"/>
                  </a:cubicBezTo>
                  <a:lnTo>
                    <a:pt x="33703" y="7866"/>
                  </a:lnTo>
                  <a:cubicBezTo>
                    <a:pt x="33713" y="7866"/>
                    <a:pt x="33756" y="7899"/>
                    <a:pt x="33804" y="7952"/>
                  </a:cubicBezTo>
                  <a:cubicBezTo>
                    <a:pt x="33937" y="8078"/>
                    <a:pt x="34121" y="8325"/>
                    <a:pt x="34132" y="8325"/>
                  </a:cubicBezTo>
                  <a:cubicBezTo>
                    <a:pt x="34134" y="8325"/>
                    <a:pt x="34132" y="8319"/>
                    <a:pt x="34125" y="8308"/>
                  </a:cubicBezTo>
                  <a:cubicBezTo>
                    <a:pt x="34100" y="8291"/>
                    <a:pt x="33998" y="8147"/>
                    <a:pt x="33872" y="7986"/>
                  </a:cubicBezTo>
                  <a:cubicBezTo>
                    <a:pt x="33745" y="7825"/>
                    <a:pt x="33584" y="7648"/>
                    <a:pt x="33491" y="7546"/>
                  </a:cubicBezTo>
                  <a:lnTo>
                    <a:pt x="33491" y="7546"/>
                  </a:lnTo>
                  <a:lnTo>
                    <a:pt x="33542" y="7588"/>
                  </a:lnTo>
                  <a:cubicBezTo>
                    <a:pt x="33432" y="7487"/>
                    <a:pt x="33263" y="7343"/>
                    <a:pt x="33153" y="7233"/>
                  </a:cubicBezTo>
                  <a:cubicBezTo>
                    <a:pt x="33068" y="7191"/>
                    <a:pt x="32916" y="7106"/>
                    <a:pt x="32823" y="7064"/>
                  </a:cubicBezTo>
                  <a:cubicBezTo>
                    <a:pt x="32662" y="6929"/>
                    <a:pt x="32476" y="6810"/>
                    <a:pt x="32298" y="6700"/>
                  </a:cubicBezTo>
                  <a:lnTo>
                    <a:pt x="32298" y="6700"/>
                  </a:lnTo>
                  <a:cubicBezTo>
                    <a:pt x="32340" y="6726"/>
                    <a:pt x="32374" y="6743"/>
                    <a:pt x="32417" y="6759"/>
                  </a:cubicBezTo>
                  <a:cubicBezTo>
                    <a:pt x="32290" y="6683"/>
                    <a:pt x="32180" y="6624"/>
                    <a:pt x="32070" y="6556"/>
                  </a:cubicBezTo>
                  <a:cubicBezTo>
                    <a:pt x="32064" y="6549"/>
                    <a:pt x="32064" y="6546"/>
                    <a:pt x="32068" y="6546"/>
                  </a:cubicBezTo>
                  <a:cubicBezTo>
                    <a:pt x="32091" y="6546"/>
                    <a:pt x="32225" y="6624"/>
                    <a:pt x="32366" y="6709"/>
                  </a:cubicBezTo>
                  <a:cubicBezTo>
                    <a:pt x="32264" y="6624"/>
                    <a:pt x="32154" y="6556"/>
                    <a:pt x="32036" y="6514"/>
                  </a:cubicBezTo>
                  <a:lnTo>
                    <a:pt x="32036" y="6514"/>
                  </a:lnTo>
                  <a:lnTo>
                    <a:pt x="32104" y="6556"/>
                  </a:lnTo>
                  <a:cubicBezTo>
                    <a:pt x="31997" y="6503"/>
                    <a:pt x="31697" y="6362"/>
                    <a:pt x="31673" y="6362"/>
                  </a:cubicBezTo>
                  <a:lnTo>
                    <a:pt x="31673" y="6362"/>
                  </a:lnTo>
                  <a:cubicBezTo>
                    <a:pt x="31662" y="6362"/>
                    <a:pt x="31701" y="6387"/>
                    <a:pt x="31824" y="6455"/>
                  </a:cubicBezTo>
                  <a:cubicBezTo>
                    <a:pt x="31503" y="6303"/>
                    <a:pt x="31418" y="6227"/>
                    <a:pt x="31198" y="6125"/>
                  </a:cubicBezTo>
                  <a:cubicBezTo>
                    <a:pt x="31196" y="6122"/>
                    <a:pt x="31198" y="6120"/>
                    <a:pt x="31201" y="6120"/>
                  </a:cubicBezTo>
                  <a:cubicBezTo>
                    <a:pt x="31219" y="6120"/>
                    <a:pt x="31292" y="6150"/>
                    <a:pt x="31308" y="6150"/>
                  </a:cubicBezTo>
                  <a:cubicBezTo>
                    <a:pt x="31316" y="6150"/>
                    <a:pt x="31311" y="6144"/>
                    <a:pt x="31283" y="6125"/>
                  </a:cubicBezTo>
                  <a:cubicBezTo>
                    <a:pt x="31072" y="6023"/>
                    <a:pt x="30936" y="5964"/>
                    <a:pt x="30750" y="5888"/>
                  </a:cubicBezTo>
                  <a:lnTo>
                    <a:pt x="30750" y="5888"/>
                  </a:lnTo>
                  <a:cubicBezTo>
                    <a:pt x="30919" y="5973"/>
                    <a:pt x="30699" y="5888"/>
                    <a:pt x="30962" y="6015"/>
                  </a:cubicBezTo>
                  <a:cubicBezTo>
                    <a:pt x="30916" y="6000"/>
                    <a:pt x="30836" y="5968"/>
                    <a:pt x="30761" y="5938"/>
                  </a:cubicBezTo>
                  <a:lnTo>
                    <a:pt x="30761" y="5938"/>
                  </a:lnTo>
                  <a:cubicBezTo>
                    <a:pt x="30806" y="5958"/>
                    <a:pt x="30850" y="5981"/>
                    <a:pt x="30894" y="6007"/>
                  </a:cubicBezTo>
                  <a:cubicBezTo>
                    <a:pt x="30600" y="5889"/>
                    <a:pt x="30297" y="5763"/>
                    <a:pt x="30003" y="5629"/>
                  </a:cubicBezTo>
                  <a:lnTo>
                    <a:pt x="30003" y="5629"/>
                  </a:lnTo>
                  <a:cubicBezTo>
                    <a:pt x="30027" y="5636"/>
                    <a:pt x="30050" y="5644"/>
                    <a:pt x="30073" y="5651"/>
                  </a:cubicBezTo>
                  <a:cubicBezTo>
                    <a:pt x="30048" y="5643"/>
                    <a:pt x="30023" y="5634"/>
                    <a:pt x="29997" y="5626"/>
                  </a:cubicBezTo>
                  <a:lnTo>
                    <a:pt x="29997" y="5626"/>
                  </a:lnTo>
                  <a:cubicBezTo>
                    <a:pt x="29999" y="5627"/>
                    <a:pt x="30001" y="5628"/>
                    <a:pt x="30003" y="5629"/>
                  </a:cubicBezTo>
                  <a:lnTo>
                    <a:pt x="30003" y="5629"/>
                  </a:lnTo>
                  <a:cubicBezTo>
                    <a:pt x="29609" y="5500"/>
                    <a:pt x="29068" y="5302"/>
                    <a:pt x="28804" y="5254"/>
                  </a:cubicBezTo>
                  <a:lnTo>
                    <a:pt x="28804" y="5254"/>
                  </a:lnTo>
                  <a:lnTo>
                    <a:pt x="28914" y="5296"/>
                  </a:lnTo>
                  <a:cubicBezTo>
                    <a:pt x="29041" y="5330"/>
                    <a:pt x="29168" y="5372"/>
                    <a:pt x="29287" y="5423"/>
                  </a:cubicBezTo>
                  <a:cubicBezTo>
                    <a:pt x="29223" y="5402"/>
                    <a:pt x="29194" y="5394"/>
                    <a:pt x="29186" y="5394"/>
                  </a:cubicBezTo>
                  <a:cubicBezTo>
                    <a:pt x="29163" y="5394"/>
                    <a:pt x="29304" y="5456"/>
                    <a:pt x="29271" y="5456"/>
                  </a:cubicBezTo>
                  <a:cubicBezTo>
                    <a:pt x="29260" y="5456"/>
                    <a:pt x="29230" y="5450"/>
                    <a:pt x="29168" y="5431"/>
                  </a:cubicBezTo>
                  <a:cubicBezTo>
                    <a:pt x="28737" y="5296"/>
                    <a:pt x="28348" y="5144"/>
                    <a:pt x="28102" y="5110"/>
                  </a:cubicBezTo>
                  <a:lnTo>
                    <a:pt x="28102" y="5110"/>
                  </a:lnTo>
                  <a:cubicBezTo>
                    <a:pt x="28517" y="5228"/>
                    <a:pt x="29067" y="5440"/>
                    <a:pt x="29236" y="5482"/>
                  </a:cubicBezTo>
                  <a:cubicBezTo>
                    <a:pt x="29151" y="5448"/>
                    <a:pt x="29067" y="5423"/>
                    <a:pt x="28974" y="5389"/>
                  </a:cubicBezTo>
                  <a:lnTo>
                    <a:pt x="28974" y="5389"/>
                  </a:lnTo>
                  <a:cubicBezTo>
                    <a:pt x="29185" y="5440"/>
                    <a:pt x="29388" y="5499"/>
                    <a:pt x="29600" y="5558"/>
                  </a:cubicBezTo>
                  <a:cubicBezTo>
                    <a:pt x="29617" y="5575"/>
                    <a:pt x="30133" y="5744"/>
                    <a:pt x="30107" y="5770"/>
                  </a:cubicBezTo>
                  <a:cubicBezTo>
                    <a:pt x="29904" y="5685"/>
                    <a:pt x="29710" y="5617"/>
                    <a:pt x="29549" y="5567"/>
                  </a:cubicBezTo>
                  <a:lnTo>
                    <a:pt x="29549" y="5567"/>
                  </a:lnTo>
                  <a:cubicBezTo>
                    <a:pt x="29566" y="5575"/>
                    <a:pt x="29710" y="5626"/>
                    <a:pt x="29870" y="5694"/>
                  </a:cubicBezTo>
                  <a:cubicBezTo>
                    <a:pt x="29995" y="5740"/>
                    <a:pt x="30130" y="5791"/>
                    <a:pt x="30236" y="5835"/>
                  </a:cubicBezTo>
                  <a:lnTo>
                    <a:pt x="30236" y="5835"/>
                  </a:lnTo>
                  <a:lnTo>
                    <a:pt x="30048" y="5753"/>
                  </a:lnTo>
                  <a:lnTo>
                    <a:pt x="30048" y="5753"/>
                  </a:lnTo>
                  <a:cubicBezTo>
                    <a:pt x="30581" y="5939"/>
                    <a:pt x="31105" y="6159"/>
                    <a:pt x="31613" y="6413"/>
                  </a:cubicBezTo>
                  <a:cubicBezTo>
                    <a:pt x="31550" y="6383"/>
                    <a:pt x="31523" y="6371"/>
                    <a:pt x="31520" y="6371"/>
                  </a:cubicBezTo>
                  <a:lnTo>
                    <a:pt x="31520" y="6371"/>
                  </a:lnTo>
                  <a:cubicBezTo>
                    <a:pt x="31514" y="6371"/>
                    <a:pt x="31587" y="6411"/>
                    <a:pt x="31664" y="6455"/>
                  </a:cubicBezTo>
                  <a:cubicBezTo>
                    <a:pt x="31751" y="6505"/>
                    <a:pt x="31844" y="6564"/>
                    <a:pt x="31827" y="6564"/>
                  </a:cubicBezTo>
                  <a:cubicBezTo>
                    <a:pt x="31822" y="6564"/>
                    <a:pt x="31803" y="6557"/>
                    <a:pt x="31765" y="6540"/>
                  </a:cubicBezTo>
                  <a:cubicBezTo>
                    <a:pt x="31672" y="6497"/>
                    <a:pt x="31596" y="6455"/>
                    <a:pt x="31511" y="6404"/>
                  </a:cubicBezTo>
                  <a:lnTo>
                    <a:pt x="31511" y="6404"/>
                  </a:lnTo>
                  <a:cubicBezTo>
                    <a:pt x="31469" y="6404"/>
                    <a:pt x="31791" y="6548"/>
                    <a:pt x="31867" y="6616"/>
                  </a:cubicBezTo>
                  <a:cubicBezTo>
                    <a:pt x="31901" y="6624"/>
                    <a:pt x="32027" y="6683"/>
                    <a:pt x="32112" y="6734"/>
                  </a:cubicBezTo>
                  <a:cubicBezTo>
                    <a:pt x="32154" y="6755"/>
                    <a:pt x="32188" y="6772"/>
                    <a:pt x="32196" y="6772"/>
                  </a:cubicBezTo>
                  <a:cubicBezTo>
                    <a:pt x="32203" y="6772"/>
                    <a:pt x="32184" y="6755"/>
                    <a:pt x="32120" y="6709"/>
                  </a:cubicBezTo>
                  <a:lnTo>
                    <a:pt x="32120" y="6709"/>
                  </a:lnTo>
                  <a:cubicBezTo>
                    <a:pt x="32340" y="6844"/>
                    <a:pt x="32552" y="6988"/>
                    <a:pt x="32755" y="7140"/>
                  </a:cubicBezTo>
                  <a:cubicBezTo>
                    <a:pt x="32752" y="7134"/>
                    <a:pt x="32752" y="7131"/>
                    <a:pt x="32755" y="7131"/>
                  </a:cubicBezTo>
                  <a:cubicBezTo>
                    <a:pt x="32769" y="7131"/>
                    <a:pt x="32841" y="7188"/>
                    <a:pt x="32924" y="7250"/>
                  </a:cubicBezTo>
                  <a:cubicBezTo>
                    <a:pt x="33026" y="7326"/>
                    <a:pt x="33136" y="7419"/>
                    <a:pt x="33178" y="7445"/>
                  </a:cubicBezTo>
                  <a:cubicBezTo>
                    <a:pt x="33237" y="7504"/>
                    <a:pt x="33296" y="7563"/>
                    <a:pt x="33356" y="7631"/>
                  </a:cubicBezTo>
                  <a:cubicBezTo>
                    <a:pt x="33169" y="7462"/>
                    <a:pt x="32966" y="7309"/>
                    <a:pt x="32763" y="7166"/>
                  </a:cubicBezTo>
                  <a:cubicBezTo>
                    <a:pt x="32704" y="7115"/>
                    <a:pt x="32628" y="7064"/>
                    <a:pt x="32560" y="7022"/>
                  </a:cubicBezTo>
                  <a:lnTo>
                    <a:pt x="32552" y="7030"/>
                  </a:lnTo>
                  <a:cubicBezTo>
                    <a:pt x="32163" y="6793"/>
                    <a:pt x="31765" y="6590"/>
                    <a:pt x="31351" y="6413"/>
                  </a:cubicBezTo>
                  <a:lnTo>
                    <a:pt x="31351" y="6413"/>
                  </a:lnTo>
                  <a:lnTo>
                    <a:pt x="31478" y="6455"/>
                  </a:lnTo>
                  <a:cubicBezTo>
                    <a:pt x="31105" y="6314"/>
                    <a:pt x="30756" y="6116"/>
                    <a:pt x="30376" y="5981"/>
                  </a:cubicBezTo>
                  <a:lnTo>
                    <a:pt x="30376" y="5981"/>
                  </a:lnTo>
                  <a:cubicBezTo>
                    <a:pt x="30371" y="5978"/>
                    <a:pt x="30361" y="5973"/>
                    <a:pt x="30344" y="5964"/>
                  </a:cubicBezTo>
                  <a:cubicBezTo>
                    <a:pt x="29999" y="5823"/>
                    <a:pt x="29798" y="5771"/>
                    <a:pt x="29567" y="5691"/>
                  </a:cubicBezTo>
                  <a:lnTo>
                    <a:pt x="29567" y="5691"/>
                  </a:lnTo>
                  <a:cubicBezTo>
                    <a:pt x="29627" y="5714"/>
                    <a:pt x="29695" y="5741"/>
                    <a:pt x="29786" y="5778"/>
                  </a:cubicBezTo>
                  <a:cubicBezTo>
                    <a:pt x="29667" y="5744"/>
                    <a:pt x="29405" y="5660"/>
                    <a:pt x="29210" y="5592"/>
                  </a:cubicBezTo>
                  <a:lnTo>
                    <a:pt x="29185" y="5609"/>
                  </a:lnTo>
                  <a:cubicBezTo>
                    <a:pt x="28931" y="5558"/>
                    <a:pt x="28694" y="5431"/>
                    <a:pt x="28441" y="5389"/>
                  </a:cubicBezTo>
                  <a:lnTo>
                    <a:pt x="28441" y="5389"/>
                  </a:lnTo>
                  <a:lnTo>
                    <a:pt x="28728" y="5491"/>
                  </a:lnTo>
                  <a:lnTo>
                    <a:pt x="28728" y="5491"/>
                  </a:lnTo>
                  <a:lnTo>
                    <a:pt x="28678" y="5474"/>
                  </a:lnTo>
                  <a:lnTo>
                    <a:pt x="28678" y="5474"/>
                  </a:lnTo>
                  <a:cubicBezTo>
                    <a:pt x="28762" y="5507"/>
                    <a:pt x="28855" y="5533"/>
                    <a:pt x="28948" y="5558"/>
                  </a:cubicBezTo>
                  <a:cubicBezTo>
                    <a:pt x="29194" y="5617"/>
                    <a:pt x="29430" y="5719"/>
                    <a:pt x="29650" y="5846"/>
                  </a:cubicBezTo>
                  <a:cubicBezTo>
                    <a:pt x="29728" y="5878"/>
                    <a:pt x="29735" y="5887"/>
                    <a:pt x="29715" y="5887"/>
                  </a:cubicBezTo>
                  <a:cubicBezTo>
                    <a:pt x="29691" y="5887"/>
                    <a:pt x="29628" y="5874"/>
                    <a:pt x="29602" y="5874"/>
                  </a:cubicBezTo>
                  <a:cubicBezTo>
                    <a:pt x="29593" y="5874"/>
                    <a:pt x="29588" y="5876"/>
                    <a:pt x="29591" y="5880"/>
                  </a:cubicBezTo>
                  <a:cubicBezTo>
                    <a:pt x="29913" y="5990"/>
                    <a:pt x="29904" y="5956"/>
                    <a:pt x="30226" y="6074"/>
                  </a:cubicBezTo>
                  <a:cubicBezTo>
                    <a:pt x="30272" y="6100"/>
                    <a:pt x="30281" y="6108"/>
                    <a:pt x="30271" y="6108"/>
                  </a:cubicBezTo>
                  <a:cubicBezTo>
                    <a:pt x="30267" y="6108"/>
                    <a:pt x="30259" y="6106"/>
                    <a:pt x="30249" y="6104"/>
                  </a:cubicBezTo>
                  <a:lnTo>
                    <a:pt x="30249" y="6104"/>
                  </a:lnTo>
                  <a:lnTo>
                    <a:pt x="30454" y="6167"/>
                  </a:lnTo>
                  <a:cubicBezTo>
                    <a:pt x="30454" y="6181"/>
                    <a:pt x="30796" y="6336"/>
                    <a:pt x="30767" y="6336"/>
                  </a:cubicBezTo>
                  <a:cubicBezTo>
                    <a:pt x="30759" y="6336"/>
                    <a:pt x="30729" y="6326"/>
                    <a:pt x="30665" y="6303"/>
                  </a:cubicBezTo>
                  <a:cubicBezTo>
                    <a:pt x="30633" y="6287"/>
                    <a:pt x="30588" y="6267"/>
                    <a:pt x="30542" y="6247"/>
                  </a:cubicBezTo>
                  <a:lnTo>
                    <a:pt x="30542" y="6247"/>
                  </a:lnTo>
                  <a:cubicBezTo>
                    <a:pt x="30748" y="6344"/>
                    <a:pt x="30997" y="6470"/>
                    <a:pt x="31198" y="6582"/>
                  </a:cubicBezTo>
                  <a:cubicBezTo>
                    <a:pt x="31427" y="6700"/>
                    <a:pt x="31596" y="6810"/>
                    <a:pt x="31579" y="6819"/>
                  </a:cubicBezTo>
                  <a:cubicBezTo>
                    <a:pt x="31791" y="6946"/>
                    <a:pt x="31740" y="6895"/>
                    <a:pt x="32087" y="7115"/>
                  </a:cubicBezTo>
                  <a:cubicBezTo>
                    <a:pt x="32120" y="7132"/>
                    <a:pt x="32154" y="7140"/>
                    <a:pt x="32197" y="7149"/>
                  </a:cubicBezTo>
                  <a:cubicBezTo>
                    <a:pt x="32276" y="7175"/>
                    <a:pt x="32350" y="7212"/>
                    <a:pt x="32415" y="7259"/>
                  </a:cubicBezTo>
                  <a:lnTo>
                    <a:pt x="32415" y="7259"/>
                  </a:lnTo>
                  <a:cubicBezTo>
                    <a:pt x="32339" y="7199"/>
                    <a:pt x="32264" y="7144"/>
                    <a:pt x="32188" y="7089"/>
                  </a:cubicBezTo>
                  <a:lnTo>
                    <a:pt x="32002" y="6988"/>
                  </a:lnTo>
                  <a:lnTo>
                    <a:pt x="32002" y="6988"/>
                  </a:lnTo>
                  <a:cubicBezTo>
                    <a:pt x="32104" y="7047"/>
                    <a:pt x="32205" y="7115"/>
                    <a:pt x="32307" y="7182"/>
                  </a:cubicBezTo>
                  <a:cubicBezTo>
                    <a:pt x="32112" y="7064"/>
                    <a:pt x="32137" y="7089"/>
                    <a:pt x="32070" y="7072"/>
                  </a:cubicBezTo>
                  <a:cubicBezTo>
                    <a:pt x="31833" y="6929"/>
                    <a:pt x="31681" y="6836"/>
                    <a:pt x="31562" y="6759"/>
                  </a:cubicBezTo>
                  <a:cubicBezTo>
                    <a:pt x="31435" y="6683"/>
                    <a:pt x="31342" y="6624"/>
                    <a:pt x="31215" y="6556"/>
                  </a:cubicBezTo>
                  <a:lnTo>
                    <a:pt x="31215" y="6556"/>
                  </a:lnTo>
                  <a:cubicBezTo>
                    <a:pt x="31350" y="6604"/>
                    <a:pt x="31545" y="6705"/>
                    <a:pt x="31575" y="6705"/>
                  </a:cubicBezTo>
                  <a:cubicBezTo>
                    <a:pt x="31582" y="6705"/>
                    <a:pt x="31579" y="6699"/>
                    <a:pt x="31562" y="6683"/>
                  </a:cubicBezTo>
                  <a:lnTo>
                    <a:pt x="31562" y="6683"/>
                  </a:lnTo>
                  <a:cubicBezTo>
                    <a:pt x="31799" y="6836"/>
                    <a:pt x="31850" y="6810"/>
                    <a:pt x="32120" y="6996"/>
                  </a:cubicBezTo>
                  <a:lnTo>
                    <a:pt x="32061" y="6971"/>
                  </a:lnTo>
                  <a:lnTo>
                    <a:pt x="32061" y="6971"/>
                  </a:lnTo>
                  <a:cubicBezTo>
                    <a:pt x="32298" y="7098"/>
                    <a:pt x="32315" y="7140"/>
                    <a:pt x="32501" y="7250"/>
                  </a:cubicBezTo>
                  <a:cubicBezTo>
                    <a:pt x="32498" y="7249"/>
                    <a:pt x="32496" y="7248"/>
                    <a:pt x="32496" y="7248"/>
                  </a:cubicBezTo>
                  <a:lnTo>
                    <a:pt x="32496" y="7248"/>
                  </a:lnTo>
                  <a:cubicBezTo>
                    <a:pt x="32493" y="7248"/>
                    <a:pt x="32513" y="7263"/>
                    <a:pt x="32527" y="7284"/>
                  </a:cubicBezTo>
                  <a:cubicBezTo>
                    <a:pt x="32642" y="7364"/>
                    <a:pt x="32680" y="7387"/>
                    <a:pt x="32686" y="7387"/>
                  </a:cubicBezTo>
                  <a:cubicBezTo>
                    <a:pt x="32696" y="7387"/>
                    <a:pt x="32647" y="7345"/>
                    <a:pt x="32654" y="7345"/>
                  </a:cubicBezTo>
                  <a:lnTo>
                    <a:pt x="32654" y="7345"/>
                  </a:lnTo>
                  <a:cubicBezTo>
                    <a:pt x="32659" y="7345"/>
                    <a:pt x="32696" y="7369"/>
                    <a:pt x="32814" y="7453"/>
                  </a:cubicBezTo>
                  <a:cubicBezTo>
                    <a:pt x="33136" y="7732"/>
                    <a:pt x="32890" y="7580"/>
                    <a:pt x="32975" y="7665"/>
                  </a:cubicBezTo>
                  <a:cubicBezTo>
                    <a:pt x="32758" y="7494"/>
                    <a:pt x="32705" y="7466"/>
                    <a:pt x="32687" y="7466"/>
                  </a:cubicBezTo>
                  <a:cubicBezTo>
                    <a:pt x="32683" y="7466"/>
                    <a:pt x="32681" y="7468"/>
                    <a:pt x="32679" y="7470"/>
                  </a:cubicBezTo>
                  <a:cubicBezTo>
                    <a:pt x="32677" y="7471"/>
                    <a:pt x="32676" y="7473"/>
                    <a:pt x="32673" y="7473"/>
                  </a:cubicBezTo>
                  <a:cubicBezTo>
                    <a:pt x="32659" y="7473"/>
                    <a:pt x="32608" y="7443"/>
                    <a:pt x="32340" y="7267"/>
                  </a:cubicBezTo>
                  <a:lnTo>
                    <a:pt x="32340" y="7267"/>
                  </a:lnTo>
                  <a:cubicBezTo>
                    <a:pt x="32324" y="7301"/>
                    <a:pt x="32569" y="7462"/>
                    <a:pt x="32873" y="7724"/>
                  </a:cubicBezTo>
                  <a:cubicBezTo>
                    <a:pt x="32813" y="7664"/>
                    <a:pt x="32809" y="7650"/>
                    <a:pt x="32822" y="7650"/>
                  </a:cubicBezTo>
                  <a:cubicBezTo>
                    <a:pt x="32833" y="7650"/>
                    <a:pt x="32859" y="7661"/>
                    <a:pt x="32871" y="7661"/>
                  </a:cubicBezTo>
                  <a:cubicBezTo>
                    <a:pt x="32887" y="7661"/>
                    <a:pt x="32878" y="7641"/>
                    <a:pt x="32780" y="7546"/>
                  </a:cubicBezTo>
                  <a:lnTo>
                    <a:pt x="32780" y="7546"/>
                  </a:lnTo>
                  <a:cubicBezTo>
                    <a:pt x="33017" y="7732"/>
                    <a:pt x="33136" y="7808"/>
                    <a:pt x="33246" y="7910"/>
                  </a:cubicBezTo>
                  <a:cubicBezTo>
                    <a:pt x="33313" y="7961"/>
                    <a:pt x="33372" y="8020"/>
                    <a:pt x="33432" y="8079"/>
                  </a:cubicBezTo>
                  <a:cubicBezTo>
                    <a:pt x="33466" y="8121"/>
                    <a:pt x="33499" y="8164"/>
                    <a:pt x="33533" y="8214"/>
                  </a:cubicBezTo>
                  <a:cubicBezTo>
                    <a:pt x="33575" y="8274"/>
                    <a:pt x="33618" y="8333"/>
                    <a:pt x="33660" y="8392"/>
                  </a:cubicBezTo>
                  <a:lnTo>
                    <a:pt x="33643" y="8384"/>
                  </a:lnTo>
                  <a:lnTo>
                    <a:pt x="33643" y="8384"/>
                  </a:lnTo>
                  <a:lnTo>
                    <a:pt x="33736" y="8494"/>
                  </a:lnTo>
                  <a:lnTo>
                    <a:pt x="33821" y="8604"/>
                  </a:lnTo>
                  <a:cubicBezTo>
                    <a:pt x="33855" y="8654"/>
                    <a:pt x="33880" y="8714"/>
                    <a:pt x="33905" y="8773"/>
                  </a:cubicBezTo>
                  <a:cubicBezTo>
                    <a:pt x="33939" y="8824"/>
                    <a:pt x="33965" y="8883"/>
                    <a:pt x="33982" y="8942"/>
                  </a:cubicBezTo>
                  <a:cubicBezTo>
                    <a:pt x="33855" y="8747"/>
                    <a:pt x="33719" y="8494"/>
                    <a:pt x="33592" y="8358"/>
                  </a:cubicBezTo>
                  <a:lnTo>
                    <a:pt x="33592" y="8358"/>
                  </a:lnTo>
                  <a:cubicBezTo>
                    <a:pt x="33652" y="8451"/>
                    <a:pt x="33702" y="8536"/>
                    <a:pt x="33745" y="8612"/>
                  </a:cubicBezTo>
                  <a:cubicBezTo>
                    <a:pt x="33795" y="8688"/>
                    <a:pt x="33838" y="8747"/>
                    <a:pt x="33880" y="8824"/>
                  </a:cubicBezTo>
                  <a:cubicBezTo>
                    <a:pt x="33990" y="8984"/>
                    <a:pt x="34083" y="9170"/>
                    <a:pt x="34142" y="9365"/>
                  </a:cubicBezTo>
                  <a:cubicBezTo>
                    <a:pt x="34161" y="9443"/>
                    <a:pt x="34166" y="9475"/>
                    <a:pt x="34161" y="9475"/>
                  </a:cubicBezTo>
                  <a:cubicBezTo>
                    <a:pt x="34153" y="9475"/>
                    <a:pt x="34117" y="9384"/>
                    <a:pt x="34075" y="9272"/>
                  </a:cubicBezTo>
                  <a:cubicBezTo>
                    <a:pt x="34032" y="9137"/>
                    <a:pt x="33965" y="9010"/>
                    <a:pt x="33880" y="8891"/>
                  </a:cubicBezTo>
                  <a:lnTo>
                    <a:pt x="33880" y="8891"/>
                  </a:lnTo>
                  <a:cubicBezTo>
                    <a:pt x="33922" y="8959"/>
                    <a:pt x="33948" y="9027"/>
                    <a:pt x="33982" y="9103"/>
                  </a:cubicBezTo>
                  <a:cubicBezTo>
                    <a:pt x="34005" y="9174"/>
                    <a:pt x="34014" y="9230"/>
                    <a:pt x="34008" y="9230"/>
                  </a:cubicBezTo>
                  <a:cubicBezTo>
                    <a:pt x="34008" y="9230"/>
                    <a:pt x="34007" y="9230"/>
                    <a:pt x="34007" y="9230"/>
                  </a:cubicBezTo>
                  <a:cubicBezTo>
                    <a:pt x="33990" y="9170"/>
                    <a:pt x="33973" y="9120"/>
                    <a:pt x="33956" y="9077"/>
                  </a:cubicBezTo>
                  <a:lnTo>
                    <a:pt x="33905" y="8984"/>
                  </a:lnTo>
                  <a:cubicBezTo>
                    <a:pt x="33888" y="8942"/>
                    <a:pt x="33863" y="8900"/>
                    <a:pt x="33838" y="8866"/>
                  </a:cubicBezTo>
                  <a:cubicBezTo>
                    <a:pt x="33795" y="8790"/>
                    <a:pt x="33762" y="8714"/>
                    <a:pt x="33618" y="8485"/>
                  </a:cubicBezTo>
                  <a:lnTo>
                    <a:pt x="33618" y="8485"/>
                  </a:lnTo>
                  <a:cubicBezTo>
                    <a:pt x="33664" y="8549"/>
                    <a:pt x="33680" y="8570"/>
                    <a:pt x="33682" y="8570"/>
                  </a:cubicBezTo>
                  <a:cubicBezTo>
                    <a:pt x="33687" y="8570"/>
                    <a:pt x="33626" y="8474"/>
                    <a:pt x="33637" y="8474"/>
                  </a:cubicBezTo>
                  <a:lnTo>
                    <a:pt x="33637" y="8474"/>
                  </a:lnTo>
                  <a:cubicBezTo>
                    <a:pt x="33639" y="8474"/>
                    <a:pt x="33640" y="8475"/>
                    <a:pt x="33643" y="8477"/>
                  </a:cubicBezTo>
                  <a:cubicBezTo>
                    <a:pt x="33618" y="8443"/>
                    <a:pt x="33584" y="8401"/>
                    <a:pt x="33559" y="8367"/>
                  </a:cubicBezTo>
                  <a:lnTo>
                    <a:pt x="33415" y="8181"/>
                  </a:lnTo>
                  <a:cubicBezTo>
                    <a:pt x="33288" y="8045"/>
                    <a:pt x="33136" y="7885"/>
                    <a:pt x="33009" y="7758"/>
                  </a:cubicBezTo>
                  <a:cubicBezTo>
                    <a:pt x="33004" y="7756"/>
                    <a:pt x="33000" y="7755"/>
                    <a:pt x="32998" y="7755"/>
                  </a:cubicBezTo>
                  <a:cubicBezTo>
                    <a:pt x="32979" y="7755"/>
                    <a:pt x="33027" y="7810"/>
                    <a:pt x="33102" y="7885"/>
                  </a:cubicBezTo>
                  <a:cubicBezTo>
                    <a:pt x="33195" y="7978"/>
                    <a:pt x="33279" y="8079"/>
                    <a:pt x="33356" y="8181"/>
                  </a:cubicBezTo>
                  <a:cubicBezTo>
                    <a:pt x="33508" y="8333"/>
                    <a:pt x="33635" y="8511"/>
                    <a:pt x="33736" y="8697"/>
                  </a:cubicBezTo>
                  <a:cubicBezTo>
                    <a:pt x="33829" y="8874"/>
                    <a:pt x="33914" y="9052"/>
                    <a:pt x="33990" y="9204"/>
                  </a:cubicBezTo>
                  <a:cubicBezTo>
                    <a:pt x="34052" y="9358"/>
                    <a:pt x="34059" y="9409"/>
                    <a:pt x="34053" y="9409"/>
                  </a:cubicBezTo>
                  <a:cubicBezTo>
                    <a:pt x="34050" y="9409"/>
                    <a:pt x="34045" y="9402"/>
                    <a:pt x="34041" y="9390"/>
                  </a:cubicBezTo>
                  <a:cubicBezTo>
                    <a:pt x="34024" y="9348"/>
                    <a:pt x="34007" y="9306"/>
                    <a:pt x="33982" y="9272"/>
                  </a:cubicBezTo>
                  <a:lnTo>
                    <a:pt x="33982" y="9272"/>
                  </a:lnTo>
                  <a:cubicBezTo>
                    <a:pt x="33998" y="9356"/>
                    <a:pt x="34032" y="9433"/>
                    <a:pt x="34075" y="9517"/>
                  </a:cubicBezTo>
                  <a:cubicBezTo>
                    <a:pt x="34078" y="9517"/>
                    <a:pt x="34080" y="9513"/>
                    <a:pt x="34083" y="9513"/>
                  </a:cubicBezTo>
                  <a:cubicBezTo>
                    <a:pt x="34086" y="9513"/>
                    <a:pt x="34090" y="9521"/>
                    <a:pt x="34100" y="9560"/>
                  </a:cubicBezTo>
                  <a:cubicBezTo>
                    <a:pt x="34168" y="9754"/>
                    <a:pt x="34201" y="9966"/>
                    <a:pt x="34201" y="10177"/>
                  </a:cubicBezTo>
                  <a:lnTo>
                    <a:pt x="34201" y="10287"/>
                  </a:lnTo>
                  <a:cubicBezTo>
                    <a:pt x="34193" y="10312"/>
                    <a:pt x="34185" y="10355"/>
                    <a:pt x="34185" y="10389"/>
                  </a:cubicBezTo>
                  <a:cubicBezTo>
                    <a:pt x="34185" y="10465"/>
                    <a:pt x="34168" y="10549"/>
                    <a:pt x="34159" y="10659"/>
                  </a:cubicBezTo>
                  <a:cubicBezTo>
                    <a:pt x="34142" y="10930"/>
                    <a:pt x="34058" y="11201"/>
                    <a:pt x="33931" y="11446"/>
                  </a:cubicBezTo>
                  <a:cubicBezTo>
                    <a:pt x="33762" y="11750"/>
                    <a:pt x="33542" y="12021"/>
                    <a:pt x="33279" y="12250"/>
                  </a:cubicBezTo>
                  <a:cubicBezTo>
                    <a:pt x="33297" y="12229"/>
                    <a:pt x="33299" y="12222"/>
                    <a:pt x="33293" y="12222"/>
                  </a:cubicBezTo>
                  <a:cubicBezTo>
                    <a:pt x="33282" y="12222"/>
                    <a:pt x="33242" y="12247"/>
                    <a:pt x="33220" y="12258"/>
                  </a:cubicBezTo>
                  <a:cubicBezTo>
                    <a:pt x="33153" y="12343"/>
                    <a:pt x="33076" y="12427"/>
                    <a:pt x="33000" y="12503"/>
                  </a:cubicBezTo>
                  <a:cubicBezTo>
                    <a:pt x="32933" y="12554"/>
                    <a:pt x="32873" y="12605"/>
                    <a:pt x="32679" y="12766"/>
                  </a:cubicBezTo>
                  <a:cubicBezTo>
                    <a:pt x="32797" y="12689"/>
                    <a:pt x="32907" y="12605"/>
                    <a:pt x="33026" y="12529"/>
                  </a:cubicBezTo>
                  <a:lnTo>
                    <a:pt x="33026" y="12529"/>
                  </a:lnTo>
                  <a:cubicBezTo>
                    <a:pt x="32797" y="12732"/>
                    <a:pt x="32543" y="12918"/>
                    <a:pt x="32281" y="13070"/>
                  </a:cubicBezTo>
                  <a:cubicBezTo>
                    <a:pt x="32337" y="13040"/>
                    <a:pt x="32367" y="13027"/>
                    <a:pt x="32377" y="13027"/>
                  </a:cubicBezTo>
                  <a:cubicBezTo>
                    <a:pt x="32399" y="13027"/>
                    <a:pt x="32310" y="13097"/>
                    <a:pt x="32180" y="13180"/>
                  </a:cubicBezTo>
                  <a:cubicBezTo>
                    <a:pt x="31994" y="13299"/>
                    <a:pt x="31731" y="13459"/>
                    <a:pt x="31621" y="13535"/>
                  </a:cubicBezTo>
                  <a:cubicBezTo>
                    <a:pt x="31317" y="13705"/>
                    <a:pt x="31038" y="13916"/>
                    <a:pt x="30860" y="13992"/>
                  </a:cubicBezTo>
                  <a:lnTo>
                    <a:pt x="30894" y="13958"/>
                  </a:lnTo>
                  <a:lnTo>
                    <a:pt x="30894" y="13958"/>
                  </a:lnTo>
                  <a:cubicBezTo>
                    <a:pt x="30750" y="14051"/>
                    <a:pt x="30598" y="14128"/>
                    <a:pt x="30454" y="14204"/>
                  </a:cubicBezTo>
                  <a:lnTo>
                    <a:pt x="30479" y="14136"/>
                  </a:lnTo>
                  <a:lnTo>
                    <a:pt x="30479" y="14136"/>
                  </a:lnTo>
                  <a:cubicBezTo>
                    <a:pt x="30196" y="14282"/>
                    <a:pt x="29877" y="14490"/>
                    <a:pt x="29902" y="14490"/>
                  </a:cubicBezTo>
                  <a:cubicBezTo>
                    <a:pt x="29905" y="14490"/>
                    <a:pt x="29911" y="14488"/>
                    <a:pt x="29921" y="14483"/>
                  </a:cubicBezTo>
                  <a:lnTo>
                    <a:pt x="29921" y="14483"/>
                  </a:lnTo>
                  <a:cubicBezTo>
                    <a:pt x="29775" y="14558"/>
                    <a:pt x="29730" y="14578"/>
                    <a:pt x="29721" y="14578"/>
                  </a:cubicBezTo>
                  <a:cubicBezTo>
                    <a:pt x="29710" y="14578"/>
                    <a:pt x="29749" y="14550"/>
                    <a:pt x="29731" y="14550"/>
                  </a:cubicBezTo>
                  <a:cubicBezTo>
                    <a:pt x="29730" y="14550"/>
                    <a:pt x="29728" y="14550"/>
                    <a:pt x="29726" y="14551"/>
                  </a:cubicBezTo>
                  <a:cubicBezTo>
                    <a:pt x="29896" y="14441"/>
                    <a:pt x="30268" y="14187"/>
                    <a:pt x="30395" y="14161"/>
                  </a:cubicBezTo>
                  <a:lnTo>
                    <a:pt x="30395" y="14161"/>
                  </a:lnTo>
                  <a:cubicBezTo>
                    <a:pt x="30361" y="14178"/>
                    <a:pt x="30327" y="14195"/>
                    <a:pt x="30293" y="14221"/>
                  </a:cubicBezTo>
                  <a:cubicBezTo>
                    <a:pt x="31123" y="13781"/>
                    <a:pt x="30561" y="14016"/>
                    <a:pt x="30922" y="13786"/>
                  </a:cubicBezTo>
                  <a:lnTo>
                    <a:pt x="30922" y="13786"/>
                  </a:lnTo>
                  <a:cubicBezTo>
                    <a:pt x="30720" y="13912"/>
                    <a:pt x="30548" y="13972"/>
                    <a:pt x="30336" y="14111"/>
                  </a:cubicBezTo>
                  <a:cubicBezTo>
                    <a:pt x="30226" y="14170"/>
                    <a:pt x="29794" y="14424"/>
                    <a:pt x="29583" y="14567"/>
                  </a:cubicBezTo>
                  <a:cubicBezTo>
                    <a:pt x="29811" y="14424"/>
                    <a:pt x="30048" y="14297"/>
                    <a:pt x="30285" y="14187"/>
                  </a:cubicBezTo>
                  <a:lnTo>
                    <a:pt x="30285" y="14187"/>
                  </a:lnTo>
                  <a:cubicBezTo>
                    <a:pt x="30082" y="14297"/>
                    <a:pt x="30065" y="14339"/>
                    <a:pt x="29879" y="14424"/>
                  </a:cubicBezTo>
                  <a:lnTo>
                    <a:pt x="29938" y="14381"/>
                  </a:lnTo>
                  <a:lnTo>
                    <a:pt x="29726" y="14517"/>
                  </a:lnTo>
                  <a:cubicBezTo>
                    <a:pt x="29625" y="14559"/>
                    <a:pt x="29532" y="14601"/>
                    <a:pt x="29439" y="14652"/>
                  </a:cubicBezTo>
                  <a:cubicBezTo>
                    <a:pt x="29387" y="14682"/>
                    <a:pt x="29344" y="14704"/>
                    <a:pt x="29337" y="14704"/>
                  </a:cubicBezTo>
                  <a:cubicBezTo>
                    <a:pt x="29330" y="14704"/>
                    <a:pt x="29356" y="14685"/>
                    <a:pt x="29439" y="14635"/>
                  </a:cubicBezTo>
                  <a:lnTo>
                    <a:pt x="29439" y="14635"/>
                  </a:lnTo>
                  <a:cubicBezTo>
                    <a:pt x="29134" y="14796"/>
                    <a:pt x="29337" y="14711"/>
                    <a:pt x="29067" y="14855"/>
                  </a:cubicBezTo>
                  <a:cubicBezTo>
                    <a:pt x="29253" y="14770"/>
                    <a:pt x="29439" y="14677"/>
                    <a:pt x="29617" y="14584"/>
                  </a:cubicBezTo>
                  <a:lnTo>
                    <a:pt x="29617" y="14610"/>
                  </a:lnTo>
                  <a:cubicBezTo>
                    <a:pt x="29464" y="14703"/>
                    <a:pt x="29312" y="14787"/>
                    <a:pt x="29151" y="14855"/>
                  </a:cubicBezTo>
                  <a:lnTo>
                    <a:pt x="29185" y="14872"/>
                  </a:lnTo>
                  <a:lnTo>
                    <a:pt x="28779" y="15050"/>
                  </a:lnTo>
                  <a:cubicBezTo>
                    <a:pt x="28781" y="15049"/>
                    <a:pt x="28782" y="15049"/>
                    <a:pt x="28783" y="15049"/>
                  </a:cubicBezTo>
                  <a:cubicBezTo>
                    <a:pt x="28821" y="15049"/>
                    <a:pt x="28531" y="15186"/>
                    <a:pt x="28449" y="15227"/>
                  </a:cubicBezTo>
                  <a:cubicBezTo>
                    <a:pt x="28229" y="15329"/>
                    <a:pt x="28348" y="15210"/>
                    <a:pt x="27992" y="15422"/>
                  </a:cubicBezTo>
                  <a:lnTo>
                    <a:pt x="28018" y="15413"/>
                  </a:lnTo>
                  <a:lnTo>
                    <a:pt x="28018" y="15413"/>
                  </a:lnTo>
                  <a:cubicBezTo>
                    <a:pt x="27806" y="15515"/>
                    <a:pt x="27679" y="15583"/>
                    <a:pt x="27366" y="15709"/>
                  </a:cubicBezTo>
                  <a:cubicBezTo>
                    <a:pt x="27397" y="15694"/>
                    <a:pt x="27425" y="15678"/>
                    <a:pt x="27454" y="15665"/>
                  </a:cubicBezTo>
                  <a:lnTo>
                    <a:pt x="27454" y="15665"/>
                  </a:lnTo>
                  <a:cubicBezTo>
                    <a:pt x="27251" y="15750"/>
                    <a:pt x="26998" y="15872"/>
                    <a:pt x="26766" y="15980"/>
                  </a:cubicBezTo>
                  <a:cubicBezTo>
                    <a:pt x="26647" y="16039"/>
                    <a:pt x="26529" y="16090"/>
                    <a:pt x="26419" y="16124"/>
                  </a:cubicBezTo>
                  <a:cubicBezTo>
                    <a:pt x="26343" y="16158"/>
                    <a:pt x="26267" y="16183"/>
                    <a:pt x="26182" y="16200"/>
                  </a:cubicBezTo>
                  <a:cubicBezTo>
                    <a:pt x="26207" y="16166"/>
                    <a:pt x="26393" y="16107"/>
                    <a:pt x="26393" y="16073"/>
                  </a:cubicBezTo>
                  <a:cubicBezTo>
                    <a:pt x="26520" y="16031"/>
                    <a:pt x="26647" y="15989"/>
                    <a:pt x="26766" y="15929"/>
                  </a:cubicBezTo>
                  <a:cubicBezTo>
                    <a:pt x="26850" y="15887"/>
                    <a:pt x="26909" y="15853"/>
                    <a:pt x="26977" y="15819"/>
                  </a:cubicBezTo>
                  <a:cubicBezTo>
                    <a:pt x="27189" y="15701"/>
                    <a:pt x="27409" y="15591"/>
                    <a:pt x="27637" y="15506"/>
                  </a:cubicBezTo>
                  <a:cubicBezTo>
                    <a:pt x="27640" y="15508"/>
                    <a:pt x="27644" y="15509"/>
                    <a:pt x="27649" y="15509"/>
                  </a:cubicBezTo>
                  <a:cubicBezTo>
                    <a:pt x="27699" y="15509"/>
                    <a:pt x="27846" y="15431"/>
                    <a:pt x="28001" y="15354"/>
                  </a:cubicBezTo>
                  <a:cubicBezTo>
                    <a:pt x="28136" y="15261"/>
                    <a:pt x="28288" y="15193"/>
                    <a:pt x="28441" y="15143"/>
                  </a:cubicBezTo>
                  <a:lnTo>
                    <a:pt x="28441" y="15143"/>
                  </a:lnTo>
                  <a:cubicBezTo>
                    <a:pt x="28288" y="15210"/>
                    <a:pt x="28119" y="15312"/>
                    <a:pt x="27992" y="15380"/>
                  </a:cubicBezTo>
                  <a:cubicBezTo>
                    <a:pt x="27875" y="15442"/>
                    <a:pt x="27793" y="15490"/>
                    <a:pt x="27802" y="15490"/>
                  </a:cubicBezTo>
                  <a:cubicBezTo>
                    <a:pt x="27803" y="15490"/>
                    <a:pt x="27804" y="15490"/>
                    <a:pt x="27806" y="15490"/>
                  </a:cubicBezTo>
                  <a:lnTo>
                    <a:pt x="28035" y="15380"/>
                  </a:lnTo>
                  <a:lnTo>
                    <a:pt x="28271" y="15261"/>
                  </a:lnTo>
                  <a:cubicBezTo>
                    <a:pt x="28432" y="15185"/>
                    <a:pt x="28576" y="15109"/>
                    <a:pt x="28669" y="15067"/>
                  </a:cubicBezTo>
                  <a:lnTo>
                    <a:pt x="28669" y="15067"/>
                  </a:lnTo>
                  <a:cubicBezTo>
                    <a:pt x="28615" y="15087"/>
                    <a:pt x="28581" y="15096"/>
                    <a:pt x="28564" y="15096"/>
                  </a:cubicBezTo>
                  <a:cubicBezTo>
                    <a:pt x="28523" y="15096"/>
                    <a:pt x="28567" y="15049"/>
                    <a:pt x="28644" y="14990"/>
                  </a:cubicBezTo>
                  <a:lnTo>
                    <a:pt x="28644" y="14990"/>
                  </a:lnTo>
                  <a:cubicBezTo>
                    <a:pt x="28534" y="15058"/>
                    <a:pt x="28407" y="15126"/>
                    <a:pt x="28255" y="15193"/>
                  </a:cubicBezTo>
                  <a:lnTo>
                    <a:pt x="28018" y="15312"/>
                  </a:lnTo>
                  <a:cubicBezTo>
                    <a:pt x="27933" y="15346"/>
                    <a:pt x="27848" y="15380"/>
                    <a:pt x="27764" y="15413"/>
                  </a:cubicBezTo>
                  <a:cubicBezTo>
                    <a:pt x="27417" y="15557"/>
                    <a:pt x="27045" y="15718"/>
                    <a:pt x="26715" y="15862"/>
                  </a:cubicBezTo>
                  <a:lnTo>
                    <a:pt x="26808" y="15862"/>
                  </a:lnTo>
                  <a:cubicBezTo>
                    <a:pt x="26632" y="15948"/>
                    <a:pt x="26574" y="15973"/>
                    <a:pt x="26562" y="15973"/>
                  </a:cubicBezTo>
                  <a:cubicBezTo>
                    <a:pt x="26545" y="15973"/>
                    <a:pt x="26617" y="15925"/>
                    <a:pt x="26585" y="15925"/>
                  </a:cubicBezTo>
                  <a:cubicBezTo>
                    <a:pt x="26568" y="15925"/>
                    <a:pt x="26522" y="15938"/>
                    <a:pt x="26419" y="15980"/>
                  </a:cubicBezTo>
                  <a:lnTo>
                    <a:pt x="26241" y="16090"/>
                  </a:lnTo>
                  <a:lnTo>
                    <a:pt x="26207" y="16099"/>
                  </a:lnTo>
                  <a:lnTo>
                    <a:pt x="25894" y="16259"/>
                  </a:lnTo>
                  <a:cubicBezTo>
                    <a:pt x="26123" y="16166"/>
                    <a:pt x="26004" y="16183"/>
                    <a:pt x="26267" y="16099"/>
                  </a:cubicBezTo>
                  <a:cubicBezTo>
                    <a:pt x="26326" y="16076"/>
                    <a:pt x="26355" y="16068"/>
                    <a:pt x="26363" y="16068"/>
                  </a:cubicBezTo>
                  <a:cubicBezTo>
                    <a:pt x="26387" y="16068"/>
                    <a:pt x="26251" y="16137"/>
                    <a:pt x="26207" y="16175"/>
                  </a:cubicBezTo>
                  <a:cubicBezTo>
                    <a:pt x="26087" y="16213"/>
                    <a:pt x="25755" y="16350"/>
                    <a:pt x="25732" y="16350"/>
                  </a:cubicBezTo>
                  <a:cubicBezTo>
                    <a:pt x="25724" y="16350"/>
                    <a:pt x="25752" y="16334"/>
                    <a:pt x="25835" y="16293"/>
                  </a:cubicBezTo>
                  <a:lnTo>
                    <a:pt x="25835" y="16293"/>
                  </a:lnTo>
                  <a:lnTo>
                    <a:pt x="25251" y="16564"/>
                  </a:lnTo>
                  <a:cubicBezTo>
                    <a:pt x="25302" y="16535"/>
                    <a:pt x="25353" y="16500"/>
                    <a:pt x="25409" y="16474"/>
                  </a:cubicBezTo>
                  <a:lnTo>
                    <a:pt x="25409" y="16474"/>
                  </a:lnTo>
                  <a:cubicBezTo>
                    <a:pt x="25275" y="16530"/>
                    <a:pt x="25140" y="16593"/>
                    <a:pt x="25006" y="16640"/>
                  </a:cubicBezTo>
                  <a:lnTo>
                    <a:pt x="25015" y="16623"/>
                  </a:lnTo>
                  <a:lnTo>
                    <a:pt x="25015" y="16623"/>
                  </a:lnTo>
                  <a:cubicBezTo>
                    <a:pt x="24668" y="16767"/>
                    <a:pt x="24177" y="16945"/>
                    <a:pt x="23915" y="17063"/>
                  </a:cubicBezTo>
                  <a:cubicBezTo>
                    <a:pt x="24050" y="17024"/>
                    <a:pt x="24111" y="17008"/>
                    <a:pt x="24126" y="17008"/>
                  </a:cubicBezTo>
                  <a:cubicBezTo>
                    <a:pt x="24178" y="17008"/>
                    <a:pt x="23649" y="17198"/>
                    <a:pt x="23695" y="17198"/>
                  </a:cubicBezTo>
                  <a:cubicBezTo>
                    <a:pt x="23628" y="17219"/>
                    <a:pt x="23571" y="17230"/>
                    <a:pt x="23540" y="17230"/>
                  </a:cubicBezTo>
                  <a:cubicBezTo>
                    <a:pt x="23520" y="17230"/>
                    <a:pt x="23511" y="17225"/>
                    <a:pt x="23517" y="17215"/>
                  </a:cubicBezTo>
                  <a:cubicBezTo>
                    <a:pt x="23526" y="17190"/>
                    <a:pt x="23619" y="17139"/>
                    <a:pt x="23839" y="17046"/>
                  </a:cubicBezTo>
                  <a:cubicBezTo>
                    <a:pt x="23974" y="17021"/>
                    <a:pt x="24279" y="16885"/>
                    <a:pt x="24507" y="16801"/>
                  </a:cubicBezTo>
                  <a:lnTo>
                    <a:pt x="24507" y="16801"/>
                  </a:lnTo>
                  <a:cubicBezTo>
                    <a:pt x="24202" y="16894"/>
                    <a:pt x="24118" y="16945"/>
                    <a:pt x="23881" y="17029"/>
                  </a:cubicBezTo>
                  <a:cubicBezTo>
                    <a:pt x="23911" y="17015"/>
                    <a:pt x="23919" y="17009"/>
                    <a:pt x="23912" y="17009"/>
                  </a:cubicBezTo>
                  <a:cubicBezTo>
                    <a:pt x="23884" y="17009"/>
                    <a:pt x="23621" y="17099"/>
                    <a:pt x="23575" y="17099"/>
                  </a:cubicBezTo>
                  <a:cubicBezTo>
                    <a:pt x="23570" y="17099"/>
                    <a:pt x="23568" y="17099"/>
                    <a:pt x="23568" y="17097"/>
                  </a:cubicBezTo>
                  <a:cubicBezTo>
                    <a:pt x="23695" y="17021"/>
                    <a:pt x="23839" y="16961"/>
                    <a:pt x="23991" y="16919"/>
                  </a:cubicBezTo>
                  <a:cubicBezTo>
                    <a:pt x="24137" y="16869"/>
                    <a:pt x="24195" y="16854"/>
                    <a:pt x="24209" y="16854"/>
                  </a:cubicBezTo>
                  <a:cubicBezTo>
                    <a:pt x="24234" y="16854"/>
                    <a:pt x="24145" y="16895"/>
                    <a:pt x="24150" y="16895"/>
                  </a:cubicBezTo>
                  <a:cubicBezTo>
                    <a:pt x="24152" y="16895"/>
                    <a:pt x="24159" y="16892"/>
                    <a:pt x="24177" y="16885"/>
                  </a:cubicBezTo>
                  <a:cubicBezTo>
                    <a:pt x="24312" y="16877"/>
                    <a:pt x="24803" y="16657"/>
                    <a:pt x="25082" y="16564"/>
                  </a:cubicBezTo>
                  <a:cubicBezTo>
                    <a:pt x="25108" y="16564"/>
                    <a:pt x="25015" y="16598"/>
                    <a:pt x="24972" y="16615"/>
                  </a:cubicBezTo>
                  <a:cubicBezTo>
                    <a:pt x="25226" y="16530"/>
                    <a:pt x="25471" y="16420"/>
                    <a:pt x="25717" y="16293"/>
                  </a:cubicBezTo>
                  <a:lnTo>
                    <a:pt x="25717" y="16293"/>
                  </a:lnTo>
                  <a:lnTo>
                    <a:pt x="25141" y="16547"/>
                  </a:lnTo>
                  <a:cubicBezTo>
                    <a:pt x="25124" y="16553"/>
                    <a:pt x="25114" y="16555"/>
                    <a:pt x="25111" y="16555"/>
                  </a:cubicBezTo>
                  <a:cubicBezTo>
                    <a:pt x="25093" y="16555"/>
                    <a:pt x="25210" y="16498"/>
                    <a:pt x="25184" y="16498"/>
                  </a:cubicBezTo>
                  <a:cubicBezTo>
                    <a:pt x="25177" y="16498"/>
                    <a:pt x="25159" y="16502"/>
                    <a:pt x="25125" y="16513"/>
                  </a:cubicBezTo>
                  <a:cubicBezTo>
                    <a:pt x="24998" y="16564"/>
                    <a:pt x="24837" y="16623"/>
                    <a:pt x="24659" y="16682"/>
                  </a:cubicBezTo>
                  <a:lnTo>
                    <a:pt x="24693" y="16657"/>
                  </a:lnTo>
                  <a:lnTo>
                    <a:pt x="24693" y="16657"/>
                  </a:lnTo>
                  <a:cubicBezTo>
                    <a:pt x="24507" y="16716"/>
                    <a:pt x="24279" y="16792"/>
                    <a:pt x="24050" y="16877"/>
                  </a:cubicBezTo>
                  <a:cubicBezTo>
                    <a:pt x="23813" y="16961"/>
                    <a:pt x="23576" y="17055"/>
                    <a:pt x="23365" y="17122"/>
                  </a:cubicBezTo>
                  <a:cubicBezTo>
                    <a:pt x="23289" y="17198"/>
                    <a:pt x="23086" y="17300"/>
                    <a:pt x="22925" y="17410"/>
                  </a:cubicBezTo>
                  <a:lnTo>
                    <a:pt x="22451" y="17554"/>
                  </a:lnTo>
                  <a:cubicBezTo>
                    <a:pt x="22291" y="17604"/>
                    <a:pt x="22130" y="17655"/>
                    <a:pt x="21969" y="17697"/>
                  </a:cubicBezTo>
                  <a:lnTo>
                    <a:pt x="20985" y="17950"/>
                  </a:lnTo>
                  <a:lnTo>
                    <a:pt x="20985" y="17950"/>
                  </a:lnTo>
                  <a:cubicBezTo>
                    <a:pt x="20985" y="17950"/>
                    <a:pt x="20985" y="17949"/>
                    <a:pt x="20985" y="17949"/>
                  </a:cubicBezTo>
                  <a:lnTo>
                    <a:pt x="20985" y="17949"/>
                  </a:lnTo>
                  <a:cubicBezTo>
                    <a:pt x="20983" y="17950"/>
                    <a:pt x="20981" y="17951"/>
                    <a:pt x="20979" y="17951"/>
                  </a:cubicBezTo>
                  <a:lnTo>
                    <a:pt x="20985" y="17950"/>
                  </a:lnTo>
                  <a:lnTo>
                    <a:pt x="20985" y="17950"/>
                  </a:lnTo>
                  <a:cubicBezTo>
                    <a:pt x="20991" y="17958"/>
                    <a:pt x="20984" y="17970"/>
                    <a:pt x="20963" y="17985"/>
                  </a:cubicBezTo>
                  <a:cubicBezTo>
                    <a:pt x="20861" y="18002"/>
                    <a:pt x="20726" y="18044"/>
                    <a:pt x="20616" y="18061"/>
                  </a:cubicBezTo>
                  <a:cubicBezTo>
                    <a:pt x="20536" y="18079"/>
                    <a:pt x="20470" y="18093"/>
                    <a:pt x="20440" y="18093"/>
                  </a:cubicBezTo>
                  <a:cubicBezTo>
                    <a:pt x="20428" y="18093"/>
                    <a:pt x="20421" y="18091"/>
                    <a:pt x="20421" y="18087"/>
                  </a:cubicBezTo>
                  <a:cubicBezTo>
                    <a:pt x="20227" y="18163"/>
                    <a:pt x="19643" y="18315"/>
                    <a:pt x="19761" y="18315"/>
                  </a:cubicBezTo>
                  <a:lnTo>
                    <a:pt x="19685" y="18332"/>
                  </a:lnTo>
                  <a:cubicBezTo>
                    <a:pt x="19558" y="18349"/>
                    <a:pt x="19406" y="18366"/>
                    <a:pt x="19195" y="18400"/>
                  </a:cubicBezTo>
                  <a:cubicBezTo>
                    <a:pt x="18991" y="18433"/>
                    <a:pt x="18729" y="18476"/>
                    <a:pt x="18391" y="18535"/>
                  </a:cubicBezTo>
                  <a:cubicBezTo>
                    <a:pt x="18264" y="18552"/>
                    <a:pt x="18247" y="18577"/>
                    <a:pt x="18281" y="18594"/>
                  </a:cubicBezTo>
                  <a:cubicBezTo>
                    <a:pt x="18137" y="18611"/>
                    <a:pt x="18002" y="18628"/>
                    <a:pt x="17875" y="18653"/>
                  </a:cubicBezTo>
                  <a:cubicBezTo>
                    <a:pt x="17985" y="18611"/>
                    <a:pt x="18112" y="18586"/>
                    <a:pt x="18230" y="18560"/>
                  </a:cubicBezTo>
                  <a:lnTo>
                    <a:pt x="18230" y="18560"/>
                  </a:lnTo>
                  <a:lnTo>
                    <a:pt x="17714" y="18653"/>
                  </a:lnTo>
                  <a:cubicBezTo>
                    <a:pt x="17536" y="18679"/>
                    <a:pt x="17367" y="18696"/>
                    <a:pt x="17190" y="18721"/>
                  </a:cubicBezTo>
                  <a:lnTo>
                    <a:pt x="17266" y="18696"/>
                  </a:lnTo>
                  <a:lnTo>
                    <a:pt x="16860" y="18772"/>
                  </a:lnTo>
                  <a:cubicBezTo>
                    <a:pt x="17023" y="18742"/>
                    <a:pt x="17255" y="18716"/>
                    <a:pt x="17344" y="18716"/>
                  </a:cubicBezTo>
                  <a:cubicBezTo>
                    <a:pt x="17379" y="18716"/>
                    <a:pt x="17391" y="18720"/>
                    <a:pt x="17367" y="18729"/>
                  </a:cubicBezTo>
                  <a:cubicBezTo>
                    <a:pt x="16902" y="18823"/>
                    <a:pt x="16631" y="18831"/>
                    <a:pt x="16242" y="18916"/>
                  </a:cubicBezTo>
                  <a:cubicBezTo>
                    <a:pt x="16242" y="18865"/>
                    <a:pt x="16107" y="18882"/>
                    <a:pt x="16234" y="18831"/>
                  </a:cubicBezTo>
                  <a:lnTo>
                    <a:pt x="16276" y="18831"/>
                  </a:lnTo>
                  <a:cubicBezTo>
                    <a:pt x="16513" y="18763"/>
                    <a:pt x="16741" y="18713"/>
                    <a:pt x="16978" y="18670"/>
                  </a:cubicBezTo>
                  <a:lnTo>
                    <a:pt x="16978" y="18670"/>
                  </a:lnTo>
                  <a:cubicBezTo>
                    <a:pt x="16547" y="18721"/>
                    <a:pt x="16386" y="18746"/>
                    <a:pt x="16242" y="18763"/>
                  </a:cubicBezTo>
                  <a:cubicBezTo>
                    <a:pt x="16166" y="18780"/>
                    <a:pt x="16098" y="18789"/>
                    <a:pt x="15997" y="18797"/>
                  </a:cubicBezTo>
                  <a:lnTo>
                    <a:pt x="15574" y="18839"/>
                  </a:lnTo>
                  <a:lnTo>
                    <a:pt x="15574" y="18839"/>
                  </a:lnTo>
                  <a:cubicBezTo>
                    <a:pt x="15506" y="18814"/>
                    <a:pt x="16268" y="18729"/>
                    <a:pt x="16090" y="18729"/>
                  </a:cubicBezTo>
                  <a:lnTo>
                    <a:pt x="16801" y="18645"/>
                  </a:lnTo>
                  <a:lnTo>
                    <a:pt x="16801" y="18645"/>
                  </a:lnTo>
                  <a:cubicBezTo>
                    <a:pt x="16741" y="18653"/>
                    <a:pt x="16674" y="18670"/>
                    <a:pt x="16614" y="18687"/>
                  </a:cubicBezTo>
                  <a:cubicBezTo>
                    <a:pt x="17097" y="18594"/>
                    <a:pt x="17283" y="18603"/>
                    <a:pt x="17646" y="18510"/>
                  </a:cubicBezTo>
                  <a:cubicBezTo>
                    <a:pt x="17674" y="18506"/>
                    <a:pt x="17690" y="18504"/>
                    <a:pt x="17698" y="18504"/>
                  </a:cubicBezTo>
                  <a:cubicBezTo>
                    <a:pt x="17722" y="18504"/>
                    <a:pt x="17652" y="18522"/>
                    <a:pt x="17587" y="18535"/>
                  </a:cubicBezTo>
                  <a:cubicBezTo>
                    <a:pt x="17527" y="18547"/>
                    <a:pt x="17468" y="18559"/>
                    <a:pt x="17483" y="18559"/>
                  </a:cubicBezTo>
                  <a:cubicBezTo>
                    <a:pt x="17489" y="18559"/>
                    <a:pt x="17508" y="18557"/>
                    <a:pt x="17545" y="18552"/>
                  </a:cubicBezTo>
                  <a:lnTo>
                    <a:pt x="17545" y="18552"/>
                  </a:lnTo>
                  <a:cubicBezTo>
                    <a:pt x="17359" y="18586"/>
                    <a:pt x="17181" y="18628"/>
                    <a:pt x="17012" y="18687"/>
                  </a:cubicBezTo>
                  <a:cubicBezTo>
                    <a:pt x="17156" y="18679"/>
                    <a:pt x="17300" y="18653"/>
                    <a:pt x="17435" y="18611"/>
                  </a:cubicBezTo>
                  <a:cubicBezTo>
                    <a:pt x="17553" y="18577"/>
                    <a:pt x="17672" y="18543"/>
                    <a:pt x="17799" y="18518"/>
                  </a:cubicBezTo>
                  <a:lnTo>
                    <a:pt x="18154" y="18476"/>
                  </a:lnTo>
                  <a:cubicBezTo>
                    <a:pt x="18227" y="18461"/>
                    <a:pt x="18242" y="18457"/>
                    <a:pt x="18229" y="18457"/>
                  </a:cubicBezTo>
                  <a:cubicBezTo>
                    <a:pt x="18207" y="18457"/>
                    <a:pt x="18114" y="18468"/>
                    <a:pt x="18081" y="18468"/>
                  </a:cubicBezTo>
                  <a:cubicBezTo>
                    <a:pt x="18075" y="18468"/>
                    <a:pt x="18071" y="18468"/>
                    <a:pt x="18069" y="18467"/>
                  </a:cubicBezTo>
                  <a:cubicBezTo>
                    <a:pt x="18332" y="18416"/>
                    <a:pt x="18433" y="18416"/>
                    <a:pt x="18628" y="18383"/>
                  </a:cubicBezTo>
                  <a:cubicBezTo>
                    <a:pt x="18588" y="18383"/>
                    <a:pt x="18515" y="18390"/>
                    <a:pt x="18480" y="18390"/>
                  </a:cubicBezTo>
                  <a:cubicBezTo>
                    <a:pt x="18463" y="18390"/>
                    <a:pt x="18456" y="18388"/>
                    <a:pt x="18467" y="18383"/>
                  </a:cubicBezTo>
                  <a:cubicBezTo>
                    <a:pt x="18779" y="18342"/>
                    <a:pt x="19098" y="18277"/>
                    <a:pt x="19395" y="18242"/>
                  </a:cubicBezTo>
                  <a:lnTo>
                    <a:pt x="19395" y="18242"/>
                  </a:lnTo>
                  <a:cubicBezTo>
                    <a:pt x="19392" y="18242"/>
                    <a:pt x="19389" y="18242"/>
                    <a:pt x="19386" y="18242"/>
                  </a:cubicBezTo>
                  <a:cubicBezTo>
                    <a:pt x="19313" y="18242"/>
                    <a:pt x="19623" y="18143"/>
                    <a:pt x="19753" y="18112"/>
                  </a:cubicBezTo>
                  <a:lnTo>
                    <a:pt x="19753" y="18112"/>
                  </a:lnTo>
                  <a:lnTo>
                    <a:pt x="19127" y="18213"/>
                  </a:lnTo>
                  <a:cubicBezTo>
                    <a:pt x="18729" y="18290"/>
                    <a:pt x="18408" y="18349"/>
                    <a:pt x="18078" y="18408"/>
                  </a:cubicBezTo>
                  <a:lnTo>
                    <a:pt x="17570" y="18501"/>
                  </a:lnTo>
                  <a:lnTo>
                    <a:pt x="16987" y="18594"/>
                  </a:lnTo>
                  <a:lnTo>
                    <a:pt x="17029" y="18569"/>
                  </a:lnTo>
                  <a:lnTo>
                    <a:pt x="17029" y="18569"/>
                  </a:lnTo>
                  <a:cubicBezTo>
                    <a:pt x="15675" y="18721"/>
                    <a:pt x="15912" y="18797"/>
                    <a:pt x="14753" y="18924"/>
                  </a:cubicBezTo>
                  <a:cubicBezTo>
                    <a:pt x="14718" y="18918"/>
                    <a:pt x="14682" y="18915"/>
                    <a:pt x="14647" y="18915"/>
                  </a:cubicBezTo>
                  <a:cubicBezTo>
                    <a:pt x="14589" y="18915"/>
                    <a:pt x="14532" y="18922"/>
                    <a:pt x="14474" y="18933"/>
                  </a:cubicBezTo>
                  <a:cubicBezTo>
                    <a:pt x="14401" y="18937"/>
                    <a:pt x="14330" y="18942"/>
                    <a:pt x="14289" y="18942"/>
                  </a:cubicBezTo>
                  <a:cubicBezTo>
                    <a:pt x="14258" y="18942"/>
                    <a:pt x="14243" y="18940"/>
                    <a:pt x="14254" y="18933"/>
                  </a:cubicBezTo>
                  <a:cubicBezTo>
                    <a:pt x="14610" y="18916"/>
                    <a:pt x="14533" y="18899"/>
                    <a:pt x="14432" y="18890"/>
                  </a:cubicBezTo>
                  <a:lnTo>
                    <a:pt x="14432" y="18890"/>
                  </a:lnTo>
                  <a:cubicBezTo>
                    <a:pt x="14187" y="18933"/>
                    <a:pt x="13941" y="18958"/>
                    <a:pt x="13704" y="18958"/>
                  </a:cubicBezTo>
                  <a:cubicBezTo>
                    <a:pt x="13848" y="18933"/>
                    <a:pt x="13493" y="18941"/>
                    <a:pt x="13882" y="18907"/>
                  </a:cubicBezTo>
                  <a:lnTo>
                    <a:pt x="13882" y="18907"/>
                  </a:lnTo>
                  <a:cubicBezTo>
                    <a:pt x="13510" y="18916"/>
                    <a:pt x="13146" y="18949"/>
                    <a:pt x="12782" y="19000"/>
                  </a:cubicBezTo>
                  <a:cubicBezTo>
                    <a:pt x="12585" y="19012"/>
                    <a:pt x="12464" y="19016"/>
                    <a:pt x="12384" y="19016"/>
                  </a:cubicBezTo>
                  <a:cubicBezTo>
                    <a:pt x="12180" y="19016"/>
                    <a:pt x="12247" y="18989"/>
                    <a:pt x="12012" y="18989"/>
                  </a:cubicBezTo>
                  <a:cubicBezTo>
                    <a:pt x="11933" y="18989"/>
                    <a:pt x="11819" y="18992"/>
                    <a:pt x="11649" y="19000"/>
                  </a:cubicBezTo>
                  <a:lnTo>
                    <a:pt x="11784" y="18983"/>
                  </a:lnTo>
                  <a:cubicBezTo>
                    <a:pt x="11598" y="18983"/>
                    <a:pt x="11420" y="18992"/>
                    <a:pt x="11243" y="18992"/>
                  </a:cubicBezTo>
                  <a:cubicBezTo>
                    <a:pt x="11302" y="19000"/>
                    <a:pt x="11361" y="19009"/>
                    <a:pt x="11420" y="19009"/>
                  </a:cubicBezTo>
                  <a:cubicBezTo>
                    <a:pt x="11209" y="19026"/>
                    <a:pt x="10997" y="19026"/>
                    <a:pt x="10786" y="19026"/>
                  </a:cubicBezTo>
                  <a:cubicBezTo>
                    <a:pt x="10388" y="19034"/>
                    <a:pt x="10938" y="19051"/>
                    <a:pt x="10887" y="19068"/>
                  </a:cubicBezTo>
                  <a:lnTo>
                    <a:pt x="11023" y="19042"/>
                  </a:lnTo>
                  <a:cubicBezTo>
                    <a:pt x="11107" y="19042"/>
                    <a:pt x="11207" y="19046"/>
                    <a:pt x="11302" y="19046"/>
                  </a:cubicBezTo>
                  <a:cubicBezTo>
                    <a:pt x="11349" y="19046"/>
                    <a:pt x="11395" y="19045"/>
                    <a:pt x="11437" y="19042"/>
                  </a:cubicBezTo>
                  <a:cubicBezTo>
                    <a:pt x="11480" y="19038"/>
                    <a:pt x="11524" y="19036"/>
                    <a:pt x="11568" y="19036"/>
                  </a:cubicBezTo>
                  <a:cubicBezTo>
                    <a:pt x="11613" y="19036"/>
                    <a:pt x="11657" y="19038"/>
                    <a:pt x="11699" y="19042"/>
                  </a:cubicBezTo>
                  <a:cubicBezTo>
                    <a:pt x="11539" y="19051"/>
                    <a:pt x="11370" y="19059"/>
                    <a:pt x="11209" y="19085"/>
                  </a:cubicBezTo>
                  <a:cubicBezTo>
                    <a:pt x="11344" y="19085"/>
                    <a:pt x="11480" y="19076"/>
                    <a:pt x="11615" y="19068"/>
                  </a:cubicBezTo>
                  <a:lnTo>
                    <a:pt x="11742" y="19093"/>
                  </a:lnTo>
                  <a:cubicBezTo>
                    <a:pt x="12148" y="19085"/>
                    <a:pt x="12452" y="19085"/>
                    <a:pt x="12698" y="19051"/>
                  </a:cubicBezTo>
                  <a:cubicBezTo>
                    <a:pt x="12679" y="19050"/>
                    <a:pt x="12660" y="19050"/>
                    <a:pt x="12643" y="19050"/>
                  </a:cubicBezTo>
                  <a:cubicBezTo>
                    <a:pt x="12523" y="19050"/>
                    <a:pt x="12435" y="19069"/>
                    <a:pt x="12324" y="19069"/>
                  </a:cubicBezTo>
                  <a:cubicBezTo>
                    <a:pt x="12308" y="19069"/>
                    <a:pt x="12292" y="19069"/>
                    <a:pt x="12275" y="19068"/>
                  </a:cubicBezTo>
                  <a:cubicBezTo>
                    <a:pt x="12469" y="19026"/>
                    <a:pt x="12968" y="19017"/>
                    <a:pt x="13451" y="18966"/>
                  </a:cubicBezTo>
                  <a:cubicBezTo>
                    <a:pt x="13468" y="18983"/>
                    <a:pt x="13620" y="18975"/>
                    <a:pt x="13552" y="18983"/>
                  </a:cubicBezTo>
                  <a:cubicBezTo>
                    <a:pt x="13510" y="18992"/>
                    <a:pt x="13459" y="18992"/>
                    <a:pt x="13417" y="18992"/>
                  </a:cubicBezTo>
                  <a:cubicBezTo>
                    <a:pt x="13443" y="19005"/>
                    <a:pt x="13289" y="19023"/>
                    <a:pt x="13423" y="19023"/>
                  </a:cubicBezTo>
                  <a:cubicBezTo>
                    <a:pt x="13464" y="19023"/>
                    <a:pt x="13531" y="19021"/>
                    <a:pt x="13637" y="19017"/>
                  </a:cubicBezTo>
                  <a:lnTo>
                    <a:pt x="13637" y="19017"/>
                  </a:lnTo>
                  <a:cubicBezTo>
                    <a:pt x="13476" y="19051"/>
                    <a:pt x="13138" y="19110"/>
                    <a:pt x="13146" y="19119"/>
                  </a:cubicBezTo>
                  <a:lnTo>
                    <a:pt x="12935" y="19136"/>
                  </a:lnTo>
                  <a:lnTo>
                    <a:pt x="12706" y="19144"/>
                  </a:lnTo>
                  <a:lnTo>
                    <a:pt x="12300" y="19144"/>
                  </a:lnTo>
                  <a:lnTo>
                    <a:pt x="12317" y="19136"/>
                  </a:lnTo>
                  <a:cubicBezTo>
                    <a:pt x="12141" y="19136"/>
                    <a:pt x="11815" y="19161"/>
                    <a:pt x="11655" y="19161"/>
                  </a:cubicBezTo>
                  <a:cubicBezTo>
                    <a:pt x="11607" y="19161"/>
                    <a:pt x="11574" y="19158"/>
                    <a:pt x="11564" y="19152"/>
                  </a:cubicBezTo>
                  <a:cubicBezTo>
                    <a:pt x="11420" y="19161"/>
                    <a:pt x="11031" y="19161"/>
                    <a:pt x="11429" y="19178"/>
                  </a:cubicBezTo>
                  <a:lnTo>
                    <a:pt x="10777" y="19178"/>
                  </a:lnTo>
                  <a:cubicBezTo>
                    <a:pt x="10887" y="19136"/>
                    <a:pt x="10270" y="19110"/>
                    <a:pt x="10921" y="19093"/>
                  </a:cubicBezTo>
                  <a:lnTo>
                    <a:pt x="10490" y="19093"/>
                  </a:lnTo>
                  <a:cubicBezTo>
                    <a:pt x="10718" y="19068"/>
                    <a:pt x="10380" y="19051"/>
                    <a:pt x="10025" y="19042"/>
                  </a:cubicBezTo>
                  <a:lnTo>
                    <a:pt x="9940" y="19068"/>
                  </a:lnTo>
                  <a:cubicBezTo>
                    <a:pt x="9635" y="19042"/>
                    <a:pt x="9458" y="19000"/>
                    <a:pt x="9043" y="18983"/>
                  </a:cubicBezTo>
                  <a:cubicBezTo>
                    <a:pt x="8730" y="18992"/>
                    <a:pt x="8400" y="19017"/>
                    <a:pt x="8087" y="19017"/>
                  </a:cubicBezTo>
                  <a:lnTo>
                    <a:pt x="7808" y="18992"/>
                  </a:lnTo>
                  <a:cubicBezTo>
                    <a:pt x="7681" y="18966"/>
                    <a:pt x="7267" y="18924"/>
                    <a:pt x="7436" y="18916"/>
                  </a:cubicBezTo>
                  <a:cubicBezTo>
                    <a:pt x="7422" y="18910"/>
                    <a:pt x="7428" y="18907"/>
                    <a:pt x="7450" y="18907"/>
                  </a:cubicBezTo>
                  <a:cubicBezTo>
                    <a:pt x="7493" y="18907"/>
                    <a:pt x="7597" y="18918"/>
                    <a:pt x="7715" y="18941"/>
                  </a:cubicBezTo>
                  <a:cubicBezTo>
                    <a:pt x="7728" y="18945"/>
                    <a:pt x="7724" y="18945"/>
                    <a:pt x="7719" y="18945"/>
                  </a:cubicBezTo>
                  <a:cubicBezTo>
                    <a:pt x="7715" y="18945"/>
                    <a:pt x="7711" y="18945"/>
                    <a:pt x="7724" y="18949"/>
                  </a:cubicBezTo>
                  <a:cubicBezTo>
                    <a:pt x="7783" y="18941"/>
                    <a:pt x="7800" y="18924"/>
                    <a:pt x="7588" y="18882"/>
                  </a:cubicBezTo>
                  <a:lnTo>
                    <a:pt x="7588" y="18882"/>
                  </a:lnTo>
                  <a:cubicBezTo>
                    <a:pt x="7724" y="18899"/>
                    <a:pt x="7859" y="18916"/>
                    <a:pt x="7994" y="18916"/>
                  </a:cubicBezTo>
                  <a:lnTo>
                    <a:pt x="7766" y="18890"/>
                  </a:lnTo>
                  <a:lnTo>
                    <a:pt x="7766" y="18890"/>
                  </a:lnTo>
                  <a:cubicBezTo>
                    <a:pt x="7935" y="18907"/>
                    <a:pt x="8155" y="18916"/>
                    <a:pt x="8324" y="18916"/>
                  </a:cubicBezTo>
                  <a:cubicBezTo>
                    <a:pt x="8351" y="18918"/>
                    <a:pt x="8379" y="18919"/>
                    <a:pt x="8406" y="18919"/>
                  </a:cubicBezTo>
                  <a:cubicBezTo>
                    <a:pt x="8479" y="18919"/>
                    <a:pt x="8552" y="18911"/>
                    <a:pt x="8620" y="18899"/>
                  </a:cubicBezTo>
                  <a:lnTo>
                    <a:pt x="8620" y="18899"/>
                  </a:lnTo>
                  <a:cubicBezTo>
                    <a:pt x="8591" y="18900"/>
                    <a:pt x="8562" y="18901"/>
                    <a:pt x="8533" y="18901"/>
                  </a:cubicBezTo>
                  <a:cubicBezTo>
                    <a:pt x="8393" y="18901"/>
                    <a:pt x="8254" y="18884"/>
                    <a:pt x="8121" y="18856"/>
                  </a:cubicBezTo>
                  <a:lnTo>
                    <a:pt x="8121" y="18856"/>
                  </a:lnTo>
                  <a:cubicBezTo>
                    <a:pt x="8177" y="18860"/>
                    <a:pt x="8262" y="18862"/>
                    <a:pt x="8327" y="18862"/>
                  </a:cubicBezTo>
                  <a:cubicBezTo>
                    <a:pt x="8417" y="18862"/>
                    <a:pt x="8466" y="18858"/>
                    <a:pt x="8333" y="18848"/>
                  </a:cubicBezTo>
                  <a:lnTo>
                    <a:pt x="8333" y="18848"/>
                  </a:lnTo>
                  <a:cubicBezTo>
                    <a:pt x="8324" y="18849"/>
                    <a:pt x="8311" y="18849"/>
                    <a:pt x="8295" y="18849"/>
                  </a:cubicBezTo>
                  <a:cubicBezTo>
                    <a:pt x="8206" y="18849"/>
                    <a:pt x="8018" y="18839"/>
                    <a:pt x="7944" y="18839"/>
                  </a:cubicBezTo>
                  <a:cubicBezTo>
                    <a:pt x="7888" y="18839"/>
                    <a:pt x="7899" y="18845"/>
                    <a:pt x="8070" y="18865"/>
                  </a:cubicBezTo>
                  <a:lnTo>
                    <a:pt x="7749" y="18848"/>
                  </a:lnTo>
                  <a:cubicBezTo>
                    <a:pt x="7639" y="18839"/>
                    <a:pt x="7529" y="18831"/>
                    <a:pt x="7419" y="18814"/>
                  </a:cubicBezTo>
                  <a:lnTo>
                    <a:pt x="7419" y="18814"/>
                  </a:lnTo>
                  <a:cubicBezTo>
                    <a:pt x="7454" y="18815"/>
                    <a:pt x="7481" y="18816"/>
                    <a:pt x="7502" y="18816"/>
                  </a:cubicBezTo>
                  <a:cubicBezTo>
                    <a:pt x="7633" y="18816"/>
                    <a:pt x="7521" y="18795"/>
                    <a:pt x="7580" y="18780"/>
                  </a:cubicBezTo>
                  <a:cubicBezTo>
                    <a:pt x="7552" y="18777"/>
                    <a:pt x="7523" y="18776"/>
                    <a:pt x="7495" y="18776"/>
                  </a:cubicBezTo>
                  <a:cubicBezTo>
                    <a:pt x="7439" y="18776"/>
                    <a:pt x="7382" y="18783"/>
                    <a:pt x="7326" y="18806"/>
                  </a:cubicBezTo>
                  <a:cubicBezTo>
                    <a:pt x="7174" y="18780"/>
                    <a:pt x="7038" y="18746"/>
                    <a:pt x="6920" y="18721"/>
                  </a:cubicBezTo>
                  <a:cubicBezTo>
                    <a:pt x="6801" y="18696"/>
                    <a:pt x="6692" y="18670"/>
                    <a:pt x="6582" y="18636"/>
                  </a:cubicBezTo>
                  <a:cubicBezTo>
                    <a:pt x="6463" y="18611"/>
                    <a:pt x="6353" y="18586"/>
                    <a:pt x="6226" y="18560"/>
                  </a:cubicBezTo>
                  <a:cubicBezTo>
                    <a:pt x="6099" y="18526"/>
                    <a:pt x="5947" y="18493"/>
                    <a:pt x="5778" y="18467"/>
                  </a:cubicBezTo>
                  <a:cubicBezTo>
                    <a:pt x="5770" y="18466"/>
                    <a:pt x="5767" y="18465"/>
                    <a:pt x="5766" y="18465"/>
                  </a:cubicBezTo>
                  <a:lnTo>
                    <a:pt x="5766" y="18465"/>
                  </a:lnTo>
                  <a:cubicBezTo>
                    <a:pt x="5765" y="18465"/>
                    <a:pt x="6187" y="18544"/>
                    <a:pt x="6125" y="18552"/>
                  </a:cubicBezTo>
                  <a:cubicBezTo>
                    <a:pt x="5617" y="18476"/>
                    <a:pt x="5482" y="18366"/>
                    <a:pt x="5059" y="18264"/>
                  </a:cubicBezTo>
                  <a:lnTo>
                    <a:pt x="5059" y="18264"/>
                  </a:lnTo>
                  <a:cubicBezTo>
                    <a:pt x="5093" y="18281"/>
                    <a:pt x="5127" y="18307"/>
                    <a:pt x="5160" y="18332"/>
                  </a:cubicBezTo>
                  <a:cubicBezTo>
                    <a:pt x="5033" y="18298"/>
                    <a:pt x="4712" y="18205"/>
                    <a:pt x="4551" y="18154"/>
                  </a:cubicBezTo>
                  <a:cubicBezTo>
                    <a:pt x="4531" y="18128"/>
                    <a:pt x="4258" y="18013"/>
                    <a:pt x="4298" y="18013"/>
                  </a:cubicBezTo>
                  <a:cubicBezTo>
                    <a:pt x="4309" y="18013"/>
                    <a:pt x="4344" y="18022"/>
                    <a:pt x="4416" y="18044"/>
                  </a:cubicBezTo>
                  <a:lnTo>
                    <a:pt x="4010" y="17884"/>
                  </a:lnTo>
                  <a:cubicBezTo>
                    <a:pt x="3908" y="17850"/>
                    <a:pt x="3824" y="17824"/>
                    <a:pt x="3739" y="17799"/>
                  </a:cubicBezTo>
                  <a:cubicBezTo>
                    <a:pt x="3646" y="17765"/>
                    <a:pt x="3545" y="17723"/>
                    <a:pt x="3452" y="17681"/>
                  </a:cubicBezTo>
                  <a:cubicBezTo>
                    <a:pt x="3401" y="17655"/>
                    <a:pt x="3333" y="17630"/>
                    <a:pt x="3265" y="17587"/>
                  </a:cubicBezTo>
                  <a:cubicBezTo>
                    <a:pt x="3189" y="17554"/>
                    <a:pt x="3113" y="17503"/>
                    <a:pt x="3020" y="17452"/>
                  </a:cubicBezTo>
                  <a:lnTo>
                    <a:pt x="3020" y="17452"/>
                  </a:lnTo>
                  <a:lnTo>
                    <a:pt x="3223" y="17579"/>
                  </a:lnTo>
                  <a:lnTo>
                    <a:pt x="3375" y="17655"/>
                  </a:lnTo>
                  <a:cubicBezTo>
                    <a:pt x="3460" y="17706"/>
                    <a:pt x="3536" y="17748"/>
                    <a:pt x="3680" y="17816"/>
                  </a:cubicBezTo>
                  <a:cubicBezTo>
                    <a:pt x="3575" y="17769"/>
                    <a:pt x="3537" y="17754"/>
                    <a:pt x="3529" y="17754"/>
                  </a:cubicBezTo>
                  <a:cubicBezTo>
                    <a:pt x="3515" y="17754"/>
                    <a:pt x="3615" y="17810"/>
                    <a:pt x="3587" y="17816"/>
                  </a:cubicBezTo>
                  <a:cubicBezTo>
                    <a:pt x="3502" y="17765"/>
                    <a:pt x="3308" y="17672"/>
                    <a:pt x="3198" y="17604"/>
                  </a:cubicBezTo>
                  <a:cubicBezTo>
                    <a:pt x="3139" y="17564"/>
                    <a:pt x="3099" y="17537"/>
                    <a:pt x="3105" y="17537"/>
                  </a:cubicBezTo>
                  <a:lnTo>
                    <a:pt x="3105" y="17537"/>
                  </a:lnTo>
                  <a:cubicBezTo>
                    <a:pt x="3110" y="17537"/>
                    <a:pt x="3150" y="17557"/>
                    <a:pt x="3240" y="17604"/>
                  </a:cubicBezTo>
                  <a:cubicBezTo>
                    <a:pt x="3122" y="17537"/>
                    <a:pt x="2944" y="17444"/>
                    <a:pt x="2800" y="17334"/>
                  </a:cubicBezTo>
                  <a:cubicBezTo>
                    <a:pt x="2656" y="17232"/>
                    <a:pt x="2521" y="17139"/>
                    <a:pt x="2462" y="17114"/>
                  </a:cubicBezTo>
                  <a:lnTo>
                    <a:pt x="2462" y="17114"/>
                  </a:lnTo>
                  <a:lnTo>
                    <a:pt x="2648" y="17258"/>
                  </a:lnTo>
                  <a:cubicBezTo>
                    <a:pt x="2563" y="17198"/>
                    <a:pt x="2487" y="17148"/>
                    <a:pt x="2411" y="17097"/>
                  </a:cubicBezTo>
                  <a:cubicBezTo>
                    <a:pt x="2335" y="17038"/>
                    <a:pt x="2276" y="16987"/>
                    <a:pt x="2208" y="16936"/>
                  </a:cubicBezTo>
                  <a:cubicBezTo>
                    <a:pt x="2081" y="16835"/>
                    <a:pt x="1971" y="16758"/>
                    <a:pt x="1912" y="16708"/>
                  </a:cubicBezTo>
                  <a:lnTo>
                    <a:pt x="1912" y="16708"/>
                  </a:lnTo>
                  <a:cubicBezTo>
                    <a:pt x="1971" y="16775"/>
                    <a:pt x="2047" y="16835"/>
                    <a:pt x="2123" y="16894"/>
                  </a:cubicBezTo>
                  <a:lnTo>
                    <a:pt x="2284" y="17012"/>
                  </a:lnTo>
                  <a:lnTo>
                    <a:pt x="2369" y="17071"/>
                  </a:lnTo>
                  <a:lnTo>
                    <a:pt x="2470" y="17139"/>
                  </a:lnTo>
                  <a:cubicBezTo>
                    <a:pt x="2546" y="17190"/>
                    <a:pt x="2639" y="17249"/>
                    <a:pt x="2758" y="17342"/>
                  </a:cubicBezTo>
                  <a:cubicBezTo>
                    <a:pt x="2943" y="17465"/>
                    <a:pt x="2987" y="17498"/>
                    <a:pt x="2978" y="17498"/>
                  </a:cubicBezTo>
                  <a:cubicBezTo>
                    <a:pt x="2966" y="17498"/>
                    <a:pt x="2878" y="17450"/>
                    <a:pt x="2861" y="17450"/>
                  </a:cubicBezTo>
                  <a:cubicBezTo>
                    <a:pt x="2851" y="17450"/>
                    <a:pt x="2870" y="17470"/>
                    <a:pt x="2961" y="17537"/>
                  </a:cubicBezTo>
                  <a:lnTo>
                    <a:pt x="3172" y="17647"/>
                  </a:lnTo>
                  <a:lnTo>
                    <a:pt x="3384" y="17748"/>
                  </a:lnTo>
                  <a:lnTo>
                    <a:pt x="3189" y="17638"/>
                  </a:lnTo>
                  <a:lnTo>
                    <a:pt x="3189" y="17638"/>
                  </a:lnTo>
                  <a:cubicBezTo>
                    <a:pt x="3316" y="17681"/>
                    <a:pt x="3435" y="17740"/>
                    <a:pt x="3545" y="17807"/>
                  </a:cubicBezTo>
                  <a:cubicBezTo>
                    <a:pt x="3604" y="17841"/>
                    <a:pt x="3672" y="17867"/>
                    <a:pt x="3739" y="17892"/>
                  </a:cubicBezTo>
                  <a:cubicBezTo>
                    <a:pt x="3771" y="17908"/>
                    <a:pt x="3797" y="17914"/>
                    <a:pt x="3807" y="17914"/>
                  </a:cubicBezTo>
                  <a:cubicBezTo>
                    <a:pt x="3812" y="17914"/>
                    <a:pt x="3813" y="17912"/>
                    <a:pt x="3807" y="17909"/>
                  </a:cubicBezTo>
                  <a:lnTo>
                    <a:pt x="3807" y="17909"/>
                  </a:lnTo>
                  <a:cubicBezTo>
                    <a:pt x="3917" y="17960"/>
                    <a:pt x="4001" y="18010"/>
                    <a:pt x="4086" y="18044"/>
                  </a:cubicBezTo>
                  <a:cubicBezTo>
                    <a:pt x="4171" y="18078"/>
                    <a:pt x="4247" y="18112"/>
                    <a:pt x="4323" y="18137"/>
                  </a:cubicBezTo>
                  <a:lnTo>
                    <a:pt x="4560" y="18239"/>
                  </a:lnTo>
                  <a:lnTo>
                    <a:pt x="4881" y="18357"/>
                  </a:lnTo>
                  <a:cubicBezTo>
                    <a:pt x="4897" y="18360"/>
                    <a:pt x="4907" y="18361"/>
                    <a:pt x="4913" y="18361"/>
                  </a:cubicBezTo>
                  <a:cubicBezTo>
                    <a:pt x="4951" y="18361"/>
                    <a:pt x="4794" y="18317"/>
                    <a:pt x="4670" y="18273"/>
                  </a:cubicBezTo>
                  <a:lnTo>
                    <a:pt x="4670" y="18273"/>
                  </a:lnTo>
                  <a:cubicBezTo>
                    <a:pt x="4763" y="18298"/>
                    <a:pt x="4856" y="18323"/>
                    <a:pt x="4949" y="18340"/>
                  </a:cubicBezTo>
                  <a:cubicBezTo>
                    <a:pt x="5067" y="18374"/>
                    <a:pt x="5177" y="18400"/>
                    <a:pt x="5287" y="18442"/>
                  </a:cubicBezTo>
                  <a:cubicBezTo>
                    <a:pt x="5332" y="18455"/>
                    <a:pt x="5358" y="18461"/>
                    <a:pt x="5367" y="18461"/>
                  </a:cubicBezTo>
                  <a:cubicBezTo>
                    <a:pt x="5392" y="18461"/>
                    <a:pt x="5283" y="18415"/>
                    <a:pt x="5078" y="18352"/>
                  </a:cubicBezTo>
                  <a:lnTo>
                    <a:pt x="5078" y="18352"/>
                  </a:lnTo>
                  <a:cubicBezTo>
                    <a:pt x="5200" y="18389"/>
                    <a:pt x="5316" y="18420"/>
                    <a:pt x="5440" y="18450"/>
                  </a:cubicBezTo>
                  <a:lnTo>
                    <a:pt x="5634" y="18501"/>
                  </a:lnTo>
                  <a:lnTo>
                    <a:pt x="5846" y="18552"/>
                  </a:lnTo>
                  <a:cubicBezTo>
                    <a:pt x="5753" y="18518"/>
                    <a:pt x="5651" y="18493"/>
                    <a:pt x="5558" y="18459"/>
                  </a:cubicBezTo>
                  <a:lnTo>
                    <a:pt x="5558" y="18459"/>
                  </a:lnTo>
                  <a:cubicBezTo>
                    <a:pt x="5651" y="18484"/>
                    <a:pt x="5761" y="18501"/>
                    <a:pt x="5863" y="18526"/>
                  </a:cubicBezTo>
                  <a:lnTo>
                    <a:pt x="5609" y="18450"/>
                  </a:lnTo>
                  <a:lnTo>
                    <a:pt x="5609" y="18450"/>
                  </a:lnTo>
                  <a:cubicBezTo>
                    <a:pt x="6192" y="18594"/>
                    <a:pt x="6878" y="18713"/>
                    <a:pt x="7191" y="18789"/>
                  </a:cubicBezTo>
                  <a:cubicBezTo>
                    <a:pt x="7064" y="18780"/>
                    <a:pt x="6911" y="18755"/>
                    <a:pt x="6751" y="18738"/>
                  </a:cubicBezTo>
                  <a:cubicBezTo>
                    <a:pt x="6590" y="18721"/>
                    <a:pt x="6421" y="18679"/>
                    <a:pt x="6260" y="18662"/>
                  </a:cubicBezTo>
                  <a:cubicBezTo>
                    <a:pt x="6099" y="18636"/>
                    <a:pt x="5947" y="18603"/>
                    <a:pt x="5820" y="18577"/>
                  </a:cubicBezTo>
                  <a:cubicBezTo>
                    <a:pt x="5693" y="18552"/>
                    <a:pt x="5583" y="18535"/>
                    <a:pt x="5507" y="18526"/>
                  </a:cubicBezTo>
                  <a:lnTo>
                    <a:pt x="5507" y="18526"/>
                  </a:lnTo>
                  <a:cubicBezTo>
                    <a:pt x="5609" y="18577"/>
                    <a:pt x="5922" y="18594"/>
                    <a:pt x="6066" y="18662"/>
                  </a:cubicBezTo>
                  <a:cubicBezTo>
                    <a:pt x="6116" y="18670"/>
                    <a:pt x="6167" y="18670"/>
                    <a:pt x="6226" y="18670"/>
                  </a:cubicBezTo>
                  <a:cubicBezTo>
                    <a:pt x="6319" y="18687"/>
                    <a:pt x="6472" y="18704"/>
                    <a:pt x="6607" y="18729"/>
                  </a:cubicBezTo>
                  <a:cubicBezTo>
                    <a:pt x="6692" y="18738"/>
                    <a:pt x="6785" y="18763"/>
                    <a:pt x="6869" y="18789"/>
                  </a:cubicBezTo>
                  <a:lnTo>
                    <a:pt x="6328" y="18729"/>
                  </a:lnTo>
                  <a:cubicBezTo>
                    <a:pt x="6201" y="18713"/>
                    <a:pt x="6099" y="18713"/>
                    <a:pt x="5972" y="18687"/>
                  </a:cubicBezTo>
                  <a:cubicBezTo>
                    <a:pt x="5930" y="18687"/>
                    <a:pt x="5888" y="18687"/>
                    <a:pt x="5846" y="18670"/>
                  </a:cubicBezTo>
                  <a:lnTo>
                    <a:pt x="5583" y="18611"/>
                  </a:lnTo>
                  <a:cubicBezTo>
                    <a:pt x="5482" y="18586"/>
                    <a:pt x="5389" y="18560"/>
                    <a:pt x="5321" y="18552"/>
                  </a:cubicBezTo>
                  <a:cubicBezTo>
                    <a:pt x="5213" y="18514"/>
                    <a:pt x="5222" y="18507"/>
                    <a:pt x="5249" y="18507"/>
                  </a:cubicBezTo>
                  <a:cubicBezTo>
                    <a:pt x="5265" y="18507"/>
                    <a:pt x="5286" y="18510"/>
                    <a:pt x="5296" y="18510"/>
                  </a:cubicBezTo>
                  <a:lnTo>
                    <a:pt x="4881" y="18391"/>
                  </a:lnTo>
                  <a:cubicBezTo>
                    <a:pt x="4754" y="18349"/>
                    <a:pt x="4619" y="18323"/>
                    <a:pt x="4501" y="18281"/>
                  </a:cubicBezTo>
                  <a:cubicBezTo>
                    <a:pt x="4374" y="18239"/>
                    <a:pt x="4247" y="18205"/>
                    <a:pt x="4111" y="18154"/>
                  </a:cubicBezTo>
                  <a:cubicBezTo>
                    <a:pt x="3985" y="18112"/>
                    <a:pt x="3849" y="18044"/>
                    <a:pt x="3697" y="17977"/>
                  </a:cubicBezTo>
                  <a:cubicBezTo>
                    <a:pt x="3697" y="17962"/>
                    <a:pt x="3358" y="17781"/>
                    <a:pt x="3381" y="17781"/>
                  </a:cubicBezTo>
                  <a:lnTo>
                    <a:pt x="3381" y="17781"/>
                  </a:lnTo>
                  <a:cubicBezTo>
                    <a:pt x="3384" y="17781"/>
                    <a:pt x="3393" y="17784"/>
                    <a:pt x="3409" y="17790"/>
                  </a:cubicBezTo>
                  <a:cubicBezTo>
                    <a:pt x="3325" y="17748"/>
                    <a:pt x="3249" y="17706"/>
                    <a:pt x="3181" y="17672"/>
                  </a:cubicBezTo>
                  <a:lnTo>
                    <a:pt x="3003" y="17579"/>
                  </a:lnTo>
                  <a:cubicBezTo>
                    <a:pt x="2885" y="17511"/>
                    <a:pt x="2783" y="17469"/>
                    <a:pt x="2673" y="17410"/>
                  </a:cubicBezTo>
                  <a:cubicBezTo>
                    <a:pt x="2651" y="17366"/>
                    <a:pt x="2328" y="17146"/>
                    <a:pt x="2347" y="17146"/>
                  </a:cubicBezTo>
                  <a:lnTo>
                    <a:pt x="2347" y="17146"/>
                  </a:lnTo>
                  <a:cubicBezTo>
                    <a:pt x="2351" y="17146"/>
                    <a:pt x="2362" y="17152"/>
                    <a:pt x="2386" y="17164"/>
                  </a:cubicBezTo>
                  <a:cubicBezTo>
                    <a:pt x="2284" y="17105"/>
                    <a:pt x="2200" y="17029"/>
                    <a:pt x="2107" y="16970"/>
                  </a:cubicBezTo>
                  <a:cubicBezTo>
                    <a:pt x="2064" y="16936"/>
                    <a:pt x="2005" y="16877"/>
                    <a:pt x="1946" y="16826"/>
                  </a:cubicBezTo>
                  <a:lnTo>
                    <a:pt x="1777" y="16657"/>
                  </a:lnTo>
                  <a:lnTo>
                    <a:pt x="1624" y="16496"/>
                  </a:lnTo>
                  <a:cubicBezTo>
                    <a:pt x="1591" y="16462"/>
                    <a:pt x="1574" y="16429"/>
                    <a:pt x="1548" y="16395"/>
                  </a:cubicBezTo>
                  <a:cubicBezTo>
                    <a:pt x="1387" y="16200"/>
                    <a:pt x="1481" y="16361"/>
                    <a:pt x="1269" y="16073"/>
                  </a:cubicBezTo>
                  <a:lnTo>
                    <a:pt x="1269" y="16073"/>
                  </a:lnTo>
                  <a:cubicBezTo>
                    <a:pt x="1272" y="16075"/>
                    <a:pt x="1274" y="16075"/>
                    <a:pt x="1276" y="16075"/>
                  </a:cubicBezTo>
                  <a:cubicBezTo>
                    <a:pt x="1277" y="16075"/>
                    <a:pt x="1278" y="16075"/>
                    <a:pt x="1279" y="16075"/>
                  </a:cubicBezTo>
                  <a:cubicBezTo>
                    <a:pt x="1282" y="16075"/>
                    <a:pt x="1285" y="16079"/>
                    <a:pt x="1311" y="16116"/>
                  </a:cubicBezTo>
                  <a:cubicBezTo>
                    <a:pt x="1269" y="16056"/>
                    <a:pt x="1201" y="15929"/>
                    <a:pt x="1125" y="15819"/>
                  </a:cubicBezTo>
                  <a:lnTo>
                    <a:pt x="1007" y="15650"/>
                  </a:lnTo>
                  <a:cubicBezTo>
                    <a:pt x="981" y="15600"/>
                    <a:pt x="956" y="15549"/>
                    <a:pt x="931" y="15515"/>
                  </a:cubicBezTo>
                  <a:lnTo>
                    <a:pt x="931" y="15515"/>
                  </a:lnTo>
                  <a:cubicBezTo>
                    <a:pt x="973" y="15625"/>
                    <a:pt x="1032" y="15726"/>
                    <a:pt x="1100" y="15828"/>
                  </a:cubicBezTo>
                  <a:cubicBezTo>
                    <a:pt x="1049" y="15777"/>
                    <a:pt x="998" y="15718"/>
                    <a:pt x="965" y="15659"/>
                  </a:cubicBezTo>
                  <a:cubicBezTo>
                    <a:pt x="931" y="15600"/>
                    <a:pt x="897" y="15532"/>
                    <a:pt x="863" y="15464"/>
                  </a:cubicBezTo>
                  <a:cubicBezTo>
                    <a:pt x="821" y="15388"/>
                    <a:pt x="787" y="15320"/>
                    <a:pt x="753" y="15236"/>
                  </a:cubicBezTo>
                  <a:lnTo>
                    <a:pt x="753" y="15236"/>
                  </a:lnTo>
                  <a:cubicBezTo>
                    <a:pt x="794" y="15326"/>
                    <a:pt x="819" y="15359"/>
                    <a:pt x="827" y="15359"/>
                  </a:cubicBezTo>
                  <a:cubicBezTo>
                    <a:pt x="828" y="15359"/>
                    <a:pt x="829" y="15357"/>
                    <a:pt x="829" y="15354"/>
                  </a:cubicBezTo>
                  <a:cubicBezTo>
                    <a:pt x="829" y="15346"/>
                    <a:pt x="812" y="15303"/>
                    <a:pt x="787" y="15244"/>
                  </a:cubicBezTo>
                  <a:cubicBezTo>
                    <a:pt x="754" y="15153"/>
                    <a:pt x="717" y="15053"/>
                    <a:pt x="724" y="15053"/>
                  </a:cubicBezTo>
                  <a:lnTo>
                    <a:pt x="724" y="15053"/>
                  </a:lnTo>
                  <a:cubicBezTo>
                    <a:pt x="726" y="15053"/>
                    <a:pt x="733" y="15062"/>
                    <a:pt x="745" y="15083"/>
                  </a:cubicBezTo>
                  <a:cubicBezTo>
                    <a:pt x="626" y="14796"/>
                    <a:pt x="533" y="14508"/>
                    <a:pt x="457" y="14212"/>
                  </a:cubicBezTo>
                  <a:cubicBezTo>
                    <a:pt x="415" y="14085"/>
                    <a:pt x="389" y="13950"/>
                    <a:pt x="364" y="13815"/>
                  </a:cubicBezTo>
                  <a:cubicBezTo>
                    <a:pt x="330" y="13688"/>
                    <a:pt x="313" y="13544"/>
                    <a:pt x="296" y="13392"/>
                  </a:cubicBezTo>
                  <a:cubicBezTo>
                    <a:pt x="237" y="12664"/>
                    <a:pt x="389" y="11767"/>
                    <a:pt x="525" y="11209"/>
                  </a:cubicBezTo>
                  <a:lnTo>
                    <a:pt x="525" y="11209"/>
                  </a:lnTo>
                  <a:cubicBezTo>
                    <a:pt x="524" y="11211"/>
                    <a:pt x="523" y="11213"/>
                    <a:pt x="522" y="11214"/>
                  </a:cubicBezTo>
                  <a:lnTo>
                    <a:pt x="522" y="11214"/>
                  </a:lnTo>
                  <a:cubicBezTo>
                    <a:pt x="543" y="11125"/>
                    <a:pt x="563" y="11036"/>
                    <a:pt x="584" y="10947"/>
                  </a:cubicBezTo>
                  <a:cubicBezTo>
                    <a:pt x="643" y="10752"/>
                    <a:pt x="618" y="10955"/>
                    <a:pt x="711" y="10659"/>
                  </a:cubicBezTo>
                  <a:lnTo>
                    <a:pt x="711" y="10659"/>
                  </a:lnTo>
                  <a:cubicBezTo>
                    <a:pt x="685" y="10769"/>
                    <a:pt x="660" y="10888"/>
                    <a:pt x="618" y="10989"/>
                  </a:cubicBezTo>
                  <a:lnTo>
                    <a:pt x="542" y="11234"/>
                  </a:lnTo>
                  <a:cubicBezTo>
                    <a:pt x="525" y="11319"/>
                    <a:pt x="508" y="11404"/>
                    <a:pt x="491" y="11480"/>
                  </a:cubicBezTo>
                  <a:cubicBezTo>
                    <a:pt x="525" y="11370"/>
                    <a:pt x="541" y="11329"/>
                    <a:pt x="546" y="11329"/>
                  </a:cubicBezTo>
                  <a:lnTo>
                    <a:pt x="546" y="11329"/>
                  </a:lnTo>
                  <a:cubicBezTo>
                    <a:pt x="560" y="11329"/>
                    <a:pt x="475" y="11695"/>
                    <a:pt x="488" y="11695"/>
                  </a:cubicBezTo>
                  <a:cubicBezTo>
                    <a:pt x="491" y="11695"/>
                    <a:pt x="500" y="11675"/>
                    <a:pt x="516" y="11624"/>
                  </a:cubicBezTo>
                  <a:cubicBezTo>
                    <a:pt x="533" y="11395"/>
                    <a:pt x="584" y="11158"/>
                    <a:pt x="668" y="10938"/>
                  </a:cubicBezTo>
                  <a:cubicBezTo>
                    <a:pt x="719" y="10786"/>
                    <a:pt x="778" y="10634"/>
                    <a:pt x="838" y="10490"/>
                  </a:cubicBezTo>
                  <a:cubicBezTo>
                    <a:pt x="888" y="10346"/>
                    <a:pt x="948" y="10202"/>
                    <a:pt x="990" y="10101"/>
                  </a:cubicBezTo>
                  <a:cubicBezTo>
                    <a:pt x="1040" y="10001"/>
                    <a:pt x="1061" y="9963"/>
                    <a:pt x="1066" y="9958"/>
                  </a:cubicBezTo>
                  <a:lnTo>
                    <a:pt x="1066" y="9958"/>
                  </a:lnTo>
                  <a:cubicBezTo>
                    <a:pt x="1065" y="9962"/>
                    <a:pt x="1065" y="9966"/>
                    <a:pt x="1064" y="9969"/>
                  </a:cubicBezTo>
                  <a:lnTo>
                    <a:pt x="1064" y="9969"/>
                  </a:lnTo>
                  <a:cubicBezTo>
                    <a:pt x="1066" y="9962"/>
                    <a:pt x="1067" y="9958"/>
                    <a:pt x="1067" y="9958"/>
                  </a:cubicBezTo>
                  <a:lnTo>
                    <a:pt x="1067" y="9958"/>
                  </a:lnTo>
                  <a:cubicBezTo>
                    <a:pt x="1066" y="9958"/>
                    <a:pt x="1066" y="9958"/>
                    <a:pt x="1066" y="9958"/>
                  </a:cubicBezTo>
                  <a:lnTo>
                    <a:pt x="1066" y="9958"/>
                  </a:lnTo>
                  <a:cubicBezTo>
                    <a:pt x="1066" y="9958"/>
                    <a:pt x="1066" y="9958"/>
                    <a:pt x="1066" y="9957"/>
                  </a:cubicBezTo>
                  <a:cubicBezTo>
                    <a:pt x="1145" y="9815"/>
                    <a:pt x="1179" y="9762"/>
                    <a:pt x="1198" y="9762"/>
                  </a:cubicBezTo>
                  <a:cubicBezTo>
                    <a:pt x="1199" y="9762"/>
                    <a:pt x="1200" y="9762"/>
                    <a:pt x="1201" y="9763"/>
                  </a:cubicBezTo>
                  <a:cubicBezTo>
                    <a:pt x="1430" y="9348"/>
                    <a:pt x="1726" y="8883"/>
                    <a:pt x="1954" y="8544"/>
                  </a:cubicBezTo>
                  <a:lnTo>
                    <a:pt x="1954" y="8544"/>
                  </a:lnTo>
                  <a:cubicBezTo>
                    <a:pt x="1864" y="8672"/>
                    <a:pt x="1834" y="8710"/>
                    <a:pt x="1828" y="8710"/>
                  </a:cubicBezTo>
                  <a:cubicBezTo>
                    <a:pt x="1821" y="8710"/>
                    <a:pt x="1860" y="8638"/>
                    <a:pt x="1852" y="8638"/>
                  </a:cubicBezTo>
                  <a:lnTo>
                    <a:pt x="1852" y="8638"/>
                  </a:lnTo>
                  <a:cubicBezTo>
                    <a:pt x="1845" y="8638"/>
                    <a:pt x="1815" y="8674"/>
                    <a:pt x="1726" y="8798"/>
                  </a:cubicBezTo>
                  <a:cubicBezTo>
                    <a:pt x="1878" y="8570"/>
                    <a:pt x="2039" y="8350"/>
                    <a:pt x="2217" y="8147"/>
                  </a:cubicBezTo>
                  <a:lnTo>
                    <a:pt x="2217" y="8147"/>
                  </a:lnTo>
                  <a:cubicBezTo>
                    <a:pt x="2177" y="8195"/>
                    <a:pt x="2165" y="8212"/>
                    <a:pt x="2169" y="8212"/>
                  </a:cubicBezTo>
                  <a:cubicBezTo>
                    <a:pt x="2178" y="8212"/>
                    <a:pt x="2252" y="8138"/>
                    <a:pt x="2261" y="8138"/>
                  </a:cubicBezTo>
                  <a:lnTo>
                    <a:pt x="2261" y="8138"/>
                  </a:lnTo>
                  <a:cubicBezTo>
                    <a:pt x="2269" y="8138"/>
                    <a:pt x="2231" y="8189"/>
                    <a:pt x="2073" y="8375"/>
                  </a:cubicBezTo>
                  <a:cubicBezTo>
                    <a:pt x="2132" y="8324"/>
                    <a:pt x="2183" y="8265"/>
                    <a:pt x="2233" y="8198"/>
                  </a:cubicBezTo>
                  <a:cubicBezTo>
                    <a:pt x="2310" y="8088"/>
                    <a:pt x="2394" y="7986"/>
                    <a:pt x="2487" y="7885"/>
                  </a:cubicBezTo>
                  <a:lnTo>
                    <a:pt x="2487" y="7885"/>
                  </a:lnTo>
                  <a:cubicBezTo>
                    <a:pt x="2410" y="7981"/>
                    <a:pt x="2273" y="8167"/>
                    <a:pt x="2220" y="8238"/>
                  </a:cubicBezTo>
                  <a:lnTo>
                    <a:pt x="2220" y="8238"/>
                  </a:lnTo>
                  <a:cubicBezTo>
                    <a:pt x="2401" y="8003"/>
                    <a:pt x="2605" y="7775"/>
                    <a:pt x="2817" y="7572"/>
                  </a:cubicBezTo>
                  <a:cubicBezTo>
                    <a:pt x="2936" y="7462"/>
                    <a:pt x="3054" y="7352"/>
                    <a:pt x="3147" y="7267"/>
                  </a:cubicBezTo>
                  <a:cubicBezTo>
                    <a:pt x="3215" y="7208"/>
                    <a:pt x="3282" y="7140"/>
                    <a:pt x="3342" y="7072"/>
                  </a:cubicBezTo>
                  <a:cubicBezTo>
                    <a:pt x="3570" y="6836"/>
                    <a:pt x="3951" y="6480"/>
                    <a:pt x="4255" y="6210"/>
                  </a:cubicBezTo>
                  <a:cubicBezTo>
                    <a:pt x="4602" y="5981"/>
                    <a:pt x="4957" y="5710"/>
                    <a:pt x="5346" y="5457"/>
                  </a:cubicBezTo>
                  <a:lnTo>
                    <a:pt x="5346" y="5457"/>
                  </a:lnTo>
                  <a:lnTo>
                    <a:pt x="5279" y="5516"/>
                  </a:lnTo>
                  <a:cubicBezTo>
                    <a:pt x="5499" y="5372"/>
                    <a:pt x="5837" y="5135"/>
                    <a:pt x="6167" y="4941"/>
                  </a:cubicBezTo>
                  <a:lnTo>
                    <a:pt x="6252" y="4915"/>
                  </a:lnTo>
                  <a:cubicBezTo>
                    <a:pt x="6362" y="4848"/>
                    <a:pt x="6522" y="4746"/>
                    <a:pt x="6700" y="4636"/>
                  </a:cubicBezTo>
                  <a:cubicBezTo>
                    <a:pt x="6878" y="4526"/>
                    <a:pt x="7072" y="4408"/>
                    <a:pt x="7241" y="4315"/>
                  </a:cubicBezTo>
                  <a:cubicBezTo>
                    <a:pt x="7241" y="4314"/>
                    <a:pt x="7241" y="4314"/>
                    <a:pt x="7240" y="4314"/>
                  </a:cubicBezTo>
                  <a:cubicBezTo>
                    <a:pt x="7221" y="4314"/>
                    <a:pt x="7046" y="4416"/>
                    <a:pt x="7028" y="4416"/>
                  </a:cubicBezTo>
                  <a:cubicBezTo>
                    <a:pt x="7023" y="4416"/>
                    <a:pt x="7032" y="4407"/>
                    <a:pt x="7064" y="4382"/>
                  </a:cubicBezTo>
                  <a:lnTo>
                    <a:pt x="7064" y="4382"/>
                  </a:lnTo>
                  <a:cubicBezTo>
                    <a:pt x="6906" y="4472"/>
                    <a:pt x="6775" y="4556"/>
                    <a:pt x="6795" y="4556"/>
                  </a:cubicBezTo>
                  <a:cubicBezTo>
                    <a:pt x="6797" y="4556"/>
                    <a:pt x="6802" y="4554"/>
                    <a:pt x="6810" y="4552"/>
                  </a:cubicBezTo>
                  <a:lnTo>
                    <a:pt x="6810" y="4552"/>
                  </a:lnTo>
                  <a:cubicBezTo>
                    <a:pt x="6700" y="4611"/>
                    <a:pt x="6590" y="4670"/>
                    <a:pt x="6472" y="4712"/>
                  </a:cubicBezTo>
                  <a:cubicBezTo>
                    <a:pt x="6700" y="4577"/>
                    <a:pt x="6911" y="4433"/>
                    <a:pt x="7140" y="4306"/>
                  </a:cubicBezTo>
                  <a:cubicBezTo>
                    <a:pt x="7165" y="4289"/>
                    <a:pt x="7191" y="4272"/>
                    <a:pt x="7216" y="4264"/>
                  </a:cubicBezTo>
                  <a:lnTo>
                    <a:pt x="7258" y="4213"/>
                  </a:lnTo>
                  <a:cubicBezTo>
                    <a:pt x="7388" y="4136"/>
                    <a:pt x="7453" y="4103"/>
                    <a:pt x="7465" y="4103"/>
                  </a:cubicBezTo>
                  <a:cubicBezTo>
                    <a:pt x="7469" y="4103"/>
                    <a:pt x="7467" y="4106"/>
                    <a:pt x="7461" y="4112"/>
                  </a:cubicBezTo>
                  <a:cubicBezTo>
                    <a:pt x="7834" y="3892"/>
                    <a:pt x="7952" y="3782"/>
                    <a:pt x="8366" y="3570"/>
                  </a:cubicBezTo>
                  <a:lnTo>
                    <a:pt x="8366" y="3570"/>
                  </a:lnTo>
                  <a:cubicBezTo>
                    <a:pt x="8228" y="3669"/>
                    <a:pt x="8084" y="3763"/>
                    <a:pt x="7936" y="3848"/>
                  </a:cubicBezTo>
                  <a:lnTo>
                    <a:pt x="7936" y="3848"/>
                  </a:lnTo>
                  <a:lnTo>
                    <a:pt x="8273" y="3663"/>
                  </a:lnTo>
                  <a:lnTo>
                    <a:pt x="8273" y="3663"/>
                  </a:lnTo>
                  <a:cubicBezTo>
                    <a:pt x="8172" y="3731"/>
                    <a:pt x="7918" y="3875"/>
                    <a:pt x="7715" y="3993"/>
                  </a:cubicBezTo>
                  <a:cubicBezTo>
                    <a:pt x="7533" y="4107"/>
                    <a:pt x="7385" y="4200"/>
                    <a:pt x="7411" y="4200"/>
                  </a:cubicBezTo>
                  <a:cubicBezTo>
                    <a:pt x="7414" y="4200"/>
                    <a:pt x="7420" y="4199"/>
                    <a:pt x="7427" y="4196"/>
                  </a:cubicBezTo>
                  <a:cubicBezTo>
                    <a:pt x="7673" y="4044"/>
                    <a:pt x="7986" y="3866"/>
                    <a:pt x="8282" y="3689"/>
                  </a:cubicBezTo>
                  <a:lnTo>
                    <a:pt x="9094" y="3223"/>
                  </a:lnTo>
                  <a:cubicBezTo>
                    <a:pt x="9246" y="3156"/>
                    <a:pt x="9390" y="3088"/>
                    <a:pt x="9534" y="3012"/>
                  </a:cubicBezTo>
                  <a:cubicBezTo>
                    <a:pt x="9703" y="2919"/>
                    <a:pt x="9898" y="2826"/>
                    <a:pt x="10101" y="2733"/>
                  </a:cubicBezTo>
                  <a:cubicBezTo>
                    <a:pt x="10136" y="2715"/>
                    <a:pt x="10208" y="2689"/>
                    <a:pt x="10226" y="2689"/>
                  </a:cubicBezTo>
                  <a:cubicBezTo>
                    <a:pt x="10234" y="2689"/>
                    <a:pt x="10231" y="2694"/>
                    <a:pt x="10211" y="2707"/>
                  </a:cubicBezTo>
                  <a:lnTo>
                    <a:pt x="10101" y="2767"/>
                  </a:lnTo>
                  <a:cubicBezTo>
                    <a:pt x="10634" y="2521"/>
                    <a:pt x="11234" y="2225"/>
                    <a:pt x="11708" y="1997"/>
                  </a:cubicBezTo>
                  <a:lnTo>
                    <a:pt x="11970" y="1921"/>
                  </a:lnTo>
                  <a:cubicBezTo>
                    <a:pt x="12333" y="1776"/>
                    <a:pt x="12344" y="1762"/>
                    <a:pt x="12313" y="1762"/>
                  </a:cubicBezTo>
                  <a:cubicBezTo>
                    <a:pt x="12305" y="1762"/>
                    <a:pt x="12294" y="1762"/>
                    <a:pt x="12286" y="1762"/>
                  </a:cubicBezTo>
                  <a:cubicBezTo>
                    <a:pt x="12252" y="1762"/>
                    <a:pt x="12258" y="1747"/>
                    <a:pt x="12638" y="1591"/>
                  </a:cubicBezTo>
                  <a:cubicBezTo>
                    <a:pt x="12853" y="1533"/>
                    <a:pt x="13655" y="1218"/>
                    <a:pt x="13741" y="1218"/>
                  </a:cubicBezTo>
                  <a:cubicBezTo>
                    <a:pt x="13744" y="1218"/>
                    <a:pt x="13745" y="1218"/>
                    <a:pt x="13747" y="1219"/>
                  </a:cubicBezTo>
                  <a:cubicBezTo>
                    <a:pt x="13907" y="1159"/>
                    <a:pt x="13975" y="1134"/>
                    <a:pt x="13992" y="1109"/>
                  </a:cubicBezTo>
                  <a:lnTo>
                    <a:pt x="13992" y="1109"/>
                  </a:lnTo>
                  <a:cubicBezTo>
                    <a:pt x="13884" y="1147"/>
                    <a:pt x="13676" y="1223"/>
                    <a:pt x="13654" y="1223"/>
                  </a:cubicBezTo>
                  <a:cubicBezTo>
                    <a:pt x="13647" y="1223"/>
                    <a:pt x="13660" y="1214"/>
                    <a:pt x="13704" y="1193"/>
                  </a:cubicBezTo>
                  <a:cubicBezTo>
                    <a:pt x="13992" y="1075"/>
                    <a:pt x="14136" y="1041"/>
                    <a:pt x="14373" y="965"/>
                  </a:cubicBezTo>
                  <a:lnTo>
                    <a:pt x="14373" y="965"/>
                  </a:lnTo>
                  <a:cubicBezTo>
                    <a:pt x="14359" y="972"/>
                    <a:pt x="14253" y="1016"/>
                    <a:pt x="14260" y="1016"/>
                  </a:cubicBezTo>
                  <a:cubicBezTo>
                    <a:pt x="14261" y="1016"/>
                    <a:pt x="14270" y="1014"/>
                    <a:pt x="14288" y="1007"/>
                  </a:cubicBezTo>
                  <a:cubicBezTo>
                    <a:pt x="14855" y="796"/>
                    <a:pt x="15938" y="457"/>
                    <a:pt x="16479" y="254"/>
                  </a:cubicBezTo>
                  <a:lnTo>
                    <a:pt x="16479" y="254"/>
                  </a:lnTo>
                  <a:cubicBezTo>
                    <a:pt x="16268" y="313"/>
                    <a:pt x="16251" y="339"/>
                    <a:pt x="15971" y="415"/>
                  </a:cubicBezTo>
                  <a:cubicBezTo>
                    <a:pt x="16039" y="381"/>
                    <a:pt x="16107" y="356"/>
                    <a:pt x="16183" y="330"/>
                  </a:cubicBezTo>
                  <a:cubicBezTo>
                    <a:pt x="16182" y="330"/>
                    <a:pt x="16180" y="330"/>
                    <a:pt x="16178" y="330"/>
                  </a:cubicBezTo>
                  <a:cubicBezTo>
                    <a:pt x="16124" y="330"/>
                    <a:pt x="15885" y="443"/>
                    <a:pt x="15599" y="508"/>
                  </a:cubicBezTo>
                  <a:lnTo>
                    <a:pt x="16081" y="330"/>
                  </a:lnTo>
                  <a:lnTo>
                    <a:pt x="15802" y="390"/>
                  </a:lnTo>
                  <a:cubicBezTo>
                    <a:pt x="16166" y="254"/>
                    <a:pt x="16530" y="127"/>
                    <a:pt x="1689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6"/>
            <p:cNvSpPr/>
            <p:nvPr/>
          </p:nvSpPr>
          <p:spPr>
            <a:xfrm>
              <a:off x="8021159" y="1870397"/>
              <a:ext cx="46157" cy="13885"/>
            </a:xfrm>
            <a:custGeom>
              <a:rect b="b" l="l" r="r" t="t"/>
              <a:pathLst>
                <a:path extrusionOk="0" h="111" w="369">
                  <a:moveTo>
                    <a:pt x="9" y="0"/>
                  </a:moveTo>
                  <a:cubicBezTo>
                    <a:pt x="1" y="0"/>
                    <a:pt x="0" y="2"/>
                    <a:pt x="7" y="8"/>
                  </a:cubicBezTo>
                  <a:cubicBezTo>
                    <a:pt x="7" y="6"/>
                    <a:pt x="9" y="6"/>
                    <a:pt x="13" y="6"/>
                  </a:cubicBezTo>
                  <a:cubicBezTo>
                    <a:pt x="56" y="6"/>
                    <a:pt x="334" y="111"/>
                    <a:pt x="362" y="111"/>
                  </a:cubicBezTo>
                  <a:cubicBezTo>
                    <a:pt x="368" y="111"/>
                    <a:pt x="362" y="106"/>
                    <a:pt x="337" y="93"/>
                  </a:cubicBezTo>
                  <a:cubicBezTo>
                    <a:pt x="245" y="64"/>
                    <a:pt x="46"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6"/>
            <p:cNvSpPr/>
            <p:nvPr/>
          </p:nvSpPr>
          <p:spPr>
            <a:xfrm>
              <a:off x="8008275" y="1862891"/>
              <a:ext cx="41404" cy="12759"/>
            </a:xfrm>
            <a:custGeom>
              <a:rect b="b" l="l" r="r" t="t"/>
              <a:pathLst>
                <a:path extrusionOk="0" h="102" w="331">
                  <a:moveTo>
                    <a:pt x="0" y="0"/>
                  </a:moveTo>
                  <a:cubicBezTo>
                    <a:pt x="110" y="34"/>
                    <a:pt x="220" y="68"/>
                    <a:pt x="330" y="102"/>
                  </a:cubicBezTo>
                  <a:lnTo>
                    <a:pt x="127" y="26"/>
                  </a:lnTo>
                  <a:cubicBezTo>
                    <a:pt x="121" y="26"/>
                    <a:pt x="119" y="27"/>
                    <a:pt x="113" y="27"/>
                  </a:cubicBezTo>
                  <a:cubicBezTo>
                    <a:pt x="102" y="27"/>
                    <a:pt x="79" y="23"/>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6"/>
            <p:cNvSpPr/>
            <p:nvPr/>
          </p:nvSpPr>
          <p:spPr>
            <a:xfrm>
              <a:off x="7857919" y="1799347"/>
              <a:ext cx="133468" cy="35400"/>
            </a:xfrm>
            <a:custGeom>
              <a:rect b="b" l="l" r="r" t="t"/>
              <a:pathLst>
                <a:path extrusionOk="0" h="283" w="1067">
                  <a:moveTo>
                    <a:pt x="488" y="150"/>
                  </a:moveTo>
                  <a:lnTo>
                    <a:pt x="488" y="150"/>
                  </a:lnTo>
                  <a:cubicBezTo>
                    <a:pt x="489" y="151"/>
                    <a:pt x="490" y="152"/>
                    <a:pt x="492" y="153"/>
                  </a:cubicBezTo>
                  <a:cubicBezTo>
                    <a:pt x="511" y="158"/>
                    <a:pt x="530" y="163"/>
                    <a:pt x="548" y="167"/>
                  </a:cubicBezTo>
                  <a:lnTo>
                    <a:pt x="548" y="167"/>
                  </a:lnTo>
                  <a:cubicBezTo>
                    <a:pt x="528" y="162"/>
                    <a:pt x="508" y="156"/>
                    <a:pt x="488" y="150"/>
                  </a:cubicBezTo>
                  <a:close/>
                  <a:moveTo>
                    <a:pt x="1" y="1"/>
                  </a:moveTo>
                  <a:cubicBezTo>
                    <a:pt x="88" y="30"/>
                    <a:pt x="288" y="90"/>
                    <a:pt x="488" y="150"/>
                  </a:cubicBezTo>
                  <a:lnTo>
                    <a:pt x="488" y="150"/>
                  </a:lnTo>
                  <a:cubicBezTo>
                    <a:pt x="475" y="136"/>
                    <a:pt x="480" y="131"/>
                    <a:pt x="498" y="131"/>
                  </a:cubicBezTo>
                  <a:cubicBezTo>
                    <a:pt x="581" y="131"/>
                    <a:pt x="936" y="246"/>
                    <a:pt x="1057" y="246"/>
                  </a:cubicBezTo>
                  <a:cubicBezTo>
                    <a:pt x="1061" y="246"/>
                    <a:pt x="1064" y="246"/>
                    <a:pt x="1067" y="246"/>
                  </a:cubicBezTo>
                  <a:cubicBezTo>
                    <a:pt x="576" y="94"/>
                    <a:pt x="415" y="102"/>
                    <a:pt x="1" y="1"/>
                  </a:cubicBezTo>
                  <a:close/>
                  <a:moveTo>
                    <a:pt x="548" y="167"/>
                  </a:moveTo>
                  <a:cubicBezTo>
                    <a:pt x="560" y="171"/>
                    <a:pt x="572" y="175"/>
                    <a:pt x="585" y="178"/>
                  </a:cubicBezTo>
                  <a:cubicBezTo>
                    <a:pt x="794" y="231"/>
                    <a:pt x="983" y="283"/>
                    <a:pt x="1030" y="283"/>
                  </a:cubicBezTo>
                  <a:cubicBezTo>
                    <a:pt x="1037" y="283"/>
                    <a:pt x="1040" y="282"/>
                    <a:pt x="1041" y="280"/>
                  </a:cubicBezTo>
                  <a:cubicBezTo>
                    <a:pt x="877" y="249"/>
                    <a:pt x="771" y="224"/>
                    <a:pt x="548" y="16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6"/>
            <p:cNvSpPr/>
            <p:nvPr/>
          </p:nvSpPr>
          <p:spPr>
            <a:xfrm>
              <a:off x="7983883" y="1825866"/>
              <a:ext cx="38277" cy="10632"/>
            </a:xfrm>
            <a:custGeom>
              <a:rect b="b" l="l" r="r" t="t"/>
              <a:pathLst>
                <a:path extrusionOk="0" h="85" w="306">
                  <a:moveTo>
                    <a:pt x="1" y="0"/>
                  </a:moveTo>
                  <a:lnTo>
                    <a:pt x="26" y="9"/>
                  </a:lnTo>
                  <a:lnTo>
                    <a:pt x="305" y="85"/>
                  </a:lnTo>
                  <a:lnTo>
                    <a:pt x="305" y="85"/>
                  </a:lnTo>
                  <a:lnTo>
                    <a:pt x="271" y="68"/>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6"/>
            <p:cNvSpPr/>
            <p:nvPr/>
          </p:nvSpPr>
          <p:spPr>
            <a:xfrm>
              <a:off x="8636842" y="2255416"/>
              <a:ext cx="18013" cy="28770"/>
            </a:xfrm>
            <a:custGeom>
              <a:rect b="b" l="l" r="r" t="t"/>
              <a:pathLst>
                <a:path extrusionOk="0" h="230" w="144">
                  <a:moveTo>
                    <a:pt x="0" y="1"/>
                  </a:moveTo>
                  <a:lnTo>
                    <a:pt x="0" y="1"/>
                  </a:lnTo>
                  <a:cubicBezTo>
                    <a:pt x="42" y="85"/>
                    <a:pt x="93" y="161"/>
                    <a:pt x="144" y="229"/>
                  </a:cubicBezTo>
                  <a:cubicBezTo>
                    <a:pt x="102" y="153"/>
                    <a:pt x="51" y="77"/>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6"/>
            <p:cNvSpPr/>
            <p:nvPr/>
          </p:nvSpPr>
          <p:spPr>
            <a:xfrm>
              <a:off x="8312989" y="2817308"/>
              <a:ext cx="176874" cy="112329"/>
            </a:xfrm>
            <a:custGeom>
              <a:rect b="b" l="l" r="r" t="t"/>
              <a:pathLst>
                <a:path extrusionOk="0" h="898" w="1414">
                  <a:moveTo>
                    <a:pt x="1413" y="1"/>
                  </a:moveTo>
                  <a:cubicBezTo>
                    <a:pt x="1083" y="195"/>
                    <a:pt x="863" y="331"/>
                    <a:pt x="669" y="474"/>
                  </a:cubicBezTo>
                  <a:cubicBezTo>
                    <a:pt x="457" y="627"/>
                    <a:pt x="229" y="770"/>
                    <a:pt x="0" y="897"/>
                  </a:cubicBezTo>
                  <a:lnTo>
                    <a:pt x="229" y="787"/>
                  </a:lnTo>
                  <a:cubicBezTo>
                    <a:pt x="474" y="635"/>
                    <a:pt x="643" y="517"/>
                    <a:pt x="821" y="398"/>
                  </a:cubicBezTo>
                  <a:lnTo>
                    <a:pt x="141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6"/>
            <p:cNvSpPr/>
            <p:nvPr/>
          </p:nvSpPr>
          <p:spPr>
            <a:xfrm>
              <a:off x="8313239" y="2880852"/>
              <a:ext cx="62294" cy="38277"/>
            </a:xfrm>
            <a:custGeom>
              <a:rect b="b" l="l" r="r" t="t"/>
              <a:pathLst>
                <a:path extrusionOk="0" h="306" w="498">
                  <a:moveTo>
                    <a:pt x="498" y="0"/>
                  </a:moveTo>
                  <a:lnTo>
                    <a:pt x="328" y="59"/>
                  </a:lnTo>
                  <a:cubicBezTo>
                    <a:pt x="333" y="58"/>
                    <a:pt x="336" y="58"/>
                    <a:pt x="338" y="58"/>
                  </a:cubicBezTo>
                  <a:cubicBezTo>
                    <a:pt x="391" y="58"/>
                    <a:pt x="1" y="305"/>
                    <a:pt x="44" y="305"/>
                  </a:cubicBezTo>
                  <a:cubicBezTo>
                    <a:pt x="45" y="305"/>
                    <a:pt x="47" y="305"/>
                    <a:pt x="49" y="305"/>
                  </a:cubicBezTo>
                  <a:cubicBezTo>
                    <a:pt x="379" y="93"/>
                    <a:pt x="193" y="178"/>
                    <a:pt x="49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6"/>
            <p:cNvSpPr/>
            <p:nvPr/>
          </p:nvSpPr>
          <p:spPr>
            <a:xfrm>
              <a:off x="8647349" y="2750637"/>
              <a:ext cx="15010" cy="18138"/>
            </a:xfrm>
            <a:custGeom>
              <a:rect b="b" l="l" r="r" t="t"/>
              <a:pathLst>
                <a:path extrusionOk="0" h="145" w="120">
                  <a:moveTo>
                    <a:pt x="119" y="1"/>
                  </a:moveTo>
                  <a:lnTo>
                    <a:pt x="119" y="1"/>
                  </a:lnTo>
                  <a:cubicBezTo>
                    <a:pt x="95" y="37"/>
                    <a:pt x="67" y="69"/>
                    <a:pt x="37" y="102"/>
                  </a:cubicBezTo>
                  <a:lnTo>
                    <a:pt x="37" y="102"/>
                  </a:lnTo>
                  <a:cubicBezTo>
                    <a:pt x="59" y="78"/>
                    <a:pt x="83" y="56"/>
                    <a:pt x="111" y="35"/>
                  </a:cubicBezTo>
                  <a:lnTo>
                    <a:pt x="119" y="1"/>
                  </a:lnTo>
                  <a:close/>
                  <a:moveTo>
                    <a:pt x="37" y="102"/>
                  </a:moveTo>
                  <a:cubicBezTo>
                    <a:pt x="25" y="116"/>
                    <a:pt x="13" y="130"/>
                    <a:pt x="1" y="145"/>
                  </a:cubicBezTo>
                  <a:cubicBezTo>
                    <a:pt x="13" y="130"/>
                    <a:pt x="25" y="116"/>
                    <a:pt x="37" y="10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6"/>
            <p:cNvSpPr/>
            <p:nvPr/>
          </p:nvSpPr>
          <p:spPr>
            <a:xfrm>
              <a:off x="8043174" y="3047969"/>
              <a:ext cx="32898" cy="15010"/>
            </a:xfrm>
            <a:custGeom>
              <a:rect b="b" l="l" r="r" t="t"/>
              <a:pathLst>
                <a:path extrusionOk="0" h="120" w="263">
                  <a:moveTo>
                    <a:pt x="263" y="1"/>
                  </a:moveTo>
                  <a:lnTo>
                    <a:pt x="0" y="119"/>
                  </a:lnTo>
                  <a:lnTo>
                    <a:pt x="212" y="35"/>
                  </a:lnTo>
                  <a:lnTo>
                    <a:pt x="26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6"/>
            <p:cNvSpPr/>
            <p:nvPr/>
          </p:nvSpPr>
          <p:spPr>
            <a:xfrm>
              <a:off x="8075948" y="3042716"/>
              <a:ext cx="6505" cy="5379"/>
            </a:xfrm>
            <a:custGeom>
              <a:rect b="b" l="l" r="r" t="t"/>
              <a:pathLst>
                <a:path extrusionOk="0" h="43" w="52">
                  <a:moveTo>
                    <a:pt x="51" y="0"/>
                  </a:moveTo>
                  <a:lnTo>
                    <a:pt x="1" y="43"/>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6"/>
            <p:cNvSpPr/>
            <p:nvPr/>
          </p:nvSpPr>
          <p:spPr>
            <a:xfrm>
              <a:off x="8647349" y="2740129"/>
              <a:ext cx="36150" cy="37151"/>
            </a:xfrm>
            <a:custGeom>
              <a:rect b="b" l="l" r="r" t="t"/>
              <a:pathLst>
                <a:path extrusionOk="0" h="297" w="289">
                  <a:moveTo>
                    <a:pt x="288" y="0"/>
                  </a:moveTo>
                  <a:cubicBezTo>
                    <a:pt x="282" y="6"/>
                    <a:pt x="276" y="12"/>
                    <a:pt x="271" y="19"/>
                  </a:cubicBezTo>
                  <a:lnTo>
                    <a:pt x="271" y="19"/>
                  </a:lnTo>
                  <a:cubicBezTo>
                    <a:pt x="277" y="13"/>
                    <a:pt x="282" y="6"/>
                    <a:pt x="288" y="0"/>
                  </a:cubicBezTo>
                  <a:close/>
                  <a:moveTo>
                    <a:pt x="271" y="19"/>
                  </a:moveTo>
                  <a:cubicBezTo>
                    <a:pt x="183" y="114"/>
                    <a:pt x="88" y="209"/>
                    <a:pt x="1" y="296"/>
                  </a:cubicBezTo>
                  <a:cubicBezTo>
                    <a:pt x="68" y="237"/>
                    <a:pt x="136" y="178"/>
                    <a:pt x="204" y="110"/>
                  </a:cubicBezTo>
                  <a:cubicBezTo>
                    <a:pt x="225" y="82"/>
                    <a:pt x="245" y="49"/>
                    <a:pt x="271" y="1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6"/>
            <p:cNvSpPr/>
            <p:nvPr/>
          </p:nvSpPr>
          <p:spPr>
            <a:xfrm>
              <a:off x="8385790" y="2911499"/>
              <a:ext cx="31022" cy="18263"/>
            </a:xfrm>
            <a:custGeom>
              <a:rect b="b" l="l" r="r" t="t"/>
              <a:pathLst>
                <a:path extrusionOk="0" h="146" w="248">
                  <a:moveTo>
                    <a:pt x="247" y="1"/>
                  </a:moveTo>
                  <a:lnTo>
                    <a:pt x="241" y="5"/>
                  </a:lnTo>
                  <a:lnTo>
                    <a:pt x="241" y="5"/>
                  </a:lnTo>
                  <a:cubicBezTo>
                    <a:pt x="244" y="3"/>
                    <a:pt x="246" y="2"/>
                    <a:pt x="247" y="1"/>
                  </a:cubicBezTo>
                  <a:close/>
                  <a:moveTo>
                    <a:pt x="241" y="5"/>
                  </a:moveTo>
                  <a:cubicBezTo>
                    <a:pt x="195" y="35"/>
                    <a:pt x="0" y="146"/>
                    <a:pt x="23" y="146"/>
                  </a:cubicBezTo>
                  <a:cubicBezTo>
                    <a:pt x="26" y="146"/>
                    <a:pt x="36" y="143"/>
                    <a:pt x="53" y="136"/>
                  </a:cubicBezTo>
                  <a:lnTo>
                    <a:pt x="241" y="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6"/>
            <p:cNvSpPr/>
            <p:nvPr/>
          </p:nvSpPr>
          <p:spPr>
            <a:xfrm>
              <a:off x="7837905" y="3145412"/>
              <a:ext cx="35024" cy="17012"/>
            </a:xfrm>
            <a:custGeom>
              <a:rect b="b" l="l" r="r" t="t"/>
              <a:pathLst>
                <a:path extrusionOk="0" h="136" w="280">
                  <a:moveTo>
                    <a:pt x="279" y="0"/>
                  </a:moveTo>
                  <a:lnTo>
                    <a:pt x="254" y="9"/>
                  </a:lnTo>
                  <a:lnTo>
                    <a:pt x="0" y="135"/>
                  </a:lnTo>
                  <a:lnTo>
                    <a:pt x="26" y="127"/>
                  </a:lnTo>
                  <a:lnTo>
                    <a:pt x="27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6"/>
            <p:cNvSpPr/>
            <p:nvPr/>
          </p:nvSpPr>
          <p:spPr>
            <a:xfrm>
              <a:off x="8172265" y="3051347"/>
              <a:ext cx="34899" cy="17762"/>
            </a:xfrm>
            <a:custGeom>
              <a:rect b="b" l="l" r="r" t="t"/>
              <a:pathLst>
                <a:path extrusionOk="0" h="142" w="279">
                  <a:moveTo>
                    <a:pt x="269" y="1"/>
                  </a:moveTo>
                  <a:cubicBezTo>
                    <a:pt x="265" y="1"/>
                    <a:pt x="252" y="5"/>
                    <a:pt x="238" y="9"/>
                  </a:cubicBezTo>
                  <a:lnTo>
                    <a:pt x="238" y="9"/>
                  </a:lnTo>
                  <a:cubicBezTo>
                    <a:pt x="239" y="8"/>
                    <a:pt x="238" y="8"/>
                    <a:pt x="237" y="8"/>
                  </a:cubicBezTo>
                  <a:lnTo>
                    <a:pt x="237" y="8"/>
                  </a:lnTo>
                  <a:cubicBezTo>
                    <a:pt x="234" y="8"/>
                    <a:pt x="226" y="10"/>
                    <a:pt x="212" y="16"/>
                  </a:cubicBezTo>
                  <a:cubicBezTo>
                    <a:pt x="219" y="15"/>
                    <a:pt x="229" y="12"/>
                    <a:pt x="238" y="9"/>
                  </a:cubicBezTo>
                  <a:lnTo>
                    <a:pt x="238" y="9"/>
                  </a:lnTo>
                  <a:cubicBezTo>
                    <a:pt x="232" y="21"/>
                    <a:pt x="1" y="141"/>
                    <a:pt x="11" y="141"/>
                  </a:cubicBezTo>
                  <a:cubicBezTo>
                    <a:pt x="14" y="141"/>
                    <a:pt x="40" y="130"/>
                    <a:pt x="102" y="101"/>
                  </a:cubicBezTo>
                  <a:cubicBezTo>
                    <a:pt x="249" y="20"/>
                    <a:pt x="279" y="1"/>
                    <a:pt x="26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6"/>
            <p:cNvSpPr/>
            <p:nvPr/>
          </p:nvSpPr>
          <p:spPr>
            <a:xfrm>
              <a:off x="7788120" y="3223717"/>
              <a:ext cx="12884" cy="6379"/>
            </a:xfrm>
            <a:custGeom>
              <a:rect b="b" l="l" r="r" t="t"/>
              <a:pathLst>
                <a:path extrusionOk="0" h="51" w="103">
                  <a:moveTo>
                    <a:pt x="102" y="0"/>
                  </a:moveTo>
                  <a:cubicBezTo>
                    <a:pt x="68" y="17"/>
                    <a:pt x="34" y="34"/>
                    <a:pt x="1" y="5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6"/>
            <p:cNvSpPr/>
            <p:nvPr/>
          </p:nvSpPr>
          <p:spPr>
            <a:xfrm>
              <a:off x="7800879" y="3206705"/>
              <a:ext cx="38152" cy="17137"/>
            </a:xfrm>
            <a:custGeom>
              <a:rect b="b" l="l" r="r" t="t"/>
              <a:pathLst>
                <a:path extrusionOk="0" h="137" w="305">
                  <a:moveTo>
                    <a:pt x="305" y="1"/>
                  </a:moveTo>
                  <a:cubicBezTo>
                    <a:pt x="203" y="35"/>
                    <a:pt x="102" y="85"/>
                    <a:pt x="0" y="136"/>
                  </a:cubicBezTo>
                  <a:cubicBezTo>
                    <a:pt x="119" y="85"/>
                    <a:pt x="229" y="43"/>
                    <a:pt x="30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6"/>
            <p:cNvSpPr/>
            <p:nvPr/>
          </p:nvSpPr>
          <p:spPr>
            <a:xfrm>
              <a:off x="7632886" y="3272376"/>
              <a:ext cx="44281" cy="19263"/>
            </a:xfrm>
            <a:custGeom>
              <a:rect b="b" l="l" r="r" t="t"/>
              <a:pathLst>
                <a:path extrusionOk="0" h="154" w="354">
                  <a:moveTo>
                    <a:pt x="353" y="0"/>
                  </a:moveTo>
                  <a:lnTo>
                    <a:pt x="260" y="42"/>
                  </a:lnTo>
                  <a:cubicBezTo>
                    <a:pt x="105" y="112"/>
                    <a:pt x="0" y="154"/>
                    <a:pt x="16" y="154"/>
                  </a:cubicBezTo>
                  <a:cubicBezTo>
                    <a:pt x="17" y="154"/>
                    <a:pt x="20" y="153"/>
                    <a:pt x="23" y="152"/>
                  </a:cubicBezTo>
                  <a:lnTo>
                    <a:pt x="133" y="119"/>
                  </a:lnTo>
                  <a:lnTo>
                    <a:pt x="133" y="119"/>
                  </a:lnTo>
                  <a:cubicBezTo>
                    <a:pt x="90" y="139"/>
                    <a:pt x="73" y="147"/>
                    <a:pt x="74" y="147"/>
                  </a:cubicBezTo>
                  <a:cubicBezTo>
                    <a:pt x="75" y="147"/>
                    <a:pt x="119" y="127"/>
                    <a:pt x="176" y="102"/>
                  </a:cubicBezTo>
                  <a:cubicBezTo>
                    <a:pt x="286" y="51"/>
                    <a:pt x="277" y="51"/>
                    <a:pt x="286" y="42"/>
                  </a:cubicBezTo>
                  <a:lnTo>
                    <a:pt x="35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6"/>
            <p:cNvSpPr/>
            <p:nvPr/>
          </p:nvSpPr>
          <p:spPr>
            <a:xfrm>
              <a:off x="7811387" y="3236351"/>
              <a:ext cx="27644" cy="16011"/>
            </a:xfrm>
            <a:custGeom>
              <a:rect b="b" l="l" r="r" t="t"/>
              <a:pathLst>
                <a:path extrusionOk="0" h="128" w="221">
                  <a:moveTo>
                    <a:pt x="221" y="1"/>
                  </a:moveTo>
                  <a:lnTo>
                    <a:pt x="1" y="127"/>
                  </a:lnTo>
                  <a:lnTo>
                    <a:pt x="85" y="85"/>
                  </a:lnTo>
                  <a:lnTo>
                    <a:pt x="22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70" name="Shape 5070"/>
        <p:cNvGrpSpPr/>
        <p:nvPr/>
      </p:nvGrpSpPr>
      <p:grpSpPr>
        <a:xfrm>
          <a:off x="0" y="0"/>
          <a:ext cx="0" cy="0"/>
          <a:chOff x="0" y="0"/>
          <a:chExt cx="0" cy="0"/>
        </a:xfrm>
      </p:grpSpPr>
      <p:sp>
        <p:nvSpPr>
          <p:cNvPr id="5071" name="Google Shape;5071;p57"/>
          <p:cNvSpPr txBox="1"/>
          <p:nvPr>
            <p:ph type="title"/>
          </p:nvPr>
        </p:nvSpPr>
        <p:spPr>
          <a:xfrm>
            <a:off x="717050" y="1670050"/>
            <a:ext cx="7710000" cy="139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2.87 MILLION</a:t>
            </a:r>
            <a:endParaRPr/>
          </a:p>
        </p:txBody>
      </p:sp>
      <p:sp>
        <p:nvSpPr>
          <p:cNvPr id="5072" name="Google Shape;5072;p57"/>
          <p:cNvSpPr txBox="1"/>
          <p:nvPr>
            <p:ph idx="1" type="body"/>
          </p:nvPr>
        </p:nvSpPr>
        <p:spPr>
          <a:xfrm>
            <a:off x="717050" y="3232150"/>
            <a:ext cx="7710000" cy="4221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TBI-related emergency department visits occurred in the United States</a:t>
            </a:r>
            <a:endParaRPr/>
          </a:p>
        </p:txBody>
      </p:sp>
      <p:sp>
        <p:nvSpPr>
          <p:cNvPr id="5073" name="Google Shape;5073;p57"/>
          <p:cNvSpPr/>
          <p:nvPr/>
        </p:nvSpPr>
        <p:spPr>
          <a:xfrm>
            <a:off x="1335992" y="4445441"/>
            <a:ext cx="18687" cy="26566"/>
          </a:xfrm>
          <a:custGeom>
            <a:rect b="b" l="l" r="r" t="t"/>
            <a:pathLst>
              <a:path extrusionOk="0" h="408" w="287">
                <a:moveTo>
                  <a:pt x="16" y="0"/>
                </a:moveTo>
                <a:cubicBezTo>
                  <a:pt x="5" y="0"/>
                  <a:pt x="0" y="15"/>
                  <a:pt x="0" y="40"/>
                </a:cubicBezTo>
                <a:cubicBezTo>
                  <a:pt x="31" y="192"/>
                  <a:pt x="122" y="314"/>
                  <a:pt x="243" y="405"/>
                </a:cubicBezTo>
                <a:cubicBezTo>
                  <a:pt x="247" y="407"/>
                  <a:pt x="250" y="407"/>
                  <a:pt x="252" y="407"/>
                </a:cubicBezTo>
                <a:cubicBezTo>
                  <a:pt x="287" y="407"/>
                  <a:pt x="149" y="187"/>
                  <a:pt x="91" y="101"/>
                </a:cubicBezTo>
                <a:cubicBezTo>
                  <a:pt x="56" y="30"/>
                  <a:pt x="31"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4" name="Google Shape;5074;p57"/>
          <p:cNvGrpSpPr/>
          <p:nvPr/>
        </p:nvGrpSpPr>
        <p:grpSpPr>
          <a:xfrm rot="-6587990">
            <a:off x="2920157" y="3670198"/>
            <a:ext cx="2424695" cy="3401834"/>
            <a:chOff x="-1069300" y="1226800"/>
            <a:chExt cx="1069300" cy="843000"/>
          </a:xfrm>
        </p:grpSpPr>
        <p:sp>
          <p:nvSpPr>
            <p:cNvPr id="5075" name="Google Shape;5075;p57"/>
            <p:cNvSpPr/>
            <p:nvPr/>
          </p:nvSpPr>
          <p:spPr>
            <a:xfrm>
              <a:off x="-154625" y="2032550"/>
              <a:ext cx="46350" cy="8500"/>
            </a:xfrm>
            <a:custGeom>
              <a:rect b="b" l="l" r="r" t="t"/>
              <a:pathLst>
                <a:path extrusionOk="0" h="340" w="1854">
                  <a:moveTo>
                    <a:pt x="838" y="145"/>
                  </a:moveTo>
                  <a:lnTo>
                    <a:pt x="838" y="145"/>
                  </a:lnTo>
                  <a:cubicBezTo>
                    <a:pt x="824" y="147"/>
                    <a:pt x="811" y="149"/>
                    <a:pt x="800" y="151"/>
                  </a:cubicBezTo>
                  <a:lnTo>
                    <a:pt x="800" y="151"/>
                  </a:lnTo>
                  <a:cubicBezTo>
                    <a:pt x="812" y="149"/>
                    <a:pt x="825" y="147"/>
                    <a:pt x="838" y="145"/>
                  </a:cubicBezTo>
                  <a:close/>
                  <a:moveTo>
                    <a:pt x="1853" y="1"/>
                  </a:moveTo>
                  <a:lnTo>
                    <a:pt x="1219" y="111"/>
                  </a:lnTo>
                  <a:lnTo>
                    <a:pt x="1253" y="94"/>
                  </a:lnTo>
                  <a:lnTo>
                    <a:pt x="1253" y="94"/>
                  </a:lnTo>
                  <a:cubicBezTo>
                    <a:pt x="1109" y="128"/>
                    <a:pt x="830" y="170"/>
                    <a:pt x="720" y="179"/>
                  </a:cubicBezTo>
                  <a:cubicBezTo>
                    <a:pt x="735" y="171"/>
                    <a:pt x="724" y="164"/>
                    <a:pt x="800" y="151"/>
                  </a:cubicBezTo>
                  <a:lnTo>
                    <a:pt x="800" y="151"/>
                  </a:lnTo>
                  <a:cubicBezTo>
                    <a:pt x="98" y="261"/>
                    <a:pt x="618" y="240"/>
                    <a:pt x="27" y="335"/>
                  </a:cubicBezTo>
                  <a:lnTo>
                    <a:pt x="27" y="335"/>
                  </a:lnTo>
                  <a:cubicBezTo>
                    <a:pt x="64" y="331"/>
                    <a:pt x="107" y="329"/>
                    <a:pt x="162" y="322"/>
                  </a:cubicBezTo>
                  <a:cubicBezTo>
                    <a:pt x="265" y="306"/>
                    <a:pt x="359" y="297"/>
                    <a:pt x="396" y="297"/>
                  </a:cubicBezTo>
                  <a:cubicBezTo>
                    <a:pt x="416" y="297"/>
                    <a:pt x="419" y="299"/>
                    <a:pt x="398" y="305"/>
                  </a:cubicBezTo>
                  <a:cubicBezTo>
                    <a:pt x="720" y="238"/>
                    <a:pt x="728" y="255"/>
                    <a:pt x="762" y="212"/>
                  </a:cubicBezTo>
                  <a:cubicBezTo>
                    <a:pt x="872" y="185"/>
                    <a:pt x="987" y="170"/>
                    <a:pt x="1033" y="170"/>
                  </a:cubicBezTo>
                  <a:cubicBezTo>
                    <a:pt x="1072" y="170"/>
                    <a:pt x="1062" y="181"/>
                    <a:pt x="957" y="204"/>
                  </a:cubicBezTo>
                  <a:lnTo>
                    <a:pt x="1540" y="86"/>
                  </a:lnTo>
                  <a:lnTo>
                    <a:pt x="1185" y="136"/>
                  </a:lnTo>
                  <a:cubicBezTo>
                    <a:pt x="1278" y="94"/>
                    <a:pt x="1752" y="60"/>
                    <a:pt x="1853" y="1"/>
                  </a:cubicBezTo>
                  <a:close/>
                  <a:moveTo>
                    <a:pt x="27" y="335"/>
                  </a:moveTo>
                  <a:cubicBezTo>
                    <a:pt x="18" y="336"/>
                    <a:pt x="9" y="338"/>
                    <a:pt x="1" y="339"/>
                  </a:cubicBezTo>
                  <a:cubicBezTo>
                    <a:pt x="10" y="338"/>
                    <a:pt x="18" y="337"/>
                    <a:pt x="27" y="33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7"/>
            <p:cNvSpPr/>
            <p:nvPr/>
          </p:nvSpPr>
          <p:spPr>
            <a:xfrm>
              <a:off x="-197750" y="2038375"/>
              <a:ext cx="45475" cy="8600"/>
            </a:xfrm>
            <a:custGeom>
              <a:rect b="b" l="l" r="r" t="t"/>
              <a:pathLst>
                <a:path extrusionOk="0" h="344" w="1819">
                  <a:moveTo>
                    <a:pt x="1751" y="1"/>
                  </a:moveTo>
                  <a:cubicBezTo>
                    <a:pt x="1539" y="1"/>
                    <a:pt x="1110" y="82"/>
                    <a:pt x="922" y="89"/>
                  </a:cubicBezTo>
                  <a:cubicBezTo>
                    <a:pt x="1100" y="95"/>
                    <a:pt x="944" y="116"/>
                    <a:pt x="982" y="116"/>
                  </a:cubicBezTo>
                  <a:cubicBezTo>
                    <a:pt x="1000" y="116"/>
                    <a:pt x="1063" y="112"/>
                    <a:pt x="1227" y="98"/>
                  </a:cubicBezTo>
                  <a:lnTo>
                    <a:pt x="1227" y="98"/>
                  </a:lnTo>
                  <a:lnTo>
                    <a:pt x="956" y="174"/>
                  </a:lnTo>
                  <a:cubicBezTo>
                    <a:pt x="812" y="191"/>
                    <a:pt x="660" y="208"/>
                    <a:pt x="508" y="225"/>
                  </a:cubicBezTo>
                  <a:cubicBezTo>
                    <a:pt x="508" y="239"/>
                    <a:pt x="263" y="279"/>
                    <a:pt x="335" y="279"/>
                  </a:cubicBezTo>
                  <a:cubicBezTo>
                    <a:pt x="347" y="279"/>
                    <a:pt x="367" y="278"/>
                    <a:pt x="398" y="275"/>
                  </a:cubicBezTo>
                  <a:cubicBezTo>
                    <a:pt x="440" y="267"/>
                    <a:pt x="533" y="250"/>
                    <a:pt x="601" y="242"/>
                  </a:cubicBezTo>
                  <a:lnTo>
                    <a:pt x="601" y="242"/>
                  </a:lnTo>
                  <a:cubicBezTo>
                    <a:pt x="550" y="284"/>
                    <a:pt x="0" y="335"/>
                    <a:pt x="135" y="343"/>
                  </a:cubicBezTo>
                  <a:cubicBezTo>
                    <a:pt x="347" y="326"/>
                    <a:pt x="558" y="292"/>
                    <a:pt x="770" y="242"/>
                  </a:cubicBezTo>
                  <a:cubicBezTo>
                    <a:pt x="1100" y="199"/>
                    <a:pt x="1337" y="174"/>
                    <a:pt x="1489" y="166"/>
                  </a:cubicBezTo>
                  <a:cubicBezTo>
                    <a:pt x="1590" y="149"/>
                    <a:pt x="1599" y="132"/>
                    <a:pt x="1726" y="106"/>
                  </a:cubicBezTo>
                  <a:lnTo>
                    <a:pt x="1726" y="106"/>
                  </a:lnTo>
                  <a:lnTo>
                    <a:pt x="1641" y="123"/>
                  </a:lnTo>
                  <a:lnTo>
                    <a:pt x="1616" y="72"/>
                  </a:lnTo>
                  <a:cubicBezTo>
                    <a:pt x="1514" y="98"/>
                    <a:pt x="1421" y="106"/>
                    <a:pt x="1303" y="123"/>
                  </a:cubicBezTo>
                  <a:lnTo>
                    <a:pt x="1819" y="5"/>
                  </a:lnTo>
                  <a:cubicBezTo>
                    <a:pt x="1800" y="2"/>
                    <a:pt x="1777" y="1"/>
                    <a:pt x="175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7"/>
            <p:cNvSpPr/>
            <p:nvPr/>
          </p:nvSpPr>
          <p:spPr>
            <a:xfrm>
              <a:off x="-154825" y="2041025"/>
              <a:ext cx="225" cy="25"/>
            </a:xfrm>
            <a:custGeom>
              <a:rect b="b" l="l" r="r" t="t"/>
              <a:pathLst>
                <a:path extrusionOk="0" h="1" w="9">
                  <a:moveTo>
                    <a:pt x="0" y="0"/>
                  </a:move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7"/>
            <p:cNvSpPr/>
            <p:nvPr/>
          </p:nvSpPr>
          <p:spPr>
            <a:xfrm>
              <a:off x="-258250" y="2050950"/>
              <a:ext cx="2150" cy="25"/>
            </a:xfrm>
            <a:custGeom>
              <a:rect b="b" l="l" r="r" t="t"/>
              <a:pathLst>
                <a:path extrusionOk="0" h="1" w="86">
                  <a:moveTo>
                    <a:pt x="1" y="1"/>
                  </a:moveTo>
                  <a:lnTo>
                    <a:pt x="85" y="1"/>
                  </a:lnTo>
                  <a:cubicBezTo>
                    <a:pt x="68" y="1"/>
                    <a:pt x="35"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7"/>
            <p:cNvSpPr/>
            <p:nvPr/>
          </p:nvSpPr>
          <p:spPr>
            <a:xfrm>
              <a:off x="-832225" y="1998925"/>
              <a:ext cx="3625" cy="1300"/>
            </a:xfrm>
            <a:custGeom>
              <a:rect b="b" l="l" r="r" t="t"/>
              <a:pathLst>
                <a:path extrusionOk="0" h="52" w="145">
                  <a:moveTo>
                    <a:pt x="1" y="1"/>
                  </a:moveTo>
                  <a:lnTo>
                    <a:pt x="145" y="5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7"/>
            <p:cNvSpPr/>
            <p:nvPr/>
          </p:nvSpPr>
          <p:spPr>
            <a:xfrm>
              <a:off x="-750575" y="2020075"/>
              <a:ext cx="5300" cy="875"/>
            </a:xfrm>
            <a:custGeom>
              <a:rect b="b" l="l" r="r" t="t"/>
              <a:pathLst>
                <a:path extrusionOk="0" h="35" w="212">
                  <a:moveTo>
                    <a:pt x="0" y="1"/>
                  </a:moveTo>
                  <a:lnTo>
                    <a:pt x="212" y="35"/>
                  </a:lnTo>
                  <a:cubicBezTo>
                    <a:pt x="127" y="18"/>
                    <a:pt x="59"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7"/>
            <p:cNvSpPr/>
            <p:nvPr/>
          </p:nvSpPr>
          <p:spPr>
            <a:xfrm>
              <a:off x="-304350" y="2054125"/>
              <a:ext cx="1075" cy="25"/>
            </a:xfrm>
            <a:custGeom>
              <a:rect b="b" l="l" r="r" t="t"/>
              <a:pathLst>
                <a:path extrusionOk="0" h="1" w="43">
                  <a:moveTo>
                    <a:pt x="43" y="1"/>
                  </a:moveTo>
                  <a:lnTo>
                    <a:pt x="34" y="1"/>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7"/>
            <p:cNvSpPr/>
            <p:nvPr/>
          </p:nvSpPr>
          <p:spPr>
            <a:xfrm>
              <a:off x="-582875" y="2047575"/>
              <a:ext cx="2975" cy="650"/>
            </a:xfrm>
            <a:custGeom>
              <a:rect b="b" l="l" r="r" t="t"/>
              <a:pathLst>
                <a:path extrusionOk="0" h="26" w="119">
                  <a:moveTo>
                    <a:pt x="1" y="1"/>
                  </a:moveTo>
                  <a:lnTo>
                    <a:pt x="1" y="1"/>
                  </a:lnTo>
                  <a:cubicBezTo>
                    <a:pt x="34" y="9"/>
                    <a:pt x="68" y="17"/>
                    <a:pt x="119" y="26"/>
                  </a:cubicBezTo>
                  <a:cubicBezTo>
                    <a:pt x="85" y="17"/>
                    <a:pt x="43" y="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7"/>
            <p:cNvSpPr/>
            <p:nvPr/>
          </p:nvSpPr>
          <p:spPr>
            <a:xfrm>
              <a:off x="-751650" y="2019875"/>
              <a:ext cx="1100" cy="25"/>
            </a:xfrm>
            <a:custGeom>
              <a:rect b="b" l="l" r="r" t="t"/>
              <a:pathLst>
                <a:path extrusionOk="0" h="1" w="44">
                  <a:moveTo>
                    <a:pt x="1" y="0"/>
                  </a:moveTo>
                  <a:lnTo>
                    <a:pt x="9" y="0"/>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7"/>
            <p:cNvSpPr/>
            <p:nvPr/>
          </p:nvSpPr>
          <p:spPr>
            <a:xfrm>
              <a:off x="-225875" y="2051375"/>
              <a:ext cx="425" cy="25"/>
            </a:xfrm>
            <a:custGeom>
              <a:rect b="b" l="l" r="r" t="t"/>
              <a:pathLst>
                <a:path extrusionOk="0" h="1" w="17">
                  <a:moveTo>
                    <a:pt x="17" y="1"/>
                  </a:moveTo>
                  <a:lnTo>
                    <a:pt x="0" y="1"/>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7"/>
            <p:cNvSpPr/>
            <p:nvPr/>
          </p:nvSpPr>
          <p:spPr>
            <a:xfrm>
              <a:off x="-213400" y="2047800"/>
              <a:ext cx="4450" cy="650"/>
            </a:xfrm>
            <a:custGeom>
              <a:rect b="b" l="l" r="r" t="t"/>
              <a:pathLst>
                <a:path extrusionOk="0" h="26" w="178">
                  <a:moveTo>
                    <a:pt x="178" y="0"/>
                  </a:moveTo>
                  <a:cubicBezTo>
                    <a:pt x="118" y="8"/>
                    <a:pt x="51" y="17"/>
                    <a:pt x="0" y="25"/>
                  </a:cubicBezTo>
                  <a:lnTo>
                    <a:pt x="17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7"/>
            <p:cNvSpPr/>
            <p:nvPr/>
          </p:nvSpPr>
          <p:spPr>
            <a:xfrm>
              <a:off x="-509075" y="2054975"/>
              <a:ext cx="5525" cy="875"/>
            </a:xfrm>
            <a:custGeom>
              <a:rect b="b" l="l" r="r" t="t"/>
              <a:pathLst>
                <a:path extrusionOk="0" h="35" w="221">
                  <a:moveTo>
                    <a:pt x="1" y="1"/>
                  </a:moveTo>
                  <a:cubicBezTo>
                    <a:pt x="52" y="9"/>
                    <a:pt x="179" y="26"/>
                    <a:pt x="119" y="34"/>
                  </a:cubicBezTo>
                  <a:cubicBezTo>
                    <a:pt x="221" y="26"/>
                    <a:pt x="22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7"/>
            <p:cNvSpPr/>
            <p:nvPr/>
          </p:nvSpPr>
          <p:spPr>
            <a:xfrm>
              <a:off x="-250425" y="2060050"/>
              <a:ext cx="3375" cy="675"/>
            </a:xfrm>
            <a:custGeom>
              <a:rect b="b" l="l" r="r" t="t"/>
              <a:pathLst>
                <a:path extrusionOk="0" h="27" w="135">
                  <a:moveTo>
                    <a:pt x="135" y="1"/>
                  </a:moveTo>
                  <a:lnTo>
                    <a:pt x="135" y="1"/>
                  </a:lnTo>
                  <a:cubicBezTo>
                    <a:pt x="68" y="18"/>
                    <a:pt x="1" y="26"/>
                    <a:pt x="26" y="26"/>
                  </a:cubicBezTo>
                  <a:cubicBezTo>
                    <a:pt x="60" y="18"/>
                    <a:pt x="101" y="9"/>
                    <a:pt x="13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7"/>
            <p:cNvSpPr/>
            <p:nvPr/>
          </p:nvSpPr>
          <p:spPr>
            <a:xfrm>
              <a:off x="-247025" y="2059625"/>
              <a:ext cx="2775" cy="450"/>
            </a:xfrm>
            <a:custGeom>
              <a:rect b="b" l="l" r="r" t="t"/>
              <a:pathLst>
                <a:path extrusionOk="0" h="18" w="111">
                  <a:moveTo>
                    <a:pt x="0" y="18"/>
                  </a:moveTo>
                  <a:lnTo>
                    <a:pt x="11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7"/>
            <p:cNvSpPr/>
            <p:nvPr/>
          </p:nvSpPr>
          <p:spPr>
            <a:xfrm>
              <a:off x="-545650" y="2061750"/>
              <a:ext cx="1500" cy="450"/>
            </a:xfrm>
            <a:custGeom>
              <a:rect b="b" l="l" r="r" t="t"/>
              <a:pathLst>
                <a:path extrusionOk="0" h="18" w="60">
                  <a:moveTo>
                    <a:pt x="0" y="0"/>
                  </a:moveTo>
                  <a:cubicBezTo>
                    <a:pt x="17" y="9"/>
                    <a:pt x="43" y="17"/>
                    <a:pt x="60" y="17"/>
                  </a:cubicBezTo>
                  <a:cubicBezTo>
                    <a:pt x="43" y="9"/>
                    <a:pt x="17"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7"/>
            <p:cNvSpPr/>
            <p:nvPr/>
          </p:nvSpPr>
          <p:spPr>
            <a:xfrm>
              <a:off x="-225050" y="2041725"/>
              <a:ext cx="41675" cy="6500"/>
            </a:xfrm>
            <a:custGeom>
              <a:rect b="b" l="l" r="r" t="t"/>
              <a:pathLst>
                <a:path extrusionOk="0" h="260" w="1667">
                  <a:moveTo>
                    <a:pt x="712" y="237"/>
                  </a:moveTo>
                  <a:cubicBezTo>
                    <a:pt x="694" y="238"/>
                    <a:pt x="677" y="240"/>
                    <a:pt x="661" y="243"/>
                  </a:cubicBezTo>
                  <a:cubicBezTo>
                    <a:pt x="678" y="241"/>
                    <a:pt x="695" y="239"/>
                    <a:pt x="712" y="237"/>
                  </a:cubicBezTo>
                  <a:close/>
                  <a:moveTo>
                    <a:pt x="1596" y="0"/>
                  </a:moveTo>
                  <a:cubicBezTo>
                    <a:pt x="1582" y="0"/>
                    <a:pt x="1554" y="2"/>
                    <a:pt x="1507" y="6"/>
                  </a:cubicBezTo>
                  <a:cubicBezTo>
                    <a:pt x="881" y="91"/>
                    <a:pt x="441" y="158"/>
                    <a:pt x="1" y="251"/>
                  </a:cubicBezTo>
                  <a:cubicBezTo>
                    <a:pt x="356" y="209"/>
                    <a:pt x="762" y="150"/>
                    <a:pt x="1058" y="125"/>
                  </a:cubicBezTo>
                  <a:lnTo>
                    <a:pt x="1058" y="125"/>
                  </a:lnTo>
                  <a:lnTo>
                    <a:pt x="940" y="167"/>
                  </a:lnTo>
                  <a:cubicBezTo>
                    <a:pt x="601" y="184"/>
                    <a:pt x="398" y="226"/>
                    <a:pt x="77" y="260"/>
                  </a:cubicBezTo>
                  <a:cubicBezTo>
                    <a:pt x="322" y="235"/>
                    <a:pt x="568" y="218"/>
                    <a:pt x="813" y="192"/>
                  </a:cubicBezTo>
                  <a:cubicBezTo>
                    <a:pt x="877" y="189"/>
                    <a:pt x="921" y="188"/>
                    <a:pt x="949" y="188"/>
                  </a:cubicBezTo>
                  <a:cubicBezTo>
                    <a:pt x="1065" y="188"/>
                    <a:pt x="910" y="211"/>
                    <a:pt x="712" y="237"/>
                  </a:cubicBezTo>
                  <a:lnTo>
                    <a:pt x="712" y="237"/>
                  </a:lnTo>
                  <a:cubicBezTo>
                    <a:pt x="740" y="235"/>
                    <a:pt x="770" y="235"/>
                    <a:pt x="796" y="235"/>
                  </a:cubicBezTo>
                  <a:cubicBezTo>
                    <a:pt x="822" y="222"/>
                    <a:pt x="1274" y="150"/>
                    <a:pt x="1201" y="150"/>
                  </a:cubicBezTo>
                  <a:cubicBezTo>
                    <a:pt x="1179" y="150"/>
                    <a:pt x="1104" y="157"/>
                    <a:pt x="948" y="175"/>
                  </a:cubicBezTo>
                  <a:cubicBezTo>
                    <a:pt x="965" y="141"/>
                    <a:pt x="1363" y="108"/>
                    <a:pt x="1540" y="82"/>
                  </a:cubicBezTo>
                  <a:lnTo>
                    <a:pt x="1540" y="82"/>
                  </a:lnTo>
                  <a:cubicBezTo>
                    <a:pt x="1527" y="83"/>
                    <a:pt x="1516" y="84"/>
                    <a:pt x="1509" y="84"/>
                  </a:cubicBezTo>
                  <a:cubicBezTo>
                    <a:pt x="1452" y="84"/>
                    <a:pt x="1595" y="56"/>
                    <a:pt x="1557" y="48"/>
                  </a:cubicBezTo>
                  <a:lnTo>
                    <a:pt x="1557" y="48"/>
                  </a:lnTo>
                  <a:cubicBezTo>
                    <a:pt x="1473" y="57"/>
                    <a:pt x="1371" y="82"/>
                    <a:pt x="1227" y="99"/>
                  </a:cubicBezTo>
                  <a:cubicBezTo>
                    <a:pt x="1160" y="91"/>
                    <a:pt x="1371" y="57"/>
                    <a:pt x="1549" y="40"/>
                  </a:cubicBezTo>
                  <a:lnTo>
                    <a:pt x="1549" y="40"/>
                  </a:lnTo>
                  <a:cubicBezTo>
                    <a:pt x="1536" y="40"/>
                    <a:pt x="1526" y="41"/>
                    <a:pt x="1518" y="41"/>
                  </a:cubicBezTo>
                  <a:cubicBezTo>
                    <a:pt x="1412" y="41"/>
                    <a:pt x="1666" y="0"/>
                    <a:pt x="159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7"/>
            <p:cNvSpPr/>
            <p:nvPr/>
          </p:nvSpPr>
          <p:spPr>
            <a:xfrm>
              <a:off x="-217000" y="2054975"/>
              <a:ext cx="1075" cy="250"/>
            </a:xfrm>
            <a:custGeom>
              <a:rect b="b" l="l" r="r" t="t"/>
              <a:pathLst>
                <a:path extrusionOk="0" h="10" w="43">
                  <a:moveTo>
                    <a:pt x="43" y="1"/>
                  </a:moveTo>
                  <a:lnTo>
                    <a:pt x="0" y="9"/>
                  </a:lnTo>
                  <a:lnTo>
                    <a:pt x="17" y="9"/>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7"/>
            <p:cNvSpPr/>
            <p:nvPr/>
          </p:nvSpPr>
          <p:spPr>
            <a:xfrm>
              <a:off x="-228425" y="2052875"/>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7"/>
            <p:cNvSpPr/>
            <p:nvPr/>
          </p:nvSpPr>
          <p:spPr>
            <a:xfrm>
              <a:off x="-770875" y="2028550"/>
              <a:ext cx="1700" cy="650"/>
            </a:xfrm>
            <a:custGeom>
              <a:rect b="b" l="l" r="r" t="t"/>
              <a:pathLst>
                <a:path extrusionOk="0" h="26" w="68">
                  <a:moveTo>
                    <a:pt x="9" y="0"/>
                  </a:moveTo>
                  <a:cubicBezTo>
                    <a:pt x="0" y="0"/>
                    <a:pt x="9" y="9"/>
                    <a:pt x="68" y="26"/>
                  </a:cubicBezTo>
                  <a:cubicBezTo>
                    <a:pt x="68" y="26"/>
                    <a:pt x="51" y="17"/>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7"/>
            <p:cNvSpPr/>
            <p:nvPr/>
          </p:nvSpPr>
          <p:spPr>
            <a:xfrm>
              <a:off x="-806200" y="2017325"/>
              <a:ext cx="650" cy="250"/>
            </a:xfrm>
            <a:custGeom>
              <a:rect b="b" l="l" r="r" t="t"/>
              <a:pathLst>
                <a:path extrusionOk="0" h="10" w="26">
                  <a:moveTo>
                    <a:pt x="26" y="9"/>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7"/>
            <p:cNvSpPr/>
            <p:nvPr/>
          </p:nvSpPr>
          <p:spPr>
            <a:xfrm>
              <a:off x="-522400" y="2051175"/>
              <a:ext cx="4475" cy="225"/>
            </a:xfrm>
            <a:custGeom>
              <a:rect b="b" l="l" r="r" t="t"/>
              <a:pathLst>
                <a:path extrusionOk="0" h="9" w="179">
                  <a:moveTo>
                    <a:pt x="179" y="9"/>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7"/>
            <p:cNvSpPr/>
            <p:nvPr/>
          </p:nvSpPr>
          <p:spPr>
            <a:xfrm>
              <a:off x="-712725" y="2037625"/>
              <a:ext cx="1300" cy="250"/>
            </a:xfrm>
            <a:custGeom>
              <a:rect b="b" l="l" r="r" t="t"/>
              <a:pathLst>
                <a:path extrusionOk="0" h="10" w="52">
                  <a:moveTo>
                    <a:pt x="0" y="1"/>
                  </a:moveTo>
                  <a:lnTo>
                    <a:pt x="34" y="9"/>
                  </a:lnTo>
                  <a:lnTo>
                    <a:pt x="5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7"/>
            <p:cNvSpPr/>
            <p:nvPr/>
          </p:nvSpPr>
          <p:spPr>
            <a:xfrm>
              <a:off x="-718225" y="2035725"/>
              <a:ext cx="46350" cy="8550"/>
            </a:xfrm>
            <a:custGeom>
              <a:rect b="b" l="l" r="r" t="t"/>
              <a:pathLst>
                <a:path extrusionOk="0" h="342" w="1854">
                  <a:moveTo>
                    <a:pt x="1" y="1"/>
                  </a:moveTo>
                  <a:cubicBezTo>
                    <a:pt x="136" y="26"/>
                    <a:pt x="263" y="52"/>
                    <a:pt x="398" y="77"/>
                  </a:cubicBezTo>
                  <a:lnTo>
                    <a:pt x="271" y="85"/>
                  </a:lnTo>
                  <a:lnTo>
                    <a:pt x="314" y="85"/>
                  </a:lnTo>
                  <a:cubicBezTo>
                    <a:pt x="401" y="99"/>
                    <a:pt x="466" y="109"/>
                    <a:pt x="515" y="118"/>
                  </a:cubicBezTo>
                  <a:lnTo>
                    <a:pt x="515" y="118"/>
                  </a:lnTo>
                  <a:cubicBezTo>
                    <a:pt x="464" y="98"/>
                    <a:pt x="595" y="104"/>
                    <a:pt x="457" y="77"/>
                  </a:cubicBezTo>
                  <a:cubicBezTo>
                    <a:pt x="305" y="52"/>
                    <a:pt x="153" y="26"/>
                    <a:pt x="1" y="1"/>
                  </a:cubicBezTo>
                  <a:close/>
                  <a:moveTo>
                    <a:pt x="515" y="118"/>
                  </a:moveTo>
                  <a:cubicBezTo>
                    <a:pt x="527" y="122"/>
                    <a:pt x="548" y="128"/>
                    <a:pt x="584" y="136"/>
                  </a:cubicBezTo>
                  <a:cubicBezTo>
                    <a:pt x="599" y="138"/>
                    <a:pt x="615" y="140"/>
                    <a:pt x="631" y="142"/>
                  </a:cubicBezTo>
                  <a:lnTo>
                    <a:pt x="631" y="142"/>
                  </a:lnTo>
                  <a:cubicBezTo>
                    <a:pt x="608" y="136"/>
                    <a:pt x="573" y="128"/>
                    <a:pt x="515" y="118"/>
                  </a:cubicBezTo>
                  <a:close/>
                  <a:moveTo>
                    <a:pt x="770" y="128"/>
                  </a:moveTo>
                  <a:cubicBezTo>
                    <a:pt x="907" y="157"/>
                    <a:pt x="929" y="167"/>
                    <a:pt x="893" y="167"/>
                  </a:cubicBezTo>
                  <a:cubicBezTo>
                    <a:pt x="853" y="167"/>
                    <a:pt x="738" y="155"/>
                    <a:pt x="631" y="142"/>
                  </a:cubicBezTo>
                  <a:lnTo>
                    <a:pt x="631" y="142"/>
                  </a:lnTo>
                  <a:cubicBezTo>
                    <a:pt x="737" y="170"/>
                    <a:pt x="558" y="162"/>
                    <a:pt x="1050" y="229"/>
                  </a:cubicBezTo>
                  <a:lnTo>
                    <a:pt x="990" y="229"/>
                  </a:lnTo>
                  <a:cubicBezTo>
                    <a:pt x="1254" y="260"/>
                    <a:pt x="1704" y="341"/>
                    <a:pt x="1828" y="341"/>
                  </a:cubicBezTo>
                  <a:cubicBezTo>
                    <a:pt x="1839" y="341"/>
                    <a:pt x="1848" y="341"/>
                    <a:pt x="1853" y="339"/>
                  </a:cubicBezTo>
                  <a:cubicBezTo>
                    <a:pt x="1760" y="331"/>
                    <a:pt x="1269" y="229"/>
                    <a:pt x="1354" y="229"/>
                  </a:cubicBezTo>
                  <a:cubicBezTo>
                    <a:pt x="1159" y="212"/>
                    <a:pt x="872" y="145"/>
                    <a:pt x="770" y="12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7"/>
            <p:cNvSpPr/>
            <p:nvPr/>
          </p:nvSpPr>
          <p:spPr>
            <a:xfrm>
              <a:off x="-696025" y="2041225"/>
              <a:ext cx="2775" cy="450"/>
            </a:xfrm>
            <a:custGeom>
              <a:rect b="b" l="l" r="r" t="t"/>
              <a:pathLst>
                <a:path extrusionOk="0" h="18" w="111">
                  <a:moveTo>
                    <a:pt x="1" y="1"/>
                  </a:moveTo>
                  <a:cubicBezTo>
                    <a:pt x="6" y="2"/>
                    <a:pt x="11" y="4"/>
                    <a:pt x="17" y="5"/>
                  </a:cubicBezTo>
                  <a:lnTo>
                    <a:pt x="17" y="5"/>
                  </a:lnTo>
                  <a:cubicBezTo>
                    <a:pt x="12" y="4"/>
                    <a:pt x="6" y="2"/>
                    <a:pt x="1" y="1"/>
                  </a:cubicBezTo>
                  <a:close/>
                  <a:moveTo>
                    <a:pt x="17" y="5"/>
                  </a:moveTo>
                  <a:lnTo>
                    <a:pt x="17" y="5"/>
                  </a:lnTo>
                  <a:cubicBezTo>
                    <a:pt x="46" y="12"/>
                    <a:pt x="75" y="18"/>
                    <a:pt x="111" y="18"/>
                  </a:cubicBezTo>
                  <a:cubicBezTo>
                    <a:pt x="77" y="11"/>
                    <a:pt x="43" y="10"/>
                    <a:pt x="17"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7"/>
            <p:cNvSpPr/>
            <p:nvPr/>
          </p:nvSpPr>
          <p:spPr>
            <a:xfrm>
              <a:off x="-624750" y="2052225"/>
              <a:ext cx="3000" cy="250"/>
            </a:xfrm>
            <a:custGeom>
              <a:rect b="b" l="l" r="r" t="t"/>
              <a:pathLst>
                <a:path extrusionOk="0" h="10" w="120">
                  <a:moveTo>
                    <a:pt x="1" y="1"/>
                  </a:moveTo>
                  <a:lnTo>
                    <a:pt x="119"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7"/>
            <p:cNvSpPr/>
            <p:nvPr/>
          </p:nvSpPr>
          <p:spPr>
            <a:xfrm>
              <a:off x="-440125" y="2061525"/>
              <a:ext cx="4050" cy="25"/>
            </a:xfrm>
            <a:custGeom>
              <a:rect b="b" l="l" r="r" t="t"/>
              <a:pathLst>
                <a:path extrusionOk="0" h="1" w="162">
                  <a:moveTo>
                    <a:pt x="161" y="1"/>
                  </a:moveTo>
                  <a:lnTo>
                    <a:pt x="34" y="1"/>
                  </a:lnTo>
                  <a:lnTo>
                    <a:pt x="1" y="1"/>
                  </a:lnTo>
                  <a:cubicBezTo>
                    <a:pt x="34" y="1"/>
                    <a:pt x="119" y="1"/>
                    <a:pt x="16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7"/>
            <p:cNvSpPr/>
            <p:nvPr/>
          </p:nvSpPr>
          <p:spPr>
            <a:xfrm>
              <a:off x="-684375" y="2041350"/>
              <a:ext cx="3175" cy="325"/>
            </a:xfrm>
            <a:custGeom>
              <a:rect b="b" l="l" r="r" t="t"/>
              <a:pathLst>
                <a:path extrusionOk="0" h="13" w="127">
                  <a:moveTo>
                    <a:pt x="37" y="1"/>
                  </a:moveTo>
                  <a:cubicBezTo>
                    <a:pt x="25" y="1"/>
                    <a:pt x="12" y="2"/>
                    <a:pt x="0" y="4"/>
                  </a:cubicBezTo>
                  <a:cubicBezTo>
                    <a:pt x="42" y="4"/>
                    <a:pt x="85" y="4"/>
                    <a:pt x="127" y="13"/>
                  </a:cubicBezTo>
                  <a:cubicBezTo>
                    <a:pt x="97" y="7"/>
                    <a:pt x="67" y="1"/>
                    <a:pt x="3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7"/>
            <p:cNvSpPr/>
            <p:nvPr/>
          </p:nvSpPr>
          <p:spPr>
            <a:xfrm>
              <a:off x="-435475" y="2062800"/>
              <a:ext cx="11675" cy="875"/>
            </a:xfrm>
            <a:custGeom>
              <a:rect b="b" l="l" r="r" t="t"/>
              <a:pathLst>
                <a:path extrusionOk="0" h="35" w="467">
                  <a:moveTo>
                    <a:pt x="1" y="1"/>
                  </a:moveTo>
                  <a:lnTo>
                    <a:pt x="1" y="1"/>
                  </a:lnTo>
                  <a:cubicBezTo>
                    <a:pt x="52" y="9"/>
                    <a:pt x="102" y="18"/>
                    <a:pt x="153" y="34"/>
                  </a:cubicBezTo>
                  <a:cubicBezTo>
                    <a:pt x="263" y="34"/>
                    <a:pt x="348" y="26"/>
                    <a:pt x="466" y="18"/>
                  </a:cubicBezTo>
                  <a:lnTo>
                    <a:pt x="466" y="18"/>
                  </a:lnTo>
                  <a:cubicBezTo>
                    <a:pt x="430" y="20"/>
                    <a:pt x="392" y="21"/>
                    <a:pt x="353" y="21"/>
                  </a:cubicBezTo>
                  <a:cubicBezTo>
                    <a:pt x="247" y="21"/>
                    <a:pt x="131" y="13"/>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7"/>
            <p:cNvSpPr/>
            <p:nvPr/>
          </p:nvSpPr>
          <p:spPr>
            <a:xfrm>
              <a:off x="-423625" y="206322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7"/>
            <p:cNvSpPr/>
            <p:nvPr/>
          </p:nvSpPr>
          <p:spPr>
            <a:xfrm>
              <a:off x="-1069300" y="1226800"/>
              <a:ext cx="871575" cy="843000"/>
            </a:xfrm>
            <a:custGeom>
              <a:rect b="b" l="l" r="r" t="t"/>
              <a:pathLst>
                <a:path extrusionOk="0" h="33720" w="34863">
                  <a:moveTo>
                    <a:pt x="5458" y="4857"/>
                  </a:moveTo>
                  <a:lnTo>
                    <a:pt x="5373" y="4941"/>
                  </a:lnTo>
                  <a:cubicBezTo>
                    <a:pt x="5402" y="4914"/>
                    <a:pt x="5430" y="4886"/>
                    <a:pt x="5458" y="4857"/>
                  </a:cubicBezTo>
                  <a:close/>
                  <a:moveTo>
                    <a:pt x="1016" y="12176"/>
                  </a:moveTo>
                  <a:lnTo>
                    <a:pt x="1014" y="12188"/>
                  </a:lnTo>
                  <a:lnTo>
                    <a:pt x="1014" y="12188"/>
                  </a:lnTo>
                  <a:cubicBezTo>
                    <a:pt x="1015" y="12183"/>
                    <a:pt x="1016" y="12179"/>
                    <a:pt x="1016" y="12176"/>
                  </a:cubicBezTo>
                  <a:close/>
                  <a:moveTo>
                    <a:pt x="1014" y="12188"/>
                  </a:moveTo>
                  <a:lnTo>
                    <a:pt x="1014" y="12188"/>
                  </a:lnTo>
                  <a:cubicBezTo>
                    <a:pt x="1007" y="12230"/>
                    <a:pt x="977" y="12352"/>
                    <a:pt x="982" y="12352"/>
                  </a:cubicBezTo>
                  <a:cubicBezTo>
                    <a:pt x="984" y="12352"/>
                    <a:pt x="989" y="12340"/>
                    <a:pt x="999" y="12309"/>
                  </a:cubicBezTo>
                  <a:lnTo>
                    <a:pt x="1014" y="12188"/>
                  </a:lnTo>
                  <a:close/>
                  <a:moveTo>
                    <a:pt x="119" y="18256"/>
                  </a:moveTo>
                  <a:lnTo>
                    <a:pt x="127" y="18287"/>
                  </a:lnTo>
                  <a:lnTo>
                    <a:pt x="127" y="18287"/>
                  </a:lnTo>
                  <a:cubicBezTo>
                    <a:pt x="125" y="18270"/>
                    <a:pt x="122" y="18259"/>
                    <a:pt x="119" y="18256"/>
                  </a:cubicBezTo>
                  <a:close/>
                  <a:moveTo>
                    <a:pt x="855" y="20252"/>
                  </a:moveTo>
                  <a:cubicBezTo>
                    <a:pt x="867" y="20313"/>
                    <a:pt x="881" y="20372"/>
                    <a:pt x="896" y="20431"/>
                  </a:cubicBezTo>
                  <a:lnTo>
                    <a:pt x="896" y="20431"/>
                  </a:lnTo>
                  <a:cubicBezTo>
                    <a:pt x="884" y="20381"/>
                    <a:pt x="871" y="20322"/>
                    <a:pt x="855" y="20252"/>
                  </a:cubicBezTo>
                  <a:close/>
                  <a:moveTo>
                    <a:pt x="1092" y="22393"/>
                  </a:moveTo>
                  <a:cubicBezTo>
                    <a:pt x="1092" y="22398"/>
                    <a:pt x="1096" y="22404"/>
                    <a:pt x="1101" y="22413"/>
                  </a:cubicBezTo>
                  <a:lnTo>
                    <a:pt x="1101" y="22413"/>
                  </a:lnTo>
                  <a:cubicBezTo>
                    <a:pt x="1099" y="22406"/>
                    <a:pt x="1096" y="22399"/>
                    <a:pt x="1092" y="22393"/>
                  </a:cubicBezTo>
                  <a:close/>
                  <a:moveTo>
                    <a:pt x="542" y="19009"/>
                  </a:moveTo>
                  <a:lnTo>
                    <a:pt x="542" y="19009"/>
                  </a:lnTo>
                  <a:cubicBezTo>
                    <a:pt x="568" y="19161"/>
                    <a:pt x="602" y="19313"/>
                    <a:pt x="644" y="19466"/>
                  </a:cubicBezTo>
                  <a:cubicBezTo>
                    <a:pt x="661" y="19525"/>
                    <a:pt x="669" y="19593"/>
                    <a:pt x="695" y="19677"/>
                  </a:cubicBezTo>
                  <a:cubicBezTo>
                    <a:pt x="712" y="19762"/>
                    <a:pt x="737" y="19863"/>
                    <a:pt x="762" y="20007"/>
                  </a:cubicBezTo>
                  <a:cubicBezTo>
                    <a:pt x="794" y="20202"/>
                    <a:pt x="801" y="20260"/>
                    <a:pt x="797" y="20260"/>
                  </a:cubicBezTo>
                  <a:cubicBezTo>
                    <a:pt x="791" y="20260"/>
                    <a:pt x="763" y="20143"/>
                    <a:pt x="754" y="20143"/>
                  </a:cubicBezTo>
                  <a:lnTo>
                    <a:pt x="754" y="20143"/>
                  </a:lnTo>
                  <a:cubicBezTo>
                    <a:pt x="750" y="20143"/>
                    <a:pt x="750" y="20175"/>
                    <a:pt x="762" y="20269"/>
                  </a:cubicBezTo>
                  <a:lnTo>
                    <a:pt x="889" y="20692"/>
                  </a:lnTo>
                  <a:lnTo>
                    <a:pt x="847" y="20489"/>
                  </a:lnTo>
                  <a:lnTo>
                    <a:pt x="847" y="20489"/>
                  </a:lnTo>
                  <a:cubicBezTo>
                    <a:pt x="889" y="20608"/>
                    <a:pt x="931" y="20718"/>
                    <a:pt x="948" y="20836"/>
                  </a:cubicBezTo>
                  <a:cubicBezTo>
                    <a:pt x="986" y="20972"/>
                    <a:pt x="1024" y="21095"/>
                    <a:pt x="1044" y="21095"/>
                  </a:cubicBezTo>
                  <a:cubicBezTo>
                    <a:pt x="1046" y="21095"/>
                    <a:pt x="1048" y="21093"/>
                    <a:pt x="1050" y="21090"/>
                  </a:cubicBezTo>
                  <a:cubicBezTo>
                    <a:pt x="1084" y="21268"/>
                    <a:pt x="1126" y="21437"/>
                    <a:pt x="1177" y="21606"/>
                  </a:cubicBezTo>
                  <a:cubicBezTo>
                    <a:pt x="1219" y="21750"/>
                    <a:pt x="1261" y="21902"/>
                    <a:pt x="1338" y="22139"/>
                  </a:cubicBezTo>
                  <a:cubicBezTo>
                    <a:pt x="1348" y="22161"/>
                    <a:pt x="1354" y="22170"/>
                    <a:pt x="1356" y="22170"/>
                  </a:cubicBezTo>
                  <a:cubicBezTo>
                    <a:pt x="1364" y="22170"/>
                    <a:pt x="1323" y="22052"/>
                    <a:pt x="1291" y="21948"/>
                  </a:cubicBezTo>
                  <a:lnTo>
                    <a:pt x="1291" y="21948"/>
                  </a:lnTo>
                  <a:cubicBezTo>
                    <a:pt x="1365" y="22181"/>
                    <a:pt x="1415" y="22186"/>
                    <a:pt x="1498" y="22494"/>
                  </a:cubicBezTo>
                  <a:cubicBezTo>
                    <a:pt x="1514" y="22544"/>
                    <a:pt x="1525" y="22567"/>
                    <a:pt x="1529" y="22567"/>
                  </a:cubicBezTo>
                  <a:cubicBezTo>
                    <a:pt x="1539" y="22567"/>
                    <a:pt x="1520" y="22460"/>
                    <a:pt x="1456" y="22282"/>
                  </a:cubicBezTo>
                  <a:lnTo>
                    <a:pt x="1456" y="22282"/>
                  </a:lnTo>
                  <a:cubicBezTo>
                    <a:pt x="1496" y="22391"/>
                    <a:pt x="1536" y="22494"/>
                    <a:pt x="1583" y="22604"/>
                  </a:cubicBezTo>
                  <a:cubicBezTo>
                    <a:pt x="1625" y="22723"/>
                    <a:pt x="1676" y="22841"/>
                    <a:pt x="1727" y="22976"/>
                  </a:cubicBezTo>
                  <a:lnTo>
                    <a:pt x="1642" y="22697"/>
                  </a:lnTo>
                  <a:lnTo>
                    <a:pt x="1760" y="22968"/>
                  </a:lnTo>
                  <a:lnTo>
                    <a:pt x="1676" y="22740"/>
                  </a:lnTo>
                  <a:lnTo>
                    <a:pt x="1676" y="22740"/>
                  </a:lnTo>
                  <a:cubicBezTo>
                    <a:pt x="1694" y="22783"/>
                    <a:pt x="1712" y="22827"/>
                    <a:pt x="1731" y="22871"/>
                  </a:cubicBezTo>
                  <a:lnTo>
                    <a:pt x="1731" y="22871"/>
                  </a:lnTo>
                  <a:cubicBezTo>
                    <a:pt x="1707" y="22809"/>
                    <a:pt x="1686" y="22746"/>
                    <a:pt x="1667" y="22680"/>
                  </a:cubicBezTo>
                  <a:cubicBezTo>
                    <a:pt x="1617" y="22545"/>
                    <a:pt x="1591" y="22410"/>
                    <a:pt x="1507" y="22215"/>
                  </a:cubicBezTo>
                  <a:lnTo>
                    <a:pt x="1507" y="22215"/>
                  </a:lnTo>
                  <a:lnTo>
                    <a:pt x="1515" y="22333"/>
                  </a:lnTo>
                  <a:cubicBezTo>
                    <a:pt x="1464" y="22215"/>
                    <a:pt x="1354" y="21927"/>
                    <a:pt x="1304" y="21784"/>
                  </a:cubicBezTo>
                  <a:cubicBezTo>
                    <a:pt x="1304" y="21752"/>
                    <a:pt x="1244" y="21513"/>
                    <a:pt x="1257" y="21513"/>
                  </a:cubicBezTo>
                  <a:lnTo>
                    <a:pt x="1257" y="21513"/>
                  </a:lnTo>
                  <a:cubicBezTo>
                    <a:pt x="1261" y="21513"/>
                    <a:pt x="1275" y="21543"/>
                    <a:pt x="1304" y="21623"/>
                  </a:cubicBezTo>
                  <a:cubicBezTo>
                    <a:pt x="1278" y="21538"/>
                    <a:pt x="1253" y="21462"/>
                    <a:pt x="1236" y="21403"/>
                  </a:cubicBezTo>
                  <a:cubicBezTo>
                    <a:pt x="1219" y="21335"/>
                    <a:pt x="1194" y="21284"/>
                    <a:pt x="1177" y="21234"/>
                  </a:cubicBezTo>
                  <a:cubicBezTo>
                    <a:pt x="1143" y="21132"/>
                    <a:pt x="1118" y="21056"/>
                    <a:pt x="1084" y="20980"/>
                  </a:cubicBezTo>
                  <a:cubicBezTo>
                    <a:pt x="1006" y="20800"/>
                    <a:pt x="944" y="20619"/>
                    <a:pt x="896" y="20431"/>
                  </a:cubicBezTo>
                  <a:lnTo>
                    <a:pt x="896" y="20431"/>
                  </a:lnTo>
                  <a:cubicBezTo>
                    <a:pt x="946" y="20649"/>
                    <a:pt x="963" y="20719"/>
                    <a:pt x="1025" y="20946"/>
                  </a:cubicBezTo>
                  <a:cubicBezTo>
                    <a:pt x="986" y="20835"/>
                    <a:pt x="973" y="20801"/>
                    <a:pt x="970" y="20801"/>
                  </a:cubicBezTo>
                  <a:lnTo>
                    <a:pt x="970" y="20801"/>
                  </a:lnTo>
                  <a:cubicBezTo>
                    <a:pt x="965" y="20801"/>
                    <a:pt x="983" y="20880"/>
                    <a:pt x="970" y="20880"/>
                  </a:cubicBezTo>
                  <a:cubicBezTo>
                    <a:pt x="968" y="20880"/>
                    <a:pt x="967" y="20880"/>
                    <a:pt x="965" y="20878"/>
                  </a:cubicBezTo>
                  <a:cubicBezTo>
                    <a:pt x="946" y="20737"/>
                    <a:pt x="849" y="20363"/>
                    <a:pt x="859" y="20363"/>
                  </a:cubicBezTo>
                  <a:lnTo>
                    <a:pt x="859" y="20363"/>
                  </a:lnTo>
                  <a:cubicBezTo>
                    <a:pt x="862" y="20363"/>
                    <a:pt x="875" y="20401"/>
                    <a:pt x="906" y="20498"/>
                  </a:cubicBezTo>
                  <a:cubicBezTo>
                    <a:pt x="889" y="20439"/>
                    <a:pt x="872" y="20362"/>
                    <a:pt x="847" y="20278"/>
                  </a:cubicBezTo>
                  <a:cubicBezTo>
                    <a:pt x="830" y="20193"/>
                    <a:pt x="813" y="20109"/>
                    <a:pt x="796" y="20024"/>
                  </a:cubicBezTo>
                  <a:cubicBezTo>
                    <a:pt x="762" y="19855"/>
                    <a:pt x="720" y="19703"/>
                    <a:pt x="703" y="19643"/>
                  </a:cubicBezTo>
                  <a:lnTo>
                    <a:pt x="703" y="19643"/>
                  </a:lnTo>
                  <a:cubicBezTo>
                    <a:pt x="712" y="19720"/>
                    <a:pt x="728" y="19796"/>
                    <a:pt x="737" y="19863"/>
                  </a:cubicBezTo>
                  <a:cubicBezTo>
                    <a:pt x="703" y="19686"/>
                    <a:pt x="669" y="19508"/>
                    <a:pt x="635" y="19356"/>
                  </a:cubicBezTo>
                  <a:cubicBezTo>
                    <a:pt x="602" y="19203"/>
                    <a:pt x="568" y="19085"/>
                    <a:pt x="542" y="19009"/>
                  </a:cubicBezTo>
                  <a:close/>
                  <a:moveTo>
                    <a:pt x="1731" y="22871"/>
                  </a:moveTo>
                  <a:lnTo>
                    <a:pt x="1731" y="22871"/>
                  </a:lnTo>
                  <a:cubicBezTo>
                    <a:pt x="1757" y="22941"/>
                    <a:pt x="1786" y="23009"/>
                    <a:pt x="1818" y="23076"/>
                  </a:cubicBezTo>
                  <a:lnTo>
                    <a:pt x="1818" y="23076"/>
                  </a:lnTo>
                  <a:cubicBezTo>
                    <a:pt x="1789" y="23007"/>
                    <a:pt x="1759" y="22939"/>
                    <a:pt x="1731" y="22871"/>
                  </a:cubicBezTo>
                  <a:close/>
                  <a:moveTo>
                    <a:pt x="1748" y="22859"/>
                  </a:moveTo>
                  <a:cubicBezTo>
                    <a:pt x="1748" y="22859"/>
                    <a:pt x="1783" y="22931"/>
                    <a:pt x="1811" y="23010"/>
                  </a:cubicBezTo>
                  <a:cubicBezTo>
                    <a:pt x="1849" y="23100"/>
                    <a:pt x="1886" y="23184"/>
                    <a:pt x="1877" y="23184"/>
                  </a:cubicBezTo>
                  <a:cubicBezTo>
                    <a:pt x="1875" y="23184"/>
                    <a:pt x="1873" y="23182"/>
                    <a:pt x="1870" y="23179"/>
                  </a:cubicBezTo>
                  <a:cubicBezTo>
                    <a:pt x="1852" y="23145"/>
                    <a:pt x="1835" y="23111"/>
                    <a:pt x="1818" y="23076"/>
                  </a:cubicBezTo>
                  <a:lnTo>
                    <a:pt x="1818" y="23076"/>
                  </a:lnTo>
                  <a:cubicBezTo>
                    <a:pt x="1928" y="23328"/>
                    <a:pt x="2042" y="23578"/>
                    <a:pt x="2133" y="23784"/>
                  </a:cubicBezTo>
                  <a:lnTo>
                    <a:pt x="2133" y="23784"/>
                  </a:lnTo>
                  <a:cubicBezTo>
                    <a:pt x="2022" y="23507"/>
                    <a:pt x="1936" y="23269"/>
                    <a:pt x="1752" y="22866"/>
                  </a:cubicBezTo>
                  <a:cubicBezTo>
                    <a:pt x="1749" y="22861"/>
                    <a:pt x="1748" y="22859"/>
                    <a:pt x="1748" y="22859"/>
                  </a:cubicBezTo>
                  <a:close/>
                  <a:moveTo>
                    <a:pt x="1723" y="23753"/>
                  </a:moveTo>
                  <a:cubicBezTo>
                    <a:pt x="1737" y="23785"/>
                    <a:pt x="1747" y="23807"/>
                    <a:pt x="1752" y="23814"/>
                  </a:cubicBezTo>
                  <a:cubicBezTo>
                    <a:pt x="1742" y="23793"/>
                    <a:pt x="1733" y="23773"/>
                    <a:pt x="1723" y="23753"/>
                  </a:cubicBezTo>
                  <a:close/>
                  <a:moveTo>
                    <a:pt x="2539" y="24682"/>
                  </a:moveTo>
                  <a:cubicBezTo>
                    <a:pt x="2557" y="24715"/>
                    <a:pt x="2576" y="24748"/>
                    <a:pt x="2598" y="24778"/>
                  </a:cubicBezTo>
                  <a:cubicBezTo>
                    <a:pt x="2578" y="24746"/>
                    <a:pt x="2559" y="24714"/>
                    <a:pt x="2539" y="24682"/>
                  </a:cubicBezTo>
                  <a:close/>
                  <a:moveTo>
                    <a:pt x="2353" y="24939"/>
                  </a:moveTo>
                  <a:lnTo>
                    <a:pt x="2454" y="25125"/>
                  </a:lnTo>
                  <a:lnTo>
                    <a:pt x="2437" y="25100"/>
                  </a:lnTo>
                  <a:cubicBezTo>
                    <a:pt x="2386" y="25015"/>
                    <a:pt x="2361" y="24964"/>
                    <a:pt x="2353" y="24939"/>
                  </a:cubicBezTo>
                  <a:close/>
                  <a:moveTo>
                    <a:pt x="2691" y="25514"/>
                  </a:moveTo>
                  <a:lnTo>
                    <a:pt x="2801" y="25683"/>
                  </a:lnTo>
                  <a:lnTo>
                    <a:pt x="2742" y="25641"/>
                  </a:lnTo>
                  <a:cubicBezTo>
                    <a:pt x="2716" y="25599"/>
                    <a:pt x="2699" y="25556"/>
                    <a:pt x="2691" y="25514"/>
                  </a:cubicBezTo>
                  <a:close/>
                  <a:moveTo>
                    <a:pt x="2759" y="26166"/>
                  </a:moveTo>
                  <a:lnTo>
                    <a:pt x="2759" y="26166"/>
                  </a:lnTo>
                  <a:cubicBezTo>
                    <a:pt x="2771" y="26179"/>
                    <a:pt x="2783" y="26191"/>
                    <a:pt x="2793" y="26201"/>
                  </a:cubicBezTo>
                  <a:lnTo>
                    <a:pt x="2793" y="26201"/>
                  </a:lnTo>
                  <a:cubicBezTo>
                    <a:pt x="2782" y="26189"/>
                    <a:pt x="2770" y="26177"/>
                    <a:pt x="2759" y="26166"/>
                  </a:cubicBezTo>
                  <a:close/>
                  <a:moveTo>
                    <a:pt x="2953" y="26428"/>
                  </a:moveTo>
                  <a:lnTo>
                    <a:pt x="2953" y="26428"/>
                  </a:lnTo>
                  <a:cubicBezTo>
                    <a:pt x="2954" y="26429"/>
                    <a:pt x="2955" y="26430"/>
                    <a:pt x="2957" y="26431"/>
                  </a:cubicBezTo>
                  <a:lnTo>
                    <a:pt x="2957" y="26431"/>
                  </a:lnTo>
                  <a:cubicBezTo>
                    <a:pt x="2955" y="26430"/>
                    <a:pt x="2954" y="26429"/>
                    <a:pt x="2953" y="26428"/>
                  </a:cubicBezTo>
                  <a:close/>
                  <a:moveTo>
                    <a:pt x="2957" y="26431"/>
                  </a:moveTo>
                  <a:cubicBezTo>
                    <a:pt x="2972" y="26449"/>
                    <a:pt x="3024" y="26514"/>
                    <a:pt x="3058" y="26553"/>
                  </a:cubicBezTo>
                  <a:lnTo>
                    <a:pt x="3058" y="26553"/>
                  </a:lnTo>
                  <a:cubicBezTo>
                    <a:pt x="3025" y="26510"/>
                    <a:pt x="2991" y="26470"/>
                    <a:pt x="2957" y="26431"/>
                  </a:cubicBezTo>
                  <a:close/>
                  <a:moveTo>
                    <a:pt x="3740" y="26529"/>
                  </a:moveTo>
                  <a:lnTo>
                    <a:pt x="3748" y="26538"/>
                  </a:lnTo>
                  <a:cubicBezTo>
                    <a:pt x="3765" y="26555"/>
                    <a:pt x="3774" y="26563"/>
                    <a:pt x="3782" y="26572"/>
                  </a:cubicBezTo>
                  <a:cubicBezTo>
                    <a:pt x="3814" y="26603"/>
                    <a:pt x="3838" y="26635"/>
                    <a:pt x="3855" y="26674"/>
                  </a:cubicBezTo>
                  <a:lnTo>
                    <a:pt x="3855" y="26674"/>
                  </a:lnTo>
                  <a:cubicBezTo>
                    <a:pt x="3818" y="26630"/>
                    <a:pt x="3779" y="26581"/>
                    <a:pt x="3740" y="26529"/>
                  </a:cubicBezTo>
                  <a:close/>
                  <a:moveTo>
                    <a:pt x="3550" y="26878"/>
                  </a:moveTo>
                  <a:cubicBezTo>
                    <a:pt x="3552" y="26878"/>
                    <a:pt x="3556" y="26880"/>
                    <a:pt x="3562" y="26885"/>
                  </a:cubicBezTo>
                  <a:cubicBezTo>
                    <a:pt x="3774" y="27155"/>
                    <a:pt x="3808" y="27088"/>
                    <a:pt x="3985" y="27358"/>
                  </a:cubicBezTo>
                  <a:cubicBezTo>
                    <a:pt x="3990" y="27360"/>
                    <a:pt x="3994" y="27361"/>
                    <a:pt x="3996" y="27361"/>
                  </a:cubicBezTo>
                  <a:cubicBezTo>
                    <a:pt x="4015" y="27361"/>
                    <a:pt x="3972" y="27308"/>
                    <a:pt x="3915" y="27224"/>
                  </a:cubicBezTo>
                  <a:lnTo>
                    <a:pt x="3915" y="27224"/>
                  </a:lnTo>
                  <a:cubicBezTo>
                    <a:pt x="3927" y="27237"/>
                    <a:pt x="3946" y="27250"/>
                    <a:pt x="3960" y="27257"/>
                  </a:cubicBezTo>
                  <a:cubicBezTo>
                    <a:pt x="4045" y="27358"/>
                    <a:pt x="4129" y="27451"/>
                    <a:pt x="4197" y="27528"/>
                  </a:cubicBezTo>
                  <a:cubicBezTo>
                    <a:pt x="4253" y="27591"/>
                    <a:pt x="4308" y="27655"/>
                    <a:pt x="4293" y="27655"/>
                  </a:cubicBezTo>
                  <a:cubicBezTo>
                    <a:pt x="4292" y="27655"/>
                    <a:pt x="4291" y="27655"/>
                    <a:pt x="4290" y="27654"/>
                  </a:cubicBezTo>
                  <a:cubicBezTo>
                    <a:pt x="4256" y="27654"/>
                    <a:pt x="3968" y="27350"/>
                    <a:pt x="3867" y="27274"/>
                  </a:cubicBezTo>
                  <a:cubicBezTo>
                    <a:pt x="3804" y="27203"/>
                    <a:pt x="3523" y="26878"/>
                    <a:pt x="3550" y="26878"/>
                  </a:cubicBezTo>
                  <a:close/>
                  <a:moveTo>
                    <a:pt x="6105" y="28728"/>
                  </a:moveTo>
                  <a:lnTo>
                    <a:pt x="6105" y="28728"/>
                  </a:lnTo>
                  <a:cubicBezTo>
                    <a:pt x="6120" y="28740"/>
                    <a:pt x="6135" y="28751"/>
                    <a:pt x="6151" y="28763"/>
                  </a:cubicBezTo>
                  <a:cubicBezTo>
                    <a:pt x="6134" y="28750"/>
                    <a:pt x="6119" y="28738"/>
                    <a:pt x="6105" y="28728"/>
                  </a:cubicBezTo>
                  <a:close/>
                  <a:moveTo>
                    <a:pt x="4738" y="27925"/>
                  </a:moveTo>
                  <a:cubicBezTo>
                    <a:pt x="4907" y="28111"/>
                    <a:pt x="5102" y="28289"/>
                    <a:pt x="5297" y="28467"/>
                  </a:cubicBezTo>
                  <a:cubicBezTo>
                    <a:pt x="5390" y="28560"/>
                    <a:pt x="5491" y="28644"/>
                    <a:pt x="5593" y="28737"/>
                  </a:cubicBezTo>
                  <a:cubicBezTo>
                    <a:pt x="5694" y="28822"/>
                    <a:pt x="5787" y="28915"/>
                    <a:pt x="5897" y="28991"/>
                  </a:cubicBezTo>
                  <a:lnTo>
                    <a:pt x="5846" y="28940"/>
                  </a:lnTo>
                  <a:lnTo>
                    <a:pt x="5846" y="28940"/>
                  </a:lnTo>
                  <a:cubicBezTo>
                    <a:pt x="5956" y="29016"/>
                    <a:pt x="6066" y="29101"/>
                    <a:pt x="6168" y="29186"/>
                  </a:cubicBezTo>
                  <a:cubicBezTo>
                    <a:pt x="6168" y="29186"/>
                    <a:pt x="6126" y="29160"/>
                    <a:pt x="6049" y="29118"/>
                  </a:cubicBezTo>
                  <a:lnTo>
                    <a:pt x="5779" y="28949"/>
                  </a:lnTo>
                  <a:cubicBezTo>
                    <a:pt x="5576" y="28813"/>
                    <a:pt x="5339" y="28653"/>
                    <a:pt x="5237" y="28568"/>
                  </a:cubicBezTo>
                  <a:lnTo>
                    <a:pt x="4874" y="28238"/>
                  </a:lnTo>
                  <a:cubicBezTo>
                    <a:pt x="4764" y="28137"/>
                    <a:pt x="4671" y="28035"/>
                    <a:pt x="4603" y="27959"/>
                  </a:cubicBezTo>
                  <a:lnTo>
                    <a:pt x="4603" y="27959"/>
                  </a:lnTo>
                  <a:lnTo>
                    <a:pt x="4679" y="28027"/>
                  </a:lnTo>
                  <a:cubicBezTo>
                    <a:pt x="5135" y="28482"/>
                    <a:pt x="5340" y="28647"/>
                    <a:pt x="5369" y="28647"/>
                  </a:cubicBezTo>
                  <a:cubicBezTo>
                    <a:pt x="5375" y="28647"/>
                    <a:pt x="5373" y="28640"/>
                    <a:pt x="5364" y="28627"/>
                  </a:cubicBezTo>
                  <a:cubicBezTo>
                    <a:pt x="5339" y="28593"/>
                    <a:pt x="5254" y="28509"/>
                    <a:pt x="5144" y="28382"/>
                  </a:cubicBezTo>
                  <a:cubicBezTo>
                    <a:pt x="5034" y="28255"/>
                    <a:pt x="4882" y="28103"/>
                    <a:pt x="4738" y="27925"/>
                  </a:cubicBezTo>
                  <a:close/>
                  <a:moveTo>
                    <a:pt x="6109" y="29270"/>
                  </a:moveTo>
                  <a:cubicBezTo>
                    <a:pt x="6193" y="29338"/>
                    <a:pt x="6278" y="29397"/>
                    <a:pt x="6371" y="29456"/>
                  </a:cubicBezTo>
                  <a:cubicBezTo>
                    <a:pt x="6362" y="29453"/>
                    <a:pt x="6356" y="29453"/>
                    <a:pt x="6351" y="29453"/>
                  </a:cubicBezTo>
                  <a:cubicBezTo>
                    <a:pt x="6348" y="29453"/>
                    <a:pt x="6345" y="29453"/>
                    <a:pt x="6342" y="29453"/>
                  </a:cubicBezTo>
                  <a:cubicBezTo>
                    <a:pt x="6324" y="29453"/>
                    <a:pt x="6298" y="29444"/>
                    <a:pt x="6126" y="29312"/>
                  </a:cubicBezTo>
                  <a:lnTo>
                    <a:pt x="6134" y="29312"/>
                  </a:lnTo>
                  <a:cubicBezTo>
                    <a:pt x="6137" y="29314"/>
                    <a:pt x="6139" y="29315"/>
                    <a:pt x="6140" y="29315"/>
                  </a:cubicBezTo>
                  <a:cubicBezTo>
                    <a:pt x="6147" y="29315"/>
                    <a:pt x="6137" y="29298"/>
                    <a:pt x="6109" y="29270"/>
                  </a:cubicBezTo>
                  <a:close/>
                  <a:moveTo>
                    <a:pt x="9473" y="30881"/>
                  </a:moveTo>
                  <a:lnTo>
                    <a:pt x="9473" y="30881"/>
                  </a:lnTo>
                  <a:cubicBezTo>
                    <a:pt x="9477" y="30883"/>
                    <a:pt x="9480" y="30884"/>
                    <a:pt x="9484" y="30886"/>
                  </a:cubicBezTo>
                  <a:cubicBezTo>
                    <a:pt x="9480" y="30884"/>
                    <a:pt x="9477" y="30883"/>
                    <a:pt x="9473" y="30881"/>
                  </a:cubicBezTo>
                  <a:close/>
                  <a:moveTo>
                    <a:pt x="8816" y="30918"/>
                  </a:moveTo>
                  <a:cubicBezTo>
                    <a:pt x="8814" y="30918"/>
                    <a:pt x="8815" y="30919"/>
                    <a:pt x="8819" y="30922"/>
                  </a:cubicBezTo>
                  <a:lnTo>
                    <a:pt x="8819" y="30922"/>
                  </a:lnTo>
                  <a:cubicBezTo>
                    <a:pt x="8821" y="30922"/>
                    <a:pt x="8823" y="30921"/>
                    <a:pt x="8824" y="30920"/>
                  </a:cubicBezTo>
                  <a:cubicBezTo>
                    <a:pt x="8820" y="30918"/>
                    <a:pt x="8817" y="30918"/>
                    <a:pt x="8816" y="30918"/>
                  </a:cubicBezTo>
                  <a:close/>
                  <a:moveTo>
                    <a:pt x="9619" y="31165"/>
                  </a:moveTo>
                  <a:cubicBezTo>
                    <a:pt x="9632" y="31171"/>
                    <a:pt x="9642" y="31176"/>
                    <a:pt x="9652" y="31181"/>
                  </a:cubicBezTo>
                  <a:lnTo>
                    <a:pt x="9652" y="31181"/>
                  </a:lnTo>
                  <a:lnTo>
                    <a:pt x="9619" y="31165"/>
                  </a:lnTo>
                  <a:close/>
                  <a:moveTo>
                    <a:pt x="10578" y="31196"/>
                  </a:moveTo>
                  <a:cubicBezTo>
                    <a:pt x="10580" y="31197"/>
                    <a:pt x="10582" y="31198"/>
                    <a:pt x="10584" y="31199"/>
                  </a:cubicBezTo>
                  <a:cubicBezTo>
                    <a:pt x="10582" y="31198"/>
                    <a:pt x="10580" y="31197"/>
                    <a:pt x="10578" y="31196"/>
                  </a:cubicBezTo>
                  <a:close/>
                  <a:moveTo>
                    <a:pt x="6308" y="29505"/>
                  </a:moveTo>
                  <a:cubicBezTo>
                    <a:pt x="6326" y="29505"/>
                    <a:pt x="6519" y="29667"/>
                    <a:pt x="6608" y="29718"/>
                  </a:cubicBezTo>
                  <a:lnTo>
                    <a:pt x="6422" y="29549"/>
                  </a:lnTo>
                  <a:lnTo>
                    <a:pt x="6422" y="29549"/>
                  </a:lnTo>
                  <a:cubicBezTo>
                    <a:pt x="6515" y="29617"/>
                    <a:pt x="6709" y="29727"/>
                    <a:pt x="6692" y="29744"/>
                  </a:cubicBezTo>
                  <a:cubicBezTo>
                    <a:pt x="6694" y="29742"/>
                    <a:pt x="6697" y="29742"/>
                    <a:pt x="6700" y="29742"/>
                  </a:cubicBezTo>
                  <a:cubicBezTo>
                    <a:pt x="6715" y="29742"/>
                    <a:pt x="6742" y="29752"/>
                    <a:pt x="6750" y="29752"/>
                  </a:cubicBezTo>
                  <a:cubicBezTo>
                    <a:pt x="6761" y="29752"/>
                    <a:pt x="6734" y="29732"/>
                    <a:pt x="6582" y="29634"/>
                  </a:cubicBezTo>
                  <a:lnTo>
                    <a:pt x="6582" y="29634"/>
                  </a:lnTo>
                  <a:cubicBezTo>
                    <a:pt x="6658" y="29676"/>
                    <a:pt x="6726" y="29718"/>
                    <a:pt x="6802" y="29761"/>
                  </a:cubicBezTo>
                  <a:cubicBezTo>
                    <a:pt x="6794" y="29744"/>
                    <a:pt x="6777" y="29735"/>
                    <a:pt x="6760" y="29718"/>
                  </a:cubicBezTo>
                  <a:lnTo>
                    <a:pt x="6760" y="29718"/>
                  </a:lnTo>
                  <a:lnTo>
                    <a:pt x="6955" y="29837"/>
                  </a:lnTo>
                  <a:cubicBezTo>
                    <a:pt x="7031" y="29896"/>
                    <a:pt x="7175" y="29998"/>
                    <a:pt x="7293" y="30082"/>
                  </a:cubicBezTo>
                  <a:cubicBezTo>
                    <a:pt x="7217" y="30057"/>
                    <a:pt x="7141" y="30023"/>
                    <a:pt x="7081" y="29981"/>
                  </a:cubicBezTo>
                  <a:lnTo>
                    <a:pt x="7081" y="29981"/>
                  </a:lnTo>
                  <a:cubicBezTo>
                    <a:pt x="7234" y="30091"/>
                    <a:pt x="7394" y="30184"/>
                    <a:pt x="7564" y="30268"/>
                  </a:cubicBezTo>
                  <a:cubicBezTo>
                    <a:pt x="7251" y="30082"/>
                    <a:pt x="7428" y="30167"/>
                    <a:pt x="7369" y="30108"/>
                  </a:cubicBezTo>
                  <a:lnTo>
                    <a:pt x="7369" y="30108"/>
                  </a:lnTo>
                  <a:cubicBezTo>
                    <a:pt x="7471" y="30158"/>
                    <a:pt x="7589" y="30235"/>
                    <a:pt x="7707" y="30294"/>
                  </a:cubicBezTo>
                  <a:cubicBezTo>
                    <a:pt x="7826" y="30361"/>
                    <a:pt x="7936" y="30412"/>
                    <a:pt x="7995" y="30446"/>
                  </a:cubicBezTo>
                  <a:cubicBezTo>
                    <a:pt x="8208" y="30569"/>
                    <a:pt x="8387" y="30676"/>
                    <a:pt x="8348" y="30676"/>
                  </a:cubicBezTo>
                  <a:cubicBezTo>
                    <a:pt x="8339" y="30676"/>
                    <a:pt x="8318" y="30670"/>
                    <a:pt x="8283" y="30657"/>
                  </a:cubicBezTo>
                  <a:lnTo>
                    <a:pt x="8283" y="30657"/>
                  </a:lnTo>
                  <a:cubicBezTo>
                    <a:pt x="8460" y="30742"/>
                    <a:pt x="8646" y="30818"/>
                    <a:pt x="8841" y="30886"/>
                  </a:cubicBezTo>
                  <a:cubicBezTo>
                    <a:pt x="8477" y="30759"/>
                    <a:pt x="8849" y="30835"/>
                    <a:pt x="8401" y="30657"/>
                  </a:cubicBezTo>
                  <a:cubicBezTo>
                    <a:pt x="8383" y="30644"/>
                    <a:pt x="8379" y="30637"/>
                    <a:pt x="8386" y="30637"/>
                  </a:cubicBezTo>
                  <a:lnTo>
                    <a:pt x="8386" y="30637"/>
                  </a:lnTo>
                  <a:cubicBezTo>
                    <a:pt x="8424" y="30637"/>
                    <a:pt x="8808" y="30835"/>
                    <a:pt x="9002" y="30928"/>
                  </a:cubicBezTo>
                  <a:cubicBezTo>
                    <a:pt x="8966" y="30913"/>
                    <a:pt x="8950" y="30908"/>
                    <a:pt x="8943" y="30908"/>
                  </a:cubicBezTo>
                  <a:cubicBezTo>
                    <a:pt x="8928" y="30908"/>
                    <a:pt x="8966" y="30937"/>
                    <a:pt x="8943" y="30937"/>
                  </a:cubicBezTo>
                  <a:cubicBezTo>
                    <a:pt x="9067" y="30984"/>
                    <a:pt x="9129" y="31004"/>
                    <a:pt x="9147" y="31004"/>
                  </a:cubicBezTo>
                  <a:cubicBezTo>
                    <a:pt x="9179" y="31004"/>
                    <a:pt x="9059" y="30937"/>
                    <a:pt x="8900" y="30861"/>
                  </a:cubicBezTo>
                  <a:lnTo>
                    <a:pt x="8900" y="30861"/>
                  </a:lnTo>
                  <a:cubicBezTo>
                    <a:pt x="9036" y="30903"/>
                    <a:pt x="9171" y="30962"/>
                    <a:pt x="9315" y="31013"/>
                  </a:cubicBezTo>
                  <a:lnTo>
                    <a:pt x="9272" y="30996"/>
                  </a:lnTo>
                  <a:lnTo>
                    <a:pt x="9687" y="31148"/>
                  </a:lnTo>
                  <a:lnTo>
                    <a:pt x="9687" y="31157"/>
                  </a:lnTo>
                  <a:cubicBezTo>
                    <a:pt x="9711" y="31181"/>
                    <a:pt x="9725" y="31200"/>
                    <a:pt x="9708" y="31200"/>
                  </a:cubicBezTo>
                  <a:cubicBezTo>
                    <a:pt x="9699" y="31200"/>
                    <a:pt x="9682" y="31194"/>
                    <a:pt x="9652" y="31181"/>
                  </a:cubicBezTo>
                  <a:lnTo>
                    <a:pt x="9652" y="31181"/>
                  </a:lnTo>
                  <a:lnTo>
                    <a:pt x="9831" y="31267"/>
                  </a:lnTo>
                  <a:cubicBezTo>
                    <a:pt x="9712" y="31233"/>
                    <a:pt x="9602" y="31190"/>
                    <a:pt x="9492" y="31148"/>
                  </a:cubicBezTo>
                  <a:lnTo>
                    <a:pt x="9492" y="31148"/>
                  </a:lnTo>
                  <a:cubicBezTo>
                    <a:pt x="9662" y="31233"/>
                    <a:pt x="9848" y="31300"/>
                    <a:pt x="10034" y="31360"/>
                  </a:cubicBezTo>
                  <a:cubicBezTo>
                    <a:pt x="10064" y="31373"/>
                    <a:pt x="10074" y="31378"/>
                    <a:pt x="10068" y="31378"/>
                  </a:cubicBezTo>
                  <a:cubicBezTo>
                    <a:pt x="10038" y="31378"/>
                    <a:pt x="9542" y="31208"/>
                    <a:pt x="9349" y="31165"/>
                  </a:cubicBezTo>
                  <a:cubicBezTo>
                    <a:pt x="9181" y="31114"/>
                    <a:pt x="8858" y="30951"/>
                    <a:pt x="8819" y="30922"/>
                  </a:cubicBezTo>
                  <a:lnTo>
                    <a:pt x="8819" y="30922"/>
                  </a:lnTo>
                  <a:cubicBezTo>
                    <a:pt x="8817" y="30922"/>
                    <a:pt x="8816" y="30922"/>
                    <a:pt x="8814" y="30922"/>
                  </a:cubicBezTo>
                  <a:cubicBezTo>
                    <a:pt x="8728" y="30922"/>
                    <a:pt x="8186" y="30652"/>
                    <a:pt x="7970" y="30556"/>
                  </a:cubicBezTo>
                  <a:cubicBezTo>
                    <a:pt x="7834" y="30480"/>
                    <a:pt x="7750" y="30438"/>
                    <a:pt x="7682" y="30395"/>
                  </a:cubicBezTo>
                  <a:cubicBezTo>
                    <a:pt x="7623" y="30353"/>
                    <a:pt x="7581" y="30319"/>
                    <a:pt x="7547" y="30294"/>
                  </a:cubicBezTo>
                  <a:cubicBezTo>
                    <a:pt x="7428" y="30201"/>
                    <a:pt x="7301" y="30125"/>
                    <a:pt x="7166" y="30057"/>
                  </a:cubicBezTo>
                  <a:lnTo>
                    <a:pt x="7166" y="30057"/>
                  </a:lnTo>
                  <a:lnTo>
                    <a:pt x="7327" y="30175"/>
                  </a:lnTo>
                  <a:cubicBezTo>
                    <a:pt x="7115" y="30065"/>
                    <a:pt x="6971" y="29964"/>
                    <a:pt x="6819" y="29871"/>
                  </a:cubicBezTo>
                  <a:cubicBezTo>
                    <a:pt x="6667" y="29778"/>
                    <a:pt x="6523" y="29668"/>
                    <a:pt x="6312" y="29515"/>
                  </a:cubicBezTo>
                  <a:cubicBezTo>
                    <a:pt x="6306" y="29508"/>
                    <a:pt x="6305" y="29505"/>
                    <a:pt x="6308" y="29505"/>
                  </a:cubicBezTo>
                  <a:close/>
                  <a:moveTo>
                    <a:pt x="14722" y="32190"/>
                  </a:moveTo>
                  <a:lnTo>
                    <a:pt x="14722" y="32190"/>
                  </a:lnTo>
                  <a:cubicBezTo>
                    <a:pt x="14923" y="32228"/>
                    <a:pt x="15119" y="32258"/>
                    <a:pt x="15321" y="32282"/>
                  </a:cubicBezTo>
                  <a:cubicBezTo>
                    <a:pt x="15038" y="32223"/>
                    <a:pt x="14943" y="32222"/>
                    <a:pt x="14722" y="32190"/>
                  </a:cubicBezTo>
                  <a:close/>
                  <a:moveTo>
                    <a:pt x="13950" y="32299"/>
                  </a:moveTo>
                  <a:cubicBezTo>
                    <a:pt x="14015" y="32309"/>
                    <a:pt x="14061" y="32315"/>
                    <a:pt x="14090" y="32319"/>
                  </a:cubicBezTo>
                  <a:lnTo>
                    <a:pt x="14090" y="32319"/>
                  </a:lnTo>
                  <a:cubicBezTo>
                    <a:pt x="14044" y="32312"/>
                    <a:pt x="13997" y="32305"/>
                    <a:pt x="13950" y="32299"/>
                  </a:cubicBezTo>
                  <a:close/>
                  <a:moveTo>
                    <a:pt x="16214" y="32416"/>
                  </a:moveTo>
                  <a:lnTo>
                    <a:pt x="16226" y="32417"/>
                  </a:lnTo>
                  <a:cubicBezTo>
                    <a:pt x="16222" y="32417"/>
                    <a:pt x="16218" y="32416"/>
                    <a:pt x="16214" y="32416"/>
                  </a:cubicBezTo>
                  <a:close/>
                  <a:moveTo>
                    <a:pt x="28738" y="33212"/>
                  </a:moveTo>
                  <a:cubicBezTo>
                    <a:pt x="28740" y="33212"/>
                    <a:pt x="28743" y="33212"/>
                    <a:pt x="28745" y="33212"/>
                  </a:cubicBezTo>
                  <a:lnTo>
                    <a:pt x="28745" y="33212"/>
                  </a:lnTo>
                  <a:cubicBezTo>
                    <a:pt x="28745" y="33212"/>
                    <a:pt x="28746" y="33212"/>
                    <a:pt x="28746" y="33212"/>
                  </a:cubicBezTo>
                  <a:close/>
                  <a:moveTo>
                    <a:pt x="11117" y="31605"/>
                  </a:moveTo>
                  <a:lnTo>
                    <a:pt x="11582" y="31749"/>
                  </a:lnTo>
                  <a:lnTo>
                    <a:pt x="11607" y="31783"/>
                  </a:lnTo>
                  <a:cubicBezTo>
                    <a:pt x="12335" y="31994"/>
                    <a:pt x="12876" y="32045"/>
                    <a:pt x="13637" y="32214"/>
                  </a:cubicBezTo>
                  <a:cubicBezTo>
                    <a:pt x="13540" y="32214"/>
                    <a:pt x="13302" y="32161"/>
                    <a:pt x="13280" y="32161"/>
                  </a:cubicBezTo>
                  <a:cubicBezTo>
                    <a:pt x="13277" y="32161"/>
                    <a:pt x="13277" y="32161"/>
                    <a:pt x="13282" y="32163"/>
                  </a:cubicBezTo>
                  <a:cubicBezTo>
                    <a:pt x="13739" y="32265"/>
                    <a:pt x="13688" y="32180"/>
                    <a:pt x="14137" y="32299"/>
                  </a:cubicBezTo>
                  <a:cubicBezTo>
                    <a:pt x="13990" y="32274"/>
                    <a:pt x="13930" y="32265"/>
                    <a:pt x="13918" y="32265"/>
                  </a:cubicBezTo>
                  <a:cubicBezTo>
                    <a:pt x="13888" y="32265"/>
                    <a:pt x="14176" y="32324"/>
                    <a:pt x="14134" y="32324"/>
                  </a:cubicBezTo>
                  <a:cubicBezTo>
                    <a:pt x="14128" y="32324"/>
                    <a:pt x="14114" y="32322"/>
                    <a:pt x="14090" y="32319"/>
                  </a:cubicBezTo>
                  <a:lnTo>
                    <a:pt x="14090" y="32319"/>
                  </a:lnTo>
                  <a:cubicBezTo>
                    <a:pt x="14868" y="32438"/>
                    <a:pt x="15665" y="32607"/>
                    <a:pt x="16184" y="32671"/>
                  </a:cubicBezTo>
                  <a:cubicBezTo>
                    <a:pt x="16139" y="32657"/>
                    <a:pt x="16148" y="32652"/>
                    <a:pt x="16181" y="32652"/>
                  </a:cubicBezTo>
                  <a:cubicBezTo>
                    <a:pt x="16248" y="32652"/>
                    <a:pt x="16409" y="32671"/>
                    <a:pt x="16421" y="32671"/>
                  </a:cubicBezTo>
                  <a:cubicBezTo>
                    <a:pt x="16522" y="32683"/>
                    <a:pt x="16527" y="32695"/>
                    <a:pt x="16479" y="32695"/>
                  </a:cubicBezTo>
                  <a:cubicBezTo>
                    <a:pt x="16459" y="32695"/>
                    <a:pt x="16430" y="32693"/>
                    <a:pt x="16395" y="32688"/>
                  </a:cubicBezTo>
                  <a:lnTo>
                    <a:pt x="16395" y="32688"/>
                  </a:lnTo>
                  <a:cubicBezTo>
                    <a:pt x="16674" y="32738"/>
                    <a:pt x="16725" y="32764"/>
                    <a:pt x="16674" y="32781"/>
                  </a:cubicBezTo>
                  <a:lnTo>
                    <a:pt x="16099" y="32705"/>
                  </a:lnTo>
                  <a:lnTo>
                    <a:pt x="16099" y="32705"/>
                  </a:lnTo>
                  <a:cubicBezTo>
                    <a:pt x="16285" y="32738"/>
                    <a:pt x="16387" y="32772"/>
                    <a:pt x="16531" y="32789"/>
                  </a:cubicBezTo>
                  <a:cubicBezTo>
                    <a:pt x="16598" y="32806"/>
                    <a:pt x="16674" y="32815"/>
                    <a:pt x="16776" y="32823"/>
                  </a:cubicBezTo>
                  <a:cubicBezTo>
                    <a:pt x="16869" y="32823"/>
                    <a:pt x="16852" y="32823"/>
                    <a:pt x="16852" y="32806"/>
                  </a:cubicBezTo>
                  <a:lnTo>
                    <a:pt x="16852" y="32806"/>
                  </a:lnTo>
                  <a:cubicBezTo>
                    <a:pt x="17038" y="32815"/>
                    <a:pt x="17267" y="32823"/>
                    <a:pt x="17563" y="32832"/>
                  </a:cubicBezTo>
                  <a:lnTo>
                    <a:pt x="17546" y="32832"/>
                  </a:lnTo>
                  <a:lnTo>
                    <a:pt x="18163" y="32899"/>
                  </a:lnTo>
                  <a:lnTo>
                    <a:pt x="18087" y="32899"/>
                  </a:lnTo>
                  <a:lnTo>
                    <a:pt x="18451" y="32925"/>
                  </a:lnTo>
                  <a:cubicBezTo>
                    <a:pt x="18442" y="32950"/>
                    <a:pt x="18561" y="32950"/>
                    <a:pt x="18535" y="32967"/>
                  </a:cubicBezTo>
                  <a:cubicBezTo>
                    <a:pt x="18764" y="33035"/>
                    <a:pt x="19348" y="33026"/>
                    <a:pt x="19838" y="33094"/>
                  </a:cubicBezTo>
                  <a:lnTo>
                    <a:pt x="19762" y="33102"/>
                  </a:lnTo>
                  <a:cubicBezTo>
                    <a:pt x="20033" y="33102"/>
                    <a:pt x="20693" y="33178"/>
                    <a:pt x="21116" y="33221"/>
                  </a:cubicBezTo>
                  <a:lnTo>
                    <a:pt x="21099" y="33221"/>
                  </a:lnTo>
                  <a:cubicBezTo>
                    <a:pt x="21033" y="33219"/>
                    <a:pt x="20981" y="33218"/>
                    <a:pt x="20941" y="33218"/>
                  </a:cubicBezTo>
                  <a:cubicBezTo>
                    <a:pt x="20822" y="33218"/>
                    <a:pt x="20815" y="33227"/>
                    <a:pt x="20904" y="33246"/>
                  </a:cubicBezTo>
                  <a:cubicBezTo>
                    <a:pt x="20811" y="33246"/>
                    <a:pt x="20676" y="33238"/>
                    <a:pt x="20591" y="33238"/>
                  </a:cubicBezTo>
                  <a:cubicBezTo>
                    <a:pt x="20447" y="33221"/>
                    <a:pt x="20041" y="33204"/>
                    <a:pt x="20007" y="33170"/>
                  </a:cubicBezTo>
                  <a:lnTo>
                    <a:pt x="20007" y="33170"/>
                  </a:lnTo>
                  <a:cubicBezTo>
                    <a:pt x="20135" y="33181"/>
                    <a:pt x="20203" y="33185"/>
                    <a:pt x="20229" y="33185"/>
                  </a:cubicBezTo>
                  <a:cubicBezTo>
                    <a:pt x="20266" y="33185"/>
                    <a:pt x="20221" y="33176"/>
                    <a:pt x="20143" y="33161"/>
                  </a:cubicBezTo>
                  <a:cubicBezTo>
                    <a:pt x="19924" y="33161"/>
                    <a:pt x="19547" y="33122"/>
                    <a:pt x="19392" y="33122"/>
                  </a:cubicBezTo>
                  <a:cubicBezTo>
                    <a:pt x="19343" y="33122"/>
                    <a:pt x="19316" y="33126"/>
                    <a:pt x="19322" y="33136"/>
                  </a:cubicBezTo>
                  <a:cubicBezTo>
                    <a:pt x="19178" y="33119"/>
                    <a:pt x="19043" y="33102"/>
                    <a:pt x="18899" y="33068"/>
                  </a:cubicBezTo>
                  <a:cubicBezTo>
                    <a:pt x="18865" y="33060"/>
                    <a:pt x="18967" y="33060"/>
                    <a:pt x="19077" y="33060"/>
                  </a:cubicBezTo>
                  <a:cubicBezTo>
                    <a:pt x="18671" y="33026"/>
                    <a:pt x="18265" y="32984"/>
                    <a:pt x="17867" y="32942"/>
                  </a:cubicBezTo>
                  <a:lnTo>
                    <a:pt x="17867" y="32942"/>
                  </a:lnTo>
                  <a:cubicBezTo>
                    <a:pt x="17813" y="32965"/>
                    <a:pt x="18506" y="33045"/>
                    <a:pt x="18301" y="33045"/>
                  </a:cubicBezTo>
                  <a:cubicBezTo>
                    <a:pt x="18282" y="33045"/>
                    <a:pt x="18257" y="33044"/>
                    <a:pt x="18222" y="33043"/>
                  </a:cubicBezTo>
                  <a:cubicBezTo>
                    <a:pt x="18149" y="33054"/>
                    <a:pt x="18075" y="33060"/>
                    <a:pt x="18001" y="33060"/>
                  </a:cubicBezTo>
                  <a:cubicBezTo>
                    <a:pt x="17906" y="33060"/>
                    <a:pt x="17810" y="33050"/>
                    <a:pt x="17715" y="33026"/>
                  </a:cubicBezTo>
                  <a:lnTo>
                    <a:pt x="17791" y="33026"/>
                  </a:lnTo>
                  <a:cubicBezTo>
                    <a:pt x="17596" y="33018"/>
                    <a:pt x="17571" y="33001"/>
                    <a:pt x="17368" y="32967"/>
                  </a:cubicBezTo>
                  <a:cubicBezTo>
                    <a:pt x="17348" y="32956"/>
                    <a:pt x="17370" y="32952"/>
                    <a:pt x="17413" y="32952"/>
                  </a:cubicBezTo>
                  <a:cubicBezTo>
                    <a:pt x="17498" y="32952"/>
                    <a:pt x="17667" y="32967"/>
                    <a:pt x="17757" y="32967"/>
                  </a:cubicBezTo>
                  <a:cubicBezTo>
                    <a:pt x="17622" y="32958"/>
                    <a:pt x="17478" y="32958"/>
                    <a:pt x="17334" y="32933"/>
                  </a:cubicBezTo>
                  <a:lnTo>
                    <a:pt x="17368" y="32933"/>
                  </a:lnTo>
                  <a:cubicBezTo>
                    <a:pt x="17224" y="32916"/>
                    <a:pt x="17080" y="32899"/>
                    <a:pt x="16937" y="32882"/>
                  </a:cubicBezTo>
                  <a:cubicBezTo>
                    <a:pt x="16925" y="32882"/>
                    <a:pt x="16916" y="32881"/>
                    <a:pt x="16910" y="32881"/>
                  </a:cubicBezTo>
                  <a:cubicBezTo>
                    <a:pt x="16824" y="32881"/>
                    <a:pt x="17268" y="32934"/>
                    <a:pt x="17284" y="32950"/>
                  </a:cubicBezTo>
                  <a:cubicBezTo>
                    <a:pt x="17190" y="32942"/>
                    <a:pt x="17097" y="32933"/>
                    <a:pt x="17004" y="32925"/>
                  </a:cubicBezTo>
                  <a:cubicBezTo>
                    <a:pt x="16691" y="32891"/>
                    <a:pt x="15845" y="32781"/>
                    <a:pt x="15566" y="32696"/>
                  </a:cubicBezTo>
                  <a:cubicBezTo>
                    <a:pt x="15434" y="32672"/>
                    <a:pt x="15370" y="32664"/>
                    <a:pt x="15338" y="32664"/>
                  </a:cubicBezTo>
                  <a:cubicBezTo>
                    <a:pt x="15281" y="32664"/>
                    <a:pt x="15321" y="32688"/>
                    <a:pt x="15262" y="32688"/>
                  </a:cubicBezTo>
                  <a:cubicBezTo>
                    <a:pt x="15042" y="32671"/>
                    <a:pt x="14839" y="32612"/>
                    <a:pt x="14627" y="32586"/>
                  </a:cubicBezTo>
                  <a:cubicBezTo>
                    <a:pt x="14627" y="32589"/>
                    <a:pt x="14619" y="32590"/>
                    <a:pt x="14606" y="32590"/>
                  </a:cubicBezTo>
                  <a:cubicBezTo>
                    <a:pt x="14563" y="32590"/>
                    <a:pt x="14464" y="32578"/>
                    <a:pt x="14404" y="32578"/>
                  </a:cubicBezTo>
                  <a:cubicBezTo>
                    <a:pt x="14379" y="32578"/>
                    <a:pt x="14361" y="32580"/>
                    <a:pt x="14357" y="32586"/>
                  </a:cubicBezTo>
                  <a:cubicBezTo>
                    <a:pt x="14238" y="32561"/>
                    <a:pt x="14120" y="32544"/>
                    <a:pt x="14010" y="32519"/>
                  </a:cubicBezTo>
                  <a:lnTo>
                    <a:pt x="14010" y="32519"/>
                  </a:lnTo>
                  <a:cubicBezTo>
                    <a:pt x="13798" y="32527"/>
                    <a:pt x="14424" y="32603"/>
                    <a:pt x="14517" y="32629"/>
                  </a:cubicBezTo>
                  <a:cubicBezTo>
                    <a:pt x="14571" y="32651"/>
                    <a:pt x="14572" y="32658"/>
                    <a:pt x="14548" y="32658"/>
                  </a:cubicBezTo>
                  <a:cubicBezTo>
                    <a:pt x="14506" y="32658"/>
                    <a:pt x="14385" y="32635"/>
                    <a:pt x="14358" y="32635"/>
                  </a:cubicBezTo>
                  <a:cubicBezTo>
                    <a:pt x="14349" y="32635"/>
                    <a:pt x="14351" y="32638"/>
                    <a:pt x="14373" y="32645"/>
                  </a:cubicBezTo>
                  <a:cubicBezTo>
                    <a:pt x="14517" y="32662"/>
                    <a:pt x="14653" y="32679"/>
                    <a:pt x="14796" y="32688"/>
                  </a:cubicBezTo>
                  <a:cubicBezTo>
                    <a:pt x="14949" y="32705"/>
                    <a:pt x="15033" y="32730"/>
                    <a:pt x="15025" y="32747"/>
                  </a:cubicBezTo>
                  <a:cubicBezTo>
                    <a:pt x="14831" y="32705"/>
                    <a:pt x="14763" y="32699"/>
                    <a:pt x="14716" y="32699"/>
                  </a:cubicBezTo>
                  <a:cubicBezTo>
                    <a:pt x="14697" y="32699"/>
                    <a:pt x="14681" y="32700"/>
                    <a:pt x="14662" y="32700"/>
                  </a:cubicBezTo>
                  <a:cubicBezTo>
                    <a:pt x="14621" y="32700"/>
                    <a:pt x="14565" y="32696"/>
                    <a:pt x="14433" y="32671"/>
                  </a:cubicBezTo>
                  <a:lnTo>
                    <a:pt x="14424" y="32654"/>
                  </a:lnTo>
                  <a:cubicBezTo>
                    <a:pt x="14422" y="32658"/>
                    <a:pt x="14411" y="32660"/>
                    <a:pt x="14394" y="32660"/>
                  </a:cubicBezTo>
                  <a:cubicBezTo>
                    <a:pt x="14281" y="32660"/>
                    <a:pt x="13883" y="32574"/>
                    <a:pt x="13714" y="32552"/>
                  </a:cubicBezTo>
                  <a:cubicBezTo>
                    <a:pt x="13598" y="32522"/>
                    <a:pt x="13582" y="32511"/>
                    <a:pt x="13616" y="32511"/>
                  </a:cubicBezTo>
                  <a:cubicBezTo>
                    <a:pt x="13690" y="32511"/>
                    <a:pt x="13999" y="32561"/>
                    <a:pt x="14025" y="32561"/>
                  </a:cubicBezTo>
                  <a:cubicBezTo>
                    <a:pt x="14026" y="32561"/>
                    <a:pt x="14027" y="32561"/>
                    <a:pt x="14027" y="32561"/>
                  </a:cubicBezTo>
                  <a:cubicBezTo>
                    <a:pt x="13866" y="32527"/>
                    <a:pt x="13705" y="32510"/>
                    <a:pt x="13553" y="32476"/>
                  </a:cubicBezTo>
                  <a:lnTo>
                    <a:pt x="13553" y="32476"/>
                  </a:lnTo>
                  <a:cubicBezTo>
                    <a:pt x="13591" y="32481"/>
                    <a:pt x="13615" y="32483"/>
                    <a:pt x="13630" y="32483"/>
                  </a:cubicBezTo>
                  <a:cubicBezTo>
                    <a:pt x="13678" y="32483"/>
                    <a:pt x="13645" y="32466"/>
                    <a:pt x="13704" y="32466"/>
                  </a:cubicBezTo>
                  <a:cubicBezTo>
                    <a:pt x="13728" y="32466"/>
                    <a:pt x="13767" y="32468"/>
                    <a:pt x="13832" y="32476"/>
                  </a:cubicBezTo>
                  <a:cubicBezTo>
                    <a:pt x="13544" y="32434"/>
                    <a:pt x="13519" y="32400"/>
                    <a:pt x="13240" y="32358"/>
                  </a:cubicBezTo>
                  <a:lnTo>
                    <a:pt x="13240" y="32358"/>
                  </a:lnTo>
                  <a:cubicBezTo>
                    <a:pt x="13269" y="32361"/>
                    <a:pt x="13290" y="32362"/>
                    <a:pt x="13304" y="32362"/>
                  </a:cubicBezTo>
                  <a:cubicBezTo>
                    <a:pt x="13365" y="32362"/>
                    <a:pt x="13281" y="32335"/>
                    <a:pt x="13164" y="32307"/>
                  </a:cubicBezTo>
                  <a:cubicBezTo>
                    <a:pt x="13054" y="32282"/>
                    <a:pt x="12944" y="32256"/>
                    <a:pt x="12834" y="32214"/>
                  </a:cubicBezTo>
                  <a:lnTo>
                    <a:pt x="12834" y="32214"/>
                  </a:lnTo>
                  <a:cubicBezTo>
                    <a:pt x="13121" y="32265"/>
                    <a:pt x="13401" y="32341"/>
                    <a:pt x="13671" y="32425"/>
                  </a:cubicBezTo>
                  <a:cubicBezTo>
                    <a:pt x="13857" y="32451"/>
                    <a:pt x="14035" y="32485"/>
                    <a:pt x="14213" y="32527"/>
                  </a:cubicBezTo>
                  <a:lnTo>
                    <a:pt x="14441" y="32527"/>
                  </a:lnTo>
                  <a:cubicBezTo>
                    <a:pt x="14187" y="32485"/>
                    <a:pt x="13832" y="32442"/>
                    <a:pt x="13942" y="32425"/>
                  </a:cubicBezTo>
                  <a:lnTo>
                    <a:pt x="13595" y="32375"/>
                  </a:lnTo>
                  <a:lnTo>
                    <a:pt x="13595" y="32375"/>
                  </a:lnTo>
                  <a:cubicBezTo>
                    <a:pt x="13959" y="32392"/>
                    <a:pt x="13942" y="32392"/>
                    <a:pt x="14263" y="32434"/>
                  </a:cubicBezTo>
                  <a:cubicBezTo>
                    <a:pt x="13612" y="32273"/>
                    <a:pt x="13071" y="32248"/>
                    <a:pt x="12546" y="32087"/>
                  </a:cubicBezTo>
                  <a:lnTo>
                    <a:pt x="12546" y="32087"/>
                  </a:lnTo>
                  <a:lnTo>
                    <a:pt x="12631" y="32104"/>
                  </a:lnTo>
                  <a:cubicBezTo>
                    <a:pt x="11556" y="31859"/>
                    <a:pt x="11328" y="31723"/>
                    <a:pt x="11117" y="31605"/>
                  </a:cubicBezTo>
                  <a:close/>
                  <a:moveTo>
                    <a:pt x="33050" y="33289"/>
                  </a:moveTo>
                  <a:cubicBezTo>
                    <a:pt x="33033" y="33291"/>
                    <a:pt x="33017" y="33294"/>
                    <a:pt x="33001" y="33297"/>
                  </a:cubicBezTo>
                  <a:cubicBezTo>
                    <a:pt x="33017" y="33297"/>
                    <a:pt x="33034" y="33293"/>
                    <a:pt x="33050" y="33289"/>
                  </a:cubicBezTo>
                  <a:close/>
                  <a:moveTo>
                    <a:pt x="22469" y="33390"/>
                  </a:moveTo>
                  <a:cubicBezTo>
                    <a:pt x="22486" y="33392"/>
                    <a:pt x="22512" y="33395"/>
                    <a:pt x="22547" y="33398"/>
                  </a:cubicBezTo>
                  <a:lnTo>
                    <a:pt x="22547" y="33398"/>
                  </a:lnTo>
                  <a:cubicBezTo>
                    <a:pt x="22521" y="33396"/>
                    <a:pt x="22495" y="33393"/>
                    <a:pt x="22469" y="33390"/>
                  </a:cubicBezTo>
                  <a:close/>
                  <a:moveTo>
                    <a:pt x="21496" y="33297"/>
                  </a:moveTo>
                  <a:lnTo>
                    <a:pt x="21496" y="33297"/>
                  </a:lnTo>
                  <a:cubicBezTo>
                    <a:pt x="21875" y="33315"/>
                    <a:pt x="22401" y="33343"/>
                    <a:pt x="23032" y="33343"/>
                  </a:cubicBezTo>
                  <a:cubicBezTo>
                    <a:pt x="23260" y="33343"/>
                    <a:pt x="23501" y="33340"/>
                    <a:pt x="23755" y="33331"/>
                  </a:cubicBezTo>
                  <a:lnTo>
                    <a:pt x="23755" y="33331"/>
                  </a:lnTo>
                  <a:cubicBezTo>
                    <a:pt x="23738" y="33339"/>
                    <a:pt x="23721" y="33339"/>
                    <a:pt x="23696" y="33339"/>
                  </a:cubicBezTo>
                  <a:cubicBezTo>
                    <a:pt x="24055" y="33351"/>
                    <a:pt x="24174" y="33359"/>
                    <a:pt x="24364" y="33359"/>
                  </a:cubicBezTo>
                  <a:cubicBezTo>
                    <a:pt x="24434" y="33359"/>
                    <a:pt x="24514" y="33358"/>
                    <a:pt x="24618" y="33356"/>
                  </a:cubicBezTo>
                  <a:lnTo>
                    <a:pt x="24618" y="33356"/>
                  </a:lnTo>
                  <a:lnTo>
                    <a:pt x="24499" y="33373"/>
                  </a:lnTo>
                  <a:cubicBezTo>
                    <a:pt x="24533" y="33381"/>
                    <a:pt x="24628" y="33384"/>
                    <a:pt x="24755" y="33384"/>
                  </a:cubicBezTo>
                  <a:cubicBezTo>
                    <a:pt x="24882" y="33384"/>
                    <a:pt x="25041" y="33381"/>
                    <a:pt x="25201" y="33381"/>
                  </a:cubicBezTo>
                  <a:cubicBezTo>
                    <a:pt x="25269" y="33373"/>
                    <a:pt x="25339" y="33369"/>
                    <a:pt x="25410" y="33369"/>
                  </a:cubicBezTo>
                  <a:cubicBezTo>
                    <a:pt x="25481" y="33369"/>
                    <a:pt x="25553" y="33373"/>
                    <a:pt x="25624" y="33381"/>
                  </a:cubicBezTo>
                  <a:lnTo>
                    <a:pt x="25574" y="33398"/>
                  </a:lnTo>
                  <a:cubicBezTo>
                    <a:pt x="25747" y="33411"/>
                    <a:pt x="25925" y="33419"/>
                    <a:pt x="26101" y="33419"/>
                  </a:cubicBezTo>
                  <a:cubicBezTo>
                    <a:pt x="26165" y="33419"/>
                    <a:pt x="26229" y="33418"/>
                    <a:pt x="26293" y="33415"/>
                  </a:cubicBezTo>
                  <a:lnTo>
                    <a:pt x="26293" y="33415"/>
                  </a:lnTo>
                  <a:lnTo>
                    <a:pt x="26149" y="33432"/>
                  </a:lnTo>
                  <a:cubicBezTo>
                    <a:pt x="26047" y="33441"/>
                    <a:pt x="25937" y="33449"/>
                    <a:pt x="25827" y="33449"/>
                  </a:cubicBezTo>
                  <a:cubicBezTo>
                    <a:pt x="25904" y="33449"/>
                    <a:pt x="25988" y="33449"/>
                    <a:pt x="26098" y="33458"/>
                  </a:cubicBezTo>
                  <a:cubicBezTo>
                    <a:pt x="25895" y="33474"/>
                    <a:pt x="25684" y="33500"/>
                    <a:pt x="25472" y="33508"/>
                  </a:cubicBezTo>
                  <a:cubicBezTo>
                    <a:pt x="25517" y="33511"/>
                    <a:pt x="25557" y="33512"/>
                    <a:pt x="25593" y="33512"/>
                  </a:cubicBezTo>
                  <a:cubicBezTo>
                    <a:pt x="25787" y="33512"/>
                    <a:pt x="25875" y="33482"/>
                    <a:pt x="26133" y="33482"/>
                  </a:cubicBezTo>
                  <a:cubicBezTo>
                    <a:pt x="26159" y="33482"/>
                    <a:pt x="26187" y="33482"/>
                    <a:pt x="26217" y="33483"/>
                  </a:cubicBezTo>
                  <a:cubicBezTo>
                    <a:pt x="26191" y="33517"/>
                    <a:pt x="26217" y="33534"/>
                    <a:pt x="25802" y="33559"/>
                  </a:cubicBezTo>
                  <a:cubicBezTo>
                    <a:pt x="25447" y="33551"/>
                    <a:pt x="25827" y="33534"/>
                    <a:pt x="25641" y="33525"/>
                  </a:cubicBezTo>
                  <a:lnTo>
                    <a:pt x="25641" y="33525"/>
                  </a:lnTo>
                  <a:cubicBezTo>
                    <a:pt x="25589" y="33532"/>
                    <a:pt x="25545" y="33534"/>
                    <a:pt x="25504" y="33534"/>
                  </a:cubicBezTo>
                  <a:cubicBezTo>
                    <a:pt x="25382" y="33534"/>
                    <a:pt x="25299" y="33512"/>
                    <a:pt x="25176" y="33512"/>
                  </a:cubicBezTo>
                  <a:cubicBezTo>
                    <a:pt x="25128" y="33512"/>
                    <a:pt x="25073" y="33516"/>
                    <a:pt x="25007" y="33525"/>
                  </a:cubicBezTo>
                  <a:cubicBezTo>
                    <a:pt x="24660" y="33517"/>
                    <a:pt x="24770" y="33500"/>
                    <a:pt x="24660" y="33483"/>
                  </a:cubicBezTo>
                  <a:cubicBezTo>
                    <a:pt x="25007" y="33483"/>
                    <a:pt x="24499" y="33449"/>
                    <a:pt x="24931" y="33449"/>
                  </a:cubicBezTo>
                  <a:cubicBezTo>
                    <a:pt x="24859" y="33444"/>
                    <a:pt x="24806" y="33442"/>
                    <a:pt x="24764" y="33442"/>
                  </a:cubicBezTo>
                  <a:cubicBezTo>
                    <a:pt x="24636" y="33442"/>
                    <a:pt x="24618" y="33461"/>
                    <a:pt x="24490" y="33461"/>
                  </a:cubicBezTo>
                  <a:cubicBezTo>
                    <a:pt x="24460" y="33461"/>
                    <a:pt x="24425" y="33460"/>
                    <a:pt x="24381" y="33458"/>
                  </a:cubicBezTo>
                  <a:lnTo>
                    <a:pt x="24339" y="33424"/>
                  </a:lnTo>
                  <a:cubicBezTo>
                    <a:pt x="24092" y="33408"/>
                    <a:pt x="23586" y="33372"/>
                    <a:pt x="23223" y="33372"/>
                  </a:cubicBezTo>
                  <a:cubicBezTo>
                    <a:pt x="23187" y="33372"/>
                    <a:pt x="23153" y="33372"/>
                    <a:pt x="23120" y="33373"/>
                  </a:cubicBezTo>
                  <a:cubicBezTo>
                    <a:pt x="23425" y="33407"/>
                    <a:pt x="22934" y="33390"/>
                    <a:pt x="22985" y="33407"/>
                  </a:cubicBezTo>
                  <a:cubicBezTo>
                    <a:pt x="23039" y="33401"/>
                    <a:pt x="23091" y="33398"/>
                    <a:pt x="23144" y="33398"/>
                  </a:cubicBezTo>
                  <a:cubicBezTo>
                    <a:pt x="23248" y="33398"/>
                    <a:pt x="23352" y="33410"/>
                    <a:pt x="23459" y="33432"/>
                  </a:cubicBezTo>
                  <a:cubicBezTo>
                    <a:pt x="23340" y="33432"/>
                    <a:pt x="23120" y="33424"/>
                    <a:pt x="22917" y="33415"/>
                  </a:cubicBezTo>
                  <a:cubicBezTo>
                    <a:pt x="22772" y="33415"/>
                    <a:pt x="22634" y="33407"/>
                    <a:pt x="22547" y="33398"/>
                  </a:cubicBezTo>
                  <a:lnTo>
                    <a:pt x="22547" y="33398"/>
                  </a:lnTo>
                  <a:cubicBezTo>
                    <a:pt x="22673" y="33412"/>
                    <a:pt x="22801" y="33425"/>
                    <a:pt x="22934" y="33432"/>
                  </a:cubicBezTo>
                  <a:cubicBezTo>
                    <a:pt x="22765" y="33449"/>
                    <a:pt x="22181" y="33441"/>
                    <a:pt x="22165" y="33449"/>
                  </a:cubicBezTo>
                  <a:cubicBezTo>
                    <a:pt x="21987" y="33424"/>
                    <a:pt x="21708" y="33407"/>
                    <a:pt x="21615" y="33390"/>
                  </a:cubicBezTo>
                  <a:lnTo>
                    <a:pt x="21953" y="33381"/>
                  </a:lnTo>
                  <a:lnTo>
                    <a:pt x="22080" y="33407"/>
                  </a:lnTo>
                  <a:lnTo>
                    <a:pt x="22275" y="33398"/>
                  </a:lnTo>
                  <a:cubicBezTo>
                    <a:pt x="22055" y="33373"/>
                    <a:pt x="21589" y="33322"/>
                    <a:pt x="21496" y="33297"/>
                  </a:cubicBezTo>
                  <a:close/>
                  <a:moveTo>
                    <a:pt x="24842" y="33593"/>
                  </a:moveTo>
                  <a:cubicBezTo>
                    <a:pt x="24843" y="33593"/>
                    <a:pt x="24845" y="33593"/>
                    <a:pt x="24846" y="33593"/>
                  </a:cubicBezTo>
                  <a:lnTo>
                    <a:pt x="24842" y="33593"/>
                  </a:lnTo>
                  <a:close/>
                  <a:moveTo>
                    <a:pt x="29464" y="33627"/>
                  </a:moveTo>
                  <a:cubicBezTo>
                    <a:pt x="29445" y="33629"/>
                    <a:pt x="29425" y="33632"/>
                    <a:pt x="29406" y="33635"/>
                  </a:cubicBezTo>
                  <a:lnTo>
                    <a:pt x="29465" y="33627"/>
                  </a:lnTo>
                  <a:cubicBezTo>
                    <a:pt x="29465" y="33627"/>
                    <a:pt x="29464" y="33627"/>
                    <a:pt x="29464" y="33627"/>
                  </a:cubicBezTo>
                  <a:close/>
                  <a:moveTo>
                    <a:pt x="25252" y="33661"/>
                  </a:moveTo>
                  <a:cubicBezTo>
                    <a:pt x="25238" y="33661"/>
                    <a:pt x="25228" y="33661"/>
                    <a:pt x="25223" y="33662"/>
                  </a:cubicBezTo>
                  <a:lnTo>
                    <a:pt x="25223" y="33662"/>
                  </a:lnTo>
                  <a:cubicBezTo>
                    <a:pt x="25232" y="33661"/>
                    <a:pt x="25242" y="33661"/>
                    <a:pt x="25252" y="33661"/>
                  </a:cubicBezTo>
                  <a:close/>
                  <a:moveTo>
                    <a:pt x="12969" y="1"/>
                  </a:moveTo>
                  <a:lnTo>
                    <a:pt x="12969" y="1"/>
                  </a:lnTo>
                  <a:cubicBezTo>
                    <a:pt x="12758" y="68"/>
                    <a:pt x="12572" y="128"/>
                    <a:pt x="12411" y="195"/>
                  </a:cubicBezTo>
                  <a:cubicBezTo>
                    <a:pt x="12250" y="263"/>
                    <a:pt x="12106" y="331"/>
                    <a:pt x="11971" y="390"/>
                  </a:cubicBezTo>
                  <a:cubicBezTo>
                    <a:pt x="11827" y="449"/>
                    <a:pt x="11700" y="517"/>
                    <a:pt x="11556" y="576"/>
                  </a:cubicBezTo>
                  <a:cubicBezTo>
                    <a:pt x="11421" y="644"/>
                    <a:pt x="11269" y="703"/>
                    <a:pt x="11100" y="771"/>
                  </a:cubicBezTo>
                  <a:cubicBezTo>
                    <a:pt x="11140" y="747"/>
                    <a:pt x="11148" y="740"/>
                    <a:pt x="11142" y="740"/>
                  </a:cubicBezTo>
                  <a:lnTo>
                    <a:pt x="11142" y="740"/>
                  </a:lnTo>
                  <a:cubicBezTo>
                    <a:pt x="11131" y="740"/>
                    <a:pt x="11086" y="757"/>
                    <a:pt x="11066" y="762"/>
                  </a:cubicBezTo>
                  <a:cubicBezTo>
                    <a:pt x="10964" y="813"/>
                    <a:pt x="10854" y="864"/>
                    <a:pt x="10753" y="923"/>
                  </a:cubicBezTo>
                  <a:cubicBezTo>
                    <a:pt x="10651" y="974"/>
                    <a:pt x="10558" y="1024"/>
                    <a:pt x="10499" y="1058"/>
                  </a:cubicBezTo>
                  <a:lnTo>
                    <a:pt x="10169" y="1219"/>
                  </a:lnTo>
                  <a:cubicBezTo>
                    <a:pt x="10169" y="1210"/>
                    <a:pt x="10279" y="1117"/>
                    <a:pt x="10617" y="948"/>
                  </a:cubicBezTo>
                  <a:lnTo>
                    <a:pt x="10617" y="948"/>
                  </a:lnTo>
                  <a:cubicBezTo>
                    <a:pt x="9433" y="1523"/>
                    <a:pt x="8604" y="2107"/>
                    <a:pt x="7530" y="2852"/>
                  </a:cubicBezTo>
                  <a:cubicBezTo>
                    <a:pt x="7525" y="2854"/>
                    <a:pt x="7523" y="2855"/>
                    <a:pt x="7522" y="2855"/>
                  </a:cubicBezTo>
                  <a:cubicBezTo>
                    <a:pt x="7512" y="2855"/>
                    <a:pt x="7605" y="2786"/>
                    <a:pt x="7603" y="2786"/>
                  </a:cubicBezTo>
                  <a:lnTo>
                    <a:pt x="7603" y="2786"/>
                  </a:lnTo>
                  <a:cubicBezTo>
                    <a:pt x="7602" y="2786"/>
                    <a:pt x="7596" y="2790"/>
                    <a:pt x="7581" y="2801"/>
                  </a:cubicBezTo>
                  <a:cubicBezTo>
                    <a:pt x="7472" y="2889"/>
                    <a:pt x="7304" y="3020"/>
                    <a:pt x="7250" y="3069"/>
                  </a:cubicBezTo>
                  <a:lnTo>
                    <a:pt x="7250" y="3069"/>
                  </a:lnTo>
                  <a:cubicBezTo>
                    <a:pt x="7281" y="3036"/>
                    <a:pt x="7316" y="3007"/>
                    <a:pt x="7352" y="2978"/>
                  </a:cubicBezTo>
                  <a:lnTo>
                    <a:pt x="7352" y="2978"/>
                  </a:lnTo>
                  <a:cubicBezTo>
                    <a:pt x="6819" y="3401"/>
                    <a:pt x="6515" y="3604"/>
                    <a:pt x="6202" y="3900"/>
                  </a:cubicBezTo>
                  <a:cubicBezTo>
                    <a:pt x="6201" y="3901"/>
                    <a:pt x="6201" y="3901"/>
                    <a:pt x="6200" y="3901"/>
                  </a:cubicBezTo>
                  <a:cubicBezTo>
                    <a:pt x="6179" y="3901"/>
                    <a:pt x="6418" y="3704"/>
                    <a:pt x="6402" y="3704"/>
                  </a:cubicBezTo>
                  <a:lnTo>
                    <a:pt x="6402" y="3704"/>
                  </a:lnTo>
                  <a:cubicBezTo>
                    <a:pt x="6401" y="3704"/>
                    <a:pt x="6399" y="3705"/>
                    <a:pt x="6396" y="3706"/>
                  </a:cubicBezTo>
                  <a:cubicBezTo>
                    <a:pt x="5880" y="4137"/>
                    <a:pt x="5660" y="4416"/>
                    <a:pt x="5178" y="4890"/>
                  </a:cubicBezTo>
                  <a:cubicBezTo>
                    <a:pt x="5212" y="4848"/>
                    <a:pt x="5223" y="4831"/>
                    <a:pt x="5219" y="4831"/>
                  </a:cubicBezTo>
                  <a:lnTo>
                    <a:pt x="5219" y="4831"/>
                  </a:lnTo>
                  <a:cubicBezTo>
                    <a:pt x="5206" y="4831"/>
                    <a:pt x="5028" y="5011"/>
                    <a:pt x="4924" y="5102"/>
                  </a:cubicBezTo>
                  <a:cubicBezTo>
                    <a:pt x="4831" y="5203"/>
                    <a:pt x="4713" y="5339"/>
                    <a:pt x="4577" y="5491"/>
                  </a:cubicBezTo>
                  <a:cubicBezTo>
                    <a:pt x="4442" y="5643"/>
                    <a:pt x="4298" y="5821"/>
                    <a:pt x="4146" y="5998"/>
                  </a:cubicBezTo>
                  <a:cubicBezTo>
                    <a:pt x="3994" y="6176"/>
                    <a:pt x="3850" y="6371"/>
                    <a:pt x="3706" y="6557"/>
                  </a:cubicBezTo>
                  <a:cubicBezTo>
                    <a:pt x="3562" y="6751"/>
                    <a:pt x="3427" y="6937"/>
                    <a:pt x="3309" y="7107"/>
                  </a:cubicBezTo>
                  <a:cubicBezTo>
                    <a:pt x="3315" y="7085"/>
                    <a:pt x="3316" y="7075"/>
                    <a:pt x="3311" y="7075"/>
                  </a:cubicBezTo>
                  <a:lnTo>
                    <a:pt x="3311" y="7075"/>
                  </a:lnTo>
                  <a:cubicBezTo>
                    <a:pt x="3291" y="7075"/>
                    <a:pt x="3184" y="7235"/>
                    <a:pt x="3055" y="7411"/>
                  </a:cubicBezTo>
                  <a:cubicBezTo>
                    <a:pt x="2894" y="7631"/>
                    <a:pt x="2742" y="7893"/>
                    <a:pt x="2699" y="7910"/>
                  </a:cubicBezTo>
                  <a:cubicBezTo>
                    <a:pt x="2598" y="8046"/>
                    <a:pt x="2522" y="8189"/>
                    <a:pt x="2454" y="8350"/>
                  </a:cubicBezTo>
                  <a:cubicBezTo>
                    <a:pt x="2505" y="8249"/>
                    <a:pt x="2564" y="8156"/>
                    <a:pt x="2640" y="8079"/>
                  </a:cubicBezTo>
                  <a:lnTo>
                    <a:pt x="2640" y="8079"/>
                  </a:lnTo>
                  <a:cubicBezTo>
                    <a:pt x="2505" y="8316"/>
                    <a:pt x="2285" y="8672"/>
                    <a:pt x="2293" y="8714"/>
                  </a:cubicBezTo>
                  <a:lnTo>
                    <a:pt x="2107" y="9001"/>
                  </a:lnTo>
                  <a:cubicBezTo>
                    <a:pt x="2082" y="9103"/>
                    <a:pt x="2048" y="9205"/>
                    <a:pt x="1989" y="9298"/>
                  </a:cubicBezTo>
                  <a:cubicBezTo>
                    <a:pt x="1760" y="9644"/>
                    <a:pt x="2040" y="9272"/>
                    <a:pt x="1752" y="9788"/>
                  </a:cubicBezTo>
                  <a:cubicBezTo>
                    <a:pt x="1786" y="9653"/>
                    <a:pt x="1837" y="9543"/>
                    <a:pt x="1845" y="9492"/>
                  </a:cubicBezTo>
                  <a:lnTo>
                    <a:pt x="1845" y="9492"/>
                  </a:lnTo>
                  <a:cubicBezTo>
                    <a:pt x="1769" y="9627"/>
                    <a:pt x="1710" y="9763"/>
                    <a:pt x="1651" y="9907"/>
                  </a:cubicBezTo>
                  <a:cubicBezTo>
                    <a:pt x="1647" y="9911"/>
                    <a:pt x="1644" y="9913"/>
                    <a:pt x="1642" y="9913"/>
                  </a:cubicBezTo>
                  <a:cubicBezTo>
                    <a:pt x="1623" y="9913"/>
                    <a:pt x="1702" y="9686"/>
                    <a:pt x="1794" y="9501"/>
                  </a:cubicBezTo>
                  <a:lnTo>
                    <a:pt x="1794" y="9501"/>
                  </a:lnTo>
                  <a:cubicBezTo>
                    <a:pt x="1727" y="9611"/>
                    <a:pt x="1667" y="9721"/>
                    <a:pt x="1617" y="9830"/>
                  </a:cubicBezTo>
                  <a:cubicBezTo>
                    <a:pt x="1490" y="10169"/>
                    <a:pt x="1270" y="10744"/>
                    <a:pt x="1067" y="11277"/>
                  </a:cubicBezTo>
                  <a:cubicBezTo>
                    <a:pt x="1079" y="11208"/>
                    <a:pt x="1120" y="11096"/>
                    <a:pt x="1109" y="11096"/>
                  </a:cubicBezTo>
                  <a:lnTo>
                    <a:pt x="1109" y="11096"/>
                  </a:lnTo>
                  <a:cubicBezTo>
                    <a:pt x="1105" y="11096"/>
                    <a:pt x="1095" y="11109"/>
                    <a:pt x="1075" y="11142"/>
                  </a:cubicBezTo>
                  <a:cubicBezTo>
                    <a:pt x="1033" y="11260"/>
                    <a:pt x="991" y="11395"/>
                    <a:pt x="948" y="11548"/>
                  </a:cubicBezTo>
                  <a:cubicBezTo>
                    <a:pt x="906" y="11692"/>
                    <a:pt x="855" y="11844"/>
                    <a:pt x="796" y="11996"/>
                  </a:cubicBezTo>
                  <a:cubicBezTo>
                    <a:pt x="805" y="11954"/>
                    <a:pt x="796" y="11979"/>
                    <a:pt x="805" y="11937"/>
                  </a:cubicBezTo>
                  <a:lnTo>
                    <a:pt x="805" y="11937"/>
                  </a:lnTo>
                  <a:cubicBezTo>
                    <a:pt x="669" y="12495"/>
                    <a:pt x="669" y="12343"/>
                    <a:pt x="534" y="12850"/>
                  </a:cubicBezTo>
                  <a:cubicBezTo>
                    <a:pt x="534" y="12842"/>
                    <a:pt x="534" y="12834"/>
                    <a:pt x="534" y="12825"/>
                  </a:cubicBezTo>
                  <a:cubicBezTo>
                    <a:pt x="517" y="12918"/>
                    <a:pt x="492" y="13028"/>
                    <a:pt x="475" y="13130"/>
                  </a:cubicBezTo>
                  <a:cubicBezTo>
                    <a:pt x="373" y="13789"/>
                    <a:pt x="297" y="13849"/>
                    <a:pt x="204" y="14238"/>
                  </a:cubicBezTo>
                  <a:lnTo>
                    <a:pt x="212" y="14153"/>
                  </a:lnTo>
                  <a:lnTo>
                    <a:pt x="212" y="14153"/>
                  </a:lnTo>
                  <a:cubicBezTo>
                    <a:pt x="162" y="14365"/>
                    <a:pt x="128" y="14576"/>
                    <a:pt x="111" y="14796"/>
                  </a:cubicBezTo>
                  <a:cubicBezTo>
                    <a:pt x="77" y="15058"/>
                    <a:pt x="60" y="15312"/>
                    <a:pt x="43" y="15431"/>
                  </a:cubicBezTo>
                  <a:cubicBezTo>
                    <a:pt x="86" y="15143"/>
                    <a:pt x="69" y="15338"/>
                    <a:pt x="119" y="15135"/>
                  </a:cubicBezTo>
                  <a:cubicBezTo>
                    <a:pt x="136" y="14881"/>
                    <a:pt x="94" y="14957"/>
                    <a:pt x="162" y="14542"/>
                  </a:cubicBezTo>
                  <a:lnTo>
                    <a:pt x="162" y="14542"/>
                  </a:lnTo>
                  <a:cubicBezTo>
                    <a:pt x="170" y="14652"/>
                    <a:pt x="162" y="14762"/>
                    <a:pt x="153" y="14864"/>
                  </a:cubicBezTo>
                  <a:cubicBezTo>
                    <a:pt x="145" y="15016"/>
                    <a:pt x="145" y="15177"/>
                    <a:pt x="145" y="15228"/>
                  </a:cubicBezTo>
                  <a:cubicBezTo>
                    <a:pt x="136" y="15329"/>
                    <a:pt x="119" y="15422"/>
                    <a:pt x="94" y="15515"/>
                  </a:cubicBezTo>
                  <a:cubicBezTo>
                    <a:pt x="86" y="15557"/>
                    <a:pt x="69" y="15600"/>
                    <a:pt x="43" y="15634"/>
                  </a:cubicBezTo>
                  <a:cubicBezTo>
                    <a:pt x="26" y="15930"/>
                    <a:pt x="9" y="16150"/>
                    <a:pt x="9" y="16395"/>
                  </a:cubicBezTo>
                  <a:cubicBezTo>
                    <a:pt x="1" y="16513"/>
                    <a:pt x="1" y="16640"/>
                    <a:pt x="1" y="16784"/>
                  </a:cubicBezTo>
                  <a:cubicBezTo>
                    <a:pt x="9" y="16919"/>
                    <a:pt x="9" y="17072"/>
                    <a:pt x="18" y="17249"/>
                  </a:cubicBezTo>
                  <a:cubicBezTo>
                    <a:pt x="26" y="17376"/>
                    <a:pt x="60" y="17486"/>
                    <a:pt x="77" y="17647"/>
                  </a:cubicBezTo>
                  <a:cubicBezTo>
                    <a:pt x="94" y="17723"/>
                    <a:pt x="102" y="17808"/>
                    <a:pt x="111" y="17909"/>
                  </a:cubicBezTo>
                  <a:cubicBezTo>
                    <a:pt x="119" y="18019"/>
                    <a:pt x="128" y="18138"/>
                    <a:pt x="128" y="18290"/>
                  </a:cubicBezTo>
                  <a:lnTo>
                    <a:pt x="127" y="18287"/>
                  </a:lnTo>
                  <a:lnTo>
                    <a:pt x="127" y="18287"/>
                  </a:lnTo>
                  <a:cubicBezTo>
                    <a:pt x="137" y="18364"/>
                    <a:pt x="142" y="18565"/>
                    <a:pt x="170" y="18662"/>
                  </a:cubicBezTo>
                  <a:cubicBezTo>
                    <a:pt x="170" y="18622"/>
                    <a:pt x="172" y="18608"/>
                    <a:pt x="175" y="18608"/>
                  </a:cubicBezTo>
                  <a:cubicBezTo>
                    <a:pt x="184" y="18608"/>
                    <a:pt x="204" y="18738"/>
                    <a:pt x="214" y="18738"/>
                  </a:cubicBezTo>
                  <a:cubicBezTo>
                    <a:pt x="218" y="18738"/>
                    <a:pt x="221" y="18718"/>
                    <a:pt x="221" y="18662"/>
                  </a:cubicBezTo>
                  <a:lnTo>
                    <a:pt x="221" y="18662"/>
                  </a:lnTo>
                  <a:cubicBezTo>
                    <a:pt x="263" y="19000"/>
                    <a:pt x="229" y="19068"/>
                    <a:pt x="212" y="19102"/>
                  </a:cubicBezTo>
                  <a:cubicBezTo>
                    <a:pt x="289" y="19339"/>
                    <a:pt x="297" y="19787"/>
                    <a:pt x="432" y="20295"/>
                  </a:cubicBezTo>
                  <a:cubicBezTo>
                    <a:pt x="404" y="20225"/>
                    <a:pt x="318" y="19823"/>
                    <a:pt x="304" y="19823"/>
                  </a:cubicBezTo>
                  <a:lnTo>
                    <a:pt x="304" y="19823"/>
                  </a:lnTo>
                  <a:cubicBezTo>
                    <a:pt x="301" y="19823"/>
                    <a:pt x="301" y="19840"/>
                    <a:pt x="305" y="19880"/>
                  </a:cubicBezTo>
                  <a:cubicBezTo>
                    <a:pt x="373" y="20100"/>
                    <a:pt x="424" y="20320"/>
                    <a:pt x="500" y="20532"/>
                  </a:cubicBezTo>
                  <a:cubicBezTo>
                    <a:pt x="475" y="20439"/>
                    <a:pt x="449" y="20337"/>
                    <a:pt x="432" y="20236"/>
                  </a:cubicBezTo>
                  <a:lnTo>
                    <a:pt x="432" y="20236"/>
                  </a:lnTo>
                  <a:cubicBezTo>
                    <a:pt x="500" y="20489"/>
                    <a:pt x="542" y="20642"/>
                    <a:pt x="568" y="20785"/>
                  </a:cubicBezTo>
                  <a:cubicBezTo>
                    <a:pt x="593" y="20921"/>
                    <a:pt x="610" y="21031"/>
                    <a:pt x="644" y="21175"/>
                  </a:cubicBezTo>
                  <a:cubicBezTo>
                    <a:pt x="645" y="21182"/>
                    <a:pt x="645" y="21186"/>
                    <a:pt x="644" y="21186"/>
                  </a:cubicBezTo>
                  <a:cubicBezTo>
                    <a:pt x="637" y="21186"/>
                    <a:pt x="588" y="21029"/>
                    <a:pt x="551" y="20904"/>
                  </a:cubicBezTo>
                  <a:lnTo>
                    <a:pt x="551" y="20904"/>
                  </a:lnTo>
                  <a:cubicBezTo>
                    <a:pt x="593" y="21056"/>
                    <a:pt x="669" y="21301"/>
                    <a:pt x="737" y="21496"/>
                  </a:cubicBezTo>
                  <a:cubicBezTo>
                    <a:pt x="796" y="21640"/>
                    <a:pt x="974" y="22147"/>
                    <a:pt x="1084" y="22342"/>
                  </a:cubicBezTo>
                  <a:lnTo>
                    <a:pt x="1109" y="22427"/>
                  </a:lnTo>
                  <a:cubicBezTo>
                    <a:pt x="1106" y="22421"/>
                    <a:pt x="1104" y="22417"/>
                    <a:pt x="1101" y="22413"/>
                  </a:cubicBezTo>
                  <a:lnTo>
                    <a:pt x="1101" y="22413"/>
                  </a:lnTo>
                  <a:cubicBezTo>
                    <a:pt x="1113" y="22440"/>
                    <a:pt x="1121" y="22467"/>
                    <a:pt x="1135" y="22494"/>
                  </a:cubicBezTo>
                  <a:cubicBezTo>
                    <a:pt x="1160" y="22579"/>
                    <a:pt x="1185" y="22663"/>
                    <a:pt x="1219" y="22748"/>
                  </a:cubicBezTo>
                  <a:lnTo>
                    <a:pt x="1194" y="22706"/>
                  </a:lnTo>
                  <a:lnTo>
                    <a:pt x="1244" y="22799"/>
                  </a:lnTo>
                  <a:lnTo>
                    <a:pt x="1346" y="23078"/>
                  </a:lnTo>
                  <a:lnTo>
                    <a:pt x="1405" y="23205"/>
                  </a:lnTo>
                  <a:lnTo>
                    <a:pt x="1380" y="23137"/>
                  </a:lnTo>
                  <a:lnTo>
                    <a:pt x="1380" y="23137"/>
                  </a:lnTo>
                  <a:cubicBezTo>
                    <a:pt x="1420" y="23153"/>
                    <a:pt x="1565" y="23417"/>
                    <a:pt x="1723" y="23753"/>
                  </a:cubicBezTo>
                  <a:lnTo>
                    <a:pt x="1723" y="23753"/>
                  </a:lnTo>
                  <a:cubicBezTo>
                    <a:pt x="1688" y="23671"/>
                    <a:pt x="1625" y="23516"/>
                    <a:pt x="1541" y="23323"/>
                  </a:cubicBezTo>
                  <a:lnTo>
                    <a:pt x="1541" y="23323"/>
                  </a:lnTo>
                  <a:lnTo>
                    <a:pt x="1591" y="23408"/>
                  </a:lnTo>
                  <a:cubicBezTo>
                    <a:pt x="1676" y="23611"/>
                    <a:pt x="1760" y="23814"/>
                    <a:pt x="1854" y="24000"/>
                  </a:cubicBezTo>
                  <a:cubicBezTo>
                    <a:pt x="1904" y="24093"/>
                    <a:pt x="1947" y="24186"/>
                    <a:pt x="1989" y="24279"/>
                  </a:cubicBezTo>
                  <a:cubicBezTo>
                    <a:pt x="2040" y="24372"/>
                    <a:pt x="2090" y="24457"/>
                    <a:pt x="2133" y="24550"/>
                  </a:cubicBezTo>
                  <a:cubicBezTo>
                    <a:pt x="2048" y="24414"/>
                    <a:pt x="1972" y="24279"/>
                    <a:pt x="1904" y="24135"/>
                  </a:cubicBezTo>
                  <a:lnTo>
                    <a:pt x="1904" y="24135"/>
                  </a:lnTo>
                  <a:cubicBezTo>
                    <a:pt x="1997" y="24355"/>
                    <a:pt x="2107" y="24567"/>
                    <a:pt x="2234" y="24770"/>
                  </a:cubicBezTo>
                  <a:cubicBezTo>
                    <a:pt x="2336" y="24922"/>
                    <a:pt x="2420" y="25083"/>
                    <a:pt x="2505" y="25252"/>
                  </a:cubicBezTo>
                  <a:cubicBezTo>
                    <a:pt x="2412" y="25125"/>
                    <a:pt x="2327" y="25007"/>
                    <a:pt x="2260" y="24897"/>
                  </a:cubicBezTo>
                  <a:cubicBezTo>
                    <a:pt x="2192" y="24787"/>
                    <a:pt x="2133" y="24677"/>
                    <a:pt x="2073" y="24575"/>
                  </a:cubicBezTo>
                  <a:cubicBezTo>
                    <a:pt x="1955" y="24364"/>
                    <a:pt x="1845" y="24135"/>
                    <a:pt x="1693" y="23831"/>
                  </a:cubicBezTo>
                  <a:cubicBezTo>
                    <a:pt x="1671" y="23770"/>
                    <a:pt x="1664" y="23746"/>
                    <a:pt x="1668" y="23746"/>
                  </a:cubicBezTo>
                  <a:lnTo>
                    <a:pt x="1668" y="23746"/>
                  </a:lnTo>
                  <a:cubicBezTo>
                    <a:pt x="1674" y="23746"/>
                    <a:pt x="1710" y="23814"/>
                    <a:pt x="1752" y="23898"/>
                  </a:cubicBezTo>
                  <a:cubicBezTo>
                    <a:pt x="1828" y="24042"/>
                    <a:pt x="1921" y="24220"/>
                    <a:pt x="1930" y="24228"/>
                  </a:cubicBezTo>
                  <a:lnTo>
                    <a:pt x="1769" y="23873"/>
                  </a:lnTo>
                  <a:cubicBezTo>
                    <a:pt x="1769" y="23875"/>
                    <a:pt x="1768" y="23876"/>
                    <a:pt x="1767" y="23876"/>
                  </a:cubicBezTo>
                  <a:cubicBezTo>
                    <a:pt x="1740" y="23876"/>
                    <a:pt x="1511" y="23364"/>
                    <a:pt x="1481" y="23364"/>
                  </a:cubicBezTo>
                  <a:lnTo>
                    <a:pt x="1481" y="23364"/>
                  </a:lnTo>
                  <a:cubicBezTo>
                    <a:pt x="1476" y="23364"/>
                    <a:pt x="1476" y="23375"/>
                    <a:pt x="1481" y="23399"/>
                  </a:cubicBezTo>
                  <a:cubicBezTo>
                    <a:pt x="1794" y="24144"/>
                    <a:pt x="2175" y="24863"/>
                    <a:pt x="2615" y="25540"/>
                  </a:cubicBezTo>
                  <a:cubicBezTo>
                    <a:pt x="2412" y="25387"/>
                    <a:pt x="2234" y="25218"/>
                    <a:pt x="2040" y="25057"/>
                  </a:cubicBezTo>
                  <a:cubicBezTo>
                    <a:pt x="2040" y="25057"/>
                    <a:pt x="2031" y="25049"/>
                    <a:pt x="2006" y="25024"/>
                  </a:cubicBezTo>
                  <a:lnTo>
                    <a:pt x="2006" y="25024"/>
                  </a:lnTo>
                  <a:cubicBezTo>
                    <a:pt x="2202" y="25354"/>
                    <a:pt x="2267" y="25411"/>
                    <a:pt x="2296" y="25411"/>
                  </a:cubicBezTo>
                  <a:cubicBezTo>
                    <a:pt x="2312" y="25411"/>
                    <a:pt x="2318" y="25395"/>
                    <a:pt x="2328" y="25395"/>
                  </a:cubicBezTo>
                  <a:cubicBezTo>
                    <a:pt x="2335" y="25395"/>
                    <a:pt x="2345" y="25403"/>
                    <a:pt x="2361" y="25430"/>
                  </a:cubicBezTo>
                  <a:cubicBezTo>
                    <a:pt x="2446" y="25565"/>
                    <a:pt x="2539" y="25666"/>
                    <a:pt x="2606" y="25793"/>
                  </a:cubicBezTo>
                  <a:lnTo>
                    <a:pt x="2547" y="25734"/>
                  </a:lnTo>
                  <a:lnTo>
                    <a:pt x="2547" y="25734"/>
                  </a:lnTo>
                  <a:cubicBezTo>
                    <a:pt x="2809" y="26106"/>
                    <a:pt x="2649" y="25836"/>
                    <a:pt x="2886" y="26174"/>
                  </a:cubicBezTo>
                  <a:cubicBezTo>
                    <a:pt x="2929" y="26228"/>
                    <a:pt x="2946" y="26248"/>
                    <a:pt x="2948" y="26248"/>
                  </a:cubicBezTo>
                  <a:cubicBezTo>
                    <a:pt x="2952" y="26248"/>
                    <a:pt x="2816" y="26065"/>
                    <a:pt x="2827" y="26065"/>
                  </a:cubicBezTo>
                  <a:lnTo>
                    <a:pt x="2827" y="26065"/>
                  </a:lnTo>
                  <a:cubicBezTo>
                    <a:pt x="2829" y="26065"/>
                    <a:pt x="2839" y="26074"/>
                    <a:pt x="2860" y="26098"/>
                  </a:cubicBezTo>
                  <a:cubicBezTo>
                    <a:pt x="3106" y="26453"/>
                    <a:pt x="3055" y="26284"/>
                    <a:pt x="3444" y="26825"/>
                  </a:cubicBezTo>
                  <a:cubicBezTo>
                    <a:pt x="3443" y="26825"/>
                    <a:pt x="3442" y="26825"/>
                    <a:pt x="3441" y="26825"/>
                  </a:cubicBezTo>
                  <a:cubicBezTo>
                    <a:pt x="3435" y="26825"/>
                    <a:pt x="3433" y="26832"/>
                    <a:pt x="3426" y="26832"/>
                  </a:cubicBezTo>
                  <a:cubicBezTo>
                    <a:pt x="3412" y="26832"/>
                    <a:pt x="3373" y="26800"/>
                    <a:pt x="3216" y="26605"/>
                  </a:cubicBezTo>
                  <a:lnTo>
                    <a:pt x="3216" y="26605"/>
                  </a:lnTo>
                  <a:lnTo>
                    <a:pt x="3435" y="26918"/>
                  </a:lnTo>
                  <a:cubicBezTo>
                    <a:pt x="3148" y="26563"/>
                    <a:pt x="3317" y="26783"/>
                    <a:pt x="3029" y="26411"/>
                  </a:cubicBezTo>
                  <a:cubicBezTo>
                    <a:pt x="2899" y="26273"/>
                    <a:pt x="2894" y="26302"/>
                    <a:pt x="2793" y="26201"/>
                  </a:cubicBezTo>
                  <a:lnTo>
                    <a:pt x="2793" y="26201"/>
                  </a:lnTo>
                  <a:cubicBezTo>
                    <a:pt x="2873" y="26286"/>
                    <a:pt x="2947" y="26382"/>
                    <a:pt x="3021" y="26479"/>
                  </a:cubicBezTo>
                  <a:cubicBezTo>
                    <a:pt x="3075" y="26556"/>
                    <a:pt x="3091" y="26583"/>
                    <a:pt x="3088" y="26583"/>
                  </a:cubicBezTo>
                  <a:cubicBezTo>
                    <a:pt x="3085" y="26583"/>
                    <a:pt x="3074" y="26570"/>
                    <a:pt x="3058" y="26553"/>
                  </a:cubicBezTo>
                  <a:lnTo>
                    <a:pt x="3058" y="26553"/>
                  </a:lnTo>
                  <a:cubicBezTo>
                    <a:pt x="3112" y="26621"/>
                    <a:pt x="3164" y="26694"/>
                    <a:pt x="3216" y="26766"/>
                  </a:cubicBezTo>
                  <a:cubicBezTo>
                    <a:pt x="3283" y="26876"/>
                    <a:pt x="3368" y="26986"/>
                    <a:pt x="3461" y="27079"/>
                  </a:cubicBezTo>
                  <a:cubicBezTo>
                    <a:pt x="3452" y="27003"/>
                    <a:pt x="3486" y="27062"/>
                    <a:pt x="3342" y="26834"/>
                  </a:cubicBezTo>
                  <a:lnTo>
                    <a:pt x="3342" y="26834"/>
                  </a:lnTo>
                  <a:cubicBezTo>
                    <a:pt x="3427" y="26935"/>
                    <a:pt x="3520" y="27054"/>
                    <a:pt x="3588" y="27147"/>
                  </a:cubicBezTo>
                  <a:cubicBezTo>
                    <a:pt x="3655" y="27240"/>
                    <a:pt x="3698" y="27316"/>
                    <a:pt x="3681" y="27316"/>
                  </a:cubicBezTo>
                  <a:lnTo>
                    <a:pt x="3732" y="27333"/>
                  </a:lnTo>
                  <a:cubicBezTo>
                    <a:pt x="3748" y="27358"/>
                    <a:pt x="3791" y="27418"/>
                    <a:pt x="3833" y="27468"/>
                  </a:cubicBezTo>
                  <a:cubicBezTo>
                    <a:pt x="3867" y="27494"/>
                    <a:pt x="3892" y="27528"/>
                    <a:pt x="3918" y="27561"/>
                  </a:cubicBezTo>
                  <a:lnTo>
                    <a:pt x="3985" y="27621"/>
                  </a:lnTo>
                  <a:cubicBezTo>
                    <a:pt x="3850" y="27434"/>
                    <a:pt x="3706" y="27257"/>
                    <a:pt x="3554" y="27079"/>
                  </a:cubicBezTo>
                  <a:lnTo>
                    <a:pt x="3554" y="27079"/>
                  </a:lnTo>
                  <a:cubicBezTo>
                    <a:pt x="3571" y="27094"/>
                    <a:pt x="3580" y="27100"/>
                    <a:pt x="3585" y="27100"/>
                  </a:cubicBezTo>
                  <a:cubicBezTo>
                    <a:pt x="3597" y="27100"/>
                    <a:pt x="3582" y="27064"/>
                    <a:pt x="3594" y="27064"/>
                  </a:cubicBezTo>
                  <a:lnTo>
                    <a:pt x="3594" y="27064"/>
                  </a:lnTo>
                  <a:cubicBezTo>
                    <a:pt x="3607" y="27064"/>
                    <a:pt x="3646" y="27099"/>
                    <a:pt x="3765" y="27240"/>
                  </a:cubicBezTo>
                  <a:cubicBezTo>
                    <a:pt x="3811" y="27296"/>
                    <a:pt x="3822" y="27312"/>
                    <a:pt x="3817" y="27312"/>
                  </a:cubicBezTo>
                  <a:cubicBezTo>
                    <a:pt x="3810" y="27312"/>
                    <a:pt x="3775" y="27280"/>
                    <a:pt x="3767" y="27280"/>
                  </a:cubicBezTo>
                  <a:cubicBezTo>
                    <a:pt x="3766" y="27280"/>
                    <a:pt x="3765" y="27281"/>
                    <a:pt x="3765" y="27282"/>
                  </a:cubicBezTo>
                  <a:cubicBezTo>
                    <a:pt x="3918" y="27468"/>
                    <a:pt x="4053" y="27595"/>
                    <a:pt x="4146" y="27714"/>
                  </a:cubicBezTo>
                  <a:lnTo>
                    <a:pt x="4281" y="27866"/>
                  </a:lnTo>
                  <a:lnTo>
                    <a:pt x="4400" y="28001"/>
                  </a:lnTo>
                  <a:cubicBezTo>
                    <a:pt x="4500" y="28121"/>
                    <a:pt x="4606" y="28238"/>
                    <a:pt x="4718" y="28351"/>
                  </a:cubicBezTo>
                  <a:lnTo>
                    <a:pt x="4718" y="28351"/>
                  </a:lnTo>
                  <a:cubicBezTo>
                    <a:pt x="4689" y="28323"/>
                    <a:pt x="4659" y="28294"/>
                    <a:pt x="4628" y="28263"/>
                  </a:cubicBezTo>
                  <a:cubicBezTo>
                    <a:pt x="4493" y="28128"/>
                    <a:pt x="4341" y="27984"/>
                    <a:pt x="4205" y="27857"/>
                  </a:cubicBezTo>
                  <a:lnTo>
                    <a:pt x="4205" y="27857"/>
                  </a:lnTo>
                  <a:cubicBezTo>
                    <a:pt x="4366" y="28027"/>
                    <a:pt x="4527" y="28196"/>
                    <a:pt x="4704" y="28348"/>
                  </a:cubicBezTo>
                  <a:cubicBezTo>
                    <a:pt x="4630" y="28291"/>
                    <a:pt x="4586" y="28257"/>
                    <a:pt x="4578" y="28257"/>
                  </a:cubicBezTo>
                  <a:lnTo>
                    <a:pt x="4578" y="28257"/>
                  </a:lnTo>
                  <a:cubicBezTo>
                    <a:pt x="4569" y="28257"/>
                    <a:pt x="4601" y="28295"/>
                    <a:pt x="4679" y="28382"/>
                  </a:cubicBezTo>
                  <a:lnTo>
                    <a:pt x="4764" y="28433"/>
                  </a:lnTo>
                  <a:cubicBezTo>
                    <a:pt x="4865" y="28526"/>
                    <a:pt x="5043" y="28686"/>
                    <a:pt x="5051" y="28712"/>
                  </a:cubicBezTo>
                  <a:cubicBezTo>
                    <a:pt x="5060" y="28712"/>
                    <a:pt x="5017" y="28661"/>
                    <a:pt x="4933" y="28576"/>
                  </a:cubicBezTo>
                  <a:lnTo>
                    <a:pt x="4933" y="28576"/>
                  </a:lnTo>
                  <a:cubicBezTo>
                    <a:pt x="5195" y="28796"/>
                    <a:pt x="5703" y="29202"/>
                    <a:pt x="6185" y="29575"/>
                  </a:cubicBezTo>
                  <a:cubicBezTo>
                    <a:pt x="6184" y="29575"/>
                    <a:pt x="6184" y="29575"/>
                    <a:pt x="6183" y="29575"/>
                  </a:cubicBezTo>
                  <a:cubicBezTo>
                    <a:pt x="6124" y="29575"/>
                    <a:pt x="5735" y="29264"/>
                    <a:pt x="5719" y="29264"/>
                  </a:cubicBezTo>
                  <a:lnTo>
                    <a:pt x="5719" y="29264"/>
                  </a:lnTo>
                  <a:cubicBezTo>
                    <a:pt x="5714" y="29264"/>
                    <a:pt x="5740" y="29289"/>
                    <a:pt x="5813" y="29355"/>
                  </a:cubicBezTo>
                  <a:cubicBezTo>
                    <a:pt x="5914" y="29431"/>
                    <a:pt x="6007" y="29499"/>
                    <a:pt x="6126" y="29566"/>
                  </a:cubicBezTo>
                  <a:cubicBezTo>
                    <a:pt x="6278" y="29659"/>
                    <a:pt x="6413" y="29752"/>
                    <a:pt x="6549" y="29862"/>
                  </a:cubicBezTo>
                  <a:cubicBezTo>
                    <a:pt x="6524" y="29849"/>
                    <a:pt x="6511" y="29843"/>
                    <a:pt x="6506" y="29843"/>
                  </a:cubicBezTo>
                  <a:lnTo>
                    <a:pt x="6506" y="29843"/>
                  </a:lnTo>
                  <a:cubicBezTo>
                    <a:pt x="6497" y="29843"/>
                    <a:pt x="6525" y="29868"/>
                    <a:pt x="6565" y="29896"/>
                  </a:cubicBezTo>
                  <a:cubicBezTo>
                    <a:pt x="6608" y="29930"/>
                    <a:pt x="6650" y="29964"/>
                    <a:pt x="6692" y="29998"/>
                  </a:cubicBezTo>
                  <a:cubicBezTo>
                    <a:pt x="6870" y="30091"/>
                    <a:pt x="7039" y="30201"/>
                    <a:pt x="7225" y="30285"/>
                  </a:cubicBezTo>
                  <a:lnTo>
                    <a:pt x="7614" y="30514"/>
                  </a:lnTo>
                  <a:cubicBezTo>
                    <a:pt x="7750" y="30590"/>
                    <a:pt x="7885" y="30657"/>
                    <a:pt x="8004" y="30708"/>
                  </a:cubicBezTo>
                  <a:cubicBezTo>
                    <a:pt x="7927" y="30674"/>
                    <a:pt x="7826" y="30615"/>
                    <a:pt x="7699" y="30548"/>
                  </a:cubicBezTo>
                  <a:lnTo>
                    <a:pt x="7699" y="30548"/>
                  </a:lnTo>
                  <a:cubicBezTo>
                    <a:pt x="8080" y="30700"/>
                    <a:pt x="8359" y="30911"/>
                    <a:pt x="8841" y="31106"/>
                  </a:cubicBezTo>
                  <a:lnTo>
                    <a:pt x="8613" y="31021"/>
                  </a:lnTo>
                  <a:lnTo>
                    <a:pt x="8613" y="31021"/>
                  </a:lnTo>
                  <a:cubicBezTo>
                    <a:pt x="8790" y="31097"/>
                    <a:pt x="8951" y="31174"/>
                    <a:pt x="9103" y="31233"/>
                  </a:cubicBezTo>
                  <a:cubicBezTo>
                    <a:pt x="9256" y="31283"/>
                    <a:pt x="9408" y="31343"/>
                    <a:pt x="9552" y="31393"/>
                  </a:cubicBezTo>
                  <a:lnTo>
                    <a:pt x="9535" y="31419"/>
                  </a:lnTo>
                  <a:cubicBezTo>
                    <a:pt x="9537" y="31417"/>
                    <a:pt x="9542" y="31417"/>
                    <a:pt x="9547" y="31417"/>
                  </a:cubicBezTo>
                  <a:cubicBezTo>
                    <a:pt x="9651" y="31417"/>
                    <a:pt x="10227" y="31624"/>
                    <a:pt x="10364" y="31656"/>
                  </a:cubicBezTo>
                  <a:lnTo>
                    <a:pt x="10068" y="31554"/>
                  </a:lnTo>
                  <a:lnTo>
                    <a:pt x="9848" y="31478"/>
                  </a:lnTo>
                  <a:cubicBezTo>
                    <a:pt x="9721" y="31427"/>
                    <a:pt x="9628" y="31393"/>
                    <a:pt x="9535" y="31351"/>
                  </a:cubicBezTo>
                  <a:cubicBezTo>
                    <a:pt x="9349" y="31267"/>
                    <a:pt x="9162" y="31199"/>
                    <a:pt x="8740" y="31021"/>
                  </a:cubicBezTo>
                  <a:lnTo>
                    <a:pt x="8740" y="31021"/>
                  </a:lnTo>
                  <a:cubicBezTo>
                    <a:pt x="9069" y="31123"/>
                    <a:pt x="9306" y="31207"/>
                    <a:pt x="9670" y="31317"/>
                  </a:cubicBezTo>
                  <a:cubicBezTo>
                    <a:pt x="9738" y="31334"/>
                    <a:pt x="9797" y="31368"/>
                    <a:pt x="9856" y="31402"/>
                  </a:cubicBezTo>
                  <a:cubicBezTo>
                    <a:pt x="9983" y="31427"/>
                    <a:pt x="10110" y="31453"/>
                    <a:pt x="10228" y="31487"/>
                  </a:cubicBezTo>
                  <a:lnTo>
                    <a:pt x="10288" y="31520"/>
                  </a:lnTo>
                  <a:cubicBezTo>
                    <a:pt x="10474" y="31596"/>
                    <a:pt x="10668" y="31647"/>
                    <a:pt x="10863" y="31681"/>
                  </a:cubicBezTo>
                  <a:cubicBezTo>
                    <a:pt x="11049" y="31715"/>
                    <a:pt x="11235" y="31766"/>
                    <a:pt x="11421" y="31816"/>
                  </a:cubicBezTo>
                  <a:cubicBezTo>
                    <a:pt x="11443" y="31829"/>
                    <a:pt x="11438" y="31834"/>
                    <a:pt x="11415" y="31834"/>
                  </a:cubicBezTo>
                  <a:cubicBezTo>
                    <a:pt x="11374" y="31834"/>
                    <a:pt x="11277" y="31818"/>
                    <a:pt x="11159" y="31791"/>
                  </a:cubicBezTo>
                  <a:cubicBezTo>
                    <a:pt x="10973" y="31740"/>
                    <a:pt x="10727" y="31673"/>
                    <a:pt x="10550" y="31630"/>
                  </a:cubicBezTo>
                  <a:lnTo>
                    <a:pt x="10550" y="31630"/>
                  </a:lnTo>
                  <a:cubicBezTo>
                    <a:pt x="10594" y="31651"/>
                    <a:pt x="10605" y="31659"/>
                    <a:pt x="10596" y="31659"/>
                  </a:cubicBezTo>
                  <a:cubicBezTo>
                    <a:pt x="10561" y="31659"/>
                    <a:pt x="10266" y="31560"/>
                    <a:pt x="10218" y="31560"/>
                  </a:cubicBezTo>
                  <a:cubicBezTo>
                    <a:pt x="10201" y="31560"/>
                    <a:pt x="10214" y="31572"/>
                    <a:pt x="10279" y="31605"/>
                  </a:cubicBezTo>
                  <a:lnTo>
                    <a:pt x="10457" y="31639"/>
                  </a:lnTo>
                  <a:cubicBezTo>
                    <a:pt x="10567" y="31676"/>
                    <a:pt x="10596" y="31696"/>
                    <a:pt x="10577" y="31696"/>
                  </a:cubicBezTo>
                  <a:cubicBezTo>
                    <a:pt x="10566" y="31696"/>
                    <a:pt x="10537" y="31689"/>
                    <a:pt x="10499" y="31673"/>
                  </a:cubicBezTo>
                  <a:lnTo>
                    <a:pt x="10499" y="31673"/>
                  </a:lnTo>
                  <a:cubicBezTo>
                    <a:pt x="10584" y="31715"/>
                    <a:pt x="10677" y="31732"/>
                    <a:pt x="10770" y="31749"/>
                  </a:cubicBezTo>
                  <a:cubicBezTo>
                    <a:pt x="11227" y="31884"/>
                    <a:pt x="11201" y="31884"/>
                    <a:pt x="11176" y="31893"/>
                  </a:cubicBezTo>
                  <a:cubicBezTo>
                    <a:pt x="11142" y="31893"/>
                    <a:pt x="11108" y="31901"/>
                    <a:pt x="11556" y="32036"/>
                  </a:cubicBezTo>
                  <a:cubicBezTo>
                    <a:pt x="11473" y="32022"/>
                    <a:pt x="11287" y="31969"/>
                    <a:pt x="11247" y="31969"/>
                  </a:cubicBezTo>
                  <a:cubicBezTo>
                    <a:pt x="11238" y="31969"/>
                    <a:pt x="11236" y="31971"/>
                    <a:pt x="11243" y="31977"/>
                  </a:cubicBezTo>
                  <a:cubicBezTo>
                    <a:pt x="11083" y="31935"/>
                    <a:pt x="10922" y="31884"/>
                    <a:pt x="10761" y="31825"/>
                  </a:cubicBezTo>
                  <a:lnTo>
                    <a:pt x="10744" y="31850"/>
                  </a:lnTo>
                  <a:cubicBezTo>
                    <a:pt x="11159" y="31994"/>
                    <a:pt x="11590" y="32079"/>
                    <a:pt x="12022" y="32129"/>
                  </a:cubicBezTo>
                  <a:cubicBezTo>
                    <a:pt x="11463" y="32011"/>
                    <a:pt x="11971" y="32087"/>
                    <a:pt x="11683" y="31994"/>
                  </a:cubicBezTo>
                  <a:lnTo>
                    <a:pt x="11683" y="31994"/>
                  </a:lnTo>
                  <a:cubicBezTo>
                    <a:pt x="11776" y="32011"/>
                    <a:pt x="11861" y="32036"/>
                    <a:pt x="11954" y="32070"/>
                  </a:cubicBezTo>
                  <a:cubicBezTo>
                    <a:pt x="11990" y="32070"/>
                    <a:pt x="12193" y="32118"/>
                    <a:pt x="12236" y="32118"/>
                  </a:cubicBezTo>
                  <a:cubicBezTo>
                    <a:pt x="12244" y="32118"/>
                    <a:pt x="12246" y="32117"/>
                    <a:pt x="12243" y="32114"/>
                  </a:cubicBezTo>
                  <a:lnTo>
                    <a:pt x="12243" y="32114"/>
                  </a:lnTo>
                  <a:cubicBezTo>
                    <a:pt x="12306" y="32165"/>
                    <a:pt x="12633" y="32257"/>
                    <a:pt x="12918" y="32332"/>
                  </a:cubicBezTo>
                  <a:cubicBezTo>
                    <a:pt x="13198" y="32417"/>
                    <a:pt x="13426" y="32476"/>
                    <a:pt x="13282" y="32485"/>
                  </a:cubicBezTo>
                  <a:cubicBezTo>
                    <a:pt x="13629" y="32578"/>
                    <a:pt x="14712" y="32738"/>
                    <a:pt x="15473" y="32848"/>
                  </a:cubicBezTo>
                  <a:lnTo>
                    <a:pt x="15262" y="32832"/>
                  </a:lnTo>
                  <a:lnTo>
                    <a:pt x="15262" y="32832"/>
                  </a:lnTo>
                  <a:cubicBezTo>
                    <a:pt x="15629" y="32919"/>
                    <a:pt x="15806" y="32937"/>
                    <a:pt x="15939" y="32937"/>
                  </a:cubicBezTo>
                  <a:cubicBezTo>
                    <a:pt x="16033" y="32937"/>
                    <a:pt x="16106" y="32928"/>
                    <a:pt x="16208" y="32928"/>
                  </a:cubicBezTo>
                  <a:cubicBezTo>
                    <a:pt x="16268" y="32928"/>
                    <a:pt x="16338" y="32932"/>
                    <a:pt x="16429" y="32942"/>
                  </a:cubicBezTo>
                  <a:cubicBezTo>
                    <a:pt x="16376" y="32937"/>
                    <a:pt x="16343" y="32935"/>
                    <a:pt x="16326" y="32935"/>
                  </a:cubicBezTo>
                  <a:cubicBezTo>
                    <a:pt x="16211" y="32935"/>
                    <a:pt x="16805" y="33023"/>
                    <a:pt x="16945" y="33060"/>
                  </a:cubicBezTo>
                  <a:cubicBezTo>
                    <a:pt x="17317" y="33085"/>
                    <a:pt x="17622" y="33085"/>
                    <a:pt x="18129" y="33145"/>
                  </a:cubicBezTo>
                  <a:cubicBezTo>
                    <a:pt x="18265" y="33221"/>
                    <a:pt x="18417" y="33263"/>
                    <a:pt x="18569" y="33271"/>
                  </a:cubicBezTo>
                  <a:lnTo>
                    <a:pt x="18798" y="33271"/>
                  </a:lnTo>
                  <a:cubicBezTo>
                    <a:pt x="19128" y="33305"/>
                    <a:pt x="19559" y="33331"/>
                    <a:pt x="19771" y="33373"/>
                  </a:cubicBezTo>
                  <a:lnTo>
                    <a:pt x="19728" y="33373"/>
                  </a:lnTo>
                  <a:cubicBezTo>
                    <a:pt x="19850" y="33390"/>
                    <a:pt x="19932" y="33396"/>
                    <a:pt x="19978" y="33396"/>
                  </a:cubicBezTo>
                  <a:cubicBezTo>
                    <a:pt x="20070" y="33396"/>
                    <a:pt x="20016" y="33370"/>
                    <a:pt x="19830" y="33348"/>
                  </a:cubicBezTo>
                  <a:lnTo>
                    <a:pt x="19830" y="33348"/>
                  </a:lnTo>
                  <a:cubicBezTo>
                    <a:pt x="19948" y="33356"/>
                    <a:pt x="20058" y="33364"/>
                    <a:pt x="20177" y="33364"/>
                  </a:cubicBezTo>
                  <a:lnTo>
                    <a:pt x="20194" y="33373"/>
                  </a:lnTo>
                  <a:cubicBezTo>
                    <a:pt x="20422" y="33381"/>
                    <a:pt x="20650" y="33381"/>
                    <a:pt x="20904" y="33390"/>
                  </a:cubicBezTo>
                  <a:cubicBezTo>
                    <a:pt x="21166" y="33398"/>
                    <a:pt x="21454" y="33407"/>
                    <a:pt x="21826" y="33424"/>
                  </a:cubicBezTo>
                  <a:cubicBezTo>
                    <a:pt x="21670" y="33437"/>
                    <a:pt x="22127" y="33484"/>
                    <a:pt x="21963" y="33484"/>
                  </a:cubicBezTo>
                  <a:cubicBezTo>
                    <a:pt x="21923" y="33484"/>
                    <a:pt x="21847" y="33481"/>
                    <a:pt x="21716" y="33474"/>
                  </a:cubicBezTo>
                  <a:cubicBezTo>
                    <a:pt x="21911" y="33474"/>
                    <a:pt x="21615" y="33441"/>
                    <a:pt x="21581" y="33432"/>
                  </a:cubicBezTo>
                  <a:cubicBezTo>
                    <a:pt x="21336" y="33415"/>
                    <a:pt x="21116" y="33415"/>
                    <a:pt x="21014" y="33415"/>
                  </a:cubicBezTo>
                  <a:cubicBezTo>
                    <a:pt x="21090" y="33432"/>
                    <a:pt x="21014" y="33466"/>
                    <a:pt x="20887" y="33483"/>
                  </a:cubicBezTo>
                  <a:cubicBezTo>
                    <a:pt x="20919" y="33481"/>
                    <a:pt x="20955" y="33480"/>
                    <a:pt x="20994" y="33480"/>
                  </a:cubicBezTo>
                  <a:cubicBezTo>
                    <a:pt x="21102" y="33480"/>
                    <a:pt x="21235" y="33487"/>
                    <a:pt x="21378" y="33500"/>
                  </a:cubicBezTo>
                  <a:lnTo>
                    <a:pt x="21987" y="33525"/>
                  </a:lnTo>
                  <a:cubicBezTo>
                    <a:pt x="22221" y="33535"/>
                    <a:pt x="22442" y="33545"/>
                    <a:pt x="22597" y="33545"/>
                  </a:cubicBezTo>
                  <a:cubicBezTo>
                    <a:pt x="22711" y="33545"/>
                    <a:pt x="22791" y="33540"/>
                    <a:pt x="22816" y="33525"/>
                  </a:cubicBezTo>
                  <a:cubicBezTo>
                    <a:pt x="23112" y="33542"/>
                    <a:pt x="23450" y="33551"/>
                    <a:pt x="23797" y="33559"/>
                  </a:cubicBezTo>
                  <a:lnTo>
                    <a:pt x="24842" y="33593"/>
                  </a:lnTo>
                  <a:lnTo>
                    <a:pt x="24842" y="33593"/>
                  </a:lnTo>
                  <a:cubicBezTo>
                    <a:pt x="24815" y="33591"/>
                    <a:pt x="24763" y="33576"/>
                    <a:pt x="24779" y="33576"/>
                  </a:cubicBezTo>
                  <a:lnTo>
                    <a:pt x="24779" y="33576"/>
                  </a:lnTo>
                  <a:lnTo>
                    <a:pt x="25354" y="33618"/>
                  </a:lnTo>
                  <a:lnTo>
                    <a:pt x="25227" y="33618"/>
                  </a:lnTo>
                  <a:lnTo>
                    <a:pt x="25608" y="33652"/>
                  </a:lnTo>
                  <a:cubicBezTo>
                    <a:pt x="25641" y="33661"/>
                    <a:pt x="25498" y="33669"/>
                    <a:pt x="25337" y="33669"/>
                  </a:cubicBezTo>
                  <a:cubicBezTo>
                    <a:pt x="25320" y="33671"/>
                    <a:pt x="25303" y="33671"/>
                    <a:pt x="25287" y="33671"/>
                  </a:cubicBezTo>
                  <a:cubicBezTo>
                    <a:pt x="25239" y="33671"/>
                    <a:pt x="25203" y="33665"/>
                    <a:pt x="25223" y="33662"/>
                  </a:cubicBezTo>
                  <a:lnTo>
                    <a:pt x="25223" y="33662"/>
                  </a:lnTo>
                  <a:cubicBezTo>
                    <a:pt x="24885" y="33677"/>
                    <a:pt x="25592" y="33678"/>
                    <a:pt x="25328" y="33703"/>
                  </a:cubicBezTo>
                  <a:cubicBezTo>
                    <a:pt x="25227" y="33694"/>
                    <a:pt x="25100" y="33694"/>
                    <a:pt x="25024" y="33694"/>
                  </a:cubicBezTo>
                  <a:cubicBezTo>
                    <a:pt x="25149" y="33701"/>
                    <a:pt x="25256" y="33703"/>
                    <a:pt x="25352" y="33703"/>
                  </a:cubicBezTo>
                  <a:cubicBezTo>
                    <a:pt x="25477" y="33703"/>
                    <a:pt x="25583" y="33700"/>
                    <a:pt x="25683" y="33700"/>
                  </a:cubicBezTo>
                  <a:cubicBezTo>
                    <a:pt x="25791" y="33700"/>
                    <a:pt x="25893" y="33704"/>
                    <a:pt x="26005" y="33720"/>
                  </a:cubicBezTo>
                  <a:cubicBezTo>
                    <a:pt x="26271" y="33695"/>
                    <a:pt x="26542" y="33679"/>
                    <a:pt x="26814" y="33679"/>
                  </a:cubicBezTo>
                  <a:cubicBezTo>
                    <a:pt x="26914" y="33679"/>
                    <a:pt x="27014" y="33681"/>
                    <a:pt x="27113" y="33686"/>
                  </a:cubicBezTo>
                  <a:cubicBezTo>
                    <a:pt x="27068" y="33693"/>
                    <a:pt x="27080" y="33695"/>
                    <a:pt x="27118" y="33695"/>
                  </a:cubicBezTo>
                  <a:cubicBezTo>
                    <a:pt x="27167" y="33695"/>
                    <a:pt x="27260" y="33691"/>
                    <a:pt x="27327" y="33691"/>
                  </a:cubicBezTo>
                  <a:cubicBezTo>
                    <a:pt x="27398" y="33691"/>
                    <a:pt x="27439" y="33695"/>
                    <a:pt x="27359" y="33711"/>
                  </a:cubicBezTo>
                  <a:cubicBezTo>
                    <a:pt x="27519" y="33686"/>
                    <a:pt x="27909" y="33703"/>
                    <a:pt x="27968" y="33686"/>
                  </a:cubicBezTo>
                  <a:lnTo>
                    <a:pt x="27968" y="33686"/>
                  </a:lnTo>
                  <a:cubicBezTo>
                    <a:pt x="27904" y="33690"/>
                    <a:pt x="27843" y="33692"/>
                    <a:pt x="27782" y="33692"/>
                  </a:cubicBezTo>
                  <a:cubicBezTo>
                    <a:pt x="27720" y="33692"/>
                    <a:pt x="27659" y="33690"/>
                    <a:pt x="27596" y="33686"/>
                  </a:cubicBezTo>
                  <a:cubicBezTo>
                    <a:pt x="27731" y="33669"/>
                    <a:pt x="27866" y="33661"/>
                    <a:pt x="28002" y="33661"/>
                  </a:cubicBezTo>
                  <a:lnTo>
                    <a:pt x="28018" y="33661"/>
                  </a:lnTo>
                  <a:cubicBezTo>
                    <a:pt x="28298" y="33644"/>
                    <a:pt x="28112" y="33593"/>
                    <a:pt x="28602" y="33584"/>
                  </a:cubicBezTo>
                  <a:cubicBezTo>
                    <a:pt x="28844" y="33572"/>
                    <a:pt x="28988" y="33566"/>
                    <a:pt x="29063" y="33566"/>
                  </a:cubicBezTo>
                  <a:cubicBezTo>
                    <a:pt x="29384" y="33566"/>
                    <a:pt x="28451" y="33662"/>
                    <a:pt x="28602" y="33669"/>
                  </a:cubicBezTo>
                  <a:cubicBezTo>
                    <a:pt x="28840" y="33641"/>
                    <a:pt x="29079" y="33625"/>
                    <a:pt x="29317" y="33625"/>
                  </a:cubicBezTo>
                  <a:cubicBezTo>
                    <a:pt x="29366" y="33625"/>
                    <a:pt x="29415" y="33625"/>
                    <a:pt x="29464" y="33627"/>
                  </a:cubicBezTo>
                  <a:lnTo>
                    <a:pt x="29464" y="33627"/>
                  </a:lnTo>
                  <a:cubicBezTo>
                    <a:pt x="29599" y="33610"/>
                    <a:pt x="29738" y="33610"/>
                    <a:pt x="29871" y="33610"/>
                  </a:cubicBezTo>
                  <a:cubicBezTo>
                    <a:pt x="29947" y="33584"/>
                    <a:pt x="30099" y="33551"/>
                    <a:pt x="30184" y="33525"/>
                  </a:cubicBezTo>
                  <a:lnTo>
                    <a:pt x="30768" y="33483"/>
                  </a:lnTo>
                  <a:lnTo>
                    <a:pt x="30649" y="33508"/>
                  </a:lnTo>
                  <a:cubicBezTo>
                    <a:pt x="30776" y="33491"/>
                    <a:pt x="30895" y="33483"/>
                    <a:pt x="31005" y="33474"/>
                  </a:cubicBezTo>
                  <a:lnTo>
                    <a:pt x="31005" y="33474"/>
                  </a:lnTo>
                  <a:cubicBezTo>
                    <a:pt x="31055" y="33491"/>
                    <a:pt x="30886" y="33500"/>
                    <a:pt x="30717" y="33517"/>
                  </a:cubicBezTo>
                  <a:cubicBezTo>
                    <a:pt x="30745" y="33519"/>
                    <a:pt x="30773" y="33520"/>
                    <a:pt x="30801" y="33520"/>
                  </a:cubicBezTo>
                  <a:cubicBezTo>
                    <a:pt x="30886" y="33520"/>
                    <a:pt x="30973" y="33510"/>
                    <a:pt x="31055" y="33491"/>
                  </a:cubicBezTo>
                  <a:lnTo>
                    <a:pt x="30988" y="33491"/>
                  </a:lnTo>
                  <a:cubicBezTo>
                    <a:pt x="31116" y="33477"/>
                    <a:pt x="31517" y="33427"/>
                    <a:pt x="31378" y="33427"/>
                  </a:cubicBezTo>
                  <a:cubicBezTo>
                    <a:pt x="31352" y="33427"/>
                    <a:pt x="31308" y="33428"/>
                    <a:pt x="31242" y="33432"/>
                  </a:cubicBezTo>
                  <a:cubicBezTo>
                    <a:pt x="31563" y="33390"/>
                    <a:pt x="31673" y="33415"/>
                    <a:pt x="31884" y="33390"/>
                  </a:cubicBezTo>
                  <a:lnTo>
                    <a:pt x="31884" y="33390"/>
                  </a:lnTo>
                  <a:cubicBezTo>
                    <a:pt x="31910" y="33407"/>
                    <a:pt x="31707" y="33432"/>
                    <a:pt x="31825" y="33432"/>
                  </a:cubicBezTo>
                  <a:cubicBezTo>
                    <a:pt x="32037" y="33415"/>
                    <a:pt x="32172" y="33407"/>
                    <a:pt x="32350" y="33390"/>
                  </a:cubicBezTo>
                  <a:lnTo>
                    <a:pt x="32350" y="33390"/>
                  </a:lnTo>
                  <a:cubicBezTo>
                    <a:pt x="32330" y="33391"/>
                    <a:pt x="32316" y="33391"/>
                    <a:pt x="32306" y="33391"/>
                  </a:cubicBezTo>
                  <a:cubicBezTo>
                    <a:pt x="32243" y="33391"/>
                    <a:pt x="32314" y="33377"/>
                    <a:pt x="32242" y="33377"/>
                  </a:cubicBezTo>
                  <a:cubicBezTo>
                    <a:pt x="32220" y="33377"/>
                    <a:pt x="32185" y="33378"/>
                    <a:pt x="32130" y="33381"/>
                  </a:cubicBezTo>
                  <a:cubicBezTo>
                    <a:pt x="32231" y="33364"/>
                    <a:pt x="32502" y="33339"/>
                    <a:pt x="32493" y="33331"/>
                  </a:cubicBezTo>
                  <a:lnTo>
                    <a:pt x="32493" y="33331"/>
                  </a:lnTo>
                  <a:cubicBezTo>
                    <a:pt x="32392" y="33348"/>
                    <a:pt x="32290" y="33356"/>
                    <a:pt x="32189" y="33356"/>
                  </a:cubicBezTo>
                  <a:cubicBezTo>
                    <a:pt x="32477" y="33322"/>
                    <a:pt x="32781" y="33297"/>
                    <a:pt x="33077" y="33280"/>
                  </a:cubicBezTo>
                  <a:lnTo>
                    <a:pt x="33077" y="33280"/>
                  </a:lnTo>
                  <a:cubicBezTo>
                    <a:pt x="33068" y="33283"/>
                    <a:pt x="33059" y="33286"/>
                    <a:pt x="33050" y="33289"/>
                  </a:cubicBezTo>
                  <a:lnTo>
                    <a:pt x="33050" y="33289"/>
                  </a:lnTo>
                  <a:cubicBezTo>
                    <a:pt x="33437" y="33226"/>
                    <a:pt x="33976" y="33184"/>
                    <a:pt x="34219" y="33119"/>
                  </a:cubicBezTo>
                  <a:lnTo>
                    <a:pt x="34101" y="33119"/>
                  </a:lnTo>
                  <a:cubicBezTo>
                    <a:pt x="33991" y="33145"/>
                    <a:pt x="33872" y="33161"/>
                    <a:pt x="33745" y="33161"/>
                  </a:cubicBezTo>
                  <a:cubicBezTo>
                    <a:pt x="34033" y="33119"/>
                    <a:pt x="33542" y="33153"/>
                    <a:pt x="33847" y="33102"/>
                  </a:cubicBezTo>
                  <a:cubicBezTo>
                    <a:pt x="34262" y="33051"/>
                    <a:pt x="34642" y="33035"/>
                    <a:pt x="34862" y="32975"/>
                  </a:cubicBezTo>
                  <a:lnTo>
                    <a:pt x="34862" y="32975"/>
                  </a:lnTo>
                  <a:lnTo>
                    <a:pt x="34228" y="33035"/>
                  </a:lnTo>
                  <a:cubicBezTo>
                    <a:pt x="34025" y="33060"/>
                    <a:pt x="33847" y="33068"/>
                    <a:pt x="33771" y="33094"/>
                  </a:cubicBezTo>
                  <a:lnTo>
                    <a:pt x="34025" y="33068"/>
                  </a:lnTo>
                  <a:lnTo>
                    <a:pt x="33441" y="33170"/>
                  </a:lnTo>
                  <a:cubicBezTo>
                    <a:pt x="33438" y="33168"/>
                    <a:pt x="33431" y="33167"/>
                    <a:pt x="33420" y="33167"/>
                  </a:cubicBezTo>
                  <a:cubicBezTo>
                    <a:pt x="33337" y="33167"/>
                    <a:pt x="33046" y="33209"/>
                    <a:pt x="32958" y="33209"/>
                  </a:cubicBezTo>
                  <a:cubicBezTo>
                    <a:pt x="32941" y="33209"/>
                    <a:pt x="32932" y="33207"/>
                    <a:pt x="32933" y="33204"/>
                  </a:cubicBezTo>
                  <a:lnTo>
                    <a:pt x="33475" y="33145"/>
                  </a:lnTo>
                  <a:cubicBezTo>
                    <a:pt x="33473" y="33144"/>
                    <a:pt x="33468" y="33144"/>
                    <a:pt x="33462" y="33144"/>
                  </a:cubicBezTo>
                  <a:cubicBezTo>
                    <a:pt x="33375" y="33144"/>
                    <a:pt x="32919" y="33196"/>
                    <a:pt x="32722" y="33204"/>
                  </a:cubicBezTo>
                  <a:cubicBezTo>
                    <a:pt x="32815" y="33204"/>
                    <a:pt x="32900" y="33195"/>
                    <a:pt x="32993" y="33195"/>
                  </a:cubicBezTo>
                  <a:cubicBezTo>
                    <a:pt x="32510" y="33255"/>
                    <a:pt x="31901" y="33297"/>
                    <a:pt x="31436" y="33348"/>
                  </a:cubicBezTo>
                  <a:cubicBezTo>
                    <a:pt x="31543" y="33332"/>
                    <a:pt x="31546" y="33329"/>
                    <a:pt x="31504" y="33329"/>
                  </a:cubicBezTo>
                  <a:cubicBezTo>
                    <a:pt x="31476" y="33329"/>
                    <a:pt x="31428" y="33331"/>
                    <a:pt x="31377" y="33331"/>
                  </a:cubicBezTo>
                  <a:cubicBezTo>
                    <a:pt x="31324" y="33334"/>
                    <a:pt x="31270" y="33336"/>
                    <a:pt x="31235" y="33336"/>
                  </a:cubicBezTo>
                  <a:cubicBezTo>
                    <a:pt x="31186" y="33336"/>
                    <a:pt x="31174" y="33332"/>
                    <a:pt x="31258" y="33322"/>
                  </a:cubicBezTo>
                  <a:cubicBezTo>
                    <a:pt x="31343" y="33314"/>
                    <a:pt x="31428" y="33305"/>
                    <a:pt x="31521" y="33305"/>
                  </a:cubicBezTo>
                  <a:cubicBezTo>
                    <a:pt x="31529" y="33299"/>
                    <a:pt x="31516" y="33297"/>
                    <a:pt x="31491" y="33297"/>
                  </a:cubicBezTo>
                  <a:cubicBezTo>
                    <a:pt x="31430" y="33297"/>
                    <a:pt x="31298" y="33309"/>
                    <a:pt x="31207" y="33309"/>
                  </a:cubicBezTo>
                  <a:cubicBezTo>
                    <a:pt x="31180" y="33309"/>
                    <a:pt x="31156" y="33308"/>
                    <a:pt x="31140" y="33305"/>
                  </a:cubicBezTo>
                  <a:cubicBezTo>
                    <a:pt x="31089" y="33322"/>
                    <a:pt x="30616" y="33364"/>
                    <a:pt x="30895" y="33364"/>
                  </a:cubicBezTo>
                  <a:cubicBezTo>
                    <a:pt x="30756" y="33364"/>
                    <a:pt x="30464" y="33399"/>
                    <a:pt x="30253" y="33399"/>
                  </a:cubicBezTo>
                  <a:cubicBezTo>
                    <a:pt x="30232" y="33399"/>
                    <a:pt x="30212" y="33399"/>
                    <a:pt x="30193" y="33398"/>
                  </a:cubicBezTo>
                  <a:lnTo>
                    <a:pt x="30193" y="33398"/>
                  </a:lnTo>
                  <a:cubicBezTo>
                    <a:pt x="30252" y="33424"/>
                    <a:pt x="29812" y="33449"/>
                    <a:pt x="29727" y="33458"/>
                  </a:cubicBezTo>
                  <a:lnTo>
                    <a:pt x="29490" y="33458"/>
                  </a:lnTo>
                  <a:cubicBezTo>
                    <a:pt x="29685" y="33432"/>
                    <a:pt x="29922" y="33415"/>
                    <a:pt x="30167" y="33390"/>
                  </a:cubicBezTo>
                  <a:cubicBezTo>
                    <a:pt x="30243" y="33390"/>
                    <a:pt x="30319" y="33390"/>
                    <a:pt x="30396" y="33373"/>
                  </a:cubicBezTo>
                  <a:lnTo>
                    <a:pt x="30396" y="33364"/>
                  </a:lnTo>
                  <a:cubicBezTo>
                    <a:pt x="30895" y="33305"/>
                    <a:pt x="31385" y="33255"/>
                    <a:pt x="31631" y="33221"/>
                  </a:cubicBezTo>
                  <a:lnTo>
                    <a:pt x="31631" y="33221"/>
                  </a:lnTo>
                  <a:lnTo>
                    <a:pt x="31512" y="33246"/>
                  </a:lnTo>
                  <a:cubicBezTo>
                    <a:pt x="31884" y="33178"/>
                    <a:pt x="32257" y="33187"/>
                    <a:pt x="32637" y="33128"/>
                  </a:cubicBezTo>
                  <a:lnTo>
                    <a:pt x="32637" y="33128"/>
                  </a:lnTo>
                  <a:cubicBezTo>
                    <a:pt x="32620" y="33136"/>
                    <a:pt x="32578" y="33136"/>
                    <a:pt x="32654" y="33136"/>
                  </a:cubicBezTo>
                  <a:cubicBezTo>
                    <a:pt x="33119" y="33102"/>
                    <a:pt x="33306" y="33026"/>
                    <a:pt x="33686" y="33018"/>
                  </a:cubicBezTo>
                  <a:lnTo>
                    <a:pt x="33686" y="33018"/>
                  </a:lnTo>
                  <a:lnTo>
                    <a:pt x="33636" y="33035"/>
                  </a:lnTo>
                  <a:cubicBezTo>
                    <a:pt x="33669" y="33026"/>
                    <a:pt x="33898" y="32992"/>
                    <a:pt x="33847" y="32984"/>
                  </a:cubicBezTo>
                  <a:lnTo>
                    <a:pt x="33847" y="32984"/>
                  </a:lnTo>
                  <a:cubicBezTo>
                    <a:pt x="33534" y="33018"/>
                    <a:pt x="33475" y="33035"/>
                    <a:pt x="33187" y="33051"/>
                  </a:cubicBezTo>
                  <a:cubicBezTo>
                    <a:pt x="33373" y="33018"/>
                    <a:pt x="33559" y="32992"/>
                    <a:pt x="33737" y="32975"/>
                  </a:cubicBezTo>
                  <a:lnTo>
                    <a:pt x="33762" y="32942"/>
                  </a:lnTo>
                  <a:cubicBezTo>
                    <a:pt x="33991" y="32891"/>
                    <a:pt x="34245" y="32908"/>
                    <a:pt x="34473" y="32848"/>
                  </a:cubicBezTo>
                  <a:lnTo>
                    <a:pt x="34473" y="32848"/>
                  </a:lnTo>
                  <a:lnTo>
                    <a:pt x="34194" y="32865"/>
                  </a:lnTo>
                  <a:lnTo>
                    <a:pt x="34194" y="32865"/>
                  </a:lnTo>
                  <a:lnTo>
                    <a:pt x="34245" y="32857"/>
                  </a:lnTo>
                  <a:lnTo>
                    <a:pt x="34245" y="32857"/>
                  </a:lnTo>
                  <a:cubicBezTo>
                    <a:pt x="34152" y="32865"/>
                    <a:pt x="34067" y="32882"/>
                    <a:pt x="33982" y="32899"/>
                  </a:cubicBezTo>
                  <a:cubicBezTo>
                    <a:pt x="33824" y="32922"/>
                    <a:pt x="33667" y="32937"/>
                    <a:pt x="33509" y="32937"/>
                  </a:cubicBezTo>
                  <a:cubicBezTo>
                    <a:pt x="33430" y="32937"/>
                    <a:pt x="33351" y="32933"/>
                    <a:pt x="33272" y="32925"/>
                  </a:cubicBezTo>
                  <a:cubicBezTo>
                    <a:pt x="33248" y="32927"/>
                    <a:pt x="33231" y="32928"/>
                    <a:pt x="33219" y="32928"/>
                  </a:cubicBezTo>
                  <a:cubicBezTo>
                    <a:pt x="33138" y="32928"/>
                    <a:pt x="33336" y="32881"/>
                    <a:pt x="33314" y="32874"/>
                  </a:cubicBezTo>
                  <a:lnTo>
                    <a:pt x="33314" y="32874"/>
                  </a:lnTo>
                  <a:cubicBezTo>
                    <a:pt x="33001" y="32908"/>
                    <a:pt x="33026" y="32942"/>
                    <a:pt x="32705" y="32975"/>
                  </a:cubicBezTo>
                  <a:cubicBezTo>
                    <a:pt x="32686" y="32977"/>
                    <a:pt x="32672" y="32978"/>
                    <a:pt x="32663" y="32978"/>
                  </a:cubicBezTo>
                  <a:cubicBezTo>
                    <a:pt x="32625" y="32978"/>
                    <a:pt x="32671" y="32965"/>
                    <a:pt x="32705" y="32958"/>
                  </a:cubicBezTo>
                  <a:lnTo>
                    <a:pt x="32705" y="32958"/>
                  </a:lnTo>
                  <a:lnTo>
                    <a:pt x="32477" y="32992"/>
                  </a:lnTo>
                  <a:cubicBezTo>
                    <a:pt x="32466" y="32992"/>
                    <a:pt x="32260" y="33005"/>
                    <a:pt x="32176" y="33005"/>
                  </a:cubicBezTo>
                  <a:cubicBezTo>
                    <a:pt x="32124" y="33005"/>
                    <a:pt x="32119" y="33000"/>
                    <a:pt x="32240" y="32984"/>
                  </a:cubicBezTo>
                  <a:lnTo>
                    <a:pt x="32434" y="32958"/>
                  </a:lnTo>
                  <a:lnTo>
                    <a:pt x="32434" y="32958"/>
                  </a:lnTo>
                  <a:cubicBezTo>
                    <a:pt x="32133" y="32970"/>
                    <a:pt x="31676" y="32994"/>
                    <a:pt x="31427" y="32994"/>
                  </a:cubicBezTo>
                  <a:cubicBezTo>
                    <a:pt x="31312" y="32994"/>
                    <a:pt x="31242" y="32989"/>
                    <a:pt x="31250" y="32975"/>
                  </a:cubicBezTo>
                  <a:lnTo>
                    <a:pt x="31250" y="32975"/>
                  </a:lnTo>
                  <a:cubicBezTo>
                    <a:pt x="31013" y="32984"/>
                    <a:pt x="31081" y="32992"/>
                    <a:pt x="30692" y="33009"/>
                  </a:cubicBezTo>
                  <a:cubicBezTo>
                    <a:pt x="30514" y="33043"/>
                    <a:pt x="30717" y="33051"/>
                    <a:pt x="30294" y="33094"/>
                  </a:cubicBezTo>
                  <a:lnTo>
                    <a:pt x="30624" y="33085"/>
                  </a:lnTo>
                  <a:lnTo>
                    <a:pt x="30819" y="33060"/>
                  </a:lnTo>
                  <a:lnTo>
                    <a:pt x="30819" y="33060"/>
                  </a:lnTo>
                  <a:lnTo>
                    <a:pt x="30480" y="33085"/>
                  </a:lnTo>
                  <a:cubicBezTo>
                    <a:pt x="30692" y="33060"/>
                    <a:pt x="30658" y="33051"/>
                    <a:pt x="30717" y="33026"/>
                  </a:cubicBezTo>
                  <a:cubicBezTo>
                    <a:pt x="30914" y="33014"/>
                    <a:pt x="31058" y="33010"/>
                    <a:pt x="31174" y="33010"/>
                  </a:cubicBezTo>
                  <a:cubicBezTo>
                    <a:pt x="31302" y="33010"/>
                    <a:pt x="31397" y="33014"/>
                    <a:pt x="31494" y="33014"/>
                  </a:cubicBezTo>
                  <a:cubicBezTo>
                    <a:pt x="31548" y="33014"/>
                    <a:pt x="31603" y="33013"/>
                    <a:pt x="31664" y="33009"/>
                  </a:cubicBezTo>
                  <a:lnTo>
                    <a:pt x="31664" y="33009"/>
                  </a:lnTo>
                  <a:cubicBezTo>
                    <a:pt x="31504" y="33043"/>
                    <a:pt x="31216" y="33060"/>
                    <a:pt x="31326" y="33077"/>
                  </a:cubicBezTo>
                  <a:cubicBezTo>
                    <a:pt x="31301" y="33076"/>
                    <a:pt x="31279" y="33076"/>
                    <a:pt x="31258" y="33076"/>
                  </a:cubicBezTo>
                  <a:cubicBezTo>
                    <a:pt x="31048" y="33076"/>
                    <a:pt x="31002" y="33111"/>
                    <a:pt x="30725" y="33111"/>
                  </a:cubicBezTo>
                  <a:lnTo>
                    <a:pt x="30785" y="33102"/>
                  </a:lnTo>
                  <a:lnTo>
                    <a:pt x="30785" y="33102"/>
                  </a:lnTo>
                  <a:cubicBezTo>
                    <a:pt x="30531" y="33136"/>
                    <a:pt x="30497" y="33111"/>
                    <a:pt x="30294" y="33145"/>
                  </a:cubicBezTo>
                  <a:cubicBezTo>
                    <a:pt x="30311" y="33136"/>
                    <a:pt x="30277" y="33136"/>
                    <a:pt x="30252" y="33136"/>
                  </a:cubicBezTo>
                  <a:cubicBezTo>
                    <a:pt x="29803" y="33170"/>
                    <a:pt x="30387" y="33145"/>
                    <a:pt x="29939" y="33195"/>
                  </a:cubicBezTo>
                  <a:cubicBezTo>
                    <a:pt x="29908" y="33196"/>
                    <a:pt x="29882" y="33196"/>
                    <a:pt x="29859" y="33196"/>
                  </a:cubicBezTo>
                  <a:cubicBezTo>
                    <a:pt x="29579" y="33196"/>
                    <a:pt x="29796" y="33152"/>
                    <a:pt x="29702" y="33145"/>
                  </a:cubicBezTo>
                  <a:cubicBezTo>
                    <a:pt x="30370" y="33085"/>
                    <a:pt x="29685" y="33111"/>
                    <a:pt x="30404" y="33035"/>
                  </a:cubicBezTo>
                  <a:cubicBezTo>
                    <a:pt x="30404" y="33020"/>
                    <a:pt x="30353" y="33015"/>
                    <a:pt x="30264" y="33015"/>
                  </a:cubicBezTo>
                  <a:cubicBezTo>
                    <a:pt x="30143" y="33015"/>
                    <a:pt x="29952" y="33025"/>
                    <a:pt x="29727" y="33035"/>
                  </a:cubicBezTo>
                  <a:cubicBezTo>
                    <a:pt x="29981" y="33043"/>
                    <a:pt x="29575" y="33094"/>
                    <a:pt x="29913" y="33111"/>
                  </a:cubicBezTo>
                  <a:cubicBezTo>
                    <a:pt x="29363" y="33151"/>
                    <a:pt x="29377" y="33213"/>
                    <a:pt x="28842" y="33213"/>
                  </a:cubicBezTo>
                  <a:cubicBezTo>
                    <a:pt x="28812" y="33213"/>
                    <a:pt x="28779" y="33213"/>
                    <a:pt x="28745" y="33212"/>
                  </a:cubicBezTo>
                  <a:lnTo>
                    <a:pt x="28745" y="33212"/>
                  </a:lnTo>
                  <a:cubicBezTo>
                    <a:pt x="28661" y="33221"/>
                    <a:pt x="28576" y="33238"/>
                    <a:pt x="28484" y="33246"/>
                  </a:cubicBezTo>
                  <a:lnTo>
                    <a:pt x="28120" y="33238"/>
                  </a:lnTo>
                  <a:cubicBezTo>
                    <a:pt x="28340" y="33195"/>
                    <a:pt x="28628" y="33204"/>
                    <a:pt x="28805" y="33178"/>
                  </a:cubicBezTo>
                  <a:cubicBezTo>
                    <a:pt x="28756" y="33177"/>
                    <a:pt x="28710" y="33176"/>
                    <a:pt x="28667" y="33176"/>
                  </a:cubicBezTo>
                  <a:cubicBezTo>
                    <a:pt x="28319" y="33176"/>
                    <a:pt x="28148" y="33230"/>
                    <a:pt x="27689" y="33238"/>
                  </a:cubicBezTo>
                  <a:cubicBezTo>
                    <a:pt x="27257" y="33204"/>
                    <a:pt x="28213" y="33204"/>
                    <a:pt x="28213" y="33170"/>
                  </a:cubicBezTo>
                  <a:lnTo>
                    <a:pt x="28213" y="33170"/>
                  </a:lnTo>
                  <a:cubicBezTo>
                    <a:pt x="28181" y="33172"/>
                    <a:pt x="28150" y="33173"/>
                    <a:pt x="28118" y="33173"/>
                  </a:cubicBezTo>
                  <a:cubicBezTo>
                    <a:pt x="28031" y="33173"/>
                    <a:pt x="27944" y="33165"/>
                    <a:pt x="27858" y="33153"/>
                  </a:cubicBezTo>
                  <a:cubicBezTo>
                    <a:pt x="28340" y="33153"/>
                    <a:pt x="28154" y="33128"/>
                    <a:pt x="28687" y="33128"/>
                  </a:cubicBezTo>
                  <a:cubicBezTo>
                    <a:pt x="28425" y="33153"/>
                    <a:pt x="28729" y="33145"/>
                    <a:pt x="28678" y="33161"/>
                  </a:cubicBezTo>
                  <a:cubicBezTo>
                    <a:pt x="28754" y="33145"/>
                    <a:pt x="29254" y="33119"/>
                    <a:pt x="29609" y="33111"/>
                  </a:cubicBezTo>
                  <a:cubicBezTo>
                    <a:pt x="29651" y="33094"/>
                    <a:pt x="29575" y="33090"/>
                    <a:pt x="29461" y="33090"/>
                  </a:cubicBezTo>
                  <a:cubicBezTo>
                    <a:pt x="29347" y="33090"/>
                    <a:pt x="29194" y="33094"/>
                    <a:pt x="29084" y="33094"/>
                  </a:cubicBezTo>
                  <a:cubicBezTo>
                    <a:pt x="28873" y="33119"/>
                    <a:pt x="28661" y="33128"/>
                    <a:pt x="28450" y="33128"/>
                  </a:cubicBezTo>
                  <a:cubicBezTo>
                    <a:pt x="28400" y="33125"/>
                    <a:pt x="28350" y="33124"/>
                    <a:pt x="28300" y="33124"/>
                  </a:cubicBezTo>
                  <a:cubicBezTo>
                    <a:pt x="28164" y="33124"/>
                    <a:pt x="28028" y="33132"/>
                    <a:pt x="27892" y="33145"/>
                  </a:cubicBezTo>
                  <a:cubicBezTo>
                    <a:pt x="27850" y="33145"/>
                    <a:pt x="27816" y="33146"/>
                    <a:pt x="27788" y="33146"/>
                  </a:cubicBezTo>
                  <a:cubicBezTo>
                    <a:pt x="27508" y="33146"/>
                    <a:pt x="27855" y="33111"/>
                    <a:pt x="27824" y="33111"/>
                  </a:cubicBezTo>
                  <a:cubicBezTo>
                    <a:pt x="27409" y="33111"/>
                    <a:pt x="27646" y="33145"/>
                    <a:pt x="27519" y="33153"/>
                  </a:cubicBezTo>
                  <a:cubicBezTo>
                    <a:pt x="27380" y="33161"/>
                    <a:pt x="27269" y="33163"/>
                    <a:pt x="27175" y="33163"/>
                  </a:cubicBezTo>
                  <a:cubicBezTo>
                    <a:pt x="26845" y="33163"/>
                    <a:pt x="26728" y="33128"/>
                    <a:pt x="26386" y="33128"/>
                  </a:cubicBezTo>
                  <a:cubicBezTo>
                    <a:pt x="26250" y="33140"/>
                    <a:pt x="26045" y="33148"/>
                    <a:pt x="25810" y="33148"/>
                  </a:cubicBezTo>
                  <a:cubicBezTo>
                    <a:pt x="25723" y="33148"/>
                    <a:pt x="25633" y="33147"/>
                    <a:pt x="25540" y="33145"/>
                  </a:cubicBezTo>
                  <a:lnTo>
                    <a:pt x="24491" y="33119"/>
                  </a:lnTo>
                  <a:cubicBezTo>
                    <a:pt x="24567" y="33111"/>
                    <a:pt x="24491" y="33102"/>
                    <a:pt x="24449" y="33085"/>
                  </a:cubicBezTo>
                  <a:cubicBezTo>
                    <a:pt x="24212" y="33119"/>
                    <a:pt x="23975" y="33128"/>
                    <a:pt x="23738" y="33128"/>
                  </a:cubicBezTo>
                  <a:lnTo>
                    <a:pt x="24136" y="33161"/>
                  </a:lnTo>
                  <a:cubicBezTo>
                    <a:pt x="24064" y="33164"/>
                    <a:pt x="23992" y="33165"/>
                    <a:pt x="23920" y="33165"/>
                  </a:cubicBezTo>
                  <a:cubicBezTo>
                    <a:pt x="23704" y="33165"/>
                    <a:pt x="23488" y="33155"/>
                    <a:pt x="23273" y="33136"/>
                  </a:cubicBezTo>
                  <a:lnTo>
                    <a:pt x="23273" y="33136"/>
                  </a:lnTo>
                  <a:cubicBezTo>
                    <a:pt x="23430" y="33160"/>
                    <a:pt x="23370" y="33168"/>
                    <a:pt x="23229" y="33168"/>
                  </a:cubicBezTo>
                  <a:cubicBezTo>
                    <a:pt x="23027" y="33168"/>
                    <a:pt x="22659" y="33153"/>
                    <a:pt x="22520" y="33153"/>
                  </a:cubicBezTo>
                  <a:cubicBezTo>
                    <a:pt x="22198" y="33119"/>
                    <a:pt x="21877" y="33128"/>
                    <a:pt x="21699" y="33094"/>
                  </a:cubicBezTo>
                  <a:lnTo>
                    <a:pt x="21742" y="33094"/>
                  </a:lnTo>
                  <a:cubicBezTo>
                    <a:pt x="21589" y="33085"/>
                    <a:pt x="21429" y="33068"/>
                    <a:pt x="21276" y="33060"/>
                  </a:cubicBezTo>
                  <a:lnTo>
                    <a:pt x="21336" y="33018"/>
                  </a:lnTo>
                  <a:cubicBezTo>
                    <a:pt x="21154" y="32994"/>
                    <a:pt x="20949" y="32983"/>
                    <a:pt x="20824" y="32983"/>
                  </a:cubicBezTo>
                  <a:cubicBezTo>
                    <a:pt x="20727" y="32983"/>
                    <a:pt x="20678" y="32990"/>
                    <a:pt x="20726" y="33001"/>
                  </a:cubicBezTo>
                  <a:cubicBezTo>
                    <a:pt x="20388" y="32958"/>
                    <a:pt x="20583" y="32975"/>
                    <a:pt x="20540" y="32950"/>
                  </a:cubicBezTo>
                  <a:cubicBezTo>
                    <a:pt x="20594" y="32950"/>
                    <a:pt x="20665" y="32949"/>
                    <a:pt x="20744" y="32949"/>
                  </a:cubicBezTo>
                  <a:cubicBezTo>
                    <a:pt x="20939" y="32949"/>
                    <a:pt x="21175" y="32954"/>
                    <a:pt x="21259" y="32984"/>
                  </a:cubicBezTo>
                  <a:cubicBezTo>
                    <a:pt x="21231" y="32984"/>
                    <a:pt x="21207" y="32980"/>
                    <a:pt x="21181" y="32980"/>
                  </a:cubicBezTo>
                  <a:cubicBezTo>
                    <a:pt x="21168" y="32980"/>
                    <a:pt x="21155" y="32981"/>
                    <a:pt x="21141" y="32984"/>
                  </a:cubicBezTo>
                  <a:cubicBezTo>
                    <a:pt x="21372" y="33004"/>
                    <a:pt x="21502" y="33011"/>
                    <a:pt x="21576" y="33011"/>
                  </a:cubicBezTo>
                  <a:cubicBezTo>
                    <a:pt x="21764" y="33011"/>
                    <a:pt x="21594" y="32965"/>
                    <a:pt x="21796" y="32965"/>
                  </a:cubicBezTo>
                  <a:cubicBezTo>
                    <a:pt x="21818" y="32965"/>
                    <a:pt x="21845" y="32966"/>
                    <a:pt x="21877" y="32967"/>
                  </a:cubicBezTo>
                  <a:cubicBezTo>
                    <a:pt x="21649" y="32950"/>
                    <a:pt x="21479" y="32916"/>
                    <a:pt x="21234" y="32908"/>
                  </a:cubicBezTo>
                  <a:cubicBezTo>
                    <a:pt x="21116" y="32899"/>
                    <a:pt x="20650" y="32882"/>
                    <a:pt x="20422" y="32882"/>
                  </a:cubicBezTo>
                  <a:cubicBezTo>
                    <a:pt x="20667" y="32882"/>
                    <a:pt x="20913" y="32908"/>
                    <a:pt x="21158" y="32950"/>
                  </a:cubicBezTo>
                  <a:cubicBezTo>
                    <a:pt x="21085" y="32944"/>
                    <a:pt x="21032" y="32943"/>
                    <a:pt x="20988" y="32943"/>
                  </a:cubicBezTo>
                  <a:cubicBezTo>
                    <a:pt x="20966" y="32943"/>
                    <a:pt x="20946" y="32944"/>
                    <a:pt x="20926" y="32944"/>
                  </a:cubicBezTo>
                  <a:cubicBezTo>
                    <a:pt x="20868" y="32944"/>
                    <a:pt x="20815" y="32942"/>
                    <a:pt x="20726" y="32925"/>
                  </a:cubicBezTo>
                  <a:lnTo>
                    <a:pt x="20549" y="32925"/>
                  </a:lnTo>
                  <a:cubicBezTo>
                    <a:pt x="20515" y="32899"/>
                    <a:pt x="19914" y="32865"/>
                    <a:pt x="20270" y="32865"/>
                  </a:cubicBezTo>
                  <a:cubicBezTo>
                    <a:pt x="20202" y="32862"/>
                    <a:pt x="20158" y="32860"/>
                    <a:pt x="20128" y="32860"/>
                  </a:cubicBezTo>
                  <a:cubicBezTo>
                    <a:pt x="20045" y="32860"/>
                    <a:pt x="20068" y="32870"/>
                    <a:pt x="19997" y="32870"/>
                  </a:cubicBezTo>
                  <a:cubicBezTo>
                    <a:pt x="19971" y="32870"/>
                    <a:pt x="19933" y="32869"/>
                    <a:pt x="19872" y="32865"/>
                  </a:cubicBezTo>
                  <a:lnTo>
                    <a:pt x="19872" y="32865"/>
                  </a:lnTo>
                  <a:cubicBezTo>
                    <a:pt x="20058" y="32882"/>
                    <a:pt x="20244" y="32899"/>
                    <a:pt x="20439" y="32916"/>
                  </a:cubicBezTo>
                  <a:lnTo>
                    <a:pt x="20422" y="32950"/>
                  </a:lnTo>
                  <a:cubicBezTo>
                    <a:pt x="20261" y="32942"/>
                    <a:pt x="20100" y="32933"/>
                    <a:pt x="19940" y="32908"/>
                  </a:cubicBezTo>
                  <a:lnTo>
                    <a:pt x="19940" y="32908"/>
                  </a:lnTo>
                  <a:lnTo>
                    <a:pt x="19957" y="32942"/>
                  </a:lnTo>
                  <a:lnTo>
                    <a:pt x="19551" y="32874"/>
                  </a:lnTo>
                  <a:lnTo>
                    <a:pt x="19551" y="32874"/>
                  </a:lnTo>
                  <a:cubicBezTo>
                    <a:pt x="19564" y="32881"/>
                    <a:pt x="19552" y="32883"/>
                    <a:pt x="19526" y="32883"/>
                  </a:cubicBezTo>
                  <a:cubicBezTo>
                    <a:pt x="19452" y="32883"/>
                    <a:pt x="19266" y="32863"/>
                    <a:pt x="19204" y="32857"/>
                  </a:cubicBezTo>
                  <a:cubicBezTo>
                    <a:pt x="18975" y="32823"/>
                    <a:pt x="19128" y="32789"/>
                    <a:pt x="18747" y="32781"/>
                  </a:cubicBezTo>
                  <a:lnTo>
                    <a:pt x="18772" y="32781"/>
                  </a:lnTo>
                  <a:cubicBezTo>
                    <a:pt x="18552" y="32772"/>
                    <a:pt x="18332" y="32755"/>
                    <a:pt x="18113" y="32722"/>
                  </a:cubicBezTo>
                  <a:lnTo>
                    <a:pt x="18265" y="32722"/>
                  </a:lnTo>
                  <a:cubicBezTo>
                    <a:pt x="17833" y="32654"/>
                    <a:pt x="17123" y="32629"/>
                    <a:pt x="16937" y="32552"/>
                  </a:cubicBezTo>
                  <a:cubicBezTo>
                    <a:pt x="16945" y="32546"/>
                    <a:pt x="16963" y="32544"/>
                    <a:pt x="16984" y="32544"/>
                  </a:cubicBezTo>
                  <a:cubicBezTo>
                    <a:pt x="17028" y="32544"/>
                    <a:pt x="17088" y="32552"/>
                    <a:pt x="17127" y="32552"/>
                  </a:cubicBezTo>
                  <a:cubicBezTo>
                    <a:pt x="17147" y="32552"/>
                    <a:pt x="17161" y="32550"/>
                    <a:pt x="17165" y="32544"/>
                  </a:cubicBezTo>
                  <a:cubicBezTo>
                    <a:pt x="17833" y="32662"/>
                    <a:pt x="17639" y="32552"/>
                    <a:pt x="18426" y="32671"/>
                  </a:cubicBezTo>
                  <a:cubicBezTo>
                    <a:pt x="18451" y="32738"/>
                    <a:pt x="19094" y="32696"/>
                    <a:pt x="19238" y="32772"/>
                  </a:cubicBezTo>
                  <a:cubicBezTo>
                    <a:pt x="19079" y="32754"/>
                    <a:pt x="18916" y="32740"/>
                    <a:pt x="18755" y="32740"/>
                  </a:cubicBezTo>
                  <a:cubicBezTo>
                    <a:pt x="18693" y="32740"/>
                    <a:pt x="18631" y="32742"/>
                    <a:pt x="18569" y="32747"/>
                  </a:cubicBezTo>
                  <a:cubicBezTo>
                    <a:pt x="18857" y="32772"/>
                    <a:pt x="19255" y="32806"/>
                    <a:pt x="19449" y="32832"/>
                  </a:cubicBezTo>
                  <a:cubicBezTo>
                    <a:pt x="19280" y="32798"/>
                    <a:pt x="19339" y="32764"/>
                    <a:pt x="19466" y="32755"/>
                  </a:cubicBezTo>
                  <a:cubicBezTo>
                    <a:pt x="19238" y="32747"/>
                    <a:pt x="18916" y="32713"/>
                    <a:pt x="18561" y="32662"/>
                  </a:cubicBezTo>
                  <a:cubicBezTo>
                    <a:pt x="18214" y="32612"/>
                    <a:pt x="17850" y="32552"/>
                    <a:pt x="17520" y="32510"/>
                  </a:cubicBezTo>
                  <a:lnTo>
                    <a:pt x="17520" y="32510"/>
                  </a:lnTo>
                  <a:lnTo>
                    <a:pt x="17588" y="32561"/>
                  </a:lnTo>
                  <a:cubicBezTo>
                    <a:pt x="17021" y="32519"/>
                    <a:pt x="17664" y="32535"/>
                    <a:pt x="17224" y="32476"/>
                  </a:cubicBezTo>
                  <a:lnTo>
                    <a:pt x="17013" y="32476"/>
                  </a:lnTo>
                  <a:lnTo>
                    <a:pt x="16683" y="32459"/>
                  </a:lnTo>
                  <a:lnTo>
                    <a:pt x="16683" y="32459"/>
                  </a:lnTo>
                  <a:cubicBezTo>
                    <a:pt x="16774" y="32473"/>
                    <a:pt x="16813" y="32474"/>
                    <a:pt x="16842" y="32474"/>
                  </a:cubicBezTo>
                  <a:cubicBezTo>
                    <a:pt x="16850" y="32474"/>
                    <a:pt x="16857" y="32474"/>
                    <a:pt x="16864" y="32474"/>
                  </a:cubicBezTo>
                  <a:cubicBezTo>
                    <a:pt x="16899" y="32474"/>
                    <a:pt x="16937" y="32476"/>
                    <a:pt x="17064" y="32502"/>
                  </a:cubicBezTo>
                  <a:cubicBezTo>
                    <a:pt x="17284" y="32535"/>
                    <a:pt x="17047" y="32527"/>
                    <a:pt x="16979" y="32535"/>
                  </a:cubicBezTo>
                  <a:cubicBezTo>
                    <a:pt x="16843" y="32513"/>
                    <a:pt x="16399" y="32457"/>
                    <a:pt x="16543" y="32457"/>
                  </a:cubicBezTo>
                  <a:cubicBezTo>
                    <a:pt x="16560" y="32457"/>
                    <a:pt x="16587" y="32457"/>
                    <a:pt x="16624" y="32459"/>
                  </a:cubicBezTo>
                  <a:lnTo>
                    <a:pt x="16032" y="32417"/>
                  </a:lnTo>
                  <a:cubicBezTo>
                    <a:pt x="16061" y="32413"/>
                    <a:pt x="16093" y="32411"/>
                    <a:pt x="16126" y="32411"/>
                  </a:cubicBezTo>
                  <a:cubicBezTo>
                    <a:pt x="16155" y="32411"/>
                    <a:pt x="16184" y="32412"/>
                    <a:pt x="16214" y="32416"/>
                  </a:cubicBezTo>
                  <a:lnTo>
                    <a:pt x="16214" y="32416"/>
                  </a:lnTo>
                  <a:lnTo>
                    <a:pt x="15795" y="32366"/>
                  </a:lnTo>
                  <a:lnTo>
                    <a:pt x="15812" y="32366"/>
                  </a:lnTo>
                  <a:cubicBezTo>
                    <a:pt x="15465" y="32324"/>
                    <a:pt x="14983" y="32248"/>
                    <a:pt x="14720" y="32231"/>
                  </a:cubicBezTo>
                  <a:lnTo>
                    <a:pt x="14720" y="32231"/>
                  </a:lnTo>
                  <a:cubicBezTo>
                    <a:pt x="14910" y="32273"/>
                    <a:pt x="14943" y="32286"/>
                    <a:pt x="14905" y="32286"/>
                  </a:cubicBezTo>
                  <a:cubicBezTo>
                    <a:pt x="14837" y="32286"/>
                    <a:pt x="14545" y="32245"/>
                    <a:pt x="14490" y="32245"/>
                  </a:cubicBezTo>
                  <a:cubicBezTo>
                    <a:pt x="14482" y="32245"/>
                    <a:pt x="14479" y="32246"/>
                    <a:pt x="14483" y="32248"/>
                  </a:cubicBezTo>
                  <a:cubicBezTo>
                    <a:pt x="14322" y="32215"/>
                    <a:pt x="14254" y="32163"/>
                    <a:pt x="14432" y="32163"/>
                  </a:cubicBezTo>
                  <a:cubicBezTo>
                    <a:pt x="14486" y="32163"/>
                    <a:pt x="14564" y="32168"/>
                    <a:pt x="14670" y="32180"/>
                  </a:cubicBezTo>
                  <a:cubicBezTo>
                    <a:pt x="14685" y="32183"/>
                    <a:pt x="14700" y="32186"/>
                    <a:pt x="14715" y="32189"/>
                  </a:cubicBezTo>
                  <a:cubicBezTo>
                    <a:pt x="14714" y="32189"/>
                    <a:pt x="14713" y="32189"/>
                    <a:pt x="14712" y="32189"/>
                  </a:cubicBezTo>
                  <a:lnTo>
                    <a:pt x="14712" y="32189"/>
                  </a:lnTo>
                  <a:cubicBezTo>
                    <a:pt x="14715" y="32189"/>
                    <a:pt x="14719" y="32190"/>
                    <a:pt x="14722" y="32190"/>
                  </a:cubicBezTo>
                  <a:lnTo>
                    <a:pt x="14722" y="32190"/>
                  </a:lnTo>
                  <a:cubicBezTo>
                    <a:pt x="14720" y="32190"/>
                    <a:pt x="14717" y="32189"/>
                    <a:pt x="14715" y="32189"/>
                  </a:cubicBezTo>
                  <a:lnTo>
                    <a:pt x="14715" y="32189"/>
                  </a:lnTo>
                  <a:cubicBezTo>
                    <a:pt x="14721" y="32189"/>
                    <a:pt x="14726" y="32189"/>
                    <a:pt x="14731" y="32189"/>
                  </a:cubicBezTo>
                  <a:cubicBezTo>
                    <a:pt x="14830" y="32189"/>
                    <a:pt x="14416" y="32112"/>
                    <a:pt x="14424" y="32096"/>
                  </a:cubicBezTo>
                  <a:cubicBezTo>
                    <a:pt x="14448" y="32094"/>
                    <a:pt x="14472" y="32093"/>
                    <a:pt x="14496" y="32093"/>
                  </a:cubicBezTo>
                  <a:cubicBezTo>
                    <a:pt x="14616" y="32093"/>
                    <a:pt x="14734" y="32111"/>
                    <a:pt x="14847" y="32146"/>
                  </a:cubicBezTo>
                  <a:cubicBezTo>
                    <a:pt x="15279" y="32214"/>
                    <a:pt x="14889" y="32180"/>
                    <a:pt x="15016" y="32197"/>
                  </a:cubicBezTo>
                  <a:cubicBezTo>
                    <a:pt x="15124" y="32255"/>
                    <a:pt x="15601" y="32288"/>
                    <a:pt x="15868" y="32337"/>
                  </a:cubicBezTo>
                  <a:lnTo>
                    <a:pt x="15868" y="32337"/>
                  </a:lnTo>
                  <a:cubicBezTo>
                    <a:pt x="15845" y="32335"/>
                    <a:pt x="15809" y="32332"/>
                    <a:pt x="15786" y="32332"/>
                  </a:cubicBezTo>
                  <a:cubicBezTo>
                    <a:pt x="15987" y="32362"/>
                    <a:pt x="16377" y="32412"/>
                    <a:pt x="16498" y="32412"/>
                  </a:cubicBezTo>
                  <a:cubicBezTo>
                    <a:pt x="16514" y="32412"/>
                    <a:pt x="16526" y="32411"/>
                    <a:pt x="16531" y="32409"/>
                  </a:cubicBezTo>
                  <a:lnTo>
                    <a:pt x="15955" y="32349"/>
                  </a:lnTo>
                  <a:cubicBezTo>
                    <a:pt x="15828" y="32324"/>
                    <a:pt x="16133" y="32349"/>
                    <a:pt x="15955" y="32316"/>
                  </a:cubicBezTo>
                  <a:cubicBezTo>
                    <a:pt x="15828" y="32299"/>
                    <a:pt x="15668" y="32282"/>
                    <a:pt x="15499" y="32248"/>
                  </a:cubicBezTo>
                  <a:lnTo>
                    <a:pt x="15532" y="32239"/>
                  </a:lnTo>
                  <a:cubicBezTo>
                    <a:pt x="15194" y="32172"/>
                    <a:pt x="14653" y="32087"/>
                    <a:pt x="14255" y="32028"/>
                  </a:cubicBezTo>
                  <a:cubicBezTo>
                    <a:pt x="14162" y="32070"/>
                    <a:pt x="13950" y="32062"/>
                    <a:pt x="13764" y="32087"/>
                  </a:cubicBezTo>
                  <a:cubicBezTo>
                    <a:pt x="13173" y="31969"/>
                    <a:pt x="12565" y="31834"/>
                    <a:pt x="11957" y="31665"/>
                  </a:cubicBezTo>
                  <a:lnTo>
                    <a:pt x="11957" y="31665"/>
                  </a:lnTo>
                  <a:cubicBezTo>
                    <a:pt x="11960" y="31675"/>
                    <a:pt x="11948" y="31681"/>
                    <a:pt x="11920" y="31681"/>
                  </a:cubicBezTo>
                  <a:cubicBezTo>
                    <a:pt x="11743" y="31630"/>
                    <a:pt x="11421" y="31546"/>
                    <a:pt x="11438" y="31520"/>
                  </a:cubicBezTo>
                  <a:cubicBezTo>
                    <a:pt x="11276" y="31506"/>
                    <a:pt x="10887" y="31405"/>
                    <a:pt x="10808" y="31405"/>
                  </a:cubicBezTo>
                  <a:cubicBezTo>
                    <a:pt x="10792" y="31405"/>
                    <a:pt x="10789" y="31409"/>
                    <a:pt x="10804" y="31419"/>
                  </a:cubicBezTo>
                  <a:lnTo>
                    <a:pt x="10736" y="31402"/>
                  </a:lnTo>
                  <a:cubicBezTo>
                    <a:pt x="10524" y="31292"/>
                    <a:pt x="10203" y="31165"/>
                    <a:pt x="9628" y="30937"/>
                  </a:cubicBezTo>
                  <a:cubicBezTo>
                    <a:pt x="9572" y="30917"/>
                    <a:pt x="9538" y="30908"/>
                    <a:pt x="9521" y="30908"/>
                  </a:cubicBezTo>
                  <a:cubicBezTo>
                    <a:pt x="9501" y="30908"/>
                    <a:pt x="9500" y="30919"/>
                    <a:pt x="9509" y="30937"/>
                  </a:cubicBezTo>
                  <a:cubicBezTo>
                    <a:pt x="9391" y="30886"/>
                    <a:pt x="9272" y="30827"/>
                    <a:pt x="9162" y="30776"/>
                  </a:cubicBezTo>
                  <a:lnTo>
                    <a:pt x="9162" y="30776"/>
                  </a:lnTo>
                  <a:cubicBezTo>
                    <a:pt x="9269" y="30809"/>
                    <a:pt x="9375" y="30841"/>
                    <a:pt x="9473" y="30881"/>
                  </a:cubicBezTo>
                  <a:lnTo>
                    <a:pt x="9473" y="30881"/>
                  </a:lnTo>
                  <a:cubicBezTo>
                    <a:pt x="9333" y="30823"/>
                    <a:pt x="9184" y="30757"/>
                    <a:pt x="9044" y="30691"/>
                  </a:cubicBezTo>
                  <a:cubicBezTo>
                    <a:pt x="8900" y="30624"/>
                    <a:pt x="8748" y="30556"/>
                    <a:pt x="8604" y="30488"/>
                  </a:cubicBezTo>
                  <a:lnTo>
                    <a:pt x="8604" y="30488"/>
                  </a:lnTo>
                  <a:lnTo>
                    <a:pt x="8680" y="30505"/>
                  </a:lnTo>
                  <a:lnTo>
                    <a:pt x="8325" y="30361"/>
                  </a:lnTo>
                  <a:lnTo>
                    <a:pt x="8325" y="30361"/>
                  </a:lnTo>
                  <a:cubicBezTo>
                    <a:pt x="8523" y="30444"/>
                    <a:pt x="8808" y="30590"/>
                    <a:pt x="8745" y="30590"/>
                  </a:cubicBezTo>
                  <a:cubicBezTo>
                    <a:pt x="8744" y="30590"/>
                    <a:pt x="8742" y="30590"/>
                    <a:pt x="8740" y="30590"/>
                  </a:cubicBezTo>
                  <a:cubicBezTo>
                    <a:pt x="8536" y="30505"/>
                    <a:pt x="8384" y="30429"/>
                    <a:pt x="8240" y="30353"/>
                  </a:cubicBezTo>
                  <a:cubicBezTo>
                    <a:pt x="8097" y="30285"/>
                    <a:pt x="7961" y="30218"/>
                    <a:pt x="7792" y="30141"/>
                  </a:cubicBezTo>
                  <a:cubicBezTo>
                    <a:pt x="7813" y="30107"/>
                    <a:pt x="7750" y="30056"/>
                    <a:pt x="7788" y="30056"/>
                  </a:cubicBezTo>
                  <a:cubicBezTo>
                    <a:pt x="7797" y="30056"/>
                    <a:pt x="7812" y="30059"/>
                    <a:pt x="7834" y="30065"/>
                  </a:cubicBezTo>
                  <a:lnTo>
                    <a:pt x="7868" y="30091"/>
                  </a:lnTo>
                  <a:cubicBezTo>
                    <a:pt x="8004" y="30133"/>
                    <a:pt x="8274" y="30243"/>
                    <a:pt x="8477" y="30336"/>
                  </a:cubicBezTo>
                  <a:cubicBezTo>
                    <a:pt x="7784" y="29955"/>
                    <a:pt x="7953" y="30065"/>
                    <a:pt x="7361" y="29710"/>
                  </a:cubicBezTo>
                  <a:cubicBezTo>
                    <a:pt x="7357" y="29705"/>
                    <a:pt x="7358" y="29703"/>
                    <a:pt x="7362" y="29703"/>
                  </a:cubicBezTo>
                  <a:cubicBezTo>
                    <a:pt x="7404" y="29703"/>
                    <a:pt x="7793" y="29921"/>
                    <a:pt x="7811" y="29921"/>
                  </a:cubicBezTo>
                  <a:cubicBezTo>
                    <a:pt x="7814" y="29921"/>
                    <a:pt x="7808" y="29916"/>
                    <a:pt x="7792" y="29905"/>
                  </a:cubicBezTo>
                  <a:lnTo>
                    <a:pt x="7792" y="29905"/>
                  </a:lnTo>
                  <a:lnTo>
                    <a:pt x="7936" y="29989"/>
                  </a:lnTo>
                  <a:lnTo>
                    <a:pt x="8080" y="30065"/>
                  </a:lnTo>
                  <a:lnTo>
                    <a:pt x="8367" y="30226"/>
                  </a:lnTo>
                  <a:cubicBezTo>
                    <a:pt x="8308" y="30201"/>
                    <a:pt x="8257" y="30175"/>
                    <a:pt x="8198" y="30158"/>
                  </a:cubicBezTo>
                  <a:lnTo>
                    <a:pt x="8198" y="30158"/>
                  </a:lnTo>
                  <a:lnTo>
                    <a:pt x="8672" y="30378"/>
                  </a:lnTo>
                  <a:cubicBezTo>
                    <a:pt x="8799" y="30446"/>
                    <a:pt x="8934" y="30497"/>
                    <a:pt x="9069" y="30539"/>
                  </a:cubicBezTo>
                  <a:cubicBezTo>
                    <a:pt x="9109" y="30560"/>
                    <a:pt x="9119" y="30567"/>
                    <a:pt x="9113" y="30567"/>
                  </a:cubicBezTo>
                  <a:cubicBezTo>
                    <a:pt x="9094" y="30567"/>
                    <a:pt x="8921" y="30498"/>
                    <a:pt x="8915" y="30498"/>
                  </a:cubicBezTo>
                  <a:lnTo>
                    <a:pt x="8915" y="30498"/>
                  </a:lnTo>
                  <a:cubicBezTo>
                    <a:pt x="8914" y="30498"/>
                    <a:pt x="8928" y="30505"/>
                    <a:pt x="8968" y="30522"/>
                  </a:cubicBezTo>
                  <a:cubicBezTo>
                    <a:pt x="8816" y="30463"/>
                    <a:pt x="8655" y="30412"/>
                    <a:pt x="8494" y="30370"/>
                  </a:cubicBezTo>
                  <a:lnTo>
                    <a:pt x="8494" y="30370"/>
                  </a:lnTo>
                  <a:cubicBezTo>
                    <a:pt x="8959" y="30607"/>
                    <a:pt x="8773" y="30463"/>
                    <a:pt x="9179" y="30632"/>
                  </a:cubicBezTo>
                  <a:cubicBezTo>
                    <a:pt x="9281" y="30691"/>
                    <a:pt x="9374" y="30734"/>
                    <a:pt x="9475" y="30784"/>
                  </a:cubicBezTo>
                  <a:cubicBezTo>
                    <a:pt x="9519" y="30800"/>
                    <a:pt x="9539" y="30806"/>
                    <a:pt x="9545" y="30806"/>
                  </a:cubicBezTo>
                  <a:cubicBezTo>
                    <a:pt x="9564" y="30806"/>
                    <a:pt x="9423" y="30740"/>
                    <a:pt x="9416" y="30734"/>
                  </a:cubicBezTo>
                  <a:lnTo>
                    <a:pt x="9416" y="30734"/>
                  </a:lnTo>
                  <a:cubicBezTo>
                    <a:pt x="9645" y="30818"/>
                    <a:pt x="9721" y="30869"/>
                    <a:pt x="9890" y="30937"/>
                  </a:cubicBezTo>
                  <a:cubicBezTo>
                    <a:pt x="9839" y="30911"/>
                    <a:pt x="9729" y="30861"/>
                    <a:pt x="9763" y="30861"/>
                  </a:cubicBezTo>
                  <a:lnTo>
                    <a:pt x="9763" y="30861"/>
                  </a:lnTo>
                  <a:cubicBezTo>
                    <a:pt x="10040" y="30986"/>
                    <a:pt x="10317" y="31079"/>
                    <a:pt x="10578" y="31196"/>
                  </a:cubicBezTo>
                  <a:lnTo>
                    <a:pt x="10578" y="31196"/>
                  </a:lnTo>
                  <a:cubicBezTo>
                    <a:pt x="10542" y="31180"/>
                    <a:pt x="10538" y="31173"/>
                    <a:pt x="10554" y="31173"/>
                  </a:cubicBezTo>
                  <a:cubicBezTo>
                    <a:pt x="10587" y="31173"/>
                    <a:pt x="10705" y="31201"/>
                    <a:pt x="10802" y="31225"/>
                  </a:cubicBezTo>
                  <a:lnTo>
                    <a:pt x="10802" y="31225"/>
                  </a:lnTo>
                  <a:cubicBezTo>
                    <a:pt x="10692" y="31242"/>
                    <a:pt x="11315" y="31412"/>
                    <a:pt x="11463" y="31470"/>
                  </a:cubicBezTo>
                  <a:cubicBezTo>
                    <a:pt x="11319" y="31440"/>
                    <a:pt x="11175" y="31388"/>
                    <a:pt x="11161" y="31388"/>
                  </a:cubicBezTo>
                  <a:lnTo>
                    <a:pt x="11161" y="31388"/>
                  </a:lnTo>
                  <a:cubicBezTo>
                    <a:pt x="11155" y="31388"/>
                    <a:pt x="11172" y="31397"/>
                    <a:pt x="11218" y="31419"/>
                  </a:cubicBezTo>
                  <a:cubicBezTo>
                    <a:pt x="10761" y="31300"/>
                    <a:pt x="10956" y="31300"/>
                    <a:pt x="10575" y="31207"/>
                  </a:cubicBezTo>
                  <a:lnTo>
                    <a:pt x="10575" y="31207"/>
                  </a:lnTo>
                  <a:cubicBezTo>
                    <a:pt x="10651" y="31233"/>
                    <a:pt x="10719" y="31267"/>
                    <a:pt x="10787" y="31292"/>
                  </a:cubicBezTo>
                  <a:cubicBezTo>
                    <a:pt x="10617" y="31258"/>
                    <a:pt x="10338" y="31148"/>
                    <a:pt x="10169" y="31106"/>
                  </a:cubicBezTo>
                  <a:lnTo>
                    <a:pt x="10169" y="31106"/>
                  </a:lnTo>
                  <a:cubicBezTo>
                    <a:pt x="10127" y="31131"/>
                    <a:pt x="10448" y="31207"/>
                    <a:pt x="10761" y="31317"/>
                  </a:cubicBezTo>
                  <a:cubicBezTo>
                    <a:pt x="10711" y="31317"/>
                    <a:pt x="10660" y="31309"/>
                    <a:pt x="10609" y="31300"/>
                  </a:cubicBezTo>
                  <a:lnTo>
                    <a:pt x="10609" y="31300"/>
                  </a:lnTo>
                  <a:cubicBezTo>
                    <a:pt x="10829" y="31360"/>
                    <a:pt x="11049" y="31419"/>
                    <a:pt x="11269" y="31470"/>
                  </a:cubicBezTo>
                  <a:cubicBezTo>
                    <a:pt x="11303" y="31472"/>
                    <a:pt x="11326" y="31473"/>
                    <a:pt x="11343" y="31473"/>
                  </a:cubicBezTo>
                  <a:cubicBezTo>
                    <a:pt x="11378" y="31473"/>
                    <a:pt x="11388" y="31470"/>
                    <a:pt x="11409" y="31470"/>
                  </a:cubicBezTo>
                  <a:cubicBezTo>
                    <a:pt x="11442" y="31470"/>
                    <a:pt x="11501" y="31478"/>
                    <a:pt x="11709" y="31520"/>
                  </a:cubicBezTo>
                  <a:cubicBezTo>
                    <a:pt x="11849" y="31581"/>
                    <a:pt x="11949" y="31638"/>
                    <a:pt x="11957" y="31664"/>
                  </a:cubicBezTo>
                  <a:lnTo>
                    <a:pt x="11957" y="31664"/>
                  </a:lnTo>
                  <a:cubicBezTo>
                    <a:pt x="11956" y="31664"/>
                    <a:pt x="11955" y="31664"/>
                    <a:pt x="11954" y="31664"/>
                  </a:cubicBezTo>
                  <a:lnTo>
                    <a:pt x="11954" y="31664"/>
                  </a:lnTo>
                  <a:cubicBezTo>
                    <a:pt x="11955" y="31664"/>
                    <a:pt x="11956" y="31665"/>
                    <a:pt x="11957" y="31665"/>
                  </a:cubicBezTo>
                  <a:lnTo>
                    <a:pt x="11957" y="31665"/>
                  </a:lnTo>
                  <a:cubicBezTo>
                    <a:pt x="11957" y="31665"/>
                    <a:pt x="11957" y="31665"/>
                    <a:pt x="11957" y="31664"/>
                  </a:cubicBezTo>
                  <a:lnTo>
                    <a:pt x="11957" y="31664"/>
                  </a:lnTo>
                  <a:cubicBezTo>
                    <a:pt x="12111" y="31682"/>
                    <a:pt x="12498" y="31766"/>
                    <a:pt x="12927" y="31859"/>
                  </a:cubicBezTo>
                  <a:lnTo>
                    <a:pt x="12732" y="31833"/>
                  </a:lnTo>
                  <a:lnTo>
                    <a:pt x="12732" y="31833"/>
                  </a:lnTo>
                  <a:cubicBezTo>
                    <a:pt x="12944" y="31884"/>
                    <a:pt x="13147" y="31918"/>
                    <a:pt x="13358" y="31943"/>
                  </a:cubicBezTo>
                  <a:cubicBezTo>
                    <a:pt x="13341" y="31943"/>
                    <a:pt x="13367" y="31952"/>
                    <a:pt x="13426" y="31969"/>
                  </a:cubicBezTo>
                  <a:cubicBezTo>
                    <a:pt x="13584" y="31999"/>
                    <a:pt x="13706" y="32014"/>
                    <a:pt x="13765" y="32014"/>
                  </a:cubicBezTo>
                  <a:cubicBezTo>
                    <a:pt x="13820" y="32014"/>
                    <a:pt x="13821" y="32002"/>
                    <a:pt x="13747" y="31977"/>
                  </a:cubicBezTo>
                  <a:lnTo>
                    <a:pt x="13637" y="31969"/>
                  </a:lnTo>
                  <a:lnTo>
                    <a:pt x="13426" y="31893"/>
                  </a:lnTo>
                  <a:cubicBezTo>
                    <a:pt x="13417" y="31897"/>
                    <a:pt x="13401" y="31899"/>
                    <a:pt x="13380" y="31899"/>
                  </a:cubicBezTo>
                  <a:cubicBezTo>
                    <a:pt x="13208" y="31899"/>
                    <a:pt x="12678" y="31759"/>
                    <a:pt x="12369" y="31706"/>
                  </a:cubicBezTo>
                  <a:lnTo>
                    <a:pt x="12369" y="31706"/>
                  </a:lnTo>
                  <a:cubicBezTo>
                    <a:pt x="12622" y="31723"/>
                    <a:pt x="12876" y="31766"/>
                    <a:pt x="13121" y="31842"/>
                  </a:cubicBezTo>
                  <a:lnTo>
                    <a:pt x="13096" y="31808"/>
                  </a:lnTo>
                  <a:lnTo>
                    <a:pt x="13096" y="31808"/>
                  </a:lnTo>
                  <a:cubicBezTo>
                    <a:pt x="13299" y="31859"/>
                    <a:pt x="13511" y="31901"/>
                    <a:pt x="13722" y="31935"/>
                  </a:cubicBezTo>
                  <a:lnTo>
                    <a:pt x="13409" y="31876"/>
                  </a:lnTo>
                  <a:lnTo>
                    <a:pt x="13418" y="31859"/>
                  </a:lnTo>
                  <a:cubicBezTo>
                    <a:pt x="13198" y="31825"/>
                    <a:pt x="12918" y="31783"/>
                    <a:pt x="12724" y="31723"/>
                  </a:cubicBezTo>
                  <a:cubicBezTo>
                    <a:pt x="12445" y="31690"/>
                    <a:pt x="12174" y="31639"/>
                    <a:pt x="11903" y="31554"/>
                  </a:cubicBezTo>
                  <a:lnTo>
                    <a:pt x="11920" y="31554"/>
                  </a:lnTo>
                  <a:cubicBezTo>
                    <a:pt x="11620" y="31531"/>
                    <a:pt x="11146" y="31326"/>
                    <a:pt x="10884" y="31245"/>
                  </a:cubicBezTo>
                  <a:lnTo>
                    <a:pt x="10884" y="31245"/>
                  </a:lnTo>
                  <a:cubicBezTo>
                    <a:pt x="10710" y="31178"/>
                    <a:pt x="10537" y="31096"/>
                    <a:pt x="10364" y="31030"/>
                  </a:cubicBezTo>
                  <a:cubicBezTo>
                    <a:pt x="10008" y="30911"/>
                    <a:pt x="9738" y="30801"/>
                    <a:pt x="9450" y="30683"/>
                  </a:cubicBezTo>
                  <a:cubicBezTo>
                    <a:pt x="9315" y="30632"/>
                    <a:pt x="9171" y="30564"/>
                    <a:pt x="9019" y="30505"/>
                  </a:cubicBezTo>
                  <a:cubicBezTo>
                    <a:pt x="8866" y="30438"/>
                    <a:pt x="8706" y="30361"/>
                    <a:pt x="8528" y="30285"/>
                  </a:cubicBezTo>
                  <a:lnTo>
                    <a:pt x="8579" y="30285"/>
                  </a:lnTo>
                  <a:cubicBezTo>
                    <a:pt x="8435" y="30218"/>
                    <a:pt x="8325" y="30150"/>
                    <a:pt x="8223" y="30099"/>
                  </a:cubicBezTo>
                  <a:cubicBezTo>
                    <a:pt x="8122" y="30040"/>
                    <a:pt x="8037" y="29998"/>
                    <a:pt x="7961" y="29964"/>
                  </a:cubicBezTo>
                  <a:cubicBezTo>
                    <a:pt x="7809" y="29879"/>
                    <a:pt x="7691" y="29828"/>
                    <a:pt x="7589" y="29778"/>
                  </a:cubicBezTo>
                  <a:lnTo>
                    <a:pt x="7420" y="29710"/>
                  </a:lnTo>
                  <a:cubicBezTo>
                    <a:pt x="7369" y="29685"/>
                    <a:pt x="7310" y="29651"/>
                    <a:pt x="7242" y="29617"/>
                  </a:cubicBezTo>
                  <a:cubicBezTo>
                    <a:pt x="7065" y="29524"/>
                    <a:pt x="6895" y="29414"/>
                    <a:pt x="6735" y="29296"/>
                  </a:cubicBezTo>
                  <a:cubicBezTo>
                    <a:pt x="6735" y="29253"/>
                    <a:pt x="6329" y="29016"/>
                    <a:pt x="6388" y="29008"/>
                  </a:cubicBezTo>
                  <a:lnTo>
                    <a:pt x="6388" y="29008"/>
                  </a:lnTo>
                  <a:cubicBezTo>
                    <a:pt x="6521" y="29110"/>
                    <a:pt x="6573" y="29145"/>
                    <a:pt x="6582" y="29145"/>
                  </a:cubicBezTo>
                  <a:cubicBezTo>
                    <a:pt x="6590" y="29145"/>
                    <a:pt x="6564" y="29116"/>
                    <a:pt x="6532" y="29084"/>
                  </a:cubicBezTo>
                  <a:cubicBezTo>
                    <a:pt x="6337" y="28974"/>
                    <a:pt x="6159" y="28847"/>
                    <a:pt x="5990" y="28695"/>
                  </a:cubicBezTo>
                  <a:lnTo>
                    <a:pt x="5990" y="28695"/>
                  </a:lnTo>
                  <a:cubicBezTo>
                    <a:pt x="6008" y="28705"/>
                    <a:pt x="6018" y="28709"/>
                    <a:pt x="6022" y="28709"/>
                  </a:cubicBezTo>
                  <a:cubicBezTo>
                    <a:pt x="6038" y="28709"/>
                    <a:pt x="5998" y="28666"/>
                    <a:pt x="6010" y="28666"/>
                  </a:cubicBezTo>
                  <a:lnTo>
                    <a:pt x="6010" y="28666"/>
                  </a:lnTo>
                  <a:cubicBezTo>
                    <a:pt x="6017" y="28666"/>
                    <a:pt x="6041" y="28681"/>
                    <a:pt x="6105" y="28728"/>
                  </a:cubicBezTo>
                  <a:lnTo>
                    <a:pt x="6105" y="28728"/>
                  </a:lnTo>
                  <a:cubicBezTo>
                    <a:pt x="5935" y="28599"/>
                    <a:pt x="5811" y="28484"/>
                    <a:pt x="5694" y="28390"/>
                  </a:cubicBezTo>
                  <a:cubicBezTo>
                    <a:pt x="5576" y="28289"/>
                    <a:pt x="5474" y="28213"/>
                    <a:pt x="5373" y="28137"/>
                  </a:cubicBezTo>
                  <a:cubicBezTo>
                    <a:pt x="5068" y="27883"/>
                    <a:pt x="5026" y="27832"/>
                    <a:pt x="5000" y="27781"/>
                  </a:cubicBezTo>
                  <a:cubicBezTo>
                    <a:pt x="4975" y="27731"/>
                    <a:pt x="4933" y="27680"/>
                    <a:pt x="4654" y="27401"/>
                  </a:cubicBezTo>
                  <a:lnTo>
                    <a:pt x="4654" y="27401"/>
                  </a:lnTo>
                  <a:cubicBezTo>
                    <a:pt x="4687" y="27426"/>
                    <a:pt x="4713" y="27451"/>
                    <a:pt x="4747" y="27477"/>
                  </a:cubicBezTo>
                  <a:lnTo>
                    <a:pt x="4408" y="27121"/>
                  </a:lnTo>
                  <a:lnTo>
                    <a:pt x="4510" y="27248"/>
                  </a:lnTo>
                  <a:lnTo>
                    <a:pt x="4510" y="27248"/>
                  </a:lnTo>
                  <a:lnTo>
                    <a:pt x="4298" y="27045"/>
                  </a:lnTo>
                  <a:lnTo>
                    <a:pt x="4104" y="26834"/>
                  </a:lnTo>
                  <a:cubicBezTo>
                    <a:pt x="4043" y="26771"/>
                    <a:pt x="4017" y="26748"/>
                    <a:pt x="4012" y="26748"/>
                  </a:cubicBezTo>
                  <a:lnTo>
                    <a:pt x="4012" y="26748"/>
                  </a:lnTo>
                  <a:cubicBezTo>
                    <a:pt x="3996" y="26748"/>
                    <a:pt x="4155" y="26945"/>
                    <a:pt x="4141" y="26945"/>
                  </a:cubicBezTo>
                  <a:cubicBezTo>
                    <a:pt x="4140" y="26945"/>
                    <a:pt x="4139" y="26945"/>
                    <a:pt x="4138" y="26944"/>
                  </a:cubicBezTo>
                  <a:lnTo>
                    <a:pt x="4138" y="26944"/>
                  </a:lnTo>
                  <a:lnTo>
                    <a:pt x="4239" y="27011"/>
                  </a:lnTo>
                  <a:cubicBezTo>
                    <a:pt x="4383" y="27198"/>
                    <a:pt x="4628" y="27426"/>
                    <a:pt x="4645" y="27477"/>
                  </a:cubicBezTo>
                  <a:cubicBezTo>
                    <a:pt x="4552" y="27358"/>
                    <a:pt x="4442" y="27257"/>
                    <a:pt x="4324" y="27172"/>
                  </a:cubicBezTo>
                  <a:lnTo>
                    <a:pt x="4324" y="27172"/>
                  </a:lnTo>
                  <a:lnTo>
                    <a:pt x="4577" y="27434"/>
                  </a:lnTo>
                  <a:lnTo>
                    <a:pt x="4637" y="27536"/>
                  </a:lnTo>
                  <a:cubicBezTo>
                    <a:pt x="4831" y="27747"/>
                    <a:pt x="5043" y="27950"/>
                    <a:pt x="5271" y="28128"/>
                  </a:cubicBezTo>
                  <a:cubicBezTo>
                    <a:pt x="5170" y="28018"/>
                    <a:pt x="5068" y="27976"/>
                    <a:pt x="4992" y="27874"/>
                  </a:cubicBezTo>
                  <a:lnTo>
                    <a:pt x="4992" y="27874"/>
                  </a:lnTo>
                  <a:cubicBezTo>
                    <a:pt x="5060" y="27925"/>
                    <a:pt x="5187" y="28018"/>
                    <a:pt x="5330" y="28145"/>
                  </a:cubicBezTo>
                  <a:cubicBezTo>
                    <a:pt x="5406" y="28204"/>
                    <a:pt x="5483" y="28280"/>
                    <a:pt x="5559" y="28348"/>
                  </a:cubicBezTo>
                  <a:lnTo>
                    <a:pt x="5813" y="28551"/>
                  </a:lnTo>
                  <a:cubicBezTo>
                    <a:pt x="5820" y="28566"/>
                    <a:pt x="5898" y="28632"/>
                    <a:pt x="5884" y="28632"/>
                  </a:cubicBezTo>
                  <a:cubicBezTo>
                    <a:pt x="5882" y="28632"/>
                    <a:pt x="5878" y="28631"/>
                    <a:pt x="5872" y="28627"/>
                  </a:cubicBezTo>
                  <a:cubicBezTo>
                    <a:pt x="5838" y="28602"/>
                    <a:pt x="5804" y="28568"/>
                    <a:pt x="5770" y="28543"/>
                  </a:cubicBezTo>
                  <a:lnTo>
                    <a:pt x="5770" y="28543"/>
                  </a:lnTo>
                  <a:cubicBezTo>
                    <a:pt x="5772" y="28546"/>
                    <a:pt x="5771" y="28548"/>
                    <a:pt x="5769" y="28548"/>
                  </a:cubicBezTo>
                  <a:cubicBezTo>
                    <a:pt x="5761" y="28548"/>
                    <a:pt x="5734" y="28531"/>
                    <a:pt x="5727" y="28531"/>
                  </a:cubicBezTo>
                  <a:lnTo>
                    <a:pt x="5727" y="28531"/>
                  </a:lnTo>
                  <a:cubicBezTo>
                    <a:pt x="5718" y="28531"/>
                    <a:pt x="5746" y="28561"/>
                    <a:pt x="5906" y="28703"/>
                  </a:cubicBezTo>
                  <a:cubicBezTo>
                    <a:pt x="5774" y="28629"/>
                    <a:pt x="5529" y="28466"/>
                    <a:pt x="5517" y="28466"/>
                  </a:cubicBezTo>
                  <a:cubicBezTo>
                    <a:pt x="5517" y="28466"/>
                    <a:pt x="5516" y="28466"/>
                    <a:pt x="5516" y="28467"/>
                  </a:cubicBezTo>
                  <a:cubicBezTo>
                    <a:pt x="5423" y="28390"/>
                    <a:pt x="5313" y="28297"/>
                    <a:pt x="5212" y="28196"/>
                  </a:cubicBezTo>
                  <a:cubicBezTo>
                    <a:pt x="5110" y="28103"/>
                    <a:pt x="5009" y="28018"/>
                    <a:pt x="4941" y="27942"/>
                  </a:cubicBezTo>
                  <a:lnTo>
                    <a:pt x="4941" y="27942"/>
                  </a:lnTo>
                  <a:lnTo>
                    <a:pt x="4958" y="27950"/>
                  </a:lnTo>
                  <a:cubicBezTo>
                    <a:pt x="4882" y="27874"/>
                    <a:pt x="4772" y="27756"/>
                    <a:pt x="4662" y="27663"/>
                  </a:cubicBezTo>
                  <a:cubicBezTo>
                    <a:pt x="4594" y="27595"/>
                    <a:pt x="4535" y="27528"/>
                    <a:pt x="4484" y="27451"/>
                  </a:cubicBezTo>
                  <a:cubicBezTo>
                    <a:pt x="4422" y="27389"/>
                    <a:pt x="4287" y="27250"/>
                    <a:pt x="4277" y="27250"/>
                  </a:cubicBezTo>
                  <a:lnTo>
                    <a:pt x="4277" y="27250"/>
                  </a:lnTo>
                  <a:cubicBezTo>
                    <a:pt x="4272" y="27250"/>
                    <a:pt x="4297" y="27283"/>
                    <a:pt x="4374" y="27375"/>
                  </a:cubicBezTo>
                  <a:lnTo>
                    <a:pt x="4163" y="27164"/>
                  </a:lnTo>
                  <a:lnTo>
                    <a:pt x="3968" y="26935"/>
                  </a:lnTo>
                  <a:lnTo>
                    <a:pt x="3968" y="26935"/>
                  </a:lnTo>
                  <a:cubicBezTo>
                    <a:pt x="3974" y="26938"/>
                    <a:pt x="3977" y="26940"/>
                    <a:pt x="3980" y="26940"/>
                  </a:cubicBezTo>
                  <a:cubicBezTo>
                    <a:pt x="4009" y="26940"/>
                    <a:pt x="3900" y="26786"/>
                    <a:pt x="3921" y="26786"/>
                  </a:cubicBezTo>
                  <a:lnTo>
                    <a:pt x="3921" y="26786"/>
                  </a:lnTo>
                  <a:cubicBezTo>
                    <a:pt x="3933" y="26786"/>
                    <a:pt x="3984" y="26833"/>
                    <a:pt x="4121" y="26978"/>
                  </a:cubicBezTo>
                  <a:lnTo>
                    <a:pt x="4011" y="26851"/>
                  </a:lnTo>
                  <a:cubicBezTo>
                    <a:pt x="3973" y="26808"/>
                    <a:pt x="3925" y="26755"/>
                    <a:pt x="3872" y="26693"/>
                  </a:cubicBezTo>
                  <a:lnTo>
                    <a:pt x="3872" y="26693"/>
                  </a:lnTo>
                  <a:cubicBezTo>
                    <a:pt x="3894" y="26712"/>
                    <a:pt x="3907" y="26721"/>
                    <a:pt x="3912" y="26721"/>
                  </a:cubicBezTo>
                  <a:cubicBezTo>
                    <a:pt x="3921" y="26721"/>
                    <a:pt x="3906" y="26693"/>
                    <a:pt x="3875" y="26648"/>
                  </a:cubicBezTo>
                  <a:cubicBezTo>
                    <a:pt x="3825" y="26572"/>
                    <a:pt x="3732" y="26445"/>
                    <a:pt x="3630" y="26318"/>
                  </a:cubicBezTo>
                  <a:lnTo>
                    <a:pt x="3562" y="26276"/>
                  </a:lnTo>
                  <a:cubicBezTo>
                    <a:pt x="3486" y="26157"/>
                    <a:pt x="3427" y="26064"/>
                    <a:pt x="3359" y="25954"/>
                  </a:cubicBezTo>
                  <a:cubicBezTo>
                    <a:pt x="3300" y="25853"/>
                    <a:pt x="3216" y="25743"/>
                    <a:pt x="3114" y="25590"/>
                  </a:cubicBezTo>
                  <a:lnTo>
                    <a:pt x="2835" y="25252"/>
                  </a:lnTo>
                  <a:lnTo>
                    <a:pt x="2564" y="24897"/>
                  </a:lnTo>
                  <a:cubicBezTo>
                    <a:pt x="2522" y="24829"/>
                    <a:pt x="2471" y="24753"/>
                    <a:pt x="2429" y="24677"/>
                  </a:cubicBezTo>
                  <a:cubicBezTo>
                    <a:pt x="2393" y="24583"/>
                    <a:pt x="2246" y="24330"/>
                    <a:pt x="2266" y="24330"/>
                  </a:cubicBezTo>
                  <a:lnTo>
                    <a:pt x="2266" y="24330"/>
                  </a:lnTo>
                  <a:cubicBezTo>
                    <a:pt x="2270" y="24330"/>
                    <a:pt x="2278" y="24338"/>
                    <a:pt x="2293" y="24355"/>
                  </a:cubicBezTo>
                  <a:cubicBezTo>
                    <a:pt x="2292" y="24351"/>
                    <a:pt x="2293" y="24349"/>
                    <a:pt x="2294" y="24349"/>
                  </a:cubicBezTo>
                  <a:cubicBezTo>
                    <a:pt x="2302" y="24349"/>
                    <a:pt x="2362" y="24449"/>
                    <a:pt x="2429" y="24575"/>
                  </a:cubicBezTo>
                  <a:cubicBezTo>
                    <a:pt x="2431" y="24583"/>
                    <a:pt x="2432" y="24585"/>
                    <a:pt x="2431" y="24585"/>
                  </a:cubicBezTo>
                  <a:cubicBezTo>
                    <a:pt x="2430" y="24585"/>
                    <a:pt x="2428" y="24582"/>
                    <a:pt x="2427" y="24582"/>
                  </a:cubicBezTo>
                  <a:lnTo>
                    <a:pt x="2427" y="24582"/>
                  </a:lnTo>
                  <a:cubicBezTo>
                    <a:pt x="2426" y="24582"/>
                    <a:pt x="2426" y="24584"/>
                    <a:pt x="2429" y="24592"/>
                  </a:cubicBezTo>
                  <a:cubicBezTo>
                    <a:pt x="2440" y="24603"/>
                    <a:pt x="2450" y="24611"/>
                    <a:pt x="2456" y="24611"/>
                  </a:cubicBezTo>
                  <a:cubicBezTo>
                    <a:pt x="2468" y="24611"/>
                    <a:pt x="2464" y="24575"/>
                    <a:pt x="2412" y="24448"/>
                  </a:cubicBezTo>
                  <a:lnTo>
                    <a:pt x="2412" y="24448"/>
                  </a:lnTo>
                  <a:cubicBezTo>
                    <a:pt x="2448" y="24526"/>
                    <a:pt x="2492" y="24604"/>
                    <a:pt x="2539" y="24682"/>
                  </a:cubicBezTo>
                  <a:lnTo>
                    <a:pt x="2539" y="24682"/>
                  </a:lnTo>
                  <a:cubicBezTo>
                    <a:pt x="2523" y="24651"/>
                    <a:pt x="2509" y="24621"/>
                    <a:pt x="2496" y="24592"/>
                  </a:cubicBezTo>
                  <a:lnTo>
                    <a:pt x="2496" y="24592"/>
                  </a:lnTo>
                  <a:cubicBezTo>
                    <a:pt x="2564" y="24727"/>
                    <a:pt x="2683" y="24888"/>
                    <a:pt x="2776" y="25015"/>
                  </a:cubicBezTo>
                  <a:cubicBezTo>
                    <a:pt x="2856" y="25144"/>
                    <a:pt x="2929" y="25227"/>
                    <a:pt x="2943" y="25227"/>
                  </a:cubicBezTo>
                  <a:cubicBezTo>
                    <a:pt x="2944" y="25227"/>
                    <a:pt x="2944" y="25227"/>
                    <a:pt x="2945" y="25227"/>
                  </a:cubicBezTo>
                  <a:cubicBezTo>
                    <a:pt x="2869" y="25167"/>
                    <a:pt x="2793" y="24973"/>
                    <a:pt x="2716" y="24829"/>
                  </a:cubicBezTo>
                  <a:lnTo>
                    <a:pt x="2716" y="24829"/>
                  </a:lnTo>
                  <a:cubicBezTo>
                    <a:pt x="2766" y="24909"/>
                    <a:pt x="2865" y="25048"/>
                    <a:pt x="2872" y="25048"/>
                  </a:cubicBezTo>
                  <a:cubicBezTo>
                    <a:pt x="2874" y="25048"/>
                    <a:pt x="2865" y="25029"/>
                    <a:pt x="2835" y="24981"/>
                  </a:cubicBezTo>
                  <a:cubicBezTo>
                    <a:pt x="2797" y="24938"/>
                    <a:pt x="2622" y="24669"/>
                    <a:pt x="2611" y="24669"/>
                  </a:cubicBezTo>
                  <a:lnTo>
                    <a:pt x="2611" y="24669"/>
                  </a:lnTo>
                  <a:cubicBezTo>
                    <a:pt x="2606" y="24669"/>
                    <a:pt x="2623" y="24704"/>
                    <a:pt x="2674" y="24795"/>
                  </a:cubicBezTo>
                  <a:cubicBezTo>
                    <a:pt x="2564" y="24634"/>
                    <a:pt x="2463" y="24465"/>
                    <a:pt x="2370" y="24288"/>
                  </a:cubicBezTo>
                  <a:lnTo>
                    <a:pt x="2370" y="24288"/>
                  </a:lnTo>
                  <a:cubicBezTo>
                    <a:pt x="2424" y="24377"/>
                    <a:pt x="2441" y="24397"/>
                    <a:pt x="2448" y="24397"/>
                  </a:cubicBezTo>
                  <a:cubicBezTo>
                    <a:pt x="2454" y="24397"/>
                    <a:pt x="2454" y="24385"/>
                    <a:pt x="2461" y="24385"/>
                  </a:cubicBezTo>
                  <a:cubicBezTo>
                    <a:pt x="2465" y="24385"/>
                    <a:pt x="2470" y="24388"/>
                    <a:pt x="2480" y="24398"/>
                  </a:cubicBezTo>
                  <a:cubicBezTo>
                    <a:pt x="2361" y="24228"/>
                    <a:pt x="2344" y="24245"/>
                    <a:pt x="2319" y="24220"/>
                  </a:cubicBezTo>
                  <a:cubicBezTo>
                    <a:pt x="2300" y="24178"/>
                    <a:pt x="2282" y="24138"/>
                    <a:pt x="2265" y="24100"/>
                  </a:cubicBezTo>
                  <a:lnTo>
                    <a:pt x="2265" y="24100"/>
                  </a:lnTo>
                  <a:cubicBezTo>
                    <a:pt x="2269" y="24106"/>
                    <a:pt x="2273" y="24112"/>
                    <a:pt x="2277" y="24118"/>
                  </a:cubicBezTo>
                  <a:cubicBezTo>
                    <a:pt x="2243" y="24032"/>
                    <a:pt x="2192" y="23917"/>
                    <a:pt x="2133" y="23784"/>
                  </a:cubicBezTo>
                  <a:lnTo>
                    <a:pt x="2133" y="23784"/>
                  </a:lnTo>
                  <a:cubicBezTo>
                    <a:pt x="2172" y="23881"/>
                    <a:pt x="2215" y="23984"/>
                    <a:pt x="2265" y="24100"/>
                  </a:cubicBezTo>
                  <a:lnTo>
                    <a:pt x="2265" y="24100"/>
                  </a:lnTo>
                  <a:cubicBezTo>
                    <a:pt x="2013" y="23674"/>
                    <a:pt x="1699" y="22947"/>
                    <a:pt x="1557" y="22706"/>
                  </a:cubicBezTo>
                  <a:lnTo>
                    <a:pt x="1557" y="22706"/>
                  </a:lnTo>
                  <a:cubicBezTo>
                    <a:pt x="1591" y="22816"/>
                    <a:pt x="1735" y="23061"/>
                    <a:pt x="1760" y="23205"/>
                  </a:cubicBezTo>
                  <a:lnTo>
                    <a:pt x="1845" y="23323"/>
                  </a:lnTo>
                  <a:cubicBezTo>
                    <a:pt x="1879" y="23399"/>
                    <a:pt x="1947" y="23526"/>
                    <a:pt x="1997" y="23645"/>
                  </a:cubicBezTo>
                  <a:cubicBezTo>
                    <a:pt x="2040" y="23712"/>
                    <a:pt x="2073" y="23788"/>
                    <a:pt x="2099" y="23873"/>
                  </a:cubicBezTo>
                  <a:lnTo>
                    <a:pt x="1854" y="23433"/>
                  </a:lnTo>
                  <a:cubicBezTo>
                    <a:pt x="1786" y="23332"/>
                    <a:pt x="1744" y="23247"/>
                    <a:pt x="1684" y="23146"/>
                  </a:cubicBezTo>
                  <a:cubicBezTo>
                    <a:pt x="1676" y="23146"/>
                    <a:pt x="1659" y="23103"/>
                    <a:pt x="1634" y="23036"/>
                  </a:cubicBezTo>
                  <a:cubicBezTo>
                    <a:pt x="1574" y="22900"/>
                    <a:pt x="1490" y="22689"/>
                    <a:pt x="1431" y="22570"/>
                  </a:cubicBezTo>
                  <a:cubicBezTo>
                    <a:pt x="1409" y="22502"/>
                    <a:pt x="1407" y="22481"/>
                    <a:pt x="1413" y="22481"/>
                  </a:cubicBezTo>
                  <a:lnTo>
                    <a:pt x="1413" y="22481"/>
                  </a:lnTo>
                  <a:cubicBezTo>
                    <a:pt x="1421" y="22481"/>
                    <a:pt x="1443" y="22518"/>
                    <a:pt x="1448" y="22528"/>
                  </a:cubicBezTo>
                  <a:cubicBezTo>
                    <a:pt x="1363" y="22257"/>
                    <a:pt x="1261" y="22037"/>
                    <a:pt x="1177" y="21809"/>
                  </a:cubicBezTo>
                  <a:cubicBezTo>
                    <a:pt x="1135" y="21691"/>
                    <a:pt x="1084" y="21581"/>
                    <a:pt x="1041" y="21454"/>
                  </a:cubicBezTo>
                  <a:cubicBezTo>
                    <a:pt x="999" y="21335"/>
                    <a:pt x="965" y="21200"/>
                    <a:pt x="923" y="21056"/>
                  </a:cubicBezTo>
                  <a:cubicBezTo>
                    <a:pt x="923" y="20980"/>
                    <a:pt x="906" y="20904"/>
                    <a:pt x="889" y="20836"/>
                  </a:cubicBezTo>
                  <a:cubicBezTo>
                    <a:pt x="877" y="20761"/>
                    <a:pt x="864" y="20700"/>
                    <a:pt x="869" y="20700"/>
                  </a:cubicBezTo>
                  <a:lnTo>
                    <a:pt x="869" y="20700"/>
                  </a:lnTo>
                  <a:cubicBezTo>
                    <a:pt x="870" y="20700"/>
                    <a:pt x="874" y="20708"/>
                    <a:pt x="881" y="20726"/>
                  </a:cubicBezTo>
                  <a:cubicBezTo>
                    <a:pt x="838" y="20557"/>
                    <a:pt x="796" y="20430"/>
                    <a:pt x="762" y="20312"/>
                  </a:cubicBezTo>
                  <a:cubicBezTo>
                    <a:pt x="728" y="20193"/>
                    <a:pt x="703" y="20092"/>
                    <a:pt x="669" y="19982"/>
                  </a:cubicBezTo>
                  <a:cubicBezTo>
                    <a:pt x="661" y="19889"/>
                    <a:pt x="644" y="19804"/>
                    <a:pt x="627" y="19720"/>
                  </a:cubicBezTo>
                  <a:cubicBezTo>
                    <a:pt x="615" y="19649"/>
                    <a:pt x="607" y="19590"/>
                    <a:pt x="613" y="19590"/>
                  </a:cubicBezTo>
                  <a:lnTo>
                    <a:pt x="613" y="19590"/>
                  </a:lnTo>
                  <a:cubicBezTo>
                    <a:pt x="615" y="19590"/>
                    <a:pt x="619" y="19601"/>
                    <a:pt x="627" y="19626"/>
                  </a:cubicBezTo>
                  <a:lnTo>
                    <a:pt x="542" y="19313"/>
                  </a:lnTo>
                  <a:cubicBezTo>
                    <a:pt x="534" y="19254"/>
                    <a:pt x="525" y="19187"/>
                    <a:pt x="509" y="19110"/>
                  </a:cubicBezTo>
                  <a:lnTo>
                    <a:pt x="483" y="18882"/>
                  </a:lnTo>
                  <a:cubicBezTo>
                    <a:pt x="458" y="18772"/>
                    <a:pt x="449" y="18671"/>
                    <a:pt x="449" y="18561"/>
                  </a:cubicBezTo>
                  <a:cubicBezTo>
                    <a:pt x="416" y="18316"/>
                    <a:pt x="407" y="18492"/>
                    <a:pt x="390" y="18165"/>
                  </a:cubicBezTo>
                  <a:lnTo>
                    <a:pt x="390" y="18165"/>
                  </a:lnTo>
                  <a:cubicBezTo>
                    <a:pt x="390" y="18165"/>
                    <a:pt x="390" y="18165"/>
                    <a:pt x="390" y="18165"/>
                  </a:cubicBezTo>
                  <a:cubicBezTo>
                    <a:pt x="391" y="18165"/>
                    <a:pt x="393" y="18169"/>
                    <a:pt x="399" y="18214"/>
                  </a:cubicBezTo>
                  <a:cubicBezTo>
                    <a:pt x="399" y="18138"/>
                    <a:pt x="382" y="18011"/>
                    <a:pt x="373" y="17884"/>
                  </a:cubicBezTo>
                  <a:cubicBezTo>
                    <a:pt x="365" y="17748"/>
                    <a:pt x="356" y="17613"/>
                    <a:pt x="339" y="17537"/>
                  </a:cubicBezTo>
                  <a:lnTo>
                    <a:pt x="339" y="17537"/>
                  </a:lnTo>
                  <a:cubicBezTo>
                    <a:pt x="348" y="17774"/>
                    <a:pt x="339" y="17596"/>
                    <a:pt x="348" y="17875"/>
                  </a:cubicBezTo>
                  <a:cubicBezTo>
                    <a:pt x="314" y="17664"/>
                    <a:pt x="297" y="17452"/>
                    <a:pt x="297" y="17232"/>
                  </a:cubicBezTo>
                  <a:lnTo>
                    <a:pt x="297" y="17232"/>
                  </a:lnTo>
                  <a:cubicBezTo>
                    <a:pt x="308" y="17332"/>
                    <a:pt x="316" y="17368"/>
                    <a:pt x="321" y="17368"/>
                  </a:cubicBezTo>
                  <a:cubicBezTo>
                    <a:pt x="336" y="17368"/>
                    <a:pt x="331" y="17060"/>
                    <a:pt x="340" y="17060"/>
                  </a:cubicBezTo>
                  <a:cubicBezTo>
                    <a:pt x="342" y="17060"/>
                    <a:pt x="345" y="17071"/>
                    <a:pt x="348" y="17097"/>
                  </a:cubicBezTo>
                  <a:cubicBezTo>
                    <a:pt x="339" y="16403"/>
                    <a:pt x="314" y="16006"/>
                    <a:pt x="322" y="15422"/>
                  </a:cubicBezTo>
                  <a:cubicBezTo>
                    <a:pt x="339" y="15261"/>
                    <a:pt x="356" y="15075"/>
                    <a:pt x="382" y="14898"/>
                  </a:cubicBezTo>
                  <a:cubicBezTo>
                    <a:pt x="407" y="14712"/>
                    <a:pt x="424" y="14525"/>
                    <a:pt x="458" y="14348"/>
                  </a:cubicBezTo>
                  <a:cubicBezTo>
                    <a:pt x="483" y="14170"/>
                    <a:pt x="517" y="13993"/>
                    <a:pt x="542" y="13832"/>
                  </a:cubicBezTo>
                  <a:cubicBezTo>
                    <a:pt x="568" y="13671"/>
                    <a:pt x="602" y="13519"/>
                    <a:pt x="627" y="13383"/>
                  </a:cubicBezTo>
                  <a:lnTo>
                    <a:pt x="627" y="13383"/>
                  </a:lnTo>
                  <a:lnTo>
                    <a:pt x="610" y="13451"/>
                  </a:lnTo>
                  <a:lnTo>
                    <a:pt x="661" y="13138"/>
                  </a:lnTo>
                  <a:cubicBezTo>
                    <a:pt x="712" y="12960"/>
                    <a:pt x="703" y="13138"/>
                    <a:pt x="762" y="12867"/>
                  </a:cubicBezTo>
                  <a:lnTo>
                    <a:pt x="762" y="12867"/>
                  </a:lnTo>
                  <a:cubicBezTo>
                    <a:pt x="754" y="12969"/>
                    <a:pt x="728" y="13079"/>
                    <a:pt x="703" y="13180"/>
                  </a:cubicBezTo>
                  <a:cubicBezTo>
                    <a:pt x="669" y="13324"/>
                    <a:pt x="627" y="13493"/>
                    <a:pt x="610" y="13637"/>
                  </a:cubicBezTo>
                  <a:cubicBezTo>
                    <a:pt x="638" y="13538"/>
                    <a:pt x="652" y="13501"/>
                    <a:pt x="656" y="13501"/>
                  </a:cubicBezTo>
                  <a:lnTo>
                    <a:pt x="656" y="13501"/>
                  </a:lnTo>
                  <a:cubicBezTo>
                    <a:pt x="662" y="13501"/>
                    <a:pt x="650" y="13572"/>
                    <a:pt x="635" y="13646"/>
                  </a:cubicBezTo>
                  <a:cubicBezTo>
                    <a:pt x="624" y="13741"/>
                    <a:pt x="612" y="13848"/>
                    <a:pt x="617" y="13848"/>
                  </a:cubicBezTo>
                  <a:cubicBezTo>
                    <a:pt x="620" y="13848"/>
                    <a:pt x="625" y="13829"/>
                    <a:pt x="635" y="13781"/>
                  </a:cubicBezTo>
                  <a:cubicBezTo>
                    <a:pt x="652" y="13561"/>
                    <a:pt x="686" y="13341"/>
                    <a:pt x="754" y="13130"/>
                  </a:cubicBezTo>
                  <a:cubicBezTo>
                    <a:pt x="822" y="12842"/>
                    <a:pt x="915" y="12529"/>
                    <a:pt x="965" y="12318"/>
                  </a:cubicBezTo>
                  <a:cubicBezTo>
                    <a:pt x="999" y="12210"/>
                    <a:pt x="1012" y="12173"/>
                    <a:pt x="1015" y="12173"/>
                  </a:cubicBezTo>
                  <a:lnTo>
                    <a:pt x="1015" y="12173"/>
                  </a:lnTo>
                  <a:cubicBezTo>
                    <a:pt x="1016" y="12173"/>
                    <a:pt x="1016" y="12174"/>
                    <a:pt x="1016" y="12176"/>
                  </a:cubicBezTo>
                  <a:lnTo>
                    <a:pt x="1016" y="12176"/>
                  </a:lnTo>
                  <a:lnTo>
                    <a:pt x="1016" y="12174"/>
                  </a:lnTo>
                  <a:cubicBezTo>
                    <a:pt x="1063" y="12024"/>
                    <a:pt x="1089" y="11970"/>
                    <a:pt x="1105" y="11970"/>
                  </a:cubicBezTo>
                  <a:cubicBezTo>
                    <a:pt x="1107" y="11970"/>
                    <a:pt x="1108" y="11970"/>
                    <a:pt x="1109" y="11971"/>
                  </a:cubicBezTo>
                  <a:cubicBezTo>
                    <a:pt x="1253" y="11548"/>
                    <a:pt x="1431" y="11066"/>
                    <a:pt x="1557" y="10702"/>
                  </a:cubicBezTo>
                  <a:lnTo>
                    <a:pt x="1557" y="10702"/>
                  </a:lnTo>
                  <a:cubicBezTo>
                    <a:pt x="1503" y="10841"/>
                    <a:pt x="1485" y="10880"/>
                    <a:pt x="1480" y="10880"/>
                  </a:cubicBezTo>
                  <a:cubicBezTo>
                    <a:pt x="1473" y="10880"/>
                    <a:pt x="1490" y="10813"/>
                    <a:pt x="1483" y="10813"/>
                  </a:cubicBezTo>
                  <a:lnTo>
                    <a:pt x="1483" y="10813"/>
                  </a:lnTo>
                  <a:cubicBezTo>
                    <a:pt x="1477" y="10813"/>
                    <a:pt x="1458" y="10850"/>
                    <a:pt x="1405" y="10981"/>
                  </a:cubicBezTo>
                  <a:cubicBezTo>
                    <a:pt x="1448" y="10846"/>
                    <a:pt x="1566" y="10550"/>
                    <a:pt x="1684" y="10279"/>
                  </a:cubicBezTo>
                  <a:lnTo>
                    <a:pt x="1684" y="10279"/>
                  </a:lnTo>
                  <a:cubicBezTo>
                    <a:pt x="1662" y="10332"/>
                    <a:pt x="1657" y="10350"/>
                    <a:pt x="1660" y="10350"/>
                  </a:cubicBezTo>
                  <a:cubicBezTo>
                    <a:pt x="1668" y="10350"/>
                    <a:pt x="1718" y="10262"/>
                    <a:pt x="1726" y="10262"/>
                  </a:cubicBezTo>
                  <a:lnTo>
                    <a:pt x="1726" y="10262"/>
                  </a:lnTo>
                  <a:cubicBezTo>
                    <a:pt x="1732" y="10262"/>
                    <a:pt x="1710" y="10319"/>
                    <a:pt x="1617" y="10524"/>
                  </a:cubicBezTo>
                  <a:cubicBezTo>
                    <a:pt x="1659" y="10465"/>
                    <a:pt x="1693" y="10397"/>
                    <a:pt x="1710" y="10321"/>
                  </a:cubicBezTo>
                  <a:cubicBezTo>
                    <a:pt x="1752" y="10228"/>
                    <a:pt x="1803" y="10110"/>
                    <a:pt x="1862" y="9983"/>
                  </a:cubicBezTo>
                  <a:lnTo>
                    <a:pt x="1862" y="9983"/>
                  </a:lnTo>
                  <a:cubicBezTo>
                    <a:pt x="1813" y="10113"/>
                    <a:pt x="1702" y="10390"/>
                    <a:pt x="1708" y="10390"/>
                  </a:cubicBezTo>
                  <a:cubicBezTo>
                    <a:pt x="1709" y="10390"/>
                    <a:pt x="1709" y="10390"/>
                    <a:pt x="1710" y="10389"/>
                  </a:cubicBezTo>
                  <a:cubicBezTo>
                    <a:pt x="1752" y="10270"/>
                    <a:pt x="1803" y="10143"/>
                    <a:pt x="1862" y="10025"/>
                  </a:cubicBezTo>
                  <a:lnTo>
                    <a:pt x="1964" y="9814"/>
                  </a:lnTo>
                  <a:lnTo>
                    <a:pt x="2073" y="9602"/>
                  </a:lnTo>
                  <a:cubicBezTo>
                    <a:pt x="2150" y="9467"/>
                    <a:pt x="2217" y="9340"/>
                    <a:pt x="2277" y="9238"/>
                  </a:cubicBezTo>
                  <a:cubicBezTo>
                    <a:pt x="2319" y="9162"/>
                    <a:pt x="2361" y="9095"/>
                    <a:pt x="2395" y="9018"/>
                  </a:cubicBezTo>
                  <a:lnTo>
                    <a:pt x="2496" y="8782"/>
                  </a:lnTo>
                  <a:cubicBezTo>
                    <a:pt x="2539" y="8697"/>
                    <a:pt x="2590" y="8604"/>
                    <a:pt x="2632" y="8519"/>
                  </a:cubicBezTo>
                  <a:lnTo>
                    <a:pt x="2776" y="8240"/>
                  </a:lnTo>
                  <a:lnTo>
                    <a:pt x="2928" y="7978"/>
                  </a:lnTo>
                  <a:cubicBezTo>
                    <a:pt x="2987" y="7902"/>
                    <a:pt x="3038" y="7826"/>
                    <a:pt x="3089" y="7741"/>
                  </a:cubicBezTo>
                  <a:lnTo>
                    <a:pt x="3266" y="7496"/>
                  </a:lnTo>
                  <a:lnTo>
                    <a:pt x="3452" y="7250"/>
                  </a:lnTo>
                  <a:cubicBezTo>
                    <a:pt x="3520" y="7166"/>
                    <a:pt x="3579" y="7081"/>
                    <a:pt x="3647" y="6997"/>
                  </a:cubicBezTo>
                  <a:lnTo>
                    <a:pt x="3647" y="6997"/>
                  </a:lnTo>
                  <a:lnTo>
                    <a:pt x="3613" y="7064"/>
                  </a:lnTo>
                  <a:cubicBezTo>
                    <a:pt x="3689" y="6971"/>
                    <a:pt x="3774" y="6844"/>
                    <a:pt x="3875" y="6709"/>
                  </a:cubicBezTo>
                  <a:cubicBezTo>
                    <a:pt x="3977" y="6582"/>
                    <a:pt x="4095" y="6438"/>
                    <a:pt x="4205" y="6303"/>
                  </a:cubicBezTo>
                  <a:lnTo>
                    <a:pt x="4273" y="6252"/>
                  </a:lnTo>
                  <a:lnTo>
                    <a:pt x="4586" y="5880"/>
                  </a:lnTo>
                  <a:cubicBezTo>
                    <a:pt x="4713" y="5736"/>
                    <a:pt x="4848" y="5584"/>
                    <a:pt x="4975" y="5449"/>
                  </a:cubicBezTo>
                  <a:cubicBezTo>
                    <a:pt x="4975" y="5448"/>
                    <a:pt x="4974" y="5448"/>
                    <a:pt x="4974" y="5448"/>
                  </a:cubicBezTo>
                  <a:cubicBezTo>
                    <a:pt x="4957" y="5448"/>
                    <a:pt x="4821" y="5594"/>
                    <a:pt x="4810" y="5594"/>
                  </a:cubicBezTo>
                  <a:cubicBezTo>
                    <a:pt x="4807" y="5594"/>
                    <a:pt x="4813" y="5584"/>
                    <a:pt x="4831" y="5559"/>
                  </a:cubicBezTo>
                  <a:lnTo>
                    <a:pt x="4831" y="5559"/>
                  </a:lnTo>
                  <a:cubicBezTo>
                    <a:pt x="4727" y="5670"/>
                    <a:pt x="4629" y="5776"/>
                    <a:pt x="4648" y="5776"/>
                  </a:cubicBezTo>
                  <a:cubicBezTo>
                    <a:pt x="4650" y="5776"/>
                    <a:pt x="4655" y="5774"/>
                    <a:pt x="4662" y="5770"/>
                  </a:cubicBezTo>
                  <a:lnTo>
                    <a:pt x="4662" y="5770"/>
                  </a:lnTo>
                  <a:cubicBezTo>
                    <a:pt x="4535" y="5897"/>
                    <a:pt x="4518" y="5897"/>
                    <a:pt x="4408" y="6007"/>
                  </a:cubicBezTo>
                  <a:cubicBezTo>
                    <a:pt x="4561" y="5821"/>
                    <a:pt x="4721" y="5643"/>
                    <a:pt x="4874" y="5457"/>
                  </a:cubicBezTo>
                  <a:cubicBezTo>
                    <a:pt x="4890" y="5440"/>
                    <a:pt x="4916" y="5423"/>
                    <a:pt x="4933" y="5406"/>
                  </a:cubicBezTo>
                  <a:lnTo>
                    <a:pt x="4950" y="5347"/>
                  </a:lnTo>
                  <a:cubicBezTo>
                    <a:pt x="5053" y="5244"/>
                    <a:pt x="5102" y="5199"/>
                    <a:pt x="5112" y="5199"/>
                  </a:cubicBezTo>
                  <a:lnTo>
                    <a:pt x="5112" y="5199"/>
                  </a:lnTo>
                  <a:cubicBezTo>
                    <a:pt x="5115" y="5199"/>
                    <a:pt x="5114" y="5204"/>
                    <a:pt x="5110" y="5212"/>
                  </a:cubicBezTo>
                  <a:cubicBezTo>
                    <a:pt x="5313" y="4958"/>
                    <a:pt x="5542" y="4721"/>
                    <a:pt x="5770" y="4501"/>
                  </a:cubicBezTo>
                  <a:lnTo>
                    <a:pt x="5770" y="4501"/>
                  </a:lnTo>
                  <a:cubicBezTo>
                    <a:pt x="5676" y="4623"/>
                    <a:pt x="5570" y="4744"/>
                    <a:pt x="5458" y="4857"/>
                  </a:cubicBezTo>
                  <a:lnTo>
                    <a:pt x="5458" y="4857"/>
                  </a:lnTo>
                  <a:lnTo>
                    <a:pt x="5719" y="4603"/>
                  </a:lnTo>
                  <a:lnTo>
                    <a:pt x="5719" y="4603"/>
                  </a:lnTo>
                  <a:cubicBezTo>
                    <a:pt x="5643" y="4696"/>
                    <a:pt x="5457" y="4873"/>
                    <a:pt x="5305" y="5042"/>
                  </a:cubicBezTo>
                  <a:cubicBezTo>
                    <a:pt x="5177" y="5186"/>
                    <a:pt x="5069" y="5302"/>
                    <a:pt x="5095" y="5302"/>
                  </a:cubicBezTo>
                  <a:cubicBezTo>
                    <a:pt x="5098" y="5302"/>
                    <a:pt x="5103" y="5300"/>
                    <a:pt x="5110" y="5296"/>
                  </a:cubicBezTo>
                  <a:cubicBezTo>
                    <a:pt x="5457" y="4890"/>
                    <a:pt x="6016" y="4349"/>
                    <a:pt x="6345" y="4019"/>
                  </a:cubicBezTo>
                  <a:cubicBezTo>
                    <a:pt x="6464" y="3926"/>
                    <a:pt x="6582" y="3833"/>
                    <a:pt x="6692" y="3731"/>
                  </a:cubicBezTo>
                  <a:cubicBezTo>
                    <a:pt x="6819" y="3613"/>
                    <a:pt x="6971" y="3486"/>
                    <a:pt x="7141" y="3368"/>
                  </a:cubicBezTo>
                  <a:cubicBezTo>
                    <a:pt x="7171" y="3343"/>
                    <a:pt x="7231" y="3302"/>
                    <a:pt x="7245" y="3302"/>
                  </a:cubicBezTo>
                  <a:lnTo>
                    <a:pt x="7245" y="3302"/>
                  </a:lnTo>
                  <a:cubicBezTo>
                    <a:pt x="7250" y="3302"/>
                    <a:pt x="7248" y="3308"/>
                    <a:pt x="7234" y="3325"/>
                  </a:cubicBezTo>
                  <a:lnTo>
                    <a:pt x="7149" y="3393"/>
                  </a:lnTo>
                  <a:cubicBezTo>
                    <a:pt x="7581" y="3071"/>
                    <a:pt x="8063" y="2682"/>
                    <a:pt x="8460" y="2412"/>
                  </a:cubicBezTo>
                  <a:lnTo>
                    <a:pt x="8680" y="2302"/>
                  </a:lnTo>
                  <a:cubicBezTo>
                    <a:pt x="8972" y="2126"/>
                    <a:pt x="8994" y="2102"/>
                    <a:pt x="8971" y="2102"/>
                  </a:cubicBezTo>
                  <a:cubicBezTo>
                    <a:pt x="8962" y="2102"/>
                    <a:pt x="8947" y="2105"/>
                    <a:pt x="8938" y="2105"/>
                  </a:cubicBezTo>
                  <a:cubicBezTo>
                    <a:pt x="8913" y="2105"/>
                    <a:pt x="8930" y="2080"/>
                    <a:pt x="9239" y="1887"/>
                  </a:cubicBezTo>
                  <a:cubicBezTo>
                    <a:pt x="9332" y="1853"/>
                    <a:pt x="9552" y="1726"/>
                    <a:pt x="9763" y="1616"/>
                  </a:cubicBezTo>
                  <a:cubicBezTo>
                    <a:pt x="9898" y="1532"/>
                    <a:pt x="10042" y="1464"/>
                    <a:pt x="10186" y="1405"/>
                  </a:cubicBezTo>
                  <a:cubicBezTo>
                    <a:pt x="10330" y="1320"/>
                    <a:pt x="10389" y="1295"/>
                    <a:pt x="10398" y="1270"/>
                  </a:cubicBezTo>
                  <a:lnTo>
                    <a:pt x="10398" y="1270"/>
                  </a:lnTo>
                  <a:cubicBezTo>
                    <a:pt x="10302" y="1308"/>
                    <a:pt x="10124" y="1409"/>
                    <a:pt x="10105" y="1409"/>
                  </a:cubicBezTo>
                  <a:cubicBezTo>
                    <a:pt x="10098" y="1409"/>
                    <a:pt x="10108" y="1398"/>
                    <a:pt x="10144" y="1371"/>
                  </a:cubicBezTo>
                  <a:cubicBezTo>
                    <a:pt x="10398" y="1236"/>
                    <a:pt x="10524" y="1193"/>
                    <a:pt x="10736" y="1084"/>
                  </a:cubicBezTo>
                  <a:lnTo>
                    <a:pt x="10736" y="1084"/>
                  </a:lnTo>
                  <a:cubicBezTo>
                    <a:pt x="10722" y="1097"/>
                    <a:pt x="10632" y="1154"/>
                    <a:pt x="10637" y="1154"/>
                  </a:cubicBezTo>
                  <a:cubicBezTo>
                    <a:pt x="10638" y="1154"/>
                    <a:pt x="10645" y="1151"/>
                    <a:pt x="10660" y="1143"/>
                  </a:cubicBezTo>
                  <a:cubicBezTo>
                    <a:pt x="10787" y="1075"/>
                    <a:pt x="10939" y="1007"/>
                    <a:pt x="11108" y="923"/>
                  </a:cubicBezTo>
                  <a:cubicBezTo>
                    <a:pt x="11269" y="847"/>
                    <a:pt x="11447" y="762"/>
                    <a:pt x="11633" y="686"/>
                  </a:cubicBezTo>
                  <a:lnTo>
                    <a:pt x="11903" y="567"/>
                  </a:lnTo>
                  <a:lnTo>
                    <a:pt x="12166" y="458"/>
                  </a:lnTo>
                  <a:lnTo>
                    <a:pt x="12605" y="271"/>
                  </a:lnTo>
                  <a:lnTo>
                    <a:pt x="12605" y="271"/>
                  </a:lnTo>
                  <a:cubicBezTo>
                    <a:pt x="12419" y="339"/>
                    <a:pt x="12402" y="364"/>
                    <a:pt x="12149" y="449"/>
                  </a:cubicBezTo>
                  <a:cubicBezTo>
                    <a:pt x="12208" y="415"/>
                    <a:pt x="12267" y="381"/>
                    <a:pt x="12335" y="356"/>
                  </a:cubicBezTo>
                  <a:cubicBezTo>
                    <a:pt x="12333" y="356"/>
                    <a:pt x="12332" y="356"/>
                    <a:pt x="12330" y="356"/>
                  </a:cubicBezTo>
                  <a:cubicBezTo>
                    <a:pt x="12279" y="356"/>
                    <a:pt x="12072" y="477"/>
                    <a:pt x="11810" y="559"/>
                  </a:cubicBezTo>
                  <a:cubicBezTo>
                    <a:pt x="11946" y="491"/>
                    <a:pt x="12089" y="424"/>
                    <a:pt x="12233" y="356"/>
                  </a:cubicBezTo>
                  <a:lnTo>
                    <a:pt x="12233" y="356"/>
                  </a:lnTo>
                  <a:lnTo>
                    <a:pt x="11979" y="432"/>
                  </a:lnTo>
                  <a:cubicBezTo>
                    <a:pt x="12140" y="356"/>
                    <a:pt x="12301" y="280"/>
                    <a:pt x="12470" y="212"/>
                  </a:cubicBezTo>
                  <a:lnTo>
                    <a:pt x="1296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7"/>
            <p:cNvSpPr/>
            <p:nvPr/>
          </p:nvSpPr>
          <p:spPr>
            <a:xfrm>
              <a:off x="-223975" y="2049275"/>
              <a:ext cx="12700" cy="1700"/>
            </a:xfrm>
            <a:custGeom>
              <a:rect b="b" l="l" r="r" t="t"/>
              <a:pathLst>
                <a:path extrusionOk="0" h="68" w="508">
                  <a:moveTo>
                    <a:pt x="457" y="0"/>
                  </a:moveTo>
                  <a:lnTo>
                    <a:pt x="457" y="0"/>
                  </a:lnTo>
                  <a:cubicBezTo>
                    <a:pt x="465" y="26"/>
                    <a:pt x="0" y="51"/>
                    <a:pt x="152" y="68"/>
                  </a:cubicBezTo>
                  <a:cubicBezTo>
                    <a:pt x="254" y="43"/>
                    <a:pt x="508" y="17"/>
                    <a:pt x="45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7"/>
            <p:cNvSpPr/>
            <p:nvPr/>
          </p:nvSpPr>
          <p:spPr>
            <a:xfrm>
              <a:off x="-217425" y="2049900"/>
              <a:ext cx="7850" cy="1075"/>
            </a:xfrm>
            <a:custGeom>
              <a:rect b="b" l="l" r="r" t="t"/>
              <a:pathLst>
                <a:path extrusionOk="0" h="43" w="314">
                  <a:moveTo>
                    <a:pt x="313" y="1"/>
                  </a:moveTo>
                  <a:cubicBezTo>
                    <a:pt x="298" y="3"/>
                    <a:pt x="285" y="5"/>
                    <a:pt x="274" y="7"/>
                  </a:cubicBezTo>
                  <a:lnTo>
                    <a:pt x="274" y="7"/>
                  </a:lnTo>
                  <a:cubicBezTo>
                    <a:pt x="287" y="5"/>
                    <a:pt x="300" y="3"/>
                    <a:pt x="313" y="1"/>
                  </a:cubicBezTo>
                  <a:close/>
                  <a:moveTo>
                    <a:pt x="274" y="7"/>
                  </a:moveTo>
                  <a:cubicBezTo>
                    <a:pt x="184" y="20"/>
                    <a:pt x="89" y="28"/>
                    <a:pt x="0" y="43"/>
                  </a:cubicBezTo>
                  <a:lnTo>
                    <a:pt x="195" y="26"/>
                  </a:lnTo>
                  <a:cubicBezTo>
                    <a:pt x="210" y="26"/>
                    <a:pt x="199" y="20"/>
                    <a:pt x="274" y="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7"/>
            <p:cNvSpPr/>
            <p:nvPr/>
          </p:nvSpPr>
          <p:spPr>
            <a:xfrm>
              <a:off x="-204325" y="2050325"/>
              <a:ext cx="25000" cy="4250"/>
            </a:xfrm>
            <a:custGeom>
              <a:rect b="b" l="l" r="r" t="t"/>
              <a:pathLst>
                <a:path extrusionOk="0" h="170" w="1000">
                  <a:moveTo>
                    <a:pt x="999" y="1"/>
                  </a:moveTo>
                  <a:cubicBezTo>
                    <a:pt x="805" y="1"/>
                    <a:pt x="18" y="85"/>
                    <a:pt x="9" y="127"/>
                  </a:cubicBezTo>
                  <a:cubicBezTo>
                    <a:pt x="179" y="85"/>
                    <a:pt x="356" y="60"/>
                    <a:pt x="534" y="43"/>
                  </a:cubicBezTo>
                  <a:lnTo>
                    <a:pt x="534" y="43"/>
                  </a:lnTo>
                  <a:cubicBezTo>
                    <a:pt x="635" y="85"/>
                    <a:pt x="111" y="102"/>
                    <a:pt x="1" y="170"/>
                  </a:cubicBezTo>
                  <a:cubicBezTo>
                    <a:pt x="475" y="119"/>
                    <a:pt x="610" y="51"/>
                    <a:pt x="99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7"/>
            <p:cNvSpPr/>
            <p:nvPr/>
          </p:nvSpPr>
          <p:spPr>
            <a:xfrm>
              <a:off x="-209825" y="2054775"/>
              <a:ext cx="7225" cy="1075"/>
            </a:xfrm>
            <a:custGeom>
              <a:rect b="b" l="l" r="r" t="t"/>
              <a:pathLst>
                <a:path extrusionOk="0" h="43" w="289">
                  <a:moveTo>
                    <a:pt x="263" y="0"/>
                  </a:moveTo>
                  <a:lnTo>
                    <a:pt x="1" y="42"/>
                  </a:lnTo>
                  <a:lnTo>
                    <a:pt x="26" y="42"/>
                  </a:lnTo>
                  <a:lnTo>
                    <a:pt x="28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7"/>
            <p:cNvSpPr/>
            <p:nvPr/>
          </p:nvSpPr>
          <p:spPr>
            <a:xfrm>
              <a:off x="-358275" y="2054050"/>
              <a:ext cx="6800" cy="525"/>
            </a:xfrm>
            <a:custGeom>
              <a:rect b="b" l="l" r="r" t="t"/>
              <a:pathLst>
                <a:path extrusionOk="0" h="21" w="272">
                  <a:moveTo>
                    <a:pt x="197" y="0"/>
                  </a:moveTo>
                  <a:cubicBezTo>
                    <a:pt x="129" y="0"/>
                    <a:pt x="62" y="8"/>
                    <a:pt x="0" y="21"/>
                  </a:cubicBezTo>
                  <a:cubicBezTo>
                    <a:pt x="85" y="21"/>
                    <a:pt x="178" y="12"/>
                    <a:pt x="271" y="4"/>
                  </a:cubicBezTo>
                  <a:cubicBezTo>
                    <a:pt x="246" y="2"/>
                    <a:pt x="221" y="0"/>
                    <a:pt x="19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7"/>
            <p:cNvSpPr/>
            <p:nvPr/>
          </p:nvSpPr>
          <p:spPr>
            <a:xfrm>
              <a:off x="-522800" y="2053500"/>
              <a:ext cx="38725" cy="1500"/>
            </a:xfrm>
            <a:custGeom>
              <a:rect b="b" l="l" r="r" t="t"/>
              <a:pathLst>
                <a:path extrusionOk="0" h="60" w="1549">
                  <a:moveTo>
                    <a:pt x="0" y="0"/>
                  </a:moveTo>
                  <a:lnTo>
                    <a:pt x="228" y="51"/>
                  </a:lnTo>
                  <a:cubicBezTo>
                    <a:pt x="495" y="55"/>
                    <a:pt x="689" y="55"/>
                    <a:pt x="885" y="55"/>
                  </a:cubicBezTo>
                  <a:cubicBezTo>
                    <a:pt x="1081" y="55"/>
                    <a:pt x="1277" y="55"/>
                    <a:pt x="1548" y="60"/>
                  </a:cubicBezTo>
                  <a:cubicBezTo>
                    <a:pt x="1269" y="36"/>
                    <a:pt x="1063" y="33"/>
                    <a:pt x="880" y="33"/>
                  </a:cubicBezTo>
                  <a:cubicBezTo>
                    <a:pt x="794" y="33"/>
                    <a:pt x="714" y="33"/>
                    <a:pt x="633" y="33"/>
                  </a:cubicBezTo>
                  <a:cubicBezTo>
                    <a:pt x="445" y="33"/>
                    <a:pt x="255" y="29"/>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7"/>
            <p:cNvSpPr/>
            <p:nvPr/>
          </p:nvSpPr>
          <p:spPr>
            <a:xfrm>
              <a:off x="-522400" y="2051600"/>
              <a:ext cx="14200" cy="1100"/>
            </a:xfrm>
            <a:custGeom>
              <a:rect b="b" l="l" r="r" t="t"/>
              <a:pathLst>
                <a:path extrusionOk="0" h="44" w="568">
                  <a:moveTo>
                    <a:pt x="415" y="0"/>
                  </a:moveTo>
                  <a:cubicBezTo>
                    <a:pt x="500" y="34"/>
                    <a:pt x="1" y="9"/>
                    <a:pt x="77" y="43"/>
                  </a:cubicBezTo>
                  <a:cubicBezTo>
                    <a:pt x="118" y="44"/>
                    <a:pt x="152" y="44"/>
                    <a:pt x="181" y="44"/>
                  </a:cubicBezTo>
                  <a:cubicBezTo>
                    <a:pt x="327" y="44"/>
                    <a:pt x="322" y="33"/>
                    <a:pt x="393" y="33"/>
                  </a:cubicBezTo>
                  <a:cubicBezTo>
                    <a:pt x="426" y="33"/>
                    <a:pt x="477" y="35"/>
                    <a:pt x="568" y="43"/>
                  </a:cubicBezTo>
                  <a:lnTo>
                    <a:pt x="41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7"/>
            <p:cNvSpPr/>
            <p:nvPr/>
          </p:nvSpPr>
          <p:spPr>
            <a:xfrm>
              <a:off x="-455975" y="2067250"/>
              <a:ext cx="4025" cy="450"/>
            </a:xfrm>
            <a:custGeom>
              <a:rect b="b" l="l" r="r" t="t"/>
              <a:pathLst>
                <a:path extrusionOk="0" h="18" w="161">
                  <a:moveTo>
                    <a:pt x="161" y="0"/>
                  </a:moveTo>
                  <a:lnTo>
                    <a:pt x="0" y="17"/>
                  </a:lnTo>
                  <a:lnTo>
                    <a:pt x="136" y="17"/>
                  </a:lnTo>
                  <a:lnTo>
                    <a:pt x="16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7"/>
            <p:cNvSpPr/>
            <p:nvPr/>
          </p:nvSpPr>
          <p:spPr>
            <a:xfrm>
              <a:off x="-578225" y="2046950"/>
              <a:ext cx="6800" cy="875"/>
            </a:xfrm>
            <a:custGeom>
              <a:rect b="b" l="l" r="r" t="t"/>
              <a:pathLst>
                <a:path extrusionOk="0" h="35" w="272">
                  <a:moveTo>
                    <a:pt x="1" y="0"/>
                  </a:moveTo>
                  <a:lnTo>
                    <a:pt x="212" y="34"/>
                  </a:lnTo>
                  <a:lnTo>
                    <a:pt x="271" y="34"/>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7"/>
            <p:cNvSpPr/>
            <p:nvPr/>
          </p:nvSpPr>
          <p:spPr>
            <a:xfrm>
              <a:off x="-569975" y="2047800"/>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7"/>
            <p:cNvSpPr/>
            <p:nvPr/>
          </p:nvSpPr>
          <p:spPr>
            <a:xfrm>
              <a:off x="-457250" y="2068925"/>
              <a:ext cx="9125" cy="250"/>
            </a:xfrm>
            <a:custGeom>
              <a:rect b="b" l="l" r="r" t="t"/>
              <a:pathLst>
                <a:path extrusionOk="0" h="10" w="365">
                  <a:moveTo>
                    <a:pt x="0" y="1"/>
                  </a:moveTo>
                  <a:lnTo>
                    <a:pt x="246" y="9"/>
                  </a:lnTo>
                  <a:lnTo>
                    <a:pt x="36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7"/>
            <p:cNvSpPr/>
            <p:nvPr/>
          </p:nvSpPr>
          <p:spPr>
            <a:xfrm>
              <a:off x="-511525" y="2062100"/>
              <a:ext cx="6500" cy="300"/>
            </a:xfrm>
            <a:custGeom>
              <a:rect b="b" l="l" r="r" t="t"/>
              <a:pathLst>
                <a:path extrusionOk="0" h="12" w="260">
                  <a:moveTo>
                    <a:pt x="35" y="0"/>
                  </a:moveTo>
                  <a:cubicBezTo>
                    <a:pt x="7" y="0"/>
                    <a:pt x="0" y="3"/>
                    <a:pt x="40" y="12"/>
                  </a:cubicBezTo>
                  <a:lnTo>
                    <a:pt x="260" y="12"/>
                  </a:lnTo>
                  <a:cubicBezTo>
                    <a:pt x="231" y="12"/>
                    <a:pt x="90" y="0"/>
                    <a:pt x="3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7"/>
            <p:cNvSpPr/>
            <p:nvPr/>
          </p:nvSpPr>
          <p:spPr>
            <a:xfrm>
              <a:off x="-620300" y="2042925"/>
              <a:ext cx="7200" cy="650"/>
            </a:xfrm>
            <a:custGeom>
              <a:rect b="b" l="l" r="r" t="t"/>
              <a:pathLst>
                <a:path extrusionOk="0" h="26" w="288">
                  <a:moveTo>
                    <a:pt x="0" y="0"/>
                  </a:moveTo>
                  <a:lnTo>
                    <a:pt x="76" y="5"/>
                  </a:lnTo>
                  <a:lnTo>
                    <a:pt x="76" y="5"/>
                  </a:lnTo>
                  <a:lnTo>
                    <a:pt x="26" y="0"/>
                  </a:lnTo>
                  <a:close/>
                  <a:moveTo>
                    <a:pt x="76" y="5"/>
                  </a:moveTo>
                  <a:lnTo>
                    <a:pt x="288" y="26"/>
                  </a:lnTo>
                  <a:lnTo>
                    <a:pt x="262" y="17"/>
                  </a:lnTo>
                  <a:lnTo>
                    <a:pt x="76" y="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7"/>
            <p:cNvSpPr/>
            <p:nvPr/>
          </p:nvSpPr>
          <p:spPr>
            <a:xfrm>
              <a:off x="-558800" y="2061900"/>
              <a:ext cx="7925" cy="650"/>
            </a:xfrm>
            <a:custGeom>
              <a:rect b="b" l="l" r="r" t="t"/>
              <a:pathLst>
                <a:path extrusionOk="0" h="26" w="317">
                  <a:moveTo>
                    <a:pt x="230" y="3"/>
                  </a:moveTo>
                  <a:cubicBezTo>
                    <a:pt x="233" y="3"/>
                    <a:pt x="236" y="4"/>
                    <a:pt x="240" y="5"/>
                  </a:cubicBezTo>
                  <a:lnTo>
                    <a:pt x="240" y="5"/>
                  </a:lnTo>
                  <a:cubicBezTo>
                    <a:pt x="237" y="4"/>
                    <a:pt x="234" y="4"/>
                    <a:pt x="230" y="3"/>
                  </a:cubicBezTo>
                  <a:close/>
                  <a:moveTo>
                    <a:pt x="23" y="0"/>
                  </a:moveTo>
                  <a:cubicBezTo>
                    <a:pt x="0" y="0"/>
                    <a:pt x="14" y="5"/>
                    <a:pt x="103" y="20"/>
                  </a:cubicBezTo>
                  <a:cubicBezTo>
                    <a:pt x="169" y="24"/>
                    <a:pt x="212" y="25"/>
                    <a:pt x="239" y="25"/>
                  </a:cubicBezTo>
                  <a:cubicBezTo>
                    <a:pt x="316" y="25"/>
                    <a:pt x="269" y="13"/>
                    <a:pt x="240" y="5"/>
                  </a:cubicBezTo>
                  <a:lnTo>
                    <a:pt x="240" y="5"/>
                  </a:lnTo>
                  <a:cubicBezTo>
                    <a:pt x="261" y="11"/>
                    <a:pt x="256" y="13"/>
                    <a:pt x="238" y="13"/>
                  </a:cubicBezTo>
                  <a:cubicBezTo>
                    <a:pt x="193" y="13"/>
                    <a:pt x="59" y="0"/>
                    <a:pt x="2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7"/>
            <p:cNvSpPr/>
            <p:nvPr/>
          </p:nvSpPr>
          <p:spPr>
            <a:xfrm>
              <a:off x="-634475" y="2049475"/>
              <a:ext cx="2550" cy="250"/>
            </a:xfrm>
            <a:custGeom>
              <a:rect b="b" l="l" r="r" t="t"/>
              <a:pathLst>
                <a:path extrusionOk="0" h="10" w="102">
                  <a:moveTo>
                    <a:pt x="0" y="1"/>
                  </a:moveTo>
                  <a:lnTo>
                    <a:pt x="51" y="5"/>
                  </a:lnTo>
                  <a:lnTo>
                    <a:pt x="51" y="5"/>
                  </a:lnTo>
                  <a:cubicBezTo>
                    <a:pt x="34" y="3"/>
                    <a:pt x="17" y="1"/>
                    <a:pt x="0" y="1"/>
                  </a:cubicBezTo>
                  <a:close/>
                  <a:moveTo>
                    <a:pt x="51" y="5"/>
                  </a:moveTo>
                  <a:lnTo>
                    <a:pt x="51" y="5"/>
                  </a:lnTo>
                  <a:cubicBezTo>
                    <a:pt x="68" y="7"/>
                    <a:pt x="85" y="9"/>
                    <a:pt x="102" y="9"/>
                  </a:cubicBezTo>
                  <a:lnTo>
                    <a:pt x="51" y="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7"/>
            <p:cNvSpPr/>
            <p:nvPr/>
          </p:nvSpPr>
          <p:spPr>
            <a:xfrm>
              <a:off x="-631950" y="2049700"/>
              <a:ext cx="7650" cy="850"/>
            </a:xfrm>
            <a:custGeom>
              <a:rect b="b" l="l" r="r" t="t"/>
              <a:pathLst>
                <a:path extrusionOk="0" h="34" w="306">
                  <a:moveTo>
                    <a:pt x="1" y="0"/>
                  </a:moveTo>
                  <a:cubicBezTo>
                    <a:pt x="119" y="9"/>
                    <a:pt x="229" y="34"/>
                    <a:pt x="306" y="34"/>
                  </a:cubicBezTo>
                  <a:cubicBezTo>
                    <a:pt x="204" y="17"/>
                    <a:pt x="102"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7"/>
            <p:cNvSpPr/>
            <p:nvPr/>
          </p:nvSpPr>
          <p:spPr>
            <a:xfrm>
              <a:off x="-664750" y="2045275"/>
              <a:ext cx="6825" cy="800"/>
            </a:xfrm>
            <a:custGeom>
              <a:rect b="b" l="l" r="r" t="t"/>
              <a:pathLst>
                <a:path extrusionOk="0" h="32" w="273">
                  <a:moveTo>
                    <a:pt x="14" y="1"/>
                  </a:moveTo>
                  <a:cubicBezTo>
                    <a:pt x="2" y="1"/>
                    <a:pt x="0" y="3"/>
                    <a:pt x="10" y="8"/>
                  </a:cubicBezTo>
                  <a:lnTo>
                    <a:pt x="112" y="25"/>
                  </a:lnTo>
                  <a:lnTo>
                    <a:pt x="154" y="25"/>
                  </a:lnTo>
                  <a:cubicBezTo>
                    <a:pt x="201" y="29"/>
                    <a:pt x="228" y="31"/>
                    <a:pt x="245" y="31"/>
                  </a:cubicBezTo>
                  <a:cubicBezTo>
                    <a:pt x="262" y="31"/>
                    <a:pt x="268" y="29"/>
                    <a:pt x="272" y="25"/>
                  </a:cubicBezTo>
                  <a:lnTo>
                    <a:pt x="247" y="25"/>
                  </a:lnTo>
                  <a:cubicBezTo>
                    <a:pt x="127" y="13"/>
                    <a:pt x="42" y="1"/>
                    <a:pt x="1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7"/>
            <p:cNvSpPr/>
            <p:nvPr/>
          </p:nvSpPr>
          <p:spPr>
            <a:xfrm>
              <a:off x="-781450" y="2011625"/>
              <a:ext cx="23700" cy="6150"/>
            </a:xfrm>
            <a:custGeom>
              <a:rect b="b" l="l" r="r" t="t"/>
              <a:pathLst>
                <a:path extrusionOk="0" h="246" w="948">
                  <a:moveTo>
                    <a:pt x="0" y="0"/>
                  </a:moveTo>
                  <a:cubicBezTo>
                    <a:pt x="364" y="119"/>
                    <a:pt x="457" y="136"/>
                    <a:pt x="432" y="153"/>
                  </a:cubicBezTo>
                  <a:cubicBezTo>
                    <a:pt x="778" y="246"/>
                    <a:pt x="736" y="203"/>
                    <a:pt x="948" y="246"/>
                  </a:cubicBezTo>
                  <a:cubicBezTo>
                    <a:pt x="745" y="203"/>
                    <a:pt x="626" y="170"/>
                    <a:pt x="499" y="136"/>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7"/>
            <p:cNvSpPr/>
            <p:nvPr/>
          </p:nvSpPr>
          <p:spPr>
            <a:xfrm>
              <a:off x="-757975" y="2017750"/>
              <a:ext cx="3600" cy="875"/>
            </a:xfrm>
            <a:custGeom>
              <a:rect b="b" l="l" r="r" t="t"/>
              <a:pathLst>
                <a:path extrusionOk="0" h="35" w="144">
                  <a:moveTo>
                    <a:pt x="0" y="1"/>
                  </a:moveTo>
                  <a:lnTo>
                    <a:pt x="144" y="3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7"/>
            <p:cNvSpPr/>
            <p:nvPr/>
          </p:nvSpPr>
          <p:spPr>
            <a:xfrm>
              <a:off x="-633000" y="2055625"/>
              <a:ext cx="5950" cy="225"/>
            </a:xfrm>
            <a:custGeom>
              <a:rect b="b" l="l" r="r" t="t"/>
              <a:pathLst>
                <a:path extrusionOk="0" h="9" w="238">
                  <a:moveTo>
                    <a:pt x="1" y="0"/>
                  </a:moveTo>
                  <a:lnTo>
                    <a:pt x="85" y="8"/>
                  </a:lnTo>
                  <a:lnTo>
                    <a:pt x="23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7"/>
            <p:cNvSpPr/>
            <p:nvPr/>
          </p:nvSpPr>
          <p:spPr>
            <a:xfrm>
              <a:off x="-795175" y="2007350"/>
              <a:ext cx="6500" cy="1975"/>
            </a:xfrm>
            <a:custGeom>
              <a:rect b="b" l="l" r="r" t="t"/>
              <a:pathLst>
                <a:path extrusionOk="0" h="79" w="260">
                  <a:moveTo>
                    <a:pt x="0" y="0"/>
                  </a:moveTo>
                  <a:cubicBezTo>
                    <a:pt x="0" y="0"/>
                    <a:pt x="2" y="1"/>
                    <a:pt x="8" y="2"/>
                  </a:cubicBezTo>
                  <a:cubicBezTo>
                    <a:pt x="75" y="28"/>
                    <a:pt x="185" y="61"/>
                    <a:pt x="236" y="78"/>
                  </a:cubicBezTo>
                  <a:cubicBezTo>
                    <a:pt x="259" y="71"/>
                    <a:pt x="2"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7"/>
            <p:cNvSpPr/>
            <p:nvPr/>
          </p:nvSpPr>
          <p:spPr>
            <a:xfrm>
              <a:off x="-762000" y="2026425"/>
              <a:ext cx="9325" cy="2350"/>
            </a:xfrm>
            <a:custGeom>
              <a:rect b="b" l="l" r="r" t="t"/>
              <a:pathLst>
                <a:path extrusionOk="0" h="94" w="373">
                  <a:moveTo>
                    <a:pt x="0" y="1"/>
                  </a:moveTo>
                  <a:lnTo>
                    <a:pt x="0" y="1"/>
                  </a:lnTo>
                  <a:cubicBezTo>
                    <a:pt x="34" y="18"/>
                    <a:pt x="280" y="68"/>
                    <a:pt x="373" y="94"/>
                  </a:cubicBezTo>
                  <a:cubicBezTo>
                    <a:pt x="254" y="51"/>
                    <a:pt x="127" y="18"/>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7"/>
            <p:cNvSpPr/>
            <p:nvPr/>
          </p:nvSpPr>
          <p:spPr>
            <a:xfrm>
              <a:off x="-821000" y="2000625"/>
              <a:ext cx="6125" cy="2400"/>
            </a:xfrm>
            <a:custGeom>
              <a:rect b="b" l="l" r="r" t="t"/>
              <a:pathLst>
                <a:path extrusionOk="0" h="96" w="245">
                  <a:moveTo>
                    <a:pt x="0" y="1"/>
                  </a:moveTo>
                  <a:cubicBezTo>
                    <a:pt x="59" y="26"/>
                    <a:pt x="161" y="77"/>
                    <a:pt x="110" y="77"/>
                  </a:cubicBezTo>
                  <a:cubicBezTo>
                    <a:pt x="149" y="86"/>
                    <a:pt x="194" y="95"/>
                    <a:pt x="213" y="95"/>
                  </a:cubicBezTo>
                  <a:cubicBezTo>
                    <a:pt x="244" y="95"/>
                    <a:pt x="213" y="73"/>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7"/>
            <p:cNvSpPr/>
            <p:nvPr/>
          </p:nvSpPr>
          <p:spPr>
            <a:xfrm>
              <a:off x="-778925" y="2021975"/>
              <a:ext cx="7650" cy="1725"/>
            </a:xfrm>
            <a:custGeom>
              <a:rect b="b" l="l" r="r" t="t"/>
              <a:pathLst>
                <a:path extrusionOk="0" h="69" w="306">
                  <a:moveTo>
                    <a:pt x="1" y="1"/>
                  </a:moveTo>
                  <a:lnTo>
                    <a:pt x="51" y="18"/>
                  </a:lnTo>
                  <a:lnTo>
                    <a:pt x="305" y="69"/>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7"/>
            <p:cNvSpPr/>
            <p:nvPr/>
          </p:nvSpPr>
          <p:spPr>
            <a:xfrm>
              <a:off x="-767300" y="2031075"/>
              <a:ext cx="12550" cy="3625"/>
            </a:xfrm>
            <a:custGeom>
              <a:rect b="b" l="l" r="r" t="t"/>
              <a:pathLst>
                <a:path extrusionOk="0" h="145" w="502">
                  <a:moveTo>
                    <a:pt x="1" y="1"/>
                  </a:moveTo>
                  <a:lnTo>
                    <a:pt x="1" y="1"/>
                  </a:lnTo>
                  <a:cubicBezTo>
                    <a:pt x="280" y="77"/>
                    <a:pt x="407" y="136"/>
                    <a:pt x="373" y="136"/>
                  </a:cubicBezTo>
                  <a:cubicBezTo>
                    <a:pt x="406" y="142"/>
                    <a:pt x="426" y="144"/>
                    <a:pt x="436" y="144"/>
                  </a:cubicBezTo>
                  <a:cubicBezTo>
                    <a:pt x="502" y="144"/>
                    <a:pt x="190" y="49"/>
                    <a:pt x="260" y="49"/>
                  </a:cubicBezTo>
                  <a:cubicBezTo>
                    <a:pt x="280" y="49"/>
                    <a:pt x="332" y="57"/>
                    <a:pt x="432" y="77"/>
                  </a:cubicBezTo>
                  <a:cubicBezTo>
                    <a:pt x="232" y="21"/>
                    <a:pt x="163" y="4"/>
                    <a:pt x="146" y="4"/>
                  </a:cubicBezTo>
                  <a:cubicBezTo>
                    <a:pt x="123" y="4"/>
                    <a:pt x="207" y="38"/>
                    <a:pt x="176" y="38"/>
                  </a:cubicBezTo>
                  <a:cubicBezTo>
                    <a:pt x="160" y="38"/>
                    <a:pt x="112" y="2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7"/>
            <p:cNvSpPr/>
            <p:nvPr/>
          </p:nvSpPr>
          <p:spPr>
            <a:xfrm>
              <a:off x="-770450" y="2030225"/>
              <a:ext cx="3175" cy="875"/>
            </a:xfrm>
            <a:custGeom>
              <a:rect b="b" l="l" r="r" t="t"/>
              <a:pathLst>
                <a:path extrusionOk="0" h="35" w="127">
                  <a:moveTo>
                    <a:pt x="127" y="35"/>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7"/>
            <p:cNvSpPr/>
            <p:nvPr/>
          </p:nvSpPr>
          <p:spPr>
            <a:xfrm>
              <a:off x="-818525" y="2016775"/>
              <a:ext cx="24400" cy="6725"/>
            </a:xfrm>
            <a:custGeom>
              <a:rect b="b" l="l" r="r" t="t"/>
              <a:pathLst>
                <a:path extrusionOk="0" h="269" w="976">
                  <a:moveTo>
                    <a:pt x="9" y="1"/>
                  </a:moveTo>
                  <a:cubicBezTo>
                    <a:pt x="2" y="1"/>
                    <a:pt x="0" y="3"/>
                    <a:pt x="3" y="6"/>
                  </a:cubicBezTo>
                  <a:cubicBezTo>
                    <a:pt x="214" y="82"/>
                    <a:pt x="426" y="150"/>
                    <a:pt x="637" y="201"/>
                  </a:cubicBezTo>
                  <a:lnTo>
                    <a:pt x="544" y="167"/>
                  </a:lnTo>
                  <a:lnTo>
                    <a:pt x="949" y="262"/>
                  </a:lnTo>
                  <a:lnTo>
                    <a:pt x="949" y="262"/>
                  </a:lnTo>
                  <a:cubicBezTo>
                    <a:pt x="666" y="193"/>
                    <a:pt x="79" y="1"/>
                    <a:pt x="9" y="1"/>
                  </a:cubicBezTo>
                  <a:close/>
                  <a:moveTo>
                    <a:pt x="949" y="262"/>
                  </a:moveTo>
                  <a:cubicBezTo>
                    <a:pt x="958" y="264"/>
                    <a:pt x="967" y="266"/>
                    <a:pt x="976" y="268"/>
                  </a:cubicBezTo>
                  <a:lnTo>
                    <a:pt x="949" y="26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7"/>
            <p:cNvSpPr/>
            <p:nvPr/>
          </p:nvSpPr>
          <p:spPr>
            <a:xfrm>
              <a:off x="-845350" y="2000800"/>
              <a:ext cx="9150" cy="3650"/>
            </a:xfrm>
            <a:custGeom>
              <a:rect b="b" l="l" r="r" t="t"/>
              <a:pathLst>
                <a:path extrusionOk="0" h="146" w="366">
                  <a:moveTo>
                    <a:pt x="2" y="0"/>
                  </a:moveTo>
                  <a:cubicBezTo>
                    <a:pt x="1" y="0"/>
                    <a:pt x="0" y="1"/>
                    <a:pt x="1" y="2"/>
                  </a:cubicBezTo>
                  <a:cubicBezTo>
                    <a:pt x="120" y="61"/>
                    <a:pt x="238" y="104"/>
                    <a:pt x="365" y="146"/>
                  </a:cubicBezTo>
                  <a:cubicBezTo>
                    <a:pt x="340" y="137"/>
                    <a:pt x="247" y="95"/>
                    <a:pt x="154" y="61"/>
                  </a:cubicBezTo>
                  <a:cubicBezTo>
                    <a:pt x="80" y="24"/>
                    <a:pt x="13" y="0"/>
                    <a:pt x="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7"/>
            <p:cNvSpPr/>
            <p:nvPr/>
          </p:nvSpPr>
          <p:spPr>
            <a:xfrm>
              <a:off x="-98350" y="2060900"/>
              <a:ext cx="5725" cy="4475"/>
            </a:xfrm>
            <a:custGeom>
              <a:rect b="b" l="l" r="r" t="t"/>
              <a:pathLst>
                <a:path extrusionOk="0" h="179" w="229">
                  <a:moveTo>
                    <a:pt x="135" y="0"/>
                  </a:moveTo>
                  <a:cubicBezTo>
                    <a:pt x="110" y="43"/>
                    <a:pt x="102" y="26"/>
                    <a:pt x="118" y="60"/>
                  </a:cubicBezTo>
                  <a:cubicBezTo>
                    <a:pt x="111" y="75"/>
                    <a:pt x="99" y="82"/>
                    <a:pt x="91" y="82"/>
                  </a:cubicBezTo>
                  <a:cubicBezTo>
                    <a:pt x="81" y="82"/>
                    <a:pt x="76" y="73"/>
                    <a:pt x="85" y="60"/>
                  </a:cubicBezTo>
                  <a:lnTo>
                    <a:pt x="85" y="60"/>
                  </a:lnTo>
                  <a:lnTo>
                    <a:pt x="25" y="119"/>
                  </a:lnTo>
                  <a:lnTo>
                    <a:pt x="25" y="119"/>
                  </a:lnTo>
                  <a:lnTo>
                    <a:pt x="68" y="102"/>
                  </a:lnTo>
                  <a:lnTo>
                    <a:pt x="68" y="102"/>
                  </a:lnTo>
                  <a:cubicBezTo>
                    <a:pt x="76" y="136"/>
                    <a:pt x="0" y="136"/>
                    <a:pt x="9" y="178"/>
                  </a:cubicBezTo>
                  <a:lnTo>
                    <a:pt x="85" y="127"/>
                  </a:lnTo>
                  <a:lnTo>
                    <a:pt x="85" y="136"/>
                  </a:lnTo>
                  <a:cubicBezTo>
                    <a:pt x="93" y="119"/>
                    <a:pt x="118" y="102"/>
                    <a:pt x="135" y="94"/>
                  </a:cubicBezTo>
                  <a:cubicBezTo>
                    <a:pt x="135" y="102"/>
                    <a:pt x="144" y="110"/>
                    <a:pt x="135" y="119"/>
                  </a:cubicBezTo>
                  <a:cubicBezTo>
                    <a:pt x="228" y="60"/>
                    <a:pt x="127" y="51"/>
                    <a:pt x="195" y="0"/>
                  </a:cubicBezTo>
                  <a:lnTo>
                    <a:pt x="178" y="0"/>
                  </a:lnTo>
                  <a:cubicBezTo>
                    <a:pt x="171" y="8"/>
                    <a:pt x="162" y="10"/>
                    <a:pt x="154" y="10"/>
                  </a:cubicBezTo>
                  <a:cubicBezTo>
                    <a:pt x="144" y="10"/>
                    <a:pt x="135" y="5"/>
                    <a:pt x="13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7"/>
            <p:cNvSpPr/>
            <p:nvPr/>
          </p:nvSpPr>
          <p:spPr>
            <a:xfrm>
              <a:off x="-93500" y="2057100"/>
              <a:ext cx="4900" cy="5875"/>
            </a:xfrm>
            <a:custGeom>
              <a:rect b="b" l="l" r="r" t="t"/>
              <a:pathLst>
                <a:path extrusionOk="0" h="235" w="196">
                  <a:moveTo>
                    <a:pt x="161" y="0"/>
                  </a:moveTo>
                  <a:lnTo>
                    <a:pt x="161" y="0"/>
                  </a:lnTo>
                  <a:cubicBezTo>
                    <a:pt x="128" y="34"/>
                    <a:pt x="119" y="34"/>
                    <a:pt x="102" y="68"/>
                  </a:cubicBezTo>
                  <a:cubicBezTo>
                    <a:pt x="77" y="85"/>
                    <a:pt x="43" y="93"/>
                    <a:pt x="18" y="102"/>
                  </a:cubicBezTo>
                  <a:cubicBezTo>
                    <a:pt x="9" y="119"/>
                    <a:pt x="18" y="127"/>
                    <a:pt x="1" y="144"/>
                  </a:cubicBezTo>
                  <a:lnTo>
                    <a:pt x="9" y="136"/>
                  </a:lnTo>
                  <a:lnTo>
                    <a:pt x="34" y="169"/>
                  </a:lnTo>
                  <a:cubicBezTo>
                    <a:pt x="43" y="161"/>
                    <a:pt x="60" y="152"/>
                    <a:pt x="68" y="144"/>
                  </a:cubicBezTo>
                  <a:lnTo>
                    <a:pt x="68" y="144"/>
                  </a:lnTo>
                  <a:lnTo>
                    <a:pt x="43" y="229"/>
                  </a:lnTo>
                  <a:cubicBezTo>
                    <a:pt x="50" y="233"/>
                    <a:pt x="56" y="234"/>
                    <a:pt x="63" y="234"/>
                  </a:cubicBezTo>
                  <a:cubicBezTo>
                    <a:pt x="98" y="234"/>
                    <a:pt x="133" y="186"/>
                    <a:pt x="161" y="186"/>
                  </a:cubicBezTo>
                  <a:cubicBezTo>
                    <a:pt x="120" y="179"/>
                    <a:pt x="151" y="167"/>
                    <a:pt x="129" y="167"/>
                  </a:cubicBezTo>
                  <a:cubicBezTo>
                    <a:pt x="123" y="167"/>
                    <a:pt x="115" y="168"/>
                    <a:pt x="102" y="169"/>
                  </a:cubicBezTo>
                  <a:lnTo>
                    <a:pt x="111" y="119"/>
                  </a:lnTo>
                  <a:lnTo>
                    <a:pt x="161" y="93"/>
                  </a:lnTo>
                  <a:cubicBezTo>
                    <a:pt x="154" y="78"/>
                    <a:pt x="180" y="50"/>
                    <a:pt x="162" y="50"/>
                  </a:cubicBezTo>
                  <a:cubicBezTo>
                    <a:pt x="159" y="50"/>
                    <a:pt x="157" y="50"/>
                    <a:pt x="153" y="51"/>
                  </a:cubicBezTo>
                  <a:cubicBezTo>
                    <a:pt x="153" y="59"/>
                    <a:pt x="144" y="68"/>
                    <a:pt x="136" y="68"/>
                  </a:cubicBezTo>
                  <a:cubicBezTo>
                    <a:pt x="128" y="43"/>
                    <a:pt x="195" y="17"/>
                    <a:pt x="16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7"/>
            <p:cNvSpPr/>
            <p:nvPr/>
          </p:nvSpPr>
          <p:spPr>
            <a:xfrm>
              <a:off x="-93500" y="2060700"/>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7"/>
            <p:cNvSpPr/>
            <p:nvPr/>
          </p:nvSpPr>
          <p:spPr>
            <a:xfrm>
              <a:off x="-65575" y="1992600"/>
              <a:ext cx="5300" cy="2975"/>
            </a:xfrm>
            <a:custGeom>
              <a:rect b="b" l="l" r="r" t="t"/>
              <a:pathLst>
                <a:path extrusionOk="0" h="119" w="212">
                  <a:moveTo>
                    <a:pt x="136" y="0"/>
                  </a:moveTo>
                  <a:lnTo>
                    <a:pt x="136" y="0"/>
                  </a:lnTo>
                  <a:cubicBezTo>
                    <a:pt x="132" y="0"/>
                    <a:pt x="130" y="1"/>
                    <a:pt x="128" y="3"/>
                  </a:cubicBezTo>
                  <a:lnTo>
                    <a:pt x="128" y="3"/>
                  </a:lnTo>
                  <a:lnTo>
                    <a:pt x="136" y="0"/>
                  </a:lnTo>
                  <a:close/>
                  <a:moveTo>
                    <a:pt x="128" y="3"/>
                  </a:moveTo>
                  <a:lnTo>
                    <a:pt x="0" y="42"/>
                  </a:lnTo>
                  <a:cubicBezTo>
                    <a:pt x="7" y="46"/>
                    <a:pt x="13" y="47"/>
                    <a:pt x="19" y="47"/>
                  </a:cubicBezTo>
                  <a:cubicBezTo>
                    <a:pt x="34" y="47"/>
                    <a:pt x="44" y="38"/>
                    <a:pt x="62" y="38"/>
                  </a:cubicBezTo>
                  <a:cubicBezTo>
                    <a:pt x="66" y="38"/>
                    <a:pt x="70" y="38"/>
                    <a:pt x="74" y="39"/>
                  </a:cubicBezTo>
                  <a:lnTo>
                    <a:pt x="74" y="39"/>
                  </a:lnTo>
                  <a:cubicBezTo>
                    <a:pt x="67" y="40"/>
                    <a:pt x="59" y="45"/>
                    <a:pt x="59" y="51"/>
                  </a:cubicBezTo>
                  <a:lnTo>
                    <a:pt x="212" y="119"/>
                  </a:lnTo>
                  <a:cubicBezTo>
                    <a:pt x="212" y="103"/>
                    <a:pt x="185" y="75"/>
                    <a:pt x="197" y="75"/>
                  </a:cubicBezTo>
                  <a:lnTo>
                    <a:pt x="197" y="75"/>
                  </a:lnTo>
                  <a:cubicBezTo>
                    <a:pt x="198" y="75"/>
                    <a:pt x="201" y="75"/>
                    <a:pt x="203" y="76"/>
                  </a:cubicBezTo>
                  <a:cubicBezTo>
                    <a:pt x="191" y="64"/>
                    <a:pt x="174" y="56"/>
                    <a:pt x="159" y="56"/>
                  </a:cubicBezTo>
                  <a:cubicBezTo>
                    <a:pt x="154" y="56"/>
                    <a:pt x="149" y="57"/>
                    <a:pt x="144" y="59"/>
                  </a:cubicBezTo>
                  <a:lnTo>
                    <a:pt x="161" y="51"/>
                  </a:lnTo>
                  <a:lnTo>
                    <a:pt x="161" y="51"/>
                  </a:lnTo>
                  <a:cubicBezTo>
                    <a:pt x="158" y="51"/>
                    <a:pt x="155" y="52"/>
                    <a:pt x="153" y="52"/>
                  </a:cubicBezTo>
                  <a:cubicBezTo>
                    <a:pt x="122" y="52"/>
                    <a:pt x="114" y="13"/>
                    <a:pt x="128" y="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7"/>
            <p:cNvSpPr/>
            <p:nvPr/>
          </p:nvSpPr>
          <p:spPr>
            <a:xfrm>
              <a:off x="-143400" y="1957275"/>
              <a:ext cx="650" cy="25"/>
            </a:xfrm>
            <a:custGeom>
              <a:rect b="b" l="l" r="r" t="t"/>
              <a:pathLst>
                <a:path extrusionOk="0" h="1" w="26">
                  <a:moveTo>
                    <a:pt x="0" y="0"/>
                  </a:moveTo>
                  <a:lnTo>
                    <a:pt x="26" y="0"/>
                  </a:lnTo>
                  <a:cubicBezTo>
                    <a:pt x="17" y="0"/>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7"/>
            <p:cNvSpPr/>
            <p:nvPr/>
          </p:nvSpPr>
          <p:spPr>
            <a:xfrm>
              <a:off x="-67475" y="1993650"/>
              <a:ext cx="1075" cy="450"/>
            </a:xfrm>
            <a:custGeom>
              <a:rect b="b" l="l" r="r" t="t"/>
              <a:pathLst>
                <a:path extrusionOk="0" h="18" w="43">
                  <a:moveTo>
                    <a:pt x="42" y="0"/>
                  </a:moveTo>
                  <a:lnTo>
                    <a:pt x="0" y="17"/>
                  </a:lnTo>
                  <a:cubicBezTo>
                    <a:pt x="17" y="17"/>
                    <a:pt x="25" y="9"/>
                    <a:pt x="4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7"/>
            <p:cNvSpPr/>
            <p:nvPr/>
          </p:nvSpPr>
          <p:spPr>
            <a:xfrm>
              <a:off x="-57125" y="1986450"/>
              <a:ext cx="450" cy="250"/>
            </a:xfrm>
            <a:custGeom>
              <a:rect b="b" l="l" r="r" t="t"/>
              <a:pathLst>
                <a:path extrusionOk="0" h="10" w="18">
                  <a:moveTo>
                    <a:pt x="18" y="1"/>
                  </a:moveTo>
                  <a:lnTo>
                    <a:pt x="18" y="1"/>
                  </a:lnTo>
                  <a:lnTo>
                    <a:pt x="1" y="9"/>
                  </a:ln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7"/>
            <p:cNvSpPr/>
            <p:nvPr/>
          </p:nvSpPr>
          <p:spPr>
            <a:xfrm>
              <a:off x="-85450" y="1988350"/>
              <a:ext cx="225" cy="25"/>
            </a:xfrm>
            <a:custGeom>
              <a:rect b="b" l="l" r="r" t="t"/>
              <a:pathLst>
                <a:path extrusionOk="0" h="1" w="9">
                  <a:moveTo>
                    <a:pt x="9" y="1"/>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7"/>
            <p:cNvSpPr/>
            <p:nvPr/>
          </p:nvSpPr>
          <p:spPr>
            <a:xfrm>
              <a:off x="-49500" y="1986575"/>
              <a:ext cx="5100" cy="1875"/>
            </a:xfrm>
            <a:custGeom>
              <a:rect b="b" l="l" r="r" t="t"/>
              <a:pathLst>
                <a:path extrusionOk="0" h="75" w="204">
                  <a:moveTo>
                    <a:pt x="96" y="0"/>
                  </a:moveTo>
                  <a:cubicBezTo>
                    <a:pt x="92" y="0"/>
                    <a:pt x="90" y="1"/>
                    <a:pt x="93" y="4"/>
                  </a:cubicBezTo>
                  <a:lnTo>
                    <a:pt x="102" y="4"/>
                  </a:lnTo>
                  <a:cubicBezTo>
                    <a:pt x="51" y="30"/>
                    <a:pt x="68" y="47"/>
                    <a:pt x="0" y="47"/>
                  </a:cubicBezTo>
                  <a:cubicBezTo>
                    <a:pt x="13" y="68"/>
                    <a:pt x="26" y="74"/>
                    <a:pt x="38" y="74"/>
                  </a:cubicBezTo>
                  <a:cubicBezTo>
                    <a:pt x="51" y="74"/>
                    <a:pt x="64" y="68"/>
                    <a:pt x="76" y="63"/>
                  </a:cubicBezTo>
                  <a:lnTo>
                    <a:pt x="102" y="63"/>
                  </a:lnTo>
                  <a:lnTo>
                    <a:pt x="178" y="47"/>
                  </a:lnTo>
                  <a:lnTo>
                    <a:pt x="203" y="38"/>
                  </a:lnTo>
                  <a:lnTo>
                    <a:pt x="119" y="30"/>
                  </a:lnTo>
                  <a:cubicBezTo>
                    <a:pt x="136" y="21"/>
                    <a:pt x="102" y="13"/>
                    <a:pt x="119" y="4"/>
                  </a:cubicBezTo>
                  <a:cubicBezTo>
                    <a:pt x="119" y="4"/>
                    <a:pt x="104" y="0"/>
                    <a:pt x="9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7"/>
            <p:cNvSpPr/>
            <p:nvPr/>
          </p:nvSpPr>
          <p:spPr>
            <a:xfrm>
              <a:off x="-116975" y="1962975"/>
              <a:ext cx="25" cy="25"/>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7"/>
            <p:cNvSpPr/>
            <p:nvPr/>
          </p:nvSpPr>
          <p:spPr>
            <a:xfrm>
              <a:off x="-116975" y="1962775"/>
              <a:ext cx="650" cy="225"/>
            </a:xfrm>
            <a:custGeom>
              <a:rect b="b" l="l" r="r" t="t"/>
              <a:pathLst>
                <a:path extrusionOk="0" h="9" w="26">
                  <a:moveTo>
                    <a:pt x="9" y="0"/>
                  </a:moveTo>
                  <a:lnTo>
                    <a:pt x="1" y="9"/>
                  </a:lnTo>
                  <a:cubicBezTo>
                    <a:pt x="9" y="9"/>
                    <a:pt x="26" y="9"/>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7"/>
            <p:cNvSpPr/>
            <p:nvPr/>
          </p:nvSpPr>
          <p:spPr>
            <a:xfrm>
              <a:off x="-66425" y="1993225"/>
              <a:ext cx="875" cy="450"/>
            </a:xfrm>
            <a:custGeom>
              <a:rect b="b" l="l" r="r" t="t"/>
              <a:pathLst>
                <a:path extrusionOk="0" h="18" w="35">
                  <a:moveTo>
                    <a:pt x="26" y="0"/>
                  </a:moveTo>
                  <a:cubicBezTo>
                    <a:pt x="20" y="7"/>
                    <a:pt x="14" y="13"/>
                    <a:pt x="7" y="16"/>
                  </a:cubicBezTo>
                  <a:lnTo>
                    <a:pt x="7" y="16"/>
                  </a:lnTo>
                  <a:lnTo>
                    <a:pt x="34" y="9"/>
                  </a:lnTo>
                  <a:lnTo>
                    <a:pt x="26" y="0"/>
                  </a:lnTo>
                  <a:close/>
                  <a:moveTo>
                    <a:pt x="7" y="16"/>
                  </a:moveTo>
                  <a:lnTo>
                    <a:pt x="0" y="17"/>
                  </a:lnTo>
                  <a:cubicBezTo>
                    <a:pt x="3" y="17"/>
                    <a:pt x="5" y="17"/>
                    <a:pt x="7" y="1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7"/>
            <p:cNvSpPr/>
            <p:nvPr/>
          </p:nvSpPr>
          <p:spPr>
            <a:xfrm>
              <a:off x="-63675" y="1991950"/>
              <a:ext cx="2125" cy="675"/>
            </a:xfrm>
            <a:custGeom>
              <a:rect b="b" l="l" r="r" t="t"/>
              <a:pathLst>
                <a:path extrusionOk="0" h="27" w="85">
                  <a:moveTo>
                    <a:pt x="0" y="1"/>
                  </a:moveTo>
                  <a:lnTo>
                    <a:pt x="60" y="26"/>
                  </a:lnTo>
                  <a:lnTo>
                    <a:pt x="85" y="18"/>
                  </a:lnTo>
                  <a:cubicBezTo>
                    <a:pt x="60" y="18"/>
                    <a:pt x="34"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7"/>
            <p:cNvSpPr/>
            <p:nvPr/>
          </p:nvSpPr>
          <p:spPr>
            <a:xfrm>
              <a:off x="-93075" y="1987325"/>
              <a:ext cx="25825" cy="8925"/>
            </a:xfrm>
            <a:custGeom>
              <a:rect b="b" l="l" r="r" t="t"/>
              <a:pathLst>
                <a:path extrusionOk="0" h="357" w="1033">
                  <a:moveTo>
                    <a:pt x="367" y="38"/>
                  </a:moveTo>
                  <a:cubicBezTo>
                    <a:pt x="347" y="38"/>
                    <a:pt x="330" y="42"/>
                    <a:pt x="314" y="42"/>
                  </a:cubicBezTo>
                  <a:cubicBezTo>
                    <a:pt x="349" y="50"/>
                    <a:pt x="358" y="59"/>
                    <a:pt x="357" y="68"/>
                  </a:cubicBezTo>
                  <a:lnTo>
                    <a:pt x="357" y="68"/>
                  </a:lnTo>
                  <a:cubicBezTo>
                    <a:pt x="376" y="61"/>
                    <a:pt x="429" y="62"/>
                    <a:pt x="398" y="42"/>
                  </a:cubicBezTo>
                  <a:cubicBezTo>
                    <a:pt x="387" y="39"/>
                    <a:pt x="377" y="38"/>
                    <a:pt x="367" y="38"/>
                  </a:cubicBezTo>
                  <a:close/>
                  <a:moveTo>
                    <a:pt x="357" y="68"/>
                  </a:moveTo>
                  <a:cubicBezTo>
                    <a:pt x="352" y="71"/>
                    <a:pt x="349" y="74"/>
                    <a:pt x="354" y="78"/>
                  </a:cubicBezTo>
                  <a:lnTo>
                    <a:pt x="354" y="78"/>
                  </a:lnTo>
                  <a:cubicBezTo>
                    <a:pt x="356" y="75"/>
                    <a:pt x="357" y="72"/>
                    <a:pt x="357" y="68"/>
                  </a:cubicBezTo>
                  <a:close/>
                  <a:moveTo>
                    <a:pt x="74" y="1"/>
                  </a:moveTo>
                  <a:cubicBezTo>
                    <a:pt x="53" y="1"/>
                    <a:pt x="43" y="11"/>
                    <a:pt x="26" y="17"/>
                  </a:cubicBezTo>
                  <a:cubicBezTo>
                    <a:pt x="1" y="50"/>
                    <a:pt x="77" y="67"/>
                    <a:pt x="85" y="101"/>
                  </a:cubicBezTo>
                  <a:cubicBezTo>
                    <a:pt x="85" y="93"/>
                    <a:pt x="77" y="84"/>
                    <a:pt x="85" y="84"/>
                  </a:cubicBezTo>
                  <a:lnTo>
                    <a:pt x="119" y="101"/>
                  </a:lnTo>
                  <a:cubicBezTo>
                    <a:pt x="85" y="76"/>
                    <a:pt x="136" y="76"/>
                    <a:pt x="161" y="76"/>
                  </a:cubicBezTo>
                  <a:cubicBezTo>
                    <a:pt x="178" y="84"/>
                    <a:pt x="204" y="93"/>
                    <a:pt x="195" y="101"/>
                  </a:cubicBezTo>
                  <a:lnTo>
                    <a:pt x="170" y="101"/>
                  </a:lnTo>
                  <a:cubicBezTo>
                    <a:pt x="195" y="127"/>
                    <a:pt x="246" y="101"/>
                    <a:pt x="263" y="135"/>
                  </a:cubicBezTo>
                  <a:cubicBezTo>
                    <a:pt x="263" y="143"/>
                    <a:pt x="246" y="143"/>
                    <a:pt x="246" y="143"/>
                  </a:cubicBezTo>
                  <a:cubicBezTo>
                    <a:pt x="288" y="143"/>
                    <a:pt x="330" y="143"/>
                    <a:pt x="373" y="160"/>
                  </a:cubicBezTo>
                  <a:lnTo>
                    <a:pt x="330" y="177"/>
                  </a:lnTo>
                  <a:cubicBezTo>
                    <a:pt x="340" y="175"/>
                    <a:pt x="349" y="173"/>
                    <a:pt x="359" y="173"/>
                  </a:cubicBezTo>
                  <a:cubicBezTo>
                    <a:pt x="413" y="173"/>
                    <a:pt x="475" y="210"/>
                    <a:pt x="525" y="253"/>
                  </a:cubicBezTo>
                  <a:cubicBezTo>
                    <a:pt x="525" y="245"/>
                    <a:pt x="508" y="236"/>
                    <a:pt x="525" y="228"/>
                  </a:cubicBezTo>
                  <a:cubicBezTo>
                    <a:pt x="559" y="236"/>
                    <a:pt x="576" y="279"/>
                    <a:pt x="550" y="287"/>
                  </a:cubicBezTo>
                  <a:cubicBezTo>
                    <a:pt x="554" y="286"/>
                    <a:pt x="558" y="285"/>
                    <a:pt x="563" y="285"/>
                  </a:cubicBezTo>
                  <a:cubicBezTo>
                    <a:pt x="609" y="285"/>
                    <a:pt x="670" y="357"/>
                    <a:pt x="722" y="357"/>
                  </a:cubicBezTo>
                  <a:cubicBezTo>
                    <a:pt x="727" y="357"/>
                    <a:pt x="732" y="356"/>
                    <a:pt x="736" y="355"/>
                  </a:cubicBezTo>
                  <a:lnTo>
                    <a:pt x="1033" y="270"/>
                  </a:lnTo>
                  <a:lnTo>
                    <a:pt x="1007" y="270"/>
                  </a:lnTo>
                  <a:cubicBezTo>
                    <a:pt x="999" y="228"/>
                    <a:pt x="982" y="228"/>
                    <a:pt x="1033" y="220"/>
                  </a:cubicBezTo>
                  <a:cubicBezTo>
                    <a:pt x="1001" y="220"/>
                    <a:pt x="993" y="234"/>
                    <a:pt x="970" y="234"/>
                  </a:cubicBezTo>
                  <a:cubicBezTo>
                    <a:pt x="962" y="234"/>
                    <a:pt x="952" y="232"/>
                    <a:pt x="940" y="228"/>
                  </a:cubicBezTo>
                  <a:cubicBezTo>
                    <a:pt x="965" y="220"/>
                    <a:pt x="990" y="186"/>
                    <a:pt x="940" y="160"/>
                  </a:cubicBezTo>
                  <a:cubicBezTo>
                    <a:pt x="915" y="156"/>
                    <a:pt x="892" y="154"/>
                    <a:pt x="868" y="154"/>
                  </a:cubicBezTo>
                  <a:cubicBezTo>
                    <a:pt x="770" y="154"/>
                    <a:pt x="678" y="187"/>
                    <a:pt x="578" y="187"/>
                  </a:cubicBezTo>
                  <a:cubicBezTo>
                    <a:pt x="569" y="187"/>
                    <a:pt x="560" y="186"/>
                    <a:pt x="550" y="186"/>
                  </a:cubicBezTo>
                  <a:cubicBezTo>
                    <a:pt x="559" y="160"/>
                    <a:pt x="466" y="127"/>
                    <a:pt x="424" y="101"/>
                  </a:cubicBezTo>
                  <a:cubicBezTo>
                    <a:pt x="440" y="93"/>
                    <a:pt x="457" y="88"/>
                    <a:pt x="474" y="88"/>
                  </a:cubicBezTo>
                  <a:cubicBezTo>
                    <a:pt x="491" y="88"/>
                    <a:pt x="508" y="93"/>
                    <a:pt x="525" y="101"/>
                  </a:cubicBezTo>
                  <a:lnTo>
                    <a:pt x="440" y="59"/>
                  </a:lnTo>
                  <a:lnTo>
                    <a:pt x="398" y="101"/>
                  </a:lnTo>
                  <a:cubicBezTo>
                    <a:pt x="372" y="91"/>
                    <a:pt x="359" y="84"/>
                    <a:pt x="354" y="78"/>
                  </a:cubicBezTo>
                  <a:lnTo>
                    <a:pt x="354" y="78"/>
                  </a:lnTo>
                  <a:cubicBezTo>
                    <a:pt x="345" y="95"/>
                    <a:pt x="324" y="112"/>
                    <a:pt x="381" y="127"/>
                  </a:cubicBezTo>
                  <a:cubicBezTo>
                    <a:pt x="370" y="138"/>
                    <a:pt x="355" y="143"/>
                    <a:pt x="340" y="143"/>
                  </a:cubicBezTo>
                  <a:cubicBezTo>
                    <a:pt x="311" y="143"/>
                    <a:pt x="279" y="126"/>
                    <a:pt x="263" y="110"/>
                  </a:cubicBezTo>
                  <a:cubicBezTo>
                    <a:pt x="250" y="88"/>
                    <a:pt x="261" y="86"/>
                    <a:pt x="278" y="86"/>
                  </a:cubicBezTo>
                  <a:cubicBezTo>
                    <a:pt x="282" y="86"/>
                    <a:pt x="286" y="86"/>
                    <a:pt x="291" y="86"/>
                  </a:cubicBezTo>
                  <a:cubicBezTo>
                    <a:pt x="305" y="86"/>
                    <a:pt x="321" y="85"/>
                    <a:pt x="330" y="76"/>
                  </a:cubicBezTo>
                  <a:cubicBezTo>
                    <a:pt x="317" y="71"/>
                    <a:pt x="308" y="69"/>
                    <a:pt x="302" y="69"/>
                  </a:cubicBezTo>
                  <a:cubicBezTo>
                    <a:pt x="287" y="69"/>
                    <a:pt x="283" y="78"/>
                    <a:pt x="271" y="84"/>
                  </a:cubicBezTo>
                  <a:cubicBezTo>
                    <a:pt x="212" y="50"/>
                    <a:pt x="119" y="67"/>
                    <a:pt x="111" y="8"/>
                  </a:cubicBezTo>
                  <a:cubicBezTo>
                    <a:pt x="95" y="3"/>
                    <a:pt x="83" y="1"/>
                    <a:pt x="7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7"/>
            <p:cNvSpPr/>
            <p:nvPr/>
          </p:nvSpPr>
          <p:spPr>
            <a:xfrm>
              <a:off x="-75300" y="1990675"/>
              <a:ext cx="225" cy="250"/>
            </a:xfrm>
            <a:custGeom>
              <a:rect b="b" l="l" r="r" t="t"/>
              <a:pathLst>
                <a:path extrusionOk="0" h="10" w="9">
                  <a:moveTo>
                    <a:pt x="0" y="1"/>
                  </a:moveTo>
                  <a:cubicBezTo>
                    <a:pt x="0" y="9"/>
                    <a:pt x="0" y="9"/>
                    <a:pt x="9" y="9"/>
                  </a:cubicBezTo>
                  <a:cubicBezTo>
                    <a:pt x="9" y="9"/>
                    <a:pt x="0"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7"/>
            <p:cNvSpPr/>
            <p:nvPr/>
          </p:nvSpPr>
          <p:spPr>
            <a:xfrm>
              <a:off x="-80375" y="1989850"/>
              <a:ext cx="425" cy="25"/>
            </a:xfrm>
            <a:custGeom>
              <a:rect b="b" l="l" r="r" t="t"/>
              <a:pathLst>
                <a:path extrusionOk="0" h="1" w="17">
                  <a:moveTo>
                    <a:pt x="17" y="0"/>
                  </a:moveTo>
                  <a:lnTo>
                    <a:pt x="17"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7"/>
            <p:cNvSpPr/>
            <p:nvPr/>
          </p:nvSpPr>
          <p:spPr>
            <a:xfrm>
              <a:off x="-66000" y="1991525"/>
              <a:ext cx="650" cy="250"/>
            </a:xfrm>
            <a:custGeom>
              <a:rect b="b" l="l" r="r" t="t"/>
              <a:pathLst>
                <a:path extrusionOk="0" h="10" w="26">
                  <a:moveTo>
                    <a:pt x="9" y="1"/>
                  </a:moveTo>
                  <a:cubicBezTo>
                    <a:pt x="0" y="1"/>
                    <a:pt x="0" y="1"/>
                    <a:pt x="0" y="9"/>
                  </a:cubicBezTo>
                  <a:cubicBezTo>
                    <a:pt x="9" y="9"/>
                    <a:pt x="17" y="9"/>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7"/>
            <p:cNvSpPr/>
            <p:nvPr/>
          </p:nvSpPr>
          <p:spPr>
            <a:xfrm>
              <a:off x="-66000" y="1993025"/>
              <a:ext cx="225" cy="225"/>
            </a:xfrm>
            <a:custGeom>
              <a:rect b="b" l="l" r="r" t="t"/>
              <a:pathLst>
                <a:path extrusionOk="0" h="9" w="9">
                  <a:moveTo>
                    <a:pt x="9" y="0"/>
                  </a:moveTo>
                  <a:lnTo>
                    <a:pt x="0" y="8"/>
                  </a:lnTo>
                  <a:lnTo>
                    <a:pt x="9" y="8"/>
                  </a:lnTo>
                  <a:cubicBezTo>
                    <a:pt x="9" y="8"/>
                    <a:pt x="9" y="8"/>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7"/>
            <p:cNvSpPr/>
            <p:nvPr/>
          </p:nvSpPr>
          <p:spPr>
            <a:xfrm>
              <a:off x="-92650" y="1979475"/>
              <a:ext cx="225" cy="25"/>
            </a:xfrm>
            <a:custGeom>
              <a:rect b="b" l="l" r="r" t="t"/>
              <a:pathLst>
                <a:path extrusionOk="0" h="1" w="9">
                  <a:moveTo>
                    <a:pt x="9" y="1"/>
                  </a:moveTo>
                  <a:lnTo>
                    <a:pt x="0" y="1"/>
                  </a:lnTo>
                  <a:cubicBezTo>
                    <a:pt x="0" y="1"/>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7"/>
            <p:cNvSpPr/>
            <p:nvPr/>
          </p:nvSpPr>
          <p:spPr>
            <a:xfrm>
              <a:off x="-87575" y="1985350"/>
              <a:ext cx="13775" cy="5350"/>
            </a:xfrm>
            <a:custGeom>
              <a:rect b="b" l="l" r="r" t="t"/>
              <a:pathLst>
                <a:path extrusionOk="0" h="214" w="551">
                  <a:moveTo>
                    <a:pt x="22" y="0"/>
                  </a:moveTo>
                  <a:cubicBezTo>
                    <a:pt x="12" y="0"/>
                    <a:pt x="4" y="6"/>
                    <a:pt x="0" y="19"/>
                  </a:cubicBezTo>
                  <a:cubicBezTo>
                    <a:pt x="26" y="28"/>
                    <a:pt x="51" y="36"/>
                    <a:pt x="85" y="36"/>
                  </a:cubicBezTo>
                  <a:lnTo>
                    <a:pt x="60" y="79"/>
                  </a:lnTo>
                  <a:cubicBezTo>
                    <a:pt x="66" y="81"/>
                    <a:pt x="71" y="82"/>
                    <a:pt x="75" y="82"/>
                  </a:cubicBezTo>
                  <a:cubicBezTo>
                    <a:pt x="91" y="82"/>
                    <a:pt x="89" y="63"/>
                    <a:pt x="109" y="63"/>
                  </a:cubicBezTo>
                  <a:cubicBezTo>
                    <a:pt x="115" y="63"/>
                    <a:pt x="124" y="65"/>
                    <a:pt x="136" y="70"/>
                  </a:cubicBezTo>
                  <a:lnTo>
                    <a:pt x="119" y="62"/>
                  </a:lnTo>
                  <a:lnTo>
                    <a:pt x="119" y="62"/>
                  </a:lnTo>
                  <a:cubicBezTo>
                    <a:pt x="178" y="79"/>
                    <a:pt x="237" y="96"/>
                    <a:pt x="297" y="129"/>
                  </a:cubicBezTo>
                  <a:cubicBezTo>
                    <a:pt x="280" y="138"/>
                    <a:pt x="313" y="163"/>
                    <a:pt x="305" y="180"/>
                  </a:cubicBezTo>
                  <a:cubicBezTo>
                    <a:pt x="320" y="190"/>
                    <a:pt x="341" y="194"/>
                    <a:pt x="362" y="194"/>
                  </a:cubicBezTo>
                  <a:cubicBezTo>
                    <a:pt x="377" y="194"/>
                    <a:pt x="393" y="192"/>
                    <a:pt x="407" y="189"/>
                  </a:cubicBezTo>
                  <a:cubicBezTo>
                    <a:pt x="423" y="206"/>
                    <a:pt x="466" y="197"/>
                    <a:pt x="491" y="214"/>
                  </a:cubicBezTo>
                  <a:cubicBezTo>
                    <a:pt x="491" y="197"/>
                    <a:pt x="550" y="189"/>
                    <a:pt x="474" y="180"/>
                  </a:cubicBezTo>
                  <a:lnTo>
                    <a:pt x="483" y="180"/>
                  </a:lnTo>
                  <a:cubicBezTo>
                    <a:pt x="449" y="138"/>
                    <a:pt x="423" y="163"/>
                    <a:pt x="381" y="146"/>
                  </a:cubicBezTo>
                  <a:cubicBezTo>
                    <a:pt x="373" y="134"/>
                    <a:pt x="383" y="131"/>
                    <a:pt x="394" y="131"/>
                  </a:cubicBezTo>
                  <a:cubicBezTo>
                    <a:pt x="399" y="131"/>
                    <a:pt x="404" y="132"/>
                    <a:pt x="407" y="132"/>
                  </a:cubicBezTo>
                  <a:cubicBezTo>
                    <a:pt x="410" y="132"/>
                    <a:pt x="411" y="131"/>
                    <a:pt x="407" y="129"/>
                  </a:cubicBezTo>
                  <a:cubicBezTo>
                    <a:pt x="368" y="123"/>
                    <a:pt x="311" y="78"/>
                    <a:pt x="278" y="78"/>
                  </a:cubicBezTo>
                  <a:cubicBezTo>
                    <a:pt x="267" y="78"/>
                    <a:pt x="258" y="83"/>
                    <a:pt x="254" y="96"/>
                  </a:cubicBezTo>
                  <a:cubicBezTo>
                    <a:pt x="212" y="87"/>
                    <a:pt x="212" y="70"/>
                    <a:pt x="212" y="62"/>
                  </a:cubicBezTo>
                  <a:cubicBezTo>
                    <a:pt x="205" y="64"/>
                    <a:pt x="198" y="65"/>
                    <a:pt x="191" y="65"/>
                  </a:cubicBezTo>
                  <a:cubicBezTo>
                    <a:pt x="133" y="65"/>
                    <a:pt x="59" y="0"/>
                    <a:pt x="2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7"/>
            <p:cNvSpPr/>
            <p:nvPr/>
          </p:nvSpPr>
          <p:spPr>
            <a:xfrm>
              <a:off x="-68125" y="1990900"/>
              <a:ext cx="250" cy="25"/>
            </a:xfrm>
            <a:custGeom>
              <a:rect b="b" l="l" r="r" t="t"/>
              <a:pathLst>
                <a:path extrusionOk="0" h="1" w="10">
                  <a:moveTo>
                    <a:pt x="9" y="0"/>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7"/>
            <p:cNvSpPr/>
            <p:nvPr/>
          </p:nvSpPr>
          <p:spPr>
            <a:xfrm>
              <a:off x="-70025" y="1995575"/>
              <a:ext cx="13550" cy="6975"/>
            </a:xfrm>
            <a:custGeom>
              <a:rect b="b" l="l" r="r" t="t"/>
              <a:pathLst>
                <a:path extrusionOk="0" h="279" w="542">
                  <a:moveTo>
                    <a:pt x="449" y="211"/>
                  </a:moveTo>
                  <a:lnTo>
                    <a:pt x="483" y="228"/>
                  </a:lnTo>
                  <a:cubicBezTo>
                    <a:pt x="466" y="228"/>
                    <a:pt x="457" y="219"/>
                    <a:pt x="449" y="211"/>
                  </a:cubicBezTo>
                  <a:close/>
                  <a:moveTo>
                    <a:pt x="63" y="1"/>
                  </a:moveTo>
                  <a:cubicBezTo>
                    <a:pt x="41" y="1"/>
                    <a:pt x="37" y="17"/>
                    <a:pt x="31" y="29"/>
                  </a:cubicBezTo>
                  <a:lnTo>
                    <a:pt x="31" y="29"/>
                  </a:lnTo>
                  <a:cubicBezTo>
                    <a:pt x="31" y="29"/>
                    <a:pt x="32" y="29"/>
                    <a:pt x="32" y="29"/>
                  </a:cubicBezTo>
                  <a:cubicBezTo>
                    <a:pt x="37" y="29"/>
                    <a:pt x="39" y="33"/>
                    <a:pt x="34" y="42"/>
                  </a:cubicBezTo>
                  <a:cubicBezTo>
                    <a:pt x="33" y="43"/>
                    <a:pt x="32" y="44"/>
                    <a:pt x="30" y="44"/>
                  </a:cubicBezTo>
                  <a:cubicBezTo>
                    <a:pt x="27" y="44"/>
                    <a:pt x="23" y="42"/>
                    <a:pt x="20" y="41"/>
                  </a:cubicBezTo>
                  <a:lnTo>
                    <a:pt x="20" y="41"/>
                  </a:lnTo>
                  <a:cubicBezTo>
                    <a:pt x="19" y="41"/>
                    <a:pt x="18" y="42"/>
                    <a:pt x="18" y="42"/>
                  </a:cubicBezTo>
                  <a:cubicBezTo>
                    <a:pt x="18" y="41"/>
                    <a:pt x="18" y="41"/>
                    <a:pt x="18" y="40"/>
                  </a:cubicBezTo>
                  <a:lnTo>
                    <a:pt x="18" y="40"/>
                  </a:lnTo>
                  <a:cubicBezTo>
                    <a:pt x="19" y="41"/>
                    <a:pt x="19" y="41"/>
                    <a:pt x="20" y="41"/>
                  </a:cubicBezTo>
                  <a:lnTo>
                    <a:pt x="20" y="41"/>
                  </a:lnTo>
                  <a:cubicBezTo>
                    <a:pt x="25" y="39"/>
                    <a:pt x="28" y="34"/>
                    <a:pt x="31" y="29"/>
                  </a:cubicBezTo>
                  <a:lnTo>
                    <a:pt x="31" y="29"/>
                  </a:lnTo>
                  <a:cubicBezTo>
                    <a:pt x="27" y="30"/>
                    <a:pt x="22" y="34"/>
                    <a:pt x="18" y="40"/>
                  </a:cubicBezTo>
                  <a:lnTo>
                    <a:pt x="18" y="40"/>
                  </a:lnTo>
                  <a:cubicBezTo>
                    <a:pt x="13" y="38"/>
                    <a:pt x="8" y="36"/>
                    <a:pt x="5" y="36"/>
                  </a:cubicBezTo>
                  <a:cubicBezTo>
                    <a:pt x="2" y="36"/>
                    <a:pt x="1" y="37"/>
                    <a:pt x="1" y="42"/>
                  </a:cubicBezTo>
                  <a:cubicBezTo>
                    <a:pt x="9" y="50"/>
                    <a:pt x="26" y="50"/>
                    <a:pt x="34" y="50"/>
                  </a:cubicBezTo>
                  <a:cubicBezTo>
                    <a:pt x="9" y="59"/>
                    <a:pt x="60" y="93"/>
                    <a:pt x="77" y="101"/>
                  </a:cubicBezTo>
                  <a:cubicBezTo>
                    <a:pt x="153" y="118"/>
                    <a:pt x="221" y="143"/>
                    <a:pt x="288" y="177"/>
                  </a:cubicBezTo>
                  <a:cubicBezTo>
                    <a:pt x="284" y="177"/>
                    <a:pt x="280" y="175"/>
                    <a:pt x="277" y="175"/>
                  </a:cubicBezTo>
                  <a:cubicBezTo>
                    <a:pt x="273" y="175"/>
                    <a:pt x="271" y="177"/>
                    <a:pt x="271" y="186"/>
                  </a:cubicBezTo>
                  <a:cubicBezTo>
                    <a:pt x="347" y="219"/>
                    <a:pt x="424" y="253"/>
                    <a:pt x="500" y="279"/>
                  </a:cubicBezTo>
                  <a:lnTo>
                    <a:pt x="534" y="245"/>
                  </a:lnTo>
                  <a:cubicBezTo>
                    <a:pt x="542" y="236"/>
                    <a:pt x="517" y="236"/>
                    <a:pt x="491" y="236"/>
                  </a:cubicBezTo>
                  <a:cubicBezTo>
                    <a:pt x="500" y="228"/>
                    <a:pt x="508" y="219"/>
                    <a:pt x="483" y="211"/>
                  </a:cubicBezTo>
                  <a:cubicBezTo>
                    <a:pt x="462" y="194"/>
                    <a:pt x="440" y="192"/>
                    <a:pt x="420" y="192"/>
                  </a:cubicBezTo>
                  <a:cubicBezTo>
                    <a:pt x="414" y="192"/>
                    <a:pt x="407" y="192"/>
                    <a:pt x="401" y="192"/>
                  </a:cubicBezTo>
                  <a:cubicBezTo>
                    <a:pt x="388" y="192"/>
                    <a:pt x="376" y="191"/>
                    <a:pt x="364" y="186"/>
                  </a:cubicBezTo>
                  <a:lnTo>
                    <a:pt x="373" y="186"/>
                  </a:lnTo>
                  <a:cubicBezTo>
                    <a:pt x="347" y="160"/>
                    <a:pt x="305" y="152"/>
                    <a:pt x="271" y="152"/>
                  </a:cubicBezTo>
                  <a:cubicBezTo>
                    <a:pt x="269" y="139"/>
                    <a:pt x="274" y="135"/>
                    <a:pt x="283" y="135"/>
                  </a:cubicBezTo>
                  <a:cubicBezTo>
                    <a:pt x="300" y="135"/>
                    <a:pt x="329" y="152"/>
                    <a:pt x="338" y="152"/>
                  </a:cubicBezTo>
                  <a:cubicBezTo>
                    <a:pt x="342" y="152"/>
                    <a:pt x="341" y="148"/>
                    <a:pt x="331" y="135"/>
                  </a:cubicBezTo>
                  <a:lnTo>
                    <a:pt x="331" y="135"/>
                  </a:lnTo>
                  <a:cubicBezTo>
                    <a:pt x="364" y="160"/>
                    <a:pt x="424" y="152"/>
                    <a:pt x="457" y="169"/>
                  </a:cubicBezTo>
                  <a:cubicBezTo>
                    <a:pt x="407" y="135"/>
                    <a:pt x="390" y="84"/>
                    <a:pt x="407" y="67"/>
                  </a:cubicBezTo>
                  <a:cubicBezTo>
                    <a:pt x="394" y="64"/>
                    <a:pt x="384" y="63"/>
                    <a:pt x="376" y="63"/>
                  </a:cubicBezTo>
                  <a:cubicBezTo>
                    <a:pt x="317" y="63"/>
                    <a:pt x="354" y="128"/>
                    <a:pt x="299" y="128"/>
                  </a:cubicBezTo>
                  <a:cubicBezTo>
                    <a:pt x="293" y="128"/>
                    <a:pt x="287" y="128"/>
                    <a:pt x="280" y="126"/>
                  </a:cubicBezTo>
                  <a:lnTo>
                    <a:pt x="221" y="84"/>
                  </a:lnTo>
                  <a:lnTo>
                    <a:pt x="187" y="118"/>
                  </a:lnTo>
                  <a:cubicBezTo>
                    <a:pt x="144" y="101"/>
                    <a:pt x="221" y="93"/>
                    <a:pt x="161" y="76"/>
                  </a:cubicBezTo>
                  <a:lnTo>
                    <a:pt x="161" y="76"/>
                  </a:lnTo>
                  <a:cubicBezTo>
                    <a:pt x="158" y="77"/>
                    <a:pt x="156" y="77"/>
                    <a:pt x="153" y="77"/>
                  </a:cubicBezTo>
                  <a:cubicBezTo>
                    <a:pt x="133" y="77"/>
                    <a:pt x="114" y="57"/>
                    <a:pt x="100" y="57"/>
                  </a:cubicBezTo>
                  <a:cubicBezTo>
                    <a:pt x="98" y="57"/>
                    <a:pt x="96" y="58"/>
                    <a:pt x="94" y="59"/>
                  </a:cubicBezTo>
                  <a:cubicBezTo>
                    <a:pt x="102" y="50"/>
                    <a:pt x="102" y="42"/>
                    <a:pt x="77" y="33"/>
                  </a:cubicBezTo>
                  <a:cubicBezTo>
                    <a:pt x="77" y="33"/>
                    <a:pt x="71" y="44"/>
                    <a:pt x="56" y="44"/>
                  </a:cubicBezTo>
                  <a:cubicBezTo>
                    <a:pt x="52" y="44"/>
                    <a:pt x="48" y="44"/>
                    <a:pt x="43" y="42"/>
                  </a:cubicBezTo>
                  <a:cubicBezTo>
                    <a:pt x="43" y="26"/>
                    <a:pt x="49" y="22"/>
                    <a:pt x="58" y="22"/>
                  </a:cubicBezTo>
                  <a:cubicBezTo>
                    <a:pt x="68" y="22"/>
                    <a:pt x="82" y="28"/>
                    <a:pt x="89" y="28"/>
                  </a:cubicBezTo>
                  <a:cubicBezTo>
                    <a:pt x="96" y="28"/>
                    <a:pt x="99" y="24"/>
                    <a:pt x="94" y="8"/>
                  </a:cubicBezTo>
                  <a:cubicBezTo>
                    <a:pt x="80" y="3"/>
                    <a:pt x="70" y="1"/>
                    <a:pt x="6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7"/>
            <p:cNvSpPr/>
            <p:nvPr/>
          </p:nvSpPr>
          <p:spPr>
            <a:xfrm>
              <a:off x="-81225" y="2054350"/>
              <a:ext cx="450" cy="25"/>
            </a:xfrm>
            <a:custGeom>
              <a:rect b="b" l="l" r="r" t="t"/>
              <a:pathLst>
                <a:path extrusionOk="0" h="1" w="18">
                  <a:moveTo>
                    <a:pt x="17" y="0"/>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7"/>
            <p:cNvSpPr/>
            <p:nvPr/>
          </p:nvSpPr>
          <p:spPr>
            <a:xfrm>
              <a:off x="-13975" y="2005925"/>
              <a:ext cx="650" cy="225"/>
            </a:xfrm>
            <a:custGeom>
              <a:rect b="b" l="l" r="r" t="t"/>
              <a:pathLst>
                <a:path extrusionOk="0" h="9" w="26">
                  <a:moveTo>
                    <a:pt x="0" y="0"/>
                  </a:moveTo>
                  <a:lnTo>
                    <a:pt x="26" y="9"/>
                  </a:lnTo>
                  <a:cubicBezTo>
                    <a:pt x="17" y="0"/>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7"/>
            <p:cNvSpPr/>
            <p:nvPr/>
          </p:nvSpPr>
          <p:spPr>
            <a:xfrm>
              <a:off x="-16100" y="2015650"/>
              <a:ext cx="875" cy="875"/>
            </a:xfrm>
            <a:custGeom>
              <a:rect b="b" l="l" r="r" t="t"/>
              <a:pathLst>
                <a:path extrusionOk="0" h="35" w="35">
                  <a:moveTo>
                    <a:pt x="35" y="0"/>
                  </a:moveTo>
                  <a:lnTo>
                    <a:pt x="1" y="34"/>
                  </a:lnTo>
                  <a:cubicBezTo>
                    <a:pt x="18" y="26"/>
                    <a:pt x="26" y="9"/>
                    <a:pt x="3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7"/>
            <p:cNvSpPr/>
            <p:nvPr/>
          </p:nvSpPr>
          <p:spPr>
            <a:xfrm>
              <a:off x="-75725" y="2050950"/>
              <a:ext cx="25" cy="250"/>
            </a:xfrm>
            <a:custGeom>
              <a:rect b="b" l="l" r="r" t="t"/>
              <a:pathLst>
                <a:path extrusionOk="0" h="10" w="1">
                  <a:moveTo>
                    <a:pt x="0" y="9"/>
                  </a:moveTo>
                  <a:lnTo>
                    <a:pt x="0" y="9"/>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7"/>
            <p:cNvSpPr/>
            <p:nvPr/>
          </p:nvSpPr>
          <p:spPr>
            <a:xfrm>
              <a:off x="-44425" y="2031500"/>
              <a:ext cx="650" cy="25"/>
            </a:xfrm>
            <a:custGeom>
              <a:rect b="b" l="l" r="r" t="t"/>
              <a:pathLst>
                <a:path extrusionOk="0" h="1" w="26">
                  <a:moveTo>
                    <a:pt x="26" y="1"/>
                  </a:moveTo>
                  <a:lnTo>
                    <a:pt x="0" y="1"/>
                  </a:lnTo>
                  <a:cubicBezTo>
                    <a:pt x="0" y="1"/>
                    <a:pt x="26"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7"/>
            <p:cNvSpPr/>
            <p:nvPr/>
          </p:nvSpPr>
          <p:spPr>
            <a:xfrm>
              <a:off x="-15025" y="2015425"/>
              <a:ext cx="25" cy="250"/>
            </a:xfrm>
            <a:custGeom>
              <a:rect b="b" l="l" r="r" t="t"/>
              <a:pathLst>
                <a:path extrusionOk="0" h="10" w="1">
                  <a:moveTo>
                    <a:pt x="0" y="1"/>
                  </a:moveTo>
                  <a:lnTo>
                    <a:pt x="0" y="1"/>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7"/>
            <p:cNvSpPr/>
            <p:nvPr/>
          </p:nvSpPr>
          <p:spPr>
            <a:xfrm>
              <a:off x="-17150" y="2001050"/>
              <a:ext cx="875" cy="225"/>
            </a:xfrm>
            <a:custGeom>
              <a:rect b="b" l="l" r="r" t="t"/>
              <a:pathLst>
                <a:path extrusionOk="0" h="9" w="35">
                  <a:moveTo>
                    <a:pt x="0" y="0"/>
                  </a:moveTo>
                  <a:lnTo>
                    <a:pt x="34" y="9"/>
                  </a:lnTo>
                  <a:cubicBezTo>
                    <a:pt x="17" y="0"/>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7"/>
            <p:cNvSpPr/>
            <p:nvPr/>
          </p:nvSpPr>
          <p:spPr>
            <a:xfrm>
              <a:off x="-20525" y="2002950"/>
              <a:ext cx="650" cy="250"/>
            </a:xfrm>
            <a:custGeom>
              <a:rect b="b" l="l" r="r" t="t"/>
              <a:pathLst>
                <a:path extrusionOk="0" h="10" w="26">
                  <a:moveTo>
                    <a:pt x="25" y="9"/>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7"/>
            <p:cNvSpPr/>
            <p:nvPr/>
          </p:nvSpPr>
          <p:spPr>
            <a:xfrm>
              <a:off x="-41675" y="1991525"/>
              <a:ext cx="650" cy="25"/>
            </a:xfrm>
            <a:custGeom>
              <a:rect b="b" l="l" r="r" t="t"/>
              <a:pathLst>
                <a:path extrusionOk="0" h="1" w="26">
                  <a:moveTo>
                    <a:pt x="26" y="1"/>
                  </a:moveTo>
                  <a:lnTo>
                    <a:pt x="0" y="1"/>
                  </a:lnTo>
                  <a:cubicBezTo>
                    <a:pt x="9" y="1"/>
                    <a:pt x="17"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7"/>
            <p:cNvSpPr/>
            <p:nvPr/>
          </p:nvSpPr>
          <p:spPr>
            <a:xfrm>
              <a:off x="-21800" y="2001675"/>
              <a:ext cx="450" cy="25"/>
            </a:xfrm>
            <a:custGeom>
              <a:rect b="b" l="l" r="r" t="t"/>
              <a:pathLst>
                <a:path extrusionOk="0" h="1" w="18">
                  <a:moveTo>
                    <a:pt x="17" y="1"/>
                  </a:moveTo>
                  <a:lnTo>
                    <a:pt x="0" y="1"/>
                  </a:lnTo>
                  <a:cubicBezTo>
                    <a:pt x="9" y="1"/>
                    <a:pt x="17" y="1"/>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7"/>
            <p:cNvSpPr/>
            <p:nvPr/>
          </p:nvSpPr>
          <p:spPr>
            <a:xfrm>
              <a:off x="-86300" y="2053925"/>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7"/>
            <p:cNvSpPr/>
            <p:nvPr/>
          </p:nvSpPr>
          <p:spPr>
            <a:xfrm>
              <a:off x="-87375" y="2056250"/>
              <a:ext cx="450" cy="450"/>
            </a:xfrm>
            <a:custGeom>
              <a:rect b="b" l="l" r="r" t="t"/>
              <a:pathLst>
                <a:path extrusionOk="0" h="18" w="18">
                  <a:moveTo>
                    <a:pt x="18" y="0"/>
                  </a:moveTo>
                  <a:lnTo>
                    <a:pt x="1" y="17"/>
                  </a:lnTo>
                  <a:cubicBezTo>
                    <a:pt x="9" y="17"/>
                    <a:pt x="18" y="9"/>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7"/>
            <p:cNvSpPr/>
            <p:nvPr/>
          </p:nvSpPr>
          <p:spPr>
            <a:xfrm>
              <a:off x="-53875" y="2035100"/>
              <a:ext cx="800" cy="750"/>
            </a:xfrm>
            <a:custGeom>
              <a:rect b="b" l="l" r="r" t="t"/>
              <a:pathLst>
                <a:path extrusionOk="0" h="30" w="32">
                  <a:moveTo>
                    <a:pt x="6" y="0"/>
                  </a:moveTo>
                  <a:cubicBezTo>
                    <a:pt x="0" y="17"/>
                    <a:pt x="6" y="30"/>
                    <a:pt x="15" y="30"/>
                  </a:cubicBezTo>
                  <a:cubicBezTo>
                    <a:pt x="20" y="30"/>
                    <a:pt x="25" y="26"/>
                    <a:pt x="31" y="17"/>
                  </a:cubicBezTo>
                  <a:cubicBezTo>
                    <a:pt x="23" y="17"/>
                    <a:pt x="6" y="17"/>
                    <a:pt x="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7"/>
            <p:cNvSpPr/>
            <p:nvPr/>
          </p:nvSpPr>
          <p:spPr>
            <a:xfrm>
              <a:off x="-87575" y="2046300"/>
              <a:ext cx="225" cy="675"/>
            </a:xfrm>
            <a:custGeom>
              <a:rect b="b" l="l" r="r" t="t"/>
              <a:pathLst>
                <a:path extrusionOk="0" h="27" w="9">
                  <a:moveTo>
                    <a:pt x="0" y="1"/>
                  </a:moveTo>
                  <a:lnTo>
                    <a:pt x="0" y="26"/>
                  </a:lnTo>
                  <a:cubicBezTo>
                    <a:pt x="0" y="9"/>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7"/>
            <p:cNvSpPr/>
            <p:nvPr/>
          </p:nvSpPr>
          <p:spPr>
            <a:xfrm>
              <a:off x="-87775" y="2046950"/>
              <a:ext cx="225" cy="450"/>
            </a:xfrm>
            <a:custGeom>
              <a:rect b="b" l="l" r="r" t="t"/>
              <a:pathLst>
                <a:path extrusionOk="0" h="18" w="9">
                  <a:moveTo>
                    <a:pt x="8" y="0"/>
                  </a:moveTo>
                  <a:cubicBezTo>
                    <a:pt x="8" y="0"/>
                    <a:pt x="0" y="9"/>
                    <a:pt x="0" y="17"/>
                  </a:cubicBezTo>
                  <a:lnTo>
                    <a:pt x="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7"/>
            <p:cNvSpPr/>
            <p:nvPr/>
          </p:nvSpPr>
          <p:spPr>
            <a:xfrm>
              <a:off x="-54375" y="2025150"/>
              <a:ext cx="250" cy="25"/>
            </a:xfrm>
            <a:custGeom>
              <a:rect b="b" l="l" r="r" t="t"/>
              <a:pathLst>
                <a:path extrusionOk="0" h="1" w="10">
                  <a:moveTo>
                    <a:pt x="1" y="1"/>
                  </a:moveTo>
                  <a:cubicBezTo>
                    <a:pt x="1" y="1"/>
                    <a:pt x="1" y="1"/>
                    <a:pt x="9" y="1"/>
                  </a:cubicBezTo>
                  <a:cubicBezTo>
                    <a:pt x="1" y="1"/>
                    <a:pt x="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7"/>
            <p:cNvSpPr/>
            <p:nvPr/>
          </p:nvSpPr>
          <p:spPr>
            <a:xfrm>
              <a:off x="-89275" y="2056675"/>
              <a:ext cx="4475" cy="4700"/>
            </a:xfrm>
            <a:custGeom>
              <a:rect b="b" l="l" r="r" t="t"/>
              <a:pathLst>
                <a:path extrusionOk="0" h="188" w="179">
                  <a:moveTo>
                    <a:pt x="170" y="0"/>
                  </a:moveTo>
                  <a:lnTo>
                    <a:pt x="77" y="43"/>
                  </a:lnTo>
                  <a:cubicBezTo>
                    <a:pt x="70" y="44"/>
                    <a:pt x="65" y="44"/>
                    <a:pt x="60" y="44"/>
                  </a:cubicBezTo>
                  <a:cubicBezTo>
                    <a:pt x="33" y="44"/>
                    <a:pt x="55" y="22"/>
                    <a:pt x="77" y="0"/>
                  </a:cubicBezTo>
                  <a:lnTo>
                    <a:pt x="77" y="0"/>
                  </a:lnTo>
                  <a:cubicBezTo>
                    <a:pt x="68" y="9"/>
                    <a:pt x="60" y="9"/>
                    <a:pt x="60" y="9"/>
                  </a:cubicBezTo>
                  <a:cubicBezTo>
                    <a:pt x="60" y="15"/>
                    <a:pt x="13" y="64"/>
                    <a:pt x="30" y="64"/>
                  </a:cubicBezTo>
                  <a:cubicBezTo>
                    <a:pt x="34" y="64"/>
                    <a:pt x="44" y="60"/>
                    <a:pt x="60" y="51"/>
                  </a:cubicBezTo>
                  <a:lnTo>
                    <a:pt x="60" y="51"/>
                  </a:lnTo>
                  <a:cubicBezTo>
                    <a:pt x="77" y="85"/>
                    <a:pt x="18" y="93"/>
                    <a:pt x="1" y="119"/>
                  </a:cubicBezTo>
                  <a:cubicBezTo>
                    <a:pt x="26" y="119"/>
                    <a:pt x="1" y="136"/>
                    <a:pt x="18" y="144"/>
                  </a:cubicBezTo>
                  <a:cubicBezTo>
                    <a:pt x="26" y="127"/>
                    <a:pt x="35" y="119"/>
                    <a:pt x="52" y="110"/>
                  </a:cubicBezTo>
                  <a:lnTo>
                    <a:pt x="52" y="110"/>
                  </a:lnTo>
                  <a:cubicBezTo>
                    <a:pt x="68" y="119"/>
                    <a:pt x="52" y="144"/>
                    <a:pt x="26" y="153"/>
                  </a:cubicBezTo>
                  <a:cubicBezTo>
                    <a:pt x="57" y="153"/>
                    <a:pt x="18" y="188"/>
                    <a:pt x="42" y="188"/>
                  </a:cubicBezTo>
                  <a:cubicBezTo>
                    <a:pt x="45" y="188"/>
                    <a:pt x="48" y="187"/>
                    <a:pt x="52" y="186"/>
                  </a:cubicBezTo>
                  <a:cubicBezTo>
                    <a:pt x="111" y="136"/>
                    <a:pt x="153" y="76"/>
                    <a:pt x="178" y="9"/>
                  </a:cubicBezTo>
                  <a:lnTo>
                    <a:pt x="178" y="9"/>
                  </a:lnTo>
                  <a:cubicBezTo>
                    <a:pt x="153" y="43"/>
                    <a:pt x="111" y="76"/>
                    <a:pt x="68" y="93"/>
                  </a:cubicBezTo>
                  <a:lnTo>
                    <a:pt x="68" y="60"/>
                  </a:lnTo>
                  <a:cubicBezTo>
                    <a:pt x="119" y="60"/>
                    <a:pt x="128" y="26"/>
                    <a:pt x="17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7"/>
            <p:cNvSpPr/>
            <p:nvPr/>
          </p:nvSpPr>
          <p:spPr>
            <a:xfrm>
              <a:off x="-89900" y="2050750"/>
              <a:ext cx="25" cy="25"/>
            </a:xfrm>
            <a:custGeom>
              <a:rect b="b" l="l" r="r" t="t"/>
              <a:pathLst>
                <a:path extrusionOk="0" h="1" w="1">
                  <a:moveTo>
                    <a:pt x="0" y="0"/>
                  </a:moveTo>
                  <a:lnTo>
                    <a:pt x="0"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7"/>
            <p:cNvSpPr/>
            <p:nvPr/>
          </p:nvSpPr>
          <p:spPr>
            <a:xfrm>
              <a:off x="-46975" y="2004850"/>
              <a:ext cx="250" cy="250"/>
            </a:xfrm>
            <a:custGeom>
              <a:rect b="b" l="l" r="r" t="t"/>
              <a:pathLst>
                <a:path extrusionOk="0" h="10" w="10">
                  <a:moveTo>
                    <a:pt x="9" y="1"/>
                  </a:moveTo>
                  <a:lnTo>
                    <a:pt x="1" y="9"/>
                  </a:lnTo>
                  <a:cubicBezTo>
                    <a:pt x="9" y="1"/>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7"/>
            <p:cNvSpPr/>
            <p:nvPr/>
          </p:nvSpPr>
          <p:spPr>
            <a:xfrm>
              <a:off x="-86725" y="2052650"/>
              <a:ext cx="25" cy="25"/>
            </a:xfrm>
            <a:custGeom>
              <a:rect b="b" l="l" r="r" t="t"/>
              <a:pathLst>
                <a:path extrusionOk="0" h="1" w="1">
                  <a:moveTo>
                    <a:pt x="0" y="1"/>
                  </a:moveTo>
                  <a:lnTo>
                    <a:pt x="0" y="1"/>
                  </a:lnTo>
                  <a:cubicBezTo>
                    <a:pt x="0" y="1"/>
                    <a:pt x="0"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7"/>
            <p:cNvSpPr/>
            <p:nvPr/>
          </p:nvSpPr>
          <p:spPr>
            <a:xfrm>
              <a:off x="-42100" y="2006975"/>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7"/>
            <p:cNvSpPr/>
            <p:nvPr/>
          </p:nvSpPr>
          <p:spPr>
            <a:xfrm>
              <a:off x="-33225" y="1993850"/>
              <a:ext cx="225" cy="25"/>
            </a:xfrm>
            <a:custGeom>
              <a:rect b="b" l="l" r="r" t="t"/>
              <a:pathLst>
                <a:path extrusionOk="0" h="1" w="9">
                  <a:moveTo>
                    <a:pt x="9" y="1"/>
                  </a:moveTo>
                  <a:lnTo>
                    <a:pt x="9" y="1"/>
                  </a:lnTo>
                  <a:cubicBezTo>
                    <a:pt x="9" y="1"/>
                    <a:pt x="1"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7"/>
            <p:cNvSpPr/>
            <p:nvPr/>
          </p:nvSpPr>
          <p:spPr>
            <a:xfrm>
              <a:off x="-42100" y="200675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7"/>
            <p:cNvSpPr/>
            <p:nvPr/>
          </p:nvSpPr>
          <p:spPr>
            <a:xfrm>
              <a:off x="-33225" y="2011625"/>
              <a:ext cx="650" cy="25"/>
            </a:xfrm>
            <a:custGeom>
              <a:rect b="b" l="l" r="r" t="t"/>
              <a:pathLst>
                <a:path extrusionOk="0" h="1" w="26">
                  <a:moveTo>
                    <a:pt x="1" y="0"/>
                  </a:moveTo>
                  <a:lnTo>
                    <a:pt x="26" y="0"/>
                  </a:lnTo>
                  <a:cubicBezTo>
                    <a:pt x="17" y="0"/>
                    <a:pt x="9"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7"/>
            <p:cNvSpPr/>
            <p:nvPr/>
          </p:nvSpPr>
          <p:spPr>
            <a:xfrm>
              <a:off x="-28350" y="2009725"/>
              <a:ext cx="225" cy="25"/>
            </a:xfrm>
            <a:custGeom>
              <a:rect b="b" l="l" r="r" t="t"/>
              <a:pathLst>
                <a:path extrusionOk="0" h="1" w="9">
                  <a:moveTo>
                    <a:pt x="0" y="0"/>
                  </a:move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7"/>
            <p:cNvSpPr/>
            <p:nvPr/>
          </p:nvSpPr>
          <p:spPr>
            <a:xfrm>
              <a:off x="-50350" y="2037225"/>
              <a:ext cx="650" cy="425"/>
            </a:xfrm>
            <a:custGeom>
              <a:rect b="b" l="l" r="r" t="t"/>
              <a:pathLst>
                <a:path extrusionOk="0" h="17" w="26">
                  <a:moveTo>
                    <a:pt x="0" y="17"/>
                  </a:moveTo>
                  <a:cubicBezTo>
                    <a:pt x="9" y="8"/>
                    <a:pt x="17" y="0"/>
                    <a:pt x="26" y="0"/>
                  </a:cubicBezTo>
                  <a:cubicBezTo>
                    <a:pt x="17" y="0"/>
                    <a:pt x="9" y="8"/>
                    <a:pt x="0" y="1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7"/>
            <p:cNvSpPr/>
            <p:nvPr/>
          </p:nvSpPr>
          <p:spPr>
            <a:xfrm>
              <a:off x="-42325" y="2006975"/>
              <a:ext cx="250" cy="225"/>
            </a:xfrm>
            <a:custGeom>
              <a:rect b="b" l="l" r="r" t="t"/>
              <a:pathLst>
                <a:path extrusionOk="0" h="9" w="10">
                  <a:moveTo>
                    <a:pt x="9" y="0"/>
                  </a:move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7"/>
            <p:cNvSpPr/>
            <p:nvPr/>
          </p:nvSpPr>
          <p:spPr>
            <a:xfrm>
              <a:off x="-33650" y="2016075"/>
              <a:ext cx="25" cy="225"/>
            </a:xfrm>
            <a:custGeom>
              <a:rect b="b" l="l" r="r" t="t"/>
              <a:pathLst>
                <a:path extrusionOk="0" h="9" w="1">
                  <a:moveTo>
                    <a:pt x="1" y="9"/>
                  </a:moveTo>
                  <a:lnTo>
                    <a:pt x="1"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7"/>
            <p:cNvSpPr/>
            <p:nvPr/>
          </p:nvSpPr>
          <p:spPr>
            <a:xfrm>
              <a:off x="-38100" y="2016075"/>
              <a:ext cx="6175" cy="2975"/>
            </a:xfrm>
            <a:custGeom>
              <a:rect b="b" l="l" r="r" t="t"/>
              <a:pathLst>
                <a:path extrusionOk="0" h="119" w="247">
                  <a:moveTo>
                    <a:pt x="179" y="0"/>
                  </a:moveTo>
                  <a:cubicBezTo>
                    <a:pt x="179" y="0"/>
                    <a:pt x="179" y="0"/>
                    <a:pt x="179" y="0"/>
                  </a:cubicBezTo>
                  <a:lnTo>
                    <a:pt x="179" y="0"/>
                  </a:lnTo>
                  <a:close/>
                  <a:moveTo>
                    <a:pt x="179" y="0"/>
                  </a:moveTo>
                  <a:cubicBezTo>
                    <a:pt x="157" y="25"/>
                    <a:pt x="146" y="30"/>
                    <a:pt x="137" y="30"/>
                  </a:cubicBezTo>
                  <a:cubicBezTo>
                    <a:pt x="130" y="30"/>
                    <a:pt x="124" y="26"/>
                    <a:pt x="117" y="26"/>
                  </a:cubicBezTo>
                  <a:cubicBezTo>
                    <a:pt x="108" y="26"/>
                    <a:pt x="97" y="31"/>
                    <a:pt x="77" y="51"/>
                  </a:cubicBezTo>
                  <a:cubicBezTo>
                    <a:pt x="77" y="42"/>
                    <a:pt x="77" y="42"/>
                    <a:pt x="77" y="34"/>
                  </a:cubicBezTo>
                  <a:cubicBezTo>
                    <a:pt x="60" y="68"/>
                    <a:pt x="1" y="85"/>
                    <a:pt x="9" y="119"/>
                  </a:cubicBezTo>
                  <a:cubicBezTo>
                    <a:pt x="15" y="113"/>
                    <a:pt x="49" y="99"/>
                    <a:pt x="72" y="99"/>
                  </a:cubicBezTo>
                  <a:cubicBezTo>
                    <a:pt x="83" y="99"/>
                    <a:pt x="91" y="102"/>
                    <a:pt x="94" y="110"/>
                  </a:cubicBezTo>
                  <a:cubicBezTo>
                    <a:pt x="111" y="85"/>
                    <a:pt x="162" y="76"/>
                    <a:pt x="170" y="68"/>
                  </a:cubicBezTo>
                  <a:lnTo>
                    <a:pt x="170" y="68"/>
                  </a:lnTo>
                  <a:cubicBezTo>
                    <a:pt x="163" y="69"/>
                    <a:pt x="158" y="69"/>
                    <a:pt x="153" y="69"/>
                  </a:cubicBezTo>
                  <a:cubicBezTo>
                    <a:pt x="126" y="69"/>
                    <a:pt x="146" y="49"/>
                    <a:pt x="153" y="34"/>
                  </a:cubicBezTo>
                  <a:cubicBezTo>
                    <a:pt x="158" y="33"/>
                    <a:pt x="162" y="32"/>
                    <a:pt x="165" y="32"/>
                  </a:cubicBezTo>
                  <a:cubicBezTo>
                    <a:pt x="180" y="32"/>
                    <a:pt x="176" y="44"/>
                    <a:pt x="187" y="44"/>
                  </a:cubicBezTo>
                  <a:cubicBezTo>
                    <a:pt x="189" y="44"/>
                    <a:pt x="192" y="44"/>
                    <a:pt x="196" y="42"/>
                  </a:cubicBezTo>
                  <a:lnTo>
                    <a:pt x="246" y="0"/>
                  </a:lnTo>
                  <a:lnTo>
                    <a:pt x="246" y="0"/>
                  </a:lnTo>
                  <a:lnTo>
                    <a:pt x="196" y="25"/>
                  </a:lnTo>
                  <a:lnTo>
                    <a:pt x="17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7"/>
            <p:cNvSpPr/>
            <p:nvPr/>
          </p:nvSpPr>
          <p:spPr>
            <a:xfrm>
              <a:off x="-36175" y="2016700"/>
              <a:ext cx="25" cy="225"/>
            </a:xfrm>
            <a:custGeom>
              <a:rect b="b" l="l" r="r" t="t"/>
              <a:pathLst>
                <a:path extrusionOk="0" h="9" w="1">
                  <a:moveTo>
                    <a:pt x="0" y="9"/>
                  </a:moveTo>
                  <a:cubicBezTo>
                    <a:pt x="0" y="9"/>
                    <a:pt x="0" y="0"/>
                    <a:pt x="0" y="0"/>
                  </a:cubicBezTo>
                  <a:cubicBezTo>
                    <a:pt x="0" y="9"/>
                    <a:pt x="0" y="9"/>
                    <a:pt x="0"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7"/>
            <p:cNvSpPr/>
            <p:nvPr/>
          </p:nvSpPr>
          <p:spPr>
            <a:xfrm>
              <a:off x="-44425" y="2020925"/>
              <a:ext cx="225" cy="250"/>
            </a:xfrm>
            <a:custGeom>
              <a:rect b="b" l="l" r="r" t="t"/>
              <a:pathLst>
                <a:path extrusionOk="0" h="10" w="9">
                  <a:moveTo>
                    <a:pt x="9" y="1"/>
                  </a:moveTo>
                  <a:lnTo>
                    <a:pt x="9" y="1"/>
                  </a:lnTo>
                  <a:cubicBezTo>
                    <a:pt x="0" y="1"/>
                    <a:pt x="0" y="9"/>
                    <a:pt x="0" y="9"/>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7"/>
            <p:cNvSpPr/>
            <p:nvPr/>
          </p:nvSpPr>
          <p:spPr>
            <a:xfrm>
              <a:off x="-60500" y="1993025"/>
              <a:ext cx="1300" cy="775"/>
            </a:xfrm>
            <a:custGeom>
              <a:rect b="b" l="l" r="r" t="t"/>
              <a:pathLst>
                <a:path extrusionOk="0" h="31" w="52">
                  <a:moveTo>
                    <a:pt x="0" y="0"/>
                  </a:moveTo>
                  <a:cubicBezTo>
                    <a:pt x="0" y="7"/>
                    <a:pt x="28" y="30"/>
                    <a:pt x="43" y="30"/>
                  </a:cubicBezTo>
                  <a:cubicBezTo>
                    <a:pt x="46" y="30"/>
                    <a:pt x="49" y="29"/>
                    <a:pt x="51" y="25"/>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7"/>
            <p:cNvSpPr/>
            <p:nvPr/>
          </p:nvSpPr>
          <p:spPr>
            <a:xfrm>
              <a:off x="-63475" y="2037225"/>
              <a:ext cx="450" cy="425"/>
            </a:xfrm>
            <a:custGeom>
              <a:rect b="b" l="l" r="r" t="t"/>
              <a:pathLst>
                <a:path extrusionOk="0" h="17" w="18">
                  <a:moveTo>
                    <a:pt x="18" y="0"/>
                  </a:moveTo>
                  <a:cubicBezTo>
                    <a:pt x="18" y="0"/>
                    <a:pt x="9" y="8"/>
                    <a:pt x="1" y="17"/>
                  </a:cubicBezTo>
                  <a:lnTo>
                    <a:pt x="18" y="8"/>
                  </a:ln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7"/>
            <p:cNvSpPr/>
            <p:nvPr/>
          </p:nvSpPr>
          <p:spPr>
            <a:xfrm>
              <a:off x="-35975" y="2018825"/>
              <a:ext cx="225" cy="425"/>
            </a:xfrm>
            <a:custGeom>
              <a:rect b="b" l="l" r="r" t="t"/>
              <a:pathLst>
                <a:path extrusionOk="0" h="17" w="9">
                  <a:moveTo>
                    <a:pt x="9" y="0"/>
                  </a:moveTo>
                  <a:cubicBezTo>
                    <a:pt x="1" y="0"/>
                    <a:pt x="1" y="9"/>
                    <a:pt x="1" y="17"/>
                  </a:cubicBezTo>
                  <a:cubicBezTo>
                    <a:pt x="9" y="9"/>
                    <a:pt x="9"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7"/>
            <p:cNvSpPr/>
            <p:nvPr/>
          </p:nvSpPr>
          <p:spPr>
            <a:xfrm>
              <a:off x="-65575" y="2036375"/>
              <a:ext cx="1275" cy="875"/>
            </a:xfrm>
            <a:custGeom>
              <a:rect b="b" l="l" r="r" t="t"/>
              <a:pathLst>
                <a:path extrusionOk="0" h="35" w="51">
                  <a:moveTo>
                    <a:pt x="26" y="0"/>
                  </a:moveTo>
                  <a:cubicBezTo>
                    <a:pt x="13" y="7"/>
                    <a:pt x="10" y="18"/>
                    <a:pt x="5" y="27"/>
                  </a:cubicBezTo>
                  <a:lnTo>
                    <a:pt x="5" y="27"/>
                  </a:lnTo>
                  <a:cubicBezTo>
                    <a:pt x="16" y="15"/>
                    <a:pt x="37" y="9"/>
                    <a:pt x="51" y="9"/>
                  </a:cubicBezTo>
                  <a:cubicBezTo>
                    <a:pt x="43" y="9"/>
                    <a:pt x="34" y="0"/>
                    <a:pt x="26" y="0"/>
                  </a:cubicBezTo>
                  <a:close/>
                  <a:moveTo>
                    <a:pt x="5" y="27"/>
                  </a:moveTo>
                  <a:lnTo>
                    <a:pt x="5" y="27"/>
                  </a:lnTo>
                  <a:cubicBezTo>
                    <a:pt x="3" y="29"/>
                    <a:pt x="2" y="32"/>
                    <a:pt x="0" y="34"/>
                  </a:cubicBezTo>
                  <a:cubicBezTo>
                    <a:pt x="2" y="32"/>
                    <a:pt x="4" y="30"/>
                    <a:pt x="5" y="2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7"/>
            <p:cNvSpPr/>
            <p:nvPr/>
          </p:nvSpPr>
          <p:spPr>
            <a:xfrm>
              <a:off x="-65575" y="2037225"/>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7"/>
            <p:cNvSpPr/>
            <p:nvPr/>
          </p:nvSpPr>
          <p:spPr>
            <a:xfrm>
              <a:off x="-149125" y="1952825"/>
              <a:ext cx="149125" cy="103650"/>
            </a:xfrm>
            <a:custGeom>
              <a:rect b="b" l="l" r="r" t="t"/>
              <a:pathLst>
                <a:path extrusionOk="0" h="4146" w="5965">
                  <a:moveTo>
                    <a:pt x="356" y="170"/>
                  </a:moveTo>
                  <a:cubicBezTo>
                    <a:pt x="356" y="178"/>
                    <a:pt x="356" y="178"/>
                    <a:pt x="348" y="178"/>
                  </a:cubicBezTo>
                  <a:cubicBezTo>
                    <a:pt x="356" y="178"/>
                    <a:pt x="356" y="170"/>
                    <a:pt x="356" y="170"/>
                  </a:cubicBezTo>
                  <a:close/>
                  <a:moveTo>
                    <a:pt x="2941" y="1358"/>
                  </a:moveTo>
                  <a:lnTo>
                    <a:pt x="2941" y="1358"/>
                  </a:lnTo>
                  <a:cubicBezTo>
                    <a:pt x="2939" y="1359"/>
                    <a:pt x="2937" y="1360"/>
                    <a:pt x="2936" y="1363"/>
                  </a:cubicBezTo>
                  <a:lnTo>
                    <a:pt x="2941" y="1358"/>
                  </a:lnTo>
                  <a:close/>
                  <a:moveTo>
                    <a:pt x="4230" y="1532"/>
                  </a:moveTo>
                  <a:cubicBezTo>
                    <a:pt x="4233" y="1533"/>
                    <a:pt x="4234" y="1534"/>
                    <a:pt x="4236" y="1535"/>
                  </a:cubicBezTo>
                  <a:lnTo>
                    <a:pt x="4236" y="1535"/>
                  </a:lnTo>
                  <a:lnTo>
                    <a:pt x="4222" y="1532"/>
                  </a:lnTo>
                  <a:close/>
                  <a:moveTo>
                    <a:pt x="3714" y="1608"/>
                  </a:moveTo>
                  <a:cubicBezTo>
                    <a:pt x="3714" y="1608"/>
                    <a:pt x="3714" y="1608"/>
                    <a:pt x="3714" y="1608"/>
                  </a:cubicBezTo>
                  <a:lnTo>
                    <a:pt x="3714" y="1608"/>
                  </a:lnTo>
                  <a:close/>
                  <a:moveTo>
                    <a:pt x="3917" y="1710"/>
                  </a:moveTo>
                  <a:lnTo>
                    <a:pt x="3943" y="1718"/>
                  </a:lnTo>
                  <a:lnTo>
                    <a:pt x="3917" y="1735"/>
                  </a:lnTo>
                  <a:cubicBezTo>
                    <a:pt x="3917" y="1726"/>
                    <a:pt x="3909" y="1718"/>
                    <a:pt x="3917" y="1710"/>
                  </a:cubicBezTo>
                  <a:close/>
                  <a:moveTo>
                    <a:pt x="4171" y="1845"/>
                  </a:moveTo>
                  <a:lnTo>
                    <a:pt x="4214" y="1870"/>
                  </a:lnTo>
                  <a:cubicBezTo>
                    <a:pt x="4230" y="1879"/>
                    <a:pt x="4230" y="1879"/>
                    <a:pt x="4230" y="1887"/>
                  </a:cubicBezTo>
                  <a:cubicBezTo>
                    <a:pt x="4214" y="1913"/>
                    <a:pt x="4163" y="1896"/>
                    <a:pt x="4129" y="1913"/>
                  </a:cubicBezTo>
                  <a:lnTo>
                    <a:pt x="4129" y="1921"/>
                  </a:lnTo>
                  <a:cubicBezTo>
                    <a:pt x="4112" y="1921"/>
                    <a:pt x="4053" y="1896"/>
                    <a:pt x="4078" y="1879"/>
                  </a:cubicBezTo>
                  <a:lnTo>
                    <a:pt x="4078" y="1879"/>
                  </a:lnTo>
                  <a:cubicBezTo>
                    <a:pt x="4084" y="1883"/>
                    <a:pt x="4090" y="1885"/>
                    <a:pt x="4095" y="1885"/>
                  </a:cubicBezTo>
                  <a:cubicBezTo>
                    <a:pt x="4112" y="1885"/>
                    <a:pt x="4128" y="1871"/>
                    <a:pt x="4142" y="1871"/>
                  </a:cubicBezTo>
                  <a:cubicBezTo>
                    <a:pt x="4150" y="1871"/>
                    <a:pt x="4157" y="1876"/>
                    <a:pt x="4163" y="1896"/>
                  </a:cubicBezTo>
                  <a:cubicBezTo>
                    <a:pt x="4180" y="1879"/>
                    <a:pt x="4171" y="1862"/>
                    <a:pt x="4154" y="1853"/>
                  </a:cubicBezTo>
                  <a:cubicBezTo>
                    <a:pt x="4163" y="1853"/>
                    <a:pt x="4171" y="1853"/>
                    <a:pt x="4171" y="1845"/>
                  </a:cubicBezTo>
                  <a:close/>
                  <a:moveTo>
                    <a:pt x="4340" y="1803"/>
                  </a:moveTo>
                  <a:lnTo>
                    <a:pt x="4543" y="1913"/>
                  </a:lnTo>
                  <a:lnTo>
                    <a:pt x="4543" y="1896"/>
                  </a:lnTo>
                  <a:cubicBezTo>
                    <a:pt x="4560" y="1913"/>
                    <a:pt x="4594" y="1904"/>
                    <a:pt x="4594" y="1929"/>
                  </a:cubicBezTo>
                  <a:cubicBezTo>
                    <a:pt x="4569" y="1938"/>
                    <a:pt x="4535" y="1938"/>
                    <a:pt x="4501" y="1938"/>
                  </a:cubicBezTo>
                  <a:cubicBezTo>
                    <a:pt x="4450" y="1946"/>
                    <a:pt x="4408" y="1963"/>
                    <a:pt x="4383" y="1963"/>
                  </a:cubicBezTo>
                  <a:cubicBezTo>
                    <a:pt x="4349" y="1955"/>
                    <a:pt x="4315" y="1929"/>
                    <a:pt x="4281" y="1913"/>
                  </a:cubicBezTo>
                  <a:lnTo>
                    <a:pt x="4298" y="1913"/>
                  </a:lnTo>
                  <a:cubicBezTo>
                    <a:pt x="4351" y="1937"/>
                    <a:pt x="4384" y="1947"/>
                    <a:pt x="4402" y="1947"/>
                  </a:cubicBezTo>
                  <a:cubicBezTo>
                    <a:pt x="4449" y="1947"/>
                    <a:pt x="4401" y="1881"/>
                    <a:pt x="4340" y="1803"/>
                  </a:cubicBezTo>
                  <a:close/>
                  <a:moveTo>
                    <a:pt x="4518" y="2006"/>
                  </a:moveTo>
                  <a:lnTo>
                    <a:pt x="4560" y="2014"/>
                  </a:lnTo>
                  <a:cubicBezTo>
                    <a:pt x="4550" y="2019"/>
                    <a:pt x="4543" y="2027"/>
                    <a:pt x="4533" y="2027"/>
                  </a:cubicBezTo>
                  <a:cubicBezTo>
                    <a:pt x="4527" y="2027"/>
                    <a:pt x="4520" y="2024"/>
                    <a:pt x="4510" y="2014"/>
                  </a:cubicBezTo>
                  <a:cubicBezTo>
                    <a:pt x="4518" y="2014"/>
                    <a:pt x="4518" y="2006"/>
                    <a:pt x="4518" y="2006"/>
                  </a:cubicBezTo>
                  <a:close/>
                  <a:moveTo>
                    <a:pt x="4840" y="2162"/>
                  </a:moveTo>
                  <a:cubicBezTo>
                    <a:pt x="4843" y="2164"/>
                    <a:pt x="4851" y="2165"/>
                    <a:pt x="4865" y="2166"/>
                  </a:cubicBezTo>
                  <a:cubicBezTo>
                    <a:pt x="4856" y="2165"/>
                    <a:pt x="4848" y="2163"/>
                    <a:pt x="4840" y="2162"/>
                  </a:cubicBezTo>
                  <a:close/>
                  <a:moveTo>
                    <a:pt x="4806" y="2175"/>
                  </a:moveTo>
                  <a:cubicBezTo>
                    <a:pt x="4802" y="2175"/>
                    <a:pt x="4798" y="2175"/>
                    <a:pt x="4796" y="2176"/>
                  </a:cubicBezTo>
                  <a:lnTo>
                    <a:pt x="4796" y="2176"/>
                  </a:lnTo>
                  <a:cubicBezTo>
                    <a:pt x="4799" y="2175"/>
                    <a:pt x="4802" y="2175"/>
                    <a:pt x="4806" y="2175"/>
                  </a:cubicBezTo>
                  <a:close/>
                  <a:moveTo>
                    <a:pt x="5728" y="2204"/>
                  </a:moveTo>
                  <a:cubicBezTo>
                    <a:pt x="5723" y="2205"/>
                    <a:pt x="5717" y="2207"/>
                    <a:pt x="5711" y="2209"/>
                  </a:cubicBezTo>
                  <a:cubicBezTo>
                    <a:pt x="5717" y="2207"/>
                    <a:pt x="5722" y="2206"/>
                    <a:pt x="5728" y="2204"/>
                  </a:cubicBezTo>
                  <a:close/>
                  <a:moveTo>
                    <a:pt x="4620" y="2031"/>
                  </a:moveTo>
                  <a:lnTo>
                    <a:pt x="4645" y="2039"/>
                  </a:lnTo>
                  <a:cubicBezTo>
                    <a:pt x="4645" y="2048"/>
                    <a:pt x="4670" y="2073"/>
                    <a:pt x="4662" y="2082"/>
                  </a:cubicBezTo>
                  <a:lnTo>
                    <a:pt x="4620" y="2082"/>
                  </a:lnTo>
                  <a:cubicBezTo>
                    <a:pt x="4628" y="2099"/>
                    <a:pt x="4653" y="2107"/>
                    <a:pt x="4679" y="2107"/>
                  </a:cubicBezTo>
                  <a:cubicBezTo>
                    <a:pt x="4645" y="2082"/>
                    <a:pt x="4679" y="2082"/>
                    <a:pt x="4704" y="2065"/>
                  </a:cubicBezTo>
                  <a:cubicBezTo>
                    <a:pt x="4738" y="2082"/>
                    <a:pt x="4763" y="2090"/>
                    <a:pt x="4797" y="2099"/>
                  </a:cubicBezTo>
                  <a:cubicBezTo>
                    <a:pt x="4823" y="2124"/>
                    <a:pt x="4806" y="2141"/>
                    <a:pt x="4755" y="2141"/>
                  </a:cubicBezTo>
                  <a:cubicBezTo>
                    <a:pt x="4782" y="2154"/>
                    <a:pt x="4809" y="2157"/>
                    <a:pt x="4840" y="2162"/>
                  </a:cubicBezTo>
                  <a:lnTo>
                    <a:pt x="4840" y="2162"/>
                  </a:lnTo>
                  <a:cubicBezTo>
                    <a:pt x="4821" y="2153"/>
                    <a:pt x="4940" y="2140"/>
                    <a:pt x="4840" y="2133"/>
                  </a:cubicBezTo>
                  <a:cubicBezTo>
                    <a:pt x="4851" y="2127"/>
                    <a:pt x="4863" y="2124"/>
                    <a:pt x="4875" y="2124"/>
                  </a:cubicBezTo>
                  <a:cubicBezTo>
                    <a:pt x="4899" y="2124"/>
                    <a:pt x="4921" y="2135"/>
                    <a:pt x="4933" y="2158"/>
                  </a:cubicBezTo>
                  <a:cubicBezTo>
                    <a:pt x="4907" y="2158"/>
                    <a:pt x="4899" y="2166"/>
                    <a:pt x="4873" y="2166"/>
                  </a:cubicBezTo>
                  <a:cubicBezTo>
                    <a:pt x="4893" y="2171"/>
                    <a:pt x="4910" y="2173"/>
                    <a:pt x="4924" y="2173"/>
                  </a:cubicBezTo>
                  <a:cubicBezTo>
                    <a:pt x="4956" y="2173"/>
                    <a:pt x="4967" y="2161"/>
                    <a:pt x="4950" y="2149"/>
                  </a:cubicBezTo>
                  <a:lnTo>
                    <a:pt x="4950" y="2149"/>
                  </a:lnTo>
                  <a:lnTo>
                    <a:pt x="5043" y="2166"/>
                  </a:lnTo>
                  <a:lnTo>
                    <a:pt x="5119" y="2192"/>
                  </a:lnTo>
                  <a:cubicBezTo>
                    <a:pt x="5089" y="2197"/>
                    <a:pt x="5066" y="2201"/>
                    <a:pt x="5051" y="2201"/>
                  </a:cubicBezTo>
                  <a:cubicBezTo>
                    <a:pt x="5040" y="2201"/>
                    <a:pt x="5034" y="2199"/>
                    <a:pt x="5034" y="2192"/>
                  </a:cubicBezTo>
                  <a:cubicBezTo>
                    <a:pt x="5026" y="2200"/>
                    <a:pt x="5026" y="2200"/>
                    <a:pt x="5017" y="2209"/>
                  </a:cubicBezTo>
                  <a:lnTo>
                    <a:pt x="4958" y="2192"/>
                  </a:lnTo>
                  <a:lnTo>
                    <a:pt x="4958" y="2192"/>
                  </a:lnTo>
                  <a:cubicBezTo>
                    <a:pt x="4933" y="2209"/>
                    <a:pt x="5000" y="2209"/>
                    <a:pt x="5017" y="2217"/>
                  </a:cubicBezTo>
                  <a:cubicBezTo>
                    <a:pt x="5016" y="2220"/>
                    <a:pt x="5010" y="2222"/>
                    <a:pt x="5003" y="2222"/>
                  </a:cubicBezTo>
                  <a:cubicBezTo>
                    <a:pt x="4972" y="2222"/>
                    <a:pt x="4899" y="2200"/>
                    <a:pt x="4831" y="2200"/>
                  </a:cubicBezTo>
                  <a:cubicBezTo>
                    <a:pt x="4779" y="2200"/>
                    <a:pt x="4773" y="2180"/>
                    <a:pt x="4796" y="2176"/>
                  </a:cubicBezTo>
                  <a:lnTo>
                    <a:pt x="4796" y="2176"/>
                  </a:lnTo>
                  <a:cubicBezTo>
                    <a:pt x="4791" y="2176"/>
                    <a:pt x="4786" y="2176"/>
                    <a:pt x="4782" y="2176"/>
                  </a:cubicBezTo>
                  <a:cubicBezTo>
                    <a:pt x="4724" y="2176"/>
                    <a:pt x="4699" y="2149"/>
                    <a:pt x="4653" y="2149"/>
                  </a:cubicBezTo>
                  <a:cubicBezTo>
                    <a:pt x="4594" y="2133"/>
                    <a:pt x="4687" y="2107"/>
                    <a:pt x="4611" y="2090"/>
                  </a:cubicBezTo>
                  <a:lnTo>
                    <a:pt x="4611" y="2090"/>
                  </a:lnTo>
                  <a:cubicBezTo>
                    <a:pt x="4611" y="2099"/>
                    <a:pt x="4603" y="2107"/>
                    <a:pt x="4603" y="2116"/>
                  </a:cubicBezTo>
                  <a:cubicBezTo>
                    <a:pt x="4560" y="2107"/>
                    <a:pt x="4518" y="2090"/>
                    <a:pt x="4484" y="2065"/>
                  </a:cubicBezTo>
                  <a:cubicBezTo>
                    <a:pt x="4490" y="2059"/>
                    <a:pt x="4494" y="2057"/>
                    <a:pt x="4497" y="2057"/>
                  </a:cubicBezTo>
                  <a:cubicBezTo>
                    <a:pt x="4506" y="2057"/>
                    <a:pt x="4507" y="2074"/>
                    <a:pt x="4520" y="2074"/>
                  </a:cubicBezTo>
                  <a:cubicBezTo>
                    <a:pt x="4522" y="2074"/>
                    <a:pt x="4524" y="2074"/>
                    <a:pt x="4527" y="2073"/>
                  </a:cubicBezTo>
                  <a:cubicBezTo>
                    <a:pt x="4527" y="2065"/>
                    <a:pt x="4527" y="2056"/>
                    <a:pt x="4527" y="2048"/>
                  </a:cubicBezTo>
                  <a:cubicBezTo>
                    <a:pt x="4533" y="2048"/>
                    <a:pt x="4544" y="2047"/>
                    <a:pt x="4553" y="2047"/>
                  </a:cubicBezTo>
                  <a:cubicBezTo>
                    <a:pt x="4566" y="2047"/>
                    <a:pt x="4576" y="2050"/>
                    <a:pt x="4560" y="2065"/>
                  </a:cubicBezTo>
                  <a:cubicBezTo>
                    <a:pt x="4577" y="2056"/>
                    <a:pt x="4611" y="2048"/>
                    <a:pt x="4569" y="2039"/>
                  </a:cubicBezTo>
                  <a:lnTo>
                    <a:pt x="4620" y="2039"/>
                  </a:lnTo>
                  <a:cubicBezTo>
                    <a:pt x="4620" y="2039"/>
                    <a:pt x="4620" y="2031"/>
                    <a:pt x="4620" y="2031"/>
                  </a:cubicBezTo>
                  <a:close/>
                  <a:moveTo>
                    <a:pt x="4514" y="2224"/>
                  </a:moveTo>
                  <a:cubicBezTo>
                    <a:pt x="4517" y="2226"/>
                    <a:pt x="4522" y="2226"/>
                    <a:pt x="4527" y="2226"/>
                  </a:cubicBezTo>
                  <a:cubicBezTo>
                    <a:pt x="4522" y="2226"/>
                    <a:pt x="4518" y="2225"/>
                    <a:pt x="4514" y="2224"/>
                  </a:cubicBezTo>
                  <a:close/>
                  <a:moveTo>
                    <a:pt x="4845" y="2250"/>
                  </a:moveTo>
                  <a:lnTo>
                    <a:pt x="4845" y="2250"/>
                  </a:lnTo>
                  <a:cubicBezTo>
                    <a:pt x="4843" y="2250"/>
                    <a:pt x="4841" y="2251"/>
                    <a:pt x="4840" y="2251"/>
                  </a:cubicBezTo>
                  <a:cubicBezTo>
                    <a:pt x="4841" y="2251"/>
                    <a:pt x="4843" y="2251"/>
                    <a:pt x="4845" y="2250"/>
                  </a:cubicBezTo>
                  <a:close/>
                  <a:moveTo>
                    <a:pt x="4425" y="2386"/>
                  </a:moveTo>
                  <a:cubicBezTo>
                    <a:pt x="4425" y="2401"/>
                    <a:pt x="4398" y="2410"/>
                    <a:pt x="4410" y="2423"/>
                  </a:cubicBezTo>
                  <a:lnTo>
                    <a:pt x="4410" y="2423"/>
                  </a:lnTo>
                  <a:cubicBezTo>
                    <a:pt x="4419" y="2410"/>
                    <a:pt x="4426" y="2397"/>
                    <a:pt x="4434" y="2387"/>
                  </a:cubicBezTo>
                  <a:lnTo>
                    <a:pt x="4434" y="2387"/>
                  </a:lnTo>
                  <a:cubicBezTo>
                    <a:pt x="4431" y="2386"/>
                    <a:pt x="4428" y="2386"/>
                    <a:pt x="4425" y="2386"/>
                  </a:cubicBezTo>
                  <a:close/>
                  <a:moveTo>
                    <a:pt x="4410" y="2423"/>
                  </a:moveTo>
                  <a:lnTo>
                    <a:pt x="4410" y="2423"/>
                  </a:lnTo>
                  <a:cubicBezTo>
                    <a:pt x="4409" y="2425"/>
                    <a:pt x="4407" y="2427"/>
                    <a:pt x="4406" y="2430"/>
                  </a:cubicBezTo>
                  <a:lnTo>
                    <a:pt x="4406" y="2430"/>
                  </a:lnTo>
                  <a:cubicBezTo>
                    <a:pt x="4406" y="2429"/>
                    <a:pt x="4407" y="2429"/>
                    <a:pt x="4408" y="2429"/>
                  </a:cubicBezTo>
                  <a:lnTo>
                    <a:pt x="4417" y="2429"/>
                  </a:lnTo>
                  <a:cubicBezTo>
                    <a:pt x="4414" y="2427"/>
                    <a:pt x="4412" y="2425"/>
                    <a:pt x="4410" y="2423"/>
                  </a:cubicBezTo>
                  <a:close/>
                  <a:moveTo>
                    <a:pt x="4406" y="2430"/>
                  </a:moveTo>
                  <a:cubicBezTo>
                    <a:pt x="4402" y="2431"/>
                    <a:pt x="4400" y="2434"/>
                    <a:pt x="4401" y="2436"/>
                  </a:cubicBezTo>
                  <a:lnTo>
                    <a:pt x="4401" y="2436"/>
                  </a:lnTo>
                  <a:cubicBezTo>
                    <a:pt x="4402" y="2434"/>
                    <a:pt x="4404" y="2432"/>
                    <a:pt x="4406" y="2430"/>
                  </a:cubicBezTo>
                  <a:close/>
                  <a:moveTo>
                    <a:pt x="5313" y="2572"/>
                  </a:moveTo>
                  <a:cubicBezTo>
                    <a:pt x="5312" y="2573"/>
                    <a:pt x="5311" y="2574"/>
                    <a:pt x="5311" y="2574"/>
                  </a:cubicBezTo>
                  <a:lnTo>
                    <a:pt x="5311" y="2574"/>
                  </a:lnTo>
                  <a:cubicBezTo>
                    <a:pt x="5312" y="2574"/>
                    <a:pt x="5312" y="2573"/>
                    <a:pt x="5313" y="2572"/>
                  </a:cubicBezTo>
                  <a:close/>
                  <a:moveTo>
                    <a:pt x="5311" y="2574"/>
                  </a:moveTo>
                  <a:cubicBezTo>
                    <a:pt x="5260" y="2607"/>
                    <a:pt x="5186" y="2632"/>
                    <a:pt x="5186" y="2657"/>
                  </a:cubicBezTo>
                  <a:lnTo>
                    <a:pt x="5246" y="2615"/>
                  </a:lnTo>
                  <a:lnTo>
                    <a:pt x="5254" y="2623"/>
                  </a:lnTo>
                  <a:cubicBezTo>
                    <a:pt x="5272" y="2606"/>
                    <a:pt x="5291" y="2589"/>
                    <a:pt x="5311" y="2574"/>
                  </a:cubicBezTo>
                  <a:close/>
                  <a:moveTo>
                    <a:pt x="4907" y="2767"/>
                  </a:moveTo>
                  <a:cubicBezTo>
                    <a:pt x="4907" y="2767"/>
                    <a:pt x="4907" y="2768"/>
                    <a:pt x="4906" y="2768"/>
                  </a:cubicBezTo>
                  <a:lnTo>
                    <a:pt x="4906" y="2768"/>
                  </a:lnTo>
                  <a:cubicBezTo>
                    <a:pt x="4906" y="2768"/>
                    <a:pt x="4907" y="2768"/>
                    <a:pt x="4907" y="2768"/>
                  </a:cubicBezTo>
                  <a:lnTo>
                    <a:pt x="4907" y="2768"/>
                  </a:lnTo>
                  <a:cubicBezTo>
                    <a:pt x="4907" y="2767"/>
                    <a:pt x="4907" y="2767"/>
                    <a:pt x="4907" y="2767"/>
                  </a:cubicBezTo>
                  <a:close/>
                  <a:moveTo>
                    <a:pt x="4906" y="2768"/>
                  </a:moveTo>
                  <a:lnTo>
                    <a:pt x="4906" y="2768"/>
                  </a:lnTo>
                  <a:cubicBezTo>
                    <a:pt x="4868" y="2775"/>
                    <a:pt x="4836" y="2820"/>
                    <a:pt x="4797" y="2852"/>
                  </a:cubicBezTo>
                  <a:cubicBezTo>
                    <a:pt x="4864" y="2826"/>
                    <a:pt x="4865" y="2801"/>
                    <a:pt x="4906" y="2768"/>
                  </a:cubicBezTo>
                  <a:close/>
                  <a:moveTo>
                    <a:pt x="4721" y="2928"/>
                  </a:moveTo>
                  <a:lnTo>
                    <a:pt x="4721" y="2928"/>
                  </a:lnTo>
                  <a:cubicBezTo>
                    <a:pt x="4717" y="2928"/>
                    <a:pt x="4710" y="2932"/>
                    <a:pt x="4706" y="2937"/>
                  </a:cubicBezTo>
                  <a:lnTo>
                    <a:pt x="4706" y="2937"/>
                  </a:lnTo>
                  <a:cubicBezTo>
                    <a:pt x="4711" y="2934"/>
                    <a:pt x="4716" y="2931"/>
                    <a:pt x="4721" y="2928"/>
                  </a:cubicBezTo>
                  <a:close/>
                  <a:moveTo>
                    <a:pt x="4539" y="2970"/>
                  </a:moveTo>
                  <a:lnTo>
                    <a:pt x="4539" y="2970"/>
                  </a:lnTo>
                  <a:cubicBezTo>
                    <a:pt x="4538" y="2970"/>
                    <a:pt x="4536" y="2970"/>
                    <a:pt x="4535" y="2970"/>
                  </a:cubicBezTo>
                  <a:cubicBezTo>
                    <a:pt x="4535" y="2979"/>
                    <a:pt x="4534" y="2988"/>
                    <a:pt x="4534" y="2996"/>
                  </a:cubicBezTo>
                  <a:lnTo>
                    <a:pt x="4534" y="2996"/>
                  </a:lnTo>
                  <a:cubicBezTo>
                    <a:pt x="4537" y="2987"/>
                    <a:pt x="4544" y="2982"/>
                    <a:pt x="4539" y="2970"/>
                  </a:cubicBezTo>
                  <a:close/>
                  <a:moveTo>
                    <a:pt x="3334" y="3105"/>
                  </a:moveTo>
                  <a:cubicBezTo>
                    <a:pt x="3332" y="3105"/>
                    <a:pt x="3331" y="3106"/>
                    <a:pt x="3329" y="3107"/>
                  </a:cubicBezTo>
                  <a:lnTo>
                    <a:pt x="3329" y="3107"/>
                  </a:lnTo>
                  <a:cubicBezTo>
                    <a:pt x="3330" y="3107"/>
                    <a:pt x="3332" y="3106"/>
                    <a:pt x="3334" y="3105"/>
                  </a:cubicBezTo>
                  <a:close/>
                  <a:moveTo>
                    <a:pt x="3328" y="3153"/>
                  </a:moveTo>
                  <a:cubicBezTo>
                    <a:pt x="3327" y="3154"/>
                    <a:pt x="3326" y="3155"/>
                    <a:pt x="3325" y="3156"/>
                  </a:cubicBezTo>
                  <a:cubicBezTo>
                    <a:pt x="3327" y="3155"/>
                    <a:pt x="3327" y="3154"/>
                    <a:pt x="3328" y="3153"/>
                  </a:cubicBezTo>
                  <a:close/>
                  <a:moveTo>
                    <a:pt x="4594" y="2978"/>
                  </a:moveTo>
                  <a:lnTo>
                    <a:pt x="4594" y="2978"/>
                  </a:lnTo>
                  <a:cubicBezTo>
                    <a:pt x="4569" y="2995"/>
                    <a:pt x="4586" y="3012"/>
                    <a:pt x="4560" y="3021"/>
                  </a:cubicBezTo>
                  <a:cubicBezTo>
                    <a:pt x="4539" y="3021"/>
                    <a:pt x="4534" y="3010"/>
                    <a:pt x="4534" y="2996"/>
                  </a:cubicBezTo>
                  <a:lnTo>
                    <a:pt x="4534" y="2996"/>
                  </a:lnTo>
                  <a:cubicBezTo>
                    <a:pt x="4533" y="3000"/>
                    <a:pt x="4533" y="3005"/>
                    <a:pt x="4535" y="3012"/>
                  </a:cubicBezTo>
                  <a:cubicBezTo>
                    <a:pt x="4442" y="3029"/>
                    <a:pt x="4518" y="3080"/>
                    <a:pt x="4408" y="3122"/>
                  </a:cubicBezTo>
                  <a:cubicBezTo>
                    <a:pt x="4403" y="3114"/>
                    <a:pt x="4398" y="3111"/>
                    <a:pt x="4393" y="3111"/>
                  </a:cubicBezTo>
                  <a:cubicBezTo>
                    <a:pt x="4372" y="3111"/>
                    <a:pt x="4356" y="3173"/>
                    <a:pt x="4326" y="3173"/>
                  </a:cubicBezTo>
                  <a:cubicBezTo>
                    <a:pt x="4320" y="3173"/>
                    <a:pt x="4314" y="3170"/>
                    <a:pt x="4307" y="3165"/>
                  </a:cubicBezTo>
                  <a:cubicBezTo>
                    <a:pt x="4340" y="3148"/>
                    <a:pt x="4366" y="3080"/>
                    <a:pt x="4357" y="3080"/>
                  </a:cubicBezTo>
                  <a:lnTo>
                    <a:pt x="4357" y="3080"/>
                  </a:lnTo>
                  <a:cubicBezTo>
                    <a:pt x="4324" y="3114"/>
                    <a:pt x="4290" y="3131"/>
                    <a:pt x="4256" y="3148"/>
                  </a:cubicBezTo>
                  <a:cubicBezTo>
                    <a:pt x="4290" y="3156"/>
                    <a:pt x="4307" y="3181"/>
                    <a:pt x="4298" y="3215"/>
                  </a:cubicBezTo>
                  <a:cubicBezTo>
                    <a:pt x="4340" y="3165"/>
                    <a:pt x="4459" y="3139"/>
                    <a:pt x="4535" y="3097"/>
                  </a:cubicBezTo>
                  <a:lnTo>
                    <a:pt x="4510" y="3063"/>
                  </a:lnTo>
                  <a:cubicBezTo>
                    <a:pt x="4521" y="3045"/>
                    <a:pt x="4527" y="3039"/>
                    <a:pt x="4530" y="3039"/>
                  </a:cubicBezTo>
                  <a:cubicBezTo>
                    <a:pt x="4538" y="3039"/>
                    <a:pt x="4534" y="3070"/>
                    <a:pt x="4551" y="3070"/>
                  </a:cubicBezTo>
                  <a:cubicBezTo>
                    <a:pt x="4556" y="3070"/>
                    <a:pt x="4561" y="3068"/>
                    <a:pt x="4569" y="3063"/>
                  </a:cubicBezTo>
                  <a:lnTo>
                    <a:pt x="4577" y="3029"/>
                  </a:lnTo>
                  <a:lnTo>
                    <a:pt x="4594" y="2978"/>
                  </a:lnTo>
                  <a:close/>
                  <a:moveTo>
                    <a:pt x="3036" y="3587"/>
                  </a:moveTo>
                  <a:lnTo>
                    <a:pt x="3038" y="3588"/>
                  </a:lnTo>
                  <a:lnTo>
                    <a:pt x="3029" y="3596"/>
                  </a:lnTo>
                  <a:cubicBezTo>
                    <a:pt x="3032" y="3593"/>
                    <a:pt x="3034" y="3590"/>
                    <a:pt x="3036" y="3587"/>
                  </a:cubicBezTo>
                  <a:close/>
                  <a:moveTo>
                    <a:pt x="2951" y="3955"/>
                  </a:moveTo>
                  <a:lnTo>
                    <a:pt x="2945" y="3960"/>
                  </a:lnTo>
                  <a:cubicBezTo>
                    <a:pt x="2947" y="3960"/>
                    <a:pt x="2949" y="3958"/>
                    <a:pt x="2951" y="3955"/>
                  </a:cubicBezTo>
                  <a:close/>
                  <a:moveTo>
                    <a:pt x="2718" y="4067"/>
                  </a:moveTo>
                  <a:lnTo>
                    <a:pt x="2716" y="4070"/>
                  </a:lnTo>
                  <a:cubicBezTo>
                    <a:pt x="2716" y="4070"/>
                    <a:pt x="2717" y="4069"/>
                    <a:pt x="2718" y="4067"/>
                  </a:cubicBezTo>
                  <a:close/>
                  <a:moveTo>
                    <a:pt x="111" y="1"/>
                  </a:moveTo>
                  <a:cubicBezTo>
                    <a:pt x="117" y="3"/>
                    <a:pt x="122" y="3"/>
                    <a:pt x="127" y="3"/>
                  </a:cubicBezTo>
                  <a:cubicBezTo>
                    <a:pt x="132" y="3"/>
                    <a:pt x="137" y="3"/>
                    <a:pt x="141" y="3"/>
                  </a:cubicBezTo>
                  <a:cubicBezTo>
                    <a:pt x="151" y="3"/>
                    <a:pt x="162" y="5"/>
                    <a:pt x="178" y="18"/>
                  </a:cubicBezTo>
                  <a:cubicBezTo>
                    <a:pt x="176" y="20"/>
                    <a:pt x="172" y="21"/>
                    <a:pt x="168" y="21"/>
                  </a:cubicBezTo>
                  <a:cubicBezTo>
                    <a:pt x="160" y="21"/>
                    <a:pt x="150" y="18"/>
                    <a:pt x="145" y="18"/>
                  </a:cubicBezTo>
                  <a:lnTo>
                    <a:pt x="145" y="18"/>
                  </a:lnTo>
                  <a:cubicBezTo>
                    <a:pt x="136" y="43"/>
                    <a:pt x="187" y="18"/>
                    <a:pt x="212" y="51"/>
                  </a:cubicBezTo>
                  <a:lnTo>
                    <a:pt x="136" y="51"/>
                  </a:lnTo>
                  <a:lnTo>
                    <a:pt x="162" y="85"/>
                  </a:lnTo>
                  <a:lnTo>
                    <a:pt x="1" y="94"/>
                  </a:lnTo>
                  <a:cubicBezTo>
                    <a:pt x="52" y="128"/>
                    <a:pt x="100" y="128"/>
                    <a:pt x="146" y="128"/>
                  </a:cubicBezTo>
                  <a:cubicBezTo>
                    <a:pt x="191" y="128"/>
                    <a:pt x="233" y="128"/>
                    <a:pt x="271" y="161"/>
                  </a:cubicBezTo>
                  <a:cubicBezTo>
                    <a:pt x="255" y="161"/>
                    <a:pt x="263" y="178"/>
                    <a:pt x="263" y="178"/>
                  </a:cubicBezTo>
                  <a:cubicBezTo>
                    <a:pt x="290" y="178"/>
                    <a:pt x="317" y="189"/>
                    <a:pt x="340" y="189"/>
                  </a:cubicBezTo>
                  <a:cubicBezTo>
                    <a:pt x="346" y="189"/>
                    <a:pt x="351" y="189"/>
                    <a:pt x="356" y="187"/>
                  </a:cubicBezTo>
                  <a:lnTo>
                    <a:pt x="398" y="212"/>
                  </a:lnTo>
                  <a:cubicBezTo>
                    <a:pt x="388" y="228"/>
                    <a:pt x="370" y="234"/>
                    <a:pt x="350" y="234"/>
                  </a:cubicBezTo>
                  <a:cubicBezTo>
                    <a:pt x="339" y="234"/>
                    <a:pt x="326" y="232"/>
                    <a:pt x="314" y="229"/>
                  </a:cubicBezTo>
                  <a:lnTo>
                    <a:pt x="314" y="229"/>
                  </a:lnTo>
                  <a:cubicBezTo>
                    <a:pt x="475" y="297"/>
                    <a:pt x="627" y="288"/>
                    <a:pt x="779" y="381"/>
                  </a:cubicBezTo>
                  <a:cubicBezTo>
                    <a:pt x="779" y="386"/>
                    <a:pt x="773" y="386"/>
                    <a:pt x="767" y="386"/>
                  </a:cubicBezTo>
                  <a:cubicBezTo>
                    <a:pt x="762" y="386"/>
                    <a:pt x="758" y="386"/>
                    <a:pt x="762" y="390"/>
                  </a:cubicBezTo>
                  <a:cubicBezTo>
                    <a:pt x="779" y="390"/>
                    <a:pt x="803" y="394"/>
                    <a:pt x="818" y="394"/>
                  </a:cubicBezTo>
                  <a:cubicBezTo>
                    <a:pt x="821" y="394"/>
                    <a:pt x="824" y="393"/>
                    <a:pt x="826" y="393"/>
                  </a:cubicBezTo>
                  <a:lnTo>
                    <a:pt x="826" y="393"/>
                  </a:lnTo>
                  <a:cubicBezTo>
                    <a:pt x="819" y="398"/>
                    <a:pt x="811" y="398"/>
                    <a:pt x="796" y="398"/>
                  </a:cubicBezTo>
                  <a:cubicBezTo>
                    <a:pt x="889" y="415"/>
                    <a:pt x="914" y="474"/>
                    <a:pt x="974" y="483"/>
                  </a:cubicBezTo>
                  <a:cubicBezTo>
                    <a:pt x="974" y="487"/>
                    <a:pt x="971" y="489"/>
                    <a:pt x="968" y="489"/>
                  </a:cubicBezTo>
                  <a:cubicBezTo>
                    <a:pt x="960" y="489"/>
                    <a:pt x="947" y="481"/>
                    <a:pt x="942" y="481"/>
                  </a:cubicBezTo>
                  <a:cubicBezTo>
                    <a:pt x="941" y="481"/>
                    <a:pt x="940" y="482"/>
                    <a:pt x="940" y="483"/>
                  </a:cubicBezTo>
                  <a:cubicBezTo>
                    <a:pt x="1016" y="534"/>
                    <a:pt x="1075" y="500"/>
                    <a:pt x="1160" y="542"/>
                  </a:cubicBezTo>
                  <a:cubicBezTo>
                    <a:pt x="1126" y="551"/>
                    <a:pt x="1168" y="568"/>
                    <a:pt x="1185" y="593"/>
                  </a:cubicBezTo>
                  <a:cubicBezTo>
                    <a:pt x="1261" y="601"/>
                    <a:pt x="1414" y="661"/>
                    <a:pt x="1515" y="686"/>
                  </a:cubicBezTo>
                  <a:cubicBezTo>
                    <a:pt x="1464" y="737"/>
                    <a:pt x="1633" y="745"/>
                    <a:pt x="1625" y="796"/>
                  </a:cubicBezTo>
                  <a:cubicBezTo>
                    <a:pt x="1635" y="801"/>
                    <a:pt x="1653" y="806"/>
                    <a:pt x="1668" y="806"/>
                  </a:cubicBezTo>
                  <a:cubicBezTo>
                    <a:pt x="1679" y="806"/>
                    <a:pt x="1689" y="803"/>
                    <a:pt x="1693" y="796"/>
                  </a:cubicBezTo>
                  <a:cubicBezTo>
                    <a:pt x="1676" y="796"/>
                    <a:pt x="1650" y="771"/>
                    <a:pt x="1659" y="762"/>
                  </a:cubicBezTo>
                  <a:lnTo>
                    <a:pt x="1659" y="762"/>
                  </a:lnTo>
                  <a:cubicBezTo>
                    <a:pt x="1682" y="768"/>
                    <a:pt x="1713" y="782"/>
                    <a:pt x="1736" y="782"/>
                  </a:cubicBezTo>
                  <a:cubicBezTo>
                    <a:pt x="1746" y="782"/>
                    <a:pt x="1755" y="779"/>
                    <a:pt x="1760" y="771"/>
                  </a:cubicBezTo>
                  <a:lnTo>
                    <a:pt x="1794" y="813"/>
                  </a:lnTo>
                  <a:cubicBezTo>
                    <a:pt x="1800" y="800"/>
                    <a:pt x="1816" y="793"/>
                    <a:pt x="1830" y="793"/>
                  </a:cubicBezTo>
                  <a:cubicBezTo>
                    <a:pt x="1835" y="793"/>
                    <a:pt x="1840" y="794"/>
                    <a:pt x="1845" y="796"/>
                  </a:cubicBezTo>
                  <a:cubicBezTo>
                    <a:pt x="1854" y="814"/>
                    <a:pt x="1859" y="820"/>
                    <a:pt x="1862" y="820"/>
                  </a:cubicBezTo>
                  <a:cubicBezTo>
                    <a:pt x="1869" y="820"/>
                    <a:pt x="1871" y="798"/>
                    <a:pt x="1889" y="798"/>
                  </a:cubicBezTo>
                  <a:cubicBezTo>
                    <a:pt x="1896" y="798"/>
                    <a:pt x="1906" y="802"/>
                    <a:pt x="1921" y="813"/>
                  </a:cubicBezTo>
                  <a:cubicBezTo>
                    <a:pt x="1896" y="821"/>
                    <a:pt x="1879" y="830"/>
                    <a:pt x="1862" y="847"/>
                  </a:cubicBezTo>
                  <a:cubicBezTo>
                    <a:pt x="1896" y="864"/>
                    <a:pt x="1896" y="855"/>
                    <a:pt x="1921" y="864"/>
                  </a:cubicBezTo>
                  <a:cubicBezTo>
                    <a:pt x="1921" y="881"/>
                    <a:pt x="1879" y="881"/>
                    <a:pt x="1845" y="881"/>
                  </a:cubicBezTo>
                  <a:lnTo>
                    <a:pt x="1887" y="914"/>
                  </a:lnTo>
                  <a:cubicBezTo>
                    <a:pt x="1904" y="912"/>
                    <a:pt x="1922" y="911"/>
                    <a:pt x="1939" y="911"/>
                  </a:cubicBezTo>
                  <a:cubicBezTo>
                    <a:pt x="1992" y="911"/>
                    <a:pt x="2048" y="921"/>
                    <a:pt x="2099" y="940"/>
                  </a:cubicBezTo>
                  <a:cubicBezTo>
                    <a:pt x="2082" y="957"/>
                    <a:pt x="2056" y="940"/>
                    <a:pt x="2065" y="974"/>
                  </a:cubicBezTo>
                  <a:cubicBezTo>
                    <a:pt x="2076" y="976"/>
                    <a:pt x="2089" y="976"/>
                    <a:pt x="2103" y="976"/>
                  </a:cubicBezTo>
                  <a:lnTo>
                    <a:pt x="2103" y="976"/>
                  </a:lnTo>
                  <a:cubicBezTo>
                    <a:pt x="2131" y="976"/>
                    <a:pt x="2161" y="976"/>
                    <a:pt x="2183" y="999"/>
                  </a:cubicBezTo>
                  <a:lnTo>
                    <a:pt x="2175" y="999"/>
                  </a:lnTo>
                  <a:cubicBezTo>
                    <a:pt x="2251" y="1007"/>
                    <a:pt x="2217" y="1033"/>
                    <a:pt x="2276" y="1058"/>
                  </a:cubicBezTo>
                  <a:cubicBezTo>
                    <a:pt x="2276" y="1067"/>
                    <a:pt x="2276" y="1067"/>
                    <a:pt x="2276" y="1067"/>
                  </a:cubicBezTo>
                  <a:lnTo>
                    <a:pt x="2319" y="1067"/>
                  </a:lnTo>
                  <a:cubicBezTo>
                    <a:pt x="2420" y="1067"/>
                    <a:pt x="2395" y="1134"/>
                    <a:pt x="2437" y="1177"/>
                  </a:cubicBezTo>
                  <a:lnTo>
                    <a:pt x="2429" y="1177"/>
                  </a:lnTo>
                  <a:cubicBezTo>
                    <a:pt x="2446" y="1210"/>
                    <a:pt x="2556" y="1227"/>
                    <a:pt x="2581" y="1253"/>
                  </a:cubicBezTo>
                  <a:cubicBezTo>
                    <a:pt x="2547" y="1219"/>
                    <a:pt x="2572" y="1227"/>
                    <a:pt x="2564" y="1194"/>
                  </a:cubicBezTo>
                  <a:cubicBezTo>
                    <a:pt x="2561" y="1193"/>
                    <a:pt x="2558" y="1192"/>
                    <a:pt x="2555" y="1192"/>
                  </a:cubicBezTo>
                  <a:cubicBezTo>
                    <a:pt x="2537" y="1192"/>
                    <a:pt x="2526" y="1207"/>
                    <a:pt x="2509" y="1207"/>
                  </a:cubicBezTo>
                  <a:cubicBezTo>
                    <a:pt x="2501" y="1207"/>
                    <a:pt x="2492" y="1203"/>
                    <a:pt x="2479" y="1194"/>
                  </a:cubicBezTo>
                  <a:cubicBezTo>
                    <a:pt x="2488" y="1168"/>
                    <a:pt x="2556" y="1185"/>
                    <a:pt x="2581" y="1168"/>
                  </a:cubicBezTo>
                  <a:cubicBezTo>
                    <a:pt x="2606" y="1177"/>
                    <a:pt x="2606" y="1236"/>
                    <a:pt x="2606" y="1253"/>
                  </a:cubicBezTo>
                  <a:cubicBezTo>
                    <a:pt x="2674" y="1278"/>
                    <a:pt x="2708" y="1312"/>
                    <a:pt x="2801" y="1337"/>
                  </a:cubicBezTo>
                  <a:cubicBezTo>
                    <a:pt x="2825" y="1332"/>
                    <a:pt x="2852" y="1317"/>
                    <a:pt x="2880" y="1317"/>
                  </a:cubicBezTo>
                  <a:cubicBezTo>
                    <a:pt x="2901" y="1317"/>
                    <a:pt x="2923" y="1325"/>
                    <a:pt x="2945" y="1354"/>
                  </a:cubicBezTo>
                  <a:lnTo>
                    <a:pt x="2941" y="1358"/>
                  </a:lnTo>
                  <a:lnTo>
                    <a:pt x="2941" y="1358"/>
                  </a:lnTo>
                  <a:cubicBezTo>
                    <a:pt x="2941" y="1358"/>
                    <a:pt x="2942" y="1358"/>
                    <a:pt x="2943" y="1358"/>
                  </a:cubicBezTo>
                  <a:cubicBezTo>
                    <a:pt x="2953" y="1358"/>
                    <a:pt x="2970" y="1373"/>
                    <a:pt x="2987" y="1373"/>
                  </a:cubicBezTo>
                  <a:cubicBezTo>
                    <a:pt x="2990" y="1373"/>
                    <a:pt x="2993" y="1372"/>
                    <a:pt x="2995" y="1371"/>
                  </a:cubicBezTo>
                  <a:cubicBezTo>
                    <a:pt x="2978" y="1337"/>
                    <a:pt x="3029" y="1371"/>
                    <a:pt x="3012" y="1329"/>
                  </a:cubicBezTo>
                  <a:lnTo>
                    <a:pt x="3012" y="1329"/>
                  </a:lnTo>
                  <a:cubicBezTo>
                    <a:pt x="3055" y="1346"/>
                    <a:pt x="3038" y="1388"/>
                    <a:pt x="3038" y="1413"/>
                  </a:cubicBezTo>
                  <a:cubicBezTo>
                    <a:pt x="3043" y="1410"/>
                    <a:pt x="3049" y="1409"/>
                    <a:pt x="3054" y="1409"/>
                  </a:cubicBezTo>
                  <a:cubicBezTo>
                    <a:pt x="3090" y="1409"/>
                    <a:pt x="3124" y="1473"/>
                    <a:pt x="3190" y="1473"/>
                  </a:cubicBezTo>
                  <a:cubicBezTo>
                    <a:pt x="3184" y="1477"/>
                    <a:pt x="3176" y="1478"/>
                    <a:pt x="3168" y="1478"/>
                  </a:cubicBezTo>
                  <a:cubicBezTo>
                    <a:pt x="3152" y="1478"/>
                    <a:pt x="3135" y="1474"/>
                    <a:pt x="3123" y="1474"/>
                  </a:cubicBezTo>
                  <a:cubicBezTo>
                    <a:pt x="3113" y="1474"/>
                    <a:pt x="3108" y="1477"/>
                    <a:pt x="3114" y="1490"/>
                  </a:cubicBezTo>
                  <a:lnTo>
                    <a:pt x="3224" y="1481"/>
                  </a:lnTo>
                  <a:lnTo>
                    <a:pt x="3190" y="1464"/>
                  </a:lnTo>
                  <a:cubicBezTo>
                    <a:pt x="3258" y="1464"/>
                    <a:pt x="3258" y="1507"/>
                    <a:pt x="3291" y="1532"/>
                  </a:cubicBezTo>
                  <a:cubicBezTo>
                    <a:pt x="3291" y="1539"/>
                    <a:pt x="3287" y="1542"/>
                    <a:pt x="3280" y="1542"/>
                  </a:cubicBezTo>
                  <a:cubicBezTo>
                    <a:pt x="3272" y="1542"/>
                    <a:pt x="3259" y="1537"/>
                    <a:pt x="3249" y="1532"/>
                  </a:cubicBezTo>
                  <a:lnTo>
                    <a:pt x="3249" y="1532"/>
                  </a:lnTo>
                  <a:cubicBezTo>
                    <a:pt x="3275" y="1549"/>
                    <a:pt x="3308" y="1557"/>
                    <a:pt x="3334" y="1557"/>
                  </a:cubicBezTo>
                  <a:lnTo>
                    <a:pt x="3469" y="1557"/>
                  </a:lnTo>
                  <a:lnTo>
                    <a:pt x="3478" y="1566"/>
                  </a:lnTo>
                  <a:lnTo>
                    <a:pt x="3486" y="1566"/>
                  </a:lnTo>
                  <a:lnTo>
                    <a:pt x="3511" y="1583"/>
                  </a:lnTo>
                  <a:lnTo>
                    <a:pt x="3520" y="1583"/>
                  </a:lnTo>
                  <a:lnTo>
                    <a:pt x="3588" y="1600"/>
                  </a:lnTo>
                  <a:lnTo>
                    <a:pt x="3596" y="1600"/>
                  </a:lnTo>
                  <a:cubicBezTo>
                    <a:pt x="3605" y="1581"/>
                    <a:pt x="3624" y="1573"/>
                    <a:pt x="3647" y="1573"/>
                  </a:cubicBezTo>
                  <a:cubicBezTo>
                    <a:pt x="3667" y="1573"/>
                    <a:pt x="3691" y="1579"/>
                    <a:pt x="3714" y="1591"/>
                  </a:cubicBezTo>
                  <a:cubicBezTo>
                    <a:pt x="3714" y="1583"/>
                    <a:pt x="3689" y="1574"/>
                    <a:pt x="3655" y="1549"/>
                  </a:cubicBezTo>
                  <a:lnTo>
                    <a:pt x="3672" y="1549"/>
                  </a:lnTo>
                  <a:lnTo>
                    <a:pt x="3816" y="1633"/>
                  </a:lnTo>
                  <a:cubicBezTo>
                    <a:pt x="3791" y="1633"/>
                    <a:pt x="3774" y="1625"/>
                    <a:pt x="3757" y="1616"/>
                  </a:cubicBezTo>
                  <a:lnTo>
                    <a:pt x="3757" y="1616"/>
                  </a:lnTo>
                  <a:cubicBezTo>
                    <a:pt x="3776" y="1650"/>
                    <a:pt x="3816" y="1659"/>
                    <a:pt x="3849" y="1670"/>
                  </a:cubicBezTo>
                  <a:lnTo>
                    <a:pt x="3849" y="1670"/>
                  </a:lnTo>
                  <a:lnTo>
                    <a:pt x="3858" y="1676"/>
                  </a:lnTo>
                  <a:cubicBezTo>
                    <a:pt x="3857" y="1674"/>
                    <a:pt x="3855" y="1672"/>
                    <a:pt x="3852" y="1671"/>
                  </a:cubicBezTo>
                  <a:lnTo>
                    <a:pt x="3852" y="1671"/>
                  </a:lnTo>
                  <a:cubicBezTo>
                    <a:pt x="3877" y="1679"/>
                    <a:pt x="3897" y="1688"/>
                    <a:pt x="3901" y="1710"/>
                  </a:cubicBezTo>
                  <a:cubicBezTo>
                    <a:pt x="3808" y="1710"/>
                    <a:pt x="3774" y="1676"/>
                    <a:pt x="3689" y="1650"/>
                  </a:cubicBezTo>
                  <a:cubicBezTo>
                    <a:pt x="3678" y="1634"/>
                    <a:pt x="3680" y="1629"/>
                    <a:pt x="3688" y="1629"/>
                  </a:cubicBezTo>
                  <a:cubicBezTo>
                    <a:pt x="3702" y="1629"/>
                    <a:pt x="3734" y="1645"/>
                    <a:pt x="3749" y="1645"/>
                  </a:cubicBezTo>
                  <a:cubicBezTo>
                    <a:pt x="3753" y="1645"/>
                    <a:pt x="3756" y="1644"/>
                    <a:pt x="3757" y="1642"/>
                  </a:cubicBezTo>
                  <a:lnTo>
                    <a:pt x="3714" y="1608"/>
                  </a:lnTo>
                  <a:cubicBezTo>
                    <a:pt x="3714" y="1614"/>
                    <a:pt x="3710" y="1616"/>
                    <a:pt x="3702" y="1616"/>
                  </a:cubicBezTo>
                  <a:cubicBezTo>
                    <a:pt x="3689" y="1616"/>
                    <a:pt x="3668" y="1610"/>
                    <a:pt x="3652" y="1610"/>
                  </a:cubicBezTo>
                  <a:cubicBezTo>
                    <a:pt x="3637" y="1610"/>
                    <a:pt x="3627" y="1615"/>
                    <a:pt x="3630" y="1633"/>
                  </a:cubicBezTo>
                  <a:cubicBezTo>
                    <a:pt x="3714" y="1693"/>
                    <a:pt x="3816" y="1743"/>
                    <a:pt x="3909" y="1786"/>
                  </a:cubicBezTo>
                  <a:lnTo>
                    <a:pt x="3731" y="1955"/>
                  </a:lnTo>
                  <a:cubicBezTo>
                    <a:pt x="3731" y="1963"/>
                    <a:pt x="3723" y="1963"/>
                    <a:pt x="3723" y="1972"/>
                  </a:cubicBezTo>
                  <a:cubicBezTo>
                    <a:pt x="3736" y="1977"/>
                    <a:pt x="3747" y="1979"/>
                    <a:pt x="3757" y="1979"/>
                  </a:cubicBezTo>
                  <a:cubicBezTo>
                    <a:pt x="3814" y="1979"/>
                    <a:pt x="3810" y="1904"/>
                    <a:pt x="3824" y="1904"/>
                  </a:cubicBezTo>
                  <a:cubicBezTo>
                    <a:pt x="3850" y="1913"/>
                    <a:pt x="3875" y="1904"/>
                    <a:pt x="3884" y="1921"/>
                  </a:cubicBezTo>
                  <a:lnTo>
                    <a:pt x="3867" y="1929"/>
                  </a:lnTo>
                  <a:cubicBezTo>
                    <a:pt x="3877" y="1932"/>
                    <a:pt x="3885" y="1934"/>
                    <a:pt x="3891" y="1934"/>
                  </a:cubicBezTo>
                  <a:cubicBezTo>
                    <a:pt x="3911" y="1934"/>
                    <a:pt x="3911" y="1921"/>
                    <a:pt x="3922" y="1921"/>
                  </a:cubicBezTo>
                  <a:cubicBezTo>
                    <a:pt x="3926" y="1921"/>
                    <a:pt x="3933" y="1923"/>
                    <a:pt x="3943" y="1929"/>
                  </a:cubicBezTo>
                  <a:cubicBezTo>
                    <a:pt x="3994" y="1929"/>
                    <a:pt x="3917" y="1913"/>
                    <a:pt x="3943" y="1904"/>
                  </a:cubicBezTo>
                  <a:lnTo>
                    <a:pt x="3943" y="1904"/>
                  </a:lnTo>
                  <a:cubicBezTo>
                    <a:pt x="3953" y="1911"/>
                    <a:pt x="3961" y="1913"/>
                    <a:pt x="3969" y="1913"/>
                  </a:cubicBezTo>
                  <a:cubicBezTo>
                    <a:pt x="3987" y="1913"/>
                    <a:pt x="4000" y="1900"/>
                    <a:pt x="4021" y="1900"/>
                  </a:cubicBezTo>
                  <a:cubicBezTo>
                    <a:pt x="4035" y="1900"/>
                    <a:pt x="4053" y="1907"/>
                    <a:pt x="4078" y="1929"/>
                  </a:cubicBezTo>
                  <a:cubicBezTo>
                    <a:pt x="4071" y="1929"/>
                    <a:pt x="4070" y="1951"/>
                    <a:pt x="4044" y="1951"/>
                  </a:cubicBezTo>
                  <a:cubicBezTo>
                    <a:pt x="4037" y="1951"/>
                    <a:pt x="4029" y="1950"/>
                    <a:pt x="4019" y="1946"/>
                  </a:cubicBezTo>
                  <a:lnTo>
                    <a:pt x="4019" y="1946"/>
                  </a:lnTo>
                  <a:lnTo>
                    <a:pt x="4053" y="1989"/>
                  </a:lnTo>
                  <a:cubicBezTo>
                    <a:pt x="4027" y="1989"/>
                    <a:pt x="4002" y="1980"/>
                    <a:pt x="3977" y="1963"/>
                  </a:cubicBezTo>
                  <a:cubicBezTo>
                    <a:pt x="3934" y="1980"/>
                    <a:pt x="3934" y="2006"/>
                    <a:pt x="3901" y="2023"/>
                  </a:cubicBezTo>
                  <a:cubicBezTo>
                    <a:pt x="3919" y="2023"/>
                    <a:pt x="3924" y="2005"/>
                    <a:pt x="3938" y="2005"/>
                  </a:cubicBezTo>
                  <a:cubicBezTo>
                    <a:pt x="3944" y="2005"/>
                    <a:pt x="3951" y="2007"/>
                    <a:pt x="3960" y="2014"/>
                  </a:cubicBezTo>
                  <a:cubicBezTo>
                    <a:pt x="3994" y="2031"/>
                    <a:pt x="3943" y="2023"/>
                    <a:pt x="3943" y="2031"/>
                  </a:cubicBezTo>
                  <a:cubicBezTo>
                    <a:pt x="3947" y="2030"/>
                    <a:pt x="3951" y="2030"/>
                    <a:pt x="3954" y="2030"/>
                  </a:cubicBezTo>
                  <a:cubicBezTo>
                    <a:pt x="4001" y="2030"/>
                    <a:pt x="3992" y="2076"/>
                    <a:pt x="4027" y="2076"/>
                  </a:cubicBezTo>
                  <a:cubicBezTo>
                    <a:pt x="4032" y="2076"/>
                    <a:pt x="4038" y="2075"/>
                    <a:pt x="4044" y="2073"/>
                  </a:cubicBezTo>
                  <a:cubicBezTo>
                    <a:pt x="4053" y="2039"/>
                    <a:pt x="4061" y="2039"/>
                    <a:pt x="4036" y="2006"/>
                  </a:cubicBezTo>
                  <a:lnTo>
                    <a:pt x="4036" y="2006"/>
                  </a:lnTo>
                  <a:cubicBezTo>
                    <a:pt x="4070" y="2006"/>
                    <a:pt x="4104" y="2048"/>
                    <a:pt x="4087" y="2082"/>
                  </a:cubicBezTo>
                  <a:lnTo>
                    <a:pt x="4104" y="2056"/>
                  </a:lnTo>
                  <a:cubicBezTo>
                    <a:pt x="4112" y="2065"/>
                    <a:pt x="4137" y="2073"/>
                    <a:pt x="4137" y="2082"/>
                  </a:cubicBezTo>
                  <a:lnTo>
                    <a:pt x="4154" y="2073"/>
                  </a:lnTo>
                  <a:cubicBezTo>
                    <a:pt x="4137" y="2039"/>
                    <a:pt x="4112" y="2023"/>
                    <a:pt x="4078" y="2014"/>
                  </a:cubicBezTo>
                  <a:cubicBezTo>
                    <a:pt x="4099" y="2007"/>
                    <a:pt x="4085" y="1976"/>
                    <a:pt x="4110" y="1976"/>
                  </a:cubicBezTo>
                  <a:cubicBezTo>
                    <a:pt x="4114" y="1976"/>
                    <a:pt x="4121" y="1977"/>
                    <a:pt x="4129" y="1980"/>
                  </a:cubicBezTo>
                  <a:cubicBezTo>
                    <a:pt x="4154" y="1989"/>
                    <a:pt x="4129" y="1997"/>
                    <a:pt x="4129" y="2006"/>
                  </a:cubicBezTo>
                  <a:cubicBezTo>
                    <a:pt x="4256" y="2031"/>
                    <a:pt x="4222" y="2099"/>
                    <a:pt x="4324" y="2124"/>
                  </a:cubicBezTo>
                  <a:cubicBezTo>
                    <a:pt x="4298" y="2124"/>
                    <a:pt x="4247" y="2082"/>
                    <a:pt x="4197" y="2082"/>
                  </a:cubicBezTo>
                  <a:cubicBezTo>
                    <a:pt x="4214" y="2116"/>
                    <a:pt x="4256" y="2107"/>
                    <a:pt x="4281" y="2116"/>
                  </a:cubicBezTo>
                  <a:cubicBezTo>
                    <a:pt x="4247" y="2124"/>
                    <a:pt x="4239" y="2133"/>
                    <a:pt x="4264" y="2149"/>
                  </a:cubicBezTo>
                  <a:lnTo>
                    <a:pt x="4281" y="2141"/>
                  </a:lnTo>
                  <a:lnTo>
                    <a:pt x="4315" y="2149"/>
                  </a:lnTo>
                  <a:cubicBezTo>
                    <a:pt x="4324" y="2158"/>
                    <a:pt x="4315" y="2166"/>
                    <a:pt x="4324" y="2166"/>
                  </a:cubicBezTo>
                  <a:cubicBezTo>
                    <a:pt x="4324" y="2158"/>
                    <a:pt x="4332" y="2158"/>
                    <a:pt x="4315" y="2141"/>
                  </a:cubicBezTo>
                  <a:cubicBezTo>
                    <a:pt x="4324" y="2139"/>
                    <a:pt x="4333" y="2138"/>
                    <a:pt x="4342" y="2138"/>
                  </a:cubicBezTo>
                  <a:cubicBezTo>
                    <a:pt x="4370" y="2138"/>
                    <a:pt x="4400" y="2147"/>
                    <a:pt x="4425" y="2166"/>
                  </a:cubicBezTo>
                  <a:cubicBezTo>
                    <a:pt x="4411" y="2175"/>
                    <a:pt x="4399" y="2177"/>
                    <a:pt x="4389" y="2177"/>
                  </a:cubicBezTo>
                  <a:cubicBezTo>
                    <a:pt x="4381" y="2177"/>
                    <a:pt x="4374" y="2175"/>
                    <a:pt x="4369" y="2175"/>
                  </a:cubicBezTo>
                  <a:cubicBezTo>
                    <a:pt x="4361" y="2175"/>
                    <a:pt x="4357" y="2178"/>
                    <a:pt x="4357" y="2192"/>
                  </a:cubicBezTo>
                  <a:cubicBezTo>
                    <a:pt x="4369" y="2192"/>
                    <a:pt x="4395" y="2180"/>
                    <a:pt x="4411" y="2180"/>
                  </a:cubicBezTo>
                  <a:cubicBezTo>
                    <a:pt x="4419" y="2180"/>
                    <a:pt x="4425" y="2183"/>
                    <a:pt x="4425" y="2192"/>
                  </a:cubicBezTo>
                  <a:cubicBezTo>
                    <a:pt x="4400" y="2200"/>
                    <a:pt x="4408" y="2209"/>
                    <a:pt x="4400" y="2217"/>
                  </a:cubicBezTo>
                  <a:cubicBezTo>
                    <a:pt x="4425" y="2217"/>
                    <a:pt x="4450" y="2209"/>
                    <a:pt x="4476" y="2209"/>
                  </a:cubicBezTo>
                  <a:cubicBezTo>
                    <a:pt x="4489" y="2215"/>
                    <a:pt x="4501" y="2221"/>
                    <a:pt x="4514" y="2224"/>
                  </a:cubicBezTo>
                  <a:lnTo>
                    <a:pt x="4514" y="2224"/>
                  </a:lnTo>
                  <a:cubicBezTo>
                    <a:pt x="4511" y="2223"/>
                    <a:pt x="4510" y="2221"/>
                    <a:pt x="4510" y="2217"/>
                  </a:cubicBezTo>
                  <a:cubicBezTo>
                    <a:pt x="4524" y="2214"/>
                    <a:pt x="4534" y="2213"/>
                    <a:pt x="4541" y="2213"/>
                  </a:cubicBezTo>
                  <a:cubicBezTo>
                    <a:pt x="4575" y="2213"/>
                    <a:pt x="4535" y="2242"/>
                    <a:pt x="4577" y="2242"/>
                  </a:cubicBezTo>
                  <a:lnTo>
                    <a:pt x="4543" y="2242"/>
                  </a:lnTo>
                  <a:cubicBezTo>
                    <a:pt x="4543" y="2259"/>
                    <a:pt x="4586" y="2259"/>
                    <a:pt x="4628" y="2259"/>
                  </a:cubicBezTo>
                  <a:lnTo>
                    <a:pt x="4577" y="2268"/>
                  </a:lnTo>
                  <a:cubicBezTo>
                    <a:pt x="4620" y="2268"/>
                    <a:pt x="4670" y="2268"/>
                    <a:pt x="4713" y="2276"/>
                  </a:cubicBezTo>
                  <a:lnTo>
                    <a:pt x="4721" y="2285"/>
                  </a:lnTo>
                  <a:cubicBezTo>
                    <a:pt x="4721" y="2276"/>
                    <a:pt x="4721" y="2276"/>
                    <a:pt x="4721" y="2276"/>
                  </a:cubicBezTo>
                  <a:cubicBezTo>
                    <a:pt x="4653" y="2259"/>
                    <a:pt x="4738" y="2242"/>
                    <a:pt x="4628" y="2226"/>
                  </a:cubicBezTo>
                  <a:cubicBezTo>
                    <a:pt x="4721" y="2226"/>
                    <a:pt x="4755" y="2234"/>
                    <a:pt x="4848" y="2234"/>
                  </a:cubicBezTo>
                  <a:cubicBezTo>
                    <a:pt x="4855" y="2241"/>
                    <a:pt x="4851" y="2248"/>
                    <a:pt x="4845" y="2250"/>
                  </a:cubicBezTo>
                  <a:lnTo>
                    <a:pt x="4845" y="2250"/>
                  </a:lnTo>
                  <a:cubicBezTo>
                    <a:pt x="4864" y="2246"/>
                    <a:pt x="4884" y="2245"/>
                    <a:pt x="4903" y="2245"/>
                  </a:cubicBezTo>
                  <a:cubicBezTo>
                    <a:pt x="4924" y="2245"/>
                    <a:pt x="4945" y="2247"/>
                    <a:pt x="4966" y="2251"/>
                  </a:cubicBezTo>
                  <a:lnTo>
                    <a:pt x="4924" y="2251"/>
                  </a:lnTo>
                  <a:cubicBezTo>
                    <a:pt x="4848" y="2293"/>
                    <a:pt x="5000" y="2285"/>
                    <a:pt x="4916" y="2319"/>
                  </a:cubicBezTo>
                  <a:cubicBezTo>
                    <a:pt x="4908" y="2320"/>
                    <a:pt x="4902" y="2320"/>
                    <a:pt x="4897" y="2320"/>
                  </a:cubicBezTo>
                  <a:cubicBezTo>
                    <a:pt x="4855" y="2320"/>
                    <a:pt x="4880" y="2291"/>
                    <a:pt x="4865" y="2276"/>
                  </a:cubicBezTo>
                  <a:lnTo>
                    <a:pt x="4865" y="2276"/>
                  </a:lnTo>
                  <a:cubicBezTo>
                    <a:pt x="4850" y="2279"/>
                    <a:pt x="4841" y="2280"/>
                    <a:pt x="4835" y="2280"/>
                  </a:cubicBezTo>
                  <a:cubicBezTo>
                    <a:pt x="4817" y="2280"/>
                    <a:pt x="4837" y="2268"/>
                    <a:pt x="4817" y="2268"/>
                  </a:cubicBezTo>
                  <a:cubicBezTo>
                    <a:pt x="4809" y="2268"/>
                    <a:pt x="4797" y="2270"/>
                    <a:pt x="4775" y="2274"/>
                  </a:cubicBezTo>
                  <a:lnTo>
                    <a:pt x="4775" y="2274"/>
                  </a:lnTo>
                  <a:cubicBezTo>
                    <a:pt x="4770" y="2273"/>
                    <a:pt x="4764" y="2273"/>
                    <a:pt x="4760" y="2273"/>
                  </a:cubicBezTo>
                  <a:cubicBezTo>
                    <a:pt x="4754" y="2273"/>
                    <a:pt x="4749" y="2273"/>
                    <a:pt x="4747" y="2276"/>
                  </a:cubicBezTo>
                  <a:cubicBezTo>
                    <a:pt x="4747" y="2285"/>
                    <a:pt x="4738" y="2285"/>
                    <a:pt x="4763" y="2285"/>
                  </a:cubicBezTo>
                  <a:cubicBezTo>
                    <a:pt x="4747" y="2302"/>
                    <a:pt x="4721" y="2310"/>
                    <a:pt x="4696" y="2310"/>
                  </a:cubicBezTo>
                  <a:cubicBezTo>
                    <a:pt x="4662" y="2310"/>
                    <a:pt x="4628" y="2310"/>
                    <a:pt x="4603" y="2327"/>
                  </a:cubicBezTo>
                  <a:cubicBezTo>
                    <a:pt x="4594" y="2319"/>
                    <a:pt x="4611" y="2310"/>
                    <a:pt x="4569" y="2310"/>
                  </a:cubicBezTo>
                  <a:lnTo>
                    <a:pt x="4611" y="2293"/>
                  </a:lnTo>
                  <a:lnTo>
                    <a:pt x="4552" y="2293"/>
                  </a:lnTo>
                  <a:cubicBezTo>
                    <a:pt x="4518" y="2310"/>
                    <a:pt x="4577" y="2327"/>
                    <a:pt x="4628" y="2344"/>
                  </a:cubicBezTo>
                  <a:cubicBezTo>
                    <a:pt x="4622" y="2335"/>
                    <a:pt x="4627" y="2332"/>
                    <a:pt x="4637" y="2332"/>
                  </a:cubicBezTo>
                  <a:cubicBezTo>
                    <a:pt x="4651" y="2332"/>
                    <a:pt x="4677" y="2337"/>
                    <a:pt x="4700" y="2337"/>
                  </a:cubicBezTo>
                  <a:cubicBezTo>
                    <a:pt x="4707" y="2337"/>
                    <a:pt x="4715" y="2337"/>
                    <a:pt x="4721" y="2336"/>
                  </a:cubicBezTo>
                  <a:lnTo>
                    <a:pt x="4721" y="2336"/>
                  </a:lnTo>
                  <a:cubicBezTo>
                    <a:pt x="4738" y="2336"/>
                    <a:pt x="4713" y="2344"/>
                    <a:pt x="4696" y="2344"/>
                  </a:cubicBezTo>
                  <a:cubicBezTo>
                    <a:pt x="4704" y="2344"/>
                    <a:pt x="4696" y="2361"/>
                    <a:pt x="4721" y="2361"/>
                  </a:cubicBezTo>
                  <a:cubicBezTo>
                    <a:pt x="4638" y="2361"/>
                    <a:pt x="4579" y="2386"/>
                    <a:pt x="4528" y="2386"/>
                  </a:cubicBezTo>
                  <a:cubicBezTo>
                    <a:pt x="4507" y="2386"/>
                    <a:pt x="4487" y="2382"/>
                    <a:pt x="4467" y="2369"/>
                  </a:cubicBezTo>
                  <a:cubicBezTo>
                    <a:pt x="4452" y="2369"/>
                    <a:pt x="4442" y="2376"/>
                    <a:pt x="4434" y="2387"/>
                  </a:cubicBezTo>
                  <a:lnTo>
                    <a:pt x="4434" y="2387"/>
                  </a:lnTo>
                  <a:cubicBezTo>
                    <a:pt x="4482" y="2390"/>
                    <a:pt x="4459" y="2421"/>
                    <a:pt x="4467" y="2429"/>
                  </a:cubicBezTo>
                  <a:lnTo>
                    <a:pt x="4484" y="2403"/>
                  </a:lnTo>
                  <a:cubicBezTo>
                    <a:pt x="4493" y="2420"/>
                    <a:pt x="4527" y="2420"/>
                    <a:pt x="4527" y="2437"/>
                  </a:cubicBezTo>
                  <a:cubicBezTo>
                    <a:pt x="4543" y="2420"/>
                    <a:pt x="4577" y="2429"/>
                    <a:pt x="4577" y="2403"/>
                  </a:cubicBezTo>
                  <a:cubicBezTo>
                    <a:pt x="4586" y="2417"/>
                    <a:pt x="4596" y="2422"/>
                    <a:pt x="4608" y="2422"/>
                  </a:cubicBezTo>
                  <a:cubicBezTo>
                    <a:pt x="4631" y="2422"/>
                    <a:pt x="4659" y="2403"/>
                    <a:pt x="4687" y="2403"/>
                  </a:cubicBezTo>
                  <a:cubicBezTo>
                    <a:pt x="4652" y="2424"/>
                    <a:pt x="4623" y="2439"/>
                    <a:pt x="4591" y="2439"/>
                  </a:cubicBezTo>
                  <a:cubicBezTo>
                    <a:pt x="4584" y="2439"/>
                    <a:pt x="4576" y="2439"/>
                    <a:pt x="4569" y="2437"/>
                  </a:cubicBezTo>
                  <a:lnTo>
                    <a:pt x="4569" y="2437"/>
                  </a:lnTo>
                  <a:cubicBezTo>
                    <a:pt x="4577" y="2446"/>
                    <a:pt x="4535" y="2462"/>
                    <a:pt x="4518" y="2462"/>
                  </a:cubicBezTo>
                  <a:cubicBezTo>
                    <a:pt x="4518" y="2479"/>
                    <a:pt x="4527" y="2488"/>
                    <a:pt x="4535" y="2496"/>
                  </a:cubicBezTo>
                  <a:cubicBezTo>
                    <a:pt x="4554" y="2490"/>
                    <a:pt x="4563" y="2470"/>
                    <a:pt x="4577" y="2470"/>
                  </a:cubicBezTo>
                  <a:cubicBezTo>
                    <a:pt x="4582" y="2470"/>
                    <a:pt x="4588" y="2473"/>
                    <a:pt x="4594" y="2479"/>
                  </a:cubicBezTo>
                  <a:lnTo>
                    <a:pt x="4611" y="2446"/>
                  </a:lnTo>
                  <a:cubicBezTo>
                    <a:pt x="4637" y="2496"/>
                    <a:pt x="4637" y="2496"/>
                    <a:pt x="4620" y="2530"/>
                  </a:cubicBezTo>
                  <a:cubicBezTo>
                    <a:pt x="4662" y="2522"/>
                    <a:pt x="4696" y="2496"/>
                    <a:pt x="4721" y="2462"/>
                  </a:cubicBezTo>
                  <a:cubicBezTo>
                    <a:pt x="4730" y="2429"/>
                    <a:pt x="4763" y="2403"/>
                    <a:pt x="4797" y="2403"/>
                  </a:cubicBezTo>
                  <a:lnTo>
                    <a:pt x="4797" y="2412"/>
                  </a:lnTo>
                  <a:cubicBezTo>
                    <a:pt x="4899" y="2344"/>
                    <a:pt x="5026" y="2302"/>
                    <a:pt x="5153" y="2293"/>
                  </a:cubicBezTo>
                  <a:lnTo>
                    <a:pt x="5153" y="2293"/>
                  </a:lnTo>
                  <a:lnTo>
                    <a:pt x="5102" y="2336"/>
                  </a:lnTo>
                  <a:lnTo>
                    <a:pt x="5060" y="2336"/>
                  </a:lnTo>
                  <a:cubicBezTo>
                    <a:pt x="5017" y="2352"/>
                    <a:pt x="4983" y="2386"/>
                    <a:pt x="4958" y="2420"/>
                  </a:cubicBezTo>
                  <a:cubicBezTo>
                    <a:pt x="4933" y="2471"/>
                    <a:pt x="4890" y="2505"/>
                    <a:pt x="4848" y="2530"/>
                  </a:cubicBezTo>
                  <a:cubicBezTo>
                    <a:pt x="4831" y="2513"/>
                    <a:pt x="4890" y="2488"/>
                    <a:pt x="4865" y="2488"/>
                  </a:cubicBezTo>
                  <a:lnTo>
                    <a:pt x="4865" y="2488"/>
                  </a:lnTo>
                  <a:cubicBezTo>
                    <a:pt x="4797" y="2530"/>
                    <a:pt x="4882" y="2547"/>
                    <a:pt x="4780" y="2581"/>
                  </a:cubicBezTo>
                  <a:cubicBezTo>
                    <a:pt x="4805" y="2561"/>
                    <a:pt x="4810" y="2555"/>
                    <a:pt x="4805" y="2555"/>
                  </a:cubicBezTo>
                  <a:lnTo>
                    <a:pt x="4805" y="2555"/>
                  </a:lnTo>
                  <a:cubicBezTo>
                    <a:pt x="4797" y="2555"/>
                    <a:pt x="4770" y="2568"/>
                    <a:pt x="4758" y="2568"/>
                  </a:cubicBezTo>
                  <a:cubicBezTo>
                    <a:pt x="4751" y="2568"/>
                    <a:pt x="4750" y="2563"/>
                    <a:pt x="4763" y="2547"/>
                  </a:cubicBezTo>
                  <a:lnTo>
                    <a:pt x="4763" y="2547"/>
                  </a:lnTo>
                  <a:cubicBezTo>
                    <a:pt x="4721" y="2589"/>
                    <a:pt x="4670" y="2632"/>
                    <a:pt x="4611" y="2657"/>
                  </a:cubicBezTo>
                  <a:cubicBezTo>
                    <a:pt x="4560" y="2682"/>
                    <a:pt x="4518" y="2708"/>
                    <a:pt x="4467" y="2733"/>
                  </a:cubicBezTo>
                  <a:cubicBezTo>
                    <a:pt x="4493" y="2733"/>
                    <a:pt x="4459" y="2767"/>
                    <a:pt x="4459" y="2775"/>
                  </a:cubicBezTo>
                  <a:cubicBezTo>
                    <a:pt x="4456" y="2777"/>
                    <a:pt x="4453" y="2778"/>
                    <a:pt x="4451" y="2778"/>
                  </a:cubicBezTo>
                  <a:cubicBezTo>
                    <a:pt x="4442" y="2778"/>
                    <a:pt x="4444" y="2765"/>
                    <a:pt x="4450" y="2759"/>
                  </a:cubicBezTo>
                  <a:lnTo>
                    <a:pt x="4450" y="2759"/>
                  </a:lnTo>
                  <a:cubicBezTo>
                    <a:pt x="4443" y="2760"/>
                    <a:pt x="4436" y="2761"/>
                    <a:pt x="4430" y="2761"/>
                  </a:cubicBezTo>
                  <a:cubicBezTo>
                    <a:pt x="4402" y="2761"/>
                    <a:pt x="4391" y="2747"/>
                    <a:pt x="4391" y="2733"/>
                  </a:cubicBezTo>
                  <a:lnTo>
                    <a:pt x="4450" y="2691"/>
                  </a:lnTo>
                  <a:lnTo>
                    <a:pt x="4450" y="2691"/>
                  </a:lnTo>
                  <a:cubicBezTo>
                    <a:pt x="4438" y="2695"/>
                    <a:pt x="4427" y="2695"/>
                    <a:pt x="4417" y="2695"/>
                  </a:cubicBezTo>
                  <a:cubicBezTo>
                    <a:pt x="4406" y="2695"/>
                    <a:pt x="4395" y="2695"/>
                    <a:pt x="4383" y="2699"/>
                  </a:cubicBezTo>
                  <a:cubicBezTo>
                    <a:pt x="4374" y="2699"/>
                    <a:pt x="4366" y="2708"/>
                    <a:pt x="4366" y="2716"/>
                  </a:cubicBezTo>
                  <a:cubicBezTo>
                    <a:pt x="4349" y="2733"/>
                    <a:pt x="4357" y="2733"/>
                    <a:pt x="4366" y="2742"/>
                  </a:cubicBezTo>
                  <a:lnTo>
                    <a:pt x="4315" y="2852"/>
                  </a:lnTo>
                  <a:lnTo>
                    <a:pt x="4315" y="2843"/>
                  </a:lnTo>
                  <a:lnTo>
                    <a:pt x="4256" y="2894"/>
                  </a:lnTo>
                  <a:lnTo>
                    <a:pt x="4256" y="2877"/>
                  </a:lnTo>
                  <a:lnTo>
                    <a:pt x="4222" y="2928"/>
                  </a:lnTo>
                  <a:cubicBezTo>
                    <a:pt x="4205" y="2902"/>
                    <a:pt x="4205" y="2919"/>
                    <a:pt x="4197" y="2902"/>
                  </a:cubicBezTo>
                  <a:cubicBezTo>
                    <a:pt x="4192" y="2901"/>
                    <a:pt x="4188" y="2900"/>
                    <a:pt x="4184" y="2900"/>
                  </a:cubicBezTo>
                  <a:cubicBezTo>
                    <a:pt x="4140" y="2900"/>
                    <a:pt x="4107" y="2981"/>
                    <a:pt x="4053" y="3004"/>
                  </a:cubicBezTo>
                  <a:lnTo>
                    <a:pt x="4053" y="2987"/>
                  </a:lnTo>
                  <a:cubicBezTo>
                    <a:pt x="4036" y="3029"/>
                    <a:pt x="3943" y="3055"/>
                    <a:pt x="3892" y="3080"/>
                  </a:cubicBezTo>
                  <a:lnTo>
                    <a:pt x="3892" y="3071"/>
                  </a:lnTo>
                  <a:cubicBezTo>
                    <a:pt x="3917" y="3046"/>
                    <a:pt x="3917" y="3021"/>
                    <a:pt x="3892" y="3021"/>
                  </a:cubicBezTo>
                  <a:cubicBezTo>
                    <a:pt x="3901" y="3012"/>
                    <a:pt x="3901" y="2995"/>
                    <a:pt x="3917" y="2987"/>
                  </a:cubicBezTo>
                  <a:cubicBezTo>
                    <a:pt x="3931" y="2980"/>
                    <a:pt x="3961" y="2957"/>
                    <a:pt x="3981" y="2957"/>
                  </a:cubicBezTo>
                  <a:cubicBezTo>
                    <a:pt x="3986" y="2957"/>
                    <a:pt x="3990" y="2958"/>
                    <a:pt x="3994" y="2962"/>
                  </a:cubicBezTo>
                  <a:cubicBezTo>
                    <a:pt x="3968" y="2987"/>
                    <a:pt x="3968" y="2987"/>
                    <a:pt x="3994" y="2987"/>
                  </a:cubicBezTo>
                  <a:cubicBezTo>
                    <a:pt x="4011" y="2945"/>
                    <a:pt x="4087" y="2919"/>
                    <a:pt x="4061" y="2885"/>
                  </a:cubicBezTo>
                  <a:cubicBezTo>
                    <a:pt x="4077" y="2873"/>
                    <a:pt x="4083" y="2870"/>
                    <a:pt x="4087" y="2870"/>
                  </a:cubicBezTo>
                  <a:cubicBezTo>
                    <a:pt x="4092" y="2870"/>
                    <a:pt x="4093" y="2874"/>
                    <a:pt x="4101" y="2874"/>
                  </a:cubicBezTo>
                  <a:cubicBezTo>
                    <a:pt x="4105" y="2874"/>
                    <a:pt x="4111" y="2872"/>
                    <a:pt x="4121" y="2868"/>
                  </a:cubicBezTo>
                  <a:cubicBezTo>
                    <a:pt x="4129" y="2877"/>
                    <a:pt x="4121" y="2894"/>
                    <a:pt x="4121" y="2911"/>
                  </a:cubicBezTo>
                  <a:lnTo>
                    <a:pt x="4247" y="2801"/>
                  </a:lnTo>
                  <a:cubicBezTo>
                    <a:pt x="4244" y="2796"/>
                    <a:pt x="4240" y="2795"/>
                    <a:pt x="4233" y="2795"/>
                  </a:cubicBezTo>
                  <a:cubicBezTo>
                    <a:pt x="4217" y="2795"/>
                    <a:pt x="4193" y="2807"/>
                    <a:pt x="4178" y="2807"/>
                  </a:cubicBezTo>
                  <a:cubicBezTo>
                    <a:pt x="4167" y="2807"/>
                    <a:pt x="4162" y="2800"/>
                    <a:pt x="4171" y="2775"/>
                  </a:cubicBezTo>
                  <a:cubicBezTo>
                    <a:pt x="4171" y="2759"/>
                    <a:pt x="4146" y="2725"/>
                    <a:pt x="4197" y="2708"/>
                  </a:cubicBezTo>
                  <a:cubicBezTo>
                    <a:pt x="4205" y="2708"/>
                    <a:pt x="4197" y="2716"/>
                    <a:pt x="4197" y="2716"/>
                  </a:cubicBezTo>
                  <a:cubicBezTo>
                    <a:pt x="4214" y="2699"/>
                    <a:pt x="4222" y="2708"/>
                    <a:pt x="4256" y="2699"/>
                  </a:cubicBezTo>
                  <a:lnTo>
                    <a:pt x="4256" y="2699"/>
                  </a:lnTo>
                  <a:cubicBezTo>
                    <a:pt x="4273" y="2716"/>
                    <a:pt x="4230" y="2733"/>
                    <a:pt x="4230" y="2759"/>
                  </a:cubicBezTo>
                  <a:cubicBezTo>
                    <a:pt x="4239" y="2742"/>
                    <a:pt x="4256" y="2725"/>
                    <a:pt x="4273" y="2716"/>
                  </a:cubicBezTo>
                  <a:lnTo>
                    <a:pt x="4273" y="2725"/>
                  </a:lnTo>
                  <a:lnTo>
                    <a:pt x="4315" y="2691"/>
                  </a:lnTo>
                  <a:cubicBezTo>
                    <a:pt x="4317" y="2682"/>
                    <a:pt x="4316" y="2679"/>
                    <a:pt x="4312" y="2679"/>
                  </a:cubicBezTo>
                  <a:cubicBezTo>
                    <a:pt x="4302" y="2679"/>
                    <a:pt x="4277" y="2700"/>
                    <a:pt x="4267" y="2700"/>
                  </a:cubicBezTo>
                  <a:cubicBezTo>
                    <a:pt x="4266" y="2700"/>
                    <a:pt x="4265" y="2700"/>
                    <a:pt x="4264" y="2699"/>
                  </a:cubicBezTo>
                  <a:lnTo>
                    <a:pt x="4290" y="2665"/>
                  </a:lnTo>
                  <a:cubicBezTo>
                    <a:pt x="4312" y="2635"/>
                    <a:pt x="4389" y="2578"/>
                    <a:pt x="4441" y="2578"/>
                  </a:cubicBezTo>
                  <a:cubicBezTo>
                    <a:pt x="4447" y="2578"/>
                    <a:pt x="4453" y="2579"/>
                    <a:pt x="4459" y="2581"/>
                  </a:cubicBezTo>
                  <a:cubicBezTo>
                    <a:pt x="4501" y="2572"/>
                    <a:pt x="4459" y="2564"/>
                    <a:pt x="4459" y="2539"/>
                  </a:cubicBezTo>
                  <a:cubicBezTo>
                    <a:pt x="4450" y="2505"/>
                    <a:pt x="4493" y="2522"/>
                    <a:pt x="4510" y="2496"/>
                  </a:cubicBezTo>
                  <a:cubicBezTo>
                    <a:pt x="4484" y="2488"/>
                    <a:pt x="4510" y="2471"/>
                    <a:pt x="4484" y="2454"/>
                  </a:cubicBezTo>
                  <a:lnTo>
                    <a:pt x="4510" y="2446"/>
                  </a:lnTo>
                  <a:cubicBezTo>
                    <a:pt x="4503" y="2437"/>
                    <a:pt x="4498" y="2434"/>
                    <a:pt x="4493" y="2434"/>
                  </a:cubicBezTo>
                  <a:cubicBezTo>
                    <a:pt x="4480" y="2434"/>
                    <a:pt x="4471" y="2455"/>
                    <a:pt x="4456" y="2455"/>
                  </a:cubicBezTo>
                  <a:cubicBezTo>
                    <a:pt x="4454" y="2455"/>
                    <a:pt x="4452" y="2455"/>
                    <a:pt x="4450" y="2454"/>
                  </a:cubicBezTo>
                  <a:cubicBezTo>
                    <a:pt x="4408" y="2437"/>
                    <a:pt x="4459" y="2437"/>
                    <a:pt x="4425" y="2429"/>
                  </a:cubicBezTo>
                  <a:lnTo>
                    <a:pt x="4425" y="2429"/>
                  </a:lnTo>
                  <a:cubicBezTo>
                    <a:pt x="4417" y="2446"/>
                    <a:pt x="4425" y="2454"/>
                    <a:pt x="4425" y="2462"/>
                  </a:cubicBezTo>
                  <a:cubicBezTo>
                    <a:pt x="4421" y="2467"/>
                    <a:pt x="4414" y="2469"/>
                    <a:pt x="4408" y="2469"/>
                  </a:cubicBezTo>
                  <a:cubicBezTo>
                    <a:pt x="4402" y="2469"/>
                    <a:pt x="4395" y="2467"/>
                    <a:pt x="4391" y="2462"/>
                  </a:cubicBezTo>
                  <a:cubicBezTo>
                    <a:pt x="4423" y="2456"/>
                    <a:pt x="4402" y="2445"/>
                    <a:pt x="4401" y="2436"/>
                  </a:cubicBezTo>
                  <a:lnTo>
                    <a:pt x="4401" y="2436"/>
                  </a:lnTo>
                  <a:cubicBezTo>
                    <a:pt x="4396" y="2442"/>
                    <a:pt x="4390" y="2448"/>
                    <a:pt x="4383" y="2454"/>
                  </a:cubicBezTo>
                  <a:cubicBezTo>
                    <a:pt x="4383" y="2446"/>
                    <a:pt x="4383" y="2437"/>
                    <a:pt x="4383" y="2429"/>
                  </a:cubicBezTo>
                  <a:cubicBezTo>
                    <a:pt x="4375" y="2427"/>
                    <a:pt x="4369" y="2426"/>
                    <a:pt x="4364" y="2426"/>
                  </a:cubicBezTo>
                  <a:cubicBezTo>
                    <a:pt x="4343" y="2426"/>
                    <a:pt x="4349" y="2440"/>
                    <a:pt x="4349" y="2454"/>
                  </a:cubicBezTo>
                  <a:cubicBezTo>
                    <a:pt x="4357" y="2488"/>
                    <a:pt x="4349" y="2513"/>
                    <a:pt x="4332" y="2539"/>
                  </a:cubicBezTo>
                  <a:cubicBezTo>
                    <a:pt x="4343" y="2522"/>
                    <a:pt x="4341" y="2516"/>
                    <a:pt x="4333" y="2516"/>
                  </a:cubicBezTo>
                  <a:cubicBezTo>
                    <a:pt x="4315" y="2516"/>
                    <a:pt x="4270" y="2539"/>
                    <a:pt x="4247" y="2539"/>
                  </a:cubicBezTo>
                  <a:cubicBezTo>
                    <a:pt x="4222" y="2589"/>
                    <a:pt x="4205" y="2640"/>
                    <a:pt x="4146" y="2674"/>
                  </a:cubicBezTo>
                  <a:cubicBezTo>
                    <a:pt x="4127" y="2661"/>
                    <a:pt x="4108" y="2639"/>
                    <a:pt x="4086" y="2639"/>
                  </a:cubicBezTo>
                  <a:cubicBezTo>
                    <a:pt x="4078" y="2639"/>
                    <a:pt x="4070" y="2642"/>
                    <a:pt x="4061" y="2649"/>
                  </a:cubicBezTo>
                  <a:lnTo>
                    <a:pt x="4044" y="2682"/>
                  </a:lnTo>
                  <a:cubicBezTo>
                    <a:pt x="4011" y="2708"/>
                    <a:pt x="3977" y="2759"/>
                    <a:pt x="3943" y="2759"/>
                  </a:cubicBezTo>
                  <a:lnTo>
                    <a:pt x="3943" y="2750"/>
                  </a:lnTo>
                  <a:cubicBezTo>
                    <a:pt x="3902" y="2764"/>
                    <a:pt x="3905" y="2788"/>
                    <a:pt x="3926" y="2788"/>
                  </a:cubicBezTo>
                  <a:cubicBezTo>
                    <a:pt x="3931" y="2788"/>
                    <a:pt x="3936" y="2787"/>
                    <a:pt x="3943" y="2784"/>
                  </a:cubicBezTo>
                  <a:lnTo>
                    <a:pt x="3943" y="2784"/>
                  </a:lnTo>
                  <a:lnTo>
                    <a:pt x="3917" y="2826"/>
                  </a:lnTo>
                  <a:lnTo>
                    <a:pt x="3909" y="2818"/>
                  </a:lnTo>
                  <a:cubicBezTo>
                    <a:pt x="3867" y="2885"/>
                    <a:pt x="3824" y="2945"/>
                    <a:pt x="3765" y="2995"/>
                  </a:cubicBezTo>
                  <a:lnTo>
                    <a:pt x="3740" y="3038"/>
                  </a:lnTo>
                  <a:lnTo>
                    <a:pt x="3714" y="3029"/>
                  </a:lnTo>
                  <a:lnTo>
                    <a:pt x="3714" y="3071"/>
                  </a:lnTo>
                  <a:cubicBezTo>
                    <a:pt x="3734" y="3065"/>
                    <a:pt x="3773" y="3049"/>
                    <a:pt x="3801" y="3049"/>
                  </a:cubicBezTo>
                  <a:cubicBezTo>
                    <a:pt x="3810" y="3049"/>
                    <a:pt x="3818" y="3051"/>
                    <a:pt x="3824" y="3055"/>
                  </a:cubicBezTo>
                  <a:cubicBezTo>
                    <a:pt x="3740" y="3114"/>
                    <a:pt x="3664" y="3190"/>
                    <a:pt x="3613" y="3283"/>
                  </a:cubicBezTo>
                  <a:cubicBezTo>
                    <a:pt x="3613" y="3283"/>
                    <a:pt x="3613" y="3275"/>
                    <a:pt x="3613" y="3275"/>
                  </a:cubicBezTo>
                  <a:cubicBezTo>
                    <a:pt x="3579" y="3300"/>
                    <a:pt x="3554" y="3325"/>
                    <a:pt x="3528" y="3351"/>
                  </a:cubicBezTo>
                  <a:lnTo>
                    <a:pt x="3528" y="3334"/>
                  </a:lnTo>
                  <a:cubicBezTo>
                    <a:pt x="3526" y="3331"/>
                    <a:pt x="3523" y="3330"/>
                    <a:pt x="3520" y="3330"/>
                  </a:cubicBezTo>
                  <a:cubicBezTo>
                    <a:pt x="3503" y="3330"/>
                    <a:pt x="3481" y="3363"/>
                    <a:pt x="3452" y="3384"/>
                  </a:cubicBezTo>
                  <a:cubicBezTo>
                    <a:pt x="3452" y="3401"/>
                    <a:pt x="3435" y="3427"/>
                    <a:pt x="3410" y="3427"/>
                  </a:cubicBezTo>
                  <a:lnTo>
                    <a:pt x="3410" y="3410"/>
                  </a:lnTo>
                  <a:cubicBezTo>
                    <a:pt x="3408" y="3409"/>
                    <a:pt x="3405" y="3408"/>
                    <a:pt x="3402" y="3408"/>
                  </a:cubicBezTo>
                  <a:cubicBezTo>
                    <a:pt x="3384" y="3408"/>
                    <a:pt x="3355" y="3430"/>
                    <a:pt x="3325" y="3452"/>
                  </a:cubicBezTo>
                  <a:lnTo>
                    <a:pt x="3325" y="3427"/>
                  </a:lnTo>
                  <a:cubicBezTo>
                    <a:pt x="3334" y="3410"/>
                    <a:pt x="3342" y="3393"/>
                    <a:pt x="3351" y="3385"/>
                  </a:cubicBezTo>
                  <a:lnTo>
                    <a:pt x="3351" y="3385"/>
                  </a:lnTo>
                  <a:cubicBezTo>
                    <a:pt x="3342" y="3393"/>
                    <a:pt x="3334" y="3393"/>
                    <a:pt x="3317" y="3393"/>
                  </a:cubicBezTo>
                  <a:lnTo>
                    <a:pt x="3359" y="3300"/>
                  </a:lnTo>
                  <a:lnTo>
                    <a:pt x="3359" y="3300"/>
                  </a:lnTo>
                  <a:cubicBezTo>
                    <a:pt x="3317" y="3317"/>
                    <a:pt x="3342" y="3368"/>
                    <a:pt x="3291" y="3384"/>
                  </a:cubicBezTo>
                  <a:cubicBezTo>
                    <a:pt x="3275" y="3359"/>
                    <a:pt x="3258" y="3342"/>
                    <a:pt x="3291" y="3291"/>
                  </a:cubicBezTo>
                  <a:cubicBezTo>
                    <a:pt x="3300" y="3288"/>
                    <a:pt x="3305" y="3287"/>
                    <a:pt x="3309" y="3287"/>
                  </a:cubicBezTo>
                  <a:lnTo>
                    <a:pt x="3309" y="3287"/>
                  </a:lnTo>
                  <a:cubicBezTo>
                    <a:pt x="3323" y="3287"/>
                    <a:pt x="3305" y="3308"/>
                    <a:pt x="3325" y="3308"/>
                  </a:cubicBezTo>
                  <a:cubicBezTo>
                    <a:pt x="3329" y="3289"/>
                    <a:pt x="3338" y="3286"/>
                    <a:pt x="3349" y="3286"/>
                  </a:cubicBezTo>
                  <a:cubicBezTo>
                    <a:pt x="3355" y="3286"/>
                    <a:pt x="3360" y="3286"/>
                    <a:pt x="3366" y="3286"/>
                  </a:cubicBezTo>
                  <a:cubicBezTo>
                    <a:pt x="3378" y="3286"/>
                    <a:pt x="3389" y="3283"/>
                    <a:pt x="3393" y="3258"/>
                  </a:cubicBezTo>
                  <a:cubicBezTo>
                    <a:pt x="3404" y="3246"/>
                    <a:pt x="3412" y="3243"/>
                    <a:pt x="3418" y="3243"/>
                  </a:cubicBezTo>
                  <a:cubicBezTo>
                    <a:pt x="3430" y="3243"/>
                    <a:pt x="3435" y="3258"/>
                    <a:pt x="3452" y="3258"/>
                  </a:cubicBezTo>
                  <a:cubicBezTo>
                    <a:pt x="3410" y="3283"/>
                    <a:pt x="3486" y="3266"/>
                    <a:pt x="3444" y="3308"/>
                  </a:cubicBezTo>
                  <a:cubicBezTo>
                    <a:pt x="3495" y="3300"/>
                    <a:pt x="3452" y="3258"/>
                    <a:pt x="3495" y="3249"/>
                  </a:cubicBezTo>
                  <a:lnTo>
                    <a:pt x="3520" y="3275"/>
                  </a:lnTo>
                  <a:cubicBezTo>
                    <a:pt x="3571" y="3258"/>
                    <a:pt x="3621" y="3232"/>
                    <a:pt x="3655" y="3190"/>
                  </a:cubicBezTo>
                  <a:cubicBezTo>
                    <a:pt x="3613" y="3190"/>
                    <a:pt x="3664" y="3156"/>
                    <a:pt x="3647" y="3139"/>
                  </a:cubicBezTo>
                  <a:lnTo>
                    <a:pt x="3647" y="3139"/>
                  </a:lnTo>
                  <a:cubicBezTo>
                    <a:pt x="3653" y="3164"/>
                    <a:pt x="3623" y="3180"/>
                    <a:pt x="3603" y="3180"/>
                  </a:cubicBezTo>
                  <a:cubicBezTo>
                    <a:pt x="3596" y="3180"/>
                    <a:pt x="3590" y="3178"/>
                    <a:pt x="3588" y="3173"/>
                  </a:cubicBezTo>
                  <a:cubicBezTo>
                    <a:pt x="3621" y="3139"/>
                    <a:pt x="3655" y="3114"/>
                    <a:pt x="3698" y="3097"/>
                  </a:cubicBezTo>
                  <a:lnTo>
                    <a:pt x="3698" y="3097"/>
                  </a:lnTo>
                  <a:lnTo>
                    <a:pt x="3638" y="3114"/>
                  </a:lnTo>
                  <a:cubicBezTo>
                    <a:pt x="3647" y="3088"/>
                    <a:pt x="3689" y="3012"/>
                    <a:pt x="3689" y="3012"/>
                  </a:cubicBezTo>
                  <a:cubicBezTo>
                    <a:pt x="3710" y="3005"/>
                    <a:pt x="3736" y="2993"/>
                    <a:pt x="3754" y="2993"/>
                  </a:cubicBezTo>
                  <a:cubicBezTo>
                    <a:pt x="3758" y="2993"/>
                    <a:pt x="3762" y="2994"/>
                    <a:pt x="3765" y="2995"/>
                  </a:cubicBezTo>
                  <a:cubicBezTo>
                    <a:pt x="3774" y="2962"/>
                    <a:pt x="3681" y="2995"/>
                    <a:pt x="3748" y="2936"/>
                  </a:cubicBezTo>
                  <a:lnTo>
                    <a:pt x="3748" y="2936"/>
                  </a:lnTo>
                  <a:cubicBezTo>
                    <a:pt x="3731" y="2962"/>
                    <a:pt x="3774" y="2953"/>
                    <a:pt x="3782" y="2962"/>
                  </a:cubicBezTo>
                  <a:cubicBezTo>
                    <a:pt x="3816" y="2945"/>
                    <a:pt x="3824" y="2902"/>
                    <a:pt x="3833" y="2894"/>
                  </a:cubicBezTo>
                  <a:cubicBezTo>
                    <a:pt x="3816" y="2885"/>
                    <a:pt x="3799" y="2852"/>
                    <a:pt x="3799" y="2826"/>
                  </a:cubicBezTo>
                  <a:cubicBezTo>
                    <a:pt x="3774" y="2894"/>
                    <a:pt x="3604" y="2962"/>
                    <a:pt x="3630" y="3029"/>
                  </a:cubicBezTo>
                  <a:cubicBezTo>
                    <a:pt x="3562" y="3088"/>
                    <a:pt x="3486" y="3139"/>
                    <a:pt x="3410" y="3181"/>
                  </a:cubicBezTo>
                  <a:cubicBezTo>
                    <a:pt x="3410" y="3181"/>
                    <a:pt x="3427" y="3181"/>
                    <a:pt x="3427" y="3190"/>
                  </a:cubicBezTo>
                  <a:lnTo>
                    <a:pt x="3342" y="3207"/>
                  </a:lnTo>
                  <a:lnTo>
                    <a:pt x="3351" y="3190"/>
                  </a:lnTo>
                  <a:lnTo>
                    <a:pt x="3300" y="3198"/>
                  </a:lnTo>
                  <a:cubicBezTo>
                    <a:pt x="3283" y="3190"/>
                    <a:pt x="3300" y="3165"/>
                    <a:pt x="3308" y="3156"/>
                  </a:cubicBezTo>
                  <a:cubicBezTo>
                    <a:pt x="3313" y="3152"/>
                    <a:pt x="3319" y="3150"/>
                    <a:pt x="3323" y="3150"/>
                  </a:cubicBezTo>
                  <a:cubicBezTo>
                    <a:pt x="3326" y="3150"/>
                    <a:pt x="3328" y="3151"/>
                    <a:pt x="3328" y="3153"/>
                  </a:cubicBezTo>
                  <a:lnTo>
                    <a:pt x="3328" y="3153"/>
                  </a:lnTo>
                  <a:cubicBezTo>
                    <a:pt x="3336" y="3140"/>
                    <a:pt x="3335" y="3136"/>
                    <a:pt x="3331" y="3136"/>
                  </a:cubicBezTo>
                  <a:lnTo>
                    <a:pt x="3331" y="3136"/>
                  </a:lnTo>
                  <a:cubicBezTo>
                    <a:pt x="3325" y="3136"/>
                    <a:pt x="3310" y="3145"/>
                    <a:pt x="3302" y="3145"/>
                  </a:cubicBezTo>
                  <a:cubicBezTo>
                    <a:pt x="3298" y="3145"/>
                    <a:pt x="3295" y="3142"/>
                    <a:pt x="3300" y="3131"/>
                  </a:cubicBezTo>
                  <a:cubicBezTo>
                    <a:pt x="3307" y="3131"/>
                    <a:pt x="3320" y="3113"/>
                    <a:pt x="3329" y="3107"/>
                  </a:cubicBezTo>
                  <a:lnTo>
                    <a:pt x="3329" y="3107"/>
                  </a:lnTo>
                  <a:cubicBezTo>
                    <a:pt x="3275" y="3130"/>
                    <a:pt x="3266" y="3168"/>
                    <a:pt x="3234" y="3168"/>
                  </a:cubicBezTo>
                  <a:cubicBezTo>
                    <a:pt x="3228" y="3168"/>
                    <a:pt x="3222" y="3167"/>
                    <a:pt x="3215" y="3165"/>
                  </a:cubicBezTo>
                  <a:cubicBezTo>
                    <a:pt x="3198" y="3215"/>
                    <a:pt x="3156" y="3258"/>
                    <a:pt x="3105" y="3275"/>
                  </a:cubicBezTo>
                  <a:cubicBezTo>
                    <a:pt x="3107" y="3270"/>
                    <a:pt x="3106" y="3268"/>
                    <a:pt x="3105" y="3268"/>
                  </a:cubicBezTo>
                  <a:cubicBezTo>
                    <a:pt x="3099" y="3268"/>
                    <a:pt x="3083" y="3282"/>
                    <a:pt x="3073" y="3282"/>
                  </a:cubicBezTo>
                  <a:cubicBezTo>
                    <a:pt x="3067" y="3282"/>
                    <a:pt x="3063" y="3278"/>
                    <a:pt x="3063" y="3266"/>
                  </a:cubicBezTo>
                  <a:cubicBezTo>
                    <a:pt x="3055" y="3291"/>
                    <a:pt x="3004" y="3300"/>
                    <a:pt x="3004" y="3325"/>
                  </a:cubicBezTo>
                  <a:cubicBezTo>
                    <a:pt x="3004" y="3317"/>
                    <a:pt x="3029" y="3300"/>
                    <a:pt x="3046" y="3300"/>
                  </a:cubicBezTo>
                  <a:lnTo>
                    <a:pt x="3046" y="3300"/>
                  </a:lnTo>
                  <a:cubicBezTo>
                    <a:pt x="3029" y="3317"/>
                    <a:pt x="3038" y="3334"/>
                    <a:pt x="3012" y="3351"/>
                  </a:cubicBezTo>
                  <a:cubicBezTo>
                    <a:pt x="3012" y="3351"/>
                    <a:pt x="3012" y="3342"/>
                    <a:pt x="3012" y="3342"/>
                  </a:cubicBezTo>
                  <a:lnTo>
                    <a:pt x="3012" y="3342"/>
                  </a:lnTo>
                  <a:cubicBezTo>
                    <a:pt x="2987" y="3376"/>
                    <a:pt x="3038" y="3410"/>
                    <a:pt x="2978" y="3444"/>
                  </a:cubicBezTo>
                  <a:cubicBezTo>
                    <a:pt x="2950" y="3469"/>
                    <a:pt x="2933" y="3478"/>
                    <a:pt x="2924" y="3478"/>
                  </a:cubicBezTo>
                  <a:cubicBezTo>
                    <a:pt x="2895" y="3478"/>
                    <a:pt x="2956" y="3368"/>
                    <a:pt x="2936" y="3368"/>
                  </a:cubicBezTo>
                  <a:lnTo>
                    <a:pt x="2936" y="3368"/>
                  </a:lnTo>
                  <a:cubicBezTo>
                    <a:pt x="2936" y="3384"/>
                    <a:pt x="2885" y="3444"/>
                    <a:pt x="2843" y="3444"/>
                  </a:cubicBezTo>
                  <a:lnTo>
                    <a:pt x="2843" y="3435"/>
                  </a:lnTo>
                  <a:cubicBezTo>
                    <a:pt x="2835" y="3452"/>
                    <a:pt x="2818" y="3469"/>
                    <a:pt x="2792" y="3469"/>
                  </a:cubicBezTo>
                  <a:cubicBezTo>
                    <a:pt x="2801" y="3503"/>
                    <a:pt x="2801" y="3528"/>
                    <a:pt x="2792" y="3554"/>
                  </a:cubicBezTo>
                  <a:lnTo>
                    <a:pt x="2733" y="3604"/>
                  </a:lnTo>
                  <a:lnTo>
                    <a:pt x="2733" y="3579"/>
                  </a:lnTo>
                  <a:cubicBezTo>
                    <a:pt x="2725" y="3596"/>
                    <a:pt x="2708" y="3604"/>
                    <a:pt x="2699" y="3613"/>
                  </a:cubicBezTo>
                  <a:cubicBezTo>
                    <a:pt x="2682" y="3596"/>
                    <a:pt x="2699" y="3596"/>
                    <a:pt x="2716" y="3571"/>
                  </a:cubicBezTo>
                  <a:cubicBezTo>
                    <a:pt x="2712" y="3568"/>
                    <a:pt x="2708" y="3567"/>
                    <a:pt x="2704" y="3567"/>
                  </a:cubicBezTo>
                  <a:cubicBezTo>
                    <a:pt x="2692" y="3567"/>
                    <a:pt x="2682" y="3577"/>
                    <a:pt x="2682" y="3596"/>
                  </a:cubicBezTo>
                  <a:lnTo>
                    <a:pt x="2691" y="3596"/>
                  </a:lnTo>
                  <a:cubicBezTo>
                    <a:pt x="2684" y="3617"/>
                    <a:pt x="2652" y="3669"/>
                    <a:pt x="2674" y="3669"/>
                  </a:cubicBezTo>
                  <a:cubicBezTo>
                    <a:pt x="2677" y="3669"/>
                    <a:pt x="2683" y="3668"/>
                    <a:pt x="2691" y="3664"/>
                  </a:cubicBezTo>
                  <a:lnTo>
                    <a:pt x="2691" y="3664"/>
                  </a:lnTo>
                  <a:cubicBezTo>
                    <a:pt x="2666" y="3697"/>
                    <a:pt x="2632" y="3672"/>
                    <a:pt x="2615" y="3697"/>
                  </a:cubicBezTo>
                  <a:cubicBezTo>
                    <a:pt x="2598" y="3689"/>
                    <a:pt x="2623" y="3664"/>
                    <a:pt x="2598" y="3664"/>
                  </a:cubicBezTo>
                  <a:cubicBezTo>
                    <a:pt x="2581" y="3672"/>
                    <a:pt x="2556" y="3689"/>
                    <a:pt x="2547" y="3706"/>
                  </a:cubicBezTo>
                  <a:cubicBezTo>
                    <a:pt x="2550" y="3705"/>
                    <a:pt x="2551" y="3704"/>
                    <a:pt x="2553" y="3704"/>
                  </a:cubicBezTo>
                  <a:cubicBezTo>
                    <a:pt x="2559" y="3704"/>
                    <a:pt x="2554" y="3716"/>
                    <a:pt x="2569" y="3716"/>
                  </a:cubicBezTo>
                  <a:cubicBezTo>
                    <a:pt x="2572" y="3716"/>
                    <a:pt x="2576" y="3716"/>
                    <a:pt x="2581" y="3714"/>
                  </a:cubicBezTo>
                  <a:lnTo>
                    <a:pt x="2581" y="3714"/>
                  </a:lnTo>
                  <a:cubicBezTo>
                    <a:pt x="2572" y="3723"/>
                    <a:pt x="2547" y="3748"/>
                    <a:pt x="2556" y="3757"/>
                  </a:cubicBezTo>
                  <a:cubicBezTo>
                    <a:pt x="2564" y="3748"/>
                    <a:pt x="2564" y="3731"/>
                    <a:pt x="2589" y="3731"/>
                  </a:cubicBezTo>
                  <a:cubicBezTo>
                    <a:pt x="2556" y="3765"/>
                    <a:pt x="2522" y="3791"/>
                    <a:pt x="2479" y="3799"/>
                  </a:cubicBezTo>
                  <a:cubicBezTo>
                    <a:pt x="2479" y="3791"/>
                    <a:pt x="2479" y="3782"/>
                    <a:pt x="2479" y="3782"/>
                  </a:cubicBezTo>
                  <a:cubicBezTo>
                    <a:pt x="2454" y="3833"/>
                    <a:pt x="2386" y="3867"/>
                    <a:pt x="2378" y="3917"/>
                  </a:cubicBezTo>
                  <a:lnTo>
                    <a:pt x="2395" y="3917"/>
                  </a:lnTo>
                  <a:cubicBezTo>
                    <a:pt x="2395" y="3901"/>
                    <a:pt x="2412" y="3892"/>
                    <a:pt x="2429" y="3892"/>
                  </a:cubicBezTo>
                  <a:lnTo>
                    <a:pt x="2429" y="3892"/>
                  </a:lnTo>
                  <a:cubicBezTo>
                    <a:pt x="2403" y="3917"/>
                    <a:pt x="2488" y="3892"/>
                    <a:pt x="2446" y="3934"/>
                  </a:cubicBezTo>
                  <a:cubicBezTo>
                    <a:pt x="2403" y="3977"/>
                    <a:pt x="2336" y="3977"/>
                    <a:pt x="2336" y="4027"/>
                  </a:cubicBezTo>
                  <a:cubicBezTo>
                    <a:pt x="2386" y="4002"/>
                    <a:pt x="2454" y="3977"/>
                    <a:pt x="2462" y="3951"/>
                  </a:cubicBezTo>
                  <a:lnTo>
                    <a:pt x="2462" y="3951"/>
                  </a:lnTo>
                  <a:lnTo>
                    <a:pt x="2437" y="3968"/>
                  </a:lnTo>
                  <a:lnTo>
                    <a:pt x="2479" y="3884"/>
                  </a:lnTo>
                  <a:cubicBezTo>
                    <a:pt x="2480" y="3886"/>
                    <a:pt x="2482" y="3887"/>
                    <a:pt x="2484" y="3887"/>
                  </a:cubicBezTo>
                  <a:cubicBezTo>
                    <a:pt x="2495" y="3887"/>
                    <a:pt x="2518" y="3860"/>
                    <a:pt x="2531" y="3860"/>
                  </a:cubicBezTo>
                  <a:cubicBezTo>
                    <a:pt x="2534" y="3860"/>
                    <a:pt x="2537" y="3862"/>
                    <a:pt x="2539" y="3867"/>
                  </a:cubicBezTo>
                  <a:cubicBezTo>
                    <a:pt x="2522" y="3884"/>
                    <a:pt x="2505" y="3892"/>
                    <a:pt x="2488" y="3909"/>
                  </a:cubicBezTo>
                  <a:cubicBezTo>
                    <a:pt x="2489" y="3910"/>
                    <a:pt x="2490" y="3910"/>
                    <a:pt x="2491" y="3910"/>
                  </a:cubicBezTo>
                  <a:cubicBezTo>
                    <a:pt x="2505" y="3910"/>
                    <a:pt x="2549" y="3874"/>
                    <a:pt x="2572" y="3858"/>
                  </a:cubicBezTo>
                  <a:lnTo>
                    <a:pt x="2572" y="3858"/>
                  </a:lnTo>
                  <a:lnTo>
                    <a:pt x="2539" y="3875"/>
                  </a:lnTo>
                  <a:cubicBezTo>
                    <a:pt x="2581" y="3816"/>
                    <a:pt x="2657" y="3782"/>
                    <a:pt x="2699" y="3731"/>
                  </a:cubicBezTo>
                  <a:lnTo>
                    <a:pt x="2699" y="3731"/>
                  </a:lnTo>
                  <a:cubicBezTo>
                    <a:pt x="2689" y="3744"/>
                    <a:pt x="2690" y="3747"/>
                    <a:pt x="2696" y="3747"/>
                  </a:cubicBezTo>
                  <a:cubicBezTo>
                    <a:pt x="2705" y="3747"/>
                    <a:pt x="2723" y="3741"/>
                    <a:pt x="2734" y="3741"/>
                  </a:cubicBezTo>
                  <a:cubicBezTo>
                    <a:pt x="2742" y="3741"/>
                    <a:pt x="2747" y="3744"/>
                    <a:pt x="2742" y="3757"/>
                  </a:cubicBezTo>
                  <a:cubicBezTo>
                    <a:pt x="2733" y="3774"/>
                    <a:pt x="2699" y="3774"/>
                    <a:pt x="2708" y="3774"/>
                  </a:cubicBezTo>
                  <a:cubicBezTo>
                    <a:pt x="2710" y="3777"/>
                    <a:pt x="2712" y="3778"/>
                    <a:pt x="2715" y="3778"/>
                  </a:cubicBezTo>
                  <a:cubicBezTo>
                    <a:pt x="2725" y="3778"/>
                    <a:pt x="2741" y="3764"/>
                    <a:pt x="2758" y="3764"/>
                  </a:cubicBezTo>
                  <a:cubicBezTo>
                    <a:pt x="2761" y="3764"/>
                    <a:pt x="2764" y="3764"/>
                    <a:pt x="2767" y="3765"/>
                  </a:cubicBezTo>
                  <a:cubicBezTo>
                    <a:pt x="2759" y="3748"/>
                    <a:pt x="2809" y="3706"/>
                    <a:pt x="2767" y="3706"/>
                  </a:cubicBezTo>
                  <a:cubicBezTo>
                    <a:pt x="2784" y="3706"/>
                    <a:pt x="2809" y="3655"/>
                    <a:pt x="2843" y="3655"/>
                  </a:cubicBezTo>
                  <a:cubicBezTo>
                    <a:pt x="2818" y="3638"/>
                    <a:pt x="2877" y="3613"/>
                    <a:pt x="2877" y="3596"/>
                  </a:cubicBezTo>
                  <a:cubicBezTo>
                    <a:pt x="2888" y="3596"/>
                    <a:pt x="2896" y="3592"/>
                    <a:pt x="2902" y="3592"/>
                  </a:cubicBezTo>
                  <a:cubicBezTo>
                    <a:pt x="2905" y="3592"/>
                    <a:pt x="2908" y="3593"/>
                    <a:pt x="2911" y="3596"/>
                  </a:cubicBezTo>
                  <a:cubicBezTo>
                    <a:pt x="2894" y="3613"/>
                    <a:pt x="2877" y="3638"/>
                    <a:pt x="2860" y="3672"/>
                  </a:cubicBezTo>
                  <a:cubicBezTo>
                    <a:pt x="2843" y="3672"/>
                    <a:pt x="2826" y="3689"/>
                    <a:pt x="2835" y="3689"/>
                  </a:cubicBezTo>
                  <a:lnTo>
                    <a:pt x="2835" y="3697"/>
                  </a:lnTo>
                  <a:cubicBezTo>
                    <a:pt x="2792" y="3757"/>
                    <a:pt x="2750" y="3816"/>
                    <a:pt x="2733" y="3850"/>
                  </a:cubicBezTo>
                  <a:lnTo>
                    <a:pt x="2733" y="3824"/>
                  </a:lnTo>
                  <a:cubicBezTo>
                    <a:pt x="2708" y="3884"/>
                    <a:pt x="2649" y="3884"/>
                    <a:pt x="2623" y="3934"/>
                  </a:cubicBezTo>
                  <a:cubicBezTo>
                    <a:pt x="2623" y="3926"/>
                    <a:pt x="2632" y="3926"/>
                    <a:pt x="2623" y="3926"/>
                  </a:cubicBezTo>
                  <a:cubicBezTo>
                    <a:pt x="2564" y="3951"/>
                    <a:pt x="2572" y="4010"/>
                    <a:pt x="2513" y="4019"/>
                  </a:cubicBezTo>
                  <a:lnTo>
                    <a:pt x="2513" y="4002"/>
                  </a:lnTo>
                  <a:cubicBezTo>
                    <a:pt x="2513" y="4010"/>
                    <a:pt x="2496" y="4036"/>
                    <a:pt x="2513" y="4044"/>
                  </a:cubicBezTo>
                  <a:cubicBezTo>
                    <a:pt x="2530" y="4027"/>
                    <a:pt x="2556" y="4002"/>
                    <a:pt x="2581" y="3994"/>
                  </a:cubicBezTo>
                  <a:lnTo>
                    <a:pt x="2581" y="3994"/>
                  </a:lnTo>
                  <a:cubicBezTo>
                    <a:pt x="2572" y="4019"/>
                    <a:pt x="2556" y="4036"/>
                    <a:pt x="2530" y="4053"/>
                  </a:cubicBezTo>
                  <a:lnTo>
                    <a:pt x="2547" y="4078"/>
                  </a:lnTo>
                  <a:cubicBezTo>
                    <a:pt x="2539" y="4120"/>
                    <a:pt x="2479" y="4104"/>
                    <a:pt x="2471" y="4146"/>
                  </a:cubicBezTo>
                  <a:lnTo>
                    <a:pt x="2513" y="4146"/>
                  </a:lnTo>
                  <a:cubicBezTo>
                    <a:pt x="2530" y="4137"/>
                    <a:pt x="2539" y="4120"/>
                    <a:pt x="2539" y="4112"/>
                  </a:cubicBezTo>
                  <a:cubicBezTo>
                    <a:pt x="2555" y="4096"/>
                    <a:pt x="2578" y="4086"/>
                    <a:pt x="2602" y="4086"/>
                  </a:cubicBezTo>
                  <a:cubicBezTo>
                    <a:pt x="2615" y="4086"/>
                    <a:pt x="2628" y="4089"/>
                    <a:pt x="2640" y="4095"/>
                  </a:cubicBezTo>
                  <a:cubicBezTo>
                    <a:pt x="2642" y="4094"/>
                    <a:pt x="2644" y="4094"/>
                    <a:pt x="2646" y="4094"/>
                  </a:cubicBezTo>
                  <a:cubicBezTo>
                    <a:pt x="2663" y="4094"/>
                    <a:pt x="2650" y="4130"/>
                    <a:pt x="2666" y="4146"/>
                  </a:cubicBezTo>
                  <a:cubicBezTo>
                    <a:pt x="2691" y="4112"/>
                    <a:pt x="2674" y="4087"/>
                    <a:pt x="2708" y="4061"/>
                  </a:cubicBezTo>
                  <a:cubicBezTo>
                    <a:pt x="2718" y="4061"/>
                    <a:pt x="2719" y="4065"/>
                    <a:pt x="2718" y="4067"/>
                  </a:cubicBezTo>
                  <a:lnTo>
                    <a:pt x="2733" y="4044"/>
                  </a:lnTo>
                  <a:cubicBezTo>
                    <a:pt x="2734" y="4045"/>
                    <a:pt x="2736" y="4046"/>
                    <a:pt x="2738" y="4046"/>
                  </a:cubicBezTo>
                  <a:cubicBezTo>
                    <a:pt x="2748" y="4046"/>
                    <a:pt x="2768" y="4037"/>
                    <a:pt x="2777" y="4037"/>
                  </a:cubicBezTo>
                  <a:cubicBezTo>
                    <a:pt x="2783" y="4037"/>
                    <a:pt x="2784" y="4041"/>
                    <a:pt x="2775" y="4053"/>
                  </a:cubicBezTo>
                  <a:cubicBezTo>
                    <a:pt x="2767" y="4061"/>
                    <a:pt x="2759" y="4061"/>
                    <a:pt x="2750" y="4070"/>
                  </a:cubicBezTo>
                  <a:cubicBezTo>
                    <a:pt x="2800" y="4057"/>
                    <a:pt x="2865" y="4035"/>
                    <a:pt x="2901" y="4035"/>
                  </a:cubicBezTo>
                  <a:cubicBezTo>
                    <a:pt x="2914" y="4035"/>
                    <a:pt x="2923" y="4038"/>
                    <a:pt x="2928" y="4044"/>
                  </a:cubicBezTo>
                  <a:cubicBezTo>
                    <a:pt x="2953" y="4027"/>
                    <a:pt x="2945" y="4019"/>
                    <a:pt x="2987" y="4002"/>
                  </a:cubicBezTo>
                  <a:cubicBezTo>
                    <a:pt x="3004" y="3968"/>
                    <a:pt x="2962" y="3968"/>
                    <a:pt x="3004" y="3926"/>
                  </a:cubicBezTo>
                  <a:lnTo>
                    <a:pt x="3004" y="3926"/>
                  </a:lnTo>
                  <a:lnTo>
                    <a:pt x="2962" y="3934"/>
                  </a:lnTo>
                  <a:cubicBezTo>
                    <a:pt x="2956" y="3940"/>
                    <a:pt x="2954" y="3949"/>
                    <a:pt x="2951" y="3955"/>
                  </a:cubicBezTo>
                  <a:lnTo>
                    <a:pt x="2951" y="3955"/>
                  </a:lnTo>
                  <a:lnTo>
                    <a:pt x="2978" y="3934"/>
                  </a:lnTo>
                  <a:lnTo>
                    <a:pt x="2978" y="3934"/>
                  </a:lnTo>
                  <a:cubicBezTo>
                    <a:pt x="2962" y="3960"/>
                    <a:pt x="2978" y="3968"/>
                    <a:pt x="2978" y="3994"/>
                  </a:cubicBezTo>
                  <a:cubicBezTo>
                    <a:pt x="2949" y="4015"/>
                    <a:pt x="2926" y="4019"/>
                    <a:pt x="2906" y="4019"/>
                  </a:cubicBezTo>
                  <a:cubicBezTo>
                    <a:pt x="2892" y="4019"/>
                    <a:pt x="2880" y="4017"/>
                    <a:pt x="2869" y="4017"/>
                  </a:cubicBezTo>
                  <a:cubicBezTo>
                    <a:pt x="2863" y="4017"/>
                    <a:pt x="2857" y="4018"/>
                    <a:pt x="2852" y="4019"/>
                  </a:cubicBezTo>
                  <a:cubicBezTo>
                    <a:pt x="2860" y="3994"/>
                    <a:pt x="2894" y="3977"/>
                    <a:pt x="2869" y="3960"/>
                  </a:cubicBezTo>
                  <a:cubicBezTo>
                    <a:pt x="2911" y="3960"/>
                    <a:pt x="2885" y="3926"/>
                    <a:pt x="2928" y="3917"/>
                  </a:cubicBezTo>
                  <a:lnTo>
                    <a:pt x="2928" y="3926"/>
                  </a:lnTo>
                  <a:cubicBezTo>
                    <a:pt x="2945" y="3892"/>
                    <a:pt x="2970" y="3909"/>
                    <a:pt x="2978" y="3884"/>
                  </a:cubicBezTo>
                  <a:lnTo>
                    <a:pt x="2987" y="3884"/>
                  </a:lnTo>
                  <a:cubicBezTo>
                    <a:pt x="3029" y="3841"/>
                    <a:pt x="2962" y="3884"/>
                    <a:pt x="3004" y="3833"/>
                  </a:cubicBezTo>
                  <a:cubicBezTo>
                    <a:pt x="3013" y="3825"/>
                    <a:pt x="3020" y="3822"/>
                    <a:pt x="3025" y="3822"/>
                  </a:cubicBezTo>
                  <a:cubicBezTo>
                    <a:pt x="3044" y="3822"/>
                    <a:pt x="3043" y="3858"/>
                    <a:pt x="3063" y="3858"/>
                  </a:cubicBezTo>
                  <a:cubicBezTo>
                    <a:pt x="3004" y="3934"/>
                    <a:pt x="3088" y="3892"/>
                    <a:pt x="3021" y="3977"/>
                  </a:cubicBezTo>
                  <a:cubicBezTo>
                    <a:pt x="3029" y="3985"/>
                    <a:pt x="3039" y="3989"/>
                    <a:pt x="3049" y="3989"/>
                  </a:cubicBezTo>
                  <a:cubicBezTo>
                    <a:pt x="3069" y="3989"/>
                    <a:pt x="3091" y="3974"/>
                    <a:pt x="3114" y="3951"/>
                  </a:cubicBezTo>
                  <a:lnTo>
                    <a:pt x="3114" y="3951"/>
                  </a:lnTo>
                  <a:cubicBezTo>
                    <a:pt x="3112" y="3952"/>
                    <a:pt x="3110" y="3952"/>
                    <a:pt x="3108" y="3952"/>
                  </a:cubicBezTo>
                  <a:cubicBezTo>
                    <a:pt x="3083" y="3952"/>
                    <a:pt x="3102" y="3901"/>
                    <a:pt x="3055" y="3901"/>
                  </a:cubicBezTo>
                  <a:cubicBezTo>
                    <a:pt x="3105" y="3841"/>
                    <a:pt x="3063" y="3791"/>
                    <a:pt x="3156" y="3765"/>
                  </a:cubicBezTo>
                  <a:lnTo>
                    <a:pt x="3156" y="3774"/>
                  </a:lnTo>
                  <a:lnTo>
                    <a:pt x="3173" y="3731"/>
                  </a:lnTo>
                  <a:lnTo>
                    <a:pt x="3215" y="3714"/>
                  </a:lnTo>
                  <a:lnTo>
                    <a:pt x="3215" y="3714"/>
                  </a:lnTo>
                  <a:cubicBezTo>
                    <a:pt x="3215" y="3765"/>
                    <a:pt x="3173" y="3774"/>
                    <a:pt x="3165" y="3799"/>
                  </a:cubicBezTo>
                  <a:cubicBezTo>
                    <a:pt x="3232" y="3799"/>
                    <a:pt x="3215" y="3723"/>
                    <a:pt x="3275" y="3689"/>
                  </a:cubicBezTo>
                  <a:lnTo>
                    <a:pt x="3275" y="3689"/>
                  </a:lnTo>
                  <a:cubicBezTo>
                    <a:pt x="3342" y="3697"/>
                    <a:pt x="3224" y="3748"/>
                    <a:pt x="3249" y="3782"/>
                  </a:cubicBezTo>
                  <a:cubicBezTo>
                    <a:pt x="3249" y="3772"/>
                    <a:pt x="3269" y="3764"/>
                    <a:pt x="3283" y="3764"/>
                  </a:cubicBezTo>
                  <a:cubicBezTo>
                    <a:pt x="3293" y="3764"/>
                    <a:pt x="3300" y="3767"/>
                    <a:pt x="3300" y="3774"/>
                  </a:cubicBezTo>
                  <a:cubicBezTo>
                    <a:pt x="3232" y="3799"/>
                    <a:pt x="3275" y="3816"/>
                    <a:pt x="3207" y="3833"/>
                  </a:cubicBezTo>
                  <a:cubicBezTo>
                    <a:pt x="3224" y="3807"/>
                    <a:pt x="3190" y="3824"/>
                    <a:pt x="3190" y="3807"/>
                  </a:cubicBezTo>
                  <a:cubicBezTo>
                    <a:pt x="3190" y="3824"/>
                    <a:pt x="3139" y="3867"/>
                    <a:pt x="3097" y="3892"/>
                  </a:cubicBezTo>
                  <a:cubicBezTo>
                    <a:pt x="3097" y="3899"/>
                    <a:pt x="3100" y="3901"/>
                    <a:pt x="3105" y="3901"/>
                  </a:cubicBezTo>
                  <a:cubicBezTo>
                    <a:pt x="3119" y="3901"/>
                    <a:pt x="3148" y="3884"/>
                    <a:pt x="3173" y="3884"/>
                  </a:cubicBezTo>
                  <a:cubicBezTo>
                    <a:pt x="3207" y="3824"/>
                    <a:pt x="3283" y="3833"/>
                    <a:pt x="3300" y="3782"/>
                  </a:cubicBezTo>
                  <a:cubicBezTo>
                    <a:pt x="3313" y="3774"/>
                    <a:pt x="3321" y="3770"/>
                    <a:pt x="3325" y="3770"/>
                  </a:cubicBezTo>
                  <a:cubicBezTo>
                    <a:pt x="3340" y="3770"/>
                    <a:pt x="3325" y="3799"/>
                    <a:pt x="3325" y="3799"/>
                  </a:cubicBezTo>
                  <a:cubicBezTo>
                    <a:pt x="3376" y="3782"/>
                    <a:pt x="3334" y="3774"/>
                    <a:pt x="3342" y="3757"/>
                  </a:cubicBezTo>
                  <a:cubicBezTo>
                    <a:pt x="3401" y="3689"/>
                    <a:pt x="3435" y="3731"/>
                    <a:pt x="3486" y="3697"/>
                  </a:cubicBezTo>
                  <a:cubicBezTo>
                    <a:pt x="3503" y="3647"/>
                    <a:pt x="3613" y="3588"/>
                    <a:pt x="3689" y="3537"/>
                  </a:cubicBezTo>
                  <a:lnTo>
                    <a:pt x="3689" y="3537"/>
                  </a:lnTo>
                  <a:cubicBezTo>
                    <a:pt x="3681" y="3554"/>
                    <a:pt x="3698" y="3562"/>
                    <a:pt x="3706" y="3562"/>
                  </a:cubicBezTo>
                  <a:cubicBezTo>
                    <a:pt x="3723" y="3494"/>
                    <a:pt x="3723" y="3520"/>
                    <a:pt x="3757" y="3461"/>
                  </a:cubicBezTo>
                  <a:lnTo>
                    <a:pt x="3757" y="3461"/>
                  </a:lnTo>
                  <a:lnTo>
                    <a:pt x="3698" y="3478"/>
                  </a:lnTo>
                  <a:cubicBezTo>
                    <a:pt x="3731" y="3444"/>
                    <a:pt x="3740" y="3401"/>
                    <a:pt x="3791" y="3401"/>
                  </a:cubicBezTo>
                  <a:cubicBezTo>
                    <a:pt x="3723" y="3393"/>
                    <a:pt x="3824" y="3334"/>
                    <a:pt x="3850" y="3300"/>
                  </a:cubicBezTo>
                  <a:cubicBezTo>
                    <a:pt x="3889" y="3292"/>
                    <a:pt x="3906" y="3248"/>
                    <a:pt x="3935" y="3248"/>
                  </a:cubicBezTo>
                  <a:cubicBezTo>
                    <a:pt x="3938" y="3248"/>
                    <a:pt x="3940" y="3248"/>
                    <a:pt x="3943" y="3249"/>
                  </a:cubicBezTo>
                  <a:lnTo>
                    <a:pt x="3943" y="3258"/>
                  </a:lnTo>
                  <a:lnTo>
                    <a:pt x="4002" y="3224"/>
                  </a:lnTo>
                  <a:lnTo>
                    <a:pt x="4019" y="3266"/>
                  </a:lnTo>
                  <a:cubicBezTo>
                    <a:pt x="4061" y="3258"/>
                    <a:pt x="4087" y="3198"/>
                    <a:pt x="4070" y="3198"/>
                  </a:cubicBezTo>
                  <a:cubicBezTo>
                    <a:pt x="4082" y="3193"/>
                    <a:pt x="4089" y="3191"/>
                    <a:pt x="4094" y="3191"/>
                  </a:cubicBezTo>
                  <a:cubicBezTo>
                    <a:pt x="4105" y="3191"/>
                    <a:pt x="4100" y="3203"/>
                    <a:pt x="4112" y="3215"/>
                  </a:cubicBezTo>
                  <a:cubicBezTo>
                    <a:pt x="4097" y="3238"/>
                    <a:pt x="4076" y="3286"/>
                    <a:pt x="4048" y="3286"/>
                  </a:cubicBezTo>
                  <a:cubicBezTo>
                    <a:pt x="4044" y="3286"/>
                    <a:pt x="4040" y="3285"/>
                    <a:pt x="4036" y="3283"/>
                  </a:cubicBezTo>
                  <a:cubicBezTo>
                    <a:pt x="4044" y="3283"/>
                    <a:pt x="4053" y="3275"/>
                    <a:pt x="4053" y="3275"/>
                  </a:cubicBezTo>
                  <a:lnTo>
                    <a:pt x="4053" y="3275"/>
                  </a:lnTo>
                  <a:cubicBezTo>
                    <a:pt x="3943" y="3317"/>
                    <a:pt x="4053" y="3334"/>
                    <a:pt x="4011" y="3376"/>
                  </a:cubicBezTo>
                  <a:cubicBezTo>
                    <a:pt x="4036" y="3359"/>
                    <a:pt x="4061" y="3368"/>
                    <a:pt x="4087" y="3342"/>
                  </a:cubicBezTo>
                  <a:cubicBezTo>
                    <a:pt x="4112" y="3308"/>
                    <a:pt x="4137" y="3283"/>
                    <a:pt x="4154" y="3249"/>
                  </a:cubicBezTo>
                  <a:lnTo>
                    <a:pt x="4154" y="3249"/>
                  </a:lnTo>
                  <a:cubicBezTo>
                    <a:pt x="4129" y="3291"/>
                    <a:pt x="4104" y="3283"/>
                    <a:pt x="4070" y="3291"/>
                  </a:cubicBezTo>
                  <a:cubicBezTo>
                    <a:pt x="4095" y="3283"/>
                    <a:pt x="4087" y="3258"/>
                    <a:pt x="4112" y="3258"/>
                  </a:cubicBezTo>
                  <a:lnTo>
                    <a:pt x="4112" y="3266"/>
                  </a:lnTo>
                  <a:lnTo>
                    <a:pt x="4129" y="3232"/>
                  </a:lnTo>
                  <a:cubicBezTo>
                    <a:pt x="4132" y="3237"/>
                    <a:pt x="4137" y="3239"/>
                    <a:pt x="4143" y="3239"/>
                  </a:cubicBezTo>
                  <a:cubicBezTo>
                    <a:pt x="4156" y="3239"/>
                    <a:pt x="4174" y="3228"/>
                    <a:pt x="4182" y="3228"/>
                  </a:cubicBezTo>
                  <a:lnTo>
                    <a:pt x="4182" y="3228"/>
                  </a:lnTo>
                  <a:cubicBezTo>
                    <a:pt x="4187" y="3228"/>
                    <a:pt x="4188" y="3233"/>
                    <a:pt x="4180" y="3249"/>
                  </a:cubicBezTo>
                  <a:cubicBezTo>
                    <a:pt x="4214" y="3224"/>
                    <a:pt x="4180" y="3224"/>
                    <a:pt x="4214" y="3190"/>
                  </a:cubicBezTo>
                  <a:lnTo>
                    <a:pt x="4214" y="3190"/>
                  </a:lnTo>
                  <a:lnTo>
                    <a:pt x="4137" y="3224"/>
                  </a:lnTo>
                  <a:lnTo>
                    <a:pt x="4129" y="3198"/>
                  </a:lnTo>
                  <a:cubicBezTo>
                    <a:pt x="4137" y="3165"/>
                    <a:pt x="4154" y="3181"/>
                    <a:pt x="4180" y="3165"/>
                  </a:cubicBezTo>
                  <a:lnTo>
                    <a:pt x="4163" y="3139"/>
                  </a:lnTo>
                  <a:lnTo>
                    <a:pt x="4222" y="3131"/>
                  </a:lnTo>
                  <a:cubicBezTo>
                    <a:pt x="4205" y="3122"/>
                    <a:pt x="4247" y="3105"/>
                    <a:pt x="4247" y="3088"/>
                  </a:cubicBezTo>
                  <a:cubicBezTo>
                    <a:pt x="4270" y="3088"/>
                    <a:pt x="4281" y="3111"/>
                    <a:pt x="4296" y="3111"/>
                  </a:cubicBezTo>
                  <a:cubicBezTo>
                    <a:pt x="4304" y="3111"/>
                    <a:pt x="4312" y="3105"/>
                    <a:pt x="4324" y="3088"/>
                  </a:cubicBezTo>
                  <a:cubicBezTo>
                    <a:pt x="4332" y="3063"/>
                    <a:pt x="4357" y="3038"/>
                    <a:pt x="4391" y="3029"/>
                  </a:cubicBezTo>
                  <a:lnTo>
                    <a:pt x="4391" y="3029"/>
                  </a:lnTo>
                  <a:cubicBezTo>
                    <a:pt x="4391" y="3038"/>
                    <a:pt x="4383" y="3046"/>
                    <a:pt x="4383" y="3046"/>
                  </a:cubicBezTo>
                  <a:cubicBezTo>
                    <a:pt x="4427" y="3031"/>
                    <a:pt x="4479" y="2957"/>
                    <a:pt x="4519" y="2957"/>
                  </a:cubicBezTo>
                  <a:cubicBezTo>
                    <a:pt x="4525" y="2957"/>
                    <a:pt x="4530" y="2959"/>
                    <a:pt x="4535" y="2962"/>
                  </a:cubicBezTo>
                  <a:cubicBezTo>
                    <a:pt x="4537" y="2965"/>
                    <a:pt x="4538" y="2967"/>
                    <a:pt x="4539" y="2970"/>
                  </a:cubicBezTo>
                  <a:lnTo>
                    <a:pt x="4539" y="2970"/>
                  </a:lnTo>
                  <a:cubicBezTo>
                    <a:pt x="4557" y="2967"/>
                    <a:pt x="4585" y="2951"/>
                    <a:pt x="4596" y="2951"/>
                  </a:cubicBezTo>
                  <a:lnTo>
                    <a:pt x="4596" y="2951"/>
                  </a:lnTo>
                  <a:cubicBezTo>
                    <a:pt x="4602" y="2951"/>
                    <a:pt x="4603" y="2956"/>
                    <a:pt x="4594" y="2970"/>
                  </a:cubicBezTo>
                  <a:cubicBezTo>
                    <a:pt x="4611" y="2945"/>
                    <a:pt x="4620" y="2919"/>
                    <a:pt x="4645" y="2894"/>
                  </a:cubicBezTo>
                  <a:lnTo>
                    <a:pt x="4645" y="2894"/>
                  </a:lnTo>
                  <a:cubicBezTo>
                    <a:pt x="4645" y="2902"/>
                    <a:pt x="4637" y="2919"/>
                    <a:pt x="4637" y="2928"/>
                  </a:cubicBezTo>
                  <a:cubicBezTo>
                    <a:pt x="4645" y="2928"/>
                    <a:pt x="4645" y="2919"/>
                    <a:pt x="4662" y="2911"/>
                  </a:cubicBezTo>
                  <a:lnTo>
                    <a:pt x="4696" y="2885"/>
                  </a:lnTo>
                  <a:lnTo>
                    <a:pt x="4696" y="2911"/>
                  </a:lnTo>
                  <a:cubicBezTo>
                    <a:pt x="4755" y="2852"/>
                    <a:pt x="4840" y="2792"/>
                    <a:pt x="4865" y="2742"/>
                  </a:cubicBezTo>
                  <a:lnTo>
                    <a:pt x="4865" y="2742"/>
                  </a:lnTo>
                  <a:cubicBezTo>
                    <a:pt x="4840" y="2752"/>
                    <a:pt x="4825" y="2756"/>
                    <a:pt x="4819" y="2756"/>
                  </a:cubicBezTo>
                  <a:cubicBezTo>
                    <a:pt x="4792" y="2756"/>
                    <a:pt x="4884" y="2691"/>
                    <a:pt x="4856" y="2691"/>
                  </a:cubicBezTo>
                  <a:cubicBezTo>
                    <a:pt x="4865" y="2684"/>
                    <a:pt x="4877" y="2681"/>
                    <a:pt x="4888" y="2681"/>
                  </a:cubicBezTo>
                  <a:cubicBezTo>
                    <a:pt x="4924" y="2681"/>
                    <a:pt x="4960" y="2710"/>
                    <a:pt x="4916" y="2767"/>
                  </a:cubicBezTo>
                  <a:cubicBezTo>
                    <a:pt x="4913" y="2767"/>
                    <a:pt x="4910" y="2767"/>
                    <a:pt x="4907" y="2768"/>
                  </a:cubicBezTo>
                  <a:lnTo>
                    <a:pt x="4907" y="2768"/>
                  </a:lnTo>
                  <a:cubicBezTo>
                    <a:pt x="4906" y="2775"/>
                    <a:pt x="4909" y="2777"/>
                    <a:pt x="4916" y="2777"/>
                  </a:cubicBezTo>
                  <a:cubicBezTo>
                    <a:pt x="4937" y="2777"/>
                    <a:pt x="4990" y="2749"/>
                    <a:pt x="4999" y="2749"/>
                  </a:cubicBezTo>
                  <a:cubicBezTo>
                    <a:pt x="5000" y="2749"/>
                    <a:pt x="5000" y="2749"/>
                    <a:pt x="5000" y="2750"/>
                  </a:cubicBezTo>
                  <a:cubicBezTo>
                    <a:pt x="5009" y="2759"/>
                    <a:pt x="5017" y="2792"/>
                    <a:pt x="4941" y="2826"/>
                  </a:cubicBezTo>
                  <a:cubicBezTo>
                    <a:pt x="4914" y="2844"/>
                    <a:pt x="4899" y="2849"/>
                    <a:pt x="4892" y="2849"/>
                  </a:cubicBezTo>
                  <a:cubicBezTo>
                    <a:pt x="4879" y="2849"/>
                    <a:pt x="4891" y="2829"/>
                    <a:pt x="4888" y="2829"/>
                  </a:cubicBezTo>
                  <a:lnTo>
                    <a:pt x="4888" y="2829"/>
                  </a:lnTo>
                  <a:cubicBezTo>
                    <a:pt x="4888" y="2829"/>
                    <a:pt x="4886" y="2831"/>
                    <a:pt x="4882" y="2835"/>
                  </a:cubicBezTo>
                  <a:cubicBezTo>
                    <a:pt x="4880" y="2834"/>
                    <a:pt x="4877" y="2834"/>
                    <a:pt x="4875" y="2834"/>
                  </a:cubicBezTo>
                  <a:cubicBezTo>
                    <a:pt x="4826" y="2834"/>
                    <a:pt x="4769" y="2920"/>
                    <a:pt x="4704" y="2945"/>
                  </a:cubicBezTo>
                  <a:cubicBezTo>
                    <a:pt x="4700" y="2945"/>
                    <a:pt x="4702" y="2941"/>
                    <a:pt x="4706" y="2937"/>
                  </a:cubicBezTo>
                  <a:lnTo>
                    <a:pt x="4706" y="2937"/>
                  </a:lnTo>
                  <a:cubicBezTo>
                    <a:pt x="4655" y="2967"/>
                    <a:pt x="4620" y="2998"/>
                    <a:pt x="4628" y="3021"/>
                  </a:cubicBezTo>
                  <a:lnTo>
                    <a:pt x="4653" y="2987"/>
                  </a:lnTo>
                  <a:cubicBezTo>
                    <a:pt x="4662" y="2978"/>
                    <a:pt x="4662" y="2962"/>
                    <a:pt x="4696" y="2953"/>
                  </a:cubicBezTo>
                  <a:cubicBezTo>
                    <a:pt x="4698" y="2952"/>
                    <a:pt x="4699" y="2952"/>
                    <a:pt x="4700" y="2952"/>
                  </a:cubicBezTo>
                  <a:lnTo>
                    <a:pt x="4700" y="2952"/>
                  </a:lnTo>
                  <a:cubicBezTo>
                    <a:pt x="4712" y="2952"/>
                    <a:pt x="4685" y="2982"/>
                    <a:pt x="4700" y="2982"/>
                  </a:cubicBezTo>
                  <a:cubicBezTo>
                    <a:pt x="4702" y="2982"/>
                    <a:pt x="4707" y="2981"/>
                    <a:pt x="4713" y="2978"/>
                  </a:cubicBezTo>
                  <a:cubicBezTo>
                    <a:pt x="4738" y="2953"/>
                    <a:pt x="4772" y="2936"/>
                    <a:pt x="4806" y="2919"/>
                  </a:cubicBezTo>
                  <a:lnTo>
                    <a:pt x="4806" y="2928"/>
                  </a:lnTo>
                  <a:cubicBezTo>
                    <a:pt x="4907" y="2885"/>
                    <a:pt x="5000" y="2826"/>
                    <a:pt x="5076" y="2750"/>
                  </a:cubicBezTo>
                  <a:cubicBezTo>
                    <a:pt x="5043" y="2708"/>
                    <a:pt x="5051" y="2665"/>
                    <a:pt x="5009" y="2623"/>
                  </a:cubicBezTo>
                  <a:cubicBezTo>
                    <a:pt x="5110" y="2547"/>
                    <a:pt x="5220" y="2479"/>
                    <a:pt x="5347" y="2412"/>
                  </a:cubicBezTo>
                  <a:lnTo>
                    <a:pt x="5347" y="2412"/>
                  </a:lnTo>
                  <a:cubicBezTo>
                    <a:pt x="5364" y="2429"/>
                    <a:pt x="5305" y="2479"/>
                    <a:pt x="5220" y="2530"/>
                  </a:cubicBezTo>
                  <a:lnTo>
                    <a:pt x="5237" y="2505"/>
                  </a:lnTo>
                  <a:lnTo>
                    <a:pt x="5237" y="2505"/>
                  </a:lnTo>
                  <a:cubicBezTo>
                    <a:pt x="5169" y="2547"/>
                    <a:pt x="5169" y="2572"/>
                    <a:pt x="5153" y="2589"/>
                  </a:cubicBezTo>
                  <a:lnTo>
                    <a:pt x="5127" y="2589"/>
                  </a:lnTo>
                  <a:cubicBezTo>
                    <a:pt x="5082" y="2627"/>
                    <a:pt x="5077" y="2658"/>
                    <a:pt x="5113" y="2658"/>
                  </a:cubicBezTo>
                  <a:cubicBezTo>
                    <a:pt x="5117" y="2658"/>
                    <a:pt x="5122" y="2658"/>
                    <a:pt x="5127" y="2657"/>
                  </a:cubicBezTo>
                  <a:lnTo>
                    <a:pt x="5144" y="2640"/>
                  </a:lnTo>
                  <a:lnTo>
                    <a:pt x="5212" y="2615"/>
                  </a:lnTo>
                  <a:cubicBezTo>
                    <a:pt x="5169" y="2589"/>
                    <a:pt x="5330" y="2513"/>
                    <a:pt x="5364" y="2462"/>
                  </a:cubicBezTo>
                  <a:lnTo>
                    <a:pt x="5364" y="2462"/>
                  </a:lnTo>
                  <a:cubicBezTo>
                    <a:pt x="5356" y="2496"/>
                    <a:pt x="5381" y="2539"/>
                    <a:pt x="5271" y="2572"/>
                  </a:cubicBezTo>
                  <a:lnTo>
                    <a:pt x="5313" y="2572"/>
                  </a:lnTo>
                  <a:cubicBezTo>
                    <a:pt x="5340" y="2552"/>
                    <a:pt x="5369" y="2532"/>
                    <a:pt x="5398" y="2513"/>
                  </a:cubicBezTo>
                  <a:cubicBezTo>
                    <a:pt x="5406" y="2488"/>
                    <a:pt x="5398" y="2462"/>
                    <a:pt x="5499" y="2395"/>
                  </a:cubicBezTo>
                  <a:lnTo>
                    <a:pt x="5508" y="2395"/>
                  </a:lnTo>
                  <a:cubicBezTo>
                    <a:pt x="5499" y="2369"/>
                    <a:pt x="5559" y="2344"/>
                    <a:pt x="5618" y="2310"/>
                  </a:cubicBezTo>
                  <a:cubicBezTo>
                    <a:pt x="5686" y="2285"/>
                    <a:pt x="5753" y="2259"/>
                    <a:pt x="5753" y="2242"/>
                  </a:cubicBezTo>
                  <a:cubicBezTo>
                    <a:pt x="5747" y="2241"/>
                    <a:pt x="5741" y="2240"/>
                    <a:pt x="5735" y="2240"/>
                  </a:cubicBezTo>
                  <a:cubicBezTo>
                    <a:pt x="5672" y="2240"/>
                    <a:pt x="5603" y="2312"/>
                    <a:pt x="5542" y="2336"/>
                  </a:cubicBezTo>
                  <a:cubicBezTo>
                    <a:pt x="5548" y="2311"/>
                    <a:pt x="5593" y="2291"/>
                    <a:pt x="5587" y="2291"/>
                  </a:cubicBezTo>
                  <a:lnTo>
                    <a:pt x="5587" y="2291"/>
                  </a:lnTo>
                  <a:cubicBezTo>
                    <a:pt x="5585" y="2291"/>
                    <a:pt x="5574" y="2294"/>
                    <a:pt x="5550" y="2302"/>
                  </a:cubicBezTo>
                  <a:cubicBezTo>
                    <a:pt x="5601" y="2242"/>
                    <a:pt x="5686" y="2259"/>
                    <a:pt x="5694" y="2217"/>
                  </a:cubicBezTo>
                  <a:lnTo>
                    <a:pt x="5694" y="2217"/>
                  </a:lnTo>
                  <a:lnTo>
                    <a:pt x="5635" y="2242"/>
                  </a:lnTo>
                  <a:cubicBezTo>
                    <a:pt x="5626" y="2234"/>
                    <a:pt x="5660" y="2209"/>
                    <a:pt x="5677" y="2192"/>
                  </a:cubicBezTo>
                  <a:cubicBezTo>
                    <a:pt x="5660" y="2183"/>
                    <a:pt x="5643" y="2183"/>
                    <a:pt x="5626" y="2175"/>
                  </a:cubicBezTo>
                  <a:cubicBezTo>
                    <a:pt x="5584" y="2183"/>
                    <a:pt x="5601" y="2183"/>
                    <a:pt x="5626" y="2192"/>
                  </a:cubicBezTo>
                  <a:cubicBezTo>
                    <a:pt x="5601" y="2217"/>
                    <a:pt x="5576" y="2234"/>
                    <a:pt x="5550" y="2251"/>
                  </a:cubicBezTo>
                  <a:lnTo>
                    <a:pt x="5525" y="2234"/>
                  </a:lnTo>
                  <a:lnTo>
                    <a:pt x="5457" y="2310"/>
                  </a:lnTo>
                  <a:cubicBezTo>
                    <a:pt x="5499" y="2336"/>
                    <a:pt x="5533" y="2310"/>
                    <a:pt x="5508" y="2361"/>
                  </a:cubicBezTo>
                  <a:cubicBezTo>
                    <a:pt x="5457" y="2380"/>
                    <a:pt x="5402" y="2389"/>
                    <a:pt x="5348" y="2389"/>
                  </a:cubicBezTo>
                  <a:cubicBezTo>
                    <a:pt x="5331" y="2389"/>
                    <a:pt x="5313" y="2388"/>
                    <a:pt x="5296" y="2386"/>
                  </a:cubicBezTo>
                  <a:cubicBezTo>
                    <a:pt x="5347" y="2369"/>
                    <a:pt x="5381" y="2327"/>
                    <a:pt x="5432" y="2327"/>
                  </a:cubicBezTo>
                  <a:cubicBezTo>
                    <a:pt x="5416" y="2311"/>
                    <a:pt x="5459" y="2259"/>
                    <a:pt x="5410" y="2259"/>
                  </a:cubicBezTo>
                  <a:cubicBezTo>
                    <a:pt x="5409" y="2259"/>
                    <a:pt x="5409" y="2259"/>
                    <a:pt x="5409" y="2259"/>
                  </a:cubicBezTo>
                  <a:lnTo>
                    <a:pt x="5409" y="2259"/>
                  </a:lnTo>
                  <a:cubicBezTo>
                    <a:pt x="5459" y="2242"/>
                    <a:pt x="5509" y="2225"/>
                    <a:pt x="5559" y="2200"/>
                  </a:cubicBezTo>
                  <a:cubicBezTo>
                    <a:pt x="5533" y="2175"/>
                    <a:pt x="5499" y="2149"/>
                    <a:pt x="5466" y="2141"/>
                  </a:cubicBezTo>
                  <a:cubicBezTo>
                    <a:pt x="5449" y="2133"/>
                    <a:pt x="5430" y="2128"/>
                    <a:pt x="5411" y="2128"/>
                  </a:cubicBezTo>
                  <a:cubicBezTo>
                    <a:pt x="5392" y="2128"/>
                    <a:pt x="5373" y="2133"/>
                    <a:pt x="5356" y="2141"/>
                  </a:cubicBezTo>
                  <a:cubicBezTo>
                    <a:pt x="5347" y="2124"/>
                    <a:pt x="5339" y="2107"/>
                    <a:pt x="5322" y="2099"/>
                  </a:cubicBezTo>
                  <a:lnTo>
                    <a:pt x="5322" y="2099"/>
                  </a:lnTo>
                  <a:cubicBezTo>
                    <a:pt x="5356" y="2107"/>
                    <a:pt x="5398" y="2107"/>
                    <a:pt x="5432" y="2124"/>
                  </a:cubicBezTo>
                  <a:lnTo>
                    <a:pt x="5271" y="2039"/>
                  </a:lnTo>
                  <a:lnTo>
                    <a:pt x="5305" y="2039"/>
                  </a:lnTo>
                  <a:lnTo>
                    <a:pt x="5195" y="2014"/>
                  </a:lnTo>
                  <a:lnTo>
                    <a:pt x="5195" y="2014"/>
                  </a:lnTo>
                  <a:cubicBezTo>
                    <a:pt x="5246" y="2031"/>
                    <a:pt x="5296" y="2065"/>
                    <a:pt x="5237" y="2065"/>
                  </a:cubicBezTo>
                  <a:cubicBezTo>
                    <a:pt x="5136" y="2039"/>
                    <a:pt x="5127" y="2006"/>
                    <a:pt x="5017" y="1997"/>
                  </a:cubicBezTo>
                  <a:cubicBezTo>
                    <a:pt x="5085" y="1972"/>
                    <a:pt x="5068" y="1946"/>
                    <a:pt x="5127" y="1946"/>
                  </a:cubicBezTo>
                  <a:lnTo>
                    <a:pt x="5136" y="1946"/>
                  </a:lnTo>
                  <a:cubicBezTo>
                    <a:pt x="5212" y="1946"/>
                    <a:pt x="5288" y="1955"/>
                    <a:pt x="5356" y="1980"/>
                  </a:cubicBezTo>
                  <a:cubicBezTo>
                    <a:pt x="5212" y="1896"/>
                    <a:pt x="5229" y="1921"/>
                    <a:pt x="5093" y="1853"/>
                  </a:cubicBezTo>
                  <a:cubicBezTo>
                    <a:pt x="5096" y="1849"/>
                    <a:pt x="5103" y="1848"/>
                    <a:pt x="5112" y="1848"/>
                  </a:cubicBezTo>
                  <a:cubicBezTo>
                    <a:pt x="5149" y="1848"/>
                    <a:pt x="5229" y="1876"/>
                    <a:pt x="5255" y="1876"/>
                  </a:cubicBezTo>
                  <a:cubicBezTo>
                    <a:pt x="5261" y="1876"/>
                    <a:pt x="5264" y="1874"/>
                    <a:pt x="5263" y="1870"/>
                  </a:cubicBezTo>
                  <a:lnTo>
                    <a:pt x="5263" y="1870"/>
                  </a:lnTo>
                  <a:lnTo>
                    <a:pt x="5398" y="1946"/>
                  </a:lnTo>
                  <a:cubicBezTo>
                    <a:pt x="5373" y="1938"/>
                    <a:pt x="5356" y="1929"/>
                    <a:pt x="5339" y="1929"/>
                  </a:cubicBezTo>
                  <a:lnTo>
                    <a:pt x="5339" y="1929"/>
                  </a:lnTo>
                  <a:cubicBezTo>
                    <a:pt x="5423" y="1963"/>
                    <a:pt x="5508" y="1997"/>
                    <a:pt x="5601" y="2014"/>
                  </a:cubicBezTo>
                  <a:cubicBezTo>
                    <a:pt x="5607" y="2022"/>
                    <a:pt x="5604" y="2025"/>
                    <a:pt x="5596" y="2025"/>
                  </a:cubicBezTo>
                  <a:cubicBezTo>
                    <a:pt x="5576" y="2025"/>
                    <a:pt x="5528" y="2008"/>
                    <a:pt x="5523" y="2008"/>
                  </a:cubicBezTo>
                  <a:lnTo>
                    <a:pt x="5523" y="2008"/>
                  </a:lnTo>
                  <a:cubicBezTo>
                    <a:pt x="5521" y="2008"/>
                    <a:pt x="5524" y="2009"/>
                    <a:pt x="5533" y="2014"/>
                  </a:cubicBezTo>
                  <a:cubicBezTo>
                    <a:pt x="5466" y="1997"/>
                    <a:pt x="5398" y="1997"/>
                    <a:pt x="5330" y="1997"/>
                  </a:cubicBezTo>
                  <a:cubicBezTo>
                    <a:pt x="5415" y="2048"/>
                    <a:pt x="5449" y="2006"/>
                    <a:pt x="5567" y="2048"/>
                  </a:cubicBezTo>
                  <a:lnTo>
                    <a:pt x="5592" y="2082"/>
                  </a:lnTo>
                  <a:cubicBezTo>
                    <a:pt x="5605" y="2086"/>
                    <a:pt x="5613" y="2088"/>
                    <a:pt x="5617" y="2088"/>
                  </a:cubicBezTo>
                  <a:cubicBezTo>
                    <a:pt x="5629" y="2088"/>
                    <a:pt x="5611" y="2073"/>
                    <a:pt x="5618" y="2073"/>
                  </a:cubicBezTo>
                  <a:lnTo>
                    <a:pt x="5618" y="2073"/>
                  </a:lnTo>
                  <a:cubicBezTo>
                    <a:pt x="5686" y="2090"/>
                    <a:pt x="5669" y="2107"/>
                    <a:pt x="5711" y="2124"/>
                  </a:cubicBezTo>
                  <a:cubicBezTo>
                    <a:pt x="5711" y="2116"/>
                    <a:pt x="5702" y="2107"/>
                    <a:pt x="5728" y="2107"/>
                  </a:cubicBezTo>
                  <a:cubicBezTo>
                    <a:pt x="5745" y="2124"/>
                    <a:pt x="5795" y="2149"/>
                    <a:pt x="5821" y="2166"/>
                  </a:cubicBezTo>
                  <a:cubicBezTo>
                    <a:pt x="5786" y="2180"/>
                    <a:pt x="5756" y="2195"/>
                    <a:pt x="5728" y="2204"/>
                  </a:cubicBezTo>
                  <a:lnTo>
                    <a:pt x="5728" y="2204"/>
                  </a:lnTo>
                  <a:cubicBezTo>
                    <a:pt x="5737" y="2202"/>
                    <a:pt x="5744" y="2201"/>
                    <a:pt x="5750" y="2201"/>
                  </a:cubicBezTo>
                  <a:cubicBezTo>
                    <a:pt x="5783" y="2201"/>
                    <a:pt x="5775" y="2229"/>
                    <a:pt x="5762" y="2242"/>
                  </a:cubicBezTo>
                  <a:lnTo>
                    <a:pt x="5965" y="2158"/>
                  </a:lnTo>
                  <a:cubicBezTo>
                    <a:pt x="5762" y="2082"/>
                    <a:pt x="5686" y="2031"/>
                    <a:pt x="5466" y="1955"/>
                  </a:cubicBezTo>
                  <a:lnTo>
                    <a:pt x="5499" y="1955"/>
                  </a:lnTo>
                  <a:cubicBezTo>
                    <a:pt x="5415" y="1896"/>
                    <a:pt x="5313" y="1853"/>
                    <a:pt x="5203" y="1845"/>
                  </a:cubicBezTo>
                  <a:cubicBezTo>
                    <a:pt x="5110" y="1845"/>
                    <a:pt x="5009" y="1820"/>
                    <a:pt x="4924" y="1786"/>
                  </a:cubicBezTo>
                  <a:cubicBezTo>
                    <a:pt x="4950" y="1752"/>
                    <a:pt x="4806" y="1743"/>
                    <a:pt x="4848" y="1718"/>
                  </a:cubicBezTo>
                  <a:lnTo>
                    <a:pt x="4848" y="1718"/>
                  </a:lnTo>
                  <a:cubicBezTo>
                    <a:pt x="4875" y="1732"/>
                    <a:pt x="4891" y="1737"/>
                    <a:pt x="4901" y="1737"/>
                  </a:cubicBezTo>
                  <a:cubicBezTo>
                    <a:pt x="4914" y="1737"/>
                    <a:pt x="4912" y="1725"/>
                    <a:pt x="4907" y="1710"/>
                  </a:cubicBezTo>
                  <a:cubicBezTo>
                    <a:pt x="4848" y="1710"/>
                    <a:pt x="4789" y="1693"/>
                    <a:pt x="4730" y="1667"/>
                  </a:cubicBezTo>
                  <a:cubicBezTo>
                    <a:pt x="4769" y="1661"/>
                    <a:pt x="4737" y="1634"/>
                    <a:pt x="4764" y="1634"/>
                  </a:cubicBezTo>
                  <a:cubicBezTo>
                    <a:pt x="4772" y="1634"/>
                    <a:pt x="4785" y="1636"/>
                    <a:pt x="4806" y="1642"/>
                  </a:cubicBezTo>
                  <a:cubicBezTo>
                    <a:pt x="4730" y="1591"/>
                    <a:pt x="4637" y="1566"/>
                    <a:pt x="4552" y="1566"/>
                  </a:cubicBezTo>
                  <a:cubicBezTo>
                    <a:pt x="4434" y="1557"/>
                    <a:pt x="4535" y="1515"/>
                    <a:pt x="4434" y="1490"/>
                  </a:cubicBezTo>
                  <a:lnTo>
                    <a:pt x="4450" y="1481"/>
                  </a:lnTo>
                  <a:lnTo>
                    <a:pt x="4391" y="1464"/>
                  </a:lnTo>
                  <a:lnTo>
                    <a:pt x="4400" y="1490"/>
                  </a:lnTo>
                  <a:lnTo>
                    <a:pt x="4315" y="1473"/>
                  </a:lnTo>
                  <a:lnTo>
                    <a:pt x="4315" y="1473"/>
                  </a:lnTo>
                  <a:cubicBezTo>
                    <a:pt x="4264" y="1481"/>
                    <a:pt x="4332" y="1507"/>
                    <a:pt x="4315" y="1523"/>
                  </a:cubicBezTo>
                  <a:lnTo>
                    <a:pt x="4340" y="1498"/>
                  </a:lnTo>
                  <a:cubicBezTo>
                    <a:pt x="4374" y="1523"/>
                    <a:pt x="4417" y="1515"/>
                    <a:pt x="4417" y="1532"/>
                  </a:cubicBezTo>
                  <a:cubicBezTo>
                    <a:pt x="4408" y="1529"/>
                    <a:pt x="4401" y="1527"/>
                    <a:pt x="4396" y="1527"/>
                  </a:cubicBezTo>
                  <a:cubicBezTo>
                    <a:pt x="4373" y="1527"/>
                    <a:pt x="4369" y="1549"/>
                    <a:pt x="4349" y="1549"/>
                  </a:cubicBezTo>
                  <a:lnTo>
                    <a:pt x="4400" y="1557"/>
                  </a:lnTo>
                  <a:lnTo>
                    <a:pt x="4408" y="1583"/>
                  </a:lnTo>
                  <a:cubicBezTo>
                    <a:pt x="4445" y="1597"/>
                    <a:pt x="4475" y="1618"/>
                    <a:pt x="4504" y="1618"/>
                  </a:cubicBezTo>
                  <a:cubicBezTo>
                    <a:pt x="4509" y="1618"/>
                    <a:pt x="4513" y="1618"/>
                    <a:pt x="4518" y="1616"/>
                  </a:cubicBezTo>
                  <a:cubicBezTo>
                    <a:pt x="4514" y="1608"/>
                    <a:pt x="4505" y="1608"/>
                    <a:pt x="4497" y="1608"/>
                  </a:cubicBezTo>
                  <a:cubicBezTo>
                    <a:pt x="4489" y="1608"/>
                    <a:pt x="4480" y="1608"/>
                    <a:pt x="4476" y="1600"/>
                  </a:cubicBezTo>
                  <a:cubicBezTo>
                    <a:pt x="4486" y="1590"/>
                    <a:pt x="4499" y="1586"/>
                    <a:pt x="4513" y="1586"/>
                  </a:cubicBezTo>
                  <a:cubicBezTo>
                    <a:pt x="4522" y="1586"/>
                    <a:pt x="4533" y="1588"/>
                    <a:pt x="4543" y="1591"/>
                  </a:cubicBezTo>
                  <a:lnTo>
                    <a:pt x="4569" y="1591"/>
                  </a:lnTo>
                  <a:lnTo>
                    <a:pt x="4603" y="1608"/>
                  </a:lnTo>
                  <a:lnTo>
                    <a:pt x="4687" y="1633"/>
                  </a:lnTo>
                  <a:cubicBezTo>
                    <a:pt x="4687" y="1642"/>
                    <a:pt x="4704" y="1659"/>
                    <a:pt x="4696" y="1659"/>
                  </a:cubicBezTo>
                  <a:cubicBezTo>
                    <a:pt x="4696" y="1659"/>
                    <a:pt x="4679" y="1650"/>
                    <a:pt x="4670" y="1642"/>
                  </a:cubicBezTo>
                  <a:lnTo>
                    <a:pt x="4670" y="1642"/>
                  </a:lnTo>
                  <a:cubicBezTo>
                    <a:pt x="4662" y="1659"/>
                    <a:pt x="4603" y="1650"/>
                    <a:pt x="4687" y="1693"/>
                  </a:cubicBezTo>
                  <a:cubicBezTo>
                    <a:pt x="4645" y="1701"/>
                    <a:pt x="4603" y="1710"/>
                    <a:pt x="4560" y="1718"/>
                  </a:cubicBezTo>
                  <a:cubicBezTo>
                    <a:pt x="4518" y="1710"/>
                    <a:pt x="4476" y="1693"/>
                    <a:pt x="4442" y="1667"/>
                  </a:cubicBezTo>
                  <a:cubicBezTo>
                    <a:pt x="4417" y="1659"/>
                    <a:pt x="4349" y="1659"/>
                    <a:pt x="4357" y="1633"/>
                  </a:cubicBezTo>
                  <a:cubicBezTo>
                    <a:pt x="4350" y="1630"/>
                    <a:pt x="4335" y="1626"/>
                    <a:pt x="4326" y="1626"/>
                  </a:cubicBezTo>
                  <a:cubicBezTo>
                    <a:pt x="4314" y="1626"/>
                    <a:pt x="4309" y="1632"/>
                    <a:pt x="4332" y="1650"/>
                  </a:cubicBezTo>
                  <a:lnTo>
                    <a:pt x="4247" y="1633"/>
                  </a:lnTo>
                  <a:cubicBezTo>
                    <a:pt x="4281" y="1591"/>
                    <a:pt x="4214" y="1549"/>
                    <a:pt x="4307" y="1549"/>
                  </a:cubicBezTo>
                  <a:lnTo>
                    <a:pt x="4258" y="1539"/>
                  </a:lnTo>
                  <a:lnTo>
                    <a:pt x="4258" y="1539"/>
                  </a:lnTo>
                  <a:cubicBezTo>
                    <a:pt x="4272" y="1519"/>
                    <a:pt x="4243" y="1503"/>
                    <a:pt x="4214" y="1481"/>
                  </a:cubicBezTo>
                  <a:lnTo>
                    <a:pt x="4188" y="1507"/>
                  </a:lnTo>
                  <a:cubicBezTo>
                    <a:pt x="4163" y="1473"/>
                    <a:pt x="4154" y="1447"/>
                    <a:pt x="4104" y="1430"/>
                  </a:cubicBezTo>
                  <a:lnTo>
                    <a:pt x="3951" y="1473"/>
                  </a:lnTo>
                  <a:lnTo>
                    <a:pt x="3917" y="1464"/>
                  </a:lnTo>
                  <a:cubicBezTo>
                    <a:pt x="3909" y="1447"/>
                    <a:pt x="3858" y="1439"/>
                    <a:pt x="3884" y="1413"/>
                  </a:cubicBezTo>
                  <a:cubicBezTo>
                    <a:pt x="3884" y="1405"/>
                    <a:pt x="3890" y="1401"/>
                    <a:pt x="3898" y="1401"/>
                  </a:cubicBezTo>
                  <a:cubicBezTo>
                    <a:pt x="3907" y="1401"/>
                    <a:pt x="3917" y="1405"/>
                    <a:pt x="3926" y="1413"/>
                  </a:cubicBezTo>
                  <a:lnTo>
                    <a:pt x="3926" y="1422"/>
                  </a:lnTo>
                  <a:cubicBezTo>
                    <a:pt x="3941" y="1407"/>
                    <a:pt x="3943" y="1385"/>
                    <a:pt x="3931" y="1374"/>
                  </a:cubicBezTo>
                  <a:lnTo>
                    <a:pt x="3931" y="1374"/>
                  </a:lnTo>
                  <a:cubicBezTo>
                    <a:pt x="3951" y="1388"/>
                    <a:pt x="3953" y="1388"/>
                    <a:pt x="3977" y="1388"/>
                  </a:cubicBezTo>
                  <a:lnTo>
                    <a:pt x="3951" y="1371"/>
                  </a:lnTo>
                  <a:lnTo>
                    <a:pt x="3951" y="1371"/>
                  </a:lnTo>
                  <a:cubicBezTo>
                    <a:pt x="3963" y="1373"/>
                    <a:pt x="3976" y="1374"/>
                    <a:pt x="3989" y="1374"/>
                  </a:cubicBezTo>
                  <a:cubicBezTo>
                    <a:pt x="4026" y="1374"/>
                    <a:pt x="4064" y="1367"/>
                    <a:pt x="4070" y="1354"/>
                  </a:cubicBezTo>
                  <a:lnTo>
                    <a:pt x="4070" y="1354"/>
                  </a:lnTo>
                  <a:cubicBezTo>
                    <a:pt x="4064" y="1360"/>
                    <a:pt x="4059" y="1362"/>
                    <a:pt x="4055" y="1362"/>
                  </a:cubicBezTo>
                  <a:cubicBezTo>
                    <a:pt x="4040" y="1362"/>
                    <a:pt x="4032" y="1334"/>
                    <a:pt x="4019" y="1320"/>
                  </a:cubicBezTo>
                  <a:cubicBezTo>
                    <a:pt x="4036" y="1320"/>
                    <a:pt x="4078" y="1320"/>
                    <a:pt x="4053" y="1312"/>
                  </a:cubicBezTo>
                  <a:cubicBezTo>
                    <a:pt x="4047" y="1312"/>
                    <a:pt x="4035" y="1311"/>
                    <a:pt x="4023" y="1311"/>
                  </a:cubicBezTo>
                  <a:cubicBezTo>
                    <a:pt x="3998" y="1311"/>
                    <a:pt x="3974" y="1315"/>
                    <a:pt x="4002" y="1337"/>
                  </a:cubicBezTo>
                  <a:cubicBezTo>
                    <a:pt x="3977" y="1337"/>
                    <a:pt x="3951" y="1329"/>
                    <a:pt x="3926" y="1312"/>
                  </a:cubicBezTo>
                  <a:cubicBezTo>
                    <a:pt x="3960" y="1312"/>
                    <a:pt x="3943" y="1295"/>
                    <a:pt x="3960" y="1278"/>
                  </a:cubicBezTo>
                  <a:lnTo>
                    <a:pt x="3960" y="1278"/>
                  </a:lnTo>
                  <a:cubicBezTo>
                    <a:pt x="3943" y="1287"/>
                    <a:pt x="3926" y="1295"/>
                    <a:pt x="3909" y="1312"/>
                  </a:cubicBezTo>
                  <a:cubicBezTo>
                    <a:pt x="3850" y="1261"/>
                    <a:pt x="3841" y="1194"/>
                    <a:pt x="3757" y="1177"/>
                  </a:cubicBezTo>
                  <a:lnTo>
                    <a:pt x="3757" y="1177"/>
                  </a:lnTo>
                  <a:cubicBezTo>
                    <a:pt x="3740" y="1177"/>
                    <a:pt x="3808" y="1194"/>
                    <a:pt x="3791" y="1202"/>
                  </a:cubicBezTo>
                  <a:cubicBezTo>
                    <a:pt x="3787" y="1202"/>
                    <a:pt x="3783" y="1203"/>
                    <a:pt x="3779" y="1203"/>
                  </a:cubicBezTo>
                  <a:cubicBezTo>
                    <a:pt x="3716" y="1203"/>
                    <a:pt x="3728" y="1134"/>
                    <a:pt x="3672" y="1126"/>
                  </a:cubicBezTo>
                  <a:lnTo>
                    <a:pt x="3672" y="1168"/>
                  </a:lnTo>
                  <a:cubicBezTo>
                    <a:pt x="3647" y="1160"/>
                    <a:pt x="3613" y="1160"/>
                    <a:pt x="3588" y="1151"/>
                  </a:cubicBezTo>
                  <a:cubicBezTo>
                    <a:pt x="3588" y="1134"/>
                    <a:pt x="3545" y="1092"/>
                    <a:pt x="3588" y="1092"/>
                  </a:cubicBezTo>
                  <a:cubicBezTo>
                    <a:pt x="3570" y="1080"/>
                    <a:pt x="3555" y="1076"/>
                    <a:pt x="3540" y="1076"/>
                  </a:cubicBezTo>
                  <a:cubicBezTo>
                    <a:pt x="3509" y="1076"/>
                    <a:pt x="3482" y="1096"/>
                    <a:pt x="3447" y="1096"/>
                  </a:cubicBezTo>
                  <a:cubicBezTo>
                    <a:pt x="3429" y="1096"/>
                    <a:pt x="3409" y="1091"/>
                    <a:pt x="3385" y="1075"/>
                  </a:cubicBezTo>
                  <a:lnTo>
                    <a:pt x="3385" y="1075"/>
                  </a:lnTo>
                  <a:cubicBezTo>
                    <a:pt x="3410" y="1092"/>
                    <a:pt x="3444" y="1109"/>
                    <a:pt x="3469" y="1117"/>
                  </a:cubicBezTo>
                  <a:cubicBezTo>
                    <a:pt x="3427" y="1126"/>
                    <a:pt x="3461" y="1134"/>
                    <a:pt x="3444" y="1151"/>
                  </a:cubicBezTo>
                  <a:cubicBezTo>
                    <a:pt x="3427" y="1126"/>
                    <a:pt x="3342" y="1100"/>
                    <a:pt x="3410" y="1100"/>
                  </a:cubicBezTo>
                  <a:cubicBezTo>
                    <a:pt x="3380" y="1093"/>
                    <a:pt x="3330" y="1065"/>
                    <a:pt x="3307" y="1065"/>
                  </a:cubicBezTo>
                  <a:cubicBezTo>
                    <a:pt x="3304" y="1065"/>
                    <a:pt x="3302" y="1066"/>
                    <a:pt x="3300" y="1067"/>
                  </a:cubicBezTo>
                  <a:lnTo>
                    <a:pt x="3317" y="1092"/>
                  </a:lnTo>
                  <a:cubicBezTo>
                    <a:pt x="3294" y="1078"/>
                    <a:pt x="3270" y="1072"/>
                    <a:pt x="3247" y="1072"/>
                  </a:cubicBezTo>
                  <a:cubicBezTo>
                    <a:pt x="3228" y="1072"/>
                    <a:pt x="3209" y="1076"/>
                    <a:pt x="3190" y="1084"/>
                  </a:cubicBezTo>
                  <a:cubicBezTo>
                    <a:pt x="3205" y="1090"/>
                    <a:pt x="3218" y="1092"/>
                    <a:pt x="3229" y="1092"/>
                  </a:cubicBezTo>
                  <a:cubicBezTo>
                    <a:pt x="3248" y="1092"/>
                    <a:pt x="3263" y="1087"/>
                    <a:pt x="3282" y="1087"/>
                  </a:cubicBezTo>
                  <a:cubicBezTo>
                    <a:pt x="3296" y="1087"/>
                    <a:pt x="3312" y="1090"/>
                    <a:pt x="3334" y="1100"/>
                  </a:cubicBezTo>
                  <a:cubicBezTo>
                    <a:pt x="3401" y="1151"/>
                    <a:pt x="3308" y="1117"/>
                    <a:pt x="3342" y="1168"/>
                  </a:cubicBezTo>
                  <a:lnTo>
                    <a:pt x="3410" y="1168"/>
                  </a:lnTo>
                  <a:lnTo>
                    <a:pt x="3385" y="1151"/>
                  </a:lnTo>
                  <a:cubicBezTo>
                    <a:pt x="3389" y="1147"/>
                    <a:pt x="3394" y="1145"/>
                    <a:pt x="3400" y="1145"/>
                  </a:cubicBezTo>
                  <a:cubicBezTo>
                    <a:pt x="3420" y="1145"/>
                    <a:pt x="3446" y="1165"/>
                    <a:pt x="3463" y="1165"/>
                  </a:cubicBezTo>
                  <a:cubicBezTo>
                    <a:pt x="3470" y="1165"/>
                    <a:pt x="3475" y="1162"/>
                    <a:pt x="3478" y="1151"/>
                  </a:cubicBezTo>
                  <a:cubicBezTo>
                    <a:pt x="3520" y="1210"/>
                    <a:pt x="3545" y="1194"/>
                    <a:pt x="3596" y="1253"/>
                  </a:cubicBezTo>
                  <a:cubicBezTo>
                    <a:pt x="3621" y="1244"/>
                    <a:pt x="3596" y="1236"/>
                    <a:pt x="3579" y="1227"/>
                  </a:cubicBezTo>
                  <a:lnTo>
                    <a:pt x="3579" y="1227"/>
                  </a:lnTo>
                  <a:cubicBezTo>
                    <a:pt x="3585" y="1230"/>
                    <a:pt x="3591" y="1232"/>
                    <a:pt x="3596" y="1232"/>
                  </a:cubicBezTo>
                  <a:cubicBezTo>
                    <a:pt x="3609" y="1232"/>
                    <a:pt x="3620" y="1225"/>
                    <a:pt x="3630" y="1225"/>
                  </a:cubicBezTo>
                  <a:cubicBezTo>
                    <a:pt x="3638" y="1225"/>
                    <a:pt x="3646" y="1229"/>
                    <a:pt x="3655" y="1244"/>
                  </a:cubicBezTo>
                  <a:cubicBezTo>
                    <a:pt x="3659" y="1247"/>
                    <a:pt x="3663" y="1248"/>
                    <a:pt x="3665" y="1248"/>
                  </a:cubicBezTo>
                  <a:cubicBezTo>
                    <a:pt x="3678" y="1248"/>
                    <a:pt x="3675" y="1222"/>
                    <a:pt x="3647" y="1206"/>
                  </a:cubicBezTo>
                  <a:lnTo>
                    <a:pt x="3647" y="1206"/>
                  </a:lnTo>
                  <a:cubicBezTo>
                    <a:pt x="3678" y="1220"/>
                    <a:pt x="3709" y="1229"/>
                    <a:pt x="3740" y="1244"/>
                  </a:cubicBezTo>
                  <a:lnTo>
                    <a:pt x="3714" y="1202"/>
                  </a:lnTo>
                  <a:lnTo>
                    <a:pt x="3748" y="1219"/>
                  </a:lnTo>
                  <a:lnTo>
                    <a:pt x="3723" y="1194"/>
                  </a:lnTo>
                  <a:lnTo>
                    <a:pt x="3723" y="1194"/>
                  </a:lnTo>
                  <a:cubicBezTo>
                    <a:pt x="3791" y="1210"/>
                    <a:pt x="3858" y="1253"/>
                    <a:pt x="3901" y="1312"/>
                  </a:cubicBezTo>
                  <a:cubicBezTo>
                    <a:pt x="3838" y="1312"/>
                    <a:pt x="3764" y="1272"/>
                    <a:pt x="3706" y="1272"/>
                  </a:cubicBezTo>
                  <a:cubicBezTo>
                    <a:pt x="3694" y="1272"/>
                    <a:pt x="3683" y="1274"/>
                    <a:pt x="3672" y="1278"/>
                  </a:cubicBezTo>
                  <a:cubicBezTo>
                    <a:pt x="3681" y="1295"/>
                    <a:pt x="3740" y="1270"/>
                    <a:pt x="3740" y="1312"/>
                  </a:cubicBezTo>
                  <a:lnTo>
                    <a:pt x="3765" y="1303"/>
                  </a:lnTo>
                  <a:cubicBezTo>
                    <a:pt x="3791" y="1303"/>
                    <a:pt x="3850" y="1312"/>
                    <a:pt x="3841" y="1337"/>
                  </a:cubicBezTo>
                  <a:cubicBezTo>
                    <a:pt x="3799" y="1337"/>
                    <a:pt x="3757" y="1337"/>
                    <a:pt x="3714" y="1354"/>
                  </a:cubicBezTo>
                  <a:lnTo>
                    <a:pt x="3689" y="1354"/>
                  </a:lnTo>
                  <a:cubicBezTo>
                    <a:pt x="3672" y="1346"/>
                    <a:pt x="3647" y="1337"/>
                    <a:pt x="3630" y="1329"/>
                  </a:cubicBezTo>
                  <a:cubicBezTo>
                    <a:pt x="3604" y="1320"/>
                    <a:pt x="3630" y="1303"/>
                    <a:pt x="3630" y="1303"/>
                  </a:cubicBezTo>
                  <a:cubicBezTo>
                    <a:pt x="3600" y="1274"/>
                    <a:pt x="3564" y="1274"/>
                    <a:pt x="3527" y="1274"/>
                  </a:cubicBezTo>
                  <a:cubicBezTo>
                    <a:pt x="3490" y="1274"/>
                    <a:pt x="3452" y="1274"/>
                    <a:pt x="3418" y="1244"/>
                  </a:cubicBezTo>
                  <a:cubicBezTo>
                    <a:pt x="3427" y="1227"/>
                    <a:pt x="3376" y="1194"/>
                    <a:pt x="3401" y="1194"/>
                  </a:cubicBezTo>
                  <a:cubicBezTo>
                    <a:pt x="3383" y="1183"/>
                    <a:pt x="3367" y="1180"/>
                    <a:pt x="3350" y="1180"/>
                  </a:cubicBezTo>
                  <a:cubicBezTo>
                    <a:pt x="3329" y="1180"/>
                    <a:pt x="3307" y="1185"/>
                    <a:pt x="3283" y="1185"/>
                  </a:cubicBezTo>
                  <a:cubicBezTo>
                    <a:pt x="3291" y="1160"/>
                    <a:pt x="3224" y="1151"/>
                    <a:pt x="3249" y="1143"/>
                  </a:cubicBezTo>
                  <a:lnTo>
                    <a:pt x="3249" y="1143"/>
                  </a:lnTo>
                  <a:lnTo>
                    <a:pt x="3198" y="1151"/>
                  </a:lnTo>
                  <a:cubicBezTo>
                    <a:pt x="3173" y="1126"/>
                    <a:pt x="3114" y="1117"/>
                    <a:pt x="3114" y="1092"/>
                  </a:cubicBezTo>
                  <a:cubicBezTo>
                    <a:pt x="3091" y="1092"/>
                    <a:pt x="3088" y="1107"/>
                    <a:pt x="3078" y="1107"/>
                  </a:cubicBezTo>
                  <a:cubicBezTo>
                    <a:pt x="3072" y="1107"/>
                    <a:pt x="3066" y="1103"/>
                    <a:pt x="3055" y="1092"/>
                  </a:cubicBezTo>
                  <a:lnTo>
                    <a:pt x="3063" y="1092"/>
                  </a:lnTo>
                  <a:cubicBezTo>
                    <a:pt x="3038" y="1075"/>
                    <a:pt x="3012" y="1058"/>
                    <a:pt x="2978" y="1058"/>
                  </a:cubicBezTo>
                  <a:cubicBezTo>
                    <a:pt x="3004" y="1084"/>
                    <a:pt x="2978" y="1075"/>
                    <a:pt x="3012" y="1092"/>
                  </a:cubicBezTo>
                  <a:cubicBezTo>
                    <a:pt x="3009" y="1095"/>
                    <a:pt x="3002" y="1097"/>
                    <a:pt x="2992" y="1097"/>
                  </a:cubicBezTo>
                  <a:cubicBezTo>
                    <a:pt x="2974" y="1097"/>
                    <a:pt x="2949" y="1091"/>
                    <a:pt x="2928" y="1075"/>
                  </a:cubicBezTo>
                  <a:cubicBezTo>
                    <a:pt x="2995" y="1067"/>
                    <a:pt x="2894" y="1024"/>
                    <a:pt x="2928" y="1016"/>
                  </a:cubicBezTo>
                  <a:cubicBezTo>
                    <a:pt x="2871" y="997"/>
                    <a:pt x="2814" y="987"/>
                    <a:pt x="2753" y="987"/>
                  </a:cubicBezTo>
                  <a:cubicBezTo>
                    <a:pt x="2733" y="987"/>
                    <a:pt x="2712" y="988"/>
                    <a:pt x="2691" y="990"/>
                  </a:cubicBezTo>
                  <a:cubicBezTo>
                    <a:pt x="2606" y="948"/>
                    <a:pt x="2522" y="923"/>
                    <a:pt x="2429" y="897"/>
                  </a:cubicBezTo>
                  <a:lnTo>
                    <a:pt x="2386" y="897"/>
                  </a:lnTo>
                  <a:cubicBezTo>
                    <a:pt x="2361" y="889"/>
                    <a:pt x="2403" y="864"/>
                    <a:pt x="2361" y="864"/>
                  </a:cubicBezTo>
                  <a:cubicBezTo>
                    <a:pt x="2367" y="858"/>
                    <a:pt x="2373" y="855"/>
                    <a:pt x="2380" y="855"/>
                  </a:cubicBezTo>
                  <a:cubicBezTo>
                    <a:pt x="2403" y="855"/>
                    <a:pt x="2432" y="881"/>
                    <a:pt x="2471" y="881"/>
                  </a:cubicBezTo>
                  <a:cubicBezTo>
                    <a:pt x="2446" y="851"/>
                    <a:pt x="2462" y="849"/>
                    <a:pt x="2482" y="849"/>
                  </a:cubicBezTo>
                  <a:cubicBezTo>
                    <a:pt x="2485" y="849"/>
                    <a:pt x="2488" y="849"/>
                    <a:pt x="2491" y="849"/>
                  </a:cubicBezTo>
                  <a:cubicBezTo>
                    <a:pt x="2507" y="849"/>
                    <a:pt x="2519" y="847"/>
                    <a:pt x="2505" y="830"/>
                  </a:cubicBezTo>
                  <a:lnTo>
                    <a:pt x="2505" y="830"/>
                  </a:lnTo>
                  <a:cubicBezTo>
                    <a:pt x="2496" y="841"/>
                    <a:pt x="2484" y="845"/>
                    <a:pt x="2471" y="845"/>
                  </a:cubicBezTo>
                  <a:cubicBezTo>
                    <a:pt x="2424" y="845"/>
                    <a:pt x="2355" y="787"/>
                    <a:pt x="2302" y="787"/>
                  </a:cubicBezTo>
                  <a:cubicBezTo>
                    <a:pt x="2251" y="762"/>
                    <a:pt x="2336" y="779"/>
                    <a:pt x="2310" y="762"/>
                  </a:cubicBezTo>
                  <a:lnTo>
                    <a:pt x="2310" y="762"/>
                  </a:lnTo>
                  <a:lnTo>
                    <a:pt x="2293" y="771"/>
                  </a:lnTo>
                  <a:cubicBezTo>
                    <a:pt x="2276" y="762"/>
                    <a:pt x="2268" y="754"/>
                    <a:pt x="2276" y="737"/>
                  </a:cubicBezTo>
                  <a:cubicBezTo>
                    <a:pt x="2217" y="703"/>
                    <a:pt x="2158" y="686"/>
                    <a:pt x="2099" y="686"/>
                  </a:cubicBezTo>
                  <a:cubicBezTo>
                    <a:pt x="2158" y="703"/>
                    <a:pt x="2065" y="711"/>
                    <a:pt x="2124" y="737"/>
                  </a:cubicBezTo>
                  <a:cubicBezTo>
                    <a:pt x="2090" y="737"/>
                    <a:pt x="2048" y="728"/>
                    <a:pt x="2014" y="711"/>
                  </a:cubicBezTo>
                  <a:lnTo>
                    <a:pt x="2014" y="711"/>
                  </a:lnTo>
                  <a:cubicBezTo>
                    <a:pt x="2016" y="712"/>
                    <a:pt x="2018" y="712"/>
                    <a:pt x="2020" y="712"/>
                  </a:cubicBezTo>
                  <a:cubicBezTo>
                    <a:pt x="2042" y="712"/>
                    <a:pt x="2017" y="677"/>
                    <a:pt x="2031" y="677"/>
                  </a:cubicBezTo>
                  <a:lnTo>
                    <a:pt x="2031" y="677"/>
                  </a:lnTo>
                  <a:cubicBezTo>
                    <a:pt x="2036" y="677"/>
                    <a:pt x="2046" y="682"/>
                    <a:pt x="2065" y="694"/>
                  </a:cubicBezTo>
                  <a:cubicBezTo>
                    <a:pt x="2065" y="661"/>
                    <a:pt x="2023" y="677"/>
                    <a:pt x="1989" y="661"/>
                  </a:cubicBezTo>
                  <a:cubicBezTo>
                    <a:pt x="2014" y="661"/>
                    <a:pt x="2031" y="661"/>
                    <a:pt x="2056" y="652"/>
                  </a:cubicBezTo>
                  <a:lnTo>
                    <a:pt x="2056" y="652"/>
                  </a:lnTo>
                  <a:cubicBezTo>
                    <a:pt x="2052" y="653"/>
                    <a:pt x="2047" y="654"/>
                    <a:pt x="2042" y="654"/>
                  </a:cubicBezTo>
                  <a:cubicBezTo>
                    <a:pt x="1983" y="654"/>
                    <a:pt x="1911" y="572"/>
                    <a:pt x="1873" y="572"/>
                  </a:cubicBezTo>
                  <a:cubicBezTo>
                    <a:pt x="1869" y="572"/>
                    <a:pt x="1865" y="574"/>
                    <a:pt x="1862" y="576"/>
                  </a:cubicBezTo>
                  <a:cubicBezTo>
                    <a:pt x="1811" y="584"/>
                    <a:pt x="1743" y="584"/>
                    <a:pt x="1693" y="584"/>
                  </a:cubicBezTo>
                  <a:cubicBezTo>
                    <a:pt x="1650" y="542"/>
                    <a:pt x="1591" y="534"/>
                    <a:pt x="1549" y="500"/>
                  </a:cubicBezTo>
                  <a:lnTo>
                    <a:pt x="1557" y="491"/>
                  </a:lnTo>
                  <a:cubicBezTo>
                    <a:pt x="1532" y="474"/>
                    <a:pt x="1481" y="466"/>
                    <a:pt x="1439" y="441"/>
                  </a:cubicBezTo>
                  <a:lnTo>
                    <a:pt x="1439" y="415"/>
                  </a:lnTo>
                  <a:cubicBezTo>
                    <a:pt x="1397" y="407"/>
                    <a:pt x="1346" y="390"/>
                    <a:pt x="1304" y="364"/>
                  </a:cubicBezTo>
                  <a:lnTo>
                    <a:pt x="1304" y="364"/>
                  </a:lnTo>
                  <a:cubicBezTo>
                    <a:pt x="1295" y="381"/>
                    <a:pt x="1346" y="398"/>
                    <a:pt x="1312" y="398"/>
                  </a:cubicBezTo>
                  <a:cubicBezTo>
                    <a:pt x="1325" y="407"/>
                    <a:pt x="1335" y="411"/>
                    <a:pt x="1343" y="411"/>
                  </a:cubicBezTo>
                  <a:cubicBezTo>
                    <a:pt x="1350" y="411"/>
                    <a:pt x="1354" y="407"/>
                    <a:pt x="1354" y="398"/>
                  </a:cubicBezTo>
                  <a:cubicBezTo>
                    <a:pt x="1380" y="415"/>
                    <a:pt x="1371" y="432"/>
                    <a:pt x="1388" y="449"/>
                  </a:cubicBezTo>
                  <a:lnTo>
                    <a:pt x="1287" y="424"/>
                  </a:lnTo>
                  <a:cubicBezTo>
                    <a:pt x="1287" y="424"/>
                    <a:pt x="1287" y="415"/>
                    <a:pt x="1287" y="415"/>
                  </a:cubicBezTo>
                  <a:lnTo>
                    <a:pt x="1270" y="441"/>
                  </a:lnTo>
                  <a:cubicBezTo>
                    <a:pt x="1244" y="432"/>
                    <a:pt x="1236" y="415"/>
                    <a:pt x="1244" y="415"/>
                  </a:cubicBezTo>
                  <a:cubicBezTo>
                    <a:pt x="1227" y="410"/>
                    <a:pt x="1212" y="409"/>
                    <a:pt x="1198" y="409"/>
                  </a:cubicBezTo>
                  <a:cubicBezTo>
                    <a:pt x="1191" y="409"/>
                    <a:pt x="1184" y="409"/>
                    <a:pt x="1177" y="409"/>
                  </a:cubicBezTo>
                  <a:cubicBezTo>
                    <a:pt x="1155" y="409"/>
                    <a:pt x="1134" y="407"/>
                    <a:pt x="1109" y="390"/>
                  </a:cubicBezTo>
                  <a:cubicBezTo>
                    <a:pt x="1126" y="386"/>
                    <a:pt x="1143" y="384"/>
                    <a:pt x="1159" y="384"/>
                  </a:cubicBezTo>
                  <a:cubicBezTo>
                    <a:pt x="1175" y="384"/>
                    <a:pt x="1189" y="386"/>
                    <a:pt x="1202" y="390"/>
                  </a:cubicBezTo>
                  <a:lnTo>
                    <a:pt x="1143" y="364"/>
                  </a:lnTo>
                  <a:cubicBezTo>
                    <a:pt x="1146" y="364"/>
                    <a:pt x="1149" y="364"/>
                    <a:pt x="1152" y="364"/>
                  </a:cubicBezTo>
                  <a:cubicBezTo>
                    <a:pt x="1179" y="364"/>
                    <a:pt x="1227" y="382"/>
                    <a:pt x="1255" y="382"/>
                  </a:cubicBezTo>
                  <a:cubicBezTo>
                    <a:pt x="1269" y="382"/>
                    <a:pt x="1278" y="377"/>
                    <a:pt x="1278" y="364"/>
                  </a:cubicBezTo>
                  <a:cubicBezTo>
                    <a:pt x="1202" y="348"/>
                    <a:pt x="1117" y="339"/>
                    <a:pt x="1033" y="331"/>
                  </a:cubicBezTo>
                  <a:cubicBezTo>
                    <a:pt x="1016" y="297"/>
                    <a:pt x="948" y="305"/>
                    <a:pt x="906" y="271"/>
                  </a:cubicBezTo>
                  <a:cubicBezTo>
                    <a:pt x="906" y="263"/>
                    <a:pt x="889" y="246"/>
                    <a:pt x="906" y="246"/>
                  </a:cubicBezTo>
                  <a:lnTo>
                    <a:pt x="923" y="246"/>
                  </a:lnTo>
                  <a:cubicBezTo>
                    <a:pt x="855" y="212"/>
                    <a:pt x="788" y="195"/>
                    <a:pt x="711" y="195"/>
                  </a:cubicBezTo>
                  <a:lnTo>
                    <a:pt x="694" y="153"/>
                  </a:lnTo>
                  <a:cubicBezTo>
                    <a:pt x="672" y="140"/>
                    <a:pt x="660" y="135"/>
                    <a:pt x="653" y="135"/>
                  </a:cubicBezTo>
                  <a:cubicBezTo>
                    <a:pt x="632" y="135"/>
                    <a:pt x="657" y="177"/>
                    <a:pt x="619" y="177"/>
                  </a:cubicBezTo>
                  <a:cubicBezTo>
                    <a:pt x="611" y="177"/>
                    <a:pt x="600" y="175"/>
                    <a:pt x="584" y="170"/>
                  </a:cubicBezTo>
                  <a:cubicBezTo>
                    <a:pt x="576" y="128"/>
                    <a:pt x="466" y="94"/>
                    <a:pt x="466" y="68"/>
                  </a:cubicBezTo>
                  <a:cubicBezTo>
                    <a:pt x="458" y="68"/>
                    <a:pt x="451" y="66"/>
                    <a:pt x="446" y="66"/>
                  </a:cubicBezTo>
                  <a:cubicBezTo>
                    <a:pt x="441" y="66"/>
                    <a:pt x="436" y="68"/>
                    <a:pt x="432" y="77"/>
                  </a:cubicBezTo>
                  <a:cubicBezTo>
                    <a:pt x="449" y="85"/>
                    <a:pt x="491" y="102"/>
                    <a:pt x="458" y="111"/>
                  </a:cubicBezTo>
                  <a:cubicBezTo>
                    <a:pt x="415" y="102"/>
                    <a:pt x="407" y="77"/>
                    <a:pt x="381" y="68"/>
                  </a:cubicBezTo>
                  <a:cubicBezTo>
                    <a:pt x="381" y="68"/>
                    <a:pt x="407" y="60"/>
                    <a:pt x="398" y="60"/>
                  </a:cubicBezTo>
                  <a:cubicBezTo>
                    <a:pt x="305" y="18"/>
                    <a:pt x="212" y="1"/>
                    <a:pt x="11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7"/>
            <p:cNvSpPr/>
            <p:nvPr/>
          </p:nvSpPr>
          <p:spPr>
            <a:xfrm>
              <a:off x="-88000" y="2054350"/>
              <a:ext cx="1925" cy="1275"/>
            </a:xfrm>
            <a:custGeom>
              <a:rect b="b" l="l" r="r" t="t"/>
              <a:pathLst>
                <a:path extrusionOk="0" h="51" w="77">
                  <a:moveTo>
                    <a:pt x="43" y="0"/>
                  </a:moveTo>
                  <a:lnTo>
                    <a:pt x="43" y="0"/>
                  </a:lnTo>
                  <a:cubicBezTo>
                    <a:pt x="34" y="17"/>
                    <a:pt x="1" y="34"/>
                    <a:pt x="17" y="51"/>
                  </a:cubicBezTo>
                  <a:cubicBezTo>
                    <a:pt x="9" y="26"/>
                    <a:pt x="77"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7"/>
            <p:cNvSpPr/>
            <p:nvPr/>
          </p:nvSpPr>
          <p:spPr>
            <a:xfrm>
              <a:off x="-88200" y="2054350"/>
              <a:ext cx="850" cy="650"/>
            </a:xfrm>
            <a:custGeom>
              <a:rect b="b" l="l" r="r" t="t"/>
              <a:pathLst>
                <a:path extrusionOk="0" h="26" w="34">
                  <a:moveTo>
                    <a:pt x="34" y="0"/>
                  </a:moveTo>
                  <a:lnTo>
                    <a:pt x="0" y="9"/>
                  </a:lnTo>
                  <a:cubicBezTo>
                    <a:pt x="0" y="9"/>
                    <a:pt x="9" y="17"/>
                    <a:pt x="0" y="26"/>
                  </a:cubicBezTo>
                  <a:lnTo>
                    <a:pt x="3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7"/>
            <p:cNvSpPr/>
            <p:nvPr/>
          </p:nvSpPr>
          <p:spPr>
            <a:xfrm>
              <a:off x="-93925" y="2050950"/>
              <a:ext cx="3200" cy="3000"/>
            </a:xfrm>
            <a:custGeom>
              <a:rect b="b" l="l" r="r" t="t"/>
              <a:pathLst>
                <a:path extrusionOk="0" h="120" w="128">
                  <a:moveTo>
                    <a:pt x="85" y="1"/>
                  </a:moveTo>
                  <a:cubicBezTo>
                    <a:pt x="35" y="35"/>
                    <a:pt x="43" y="85"/>
                    <a:pt x="1" y="119"/>
                  </a:cubicBezTo>
                  <a:cubicBezTo>
                    <a:pt x="35" y="119"/>
                    <a:pt x="128" y="77"/>
                    <a:pt x="111" y="35"/>
                  </a:cubicBezTo>
                  <a:lnTo>
                    <a:pt x="111" y="35"/>
                  </a:lnTo>
                  <a:cubicBezTo>
                    <a:pt x="102" y="60"/>
                    <a:pt x="85" y="85"/>
                    <a:pt x="60" y="94"/>
                  </a:cubicBezTo>
                  <a:cubicBezTo>
                    <a:pt x="26" y="60"/>
                    <a:pt x="102" y="52"/>
                    <a:pt x="8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7"/>
            <p:cNvSpPr/>
            <p:nvPr/>
          </p:nvSpPr>
          <p:spPr>
            <a:xfrm>
              <a:off x="-92225" y="2050125"/>
              <a:ext cx="875" cy="650"/>
            </a:xfrm>
            <a:custGeom>
              <a:rect b="b" l="l" r="r" t="t"/>
              <a:pathLst>
                <a:path extrusionOk="0" h="26" w="35">
                  <a:moveTo>
                    <a:pt x="26" y="0"/>
                  </a:moveTo>
                  <a:lnTo>
                    <a:pt x="0" y="25"/>
                  </a:lnTo>
                  <a:lnTo>
                    <a:pt x="9" y="25"/>
                  </a:lnTo>
                  <a:lnTo>
                    <a:pt x="3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7"/>
            <p:cNvSpPr/>
            <p:nvPr/>
          </p:nvSpPr>
          <p:spPr>
            <a:xfrm>
              <a:off x="-69175" y="2048850"/>
              <a:ext cx="650" cy="700"/>
            </a:xfrm>
            <a:custGeom>
              <a:rect b="b" l="l" r="r" t="t"/>
              <a:pathLst>
                <a:path extrusionOk="0" h="28" w="26">
                  <a:moveTo>
                    <a:pt x="26" y="0"/>
                  </a:moveTo>
                  <a:lnTo>
                    <a:pt x="26" y="0"/>
                  </a:lnTo>
                  <a:cubicBezTo>
                    <a:pt x="17" y="0"/>
                    <a:pt x="9" y="9"/>
                    <a:pt x="0" y="26"/>
                  </a:cubicBezTo>
                  <a:cubicBezTo>
                    <a:pt x="2" y="27"/>
                    <a:pt x="3" y="27"/>
                    <a:pt x="4" y="27"/>
                  </a:cubicBezTo>
                  <a:cubicBezTo>
                    <a:pt x="11" y="27"/>
                    <a:pt x="19" y="8"/>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7"/>
            <p:cNvSpPr/>
            <p:nvPr/>
          </p:nvSpPr>
          <p:spPr>
            <a:xfrm>
              <a:off x="-125225" y="1954725"/>
              <a:ext cx="6375" cy="2350"/>
            </a:xfrm>
            <a:custGeom>
              <a:rect b="b" l="l" r="r" t="t"/>
              <a:pathLst>
                <a:path extrusionOk="0" h="94" w="255">
                  <a:moveTo>
                    <a:pt x="1" y="1"/>
                  </a:moveTo>
                  <a:lnTo>
                    <a:pt x="110" y="41"/>
                  </a:lnTo>
                  <a:lnTo>
                    <a:pt x="110" y="41"/>
                  </a:lnTo>
                  <a:cubicBezTo>
                    <a:pt x="74" y="26"/>
                    <a:pt x="40" y="13"/>
                    <a:pt x="1" y="1"/>
                  </a:cubicBezTo>
                  <a:close/>
                  <a:moveTo>
                    <a:pt x="110" y="41"/>
                  </a:moveTo>
                  <a:lnTo>
                    <a:pt x="110" y="41"/>
                  </a:lnTo>
                  <a:cubicBezTo>
                    <a:pt x="151" y="58"/>
                    <a:pt x="196" y="76"/>
                    <a:pt x="254" y="94"/>
                  </a:cubicBezTo>
                  <a:lnTo>
                    <a:pt x="110" y="4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7"/>
            <p:cNvSpPr/>
            <p:nvPr/>
          </p:nvSpPr>
          <p:spPr>
            <a:xfrm>
              <a:off x="-55225" y="2034875"/>
              <a:ext cx="4050" cy="3425"/>
            </a:xfrm>
            <a:custGeom>
              <a:rect b="b" l="l" r="r" t="t"/>
              <a:pathLst>
                <a:path extrusionOk="0" h="137" w="162">
                  <a:moveTo>
                    <a:pt x="119" y="1"/>
                  </a:moveTo>
                  <a:cubicBezTo>
                    <a:pt x="68" y="52"/>
                    <a:pt x="60" y="94"/>
                    <a:pt x="1" y="136"/>
                  </a:cubicBezTo>
                  <a:cubicBezTo>
                    <a:pt x="102" y="119"/>
                    <a:pt x="77" y="26"/>
                    <a:pt x="161" y="9"/>
                  </a:cubicBezTo>
                  <a:lnTo>
                    <a:pt x="11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7"/>
            <p:cNvSpPr/>
            <p:nvPr/>
          </p:nvSpPr>
          <p:spPr>
            <a:xfrm>
              <a:off x="-51825" y="2036150"/>
              <a:ext cx="1500" cy="1925"/>
            </a:xfrm>
            <a:custGeom>
              <a:rect b="b" l="l" r="r" t="t"/>
              <a:pathLst>
                <a:path extrusionOk="0" h="77" w="60">
                  <a:moveTo>
                    <a:pt x="34" y="1"/>
                  </a:moveTo>
                  <a:lnTo>
                    <a:pt x="34" y="1"/>
                  </a:lnTo>
                  <a:cubicBezTo>
                    <a:pt x="0" y="35"/>
                    <a:pt x="34" y="43"/>
                    <a:pt x="0" y="60"/>
                  </a:cubicBezTo>
                  <a:lnTo>
                    <a:pt x="34" y="77"/>
                  </a:lnTo>
                  <a:cubicBezTo>
                    <a:pt x="9" y="60"/>
                    <a:pt x="59" y="18"/>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7"/>
            <p:cNvSpPr/>
            <p:nvPr/>
          </p:nvSpPr>
          <p:spPr>
            <a:xfrm>
              <a:off x="-65150" y="2030650"/>
              <a:ext cx="225" cy="675"/>
            </a:xfrm>
            <a:custGeom>
              <a:rect b="b" l="l" r="r" t="t"/>
              <a:pathLst>
                <a:path extrusionOk="0" h="27" w="9">
                  <a:moveTo>
                    <a:pt x="9" y="1"/>
                  </a:moveTo>
                  <a:lnTo>
                    <a:pt x="0" y="18"/>
                  </a:lnTo>
                  <a:lnTo>
                    <a:pt x="0" y="26"/>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7"/>
            <p:cNvSpPr/>
            <p:nvPr/>
          </p:nvSpPr>
          <p:spPr>
            <a:xfrm>
              <a:off x="-44650" y="2032775"/>
              <a:ext cx="1075" cy="450"/>
            </a:xfrm>
            <a:custGeom>
              <a:rect b="b" l="l" r="r" t="t"/>
              <a:pathLst>
                <a:path extrusionOk="0" h="18" w="43">
                  <a:moveTo>
                    <a:pt x="9" y="0"/>
                  </a:moveTo>
                  <a:lnTo>
                    <a:pt x="1" y="17"/>
                  </a:lnTo>
                  <a:lnTo>
                    <a:pt x="1" y="17"/>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7"/>
            <p:cNvSpPr/>
            <p:nvPr/>
          </p:nvSpPr>
          <p:spPr>
            <a:xfrm>
              <a:off x="-44650" y="2033200"/>
              <a:ext cx="25" cy="225"/>
            </a:xfrm>
            <a:custGeom>
              <a:rect b="b" l="l" r="r" t="t"/>
              <a:pathLst>
                <a:path extrusionOk="0" h="9" w="1">
                  <a:moveTo>
                    <a:pt x="1" y="9"/>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7"/>
            <p:cNvSpPr/>
            <p:nvPr/>
          </p:nvSpPr>
          <p:spPr>
            <a:xfrm>
              <a:off x="-66425" y="2029600"/>
              <a:ext cx="1075" cy="875"/>
            </a:xfrm>
            <a:custGeom>
              <a:rect b="b" l="l" r="r" t="t"/>
              <a:pathLst>
                <a:path extrusionOk="0" h="35" w="43">
                  <a:moveTo>
                    <a:pt x="43" y="0"/>
                  </a:moveTo>
                  <a:lnTo>
                    <a:pt x="9" y="9"/>
                  </a:lnTo>
                  <a:lnTo>
                    <a:pt x="0" y="34"/>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7"/>
            <p:cNvSpPr/>
            <p:nvPr/>
          </p:nvSpPr>
          <p:spPr>
            <a:xfrm>
              <a:off x="-57550" y="2029175"/>
              <a:ext cx="1000" cy="650"/>
            </a:xfrm>
            <a:custGeom>
              <a:rect b="b" l="l" r="r" t="t"/>
              <a:pathLst>
                <a:path extrusionOk="0" h="26" w="40">
                  <a:moveTo>
                    <a:pt x="18" y="1"/>
                  </a:moveTo>
                  <a:lnTo>
                    <a:pt x="3" y="22"/>
                  </a:lnTo>
                  <a:lnTo>
                    <a:pt x="3" y="22"/>
                  </a:lnTo>
                  <a:cubicBezTo>
                    <a:pt x="12" y="15"/>
                    <a:pt x="39" y="8"/>
                    <a:pt x="18" y="1"/>
                  </a:cubicBezTo>
                  <a:close/>
                  <a:moveTo>
                    <a:pt x="3" y="22"/>
                  </a:moveTo>
                  <a:lnTo>
                    <a:pt x="3" y="22"/>
                  </a:lnTo>
                  <a:cubicBezTo>
                    <a:pt x="2" y="23"/>
                    <a:pt x="1" y="25"/>
                    <a:pt x="1" y="26"/>
                  </a:cubicBezTo>
                  <a:lnTo>
                    <a:pt x="3" y="2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7"/>
            <p:cNvSpPr/>
            <p:nvPr/>
          </p:nvSpPr>
          <p:spPr>
            <a:xfrm>
              <a:off x="-39775" y="2029400"/>
              <a:ext cx="650" cy="650"/>
            </a:xfrm>
            <a:custGeom>
              <a:rect b="b" l="l" r="r" t="t"/>
              <a:pathLst>
                <a:path extrusionOk="0" h="26" w="26">
                  <a:moveTo>
                    <a:pt x="17" y="0"/>
                  </a:moveTo>
                  <a:lnTo>
                    <a:pt x="0" y="25"/>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7"/>
            <p:cNvSpPr/>
            <p:nvPr/>
          </p:nvSpPr>
          <p:spPr>
            <a:xfrm>
              <a:off x="-54375" y="2023425"/>
              <a:ext cx="1450" cy="700"/>
            </a:xfrm>
            <a:custGeom>
              <a:rect b="b" l="l" r="r" t="t"/>
              <a:pathLst>
                <a:path extrusionOk="0" h="28" w="58">
                  <a:moveTo>
                    <a:pt x="46" y="0"/>
                  </a:moveTo>
                  <a:cubicBezTo>
                    <a:pt x="44" y="0"/>
                    <a:pt x="40" y="1"/>
                    <a:pt x="34" y="2"/>
                  </a:cubicBezTo>
                  <a:cubicBezTo>
                    <a:pt x="1" y="19"/>
                    <a:pt x="18" y="28"/>
                    <a:pt x="34" y="28"/>
                  </a:cubicBezTo>
                  <a:cubicBezTo>
                    <a:pt x="5" y="20"/>
                    <a:pt x="58" y="0"/>
                    <a:pt x="4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7"/>
            <p:cNvSpPr/>
            <p:nvPr/>
          </p:nvSpPr>
          <p:spPr>
            <a:xfrm>
              <a:off x="-42525" y="2021575"/>
              <a:ext cx="450" cy="225"/>
            </a:xfrm>
            <a:custGeom>
              <a:rect b="b" l="l" r="r" t="t"/>
              <a:pathLst>
                <a:path extrusionOk="0" h="9" w="18">
                  <a:moveTo>
                    <a:pt x="17" y="0"/>
                  </a:moveTo>
                  <a:lnTo>
                    <a:pt x="17" y="0"/>
                  </a:lnTo>
                  <a:cubicBezTo>
                    <a:pt x="13" y="0"/>
                    <a:pt x="11" y="2"/>
                    <a:pt x="9" y="4"/>
                  </a:cubicBezTo>
                  <a:lnTo>
                    <a:pt x="17" y="0"/>
                  </a:lnTo>
                  <a:close/>
                  <a:moveTo>
                    <a:pt x="9" y="4"/>
                  </a:moveTo>
                  <a:lnTo>
                    <a:pt x="0" y="9"/>
                  </a:lnTo>
                  <a:cubicBezTo>
                    <a:pt x="5" y="9"/>
                    <a:pt x="7" y="6"/>
                    <a:pt x="9"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7"/>
            <p:cNvSpPr/>
            <p:nvPr/>
          </p:nvSpPr>
          <p:spPr>
            <a:xfrm>
              <a:off x="-43375" y="2021775"/>
              <a:ext cx="875" cy="650"/>
            </a:xfrm>
            <a:custGeom>
              <a:rect b="b" l="l" r="r" t="t"/>
              <a:pathLst>
                <a:path extrusionOk="0" h="26" w="35">
                  <a:moveTo>
                    <a:pt x="34" y="1"/>
                  </a:moveTo>
                  <a:cubicBezTo>
                    <a:pt x="26" y="9"/>
                    <a:pt x="9" y="9"/>
                    <a:pt x="0" y="26"/>
                  </a:cubicBezTo>
                  <a:cubicBezTo>
                    <a:pt x="26" y="17"/>
                    <a:pt x="26" y="17"/>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7"/>
            <p:cNvSpPr/>
            <p:nvPr/>
          </p:nvSpPr>
          <p:spPr>
            <a:xfrm>
              <a:off x="-39350" y="2019225"/>
              <a:ext cx="875" cy="675"/>
            </a:xfrm>
            <a:custGeom>
              <a:rect b="b" l="l" r="r" t="t"/>
              <a:pathLst>
                <a:path extrusionOk="0" h="27" w="35">
                  <a:moveTo>
                    <a:pt x="17" y="1"/>
                  </a:moveTo>
                  <a:lnTo>
                    <a:pt x="9" y="9"/>
                  </a:lnTo>
                  <a:cubicBezTo>
                    <a:pt x="9" y="18"/>
                    <a:pt x="0" y="26"/>
                    <a:pt x="9" y="26"/>
                  </a:cubicBezTo>
                  <a:cubicBezTo>
                    <a:pt x="17" y="18"/>
                    <a:pt x="34" y="18"/>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7"/>
            <p:cNvSpPr/>
            <p:nvPr/>
          </p:nvSpPr>
          <p:spPr>
            <a:xfrm>
              <a:off x="-13725" y="2011200"/>
              <a:ext cx="5900" cy="3400"/>
            </a:xfrm>
            <a:custGeom>
              <a:rect b="b" l="l" r="r" t="t"/>
              <a:pathLst>
                <a:path extrusionOk="0" h="136" w="236">
                  <a:moveTo>
                    <a:pt x="236" y="1"/>
                  </a:moveTo>
                  <a:cubicBezTo>
                    <a:pt x="158" y="43"/>
                    <a:pt x="121" y="62"/>
                    <a:pt x="97" y="62"/>
                  </a:cubicBezTo>
                  <a:cubicBezTo>
                    <a:pt x="92" y="62"/>
                    <a:pt x="88" y="61"/>
                    <a:pt x="83" y="60"/>
                  </a:cubicBezTo>
                  <a:cubicBezTo>
                    <a:pt x="0" y="110"/>
                    <a:pt x="64" y="110"/>
                    <a:pt x="34" y="135"/>
                  </a:cubicBezTo>
                  <a:lnTo>
                    <a:pt x="34" y="135"/>
                  </a:lnTo>
                  <a:cubicBezTo>
                    <a:pt x="109" y="77"/>
                    <a:pt x="143" y="68"/>
                    <a:pt x="236" y="1"/>
                  </a:cubicBezTo>
                  <a:close/>
                  <a:moveTo>
                    <a:pt x="34" y="135"/>
                  </a:moveTo>
                  <a:cubicBezTo>
                    <a:pt x="34" y="135"/>
                    <a:pt x="33" y="135"/>
                    <a:pt x="33" y="136"/>
                  </a:cubicBezTo>
                  <a:cubicBezTo>
                    <a:pt x="33" y="135"/>
                    <a:pt x="34" y="135"/>
                    <a:pt x="34" y="13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7"/>
            <p:cNvSpPr/>
            <p:nvPr/>
          </p:nvSpPr>
          <p:spPr>
            <a:xfrm>
              <a:off x="-13775" y="2014575"/>
              <a:ext cx="875" cy="675"/>
            </a:xfrm>
            <a:custGeom>
              <a:rect b="b" l="l" r="r" t="t"/>
              <a:pathLst>
                <a:path extrusionOk="0" h="27" w="35">
                  <a:moveTo>
                    <a:pt x="35" y="1"/>
                  </a:moveTo>
                  <a:lnTo>
                    <a:pt x="1" y="26"/>
                  </a:lnTo>
                  <a:cubicBezTo>
                    <a:pt x="18" y="18"/>
                    <a:pt x="26" y="9"/>
                    <a:pt x="3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7"/>
            <p:cNvSpPr/>
            <p:nvPr/>
          </p:nvSpPr>
          <p:spPr>
            <a:xfrm>
              <a:off x="-46125" y="2016700"/>
              <a:ext cx="225" cy="1075"/>
            </a:xfrm>
            <a:custGeom>
              <a:rect b="b" l="l" r="r" t="t"/>
              <a:pathLst>
                <a:path extrusionOk="0" h="43" w="9">
                  <a:moveTo>
                    <a:pt x="9" y="0"/>
                  </a:moveTo>
                  <a:lnTo>
                    <a:pt x="1" y="43"/>
                  </a:lnTo>
                  <a:lnTo>
                    <a:pt x="9"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7"/>
            <p:cNvSpPr/>
            <p:nvPr/>
          </p:nvSpPr>
          <p:spPr>
            <a:xfrm>
              <a:off x="-5950" y="2009075"/>
              <a:ext cx="2100" cy="900"/>
            </a:xfrm>
            <a:custGeom>
              <a:rect b="b" l="l" r="r" t="t"/>
              <a:pathLst>
                <a:path extrusionOk="0" h="36" w="84">
                  <a:moveTo>
                    <a:pt x="68" y="1"/>
                  </a:moveTo>
                  <a:lnTo>
                    <a:pt x="68" y="1"/>
                  </a:lnTo>
                  <a:cubicBezTo>
                    <a:pt x="52" y="18"/>
                    <a:pt x="26" y="26"/>
                    <a:pt x="1" y="35"/>
                  </a:cubicBezTo>
                  <a:cubicBezTo>
                    <a:pt x="4" y="36"/>
                    <a:pt x="7" y="36"/>
                    <a:pt x="10" y="36"/>
                  </a:cubicBezTo>
                  <a:cubicBezTo>
                    <a:pt x="43" y="36"/>
                    <a:pt x="84" y="1"/>
                    <a:pt x="6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7"/>
            <p:cNvSpPr/>
            <p:nvPr/>
          </p:nvSpPr>
          <p:spPr>
            <a:xfrm>
              <a:off x="-28150" y="2012675"/>
              <a:ext cx="2150" cy="675"/>
            </a:xfrm>
            <a:custGeom>
              <a:rect b="b" l="l" r="r" t="t"/>
              <a:pathLst>
                <a:path extrusionOk="0" h="27" w="86">
                  <a:moveTo>
                    <a:pt x="60" y="1"/>
                  </a:moveTo>
                  <a:lnTo>
                    <a:pt x="60" y="1"/>
                  </a:lnTo>
                  <a:cubicBezTo>
                    <a:pt x="34" y="1"/>
                    <a:pt x="17" y="18"/>
                    <a:pt x="1" y="26"/>
                  </a:cubicBezTo>
                  <a:cubicBezTo>
                    <a:pt x="17" y="18"/>
                    <a:pt x="85" y="18"/>
                    <a:pt x="6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7"/>
            <p:cNvSpPr/>
            <p:nvPr/>
          </p:nvSpPr>
          <p:spPr>
            <a:xfrm>
              <a:off x="-8050" y="2006125"/>
              <a:ext cx="2175" cy="625"/>
            </a:xfrm>
            <a:custGeom>
              <a:rect b="b" l="l" r="r" t="t"/>
              <a:pathLst>
                <a:path extrusionOk="0" h="25" w="87">
                  <a:moveTo>
                    <a:pt x="26" y="1"/>
                  </a:moveTo>
                  <a:cubicBezTo>
                    <a:pt x="43" y="9"/>
                    <a:pt x="34" y="17"/>
                    <a:pt x="0" y="17"/>
                  </a:cubicBezTo>
                  <a:cubicBezTo>
                    <a:pt x="15" y="21"/>
                    <a:pt x="44" y="25"/>
                    <a:pt x="61" y="25"/>
                  </a:cubicBezTo>
                  <a:cubicBezTo>
                    <a:pt x="83" y="25"/>
                    <a:pt x="86" y="19"/>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7"/>
            <p:cNvSpPr/>
            <p:nvPr/>
          </p:nvSpPr>
          <p:spPr>
            <a:xfrm>
              <a:off x="-25200" y="2011400"/>
              <a:ext cx="675" cy="675"/>
            </a:xfrm>
            <a:custGeom>
              <a:rect b="b" l="l" r="r" t="t"/>
              <a:pathLst>
                <a:path extrusionOk="0" h="27" w="27">
                  <a:moveTo>
                    <a:pt x="9" y="1"/>
                  </a:moveTo>
                  <a:lnTo>
                    <a:pt x="1" y="26"/>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7"/>
            <p:cNvSpPr/>
            <p:nvPr/>
          </p:nvSpPr>
          <p:spPr>
            <a:xfrm>
              <a:off x="-37675" y="2011625"/>
              <a:ext cx="3625" cy="450"/>
            </a:xfrm>
            <a:custGeom>
              <a:rect b="b" l="l" r="r" t="t"/>
              <a:pathLst>
                <a:path extrusionOk="0" h="18" w="145">
                  <a:moveTo>
                    <a:pt x="85" y="0"/>
                  </a:moveTo>
                  <a:cubicBezTo>
                    <a:pt x="69" y="0"/>
                    <a:pt x="48" y="4"/>
                    <a:pt x="28" y="4"/>
                  </a:cubicBezTo>
                  <a:cubicBezTo>
                    <a:pt x="19" y="4"/>
                    <a:pt x="9" y="3"/>
                    <a:pt x="1" y="0"/>
                  </a:cubicBezTo>
                  <a:lnTo>
                    <a:pt x="1" y="0"/>
                  </a:lnTo>
                  <a:cubicBezTo>
                    <a:pt x="9" y="9"/>
                    <a:pt x="35" y="9"/>
                    <a:pt x="58" y="9"/>
                  </a:cubicBezTo>
                  <a:cubicBezTo>
                    <a:pt x="81" y="9"/>
                    <a:pt x="102" y="9"/>
                    <a:pt x="102" y="17"/>
                  </a:cubicBezTo>
                  <a:cubicBezTo>
                    <a:pt x="145" y="9"/>
                    <a:pt x="132" y="9"/>
                    <a:pt x="113" y="9"/>
                  </a:cubicBezTo>
                  <a:cubicBezTo>
                    <a:pt x="94" y="9"/>
                    <a:pt x="69" y="9"/>
                    <a:pt x="8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7"/>
            <p:cNvSpPr/>
            <p:nvPr/>
          </p:nvSpPr>
          <p:spPr>
            <a:xfrm>
              <a:off x="-35550" y="2011200"/>
              <a:ext cx="450" cy="225"/>
            </a:xfrm>
            <a:custGeom>
              <a:rect b="b" l="l" r="r" t="t"/>
              <a:pathLst>
                <a:path extrusionOk="0" h="9" w="18">
                  <a:moveTo>
                    <a:pt x="0" y="9"/>
                  </a:move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7"/>
            <p:cNvSpPr/>
            <p:nvPr/>
          </p:nvSpPr>
          <p:spPr>
            <a:xfrm>
              <a:off x="-30675" y="2006550"/>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7"/>
            <p:cNvSpPr/>
            <p:nvPr/>
          </p:nvSpPr>
          <p:spPr>
            <a:xfrm>
              <a:off x="-35350" y="2009725"/>
              <a:ext cx="2150" cy="650"/>
            </a:xfrm>
            <a:custGeom>
              <a:rect b="b" l="l" r="r" t="t"/>
              <a:pathLst>
                <a:path extrusionOk="0" h="26" w="86">
                  <a:moveTo>
                    <a:pt x="18" y="0"/>
                  </a:moveTo>
                  <a:cubicBezTo>
                    <a:pt x="1" y="9"/>
                    <a:pt x="9" y="9"/>
                    <a:pt x="26" y="9"/>
                  </a:cubicBezTo>
                  <a:lnTo>
                    <a:pt x="43" y="17"/>
                  </a:lnTo>
                  <a:cubicBezTo>
                    <a:pt x="57" y="17"/>
                    <a:pt x="71" y="17"/>
                    <a:pt x="81" y="22"/>
                  </a:cubicBezTo>
                  <a:lnTo>
                    <a:pt x="81" y="22"/>
                  </a:lnTo>
                  <a:cubicBezTo>
                    <a:pt x="72" y="13"/>
                    <a:pt x="83" y="0"/>
                    <a:pt x="69" y="0"/>
                  </a:cubicBezTo>
                  <a:close/>
                  <a:moveTo>
                    <a:pt x="81" y="22"/>
                  </a:moveTo>
                  <a:cubicBezTo>
                    <a:pt x="82" y="23"/>
                    <a:pt x="83" y="25"/>
                    <a:pt x="86" y="26"/>
                  </a:cubicBezTo>
                  <a:cubicBezTo>
                    <a:pt x="84" y="24"/>
                    <a:pt x="82" y="23"/>
                    <a:pt x="81" y="2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7"/>
            <p:cNvSpPr/>
            <p:nvPr/>
          </p:nvSpPr>
          <p:spPr>
            <a:xfrm>
              <a:off x="-29200" y="1994500"/>
              <a:ext cx="2350" cy="650"/>
            </a:xfrm>
            <a:custGeom>
              <a:rect b="b" l="l" r="r" t="t"/>
              <a:pathLst>
                <a:path extrusionOk="0" h="26" w="94">
                  <a:moveTo>
                    <a:pt x="43" y="0"/>
                  </a:moveTo>
                  <a:lnTo>
                    <a:pt x="43" y="0"/>
                  </a:lnTo>
                  <a:cubicBezTo>
                    <a:pt x="51" y="17"/>
                    <a:pt x="0" y="17"/>
                    <a:pt x="34" y="17"/>
                  </a:cubicBezTo>
                  <a:lnTo>
                    <a:pt x="93" y="26"/>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7"/>
            <p:cNvSpPr/>
            <p:nvPr/>
          </p:nvSpPr>
          <p:spPr>
            <a:xfrm>
              <a:off x="-28575" y="1994500"/>
              <a:ext cx="450" cy="25"/>
            </a:xfrm>
            <a:custGeom>
              <a:rect b="b" l="l" r="r" t="t"/>
              <a:pathLst>
                <a:path extrusionOk="0" h="1" w="18">
                  <a:moveTo>
                    <a:pt x="1" y="0"/>
                  </a:move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7"/>
            <p:cNvSpPr/>
            <p:nvPr/>
          </p:nvSpPr>
          <p:spPr>
            <a:xfrm>
              <a:off x="-27925" y="2007175"/>
              <a:ext cx="1500" cy="450"/>
            </a:xfrm>
            <a:custGeom>
              <a:rect b="b" l="l" r="r" t="t"/>
              <a:pathLst>
                <a:path extrusionOk="0" h="18" w="60">
                  <a:moveTo>
                    <a:pt x="0" y="1"/>
                  </a:moveTo>
                  <a:cubicBezTo>
                    <a:pt x="17" y="9"/>
                    <a:pt x="34" y="18"/>
                    <a:pt x="51" y="18"/>
                  </a:cubicBezTo>
                  <a:cubicBezTo>
                    <a:pt x="59" y="18"/>
                    <a:pt x="25"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7"/>
            <p:cNvSpPr/>
            <p:nvPr/>
          </p:nvSpPr>
          <p:spPr>
            <a:xfrm>
              <a:off x="-36400" y="1992600"/>
              <a:ext cx="1725" cy="850"/>
            </a:xfrm>
            <a:custGeom>
              <a:rect b="b" l="l" r="r" t="t"/>
              <a:pathLst>
                <a:path extrusionOk="0" h="34" w="69">
                  <a:moveTo>
                    <a:pt x="1" y="0"/>
                  </a:moveTo>
                  <a:lnTo>
                    <a:pt x="1" y="9"/>
                  </a:lnTo>
                  <a:lnTo>
                    <a:pt x="9" y="9"/>
                  </a:lnTo>
                  <a:lnTo>
                    <a:pt x="26" y="17"/>
                  </a:lnTo>
                  <a:lnTo>
                    <a:pt x="68" y="34"/>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7"/>
            <p:cNvSpPr/>
            <p:nvPr/>
          </p:nvSpPr>
          <p:spPr>
            <a:xfrm>
              <a:off x="-41250" y="1989200"/>
              <a:ext cx="850" cy="250"/>
            </a:xfrm>
            <a:custGeom>
              <a:rect b="b" l="l" r="r" t="t"/>
              <a:pathLst>
                <a:path extrusionOk="0" h="10" w="34">
                  <a:moveTo>
                    <a:pt x="0" y="1"/>
                  </a:moveTo>
                  <a:lnTo>
                    <a:pt x="0" y="9"/>
                  </a:lnTo>
                  <a:lnTo>
                    <a:pt x="34" y="9"/>
                  </a:lnTo>
                  <a:lnTo>
                    <a:pt x="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7"/>
            <p:cNvSpPr/>
            <p:nvPr/>
          </p:nvSpPr>
          <p:spPr>
            <a:xfrm>
              <a:off x="-41900" y="2006550"/>
              <a:ext cx="875" cy="725"/>
            </a:xfrm>
            <a:custGeom>
              <a:rect b="b" l="l" r="r" t="t"/>
              <a:pathLst>
                <a:path extrusionOk="0" h="29" w="35">
                  <a:moveTo>
                    <a:pt x="9" y="0"/>
                  </a:moveTo>
                  <a:cubicBezTo>
                    <a:pt x="6" y="9"/>
                    <a:pt x="6" y="12"/>
                    <a:pt x="8" y="12"/>
                  </a:cubicBezTo>
                  <a:cubicBezTo>
                    <a:pt x="11" y="12"/>
                    <a:pt x="17" y="7"/>
                    <a:pt x="22" y="7"/>
                  </a:cubicBezTo>
                  <a:cubicBezTo>
                    <a:pt x="23" y="7"/>
                    <a:pt x="25" y="8"/>
                    <a:pt x="26" y="9"/>
                  </a:cubicBezTo>
                  <a:lnTo>
                    <a:pt x="1" y="26"/>
                  </a:lnTo>
                  <a:cubicBezTo>
                    <a:pt x="1" y="27"/>
                    <a:pt x="2" y="28"/>
                    <a:pt x="4" y="28"/>
                  </a:cubicBezTo>
                  <a:cubicBezTo>
                    <a:pt x="12" y="28"/>
                    <a:pt x="35" y="16"/>
                    <a:pt x="35" y="9"/>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7"/>
            <p:cNvSpPr/>
            <p:nvPr/>
          </p:nvSpPr>
          <p:spPr>
            <a:xfrm>
              <a:off x="-91800" y="1967200"/>
              <a:ext cx="23925" cy="11450"/>
            </a:xfrm>
            <a:custGeom>
              <a:rect b="b" l="l" r="r" t="t"/>
              <a:pathLst>
                <a:path extrusionOk="0" h="458" w="957">
                  <a:moveTo>
                    <a:pt x="0" y="1"/>
                  </a:moveTo>
                  <a:lnTo>
                    <a:pt x="0" y="1"/>
                  </a:lnTo>
                  <a:cubicBezTo>
                    <a:pt x="26" y="18"/>
                    <a:pt x="43" y="35"/>
                    <a:pt x="68" y="52"/>
                  </a:cubicBezTo>
                  <a:cubicBezTo>
                    <a:pt x="17" y="69"/>
                    <a:pt x="110" y="77"/>
                    <a:pt x="85" y="102"/>
                  </a:cubicBezTo>
                  <a:cubicBezTo>
                    <a:pt x="60" y="102"/>
                    <a:pt x="43" y="94"/>
                    <a:pt x="26" y="77"/>
                  </a:cubicBezTo>
                  <a:cubicBezTo>
                    <a:pt x="17" y="94"/>
                    <a:pt x="26" y="111"/>
                    <a:pt x="17" y="128"/>
                  </a:cubicBezTo>
                  <a:cubicBezTo>
                    <a:pt x="35" y="143"/>
                    <a:pt x="51" y="148"/>
                    <a:pt x="67" y="148"/>
                  </a:cubicBezTo>
                  <a:cubicBezTo>
                    <a:pt x="90" y="148"/>
                    <a:pt x="111" y="139"/>
                    <a:pt x="134" y="139"/>
                  </a:cubicBezTo>
                  <a:cubicBezTo>
                    <a:pt x="148" y="139"/>
                    <a:pt x="162" y="142"/>
                    <a:pt x="178" y="153"/>
                  </a:cubicBezTo>
                  <a:cubicBezTo>
                    <a:pt x="169" y="170"/>
                    <a:pt x="144" y="170"/>
                    <a:pt x="186" y="187"/>
                  </a:cubicBezTo>
                  <a:lnTo>
                    <a:pt x="169" y="187"/>
                  </a:lnTo>
                  <a:cubicBezTo>
                    <a:pt x="229" y="194"/>
                    <a:pt x="216" y="231"/>
                    <a:pt x="240" y="231"/>
                  </a:cubicBezTo>
                  <a:cubicBezTo>
                    <a:pt x="247" y="231"/>
                    <a:pt x="256" y="228"/>
                    <a:pt x="271" y="221"/>
                  </a:cubicBezTo>
                  <a:lnTo>
                    <a:pt x="271" y="221"/>
                  </a:lnTo>
                  <a:lnTo>
                    <a:pt x="263" y="246"/>
                  </a:lnTo>
                  <a:cubicBezTo>
                    <a:pt x="305" y="246"/>
                    <a:pt x="347" y="263"/>
                    <a:pt x="389" y="280"/>
                  </a:cubicBezTo>
                  <a:cubicBezTo>
                    <a:pt x="499" y="289"/>
                    <a:pt x="449" y="297"/>
                    <a:pt x="559" y="331"/>
                  </a:cubicBezTo>
                  <a:lnTo>
                    <a:pt x="499" y="339"/>
                  </a:lnTo>
                  <a:cubicBezTo>
                    <a:pt x="513" y="349"/>
                    <a:pt x="523" y="351"/>
                    <a:pt x="533" y="351"/>
                  </a:cubicBezTo>
                  <a:cubicBezTo>
                    <a:pt x="540" y="351"/>
                    <a:pt x="547" y="350"/>
                    <a:pt x="554" y="350"/>
                  </a:cubicBezTo>
                  <a:cubicBezTo>
                    <a:pt x="561" y="350"/>
                    <a:pt x="568" y="351"/>
                    <a:pt x="576" y="356"/>
                  </a:cubicBezTo>
                  <a:cubicBezTo>
                    <a:pt x="576" y="356"/>
                    <a:pt x="576" y="371"/>
                    <a:pt x="561" y="374"/>
                  </a:cubicBezTo>
                  <a:lnTo>
                    <a:pt x="561" y="374"/>
                  </a:lnTo>
                  <a:lnTo>
                    <a:pt x="542" y="373"/>
                  </a:lnTo>
                  <a:lnTo>
                    <a:pt x="542" y="373"/>
                  </a:lnTo>
                  <a:cubicBezTo>
                    <a:pt x="547" y="374"/>
                    <a:pt x="551" y="375"/>
                    <a:pt x="554" y="375"/>
                  </a:cubicBezTo>
                  <a:cubicBezTo>
                    <a:pt x="557" y="375"/>
                    <a:pt x="559" y="375"/>
                    <a:pt x="561" y="374"/>
                  </a:cubicBezTo>
                  <a:lnTo>
                    <a:pt x="561" y="374"/>
                  </a:lnTo>
                  <a:lnTo>
                    <a:pt x="694" y="382"/>
                  </a:lnTo>
                  <a:cubicBezTo>
                    <a:pt x="736" y="373"/>
                    <a:pt x="702" y="365"/>
                    <a:pt x="702" y="348"/>
                  </a:cubicBezTo>
                  <a:cubicBezTo>
                    <a:pt x="704" y="347"/>
                    <a:pt x="706" y="346"/>
                    <a:pt x="709" y="346"/>
                  </a:cubicBezTo>
                  <a:cubicBezTo>
                    <a:pt x="730" y="346"/>
                    <a:pt x="769" y="375"/>
                    <a:pt x="762" y="390"/>
                  </a:cubicBezTo>
                  <a:cubicBezTo>
                    <a:pt x="762" y="399"/>
                    <a:pt x="751" y="399"/>
                    <a:pt x="743" y="399"/>
                  </a:cubicBezTo>
                  <a:cubicBezTo>
                    <a:pt x="734" y="399"/>
                    <a:pt x="728" y="399"/>
                    <a:pt x="736" y="407"/>
                  </a:cubicBezTo>
                  <a:lnTo>
                    <a:pt x="795" y="382"/>
                  </a:lnTo>
                  <a:lnTo>
                    <a:pt x="795" y="382"/>
                  </a:lnTo>
                  <a:cubicBezTo>
                    <a:pt x="826" y="412"/>
                    <a:pt x="795" y="418"/>
                    <a:pt x="759" y="418"/>
                  </a:cubicBezTo>
                  <a:cubicBezTo>
                    <a:pt x="735" y="418"/>
                    <a:pt x="707" y="415"/>
                    <a:pt x="694" y="415"/>
                  </a:cubicBezTo>
                  <a:cubicBezTo>
                    <a:pt x="745" y="449"/>
                    <a:pt x="779" y="432"/>
                    <a:pt x="838" y="458"/>
                  </a:cubicBezTo>
                  <a:cubicBezTo>
                    <a:pt x="829" y="449"/>
                    <a:pt x="821" y="432"/>
                    <a:pt x="812" y="415"/>
                  </a:cubicBezTo>
                  <a:cubicBezTo>
                    <a:pt x="815" y="409"/>
                    <a:pt x="820" y="406"/>
                    <a:pt x="826" y="406"/>
                  </a:cubicBezTo>
                  <a:cubicBezTo>
                    <a:pt x="846" y="406"/>
                    <a:pt x="882" y="428"/>
                    <a:pt x="914" y="441"/>
                  </a:cubicBezTo>
                  <a:cubicBezTo>
                    <a:pt x="897" y="415"/>
                    <a:pt x="914" y="415"/>
                    <a:pt x="939" y="415"/>
                  </a:cubicBezTo>
                  <a:lnTo>
                    <a:pt x="956" y="415"/>
                  </a:lnTo>
                  <a:cubicBezTo>
                    <a:pt x="956" y="407"/>
                    <a:pt x="956" y="399"/>
                    <a:pt x="956" y="399"/>
                  </a:cubicBezTo>
                  <a:cubicBezTo>
                    <a:pt x="914" y="390"/>
                    <a:pt x="897" y="356"/>
                    <a:pt x="872" y="348"/>
                  </a:cubicBezTo>
                  <a:cubicBezTo>
                    <a:pt x="872" y="361"/>
                    <a:pt x="867" y="365"/>
                    <a:pt x="859" y="365"/>
                  </a:cubicBezTo>
                  <a:cubicBezTo>
                    <a:pt x="836" y="365"/>
                    <a:pt x="785" y="322"/>
                    <a:pt x="753" y="322"/>
                  </a:cubicBezTo>
                  <a:lnTo>
                    <a:pt x="719" y="314"/>
                  </a:lnTo>
                  <a:lnTo>
                    <a:pt x="711" y="306"/>
                  </a:lnTo>
                  <a:cubicBezTo>
                    <a:pt x="711" y="306"/>
                    <a:pt x="719" y="297"/>
                    <a:pt x="736" y="297"/>
                  </a:cubicBezTo>
                  <a:cubicBezTo>
                    <a:pt x="724" y="297"/>
                    <a:pt x="692" y="283"/>
                    <a:pt x="677" y="283"/>
                  </a:cubicBezTo>
                  <a:cubicBezTo>
                    <a:pt x="672" y="283"/>
                    <a:pt x="669" y="284"/>
                    <a:pt x="669" y="289"/>
                  </a:cubicBezTo>
                  <a:lnTo>
                    <a:pt x="550" y="238"/>
                  </a:lnTo>
                  <a:cubicBezTo>
                    <a:pt x="542" y="229"/>
                    <a:pt x="542" y="229"/>
                    <a:pt x="542" y="221"/>
                  </a:cubicBezTo>
                  <a:cubicBezTo>
                    <a:pt x="533" y="221"/>
                    <a:pt x="533" y="229"/>
                    <a:pt x="533" y="229"/>
                  </a:cubicBez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7"/>
            <p:cNvSpPr/>
            <p:nvPr/>
          </p:nvSpPr>
          <p:spPr>
            <a:xfrm>
              <a:off x="-70650" y="1978625"/>
              <a:ext cx="650" cy="250"/>
            </a:xfrm>
            <a:custGeom>
              <a:rect b="b" l="l" r="r" t="t"/>
              <a:pathLst>
                <a:path extrusionOk="0" h="10" w="26">
                  <a:moveTo>
                    <a:pt x="0" y="1"/>
                  </a:moveTo>
                  <a:lnTo>
                    <a:pt x="0" y="1"/>
                  </a:lnTo>
                  <a:cubicBezTo>
                    <a:pt x="9" y="9"/>
                    <a:pt x="17" y="9"/>
                    <a:pt x="26" y="9"/>
                  </a:cubicBezTo>
                  <a:cubicBezTo>
                    <a:pt x="17" y="9"/>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7"/>
            <p:cNvSpPr/>
            <p:nvPr/>
          </p:nvSpPr>
          <p:spPr>
            <a:xfrm>
              <a:off x="-92450" y="1966800"/>
              <a:ext cx="875" cy="425"/>
            </a:xfrm>
            <a:custGeom>
              <a:rect b="b" l="l" r="r" t="t"/>
              <a:pathLst>
                <a:path extrusionOk="0" h="17" w="35">
                  <a:moveTo>
                    <a:pt x="1" y="0"/>
                  </a:moveTo>
                  <a:lnTo>
                    <a:pt x="35" y="17"/>
                  </a:lnTo>
                  <a:cubicBezTo>
                    <a:pt x="26" y="9"/>
                    <a:pt x="18"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7"/>
            <p:cNvSpPr/>
            <p:nvPr/>
          </p:nvSpPr>
          <p:spPr>
            <a:xfrm>
              <a:off x="-67050" y="1978000"/>
              <a:ext cx="2350" cy="1300"/>
            </a:xfrm>
            <a:custGeom>
              <a:rect b="b" l="l" r="r" t="t"/>
              <a:pathLst>
                <a:path extrusionOk="0" h="52" w="94">
                  <a:moveTo>
                    <a:pt x="17" y="0"/>
                  </a:moveTo>
                  <a:cubicBezTo>
                    <a:pt x="17" y="9"/>
                    <a:pt x="0" y="17"/>
                    <a:pt x="0" y="26"/>
                  </a:cubicBezTo>
                  <a:lnTo>
                    <a:pt x="68" y="51"/>
                  </a:lnTo>
                  <a:cubicBezTo>
                    <a:pt x="59" y="38"/>
                    <a:pt x="63" y="36"/>
                    <a:pt x="71" y="36"/>
                  </a:cubicBezTo>
                  <a:cubicBezTo>
                    <a:pt x="75" y="36"/>
                    <a:pt x="79" y="37"/>
                    <a:pt x="83" y="37"/>
                  </a:cubicBezTo>
                  <a:cubicBezTo>
                    <a:pt x="87" y="37"/>
                    <a:pt x="91" y="36"/>
                    <a:pt x="93" y="34"/>
                  </a:cubicBez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7"/>
            <p:cNvSpPr/>
            <p:nvPr/>
          </p:nvSpPr>
          <p:spPr>
            <a:xfrm>
              <a:off x="-67700" y="1977375"/>
              <a:ext cx="1075" cy="650"/>
            </a:xfrm>
            <a:custGeom>
              <a:rect b="b" l="l" r="r" t="t"/>
              <a:pathLst>
                <a:path extrusionOk="0" h="26" w="43">
                  <a:moveTo>
                    <a:pt x="26" y="0"/>
                  </a:moveTo>
                  <a:cubicBezTo>
                    <a:pt x="18" y="0"/>
                    <a:pt x="9" y="8"/>
                    <a:pt x="1" y="8"/>
                  </a:cubicBezTo>
                  <a:lnTo>
                    <a:pt x="43" y="25"/>
                  </a:lnTo>
                  <a:cubicBezTo>
                    <a:pt x="43" y="17"/>
                    <a:pt x="43" y="8"/>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7"/>
            <p:cNvSpPr/>
            <p:nvPr/>
          </p:nvSpPr>
          <p:spPr>
            <a:xfrm>
              <a:off x="-73625" y="1990275"/>
              <a:ext cx="1100" cy="225"/>
            </a:xfrm>
            <a:custGeom>
              <a:rect b="b" l="l" r="r" t="t"/>
              <a:pathLst>
                <a:path extrusionOk="0" h="9" w="44">
                  <a:moveTo>
                    <a:pt x="1" y="0"/>
                  </a:moveTo>
                  <a:lnTo>
                    <a:pt x="43" y="9"/>
                  </a:lnTo>
                  <a:lnTo>
                    <a:pt x="43" y="9"/>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7"/>
            <p:cNvSpPr/>
            <p:nvPr/>
          </p:nvSpPr>
          <p:spPr>
            <a:xfrm>
              <a:off x="-77625" y="1986875"/>
              <a:ext cx="1500" cy="675"/>
            </a:xfrm>
            <a:custGeom>
              <a:rect b="b" l="l" r="r" t="t"/>
              <a:pathLst>
                <a:path extrusionOk="0" h="27" w="60">
                  <a:moveTo>
                    <a:pt x="0" y="1"/>
                  </a:moveTo>
                  <a:cubicBezTo>
                    <a:pt x="9" y="26"/>
                    <a:pt x="51" y="26"/>
                    <a:pt x="59" y="26"/>
                  </a:cubicBezTo>
                  <a:cubicBezTo>
                    <a:pt x="42" y="18"/>
                    <a:pt x="17"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7"/>
            <p:cNvSpPr/>
            <p:nvPr/>
          </p:nvSpPr>
          <p:spPr>
            <a:xfrm>
              <a:off x="-79125" y="1991325"/>
              <a:ext cx="875" cy="25"/>
            </a:xfrm>
            <a:custGeom>
              <a:rect b="b" l="l" r="r" t="t"/>
              <a:pathLst>
                <a:path extrusionOk="0" h="1" w="35">
                  <a:moveTo>
                    <a:pt x="35" y="0"/>
                  </a:moveTo>
                  <a:lnTo>
                    <a:pt x="1"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7"/>
            <p:cNvSpPr/>
            <p:nvPr/>
          </p:nvSpPr>
          <p:spPr>
            <a:xfrm>
              <a:off x="-100700" y="1966150"/>
              <a:ext cx="450" cy="250"/>
            </a:xfrm>
            <a:custGeom>
              <a:rect b="b" l="l" r="r" t="t"/>
              <a:pathLst>
                <a:path extrusionOk="0" h="10" w="18">
                  <a:moveTo>
                    <a:pt x="18" y="9"/>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7"/>
            <p:cNvSpPr/>
            <p:nvPr/>
          </p:nvSpPr>
          <p:spPr>
            <a:xfrm>
              <a:off x="-105700" y="1962325"/>
              <a:ext cx="14825" cy="6825"/>
            </a:xfrm>
            <a:custGeom>
              <a:rect b="b" l="l" r="r" t="t"/>
              <a:pathLst>
                <a:path extrusionOk="0" h="273" w="593">
                  <a:moveTo>
                    <a:pt x="37" y="0"/>
                  </a:moveTo>
                  <a:cubicBezTo>
                    <a:pt x="0" y="0"/>
                    <a:pt x="62" y="44"/>
                    <a:pt x="15" y="52"/>
                  </a:cubicBezTo>
                  <a:cubicBezTo>
                    <a:pt x="62" y="72"/>
                    <a:pt x="119" y="113"/>
                    <a:pt x="153" y="113"/>
                  </a:cubicBezTo>
                  <a:cubicBezTo>
                    <a:pt x="161" y="113"/>
                    <a:pt x="168" y="111"/>
                    <a:pt x="173" y="106"/>
                  </a:cubicBezTo>
                  <a:lnTo>
                    <a:pt x="173" y="106"/>
                  </a:lnTo>
                  <a:cubicBezTo>
                    <a:pt x="169" y="111"/>
                    <a:pt x="163" y="122"/>
                    <a:pt x="176" y="128"/>
                  </a:cubicBezTo>
                  <a:lnTo>
                    <a:pt x="218" y="111"/>
                  </a:lnTo>
                  <a:lnTo>
                    <a:pt x="193" y="86"/>
                  </a:lnTo>
                  <a:cubicBezTo>
                    <a:pt x="252" y="86"/>
                    <a:pt x="319" y="111"/>
                    <a:pt x="362" y="162"/>
                  </a:cubicBezTo>
                  <a:cubicBezTo>
                    <a:pt x="346" y="156"/>
                    <a:pt x="335" y="154"/>
                    <a:pt x="326" y="154"/>
                  </a:cubicBezTo>
                  <a:cubicBezTo>
                    <a:pt x="312" y="154"/>
                    <a:pt x="304" y="159"/>
                    <a:pt x="293" y="159"/>
                  </a:cubicBezTo>
                  <a:cubicBezTo>
                    <a:pt x="279" y="159"/>
                    <a:pt x="261" y="153"/>
                    <a:pt x="226" y="128"/>
                  </a:cubicBezTo>
                  <a:lnTo>
                    <a:pt x="226" y="128"/>
                  </a:lnTo>
                  <a:cubicBezTo>
                    <a:pt x="226" y="145"/>
                    <a:pt x="235" y="162"/>
                    <a:pt x="218" y="162"/>
                  </a:cubicBezTo>
                  <a:cubicBezTo>
                    <a:pt x="319" y="204"/>
                    <a:pt x="421" y="238"/>
                    <a:pt x="531" y="272"/>
                  </a:cubicBezTo>
                  <a:cubicBezTo>
                    <a:pt x="504" y="245"/>
                    <a:pt x="509" y="240"/>
                    <a:pt x="525" y="240"/>
                  </a:cubicBezTo>
                  <a:cubicBezTo>
                    <a:pt x="535" y="240"/>
                    <a:pt x="550" y="242"/>
                    <a:pt x="563" y="242"/>
                  </a:cubicBezTo>
                  <a:cubicBezTo>
                    <a:pt x="580" y="242"/>
                    <a:pt x="593" y="238"/>
                    <a:pt x="590" y="221"/>
                  </a:cubicBezTo>
                  <a:lnTo>
                    <a:pt x="539" y="213"/>
                  </a:lnTo>
                  <a:lnTo>
                    <a:pt x="548" y="204"/>
                  </a:lnTo>
                  <a:lnTo>
                    <a:pt x="489" y="179"/>
                  </a:lnTo>
                  <a:lnTo>
                    <a:pt x="489" y="179"/>
                  </a:lnTo>
                  <a:cubicBezTo>
                    <a:pt x="489" y="204"/>
                    <a:pt x="497" y="213"/>
                    <a:pt x="489" y="230"/>
                  </a:cubicBezTo>
                  <a:cubicBezTo>
                    <a:pt x="412" y="188"/>
                    <a:pt x="472" y="196"/>
                    <a:pt x="429" y="145"/>
                  </a:cubicBezTo>
                  <a:lnTo>
                    <a:pt x="345" y="111"/>
                  </a:lnTo>
                  <a:lnTo>
                    <a:pt x="336" y="111"/>
                  </a:lnTo>
                  <a:lnTo>
                    <a:pt x="49" y="1"/>
                  </a:lnTo>
                  <a:cubicBezTo>
                    <a:pt x="44" y="1"/>
                    <a:pt x="40" y="0"/>
                    <a:pt x="3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7"/>
            <p:cNvSpPr/>
            <p:nvPr/>
          </p:nvSpPr>
          <p:spPr>
            <a:xfrm>
              <a:off x="-118875" y="1957900"/>
              <a:ext cx="225" cy="25"/>
            </a:xfrm>
            <a:custGeom>
              <a:rect b="b" l="l" r="r" t="t"/>
              <a:pathLst>
                <a:path extrusionOk="0" h="1" w="9">
                  <a:moveTo>
                    <a:pt x="9" y="1"/>
                  </a:moveTo>
                  <a:lnTo>
                    <a:pt x="9" y="1"/>
                  </a:lnTo>
                  <a:cubicBezTo>
                    <a:pt x="9" y="1"/>
                    <a:pt x="0"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7"/>
            <p:cNvSpPr/>
            <p:nvPr/>
          </p:nvSpPr>
          <p:spPr>
            <a:xfrm>
              <a:off x="-118675" y="1957275"/>
              <a:ext cx="2350" cy="1300"/>
            </a:xfrm>
            <a:custGeom>
              <a:rect b="b" l="l" r="r" t="t"/>
              <a:pathLst>
                <a:path extrusionOk="0" h="52" w="94">
                  <a:moveTo>
                    <a:pt x="18" y="0"/>
                  </a:moveTo>
                  <a:lnTo>
                    <a:pt x="1" y="26"/>
                  </a:lnTo>
                  <a:cubicBezTo>
                    <a:pt x="9" y="26"/>
                    <a:pt x="43" y="26"/>
                    <a:pt x="52" y="34"/>
                  </a:cubicBezTo>
                  <a:lnTo>
                    <a:pt x="35" y="51"/>
                  </a:lnTo>
                  <a:lnTo>
                    <a:pt x="35" y="51"/>
                  </a:lnTo>
                  <a:lnTo>
                    <a:pt x="94" y="34"/>
                  </a:ln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7"/>
            <p:cNvSpPr/>
            <p:nvPr/>
          </p:nvSpPr>
          <p:spPr>
            <a:xfrm>
              <a:off x="-116750" y="1958300"/>
              <a:ext cx="2350" cy="1325"/>
            </a:xfrm>
            <a:custGeom>
              <a:rect b="b" l="l" r="r" t="t"/>
              <a:pathLst>
                <a:path extrusionOk="0" h="53" w="94">
                  <a:moveTo>
                    <a:pt x="75" y="0"/>
                  </a:moveTo>
                  <a:cubicBezTo>
                    <a:pt x="41" y="0"/>
                    <a:pt x="36" y="22"/>
                    <a:pt x="51" y="44"/>
                  </a:cubicBezTo>
                  <a:cubicBezTo>
                    <a:pt x="18" y="44"/>
                    <a:pt x="31" y="19"/>
                    <a:pt x="23" y="19"/>
                  </a:cubicBezTo>
                  <a:lnTo>
                    <a:pt x="23" y="19"/>
                  </a:lnTo>
                  <a:cubicBezTo>
                    <a:pt x="21" y="19"/>
                    <a:pt x="16" y="21"/>
                    <a:pt x="9" y="27"/>
                  </a:cubicBezTo>
                  <a:cubicBezTo>
                    <a:pt x="0" y="44"/>
                    <a:pt x="51" y="52"/>
                    <a:pt x="59" y="52"/>
                  </a:cubicBezTo>
                  <a:lnTo>
                    <a:pt x="93" y="2"/>
                  </a:lnTo>
                  <a:cubicBezTo>
                    <a:pt x="86" y="1"/>
                    <a:pt x="80" y="0"/>
                    <a:pt x="7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7"/>
            <p:cNvSpPr/>
            <p:nvPr/>
          </p:nvSpPr>
          <p:spPr>
            <a:xfrm>
              <a:off x="-107675" y="1961925"/>
              <a:ext cx="875" cy="650"/>
            </a:xfrm>
            <a:custGeom>
              <a:rect b="b" l="l" r="r" t="t"/>
              <a:pathLst>
                <a:path extrusionOk="0" h="26" w="35">
                  <a:moveTo>
                    <a:pt x="18" y="0"/>
                  </a:moveTo>
                  <a:lnTo>
                    <a:pt x="1" y="9"/>
                  </a:lnTo>
                  <a:lnTo>
                    <a:pt x="35" y="26"/>
                  </a:ln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7"/>
            <p:cNvSpPr/>
            <p:nvPr/>
          </p:nvSpPr>
          <p:spPr>
            <a:xfrm>
              <a:off x="-108300" y="1961725"/>
              <a:ext cx="650" cy="650"/>
            </a:xfrm>
            <a:custGeom>
              <a:rect b="b" l="l" r="r" t="t"/>
              <a:pathLst>
                <a:path extrusionOk="0" h="26" w="26">
                  <a:moveTo>
                    <a:pt x="0" y="0"/>
                  </a:moveTo>
                  <a:cubicBezTo>
                    <a:pt x="0" y="8"/>
                    <a:pt x="0" y="17"/>
                    <a:pt x="0" y="25"/>
                  </a:cubicBezTo>
                  <a:lnTo>
                    <a:pt x="26" y="17"/>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7"/>
            <p:cNvSpPr/>
            <p:nvPr/>
          </p:nvSpPr>
          <p:spPr>
            <a:xfrm>
              <a:off x="-111050" y="1960225"/>
              <a:ext cx="1075" cy="450"/>
            </a:xfrm>
            <a:custGeom>
              <a:rect b="b" l="l" r="r" t="t"/>
              <a:pathLst>
                <a:path extrusionOk="0" h="18" w="43">
                  <a:moveTo>
                    <a:pt x="0" y="1"/>
                  </a:moveTo>
                  <a:lnTo>
                    <a:pt x="43" y="18"/>
                  </a:lnTo>
                  <a:cubicBezTo>
                    <a:pt x="34" y="9"/>
                    <a:pt x="17"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7"/>
            <p:cNvSpPr/>
            <p:nvPr/>
          </p:nvSpPr>
          <p:spPr>
            <a:xfrm>
              <a:off x="-110000" y="1961075"/>
              <a:ext cx="675" cy="450"/>
            </a:xfrm>
            <a:custGeom>
              <a:rect b="b" l="l" r="r" t="t"/>
              <a:pathLst>
                <a:path extrusionOk="0" h="18" w="27">
                  <a:moveTo>
                    <a:pt x="26" y="18"/>
                  </a:moveTo>
                  <a:lnTo>
                    <a:pt x="26" y="18"/>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7"/>
            <p:cNvSpPr/>
            <p:nvPr/>
          </p:nvSpPr>
          <p:spPr>
            <a:xfrm>
              <a:off x="-109350" y="1960225"/>
              <a:ext cx="1275" cy="1525"/>
            </a:xfrm>
            <a:custGeom>
              <a:rect b="b" l="l" r="r" t="t"/>
              <a:pathLst>
                <a:path extrusionOk="0" h="61" w="51">
                  <a:moveTo>
                    <a:pt x="9" y="1"/>
                  </a:moveTo>
                  <a:lnTo>
                    <a:pt x="0" y="35"/>
                  </a:lnTo>
                  <a:lnTo>
                    <a:pt x="42" y="60"/>
                  </a:lnTo>
                  <a:cubicBezTo>
                    <a:pt x="42" y="43"/>
                    <a:pt x="51" y="18"/>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7"/>
            <p:cNvSpPr/>
            <p:nvPr/>
          </p:nvSpPr>
          <p:spPr>
            <a:xfrm>
              <a:off x="-85250" y="1987725"/>
              <a:ext cx="875" cy="225"/>
            </a:xfrm>
            <a:custGeom>
              <a:rect b="b" l="l" r="r" t="t"/>
              <a:pathLst>
                <a:path extrusionOk="0" h="9" w="35">
                  <a:moveTo>
                    <a:pt x="1" y="1"/>
                  </a:moveTo>
                  <a:lnTo>
                    <a:pt x="1" y="9"/>
                  </a:lnTo>
                  <a:lnTo>
                    <a:pt x="34" y="9"/>
                  </a:lnTo>
                  <a:lnTo>
                    <a:pt x="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7"/>
            <p:cNvSpPr/>
            <p:nvPr/>
          </p:nvSpPr>
          <p:spPr>
            <a:xfrm>
              <a:off x="-89475" y="1985200"/>
              <a:ext cx="650" cy="25"/>
            </a:xfrm>
            <a:custGeom>
              <a:rect b="b" l="l" r="r" t="t"/>
              <a:pathLst>
                <a:path extrusionOk="0" h="1" w="26">
                  <a:moveTo>
                    <a:pt x="26" y="0"/>
                  </a:moveTo>
                  <a:lnTo>
                    <a:pt x="0" y="0"/>
                  </a:lnTo>
                  <a:cubicBezTo>
                    <a:pt x="9" y="0"/>
                    <a:pt x="17" y="0"/>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7"/>
            <p:cNvSpPr/>
            <p:nvPr/>
          </p:nvSpPr>
          <p:spPr>
            <a:xfrm>
              <a:off x="-96025" y="1983700"/>
              <a:ext cx="6775" cy="3825"/>
            </a:xfrm>
            <a:custGeom>
              <a:rect b="b" l="l" r="r" t="t"/>
              <a:pathLst>
                <a:path extrusionOk="0" h="153" w="271">
                  <a:moveTo>
                    <a:pt x="80" y="0"/>
                  </a:moveTo>
                  <a:cubicBezTo>
                    <a:pt x="76" y="0"/>
                    <a:pt x="72" y="0"/>
                    <a:pt x="68" y="1"/>
                  </a:cubicBezTo>
                  <a:cubicBezTo>
                    <a:pt x="17" y="18"/>
                    <a:pt x="17" y="68"/>
                    <a:pt x="0" y="119"/>
                  </a:cubicBezTo>
                  <a:cubicBezTo>
                    <a:pt x="0" y="126"/>
                    <a:pt x="46" y="153"/>
                    <a:pt x="74" y="153"/>
                  </a:cubicBezTo>
                  <a:cubicBezTo>
                    <a:pt x="82" y="153"/>
                    <a:pt x="89" y="150"/>
                    <a:pt x="93" y="145"/>
                  </a:cubicBezTo>
                  <a:cubicBezTo>
                    <a:pt x="59" y="102"/>
                    <a:pt x="152" y="145"/>
                    <a:pt x="93" y="94"/>
                  </a:cubicBezTo>
                  <a:cubicBezTo>
                    <a:pt x="93" y="85"/>
                    <a:pt x="106" y="78"/>
                    <a:pt x="122" y="78"/>
                  </a:cubicBezTo>
                  <a:cubicBezTo>
                    <a:pt x="134" y="78"/>
                    <a:pt x="149" y="82"/>
                    <a:pt x="161" y="94"/>
                  </a:cubicBezTo>
                  <a:cubicBezTo>
                    <a:pt x="157" y="102"/>
                    <a:pt x="148" y="102"/>
                    <a:pt x="143" y="102"/>
                  </a:cubicBezTo>
                  <a:cubicBezTo>
                    <a:pt x="138" y="102"/>
                    <a:pt x="135" y="102"/>
                    <a:pt x="144" y="111"/>
                  </a:cubicBezTo>
                  <a:cubicBezTo>
                    <a:pt x="150" y="109"/>
                    <a:pt x="155" y="108"/>
                    <a:pt x="159" y="108"/>
                  </a:cubicBezTo>
                  <a:cubicBezTo>
                    <a:pt x="162" y="108"/>
                    <a:pt x="165" y="109"/>
                    <a:pt x="167" y="109"/>
                  </a:cubicBezTo>
                  <a:cubicBezTo>
                    <a:pt x="171" y="109"/>
                    <a:pt x="174" y="107"/>
                    <a:pt x="178" y="94"/>
                  </a:cubicBezTo>
                  <a:cubicBezTo>
                    <a:pt x="220" y="94"/>
                    <a:pt x="237" y="68"/>
                    <a:pt x="271" y="68"/>
                  </a:cubicBezTo>
                  <a:cubicBezTo>
                    <a:pt x="223" y="61"/>
                    <a:pt x="145" y="0"/>
                    <a:pt x="8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7"/>
            <p:cNvSpPr/>
            <p:nvPr/>
          </p:nvSpPr>
          <p:spPr>
            <a:xfrm>
              <a:off x="-92850" y="1989000"/>
              <a:ext cx="1075" cy="225"/>
            </a:xfrm>
            <a:custGeom>
              <a:rect b="b" l="l" r="r" t="t"/>
              <a:pathLst>
                <a:path extrusionOk="0" h="9" w="43">
                  <a:moveTo>
                    <a:pt x="0" y="0"/>
                  </a:moveTo>
                  <a:lnTo>
                    <a:pt x="0" y="0"/>
                  </a:lnTo>
                  <a:cubicBezTo>
                    <a:pt x="17" y="9"/>
                    <a:pt x="25" y="9"/>
                    <a:pt x="42" y="9"/>
                  </a:cubicBezTo>
                  <a:cubicBezTo>
                    <a:pt x="42" y="3"/>
                    <a:pt x="39" y="1"/>
                    <a:pt x="34" y="1"/>
                  </a:cubicBezTo>
                  <a:cubicBezTo>
                    <a:pt x="28" y="1"/>
                    <a:pt x="20" y="3"/>
                    <a:pt x="12" y="3"/>
                  </a:cubicBezTo>
                  <a:cubicBezTo>
                    <a:pt x="8" y="3"/>
                    <a:pt x="4" y="2"/>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7"/>
            <p:cNvSpPr/>
            <p:nvPr/>
          </p:nvSpPr>
          <p:spPr>
            <a:xfrm>
              <a:off x="-100050" y="1975875"/>
              <a:ext cx="1300" cy="675"/>
            </a:xfrm>
            <a:custGeom>
              <a:rect b="b" l="l" r="r" t="t"/>
              <a:pathLst>
                <a:path extrusionOk="0" h="27" w="52">
                  <a:moveTo>
                    <a:pt x="43" y="1"/>
                  </a:moveTo>
                  <a:cubicBezTo>
                    <a:pt x="34" y="1"/>
                    <a:pt x="0" y="1"/>
                    <a:pt x="0" y="18"/>
                  </a:cubicBezTo>
                  <a:lnTo>
                    <a:pt x="49" y="26"/>
                  </a:lnTo>
                  <a:lnTo>
                    <a:pt x="49" y="26"/>
                  </a:lnTo>
                  <a:cubicBezTo>
                    <a:pt x="43" y="24"/>
                    <a:pt x="43" y="9"/>
                    <a:pt x="43" y="1"/>
                  </a:cubicBezTo>
                  <a:close/>
                  <a:moveTo>
                    <a:pt x="49" y="26"/>
                  </a:moveTo>
                  <a:cubicBezTo>
                    <a:pt x="50" y="26"/>
                    <a:pt x="50" y="26"/>
                    <a:pt x="51" y="26"/>
                  </a:cubicBezTo>
                  <a:lnTo>
                    <a:pt x="49" y="26"/>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7"/>
            <p:cNvSpPr/>
            <p:nvPr/>
          </p:nvSpPr>
          <p:spPr>
            <a:xfrm>
              <a:off x="-98775" y="1976525"/>
              <a:ext cx="650" cy="225"/>
            </a:xfrm>
            <a:custGeom>
              <a:rect b="b" l="l" r="r" t="t"/>
              <a:pathLst>
                <a:path extrusionOk="0" h="9" w="26">
                  <a:moveTo>
                    <a:pt x="0" y="0"/>
                  </a:moveTo>
                  <a:cubicBezTo>
                    <a:pt x="9" y="9"/>
                    <a:pt x="17" y="9"/>
                    <a:pt x="26" y="9"/>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7"/>
            <p:cNvSpPr/>
            <p:nvPr/>
          </p:nvSpPr>
          <p:spPr>
            <a:xfrm>
              <a:off x="-99000" y="1975875"/>
              <a:ext cx="25" cy="25"/>
            </a:xfrm>
            <a:custGeom>
              <a:rect b="b" l="l" r="r" t="t"/>
              <a:pathLst>
                <a:path extrusionOk="0" h="1" w="1">
                  <a:moveTo>
                    <a:pt x="1" y="1"/>
                  </a:moveTo>
                  <a:lnTo>
                    <a:pt x="1" y="1"/>
                  </a:lnTo>
                  <a:cubicBezTo>
                    <a:pt x="1" y="1"/>
                    <a:pt x="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7"/>
            <p:cNvSpPr/>
            <p:nvPr/>
          </p:nvSpPr>
          <p:spPr>
            <a:xfrm>
              <a:off x="-113600" y="1958750"/>
              <a:ext cx="1100" cy="450"/>
            </a:xfrm>
            <a:custGeom>
              <a:rect b="b" l="l" r="r" t="t"/>
              <a:pathLst>
                <a:path extrusionOk="0" h="18" w="44">
                  <a:moveTo>
                    <a:pt x="1" y="1"/>
                  </a:moveTo>
                  <a:cubicBezTo>
                    <a:pt x="9" y="9"/>
                    <a:pt x="18" y="18"/>
                    <a:pt x="35" y="18"/>
                  </a:cubicBezTo>
                  <a:cubicBezTo>
                    <a:pt x="43" y="9"/>
                    <a:pt x="18"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7"/>
            <p:cNvSpPr/>
            <p:nvPr/>
          </p:nvSpPr>
          <p:spPr>
            <a:xfrm>
              <a:off x="-133900" y="1951150"/>
              <a:ext cx="450" cy="425"/>
            </a:xfrm>
            <a:custGeom>
              <a:rect b="b" l="l" r="r" t="t"/>
              <a:pathLst>
                <a:path extrusionOk="0" h="17" w="18">
                  <a:moveTo>
                    <a:pt x="1" y="0"/>
                  </a:moveTo>
                  <a:lnTo>
                    <a:pt x="1" y="0"/>
                  </a:lnTo>
                  <a:cubicBezTo>
                    <a:pt x="9" y="9"/>
                    <a:pt x="9" y="17"/>
                    <a:pt x="18" y="17"/>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7"/>
            <p:cNvSpPr/>
            <p:nvPr/>
          </p:nvSpPr>
          <p:spPr>
            <a:xfrm>
              <a:off x="-144675" y="1957050"/>
              <a:ext cx="225" cy="25"/>
            </a:xfrm>
            <a:custGeom>
              <a:rect b="b" l="l" r="r" t="t"/>
              <a:pathLst>
                <a:path extrusionOk="0" h="1" w="9">
                  <a:moveTo>
                    <a:pt x="9" y="1"/>
                  </a:moveTo>
                  <a:lnTo>
                    <a:pt x="0" y="1"/>
                  </a:lnTo>
                  <a:cubicBezTo>
                    <a:pt x="0" y="1"/>
                    <a:pt x="0"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7"/>
            <p:cNvSpPr/>
            <p:nvPr/>
          </p:nvSpPr>
          <p:spPr>
            <a:xfrm>
              <a:off x="-147225" y="1956600"/>
              <a:ext cx="2575" cy="525"/>
            </a:xfrm>
            <a:custGeom>
              <a:rect b="b" l="l" r="r" t="t"/>
              <a:pathLst>
                <a:path extrusionOk="0" h="21" w="103">
                  <a:moveTo>
                    <a:pt x="38" y="0"/>
                  </a:moveTo>
                  <a:cubicBezTo>
                    <a:pt x="34" y="0"/>
                    <a:pt x="30" y="1"/>
                    <a:pt x="26" y="2"/>
                  </a:cubicBezTo>
                  <a:lnTo>
                    <a:pt x="1" y="2"/>
                  </a:lnTo>
                  <a:cubicBezTo>
                    <a:pt x="23" y="2"/>
                    <a:pt x="63" y="21"/>
                    <a:pt x="90" y="21"/>
                  </a:cubicBezTo>
                  <a:cubicBezTo>
                    <a:pt x="95" y="21"/>
                    <a:pt x="99" y="20"/>
                    <a:pt x="102" y="19"/>
                  </a:cubicBezTo>
                  <a:cubicBezTo>
                    <a:pt x="88" y="19"/>
                    <a:pt x="61" y="0"/>
                    <a:pt x="3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sp>
        <p:nvSpPr>
          <p:cNvPr id="5260" name="Google Shape;5260;p58"/>
          <p:cNvSpPr txBox="1"/>
          <p:nvPr>
            <p:ph type="title"/>
          </p:nvPr>
        </p:nvSpPr>
        <p:spPr>
          <a:xfrm>
            <a:off x="2041350" y="565425"/>
            <a:ext cx="5061300" cy="90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56,800</a:t>
            </a:r>
            <a:endParaRPr/>
          </a:p>
        </p:txBody>
      </p:sp>
      <p:sp>
        <p:nvSpPr>
          <p:cNvPr id="5261" name="Google Shape;5261;p58"/>
          <p:cNvSpPr txBox="1"/>
          <p:nvPr>
            <p:ph idx="1" type="subTitle"/>
          </p:nvPr>
        </p:nvSpPr>
        <p:spPr>
          <a:xfrm>
            <a:off x="3297900" y="1469625"/>
            <a:ext cx="2548200" cy="2544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Deaths by TBI in 2014</a:t>
            </a:r>
            <a:endParaRPr/>
          </a:p>
        </p:txBody>
      </p:sp>
      <p:sp>
        <p:nvSpPr>
          <p:cNvPr id="5262" name="Google Shape;5262;p58"/>
          <p:cNvSpPr txBox="1"/>
          <p:nvPr>
            <p:ph idx="2" type="title"/>
          </p:nvPr>
        </p:nvSpPr>
        <p:spPr>
          <a:xfrm>
            <a:off x="2041350" y="1992450"/>
            <a:ext cx="5061300" cy="90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288,000</a:t>
            </a:r>
            <a:endParaRPr/>
          </a:p>
        </p:txBody>
      </p:sp>
      <p:sp>
        <p:nvSpPr>
          <p:cNvPr id="5263" name="Google Shape;5263;p58"/>
          <p:cNvSpPr txBox="1"/>
          <p:nvPr>
            <p:ph idx="3" type="subTitle"/>
          </p:nvPr>
        </p:nvSpPr>
        <p:spPr>
          <a:xfrm>
            <a:off x="3297900" y="2896650"/>
            <a:ext cx="2548200" cy="2544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Diagnosed cases</a:t>
            </a:r>
            <a:endParaRPr/>
          </a:p>
        </p:txBody>
      </p:sp>
      <p:sp>
        <p:nvSpPr>
          <p:cNvPr id="5264" name="Google Shape;5264;p58"/>
          <p:cNvSpPr txBox="1"/>
          <p:nvPr>
            <p:ph idx="4" type="title"/>
          </p:nvPr>
        </p:nvSpPr>
        <p:spPr>
          <a:xfrm>
            <a:off x="2041350" y="3419475"/>
            <a:ext cx="5061300" cy="90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23,000</a:t>
            </a:r>
            <a:endParaRPr/>
          </a:p>
        </p:txBody>
      </p:sp>
      <p:sp>
        <p:nvSpPr>
          <p:cNvPr id="5265" name="Google Shape;5265;p58"/>
          <p:cNvSpPr txBox="1"/>
          <p:nvPr>
            <p:ph idx="5" type="subTitle"/>
          </p:nvPr>
        </p:nvSpPr>
        <p:spPr>
          <a:xfrm>
            <a:off x="3297900" y="4323675"/>
            <a:ext cx="2548200" cy="2544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Cases among children</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69" name="Shape 5269"/>
        <p:cNvGrpSpPr/>
        <p:nvPr/>
      </p:nvGrpSpPr>
      <p:grpSpPr>
        <a:xfrm>
          <a:off x="0" y="0"/>
          <a:ext cx="0" cy="0"/>
          <a:chOff x="0" y="0"/>
          <a:chExt cx="0" cy="0"/>
        </a:xfrm>
      </p:grpSpPr>
      <p:sp>
        <p:nvSpPr>
          <p:cNvPr id="5270" name="Google Shape;5270;p59"/>
          <p:cNvSpPr txBox="1"/>
          <p:nvPr>
            <p:ph idx="1" type="body"/>
          </p:nvPr>
        </p:nvSpPr>
        <p:spPr>
          <a:xfrm>
            <a:off x="1453600" y="2008400"/>
            <a:ext cx="6373800" cy="8250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Jupiter is a gas giant and the biggest planet in the Solar System</a:t>
            </a:r>
            <a:endParaRPr/>
          </a:p>
        </p:txBody>
      </p:sp>
      <p:sp>
        <p:nvSpPr>
          <p:cNvPr id="5271" name="Google Shape;5271;p59"/>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POST-PREVENTION</a:t>
            </a:r>
            <a:endParaRPr/>
          </a:p>
        </p:txBody>
      </p:sp>
      <p:sp>
        <p:nvSpPr>
          <p:cNvPr id="5272" name="Google Shape;5272;p59"/>
          <p:cNvSpPr txBox="1"/>
          <p:nvPr>
            <p:ph idx="3" type="subTitle"/>
          </p:nvPr>
        </p:nvSpPr>
        <p:spPr>
          <a:xfrm>
            <a:off x="3397600" y="1329375"/>
            <a:ext cx="2485800" cy="6789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JUPITER</a:t>
            </a:r>
            <a:endParaRPr/>
          </a:p>
        </p:txBody>
      </p:sp>
      <p:sp>
        <p:nvSpPr>
          <p:cNvPr id="5273" name="Google Shape;5273;p59"/>
          <p:cNvSpPr txBox="1"/>
          <p:nvPr>
            <p:ph idx="2" type="body"/>
          </p:nvPr>
        </p:nvSpPr>
        <p:spPr>
          <a:xfrm>
            <a:off x="1453600" y="3780025"/>
            <a:ext cx="6373800" cy="8316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Despite being red, Mars is a cold place. It’s full of iron oxide dust</a:t>
            </a:r>
            <a:endParaRPr/>
          </a:p>
        </p:txBody>
      </p:sp>
      <p:sp>
        <p:nvSpPr>
          <p:cNvPr id="5274" name="Google Shape;5274;p59"/>
          <p:cNvSpPr txBox="1"/>
          <p:nvPr>
            <p:ph idx="4" type="subTitle"/>
          </p:nvPr>
        </p:nvSpPr>
        <p:spPr>
          <a:xfrm>
            <a:off x="3397600" y="3101025"/>
            <a:ext cx="2485800" cy="6789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MARS</a:t>
            </a:r>
            <a:endParaRPr/>
          </a:p>
        </p:txBody>
      </p:sp>
      <p:sp>
        <p:nvSpPr>
          <p:cNvPr id="5275" name="Google Shape;5275;p59"/>
          <p:cNvSpPr/>
          <p:nvPr/>
        </p:nvSpPr>
        <p:spPr>
          <a:xfrm rot="3636019">
            <a:off x="6654796" y="1826386"/>
            <a:ext cx="1120" cy="32"/>
          </a:xfrm>
          <a:custGeom>
            <a:rect b="b" l="l" r="r" t="t"/>
            <a:pathLst>
              <a:path extrusionOk="0" h="1" w="35">
                <a:moveTo>
                  <a:pt x="1" y="0"/>
                </a:moveTo>
                <a:lnTo>
                  <a:pt x="35" y="0"/>
                </a:lnTo>
                <a:cubicBezTo>
                  <a:pt x="26" y="0"/>
                  <a:pt x="9"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9"/>
          <p:cNvSpPr/>
          <p:nvPr/>
        </p:nvSpPr>
        <p:spPr>
          <a:xfrm rot="3636019">
            <a:off x="6652861" y="1815816"/>
            <a:ext cx="576" cy="32"/>
          </a:xfrm>
          <a:custGeom>
            <a:rect b="b" l="l" r="r" t="t"/>
            <a:pathLst>
              <a:path extrusionOk="0" h="1" w="18">
                <a:moveTo>
                  <a:pt x="18" y="1"/>
                </a:moveTo>
                <a:lnTo>
                  <a:pt x="1" y="1"/>
                </a:lnTo>
                <a:cubicBezTo>
                  <a:pt x="9" y="1"/>
                  <a:pt x="9" y="1"/>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9"/>
          <p:cNvSpPr/>
          <p:nvPr/>
        </p:nvSpPr>
        <p:spPr>
          <a:xfrm rot="3636019">
            <a:off x="6649994" y="1819011"/>
            <a:ext cx="576" cy="32"/>
          </a:xfrm>
          <a:custGeom>
            <a:rect b="b" l="l" r="r" t="t"/>
            <a:pathLst>
              <a:path extrusionOk="0" h="1" w="18">
                <a:moveTo>
                  <a:pt x="17" y="1"/>
                </a:move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9"/>
          <p:cNvSpPr/>
          <p:nvPr/>
        </p:nvSpPr>
        <p:spPr>
          <a:xfrm rot="3636019">
            <a:off x="6657700" y="1798369"/>
            <a:ext cx="288" cy="1377"/>
          </a:xfrm>
          <a:custGeom>
            <a:rect b="b" l="l" r="r" t="t"/>
            <a:pathLst>
              <a:path extrusionOk="0" h="43" w="9">
                <a:moveTo>
                  <a:pt x="0" y="1"/>
                </a:moveTo>
                <a:cubicBezTo>
                  <a:pt x="0" y="18"/>
                  <a:pt x="0" y="26"/>
                  <a:pt x="9" y="43"/>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9"/>
          <p:cNvSpPr/>
          <p:nvPr/>
        </p:nvSpPr>
        <p:spPr>
          <a:xfrm rot="3636019">
            <a:off x="6649546" y="1815921"/>
            <a:ext cx="320" cy="320"/>
          </a:xfrm>
          <a:custGeom>
            <a:rect b="b" l="l" r="r" t="t"/>
            <a:pathLst>
              <a:path extrusionOk="0" h="10" w="10">
                <a:moveTo>
                  <a:pt x="1" y="1"/>
                </a:moveTo>
                <a:lnTo>
                  <a:pt x="1" y="1"/>
                </a:lnTo>
                <a:cubicBezTo>
                  <a:pt x="1" y="1"/>
                  <a:pt x="9"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9"/>
          <p:cNvSpPr/>
          <p:nvPr/>
        </p:nvSpPr>
        <p:spPr>
          <a:xfrm rot="3636019">
            <a:off x="6646204" y="1783871"/>
            <a:ext cx="576" cy="576"/>
          </a:xfrm>
          <a:custGeom>
            <a:rect b="b" l="l" r="r" t="t"/>
            <a:pathLst>
              <a:path extrusionOk="0" h="18" w="18">
                <a:moveTo>
                  <a:pt x="1" y="1"/>
                </a:moveTo>
                <a:cubicBezTo>
                  <a:pt x="9" y="18"/>
                  <a:pt x="17" y="18"/>
                  <a:pt x="17" y="18"/>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9"/>
          <p:cNvSpPr/>
          <p:nvPr/>
        </p:nvSpPr>
        <p:spPr>
          <a:xfrm rot="3636019">
            <a:off x="6636303" y="1794230"/>
            <a:ext cx="32" cy="32"/>
          </a:xfrm>
          <a:custGeom>
            <a:rect b="b" l="l" r="r" t="t"/>
            <a:pathLst>
              <a:path extrusionOk="0" h="1" w="1">
                <a:moveTo>
                  <a:pt x="0" y="1"/>
                </a:move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9"/>
          <p:cNvSpPr/>
          <p:nvPr/>
        </p:nvSpPr>
        <p:spPr>
          <a:xfrm rot="3636019">
            <a:off x="6651840" y="1806935"/>
            <a:ext cx="32" cy="32"/>
          </a:xfrm>
          <a:custGeom>
            <a:rect b="b" l="l" r="r" t="t"/>
            <a:pathLst>
              <a:path extrusionOk="0" h="1" w="1">
                <a:moveTo>
                  <a:pt x="0" y="0"/>
                </a:moveTo>
                <a:lnTo>
                  <a:pt x="0" y="0"/>
                </a:lnTo>
                <a:cubicBezTo>
                  <a:pt x="0" y="0"/>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9"/>
          <p:cNvSpPr/>
          <p:nvPr/>
        </p:nvSpPr>
        <p:spPr>
          <a:xfrm rot="3636019">
            <a:off x="6636303" y="1794230"/>
            <a:ext cx="32" cy="32"/>
          </a:xfrm>
          <a:custGeom>
            <a:rect b="b" l="l" r="r" t="t"/>
            <a:pathLst>
              <a:path extrusionOk="0" h="1" w="1">
                <a:moveTo>
                  <a:pt x="0" y="1"/>
                </a:move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9"/>
          <p:cNvSpPr/>
          <p:nvPr/>
        </p:nvSpPr>
        <p:spPr>
          <a:xfrm rot="3636019">
            <a:off x="6657147" y="1848402"/>
            <a:ext cx="576" cy="288"/>
          </a:xfrm>
          <a:custGeom>
            <a:rect b="b" l="l" r="r" t="t"/>
            <a:pathLst>
              <a:path extrusionOk="0" h="9" w="18">
                <a:moveTo>
                  <a:pt x="1" y="0"/>
                </a:moveTo>
                <a:cubicBezTo>
                  <a:pt x="1" y="0"/>
                  <a:pt x="1" y="6"/>
                  <a:pt x="10" y="8"/>
                </a:cubicBezTo>
                <a:lnTo>
                  <a:pt x="10" y="8"/>
                </a:lnTo>
                <a:cubicBezTo>
                  <a:pt x="8" y="7"/>
                  <a:pt x="5" y="5"/>
                  <a:pt x="1" y="0"/>
                </a:cubicBezTo>
                <a:close/>
                <a:moveTo>
                  <a:pt x="10" y="8"/>
                </a:moveTo>
                <a:cubicBezTo>
                  <a:pt x="12" y="9"/>
                  <a:pt x="14" y="9"/>
                  <a:pt x="18" y="9"/>
                </a:cubicBezTo>
                <a:cubicBezTo>
                  <a:pt x="15" y="9"/>
                  <a:pt x="12" y="9"/>
                  <a:pt x="10" y="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9"/>
          <p:cNvSpPr/>
          <p:nvPr/>
        </p:nvSpPr>
        <p:spPr>
          <a:xfrm rot="3636019">
            <a:off x="6651663" y="1839419"/>
            <a:ext cx="320" cy="32"/>
          </a:xfrm>
          <a:custGeom>
            <a:rect b="b" l="l" r="r" t="t"/>
            <a:pathLst>
              <a:path extrusionOk="0" h="1" w="10">
                <a:moveTo>
                  <a:pt x="9" y="0"/>
                </a:move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9"/>
          <p:cNvSpPr/>
          <p:nvPr/>
        </p:nvSpPr>
        <p:spPr>
          <a:xfrm rot="3636019">
            <a:off x="6636017" y="1793350"/>
            <a:ext cx="544" cy="576"/>
          </a:xfrm>
          <a:custGeom>
            <a:rect b="b" l="l" r="r" t="t"/>
            <a:pathLst>
              <a:path extrusionOk="0" h="18" w="17">
                <a:moveTo>
                  <a:pt x="17" y="18"/>
                </a:moveTo>
                <a:cubicBezTo>
                  <a:pt x="8" y="9"/>
                  <a:pt x="8" y="1"/>
                  <a:pt x="0" y="1"/>
                </a:cubicBezTo>
                <a:cubicBezTo>
                  <a:pt x="8" y="1"/>
                  <a:pt x="8" y="9"/>
                  <a:pt x="17"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9"/>
          <p:cNvSpPr/>
          <p:nvPr/>
        </p:nvSpPr>
        <p:spPr>
          <a:xfrm rot="3636019">
            <a:off x="6658710" y="1827066"/>
            <a:ext cx="2113" cy="1088"/>
          </a:xfrm>
          <a:custGeom>
            <a:rect b="b" l="l" r="r" t="t"/>
            <a:pathLst>
              <a:path extrusionOk="0" h="34" w="66">
                <a:moveTo>
                  <a:pt x="38" y="0"/>
                </a:moveTo>
                <a:cubicBezTo>
                  <a:pt x="30" y="0"/>
                  <a:pt x="18" y="2"/>
                  <a:pt x="0" y="8"/>
                </a:cubicBezTo>
                <a:cubicBezTo>
                  <a:pt x="17" y="8"/>
                  <a:pt x="43" y="17"/>
                  <a:pt x="34" y="34"/>
                </a:cubicBezTo>
                <a:cubicBezTo>
                  <a:pt x="47" y="27"/>
                  <a:pt x="66" y="0"/>
                  <a:pt x="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9"/>
          <p:cNvSpPr/>
          <p:nvPr/>
        </p:nvSpPr>
        <p:spPr>
          <a:xfrm rot="3636019">
            <a:off x="6659591" y="1843316"/>
            <a:ext cx="2209" cy="576"/>
          </a:xfrm>
          <a:custGeom>
            <a:rect b="b" l="l" r="r" t="t"/>
            <a:pathLst>
              <a:path extrusionOk="0" h="18" w="69">
                <a:moveTo>
                  <a:pt x="68" y="0"/>
                </a:moveTo>
                <a:lnTo>
                  <a:pt x="1" y="17"/>
                </a:lnTo>
                <a:lnTo>
                  <a:pt x="9" y="17"/>
                </a:lnTo>
                <a:lnTo>
                  <a:pt x="6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9"/>
          <p:cNvSpPr/>
          <p:nvPr/>
        </p:nvSpPr>
        <p:spPr>
          <a:xfrm rot="3636019">
            <a:off x="6654083" y="1850486"/>
            <a:ext cx="6531" cy="2465"/>
          </a:xfrm>
          <a:custGeom>
            <a:rect b="b" l="l" r="r" t="t"/>
            <a:pathLst>
              <a:path extrusionOk="0" h="77" w="204">
                <a:moveTo>
                  <a:pt x="144" y="0"/>
                </a:moveTo>
                <a:cubicBezTo>
                  <a:pt x="0" y="0"/>
                  <a:pt x="161" y="34"/>
                  <a:pt x="60" y="43"/>
                </a:cubicBezTo>
                <a:cubicBezTo>
                  <a:pt x="119" y="43"/>
                  <a:pt x="153" y="68"/>
                  <a:pt x="144" y="76"/>
                </a:cubicBezTo>
                <a:cubicBezTo>
                  <a:pt x="203" y="43"/>
                  <a:pt x="43" y="43"/>
                  <a:pt x="1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9"/>
          <p:cNvSpPr/>
          <p:nvPr/>
        </p:nvSpPr>
        <p:spPr>
          <a:xfrm rot="3636019">
            <a:off x="6655807" y="1849995"/>
            <a:ext cx="864" cy="32"/>
          </a:xfrm>
          <a:custGeom>
            <a:rect b="b" l="l" r="r" t="t"/>
            <a:pathLst>
              <a:path extrusionOk="0" h="1" w="27">
                <a:moveTo>
                  <a:pt x="26" y="1"/>
                </a:move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9"/>
          <p:cNvSpPr/>
          <p:nvPr/>
        </p:nvSpPr>
        <p:spPr>
          <a:xfrm rot="3636019">
            <a:off x="6642178" y="1824281"/>
            <a:ext cx="832" cy="288"/>
          </a:xfrm>
          <a:custGeom>
            <a:rect b="b" l="l" r="r" t="t"/>
            <a:pathLst>
              <a:path extrusionOk="0" h="9" w="26">
                <a:moveTo>
                  <a:pt x="26" y="0"/>
                </a:moveTo>
                <a:cubicBezTo>
                  <a:pt x="22" y="0"/>
                  <a:pt x="17" y="2"/>
                  <a:pt x="13" y="4"/>
                </a:cubicBezTo>
                <a:lnTo>
                  <a:pt x="13" y="4"/>
                </a:lnTo>
                <a:lnTo>
                  <a:pt x="26" y="0"/>
                </a:lnTo>
                <a:close/>
                <a:moveTo>
                  <a:pt x="13" y="4"/>
                </a:moveTo>
                <a:lnTo>
                  <a:pt x="1" y="9"/>
                </a:lnTo>
                <a:cubicBezTo>
                  <a:pt x="5" y="9"/>
                  <a:pt x="9" y="7"/>
                  <a:pt x="13" y="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9"/>
          <p:cNvSpPr/>
          <p:nvPr/>
        </p:nvSpPr>
        <p:spPr>
          <a:xfrm rot="3636019">
            <a:off x="6645355" y="1840253"/>
            <a:ext cx="7363" cy="2753"/>
          </a:xfrm>
          <a:custGeom>
            <a:rect b="b" l="l" r="r" t="t"/>
            <a:pathLst>
              <a:path extrusionOk="0" h="86" w="230">
                <a:moveTo>
                  <a:pt x="229" y="1"/>
                </a:moveTo>
                <a:cubicBezTo>
                  <a:pt x="162" y="35"/>
                  <a:pt x="1" y="60"/>
                  <a:pt x="18" y="86"/>
                </a:cubicBezTo>
                <a:cubicBezTo>
                  <a:pt x="60" y="86"/>
                  <a:pt x="111" y="77"/>
                  <a:pt x="153" y="52"/>
                </a:cubicBezTo>
                <a:lnTo>
                  <a:pt x="136" y="52"/>
                </a:lnTo>
                <a:lnTo>
                  <a:pt x="2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9"/>
          <p:cNvSpPr/>
          <p:nvPr/>
        </p:nvSpPr>
        <p:spPr>
          <a:xfrm rot="3636019">
            <a:off x="6652173" y="1808551"/>
            <a:ext cx="832" cy="640"/>
          </a:xfrm>
          <a:custGeom>
            <a:rect b="b" l="l" r="r" t="t"/>
            <a:pathLst>
              <a:path extrusionOk="0" h="20" w="26">
                <a:moveTo>
                  <a:pt x="17" y="0"/>
                </a:moveTo>
                <a:cubicBezTo>
                  <a:pt x="17" y="7"/>
                  <a:pt x="0" y="19"/>
                  <a:pt x="3" y="19"/>
                </a:cubicBezTo>
                <a:cubicBezTo>
                  <a:pt x="3" y="19"/>
                  <a:pt x="5" y="19"/>
                  <a:pt x="8" y="17"/>
                </a:cubicBezTo>
                <a:lnTo>
                  <a:pt x="25" y="17"/>
                </a:lnTo>
                <a:lnTo>
                  <a:pt x="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9"/>
          <p:cNvSpPr/>
          <p:nvPr/>
        </p:nvSpPr>
        <p:spPr>
          <a:xfrm rot="3636019">
            <a:off x="6652893" y="1808804"/>
            <a:ext cx="32" cy="32"/>
          </a:xfrm>
          <a:custGeom>
            <a:rect b="b" l="l" r="r" t="t"/>
            <a:pathLst>
              <a:path extrusionOk="0" h="1" w="1">
                <a:moveTo>
                  <a:pt x="1" y="0"/>
                </a:move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9"/>
          <p:cNvSpPr/>
          <p:nvPr/>
        </p:nvSpPr>
        <p:spPr>
          <a:xfrm rot="3636019">
            <a:off x="6645495" y="1829445"/>
            <a:ext cx="3009" cy="576"/>
          </a:xfrm>
          <a:custGeom>
            <a:rect b="b" l="l" r="r" t="t"/>
            <a:pathLst>
              <a:path extrusionOk="0" h="18" w="94">
                <a:moveTo>
                  <a:pt x="93" y="1"/>
                </a:moveTo>
                <a:cubicBezTo>
                  <a:pt x="76" y="1"/>
                  <a:pt x="0" y="1"/>
                  <a:pt x="9" y="18"/>
                </a:cubicBezTo>
                <a:cubicBezTo>
                  <a:pt x="34" y="18"/>
                  <a:pt x="68" y="9"/>
                  <a:pt x="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9"/>
          <p:cNvSpPr/>
          <p:nvPr/>
        </p:nvSpPr>
        <p:spPr>
          <a:xfrm rot="3636019">
            <a:off x="6652225" y="1804753"/>
            <a:ext cx="576" cy="1120"/>
          </a:xfrm>
          <a:custGeom>
            <a:rect b="b" l="l" r="r" t="t"/>
            <a:pathLst>
              <a:path extrusionOk="0" h="35" w="18">
                <a:moveTo>
                  <a:pt x="1" y="1"/>
                </a:moveTo>
                <a:lnTo>
                  <a:pt x="1" y="9"/>
                </a:lnTo>
                <a:cubicBezTo>
                  <a:pt x="1" y="18"/>
                  <a:pt x="9" y="26"/>
                  <a:pt x="18" y="35"/>
                </a:cubicBezTo>
                <a:cubicBezTo>
                  <a:pt x="9" y="26"/>
                  <a:pt x="9"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9"/>
          <p:cNvSpPr/>
          <p:nvPr/>
        </p:nvSpPr>
        <p:spPr>
          <a:xfrm rot="3636019">
            <a:off x="6659532" y="1799941"/>
            <a:ext cx="576" cy="1921"/>
          </a:xfrm>
          <a:custGeom>
            <a:rect b="b" l="l" r="r" t="t"/>
            <a:pathLst>
              <a:path extrusionOk="0" h="60" w="18">
                <a:moveTo>
                  <a:pt x="9" y="1"/>
                </a:moveTo>
                <a:lnTo>
                  <a:pt x="0" y="9"/>
                </a:lnTo>
                <a:lnTo>
                  <a:pt x="17" y="60"/>
                </a:lnTo>
                <a:lnTo>
                  <a:pt x="17" y="52"/>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9"/>
          <p:cNvSpPr/>
          <p:nvPr/>
        </p:nvSpPr>
        <p:spPr>
          <a:xfrm rot="3636019">
            <a:off x="6633435" y="1795737"/>
            <a:ext cx="2817" cy="3713"/>
          </a:xfrm>
          <a:custGeom>
            <a:rect b="b" l="l" r="r" t="t"/>
            <a:pathLst>
              <a:path extrusionOk="0" h="116" w="88">
                <a:moveTo>
                  <a:pt x="18" y="0"/>
                </a:moveTo>
                <a:lnTo>
                  <a:pt x="18" y="0"/>
                </a:lnTo>
                <a:cubicBezTo>
                  <a:pt x="9" y="43"/>
                  <a:pt x="35" y="34"/>
                  <a:pt x="68" y="93"/>
                </a:cubicBezTo>
                <a:lnTo>
                  <a:pt x="1" y="43"/>
                </a:lnTo>
                <a:lnTo>
                  <a:pt x="1" y="43"/>
                </a:lnTo>
                <a:cubicBezTo>
                  <a:pt x="28" y="90"/>
                  <a:pt x="71" y="116"/>
                  <a:pt x="83" y="116"/>
                </a:cubicBezTo>
                <a:cubicBezTo>
                  <a:pt x="86" y="116"/>
                  <a:pt x="87" y="114"/>
                  <a:pt x="85" y="110"/>
                </a:cubicBezTo>
                <a:cubicBezTo>
                  <a:pt x="60" y="77"/>
                  <a:pt x="35" y="34"/>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9" name="Google Shape;5299;p59"/>
          <p:cNvGrpSpPr/>
          <p:nvPr/>
        </p:nvGrpSpPr>
        <p:grpSpPr>
          <a:xfrm>
            <a:off x="6620107" y="531945"/>
            <a:ext cx="2887201" cy="1887024"/>
            <a:chOff x="6620107" y="531945"/>
            <a:chExt cx="2887201" cy="1887024"/>
          </a:xfrm>
        </p:grpSpPr>
        <p:sp>
          <p:nvSpPr>
            <p:cNvPr id="5300" name="Google Shape;5300;p59"/>
            <p:cNvSpPr/>
            <p:nvPr/>
          </p:nvSpPr>
          <p:spPr>
            <a:xfrm rot="3636019">
              <a:off x="7012530" y="1807438"/>
              <a:ext cx="1921" cy="2721"/>
            </a:xfrm>
            <a:custGeom>
              <a:rect b="b" l="l" r="r" t="t"/>
              <a:pathLst>
                <a:path extrusionOk="0" h="85" w="60">
                  <a:moveTo>
                    <a:pt x="60" y="0"/>
                  </a:moveTo>
                  <a:lnTo>
                    <a:pt x="60" y="0"/>
                  </a:lnTo>
                  <a:cubicBezTo>
                    <a:pt x="34" y="34"/>
                    <a:pt x="9" y="68"/>
                    <a:pt x="0" y="85"/>
                  </a:cubicBezTo>
                  <a:lnTo>
                    <a:pt x="6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9"/>
            <p:cNvSpPr/>
            <p:nvPr/>
          </p:nvSpPr>
          <p:spPr>
            <a:xfrm rot="3636019">
              <a:off x="6962185" y="1801574"/>
              <a:ext cx="320" cy="576"/>
            </a:xfrm>
            <a:custGeom>
              <a:rect b="b" l="l" r="r" t="t"/>
              <a:pathLst>
                <a:path extrusionOk="0" h="18" w="10">
                  <a:moveTo>
                    <a:pt x="9" y="1"/>
                  </a:moveTo>
                  <a:lnTo>
                    <a:pt x="1" y="18"/>
                  </a:lnTo>
                  <a:lnTo>
                    <a:pt x="9" y="9"/>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9"/>
            <p:cNvSpPr/>
            <p:nvPr/>
          </p:nvSpPr>
          <p:spPr>
            <a:xfrm rot="3636019">
              <a:off x="6935914" y="1799638"/>
              <a:ext cx="3842" cy="6274"/>
            </a:xfrm>
            <a:custGeom>
              <a:rect b="b" l="l" r="r" t="t"/>
              <a:pathLst>
                <a:path extrusionOk="0" h="196" w="120">
                  <a:moveTo>
                    <a:pt x="119" y="1"/>
                  </a:moveTo>
                  <a:cubicBezTo>
                    <a:pt x="95" y="38"/>
                    <a:pt x="66" y="88"/>
                    <a:pt x="35" y="139"/>
                  </a:cubicBezTo>
                  <a:lnTo>
                    <a:pt x="35" y="139"/>
                  </a:lnTo>
                  <a:lnTo>
                    <a:pt x="119" y="1"/>
                  </a:lnTo>
                  <a:close/>
                  <a:moveTo>
                    <a:pt x="35" y="139"/>
                  </a:moveTo>
                  <a:lnTo>
                    <a:pt x="1" y="195"/>
                  </a:lnTo>
                  <a:cubicBezTo>
                    <a:pt x="12" y="177"/>
                    <a:pt x="24" y="158"/>
                    <a:pt x="35" y="13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9"/>
            <p:cNvSpPr/>
            <p:nvPr/>
          </p:nvSpPr>
          <p:spPr>
            <a:xfrm rot="3636019">
              <a:off x="6999977" y="1792990"/>
              <a:ext cx="2369" cy="4354"/>
            </a:xfrm>
            <a:custGeom>
              <a:rect b="b" l="l" r="r" t="t"/>
              <a:pathLst>
                <a:path extrusionOk="0" h="136" w="74">
                  <a:moveTo>
                    <a:pt x="73" y="1"/>
                  </a:moveTo>
                  <a:cubicBezTo>
                    <a:pt x="72" y="1"/>
                    <a:pt x="71" y="3"/>
                    <a:pt x="68" y="9"/>
                  </a:cubicBezTo>
                  <a:cubicBezTo>
                    <a:pt x="51" y="43"/>
                    <a:pt x="26" y="94"/>
                    <a:pt x="1" y="136"/>
                  </a:cubicBezTo>
                  <a:cubicBezTo>
                    <a:pt x="43" y="65"/>
                    <a:pt x="73" y="1"/>
                    <a:pt x="7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9"/>
            <p:cNvSpPr/>
            <p:nvPr/>
          </p:nvSpPr>
          <p:spPr>
            <a:xfrm rot="3636019">
              <a:off x="6995045" y="1793352"/>
              <a:ext cx="2209" cy="4098"/>
            </a:xfrm>
            <a:custGeom>
              <a:rect b="b" l="l" r="r" t="t"/>
              <a:pathLst>
                <a:path extrusionOk="0" h="128" w="69">
                  <a:moveTo>
                    <a:pt x="69" y="0"/>
                  </a:moveTo>
                  <a:lnTo>
                    <a:pt x="1" y="127"/>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9"/>
            <p:cNvSpPr/>
            <p:nvPr/>
          </p:nvSpPr>
          <p:spPr>
            <a:xfrm rot="3636019">
              <a:off x="6947759" y="1794543"/>
              <a:ext cx="864" cy="1377"/>
            </a:xfrm>
            <a:custGeom>
              <a:rect b="b" l="l" r="r" t="t"/>
              <a:pathLst>
                <a:path extrusionOk="0" h="43" w="27">
                  <a:moveTo>
                    <a:pt x="26" y="0"/>
                  </a:moveTo>
                  <a:lnTo>
                    <a:pt x="18" y="9"/>
                  </a:lnTo>
                  <a:lnTo>
                    <a:pt x="1" y="43"/>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9"/>
            <p:cNvSpPr/>
            <p:nvPr/>
          </p:nvSpPr>
          <p:spPr>
            <a:xfrm rot="3636019">
              <a:off x="6966937" y="1800665"/>
              <a:ext cx="32" cy="32"/>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9"/>
            <p:cNvSpPr/>
            <p:nvPr/>
          </p:nvSpPr>
          <p:spPr>
            <a:xfrm rot="3636019">
              <a:off x="6943141" y="1795343"/>
              <a:ext cx="8387" cy="12389"/>
            </a:xfrm>
            <a:custGeom>
              <a:rect b="b" l="l" r="r" t="t"/>
              <a:pathLst>
                <a:path extrusionOk="0" h="387" w="262">
                  <a:moveTo>
                    <a:pt x="247" y="1"/>
                  </a:moveTo>
                  <a:cubicBezTo>
                    <a:pt x="245" y="1"/>
                    <a:pt x="237" y="9"/>
                    <a:pt x="222" y="27"/>
                  </a:cubicBezTo>
                  <a:cubicBezTo>
                    <a:pt x="159" y="137"/>
                    <a:pt x="1" y="387"/>
                    <a:pt x="20" y="387"/>
                  </a:cubicBezTo>
                  <a:cubicBezTo>
                    <a:pt x="22" y="387"/>
                    <a:pt x="24" y="385"/>
                    <a:pt x="28" y="382"/>
                  </a:cubicBezTo>
                  <a:cubicBezTo>
                    <a:pt x="13" y="375"/>
                    <a:pt x="262" y="1"/>
                    <a:pt x="24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9"/>
            <p:cNvSpPr/>
            <p:nvPr/>
          </p:nvSpPr>
          <p:spPr>
            <a:xfrm rot="3636019">
              <a:off x="6938736" y="1794941"/>
              <a:ext cx="6819" cy="11140"/>
            </a:xfrm>
            <a:custGeom>
              <a:rect b="b" l="l" r="r" t="t"/>
              <a:pathLst>
                <a:path extrusionOk="0" h="348" w="213">
                  <a:moveTo>
                    <a:pt x="212" y="0"/>
                  </a:moveTo>
                  <a:cubicBezTo>
                    <a:pt x="170" y="68"/>
                    <a:pt x="119" y="136"/>
                    <a:pt x="68" y="203"/>
                  </a:cubicBezTo>
                  <a:cubicBezTo>
                    <a:pt x="60" y="229"/>
                    <a:pt x="77" y="220"/>
                    <a:pt x="1" y="347"/>
                  </a:cubicBezTo>
                  <a:lnTo>
                    <a:pt x="21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9"/>
            <p:cNvSpPr/>
            <p:nvPr/>
          </p:nvSpPr>
          <p:spPr>
            <a:xfrm rot="3636019">
              <a:off x="6928546" y="1787389"/>
              <a:ext cx="6242" cy="10052"/>
            </a:xfrm>
            <a:custGeom>
              <a:rect b="b" l="l" r="r" t="t"/>
              <a:pathLst>
                <a:path extrusionOk="0" h="314" w="195">
                  <a:moveTo>
                    <a:pt x="195" y="0"/>
                  </a:moveTo>
                  <a:lnTo>
                    <a:pt x="178" y="25"/>
                  </a:lnTo>
                  <a:lnTo>
                    <a:pt x="0" y="313"/>
                  </a:lnTo>
                  <a:lnTo>
                    <a:pt x="26" y="288"/>
                  </a:lnTo>
                  <a:lnTo>
                    <a:pt x="19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9"/>
            <p:cNvSpPr/>
            <p:nvPr/>
          </p:nvSpPr>
          <p:spPr>
            <a:xfrm rot="3636019">
              <a:off x="6846159" y="1678803"/>
              <a:ext cx="288" cy="1377"/>
            </a:xfrm>
            <a:custGeom>
              <a:rect b="b" l="l" r="r" t="t"/>
              <a:pathLst>
                <a:path extrusionOk="0" h="43" w="9">
                  <a:moveTo>
                    <a:pt x="0" y="1"/>
                  </a:moveTo>
                  <a:cubicBezTo>
                    <a:pt x="0" y="34"/>
                    <a:pt x="0" y="43"/>
                    <a:pt x="9" y="43"/>
                  </a:cubicBezTo>
                  <a:cubicBezTo>
                    <a:pt x="9" y="26"/>
                    <a:pt x="0" y="18"/>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9"/>
            <p:cNvSpPr/>
            <p:nvPr/>
          </p:nvSpPr>
          <p:spPr>
            <a:xfrm rot="3636019">
              <a:off x="6784767" y="1761229"/>
              <a:ext cx="42001" cy="65018"/>
            </a:xfrm>
            <a:custGeom>
              <a:rect b="b" l="l" r="r" t="t"/>
              <a:pathLst>
                <a:path extrusionOk="0" h="2031" w="1312">
                  <a:moveTo>
                    <a:pt x="1311" y="1"/>
                  </a:moveTo>
                  <a:cubicBezTo>
                    <a:pt x="1276" y="55"/>
                    <a:pt x="1247" y="101"/>
                    <a:pt x="1221" y="141"/>
                  </a:cubicBezTo>
                  <a:lnTo>
                    <a:pt x="1221" y="141"/>
                  </a:lnTo>
                  <a:cubicBezTo>
                    <a:pt x="1264" y="85"/>
                    <a:pt x="1290" y="43"/>
                    <a:pt x="1311" y="1"/>
                  </a:cubicBezTo>
                  <a:close/>
                  <a:moveTo>
                    <a:pt x="1221" y="141"/>
                  </a:moveTo>
                  <a:lnTo>
                    <a:pt x="1221" y="141"/>
                  </a:lnTo>
                  <a:cubicBezTo>
                    <a:pt x="1213" y="153"/>
                    <a:pt x="1203" y="165"/>
                    <a:pt x="1193" y="178"/>
                  </a:cubicBezTo>
                  <a:cubicBezTo>
                    <a:pt x="1110" y="317"/>
                    <a:pt x="1015" y="433"/>
                    <a:pt x="1002" y="433"/>
                  </a:cubicBezTo>
                  <a:cubicBezTo>
                    <a:pt x="1000" y="433"/>
                    <a:pt x="1001" y="427"/>
                    <a:pt x="1007" y="415"/>
                  </a:cubicBezTo>
                  <a:lnTo>
                    <a:pt x="1007" y="415"/>
                  </a:lnTo>
                  <a:cubicBezTo>
                    <a:pt x="795" y="770"/>
                    <a:pt x="770" y="762"/>
                    <a:pt x="770" y="830"/>
                  </a:cubicBezTo>
                  <a:cubicBezTo>
                    <a:pt x="678" y="986"/>
                    <a:pt x="565" y="1138"/>
                    <a:pt x="555" y="1138"/>
                  </a:cubicBezTo>
                  <a:cubicBezTo>
                    <a:pt x="550" y="1138"/>
                    <a:pt x="567" y="1105"/>
                    <a:pt x="618" y="1024"/>
                  </a:cubicBezTo>
                  <a:lnTo>
                    <a:pt x="618" y="1024"/>
                  </a:lnTo>
                  <a:lnTo>
                    <a:pt x="203" y="1667"/>
                  </a:lnTo>
                  <a:lnTo>
                    <a:pt x="465" y="1295"/>
                  </a:lnTo>
                  <a:lnTo>
                    <a:pt x="465" y="1295"/>
                  </a:lnTo>
                  <a:cubicBezTo>
                    <a:pt x="423" y="1413"/>
                    <a:pt x="42" y="1887"/>
                    <a:pt x="0" y="2031"/>
                  </a:cubicBezTo>
                  <a:lnTo>
                    <a:pt x="457" y="1346"/>
                  </a:lnTo>
                  <a:lnTo>
                    <a:pt x="440" y="1388"/>
                  </a:lnTo>
                  <a:cubicBezTo>
                    <a:pt x="542" y="1219"/>
                    <a:pt x="753" y="923"/>
                    <a:pt x="829" y="821"/>
                  </a:cubicBezTo>
                  <a:lnTo>
                    <a:pt x="829" y="821"/>
                  </a:lnTo>
                  <a:cubicBezTo>
                    <a:pt x="821" y="838"/>
                    <a:pt x="829" y="830"/>
                    <a:pt x="753" y="957"/>
                  </a:cubicBezTo>
                  <a:cubicBezTo>
                    <a:pt x="1268" y="191"/>
                    <a:pt x="919" y="623"/>
                    <a:pt x="1221" y="14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9"/>
            <p:cNvSpPr/>
            <p:nvPr/>
          </p:nvSpPr>
          <p:spPr>
            <a:xfrm rot="3636019">
              <a:off x="6857288" y="1768964"/>
              <a:ext cx="36911" cy="61785"/>
            </a:xfrm>
            <a:custGeom>
              <a:rect b="b" l="l" r="r" t="t"/>
              <a:pathLst>
                <a:path extrusionOk="0" h="1930" w="1153">
                  <a:moveTo>
                    <a:pt x="1129" y="0"/>
                  </a:moveTo>
                  <a:cubicBezTo>
                    <a:pt x="1127" y="0"/>
                    <a:pt x="1120" y="6"/>
                    <a:pt x="1109" y="18"/>
                  </a:cubicBezTo>
                  <a:cubicBezTo>
                    <a:pt x="864" y="416"/>
                    <a:pt x="813" y="466"/>
                    <a:pt x="686" y="720"/>
                  </a:cubicBezTo>
                  <a:cubicBezTo>
                    <a:pt x="449" y="1075"/>
                    <a:pt x="272" y="1329"/>
                    <a:pt x="153" y="1490"/>
                  </a:cubicBezTo>
                  <a:cubicBezTo>
                    <a:pt x="85" y="1591"/>
                    <a:pt x="94" y="1617"/>
                    <a:pt x="9" y="1752"/>
                  </a:cubicBezTo>
                  <a:cubicBezTo>
                    <a:pt x="26" y="1727"/>
                    <a:pt x="43" y="1701"/>
                    <a:pt x="68" y="1659"/>
                  </a:cubicBezTo>
                  <a:lnTo>
                    <a:pt x="111" y="1676"/>
                  </a:lnTo>
                  <a:cubicBezTo>
                    <a:pt x="178" y="1558"/>
                    <a:pt x="255" y="1456"/>
                    <a:pt x="339" y="1329"/>
                  </a:cubicBezTo>
                  <a:lnTo>
                    <a:pt x="339" y="1329"/>
                  </a:lnTo>
                  <a:cubicBezTo>
                    <a:pt x="229" y="1532"/>
                    <a:pt x="111" y="1727"/>
                    <a:pt x="1" y="1930"/>
                  </a:cubicBezTo>
                  <a:cubicBezTo>
                    <a:pt x="119" y="1786"/>
                    <a:pt x="238" y="1634"/>
                    <a:pt x="339" y="1481"/>
                  </a:cubicBezTo>
                  <a:cubicBezTo>
                    <a:pt x="466" y="1287"/>
                    <a:pt x="593" y="1092"/>
                    <a:pt x="669" y="982"/>
                  </a:cubicBezTo>
                  <a:lnTo>
                    <a:pt x="669" y="982"/>
                  </a:lnTo>
                  <a:cubicBezTo>
                    <a:pt x="619" y="1043"/>
                    <a:pt x="600" y="1061"/>
                    <a:pt x="594" y="1061"/>
                  </a:cubicBezTo>
                  <a:cubicBezTo>
                    <a:pt x="586" y="1061"/>
                    <a:pt x="612" y="1017"/>
                    <a:pt x="608" y="1017"/>
                  </a:cubicBezTo>
                  <a:lnTo>
                    <a:pt x="608" y="1017"/>
                  </a:lnTo>
                  <a:cubicBezTo>
                    <a:pt x="604" y="1017"/>
                    <a:pt x="566" y="1068"/>
                    <a:pt x="415" y="1278"/>
                  </a:cubicBezTo>
                  <a:lnTo>
                    <a:pt x="576" y="957"/>
                  </a:lnTo>
                  <a:lnTo>
                    <a:pt x="906" y="475"/>
                  </a:lnTo>
                  <a:cubicBezTo>
                    <a:pt x="900" y="462"/>
                    <a:pt x="1024" y="251"/>
                    <a:pt x="1012" y="251"/>
                  </a:cubicBezTo>
                  <a:lnTo>
                    <a:pt x="1012" y="251"/>
                  </a:lnTo>
                  <a:cubicBezTo>
                    <a:pt x="1008" y="251"/>
                    <a:pt x="990" y="273"/>
                    <a:pt x="948" y="331"/>
                  </a:cubicBezTo>
                  <a:cubicBezTo>
                    <a:pt x="923" y="382"/>
                    <a:pt x="864" y="475"/>
                    <a:pt x="813" y="551"/>
                  </a:cubicBezTo>
                  <a:cubicBezTo>
                    <a:pt x="821" y="490"/>
                    <a:pt x="1153" y="0"/>
                    <a:pt x="112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9"/>
            <p:cNvSpPr/>
            <p:nvPr/>
          </p:nvSpPr>
          <p:spPr>
            <a:xfrm rot="3636019">
              <a:off x="6844282" y="1795902"/>
              <a:ext cx="288" cy="576"/>
            </a:xfrm>
            <a:custGeom>
              <a:rect b="b" l="l" r="r" t="t"/>
              <a:pathLst>
                <a:path extrusionOk="0" h="18" w="9">
                  <a:moveTo>
                    <a:pt x="9" y="0"/>
                  </a:moveTo>
                  <a:lnTo>
                    <a:pt x="0" y="17"/>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9"/>
            <p:cNvSpPr/>
            <p:nvPr/>
          </p:nvSpPr>
          <p:spPr>
            <a:xfrm rot="3636019">
              <a:off x="6909387" y="1776358"/>
              <a:ext cx="35054" cy="57239"/>
            </a:xfrm>
            <a:custGeom>
              <a:rect b="b" l="l" r="r" t="t"/>
              <a:pathLst>
                <a:path extrusionOk="0" h="1788" w="1095">
                  <a:moveTo>
                    <a:pt x="587" y="660"/>
                  </a:moveTo>
                  <a:cubicBezTo>
                    <a:pt x="554" y="711"/>
                    <a:pt x="520" y="762"/>
                    <a:pt x="486" y="813"/>
                  </a:cubicBezTo>
                  <a:cubicBezTo>
                    <a:pt x="482" y="823"/>
                    <a:pt x="448" y="881"/>
                    <a:pt x="405" y="954"/>
                  </a:cubicBezTo>
                  <a:lnTo>
                    <a:pt x="405" y="954"/>
                  </a:lnTo>
                  <a:cubicBezTo>
                    <a:pt x="446" y="885"/>
                    <a:pt x="515" y="776"/>
                    <a:pt x="587" y="660"/>
                  </a:cubicBezTo>
                  <a:close/>
                  <a:moveTo>
                    <a:pt x="405" y="954"/>
                  </a:moveTo>
                  <a:lnTo>
                    <a:pt x="405" y="954"/>
                  </a:lnTo>
                  <a:cubicBezTo>
                    <a:pt x="399" y="964"/>
                    <a:pt x="393" y="973"/>
                    <a:pt x="389" y="982"/>
                  </a:cubicBezTo>
                  <a:lnTo>
                    <a:pt x="389" y="982"/>
                  </a:lnTo>
                  <a:cubicBezTo>
                    <a:pt x="394" y="972"/>
                    <a:pt x="400" y="963"/>
                    <a:pt x="405" y="954"/>
                  </a:cubicBezTo>
                  <a:close/>
                  <a:moveTo>
                    <a:pt x="1095" y="1"/>
                  </a:moveTo>
                  <a:cubicBezTo>
                    <a:pt x="858" y="398"/>
                    <a:pt x="579" y="830"/>
                    <a:pt x="359" y="1143"/>
                  </a:cubicBezTo>
                  <a:lnTo>
                    <a:pt x="418" y="999"/>
                  </a:lnTo>
                  <a:cubicBezTo>
                    <a:pt x="672" y="652"/>
                    <a:pt x="807" y="415"/>
                    <a:pt x="1036" y="60"/>
                  </a:cubicBezTo>
                  <a:lnTo>
                    <a:pt x="1036" y="60"/>
                  </a:lnTo>
                  <a:cubicBezTo>
                    <a:pt x="858" y="330"/>
                    <a:pt x="680" y="593"/>
                    <a:pt x="503" y="855"/>
                  </a:cubicBezTo>
                  <a:cubicBezTo>
                    <a:pt x="412" y="979"/>
                    <a:pt x="372" y="1028"/>
                    <a:pt x="366" y="1028"/>
                  </a:cubicBezTo>
                  <a:cubicBezTo>
                    <a:pt x="363" y="1028"/>
                    <a:pt x="371" y="1011"/>
                    <a:pt x="389" y="982"/>
                  </a:cubicBezTo>
                  <a:lnTo>
                    <a:pt x="389" y="982"/>
                  </a:lnTo>
                  <a:cubicBezTo>
                    <a:pt x="309" y="1117"/>
                    <a:pt x="210" y="1283"/>
                    <a:pt x="218" y="1283"/>
                  </a:cubicBezTo>
                  <a:cubicBezTo>
                    <a:pt x="223" y="1283"/>
                    <a:pt x="275" y="1210"/>
                    <a:pt x="410" y="1007"/>
                  </a:cubicBezTo>
                  <a:lnTo>
                    <a:pt x="410" y="1007"/>
                  </a:lnTo>
                  <a:cubicBezTo>
                    <a:pt x="418" y="1050"/>
                    <a:pt x="122" y="1464"/>
                    <a:pt x="12" y="1659"/>
                  </a:cubicBezTo>
                  <a:cubicBezTo>
                    <a:pt x="35" y="1625"/>
                    <a:pt x="45" y="1613"/>
                    <a:pt x="47" y="1613"/>
                  </a:cubicBezTo>
                  <a:lnTo>
                    <a:pt x="47" y="1613"/>
                  </a:lnTo>
                  <a:cubicBezTo>
                    <a:pt x="52" y="1613"/>
                    <a:pt x="1" y="1705"/>
                    <a:pt x="14" y="1705"/>
                  </a:cubicBezTo>
                  <a:cubicBezTo>
                    <a:pt x="15" y="1705"/>
                    <a:pt x="17" y="1703"/>
                    <a:pt x="21" y="1701"/>
                  </a:cubicBezTo>
                  <a:cubicBezTo>
                    <a:pt x="71" y="1608"/>
                    <a:pt x="139" y="1489"/>
                    <a:pt x="241" y="1337"/>
                  </a:cubicBezTo>
                  <a:cubicBezTo>
                    <a:pt x="247" y="1331"/>
                    <a:pt x="251" y="1328"/>
                    <a:pt x="253" y="1328"/>
                  </a:cubicBezTo>
                  <a:cubicBezTo>
                    <a:pt x="269" y="1328"/>
                    <a:pt x="142" y="1534"/>
                    <a:pt x="29" y="1692"/>
                  </a:cubicBezTo>
                  <a:cubicBezTo>
                    <a:pt x="60" y="1654"/>
                    <a:pt x="74" y="1640"/>
                    <a:pt x="78" y="1640"/>
                  </a:cubicBezTo>
                  <a:cubicBezTo>
                    <a:pt x="92" y="1640"/>
                    <a:pt x="3" y="1788"/>
                    <a:pt x="10" y="1788"/>
                  </a:cubicBezTo>
                  <a:cubicBezTo>
                    <a:pt x="14" y="1788"/>
                    <a:pt x="34" y="1761"/>
                    <a:pt x="88" y="1684"/>
                  </a:cubicBezTo>
                  <a:cubicBezTo>
                    <a:pt x="308" y="1337"/>
                    <a:pt x="494" y="1050"/>
                    <a:pt x="655" y="770"/>
                  </a:cubicBezTo>
                  <a:cubicBezTo>
                    <a:pt x="740" y="635"/>
                    <a:pt x="816" y="508"/>
                    <a:pt x="892" y="381"/>
                  </a:cubicBezTo>
                  <a:cubicBezTo>
                    <a:pt x="968" y="254"/>
                    <a:pt x="1027" y="127"/>
                    <a:pt x="10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9"/>
            <p:cNvSpPr/>
            <p:nvPr/>
          </p:nvSpPr>
          <p:spPr>
            <a:xfrm rot="3636019">
              <a:off x="7852652" y="190051"/>
              <a:ext cx="717405" cy="2570812"/>
            </a:xfrm>
            <a:custGeom>
              <a:rect b="b" l="l" r="r" t="t"/>
              <a:pathLst>
                <a:path extrusionOk="0" h="80306" w="22410">
                  <a:moveTo>
                    <a:pt x="21665" y="3401"/>
                  </a:moveTo>
                  <a:cubicBezTo>
                    <a:pt x="21666" y="3413"/>
                    <a:pt x="21667" y="3424"/>
                    <a:pt x="21668" y="3432"/>
                  </a:cubicBezTo>
                  <a:lnTo>
                    <a:pt x="21668" y="3432"/>
                  </a:lnTo>
                  <a:cubicBezTo>
                    <a:pt x="21666" y="3421"/>
                    <a:pt x="21665" y="3411"/>
                    <a:pt x="21665" y="3401"/>
                  </a:cubicBezTo>
                  <a:close/>
                  <a:moveTo>
                    <a:pt x="22229" y="8448"/>
                  </a:moveTo>
                  <a:cubicBezTo>
                    <a:pt x="22231" y="8503"/>
                    <a:pt x="22232" y="8558"/>
                    <a:pt x="22232" y="8612"/>
                  </a:cubicBezTo>
                  <a:lnTo>
                    <a:pt x="22232" y="8460"/>
                  </a:lnTo>
                  <a:cubicBezTo>
                    <a:pt x="22231" y="8455"/>
                    <a:pt x="22230" y="8451"/>
                    <a:pt x="22229" y="8448"/>
                  </a:cubicBezTo>
                  <a:close/>
                  <a:moveTo>
                    <a:pt x="22314" y="11494"/>
                  </a:moveTo>
                  <a:lnTo>
                    <a:pt x="22316" y="11657"/>
                  </a:lnTo>
                  <a:cubicBezTo>
                    <a:pt x="22316" y="11603"/>
                    <a:pt x="22316" y="11548"/>
                    <a:pt x="22314" y="11494"/>
                  </a:cubicBezTo>
                  <a:close/>
                  <a:moveTo>
                    <a:pt x="20875" y="30487"/>
                  </a:moveTo>
                  <a:lnTo>
                    <a:pt x="20875" y="30487"/>
                  </a:lnTo>
                  <a:cubicBezTo>
                    <a:pt x="20871" y="30507"/>
                    <a:pt x="20866" y="30527"/>
                    <a:pt x="20861" y="30547"/>
                  </a:cubicBezTo>
                  <a:cubicBezTo>
                    <a:pt x="20871" y="30512"/>
                    <a:pt x="20874" y="30495"/>
                    <a:pt x="20875" y="30487"/>
                  </a:cubicBezTo>
                  <a:close/>
                  <a:moveTo>
                    <a:pt x="19542" y="35843"/>
                  </a:moveTo>
                  <a:lnTo>
                    <a:pt x="19542" y="35843"/>
                  </a:lnTo>
                  <a:cubicBezTo>
                    <a:pt x="19537" y="35852"/>
                    <a:pt x="19535" y="35861"/>
                    <a:pt x="19534" y="35870"/>
                  </a:cubicBezTo>
                  <a:lnTo>
                    <a:pt x="19534" y="35870"/>
                  </a:lnTo>
                  <a:cubicBezTo>
                    <a:pt x="19536" y="35862"/>
                    <a:pt x="19539" y="35852"/>
                    <a:pt x="19542" y="35843"/>
                  </a:cubicBezTo>
                  <a:close/>
                  <a:moveTo>
                    <a:pt x="19765" y="36804"/>
                  </a:moveTo>
                  <a:cubicBezTo>
                    <a:pt x="19765" y="36804"/>
                    <a:pt x="19764" y="36808"/>
                    <a:pt x="19762" y="36815"/>
                  </a:cubicBezTo>
                  <a:cubicBezTo>
                    <a:pt x="19750" y="36869"/>
                    <a:pt x="19739" y="36921"/>
                    <a:pt x="19728" y="36970"/>
                  </a:cubicBezTo>
                  <a:lnTo>
                    <a:pt x="19728" y="36970"/>
                  </a:lnTo>
                  <a:cubicBezTo>
                    <a:pt x="19749" y="36881"/>
                    <a:pt x="19765" y="36804"/>
                    <a:pt x="19765" y="36804"/>
                  </a:cubicBezTo>
                  <a:close/>
                  <a:moveTo>
                    <a:pt x="19131" y="37791"/>
                  </a:moveTo>
                  <a:cubicBezTo>
                    <a:pt x="19129" y="37798"/>
                    <a:pt x="19128" y="37802"/>
                    <a:pt x="19127" y="37805"/>
                  </a:cubicBezTo>
                  <a:cubicBezTo>
                    <a:pt x="19128" y="37800"/>
                    <a:pt x="19129" y="37796"/>
                    <a:pt x="19131" y="37791"/>
                  </a:cubicBezTo>
                  <a:close/>
                  <a:moveTo>
                    <a:pt x="18645" y="39615"/>
                  </a:moveTo>
                  <a:lnTo>
                    <a:pt x="18645" y="39617"/>
                  </a:lnTo>
                  <a:lnTo>
                    <a:pt x="18645" y="39617"/>
                  </a:lnTo>
                  <a:cubicBezTo>
                    <a:pt x="18645" y="39618"/>
                    <a:pt x="18644" y="39619"/>
                    <a:pt x="18644" y="39620"/>
                  </a:cubicBezTo>
                  <a:lnTo>
                    <a:pt x="18644" y="39620"/>
                  </a:lnTo>
                  <a:lnTo>
                    <a:pt x="18645" y="39615"/>
                  </a:lnTo>
                  <a:close/>
                  <a:moveTo>
                    <a:pt x="18476" y="40208"/>
                  </a:moveTo>
                  <a:lnTo>
                    <a:pt x="18408" y="40461"/>
                  </a:lnTo>
                  <a:lnTo>
                    <a:pt x="18408" y="40377"/>
                  </a:lnTo>
                  <a:cubicBezTo>
                    <a:pt x="18425" y="40318"/>
                    <a:pt x="18442" y="40258"/>
                    <a:pt x="18476" y="40208"/>
                  </a:cubicBezTo>
                  <a:close/>
                  <a:moveTo>
                    <a:pt x="18002" y="40842"/>
                  </a:moveTo>
                  <a:cubicBezTo>
                    <a:pt x="17998" y="40867"/>
                    <a:pt x="17994" y="40889"/>
                    <a:pt x="17992" y="40908"/>
                  </a:cubicBezTo>
                  <a:lnTo>
                    <a:pt x="17992" y="40908"/>
                  </a:lnTo>
                  <a:cubicBezTo>
                    <a:pt x="17995" y="40886"/>
                    <a:pt x="17999" y="40864"/>
                    <a:pt x="18002" y="40842"/>
                  </a:cubicBezTo>
                  <a:close/>
                  <a:moveTo>
                    <a:pt x="18230" y="42094"/>
                  </a:moveTo>
                  <a:lnTo>
                    <a:pt x="18230" y="42111"/>
                  </a:lnTo>
                  <a:cubicBezTo>
                    <a:pt x="18222" y="42136"/>
                    <a:pt x="18222" y="42153"/>
                    <a:pt x="18222" y="42170"/>
                  </a:cubicBezTo>
                  <a:cubicBezTo>
                    <a:pt x="18207" y="42223"/>
                    <a:pt x="18192" y="42269"/>
                    <a:pt x="18171" y="42314"/>
                  </a:cubicBezTo>
                  <a:lnTo>
                    <a:pt x="18171" y="42314"/>
                  </a:lnTo>
                  <a:cubicBezTo>
                    <a:pt x="18189" y="42246"/>
                    <a:pt x="18209" y="42173"/>
                    <a:pt x="18230" y="42094"/>
                  </a:cubicBezTo>
                  <a:close/>
                  <a:moveTo>
                    <a:pt x="17826" y="42167"/>
                  </a:moveTo>
                  <a:lnTo>
                    <a:pt x="17826" y="42167"/>
                  </a:lnTo>
                  <a:cubicBezTo>
                    <a:pt x="17827" y="42167"/>
                    <a:pt x="17827" y="42174"/>
                    <a:pt x="17824" y="42187"/>
                  </a:cubicBezTo>
                  <a:cubicBezTo>
                    <a:pt x="17697" y="42602"/>
                    <a:pt x="17782" y="42585"/>
                    <a:pt x="17621" y="42957"/>
                  </a:cubicBezTo>
                  <a:cubicBezTo>
                    <a:pt x="17621" y="42972"/>
                    <a:pt x="17623" y="42979"/>
                    <a:pt x="17627" y="42979"/>
                  </a:cubicBezTo>
                  <a:cubicBezTo>
                    <a:pt x="17639" y="42979"/>
                    <a:pt x="17667" y="42917"/>
                    <a:pt x="17699" y="42823"/>
                  </a:cubicBezTo>
                  <a:lnTo>
                    <a:pt x="17699" y="42823"/>
                  </a:lnTo>
                  <a:cubicBezTo>
                    <a:pt x="17697" y="42838"/>
                    <a:pt x="17697" y="42852"/>
                    <a:pt x="17697" y="42864"/>
                  </a:cubicBezTo>
                  <a:cubicBezTo>
                    <a:pt x="17655" y="43016"/>
                    <a:pt x="17604" y="43177"/>
                    <a:pt x="17571" y="43295"/>
                  </a:cubicBezTo>
                  <a:cubicBezTo>
                    <a:pt x="17534" y="43399"/>
                    <a:pt x="17503" y="43496"/>
                    <a:pt x="17496" y="43496"/>
                  </a:cubicBezTo>
                  <a:cubicBezTo>
                    <a:pt x="17495" y="43496"/>
                    <a:pt x="17494" y="43494"/>
                    <a:pt x="17494" y="43490"/>
                  </a:cubicBezTo>
                  <a:cubicBezTo>
                    <a:pt x="17478" y="43448"/>
                    <a:pt x="17621" y="42940"/>
                    <a:pt x="17638" y="42779"/>
                  </a:cubicBezTo>
                  <a:lnTo>
                    <a:pt x="17647" y="42779"/>
                  </a:lnTo>
                  <a:cubicBezTo>
                    <a:pt x="17670" y="42665"/>
                    <a:pt x="17816" y="42167"/>
                    <a:pt x="17826" y="42167"/>
                  </a:cubicBezTo>
                  <a:close/>
                  <a:moveTo>
                    <a:pt x="16804" y="44964"/>
                  </a:moveTo>
                  <a:cubicBezTo>
                    <a:pt x="16800" y="44971"/>
                    <a:pt x="16796" y="44979"/>
                    <a:pt x="16792" y="44987"/>
                  </a:cubicBezTo>
                  <a:cubicBezTo>
                    <a:pt x="16795" y="44985"/>
                    <a:pt x="16799" y="44976"/>
                    <a:pt x="16804" y="44964"/>
                  </a:cubicBezTo>
                  <a:close/>
                  <a:moveTo>
                    <a:pt x="17351" y="44023"/>
                  </a:moveTo>
                  <a:lnTo>
                    <a:pt x="17308" y="44150"/>
                  </a:lnTo>
                  <a:cubicBezTo>
                    <a:pt x="17045" y="44976"/>
                    <a:pt x="16956" y="45291"/>
                    <a:pt x="16974" y="45291"/>
                  </a:cubicBezTo>
                  <a:cubicBezTo>
                    <a:pt x="16997" y="45291"/>
                    <a:pt x="17198" y="44772"/>
                    <a:pt x="17435" y="44150"/>
                  </a:cubicBezTo>
                  <a:lnTo>
                    <a:pt x="17435" y="44150"/>
                  </a:lnTo>
                  <a:cubicBezTo>
                    <a:pt x="17224" y="44776"/>
                    <a:pt x="17012" y="45427"/>
                    <a:pt x="16801" y="46078"/>
                  </a:cubicBezTo>
                  <a:lnTo>
                    <a:pt x="16843" y="45994"/>
                  </a:lnTo>
                  <a:lnTo>
                    <a:pt x="16843" y="45994"/>
                  </a:lnTo>
                  <a:cubicBezTo>
                    <a:pt x="16767" y="46205"/>
                    <a:pt x="16733" y="46383"/>
                    <a:pt x="16682" y="46484"/>
                  </a:cubicBezTo>
                  <a:cubicBezTo>
                    <a:pt x="16691" y="46425"/>
                    <a:pt x="16699" y="46374"/>
                    <a:pt x="16716" y="46315"/>
                  </a:cubicBezTo>
                  <a:cubicBezTo>
                    <a:pt x="16742" y="46214"/>
                    <a:pt x="16775" y="46070"/>
                    <a:pt x="16809" y="45918"/>
                  </a:cubicBezTo>
                  <a:cubicBezTo>
                    <a:pt x="16877" y="45613"/>
                    <a:pt x="16961" y="45258"/>
                    <a:pt x="17004" y="45089"/>
                  </a:cubicBezTo>
                  <a:cubicBezTo>
                    <a:pt x="17122" y="44691"/>
                    <a:pt x="17258" y="44268"/>
                    <a:pt x="17351" y="44023"/>
                  </a:cubicBezTo>
                  <a:close/>
                  <a:moveTo>
                    <a:pt x="16488" y="46785"/>
                  </a:moveTo>
                  <a:cubicBezTo>
                    <a:pt x="16483" y="46799"/>
                    <a:pt x="16478" y="46814"/>
                    <a:pt x="16471" y="46831"/>
                  </a:cubicBezTo>
                  <a:lnTo>
                    <a:pt x="16488" y="46785"/>
                  </a:lnTo>
                  <a:close/>
                  <a:moveTo>
                    <a:pt x="16572" y="46459"/>
                  </a:moveTo>
                  <a:cubicBezTo>
                    <a:pt x="16539" y="46594"/>
                    <a:pt x="16496" y="46721"/>
                    <a:pt x="16454" y="46848"/>
                  </a:cubicBezTo>
                  <a:cubicBezTo>
                    <a:pt x="16454" y="46789"/>
                    <a:pt x="16420" y="46865"/>
                    <a:pt x="16547" y="46501"/>
                  </a:cubicBezTo>
                  <a:lnTo>
                    <a:pt x="16547" y="46510"/>
                  </a:lnTo>
                  <a:cubicBezTo>
                    <a:pt x="16547" y="46517"/>
                    <a:pt x="16548" y="46521"/>
                    <a:pt x="16549" y="46521"/>
                  </a:cubicBezTo>
                  <a:cubicBezTo>
                    <a:pt x="16553" y="46521"/>
                    <a:pt x="16561" y="46501"/>
                    <a:pt x="16572" y="46459"/>
                  </a:cubicBezTo>
                  <a:close/>
                  <a:moveTo>
                    <a:pt x="16226" y="47356"/>
                  </a:moveTo>
                  <a:lnTo>
                    <a:pt x="16226" y="47356"/>
                  </a:lnTo>
                  <a:cubicBezTo>
                    <a:pt x="16226" y="47356"/>
                    <a:pt x="16226" y="47356"/>
                    <a:pt x="16226" y="47356"/>
                  </a:cubicBezTo>
                  <a:lnTo>
                    <a:pt x="16226" y="47356"/>
                  </a:lnTo>
                  <a:cubicBezTo>
                    <a:pt x="16226" y="47356"/>
                    <a:pt x="16226" y="47356"/>
                    <a:pt x="16226" y="47356"/>
                  </a:cubicBezTo>
                  <a:close/>
                  <a:moveTo>
                    <a:pt x="16387" y="46797"/>
                  </a:moveTo>
                  <a:lnTo>
                    <a:pt x="16387" y="46797"/>
                  </a:lnTo>
                  <a:cubicBezTo>
                    <a:pt x="16403" y="46797"/>
                    <a:pt x="16273" y="47107"/>
                    <a:pt x="16234" y="47246"/>
                  </a:cubicBezTo>
                  <a:lnTo>
                    <a:pt x="16369" y="46958"/>
                  </a:lnTo>
                  <a:lnTo>
                    <a:pt x="16369" y="46958"/>
                  </a:lnTo>
                  <a:cubicBezTo>
                    <a:pt x="16320" y="47090"/>
                    <a:pt x="16255" y="47357"/>
                    <a:pt x="16228" y="47357"/>
                  </a:cubicBezTo>
                  <a:cubicBezTo>
                    <a:pt x="16227" y="47357"/>
                    <a:pt x="16227" y="47356"/>
                    <a:pt x="16226" y="47356"/>
                  </a:cubicBezTo>
                  <a:lnTo>
                    <a:pt x="16226" y="47356"/>
                  </a:lnTo>
                  <a:cubicBezTo>
                    <a:pt x="16234" y="47362"/>
                    <a:pt x="16222" y="47423"/>
                    <a:pt x="16227" y="47423"/>
                  </a:cubicBezTo>
                  <a:cubicBezTo>
                    <a:pt x="16231" y="47423"/>
                    <a:pt x="16250" y="47371"/>
                    <a:pt x="16310" y="47178"/>
                  </a:cubicBezTo>
                  <a:lnTo>
                    <a:pt x="16310" y="47178"/>
                  </a:lnTo>
                  <a:lnTo>
                    <a:pt x="16226" y="47491"/>
                  </a:lnTo>
                  <a:cubicBezTo>
                    <a:pt x="16242" y="47466"/>
                    <a:pt x="16251" y="47449"/>
                    <a:pt x="16259" y="47423"/>
                  </a:cubicBezTo>
                  <a:lnTo>
                    <a:pt x="16259" y="47423"/>
                  </a:lnTo>
                  <a:cubicBezTo>
                    <a:pt x="16234" y="47517"/>
                    <a:pt x="16200" y="47610"/>
                    <a:pt x="16166" y="47703"/>
                  </a:cubicBezTo>
                  <a:cubicBezTo>
                    <a:pt x="16124" y="47813"/>
                    <a:pt x="16048" y="48024"/>
                    <a:pt x="15972" y="48193"/>
                  </a:cubicBezTo>
                  <a:cubicBezTo>
                    <a:pt x="15989" y="48092"/>
                    <a:pt x="16022" y="47990"/>
                    <a:pt x="16056" y="47897"/>
                  </a:cubicBezTo>
                  <a:lnTo>
                    <a:pt x="16056" y="47897"/>
                  </a:lnTo>
                  <a:cubicBezTo>
                    <a:pt x="15946" y="48168"/>
                    <a:pt x="15870" y="48413"/>
                    <a:pt x="15819" y="48574"/>
                  </a:cubicBezTo>
                  <a:cubicBezTo>
                    <a:pt x="15902" y="48344"/>
                    <a:pt x="15920" y="48307"/>
                    <a:pt x="15928" y="48307"/>
                  </a:cubicBezTo>
                  <a:cubicBezTo>
                    <a:pt x="15933" y="48307"/>
                    <a:pt x="15935" y="48316"/>
                    <a:pt x="15941" y="48316"/>
                  </a:cubicBezTo>
                  <a:cubicBezTo>
                    <a:pt x="15945" y="48316"/>
                    <a:pt x="15952" y="48311"/>
                    <a:pt x="15963" y="48295"/>
                  </a:cubicBezTo>
                  <a:lnTo>
                    <a:pt x="15963" y="48295"/>
                  </a:lnTo>
                  <a:cubicBezTo>
                    <a:pt x="15879" y="48565"/>
                    <a:pt x="15726" y="48997"/>
                    <a:pt x="15676" y="49158"/>
                  </a:cubicBezTo>
                  <a:cubicBezTo>
                    <a:pt x="15570" y="49425"/>
                    <a:pt x="15469" y="49652"/>
                    <a:pt x="15449" y="49652"/>
                  </a:cubicBezTo>
                  <a:cubicBezTo>
                    <a:pt x="15443" y="49652"/>
                    <a:pt x="15446" y="49622"/>
                    <a:pt x="15464" y="49555"/>
                  </a:cubicBezTo>
                  <a:lnTo>
                    <a:pt x="15464" y="49555"/>
                  </a:lnTo>
                  <a:cubicBezTo>
                    <a:pt x="15388" y="49792"/>
                    <a:pt x="15295" y="50037"/>
                    <a:pt x="15227" y="50291"/>
                  </a:cubicBezTo>
                  <a:cubicBezTo>
                    <a:pt x="15371" y="49817"/>
                    <a:pt x="15287" y="50300"/>
                    <a:pt x="15464" y="49699"/>
                  </a:cubicBezTo>
                  <a:cubicBezTo>
                    <a:pt x="15475" y="49682"/>
                    <a:pt x="15481" y="49674"/>
                    <a:pt x="15485" y="49674"/>
                  </a:cubicBezTo>
                  <a:lnTo>
                    <a:pt x="15485" y="49674"/>
                  </a:lnTo>
                  <a:cubicBezTo>
                    <a:pt x="15512" y="49674"/>
                    <a:pt x="15290" y="50238"/>
                    <a:pt x="15177" y="50503"/>
                  </a:cubicBezTo>
                  <a:cubicBezTo>
                    <a:pt x="15201" y="50435"/>
                    <a:pt x="15205" y="50419"/>
                    <a:pt x="15202" y="50419"/>
                  </a:cubicBezTo>
                  <a:lnTo>
                    <a:pt x="15202" y="50419"/>
                  </a:lnTo>
                  <a:cubicBezTo>
                    <a:pt x="15198" y="50419"/>
                    <a:pt x="15186" y="50436"/>
                    <a:pt x="15180" y="50436"/>
                  </a:cubicBezTo>
                  <a:cubicBezTo>
                    <a:pt x="15178" y="50436"/>
                    <a:pt x="15177" y="50433"/>
                    <a:pt x="15177" y="50427"/>
                  </a:cubicBezTo>
                  <a:cubicBezTo>
                    <a:pt x="15113" y="50620"/>
                    <a:pt x="15095" y="50697"/>
                    <a:pt x="15105" y="50697"/>
                  </a:cubicBezTo>
                  <a:cubicBezTo>
                    <a:pt x="15119" y="50697"/>
                    <a:pt x="15187" y="50546"/>
                    <a:pt x="15261" y="50359"/>
                  </a:cubicBezTo>
                  <a:lnTo>
                    <a:pt x="15261" y="50359"/>
                  </a:lnTo>
                  <a:lnTo>
                    <a:pt x="15083" y="50900"/>
                  </a:lnTo>
                  <a:cubicBezTo>
                    <a:pt x="15092" y="50875"/>
                    <a:pt x="15100" y="50858"/>
                    <a:pt x="15109" y="50841"/>
                  </a:cubicBezTo>
                  <a:lnTo>
                    <a:pt x="15109" y="50841"/>
                  </a:lnTo>
                  <a:cubicBezTo>
                    <a:pt x="15041" y="51027"/>
                    <a:pt x="14982" y="51205"/>
                    <a:pt x="14914" y="51382"/>
                  </a:cubicBezTo>
                  <a:lnTo>
                    <a:pt x="14923" y="51391"/>
                  </a:lnTo>
                  <a:cubicBezTo>
                    <a:pt x="14900" y="51411"/>
                    <a:pt x="14882" y="51424"/>
                    <a:pt x="14873" y="51424"/>
                  </a:cubicBezTo>
                  <a:cubicBezTo>
                    <a:pt x="14858" y="51424"/>
                    <a:pt x="14864" y="51391"/>
                    <a:pt x="14906" y="51298"/>
                  </a:cubicBezTo>
                  <a:lnTo>
                    <a:pt x="14906" y="51298"/>
                  </a:lnTo>
                  <a:lnTo>
                    <a:pt x="14779" y="51577"/>
                  </a:lnTo>
                  <a:lnTo>
                    <a:pt x="14931" y="51137"/>
                  </a:lnTo>
                  <a:lnTo>
                    <a:pt x="14931" y="51137"/>
                  </a:lnTo>
                  <a:cubicBezTo>
                    <a:pt x="14847" y="51315"/>
                    <a:pt x="14754" y="51619"/>
                    <a:pt x="14669" y="51848"/>
                  </a:cubicBezTo>
                  <a:cubicBezTo>
                    <a:pt x="14655" y="51878"/>
                    <a:pt x="14648" y="51892"/>
                    <a:pt x="14646" y="51892"/>
                  </a:cubicBezTo>
                  <a:cubicBezTo>
                    <a:pt x="14631" y="51892"/>
                    <a:pt x="14871" y="51220"/>
                    <a:pt x="14923" y="50968"/>
                  </a:cubicBezTo>
                  <a:cubicBezTo>
                    <a:pt x="14990" y="50742"/>
                    <a:pt x="15172" y="50296"/>
                    <a:pt x="15199" y="50265"/>
                  </a:cubicBezTo>
                  <a:lnTo>
                    <a:pt x="15199" y="50265"/>
                  </a:lnTo>
                  <a:cubicBezTo>
                    <a:pt x="15199" y="50270"/>
                    <a:pt x="15200" y="50273"/>
                    <a:pt x="15202" y="50274"/>
                  </a:cubicBezTo>
                  <a:cubicBezTo>
                    <a:pt x="15203" y="50267"/>
                    <a:pt x="15203" y="50263"/>
                    <a:pt x="15202" y="50263"/>
                  </a:cubicBezTo>
                  <a:cubicBezTo>
                    <a:pt x="15201" y="50263"/>
                    <a:pt x="15200" y="50264"/>
                    <a:pt x="15199" y="50265"/>
                  </a:cubicBezTo>
                  <a:lnTo>
                    <a:pt x="15199" y="50265"/>
                  </a:lnTo>
                  <a:cubicBezTo>
                    <a:pt x="15198" y="50173"/>
                    <a:pt x="15477" y="49455"/>
                    <a:pt x="15566" y="49158"/>
                  </a:cubicBezTo>
                  <a:cubicBezTo>
                    <a:pt x="15811" y="48430"/>
                    <a:pt x="15777" y="48692"/>
                    <a:pt x="15989" y="48041"/>
                  </a:cubicBezTo>
                  <a:lnTo>
                    <a:pt x="15989" y="48041"/>
                  </a:lnTo>
                  <a:lnTo>
                    <a:pt x="15879" y="48269"/>
                  </a:lnTo>
                  <a:cubicBezTo>
                    <a:pt x="16073" y="47686"/>
                    <a:pt x="16149" y="47440"/>
                    <a:pt x="16378" y="46806"/>
                  </a:cubicBezTo>
                  <a:cubicBezTo>
                    <a:pt x="16382" y="46800"/>
                    <a:pt x="16385" y="46797"/>
                    <a:pt x="16387" y="46797"/>
                  </a:cubicBezTo>
                  <a:close/>
                  <a:moveTo>
                    <a:pt x="12783" y="56297"/>
                  </a:moveTo>
                  <a:cubicBezTo>
                    <a:pt x="12783" y="56297"/>
                    <a:pt x="12783" y="56297"/>
                    <a:pt x="12783" y="56297"/>
                  </a:cubicBezTo>
                  <a:cubicBezTo>
                    <a:pt x="12783" y="56297"/>
                    <a:pt x="12783" y="56297"/>
                    <a:pt x="12783" y="56297"/>
                  </a:cubicBezTo>
                  <a:close/>
                  <a:moveTo>
                    <a:pt x="13500" y="55791"/>
                  </a:moveTo>
                  <a:cubicBezTo>
                    <a:pt x="13380" y="56064"/>
                    <a:pt x="13268" y="56285"/>
                    <a:pt x="13222" y="56458"/>
                  </a:cubicBezTo>
                  <a:lnTo>
                    <a:pt x="13375" y="56077"/>
                  </a:lnTo>
                  <a:lnTo>
                    <a:pt x="13383" y="56086"/>
                  </a:lnTo>
                  <a:cubicBezTo>
                    <a:pt x="13421" y="55994"/>
                    <a:pt x="13460" y="55893"/>
                    <a:pt x="13500" y="55791"/>
                  </a:cubicBezTo>
                  <a:close/>
                  <a:moveTo>
                    <a:pt x="14877" y="51997"/>
                  </a:moveTo>
                  <a:cubicBezTo>
                    <a:pt x="14852" y="51997"/>
                    <a:pt x="14737" y="52383"/>
                    <a:pt x="14576" y="52770"/>
                  </a:cubicBezTo>
                  <a:lnTo>
                    <a:pt x="14618" y="52575"/>
                  </a:lnTo>
                  <a:lnTo>
                    <a:pt x="14331" y="53404"/>
                  </a:lnTo>
                  <a:cubicBezTo>
                    <a:pt x="14271" y="53658"/>
                    <a:pt x="14356" y="53438"/>
                    <a:pt x="14187" y="53954"/>
                  </a:cubicBezTo>
                  <a:cubicBezTo>
                    <a:pt x="14099" y="54129"/>
                    <a:pt x="14024" y="54248"/>
                    <a:pt x="13991" y="54263"/>
                  </a:cubicBezTo>
                  <a:lnTo>
                    <a:pt x="13991" y="54263"/>
                  </a:lnTo>
                  <a:cubicBezTo>
                    <a:pt x="13991" y="54262"/>
                    <a:pt x="13992" y="54260"/>
                    <a:pt x="13992" y="54259"/>
                  </a:cubicBezTo>
                  <a:lnTo>
                    <a:pt x="13992" y="54259"/>
                  </a:lnTo>
                  <a:cubicBezTo>
                    <a:pt x="13992" y="54260"/>
                    <a:pt x="13991" y="54262"/>
                    <a:pt x="13990" y="54263"/>
                  </a:cubicBezTo>
                  <a:lnTo>
                    <a:pt x="13990" y="54263"/>
                  </a:lnTo>
                  <a:cubicBezTo>
                    <a:pt x="13991" y="54263"/>
                    <a:pt x="13991" y="54263"/>
                    <a:pt x="13991" y="54263"/>
                  </a:cubicBezTo>
                  <a:lnTo>
                    <a:pt x="13991" y="54263"/>
                  </a:lnTo>
                  <a:cubicBezTo>
                    <a:pt x="13941" y="54422"/>
                    <a:pt x="13890" y="54582"/>
                    <a:pt x="13832" y="54741"/>
                  </a:cubicBezTo>
                  <a:cubicBezTo>
                    <a:pt x="13747" y="54944"/>
                    <a:pt x="13645" y="55198"/>
                    <a:pt x="13535" y="55468"/>
                  </a:cubicBezTo>
                  <a:lnTo>
                    <a:pt x="13620" y="55231"/>
                  </a:lnTo>
                  <a:lnTo>
                    <a:pt x="13620" y="55231"/>
                  </a:lnTo>
                  <a:cubicBezTo>
                    <a:pt x="13434" y="55654"/>
                    <a:pt x="13383" y="55824"/>
                    <a:pt x="13324" y="56001"/>
                  </a:cubicBezTo>
                  <a:cubicBezTo>
                    <a:pt x="13324" y="55996"/>
                    <a:pt x="13324" y="55993"/>
                    <a:pt x="13322" y="55993"/>
                  </a:cubicBezTo>
                  <a:cubicBezTo>
                    <a:pt x="13319" y="55993"/>
                    <a:pt x="13308" y="56025"/>
                    <a:pt x="13282" y="56077"/>
                  </a:cubicBezTo>
                  <a:cubicBezTo>
                    <a:pt x="13168" y="56355"/>
                    <a:pt x="13106" y="56544"/>
                    <a:pt x="13124" y="56544"/>
                  </a:cubicBezTo>
                  <a:cubicBezTo>
                    <a:pt x="13131" y="56544"/>
                    <a:pt x="13146" y="56522"/>
                    <a:pt x="13172" y="56475"/>
                  </a:cubicBezTo>
                  <a:lnTo>
                    <a:pt x="13214" y="56348"/>
                  </a:lnTo>
                  <a:lnTo>
                    <a:pt x="13349" y="56094"/>
                  </a:lnTo>
                  <a:cubicBezTo>
                    <a:pt x="13341" y="55976"/>
                    <a:pt x="13688" y="55223"/>
                    <a:pt x="13848" y="54792"/>
                  </a:cubicBezTo>
                  <a:lnTo>
                    <a:pt x="13848" y="54792"/>
                  </a:lnTo>
                  <a:cubicBezTo>
                    <a:pt x="13755" y="55105"/>
                    <a:pt x="13637" y="55418"/>
                    <a:pt x="13502" y="55714"/>
                  </a:cubicBezTo>
                  <a:lnTo>
                    <a:pt x="13539" y="55691"/>
                  </a:lnTo>
                  <a:lnTo>
                    <a:pt x="13539" y="55691"/>
                  </a:lnTo>
                  <a:cubicBezTo>
                    <a:pt x="13526" y="55725"/>
                    <a:pt x="13513" y="55758"/>
                    <a:pt x="13500" y="55791"/>
                  </a:cubicBezTo>
                  <a:lnTo>
                    <a:pt x="13500" y="55791"/>
                  </a:lnTo>
                  <a:cubicBezTo>
                    <a:pt x="13514" y="55758"/>
                    <a:pt x="13529" y="55723"/>
                    <a:pt x="13544" y="55688"/>
                  </a:cubicBezTo>
                  <a:lnTo>
                    <a:pt x="13544" y="55688"/>
                  </a:lnTo>
                  <a:lnTo>
                    <a:pt x="13539" y="55691"/>
                  </a:lnTo>
                  <a:lnTo>
                    <a:pt x="13539" y="55691"/>
                  </a:lnTo>
                  <a:cubicBezTo>
                    <a:pt x="13604" y="55525"/>
                    <a:pt x="13669" y="55362"/>
                    <a:pt x="13730" y="55231"/>
                  </a:cubicBezTo>
                  <a:cubicBezTo>
                    <a:pt x="13806" y="55003"/>
                    <a:pt x="13874" y="54792"/>
                    <a:pt x="14102" y="54208"/>
                  </a:cubicBezTo>
                  <a:lnTo>
                    <a:pt x="14102" y="54233"/>
                  </a:lnTo>
                  <a:cubicBezTo>
                    <a:pt x="14212" y="53819"/>
                    <a:pt x="14567" y="53134"/>
                    <a:pt x="14661" y="52829"/>
                  </a:cubicBezTo>
                  <a:cubicBezTo>
                    <a:pt x="14663" y="52810"/>
                    <a:pt x="14662" y="52802"/>
                    <a:pt x="14659" y="52802"/>
                  </a:cubicBezTo>
                  <a:cubicBezTo>
                    <a:pt x="14628" y="52802"/>
                    <a:pt x="14380" y="53483"/>
                    <a:pt x="14297" y="53658"/>
                  </a:cubicBezTo>
                  <a:cubicBezTo>
                    <a:pt x="14354" y="53467"/>
                    <a:pt x="14440" y="53276"/>
                    <a:pt x="14432" y="53276"/>
                  </a:cubicBezTo>
                  <a:lnTo>
                    <a:pt x="14432" y="53276"/>
                  </a:lnTo>
                  <a:cubicBezTo>
                    <a:pt x="14430" y="53276"/>
                    <a:pt x="14417" y="53297"/>
                    <a:pt x="14390" y="53345"/>
                  </a:cubicBezTo>
                  <a:cubicBezTo>
                    <a:pt x="14601" y="52761"/>
                    <a:pt x="14567" y="53024"/>
                    <a:pt x="14720" y="52533"/>
                  </a:cubicBezTo>
                  <a:lnTo>
                    <a:pt x="14720" y="52533"/>
                  </a:lnTo>
                  <a:lnTo>
                    <a:pt x="14610" y="52795"/>
                  </a:lnTo>
                  <a:cubicBezTo>
                    <a:pt x="14669" y="52575"/>
                    <a:pt x="14821" y="52228"/>
                    <a:pt x="14880" y="52000"/>
                  </a:cubicBezTo>
                  <a:cubicBezTo>
                    <a:pt x="14880" y="51998"/>
                    <a:pt x="14879" y="51997"/>
                    <a:pt x="14877" y="51997"/>
                  </a:cubicBezTo>
                  <a:close/>
                  <a:moveTo>
                    <a:pt x="12859" y="56644"/>
                  </a:moveTo>
                  <a:cubicBezTo>
                    <a:pt x="12830" y="56720"/>
                    <a:pt x="12810" y="56774"/>
                    <a:pt x="12798" y="56810"/>
                  </a:cubicBezTo>
                  <a:lnTo>
                    <a:pt x="12798" y="56810"/>
                  </a:lnTo>
                  <a:cubicBezTo>
                    <a:pt x="12819" y="56755"/>
                    <a:pt x="12839" y="56700"/>
                    <a:pt x="12859" y="56644"/>
                  </a:cubicBezTo>
                  <a:close/>
                  <a:moveTo>
                    <a:pt x="12106" y="58920"/>
                  </a:moveTo>
                  <a:cubicBezTo>
                    <a:pt x="12095" y="58942"/>
                    <a:pt x="12080" y="58976"/>
                    <a:pt x="12069" y="59004"/>
                  </a:cubicBezTo>
                  <a:lnTo>
                    <a:pt x="12069" y="59004"/>
                  </a:lnTo>
                  <a:cubicBezTo>
                    <a:pt x="12082" y="58974"/>
                    <a:pt x="12095" y="58945"/>
                    <a:pt x="12106" y="58920"/>
                  </a:cubicBezTo>
                  <a:close/>
                  <a:moveTo>
                    <a:pt x="11853" y="59413"/>
                  </a:moveTo>
                  <a:lnTo>
                    <a:pt x="11844" y="59436"/>
                  </a:lnTo>
                  <a:cubicBezTo>
                    <a:pt x="11847" y="59428"/>
                    <a:pt x="11850" y="59421"/>
                    <a:pt x="11853" y="59413"/>
                  </a:cubicBezTo>
                  <a:close/>
                  <a:moveTo>
                    <a:pt x="11415" y="60329"/>
                  </a:moveTo>
                  <a:lnTo>
                    <a:pt x="11415" y="60329"/>
                  </a:lnTo>
                  <a:cubicBezTo>
                    <a:pt x="11414" y="60330"/>
                    <a:pt x="11413" y="60331"/>
                    <a:pt x="11412" y="60332"/>
                  </a:cubicBezTo>
                  <a:cubicBezTo>
                    <a:pt x="11412" y="60334"/>
                    <a:pt x="11412" y="60336"/>
                    <a:pt x="11411" y="60339"/>
                  </a:cubicBezTo>
                  <a:lnTo>
                    <a:pt x="11411" y="60339"/>
                  </a:lnTo>
                  <a:cubicBezTo>
                    <a:pt x="11413" y="60335"/>
                    <a:pt x="11414" y="60332"/>
                    <a:pt x="11415" y="60329"/>
                  </a:cubicBezTo>
                  <a:close/>
                  <a:moveTo>
                    <a:pt x="11607" y="59994"/>
                  </a:moveTo>
                  <a:cubicBezTo>
                    <a:pt x="11488" y="60256"/>
                    <a:pt x="11564" y="60146"/>
                    <a:pt x="11412" y="60434"/>
                  </a:cubicBezTo>
                  <a:cubicBezTo>
                    <a:pt x="11373" y="60514"/>
                    <a:pt x="11357" y="60544"/>
                    <a:pt x="11354" y="60544"/>
                  </a:cubicBezTo>
                  <a:cubicBezTo>
                    <a:pt x="11348" y="60544"/>
                    <a:pt x="11402" y="60401"/>
                    <a:pt x="11411" y="60339"/>
                  </a:cubicBezTo>
                  <a:lnTo>
                    <a:pt x="11411" y="60339"/>
                  </a:lnTo>
                  <a:cubicBezTo>
                    <a:pt x="11385" y="60416"/>
                    <a:pt x="11314" y="60557"/>
                    <a:pt x="11328" y="60578"/>
                  </a:cubicBezTo>
                  <a:cubicBezTo>
                    <a:pt x="10930" y="61348"/>
                    <a:pt x="11116" y="61145"/>
                    <a:pt x="10668" y="62067"/>
                  </a:cubicBezTo>
                  <a:cubicBezTo>
                    <a:pt x="10625" y="62075"/>
                    <a:pt x="10541" y="62278"/>
                    <a:pt x="10456" y="62490"/>
                  </a:cubicBezTo>
                  <a:cubicBezTo>
                    <a:pt x="10380" y="62667"/>
                    <a:pt x="10295" y="62845"/>
                    <a:pt x="10186" y="63006"/>
                  </a:cubicBezTo>
                  <a:cubicBezTo>
                    <a:pt x="10279" y="62828"/>
                    <a:pt x="10372" y="62616"/>
                    <a:pt x="10439" y="62456"/>
                  </a:cubicBezTo>
                  <a:cubicBezTo>
                    <a:pt x="10482" y="62380"/>
                    <a:pt x="10507" y="62295"/>
                    <a:pt x="10524" y="62219"/>
                  </a:cubicBezTo>
                  <a:lnTo>
                    <a:pt x="10524" y="62219"/>
                  </a:lnTo>
                  <a:cubicBezTo>
                    <a:pt x="10380" y="62557"/>
                    <a:pt x="10143" y="63014"/>
                    <a:pt x="10025" y="63242"/>
                  </a:cubicBezTo>
                  <a:cubicBezTo>
                    <a:pt x="10074" y="63162"/>
                    <a:pt x="10102" y="63129"/>
                    <a:pt x="10116" y="63129"/>
                  </a:cubicBezTo>
                  <a:cubicBezTo>
                    <a:pt x="10135" y="63129"/>
                    <a:pt x="10122" y="63195"/>
                    <a:pt x="10092" y="63285"/>
                  </a:cubicBezTo>
                  <a:cubicBezTo>
                    <a:pt x="10211" y="63014"/>
                    <a:pt x="10414" y="62633"/>
                    <a:pt x="10608" y="62227"/>
                  </a:cubicBezTo>
                  <a:cubicBezTo>
                    <a:pt x="10803" y="61821"/>
                    <a:pt x="11023" y="61390"/>
                    <a:pt x="11201" y="61009"/>
                  </a:cubicBezTo>
                  <a:lnTo>
                    <a:pt x="11201" y="61009"/>
                  </a:lnTo>
                  <a:lnTo>
                    <a:pt x="11124" y="61077"/>
                  </a:lnTo>
                  <a:cubicBezTo>
                    <a:pt x="11225" y="60841"/>
                    <a:pt x="11255" y="60781"/>
                    <a:pt x="11262" y="60781"/>
                  </a:cubicBezTo>
                  <a:lnTo>
                    <a:pt x="11262" y="60781"/>
                  </a:lnTo>
                  <a:cubicBezTo>
                    <a:pt x="11269" y="60781"/>
                    <a:pt x="11252" y="60845"/>
                    <a:pt x="11261" y="60845"/>
                  </a:cubicBezTo>
                  <a:cubicBezTo>
                    <a:pt x="11268" y="60845"/>
                    <a:pt x="11293" y="60804"/>
                    <a:pt x="11361" y="60654"/>
                  </a:cubicBezTo>
                  <a:lnTo>
                    <a:pt x="11446" y="60417"/>
                  </a:lnTo>
                  <a:lnTo>
                    <a:pt x="11463" y="60383"/>
                  </a:lnTo>
                  <a:lnTo>
                    <a:pt x="11607" y="59994"/>
                  </a:lnTo>
                  <a:close/>
                  <a:moveTo>
                    <a:pt x="9509" y="64385"/>
                  </a:moveTo>
                  <a:cubicBezTo>
                    <a:pt x="9494" y="64419"/>
                    <a:pt x="9477" y="64457"/>
                    <a:pt x="9460" y="64499"/>
                  </a:cubicBezTo>
                  <a:lnTo>
                    <a:pt x="9460" y="64499"/>
                  </a:lnTo>
                  <a:cubicBezTo>
                    <a:pt x="9477" y="64461"/>
                    <a:pt x="9493" y="64423"/>
                    <a:pt x="9509" y="64385"/>
                  </a:cubicBezTo>
                  <a:close/>
                  <a:moveTo>
                    <a:pt x="14254" y="53184"/>
                  </a:moveTo>
                  <a:lnTo>
                    <a:pt x="14254" y="53193"/>
                  </a:lnTo>
                  <a:cubicBezTo>
                    <a:pt x="14187" y="53396"/>
                    <a:pt x="14111" y="53582"/>
                    <a:pt x="14060" y="53760"/>
                  </a:cubicBezTo>
                  <a:lnTo>
                    <a:pt x="14018" y="53793"/>
                  </a:lnTo>
                  <a:cubicBezTo>
                    <a:pt x="13662" y="54690"/>
                    <a:pt x="13442" y="55350"/>
                    <a:pt x="13045" y="56280"/>
                  </a:cubicBezTo>
                  <a:cubicBezTo>
                    <a:pt x="13077" y="56145"/>
                    <a:pt x="13221" y="55829"/>
                    <a:pt x="13209" y="55829"/>
                  </a:cubicBezTo>
                  <a:lnTo>
                    <a:pt x="13209" y="55829"/>
                  </a:lnTo>
                  <a:cubicBezTo>
                    <a:pt x="13209" y="55829"/>
                    <a:pt x="13207" y="55830"/>
                    <a:pt x="13206" y="55832"/>
                  </a:cubicBezTo>
                  <a:cubicBezTo>
                    <a:pt x="12969" y="56390"/>
                    <a:pt x="13062" y="56340"/>
                    <a:pt x="12808" y="56873"/>
                  </a:cubicBezTo>
                  <a:cubicBezTo>
                    <a:pt x="12887" y="56673"/>
                    <a:pt x="12912" y="56606"/>
                    <a:pt x="12910" y="56606"/>
                  </a:cubicBezTo>
                  <a:lnTo>
                    <a:pt x="12910" y="56606"/>
                  </a:lnTo>
                  <a:cubicBezTo>
                    <a:pt x="12904" y="56606"/>
                    <a:pt x="12789" y="56873"/>
                    <a:pt x="12780" y="56873"/>
                  </a:cubicBezTo>
                  <a:cubicBezTo>
                    <a:pt x="12777" y="56873"/>
                    <a:pt x="12782" y="56855"/>
                    <a:pt x="12798" y="56810"/>
                  </a:cubicBezTo>
                  <a:lnTo>
                    <a:pt x="12798" y="56810"/>
                  </a:lnTo>
                  <a:cubicBezTo>
                    <a:pt x="12630" y="57254"/>
                    <a:pt x="12429" y="57694"/>
                    <a:pt x="12241" y="58108"/>
                  </a:cubicBezTo>
                  <a:cubicBezTo>
                    <a:pt x="12030" y="58564"/>
                    <a:pt x="11835" y="58987"/>
                    <a:pt x="11700" y="59300"/>
                  </a:cubicBezTo>
                  <a:cubicBezTo>
                    <a:pt x="11713" y="59277"/>
                    <a:pt x="11719" y="59267"/>
                    <a:pt x="11721" y="59267"/>
                  </a:cubicBezTo>
                  <a:lnTo>
                    <a:pt x="11721" y="59267"/>
                  </a:lnTo>
                  <a:cubicBezTo>
                    <a:pt x="11732" y="59267"/>
                    <a:pt x="11598" y="59575"/>
                    <a:pt x="11598" y="59597"/>
                  </a:cubicBezTo>
                  <a:cubicBezTo>
                    <a:pt x="11566" y="59668"/>
                    <a:pt x="11549" y="59697"/>
                    <a:pt x="11545" y="59697"/>
                  </a:cubicBezTo>
                  <a:cubicBezTo>
                    <a:pt x="11538" y="59697"/>
                    <a:pt x="11555" y="59641"/>
                    <a:pt x="11590" y="59563"/>
                  </a:cubicBezTo>
                  <a:lnTo>
                    <a:pt x="11590" y="59563"/>
                  </a:lnTo>
                  <a:cubicBezTo>
                    <a:pt x="11473" y="59810"/>
                    <a:pt x="11416" y="59897"/>
                    <a:pt x="11399" y="59897"/>
                  </a:cubicBezTo>
                  <a:cubicBezTo>
                    <a:pt x="11394" y="59897"/>
                    <a:pt x="11393" y="59889"/>
                    <a:pt x="11395" y="59876"/>
                  </a:cubicBezTo>
                  <a:cubicBezTo>
                    <a:pt x="11497" y="59647"/>
                    <a:pt x="11590" y="59419"/>
                    <a:pt x="11691" y="59199"/>
                  </a:cubicBezTo>
                  <a:lnTo>
                    <a:pt x="11691" y="59199"/>
                  </a:lnTo>
                  <a:cubicBezTo>
                    <a:pt x="11590" y="59410"/>
                    <a:pt x="11522" y="59520"/>
                    <a:pt x="11437" y="59698"/>
                  </a:cubicBezTo>
                  <a:cubicBezTo>
                    <a:pt x="11404" y="59774"/>
                    <a:pt x="11361" y="59859"/>
                    <a:pt x="11311" y="59986"/>
                  </a:cubicBezTo>
                  <a:cubicBezTo>
                    <a:pt x="11268" y="60104"/>
                    <a:pt x="11277" y="60079"/>
                    <a:pt x="11294" y="60087"/>
                  </a:cubicBezTo>
                  <a:cubicBezTo>
                    <a:pt x="11209" y="60299"/>
                    <a:pt x="11099" y="60578"/>
                    <a:pt x="10964" y="60933"/>
                  </a:cubicBezTo>
                  <a:lnTo>
                    <a:pt x="10964" y="60916"/>
                  </a:lnTo>
                  <a:lnTo>
                    <a:pt x="10634" y="61635"/>
                  </a:lnTo>
                  <a:lnTo>
                    <a:pt x="10668" y="61542"/>
                  </a:lnTo>
                  <a:lnTo>
                    <a:pt x="10490" y="61974"/>
                  </a:lnTo>
                  <a:cubicBezTo>
                    <a:pt x="10488" y="61972"/>
                    <a:pt x="10486" y="61971"/>
                    <a:pt x="10484" y="61971"/>
                  </a:cubicBezTo>
                  <a:cubicBezTo>
                    <a:pt x="10460" y="61971"/>
                    <a:pt x="10423" y="62072"/>
                    <a:pt x="10415" y="62072"/>
                  </a:cubicBezTo>
                  <a:cubicBezTo>
                    <a:pt x="10414" y="62072"/>
                    <a:pt x="10414" y="62070"/>
                    <a:pt x="10414" y="62067"/>
                  </a:cubicBezTo>
                  <a:cubicBezTo>
                    <a:pt x="10245" y="62312"/>
                    <a:pt x="9974" y="63006"/>
                    <a:pt x="9678" y="63572"/>
                  </a:cubicBezTo>
                  <a:lnTo>
                    <a:pt x="9712" y="63479"/>
                  </a:lnTo>
                  <a:lnTo>
                    <a:pt x="9712" y="63479"/>
                  </a:lnTo>
                  <a:cubicBezTo>
                    <a:pt x="9585" y="63792"/>
                    <a:pt x="9187" y="64554"/>
                    <a:pt x="8934" y="65036"/>
                  </a:cubicBezTo>
                  <a:lnTo>
                    <a:pt x="8934" y="65019"/>
                  </a:lnTo>
                  <a:cubicBezTo>
                    <a:pt x="9031" y="64813"/>
                    <a:pt x="9066" y="64716"/>
                    <a:pt x="9055" y="64716"/>
                  </a:cubicBezTo>
                  <a:cubicBezTo>
                    <a:pt x="9050" y="64716"/>
                    <a:pt x="9034" y="64738"/>
                    <a:pt x="9010" y="64782"/>
                  </a:cubicBezTo>
                  <a:lnTo>
                    <a:pt x="9170" y="64410"/>
                  </a:lnTo>
                  <a:cubicBezTo>
                    <a:pt x="9255" y="64249"/>
                    <a:pt x="9475" y="63775"/>
                    <a:pt x="9517" y="63750"/>
                  </a:cubicBezTo>
                  <a:lnTo>
                    <a:pt x="9517" y="63750"/>
                  </a:lnTo>
                  <a:cubicBezTo>
                    <a:pt x="9426" y="63946"/>
                    <a:pt x="9389" y="64021"/>
                    <a:pt x="9392" y="64021"/>
                  </a:cubicBezTo>
                  <a:cubicBezTo>
                    <a:pt x="9393" y="64021"/>
                    <a:pt x="9418" y="63977"/>
                    <a:pt x="9458" y="63911"/>
                  </a:cubicBezTo>
                  <a:cubicBezTo>
                    <a:pt x="9608" y="63568"/>
                    <a:pt x="9923" y="62946"/>
                    <a:pt x="9883" y="62946"/>
                  </a:cubicBezTo>
                  <a:cubicBezTo>
                    <a:pt x="9882" y="62946"/>
                    <a:pt x="9882" y="62946"/>
                    <a:pt x="9881" y="62946"/>
                  </a:cubicBezTo>
                  <a:cubicBezTo>
                    <a:pt x="9957" y="62786"/>
                    <a:pt x="10042" y="62625"/>
                    <a:pt x="10135" y="62473"/>
                  </a:cubicBezTo>
                  <a:cubicBezTo>
                    <a:pt x="10139" y="62469"/>
                    <a:pt x="10142" y="62467"/>
                    <a:pt x="10143" y="62467"/>
                  </a:cubicBezTo>
                  <a:cubicBezTo>
                    <a:pt x="10157" y="62467"/>
                    <a:pt x="10113" y="62572"/>
                    <a:pt x="10076" y="62684"/>
                  </a:cubicBezTo>
                  <a:cubicBezTo>
                    <a:pt x="10295" y="62219"/>
                    <a:pt x="10507" y="61745"/>
                    <a:pt x="10718" y="61271"/>
                  </a:cubicBezTo>
                  <a:cubicBezTo>
                    <a:pt x="10718" y="61269"/>
                    <a:pt x="10718" y="61267"/>
                    <a:pt x="10717" y="61267"/>
                  </a:cubicBezTo>
                  <a:cubicBezTo>
                    <a:pt x="10692" y="61267"/>
                    <a:pt x="10435" y="61812"/>
                    <a:pt x="10417" y="61812"/>
                  </a:cubicBezTo>
                  <a:cubicBezTo>
                    <a:pt x="10412" y="61812"/>
                    <a:pt x="10425" y="61772"/>
                    <a:pt x="10465" y="61669"/>
                  </a:cubicBezTo>
                  <a:cubicBezTo>
                    <a:pt x="10507" y="61458"/>
                    <a:pt x="10592" y="61255"/>
                    <a:pt x="10693" y="61068"/>
                  </a:cubicBezTo>
                  <a:cubicBezTo>
                    <a:pt x="10694" y="61068"/>
                    <a:pt x="10694" y="61067"/>
                    <a:pt x="10695" y="61067"/>
                  </a:cubicBezTo>
                  <a:lnTo>
                    <a:pt x="10695" y="61067"/>
                  </a:lnTo>
                  <a:cubicBezTo>
                    <a:pt x="10699" y="61067"/>
                    <a:pt x="10683" y="61107"/>
                    <a:pt x="10668" y="61153"/>
                  </a:cubicBezTo>
                  <a:cubicBezTo>
                    <a:pt x="10761" y="60933"/>
                    <a:pt x="10786" y="60899"/>
                    <a:pt x="10905" y="60671"/>
                  </a:cubicBezTo>
                  <a:cubicBezTo>
                    <a:pt x="10909" y="60665"/>
                    <a:pt x="10913" y="60663"/>
                    <a:pt x="10915" y="60663"/>
                  </a:cubicBezTo>
                  <a:cubicBezTo>
                    <a:pt x="10935" y="60663"/>
                    <a:pt x="10781" y="60981"/>
                    <a:pt x="10727" y="61136"/>
                  </a:cubicBezTo>
                  <a:cubicBezTo>
                    <a:pt x="10795" y="60975"/>
                    <a:pt x="10862" y="60806"/>
                    <a:pt x="10938" y="60637"/>
                  </a:cubicBezTo>
                  <a:lnTo>
                    <a:pt x="10938" y="60637"/>
                  </a:lnTo>
                  <a:lnTo>
                    <a:pt x="10930" y="60679"/>
                  </a:lnTo>
                  <a:lnTo>
                    <a:pt x="11158" y="60172"/>
                  </a:lnTo>
                  <a:cubicBezTo>
                    <a:pt x="11170" y="60140"/>
                    <a:pt x="11174" y="60126"/>
                    <a:pt x="11172" y="60126"/>
                  </a:cubicBezTo>
                  <a:lnTo>
                    <a:pt x="11172" y="60126"/>
                  </a:lnTo>
                  <a:cubicBezTo>
                    <a:pt x="11163" y="60126"/>
                    <a:pt x="10976" y="60556"/>
                    <a:pt x="10947" y="60578"/>
                  </a:cubicBezTo>
                  <a:lnTo>
                    <a:pt x="11082" y="60248"/>
                  </a:lnTo>
                  <a:cubicBezTo>
                    <a:pt x="11260" y="59876"/>
                    <a:pt x="11683" y="58869"/>
                    <a:pt x="11869" y="58556"/>
                  </a:cubicBezTo>
                  <a:cubicBezTo>
                    <a:pt x="12072" y="58125"/>
                    <a:pt x="11962" y="58302"/>
                    <a:pt x="11987" y="58184"/>
                  </a:cubicBezTo>
                  <a:cubicBezTo>
                    <a:pt x="12080" y="57913"/>
                    <a:pt x="12216" y="57685"/>
                    <a:pt x="12326" y="57431"/>
                  </a:cubicBezTo>
                  <a:cubicBezTo>
                    <a:pt x="12300" y="57431"/>
                    <a:pt x="12436" y="57126"/>
                    <a:pt x="12410" y="57101"/>
                  </a:cubicBezTo>
                  <a:lnTo>
                    <a:pt x="12596" y="56678"/>
                  </a:lnTo>
                  <a:cubicBezTo>
                    <a:pt x="12605" y="56642"/>
                    <a:pt x="12606" y="56626"/>
                    <a:pt x="12603" y="56626"/>
                  </a:cubicBezTo>
                  <a:lnTo>
                    <a:pt x="12603" y="56626"/>
                  </a:lnTo>
                  <a:cubicBezTo>
                    <a:pt x="12580" y="56626"/>
                    <a:pt x="12367" y="57193"/>
                    <a:pt x="12309" y="57287"/>
                  </a:cubicBezTo>
                  <a:cubicBezTo>
                    <a:pt x="12286" y="57321"/>
                    <a:pt x="12275" y="57335"/>
                    <a:pt x="12271" y="57335"/>
                  </a:cubicBezTo>
                  <a:cubicBezTo>
                    <a:pt x="12255" y="57335"/>
                    <a:pt x="12377" y="57086"/>
                    <a:pt x="12368" y="57086"/>
                  </a:cubicBezTo>
                  <a:lnTo>
                    <a:pt x="12368" y="57086"/>
                  </a:lnTo>
                  <a:cubicBezTo>
                    <a:pt x="12366" y="57086"/>
                    <a:pt x="12361" y="57093"/>
                    <a:pt x="12351" y="57109"/>
                  </a:cubicBezTo>
                  <a:cubicBezTo>
                    <a:pt x="12207" y="57431"/>
                    <a:pt x="12216" y="57465"/>
                    <a:pt x="12157" y="57617"/>
                  </a:cubicBezTo>
                  <a:cubicBezTo>
                    <a:pt x="12084" y="57795"/>
                    <a:pt x="12026" y="57888"/>
                    <a:pt x="12014" y="57888"/>
                  </a:cubicBezTo>
                  <a:cubicBezTo>
                    <a:pt x="12014" y="57888"/>
                    <a:pt x="12013" y="57888"/>
                    <a:pt x="12013" y="57888"/>
                  </a:cubicBezTo>
                  <a:cubicBezTo>
                    <a:pt x="12258" y="57380"/>
                    <a:pt x="12114" y="57600"/>
                    <a:pt x="12300" y="57177"/>
                  </a:cubicBezTo>
                  <a:lnTo>
                    <a:pt x="12317" y="57169"/>
                  </a:lnTo>
                  <a:cubicBezTo>
                    <a:pt x="12300" y="57152"/>
                    <a:pt x="12563" y="56551"/>
                    <a:pt x="12647" y="56323"/>
                  </a:cubicBezTo>
                  <a:cubicBezTo>
                    <a:pt x="12692" y="56228"/>
                    <a:pt x="12712" y="56191"/>
                    <a:pt x="12716" y="56191"/>
                  </a:cubicBezTo>
                  <a:lnTo>
                    <a:pt x="12716" y="56191"/>
                  </a:lnTo>
                  <a:cubicBezTo>
                    <a:pt x="12731" y="56191"/>
                    <a:pt x="12527" y="56703"/>
                    <a:pt x="12537" y="56703"/>
                  </a:cubicBezTo>
                  <a:cubicBezTo>
                    <a:pt x="12537" y="56703"/>
                    <a:pt x="12537" y="56703"/>
                    <a:pt x="12537" y="56703"/>
                  </a:cubicBezTo>
                  <a:lnTo>
                    <a:pt x="12766" y="56137"/>
                  </a:lnTo>
                  <a:lnTo>
                    <a:pt x="12766" y="56137"/>
                  </a:lnTo>
                  <a:cubicBezTo>
                    <a:pt x="12681" y="56390"/>
                    <a:pt x="12799" y="56145"/>
                    <a:pt x="12681" y="56483"/>
                  </a:cubicBezTo>
                  <a:cubicBezTo>
                    <a:pt x="12816" y="56137"/>
                    <a:pt x="12850" y="56103"/>
                    <a:pt x="12977" y="55773"/>
                  </a:cubicBezTo>
                  <a:lnTo>
                    <a:pt x="12977" y="55773"/>
                  </a:lnTo>
                  <a:cubicBezTo>
                    <a:pt x="12955" y="55846"/>
                    <a:pt x="12949" y="55876"/>
                    <a:pt x="12954" y="55876"/>
                  </a:cubicBezTo>
                  <a:cubicBezTo>
                    <a:pt x="12975" y="55876"/>
                    <a:pt x="13205" y="55318"/>
                    <a:pt x="13239" y="55291"/>
                  </a:cubicBezTo>
                  <a:lnTo>
                    <a:pt x="13239" y="55291"/>
                  </a:lnTo>
                  <a:cubicBezTo>
                    <a:pt x="13104" y="55629"/>
                    <a:pt x="12952" y="55967"/>
                    <a:pt x="12783" y="56297"/>
                  </a:cubicBezTo>
                  <a:lnTo>
                    <a:pt x="12783" y="56297"/>
                  </a:lnTo>
                  <a:cubicBezTo>
                    <a:pt x="12783" y="56297"/>
                    <a:pt x="12783" y="56297"/>
                    <a:pt x="12783" y="56297"/>
                  </a:cubicBezTo>
                  <a:lnTo>
                    <a:pt x="12783" y="56297"/>
                  </a:lnTo>
                  <a:cubicBezTo>
                    <a:pt x="12784" y="56297"/>
                    <a:pt x="12595" y="56757"/>
                    <a:pt x="12503" y="56932"/>
                  </a:cubicBezTo>
                  <a:cubicBezTo>
                    <a:pt x="12478" y="57025"/>
                    <a:pt x="12453" y="57118"/>
                    <a:pt x="12427" y="57211"/>
                  </a:cubicBezTo>
                  <a:cubicBezTo>
                    <a:pt x="12546" y="56952"/>
                    <a:pt x="12677" y="56596"/>
                    <a:pt x="12697" y="56596"/>
                  </a:cubicBezTo>
                  <a:cubicBezTo>
                    <a:pt x="12700" y="56596"/>
                    <a:pt x="12700" y="56603"/>
                    <a:pt x="12698" y="56619"/>
                  </a:cubicBezTo>
                  <a:lnTo>
                    <a:pt x="12850" y="56196"/>
                  </a:lnTo>
                  <a:lnTo>
                    <a:pt x="12850" y="56196"/>
                  </a:lnTo>
                  <a:cubicBezTo>
                    <a:pt x="12723" y="56644"/>
                    <a:pt x="12732" y="56619"/>
                    <a:pt x="12588" y="57016"/>
                  </a:cubicBezTo>
                  <a:cubicBezTo>
                    <a:pt x="12960" y="56238"/>
                    <a:pt x="13138" y="55578"/>
                    <a:pt x="13442" y="54944"/>
                  </a:cubicBezTo>
                  <a:lnTo>
                    <a:pt x="13442" y="54944"/>
                  </a:lnTo>
                  <a:lnTo>
                    <a:pt x="13409" y="55045"/>
                  </a:lnTo>
                  <a:cubicBezTo>
                    <a:pt x="13679" y="54394"/>
                    <a:pt x="13832" y="53988"/>
                    <a:pt x="13967" y="53726"/>
                  </a:cubicBezTo>
                  <a:cubicBezTo>
                    <a:pt x="14051" y="53540"/>
                    <a:pt x="14145" y="53362"/>
                    <a:pt x="14254" y="53184"/>
                  </a:cubicBezTo>
                  <a:close/>
                  <a:moveTo>
                    <a:pt x="9060" y="65214"/>
                  </a:moveTo>
                  <a:lnTo>
                    <a:pt x="9060" y="65214"/>
                  </a:lnTo>
                  <a:cubicBezTo>
                    <a:pt x="9050" y="65231"/>
                    <a:pt x="9041" y="65247"/>
                    <a:pt x="9033" y="65264"/>
                  </a:cubicBezTo>
                  <a:lnTo>
                    <a:pt x="9033" y="65264"/>
                  </a:lnTo>
                  <a:cubicBezTo>
                    <a:pt x="9042" y="65248"/>
                    <a:pt x="9051" y="65231"/>
                    <a:pt x="9060" y="65214"/>
                  </a:cubicBezTo>
                  <a:close/>
                  <a:moveTo>
                    <a:pt x="8037" y="66550"/>
                  </a:moveTo>
                  <a:lnTo>
                    <a:pt x="8037" y="66550"/>
                  </a:lnTo>
                  <a:cubicBezTo>
                    <a:pt x="8018" y="66581"/>
                    <a:pt x="7985" y="66640"/>
                    <a:pt x="7945" y="66717"/>
                  </a:cubicBezTo>
                  <a:lnTo>
                    <a:pt x="7945" y="66717"/>
                  </a:lnTo>
                  <a:lnTo>
                    <a:pt x="8037" y="66550"/>
                  </a:lnTo>
                  <a:close/>
                  <a:moveTo>
                    <a:pt x="7402" y="67988"/>
                  </a:moveTo>
                  <a:cubicBezTo>
                    <a:pt x="7398" y="68001"/>
                    <a:pt x="7392" y="68013"/>
                    <a:pt x="7387" y="68026"/>
                  </a:cubicBezTo>
                  <a:lnTo>
                    <a:pt x="7387" y="68026"/>
                  </a:lnTo>
                  <a:cubicBezTo>
                    <a:pt x="7392" y="68016"/>
                    <a:pt x="7397" y="68006"/>
                    <a:pt x="7402" y="67997"/>
                  </a:cubicBezTo>
                  <a:lnTo>
                    <a:pt x="7402" y="67988"/>
                  </a:lnTo>
                  <a:close/>
                  <a:moveTo>
                    <a:pt x="6180" y="69629"/>
                  </a:moveTo>
                  <a:cubicBezTo>
                    <a:pt x="6176" y="69637"/>
                    <a:pt x="6172" y="69646"/>
                    <a:pt x="6167" y="69655"/>
                  </a:cubicBezTo>
                  <a:cubicBezTo>
                    <a:pt x="6173" y="69644"/>
                    <a:pt x="6177" y="69636"/>
                    <a:pt x="6180" y="69629"/>
                  </a:cubicBezTo>
                  <a:close/>
                  <a:moveTo>
                    <a:pt x="8637" y="65459"/>
                  </a:moveTo>
                  <a:lnTo>
                    <a:pt x="8637" y="65459"/>
                  </a:lnTo>
                  <a:cubicBezTo>
                    <a:pt x="8485" y="65746"/>
                    <a:pt x="8299" y="66119"/>
                    <a:pt x="8088" y="66559"/>
                  </a:cubicBezTo>
                  <a:cubicBezTo>
                    <a:pt x="7876" y="67007"/>
                    <a:pt x="7639" y="67506"/>
                    <a:pt x="7377" y="68064"/>
                  </a:cubicBezTo>
                  <a:cubicBezTo>
                    <a:pt x="7377" y="68051"/>
                    <a:pt x="7381" y="68039"/>
                    <a:pt x="7387" y="68026"/>
                  </a:cubicBezTo>
                  <a:lnTo>
                    <a:pt x="7387" y="68026"/>
                  </a:lnTo>
                  <a:cubicBezTo>
                    <a:pt x="7106" y="68548"/>
                    <a:pt x="7085" y="68605"/>
                    <a:pt x="6853" y="69046"/>
                  </a:cubicBezTo>
                  <a:lnTo>
                    <a:pt x="6912" y="68902"/>
                  </a:lnTo>
                  <a:lnTo>
                    <a:pt x="6912" y="68902"/>
                  </a:lnTo>
                  <a:cubicBezTo>
                    <a:pt x="6853" y="68969"/>
                    <a:pt x="6683" y="69333"/>
                    <a:pt x="6489" y="69689"/>
                  </a:cubicBezTo>
                  <a:cubicBezTo>
                    <a:pt x="6421" y="69858"/>
                    <a:pt x="6336" y="70018"/>
                    <a:pt x="6235" y="70171"/>
                  </a:cubicBezTo>
                  <a:lnTo>
                    <a:pt x="6252" y="70112"/>
                  </a:lnTo>
                  <a:lnTo>
                    <a:pt x="6252" y="70112"/>
                  </a:lnTo>
                  <a:cubicBezTo>
                    <a:pt x="6210" y="70171"/>
                    <a:pt x="6007" y="70509"/>
                    <a:pt x="5787" y="70907"/>
                  </a:cubicBezTo>
                  <a:lnTo>
                    <a:pt x="5863" y="70738"/>
                  </a:lnTo>
                  <a:cubicBezTo>
                    <a:pt x="5914" y="70628"/>
                    <a:pt x="5973" y="70509"/>
                    <a:pt x="6040" y="70365"/>
                  </a:cubicBezTo>
                  <a:lnTo>
                    <a:pt x="6040" y="70365"/>
                  </a:lnTo>
                  <a:cubicBezTo>
                    <a:pt x="5998" y="70450"/>
                    <a:pt x="5947" y="70543"/>
                    <a:pt x="5871" y="70670"/>
                  </a:cubicBezTo>
                  <a:lnTo>
                    <a:pt x="6210" y="69942"/>
                  </a:lnTo>
                  <a:lnTo>
                    <a:pt x="6210" y="69942"/>
                  </a:lnTo>
                  <a:cubicBezTo>
                    <a:pt x="6007" y="70289"/>
                    <a:pt x="6023" y="70365"/>
                    <a:pt x="5778" y="70788"/>
                  </a:cubicBezTo>
                  <a:cubicBezTo>
                    <a:pt x="5761" y="70746"/>
                    <a:pt x="5736" y="70763"/>
                    <a:pt x="5964" y="70298"/>
                  </a:cubicBezTo>
                  <a:cubicBezTo>
                    <a:pt x="6044" y="70159"/>
                    <a:pt x="6069" y="70120"/>
                    <a:pt x="6073" y="70120"/>
                  </a:cubicBezTo>
                  <a:lnTo>
                    <a:pt x="6073" y="70120"/>
                  </a:lnTo>
                  <a:cubicBezTo>
                    <a:pt x="6079" y="70120"/>
                    <a:pt x="6051" y="70183"/>
                    <a:pt x="6058" y="70183"/>
                  </a:cubicBezTo>
                  <a:cubicBezTo>
                    <a:pt x="6062" y="70183"/>
                    <a:pt x="6073" y="70169"/>
                    <a:pt x="6100" y="70128"/>
                  </a:cubicBezTo>
                  <a:cubicBezTo>
                    <a:pt x="6235" y="69807"/>
                    <a:pt x="6345" y="69756"/>
                    <a:pt x="6480" y="69409"/>
                  </a:cubicBezTo>
                  <a:cubicBezTo>
                    <a:pt x="6683" y="69020"/>
                    <a:pt x="6641" y="69156"/>
                    <a:pt x="6717" y="69037"/>
                  </a:cubicBezTo>
                  <a:lnTo>
                    <a:pt x="6717" y="69037"/>
                  </a:lnTo>
                  <a:cubicBezTo>
                    <a:pt x="6656" y="69154"/>
                    <a:pt x="6643" y="69185"/>
                    <a:pt x="6648" y="69185"/>
                  </a:cubicBezTo>
                  <a:cubicBezTo>
                    <a:pt x="6654" y="69185"/>
                    <a:pt x="6684" y="69143"/>
                    <a:pt x="6690" y="69143"/>
                  </a:cubicBezTo>
                  <a:lnTo>
                    <a:pt x="6690" y="69143"/>
                  </a:lnTo>
                  <a:cubicBezTo>
                    <a:pt x="6697" y="69143"/>
                    <a:pt x="6679" y="69186"/>
                    <a:pt x="6590" y="69359"/>
                  </a:cubicBezTo>
                  <a:cubicBezTo>
                    <a:pt x="6819" y="68969"/>
                    <a:pt x="6717" y="69054"/>
                    <a:pt x="6903" y="68724"/>
                  </a:cubicBezTo>
                  <a:lnTo>
                    <a:pt x="6962" y="68690"/>
                  </a:lnTo>
                  <a:cubicBezTo>
                    <a:pt x="7132" y="68386"/>
                    <a:pt x="7504" y="67743"/>
                    <a:pt x="7707" y="67320"/>
                  </a:cubicBezTo>
                  <a:lnTo>
                    <a:pt x="7707" y="67320"/>
                  </a:lnTo>
                  <a:cubicBezTo>
                    <a:pt x="7659" y="67399"/>
                    <a:pt x="7639" y="67429"/>
                    <a:pt x="7634" y="67429"/>
                  </a:cubicBezTo>
                  <a:cubicBezTo>
                    <a:pt x="7621" y="67429"/>
                    <a:pt x="7762" y="67147"/>
                    <a:pt x="7746" y="67147"/>
                  </a:cubicBezTo>
                  <a:lnTo>
                    <a:pt x="7746" y="67147"/>
                  </a:lnTo>
                  <a:cubicBezTo>
                    <a:pt x="7745" y="67147"/>
                    <a:pt x="7743" y="67148"/>
                    <a:pt x="7741" y="67151"/>
                  </a:cubicBezTo>
                  <a:cubicBezTo>
                    <a:pt x="7741" y="67217"/>
                    <a:pt x="7471" y="67676"/>
                    <a:pt x="7454" y="67676"/>
                  </a:cubicBezTo>
                  <a:cubicBezTo>
                    <a:pt x="7453" y="67676"/>
                    <a:pt x="7453" y="67676"/>
                    <a:pt x="7453" y="67675"/>
                  </a:cubicBezTo>
                  <a:cubicBezTo>
                    <a:pt x="7571" y="67459"/>
                    <a:pt x="7806" y="66984"/>
                    <a:pt x="7945" y="66717"/>
                  </a:cubicBezTo>
                  <a:lnTo>
                    <a:pt x="7945" y="66717"/>
                  </a:lnTo>
                  <a:lnTo>
                    <a:pt x="7749" y="67075"/>
                  </a:lnTo>
                  <a:cubicBezTo>
                    <a:pt x="7825" y="66880"/>
                    <a:pt x="8147" y="66195"/>
                    <a:pt x="8147" y="66178"/>
                  </a:cubicBezTo>
                  <a:cubicBezTo>
                    <a:pt x="8265" y="65975"/>
                    <a:pt x="8417" y="65662"/>
                    <a:pt x="8494" y="65560"/>
                  </a:cubicBezTo>
                  <a:lnTo>
                    <a:pt x="8494" y="65560"/>
                  </a:lnTo>
                  <a:lnTo>
                    <a:pt x="8316" y="65958"/>
                  </a:lnTo>
                  <a:lnTo>
                    <a:pt x="8223" y="66085"/>
                  </a:lnTo>
                  <a:lnTo>
                    <a:pt x="8138" y="66322"/>
                  </a:lnTo>
                  <a:cubicBezTo>
                    <a:pt x="8274" y="66076"/>
                    <a:pt x="8561" y="65560"/>
                    <a:pt x="8637" y="65459"/>
                  </a:cubicBezTo>
                  <a:close/>
                  <a:moveTo>
                    <a:pt x="4315" y="73783"/>
                  </a:moveTo>
                  <a:lnTo>
                    <a:pt x="4315" y="73783"/>
                  </a:lnTo>
                  <a:lnTo>
                    <a:pt x="4315" y="73783"/>
                  </a:lnTo>
                  <a:close/>
                  <a:moveTo>
                    <a:pt x="21157" y="0"/>
                  </a:moveTo>
                  <a:lnTo>
                    <a:pt x="21157" y="0"/>
                  </a:lnTo>
                  <a:cubicBezTo>
                    <a:pt x="21293" y="1125"/>
                    <a:pt x="21453" y="1624"/>
                    <a:pt x="21538" y="2546"/>
                  </a:cubicBezTo>
                  <a:cubicBezTo>
                    <a:pt x="21530" y="2500"/>
                    <a:pt x="21525" y="2484"/>
                    <a:pt x="21523" y="2484"/>
                  </a:cubicBezTo>
                  <a:cubicBezTo>
                    <a:pt x="21517" y="2484"/>
                    <a:pt x="21521" y="2557"/>
                    <a:pt x="21521" y="2580"/>
                  </a:cubicBezTo>
                  <a:cubicBezTo>
                    <a:pt x="21580" y="2868"/>
                    <a:pt x="21606" y="3223"/>
                    <a:pt x="21640" y="3401"/>
                  </a:cubicBezTo>
                  <a:lnTo>
                    <a:pt x="21690" y="3866"/>
                  </a:lnTo>
                  <a:cubicBezTo>
                    <a:pt x="21673" y="3858"/>
                    <a:pt x="21623" y="3688"/>
                    <a:pt x="21572" y="3215"/>
                  </a:cubicBezTo>
                  <a:lnTo>
                    <a:pt x="21572" y="3215"/>
                  </a:lnTo>
                  <a:cubicBezTo>
                    <a:pt x="21656" y="4044"/>
                    <a:pt x="21750" y="4771"/>
                    <a:pt x="21834" y="5507"/>
                  </a:cubicBezTo>
                  <a:cubicBezTo>
                    <a:pt x="21902" y="6243"/>
                    <a:pt x="21961" y="6979"/>
                    <a:pt x="22012" y="7817"/>
                  </a:cubicBezTo>
                  <a:cubicBezTo>
                    <a:pt x="22012" y="7826"/>
                    <a:pt x="22012" y="7829"/>
                    <a:pt x="22011" y="7829"/>
                  </a:cubicBezTo>
                  <a:cubicBezTo>
                    <a:pt x="22009" y="7829"/>
                    <a:pt x="22000" y="7692"/>
                    <a:pt x="21996" y="7692"/>
                  </a:cubicBezTo>
                  <a:cubicBezTo>
                    <a:pt x="21995" y="7692"/>
                    <a:pt x="21995" y="7701"/>
                    <a:pt x="21995" y="7724"/>
                  </a:cubicBezTo>
                  <a:cubicBezTo>
                    <a:pt x="22004" y="7838"/>
                    <a:pt x="22017" y="7994"/>
                    <a:pt x="22029" y="8114"/>
                  </a:cubicBezTo>
                  <a:lnTo>
                    <a:pt x="22029" y="8114"/>
                  </a:lnTo>
                  <a:cubicBezTo>
                    <a:pt x="22029" y="8106"/>
                    <a:pt x="22029" y="8096"/>
                    <a:pt x="22029" y="8087"/>
                  </a:cubicBezTo>
                  <a:lnTo>
                    <a:pt x="22029" y="8087"/>
                  </a:lnTo>
                  <a:cubicBezTo>
                    <a:pt x="22031" y="8115"/>
                    <a:pt x="22033" y="8142"/>
                    <a:pt x="22035" y="8169"/>
                  </a:cubicBezTo>
                  <a:lnTo>
                    <a:pt x="22035" y="8169"/>
                  </a:lnTo>
                  <a:cubicBezTo>
                    <a:pt x="22033" y="8152"/>
                    <a:pt x="22031" y="8134"/>
                    <a:pt x="22029" y="8114"/>
                  </a:cubicBezTo>
                  <a:lnTo>
                    <a:pt x="22029" y="8114"/>
                  </a:lnTo>
                  <a:cubicBezTo>
                    <a:pt x="22030" y="8150"/>
                    <a:pt x="22033" y="8184"/>
                    <a:pt x="22038" y="8218"/>
                  </a:cubicBezTo>
                  <a:lnTo>
                    <a:pt x="22038" y="8218"/>
                  </a:lnTo>
                  <a:cubicBezTo>
                    <a:pt x="22037" y="8202"/>
                    <a:pt x="22036" y="8186"/>
                    <a:pt x="22035" y="8169"/>
                  </a:cubicBezTo>
                  <a:lnTo>
                    <a:pt x="22035" y="8169"/>
                  </a:lnTo>
                  <a:cubicBezTo>
                    <a:pt x="22039" y="8207"/>
                    <a:pt x="22042" y="8238"/>
                    <a:pt x="22045" y="8261"/>
                  </a:cubicBezTo>
                  <a:lnTo>
                    <a:pt x="22045" y="8261"/>
                  </a:lnTo>
                  <a:cubicBezTo>
                    <a:pt x="22043" y="8247"/>
                    <a:pt x="22040" y="8232"/>
                    <a:pt x="22038" y="8218"/>
                  </a:cubicBezTo>
                  <a:lnTo>
                    <a:pt x="22038" y="8218"/>
                  </a:lnTo>
                  <a:cubicBezTo>
                    <a:pt x="22049" y="8385"/>
                    <a:pt x="22054" y="8536"/>
                    <a:pt x="22054" y="8671"/>
                  </a:cubicBezTo>
                  <a:cubicBezTo>
                    <a:pt x="22062" y="8849"/>
                    <a:pt x="22062" y="9001"/>
                    <a:pt x="22062" y="9145"/>
                  </a:cubicBezTo>
                  <a:cubicBezTo>
                    <a:pt x="22071" y="9449"/>
                    <a:pt x="22071" y="9695"/>
                    <a:pt x="22096" y="9974"/>
                  </a:cubicBezTo>
                  <a:cubicBezTo>
                    <a:pt x="22096" y="9975"/>
                    <a:pt x="22095" y="9976"/>
                    <a:pt x="22095" y="9976"/>
                  </a:cubicBezTo>
                  <a:cubicBezTo>
                    <a:pt x="22079" y="9976"/>
                    <a:pt x="22065" y="9612"/>
                    <a:pt x="22063" y="9612"/>
                  </a:cubicBezTo>
                  <a:cubicBezTo>
                    <a:pt x="22063" y="9612"/>
                    <a:pt x="22062" y="9614"/>
                    <a:pt x="22062" y="9618"/>
                  </a:cubicBezTo>
                  <a:cubicBezTo>
                    <a:pt x="22071" y="10050"/>
                    <a:pt x="22088" y="10371"/>
                    <a:pt x="22122" y="10701"/>
                  </a:cubicBezTo>
                  <a:cubicBezTo>
                    <a:pt x="22147" y="11023"/>
                    <a:pt x="22164" y="11353"/>
                    <a:pt x="22164" y="11784"/>
                  </a:cubicBezTo>
                  <a:cubicBezTo>
                    <a:pt x="22158" y="11721"/>
                    <a:pt x="22154" y="11694"/>
                    <a:pt x="22151" y="11694"/>
                  </a:cubicBezTo>
                  <a:cubicBezTo>
                    <a:pt x="22138" y="11694"/>
                    <a:pt x="22137" y="12023"/>
                    <a:pt x="22130" y="12207"/>
                  </a:cubicBezTo>
                  <a:cubicBezTo>
                    <a:pt x="22139" y="12562"/>
                    <a:pt x="22164" y="13112"/>
                    <a:pt x="22164" y="13713"/>
                  </a:cubicBezTo>
                  <a:cubicBezTo>
                    <a:pt x="22164" y="14313"/>
                    <a:pt x="22147" y="14956"/>
                    <a:pt x="22147" y="15498"/>
                  </a:cubicBezTo>
                  <a:cubicBezTo>
                    <a:pt x="22142" y="15472"/>
                    <a:pt x="22137" y="15461"/>
                    <a:pt x="22133" y="15461"/>
                  </a:cubicBezTo>
                  <a:cubicBezTo>
                    <a:pt x="22093" y="15461"/>
                    <a:pt x="22116" y="16698"/>
                    <a:pt x="22062" y="16775"/>
                  </a:cubicBezTo>
                  <a:cubicBezTo>
                    <a:pt x="22046" y="16987"/>
                    <a:pt x="22046" y="17198"/>
                    <a:pt x="22062" y="17410"/>
                  </a:cubicBezTo>
                  <a:cubicBezTo>
                    <a:pt x="22062" y="17274"/>
                    <a:pt x="22071" y="17130"/>
                    <a:pt x="22096" y="16995"/>
                  </a:cubicBezTo>
                  <a:lnTo>
                    <a:pt x="22096" y="16995"/>
                  </a:lnTo>
                  <a:cubicBezTo>
                    <a:pt x="22079" y="17350"/>
                    <a:pt x="22062" y="17875"/>
                    <a:pt x="22079" y="17926"/>
                  </a:cubicBezTo>
                  <a:lnTo>
                    <a:pt x="22037" y="18357"/>
                  </a:lnTo>
                  <a:cubicBezTo>
                    <a:pt x="22062" y="18492"/>
                    <a:pt x="22071" y="18628"/>
                    <a:pt x="22054" y="18763"/>
                  </a:cubicBezTo>
                  <a:cubicBezTo>
                    <a:pt x="21978" y="19288"/>
                    <a:pt x="22096" y="18704"/>
                    <a:pt x="22029" y="19465"/>
                  </a:cubicBezTo>
                  <a:cubicBezTo>
                    <a:pt x="22020" y="19330"/>
                    <a:pt x="22012" y="19203"/>
                    <a:pt x="21995" y="19068"/>
                  </a:cubicBezTo>
                  <a:cubicBezTo>
                    <a:pt x="21969" y="19431"/>
                    <a:pt x="21986" y="19389"/>
                    <a:pt x="21969" y="19643"/>
                  </a:cubicBezTo>
                  <a:cubicBezTo>
                    <a:pt x="21967" y="19652"/>
                    <a:pt x="21964" y="19656"/>
                    <a:pt x="21962" y="19656"/>
                  </a:cubicBezTo>
                  <a:cubicBezTo>
                    <a:pt x="21946" y="19656"/>
                    <a:pt x="21953" y="19359"/>
                    <a:pt x="21953" y="19110"/>
                  </a:cubicBezTo>
                  <a:lnTo>
                    <a:pt x="21953" y="19110"/>
                  </a:lnTo>
                  <a:cubicBezTo>
                    <a:pt x="21944" y="19262"/>
                    <a:pt x="21927" y="19423"/>
                    <a:pt x="21910" y="19575"/>
                  </a:cubicBezTo>
                  <a:cubicBezTo>
                    <a:pt x="21902" y="20032"/>
                    <a:pt x="21885" y="20819"/>
                    <a:pt x="21817" y="21546"/>
                  </a:cubicBezTo>
                  <a:cubicBezTo>
                    <a:pt x="21811" y="21460"/>
                    <a:pt x="21818" y="21311"/>
                    <a:pt x="21806" y="21311"/>
                  </a:cubicBezTo>
                  <a:cubicBezTo>
                    <a:pt x="21802" y="21311"/>
                    <a:pt x="21795" y="21332"/>
                    <a:pt x="21783" y="21385"/>
                  </a:cubicBezTo>
                  <a:cubicBezTo>
                    <a:pt x="21783" y="21766"/>
                    <a:pt x="21750" y="22147"/>
                    <a:pt x="21707" y="22528"/>
                  </a:cubicBezTo>
                  <a:lnTo>
                    <a:pt x="21707" y="22451"/>
                  </a:lnTo>
                  <a:cubicBezTo>
                    <a:pt x="21656" y="23179"/>
                    <a:pt x="21640" y="22993"/>
                    <a:pt x="21563" y="23653"/>
                  </a:cubicBezTo>
                  <a:cubicBezTo>
                    <a:pt x="21563" y="23644"/>
                    <a:pt x="21563" y="23627"/>
                    <a:pt x="21563" y="23619"/>
                  </a:cubicBezTo>
                  <a:lnTo>
                    <a:pt x="21538" y="24025"/>
                  </a:lnTo>
                  <a:cubicBezTo>
                    <a:pt x="21530" y="24304"/>
                    <a:pt x="21496" y="24592"/>
                    <a:pt x="21453" y="24871"/>
                  </a:cubicBezTo>
                  <a:cubicBezTo>
                    <a:pt x="21411" y="25057"/>
                    <a:pt x="21369" y="25201"/>
                    <a:pt x="21327" y="25454"/>
                  </a:cubicBezTo>
                  <a:lnTo>
                    <a:pt x="21335" y="25344"/>
                  </a:lnTo>
                  <a:lnTo>
                    <a:pt x="21335" y="25344"/>
                  </a:lnTo>
                  <a:cubicBezTo>
                    <a:pt x="21259" y="25657"/>
                    <a:pt x="21149" y="26664"/>
                    <a:pt x="21098" y="26952"/>
                  </a:cubicBezTo>
                  <a:cubicBezTo>
                    <a:pt x="21174" y="26605"/>
                    <a:pt x="21140" y="26842"/>
                    <a:pt x="21208" y="26580"/>
                  </a:cubicBezTo>
                  <a:cubicBezTo>
                    <a:pt x="21242" y="26267"/>
                    <a:pt x="21191" y="26360"/>
                    <a:pt x="21276" y="25835"/>
                  </a:cubicBezTo>
                  <a:lnTo>
                    <a:pt x="21276" y="25835"/>
                  </a:lnTo>
                  <a:cubicBezTo>
                    <a:pt x="21301" y="25911"/>
                    <a:pt x="21217" y="26571"/>
                    <a:pt x="21225" y="26706"/>
                  </a:cubicBezTo>
                  <a:cubicBezTo>
                    <a:pt x="21208" y="26884"/>
                    <a:pt x="21166" y="27062"/>
                    <a:pt x="21090" y="27222"/>
                  </a:cubicBezTo>
                  <a:cubicBezTo>
                    <a:pt x="21047" y="27586"/>
                    <a:pt x="20997" y="27865"/>
                    <a:pt x="20946" y="28170"/>
                  </a:cubicBezTo>
                  <a:cubicBezTo>
                    <a:pt x="20887" y="28474"/>
                    <a:pt x="20836" y="28804"/>
                    <a:pt x="20768" y="29244"/>
                  </a:cubicBezTo>
                  <a:cubicBezTo>
                    <a:pt x="20735" y="29563"/>
                    <a:pt x="20768" y="29815"/>
                    <a:pt x="20595" y="30546"/>
                  </a:cubicBezTo>
                  <a:lnTo>
                    <a:pt x="20595" y="30546"/>
                  </a:lnTo>
                  <a:cubicBezTo>
                    <a:pt x="20595" y="30533"/>
                    <a:pt x="20594" y="30525"/>
                    <a:pt x="20591" y="30522"/>
                  </a:cubicBezTo>
                  <a:lnTo>
                    <a:pt x="20591" y="30522"/>
                  </a:lnTo>
                  <a:lnTo>
                    <a:pt x="20591" y="30564"/>
                  </a:lnTo>
                  <a:cubicBezTo>
                    <a:pt x="20592" y="30558"/>
                    <a:pt x="20593" y="30552"/>
                    <a:pt x="20595" y="30546"/>
                  </a:cubicBezTo>
                  <a:lnTo>
                    <a:pt x="20595" y="30546"/>
                  </a:lnTo>
                  <a:cubicBezTo>
                    <a:pt x="20593" y="30629"/>
                    <a:pt x="20521" y="30897"/>
                    <a:pt x="20506" y="31029"/>
                  </a:cubicBezTo>
                  <a:cubicBezTo>
                    <a:pt x="20522" y="30981"/>
                    <a:pt x="20531" y="30963"/>
                    <a:pt x="20535" y="30963"/>
                  </a:cubicBezTo>
                  <a:lnTo>
                    <a:pt x="20535" y="30963"/>
                  </a:lnTo>
                  <a:cubicBezTo>
                    <a:pt x="20548" y="30963"/>
                    <a:pt x="20517" y="31138"/>
                    <a:pt x="20526" y="31138"/>
                  </a:cubicBezTo>
                  <a:cubicBezTo>
                    <a:pt x="20529" y="31138"/>
                    <a:pt x="20538" y="31113"/>
                    <a:pt x="20557" y="31046"/>
                  </a:cubicBezTo>
                  <a:lnTo>
                    <a:pt x="20557" y="31046"/>
                  </a:lnTo>
                  <a:cubicBezTo>
                    <a:pt x="20481" y="31478"/>
                    <a:pt x="20421" y="31545"/>
                    <a:pt x="20388" y="31579"/>
                  </a:cubicBezTo>
                  <a:cubicBezTo>
                    <a:pt x="20371" y="31892"/>
                    <a:pt x="20210" y="32433"/>
                    <a:pt x="20100" y="33102"/>
                  </a:cubicBezTo>
                  <a:cubicBezTo>
                    <a:pt x="20107" y="32996"/>
                    <a:pt x="20196" y="32481"/>
                    <a:pt x="20182" y="32481"/>
                  </a:cubicBezTo>
                  <a:lnTo>
                    <a:pt x="20182" y="32481"/>
                  </a:lnTo>
                  <a:cubicBezTo>
                    <a:pt x="20179" y="32481"/>
                    <a:pt x="20172" y="32502"/>
                    <a:pt x="20159" y="32552"/>
                  </a:cubicBezTo>
                  <a:cubicBezTo>
                    <a:pt x="20125" y="32831"/>
                    <a:pt x="20091" y="33119"/>
                    <a:pt x="20041" y="33406"/>
                  </a:cubicBezTo>
                  <a:cubicBezTo>
                    <a:pt x="20062" y="33298"/>
                    <a:pt x="20090" y="33196"/>
                    <a:pt x="20108" y="33090"/>
                  </a:cubicBezTo>
                  <a:lnTo>
                    <a:pt x="20108" y="33090"/>
                  </a:lnTo>
                  <a:cubicBezTo>
                    <a:pt x="20049" y="33469"/>
                    <a:pt x="19959" y="33847"/>
                    <a:pt x="19846" y="34218"/>
                  </a:cubicBezTo>
                  <a:cubicBezTo>
                    <a:pt x="19843" y="34226"/>
                    <a:pt x="19841" y="34230"/>
                    <a:pt x="19840" y="34230"/>
                  </a:cubicBezTo>
                  <a:cubicBezTo>
                    <a:pt x="19831" y="34230"/>
                    <a:pt x="19868" y="34027"/>
                    <a:pt x="19905" y="33863"/>
                  </a:cubicBezTo>
                  <a:lnTo>
                    <a:pt x="19905" y="33863"/>
                  </a:lnTo>
                  <a:cubicBezTo>
                    <a:pt x="19855" y="34058"/>
                    <a:pt x="19795" y="34379"/>
                    <a:pt x="19753" y="34641"/>
                  </a:cubicBezTo>
                  <a:cubicBezTo>
                    <a:pt x="19728" y="34836"/>
                    <a:pt x="19592" y="35513"/>
                    <a:pt x="19559" y="35792"/>
                  </a:cubicBezTo>
                  <a:cubicBezTo>
                    <a:pt x="19550" y="35826"/>
                    <a:pt x="19542" y="35859"/>
                    <a:pt x="19533" y="35893"/>
                  </a:cubicBezTo>
                  <a:cubicBezTo>
                    <a:pt x="19533" y="35886"/>
                    <a:pt x="19533" y="35878"/>
                    <a:pt x="19534" y="35870"/>
                  </a:cubicBezTo>
                  <a:lnTo>
                    <a:pt x="19534" y="35870"/>
                  </a:lnTo>
                  <a:cubicBezTo>
                    <a:pt x="19522" y="35916"/>
                    <a:pt x="19515" y="35951"/>
                    <a:pt x="19508" y="35986"/>
                  </a:cubicBezTo>
                  <a:cubicBezTo>
                    <a:pt x="19474" y="36096"/>
                    <a:pt x="19449" y="36206"/>
                    <a:pt x="19423" y="36325"/>
                  </a:cubicBezTo>
                  <a:lnTo>
                    <a:pt x="19432" y="36249"/>
                  </a:lnTo>
                  <a:lnTo>
                    <a:pt x="19432" y="36249"/>
                  </a:lnTo>
                  <a:cubicBezTo>
                    <a:pt x="19423" y="36299"/>
                    <a:pt x="19415" y="36342"/>
                    <a:pt x="19406" y="36384"/>
                  </a:cubicBezTo>
                  <a:cubicBezTo>
                    <a:pt x="19372" y="36502"/>
                    <a:pt x="19339" y="36612"/>
                    <a:pt x="19322" y="36748"/>
                  </a:cubicBezTo>
                  <a:lnTo>
                    <a:pt x="19288" y="36925"/>
                  </a:lnTo>
                  <a:lnTo>
                    <a:pt x="19305" y="36841"/>
                  </a:lnTo>
                  <a:lnTo>
                    <a:pt x="19305" y="36841"/>
                  </a:lnTo>
                  <a:cubicBezTo>
                    <a:pt x="19330" y="36883"/>
                    <a:pt x="19255" y="37298"/>
                    <a:pt x="19131" y="37791"/>
                  </a:cubicBezTo>
                  <a:lnTo>
                    <a:pt x="19131" y="37791"/>
                  </a:lnTo>
                  <a:cubicBezTo>
                    <a:pt x="19148" y="37725"/>
                    <a:pt x="19212" y="37477"/>
                    <a:pt x="19305" y="37137"/>
                  </a:cubicBezTo>
                  <a:lnTo>
                    <a:pt x="19305" y="37137"/>
                  </a:lnTo>
                  <a:lnTo>
                    <a:pt x="19279" y="37264"/>
                  </a:lnTo>
                  <a:cubicBezTo>
                    <a:pt x="19136" y="37822"/>
                    <a:pt x="19017" y="38347"/>
                    <a:pt x="18873" y="38829"/>
                  </a:cubicBezTo>
                  <a:cubicBezTo>
                    <a:pt x="18916" y="38651"/>
                    <a:pt x="18958" y="38465"/>
                    <a:pt x="19017" y="38245"/>
                  </a:cubicBezTo>
                  <a:lnTo>
                    <a:pt x="19017" y="38245"/>
                  </a:lnTo>
                  <a:cubicBezTo>
                    <a:pt x="18941" y="38507"/>
                    <a:pt x="18856" y="38837"/>
                    <a:pt x="18780" y="39133"/>
                  </a:cubicBezTo>
                  <a:cubicBezTo>
                    <a:pt x="18741" y="39284"/>
                    <a:pt x="18702" y="39434"/>
                    <a:pt x="18656" y="39582"/>
                  </a:cubicBezTo>
                  <a:lnTo>
                    <a:pt x="18656" y="39582"/>
                  </a:lnTo>
                  <a:cubicBezTo>
                    <a:pt x="18683" y="39482"/>
                    <a:pt x="18697" y="39424"/>
                    <a:pt x="18704" y="39387"/>
                  </a:cubicBezTo>
                  <a:lnTo>
                    <a:pt x="18704" y="39387"/>
                  </a:lnTo>
                  <a:cubicBezTo>
                    <a:pt x="18682" y="39468"/>
                    <a:pt x="18660" y="39542"/>
                    <a:pt x="18644" y="39621"/>
                  </a:cubicBezTo>
                  <a:lnTo>
                    <a:pt x="18644" y="39621"/>
                  </a:lnTo>
                  <a:cubicBezTo>
                    <a:pt x="18623" y="39685"/>
                    <a:pt x="18601" y="39748"/>
                    <a:pt x="18577" y="39810"/>
                  </a:cubicBezTo>
                  <a:cubicBezTo>
                    <a:pt x="18755" y="39006"/>
                    <a:pt x="18882" y="38626"/>
                    <a:pt x="19068" y="37780"/>
                  </a:cubicBezTo>
                  <a:cubicBezTo>
                    <a:pt x="19092" y="37704"/>
                    <a:pt x="19104" y="37673"/>
                    <a:pt x="19108" y="37673"/>
                  </a:cubicBezTo>
                  <a:lnTo>
                    <a:pt x="19108" y="37673"/>
                  </a:lnTo>
                  <a:cubicBezTo>
                    <a:pt x="19124" y="37673"/>
                    <a:pt x="18959" y="38334"/>
                    <a:pt x="18966" y="38355"/>
                  </a:cubicBezTo>
                  <a:lnTo>
                    <a:pt x="19093" y="37881"/>
                  </a:lnTo>
                  <a:lnTo>
                    <a:pt x="19093" y="37881"/>
                  </a:lnTo>
                  <a:cubicBezTo>
                    <a:pt x="19092" y="37883"/>
                    <a:pt x="19092" y="37884"/>
                    <a:pt x="19091" y="37884"/>
                  </a:cubicBezTo>
                  <a:cubicBezTo>
                    <a:pt x="19075" y="37884"/>
                    <a:pt x="19254" y="37151"/>
                    <a:pt x="19225" y="37151"/>
                  </a:cubicBezTo>
                  <a:lnTo>
                    <a:pt x="19225" y="37151"/>
                  </a:lnTo>
                  <a:cubicBezTo>
                    <a:pt x="19221" y="37151"/>
                    <a:pt x="19214" y="37162"/>
                    <a:pt x="19203" y="37188"/>
                  </a:cubicBezTo>
                  <a:cubicBezTo>
                    <a:pt x="19068" y="37704"/>
                    <a:pt x="18941" y="38228"/>
                    <a:pt x="18806" y="38736"/>
                  </a:cubicBezTo>
                  <a:cubicBezTo>
                    <a:pt x="18670" y="39235"/>
                    <a:pt x="18535" y="39717"/>
                    <a:pt x="18416" y="40165"/>
                  </a:cubicBezTo>
                  <a:lnTo>
                    <a:pt x="18425" y="39243"/>
                  </a:lnTo>
                  <a:lnTo>
                    <a:pt x="18425" y="39176"/>
                  </a:lnTo>
                  <a:cubicBezTo>
                    <a:pt x="18188" y="40064"/>
                    <a:pt x="18391" y="39632"/>
                    <a:pt x="18349" y="39844"/>
                  </a:cubicBezTo>
                  <a:cubicBezTo>
                    <a:pt x="18307" y="40030"/>
                    <a:pt x="18264" y="40208"/>
                    <a:pt x="18205" y="40385"/>
                  </a:cubicBezTo>
                  <a:lnTo>
                    <a:pt x="18222" y="40284"/>
                  </a:lnTo>
                  <a:lnTo>
                    <a:pt x="18222" y="40284"/>
                  </a:lnTo>
                  <a:cubicBezTo>
                    <a:pt x="18087" y="40842"/>
                    <a:pt x="18205" y="40470"/>
                    <a:pt x="18070" y="40960"/>
                  </a:cubicBezTo>
                  <a:cubicBezTo>
                    <a:pt x="18051" y="41050"/>
                    <a:pt x="18046" y="41083"/>
                    <a:pt x="18048" y="41083"/>
                  </a:cubicBezTo>
                  <a:cubicBezTo>
                    <a:pt x="18054" y="41083"/>
                    <a:pt x="18123" y="40814"/>
                    <a:pt x="18129" y="40814"/>
                  </a:cubicBezTo>
                  <a:lnTo>
                    <a:pt x="18129" y="40814"/>
                  </a:lnTo>
                  <a:cubicBezTo>
                    <a:pt x="18130" y="40814"/>
                    <a:pt x="18128" y="40829"/>
                    <a:pt x="18120" y="40867"/>
                  </a:cubicBezTo>
                  <a:cubicBezTo>
                    <a:pt x="17968" y="41400"/>
                    <a:pt x="18095" y="41214"/>
                    <a:pt x="17824" y="42026"/>
                  </a:cubicBezTo>
                  <a:cubicBezTo>
                    <a:pt x="17824" y="41984"/>
                    <a:pt x="17765" y="42103"/>
                    <a:pt x="17900" y="41629"/>
                  </a:cubicBezTo>
                  <a:lnTo>
                    <a:pt x="17900" y="41629"/>
                  </a:lnTo>
                  <a:lnTo>
                    <a:pt x="17740" y="42086"/>
                  </a:lnTo>
                  <a:cubicBezTo>
                    <a:pt x="17892" y="41527"/>
                    <a:pt x="17799" y="41866"/>
                    <a:pt x="17960" y="41299"/>
                  </a:cubicBezTo>
                  <a:cubicBezTo>
                    <a:pt x="17998" y="41063"/>
                    <a:pt x="17967" y="41080"/>
                    <a:pt x="17992" y="40908"/>
                  </a:cubicBezTo>
                  <a:lnTo>
                    <a:pt x="17992" y="40908"/>
                  </a:lnTo>
                  <a:cubicBezTo>
                    <a:pt x="17967" y="41054"/>
                    <a:pt x="17936" y="41194"/>
                    <a:pt x="17892" y="41341"/>
                  </a:cubicBezTo>
                  <a:cubicBezTo>
                    <a:pt x="17857" y="41453"/>
                    <a:pt x="17843" y="41493"/>
                    <a:pt x="17840" y="41493"/>
                  </a:cubicBezTo>
                  <a:cubicBezTo>
                    <a:pt x="17833" y="41493"/>
                    <a:pt x="17892" y="41261"/>
                    <a:pt x="17892" y="41231"/>
                  </a:cubicBezTo>
                  <a:lnTo>
                    <a:pt x="17892" y="41231"/>
                  </a:lnTo>
                  <a:cubicBezTo>
                    <a:pt x="17782" y="41756"/>
                    <a:pt x="17697" y="41790"/>
                    <a:pt x="17596" y="42255"/>
                  </a:cubicBezTo>
                  <a:cubicBezTo>
                    <a:pt x="17664" y="42179"/>
                    <a:pt x="17630" y="42263"/>
                    <a:pt x="17748" y="41942"/>
                  </a:cubicBezTo>
                  <a:lnTo>
                    <a:pt x="17748" y="41942"/>
                  </a:lnTo>
                  <a:cubicBezTo>
                    <a:pt x="17676" y="42256"/>
                    <a:pt x="17542" y="42638"/>
                    <a:pt x="17507" y="42638"/>
                  </a:cubicBezTo>
                  <a:cubicBezTo>
                    <a:pt x="17506" y="42638"/>
                    <a:pt x="17504" y="42638"/>
                    <a:pt x="17503" y="42635"/>
                  </a:cubicBezTo>
                  <a:lnTo>
                    <a:pt x="17503" y="42635"/>
                  </a:lnTo>
                  <a:lnTo>
                    <a:pt x="17511" y="42712"/>
                  </a:lnTo>
                  <a:cubicBezTo>
                    <a:pt x="17486" y="42779"/>
                    <a:pt x="17410" y="43041"/>
                    <a:pt x="17393" y="43050"/>
                  </a:cubicBezTo>
                  <a:lnTo>
                    <a:pt x="17376" y="43168"/>
                  </a:lnTo>
                  <a:cubicBezTo>
                    <a:pt x="17486" y="42898"/>
                    <a:pt x="17571" y="42619"/>
                    <a:pt x="17647" y="42339"/>
                  </a:cubicBezTo>
                  <a:lnTo>
                    <a:pt x="17647" y="42339"/>
                  </a:lnTo>
                  <a:cubicBezTo>
                    <a:pt x="17639" y="42376"/>
                    <a:pt x="17640" y="42387"/>
                    <a:pt x="17645" y="42387"/>
                  </a:cubicBezTo>
                  <a:cubicBezTo>
                    <a:pt x="17652" y="42387"/>
                    <a:pt x="17667" y="42362"/>
                    <a:pt x="17674" y="42362"/>
                  </a:cubicBezTo>
                  <a:lnTo>
                    <a:pt x="17674" y="42362"/>
                  </a:lnTo>
                  <a:cubicBezTo>
                    <a:pt x="17684" y="42362"/>
                    <a:pt x="17679" y="42412"/>
                    <a:pt x="17613" y="42652"/>
                  </a:cubicBezTo>
                  <a:cubicBezTo>
                    <a:pt x="17588" y="42735"/>
                    <a:pt x="17578" y="42761"/>
                    <a:pt x="17575" y="42761"/>
                  </a:cubicBezTo>
                  <a:cubicBezTo>
                    <a:pt x="17568" y="42761"/>
                    <a:pt x="17581" y="42686"/>
                    <a:pt x="17572" y="42686"/>
                  </a:cubicBezTo>
                  <a:lnTo>
                    <a:pt x="17572" y="42686"/>
                  </a:lnTo>
                  <a:cubicBezTo>
                    <a:pt x="17571" y="42686"/>
                    <a:pt x="17571" y="42686"/>
                    <a:pt x="17571" y="42686"/>
                  </a:cubicBezTo>
                  <a:cubicBezTo>
                    <a:pt x="17410" y="43287"/>
                    <a:pt x="17317" y="43583"/>
                    <a:pt x="17215" y="43845"/>
                  </a:cubicBezTo>
                  <a:cubicBezTo>
                    <a:pt x="17122" y="44107"/>
                    <a:pt x="17029" y="44336"/>
                    <a:pt x="16894" y="44810"/>
                  </a:cubicBezTo>
                  <a:cubicBezTo>
                    <a:pt x="16928" y="44683"/>
                    <a:pt x="16987" y="44488"/>
                    <a:pt x="17063" y="44260"/>
                  </a:cubicBezTo>
                  <a:cubicBezTo>
                    <a:pt x="17088" y="44150"/>
                    <a:pt x="17131" y="44031"/>
                    <a:pt x="17165" y="43913"/>
                  </a:cubicBezTo>
                  <a:cubicBezTo>
                    <a:pt x="17198" y="43786"/>
                    <a:pt x="17232" y="43667"/>
                    <a:pt x="17266" y="43558"/>
                  </a:cubicBezTo>
                  <a:lnTo>
                    <a:pt x="17266" y="43558"/>
                  </a:lnTo>
                  <a:cubicBezTo>
                    <a:pt x="17165" y="43820"/>
                    <a:pt x="17097" y="44141"/>
                    <a:pt x="17004" y="44403"/>
                  </a:cubicBezTo>
                  <a:cubicBezTo>
                    <a:pt x="17039" y="44279"/>
                    <a:pt x="17056" y="44208"/>
                    <a:pt x="17050" y="44208"/>
                  </a:cubicBezTo>
                  <a:lnTo>
                    <a:pt x="17050" y="44208"/>
                  </a:lnTo>
                  <a:cubicBezTo>
                    <a:pt x="17043" y="44208"/>
                    <a:pt x="17018" y="44266"/>
                    <a:pt x="16970" y="44395"/>
                  </a:cubicBezTo>
                  <a:lnTo>
                    <a:pt x="16953" y="44513"/>
                  </a:lnTo>
                  <a:cubicBezTo>
                    <a:pt x="16910" y="44651"/>
                    <a:pt x="16835" y="44888"/>
                    <a:pt x="16804" y="44964"/>
                  </a:cubicBezTo>
                  <a:lnTo>
                    <a:pt x="16804" y="44964"/>
                  </a:lnTo>
                  <a:cubicBezTo>
                    <a:pt x="16828" y="44915"/>
                    <a:pt x="16851" y="44866"/>
                    <a:pt x="16867" y="44813"/>
                  </a:cubicBezTo>
                  <a:lnTo>
                    <a:pt x="16867" y="44813"/>
                  </a:lnTo>
                  <a:cubicBezTo>
                    <a:pt x="16754" y="45243"/>
                    <a:pt x="16531" y="45998"/>
                    <a:pt x="16285" y="46696"/>
                  </a:cubicBezTo>
                  <a:cubicBezTo>
                    <a:pt x="16278" y="46649"/>
                    <a:pt x="16478" y="46019"/>
                    <a:pt x="16465" y="46019"/>
                  </a:cubicBezTo>
                  <a:lnTo>
                    <a:pt x="16465" y="46019"/>
                  </a:lnTo>
                  <a:cubicBezTo>
                    <a:pt x="16462" y="46019"/>
                    <a:pt x="16444" y="46062"/>
                    <a:pt x="16403" y="46171"/>
                  </a:cubicBezTo>
                  <a:cubicBezTo>
                    <a:pt x="16319" y="46527"/>
                    <a:pt x="16209" y="46882"/>
                    <a:pt x="16073" y="47229"/>
                  </a:cubicBezTo>
                  <a:cubicBezTo>
                    <a:pt x="16085" y="47183"/>
                    <a:pt x="16088" y="47165"/>
                    <a:pt x="16085" y="47165"/>
                  </a:cubicBezTo>
                  <a:lnTo>
                    <a:pt x="16085" y="47165"/>
                  </a:lnTo>
                  <a:cubicBezTo>
                    <a:pt x="16074" y="47165"/>
                    <a:pt x="15975" y="47441"/>
                    <a:pt x="15964" y="47441"/>
                  </a:cubicBezTo>
                  <a:cubicBezTo>
                    <a:pt x="15964" y="47441"/>
                    <a:pt x="15963" y="47441"/>
                    <a:pt x="15963" y="47440"/>
                  </a:cubicBezTo>
                  <a:lnTo>
                    <a:pt x="15760" y="48168"/>
                  </a:lnTo>
                  <a:cubicBezTo>
                    <a:pt x="15642" y="48515"/>
                    <a:pt x="15498" y="48912"/>
                    <a:pt x="15405" y="49225"/>
                  </a:cubicBezTo>
                  <a:cubicBezTo>
                    <a:pt x="15439" y="49124"/>
                    <a:pt x="15481" y="48980"/>
                    <a:pt x="15540" y="48811"/>
                  </a:cubicBezTo>
                  <a:lnTo>
                    <a:pt x="15540" y="48811"/>
                  </a:lnTo>
                  <a:cubicBezTo>
                    <a:pt x="15481" y="49056"/>
                    <a:pt x="15405" y="49293"/>
                    <a:pt x="15303" y="49521"/>
                  </a:cubicBezTo>
                  <a:cubicBezTo>
                    <a:pt x="15219" y="49758"/>
                    <a:pt x="15109" y="50004"/>
                    <a:pt x="15007" y="50317"/>
                  </a:cubicBezTo>
                  <a:lnTo>
                    <a:pt x="15092" y="50029"/>
                  </a:lnTo>
                  <a:lnTo>
                    <a:pt x="15092" y="50029"/>
                  </a:lnTo>
                  <a:cubicBezTo>
                    <a:pt x="14914" y="50494"/>
                    <a:pt x="14796" y="50858"/>
                    <a:pt x="14669" y="51230"/>
                  </a:cubicBezTo>
                  <a:lnTo>
                    <a:pt x="14652" y="51213"/>
                  </a:lnTo>
                  <a:cubicBezTo>
                    <a:pt x="14618" y="51374"/>
                    <a:pt x="14576" y="51535"/>
                    <a:pt x="14517" y="51687"/>
                  </a:cubicBezTo>
                  <a:cubicBezTo>
                    <a:pt x="14441" y="51915"/>
                    <a:pt x="14348" y="52161"/>
                    <a:pt x="14322" y="52245"/>
                  </a:cubicBezTo>
                  <a:cubicBezTo>
                    <a:pt x="14525" y="51687"/>
                    <a:pt x="14618" y="51442"/>
                    <a:pt x="14711" y="51205"/>
                  </a:cubicBezTo>
                  <a:cubicBezTo>
                    <a:pt x="14804" y="50968"/>
                    <a:pt x="14897" y="50740"/>
                    <a:pt x="15092" y="50190"/>
                  </a:cubicBezTo>
                  <a:lnTo>
                    <a:pt x="15092" y="50190"/>
                  </a:lnTo>
                  <a:cubicBezTo>
                    <a:pt x="14974" y="50613"/>
                    <a:pt x="14872" y="50909"/>
                    <a:pt x="14737" y="51366"/>
                  </a:cubicBezTo>
                  <a:cubicBezTo>
                    <a:pt x="14711" y="51450"/>
                    <a:pt x="14677" y="51535"/>
                    <a:pt x="14635" y="51611"/>
                  </a:cubicBezTo>
                  <a:cubicBezTo>
                    <a:pt x="14601" y="51772"/>
                    <a:pt x="14559" y="51924"/>
                    <a:pt x="14508" y="52076"/>
                  </a:cubicBezTo>
                  <a:lnTo>
                    <a:pt x="14466" y="52152"/>
                  </a:lnTo>
                  <a:cubicBezTo>
                    <a:pt x="14161" y="52897"/>
                    <a:pt x="14263" y="52854"/>
                    <a:pt x="13967" y="53557"/>
                  </a:cubicBezTo>
                  <a:cubicBezTo>
                    <a:pt x="13960" y="53566"/>
                    <a:pt x="13956" y="53571"/>
                    <a:pt x="13954" y="53571"/>
                  </a:cubicBezTo>
                  <a:cubicBezTo>
                    <a:pt x="13924" y="53571"/>
                    <a:pt x="14173" y="52896"/>
                    <a:pt x="14314" y="52482"/>
                  </a:cubicBezTo>
                  <a:lnTo>
                    <a:pt x="14314" y="52482"/>
                  </a:lnTo>
                  <a:cubicBezTo>
                    <a:pt x="14292" y="52526"/>
                    <a:pt x="14281" y="52545"/>
                    <a:pt x="14277" y="52545"/>
                  </a:cubicBezTo>
                  <a:cubicBezTo>
                    <a:pt x="14261" y="52545"/>
                    <a:pt x="14453" y="52059"/>
                    <a:pt x="14432" y="52059"/>
                  </a:cubicBezTo>
                  <a:lnTo>
                    <a:pt x="14432" y="52059"/>
                  </a:lnTo>
                  <a:cubicBezTo>
                    <a:pt x="14428" y="52059"/>
                    <a:pt x="14412" y="52083"/>
                    <a:pt x="14381" y="52144"/>
                  </a:cubicBezTo>
                  <a:lnTo>
                    <a:pt x="14322" y="52364"/>
                  </a:lnTo>
                  <a:cubicBezTo>
                    <a:pt x="14274" y="52478"/>
                    <a:pt x="14248" y="52526"/>
                    <a:pt x="14243" y="52526"/>
                  </a:cubicBezTo>
                  <a:cubicBezTo>
                    <a:pt x="14238" y="52526"/>
                    <a:pt x="14251" y="52484"/>
                    <a:pt x="14280" y="52414"/>
                  </a:cubicBezTo>
                  <a:lnTo>
                    <a:pt x="14280" y="52414"/>
                  </a:lnTo>
                  <a:cubicBezTo>
                    <a:pt x="14229" y="52524"/>
                    <a:pt x="14187" y="52634"/>
                    <a:pt x="14161" y="52753"/>
                  </a:cubicBezTo>
                  <a:cubicBezTo>
                    <a:pt x="13996" y="53180"/>
                    <a:pt x="13956" y="53266"/>
                    <a:pt x="13947" y="53266"/>
                  </a:cubicBezTo>
                  <a:cubicBezTo>
                    <a:pt x="13941" y="53266"/>
                    <a:pt x="13949" y="53228"/>
                    <a:pt x="13941" y="53228"/>
                  </a:cubicBezTo>
                  <a:cubicBezTo>
                    <a:pt x="13931" y="53228"/>
                    <a:pt x="13887" y="53310"/>
                    <a:pt x="13722" y="53717"/>
                  </a:cubicBezTo>
                  <a:cubicBezTo>
                    <a:pt x="13753" y="53600"/>
                    <a:pt x="13864" y="53331"/>
                    <a:pt x="13847" y="53331"/>
                  </a:cubicBezTo>
                  <a:lnTo>
                    <a:pt x="13847" y="53331"/>
                  </a:lnTo>
                  <a:cubicBezTo>
                    <a:pt x="13845" y="53331"/>
                    <a:pt x="13843" y="53333"/>
                    <a:pt x="13840" y="53337"/>
                  </a:cubicBezTo>
                  <a:lnTo>
                    <a:pt x="14077" y="52744"/>
                  </a:lnTo>
                  <a:lnTo>
                    <a:pt x="14060" y="52727"/>
                  </a:lnTo>
                  <a:cubicBezTo>
                    <a:pt x="13848" y="53235"/>
                    <a:pt x="13671" y="53760"/>
                    <a:pt x="13527" y="54292"/>
                  </a:cubicBezTo>
                  <a:cubicBezTo>
                    <a:pt x="13627" y="54011"/>
                    <a:pt x="13655" y="53947"/>
                    <a:pt x="13664" y="53947"/>
                  </a:cubicBezTo>
                  <a:cubicBezTo>
                    <a:pt x="13671" y="53947"/>
                    <a:pt x="13665" y="53992"/>
                    <a:pt x="13675" y="53992"/>
                  </a:cubicBezTo>
                  <a:cubicBezTo>
                    <a:pt x="13683" y="53992"/>
                    <a:pt x="13700" y="53966"/>
                    <a:pt x="13738" y="53878"/>
                  </a:cubicBezTo>
                  <a:lnTo>
                    <a:pt x="13738" y="53878"/>
                  </a:lnTo>
                  <a:cubicBezTo>
                    <a:pt x="13705" y="53988"/>
                    <a:pt x="13662" y="54098"/>
                    <a:pt x="13612" y="54208"/>
                  </a:cubicBezTo>
                  <a:cubicBezTo>
                    <a:pt x="13596" y="54256"/>
                    <a:pt x="13482" y="54567"/>
                    <a:pt x="13497" y="54567"/>
                  </a:cubicBezTo>
                  <a:cubicBezTo>
                    <a:pt x="13498" y="54567"/>
                    <a:pt x="13498" y="54567"/>
                    <a:pt x="13499" y="54566"/>
                  </a:cubicBezTo>
                  <a:lnTo>
                    <a:pt x="13499" y="54566"/>
                  </a:lnTo>
                  <a:cubicBezTo>
                    <a:pt x="13373" y="54701"/>
                    <a:pt x="12883" y="55854"/>
                    <a:pt x="12831" y="55854"/>
                  </a:cubicBezTo>
                  <a:cubicBezTo>
                    <a:pt x="12825" y="55854"/>
                    <a:pt x="12825" y="55837"/>
                    <a:pt x="12833" y="55798"/>
                  </a:cubicBezTo>
                  <a:lnTo>
                    <a:pt x="12833" y="55798"/>
                  </a:lnTo>
                  <a:cubicBezTo>
                    <a:pt x="12740" y="56001"/>
                    <a:pt x="12580" y="56424"/>
                    <a:pt x="12376" y="56915"/>
                  </a:cubicBezTo>
                  <a:cubicBezTo>
                    <a:pt x="12173" y="57406"/>
                    <a:pt x="11937" y="57947"/>
                    <a:pt x="11750" y="58395"/>
                  </a:cubicBezTo>
                  <a:lnTo>
                    <a:pt x="11801" y="58184"/>
                  </a:lnTo>
                  <a:lnTo>
                    <a:pt x="11801" y="58184"/>
                  </a:lnTo>
                  <a:cubicBezTo>
                    <a:pt x="11336" y="59097"/>
                    <a:pt x="11480" y="59030"/>
                    <a:pt x="11251" y="59580"/>
                  </a:cubicBezTo>
                  <a:cubicBezTo>
                    <a:pt x="11291" y="59476"/>
                    <a:pt x="11304" y="59435"/>
                    <a:pt x="11301" y="59435"/>
                  </a:cubicBezTo>
                  <a:lnTo>
                    <a:pt x="11301" y="59435"/>
                  </a:lnTo>
                  <a:cubicBezTo>
                    <a:pt x="11296" y="59435"/>
                    <a:pt x="11258" y="59514"/>
                    <a:pt x="11209" y="59622"/>
                  </a:cubicBezTo>
                  <a:cubicBezTo>
                    <a:pt x="11116" y="59816"/>
                    <a:pt x="10981" y="60079"/>
                    <a:pt x="10930" y="60172"/>
                  </a:cubicBezTo>
                  <a:cubicBezTo>
                    <a:pt x="10752" y="60612"/>
                    <a:pt x="10625" y="60967"/>
                    <a:pt x="10346" y="61568"/>
                  </a:cubicBezTo>
                  <a:cubicBezTo>
                    <a:pt x="10211" y="61711"/>
                    <a:pt x="10101" y="61872"/>
                    <a:pt x="10033" y="62058"/>
                  </a:cubicBezTo>
                  <a:cubicBezTo>
                    <a:pt x="9991" y="62143"/>
                    <a:pt x="9966" y="62236"/>
                    <a:pt x="9923" y="62320"/>
                  </a:cubicBezTo>
                  <a:cubicBezTo>
                    <a:pt x="9737" y="62701"/>
                    <a:pt x="9509" y="63217"/>
                    <a:pt x="9382" y="63446"/>
                  </a:cubicBezTo>
                  <a:lnTo>
                    <a:pt x="9399" y="63395"/>
                  </a:lnTo>
                  <a:lnTo>
                    <a:pt x="9399" y="63395"/>
                  </a:lnTo>
                  <a:cubicBezTo>
                    <a:pt x="9277" y="63625"/>
                    <a:pt x="9233" y="63737"/>
                    <a:pt x="9245" y="63737"/>
                  </a:cubicBezTo>
                  <a:cubicBezTo>
                    <a:pt x="9255" y="63737"/>
                    <a:pt x="9302" y="63665"/>
                    <a:pt x="9373" y="63522"/>
                  </a:cubicBezTo>
                  <a:lnTo>
                    <a:pt x="9373" y="63522"/>
                  </a:lnTo>
                  <a:lnTo>
                    <a:pt x="9196" y="63928"/>
                  </a:lnTo>
                  <a:lnTo>
                    <a:pt x="9179" y="63936"/>
                  </a:lnTo>
                  <a:cubicBezTo>
                    <a:pt x="9060" y="64207"/>
                    <a:pt x="8950" y="64478"/>
                    <a:pt x="8815" y="64774"/>
                  </a:cubicBezTo>
                  <a:cubicBezTo>
                    <a:pt x="8680" y="65078"/>
                    <a:pt x="8519" y="65408"/>
                    <a:pt x="8308" y="65831"/>
                  </a:cubicBezTo>
                  <a:cubicBezTo>
                    <a:pt x="8320" y="65800"/>
                    <a:pt x="8322" y="65788"/>
                    <a:pt x="8319" y="65788"/>
                  </a:cubicBezTo>
                  <a:lnTo>
                    <a:pt x="8319" y="65788"/>
                  </a:lnTo>
                  <a:cubicBezTo>
                    <a:pt x="8303" y="65788"/>
                    <a:pt x="8175" y="66011"/>
                    <a:pt x="8165" y="66011"/>
                  </a:cubicBezTo>
                  <a:cubicBezTo>
                    <a:pt x="8158" y="66011"/>
                    <a:pt x="8193" y="65933"/>
                    <a:pt x="8316" y="65687"/>
                  </a:cubicBezTo>
                  <a:lnTo>
                    <a:pt x="8316" y="65687"/>
                  </a:lnTo>
                  <a:cubicBezTo>
                    <a:pt x="8293" y="65742"/>
                    <a:pt x="8287" y="65762"/>
                    <a:pt x="8290" y="65762"/>
                  </a:cubicBezTo>
                  <a:cubicBezTo>
                    <a:pt x="8302" y="65762"/>
                    <a:pt x="8409" y="65569"/>
                    <a:pt x="8434" y="65543"/>
                  </a:cubicBezTo>
                  <a:cubicBezTo>
                    <a:pt x="8578" y="65273"/>
                    <a:pt x="8680" y="65011"/>
                    <a:pt x="8739" y="64884"/>
                  </a:cubicBezTo>
                  <a:lnTo>
                    <a:pt x="8739" y="64884"/>
                  </a:lnTo>
                  <a:cubicBezTo>
                    <a:pt x="8724" y="64906"/>
                    <a:pt x="8712" y="64916"/>
                    <a:pt x="8705" y="64916"/>
                  </a:cubicBezTo>
                  <a:cubicBezTo>
                    <a:pt x="8684" y="64916"/>
                    <a:pt x="8695" y="64835"/>
                    <a:pt x="8739" y="64723"/>
                  </a:cubicBezTo>
                  <a:lnTo>
                    <a:pt x="8739" y="64723"/>
                  </a:lnTo>
                  <a:cubicBezTo>
                    <a:pt x="8502" y="65281"/>
                    <a:pt x="7690" y="66779"/>
                    <a:pt x="7690" y="66939"/>
                  </a:cubicBezTo>
                  <a:cubicBezTo>
                    <a:pt x="7521" y="67278"/>
                    <a:pt x="7318" y="67658"/>
                    <a:pt x="7106" y="68047"/>
                  </a:cubicBezTo>
                  <a:cubicBezTo>
                    <a:pt x="6895" y="68445"/>
                    <a:pt x="6683" y="68851"/>
                    <a:pt x="6472" y="69223"/>
                  </a:cubicBezTo>
                  <a:cubicBezTo>
                    <a:pt x="6487" y="69201"/>
                    <a:pt x="6521" y="69153"/>
                    <a:pt x="6524" y="69153"/>
                  </a:cubicBezTo>
                  <a:lnTo>
                    <a:pt x="6524" y="69153"/>
                  </a:lnTo>
                  <a:cubicBezTo>
                    <a:pt x="6524" y="69153"/>
                    <a:pt x="6524" y="69154"/>
                    <a:pt x="6523" y="69156"/>
                  </a:cubicBezTo>
                  <a:lnTo>
                    <a:pt x="6150" y="69790"/>
                  </a:lnTo>
                  <a:lnTo>
                    <a:pt x="6218" y="69638"/>
                  </a:lnTo>
                  <a:lnTo>
                    <a:pt x="6218" y="69638"/>
                  </a:lnTo>
                  <a:cubicBezTo>
                    <a:pt x="6142" y="69782"/>
                    <a:pt x="6049" y="69917"/>
                    <a:pt x="5964" y="70052"/>
                  </a:cubicBezTo>
                  <a:cubicBezTo>
                    <a:pt x="5961" y="70057"/>
                    <a:pt x="5958" y="70059"/>
                    <a:pt x="5957" y="70059"/>
                  </a:cubicBezTo>
                  <a:cubicBezTo>
                    <a:pt x="5948" y="70059"/>
                    <a:pt x="6025" y="69907"/>
                    <a:pt x="6108" y="69748"/>
                  </a:cubicBezTo>
                  <a:cubicBezTo>
                    <a:pt x="6143" y="69673"/>
                    <a:pt x="6181" y="69609"/>
                    <a:pt x="6186" y="69609"/>
                  </a:cubicBezTo>
                  <a:lnTo>
                    <a:pt x="6186" y="69609"/>
                  </a:lnTo>
                  <a:cubicBezTo>
                    <a:pt x="6188" y="69609"/>
                    <a:pt x="6186" y="69615"/>
                    <a:pt x="6180" y="69629"/>
                  </a:cubicBezTo>
                  <a:lnTo>
                    <a:pt x="6180" y="69629"/>
                  </a:lnTo>
                  <a:cubicBezTo>
                    <a:pt x="6222" y="69541"/>
                    <a:pt x="6236" y="69508"/>
                    <a:pt x="6233" y="69508"/>
                  </a:cubicBezTo>
                  <a:lnTo>
                    <a:pt x="6233" y="69508"/>
                  </a:lnTo>
                  <a:cubicBezTo>
                    <a:pt x="6225" y="69508"/>
                    <a:pt x="6072" y="69793"/>
                    <a:pt x="6062" y="69793"/>
                  </a:cubicBezTo>
                  <a:cubicBezTo>
                    <a:pt x="6060" y="69793"/>
                    <a:pt x="6068" y="69773"/>
                    <a:pt x="6091" y="69722"/>
                  </a:cubicBezTo>
                  <a:cubicBezTo>
                    <a:pt x="6159" y="69612"/>
                    <a:pt x="6227" y="69460"/>
                    <a:pt x="6269" y="69376"/>
                  </a:cubicBezTo>
                  <a:lnTo>
                    <a:pt x="6269" y="69376"/>
                  </a:lnTo>
                  <a:cubicBezTo>
                    <a:pt x="6125" y="69638"/>
                    <a:pt x="6023" y="69832"/>
                    <a:pt x="5939" y="70002"/>
                  </a:cubicBezTo>
                  <a:cubicBezTo>
                    <a:pt x="5854" y="70162"/>
                    <a:pt x="5761" y="70315"/>
                    <a:pt x="5660" y="70458"/>
                  </a:cubicBezTo>
                  <a:cubicBezTo>
                    <a:pt x="5465" y="70890"/>
                    <a:pt x="5245" y="71304"/>
                    <a:pt x="5000" y="71702"/>
                  </a:cubicBezTo>
                  <a:cubicBezTo>
                    <a:pt x="5010" y="71678"/>
                    <a:pt x="5014" y="71668"/>
                    <a:pt x="5012" y="71668"/>
                  </a:cubicBezTo>
                  <a:lnTo>
                    <a:pt x="5012" y="71668"/>
                  </a:lnTo>
                  <a:cubicBezTo>
                    <a:pt x="5002" y="71668"/>
                    <a:pt x="4814" y="72020"/>
                    <a:pt x="4802" y="72020"/>
                  </a:cubicBezTo>
                  <a:cubicBezTo>
                    <a:pt x="4800" y="72020"/>
                    <a:pt x="4805" y="72003"/>
                    <a:pt x="4822" y="71964"/>
                  </a:cubicBezTo>
                  <a:lnTo>
                    <a:pt x="4822" y="71964"/>
                  </a:lnTo>
                  <a:cubicBezTo>
                    <a:pt x="4738" y="72159"/>
                    <a:pt x="4467" y="72565"/>
                    <a:pt x="4442" y="72649"/>
                  </a:cubicBezTo>
                  <a:cubicBezTo>
                    <a:pt x="4475" y="72573"/>
                    <a:pt x="4594" y="72370"/>
                    <a:pt x="4687" y="72235"/>
                  </a:cubicBezTo>
                  <a:lnTo>
                    <a:pt x="4687" y="72235"/>
                  </a:lnTo>
                  <a:cubicBezTo>
                    <a:pt x="4577" y="72429"/>
                    <a:pt x="4585" y="72463"/>
                    <a:pt x="4442" y="72700"/>
                  </a:cubicBezTo>
                  <a:cubicBezTo>
                    <a:pt x="4434" y="72711"/>
                    <a:pt x="4430" y="72714"/>
                    <a:pt x="4428" y="72714"/>
                  </a:cubicBezTo>
                  <a:cubicBezTo>
                    <a:pt x="4425" y="72714"/>
                    <a:pt x="4425" y="72709"/>
                    <a:pt x="4425" y="72709"/>
                  </a:cubicBezTo>
                  <a:cubicBezTo>
                    <a:pt x="4264" y="73022"/>
                    <a:pt x="4425" y="72844"/>
                    <a:pt x="4112" y="73385"/>
                  </a:cubicBezTo>
                  <a:cubicBezTo>
                    <a:pt x="3861" y="73819"/>
                    <a:pt x="3768" y="73966"/>
                    <a:pt x="3757" y="73966"/>
                  </a:cubicBezTo>
                  <a:cubicBezTo>
                    <a:pt x="3732" y="73966"/>
                    <a:pt x="4062" y="73327"/>
                    <a:pt x="4048" y="73327"/>
                  </a:cubicBezTo>
                  <a:lnTo>
                    <a:pt x="4048" y="73327"/>
                  </a:lnTo>
                  <a:cubicBezTo>
                    <a:pt x="4047" y="73327"/>
                    <a:pt x="4043" y="73332"/>
                    <a:pt x="4036" y="73343"/>
                  </a:cubicBezTo>
                  <a:cubicBezTo>
                    <a:pt x="4019" y="73402"/>
                    <a:pt x="3663" y="74037"/>
                    <a:pt x="3486" y="74307"/>
                  </a:cubicBezTo>
                  <a:lnTo>
                    <a:pt x="3519" y="74231"/>
                  </a:lnTo>
                  <a:lnTo>
                    <a:pt x="3519" y="74231"/>
                  </a:lnTo>
                  <a:cubicBezTo>
                    <a:pt x="3435" y="74409"/>
                    <a:pt x="3333" y="74578"/>
                    <a:pt x="3223" y="74747"/>
                  </a:cubicBezTo>
                  <a:cubicBezTo>
                    <a:pt x="3198" y="74849"/>
                    <a:pt x="3113" y="75026"/>
                    <a:pt x="3071" y="75136"/>
                  </a:cubicBezTo>
                  <a:lnTo>
                    <a:pt x="2690" y="75771"/>
                  </a:lnTo>
                  <a:lnTo>
                    <a:pt x="2690" y="75771"/>
                  </a:lnTo>
                  <a:lnTo>
                    <a:pt x="2758" y="75627"/>
                  </a:lnTo>
                  <a:lnTo>
                    <a:pt x="2758" y="75627"/>
                  </a:lnTo>
                  <a:cubicBezTo>
                    <a:pt x="2674" y="75779"/>
                    <a:pt x="2597" y="75906"/>
                    <a:pt x="2521" y="76033"/>
                  </a:cubicBezTo>
                  <a:cubicBezTo>
                    <a:pt x="2517" y="76037"/>
                    <a:pt x="2515" y="76039"/>
                    <a:pt x="2513" y="76039"/>
                  </a:cubicBezTo>
                  <a:cubicBezTo>
                    <a:pt x="2502" y="76039"/>
                    <a:pt x="2607" y="75870"/>
                    <a:pt x="2699" y="75695"/>
                  </a:cubicBezTo>
                  <a:lnTo>
                    <a:pt x="2699" y="75695"/>
                  </a:lnTo>
                  <a:cubicBezTo>
                    <a:pt x="2606" y="75813"/>
                    <a:pt x="2530" y="75940"/>
                    <a:pt x="2479" y="76075"/>
                  </a:cubicBezTo>
                  <a:lnTo>
                    <a:pt x="2521" y="75999"/>
                  </a:lnTo>
                  <a:lnTo>
                    <a:pt x="2521" y="75999"/>
                  </a:lnTo>
                  <a:cubicBezTo>
                    <a:pt x="2459" y="76123"/>
                    <a:pt x="2260" y="76480"/>
                    <a:pt x="2276" y="76480"/>
                  </a:cubicBezTo>
                  <a:cubicBezTo>
                    <a:pt x="2282" y="76480"/>
                    <a:pt x="2316" y="76434"/>
                    <a:pt x="2394" y="76312"/>
                  </a:cubicBezTo>
                  <a:lnTo>
                    <a:pt x="2394" y="76312"/>
                  </a:lnTo>
                  <a:cubicBezTo>
                    <a:pt x="2200" y="76668"/>
                    <a:pt x="2090" y="76761"/>
                    <a:pt x="1955" y="77006"/>
                  </a:cubicBezTo>
                  <a:cubicBezTo>
                    <a:pt x="1954" y="77006"/>
                    <a:pt x="1954" y="77006"/>
                    <a:pt x="1953" y="77006"/>
                  </a:cubicBezTo>
                  <a:cubicBezTo>
                    <a:pt x="1938" y="77006"/>
                    <a:pt x="2009" y="76878"/>
                    <a:pt x="2000" y="76878"/>
                  </a:cubicBezTo>
                  <a:lnTo>
                    <a:pt x="2000" y="76878"/>
                  </a:lnTo>
                  <a:cubicBezTo>
                    <a:pt x="1998" y="76878"/>
                    <a:pt x="1989" y="76888"/>
                    <a:pt x="1971" y="76913"/>
                  </a:cubicBezTo>
                  <a:cubicBezTo>
                    <a:pt x="1828" y="77141"/>
                    <a:pt x="1726" y="77294"/>
                    <a:pt x="1616" y="77488"/>
                  </a:cubicBezTo>
                  <a:cubicBezTo>
                    <a:pt x="1659" y="77424"/>
                    <a:pt x="1668" y="77414"/>
                    <a:pt x="1672" y="77414"/>
                  </a:cubicBezTo>
                  <a:cubicBezTo>
                    <a:pt x="1674" y="77414"/>
                    <a:pt x="1674" y="77416"/>
                    <a:pt x="1676" y="77416"/>
                  </a:cubicBezTo>
                  <a:cubicBezTo>
                    <a:pt x="1682" y="77416"/>
                    <a:pt x="1698" y="77399"/>
                    <a:pt x="1785" y="77268"/>
                  </a:cubicBezTo>
                  <a:lnTo>
                    <a:pt x="1785" y="77268"/>
                  </a:lnTo>
                  <a:cubicBezTo>
                    <a:pt x="1727" y="77377"/>
                    <a:pt x="1545" y="77674"/>
                    <a:pt x="1556" y="77674"/>
                  </a:cubicBezTo>
                  <a:cubicBezTo>
                    <a:pt x="1556" y="77674"/>
                    <a:pt x="1557" y="77674"/>
                    <a:pt x="1557" y="77674"/>
                  </a:cubicBezTo>
                  <a:cubicBezTo>
                    <a:pt x="1616" y="77556"/>
                    <a:pt x="1684" y="77446"/>
                    <a:pt x="1760" y="77344"/>
                  </a:cubicBezTo>
                  <a:lnTo>
                    <a:pt x="1760" y="77344"/>
                  </a:lnTo>
                  <a:cubicBezTo>
                    <a:pt x="1574" y="77666"/>
                    <a:pt x="1362" y="77987"/>
                    <a:pt x="1151" y="78300"/>
                  </a:cubicBezTo>
                  <a:cubicBezTo>
                    <a:pt x="1168" y="78275"/>
                    <a:pt x="1176" y="78249"/>
                    <a:pt x="1193" y="78216"/>
                  </a:cubicBezTo>
                  <a:lnTo>
                    <a:pt x="1193" y="78216"/>
                  </a:lnTo>
                  <a:cubicBezTo>
                    <a:pt x="956" y="78647"/>
                    <a:pt x="559" y="79273"/>
                    <a:pt x="406" y="79569"/>
                  </a:cubicBezTo>
                  <a:lnTo>
                    <a:pt x="491" y="79451"/>
                  </a:lnTo>
                  <a:cubicBezTo>
                    <a:pt x="559" y="79315"/>
                    <a:pt x="643" y="79188"/>
                    <a:pt x="736" y="79062"/>
                  </a:cubicBezTo>
                  <a:lnTo>
                    <a:pt x="736" y="79062"/>
                  </a:lnTo>
                  <a:cubicBezTo>
                    <a:pt x="686" y="79144"/>
                    <a:pt x="673" y="79171"/>
                    <a:pt x="677" y="79171"/>
                  </a:cubicBezTo>
                  <a:cubicBezTo>
                    <a:pt x="684" y="79171"/>
                    <a:pt x="752" y="79078"/>
                    <a:pt x="762" y="79078"/>
                  </a:cubicBezTo>
                  <a:lnTo>
                    <a:pt x="762" y="79078"/>
                  </a:lnTo>
                  <a:cubicBezTo>
                    <a:pt x="767" y="79078"/>
                    <a:pt x="754" y="79107"/>
                    <a:pt x="703" y="79197"/>
                  </a:cubicBezTo>
                  <a:cubicBezTo>
                    <a:pt x="423" y="79662"/>
                    <a:pt x="127" y="80043"/>
                    <a:pt x="0" y="80305"/>
                  </a:cubicBezTo>
                  <a:lnTo>
                    <a:pt x="466" y="79628"/>
                  </a:lnTo>
                  <a:cubicBezTo>
                    <a:pt x="609" y="79408"/>
                    <a:pt x="728" y="79214"/>
                    <a:pt x="779" y="79129"/>
                  </a:cubicBezTo>
                  <a:lnTo>
                    <a:pt x="779" y="79129"/>
                  </a:lnTo>
                  <a:lnTo>
                    <a:pt x="601" y="79408"/>
                  </a:lnTo>
                  <a:lnTo>
                    <a:pt x="965" y="78740"/>
                  </a:lnTo>
                  <a:cubicBezTo>
                    <a:pt x="998" y="78724"/>
                    <a:pt x="1298" y="78198"/>
                    <a:pt x="1327" y="78198"/>
                  </a:cubicBezTo>
                  <a:cubicBezTo>
                    <a:pt x="1328" y="78198"/>
                    <a:pt x="1328" y="78198"/>
                    <a:pt x="1329" y="78199"/>
                  </a:cubicBezTo>
                  <a:cubicBezTo>
                    <a:pt x="1193" y="78419"/>
                    <a:pt x="1066" y="78622"/>
                    <a:pt x="965" y="78791"/>
                  </a:cubicBezTo>
                  <a:cubicBezTo>
                    <a:pt x="999" y="78757"/>
                    <a:pt x="1337" y="78207"/>
                    <a:pt x="1489" y="77979"/>
                  </a:cubicBezTo>
                  <a:lnTo>
                    <a:pt x="1489" y="77979"/>
                  </a:lnTo>
                  <a:lnTo>
                    <a:pt x="1295" y="78266"/>
                  </a:lnTo>
                  <a:cubicBezTo>
                    <a:pt x="1605" y="77738"/>
                    <a:pt x="2031" y="77086"/>
                    <a:pt x="2319" y="76564"/>
                  </a:cubicBezTo>
                  <a:lnTo>
                    <a:pt x="2319" y="76564"/>
                  </a:lnTo>
                  <a:cubicBezTo>
                    <a:pt x="2281" y="76632"/>
                    <a:pt x="2268" y="76659"/>
                    <a:pt x="2271" y="76659"/>
                  </a:cubicBezTo>
                  <a:cubicBezTo>
                    <a:pt x="2280" y="76659"/>
                    <a:pt x="2495" y="76312"/>
                    <a:pt x="2511" y="76312"/>
                  </a:cubicBezTo>
                  <a:lnTo>
                    <a:pt x="2511" y="76312"/>
                  </a:lnTo>
                  <a:cubicBezTo>
                    <a:pt x="2515" y="76312"/>
                    <a:pt x="2506" y="76333"/>
                    <a:pt x="2479" y="76388"/>
                  </a:cubicBezTo>
                  <a:cubicBezTo>
                    <a:pt x="2420" y="76481"/>
                    <a:pt x="2369" y="76574"/>
                    <a:pt x="2301" y="76668"/>
                  </a:cubicBezTo>
                  <a:cubicBezTo>
                    <a:pt x="2301" y="76671"/>
                    <a:pt x="2302" y="76672"/>
                    <a:pt x="2304" y="76672"/>
                  </a:cubicBezTo>
                  <a:cubicBezTo>
                    <a:pt x="2326" y="76672"/>
                    <a:pt x="2501" y="76349"/>
                    <a:pt x="2572" y="76261"/>
                  </a:cubicBezTo>
                  <a:cubicBezTo>
                    <a:pt x="2592" y="76215"/>
                    <a:pt x="2783" y="75884"/>
                    <a:pt x="2767" y="75884"/>
                  </a:cubicBezTo>
                  <a:lnTo>
                    <a:pt x="2767" y="75884"/>
                  </a:lnTo>
                  <a:cubicBezTo>
                    <a:pt x="2763" y="75884"/>
                    <a:pt x="2743" y="75909"/>
                    <a:pt x="2699" y="75974"/>
                  </a:cubicBezTo>
                  <a:cubicBezTo>
                    <a:pt x="2809" y="75813"/>
                    <a:pt x="3012" y="75424"/>
                    <a:pt x="3173" y="75204"/>
                  </a:cubicBezTo>
                  <a:lnTo>
                    <a:pt x="3173" y="75204"/>
                  </a:lnTo>
                  <a:cubicBezTo>
                    <a:pt x="3169" y="75207"/>
                    <a:pt x="3166" y="75209"/>
                    <a:pt x="3165" y="75209"/>
                  </a:cubicBezTo>
                  <a:cubicBezTo>
                    <a:pt x="3140" y="75209"/>
                    <a:pt x="3420" y="74767"/>
                    <a:pt x="3452" y="74680"/>
                  </a:cubicBezTo>
                  <a:cubicBezTo>
                    <a:pt x="3511" y="74578"/>
                    <a:pt x="3570" y="74493"/>
                    <a:pt x="3613" y="74426"/>
                  </a:cubicBezTo>
                  <a:lnTo>
                    <a:pt x="3613" y="74426"/>
                  </a:lnTo>
                  <a:cubicBezTo>
                    <a:pt x="3494" y="74646"/>
                    <a:pt x="3350" y="74916"/>
                    <a:pt x="3190" y="75196"/>
                  </a:cubicBezTo>
                  <a:cubicBezTo>
                    <a:pt x="3139" y="75272"/>
                    <a:pt x="3088" y="75356"/>
                    <a:pt x="3037" y="75449"/>
                  </a:cubicBezTo>
                  <a:lnTo>
                    <a:pt x="3046" y="75458"/>
                  </a:lnTo>
                  <a:lnTo>
                    <a:pt x="2276" y="76854"/>
                  </a:lnTo>
                  <a:lnTo>
                    <a:pt x="2344" y="76710"/>
                  </a:lnTo>
                  <a:lnTo>
                    <a:pt x="2344" y="76710"/>
                  </a:lnTo>
                  <a:cubicBezTo>
                    <a:pt x="2132" y="77141"/>
                    <a:pt x="1845" y="77530"/>
                    <a:pt x="1608" y="77953"/>
                  </a:cubicBezTo>
                  <a:cubicBezTo>
                    <a:pt x="1613" y="77939"/>
                    <a:pt x="1623" y="77919"/>
                    <a:pt x="1621" y="77919"/>
                  </a:cubicBezTo>
                  <a:lnTo>
                    <a:pt x="1621" y="77919"/>
                  </a:lnTo>
                  <a:cubicBezTo>
                    <a:pt x="1620" y="77919"/>
                    <a:pt x="1612" y="77930"/>
                    <a:pt x="1591" y="77962"/>
                  </a:cubicBezTo>
                  <a:cubicBezTo>
                    <a:pt x="1269" y="78461"/>
                    <a:pt x="1176" y="78698"/>
                    <a:pt x="897" y="79095"/>
                  </a:cubicBezTo>
                  <a:lnTo>
                    <a:pt x="922" y="79036"/>
                  </a:lnTo>
                  <a:lnTo>
                    <a:pt x="922" y="79036"/>
                  </a:lnTo>
                  <a:cubicBezTo>
                    <a:pt x="899" y="79067"/>
                    <a:pt x="775" y="79286"/>
                    <a:pt x="796" y="79286"/>
                  </a:cubicBezTo>
                  <a:cubicBezTo>
                    <a:pt x="797" y="79286"/>
                    <a:pt x="800" y="79285"/>
                    <a:pt x="804" y="79281"/>
                  </a:cubicBezTo>
                  <a:cubicBezTo>
                    <a:pt x="1016" y="78935"/>
                    <a:pt x="1049" y="78867"/>
                    <a:pt x="1244" y="78562"/>
                  </a:cubicBezTo>
                  <a:lnTo>
                    <a:pt x="1244" y="78562"/>
                  </a:lnTo>
                  <a:cubicBezTo>
                    <a:pt x="1185" y="78698"/>
                    <a:pt x="1016" y="78977"/>
                    <a:pt x="889" y="79180"/>
                  </a:cubicBezTo>
                  <a:lnTo>
                    <a:pt x="897" y="79214"/>
                  </a:lnTo>
                  <a:cubicBezTo>
                    <a:pt x="829" y="79358"/>
                    <a:pt x="745" y="79484"/>
                    <a:pt x="660" y="79611"/>
                  </a:cubicBezTo>
                  <a:cubicBezTo>
                    <a:pt x="567" y="79738"/>
                    <a:pt x="483" y="79865"/>
                    <a:pt x="415" y="80009"/>
                  </a:cubicBezTo>
                  <a:lnTo>
                    <a:pt x="612" y="79733"/>
                  </a:lnTo>
                  <a:lnTo>
                    <a:pt x="612" y="79733"/>
                  </a:lnTo>
                  <a:cubicBezTo>
                    <a:pt x="606" y="79743"/>
                    <a:pt x="599" y="79753"/>
                    <a:pt x="593" y="79764"/>
                  </a:cubicBezTo>
                  <a:lnTo>
                    <a:pt x="626" y="79713"/>
                  </a:lnTo>
                  <a:lnTo>
                    <a:pt x="612" y="79733"/>
                  </a:lnTo>
                  <a:lnTo>
                    <a:pt x="612" y="79733"/>
                  </a:lnTo>
                  <a:cubicBezTo>
                    <a:pt x="665" y="79650"/>
                    <a:pt x="718" y="79566"/>
                    <a:pt x="770" y="79476"/>
                  </a:cubicBezTo>
                  <a:cubicBezTo>
                    <a:pt x="914" y="79214"/>
                    <a:pt x="1083" y="78960"/>
                    <a:pt x="1286" y="78732"/>
                  </a:cubicBezTo>
                  <a:cubicBezTo>
                    <a:pt x="1321" y="78678"/>
                    <a:pt x="1336" y="78658"/>
                    <a:pt x="1340" y="78658"/>
                  </a:cubicBezTo>
                  <a:lnTo>
                    <a:pt x="1340" y="78658"/>
                  </a:lnTo>
                  <a:cubicBezTo>
                    <a:pt x="1352" y="78658"/>
                    <a:pt x="1275" y="78817"/>
                    <a:pt x="1292" y="78817"/>
                  </a:cubicBezTo>
                  <a:cubicBezTo>
                    <a:pt x="1293" y="78817"/>
                    <a:pt x="1294" y="78817"/>
                    <a:pt x="1295" y="78816"/>
                  </a:cubicBezTo>
                  <a:cubicBezTo>
                    <a:pt x="1506" y="78469"/>
                    <a:pt x="1472" y="78469"/>
                    <a:pt x="1684" y="78123"/>
                  </a:cubicBezTo>
                  <a:cubicBezTo>
                    <a:pt x="1711" y="78079"/>
                    <a:pt x="1721" y="78063"/>
                    <a:pt x="1723" y="78063"/>
                  </a:cubicBezTo>
                  <a:lnTo>
                    <a:pt x="1723" y="78063"/>
                  </a:lnTo>
                  <a:cubicBezTo>
                    <a:pt x="1726" y="78063"/>
                    <a:pt x="1708" y="78100"/>
                    <a:pt x="1692" y="78131"/>
                  </a:cubicBezTo>
                  <a:lnTo>
                    <a:pt x="1836" y="77869"/>
                  </a:lnTo>
                  <a:cubicBezTo>
                    <a:pt x="1849" y="77862"/>
                    <a:pt x="2071" y="77517"/>
                    <a:pt x="2082" y="77517"/>
                  </a:cubicBezTo>
                  <a:lnTo>
                    <a:pt x="2082" y="77517"/>
                  </a:lnTo>
                  <a:cubicBezTo>
                    <a:pt x="2086" y="77517"/>
                    <a:pt x="2069" y="77549"/>
                    <a:pt x="2022" y="77632"/>
                  </a:cubicBezTo>
                  <a:lnTo>
                    <a:pt x="1887" y="77860"/>
                  </a:lnTo>
                  <a:cubicBezTo>
                    <a:pt x="2200" y="77398"/>
                    <a:pt x="2707" y="76598"/>
                    <a:pt x="2740" y="76598"/>
                  </a:cubicBezTo>
                  <a:cubicBezTo>
                    <a:pt x="2741" y="76598"/>
                    <a:pt x="2741" y="76599"/>
                    <a:pt x="2741" y="76600"/>
                  </a:cubicBezTo>
                  <a:cubicBezTo>
                    <a:pt x="2910" y="76338"/>
                    <a:pt x="2851" y="76414"/>
                    <a:pt x="3122" y="75991"/>
                  </a:cubicBezTo>
                  <a:cubicBezTo>
                    <a:pt x="3215" y="75779"/>
                    <a:pt x="3071" y="75982"/>
                    <a:pt x="3333" y="75509"/>
                  </a:cubicBezTo>
                  <a:lnTo>
                    <a:pt x="3333" y="75509"/>
                  </a:lnTo>
                  <a:lnTo>
                    <a:pt x="3105" y="75872"/>
                  </a:lnTo>
                  <a:lnTo>
                    <a:pt x="2987" y="76092"/>
                  </a:lnTo>
                  <a:lnTo>
                    <a:pt x="3215" y="75720"/>
                  </a:lnTo>
                  <a:lnTo>
                    <a:pt x="3215" y="75720"/>
                  </a:lnTo>
                  <a:cubicBezTo>
                    <a:pt x="3080" y="75957"/>
                    <a:pt x="3113" y="75923"/>
                    <a:pt x="3088" y="76008"/>
                  </a:cubicBezTo>
                  <a:cubicBezTo>
                    <a:pt x="2733" y="76591"/>
                    <a:pt x="2606" y="76727"/>
                    <a:pt x="2420" y="77023"/>
                  </a:cubicBezTo>
                  <a:cubicBezTo>
                    <a:pt x="2500" y="76863"/>
                    <a:pt x="2655" y="76603"/>
                    <a:pt x="2638" y="76603"/>
                  </a:cubicBezTo>
                  <a:cubicBezTo>
                    <a:pt x="2635" y="76603"/>
                    <a:pt x="2627" y="76610"/>
                    <a:pt x="2614" y="76625"/>
                  </a:cubicBezTo>
                  <a:cubicBezTo>
                    <a:pt x="2809" y="76346"/>
                    <a:pt x="2792" y="76287"/>
                    <a:pt x="3012" y="75957"/>
                  </a:cubicBezTo>
                  <a:lnTo>
                    <a:pt x="3012" y="75957"/>
                  </a:lnTo>
                  <a:lnTo>
                    <a:pt x="2978" y="76033"/>
                  </a:lnTo>
                  <a:cubicBezTo>
                    <a:pt x="3130" y="75745"/>
                    <a:pt x="3173" y="75720"/>
                    <a:pt x="3300" y="75483"/>
                  </a:cubicBezTo>
                  <a:lnTo>
                    <a:pt x="3300" y="75483"/>
                  </a:lnTo>
                  <a:cubicBezTo>
                    <a:pt x="3298" y="75487"/>
                    <a:pt x="3297" y="75489"/>
                    <a:pt x="3299" y="75489"/>
                  </a:cubicBezTo>
                  <a:cubicBezTo>
                    <a:pt x="3302" y="75489"/>
                    <a:pt x="3320" y="75469"/>
                    <a:pt x="3333" y="75449"/>
                  </a:cubicBezTo>
                  <a:cubicBezTo>
                    <a:pt x="3428" y="75285"/>
                    <a:pt x="3449" y="75244"/>
                    <a:pt x="3445" y="75244"/>
                  </a:cubicBezTo>
                  <a:lnTo>
                    <a:pt x="3445" y="75244"/>
                  </a:lnTo>
                  <a:cubicBezTo>
                    <a:pt x="3441" y="75244"/>
                    <a:pt x="3409" y="75288"/>
                    <a:pt x="3402" y="75288"/>
                  </a:cubicBezTo>
                  <a:cubicBezTo>
                    <a:pt x="3396" y="75288"/>
                    <a:pt x="3413" y="75246"/>
                    <a:pt x="3503" y="75077"/>
                  </a:cubicBezTo>
                  <a:cubicBezTo>
                    <a:pt x="3627" y="74885"/>
                    <a:pt x="3666" y="74841"/>
                    <a:pt x="3678" y="74841"/>
                  </a:cubicBezTo>
                  <a:cubicBezTo>
                    <a:pt x="3688" y="74841"/>
                    <a:pt x="3679" y="74874"/>
                    <a:pt x="3688" y="74874"/>
                  </a:cubicBezTo>
                  <a:cubicBezTo>
                    <a:pt x="3692" y="74874"/>
                    <a:pt x="3700" y="74867"/>
                    <a:pt x="3714" y="74849"/>
                  </a:cubicBezTo>
                  <a:lnTo>
                    <a:pt x="3714" y="74849"/>
                  </a:lnTo>
                  <a:cubicBezTo>
                    <a:pt x="3300" y="75602"/>
                    <a:pt x="3765" y="74857"/>
                    <a:pt x="3308" y="75669"/>
                  </a:cubicBezTo>
                  <a:cubicBezTo>
                    <a:pt x="3309" y="75670"/>
                    <a:pt x="3310" y="75670"/>
                    <a:pt x="3311" y="75670"/>
                  </a:cubicBezTo>
                  <a:cubicBezTo>
                    <a:pt x="3352" y="75670"/>
                    <a:pt x="3543" y="75362"/>
                    <a:pt x="3790" y="74942"/>
                  </a:cubicBezTo>
                  <a:lnTo>
                    <a:pt x="3790" y="74942"/>
                  </a:lnTo>
                  <a:cubicBezTo>
                    <a:pt x="3745" y="75008"/>
                    <a:pt x="3725" y="75030"/>
                    <a:pt x="3717" y="75030"/>
                  </a:cubicBezTo>
                  <a:cubicBezTo>
                    <a:pt x="3704" y="75030"/>
                    <a:pt x="3733" y="74956"/>
                    <a:pt x="3717" y="74956"/>
                  </a:cubicBezTo>
                  <a:cubicBezTo>
                    <a:pt x="3707" y="74956"/>
                    <a:pt x="3678" y="74988"/>
                    <a:pt x="3604" y="75094"/>
                  </a:cubicBezTo>
                  <a:cubicBezTo>
                    <a:pt x="3968" y="74443"/>
                    <a:pt x="3875" y="74460"/>
                    <a:pt x="4323" y="73757"/>
                  </a:cubicBezTo>
                  <a:lnTo>
                    <a:pt x="4323" y="73757"/>
                  </a:lnTo>
                  <a:lnTo>
                    <a:pt x="4315" y="73783"/>
                  </a:lnTo>
                  <a:lnTo>
                    <a:pt x="4467" y="73470"/>
                  </a:lnTo>
                  <a:lnTo>
                    <a:pt x="4721" y="73072"/>
                  </a:lnTo>
                  <a:lnTo>
                    <a:pt x="4721" y="73072"/>
                  </a:lnTo>
                  <a:cubicBezTo>
                    <a:pt x="4602" y="73343"/>
                    <a:pt x="4408" y="73639"/>
                    <a:pt x="4306" y="73851"/>
                  </a:cubicBezTo>
                  <a:cubicBezTo>
                    <a:pt x="4628" y="73377"/>
                    <a:pt x="4662" y="73165"/>
                    <a:pt x="5000" y="72599"/>
                  </a:cubicBezTo>
                  <a:cubicBezTo>
                    <a:pt x="5056" y="72517"/>
                    <a:pt x="5082" y="72483"/>
                    <a:pt x="5087" y="72483"/>
                  </a:cubicBezTo>
                  <a:lnTo>
                    <a:pt x="5087" y="72483"/>
                  </a:lnTo>
                  <a:cubicBezTo>
                    <a:pt x="5110" y="72483"/>
                    <a:pt x="4691" y="73194"/>
                    <a:pt x="4712" y="73208"/>
                  </a:cubicBezTo>
                  <a:cubicBezTo>
                    <a:pt x="4788" y="73072"/>
                    <a:pt x="4865" y="72945"/>
                    <a:pt x="4958" y="72827"/>
                  </a:cubicBezTo>
                  <a:lnTo>
                    <a:pt x="4958" y="72827"/>
                  </a:lnTo>
                  <a:cubicBezTo>
                    <a:pt x="4636" y="73360"/>
                    <a:pt x="4788" y="73165"/>
                    <a:pt x="4425" y="73757"/>
                  </a:cubicBezTo>
                  <a:cubicBezTo>
                    <a:pt x="4476" y="73660"/>
                    <a:pt x="4491" y="73629"/>
                    <a:pt x="4488" y="73629"/>
                  </a:cubicBezTo>
                  <a:lnTo>
                    <a:pt x="4488" y="73629"/>
                  </a:lnTo>
                  <a:cubicBezTo>
                    <a:pt x="4483" y="73629"/>
                    <a:pt x="4416" y="73739"/>
                    <a:pt x="4408" y="73739"/>
                  </a:cubicBezTo>
                  <a:cubicBezTo>
                    <a:pt x="4406" y="73739"/>
                    <a:pt x="4406" y="73737"/>
                    <a:pt x="4408" y="73732"/>
                  </a:cubicBezTo>
                  <a:lnTo>
                    <a:pt x="4408" y="73732"/>
                  </a:lnTo>
                  <a:cubicBezTo>
                    <a:pt x="4365" y="73825"/>
                    <a:pt x="4044" y="74383"/>
                    <a:pt x="3816" y="74773"/>
                  </a:cubicBezTo>
                  <a:cubicBezTo>
                    <a:pt x="3812" y="74783"/>
                    <a:pt x="3812" y="74788"/>
                    <a:pt x="3814" y="74788"/>
                  </a:cubicBezTo>
                  <a:cubicBezTo>
                    <a:pt x="3831" y="74788"/>
                    <a:pt x="4044" y="74418"/>
                    <a:pt x="4188" y="74197"/>
                  </a:cubicBezTo>
                  <a:cubicBezTo>
                    <a:pt x="4433" y="73715"/>
                    <a:pt x="4763" y="73250"/>
                    <a:pt x="4949" y="72869"/>
                  </a:cubicBezTo>
                  <a:cubicBezTo>
                    <a:pt x="5052" y="72693"/>
                    <a:pt x="5089" y="72636"/>
                    <a:pt x="5093" y="72636"/>
                  </a:cubicBezTo>
                  <a:lnTo>
                    <a:pt x="5093" y="72636"/>
                  </a:lnTo>
                  <a:cubicBezTo>
                    <a:pt x="5102" y="72636"/>
                    <a:pt x="5008" y="72819"/>
                    <a:pt x="5015" y="72819"/>
                  </a:cubicBezTo>
                  <a:cubicBezTo>
                    <a:pt x="5016" y="72819"/>
                    <a:pt x="5016" y="72819"/>
                    <a:pt x="5017" y="72819"/>
                  </a:cubicBezTo>
                  <a:cubicBezTo>
                    <a:pt x="5296" y="72362"/>
                    <a:pt x="5110" y="72607"/>
                    <a:pt x="5194" y="72455"/>
                  </a:cubicBezTo>
                  <a:cubicBezTo>
                    <a:pt x="5558" y="71753"/>
                    <a:pt x="5651" y="71693"/>
                    <a:pt x="5930" y="71203"/>
                  </a:cubicBezTo>
                  <a:cubicBezTo>
                    <a:pt x="6032" y="70983"/>
                    <a:pt x="6227" y="70619"/>
                    <a:pt x="6446" y="70230"/>
                  </a:cubicBezTo>
                  <a:cubicBezTo>
                    <a:pt x="6666" y="69841"/>
                    <a:pt x="6895" y="69401"/>
                    <a:pt x="7089" y="69054"/>
                  </a:cubicBezTo>
                  <a:lnTo>
                    <a:pt x="7089" y="69054"/>
                  </a:lnTo>
                  <a:cubicBezTo>
                    <a:pt x="7076" y="69080"/>
                    <a:pt x="7073" y="69090"/>
                    <a:pt x="7076" y="69090"/>
                  </a:cubicBezTo>
                  <a:cubicBezTo>
                    <a:pt x="7081" y="69090"/>
                    <a:pt x="7117" y="69041"/>
                    <a:pt x="7140" y="69012"/>
                  </a:cubicBezTo>
                  <a:cubicBezTo>
                    <a:pt x="7326" y="68563"/>
                    <a:pt x="7267" y="68733"/>
                    <a:pt x="7521" y="68183"/>
                  </a:cubicBezTo>
                  <a:lnTo>
                    <a:pt x="7521" y="68183"/>
                  </a:lnTo>
                  <a:lnTo>
                    <a:pt x="7267" y="68623"/>
                  </a:lnTo>
                  <a:cubicBezTo>
                    <a:pt x="7453" y="68259"/>
                    <a:pt x="7572" y="67954"/>
                    <a:pt x="7775" y="67641"/>
                  </a:cubicBezTo>
                  <a:lnTo>
                    <a:pt x="7775" y="67641"/>
                  </a:lnTo>
                  <a:cubicBezTo>
                    <a:pt x="7729" y="67709"/>
                    <a:pt x="7708" y="67738"/>
                    <a:pt x="7703" y="67738"/>
                  </a:cubicBezTo>
                  <a:cubicBezTo>
                    <a:pt x="7694" y="67738"/>
                    <a:pt x="7752" y="67622"/>
                    <a:pt x="7825" y="67464"/>
                  </a:cubicBezTo>
                  <a:cubicBezTo>
                    <a:pt x="7944" y="67227"/>
                    <a:pt x="8113" y="66897"/>
                    <a:pt x="8172" y="66762"/>
                  </a:cubicBezTo>
                  <a:cubicBezTo>
                    <a:pt x="8375" y="66398"/>
                    <a:pt x="8536" y="66009"/>
                    <a:pt x="8663" y="65823"/>
                  </a:cubicBezTo>
                  <a:lnTo>
                    <a:pt x="8663" y="65823"/>
                  </a:lnTo>
                  <a:lnTo>
                    <a:pt x="8646" y="65873"/>
                  </a:lnTo>
                  <a:lnTo>
                    <a:pt x="8925" y="65340"/>
                  </a:lnTo>
                  <a:lnTo>
                    <a:pt x="8925" y="65425"/>
                  </a:lnTo>
                  <a:cubicBezTo>
                    <a:pt x="9106" y="65100"/>
                    <a:pt x="9281" y="64687"/>
                    <a:pt x="9262" y="64687"/>
                  </a:cubicBezTo>
                  <a:lnTo>
                    <a:pt x="9262" y="64687"/>
                  </a:lnTo>
                  <a:cubicBezTo>
                    <a:pt x="9260" y="64687"/>
                    <a:pt x="9255" y="64693"/>
                    <a:pt x="9247" y="64706"/>
                  </a:cubicBezTo>
                  <a:cubicBezTo>
                    <a:pt x="9343" y="64521"/>
                    <a:pt x="9371" y="64477"/>
                    <a:pt x="9378" y="64477"/>
                  </a:cubicBezTo>
                  <a:cubicBezTo>
                    <a:pt x="9384" y="64477"/>
                    <a:pt x="9374" y="64510"/>
                    <a:pt x="9381" y="64510"/>
                  </a:cubicBezTo>
                  <a:cubicBezTo>
                    <a:pt x="9383" y="64510"/>
                    <a:pt x="9386" y="64508"/>
                    <a:pt x="9390" y="64503"/>
                  </a:cubicBezTo>
                  <a:lnTo>
                    <a:pt x="9390" y="64503"/>
                  </a:lnTo>
                  <a:cubicBezTo>
                    <a:pt x="9340" y="64621"/>
                    <a:pt x="9272" y="64799"/>
                    <a:pt x="9196" y="64968"/>
                  </a:cubicBezTo>
                  <a:cubicBezTo>
                    <a:pt x="9137" y="65095"/>
                    <a:pt x="9069" y="65222"/>
                    <a:pt x="8993" y="65340"/>
                  </a:cubicBezTo>
                  <a:cubicBezTo>
                    <a:pt x="9008" y="65315"/>
                    <a:pt x="9020" y="65290"/>
                    <a:pt x="9033" y="65264"/>
                  </a:cubicBezTo>
                  <a:lnTo>
                    <a:pt x="9033" y="65264"/>
                  </a:lnTo>
                  <a:cubicBezTo>
                    <a:pt x="8533" y="66190"/>
                    <a:pt x="8929" y="65578"/>
                    <a:pt x="8688" y="66076"/>
                  </a:cubicBezTo>
                  <a:cubicBezTo>
                    <a:pt x="8824" y="65814"/>
                    <a:pt x="8942" y="65620"/>
                    <a:pt x="9077" y="65340"/>
                  </a:cubicBezTo>
                  <a:cubicBezTo>
                    <a:pt x="9111" y="65264"/>
                    <a:pt x="9196" y="65095"/>
                    <a:pt x="9280" y="64917"/>
                  </a:cubicBezTo>
                  <a:cubicBezTo>
                    <a:pt x="9344" y="64778"/>
                    <a:pt x="9407" y="64625"/>
                    <a:pt x="9460" y="64499"/>
                  </a:cubicBezTo>
                  <a:lnTo>
                    <a:pt x="9460" y="64499"/>
                  </a:lnTo>
                  <a:cubicBezTo>
                    <a:pt x="9350" y="64748"/>
                    <a:pt x="9217" y="64996"/>
                    <a:pt x="9077" y="65230"/>
                  </a:cubicBezTo>
                  <a:cubicBezTo>
                    <a:pt x="9197" y="65000"/>
                    <a:pt x="9204" y="64949"/>
                    <a:pt x="9302" y="64768"/>
                  </a:cubicBezTo>
                  <a:lnTo>
                    <a:pt x="9302" y="64768"/>
                  </a:lnTo>
                  <a:lnTo>
                    <a:pt x="9289" y="64799"/>
                  </a:lnTo>
                  <a:lnTo>
                    <a:pt x="9323" y="64731"/>
                  </a:lnTo>
                  <a:lnTo>
                    <a:pt x="9323" y="64731"/>
                  </a:lnTo>
                  <a:cubicBezTo>
                    <a:pt x="9315" y="64744"/>
                    <a:pt x="9309" y="64756"/>
                    <a:pt x="9302" y="64768"/>
                  </a:cubicBezTo>
                  <a:lnTo>
                    <a:pt x="9302" y="64768"/>
                  </a:lnTo>
                  <a:lnTo>
                    <a:pt x="9407" y="64528"/>
                  </a:lnTo>
                  <a:cubicBezTo>
                    <a:pt x="9440" y="64502"/>
                    <a:pt x="9644" y="64073"/>
                    <a:pt x="9657" y="64073"/>
                  </a:cubicBezTo>
                  <a:lnTo>
                    <a:pt x="9657" y="64073"/>
                  </a:lnTo>
                  <a:cubicBezTo>
                    <a:pt x="9661" y="64073"/>
                    <a:pt x="9649" y="64110"/>
                    <a:pt x="9610" y="64207"/>
                  </a:cubicBezTo>
                  <a:cubicBezTo>
                    <a:pt x="9779" y="63843"/>
                    <a:pt x="9653" y="64072"/>
                    <a:pt x="9805" y="63733"/>
                  </a:cubicBezTo>
                  <a:lnTo>
                    <a:pt x="9805" y="63733"/>
                  </a:lnTo>
                  <a:lnTo>
                    <a:pt x="9475" y="64393"/>
                  </a:lnTo>
                  <a:lnTo>
                    <a:pt x="9450" y="64368"/>
                  </a:lnTo>
                  <a:cubicBezTo>
                    <a:pt x="9551" y="64122"/>
                    <a:pt x="9602" y="64072"/>
                    <a:pt x="9729" y="63801"/>
                  </a:cubicBezTo>
                  <a:lnTo>
                    <a:pt x="9729" y="63801"/>
                  </a:lnTo>
                  <a:lnTo>
                    <a:pt x="9686" y="63809"/>
                  </a:lnTo>
                  <a:lnTo>
                    <a:pt x="9940" y="63352"/>
                  </a:lnTo>
                  <a:lnTo>
                    <a:pt x="9940" y="63352"/>
                  </a:lnTo>
                  <a:cubicBezTo>
                    <a:pt x="9937" y="63356"/>
                    <a:pt x="9936" y="63357"/>
                    <a:pt x="9935" y="63357"/>
                  </a:cubicBezTo>
                  <a:cubicBezTo>
                    <a:pt x="9922" y="63357"/>
                    <a:pt x="10087" y="63041"/>
                    <a:pt x="10126" y="62938"/>
                  </a:cubicBezTo>
                  <a:cubicBezTo>
                    <a:pt x="10262" y="62684"/>
                    <a:pt x="10228" y="62879"/>
                    <a:pt x="10414" y="62422"/>
                  </a:cubicBezTo>
                  <a:lnTo>
                    <a:pt x="10414" y="62422"/>
                  </a:lnTo>
                  <a:lnTo>
                    <a:pt x="10397" y="62456"/>
                  </a:lnTo>
                  <a:cubicBezTo>
                    <a:pt x="10507" y="62194"/>
                    <a:pt x="10575" y="62041"/>
                    <a:pt x="10744" y="61678"/>
                  </a:cubicBezTo>
                  <a:lnTo>
                    <a:pt x="10744" y="61678"/>
                  </a:lnTo>
                  <a:cubicBezTo>
                    <a:pt x="10744" y="61703"/>
                    <a:pt x="10702" y="61804"/>
                    <a:pt x="10676" y="61855"/>
                  </a:cubicBezTo>
                  <a:cubicBezTo>
                    <a:pt x="10930" y="61356"/>
                    <a:pt x="11268" y="60510"/>
                    <a:pt x="11421" y="60299"/>
                  </a:cubicBezTo>
                  <a:lnTo>
                    <a:pt x="11421" y="60299"/>
                  </a:lnTo>
                  <a:cubicBezTo>
                    <a:pt x="11421" y="60306"/>
                    <a:pt x="11418" y="60316"/>
                    <a:pt x="11415" y="60329"/>
                  </a:cubicBezTo>
                  <a:lnTo>
                    <a:pt x="11415" y="60329"/>
                  </a:lnTo>
                  <a:cubicBezTo>
                    <a:pt x="11474" y="60234"/>
                    <a:pt x="11565" y="60035"/>
                    <a:pt x="11624" y="59909"/>
                  </a:cubicBezTo>
                  <a:cubicBezTo>
                    <a:pt x="11660" y="59837"/>
                    <a:pt x="11684" y="59786"/>
                    <a:pt x="11687" y="59786"/>
                  </a:cubicBezTo>
                  <a:lnTo>
                    <a:pt x="11687" y="59786"/>
                  </a:lnTo>
                  <a:cubicBezTo>
                    <a:pt x="11689" y="59786"/>
                    <a:pt x="11676" y="59824"/>
                    <a:pt x="11641" y="59918"/>
                  </a:cubicBezTo>
                  <a:lnTo>
                    <a:pt x="11920" y="59199"/>
                  </a:lnTo>
                  <a:lnTo>
                    <a:pt x="11920" y="59199"/>
                  </a:lnTo>
                  <a:cubicBezTo>
                    <a:pt x="11904" y="59275"/>
                    <a:pt x="11882" y="59345"/>
                    <a:pt x="11853" y="59413"/>
                  </a:cubicBezTo>
                  <a:lnTo>
                    <a:pt x="11853" y="59413"/>
                  </a:lnTo>
                  <a:lnTo>
                    <a:pt x="12063" y="58928"/>
                  </a:lnTo>
                  <a:lnTo>
                    <a:pt x="12063" y="58945"/>
                  </a:lnTo>
                  <a:cubicBezTo>
                    <a:pt x="12224" y="58531"/>
                    <a:pt x="12478" y="57955"/>
                    <a:pt x="12588" y="57634"/>
                  </a:cubicBezTo>
                  <a:lnTo>
                    <a:pt x="12588" y="57634"/>
                  </a:lnTo>
                  <a:cubicBezTo>
                    <a:pt x="12505" y="57806"/>
                    <a:pt x="12471" y="57870"/>
                    <a:pt x="12467" y="57870"/>
                  </a:cubicBezTo>
                  <a:cubicBezTo>
                    <a:pt x="12453" y="57870"/>
                    <a:pt x="12680" y="57336"/>
                    <a:pt x="12666" y="57336"/>
                  </a:cubicBezTo>
                  <a:lnTo>
                    <a:pt x="12666" y="57336"/>
                  </a:lnTo>
                  <a:cubicBezTo>
                    <a:pt x="12666" y="57336"/>
                    <a:pt x="12665" y="57337"/>
                    <a:pt x="12664" y="57338"/>
                  </a:cubicBezTo>
                  <a:cubicBezTo>
                    <a:pt x="12716" y="57234"/>
                    <a:pt x="12762" y="57156"/>
                    <a:pt x="12778" y="57156"/>
                  </a:cubicBezTo>
                  <a:cubicBezTo>
                    <a:pt x="12780" y="57156"/>
                    <a:pt x="12782" y="57157"/>
                    <a:pt x="12783" y="57160"/>
                  </a:cubicBezTo>
                  <a:cubicBezTo>
                    <a:pt x="12799" y="57194"/>
                    <a:pt x="12766" y="57312"/>
                    <a:pt x="12664" y="57583"/>
                  </a:cubicBezTo>
                  <a:cubicBezTo>
                    <a:pt x="12580" y="57719"/>
                    <a:pt x="12444" y="58099"/>
                    <a:pt x="12326" y="58370"/>
                  </a:cubicBezTo>
                  <a:cubicBezTo>
                    <a:pt x="12495" y="58023"/>
                    <a:pt x="12529" y="57913"/>
                    <a:pt x="12647" y="57634"/>
                  </a:cubicBezTo>
                  <a:lnTo>
                    <a:pt x="12647" y="57634"/>
                  </a:lnTo>
                  <a:cubicBezTo>
                    <a:pt x="12635" y="57666"/>
                    <a:pt x="12631" y="57679"/>
                    <a:pt x="12633" y="57679"/>
                  </a:cubicBezTo>
                  <a:cubicBezTo>
                    <a:pt x="12644" y="57679"/>
                    <a:pt x="12823" y="57295"/>
                    <a:pt x="12833" y="57295"/>
                  </a:cubicBezTo>
                  <a:cubicBezTo>
                    <a:pt x="12833" y="57295"/>
                    <a:pt x="12833" y="57295"/>
                    <a:pt x="12833" y="57296"/>
                  </a:cubicBezTo>
                  <a:cubicBezTo>
                    <a:pt x="12791" y="57473"/>
                    <a:pt x="12732" y="57642"/>
                    <a:pt x="12639" y="57803"/>
                  </a:cubicBezTo>
                  <a:cubicBezTo>
                    <a:pt x="12553" y="58001"/>
                    <a:pt x="12524" y="58055"/>
                    <a:pt x="12519" y="58055"/>
                  </a:cubicBezTo>
                  <a:cubicBezTo>
                    <a:pt x="12512" y="58055"/>
                    <a:pt x="12540" y="57972"/>
                    <a:pt x="12537" y="57972"/>
                  </a:cubicBezTo>
                  <a:lnTo>
                    <a:pt x="12537" y="57972"/>
                  </a:lnTo>
                  <a:cubicBezTo>
                    <a:pt x="12535" y="57972"/>
                    <a:pt x="12531" y="57981"/>
                    <a:pt x="12520" y="58006"/>
                  </a:cubicBezTo>
                  <a:cubicBezTo>
                    <a:pt x="12427" y="58125"/>
                    <a:pt x="12207" y="58734"/>
                    <a:pt x="12055" y="59047"/>
                  </a:cubicBezTo>
                  <a:cubicBezTo>
                    <a:pt x="12053" y="59051"/>
                    <a:pt x="12052" y="59053"/>
                    <a:pt x="12051" y="59053"/>
                  </a:cubicBezTo>
                  <a:cubicBezTo>
                    <a:pt x="12050" y="59053"/>
                    <a:pt x="12058" y="59031"/>
                    <a:pt x="12069" y="59004"/>
                  </a:cubicBezTo>
                  <a:lnTo>
                    <a:pt x="12069" y="59004"/>
                  </a:lnTo>
                  <a:cubicBezTo>
                    <a:pt x="11942" y="59295"/>
                    <a:pt x="11734" y="59771"/>
                    <a:pt x="11734" y="59816"/>
                  </a:cubicBezTo>
                  <a:lnTo>
                    <a:pt x="12021" y="59131"/>
                  </a:lnTo>
                  <a:cubicBezTo>
                    <a:pt x="12033" y="59106"/>
                    <a:pt x="12039" y="59097"/>
                    <a:pt x="12040" y="59097"/>
                  </a:cubicBezTo>
                  <a:lnTo>
                    <a:pt x="12040" y="59097"/>
                  </a:lnTo>
                  <a:cubicBezTo>
                    <a:pt x="12047" y="59097"/>
                    <a:pt x="12009" y="59208"/>
                    <a:pt x="12017" y="59208"/>
                  </a:cubicBezTo>
                  <a:cubicBezTo>
                    <a:pt x="12020" y="59208"/>
                    <a:pt x="12031" y="59190"/>
                    <a:pt x="12055" y="59140"/>
                  </a:cubicBezTo>
                  <a:cubicBezTo>
                    <a:pt x="12114" y="58987"/>
                    <a:pt x="12199" y="58801"/>
                    <a:pt x="12292" y="58598"/>
                  </a:cubicBezTo>
                  <a:lnTo>
                    <a:pt x="12292" y="58598"/>
                  </a:lnTo>
                  <a:lnTo>
                    <a:pt x="12283" y="58641"/>
                  </a:lnTo>
                  <a:cubicBezTo>
                    <a:pt x="12478" y="58235"/>
                    <a:pt x="12766" y="57592"/>
                    <a:pt x="12960" y="57109"/>
                  </a:cubicBezTo>
                  <a:cubicBezTo>
                    <a:pt x="12960" y="56983"/>
                    <a:pt x="13028" y="56720"/>
                    <a:pt x="13062" y="56483"/>
                  </a:cubicBezTo>
                  <a:lnTo>
                    <a:pt x="13519" y="55392"/>
                  </a:lnTo>
                  <a:cubicBezTo>
                    <a:pt x="13670" y="55021"/>
                    <a:pt x="13839" y="54651"/>
                    <a:pt x="13990" y="54263"/>
                  </a:cubicBezTo>
                  <a:lnTo>
                    <a:pt x="13990" y="54263"/>
                  </a:lnTo>
                  <a:cubicBezTo>
                    <a:pt x="13988" y="54264"/>
                    <a:pt x="13986" y="54265"/>
                    <a:pt x="13985" y="54265"/>
                  </a:cubicBezTo>
                  <a:cubicBezTo>
                    <a:pt x="13975" y="54265"/>
                    <a:pt x="13971" y="54249"/>
                    <a:pt x="13975" y="54216"/>
                  </a:cubicBezTo>
                  <a:cubicBezTo>
                    <a:pt x="14075" y="54009"/>
                    <a:pt x="14215" y="53624"/>
                    <a:pt x="14244" y="53624"/>
                  </a:cubicBezTo>
                  <a:cubicBezTo>
                    <a:pt x="14245" y="53624"/>
                    <a:pt x="14245" y="53624"/>
                    <a:pt x="14246" y="53624"/>
                  </a:cubicBezTo>
                  <a:cubicBezTo>
                    <a:pt x="14301" y="53397"/>
                    <a:pt x="14514" y="52817"/>
                    <a:pt x="14486" y="52817"/>
                  </a:cubicBezTo>
                  <a:cubicBezTo>
                    <a:pt x="14484" y="52817"/>
                    <a:pt x="14480" y="52821"/>
                    <a:pt x="14474" y="52829"/>
                  </a:cubicBezTo>
                  <a:lnTo>
                    <a:pt x="14508" y="52744"/>
                  </a:lnTo>
                  <a:cubicBezTo>
                    <a:pt x="14737" y="52279"/>
                    <a:pt x="14940" y="51797"/>
                    <a:pt x="15117" y="51306"/>
                  </a:cubicBezTo>
                  <a:cubicBezTo>
                    <a:pt x="15157" y="51194"/>
                    <a:pt x="15161" y="51154"/>
                    <a:pt x="15144" y="51154"/>
                  </a:cubicBezTo>
                  <a:cubicBezTo>
                    <a:pt x="15139" y="51154"/>
                    <a:pt x="15133" y="51157"/>
                    <a:pt x="15126" y="51162"/>
                  </a:cubicBezTo>
                  <a:cubicBezTo>
                    <a:pt x="15185" y="51002"/>
                    <a:pt x="15253" y="50850"/>
                    <a:pt x="15312" y="50706"/>
                  </a:cubicBezTo>
                  <a:lnTo>
                    <a:pt x="15312" y="50706"/>
                  </a:lnTo>
                  <a:cubicBezTo>
                    <a:pt x="15278" y="50841"/>
                    <a:pt x="15236" y="50985"/>
                    <a:pt x="15185" y="51129"/>
                  </a:cubicBezTo>
                  <a:lnTo>
                    <a:pt x="15625" y="49953"/>
                  </a:lnTo>
                  <a:lnTo>
                    <a:pt x="15600" y="50046"/>
                  </a:lnTo>
                  <a:lnTo>
                    <a:pt x="15760" y="49572"/>
                  </a:lnTo>
                  <a:lnTo>
                    <a:pt x="15760" y="49572"/>
                  </a:lnTo>
                  <a:cubicBezTo>
                    <a:pt x="15678" y="49804"/>
                    <a:pt x="15549" y="50149"/>
                    <a:pt x="15527" y="50149"/>
                  </a:cubicBezTo>
                  <a:cubicBezTo>
                    <a:pt x="15524" y="50149"/>
                    <a:pt x="15522" y="50143"/>
                    <a:pt x="15523" y="50130"/>
                  </a:cubicBezTo>
                  <a:cubicBezTo>
                    <a:pt x="15693" y="49598"/>
                    <a:pt x="15836" y="49310"/>
                    <a:pt x="15955" y="48845"/>
                  </a:cubicBezTo>
                  <a:cubicBezTo>
                    <a:pt x="15958" y="48847"/>
                    <a:pt x="15962" y="48848"/>
                    <a:pt x="15965" y="48848"/>
                  </a:cubicBezTo>
                  <a:cubicBezTo>
                    <a:pt x="15990" y="48848"/>
                    <a:pt x="16018" y="48804"/>
                    <a:pt x="16030" y="48804"/>
                  </a:cubicBezTo>
                  <a:cubicBezTo>
                    <a:pt x="16038" y="48804"/>
                    <a:pt x="16040" y="48821"/>
                    <a:pt x="16031" y="48878"/>
                  </a:cubicBezTo>
                  <a:cubicBezTo>
                    <a:pt x="16031" y="48895"/>
                    <a:pt x="16022" y="48912"/>
                    <a:pt x="16014" y="48929"/>
                  </a:cubicBezTo>
                  <a:cubicBezTo>
                    <a:pt x="15955" y="49208"/>
                    <a:pt x="15879" y="49488"/>
                    <a:pt x="15786" y="49758"/>
                  </a:cubicBezTo>
                  <a:cubicBezTo>
                    <a:pt x="15980" y="49268"/>
                    <a:pt x="16039" y="49081"/>
                    <a:pt x="16090" y="48912"/>
                  </a:cubicBezTo>
                  <a:cubicBezTo>
                    <a:pt x="16149" y="48743"/>
                    <a:pt x="16200" y="48591"/>
                    <a:pt x="16352" y="48159"/>
                  </a:cubicBezTo>
                  <a:cubicBezTo>
                    <a:pt x="16355" y="48157"/>
                    <a:pt x="16356" y="48156"/>
                    <a:pt x="16358" y="48156"/>
                  </a:cubicBezTo>
                  <a:lnTo>
                    <a:pt x="16358" y="48156"/>
                  </a:lnTo>
                  <a:cubicBezTo>
                    <a:pt x="16387" y="48156"/>
                    <a:pt x="16172" y="48805"/>
                    <a:pt x="16185" y="48805"/>
                  </a:cubicBezTo>
                  <a:cubicBezTo>
                    <a:pt x="16187" y="48805"/>
                    <a:pt x="16192" y="48796"/>
                    <a:pt x="16200" y="48777"/>
                  </a:cubicBezTo>
                  <a:lnTo>
                    <a:pt x="16200" y="48777"/>
                  </a:lnTo>
                  <a:cubicBezTo>
                    <a:pt x="16099" y="49048"/>
                    <a:pt x="16006" y="49310"/>
                    <a:pt x="15904" y="49581"/>
                  </a:cubicBezTo>
                  <a:cubicBezTo>
                    <a:pt x="15929" y="49504"/>
                    <a:pt x="15955" y="49437"/>
                    <a:pt x="15972" y="49361"/>
                  </a:cubicBezTo>
                  <a:lnTo>
                    <a:pt x="15972" y="49361"/>
                  </a:lnTo>
                  <a:cubicBezTo>
                    <a:pt x="15786" y="49919"/>
                    <a:pt x="15684" y="50114"/>
                    <a:pt x="15566" y="50545"/>
                  </a:cubicBezTo>
                  <a:cubicBezTo>
                    <a:pt x="15547" y="50589"/>
                    <a:pt x="15539" y="50606"/>
                    <a:pt x="15536" y="50606"/>
                  </a:cubicBezTo>
                  <a:cubicBezTo>
                    <a:pt x="15527" y="50606"/>
                    <a:pt x="15617" y="50338"/>
                    <a:pt x="15612" y="50338"/>
                  </a:cubicBezTo>
                  <a:lnTo>
                    <a:pt x="15612" y="50338"/>
                  </a:lnTo>
                  <a:cubicBezTo>
                    <a:pt x="15611" y="50338"/>
                    <a:pt x="15602" y="50358"/>
                    <a:pt x="15583" y="50410"/>
                  </a:cubicBezTo>
                  <a:cubicBezTo>
                    <a:pt x="15650" y="50207"/>
                    <a:pt x="15709" y="49995"/>
                    <a:pt x="15752" y="49784"/>
                  </a:cubicBezTo>
                  <a:lnTo>
                    <a:pt x="15752" y="49784"/>
                  </a:lnTo>
                  <a:cubicBezTo>
                    <a:pt x="15506" y="50418"/>
                    <a:pt x="15650" y="50156"/>
                    <a:pt x="15464" y="50706"/>
                  </a:cubicBezTo>
                  <a:lnTo>
                    <a:pt x="15295" y="51103"/>
                  </a:lnTo>
                  <a:cubicBezTo>
                    <a:pt x="15272" y="51171"/>
                    <a:pt x="15264" y="51195"/>
                    <a:pt x="15266" y="51195"/>
                  </a:cubicBezTo>
                  <a:cubicBezTo>
                    <a:pt x="15271" y="51195"/>
                    <a:pt x="15340" y="51025"/>
                    <a:pt x="15346" y="51019"/>
                  </a:cubicBezTo>
                  <a:lnTo>
                    <a:pt x="15346" y="51019"/>
                  </a:lnTo>
                  <a:cubicBezTo>
                    <a:pt x="15244" y="51315"/>
                    <a:pt x="15185" y="51425"/>
                    <a:pt x="15100" y="51653"/>
                  </a:cubicBezTo>
                  <a:cubicBezTo>
                    <a:pt x="15130" y="51594"/>
                    <a:pt x="15180" y="51468"/>
                    <a:pt x="15191" y="51468"/>
                  </a:cubicBezTo>
                  <a:cubicBezTo>
                    <a:pt x="15193" y="51468"/>
                    <a:pt x="15193" y="51470"/>
                    <a:pt x="15193" y="51475"/>
                  </a:cubicBezTo>
                  <a:cubicBezTo>
                    <a:pt x="15117" y="51662"/>
                    <a:pt x="15050" y="51848"/>
                    <a:pt x="14974" y="52025"/>
                  </a:cubicBezTo>
                  <a:cubicBezTo>
                    <a:pt x="14897" y="52203"/>
                    <a:pt x="14821" y="52381"/>
                    <a:pt x="14737" y="52541"/>
                  </a:cubicBezTo>
                  <a:cubicBezTo>
                    <a:pt x="14754" y="52509"/>
                    <a:pt x="14764" y="52496"/>
                    <a:pt x="14769" y="52496"/>
                  </a:cubicBezTo>
                  <a:cubicBezTo>
                    <a:pt x="14791" y="52496"/>
                    <a:pt x="14686" y="52814"/>
                    <a:pt x="14644" y="52947"/>
                  </a:cubicBezTo>
                  <a:lnTo>
                    <a:pt x="14957" y="52254"/>
                  </a:lnTo>
                  <a:cubicBezTo>
                    <a:pt x="15287" y="51349"/>
                    <a:pt x="15506" y="50790"/>
                    <a:pt x="15845" y="49809"/>
                  </a:cubicBezTo>
                  <a:lnTo>
                    <a:pt x="15845" y="49868"/>
                  </a:lnTo>
                  <a:cubicBezTo>
                    <a:pt x="15997" y="49496"/>
                    <a:pt x="16099" y="49225"/>
                    <a:pt x="16166" y="49005"/>
                  </a:cubicBezTo>
                  <a:cubicBezTo>
                    <a:pt x="16234" y="48785"/>
                    <a:pt x="16276" y="48625"/>
                    <a:pt x="16310" y="48472"/>
                  </a:cubicBezTo>
                  <a:cubicBezTo>
                    <a:pt x="16412" y="48058"/>
                    <a:pt x="16530" y="47643"/>
                    <a:pt x="16674" y="47237"/>
                  </a:cubicBezTo>
                  <a:cubicBezTo>
                    <a:pt x="16722" y="47213"/>
                    <a:pt x="16870" y="46675"/>
                    <a:pt x="16899" y="46675"/>
                  </a:cubicBezTo>
                  <a:cubicBezTo>
                    <a:pt x="16900" y="46675"/>
                    <a:pt x="16901" y="46676"/>
                    <a:pt x="16902" y="46679"/>
                  </a:cubicBezTo>
                  <a:cubicBezTo>
                    <a:pt x="16820" y="46906"/>
                    <a:pt x="16799" y="46979"/>
                    <a:pt x="16806" y="46979"/>
                  </a:cubicBezTo>
                  <a:cubicBezTo>
                    <a:pt x="16812" y="46979"/>
                    <a:pt x="16835" y="46938"/>
                    <a:pt x="16860" y="46891"/>
                  </a:cubicBezTo>
                  <a:cubicBezTo>
                    <a:pt x="16928" y="46603"/>
                    <a:pt x="17004" y="46324"/>
                    <a:pt x="17105" y="46045"/>
                  </a:cubicBezTo>
                  <a:lnTo>
                    <a:pt x="17105" y="46045"/>
                  </a:lnTo>
                  <a:cubicBezTo>
                    <a:pt x="17098" y="46081"/>
                    <a:pt x="17099" y="46094"/>
                    <a:pt x="17103" y="46094"/>
                  </a:cubicBezTo>
                  <a:cubicBezTo>
                    <a:pt x="17111" y="46094"/>
                    <a:pt x="17132" y="46050"/>
                    <a:pt x="17138" y="46050"/>
                  </a:cubicBezTo>
                  <a:lnTo>
                    <a:pt x="17138" y="46050"/>
                  </a:lnTo>
                  <a:cubicBezTo>
                    <a:pt x="17143" y="46050"/>
                    <a:pt x="17134" y="46094"/>
                    <a:pt x="17080" y="46273"/>
                  </a:cubicBezTo>
                  <a:cubicBezTo>
                    <a:pt x="17224" y="45858"/>
                    <a:pt x="17351" y="45436"/>
                    <a:pt x="17452" y="45004"/>
                  </a:cubicBezTo>
                  <a:cubicBezTo>
                    <a:pt x="17596" y="44497"/>
                    <a:pt x="17630" y="44420"/>
                    <a:pt x="17664" y="44361"/>
                  </a:cubicBezTo>
                  <a:cubicBezTo>
                    <a:pt x="17697" y="44293"/>
                    <a:pt x="17740" y="44226"/>
                    <a:pt x="17875" y="43727"/>
                  </a:cubicBezTo>
                  <a:lnTo>
                    <a:pt x="17875" y="43727"/>
                  </a:lnTo>
                  <a:lnTo>
                    <a:pt x="17841" y="43871"/>
                  </a:lnTo>
                  <a:lnTo>
                    <a:pt x="17841" y="43871"/>
                  </a:lnTo>
                  <a:lnTo>
                    <a:pt x="18019" y="43253"/>
                  </a:lnTo>
                  <a:lnTo>
                    <a:pt x="17943" y="43448"/>
                  </a:lnTo>
                  <a:lnTo>
                    <a:pt x="18137" y="42712"/>
                  </a:lnTo>
                  <a:cubicBezTo>
                    <a:pt x="18167" y="42589"/>
                    <a:pt x="18175" y="42545"/>
                    <a:pt x="18171" y="42545"/>
                  </a:cubicBezTo>
                  <a:lnTo>
                    <a:pt x="18171" y="42545"/>
                  </a:lnTo>
                  <a:cubicBezTo>
                    <a:pt x="18162" y="42545"/>
                    <a:pt x="18075" y="42827"/>
                    <a:pt x="18063" y="42827"/>
                  </a:cubicBezTo>
                  <a:cubicBezTo>
                    <a:pt x="18062" y="42827"/>
                    <a:pt x="18061" y="42825"/>
                    <a:pt x="18061" y="42822"/>
                  </a:cubicBezTo>
                  <a:lnTo>
                    <a:pt x="18044" y="42982"/>
                  </a:lnTo>
                  <a:cubicBezTo>
                    <a:pt x="17951" y="43278"/>
                    <a:pt x="17850" y="43701"/>
                    <a:pt x="17816" y="43761"/>
                  </a:cubicBezTo>
                  <a:cubicBezTo>
                    <a:pt x="17867" y="43574"/>
                    <a:pt x="17909" y="43380"/>
                    <a:pt x="17943" y="43185"/>
                  </a:cubicBezTo>
                  <a:lnTo>
                    <a:pt x="17943" y="43185"/>
                  </a:lnTo>
                  <a:lnTo>
                    <a:pt x="17816" y="43651"/>
                  </a:lnTo>
                  <a:lnTo>
                    <a:pt x="17748" y="43794"/>
                  </a:lnTo>
                  <a:cubicBezTo>
                    <a:pt x="17621" y="44260"/>
                    <a:pt x="17494" y="44606"/>
                    <a:pt x="17435" y="44886"/>
                  </a:cubicBezTo>
                  <a:cubicBezTo>
                    <a:pt x="17503" y="44700"/>
                    <a:pt x="17511" y="44573"/>
                    <a:pt x="17579" y="44403"/>
                  </a:cubicBezTo>
                  <a:lnTo>
                    <a:pt x="17579" y="44403"/>
                  </a:lnTo>
                  <a:cubicBezTo>
                    <a:pt x="17545" y="44640"/>
                    <a:pt x="17368" y="45207"/>
                    <a:pt x="17207" y="45757"/>
                  </a:cubicBezTo>
                  <a:cubicBezTo>
                    <a:pt x="17193" y="45764"/>
                    <a:pt x="17150" y="45886"/>
                    <a:pt x="17145" y="45886"/>
                  </a:cubicBezTo>
                  <a:cubicBezTo>
                    <a:pt x="17144" y="45886"/>
                    <a:pt x="17145" y="45880"/>
                    <a:pt x="17148" y="45867"/>
                  </a:cubicBezTo>
                  <a:cubicBezTo>
                    <a:pt x="17148" y="45850"/>
                    <a:pt x="17181" y="45757"/>
                    <a:pt x="17198" y="45706"/>
                  </a:cubicBezTo>
                  <a:lnTo>
                    <a:pt x="17198" y="45706"/>
                  </a:lnTo>
                  <a:cubicBezTo>
                    <a:pt x="17197" y="45708"/>
                    <a:pt x="17196" y="45709"/>
                    <a:pt x="17195" y="45709"/>
                  </a:cubicBezTo>
                  <a:cubicBezTo>
                    <a:pt x="17188" y="45709"/>
                    <a:pt x="17202" y="45643"/>
                    <a:pt x="17196" y="45643"/>
                  </a:cubicBezTo>
                  <a:lnTo>
                    <a:pt x="17196" y="45643"/>
                  </a:lnTo>
                  <a:cubicBezTo>
                    <a:pt x="17191" y="45643"/>
                    <a:pt x="17167" y="45704"/>
                    <a:pt x="17088" y="45943"/>
                  </a:cubicBezTo>
                  <a:cubicBezTo>
                    <a:pt x="17122" y="45753"/>
                    <a:pt x="17203" y="45367"/>
                    <a:pt x="17191" y="45367"/>
                  </a:cubicBezTo>
                  <a:lnTo>
                    <a:pt x="17191" y="45367"/>
                  </a:lnTo>
                  <a:cubicBezTo>
                    <a:pt x="17191" y="45367"/>
                    <a:pt x="17190" y="45367"/>
                    <a:pt x="17190" y="45368"/>
                  </a:cubicBezTo>
                  <a:cubicBezTo>
                    <a:pt x="17283" y="45063"/>
                    <a:pt x="17410" y="44640"/>
                    <a:pt x="17494" y="44395"/>
                  </a:cubicBezTo>
                  <a:lnTo>
                    <a:pt x="17494" y="44420"/>
                  </a:lnTo>
                  <a:cubicBezTo>
                    <a:pt x="17587" y="44158"/>
                    <a:pt x="17723" y="43591"/>
                    <a:pt x="17765" y="43558"/>
                  </a:cubicBezTo>
                  <a:cubicBezTo>
                    <a:pt x="17794" y="43448"/>
                    <a:pt x="17859" y="43203"/>
                    <a:pt x="17850" y="43203"/>
                  </a:cubicBezTo>
                  <a:lnTo>
                    <a:pt x="17850" y="43203"/>
                  </a:lnTo>
                  <a:cubicBezTo>
                    <a:pt x="17847" y="43203"/>
                    <a:pt x="17827" y="43255"/>
                    <a:pt x="17782" y="43397"/>
                  </a:cubicBezTo>
                  <a:lnTo>
                    <a:pt x="17985" y="42644"/>
                  </a:lnTo>
                  <a:cubicBezTo>
                    <a:pt x="17986" y="42656"/>
                    <a:pt x="17988" y="42662"/>
                    <a:pt x="17992" y="42662"/>
                  </a:cubicBezTo>
                  <a:cubicBezTo>
                    <a:pt x="18015" y="42662"/>
                    <a:pt x="18081" y="42476"/>
                    <a:pt x="18095" y="42476"/>
                  </a:cubicBezTo>
                  <a:lnTo>
                    <a:pt x="18095" y="42476"/>
                  </a:lnTo>
                  <a:cubicBezTo>
                    <a:pt x="18105" y="42476"/>
                    <a:pt x="18092" y="42558"/>
                    <a:pt x="18027" y="42830"/>
                  </a:cubicBezTo>
                  <a:cubicBezTo>
                    <a:pt x="18034" y="42810"/>
                    <a:pt x="18082" y="42641"/>
                    <a:pt x="18159" y="42359"/>
                  </a:cubicBezTo>
                  <a:lnTo>
                    <a:pt x="18159" y="42359"/>
                  </a:lnTo>
                  <a:cubicBezTo>
                    <a:pt x="18153" y="42402"/>
                    <a:pt x="18153" y="42421"/>
                    <a:pt x="18157" y="42421"/>
                  </a:cubicBezTo>
                  <a:cubicBezTo>
                    <a:pt x="18176" y="42421"/>
                    <a:pt x="18268" y="42119"/>
                    <a:pt x="18366" y="41806"/>
                  </a:cubicBezTo>
                  <a:lnTo>
                    <a:pt x="18366" y="41705"/>
                  </a:lnTo>
                  <a:cubicBezTo>
                    <a:pt x="18493" y="41367"/>
                    <a:pt x="18594" y="41028"/>
                    <a:pt x="18679" y="40673"/>
                  </a:cubicBezTo>
                  <a:lnTo>
                    <a:pt x="18882" y="39548"/>
                  </a:lnTo>
                  <a:cubicBezTo>
                    <a:pt x="18907" y="39438"/>
                    <a:pt x="18941" y="39328"/>
                    <a:pt x="18966" y="39218"/>
                  </a:cubicBezTo>
                  <a:cubicBezTo>
                    <a:pt x="19009" y="39105"/>
                    <a:pt x="19098" y="38746"/>
                    <a:pt x="19112" y="38746"/>
                  </a:cubicBezTo>
                  <a:lnTo>
                    <a:pt x="19112" y="38746"/>
                  </a:lnTo>
                  <a:cubicBezTo>
                    <a:pt x="19115" y="38746"/>
                    <a:pt x="19114" y="38761"/>
                    <a:pt x="19110" y="38795"/>
                  </a:cubicBezTo>
                  <a:cubicBezTo>
                    <a:pt x="19113" y="38789"/>
                    <a:pt x="19115" y="38786"/>
                    <a:pt x="19117" y="38786"/>
                  </a:cubicBezTo>
                  <a:lnTo>
                    <a:pt x="19117" y="38786"/>
                  </a:lnTo>
                  <a:cubicBezTo>
                    <a:pt x="19127" y="38786"/>
                    <a:pt x="19095" y="38939"/>
                    <a:pt x="19042" y="39125"/>
                  </a:cubicBezTo>
                  <a:cubicBezTo>
                    <a:pt x="19039" y="39130"/>
                    <a:pt x="19037" y="39132"/>
                    <a:pt x="19036" y="39132"/>
                  </a:cubicBezTo>
                  <a:cubicBezTo>
                    <a:pt x="19033" y="39132"/>
                    <a:pt x="19035" y="39121"/>
                    <a:pt x="19033" y="39121"/>
                  </a:cubicBezTo>
                  <a:lnTo>
                    <a:pt x="19033" y="39121"/>
                  </a:lnTo>
                  <a:cubicBezTo>
                    <a:pt x="19032" y="39121"/>
                    <a:pt x="19030" y="39124"/>
                    <a:pt x="19026" y="39133"/>
                  </a:cubicBezTo>
                  <a:cubicBezTo>
                    <a:pt x="19026" y="39156"/>
                    <a:pt x="19028" y="39175"/>
                    <a:pt x="19036" y="39175"/>
                  </a:cubicBezTo>
                  <a:cubicBezTo>
                    <a:pt x="19049" y="39175"/>
                    <a:pt x="19075" y="39128"/>
                    <a:pt x="19127" y="38973"/>
                  </a:cubicBezTo>
                  <a:lnTo>
                    <a:pt x="19127" y="38973"/>
                  </a:lnTo>
                  <a:cubicBezTo>
                    <a:pt x="19051" y="39235"/>
                    <a:pt x="19034" y="39269"/>
                    <a:pt x="19000" y="39455"/>
                  </a:cubicBezTo>
                  <a:lnTo>
                    <a:pt x="19076" y="39192"/>
                  </a:lnTo>
                  <a:lnTo>
                    <a:pt x="19076" y="39192"/>
                  </a:lnTo>
                  <a:cubicBezTo>
                    <a:pt x="18975" y="39582"/>
                    <a:pt x="18848" y="40199"/>
                    <a:pt x="18873" y="40199"/>
                  </a:cubicBezTo>
                  <a:cubicBezTo>
                    <a:pt x="18873" y="40064"/>
                    <a:pt x="18975" y="39818"/>
                    <a:pt x="19034" y="39607"/>
                  </a:cubicBezTo>
                  <a:lnTo>
                    <a:pt x="19034" y="39607"/>
                  </a:lnTo>
                  <a:cubicBezTo>
                    <a:pt x="19009" y="39732"/>
                    <a:pt x="18961" y="39956"/>
                    <a:pt x="18968" y="39956"/>
                  </a:cubicBezTo>
                  <a:cubicBezTo>
                    <a:pt x="18971" y="39956"/>
                    <a:pt x="18981" y="39929"/>
                    <a:pt x="19000" y="39861"/>
                  </a:cubicBezTo>
                  <a:cubicBezTo>
                    <a:pt x="19006" y="39785"/>
                    <a:pt x="19106" y="39365"/>
                    <a:pt x="19095" y="39365"/>
                  </a:cubicBezTo>
                  <a:lnTo>
                    <a:pt x="19095" y="39365"/>
                  </a:lnTo>
                  <a:cubicBezTo>
                    <a:pt x="19091" y="39365"/>
                    <a:pt x="19073" y="39415"/>
                    <a:pt x="19034" y="39548"/>
                  </a:cubicBezTo>
                  <a:cubicBezTo>
                    <a:pt x="19085" y="39328"/>
                    <a:pt x="19144" y="39032"/>
                    <a:pt x="19220" y="38786"/>
                  </a:cubicBezTo>
                  <a:lnTo>
                    <a:pt x="19220" y="38786"/>
                  </a:lnTo>
                  <a:cubicBezTo>
                    <a:pt x="19191" y="38934"/>
                    <a:pt x="19191" y="38960"/>
                    <a:pt x="19198" y="38960"/>
                  </a:cubicBezTo>
                  <a:cubicBezTo>
                    <a:pt x="19202" y="38960"/>
                    <a:pt x="19208" y="38953"/>
                    <a:pt x="19212" y="38953"/>
                  </a:cubicBezTo>
                  <a:cubicBezTo>
                    <a:pt x="19217" y="38953"/>
                    <a:pt x="19220" y="38959"/>
                    <a:pt x="19220" y="38981"/>
                  </a:cubicBezTo>
                  <a:cubicBezTo>
                    <a:pt x="19254" y="38879"/>
                    <a:pt x="19262" y="38778"/>
                    <a:pt x="19254" y="38676"/>
                  </a:cubicBezTo>
                  <a:cubicBezTo>
                    <a:pt x="19444" y="37988"/>
                    <a:pt x="19567" y="37692"/>
                    <a:pt x="19728" y="36970"/>
                  </a:cubicBezTo>
                  <a:lnTo>
                    <a:pt x="19728" y="36970"/>
                  </a:lnTo>
                  <a:cubicBezTo>
                    <a:pt x="19699" y="37096"/>
                    <a:pt x="19661" y="37246"/>
                    <a:pt x="19653" y="37246"/>
                  </a:cubicBezTo>
                  <a:cubicBezTo>
                    <a:pt x="19652" y="37246"/>
                    <a:pt x="19652" y="37244"/>
                    <a:pt x="19652" y="37238"/>
                  </a:cubicBezTo>
                  <a:cubicBezTo>
                    <a:pt x="19762" y="36621"/>
                    <a:pt x="19880" y="36452"/>
                    <a:pt x="19990" y="35927"/>
                  </a:cubicBezTo>
                  <a:lnTo>
                    <a:pt x="19990" y="35927"/>
                  </a:lnTo>
                  <a:cubicBezTo>
                    <a:pt x="19973" y="35969"/>
                    <a:pt x="19948" y="36020"/>
                    <a:pt x="19922" y="36063"/>
                  </a:cubicBezTo>
                  <a:cubicBezTo>
                    <a:pt x="19956" y="35902"/>
                    <a:pt x="20032" y="35496"/>
                    <a:pt x="20075" y="35301"/>
                  </a:cubicBezTo>
                  <a:cubicBezTo>
                    <a:pt x="20093" y="35264"/>
                    <a:pt x="20174" y="34958"/>
                    <a:pt x="20188" y="34958"/>
                  </a:cubicBezTo>
                  <a:lnTo>
                    <a:pt x="20188" y="34958"/>
                  </a:lnTo>
                  <a:cubicBezTo>
                    <a:pt x="20193" y="34958"/>
                    <a:pt x="20188" y="35000"/>
                    <a:pt x="20168" y="35115"/>
                  </a:cubicBezTo>
                  <a:cubicBezTo>
                    <a:pt x="20379" y="34201"/>
                    <a:pt x="20261" y="34294"/>
                    <a:pt x="20497" y="33254"/>
                  </a:cubicBezTo>
                  <a:lnTo>
                    <a:pt x="20497" y="33254"/>
                  </a:lnTo>
                  <a:cubicBezTo>
                    <a:pt x="20388" y="33736"/>
                    <a:pt x="20379" y="33787"/>
                    <a:pt x="20294" y="34168"/>
                  </a:cubicBezTo>
                  <a:cubicBezTo>
                    <a:pt x="20321" y="34011"/>
                    <a:pt x="20327" y="33965"/>
                    <a:pt x="20323" y="33965"/>
                  </a:cubicBezTo>
                  <a:lnTo>
                    <a:pt x="20323" y="33965"/>
                  </a:lnTo>
                  <a:cubicBezTo>
                    <a:pt x="20318" y="33965"/>
                    <a:pt x="20295" y="34055"/>
                    <a:pt x="20282" y="34055"/>
                  </a:cubicBezTo>
                  <a:cubicBezTo>
                    <a:pt x="20280" y="34055"/>
                    <a:pt x="20279" y="34053"/>
                    <a:pt x="20278" y="34049"/>
                  </a:cubicBezTo>
                  <a:cubicBezTo>
                    <a:pt x="20335" y="33871"/>
                    <a:pt x="20435" y="33381"/>
                    <a:pt x="20442" y="33381"/>
                  </a:cubicBezTo>
                  <a:lnTo>
                    <a:pt x="20442" y="33381"/>
                  </a:lnTo>
                  <a:cubicBezTo>
                    <a:pt x="20444" y="33381"/>
                    <a:pt x="20436" y="33433"/>
                    <a:pt x="20413" y="33567"/>
                  </a:cubicBezTo>
                  <a:cubicBezTo>
                    <a:pt x="20489" y="33246"/>
                    <a:pt x="20616" y="32594"/>
                    <a:pt x="20624" y="32442"/>
                  </a:cubicBezTo>
                  <a:lnTo>
                    <a:pt x="20624" y="32442"/>
                  </a:lnTo>
                  <a:lnTo>
                    <a:pt x="20565" y="32721"/>
                  </a:lnTo>
                  <a:cubicBezTo>
                    <a:pt x="20633" y="32349"/>
                    <a:pt x="20692" y="31968"/>
                    <a:pt x="20726" y="31588"/>
                  </a:cubicBezTo>
                  <a:lnTo>
                    <a:pt x="20726" y="31588"/>
                  </a:lnTo>
                  <a:cubicBezTo>
                    <a:pt x="20624" y="32171"/>
                    <a:pt x="20667" y="32163"/>
                    <a:pt x="20523" y="32899"/>
                  </a:cubicBezTo>
                  <a:cubicBezTo>
                    <a:pt x="20467" y="33151"/>
                    <a:pt x="20448" y="33226"/>
                    <a:pt x="20444" y="33226"/>
                  </a:cubicBezTo>
                  <a:cubicBezTo>
                    <a:pt x="20438" y="33226"/>
                    <a:pt x="20463" y="33068"/>
                    <a:pt x="20454" y="33068"/>
                  </a:cubicBezTo>
                  <a:lnTo>
                    <a:pt x="20454" y="33068"/>
                  </a:lnTo>
                  <a:cubicBezTo>
                    <a:pt x="20449" y="33068"/>
                    <a:pt x="20436" y="33108"/>
                    <a:pt x="20404" y="33229"/>
                  </a:cubicBezTo>
                  <a:lnTo>
                    <a:pt x="20303" y="33804"/>
                  </a:lnTo>
                  <a:lnTo>
                    <a:pt x="20362" y="33533"/>
                  </a:lnTo>
                  <a:lnTo>
                    <a:pt x="20362" y="33533"/>
                  </a:lnTo>
                  <a:cubicBezTo>
                    <a:pt x="20378" y="33623"/>
                    <a:pt x="20183" y="34357"/>
                    <a:pt x="20221" y="34357"/>
                  </a:cubicBezTo>
                  <a:cubicBezTo>
                    <a:pt x="20223" y="34357"/>
                    <a:pt x="20225" y="34356"/>
                    <a:pt x="20227" y="34354"/>
                  </a:cubicBezTo>
                  <a:lnTo>
                    <a:pt x="20227" y="34354"/>
                  </a:lnTo>
                  <a:cubicBezTo>
                    <a:pt x="20097" y="34836"/>
                    <a:pt x="20066" y="35030"/>
                    <a:pt x="19955" y="35469"/>
                  </a:cubicBezTo>
                  <a:lnTo>
                    <a:pt x="19955" y="35469"/>
                  </a:lnTo>
                  <a:cubicBezTo>
                    <a:pt x="19955" y="35466"/>
                    <a:pt x="19956" y="35464"/>
                    <a:pt x="19956" y="35462"/>
                  </a:cubicBezTo>
                  <a:lnTo>
                    <a:pt x="19956" y="35462"/>
                  </a:lnTo>
                  <a:cubicBezTo>
                    <a:pt x="19955" y="35466"/>
                    <a:pt x="19955" y="35469"/>
                    <a:pt x="19954" y="35473"/>
                  </a:cubicBezTo>
                  <a:lnTo>
                    <a:pt x="19954" y="35473"/>
                  </a:lnTo>
                  <a:cubicBezTo>
                    <a:pt x="19935" y="35548"/>
                    <a:pt x="19913" y="35631"/>
                    <a:pt x="19888" y="35724"/>
                  </a:cubicBezTo>
                  <a:cubicBezTo>
                    <a:pt x="19885" y="35759"/>
                    <a:pt x="19884" y="35774"/>
                    <a:pt x="19886" y="35774"/>
                  </a:cubicBezTo>
                  <a:cubicBezTo>
                    <a:pt x="19892" y="35774"/>
                    <a:pt x="19913" y="35681"/>
                    <a:pt x="19935" y="35574"/>
                  </a:cubicBezTo>
                  <a:lnTo>
                    <a:pt x="19935" y="35574"/>
                  </a:lnTo>
                  <a:cubicBezTo>
                    <a:pt x="19897" y="35799"/>
                    <a:pt x="19914" y="35871"/>
                    <a:pt x="19804" y="36232"/>
                  </a:cubicBezTo>
                  <a:cubicBezTo>
                    <a:pt x="19785" y="36298"/>
                    <a:pt x="19780" y="36330"/>
                    <a:pt x="19784" y="36330"/>
                  </a:cubicBezTo>
                  <a:cubicBezTo>
                    <a:pt x="19792" y="36330"/>
                    <a:pt x="19836" y="36212"/>
                    <a:pt x="19887" y="36006"/>
                  </a:cubicBezTo>
                  <a:lnTo>
                    <a:pt x="19887" y="36006"/>
                  </a:lnTo>
                  <a:cubicBezTo>
                    <a:pt x="19818" y="36299"/>
                    <a:pt x="19754" y="36582"/>
                    <a:pt x="19668" y="36908"/>
                  </a:cubicBezTo>
                  <a:lnTo>
                    <a:pt x="19787" y="36553"/>
                  </a:lnTo>
                  <a:lnTo>
                    <a:pt x="19694" y="36934"/>
                  </a:lnTo>
                  <a:lnTo>
                    <a:pt x="19787" y="36612"/>
                  </a:lnTo>
                  <a:lnTo>
                    <a:pt x="19787" y="36612"/>
                  </a:lnTo>
                  <a:cubicBezTo>
                    <a:pt x="19618" y="37331"/>
                    <a:pt x="19415" y="38152"/>
                    <a:pt x="19288" y="38524"/>
                  </a:cubicBezTo>
                  <a:cubicBezTo>
                    <a:pt x="19406" y="37898"/>
                    <a:pt x="19668" y="36866"/>
                    <a:pt x="19711" y="36494"/>
                  </a:cubicBezTo>
                  <a:lnTo>
                    <a:pt x="19711" y="36494"/>
                  </a:lnTo>
                  <a:cubicBezTo>
                    <a:pt x="19660" y="36629"/>
                    <a:pt x="19618" y="37002"/>
                    <a:pt x="19533" y="37171"/>
                  </a:cubicBezTo>
                  <a:lnTo>
                    <a:pt x="19516" y="37365"/>
                  </a:lnTo>
                  <a:cubicBezTo>
                    <a:pt x="19474" y="37585"/>
                    <a:pt x="19355" y="38093"/>
                    <a:pt x="19322" y="38135"/>
                  </a:cubicBezTo>
                  <a:cubicBezTo>
                    <a:pt x="19449" y="37526"/>
                    <a:pt x="19465" y="37365"/>
                    <a:pt x="19516" y="37061"/>
                  </a:cubicBezTo>
                  <a:cubicBezTo>
                    <a:pt x="19516" y="37010"/>
                    <a:pt x="19525" y="36959"/>
                    <a:pt x="19542" y="36917"/>
                  </a:cubicBezTo>
                  <a:lnTo>
                    <a:pt x="19542" y="36900"/>
                  </a:lnTo>
                  <a:cubicBezTo>
                    <a:pt x="19584" y="36731"/>
                    <a:pt x="19660" y="36435"/>
                    <a:pt x="19694" y="36266"/>
                  </a:cubicBezTo>
                  <a:cubicBezTo>
                    <a:pt x="19714" y="36184"/>
                    <a:pt x="19724" y="36159"/>
                    <a:pt x="19728" y="36159"/>
                  </a:cubicBezTo>
                  <a:cubicBezTo>
                    <a:pt x="19734" y="36159"/>
                    <a:pt x="19728" y="36216"/>
                    <a:pt x="19728" y="36232"/>
                  </a:cubicBezTo>
                  <a:cubicBezTo>
                    <a:pt x="19821" y="35910"/>
                    <a:pt x="19888" y="35580"/>
                    <a:pt x="19939" y="35250"/>
                  </a:cubicBezTo>
                  <a:cubicBezTo>
                    <a:pt x="19990" y="34937"/>
                    <a:pt x="20049" y="34616"/>
                    <a:pt x="20142" y="34235"/>
                  </a:cubicBezTo>
                  <a:cubicBezTo>
                    <a:pt x="20157" y="34235"/>
                    <a:pt x="20260" y="33793"/>
                    <a:pt x="20271" y="33793"/>
                  </a:cubicBezTo>
                  <a:lnTo>
                    <a:pt x="20271" y="33793"/>
                  </a:lnTo>
                  <a:cubicBezTo>
                    <a:pt x="20273" y="33793"/>
                    <a:pt x="20273" y="33804"/>
                    <a:pt x="20269" y="33829"/>
                  </a:cubicBezTo>
                  <a:cubicBezTo>
                    <a:pt x="20345" y="33499"/>
                    <a:pt x="20396" y="33169"/>
                    <a:pt x="20438" y="32831"/>
                  </a:cubicBezTo>
                  <a:cubicBezTo>
                    <a:pt x="20460" y="32781"/>
                    <a:pt x="20542" y="32324"/>
                    <a:pt x="20551" y="32324"/>
                  </a:cubicBezTo>
                  <a:lnTo>
                    <a:pt x="20551" y="32324"/>
                  </a:lnTo>
                  <a:cubicBezTo>
                    <a:pt x="20553" y="32324"/>
                    <a:pt x="20552" y="32339"/>
                    <a:pt x="20548" y="32374"/>
                  </a:cubicBezTo>
                  <a:lnTo>
                    <a:pt x="20599" y="31960"/>
                  </a:lnTo>
                  <a:cubicBezTo>
                    <a:pt x="20658" y="31681"/>
                    <a:pt x="20760" y="31088"/>
                    <a:pt x="20802" y="30995"/>
                  </a:cubicBezTo>
                  <a:cubicBezTo>
                    <a:pt x="20853" y="30682"/>
                    <a:pt x="20777" y="30894"/>
                    <a:pt x="20870" y="30471"/>
                  </a:cubicBezTo>
                  <a:lnTo>
                    <a:pt x="20870" y="30471"/>
                  </a:lnTo>
                  <a:cubicBezTo>
                    <a:pt x="20870" y="30481"/>
                    <a:pt x="20876" y="30472"/>
                    <a:pt x="20875" y="30487"/>
                  </a:cubicBezTo>
                  <a:lnTo>
                    <a:pt x="20875" y="30487"/>
                  </a:lnTo>
                  <a:cubicBezTo>
                    <a:pt x="20935" y="30218"/>
                    <a:pt x="20974" y="29943"/>
                    <a:pt x="21005" y="29676"/>
                  </a:cubicBezTo>
                  <a:lnTo>
                    <a:pt x="21005" y="29676"/>
                  </a:lnTo>
                  <a:cubicBezTo>
                    <a:pt x="20946" y="29980"/>
                    <a:pt x="20988" y="29743"/>
                    <a:pt x="20920" y="30099"/>
                  </a:cubicBezTo>
                  <a:cubicBezTo>
                    <a:pt x="20920" y="30014"/>
                    <a:pt x="20929" y="29929"/>
                    <a:pt x="20946" y="29836"/>
                  </a:cubicBezTo>
                  <a:cubicBezTo>
                    <a:pt x="20971" y="29684"/>
                    <a:pt x="20997" y="29481"/>
                    <a:pt x="21039" y="29278"/>
                  </a:cubicBezTo>
                  <a:lnTo>
                    <a:pt x="21039" y="29278"/>
                  </a:lnTo>
                  <a:cubicBezTo>
                    <a:pt x="21027" y="29406"/>
                    <a:pt x="21027" y="29454"/>
                    <a:pt x="21032" y="29454"/>
                  </a:cubicBezTo>
                  <a:cubicBezTo>
                    <a:pt x="21048" y="29454"/>
                    <a:pt x="21117" y="29056"/>
                    <a:pt x="21125" y="29056"/>
                  </a:cubicBezTo>
                  <a:lnTo>
                    <a:pt x="21125" y="29056"/>
                  </a:lnTo>
                  <a:cubicBezTo>
                    <a:pt x="21127" y="29056"/>
                    <a:pt x="21127" y="29069"/>
                    <a:pt x="21124" y="29100"/>
                  </a:cubicBezTo>
                  <a:cubicBezTo>
                    <a:pt x="21276" y="28221"/>
                    <a:pt x="21318" y="27696"/>
                    <a:pt x="21377" y="26952"/>
                  </a:cubicBezTo>
                  <a:cubicBezTo>
                    <a:pt x="21437" y="26512"/>
                    <a:pt x="21504" y="26021"/>
                    <a:pt x="21572" y="25556"/>
                  </a:cubicBezTo>
                  <a:cubicBezTo>
                    <a:pt x="21597" y="25319"/>
                    <a:pt x="21631" y="25091"/>
                    <a:pt x="21656" y="24879"/>
                  </a:cubicBezTo>
                  <a:cubicBezTo>
                    <a:pt x="21673" y="24659"/>
                    <a:pt x="21690" y="24465"/>
                    <a:pt x="21699" y="24296"/>
                  </a:cubicBezTo>
                  <a:lnTo>
                    <a:pt x="21699" y="24296"/>
                  </a:lnTo>
                  <a:lnTo>
                    <a:pt x="21690" y="24380"/>
                  </a:lnTo>
                  <a:lnTo>
                    <a:pt x="21716" y="23966"/>
                  </a:lnTo>
                  <a:cubicBezTo>
                    <a:pt x="21741" y="23729"/>
                    <a:pt x="21750" y="23974"/>
                    <a:pt x="21783" y="23602"/>
                  </a:cubicBezTo>
                  <a:lnTo>
                    <a:pt x="21783" y="23602"/>
                  </a:lnTo>
                  <a:cubicBezTo>
                    <a:pt x="21809" y="23729"/>
                    <a:pt x="21716" y="24245"/>
                    <a:pt x="21699" y="24625"/>
                  </a:cubicBezTo>
                  <a:cubicBezTo>
                    <a:pt x="21721" y="24488"/>
                    <a:pt x="21731" y="24436"/>
                    <a:pt x="21736" y="24436"/>
                  </a:cubicBezTo>
                  <a:lnTo>
                    <a:pt x="21736" y="24436"/>
                  </a:lnTo>
                  <a:cubicBezTo>
                    <a:pt x="21749" y="24436"/>
                    <a:pt x="21705" y="24885"/>
                    <a:pt x="21719" y="24885"/>
                  </a:cubicBezTo>
                  <a:cubicBezTo>
                    <a:pt x="21723" y="24885"/>
                    <a:pt x="21729" y="24859"/>
                    <a:pt x="21741" y="24795"/>
                  </a:cubicBezTo>
                  <a:cubicBezTo>
                    <a:pt x="21699" y="24541"/>
                    <a:pt x="21876" y="23416"/>
                    <a:pt x="21902" y="22849"/>
                  </a:cubicBezTo>
                  <a:cubicBezTo>
                    <a:pt x="21920" y="22705"/>
                    <a:pt x="21928" y="22655"/>
                    <a:pt x="21932" y="22655"/>
                  </a:cubicBezTo>
                  <a:lnTo>
                    <a:pt x="21932" y="22655"/>
                  </a:lnTo>
                  <a:cubicBezTo>
                    <a:pt x="21939" y="22655"/>
                    <a:pt x="21922" y="22890"/>
                    <a:pt x="21926" y="22890"/>
                  </a:cubicBezTo>
                  <a:cubicBezTo>
                    <a:pt x="21928" y="22890"/>
                    <a:pt x="21930" y="22874"/>
                    <a:pt x="21936" y="22832"/>
                  </a:cubicBezTo>
                  <a:lnTo>
                    <a:pt x="21936" y="22654"/>
                  </a:lnTo>
                  <a:cubicBezTo>
                    <a:pt x="21968" y="22453"/>
                    <a:pt x="21977" y="22375"/>
                    <a:pt x="21992" y="22375"/>
                  </a:cubicBezTo>
                  <a:cubicBezTo>
                    <a:pt x="21993" y="22375"/>
                    <a:pt x="21994" y="22375"/>
                    <a:pt x="21995" y="22375"/>
                  </a:cubicBezTo>
                  <a:cubicBezTo>
                    <a:pt x="22062" y="21800"/>
                    <a:pt x="22096" y="21132"/>
                    <a:pt x="22113" y="20641"/>
                  </a:cubicBezTo>
                  <a:lnTo>
                    <a:pt x="22113" y="20641"/>
                  </a:lnTo>
                  <a:cubicBezTo>
                    <a:pt x="22103" y="20833"/>
                    <a:pt x="22097" y="20887"/>
                    <a:pt x="22093" y="20887"/>
                  </a:cubicBezTo>
                  <a:cubicBezTo>
                    <a:pt x="22088" y="20887"/>
                    <a:pt x="22084" y="20802"/>
                    <a:pt x="22077" y="20802"/>
                  </a:cubicBezTo>
                  <a:cubicBezTo>
                    <a:pt x="22070" y="20802"/>
                    <a:pt x="22061" y="20855"/>
                    <a:pt x="22046" y="21047"/>
                  </a:cubicBezTo>
                  <a:cubicBezTo>
                    <a:pt x="22054" y="20853"/>
                    <a:pt x="22079" y="20447"/>
                    <a:pt x="22113" y="20066"/>
                  </a:cubicBezTo>
                  <a:lnTo>
                    <a:pt x="22113" y="20066"/>
                  </a:lnTo>
                  <a:cubicBezTo>
                    <a:pt x="22108" y="20139"/>
                    <a:pt x="22109" y="20164"/>
                    <a:pt x="22112" y="20164"/>
                  </a:cubicBezTo>
                  <a:cubicBezTo>
                    <a:pt x="22118" y="20164"/>
                    <a:pt x="22140" y="20028"/>
                    <a:pt x="22147" y="20028"/>
                  </a:cubicBezTo>
                  <a:lnTo>
                    <a:pt x="22147" y="20028"/>
                  </a:lnTo>
                  <a:cubicBezTo>
                    <a:pt x="22152" y="20028"/>
                    <a:pt x="22148" y="20109"/>
                    <a:pt x="22122" y="20396"/>
                  </a:cubicBezTo>
                  <a:cubicBezTo>
                    <a:pt x="22164" y="20277"/>
                    <a:pt x="22147" y="19990"/>
                    <a:pt x="22181" y="19617"/>
                  </a:cubicBezTo>
                  <a:lnTo>
                    <a:pt x="22181" y="19617"/>
                  </a:lnTo>
                  <a:cubicBezTo>
                    <a:pt x="22173" y="19803"/>
                    <a:pt x="22165" y="20187"/>
                    <a:pt x="22171" y="20187"/>
                  </a:cubicBezTo>
                  <a:cubicBezTo>
                    <a:pt x="22172" y="20187"/>
                    <a:pt x="22172" y="20186"/>
                    <a:pt x="22172" y="20184"/>
                  </a:cubicBezTo>
                  <a:cubicBezTo>
                    <a:pt x="22172" y="20049"/>
                    <a:pt x="22181" y="19871"/>
                    <a:pt x="22198" y="19677"/>
                  </a:cubicBezTo>
                  <a:cubicBezTo>
                    <a:pt x="22206" y="19575"/>
                    <a:pt x="22215" y="19474"/>
                    <a:pt x="22223" y="19372"/>
                  </a:cubicBezTo>
                  <a:cubicBezTo>
                    <a:pt x="22232" y="19271"/>
                    <a:pt x="22232" y="19178"/>
                    <a:pt x="22240" y="19068"/>
                  </a:cubicBezTo>
                  <a:cubicBezTo>
                    <a:pt x="22274" y="18670"/>
                    <a:pt x="22299" y="18306"/>
                    <a:pt x="22291" y="18205"/>
                  </a:cubicBezTo>
                  <a:cubicBezTo>
                    <a:pt x="22282" y="17799"/>
                    <a:pt x="22291" y="17181"/>
                    <a:pt x="22291" y="16691"/>
                  </a:cubicBezTo>
                  <a:cubicBezTo>
                    <a:pt x="22325" y="16208"/>
                    <a:pt x="22325" y="15667"/>
                    <a:pt x="22342" y="15117"/>
                  </a:cubicBezTo>
                  <a:lnTo>
                    <a:pt x="22350" y="15210"/>
                  </a:lnTo>
                  <a:cubicBezTo>
                    <a:pt x="22367" y="14906"/>
                    <a:pt x="22367" y="14423"/>
                    <a:pt x="22375" y="13967"/>
                  </a:cubicBezTo>
                  <a:lnTo>
                    <a:pt x="22409" y="13857"/>
                  </a:lnTo>
                  <a:cubicBezTo>
                    <a:pt x="22401" y="13544"/>
                    <a:pt x="22384" y="12951"/>
                    <a:pt x="22384" y="12469"/>
                  </a:cubicBezTo>
                  <a:cubicBezTo>
                    <a:pt x="22377" y="12469"/>
                    <a:pt x="22376" y="12755"/>
                    <a:pt x="22367" y="12755"/>
                  </a:cubicBezTo>
                  <a:cubicBezTo>
                    <a:pt x="22364" y="12755"/>
                    <a:pt x="22362" y="12739"/>
                    <a:pt x="22359" y="12698"/>
                  </a:cubicBezTo>
                  <a:lnTo>
                    <a:pt x="22359" y="12698"/>
                  </a:lnTo>
                  <a:cubicBezTo>
                    <a:pt x="22359" y="12904"/>
                    <a:pt x="22365" y="13081"/>
                    <a:pt x="22377" y="13081"/>
                  </a:cubicBezTo>
                  <a:cubicBezTo>
                    <a:pt x="22379" y="13081"/>
                    <a:pt x="22381" y="13075"/>
                    <a:pt x="22384" y="13061"/>
                  </a:cubicBezTo>
                  <a:lnTo>
                    <a:pt x="22384" y="13061"/>
                  </a:lnTo>
                  <a:cubicBezTo>
                    <a:pt x="22384" y="13290"/>
                    <a:pt x="22359" y="13307"/>
                    <a:pt x="22350" y="13501"/>
                  </a:cubicBezTo>
                  <a:lnTo>
                    <a:pt x="22325" y="12579"/>
                  </a:lnTo>
                  <a:cubicBezTo>
                    <a:pt x="22325" y="12545"/>
                    <a:pt x="22325" y="12503"/>
                    <a:pt x="22325" y="12469"/>
                  </a:cubicBezTo>
                  <a:lnTo>
                    <a:pt x="22299" y="12402"/>
                  </a:lnTo>
                  <a:cubicBezTo>
                    <a:pt x="22299" y="12202"/>
                    <a:pt x="22305" y="12123"/>
                    <a:pt x="22312" y="12123"/>
                  </a:cubicBezTo>
                  <a:cubicBezTo>
                    <a:pt x="22314" y="12123"/>
                    <a:pt x="22315" y="12126"/>
                    <a:pt x="22316" y="12131"/>
                  </a:cubicBezTo>
                  <a:cubicBezTo>
                    <a:pt x="22299" y="11615"/>
                    <a:pt x="22274" y="11429"/>
                    <a:pt x="22266" y="10887"/>
                  </a:cubicBezTo>
                  <a:lnTo>
                    <a:pt x="22266" y="10887"/>
                  </a:lnTo>
                  <a:cubicBezTo>
                    <a:pt x="22292" y="11088"/>
                    <a:pt x="22309" y="11289"/>
                    <a:pt x="22314" y="11494"/>
                  </a:cubicBezTo>
                  <a:lnTo>
                    <a:pt x="22314" y="11494"/>
                  </a:lnTo>
                  <a:lnTo>
                    <a:pt x="22308" y="11031"/>
                  </a:lnTo>
                  <a:lnTo>
                    <a:pt x="22308" y="11031"/>
                  </a:lnTo>
                  <a:cubicBezTo>
                    <a:pt x="22331" y="11289"/>
                    <a:pt x="22333" y="12237"/>
                    <a:pt x="22366" y="12237"/>
                  </a:cubicBezTo>
                  <a:cubicBezTo>
                    <a:pt x="22369" y="12237"/>
                    <a:pt x="22372" y="12230"/>
                    <a:pt x="22375" y="12216"/>
                  </a:cubicBezTo>
                  <a:cubicBezTo>
                    <a:pt x="22359" y="11869"/>
                    <a:pt x="22359" y="11446"/>
                    <a:pt x="22333" y="11031"/>
                  </a:cubicBezTo>
                  <a:cubicBezTo>
                    <a:pt x="22308" y="10625"/>
                    <a:pt x="22274" y="10219"/>
                    <a:pt x="22249" y="9923"/>
                  </a:cubicBezTo>
                  <a:cubicBezTo>
                    <a:pt x="22266" y="9602"/>
                    <a:pt x="22215" y="9128"/>
                    <a:pt x="22206" y="8595"/>
                  </a:cubicBezTo>
                  <a:cubicBezTo>
                    <a:pt x="22213" y="8542"/>
                    <a:pt x="22214" y="8431"/>
                    <a:pt x="22223" y="8431"/>
                  </a:cubicBezTo>
                  <a:cubicBezTo>
                    <a:pt x="22225" y="8431"/>
                    <a:pt x="22227" y="8436"/>
                    <a:pt x="22229" y="8448"/>
                  </a:cubicBezTo>
                  <a:lnTo>
                    <a:pt x="22229" y="8448"/>
                  </a:lnTo>
                  <a:cubicBezTo>
                    <a:pt x="22221" y="8147"/>
                    <a:pt x="22193" y="7828"/>
                    <a:pt x="22164" y="7521"/>
                  </a:cubicBezTo>
                  <a:cubicBezTo>
                    <a:pt x="22130" y="7157"/>
                    <a:pt x="22096" y="6810"/>
                    <a:pt x="22062" y="6497"/>
                  </a:cubicBezTo>
                  <a:lnTo>
                    <a:pt x="22071" y="6184"/>
                  </a:lnTo>
                  <a:cubicBezTo>
                    <a:pt x="22047" y="5808"/>
                    <a:pt x="22036" y="5723"/>
                    <a:pt x="22028" y="5723"/>
                  </a:cubicBezTo>
                  <a:cubicBezTo>
                    <a:pt x="22025" y="5723"/>
                    <a:pt x="22023" y="5738"/>
                    <a:pt x="22020" y="5753"/>
                  </a:cubicBezTo>
                  <a:cubicBezTo>
                    <a:pt x="22015" y="5767"/>
                    <a:pt x="22013" y="5782"/>
                    <a:pt x="22009" y="5782"/>
                  </a:cubicBezTo>
                  <a:cubicBezTo>
                    <a:pt x="22006" y="5782"/>
                    <a:pt x="22002" y="5774"/>
                    <a:pt x="21995" y="5753"/>
                  </a:cubicBezTo>
                  <a:cubicBezTo>
                    <a:pt x="21986" y="5702"/>
                    <a:pt x="21978" y="5575"/>
                    <a:pt x="21944" y="5304"/>
                  </a:cubicBezTo>
                  <a:cubicBezTo>
                    <a:pt x="21953" y="5042"/>
                    <a:pt x="21826" y="3976"/>
                    <a:pt x="21851" y="3934"/>
                  </a:cubicBezTo>
                  <a:cubicBezTo>
                    <a:pt x="21826" y="3731"/>
                    <a:pt x="21817" y="3638"/>
                    <a:pt x="21800" y="3612"/>
                  </a:cubicBezTo>
                  <a:lnTo>
                    <a:pt x="21800" y="3612"/>
                  </a:lnTo>
                  <a:cubicBezTo>
                    <a:pt x="21814" y="3760"/>
                    <a:pt x="21843" y="4041"/>
                    <a:pt x="21834" y="4041"/>
                  </a:cubicBezTo>
                  <a:cubicBezTo>
                    <a:pt x="21831" y="4041"/>
                    <a:pt x="21826" y="4022"/>
                    <a:pt x="21817" y="3976"/>
                  </a:cubicBezTo>
                  <a:cubicBezTo>
                    <a:pt x="21766" y="3604"/>
                    <a:pt x="21766" y="3426"/>
                    <a:pt x="21733" y="3130"/>
                  </a:cubicBezTo>
                  <a:lnTo>
                    <a:pt x="21733" y="3130"/>
                  </a:lnTo>
                  <a:cubicBezTo>
                    <a:pt x="21739" y="3150"/>
                    <a:pt x="21767" y="3281"/>
                    <a:pt x="21770" y="3281"/>
                  </a:cubicBezTo>
                  <a:cubicBezTo>
                    <a:pt x="21771" y="3281"/>
                    <a:pt x="21770" y="3272"/>
                    <a:pt x="21766" y="3249"/>
                  </a:cubicBezTo>
                  <a:cubicBezTo>
                    <a:pt x="21741" y="3071"/>
                    <a:pt x="21716" y="2843"/>
                    <a:pt x="21690" y="2614"/>
                  </a:cubicBezTo>
                  <a:cubicBezTo>
                    <a:pt x="21656" y="2377"/>
                    <a:pt x="21623" y="2123"/>
                    <a:pt x="21580" y="1870"/>
                  </a:cubicBezTo>
                  <a:cubicBezTo>
                    <a:pt x="21504" y="1371"/>
                    <a:pt x="21428" y="863"/>
                    <a:pt x="21352" y="533"/>
                  </a:cubicBezTo>
                  <a:lnTo>
                    <a:pt x="21352" y="533"/>
                  </a:lnTo>
                  <a:cubicBezTo>
                    <a:pt x="21394" y="787"/>
                    <a:pt x="21420" y="812"/>
                    <a:pt x="21453" y="1159"/>
                  </a:cubicBezTo>
                  <a:cubicBezTo>
                    <a:pt x="21428" y="1075"/>
                    <a:pt x="21411" y="981"/>
                    <a:pt x="21403" y="897"/>
                  </a:cubicBezTo>
                  <a:lnTo>
                    <a:pt x="21403" y="897"/>
                  </a:lnTo>
                  <a:cubicBezTo>
                    <a:pt x="21377" y="939"/>
                    <a:pt x="21462" y="1244"/>
                    <a:pt x="21496" y="1607"/>
                  </a:cubicBezTo>
                  <a:lnTo>
                    <a:pt x="21386" y="1015"/>
                  </a:lnTo>
                  <a:lnTo>
                    <a:pt x="21411" y="1354"/>
                  </a:lnTo>
                  <a:lnTo>
                    <a:pt x="2115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9"/>
            <p:cNvSpPr/>
            <p:nvPr/>
          </p:nvSpPr>
          <p:spPr>
            <a:xfrm rot="3636019">
              <a:off x="6896666" y="1775288"/>
              <a:ext cx="23049" cy="35246"/>
            </a:xfrm>
            <a:custGeom>
              <a:rect b="b" l="l" r="r" t="t"/>
              <a:pathLst>
                <a:path extrusionOk="0" h="1101" w="720">
                  <a:moveTo>
                    <a:pt x="669" y="1"/>
                  </a:moveTo>
                  <a:lnTo>
                    <a:pt x="669" y="1"/>
                  </a:lnTo>
                  <a:cubicBezTo>
                    <a:pt x="330" y="500"/>
                    <a:pt x="271" y="686"/>
                    <a:pt x="0" y="1101"/>
                  </a:cubicBezTo>
                  <a:cubicBezTo>
                    <a:pt x="161" y="906"/>
                    <a:pt x="719" y="77"/>
                    <a:pt x="694" y="35"/>
                  </a:cubicBezTo>
                  <a:lnTo>
                    <a:pt x="694" y="35"/>
                  </a:lnTo>
                  <a:cubicBezTo>
                    <a:pt x="592" y="229"/>
                    <a:pt x="474" y="424"/>
                    <a:pt x="347" y="610"/>
                  </a:cubicBezTo>
                  <a:cubicBezTo>
                    <a:pt x="340" y="615"/>
                    <a:pt x="335" y="617"/>
                    <a:pt x="332" y="617"/>
                  </a:cubicBezTo>
                  <a:cubicBezTo>
                    <a:pt x="288" y="617"/>
                    <a:pt x="637" y="143"/>
                    <a:pt x="66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9"/>
            <p:cNvSpPr/>
            <p:nvPr/>
          </p:nvSpPr>
          <p:spPr>
            <a:xfrm rot="3636019">
              <a:off x="6782213" y="1969088"/>
              <a:ext cx="11973" cy="5698"/>
            </a:xfrm>
            <a:custGeom>
              <a:rect b="b" l="l" r="r" t="t"/>
              <a:pathLst>
                <a:path extrusionOk="0" h="178" w="374">
                  <a:moveTo>
                    <a:pt x="374" y="0"/>
                  </a:moveTo>
                  <a:lnTo>
                    <a:pt x="238" y="43"/>
                  </a:lnTo>
                  <a:lnTo>
                    <a:pt x="238" y="34"/>
                  </a:lnTo>
                  <a:cubicBezTo>
                    <a:pt x="204" y="51"/>
                    <a:pt x="171" y="68"/>
                    <a:pt x="137" y="76"/>
                  </a:cubicBezTo>
                  <a:cubicBezTo>
                    <a:pt x="137" y="68"/>
                    <a:pt x="137" y="59"/>
                    <a:pt x="154" y="51"/>
                  </a:cubicBezTo>
                  <a:lnTo>
                    <a:pt x="154" y="51"/>
                  </a:lnTo>
                  <a:cubicBezTo>
                    <a:pt x="0" y="100"/>
                    <a:pt x="117" y="117"/>
                    <a:pt x="17" y="170"/>
                  </a:cubicBezTo>
                  <a:lnTo>
                    <a:pt x="17" y="170"/>
                  </a:lnTo>
                  <a:cubicBezTo>
                    <a:pt x="22" y="169"/>
                    <a:pt x="28" y="169"/>
                    <a:pt x="35" y="169"/>
                  </a:cubicBezTo>
                  <a:cubicBezTo>
                    <a:pt x="46" y="162"/>
                    <a:pt x="58" y="160"/>
                    <a:pt x="68" y="160"/>
                  </a:cubicBezTo>
                  <a:cubicBezTo>
                    <a:pt x="82" y="160"/>
                    <a:pt x="91" y="165"/>
                    <a:pt x="86" y="169"/>
                  </a:cubicBezTo>
                  <a:cubicBezTo>
                    <a:pt x="145" y="127"/>
                    <a:pt x="154" y="144"/>
                    <a:pt x="154" y="110"/>
                  </a:cubicBezTo>
                  <a:cubicBezTo>
                    <a:pt x="169" y="95"/>
                    <a:pt x="187" y="89"/>
                    <a:pt x="199" y="89"/>
                  </a:cubicBezTo>
                  <a:cubicBezTo>
                    <a:pt x="214" y="89"/>
                    <a:pt x="220" y="100"/>
                    <a:pt x="196" y="119"/>
                  </a:cubicBezTo>
                  <a:lnTo>
                    <a:pt x="314" y="51"/>
                  </a:lnTo>
                  <a:lnTo>
                    <a:pt x="238" y="68"/>
                  </a:lnTo>
                  <a:cubicBezTo>
                    <a:pt x="247" y="34"/>
                    <a:pt x="357" y="43"/>
                    <a:pt x="374" y="0"/>
                  </a:cubicBezTo>
                  <a:close/>
                  <a:moveTo>
                    <a:pt x="17" y="170"/>
                  </a:moveTo>
                  <a:cubicBezTo>
                    <a:pt x="11" y="171"/>
                    <a:pt x="6" y="173"/>
                    <a:pt x="1" y="178"/>
                  </a:cubicBezTo>
                  <a:cubicBezTo>
                    <a:pt x="7" y="175"/>
                    <a:pt x="12" y="173"/>
                    <a:pt x="17" y="17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9"/>
            <p:cNvSpPr/>
            <p:nvPr/>
          </p:nvSpPr>
          <p:spPr>
            <a:xfrm rot="3636019">
              <a:off x="6773726" y="1959370"/>
              <a:ext cx="11397" cy="7683"/>
            </a:xfrm>
            <a:custGeom>
              <a:rect b="b" l="l" r="r" t="t"/>
              <a:pathLst>
                <a:path extrusionOk="0" h="240" w="356">
                  <a:moveTo>
                    <a:pt x="356" y="104"/>
                  </a:moveTo>
                  <a:cubicBezTo>
                    <a:pt x="351" y="105"/>
                    <a:pt x="348" y="107"/>
                    <a:pt x="345" y="109"/>
                  </a:cubicBezTo>
                  <a:lnTo>
                    <a:pt x="345" y="109"/>
                  </a:lnTo>
                  <a:lnTo>
                    <a:pt x="356" y="104"/>
                  </a:lnTo>
                  <a:close/>
                  <a:moveTo>
                    <a:pt x="316" y="0"/>
                  </a:moveTo>
                  <a:cubicBezTo>
                    <a:pt x="263" y="0"/>
                    <a:pt x="192" y="36"/>
                    <a:pt x="153" y="36"/>
                  </a:cubicBezTo>
                  <a:cubicBezTo>
                    <a:pt x="208" y="50"/>
                    <a:pt x="151" y="64"/>
                    <a:pt x="192" y="64"/>
                  </a:cubicBezTo>
                  <a:cubicBezTo>
                    <a:pt x="201" y="64"/>
                    <a:pt x="216" y="63"/>
                    <a:pt x="238" y="62"/>
                  </a:cubicBezTo>
                  <a:lnTo>
                    <a:pt x="238" y="62"/>
                  </a:lnTo>
                  <a:lnTo>
                    <a:pt x="187" y="121"/>
                  </a:lnTo>
                  <a:lnTo>
                    <a:pt x="94" y="146"/>
                  </a:lnTo>
                  <a:cubicBezTo>
                    <a:pt x="94" y="155"/>
                    <a:pt x="34" y="189"/>
                    <a:pt x="85" y="189"/>
                  </a:cubicBezTo>
                  <a:cubicBezTo>
                    <a:pt x="94" y="180"/>
                    <a:pt x="111" y="172"/>
                    <a:pt x="119" y="172"/>
                  </a:cubicBezTo>
                  <a:cubicBezTo>
                    <a:pt x="119" y="197"/>
                    <a:pt x="1" y="222"/>
                    <a:pt x="34" y="239"/>
                  </a:cubicBezTo>
                  <a:cubicBezTo>
                    <a:pt x="111" y="214"/>
                    <a:pt x="128" y="214"/>
                    <a:pt x="161" y="172"/>
                  </a:cubicBezTo>
                  <a:cubicBezTo>
                    <a:pt x="212" y="155"/>
                    <a:pt x="263" y="146"/>
                    <a:pt x="322" y="146"/>
                  </a:cubicBezTo>
                  <a:cubicBezTo>
                    <a:pt x="336" y="132"/>
                    <a:pt x="333" y="119"/>
                    <a:pt x="345" y="109"/>
                  </a:cubicBezTo>
                  <a:lnTo>
                    <a:pt x="345" y="109"/>
                  </a:lnTo>
                  <a:lnTo>
                    <a:pt x="339" y="112"/>
                  </a:lnTo>
                  <a:lnTo>
                    <a:pt x="322" y="70"/>
                  </a:lnTo>
                  <a:cubicBezTo>
                    <a:pt x="305" y="79"/>
                    <a:pt x="280" y="87"/>
                    <a:pt x="263" y="95"/>
                  </a:cubicBezTo>
                  <a:lnTo>
                    <a:pt x="356" y="11"/>
                  </a:lnTo>
                  <a:cubicBezTo>
                    <a:pt x="345" y="3"/>
                    <a:pt x="331" y="0"/>
                    <a:pt x="31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9"/>
            <p:cNvSpPr/>
            <p:nvPr/>
          </p:nvSpPr>
          <p:spPr>
            <a:xfrm rot="3636019">
              <a:off x="6782658" y="1967887"/>
              <a:ext cx="32" cy="32"/>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9"/>
            <p:cNvSpPr/>
            <p:nvPr/>
          </p:nvSpPr>
          <p:spPr>
            <a:xfrm rot="3636019">
              <a:off x="6682345" y="1762722"/>
              <a:ext cx="3009" cy="11653"/>
            </a:xfrm>
            <a:custGeom>
              <a:rect b="b" l="l" r="r" t="t"/>
              <a:pathLst>
                <a:path extrusionOk="0" h="364" w="94">
                  <a:moveTo>
                    <a:pt x="91" y="172"/>
                  </a:moveTo>
                  <a:lnTo>
                    <a:pt x="94" y="178"/>
                  </a:lnTo>
                  <a:cubicBezTo>
                    <a:pt x="93" y="176"/>
                    <a:pt x="92" y="174"/>
                    <a:pt x="91" y="172"/>
                  </a:cubicBezTo>
                  <a:close/>
                  <a:moveTo>
                    <a:pt x="9" y="0"/>
                  </a:moveTo>
                  <a:cubicBezTo>
                    <a:pt x="0" y="59"/>
                    <a:pt x="34" y="42"/>
                    <a:pt x="34" y="118"/>
                  </a:cubicBezTo>
                  <a:cubicBezTo>
                    <a:pt x="34" y="102"/>
                    <a:pt x="26" y="93"/>
                    <a:pt x="17" y="85"/>
                  </a:cubicBezTo>
                  <a:lnTo>
                    <a:pt x="17" y="364"/>
                  </a:lnTo>
                  <a:cubicBezTo>
                    <a:pt x="30" y="358"/>
                    <a:pt x="38" y="309"/>
                    <a:pt x="45" y="309"/>
                  </a:cubicBezTo>
                  <a:cubicBezTo>
                    <a:pt x="47" y="309"/>
                    <a:pt x="49" y="315"/>
                    <a:pt x="51" y="330"/>
                  </a:cubicBezTo>
                  <a:cubicBezTo>
                    <a:pt x="60" y="288"/>
                    <a:pt x="60" y="254"/>
                    <a:pt x="34" y="220"/>
                  </a:cubicBezTo>
                  <a:lnTo>
                    <a:pt x="34" y="220"/>
                  </a:lnTo>
                  <a:lnTo>
                    <a:pt x="60" y="245"/>
                  </a:lnTo>
                  <a:cubicBezTo>
                    <a:pt x="41" y="196"/>
                    <a:pt x="58" y="161"/>
                    <a:pt x="76" y="161"/>
                  </a:cubicBezTo>
                  <a:cubicBezTo>
                    <a:pt x="81" y="161"/>
                    <a:pt x="86" y="164"/>
                    <a:pt x="91" y="172"/>
                  </a:cubicBezTo>
                  <a:lnTo>
                    <a:pt x="91" y="172"/>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9"/>
            <p:cNvSpPr/>
            <p:nvPr/>
          </p:nvSpPr>
          <p:spPr>
            <a:xfrm rot="3636019">
              <a:off x="6689546" y="1761350"/>
              <a:ext cx="832" cy="1921"/>
            </a:xfrm>
            <a:custGeom>
              <a:rect b="b" l="l" r="r" t="t"/>
              <a:pathLst>
                <a:path extrusionOk="0" h="60" w="26">
                  <a:moveTo>
                    <a:pt x="0" y="0"/>
                  </a:moveTo>
                  <a:cubicBezTo>
                    <a:pt x="0" y="17"/>
                    <a:pt x="17" y="42"/>
                    <a:pt x="26" y="59"/>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9"/>
            <p:cNvSpPr/>
            <p:nvPr/>
          </p:nvSpPr>
          <p:spPr>
            <a:xfrm rot="3636019">
              <a:off x="6685061" y="1780185"/>
              <a:ext cx="576" cy="832"/>
            </a:xfrm>
            <a:custGeom>
              <a:rect b="b" l="l" r="r" t="t"/>
              <a:pathLst>
                <a:path extrusionOk="0" h="26" w="18">
                  <a:moveTo>
                    <a:pt x="18" y="25"/>
                  </a:moveTo>
                  <a:lnTo>
                    <a:pt x="18" y="25"/>
                  </a:lnTo>
                  <a:lnTo>
                    <a:pt x="1"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9"/>
            <p:cNvSpPr/>
            <p:nvPr/>
          </p:nvSpPr>
          <p:spPr>
            <a:xfrm rot="3636019">
              <a:off x="6723475" y="1739750"/>
              <a:ext cx="32" cy="832"/>
            </a:xfrm>
            <a:custGeom>
              <a:rect b="b" l="l" r="r" t="t"/>
              <a:pathLst>
                <a:path extrusionOk="0" h="26" w="1">
                  <a:moveTo>
                    <a:pt x="0" y="25"/>
                  </a:moveTo>
                  <a:lnTo>
                    <a:pt x="0" y="0"/>
                  </a:lnTo>
                  <a:cubicBezTo>
                    <a:pt x="0" y="8"/>
                    <a:pt x="0" y="17"/>
                    <a:pt x="0" y="2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9"/>
            <p:cNvSpPr/>
            <p:nvPr/>
          </p:nvSpPr>
          <p:spPr>
            <a:xfrm rot="3636019">
              <a:off x="6667896" y="1788685"/>
              <a:ext cx="3553" cy="9252"/>
            </a:xfrm>
            <a:custGeom>
              <a:rect b="b" l="l" r="r" t="t"/>
              <a:pathLst>
                <a:path extrusionOk="0" h="289" w="111">
                  <a:moveTo>
                    <a:pt x="18" y="1"/>
                  </a:moveTo>
                  <a:lnTo>
                    <a:pt x="18" y="1"/>
                  </a:lnTo>
                  <a:cubicBezTo>
                    <a:pt x="1" y="43"/>
                    <a:pt x="9" y="94"/>
                    <a:pt x="35" y="128"/>
                  </a:cubicBezTo>
                  <a:lnTo>
                    <a:pt x="35" y="161"/>
                  </a:lnTo>
                  <a:lnTo>
                    <a:pt x="85" y="271"/>
                  </a:lnTo>
                  <a:lnTo>
                    <a:pt x="111" y="288"/>
                  </a:lnTo>
                  <a:lnTo>
                    <a:pt x="111" y="288"/>
                  </a:lnTo>
                  <a:lnTo>
                    <a:pt x="85" y="170"/>
                  </a:lnTo>
                  <a:lnTo>
                    <a:pt x="85" y="170"/>
                  </a:lnTo>
                  <a:cubicBezTo>
                    <a:pt x="88" y="172"/>
                    <a:pt x="89" y="173"/>
                    <a:pt x="91" y="173"/>
                  </a:cubicBezTo>
                  <a:cubicBezTo>
                    <a:pt x="99" y="173"/>
                    <a:pt x="97" y="147"/>
                    <a:pt x="104" y="147"/>
                  </a:cubicBezTo>
                  <a:cubicBezTo>
                    <a:pt x="105" y="147"/>
                    <a:pt x="108" y="148"/>
                    <a:pt x="111" y="153"/>
                  </a:cubicBezTo>
                  <a:cubicBezTo>
                    <a:pt x="111" y="146"/>
                    <a:pt x="105" y="107"/>
                    <a:pt x="103" y="107"/>
                  </a:cubicBezTo>
                  <a:cubicBezTo>
                    <a:pt x="103" y="107"/>
                    <a:pt x="102" y="108"/>
                    <a:pt x="102" y="111"/>
                  </a:cubicBezTo>
                  <a:lnTo>
                    <a:pt x="102" y="136"/>
                  </a:lnTo>
                  <a:cubicBezTo>
                    <a:pt x="60" y="68"/>
                    <a:pt x="52" y="11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9"/>
            <p:cNvSpPr/>
            <p:nvPr/>
          </p:nvSpPr>
          <p:spPr>
            <a:xfrm rot="3636019">
              <a:off x="6801636" y="1711947"/>
              <a:ext cx="32" cy="32"/>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9"/>
            <p:cNvSpPr/>
            <p:nvPr/>
          </p:nvSpPr>
          <p:spPr>
            <a:xfrm rot="3636019">
              <a:off x="6801292" y="1711896"/>
              <a:ext cx="288" cy="672"/>
            </a:xfrm>
            <a:custGeom>
              <a:rect b="b" l="l" r="r" t="t"/>
              <a:pathLst>
                <a:path extrusionOk="0" h="21" w="9">
                  <a:moveTo>
                    <a:pt x="0" y="1"/>
                  </a:moveTo>
                  <a:lnTo>
                    <a:pt x="0" y="1"/>
                  </a:lnTo>
                  <a:cubicBezTo>
                    <a:pt x="6" y="7"/>
                    <a:pt x="8" y="20"/>
                    <a:pt x="9" y="20"/>
                  </a:cubicBezTo>
                  <a:cubicBezTo>
                    <a:pt x="9" y="20"/>
                    <a:pt x="9" y="17"/>
                    <a:pt x="9" y="9"/>
                  </a:cubicBez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9"/>
            <p:cNvSpPr/>
            <p:nvPr/>
          </p:nvSpPr>
          <p:spPr>
            <a:xfrm rot="3636019">
              <a:off x="6688530" y="1763114"/>
              <a:ext cx="832" cy="1377"/>
            </a:xfrm>
            <a:custGeom>
              <a:rect b="b" l="l" r="r" t="t"/>
              <a:pathLst>
                <a:path extrusionOk="0" h="43" w="26">
                  <a:moveTo>
                    <a:pt x="1" y="0"/>
                  </a:moveTo>
                  <a:lnTo>
                    <a:pt x="26" y="43"/>
                  </a:lnTo>
                  <a:lnTo>
                    <a:pt x="26" y="17"/>
                  </a:lnTo>
                  <a:cubicBezTo>
                    <a:pt x="17" y="17"/>
                    <a:pt x="9" y="9"/>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9"/>
            <p:cNvSpPr/>
            <p:nvPr/>
          </p:nvSpPr>
          <p:spPr>
            <a:xfrm rot="3636019">
              <a:off x="6685420" y="1766982"/>
              <a:ext cx="832" cy="4642"/>
            </a:xfrm>
            <a:custGeom>
              <a:rect b="b" l="l" r="r" t="t"/>
              <a:pathLst>
                <a:path extrusionOk="0" h="145" w="26">
                  <a:moveTo>
                    <a:pt x="0" y="1"/>
                  </a:moveTo>
                  <a:lnTo>
                    <a:pt x="0" y="111"/>
                  </a:lnTo>
                  <a:lnTo>
                    <a:pt x="25" y="145"/>
                  </a:lnTo>
                  <a:cubicBezTo>
                    <a:pt x="17" y="102"/>
                    <a:pt x="17" y="5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9"/>
            <p:cNvSpPr/>
            <p:nvPr/>
          </p:nvSpPr>
          <p:spPr>
            <a:xfrm rot="3636019">
              <a:off x="6707698" y="1719194"/>
              <a:ext cx="9508" cy="53429"/>
            </a:xfrm>
            <a:custGeom>
              <a:rect b="b" l="l" r="r" t="t"/>
              <a:pathLst>
                <a:path extrusionOk="0" h="1669" w="297">
                  <a:moveTo>
                    <a:pt x="27" y="130"/>
                  </a:moveTo>
                  <a:cubicBezTo>
                    <a:pt x="22" y="133"/>
                    <a:pt x="17" y="139"/>
                    <a:pt x="17" y="145"/>
                  </a:cubicBezTo>
                  <a:cubicBezTo>
                    <a:pt x="21" y="142"/>
                    <a:pt x="24" y="136"/>
                    <a:pt x="27" y="130"/>
                  </a:cubicBezTo>
                  <a:close/>
                  <a:moveTo>
                    <a:pt x="62" y="0"/>
                  </a:moveTo>
                  <a:cubicBezTo>
                    <a:pt x="39" y="0"/>
                    <a:pt x="46" y="87"/>
                    <a:pt x="27" y="130"/>
                  </a:cubicBezTo>
                  <a:lnTo>
                    <a:pt x="27" y="130"/>
                  </a:lnTo>
                  <a:cubicBezTo>
                    <a:pt x="29" y="129"/>
                    <a:pt x="32" y="128"/>
                    <a:pt x="34" y="128"/>
                  </a:cubicBezTo>
                  <a:lnTo>
                    <a:pt x="26" y="196"/>
                  </a:lnTo>
                  <a:cubicBezTo>
                    <a:pt x="31" y="179"/>
                    <a:pt x="35" y="173"/>
                    <a:pt x="40" y="173"/>
                  </a:cubicBezTo>
                  <a:cubicBezTo>
                    <a:pt x="52" y="173"/>
                    <a:pt x="62" y="214"/>
                    <a:pt x="68" y="238"/>
                  </a:cubicBezTo>
                  <a:cubicBezTo>
                    <a:pt x="68" y="281"/>
                    <a:pt x="68" y="315"/>
                    <a:pt x="60" y="315"/>
                  </a:cubicBezTo>
                  <a:lnTo>
                    <a:pt x="51" y="272"/>
                  </a:lnTo>
                  <a:lnTo>
                    <a:pt x="51" y="272"/>
                  </a:lnTo>
                  <a:cubicBezTo>
                    <a:pt x="34" y="323"/>
                    <a:pt x="76" y="382"/>
                    <a:pt x="60" y="433"/>
                  </a:cubicBezTo>
                  <a:cubicBezTo>
                    <a:pt x="51" y="433"/>
                    <a:pt x="43" y="416"/>
                    <a:pt x="34" y="416"/>
                  </a:cubicBezTo>
                  <a:cubicBezTo>
                    <a:pt x="60" y="475"/>
                    <a:pt x="76" y="543"/>
                    <a:pt x="76" y="611"/>
                  </a:cubicBezTo>
                  <a:lnTo>
                    <a:pt x="43" y="560"/>
                  </a:lnTo>
                  <a:lnTo>
                    <a:pt x="43" y="560"/>
                  </a:lnTo>
                  <a:cubicBezTo>
                    <a:pt x="76" y="670"/>
                    <a:pt x="76" y="788"/>
                    <a:pt x="51" y="898"/>
                  </a:cubicBezTo>
                  <a:cubicBezTo>
                    <a:pt x="58" y="884"/>
                    <a:pt x="59" y="871"/>
                    <a:pt x="64" y="871"/>
                  </a:cubicBezTo>
                  <a:cubicBezTo>
                    <a:pt x="65" y="871"/>
                    <a:pt x="66" y="871"/>
                    <a:pt x="68" y="873"/>
                  </a:cubicBezTo>
                  <a:cubicBezTo>
                    <a:pt x="75" y="926"/>
                    <a:pt x="61" y="968"/>
                    <a:pt x="42" y="968"/>
                  </a:cubicBezTo>
                  <a:cubicBezTo>
                    <a:pt x="37" y="968"/>
                    <a:pt x="31" y="965"/>
                    <a:pt x="26" y="957"/>
                  </a:cubicBezTo>
                  <a:lnTo>
                    <a:pt x="26" y="957"/>
                  </a:lnTo>
                  <a:cubicBezTo>
                    <a:pt x="60" y="1017"/>
                    <a:pt x="0" y="1194"/>
                    <a:pt x="43" y="1279"/>
                  </a:cubicBezTo>
                  <a:lnTo>
                    <a:pt x="237" y="1668"/>
                  </a:lnTo>
                  <a:cubicBezTo>
                    <a:pt x="229" y="1651"/>
                    <a:pt x="229" y="1634"/>
                    <a:pt x="229" y="1617"/>
                  </a:cubicBezTo>
                  <a:cubicBezTo>
                    <a:pt x="246" y="1600"/>
                    <a:pt x="253" y="1587"/>
                    <a:pt x="259" y="1587"/>
                  </a:cubicBezTo>
                  <a:cubicBezTo>
                    <a:pt x="265" y="1587"/>
                    <a:pt x="272" y="1598"/>
                    <a:pt x="288" y="1626"/>
                  </a:cubicBezTo>
                  <a:cubicBezTo>
                    <a:pt x="271" y="1567"/>
                    <a:pt x="246" y="1592"/>
                    <a:pt x="237" y="1499"/>
                  </a:cubicBezTo>
                  <a:lnTo>
                    <a:pt x="237" y="1499"/>
                  </a:lnTo>
                  <a:cubicBezTo>
                    <a:pt x="244" y="1513"/>
                    <a:pt x="256" y="1523"/>
                    <a:pt x="267" y="1523"/>
                  </a:cubicBezTo>
                  <a:cubicBezTo>
                    <a:pt x="282" y="1523"/>
                    <a:pt x="296" y="1505"/>
                    <a:pt x="296" y="1457"/>
                  </a:cubicBezTo>
                  <a:cubicBezTo>
                    <a:pt x="271" y="1237"/>
                    <a:pt x="170" y="1093"/>
                    <a:pt x="127" y="890"/>
                  </a:cubicBezTo>
                  <a:cubicBezTo>
                    <a:pt x="153" y="881"/>
                    <a:pt x="144" y="721"/>
                    <a:pt x="153" y="644"/>
                  </a:cubicBezTo>
                  <a:cubicBezTo>
                    <a:pt x="178" y="687"/>
                    <a:pt x="195" y="738"/>
                    <a:pt x="195" y="788"/>
                  </a:cubicBezTo>
                  <a:lnTo>
                    <a:pt x="195" y="636"/>
                  </a:lnTo>
                  <a:lnTo>
                    <a:pt x="144" y="619"/>
                  </a:lnTo>
                  <a:cubicBezTo>
                    <a:pt x="144" y="556"/>
                    <a:pt x="148" y="536"/>
                    <a:pt x="153" y="536"/>
                  </a:cubicBezTo>
                  <a:cubicBezTo>
                    <a:pt x="163" y="536"/>
                    <a:pt x="179" y="601"/>
                    <a:pt x="188" y="601"/>
                  </a:cubicBezTo>
                  <a:cubicBezTo>
                    <a:pt x="191" y="601"/>
                    <a:pt x="193" y="594"/>
                    <a:pt x="195" y="577"/>
                  </a:cubicBezTo>
                  <a:cubicBezTo>
                    <a:pt x="186" y="535"/>
                    <a:pt x="178" y="492"/>
                    <a:pt x="161" y="458"/>
                  </a:cubicBezTo>
                  <a:lnTo>
                    <a:pt x="161" y="458"/>
                  </a:lnTo>
                  <a:cubicBezTo>
                    <a:pt x="167" y="521"/>
                    <a:pt x="160" y="534"/>
                    <a:pt x="149" y="534"/>
                  </a:cubicBezTo>
                  <a:cubicBezTo>
                    <a:pt x="141" y="534"/>
                    <a:pt x="131" y="527"/>
                    <a:pt x="123" y="527"/>
                  </a:cubicBezTo>
                  <a:cubicBezTo>
                    <a:pt x="112" y="527"/>
                    <a:pt x="104" y="540"/>
                    <a:pt x="110" y="602"/>
                  </a:cubicBezTo>
                  <a:cubicBezTo>
                    <a:pt x="68" y="585"/>
                    <a:pt x="68" y="484"/>
                    <a:pt x="76" y="425"/>
                  </a:cubicBezTo>
                  <a:cubicBezTo>
                    <a:pt x="84" y="410"/>
                    <a:pt x="89" y="405"/>
                    <a:pt x="93" y="405"/>
                  </a:cubicBezTo>
                  <a:cubicBezTo>
                    <a:pt x="109" y="405"/>
                    <a:pt x="109" y="486"/>
                    <a:pt x="136" y="492"/>
                  </a:cubicBezTo>
                  <a:cubicBezTo>
                    <a:pt x="136" y="425"/>
                    <a:pt x="127" y="441"/>
                    <a:pt x="102" y="408"/>
                  </a:cubicBezTo>
                  <a:cubicBezTo>
                    <a:pt x="119" y="306"/>
                    <a:pt x="60" y="179"/>
                    <a:pt x="110" y="120"/>
                  </a:cubicBezTo>
                  <a:cubicBezTo>
                    <a:pt x="102" y="35"/>
                    <a:pt x="85" y="44"/>
                    <a:pt x="68" y="2"/>
                  </a:cubicBezTo>
                  <a:cubicBezTo>
                    <a:pt x="66" y="1"/>
                    <a:pt x="64" y="0"/>
                    <a:pt x="6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9"/>
            <p:cNvSpPr/>
            <p:nvPr/>
          </p:nvSpPr>
          <p:spPr>
            <a:xfrm rot="3636019">
              <a:off x="6705785" y="1752308"/>
              <a:ext cx="32" cy="576"/>
            </a:xfrm>
            <a:custGeom>
              <a:rect b="b" l="l" r="r" t="t"/>
              <a:pathLst>
                <a:path extrusionOk="0" h="18" w="1">
                  <a:moveTo>
                    <a:pt x="1" y="18"/>
                  </a:moveTo>
                  <a:cubicBezTo>
                    <a:pt x="1" y="18"/>
                    <a:pt x="1" y="9"/>
                    <a:pt x="1" y="1"/>
                  </a:cubicBezTo>
                  <a:cubicBezTo>
                    <a:pt x="1" y="9"/>
                    <a:pt x="1" y="18"/>
                    <a:pt x="1" y="1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9"/>
            <p:cNvSpPr/>
            <p:nvPr/>
          </p:nvSpPr>
          <p:spPr>
            <a:xfrm rot="3636019">
              <a:off x="6714092" y="1746250"/>
              <a:ext cx="32" cy="832"/>
            </a:xfrm>
            <a:custGeom>
              <a:rect b="b" l="l" r="r" t="t"/>
              <a:pathLst>
                <a:path extrusionOk="0" h="26" w="1">
                  <a:moveTo>
                    <a:pt x="1" y="26"/>
                  </a:moveTo>
                  <a:lnTo>
                    <a:pt x="1" y="26"/>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9"/>
            <p:cNvSpPr/>
            <p:nvPr/>
          </p:nvSpPr>
          <p:spPr>
            <a:xfrm rot="3636019">
              <a:off x="6690991" y="1764904"/>
              <a:ext cx="576" cy="1120"/>
            </a:xfrm>
            <a:custGeom>
              <a:rect b="b" l="l" r="r" t="t"/>
              <a:pathLst>
                <a:path extrusionOk="0" h="35" w="18">
                  <a:moveTo>
                    <a:pt x="0" y="0"/>
                  </a:moveTo>
                  <a:cubicBezTo>
                    <a:pt x="9" y="17"/>
                    <a:pt x="9" y="26"/>
                    <a:pt x="17" y="34"/>
                  </a:cubicBezTo>
                  <a:cubicBezTo>
                    <a:pt x="17" y="26"/>
                    <a:pt x="9" y="17"/>
                    <a:pt x="9" y="9"/>
                  </a:cubicBezTo>
                  <a:cubicBezTo>
                    <a:pt x="0" y="1"/>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9"/>
            <p:cNvSpPr/>
            <p:nvPr/>
          </p:nvSpPr>
          <p:spPr>
            <a:xfrm rot="3636019">
              <a:off x="6689179" y="1763917"/>
              <a:ext cx="320" cy="576"/>
            </a:xfrm>
            <a:custGeom>
              <a:rect b="b" l="l" r="r" t="t"/>
              <a:pathLst>
                <a:path extrusionOk="0" h="18" w="10">
                  <a:moveTo>
                    <a:pt x="1" y="1"/>
                  </a:moveTo>
                  <a:lnTo>
                    <a:pt x="1" y="18"/>
                  </a:lnTo>
                  <a:cubicBezTo>
                    <a:pt x="9" y="18"/>
                    <a:pt x="9" y="9"/>
                    <a:pt x="9" y="9"/>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9"/>
            <p:cNvSpPr/>
            <p:nvPr/>
          </p:nvSpPr>
          <p:spPr>
            <a:xfrm rot="3636019">
              <a:off x="6745246" y="1735440"/>
              <a:ext cx="288" cy="576"/>
            </a:xfrm>
            <a:custGeom>
              <a:rect b="b" l="l" r="r" t="t"/>
              <a:pathLst>
                <a:path extrusionOk="0" h="18" w="9">
                  <a:moveTo>
                    <a:pt x="9" y="0"/>
                  </a:moveTo>
                  <a:cubicBezTo>
                    <a:pt x="1" y="9"/>
                    <a:pt x="1" y="17"/>
                    <a:pt x="9" y="17"/>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9"/>
            <p:cNvSpPr/>
            <p:nvPr/>
          </p:nvSpPr>
          <p:spPr>
            <a:xfrm rot="3636019">
              <a:off x="6716364" y="1731840"/>
              <a:ext cx="3489" cy="28523"/>
            </a:xfrm>
            <a:custGeom>
              <a:rect b="b" l="l" r="r" t="t"/>
              <a:pathLst>
                <a:path extrusionOk="0" h="891" w="109">
                  <a:moveTo>
                    <a:pt x="26" y="0"/>
                  </a:moveTo>
                  <a:cubicBezTo>
                    <a:pt x="26" y="51"/>
                    <a:pt x="34" y="94"/>
                    <a:pt x="43" y="144"/>
                  </a:cubicBezTo>
                  <a:lnTo>
                    <a:pt x="0" y="144"/>
                  </a:lnTo>
                  <a:cubicBezTo>
                    <a:pt x="0" y="220"/>
                    <a:pt x="43" y="153"/>
                    <a:pt x="43" y="254"/>
                  </a:cubicBezTo>
                  <a:lnTo>
                    <a:pt x="43" y="229"/>
                  </a:lnTo>
                  <a:cubicBezTo>
                    <a:pt x="51" y="330"/>
                    <a:pt x="51" y="423"/>
                    <a:pt x="51" y="525"/>
                  </a:cubicBezTo>
                  <a:cubicBezTo>
                    <a:pt x="50" y="524"/>
                    <a:pt x="49" y="524"/>
                    <a:pt x="48" y="524"/>
                  </a:cubicBezTo>
                  <a:cubicBezTo>
                    <a:pt x="34" y="524"/>
                    <a:pt x="25" y="576"/>
                    <a:pt x="5" y="576"/>
                  </a:cubicBezTo>
                  <a:cubicBezTo>
                    <a:pt x="3" y="576"/>
                    <a:pt x="2" y="576"/>
                    <a:pt x="0" y="576"/>
                  </a:cubicBezTo>
                  <a:lnTo>
                    <a:pt x="0" y="576"/>
                  </a:lnTo>
                  <a:cubicBezTo>
                    <a:pt x="0" y="626"/>
                    <a:pt x="17" y="677"/>
                    <a:pt x="43" y="728"/>
                  </a:cubicBezTo>
                  <a:cubicBezTo>
                    <a:pt x="34" y="770"/>
                    <a:pt x="51" y="829"/>
                    <a:pt x="43" y="872"/>
                  </a:cubicBezTo>
                  <a:cubicBezTo>
                    <a:pt x="43" y="870"/>
                    <a:pt x="44" y="870"/>
                    <a:pt x="46" y="870"/>
                  </a:cubicBezTo>
                  <a:cubicBezTo>
                    <a:pt x="52" y="870"/>
                    <a:pt x="63" y="891"/>
                    <a:pt x="69" y="891"/>
                  </a:cubicBezTo>
                  <a:cubicBezTo>
                    <a:pt x="73" y="891"/>
                    <a:pt x="75" y="878"/>
                    <a:pt x="69" y="834"/>
                  </a:cubicBezTo>
                  <a:lnTo>
                    <a:pt x="69" y="834"/>
                  </a:lnTo>
                  <a:cubicBezTo>
                    <a:pt x="69" y="834"/>
                    <a:pt x="69" y="834"/>
                    <a:pt x="69" y="834"/>
                  </a:cubicBezTo>
                  <a:cubicBezTo>
                    <a:pt x="70" y="834"/>
                    <a:pt x="72" y="834"/>
                    <a:pt x="77" y="838"/>
                  </a:cubicBezTo>
                  <a:cubicBezTo>
                    <a:pt x="102" y="762"/>
                    <a:pt x="68" y="736"/>
                    <a:pt x="60" y="669"/>
                  </a:cubicBezTo>
                  <a:cubicBezTo>
                    <a:pt x="63" y="661"/>
                    <a:pt x="65" y="658"/>
                    <a:pt x="68" y="658"/>
                  </a:cubicBezTo>
                  <a:cubicBezTo>
                    <a:pt x="77" y="658"/>
                    <a:pt x="84" y="701"/>
                    <a:pt x="90" y="701"/>
                  </a:cubicBezTo>
                  <a:cubicBezTo>
                    <a:pt x="91" y="701"/>
                    <a:pt x="92" y="699"/>
                    <a:pt x="93" y="694"/>
                  </a:cubicBezTo>
                  <a:cubicBezTo>
                    <a:pt x="77" y="611"/>
                    <a:pt x="109" y="440"/>
                    <a:pt x="63" y="440"/>
                  </a:cubicBezTo>
                  <a:cubicBezTo>
                    <a:pt x="62" y="440"/>
                    <a:pt x="61" y="440"/>
                    <a:pt x="60" y="440"/>
                  </a:cubicBezTo>
                  <a:cubicBezTo>
                    <a:pt x="51" y="406"/>
                    <a:pt x="60" y="381"/>
                    <a:pt x="77" y="356"/>
                  </a:cubicBezTo>
                  <a:cubicBezTo>
                    <a:pt x="17" y="254"/>
                    <a:pt x="102" y="0"/>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9"/>
            <p:cNvSpPr/>
            <p:nvPr/>
          </p:nvSpPr>
          <p:spPr>
            <a:xfrm rot="3636019">
              <a:off x="6695383" y="1762542"/>
              <a:ext cx="32" cy="576"/>
            </a:xfrm>
            <a:custGeom>
              <a:rect b="b" l="l" r="r" t="t"/>
              <a:pathLst>
                <a:path extrusionOk="0" h="18" w="1">
                  <a:moveTo>
                    <a:pt x="0" y="18"/>
                  </a:moveTo>
                  <a:cubicBezTo>
                    <a:pt x="0" y="18"/>
                    <a:pt x="0"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9"/>
            <p:cNvSpPr/>
            <p:nvPr/>
          </p:nvSpPr>
          <p:spPr>
            <a:xfrm rot="3636019">
              <a:off x="6675615" y="1750427"/>
              <a:ext cx="5730" cy="29836"/>
            </a:xfrm>
            <a:custGeom>
              <a:rect b="b" l="l" r="r" t="t"/>
              <a:pathLst>
                <a:path extrusionOk="0" h="932" w="179">
                  <a:moveTo>
                    <a:pt x="52" y="779"/>
                  </a:moveTo>
                  <a:lnTo>
                    <a:pt x="52" y="830"/>
                  </a:lnTo>
                  <a:cubicBezTo>
                    <a:pt x="43" y="813"/>
                    <a:pt x="43" y="796"/>
                    <a:pt x="52" y="779"/>
                  </a:cubicBezTo>
                  <a:close/>
                  <a:moveTo>
                    <a:pt x="35" y="9"/>
                  </a:moveTo>
                  <a:cubicBezTo>
                    <a:pt x="26" y="26"/>
                    <a:pt x="35" y="43"/>
                    <a:pt x="35" y="60"/>
                  </a:cubicBezTo>
                  <a:cubicBezTo>
                    <a:pt x="34" y="55"/>
                    <a:pt x="32" y="53"/>
                    <a:pt x="31" y="53"/>
                  </a:cubicBezTo>
                  <a:cubicBezTo>
                    <a:pt x="22" y="53"/>
                    <a:pt x="9" y="124"/>
                    <a:pt x="9" y="153"/>
                  </a:cubicBezTo>
                  <a:cubicBezTo>
                    <a:pt x="26" y="272"/>
                    <a:pt x="26" y="390"/>
                    <a:pt x="26" y="509"/>
                  </a:cubicBezTo>
                  <a:cubicBezTo>
                    <a:pt x="26" y="502"/>
                    <a:pt x="21" y="489"/>
                    <a:pt x="14" y="489"/>
                  </a:cubicBezTo>
                  <a:cubicBezTo>
                    <a:pt x="13" y="489"/>
                    <a:pt x="11" y="490"/>
                    <a:pt x="9" y="492"/>
                  </a:cubicBezTo>
                  <a:cubicBezTo>
                    <a:pt x="9" y="652"/>
                    <a:pt x="1" y="720"/>
                    <a:pt x="9" y="898"/>
                  </a:cubicBezTo>
                  <a:lnTo>
                    <a:pt x="60" y="931"/>
                  </a:lnTo>
                  <a:cubicBezTo>
                    <a:pt x="69" y="931"/>
                    <a:pt x="60" y="898"/>
                    <a:pt x="60" y="855"/>
                  </a:cubicBezTo>
                  <a:lnTo>
                    <a:pt x="60" y="855"/>
                  </a:lnTo>
                  <a:cubicBezTo>
                    <a:pt x="64" y="859"/>
                    <a:pt x="69" y="862"/>
                    <a:pt x="73" y="862"/>
                  </a:cubicBezTo>
                  <a:cubicBezTo>
                    <a:pt x="80" y="862"/>
                    <a:pt x="86" y="855"/>
                    <a:pt x="86" y="830"/>
                  </a:cubicBezTo>
                  <a:cubicBezTo>
                    <a:pt x="101" y="745"/>
                    <a:pt x="67" y="703"/>
                    <a:pt x="61" y="645"/>
                  </a:cubicBezTo>
                  <a:lnTo>
                    <a:pt x="61" y="645"/>
                  </a:lnTo>
                  <a:cubicBezTo>
                    <a:pt x="69" y="588"/>
                    <a:pt x="68" y="523"/>
                    <a:pt x="52" y="466"/>
                  </a:cubicBezTo>
                  <a:cubicBezTo>
                    <a:pt x="56" y="462"/>
                    <a:pt x="59" y="461"/>
                    <a:pt x="61" y="461"/>
                  </a:cubicBezTo>
                  <a:cubicBezTo>
                    <a:pt x="83" y="461"/>
                    <a:pt x="71" y="574"/>
                    <a:pt x="82" y="574"/>
                  </a:cubicBezTo>
                  <a:cubicBezTo>
                    <a:pt x="84" y="574"/>
                    <a:pt x="88" y="567"/>
                    <a:pt x="94" y="551"/>
                  </a:cubicBezTo>
                  <a:lnTo>
                    <a:pt x="94" y="551"/>
                  </a:lnTo>
                  <a:cubicBezTo>
                    <a:pt x="86" y="618"/>
                    <a:pt x="94" y="686"/>
                    <a:pt x="111" y="762"/>
                  </a:cubicBezTo>
                  <a:cubicBezTo>
                    <a:pt x="118" y="689"/>
                    <a:pt x="151" y="622"/>
                    <a:pt x="171" y="622"/>
                  </a:cubicBezTo>
                  <a:cubicBezTo>
                    <a:pt x="174" y="622"/>
                    <a:pt x="176" y="624"/>
                    <a:pt x="179" y="627"/>
                  </a:cubicBezTo>
                  <a:cubicBezTo>
                    <a:pt x="168" y="550"/>
                    <a:pt x="150" y="540"/>
                    <a:pt x="133" y="540"/>
                  </a:cubicBezTo>
                  <a:cubicBezTo>
                    <a:pt x="126" y="540"/>
                    <a:pt x="120" y="541"/>
                    <a:pt x="114" y="541"/>
                  </a:cubicBezTo>
                  <a:cubicBezTo>
                    <a:pt x="98" y="541"/>
                    <a:pt x="84" y="532"/>
                    <a:pt x="77" y="466"/>
                  </a:cubicBezTo>
                  <a:lnTo>
                    <a:pt x="86" y="365"/>
                  </a:lnTo>
                  <a:lnTo>
                    <a:pt x="43" y="322"/>
                  </a:lnTo>
                  <a:cubicBezTo>
                    <a:pt x="43" y="308"/>
                    <a:pt x="45" y="304"/>
                    <a:pt x="48" y="304"/>
                  </a:cubicBezTo>
                  <a:cubicBezTo>
                    <a:pt x="53" y="304"/>
                    <a:pt x="60" y="315"/>
                    <a:pt x="67" y="315"/>
                  </a:cubicBezTo>
                  <a:cubicBezTo>
                    <a:pt x="72" y="315"/>
                    <a:pt x="77" y="304"/>
                    <a:pt x="77" y="263"/>
                  </a:cubicBezTo>
                  <a:cubicBezTo>
                    <a:pt x="52" y="238"/>
                    <a:pt x="69" y="170"/>
                    <a:pt x="60" y="153"/>
                  </a:cubicBezTo>
                  <a:cubicBezTo>
                    <a:pt x="69" y="153"/>
                    <a:pt x="77" y="153"/>
                    <a:pt x="77" y="102"/>
                  </a:cubicBezTo>
                  <a:cubicBezTo>
                    <a:pt x="77" y="102"/>
                    <a:pt x="60" y="102"/>
                    <a:pt x="60" y="69"/>
                  </a:cubicBezTo>
                  <a:cubicBezTo>
                    <a:pt x="66" y="65"/>
                    <a:pt x="71" y="63"/>
                    <a:pt x="74" y="63"/>
                  </a:cubicBezTo>
                  <a:cubicBezTo>
                    <a:pt x="97" y="63"/>
                    <a:pt x="82" y="131"/>
                    <a:pt x="96" y="131"/>
                  </a:cubicBezTo>
                  <a:cubicBezTo>
                    <a:pt x="100" y="131"/>
                    <a:pt x="104" y="128"/>
                    <a:pt x="111" y="119"/>
                  </a:cubicBezTo>
                  <a:cubicBezTo>
                    <a:pt x="111" y="1"/>
                    <a:pt x="69" y="52"/>
                    <a:pt x="52" y="26"/>
                  </a:cubicBezTo>
                  <a:lnTo>
                    <a:pt x="52" y="26"/>
                  </a:lnTo>
                  <a:cubicBezTo>
                    <a:pt x="52" y="35"/>
                    <a:pt x="69" y="52"/>
                    <a:pt x="52" y="52"/>
                  </a:cubicBezTo>
                  <a:cubicBezTo>
                    <a:pt x="35" y="52"/>
                    <a:pt x="52" y="9"/>
                    <a:pt x="35"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9"/>
            <p:cNvSpPr/>
            <p:nvPr/>
          </p:nvSpPr>
          <p:spPr>
            <a:xfrm rot="3636019">
              <a:off x="6762792" y="1946940"/>
              <a:ext cx="576" cy="32"/>
            </a:xfrm>
            <a:custGeom>
              <a:rect b="b" l="l" r="r" t="t"/>
              <a:pathLst>
                <a:path extrusionOk="0" h="1" w="18">
                  <a:moveTo>
                    <a:pt x="0" y="0"/>
                  </a:move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9"/>
            <p:cNvSpPr/>
            <p:nvPr/>
          </p:nvSpPr>
          <p:spPr>
            <a:xfrm rot="3636019">
              <a:off x="6673338" y="1841740"/>
              <a:ext cx="1377" cy="832"/>
            </a:xfrm>
            <a:custGeom>
              <a:rect b="b" l="l" r="r" t="t"/>
              <a:pathLst>
                <a:path extrusionOk="0" h="26" w="43">
                  <a:moveTo>
                    <a:pt x="43" y="0"/>
                  </a:moveTo>
                  <a:lnTo>
                    <a:pt x="43" y="0"/>
                  </a:lnTo>
                  <a:cubicBezTo>
                    <a:pt x="26" y="8"/>
                    <a:pt x="9" y="8"/>
                    <a:pt x="0" y="25"/>
                  </a:cubicBez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9"/>
            <p:cNvSpPr/>
            <p:nvPr/>
          </p:nvSpPr>
          <p:spPr>
            <a:xfrm rot="3636019">
              <a:off x="6753684" y="1937693"/>
              <a:ext cx="288" cy="32"/>
            </a:xfrm>
            <a:custGeom>
              <a:rect b="b" l="l" r="r" t="t"/>
              <a:pathLst>
                <a:path extrusionOk="0" h="1" w="9">
                  <a:moveTo>
                    <a:pt x="8" y="0"/>
                  </a:moveTo>
                  <a:lnTo>
                    <a:pt x="8"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9"/>
            <p:cNvSpPr/>
            <p:nvPr/>
          </p:nvSpPr>
          <p:spPr>
            <a:xfrm rot="3636019">
              <a:off x="6701153" y="1880483"/>
              <a:ext cx="1120" cy="32"/>
            </a:xfrm>
            <a:custGeom>
              <a:rect b="b" l="l" r="r" t="t"/>
              <a:pathLst>
                <a:path extrusionOk="0" h="1" w="35">
                  <a:moveTo>
                    <a:pt x="0" y="1"/>
                  </a:moveTo>
                  <a:cubicBezTo>
                    <a:pt x="9" y="1"/>
                    <a:pt x="26" y="1"/>
                    <a:pt x="34" y="1"/>
                  </a:cubicBezTo>
                  <a:cubicBezTo>
                    <a:pt x="34" y="1"/>
                    <a:pt x="17"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9"/>
            <p:cNvSpPr/>
            <p:nvPr/>
          </p:nvSpPr>
          <p:spPr>
            <a:xfrm>
              <a:off x="6673214" y="1841514"/>
              <a:ext cx="0" cy="32"/>
            </a:xfrm>
            <a:custGeom>
              <a:rect b="b" l="l" r="r" t="t"/>
              <a:pathLst>
                <a:path extrusionOk="0" h="1" w="0">
                  <a:moveTo>
                    <a:pt x="0" y="0"/>
                  </a:moveTo>
                  <a:lnTo>
                    <a:pt x="0"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9"/>
            <p:cNvSpPr/>
            <p:nvPr/>
          </p:nvSpPr>
          <p:spPr>
            <a:xfrm rot="3636019">
              <a:off x="6766428" y="1956234"/>
              <a:ext cx="32" cy="32"/>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9"/>
            <p:cNvSpPr/>
            <p:nvPr/>
          </p:nvSpPr>
          <p:spPr>
            <a:xfrm rot="3636019">
              <a:off x="6770553" y="1957042"/>
              <a:ext cx="1120" cy="576"/>
            </a:xfrm>
            <a:custGeom>
              <a:rect b="b" l="l" r="r" t="t"/>
              <a:pathLst>
                <a:path extrusionOk="0" h="18" w="35">
                  <a:moveTo>
                    <a:pt x="35" y="1"/>
                  </a:moveTo>
                  <a:cubicBezTo>
                    <a:pt x="18" y="1"/>
                    <a:pt x="9" y="9"/>
                    <a:pt x="1" y="18"/>
                  </a:cubicBezTo>
                  <a:lnTo>
                    <a:pt x="3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9"/>
            <p:cNvSpPr/>
            <p:nvPr/>
          </p:nvSpPr>
          <p:spPr>
            <a:xfrm rot="3636019">
              <a:off x="6713205" y="1897413"/>
              <a:ext cx="1473" cy="640"/>
            </a:xfrm>
            <a:custGeom>
              <a:rect b="b" l="l" r="r" t="t"/>
              <a:pathLst>
                <a:path extrusionOk="0" h="20" w="46">
                  <a:moveTo>
                    <a:pt x="31" y="0"/>
                  </a:moveTo>
                  <a:cubicBezTo>
                    <a:pt x="24" y="0"/>
                    <a:pt x="14" y="3"/>
                    <a:pt x="1" y="11"/>
                  </a:cubicBezTo>
                  <a:cubicBezTo>
                    <a:pt x="9" y="11"/>
                    <a:pt x="43" y="11"/>
                    <a:pt x="26" y="20"/>
                  </a:cubicBezTo>
                  <a:cubicBezTo>
                    <a:pt x="43" y="14"/>
                    <a:pt x="45" y="0"/>
                    <a:pt x="3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9"/>
            <p:cNvSpPr/>
            <p:nvPr/>
          </p:nvSpPr>
          <p:spPr>
            <a:xfrm rot="3636019">
              <a:off x="6755482" y="1957512"/>
              <a:ext cx="704" cy="576"/>
            </a:xfrm>
            <a:custGeom>
              <a:rect b="b" l="l" r="r" t="t"/>
              <a:pathLst>
                <a:path extrusionOk="0" h="18" w="22">
                  <a:moveTo>
                    <a:pt x="21" y="1"/>
                  </a:moveTo>
                  <a:cubicBezTo>
                    <a:pt x="14" y="1"/>
                    <a:pt x="7" y="7"/>
                    <a:pt x="5" y="13"/>
                  </a:cubicBezTo>
                  <a:lnTo>
                    <a:pt x="5" y="13"/>
                  </a:lnTo>
                  <a:cubicBezTo>
                    <a:pt x="9" y="10"/>
                    <a:pt x="16" y="5"/>
                    <a:pt x="21" y="1"/>
                  </a:cubicBezTo>
                  <a:close/>
                  <a:moveTo>
                    <a:pt x="5" y="13"/>
                  </a:moveTo>
                  <a:lnTo>
                    <a:pt x="5" y="13"/>
                  </a:lnTo>
                  <a:cubicBezTo>
                    <a:pt x="2" y="16"/>
                    <a:pt x="1" y="18"/>
                    <a:pt x="4" y="18"/>
                  </a:cubicBezTo>
                  <a:cubicBezTo>
                    <a:pt x="4" y="16"/>
                    <a:pt x="4" y="15"/>
                    <a:pt x="5" y="1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9"/>
            <p:cNvSpPr/>
            <p:nvPr/>
          </p:nvSpPr>
          <p:spPr>
            <a:xfrm rot="3636019">
              <a:off x="6756253" y="1957887"/>
              <a:ext cx="832" cy="576"/>
            </a:xfrm>
            <a:custGeom>
              <a:rect b="b" l="l" r="r" t="t"/>
              <a:pathLst>
                <a:path extrusionOk="0" h="18" w="26">
                  <a:moveTo>
                    <a:pt x="0" y="18"/>
                  </a:move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9"/>
            <p:cNvSpPr/>
            <p:nvPr/>
          </p:nvSpPr>
          <p:spPr>
            <a:xfrm rot="3636019">
              <a:off x="6697926" y="1897590"/>
              <a:ext cx="576" cy="224"/>
            </a:xfrm>
            <a:custGeom>
              <a:rect b="b" l="l" r="r" t="t"/>
              <a:pathLst>
                <a:path extrusionOk="0" h="7" w="18">
                  <a:moveTo>
                    <a:pt x="0" y="0"/>
                  </a:moveTo>
                  <a:cubicBezTo>
                    <a:pt x="0" y="4"/>
                    <a:pt x="2" y="6"/>
                    <a:pt x="6" y="6"/>
                  </a:cubicBezTo>
                  <a:cubicBezTo>
                    <a:pt x="9" y="6"/>
                    <a:pt x="13" y="4"/>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9"/>
            <p:cNvSpPr/>
            <p:nvPr/>
          </p:nvSpPr>
          <p:spPr>
            <a:xfrm rot="3636019">
              <a:off x="6768952" y="1953862"/>
              <a:ext cx="11685" cy="6242"/>
            </a:xfrm>
            <a:custGeom>
              <a:rect b="b" l="l" r="r" t="t"/>
              <a:pathLst>
                <a:path extrusionOk="0" h="195" w="365">
                  <a:moveTo>
                    <a:pt x="167" y="188"/>
                  </a:moveTo>
                  <a:cubicBezTo>
                    <a:pt x="162" y="189"/>
                    <a:pt x="156" y="191"/>
                    <a:pt x="153" y="195"/>
                  </a:cubicBezTo>
                  <a:cubicBezTo>
                    <a:pt x="158" y="193"/>
                    <a:pt x="162" y="190"/>
                    <a:pt x="167" y="188"/>
                  </a:cubicBezTo>
                  <a:close/>
                  <a:moveTo>
                    <a:pt x="296" y="0"/>
                  </a:moveTo>
                  <a:cubicBezTo>
                    <a:pt x="186" y="42"/>
                    <a:pt x="85" y="102"/>
                    <a:pt x="0" y="178"/>
                  </a:cubicBezTo>
                  <a:cubicBezTo>
                    <a:pt x="68" y="136"/>
                    <a:pt x="144" y="110"/>
                    <a:pt x="220" y="102"/>
                  </a:cubicBezTo>
                  <a:lnTo>
                    <a:pt x="220" y="102"/>
                  </a:lnTo>
                  <a:lnTo>
                    <a:pt x="203" y="136"/>
                  </a:lnTo>
                  <a:cubicBezTo>
                    <a:pt x="136" y="144"/>
                    <a:pt x="76" y="161"/>
                    <a:pt x="17" y="186"/>
                  </a:cubicBezTo>
                  <a:lnTo>
                    <a:pt x="178" y="152"/>
                  </a:lnTo>
                  <a:cubicBezTo>
                    <a:pt x="248" y="152"/>
                    <a:pt x="218" y="167"/>
                    <a:pt x="167" y="188"/>
                  </a:cubicBezTo>
                  <a:lnTo>
                    <a:pt x="167" y="188"/>
                  </a:lnTo>
                  <a:cubicBezTo>
                    <a:pt x="168" y="188"/>
                    <a:pt x="169" y="188"/>
                    <a:pt x="170" y="188"/>
                  </a:cubicBezTo>
                  <a:cubicBezTo>
                    <a:pt x="176" y="188"/>
                    <a:pt x="182" y="190"/>
                    <a:pt x="186" y="195"/>
                  </a:cubicBezTo>
                  <a:cubicBezTo>
                    <a:pt x="186" y="181"/>
                    <a:pt x="281" y="131"/>
                    <a:pt x="255" y="131"/>
                  </a:cubicBezTo>
                  <a:cubicBezTo>
                    <a:pt x="248" y="131"/>
                    <a:pt x="232" y="135"/>
                    <a:pt x="203" y="144"/>
                  </a:cubicBezTo>
                  <a:cubicBezTo>
                    <a:pt x="203" y="110"/>
                    <a:pt x="288" y="102"/>
                    <a:pt x="322" y="76"/>
                  </a:cubicBezTo>
                  <a:cubicBezTo>
                    <a:pt x="288" y="76"/>
                    <a:pt x="330" y="59"/>
                    <a:pt x="322" y="42"/>
                  </a:cubicBezTo>
                  <a:lnTo>
                    <a:pt x="322" y="42"/>
                  </a:lnTo>
                  <a:cubicBezTo>
                    <a:pt x="296" y="59"/>
                    <a:pt x="279" y="76"/>
                    <a:pt x="254" y="76"/>
                  </a:cubicBezTo>
                  <a:cubicBezTo>
                    <a:pt x="237" y="68"/>
                    <a:pt x="279" y="42"/>
                    <a:pt x="313" y="42"/>
                  </a:cubicBezTo>
                  <a:cubicBezTo>
                    <a:pt x="263" y="42"/>
                    <a:pt x="364" y="0"/>
                    <a:pt x="29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9"/>
            <p:cNvSpPr/>
            <p:nvPr/>
          </p:nvSpPr>
          <p:spPr>
            <a:xfrm rot="3636019">
              <a:off x="6764043" y="1961914"/>
              <a:ext cx="32" cy="32"/>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9"/>
            <p:cNvSpPr/>
            <p:nvPr/>
          </p:nvSpPr>
          <p:spPr>
            <a:xfrm rot="3636019">
              <a:off x="6764892" y="1956769"/>
              <a:ext cx="32" cy="32"/>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9"/>
            <p:cNvSpPr/>
            <p:nvPr/>
          </p:nvSpPr>
          <p:spPr>
            <a:xfrm rot="3636019">
              <a:off x="6713946" y="1891778"/>
              <a:ext cx="1120" cy="288"/>
            </a:xfrm>
            <a:custGeom>
              <a:rect b="b" l="l" r="r" t="t"/>
              <a:pathLst>
                <a:path extrusionOk="0" h="9" w="35">
                  <a:moveTo>
                    <a:pt x="35" y="0"/>
                  </a:moveTo>
                  <a:cubicBezTo>
                    <a:pt x="31" y="0"/>
                    <a:pt x="24" y="2"/>
                    <a:pt x="18" y="4"/>
                  </a:cubicBezTo>
                  <a:lnTo>
                    <a:pt x="18" y="4"/>
                  </a:lnTo>
                  <a:lnTo>
                    <a:pt x="35" y="0"/>
                  </a:lnTo>
                  <a:close/>
                  <a:moveTo>
                    <a:pt x="18" y="4"/>
                  </a:moveTo>
                  <a:lnTo>
                    <a:pt x="1" y="9"/>
                  </a:lnTo>
                  <a:cubicBezTo>
                    <a:pt x="5" y="9"/>
                    <a:pt x="12" y="6"/>
                    <a:pt x="18"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9"/>
            <p:cNvSpPr/>
            <p:nvPr/>
          </p:nvSpPr>
          <p:spPr>
            <a:xfrm rot="3636019">
              <a:off x="6671035" y="1858342"/>
              <a:ext cx="320" cy="32"/>
            </a:xfrm>
            <a:custGeom>
              <a:rect b="b" l="l" r="r" t="t"/>
              <a:pathLst>
                <a:path extrusionOk="0" h="1" w="10">
                  <a:moveTo>
                    <a:pt x="9" y="0"/>
                  </a:moveTo>
                  <a:lnTo>
                    <a:pt x="1" y="0"/>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9"/>
            <p:cNvSpPr/>
            <p:nvPr/>
          </p:nvSpPr>
          <p:spPr>
            <a:xfrm rot="3636019">
              <a:off x="6667948" y="1860597"/>
              <a:ext cx="13029" cy="2753"/>
            </a:xfrm>
            <a:custGeom>
              <a:rect b="b" l="l" r="r" t="t"/>
              <a:pathLst>
                <a:path extrusionOk="0" h="86" w="407">
                  <a:moveTo>
                    <a:pt x="288" y="0"/>
                  </a:moveTo>
                  <a:cubicBezTo>
                    <a:pt x="254" y="17"/>
                    <a:pt x="186" y="9"/>
                    <a:pt x="161" y="17"/>
                  </a:cubicBezTo>
                  <a:cubicBezTo>
                    <a:pt x="237" y="17"/>
                    <a:pt x="178" y="43"/>
                    <a:pt x="127" y="59"/>
                  </a:cubicBezTo>
                  <a:cubicBezTo>
                    <a:pt x="85" y="59"/>
                    <a:pt x="127" y="34"/>
                    <a:pt x="93" y="34"/>
                  </a:cubicBezTo>
                  <a:lnTo>
                    <a:pt x="0" y="59"/>
                  </a:lnTo>
                  <a:lnTo>
                    <a:pt x="85" y="43"/>
                  </a:lnTo>
                  <a:lnTo>
                    <a:pt x="85" y="43"/>
                  </a:lnTo>
                  <a:lnTo>
                    <a:pt x="59" y="76"/>
                  </a:lnTo>
                  <a:lnTo>
                    <a:pt x="68" y="76"/>
                  </a:lnTo>
                  <a:cubicBezTo>
                    <a:pt x="96" y="70"/>
                    <a:pt x="114" y="67"/>
                    <a:pt x="126" y="67"/>
                  </a:cubicBezTo>
                  <a:cubicBezTo>
                    <a:pt x="159" y="67"/>
                    <a:pt x="146" y="86"/>
                    <a:pt x="168" y="86"/>
                  </a:cubicBezTo>
                  <a:cubicBezTo>
                    <a:pt x="179" y="86"/>
                    <a:pt x="199" y="81"/>
                    <a:pt x="237" y="68"/>
                  </a:cubicBezTo>
                  <a:lnTo>
                    <a:pt x="237" y="68"/>
                  </a:lnTo>
                  <a:cubicBezTo>
                    <a:pt x="237" y="76"/>
                    <a:pt x="229" y="76"/>
                    <a:pt x="229" y="85"/>
                  </a:cubicBezTo>
                  <a:cubicBezTo>
                    <a:pt x="288" y="59"/>
                    <a:pt x="398" y="51"/>
                    <a:pt x="406" y="17"/>
                  </a:cubicBezTo>
                  <a:cubicBezTo>
                    <a:pt x="399" y="17"/>
                    <a:pt x="378" y="19"/>
                    <a:pt x="355" y="19"/>
                  </a:cubicBezTo>
                  <a:cubicBezTo>
                    <a:pt x="320" y="19"/>
                    <a:pt x="283" y="16"/>
                    <a:pt x="28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9"/>
            <p:cNvSpPr/>
            <p:nvPr/>
          </p:nvSpPr>
          <p:spPr>
            <a:xfrm rot="3636019">
              <a:off x="6672960" y="1862885"/>
              <a:ext cx="832" cy="320"/>
            </a:xfrm>
            <a:custGeom>
              <a:rect b="b" l="l" r="r" t="t"/>
              <a:pathLst>
                <a:path extrusionOk="0" h="10" w="26">
                  <a:moveTo>
                    <a:pt x="26" y="1"/>
                  </a:moveTo>
                  <a:cubicBezTo>
                    <a:pt x="17" y="1"/>
                    <a:pt x="9" y="1"/>
                    <a:pt x="0" y="9"/>
                  </a:cubicBezTo>
                  <a:cubicBezTo>
                    <a:pt x="9" y="9"/>
                    <a:pt x="17"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9"/>
            <p:cNvSpPr/>
            <p:nvPr/>
          </p:nvSpPr>
          <p:spPr>
            <a:xfrm rot="3636019">
              <a:off x="6685029" y="1878960"/>
              <a:ext cx="832" cy="576"/>
            </a:xfrm>
            <a:custGeom>
              <a:rect b="b" l="l" r="r" t="t"/>
              <a:pathLst>
                <a:path extrusionOk="0" h="18" w="26">
                  <a:moveTo>
                    <a:pt x="0" y="17"/>
                  </a:move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9"/>
            <p:cNvSpPr/>
            <p:nvPr/>
          </p:nvSpPr>
          <p:spPr>
            <a:xfrm rot="3636019">
              <a:off x="6680163" y="1770697"/>
              <a:ext cx="1056" cy="2753"/>
            </a:xfrm>
            <a:custGeom>
              <a:rect b="b" l="l" r="r" t="t"/>
              <a:pathLst>
                <a:path extrusionOk="0" h="86" w="33">
                  <a:moveTo>
                    <a:pt x="32" y="0"/>
                  </a:moveTo>
                  <a:cubicBezTo>
                    <a:pt x="24" y="0"/>
                    <a:pt x="1" y="85"/>
                    <a:pt x="28" y="85"/>
                  </a:cubicBezTo>
                  <a:cubicBezTo>
                    <a:pt x="30" y="85"/>
                    <a:pt x="31" y="85"/>
                    <a:pt x="32" y="85"/>
                  </a:cubicBezTo>
                  <a:lnTo>
                    <a:pt x="32" y="9"/>
                  </a:lnTo>
                  <a:lnTo>
                    <a:pt x="3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9"/>
            <p:cNvSpPr/>
            <p:nvPr/>
          </p:nvSpPr>
          <p:spPr>
            <a:xfrm rot="3636019">
              <a:off x="6723044" y="1914871"/>
              <a:ext cx="864" cy="288"/>
            </a:xfrm>
            <a:custGeom>
              <a:rect b="b" l="l" r="r" t="t"/>
              <a:pathLst>
                <a:path extrusionOk="0" h="9" w="27">
                  <a:moveTo>
                    <a:pt x="26" y="0"/>
                  </a:moveTo>
                  <a:cubicBezTo>
                    <a:pt x="18" y="0"/>
                    <a:pt x="9" y="0"/>
                    <a:pt x="1" y="9"/>
                  </a:cubicBezTo>
                  <a:cubicBezTo>
                    <a:pt x="9" y="9"/>
                    <a:pt x="18" y="0"/>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9"/>
            <p:cNvSpPr/>
            <p:nvPr/>
          </p:nvSpPr>
          <p:spPr>
            <a:xfrm rot="3636019">
              <a:off x="6676866" y="1863780"/>
              <a:ext cx="864" cy="320"/>
            </a:xfrm>
            <a:custGeom>
              <a:rect b="b" l="l" r="r" t="t"/>
              <a:pathLst>
                <a:path extrusionOk="0" h="10" w="27">
                  <a:moveTo>
                    <a:pt x="26" y="1"/>
                  </a:moveTo>
                  <a:cubicBezTo>
                    <a:pt x="18" y="1"/>
                    <a:pt x="9" y="1"/>
                    <a:pt x="1" y="9"/>
                  </a:cubicBezTo>
                  <a:cubicBezTo>
                    <a:pt x="9" y="9"/>
                    <a:pt x="18"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9"/>
            <p:cNvSpPr/>
            <p:nvPr/>
          </p:nvSpPr>
          <p:spPr>
            <a:xfrm rot="3636019">
              <a:off x="6722017" y="1917535"/>
              <a:ext cx="3009" cy="1120"/>
            </a:xfrm>
            <a:custGeom>
              <a:rect b="b" l="l" r="r" t="t"/>
              <a:pathLst>
                <a:path extrusionOk="0" h="35" w="94">
                  <a:moveTo>
                    <a:pt x="94" y="1"/>
                  </a:moveTo>
                  <a:cubicBezTo>
                    <a:pt x="68" y="9"/>
                    <a:pt x="34" y="18"/>
                    <a:pt x="1" y="18"/>
                  </a:cubicBezTo>
                  <a:cubicBezTo>
                    <a:pt x="9" y="18"/>
                    <a:pt x="34" y="26"/>
                    <a:pt x="34" y="35"/>
                  </a:cubicBezTo>
                  <a:cubicBezTo>
                    <a:pt x="60" y="26"/>
                    <a:pt x="77" y="18"/>
                    <a:pt x="9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9"/>
            <p:cNvSpPr/>
            <p:nvPr/>
          </p:nvSpPr>
          <p:spPr>
            <a:xfrm rot="3636019">
              <a:off x="6724852" y="1919360"/>
              <a:ext cx="32" cy="32"/>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9"/>
            <p:cNvSpPr/>
            <p:nvPr/>
          </p:nvSpPr>
          <p:spPr>
            <a:xfrm rot="3636019">
              <a:off x="6680951" y="1692075"/>
              <a:ext cx="219671" cy="268042"/>
            </a:xfrm>
            <a:custGeom>
              <a:rect b="b" l="l" r="r" t="t"/>
              <a:pathLst>
                <a:path extrusionOk="0" h="8373" w="6862">
                  <a:moveTo>
                    <a:pt x="305" y="1388"/>
                  </a:moveTo>
                  <a:cubicBezTo>
                    <a:pt x="305" y="1392"/>
                    <a:pt x="306" y="1396"/>
                    <a:pt x="307" y="1400"/>
                  </a:cubicBezTo>
                  <a:lnTo>
                    <a:pt x="307" y="1400"/>
                  </a:lnTo>
                  <a:cubicBezTo>
                    <a:pt x="306" y="1396"/>
                    <a:pt x="306" y="1392"/>
                    <a:pt x="305" y="1388"/>
                  </a:cubicBezTo>
                  <a:close/>
                  <a:moveTo>
                    <a:pt x="288" y="3841"/>
                  </a:moveTo>
                  <a:cubicBezTo>
                    <a:pt x="288" y="3845"/>
                    <a:pt x="288" y="3845"/>
                    <a:pt x="289" y="3845"/>
                  </a:cubicBezTo>
                  <a:lnTo>
                    <a:pt x="289" y="3845"/>
                  </a:lnTo>
                  <a:cubicBezTo>
                    <a:pt x="289" y="3844"/>
                    <a:pt x="289" y="3843"/>
                    <a:pt x="288" y="3841"/>
                  </a:cubicBezTo>
                  <a:close/>
                  <a:moveTo>
                    <a:pt x="544" y="3877"/>
                  </a:moveTo>
                  <a:cubicBezTo>
                    <a:pt x="543" y="3879"/>
                    <a:pt x="543" y="3881"/>
                    <a:pt x="542" y="3883"/>
                  </a:cubicBezTo>
                  <a:lnTo>
                    <a:pt x="555" y="3896"/>
                  </a:lnTo>
                  <a:lnTo>
                    <a:pt x="555" y="3896"/>
                  </a:lnTo>
                  <a:cubicBezTo>
                    <a:pt x="552" y="3887"/>
                    <a:pt x="547" y="3878"/>
                    <a:pt x="544" y="3877"/>
                  </a:cubicBezTo>
                  <a:close/>
                  <a:moveTo>
                    <a:pt x="555" y="3896"/>
                  </a:moveTo>
                  <a:cubicBezTo>
                    <a:pt x="560" y="3908"/>
                    <a:pt x="564" y="3920"/>
                    <a:pt x="566" y="3920"/>
                  </a:cubicBezTo>
                  <a:cubicBezTo>
                    <a:pt x="567" y="3920"/>
                    <a:pt x="568" y="3917"/>
                    <a:pt x="568" y="3909"/>
                  </a:cubicBezTo>
                  <a:lnTo>
                    <a:pt x="555" y="3896"/>
                  </a:lnTo>
                  <a:close/>
                  <a:moveTo>
                    <a:pt x="280" y="5237"/>
                  </a:moveTo>
                  <a:lnTo>
                    <a:pt x="286" y="5242"/>
                  </a:lnTo>
                  <a:lnTo>
                    <a:pt x="286" y="5242"/>
                  </a:lnTo>
                  <a:cubicBezTo>
                    <a:pt x="285" y="5239"/>
                    <a:pt x="283" y="5237"/>
                    <a:pt x="280" y="5237"/>
                  </a:cubicBezTo>
                  <a:close/>
                  <a:moveTo>
                    <a:pt x="686" y="5694"/>
                  </a:moveTo>
                  <a:lnTo>
                    <a:pt x="686" y="5694"/>
                  </a:lnTo>
                  <a:cubicBezTo>
                    <a:pt x="686" y="5702"/>
                    <a:pt x="685" y="5710"/>
                    <a:pt x="685" y="5718"/>
                  </a:cubicBezTo>
                  <a:lnTo>
                    <a:pt x="685" y="5718"/>
                  </a:lnTo>
                  <a:cubicBezTo>
                    <a:pt x="686" y="5710"/>
                    <a:pt x="686" y="5702"/>
                    <a:pt x="686" y="5694"/>
                  </a:cubicBezTo>
                  <a:close/>
                  <a:moveTo>
                    <a:pt x="238" y="5821"/>
                  </a:moveTo>
                  <a:cubicBezTo>
                    <a:pt x="238" y="5840"/>
                    <a:pt x="238" y="5861"/>
                    <a:pt x="241" y="5874"/>
                  </a:cubicBezTo>
                  <a:lnTo>
                    <a:pt x="241" y="5874"/>
                  </a:lnTo>
                  <a:cubicBezTo>
                    <a:pt x="239" y="5857"/>
                    <a:pt x="238" y="5839"/>
                    <a:pt x="238" y="5821"/>
                  </a:cubicBezTo>
                  <a:close/>
                  <a:moveTo>
                    <a:pt x="6362" y="6793"/>
                  </a:moveTo>
                  <a:cubicBezTo>
                    <a:pt x="6358" y="6793"/>
                    <a:pt x="6355" y="6797"/>
                    <a:pt x="6353" y="6801"/>
                  </a:cubicBezTo>
                  <a:lnTo>
                    <a:pt x="6353" y="6801"/>
                  </a:lnTo>
                  <a:lnTo>
                    <a:pt x="6362" y="6793"/>
                  </a:lnTo>
                  <a:close/>
                  <a:moveTo>
                    <a:pt x="348" y="6785"/>
                  </a:moveTo>
                  <a:lnTo>
                    <a:pt x="348" y="6827"/>
                  </a:lnTo>
                  <a:cubicBezTo>
                    <a:pt x="339" y="6819"/>
                    <a:pt x="339" y="6802"/>
                    <a:pt x="348" y="6785"/>
                  </a:cubicBezTo>
                  <a:close/>
                  <a:moveTo>
                    <a:pt x="6625" y="6844"/>
                  </a:moveTo>
                  <a:lnTo>
                    <a:pt x="6625" y="6844"/>
                  </a:lnTo>
                  <a:cubicBezTo>
                    <a:pt x="6608" y="6854"/>
                    <a:pt x="6591" y="6863"/>
                    <a:pt x="6573" y="6871"/>
                  </a:cubicBezTo>
                  <a:lnTo>
                    <a:pt x="6573" y="6871"/>
                  </a:lnTo>
                  <a:cubicBezTo>
                    <a:pt x="6579" y="6870"/>
                    <a:pt x="6585" y="6870"/>
                    <a:pt x="6591" y="6870"/>
                  </a:cubicBezTo>
                  <a:lnTo>
                    <a:pt x="6591" y="6886"/>
                  </a:lnTo>
                  <a:cubicBezTo>
                    <a:pt x="6599" y="6886"/>
                    <a:pt x="6641" y="6861"/>
                    <a:pt x="6625" y="6844"/>
                  </a:cubicBezTo>
                  <a:close/>
                  <a:moveTo>
                    <a:pt x="6573" y="6871"/>
                  </a:moveTo>
                  <a:cubicBezTo>
                    <a:pt x="6554" y="6873"/>
                    <a:pt x="6538" y="6879"/>
                    <a:pt x="6523" y="6888"/>
                  </a:cubicBezTo>
                  <a:lnTo>
                    <a:pt x="6523" y="6888"/>
                  </a:lnTo>
                  <a:cubicBezTo>
                    <a:pt x="6541" y="6883"/>
                    <a:pt x="6557" y="6877"/>
                    <a:pt x="6573" y="6871"/>
                  </a:cubicBezTo>
                  <a:close/>
                  <a:moveTo>
                    <a:pt x="331" y="6937"/>
                  </a:moveTo>
                  <a:lnTo>
                    <a:pt x="331" y="6980"/>
                  </a:lnTo>
                  <a:lnTo>
                    <a:pt x="314" y="6963"/>
                  </a:lnTo>
                  <a:cubicBezTo>
                    <a:pt x="314" y="6954"/>
                    <a:pt x="322" y="6937"/>
                    <a:pt x="331" y="6937"/>
                  </a:cubicBezTo>
                  <a:close/>
                  <a:moveTo>
                    <a:pt x="6168" y="7114"/>
                  </a:moveTo>
                  <a:lnTo>
                    <a:pt x="6168" y="7114"/>
                  </a:lnTo>
                  <a:cubicBezTo>
                    <a:pt x="6168" y="7114"/>
                    <a:pt x="6168" y="7114"/>
                    <a:pt x="6168" y="7115"/>
                  </a:cubicBezTo>
                  <a:cubicBezTo>
                    <a:pt x="6173" y="7115"/>
                    <a:pt x="6172" y="7114"/>
                    <a:pt x="6168" y="7114"/>
                  </a:cubicBezTo>
                  <a:close/>
                  <a:moveTo>
                    <a:pt x="610" y="7244"/>
                  </a:moveTo>
                  <a:cubicBezTo>
                    <a:pt x="612" y="7250"/>
                    <a:pt x="618" y="7250"/>
                    <a:pt x="618" y="7250"/>
                  </a:cubicBezTo>
                  <a:cubicBezTo>
                    <a:pt x="618" y="7264"/>
                    <a:pt x="618" y="7272"/>
                    <a:pt x="614" y="7275"/>
                  </a:cubicBezTo>
                  <a:lnTo>
                    <a:pt x="614" y="7275"/>
                  </a:lnTo>
                  <a:cubicBezTo>
                    <a:pt x="613" y="7265"/>
                    <a:pt x="611" y="7255"/>
                    <a:pt x="610" y="7244"/>
                  </a:cubicBezTo>
                  <a:close/>
                  <a:moveTo>
                    <a:pt x="626" y="7340"/>
                  </a:moveTo>
                  <a:cubicBezTo>
                    <a:pt x="629" y="7351"/>
                    <a:pt x="632" y="7357"/>
                    <a:pt x="635" y="7360"/>
                  </a:cubicBezTo>
                  <a:cubicBezTo>
                    <a:pt x="632" y="7353"/>
                    <a:pt x="629" y="7346"/>
                    <a:pt x="626" y="7340"/>
                  </a:cubicBezTo>
                  <a:close/>
                  <a:moveTo>
                    <a:pt x="4965" y="7396"/>
                  </a:moveTo>
                  <a:cubicBezTo>
                    <a:pt x="4960" y="7398"/>
                    <a:pt x="4954" y="7400"/>
                    <a:pt x="4950" y="7402"/>
                  </a:cubicBezTo>
                  <a:cubicBezTo>
                    <a:pt x="4955" y="7401"/>
                    <a:pt x="4960" y="7398"/>
                    <a:pt x="4965" y="7396"/>
                  </a:cubicBezTo>
                  <a:close/>
                  <a:moveTo>
                    <a:pt x="4036" y="7419"/>
                  </a:moveTo>
                  <a:cubicBezTo>
                    <a:pt x="4037" y="7420"/>
                    <a:pt x="4038" y="7420"/>
                    <a:pt x="4039" y="7420"/>
                  </a:cubicBezTo>
                  <a:lnTo>
                    <a:pt x="4039" y="7420"/>
                  </a:lnTo>
                  <a:lnTo>
                    <a:pt x="4044" y="7419"/>
                  </a:lnTo>
                  <a:close/>
                  <a:moveTo>
                    <a:pt x="4492" y="7450"/>
                  </a:moveTo>
                  <a:cubicBezTo>
                    <a:pt x="4490" y="7451"/>
                    <a:pt x="4489" y="7453"/>
                    <a:pt x="4486" y="7453"/>
                  </a:cubicBezTo>
                  <a:lnTo>
                    <a:pt x="4486" y="7453"/>
                  </a:lnTo>
                  <a:cubicBezTo>
                    <a:pt x="4488" y="7452"/>
                    <a:pt x="4490" y="7451"/>
                    <a:pt x="4492" y="7450"/>
                  </a:cubicBezTo>
                  <a:close/>
                  <a:moveTo>
                    <a:pt x="3275" y="7512"/>
                  </a:moveTo>
                  <a:cubicBezTo>
                    <a:pt x="3274" y="7512"/>
                    <a:pt x="3274" y="7512"/>
                    <a:pt x="3273" y="7513"/>
                  </a:cubicBezTo>
                  <a:lnTo>
                    <a:pt x="3273" y="7513"/>
                  </a:lnTo>
                  <a:cubicBezTo>
                    <a:pt x="3274" y="7513"/>
                    <a:pt x="3274" y="7512"/>
                    <a:pt x="3275" y="7512"/>
                  </a:cubicBezTo>
                  <a:close/>
                  <a:moveTo>
                    <a:pt x="239" y="7289"/>
                  </a:moveTo>
                  <a:cubicBezTo>
                    <a:pt x="241" y="7289"/>
                    <a:pt x="244" y="7290"/>
                    <a:pt x="246" y="7293"/>
                  </a:cubicBezTo>
                  <a:cubicBezTo>
                    <a:pt x="238" y="7369"/>
                    <a:pt x="314" y="7360"/>
                    <a:pt x="280" y="7436"/>
                  </a:cubicBezTo>
                  <a:cubicBezTo>
                    <a:pt x="282" y="7437"/>
                    <a:pt x="284" y="7438"/>
                    <a:pt x="286" y="7438"/>
                  </a:cubicBezTo>
                  <a:cubicBezTo>
                    <a:pt x="299" y="7438"/>
                    <a:pt x="305" y="7416"/>
                    <a:pt x="305" y="7394"/>
                  </a:cubicBezTo>
                  <a:cubicBezTo>
                    <a:pt x="314" y="7402"/>
                    <a:pt x="322" y="7411"/>
                    <a:pt x="322" y="7411"/>
                  </a:cubicBezTo>
                  <a:cubicBezTo>
                    <a:pt x="331" y="7436"/>
                    <a:pt x="331" y="7462"/>
                    <a:pt x="331" y="7487"/>
                  </a:cubicBezTo>
                  <a:cubicBezTo>
                    <a:pt x="331" y="7512"/>
                    <a:pt x="331" y="7521"/>
                    <a:pt x="322" y="7521"/>
                  </a:cubicBezTo>
                  <a:cubicBezTo>
                    <a:pt x="280" y="7521"/>
                    <a:pt x="272" y="7428"/>
                    <a:pt x="238" y="7402"/>
                  </a:cubicBezTo>
                  <a:cubicBezTo>
                    <a:pt x="230" y="7380"/>
                    <a:pt x="223" y="7289"/>
                    <a:pt x="239" y="7289"/>
                  </a:cubicBezTo>
                  <a:close/>
                  <a:moveTo>
                    <a:pt x="3511" y="7377"/>
                  </a:moveTo>
                  <a:lnTo>
                    <a:pt x="3511" y="7377"/>
                  </a:lnTo>
                  <a:cubicBezTo>
                    <a:pt x="3376" y="7402"/>
                    <a:pt x="3232" y="7419"/>
                    <a:pt x="3089" y="7428"/>
                  </a:cubicBezTo>
                  <a:lnTo>
                    <a:pt x="3114" y="7462"/>
                  </a:lnTo>
                  <a:cubicBezTo>
                    <a:pt x="3086" y="7474"/>
                    <a:pt x="3072" y="7478"/>
                    <a:pt x="3065" y="7478"/>
                  </a:cubicBezTo>
                  <a:cubicBezTo>
                    <a:pt x="3046" y="7478"/>
                    <a:pt x="3088" y="7442"/>
                    <a:pt x="3050" y="7442"/>
                  </a:cubicBezTo>
                  <a:cubicBezTo>
                    <a:pt x="3045" y="7442"/>
                    <a:pt x="3038" y="7443"/>
                    <a:pt x="3029" y="7445"/>
                  </a:cubicBezTo>
                  <a:lnTo>
                    <a:pt x="2987" y="7479"/>
                  </a:lnTo>
                  <a:lnTo>
                    <a:pt x="2919" y="7521"/>
                  </a:lnTo>
                  <a:cubicBezTo>
                    <a:pt x="2970" y="7512"/>
                    <a:pt x="2945" y="7496"/>
                    <a:pt x="2995" y="7496"/>
                  </a:cubicBezTo>
                  <a:cubicBezTo>
                    <a:pt x="3047" y="7496"/>
                    <a:pt x="3015" y="7515"/>
                    <a:pt x="3000" y="7537"/>
                  </a:cubicBezTo>
                  <a:lnTo>
                    <a:pt x="3000" y="7537"/>
                  </a:lnTo>
                  <a:cubicBezTo>
                    <a:pt x="3013" y="7531"/>
                    <a:pt x="3029" y="7528"/>
                    <a:pt x="3029" y="7512"/>
                  </a:cubicBezTo>
                  <a:cubicBezTo>
                    <a:pt x="3037" y="7513"/>
                    <a:pt x="3045" y="7513"/>
                    <a:pt x="3052" y="7513"/>
                  </a:cubicBezTo>
                  <a:cubicBezTo>
                    <a:pt x="3176" y="7513"/>
                    <a:pt x="3131" y="7444"/>
                    <a:pt x="3292" y="7436"/>
                  </a:cubicBezTo>
                  <a:cubicBezTo>
                    <a:pt x="3297" y="7448"/>
                    <a:pt x="3305" y="7452"/>
                    <a:pt x="3315" y="7452"/>
                  </a:cubicBezTo>
                  <a:cubicBezTo>
                    <a:pt x="3348" y="7452"/>
                    <a:pt x="3403" y="7407"/>
                    <a:pt x="3442" y="7407"/>
                  </a:cubicBezTo>
                  <a:cubicBezTo>
                    <a:pt x="3452" y="7407"/>
                    <a:pt x="3462" y="7411"/>
                    <a:pt x="3469" y="7419"/>
                  </a:cubicBezTo>
                  <a:cubicBezTo>
                    <a:pt x="3402" y="7428"/>
                    <a:pt x="3325" y="7487"/>
                    <a:pt x="3334" y="7487"/>
                  </a:cubicBezTo>
                  <a:cubicBezTo>
                    <a:pt x="3402" y="7470"/>
                    <a:pt x="3461" y="7453"/>
                    <a:pt x="3528" y="7445"/>
                  </a:cubicBezTo>
                  <a:cubicBezTo>
                    <a:pt x="3486" y="7436"/>
                    <a:pt x="3486" y="7402"/>
                    <a:pt x="3511" y="7377"/>
                  </a:cubicBezTo>
                  <a:close/>
                  <a:moveTo>
                    <a:pt x="2732" y="7545"/>
                  </a:moveTo>
                  <a:lnTo>
                    <a:pt x="2732" y="7545"/>
                  </a:lnTo>
                  <a:cubicBezTo>
                    <a:pt x="2729" y="7546"/>
                    <a:pt x="2727" y="7546"/>
                    <a:pt x="2725" y="7546"/>
                  </a:cubicBezTo>
                  <a:cubicBezTo>
                    <a:pt x="2727" y="7546"/>
                    <a:pt x="2729" y="7546"/>
                    <a:pt x="2732" y="7545"/>
                  </a:cubicBezTo>
                  <a:close/>
                  <a:moveTo>
                    <a:pt x="3000" y="7537"/>
                  </a:moveTo>
                  <a:lnTo>
                    <a:pt x="3000" y="7537"/>
                  </a:lnTo>
                  <a:cubicBezTo>
                    <a:pt x="2995" y="7539"/>
                    <a:pt x="2991" y="7542"/>
                    <a:pt x="2989" y="7547"/>
                  </a:cubicBezTo>
                  <a:lnTo>
                    <a:pt x="2989" y="7547"/>
                  </a:lnTo>
                  <a:cubicBezTo>
                    <a:pt x="2991" y="7546"/>
                    <a:pt x="2994" y="7546"/>
                    <a:pt x="2995" y="7546"/>
                  </a:cubicBezTo>
                  <a:cubicBezTo>
                    <a:pt x="2996" y="7543"/>
                    <a:pt x="2998" y="7540"/>
                    <a:pt x="3000" y="7537"/>
                  </a:cubicBezTo>
                  <a:close/>
                  <a:moveTo>
                    <a:pt x="2268" y="7589"/>
                  </a:moveTo>
                  <a:lnTo>
                    <a:pt x="2204" y="7605"/>
                  </a:lnTo>
                  <a:lnTo>
                    <a:pt x="2204" y="7605"/>
                  </a:lnTo>
                  <a:cubicBezTo>
                    <a:pt x="2228" y="7604"/>
                    <a:pt x="2250" y="7602"/>
                    <a:pt x="2268" y="7589"/>
                  </a:cubicBezTo>
                  <a:close/>
                  <a:moveTo>
                    <a:pt x="4890" y="7648"/>
                  </a:moveTo>
                  <a:lnTo>
                    <a:pt x="4890" y="7648"/>
                  </a:lnTo>
                  <a:cubicBezTo>
                    <a:pt x="4885" y="7650"/>
                    <a:pt x="4882" y="7651"/>
                    <a:pt x="4881" y="7653"/>
                  </a:cubicBezTo>
                  <a:lnTo>
                    <a:pt x="4881" y="7653"/>
                  </a:lnTo>
                  <a:cubicBezTo>
                    <a:pt x="4883" y="7651"/>
                    <a:pt x="4887" y="7650"/>
                    <a:pt x="4890" y="7648"/>
                  </a:cubicBezTo>
                  <a:close/>
                  <a:moveTo>
                    <a:pt x="5043" y="7335"/>
                  </a:moveTo>
                  <a:lnTo>
                    <a:pt x="5017" y="7360"/>
                  </a:lnTo>
                  <a:cubicBezTo>
                    <a:pt x="4997" y="7373"/>
                    <a:pt x="4983" y="7387"/>
                    <a:pt x="4965" y="7396"/>
                  </a:cubicBezTo>
                  <a:lnTo>
                    <a:pt x="4965" y="7396"/>
                  </a:lnTo>
                  <a:cubicBezTo>
                    <a:pt x="4974" y="7393"/>
                    <a:pt x="4983" y="7391"/>
                    <a:pt x="4992" y="7391"/>
                  </a:cubicBezTo>
                  <a:cubicBezTo>
                    <a:pt x="4998" y="7391"/>
                    <a:pt x="5004" y="7392"/>
                    <a:pt x="5009" y="7394"/>
                  </a:cubicBezTo>
                  <a:lnTo>
                    <a:pt x="4890" y="7479"/>
                  </a:lnTo>
                  <a:lnTo>
                    <a:pt x="4890" y="7479"/>
                  </a:lnTo>
                  <a:cubicBezTo>
                    <a:pt x="4958" y="7470"/>
                    <a:pt x="4958" y="7419"/>
                    <a:pt x="5043" y="7402"/>
                  </a:cubicBezTo>
                  <a:lnTo>
                    <a:pt x="5043" y="7402"/>
                  </a:lnTo>
                  <a:cubicBezTo>
                    <a:pt x="5043" y="7436"/>
                    <a:pt x="5051" y="7453"/>
                    <a:pt x="4975" y="7504"/>
                  </a:cubicBezTo>
                  <a:cubicBezTo>
                    <a:pt x="4966" y="7505"/>
                    <a:pt x="4960" y="7505"/>
                    <a:pt x="4955" y="7505"/>
                  </a:cubicBezTo>
                  <a:cubicBezTo>
                    <a:pt x="4914" y="7505"/>
                    <a:pt x="4970" y="7479"/>
                    <a:pt x="4933" y="7479"/>
                  </a:cubicBezTo>
                  <a:cubicBezTo>
                    <a:pt x="4916" y="7495"/>
                    <a:pt x="4902" y="7499"/>
                    <a:pt x="4888" y="7499"/>
                  </a:cubicBezTo>
                  <a:cubicBezTo>
                    <a:pt x="4874" y="7499"/>
                    <a:pt x="4860" y="7495"/>
                    <a:pt x="4847" y="7495"/>
                  </a:cubicBezTo>
                  <a:cubicBezTo>
                    <a:pt x="4831" y="7495"/>
                    <a:pt x="4815" y="7500"/>
                    <a:pt x="4797" y="7521"/>
                  </a:cubicBezTo>
                  <a:cubicBezTo>
                    <a:pt x="4777" y="7528"/>
                    <a:pt x="4764" y="7530"/>
                    <a:pt x="4754" y="7530"/>
                  </a:cubicBezTo>
                  <a:cubicBezTo>
                    <a:pt x="4727" y="7530"/>
                    <a:pt x="4731" y="7510"/>
                    <a:pt x="4713" y="7504"/>
                  </a:cubicBezTo>
                  <a:cubicBezTo>
                    <a:pt x="4789" y="7487"/>
                    <a:pt x="4670" y="7487"/>
                    <a:pt x="4763" y="7453"/>
                  </a:cubicBezTo>
                  <a:cubicBezTo>
                    <a:pt x="4687" y="7453"/>
                    <a:pt x="4721" y="7504"/>
                    <a:pt x="4653" y="7504"/>
                  </a:cubicBezTo>
                  <a:lnTo>
                    <a:pt x="4637" y="7470"/>
                  </a:lnTo>
                  <a:cubicBezTo>
                    <a:pt x="4544" y="7479"/>
                    <a:pt x="4459" y="7496"/>
                    <a:pt x="4374" y="7529"/>
                  </a:cubicBezTo>
                  <a:cubicBezTo>
                    <a:pt x="4442" y="7538"/>
                    <a:pt x="4340" y="7563"/>
                    <a:pt x="4357" y="7580"/>
                  </a:cubicBezTo>
                  <a:cubicBezTo>
                    <a:pt x="4362" y="7560"/>
                    <a:pt x="4396" y="7552"/>
                    <a:pt x="4424" y="7552"/>
                  </a:cubicBezTo>
                  <a:cubicBezTo>
                    <a:pt x="4443" y="7552"/>
                    <a:pt x="4459" y="7556"/>
                    <a:pt x="4459" y="7563"/>
                  </a:cubicBezTo>
                  <a:cubicBezTo>
                    <a:pt x="4391" y="7589"/>
                    <a:pt x="4324" y="7605"/>
                    <a:pt x="4247" y="7614"/>
                  </a:cubicBezTo>
                  <a:lnTo>
                    <a:pt x="4357" y="7614"/>
                  </a:lnTo>
                  <a:cubicBezTo>
                    <a:pt x="4324" y="7639"/>
                    <a:pt x="4205" y="7707"/>
                    <a:pt x="4205" y="7707"/>
                  </a:cubicBezTo>
                  <a:cubicBezTo>
                    <a:pt x="4177" y="7707"/>
                    <a:pt x="4141" y="7711"/>
                    <a:pt x="4113" y="7711"/>
                  </a:cubicBezTo>
                  <a:cubicBezTo>
                    <a:pt x="4099" y="7711"/>
                    <a:pt x="4087" y="7710"/>
                    <a:pt x="4078" y="7707"/>
                  </a:cubicBezTo>
                  <a:lnTo>
                    <a:pt x="4146" y="7665"/>
                  </a:lnTo>
                  <a:lnTo>
                    <a:pt x="4180" y="7682"/>
                  </a:lnTo>
                  <a:lnTo>
                    <a:pt x="4214" y="7639"/>
                  </a:lnTo>
                  <a:lnTo>
                    <a:pt x="4214" y="7639"/>
                  </a:lnTo>
                  <a:cubicBezTo>
                    <a:pt x="4189" y="7643"/>
                    <a:pt x="4165" y="7645"/>
                    <a:pt x="4140" y="7645"/>
                  </a:cubicBezTo>
                  <a:cubicBezTo>
                    <a:pt x="4105" y="7645"/>
                    <a:pt x="4071" y="7641"/>
                    <a:pt x="4036" y="7631"/>
                  </a:cubicBezTo>
                  <a:cubicBezTo>
                    <a:pt x="4191" y="7590"/>
                    <a:pt x="4338" y="7534"/>
                    <a:pt x="4484" y="7454"/>
                  </a:cubicBezTo>
                  <a:lnTo>
                    <a:pt x="4484" y="7454"/>
                  </a:lnTo>
                  <a:lnTo>
                    <a:pt x="4484" y="7462"/>
                  </a:lnTo>
                  <a:cubicBezTo>
                    <a:pt x="4594" y="7436"/>
                    <a:pt x="4603" y="7428"/>
                    <a:pt x="4679" y="7394"/>
                  </a:cubicBezTo>
                  <a:lnTo>
                    <a:pt x="4679" y="7394"/>
                  </a:lnTo>
                  <a:lnTo>
                    <a:pt x="4653" y="7411"/>
                  </a:lnTo>
                  <a:cubicBezTo>
                    <a:pt x="4657" y="7414"/>
                    <a:pt x="4662" y="7415"/>
                    <a:pt x="4668" y="7415"/>
                  </a:cubicBezTo>
                  <a:cubicBezTo>
                    <a:pt x="4696" y="7415"/>
                    <a:pt x="4751" y="7389"/>
                    <a:pt x="4806" y="7369"/>
                  </a:cubicBezTo>
                  <a:cubicBezTo>
                    <a:pt x="4820" y="7355"/>
                    <a:pt x="4845" y="7341"/>
                    <a:pt x="4872" y="7341"/>
                  </a:cubicBezTo>
                  <a:cubicBezTo>
                    <a:pt x="4878" y="7341"/>
                    <a:pt x="4884" y="7342"/>
                    <a:pt x="4890" y="7343"/>
                  </a:cubicBezTo>
                  <a:lnTo>
                    <a:pt x="4882" y="7360"/>
                  </a:lnTo>
                  <a:cubicBezTo>
                    <a:pt x="4933" y="7360"/>
                    <a:pt x="4992" y="7352"/>
                    <a:pt x="5043" y="7335"/>
                  </a:cubicBezTo>
                  <a:close/>
                  <a:moveTo>
                    <a:pt x="2200" y="7589"/>
                  </a:moveTo>
                  <a:cubicBezTo>
                    <a:pt x="2150" y="7605"/>
                    <a:pt x="2099" y="7622"/>
                    <a:pt x="2048" y="7622"/>
                  </a:cubicBezTo>
                  <a:cubicBezTo>
                    <a:pt x="1997" y="7665"/>
                    <a:pt x="1938" y="7682"/>
                    <a:pt x="1870" y="7690"/>
                  </a:cubicBezTo>
                  <a:cubicBezTo>
                    <a:pt x="1849" y="7712"/>
                    <a:pt x="1816" y="7717"/>
                    <a:pt x="1781" y="7717"/>
                  </a:cubicBezTo>
                  <a:cubicBezTo>
                    <a:pt x="1739" y="7717"/>
                    <a:pt x="1693" y="7709"/>
                    <a:pt x="1660" y="7709"/>
                  </a:cubicBezTo>
                  <a:cubicBezTo>
                    <a:pt x="1646" y="7709"/>
                    <a:pt x="1633" y="7710"/>
                    <a:pt x="1625" y="7715"/>
                  </a:cubicBezTo>
                  <a:cubicBezTo>
                    <a:pt x="1615" y="7738"/>
                    <a:pt x="1629" y="7745"/>
                    <a:pt x="1652" y="7745"/>
                  </a:cubicBezTo>
                  <a:cubicBezTo>
                    <a:pt x="1684" y="7745"/>
                    <a:pt x="1735" y="7731"/>
                    <a:pt x="1765" y="7731"/>
                  </a:cubicBezTo>
                  <a:cubicBezTo>
                    <a:pt x="1770" y="7731"/>
                    <a:pt x="1774" y="7732"/>
                    <a:pt x="1777" y="7732"/>
                  </a:cubicBezTo>
                  <a:cubicBezTo>
                    <a:pt x="1735" y="7766"/>
                    <a:pt x="1684" y="7741"/>
                    <a:pt x="1727" y="7766"/>
                  </a:cubicBezTo>
                  <a:cubicBezTo>
                    <a:pt x="1705" y="7773"/>
                    <a:pt x="1689" y="7776"/>
                    <a:pt x="1677" y="7776"/>
                  </a:cubicBezTo>
                  <a:cubicBezTo>
                    <a:pt x="1648" y="7776"/>
                    <a:pt x="1643" y="7760"/>
                    <a:pt x="1624" y="7760"/>
                  </a:cubicBezTo>
                  <a:cubicBezTo>
                    <a:pt x="1614" y="7760"/>
                    <a:pt x="1602" y="7764"/>
                    <a:pt x="1583" y="7775"/>
                  </a:cubicBezTo>
                  <a:lnTo>
                    <a:pt x="1625" y="7775"/>
                  </a:lnTo>
                  <a:cubicBezTo>
                    <a:pt x="1600" y="7809"/>
                    <a:pt x="1532" y="7800"/>
                    <a:pt x="1490" y="7825"/>
                  </a:cubicBezTo>
                  <a:cubicBezTo>
                    <a:pt x="1490" y="7835"/>
                    <a:pt x="1495" y="7839"/>
                    <a:pt x="1505" y="7839"/>
                  </a:cubicBezTo>
                  <a:cubicBezTo>
                    <a:pt x="1529" y="7839"/>
                    <a:pt x="1579" y="7817"/>
                    <a:pt x="1633" y="7817"/>
                  </a:cubicBezTo>
                  <a:lnTo>
                    <a:pt x="1600" y="7851"/>
                  </a:lnTo>
                  <a:lnTo>
                    <a:pt x="1743" y="7800"/>
                  </a:lnTo>
                  <a:cubicBezTo>
                    <a:pt x="1786" y="7749"/>
                    <a:pt x="1743" y="7758"/>
                    <a:pt x="1828" y="7715"/>
                  </a:cubicBezTo>
                  <a:cubicBezTo>
                    <a:pt x="1862" y="7727"/>
                    <a:pt x="1889" y="7750"/>
                    <a:pt x="1897" y="7774"/>
                  </a:cubicBezTo>
                  <a:lnTo>
                    <a:pt x="1897" y="7774"/>
                  </a:lnTo>
                  <a:cubicBezTo>
                    <a:pt x="1964" y="7732"/>
                    <a:pt x="2032" y="7707"/>
                    <a:pt x="2107" y="7707"/>
                  </a:cubicBezTo>
                  <a:lnTo>
                    <a:pt x="2073" y="7724"/>
                  </a:lnTo>
                  <a:cubicBezTo>
                    <a:pt x="2116" y="7724"/>
                    <a:pt x="2166" y="7707"/>
                    <a:pt x="2200" y="7673"/>
                  </a:cubicBezTo>
                  <a:cubicBezTo>
                    <a:pt x="2200" y="7682"/>
                    <a:pt x="2209" y="7690"/>
                    <a:pt x="2217" y="7690"/>
                  </a:cubicBezTo>
                  <a:cubicBezTo>
                    <a:pt x="2285" y="7673"/>
                    <a:pt x="2319" y="7639"/>
                    <a:pt x="2276" y="7622"/>
                  </a:cubicBezTo>
                  <a:lnTo>
                    <a:pt x="2276" y="7622"/>
                  </a:lnTo>
                  <a:lnTo>
                    <a:pt x="2259" y="7639"/>
                  </a:lnTo>
                  <a:lnTo>
                    <a:pt x="2209" y="7614"/>
                  </a:lnTo>
                  <a:cubicBezTo>
                    <a:pt x="2192" y="7673"/>
                    <a:pt x="2056" y="7665"/>
                    <a:pt x="1980" y="7699"/>
                  </a:cubicBezTo>
                  <a:cubicBezTo>
                    <a:pt x="2022" y="7677"/>
                    <a:pt x="2053" y="7633"/>
                    <a:pt x="2106" y="7633"/>
                  </a:cubicBezTo>
                  <a:cubicBezTo>
                    <a:pt x="2116" y="7633"/>
                    <a:pt x="2128" y="7635"/>
                    <a:pt x="2141" y="7639"/>
                  </a:cubicBezTo>
                  <a:lnTo>
                    <a:pt x="2133" y="7614"/>
                  </a:lnTo>
                  <a:cubicBezTo>
                    <a:pt x="2156" y="7606"/>
                    <a:pt x="2179" y="7606"/>
                    <a:pt x="2200" y="7605"/>
                  </a:cubicBezTo>
                  <a:lnTo>
                    <a:pt x="2200" y="7605"/>
                  </a:lnTo>
                  <a:lnTo>
                    <a:pt x="2200" y="7605"/>
                  </a:lnTo>
                  <a:lnTo>
                    <a:pt x="2204" y="7605"/>
                  </a:lnTo>
                  <a:lnTo>
                    <a:pt x="2204" y="7605"/>
                  </a:lnTo>
                  <a:cubicBezTo>
                    <a:pt x="2203" y="7605"/>
                    <a:pt x="2202" y="7605"/>
                    <a:pt x="2200" y="7605"/>
                  </a:cubicBezTo>
                  <a:lnTo>
                    <a:pt x="2200" y="7605"/>
                  </a:lnTo>
                  <a:lnTo>
                    <a:pt x="2200" y="7589"/>
                  </a:lnTo>
                  <a:close/>
                  <a:moveTo>
                    <a:pt x="2395" y="7869"/>
                  </a:moveTo>
                  <a:cubicBezTo>
                    <a:pt x="2389" y="7871"/>
                    <a:pt x="2384" y="7874"/>
                    <a:pt x="2378" y="7876"/>
                  </a:cubicBezTo>
                  <a:cubicBezTo>
                    <a:pt x="2385" y="7873"/>
                    <a:pt x="2390" y="7871"/>
                    <a:pt x="2395" y="7869"/>
                  </a:cubicBezTo>
                  <a:close/>
                  <a:moveTo>
                    <a:pt x="3258" y="7885"/>
                  </a:moveTo>
                  <a:cubicBezTo>
                    <a:pt x="3254" y="7885"/>
                    <a:pt x="3252" y="7886"/>
                    <a:pt x="3251" y="7888"/>
                  </a:cubicBezTo>
                  <a:lnTo>
                    <a:pt x="3251" y="7888"/>
                  </a:lnTo>
                  <a:cubicBezTo>
                    <a:pt x="3253" y="7887"/>
                    <a:pt x="3255" y="7886"/>
                    <a:pt x="3258" y="7885"/>
                  </a:cubicBezTo>
                  <a:close/>
                  <a:moveTo>
                    <a:pt x="466" y="7605"/>
                  </a:moveTo>
                  <a:cubicBezTo>
                    <a:pt x="483" y="7707"/>
                    <a:pt x="517" y="7809"/>
                    <a:pt x="585" y="7885"/>
                  </a:cubicBezTo>
                  <a:cubicBezTo>
                    <a:pt x="585" y="7885"/>
                    <a:pt x="585" y="7876"/>
                    <a:pt x="585" y="7868"/>
                  </a:cubicBezTo>
                  <a:cubicBezTo>
                    <a:pt x="601" y="7893"/>
                    <a:pt x="635" y="7902"/>
                    <a:pt x="635" y="7927"/>
                  </a:cubicBezTo>
                  <a:cubicBezTo>
                    <a:pt x="601" y="7927"/>
                    <a:pt x="559" y="7910"/>
                    <a:pt x="534" y="7893"/>
                  </a:cubicBezTo>
                  <a:cubicBezTo>
                    <a:pt x="483" y="7876"/>
                    <a:pt x="441" y="7842"/>
                    <a:pt x="398" y="7809"/>
                  </a:cubicBezTo>
                  <a:cubicBezTo>
                    <a:pt x="365" y="7749"/>
                    <a:pt x="348" y="7682"/>
                    <a:pt x="339" y="7614"/>
                  </a:cubicBezTo>
                  <a:lnTo>
                    <a:pt x="339" y="7614"/>
                  </a:lnTo>
                  <a:lnTo>
                    <a:pt x="348" y="7639"/>
                  </a:lnTo>
                  <a:cubicBezTo>
                    <a:pt x="389" y="7776"/>
                    <a:pt x="430" y="7825"/>
                    <a:pt x="448" y="7825"/>
                  </a:cubicBezTo>
                  <a:cubicBezTo>
                    <a:pt x="453" y="7825"/>
                    <a:pt x="456" y="7822"/>
                    <a:pt x="458" y="7817"/>
                  </a:cubicBezTo>
                  <a:cubicBezTo>
                    <a:pt x="466" y="7792"/>
                    <a:pt x="449" y="7707"/>
                    <a:pt x="466" y="7605"/>
                  </a:cubicBezTo>
                  <a:close/>
                  <a:moveTo>
                    <a:pt x="568" y="8012"/>
                  </a:moveTo>
                  <a:lnTo>
                    <a:pt x="568" y="8012"/>
                  </a:lnTo>
                  <a:cubicBezTo>
                    <a:pt x="593" y="8020"/>
                    <a:pt x="610" y="8037"/>
                    <a:pt x="635" y="8045"/>
                  </a:cubicBezTo>
                  <a:cubicBezTo>
                    <a:pt x="627" y="8049"/>
                    <a:pt x="623" y="8055"/>
                    <a:pt x="616" y="8055"/>
                  </a:cubicBezTo>
                  <a:cubicBezTo>
                    <a:pt x="608" y="8055"/>
                    <a:pt x="596" y="8048"/>
                    <a:pt x="572" y="8024"/>
                  </a:cubicBezTo>
                  <a:lnTo>
                    <a:pt x="572" y="8024"/>
                  </a:lnTo>
                  <a:cubicBezTo>
                    <a:pt x="576" y="8020"/>
                    <a:pt x="574" y="8018"/>
                    <a:pt x="568" y="8012"/>
                  </a:cubicBezTo>
                  <a:close/>
                  <a:moveTo>
                    <a:pt x="3943" y="7605"/>
                  </a:moveTo>
                  <a:cubicBezTo>
                    <a:pt x="3892" y="7631"/>
                    <a:pt x="3884" y="7648"/>
                    <a:pt x="3909" y="7656"/>
                  </a:cubicBezTo>
                  <a:cubicBezTo>
                    <a:pt x="3892" y="7665"/>
                    <a:pt x="3875" y="7673"/>
                    <a:pt x="3841" y="7690"/>
                  </a:cubicBezTo>
                  <a:cubicBezTo>
                    <a:pt x="3824" y="7696"/>
                    <a:pt x="3779" y="7710"/>
                    <a:pt x="3747" y="7710"/>
                  </a:cubicBezTo>
                  <a:cubicBezTo>
                    <a:pt x="3732" y="7710"/>
                    <a:pt x="3720" y="7707"/>
                    <a:pt x="3715" y="7699"/>
                  </a:cubicBezTo>
                  <a:cubicBezTo>
                    <a:pt x="3782" y="7682"/>
                    <a:pt x="3774" y="7682"/>
                    <a:pt x="3740" y="7673"/>
                  </a:cubicBezTo>
                  <a:lnTo>
                    <a:pt x="3740" y="7673"/>
                  </a:lnTo>
                  <a:cubicBezTo>
                    <a:pt x="3681" y="7707"/>
                    <a:pt x="3562" y="7715"/>
                    <a:pt x="3579" y="7758"/>
                  </a:cubicBezTo>
                  <a:cubicBezTo>
                    <a:pt x="3548" y="7763"/>
                    <a:pt x="3534" y="7765"/>
                    <a:pt x="3527" y="7765"/>
                  </a:cubicBezTo>
                  <a:cubicBezTo>
                    <a:pt x="3511" y="7765"/>
                    <a:pt x="3523" y="7758"/>
                    <a:pt x="3478" y="7758"/>
                  </a:cubicBezTo>
                  <a:cubicBezTo>
                    <a:pt x="3469" y="7741"/>
                    <a:pt x="3495" y="7732"/>
                    <a:pt x="3511" y="7715"/>
                  </a:cubicBezTo>
                  <a:lnTo>
                    <a:pt x="3511" y="7715"/>
                  </a:lnTo>
                  <a:lnTo>
                    <a:pt x="3258" y="7783"/>
                  </a:lnTo>
                  <a:cubicBezTo>
                    <a:pt x="3249" y="7817"/>
                    <a:pt x="3427" y="7775"/>
                    <a:pt x="3342" y="7834"/>
                  </a:cubicBezTo>
                  <a:cubicBezTo>
                    <a:pt x="3325" y="7851"/>
                    <a:pt x="3342" y="7893"/>
                    <a:pt x="3249" y="7893"/>
                  </a:cubicBezTo>
                  <a:cubicBezTo>
                    <a:pt x="3249" y="7893"/>
                    <a:pt x="3249" y="7890"/>
                    <a:pt x="3251" y="7888"/>
                  </a:cubicBezTo>
                  <a:lnTo>
                    <a:pt x="3251" y="7888"/>
                  </a:lnTo>
                  <a:cubicBezTo>
                    <a:pt x="3238" y="7894"/>
                    <a:pt x="3228" y="7895"/>
                    <a:pt x="3218" y="7895"/>
                  </a:cubicBezTo>
                  <a:cubicBezTo>
                    <a:pt x="3205" y="7895"/>
                    <a:pt x="3190" y="7893"/>
                    <a:pt x="3165" y="7893"/>
                  </a:cubicBezTo>
                  <a:cubicBezTo>
                    <a:pt x="3148" y="7868"/>
                    <a:pt x="3215" y="7859"/>
                    <a:pt x="3241" y="7834"/>
                  </a:cubicBezTo>
                  <a:lnTo>
                    <a:pt x="3241" y="7834"/>
                  </a:lnTo>
                  <a:cubicBezTo>
                    <a:pt x="3215" y="7851"/>
                    <a:pt x="3182" y="7859"/>
                    <a:pt x="3156" y="7868"/>
                  </a:cubicBezTo>
                  <a:lnTo>
                    <a:pt x="3156" y="7859"/>
                  </a:lnTo>
                  <a:lnTo>
                    <a:pt x="3063" y="7885"/>
                  </a:lnTo>
                  <a:cubicBezTo>
                    <a:pt x="3055" y="7891"/>
                    <a:pt x="3055" y="7893"/>
                    <a:pt x="3059" y="7893"/>
                  </a:cubicBezTo>
                  <a:cubicBezTo>
                    <a:pt x="3070" y="7893"/>
                    <a:pt x="3108" y="7881"/>
                    <a:pt x="3127" y="7881"/>
                  </a:cubicBezTo>
                  <a:cubicBezTo>
                    <a:pt x="3133" y="7881"/>
                    <a:pt x="3138" y="7882"/>
                    <a:pt x="3139" y="7885"/>
                  </a:cubicBezTo>
                  <a:lnTo>
                    <a:pt x="3089" y="7910"/>
                  </a:lnTo>
                  <a:cubicBezTo>
                    <a:pt x="3014" y="7935"/>
                    <a:pt x="2935" y="7951"/>
                    <a:pt x="2855" y="7951"/>
                  </a:cubicBezTo>
                  <a:cubicBezTo>
                    <a:pt x="2826" y="7951"/>
                    <a:pt x="2797" y="7948"/>
                    <a:pt x="2767" y="7944"/>
                  </a:cubicBezTo>
                  <a:cubicBezTo>
                    <a:pt x="2682" y="7944"/>
                    <a:pt x="2725" y="7969"/>
                    <a:pt x="2708" y="7995"/>
                  </a:cubicBezTo>
                  <a:cubicBezTo>
                    <a:pt x="2666" y="8020"/>
                    <a:pt x="2615" y="8003"/>
                    <a:pt x="2572" y="8020"/>
                  </a:cubicBezTo>
                  <a:cubicBezTo>
                    <a:pt x="2581" y="8045"/>
                    <a:pt x="2522" y="8054"/>
                    <a:pt x="2522" y="8079"/>
                  </a:cubicBezTo>
                  <a:lnTo>
                    <a:pt x="2446" y="8088"/>
                  </a:lnTo>
                  <a:cubicBezTo>
                    <a:pt x="2436" y="8099"/>
                    <a:pt x="2439" y="8103"/>
                    <a:pt x="2449" y="8103"/>
                  </a:cubicBezTo>
                  <a:cubicBezTo>
                    <a:pt x="2469" y="8103"/>
                    <a:pt x="2521" y="8085"/>
                    <a:pt x="2549" y="8085"/>
                  </a:cubicBezTo>
                  <a:cubicBezTo>
                    <a:pt x="2556" y="8085"/>
                    <a:pt x="2561" y="8085"/>
                    <a:pt x="2564" y="8088"/>
                  </a:cubicBezTo>
                  <a:cubicBezTo>
                    <a:pt x="2615" y="8113"/>
                    <a:pt x="2505" y="8105"/>
                    <a:pt x="2539" y="8130"/>
                  </a:cubicBezTo>
                  <a:cubicBezTo>
                    <a:pt x="2598" y="8113"/>
                    <a:pt x="2589" y="8088"/>
                    <a:pt x="2623" y="8079"/>
                  </a:cubicBezTo>
                  <a:cubicBezTo>
                    <a:pt x="2633" y="8077"/>
                    <a:pt x="2642" y="8076"/>
                    <a:pt x="2650" y="8076"/>
                  </a:cubicBezTo>
                  <a:cubicBezTo>
                    <a:pt x="2670" y="8076"/>
                    <a:pt x="2682" y="8082"/>
                    <a:pt x="2682" y="8088"/>
                  </a:cubicBezTo>
                  <a:cubicBezTo>
                    <a:pt x="2581" y="8096"/>
                    <a:pt x="2632" y="8130"/>
                    <a:pt x="2556" y="8138"/>
                  </a:cubicBezTo>
                  <a:lnTo>
                    <a:pt x="2556" y="8130"/>
                  </a:lnTo>
                  <a:cubicBezTo>
                    <a:pt x="2556" y="8155"/>
                    <a:pt x="2446" y="8155"/>
                    <a:pt x="2403" y="8181"/>
                  </a:cubicBezTo>
                  <a:cubicBezTo>
                    <a:pt x="2319" y="8164"/>
                    <a:pt x="2463" y="8130"/>
                    <a:pt x="2463" y="8122"/>
                  </a:cubicBezTo>
                  <a:lnTo>
                    <a:pt x="2463" y="8122"/>
                  </a:lnTo>
                  <a:lnTo>
                    <a:pt x="2361" y="8147"/>
                  </a:lnTo>
                  <a:cubicBezTo>
                    <a:pt x="2403" y="8122"/>
                    <a:pt x="2353" y="8113"/>
                    <a:pt x="2412" y="8079"/>
                  </a:cubicBezTo>
                  <a:lnTo>
                    <a:pt x="2412" y="8079"/>
                  </a:lnTo>
                  <a:cubicBezTo>
                    <a:pt x="2378" y="8092"/>
                    <a:pt x="2359" y="8092"/>
                    <a:pt x="2341" y="8092"/>
                  </a:cubicBezTo>
                  <a:cubicBezTo>
                    <a:pt x="2323" y="8092"/>
                    <a:pt x="2306" y="8092"/>
                    <a:pt x="2276" y="8105"/>
                  </a:cubicBezTo>
                  <a:cubicBezTo>
                    <a:pt x="2336" y="8054"/>
                    <a:pt x="2183" y="8088"/>
                    <a:pt x="2175" y="8062"/>
                  </a:cubicBezTo>
                  <a:cubicBezTo>
                    <a:pt x="2204" y="8054"/>
                    <a:pt x="2236" y="8050"/>
                    <a:pt x="2268" y="8050"/>
                  </a:cubicBezTo>
                  <a:cubicBezTo>
                    <a:pt x="2300" y="8050"/>
                    <a:pt x="2331" y="8054"/>
                    <a:pt x="2361" y="8062"/>
                  </a:cubicBezTo>
                  <a:cubicBezTo>
                    <a:pt x="2361" y="8054"/>
                    <a:pt x="2446" y="8045"/>
                    <a:pt x="2479" y="8045"/>
                  </a:cubicBezTo>
                  <a:lnTo>
                    <a:pt x="2522" y="8003"/>
                  </a:lnTo>
                  <a:cubicBezTo>
                    <a:pt x="2488" y="8003"/>
                    <a:pt x="2443" y="8018"/>
                    <a:pt x="2421" y="8018"/>
                  </a:cubicBezTo>
                  <a:cubicBezTo>
                    <a:pt x="2411" y="8018"/>
                    <a:pt x="2406" y="8014"/>
                    <a:pt x="2412" y="8003"/>
                  </a:cubicBezTo>
                  <a:lnTo>
                    <a:pt x="2412" y="8003"/>
                  </a:lnTo>
                  <a:lnTo>
                    <a:pt x="2336" y="8037"/>
                  </a:lnTo>
                  <a:cubicBezTo>
                    <a:pt x="2378" y="7995"/>
                    <a:pt x="2420" y="7961"/>
                    <a:pt x="2471" y="7935"/>
                  </a:cubicBezTo>
                  <a:cubicBezTo>
                    <a:pt x="2460" y="7934"/>
                    <a:pt x="2449" y="7934"/>
                    <a:pt x="2439" y="7934"/>
                  </a:cubicBezTo>
                  <a:cubicBezTo>
                    <a:pt x="2314" y="7934"/>
                    <a:pt x="2224" y="8013"/>
                    <a:pt x="2124" y="8013"/>
                  </a:cubicBezTo>
                  <a:cubicBezTo>
                    <a:pt x="2116" y="8013"/>
                    <a:pt x="2107" y="8013"/>
                    <a:pt x="2099" y="8012"/>
                  </a:cubicBezTo>
                  <a:lnTo>
                    <a:pt x="2116" y="8003"/>
                  </a:lnTo>
                  <a:lnTo>
                    <a:pt x="2116" y="8003"/>
                  </a:lnTo>
                  <a:cubicBezTo>
                    <a:pt x="2040" y="8019"/>
                    <a:pt x="1982" y="8026"/>
                    <a:pt x="1935" y="8026"/>
                  </a:cubicBezTo>
                  <a:cubicBezTo>
                    <a:pt x="1836" y="8026"/>
                    <a:pt x="1792" y="7995"/>
                    <a:pt x="1752" y="7961"/>
                  </a:cubicBezTo>
                  <a:lnTo>
                    <a:pt x="1853" y="7944"/>
                  </a:lnTo>
                  <a:lnTo>
                    <a:pt x="1862" y="7969"/>
                  </a:lnTo>
                  <a:cubicBezTo>
                    <a:pt x="2023" y="7961"/>
                    <a:pt x="2133" y="7868"/>
                    <a:pt x="2302" y="7851"/>
                  </a:cubicBezTo>
                  <a:lnTo>
                    <a:pt x="2302" y="7851"/>
                  </a:lnTo>
                  <a:cubicBezTo>
                    <a:pt x="2285" y="7885"/>
                    <a:pt x="2217" y="7876"/>
                    <a:pt x="2226" y="7893"/>
                  </a:cubicBezTo>
                  <a:cubicBezTo>
                    <a:pt x="2315" y="7878"/>
                    <a:pt x="2306" y="7831"/>
                    <a:pt x="2377" y="7831"/>
                  </a:cubicBezTo>
                  <a:cubicBezTo>
                    <a:pt x="2387" y="7831"/>
                    <a:pt x="2398" y="7832"/>
                    <a:pt x="2412" y="7834"/>
                  </a:cubicBezTo>
                  <a:cubicBezTo>
                    <a:pt x="2276" y="7858"/>
                    <a:pt x="2481" y="7829"/>
                    <a:pt x="2395" y="7869"/>
                  </a:cubicBezTo>
                  <a:lnTo>
                    <a:pt x="2395" y="7869"/>
                  </a:lnTo>
                  <a:cubicBezTo>
                    <a:pt x="2561" y="7801"/>
                    <a:pt x="2754" y="7816"/>
                    <a:pt x="2860" y="7792"/>
                  </a:cubicBezTo>
                  <a:cubicBezTo>
                    <a:pt x="2835" y="7783"/>
                    <a:pt x="2911" y="7749"/>
                    <a:pt x="2911" y="7749"/>
                  </a:cubicBezTo>
                  <a:cubicBezTo>
                    <a:pt x="2945" y="7749"/>
                    <a:pt x="2936" y="7775"/>
                    <a:pt x="2911" y="7775"/>
                  </a:cubicBezTo>
                  <a:cubicBezTo>
                    <a:pt x="2970" y="7775"/>
                    <a:pt x="2979" y="7792"/>
                    <a:pt x="2979" y="7817"/>
                  </a:cubicBezTo>
                  <a:lnTo>
                    <a:pt x="2860" y="7842"/>
                  </a:lnTo>
                  <a:cubicBezTo>
                    <a:pt x="2902" y="7842"/>
                    <a:pt x="2928" y="7851"/>
                    <a:pt x="2962" y="7851"/>
                  </a:cubicBezTo>
                  <a:cubicBezTo>
                    <a:pt x="2979" y="7851"/>
                    <a:pt x="2995" y="7842"/>
                    <a:pt x="3012" y="7834"/>
                  </a:cubicBezTo>
                  <a:cubicBezTo>
                    <a:pt x="3038" y="7825"/>
                    <a:pt x="3029" y="7825"/>
                    <a:pt x="3029" y="7809"/>
                  </a:cubicBezTo>
                  <a:lnTo>
                    <a:pt x="3165" y="7715"/>
                  </a:lnTo>
                  <a:lnTo>
                    <a:pt x="3165" y="7724"/>
                  </a:lnTo>
                  <a:lnTo>
                    <a:pt x="3300" y="7690"/>
                  </a:lnTo>
                  <a:lnTo>
                    <a:pt x="3283" y="7707"/>
                  </a:lnTo>
                  <a:lnTo>
                    <a:pt x="3359" y="7673"/>
                  </a:lnTo>
                  <a:cubicBezTo>
                    <a:pt x="3359" y="7686"/>
                    <a:pt x="3366" y="7686"/>
                    <a:pt x="3372" y="7686"/>
                  </a:cubicBezTo>
                  <a:cubicBezTo>
                    <a:pt x="3378" y="7686"/>
                    <a:pt x="3385" y="7686"/>
                    <a:pt x="3385" y="7699"/>
                  </a:cubicBezTo>
                  <a:cubicBezTo>
                    <a:pt x="3394" y="7704"/>
                    <a:pt x="3404" y="7706"/>
                    <a:pt x="3415" y="7706"/>
                  </a:cubicBezTo>
                  <a:cubicBezTo>
                    <a:pt x="3478" y="7706"/>
                    <a:pt x="3571" y="7639"/>
                    <a:pt x="3664" y="7639"/>
                  </a:cubicBezTo>
                  <a:lnTo>
                    <a:pt x="3647" y="7656"/>
                  </a:lnTo>
                  <a:cubicBezTo>
                    <a:pt x="3740" y="7622"/>
                    <a:pt x="3841" y="7605"/>
                    <a:pt x="3943" y="7605"/>
                  </a:cubicBezTo>
                  <a:close/>
                  <a:moveTo>
                    <a:pt x="1261" y="8198"/>
                  </a:moveTo>
                  <a:cubicBezTo>
                    <a:pt x="1259" y="8199"/>
                    <a:pt x="1259" y="8200"/>
                    <a:pt x="1261" y="8202"/>
                  </a:cubicBezTo>
                  <a:lnTo>
                    <a:pt x="1261" y="8202"/>
                  </a:lnTo>
                  <a:cubicBezTo>
                    <a:pt x="1261" y="8200"/>
                    <a:pt x="1261" y="8199"/>
                    <a:pt x="1261" y="8198"/>
                  </a:cubicBezTo>
                  <a:close/>
                  <a:moveTo>
                    <a:pt x="1683" y="8236"/>
                  </a:moveTo>
                  <a:cubicBezTo>
                    <a:pt x="1679" y="8237"/>
                    <a:pt x="1673" y="8238"/>
                    <a:pt x="1667" y="8240"/>
                  </a:cubicBezTo>
                  <a:cubicBezTo>
                    <a:pt x="1674" y="8240"/>
                    <a:pt x="1680" y="8238"/>
                    <a:pt x="1683" y="8236"/>
                  </a:cubicBezTo>
                  <a:close/>
                  <a:moveTo>
                    <a:pt x="1439" y="8037"/>
                  </a:moveTo>
                  <a:lnTo>
                    <a:pt x="1439" y="8045"/>
                  </a:lnTo>
                  <a:cubicBezTo>
                    <a:pt x="1456" y="8071"/>
                    <a:pt x="1456" y="8096"/>
                    <a:pt x="1430" y="8096"/>
                  </a:cubicBezTo>
                  <a:lnTo>
                    <a:pt x="1481" y="8105"/>
                  </a:lnTo>
                  <a:lnTo>
                    <a:pt x="1405" y="8130"/>
                  </a:lnTo>
                  <a:cubicBezTo>
                    <a:pt x="1411" y="8132"/>
                    <a:pt x="1417" y="8133"/>
                    <a:pt x="1424" y="8133"/>
                  </a:cubicBezTo>
                  <a:cubicBezTo>
                    <a:pt x="1454" y="8133"/>
                    <a:pt x="1483" y="8110"/>
                    <a:pt x="1513" y="8110"/>
                  </a:cubicBezTo>
                  <a:cubicBezTo>
                    <a:pt x="1520" y="8110"/>
                    <a:pt x="1526" y="8111"/>
                    <a:pt x="1532" y="8113"/>
                  </a:cubicBezTo>
                  <a:cubicBezTo>
                    <a:pt x="1583" y="8122"/>
                    <a:pt x="1439" y="8147"/>
                    <a:pt x="1388" y="8198"/>
                  </a:cubicBezTo>
                  <a:cubicBezTo>
                    <a:pt x="1372" y="8208"/>
                    <a:pt x="1346" y="8211"/>
                    <a:pt x="1322" y="8211"/>
                  </a:cubicBezTo>
                  <a:cubicBezTo>
                    <a:pt x="1293" y="8211"/>
                    <a:pt x="1267" y="8206"/>
                    <a:pt x="1261" y="8202"/>
                  </a:cubicBezTo>
                  <a:lnTo>
                    <a:pt x="1261" y="8202"/>
                  </a:lnTo>
                  <a:cubicBezTo>
                    <a:pt x="1251" y="8239"/>
                    <a:pt x="1107" y="8232"/>
                    <a:pt x="1050" y="8248"/>
                  </a:cubicBezTo>
                  <a:cubicBezTo>
                    <a:pt x="1039" y="8251"/>
                    <a:pt x="1029" y="8252"/>
                    <a:pt x="1018" y="8252"/>
                  </a:cubicBezTo>
                  <a:cubicBezTo>
                    <a:pt x="987" y="8252"/>
                    <a:pt x="957" y="8242"/>
                    <a:pt x="931" y="8223"/>
                  </a:cubicBezTo>
                  <a:cubicBezTo>
                    <a:pt x="898" y="8198"/>
                    <a:pt x="864" y="8189"/>
                    <a:pt x="830" y="8189"/>
                  </a:cubicBezTo>
                  <a:lnTo>
                    <a:pt x="864" y="8223"/>
                  </a:lnTo>
                  <a:cubicBezTo>
                    <a:pt x="762" y="8223"/>
                    <a:pt x="661" y="8181"/>
                    <a:pt x="585" y="8113"/>
                  </a:cubicBezTo>
                  <a:cubicBezTo>
                    <a:pt x="585" y="8109"/>
                    <a:pt x="586" y="8107"/>
                    <a:pt x="588" y="8107"/>
                  </a:cubicBezTo>
                  <a:cubicBezTo>
                    <a:pt x="598" y="8107"/>
                    <a:pt x="634" y="8155"/>
                    <a:pt x="669" y="8155"/>
                  </a:cubicBezTo>
                  <a:cubicBezTo>
                    <a:pt x="652" y="8138"/>
                    <a:pt x="635" y="8122"/>
                    <a:pt x="627" y="8096"/>
                  </a:cubicBezTo>
                  <a:lnTo>
                    <a:pt x="627" y="8096"/>
                  </a:lnTo>
                  <a:cubicBezTo>
                    <a:pt x="652" y="8113"/>
                    <a:pt x="711" y="8113"/>
                    <a:pt x="694" y="8138"/>
                  </a:cubicBezTo>
                  <a:cubicBezTo>
                    <a:pt x="703" y="8130"/>
                    <a:pt x="754" y="8122"/>
                    <a:pt x="678" y="8105"/>
                  </a:cubicBezTo>
                  <a:lnTo>
                    <a:pt x="737" y="8105"/>
                  </a:lnTo>
                  <a:cubicBezTo>
                    <a:pt x="728" y="8096"/>
                    <a:pt x="728" y="8096"/>
                    <a:pt x="728" y="8088"/>
                  </a:cubicBezTo>
                  <a:lnTo>
                    <a:pt x="728" y="8088"/>
                  </a:lnTo>
                  <a:lnTo>
                    <a:pt x="779" y="8105"/>
                  </a:lnTo>
                  <a:cubicBezTo>
                    <a:pt x="804" y="8122"/>
                    <a:pt x="830" y="8138"/>
                    <a:pt x="855" y="8155"/>
                  </a:cubicBezTo>
                  <a:lnTo>
                    <a:pt x="804" y="8155"/>
                  </a:lnTo>
                  <a:cubicBezTo>
                    <a:pt x="838" y="8172"/>
                    <a:pt x="889" y="8181"/>
                    <a:pt x="931" y="8181"/>
                  </a:cubicBezTo>
                  <a:cubicBezTo>
                    <a:pt x="847" y="8164"/>
                    <a:pt x="898" y="8155"/>
                    <a:pt x="881" y="8130"/>
                  </a:cubicBezTo>
                  <a:lnTo>
                    <a:pt x="1041" y="8130"/>
                  </a:lnTo>
                  <a:cubicBezTo>
                    <a:pt x="1101" y="8138"/>
                    <a:pt x="1160" y="8164"/>
                    <a:pt x="1117" y="8181"/>
                  </a:cubicBezTo>
                  <a:cubicBezTo>
                    <a:pt x="1160" y="8172"/>
                    <a:pt x="1211" y="8181"/>
                    <a:pt x="1253" y="8147"/>
                  </a:cubicBezTo>
                  <a:lnTo>
                    <a:pt x="1253" y="8147"/>
                  </a:lnTo>
                  <a:cubicBezTo>
                    <a:pt x="1241" y="8152"/>
                    <a:pt x="1232" y="8155"/>
                    <a:pt x="1226" y="8155"/>
                  </a:cubicBezTo>
                  <a:cubicBezTo>
                    <a:pt x="1204" y="8155"/>
                    <a:pt x="1219" y="8123"/>
                    <a:pt x="1192" y="8123"/>
                  </a:cubicBezTo>
                  <a:cubicBezTo>
                    <a:pt x="1183" y="8123"/>
                    <a:pt x="1167" y="8127"/>
                    <a:pt x="1143" y="8138"/>
                  </a:cubicBezTo>
                  <a:cubicBezTo>
                    <a:pt x="1123" y="8113"/>
                    <a:pt x="1156" y="8106"/>
                    <a:pt x="1199" y="8106"/>
                  </a:cubicBezTo>
                  <a:cubicBezTo>
                    <a:pt x="1228" y="8106"/>
                    <a:pt x="1262" y="8110"/>
                    <a:pt x="1287" y="8113"/>
                  </a:cubicBezTo>
                  <a:cubicBezTo>
                    <a:pt x="1261" y="8122"/>
                    <a:pt x="1278" y="8130"/>
                    <a:pt x="1278" y="8147"/>
                  </a:cubicBezTo>
                  <a:cubicBezTo>
                    <a:pt x="1363" y="8122"/>
                    <a:pt x="1320" y="8096"/>
                    <a:pt x="1261" y="8096"/>
                  </a:cubicBezTo>
                  <a:lnTo>
                    <a:pt x="1354" y="8062"/>
                  </a:lnTo>
                  <a:lnTo>
                    <a:pt x="1337" y="8062"/>
                  </a:lnTo>
                  <a:lnTo>
                    <a:pt x="1439" y="8037"/>
                  </a:lnTo>
                  <a:close/>
                  <a:moveTo>
                    <a:pt x="272" y="1"/>
                  </a:moveTo>
                  <a:lnTo>
                    <a:pt x="272" y="1"/>
                  </a:lnTo>
                  <a:cubicBezTo>
                    <a:pt x="246" y="195"/>
                    <a:pt x="348" y="280"/>
                    <a:pt x="314" y="440"/>
                  </a:cubicBezTo>
                  <a:cubicBezTo>
                    <a:pt x="311" y="432"/>
                    <a:pt x="308" y="429"/>
                    <a:pt x="306" y="429"/>
                  </a:cubicBezTo>
                  <a:cubicBezTo>
                    <a:pt x="300" y="429"/>
                    <a:pt x="294" y="443"/>
                    <a:pt x="288" y="449"/>
                  </a:cubicBezTo>
                  <a:cubicBezTo>
                    <a:pt x="297" y="491"/>
                    <a:pt x="305" y="542"/>
                    <a:pt x="322" y="584"/>
                  </a:cubicBezTo>
                  <a:lnTo>
                    <a:pt x="322" y="669"/>
                  </a:lnTo>
                  <a:cubicBezTo>
                    <a:pt x="305" y="669"/>
                    <a:pt x="272" y="635"/>
                    <a:pt x="272" y="550"/>
                  </a:cubicBezTo>
                  <a:lnTo>
                    <a:pt x="272" y="550"/>
                  </a:lnTo>
                  <a:cubicBezTo>
                    <a:pt x="263" y="838"/>
                    <a:pt x="339" y="1058"/>
                    <a:pt x="314" y="1346"/>
                  </a:cubicBezTo>
                  <a:cubicBezTo>
                    <a:pt x="312" y="1346"/>
                    <a:pt x="311" y="1347"/>
                    <a:pt x="310" y="1347"/>
                  </a:cubicBezTo>
                  <a:cubicBezTo>
                    <a:pt x="300" y="1347"/>
                    <a:pt x="298" y="1321"/>
                    <a:pt x="297" y="1321"/>
                  </a:cubicBezTo>
                  <a:cubicBezTo>
                    <a:pt x="297" y="1321"/>
                    <a:pt x="297" y="1323"/>
                    <a:pt x="297" y="1329"/>
                  </a:cubicBezTo>
                  <a:cubicBezTo>
                    <a:pt x="304" y="1357"/>
                    <a:pt x="311" y="1410"/>
                    <a:pt x="318" y="1426"/>
                  </a:cubicBezTo>
                  <a:lnTo>
                    <a:pt x="318" y="1426"/>
                  </a:lnTo>
                  <a:cubicBezTo>
                    <a:pt x="313" y="1419"/>
                    <a:pt x="309" y="1410"/>
                    <a:pt x="307" y="1400"/>
                  </a:cubicBezTo>
                  <a:lnTo>
                    <a:pt x="307" y="1400"/>
                  </a:lnTo>
                  <a:cubicBezTo>
                    <a:pt x="320" y="1536"/>
                    <a:pt x="280" y="1611"/>
                    <a:pt x="297" y="1709"/>
                  </a:cubicBezTo>
                  <a:cubicBezTo>
                    <a:pt x="282" y="1709"/>
                    <a:pt x="287" y="1648"/>
                    <a:pt x="282" y="1648"/>
                  </a:cubicBezTo>
                  <a:lnTo>
                    <a:pt x="282" y="1648"/>
                  </a:lnTo>
                  <a:cubicBezTo>
                    <a:pt x="282" y="1648"/>
                    <a:pt x="281" y="1648"/>
                    <a:pt x="280" y="1650"/>
                  </a:cubicBezTo>
                  <a:cubicBezTo>
                    <a:pt x="263" y="1794"/>
                    <a:pt x="314" y="1870"/>
                    <a:pt x="314" y="2014"/>
                  </a:cubicBezTo>
                  <a:cubicBezTo>
                    <a:pt x="310" y="2005"/>
                    <a:pt x="307" y="2001"/>
                    <a:pt x="304" y="2001"/>
                  </a:cubicBezTo>
                  <a:cubicBezTo>
                    <a:pt x="293" y="2001"/>
                    <a:pt x="287" y="2056"/>
                    <a:pt x="280" y="2090"/>
                  </a:cubicBezTo>
                  <a:cubicBezTo>
                    <a:pt x="297" y="2208"/>
                    <a:pt x="305" y="2471"/>
                    <a:pt x="322" y="2648"/>
                  </a:cubicBezTo>
                  <a:cubicBezTo>
                    <a:pt x="318" y="2645"/>
                    <a:pt x="314" y="2643"/>
                    <a:pt x="310" y="2643"/>
                  </a:cubicBezTo>
                  <a:cubicBezTo>
                    <a:pt x="270" y="2643"/>
                    <a:pt x="310" y="2853"/>
                    <a:pt x="263" y="2868"/>
                  </a:cubicBezTo>
                  <a:cubicBezTo>
                    <a:pt x="263" y="2911"/>
                    <a:pt x="272" y="2978"/>
                    <a:pt x="288" y="2978"/>
                  </a:cubicBezTo>
                  <a:cubicBezTo>
                    <a:pt x="281" y="2955"/>
                    <a:pt x="295" y="2901"/>
                    <a:pt x="304" y="2901"/>
                  </a:cubicBezTo>
                  <a:cubicBezTo>
                    <a:pt x="304" y="2901"/>
                    <a:pt x="305" y="2902"/>
                    <a:pt x="305" y="2902"/>
                  </a:cubicBezTo>
                  <a:cubicBezTo>
                    <a:pt x="314" y="2961"/>
                    <a:pt x="314" y="3054"/>
                    <a:pt x="339" y="3063"/>
                  </a:cubicBezTo>
                  <a:lnTo>
                    <a:pt x="314" y="3139"/>
                  </a:lnTo>
                  <a:cubicBezTo>
                    <a:pt x="339" y="3147"/>
                    <a:pt x="356" y="3173"/>
                    <a:pt x="356" y="3207"/>
                  </a:cubicBezTo>
                  <a:cubicBezTo>
                    <a:pt x="305" y="3300"/>
                    <a:pt x="390" y="3198"/>
                    <a:pt x="365" y="3325"/>
                  </a:cubicBezTo>
                  <a:cubicBezTo>
                    <a:pt x="348" y="3300"/>
                    <a:pt x="331" y="3283"/>
                    <a:pt x="314" y="3257"/>
                  </a:cubicBezTo>
                  <a:lnTo>
                    <a:pt x="314" y="3257"/>
                  </a:lnTo>
                  <a:cubicBezTo>
                    <a:pt x="305" y="3325"/>
                    <a:pt x="322" y="3317"/>
                    <a:pt x="322" y="3359"/>
                  </a:cubicBezTo>
                  <a:cubicBezTo>
                    <a:pt x="321" y="3360"/>
                    <a:pt x="320" y="3360"/>
                    <a:pt x="318" y="3360"/>
                  </a:cubicBezTo>
                  <a:cubicBezTo>
                    <a:pt x="302" y="3360"/>
                    <a:pt x="279" y="3313"/>
                    <a:pt x="272" y="3266"/>
                  </a:cubicBezTo>
                  <a:lnTo>
                    <a:pt x="255" y="3342"/>
                  </a:lnTo>
                  <a:cubicBezTo>
                    <a:pt x="297" y="3452"/>
                    <a:pt x="322" y="3570"/>
                    <a:pt x="314" y="3680"/>
                  </a:cubicBezTo>
                  <a:cubicBezTo>
                    <a:pt x="301" y="3668"/>
                    <a:pt x="298" y="3642"/>
                    <a:pt x="287" y="3642"/>
                  </a:cubicBezTo>
                  <a:cubicBezTo>
                    <a:pt x="283" y="3642"/>
                    <a:pt x="278" y="3646"/>
                    <a:pt x="272" y="3655"/>
                  </a:cubicBezTo>
                  <a:cubicBezTo>
                    <a:pt x="297" y="3723"/>
                    <a:pt x="305" y="3790"/>
                    <a:pt x="297" y="3850"/>
                  </a:cubicBezTo>
                  <a:cubicBezTo>
                    <a:pt x="293" y="3845"/>
                    <a:pt x="291" y="3845"/>
                    <a:pt x="290" y="3845"/>
                  </a:cubicBezTo>
                  <a:cubicBezTo>
                    <a:pt x="289" y="3845"/>
                    <a:pt x="289" y="3845"/>
                    <a:pt x="289" y="3845"/>
                  </a:cubicBezTo>
                  <a:lnTo>
                    <a:pt x="289" y="3845"/>
                  </a:lnTo>
                  <a:cubicBezTo>
                    <a:pt x="313" y="3967"/>
                    <a:pt x="280" y="3935"/>
                    <a:pt x="280" y="4053"/>
                  </a:cubicBezTo>
                  <a:cubicBezTo>
                    <a:pt x="280" y="4053"/>
                    <a:pt x="272" y="4044"/>
                    <a:pt x="272" y="4044"/>
                  </a:cubicBezTo>
                  <a:lnTo>
                    <a:pt x="272" y="4044"/>
                  </a:lnTo>
                  <a:lnTo>
                    <a:pt x="288" y="4112"/>
                  </a:lnTo>
                  <a:cubicBezTo>
                    <a:pt x="331" y="4256"/>
                    <a:pt x="255" y="4273"/>
                    <a:pt x="238" y="4357"/>
                  </a:cubicBezTo>
                  <a:lnTo>
                    <a:pt x="238" y="4340"/>
                  </a:lnTo>
                  <a:cubicBezTo>
                    <a:pt x="212" y="4399"/>
                    <a:pt x="238" y="4569"/>
                    <a:pt x="229" y="4619"/>
                  </a:cubicBezTo>
                  <a:cubicBezTo>
                    <a:pt x="246" y="4552"/>
                    <a:pt x="246" y="4602"/>
                    <a:pt x="280" y="4552"/>
                  </a:cubicBezTo>
                  <a:cubicBezTo>
                    <a:pt x="272" y="4501"/>
                    <a:pt x="229" y="4518"/>
                    <a:pt x="246" y="4425"/>
                  </a:cubicBezTo>
                  <a:lnTo>
                    <a:pt x="246" y="4425"/>
                  </a:lnTo>
                  <a:cubicBezTo>
                    <a:pt x="272" y="4442"/>
                    <a:pt x="288" y="4552"/>
                    <a:pt x="305" y="4577"/>
                  </a:cubicBezTo>
                  <a:cubicBezTo>
                    <a:pt x="305" y="4619"/>
                    <a:pt x="280" y="4653"/>
                    <a:pt x="246" y="4662"/>
                  </a:cubicBezTo>
                  <a:cubicBezTo>
                    <a:pt x="255" y="4789"/>
                    <a:pt x="238" y="4865"/>
                    <a:pt x="246" y="5017"/>
                  </a:cubicBezTo>
                  <a:cubicBezTo>
                    <a:pt x="263" y="5076"/>
                    <a:pt x="331" y="5118"/>
                    <a:pt x="288" y="5245"/>
                  </a:cubicBezTo>
                  <a:lnTo>
                    <a:pt x="286" y="5242"/>
                  </a:lnTo>
                  <a:lnTo>
                    <a:pt x="286" y="5242"/>
                  </a:lnTo>
                  <a:cubicBezTo>
                    <a:pt x="289" y="5258"/>
                    <a:pt x="275" y="5301"/>
                    <a:pt x="288" y="5321"/>
                  </a:cubicBezTo>
                  <a:cubicBezTo>
                    <a:pt x="295" y="5314"/>
                    <a:pt x="299" y="5311"/>
                    <a:pt x="303" y="5311"/>
                  </a:cubicBezTo>
                  <a:cubicBezTo>
                    <a:pt x="313" y="5311"/>
                    <a:pt x="313" y="5341"/>
                    <a:pt x="322" y="5341"/>
                  </a:cubicBezTo>
                  <a:cubicBezTo>
                    <a:pt x="326" y="5341"/>
                    <a:pt x="331" y="5336"/>
                    <a:pt x="339" y="5321"/>
                  </a:cubicBezTo>
                  <a:lnTo>
                    <a:pt x="339" y="5321"/>
                  </a:lnTo>
                  <a:cubicBezTo>
                    <a:pt x="339" y="5398"/>
                    <a:pt x="297" y="5415"/>
                    <a:pt x="272" y="5423"/>
                  </a:cubicBezTo>
                  <a:cubicBezTo>
                    <a:pt x="314" y="5474"/>
                    <a:pt x="246" y="5567"/>
                    <a:pt x="272" y="5685"/>
                  </a:cubicBezTo>
                  <a:cubicBezTo>
                    <a:pt x="258" y="5664"/>
                    <a:pt x="249" y="5580"/>
                    <a:pt x="237" y="5580"/>
                  </a:cubicBezTo>
                  <a:cubicBezTo>
                    <a:pt x="235" y="5580"/>
                    <a:pt x="232" y="5583"/>
                    <a:pt x="229" y="5592"/>
                  </a:cubicBezTo>
                  <a:lnTo>
                    <a:pt x="280" y="5736"/>
                  </a:lnTo>
                  <a:lnTo>
                    <a:pt x="280" y="5668"/>
                  </a:lnTo>
                  <a:lnTo>
                    <a:pt x="280" y="5668"/>
                  </a:lnTo>
                  <a:cubicBezTo>
                    <a:pt x="314" y="5787"/>
                    <a:pt x="272" y="5821"/>
                    <a:pt x="255" y="5880"/>
                  </a:cubicBezTo>
                  <a:cubicBezTo>
                    <a:pt x="252" y="5882"/>
                    <a:pt x="250" y="5884"/>
                    <a:pt x="248" y="5884"/>
                  </a:cubicBezTo>
                  <a:cubicBezTo>
                    <a:pt x="244" y="5884"/>
                    <a:pt x="242" y="5880"/>
                    <a:pt x="241" y="5874"/>
                  </a:cubicBezTo>
                  <a:lnTo>
                    <a:pt x="241" y="5874"/>
                  </a:lnTo>
                  <a:cubicBezTo>
                    <a:pt x="244" y="5903"/>
                    <a:pt x="249" y="5929"/>
                    <a:pt x="255" y="5956"/>
                  </a:cubicBezTo>
                  <a:cubicBezTo>
                    <a:pt x="272" y="6024"/>
                    <a:pt x="288" y="6091"/>
                    <a:pt x="305" y="6159"/>
                  </a:cubicBezTo>
                  <a:lnTo>
                    <a:pt x="305" y="6176"/>
                  </a:lnTo>
                  <a:lnTo>
                    <a:pt x="305" y="6193"/>
                  </a:lnTo>
                  <a:lnTo>
                    <a:pt x="297" y="6252"/>
                  </a:lnTo>
                  <a:lnTo>
                    <a:pt x="297" y="6260"/>
                  </a:lnTo>
                  <a:lnTo>
                    <a:pt x="280" y="6320"/>
                  </a:lnTo>
                  <a:lnTo>
                    <a:pt x="297" y="6354"/>
                  </a:lnTo>
                  <a:lnTo>
                    <a:pt x="297" y="6337"/>
                  </a:lnTo>
                  <a:cubicBezTo>
                    <a:pt x="322" y="6345"/>
                    <a:pt x="348" y="6421"/>
                    <a:pt x="348" y="6506"/>
                  </a:cubicBezTo>
                  <a:cubicBezTo>
                    <a:pt x="348" y="6497"/>
                    <a:pt x="356" y="6455"/>
                    <a:pt x="356" y="6387"/>
                  </a:cubicBezTo>
                  <a:lnTo>
                    <a:pt x="373" y="6413"/>
                  </a:lnTo>
                  <a:cubicBezTo>
                    <a:pt x="365" y="6506"/>
                    <a:pt x="356" y="6599"/>
                    <a:pt x="348" y="6683"/>
                  </a:cubicBezTo>
                  <a:cubicBezTo>
                    <a:pt x="339" y="6650"/>
                    <a:pt x="339" y="6616"/>
                    <a:pt x="339" y="6582"/>
                  </a:cubicBezTo>
                  <a:lnTo>
                    <a:pt x="339" y="6582"/>
                  </a:lnTo>
                  <a:cubicBezTo>
                    <a:pt x="305" y="6675"/>
                    <a:pt x="356" y="6810"/>
                    <a:pt x="314" y="6861"/>
                  </a:cubicBezTo>
                  <a:cubicBezTo>
                    <a:pt x="288" y="6743"/>
                    <a:pt x="280" y="6624"/>
                    <a:pt x="280" y="6497"/>
                  </a:cubicBezTo>
                  <a:cubicBezTo>
                    <a:pt x="287" y="6486"/>
                    <a:pt x="292" y="6482"/>
                    <a:pt x="296" y="6482"/>
                  </a:cubicBezTo>
                  <a:cubicBezTo>
                    <a:pt x="318" y="6482"/>
                    <a:pt x="308" y="6607"/>
                    <a:pt x="322" y="6607"/>
                  </a:cubicBezTo>
                  <a:lnTo>
                    <a:pt x="331" y="6523"/>
                  </a:lnTo>
                  <a:lnTo>
                    <a:pt x="331" y="6523"/>
                  </a:lnTo>
                  <a:cubicBezTo>
                    <a:pt x="330" y="6523"/>
                    <a:pt x="330" y="6523"/>
                    <a:pt x="330" y="6523"/>
                  </a:cubicBezTo>
                  <a:cubicBezTo>
                    <a:pt x="316" y="6523"/>
                    <a:pt x="320" y="6397"/>
                    <a:pt x="286" y="6397"/>
                  </a:cubicBezTo>
                  <a:cubicBezTo>
                    <a:pt x="282" y="6397"/>
                    <a:pt x="277" y="6400"/>
                    <a:pt x="272" y="6404"/>
                  </a:cubicBezTo>
                  <a:cubicBezTo>
                    <a:pt x="255" y="6590"/>
                    <a:pt x="255" y="6768"/>
                    <a:pt x="255" y="6929"/>
                  </a:cubicBezTo>
                  <a:lnTo>
                    <a:pt x="18" y="6776"/>
                  </a:lnTo>
                  <a:cubicBezTo>
                    <a:pt x="18" y="6776"/>
                    <a:pt x="9" y="6776"/>
                    <a:pt x="1" y="6768"/>
                  </a:cubicBezTo>
                  <a:lnTo>
                    <a:pt x="1" y="6768"/>
                  </a:lnTo>
                  <a:cubicBezTo>
                    <a:pt x="1" y="6859"/>
                    <a:pt x="34" y="6869"/>
                    <a:pt x="63" y="6869"/>
                  </a:cubicBezTo>
                  <a:cubicBezTo>
                    <a:pt x="70" y="6869"/>
                    <a:pt x="77" y="6868"/>
                    <a:pt x="83" y="6868"/>
                  </a:cubicBezTo>
                  <a:cubicBezTo>
                    <a:pt x="93" y="6868"/>
                    <a:pt x="100" y="6870"/>
                    <a:pt x="102" y="6878"/>
                  </a:cubicBezTo>
                  <a:cubicBezTo>
                    <a:pt x="111" y="6912"/>
                    <a:pt x="119" y="6946"/>
                    <a:pt x="111" y="6971"/>
                  </a:cubicBezTo>
                  <a:lnTo>
                    <a:pt x="94" y="6954"/>
                  </a:lnTo>
                  <a:lnTo>
                    <a:pt x="94" y="6954"/>
                  </a:lnTo>
                  <a:cubicBezTo>
                    <a:pt x="102" y="7056"/>
                    <a:pt x="128" y="6988"/>
                    <a:pt x="128" y="7073"/>
                  </a:cubicBezTo>
                  <a:cubicBezTo>
                    <a:pt x="132" y="7090"/>
                    <a:pt x="134" y="7096"/>
                    <a:pt x="135" y="7096"/>
                  </a:cubicBezTo>
                  <a:cubicBezTo>
                    <a:pt x="138" y="7096"/>
                    <a:pt x="134" y="7047"/>
                    <a:pt x="139" y="7047"/>
                  </a:cubicBezTo>
                  <a:cubicBezTo>
                    <a:pt x="141" y="7047"/>
                    <a:pt x="142" y="7050"/>
                    <a:pt x="145" y="7056"/>
                  </a:cubicBezTo>
                  <a:cubicBezTo>
                    <a:pt x="145" y="7157"/>
                    <a:pt x="212" y="7123"/>
                    <a:pt x="187" y="7267"/>
                  </a:cubicBezTo>
                  <a:cubicBezTo>
                    <a:pt x="181" y="7267"/>
                    <a:pt x="174" y="7270"/>
                    <a:pt x="167" y="7270"/>
                  </a:cubicBezTo>
                  <a:cubicBezTo>
                    <a:pt x="154" y="7270"/>
                    <a:pt x="142" y="7260"/>
                    <a:pt x="136" y="7199"/>
                  </a:cubicBezTo>
                  <a:lnTo>
                    <a:pt x="119" y="7284"/>
                  </a:lnTo>
                  <a:cubicBezTo>
                    <a:pt x="111" y="7242"/>
                    <a:pt x="102" y="7191"/>
                    <a:pt x="102" y="7140"/>
                  </a:cubicBezTo>
                  <a:cubicBezTo>
                    <a:pt x="69" y="7098"/>
                    <a:pt x="52" y="7106"/>
                    <a:pt x="26" y="7064"/>
                  </a:cubicBezTo>
                  <a:lnTo>
                    <a:pt x="26" y="7064"/>
                  </a:lnTo>
                  <a:cubicBezTo>
                    <a:pt x="35" y="7098"/>
                    <a:pt x="60" y="7081"/>
                    <a:pt x="52" y="7149"/>
                  </a:cubicBezTo>
                  <a:cubicBezTo>
                    <a:pt x="52" y="7172"/>
                    <a:pt x="51" y="7180"/>
                    <a:pt x="49" y="7180"/>
                  </a:cubicBezTo>
                  <a:cubicBezTo>
                    <a:pt x="46" y="7180"/>
                    <a:pt x="38" y="7138"/>
                    <a:pt x="26" y="7132"/>
                  </a:cubicBezTo>
                  <a:lnTo>
                    <a:pt x="26" y="7132"/>
                  </a:lnTo>
                  <a:cubicBezTo>
                    <a:pt x="69" y="7225"/>
                    <a:pt x="1" y="7242"/>
                    <a:pt x="35" y="7326"/>
                  </a:cubicBezTo>
                  <a:cubicBezTo>
                    <a:pt x="69" y="7309"/>
                    <a:pt x="69" y="7326"/>
                    <a:pt x="94" y="7259"/>
                  </a:cubicBezTo>
                  <a:lnTo>
                    <a:pt x="94" y="7259"/>
                  </a:lnTo>
                  <a:cubicBezTo>
                    <a:pt x="111" y="7326"/>
                    <a:pt x="85" y="7402"/>
                    <a:pt x="52" y="7402"/>
                  </a:cubicBezTo>
                  <a:lnTo>
                    <a:pt x="85" y="7411"/>
                  </a:lnTo>
                  <a:cubicBezTo>
                    <a:pt x="77" y="7428"/>
                    <a:pt x="85" y="7487"/>
                    <a:pt x="77" y="7487"/>
                  </a:cubicBezTo>
                  <a:lnTo>
                    <a:pt x="94" y="7504"/>
                  </a:lnTo>
                  <a:cubicBezTo>
                    <a:pt x="111" y="7453"/>
                    <a:pt x="119" y="7394"/>
                    <a:pt x="102" y="7335"/>
                  </a:cubicBezTo>
                  <a:lnTo>
                    <a:pt x="102" y="7335"/>
                  </a:lnTo>
                  <a:cubicBezTo>
                    <a:pt x="107" y="7341"/>
                    <a:pt x="112" y="7343"/>
                    <a:pt x="117" y="7343"/>
                  </a:cubicBezTo>
                  <a:cubicBezTo>
                    <a:pt x="126" y="7343"/>
                    <a:pt x="135" y="7335"/>
                    <a:pt x="142" y="7335"/>
                  </a:cubicBezTo>
                  <a:cubicBezTo>
                    <a:pt x="151" y="7335"/>
                    <a:pt x="158" y="7346"/>
                    <a:pt x="162" y="7394"/>
                  </a:cubicBezTo>
                  <a:cubicBezTo>
                    <a:pt x="165" y="7410"/>
                    <a:pt x="163" y="7415"/>
                    <a:pt x="159" y="7415"/>
                  </a:cubicBezTo>
                  <a:cubicBezTo>
                    <a:pt x="153" y="7415"/>
                    <a:pt x="141" y="7402"/>
                    <a:pt x="136" y="7402"/>
                  </a:cubicBezTo>
                  <a:lnTo>
                    <a:pt x="136" y="7402"/>
                  </a:lnTo>
                  <a:cubicBezTo>
                    <a:pt x="153" y="7479"/>
                    <a:pt x="162" y="7563"/>
                    <a:pt x="162" y="7639"/>
                  </a:cubicBezTo>
                  <a:cubicBezTo>
                    <a:pt x="153" y="7715"/>
                    <a:pt x="170" y="7783"/>
                    <a:pt x="204" y="7851"/>
                  </a:cubicBezTo>
                  <a:cubicBezTo>
                    <a:pt x="162" y="7766"/>
                    <a:pt x="136" y="7673"/>
                    <a:pt x="111" y="7589"/>
                  </a:cubicBezTo>
                  <a:lnTo>
                    <a:pt x="111" y="7589"/>
                  </a:lnTo>
                  <a:cubicBezTo>
                    <a:pt x="94" y="7648"/>
                    <a:pt x="145" y="7707"/>
                    <a:pt x="162" y="7766"/>
                  </a:cubicBezTo>
                  <a:cubicBezTo>
                    <a:pt x="149" y="7742"/>
                    <a:pt x="139" y="7729"/>
                    <a:pt x="133" y="7729"/>
                  </a:cubicBezTo>
                  <a:cubicBezTo>
                    <a:pt x="126" y="7729"/>
                    <a:pt x="123" y="7744"/>
                    <a:pt x="128" y="7775"/>
                  </a:cubicBezTo>
                  <a:lnTo>
                    <a:pt x="153" y="7800"/>
                  </a:lnTo>
                  <a:cubicBezTo>
                    <a:pt x="162" y="7825"/>
                    <a:pt x="178" y="7902"/>
                    <a:pt x="187" y="7902"/>
                  </a:cubicBezTo>
                  <a:cubicBezTo>
                    <a:pt x="195" y="7902"/>
                    <a:pt x="195" y="7885"/>
                    <a:pt x="187" y="7851"/>
                  </a:cubicBezTo>
                  <a:lnTo>
                    <a:pt x="187" y="7851"/>
                  </a:lnTo>
                  <a:cubicBezTo>
                    <a:pt x="221" y="7885"/>
                    <a:pt x="255" y="7952"/>
                    <a:pt x="305" y="8012"/>
                  </a:cubicBezTo>
                  <a:cubicBezTo>
                    <a:pt x="365" y="8088"/>
                    <a:pt x="424" y="8147"/>
                    <a:pt x="500" y="8206"/>
                  </a:cubicBezTo>
                  <a:cubicBezTo>
                    <a:pt x="497" y="8209"/>
                    <a:pt x="492" y="8211"/>
                    <a:pt x="487" y="8211"/>
                  </a:cubicBezTo>
                  <a:cubicBezTo>
                    <a:pt x="462" y="8211"/>
                    <a:pt x="416" y="8183"/>
                    <a:pt x="381" y="8155"/>
                  </a:cubicBezTo>
                  <a:cubicBezTo>
                    <a:pt x="363" y="8137"/>
                    <a:pt x="347" y="8121"/>
                    <a:pt x="343" y="8121"/>
                  </a:cubicBezTo>
                  <a:cubicBezTo>
                    <a:pt x="340" y="8121"/>
                    <a:pt x="345" y="8133"/>
                    <a:pt x="365" y="8164"/>
                  </a:cubicBezTo>
                  <a:cubicBezTo>
                    <a:pt x="424" y="8215"/>
                    <a:pt x="508" y="8223"/>
                    <a:pt x="610" y="8299"/>
                  </a:cubicBezTo>
                  <a:cubicBezTo>
                    <a:pt x="605" y="8299"/>
                    <a:pt x="601" y="8298"/>
                    <a:pt x="598" y="8298"/>
                  </a:cubicBezTo>
                  <a:cubicBezTo>
                    <a:pt x="559" y="8298"/>
                    <a:pt x="660" y="8343"/>
                    <a:pt x="652" y="8358"/>
                  </a:cubicBezTo>
                  <a:lnTo>
                    <a:pt x="838" y="8358"/>
                  </a:lnTo>
                  <a:cubicBezTo>
                    <a:pt x="883" y="8368"/>
                    <a:pt x="928" y="8372"/>
                    <a:pt x="974" y="8372"/>
                  </a:cubicBezTo>
                  <a:cubicBezTo>
                    <a:pt x="1007" y="8372"/>
                    <a:pt x="1040" y="8370"/>
                    <a:pt x="1075" y="8367"/>
                  </a:cubicBezTo>
                  <a:lnTo>
                    <a:pt x="982" y="8367"/>
                  </a:lnTo>
                  <a:cubicBezTo>
                    <a:pt x="1011" y="8355"/>
                    <a:pt x="1040" y="8351"/>
                    <a:pt x="1068" y="8351"/>
                  </a:cubicBezTo>
                  <a:cubicBezTo>
                    <a:pt x="1115" y="8351"/>
                    <a:pt x="1162" y="8361"/>
                    <a:pt x="1212" y="8361"/>
                  </a:cubicBezTo>
                  <a:cubicBezTo>
                    <a:pt x="1239" y="8361"/>
                    <a:pt x="1266" y="8358"/>
                    <a:pt x="1295" y="8350"/>
                  </a:cubicBezTo>
                  <a:lnTo>
                    <a:pt x="1295" y="8350"/>
                  </a:lnTo>
                  <a:lnTo>
                    <a:pt x="1244" y="8367"/>
                  </a:lnTo>
                  <a:cubicBezTo>
                    <a:pt x="1320" y="8367"/>
                    <a:pt x="1397" y="8350"/>
                    <a:pt x="1464" y="8316"/>
                  </a:cubicBezTo>
                  <a:lnTo>
                    <a:pt x="1464" y="8350"/>
                  </a:lnTo>
                  <a:cubicBezTo>
                    <a:pt x="1473" y="8308"/>
                    <a:pt x="1617" y="8282"/>
                    <a:pt x="1642" y="8265"/>
                  </a:cubicBezTo>
                  <a:lnTo>
                    <a:pt x="1642" y="8265"/>
                  </a:lnTo>
                  <a:cubicBezTo>
                    <a:pt x="1564" y="8285"/>
                    <a:pt x="1521" y="8288"/>
                    <a:pt x="1486" y="8288"/>
                  </a:cubicBezTo>
                  <a:cubicBezTo>
                    <a:pt x="1468" y="8288"/>
                    <a:pt x="1452" y="8287"/>
                    <a:pt x="1434" y="8287"/>
                  </a:cubicBezTo>
                  <a:cubicBezTo>
                    <a:pt x="1396" y="8287"/>
                    <a:pt x="1350" y="8291"/>
                    <a:pt x="1261" y="8316"/>
                  </a:cubicBezTo>
                  <a:cubicBezTo>
                    <a:pt x="1337" y="8274"/>
                    <a:pt x="1388" y="8257"/>
                    <a:pt x="1464" y="8206"/>
                  </a:cubicBezTo>
                  <a:cubicBezTo>
                    <a:pt x="1498" y="8206"/>
                    <a:pt x="1515" y="8215"/>
                    <a:pt x="1515" y="8223"/>
                  </a:cubicBezTo>
                  <a:cubicBezTo>
                    <a:pt x="1540" y="8198"/>
                    <a:pt x="1540" y="8172"/>
                    <a:pt x="1591" y="8155"/>
                  </a:cubicBezTo>
                  <a:lnTo>
                    <a:pt x="1608" y="8172"/>
                  </a:lnTo>
                  <a:cubicBezTo>
                    <a:pt x="1743" y="8164"/>
                    <a:pt x="1718" y="8088"/>
                    <a:pt x="1853" y="8079"/>
                  </a:cubicBezTo>
                  <a:lnTo>
                    <a:pt x="1853" y="8079"/>
                  </a:lnTo>
                  <a:cubicBezTo>
                    <a:pt x="1879" y="8113"/>
                    <a:pt x="1743" y="8147"/>
                    <a:pt x="1667" y="8181"/>
                  </a:cubicBezTo>
                  <a:cubicBezTo>
                    <a:pt x="1735" y="8206"/>
                    <a:pt x="1540" y="8215"/>
                    <a:pt x="1625" y="8248"/>
                  </a:cubicBezTo>
                  <a:lnTo>
                    <a:pt x="1659" y="8223"/>
                  </a:lnTo>
                  <a:cubicBezTo>
                    <a:pt x="1665" y="8222"/>
                    <a:pt x="1670" y="8221"/>
                    <a:pt x="1674" y="8221"/>
                  </a:cubicBezTo>
                  <a:cubicBezTo>
                    <a:pt x="1691" y="8221"/>
                    <a:pt x="1692" y="8230"/>
                    <a:pt x="1683" y="8236"/>
                  </a:cubicBezTo>
                  <a:lnTo>
                    <a:pt x="1683" y="8236"/>
                  </a:lnTo>
                  <a:cubicBezTo>
                    <a:pt x="1723" y="8226"/>
                    <a:pt x="1711" y="8237"/>
                    <a:pt x="1727" y="8215"/>
                  </a:cubicBezTo>
                  <a:cubicBezTo>
                    <a:pt x="1762" y="8209"/>
                    <a:pt x="1786" y="8207"/>
                    <a:pt x="1801" y="8207"/>
                  </a:cubicBezTo>
                  <a:cubicBezTo>
                    <a:pt x="1867" y="8207"/>
                    <a:pt x="1778" y="8251"/>
                    <a:pt x="1875" y="8251"/>
                  </a:cubicBezTo>
                  <a:cubicBezTo>
                    <a:pt x="1887" y="8251"/>
                    <a:pt x="1902" y="8250"/>
                    <a:pt x="1921" y="8248"/>
                  </a:cubicBezTo>
                  <a:lnTo>
                    <a:pt x="1921" y="8248"/>
                  </a:lnTo>
                  <a:cubicBezTo>
                    <a:pt x="1896" y="8265"/>
                    <a:pt x="1845" y="8265"/>
                    <a:pt x="1853" y="8291"/>
                  </a:cubicBezTo>
                  <a:lnTo>
                    <a:pt x="1752" y="8299"/>
                  </a:lnTo>
                  <a:lnTo>
                    <a:pt x="1752" y="8325"/>
                  </a:lnTo>
                  <a:cubicBezTo>
                    <a:pt x="1853" y="8316"/>
                    <a:pt x="1946" y="8274"/>
                    <a:pt x="2014" y="8198"/>
                  </a:cubicBezTo>
                  <a:lnTo>
                    <a:pt x="2014" y="8198"/>
                  </a:lnTo>
                  <a:cubicBezTo>
                    <a:pt x="1985" y="8210"/>
                    <a:pt x="1969" y="8215"/>
                    <a:pt x="1960" y="8215"/>
                  </a:cubicBezTo>
                  <a:cubicBezTo>
                    <a:pt x="1936" y="8215"/>
                    <a:pt x="1980" y="8172"/>
                    <a:pt x="1930" y="8172"/>
                  </a:cubicBezTo>
                  <a:cubicBezTo>
                    <a:pt x="1939" y="8162"/>
                    <a:pt x="1952" y="8158"/>
                    <a:pt x="1966" y="8158"/>
                  </a:cubicBezTo>
                  <a:cubicBezTo>
                    <a:pt x="1976" y="8158"/>
                    <a:pt x="1987" y="8160"/>
                    <a:pt x="1997" y="8164"/>
                  </a:cubicBezTo>
                  <a:cubicBezTo>
                    <a:pt x="1997" y="8156"/>
                    <a:pt x="2057" y="8141"/>
                    <a:pt x="2050" y="8125"/>
                  </a:cubicBezTo>
                  <a:lnTo>
                    <a:pt x="2050" y="8125"/>
                  </a:lnTo>
                  <a:cubicBezTo>
                    <a:pt x="2099" y="8188"/>
                    <a:pt x="2360" y="8148"/>
                    <a:pt x="2310" y="8223"/>
                  </a:cubicBezTo>
                  <a:cubicBezTo>
                    <a:pt x="2471" y="8198"/>
                    <a:pt x="2632" y="8164"/>
                    <a:pt x="2784" y="8113"/>
                  </a:cubicBezTo>
                  <a:lnTo>
                    <a:pt x="2784" y="8113"/>
                  </a:lnTo>
                  <a:lnTo>
                    <a:pt x="2742" y="8138"/>
                  </a:lnTo>
                  <a:cubicBezTo>
                    <a:pt x="2768" y="8143"/>
                    <a:pt x="2789" y="8145"/>
                    <a:pt x="2807" y="8145"/>
                  </a:cubicBezTo>
                  <a:cubicBezTo>
                    <a:pt x="2919" y="8145"/>
                    <a:pt x="2900" y="8066"/>
                    <a:pt x="2987" y="8037"/>
                  </a:cubicBezTo>
                  <a:lnTo>
                    <a:pt x="2987" y="8037"/>
                  </a:lnTo>
                  <a:cubicBezTo>
                    <a:pt x="2946" y="8055"/>
                    <a:pt x="2957" y="8059"/>
                    <a:pt x="2985" y="8059"/>
                  </a:cubicBezTo>
                  <a:cubicBezTo>
                    <a:pt x="3006" y="8059"/>
                    <a:pt x="3037" y="8057"/>
                    <a:pt x="3063" y="8057"/>
                  </a:cubicBezTo>
                  <a:cubicBezTo>
                    <a:pt x="3081" y="8057"/>
                    <a:pt x="3097" y="8058"/>
                    <a:pt x="3105" y="8062"/>
                  </a:cubicBezTo>
                  <a:cubicBezTo>
                    <a:pt x="3182" y="8012"/>
                    <a:pt x="3266" y="7978"/>
                    <a:pt x="3351" y="7952"/>
                  </a:cubicBezTo>
                  <a:cubicBezTo>
                    <a:pt x="3374" y="7975"/>
                    <a:pt x="3390" y="8013"/>
                    <a:pt x="3444" y="8013"/>
                  </a:cubicBezTo>
                  <a:cubicBezTo>
                    <a:pt x="3449" y="8013"/>
                    <a:pt x="3455" y="8012"/>
                    <a:pt x="3461" y="8012"/>
                  </a:cubicBezTo>
                  <a:lnTo>
                    <a:pt x="3503" y="7978"/>
                  </a:lnTo>
                  <a:cubicBezTo>
                    <a:pt x="3571" y="7952"/>
                    <a:pt x="3647" y="7935"/>
                    <a:pt x="3715" y="7927"/>
                  </a:cubicBezTo>
                  <a:lnTo>
                    <a:pt x="3706" y="7927"/>
                  </a:lnTo>
                  <a:cubicBezTo>
                    <a:pt x="3783" y="7927"/>
                    <a:pt x="3783" y="7892"/>
                    <a:pt x="3738" y="7892"/>
                  </a:cubicBezTo>
                  <a:cubicBezTo>
                    <a:pt x="3733" y="7892"/>
                    <a:pt x="3728" y="7892"/>
                    <a:pt x="3723" y="7893"/>
                  </a:cubicBezTo>
                  <a:lnTo>
                    <a:pt x="3799" y="7859"/>
                  </a:lnTo>
                  <a:lnTo>
                    <a:pt x="3799" y="7868"/>
                  </a:lnTo>
                  <a:cubicBezTo>
                    <a:pt x="3901" y="7809"/>
                    <a:pt x="4011" y="7766"/>
                    <a:pt x="4129" y="7724"/>
                  </a:cubicBezTo>
                  <a:lnTo>
                    <a:pt x="4129" y="7724"/>
                  </a:lnTo>
                  <a:cubicBezTo>
                    <a:pt x="4095" y="7758"/>
                    <a:pt x="4264" y="7749"/>
                    <a:pt x="4121" y="7783"/>
                  </a:cubicBezTo>
                  <a:cubicBezTo>
                    <a:pt x="4154" y="7766"/>
                    <a:pt x="4095" y="7766"/>
                    <a:pt x="4078" y="7758"/>
                  </a:cubicBezTo>
                  <a:cubicBezTo>
                    <a:pt x="4036" y="7766"/>
                    <a:pt x="4002" y="7783"/>
                    <a:pt x="3968" y="7809"/>
                  </a:cubicBezTo>
                  <a:cubicBezTo>
                    <a:pt x="3985" y="7817"/>
                    <a:pt x="3977" y="7859"/>
                    <a:pt x="3960" y="7885"/>
                  </a:cubicBezTo>
                  <a:cubicBezTo>
                    <a:pt x="4053" y="7825"/>
                    <a:pt x="4349" y="7792"/>
                    <a:pt x="4349" y="7715"/>
                  </a:cubicBezTo>
                  <a:cubicBezTo>
                    <a:pt x="4476" y="7690"/>
                    <a:pt x="4637" y="7631"/>
                    <a:pt x="4780" y="7614"/>
                  </a:cubicBezTo>
                  <a:cubicBezTo>
                    <a:pt x="4780" y="7614"/>
                    <a:pt x="4763" y="7605"/>
                    <a:pt x="4763" y="7597"/>
                  </a:cubicBezTo>
                  <a:lnTo>
                    <a:pt x="4899" y="7597"/>
                  </a:lnTo>
                  <a:lnTo>
                    <a:pt x="4873" y="7614"/>
                  </a:lnTo>
                  <a:lnTo>
                    <a:pt x="4958" y="7614"/>
                  </a:lnTo>
                  <a:cubicBezTo>
                    <a:pt x="4966" y="7622"/>
                    <a:pt x="4924" y="7648"/>
                    <a:pt x="4907" y="7656"/>
                  </a:cubicBezTo>
                  <a:cubicBezTo>
                    <a:pt x="4902" y="7659"/>
                    <a:pt x="4897" y="7660"/>
                    <a:pt x="4892" y="7660"/>
                  </a:cubicBezTo>
                  <a:cubicBezTo>
                    <a:pt x="4883" y="7660"/>
                    <a:pt x="4877" y="7657"/>
                    <a:pt x="4881" y="7653"/>
                  </a:cubicBezTo>
                  <a:lnTo>
                    <a:pt x="4881" y="7653"/>
                  </a:lnTo>
                  <a:cubicBezTo>
                    <a:pt x="4861" y="7663"/>
                    <a:pt x="4863" y="7666"/>
                    <a:pt x="4872" y="7666"/>
                  </a:cubicBezTo>
                  <a:cubicBezTo>
                    <a:pt x="4881" y="7666"/>
                    <a:pt x="4899" y="7663"/>
                    <a:pt x="4911" y="7663"/>
                  </a:cubicBezTo>
                  <a:cubicBezTo>
                    <a:pt x="4925" y="7663"/>
                    <a:pt x="4933" y="7667"/>
                    <a:pt x="4916" y="7682"/>
                  </a:cubicBezTo>
                  <a:cubicBezTo>
                    <a:pt x="4890" y="7682"/>
                    <a:pt x="4865" y="7690"/>
                    <a:pt x="4848" y="7699"/>
                  </a:cubicBezTo>
                  <a:cubicBezTo>
                    <a:pt x="4932" y="7692"/>
                    <a:pt x="4970" y="7650"/>
                    <a:pt x="5023" y="7650"/>
                  </a:cubicBezTo>
                  <a:cubicBezTo>
                    <a:pt x="5034" y="7650"/>
                    <a:pt x="5046" y="7652"/>
                    <a:pt x="5060" y="7656"/>
                  </a:cubicBezTo>
                  <a:cubicBezTo>
                    <a:pt x="5119" y="7605"/>
                    <a:pt x="5203" y="7572"/>
                    <a:pt x="5288" y="7572"/>
                  </a:cubicBezTo>
                  <a:cubicBezTo>
                    <a:pt x="5282" y="7576"/>
                    <a:pt x="5281" y="7578"/>
                    <a:pt x="5284" y="7578"/>
                  </a:cubicBezTo>
                  <a:cubicBezTo>
                    <a:pt x="5292" y="7578"/>
                    <a:pt x="5328" y="7564"/>
                    <a:pt x="5345" y="7564"/>
                  </a:cubicBezTo>
                  <a:cubicBezTo>
                    <a:pt x="5354" y="7564"/>
                    <a:pt x="5357" y="7568"/>
                    <a:pt x="5347" y="7580"/>
                  </a:cubicBezTo>
                  <a:cubicBezTo>
                    <a:pt x="5381" y="7555"/>
                    <a:pt x="5466" y="7555"/>
                    <a:pt x="5474" y="7529"/>
                  </a:cubicBezTo>
                  <a:lnTo>
                    <a:pt x="5474" y="7529"/>
                  </a:lnTo>
                  <a:cubicBezTo>
                    <a:pt x="5449" y="7546"/>
                    <a:pt x="5423" y="7555"/>
                    <a:pt x="5389" y="7555"/>
                  </a:cubicBezTo>
                  <a:cubicBezTo>
                    <a:pt x="5423" y="7538"/>
                    <a:pt x="5423" y="7512"/>
                    <a:pt x="5474" y="7504"/>
                  </a:cubicBezTo>
                  <a:lnTo>
                    <a:pt x="5474" y="7512"/>
                  </a:lnTo>
                  <a:cubicBezTo>
                    <a:pt x="5525" y="7479"/>
                    <a:pt x="5474" y="7445"/>
                    <a:pt x="5576" y="7411"/>
                  </a:cubicBezTo>
                  <a:cubicBezTo>
                    <a:pt x="5630" y="7394"/>
                    <a:pt x="5662" y="7387"/>
                    <a:pt x="5678" y="7387"/>
                  </a:cubicBezTo>
                  <a:cubicBezTo>
                    <a:pt x="5744" y="7387"/>
                    <a:pt x="5567" y="7496"/>
                    <a:pt x="5601" y="7496"/>
                  </a:cubicBezTo>
                  <a:cubicBezTo>
                    <a:pt x="5652" y="7462"/>
                    <a:pt x="5719" y="7436"/>
                    <a:pt x="5779" y="7436"/>
                  </a:cubicBezTo>
                  <a:lnTo>
                    <a:pt x="5770" y="7445"/>
                  </a:lnTo>
                  <a:cubicBezTo>
                    <a:pt x="5796" y="7428"/>
                    <a:pt x="5829" y="7411"/>
                    <a:pt x="5872" y="7411"/>
                  </a:cubicBezTo>
                  <a:cubicBezTo>
                    <a:pt x="5880" y="7386"/>
                    <a:pt x="5897" y="7352"/>
                    <a:pt x="5914" y="7326"/>
                  </a:cubicBezTo>
                  <a:lnTo>
                    <a:pt x="6041" y="7284"/>
                  </a:lnTo>
                  <a:lnTo>
                    <a:pt x="6041" y="7284"/>
                  </a:lnTo>
                  <a:lnTo>
                    <a:pt x="6015" y="7309"/>
                  </a:lnTo>
                  <a:cubicBezTo>
                    <a:pt x="6041" y="7293"/>
                    <a:pt x="6066" y="7284"/>
                    <a:pt x="6092" y="7276"/>
                  </a:cubicBezTo>
                  <a:lnTo>
                    <a:pt x="6092" y="7276"/>
                  </a:lnTo>
                  <a:cubicBezTo>
                    <a:pt x="6109" y="7293"/>
                    <a:pt x="6066" y="7301"/>
                    <a:pt x="6032" y="7318"/>
                  </a:cubicBezTo>
                  <a:cubicBezTo>
                    <a:pt x="6039" y="7320"/>
                    <a:pt x="6046" y="7321"/>
                    <a:pt x="6053" y="7321"/>
                  </a:cubicBezTo>
                  <a:cubicBezTo>
                    <a:pt x="6074" y="7321"/>
                    <a:pt x="6096" y="7312"/>
                    <a:pt x="6109" y="7293"/>
                  </a:cubicBezTo>
                  <a:lnTo>
                    <a:pt x="6092" y="7293"/>
                  </a:lnTo>
                  <a:cubicBezTo>
                    <a:pt x="6113" y="7278"/>
                    <a:pt x="6195" y="7228"/>
                    <a:pt x="6164" y="7228"/>
                  </a:cubicBezTo>
                  <a:cubicBezTo>
                    <a:pt x="6158" y="7228"/>
                    <a:pt x="6148" y="7229"/>
                    <a:pt x="6134" y="7233"/>
                  </a:cubicBezTo>
                  <a:cubicBezTo>
                    <a:pt x="6163" y="7212"/>
                    <a:pt x="6187" y="7210"/>
                    <a:pt x="6208" y="7210"/>
                  </a:cubicBezTo>
                  <a:cubicBezTo>
                    <a:pt x="6213" y="7210"/>
                    <a:pt x="6218" y="7210"/>
                    <a:pt x="6223" y="7210"/>
                  </a:cubicBezTo>
                  <a:cubicBezTo>
                    <a:pt x="6239" y="7210"/>
                    <a:pt x="6253" y="7209"/>
                    <a:pt x="6269" y="7199"/>
                  </a:cubicBezTo>
                  <a:lnTo>
                    <a:pt x="6269" y="7199"/>
                  </a:lnTo>
                  <a:cubicBezTo>
                    <a:pt x="6286" y="7216"/>
                    <a:pt x="6244" y="7242"/>
                    <a:pt x="6269" y="7242"/>
                  </a:cubicBezTo>
                  <a:cubicBezTo>
                    <a:pt x="6303" y="7233"/>
                    <a:pt x="6345" y="7216"/>
                    <a:pt x="6379" y="7199"/>
                  </a:cubicBezTo>
                  <a:lnTo>
                    <a:pt x="6379" y="7199"/>
                  </a:lnTo>
                  <a:cubicBezTo>
                    <a:pt x="6373" y="7201"/>
                    <a:pt x="6369" y="7201"/>
                    <a:pt x="6365" y="7201"/>
                  </a:cubicBezTo>
                  <a:cubicBezTo>
                    <a:pt x="6350" y="7201"/>
                    <a:pt x="6364" y="7189"/>
                    <a:pt x="6340" y="7189"/>
                  </a:cubicBezTo>
                  <a:cubicBezTo>
                    <a:pt x="6335" y="7189"/>
                    <a:pt x="6329" y="7190"/>
                    <a:pt x="6320" y="7191"/>
                  </a:cubicBezTo>
                  <a:cubicBezTo>
                    <a:pt x="6345" y="7174"/>
                    <a:pt x="6396" y="7157"/>
                    <a:pt x="6396" y="7149"/>
                  </a:cubicBezTo>
                  <a:lnTo>
                    <a:pt x="6396" y="7149"/>
                  </a:lnTo>
                  <a:cubicBezTo>
                    <a:pt x="6371" y="7166"/>
                    <a:pt x="6354" y="7166"/>
                    <a:pt x="6328" y="7166"/>
                  </a:cubicBezTo>
                  <a:cubicBezTo>
                    <a:pt x="6388" y="7140"/>
                    <a:pt x="6455" y="7123"/>
                    <a:pt x="6515" y="7115"/>
                  </a:cubicBezTo>
                  <a:lnTo>
                    <a:pt x="6515" y="7115"/>
                  </a:lnTo>
                  <a:cubicBezTo>
                    <a:pt x="6515" y="7123"/>
                    <a:pt x="6515" y="7123"/>
                    <a:pt x="6506" y="7132"/>
                  </a:cubicBezTo>
                  <a:cubicBezTo>
                    <a:pt x="6574" y="7073"/>
                    <a:pt x="6701" y="7047"/>
                    <a:pt x="6743" y="6996"/>
                  </a:cubicBezTo>
                  <a:lnTo>
                    <a:pt x="6718" y="6996"/>
                  </a:lnTo>
                  <a:cubicBezTo>
                    <a:pt x="6701" y="7013"/>
                    <a:pt x="6675" y="7022"/>
                    <a:pt x="6641" y="7022"/>
                  </a:cubicBezTo>
                  <a:cubicBezTo>
                    <a:pt x="6701" y="6988"/>
                    <a:pt x="6591" y="7005"/>
                    <a:pt x="6650" y="6971"/>
                  </a:cubicBezTo>
                  <a:cubicBezTo>
                    <a:pt x="6735" y="6929"/>
                    <a:pt x="6828" y="6937"/>
                    <a:pt x="6861" y="6886"/>
                  </a:cubicBezTo>
                  <a:lnTo>
                    <a:pt x="6861" y="6886"/>
                  </a:lnTo>
                  <a:cubicBezTo>
                    <a:pt x="6785" y="6895"/>
                    <a:pt x="6701" y="6920"/>
                    <a:pt x="6633" y="6954"/>
                  </a:cubicBezTo>
                  <a:lnTo>
                    <a:pt x="6684" y="6937"/>
                  </a:lnTo>
                  <a:lnTo>
                    <a:pt x="6582" y="7022"/>
                  </a:lnTo>
                  <a:cubicBezTo>
                    <a:pt x="6581" y="7020"/>
                    <a:pt x="6579" y="7019"/>
                    <a:pt x="6575" y="7019"/>
                  </a:cubicBezTo>
                  <a:cubicBezTo>
                    <a:pt x="6555" y="7019"/>
                    <a:pt x="6501" y="7045"/>
                    <a:pt x="6476" y="7045"/>
                  </a:cubicBezTo>
                  <a:cubicBezTo>
                    <a:pt x="6470" y="7045"/>
                    <a:pt x="6465" y="7043"/>
                    <a:pt x="6464" y="7039"/>
                  </a:cubicBezTo>
                  <a:cubicBezTo>
                    <a:pt x="6506" y="7022"/>
                    <a:pt x="6548" y="7005"/>
                    <a:pt x="6582" y="6996"/>
                  </a:cubicBezTo>
                  <a:lnTo>
                    <a:pt x="6582" y="6996"/>
                  </a:lnTo>
                  <a:cubicBezTo>
                    <a:pt x="6523" y="7005"/>
                    <a:pt x="6472" y="7013"/>
                    <a:pt x="6422" y="7030"/>
                  </a:cubicBezTo>
                  <a:lnTo>
                    <a:pt x="6481" y="7022"/>
                  </a:lnTo>
                  <a:lnTo>
                    <a:pt x="6481" y="7022"/>
                  </a:lnTo>
                  <a:cubicBezTo>
                    <a:pt x="6388" y="7081"/>
                    <a:pt x="6252" y="7106"/>
                    <a:pt x="6159" y="7157"/>
                  </a:cubicBezTo>
                  <a:cubicBezTo>
                    <a:pt x="6186" y="7142"/>
                    <a:pt x="6181" y="7139"/>
                    <a:pt x="6167" y="7139"/>
                  </a:cubicBezTo>
                  <a:cubicBezTo>
                    <a:pt x="6155" y="7139"/>
                    <a:pt x="6135" y="7142"/>
                    <a:pt x="6121" y="7142"/>
                  </a:cubicBezTo>
                  <a:cubicBezTo>
                    <a:pt x="6104" y="7142"/>
                    <a:pt x="6096" y="7138"/>
                    <a:pt x="6117" y="7123"/>
                  </a:cubicBezTo>
                  <a:cubicBezTo>
                    <a:pt x="6125" y="7115"/>
                    <a:pt x="6142" y="7113"/>
                    <a:pt x="6155" y="7113"/>
                  </a:cubicBezTo>
                  <a:cubicBezTo>
                    <a:pt x="6160" y="7113"/>
                    <a:pt x="6165" y="7113"/>
                    <a:pt x="6168" y="7114"/>
                  </a:cubicBezTo>
                  <a:lnTo>
                    <a:pt x="6168" y="7114"/>
                  </a:lnTo>
                  <a:cubicBezTo>
                    <a:pt x="6167" y="7105"/>
                    <a:pt x="6162" y="7102"/>
                    <a:pt x="6155" y="7102"/>
                  </a:cubicBezTo>
                  <a:cubicBezTo>
                    <a:pt x="6138" y="7102"/>
                    <a:pt x="6110" y="7116"/>
                    <a:pt x="6091" y="7116"/>
                  </a:cubicBezTo>
                  <a:cubicBezTo>
                    <a:pt x="6088" y="7116"/>
                    <a:pt x="6086" y="7116"/>
                    <a:pt x="6083" y="7115"/>
                  </a:cubicBezTo>
                  <a:cubicBezTo>
                    <a:pt x="6075" y="7132"/>
                    <a:pt x="5982" y="7166"/>
                    <a:pt x="6041" y="7166"/>
                  </a:cubicBezTo>
                  <a:cubicBezTo>
                    <a:pt x="6007" y="7166"/>
                    <a:pt x="5939" y="7208"/>
                    <a:pt x="5897" y="7208"/>
                  </a:cubicBezTo>
                  <a:cubicBezTo>
                    <a:pt x="5905" y="7233"/>
                    <a:pt x="5812" y="7250"/>
                    <a:pt x="5804" y="7267"/>
                  </a:cubicBezTo>
                  <a:cubicBezTo>
                    <a:pt x="5796" y="7271"/>
                    <a:pt x="5787" y="7273"/>
                    <a:pt x="5779" y="7273"/>
                  </a:cubicBezTo>
                  <a:cubicBezTo>
                    <a:pt x="5770" y="7273"/>
                    <a:pt x="5762" y="7271"/>
                    <a:pt x="5753" y="7267"/>
                  </a:cubicBezTo>
                  <a:lnTo>
                    <a:pt x="5880" y="7191"/>
                  </a:lnTo>
                  <a:cubicBezTo>
                    <a:pt x="5905" y="7191"/>
                    <a:pt x="5948" y="7174"/>
                    <a:pt x="5931" y="7174"/>
                  </a:cubicBezTo>
                  <a:lnTo>
                    <a:pt x="5931" y="7166"/>
                  </a:lnTo>
                  <a:lnTo>
                    <a:pt x="6176" y="7022"/>
                  </a:lnTo>
                  <a:lnTo>
                    <a:pt x="6151" y="7047"/>
                  </a:lnTo>
                  <a:cubicBezTo>
                    <a:pt x="6218" y="6988"/>
                    <a:pt x="6312" y="7005"/>
                    <a:pt x="6379" y="6954"/>
                  </a:cubicBezTo>
                  <a:lnTo>
                    <a:pt x="6379" y="6954"/>
                  </a:lnTo>
                  <a:cubicBezTo>
                    <a:pt x="6371" y="6963"/>
                    <a:pt x="6362" y="6963"/>
                    <a:pt x="6379" y="6963"/>
                  </a:cubicBezTo>
                  <a:cubicBezTo>
                    <a:pt x="6453" y="6946"/>
                    <a:pt x="6485" y="6910"/>
                    <a:pt x="6523" y="6888"/>
                  </a:cubicBezTo>
                  <a:lnTo>
                    <a:pt x="6523" y="6888"/>
                  </a:lnTo>
                  <a:cubicBezTo>
                    <a:pt x="6512" y="6891"/>
                    <a:pt x="6501" y="6893"/>
                    <a:pt x="6489" y="6895"/>
                  </a:cubicBezTo>
                  <a:cubicBezTo>
                    <a:pt x="6523" y="6870"/>
                    <a:pt x="6557" y="6844"/>
                    <a:pt x="6599" y="6836"/>
                  </a:cubicBezTo>
                  <a:lnTo>
                    <a:pt x="6599" y="6802"/>
                  </a:lnTo>
                  <a:cubicBezTo>
                    <a:pt x="6633" y="6760"/>
                    <a:pt x="6701" y="6785"/>
                    <a:pt x="6743" y="6743"/>
                  </a:cubicBezTo>
                  <a:lnTo>
                    <a:pt x="6684" y="6743"/>
                  </a:lnTo>
                  <a:cubicBezTo>
                    <a:pt x="6667" y="6751"/>
                    <a:pt x="6650" y="6760"/>
                    <a:pt x="6633" y="6768"/>
                  </a:cubicBezTo>
                  <a:cubicBezTo>
                    <a:pt x="6610" y="6786"/>
                    <a:pt x="6583" y="6795"/>
                    <a:pt x="6554" y="6795"/>
                  </a:cubicBezTo>
                  <a:cubicBezTo>
                    <a:pt x="6530" y="6795"/>
                    <a:pt x="6504" y="6788"/>
                    <a:pt x="6481" y="6776"/>
                  </a:cubicBezTo>
                  <a:cubicBezTo>
                    <a:pt x="6477" y="6777"/>
                    <a:pt x="6474" y="6778"/>
                    <a:pt x="6472" y="6778"/>
                  </a:cubicBezTo>
                  <a:cubicBezTo>
                    <a:pt x="6447" y="6778"/>
                    <a:pt x="6488" y="6741"/>
                    <a:pt x="6481" y="6726"/>
                  </a:cubicBezTo>
                  <a:lnTo>
                    <a:pt x="6481" y="6726"/>
                  </a:lnTo>
                  <a:cubicBezTo>
                    <a:pt x="6413" y="6751"/>
                    <a:pt x="6430" y="6785"/>
                    <a:pt x="6362" y="6810"/>
                  </a:cubicBezTo>
                  <a:cubicBezTo>
                    <a:pt x="6353" y="6810"/>
                    <a:pt x="6351" y="6805"/>
                    <a:pt x="6353" y="6801"/>
                  </a:cubicBezTo>
                  <a:lnTo>
                    <a:pt x="6353" y="6801"/>
                  </a:lnTo>
                  <a:lnTo>
                    <a:pt x="6320" y="6827"/>
                  </a:lnTo>
                  <a:cubicBezTo>
                    <a:pt x="6319" y="6826"/>
                    <a:pt x="6314" y="6825"/>
                    <a:pt x="6309" y="6825"/>
                  </a:cubicBezTo>
                  <a:cubicBezTo>
                    <a:pt x="6297" y="6825"/>
                    <a:pt x="6279" y="6827"/>
                    <a:pt x="6265" y="6827"/>
                  </a:cubicBezTo>
                  <a:cubicBezTo>
                    <a:pt x="6244" y="6827"/>
                    <a:pt x="6231" y="6823"/>
                    <a:pt x="6261" y="6802"/>
                  </a:cubicBezTo>
                  <a:lnTo>
                    <a:pt x="6303" y="6793"/>
                  </a:lnTo>
                  <a:cubicBezTo>
                    <a:pt x="6235" y="6793"/>
                    <a:pt x="6138" y="6808"/>
                    <a:pt x="6080" y="6808"/>
                  </a:cubicBezTo>
                  <a:cubicBezTo>
                    <a:pt x="6051" y="6808"/>
                    <a:pt x="6032" y="6805"/>
                    <a:pt x="6032" y="6793"/>
                  </a:cubicBezTo>
                  <a:cubicBezTo>
                    <a:pt x="5982" y="6802"/>
                    <a:pt x="5999" y="6810"/>
                    <a:pt x="5914" y="6827"/>
                  </a:cubicBezTo>
                  <a:cubicBezTo>
                    <a:pt x="5889" y="6861"/>
                    <a:pt x="5931" y="6870"/>
                    <a:pt x="5846" y="6912"/>
                  </a:cubicBezTo>
                  <a:lnTo>
                    <a:pt x="5922" y="6903"/>
                  </a:lnTo>
                  <a:cubicBezTo>
                    <a:pt x="5939" y="6895"/>
                    <a:pt x="5948" y="6886"/>
                    <a:pt x="5956" y="6878"/>
                  </a:cubicBezTo>
                  <a:lnTo>
                    <a:pt x="5956" y="6878"/>
                  </a:lnTo>
                  <a:lnTo>
                    <a:pt x="5889" y="6895"/>
                  </a:lnTo>
                  <a:cubicBezTo>
                    <a:pt x="5931" y="6878"/>
                    <a:pt x="5922" y="6870"/>
                    <a:pt x="5931" y="6844"/>
                  </a:cubicBezTo>
                  <a:cubicBezTo>
                    <a:pt x="5980" y="6832"/>
                    <a:pt x="6030" y="6824"/>
                    <a:pt x="6083" y="6824"/>
                  </a:cubicBezTo>
                  <a:cubicBezTo>
                    <a:pt x="6102" y="6824"/>
                    <a:pt x="6122" y="6825"/>
                    <a:pt x="6142" y="6827"/>
                  </a:cubicBezTo>
                  <a:cubicBezTo>
                    <a:pt x="6109" y="6853"/>
                    <a:pt x="6049" y="6870"/>
                    <a:pt x="6075" y="6886"/>
                  </a:cubicBezTo>
                  <a:cubicBezTo>
                    <a:pt x="6070" y="6886"/>
                    <a:pt x="6066" y="6886"/>
                    <a:pt x="6062" y="6886"/>
                  </a:cubicBezTo>
                  <a:cubicBezTo>
                    <a:pt x="6016" y="6886"/>
                    <a:pt x="6019" y="6929"/>
                    <a:pt x="5956" y="6929"/>
                  </a:cubicBezTo>
                  <a:lnTo>
                    <a:pt x="5965" y="6912"/>
                  </a:lnTo>
                  <a:lnTo>
                    <a:pt x="5965" y="6912"/>
                  </a:lnTo>
                  <a:cubicBezTo>
                    <a:pt x="5914" y="6954"/>
                    <a:pt x="5905" y="6929"/>
                    <a:pt x="5863" y="6954"/>
                  </a:cubicBezTo>
                  <a:cubicBezTo>
                    <a:pt x="5863" y="6946"/>
                    <a:pt x="5863" y="6946"/>
                    <a:pt x="5855" y="6946"/>
                  </a:cubicBezTo>
                  <a:cubicBezTo>
                    <a:pt x="5762" y="6988"/>
                    <a:pt x="5889" y="6954"/>
                    <a:pt x="5796" y="7005"/>
                  </a:cubicBezTo>
                  <a:cubicBezTo>
                    <a:pt x="5781" y="7009"/>
                    <a:pt x="5770" y="7011"/>
                    <a:pt x="5762" y="7011"/>
                  </a:cubicBezTo>
                  <a:cubicBezTo>
                    <a:pt x="5726" y="7011"/>
                    <a:pt x="5757" y="6971"/>
                    <a:pt x="5736" y="6971"/>
                  </a:cubicBezTo>
                  <a:cubicBezTo>
                    <a:pt x="5863" y="6895"/>
                    <a:pt x="5719" y="6929"/>
                    <a:pt x="5863" y="6853"/>
                  </a:cubicBezTo>
                  <a:cubicBezTo>
                    <a:pt x="5856" y="6838"/>
                    <a:pt x="5840" y="6831"/>
                    <a:pt x="5819" y="6831"/>
                  </a:cubicBezTo>
                  <a:cubicBezTo>
                    <a:pt x="5791" y="6831"/>
                    <a:pt x="5754" y="6842"/>
                    <a:pt x="5711" y="6861"/>
                  </a:cubicBezTo>
                  <a:cubicBezTo>
                    <a:pt x="5770" y="6861"/>
                    <a:pt x="5694" y="6920"/>
                    <a:pt x="5770" y="6920"/>
                  </a:cubicBezTo>
                  <a:cubicBezTo>
                    <a:pt x="5652" y="6980"/>
                    <a:pt x="5686" y="7047"/>
                    <a:pt x="5533" y="7047"/>
                  </a:cubicBezTo>
                  <a:lnTo>
                    <a:pt x="5533" y="7039"/>
                  </a:lnTo>
                  <a:lnTo>
                    <a:pt x="5491" y="7081"/>
                  </a:lnTo>
                  <a:lnTo>
                    <a:pt x="5406" y="7089"/>
                  </a:lnTo>
                  <a:cubicBezTo>
                    <a:pt x="5440" y="7039"/>
                    <a:pt x="5508" y="7039"/>
                    <a:pt x="5542" y="7013"/>
                  </a:cubicBezTo>
                  <a:cubicBezTo>
                    <a:pt x="5536" y="7013"/>
                    <a:pt x="5531" y="7013"/>
                    <a:pt x="5525" y="7013"/>
                  </a:cubicBezTo>
                  <a:cubicBezTo>
                    <a:pt x="5431" y="7013"/>
                    <a:pt x="5418" y="7082"/>
                    <a:pt x="5313" y="7106"/>
                  </a:cubicBezTo>
                  <a:cubicBezTo>
                    <a:pt x="5212" y="7089"/>
                    <a:pt x="5415" y="7056"/>
                    <a:pt x="5406" y="7022"/>
                  </a:cubicBezTo>
                  <a:lnTo>
                    <a:pt x="5406" y="7022"/>
                  </a:lnTo>
                  <a:cubicBezTo>
                    <a:pt x="5398" y="7026"/>
                    <a:pt x="5379" y="7028"/>
                    <a:pt x="5362" y="7028"/>
                  </a:cubicBezTo>
                  <a:cubicBezTo>
                    <a:pt x="5345" y="7028"/>
                    <a:pt x="5330" y="7026"/>
                    <a:pt x="5330" y="7022"/>
                  </a:cubicBezTo>
                  <a:cubicBezTo>
                    <a:pt x="5432" y="7005"/>
                    <a:pt x="5381" y="6980"/>
                    <a:pt x="5499" y="6971"/>
                  </a:cubicBezTo>
                  <a:lnTo>
                    <a:pt x="5499" y="6971"/>
                  </a:lnTo>
                  <a:cubicBezTo>
                    <a:pt x="5449" y="6996"/>
                    <a:pt x="5508" y="6980"/>
                    <a:pt x="5499" y="6996"/>
                  </a:cubicBezTo>
                  <a:cubicBezTo>
                    <a:pt x="5559" y="6963"/>
                    <a:pt x="5626" y="6937"/>
                    <a:pt x="5694" y="6929"/>
                  </a:cubicBezTo>
                  <a:cubicBezTo>
                    <a:pt x="5697" y="6917"/>
                    <a:pt x="5690" y="6914"/>
                    <a:pt x="5678" y="6914"/>
                  </a:cubicBezTo>
                  <a:cubicBezTo>
                    <a:pt x="5655" y="6914"/>
                    <a:pt x="5609" y="6929"/>
                    <a:pt x="5576" y="6929"/>
                  </a:cubicBezTo>
                  <a:cubicBezTo>
                    <a:pt x="5491" y="6980"/>
                    <a:pt x="5389" y="6954"/>
                    <a:pt x="5330" y="7005"/>
                  </a:cubicBezTo>
                  <a:cubicBezTo>
                    <a:pt x="5308" y="7012"/>
                    <a:pt x="5294" y="7015"/>
                    <a:pt x="5287" y="7015"/>
                  </a:cubicBezTo>
                  <a:cubicBezTo>
                    <a:pt x="5262" y="7015"/>
                    <a:pt x="5311" y="6980"/>
                    <a:pt x="5305" y="6980"/>
                  </a:cubicBezTo>
                  <a:lnTo>
                    <a:pt x="5305" y="6980"/>
                  </a:lnTo>
                  <a:cubicBezTo>
                    <a:pt x="5220" y="6996"/>
                    <a:pt x="5271" y="7013"/>
                    <a:pt x="5246" y="7030"/>
                  </a:cubicBezTo>
                  <a:cubicBezTo>
                    <a:pt x="5197" y="7051"/>
                    <a:pt x="5163" y="7056"/>
                    <a:pt x="5133" y="7056"/>
                  </a:cubicBezTo>
                  <a:cubicBezTo>
                    <a:pt x="5103" y="7056"/>
                    <a:pt x="5078" y="7051"/>
                    <a:pt x="5048" y="7051"/>
                  </a:cubicBezTo>
                  <a:cubicBezTo>
                    <a:pt x="5033" y="7051"/>
                    <a:pt x="5018" y="7052"/>
                    <a:pt x="5000" y="7056"/>
                  </a:cubicBezTo>
                  <a:cubicBezTo>
                    <a:pt x="4933" y="7115"/>
                    <a:pt x="4738" y="7149"/>
                    <a:pt x="4611" y="7183"/>
                  </a:cubicBezTo>
                  <a:cubicBezTo>
                    <a:pt x="4620" y="7166"/>
                    <a:pt x="4603" y="7157"/>
                    <a:pt x="4594" y="7149"/>
                  </a:cubicBezTo>
                  <a:cubicBezTo>
                    <a:pt x="4527" y="7216"/>
                    <a:pt x="4544" y="7191"/>
                    <a:pt x="4459" y="7250"/>
                  </a:cubicBezTo>
                  <a:lnTo>
                    <a:pt x="4544" y="7250"/>
                  </a:lnTo>
                  <a:cubicBezTo>
                    <a:pt x="4485" y="7265"/>
                    <a:pt x="4446" y="7304"/>
                    <a:pt x="4393" y="7304"/>
                  </a:cubicBezTo>
                  <a:cubicBezTo>
                    <a:pt x="4384" y="7304"/>
                    <a:pt x="4375" y="7303"/>
                    <a:pt x="4366" y="7301"/>
                  </a:cubicBezTo>
                  <a:lnTo>
                    <a:pt x="4366" y="7301"/>
                  </a:lnTo>
                  <a:cubicBezTo>
                    <a:pt x="4459" y="7326"/>
                    <a:pt x="4264" y="7360"/>
                    <a:pt x="4214" y="7394"/>
                  </a:cubicBezTo>
                  <a:cubicBezTo>
                    <a:pt x="4157" y="7394"/>
                    <a:pt x="4107" y="7423"/>
                    <a:pt x="4062" y="7423"/>
                  </a:cubicBezTo>
                  <a:cubicBezTo>
                    <a:pt x="4054" y="7423"/>
                    <a:pt x="4046" y="7422"/>
                    <a:pt x="4039" y="7420"/>
                  </a:cubicBezTo>
                  <a:lnTo>
                    <a:pt x="4039" y="7420"/>
                  </a:lnTo>
                  <a:lnTo>
                    <a:pt x="3943" y="7436"/>
                  </a:lnTo>
                  <a:lnTo>
                    <a:pt x="3943" y="7394"/>
                  </a:lnTo>
                  <a:cubicBezTo>
                    <a:pt x="3867" y="7394"/>
                    <a:pt x="3791" y="7445"/>
                    <a:pt x="3816" y="7453"/>
                  </a:cubicBezTo>
                  <a:cubicBezTo>
                    <a:pt x="3748" y="7453"/>
                    <a:pt x="3782" y="7436"/>
                    <a:pt x="3774" y="7419"/>
                  </a:cubicBezTo>
                  <a:cubicBezTo>
                    <a:pt x="3802" y="7405"/>
                    <a:pt x="3865" y="7362"/>
                    <a:pt x="3900" y="7362"/>
                  </a:cubicBezTo>
                  <a:cubicBezTo>
                    <a:pt x="3907" y="7362"/>
                    <a:pt x="3913" y="7364"/>
                    <a:pt x="3918" y="7369"/>
                  </a:cubicBezTo>
                  <a:cubicBezTo>
                    <a:pt x="3918" y="7369"/>
                    <a:pt x="3901" y="7377"/>
                    <a:pt x="3901" y="7377"/>
                  </a:cubicBezTo>
                  <a:cubicBezTo>
                    <a:pt x="4087" y="7360"/>
                    <a:pt x="3943" y="7309"/>
                    <a:pt x="4036" y="7284"/>
                  </a:cubicBezTo>
                  <a:cubicBezTo>
                    <a:pt x="3994" y="7284"/>
                    <a:pt x="3943" y="7284"/>
                    <a:pt x="3901" y="7301"/>
                  </a:cubicBezTo>
                  <a:cubicBezTo>
                    <a:pt x="3841" y="7318"/>
                    <a:pt x="3782" y="7343"/>
                    <a:pt x="3731" y="7369"/>
                  </a:cubicBezTo>
                  <a:cubicBezTo>
                    <a:pt x="3764" y="7353"/>
                    <a:pt x="3799" y="7347"/>
                    <a:pt x="3834" y="7347"/>
                  </a:cubicBezTo>
                  <a:cubicBezTo>
                    <a:pt x="3854" y="7347"/>
                    <a:pt x="3874" y="7349"/>
                    <a:pt x="3892" y="7352"/>
                  </a:cubicBezTo>
                  <a:cubicBezTo>
                    <a:pt x="3850" y="7360"/>
                    <a:pt x="3841" y="7377"/>
                    <a:pt x="3799" y="7377"/>
                  </a:cubicBezTo>
                  <a:lnTo>
                    <a:pt x="3765" y="7394"/>
                  </a:lnTo>
                  <a:cubicBezTo>
                    <a:pt x="3763" y="7387"/>
                    <a:pt x="3752" y="7385"/>
                    <a:pt x="3739" y="7385"/>
                  </a:cubicBezTo>
                  <a:cubicBezTo>
                    <a:pt x="3721" y="7385"/>
                    <a:pt x="3700" y="7389"/>
                    <a:pt x="3688" y="7389"/>
                  </a:cubicBezTo>
                  <a:cubicBezTo>
                    <a:pt x="3674" y="7389"/>
                    <a:pt x="3672" y="7385"/>
                    <a:pt x="3698" y="7369"/>
                  </a:cubicBezTo>
                  <a:lnTo>
                    <a:pt x="3698" y="7369"/>
                  </a:lnTo>
                  <a:cubicBezTo>
                    <a:pt x="3630" y="7386"/>
                    <a:pt x="3681" y="7394"/>
                    <a:pt x="3621" y="7419"/>
                  </a:cubicBezTo>
                  <a:lnTo>
                    <a:pt x="3740" y="7402"/>
                  </a:lnTo>
                  <a:lnTo>
                    <a:pt x="3740" y="7428"/>
                  </a:lnTo>
                  <a:cubicBezTo>
                    <a:pt x="3719" y="7445"/>
                    <a:pt x="3706" y="7447"/>
                    <a:pt x="3692" y="7447"/>
                  </a:cubicBezTo>
                  <a:cubicBezTo>
                    <a:pt x="3688" y="7447"/>
                    <a:pt x="3683" y="7447"/>
                    <a:pt x="3678" y="7447"/>
                  </a:cubicBezTo>
                  <a:cubicBezTo>
                    <a:pt x="3668" y="7447"/>
                    <a:pt x="3655" y="7448"/>
                    <a:pt x="3638" y="7453"/>
                  </a:cubicBezTo>
                  <a:lnTo>
                    <a:pt x="3647" y="7479"/>
                  </a:lnTo>
                  <a:lnTo>
                    <a:pt x="3647" y="7479"/>
                  </a:lnTo>
                  <a:lnTo>
                    <a:pt x="3554" y="7470"/>
                  </a:lnTo>
                  <a:lnTo>
                    <a:pt x="3554" y="7470"/>
                  </a:lnTo>
                  <a:cubicBezTo>
                    <a:pt x="3571" y="7496"/>
                    <a:pt x="3503" y="7496"/>
                    <a:pt x="3486" y="7504"/>
                  </a:cubicBezTo>
                  <a:cubicBezTo>
                    <a:pt x="3450" y="7504"/>
                    <a:pt x="3448" y="7479"/>
                    <a:pt x="3423" y="7479"/>
                  </a:cubicBezTo>
                  <a:cubicBezTo>
                    <a:pt x="3413" y="7479"/>
                    <a:pt x="3399" y="7483"/>
                    <a:pt x="3376" y="7496"/>
                  </a:cubicBezTo>
                  <a:lnTo>
                    <a:pt x="3385" y="7496"/>
                  </a:lnTo>
                  <a:cubicBezTo>
                    <a:pt x="3342" y="7521"/>
                    <a:pt x="3292" y="7529"/>
                    <a:pt x="3249" y="7529"/>
                  </a:cubicBezTo>
                  <a:cubicBezTo>
                    <a:pt x="3249" y="7529"/>
                    <a:pt x="3264" y="7514"/>
                    <a:pt x="3273" y="7513"/>
                  </a:cubicBezTo>
                  <a:lnTo>
                    <a:pt x="3273" y="7513"/>
                  </a:lnTo>
                  <a:cubicBezTo>
                    <a:pt x="3200" y="7520"/>
                    <a:pt x="3097" y="7567"/>
                    <a:pt x="3031" y="7567"/>
                  </a:cubicBezTo>
                  <a:cubicBezTo>
                    <a:pt x="3013" y="7567"/>
                    <a:pt x="2998" y="7564"/>
                    <a:pt x="2987" y="7555"/>
                  </a:cubicBezTo>
                  <a:cubicBezTo>
                    <a:pt x="2987" y="7551"/>
                    <a:pt x="2988" y="7549"/>
                    <a:pt x="2989" y="7547"/>
                  </a:cubicBezTo>
                  <a:lnTo>
                    <a:pt x="2989" y="7547"/>
                  </a:lnTo>
                  <a:cubicBezTo>
                    <a:pt x="2966" y="7548"/>
                    <a:pt x="2925" y="7555"/>
                    <a:pt x="2905" y="7555"/>
                  </a:cubicBezTo>
                  <a:cubicBezTo>
                    <a:pt x="2891" y="7555"/>
                    <a:pt x="2887" y="7551"/>
                    <a:pt x="2911" y="7538"/>
                  </a:cubicBezTo>
                  <a:lnTo>
                    <a:pt x="2911" y="7538"/>
                  </a:lnTo>
                  <a:lnTo>
                    <a:pt x="2792" y="7597"/>
                  </a:lnTo>
                  <a:cubicBezTo>
                    <a:pt x="2792" y="7580"/>
                    <a:pt x="2818" y="7572"/>
                    <a:pt x="2835" y="7563"/>
                  </a:cubicBezTo>
                  <a:lnTo>
                    <a:pt x="2835" y="7563"/>
                  </a:lnTo>
                  <a:lnTo>
                    <a:pt x="2742" y="7589"/>
                  </a:lnTo>
                  <a:lnTo>
                    <a:pt x="2742" y="7580"/>
                  </a:lnTo>
                  <a:cubicBezTo>
                    <a:pt x="2657" y="7605"/>
                    <a:pt x="2581" y="7631"/>
                    <a:pt x="2513" y="7665"/>
                  </a:cubicBezTo>
                  <a:cubicBezTo>
                    <a:pt x="2640" y="7665"/>
                    <a:pt x="2454" y="7707"/>
                    <a:pt x="2471" y="7724"/>
                  </a:cubicBezTo>
                  <a:cubicBezTo>
                    <a:pt x="2420" y="7724"/>
                    <a:pt x="2395" y="7665"/>
                    <a:pt x="2488" y="7622"/>
                  </a:cubicBezTo>
                  <a:cubicBezTo>
                    <a:pt x="2493" y="7625"/>
                    <a:pt x="2500" y="7626"/>
                    <a:pt x="2506" y="7626"/>
                  </a:cubicBezTo>
                  <a:cubicBezTo>
                    <a:pt x="2541" y="7626"/>
                    <a:pt x="2589" y="7596"/>
                    <a:pt x="2632" y="7589"/>
                  </a:cubicBezTo>
                  <a:cubicBezTo>
                    <a:pt x="2589" y="7589"/>
                    <a:pt x="2539" y="7597"/>
                    <a:pt x="2496" y="7614"/>
                  </a:cubicBezTo>
                  <a:cubicBezTo>
                    <a:pt x="2539" y="7589"/>
                    <a:pt x="2429" y="7605"/>
                    <a:pt x="2429" y="7589"/>
                  </a:cubicBezTo>
                  <a:cubicBezTo>
                    <a:pt x="2437" y="7580"/>
                    <a:pt x="2446" y="7546"/>
                    <a:pt x="2513" y="7546"/>
                  </a:cubicBezTo>
                  <a:cubicBezTo>
                    <a:pt x="2527" y="7544"/>
                    <a:pt x="2537" y="7543"/>
                    <a:pt x="2544" y="7543"/>
                  </a:cubicBezTo>
                  <a:cubicBezTo>
                    <a:pt x="2583" y="7543"/>
                    <a:pt x="2543" y="7573"/>
                    <a:pt x="2551" y="7573"/>
                  </a:cubicBezTo>
                  <a:cubicBezTo>
                    <a:pt x="2552" y="7573"/>
                    <a:pt x="2554" y="7572"/>
                    <a:pt x="2556" y="7572"/>
                  </a:cubicBezTo>
                  <a:cubicBezTo>
                    <a:pt x="2562" y="7576"/>
                    <a:pt x="2570" y="7578"/>
                    <a:pt x="2579" y="7578"/>
                  </a:cubicBezTo>
                  <a:cubicBezTo>
                    <a:pt x="2624" y="7578"/>
                    <a:pt x="2701" y="7538"/>
                    <a:pt x="2750" y="7538"/>
                  </a:cubicBezTo>
                  <a:cubicBezTo>
                    <a:pt x="2750" y="7538"/>
                    <a:pt x="2740" y="7543"/>
                    <a:pt x="2732" y="7545"/>
                  </a:cubicBezTo>
                  <a:lnTo>
                    <a:pt x="2732" y="7545"/>
                  </a:lnTo>
                  <a:cubicBezTo>
                    <a:pt x="2785" y="7536"/>
                    <a:pt x="2885" y="7520"/>
                    <a:pt x="2885" y="7496"/>
                  </a:cubicBezTo>
                  <a:lnTo>
                    <a:pt x="2885" y="7496"/>
                  </a:lnTo>
                  <a:lnTo>
                    <a:pt x="2759" y="7538"/>
                  </a:lnTo>
                  <a:cubicBezTo>
                    <a:pt x="2733" y="7529"/>
                    <a:pt x="2792" y="7504"/>
                    <a:pt x="2759" y="7496"/>
                  </a:cubicBezTo>
                  <a:lnTo>
                    <a:pt x="2759" y="7496"/>
                  </a:lnTo>
                  <a:cubicBezTo>
                    <a:pt x="2725" y="7512"/>
                    <a:pt x="2691" y="7521"/>
                    <a:pt x="2657" y="7521"/>
                  </a:cubicBezTo>
                  <a:lnTo>
                    <a:pt x="2657" y="7512"/>
                  </a:lnTo>
                  <a:cubicBezTo>
                    <a:pt x="2564" y="7512"/>
                    <a:pt x="2471" y="7529"/>
                    <a:pt x="2378" y="7555"/>
                  </a:cubicBezTo>
                  <a:cubicBezTo>
                    <a:pt x="2361" y="7614"/>
                    <a:pt x="2336" y="7665"/>
                    <a:pt x="2302" y="7715"/>
                  </a:cubicBezTo>
                  <a:cubicBezTo>
                    <a:pt x="2167" y="7741"/>
                    <a:pt x="2032" y="7766"/>
                    <a:pt x="1897" y="7775"/>
                  </a:cubicBezTo>
                  <a:lnTo>
                    <a:pt x="1897" y="7775"/>
                  </a:lnTo>
                  <a:cubicBezTo>
                    <a:pt x="1897" y="7774"/>
                    <a:pt x="1897" y="7774"/>
                    <a:pt x="1897" y="7774"/>
                  </a:cubicBezTo>
                  <a:lnTo>
                    <a:pt x="1897" y="7774"/>
                  </a:lnTo>
                  <a:cubicBezTo>
                    <a:pt x="1897" y="7774"/>
                    <a:pt x="1896" y="7774"/>
                    <a:pt x="1896" y="7775"/>
                  </a:cubicBezTo>
                  <a:cubicBezTo>
                    <a:pt x="1896" y="7775"/>
                    <a:pt x="1897" y="7775"/>
                    <a:pt x="1897" y="7775"/>
                  </a:cubicBezTo>
                  <a:lnTo>
                    <a:pt x="1897" y="7775"/>
                  </a:lnTo>
                  <a:cubicBezTo>
                    <a:pt x="1901" y="7786"/>
                    <a:pt x="1901" y="7798"/>
                    <a:pt x="1896" y="7809"/>
                  </a:cubicBezTo>
                  <a:cubicBezTo>
                    <a:pt x="1888" y="7805"/>
                    <a:pt x="1878" y="7803"/>
                    <a:pt x="1868" y="7803"/>
                  </a:cubicBezTo>
                  <a:cubicBezTo>
                    <a:pt x="1849" y="7803"/>
                    <a:pt x="1827" y="7807"/>
                    <a:pt x="1811" y="7807"/>
                  </a:cubicBezTo>
                  <a:cubicBezTo>
                    <a:pt x="1796" y="7807"/>
                    <a:pt x="1786" y="7804"/>
                    <a:pt x="1786" y="7792"/>
                  </a:cubicBezTo>
                  <a:cubicBezTo>
                    <a:pt x="1752" y="7825"/>
                    <a:pt x="1633" y="7868"/>
                    <a:pt x="1659" y="7893"/>
                  </a:cubicBezTo>
                  <a:lnTo>
                    <a:pt x="1642" y="7893"/>
                  </a:lnTo>
                  <a:cubicBezTo>
                    <a:pt x="1586" y="7871"/>
                    <a:pt x="1525" y="7859"/>
                    <a:pt x="1464" y="7859"/>
                  </a:cubicBezTo>
                  <a:cubicBezTo>
                    <a:pt x="1433" y="7859"/>
                    <a:pt x="1402" y="7862"/>
                    <a:pt x="1371" y="7868"/>
                  </a:cubicBezTo>
                  <a:cubicBezTo>
                    <a:pt x="1346" y="7876"/>
                    <a:pt x="1346" y="7893"/>
                    <a:pt x="1354" y="7918"/>
                  </a:cubicBezTo>
                  <a:lnTo>
                    <a:pt x="1270" y="7918"/>
                  </a:lnTo>
                  <a:cubicBezTo>
                    <a:pt x="1295" y="7902"/>
                    <a:pt x="1312" y="7885"/>
                    <a:pt x="1346" y="7876"/>
                  </a:cubicBezTo>
                  <a:lnTo>
                    <a:pt x="1346" y="7876"/>
                  </a:lnTo>
                  <a:cubicBezTo>
                    <a:pt x="1270" y="7885"/>
                    <a:pt x="1202" y="7893"/>
                    <a:pt x="1143" y="7893"/>
                  </a:cubicBezTo>
                  <a:lnTo>
                    <a:pt x="1160" y="7876"/>
                  </a:lnTo>
                  <a:lnTo>
                    <a:pt x="1084" y="7902"/>
                  </a:lnTo>
                  <a:cubicBezTo>
                    <a:pt x="1098" y="7899"/>
                    <a:pt x="1115" y="7897"/>
                    <a:pt x="1130" y="7897"/>
                  </a:cubicBezTo>
                  <a:cubicBezTo>
                    <a:pt x="1162" y="7897"/>
                    <a:pt x="1188" y="7904"/>
                    <a:pt x="1177" y="7927"/>
                  </a:cubicBezTo>
                  <a:cubicBezTo>
                    <a:pt x="1134" y="7940"/>
                    <a:pt x="1101" y="7940"/>
                    <a:pt x="1069" y="7940"/>
                  </a:cubicBezTo>
                  <a:cubicBezTo>
                    <a:pt x="1037" y="7940"/>
                    <a:pt x="1007" y="7940"/>
                    <a:pt x="974" y="7952"/>
                  </a:cubicBezTo>
                  <a:cubicBezTo>
                    <a:pt x="982" y="7902"/>
                    <a:pt x="957" y="7893"/>
                    <a:pt x="982" y="7868"/>
                  </a:cubicBezTo>
                  <a:lnTo>
                    <a:pt x="991" y="7868"/>
                  </a:lnTo>
                  <a:cubicBezTo>
                    <a:pt x="1024" y="7834"/>
                    <a:pt x="1058" y="7817"/>
                    <a:pt x="1101" y="7809"/>
                  </a:cubicBezTo>
                  <a:cubicBezTo>
                    <a:pt x="1033" y="7800"/>
                    <a:pt x="1007" y="7800"/>
                    <a:pt x="991" y="7800"/>
                  </a:cubicBezTo>
                  <a:cubicBezTo>
                    <a:pt x="957" y="7800"/>
                    <a:pt x="931" y="7792"/>
                    <a:pt x="906" y="7783"/>
                  </a:cubicBezTo>
                  <a:cubicBezTo>
                    <a:pt x="906" y="7749"/>
                    <a:pt x="991" y="7766"/>
                    <a:pt x="974" y="7741"/>
                  </a:cubicBezTo>
                  <a:lnTo>
                    <a:pt x="974" y="7741"/>
                  </a:lnTo>
                  <a:cubicBezTo>
                    <a:pt x="1007" y="7749"/>
                    <a:pt x="1041" y="7758"/>
                    <a:pt x="1075" y="7758"/>
                  </a:cubicBezTo>
                  <a:cubicBezTo>
                    <a:pt x="1067" y="7758"/>
                    <a:pt x="1050" y="7766"/>
                    <a:pt x="1041" y="7775"/>
                  </a:cubicBezTo>
                  <a:cubicBezTo>
                    <a:pt x="1117" y="7749"/>
                    <a:pt x="1151" y="7775"/>
                    <a:pt x="1219" y="7732"/>
                  </a:cubicBezTo>
                  <a:lnTo>
                    <a:pt x="1219" y="7732"/>
                  </a:lnTo>
                  <a:cubicBezTo>
                    <a:pt x="1261" y="7741"/>
                    <a:pt x="1151" y="7758"/>
                    <a:pt x="1202" y="7758"/>
                  </a:cubicBezTo>
                  <a:cubicBezTo>
                    <a:pt x="1160" y="7775"/>
                    <a:pt x="1134" y="7800"/>
                    <a:pt x="1109" y="7834"/>
                  </a:cubicBezTo>
                  <a:cubicBezTo>
                    <a:pt x="1211" y="7834"/>
                    <a:pt x="1160" y="7792"/>
                    <a:pt x="1244" y="7766"/>
                  </a:cubicBezTo>
                  <a:lnTo>
                    <a:pt x="1320" y="7783"/>
                  </a:lnTo>
                  <a:cubicBezTo>
                    <a:pt x="1363" y="7775"/>
                    <a:pt x="1295" y="7775"/>
                    <a:pt x="1295" y="7766"/>
                  </a:cubicBezTo>
                  <a:cubicBezTo>
                    <a:pt x="1316" y="7762"/>
                    <a:pt x="1335" y="7760"/>
                    <a:pt x="1354" y="7760"/>
                  </a:cubicBezTo>
                  <a:cubicBezTo>
                    <a:pt x="1373" y="7760"/>
                    <a:pt x="1392" y="7762"/>
                    <a:pt x="1414" y="7766"/>
                  </a:cubicBezTo>
                  <a:cubicBezTo>
                    <a:pt x="1397" y="7758"/>
                    <a:pt x="1380" y="7758"/>
                    <a:pt x="1380" y="7741"/>
                  </a:cubicBezTo>
                  <a:lnTo>
                    <a:pt x="1380" y="7741"/>
                  </a:lnTo>
                  <a:cubicBezTo>
                    <a:pt x="1402" y="7746"/>
                    <a:pt x="1424" y="7747"/>
                    <a:pt x="1445" y="7747"/>
                  </a:cubicBezTo>
                  <a:cubicBezTo>
                    <a:pt x="1456" y="7747"/>
                    <a:pt x="1466" y="7747"/>
                    <a:pt x="1477" y="7747"/>
                  </a:cubicBezTo>
                  <a:cubicBezTo>
                    <a:pt x="1509" y="7747"/>
                    <a:pt x="1540" y="7749"/>
                    <a:pt x="1574" y="7766"/>
                  </a:cubicBezTo>
                  <a:cubicBezTo>
                    <a:pt x="1540" y="7749"/>
                    <a:pt x="1608" y="7707"/>
                    <a:pt x="1642" y="7699"/>
                  </a:cubicBezTo>
                  <a:lnTo>
                    <a:pt x="1507" y="7673"/>
                  </a:lnTo>
                  <a:cubicBezTo>
                    <a:pt x="1346" y="7707"/>
                    <a:pt x="1236" y="7715"/>
                    <a:pt x="1101" y="7741"/>
                  </a:cubicBezTo>
                  <a:lnTo>
                    <a:pt x="1109" y="7724"/>
                  </a:lnTo>
                  <a:cubicBezTo>
                    <a:pt x="1073" y="7718"/>
                    <a:pt x="1046" y="7715"/>
                    <a:pt x="1024" y="7715"/>
                  </a:cubicBezTo>
                  <a:cubicBezTo>
                    <a:pt x="985" y="7715"/>
                    <a:pt x="965" y="7724"/>
                    <a:pt x="948" y="7741"/>
                  </a:cubicBezTo>
                  <a:cubicBezTo>
                    <a:pt x="924" y="7759"/>
                    <a:pt x="895" y="7773"/>
                    <a:pt x="865" y="7773"/>
                  </a:cubicBezTo>
                  <a:cubicBezTo>
                    <a:pt x="853" y="7773"/>
                    <a:pt x="842" y="7771"/>
                    <a:pt x="830" y="7766"/>
                  </a:cubicBezTo>
                  <a:cubicBezTo>
                    <a:pt x="847" y="7732"/>
                    <a:pt x="796" y="7749"/>
                    <a:pt x="821" y="7715"/>
                  </a:cubicBezTo>
                  <a:lnTo>
                    <a:pt x="821" y="7715"/>
                  </a:lnTo>
                  <a:cubicBezTo>
                    <a:pt x="826" y="7720"/>
                    <a:pt x="831" y="7722"/>
                    <a:pt x="834" y="7722"/>
                  </a:cubicBezTo>
                  <a:cubicBezTo>
                    <a:pt x="843" y="7722"/>
                    <a:pt x="847" y="7711"/>
                    <a:pt x="847" y="7699"/>
                  </a:cubicBezTo>
                  <a:lnTo>
                    <a:pt x="847" y="7699"/>
                  </a:lnTo>
                  <a:cubicBezTo>
                    <a:pt x="838" y="7703"/>
                    <a:pt x="828" y="7707"/>
                    <a:pt x="818" y="7707"/>
                  </a:cubicBezTo>
                  <a:cubicBezTo>
                    <a:pt x="809" y="7707"/>
                    <a:pt x="800" y="7703"/>
                    <a:pt x="796" y="7690"/>
                  </a:cubicBezTo>
                  <a:cubicBezTo>
                    <a:pt x="811" y="7683"/>
                    <a:pt x="813" y="7663"/>
                    <a:pt x="829" y="7663"/>
                  </a:cubicBezTo>
                  <a:cubicBezTo>
                    <a:pt x="832" y="7663"/>
                    <a:pt x="835" y="7664"/>
                    <a:pt x="838" y="7665"/>
                  </a:cubicBezTo>
                  <a:cubicBezTo>
                    <a:pt x="821" y="7639"/>
                    <a:pt x="796" y="7614"/>
                    <a:pt x="762" y="7614"/>
                  </a:cubicBezTo>
                  <a:cubicBezTo>
                    <a:pt x="728" y="7572"/>
                    <a:pt x="745" y="7555"/>
                    <a:pt x="754" y="7546"/>
                  </a:cubicBezTo>
                  <a:cubicBezTo>
                    <a:pt x="762" y="7538"/>
                    <a:pt x="771" y="7529"/>
                    <a:pt x="754" y="7470"/>
                  </a:cubicBezTo>
                  <a:lnTo>
                    <a:pt x="754" y="7470"/>
                  </a:lnTo>
                  <a:lnTo>
                    <a:pt x="771" y="7487"/>
                  </a:lnTo>
                  <a:cubicBezTo>
                    <a:pt x="762" y="7462"/>
                    <a:pt x="754" y="7436"/>
                    <a:pt x="754" y="7402"/>
                  </a:cubicBezTo>
                  <a:lnTo>
                    <a:pt x="737" y="7436"/>
                  </a:lnTo>
                  <a:cubicBezTo>
                    <a:pt x="720" y="7402"/>
                    <a:pt x="711" y="7369"/>
                    <a:pt x="703" y="7326"/>
                  </a:cubicBezTo>
                  <a:cubicBezTo>
                    <a:pt x="697" y="7312"/>
                    <a:pt x="692" y="7307"/>
                    <a:pt x="688" y="7307"/>
                  </a:cubicBezTo>
                  <a:cubicBezTo>
                    <a:pt x="677" y="7307"/>
                    <a:pt x="674" y="7352"/>
                    <a:pt x="663" y="7352"/>
                  </a:cubicBezTo>
                  <a:cubicBezTo>
                    <a:pt x="662" y="7352"/>
                    <a:pt x="661" y="7352"/>
                    <a:pt x="661" y="7352"/>
                  </a:cubicBezTo>
                  <a:lnTo>
                    <a:pt x="661" y="7352"/>
                  </a:lnTo>
                  <a:lnTo>
                    <a:pt x="694" y="7369"/>
                  </a:lnTo>
                  <a:cubicBezTo>
                    <a:pt x="686" y="7411"/>
                    <a:pt x="720" y="7462"/>
                    <a:pt x="703" y="7479"/>
                  </a:cubicBezTo>
                  <a:cubicBezTo>
                    <a:pt x="686" y="7411"/>
                    <a:pt x="669" y="7428"/>
                    <a:pt x="652" y="7402"/>
                  </a:cubicBezTo>
                  <a:lnTo>
                    <a:pt x="652" y="7402"/>
                  </a:lnTo>
                  <a:cubicBezTo>
                    <a:pt x="661" y="7428"/>
                    <a:pt x="669" y="7445"/>
                    <a:pt x="678" y="7470"/>
                  </a:cubicBezTo>
                  <a:lnTo>
                    <a:pt x="661" y="7496"/>
                  </a:lnTo>
                  <a:cubicBezTo>
                    <a:pt x="669" y="7555"/>
                    <a:pt x="678" y="7597"/>
                    <a:pt x="711" y="7614"/>
                  </a:cubicBezTo>
                  <a:cubicBezTo>
                    <a:pt x="711" y="7589"/>
                    <a:pt x="678" y="7589"/>
                    <a:pt x="686" y="7563"/>
                  </a:cubicBezTo>
                  <a:lnTo>
                    <a:pt x="686" y="7563"/>
                  </a:lnTo>
                  <a:cubicBezTo>
                    <a:pt x="728" y="7580"/>
                    <a:pt x="754" y="7639"/>
                    <a:pt x="788" y="7665"/>
                  </a:cubicBezTo>
                  <a:cubicBezTo>
                    <a:pt x="779" y="7665"/>
                    <a:pt x="788" y="7673"/>
                    <a:pt x="779" y="7682"/>
                  </a:cubicBezTo>
                  <a:cubicBezTo>
                    <a:pt x="771" y="7682"/>
                    <a:pt x="771" y="7673"/>
                    <a:pt x="771" y="7673"/>
                  </a:cubicBezTo>
                  <a:cubicBezTo>
                    <a:pt x="754" y="7682"/>
                    <a:pt x="737" y="7665"/>
                    <a:pt x="754" y="7707"/>
                  </a:cubicBezTo>
                  <a:lnTo>
                    <a:pt x="661" y="7707"/>
                  </a:lnTo>
                  <a:cubicBezTo>
                    <a:pt x="627" y="7673"/>
                    <a:pt x="618" y="7639"/>
                    <a:pt x="610" y="7597"/>
                  </a:cubicBezTo>
                  <a:lnTo>
                    <a:pt x="618" y="7597"/>
                  </a:lnTo>
                  <a:cubicBezTo>
                    <a:pt x="610" y="7563"/>
                    <a:pt x="568" y="7487"/>
                    <a:pt x="593" y="7470"/>
                  </a:cubicBezTo>
                  <a:cubicBezTo>
                    <a:pt x="587" y="7459"/>
                    <a:pt x="578" y="7424"/>
                    <a:pt x="569" y="7424"/>
                  </a:cubicBezTo>
                  <a:cubicBezTo>
                    <a:pt x="565" y="7424"/>
                    <a:pt x="562" y="7432"/>
                    <a:pt x="559" y="7453"/>
                  </a:cubicBezTo>
                  <a:cubicBezTo>
                    <a:pt x="551" y="7419"/>
                    <a:pt x="542" y="7377"/>
                    <a:pt x="534" y="7343"/>
                  </a:cubicBezTo>
                  <a:lnTo>
                    <a:pt x="534" y="7343"/>
                  </a:lnTo>
                  <a:cubicBezTo>
                    <a:pt x="537" y="7344"/>
                    <a:pt x="541" y="7345"/>
                    <a:pt x="544" y="7345"/>
                  </a:cubicBezTo>
                  <a:cubicBezTo>
                    <a:pt x="570" y="7345"/>
                    <a:pt x="581" y="7307"/>
                    <a:pt x="597" y="7307"/>
                  </a:cubicBezTo>
                  <a:cubicBezTo>
                    <a:pt x="605" y="7307"/>
                    <a:pt x="614" y="7315"/>
                    <a:pt x="626" y="7340"/>
                  </a:cubicBezTo>
                  <a:lnTo>
                    <a:pt x="626" y="7340"/>
                  </a:lnTo>
                  <a:cubicBezTo>
                    <a:pt x="622" y="7327"/>
                    <a:pt x="619" y="7308"/>
                    <a:pt x="615" y="7281"/>
                  </a:cubicBezTo>
                  <a:lnTo>
                    <a:pt x="615" y="7281"/>
                  </a:lnTo>
                  <a:cubicBezTo>
                    <a:pt x="621" y="7287"/>
                    <a:pt x="625" y="7290"/>
                    <a:pt x="630" y="7290"/>
                  </a:cubicBezTo>
                  <a:cubicBezTo>
                    <a:pt x="647" y="7290"/>
                    <a:pt x="652" y="7243"/>
                    <a:pt x="652" y="7191"/>
                  </a:cubicBezTo>
                  <a:lnTo>
                    <a:pt x="627" y="7174"/>
                  </a:lnTo>
                  <a:cubicBezTo>
                    <a:pt x="652" y="7123"/>
                    <a:pt x="661" y="7056"/>
                    <a:pt x="652" y="6996"/>
                  </a:cubicBezTo>
                  <a:lnTo>
                    <a:pt x="559" y="6802"/>
                  </a:lnTo>
                  <a:lnTo>
                    <a:pt x="559" y="6743"/>
                  </a:lnTo>
                  <a:cubicBezTo>
                    <a:pt x="573" y="6721"/>
                    <a:pt x="564" y="6659"/>
                    <a:pt x="580" y="6659"/>
                  </a:cubicBezTo>
                  <a:cubicBezTo>
                    <a:pt x="583" y="6659"/>
                    <a:pt x="587" y="6661"/>
                    <a:pt x="593" y="6667"/>
                  </a:cubicBezTo>
                  <a:cubicBezTo>
                    <a:pt x="594" y="6665"/>
                    <a:pt x="595" y="6665"/>
                    <a:pt x="596" y="6665"/>
                  </a:cubicBezTo>
                  <a:cubicBezTo>
                    <a:pt x="601" y="6665"/>
                    <a:pt x="601" y="6689"/>
                    <a:pt x="601" y="6726"/>
                  </a:cubicBezTo>
                  <a:cubicBezTo>
                    <a:pt x="601" y="6726"/>
                    <a:pt x="598" y="6722"/>
                    <a:pt x="595" y="6722"/>
                  </a:cubicBezTo>
                  <a:cubicBezTo>
                    <a:pt x="594" y="6722"/>
                    <a:pt x="593" y="6723"/>
                    <a:pt x="593" y="6726"/>
                  </a:cubicBezTo>
                  <a:cubicBezTo>
                    <a:pt x="599" y="6729"/>
                    <a:pt x="606" y="6732"/>
                    <a:pt x="613" y="6732"/>
                  </a:cubicBezTo>
                  <a:cubicBezTo>
                    <a:pt x="624" y="6732"/>
                    <a:pt x="636" y="6723"/>
                    <a:pt x="652" y="6692"/>
                  </a:cubicBezTo>
                  <a:lnTo>
                    <a:pt x="652" y="6692"/>
                  </a:lnTo>
                  <a:cubicBezTo>
                    <a:pt x="644" y="6726"/>
                    <a:pt x="644" y="6751"/>
                    <a:pt x="652" y="6776"/>
                  </a:cubicBezTo>
                  <a:lnTo>
                    <a:pt x="652" y="6734"/>
                  </a:lnTo>
                  <a:cubicBezTo>
                    <a:pt x="652" y="6802"/>
                    <a:pt x="694" y="6903"/>
                    <a:pt x="711" y="6903"/>
                  </a:cubicBezTo>
                  <a:cubicBezTo>
                    <a:pt x="678" y="6886"/>
                    <a:pt x="711" y="6836"/>
                    <a:pt x="711" y="6802"/>
                  </a:cubicBezTo>
                  <a:cubicBezTo>
                    <a:pt x="718" y="6821"/>
                    <a:pt x="729" y="6859"/>
                    <a:pt x="734" y="6859"/>
                  </a:cubicBezTo>
                  <a:cubicBezTo>
                    <a:pt x="736" y="6859"/>
                    <a:pt x="737" y="6855"/>
                    <a:pt x="737" y="6844"/>
                  </a:cubicBezTo>
                  <a:cubicBezTo>
                    <a:pt x="731" y="6832"/>
                    <a:pt x="720" y="6760"/>
                    <a:pt x="708" y="6760"/>
                  </a:cubicBezTo>
                  <a:cubicBezTo>
                    <a:pt x="703" y="6760"/>
                    <a:pt x="699" y="6769"/>
                    <a:pt x="694" y="6793"/>
                  </a:cubicBezTo>
                  <a:cubicBezTo>
                    <a:pt x="686" y="6751"/>
                    <a:pt x="678" y="6700"/>
                    <a:pt x="686" y="6658"/>
                  </a:cubicBezTo>
                  <a:lnTo>
                    <a:pt x="686" y="6658"/>
                  </a:lnTo>
                  <a:cubicBezTo>
                    <a:pt x="690" y="6683"/>
                    <a:pt x="697" y="6688"/>
                    <a:pt x="704" y="6688"/>
                  </a:cubicBezTo>
                  <a:cubicBezTo>
                    <a:pt x="708" y="6688"/>
                    <a:pt x="712" y="6687"/>
                    <a:pt x="716" y="6687"/>
                  </a:cubicBezTo>
                  <a:cubicBezTo>
                    <a:pt x="720" y="6687"/>
                    <a:pt x="724" y="6688"/>
                    <a:pt x="728" y="6692"/>
                  </a:cubicBezTo>
                  <a:cubicBezTo>
                    <a:pt x="720" y="6667"/>
                    <a:pt x="703" y="6650"/>
                    <a:pt x="678" y="6641"/>
                  </a:cubicBezTo>
                  <a:cubicBezTo>
                    <a:pt x="703" y="6506"/>
                    <a:pt x="762" y="6455"/>
                    <a:pt x="745" y="6311"/>
                  </a:cubicBezTo>
                  <a:cubicBezTo>
                    <a:pt x="745" y="6310"/>
                    <a:pt x="744" y="6309"/>
                    <a:pt x="744" y="6309"/>
                  </a:cubicBezTo>
                  <a:lnTo>
                    <a:pt x="744" y="6309"/>
                  </a:lnTo>
                  <a:cubicBezTo>
                    <a:pt x="739" y="6309"/>
                    <a:pt x="751" y="6388"/>
                    <a:pt x="731" y="6388"/>
                  </a:cubicBezTo>
                  <a:cubicBezTo>
                    <a:pt x="730" y="6388"/>
                    <a:pt x="729" y="6388"/>
                    <a:pt x="728" y="6387"/>
                  </a:cubicBezTo>
                  <a:cubicBezTo>
                    <a:pt x="694" y="6277"/>
                    <a:pt x="771" y="6244"/>
                    <a:pt x="754" y="6150"/>
                  </a:cubicBezTo>
                  <a:lnTo>
                    <a:pt x="754" y="6150"/>
                  </a:lnTo>
                  <a:lnTo>
                    <a:pt x="720" y="6176"/>
                  </a:lnTo>
                  <a:cubicBezTo>
                    <a:pt x="711" y="6150"/>
                    <a:pt x="703" y="6083"/>
                    <a:pt x="703" y="6049"/>
                  </a:cubicBezTo>
                  <a:cubicBezTo>
                    <a:pt x="715" y="6043"/>
                    <a:pt x="732" y="5987"/>
                    <a:pt x="744" y="5987"/>
                  </a:cubicBezTo>
                  <a:cubicBezTo>
                    <a:pt x="748" y="5987"/>
                    <a:pt x="751" y="5995"/>
                    <a:pt x="754" y="6015"/>
                  </a:cubicBezTo>
                  <a:cubicBezTo>
                    <a:pt x="770" y="5870"/>
                    <a:pt x="686" y="5879"/>
                    <a:pt x="685" y="5718"/>
                  </a:cubicBezTo>
                  <a:lnTo>
                    <a:pt x="685" y="5718"/>
                  </a:lnTo>
                  <a:cubicBezTo>
                    <a:pt x="684" y="5763"/>
                    <a:pt x="678" y="5812"/>
                    <a:pt x="678" y="5854"/>
                  </a:cubicBezTo>
                  <a:cubicBezTo>
                    <a:pt x="671" y="5829"/>
                    <a:pt x="668" y="5822"/>
                    <a:pt x="666" y="5822"/>
                  </a:cubicBezTo>
                  <a:cubicBezTo>
                    <a:pt x="663" y="5822"/>
                    <a:pt x="660" y="5838"/>
                    <a:pt x="649" y="5838"/>
                  </a:cubicBezTo>
                  <a:cubicBezTo>
                    <a:pt x="647" y="5838"/>
                    <a:pt x="646" y="5838"/>
                    <a:pt x="644" y="5837"/>
                  </a:cubicBezTo>
                  <a:cubicBezTo>
                    <a:pt x="656" y="5806"/>
                    <a:pt x="650" y="5721"/>
                    <a:pt x="661" y="5721"/>
                  </a:cubicBezTo>
                  <a:cubicBezTo>
                    <a:pt x="664" y="5721"/>
                    <a:pt x="669" y="5730"/>
                    <a:pt x="678" y="5753"/>
                  </a:cubicBezTo>
                  <a:cubicBezTo>
                    <a:pt x="678" y="5685"/>
                    <a:pt x="678" y="5618"/>
                    <a:pt x="661" y="5558"/>
                  </a:cubicBezTo>
                  <a:lnTo>
                    <a:pt x="652" y="5601"/>
                  </a:lnTo>
                  <a:cubicBezTo>
                    <a:pt x="652" y="5533"/>
                    <a:pt x="644" y="5465"/>
                    <a:pt x="610" y="5406"/>
                  </a:cubicBezTo>
                  <a:lnTo>
                    <a:pt x="610" y="5406"/>
                  </a:lnTo>
                  <a:cubicBezTo>
                    <a:pt x="610" y="5508"/>
                    <a:pt x="652" y="5508"/>
                    <a:pt x="652" y="5634"/>
                  </a:cubicBezTo>
                  <a:cubicBezTo>
                    <a:pt x="644" y="5680"/>
                    <a:pt x="639" y="5693"/>
                    <a:pt x="634" y="5693"/>
                  </a:cubicBezTo>
                  <a:cubicBezTo>
                    <a:pt x="626" y="5693"/>
                    <a:pt x="620" y="5665"/>
                    <a:pt x="608" y="5665"/>
                  </a:cubicBezTo>
                  <a:cubicBezTo>
                    <a:pt x="602" y="5665"/>
                    <a:pt x="594" y="5672"/>
                    <a:pt x="585" y="5694"/>
                  </a:cubicBezTo>
                  <a:lnTo>
                    <a:pt x="610" y="5795"/>
                  </a:lnTo>
                  <a:lnTo>
                    <a:pt x="610" y="5744"/>
                  </a:lnTo>
                  <a:cubicBezTo>
                    <a:pt x="651" y="5761"/>
                    <a:pt x="612" y="5889"/>
                    <a:pt x="649" y="5889"/>
                  </a:cubicBezTo>
                  <a:cubicBezTo>
                    <a:pt x="650" y="5889"/>
                    <a:pt x="651" y="5889"/>
                    <a:pt x="652" y="5888"/>
                  </a:cubicBezTo>
                  <a:lnTo>
                    <a:pt x="652" y="5888"/>
                  </a:lnTo>
                  <a:cubicBezTo>
                    <a:pt x="618" y="5990"/>
                    <a:pt x="635" y="6024"/>
                    <a:pt x="610" y="6125"/>
                  </a:cubicBezTo>
                  <a:cubicBezTo>
                    <a:pt x="614" y="6134"/>
                    <a:pt x="618" y="6138"/>
                    <a:pt x="620" y="6138"/>
                  </a:cubicBezTo>
                  <a:cubicBezTo>
                    <a:pt x="627" y="6138"/>
                    <a:pt x="627" y="6108"/>
                    <a:pt x="627" y="6083"/>
                  </a:cubicBezTo>
                  <a:cubicBezTo>
                    <a:pt x="627" y="6142"/>
                    <a:pt x="669" y="6142"/>
                    <a:pt x="644" y="6218"/>
                  </a:cubicBezTo>
                  <a:cubicBezTo>
                    <a:pt x="641" y="6228"/>
                    <a:pt x="642" y="6233"/>
                    <a:pt x="645" y="6233"/>
                  </a:cubicBezTo>
                  <a:cubicBezTo>
                    <a:pt x="652" y="6233"/>
                    <a:pt x="669" y="6206"/>
                    <a:pt x="669" y="6159"/>
                  </a:cubicBezTo>
                  <a:lnTo>
                    <a:pt x="669" y="6337"/>
                  </a:lnTo>
                  <a:lnTo>
                    <a:pt x="694" y="6269"/>
                  </a:lnTo>
                  <a:lnTo>
                    <a:pt x="694" y="6337"/>
                  </a:lnTo>
                  <a:lnTo>
                    <a:pt x="711" y="6277"/>
                  </a:lnTo>
                  <a:lnTo>
                    <a:pt x="711" y="6277"/>
                  </a:lnTo>
                  <a:cubicBezTo>
                    <a:pt x="728" y="6396"/>
                    <a:pt x="711" y="6506"/>
                    <a:pt x="678" y="6616"/>
                  </a:cubicBezTo>
                  <a:cubicBezTo>
                    <a:pt x="644" y="6506"/>
                    <a:pt x="661" y="6328"/>
                    <a:pt x="618" y="6260"/>
                  </a:cubicBezTo>
                  <a:lnTo>
                    <a:pt x="618" y="6260"/>
                  </a:lnTo>
                  <a:cubicBezTo>
                    <a:pt x="601" y="6286"/>
                    <a:pt x="644" y="6354"/>
                    <a:pt x="610" y="6379"/>
                  </a:cubicBezTo>
                  <a:lnTo>
                    <a:pt x="635" y="6413"/>
                  </a:lnTo>
                  <a:cubicBezTo>
                    <a:pt x="644" y="6455"/>
                    <a:pt x="652" y="6540"/>
                    <a:pt x="627" y="6548"/>
                  </a:cubicBezTo>
                  <a:cubicBezTo>
                    <a:pt x="610" y="6489"/>
                    <a:pt x="593" y="6421"/>
                    <a:pt x="559" y="6362"/>
                  </a:cubicBezTo>
                  <a:cubicBezTo>
                    <a:pt x="551" y="6362"/>
                    <a:pt x="551" y="6354"/>
                    <a:pt x="551" y="6337"/>
                  </a:cubicBezTo>
                  <a:cubicBezTo>
                    <a:pt x="551" y="6303"/>
                    <a:pt x="551" y="6269"/>
                    <a:pt x="551" y="6227"/>
                  </a:cubicBezTo>
                  <a:cubicBezTo>
                    <a:pt x="554" y="6213"/>
                    <a:pt x="559" y="6209"/>
                    <a:pt x="563" y="6209"/>
                  </a:cubicBezTo>
                  <a:cubicBezTo>
                    <a:pt x="570" y="6209"/>
                    <a:pt x="576" y="6218"/>
                    <a:pt x="576" y="6218"/>
                  </a:cubicBezTo>
                  <a:cubicBezTo>
                    <a:pt x="610" y="6091"/>
                    <a:pt x="525" y="6007"/>
                    <a:pt x="551" y="5871"/>
                  </a:cubicBezTo>
                  <a:cubicBezTo>
                    <a:pt x="572" y="5871"/>
                    <a:pt x="576" y="5797"/>
                    <a:pt x="587" y="5797"/>
                  </a:cubicBezTo>
                  <a:cubicBezTo>
                    <a:pt x="588" y="5797"/>
                    <a:pt x="591" y="5799"/>
                    <a:pt x="593" y="5804"/>
                  </a:cubicBezTo>
                  <a:cubicBezTo>
                    <a:pt x="593" y="5744"/>
                    <a:pt x="576" y="5685"/>
                    <a:pt x="551" y="5626"/>
                  </a:cubicBezTo>
                  <a:cubicBezTo>
                    <a:pt x="572" y="5619"/>
                    <a:pt x="563" y="5540"/>
                    <a:pt x="575" y="5540"/>
                  </a:cubicBezTo>
                  <a:cubicBezTo>
                    <a:pt x="577" y="5540"/>
                    <a:pt x="580" y="5543"/>
                    <a:pt x="585" y="5550"/>
                  </a:cubicBezTo>
                  <a:lnTo>
                    <a:pt x="551" y="5474"/>
                  </a:lnTo>
                  <a:cubicBezTo>
                    <a:pt x="559" y="5431"/>
                    <a:pt x="542" y="5330"/>
                    <a:pt x="568" y="5313"/>
                  </a:cubicBezTo>
                  <a:cubicBezTo>
                    <a:pt x="559" y="5254"/>
                    <a:pt x="534" y="5296"/>
                    <a:pt x="542" y="5220"/>
                  </a:cubicBezTo>
                  <a:cubicBezTo>
                    <a:pt x="551" y="5220"/>
                    <a:pt x="551" y="5220"/>
                    <a:pt x="551" y="5228"/>
                  </a:cubicBezTo>
                  <a:cubicBezTo>
                    <a:pt x="568" y="5186"/>
                    <a:pt x="568" y="5127"/>
                    <a:pt x="551" y="5085"/>
                  </a:cubicBezTo>
                  <a:cubicBezTo>
                    <a:pt x="542" y="5110"/>
                    <a:pt x="542" y="5135"/>
                    <a:pt x="542" y="5152"/>
                  </a:cubicBezTo>
                  <a:cubicBezTo>
                    <a:pt x="525" y="5152"/>
                    <a:pt x="508" y="5085"/>
                    <a:pt x="525" y="5017"/>
                  </a:cubicBezTo>
                  <a:lnTo>
                    <a:pt x="525" y="5017"/>
                  </a:lnTo>
                  <a:cubicBezTo>
                    <a:pt x="533" y="5038"/>
                    <a:pt x="539" y="5045"/>
                    <a:pt x="543" y="5045"/>
                  </a:cubicBezTo>
                  <a:cubicBezTo>
                    <a:pt x="558" y="5045"/>
                    <a:pt x="562" y="4976"/>
                    <a:pt x="571" y="4976"/>
                  </a:cubicBezTo>
                  <a:cubicBezTo>
                    <a:pt x="572" y="4976"/>
                    <a:pt x="574" y="4978"/>
                    <a:pt x="576" y="4983"/>
                  </a:cubicBezTo>
                  <a:cubicBezTo>
                    <a:pt x="568" y="4856"/>
                    <a:pt x="551" y="4729"/>
                    <a:pt x="500" y="4611"/>
                  </a:cubicBezTo>
                  <a:cubicBezTo>
                    <a:pt x="508" y="4459"/>
                    <a:pt x="500" y="4306"/>
                    <a:pt x="483" y="4154"/>
                  </a:cubicBezTo>
                  <a:lnTo>
                    <a:pt x="483" y="4171"/>
                  </a:lnTo>
                  <a:lnTo>
                    <a:pt x="466" y="4103"/>
                  </a:lnTo>
                  <a:cubicBezTo>
                    <a:pt x="466" y="4061"/>
                    <a:pt x="500" y="4103"/>
                    <a:pt x="491" y="4036"/>
                  </a:cubicBezTo>
                  <a:lnTo>
                    <a:pt x="491" y="4036"/>
                  </a:lnTo>
                  <a:cubicBezTo>
                    <a:pt x="517" y="4061"/>
                    <a:pt x="500" y="4146"/>
                    <a:pt x="517" y="4213"/>
                  </a:cubicBezTo>
                  <a:cubicBezTo>
                    <a:pt x="524" y="4190"/>
                    <a:pt x="530" y="4181"/>
                    <a:pt x="535" y="4181"/>
                  </a:cubicBezTo>
                  <a:cubicBezTo>
                    <a:pt x="548" y="4181"/>
                    <a:pt x="554" y="4256"/>
                    <a:pt x="566" y="4256"/>
                  </a:cubicBezTo>
                  <a:cubicBezTo>
                    <a:pt x="569" y="4256"/>
                    <a:pt x="572" y="4251"/>
                    <a:pt x="576" y="4239"/>
                  </a:cubicBezTo>
                  <a:cubicBezTo>
                    <a:pt x="517" y="4196"/>
                    <a:pt x="568" y="4002"/>
                    <a:pt x="534" y="3909"/>
                  </a:cubicBezTo>
                  <a:cubicBezTo>
                    <a:pt x="536" y="3885"/>
                    <a:pt x="539" y="3877"/>
                    <a:pt x="543" y="3877"/>
                  </a:cubicBezTo>
                  <a:cubicBezTo>
                    <a:pt x="543" y="3877"/>
                    <a:pt x="543" y="3877"/>
                    <a:pt x="544" y="3877"/>
                  </a:cubicBezTo>
                  <a:lnTo>
                    <a:pt x="544" y="3877"/>
                  </a:lnTo>
                  <a:cubicBezTo>
                    <a:pt x="552" y="3840"/>
                    <a:pt x="560" y="3833"/>
                    <a:pt x="568" y="3833"/>
                  </a:cubicBezTo>
                  <a:cubicBezTo>
                    <a:pt x="585" y="3731"/>
                    <a:pt x="576" y="3630"/>
                    <a:pt x="542" y="3537"/>
                  </a:cubicBezTo>
                  <a:lnTo>
                    <a:pt x="542" y="3537"/>
                  </a:lnTo>
                  <a:cubicBezTo>
                    <a:pt x="547" y="3567"/>
                    <a:pt x="547" y="3575"/>
                    <a:pt x="544" y="3575"/>
                  </a:cubicBezTo>
                  <a:cubicBezTo>
                    <a:pt x="541" y="3575"/>
                    <a:pt x="533" y="3560"/>
                    <a:pt x="526" y="3560"/>
                  </a:cubicBezTo>
                  <a:cubicBezTo>
                    <a:pt x="521" y="3560"/>
                    <a:pt x="517" y="3570"/>
                    <a:pt x="517" y="3604"/>
                  </a:cubicBezTo>
                  <a:cubicBezTo>
                    <a:pt x="500" y="3553"/>
                    <a:pt x="491" y="3494"/>
                    <a:pt x="500" y="3435"/>
                  </a:cubicBezTo>
                  <a:lnTo>
                    <a:pt x="500" y="3435"/>
                  </a:lnTo>
                  <a:cubicBezTo>
                    <a:pt x="502" y="3449"/>
                    <a:pt x="504" y="3453"/>
                    <a:pt x="508" y="3453"/>
                  </a:cubicBezTo>
                  <a:cubicBezTo>
                    <a:pt x="515" y="3453"/>
                    <a:pt x="524" y="3430"/>
                    <a:pt x="530" y="3430"/>
                  </a:cubicBezTo>
                  <a:cubicBezTo>
                    <a:pt x="535" y="3430"/>
                    <a:pt x="537" y="3444"/>
                    <a:pt x="534" y="3494"/>
                  </a:cubicBezTo>
                  <a:cubicBezTo>
                    <a:pt x="568" y="3469"/>
                    <a:pt x="534" y="3427"/>
                    <a:pt x="534" y="3359"/>
                  </a:cubicBezTo>
                  <a:lnTo>
                    <a:pt x="534" y="3359"/>
                  </a:lnTo>
                  <a:cubicBezTo>
                    <a:pt x="542" y="3393"/>
                    <a:pt x="551" y="3427"/>
                    <a:pt x="568" y="3460"/>
                  </a:cubicBezTo>
                  <a:cubicBezTo>
                    <a:pt x="525" y="3359"/>
                    <a:pt x="601" y="3156"/>
                    <a:pt x="568" y="3122"/>
                  </a:cubicBezTo>
                  <a:cubicBezTo>
                    <a:pt x="542" y="3046"/>
                    <a:pt x="517" y="2944"/>
                    <a:pt x="491" y="2860"/>
                  </a:cubicBezTo>
                  <a:cubicBezTo>
                    <a:pt x="500" y="2775"/>
                    <a:pt x="508" y="2682"/>
                    <a:pt x="508" y="2589"/>
                  </a:cubicBezTo>
                  <a:lnTo>
                    <a:pt x="517" y="2606"/>
                  </a:lnTo>
                  <a:cubicBezTo>
                    <a:pt x="525" y="2555"/>
                    <a:pt x="508" y="2479"/>
                    <a:pt x="517" y="2395"/>
                  </a:cubicBezTo>
                  <a:lnTo>
                    <a:pt x="542" y="2378"/>
                  </a:lnTo>
                  <a:cubicBezTo>
                    <a:pt x="534" y="2301"/>
                    <a:pt x="534" y="2225"/>
                    <a:pt x="534" y="2141"/>
                  </a:cubicBezTo>
                  <a:cubicBezTo>
                    <a:pt x="520" y="2141"/>
                    <a:pt x="523" y="2192"/>
                    <a:pt x="515" y="2192"/>
                  </a:cubicBezTo>
                  <a:cubicBezTo>
                    <a:pt x="514" y="2192"/>
                    <a:pt x="511" y="2189"/>
                    <a:pt x="508" y="2183"/>
                  </a:cubicBezTo>
                  <a:lnTo>
                    <a:pt x="508" y="2183"/>
                  </a:lnTo>
                  <a:cubicBezTo>
                    <a:pt x="508" y="2218"/>
                    <a:pt x="508" y="2247"/>
                    <a:pt x="518" y="2247"/>
                  </a:cubicBezTo>
                  <a:cubicBezTo>
                    <a:pt x="520" y="2247"/>
                    <a:pt x="522" y="2245"/>
                    <a:pt x="525" y="2242"/>
                  </a:cubicBezTo>
                  <a:lnTo>
                    <a:pt x="525" y="2242"/>
                  </a:lnTo>
                  <a:cubicBezTo>
                    <a:pt x="525" y="2285"/>
                    <a:pt x="500" y="2285"/>
                    <a:pt x="491" y="2318"/>
                  </a:cubicBezTo>
                  <a:lnTo>
                    <a:pt x="475" y="2158"/>
                  </a:lnTo>
                  <a:lnTo>
                    <a:pt x="483" y="2141"/>
                  </a:lnTo>
                  <a:lnTo>
                    <a:pt x="449" y="2132"/>
                  </a:lnTo>
                  <a:cubicBezTo>
                    <a:pt x="456" y="2099"/>
                    <a:pt x="457" y="2087"/>
                    <a:pt x="465" y="2087"/>
                  </a:cubicBezTo>
                  <a:cubicBezTo>
                    <a:pt x="468" y="2087"/>
                    <a:pt x="471" y="2088"/>
                    <a:pt x="475" y="2090"/>
                  </a:cubicBezTo>
                  <a:cubicBezTo>
                    <a:pt x="458" y="1997"/>
                    <a:pt x="424" y="1972"/>
                    <a:pt x="432" y="1879"/>
                  </a:cubicBezTo>
                  <a:lnTo>
                    <a:pt x="432" y="1879"/>
                  </a:lnTo>
                  <a:cubicBezTo>
                    <a:pt x="458" y="1912"/>
                    <a:pt x="475" y="1963"/>
                    <a:pt x="475" y="2005"/>
                  </a:cubicBezTo>
                  <a:lnTo>
                    <a:pt x="475" y="1904"/>
                  </a:lnTo>
                  <a:cubicBezTo>
                    <a:pt x="498" y="1943"/>
                    <a:pt x="492" y="2109"/>
                    <a:pt x="519" y="2109"/>
                  </a:cubicBezTo>
                  <a:cubicBezTo>
                    <a:pt x="521" y="2109"/>
                    <a:pt x="523" y="2109"/>
                    <a:pt x="525" y="2107"/>
                  </a:cubicBezTo>
                  <a:cubicBezTo>
                    <a:pt x="517" y="1972"/>
                    <a:pt x="491" y="1845"/>
                    <a:pt x="458" y="1709"/>
                  </a:cubicBezTo>
                  <a:cubicBezTo>
                    <a:pt x="491" y="1659"/>
                    <a:pt x="458" y="1574"/>
                    <a:pt x="466" y="1489"/>
                  </a:cubicBezTo>
                  <a:cubicBezTo>
                    <a:pt x="473" y="1476"/>
                    <a:pt x="479" y="1458"/>
                    <a:pt x="486" y="1458"/>
                  </a:cubicBezTo>
                  <a:cubicBezTo>
                    <a:pt x="488" y="1458"/>
                    <a:pt x="490" y="1460"/>
                    <a:pt x="491" y="1464"/>
                  </a:cubicBezTo>
                  <a:lnTo>
                    <a:pt x="491" y="1489"/>
                  </a:lnTo>
                  <a:cubicBezTo>
                    <a:pt x="500" y="1371"/>
                    <a:pt x="483" y="1244"/>
                    <a:pt x="458" y="1126"/>
                  </a:cubicBezTo>
                  <a:lnTo>
                    <a:pt x="491" y="1075"/>
                  </a:lnTo>
                  <a:cubicBezTo>
                    <a:pt x="494" y="1009"/>
                    <a:pt x="489" y="994"/>
                    <a:pt x="480" y="994"/>
                  </a:cubicBezTo>
                  <a:cubicBezTo>
                    <a:pt x="473" y="994"/>
                    <a:pt x="464" y="1004"/>
                    <a:pt x="455" y="1004"/>
                  </a:cubicBezTo>
                  <a:cubicBezTo>
                    <a:pt x="445" y="1004"/>
                    <a:pt x="435" y="989"/>
                    <a:pt x="432" y="923"/>
                  </a:cubicBezTo>
                  <a:cubicBezTo>
                    <a:pt x="466" y="880"/>
                    <a:pt x="449" y="694"/>
                    <a:pt x="475" y="686"/>
                  </a:cubicBezTo>
                  <a:cubicBezTo>
                    <a:pt x="475" y="652"/>
                    <a:pt x="475" y="635"/>
                    <a:pt x="458" y="635"/>
                  </a:cubicBezTo>
                  <a:cubicBezTo>
                    <a:pt x="451" y="655"/>
                    <a:pt x="455" y="703"/>
                    <a:pt x="444" y="703"/>
                  </a:cubicBezTo>
                  <a:cubicBezTo>
                    <a:pt x="441" y="703"/>
                    <a:pt x="437" y="701"/>
                    <a:pt x="432" y="694"/>
                  </a:cubicBezTo>
                  <a:cubicBezTo>
                    <a:pt x="432" y="643"/>
                    <a:pt x="432" y="601"/>
                    <a:pt x="441" y="550"/>
                  </a:cubicBezTo>
                  <a:cubicBezTo>
                    <a:pt x="447" y="550"/>
                    <a:pt x="454" y="572"/>
                    <a:pt x="457" y="572"/>
                  </a:cubicBezTo>
                  <a:cubicBezTo>
                    <a:pt x="457" y="572"/>
                    <a:pt x="458" y="571"/>
                    <a:pt x="458" y="567"/>
                  </a:cubicBezTo>
                  <a:cubicBezTo>
                    <a:pt x="449" y="449"/>
                    <a:pt x="449" y="220"/>
                    <a:pt x="398" y="102"/>
                  </a:cubicBezTo>
                  <a:lnTo>
                    <a:pt x="398" y="102"/>
                  </a:lnTo>
                  <a:cubicBezTo>
                    <a:pt x="398" y="144"/>
                    <a:pt x="424" y="144"/>
                    <a:pt x="407" y="204"/>
                  </a:cubicBezTo>
                  <a:cubicBezTo>
                    <a:pt x="390" y="204"/>
                    <a:pt x="398" y="170"/>
                    <a:pt x="390" y="161"/>
                  </a:cubicBezTo>
                  <a:lnTo>
                    <a:pt x="390" y="161"/>
                  </a:lnTo>
                  <a:cubicBezTo>
                    <a:pt x="365" y="170"/>
                    <a:pt x="407" y="220"/>
                    <a:pt x="390" y="280"/>
                  </a:cubicBezTo>
                  <a:lnTo>
                    <a:pt x="356" y="178"/>
                  </a:lnTo>
                  <a:lnTo>
                    <a:pt x="339" y="237"/>
                  </a:lnTo>
                  <a:lnTo>
                    <a:pt x="27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9"/>
            <p:cNvSpPr/>
            <p:nvPr/>
          </p:nvSpPr>
          <p:spPr>
            <a:xfrm rot="3636019">
              <a:off x="6766651" y="1956395"/>
              <a:ext cx="3810" cy="1665"/>
            </a:xfrm>
            <a:custGeom>
              <a:rect b="b" l="l" r="r" t="t"/>
              <a:pathLst>
                <a:path extrusionOk="0" h="52" w="119">
                  <a:moveTo>
                    <a:pt x="102" y="0"/>
                  </a:moveTo>
                  <a:cubicBezTo>
                    <a:pt x="110" y="26"/>
                    <a:pt x="0" y="34"/>
                    <a:pt x="42" y="51"/>
                  </a:cubicBezTo>
                  <a:cubicBezTo>
                    <a:pt x="59" y="34"/>
                    <a:pt x="119" y="17"/>
                    <a:pt x="10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9"/>
            <p:cNvSpPr/>
            <p:nvPr/>
          </p:nvSpPr>
          <p:spPr>
            <a:xfrm rot="3636019">
              <a:off x="6767763" y="1958163"/>
              <a:ext cx="2209" cy="864"/>
            </a:xfrm>
            <a:custGeom>
              <a:rect b="b" l="l" r="r" t="t"/>
              <a:pathLst>
                <a:path extrusionOk="0" h="27" w="69">
                  <a:moveTo>
                    <a:pt x="69" y="1"/>
                  </a:moveTo>
                  <a:cubicBezTo>
                    <a:pt x="66" y="2"/>
                    <a:pt x="63" y="3"/>
                    <a:pt x="61" y="4"/>
                  </a:cubicBezTo>
                  <a:lnTo>
                    <a:pt x="61" y="4"/>
                  </a:lnTo>
                  <a:lnTo>
                    <a:pt x="69" y="1"/>
                  </a:lnTo>
                  <a:close/>
                  <a:moveTo>
                    <a:pt x="61" y="4"/>
                  </a:moveTo>
                  <a:lnTo>
                    <a:pt x="1" y="26"/>
                  </a:lnTo>
                  <a:lnTo>
                    <a:pt x="43" y="26"/>
                  </a:lnTo>
                  <a:cubicBezTo>
                    <a:pt x="43" y="19"/>
                    <a:pt x="43" y="11"/>
                    <a:pt x="61"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9"/>
            <p:cNvSpPr/>
            <p:nvPr/>
          </p:nvSpPr>
          <p:spPr>
            <a:xfrm rot="3636019">
              <a:off x="6765869" y="1964939"/>
              <a:ext cx="6915" cy="3810"/>
            </a:xfrm>
            <a:custGeom>
              <a:rect b="b" l="l" r="r" t="t"/>
              <a:pathLst>
                <a:path extrusionOk="0" h="119" w="216">
                  <a:moveTo>
                    <a:pt x="105" y="17"/>
                  </a:moveTo>
                  <a:cubicBezTo>
                    <a:pt x="86" y="22"/>
                    <a:pt x="64" y="30"/>
                    <a:pt x="44" y="42"/>
                  </a:cubicBezTo>
                  <a:lnTo>
                    <a:pt x="44" y="42"/>
                  </a:lnTo>
                  <a:cubicBezTo>
                    <a:pt x="62" y="34"/>
                    <a:pt x="84" y="26"/>
                    <a:pt x="107" y="20"/>
                  </a:cubicBezTo>
                  <a:lnTo>
                    <a:pt x="107" y="20"/>
                  </a:lnTo>
                  <a:cubicBezTo>
                    <a:pt x="107" y="19"/>
                    <a:pt x="106" y="18"/>
                    <a:pt x="105" y="17"/>
                  </a:cubicBezTo>
                  <a:close/>
                  <a:moveTo>
                    <a:pt x="44" y="42"/>
                  </a:moveTo>
                  <a:cubicBezTo>
                    <a:pt x="18" y="53"/>
                    <a:pt x="1" y="65"/>
                    <a:pt x="4" y="77"/>
                  </a:cubicBezTo>
                  <a:cubicBezTo>
                    <a:pt x="14" y="62"/>
                    <a:pt x="28" y="51"/>
                    <a:pt x="44" y="42"/>
                  </a:cubicBezTo>
                  <a:close/>
                  <a:moveTo>
                    <a:pt x="215" y="1"/>
                  </a:moveTo>
                  <a:cubicBezTo>
                    <a:pt x="193" y="1"/>
                    <a:pt x="150" y="8"/>
                    <a:pt x="107" y="20"/>
                  </a:cubicBezTo>
                  <a:lnTo>
                    <a:pt x="107" y="20"/>
                  </a:lnTo>
                  <a:cubicBezTo>
                    <a:pt x="143" y="60"/>
                    <a:pt x="29" y="61"/>
                    <a:pt x="20" y="119"/>
                  </a:cubicBezTo>
                  <a:cubicBezTo>
                    <a:pt x="122" y="94"/>
                    <a:pt x="130" y="34"/>
                    <a:pt x="21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9"/>
            <p:cNvSpPr/>
            <p:nvPr/>
          </p:nvSpPr>
          <p:spPr>
            <a:xfrm rot="3636019">
              <a:off x="6764282" y="1964580"/>
              <a:ext cx="1921" cy="1120"/>
            </a:xfrm>
            <a:custGeom>
              <a:rect b="b" l="l" r="r" t="t"/>
              <a:pathLst>
                <a:path extrusionOk="0" h="35" w="60">
                  <a:moveTo>
                    <a:pt x="60" y="0"/>
                  </a:moveTo>
                  <a:lnTo>
                    <a:pt x="1" y="34"/>
                  </a:lnTo>
                  <a:lnTo>
                    <a:pt x="9" y="34"/>
                  </a:lnTo>
                  <a:lnTo>
                    <a:pt x="60" y="9"/>
                  </a:lnTo>
                  <a:lnTo>
                    <a:pt x="6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9"/>
            <p:cNvSpPr/>
            <p:nvPr/>
          </p:nvSpPr>
          <p:spPr>
            <a:xfrm rot="3636019">
              <a:off x="6744955" y="1925319"/>
              <a:ext cx="1921" cy="736"/>
            </a:xfrm>
            <a:custGeom>
              <a:rect b="b" l="l" r="r" t="t"/>
              <a:pathLst>
                <a:path extrusionOk="0" h="23" w="60">
                  <a:moveTo>
                    <a:pt x="46" y="0"/>
                  </a:moveTo>
                  <a:cubicBezTo>
                    <a:pt x="31" y="0"/>
                    <a:pt x="13" y="16"/>
                    <a:pt x="0" y="23"/>
                  </a:cubicBezTo>
                  <a:cubicBezTo>
                    <a:pt x="17" y="23"/>
                    <a:pt x="43" y="14"/>
                    <a:pt x="60" y="6"/>
                  </a:cubicBezTo>
                  <a:cubicBezTo>
                    <a:pt x="55" y="2"/>
                    <a:pt x="51" y="0"/>
                    <a:pt x="4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9"/>
            <p:cNvSpPr/>
            <p:nvPr/>
          </p:nvSpPr>
          <p:spPr>
            <a:xfrm rot="3636019">
              <a:off x="6817598" y="1702280"/>
              <a:ext cx="576" cy="14118"/>
            </a:xfrm>
            <a:custGeom>
              <a:rect b="b" l="l" r="r" t="t"/>
              <a:pathLst>
                <a:path extrusionOk="0" h="441" w="18">
                  <a:moveTo>
                    <a:pt x="1" y="1"/>
                  </a:moveTo>
                  <a:lnTo>
                    <a:pt x="13" y="325"/>
                  </a:lnTo>
                  <a:lnTo>
                    <a:pt x="13" y="325"/>
                  </a:lnTo>
                  <a:cubicBezTo>
                    <a:pt x="9" y="195"/>
                    <a:pt x="7" y="100"/>
                    <a:pt x="1" y="1"/>
                  </a:cubicBezTo>
                  <a:close/>
                  <a:moveTo>
                    <a:pt x="13" y="325"/>
                  </a:moveTo>
                  <a:cubicBezTo>
                    <a:pt x="14" y="361"/>
                    <a:pt x="16" y="399"/>
                    <a:pt x="18" y="441"/>
                  </a:cubicBezTo>
                  <a:lnTo>
                    <a:pt x="13" y="32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9"/>
            <p:cNvSpPr/>
            <p:nvPr/>
          </p:nvSpPr>
          <p:spPr>
            <a:xfrm rot="3636019">
              <a:off x="6710109" y="1895497"/>
              <a:ext cx="10340" cy="3810"/>
            </a:xfrm>
            <a:custGeom>
              <a:rect b="b" l="l" r="r" t="t"/>
              <a:pathLst>
                <a:path extrusionOk="0" h="119" w="323">
                  <a:moveTo>
                    <a:pt x="322" y="1"/>
                  </a:moveTo>
                  <a:cubicBezTo>
                    <a:pt x="170" y="1"/>
                    <a:pt x="136" y="102"/>
                    <a:pt x="1" y="102"/>
                  </a:cubicBezTo>
                  <a:lnTo>
                    <a:pt x="60" y="119"/>
                  </a:lnTo>
                  <a:cubicBezTo>
                    <a:pt x="162" y="77"/>
                    <a:pt x="212" y="34"/>
                    <a:pt x="32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9"/>
            <p:cNvSpPr/>
            <p:nvPr/>
          </p:nvSpPr>
          <p:spPr>
            <a:xfrm rot="3636019">
              <a:off x="6712929" y="1892379"/>
              <a:ext cx="3810" cy="2465"/>
            </a:xfrm>
            <a:custGeom>
              <a:rect b="b" l="l" r="r" t="t"/>
              <a:pathLst>
                <a:path extrusionOk="0" h="77" w="119">
                  <a:moveTo>
                    <a:pt x="77" y="0"/>
                  </a:moveTo>
                  <a:cubicBezTo>
                    <a:pt x="102" y="34"/>
                    <a:pt x="0" y="59"/>
                    <a:pt x="17" y="76"/>
                  </a:cubicBezTo>
                  <a:cubicBezTo>
                    <a:pt x="93" y="51"/>
                    <a:pt x="51" y="43"/>
                    <a:pt x="119" y="26"/>
                  </a:cubicBezTo>
                  <a:lnTo>
                    <a:pt x="7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9"/>
            <p:cNvSpPr/>
            <p:nvPr/>
          </p:nvSpPr>
          <p:spPr>
            <a:xfrm rot="3636019">
              <a:off x="6714003" y="1916959"/>
              <a:ext cx="1120" cy="864"/>
            </a:xfrm>
            <a:custGeom>
              <a:rect b="b" l="l" r="r" t="t"/>
              <a:pathLst>
                <a:path extrusionOk="0" h="27" w="35">
                  <a:moveTo>
                    <a:pt x="34" y="1"/>
                  </a:moveTo>
                  <a:lnTo>
                    <a:pt x="1" y="26"/>
                  </a:lnTo>
                  <a:lnTo>
                    <a:pt x="26" y="9"/>
                  </a:lnTo>
                  <a:lnTo>
                    <a:pt x="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9"/>
            <p:cNvSpPr/>
            <p:nvPr/>
          </p:nvSpPr>
          <p:spPr>
            <a:xfrm rot="3636019">
              <a:off x="6703017" y="1880788"/>
              <a:ext cx="1921" cy="288"/>
            </a:xfrm>
            <a:custGeom>
              <a:rect b="b" l="l" r="r" t="t"/>
              <a:pathLst>
                <a:path extrusionOk="0" h="9" w="60">
                  <a:moveTo>
                    <a:pt x="0" y="1"/>
                  </a:moveTo>
                  <a:lnTo>
                    <a:pt x="43" y="9"/>
                  </a:lnTo>
                  <a:lnTo>
                    <a:pt x="5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9"/>
            <p:cNvSpPr/>
            <p:nvPr/>
          </p:nvSpPr>
          <p:spPr>
            <a:xfrm rot="3636019">
              <a:off x="6704583" y="1881597"/>
              <a:ext cx="288" cy="288"/>
            </a:xfrm>
            <a:custGeom>
              <a:rect b="b" l="l" r="r" t="t"/>
              <a:pathLst>
                <a:path extrusionOk="0" h="9" w="9">
                  <a:moveTo>
                    <a:pt x="9" y="0"/>
                  </a:move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9"/>
            <p:cNvSpPr/>
            <p:nvPr/>
          </p:nvSpPr>
          <p:spPr>
            <a:xfrm rot="3636019">
              <a:off x="6712467" y="1918480"/>
              <a:ext cx="2177" cy="832"/>
            </a:xfrm>
            <a:custGeom>
              <a:rect b="b" l="l" r="r" t="t"/>
              <a:pathLst>
                <a:path extrusionOk="0" h="26" w="68">
                  <a:moveTo>
                    <a:pt x="68" y="1"/>
                  </a:moveTo>
                  <a:lnTo>
                    <a:pt x="0" y="26"/>
                  </a:lnTo>
                  <a:lnTo>
                    <a:pt x="51" y="17"/>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9"/>
            <p:cNvSpPr/>
            <p:nvPr/>
          </p:nvSpPr>
          <p:spPr>
            <a:xfrm rot="3636019">
              <a:off x="6705551" y="1903003"/>
              <a:ext cx="2465" cy="576"/>
            </a:xfrm>
            <a:custGeom>
              <a:rect b="b" l="l" r="r" t="t"/>
              <a:pathLst>
                <a:path extrusionOk="0" h="18" w="77">
                  <a:moveTo>
                    <a:pt x="76" y="1"/>
                  </a:moveTo>
                  <a:cubicBezTo>
                    <a:pt x="68" y="1"/>
                    <a:pt x="0" y="9"/>
                    <a:pt x="34" y="18"/>
                  </a:cubicBezTo>
                  <a:lnTo>
                    <a:pt x="7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9"/>
            <p:cNvSpPr/>
            <p:nvPr/>
          </p:nvSpPr>
          <p:spPr>
            <a:xfrm rot="3636019">
              <a:off x="6695281" y="1871803"/>
              <a:ext cx="1953" cy="832"/>
            </a:xfrm>
            <a:custGeom>
              <a:rect b="b" l="l" r="r" t="t"/>
              <a:pathLst>
                <a:path extrusionOk="0" h="26" w="61">
                  <a:moveTo>
                    <a:pt x="52" y="0"/>
                  </a:moveTo>
                  <a:lnTo>
                    <a:pt x="1" y="26"/>
                  </a:lnTo>
                  <a:lnTo>
                    <a:pt x="60" y="9"/>
                  </a:lnTo>
                  <a:lnTo>
                    <a:pt x="5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9"/>
            <p:cNvSpPr/>
            <p:nvPr/>
          </p:nvSpPr>
          <p:spPr>
            <a:xfrm rot="3636019">
              <a:off x="6693681" y="1895287"/>
              <a:ext cx="3521" cy="1120"/>
            </a:xfrm>
            <a:custGeom>
              <a:rect b="b" l="l" r="r" t="t"/>
              <a:pathLst>
                <a:path extrusionOk="0" h="35" w="110">
                  <a:moveTo>
                    <a:pt x="80" y="1"/>
                  </a:moveTo>
                  <a:cubicBezTo>
                    <a:pt x="82" y="5"/>
                    <a:pt x="85" y="7"/>
                    <a:pt x="88" y="10"/>
                  </a:cubicBezTo>
                  <a:lnTo>
                    <a:pt x="88" y="10"/>
                  </a:lnTo>
                  <a:cubicBezTo>
                    <a:pt x="90" y="7"/>
                    <a:pt x="88" y="4"/>
                    <a:pt x="80" y="1"/>
                  </a:cubicBezTo>
                  <a:close/>
                  <a:moveTo>
                    <a:pt x="88" y="10"/>
                  </a:moveTo>
                  <a:lnTo>
                    <a:pt x="88" y="10"/>
                  </a:lnTo>
                  <a:cubicBezTo>
                    <a:pt x="81" y="23"/>
                    <a:pt x="1" y="35"/>
                    <a:pt x="63" y="35"/>
                  </a:cubicBezTo>
                  <a:cubicBezTo>
                    <a:pt x="110" y="21"/>
                    <a:pt x="99" y="19"/>
                    <a:pt x="88" y="1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9"/>
            <p:cNvSpPr/>
            <p:nvPr/>
          </p:nvSpPr>
          <p:spPr>
            <a:xfrm rot="3636019">
              <a:off x="6684944" y="1875644"/>
              <a:ext cx="576" cy="320"/>
            </a:xfrm>
            <a:custGeom>
              <a:rect b="b" l="l" r="r" t="t"/>
              <a:pathLst>
                <a:path extrusionOk="0" h="10" w="18">
                  <a:moveTo>
                    <a:pt x="17" y="1"/>
                  </a:moveTo>
                  <a:cubicBezTo>
                    <a:pt x="9" y="1"/>
                    <a:pt x="0" y="1"/>
                    <a:pt x="0" y="9"/>
                  </a:cubicBez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9"/>
            <p:cNvSpPr/>
            <p:nvPr/>
          </p:nvSpPr>
          <p:spPr>
            <a:xfrm rot="3636019">
              <a:off x="6685083" y="1876626"/>
              <a:ext cx="2177" cy="384"/>
            </a:xfrm>
            <a:custGeom>
              <a:rect b="b" l="l" r="r" t="t"/>
              <a:pathLst>
                <a:path extrusionOk="0" h="12" w="68">
                  <a:moveTo>
                    <a:pt x="47" y="0"/>
                  </a:moveTo>
                  <a:cubicBezTo>
                    <a:pt x="32" y="0"/>
                    <a:pt x="18" y="6"/>
                    <a:pt x="0" y="12"/>
                  </a:cubicBezTo>
                  <a:cubicBezTo>
                    <a:pt x="25" y="12"/>
                    <a:pt x="51" y="12"/>
                    <a:pt x="68" y="4"/>
                  </a:cubicBezTo>
                  <a:cubicBezTo>
                    <a:pt x="60" y="1"/>
                    <a:pt x="54" y="0"/>
                    <a:pt x="4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9"/>
            <p:cNvSpPr/>
            <p:nvPr/>
          </p:nvSpPr>
          <p:spPr>
            <a:xfrm rot="3636019">
              <a:off x="6679028" y="1868904"/>
              <a:ext cx="2209" cy="1505"/>
            </a:xfrm>
            <a:custGeom>
              <a:rect b="b" l="l" r="r" t="t"/>
              <a:pathLst>
                <a:path extrusionOk="0" h="47" w="69">
                  <a:moveTo>
                    <a:pt x="68" y="0"/>
                  </a:moveTo>
                  <a:lnTo>
                    <a:pt x="51" y="17"/>
                  </a:lnTo>
                  <a:cubicBezTo>
                    <a:pt x="17" y="17"/>
                    <a:pt x="0" y="26"/>
                    <a:pt x="9" y="34"/>
                  </a:cubicBezTo>
                  <a:lnTo>
                    <a:pt x="26" y="34"/>
                  </a:lnTo>
                  <a:cubicBezTo>
                    <a:pt x="17" y="43"/>
                    <a:pt x="15" y="47"/>
                    <a:pt x="17" y="47"/>
                  </a:cubicBezTo>
                  <a:cubicBezTo>
                    <a:pt x="20" y="47"/>
                    <a:pt x="26" y="43"/>
                    <a:pt x="34" y="34"/>
                  </a:cubicBezTo>
                  <a:cubicBezTo>
                    <a:pt x="51" y="26"/>
                    <a:pt x="60" y="17"/>
                    <a:pt x="60" y="17"/>
                  </a:cubicBez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9"/>
            <p:cNvSpPr/>
            <p:nvPr/>
          </p:nvSpPr>
          <p:spPr>
            <a:xfrm rot="3636019">
              <a:off x="6666767" y="1836354"/>
              <a:ext cx="6787" cy="1665"/>
            </a:xfrm>
            <a:custGeom>
              <a:rect b="b" l="l" r="r" t="t"/>
              <a:pathLst>
                <a:path extrusionOk="0" h="52" w="212">
                  <a:moveTo>
                    <a:pt x="212" y="1"/>
                  </a:moveTo>
                  <a:cubicBezTo>
                    <a:pt x="119" y="18"/>
                    <a:pt x="102" y="9"/>
                    <a:pt x="0" y="35"/>
                  </a:cubicBezTo>
                  <a:cubicBezTo>
                    <a:pt x="85" y="35"/>
                    <a:pt x="102" y="35"/>
                    <a:pt x="102" y="52"/>
                  </a:cubicBezTo>
                  <a:cubicBezTo>
                    <a:pt x="186" y="43"/>
                    <a:pt x="169" y="9"/>
                    <a:pt x="21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9"/>
            <p:cNvSpPr/>
            <p:nvPr/>
          </p:nvSpPr>
          <p:spPr>
            <a:xfrm rot="3636019">
              <a:off x="6672414" y="1839884"/>
              <a:ext cx="864" cy="288"/>
            </a:xfrm>
            <a:custGeom>
              <a:rect b="b" l="l" r="r" t="t"/>
              <a:pathLst>
                <a:path extrusionOk="0" h="9" w="27">
                  <a:moveTo>
                    <a:pt x="26" y="0"/>
                  </a:moveTo>
                  <a:cubicBezTo>
                    <a:pt x="18" y="0"/>
                    <a:pt x="9" y="0"/>
                    <a:pt x="1" y="9"/>
                  </a:cubicBez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9"/>
            <p:cNvSpPr/>
            <p:nvPr/>
          </p:nvSpPr>
          <p:spPr>
            <a:xfrm rot="3636019">
              <a:off x="6679635" y="1880812"/>
              <a:ext cx="1409" cy="1377"/>
            </a:xfrm>
            <a:custGeom>
              <a:rect b="b" l="l" r="r" t="t"/>
              <a:pathLst>
                <a:path extrusionOk="0" h="43" w="44">
                  <a:moveTo>
                    <a:pt x="43" y="0"/>
                  </a:moveTo>
                  <a:lnTo>
                    <a:pt x="1" y="42"/>
                  </a:lnTo>
                  <a:lnTo>
                    <a:pt x="18" y="34"/>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9"/>
            <p:cNvSpPr/>
            <p:nvPr/>
          </p:nvSpPr>
          <p:spPr>
            <a:xfrm rot="3636019">
              <a:off x="6665515" y="1831412"/>
              <a:ext cx="1953" cy="288"/>
            </a:xfrm>
            <a:custGeom>
              <a:rect b="b" l="l" r="r" t="t"/>
              <a:pathLst>
                <a:path extrusionOk="0" h="9" w="61">
                  <a:moveTo>
                    <a:pt x="28" y="2"/>
                  </a:moveTo>
                  <a:cubicBezTo>
                    <a:pt x="26" y="2"/>
                    <a:pt x="23" y="3"/>
                    <a:pt x="21" y="3"/>
                  </a:cubicBezTo>
                  <a:lnTo>
                    <a:pt x="21" y="3"/>
                  </a:lnTo>
                  <a:cubicBezTo>
                    <a:pt x="23" y="3"/>
                    <a:pt x="26" y="2"/>
                    <a:pt x="28" y="2"/>
                  </a:cubicBezTo>
                  <a:close/>
                  <a:moveTo>
                    <a:pt x="21" y="3"/>
                  </a:moveTo>
                  <a:cubicBezTo>
                    <a:pt x="9" y="5"/>
                    <a:pt x="0" y="8"/>
                    <a:pt x="7" y="8"/>
                  </a:cubicBezTo>
                  <a:cubicBezTo>
                    <a:pt x="12" y="6"/>
                    <a:pt x="17" y="4"/>
                    <a:pt x="21" y="3"/>
                  </a:cubicBezTo>
                  <a:close/>
                  <a:moveTo>
                    <a:pt x="45" y="1"/>
                  </a:moveTo>
                  <a:cubicBezTo>
                    <a:pt x="40" y="1"/>
                    <a:pt x="34" y="1"/>
                    <a:pt x="28" y="2"/>
                  </a:cubicBezTo>
                  <a:lnTo>
                    <a:pt x="28" y="2"/>
                  </a:lnTo>
                  <a:cubicBezTo>
                    <a:pt x="30" y="2"/>
                    <a:pt x="31" y="2"/>
                    <a:pt x="33" y="2"/>
                  </a:cubicBezTo>
                  <a:cubicBezTo>
                    <a:pt x="41" y="2"/>
                    <a:pt x="50" y="4"/>
                    <a:pt x="58" y="8"/>
                  </a:cubicBezTo>
                  <a:cubicBezTo>
                    <a:pt x="61" y="3"/>
                    <a:pt x="54" y="1"/>
                    <a:pt x="4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9"/>
            <p:cNvSpPr/>
            <p:nvPr/>
          </p:nvSpPr>
          <p:spPr>
            <a:xfrm rot="3636019">
              <a:off x="6662506" y="1847413"/>
              <a:ext cx="2721" cy="640"/>
            </a:xfrm>
            <a:custGeom>
              <a:rect b="b" l="l" r="r" t="t"/>
              <a:pathLst>
                <a:path extrusionOk="0" h="20" w="85">
                  <a:moveTo>
                    <a:pt x="22" y="1"/>
                  </a:moveTo>
                  <a:cubicBezTo>
                    <a:pt x="13" y="1"/>
                    <a:pt x="6" y="4"/>
                    <a:pt x="0" y="16"/>
                  </a:cubicBezTo>
                  <a:cubicBezTo>
                    <a:pt x="3" y="19"/>
                    <a:pt x="10" y="19"/>
                    <a:pt x="20" y="19"/>
                  </a:cubicBezTo>
                  <a:cubicBezTo>
                    <a:pt x="40" y="19"/>
                    <a:pt x="68" y="16"/>
                    <a:pt x="85" y="16"/>
                  </a:cubicBezTo>
                  <a:cubicBezTo>
                    <a:pt x="62" y="16"/>
                    <a:pt x="40" y="1"/>
                    <a:pt x="2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9"/>
            <p:cNvSpPr/>
            <p:nvPr/>
          </p:nvSpPr>
          <p:spPr>
            <a:xfrm rot="3636019">
              <a:off x="6732609" y="1729216"/>
              <a:ext cx="5442" cy="53941"/>
            </a:xfrm>
            <a:custGeom>
              <a:rect b="b" l="l" r="r" t="t"/>
              <a:pathLst>
                <a:path extrusionOk="0" h="1685" w="170">
                  <a:moveTo>
                    <a:pt x="25" y="1058"/>
                  </a:moveTo>
                  <a:cubicBezTo>
                    <a:pt x="25" y="1070"/>
                    <a:pt x="27" y="1077"/>
                    <a:pt x="30" y="1082"/>
                  </a:cubicBezTo>
                  <a:lnTo>
                    <a:pt x="30" y="1082"/>
                  </a:lnTo>
                  <a:lnTo>
                    <a:pt x="25" y="1058"/>
                  </a:lnTo>
                  <a:close/>
                  <a:moveTo>
                    <a:pt x="166" y="1281"/>
                  </a:moveTo>
                  <a:cubicBezTo>
                    <a:pt x="167" y="1283"/>
                    <a:pt x="168" y="1285"/>
                    <a:pt x="169" y="1287"/>
                  </a:cubicBezTo>
                  <a:cubicBezTo>
                    <a:pt x="168" y="1285"/>
                    <a:pt x="167" y="1283"/>
                    <a:pt x="166" y="1281"/>
                  </a:cubicBezTo>
                  <a:close/>
                  <a:moveTo>
                    <a:pt x="144" y="1"/>
                  </a:moveTo>
                  <a:cubicBezTo>
                    <a:pt x="144" y="52"/>
                    <a:pt x="127" y="85"/>
                    <a:pt x="118" y="136"/>
                  </a:cubicBezTo>
                  <a:cubicBezTo>
                    <a:pt x="112" y="123"/>
                    <a:pt x="108" y="118"/>
                    <a:pt x="105" y="118"/>
                  </a:cubicBezTo>
                  <a:cubicBezTo>
                    <a:pt x="96" y="118"/>
                    <a:pt x="110" y="197"/>
                    <a:pt x="90" y="197"/>
                  </a:cubicBezTo>
                  <a:cubicBezTo>
                    <a:pt x="88" y="197"/>
                    <a:pt x="86" y="196"/>
                    <a:pt x="85" y="195"/>
                  </a:cubicBezTo>
                  <a:cubicBezTo>
                    <a:pt x="76" y="162"/>
                    <a:pt x="76" y="119"/>
                    <a:pt x="85" y="85"/>
                  </a:cubicBezTo>
                  <a:cubicBezTo>
                    <a:pt x="83" y="85"/>
                    <a:pt x="81" y="84"/>
                    <a:pt x="80" y="84"/>
                  </a:cubicBezTo>
                  <a:cubicBezTo>
                    <a:pt x="66" y="84"/>
                    <a:pt x="52" y="112"/>
                    <a:pt x="38" y="112"/>
                  </a:cubicBezTo>
                  <a:cubicBezTo>
                    <a:pt x="37" y="112"/>
                    <a:pt x="35" y="112"/>
                    <a:pt x="34" y="111"/>
                  </a:cubicBezTo>
                  <a:lnTo>
                    <a:pt x="34" y="111"/>
                  </a:lnTo>
                  <a:cubicBezTo>
                    <a:pt x="17" y="229"/>
                    <a:pt x="93" y="246"/>
                    <a:pt x="76" y="365"/>
                  </a:cubicBezTo>
                  <a:cubicBezTo>
                    <a:pt x="67" y="365"/>
                    <a:pt x="58" y="353"/>
                    <a:pt x="52" y="353"/>
                  </a:cubicBezTo>
                  <a:cubicBezTo>
                    <a:pt x="47" y="353"/>
                    <a:pt x="44" y="360"/>
                    <a:pt x="43" y="383"/>
                  </a:cubicBezTo>
                  <a:lnTo>
                    <a:pt x="43" y="383"/>
                  </a:lnTo>
                  <a:cubicBezTo>
                    <a:pt x="42" y="382"/>
                    <a:pt x="42" y="382"/>
                    <a:pt x="42" y="382"/>
                  </a:cubicBezTo>
                  <a:lnTo>
                    <a:pt x="42" y="382"/>
                  </a:lnTo>
                  <a:lnTo>
                    <a:pt x="42" y="398"/>
                  </a:lnTo>
                  <a:cubicBezTo>
                    <a:pt x="42" y="393"/>
                    <a:pt x="42" y="387"/>
                    <a:pt x="43" y="383"/>
                  </a:cubicBezTo>
                  <a:lnTo>
                    <a:pt x="43" y="383"/>
                  </a:lnTo>
                  <a:cubicBezTo>
                    <a:pt x="67" y="500"/>
                    <a:pt x="0" y="475"/>
                    <a:pt x="51" y="551"/>
                  </a:cubicBezTo>
                  <a:lnTo>
                    <a:pt x="25" y="551"/>
                  </a:lnTo>
                  <a:cubicBezTo>
                    <a:pt x="42" y="618"/>
                    <a:pt x="51" y="695"/>
                    <a:pt x="51" y="771"/>
                  </a:cubicBezTo>
                  <a:cubicBezTo>
                    <a:pt x="68" y="864"/>
                    <a:pt x="68" y="957"/>
                    <a:pt x="68" y="1058"/>
                  </a:cubicBezTo>
                  <a:lnTo>
                    <a:pt x="34" y="965"/>
                  </a:lnTo>
                  <a:lnTo>
                    <a:pt x="34" y="965"/>
                  </a:lnTo>
                  <a:cubicBezTo>
                    <a:pt x="25" y="1033"/>
                    <a:pt x="59" y="1050"/>
                    <a:pt x="51" y="1092"/>
                  </a:cubicBezTo>
                  <a:cubicBezTo>
                    <a:pt x="51" y="1092"/>
                    <a:pt x="49" y="1093"/>
                    <a:pt x="46" y="1093"/>
                  </a:cubicBezTo>
                  <a:cubicBezTo>
                    <a:pt x="41" y="1093"/>
                    <a:pt x="34" y="1091"/>
                    <a:pt x="30" y="1082"/>
                  </a:cubicBezTo>
                  <a:lnTo>
                    <a:pt x="30" y="1082"/>
                  </a:lnTo>
                  <a:lnTo>
                    <a:pt x="68" y="1287"/>
                  </a:lnTo>
                  <a:cubicBezTo>
                    <a:pt x="72" y="1297"/>
                    <a:pt x="75" y="1301"/>
                    <a:pt x="77" y="1301"/>
                  </a:cubicBezTo>
                  <a:cubicBezTo>
                    <a:pt x="86" y="1301"/>
                    <a:pt x="89" y="1261"/>
                    <a:pt x="101" y="1261"/>
                  </a:cubicBezTo>
                  <a:cubicBezTo>
                    <a:pt x="118" y="1287"/>
                    <a:pt x="110" y="1380"/>
                    <a:pt x="93" y="1388"/>
                  </a:cubicBezTo>
                  <a:cubicBezTo>
                    <a:pt x="87" y="1375"/>
                    <a:pt x="80" y="1343"/>
                    <a:pt x="74" y="1343"/>
                  </a:cubicBezTo>
                  <a:cubicBezTo>
                    <a:pt x="72" y="1343"/>
                    <a:pt x="70" y="1346"/>
                    <a:pt x="68" y="1354"/>
                  </a:cubicBezTo>
                  <a:lnTo>
                    <a:pt x="110" y="1430"/>
                  </a:lnTo>
                  <a:cubicBezTo>
                    <a:pt x="102" y="1455"/>
                    <a:pt x="95" y="1465"/>
                    <a:pt x="89" y="1465"/>
                  </a:cubicBezTo>
                  <a:cubicBezTo>
                    <a:pt x="65" y="1465"/>
                    <a:pt x="47" y="1343"/>
                    <a:pt x="34" y="1304"/>
                  </a:cubicBezTo>
                  <a:lnTo>
                    <a:pt x="34" y="1304"/>
                  </a:lnTo>
                  <a:cubicBezTo>
                    <a:pt x="25" y="1405"/>
                    <a:pt x="59" y="1439"/>
                    <a:pt x="59" y="1549"/>
                  </a:cubicBezTo>
                  <a:cubicBezTo>
                    <a:pt x="59" y="1524"/>
                    <a:pt x="68" y="1498"/>
                    <a:pt x="85" y="1481"/>
                  </a:cubicBezTo>
                  <a:cubicBezTo>
                    <a:pt x="110" y="1481"/>
                    <a:pt x="101" y="1583"/>
                    <a:pt x="101" y="1659"/>
                  </a:cubicBezTo>
                  <a:cubicBezTo>
                    <a:pt x="105" y="1639"/>
                    <a:pt x="109" y="1631"/>
                    <a:pt x="114" y="1631"/>
                  </a:cubicBezTo>
                  <a:cubicBezTo>
                    <a:pt x="122" y="1631"/>
                    <a:pt x="130" y="1650"/>
                    <a:pt x="135" y="1676"/>
                  </a:cubicBezTo>
                  <a:cubicBezTo>
                    <a:pt x="135" y="1676"/>
                    <a:pt x="135" y="1684"/>
                    <a:pt x="135" y="1684"/>
                  </a:cubicBezTo>
                  <a:cubicBezTo>
                    <a:pt x="135" y="1684"/>
                    <a:pt x="144" y="1684"/>
                    <a:pt x="152" y="1676"/>
                  </a:cubicBezTo>
                  <a:cubicBezTo>
                    <a:pt x="152" y="1625"/>
                    <a:pt x="161" y="1574"/>
                    <a:pt x="169" y="1524"/>
                  </a:cubicBezTo>
                  <a:lnTo>
                    <a:pt x="169" y="1524"/>
                  </a:lnTo>
                  <a:cubicBezTo>
                    <a:pt x="164" y="1528"/>
                    <a:pt x="160" y="1530"/>
                    <a:pt x="156" y="1530"/>
                  </a:cubicBezTo>
                  <a:cubicBezTo>
                    <a:pt x="127" y="1530"/>
                    <a:pt x="159" y="1383"/>
                    <a:pt x="144" y="1337"/>
                  </a:cubicBezTo>
                  <a:lnTo>
                    <a:pt x="144" y="1278"/>
                  </a:lnTo>
                  <a:lnTo>
                    <a:pt x="144" y="1253"/>
                  </a:lnTo>
                  <a:cubicBezTo>
                    <a:pt x="144" y="1253"/>
                    <a:pt x="151" y="1253"/>
                    <a:pt x="166" y="1281"/>
                  </a:cubicBezTo>
                  <a:lnTo>
                    <a:pt x="166" y="1281"/>
                  </a:lnTo>
                  <a:cubicBezTo>
                    <a:pt x="154" y="1251"/>
                    <a:pt x="159" y="1176"/>
                    <a:pt x="146" y="1176"/>
                  </a:cubicBezTo>
                  <a:cubicBezTo>
                    <a:pt x="145" y="1176"/>
                    <a:pt x="145" y="1176"/>
                    <a:pt x="144" y="1177"/>
                  </a:cubicBezTo>
                  <a:lnTo>
                    <a:pt x="144" y="965"/>
                  </a:lnTo>
                  <a:cubicBezTo>
                    <a:pt x="144" y="957"/>
                    <a:pt x="144" y="948"/>
                    <a:pt x="152" y="948"/>
                  </a:cubicBezTo>
                  <a:cubicBezTo>
                    <a:pt x="152" y="940"/>
                    <a:pt x="144" y="940"/>
                    <a:pt x="144" y="940"/>
                  </a:cubicBezTo>
                  <a:lnTo>
                    <a:pt x="14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9"/>
            <p:cNvSpPr/>
            <p:nvPr/>
          </p:nvSpPr>
          <p:spPr>
            <a:xfrm rot="3636019">
              <a:off x="6714407" y="1766079"/>
              <a:ext cx="320" cy="1409"/>
            </a:xfrm>
            <a:custGeom>
              <a:rect b="b" l="l" r="r" t="t"/>
              <a:pathLst>
                <a:path extrusionOk="0" h="44" w="10">
                  <a:moveTo>
                    <a:pt x="9" y="1"/>
                  </a:moveTo>
                  <a:cubicBezTo>
                    <a:pt x="1" y="18"/>
                    <a:pt x="1" y="26"/>
                    <a:pt x="9" y="43"/>
                  </a:cubicBezTo>
                  <a:cubicBezTo>
                    <a:pt x="9" y="35"/>
                    <a:pt x="9" y="9"/>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9"/>
            <p:cNvSpPr/>
            <p:nvPr/>
          </p:nvSpPr>
          <p:spPr>
            <a:xfrm rot="3636019">
              <a:off x="6760793" y="1743222"/>
              <a:ext cx="32" cy="2177"/>
            </a:xfrm>
            <a:custGeom>
              <a:rect b="b" l="l" r="r" t="t"/>
              <a:pathLst>
                <a:path extrusionOk="0" h="68" w="1">
                  <a:moveTo>
                    <a:pt x="0" y="0"/>
                  </a:moveTo>
                  <a:lnTo>
                    <a:pt x="0" y="68"/>
                  </a:lnTo>
                  <a:cubicBezTo>
                    <a:pt x="0" y="42"/>
                    <a:pt x="0" y="26"/>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9"/>
            <p:cNvSpPr/>
            <p:nvPr/>
          </p:nvSpPr>
          <p:spPr>
            <a:xfrm rot="3636019">
              <a:off x="6707698" y="1770517"/>
              <a:ext cx="1120" cy="4898"/>
            </a:xfrm>
            <a:custGeom>
              <a:rect b="b" l="l" r="r" t="t"/>
              <a:pathLst>
                <a:path extrusionOk="0" h="153" w="35">
                  <a:moveTo>
                    <a:pt x="1" y="0"/>
                  </a:moveTo>
                  <a:lnTo>
                    <a:pt x="9" y="119"/>
                  </a:lnTo>
                  <a:cubicBezTo>
                    <a:pt x="11" y="109"/>
                    <a:pt x="13" y="105"/>
                    <a:pt x="15" y="105"/>
                  </a:cubicBezTo>
                  <a:cubicBezTo>
                    <a:pt x="22" y="105"/>
                    <a:pt x="28" y="146"/>
                    <a:pt x="35" y="153"/>
                  </a:cubicBezTo>
                  <a:lnTo>
                    <a:pt x="35" y="9"/>
                  </a:lnTo>
                  <a:cubicBezTo>
                    <a:pt x="26" y="9"/>
                    <a:pt x="18"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9"/>
            <p:cNvSpPr/>
            <p:nvPr/>
          </p:nvSpPr>
          <p:spPr>
            <a:xfrm rot="3636019">
              <a:off x="6711253" y="1770904"/>
              <a:ext cx="864" cy="2465"/>
            </a:xfrm>
            <a:custGeom>
              <a:rect b="b" l="l" r="r" t="t"/>
              <a:pathLst>
                <a:path extrusionOk="0" h="77" w="27">
                  <a:moveTo>
                    <a:pt x="1" y="1"/>
                  </a:moveTo>
                  <a:lnTo>
                    <a:pt x="1" y="77"/>
                  </a:lnTo>
                  <a:cubicBezTo>
                    <a:pt x="9" y="77"/>
                    <a:pt x="18" y="68"/>
                    <a:pt x="26" y="35"/>
                  </a:cubicBezTo>
                  <a:cubicBezTo>
                    <a:pt x="9" y="26"/>
                    <a:pt x="9" y="18"/>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9"/>
            <p:cNvSpPr/>
            <p:nvPr/>
          </p:nvSpPr>
          <p:spPr>
            <a:xfrm rot="3636019">
              <a:off x="6703217" y="1754888"/>
              <a:ext cx="288" cy="2209"/>
            </a:xfrm>
            <a:custGeom>
              <a:rect b="b" l="l" r="r" t="t"/>
              <a:pathLst>
                <a:path extrusionOk="0" h="69" w="9">
                  <a:moveTo>
                    <a:pt x="0" y="1"/>
                  </a:moveTo>
                  <a:lnTo>
                    <a:pt x="9" y="68"/>
                  </a:lnTo>
                  <a:lnTo>
                    <a:pt x="9" y="43"/>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9"/>
            <p:cNvSpPr/>
            <p:nvPr/>
          </p:nvSpPr>
          <p:spPr>
            <a:xfrm rot="3636019">
              <a:off x="6712636" y="1750782"/>
              <a:ext cx="288" cy="3553"/>
            </a:xfrm>
            <a:custGeom>
              <a:rect b="b" l="l" r="r" t="t"/>
              <a:pathLst>
                <a:path extrusionOk="0" h="111" w="9">
                  <a:moveTo>
                    <a:pt x="9" y="1"/>
                  </a:moveTo>
                  <a:cubicBezTo>
                    <a:pt x="0" y="35"/>
                    <a:pt x="0" y="77"/>
                    <a:pt x="9" y="111"/>
                  </a:cubicBezTo>
                  <a:cubicBezTo>
                    <a:pt x="9" y="77"/>
                    <a:pt x="9" y="35"/>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9"/>
            <p:cNvSpPr/>
            <p:nvPr/>
          </p:nvSpPr>
          <p:spPr>
            <a:xfrm rot="3636019">
              <a:off x="6709942" y="1746441"/>
              <a:ext cx="320" cy="2209"/>
            </a:xfrm>
            <a:custGeom>
              <a:rect b="b" l="l" r="r" t="t"/>
              <a:pathLst>
                <a:path extrusionOk="0" h="69" w="10">
                  <a:moveTo>
                    <a:pt x="1" y="1"/>
                  </a:moveTo>
                  <a:lnTo>
                    <a:pt x="1" y="9"/>
                  </a:lnTo>
                  <a:lnTo>
                    <a:pt x="9" y="68"/>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9"/>
            <p:cNvSpPr/>
            <p:nvPr/>
          </p:nvSpPr>
          <p:spPr>
            <a:xfrm rot="3636019">
              <a:off x="6773930" y="1732322"/>
              <a:ext cx="32" cy="1088"/>
            </a:xfrm>
            <a:custGeom>
              <a:rect b="b" l="l" r="r" t="t"/>
              <a:pathLst>
                <a:path extrusionOk="0" h="34" w="1">
                  <a:moveTo>
                    <a:pt x="0" y="34"/>
                  </a:moveTo>
                  <a:lnTo>
                    <a:pt x="0" y="0"/>
                  </a:lnTo>
                  <a:cubicBezTo>
                    <a:pt x="0" y="9"/>
                    <a:pt x="0" y="17"/>
                    <a:pt x="0" y="3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9"/>
            <p:cNvSpPr/>
            <p:nvPr/>
          </p:nvSpPr>
          <p:spPr>
            <a:xfrm rot="3636019">
              <a:off x="6769817" y="1720186"/>
              <a:ext cx="3265" cy="31885"/>
            </a:xfrm>
            <a:custGeom>
              <a:rect b="b" l="l" r="r" t="t"/>
              <a:pathLst>
                <a:path extrusionOk="0" h="996" w="102">
                  <a:moveTo>
                    <a:pt x="71" y="1"/>
                  </a:moveTo>
                  <a:cubicBezTo>
                    <a:pt x="62" y="1"/>
                    <a:pt x="52" y="35"/>
                    <a:pt x="40" y="35"/>
                  </a:cubicBezTo>
                  <a:cubicBezTo>
                    <a:pt x="36" y="35"/>
                    <a:pt x="31" y="30"/>
                    <a:pt x="26" y="16"/>
                  </a:cubicBezTo>
                  <a:lnTo>
                    <a:pt x="26" y="16"/>
                  </a:lnTo>
                  <a:cubicBezTo>
                    <a:pt x="26" y="115"/>
                    <a:pt x="2" y="270"/>
                    <a:pt x="39" y="286"/>
                  </a:cubicBezTo>
                  <a:lnTo>
                    <a:pt x="39" y="286"/>
                  </a:lnTo>
                  <a:cubicBezTo>
                    <a:pt x="38" y="286"/>
                    <a:pt x="37" y="286"/>
                    <a:pt x="36" y="286"/>
                  </a:cubicBezTo>
                  <a:cubicBezTo>
                    <a:pt x="30" y="286"/>
                    <a:pt x="22" y="289"/>
                    <a:pt x="17" y="304"/>
                  </a:cubicBezTo>
                  <a:lnTo>
                    <a:pt x="51" y="363"/>
                  </a:lnTo>
                  <a:lnTo>
                    <a:pt x="59" y="304"/>
                  </a:lnTo>
                  <a:cubicBezTo>
                    <a:pt x="85" y="405"/>
                    <a:pt x="85" y="507"/>
                    <a:pt x="59" y="600"/>
                  </a:cubicBezTo>
                  <a:cubicBezTo>
                    <a:pt x="51" y="490"/>
                    <a:pt x="17" y="549"/>
                    <a:pt x="34" y="389"/>
                  </a:cubicBezTo>
                  <a:lnTo>
                    <a:pt x="34" y="389"/>
                  </a:lnTo>
                  <a:cubicBezTo>
                    <a:pt x="29" y="394"/>
                    <a:pt x="20" y="409"/>
                    <a:pt x="12" y="409"/>
                  </a:cubicBezTo>
                  <a:cubicBezTo>
                    <a:pt x="8" y="409"/>
                    <a:pt x="3" y="404"/>
                    <a:pt x="0" y="389"/>
                  </a:cubicBezTo>
                  <a:lnTo>
                    <a:pt x="0" y="389"/>
                  </a:lnTo>
                  <a:cubicBezTo>
                    <a:pt x="0" y="575"/>
                    <a:pt x="9" y="761"/>
                    <a:pt x="26" y="938"/>
                  </a:cubicBezTo>
                  <a:cubicBezTo>
                    <a:pt x="32" y="902"/>
                    <a:pt x="36" y="889"/>
                    <a:pt x="40" y="889"/>
                  </a:cubicBezTo>
                  <a:cubicBezTo>
                    <a:pt x="51" y="889"/>
                    <a:pt x="57" y="996"/>
                    <a:pt x="76" y="996"/>
                  </a:cubicBezTo>
                  <a:cubicBezTo>
                    <a:pt x="79" y="996"/>
                    <a:pt x="82" y="994"/>
                    <a:pt x="85" y="989"/>
                  </a:cubicBezTo>
                  <a:lnTo>
                    <a:pt x="76" y="905"/>
                  </a:lnTo>
                  <a:lnTo>
                    <a:pt x="85" y="913"/>
                  </a:lnTo>
                  <a:lnTo>
                    <a:pt x="85" y="812"/>
                  </a:lnTo>
                  <a:cubicBezTo>
                    <a:pt x="68" y="828"/>
                    <a:pt x="68" y="845"/>
                    <a:pt x="51" y="845"/>
                  </a:cubicBezTo>
                  <a:cubicBezTo>
                    <a:pt x="59" y="710"/>
                    <a:pt x="68" y="795"/>
                    <a:pt x="93" y="702"/>
                  </a:cubicBezTo>
                  <a:lnTo>
                    <a:pt x="93" y="549"/>
                  </a:lnTo>
                  <a:lnTo>
                    <a:pt x="102" y="558"/>
                  </a:lnTo>
                  <a:cubicBezTo>
                    <a:pt x="102" y="558"/>
                    <a:pt x="102" y="549"/>
                    <a:pt x="93" y="541"/>
                  </a:cubicBezTo>
                  <a:lnTo>
                    <a:pt x="85" y="33"/>
                  </a:lnTo>
                  <a:cubicBezTo>
                    <a:pt x="80" y="9"/>
                    <a:pt x="76" y="1"/>
                    <a:pt x="7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9"/>
            <p:cNvSpPr/>
            <p:nvPr/>
          </p:nvSpPr>
          <p:spPr>
            <a:xfrm rot="3636019">
              <a:off x="6810437" y="1712514"/>
              <a:ext cx="320" cy="320"/>
            </a:xfrm>
            <a:custGeom>
              <a:rect b="b" l="l" r="r" t="t"/>
              <a:pathLst>
                <a:path extrusionOk="0" h="10" w="10">
                  <a:moveTo>
                    <a:pt x="1" y="9"/>
                  </a:moveTo>
                  <a:lnTo>
                    <a:pt x="1" y="9"/>
                  </a:lnTo>
                  <a:cubicBezTo>
                    <a:pt x="1" y="9"/>
                    <a:pt x="9" y="1"/>
                    <a:pt x="1"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9"/>
            <p:cNvSpPr/>
            <p:nvPr/>
          </p:nvSpPr>
          <p:spPr>
            <a:xfrm rot="3636019">
              <a:off x="6807988" y="1711839"/>
              <a:ext cx="1120" cy="4898"/>
            </a:xfrm>
            <a:custGeom>
              <a:rect b="b" l="l" r="r" t="t"/>
              <a:pathLst>
                <a:path extrusionOk="0" h="153" w="35">
                  <a:moveTo>
                    <a:pt x="9" y="0"/>
                  </a:moveTo>
                  <a:lnTo>
                    <a:pt x="9" y="0"/>
                  </a:lnTo>
                  <a:cubicBezTo>
                    <a:pt x="18" y="26"/>
                    <a:pt x="26" y="60"/>
                    <a:pt x="18" y="85"/>
                  </a:cubicBezTo>
                  <a:lnTo>
                    <a:pt x="1" y="68"/>
                  </a:lnTo>
                  <a:lnTo>
                    <a:pt x="35" y="153"/>
                  </a:lnTo>
                  <a:lnTo>
                    <a:pt x="35" y="17"/>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9"/>
            <p:cNvSpPr/>
            <p:nvPr/>
          </p:nvSpPr>
          <p:spPr>
            <a:xfrm rot="3636019">
              <a:off x="6803948" y="1714556"/>
              <a:ext cx="2465" cy="3553"/>
            </a:xfrm>
            <a:custGeom>
              <a:rect b="b" l="l" r="r" t="t"/>
              <a:pathLst>
                <a:path extrusionOk="0" h="111" w="77">
                  <a:moveTo>
                    <a:pt x="18" y="0"/>
                  </a:moveTo>
                  <a:lnTo>
                    <a:pt x="18" y="0"/>
                  </a:lnTo>
                  <a:cubicBezTo>
                    <a:pt x="1" y="0"/>
                    <a:pt x="9" y="85"/>
                    <a:pt x="18" y="102"/>
                  </a:cubicBezTo>
                  <a:lnTo>
                    <a:pt x="77" y="110"/>
                  </a:lnTo>
                  <a:cubicBezTo>
                    <a:pt x="72" y="69"/>
                    <a:pt x="61" y="53"/>
                    <a:pt x="48" y="53"/>
                  </a:cubicBezTo>
                  <a:cubicBezTo>
                    <a:pt x="37" y="53"/>
                    <a:pt x="26" y="65"/>
                    <a:pt x="18" y="85"/>
                  </a:cubicBezTo>
                  <a:cubicBezTo>
                    <a:pt x="9" y="17"/>
                    <a:pt x="52" y="42"/>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9"/>
            <p:cNvSpPr/>
            <p:nvPr/>
          </p:nvSpPr>
          <p:spPr>
            <a:xfrm rot="3636019">
              <a:off x="6788481" y="1725259"/>
              <a:ext cx="576" cy="1633"/>
            </a:xfrm>
            <a:custGeom>
              <a:rect b="b" l="l" r="r" t="t"/>
              <a:pathLst>
                <a:path extrusionOk="0" h="51" w="18">
                  <a:moveTo>
                    <a:pt x="0" y="0"/>
                  </a:moveTo>
                  <a:lnTo>
                    <a:pt x="0" y="51"/>
                  </a:lnTo>
                  <a:lnTo>
                    <a:pt x="17" y="26"/>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9"/>
            <p:cNvSpPr/>
            <p:nvPr/>
          </p:nvSpPr>
          <p:spPr>
            <a:xfrm rot="3636019">
              <a:off x="6789408" y="1723850"/>
              <a:ext cx="864" cy="1665"/>
            </a:xfrm>
            <a:custGeom>
              <a:rect b="b" l="l" r="r" t="t"/>
              <a:pathLst>
                <a:path extrusionOk="0" h="52" w="27">
                  <a:moveTo>
                    <a:pt x="26" y="0"/>
                  </a:moveTo>
                  <a:cubicBezTo>
                    <a:pt x="18" y="9"/>
                    <a:pt x="9" y="9"/>
                    <a:pt x="1" y="17"/>
                  </a:cubicBezTo>
                  <a:lnTo>
                    <a:pt x="26" y="51"/>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9"/>
            <p:cNvSpPr/>
            <p:nvPr/>
          </p:nvSpPr>
          <p:spPr>
            <a:xfrm rot="3636019">
              <a:off x="6795609" y="1721293"/>
              <a:ext cx="32" cy="2465"/>
            </a:xfrm>
            <a:custGeom>
              <a:rect b="b" l="l" r="r" t="t"/>
              <a:pathLst>
                <a:path extrusionOk="0" h="77" w="1">
                  <a:moveTo>
                    <a:pt x="0" y="76"/>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9"/>
            <p:cNvSpPr/>
            <p:nvPr/>
          </p:nvSpPr>
          <p:spPr>
            <a:xfrm rot="3636019">
              <a:off x="6793584" y="1722375"/>
              <a:ext cx="32" cy="1921"/>
            </a:xfrm>
            <a:custGeom>
              <a:rect b="b" l="l" r="r" t="t"/>
              <a:pathLst>
                <a:path extrusionOk="0" h="60" w="1">
                  <a:moveTo>
                    <a:pt x="1" y="60"/>
                  </a:moveTo>
                  <a:lnTo>
                    <a:pt x="1" y="6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9"/>
            <p:cNvSpPr/>
            <p:nvPr/>
          </p:nvSpPr>
          <p:spPr>
            <a:xfrm rot="3636019">
              <a:off x="6791708" y="1723409"/>
              <a:ext cx="1377" cy="2753"/>
            </a:xfrm>
            <a:custGeom>
              <a:rect b="b" l="l" r="r" t="t"/>
              <a:pathLst>
                <a:path extrusionOk="0" h="86" w="43">
                  <a:moveTo>
                    <a:pt x="34" y="1"/>
                  </a:moveTo>
                  <a:lnTo>
                    <a:pt x="1" y="9"/>
                  </a:lnTo>
                  <a:lnTo>
                    <a:pt x="1" y="85"/>
                  </a:lnTo>
                  <a:cubicBezTo>
                    <a:pt x="17" y="77"/>
                    <a:pt x="43" y="68"/>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9"/>
            <p:cNvSpPr/>
            <p:nvPr/>
          </p:nvSpPr>
          <p:spPr>
            <a:xfrm rot="3636019">
              <a:off x="6723003" y="1740091"/>
              <a:ext cx="576" cy="2177"/>
            </a:xfrm>
            <a:custGeom>
              <a:rect b="b" l="l" r="r" t="t"/>
              <a:pathLst>
                <a:path extrusionOk="0" h="68" w="18">
                  <a:moveTo>
                    <a:pt x="9" y="0"/>
                  </a:moveTo>
                  <a:lnTo>
                    <a:pt x="1" y="8"/>
                  </a:lnTo>
                  <a:lnTo>
                    <a:pt x="18" y="68"/>
                  </a:lnTo>
                  <a:lnTo>
                    <a:pt x="18" y="5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9"/>
            <p:cNvSpPr/>
            <p:nvPr/>
          </p:nvSpPr>
          <p:spPr>
            <a:xfrm rot="3636019">
              <a:off x="6732378" y="1736292"/>
              <a:ext cx="576" cy="1120"/>
            </a:xfrm>
            <a:custGeom>
              <a:rect b="b" l="l" r="r" t="t"/>
              <a:pathLst>
                <a:path extrusionOk="0" h="35" w="18">
                  <a:moveTo>
                    <a:pt x="0" y="0"/>
                  </a:moveTo>
                  <a:cubicBezTo>
                    <a:pt x="0" y="9"/>
                    <a:pt x="9" y="26"/>
                    <a:pt x="17" y="34"/>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9"/>
            <p:cNvSpPr/>
            <p:nvPr/>
          </p:nvSpPr>
          <p:spPr>
            <a:xfrm rot="3636019">
              <a:off x="6734081" y="1725207"/>
              <a:ext cx="6242" cy="12261"/>
            </a:xfrm>
            <a:custGeom>
              <a:rect b="b" l="l" r="r" t="t"/>
              <a:pathLst>
                <a:path extrusionOk="0" h="383" w="195">
                  <a:moveTo>
                    <a:pt x="96" y="1"/>
                  </a:moveTo>
                  <a:cubicBezTo>
                    <a:pt x="71" y="1"/>
                    <a:pt x="44" y="10"/>
                    <a:pt x="17" y="10"/>
                  </a:cubicBezTo>
                  <a:cubicBezTo>
                    <a:pt x="9" y="19"/>
                    <a:pt x="0" y="163"/>
                    <a:pt x="34" y="171"/>
                  </a:cubicBezTo>
                  <a:cubicBezTo>
                    <a:pt x="39" y="158"/>
                    <a:pt x="43" y="154"/>
                    <a:pt x="47" y="154"/>
                  </a:cubicBezTo>
                  <a:cubicBezTo>
                    <a:pt x="57" y="154"/>
                    <a:pt x="63" y="188"/>
                    <a:pt x="68" y="188"/>
                  </a:cubicBezTo>
                  <a:cubicBezTo>
                    <a:pt x="71" y="188"/>
                    <a:pt x="74" y="176"/>
                    <a:pt x="76" y="137"/>
                  </a:cubicBezTo>
                  <a:cubicBezTo>
                    <a:pt x="77" y="137"/>
                    <a:pt x="79" y="136"/>
                    <a:pt x="80" y="136"/>
                  </a:cubicBezTo>
                  <a:cubicBezTo>
                    <a:pt x="96" y="136"/>
                    <a:pt x="118" y="192"/>
                    <a:pt x="110" y="247"/>
                  </a:cubicBezTo>
                  <a:cubicBezTo>
                    <a:pt x="97" y="247"/>
                    <a:pt x="99" y="211"/>
                    <a:pt x="89" y="211"/>
                  </a:cubicBezTo>
                  <a:cubicBezTo>
                    <a:pt x="86" y="211"/>
                    <a:pt x="82" y="214"/>
                    <a:pt x="76" y="222"/>
                  </a:cubicBezTo>
                  <a:cubicBezTo>
                    <a:pt x="96" y="255"/>
                    <a:pt x="90" y="267"/>
                    <a:pt x="102" y="267"/>
                  </a:cubicBezTo>
                  <a:cubicBezTo>
                    <a:pt x="106" y="267"/>
                    <a:pt x="111" y="266"/>
                    <a:pt x="119" y="264"/>
                  </a:cubicBezTo>
                  <a:cubicBezTo>
                    <a:pt x="127" y="306"/>
                    <a:pt x="152" y="340"/>
                    <a:pt x="169" y="382"/>
                  </a:cubicBezTo>
                  <a:cubicBezTo>
                    <a:pt x="161" y="298"/>
                    <a:pt x="195" y="137"/>
                    <a:pt x="152" y="36"/>
                  </a:cubicBezTo>
                  <a:cubicBezTo>
                    <a:pt x="137" y="8"/>
                    <a:pt x="117" y="1"/>
                    <a:pt x="9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9"/>
            <p:cNvSpPr/>
            <p:nvPr/>
          </p:nvSpPr>
          <p:spPr>
            <a:xfrm rot="3636019">
              <a:off x="6731984" y="1729210"/>
              <a:ext cx="832" cy="2209"/>
            </a:xfrm>
            <a:custGeom>
              <a:rect b="b" l="l" r="r" t="t"/>
              <a:pathLst>
                <a:path extrusionOk="0" h="69" w="26">
                  <a:moveTo>
                    <a:pt x="0" y="1"/>
                  </a:moveTo>
                  <a:cubicBezTo>
                    <a:pt x="0" y="26"/>
                    <a:pt x="0" y="43"/>
                    <a:pt x="0" y="68"/>
                  </a:cubicBezTo>
                  <a:cubicBezTo>
                    <a:pt x="26" y="60"/>
                    <a:pt x="0" y="34"/>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9"/>
            <p:cNvSpPr/>
            <p:nvPr/>
          </p:nvSpPr>
          <p:spPr>
            <a:xfrm rot="3636019">
              <a:off x="6758579" y="1726998"/>
              <a:ext cx="832" cy="2753"/>
            </a:xfrm>
            <a:custGeom>
              <a:rect b="b" l="l" r="r" t="t"/>
              <a:pathLst>
                <a:path extrusionOk="0" h="86" w="26">
                  <a:moveTo>
                    <a:pt x="4" y="0"/>
                  </a:moveTo>
                  <a:cubicBezTo>
                    <a:pt x="3" y="0"/>
                    <a:pt x="2" y="1"/>
                    <a:pt x="1" y="1"/>
                  </a:cubicBezTo>
                  <a:lnTo>
                    <a:pt x="9" y="86"/>
                  </a:lnTo>
                  <a:cubicBezTo>
                    <a:pt x="9" y="77"/>
                    <a:pt x="17" y="60"/>
                    <a:pt x="26" y="52"/>
                  </a:cubicBezTo>
                  <a:cubicBezTo>
                    <a:pt x="26" y="52"/>
                    <a:pt x="19" y="0"/>
                    <a:pt x="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9"/>
            <p:cNvSpPr/>
            <p:nvPr/>
          </p:nvSpPr>
          <p:spPr>
            <a:xfrm rot="3636019">
              <a:off x="6757175" y="1728749"/>
              <a:ext cx="320" cy="1120"/>
            </a:xfrm>
            <a:custGeom>
              <a:rect b="b" l="l" r="r" t="t"/>
              <a:pathLst>
                <a:path extrusionOk="0" h="35" w="10">
                  <a:moveTo>
                    <a:pt x="9" y="1"/>
                  </a:moveTo>
                  <a:cubicBezTo>
                    <a:pt x="1" y="9"/>
                    <a:pt x="1" y="26"/>
                    <a:pt x="9" y="35"/>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9"/>
            <p:cNvSpPr/>
            <p:nvPr/>
          </p:nvSpPr>
          <p:spPr>
            <a:xfrm rot="3636019">
              <a:off x="6759191" y="1728900"/>
              <a:ext cx="32" cy="288"/>
            </a:xfrm>
            <a:custGeom>
              <a:rect b="b" l="l" r="r" t="t"/>
              <a:pathLst>
                <a:path extrusionOk="0" h="9" w="1">
                  <a:moveTo>
                    <a:pt x="0" y="0"/>
                  </a:moveTo>
                  <a:lnTo>
                    <a:pt x="0" y="0"/>
                  </a:lnTo>
                  <a:cubicBezTo>
                    <a:pt x="0" y="0"/>
                    <a:pt x="0" y="9"/>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9"/>
            <p:cNvSpPr/>
            <p:nvPr/>
          </p:nvSpPr>
          <p:spPr>
            <a:xfrm rot="3636019">
              <a:off x="6801272" y="1718827"/>
              <a:ext cx="576" cy="1921"/>
            </a:xfrm>
            <a:custGeom>
              <a:rect b="b" l="l" r="r" t="t"/>
              <a:pathLst>
                <a:path extrusionOk="0" h="60" w="18">
                  <a:moveTo>
                    <a:pt x="0" y="1"/>
                  </a:moveTo>
                  <a:cubicBezTo>
                    <a:pt x="0" y="18"/>
                    <a:pt x="0" y="43"/>
                    <a:pt x="0" y="60"/>
                  </a:cubicBezTo>
                  <a:cubicBezTo>
                    <a:pt x="17" y="60"/>
                    <a:pt x="0" y="26"/>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9"/>
            <p:cNvSpPr/>
            <p:nvPr/>
          </p:nvSpPr>
          <p:spPr>
            <a:xfrm rot="3636019">
              <a:off x="6840430" y="1695551"/>
              <a:ext cx="288" cy="1088"/>
            </a:xfrm>
            <a:custGeom>
              <a:rect b="b" l="l" r="r" t="t"/>
              <a:pathLst>
                <a:path extrusionOk="0" h="34" w="9">
                  <a:moveTo>
                    <a:pt x="9" y="0"/>
                  </a:moveTo>
                  <a:cubicBezTo>
                    <a:pt x="0" y="9"/>
                    <a:pt x="0" y="25"/>
                    <a:pt x="0" y="34"/>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9"/>
            <p:cNvSpPr/>
            <p:nvPr/>
          </p:nvSpPr>
          <p:spPr>
            <a:xfrm rot="3636019">
              <a:off x="6848360" y="1677189"/>
              <a:ext cx="288" cy="288"/>
            </a:xfrm>
            <a:custGeom>
              <a:rect b="b" l="l" r="r" t="t"/>
              <a:pathLst>
                <a:path extrusionOk="0" h="9" w="9">
                  <a:moveTo>
                    <a:pt x="9" y="9"/>
                  </a:moveTo>
                  <a:cubicBezTo>
                    <a:pt x="9" y="0"/>
                    <a:pt x="9" y="0"/>
                    <a:pt x="0" y="0"/>
                  </a:cubicBezTo>
                  <a:cubicBezTo>
                    <a:pt x="9" y="0"/>
                    <a:pt x="9" y="0"/>
                    <a:pt x="9"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9"/>
            <p:cNvSpPr/>
            <p:nvPr/>
          </p:nvSpPr>
          <p:spPr>
            <a:xfrm rot="3636019">
              <a:off x="6850447" y="1672942"/>
              <a:ext cx="736" cy="5442"/>
            </a:xfrm>
            <a:custGeom>
              <a:rect b="b" l="l" r="r" t="t"/>
              <a:pathLst>
                <a:path extrusionOk="0" h="170" w="23">
                  <a:moveTo>
                    <a:pt x="9" y="0"/>
                  </a:moveTo>
                  <a:lnTo>
                    <a:pt x="9" y="0"/>
                  </a:lnTo>
                  <a:cubicBezTo>
                    <a:pt x="1" y="54"/>
                    <a:pt x="7" y="100"/>
                    <a:pt x="15" y="153"/>
                  </a:cubicBezTo>
                  <a:lnTo>
                    <a:pt x="15" y="153"/>
                  </a:lnTo>
                  <a:cubicBezTo>
                    <a:pt x="14" y="121"/>
                    <a:pt x="23" y="72"/>
                    <a:pt x="9" y="51"/>
                  </a:cubicBezTo>
                  <a:lnTo>
                    <a:pt x="17" y="51"/>
                  </a:lnTo>
                  <a:lnTo>
                    <a:pt x="9" y="0"/>
                  </a:lnTo>
                  <a:close/>
                  <a:moveTo>
                    <a:pt x="15" y="153"/>
                  </a:moveTo>
                  <a:cubicBezTo>
                    <a:pt x="15" y="159"/>
                    <a:pt x="16" y="165"/>
                    <a:pt x="17" y="169"/>
                  </a:cubicBezTo>
                  <a:cubicBezTo>
                    <a:pt x="16" y="164"/>
                    <a:pt x="15" y="158"/>
                    <a:pt x="15" y="15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5" name="Google Shape;5415;p59"/>
          <p:cNvGrpSpPr/>
          <p:nvPr/>
        </p:nvGrpSpPr>
        <p:grpSpPr>
          <a:xfrm>
            <a:off x="-237771" y="2496950"/>
            <a:ext cx="3431551" cy="1887024"/>
            <a:chOff x="-237771" y="2496950"/>
            <a:chExt cx="3431551" cy="1887024"/>
          </a:xfrm>
        </p:grpSpPr>
        <p:sp>
          <p:nvSpPr>
            <p:cNvPr id="5416" name="Google Shape;5416;p59"/>
            <p:cNvSpPr/>
            <p:nvPr/>
          </p:nvSpPr>
          <p:spPr>
            <a:xfrm flipH="1" rot="-3371424">
              <a:off x="2725207" y="3772245"/>
              <a:ext cx="2014" cy="3118"/>
            </a:xfrm>
            <a:custGeom>
              <a:rect b="b" l="l" r="r" t="t"/>
              <a:pathLst>
                <a:path extrusionOk="0" h="85" w="60">
                  <a:moveTo>
                    <a:pt x="60" y="0"/>
                  </a:moveTo>
                  <a:lnTo>
                    <a:pt x="60" y="0"/>
                  </a:lnTo>
                  <a:cubicBezTo>
                    <a:pt x="34" y="34"/>
                    <a:pt x="9" y="68"/>
                    <a:pt x="0" y="85"/>
                  </a:cubicBezTo>
                  <a:lnTo>
                    <a:pt x="6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9"/>
            <p:cNvSpPr/>
            <p:nvPr/>
          </p:nvSpPr>
          <p:spPr>
            <a:xfrm flipH="1" rot="-3371424">
              <a:off x="2786834" y="3766539"/>
              <a:ext cx="336" cy="660"/>
            </a:xfrm>
            <a:custGeom>
              <a:rect b="b" l="l" r="r" t="t"/>
              <a:pathLst>
                <a:path extrusionOk="0" h="18" w="10">
                  <a:moveTo>
                    <a:pt x="9" y="1"/>
                  </a:moveTo>
                  <a:lnTo>
                    <a:pt x="1" y="18"/>
                  </a:lnTo>
                  <a:lnTo>
                    <a:pt x="9" y="9"/>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9"/>
            <p:cNvSpPr/>
            <p:nvPr/>
          </p:nvSpPr>
          <p:spPr>
            <a:xfrm flipH="1" rot="-3371424">
              <a:off x="2814119" y="3764186"/>
              <a:ext cx="4028" cy="7191"/>
            </a:xfrm>
            <a:custGeom>
              <a:rect b="b" l="l" r="r" t="t"/>
              <a:pathLst>
                <a:path extrusionOk="0" h="196" w="120">
                  <a:moveTo>
                    <a:pt x="119" y="1"/>
                  </a:moveTo>
                  <a:cubicBezTo>
                    <a:pt x="95" y="38"/>
                    <a:pt x="66" y="88"/>
                    <a:pt x="35" y="139"/>
                  </a:cubicBezTo>
                  <a:lnTo>
                    <a:pt x="35" y="139"/>
                  </a:lnTo>
                  <a:lnTo>
                    <a:pt x="119" y="1"/>
                  </a:lnTo>
                  <a:close/>
                  <a:moveTo>
                    <a:pt x="35" y="139"/>
                  </a:moveTo>
                  <a:lnTo>
                    <a:pt x="1" y="195"/>
                  </a:lnTo>
                  <a:cubicBezTo>
                    <a:pt x="12" y="177"/>
                    <a:pt x="24" y="158"/>
                    <a:pt x="35" y="13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9"/>
            <p:cNvSpPr/>
            <p:nvPr/>
          </p:nvSpPr>
          <p:spPr>
            <a:xfrm flipH="1" rot="-3371424">
              <a:off x="2739625" y="3757679"/>
              <a:ext cx="2484" cy="4989"/>
            </a:xfrm>
            <a:custGeom>
              <a:rect b="b" l="l" r="r" t="t"/>
              <a:pathLst>
                <a:path extrusionOk="0" h="136" w="74">
                  <a:moveTo>
                    <a:pt x="73" y="1"/>
                  </a:moveTo>
                  <a:cubicBezTo>
                    <a:pt x="72" y="1"/>
                    <a:pt x="71" y="3"/>
                    <a:pt x="68" y="9"/>
                  </a:cubicBezTo>
                  <a:cubicBezTo>
                    <a:pt x="51" y="43"/>
                    <a:pt x="26" y="94"/>
                    <a:pt x="1" y="136"/>
                  </a:cubicBezTo>
                  <a:cubicBezTo>
                    <a:pt x="43" y="65"/>
                    <a:pt x="73" y="1"/>
                    <a:pt x="7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9"/>
            <p:cNvSpPr/>
            <p:nvPr/>
          </p:nvSpPr>
          <p:spPr>
            <a:xfrm flipH="1" rot="-3371424">
              <a:off x="2745667" y="3758059"/>
              <a:ext cx="2316" cy="4696"/>
            </a:xfrm>
            <a:custGeom>
              <a:rect b="b" l="l" r="r" t="t"/>
              <a:pathLst>
                <a:path extrusionOk="0" h="128" w="69">
                  <a:moveTo>
                    <a:pt x="69" y="0"/>
                  </a:moveTo>
                  <a:lnTo>
                    <a:pt x="1" y="127"/>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9"/>
            <p:cNvSpPr/>
            <p:nvPr/>
          </p:nvSpPr>
          <p:spPr>
            <a:xfrm flipH="1" rot="-3371424">
              <a:off x="2803372" y="3759449"/>
              <a:ext cx="906" cy="1578"/>
            </a:xfrm>
            <a:custGeom>
              <a:rect b="b" l="l" r="r" t="t"/>
              <a:pathLst>
                <a:path extrusionOk="0" h="43" w="27">
                  <a:moveTo>
                    <a:pt x="26" y="0"/>
                  </a:moveTo>
                  <a:lnTo>
                    <a:pt x="18" y="9"/>
                  </a:lnTo>
                  <a:lnTo>
                    <a:pt x="1" y="43"/>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9"/>
            <p:cNvSpPr/>
            <p:nvPr/>
          </p:nvSpPr>
          <p:spPr>
            <a:xfrm flipH="1" rot="-3371424">
              <a:off x="2781509" y="3765669"/>
              <a:ext cx="34" cy="37"/>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9"/>
            <p:cNvSpPr/>
            <p:nvPr/>
          </p:nvSpPr>
          <p:spPr>
            <a:xfrm flipH="1" rot="-3371424">
              <a:off x="2800445" y="3759445"/>
              <a:ext cx="8794" cy="14198"/>
            </a:xfrm>
            <a:custGeom>
              <a:rect b="b" l="l" r="r" t="t"/>
              <a:pathLst>
                <a:path extrusionOk="0" h="387" w="262">
                  <a:moveTo>
                    <a:pt x="247" y="1"/>
                  </a:moveTo>
                  <a:cubicBezTo>
                    <a:pt x="245" y="1"/>
                    <a:pt x="237" y="9"/>
                    <a:pt x="222" y="27"/>
                  </a:cubicBezTo>
                  <a:cubicBezTo>
                    <a:pt x="159" y="137"/>
                    <a:pt x="1" y="387"/>
                    <a:pt x="20" y="387"/>
                  </a:cubicBezTo>
                  <a:cubicBezTo>
                    <a:pt x="22" y="387"/>
                    <a:pt x="24" y="385"/>
                    <a:pt x="28" y="382"/>
                  </a:cubicBezTo>
                  <a:cubicBezTo>
                    <a:pt x="13" y="375"/>
                    <a:pt x="262" y="1"/>
                    <a:pt x="24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9"/>
            <p:cNvSpPr/>
            <p:nvPr/>
          </p:nvSpPr>
          <p:spPr>
            <a:xfrm flipH="1" rot="-3371424">
              <a:off x="2807436" y="3759135"/>
              <a:ext cx="7150" cy="12767"/>
            </a:xfrm>
            <a:custGeom>
              <a:rect b="b" l="l" r="r" t="t"/>
              <a:pathLst>
                <a:path extrusionOk="0" h="348" w="213">
                  <a:moveTo>
                    <a:pt x="212" y="0"/>
                  </a:moveTo>
                  <a:cubicBezTo>
                    <a:pt x="170" y="68"/>
                    <a:pt x="119" y="136"/>
                    <a:pt x="68" y="203"/>
                  </a:cubicBezTo>
                  <a:cubicBezTo>
                    <a:pt x="60" y="229"/>
                    <a:pt x="77" y="220"/>
                    <a:pt x="1" y="347"/>
                  </a:cubicBezTo>
                  <a:lnTo>
                    <a:pt x="21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9"/>
            <p:cNvSpPr/>
            <p:nvPr/>
          </p:nvSpPr>
          <p:spPr>
            <a:xfrm flipH="1" rot="-3371424">
              <a:off x="2820192" y="3751662"/>
              <a:ext cx="6545" cy="11519"/>
            </a:xfrm>
            <a:custGeom>
              <a:rect b="b" l="l" r="r" t="t"/>
              <a:pathLst>
                <a:path extrusionOk="0" h="314" w="195">
                  <a:moveTo>
                    <a:pt x="195" y="0"/>
                  </a:moveTo>
                  <a:lnTo>
                    <a:pt x="178" y="25"/>
                  </a:lnTo>
                  <a:lnTo>
                    <a:pt x="0" y="313"/>
                  </a:lnTo>
                  <a:lnTo>
                    <a:pt x="26" y="288"/>
                  </a:lnTo>
                  <a:lnTo>
                    <a:pt x="19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9"/>
            <p:cNvSpPr/>
            <p:nvPr/>
          </p:nvSpPr>
          <p:spPr>
            <a:xfrm flipH="1" rot="-3371424">
              <a:off x="2924772" y="3643709"/>
              <a:ext cx="302" cy="1578"/>
            </a:xfrm>
            <a:custGeom>
              <a:rect b="b" l="l" r="r" t="t"/>
              <a:pathLst>
                <a:path extrusionOk="0" h="43" w="9">
                  <a:moveTo>
                    <a:pt x="0" y="1"/>
                  </a:moveTo>
                  <a:cubicBezTo>
                    <a:pt x="0" y="34"/>
                    <a:pt x="0" y="43"/>
                    <a:pt x="9" y="43"/>
                  </a:cubicBezTo>
                  <a:cubicBezTo>
                    <a:pt x="9" y="26"/>
                    <a:pt x="0" y="18"/>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9"/>
            <p:cNvSpPr/>
            <p:nvPr/>
          </p:nvSpPr>
          <p:spPr>
            <a:xfrm flipH="1" rot="-3371424">
              <a:off x="2951083" y="3721489"/>
              <a:ext cx="44039" cy="74510"/>
            </a:xfrm>
            <a:custGeom>
              <a:rect b="b" l="l" r="r" t="t"/>
              <a:pathLst>
                <a:path extrusionOk="0" h="2031" w="1312">
                  <a:moveTo>
                    <a:pt x="1311" y="1"/>
                  </a:moveTo>
                  <a:cubicBezTo>
                    <a:pt x="1276" y="55"/>
                    <a:pt x="1247" y="101"/>
                    <a:pt x="1221" y="141"/>
                  </a:cubicBezTo>
                  <a:lnTo>
                    <a:pt x="1221" y="141"/>
                  </a:lnTo>
                  <a:cubicBezTo>
                    <a:pt x="1264" y="85"/>
                    <a:pt x="1290" y="43"/>
                    <a:pt x="1311" y="1"/>
                  </a:cubicBezTo>
                  <a:close/>
                  <a:moveTo>
                    <a:pt x="1221" y="141"/>
                  </a:moveTo>
                  <a:lnTo>
                    <a:pt x="1221" y="141"/>
                  </a:lnTo>
                  <a:cubicBezTo>
                    <a:pt x="1213" y="153"/>
                    <a:pt x="1203" y="165"/>
                    <a:pt x="1193" y="178"/>
                  </a:cubicBezTo>
                  <a:cubicBezTo>
                    <a:pt x="1110" y="317"/>
                    <a:pt x="1015" y="433"/>
                    <a:pt x="1002" y="433"/>
                  </a:cubicBezTo>
                  <a:cubicBezTo>
                    <a:pt x="1000" y="433"/>
                    <a:pt x="1001" y="427"/>
                    <a:pt x="1007" y="415"/>
                  </a:cubicBezTo>
                  <a:lnTo>
                    <a:pt x="1007" y="415"/>
                  </a:lnTo>
                  <a:cubicBezTo>
                    <a:pt x="795" y="770"/>
                    <a:pt x="770" y="762"/>
                    <a:pt x="770" y="830"/>
                  </a:cubicBezTo>
                  <a:cubicBezTo>
                    <a:pt x="678" y="986"/>
                    <a:pt x="565" y="1138"/>
                    <a:pt x="555" y="1138"/>
                  </a:cubicBezTo>
                  <a:cubicBezTo>
                    <a:pt x="550" y="1138"/>
                    <a:pt x="567" y="1105"/>
                    <a:pt x="618" y="1024"/>
                  </a:cubicBezTo>
                  <a:lnTo>
                    <a:pt x="618" y="1024"/>
                  </a:lnTo>
                  <a:lnTo>
                    <a:pt x="203" y="1667"/>
                  </a:lnTo>
                  <a:lnTo>
                    <a:pt x="465" y="1295"/>
                  </a:lnTo>
                  <a:lnTo>
                    <a:pt x="465" y="1295"/>
                  </a:lnTo>
                  <a:cubicBezTo>
                    <a:pt x="423" y="1413"/>
                    <a:pt x="42" y="1887"/>
                    <a:pt x="0" y="2031"/>
                  </a:cubicBezTo>
                  <a:lnTo>
                    <a:pt x="457" y="1346"/>
                  </a:lnTo>
                  <a:lnTo>
                    <a:pt x="440" y="1388"/>
                  </a:lnTo>
                  <a:cubicBezTo>
                    <a:pt x="542" y="1219"/>
                    <a:pt x="753" y="923"/>
                    <a:pt x="829" y="821"/>
                  </a:cubicBezTo>
                  <a:lnTo>
                    <a:pt x="829" y="821"/>
                  </a:lnTo>
                  <a:cubicBezTo>
                    <a:pt x="821" y="838"/>
                    <a:pt x="829" y="830"/>
                    <a:pt x="753" y="957"/>
                  </a:cubicBezTo>
                  <a:cubicBezTo>
                    <a:pt x="1268" y="191"/>
                    <a:pt x="919" y="623"/>
                    <a:pt x="1221" y="14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9"/>
            <p:cNvSpPr/>
            <p:nvPr/>
          </p:nvSpPr>
          <p:spPr>
            <a:xfrm flipH="1" rot="-3371424">
              <a:off x="2870582" y="3729460"/>
              <a:ext cx="38702" cy="70805"/>
            </a:xfrm>
            <a:custGeom>
              <a:rect b="b" l="l" r="r" t="t"/>
              <a:pathLst>
                <a:path extrusionOk="0" h="1930" w="1153">
                  <a:moveTo>
                    <a:pt x="1129" y="0"/>
                  </a:moveTo>
                  <a:cubicBezTo>
                    <a:pt x="1127" y="0"/>
                    <a:pt x="1120" y="6"/>
                    <a:pt x="1109" y="18"/>
                  </a:cubicBezTo>
                  <a:cubicBezTo>
                    <a:pt x="864" y="416"/>
                    <a:pt x="813" y="466"/>
                    <a:pt x="686" y="720"/>
                  </a:cubicBezTo>
                  <a:cubicBezTo>
                    <a:pt x="449" y="1075"/>
                    <a:pt x="272" y="1329"/>
                    <a:pt x="153" y="1490"/>
                  </a:cubicBezTo>
                  <a:cubicBezTo>
                    <a:pt x="85" y="1591"/>
                    <a:pt x="94" y="1617"/>
                    <a:pt x="9" y="1752"/>
                  </a:cubicBezTo>
                  <a:cubicBezTo>
                    <a:pt x="26" y="1727"/>
                    <a:pt x="43" y="1701"/>
                    <a:pt x="68" y="1659"/>
                  </a:cubicBezTo>
                  <a:lnTo>
                    <a:pt x="111" y="1676"/>
                  </a:lnTo>
                  <a:cubicBezTo>
                    <a:pt x="178" y="1558"/>
                    <a:pt x="255" y="1456"/>
                    <a:pt x="339" y="1329"/>
                  </a:cubicBezTo>
                  <a:lnTo>
                    <a:pt x="339" y="1329"/>
                  </a:lnTo>
                  <a:cubicBezTo>
                    <a:pt x="229" y="1532"/>
                    <a:pt x="111" y="1727"/>
                    <a:pt x="1" y="1930"/>
                  </a:cubicBezTo>
                  <a:cubicBezTo>
                    <a:pt x="119" y="1786"/>
                    <a:pt x="238" y="1634"/>
                    <a:pt x="339" y="1481"/>
                  </a:cubicBezTo>
                  <a:cubicBezTo>
                    <a:pt x="466" y="1287"/>
                    <a:pt x="593" y="1092"/>
                    <a:pt x="669" y="982"/>
                  </a:cubicBezTo>
                  <a:lnTo>
                    <a:pt x="669" y="982"/>
                  </a:lnTo>
                  <a:cubicBezTo>
                    <a:pt x="619" y="1043"/>
                    <a:pt x="600" y="1061"/>
                    <a:pt x="594" y="1061"/>
                  </a:cubicBezTo>
                  <a:cubicBezTo>
                    <a:pt x="586" y="1061"/>
                    <a:pt x="612" y="1017"/>
                    <a:pt x="608" y="1017"/>
                  </a:cubicBezTo>
                  <a:lnTo>
                    <a:pt x="608" y="1017"/>
                  </a:lnTo>
                  <a:cubicBezTo>
                    <a:pt x="604" y="1017"/>
                    <a:pt x="566" y="1068"/>
                    <a:pt x="415" y="1278"/>
                  </a:cubicBezTo>
                  <a:lnTo>
                    <a:pt x="576" y="957"/>
                  </a:lnTo>
                  <a:lnTo>
                    <a:pt x="906" y="475"/>
                  </a:lnTo>
                  <a:cubicBezTo>
                    <a:pt x="900" y="462"/>
                    <a:pt x="1024" y="251"/>
                    <a:pt x="1012" y="251"/>
                  </a:cubicBezTo>
                  <a:lnTo>
                    <a:pt x="1012" y="251"/>
                  </a:lnTo>
                  <a:cubicBezTo>
                    <a:pt x="1008" y="251"/>
                    <a:pt x="990" y="273"/>
                    <a:pt x="948" y="331"/>
                  </a:cubicBezTo>
                  <a:cubicBezTo>
                    <a:pt x="923" y="382"/>
                    <a:pt x="864" y="475"/>
                    <a:pt x="813" y="551"/>
                  </a:cubicBezTo>
                  <a:cubicBezTo>
                    <a:pt x="821" y="490"/>
                    <a:pt x="1153" y="0"/>
                    <a:pt x="112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9"/>
            <p:cNvSpPr/>
            <p:nvPr/>
          </p:nvSpPr>
          <p:spPr>
            <a:xfrm flipH="1" rot="-3371424">
              <a:off x="2927002" y="3760867"/>
              <a:ext cx="302" cy="660"/>
            </a:xfrm>
            <a:custGeom>
              <a:rect b="b" l="l" r="r" t="t"/>
              <a:pathLst>
                <a:path extrusionOk="0" h="18" w="9">
                  <a:moveTo>
                    <a:pt x="9" y="0"/>
                  </a:moveTo>
                  <a:lnTo>
                    <a:pt x="0" y="17"/>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9"/>
            <p:cNvSpPr/>
            <p:nvPr/>
          </p:nvSpPr>
          <p:spPr>
            <a:xfrm flipH="1" rot="-3371424">
              <a:off x="2810737" y="3737186"/>
              <a:ext cx="36755" cy="65595"/>
            </a:xfrm>
            <a:custGeom>
              <a:rect b="b" l="l" r="r" t="t"/>
              <a:pathLst>
                <a:path extrusionOk="0" h="1788" w="1095">
                  <a:moveTo>
                    <a:pt x="587" y="660"/>
                  </a:moveTo>
                  <a:cubicBezTo>
                    <a:pt x="554" y="711"/>
                    <a:pt x="520" y="762"/>
                    <a:pt x="486" y="813"/>
                  </a:cubicBezTo>
                  <a:cubicBezTo>
                    <a:pt x="482" y="823"/>
                    <a:pt x="448" y="881"/>
                    <a:pt x="405" y="954"/>
                  </a:cubicBezTo>
                  <a:lnTo>
                    <a:pt x="405" y="954"/>
                  </a:lnTo>
                  <a:cubicBezTo>
                    <a:pt x="446" y="885"/>
                    <a:pt x="515" y="776"/>
                    <a:pt x="587" y="660"/>
                  </a:cubicBezTo>
                  <a:close/>
                  <a:moveTo>
                    <a:pt x="405" y="954"/>
                  </a:moveTo>
                  <a:lnTo>
                    <a:pt x="405" y="954"/>
                  </a:lnTo>
                  <a:cubicBezTo>
                    <a:pt x="399" y="964"/>
                    <a:pt x="393" y="973"/>
                    <a:pt x="389" y="982"/>
                  </a:cubicBezTo>
                  <a:lnTo>
                    <a:pt x="389" y="982"/>
                  </a:lnTo>
                  <a:cubicBezTo>
                    <a:pt x="394" y="972"/>
                    <a:pt x="400" y="963"/>
                    <a:pt x="405" y="954"/>
                  </a:cubicBezTo>
                  <a:close/>
                  <a:moveTo>
                    <a:pt x="1095" y="1"/>
                  </a:moveTo>
                  <a:cubicBezTo>
                    <a:pt x="858" y="398"/>
                    <a:pt x="579" y="830"/>
                    <a:pt x="359" y="1143"/>
                  </a:cubicBezTo>
                  <a:lnTo>
                    <a:pt x="418" y="999"/>
                  </a:lnTo>
                  <a:cubicBezTo>
                    <a:pt x="672" y="652"/>
                    <a:pt x="807" y="415"/>
                    <a:pt x="1036" y="60"/>
                  </a:cubicBezTo>
                  <a:lnTo>
                    <a:pt x="1036" y="60"/>
                  </a:lnTo>
                  <a:cubicBezTo>
                    <a:pt x="858" y="330"/>
                    <a:pt x="680" y="593"/>
                    <a:pt x="503" y="855"/>
                  </a:cubicBezTo>
                  <a:cubicBezTo>
                    <a:pt x="412" y="979"/>
                    <a:pt x="372" y="1028"/>
                    <a:pt x="366" y="1028"/>
                  </a:cubicBezTo>
                  <a:cubicBezTo>
                    <a:pt x="363" y="1028"/>
                    <a:pt x="371" y="1011"/>
                    <a:pt x="389" y="982"/>
                  </a:cubicBezTo>
                  <a:lnTo>
                    <a:pt x="389" y="982"/>
                  </a:lnTo>
                  <a:cubicBezTo>
                    <a:pt x="309" y="1117"/>
                    <a:pt x="210" y="1283"/>
                    <a:pt x="218" y="1283"/>
                  </a:cubicBezTo>
                  <a:cubicBezTo>
                    <a:pt x="223" y="1283"/>
                    <a:pt x="275" y="1210"/>
                    <a:pt x="410" y="1007"/>
                  </a:cubicBezTo>
                  <a:lnTo>
                    <a:pt x="410" y="1007"/>
                  </a:lnTo>
                  <a:cubicBezTo>
                    <a:pt x="418" y="1050"/>
                    <a:pt x="122" y="1464"/>
                    <a:pt x="12" y="1659"/>
                  </a:cubicBezTo>
                  <a:cubicBezTo>
                    <a:pt x="35" y="1625"/>
                    <a:pt x="45" y="1613"/>
                    <a:pt x="47" y="1613"/>
                  </a:cubicBezTo>
                  <a:lnTo>
                    <a:pt x="47" y="1613"/>
                  </a:lnTo>
                  <a:cubicBezTo>
                    <a:pt x="52" y="1613"/>
                    <a:pt x="1" y="1705"/>
                    <a:pt x="14" y="1705"/>
                  </a:cubicBezTo>
                  <a:cubicBezTo>
                    <a:pt x="15" y="1705"/>
                    <a:pt x="17" y="1703"/>
                    <a:pt x="21" y="1701"/>
                  </a:cubicBezTo>
                  <a:cubicBezTo>
                    <a:pt x="71" y="1608"/>
                    <a:pt x="139" y="1489"/>
                    <a:pt x="241" y="1337"/>
                  </a:cubicBezTo>
                  <a:cubicBezTo>
                    <a:pt x="247" y="1331"/>
                    <a:pt x="251" y="1328"/>
                    <a:pt x="253" y="1328"/>
                  </a:cubicBezTo>
                  <a:cubicBezTo>
                    <a:pt x="269" y="1328"/>
                    <a:pt x="142" y="1534"/>
                    <a:pt x="29" y="1692"/>
                  </a:cubicBezTo>
                  <a:cubicBezTo>
                    <a:pt x="60" y="1654"/>
                    <a:pt x="74" y="1640"/>
                    <a:pt x="78" y="1640"/>
                  </a:cubicBezTo>
                  <a:cubicBezTo>
                    <a:pt x="92" y="1640"/>
                    <a:pt x="3" y="1788"/>
                    <a:pt x="10" y="1788"/>
                  </a:cubicBezTo>
                  <a:cubicBezTo>
                    <a:pt x="14" y="1788"/>
                    <a:pt x="34" y="1761"/>
                    <a:pt x="88" y="1684"/>
                  </a:cubicBezTo>
                  <a:cubicBezTo>
                    <a:pt x="308" y="1337"/>
                    <a:pt x="494" y="1050"/>
                    <a:pt x="655" y="770"/>
                  </a:cubicBezTo>
                  <a:cubicBezTo>
                    <a:pt x="740" y="635"/>
                    <a:pt x="816" y="508"/>
                    <a:pt x="892" y="381"/>
                  </a:cubicBezTo>
                  <a:cubicBezTo>
                    <a:pt x="968" y="254"/>
                    <a:pt x="1027" y="127"/>
                    <a:pt x="10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9"/>
            <p:cNvSpPr/>
            <p:nvPr/>
          </p:nvSpPr>
          <p:spPr>
            <a:xfrm flipH="1" rot="-3371424">
              <a:off x="926471" y="1967397"/>
              <a:ext cx="752222" cy="2946129"/>
            </a:xfrm>
            <a:custGeom>
              <a:rect b="b" l="l" r="r" t="t"/>
              <a:pathLst>
                <a:path extrusionOk="0" h="80306" w="22410">
                  <a:moveTo>
                    <a:pt x="21665" y="3401"/>
                  </a:moveTo>
                  <a:cubicBezTo>
                    <a:pt x="21666" y="3413"/>
                    <a:pt x="21667" y="3424"/>
                    <a:pt x="21668" y="3432"/>
                  </a:cubicBezTo>
                  <a:lnTo>
                    <a:pt x="21668" y="3432"/>
                  </a:lnTo>
                  <a:cubicBezTo>
                    <a:pt x="21666" y="3421"/>
                    <a:pt x="21665" y="3411"/>
                    <a:pt x="21665" y="3401"/>
                  </a:cubicBezTo>
                  <a:close/>
                  <a:moveTo>
                    <a:pt x="22229" y="8448"/>
                  </a:moveTo>
                  <a:cubicBezTo>
                    <a:pt x="22231" y="8503"/>
                    <a:pt x="22232" y="8558"/>
                    <a:pt x="22232" y="8612"/>
                  </a:cubicBezTo>
                  <a:lnTo>
                    <a:pt x="22232" y="8460"/>
                  </a:lnTo>
                  <a:cubicBezTo>
                    <a:pt x="22231" y="8455"/>
                    <a:pt x="22230" y="8451"/>
                    <a:pt x="22229" y="8448"/>
                  </a:cubicBezTo>
                  <a:close/>
                  <a:moveTo>
                    <a:pt x="22314" y="11494"/>
                  </a:moveTo>
                  <a:lnTo>
                    <a:pt x="22316" y="11657"/>
                  </a:lnTo>
                  <a:cubicBezTo>
                    <a:pt x="22316" y="11603"/>
                    <a:pt x="22316" y="11548"/>
                    <a:pt x="22314" y="11494"/>
                  </a:cubicBezTo>
                  <a:close/>
                  <a:moveTo>
                    <a:pt x="20875" y="30487"/>
                  </a:moveTo>
                  <a:lnTo>
                    <a:pt x="20875" y="30487"/>
                  </a:lnTo>
                  <a:cubicBezTo>
                    <a:pt x="20871" y="30507"/>
                    <a:pt x="20866" y="30527"/>
                    <a:pt x="20861" y="30547"/>
                  </a:cubicBezTo>
                  <a:cubicBezTo>
                    <a:pt x="20871" y="30512"/>
                    <a:pt x="20874" y="30495"/>
                    <a:pt x="20875" y="30487"/>
                  </a:cubicBezTo>
                  <a:close/>
                  <a:moveTo>
                    <a:pt x="19542" y="35843"/>
                  </a:moveTo>
                  <a:lnTo>
                    <a:pt x="19542" y="35843"/>
                  </a:lnTo>
                  <a:cubicBezTo>
                    <a:pt x="19537" y="35852"/>
                    <a:pt x="19535" y="35861"/>
                    <a:pt x="19534" y="35870"/>
                  </a:cubicBezTo>
                  <a:lnTo>
                    <a:pt x="19534" y="35870"/>
                  </a:lnTo>
                  <a:cubicBezTo>
                    <a:pt x="19536" y="35862"/>
                    <a:pt x="19539" y="35852"/>
                    <a:pt x="19542" y="35843"/>
                  </a:cubicBezTo>
                  <a:close/>
                  <a:moveTo>
                    <a:pt x="19765" y="36804"/>
                  </a:moveTo>
                  <a:cubicBezTo>
                    <a:pt x="19765" y="36804"/>
                    <a:pt x="19764" y="36808"/>
                    <a:pt x="19762" y="36815"/>
                  </a:cubicBezTo>
                  <a:cubicBezTo>
                    <a:pt x="19750" y="36869"/>
                    <a:pt x="19739" y="36921"/>
                    <a:pt x="19728" y="36970"/>
                  </a:cubicBezTo>
                  <a:lnTo>
                    <a:pt x="19728" y="36970"/>
                  </a:lnTo>
                  <a:cubicBezTo>
                    <a:pt x="19749" y="36881"/>
                    <a:pt x="19765" y="36804"/>
                    <a:pt x="19765" y="36804"/>
                  </a:cubicBezTo>
                  <a:close/>
                  <a:moveTo>
                    <a:pt x="19131" y="37791"/>
                  </a:moveTo>
                  <a:cubicBezTo>
                    <a:pt x="19129" y="37798"/>
                    <a:pt x="19128" y="37802"/>
                    <a:pt x="19127" y="37805"/>
                  </a:cubicBezTo>
                  <a:cubicBezTo>
                    <a:pt x="19128" y="37800"/>
                    <a:pt x="19129" y="37796"/>
                    <a:pt x="19131" y="37791"/>
                  </a:cubicBezTo>
                  <a:close/>
                  <a:moveTo>
                    <a:pt x="18645" y="39615"/>
                  </a:moveTo>
                  <a:lnTo>
                    <a:pt x="18645" y="39617"/>
                  </a:lnTo>
                  <a:lnTo>
                    <a:pt x="18645" y="39617"/>
                  </a:lnTo>
                  <a:cubicBezTo>
                    <a:pt x="18645" y="39618"/>
                    <a:pt x="18644" y="39619"/>
                    <a:pt x="18644" y="39620"/>
                  </a:cubicBezTo>
                  <a:lnTo>
                    <a:pt x="18644" y="39620"/>
                  </a:lnTo>
                  <a:lnTo>
                    <a:pt x="18645" y="39615"/>
                  </a:lnTo>
                  <a:close/>
                  <a:moveTo>
                    <a:pt x="18476" y="40208"/>
                  </a:moveTo>
                  <a:lnTo>
                    <a:pt x="18408" y="40461"/>
                  </a:lnTo>
                  <a:lnTo>
                    <a:pt x="18408" y="40377"/>
                  </a:lnTo>
                  <a:cubicBezTo>
                    <a:pt x="18425" y="40318"/>
                    <a:pt x="18442" y="40258"/>
                    <a:pt x="18476" y="40208"/>
                  </a:cubicBezTo>
                  <a:close/>
                  <a:moveTo>
                    <a:pt x="18002" y="40842"/>
                  </a:moveTo>
                  <a:cubicBezTo>
                    <a:pt x="17998" y="40867"/>
                    <a:pt x="17994" y="40889"/>
                    <a:pt x="17992" y="40908"/>
                  </a:cubicBezTo>
                  <a:lnTo>
                    <a:pt x="17992" y="40908"/>
                  </a:lnTo>
                  <a:cubicBezTo>
                    <a:pt x="17995" y="40886"/>
                    <a:pt x="17999" y="40864"/>
                    <a:pt x="18002" y="40842"/>
                  </a:cubicBezTo>
                  <a:close/>
                  <a:moveTo>
                    <a:pt x="18230" y="42094"/>
                  </a:moveTo>
                  <a:lnTo>
                    <a:pt x="18230" y="42111"/>
                  </a:lnTo>
                  <a:cubicBezTo>
                    <a:pt x="18222" y="42136"/>
                    <a:pt x="18222" y="42153"/>
                    <a:pt x="18222" y="42170"/>
                  </a:cubicBezTo>
                  <a:cubicBezTo>
                    <a:pt x="18207" y="42223"/>
                    <a:pt x="18192" y="42269"/>
                    <a:pt x="18171" y="42314"/>
                  </a:cubicBezTo>
                  <a:lnTo>
                    <a:pt x="18171" y="42314"/>
                  </a:lnTo>
                  <a:cubicBezTo>
                    <a:pt x="18189" y="42246"/>
                    <a:pt x="18209" y="42173"/>
                    <a:pt x="18230" y="42094"/>
                  </a:cubicBezTo>
                  <a:close/>
                  <a:moveTo>
                    <a:pt x="17826" y="42167"/>
                  </a:moveTo>
                  <a:lnTo>
                    <a:pt x="17826" y="42167"/>
                  </a:lnTo>
                  <a:cubicBezTo>
                    <a:pt x="17827" y="42167"/>
                    <a:pt x="17827" y="42174"/>
                    <a:pt x="17824" y="42187"/>
                  </a:cubicBezTo>
                  <a:cubicBezTo>
                    <a:pt x="17697" y="42602"/>
                    <a:pt x="17782" y="42585"/>
                    <a:pt x="17621" y="42957"/>
                  </a:cubicBezTo>
                  <a:cubicBezTo>
                    <a:pt x="17621" y="42972"/>
                    <a:pt x="17623" y="42979"/>
                    <a:pt x="17627" y="42979"/>
                  </a:cubicBezTo>
                  <a:cubicBezTo>
                    <a:pt x="17639" y="42979"/>
                    <a:pt x="17667" y="42917"/>
                    <a:pt x="17699" y="42823"/>
                  </a:cubicBezTo>
                  <a:lnTo>
                    <a:pt x="17699" y="42823"/>
                  </a:lnTo>
                  <a:cubicBezTo>
                    <a:pt x="17697" y="42838"/>
                    <a:pt x="17697" y="42852"/>
                    <a:pt x="17697" y="42864"/>
                  </a:cubicBezTo>
                  <a:cubicBezTo>
                    <a:pt x="17655" y="43016"/>
                    <a:pt x="17604" y="43177"/>
                    <a:pt x="17571" y="43295"/>
                  </a:cubicBezTo>
                  <a:cubicBezTo>
                    <a:pt x="17534" y="43399"/>
                    <a:pt x="17503" y="43496"/>
                    <a:pt x="17496" y="43496"/>
                  </a:cubicBezTo>
                  <a:cubicBezTo>
                    <a:pt x="17495" y="43496"/>
                    <a:pt x="17494" y="43494"/>
                    <a:pt x="17494" y="43490"/>
                  </a:cubicBezTo>
                  <a:cubicBezTo>
                    <a:pt x="17478" y="43448"/>
                    <a:pt x="17621" y="42940"/>
                    <a:pt x="17638" y="42779"/>
                  </a:cubicBezTo>
                  <a:lnTo>
                    <a:pt x="17647" y="42779"/>
                  </a:lnTo>
                  <a:cubicBezTo>
                    <a:pt x="17670" y="42665"/>
                    <a:pt x="17816" y="42167"/>
                    <a:pt x="17826" y="42167"/>
                  </a:cubicBezTo>
                  <a:close/>
                  <a:moveTo>
                    <a:pt x="16804" y="44964"/>
                  </a:moveTo>
                  <a:cubicBezTo>
                    <a:pt x="16800" y="44971"/>
                    <a:pt x="16796" y="44979"/>
                    <a:pt x="16792" y="44987"/>
                  </a:cubicBezTo>
                  <a:cubicBezTo>
                    <a:pt x="16795" y="44985"/>
                    <a:pt x="16799" y="44976"/>
                    <a:pt x="16804" y="44964"/>
                  </a:cubicBezTo>
                  <a:close/>
                  <a:moveTo>
                    <a:pt x="17351" y="44023"/>
                  </a:moveTo>
                  <a:lnTo>
                    <a:pt x="17308" y="44150"/>
                  </a:lnTo>
                  <a:cubicBezTo>
                    <a:pt x="17045" y="44976"/>
                    <a:pt x="16956" y="45291"/>
                    <a:pt x="16974" y="45291"/>
                  </a:cubicBezTo>
                  <a:cubicBezTo>
                    <a:pt x="16997" y="45291"/>
                    <a:pt x="17198" y="44772"/>
                    <a:pt x="17435" y="44150"/>
                  </a:cubicBezTo>
                  <a:lnTo>
                    <a:pt x="17435" y="44150"/>
                  </a:lnTo>
                  <a:cubicBezTo>
                    <a:pt x="17224" y="44776"/>
                    <a:pt x="17012" y="45427"/>
                    <a:pt x="16801" y="46078"/>
                  </a:cubicBezTo>
                  <a:lnTo>
                    <a:pt x="16843" y="45994"/>
                  </a:lnTo>
                  <a:lnTo>
                    <a:pt x="16843" y="45994"/>
                  </a:lnTo>
                  <a:cubicBezTo>
                    <a:pt x="16767" y="46205"/>
                    <a:pt x="16733" y="46383"/>
                    <a:pt x="16682" y="46484"/>
                  </a:cubicBezTo>
                  <a:cubicBezTo>
                    <a:pt x="16691" y="46425"/>
                    <a:pt x="16699" y="46374"/>
                    <a:pt x="16716" y="46315"/>
                  </a:cubicBezTo>
                  <a:cubicBezTo>
                    <a:pt x="16742" y="46214"/>
                    <a:pt x="16775" y="46070"/>
                    <a:pt x="16809" y="45918"/>
                  </a:cubicBezTo>
                  <a:cubicBezTo>
                    <a:pt x="16877" y="45613"/>
                    <a:pt x="16961" y="45258"/>
                    <a:pt x="17004" y="45089"/>
                  </a:cubicBezTo>
                  <a:cubicBezTo>
                    <a:pt x="17122" y="44691"/>
                    <a:pt x="17258" y="44268"/>
                    <a:pt x="17351" y="44023"/>
                  </a:cubicBezTo>
                  <a:close/>
                  <a:moveTo>
                    <a:pt x="16488" y="46785"/>
                  </a:moveTo>
                  <a:cubicBezTo>
                    <a:pt x="16483" y="46799"/>
                    <a:pt x="16478" y="46814"/>
                    <a:pt x="16471" y="46831"/>
                  </a:cubicBezTo>
                  <a:lnTo>
                    <a:pt x="16488" y="46785"/>
                  </a:lnTo>
                  <a:close/>
                  <a:moveTo>
                    <a:pt x="16572" y="46459"/>
                  </a:moveTo>
                  <a:cubicBezTo>
                    <a:pt x="16539" y="46594"/>
                    <a:pt x="16496" y="46721"/>
                    <a:pt x="16454" y="46848"/>
                  </a:cubicBezTo>
                  <a:cubicBezTo>
                    <a:pt x="16454" y="46789"/>
                    <a:pt x="16420" y="46865"/>
                    <a:pt x="16547" y="46501"/>
                  </a:cubicBezTo>
                  <a:lnTo>
                    <a:pt x="16547" y="46510"/>
                  </a:lnTo>
                  <a:cubicBezTo>
                    <a:pt x="16547" y="46517"/>
                    <a:pt x="16548" y="46521"/>
                    <a:pt x="16549" y="46521"/>
                  </a:cubicBezTo>
                  <a:cubicBezTo>
                    <a:pt x="16553" y="46521"/>
                    <a:pt x="16561" y="46501"/>
                    <a:pt x="16572" y="46459"/>
                  </a:cubicBezTo>
                  <a:close/>
                  <a:moveTo>
                    <a:pt x="16226" y="47356"/>
                  </a:moveTo>
                  <a:lnTo>
                    <a:pt x="16226" y="47356"/>
                  </a:lnTo>
                  <a:cubicBezTo>
                    <a:pt x="16226" y="47356"/>
                    <a:pt x="16226" y="47356"/>
                    <a:pt x="16226" y="47356"/>
                  </a:cubicBezTo>
                  <a:lnTo>
                    <a:pt x="16226" y="47356"/>
                  </a:lnTo>
                  <a:cubicBezTo>
                    <a:pt x="16226" y="47356"/>
                    <a:pt x="16226" y="47356"/>
                    <a:pt x="16226" y="47356"/>
                  </a:cubicBezTo>
                  <a:close/>
                  <a:moveTo>
                    <a:pt x="16387" y="46797"/>
                  </a:moveTo>
                  <a:lnTo>
                    <a:pt x="16387" y="46797"/>
                  </a:lnTo>
                  <a:cubicBezTo>
                    <a:pt x="16403" y="46797"/>
                    <a:pt x="16273" y="47107"/>
                    <a:pt x="16234" y="47246"/>
                  </a:cubicBezTo>
                  <a:lnTo>
                    <a:pt x="16369" y="46958"/>
                  </a:lnTo>
                  <a:lnTo>
                    <a:pt x="16369" y="46958"/>
                  </a:lnTo>
                  <a:cubicBezTo>
                    <a:pt x="16320" y="47090"/>
                    <a:pt x="16255" y="47357"/>
                    <a:pt x="16228" y="47357"/>
                  </a:cubicBezTo>
                  <a:cubicBezTo>
                    <a:pt x="16227" y="47357"/>
                    <a:pt x="16227" y="47356"/>
                    <a:pt x="16226" y="47356"/>
                  </a:cubicBezTo>
                  <a:lnTo>
                    <a:pt x="16226" y="47356"/>
                  </a:lnTo>
                  <a:cubicBezTo>
                    <a:pt x="16234" y="47362"/>
                    <a:pt x="16222" y="47423"/>
                    <a:pt x="16227" y="47423"/>
                  </a:cubicBezTo>
                  <a:cubicBezTo>
                    <a:pt x="16231" y="47423"/>
                    <a:pt x="16250" y="47371"/>
                    <a:pt x="16310" y="47178"/>
                  </a:cubicBezTo>
                  <a:lnTo>
                    <a:pt x="16310" y="47178"/>
                  </a:lnTo>
                  <a:lnTo>
                    <a:pt x="16226" y="47491"/>
                  </a:lnTo>
                  <a:cubicBezTo>
                    <a:pt x="16242" y="47466"/>
                    <a:pt x="16251" y="47449"/>
                    <a:pt x="16259" y="47423"/>
                  </a:cubicBezTo>
                  <a:lnTo>
                    <a:pt x="16259" y="47423"/>
                  </a:lnTo>
                  <a:cubicBezTo>
                    <a:pt x="16234" y="47517"/>
                    <a:pt x="16200" y="47610"/>
                    <a:pt x="16166" y="47703"/>
                  </a:cubicBezTo>
                  <a:cubicBezTo>
                    <a:pt x="16124" y="47813"/>
                    <a:pt x="16048" y="48024"/>
                    <a:pt x="15972" y="48193"/>
                  </a:cubicBezTo>
                  <a:cubicBezTo>
                    <a:pt x="15989" y="48092"/>
                    <a:pt x="16022" y="47990"/>
                    <a:pt x="16056" y="47897"/>
                  </a:cubicBezTo>
                  <a:lnTo>
                    <a:pt x="16056" y="47897"/>
                  </a:lnTo>
                  <a:cubicBezTo>
                    <a:pt x="15946" y="48168"/>
                    <a:pt x="15870" y="48413"/>
                    <a:pt x="15819" y="48574"/>
                  </a:cubicBezTo>
                  <a:cubicBezTo>
                    <a:pt x="15902" y="48344"/>
                    <a:pt x="15920" y="48307"/>
                    <a:pt x="15928" y="48307"/>
                  </a:cubicBezTo>
                  <a:cubicBezTo>
                    <a:pt x="15933" y="48307"/>
                    <a:pt x="15935" y="48316"/>
                    <a:pt x="15941" y="48316"/>
                  </a:cubicBezTo>
                  <a:cubicBezTo>
                    <a:pt x="15945" y="48316"/>
                    <a:pt x="15952" y="48311"/>
                    <a:pt x="15963" y="48295"/>
                  </a:cubicBezTo>
                  <a:lnTo>
                    <a:pt x="15963" y="48295"/>
                  </a:lnTo>
                  <a:cubicBezTo>
                    <a:pt x="15879" y="48565"/>
                    <a:pt x="15726" y="48997"/>
                    <a:pt x="15676" y="49158"/>
                  </a:cubicBezTo>
                  <a:cubicBezTo>
                    <a:pt x="15570" y="49425"/>
                    <a:pt x="15469" y="49652"/>
                    <a:pt x="15449" y="49652"/>
                  </a:cubicBezTo>
                  <a:cubicBezTo>
                    <a:pt x="15443" y="49652"/>
                    <a:pt x="15446" y="49622"/>
                    <a:pt x="15464" y="49555"/>
                  </a:cubicBezTo>
                  <a:lnTo>
                    <a:pt x="15464" y="49555"/>
                  </a:lnTo>
                  <a:cubicBezTo>
                    <a:pt x="15388" y="49792"/>
                    <a:pt x="15295" y="50037"/>
                    <a:pt x="15227" y="50291"/>
                  </a:cubicBezTo>
                  <a:cubicBezTo>
                    <a:pt x="15371" y="49817"/>
                    <a:pt x="15287" y="50300"/>
                    <a:pt x="15464" y="49699"/>
                  </a:cubicBezTo>
                  <a:cubicBezTo>
                    <a:pt x="15475" y="49682"/>
                    <a:pt x="15481" y="49674"/>
                    <a:pt x="15485" y="49674"/>
                  </a:cubicBezTo>
                  <a:lnTo>
                    <a:pt x="15485" y="49674"/>
                  </a:lnTo>
                  <a:cubicBezTo>
                    <a:pt x="15512" y="49674"/>
                    <a:pt x="15290" y="50238"/>
                    <a:pt x="15177" y="50503"/>
                  </a:cubicBezTo>
                  <a:cubicBezTo>
                    <a:pt x="15201" y="50435"/>
                    <a:pt x="15205" y="50419"/>
                    <a:pt x="15202" y="50419"/>
                  </a:cubicBezTo>
                  <a:lnTo>
                    <a:pt x="15202" y="50419"/>
                  </a:lnTo>
                  <a:cubicBezTo>
                    <a:pt x="15198" y="50419"/>
                    <a:pt x="15186" y="50436"/>
                    <a:pt x="15180" y="50436"/>
                  </a:cubicBezTo>
                  <a:cubicBezTo>
                    <a:pt x="15178" y="50436"/>
                    <a:pt x="15177" y="50433"/>
                    <a:pt x="15177" y="50427"/>
                  </a:cubicBezTo>
                  <a:cubicBezTo>
                    <a:pt x="15113" y="50620"/>
                    <a:pt x="15095" y="50697"/>
                    <a:pt x="15105" y="50697"/>
                  </a:cubicBezTo>
                  <a:cubicBezTo>
                    <a:pt x="15119" y="50697"/>
                    <a:pt x="15187" y="50546"/>
                    <a:pt x="15261" y="50359"/>
                  </a:cubicBezTo>
                  <a:lnTo>
                    <a:pt x="15261" y="50359"/>
                  </a:lnTo>
                  <a:lnTo>
                    <a:pt x="15083" y="50900"/>
                  </a:lnTo>
                  <a:cubicBezTo>
                    <a:pt x="15092" y="50875"/>
                    <a:pt x="15100" y="50858"/>
                    <a:pt x="15109" y="50841"/>
                  </a:cubicBezTo>
                  <a:lnTo>
                    <a:pt x="15109" y="50841"/>
                  </a:lnTo>
                  <a:cubicBezTo>
                    <a:pt x="15041" y="51027"/>
                    <a:pt x="14982" y="51205"/>
                    <a:pt x="14914" y="51382"/>
                  </a:cubicBezTo>
                  <a:lnTo>
                    <a:pt x="14923" y="51391"/>
                  </a:lnTo>
                  <a:cubicBezTo>
                    <a:pt x="14900" y="51411"/>
                    <a:pt x="14882" y="51424"/>
                    <a:pt x="14873" y="51424"/>
                  </a:cubicBezTo>
                  <a:cubicBezTo>
                    <a:pt x="14858" y="51424"/>
                    <a:pt x="14864" y="51391"/>
                    <a:pt x="14906" y="51298"/>
                  </a:cubicBezTo>
                  <a:lnTo>
                    <a:pt x="14906" y="51298"/>
                  </a:lnTo>
                  <a:lnTo>
                    <a:pt x="14779" y="51577"/>
                  </a:lnTo>
                  <a:lnTo>
                    <a:pt x="14931" y="51137"/>
                  </a:lnTo>
                  <a:lnTo>
                    <a:pt x="14931" y="51137"/>
                  </a:lnTo>
                  <a:cubicBezTo>
                    <a:pt x="14847" y="51315"/>
                    <a:pt x="14754" y="51619"/>
                    <a:pt x="14669" y="51848"/>
                  </a:cubicBezTo>
                  <a:cubicBezTo>
                    <a:pt x="14655" y="51878"/>
                    <a:pt x="14648" y="51892"/>
                    <a:pt x="14646" y="51892"/>
                  </a:cubicBezTo>
                  <a:cubicBezTo>
                    <a:pt x="14631" y="51892"/>
                    <a:pt x="14871" y="51220"/>
                    <a:pt x="14923" y="50968"/>
                  </a:cubicBezTo>
                  <a:cubicBezTo>
                    <a:pt x="14990" y="50742"/>
                    <a:pt x="15172" y="50296"/>
                    <a:pt x="15199" y="50265"/>
                  </a:cubicBezTo>
                  <a:lnTo>
                    <a:pt x="15199" y="50265"/>
                  </a:lnTo>
                  <a:cubicBezTo>
                    <a:pt x="15199" y="50270"/>
                    <a:pt x="15200" y="50273"/>
                    <a:pt x="15202" y="50274"/>
                  </a:cubicBezTo>
                  <a:cubicBezTo>
                    <a:pt x="15203" y="50267"/>
                    <a:pt x="15203" y="50263"/>
                    <a:pt x="15202" y="50263"/>
                  </a:cubicBezTo>
                  <a:cubicBezTo>
                    <a:pt x="15201" y="50263"/>
                    <a:pt x="15200" y="50264"/>
                    <a:pt x="15199" y="50265"/>
                  </a:cubicBezTo>
                  <a:lnTo>
                    <a:pt x="15199" y="50265"/>
                  </a:lnTo>
                  <a:cubicBezTo>
                    <a:pt x="15198" y="50173"/>
                    <a:pt x="15477" y="49455"/>
                    <a:pt x="15566" y="49158"/>
                  </a:cubicBezTo>
                  <a:cubicBezTo>
                    <a:pt x="15811" y="48430"/>
                    <a:pt x="15777" y="48692"/>
                    <a:pt x="15989" y="48041"/>
                  </a:cubicBezTo>
                  <a:lnTo>
                    <a:pt x="15989" y="48041"/>
                  </a:lnTo>
                  <a:lnTo>
                    <a:pt x="15879" y="48269"/>
                  </a:lnTo>
                  <a:cubicBezTo>
                    <a:pt x="16073" y="47686"/>
                    <a:pt x="16149" y="47440"/>
                    <a:pt x="16378" y="46806"/>
                  </a:cubicBezTo>
                  <a:cubicBezTo>
                    <a:pt x="16382" y="46800"/>
                    <a:pt x="16385" y="46797"/>
                    <a:pt x="16387" y="46797"/>
                  </a:cubicBezTo>
                  <a:close/>
                  <a:moveTo>
                    <a:pt x="12783" y="56297"/>
                  </a:moveTo>
                  <a:cubicBezTo>
                    <a:pt x="12783" y="56297"/>
                    <a:pt x="12783" y="56297"/>
                    <a:pt x="12783" y="56297"/>
                  </a:cubicBezTo>
                  <a:cubicBezTo>
                    <a:pt x="12783" y="56297"/>
                    <a:pt x="12783" y="56297"/>
                    <a:pt x="12783" y="56297"/>
                  </a:cubicBezTo>
                  <a:close/>
                  <a:moveTo>
                    <a:pt x="13500" y="55791"/>
                  </a:moveTo>
                  <a:cubicBezTo>
                    <a:pt x="13380" y="56064"/>
                    <a:pt x="13268" y="56285"/>
                    <a:pt x="13222" y="56458"/>
                  </a:cubicBezTo>
                  <a:lnTo>
                    <a:pt x="13375" y="56077"/>
                  </a:lnTo>
                  <a:lnTo>
                    <a:pt x="13383" y="56086"/>
                  </a:lnTo>
                  <a:cubicBezTo>
                    <a:pt x="13421" y="55994"/>
                    <a:pt x="13460" y="55893"/>
                    <a:pt x="13500" y="55791"/>
                  </a:cubicBezTo>
                  <a:close/>
                  <a:moveTo>
                    <a:pt x="14877" y="51997"/>
                  </a:moveTo>
                  <a:cubicBezTo>
                    <a:pt x="14852" y="51997"/>
                    <a:pt x="14737" y="52383"/>
                    <a:pt x="14576" y="52770"/>
                  </a:cubicBezTo>
                  <a:lnTo>
                    <a:pt x="14618" y="52575"/>
                  </a:lnTo>
                  <a:lnTo>
                    <a:pt x="14331" y="53404"/>
                  </a:lnTo>
                  <a:cubicBezTo>
                    <a:pt x="14271" y="53658"/>
                    <a:pt x="14356" y="53438"/>
                    <a:pt x="14187" y="53954"/>
                  </a:cubicBezTo>
                  <a:cubicBezTo>
                    <a:pt x="14099" y="54129"/>
                    <a:pt x="14024" y="54248"/>
                    <a:pt x="13991" y="54263"/>
                  </a:cubicBezTo>
                  <a:lnTo>
                    <a:pt x="13991" y="54263"/>
                  </a:lnTo>
                  <a:cubicBezTo>
                    <a:pt x="13991" y="54262"/>
                    <a:pt x="13992" y="54260"/>
                    <a:pt x="13992" y="54259"/>
                  </a:cubicBezTo>
                  <a:lnTo>
                    <a:pt x="13992" y="54259"/>
                  </a:lnTo>
                  <a:cubicBezTo>
                    <a:pt x="13992" y="54260"/>
                    <a:pt x="13991" y="54262"/>
                    <a:pt x="13990" y="54263"/>
                  </a:cubicBezTo>
                  <a:lnTo>
                    <a:pt x="13990" y="54263"/>
                  </a:lnTo>
                  <a:cubicBezTo>
                    <a:pt x="13991" y="54263"/>
                    <a:pt x="13991" y="54263"/>
                    <a:pt x="13991" y="54263"/>
                  </a:cubicBezTo>
                  <a:lnTo>
                    <a:pt x="13991" y="54263"/>
                  </a:lnTo>
                  <a:cubicBezTo>
                    <a:pt x="13941" y="54422"/>
                    <a:pt x="13890" y="54582"/>
                    <a:pt x="13832" y="54741"/>
                  </a:cubicBezTo>
                  <a:cubicBezTo>
                    <a:pt x="13747" y="54944"/>
                    <a:pt x="13645" y="55198"/>
                    <a:pt x="13535" y="55468"/>
                  </a:cubicBezTo>
                  <a:lnTo>
                    <a:pt x="13620" y="55231"/>
                  </a:lnTo>
                  <a:lnTo>
                    <a:pt x="13620" y="55231"/>
                  </a:lnTo>
                  <a:cubicBezTo>
                    <a:pt x="13434" y="55654"/>
                    <a:pt x="13383" y="55824"/>
                    <a:pt x="13324" y="56001"/>
                  </a:cubicBezTo>
                  <a:cubicBezTo>
                    <a:pt x="13324" y="55996"/>
                    <a:pt x="13324" y="55993"/>
                    <a:pt x="13322" y="55993"/>
                  </a:cubicBezTo>
                  <a:cubicBezTo>
                    <a:pt x="13319" y="55993"/>
                    <a:pt x="13308" y="56025"/>
                    <a:pt x="13282" y="56077"/>
                  </a:cubicBezTo>
                  <a:cubicBezTo>
                    <a:pt x="13168" y="56355"/>
                    <a:pt x="13106" y="56544"/>
                    <a:pt x="13124" y="56544"/>
                  </a:cubicBezTo>
                  <a:cubicBezTo>
                    <a:pt x="13131" y="56544"/>
                    <a:pt x="13146" y="56522"/>
                    <a:pt x="13172" y="56475"/>
                  </a:cubicBezTo>
                  <a:lnTo>
                    <a:pt x="13214" y="56348"/>
                  </a:lnTo>
                  <a:lnTo>
                    <a:pt x="13349" y="56094"/>
                  </a:lnTo>
                  <a:cubicBezTo>
                    <a:pt x="13341" y="55976"/>
                    <a:pt x="13688" y="55223"/>
                    <a:pt x="13848" y="54792"/>
                  </a:cubicBezTo>
                  <a:lnTo>
                    <a:pt x="13848" y="54792"/>
                  </a:lnTo>
                  <a:cubicBezTo>
                    <a:pt x="13755" y="55105"/>
                    <a:pt x="13637" y="55418"/>
                    <a:pt x="13502" y="55714"/>
                  </a:cubicBezTo>
                  <a:lnTo>
                    <a:pt x="13539" y="55691"/>
                  </a:lnTo>
                  <a:lnTo>
                    <a:pt x="13539" y="55691"/>
                  </a:lnTo>
                  <a:cubicBezTo>
                    <a:pt x="13526" y="55725"/>
                    <a:pt x="13513" y="55758"/>
                    <a:pt x="13500" y="55791"/>
                  </a:cubicBezTo>
                  <a:lnTo>
                    <a:pt x="13500" y="55791"/>
                  </a:lnTo>
                  <a:cubicBezTo>
                    <a:pt x="13514" y="55758"/>
                    <a:pt x="13529" y="55723"/>
                    <a:pt x="13544" y="55688"/>
                  </a:cubicBezTo>
                  <a:lnTo>
                    <a:pt x="13544" y="55688"/>
                  </a:lnTo>
                  <a:lnTo>
                    <a:pt x="13539" y="55691"/>
                  </a:lnTo>
                  <a:lnTo>
                    <a:pt x="13539" y="55691"/>
                  </a:lnTo>
                  <a:cubicBezTo>
                    <a:pt x="13604" y="55525"/>
                    <a:pt x="13669" y="55362"/>
                    <a:pt x="13730" y="55231"/>
                  </a:cubicBezTo>
                  <a:cubicBezTo>
                    <a:pt x="13806" y="55003"/>
                    <a:pt x="13874" y="54792"/>
                    <a:pt x="14102" y="54208"/>
                  </a:cubicBezTo>
                  <a:lnTo>
                    <a:pt x="14102" y="54233"/>
                  </a:lnTo>
                  <a:cubicBezTo>
                    <a:pt x="14212" y="53819"/>
                    <a:pt x="14567" y="53134"/>
                    <a:pt x="14661" y="52829"/>
                  </a:cubicBezTo>
                  <a:cubicBezTo>
                    <a:pt x="14663" y="52810"/>
                    <a:pt x="14662" y="52802"/>
                    <a:pt x="14659" y="52802"/>
                  </a:cubicBezTo>
                  <a:cubicBezTo>
                    <a:pt x="14628" y="52802"/>
                    <a:pt x="14380" y="53483"/>
                    <a:pt x="14297" y="53658"/>
                  </a:cubicBezTo>
                  <a:cubicBezTo>
                    <a:pt x="14354" y="53467"/>
                    <a:pt x="14440" y="53276"/>
                    <a:pt x="14432" y="53276"/>
                  </a:cubicBezTo>
                  <a:lnTo>
                    <a:pt x="14432" y="53276"/>
                  </a:lnTo>
                  <a:cubicBezTo>
                    <a:pt x="14430" y="53276"/>
                    <a:pt x="14417" y="53297"/>
                    <a:pt x="14390" y="53345"/>
                  </a:cubicBezTo>
                  <a:cubicBezTo>
                    <a:pt x="14601" y="52761"/>
                    <a:pt x="14567" y="53024"/>
                    <a:pt x="14720" y="52533"/>
                  </a:cubicBezTo>
                  <a:lnTo>
                    <a:pt x="14720" y="52533"/>
                  </a:lnTo>
                  <a:lnTo>
                    <a:pt x="14610" y="52795"/>
                  </a:lnTo>
                  <a:cubicBezTo>
                    <a:pt x="14669" y="52575"/>
                    <a:pt x="14821" y="52228"/>
                    <a:pt x="14880" y="52000"/>
                  </a:cubicBezTo>
                  <a:cubicBezTo>
                    <a:pt x="14880" y="51998"/>
                    <a:pt x="14879" y="51997"/>
                    <a:pt x="14877" y="51997"/>
                  </a:cubicBezTo>
                  <a:close/>
                  <a:moveTo>
                    <a:pt x="12859" y="56644"/>
                  </a:moveTo>
                  <a:cubicBezTo>
                    <a:pt x="12830" y="56720"/>
                    <a:pt x="12810" y="56774"/>
                    <a:pt x="12798" y="56810"/>
                  </a:cubicBezTo>
                  <a:lnTo>
                    <a:pt x="12798" y="56810"/>
                  </a:lnTo>
                  <a:cubicBezTo>
                    <a:pt x="12819" y="56755"/>
                    <a:pt x="12839" y="56700"/>
                    <a:pt x="12859" y="56644"/>
                  </a:cubicBezTo>
                  <a:close/>
                  <a:moveTo>
                    <a:pt x="12106" y="58920"/>
                  </a:moveTo>
                  <a:cubicBezTo>
                    <a:pt x="12095" y="58942"/>
                    <a:pt x="12080" y="58976"/>
                    <a:pt x="12069" y="59004"/>
                  </a:cubicBezTo>
                  <a:lnTo>
                    <a:pt x="12069" y="59004"/>
                  </a:lnTo>
                  <a:cubicBezTo>
                    <a:pt x="12082" y="58974"/>
                    <a:pt x="12095" y="58945"/>
                    <a:pt x="12106" y="58920"/>
                  </a:cubicBezTo>
                  <a:close/>
                  <a:moveTo>
                    <a:pt x="11853" y="59413"/>
                  </a:moveTo>
                  <a:lnTo>
                    <a:pt x="11844" y="59436"/>
                  </a:lnTo>
                  <a:cubicBezTo>
                    <a:pt x="11847" y="59428"/>
                    <a:pt x="11850" y="59421"/>
                    <a:pt x="11853" y="59413"/>
                  </a:cubicBezTo>
                  <a:close/>
                  <a:moveTo>
                    <a:pt x="11415" y="60329"/>
                  </a:moveTo>
                  <a:lnTo>
                    <a:pt x="11415" y="60329"/>
                  </a:lnTo>
                  <a:cubicBezTo>
                    <a:pt x="11414" y="60330"/>
                    <a:pt x="11413" y="60331"/>
                    <a:pt x="11412" y="60332"/>
                  </a:cubicBezTo>
                  <a:cubicBezTo>
                    <a:pt x="11412" y="60334"/>
                    <a:pt x="11412" y="60336"/>
                    <a:pt x="11411" y="60339"/>
                  </a:cubicBezTo>
                  <a:lnTo>
                    <a:pt x="11411" y="60339"/>
                  </a:lnTo>
                  <a:cubicBezTo>
                    <a:pt x="11413" y="60335"/>
                    <a:pt x="11414" y="60332"/>
                    <a:pt x="11415" y="60329"/>
                  </a:cubicBezTo>
                  <a:close/>
                  <a:moveTo>
                    <a:pt x="11607" y="59994"/>
                  </a:moveTo>
                  <a:cubicBezTo>
                    <a:pt x="11488" y="60256"/>
                    <a:pt x="11564" y="60146"/>
                    <a:pt x="11412" y="60434"/>
                  </a:cubicBezTo>
                  <a:cubicBezTo>
                    <a:pt x="11373" y="60514"/>
                    <a:pt x="11357" y="60544"/>
                    <a:pt x="11354" y="60544"/>
                  </a:cubicBezTo>
                  <a:cubicBezTo>
                    <a:pt x="11348" y="60544"/>
                    <a:pt x="11402" y="60401"/>
                    <a:pt x="11411" y="60339"/>
                  </a:cubicBezTo>
                  <a:lnTo>
                    <a:pt x="11411" y="60339"/>
                  </a:lnTo>
                  <a:cubicBezTo>
                    <a:pt x="11385" y="60416"/>
                    <a:pt x="11314" y="60557"/>
                    <a:pt x="11328" y="60578"/>
                  </a:cubicBezTo>
                  <a:cubicBezTo>
                    <a:pt x="10930" y="61348"/>
                    <a:pt x="11116" y="61145"/>
                    <a:pt x="10668" y="62067"/>
                  </a:cubicBezTo>
                  <a:cubicBezTo>
                    <a:pt x="10625" y="62075"/>
                    <a:pt x="10541" y="62278"/>
                    <a:pt x="10456" y="62490"/>
                  </a:cubicBezTo>
                  <a:cubicBezTo>
                    <a:pt x="10380" y="62667"/>
                    <a:pt x="10295" y="62845"/>
                    <a:pt x="10186" y="63006"/>
                  </a:cubicBezTo>
                  <a:cubicBezTo>
                    <a:pt x="10279" y="62828"/>
                    <a:pt x="10372" y="62616"/>
                    <a:pt x="10439" y="62456"/>
                  </a:cubicBezTo>
                  <a:cubicBezTo>
                    <a:pt x="10482" y="62380"/>
                    <a:pt x="10507" y="62295"/>
                    <a:pt x="10524" y="62219"/>
                  </a:cubicBezTo>
                  <a:lnTo>
                    <a:pt x="10524" y="62219"/>
                  </a:lnTo>
                  <a:cubicBezTo>
                    <a:pt x="10380" y="62557"/>
                    <a:pt x="10143" y="63014"/>
                    <a:pt x="10025" y="63242"/>
                  </a:cubicBezTo>
                  <a:cubicBezTo>
                    <a:pt x="10074" y="63162"/>
                    <a:pt x="10102" y="63129"/>
                    <a:pt x="10116" y="63129"/>
                  </a:cubicBezTo>
                  <a:cubicBezTo>
                    <a:pt x="10135" y="63129"/>
                    <a:pt x="10122" y="63195"/>
                    <a:pt x="10092" y="63285"/>
                  </a:cubicBezTo>
                  <a:cubicBezTo>
                    <a:pt x="10211" y="63014"/>
                    <a:pt x="10414" y="62633"/>
                    <a:pt x="10608" y="62227"/>
                  </a:cubicBezTo>
                  <a:cubicBezTo>
                    <a:pt x="10803" y="61821"/>
                    <a:pt x="11023" y="61390"/>
                    <a:pt x="11201" y="61009"/>
                  </a:cubicBezTo>
                  <a:lnTo>
                    <a:pt x="11201" y="61009"/>
                  </a:lnTo>
                  <a:lnTo>
                    <a:pt x="11124" y="61077"/>
                  </a:lnTo>
                  <a:cubicBezTo>
                    <a:pt x="11225" y="60841"/>
                    <a:pt x="11255" y="60781"/>
                    <a:pt x="11262" y="60781"/>
                  </a:cubicBezTo>
                  <a:lnTo>
                    <a:pt x="11262" y="60781"/>
                  </a:lnTo>
                  <a:cubicBezTo>
                    <a:pt x="11269" y="60781"/>
                    <a:pt x="11252" y="60845"/>
                    <a:pt x="11261" y="60845"/>
                  </a:cubicBezTo>
                  <a:cubicBezTo>
                    <a:pt x="11268" y="60845"/>
                    <a:pt x="11293" y="60804"/>
                    <a:pt x="11361" y="60654"/>
                  </a:cubicBezTo>
                  <a:lnTo>
                    <a:pt x="11446" y="60417"/>
                  </a:lnTo>
                  <a:lnTo>
                    <a:pt x="11463" y="60383"/>
                  </a:lnTo>
                  <a:lnTo>
                    <a:pt x="11607" y="59994"/>
                  </a:lnTo>
                  <a:close/>
                  <a:moveTo>
                    <a:pt x="9509" y="64385"/>
                  </a:moveTo>
                  <a:cubicBezTo>
                    <a:pt x="9494" y="64419"/>
                    <a:pt x="9477" y="64457"/>
                    <a:pt x="9460" y="64499"/>
                  </a:cubicBezTo>
                  <a:lnTo>
                    <a:pt x="9460" y="64499"/>
                  </a:lnTo>
                  <a:cubicBezTo>
                    <a:pt x="9477" y="64461"/>
                    <a:pt x="9493" y="64423"/>
                    <a:pt x="9509" y="64385"/>
                  </a:cubicBezTo>
                  <a:close/>
                  <a:moveTo>
                    <a:pt x="14254" y="53184"/>
                  </a:moveTo>
                  <a:lnTo>
                    <a:pt x="14254" y="53193"/>
                  </a:lnTo>
                  <a:cubicBezTo>
                    <a:pt x="14187" y="53396"/>
                    <a:pt x="14111" y="53582"/>
                    <a:pt x="14060" y="53760"/>
                  </a:cubicBezTo>
                  <a:lnTo>
                    <a:pt x="14018" y="53793"/>
                  </a:lnTo>
                  <a:cubicBezTo>
                    <a:pt x="13662" y="54690"/>
                    <a:pt x="13442" y="55350"/>
                    <a:pt x="13045" y="56280"/>
                  </a:cubicBezTo>
                  <a:cubicBezTo>
                    <a:pt x="13077" y="56145"/>
                    <a:pt x="13221" y="55829"/>
                    <a:pt x="13209" y="55829"/>
                  </a:cubicBezTo>
                  <a:lnTo>
                    <a:pt x="13209" y="55829"/>
                  </a:lnTo>
                  <a:cubicBezTo>
                    <a:pt x="13209" y="55829"/>
                    <a:pt x="13207" y="55830"/>
                    <a:pt x="13206" y="55832"/>
                  </a:cubicBezTo>
                  <a:cubicBezTo>
                    <a:pt x="12969" y="56390"/>
                    <a:pt x="13062" y="56340"/>
                    <a:pt x="12808" y="56873"/>
                  </a:cubicBezTo>
                  <a:cubicBezTo>
                    <a:pt x="12887" y="56673"/>
                    <a:pt x="12912" y="56606"/>
                    <a:pt x="12910" y="56606"/>
                  </a:cubicBezTo>
                  <a:lnTo>
                    <a:pt x="12910" y="56606"/>
                  </a:lnTo>
                  <a:cubicBezTo>
                    <a:pt x="12904" y="56606"/>
                    <a:pt x="12789" y="56873"/>
                    <a:pt x="12780" y="56873"/>
                  </a:cubicBezTo>
                  <a:cubicBezTo>
                    <a:pt x="12777" y="56873"/>
                    <a:pt x="12782" y="56855"/>
                    <a:pt x="12798" y="56810"/>
                  </a:cubicBezTo>
                  <a:lnTo>
                    <a:pt x="12798" y="56810"/>
                  </a:lnTo>
                  <a:cubicBezTo>
                    <a:pt x="12630" y="57254"/>
                    <a:pt x="12429" y="57694"/>
                    <a:pt x="12241" y="58108"/>
                  </a:cubicBezTo>
                  <a:cubicBezTo>
                    <a:pt x="12030" y="58564"/>
                    <a:pt x="11835" y="58987"/>
                    <a:pt x="11700" y="59300"/>
                  </a:cubicBezTo>
                  <a:cubicBezTo>
                    <a:pt x="11713" y="59277"/>
                    <a:pt x="11719" y="59267"/>
                    <a:pt x="11721" y="59267"/>
                  </a:cubicBezTo>
                  <a:lnTo>
                    <a:pt x="11721" y="59267"/>
                  </a:lnTo>
                  <a:cubicBezTo>
                    <a:pt x="11732" y="59267"/>
                    <a:pt x="11598" y="59575"/>
                    <a:pt x="11598" y="59597"/>
                  </a:cubicBezTo>
                  <a:cubicBezTo>
                    <a:pt x="11566" y="59668"/>
                    <a:pt x="11549" y="59697"/>
                    <a:pt x="11545" y="59697"/>
                  </a:cubicBezTo>
                  <a:cubicBezTo>
                    <a:pt x="11538" y="59697"/>
                    <a:pt x="11555" y="59641"/>
                    <a:pt x="11590" y="59563"/>
                  </a:cubicBezTo>
                  <a:lnTo>
                    <a:pt x="11590" y="59563"/>
                  </a:lnTo>
                  <a:cubicBezTo>
                    <a:pt x="11473" y="59810"/>
                    <a:pt x="11416" y="59897"/>
                    <a:pt x="11399" y="59897"/>
                  </a:cubicBezTo>
                  <a:cubicBezTo>
                    <a:pt x="11394" y="59897"/>
                    <a:pt x="11393" y="59889"/>
                    <a:pt x="11395" y="59876"/>
                  </a:cubicBezTo>
                  <a:cubicBezTo>
                    <a:pt x="11497" y="59647"/>
                    <a:pt x="11590" y="59419"/>
                    <a:pt x="11691" y="59199"/>
                  </a:cubicBezTo>
                  <a:lnTo>
                    <a:pt x="11691" y="59199"/>
                  </a:lnTo>
                  <a:cubicBezTo>
                    <a:pt x="11590" y="59410"/>
                    <a:pt x="11522" y="59520"/>
                    <a:pt x="11437" y="59698"/>
                  </a:cubicBezTo>
                  <a:cubicBezTo>
                    <a:pt x="11404" y="59774"/>
                    <a:pt x="11361" y="59859"/>
                    <a:pt x="11311" y="59986"/>
                  </a:cubicBezTo>
                  <a:cubicBezTo>
                    <a:pt x="11268" y="60104"/>
                    <a:pt x="11277" y="60079"/>
                    <a:pt x="11294" y="60087"/>
                  </a:cubicBezTo>
                  <a:cubicBezTo>
                    <a:pt x="11209" y="60299"/>
                    <a:pt x="11099" y="60578"/>
                    <a:pt x="10964" y="60933"/>
                  </a:cubicBezTo>
                  <a:lnTo>
                    <a:pt x="10964" y="60916"/>
                  </a:lnTo>
                  <a:lnTo>
                    <a:pt x="10634" y="61635"/>
                  </a:lnTo>
                  <a:lnTo>
                    <a:pt x="10668" y="61542"/>
                  </a:lnTo>
                  <a:lnTo>
                    <a:pt x="10490" y="61974"/>
                  </a:lnTo>
                  <a:cubicBezTo>
                    <a:pt x="10488" y="61972"/>
                    <a:pt x="10486" y="61971"/>
                    <a:pt x="10484" y="61971"/>
                  </a:cubicBezTo>
                  <a:cubicBezTo>
                    <a:pt x="10460" y="61971"/>
                    <a:pt x="10423" y="62072"/>
                    <a:pt x="10415" y="62072"/>
                  </a:cubicBezTo>
                  <a:cubicBezTo>
                    <a:pt x="10414" y="62072"/>
                    <a:pt x="10414" y="62070"/>
                    <a:pt x="10414" y="62067"/>
                  </a:cubicBezTo>
                  <a:cubicBezTo>
                    <a:pt x="10245" y="62312"/>
                    <a:pt x="9974" y="63006"/>
                    <a:pt x="9678" y="63572"/>
                  </a:cubicBezTo>
                  <a:lnTo>
                    <a:pt x="9712" y="63479"/>
                  </a:lnTo>
                  <a:lnTo>
                    <a:pt x="9712" y="63479"/>
                  </a:lnTo>
                  <a:cubicBezTo>
                    <a:pt x="9585" y="63792"/>
                    <a:pt x="9187" y="64554"/>
                    <a:pt x="8934" y="65036"/>
                  </a:cubicBezTo>
                  <a:lnTo>
                    <a:pt x="8934" y="65019"/>
                  </a:lnTo>
                  <a:cubicBezTo>
                    <a:pt x="9031" y="64813"/>
                    <a:pt x="9066" y="64716"/>
                    <a:pt x="9055" y="64716"/>
                  </a:cubicBezTo>
                  <a:cubicBezTo>
                    <a:pt x="9050" y="64716"/>
                    <a:pt x="9034" y="64738"/>
                    <a:pt x="9010" y="64782"/>
                  </a:cubicBezTo>
                  <a:lnTo>
                    <a:pt x="9170" y="64410"/>
                  </a:lnTo>
                  <a:cubicBezTo>
                    <a:pt x="9255" y="64249"/>
                    <a:pt x="9475" y="63775"/>
                    <a:pt x="9517" y="63750"/>
                  </a:cubicBezTo>
                  <a:lnTo>
                    <a:pt x="9517" y="63750"/>
                  </a:lnTo>
                  <a:cubicBezTo>
                    <a:pt x="9426" y="63946"/>
                    <a:pt x="9389" y="64021"/>
                    <a:pt x="9392" y="64021"/>
                  </a:cubicBezTo>
                  <a:cubicBezTo>
                    <a:pt x="9393" y="64021"/>
                    <a:pt x="9418" y="63977"/>
                    <a:pt x="9458" y="63911"/>
                  </a:cubicBezTo>
                  <a:cubicBezTo>
                    <a:pt x="9608" y="63568"/>
                    <a:pt x="9923" y="62946"/>
                    <a:pt x="9883" y="62946"/>
                  </a:cubicBezTo>
                  <a:cubicBezTo>
                    <a:pt x="9882" y="62946"/>
                    <a:pt x="9882" y="62946"/>
                    <a:pt x="9881" y="62946"/>
                  </a:cubicBezTo>
                  <a:cubicBezTo>
                    <a:pt x="9957" y="62786"/>
                    <a:pt x="10042" y="62625"/>
                    <a:pt x="10135" y="62473"/>
                  </a:cubicBezTo>
                  <a:cubicBezTo>
                    <a:pt x="10139" y="62469"/>
                    <a:pt x="10142" y="62467"/>
                    <a:pt x="10143" y="62467"/>
                  </a:cubicBezTo>
                  <a:cubicBezTo>
                    <a:pt x="10157" y="62467"/>
                    <a:pt x="10113" y="62572"/>
                    <a:pt x="10076" y="62684"/>
                  </a:cubicBezTo>
                  <a:cubicBezTo>
                    <a:pt x="10295" y="62219"/>
                    <a:pt x="10507" y="61745"/>
                    <a:pt x="10718" y="61271"/>
                  </a:cubicBezTo>
                  <a:cubicBezTo>
                    <a:pt x="10718" y="61269"/>
                    <a:pt x="10718" y="61267"/>
                    <a:pt x="10717" y="61267"/>
                  </a:cubicBezTo>
                  <a:cubicBezTo>
                    <a:pt x="10692" y="61267"/>
                    <a:pt x="10435" y="61812"/>
                    <a:pt x="10417" y="61812"/>
                  </a:cubicBezTo>
                  <a:cubicBezTo>
                    <a:pt x="10412" y="61812"/>
                    <a:pt x="10425" y="61772"/>
                    <a:pt x="10465" y="61669"/>
                  </a:cubicBezTo>
                  <a:cubicBezTo>
                    <a:pt x="10507" y="61458"/>
                    <a:pt x="10592" y="61255"/>
                    <a:pt x="10693" y="61068"/>
                  </a:cubicBezTo>
                  <a:cubicBezTo>
                    <a:pt x="10694" y="61068"/>
                    <a:pt x="10694" y="61067"/>
                    <a:pt x="10695" y="61067"/>
                  </a:cubicBezTo>
                  <a:lnTo>
                    <a:pt x="10695" y="61067"/>
                  </a:lnTo>
                  <a:cubicBezTo>
                    <a:pt x="10699" y="61067"/>
                    <a:pt x="10683" y="61107"/>
                    <a:pt x="10668" y="61153"/>
                  </a:cubicBezTo>
                  <a:cubicBezTo>
                    <a:pt x="10761" y="60933"/>
                    <a:pt x="10786" y="60899"/>
                    <a:pt x="10905" y="60671"/>
                  </a:cubicBezTo>
                  <a:cubicBezTo>
                    <a:pt x="10909" y="60665"/>
                    <a:pt x="10913" y="60663"/>
                    <a:pt x="10915" y="60663"/>
                  </a:cubicBezTo>
                  <a:cubicBezTo>
                    <a:pt x="10935" y="60663"/>
                    <a:pt x="10781" y="60981"/>
                    <a:pt x="10727" y="61136"/>
                  </a:cubicBezTo>
                  <a:cubicBezTo>
                    <a:pt x="10795" y="60975"/>
                    <a:pt x="10862" y="60806"/>
                    <a:pt x="10938" y="60637"/>
                  </a:cubicBezTo>
                  <a:lnTo>
                    <a:pt x="10938" y="60637"/>
                  </a:lnTo>
                  <a:lnTo>
                    <a:pt x="10930" y="60679"/>
                  </a:lnTo>
                  <a:lnTo>
                    <a:pt x="11158" y="60172"/>
                  </a:lnTo>
                  <a:cubicBezTo>
                    <a:pt x="11170" y="60140"/>
                    <a:pt x="11174" y="60126"/>
                    <a:pt x="11172" y="60126"/>
                  </a:cubicBezTo>
                  <a:lnTo>
                    <a:pt x="11172" y="60126"/>
                  </a:lnTo>
                  <a:cubicBezTo>
                    <a:pt x="11163" y="60126"/>
                    <a:pt x="10976" y="60556"/>
                    <a:pt x="10947" y="60578"/>
                  </a:cubicBezTo>
                  <a:lnTo>
                    <a:pt x="11082" y="60248"/>
                  </a:lnTo>
                  <a:cubicBezTo>
                    <a:pt x="11260" y="59876"/>
                    <a:pt x="11683" y="58869"/>
                    <a:pt x="11869" y="58556"/>
                  </a:cubicBezTo>
                  <a:cubicBezTo>
                    <a:pt x="12072" y="58125"/>
                    <a:pt x="11962" y="58302"/>
                    <a:pt x="11987" y="58184"/>
                  </a:cubicBezTo>
                  <a:cubicBezTo>
                    <a:pt x="12080" y="57913"/>
                    <a:pt x="12216" y="57685"/>
                    <a:pt x="12326" y="57431"/>
                  </a:cubicBezTo>
                  <a:cubicBezTo>
                    <a:pt x="12300" y="57431"/>
                    <a:pt x="12436" y="57126"/>
                    <a:pt x="12410" y="57101"/>
                  </a:cubicBezTo>
                  <a:lnTo>
                    <a:pt x="12596" y="56678"/>
                  </a:lnTo>
                  <a:cubicBezTo>
                    <a:pt x="12605" y="56642"/>
                    <a:pt x="12606" y="56626"/>
                    <a:pt x="12603" y="56626"/>
                  </a:cubicBezTo>
                  <a:lnTo>
                    <a:pt x="12603" y="56626"/>
                  </a:lnTo>
                  <a:cubicBezTo>
                    <a:pt x="12580" y="56626"/>
                    <a:pt x="12367" y="57193"/>
                    <a:pt x="12309" y="57287"/>
                  </a:cubicBezTo>
                  <a:cubicBezTo>
                    <a:pt x="12286" y="57321"/>
                    <a:pt x="12275" y="57335"/>
                    <a:pt x="12271" y="57335"/>
                  </a:cubicBezTo>
                  <a:cubicBezTo>
                    <a:pt x="12255" y="57335"/>
                    <a:pt x="12377" y="57086"/>
                    <a:pt x="12368" y="57086"/>
                  </a:cubicBezTo>
                  <a:lnTo>
                    <a:pt x="12368" y="57086"/>
                  </a:lnTo>
                  <a:cubicBezTo>
                    <a:pt x="12366" y="57086"/>
                    <a:pt x="12361" y="57093"/>
                    <a:pt x="12351" y="57109"/>
                  </a:cubicBezTo>
                  <a:cubicBezTo>
                    <a:pt x="12207" y="57431"/>
                    <a:pt x="12216" y="57465"/>
                    <a:pt x="12157" y="57617"/>
                  </a:cubicBezTo>
                  <a:cubicBezTo>
                    <a:pt x="12084" y="57795"/>
                    <a:pt x="12026" y="57888"/>
                    <a:pt x="12014" y="57888"/>
                  </a:cubicBezTo>
                  <a:cubicBezTo>
                    <a:pt x="12014" y="57888"/>
                    <a:pt x="12013" y="57888"/>
                    <a:pt x="12013" y="57888"/>
                  </a:cubicBezTo>
                  <a:cubicBezTo>
                    <a:pt x="12258" y="57380"/>
                    <a:pt x="12114" y="57600"/>
                    <a:pt x="12300" y="57177"/>
                  </a:cubicBezTo>
                  <a:lnTo>
                    <a:pt x="12317" y="57169"/>
                  </a:lnTo>
                  <a:cubicBezTo>
                    <a:pt x="12300" y="57152"/>
                    <a:pt x="12563" y="56551"/>
                    <a:pt x="12647" y="56323"/>
                  </a:cubicBezTo>
                  <a:cubicBezTo>
                    <a:pt x="12692" y="56228"/>
                    <a:pt x="12712" y="56191"/>
                    <a:pt x="12716" y="56191"/>
                  </a:cubicBezTo>
                  <a:lnTo>
                    <a:pt x="12716" y="56191"/>
                  </a:lnTo>
                  <a:cubicBezTo>
                    <a:pt x="12731" y="56191"/>
                    <a:pt x="12527" y="56703"/>
                    <a:pt x="12537" y="56703"/>
                  </a:cubicBezTo>
                  <a:cubicBezTo>
                    <a:pt x="12537" y="56703"/>
                    <a:pt x="12537" y="56703"/>
                    <a:pt x="12537" y="56703"/>
                  </a:cubicBezTo>
                  <a:lnTo>
                    <a:pt x="12766" y="56137"/>
                  </a:lnTo>
                  <a:lnTo>
                    <a:pt x="12766" y="56137"/>
                  </a:lnTo>
                  <a:cubicBezTo>
                    <a:pt x="12681" y="56390"/>
                    <a:pt x="12799" y="56145"/>
                    <a:pt x="12681" y="56483"/>
                  </a:cubicBezTo>
                  <a:cubicBezTo>
                    <a:pt x="12816" y="56137"/>
                    <a:pt x="12850" y="56103"/>
                    <a:pt x="12977" y="55773"/>
                  </a:cubicBezTo>
                  <a:lnTo>
                    <a:pt x="12977" y="55773"/>
                  </a:lnTo>
                  <a:cubicBezTo>
                    <a:pt x="12955" y="55846"/>
                    <a:pt x="12949" y="55876"/>
                    <a:pt x="12954" y="55876"/>
                  </a:cubicBezTo>
                  <a:cubicBezTo>
                    <a:pt x="12975" y="55876"/>
                    <a:pt x="13205" y="55318"/>
                    <a:pt x="13239" y="55291"/>
                  </a:cubicBezTo>
                  <a:lnTo>
                    <a:pt x="13239" y="55291"/>
                  </a:lnTo>
                  <a:cubicBezTo>
                    <a:pt x="13104" y="55629"/>
                    <a:pt x="12952" y="55967"/>
                    <a:pt x="12783" y="56297"/>
                  </a:cubicBezTo>
                  <a:lnTo>
                    <a:pt x="12783" y="56297"/>
                  </a:lnTo>
                  <a:cubicBezTo>
                    <a:pt x="12783" y="56297"/>
                    <a:pt x="12783" y="56297"/>
                    <a:pt x="12783" y="56297"/>
                  </a:cubicBezTo>
                  <a:lnTo>
                    <a:pt x="12783" y="56297"/>
                  </a:lnTo>
                  <a:cubicBezTo>
                    <a:pt x="12784" y="56297"/>
                    <a:pt x="12595" y="56757"/>
                    <a:pt x="12503" y="56932"/>
                  </a:cubicBezTo>
                  <a:cubicBezTo>
                    <a:pt x="12478" y="57025"/>
                    <a:pt x="12453" y="57118"/>
                    <a:pt x="12427" y="57211"/>
                  </a:cubicBezTo>
                  <a:cubicBezTo>
                    <a:pt x="12546" y="56952"/>
                    <a:pt x="12677" y="56596"/>
                    <a:pt x="12697" y="56596"/>
                  </a:cubicBezTo>
                  <a:cubicBezTo>
                    <a:pt x="12700" y="56596"/>
                    <a:pt x="12700" y="56603"/>
                    <a:pt x="12698" y="56619"/>
                  </a:cubicBezTo>
                  <a:lnTo>
                    <a:pt x="12850" y="56196"/>
                  </a:lnTo>
                  <a:lnTo>
                    <a:pt x="12850" y="56196"/>
                  </a:lnTo>
                  <a:cubicBezTo>
                    <a:pt x="12723" y="56644"/>
                    <a:pt x="12732" y="56619"/>
                    <a:pt x="12588" y="57016"/>
                  </a:cubicBezTo>
                  <a:cubicBezTo>
                    <a:pt x="12960" y="56238"/>
                    <a:pt x="13138" y="55578"/>
                    <a:pt x="13442" y="54944"/>
                  </a:cubicBezTo>
                  <a:lnTo>
                    <a:pt x="13442" y="54944"/>
                  </a:lnTo>
                  <a:lnTo>
                    <a:pt x="13409" y="55045"/>
                  </a:lnTo>
                  <a:cubicBezTo>
                    <a:pt x="13679" y="54394"/>
                    <a:pt x="13832" y="53988"/>
                    <a:pt x="13967" y="53726"/>
                  </a:cubicBezTo>
                  <a:cubicBezTo>
                    <a:pt x="14051" y="53540"/>
                    <a:pt x="14145" y="53362"/>
                    <a:pt x="14254" y="53184"/>
                  </a:cubicBezTo>
                  <a:close/>
                  <a:moveTo>
                    <a:pt x="9060" y="65214"/>
                  </a:moveTo>
                  <a:lnTo>
                    <a:pt x="9060" y="65214"/>
                  </a:lnTo>
                  <a:cubicBezTo>
                    <a:pt x="9050" y="65231"/>
                    <a:pt x="9041" y="65247"/>
                    <a:pt x="9033" y="65264"/>
                  </a:cubicBezTo>
                  <a:lnTo>
                    <a:pt x="9033" y="65264"/>
                  </a:lnTo>
                  <a:cubicBezTo>
                    <a:pt x="9042" y="65248"/>
                    <a:pt x="9051" y="65231"/>
                    <a:pt x="9060" y="65214"/>
                  </a:cubicBezTo>
                  <a:close/>
                  <a:moveTo>
                    <a:pt x="8037" y="66550"/>
                  </a:moveTo>
                  <a:lnTo>
                    <a:pt x="8037" y="66550"/>
                  </a:lnTo>
                  <a:cubicBezTo>
                    <a:pt x="8018" y="66581"/>
                    <a:pt x="7985" y="66640"/>
                    <a:pt x="7945" y="66717"/>
                  </a:cubicBezTo>
                  <a:lnTo>
                    <a:pt x="7945" y="66717"/>
                  </a:lnTo>
                  <a:lnTo>
                    <a:pt x="8037" y="66550"/>
                  </a:lnTo>
                  <a:close/>
                  <a:moveTo>
                    <a:pt x="7402" y="67988"/>
                  </a:moveTo>
                  <a:cubicBezTo>
                    <a:pt x="7398" y="68001"/>
                    <a:pt x="7392" y="68013"/>
                    <a:pt x="7387" y="68026"/>
                  </a:cubicBezTo>
                  <a:lnTo>
                    <a:pt x="7387" y="68026"/>
                  </a:lnTo>
                  <a:cubicBezTo>
                    <a:pt x="7392" y="68016"/>
                    <a:pt x="7397" y="68006"/>
                    <a:pt x="7402" y="67997"/>
                  </a:cubicBezTo>
                  <a:lnTo>
                    <a:pt x="7402" y="67988"/>
                  </a:lnTo>
                  <a:close/>
                  <a:moveTo>
                    <a:pt x="6180" y="69629"/>
                  </a:moveTo>
                  <a:cubicBezTo>
                    <a:pt x="6176" y="69637"/>
                    <a:pt x="6172" y="69646"/>
                    <a:pt x="6167" y="69655"/>
                  </a:cubicBezTo>
                  <a:cubicBezTo>
                    <a:pt x="6173" y="69644"/>
                    <a:pt x="6177" y="69636"/>
                    <a:pt x="6180" y="69629"/>
                  </a:cubicBezTo>
                  <a:close/>
                  <a:moveTo>
                    <a:pt x="8637" y="65459"/>
                  </a:moveTo>
                  <a:lnTo>
                    <a:pt x="8637" y="65459"/>
                  </a:lnTo>
                  <a:cubicBezTo>
                    <a:pt x="8485" y="65746"/>
                    <a:pt x="8299" y="66119"/>
                    <a:pt x="8088" y="66559"/>
                  </a:cubicBezTo>
                  <a:cubicBezTo>
                    <a:pt x="7876" y="67007"/>
                    <a:pt x="7639" y="67506"/>
                    <a:pt x="7377" y="68064"/>
                  </a:cubicBezTo>
                  <a:cubicBezTo>
                    <a:pt x="7377" y="68051"/>
                    <a:pt x="7381" y="68039"/>
                    <a:pt x="7387" y="68026"/>
                  </a:cubicBezTo>
                  <a:lnTo>
                    <a:pt x="7387" y="68026"/>
                  </a:lnTo>
                  <a:cubicBezTo>
                    <a:pt x="7106" y="68548"/>
                    <a:pt x="7085" y="68605"/>
                    <a:pt x="6853" y="69046"/>
                  </a:cubicBezTo>
                  <a:lnTo>
                    <a:pt x="6912" y="68902"/>
                  </a:lnTo>
                  <a:lnTo>
                    <a:pt x="6912" y="68902"/>
                  </a:lnTo>
                  <a:cubicBezTo>
                    <a:pt x="6853" y="68969"/>
                    <a:pt x="6683" y="69333"/>
                    <a:pt x="6489" y="69689"/>
                  </a:cubicBezTo>
                  <a:cubicBezTo>
                    <a:pt x="6421" y="69858"/>
                    <a:pt x="6336" y="70018"/>
                    <a:pt x="6235" y="70171"/>
                  </a:cubicBezTo>
                  <a:lnTo>
                    <a:pt x="6252" y="70112"/>
                  </a:lnTo>
                  <a:lnTo>
                    <a:pt x="6252" y="70112"/>
                  </a:lnTo>
                  <a:cubicBezTo>
                    <a:pt x="6210" y="70171"/>
                    <a:pt x="6007" y="70509"/>
                    <a:pt x="5787" y="70907"/>
                  </a:cubicBezTo>
                  <a:lnTo>
                    <a:pt x="5863" y="70738"/>
                  </a:lnTo>
                  <a:cubicBezTo>
                    <a:pt x="5914" y="70628"/>
                    <a:pt x="5973" y="70509"/>
                    <a:pt x="6040" y="70365"/>
                  </a:cubicBezTo>
                  <a:lnTo>
                    <a:pt x="6040" y="70365"/>
                  </a:lnTo>
                  <a:cubicBezTo>
                    <a:pt x="5998" y="70450"/>
                    <a:pt x="5947" y="70543"/>
                    <a:pt x="5871" y="70670"/>
                  </a:cubicBezTo>
                  <a:lnTo>
                    <a:pt x="6210" y="69942"/>
                  </a:lnTo>
                  <a:lnTo>
                    <a:pt x="6210" y="69942"/>
                  </a:lnTo>
                  <a:cubicBezTo>
                    <a:pt x="6007" y="70289"/>
                    <a:pt x="6023" y="70365"/>
                    <a:pt x="5778" y="70788"/>
                  </a:cubicBezTo>
                  <a:cubicBezTo>
                    <a:pt x="5761" y="70746"/>
                    <a:pt x="5736" y="70763"/>
                    <a:pt x="5964" y="70298"/>
                  </a:cubicBezTo>
                  <a:cubicBezTo>
                    <a:pt x="6044" y="70159"/>
                    <a:pt x="6069" y="70120"/>
                    <a:pt x="6073" y="70120"/>
                  </a:cubicBezTo>
                  <a:lnTo>
                    <a:pt x="6073" y="70120"/>
                  </a:lnTo>
                  <a:cubicBezTo>
                    <a:pt x="6079" y="70120"/>
                    <a:pt x="6051" y="70183"/>
                    <a:pt x="6058" y="70183"/>
                  </a:cubicBezTo>
                  <a:cubicBezTo>
                    <a:pt x="6062" y="70183"/>
                    <a:pt x="6073" y="70169"/>
                    <a:pt x="6100" y="70128"/>
                  </a:cubicBezTo>
                  <a:cubicBezTo>
                    <a:pt x="6235" y="69807"/>
                    <a:pt x="6345" y="69756"/>
                    <a:pt x="6480" y="69409"/>
                  </a:cubicBezTo>
                  <a:cubicBezTo>
                    <a:pt x="6683" y="69020"/>
                    <a:pt x="6641" y="69156"/>
                    <a:pt x="6717" y="69037"/>
                  </a:cubicBezTo>
                  <a:lnTo>
                    <a:pt x="6717" y="69037"/>
                  </a:lnTo>
                  <a:cubicBezTo>
                    <a:pt x="6656" y="69154"/>
                    <a:pt x="6643" y="69185"/>
                    <a:pt x="6648" y="69185"/>
                  </a:cubicBezTo>
                  <a:cubicBezTo>
                    <a:pt x="6654" y="69185"/>
                    <a:pt x="6684" y="69143"/>
                    <a:pt x="6690" y="69143"/>
                  </a:cubicBezTo>
                  <a:lnTo>
                    <a:pt x="6690" y="69143"/>
                  </a:lnTo>
                  <a:cubicBezTo>
                    <a:pt x="6697" y="69143"/>
                    <a:pt x="6679" y="69186"/>
                    <a:pt x="6590" y="69359"/>
                  </a:cubicBezTo>
                  <a:cubicBezTo>
                    <a:pt x="6819" y="68969"/>
                    <a:pt x="6717" y="69054"/>
                    <a:pt x="6903" y="68724"/>
                  </a:cubicBezTo>
                  <a:lnTo>
                    <a:pt x="6962" y="68690"/>
                  </a:lnTo>
                  <a:cubicBezTo>
                    <a:pt x="7132" y="68386"/>
                    <a:pt x="7504" y="67743"/>
                    <a:pt x="7707" y="67320"/>
                  </a:cubicBezTo>
                  <a:lnTo>
                    <a:pt x="7707" y="67320"/>
                  </a:lnTo>
                  <a:cubicBezTo>
                    <a:pt x="7659" y="67399"/>
                    <a:pt x="7639" y="67429"/>
                    <a:pt x="7634" y="67429"/>
                  </a:cubicBezTo>
                  <a:cubicBezTo>
                    <a:pt x="7621" y="67429"/>
                    <a:pt x="7762" y="67147"/>
                    <a:pt x="7746" y="67147"/>
                  </a:cubicBezTo>
                  <a:lnTo>
                    <a:pt x="7746" y="67147"/>
                  </a:lnTo>
                  <a:cubicBezTo>
                    <a:pt x="7745" y="67147"/>
                    <a:pt x="7743" y="67148"/>
                    <a:pt x="7741" y="67151"/>
                  </a:cubicBezTo>
                  <a:cubicBezTo>
                    <a:pt x="7741" y="67217"/>
                    <a:pt x="7471" y="67676"/>
                    <a:pt x="7454" y="67676"/>
                  </a:cubicBezTo>
                  <a:cubicBezTo>
                    <a:pt x="7453" y="67676"/>
                    <a:pt x="7453" y="67676"/>
                    <a:pt x="7453" y="67675"/>
                  </a:cubicBezTo>
                  <a:cubicBezTo>
                    <a:pt x="7571" y="67459"/>
                    <a:pt x="7806" y="66984"/>
                    <a:pt x="7945" y="66717"/>
                  </a:cubicBezTo>
                  <a:lnTo>
                    <a:pt x="7945" y="66717"/>
                  </a:lnTo>
                  <a:lnTo>
                    <a:pt x="7749" y="67075"/>
                  </a:lnTo>
                  <a:cubicBezTo>
                    <a:pt x="7825" y="66880"/>
                    <a:pt x="8147" y="66195"/>
                    <a:pt x="8147" y="66178"/>
                  </a:cubicBezTo>
                  <a:cubicBezTo>
                    <a:pt x="8265" y="65975"/>
                    <a:pt x="8417" y="65662"/>
                    <a:pt x="8494" y="65560"/>
                  </a:cubicBezTo>
                  <a:lnTo>
                    <a:pt x="8494" y="65560"/>
                  </a:lnTo>
                  <a:lnTo>
                    <a:pt x="8316" y="65958"/>
                  </a:lnTo>
                  <a:lnTo>
                    <a:pt x="8223" y="66085"/>
                  </a:lnTo>
                  <a:lnTo>
                    <a:pt x="8138" y="66322"/>
                  </a:lnTo>
                  <a:cubicBezTo>
                    <a:pt x="8274" y="66076"/>
                    <a:pt x="8561" y="65560"/>
                    <a:pt x="8637" y="65459"/>
                  </a:cubicBezTo>
                  <a:close/>
                  <a:moveTo>
                    <a:pt x="4315" y="73783"/>
                  </a:moveTo>
                  <a:lnTo>
                    <a:pt x="4315" y="73783"/>
                  </a:lnTo>
                  <a:lnTo>
                    <a:pt x="4315" y="73783"/>
                  </a:lnTo>
                  <a:close/>
                  <a:moveTo>
                    <a:pt x="21157" y="0"/>
                  </a:moveTo>
                  <a:lnTo>
                    <a:pt x="21157" y="0"/>
                  </a:lnTo>
                  <a:cubicBezTo>
                    <a:pt x="21293" y="1125"/>
                    <a:pt x="21453" y="1624"/>
                    <a:pt x="21538" y="2546"/>
                  </a:cubicBezTo>
                  <a:cubicBezTo>
                    <a:pt x="21530" y="2500"/>
                    <a:pt x="21525" y="2484"/>
                    <a:pt x="21523" y="2484"/>
                  </a:cubicBezTo>
                  <a:cubicBezTo>
                    <a:pt x="21517" y="2484"/>
                    <a:pt x="21521" y="2557"/>
                    <a:pt x="21521" y="2580"/>
                  </a:cubicBezTo>
                  <a:cubicBezTo>
                    <a:pt x="21580" y="2868"/>
                    <a:pt x="21606" y="3223"/>
                    <a:pt x="21640" y="3401"/>
                  </a:cubicBezTo>
                  <a:lnTo>
                    <a:pt x="21690" y="3866"/>
                  </a:lnTo>
                  <a:cubicBezTo>
                    <a:pt x="21673" y="3858"/>
                    <a:pt x="21623" y="3688"/>
                    <a:pt x="21572" y="3215"/>
                  </a:cubicBezTo>
                  <a:lnTo>
                    <a:pt x="21572" y="3215"/>
                  </a:lnTo>
                  <a:cubicBezTo>
                    <a:pt x="21656" y="4044"/>
                    <a:pt x="21750" y="4771"/>
                    <a:pt x="21834" y="5507"/>
                  </a:cubicBezTo>
                  <a:cubicBezTo>
                    <a:pt x="21902" y="6243"/>
                    <a:pt x="21961" y="6979"/>
                    <a:pt x="22012" y="7817"/>
                  </a:cubicBezTo>
                  <a:cubicBezTo>
                    <a:pt x="22012" y="7826"/>
                    <a:pt x="22012" y="7829"/>
                    <a:pt x="22011" y="7829"/>
                  </a:cubicBezTo>
                  <a:cubicBezTo>
                    <a:pt x="22009" y="7829"/>
                    <a:pt x="22000" y="7692"/>
                    <a:pt x="21996" y="7692"/>
                  </a:cubicBezTo>
                  <a:cubicBezTo>
                    <a:pt x="21995" y="7692"/>
                    <a:pt x="21995" y="7701"/>
                    <a:pt x="21995" y="7724"/>
                  </a:cubicBezTo>
                  <a:cubicBezTo>
                    <a:pt x="22004" y="7838"/>
                    <a:pt x="22017" y="7994"/>
                    <a:pt x="22029" y="8114"/>
                  </a:cubicBezTo>
                  <a:lnTo>
                    <a:pt x="22029" y="8114"/>
                  </a:lnTo>
                  <a:cubicBezTo>
                    <a:pt x="22029" y="8106"/>
                    <a:pt x="22029" y="8096"/>
                    <a:pt x="22029" y="8087"/>
                  </a:cubicBezTo>
                  <a:lnTo>
                    <a:pt x="22029" y="8087"/>
                  </a:lnTo>
                  <a:cubicBezTo>
                    <a:pt x="22031" y="8115"/>
                    <a:pt x="22033" y="8142"/>
                    <a:pt x="22035" y="8169"/>
                  </a:cubicBezTo>
                  <a:lnTo>
                    <a:pt x="22035" y="8169"/>
                  </a:lnTo>
                  <a:cubicBezTo>
                    <a:pt x="22033" y="8152"/>
                    <a:pt x="22031" y="8134"/>
                    <a:pt x="22029" y="8114"/>
                  </a:cubicBezTo>
                  <a:lnTo>
                    <a:pt x="22029" y="8114"/>
                  </a:lnTo>
                  <a:cubicBezTo>
                    <a:pt x="22030" y="8150"/>
                    <a:pt x="22033" y="8184"/>
                    <a:pt x="22038" y="8218"/>
                  </a:cubicBezTo>
                  <a:lnTo>
                    <a:pt x="22038" y="8218"/>
                  </a:lnTo>
                  <a:cubicBezTo>
                    <a:pt x="22037" y="8202"/>
                    <a:pt x="22036" y="8186"/>
                    <a:pt x="22035" y="8169"/>
                  </a:cubicBezTo>
                  <a:lnTo>
                    <a:pt x="22035" y="8169"/>
                  </a:lnTo>
                  <a:cubicBezTo>
                    <a:pt x="22039" y="8207"/>
                    <a:pt x="22042" y="8238"/>
                    <a:pt x="22045" y="8261"/>
                  </a:cubicBezTo>
                  <a:lnTo>
                    <a:pt x="22045" y="8261"/>
                  </a:lnTo>
                  <a:cubicBezTo>
                    <a:pt x="22043" y="8247"/>
                    <a:pt x="22040" y="8232"/>
                    <a:pt x="22038" y="8218"/>
                  </a:cubicBezTo>
                  <a:lnTo>
                    <a:pt x="22038" y="8218"/>
                  </a:lnTo>
                  <a:cubicBezTo>
                    <a:pt x="22049" y="8385"/>
                    <a:pt x="22054" y="8536"/>
                    <a:pt x="22054" y="8671"/>
                  </a:cubicBezTo>
                  <a:cubicBezTo>
                    <a:pt x="22062" y="8849"/>
                    <a:pt x="22062" y="9001"/>
                    <a:pt x="22062" y="9145"/>
                  </a:cubicBezTo>
                  <a:cubicBezTo>
                    <a:pt x="22071" y="9449"/>
                    <a:pt x="22071" y="9695"/>
                    <a:pt x="22096" y="9974"/>
                  </a:cubicBezTo>
                  <a:cubicBezTo>
                    <a:pt x="22096" y="9975"/>
                    <a:pt x="22095" y="9976"/>
                    <a:pt x="22095" y="9976"/>
                  </a:cubicBezTo>
                  <a:cubicBezTo>
                    <a:pt x="22079" y="9976"/>
                    <a:pt x="22065" y="9612"/>
                    <a:pt x="22063" y="9612"/>
                  </a:cubicBezTo>
                  <a:cubicBezTo>
                    <a:pt x="22063" y="9612"/>
                    <a:pt x="22062" y="9614"/>
                    <a:pt x="22062" y="9618"/>
                  </a:cubicBezTo>
                  <a:cubicBezTo>
                    <a:pt x="22071" y="10050"/>
                    <a:pt x="22088" y="10371"/>
                    <a:pt x="22122" y="10701"/>
                  </a:cubicBezTo>
                  <a:cubicBezTo>
                    <a:pt x="22147" y="11023"/>
                    <a:pt x="22164" y="11353"/>
                    <a:pt x="22164" y="11784"/>
                  </a:cubicBezTo>
                  <a:cubicBezTo>
                    <a:pt x="22158" y="11721"/>
                    <a:pt x="22154" y="11694"/>
                    <a:pt x="22151" y="11694"/>
                  </a:cubicBezTo>
                  <a:cubicBezTo>
                    <a:pt x="22138" y="11694"/>
                    <a:pt x="22137" y="12023"/>
                    <a:pt x="22130" y="12207"/>
                  </a:cubicBezTo>
                  <a:cubicBezTo>
                    <a:pt x="22139" y="12562"/>
                    <a:pt x="22164" y="13112"/>
                    <a:pt x="22164" y="13713"/>
                  </a:cubicBezTo>
                  <a:cubicBezTo>
                    <a:pt x="22164" y="14313"/>
                    <a:pt x="22147" y="14956"/>
                    <a:pt x="22147" y="15498"/>
                  </a:cubicBezTo>
                  <a:cubicBezTo>
                    <a:pt x="22142" y="15472"/>
                    <a:pt x="22137" y="15461"/>
                    <a:pt x="22133" y="15461"/>
                  </a:cubicBezTo>
                  <a:cubicBezTo>
                    <a:pt x="22093" y="15461"/>
                    <a:pt x="22116" y="16698"/>
                    <a:pt x="22062" y="16775"/>
                  </a:cubicBezTo>
                  <a:cubicBezTo>
                    <a:pt x="22046" y="16987"/>
                    <a:pt x="22046" y="17198"/>
                    <a:pt x="22062" y="17410"/>
                  </a:cubicBezTo>
                  <a:cubicBezTo>
                    <a:pt x="22062" y="17274"/>
                    <a:pt x="22071" y="17130"/>
                    <a:pt x="22096" y="16995"/>
                  </a:cubicBezTo>
                  <a:lnTo>
                    <a:pt x="22096" y="16995"/>
                  </a:lnTo>
                  <a:cubicBezTo>
                    <a:pt x="22079" y="17350"/>
                    <a:pt x="22062" y="17875"/>
                    <a:pt x="22079" y="17926"/>
                  </a:cubicBezTo>
                  <a:lnTo>
                    <a:pt x="22037" y="18357"/>
                  </a:lnTo>
                  <a:cubicBezTo>
                    <a:pt x="22062" y="18492"/>
                    <a:pt x="22071" y="18628"/>
                    <a:pt x="22054" y="18763"/>
                  </a:cubicBezTo>
                  <a:cubicBezTo>
                    <a:pt x="21978" y="19288"/>
                    <a:pt x="22096" y="18704"/>
                    <a:pt x="22029" y="19465"/>
                  </a:cubicBezTo>
                  <a:cubicBezTo>
                    <a:pt x="22020" y="19330"/>
                    <a:pt x="22012" y="19203"/>
                    <a:pt x="21995" y="19068"/>
                  </a:cubicBezTo>
                  <a:cubicBezTo>
                    <a:pt x="21969" y="19431"/>
                    <a:pt x="21986" y="19389"/>
                    <a:pt x="21969" y="19643"/>
                  </a:cubicBezTo>
                  <a:cubicBezTo>
                    <a:pt x="21967" y="19652"/>
                    <a:pt x="21964" y="19656"/>
                    <a:pt x="21962" y="19656"/>
                  </a:cubicBezTo>
                  <a:cubicBezTo>
                    <a:pt x="21946" y="19656"/>
                    <a:pt x="21953" y="19359"/>
                    <a:pt x="21953" y="19110"/>
                  </a:cubicBezTo>
                  <a:lnTo>
                    <a:pt x="21953" y="19110"/>
                  </a:lnTo>
                  <a:cubicBezTo>
                    <a:pt x="21944" y="19262"/>
                    <a:pt x="21927" y="19423"/>
                    <a:pt x="21910" y="19575"/>
                  </a:cubicBezTo>
                  <a:cubicBezTo>
                    <a:pt x="21902" y="20032"/>
                    <a:pt x="21885" y="20819"/>
                    <a:pt x="21817" y="21546"/>
                  </a:cubicBezTo>
                  <a:cubicBezTo>
                    <a:pt x="21811" y="21460"/>
                    <a:pt x="21818" y="21311"/>
                    <a:pt x="21806" y="21311"/>
                  </a:cubicBezTo>
                  <a:cubicBezTo>
                    <a:pt x="21802" y="21311"/>
                    <a:pt x="21795" y="21332"/>
                    <a:pt x="21783" y="21385"/>
                  </a:cubicBezTo>
                  <a:cubicBezTo>
                    <a:pt x="21783" y="21766"/>
                    <a:pt x="21750" y="22147"/>
                    <a:pt x="21707" y="22528"/>
                  </a:cubicBezTo>
                  <a:lnTo>
                    <a:pt x="21707" y="22451"/>
                  </a:lnTo>
                  <a:cubicBezTo>
                    <a:pt x="21656" y="23179"/>
                    <a:pt x="21640" y="22993"/>
                    <a:pt x="21563" y="23653"/>
                  </a:cubicBezTo>
                  <a:cubicBezTo>
                    <a:pt x="21563" y="23644"/>
                    <a:pt x="21563" y="23627"/>
                    <a:pt x="21563" y="23619"/>
                  </a:cubicBezTo>
                  <a:lnTo>
                    <a:pt x="21538" y="24025"/>
                  </a:lnTo>
                  <a:cubicBezTo>
                    <a:pt x="21530" y="24304"/>
                    <a:pt x="21496" y="24592"/>
                    <a:pt x="21453" y="24871"/>
                  </a:cubicBezTo>
                  <a:cubicBezTo>
                    <a:pt x="21411" y="25057"/>
                    <a:pt x="21369" y="25201"/>
                    <a:pt x="21327" y="25454"/>
                  </a:cubicBezTo>
                  <a:lnTo>
                    <a:pt x="21335" y="25344"/>
                  </a:lnTo>
                  <a:lnTo>
                    <a:pt x="21335" y="25344"/>
                  </a:lnTo>
                  <a:cubicBezTo>
                    <a:pt x="21259" y="25657"/>
                    <a:pt x="21149" y="26664"/>
                    <a:pt x="21098" y="26952"/>
                  </a:cubicBezTo>
                  <a:cubicBezTo>
                    <a:pt x="21174" y="26605"/>
                    <a:pt x="21140" y="26842"/>
                    <a:pt x="21208" y="26580"/>
                  </a:cubicBezTo>
                  <a:cubicBezTo>
                    <a:pt x="21242" y="26267"/>
                    <a:pt x="21191" y="26360"/>
                    <a:pt x="21276" y="25835"/>
                  </a:cubicBezTo>
                  <a:lnTo>
                    <a:pt x="21276" y="25835"/>
                  </a:lnTo>
                  <a:cubicBezTo>
                    <a:pt x="21301" y="25911"/>
                    <a:pt x="21217" y="26571"/>
                    <a:pt x="21225" y="26706"/>
                  </a:cubicBezTo>
                  <a:cubicBezTo>
                    <a:pt x="21208" y="26884"/>
                    <a:pt x="21166" y="27062"/>
                    <a:pt x="21090" y="27222"/>
                  </a:cubicBezTo>
                  <a:cubicBezTo>
                    <a:pt x="21047" y="27586"/>
                    <a:pt x="20997" y="27865"/>
                    <a:pt x="20946" y="28170"/>
                  </a:cubicBezTo>
                  <a:cubicBezTo>
                    <a:pt x="20887" y="28474"/>
                    <a:pt x="20836" y="28804"/>
                    <a:pt x="20768" y="29244"/>
                  </a:cubicBezTo>
                  <a:cubicBezTo>
                    <a:pt x="20735" y="29563"/>
                    <a:pt x="20768" y="29815"/>
                    <a:pt x="20595" y="30546"/>
                  </a:cubicBezTo>
                  <a:lnTo>
                    <a:pt x="20595" y="30546"/>
                  </a:lnTo>
                  <a:cubicBezTo>
                    <a:pt x="20595" y="30533"/>
                    <a:pt x="20594" y="30525"/>
                    <a:pt x="20591" y="30522"/>
                  </a:cubicBezTo>
                  <a:lnTo>
                    <a:pt x="20591" y="30522"/>
                  </a:lnTo>
                  <a:lnTo>
                    <a:pt x="20591" y="30564"/>
                  </a:lnTo>
                  <a:cubicBezTo>
                    <a:pt x="20592" y="30558"/>
                    <a:pt x="20593" y="30552"/>
                    <a:pt x="20595" y="30546"/>
                  </a:cubicBezTo>
                  <a:lnTo>
                    <a:pt x="20595" y="30546"/>
                  </a:lnTo>
                  <a:cubicBezTo>
                    <a:pt x="20593" y="30629"/>
                    <a:pt x="20521" y="30897"/>
                    <a:pt x="20506" y="31029"/>
                  </a:cubicBezTo>
                  <a:cubicBezTo>
                    <a:pt x="20522" y="30981"/>
                    <a:pt x="20531" y="30963"/>
                    <a:pt x="20535" y="30963"/>
                  </a:cubicBezTo>
                  <a:lnTo>
                    <a:pt x="20535" y="30963"/>
                  </a:lnTo>
                  <a:cubicBezTo>
                    <a:pt x="20548" y="30963"/>
                    <a:pt x="20517" y="31138"/>
                    <a:pt x="20526" y="31138"/>
                  </a:cubicBezTo>
                  <a:cubicBezTo>
                    <a:pt x="20529" y="31138"/>
                    <a:pt x="20538" y="31113"/>
                    <a:pt x="20557" y="31046"/>
                  </a:cubicBezTo>
                  <a:lnTo>
                    <a:pt x="20557" y="31046"/>
                  </a:lnTo>
                  <a:cubicBezTo>
                    <a:pt x="20481" y="31478"/>
                    <a:pt x="20421" y="31545"/>
                    <a:pt x="20388" y="31579"/>
                  </a:cubicBezTo>
                  <a:cubicBezTo>
                    <a:pt x="20371" y="31892"/>
                    <a:pt x="20210" y="32433"/>
                    <a:pt x="20100" y="33102"/>
                  </a:cubicBezTo>
                  <a:cubicBezTo>
                    <a:pt x="20107" y="32996"/>
                    <a:pt x="20196" y="32481"/>
                    <a:pt x="20182" y="32481"/>
                  </a:cubicBezTo>
                  <a:lnTo>
                    <a:pt x="20182" y="32481"/>
                  </a:lnTo>
                  <a:cubicBezTo>
                    <a:pt x="20179" y="32481"/>
                    <a:pt x="20172" y="32502"/>
                    <a:pt x="20159" y="32552"/>
                  </a:cubicBezTo>
                  <a:cubicBezTo>
                    <a:pt x="20125" y="32831"/>
                    <a:pt x="20091" y="33119"/>
                    <a:pt x="20041" y="33406"/>
                  </a:cubicBezTo>
                  <a:cubicBezTo>
                    <a:pt x="20062" y="33298"/>
                    <a:pt x="20090" y="33196"/>
                    <a:pt x="20108" y="33090"/>
                  </a:cubicBezTo>
                  <a:lnTo>
                    <a:pt x="20108" y="33090"/>
                  </a:lnTo>
                  <a:cubicBezTo>
                    <a:pt x="20049" y="33469"/>
                    <a:pt x="19959" y="33847"/>
                    <a:pt x="19846" y="34218"/>
                  </a:cubicBezTo>
                  <a:cubicBezTo>
                    <a:pt x="19843" y="34226"/>
                    <a:pt x="19841" y="34230"/>
                    <a:pt x="19840" y="34230"/>
                  </a:cubicBezTo>
                  <a:cubicBezTo>
                    <a:pt x="19831" y="34230"/>
                    <a:pt x="19868" y="34027"/>
                    <a:pt x="19905" y="33863"/>
                  </a:cubicBezTo>
                  <a:lnTo>
                    <a:pt x="19905" y="33863"/>
                  </a:lnTo>
                  <a:cubicBezTo>
                    <a:pt x="19855" y="34058"/>
                    <a:pt x="19795" y="34379"/>
                    <a:pt x="19753" y="34641"/>
                  </a:cubicBezTo>
                  <a:cubicBezTo>
                    <a:pt x="19728" y="34836"/>
                    <a:pt x="19592" y="35513"/>
                    <a:pt x="19559" y="35792"/>
                  </a:cubicBezTo>
                  <a:cubicBezTo>
                    <a:pt x="19550" y="35826"/>
                    <a:pt x="19542" y="35859"/>
                    <a:pt x="19533" y="35893"/>
                  </a:cubicBezTo>
                  <a:cubicBezTo>
                    <a:pt x="19533" y="35886"/>
                    <a:pt x="19533" y="35878"/>
                    <a:pt x="19534" y="35870"/>
                  </a:cubicBezTo>
                  <a:lnTo>
                    <a:pt x="19534" y="35870"/>
                  </a:lnTo>
                  <a:cubicBezTo>
                    <a:pt x="19522" y="35916"/>
                    <a:pt x="19515" y="35951"/>
                    <a:pt x="19508" y="35986"/>
                  </a:cubicBezTo>
                  <a:cubicBezTo>
                    <a:pt x="19474" y="36096"/>
                    <a:pt x="19449" y="36206"/>
                    <a:pt x="19423" y="36325"/>
                  </a:cubicBezTo>
                  <a:lnTo>
                    <a:pt x="19432" y="36249"/>
                  </a:lnTo>
                  <a:lnTo>
                    <a:pt x="19432" y="36249"/>
                  </a:lnTo>
                  <a:cubicBezTo>
                    <a:pt x="19423" y="36299"/>
                    <a:pt x="19415" y="36342"/>
                    <a:pt x="19406" y="36384"/>
                  </a:cubicBezTo>
                  <a:cubicBezTo>
                    <a:pt x="19372" y="36502"/>
                    <a:pt x="19339" y="36612"/>
                    <a:pt x="19322" y="36748"/>
                  </a:cubicBezTo>
                  <a:lnTo>
                    <a:pt x="19288" y="36925"/>
                  </a:lnTo>
                  <a:lnTo>
                    <a:pt x="19305" y="36841"/>
                  </a:lnTo>
                  <a:lnTo>
                    <a:pt x="19305" y="36841"/>
                  </a:lnTo>
                  <a:cubicBezTo>
                    <a:pt x="19330" y="36883"/>
                    <a:pt x="19255" y="37298"/>
                    <a:pt x="19131" y="37791"/>
                  </a:cubicBezTo>
                  <a:lnTo>
                    <a:pt x="19131" y="37791"/>
                  </a:lnTo>
                  <a:cubicBezTo>
                    <a:pt x="19148" y="37725"/>
                    <a:pt x="19212" y="37477"/>
                    <a:pt x="19305" y="37137"/>
                  </a:cubicBezTo>
                  <a:lnTo>
                    <a:pt x="19305" y="37137"/>
                  </a:lnTo>
                  <a:lnTo>
                    <a:pt x="19279" y="37264"/>
                  </a:lnTo>
                  <a:cubicBezTo>
                    <a:pt x="19136" y="37822"/>
                    <a:pt x="19017" y="38347"/>
                    <a:pt x="18873" y="38829"/>
                  </a:cubicBezTo>
                  <a:cubicBezTo>
                    <a:pt x="18916" y="38651"/>
                    <a:pt x="18958" y="38465"/>
                    <a:pt x="19017" y="38245"/>
                  </a:cubicBezTo>
                  <a:lnTo>
                    <a:pt x="19017" y="38245"/>
                  </a:lnTo>
                  <a:cubicBezTo>
                    <a:pt x="18941" y="38507"/>
                    <a:pt x="18856" y="38837"/>
                    <a:pt x="18780" y="39133"/>
                  </a:cubicBezTo>
                  <a:cubicBezTo>
                    <a:pt x="18741" y="39284"/>
                    <a:pt x="18702" y="39434"/>
                    <a:pt x="18656" y="39582"/>
                  </a:cubicBezTo>
                  <a:lnTo>
                    <a:pt x="18656" y="39582"/>
                  </a:lnTo>
                  <a:cubicBezTo>
                    <a:pt x="18683" y="39482"/>
                    <a:pt x="18697" y="39424"/>
                    <a:pt x="18704" y="39387"/>
                  </a:cubicBezTo>
                  <a:lnTo>
                    <a:pt x="18704" y="39387"/>
                  </a:lnTo>
                  <a:cubicBezTo>
                    <a:pt x="18682" y="39468"/>
                    <a:pt x="18660" y="39542"/>
                    <a:pt x="18644" y="39621"/>
                  </a:cubicBezTo>
                  <a:lnTo>
                    <a:pt x="18644" y="39621"/>
                  </a:lnTo>
                  <a:cubicBezTo>
                    <a:pt x="18623" y="39685"/>
                    <a:pt x="18601" y="39748"/>
                    <a:pt x="18577" y="39810"/>
                  </a:cubicBezTo>
                  <a:cubicBezTo>
                    <a:pt x="18755" y="39006"/>
                    <a:pt x="18882" y="38626"/>
                    <a:pt x="19068" y="37780"/>
                  </a:cubicBezTo>
                  <a:cubicBezTo>
                    <a:pt x="19092" y="37704"/>
                    <a:pt x="19104" y="37673"/>
                    <a:pt x="19108" y="37673"/>
                  </a:cubicBezTo>
                  <a:lnTo>
                    <a:pt x="19108" y="37673"/>
                  </a:lnTo>
                  <a:cubicBezTo>
                    <a:pt x="19124" y="37673"/>
                    <a:pt x="18959" y="38334"/>
                    <a:pt x="18966" y="38355"/>
                  </a:cubicBezTo>
                  <a:lnTo>
                    <a:pt x="19093" y="37881"/>
                  </a:lnTo>
                  <a:lnTo>
                    <a:pt x="19093" y="37881"/>
                  </a:lnTo>
                  <a:cubicBezTo>
                    <a:pt x="19092" y="37883"/>
                    <a:pt x="19092" y="37884"/>
                    <a:pt x="19091" y="37884"/>
                  </a:cubicBezTo>
                  <a:cubicBezTo>
                    <a:pt x="19075" y="37884"/>
                    <a:pt x="19254" y="37151"/>
                    <a:pt x="19225" y="37151"/>
                  </a:cubicBezTo>
                  <a:lnTo>
                    <a:pt x="19225" y="37151"/>
                  </a:lnTo>
                  <a:cubicBezTo>
                    <a:pt x="19221" y="37151"/>
                    <a:pt x="19214" y="37162"/>
                    <a:pt x="19203" y="37188"/>
                  </a:cubicBezTo>
                  <a:cubicBezTo>
                    <a:pt x="19068" y="37704"/>
                    <a:pt x="18941" y="38228"/>
                    <a:pt x="18806" y="38736"/>
                  </a:cubicBezTo>
                  <a:cubicBezTo>
                    <a:pt x="18670" y="39235"/>
                    <a:pt x="18535" y="39717"/>
                    <a:pt x="18416" y="40165"/>
                  </a:cubicBezTo>
                  <a:lnTo>
                    <a:pt x="18425" y="39243"/>
                  </a:lnTo>
                  <a:lnTo>
                    <a:pt x="18425" y="39176"/>
                  </a:lnTo>
                  <a:cubicBezTo>
                    <a:pt x="18188" y="40064"/>
                    <a:pt x="18391" y="39632"/>
                    <a:pt x="18349" y="39844"/>
                  </a:cubicBezTo>
                  <a:cubicBezTo>
                    <a:pt x="18307" y="40030"/>
                    <a:pt x="18264" y="40208"/>
                    <a:pt x="18205" y="40385"/>
                  </a:cubicBezTo>
                  <a:lnTo>
                    <a:pt x="18222" y="40284"/>
                  </a:lnTo>
                  <a:lnTo>
                    <a:pt x="18222" y="40284"/>
                  </a:lnTo>
                  <a:cubicBezTo>
                    <a:pt x="18087" y="40842"/>
                    <a:pt x="18205" y="40470"/>
                    <a:pt x="18070" y="40960"/>
                  </a:cubicBezTo>
                  <a:cubicBezTo>
                    <a:pt x="18051" y="41050"/>
                    <a:pt x="18046" y="41083"/>
                    <a:pt x="18048" y="41083"/>
                  </a:cubicBezTo>
                  <a:cubicBezTo>
                    <a:pt x="18054" y="41083"/>
                    <a:pt x="18123" y="40814"/>
                    <a:pt x="18129" y="40814"/>
                  </a:cubicBezTo>
                  <a:lnTo>
                    <a:pt x="18129" y="40814"/>
                  </a:lnTo>
                  <a:cubicBezTo>
                    <a:pt x="18130" y="40814"/>
                    <a:pt x="18128" y="40829"/>
                    <a:pt x="18120" y="40867"/>
                  </a:cubicBezTo>
                  <a:cubicBezTo>
                    <a:pt x="17968" y="41400"/>
                    <a:pt x="18095" y="41214"/>
                    <a:pt x="17824" y="42026"/>
                  </a:cubicBezTo>
                  <a:cubicBezTo>
                    <a:pt x="17824" y="41984"/>
                    <a:pt x="17765" y="42103"/>
                    <a:pt x="17900" y="41629"/>
                  </a:cubicBezTo>
                  <a:lnTo>
                    <a:pt x="17900" y="41629"/>
                  </a:lnTo>
                  <a:lnTo>
                    <a:pt x="17740" y="42086"/>
                  </a:lnTo>
                  <a:cubicBezTo>
                    <a:pt x="17892" y="41527"/>
                    <a:pt x="17799" y="41866"/>
                    <a:pt x="17960" y="41299"/>
                  </a:cubicBezTo>
                  <a:cubicBezTo>
                    <a:pt x="17998" y="41063"/>
                    <a:pt x="17967" y="41080"/>
                    <a:pt x="17992" y="40908"/>
                  </a:cubicBezTo>
                  <a:lnTo>
                    <a:pt x="17992" y="40908"/>
                  </a:lnTo>
                  <a:cubicBezTo>
                    <a:pt x="17967" y="41054"/>
                    <a:pt x="17936" y="41194"/>
                    <a:pt x="17892" y="41341"/>
                  </a:cubicBezTo>
                  <a:cubicBezTo>
                    <a:pt x="17857" y="41453"/>
                    <a:pt x="17843" y="41493"/>
                    <a:pt x="17840" y="41493"/>
                  </a:cubicBezTo>
                  <a:cubicBezTo>
                    <a:pt x="17833" y="41493"/>
                    <a:pt x="17892" y="41261"/>
                    <a:pt x="17892" y="41231"/>
                  </a:cubicBezTo>
                  <a:lnTo>
                    <a:pt x="17892" y="41231"/>
                  </a:lnTo>
                  <a:cubicBezTo>
                    <a:pt x="17782" y="41756"/>
                    <a:pt x="17697" y="41790"/>
                    <a:pt x="17596" y="42255"/>
                  </a:cubicBezTo>
                  <a:cubicBezTo>
                    <a:pt x="17664" y="42179"/>
                    <a:pt x="17630" y="42263"/>
                    <a:pt x="17748" y="41942"/>
                  </a:cubicBezTo>
                  <a:lnTo>
                    <a:pt x="17748" y="41942"/>
                  </a:lnTo>
                  <a:cubicBezTo>
                    <a:pt x="17676" y="42256"/>
                    <a:pt x="17542" y="42638"/>
                    <a:pt x="17507" y="42638"/>
                  </a:cubicBezTo>
                  <a:cubicBezTo>
                    <a:pt x="17506" y="42638"/>
                    <a:pt x="17504" y="42638"/>
                    <a:pt x="17503" y="42635"/>
                  </a:cubicBezTo>
                  <a:lnTo>
                    <a:pt x="17503" y="42635"/>
                  </a:lnTo>
                  <a:lnTo>
                    <a:pt x="17511" y="42712"/>
                  </a:lnTo>
                  <a:cubicBezTo>
                    <a:pt x="17486" y="42779"/>
                    <a:pt x="17410" y="43041"/>
                    <a:pt x="17393" y="43050"/>
                  </a:cubicBezTo>
                  <a:lnTo>
                    <a:pt x="17376" y="43168"/>
                  </a:lnTo>
                  <a:cubicBezTo>
                    <a:pt x="17486" y="42898"/>
                    <a:pt x="17571" y="42619"/>
                    <a:pt x="17647" y="42339"/>
                  </a:cubicBezTo>
                  <a:lnTo>
                    <a:pt x="17647" y="42339"/>
                  </a:lnTo>
                  <a:cubicBezTo>
                    <a:pt x="17639" y="42376"/>
                    <a:pt x="17640" y="42387"/>
                    <a:pt x="17645" y="42387"/>
                  </a:cubicBezTo>
                  <a:cubicBezTo>
                    <a:pt x="17652" y="42387"/>
                    <a:pt x="17667" y="42362"/>
                    <a:pt x="17674" y="42362"/>
                  </a:cubicBezTo>
                  <a:lnTo>
                    <a:pt x="17674" y="42362"/>
                  </a:lnTo>
                  <a:cubicBezTo>
                    <a:pt x="17684" y="42362"/>
                    <a:pt x="17679" y="42412"/>
                    <a:pt x="17613" y="42652"/>
                  </a:cubicBezTo>
                  <a:cubicBezTo>
                    <a:pt x="17588" y="42735"/>
                    <a:pt x="17578" y="42761"/>
                    <a:pt x="17575" y="42761"/>
                  </a:cubicBezTo>
                  <a:cubicBezTo>
                    <a:pt x="17568" y="42761"/>
                    <a:pt x="17581" y="42686"/>
                    <a:pt x="17572" y="42686"/>
                  </a:cubicBezTo>
                  <a:lnTo>
                    <a:pt x="17572" y="42686"/>
                  </a:lnTo>
                  <a:cubicBezTo>
                    <a:pt x="17571" y="42686"/>
                    <a:pt x="17571" y="42686"/>
                    <a:pt x="17571" y="42686"/>
                  </a:cubicBezTo>
                  <a:cubicBezTo>
                    <a:pt x="17410" y="43287"/>
                    <a:pt x="17317" y="43583"/>
                    <a:pt x="17215" y="43845"/>
                  </a:cubicBezTo>
                  <a:cubicBezTo>
                    <a:pt x="17122" y="44107"/>
                    <a:pt x="17029" y="44336"/>
                    <a:pt x="16894" y="44810"/>
                  </a:cubicBezTo>
                  <a:cubicBezTo>
                    <a:pt x="16928" y="44683"/>
                    <a:pt x="16987" y="44488"/>
                    <a:pt x="17063" y="44260"/>
                  </a:cubicBezTo>
                  <a:cubicBezTo>
                    <a:pt x="17088" y="44150"/>
                    <a:pt x="17131" y="44031"/>
                    <a:pt x="17165" y="43913"/>
                  </a:cubicBezTo>
                  <a:cubicBezTo>
                    <a:pt x="17198" y="43786"/>
                    <a:pt x="17232" y="43667"/>
                    <a:pt x="17266" y="43558"/>
                  </a:cubicBezTo>
                  <a:lnTo>
                    <a:pt x="17266" y="43558"/>
                  </a:lnTo>
                  <a:cubicBezTo>
                    <a:pt x="17165" y="43820"/>
                    <a:pt x="17097" y="44141"/>
                    <a:pt x="17004" y="44403"/>
                  </a:cubicBezTo>
                  <a:cubicBezTo>
                    <a:pt x="17039" y="44279"/>
                    <a:pt x="17056" y="44208"/>
                    <a:pt x="17050" y="44208"/>
                  </a:cubicBezTo>
                  <a:lnTo>
                    <a:pt x="17050" y="44208"/>
                  </a:lnTo>
                  <a:cubicBezTo>
                    <a:pt x="17043" y="44208"/>
                    <a:pt x="17018" y="44266"/>
                    <a:pt x="16970" y="44395"/>
                  </a:cubicBezTo>
                  <a:lnTo>
                    <a:pt x="16953" y="44513"/>
                  </a:lnTo>
                  <a:cubicBezTo>
                    <a:pt x="16910" y="44651"/>
                    <a:pt x="16835" y="44888"/>
                    <a:pt x="16804" y="44964"/>
                  </a:cubicBezTo>
                  <a:lnTo>
                    <a:pt x="16804" y="44964"/>
                  </a:lnTo>
                  <a:cubicBezTo>
                    <a:pt x="16828" y="44915"/>
                    <a:pt x="16851" y="44866"/>
                    <a:pt x="16867" y="44813"/>
                  </a:cubicBezTo>
                  <a:lnTo>
                    <a:pt x="16867" y="44813"/>
                  </a:lnTo>
                  <a:cubicBezTo>
                    <a:pt x="16754" y="45243"/>
                    <a:pt x="16531" y="45998"/>
                    <a:pt x="16285" y="46696"/>
                  </a:cubicBezTo>
                  <a:cubicBezTo>
                    <a:pt x="16278" y="46649"/>
                    <a:pt x="16478" y="46019"/>
                    <a:pt x="16465" y="46019"/>
                  </a:cubicBezTo>
                  <a:lnTo>
                    <a:pt x="16465" y="46019"/>
                  </a:lnTo>
                  <a:cubicBezTo>
                    <a:pt x="16462" y="46019"/>
                    <a:pt x="16444" y="46062"/>
                    <a:pt x="16403" y="46171"/>
                  </a:cubicBezTo>
                  <a:cubicBezTo>
                    <a:pt x="16319" y="46527"/>
                    <a:pt x="16209" y="46882"/>
                    <a:pt x="16073" y="47229"/>
                  </a:cubicBezTo>
                  <a:cubicBezTo>
                    <a:pt x="16085" y="47183"/>
                    <a:pt x="16088" y="47165"/>
                    <a:pt x="16085" y="47165"/>
                  </a:cubicBezTo>
                  <a:lnTo>
                    <a:pt x="16085" y="47165"/>
                  </a:lnTo>
                  <a:cubicBezTo>
                    <a:pt x="16074" y="47165"/>
                    <a:pt x="15975" y="47441"/>
                    <a:pt x="15964" y="47441"/>
                  </a:cubicBezTo>
                  <a:cubicBezTo>
                    <a:pt x="15964" y="47441"/>
                    <a:pt x="15963" y="47441"/>
                    <a:pt x="15963" y="47440"/>
                  </a:cubicBezTo>
                  <a:lnTo>
                    <a:pt x="15760" y="48168"/>
                  </a:lnTo>
                  <a:cubicBezTo>
                    <a:pt x="15642" y="48515"/>
                    <a:pt x="15498" y="48912"/>
                    <a:pt x="15405" y="49225"/>
                  </a:cubicBezTo>
                  <a:cubicBezTo>
                    <a:pt x="15439" y="49124"/>
                    <a:pt x="15481" y="48980"/>
                    <a:pt x="15540" y="48811"/>
                  </a:cubicBezTo>
                  <a:lnTo>
                    <a:pt x="15540" y="48811"/>
                  </a:lnTo>
                  <a:cubicBezTo>
                    <a:pt x="15481" y="49056"/>
                    <a:pt x="15405" y="49293"/>
                    <a:pt x="15303" y="49521"/>
                  </a:cubicBezTo>
                  <a:cubicBezTo>
                    <a:pt x="15219" y="49758"/>
                    <a:pt x="15109" y="50004"/>
                    <a:pt x="15007" y="50317"/>
                  </a:cubicBezTo>
                  <a:lnTo>
                    <a:pt x="15092" y="50029"/>
                  </a:lnTo>
                  <a:lnTo>
                    <a:pt x="15092" y="50029"/>
                  </a:lnTo>
                  <a:cubicBezTo>
                    <a:pt x="14914" y="50494"/>
                    <a:pt x="14796" y="50858"/>
                    <a:pt x="14669" y="51230"/>
                  </a:cubicBezTo>
                  <a:lnTo>
                    <a:pt x="14652" y="51213"/>
                  </a:lnTo>
                  <a:cubicBezTo>
                    <a:pt x="14618" y="51374"/>
                    <a:pt x="14576" y="51535"/>
                    <a:pt x="14517" y="51687"/>
                  </a:cubicBezTo>
                  <a:cubicBezTo>
                    <a:pt x="14441" y="51915"/>
                    <a:pt x="14348" y="52161"/>
                    <a:pt x="14322" y="52245"/>
                  </a:cubicBezTo>
                  <a:cubicBezTo>
                    <a:pt x="14525" y="51687"/>
                    <a:pt x="14618" y="51442"/>
                    <a:pt x="14711" y="51205"/>
                  </a:cubicBezTo>
                  <a:cubicBezTo>
                    <a:pt x="14804" y="50968"/>
                    <a:pt x="14897" y="50740"/>
                    <a:pt x="15092" y="50190"/>
                  </a:cubicBezTo>
                  <a:lnTo>
                    <a:pt x="15092" y="50190"/>
                  </a:lnTo>
                  <a:cubicBezTo>
                    <a:pt x="14974" y="50613"/>
                    <a:pt x="14872" y="50909"/>
                    <a:pt x="14737" y="51366"/>
                  </a:cubicBezTo>
                  <a:cubicBezTo>
                    <a:pt x="14711" y="51450"/>
                    <a:pt x="14677" y="51535"/>
                    <a:pt x="14635" y="51611"/>
                  </a:cubicBezTo>
                  <a:cubicBezTo>
                    <a:pt x="14601" y="51772"/>
                    <a:pt x="14559" y="51924"/>
                    <a:pt x="14508" y="52076"/>
                  </a:cubicBezTo>
                  <a:lnTo>
                    <a:pt x="14466" y="52152"/>
                  </a:lnTo>
                  <a:cubicBezTo>
                    <a:pt x="14161" y="52897"/>
                    <a:pt x="14263" y="52854"/>
                    <a:pt x="13967" y="53557"/>
                  </a:cubicBezTo>
                  <a:cubicBezTo>
                    <a:pt x="13960" y="53566"/>
                    <a:pt x="13956" y="53571"/>
                    <a:pt x="13954" y="53571"/>
                  </a:cubicBezTo>
                  <a:cubicBezTo>
                    <a:pt x="13924" y="53571"/>
                    <a:pt x="14173" y="52896"/>
                    <a:pt x="14314" y="52482"/>
                  </a:cubicBezTo>
                  <a:lnTo>
                    <a:pt x="14314" y="52482"/>
                  </a:lnTo>
                  <a:cubicBezTo>
                    <a:pt x="14292" y="52526"/>
                    <a:pt x="14281" y="52545"/>
                    <a:pt x="14277" y="52545"/>
                  </a:cubicBezTo>
                  <a:cubicBezTo>
                    <a:pt x="14261" y="52545"/>
                    <a:pt x="14453" y="52059"/>
                    <a:pt x="14432" y="52059"/>
                  </a:cubicBezTo>
                  <a:lnTo>
                    <a:pt x="14432" y="52059"/>
                  </a:lnTo>
                  <a:cubicBezTo>
                    <a:pt x="14428" y="52059"/>
                    <a:pt x="14412" y="52083"/>
                    <a:pt x="14381" y="52144"/>
                  </a:cubicBezTo>
                  <a:lnTo>
                    <a:pt x="14322" y="52364"/>
                  </a:lnTo>
                  <a:cubicBezTo>
                    <a:pt x="14274" y="52478"/>
                    <a:pt x="14248" y="52526"/>
                    <a:pt x="14243" y="52526"/>
                  </a:cubicBezTo>
                  <a:cubicBezTo>
                    <a:pt x="14238" y="52526"/>
                    <a:pt x="14251" y="52484"/>
                    <a:pt x="14280" y="52414"/>
                  </a:cubicBezTo>
                  <a:lnTo>
                    <a:pt x="14280" y="52414"/>
                  </a:lnTo>
                  <a:cubicBezTo>
                    <a:pt x="14229" y="52524"/>
                    <a:pt x="14187" y="52634"/>
                    <a:pt x="14161" y="52753"/>
                  </a:cubicBezTo>
                  <a:cubicBezTo>
                    <a:pt x="13996" y="53180"/>
                    <a:pt x="13956" y="53266"/>
                    <a:pt x="13947" y="53266"/>
                  </a:cubicBezTo>
                  <a:cubicBezTo>
                    <a:pt x="13941" y="53266"/>
                    <a:pt x="13949" y="53228"/>
                    <a:pt x="13941" y="53228"/>
                  </a:cubicBezTo>
                  <a:cubicBezTo>
                    <a:pt x="13931" y="53228"/>
                    <a:pt x="13887" y="53310"/>
                    <a:pt x="13722" y="53717"/>
                  </a:cubicBezTo>
                  <a:cubicBezTo>
                    <a:pt x="13753" y="53600"/>
                    <a:pt x="13864" y="53331"/>
                    <a:pt x="13847" y="53331"/>
                  </a:cubicBezTo>
                  <a:lnTo>
                    <a:pt x="13847" y="53331"/>
                  </a:lnTo>
                  <a:cubicBezTo>
                    <a:pt x="13845" y="53331"/>
                    <a:pt x="13843" y="53333"/>
                    <a:pt x="13840" y="53337"/>
                  </a:cubicBezTo>
                  <a:lnTo>
                    <a:pt x="14077" y="52744"/>
                  </a:lnTo>
                  <a:lnTo>
                    <a:pt x="14060" y="52727"/>
                  </a:lnTo>
                  <a:cubicBezTo>
                    <a:pt x="13848" y="53235"/>
                    <a:pt x="13671" y="53760"/>
                    <a:pt x="13527" y="54292"/>
                  </a:cubicBezTo>
                  <a:cubicBezTo>
                    <a:pt x="13627" y="54011"/>
                    <a:pt x="13655" y="53947"/>
                    <a:pt x="13664" y="53947"/>
                  </a:cubicBezTo>
                  <a:cubicBezTo>
                    <a:pt x="13671" y="53947"/>
                    <a:pt x="13665" y="53992"/>
                    <a:pt x="13675" y="53992"/>
                  </a:cubicBezTo>
                  <a:cubicBezTo>
                    <a:pt x="13683" y="53992"/>
                    <a:pt x="13700" y="53966"/>
                    <a:pt x="13738" y="53878"/>
                  </a:cubicBezTo>
                  <a:lnTo>
                    <a:pt x="13738" y="53878"/>
                  </a:lnTo>
                  <a:cubicBezTo>
                    <a:pt x="13705" y="53988"/>
                    <a:pt x="13662" y="54098"/>
                    <a:pt x="13612" y="54208"/>
                  </a:cubicBezTo>
                  <a:cubicBezTo>
                    <a:pt x="13596" y="54256"/>
                    <a:pt x="13482" y="54567"/>
                    <a:pt x="13497" y="54567"/>
                  </a:cubicBezTo>
                  <a:cubicBezTo>
                    <a:pt x="13498" y="54567"/>
                    <a:pt x="13498" y="54567"/>
                    <a:pt x="13499" y="54566"/>
                  </a:cubicBezTo>
                  <a:lnTo>
                    <a:pt x="13499" y="54566"/>
                  </a:lnTo>
                  <a:cubicBezTo>
                    <a:pt x="13373" y="54701"/>
                    <a:pt x="12883" y="55854"/>
                    <a:pt x="12831" y="55854"/>
                  </a:cubicBezTo>
                  <a:cubicBezTo>
                    <a:pt x="12825" y="55854"/>
                    <a:pt x="12825" y="55837"/>
                    <a:pt x="12833" y="55798"/>
                  </a:cubicBezTo>
                  <a:lnTo>
                    <a:pt x="12833" y="55798"/>
                  </a:lnTo>
                  <a:cubicBezTo>
                    <a:pt x="12740" y="56001"/>
                    <a:pt x="12580" y="56424"/>
                    <a:pt x="12376" y="56915"/>
                  </a:cubicBezTo>
                  <a:cubicBezTo>
                    <a:pt x="12173" y="57406"/>
                    <a:pt x="11937" y="57947"/>
                    <a:pt x="11750" y="58395"/>
                  </a:cubicBezTo>
                  <a:lnTo>
                    <a:pt x="11801" y="58184"/>
                  </a:lnTo>
                  <a:lnTo>
                    <a:pt x="11801" y="58184"/>
                  </a:lnTo>
                  <a:cubicBezTo>
                    <a:pt x="11336" y="59097"/>
                    <a:pt x="11480" y="59030"/>
                    <a:pt x="11251" y="59580"/>
                  </a:cubicBezTo>
                  <a:cubicBezTo>
                    <a:pt x="11291" y="59476"/>
                    <a:pt x="11304" y="59435"/>
                    <a:pt x="11301" y="59435"/>
                  </a:cubicBezTo>
                  <a:lnTo>
                    <a:pt x="11301" y="59435"/>
                  </a:lnTo>
                  <a:cubicBezTo>
                    <a:pt x="11296" y="59435"/>
                    <a:pt x="11258" y="59514"/>
                    <a:pt x="11209" y="59622"/>
                  </a:cubicBezTo>
                  <a:cubicBezTo>
                    <a:pt x="11116" y="59816"/>
                    <a:pt x="10981" y="60079"/>
                    <a:pt x="10930" y="60172"/>
                  </a:cubicBezTo>
                  <a:cubicBezTo>
                    <a:pt x="10752" y="60612"/>
                    <a:pt x="10625" y="60967"/>
                    <a:pt x="10346" y="61568"/>
                  </a:cubicBezTo>
                  <a:cubicBezTo>
                    <a:pt x="10211" y="61711"/>
                    <a:pt x="10101" y="61872"/>
                    <a:pt x="10033" y="62058"/>
                  </a:cubicBezTo>
                  <a:cubicBezTo>
                    <a:pt x="9991" y="62143"/>
                    <a:pt x="9966" y="62236"/>
                    <a:pt x="9923" y="62320"/>
                  </a:cubicBezTo>
                  <a:cubicBezTo>
                    <a:pt x="9737" y="62701"/>
                    <a:pt x="9509" y="63217"/>
                    <a:pt x="9382" y="63446"/>
                  </a:cubicBezTo>
                  <a:lnTo>
                    <a:pt x="9399" y="63395"/>
                  </a:lnTo>
                  <a:lnTo>
                    <a:pt x="9399" y="63395"/>
                  </a:lnTo>
                  <a:cubicBezTo>
                    <a:pt x="9277" y="63625"/>
                    <a:pt x="9233" y="63737"/>
                    <a:pt x="9245" y="63737"/>
                  </a:cubicBezTo>
                  <a:cubicBezTo>
                    <a:pt x="9255" y="63737"/>
                    <a:pt x="9302" y="63665"/>
                    <a:pt x="9373" y="63522"/>
                  </a:cubicBezTo>
                  <a:lnTo>
                    <a:pt x="9373" y="63522"/>
                  </a:lnTo>
                  <a:lnTo>
                    <a:pt x="9196" y="63928"/>
                  </a:lnTo>
                  <a:lnTo>
                    <a:pt x="9179" y="63936"/>
                  </a:lnTo>
                  <a:cubicBezTo>
                    <a:pt x="9060" y="64207"/>
                    <a:pt x="8950" y="64478"/>
                    <a:pt x="8815" y="64774"/>
                  </a:cubicBezTo>
                  <a:cubicBezTo>
                    <a:pt x="8680" y="65078"/>
                    <a:pt x="8519" y="65408"/>
                    <a:pt x="8308" y="65831"/>
                  </a:cubicBezTo>
                  <a:cubicBezTo>
                    <a:pt x="8320" y="65800"/>
                    <a:pt x="8322" y="65788"/>
                    <a:pt x="8319" y="65788"/>
                  </a:cubicBezTo>
                  <a:lnTo>
                    <a:pt x="8319" y="65788"/>
                  </a:lnTo>
                  <a:cubicBezTo>
                    <a:pt x="8303" y="65788"/>
                    <a:pt x="8175" y="66011"/>
                    <a:pt x="8165" y="66011"/>
                  </a:cubicBezTo>
                  <a:cubicBezTo>
                    <a:pt x="8158" y="66011"/>
                    <a:pt x="8193" y="65933"/>
                    <a:pt x="8316" y="65687"/>
                  </a:cubicBezTo>
                  <a:lnTo>
                    <a:pt x="8316" y="65687"/>
                  </a:lnTo>
                  <a:cubicBezTo>
                    <a:pt x="8293" y="65742"/>
                    <a:pt x="8287" y="65762"/>
                    <a:pt x="8290" y="65762"/>
                  </a:cubicBezTo>
                  <a:cubicBezTo>
                    <a:pt x="8302" y="65762"/>
                    <a:pt x="8409" y="65569"/>
                    <a:pt x="8434" y="65543"/>
                  </a:cubicBezTo>
                  <a:cubicBezTo>
                    <a:pt x="8578" y="65273"/>
                    <a:pt x="8680" y="65011"/>
                    <a:pt x="8739" y="64884"/>
                  </a:cubicBezTo>
                  <a:lnTo>
                    <a:pt x="8739" y="64884"/>
                  </a:lnTo>
                  <a:cubicBezTo>
                    <a:pt x="8724" y="64906"/>
                    <a:pt x="8712" y="64916"/>
                    <a:pt x="8705" y="64916"/>
                  </a:cubicBezTo>
                  <a:cubicBezTo>
                    <a:pt x="8684" y="64916"/>
                    <a:pt x="8695" y="64835"/>
                    <a:pt x="8739" y="64723"/>
                  </a:cubicBezTo>
                  <a:lnTo>
                    <a:pt x="8739" y="64723"/>
                  </a:lnTo>
                  <a:cubicBezTo>
                    <a:pt x="8502" y="65281"/>
                    <a:pt x="7690" y="66779"/>
                    <a:pt x="7690" y="66939"/>
                  </a:cubicBezTo>
                  <a:cubicBezTo>
                    <a:pt x="7521" y="67278"/>
                    <a:pt x="7318" y="67658"/>
                    <a:pt x="7106" y="68047"/>
                  </a:cubicBezTo>
                  <a:cubicBezTo>
                    <a:pt x="6895" y="68445"/>
                    <a:pt x="6683" y="68851"/>
                    <a:pt x="6472" y="69223"/>
                  </a:cubicBezTo>
                  <a:cubicBezTo>
                    <a:pt x="6487" y="69201"/>
                    <a:pt x="6521" y="69153"/>
                    <a:pt x="6524" y="69153"/>
                  </a:cubicBezTo>
                  <a:lnTo>
                    <a:pt x="6524" y="69153"/>
                  </a:lnTo>
                  <a:cubicBezTo>
                    <a:pt x="6524" y="69153"/>
                    <a:pt x="6524" y="69154"/>
                    <a:pt x="6523" y="69156"/>
                  </a:cubicBezTo>
                  <a:lnTo>
                    <a:pt x="6150" y="69790"/>
                  </a:lnTo>
                  <a:lnTo>
                    <a:pt x="6218" y="69638"/>
                  </a:lnTo>
                  <a:lnTo>
                    <a:pt x="6218" y="69638"/>
                  </a:lnTo>
                  <a:cubicBezTo>
                    <a:pt x="6142" y="69782"/>
                    <a:pt x="6049" y="69917"/>
                    <a:pt x="5964" y="70052"/>
                  </a:cubicBezTo>
                  <a:cubicBezTo>
                    <a:pt x="5961" y="70057"/>
                    <a:pt x="5958" y="70059"/>
                    <a:pt x="5957" y="70059"/>
                  </a:cubicBezTo>
                  <a:cubicBezTo>
                    <a:pt x="5948" y="70059"/>
                    <a:pt x="6025" y="69907"/>
                    <a:pt x="6108" y="69748"/>
                  </a:cubicBezTo>
                  <a:cubicBezTo>
                    <a:pt x="6143" y="69673"/>
                    <a:pt x="6181" y="69609"/>
                    <a:pt x="6186" y="69609"/>
                  </a:cubicBezTo>
                  <a:lnTo>
                    <a:pt x="6186" y="69609"/>
                  </a:lnTo>
                  <a:cubicBezTo>
                    <a:pt x="6188" y="69609"/>
                    <a:pt x="6186" y="69615"/>
                    <a:pt x="6180" y="69629"/>
                  </a:cubicBezTo>
                  <a:lnTo>
                    <a:pt x="6180" y="69629"/>
                  </a:lnTo>
                  <a:cubicBezTo>
                    <a:pt x="6222" y="69541"/>
                    <a:pt x="6236" y="69508"/>
                    <a:pt x="6233" y="69508"/>
                  </a:cubicBezTo>
                  <a:lnTo>
                    <a:pt x="6233" y="69508"/>
                  </a:lnTo>
                  <a:cubicBezTo>
                    <a:pt x="6225" y="69508"/>
                    <a:pt x="6072" y="69793"/>
                    <a:pt x="6062" y="69793"/>
                  </a:cubicBezTo>
                  <a:cubicBezTo>
                    <a:pt x="6060" y="69793"/>
                    <a:pt x="6068" y="69773"/>
                    <a:pt x="6091" y="69722"/>
                  </a:cubicBezTo>
                  <a:cubicBezTo>
                    <a:pt x="6159" y="69612"/>
                    <a:pt x="6227" y="69460"/>
                    <a:pt x="6269" y="69376"/>
                  </a:cubicBezTo>
                  <a:lnTo>
                    <a:pt x="6269" y="69376"/>
                  </a:lnTo>
                  <a:cubicBezTo>
                    <a:pt x="6125" y="69638"/>
                    <a:pt x="6023" y="69832"/>
                    <a:pt x="5939" y="70002"/>
                  </a:cubicBezTo>
                  <a:cubicBezTo>
                    <a:pt x="5854" y="70162"/>
                    <a:pt x="5761" y="70315"/>
                    <a:pt x="5660" y="70458"/>
                  </a:cubicBezTo>
                  <a:cubicBezTo>
                    <a:pt x="5465" y="70890"/>
                    <a:pt x="5245" y="71304"/>
                    <a:pt x="5000" y="71702"/>
                  </a:cubicBezTo>
                  <a:cubicBezTo>
                    <a:pt x="5010" y="71678"/>
                    <a:pt x="5014" y="71668"/>
                    <a:pt x="5012" y="71668"/>
                  </a:cubicBezTo>
                  <a:lnTo>
                    <a:pt x="5012" y="71668"/>
                  </a:lnTo>
                  <a:cubicBezTo>
                    <a:pt x="5002" y="71668"/>
                    <a:pt x="4814" y="72020"/>
                    <a:pt x="4802" y="72020"/>
                  </a:cubicBezTo>
                  <a:cubicBezTo>
                    <a:pt x="4800" y="72020"/>
                    <a:pt x="4805" y="72003"/>
                    <a:pt x="4822" y="71964"/>
                  </a:cubicBezTo>
                  <a:lnTo>
                    <a:pt x="4822" y="71964"/>
                  </a:lnTo>
                  <a:cubicBezTo>
                    <a:pt x="4738" y="72159"/>
                    <a:pt x="4467" y="72565"/>
                    <a:pt x="4442" y="72649"/>
                  </a:cubicBezTo>
                  <a:cubicBezTo>
                    <a:pt x="4475" y="72573"/>
                    <a:pt x="4594" y="72370"/>
                    <a:pt x="4687" y="72235"/>
                  </a:cubicBezTo>
                  <a:lnTo>
                    <a:pt x="4687" y="72235"/>
                  </a:lnTo>
                  <a:cubicBezTo>
                    <a:pt x="4577" y="72429"/>
                    <a:pt x="4585" y="72463"/>
                    <a:pt x="4442" y="72700"/>
                  </a:cubicBezTo>
                  <a:cubicBezTo>
                    <a:pt x="4434" y="72711"/>
                    <a:pt x="4430" y="72714"/>
                    <a:pt x="4428" y="72714"/>
                  </a:cubicBezTo>
                  <a:cubicBezTo>
                    <a:pt x="4425" y="72714"/>
                    <a:pt x="4425" y="72709"/>
                    <a:pt x="4425" y="72709"/>
                  </a:cubicBezTo>
                  <a:cubicBezTo>
                    <a:pt x="4264" y="73022"/>
                    <a:pt x="4425" y="72844"/>
                    <a:pt x="4112" y="73385"/>
                  </a:cubicBezTo>
                  <a:cubicBezTo>
                    <a:pt x="3861" y="73819"/>
                    <a:pt x="3768" y="73966"/>
                    <a:pt x="3757" y="73966"/>
                  </a:cubicBezTo>
                  <a:cubicBezTo>
                    <a:pt x="3732" y="73966"/>
                    <a:pt x="4062" y="73327"/>
                    <a:pt x="4048" y="73327"/>
                  </a:cubicBezTo>
                  <a:lnTo>
                    <a:pt x="4048" y="73327"/>
                  </a:lnTo>
                  <a:cubicBezTo>
                    <a:pt x="4047" y="73327"/>
                    <a:pt x="4043" y="73332"/>
                    <a:pt x="4036" y="73343"/>
                  </a:cubicBezTo>
                  <a:cubicBezTo>
                    <a:pt x="4019" y="73402"/>
                    <a:pt x="3663" y="74037"/>
                    <a:pt x="3486" y="74307"/>
                  </a:cubicBezTo>
                  <a:lnTo>
                    <a:pt x="3519" y="74231"/>
                  </a:lnTo>
                  <a:lnTo>
                    <a:pt x="3519" y="74231"/>
                  </a:lnTo>
                  <a:cubicBezTo>
                    <a:pt x="3435" y="74409"/>
                    <a:pt x="3333" y="74578"/>
                    <a:pt x="3223" y="74747"/>
                  </a:cubicBezTo>
                  <a:cubicBezTo>
                    <a:pt x="3198" y="74849"/>
                    <a:pt x="3113" y="75026"/>
                    <a:pt x="3071" y="75136"/>
                  </a:cubicBezTo>
                  <a:lnTo>
                    <a:pt x="2690" y="75771"/>
                  </a:lnTo>
                  <a:lnTo>
                    <a:pt x="2690" y="75771"/>
                  </a:lnTo>
                  <a:lnTo>
                    <a:pt x="2758" y="75627"/>
                  </a:lnTo>
                  <a:lnTo>
                    <a:pt x="2758" y="75627"/>
                  </a:lnTo>
                  <a:cubicBezTo>
                    <a:pt x="2674" y="75779"/>
                    <a:pt x="2597" y="75906"/>
                    <a:pt x="2521" y="76033"/>
                  </a:cubicBezTo>
                  <a:cubicBezTo>
                    <a:pt x="2517" y="76037"/>
                    <a:pt x="2515" y="76039"/>
                    <a:pt x="2513" y="76039"/>
                  </a:cubicBezTo>
                  <a:cubicBezTo>
                    <a:pt x="2502" y="76039"/>
                    <a:pt x="2607" y="75870"/>
                    <a:pt x="2699" y="75695"/>
                  </a:cubicBezTo>
                  <a:lnTo>
                    <a:pt x="2699" y="75695"/>
                  </a:lnTo>
                  <a:cubicBezTo>
                    <a:pt x="2606" y="75813"/>
                    <a:pt x="2530" y="75940"/>
                    <a:pt x="2479" y="76075"/>
                  </a:cubicBezTo>
                  <a:lnTo>
                    <a:pt x="2521" y="75999"/>
                  </a:lnTo>
                  <a:lnTo>
                    <a:pt x="2521" y="75999"/>
                  </a:lnTo>
                  <a:cubicBezTo>
                    <a:pt x="2459" y="76123"/>
                    <a:pt x="2260" y="76480"/>
                    <a:pt x="2276" y="76480"/>
                  </a:cubicBezTo>
                  <a:cubicBezTo>
                    <a:pt x="2282" y="76480"/>
                    <a:pt x="2316" y="76434"/>
                    <a:pt x="2394" y="76312"/>
                  </a:cubicBezTo>
                  <a:lnTo>
                    <a:pt x="2394" y="76312"/>
                  </a:lnTo>
                  <a:cubicBezTo>
                    <a:pt x="2200" y="76668"/>
                    <a:pt x="2090" y="76761"/>
                    <a:pt x="1955" y="77006"/>
                  </a:cubicBezTo>
                  <a:cubicBezTo>
                    <a:pt x="1954" y="77006"/>
                    <a:pt x="1954" y="77006"/>
                    <a:pt x="1953" y="77006"/>
                  </a:cubicBezTo>
                  <a:cubicBezTo>
                    <a:pt x="1938" y="77006"/>
                    <a:pt x="2009" y="76878"/>
                    <a:pt x="2000" y="76878"/>
                  </a:cubicBezTo>
                  <a:lnTo>
                    <a:pt x="2000" y="76878"/>
                  </a:lnTo>
                  <a:cubicBezTo>
                    <a:pt x="1998" y="76878"/>
                    <a:pt x="1989" y="76888"/>
                    <a:pt x="1971" y="76913"/>
                  </a:cubicBezTo>
                  <a:cubicBezTo>
                    <a:pt x="1828" y="77141"/>
                    <a:pt x="1726" y="77294"/>
                    <a:pt x="1616" y="77488"/>
                  </a:cubicBezTo>
                  <a:cubicBezTo>
                    <a:pt x="1659" y="77424"/>
                    <a:pt x="1668" y="77414"/>
                    <a:pt x="1672" y="77414"/>
                  </a:cubicBezTo>
                  <a:cubicBezTo>
                    <a:pt x="1674" y="77414"/>
                    <a:pt x="1674" y="77416"/>
                    <a:pt x="1676" y="77416"/>
                  </a:cubicBezTo>
                  <a:cubicBezTo>
                    <a:pt x="1682" y="77416"/>
                    <a:pt x="1698" y="77399"/>
                    <a:pt x="1785" y="77268"/>
                  </a:cubicBezTo>
                  <a:lnTo>
                    <a:pt x="1785" y="77268"/>
                  </a:lnTo>
                  <a:cubicBezTo>
                    <a:pt x="1727" y="77377"/>
                    <a:pt x="1545" y="77674"/>
                    <a:pt x="1556" y="77674"/>
                  </a:cubicBezTo>
                  <a:cubicBezTo>
                    <a:pt x="1556" y="77674"/>
                    <a:pt x="1557" y="77674"/>
                    <a:pt x="1557" y="77674"/>
                  </a:cubicBezTo>
                  <a:cubicBezTo>
                    <a:pt x="1616" y="77556"/>
                    <a:pt x="1684" y="77446"/>
                    <a:pt x="1760" y="77344"/>
                  </a:cubicBezTo>
                  <a:lnTo>
                    <a:pt x="1760" y="77344"/>
                  </a:lnTo>
                  <a:cubicBezTo>
                    <a:pt x="1574" y="77666"/>
                    <a:pt x="1362" y="77987"/>
                    <a:pt x="1151" y="78300"/>
                  </a:cubicBezTo>
                  <a:cubicBezTo>
                    <a:pt x="1168" y="78275"/>
                    <a:pt x="1176" y="78249"/>
                    <a:pt x="1193" y="78216"/>
                  </a:cubicBezTo>
                  <a:lnTo>
                    <a:pt x="1193" y="78216"/>
                  </a:lnTo>
                  <a:cubicBezTo>
                    <a:pt x="956" y="78647"/>
                    <a:pt x="559" y="79273"/>
                    <a:pt x="406" y="79569"/>
                  </a:cubicBezTo>
                  <a:lnTo>
                    <a:pt x="491" y="79451"/>
                  </a:lnTo>
                  <a:cubicBezTo>
                    <a:pt x="559" y="79315"/>
                    <a:pt x="643" y="79188"/>
                    <a:pt x="736" y="79062"/>
                  </a:cubicBezTo>
                  <a:lnTo>
                    <a:pt x="736" y="79062"/>
                  </a:lnTo>
                  <a:cubicBezTo>
                    <a:pt x="686" y="79144"/>
                    <a:pt x="673" y="79171"/>
                    <a:pt x="677" y="79171"/>
                  </a:cubicBezTo>
                  <a:cubicBezTo>
                    <a:pt x="684" y="79171"/>
                    <a:pt x="752" y="79078"/>
                    <a:pt x="762" y="79078"/>
                  </a:cubicBezTo>
                  <a:lnTo>
                    <a:pt x="762" y="79078"/>
                  </a:lnTo>
                  <a:cubicBezTo>
                    <a:pt x="767" y="79078"/>
                    <a:pt x="754" y="79107"/>
                    <a:pt x="703" y="79197"/>
                  </a:cubicBezTo>
                  <a:cubicBezTo>
                    <a:pt x="423" y="79662"/>
                    <a:pt x="127" y="80043"/>
                    <a:pt x="0" y="80305"/>
                  </a:cubicBezTo>
                  <a:lnTo>
                    <a:pt x="466" y="79628"/>
                  </a:lnTo>
                  <a:cubicBezTo>
                    <a:pt x="609" y="79408"/>
                    <a:pt x="728" y="79214"/>
                    <a:pt x="779" y="79129"/>
                  </a:cubicBezTo>
                  <a:lnTo>
                    <a:pt x="779" y="79129"/>
                  </a:lnTo>
                  <a:lnTo>
                    <a:pt x="601" y="79408"/>
                  </a:lnTo>
                  <a:lnTo>
                    <a:pt x="965" y="78740"/>
                  </a:lnTo>
                  <a:cubicBezTo>
                    <a:pt x="998" y="78724"/>
                    <a:pt x="1298" y="78198"/>
                    <a:pt x="1327" y="78198"/>
                  </a:cubicBezTo>
                  <a:cubicBezTo>
                    <a:pt x="1328" y="78198"/>
                    <a:pt x="1328" y="78198"/>
                    <a:pt x="1329" y="78199"/>
                  </a:cubicBezTo>
                  <a:cubicBezTo>
                    <a:pt x="1193" y="78419"/>
                    <a:pt x="1066" y="78622"/>
                    <a:pt x="965" y="78791"/>
                  </a:cubicBezTo>
                  <a:cubicBezTo>
                    <a:pt x="999" y="78757"/>
                    <a:pt x="1337" y="78207"/>
                    <a:pt x="1489" y="77979"/>
                  </a:cubicBezTo>
                  <a:lnTo>
                    <a:pt x="1489" y="77979"/>
                  </a:lnTo>
                  <a:lnTo>
                    <a:pt x="1295" y="78266"/>
                  </a:lnTo>
                  <a:cubicBezTo>
                    <a:pt x="1605" y="77738"/>
                    <a:pt x="2031" y="77086"/>
                    <a:pt x="2319" y="76564"/>
                  </a:cubicBezTo>
                  <a:lnTo>
                    <a:pt x="2319" y="76564"/>
                  </a:lnTo>
                  <a:cubicBezTo>
                    <a:pt x="2281" y="76632"/>
                    <a:pt x="2268" y="76659"/>
                    <a:pt x="2271" y="76659"/>
                  </a:cubicBezTo>
                  <a:cubicBezTo>
                    <a:pt x="2280" y="76659"/>
                    <a:pt x="2495" y="76312"/>
                    <a:pt x="2511" y="76312"/>
                  </a:cubicBezTo>
                  <a:lnTo>
                    <a:pt x="2511" y="76312"/>
                  </a:lnTo>
                  <a:cubicBezTo>
                    <a:pt x="2515" y="76312"/>
                    <a:pt x="2506" y="76333"/>
                    <a:pt x="2479" y="76388"/>
                  </a:cubicBezTo>
                  <a:cubicBezTo>
                    <a:pt x="2420" y="76481"/>
                    <a:pt x="2369" y="76574"/>
                    <a:pt x="2301" y="76668"/>
                  </a:cubicBezTo>
                  <a:cubicBezTo>
                    <a:pt x="2301" y="76671"/>
                    <a:pt x="2302" y="76672"/>
                    <a:pt x="2304" y="76672"/>
                  </a:cubicBezTo>
                  <a:cubicBezTo>
                    <a:pt x="2326" y="76672"/>
                    <a:pt x="2501" y="76349"/>
                    <a:pt x="2572" y="76261"/>
                  </a:cubicBezTo>
                  <a:cubicBezTo>
                    <a:pt x="2592" y="76215"/>
                    <a:pt x="2783" y="75884"/>
                    <a:pt x="2767" y="75884"/>
                  </a:cubicBezTo>
                  <a:lnTo>
                    <a:pt x="2767" y="75884"/>
                  </a:lnTo>
                  <a:cubicBezTo>
                    <a:pt x="2763" y="75884"/>
                    <a:pt x="2743" y="75909"/>
                    <a:pt x="2699" y="75974"/>
                  </a:cubicBezTo>
                  <a:cubicBezTo>
                    <a:pt x="2809" y="75813"/>
                    <a:pt x="3012" y="75424"/>
                    <a:pt x="3173" y="75204"/>
                  </a:cubicBezTo>
                  <a:lnTo>
                    <a:pt x="3173" y="75204"/>
                  </a:lnTo>
                  <a:cubicBezTo>
                    <a:pt x="3169" y="75207"/>
                    <a:pt x="3166" y="75209"/>
                    <a:pt x="3165" y="75209"/>
                  </a:cubicBezTo>
                  <a:cubicBezTo>
                    <a:pt x="3140" y="75209"/>
                    <a:pt x="3420" y="74767"/>
                    <a:pt x="3452" y="74680"/>
                  </a:cubicBezTo>
                  <a:cubicBezTo>
                    <a:pt x="3511" y="74578"/>
                    <a:pt x="3570" y="74493"/>
                    <a:pt x="3613" y="74426"/>
                  </a:cubicBezTo>
                  <a:lnTo>
                    <a:pt x="3613" y="74426"/>
                  </a:lnTo>
                  <a:cubicBezTo>
                    <a:pt x="3494" y="74646"/>
                    <a:pt x="3350" y="74916"/>
                    <a:pt x="3190" y="75196"/>
                  </a:cubicBezTo>
                  <a:cubicBezTo>
                    <a:pt x="3139" y="75272"/>
                    <a:pt x="3088" y="75356"/>
                    <a:pt x="3037" y="75449"/>
                  </a:cubicBezTo>
                  <a:lnTo>
                    <a:pt x="3046" y="75458"/>
                  </a:lnTo>
                  <a:lnTo>
                    <a:pt x="2276" y="76854"/>
                  </a:lnTo>
                  <a:lnTo>
                    <a:pt x="2344" y="76710"/>
                  </a:lnTo>
                  <a:lnTo>
                    <a:pt x="2344" y="76710"/>
                  </a:lnTo>
                  <a:cubicBezTo>
                    <a:pt x="2132" y="77141"/>
                    <a:pt x="1845" y="77530"/>
                    <a:pt x="1608" y="77953"/>
                  </a:cubicBezTo>
                  <a:cubicBezTo>
                    <a:pt x="1613" y="77939"/>
                    <a:pt x="1623" y="77919"/>
                    <a:pt x="1621" y="77919"/>
                  </a:cubicBezTo>
                  <a:lnTo>
                    <a:pt x="1621" y="77919"/>
                  </a:lnTo>
                  <a:cubicBezTo>
                    <a:pt x="1620" y="77919"/>
                    <a:pt x="1612" y="77930"/>
                    <a:pt x="1591" y="77962"/>
                  </a:cubicBezTo>
                  <a:cubicBezTo>
                    <a:pt x="1269" y="78461"/>
                    <a:pt x="1176" y="78698"/>
                    <a:pt x="897" y="79095"/>
                  </a:cubicBezTo>
                  <a:lnTo>
                    <a:pt x="922" y="79036"/>
                  </a:lnTo>
                  <a:lnTo>
                    <a:pt x="922" y="79036"/>
                  </a:lnTo>
                  <a:cubicBezTo>
                    <a:pt x="899" y="79067"/>
                    <a:pt x="775" y="79286"/>
                    <a:pt x="796" y="79286"/>
                  </a:cubicBezTo>
                  <a:cubicBezTo>
                    <a:pt x="797" y="79286"/>
                    <a:pt x="800" y="79285"/>
                    <a:pt x="804" y="79281"/>
                  </a:cubicBezTo>
                  <a:cubicBezTo>
                    <a:pt x="1016" y="78935"/>
                    <a:pt x="1049" y="78867"/>
                    <a:pt x="1244" y="78562"/>
                  </a:cubicBezTo>
                  <a:lnTo>
                    <a:pt x="1244" y="78562"/>
                  </a:lnTo>
                  <a:cubicBezTo>
                    <a:pt x="1185" y="78698"/>
                    <a:pt x="1016" y="78977"/>
                    <a:pt x="889" y="79180"/>
                  </a:cubicBezTo>
                  <a:lnTo>
                    <a:pt x="897" y="79214"/>
                  </a:lnTo>
                  <a:cubicBezTo>
                    <a:pt x="829" y="79358"/>
                    <a:pt x="745" y="79484"/>
                    <a:pt x="660" y="79611"/>
                  </a:cubicBezTo>
                  <a:cubicBezTo>
                    <a:pt x="567" y="79738"/>
                    <a:pt x="483" y="79865"/>
                    <a:pt x="415" y="80009"/>
                  </a:cubicBezTo>
                  <a:lnTo>
                    <a:pt x="612" y="79733"/>
                  </a:lnTo>
                  <a:lnTo>
                    <a:pt x="612" y="79733"/>
                  </a:lnTo>
                  <a:cubicBezTo>
                    <a:pt x="606" y="79743"/>
                    <a:pt x="599" y="79753"/>
                    <a:pt x="593" y="79764"/>
                  </a:cubicBezTo>
                  <a:lnTo>
                    <a:pt x="626" y="79713"/>
                  </a:lnTo>
                  <a:lnTo>
                    <a:pt x="612" y="79733"/>
                  </a:lnTo>
                  <a:lnTo>
                    <a:pt x="612" y="79733"/>
                  </a:lnTo>
                  <a:cubicBezTo>
                    <a:pt x="665" y="79650"/>
                    <a:pt x="718" y="79566"/>
                    <a:pt x="770" y="79476"/>
                  </a:cubicBezTo>
                  <a:cubicBezTo>
                    <a:pt x="914" y="79214"/>
                    <a:pt x="1083" y="78960"/>
                    <a:pt x="1286" y="78732"/>
                  </a:cubicBezTo>
                  <a:cubicBezTo>
                    <a:pt x="1321" y="78678"/>
                    <a:pt x="1336" y="78658"/>
                    <a:pt x="1340" y="78658"/>
                  </a:cubicBezTo>
                  <a:lnTo>
                    <a:pt x="1340" y="78658"/>
                  </a:lnTo>
                  <a:cubicBezTo>
                    <a:pt x="1352" y="78658"/>
                    <a:pt x="1275" y="78817"/>
                    <a:pt x="1292" y="78817"/>
                  </a:cubicBezTo>
                  <a:cubicBezTo>
                    <a:pt x="1293" y="78817"/>
                    <a:pt x="1294" y="78817"/>
                    <a:pt x="1295" y="78816"/>
                  </a:cubicBezTo>
                  <a:cubicBezTo>
                    <a:pt x="1506" y="78469"/>
                    <a:pt x="1472" y="78469"/>
                    <a:pt x="1684" y="78123"/>
                  </a:cubicBezTo>
                  <a:cubicBezTo>
                    <a:pt x="1711" y="78079"/>
                    <a:pt x="1721" y="78063"/>
                    <a:pt x="1723" y="78063"/>
                  </a:cubicBezTo>
                  <a:lnTo>
                    <a:pt x="1723" y="78063"/>
                  </a:lnTo>
                  <a:cubicBezTo>
                    <a:pt x="1726" y="78063"/>
                    <a:pt x="1708" y="78100"/>
                    <a:pt x="1692" y="78131"/>
                  </a:cubicBezTo>
                  <a:lnTo>
                    <a:pt x="1836" y="77869"/>
                  </a:lnTo>
                  <a:cubicBezTo>
                    <a:pt x="1849" y="77862"/>
                    <a:pt x="2071" y="77517"/>
                    <a:pt x="2082" y="77517"/>
                  </a:cubicBezTo>
                  <a:lnTo>
                    <a:pt x="2082" y="77517"/>
                  </a:lnTo>
                  <a:cubicBezTo>
                    <a:pt x="2086" y="77517"/>
                    <a:pt x="2069" y="77549"/>
                    <a:pt x="2022" y="77632"/>
                  </a:cubicBezTo>
                  <a:lnTo>
                    <a:pt x="1887" y="77860"/>
                  </a:lnTo>
                  <a:cubicBezTo>
                    <a:pt x="2200" y="77398"/>
                    <a:pt x="2707" y="76598"/>
                    <a:pt x="2740" y="76598"/>
                  </a:cubicBezTo>
                  <a:cubicBezTo>
                    <a:pt x="2741" y="76598"/>
                    <a:pt x="2741" y="76599"/>
                    <a:pt x="2741" y="76600"/>
                  </a:cubicBezTo>
                  <a:cubicBezTo>
                    <a:pt x="2910" y="76338"/>
                    <a:pt x="2851" y="76414"/>
                    <a:pt x="3122" y="75991"/>
                  </a:cubicBezTo>
                  <a:cubicBezTo>
                    <a:pt x="3215" y="75779"/>
                    <a:pt x="3071" y="75982"/>
                    <a:pt x="3333" y="75509"/>
                  </a:cubicBezTo>
                  <a:lnTo>
                    <a:pt x="3333" y="75509"/>
                  </a:lnTo>
                  <a:lnTo>
                    <a:pt x="3105" y="75872"/>
                  </a:lnTo>
                  <a:lnTo>
                    <a:pt x="2987" y="76092"/>
                  </a:lnTo>
                  <a:lnTo>
                    <a:pt x="3215" y="75720"/>
                  </a:lnTo>
                  <a:lnTo>
                    <a:pt x="3215" y="75720"/>
                  </a:lnTo>
                  <a:cubicBezTo>
                    <a:pt x="3080" y="75957"/>
                    <a:pt x="3113" y="75923"/>
                    <a:pt x="3088" y="76008"/>
                  </a:cubicBezTo>
                  <a:cubicBezTo>
                    <a:pt x="2733" y="76591"/>
                    <a:pt x="2606" y="76727"/>
                    <a:pt x="2420" y="77023"/>
                  </a:cubicBezTo>
                  <a:cubicBezTo>
                    <a:pt x="2500" y="76863"/>
                    <a:pt x="2655" y="76603"/>
                    <a:pt x="2638" y="76603"/>
                  </a:cubicBezTo>
                  <a:cubicBezTo>
                    <a:pt x="2635" y="76603"/>
                    <a:pt x="2627" y="76610"/>
                    <a:pt x="2614" y="76625"/>
                  </a:cubicBezTo>
                  <a:cubicBezTo>
                    <a:pt x="2809" y="76346"/>
                    <a:pt x="2792" y="76287"/>
                    <a:pt x="3012" y="75957"/>
                  </a:cubicBezTo>
                  <a:lnTo>
                    <a:pt x="3012" y="75957"/>
                  </a:lnTo>
                  <a:lnTo>
                    <a:pt x="2978" y="76033"/>
                  </a:lnTo>
                  <a:cubicBezTo>
                    <a:pt x="3130" y="75745"/>
                    <a:pt x="3173" y="75720"/>
                    <a:pt x="3300" y="75483"/>
                  </a:cubicBezTo>
                  <a:lnTo>
                    <a:pt x="3300" y="75483"/>
                  </a:lnTo>
                  <a:cubicBezTo>
                    <a:pt x="3298" y="75487"/>
                    <a:pt x="3297" y="75489"/>
                    <a:pt x="3299" y="75489"/>
                  </a:cubicBezTo>
                  <a:cubicBezTo>
                    <a:pt x="3302" y="75489"/>
                    <a:pt x="3320" y="75469"/>
                    <a:pt x="3333" y="75449"/>
                  </a:cubicBezTo>
                  <a:cubicBezTo>
                    <a:pt x="3428" y="75285"/>
                    <a:pt x="3449" y="75244"/>
                    <a:pt x="3445" y="75244"/>
                  </a:cubicBezTo>
                  <a:lnTo>
                    <a:pt x="3445" y="75244"/>
                  </a:lnTo>
                  <a:cubicBezTo>
                    <a:pt x="3441" y="75244"/>
                    <a:pt x="3409" y="75288"/>
                    <a:pt x="3402" y="75288"/>
                  </a:cubicBezTo>
                  <a:cubicBezTo>
                    <a:pt x="3396" y="75288"/>
                    <a:pt x="3413" y="75246"/>
                    <a:pt x="3503" y="75077"/>
                  </a:cubicBezTo>
                  <a:cubicBezTo>
                    <a:pt x="3627" y="74885"/>
                    <a:pt x="3666" y="74841"/>
                    <a:pt x="3678" y="74841"/>
                  </a:cubicBezTo>
                  <a:cubicBezTo>
                    <a:pt x="3688" y="74841"/>
                    <a:pt x="3679" y="74874"/>
                    <a:pt x="3688" y="74874"/>
                  </a:cubicBezTo>
                  <a:cubicBezTo>
                    <a:pt x="3692" y="74874"/>
                    <a:pt x="3700" y="74867"/>
                    <a:pt x="3714" y="74849"/>
                  </a:cubicBezTo>
                  <a:lnTo>
                    <a:pt x="3714" y="74849"/>
                  </a:lnTo>
                  <a:cubicBezTo>
                    <a:pt x="3300" y="75602"/>
                    <a:pt x="3765" y="74857"/>
                    <a:pt x="3308" y="75669"/>
                  </a:cubicBezTo>
                  <a:cubicBezTo>
                    <a:pt x="3309" y="75670"/>
                    <a:pt x="3310" y="75670"/>
                    <a:pt x="3311" y="75670"/>
                  </a:cubicBezTo>
                  <a:cubicBezTo>
                    <a:pt x="3352" y="75670"/>
                    <a:pt x="3543" y="75362"/>
                    <a:pt x="3790" y="74942"/>
                  </a:cubicBezTo>
                  <a:lnTo>
                    <a:pt x="3790" y="74942"/>
                  </a:lnTo>
                  <a:cubicBezTo>
                    <a:pt x="3745" y="75008"/>
                    <a:pt x="3725" y="75030"/>
                    <a:pt x="3717" y="75030"/>
                  </a:cubicBezTo>
                  <a:cubicBezTo>
                    <a:pt x="3704" y="75030"/>
                    <a:pt x="3733" y="74956"/>
                    <a:pt x="3717" y="74956"/>
                  </a:cubicBezTo>
                  <a:cubicBezTo>
                    <a:pt x="3707" y="74956"/>
                    <a:pt x="3678" y="74988"/>
                    <a:pt x="3604" y="75094"/>
                  </a:cubicBezTo>
                  <a:cubicBezTo>
                    <a:pt x="3968" y="74443"/>
                    <a:pt x="3875" y="74460"/>
                    <a:pt x="4323" y="73757"/>
                  </a:cubicBezTo>
                  <a:lnTo>
                    <a:pt x="4323" y="73757"/>
                  </a:lnTo>
                  <a:lnTo>
                    <a:pt x="4315" y="73783"/>
                  </a:lnTo>
                  <a:lnTo>
                    <a:pt x="4467" y="73470"/>
                  </a:lnTo>
                  <a:lnTo>
                    <a:pt x="4721" y="73072"/>
                  </a:lnTo>
                  <a:lnTo>
                    <a:pt x="4721" y="73072"/>
                  </a:lnTo>
                  <a:cubicBezTo>
                    <a:pt x="4602" y="73343"/>
                    <a:pt x="4408" y="73639"/>
                    <a:pt x="4306" y="73851"/>
                  </a:cubicBezTo>
                  <a:cubicBezTo>
                    <a:pt x="4628" y="73377"/>
                    <a:pt x="4662" y="73165"/>
                    <a:pt x="5000" y="72599"/>
                  </a:cubicBezTo>
                  <a:cubicBezTo>
                    <a:pt x="5056" y="72517"/>
                    <a:pt x="5082" y="72483"/>
                    <a:pt x="5087" y="72483"/>
                  </a:cubicBezTo>
                  <a:lnTo>
                    <a:pt x="5087" y="72483"/>
                  </a:lnTo>
                  <a:cubicBezTo>
                    <a:pt x="5110" y="72483"/>
                    <a:pt x="4691" y="73194"/>
                    <a:pt x="4712" y="73208"/>
                  </a:cubicBezTo>
                  <a:cubicBezTo>
                    <a:pt x="4788" y="73072"/>
                    <a:pt x="4865" y="72945"/>
                    <a:pt x="4958" y="72827"/>
                  </a:cubicBezTo>
                  <a:lnTo>
                    <a:pt x="4958" y="72827"/>
                  </a:lnTo>
                  <a:cubicBezTo>
                    <a:pt x="4636" y="73360"/>
                    <a:pt x="4788" y="73165"/>
                    <a:pt x="4425" y="73757"/>
                  </a:cubicBezTo>
                  <a:cubicBezTo>
                    <a:pt x="4476" y="73660"/>
                    <a:pt x="4491" y="73629"/>
                    <a:pt x="4488" y="73629"/>
                  </a:cubicBezTo>
                  <a:lnTo>
                    <a:pt x="4488" y="73629"/>
                  </a:lnTo>
                  <a:cubicBezTo>
                    <a:pt x="4483" y="73629"/>
                    <a:pt x="4416" y="73739"/>
                    <a:pt x="4408" y="73739"/>
                  </a:cubicBezTo>
                  <a:cubicBezTo>
                    <a:pt x="4406" y="73739"/>
                    <a:pt x="4406" y="73737"/>
                    <a:pt x="4408" y="73732"/>
                  </a:cubicBezTo>
                  <a:lnTo>
                    <a:pt x="4408" y="73732"/>
                  </a:lnTo>
                  <a:cubicBezTo>
                    <a:pt x="4365" y="73825"/>
                    <a:pt x="4044" y="74383"/>
                    <a:pt x="3816" y="74773"/>
                  </a:cubicBezTo>
                  <a:cubicBezTo>
                    <a:pt x="3812" y="74783"/>
                    <a:pt x="3812" y="74788"/>
                    <a:pt x="3814" y="74788"/>
                  </a:cubicBezTo>
                  <a:cubicBezTo>
                    <a:pt x="3831" y="74788"/>
                    <a:pt x="4044" y="74418"/>
                    <a:pt x="4188" y="74197"/>
                  </a:cubicBezTo>
                  <a:cubicBezTo>
                    <a:pt x="4433" y="73715"/>
                    <a:pt x="4763" y="73250"/>
                    <a:pt x="4949" y="72869"/>
                  </a:cubicBezTo>
                  <a:cubicBezTo>
                    <a:pt x="5052" y="72693"/>
                    <a:pt x="5089" y="72636"/>
                    <a:pt x="5093" y="72636"/>
                  </a:cubicBezTo>
                  <a:lnTo>
                    <a:pt x="5093" y="72636"/>
                  </a:lnTo>
                  <a:cubicBezTo>
                    <a:pt x="5102" y="72636"/>
                    <a:pt x="5008" y="72819"/>
                    <a:pt x="5015" y="72819"/>
                  </a:cubicBezTo>
                  <a:cubicBezTo>
                    <a:pt x="5016" y="72819"/>
                    <a:pt x="5016" y="72819"/>
                    <a:pt x="5017" y="72819"/>
                  </a:cubicBezTo>
                  <a:cubicBezTo>
                    <a:pt x="5296" y="72362"/>
                    <a:pt x="5110" y="72607"/>
                    <a:pt x="5194" y="72455"/>
                  </a:cubicBezTo>
                  <a:cubicBezTo>
                    <a:pt x="5558" y="71753"/>
                    <a:pt x="5651" y="71693"/>
                    <a:pt x="5930" y="71203"/>
                  </a:cubicBezTo>
                  <a:cubicBezTo>
                    <a:pt x="6032" y="70983"/>
                    <a:pt x="6227" y="70619"/>
                    <a:pt x="6446" y="70230"/>
                  </a:cubicBezTo>
                  <a:cubicBezTo>
                    <a:pt x="6666" y="69841"/>
                    <a:pt x="6895" y="69401"/>
                    <a:pt x="7089" y="69054"/>
                  </a:cubicBezTo>
                  <a:lnTo>
                    <a:pt x="7089" y="69054"/>
                  </a:lnTo>
                  <a:cubicBezTo>
                    <a:pt x="7076" y="69080"/>
                    <a:pt x="7073" y="69090"/>
                    <a:pt x="7076" y="69090"/>
                  </a:cubicBezTo>
                  <a:cubicBezTo>
                    <a:pt x="7081" y="69090"/>
                    <a:pt x="7117" y="69041"/>
                    <a:pt x="7140" y="69012"/>
                  </a:cubicBezTo>
                  <a:cubicBezTo>
                    <a:pt x="7326" y="68563"/>
                    <a:pt x="7267" y="68733"/>
                    <a:pt x="7521" y="68183"/>
                  </a:cubicBezTo>
                  <a:lnTo>
                    <a:pt x="7521" y="68183"/>
                  </a:lnTo>
                  <a:lnTo>
                    <a:pt x="7267" y="68623"/>
                  </a:lnTo>
                  <a:cubicBezTo>
                    <a:pt x="7453" y="68259"/>
                    <a:pt x="7572" y="67954"/>
                    <a:pt x="7775" y="67641"/>
                  </a:cubicBezTo>
                  <a:lnTo>
                    <a:pt x="7775" y="67641"/>
                  </a:lnTo>
                  <a:cubicBezTo>
                    <a:pt x="7729" y="67709"/>
                    <a:pt x="7708" y="67738"/>
                    <a:pt x="7703" y="67738"/>
                  </a:cubicBezTo>
                  <a:cubicBezTo>
                    <a:pt x="7694" y="67738"/>
                    <a:pt x="7752" y="67622"/>
                    <a:pt x="7825" y="67464"/>
                  </a:cubicBezTo>
                  <a:cubicBezTo>
                    <a:pt x="7944" y="67227"/>
                    <a:pt x="8113" y="66897"/>
                    <a:pt x="8172" y="66762"/>
                  </a:cubicBezTo>
                  <a:cubicBezTo>
                    <a:pt x="8375" y="66398"/>
                    <a:pt x="8536" y="66009"/>
                    <a:pt x="8663" y="65823"/>
                  </a:cubicBezTo>
                  <a:lnTo>
                    <a:pt x="8663" y="65823"/>
                  </a:lnTo>
                  <a:lnTo>
                    <a:pt x="8646" y="65873"/>
                  </a:lnTo>
                  <a:lnTo>
                    <a:pt x="8925" y="65340"/>
                  </a:lnTo>
                  <a:lnTo>
                    <a:pt x="8925" y="65425"/>
                  </a:lnTo>
                  <a:cubicBezTo>
                    <a:pt x="9106" y="65100"/>
                    <a:pt x="9281" y="64687"/>
                    <a:pt x="9262" y="64687"/>
                  </a:cubicBezTo>
                  <a:lnTo>
                    <a:pt x="9262" y="64687"/>
                  </a:lnTo>
                  <a:cubicBezTo>
                    <a:pt x="9260" y="64687"/>
                    <a:pt x="9255" y="64693"/>
                    <a:pt x="9247" y="64706"/>
                  </a:cubicBezTo>
                  <a:cubicBezTo>
                    <a:pt x="9343" y="64521"/>
                    <a:pt x="9371" y="64477"/>
                    <a:pt x="9378" y="64477"/>
                  </a:cubicBezTo>
                  <a:cubicBezTo>
                    <a:pt x="9384" y="64477"/>
                    <a:pt x="9374" y="64510"/>
                    <a:pt x="9381" y="64510"/>
                  </a:cubicBezTo>
                  <a:cubicBezTo>
                    <a:pt x="9383" y="64510"/>
                    <a:pt x="9386" y="64508"/>
                    <a:pt x="9390" y="64503"/>
                  </a:cubicBezTo>
                  <a:lnTo>
                    <a:pt x="9390" y="64503"/>
                  </a:lnTo>
                  <a:cubicBezTo>
                    <a:pt x="9340" y="64621"/>
                    <a:pt x="9272" y="64799"/>
                    <a:pt x="9196" y="64968"/>
                  </a:cubicBezTo>
                  <a:cubicBezTo>
                    <a:pt x="9137" y="65095"/>
                    <a:pt x="9069" y="65222"/>
                    <a:pt x="8993" y="65340"/>
                  </a:cubicBezTo>
                  <a:cubicBezTo>
                    <a:pt x="9008" y="65315"/>
                    <a:pt x="9020" y="65290"/>
                    <a:pt x="9033" y="65264"/>
                  </a:cubicBezTo>
                  <a:lnTo>
                    <a:pt x="9033" y="65264"/>
                  </a:lnTo>
                  <a:cubicBezTo>
                    <a:pt x="8533" y="66190"/>
                    <a:pt x="8929" y="65578"/>
                    <a:pt x="8688" y="66076"/>
                  </a:cubicBezTo>
                  <a:cubicBezTo>
                    <a:pt x="8824" y="65814"/>
                    <a:pt x="8942" y="65620"/>
                    <a:pt x="9077" y="65340"/>
                  </a:cubicBezTo>
                  <a:cubicBezTo>
                    <a:pt x="9111" y="65264"/>
                    <a:pt x="9196" y="65095"/>
                    <a:pt x="9280" y="64917"/>
                  </a:cubicBezTo>
                  <a:cubicBezTo>
                    <a:pt x="9344" y="64778"/>
                    <a:pt x="9407" y="64625"/>
                    <a:pt x="9460" y="64499"/>
                  </a:cubicBezTo>
                  <a:lnTo>
                    <a:pt x="9460" y="64499"/>
                  </a:lnTo>
                  <a:cubicBezTo>
                    <a:pt x="9350" y="64748"/>
                    <a:pt x="9217" y="64996"/>
                    <a:pt x="9077" y="65230"/>
                  </a:cubicBezTo>
                  <a:cubicBezTo>
                    <a:pt x="9197" y="65000"/>
                    <a:pt x="9204" y="64949"/>
                    <a:pt x="9302" y="64768"/>
                  </a:cubicBezTo>
                  <a:lnTo>
                    <a:pt x="9302" y="64768"/>
                  </a:lnTo>
                  <a:lnTo>
                    <a:pt x="9289" y="64799"/>
                  </a:lnTo>
                  <a:lnTo>
                    <a:pt x="9323" y="64731"/>
                  </a:lnTo>
                  <a:lnTo>
                    <a:pt x="9323" y="64731"/>
                  </a:lnTo>
                  <a:cubicBezTo>
                    <a:pt x="9315" y="64744"/>
                    <a:pt x="9309" y="64756"/>
                    <a:pt x="9302" y="64768"/>
                  </a:cubicBezTo>
                  <a:lnTo>
                    <a:pt x="9302" y="64768"/>
                  </a:lnTo>
                  <a:lnTo>
                    <a:pt x="9407" y="64528"/>
                  </a:lnTo>
                  <a:cubicBezTo>
                    <a:pt x="9440" y="64502"/>
                    <a:pt x="9644" y="64073"/>
                    <a:pt x="9657" y="64073"/>
                  </a:cubicBezTo>
                  <a:lnTo>
                    <a:pt x="9657" y="64073"/>
                  </a:lnTo>
                  <a:cubicBezTo>
                    <a:pt x="9661" y="64073"/>
                    <a:pt x="9649" y="64110"/>
                    <a:pt x="9610" y="64207"/>
                  </a:cubicBezTo>
                  <a:cubicBezTo>
                    <a:pt x="9779" y="63843"/>
                    <a:pt x="9653" y="64072"/>
                    <a:pt x="9805" y="63733"/>
                  </a:cubicBezTo>
                  <a:lnTo>
                    <a:pt x="9805" y="63733"/>
                  </a:lnTo>
                  <a:lnTo>
                    <a:pt x="9475" y="64393"/>
                  </a:lnTo>
                  <a:lnTo>
                    <a:pt x="9450" y="64368"/>
                  </a:lnTo>
                  <a:cubicBezTo>
                    <a:pt x="9551" y="64122"/>
                    <a:pt x="9602" y="64072"/>
                    <a:pt x="9729" y="63801"/>
                  </a:cubicBezTo>
                  <a:lnTo>
                    <a:pt x="9729" y="63801"/>
                  </a:lnTo>
                  <a:lnTo>
                    <a:pt x="9686" y="63809"/>
                  </a:lnTo>
                  <a:lnTo>
                    <a:pt x="9940" y="63352"/>
                  </a:lnTo>
                  <a:lnTo>
                    <a:pt x="9940" y="63352"/>
                  </a:lnTo>
                  <a:cubicBezTo>
                    <a:pt x="9937" y="63356"/>
                    <a:pt x="9936" y="63357"/>
                    <a:pt x="9935" y="63357"/>
                  </a:cubicBezTo>
                  <a:cubicBezTo>
                    <a:pt x="9922" y="63357"/>
                    <a:pt x="10087" y="63041"/>
                    <a:pt x="10126" y="62938"/>
                  </a:cubicBezTo>
                  <a:cubicBezTo>
                    <a:pt x="10262" y="62684"/>
                    <a:pt x="10228" y="62879"/>
                    <a:pt x="10414" y="62422"/>
                  </a:cubicBezTo>
                  <a:lnTo>
                    <a:pt x="10414" y="62422"/>
                  </a:lnTo>
                  <a:lnTo>
                    <a:pt x="10397" y="62456"/>
                  </a:lnTo>
                  <a:cubicBezTo>
                    <a:pt x="10507" y="62194"/>
                    <a:pt x="10575" y="62041"/>
                    <a:pt x="10744" y="61678"/>
                  </a:cubicBezTo>
                  <a:lnTo>
                    <a:pt x="10744" y="61678"/>
                  </a:lnTo>
                  <a:cubicBezTo>
                    <a:pt x="10744" y="61703"/>
                    <a:pt x="10702" y="61804"/>
                    <a:pt x="10676" y="61855"/>
                  </a:cubicBezTo>
                  <a:cubicBezTo>
                    <a:pt x="10930" y="61356"/>
                    <a:pt x="11268" y="60510"/>
                    <a:pt x="11421" y="60299"/>
                  </a:cubicBezTo>
                  <a:lnTo>
                    <a:pt x="11421" y="60299"/>
                  </a:lnTo>
                  <a:cubicBezTo>
                    <a:pt x="11421" y="60306"/>
                    <a:pt x="11418" y="60316"/>
                    <a:pt x="11415" y="60329"/>
                  </a:cubicBezTo>
                  <a:lnTo>
                    <a:pt x="11415" y="60329"/>
                  </a:lnTo>
                  <a:cubicBezTo>
                    <a:pt x="11474" y="60234"/>
                    <a:pt x="11565" y="60035"/>
                    <a:pt x="11624" y="59909"/>
                  </a:cubicBezTo>
                  <a:cubicBezTo>
                    <a:pt x="11660" y="59837"/>
                    <a:pt x="11684" y="59786"/>
                    <a:pt x="11687" y="59786"/>
                  </a:cubicBezTo>
                  <a:lnTo>
                    <a:pt x="11687" y="59786"/>
                  </a:lnTo>
                  <a:cubicBezTo>
                    <a:pt x="11689" y="59786"/>
                    <a:pt x="11676" y="59824"/>
                    <a:pt x="11641" y="59918"/>
                  </a:cubicBezTo>
                  <a:lnTo>
                    <a:pt x="11920" y="59199"/>
                  </a:lnTo>
                  <a:lnTo>
                    <a:pt x="11920" y="59199"/>
                  </a:lnTo>
                  <a:cubicBezTo>
                    <a:pt x="11904" y="59275"/>
                    <a:pt x="11882" y="59345"/>
                    <a:pt x="11853" y="59413"/>
                  </a:cubicBezTo>
                  <a:lnTo>
                    <a:pt x="11853" y="59413"/>
                  </a:lnTo>
                  <a:lnTo>
                    <a:pt x="12063" y="58928"/>
                  </a:lnTo>
                  <a:lnTo>
                    <a:pt x="12063" y="58945"/>
                  </a:lnTo>
                  <a:cubicBezTo>
                    <a:pt x="12224" y="58531"/>
                    <a:pt x="12478" y="57955"/>
                    <a:pt x="12588" y="57634"/>
                  </a:cubicBezTo>
                  <a:lnTo>
                    <a:pt x="12588" y="57634"/>
                  </a:lnTo>
                  <a:cubicBezTo>
                    <a:pt x="12505" y="57806"/>
                    <a:pt x="12471" y="57870"/>
                    <a:pt x="12467" y="57870"/>
                  </a:cubicBezTo>
                  <a:cubicBezTo>
                    <a:pt x="12453" y="57870"/>
                    <a:pt x="12680" y="57336"/>
                    <a:pt x="12666" y="57336"/>
                  </a:cubicBezTo>
                  <a:lnTo>
                    <a:pt x="12666" y="57336"/>
                  </a:lnTo>
                  <a:cubicBezTo>
                    <a:pt x="12666" y="57336"/>
                    <a:pt x="12665" y="57337"/>
                    <a:pt x="12664" y="57338"/>
                  </a:cubicBezTo>
                  <a:cubicBezTo>
                    <a:pt x="12716" y="57234"/>
                    <a:pt x="12762" y="57156"/>
                    <a:pt x="12778" y="57156"/>
                  </a:cubicBezTo>
                  <a:cubicBezTo>
                    <a:pt x="12780" y="57156"/>
                    <a:pt x="12782" y="57157"/>
                    <a:pt x="12783" y="57160"/>
                  </a:cubicBezTo>
                  <a:cubicBezTo>
                    <a:pt x="12799" y="57194"/>
                    <a:pt x="12766" y="57312"/>
                    <a:pt x="12664" y="57583"/>
                  </a:cubicBezTo>
                  <a:cubicBezTo>
                    <a:pt x="12580" y="57719"/>
                    <a:pt x="12444" y="58099"/>
                    <a:pt x="12326" y="58370"/>
                  </a:cubicBezTo>
                  <a:cubicBezTo>
                    <a:pt x="12495" y="58023"/>
                    <a:pt x="12529" y="57913"/>
                    <a:pt x="12647" y="57634"/>
                  </a:cubicBezTo>
                  <a:lnTo>
                    <a:pt x="12647" y="57634"/>
                  </a:lnTo>
                  <a:cubicBezTo>
                    <a:pt x="12635" y="57666"/>
                    <a:pt x="12631" y="57679"/>
                    <a:pt x="12633" y="57679"/>
                  </a:cubicBezTo>
                  <a:cubicBezTo>
                    <a:pt x="12644" y="57679"/>
                    <a:pt x="12823" y="57295"/>
                    <a:pt x="12833" y="57295"/>
                  </a:cubicBezTo>
                  <a:cubicBezTo>
                    <a:pt x="12833" y="57295"/>
                    <a:pt x="12833" y="57295"/>
                    <a:pt x="12833" y="57296"/>
                  </a:cubicBezTo>
                  <a:cubicBezTo>
                    <a:pt x="12791" y="57473"/>
                    <a:pt x="12732" y="57642"/>
                    <a:pt x="12639" y="57803"/>
                  </a:cubicBezTo>
                  <a:cubicBezTo>
                    <a:pt x="12553" y="58001"/>
                    <a:pt x="12524" y="58055"/>
                    <a:pt x="12519" y="58055"/>
                  </a:cubicBezTo>
                  <a:cubicBezTo>
                    <a:pt x="12512" y="58055"/>
                    <a:pt x="12540" y="57972"/>
                    <a:pt x="12537" y="57972"/>
                  </a:cubicBezTo>
                  <a:lnTo>
                    <a:pt x="12537" y="57972"/>
                  </a:lnTo>
                  <a:cubicBezTo>
                    <a:pt x="12535" y="57972"/>
                    <a:pt x="12531" y="57981"/>
                    <a:pt x="12520" y="58006"/>
                  </a:cubicBezTo>
                  <a:cubicBezTo>
                    <a:pt x="12427" y="58125"/>
                    <a:pt x="12207" y="58734"/>
                    <a:pt x="12055" y="59047"/>
                  </a:cubicBezTo>
                  <a:cubicBezTo>
                    <a:pt x="12053" y="59051"/>
                    <a:pt x="12052" y="59053"/>
                    <a:pt x="12051" y="59053"/>
                  </a:cubicBezTo>
                  <a:cubicBezTo>
                    <a:pt x="12050" y="59053"/>
                    <a:pt x="12058" y="59031"/>
                    <a:pt x="12069" y="59004"/>
                  </a:cubicBezTo>
                  <a:lnTo>
                    <a:pt x="12069" y="59004"/>
                  </a:lnTo>
                  <a:cubicBezTo>
                    <a:pt x="11942" y="59295"/>
                    <a:pt x="11734" y="59771"/>
                    <a:pt x="11734" y="59816"/>
                  </a:cubicBezTo>
                  <a:lnTo>
                    <a:pt x="12021" y="59131"/>
                  </a:lnTo>
                  <a:cubicBezTo>
                    <a:pt x="12033" y="59106"/>
                    <a:pt x="12039" y="59097"/>
                    <a:pt x="12040" y="59097"/>
                  </a:cubicBezTo>
                  <a:lnTo>
                    <a:pt x="12040" y="59097"/>
                  </a:lnTo>
                  <a:cubicBezTo>
                    <a:pt x="12047" y="59097"/>
                    <a:pt x="12009" y="59208"/>
                    <a:pt x="12017" y="59208"/>
                  </a:cubicBezTo>
                  <a:cubicBezTo>
                    <a:pt x="12020" y="59208"/>
                    <a:pt x="12031" y="59190"/>
                    <a:pt x="12055" y="59140"/>
                  </a:cubicBezTo>
                  <a:cubicBezTo>
                    <a:pt x="12114" y="58987"/>
                    <a:pt x="12199" y="58801"/>
                    <a:pt x="12292" y="58598"/>
                  </a:cubicBezTo>
                  <a:lnTo>
                    <a:pt x="12292" y="58598"/>
                  </a:lnTo>
                  <a:lnTo>
                    <a:pt x="12283" y="58641"/>
                  </a:lnTo>
                  <a:cubicBezTo>
                    <a:pt x="12478" y="58235"/>
                    <a:pt x="12766" y="57592"/>
                    <a:pt x="12960" y="57109"/>
                  </a:cubicBezTo>
                  <a:cubicBezTo>
                    <a:pt x="12960" y="56983"/>
                    <a:pt x="13028" y="56720"/>
                    <a:pt x="13062" y="56483"/>
                  </a:cubicBezTo>
                  <a:lnTo>
                    <a:pt x="13519" y="55392"/>
                  </a:lnTo>
                  <a:cubicBezTo>
                    <a:pt x="13670" y="55021"/>
                    <a:pt x="13839" y="54651"/>
                    <a:pt x="13990" y="54263"/>
                  </a:cubicBezTo>
                  <a:lnTo>
                    <a:pt x="13990" y="54263"/>
                  </a:lnTo>
                  <a:cubicBezTo>
                    <a:pt x="13988" y="54264"/>
                    <a:pt x="13986" y="54265"/>
                    <a:pt x="13985" y="54265"/>
                  </a:cubicBezTo>
                  <a:cubicBezTo>
                    <a:pt x="13975" y="54265"/>
                    <a:pt x="13971" y="54249"/>
                    <a:pt x="13975" y="54216"/>
                  </a:cubicBezTo>
                  <a:cubicBezTo>
                    <a:pt x="14075" y="54009"/>
                    <a:pt x="14215" y="53624"/>
                    <a:pt x="14244" y="53624"/>
                  </a:cubicBezTo>
                  <a:cubicBezTo>
                    <a:pt x="14245" y="53624"/>
                    <a:pt x="14245" y="53624"/>
                    <a:pt x="14246" y="53624"/>
                  </a:cubicBezTo>
                  <a:cubicBezTo>
                    <a:pt x="14301" y="53397"/>
                    <a:pt x="14514" y="52817"/>
                    <a:pt x="14486" y="52817"/>
                  </a:cubicBezTo>
                  <a:cubicBezTo>
                    <a:pt x="14484" y="52817"/>
                    <a:pt x="14480" y="52821"/>
                    <a:pt x="14474" y="52829"/>
                  </a:cubicBezTo>
                  <a:lnTo>
                    <a:pt x="14508" y="52744"/>
                  </a:lnTo>
                  <a:cubicBezTo>
                    <a:pt x="14737" y="52279"/>
                    <a:pt x="14940" y="51797"/>
                    <a:pt x="15117" y="51306"/>
                  </a:cubicBezTo>
                  <a:cubicBezTo>
                    <a:pt x="15157" y="51194"/>
                    <a:pt x="15161" y="51154"/>
                    <a:pt x="15144" y="51154"/>
                  </a:cubicBezTo>
                  <a:cubicBezTo>
                    <a:pt x="15139" y="51154"/>
                    <a:pt x="15133" y="51157"/>
                    <a:pt x="15126" y="51162"/>
                  </a:cubicBezTo>
                  <a:cubicBezTo>
                    <a:pt x="15185" y="51002"/>
                    <a:pt x="15253" y="50850"/>
                    <a:pt x="15312" y="50706"/>
                  </a:cubicBezTo>
                  <a:lnTo>
                    <a:pt x="15312" y="50706"/>
                  </a:lnTo>
                  <a:cubicBezTo>
                    <a:pt x="15278" y="50841"/>
                    <a:pt x="15236" y="50985"/>
                    <a:pt x="15185" y="51129"/>
                  </a:cubicBezTo>
                  <a:lnTo>
                    <a:pt x="15625" y="49953"/>
                  </a:lnTo>
                  <a:lnTo>
                    <a:pt x="15600" y="50046"/>
                  </a:lnTo>
                  <a:lnTo>
                    <a:pt x="15760" y="49572"/>
                  </a:lnTo>
                  <a:lnTo>
                    <a:pt x="15760" y="49572"/>
                  </a:lnTo>
                  <a:cubicBezTo>
                    <a:pt x="15678" y="49804"/>
                    <a:pt x="15549" y="50149"/>
                    <a:pt x="15527" y="50149"/>
                  </a:cubicBezTo>
                  <a:cubicBezTo>
                    <a:pt x="15524" y="50149"/>
                    <a:pt x="15522" y="50143"/>
                    <a:pt x="15523" y="50130"/>
                  </a:cubicBezTo>
                  <a:cubicBezTo>
                    <a:pt x="15693" y="49598"/>
                    <a:pt x="15836" y="49310"/>
                    <a:pt x="15955" y="48845"/>
                  </a:cubicBezTo>
                  <a:cubicBezTo>
                    <a:pt x="15958" y="48847"/>
                    <a:pt x="15962" y="48848"/>
                    <a:pt x="15965" y="48848"/>
                  </a:cubicBezTo>
                  <a:cubicBezTo>
                    <a:pt x="15990" y="48848"/>
                    <a:pt x="16018" y="48804"/>
                    <a:pt x="16030" y="48804"/>
                  </a:cubicBezTo>
                  <a:cubicBezTo>
                    <a:pt x="16038" y="48804"/>
                    <a:pt x="16040" y="48821"/>
                    <a:pt x="16031" y="48878"/>
                  </a:cubicBezTo>
                  <a:cubicBezTo>
                    <a:pt x="16031" y="48895"/>
                    <a:pt x="16022" y="48912"/>
                    <a:pt x="16014" y="48929"/>
                  </a:cubicBezTo>
                  <a:cubicBezTo>
                    <a:pt x="15955" y="49208"/>
                    <a:pt x="15879" y="49488"/>
                    <a:pt x="15786" y="49758"/>
                  </a:cubicBezTo>
                  <a:cubicBezTo>
                    <a:pt x="15980" y="49268"/>
                    <a:pt x="16039" y="49081"/>
                    <a:pt x="16090" y="48912"/>
                  </a:cubicBezTo>
                  <a:cubicBezTo>
                    <a:pt x="16149" y="48743"/>
                    <a:pt x="16200" y="48591"/>
                    <a:pt x="16352" y="48159"/>
                  </a:cubicBezTo>
                  <a:cubicBezTo>
                    <a:pt x="16355" y="48157"/>
                    <a:pt x="16356" y="48156"/>
                    <a:pt x="16358" y="48156"/>
                  </a:cubicBezTo>
                  <a:lnTo>
                    <a:pt x="16358" y="48156"/>
                  </a:lnTo>
                  <a:cubicBezTo>
                    <a:pt x="16387" y="48156"/>
                    <a:pt x="16172" y="48805"/>
                    <a:pt x="16185" y="48805"/>
                  </a:cubicBezTo>
                  <a:cubicBezTo>
                    <a:pt x="16187" y="48805"/>
                    <a:pt x="16192" y="48796"/>
                    <a:pt x="16200" y="48777"/>
                  </a:cubicBezTo>
                  <a:lnTo>
                    <a:pt x="16200" y="48777"/>
                  </a:lnTo>
                  <a:cubicBezTo>
                    <a:pt x="16099" y="49048"/>
                    <a:pt x="16006" y="49310"/>
                    <a:pt x="15904" y="49581"/>
                  </a:cubicBezTo>
                  <a:cubicBezTo>
                    <a:pt x="15929" y="49504"/>
                    <a:pt x="15955" y="49437"/>
                    <a:pt x="15972" y="49361"/>
                  </a:cubicBezTo>
                  <a:lnTo>
                    <a:pt x="15972" y="49361"/>
                  </a:lnTo>
                  <a:cubicBezTo>
                    <a:pt x="15786" y="49919"/>
                    <a:pt x="15684" y="50114"/>
                    <a:pt x="15566" y="50545"/>
                  </a:cubicBezTo>
                  <a:cubicBezTo>
                    <a:pt x="15547" y="50589"/>
                    <a:pt x="15539" y="50606"/>
                    <a:pt x="15536" y="50606"/>
                  </a:cubicBezTo>
                  <a:cubicBezTo>
                    <a:pt x="15527" y="50606"/>
                    <a:pt x="15617" y="50338"/>
                    <a:pt x="15612" y="50338"/>
                  </a:cubicBezTo>
                  <a:lnTo>
                    <a:pt x="15612" y="50338"/>
                  </a:lnTo>
                  <a:cubicBezTo>
                    <a:pt x="15611" y="50338"/>
                    <a:pt x="15602" y="50358"/>
                    <a:pt x="15583" y="50410"/>
                  </a:cubicBezTo>
                  <a:cubicBezTo>
                    <a:pt x="15650" y="50207"/>
                    <a:pt x="15709" y="49995"/>
                    <a:pt x="15752" y="49784"/>
                  </a:cubicBezTo>
                  <a:lnTo>
                    <a:pt x="15752" y="49784"/>
                  </a:lnTo>
                  <a:cubicBezTo>
                    <a:pt x="15506" y="50418"/>
                    <a:pt x="15650" y="50156"/>
                    <a:pt x="15464" y="50706"/>
                  </a:cubicBezTo>
                  <a:lnTo>
                    <a:pt x="15295" y="51103"/>
                  </a:lnTo>
                  <a:cubicBezTo>
                    <a:pt x="15272" y="51171"/>
                    <a:pt x="15264" y="51195"/>
                    <a:pt x="15266" y="51195"/>
                  </a:cubicBezTo>
                  <a:cubicBezTo>
                    <a:pt x="15271" y="51195"/>
                    <a:pt x="15340" y="51025"/>
                    <a:pt x="15346" y="51019"/>
                  </a:cubicBezTo>
                  <a:lnTo>
                    <a:pt x="15346" y="51019"/>
                  </a:lnTo>
                  <a:cubicBezTo>
                    <a:pt x="15244" y="51315"/>
                    <a:pt x="15185" y="51425"/>
                    <a:pt x="15100" y="51653"/>
                  </a:cubicBezTo>
                  <a:cubicBezTo>
                    <a:pt x="15130" y="51594"/>
                    <a:pt x="15180" y="51468"/>
                    <a:pt x="15191" y="51468"/>
                  </a:cubicBezTo>
                  <a:cubicBezTo>
                    <a:pt x="15193" y="51468"/>
                    <a:pt x="15193" y="51470"/>
                    <a:pt x="15193" y="51475"/>
                  </a:cubicBezTo>
                  <a:cubicBezTo>
                    <a:pt x="15117" y="51662"/>
                    <a:pt x="15050" y="51848"/>
                    <a:pt x="14974" y="52025"/>
                  </a:cubicBezTo>
                  <a:cubicBezTo>
                    <a:pt x="14897" y="52203"/>
                    <a:pt x="14821" y="52381"/>
                    <a:pt x="14737" y="52541"/>
                  </a:cubicBezTo>
                  <a:cubicBezTo>
                    <a:pt x="14754" y="52509"/>
                    <a:pt x="14764" y="52496"/>
                    <a:pt x="14769" y="52496"/>
                  </a:cubicBezTo>
                  <a:cubicBezTo>
                    <a:pt x="14791" y="52496"/>
                    <a:pt x="14686" y="52814"/>
                    <a:pt x="14644" y="52947"/>
                  </a:cubicBezTo>
                  <a:lnTo>
                    <a:pt x="14957" y="52254"/>
                  </a:lnTo>
                  <a:cubicBezTo>
                    <a:pt x="15287" y="51349"/>
                    <a:pt x="15506" y="50790"/>
                    <a:pt x="15845" y="49809"/>
                  </a:cubicBezTo>
                  <a:lnTo>
                    <a:pt x="15845" y="49868"/>
                  </a:lnTo>
                  <a:cubicBezTo>
                    <a:pt x="15997" y="49496"/>
                    <a:pt x="16099" y="49225"/>
                    <a:pt x="16166" y="49005"/>
                  </a:cubicBezTo>
                  <a:cubicBezTo>
                    <a:pt x="16234" y="48785"/>
                    <a:pt x="16276" y="48625"/>
                    <a:pt x="16310" y="48472"/>
                  </a:cubicBezTo>
                  <a:cubicBezTo>
                    <a:pt x="16412" y="48058"/>
                    <a:pt x="16530" y="47643"/>
                    <a:pt x="16674" y="47237"/>
                  </a:cubicBezTo>
                  <a:cubicBezTo>
                    <a:pt x="16722" y="47213"/>
                    <a:pt x="16870" y="46675"/>
                    <a:pt x="16899" y="46675"/>
                  </a:cubicBezTo>
                  <a:cubicBezTo>
                    <a:pt x="16900" y="46675"/>
                    <a:pt x="16901" y="46676"/>
                    <a:pt x="16902" y="46679"/>
                  </a:cubicBezTo>
                  <a:cubicBezTo>
                    <a:pt x="16820" y="46906"/>
                    <a:pt x="16799" y="46979"/>
                    <a:pt x="16806" y="46979"/>
                  </a:cubicBezTo>
                  <a:cubicBezTo>
                    <a:pt x="16812" y="46979"/>
                    <a:pt x="16835" y="46938"/>
                    <a:pt x="16860" y="46891"/>
                  </a:cubicBezTo>
                  <a:cubicBezTo>
                    <a:pt x="16928" y="46603"/>
                    <a:pt x="17004" y="46324"/>
                    <a:pt x="17105" y="46045"/>
                  </a:cubicBezTo>
                  <a:lnTo>
                    <a:pt x="17105" y="46045"/>
                  </a:lnTo>
                  <a:cubicBezTo>
                    <a:pt x="17098" y="46081"/>
                    <a:pt x="17099" y="46094"/>
                    <a:pt x="17103" y="46094"/>
                  </a:cubicBezTo>
                  <a:cubicBezTo>
                    <a:pt x="17111" y="46094"/>
                    <a:pt x="17132" y="46050"/>
                    <a:pt x="17138" y="46050"/>
                  </a:cubicBezTo>
                  <a:lnTo>
                    <a:pt x="17138" y="46050"/>
                  </a:lnTo>
                  <a:cubicBezTo>
                    <a:pt x="17143" y="46050"/>
                    <a:pt x="17134" y="46094"/>
                    <a:pt x="17080" y="46273"/>
                  </a:cubicBezTo>
                  <a:cubicBezTo>
                    <a:pt x="17224" y="45858"/>
                    <a:pt x="17351" y="45436"/>
                    <a:pt x="17452" y="45004"/>
                  </a:cubicBezTo>
                  <a:cubicBezTo>
                    <a:pt x="17596" y="44497"/>
                    <a:pt x="17630" y="44420"/>
                    <a:pt x="17664" y="44361"/>
                  </a:cubicBezTo>
                  <a:cubicBezTo>
                    <a:pt x="17697" y="44293"/>
                    <a:pt x="17740" y="44226"/>
                    <a:pt x="17875" y="43727"/>
                  </a:cubicBezTo>
                  <a:lnTo>
                    <a:pt x="17875" y="43727"/>
                  </a:lnTo>
                  <a:lnTo>
                    <a:pt x="17841" y="43871"/>
                  </a:lnTo>
                  <a:lnTo>
                    <a:pt x="17841" y="43871"/>
                  </a:lnTo>
                  <a:lnTo>
                    <a:pt x="18019" y="43253"/>
                  </a:lnTo>
                  <a:lnTo>
                    <a:pt x="17943" y="43448"/>
                  </a:lnTo>
                  <a:lnTo>
                    <a:pt x="18137" y="42712"/>
                  </a:lnTo>
                  <a:cubicBezTo>
                    <a:pt x="18167" y="42589"/>
                    <a:pt x="18175" y="42545"/>
                    <a:pt x="18171" y="42545"/>
                  </a:cubicBezTo>
                  <a:lnTo>
                    <a:pt x="18171" y="42545"/>
                  </a:lnTo>
                  <a:cubicBezTo>
                    <a:pt x="18162" y="42545"/>
                    <a:pt x="18075" y="42827"/>
                    <a:pt x="18063" y="42827"/>
                  </a:cubicBezTo>
                  <a:cubicBezTo>
                    <a:pt x="18062" y="42827"/>
                    <a:pt x="18061" y="42825"/>
                    <a:pt x="18061" y="42822"/>
                  </a:cubicBezTo>
                  <a:lnTo>
                    <a:pt x="18044" y="42982"/>
                  </a:lnTo>
                  <a:cubicBezTo>
                    <a:pt x="17951" y="43278"/>
                    <a:pt x="17850" y="43701"/>
                    <a:pt x="17816" y="43761"/>
                  </a:cubicBezTo>
                  <a:cubicBezTo>
                    <a:pt x="17867" y="43574"/>
                    <a:pt x="17909" y="43380"/>
                    <a:pt x="17943" y="43185"/>
                  </a:cubicBezTo>
                  <a:lnTo>
                    <a:pt x="17943" y="43185"/>
                  </a:lnTo>
                  <a:lnTo>
                    <a:pt x="17816" y="43651"/>
                  </a:lnTo>
                  <a:lnTo>
                    <a:pt x="17748" y="43794"/>
                  </a:lnTo>
                  <a:cubicBezTo>
                    <a:pt x="17621" y="44260"/>
                    <a:pt x="17494" y="44606"/>
                    <a:pt x="17435" y="44886"/>
                  </a:cubicBezTo>
                  <a:cubicBezTo>
                    <a:pt x="17503" y="44700"/>
                    <a:pt x="17511" y="44573"/>
                    <a:pt x="17579" y="44403"/>
                  </a:cubicBezTo>
                  <a:lnTo>
                    <a:pt x="17579" y="44403"/>
                  </a:lnTo>
                  <a:cubicBezTo>
                    <a:pt x="17545" y="44640"/>
                    <a:pt x="17368" y="45207"/>
                    <a:pt x="17207" y="45757"/>
                  </a:cubicBezTo>
                  <a:cubicBezTo>
                    <a:pt x="17193" y="45764"/>
                    <a:pt x="17150" y="45886"/>
                    <a:pt x="17145" y="45886"/>
                  </a:cubicBezTo>
                  <a:cubicBezTo>
                    <a:pt x="17144" y="45886"/>
                    <a:pt x="17145" y="45880"/>
                    <a:pt x="17148" y="45867"/>
                  </a:cubicBezTo>
                  <a:cubicBezTo>
                    <a:pt x="17148" y="45850"/>
                    <a:pt x="17181" y="45757"/>
                    <a:pt x="17198" y="45706"/>
                  </a:cubicBezTo>
                  <a:lnTo>
                    <a:pt x="17198" y="45706"/>
                  </a:lnTo>
                  <a:cubicBezTo>
                    <a:pt x="17197" y="45708"/>
                    <a:pt x="17196" y="45709"/>
                    <a:pt x="17195" y="45709"/>
                  </a:cubicBezTo>
                  <a:cubicBezTo>
                    <a:pt x="17188" y="45709"/>
                    <a:pt x="17202" y="45643"/>
                    <a:pt x="17196" y="45643"/>
                  </a:cubicBezTo>
                  <a:lnTo>
                    <a:pt x="17196" y="45643"/>
                  </a:lnTo>
                  <a:cubicBezTo>
                    <a:pt x="17191" y="45643"/>
                    <a:pt x="17167" y="45704"/>
                    <a:pt x="17088" y="45943"/>
                  </a:cubicBezTo>
                  <a:cubicBezTo>
                    <a:pt x="17122" y="45753"/>
                    <a:pt x="17203" y="45367"/>
                    <a:pt x="17191" y="45367"/>
                  </a:cubicBezTo>
                  <a:lnTo>
                    <a:pt x="17191" y="45367"/>
                  </a:lnTo>
                  <a:cubicBezTo>
                    <a:pt x="17191" y="45367"/>
                    <a:pt x="17190" y="45367"/>
                    <a:pt x="17190" y="45368"/>
                  </a:cubicBezTo>
                  <a:cubicBezTo>
                    <a:pt x="17283" y="45063"/>
                    <a:pt x="17410" y="44640"/>
                    <a:pt x="17494" y="44395"/>
                  </a:cubicBezTo>
                  <a:lnTo>
                    <a:pt x="17494" y="44420"/>
                  </a:lnTo>
                  <a:cubicBezTo>
                    <a:pt x="17587" y="44158"/>
                    <a:pt x="17723" y="43591"/>
                    <a:pt x="17765" y="43558"/>
                  </a:cubicBezTo>
                  <a:cubicBezTo>
                    <a:pt x="17794" y="43448"/>
                    <a:pt x="17859" y="43203"/>
                    <a:pt x="17850" y="43203"/>
                  </a:cubicBezTo>
                  <a:lnTo>
                    <a:pt x="17850" y="43203"/>
                  </a:lnTo>
                  <a:cubicBezTo>
                    <a:pt x="17847" y="43203"/>
                    <a:pt x="17827" y="43255"/>
                    <a:pt x="17782" y="43397"/>
                  </a:cubicBezTo>
                  <a:lnTo>
                    <a:pt x="17985" y="42644"/>
                  </a:lnTo>
                  <a:cubicBezTo>
                    <a:pt x="17986" y="42656"/>
                    <a:pt x="17988" y="42662"/>
                    <a:pt x="17992" y="42662"/>
                  </a:cubicBezTo>
                  <a:cubicBezTo>
                    <a:pt x="18015" y="42662"/>
                    <a:pt x="18081" y="42476"/>
                    <a:pt x="18095" y="42476"/>
                  </a:cubicBezTo>
                  <a:lnTo>
                    <a:pt x="18095" y="42476"/>
                  </a:lnTo>
                  <a:cubicBezTo>
                    <a:pt x="18105" y="42476"/>
                    <a:pt x="18092" y="42558"/>
                    <a:pt x="18027" y="42830"/>
                  </a:cubicBezTo>
                  <a:cubicBezTo>
                    <a:pt x="18034" y="42810"/>
                    <a:pt x="18082" y="42641"/>
                    <a:pt x="18159" y="42359"/>
                  </a:cubicBezTo>
                  <a:lnTo>
                    <a:pt x="18159" y="42359"/>
                  </a:lnTo>
                  <a:cubicBezTo>
                    <a:pt x="18153" y="42402"/>
                    <a:pt x="18153" y="42421"/>
                    <a:pt x="18157" y="42421"/>
                  </a:cubicBezTo>
                  <a:cubicBezTo>
                    <a:pt x="18176" y="42421"/>
                    <a:pt x="18268" y="42119"/>
                    <a:pt x="18366" y="41806"/>
                  </a:cubicBezTo>
                  <a:lnTo>
                    <a:pt x="18366" y="41705"/>
                  </a:lnTo>
                  <a:cubicBezTo>
                    <a:pt x="18493" y="41367"/>
                    <a:pt x="18594" y="41028"/>
                    <a:pt x="18679" y="40673"/>
                  </a:cubicBezTo>
                  <a:lnTo>
                    <a:pt x="18882" y="39548"/>
                  </a:lnTo>
                  <a:cubicBezTo>
                    <a:pt x="18907" y="39438"/>
                    <a:pt x="18941" y="39328"/>
                    <a:pt x="18966" y="39218"/>
                  </a:cubicBezTo>
                  <a:cubicBezTo>
                    <a:pt x="19009" y="39105"/>
                    <a:pt x="19098" y="38746"/>
                    <a:pt x="19112" y="38746"/>
                  </a:cubicBezTo>
                  <a:lnTo>
                    <a:pt x="19112" y="38746"/>
                  </a:lnTo>
                  <a:cubicBezTo>
                    <a:pt x="19115" y="38746"/>
                    <a:pt x="19114" y="38761"/>
                    <a:pt x="19110" y="38795"/>
                  </a:cubicBezTo>
                  <a:cubicBezTo>
                    <a:pt x="19113" y="38789"/>
                    <a:pt x="19115" y="38786"/>
                    <a:pt x="19117" y="38786"/>
                  </a:cubicBezTo>
                  <a:lnTo>
                    <a:pt x="19117" y="38786"/>
                  </a:lnTo>
                  <a:cubicBezTo>
                    <a:pt x="19127" y="38786"/>
                    <a:pt x="19095" y="38939"/>
                    <a:pt x="19042" y="39125"/>
                  </a:cubicBezTo>
                  <a:cubicBezTo>
                    <a:pt x="19039" y="39130"/>
                    <a:pt x="19037" y="39132"/>
                    <a:pt x="19036" y="39132"/>
                  </a:cubicBezTo>
                  <a:cubicBezTo>
                    <a:pt x="19033" y="39132"/>
                    <a:pt x="19035" y="39121"/>
                    <a:pt x="19033" y="39121"/>
                  </a:cubicBezTo>
                  <a:lnTo>
                    <a:pt x="19033" y="39121"/>
                  </a:lnTo>
                  <a:cubicBezTo>
                    <a:pt x="19032" y="39121"/>
                    <a:pt x="19030" y="39124"/>
                    <a:pt x="19026" y="39133"/>
                  </a:cubicBezTo>
                  <a:cubicBezTo>
                    <a:pt x="19026" y="39156"/>
                    <a:pt x="19028" y="39175"/>
                    <a:pt x="19036" y="39175"/>
                  </a:cubicBezTo>
                  <a:cubicBezTo>
                    <a:pt x="19049" y="39175"/>
                    <a:pt x="19075" y="39128"/>
                    <a:pt x="19127" y="38973"/>
                  </a:cubicBezTo>
                  <a:lnTo>
                    <a:pt x="19127" y="38973"/>
                  </a:lnTo>
                  <a:cubicBezTo>
                    <a:pt x="19051" y="39235"/>
                    <a:pt x="19034" y="39269"/>
                    <a:pt x="19000" y="39455"/>
                  </a:cubicBezTo>
                  <a:lnTo>
                    <a:pt x="19076" y="39192"/>
                  </a:lnTo>
                  <a:lnTo>
                    <a:pt x="19076" y="39192"/>
                  </a:lnTo>
                  <a:cubicBezTo>
                    <a:pt x="18975" y="39582"/>
                    <a:pt x="18848" y="40199"/>
                    <a:pt x="18873" y="40199"/>
                  </a:cubicBezTo>
                  <a:cubicBezTo>
                    <a:pt x="18873" y="40064"/>
                    <a:pt x="18975" y="39818"/>
                    <a:pt x="19034" y="39607"/>
                  </a:cubicBezTo>
                  <a:lnTo>
                    <a:pt x="19034" y="39607"/>
                  </a:lnTo>
                  <a:cubicBezTo>
                    <a:pt x="19009" y="39732"/>
                    <a:pt x="18961" y="39956"/>
                    <a:pt x="18968" y="39956"/>
                  </a:cubicBezTo>
                  <a:cubicBezTo>
                    <a:pt x="18971" y="39956"/>
                    <a:pt x="18981" y="39929"/>
                    <a:pt x="19000" y="39861"/>
                  </a:cubicBezTo>
                  <a:cubicBezTo>
                    <a:pt x="19006" y="39785"/>
                    <a:pt x="19106" y="39365"/>
                    <a:pt x="19095" y="39365"/>
                  </a:cubicBezTo>
                  <a:lnTo>
                    <a:pt x="19095" y="39365"/>
                  </a:lnTo>
                  <a:cubicBezTo>
                    <a:pt x="19091" y="39365"/>
                    <a:pt x="19073" y="39415"/>
                    <a:pt x="19034" y="39548"/>
                  </a:cubicBezTo>
                  <a:cubicBezTo>
                    <a:pt x="19085" y="39328"/>
                    <a:pt x="19144" y="39032"/>
                    <a:pt x="19220" y="38786"/>
                  </a:cubicBezTo>
                  <a:lnTo>
                    <a:pt x="19220" y="38786"/>
                  </a:lnTo>
                  <a:cubicBezTo>
                    <a:pt x="19191" y="38934"/>
                    <a:pt x="19191" y="38960"/>
                    <a:pt x="19198" y="38960"/>
                  </a:cubicBezTo>
                  <a:cubicBezTo>
                    <a:pt x="19202" y="38960"/>
                    <a:pt x="19208" y="38953"/>
                    <a:pt x="19212" y="38953"/>
                  </a:cubicBezTo>
                  <a:cubicBezTo>
                    <a:pt x="19217" y="38953"/>
                    <a:pt x="19220" y="38959"/>
                    <a:pt x="19220" y="38981"/>
                  </a:cubicBezTo>
                  <a:cubicBezTo>
                    <a:pt x="19254" y="38879"/>
                    <a:pt x="19262" y="38778"/>
                    <a:pt x="19254" y="38676"/>
                  </a:cubicBezTo>
                  <a:cubicBezTo>
                    <a:pt x="19444" y="37988"/>
                    <a:pt x="19567" y="37692"/>
                    <a:pt x="19728" y="36970"/>
                  </a:cubicBezTo>
                  <a:lnTo>
                    <a:pt x="19728" y="36970"/>
                  </a:lnTo>
                  <a:cubicBezTo>
                    <a:pt x="19699" y="37096"/>
                    <a:pt x="19661" y="37246"/>
                    <a:pt x="19653" y="37246"/>
                  </a:cubicBezTo>
                  <a:cubicBezTo>
                    <a:pt x="19652" y="37246"/>
                    <a:pt x="19652" y="37244"/>
                    <a:pt x="19652" y="37238"/>
                  </a:cubicBezTo>
                  <a:cubicBezTo>
                    <a:pt x="19762" y="36621"/>
                    <a:pt x="19880" y="36452"/>
                    <a:pt x="19990" y="35927"/>
                  </a:cubicBezTo>
                  <a:lnTo>
                    <a:pt x="19990" y="35927"/>
                  </a:lnTo>
                  <a:cubicBezTo>
                    <a:pt x="19973" y="35969"/>
                    <a:pt x="19948" y="36020"/>
                    <a:pt x="19922" y="36063"/>
                  </a:cubicBezTo>
                  <a:cubicBezTo>
                    <a:pt x="19956" y="35902"/>
                    <a:pt x="20032" y="35496"/>
                    <a:pt x="20075" y="35301"/>
                  </a:cubicBezTo>
                  <a:cubicBezTo>
                    <a:pt x="20093" y="35264"/>
                    <a:pt x="20174" y="34958"/>
                    <a:pt x="20188" y="34958"/>
                  </a:cubicBezTo>
                  <a:lnTo>
                    <a:pt x="20188" y="34958"/>
                  </a:lnTo>
                  <a:cubicBezTo>
                    <a:pt x="20193" y="34958"/>
                    <a:pt x="20188" y="35000"/>
                    <a:pt x="20168" y="35115"/>
                  </a:cubicBezTo>
                  <a:cubicBezTo>
                    <a:pt x="20379" y="34201"/>
                    <a:pt x="20261" y="34294"/>
                    <a:pt x="20497" y="33254"/>
                  </a:cubicBezTo>
                  <a:lnTo>
                    <a:pt x="20497" y="33254"/>
                  </a:lnTo>
                  <a:cubicBezTo>
                    <a:pt x="20388" y="33736"/>
                    <a:pt x="20379" y="33787"/>
                    <a:pt x="20294" y="34168"/>
                  </a:cubicBezTo>
                  <a:cubicBezTo>
                    <a:pt x="20321" y="34011"/>
                    <a:pt x="20327" y="33965"/>
                    <a:pt x="20323" y="33965"/>
                  </a:cubicBezTo>
                  <a:lnTo>
                    <a:pt x="20323" y="33965"/>
                  </a:lnTo>
                  <a:cubicBezTo>
                    <a:pt x="20318" y="33965"/>
                    <a:pt x="20295" y="34055"/>
                    <a:pt x="20282" y="34055"/>
                  </a:cubicBezTo>
                  <a:cubicBezTo>
                    <a:pt x="20280" y="34055"/>
                    <a:pt x="20279" y="34053"/>
                    <a:pt x="20278" y="34049"/>
                  </a:cubicBezTo>
                  <a:cubicBezTo>
                    <a:pt x="20335" y="33871"/>
                    <a:pt x="20435" y="33381"/>
                    <a:pt x="20442" y="33381"/>
                  </a:cubicBezTo>
                  <a:lnTo>
                    <a:pt x="20442" y="33381"/>
                  </a:lnTo>
                  <a:cubicBezTo>
                    <a:pt x="20444" y="33381"/>
                    <a:pt x="20436" y="33433"/>
                    <a:pt x="20413" y="33567"/>
                  </a:cubicBezTo>
                  <a:cubicBezTo>
                    <a:pt x="20489" y="33246"/>
                    <a:pt x="20616" y="32594"/>
                    <a:pt x="20624" y="32442"/>
                  </a:cubicBezTo>
                  <a:lnTo>
                    <a:pt x="20624" y="32442"/>
                  </a:lnTo>
                  <a:lnTo>
                    <a:pt x="20565" y="32721"/>
                  </a:lnTo>
                  <a:cubicBezTo>
                    <a:pt x="20633" y="32349"/>
                    <a:pt x="20692" y="31968"/>
                    <a:pt x="20726" y="31588"/>
                  </a:cubicBezTo>
                  <a:lnTo>
                    <a:pt x="20726" y="31588"/>
                  </a:lnTo>
                  <a:cubicBezTo>
                    <a:pt x="20624" y="32171"/>
                    <a:pt x="20667" y="32163"/>
                    <a:pt x="20523" y="32899"/>
                  </a:cubicBezTo>
                  <a:cubicBezTo>
                    <a:pt x="20467" y="33151"/>
                    <a:pt x="20448" y="33226"/>
                    <a:pt x="20444" y="33226"/>
                  </a:cubicBezTo>
                  <a:cubicBezTo>
                    <a:pt x="20438" y="33226"/>
                    <a:pt x="20463" y="33068"/>
                    <a:pt x="20454" y="33068"/>
                  </a:cubicBezTo>
                  <a:lnTo>
                    <a:pt x="20454" y="33068"/>
                  </a:lnTo>
                  <a:cubicBezTo>
                    <a:pt x="20449" y="33068"/>
                    <a:pt x="20436" y="33108"/>
                    <a:pt x="20404" y="33229"/>
                  </a:cubicBezTo>
                  <a:lnTo>
                    <a:pt x="20303" y="33804"/>
                  </a:lnTo>
                  <a:lnTo>
                    <a:pt x="20362" y="33533"/>
                  </a:lnTo>
                  <a:lnTo>
                    <a:pt x="20362" y="33533"/>
                  </a:lnTo>
                  <a:cubicBezTo>
                    <a:pt x="20378" y="33623"/>
                    <a:pt x="20183" y="34357"/>
                    <a:pt x="20221" y="34357"/>
                  </a:cubicBezTo>
                  <a:cubicBezTo>
                    <a:pt x="20223" y="34357"/>
                    <a:pt x="20225" y="34356"/>
                    <a:pt x="20227" y="34354"/>
                  </a:cubicBezTo>
                  <a:lnTo>
                    <a:pt x="20227" y="34354"/>
                  </a:lnTo>
                  <a:cubicBezTo>
                    <a:pt x="20097" y="34836"/>
                    <a:pt x="20066" y="35030"/>
                    <a:pt x="19955" y="35469"/>
                  </a:cubicBezTo>
                  <a:lnTo>
                    <a:pt x="19955" y="35469"/>
                  </a:lnTo>
                  <a:cubicBezTo>
                    <a:pt x="19955" y="35466"/>
                    <a:pt x="19956" y="35464"/>
                    <a:pt x="19956" y="35462"/>
                  </a:cubicBezTo>
                  <a:lnTo>
                    <a:pt x="19956" y="35462"/>
                  </a:lnTo>
                  <a:cubicBezTo>
                    <a:pt x="19955" y="35466"/>
                    <a:pt x="19955" y="35469"/>
                    <a:pt x="19954" y="35473"/>
                  </a:cubicBezTo>
                  <a:lnTo>
                    <a:pt x="19954" y="35473"/>
                  </a:lnTo>
                  <a:cubicBezTo>
                    <a:pt x="19935" y="35548"/>
                    <a:pt x="19913" y="35631"/>
                    <a:pt x="19888" y="35724"/>
                  </a:cubicBezTo>
                  <a:cubicBezTo>
                    <a:pt x="19885" y="35759"/>
                    <a:pt x="19884" y="35774"/>
                    <a:pt x="19886" y="35774"/>
                  </a:cubicBezTo>
                  <a:cubicBezTo>
                    <a:pt x="19892" y="35774"/>
                    <a:pt x="19913" y="35681"/>
                    <a:pt x="19935" y="35574"/>
                  </a:cubicBezTo>
                  <a:lnTo>
                    <a:pt x="19935" y="35574"/>
                  </a:lnTo>
                  <a:cubicBezTo>
                    <a:pt x="19897" y="35799"/>
                    <a:pt x="19914" y="35871"/>
                    <a:pt x="19804" y="36232"/>
                  </a:cubicBezTo>
                  <a:cubicBezTo>
                    <a:pt x="19785" y="36298"/>
                    <a:pt x="19780" y="36330"/>
                    <a:pt x="19784" y="36330"/>
                  </a:cubicBezTo>
                  <a:cubicBezTo>
                    <a:pt x="19792" y="36330"/>
                    <a:pt x="19836" y="36212"/>
                    <a:pt x="19887" y="36006"/>
                  </a:cubicBezTo>
                  <a:lnTo>
                    <a:pt x="19887" y="36006"/>
                  </a:lnTo>
                  <a:cubicBezTo>
                    <a:pt x="19818" y="36299"/>
                    <a:pt x="19754" y="36582"/>
                    <a:pt x="19668" y="36908"/>
                  </a:cubicBezTo>
                  <a:lnTo>
                    <a:pt x="19787" y="36553"/>
                  </a:lnTo>
                  <a:lnTo>
                    <a:pt x="19694" y="36934"/>
                  </a:lnTo>
                  <a:lnTo>
                    <a:pt x="19787" y="36612"/>
                  </a:lnTo>
                  <a:lnTo>
                    <a:pt x="19787" y="36612"/>
                  </a:lnTo>
                  <a:cubicBezTo>
                    <a:pt x="19618" y="37331"/>
                    <a:pt x="19415" y="38152"/>
                    <a:pt x="19288" y="38524"/>
                  </a:cubicBezTo>
                  <a:cubicBezTo>
                    <a:pt x="19406" y="37898"/>
                    <a:pt x="19668" y="36866"/>
                    <a:pt x="19711" y="36494"/>
                  </a:cubicBezTo>
                  <a:lnTo>
                    <a:pt x="19711" y="36494"/>
                  </a:lnTo>
                  <a:cubicBezTo>
                    <a:pt x="19660" y="36629"/>
                    <a:pt x="19618" y="37002"/>
                    <a:pt x="19533" y="37171"/>
                  </a:cubicBezTo>
                  <a:lnTo>
                    <a:pt x="19516" y="37365"/>
                  </a:lnTo>
                  <a:cubicBezTo>
                    <a:pt x="19474" y="37585"/>
                    <a:pt x="19355" y="38093"/>
                    <a:pt x="19322" y="38135"/>
                  </a:cubicBezTo>
                  <a:cubicBezTo>
                    <a:pt x="19449" y="37526"/>
                    <a:pt x="19465" y="37365"/>
                    <a:pt x="19516" y="37061"/>
                  </a:cubicBezTo>
                  <a:cubicBezTo>
                    <a:pt x="19516" y="37010"/>
                    <a:pt x="19525" y="36959"/>
                    <a:pt x="19542" y="36917"/>
                  </a:cubicBezTo>
                  <a:lnTo>
                    <a:pt x="19542" y="36900"/>
                  </a:lnTo>
                  <a:cubicBezTo>
                    <a:pt x="19584" y="36731"/>
                    <a:pt x="19660" y="36435"/>
                    <a:pt x="19694" y="36266"/>
                  </a:cubicBezTo>
                  <a:cubicBezTo>
                    <a:pt x="19714" y="36184"/>
                    <a:pt x="19724" y="36159"/>
                    <a:pt x="19728" y="36159"/>
                  </a:cubicBezTo>
                  <a:cubicBezTo>
                    <a:pt x="19734" y="36159"/>
                    <a:pt x="19728" y="36216"/>
                    <a:pt x="19728" y="36232"/>
                  </a:cubicBezTo>
                  <a:cubicBezTo>
                    <a:pt x="19821" y="35910"/>
                    <a:pt x="19888" y="35580"/>
                    <a:pt x="19939" y="35250"/>
                  </a:cubicBezTo>
                  <a:cubicBezTo>
                    <a:pt x="19990" y="34937"/>
                    <a:pt x="20049" y="34616"/>
                    <a:pt x="20142" y="34235"/>
                  </a:cubicBezTo>
                  <a:cubicBezTo>
                    <a:pt x="20157" y="34235"/>
                    <a:pt x="20260" y="33793"/>
                    <a:pt x="20271" y="33793"/>
                  </a:cubicBezTo>
                  <a:lnTo>
                    <a:pt x="20271" y="33793"/>
                  </a:lnTo>
                  <a:cubicBezTo>
                    <a:pt x="20273" y="33793"/>
                    <a:pt x="20273" y="33804"/>
                    <a:pt x="20269" y="33829"/>
                  </a:cubicBezTo>
                  <a:cubicBezTo>
                    <a:pt x="20345" y="33499"/>
                    <a:pt x="20396" y="33169"/>
                    <a:pt x="20438" y="32831"/>
                  </a:cubicBezTo>
                  <a:cubicBezTo>
                    <a:pt x="20460" y="32781"/>
                    <a:pt x="20542" y="32324"/>
                    <a:pt x="20551" y="32324"/>
                  </a:cubicBezTo>
                  <a:lnTo>
                    <a:pt x="20551" y="32324"/>
                  </a:lnTo>
                  <a:cubicBezTo>
                    <a:pt x="20553" y="32324"/>
                    <a:pt x="20552" y="32339"/>
                    <a:pt x="20548" y="32374"/>
                  </a:cubicBezTo>
                  <a:lnTo>
                    <a:pt x="20599" y="31960"/>
                  </a:lnTo>
                  <a:cubicBezTo>
                    <a:pt x="20658" y="31681"/>
                    <a:pt x="20760" y="31088"/>
                    <a:pt x="20802" y="30995"/>
                  </a:cubicBezTo>
                  <a:cubicBezTo>
                    <a:pt x="20853" y="30682"/>
                    <a:pt x="20777" y="30894"/>
                    <a:pt x="20870" y="30471"/>
                  </a:cubicBezTo>
                  <a:lnTo>
                    <a:pt x="20870" y="30471"/>
                  </a:lnTo>
                  <a:cubicBezTo>
                    <a:pt x="20870" y="30481"/>
                    <a:pt x="20876" y="30472"/>
                    <a:pt x="20875" y="30487"/>
                  </a:cubicBezTo>
                  <a:lnTo>
                    <a:pt x="20875" y="30487"/>
                  </a:lnTo>
                  <a:cubicBezTo>
                    <a:pt x="20935" y="30218"/>
                    <a:pt x="20974" y="29943"/>
                    <a:pt x="21005" y="29676"/>
                  </a:cubicBezTo>
                  <a:lnTo>
                    <a:pt x="21005" y="29676"/>
                  </a:lnTo>
                  <a:cubicBezTo>
                    <a:pt x="20946" y="29980"/>
                    <a:pt x="20988" y="29743"/>
                    <a:pt x="20920" y="30099"/>
                  </a:cubicBezTo>
                  <a:cubicBezTo>
                    <a:pt x="20920" y="30014"/>
                    <a:pt x="20929" y="29929"/>
                    <a:pt x="20946" y="29836"/>
                  </a:cubicBezTo>
                  <a:cubicBezTo>
                    <a:pt x="20971" y="29684"/>
                    <a:pt x="20997" y="29481"/>
                    <a:pt x="21039" y="29278"/>
                  </a:cubicBezTo>
                  <a:lnTo>
                    <a:pt x="21039" y="29278"/>
                  </a:lnTo>
                  <a:cubicBezTo>
                    <a:pt x="21027" y="29406"/>
                    <a:pt x="21027" y="29454"/>
                    <a:pt x="21032" y="29454"/>
                  </a:cubicBezTo>
                  <a:cubicBezTo>
                    <a:pt x="21048" y="29454"/>
                    <a:pt x="21117" y="29056"/>
                    <a:pt x="21125" y="29056"/>
                  </a:cubicBezTo>
                  <a:lnTo>
                    <a:pt x="21125" y="29056"/>
                  </a:lnTo>
                  <a:cubicBezTo>
                    <a:pt x="21127" y="29056"/>
                    <a:pt x="21127" y="29069"/>
                    <a:pt x="21124" y="29100"/>
                  </a:cubicBezTo>
                  <a:cubicBezTo>
                    <a:pt x="21276" y="28221"/>
                    <a:pt x="21318" y="27696"/>
                    <a:pt x="21377" y="26952"/>
                  </a:cubicBezTo>
                  <a:cubicBezTo>
                    <a:pt x="21437" y="26512"/>
                    <a:pt x="21504" y="26021"/>
                    <a:pt x="21572" y="25556"/>
                  </a:cubicBezTo>
                  <a:cubicBezTo>
                    <a:pt x="21597" y="25319"/>
                    <a:pt x="21631" y="25091"/>
                    <a:pt x="21656" y="24879"/>
                  </a:cubicBezTo>
                  <a:cubicBezTo>
                    <a:pt x="21673" y="24659"/>
                    <a:pt x="21690" y="24465"/>
                    <a:pt x="21699" y="24296"/>
                  </a:cubicBezTo>
                  <a:lnTo>
                    <a:pt x="21699" y="24296"/>
                  </a:lnTo>
                  <a:lnTo>
                    <a:pt x="21690" y="24380"/>
                  </a:lnTo>
                  <a:lnTo>
                    <a:pt x="21716" y="23966"/>
                  </a:lnTo>
                  <a:cubicBezTo>
                    <a:pt x="21741" y="23729"/>
                    <a:pt x="21750" y="23974"/>
                    <a:pt x="21783" y="23602"/>
                  </a:cubicBezTo>
                  <a:lnTo>
                    <a:pt x="21783" y="23602"/>
                  </a:lnTo>
                  <a:cubicBezTo>
                    <a:pt x="21809" y="23729"/>
                    <a:pt x="21716" y="24245"/>
                    <a:pt x="21699" y="24625"/>
                  </a:cubicBezTo>
                  <a:cubicBezTo>
                    <a:pt x="21721" y="24488"/>
                    <a:pt x="21731" y="24436"/>
                    <a:pt x="21736" y="24436"/>
                  </a:cubicBezTo>
                  <a:lnTo>
                    <a:pt x="21736" y="24436"/>
                  </a:lnTo>
                  <a:cubicBezTo>
                    <a:pt x="21749" y="24436"/>
                    <a:pt x="21705" y="24885"/>
                    <a:pt x="21719" y="24885"/>
                  </a:cubicBezTo>
                  <a:cubicBezTo>
                    <a:pt x="21723" y="24885"/>
                    <a:pt x="21729" y="24859"/>
                    <a:pt x="21741" y="24795"/>
                  </a:cubicBezTo>
                  <a:cubicBezTo>
                    <a:pt x="21699" y="24541"/>
                    <a:pt x="21876" y="23416"/>
                    <a:pt x="21902" y="22849"/>
                  </a:cubicBezTo>
                  <a:cubicBezTo>
                    <a:pt x="21920" y="22705"/>
                    <a:pt x="21928" y="22655"/>
                    <a:pt x="21932" y="22655"/>
                  </a:cubicBezTo>
                  <a:lnTo>
                    <a:pt x="21932" y="22655"/>
                  </a:lnTo>
                  <a:cubicBezTo>
                    <a:pt x="21939" y="22655"/>
                    <a:pt x="21922" y="22890"/>
                    <a:pt x="21926" y="22890"/>
                  </a:cubicBezTo>
                  <a:cubicBezTo>
                    <a:pt x="21928" y="22890"/>
                    <a:pt x="21930" y="22874"/>
                    <a:pt x="21936" y="22832"/>
                  </a:cubicBezTo>
                  <a:lnTo>
                    <a:pt x="21936" y="22654"/>
                  </a:lnTo>
                  <a:cubicBezTo>
                    <a:pt x="21968" y="22453"/>
                    <a:pt x="21977" y="22375"/>
                    <a:pt x="21992" y="22375"/>
                  </a:cubicBezTo>
                  <a:cubicBezTo>
                    <a:pt x="21993" y="22375"/>
                    <a:pt x="21994" y="22375"/>
                    <a:pt x="21995" y="22375"/>
                  </a:cubicBezTo>
                  <a:cubicBezTo>
                    <a:pt x="22062" y="21800"/>
                    <a:pt x="22096" y="21132"/>
                    <a:pt x="22113" y="20641"/>
                  </a:cubicBezTo>
                  <a:lnTo>
                    <a:pt x="22113" y="20641"/>
                  </a:lnTo>
                  <a:cubicBezTo>
                    <a:pt x="22103" y="20833"/>
                    <a:pt x="22097" y="20887"/>
                    <a:pt x="22093" y="20887"/>
                  </a:cubicBezTo>
                  <a:cubicBezTo>
                    <a:pt x="22088" y="20887"/>
                    <a:pt x="22084" y="20802"/>
                    <a:pt x="22077" y="20802"/>
                  </a:cubicBezTo>
                  <a:cubicBezTo>
                    <a:pt x="22070" y="20802"/>
                    <a:pt x="22061" y="20855"/>
                    <a:pt x="22046" y="21047"/>
                  </a:cubicBezTo>
                  <a:cubicBezTo>
                    <a:pt x="22054" y="20853"/>
                    <a:pt x="22079" y="20447"/>
                    <a:pt x="22113" y="20066"/>
                  </a:cubicBezTo>
                  <a:lnTo>
                    <a:pt x="22113" y="20066"/>
                  </a:lnTo>
                  <a:cubicBezTo>
                    <a:pt x="22108" y="20139"/>
                    <a:pt x="22109" y="20164"/>
                    <a:pt x="22112" y="20164"/>
                  </a:cubicBezTo>
                  <a:cubicBezTo>
                    <a:pt x="22118" y="20164"/>
                    <a:pt x="22140" y="20028"/>
                    <a:pt x="22147" y="20028"/>
                  </a:cubicBezTo>
                  <a:lnTo>
                    <a:pt x="22147" y="20028"/>
                  </a:lnTo>
                  <a:cubicBezTo>
                    <a:pt x="22152" y="20028"/>
                    <a:pt x="22148" y="20109"/>
                    <a:pt x="22122" y="20396"/>
                  </a:cubicBezTo>
                  <a:cubicBezTo>
                    <a:pt x="22164" y="20277"/>
                    <a:pt x="22147" y="19990"/>
                    <a:pt x="22181" y="19617"/>
                  </a:cubicBezTo>
                  <a:lnTo>
                    <a:pt x="22181" y="19617"/>
                  </a:lnTo>
                  <a:cubicBezTo>
                    <a:pt x="22173" y="19803"/>
                    <a:pt x="22165" y="20187"/>
                    <a:pt x="22171" y="20187"/>
                  </a:cubicBezTo>
                  <a:cubicBezTo>
                    <a:pt x="22172" y="20187"/>
                    <a:pt x="22172" y="20186"/>
                    <a:pt x="22172" y="20184"/>
                  </a:cubicBezTo>
                  <a:cubicBezTo>
                    <a:pt x="22172" y="20049"/>
                    <a:pt x="22181" y="19871"/>
                    <a:pt x="22198" y="19677"/>
                  </a:cubicBezTo>
                  <a:cubicBezTo>
                    <a:pt x="22206" y="19575"/>
                    <a:pt x="22215" y="19474"/>
                    <a:pt x="22223" y="19372"/>
                  </a:cubicBezTo>
                  <a:cubicBezTo>
                    <a:pt x="22232" y="19271"/>
                    <a:pt x="22232" y="19178"/>
                    <a:pt x="22240" y="19068"/>
                  </a:cubicBezTo>
                  <a:cubicBezTo>
                    <a:pt x="22274" y="18670"/>
                    <a:pt x="22299" y="18306"/>
                    <a:pt x="22291" y="18205"/>
                  </a:cubicBezTo>
                  <a:cubicBezTo>
                    <a:pt x="22282" y="17799"/>
                    <a:pt x="22291" y="17181"/>
                    <a:pt x="22291" y="16691"/>
                  </a:cubicBezTo>
                  <a:cubicBezTo>
                    <a:pt x="22325" y="16208"/>
                    <a:pt x="22325" y="15667"/>
                    <a:pt x="22342" y="15117"/>
                  </a:cubicBezTo>
                  <a:lnTo>
                    <a:pt x="22350" y="15210"/>
                  </a:lnTo>
                  <a:cubicBezTo>
                    <a:pt x="22367" y="14906"/>
                    <a:pt x="22367" y="14423"/>
                    <a:pt x="22375" y="13967"/>
                  </a:cubicBezTo>
                  <a:lnTo>
                    <a:pt x="22409" y="13857"/>
                  </a:lnTo>
                  <a:cubicBezTo>
                    <a:pt x="22401" y="13544"/>
                    <a:pt x="22384" y="12951"/>
                    <a:pt x="22384" y="12469"/>
                  </a:cubicBezTo>
                  <a:cubicBezTo>
                    <a:pt x="22377" y="12469"/>
                    <a:pt x="22376" y="12755"/>
                    <a:pt x="22367" y="12755"/>
                  </a:cubicBezTo>
                  <a:cubicBezTo>
                    <a:pt x="22364" y="12755"/>
                    <a:pt x="22362" y="12739"/>
                    <a:pt x="22359" y="12698"/>
                  </a:cubicBezTo>
                  <a:lnTo>
                    <a:pt x="22359" y="12698"/>
                  </a:lnTo>
                  <a:cubicBezTo>
                    <a:pt x="22359" y="12904"/>
                    <a:pt x="22365" y="13081"/>
                    <a:pt x="22377" y="13081"/>
                  </a:cubicBezTo>
                  <a:cubicBezTo>
                    <a:pt x="22379" y="13081"/>
                    <a:pt x="22381" y="13075"/>
                    <a:pt x="22384" y="13061"/>
                  </a:cubicBezTo>
                  <a:lnTo>
                    <a:pt x="22384" y="13061"/>
                  </a:lnTo>
                  <a:cubicBezTo>
                    <a:pt x="22384" y="13290"/>
                    <a:pt x="22359" y="13307"/>
                    <a:pt x="22350" y="13501"/>
                  </a:cubicBezTo>
                  <a:lnTo>
                    <a:pt x="22325" y="12579"/>
                  </a:lnTo>
                  <a:cubicBezTo>
                    <a:pt x="22325" y="12545"/>
                    <a:pt x="22325" y="12503"/>
                    <a:pt x="22325" y="12469"/>
                  </a:cubicBezTo>
                  <a:lnTo>
                    <a:pt x="22299" y="12402"/>
                  </a:lnTo>
                  <a:cubicBezTo>
                    <a:pt x="22299" y="12202"/>
                    <a:pt x="22305" y="12123"/>
                    <a:pt x="22312" y="12123"/>
                  </a:cubicBezTo>
                  <a:cubicBezTo>
                    <a:pt x="22314" y="12123"/>
                    <a:pt x="22315" y="12126"/>
                    <a:pt x="22316" y="12131"/>
                  </a:cubicBezTo>
                  <a:cubicBezTo>
                    <a:pt x="22299" y="11615"/>
                    <a:pt x="22274" y="11429"/>
                    <a:pt x="22266" y="10887"/>
                  </a:cubicBezTo>
                  <a:lnTo>
                    <a:pt x="22266" y="10887"/>
                  </a:lnTo>
                  <a:cubicBezTo>
                    <a:pt x="22292" y="11088"/>
                    <a:pt x="22309" y="11289"/>
                    <a:pt x="22314" y="11494"/>
                  </a:cubicBezTo>
                  <a:lnTo>
                    <a:pt x="22314" y="11494"/>
                  </a:lnTo>
                  <a:lnTo>
                    <a:pt x="22308" y="11031"/>
                  </a:lnTo>
                  <a:lnTo>
                    <a:pt x="22308" y="11031"/>
                  </a:lnTo>
                  <a:cubicBezTo>
                    <a:pt x="22331" y="11289"/>
                    <a:pt x="22333" y="12237"/>
                    <a:pt x="22366" y="12237"/>
                  </a:cubicBezTo>
                  <a:cubicBezTo>
                    <a:pt x="22369" y="12237"/>
                    <a:pt x="22372" y="12230"/>
                    <a:pt x="22375" y="12216"/>
                  </a:cubicBezTo>
                  <a:cubicBezTo>
                    <a:pt x="22359" y="11869"/>
                    <a:pt x="22359" y="11446"/>
                    <a:pt x="22333" y="11031"/>
                  </a:cubicBezTo>
                  <a:cubicBezTo>
                    <a:pt x="22308" y="10625"/>
                    <a:pt x="22274" y="10219"/>
                    <a:pt x="22249" y="9923"/>
                  </a:cubicBezTo>
                  <a:cubicBezTo>
                    <a:pt x="22266" y="9602"/>
                    <a:pt x="22215" y="9128"/>
                    <a:pt x="22206" y="8595"/>
                  </a:cubicBezTo>
                  <a:cubicBezTo>
                    <a:pt x="22213" y="8542"/>
                    <a:pt x="22214" y="8431"/>
                    <a:pt x="22223" y="8431"/>
                  </a:cubicBezTo>
                  <a:cubicBezTo>
                    <a:pt x="22225" y="8431"/>
                    <a:pt x="22227" y="8436"/>
                    <a:pt x="22229" y="8448"/>
                  </a:cubicBezTo>
                  <a:lnTo>
                    <a:pt x="22229" y="8448"/>
                  </a:lnTo>
                  <a:cubicBezTo>
                    <a:pt x="22221" y="8147"/>
                    <a:pt x="22193" y="7828"/>
                    <a:pt x="22164" y="7521"/>
                  </a:cubicBezTo>
                  <a:cubicBezTo>
                    <a:pt x="22130" y="7157"/>
                    <a:pt x="22096" y="6810"/>
                    <a:pt x="22062" y="6497"/>
                  </a:cubicBezTo>
                  <a:lnTo>
                    <a:pt x="22071" y="6184"/>
                  </a:lnTo>
                  <a:cubicBezTo>
                    <a:pt x="22047" y="5808"/>
                    <a:pt x="22036" y="5723"/>
                    <a:pt x="22028" y="5723"/>
                  </a:cubicBezTo>
                  <a:cubicBezTo>
                    <a:pt x="22025" y="5723"/>
                    <a:pt x="22023" y="5738"/>
                    <a:pt x="22020" y="5753"/>
                  </a:cubicBezTo>
                  <a:cubicBezTo>
                    <a:pt x="22015" y="5767"/>
                    <a:pt x="22013" y="5782"/>
                    <a:pt x="22009" y="5782"/>
                  </a:cubicBezTo>
                  <a:cubicBezTo>
                    <a:pt x="22006" y="5782"/>
                    <a:pt x="22002" y="5774"/>
                    <a:pt x="21995" y="5753"/>
                  </a:cubicBezTo>
                  <a:cubicBezTo>
                    <a:pt x="21986" y="5702"/>
                    <a:pt x="21978" y="5575"/>
                    <a:pt x="21944" y="5304"/>
                  </a:cubicBezTo>
                  <a:cubicBezTo>
                    <a:pt x="21953" y="5042"/>
                    <a:pt x="21826" y="3976"/>
                    <a:pt x="21851" y="3934"/>
                  </a:cubicBezTo>
                  <a:cubicBezTo>
                    <a:pt x="21826" y="3731"/>
                    <a:pt x="21817" y="3638"/>
                    <a:pt x="21800" y="3612"/>
                  </a:cubicBezTo>
                  <a:lnTo>
                    <a:pt x="21800" y="3612"/>
                  </a:lnTo>
                  <a:cubicBezTo>
                    <a:pt x="21814" y="3760"/>
                    <a:pt x="21843" y="4041"/>
                    <a:pt x="21834" y="4041"/>
                  </a:cubicBezTo>
                  <a:cubicBezTo>
                    <a:pt x="21831" y="4041"/>
                    <a:pt x="21826" y="4022"/>
                    <a:pt x="21817" y="3976"/>
                  </a:cubicBezTo>
                  <a:cubicBezTo>
                    <a:pt x="21766" y="3604"/>
                    <a:pt x="21766" y="3426"/>
                    <a:pt x="21733" y="3130"/>
                  </a:cubicBezTo>
                  <a:lnTo>
                    <a:pt x="21733" y="3130"/>
                  </a:lnTo>
                  <a:cubicBezTo>
                    <a:pt x="21739" y="3150"/>
                    <a:pt x="21767" y="3281"/>
                    <a:pt x="21770" y="3281"/>
                  </a:cubicBezTo>
                  <a:cubicBezTo>
                    <a:pt x="21771" y="3281"/>
                    <a:pt x="21770" y="3272"/>
                    <a:pt x="21766" y="3249"/>
                  </a:cubicBezTo>
                  <a:cubicBezTo>
                    <a:pt x="21741" y="3071"/>
                    <a:pt x="21716" y="2843"/>
                    <a:pt x="21690" y="2614"/>
                  </a:cubicBezTo>
                  <a:cubicBezTo>
                    <a:pt x="21656" y="2377"/>
                    <a:pt x="21623" y="2123"/>
                    <a:pt x="21580" y="1870"/>
                  </a:cubicBezTo>
                  <a:cubicBezTo>
                    <a:pt x="21504" y="1371"/>
                    <a:pt x="21428" y="863"/>
                    <a:pt x="21352" y="533"/>
                  </a:cubicBezTo>
                  <a:lnTo>
                    <a:pt x="21352" y="533"/>
                  </a:lnTo>
                  <a:cubicBezTo>
                    <a:pt x="21394" y="787"/>
                    <a:pt x="21420" y="812"/>
                    <a:pt x="21453" y="1159"/>
                  </a:cubicBezTo>
                  <a:cubicBezTo>
                    <a:pt x="21428" y="1075"/>
                    <a:pt x="21411" y="981"/>
                    <a:pt x="21403" y="897"/>
                  </a:cubicBezTo>
                  <a:lnTo>
                    <a:pt x="21403" y="897"/>
                  </a:lnTo>
                  <a:cubicBezTo>
                    <a:pt x="21377" y="939"/>
                    <a:pt x="21462" y="1244"/>
                    <a:pt x="21496" y="1607"/>
                  </a:cubicBezTo>
                  <a:lnTo>
                    <a:pt x="21386" y="1015"/>
                  </a:lnTo>
                  <a:lnTo>
                    <a:pt x="21411" y="1354"/>
                  </a:lnTo>
                  <a:lnTo>
                    <a:pt x="2115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9"/>
            <p:cNvSpPr/>
            <p:nvPr/>
          </p:nvSpPr>
          <p:spPr>
            <a:xfrm flipH="1" rot="-3371424">
              <a:off x="2839284" y="3737721"/>
              <a:ext cx="24168" cy="40392"/>
            </a:xfrm>
            <a:custGeom>
              <a:rect b="b" l="l" r="r" t="t"/>
              <a:pathLst>
                <a:path extrusionOk="0" h="1101" w="720">
                  <a:moveTo>
                    <a:pt x="669" y="1"/>
                  </a:moveTo>
                  <a:lnTo>
                    <a:pt x="669" y="1"/>
                  </a:lnTo>
                  <a:cubicBezTo>
                    <a:pt x="330" y="500"/>
                    <a:pt x="271" y="686"/>
                    <a:pt x="0" y="1101"/>
                  </a:cubicBezTo>
                  <a:cubicBezTo>
                    <a:pt x="161" y="906"/>
                    <a:pt x="719" y="77"/>
                    <a:pt x="694" y="35"/>
                  </a:cubicBezTo>
                  <a:lnTo>
                    <a:pt x="694" y="35"/>
                  </a:lnTo>
                  <a:cubicBezTo>
                    <a:pt x="592" y="229"/>
                    <a:pt x="474" y="424"/>
                    <a:pt x="347" y="610"/>
                  </a:cubicBezTo>
                  <a:cubicBezTo>
                    <a:pt x="340" y="615"/>
                    <a:pt x="335" y="617"/>
                    <a:pt x="332" y="617"/>
                  </a:cubicBezTo>
                  <a:cubicBezTo>
                    <a:pt x="288" y="617"/>
                    <a:pt x="637" y="143"/>
                    <a:pt x="66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9"/>
            <p:cNvSpPr/>
            <p:nvPr/>
          </p:nvSpPr>
          <p:spPr>
            <a:xfrm flipH="1" rot="-3371424">
              <a:off x="2987704" y="3933679"/>
              <a:ext cx="12554" cy="6530"/>
            </a:xfrm>
            <a:custGeom>
              <a:rect b="b" l="l" r="r" t="t"/>
              <a:pathLst>
                <a:path extrusionOk="0" h="178" w="374">
                  <a:moveTo>
                    <a:pt x="374" y="0"/>
                  </a:moveTo>
                  <a:lnTo>
                    <a:pt x="238" y="43"/>
                  </a:lnTo>
                  <a:lnTo>
                    <a:pt x="238" y="34"/>
                  </a:lnTo>
                  <a:cubicBezTo>
                    <a:pt x="204" y="51"/>
                    <a:pt x="171" y="68"/>
                    <a:pt x="137" y="76"/>
                  </a:cubicBezTo>
                  <a:cubicBezTo>
                    <a:pt x="137" y="68"/>
                    <a:pt x="137" y="59"/>
                    <a:pt x="154" y="51"/>
                  </a:cubicBezTo>
                  <a:lnTo>
                    <a:pt x="154" y="51"/>
                  </a:lnTo>
                  <a:cubicBezTo>
                    <a:pt x="0" y="100"/>
                    <a:pt x="117" y="117"/>
                    <a:pt x="17" y="170"/>
                  </a:cubicBezTo>
                  <a:lnTo>
                    <a:pt x="17" y="170"/>
                  </a:lnTo>
                  <a:cubicBezTo>
                    <a:pt x="22" y="169"/>
                    <a:pt x="28" y="169"/>
                    <a:pt x="35" y="169"/>
                  </a:cubicBezTo>
                  <a:cubicBezTo>
                    <a:pt x="46" y="162"/>
                    <a:pt x="58" y="160"/>
                    <a:pt x="68" y="160"/>
                  </a:cubicBezTo>
                  <a:cubicBezTo>
                    <a:pt x="82" y="160"/>
                    <a:pt x="91" y="165"/>
                    <a:pt x="86" y="169"/>
                  </a:cubicBezTo>
                  <a:cubicBezTo>
                    <a:pt x="145" y="127"/>
                    <a:pt x="154" y="144"/>
                    <a:pt x="154" y="110"/>
                  </a:cubicBezTo>
                  <a:cubicBezTo>
                    <a:pt x="169" y="95"/>
                    <a:pt x="187" y="89"/>
                    <a:pt x="199" y="89"/>
                  </a:cubicBezTo>
                  <a:cubicBezTo>
                    <a:pt x="214" y="89"/>
                    <a:pt x="220" y="100"/>
                    <a:pt x="196" y="119"/>
                  </a:cubicBezTo>
                  <a:lnTo>
                    <a:pt x="314" y="51"/>
                  </a:lnTo>
                  <a:lnTo>
                    <a:pt x="238" y="68"/>
                  </a:lnTo>
                  <a:cubicBezTo>
                    <a:pt x="247" y="34"/>
                    <a:pt x="357" y="43"/>
                    <a:pt x="374" y="0"/>
                  </a:cubicBezTo>
                  <a:close/>
                  <a:moveTo>
                    <a:pt x="17" y="170"/>
                  </a:moveTo>
                  <a:cubicBezTo>
                    <a:pt x="11" y="171"/>
                    <a:pt x="6" y="173"/>
                    <a:pt x="1" y="178"/>
                  </a:cubicBezTo>
                  <a:cubicBezTo>
                    <a:pt x="7" y="175"/>
                    <a:pt x="12" y="173"/>
                    <a:pt x="17" y="17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9"/>
            <p:cNvSpPr/>
            <p:nvPr/>
          </p:nvSpPr>
          <p:spPr>
            <a:xfrm flipH="1" rot="-3371424">
              <a:off x="2998435" y="3923816"/>
              <a:ext cx="11950" cy="8805"/>
            </a:xfrm>
            <a:custGeom>
              <a:rect b="b" l="l" r="r" t="t"/>
              <a:pathLst>
                <a:path extrusionOk="0" h="240" w="356">
                  <a:moveTo>
                    <a:pt x="356" y="104"/>
                  </a:moveTo>
                  <a:cubicBezTo>
                    <a:pt x="351" y="105"/>
                    <a:pt x="348" y="107"/>
                    <a:pt x="345" y="109"/>
                  </a:cubicBezTo>
                  <a:lnTo>
                    <a:pt x="345" y="109"/>
                  </a:lnTo>
                  <a:lnTo>
                    <a:pt x="356" y="104"/>
                  </a:lnTo>
                  <a:close/>
                  <a:moveTo>
                    <a:pt x="316" y="0"/>
                  </a:moveTo>
                  <a:cubicBezTo>
                    <a:pt x="263" y="0"/>
                    <a:pt x="192" y="36"/>
                    <a:pt x="153" y="36"/>
                  </a:cubicBezTo>
                  <a:cubicBezTo>
                    <a:pt x="208" y="50"/>
                    <a:pt x="151" y="64"/>
                    <a:pt x="192" y="64"/>
                  </a:cubicBezTo>
                  <a:cubicBezTo>
                    <a:pt x="201" y="64"/>
                    <a:pt x="216" y="63"/>
                    <a:pt x="238" y="62"/>
                  </a:cubicBezTo>
                  <a:lnTo>
                    <a:pt x="238" y="62"/>
                  </a:lnTo>
                  <a:lnTo>
                    <a:pt x="187" y="121"/>
                  </a:lnTo>
                  <a:lnTo>
                    <a:pt x="94" y="146"/>
                  </a:lnTo>
                  <a:cubicBezTo>
                    <a:pt x="94" y="155"/>
                    <a:pt x="34" y="189"/>
                    <a:pt x="85" y="189"/>
                  </a:cubicBezTo>
                  <a:cubicBezTo>
                    <a:pt x="94" y="180"/>
                    <a:pt x="111" y="172"/>
                    <a:pt x="119" y="172"/>
                  </a:cubicBezTo>
                  <a:cubicBezTo>
                    <a:pt x="119" y="197"/>
                    <a:pt x="1" y="222"/>
                    <a:pt x="34" y="239"/>
                  </a:cubicBezTo>
                  <a:cubicBezTo>
                    <a:pt x="111" y="214"/>
                    <a:pt x="128" y="214"/>
                    <a:pt x="161" y="172"/>
                  </a:cubicBezTo>
                  <a:cubicBezTo>
                    <a:pt x="212" y="155"/>
                    <a:pt x="263" y="146"/>
                    <a:pt x="322" y="146"/>
                  </a:cubicBezTo>
                  <a:cubicBezTo>
                    <a:pt x="336" y="132"/>
                    <a:pt x="333" y="119"/>
                    <a:pt x="345" y="109"/>
                  </a:cubicBezTo>
                  <a:lnTo>
                    <a:pt x="345" y="109"/>
                  </a:lnTo>
                  <a:lnTo>
                    <a:pt x="339" y="112"/>
                  </a:lnTo>
                  <a:lnTo>
                    <a:pt x="322" y="70"/>
                  </a:lnTo>
                  <a:cubicBezTo>
                    <a:pt x="305" y="79"/>
                    <a:pt x="280" y="87"/>
                    <a:pt x="263" y="95"/>
                  </a:cubicBezTo>
                  <a:lnTo>
                    <a:pt x="356" y="11"/>
                  </a:lnTo>
                  <a:cubicBezTo>
                    <a:pt x="345" y="3"/>
                    <a:pt x="331" y="0"/>
                    <a:pt x="31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9"/>
            <p:cNvSpPr/>
            <p:nvPr/>
          </p:nvSpPr>
          <p:spPr>
            <a:xfrm flipH="1" rot="-3371424">
              <a:off x="3000531" y="3932892"/>
              <a:ext cx="34" cy="37"/>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9"/>
            <p:cNvSpPr/>
            <p:nvPr/>
          </p:nvSpPr>
          <p:spPr>
            <a:xfrm flipH="1" rot="-3371424">
              <a:off x="3116427" y="3726877"/>
              <a:ext cx="3155" cy="13354"/>
            </a:xfrm>
            <a:custGeom>
              <a:rect b="b" l="l" r="r" t="t"/>
              <a:pathLst>
                <a:path extrusionOk="0" h="364" w="94">
                  <a:moveTo>
                    <a:pt x="91" y="172"/>
                  </a:moveTo>
                  <a:lnTo>
                    <a:pt x="94" y="178"/>
                  </a:lnTo>
                  <a:cubicBezTo>
                    <a:pt x="93" y="176"/>
                    <a:pt x="92" y="174"/>
                    <a:pt x="91" y="172"/>
                  </a:cubicBezTo>
                  <a:close/>
                  <a:moveTo>
                    <a:pt x="9" y="0"/>
                  </a:moveTo>
                  <a:cubicBezTo>
                    <a:pt x="0" y="59"/>
                    <a:pt x="34" y="42"/>
                    <a:pt x="34" y="118"/>
                  </a:cubicBezTo>
                  <a:cubicBezTo>
                    <a:pt x="34" y="102"/>
                    <a:pt x="26" y="93"/>
                    <a:pt x="17" y="85"/>
                  </a:cubicBezTo>
                  <a:lnTo>
                    <a:pt x="17" y="364"/>
                  </a:lnTo>
                  <a:cubicBezTo>
                    <a:pt x="30" y="358"/>
                    <a:pt x="38" y="309"/>
                    <a:pt x="45" y="309"/>
                  </a:cubicBezTo>
                  <a:cubicBezTo>
                    <a:pt x="47" y="309"/>
                    <a:pt x="49" y="315"/>
                    <a:pt x="51" y="330"/>
                  </a:cubicBezTo>
                  <a:cubicBezTo>
                    <a:pt x="60" y="288"/>
                    <a:pt x="60" y="254"/>
                    <a:pt x="34" y="220"/>
                  </a:cubicBezTo>
                  <a:lnTo>
                    <a:pt x="34" y="220"/>
                  </a:lnTo>
                  <a:lnTo>
                    <a:pt x="60" y="245"/>
                  </a:lnTo>
                  <a:cubicBezTo>
                    <a:pt x="41" y="196"/>
                    <a:pt x="58" y="161"/>
                    <a:pt x="76" y="161"/>
                  </a:cubicBezTo>
                  <a:cubicBezTo>
                    <a:pt x="81" y="161"/>
                    <a:pt x="86" y="164"/>
                    <a:pt x="91" y="172"/>
                  </a:cubicBezTo>
                  <a:lnTo>
                    <a:pt x="91" y="172"/>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9"/>
            <p:cNvSpPr/>
            <p:nvPr/>
          </p:nvSpPr>
          <p:spPr>
            <a:xfrm flipH="1" rot="-3371424">
              <a:off x="3110303" y="3726217"/>
              <a:ext cx="873" cy="2201"/>
            </a:xfrm>
            <a:custGeom>
              <a:rect b="b" l="l" r="r" t="t"/>
              <a:pathLst>
                <a:path extrusionOk="0" h="60" w="26">
                  <a:moveTo>
                    <a:pt x="0" y="0"/>
                  </a:moveTo>
                  <a:cubicBezTo>
                    <a:pt x="0" y="17"/>
                    <a:pt x="17" y="42"/>
                    <a:pt x="26" y="59"/>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9"/>
            <p:cNvSpPr/>
            <p:nvPr/>
          </p:nvSpPr>
          <p:spPr>
            <a:xfrm flipH="1" rot="-3371424">
              <a:off x="3115920" y="3745130"/>
              <a:ext cx="604" cy="954"/>
            </a:xfrm>
            <a:custGeom>
              <a:rect b="b" l="l" r="r" t="t"/>
              <a:pathLst>
                <a:path extrusionOk="0" h="26" w="18">
                  <a:moveTo>
                    <a:pt x="18" y="25"/>
                  </a:moveTo>
                  <a:lnTo>
                    <a:pt x="18" y="25"/>
                  </a:lnTo>
                  <a:lnTo>
                    <a:pt x="1"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9"/>
            <p:cNvSpPr/>
            <p:nvPr/>
          </p:nvSpPr>
          <p:spPr>
            <a:xfrm flipH="1" rot="-3371424">
              <a:off x="3070872" y="3704696"/>
              <a:ext cx="34" cy="954"/>
            </a:xfrm>
            <a:custGeom>
              <a:rect b="b" l="l" r="r" t="t"/>
              <a:pathLst>
                <a:path extrusionOk="0" h="26" w="1">
                  <a:moveTo>
                    <a:pt x="0" y="25"/>
                  </a:moveTo>
                  <a:lnTo>
                    <a:pt x="0" y="0"/>
                  </a:lnTo>
                  <a:cubicBezTo>
                    <a:pt x="0" y="8"/>
                    <a:pt x="0" y="17"/>
                    <a:pt x="0" y="2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9"/>
            <p:cNvSpPr/>
            <p:nvPr/>
          </p:nvSpPr>
          <p:spPr>
            <a:xfrm flipH="1" rot="-3371424">
              <a:off x="3132991" y="3753016"/>
              <a:ext cx="3726" cy="10602"/>
            </a:xfrm>
            <a:custGeom>
              <a:rect b="b" l="l" r="r" t="t"/>
              <a:pathLst>
                <a:path extrusionOk="0" h="289" w="111">
                  <a:moveTo>
                    <a:pt x="18" y="1"/>
                  </a:moveTo>
                  <a:lnTo>
                    <a:pt x="18" y="1"/>
                  </a:lnTo>
                  <a:cubicBezTo>
                    <a:pt x="1" y="43"/>
                    <a:pt x="9" y="94"/>
                    <a:pt x="35" y="128"/>
                  </a:cubicBezTo>
                  <a:lnTo>
                    <a:pt x="35" y="161"/>
                  </a:lnTo>
                  <a:lnTo>
                    <a:pt x="85" y="271"/>
                  </a:lnTo>
                  <a:lnTo>
                    <a:pt x="111" y="288"/>
                  </a:lnTo>
                  <a:lnTo>
                    <a:pt x="111" y="288"/>
                  </a:lnTo>
                  <a:lnTo>
                    <a:pt x="85" y="170"/>
                  </a:lnTo>
                  <a:lnTo>
                    <a:pt x="85" y="170"/>
                  </a:lnTo>
                  <a:cubicBezTo>
                    <a:pt x="88" y="172"/>
                    <a:pt x="89" y="173"/>
                    <a:pt x="91" y="173"/>
                  </a:cubicBezTo>
                  <a:cubicBezTo>
                    <a:pt x="99" y="173"/>
                    <a:pt x="97" y="147"/>
                    <a:pt x="104" y="147"/>
                  </a:cubicBezTo>
                  <a:cubicBezTo>
                    <a:pt x="105" y="147"/>
                    <a:pt x="108" y="148"/>
                    <a:pt x="111" y="153"/>
                  </a:cubicBezTo>
                  <a:cubicBezTo>
                    <a:pt x="111" y="146"/>
                    <a:pt x="105" y="107"/>
                    <a:pt x="103" y="107"/>
                  </a:cubicBezTo>
                  <a:cubicBezTo>
                    <a:pt x="103" y="107"/>
                    <a:pt x="102" y="108"/>
                    <a:pt x="102" y="111"/>
                  </a:cubicBezTo>
                  <a:lnTo>
                    <a:pt x="102" y="136"/>
                  </a:lnTo>
                  <a:cubicBezTo>
                    <a:pt x="60" y="68"/>
                    <a:pt x="52" y="11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9"/>
            <p:cNvSpPr/>
            <p:nvPr/>
          </p:nvSpPr>
          <p:spPr>
            <a:xfrm flipH="1" rot="-3371424">
              <a:off x="2977974" y="3676951"/>
              <a:ext cx="34" cy="37"/>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9"/>
            <p:cNvSpPr/>
            <p:nvPr/>
          </p:nvSpPr>
          <p:spPr>
            <a:xfrm flipH="1" rot="-3371424">
              <a:off x="2978097" y="3676853"/>
              <a:ext cx="302" cy="770"/>
            </a:xfrm>
            <a:custGeom>
              <a:rect b="b" l="l" r="r" t="t"/>
              <a:pathLst>
                <a:path extrusionOk="0" h="21" w="9">
                  <a:moveTo>
                    <a:pt x="0" y="1"/>
                  </a:moveTo>
                  <a:lnTo>
                    <a:pt x="0" y="1"/>
                  </a:lnTo>
                  <a:cubicBezTo>
                    <a:pt x="6" y="7"/>
                    <a:pt x="8" y="20"/>
                    <a:pt x="9" y="20"/>
                  </a:cubicBezTo>
                  <a:cubicBezTo>
                    <a:pt x="9" y="20"/>
                    <a:pt x="9" y="17"/>
                    <a:pt x="9" y="9"/>
                  </a:cubicBez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9"/>
            <p:cNvSpPr/>
            <p:nvPr/>
          </p:nvSpPr>
          <p:spPr>
            <a:xfrm flipH="1" rot="-3371424">
              <a:off x="3111510" y="3728019"/>
              <a:ext cx="873" cy="1578"/>
            </a:xfrm>
            <a:custGeom>
              <a:rect b="b" l="l" r="r" t="t"/>
              <a:pathLst>
                <a:path extrusionOk="0" h="43" w="26">
                  <a:moveTo>
                    <a:pt x="1" y="0"/>
                  </a:moveTo>
                  <a:lnTo>
                    <a:pt x="26" y="43"/>
                  </a:lnTo>
                  <a:lnTo>
                    <a:pt x="26" y="17"/>
                  </a:lnTo>
                  <a:cubicBezTo>
                    <a:pt x="17" y="17"/>
                    <a:pt x="9" y="9"/>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9"/>
            <p:cNvSpPr/>
            <p:nvPr/>
          </p:nvSpPr>
          <p:spPr>
            <a:xfrm flipH="1" rot="-3371424">
              <a:off x="3115207" y="3731649"/>
              <a:ext cx="873" cy="5320"/>
            </a:xfrm>
            <a:custGeom>
              <a:rect b="b" l="l" r="r" t="t"/>
              <a:pathLst>
                <a:path extrusionOk="0" h="145" w="26">
                  <a:moveTo>
                    <a:pt x="0" y="1"/>
                  </a:moveTo>
                  <a:lnTo>
                    <a:pt x="0" y="111"/>
                  </a:lnTo>
                  <a:lnTo>
                    <a:pt x="25" y="145"/>
                  </a:lnTo>
                  <a:cubicBezTo>
                    <a:pt x="17" y="102"/>
                    <a:pt x="17" y="5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9"/>
            <p:cNvSpPr/>
            <p:nvPr/>
          </p:nvSpPr>
          <p:spPr>
            <a:xfrm flipH="1" rot="-3371424">
              <a:off x="3079026" y="3680300"/>
              <a:ext cx="9969" cy="61229"/>
            </a:xfrm>
            <a:custGeom>
              <a:rect b="b" l="l" r="r" t="t"/>
              <a:pathLst>
                <a:path extrusionOk="0" h="1669" w="297">
                  <a:moveTo>
                    <a:pt x="27" y="130"/>
                  </a:moveTo>
                  <a:cubicBezTo>
                    <a:pt x="22" y="133"/>
                    <a:pt x="17" y="139"/>
                    <a:pt x="17" y="145"/>
                  </a:cubicBezTo>
                  <a:cubicBezTo>
                    <a:pt x="21" y="142"/>
                    <a:pt x="24" y="136"/>
                    <a:pt x="27" y="130"/>
                  </a:cubicBezTo>
                  <a:close/>
                  <a:moveTo>
                    <a:pt x="62" y="0"/>
                  </a:moveTo>
                  <a:cubicBezTo>
                    <a:pt x="39" y="0"/>
                    <a:pt x="46" y="87"/>
                    <a:pt x="27" y="130"/>
                  </a:cubicBezTo>
                  <a:lnTo>
                    <a:pt x="27" y="130"/>
                  </a:lnTo>
                  <a:cubicBezTo>
                    <a:pt x="29" y="129"/>
                    <a:pt x="32" y="128"/>
                    <a:pt x="34" y="128"/>
                  </a:cubicBezTo>
                  <a:lnTo>
                    <a:pt x="26" y="196"/>
                  </a:lnTo>
                  <a:cubicBezTo>
                    <a:pt x="31" y="179"/>
                    <a:pt x="35" y="173"/>
                    <a:pt x="40" y="173"/>
                  </a:cubicBezTo>
                  <a:cubicBezTo>
                    <a:pt x="52" y="173"/>
                    <a:pt x="62" y="214"/>
                    <a:pt x="68" y="238"/>
                  </a:cubicBezTo>
                  <a:cubicBezTo>
                    <a:pt x="68" y="281"/>
                    <a:pt x="68" y="315"/>
                    <a:pt x="60" y="315"/>
                  </a:cubicBezTo>
                  <a:lnTo>
                    <a:pt x="51" y="272"/>
                  </a:lnTo>
                  <a:lnTo>
                    <a:pt x="51" y="272"/>
                  </a:lnTo>
                  <a:cubicBezTo>
                    <a:pt x="34" y="323"/>
                    <a:pt x="76" y="382"/>
                    <a:pt x="60" y="433"/>
                  </a:cubicBezTo>
                  <a:cubicBezTo>
                    <a:pt x="51" y="433"/>
                    <a:pt x="43" y="416"/>
                    <a:pt x="34" y="416"/>
                  </a:cubicBezTo>
                  <a:cubicBezTo>
                    <a:pt x="60" y="475"/>
                    <a:pt x="76" y="543"/>
                    <a:pt x="76" y="611"/>
                  </a:cubicBezTo>
                  <a:lnTo>
                    <a:pt x="43" y="560"/>
                  </a:lnTo>
                  <a:lnTo>
                    <a:pt x="43" y="560"/>
                  </a:lnTo>
                  <a:cubicBezTo>
                    <a:pt x="76" y="670"/>
                    <a:pt x="76" y="788"/>
                    <a:pt x="51" y="898"/>
                  </a:cubicBezTo>
                  <a:cubicBezTo>
                    <a:pt x="58" y="884"/>
                    <a:pt x="59" y="871"/>
                    <a:pt x="64" y="871"/>
                  </a:cubicBezTo>
                  <a:cubicBezTo>
                    <a:pt x="65" y="871"/>
                    <a:pt x="66" y="871"/>
                    <a:pt x="68" y="873"/>
                  </a:cubicBezTo>
                  <a:cubicBezTo>
                    <a:pt x="75" y="926"/>
                    <a:pt x="61" y="968"/>
                    <a:pt x="42" y="968"/>
                  </a:cubicBezTo>
                  <a:cubicBezTo>
                    <a:pt x="37" y="968"/>
                    <a:pt x="31" y="965"/>
                    <a:pt x="26" y="957"/>
                  </a:cubicBezTo>
                  <a:lnTo>
                    <a:pt x="26" y="957"/>
                  </a:lnTo>
                  <a:cubicBezTo>
                    <a:pt x="60" y="1017"/>
                    <a:pt x="0" y="1194"/>
                    <a:pt x="43" y="1279"/>
                  </a:cubicBezTo>
                  <a:lnTo>
                    <a:pt x="237" y="1668"/>
                  </a:lnTo>
                  <a:cubicBezTo>
                    <a:pt x="229" y="1651"/>
                    <a:pt x="229" y="1634"/>
                    <a:pt x="229" y="1617"/>
                  </a:cubicBezTo>
                  <a:cubicBezTo>
                    <a:pt x="246" y="1600"/>
                    <a:pt x="253" y="1587"/>
                    <a:pt x="259" y="1587"/>
                  </a:cubicBezTo>
                  <a:cubicBezTo>
                    <a:pt x="265" y="1587"/>
                    <a:pt x="272" y="1598"/>
                    <a:pt x="288" y="1626"/>
                  </a:cubicBezTo>
                  <a:cubicBezTo>
                    <a:pt x="271" y="1567"/>
                    <a:pt x="246" y="1592"/>
                    <a:pt x="237" y="1499"/>
                  </a:cubicBezTo>
                  <a:lnTo>
                    <a:pt x="237" y="1499"/>
                  </a:lnTo>
                  <a:cubicBezTo>
                    <a:pt x="244" y="1513"/>
                    <a:pt x="256" y="1523"/>
                    <a:pt x="267" y="1523"/>
                  </a:cubicBezTo>
                  <a:cubicBezTo>
                    <a:pt x="282" y="1523"/>
                    <a:pt x="296" y="1505"/>
                    <a:pt x="296" y="1457"/>
                  </a:cubicBezTo>
                  <a:cubicBezTo>
                    <a:pt x="271" y="1237"/>
                    <a:pt x="170" y="1093"/>
                    <a:pt x="127" y="890"/>
                  </a:cubicBezTo>
                  <a:cubicBezTo>
                    <a:pt x="153" y="881"/>
                    <a:pt x="144" y="721"/>
                    <a:pt x="153" y="644"/>
                  </a:cubicBezTo>
                  <a:cubicBezTo>
                    <a:pt x="178" y="687"/>
                    <a:pt x="195" y="738"/>
                    <a:pt x="195" y="788"/>
                  </a:cubicBezTo>
                  <a:lnTo>
                    <a:pt x="195" y="636"/>
                  </a:lnTo>
                  <a:lnTo>
                    <a:pt x="144" y="619"/>
                  </a:lnTo>
                  <a:cubicBezTo>
                    <a:pt x="144" y="556"/>
                    <a:pt x="148" y="536"/>
                    <a:pt x="153" y="536"/>
                  </a:cubicBezTo>
                  <a:cubicBezTo>
                    <a:pt x="163" y="536"/>
                    <a:pt x="179" y="601"/>
                    <a:pt x="188" y="601"/>
                  </a:cubicBezTo>
                  <a:cubicBezTo>
                    <a:pt x="191" y="601"/>
                    <a:pt x="193" y="594"/>
                    <a:pt x="195" y="577"/>
                  </a:cubicBezTo>
                  <a:cubicBezTo>
                    <a:pt x="186" y="535"/>
                    <a:pt x="178" y="492"/>
                    <a:pt x="161" y="458"/>
                  </a:cubicBezTo>
                  <a:lnTo>
                    <a:pt x="161" y="458"/>
                  </a:lnTo>
                  <a:cubicBezTo>
                    <a:pt x="167" y="521"/>
                    <a:pt x="160" y="534"/>
                    <a:pt x="149" y="534"/>
                  </a:cubicBezTo>
                  <a:cubicBezTo>
                    <a:pt x="141" y="534"/>
                    <a:pt x="131" y="527"/>
                    <a:pt x="123" y="527"/>
                  </a:cubicBezTo>
                  <a:cubicBezTo>
                    <a:pt x="112" y="527"/>
                    <a:pt x="104" y="540"/>
                    <a:pt x="110" y="602"/>
                  </a:cubicBezTo>
                  <a:cubicBezTo>
                    <a:pt x="68" y="585"/>
                    <a:pt x="68" y="484"/>
                    <a:pt x="76" y="425"/>
                  </a:cubicBezTo>
                  <a:cubicBezTo>
                    <a:pt x="84" y="410"/>
                    <a:pt x="89" y="405"/>
                    <a:pt x="93" y="405"/>
                  </a:cubicBezTo>
                  <a:cubicBezTo>
                    <a:pt x="109" y="405"/>
                    <a:pt x="109" y="486"/>
                    <a:pt x="136" y="492"/>
                  </a:cubicBezTo>
                  <a:cubicBezTo>
                    <a:pt x="136" y="425"/>
                    <a:pt x="127" y="441"/>
                    <a:pt x="102" y="408"/>
                  </a:cubicBezTo>
                  <a:cubicBezTo>
                    <a:pt x="119" y="306"/>
                    <a:pt x="60" y="179"/>
                    <a:pt x="110" y="120"/>
                  </a:cubicBezTo>
                  <a:cubicBezTo>
                    <a:pt x="102" y="35"/>
                    <a:pt x="85" y="44"/>
                    <a:pt x="68" y="2"/>
                  </a:cubicBezTo>
                  <a:cubicBezTo>
                    <a:pt x="66" y="1"/>
                    <a:pt x="64" y="0"/>
                    <a:pt x="6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9"/>
            <p:cNvSpPr/>
            <p:nvPr/>
          </p:nvSpPr>
          <p:spPr>
            <a:xfrm flipH="1" rot="-3371424">
              <a:off x="3091897" y="3717272"/>
              <a:ext cx="34" cy="660"/>
            </a:xfrm>
            <a:custGeom>
              <a:rect b="b" l="l" r="r" t="t"/>
              <a:pathLst>
                <a:path extrusionOk="0" h="18" w="1">
                  <a:moveTo>
                    <a:pt x="1" y="18"/>
                  </a:moveTo>
                  <a:cubicBezTo>
                    <a:pt x="1" y="18"/>
                    <a:pt x="1" y="9"/>
                    <a:pt x="1" y="1"/>
                  </a:cubicBezTo>
                  <a:cubicBezTo>
                    <a:pt x="1" y="9"/>
                    <a:pt x="1" y="18"/>
                    <a:pt x="1" y="1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9"/>
            <p:cNvSpPr/>
            <p:nvPr/>
          </p:nvSpPr>
          <p:spPr>
            <a:xfrm flipH="1" rot="-3371424">
              <a:off x="3082024" y="3711195"/>
              <a:ext cx="34" cy="954"/>
            </a:xfrm>
            <a:custGeom>
              <a:rect b="b" l="l" r="r" t="t"/>
              <a:pathLst>
                <a:path extrusionOk="0" h="26" w="1">
                  <a:moveTo>
                    <a:pt x="1" y="26"/>
                  </a:moveTo>
                  <a:lnTo>
                    <a:pt x="1" y="26"/>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9"/>
            <p:cNvSpPr/>
            <p:nvPr/>
          </p:nvSpPr>
          <p:spPr>
            <a:xfrm flipH="1" rot="-3371424">
              <a:off x="3108871" y="3729828"/>
              <a:ext cx="604" cy="1284"/>
            </a:xfrm>
            <a:custGeom>
              <a:rect b="b" l="l" r="r" t="t"/>
              <a:pathLst>
                <a:path extrusionOk="0" h="35" w="18">
                  <a:moveTo>
                    <a:pt x="0" y="0"/>
                  </a:moveTo>
                  <a:cubicBezTo>
                    <a:pt x="9" y="17"/>
                    <a:pt x="9" y="26"/>
                    <a:pt x="17" y="34"/>
                  </a:cubicBezTo>
                  <a:cubicBezTo>
                    <a:pt x="17" y="26"/>
                    <a:pt x="9" y="17"/>
                    <a:pt x="9" y="9"/>
                  </a:cubicBezTo>
                  <a:cubicBezTo>
                    <a:pt x="0" y="1"/>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9"/>
            <p:cNvSpPr/>
            <p:nvPr/>
          </p:nvSpPr>
          <p:spPr>
            <a:xfrm flipH="1" rot="-3371424">
              <a:off x="3111312" y="3728881"/>
              <a:ext cx="336" cy="660"/>
            </a:xfrm>
            <a:custGeom>
              <a:rect b="b" l="l" r="r" t="t"/>
              <a:pathLst>
                <a:path extrusionOk="0" h="18" w="10">
                  <a:moveTo>
                    <a:pt x="1" y="1"/>
                  </a:moveTo>
                  <a:lnTo>
                    <a:pt x="1" y="18"/>
                  </a:lnTo>
                  <a:cubicBezTo>
                    <a:pt x="9" y="18"/>
                    <a:pt x="9" y="9"/>
                    <a:pt x="9" y="9"/>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9"/>
            <p:cNvSpPr/>
            <p:nvPr/>
          </p:nvSpPr>
          <p:spPr>
            <a:xfrm flipH="1" rot="-3371424">
              <a:off x="3044710" y="3700404"/>
              <a:ext cx="302" cy="660"/>
            </a:xfrm>
            <a:custGeom>
              <a:rect b="b" l="l" r="r" t="t"/>
              <a:pathLst>
                <a:path extrusionOk="0" h="18" w="9">
                  <a:moveTo>
                    <a:pt x="9" y="0"/>
                  </a:moveTo>
                  <a:cubicBezTo>
                    <a:pt x="1" y="9"/>
                    <a:pt x="1" y="17"/>
                    <a:pt x="9" y="17"/>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9"/>
            <p:cNvSpPr/>
            <p:nvPr/>
          </p:nvSpPr>
          <p:spPr>
            <a:xfrm flipH="1" rot="-3371424">
              <a:off x="3075457" y="3694764"/>
              <a:ext cx="3659" cy="32687"/>
            </a:xfrm>
            <a:custGeom>
              <a:rect b="b" l="l" r="r" t="t"/>
              <a:pathLst>
                <a:path extrusionOk="0" h="891" w="109">
                  <a:moveTo>
                    <a:pt x="26" y="0"/>
                  </a:moveTo>
                  <a:cubicBezTo>
                    <a:pt x="26" y="51"/>
                    <a:pt x="34" y="94"/>
                    <a:pt x="43" y="144"/>
                  </a:cubicBezTo>
                  <a:lnTo>
                    <a:pt x="0" y="144"/>
                  </a:lnTo>
                  <a:cubicBezTo>
                    <a:pt x="0" y="220"/>
                    <a:pt x="43" y="153"/>
                    <a:pt x="43" y="254"/>
                  </a:cubicBezTo>
                  <a:lnTo>
                    <a:pt x="43" y="229"/>
                  </a:lnTo>
                  <a:cubicBezTo>
                    <a:pt x="51" y="330"/>
                    <a:pt x="51" y="423"/>
                    <a:pt x="51" y="525"/>
                  </a:cubicBezTo>
                  <a:cubicBezTo>
                    <a:pt x="50" y="524"/>
                    <a:pt x="49" y="524"/>
                    <a:pt x="48" y="524"/>
                  </a:cubicBezTo>
                  <a:cubicBezTo>
                    <a:pt x="34" y="524"/>
                    <a:pt x="25" y="576"/>
                    <a:pt x="5" y="576"/>
                  </a:cubicBezTo>
                  <a:cubicBezTo>
                    <a:pt x="3" y="576"/>
                    <a:pt x="2" y="576"/>
                    <a:pt x="0" y="576"/>
                  </a:cubicBezTo>
                  <a:lnTo>
                    <a:pt x="0" y="576"/>
                  </a:lnTo>
                  <a:cubicBezTo>
                    <a:pt x="0" y="626"/>
                    <a:pt x="17" y="677"/>
                    <a:pt x="43" y="728"/>
                  </a:cubicBezTo>
                  <a:cubicBezTo>
                    <a:pt x="34" y="770"/>
                    <a:pt x="51" y="829"/>
                    <a:pt x="43" y="872"/>
                  </a:cubicBezTo>
                  <a:cubicBezTo>
                    <a:pt x="43" y="870"/>
                    <a:pt x="44" y="870"/>
                    <a:pt x="46" y="870"/>
                  </a:cubicBezTo>
                  <a:cubicBezTo>
                    <a:pt x="52" y="870"/>
                    <a:pt x="63" y="891"/>
                    <a:pt x="69" y="891"/>
                  </a:cubicBezTo>
                  <a:cubicBezTo>
                    <a:pt x="73" y="891"/>
                    <a:pt x="75" y="878"/>
                    <a:pt x="69" y="834"/>
                  </a:cubicBezTo>
                  <a:lnTo>
                    <a:pt x="69" y="834"/>
                  </a:lnTo>
                  <a:cubicBezTo>
                    <a:pt x="69" y="834"/>
                    <a:pt x="69" y="834"/>
                    <a:pt x="69" y="834"/>
                  </a:cubicBezTo>
                  <a:cubicBezTo>
                    <a:pt x="70" y="834"/>
                    <a:pt x="72" y="834"/>
                    <a:pt x="77" y="838"/>
                  </a:cubicBezTo>
                  <a:cubicBezTo>
                    <a:pt x="102" y="762"/>
                    <a:pt x="68" y="736"/>
                    <a:pt x="60" y="669"/>
                  </a:cubicBezTo>
                  <a:cubicBezTo>
                    <a:pt x="63" y="661"/>
                    <a:pt x="65" y="658"/>
                    <a:pt x="68" y="658"/>
                  </a:cubicBezTo>
                  <a:cubicBezTo>
                    <a:pt x="77" y="658"/>
                    <a:pt x="84" y="701"/>
                    <a:pt x="90" y="701"/>
                  </a:cubicBezTo>
                  <a:cubicBezTo>
                    <a:pt x="91" y="701"/>
                    <a:pt x="92" y="699"/>
                    <a:pt x="93" y="694"/>
                  </a:cubicBezTo>
                  <a:cubicBezTo>
                    <a:pt x="77" y="611"/>
                    <a:pt x="109" y="440"/>
                    <a:pt x="63" y="440"/>
                  </a:cubicBezTo>
                  <a:cubicBezTo>
                    <a:pt x="62" y="440"/>
                    <a:pt x="61" y="440"/>
                    <a:pt x="60" y="440"/>
                  </a:cubicBezTo>
                  <a:cubicBezTo>
                    <a:pt x="51" y="406"/>
                    <a:pt x="60" y="381"/>
                    <a:pt x="77" y="356"/>
                  </a:cubicBezTo>
                  <a:cubicBezTo>
                    <a:pt x="17" y="254"/>
                    <a:pt x="102" y="0"/>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9"/>
            <p:cNvSpPr/>
            <p:nvPr/>
          </p:nvSpPr>
          <p:spPr>
            <a:xfrm flipH="1" rot="-3371424">
              <a:off x="3104260" y="3727506"/>
              <a:ext cx="34" cy="660"/>
            </a:xfrm>
            <a:custGeom>
              <a:rect b="b" l="l" r="r" t="t"/>
              <a:pathLst>
                <a:path extrusionOk="0" h="18" w="1">
                  <a:moveTo>
                    <a:pt x="0" y="18"/>
                  </a:moveTo>
                  <a:cubicBezTo>
                    <a:pt x="0" y="18"/>
                    <a:pt x="0"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9"/>
            <p:cNvSpPr/>
            <p:nvPr/>
          </p:nvSpPr>
          <p:spPr>
            <a:xfrm flipH="1" rot="-3371424">
              <a:off x="3121382" y="3713255"/>
              <a:ext cx="6008" cy="34192"/>
            </a:xfrm>
            <a:custGeom>
              <a:rect b="b" l="l" r="r" t="t"/>
              <a:pathLst>
                <a:path extrusionOk="0" h="932" w="179">
                  <a:moveTo>
                    <a:pt x="52" y="779"/>
                  </a:moveTo>
                  <a:lnTo>
                    <a:pt x="52" y="830"/>
                  </a:lnTo>
                  <a:cubicBezTo>
                    <a:pt x="43" y="813"/>
                    <a:pt x="43" y="796"/>
                    <a:pt x="52" y="779"/>
                  </a:cubicBezTo>
                  <a:close/>
                  <a:moveTo>
                    <a:pt x="35" y="9"/>
                  </a:moveTo>
                  <a:cubicBezTo>
                    <a:pt x="26" y="26"/>
                    <a:pt x="35" y="43"/>
                    <a:pt x="35" y="60"/>
                  </a:cubicBezTo>
                  <a:cubicBezTo>
                    <a:pt x="34" y="55"/>
                    <a:pt x="32" y="53"/>
                    <a:pt x="31" y="53"/>
                  </a:cubicBezTo>
                  <a:cubicBezTo>
                    <a:pt x="22" y="53"/>
                    <a:pt x="9" y="124"/>
                    <a:pt x="9" y="153"/>
                  </a:cubicBezTo>
                  <a:cubicBezTo>
                    <a:pt x="26" y="272"/>
                    <a:pt x="26" y="390"/>
                    <a:pt x="26" y="509"/>
                  </a:cubicBezTo>
                  <a:cubicBezTo>
                    <a:pt x="26" y="502"/>
                    <a:pt x="21" y="489"/>
                    <a:pt x="14" y="489"/>
                  </a:cubicBezTo>
                  <a:cubicBezTo>
                    <a:pt x="13" y="489"/>
                    <a:pt x="11" y="490"/>
                    <a:pt x="9" y="492"/>
                  </a:cubicBezTo>
                  <a:cubicBezTo>
                    <a:pt x="9" y="652"/>
                    <a:pt x="1" y="720"/>
                    <a:pt x="9" y="898"/>
                  </a:cubicBezTo>
                  <a:lnTo>
                    <a:pt x="60" y="931"/>
                  </a:lnTo>
                  <a:cubicBezTo>
                    <a:pt x="69" y="931"/>
                    <a:pt x="60" y="898"/>
                    <a:pt x="60" y="855"/>
                  </a:cubicBezTo>
                  <a:lnTo>
                    <a:pt x="60" y="855"/>
                  </a:lnTo>
                  <a:cubicBezTo>
                    <a:pt x="64" y="859"/>
                    <a:pt x="69" y="862"/>
                    <a:pt x="73" y="862"/>
                  </a:cubicBezTo>
                  <a:cubicBezTo>
                    <a:pt x="80" y="862"/>
                    <a:pt x="86" y="855"/>
                    <a:pt x="86" y="830"/>
                  </a:cubicBezTo>
                  <a:cubicBezTo>
                    <a:pt x="101" y="745"/>
                    <a:pt x="67" y="703"/>
                    <a:pt x="61" y="645"/>
                  </a:cubicBezTo>
                  <a:lnTo>
                    <a:pt x="61" y="645"/>
                  </a:lnTo>
                  <a:cubicBezTo>
                    <a:pt x="69" y="588"/>
                    <a:pt x="68" y="523"/>
                    <a:pt x="52" y="466"/>
                  </a:cubicBezTo>
                  <a:cubicBezTo>
                    <a:pt x="56" y="462"/>
                    <a:pt x="59" y="461"/>
                    <a:pt x="61" y="461"/>
                  </a:cubicBezTo>
                  <a:cubicBezTo>
                    <a:pt x="83" y="461"/>
                    <a:pt x="71" y="574"/>
                    <a:pt x="82" y="574"/>
                  </a:cubicBezTo>
                  <a:cubicBezTo>
                    <a:pt x="84" y="574"/>
                    <a:pt x="88" y="567"/>
                    <a:pt x="94" y="551"/>
                  </a:cubicBezTo>
                  <a:lnTo>
                    <a:pt x="94" y="551"/>
                  </a:lnTo>
                  <a:cubicBezTo>
                    <a:pt x="86" y="618"/>
                    <a:pt x="94" y="686"/>
                    <a:pt x="111" y="762"/>
                  </a:cubicBezTo>
                  <a:cubicBezTo>
                    <a:pt x="118" y="689"/>
                    <a:pt x="151" y="622"/>
                    <a:pt x="171" y="622"/>
                  </a:cubicBezTo>
                  <a:cubicBezTo>
                    <a:pt x="174" y="622"/>
                    <a:pt x="176" y="624"/>
                    <a:pt x="179" y="627"/>
                  </a:cubicBezTo>
                  <a:cubicBezTo>
                    <a:pt x="168" y="550"/>
                    <a:pt x="150" y="540"/>
                    <a:pt x="133" y="540"/>
                  </a:cubicBezTo>
                  <a:cubicBezTo>
                    <a:pt x="126" y="540"/>
                    <a:pt x="120" y="541"/>
                    <a:pt x="114" y="541"/>
                  </a:cubicBezTo>
                  <a:cubicBezTo>
                    <a:pt x="98" y="541"/>
                    <a:pt x="84" y="532"/>
                    <a:pt x="77" y="466"/>
                  </a:cubicBezTo>
                  <a:lnTo>
                    <a:pt x="86" y="365"/>
                  </a:lnTo>
                  <a:lnTo>
                    <a:pt x="43" y="322"/>
                  </a:lnTo>
                  <a:cubicBezTo>
                    <a:pt x="43" y="308"/>
                    <a:pt x="45" y="304"/>
                    <a:pt x="48" y="304"/>
                  </a:cubicBezTo>
                  <a:cubicBezTo>
                    <a:pt x="53" y="304"/>
                    <a:pt x="60" y="315"/>
                    <a:pt x="67" y="315"/>
                  </a:cubicBezTo>
                  <a:cubicBezTo>
                    <a:pt x="72" y="315"/>
                    <a:pt x="77" y="304"/>
                    <a:pt x="77" y="263"/>
                  </a:cubicBezTo>
                  <a:cubicBezTo>
                    <a:pt x="52" y="238"/>
                    <a:pt x="69" y="170"/>
                    <a:pt x="60" y="153"/>
                  </a:cubicBezTo>
                  <a:cubicBezTo>
                    <a:pt x="69" y="153"/>
                    <a:pt x="77" y="153"/>
                    <a:pt x="77" y="102"/>
                  </a:cubicBezTo>
                  <a:cubicBezTo>
                    <a:pt x="77" y="102"/>
                    <a:pt x="60" y="102"/>
                    <a:pt x="60" y="69"/>
                  </a:cubicBezTo>
                  <a:cubicBezTo>
                    <a:pt x="66" y="65"/>
                    <a:pt x="71" y="63"/>
                    <a:pt x="74" y="63"/>
                  </a:cubicBezTo>
                  <a:cubicBezTo>
                    <a:pt x="97" y="63"/>
                    <a:pt x="82" y="131"/>
                    <a:pt x="96" y="131"/>
                  </a:cubicBezTo>
                  <a:cubicBezTo>
                    <a:pt x="100" y="131"/>
                    <a:pt x="104" y="128"/>
                    <a:pt x="111" y="119"/>
                  </a:cubicBezTo>
                  <a:cubicBezTo>
                    <a:pt x="111" y="1"/>
                    <a:pt x="69" y="52"/>
                    <a:pt x="52" y="26"/>
                  </a:cubicBezTo>
                  <a:lnTo>
                    <a:pt x="52" y="26"/>
                  </a:lnTo>
                  <a:cubicBezTo>
                    <a:pt x="52" y="35"/>
                    <a:pt x="69" y="52"/>
                    <a:pt x="52" y="52"/>
                  </a:cubicBezTo>
                  <a:cubicBezTo>
                    <a:pt x="35" y="52"/>
                    <a:pt x="52" y="9"/>
                    <a:pt x="35"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9"/>
            <p:cNvSpPr/>
            <p:nvPr/>
          </p:nvSpPr>
          <p:spPr>
            <a:xfrm flipH="1" rot="-3371424">
              <a:off x="3023533" y="3911944"/>
              <a:ext cx="604" cy="37"/>
            </a:xfrm>
            <a:custGeom>
              <a:rect b="b" l="l" r="r" t="t"/>
              <a:pathLst>
                <a:path extrusionOk="0" h="1" w="18">
                  <a:moveTo>
                    <a:pt x="0" y="0"/>
                  </a:move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9"/>
            <p:cNvSpPr/>
            <p:nvPr/>
          </p:nvSpPr>
          <p:spPr>
            <a:xfrm flipH="1" rot="-3371424">
              <a:off x="3151282" y="3791390"/>
              <a:ext cx="1175" cy="37"/>
            </a:xfrm>
            <a:custGeom>
              <a:rect b="b" l="l" r="r" t="t"/>
              <a:pathLst>
                <a:path extrusionOk="0" h="1" w="35">
                  <a:moveTo>
                    <a:pt x="1" y="0"/>
                  </a:moveTo>
                  <a:lnTo>
                    <a:pt x="35" y="0"/>
                  </a:lnTo>
                  <a:cubicBezTo>
                    <a:pt x="26" y="0"/>
                    <a:pt x="9"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9"/>
            <p:cNvSpPr/>
            <p:nvPr/>
          </p:nvSpPr>
          <p:spPr>
            <a:xfrm flipH="1" rot="-3371424">
              <a:off x="3128958" y="3806685"/>
              <a:ext cx="1443" cy="954"/>
            </a:xfrm>
            <a:custGeom>
              <a:rect b="b" l="l" r="r" t="t"/>
              <a:pathLst>
                <a:path extrusionOk="0" h="26" w="43">
                  <a:moveTo>
                    <a:pt x="43" y="0"/>
                  </a:moveTo>
                  <a:lnTo>
                    <a:pt x="43" y="0"/>
                  </a:lnTo>
                  <a:cubicBezTo>
                    <a:pt x="26" y="8"/>
                    <a:pt x="9" y="8"/>
                    <a:pt x="0" y="25"/>
                  </a:cubicBez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9"/>
            <p:cNvSpPr/>
            <p:nvPr/>
          </p:nvSpPr>
          <p:spPr>
            <a:xfrm flipH="1" rot="-3371424">
              <a:off x="3034681" y="3902697"/>
              <a:ext cx="302" cy="37"/>
            </a:xfrm>
            <a:custGeom>
              <a:rect b="b" l="l" r="r" t="t"/>
              <a:pathLst>
                <a:path extrusionOk="0" h="1" w="9">
                  <a:moveTo>
                    <a:pt x="8" y="0"/>
                  </a:moveTo>
                  <a:lnTo>
                    <a:pt x="8"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9"/>
            <p:cNvSpPr/>
            <p:nvPr/>
          </p:nvSpPr>
          <p:spPr>
            <a:xfrm flipH="1" rot="-3371424">
              <a:off x="3096185" y="3845488"/>
              <a:ext cx="1175" cy="37"/>
            </a:xfrm>
            <a:custGeom>
              <a:rect b="b" l="l" r="r" t="t"/>
              <a:pathLst>
                <a:path extrusionOk="0" h="1" w="35">
                  <a:moveTo>
                    <a:pt x="0" y="1"/>
                  </a:moveTo>
                  <a:cubicBezTo>
                    <a:pt x="9" y="1"/>
                    <a:pt x="26" y="1"/>
                    <a:pt x="34" y="1"/>
                  </a:cubicBezTo>
                  <a:cubicBezTo>
                    <a:pt x="34" y="1"/>
                    <a:pt x="17"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9"/>
            <p:cNvSpPr/>
            <p:nvPr/>
          </p:nvSpPr>
          <p:spPr>
            <a:xfrm flipH="1">
              <a:off x="3130645" y="3806518"/>
              <a:ext cx="0" cy="37"/>
            </a:xfrm>
            <a:custGeom>
              <a:rect b="b" l="l" r="r" t="t"/>
              <a:pathLst>
                <a:path extrusionOk="0" h="1" w="0">
                  <a:moveTo>
                    <a:pt x="0" y="0"/>
                  </a:moveTo>
                  <a:lnTo>
                    <a:pt x="0"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9"/>
            <p:cNvSpPr/>
            <p:nvPr/>
          </p:nvSpPr>
          <p:spPr>
            <a:xfrm flipH="1" rot="-3371424">
              <a:off x="3154191" y="3780820"/>
              <a:ext cx="604" cy="37"/>
            </a:xfrm>
            <a:custGeom>
              <a:rect b="b" l="l" r="r" t="t"/>
              <a:pathLst>
                <a:path extrusionOk="0" h="1" w="18">
                  <a:moveTo>
                    <a:pt x="18" y="1"/>
                  </a:moveTo>
                  <a:lnTo>
                    <a:pt x="1" y="1"/>
                  </a:lnTo>
                  <a:cubicBezTo>
                    <a:pt x="9" y="1"/>
                    <a:pt x="9" y="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9"/>
            <p:cNvSpPr/>
            <p:nvPr/>
          </p:nvSpPr>
          <p:spPr>
            <a:xfrm flipH="1" rot="-3371424">
              <a:off x="3157598" y="3784015"/>
              <a:ext cx="604" cy="37"/>
            </a:xfrm>
            <a:custGeom>
              <a:rect b="b" l="l" r="r" t="t"/>
              <a:pathLst>
                <a:path extrusionOk="0" h="1" w="18">
                  <a:moveTo>
                    <a:pt x="17" y="1"/>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9"/>
            <p:cNvSpPr/>
            <p:nvPr/>
          </p:nvSpPr>
          <p:spPr>
            <a:xfrm flipH="1" rot="-3371424">
              <a:off x="3148761" y="3763275"/>
              <a:ext cx="302" cy="1578"/>
            </a:xfrm>
            <a:custGeom>
              <a:rect b="b" l="l" r="r" t="t"/>
              <a:pathLst>
                <a:path extrusionOk="0" h="43" w="9">
                  <a:moveTo>
                    <a:pt x="0" y="1"/>
                  </a:moveTo>
                  <a:cubicBezTo>
                    <a:pt x="0" y="18"/>
                    <a:pt x="0" y="26"/>
                    <a:pt x="9" y="43"/>
                  </a:cubicBez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9"/>
            <p:cNvSpPr/>
            <p:nvPr/>
          </p:nvSpPr>
          <p:spPr>
            <a:xfrm flipH="1" rot="-3371424">
              <a:off x="3158417" y="3780904"/>
              <a:ext cx="336" cy="367"/>
            </a:xfrm>
            <a:custGeom>
              <a:rect b="b" l="l" r="r" t="t"/>
              <a:pathLst>
                <a:path extrusionOk="0" h="10" w="10">
                  <a:moveTo>
                    <a:pt x="1" y="1"/>
                  </a:moveTo>
                  <a:lnTo>
                    <a:pt x="1" y="1"/>
                  </a:lnTo>
                  <a:cubicBezTo>
                    <a:pt x="1" y="1"/>
                    <a:pt x="9" y="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9"/>
            <p:cNvSpPr/>
            <p:nvPr/>
          </p:nvSpPr>
          <p:spPr>
            <a:xfrm flipH="1" rot="-3371424">
              <a:off x="3019821" y="3921238"/>
              <a:ext cx="34" cy="37"/>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9"/>
            <p:cNvSpPr/>
            <p:nvPr/>
          </p:nvSpPr>
          <p:spPr>
            <a:xfrm flipH="1" rot="-3371424">
              <a:off x="3013701" y="3922007"/>
              <a:ext cx="1175" cy="660"/>
            </a:xfrm>
            <a:custGeom>
              <a:rect b="b" l="l" r="r" t="t"/>
              <a:pathLst>
                <a:path extrusionOk="0" h="18" w="35">
                  <a:moveTo>
                    <a:pt x="35" y="1"/>
                  </a:moveTo>
                  <a:cubicBezTo>
                    <a:pt x="18" y="1"/>
                    <a:pt x="9" y="9"/>
                    <a:pt x="1" y="18"/>
                  </a:cubicBezTo>
                  <a:lnTo>
                    <a:pt x="3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9"/>
            <p:cNvSpPr/>
            <p:nvPr/>
          </p:nvSpPr>
          <p:spPr>
            <a:xfrm flipH="1" rot="-3371424">
              <a:off x="3081468" y="3862373"/>
              <a:ext cx="1544" cy="734"/>
            </a:xfrm>
            <a:custGeom>
              <a:rect b="b" l="l" r="r" t="t"/>
              <a:pathLst>
                <a:path extrusionOk="0" h="20" w="46">
                  <a:moveTo>
                    <a:pt x="31" y="0"/>
                  </a:moveTo>
                  <a:cubicBezTo>
                    <a:pt x="24" y="0"/>
                    <a:pt x="14" y="3"/>
                    <a:pt x="1" y="11"/>
                  </a:cubicBezTo>
                  <a:cubicBezTo>
                    <a:pt x="9" y="11"/>
                    <a:pt x="43" y="11"/>
                    <a:pt x="26" y="20"/>
                  </a:cubicBezTo>
                  <a:cubicBezTo>
                    <a:pt x="43" y="14"/>
                    <a:pt x="45" y="0"/>
                    <a:pt x="3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9"/>
            <p:cNvSpPr/>
            <p:nvPr/>
          </p:nvSpPr>
          <p:spPr>
            <a:xfrm flipH="1" rot="-3371424">
              <a:off x="3032079" y="3922477"/>
              <a:ext cx="738" cy="660"/>
            </a:xfrm>
            <a:custGeom>
              <a:rect b="b" l="l" r="r" t="t"/>
              <a:pathLst>
                <a:path extrusionOk="0" h="18" w="22">
                  <a:moveTo>
                    <a:pt x="21" y="1"/>
                  </a:moveTo>
                  <a:cubicBezTo>
                    <a:pt x="14" y="1"/>
                    <a:pt x="7" y="7"/>
                    <a:pt x="5" y="13"/>
                  </a:cubicBezTo>
                  <a:lnTo>
                    <a:pt x="5" y="13"/>
                  </a:lnTo>
                  <a:cubicBezTo>
                    <a:pt x="9" y="10"/>
                    <a:pt x="16" y="5"/>
                    <a:pt x="21" y="1"/>
                  </a:cubicBezTo>
                  <a:close/>
                  <a:moveTo>
                    <a:pt x="5" y="13"/>
                  </a:moveTo>
                  <a:lnTo>
                    <a:pt x="5" y="13"/>
                  </a:lnTo>
                  <a:cubicBezTo>
                    <a:pt x="2" y="16"/>
                    <a:pt x="1" y="18"/>
                    <a:pt x="4" y="18"/>
                  </a:cubicBezTo>
                  <a:cubicBezTo>
                    <a:pt x="4" y="16"/>
                    <a:pt x="4" y="15"/>
                    <a:pt x="5" y="1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9"/>
            <p:cNvSpPr/>
            <p:nvPr/>
          </p:nvSpPr>
          <p:spPr>
            <a:xfrm flipH="1" rot="-3371424">
              <a:off x="3031019" y="3922851"/>
              <a:ext cx="873" cy="660"/>
            </a:xfrm>
            <a:custGeom>
              <a:rect b="b" l="l" r="r" t="t"/>
              <a:pathLst>
                <a:path extrusionOk="0" h="18" w="26">
                  <a:moveTo>
                    <a:pt x="0" y="18"/>
                  </a:move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9"/>
            <p:cNvSpPr/>
            <p:nvPr/>
          </p:nvSpPr>
          <p:spPr>
            <a:xfrm flipH="1" rot="-3371424">
              <a:off x="3100629" y="3862580"/>
              <a:ext cx="604" cy="257"/>
            </a:xfrm>
            <a:custGeom>
              <a:rect b="b" l="l" r="r" t="t"/>
              <a:pathLst>
                <a:path extrusionOk="0" h="7" w="18">
                  <a:moveTo>
                    <a:pt x="0" y="0"/>
                  </a:moveTo>
                  <a:cubicBezTo>
                    <a:pt x="0" y="4"/>
                    <a:pt x="2" y="6"/>
                    <a:pt x="6" y="6"/>
                  </a:cubicBezTo>
                  <a:cubicBezTo>
                    <a:pt x="9" y="6"/>
                    <a:pt x="13" y="4"/>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9"/>
            <p:cNvSpPr/>
            <p:nvPr/>
          </p:nvSpPr>
          <p:spPr>
            <a:xfrm flipH="1" rot="-3371424">
              <a:off x="3003788" y="3918413"/>
              <a:ext cx="12252" cy="7154"/>
            </a:xfrm>
            <a:custGeom>
              <a:rect b="b" l="l" r="r" t="t"/>
              <a:pathLst>
                <a:path extrusionOk="0" h="195" w="365">
                  <a:moveTo>
                    <a:pt x="167" y="188"/>
                  </a:moveTo>
                  <a:cubicBezTo>
                    <a:pt x="162" y="189"/>
                    <a:pt x="156" y="191"/>
                    <a:pt x="153" y="195"/>
                  </a:cubicBezTo>
                  <a:cubicBezTo>
                    <a:pt x="158" y="193"/>
                    <a:pt x="162" y="190"/>
                    <a:pt x="167" y="188"/>
                  </a:cubicBezTo>
                  <a:close/>
                  <a:moveTo>
                    <a:pt x="296" y="0"/>
                  </a:moveTo>
                  <a:cubicBezTo>
                    <a:pt x="186" y="42"/>
                    <a:pt x="85" y="102"/>
                    <a:pt x="0" y="178"/>
                  </a:cubicBezTo>
                  <a:cubicBezTo>
                    <a:pt x="68" y="136"/>
                    <a:pt x="144" y="110"/>
                    <a:pt x="220" y="102"/>
                  </a:cubicBezTo>
                  <a:lnTo>
                    <a:pt x="220" y="102"/>
                  </a:lnTo>
                  <a:lnTo>
                    <a:pt x="203" y="136"/>
                  </a:lnTo>
                  <a:cubicBezTo>
                    <a:pt x="136" y="144"/>
                    <a:pt x="76" y="161"/>
                    <a:pt x="17" y="186"/>
                  </a:cubicBezTo>
                  <a:lnTo>
                    <a:pt x="178" y="152"/>
                  </a:lnTo>
                  <a:cubicBezTo>
                    <a:pt x="248" y="152"/>
                    <a:pt x="218" y="167"/>
                    <a:pt x="167" y="188"/>
                  </a:cubicBezTo>
                  <a:lnTo>
                    <a:pt x="167" y="188"/>
                  </a:lnTo>
                  <a:cubicBezTo>
                    <a:pt x="168" y="188"/>
                    <a:pt x="169" y="188"/>
                    <a:pt x="170" y="188"/>
                  </a:cubicBezTo>
                  <a:cubicBezTo>
                    <a:pt x="176" y="188"/>
                    <a:pt x="182" y="190"/>
                    <a:pt x="186" y="195"/>
                  </a:cubicBezTo>
                  <a:cubicBezTo>
                    <a:pt x="186" y="181"/>
                    <a:pt x="281" y="131"/>
                    <a:pt x="255" y="131"/>
                  </a:cubicBezTo>
                  <a:cubicBezTo>
                    <a:pt x="248" y="131"/>
                    <a:pt x="232" y="135"/>
                    <a:pt x="203" y="144"/>
                  </a:cubicBezTo>
                  <a:cubicBezTo>
                    <a:pt x="203" y="110"/>
                    <a:pt x="288" y="102"/>
                    <a:pt x="322" y="76"/>
                  </a:cubicBezTo>
                  <a:cubicBezTo>
                    <a:pt x="288" y="76"/>
                    <a:pt x="330" y="59"/>
                    <a:pt x="322" y="42"/>
                  </a:cubicBezTo>
                  <a:lnTo>
                    <a:pt x="322" y="42"/>
                  </a:lnTo>
                  <a:cubicBezTo>
                    <a:pt x="296" y="59"/>
                    <a:pt x="279" y="76"/>
                    <a:pt x="254" y="76"/>
                  </a:cubicBezTo>
                  <a:cubicBezTo>
                    <a:pt x="237" y="68"/>
                    <a:pt x="279" y="42"/>
                    <a:pt x="313" y="42"/>
                  </a:cubicBezTo>
                  <a:cubicBezTo>
                    <a:pt x="263" y="42"/>
                    <a:pt x="364" y="0"/>
                    <a:pt x="29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9"/>
            <p:cNvSpPr/>
            <p:nvPr/>
          </p:nvSpPr>
          <p:spPr>
            <a:xfrm flipH="1" rot="-3371424">
              <a:off x="3022656" y="3926918"/>
              <a:ext cx="34" cy="37"/>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9"/>
            <p:cNvSpPr/>
            <p:nvPr/>
          </p:nvSpPr>
          <p:spPr>
            <a:xfrm flipH="1" rot="-3371424">
              <a:off x="3162103" y="3748835"/>
              <a:ext cx="604" cy="660"/>
            </a:xfrm>
            <a:custGeom>
              <a:rect b="b" l="l" r="r" t="t"/>
              <a:pathLst>
                <a:path extrusionOk="0" h="18" w="18">
                  <a:moveTo>
                    <a:pt x="1" y="1"/>
                  </a:moveTo>
                  <a:cubicBezTo>
                    <a:pt x="9" y="18"/>
                    <a:pt x="17" y="18"/>
                    <a:pt x="17" y="18"/>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9"/>
            <p:cNvSpPr/>
            <p:nvPr/>
          </p:nvSpPr>
          <p:spPr>
            <a:xfrm flipH="1" rot="-3371424">
              <a:off x="3021647" y="3921773"/>
              <a:ext cx="34" cy="37"/>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9"/>
            <p:cNvSpPr/>
            <p:nvPr/>
          </p:nvSpPr>
          <p:spPr>
            <a:xfrm flipH="1" rot="-3371424">
              <a:off x="3174479" y="3759234"/>
              <a:ext cx="34" cy="37"/>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9"/>
            <p:cNvSpPr/>
            <p:nvPr/>
          </p:nvSpPr>
          <p:spPr>
            <a:xfrm flipH="1" rot="-3371424">
              <a:off x="3156013" y="3771939"/>
              <a:ext cx="34" cy="37"/>
            </a:xfrm>
            <a:custGeom>
              <a:rect b="b" l="l" r="r" t="t"/>
              <a:pathLst>
                <a:path extrusionOk="0" h="1" w="1">
                  <a:moveTo>
                    <a:pt x="0" y="0"/>
                  </a:moveTo>
                  <a:lnTo>
                    <a:pt x="0" y="0"/>
                  </a:lnTo>
                  <a:cubicBezTo>
                    <a:pt x="0" y="0"/>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9"/>
            <p:cNvSpPr/>
            <p:nvPr/>
          </p:nvSpPr>
          <p:spPr>
            <a:xfrm flipH="1" rot="-3371424">
              <a:off x="3174479" y="3759234"/>
              <a:ext cx="34" cy="37"/>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9"/>
            <p:cNvSpPr/>
            <p:nvPr/>
          </p:nvSpPr>
          <p:spPr>
            <a:xfrm flipH="1" rot="-3371424">
              <a:off x="3149097" y="3813388"/>
              <a:ext cx="604" cy="330"/>
            </a:xfrm>
            <a:custGeom>
              <a:rect b="b" l="l" r="r" t="t"/>
              <a:pathLst>
                <a:path extrusionOk="0" h="9" w="18">
                  <a:moveTo>
                    <a:pt x="1" y="0"/>
                  </a:moveTo>
                  <a:cubicBezTo>
                    <a:pt x="1" y="0"/>
                    <a:pt x="1" y="6"/>
                    <a:pt x="10" y="8"/>
                  </a:cubicBezTo>
                  <a:lnTo>
                    <a:pt x="10" y="8"/>
                  </a:lnTo>
                  <a:cubicBezTo>
                    <a:pt x="8" y="7"/>
                    <a:pt x="5" y="5"/>
                    <a:pt x="1" y="0"/>
                  </a:cubicBezTo>
                  <a:close/>
                  <a:moveTo>
                    <a:pt x="10" y="8"/>
                  </a:moveTo>
                  <a:cubicBezTo>
                    <a:pt x="12" y="9"/>
                    <a:pt x="14" y="9"/>
                    <a:pt x="18" y="9"/>
                  </a:cubicBezTo>
                  <a:cubicBezTo>
                    <a:pt x="15" y="9"/>
                    <a:pt x="12" y="9"/>
                    <a:pt x="10" y="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9"/>
            <p:cNvSpPr/>
            <p:nvPr/>
          </p:nvSpPr>
          <p:spPr>
            <a:xfrm flipH="1" rot="-3371424">
              <a:off x="3155901" y="3804423"/>
              <a:ext cx="336" cy="37"/>
            </a:xfrm>
            <a:custGeom>
              <a:rect b="b" l="l" r="r" t="t"/>
              <a:pathLst>
                <a:path extrusionOk="0" h="1" w="10">
                  <a:moveTo>
                    <a:pt x="9" y="0"/>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9"/>
            <p:cNvSpPr/>
            <p:nvPr/>
          </p:nvSpPr>
          <p:spPr>
            <a:xfrm flipH="1" rot="-3371424">
              <a:off x="3080980" y="3856763"/>
              <a:ext cx="1175" cy="330"/>
            </a:xfrm>
            <a:custGeom>
              <a:rect b="b" l="l" r="r" t="t"/>
              <a:pathLst>
                <a:path extrusionOk="0" h="9" w="35">
                  <a:moveTo>
                    <a:pt x="35" y="0"/>
                  </a:moveTo>
                  <a:cubicBezTo>
                    <a:pt x="31" y="0"/>
                    <a:pt x="24" y="2"/>
                    <a:pt x="18" y="4"/>
                  </a:cubicBezTo>
                  <a:lnTo>
                    <a:pt x="18" y="4"/>
                  </a:lnTo>
                  <a:lnTo>
                    <a:pt x="35" y="0"/>
                  </a:lnTo>
                  <a:close/>
                  <a:moveTo>
                    <a:pt x="18" y="4"/>
                  </a:moveTo>
                  <a:lnTo>
                    <a:pt x="1" y="9"/>
                  </a:lnTo>
                  <a:cubicBezTo>
                    <a:pt x="5" y="9"/>
                    <a:pt x="12" y="6"/>
                    <a:pt x="18"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9"/>
            <p:cNvSpPr/>
            <p:nvPr/>
          </p:nvSpPr>
          <p:spPr>
            <a:xfrm flipH="1" rot="-3371424">
              <a:off x="3174247" y="3758314"/>
              <a:ext cx="571" cy="660"/>
            </a:xfrm>
            <a:custGeom>
              <a:rect b="b" l="l" r="r" t="t"/>
              <a:pathLst>
                <a:path extrusionOk="0" h="18" w="17">
                  <a:moveTo>
                    <a:pt x="17" y="18"/>
                  </a:moveTo>
                  <a:cubicBezTo>
                    <a:pt x="8" y="9"/>
                    <a:pt x="8" y="1"/>
                    <a:pt x="0" y="1"/>
                  </a:cubicBezTo>
                  <a:cubicBezTo>
                    <a:pt x="8" y="1"/>
                    <a:pt x="8" y="9"/>
                    <a:pt x="17" y="1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9"/>
            <p:cNvSpPr/>
            <p:nvPr/>
          </p:nvSpPr>
          <p:spPr>
            <a:xfrm flipH="1" rot="-3371424">
              <a:off x="3132877" y="3823346"/>
              <a:ext cx="336" cy="37"/>
            </a:xfrm>
            <a:custGeom>
              <a:rect b="b" l="l" r="r" t="t"/>
              <a:pathLst>
                <a:path extrusionOk="0" h="1" w="10">
                  <a:moveTo>
                    <a:pt x="9" y="0"/>
                  </a:moveTo>
                  <a:lnTo>
                    <a:pt x="1" y="0"/>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9"/>
            <p:cNvSpPr/>
            <p:nvPr/>
          </p:nvSpPr>
          <p:spPr>
            <a:xfrm flipH="1" rot="-3371424">
              <a:off x="3122330" y="3825402"/>
              <a:ext cx="13662" cy="3155"/>
            </a:xfrm>
            <a:custGeom>
              <a:rect b="b" l="l" r="r" t="t"/>
              <a:pathLst>
                <a:path extrusionOk="0" h="86" w="407">
                  <a:moveTo>
                    <a:pt x="288" y="0"/>
                  </a:moveTo>
                  <a:cubicBezTo>
                    <a:pt x="254" y="17"/>
                    <a:pt x="186" y="9"/>
                    <a:pt x="161" y="17"/>
                  </a:cubicBezTo>
                  <a:cubicBezTo>
                    <a:pt x="237" y="17"/>
                    <a:pt x="178" y="43"/>
                    <a:pt x="127" y="59"/>
                  </a:cubicBezTo>
                  <a:cubicBezTo>
                    <a:pt x="85" y="59"/>
                    <a:pt x="127" y="34"/>
                    <a:pt x="93" y="34"/>
                  </a:cubicBezTo>
                  <a:lnTo>
                    <a:pt x="0" y="59"/>
                  </a:lnTo>
                  <a:lnTo>
                    <a:pt x="85" y="43"/>
                  </a:lnTo>
                  <a:lnTo>
                    <a:pt x="85" y="43"/>
                  </a:lnTo>
                  <a:lnTo>
                    <a:pt x="59" y="76"/>
                  </a:lnTo>
                  <a:lnTo>
                    <a:pt x="68" y="76"/>
                  </a:lnTo>
                  <a:cubicBezTo>
                    <a:pt x="96" y="70"/>
                    <a:pt x="114" y="67"/>
                    <a:pt x="126" y="67"/>
                  </a:cubicBezTo>
                  <a:cubicBezTo>
                    <a:pt x="159" y="67"/>
                    <a:pt x="146" y="86"/>
                    <a:pt x="168" y="86"/>
                  </a:cubicBezTo>
                  <a:cubicBezTo>
                    <a:pt x="179" y="86"/>
                    <a:pt x="199" y="81"/>
                    <a:pt x="237" y="68"/>
                  </a:cubicBezTo>
                  <a:lnTo>
                    <a:pt x="237" y="68"/>
                  </a:lnTo>
                  <a:cubicBezTo>
                    <a:pt x="237" y="76"/>
                    <a:pt x="229" y="76"/>
                    <a:pt x="229" y="85"/>
                  </a:cubicBezTo>
                  <a:cubicBezTo>
                    <a:pt x="288" y="59"/>
                    <a:pt x="398" y="51"/>
                    <a:pt x="406" y="17"/>
                  </a:cubicBezTo>
                  <a:cubicBezTo>
                    <a:pt x="399" y="17"/>
                    <a:pt x="378" y="19"/>
                    <a:pt x="355" y="19"/>
                  </a:cubicBezTo>
                  <a:cubicBezTo>
                    <a:pt x="320" y="19"/>
                    <a:pt x="283" y="16"/>
                    <a:pt x="28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9"/>
            <p:cNvSpPr/>
            <p:nvPr/>
          </p:nvSpPr>
          <p:spPr>
            <a:xfrm flipH="1" rot="-3371424">
              <a:off x="3130016" y="3827868"/>
              <a:ext cx="873" cy="367"/>
            </a:xfrm>
            <a:custGeom>
              <a:rect b="b" l="l" r="r" t="t"/>
              <a:pathLst>
                <a:path extrusionOk="0" h="10" w="26">
                  <a:moveTo>
                    <a:pt x="26" y="1"/>
                  </a:moveTo>
                  <a:cubicBezTo>
                    <a:pt x="17" y="1"/>
                    <a:pt x="9" y="1"/>
                    <a:pt x="0" y="9"/>
                  </a:cubicBezTo>
                  <a:cubicBezTo>
                    <a:pt x="9" y="9"/>
                    <a:pt x="17"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9"/>
            <p:cNvSpPr/>
            <p:nvPr/>
          </p:nvSpPr>
          <p:spPr>
            <a:xfrm flipH="1" rot="-3371424">
              <a:off x="3115671" y="3843924"/>
              <a:ext cx="873" cy="660"/>
            </a:xfrm>
            <a:custGeom>
              <a:rect b="b" l="l" r="r" t="t"/>
              <a:pathLst>
                <a:path extrusionOk="0" h="18" w="26">
                  <a:moveTo>
                    <a:pt x="0" y="17"/>
                  </a:move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9"/>
            <p:cNvSpPr/>
            <p:nvPr/>
          </p:nvSpPr>
          <p:spPr>
            <a:xfrm flipH="1" rot="-3371424">
              <a:off x="3121205" y="3735502"/>
              <a:ext cx="1108" cy="3155"/>
            </a:xfrm>
            <a:custGeom>
              <a:rect b="b" l="l" r="r" t="t"/>
              <a:pathLst>
                <a:path extrusionOk="0" h="86" w="33">
                  <a:moveTo>
                    <a:pt x="32" y="0"/>
                  </a:moveTo>
                  <a:cubicBezTo>
                    <a:pt x="24" y="0"/>
                    <a:pt x="1" y="85"/>
                    <a:pt x="28" y="85"/>
                  </a:cubicBezTo>
                  <a:cubicBezTo>
                    <a:pt x="30" y="85"/>
                    <a:pt x="31" y="85"/>
                    <a:pt x="32" y="85"/>
                  </a:cubicBezTo>
                  <a:lnTo>
                    <a:pt x="32" y="9"/>
                  </a:lnTo>
                  <a:lnTo>
                    <a:pt x="3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9"/>
            <p:cNvSpPr/>
            <p:nvPr/>
          </p:nvSpPr>
          <p:spPr>
            <a:xfrm flipH="1" rot="-3371424">
              <a:off x="3070453" y="3879856"/>
              <a:ext cx="906" cy="330"/>
            </a:xfrm>
            <a:custGeom>
              <a:rect b="b" l="l" r="r" t="t"/>
              <a:pathLst>
                <a:path extrusionOk="0" h="9" w="27">
                  <a:moveTo>
                    <a:pt x="26" y="0"/>
                  </a:moveTo>
                  <a:cubicBezTo>
                    <a:pt x="18" y="0"/>
                    <a:pt x="9" y="0"/>
                    <a:pt x="1" y="9"/>
                  </a:cubicBezTo>
                  <a:cubicBezTo>
                    <a:pt x="9" y="9"/>
                    <a:pt x="18" y="0"/>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9"/>
            <p:cNvSpPr/>
            <p:nvPr/>
          </p:nvSpPr>
          <p:spPr>
            <a:xfrm flipH="1" rot="-3371424">
              <a:off x="3125338" y="3828763"/>
              <a:ext cx="906" cy="367"/>
            </a:xfrm>
            <a:custGeom>
              <a:rect b="b" l="l" r="r" t="t"/>
              <a:pathLst>
                <a:path extrusionOk="0" h="10" w="27">
                  <a:moveTo>
                    <a:pt x="26" y="1"/>
                  </a:moveTo>
                  <a:cubicBezTo>
                    <a:pt x="18" y="1"/>
                    <a:pt x="9" y="1"/>
                    <a:pt x="1" y="9"/>
                  </a:cubicBezTo>
                  <a:cubicBezTo>
                    <a:pt x="9" y="9"/>
                    <a:pt x="18"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9"/>
            <p:cNvSpPr/>
            <p:nvPr/>
          </p:nvSpPr>
          <p:spPr>
            <a:xfrm flipH="1" rot="-3371424">
              <a:off x="3069275" y="3882459"/>
              <a:ext cx="3155" cy="1284"/>
            </a:xfrm>
            <a:custGeom>
              <a:rect b="b" l="l" r="r" t="t"/>
              <a:pathLst>
                <a:path extrusionOk="0" h="35" w="94">
                  <a:moveTo>
                    <a:pt x="94" y="1"/>
                  </a:moveTo>
                  <a:cubicBezTo>
                    <a:pt x="68" y="9"/>
                    <a:pt x="34" y="18"/>
                    <a:pt x="1" y="18"/>
                  </a:cubicBezTo>
                  <a:cubicBezTo>
                    <a:pt x="9" y="18"/>
                    <a:pt x="34" y="26"/>
                    <a:pt x="34" y="35"/>
                  </a:cubicBezTo>
                  <a:cubicBezTo>
                    <a:pt x="60" y="26"/>
                    <a:pt x="77" y="18"/>
                    <a:pt x="9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9"/>
            <p:cNvSpPr/>
            <p:nvPr/>
          </p:nvSpPr>
          <p:spPr>
            <a:xfrm flipH="1" rot="-3371424">
              <a:off x="3069236" y="3884364"/>
              <a:ext cx="34" cy="37"/>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9"/>
            <p:cNvSpPr/>
            <p:nvPr/>
          </p:nvSpPr>
          <p:spPr>
            <a:xfrm flipH="1" rot="-3371424">
              <a:off x="2875748" y="3637515"/>
              <a:ext cx="230332" cy="307174"/>
            </a:xfrm>
            <a:custGeom>
              <a:rect b="b" l="l" r="r" t="t"/>
              <a:pathLst>
                <a:path extrusionOk="0" h="8373" w="6862">
                  <a:moveTo>
                    <a:pt x="305" y="1388"/>
                  </a:moveTo>
                  <a:cubicBezTo>
                    <a:pt x="305" y="1392"/>
                    <a:pt x="306" y="1396"/>
                    <a:pt x="307" y="1400"/>
                  </a:cubicBezTo>
                  <a:lnTo>
                    <a:pt x="307" y="1400"/>
                  </a:lnTo>
                  <a:cubicBezTo>
                    <a:pt x="306" y="1396"/>
                    <a:pt x="306" y="1392"/>
                    <a:pt x="305" y="1388"/>
                  </a:cubicBezTo>
                  <a:close/>
                  <a:moveTo>
                    <a:pt x="288" y="3841"/>
                  </a:moveTo>
                  <a:cubicBezTo>
                    <a:pt x="288" y="3845"/>
                    <a:pt x="288" y="3845"/>
                    <a:pt x="289" y="3845"/>
                  </a:cubicBezTo>
                  <a:lnTo>
                    <a:pt x="289" y="3845"/>
                  </a:lnTo>
                  <a:cubicBezTo>
                    <a:pt x="289" y="3844"/>
                    <a:pt x="289" y="3843"/>
                    <a:pt x="288" y="3841"/>
                  </a:cubicBezTo>
                  <a:close/>
                  <a:moveTo>
                    <a:pt x="544" y="3877"/>
                  </a:moveTo>
                  <a:cubicBezTo>
                    <a:pt x="543" y="3879"/>
                    <a:pt x="543" y="3881"/>
                    <a:pt x="542" y="3883"/>
                  </a:cubicBezTo>
                  <a:lnTo>
                    <a:pt x="555" y="3896"/>
                  </a:lnTo>
                  <a:lnTo>
                    <a:pt x="555" y="3896"/>
                  </a:lnTo>
                  <a:cubicBezTo>
                    <a:pt x="552" y="3887"/>
                    <a:pt x="547" y="3878"/>
                    <a:pt x="544" y="3877"/>
                  </a:cubicBezTo>
                  <a:close/>
                  <a:moveTo>
                    <a:pt x="555" y="3896"/>
                  </a:moveTo>
                  <a:cubicBezTo>
                    <a:pt x="560" y="3908"/>
                    <a:pt x="564" y="3920"/>
                    <a:pt x="566" y="3920"/>
                  </a:cubicBezTo>
                  <a:cubicBezTo>
                    <a:pt x="567" y="3920"/>
                    <a:pt x="568" y="3917"/>
                    <a:pt x="568" y="3909"/>
                  </a:cubicBezTo>
                  <a:lnTo>
                    <a:pt x="555" y="3896"/>
                  </a:lnTo>
                  <a:close/>
                  <a:moveTo>
                    <a:pt x="280" y="5237"/>
                  </a:moveTo>
                  <a:lnTo>
                    <a:pt x="286" y="5242"/>
                  </a:lnTo>
                  <a:lnTo>
                    <a:pt x="286" y="5242"/>
                  </a:lnTo>
                  <a:cubicBezTo>
                    <a:pt x="285" y="5239"/>
                    <a:pt x="283" y="5237"/>
                    <a:pt x="280" y="5237"/>
                  </a:cubicBezTo>
                  <a:close/>
                  <a:moveTo>
                    <a:pt x="686" y="5694"/>
                  </a:moveTo>
                  <a:lnTo>
                    <a:pt x="686" y="5694"/>
                  </a:lnTo>
                  <a:cubicBezTo>
                    <a:pt x="686" y="5702"/>
                    <a:pt x="685" y="5710"/>
                    <a:pt x="685" y="5718"/>
                  </a:cubicBezTo>
                  <a:lnTo>
                    <a:pt x="685" y="5718"/>
                  </a:lnTo>
                  <a:cubicBezTo>
                    <a:pt x="686" y="5710"/>
                    <a:pt x="686" y="5702"/>
                    <a:pt x="686" y="5694"/>
                  </a:cubicBezTo>
                  <a:close/>
                  <a:moveTo>
                    <a:pt x="238" y="5821"/>
                  </a:moveTo>
                  <a:cubicBezTo>
                    <a:pt x="238" y="5840"/>
                    <a:pt x="238" y="5861"/>
                    <a:pt x="241" y="5874"/>
                  </a:cubicBezTo>
                  <a:lnTo>
                    <a:pt x="241" y="5874"/>
                  </a:lnTo>
                  <a:cubicBezTo>
                    <a:pt x="239" y="5857"/>
                    <a:pt x="238" y="5839"/>
                    <a:pt x="238" y="5821"/>
                  </a:cubicBezTo>
                  <a:close/>
                  <a:moveTo>
                    <a:pt x="6362" y="6793"/>
                  </a:moveTo>
                  <a:cubicBezTo>
                    <a:pt x="6358" y="6793"/>
                    <a:pt x="6355" y="6797"/>
                    <a:pt x="6353" y="6801"/>
                  </a:cubicBezTo>
                  <a:lnTo>
                    <a:pt x="6353" y="6801"/>
                  </a:lnTo>
                  <a:lnTo>
                    <a:pt x="6362" y="6793"/>
                  </a:lnTo>
                  <a:close/>
                  <a:moveTo>
                    <a:pt x="348" y="6785"/>
                  </a:moveTo>
                  <a:lnTo>
                    <a:pt x="348" y="6827"/>
                  </a:lnTo>
                  <a:cubicBezTo>
                    <a:pt x="339" y="6819"/>
                    <a:pt x="339" y="6802"/>
                    <a:pt x="348" y="6785"/>
                  </a:cubicBezTo>
                  <a:close/>
                  <a:moveTo>
                    <a:pt x="6625" y="6844"/>
                  </a:moveTo>
                  <a:lnTo>
                    <a:pt x="6625" y="6844"/>
                  </a:lnTo>
                  <a:cubicBezTo>
                    <a:pt x="6608" y="6854"/>
                    <a:pt x="6591" y="6863"/>
                    <a:pt x="6573" y="6871"/>
                  </a:cubicBezTo>
                  <a:lnTo>
                    <a:pt x="6573" y="6871"/>
                  </a:lnTo>
                  <a:cubicBezTo>
                    <a:pt x="6579" y="6870"/>
                    <a:pt x="6585" y="6870"/>
                    <a:pt x="6591" y="6870"/>
                  </a:cubicBezTo>
                  <a:lnTo>
                    <a:pt x="6591" y="6886"/>
                  </a:lnTo>
                  <a:cubicBezTo>
                    <a:pt x="6599" y="6886"/>
                    <a:pt x="6641" y="6861"/>
                    <a:pt x="6625" y="6844"/>
                  </a:cubicBezTo>
                  <a:close/>
                  <a:moveTo>
                    <a:pt x="6573" y="6871"/>
                  </a:moveTo>
                  <a:cubicBezTo>
                    <a:pt x="6554" y="6873"/>
                    <a:pt x="6538" y="6879"/>
                    <a:pt x="6523" y="6888"/>
                  </a:cubicBezTo>
                  <a:lnTo>
                    <a:pt x="6523" y="6888"/>
                  </a:lnTo>
                  <a:cubicBezTo>
                    <a:pt x="6541" y="6883"/>
                    <a:pt x="6557" y="6877"/>
                    <a:pt x="6573" y="6871"/>
                  </a:cubicBezTo>
                  <a:close/>
                  <a:moveTo>
                    <a:pt x="331" y="6937"/>
                  </a:moveTo>
                  <a:lnTo>
                    <a:pt x="331" y="6980"/>
                  </a:lnTo>
                  <a:lnTo>
                    <a:pt x="314" y="6963"/>
                  </a:lnTo>
                  <a:cubicBezTo>
                    <a:pt x="314" y="6954"/>
                    <a:pt x="322" y="6937"/>
                    <a:pt x="331" y="6937"/>
                  </a:cubicBezTo>
                  <a:close/>
                  <a:moveTo>
                    <a:pt x="6168" y="7114"/>
                  </a:moveTo>
                  <a:lnTo>
                    <a:pt x="6168" y="7114"/>
                  </a:lnTo>
                  <a:cubicBezTo>
                    <a:pt x="6168" y="7114"/>
                    <a:pt x="6168" y="7114"/>
                    <a:pt x="6168" y="7115"/>
                  </a:cubicBezTo>
                  <a:cubicBezTo>
                    <a:pt x="6173" y="7115"/>
                    <a:pt x="6172" y="7114"/>
                    <a:pt x="6168" y="7114"/>
                  </a:cubicBezTo>
                  <a:close/>
                  <a:moveTo>
                    <a:pt x="610" y="7244"/>
                  </a:moveTo>
                  <a:cubicBezTo>
                    <a:pt x="612" y="7250"/>
                    <a:pt x="618" y="7250"/>
                    <a:pt x="618" y="7250"/>
                  </a:cubicBezTo>
                  <a:cubicBezTo>
                    <a:pt x="618" y="7264"/>
                    <a:pt x="618" y="7272"/>
                    <a:pt x="614" y="7275"/>
                  </a:cubicBezTo>
                  <a:lnTo>
                    <a:pt x="614" y="7275"/>
                  </a:lnTo>
                  <a:cubicBezTo>
                    <a:pt x="613" y="7265"/>
                    <a:pt x="611" y="7255"/>
                    <a:pt x="610" y="7244"/>
                  </a:cubicBezTo>
                  <a:close/>
                  <a:moveTo>
                    <a:pt x="626" y="7340"/>
                  </a:moveTo>
                  <a:cubicBezTo>
                    <a:pt x="629" y="7351"/>
                    <a:pt x="632" y="7357"/>
                    <a:pt x="635" y="7360"/>
                  </a:cubicBezTo>
                  <a:cubicBezTo>
                    <a:pt x="632" y="7353"/>
                    <a:pt x="629" y="7346"/>
                    <a:pt x="626" y="7340"/>
                  </a:cubicBezTo>
                  <a:close/>
                  <a:moveTo>
                    <a:pt x="4965" y="7396"/>
                  </a:moveTo>
                  <a:cubicBezTo>
                    <a:pt x="4960" y="7398"/>
                    <a:pt x="4954" y="7400"/>
                    <a:pt x="4950" y="7402"/>
                  </a:cubicBezTo>
                  <a:cubicBezTo>
                    <a:pt x="4955" y="7401"/>
                    <a:pt x="4960" y="7398"/>
                    <a:pt x="4965" y="7396"/>
                  </a:cubicBezTo>
                  <a:close/>
                  <a:moveTo>
                    <a:pt x="4036" y="7419"/>
                  </a:moveTo>
                  <a:cubicBezTo>
                    <a:pt x="4037" y="7420"/>
                    <a:pt x="4038" y="7420"/>
                    <a:pt x="4039" y="7420"/>
                  </a:cubicBezTo>
                  <a:lnTo>
                    <a:pt x="4039" y="7420"/>
                  </a:lnTo>
                  <a:lnTo>
                    <a:pt x="4044" y="7419"/>
                  </a:lnTo>
                  <a:close/>
                  <a:moveTo>
                    <a:pt x="4492" y="7450"/>
                  </a:moveTo>
                  <a:cubicBezTo>
                    <a:pt x="4490" y="7451"/>
                    <a:pt x="4489" y="7453"/>
                    <a:pt x="4486" y="7453"/>
                  </a:cubicBezTo>
                  <a:lnTo>
                    <a:pt x="4486" y="7453"/>
                  </a:lnTo>
                  <a:cubicBezTo>
                    <a:pt x="4488" y="7452"/>
                    <a:pt x="4490" y="7451"/>
                    <a:pt x="4492" y="7450"/>
                  </a:cubicBezTo>
                  <a:close/>
                  <a:moveTo>
                    <a:pt x="3275" y="7512"/>
                  </a:moveTo>
                  <a:cubicBezTo>
                    <a:pt x="3274" y="7512"/>
                    <a:pt x="3274" y="7512"/>
                    <a:pt x="3273" y="7513"/>
                  </a:cubicBezTo>
                  <a:lnTo>
                    <a:pt x="3273" y="7513"/>
                  </a:lnTo>
                  <a:cubicBezTo>
                    <a:pt x="3274" y="7513"/>
                    <a:pt x="3274" y="7512"/>
                    <a:pt x="3275" y="7512"/>
                  </a:cubicBezTo>
                  <a:close/>
                  <a:moveTo>
                    <a:pt x="239" y="7289"/>
                  </a:moveTo>
                  <a:cubicBezTo>
                    <a:pt x="241" y="7289"/>
                    <a:pt x="244" y="7290"/>
                    <a:pt x="246" y="7293"/>
                  </a:cubicBezTo>
                  <a:cubicBezTo>
                    <a:pt x="238" y="7369"/>
                    <a:pt x="314" y="7360"/>
                    <a:pt x="280" y="7436"/>
                  </a:cubicBezTo>
                  <a:cubicBezTo>
                    <a:pt x="282" y="7437"/>
                    <a:pt x="284" y="7438"/>
                    <a:pt x="286" y="7438"/>
                  </a:cubicBezTo>
                  <a:cubicBezTo>
                    <a:pt x="299" y="7438"/>
                    <a:pt x="305" y="7416"/>
                    <a:pt x="305" y="7394"/>
                  </a:cubicBezTo>
                  <a:cubicBezTo>
                    <a:pt x="314" y="7402"/>
                    <a:pt x="322" y="7411"/>
                    <a:pt x="322" y="7411"/>
                  </a:cubicBezTo>
                  <a:cubicBezTo>
                    <a:pt x="331" y="7436"/>
                    <a:pt x="331" y="7462"/>
                    <a:pt x="331" y="7487"/>
                  </a:cubicBezTo>
                  <a:cubicBezTo>
                    <a:pt x="331" y="7512"/>
                    <a:pt x="331" y="7521"/>
                    <a:pt x="322" y="7521"/>
                  </a:cubicBezTo>
                  <a:cubicBezTo>
                    <a:pt x="280" y="7521"/>
                    <a:pt x="272" y="7428"/>
                    <a:pt x="238" y="7402"/>
                  </a:cubicBezTo>
                  <a:cubicBezTo>
                    <a:pt x="230" y="7380"/>
                    <a:pt x="223" y="7289"/>
                    <a:pt x="239" y="7289"/>
                  </a:cubicBezTo>
                  <a:close/>
                  <a:moveTo>
                    <a:pt x="3511" y="7377"/>
                  </a:moveTo>
                  <a:lnTo>
                    <a:pt x="3511" y="7377"/>
                  </a:lnTo>
                  <a:cubicBezTo>
                    <a:pt x="3376" y="7402"/>
                    <a:pt x="3232" y="7419"/>
                    <a:pt x="3089" y="7428"/>
                  </a:cubicBezTo>
                  <a:lnTo>
                    <a:pt x="3114" y="7462"/>
                  </a:lnTo>
                  <a:cubicBezTo>
                    <a:pt x="3086" y="7474"/>
                    <a:pt x="3072" y="7478"/>
                    <a:pt x="3065" y="7478"/>
                  </a:cubicBezTo>
                  <a:cubicBezTo>
                    <a:pt x="3046" y="7478"/>
                    <a:pt x="3088" y="7442"/>
                    <a:pt x="3050" y="7442"/>
                  </a:cubicBezTo>
                  <a:cubicBezTo>
                    <a:pt x="3045" y="7442"/>
                    <a:pt x="3038" y="7443"/>
                    <a:pt x="3029" y="7445"/>
                  </a:cubicBezTo>
                  <a:lnTo>
                    <a:pt x="2987" y="7479"/>
                  </a:lnTo>
                  <a:lnTo>
                    <a:pt x="2919" y="7521"/>
                  </a:lnTo>
                  <a:cubicBezTo>
                    <a:pt x="2970" y="7512"/>
                    <a:pt x="2945" y="7496"/>
                    <a:pt x="2995" y="7496"/>
                  </a:cubicBezTo>
                  <a:cubicBezTo>
                    <a:pt x="3047" y="7496"/>
                    <a:pt x="3015" y="7515"/>
                    <a:pt x="3000" y="7537"/>
                  </a:cubicBezTo>
                  <a:lnTo>
                    <a:pt x="3000" y="7537"/>
                  </a:lnTo>
                  <a:cubicBezTo>
                    <a:pt x="3013" y="7531"/>
                    <a:pt x="3029" y="7528"/>
                    <a:pt x="3029" y="7512"/>
                  </a:cubicBezTo>
                  <a:cubicBezTo>
                    <a:pt x="3037" y="7513"/>
                    <a:pt x="3045" y="7513"/>
                    <a:pt x="3052" y="7513"/>
                  </a:cubicBezTo>
                  <a:cubicBezTo>
                    <a:pt x="3176" y="7513"/>
                    <a:pt x="3131" y="7444"/>
                    <a:pt x="3292" y="7436"/>
                  </a:cubicBezTo>
                  <a:cubicBezTo>
                    <a:pt x="3297" y="7448"/>
                    <a:pt x="3305" y="7452"/>
                    <a:pt x="3315" y="7452"/>
                  </a:cubicBezTo>
                  <a:cubicBezTo>
                    <a:pt x="3348" y="7452"/>
                    <a:pt x="3403" y="7407"/>
                    <a:pt x="3442" y="7407"/>
                  </a:cubicBezTo>
                  <a:cubicBezTo>
                    <a:pt x="3452" y="7407"/>
                    <a:pt x="3462" y="7411"/>
                    <a:pt x="3469" y="7419"/>
                  </a:cubicBezTo>
                  <a:cubicBezTo>
                    <a:pt x="3402" y="7428"/>
                    <a:pt x="3325" y="7487"/>
                    <a:pt x="3334" y="7487"/>
                  </a:cubicBezTo>
                  <a:cubicBezTo>
                    <a:pt x="3402" y="7470"/>
                    <a:pt x="3461" y="7453"/>
                    <a:pt x="3528" y="7445"/>
                  </a:cubicBezTo>
                  <a:cubicBezTo>
                    <a:pt x="3486" y="7436"/>
                    <a:pt x="3486" y="7402"/>
                    <a:pt x="3511" y="7377"/>
                  </a:cubicBezTo>
                  <a:close/>
                  <a:moveTo>
                    <a:pt x="2732" y="7545"/>
                  </a:moveTo>
                  <a:lnTo>
                    <a:pt x="2732" y="7545"/>
                  </a:lnTo>
                  <a:cubicBezTo>
                    <a:pt x="2729" y="7546"/>
                    <a:pt x="2727" y="7546"/>
                    <a:pt x="2725" y="7546"/>
                  </a:cubicBezTo>
                  <a:cubicBezTo>
                    <a:pt x="2727" y="7546"/>
                    <a:pt x="2729" y="7546"/>
                    <a:pt x="2732" y="7545"/>
                  </a:cubicBezTo>
                  <a:close/>
                  <a:moveTo>
                    <a:pt x="3000" y="7537"/>
                  </a:moveTo>
                  <a:lnTo>
                    <a:pt x="3000" y="7537"/>
                  </a:lnTo>
                  <a:cubicBezTo>
                    <a:pt x="2995" y="7539"/>
                    <a:pt x="2991" y="7542"/>
                    <a:pt x="2989" y="7547"/>
                  </a:cubicBezTo>
                  <a:lnTo>
                    <a:pt x="2989" y="7547"/>
                  </a:lnTo>
                  <a:cubicBezTo>
                    <a:pt x="2991" y="7546"/>
                    <a:pt x="2994" y="7546"/>
                    <a:pt x="2995" y="7546"/>
                  </a:cubicBezTo>
                  <a:cubicBezTo>
                    <a:pt x="2996" y="7543"/>
                    <a:pt x="2998" y="7540"/>
                    <a:pt x="3000" y="7537"/>
                  </a:cubicBezTo>
                  <a:close/>
                  <a:moveTo>
                    <a:pt x="2268" y="7589"/>
                  </a:moveTo>
                  <a:lnTo>
                    <a:pt x="2204" y="7605"/>
                  </a:lnTo>
                  <a:lnTo>
                    <a:pt x="2204" y="7605"/>
                  </a:lnTo>
                  <a:cubicBezTo>
                    <a:pt x="2228" y="7604"/>
                    <a:pt x="2250" y="7602"/>
                    <a:pt x="2268" y="7589"/>
                  </a:cubicBezTo>
                  <a:close/>
                  <a:moveTo>
                    <a:pt x="4890" y="7648"/>
                  </a:moveTo>
                  <a:lnTo>
                    <a:pt x="4890" y="7648"/>
                  </a:lnTo>
                  <a:cubicBezTo>
                    <a:pt x="4885" y="7650"/>
                    <a:pt x="4882" y="7651"/>
                    <a:pt x="4881" y="7653"/>
                  </a:cubicBezTo>
                  <a:lnTo>
                    <a:pt x="4881" y="7653"/>
                  </a:lnTo>
                  <a:cubicBezTo>
                    <a:pt x="4883" y="7651"/>
                    <a:pt x="4887" y="7650"/>
                    <a:pt x="4890" y="7648"/>
                  </a:cubicBezTo>
                  <a:close/>
                  <a:moveTo>
                    <a:pt x="5043" y="7335"/>
                  </a:moveTo>
                  <a:lnTo>
                    <a:pt x="5017" y="7360"/>
                  </a:lnTo>
                  <a:cubicBezTo>
                    <a:pt x="4997" y="7373"/>
                    <a:pt x="4983" y="7387"/>
                    <a:pt x="4965" y="7396"/>
                  </a:cubicBezTo>
                  <a:lnTo>
                    <a:pt x="4965" y="7396"/>
                  </a:lnTo>
                  <a:cubicBezTo>
                    <a:pt x="4974" y="7393"/>
                    <a:pt x="4983" y="7391"/>
                    <a:pt x="4992" y="7391"/>
                  </a:cubicBezTo>
                  <a:cubicBezTo>
                    <a:pt x="4998" y="7391"/>
                    <a:pt x="5004" y="7392"/>
                    <a:pt x="5009" y="7394"/>
                  </a:cubicBezTo>
                  <a:lnTo>
                    <a:pt x="4890" y="7479"/>
                  </a:lnTo>
                  <a:lnTo>
                    <a:pt x="4890" y="7479"/>
                  </a:lnTo>
                  <a:cubicBezTo>
                    <a:pt x="4958" y="7470"/>
                    <a:pt x="4958" y="7419"/>
                    <a:pt x="5043" y="7402"/>
                  </a:cubicBezTo>
                  <a:lnTo>
                    <a:pt x="5043" y="7402"/>
                  </a:lnTo>
                  <a:cubicBezTo>
                    <a:pt x="5043" y="7436"/>
                    <a:pt x="5051" y="7453"/>
                    <a:pt x="4975" y="7504"/>
                  </a:cubicBezTo>
                  <a:cubicBezTo>
                    <a:pt x="4966" y="7505"/>
                    <a:pt x="4960" y="7505"/>
                    <a:pt x="4955" y="7505"/>
                  </a:cubicBezTo>
                  <a:cubicBezTo>
                    <a:pt x="4914" y="7505"/>
                    <a:pt x="4970" y="7479"/>
                    <a:pt x="4933" y="7479"/>
                  </a:cubicBezTo>
                  <a:cubicBezTo>
                    <a:pt x="4916" y="7495"/>
                    <a:pt x="4902" y="7499"/>
                    <a:pt x="4888" y="7499"/>
                  </a:cubicBezTo>
                  <a:cubicBezTo>
                    <a:pt x="4874" y="7499"/>
                    <a:pt x="4860" y="7495"/>
                    <a:pt x="4847" y="7495"/>
                  </a:cubicBezTo>
                  <a:cubicBezTo>
                    <a:pt x="4831" y="7495"/>
                    <a:pt x="4815" y="7500"/>
                    <a:pt x="4797" y="7521"/>
                  </a:cubicBezTo>
                  <a:cubicBezTo>
                    <a:pt x="4777" y="7528"/>
                    <a:pt x="4764" y="7530"/>
                    <a:pt x="4754" y="7530"/>
                  </a:cubicBezTo>
                  <a:cubicBezTo>
                    <a:pt x="4727" y="7530"/>
                    <a:pt x="4731" y="7510"/>
                    <a:pt x="4713" y="7504"/>
                  </a:cubicBezTo>
                  <a:cubicBezTo>
                    <a:pt x="4789" y="7487"/>
                    <a:pt x="4670" y="7487"/>
                    <a:pt x="4763" y="7453"/>
                  </a:cubicBezTo>
                  <a:cubicBezTo>
                    <a:pt x="4687" y="7453"/>
                    <a:pt x="4721" y="7504"/>
                    <a:pt x="4653" y="7504"/>
                  </a:cubicBezTo>
                  <a:lnTo>
                    <a:pt x="4637" y="7470"/>
                  </a:lnTo>
                  <a:cubicBezTo>
                    <a:pt x="4544" y="7479"/>
                    <a:pt x="4459" y="7496"/>
                    <a:pt x="4374" y="7529"/>
                  </a:cubicBezTo>
                  <a:cubicBezTo>
                    <a:pt x="4442" y="7538"/>
                    <a:pt x="4340" y="7563"/>
                    <a:pt x="4357" y="7580"/>
                  </a:cubicBezTo>
                  <a:cubicBezTo>
                    <a:pt x="4362" y="7560"/>
                    <a:pt x="4396" y="7552"/>
                    <a:pt x="4424" y="7552"/>
                  </a:cubicBezTo>
                  <a:cubicBezTo>
                    <a:pt x="4443" y="7552"/>
                    <a:pt x="4459" y="7556"/>
                    <a:pt x="4459" y="7563"/>
                  </a:cubicBezTo>
                  <a:cubicBezTo>
                    <a:pt x="4391" y="7589"/>
                    <a:pt x="4324" y="7605"/>
                    <a:pt x="4247" y="7614"/>
                  </a:cubicBezTo>
                  <a:lnTo>
                    <a:pt x="4357" y="7614"/>
                  </a:lnTo>
                  <a:cubicBezTo>
                    <a:pt x="4324" y="7639"/>
                    <a:pt x="4205" y="7707"/>
                    <a:pt x="4205" y="7707"/>
                  </a:cubicBezTo>
                  <a:cubicBezTo>
                    <a:pt x="4177" y="7707"/>
                    <a:pt x="4141" y="7711"/>
                    <a:pt x="4113" y="7711"/>
                  </a:cubicBezTo>
                  <a:cubicBezTo>
                    <a:pt x="4099" y="7711"/>
                    <a:pt x="4087" y="7710"/>
                    <a:pt x="4078" y="7707"/>
                  </a:cubicBezTo>
                  <a:lnTo>
                    <a:pt x="4146" y="7665"/>
                  </a:lnTo>
                  <a:lnTo>
                    <a:pt x="4180" y="7682"/>
                  </a:lnTo>
                  <a:lnTo>
                    <a:pt x="4214" y="7639"/>
                  </a:lnTo>
                  <a:lnTo>
                    <a:pt x="4214" y="7639"/>
                  </a:lnTo>
                  <a:cubicBezTo>
                    <a:pt x="4189" y="7643"/>
                    <a:pt x="4165" y="7645"/>
                    <a:pt x="4140" y="7645"/>
                  </a:cubicBezTo>
                  <a:cubicBezTo>
                    <a:pt x="4105" y="7645"/>
                    <a:pt x="4071" y="7641"/>
                    <a:pt x="4036" y="7631"/>
                  </a:cubicBezTo>
                  <a:cubicBezTo>
                    <a:pt x="4191" y="7590"/>
                    <a:pt x="4338" y="7534"/>
                    <a:pt x="4484" y="7454"/>
                  </a:cubicBezTo>
                  <a:lnTo>
                    <a:pt x="4484" y="7454"/>
                  </a:lnTo>
                  <a:lnTo>
                    <a:pt x="4484" y="7462"/>
                  </a:lnTo>
                  <a:cubicBezTo>
                    <a:pt x="4594" y="7436"/>
                    <a:pt x="4603" y="7428"/>
                    <a:pt x="4679" y="7394"/>
                  </a:cubicBezTo>
                  <a:lnTo>
                    <a:pt x="4679" y="7394"/>
                  </a:lnTo>
                  <a:lnTo>
                    <a:pt x="4653" y="7411"/>
                  </a:lnTo>
                  <a:cubicBezTo>
                    <a:pt x="4657" y="7414"/>
                    <a:pt x="4662" y="7415"/>
                    <a:pt x="4668" y="7415"/>
                  </a:cubicBezTo>
                  <a:cubicBezTo>
                    <a:pt x="4696" y="7415"/>
                    <a:pt x="4751" y="7389"/>
                    <a:pt x="4806" y="7369"/>
                  </a:cubicBezTo>
                  <a:cubicBezTo>
                    <a:pt x="4820" y="7355"/>
                    <a:pt x="4845" y="7341"/>
                    <a:pt x="4872" y="7341"/>
                  </a:cubicBezTo>
                  <a:cubicBezTo>
                    <a:pt x="4878" y="7341"/>
                    <a:pt x="4884" y="7342"/>
                    <a:pt x="4890" y="7343"/>
                  </a:cubicBezTo>
                  <a:lnTo>
                    <a:pt x="4882" y="7360"/>
                  </a:lnTo>
                  <a:cubicBezTo>
                    <a:pt x="4933" y="7360"/>
                    <a:pt x="4992" y="7352"/>
                    <a:pt x="5043" y="7335"/>
                  </a:cubicBezTo>
                  <a:close/>
                  <a:moveTo>
                    <a:pt x="2200" y="7589"/>
                  </a:moveTo>
                  <a:cubicBezTo>
                    <a:pt x="2150" y="7605"/>
                    <a:pt x="2099" y="7622"/>
                    <a:pt x="2048" y="7622"/>
                  </a:cubicBezTo>
                  <a:cubicBezTo>
                    <a:pt x="1997" y="7665"/>
                    <a:pt x="1938" y="7682"/>
                    <a:pt x="1870" y="7690"/>
                  </a:cubicBezTo>
                  <a:cubicBezTo>
                    <a:pt x="1849" y="7712"/>
                    <a:pt x="1816" y="7717"/>
                    <a:pt x="1781" y="7717"/>
                  </a:cubicBezTo>
                  <a:cubicBezTo>
                    <a:pt x="1739" y="7717"/>
                    <a:pt x="1693" y="7709"/>
                    <a:pt x="1660" y="7709"/>
                  </a:cubicBezTo>
                  <a:cubicBezTo>
                    <a:pt x="1646" y="7709"/>
                    <a:pt x="1633" y="7710"/>
                    <a:pt x="1625" y="7715"/>
                  </a:cubicBezTo>
                  <a:cubicBezTo>
                    <a:pt x="1615" y="7738"/>
                    <a:pt x="1629" y="7745"/>
                    <a:pt x="1652" y="7745"/>
                  </a:cubicBezTo>
                  <a:cubicBezTo>
                    <a:pt x="1684" y="7745"/>
                    <a:pt x="1735" y="7731"/>
                    <a:pt x="1765" y="7731"/>
                  </a:cubicBezTo>
                  <a:cubicBezTo>
                    <a:pt x="1770" y="7731"/>
                    <a:pt x="1774" y="7732"/>
                    <a:pt x="1777" y="7732"/>
                  </a:cubicBezTo>
                  <a:cubicBezTo>
                    <a:pt x="1735" y="7766"/>
                    <a:pt x="1684" y="7741"/>
                    <a:pt x="1727" y="7766"/>
                  </a:cubicBezTo>
                  <a:cubicBezTo>
                    <a:pt x="1705" y="7773"/>
                    <a:pt x="1689" y="7776"/>
                    <a:pt x="1677" y="7776"/>
                  </a:cubicBezTo>
                  <a:cubicBezTo>
                    <a:pt x="1648" y="7776"/>
                    <a:pt x="1643" y="7760"/>
                    <a:pt x="1624" y="7760"/>
                  </a:cubicBezTo>
                  <a:cubicBezTo>
                    <a:pt x="1614" y="7760"/>
                    <a:pt x="1602" y="7764"/>
                    <a:pt x="1583" y="7775"/>
                  </a:cubicBezTo>
                  <a:lnTo>
                    <a:pt x="1625" y="7775"/>
                  </a:lnTo>
                  <a:cubicBezTo>
                    <a:pt x="1600" y="7809"/>
                    <a:pt x="1532" y="7800"/>
                    <a:pt x="1490" y="7825"/>
                  </a:cubicBezTo>
                  <a:cubicBezTo>
                    <a:pt x="1490" y="7835"/>
                    <a:pt x="1495" y="7839"/>
                    <a:pt x="1505" y="7839"/>
                  </a:cubicBezTo>
                  <a:cubicBezTo>
                    <a:pt x="1529" y="7839"/>
                    <a:pt x="1579" y="7817"/>
                    <a:pt x="1633" y="7817"/>
                  </a:cubicBezTo>
                  <a:lnTo>
                    <a:pt x="1600" y="7851"/>
                  </a:lnTo>
                  <a:lnTo>
                    <a:pt x="1743" y="7800"/>
                  </a:lnTo>
                  <a:cubicBezTo>
                    <a:pt x="1786" y="7749"/>
                    <a:pt x="1743" y="7758"/>
                    <a:pt x="1828" y="7715"/>
                  </a:cubicBezTo>
                  <a:cubicBezTo>
                    <a:pt x="1862" y="7727"/>
                    <a:pt x="1889" y="7750"/>
                    <a:pt x="1897" y="7774"/>
                  </a:cubicBezTo>
                  <a:lnTo>
                    <a:pt x="1897" y="7774"/>
                  </a:lnTo>
                  <a:cubicBezTo>
                    <a:pt x="1964" y="7732"/>
                    <a:pt x="2032" y="7707"/>
                    <a:pt x="2107" y="7707"/>
                  </a:cubicBezTo>
                  <a:lnTo>
                    <a:pt x="2073" y="7724"/>
                  </a:lnTo>
                  <a:cubicBezTo>
                    <a:pt x="2116" y="7724"/>
                    <a:pt x="2166" y="7707"/>
                    <a:pt x="2200" y="7673"/>
                  </a:cubicBezTo>
                  <a:cubicBezTo>
                    <a:pt x="2200" y="7682"/>
                    <a:pt x="2209" y="7690"/>
                    <a:pt x="2217" y="7690"/>
                  </a:cubicBezTo>
                  <a:cubicBezTo>
                    <a:pt x="2285" y="7673"/>
                    <a:pt x="2319" y="7639"/>
                    <a:pt x="2276" y="7622"/>
                  </a:cubicBezTo>
                  <a:lnTo>
                    <a:pt x="2276" y="7622"/>
                  </a:lnTo>
                  <a:lnTo>
                    <a:pt x="2259" y="7639"/>
                  </a:lnTo>
                  <a:lnTo>
                    <a:pt x="2209" y="7614"/>
                  </a:lnTo>
                  <a:cubicBezTo>
                    <a:pt x="2192" y="7673"/>
                    <a:pt x="2056" y="7665"/>
                    <a:pt x="1980" y="7699"/>
                  </a:cubicBezTo>
                  <a:cubicBezTo>
                    <a:pt x="2022" y="7677"/>
                    <a:pt x="2053" y="7633"/>
                    <a:pt x="2106" y="7633"/>
                  </a:cubicBezTo>
                  <a:cubicBezTo>
                    <a:pt x="2116" y="7633"/>
                    <a:pt x="2128" y="7635"/>
                    <a:pt x="2141" y="7639"/>
                  </a:cubicBezTo>
                  <a:lnTo>
                    <a:pt x="2133" y="7614"/>
                  </a:lnTo>
                  <a:cubicBezTo>
                    <a:pt x="2156" y="7606"/>
                    <a:pt x="2179" y="7606"/>
                    <a:pt x="2200" y="7605"/>
                  </a:cubicBezTo>
                  <a:lnTo>
                    <a:pt x="2200" y="7605"/>
                  </a:lnTo>
                  <a:lnTo>
                    <a:pt x="2200" y="7605"/>
                  </a:lnTo>
                  <a:lnTo>
                    <a:pt x="2204" y="7605"/>
                  </a:lnTo>
                  <a:lnTo>
                    <a:pt x="2204" y="7605"/>
                  </a:lnTo>
                  <a:cubicBezTo>
                    <a:pt x="2203" y="7605"/>
                    <a:pt x="2202" y="7605"/>
                    <a:pt x="2200" y="7605"/>
                  </a:cubicBezTo>
                  <a:lnTo>
                    <a:pt x="2200" y="7605"/>
                  </a:lnTo>
                  <a:lnTo>
                    <a:pt x="2200" y="7589"/>
                  </a:lnTo>
                  <a:close/>
                  <a:moveTo>
                    <a:pt x="2395" y="7869"/>
                  </a:moveTo>
                  <a:cubicBezTo>
                    <a:pt x="2389" y="7871"/>
                    <a:pt x="2384" y="7874"/>
                    <a:pt x="2378" y="7876"/>
                  </a:cubicBezTo>
                  <a:cubicBezTo>
                    <a:pt x="2385" y="7873"/>
                    <a:pt x="2390" y="7871"/>
                    <a:pt x="2395" y="7869"/>
                  </a:cubicBezTo>
                  <a:close/>
                  <a:moveTo>
                    <a:pt x="3258" y="7885"/>
                  </a:moveTo>
                  <a:cubicBezTo>
                    <a:pt x="3254" y="7885"/>
                    <a:pt x="3252" y="7886"/>
                    <a:pt x="3251" y="7888"/>
                  </a:cubicBezTo>
                  <a:lnTo>
                    <a:pt x="3251" y="7888"/>
                  </a:lnTo>
                  <a:cubicBezTo>
                    <a:pt x="3253" y="7887"/>
                    <a:pt x="3255" y="7886"/>
                    <a:pt x="3258" y="7885"/>
                  </a:cubicBezTo>
                  <a:close/>
                  <a:moveTo>
                    <a:pt x="466" y="7605"/>
                  </a:moveTo>
                  <a:cubicBezTo>
                    <a:pt x="483" y="7707"/>
                    <a:pt x="517" y="7809"/>
                    <a:pt x="585" y="7885"/>
                  </a:cubicBezTo>
                  <a:cubicBezTo>
                    <a:pt x="585" y="7885"/>
                    <a:pt x="585" y="7876"/>
                    <a:pt x="585" y="7868"/>
                  </a:cubicBezTo>
                  <a:cubicBezTo>
                    <a:pt x="601" y="7893"/>
                    <a:pt x="635" y="7902"/>
                    <a:pt x="635" y="7927"/>
                  </a:cubicBezTo>
                  <a:cubicBezTo>
                    <a:pt x="601" y="7927"/>
                    <a:pt x="559" y="7910"/>
                    <a:pt x="534" y="7893"/>
                  </a:cubicBezTo>
                  <a:cubicBezTo>
                    <a:pt x="483" y="7876"/>
                    <a:pt x="441" y="7842"/>
                    <a:pt x="398" y="7809"/>
                  </a:cubicBezTo>
                  <a:cubicBezTo>
                    <a:pt x="365" y="7749"/>
                    <a:pt x="348" y="7682"/>
                    <a:pt x="339" y="7614"/>
                  </a:cubicBezTo>
                  <a:lnTo>
                    <a:pt x="339" y="7614"/>
                  </a:lnTo>
                  <a:lnTo>
                    <a:pt x="348" y="7639"/>
                  </a:lnTo>
                  <a:cubicBezTo>
                    <a:pt x="389" y="7776"/>
                    <a:pt x="430" y="7825"/>
                    <a:pt x="448" y="7825"/>
                  </a:cubicBezTo>
                  <a:cubicBezTo>
                    <a:pt x="453" y="7825"/>
                    <a:pt x="456" y="7822"/>
                    <a:pt x="458" y="7817"/>
                  </a:cubicBezTo>
                  <a:cubicBezTo>
                    <a:pt x="466" y="7792"/>
                    <a:pt x="449" y="7707"/>
                    <a:pt x="466" y="7605"/>
                  </a:cubicBezTo>
                  <a:close/>
                  <a:moveTo>
                    <a:pt x="568" y="8012"/>
                  </a:moveTo>
                  <a:lnTo>
                    <a:pt x="568" y="8012"/>
                  </a:lnTo>
                  <a:cubicBezTo>
                    <a:pt x="593" y="8020"/>
                    <a:pt x="610" y="8037"/>
                    <a:pt x="635" y="8045"/>
                  </a:cubicBezTo>
                  <a:cubicBezTo>
                    <a:pt x="627" y="8049"/>
                    <a:pt x="623" y="8055"/>
                    <a:pt x="616" y="8055"/>
                  </a:cubicBezTo>
                  <a:cubicBezTo>
                    <a:pt x="608" y="8055"/>
                    <a:pt x="596" y="8048"/>
                    <a:pt x="572" y="8024"/>
                  </a:cubicBezTo>
                  <a:lnTo>
                    <a:pt x="572" y="8024"/>
                  </a:lnTo>
                  <a:cubicBezTo>
                    <a:pt x="576" y="8020"/>
                    <a:pt x="574" y="8018"/>
                    <a:pt x="568" y="8012"/>
                  </a:cubicBezTo>
                  <a:close/>
                  <a:moveTo>
                    <a:pt x="3943" y="7605"/>
                  </a:moveTo>
                  <a:cubicBezTo>
                    <a:pt x="3892" y="7631"/>
                    <a:pt x="3884" y="7648"/>
                    <a:pt x="3909" y="7656"/>
                  </a:cubicBezTo>
                  <a:cubicBezTo>
                    <a:pt x="3892" y="7665"/>
                    <a:pt x="3875" y="7673"/>
                    <a:pt x="3841" y="7690"/>
                  </a:cubicBezTo>
                  <a:cubicBezTo>
                    <a:pt x="3824" y="7696"/>
                    <a:pt x="3779" y="7710"/>
                    <a:pt x="3747" y="7710"/>
                  </a:cubicBezTo>
                  <a:cubicBezTo>
                    <a:pt x="3732" y="7710"/>
                    <a:pt x="3720" y="7707"/>
                    <a:pt x="3715" y="7699"/>
                  </a:cubicBezTo>
                  <a:cubicBezTo>
                    <a:pt x="3782" y="7682"/>
                    <a:pt x="3774" y="7682"/>
                    <a:pt x="3740" y="7673"/>
                  </a:cubicBezTo>
                  <a:lnTo>
                    <a:pt x="3740" y="7673"/>
                  </a:lnTo>
                  <a:cubicBezTo>
                    <a:pt x="3681" y="7707"/>
                    <a:pt x="3562" y="7715"/>
                    <a:pt x="3579" y="7758"/>
                  </a:cubicBezTo>
                  <a:cubicBezTo>
                    <a:pt x="3548" y="7763"/>
                    <a:pt x="3534" y="7765"/>
                    <a:pt x="3527" y="7765"/>
                  </a:cubicBezTo>
                  <a:cubicBezTo>
                    <a:pt x="3511" y="7765"/>
                    <a:pt x="3523" y="7758"/>
                    <a:pt x="3478" y="7758"/>
                  </a:cubicBezTo>
                  <a:cubicBezTo>
                    <a:pt x="3469" y="7741"/>
                    <a:pt x="3495" y="7732"/>
                    <a:pt x="3511" y="7715"/>
                  </a:cubicBezTo>
                  <a:lnTo>
                    <a:pt x="3511" y="7715"/>
                  </a:lnTo>
                  <a:lnTo>
                    <a:pt x="3258" y="7783"/>
                  </a:lnTo>
                  <a:cubicBezTo>
                    <a:pt x="3249" y="7817"/>
                    <a:pt x="3427" y="7775"/>
                    <a:pt x="3342" y="7834"/>
                  </a:cubicBezTo>
                  <a:cubicBezTo>
                    <a:pt x="3325" y="7851"/>
                    <a:pt x="3342" y="7893"/>
                    <a:pt x="3249" y="7893"/>
                  </a:cubicBezTo>
                  <a:cubicBezTo>
                    <a:pt x="3249" y="7893"/>
                    <a:pt x="3249" y="7890"/>
                    <a:pt x="3251" y="7888"/>
                  </a:cubicBezTo>
                  <a:lnTo>
                    <a:pt x="3251" y="7888"/>
                  </a:lnTo>
                  <a:cubicBezTo>
                    <a:pt x="3238" y="7894"/>
                    <a:pt x="3228" y="7895"/>
                    <a:pt x="3218" y="7895"/>
                  </a:cubicBezTo>
                  <a:cubicBezTo>
                    <a:pt x="3205" y="7895"/>
                    <a:pt x="3190" y="7893"/>
                    <a:pt x="3165" y="7893"/>
                  </a:cubicBezTo>
                  <a:cubicBezTo>
                    <a:pt x="3148" y="7868"/>
                    <a:pt x="3215" y="7859"/>
                    <a:pt x="3241" y="7834"/>
                  </a:cubicBezTo>
                  <a:lnTo>
                    <a:pt x="3241" y="7834"/>
                  </a:lnTo>
                  <a:cubicBezTo>
                    <a:pt x="3215" y="7851"/>
                    <a:pt x="3182" y="7859"/>
                    <a:pt x="3156" y="7868"/>
                  </a:cubicBezTo>
                  <a:lnTo>
                    <a:pt x="3156" y="7859"/>
                  </a:lnTo>
                  <a:lnTo>
                    <a:pt x="3063" y="7885"/>
                  </a:lnTo>
                  <a:cubicBezTo>
                    <a:pt x="3055" y="7891"/>
                    <a:pt x="3055" y="7893"/>
                    <a:pt x="3059" y="7893"/>
                  </a:cubicBezTo>
                  <a:cubicBezTo>
                    <a:pt x="3070" y="7893"/>
                    <a:pt x="3108" y="7881"/>
                    <a:pt x="3127" y="7881"/>
                  </a:cubicBezTo>
                  <a:cubicBezTo>
                    <a:pt x="3133" y="7881"/>
                    <a:pt x="3138" y="7882"/>
                    <a:pt x="3139" y="7885"/>
                  </a:cubicBezTo>
                  <a:lnTo>
                    <a:pt x="3089" y="7910"/>
                  </a:lnTo>
                  <a:cubicBezTo>
                    <a:pt x="3014" y="7935"/>
                    <a:pt x="2935" y="7951"/>
                    <a:pt x="2855" y="7951"/>
                  </a:cubicBezTo>
                  <a:cubicBezTo>
                    <a:pt x="2826" y="7951"/>
                    <a:pt x="2797" y="7948"/>
                    <a:pt x="2767" y="7944"/>
                  </a:cubicBezTo>
                  <a:cubicBezTo>
                    <a:pt x="2682" y="7944"/>
                    <a:pt x="2725" y="7969"/>
                    <a:pt x="2708" y="7995"/>
                  </a:cubicBezTo>
                  <a:cubicBezTo>
                    <a:pt x="2666" y="8020"/>
                    <a:pt x="2615" y="8003"/>
                    <a:pt x="2572" y="8020"/>
                  </a:cubicBezTo>
                  <a:cubicBezTo>
                    <a:pt x="2581" y="8045"/>
                    <a:pt x="2522" y="8054"/>
                    <a:pt x="2522" y="8079"/>
                  </a:cubicBezTo>
                  <a:lnTo>
                    <a:pt x="2446" y="8088"/>
                  </a:lnTo>
                  <a:cubicBezTo>
                    <a:pt x="2436" y="8099"/>
                    <a:pt x="2439" y="8103"/>
                    <a:pt x="2449" y="8103"/>
                  </a:cubicBezTo>
                  <a:cubicBezTo>
                    <a:pt x="2469" y="8103"/>
                    <a:pt x="2521" y="8085"/>
                    <a:pt x="2549" y="8085"/>
                  </a:cubicBezTo>
                  <a:cubicBezTo>
                    <a:pt x="2556" y="8085"/>
                    <a:pt x="2561" y="8085"/>
                    <a:pt x="2564" y="8088"/>
                  </a:cubicBezTo>
                  <a:cubicBezTo>
                    <a:pt x="2615" y="8113"/>
                    <a:pt x="2505" y="8105"/>
                    <a:pt x="2539" y="8130"/>
                  </a:cubicBezTo>
                  <a:cubicBezTo>
                    <a:pt x="2598" y="8113"/>
                    <a:pt x="2589" y="8088"/>
                    <a:pt x="2623" y="8079"/>
                  </a:cubicBezTo>
                  <a:cubicBezTo>
                    <a:pt x="2633" y="8077"/>
                    <a:pt x="2642" y="8076"/>
                    <a:pt x="2650" y="8076"/>
                  </a:cubicBezTo>
                  <a:cubicBezTo>
                    <a:pt x="2670" y="8076"/>
                    <a:pt x="2682" y="8082"/>
                    <a:pt x="2682" y="8088"/>
                  </a:cubicBezTo>
                  <a:cubicBezTo>
                    <a:pt x="2581" y="8096"/>
                    <a:pt x="2632" y="8130"/>
                    <a:pt x="2556" y="8138"/>
                  </a:cubicBezTo>
                  <a:lnTo>
                    <a:pt x="2556" y="8130"/>
                  </a:lnTo>
                  <a:cubicBezTo>
                    <a:pt x="2556" y="8155"/>
                    <a:pt x="2446" y="8155"/>
                    <a:pt x="2403" y="8181"/>
                  </a:cubicBezTo>
                  <a:cubicBezTo>
                    <a:pt x="2319" y="8164"/>
                    <a:pt x="2463" y="8130"/>
                    <a:pt x="2463" y="8122"/>
                  </a:cubicBezTo>
                  <a:lnTo>
                    <a:pt x="2463" y="8122"/>
                  </a:lnTo>
                  <a:lnTo>
                    <a:pt x="2361" y="8147"/>
                  </a:lnTo>
                  <a:cubicBezTo>
                    <a:pt x="2403" y="8122"/>
                    <a:pt x="2353" y="8113"/>
                    <a:pt x="2412" y="8079"/>
                  </a:cubicBezTo>
                  <a:lnTo>
                    <a:pt x="2412" y="8079"/>
                  </a:lnTo>
                  <a:cubicBezTo>
                    <a:pt x="2378" y="8092"/>
                    <a:pt x="2359" y="8092"/>
                    <a:pt x="2341" y="8092"/>
                  </a:cubicBezTo>
                  <a:cubicBezTo>
                    <a:pt x="2323" y="8092"/>
                    <a:pt x="2306" y="8092"/>
                    <a:pt x="2276" y="8105"/>
                  </a:cubicBezTo>
                  <a:cubicBezTo>
                    <a:pt x="2336" y="8054"/>
                    <a:pt x="2183" y="8088"/>
                    <a:pt x="2175" y="8062"/>
                  </a:cubicBezTo>
                  <a:cubicBezTo>
                    <a:pt x="2204" y="8054"/>
                    <a:pt x="2236" y="8050"/>
                    <a:pt x="2268" y="8050"/>
                  </a:cubicBezTo>
                  <a:cubicBezTo>
                    <a:pt x="2300" y="8050"/>
                    <a:pt x="2331" y="8054"/>
                    <a:pt x="2361" y="8062"/>
                  </a:cubicBezTo>
                  <a:cubicBezTo>
                    <a:pt x="2361" y="8054"/>
                    <a:pt x="2446" y="8045"/>
                    <a:pt x="2479" y="8045"/>
                  </a:cubicBezTo>
                  <a:lnTo>
                    <a:pt x="2522" y="8003"/>
                  </a:lnTo>
                  <a:cubicBezTo>
                    <a:pt x="2488" y="8003"/>
                    <a:pt x="2443" y="8018"/>
                    <a:pt x="2421" y="8018"/>
                  </a:cubicBezTo>
                  <a:cubicBezTo>
                    <a:pt x="2411" y="8018"/>
                    <a:pt x="2406" y="8014"/>
                    <a:pt x="2412" y="8003"/>
                  </a:cubicBezTo>
                  <a:lnTo>
                    <a:pt x="2412" y="8003"/>
                  </a:lnTo>
                  <a:lnTo>
                    <a:pt x="2336" y="8037"/>
                  </a:lnTo>
                  <a:cubicBezTo>
                    <a:pt x="2378" y="7995"/>
                    <a:pt x="2420" y="7961"/>
                    <a:pt x="2471" y="7935"/>
                  </a:cubicBezTo>
                  <a:cubicBezTo>
                    <a:pt x="2460" y="7934"/>
                    <a:pt x="2449" y="7934"/>
                    <a:pt x="2439" y="7934"/>
                  </a:cubicBezTo>
                  <a:cubicBezTo>
                    <a:pt x="2314" y="7934"/>
                    <a:pt x="2224" y="8013"/>
                    <a:pt x="2124" y="8013"/>
                  </a:cubicBezTo>
                  <a:cubicBezTo>
                    <a:pt x="2116" y="8013"/>
                    <a:pt x="2107" y="8013"/>
                    <a:pt x="2099" y="8012"/>
                  </a:cubicBezTo>
                  <a:lnTo>
                    <a:pt x="2116" y="8003"/>
                  </a:lnTo>
                  <a:lnTo>
                    <a:pt x="2116" y="8003"/>
                  </a:lnTo>
                  <a:cubicBezTo>
                    <a:pt x="2040" y="8019"/>
                    <a:pt x="1982" y="8026"/>
                    <a:pt x="1935" y="8026"/>
                  </a:cubicBezTo>
                  <a:cubicBezTo>
                    <a:pt x="1836" y="8026"/>
                    <a:pt x="1792" y="7995"/>
                    <a:pt x="1752" y="7961"/>
                  </a:cubicBezTo>
                  <a:lnTo>
                    <a:pt x="1853" y="7944"/>
                  </a:lnTo>
                  <a:lnTo>
                    <a:pt x="1862" y="7969"/>
                  </a:lnTo>
                  <a:cubicBezTo>
                    <a:pt x="2023" y="7961"/>
                    <a:pt x="2133" y="7868"/>
                    <a:pt x="2302" y="7851"/>
                  </a:cubicBezTo>
                  <a:lnTo>
                    <a:pt x="2302" y="7851"/>
                  </a:lnTo>
                  <a:cubicBezTo>
                    <a:pt x="2285" y="7885"/>
                    <a:pt x="2217" y="7876"/>
                    <a:pt x="2226" y="7893"/>
                  </a:cubicBezTo>
                  <a:cubicBezTo>
                    <a:pt x="2315" y="7878"/>
                    <a:pt x="2306" y="7831"/>
                    <a:pt x="2377" y="7831"/>
                  </a:cubicBezTo>
                  <a:cubicBezTo>
                    <a:pt x="2387" y="7831"/>
                    <a:pt x="2398" y="7832"/>
                    <a:pt x="2412" y="7834"/>
                  </a:cubicBezTo>
                  <a:cubicBezTo>
                    <a:pt x="2276" y="7858"/>
                    <a:pt x="2481" y="7829"/>
                    <a:pt x="2395" y="7869"/>
                  </a:cubicBezTo>
                  <a:lnTo>
                    <a:pt x="2395" y="7869"/>
                  </a:lnTo>
                  <a:cubicBezTo>
                    <a:pt x="2561" y="7801"/>
                    <a:pt x="2754" y="7816"/>
                    <a:pt x="2860" y="7792"/>
                  </a:cubicBezTo>
                  <a:cubicBezTo>
                    <a:pt x="2835" y="7783"/>
                    <a:pt x="2911" y="7749"/>
                    <a:pt x="2911" y="7749"/>
                  </a:cubicBezTo>
                  <a:cubicBezTo>
                    <a:pt x="2945" y="7749"/>
                    <a:pt x="2936" y="7775"/>
                    <a:pt x="2911" y="7775"/>
                  </a:cubicBezTo>
                  <a:cubicBezTo>
                    <a:pt x="2970" y="7775"/>
                    <a:pt x="2979" y="7792"/>
                    <a:pt x="2979" y="7817"/>
                  </a:cubicBezTo>
                  <a:lnTo>
                    <a:pt x="2860" y="7842"/>
                  </a:lnTo>
                  <a:cubicBezTo>
                    <a:pt x="2902" y="7842"/>
                    <a:pt x="2928" y="7851"/>
                    <a:pt x="2962" y="7851"/>
                  </a:cubicBezTo>
                  <a:cubicBezTo>
                    <a:pt x="2979" y="7851"/>
                    <a:pt x="2995" y="7842"/>
                    <a:pt x="3012" y="7834"/>
                  </a:cubicBezTo>
                  <a:cubicBezTo>
                    <a:pt x="3038" y="7825"/>
                    <a:pt x="3029" y="7825"/>
                    <a:pt x="3029" y="7809"/>
                  </a:cubicBezTo>
                  <a:lnTo>
                    <a:pt x="3165" y="7715"/>
                  </a:lnTo>
                  <a:lnTo>
                    <a:pt x="3165" y="7724"/>
                  </a:lnTo>
                  <a:lnTo>
                    <a:pt x="3300" y="7690"/>
                  </a:lnTo>
                  <a:lnTo>
                    <a:pt x="3283" y="7707"/>
                  </a:lnTo>
                  <a:lnTo>
                    <a:pt x="3359" y="7673"/>
                  </a:lnTo>
                  <a:cubicBezTo>
                    <a:pt x="3359" y="7686"/>
                    <a:pt x="3366" y="7686"/>
                    <a:pt x="3372" y="7686"/>
                  </a:cubicBezTo>
                  <a:cubicBezTo>
                    <a:pt x="3378" y="7686"/>
                    <a:pt x="3385" y="7686"/>
                    <a:pt x="3385" y="7699"/>
                  </a:cubicBezTo>
                  <a:cubicBezTo>
                    <a:pt x="3394" y="7704"/>
                    <a:pt x="3404" y="7706"/>
                    <a:pt x="3415" y="7706"/>
                  </a:cubicBezTo>
                  <a:cubicBezTo>
                    <a:pt x="3478" y="7706"/>
                    <a:pt x="3571" y="7639"/>
                    <a:pt x="3664" y="7639"/>
                  </a:cubicBezTo>
                  <a:lnTo>
                    <a:pt x="3647" y="7656"/>
                  </a:lnTo>
                  <a:cubicBezTo>
                    <a:pt x="3740" y="7622"/>
                    <a:pt x="3841" y="7605"/>
                    <a:pt x="3943" y="7605"/>
                  </a:cubicBezTo>
                  <a:close/>
                  <a:moveTo>
                    <a:pt x="1261" y="8198"/>
                  </a:moveTo>
                  <a:cubicBezTo>
                    <a:pt x="1259" y="8199"/>
                    <a:pt x="1259" y="8200"/>
                    <a:pt x="1261" y="8202"/>
                  </a:cubicBezTo>
                  <a:lnTo>
                    <a:pt x="1261" y="8202"/>
                  </a:lnTo>
                  <a:cubicBezTo>
                    <a:pt x="1261" y="8200"/>
                    <a:pt x="1261" y="8199"/>
                    <a:pt x="1261" y="8198"/>
                  </a:cubicBezTo>
                  <a:close/>
                  <a:moveTo>
                    <a:pt x="1683" y="8236"/>
                  </a:moveTo>
                  <a:cubicBezTo>
                    <a:pt x="1679" y="8237"/>
                    <a:pt x="1673" y="8238"/>
                    <a:pt x="1667" y="8240"/>
                  </a:cubicBezTo>
                  <a:cubicBezTo>
                    <a:pt x="1674" y="8240"/>
                    <a:pt x="1680" y="8238"/>
                    <a:pt x="1683" y="8236"/>
                  </a:cubicBezTo>
                  <a:close/>
                  <a:moveTo>
                    <a:pt x="1439" y="8037"/>
                  </a:moveTo>
                  <a:lnTo>
                    <a:pt x="1439" y="8045"/>
                  </a:lnTo>
                  <a:cubicBezTo>
                    <a:pt x="1456" y="8071"/>
                    <a:pt x="1456" y="8096"/>
                    <a:pt x="1430" y="8096"/>
                  </a:cubicBezTo>
                  <a:lnTo>
                    <a:pt x="1481" y="8105"/>
                  </a:lnTo>
                  <a:lnTo>
                    <a:pt x="1405" y="8130"/>
                  </a:lnTo>
                  <a:cubicBezTo>
                    <a:pt x="1411" y="8132"/>
                    <a:pt x="1417" y="8133"/>
                    <a:pt x="1424" y="8133"/>
                  </a:cubicBezTo>
                  <a:cubicBezTo>
                    <a:pt x="1454" y="8133"/>
                    <a:pt x="1483" y="8110"/>
                    <a:pt x="1513" y="8110"/>
                  </a:cubicBezTo>
                  <a:cubicBezTo>
                    <a:pt x="1520" y="8110"/>
                    <a:pt x="1526" y="8111"/>
                    <a:pt x="1532" y="8113"/>
                  </a:cubicBezTo>
                  <a:cubicBezTo>
                    <a:pt x="1583" y="8122"/>
                    <a:pt x="1439" y="8147"/>
                    <a:pt x="1388" y="8198"/>
                  </a:cubicBezTo>
                  <a:cubicBezTo>
                    <a:pt x="1372" y="8208"/>
                    <a:pt x="1346" y="8211"/>
                    <a:pt x="1322" y="8211"/>
                  </a:cubicBezTo>
                  <a:cubicBezTo>
                    <a:pt x="1293" y="8211"/>
                    <a:pt x="1267" y="8206"/>
                    <a:pt x="1261" y="8202"/>
                  </a:cubicBezTo>
                  <a:lnTo>
                    <a:pt x="1261" y="8202"/>
                  </a:lnTo>
                  <a:cubicBezTo>
                    <a:pt x="1251" y="8239"/>
                    <a:pt x="1107" y="8232"/>
                    <a:pt x="1050" y="8248"/>
                  </a:cubicBezTo>
                  <a:cubicBezTo>
                    <a:pt x="1039" y="8251"/>
                    <a:pt x="1029" y="8252"/>
                    <a:pt x="1018" y="8252"/>
                  </a:cubicBezTo>
                  <a:cubicBezTo>
                    <a:pt x="987" y="8252"/>
                    <a:pt x="957" y="8242"/>
                    <a:pt x="931" y="8223"/>
                  </a:cubicBezTo>
                  <a:cubicBezTo>
                    <a:pt x="898" y="8198"/>
                    <a:pt x="864" y="8189"/>
                    <a:pt x="830" y="8189"/>
                  </a:cubicBezTo>
                  <a:lnTo>
                    <a:pt x="864" y="8223"/>
                  </a:lnTo>
                  <a:cubicBezTo>
                    <a:pt x="762" y="8223"/>
                    <a:pt x="661" y="8181"/>
                    <a:pt x="585" y="8113"/>
                  </a:cubicBezTo>
                  <a:cubicBezTo>
                    <a:pt x="585" y="8109"/>
                    <a:pt x="586" y="8107"/>
                    <a:pt x="588" y="8107"/>
                  </a:cubicBezTo>
                  <a:cubicBezTo>
                    <a:pt x="598" y="8107"/>
                    <a:pt x="634" y="8155"/>
                    <a:pt x="669" y="8155"/>
                  </a:cubicBezTo>
                  <a:cubicBezTo>
                    <a:pt x="652" y="8138"/>
                    <a:pt x="635" y="8122"/>
                    <a:pt x="627" y="8096"/>
                  </a:cubicBezTo>
                  <a:lnTo>
                    <a:pt x="627" y="8096"/>
                  </a:lnTo>
                  <a:cubicBezTo>
                    <a:pt x="652" y="8113"/>
                    <a:pt x="711" y="8113"/>
                    <a:pt x="694" y="8138"/>
                  </a:cubicBezTo>
                  <a:cubicBezTo>
                    <a:pt x="703" y="8130"/>
                    <a:pt x="754" y="8122"/>
                    <a:pt x="678" y="8105"/>
                  </a:cubicBezTo>
                  <a:lnTo>
                    <a:pt x="737" y="8105"/>
                  </a:lnTo>
                  <a:cubicBezTo>
                    <a:pt x="728" y="8096"/>
                    <a:pt x="728" y="8096"/>
                    <a:pt x="728" y="8088"/>
                  </a:cubicBezTo>
                  <a:lnTo>
                    <a:pt x="728" y="8088"/>
                  </a:lnTo>
                  <a:lnTo>
                    <a:pt x="779" y="8105"/>
                  </a:lnTo>
                  <a:cubicBezTo>
                    <a:pt x="804" y="8122"/>
                    <a:pt x="830" y="8138"/>
                    <a:pt x="855" y="8155"/>
                  </a:cubicBezTo>
                  <a:lnTo>
                    <a:pt x="804" y="8155"/>
                  </a:lnTo>
                  <a:cubicBezTo>
                    <a:pt x="838" y="8172"/>
                    <a:pt x="889" y="8181"/>
                    <a:pt x="931" y="8181"/>
                  </a:cubicBezTo>
                  <a:cubicBezTo>
                    <a:pt x="847" y="8164"/>
                    <a:pt x="898" y="8155"/>
                    <a:pt x="881" y="8130"/>
                  </a:cubicBezTo>
                  <a:lnTo>
                    <a:pt x="1041" y="8130"/>
                  </a:lnTo>
                  <a:cubicBezTo>
                    <a:pt x="1101" y="8138"/>
                    <a:pt x="1160" y="8164"/>
                    <a:pt x="1117" y="8181"/>
                  </a:cubicBezTo>
                  <a:cubicBezTo>
                    <a:pt x="1160" y="8172"/>
                    <a:pt x="1211" y="8181"/>
                    <a:pt x="1253" y="8147"/>
                  </a:cubicBezTo>
                  <a:lnTo>
                    <a:pt x="1253" y="8147"/>
                  </a:lnTo>
                  <a:cubicBezTo>
                    <a:pt x="1241" y="8152"/>
                    <a:pt x="1232" y="8155"/>
                    <a:pt x="1226" y="8155"/>
                  </a:cubicBezTo>
                  <a:cubicBezTo>
                    <a:pt x="1204" y="8155"/>
                    <a:pt x="1219" y="8123"/>
                    <a:pt x="1192" y="8123"/>
                  </a:cubicBezTo>
                  <a:cubicBezTo>
                    <a:pt x="1183" y="8123"/>
                    <a:pt x="1167" y="8127"/>
                    <a:pt x="1143" y="8138"/>
                  </a:cubicBezTo>
                  <a:cubicBezTo>
                    <a:pt x="1123" y="8113"/>
                    <a:pt x="1156" y="8106"/>
                    <a:pt x="1199" y="8106"/>
                  </a:cubicBezTo>
                  <a:cubicBezTo>
                    <a:pt x="1228" y="8106"/>
                    <a:pt x="1262" y="8110"/>
                    <a:pt x="1287" y="8113"/>
                  </a:cubicBezTo>
                  <a:cubicBezTo>
                    <a:pt x="1261" y="8122"/>
                    <a:pt x="1278" y="8130"/>
                    <a:pt x="1278" y="8147"/>
                  </a:cubicBezTo>
                  <a:cubicBezTo>
                    <a:pt x="1363" y="8122"/>
                    <a:pt x="1320" y="8096"/>
                    <a:pt x="1261" y="8096"/>
                  </a:cubicBezTo>
                  <a:lnTo>
                    <a:pt x="1354" y="8062"/>
                  </a:lnTo>
                  <a:lnTo>
                    <a:pt x="1337" y="8062"/>
                  </a:lnTo>
                  <a:lnTo>
                    <a:pt x="1439" y="8037"/>
                  </a:lnTo>
                  <a:close/>
                  <a:moveTo>
                    <a:pt x="272" y="1"/>
                  </a:moveTo>
                  <a:lnTo>
                    <a:pt x="272" y="1"/>
                  </a:lnTo>
                  <a:cubicBezTo>
                    <a:pt x="246" y="195"/>
                    <a:pt x="348" y="280"/>
                    <a:pt x="314" y="440"/>
                  </a:cubicBezTo>
                  <a:cubicBezTo>
                    <a:pt x="311" y="432"/>
                    <a:pt x="308" y="429"/>
                    <a:pt x="306" y="429"/>
                  </a:cubicBezTo>
                  <a:cubicBezTo>
                    <a:pt x="300" y="429"/>
                    <a:pt x="294" y="443"/>
                    <a:pt x="288" y="449"/>
                  </a:cubicBezTo>
                  <a:cubicBezTo>
                    <a:pt x="297" y="491"/>
                    <a:pt x="305" y="542"/>
                    <a:pt x="322" y="584"/>
                  </a:cubicBezTo>
                  <a:lnTo>
                    <a:pt x="322" y="669"/>
                  </a:lnTo>
                  <a:cubicBezTo>
                    <a:pt x="305" y="669"/>
                    <a:pt x="272" y="635"/>
                    <a:pt x="272" y="550"/>
                  </a:cubicBezTo>
                  <a:lnTo>
                    <a:pt x="272" y="550"/>
                  </a:lnTo>
                  <a:cubicBezTo>
                    <a:pt x="263" y="838"/>
                    <a:pt x="339" y="1058"/>
                    <a:pt x="314" y="1346"/>
                  </a:cubicBezTo>
                  <a:cubicBezTo>
                    <a:pt x="312" y="1346"/>
                    <a:pt x="311" y="1347"/>
                    <a:pt x="310" y="1347"/>
                  </a:cubicBezTo>
                  <a:cubicBezTo>
                    <a:pt x="300" y="1347"/>
                    <a:pt x="298" y="1321"/>
                    <a:pt x="297" y="1321"/>
                  </a:cubicBezTo>
                  <a:cubicBezTo>
                    <a:pt x="297" y="1321"/>
                    <a:pt x="297" y="1323"/>
                    <a:pt x="297" y="1329"/>
                  </a:cubicBezTo>
                  <a:cubicBezTo>
                    <a:pt x="304" y="1357"/>
                    <a:pt x="311" y="1410"/>
                    <a:pt x="318" y="1426"/>
                  </a:cubicBezTo>
                  <a:lnTo>
                    <a:pt x="318" y="1426"/>
                  </a:lnTo>
                  <a:cubicBezTo>
                    <a:pt x="313" y="1419"/>
                    <a:pt x="309" y="1410"/>
                    <a:pt x="307" y="1400"/>
                  </a:cubicBezTo>
                  <a:lnTo>
                    <a:pt x="307" y="1400"/>
                  </a:lnTo>
                  <a:cubicBezTo>
                    <a:pt x="320" y="1536"/>
                    <a:pt x="280" y="1611"/>
                    <a:pt x="297" y="1709"/>
                  </a:cubicBezTo>
                  <a:cubicBezTo>
                    <a:pt x="282" y="1709"/>
                    <a:pt x="287" y="1648"/>
                    <a:pt x="282" y="1648"/>
                  </a:cubicBezTo>
                  <a:lnTo>
                    <a:pt x="282" y="1648"/>
                  </a:lnTo>
                  <a:cubicBezTo>
                    <a:pt x="282" y="1648"/>
                    <a:pt x="281" y="1648"/>
                    <a:pt x="280" y="1650"/>
                  </a:cubicBezTo>
                  <a:cubicBezTo>
                    <a:pt x="263" y="1794"/>
                    <a:pt x="314" y="1870"/>
                    <a:pt x="314" y="2014"/>
                  </a:cubicBezTo>
                  <a:cubicBezTo>
                    <a:pt x="310" y="2005"/>
                    <a:pt x="307" y="2001"/>
                    <a:pt x="304" y="2001"/>
                  </a:cubicBezTo>
                  <a:cubicBezTo>
                    <a:pt x="293" y="2001"/>
                    <a:pt x="287" y="2056"/>
                    <a:pt x="280" y="2090"/>
                  </a:cubicBezTo>
                  <a:cubicBezTo>
                    <a:pt x="297" y="2208"/>
                    <a:pt x="305" y="2471"/>
                    <a:pt x="322" y="2648"/>
                  </a:cubicBezTo>
                  <a:cubicBezTo>
                    <a:pt x="318" y="2645"/>
                    <a:pt x="314" y="2643"/>
                    <a:pt x="310" y="2643"/>
                  </a:cubicBezTo>
                  <a:cubicBezTo>
                    <a:pt x="270" y="2643"/>
                    <a:pt x="310" y="2853"/>
                    <a:pt x="263" y="2868"/>
                  </a:cubicBezTo>
                  <a:cubicBezTo>
                    <a:pt x="263" y="2911"/>
                    <a:pt x="272" y="2978"/>
                    <a:pt x="288" y="2978"/>
                  </a:cubicBezTo>
                  <a:cubicBezTo>
                    <a:pt x="281" y="2955"/>
                    <a:pt x="295" y="2901"/>
                    <a:pt x="304" y="2901"/>
                  </a:cubicBezTo>
                  <a:cubicBezTo>
                    <a:pt x="304" y="2901"/>
                    <a:pt x="305" y="2902"/>
                    <a:pt x="305" y="2902"/>
                  </a:cubicBezTo>
                  <a:cubicBezTo>
                    <a:pt x="314" y="2961"/>
                    <a:pt x="314" y="3054"/>
                    <a:pt x="339" y="3063"/>
                  </a:cubicBezTo>
                  <a:lnTo>
                    <a:pt x="314" y="3139"/>
                  </a:lnTo>
                  <a:cubicBezTo>
                    <a:pt x="339" y="3147"/>
                    <a:pt x="356" y="3173"/>
                    <a:pt x="356" y="3207"/>
                  </a:cubicBezTo>
                  <a:cubicBezTo>
                    <a:pt x="305" y="3300"/>
                    <a:pt x="390" y="3198"/>
                    <a:pt x="365" y="3325"/>
                  </a:cubicBezTo>
                  <a:cubicBezTo>
                    <a:pt x="348" y="3300"/>
                    <a:pt x="331" y="3283"/>
                    <a:pt x="314" y="3257"/>
                  </a:cubicBezTo>
                  <a:lnTo>
                    <a:pt x="314" y="3257"/>
                  </a:lnTo>
                  <a:cubicBezTo>
                    <a:pt x="305" y="3325"/>
                    <a:pt x="322" y="3317"/>
                    <a:pt x="322" y="3359"/>
                  </a:cubicBezTo>
                  <a:cubicBezTo>
                    <a:pt x="321" y="3360"/>
                    <a:pt x="320" y="3360"/>
                    <a:pt x="318" y="3360"/>
                  </a:cubicBezTo>
                  <a:cubicBezTo>
                    <a:pt x="302" y="3360"/>
                    <a:pt x="279" y="3313"/>
                    <a:pt x="272" y="3266"/>
                  </a:cubicBezTo>
                  <a:lnTo>
                    <a:pt x="255" y="3342"/>
                  </a:lnTo>
                  <a:cubicBezTo>
                    <a:pt x="297" y="3452"/>
                    <a:pt x="322" y="3570"/>
                    <a:pt x="314" y="3680"/>
                  </a:cubicBezTo>
                  <a:cubicBezTo>
                    <a:pt x="301" y="3668"/>
                    <a:pt x="298" y="3642"/>
                    <a:pt x="287" y="3642"/>
                  </a:cubicBezTo>
                  <a:cubicBezTo>
                    <a:pt x="283" y="3642"/>
                    <a:pt x="278" y="3646"/>
                    <a:pt x="272" y="3655"/>
                  </a:cubicBezTo>
                  <a:cubicBezTo>
                    <a:pt x="297" y="3723"/>
                    <a:pt x="305" y="3790"/>
                    <a:pt x="297" y="3850"/>
                  </a:cubicBezTo>
                  <a:cubicBezTo>
                    <a:pt x="293" y="3845"/>
                    <a:pt x="291" y="3845"/>
                    <a:pt x="290" y="3845"/>
                  </a:cubicBezTo>
                  <a:cubicBezTo>
                    <a:pt x="289" y="3845"/>
                    <a:pt x="289" y="3845"/>
                    <a:pt x="289" y="3845"/>
                  </a:cubicBezTo>
                  <a:lnTo>
                    <a:pt x="289" y="3845"/>
                  </a:lnTo>
                  <a:cubicBezTo>
                    <a:pt x="313" y="3967"/>
                    <a:pt x="280" y="3935"/>
                    <a:pt x="280" y="4053"/>
                  </a:cubicBezTo>
                  <a:cubicBezTo>
                    <a:pt x="280" y="4053"/>
                    <a:pt x="272" y="4044"/>
                    <a:pt x="272" y="4044"/>
                  </a:cubicBezTo>
                  <a:lnTo>
                    <a:pt x="272" y="4044"/>
                  </a:lnTo>
                  <a:lnTo>
                    <a:pt x="288" y="4112"/>
                  </a:lnTo>
                  <a:cubicBezTo>
                    <a:pt x="331" y="4256"/>
                    <a:pt x="255" y="4273"/>
                    <a:pt x="238" y="4357"/>
                  </a:cubicBezTo>
                  <a:lnTo>
                    <a:pt x="238" y="4340"/>
                  </a:lnTo>
                  <a:cubicBezTo>
                    <a:pt x="212" y="4399"/>
                    <a:pt x="238" y="4569"/>
                    <a:pt x="229" y="4619"/>
                  </a:cubicBezTo>
                  <a:cubicBezTo>
                    <a:pt x="246" y="4552"/>
                    <a:pt x="246" y="4602"/>
                    <a:pt x="280" y="4552"/>
                  </a:cubicBezTo>
                  <a:cubicBezTo>
                    <a:pt x="272" y="4501"/>
                    <a:pt x="229" y="4518"/>
                    <a:pt x="246" y="4425"/>
                  </a:cubicBezTo>
                  <a:lnTo>
                    <a:pt x="246" y="4425"/>
                  </a:lnTo>
                  <a:cubicBezTo>
                    <a:pt x="272" y="4442"/>
                    <a:pt x="288" y="4552"/>
                    <a:pt x="305" y="4577"/>
                  </a:cubicBezTo>
                  <a:cubicBezTo>
                    <a:pt x="305" y="4619"/>
                    <a:pt x="280" y="4653"/>
                    <a:pt x="246" y="4662"/>
                  </a:cubicBezTo>
                  <a:cubicBezTo>
                    <a:pt x="255" y="4789"/>
                    <a:pt x="238" y="4865"/>
                    <a:pt x="246" y="5017"/>
                  </a:cubicBezTo>
                  <a:cubicBezTo>
                    <a:pt x="263" y="5076"/>
                    <a:pt x="331" y="5118"/>
                    <a:pt x="288" y="5245"/>
                  </a:cubicBezTo>
                  <a:lnTo>
                    <a:pt x="286" y="5242"/>
                  </a:lnTo>
                  <a:lnTo>
                    <a:pt x="286" y="5242"/>
                  </a:lnTo>
                  <a:cubicBezTo>
                    <a:pt x="289" y="5258"/>
                    <a:pt x="275" y="5301"/>
                    <a:pt x="288" y="5321"/>
                  </a:cubicBezTo>
                  <a:cubicBezTo>
                    <a:pt x="295" y="5314"/>
                    <a:pt x="299" y="5311"/>
                    <a:pt x="303" y="5311"/>
                  </a:cubicBezTo>
                  <a:cubicBezTo>
                    <a:pt x="313" y="5311"/>
                    <a:pt x="313" y="5341"/>
                    <a:pt x="322" y="5341"/>
                  </a:cubicBezTo>
                  <a:cubicBezTo>
                    <a:pt x="326" y="5341"/>
                    <a:pt x="331" y="5336"/>
                    <a:pt x="339" y="5321"/>
                  </a:cubicBezTo>
                  <a:lnTo>
                    <a:pt x="339" y="5321"/>
                  </a:lnTo>
                  <a:cubicBezTo>
                    <a:pt x="339" y="5398"/>
                    <a:pt x="297" y="5415"/>
                    <a:pt x="272" y="5423"/>
                  </a:cubicBezTo>
                  <a:cubicBezTo>
                    <a:pt x="314" y="5474"/>
                    <a:pt x="246" y="5567"/>
                    <a:pt x="272" y="5685"/>
                  </a:cubicBezTo>
                  <a:cubicBezTo>
                    <a:pt x="258" y="5664"/>
                    <a:pt x="249" y="5580"/>
                    <a:pt x="237" y="5580"/>
                  </a:cubicBezTo>
                  <a:cubicBezTo>
                    <a:pt x="235" y="5580"/>
                    <a:pt x="232" y="5583"/>
                    <a:pt x="229" y="5592"/>
                  </a:cubicBezTo>
                  <a:lnTo>
                    <a:pt x="280" y="5736"/>
                  </a:lnTo>
                  <a:lnTo>
                    <a:pt x="280" y="5668"/>
                  </a:lnTo>
                  <a:lnTo>
                    <a:pt x="280" y="5668"/>
                  </a:lnTo>
                  <a:cubicBezTo>
                    <a:pt x="314" y="5787"/>
                    <a:pt x="272" y="5821"/>
                    <a:pt x="255" y="5880"/>
                  </a:cubicBezTo>
                  <a:cubicBezTo>
                    <a:pt x="252" y="5882"/>
                    <a:pt x="250" y="5884"/>
                    <a:pt x="248" y="5884"/>
                  </a:cubicBezTo>
                  <a:cubicBezTo>
                    <a:pt x="244" y="5884"/>
                    <a:pt x="242" y="5880"/>
                    <a:pt x="241" y="5874"/>
                  </a:cubicBezTo>
                  <a:lnTo>
                    <a:pt x="241" y="5874"/>
                  </a:lnTo>
                  <a:cubicBezTo>
                    <a:pt x="244" y="5903"/>
                    <a:pt x="249" y="5929"/>
                    <a:pt x="255" y="5956"/>
                  </a:cubicBezTo>
                  <a:cubicBezTo>
                    <a:pt x="272" y="6024"/>
                    <a:pt x="288" y="6091"/>
                    <a:pt x="305" y="6159"/>
                  </a:cubicBezTo>
                  <a:lnTo>
                    <a:pt x="305" y="6176"/>
                  </a:lnTo>
                  <a:lnTo>
                    <a:pt x="305" y="6193"/>
                  </a:lnTo>
                  <a:lnTo>
                    <a:pt x="297" y="6252"/>
                  </a:lnTo>
                  <a:lnTo>
                    <a:pt x="297" y="6260"/>
                  </a:lnTo>
                  <a:lnTo>
                    <a:pt x="280" y="6320"/>
                  </a:lnTo>
                  <a:lnTo>
                    <a:pt x="297" y="6354"/>
                  </a:lnTo>
                  <a:lnTo>
                    <a:pt x="297" y="6337"/>
                  </a:lnTo>
                  <a:cubicBezTo>
                    <a:pt x="322" y="6345"/>
                    <a:pt x="348" y="6421"/>
                    <a:pt x="348" y="6506"/>
                  </a:cubicBezTo>
                  <a:cubicBezTo>
                    <a:pt x="348" y="6497"/>
                    <a:pt x="356" y="6455"/>
                    <a:pt x="356" y="6387"/>
                  </a:cubicBezTo>
                  <a:lnTo>
                    <a:pt x="373" y="6413"/>
                  </a:lnTo>
                  <a:cubicBezTo>
                    <a:pt x="365" y="6506"/>
                    <a:pt x="356" y="6599"/>
                    <a:pt x="348" y="6683"/>
                  </a:cubicBezTo>
                  <a:cubicBezTo>
                    <a:pt x="339" y="6650"/>
                    <a:pt x="339" y="6616"/>
                    <a:pt x="339" y="6582"/>
                  </a:cubicBezTo>
                  <a:lnTo>
                    <a:pt x="339" y="6582"/>
                  </a:lnTo>
                  <a:cubicBezTo>
                    <a:pt x="305" y="6675"/>
                    <a:pt x="356" y="6810"/>
                    <a:pt x="314" y="6861"/>
                  </a:cubicBezTo>
                  <a:cubicBezTo>
                    <a:pt x="288" y="6743"/>
                    <a:pt x="280" y="6624"/>
                    <a:pt x="280" y="6497"/>
                  </a:cubicBezTo>
                  <a:cubicBezTo>
                    <a:pt x="287" y="6486"/>
                    <a:pt x="292" y="6482"/>
                    <a:pt x="296" y="6482"/>
                  </a:cubicBezTo>
                  <a:cubicBezTo>
                    <a:pt x="318" y="6482"/>
                    <a:pt x="308" y="6607"/>
                    <a:pt x="322" y="6607"/>
                  </a:cubicBezTo>
                  <a:lnTo>
                    <a:pt x="331" y="6523"/>
                  </a:lnTo>
                  <a:lnTo>
                    <a:pt x="331" y="6523"/>
                  </a:lnTo>
                  <a:cubicBezTo>
                    <a:pt x="330" y="6523"/>
                    <a:pt x="330" y="6523"/>
                    <a:pt x="330" y="6523"/>
                  </a:cubicBezTo>
                  <a:cubicBezTo>
                    <a:pt x="316" y="6523"/>
                    <a:pt x="320" y="6397"/>
                    <a:pt x="286" y="6397"/>
                  </a:cubicBezTo>
                  <a:cubicBezTo>
                    <a:pt x="282" y="6397"/>
                    <a:pt x="277" y="6400"/>
                    <a:pt x="272" y="6404"/>
                  </a:cubicBezTo>
                  <a:cubicBezTo>
                    <a:pt x="255" y="6590"/>
                    <a:pt x="255" y="6768"/>
                    <a:pt x="255" y="6929"/>
                  </a:cubicBezTo>
                  <a:lnTo>
                    <a:pt x="18" y="6776"/>
                  </a:lnTo>
                  <a:cubicBezTo>
                    <a:pt x="18" y="6776"/>
                    <a:pt x="9" y="6776"/>
                    <a:pt x="1" y="6768"/>
                  </a:cubicBezTo>
                  <a:lnTo>
                    <a:pt x="1" y="6768"/>
                  </a:lnTo>
                  <a:cubicBezTo>
                    <a:pt x="1" y="6859"/>
                    <a:pt x="34" y="6869"/>
                    <a:pt x="63" y="6869"/>
                  </a:cubicBezTo>
                  <a:cubicBezTo>
                    <a:pt x="70" y="6869"/>
                    <a:pt x="77" y="6868"/>
                    <a:pt x="83" y="6868"/>
                  </a:cubicBezTo>
                  <a:cubicBezTo>
                    <a:pt x="93" y="6868"/>
                    <a:pt x="100" y="6870"/>
                    <a:pt x="102" y="6878"/>
                  </a:cubicBezTo>
                  <a:cubicBezTo>
                    <a:pt x="111" y="6912"/>
                    <a:pt x="119" y="6946"/>
                    <a:pt x="111" y="6971"/>
                  </a:cubicBezTo>
                  <a:lnTo>
                    <a:pt x="94" y="6954"/>
                  </a:lnTo>
                  <a:lnTo>
                    <a:pt x="94" y="6954"/>
                  </a:lnTo>
                  <a:cubicBezTo>
                    <a:pt x="102" y="7056"/>
                    <a:pt x="128" y="6988"/>
                    <a:pt x="128" y="7073"/>
                  </a:cubicBezTo>
                  <a:cubicBezTo>
                    <a:pt x="132" y="7090"/>
                    <a:pt x="134" y="7096"/>
                    <a:pt x="135" y="7096"/>
                  </a:cubicBezTo>
                  <a:cubicBezTo>
                    <a:pt x="138" y="7096"/>
                    <a:pt x="134" y="7047"/>
                    <a:pt x="139" y="7047"/>
                  </a:cubicBezTo>
                  <a:cubicBezTo>
                    <a:pt x="141" y="7047"/>
                    <a:pt x="142" y="7050"/>
                    <a:pt x="145" y="7056"/>
                  </a:cubicBezTo>
                  <a:cubicBezTo>
                    <a:pt x="145" y="7157"/>
                    <a:pt x="212" y="7123"/>
                    <a:pt x="187" y="7267"/>
                  </a:cubicBezTo>
                  <a:cubicBezTo>
                    <a:pt x="181" y="7267"/>
                    <a:pt x="174" y="7270"/>
                    <a:pt x="167" y="7270"/>
                  </a:cubicBezTo>
                  <a:cubicBezTo>
                    <a:pt x="154" y="7270"/>
                    <a:pt x="142" y="7260"/>
                    <a:pt x="136" y="7199"/>
                  </a:cubicBezTo>
                  <a:lnTo>
                    <a:pt x="119" y="7284"/>
                  </a:lnTo>
                  <a:cubicBezTo>
                    <a:pt x="111" y="7242"/>
                    <a:pt x="102" y="7191"/>
                    <a:pt x="102" y="7140"/>
                  </a:cubicBezTo>
                  <a:cubicBezTo>
                    <a:pt x="69" y="7098"/>
                    <a:pt x="52" y="7106"/>
                    <a:pt x="26" y="7064"/>
                  </a:cubicBezTo>
                  <a:lnTo>
                    <a:pt x="26" y="7064"/>
                  </a:lnTo>
                  <a:cubicBezTo>
                    <a:pt x="35" y="7098"/>
                    <a:pt x="60" y="7081"/>
                    <a:pt x="52" y="7149"/>
                  </a:cubicBezTo>
                  <a:cubicBezTo>
                    <a:pt x="52" y="7172"/>
                    <a:pt x="51" y="7180"/>
                    <a:pt x="49" y="7180"/>
                  </a:cubicBezTo>
                  <a:cubicBezTo>
                    <a:pt x="46" y="7180"/>
                    <a:pt x="38" y="7138"/>
                    <a:pt x="26" y="7132"/>
                  </a:cubicBezTo>
                  <a:lnTo>
                    <a:pt x="26" y="7132"/>
                  </a:lnTo>
                  <a:cubicBezTo>
                    <a:pt x="69" y="7225"/>
                    <a:pt x="1" y="7242"/>
                    <a:pt x="35" y="7326"/>
                  </a:cubicBezTo>
                  <a:cubicBezTo>
                    <a:pt x="69" y="7309"/>
                    <a:pt x="69" y="7326"/>
                    <a:pt x="94" y="7259"/>
                  </a:cubicBezTo>
                  <a:lnTo>
                    <a:pt x="94" y="7259"/>
                  </a:lnTo>
                  <a:cubicBezTo>
                    <a:pt x="111" y="7326"/>
                    <a:pt x="85" y="7402"/>
                    <a:pt x="52" y="7402"/>
                  </a:cubicBezTo>
                  <a:lnTo>
                    <a:pt x="85" y="7411"/>
                  </a:lnTo>
                  <a:cubicBezTo>
                    <a:pt x="77" y="7428"/>
                    <a:pt x="85" y="7487"/>
                    <a:pt x="77" y="7487"/>
                  </a:cubicBezTo>
                  <a:lnTo>
                    <a:pt x="94" y="7504"/>
                  </a:lnTo>
                  <a:cubicBezTo>
                    <a:pt x="111" y="7453"/>
                    <a:pt x="119" y="7394"/>
                    <a:pt x="102" y="7335"/>
                  </a:cubicBezTo>
                  <a:lnTo>
                    <a:pt x="102" y="7335"/>
                  </a:lnTo>
                  <a:cubicBezTo>
                    <a:pt x="107" y="7341"/>
                    <a:pt x="112" y="7343"/>
                    <a:pt x="117" y="7343"/>
                  </a:cubicBezTo>
                  <a:cubicBezTo>
                    <a:pt x="126" y="7343"/>
                    <a:pt x="135" y="7335"/>
                    <a:pt x="142" y="7335"/>
                  </a:cubicBezTo>
                  <a:cubicBezTo>
                    <a:pt x="151" y="7335"/>
                    <a:pt x="158" y="7346"/>
                    <a:pt x="162" y="7394"/>
                  </a:cubicBezTo>
                  <a:cubicBezTo>
                    <a:pt x="165" y="7410"/>
                    <a:pt x="163" y="7415"/>
                    <a:pt x="159" y="7415"/>
                  </a:cubicBezTo>
                  <a:cubicBezTo>
                    <a:pt x="153" y="7415"/>
                    <a:pt x="141" y="7402"/>
                    <a:pt x="136" y="7402"/>
                  </a:cubicBezTo>
                  <a:lnTo>
                    <a:pt x="136" y="7402"/>
                  </a:lnTo>
                  <a:cubicBezTo>
                    <a:pt x="153" y="7479"/>
                    <a:pt x="162" y="7563"/>
                    <a:pt x="162" y="7639"/>
                  </a:cubicBezTo>
                  <a:cubicBezTo>
                    <a:pt x="153" y="7715"/>
                    <a:pt x="170" y="7783"/>
                    <a:pt x="204" y="7851"/>
                  </a:cubicBezTo>
                  <a:cubicBezTo>
                    <a:pt x="162" y="7766"/>
                    <a:pt x="136" y="7673"/>
                    <a:pt x="111" y="7589"/>
                  </a:cubicBezTo>
                  <a:lnTo>
                    <a:pt x="111" y="7589"/>
                  </a:lnTo>
                  <a:cubicBezTo>
                    <a:pt x="94" y="7648"/>
                    <a:pt x="145" y="7707"/>
                    <a:pt x="162" y="7766"/>
                  </a:cubicBezTo>
                  <a:cubicBezTo>
                    <a:pt x="149" y="7742"/>
                    <a:pt x="139" y="7729"/>
                    <a:pt x="133" y="7729"/>
                  </a:cubicBezTo>
                  <a:cubicBezTo>
                    <a:pt x="126" y="7729"/>
                    <a:pt x="123" y="7744"/>
                    <a:pt x="128" y="7775"/>
                  </a:cubicBezTo>
                  <a:lnTo>
                    <a:pt x="153" y="7800"/>
                  </a:lnTo>
                  <a:cubicBezTo>
                    <a:pt x="162" y="7825"/>
                    <a:pt x="178" y="7902"/>
                    <a:pt x="187" y="7902"/>
                  </a:cubicBezTo>
                  <a:cubicBezTo>
                    <a:pt x="195" y="7902"/>
                    <a:pt x="195" y="7885"/>
                    <a:pt x="187" y="7851"/>
                  </a:cubicBezTo>
                  <a:lnTo>
                    <a:pt x="187" y="7851"/>
                  </a:lnTo>
                  <a:cubicBezTo>
                    <a:pt x="221" y="7885"/>
                    <a:pt x="255" y="7952"/>
                    <a:pt x="305" y="8012"/>
                  </a:cubicBezTo>
                  <a:cubicBezTo>
                    <a:pt x="365" y="8088"/>
                    <a:pt x="424" y="8147"/>
                    <a:pt x="500" y="8206"/>
                  </a:cubicBezTo>
                  <a:cubicBezTo>
                    <a:pt x="497" y="8209"/>
                    <a:pt x="492" y="8211"/>
                    <a:pt x="487" y="8211"/>
                  </a:cubicBezTo>
                  <a:cubicBezTo>
                    <a:pt x="462" y="8211"/>
                    <a:pt x="416" y="8183"/>
                    <a:pt x="381" y="8155"/>
                  </a:cubicBezTo>
                  <a:cubicBezTo>
                    <a:pt x="363" y="8137"/>
                    <a:pt x="347" y="8121"/>
                    <a:pt x="343" y="8121"/>
                  </a:cubicBezTo>
                  <a:cubicBezTo>
                    <a:pt x="340" y="8121"/>
                    <a:pt x="345" y="8133"/>
                    <a:pt x="365" y="8164"/>
                  </a:cubicBezTo>
                  <a:cubicBezTo>
                    <a:pt x="424" y="8215"/>
                    <a:pt x="508" y="8223"/>
                    <a:pt x="610" y="8299"/>
                  </a:cubicBezTo>
                  <a:cubicBezTo>
                    <a:pt x="605" y="8299"/>
                    <a:pt x="601" y="8298"/>
                    <a:pt x="598" y="8298"/>
                  </a:cubicBezTo>
                  <a:cubicBezTo>
                    <a:pt x="559" y="8298"/>
                    <a:pt x="660" y="8343"/>
                    <a:pt x="652" y="8358"/>
                  </a:cubicBezTo>
                  <a:lnTo>
                    <a:pt x="838" y="8358"/>
                  </a:lnTo>
                  <a:cubicBezTo>
                    <a:pt x="883" y="8368"/>
                    <a:pt x="928" y="8372"/>
                    <a:pt x="974" y="8372"/>
                  </a:cubicBezTo>
                  <a:cubicBezTo>
                    <a:pt x="1007" y="8372"/>
                    <a:pt x="1040" y="8370"/>
                    <a:pt x="1075" y="8367"/>
                  </a:cubicBezTo>
                  <a:lnTo>
                    <a:pt x="982" y="8367"/>
                  </a:lnTo>
                  <a:cubicBezTo>
                    <a:pt x="1011" y="8355"/>
                    <a:pt x="1040" y="8351"/>
                    <a:pt x="1068" y="8351"/>
                  </a:cubicBezTo>
                  <a:cubicBezTo>
                    <a:pt x="1115" y="8351"/>
                    <a:pt x="1162" y="8361"/>
                    <a:pt x="1212" y="8361"/>
                  </a:cubicBezTo>
                  <a:cubicBezTo>
                    <a:pt x="1239" y="8361"/>
                    <a:pt x="1266" y="8358"/>
                    <a:pt x="1295" y="8350"/>
                  </a:cubicBezTo>
                  <a:lnTo>
                    <a:pt x="1295" y="8350"/>
                  </a:lnTo>
                  <a:lnTo>
                    <a:pt x="1244" y="8367"/>
                  </a:lnTo>
                  <a:cubicBezTo>
                    <a:pt x="1320" y="8367"/>
                    <a:pt x="1397" y="8350"/>
                    <a:pt x="1464" y="8316"/>
                  </a:cubicBezTo>
                  <a:lnTo>
                    <a:pt x="1464" y="8350"/>
                  </a:lnTo>
                  <a:cubicBezTo>
                    <a:pt x="1473" y="8308"/>
                    <a:pt x="1617" y="8282"/>
                    <a:pt x="1642" y="8265"/>
                  </a:cubicBezTo>
                  <a:lnTo>
                    <a:pt x="1642" y="8265"/>
                  </a:lnTo>
                  <a:cubicBezTo>
                    <a:pt x="1564" y="8285"/>
                    <a:pt x="1521" y="8288"/>
                    <a:pt x="1486" y="8288"/>
                  </a:cubicBezTo>
                  <a:cubicBezTo>
                    <a:pt x="1468" y="8288"/>
                    <a:pt x="1452" y="8287"/>
                    <a:pt x="1434" y="8287"/>
                  </a:cubicBezTo>
                  <a:cubicBezTo>
                    <a:pt x="1396" y="8287"/>
                    <a:pt x="1350" y="8291"/>
                    <a:pt x="1261" y="8316"/>
                  </a:cubicBezTo>
                  <a:cubicBezTo>
                    <a:pt x="1337" y="8274"/>
                    <a:pt x="1388" y="8257"/>
                    <a:pt x="1464" y="8206"/>
                  </a:cubicBezTo>
                  <a:cubicBezTo>
                    <a:pt x="1498" y="8206"/>
                    <a:pt x="1515" y="8215"/>
                    <a:pt x="1515" y="8223"/>
                  </a:cubicBezTo>
                  <a:cubicBezTo>
                    <a:pt x="1540" y="8198"/>
                    <a:pt x="1540" y="8172"/>
                    <a:pt x="1591" y="8155"/>
                  </a:cubicBezTo>
                  <a:lnTo>
                    <a:pt x="1608" y="8172"/>
                  </a:lnTo>
                  <a:cubicBezTo>
                    <a:pt x="1743" y="8164"/>
                    <a:pt x="1718" y="8088"/>
                    <a:pt x="1853" y="8079"/>
                  </a:cubicBezTo>
                  <a:lnTo>
                    <a:pt x="1853" y="8079"/>
                  </a:lnTo>
                  <a:cubicBezTo>
                    <a:pt x="1879" y="8113"/>
                    <a:pt x="1743" y="8147"/>
                    <a:pt x="1667" y="8181"/>
                  </a:cubicBezTo>
                  <a:cubicBezTo>
                    <a:pt x="1735" y="8206"/>
                    <a:pt x="1540" y="8215"/>
                    <a:pt x="1625" y="8248"/>
                  </a:cubicBezTo>
                  <a:lnTo>
                    <a:pt x="1659" y="8223"/>
                  </a:lnTo>
                  <a:cubicBezTo>
                    <a:pt x="1665" y="8222"/>
                    <a:pt x="1670" y="8221"/>
                    <a:pt x="1674" y="8221"/>
                  </a:cubicBezTo>
                  <a:cubicBezTo>
                    <a:pt x="1691" y="8221"/>
                    <a:pt x="1692" y="8230"/>
                    <a:pt x="1683" y="8236"/>
                  </a:cubicBezTo>
                  <a:lnTo>
                    <a:pt x="1683" y="8236"/>
                  </a:lnTo>
                  <a:cubicBezTo>
                    <a:pt x="1723" y="8226"/>
                    <a:pt x="1711" y="8237"/>
                    <a:pt x="1727" y="8215"/>
                  </a:cubicBezTo>
                  <a:cubicBezTo>
                    <a:pt x="1762" y="8209"/>
                    <a:pt x="1786" y="8207"/>
                    <a:pt x="1801" y="8207"/>
                  </a:cubicBezTo>
                  <a:cubicBezTo>
                    <a:pt x="1867" y="8207"/>
                    <a:pt x="1778" y="8251"/>
                    <a:pt x="1875" y="8251"/>
                  </a:cubicBezTo>
                  <a:cubicBezTo>
                    <a:pt x="1887" y="8251"/>
                    <a:pt x="1902" y="8250"/>
                    <a:pt x="1921" y="8248"/>
                  </a:cubicBezTo>
                  <a:lnTo>
                    <a:pt x="1921" y="8248"/>
                  </a:lnTo>
                  <a:cubicBezTo>
                    <a:pt x="1896" y="8265"/>
                    <a:pt x="1845" y="8265"/>
                    <a:pt x="1853" y="8291"/>
                  </a:cubicBezTo>
                  <a:lnTo>
                    <a:pt x="1752" y="8299"/>
                  </a:lnTo>
                  <a:lnTo>
                    <a:pt x="1752" y="8325"/>
                  </a:lnTo>
                  <a:cubicBezTo>
                    <a:pt x="1853" y="8316"/>
                    <a:pt x="1946" y="8274"/>
                    <a:pt x="2014" y="8198"/>
                  </a:cubicBezTo>
                  <a:lnTo>
                    <a:pt x="2014" y="8198"/>
                  </a:lnTo>
                  <a:cubicBezTo>
                    <a:pt x="1985" y="8210"/>
                    <a:pt x="1969" y="8215"/>
                    <a:pt x="1960" y="8215"/>
                  </a:cubicBezTo>
                  <a:cubicBezTo>
                    <a:pt x="1936" y="8215"/>
                    <a:pt x="1980" y="8172"/>
                    <a:pt x="1930" y="8172"/>
                  </a:cubicBezTo>
                  <a:cubicBezTo>
                    <a:pt x="1939" y="8162"/>
                    <a:pt x="1952" y="8158"/>
                    <a:pt x="1966" y="8158"/>
                  </a:cubicBezTo>
                  <a:cubicBezTo>
                    <a:pt x="1976" y="8158"/>
                    <a:pt x="1987" y="8160"/>
                    <a:pt x="1997" y="8164"/>
                  </a:cubicBezTo>
                  <a:cubicBezTo>
                    <a:pt x="1997" y="8156"/>
                    <a:pt x="2057" y="8141"/>
                    <a:pt x="2050" y="8125"/>
                  </a:cubicBezTo>
                  <a:lnTo>
                    <a:pt x="2050" y="8125"/>
                  </a:lnTo>
                  <a:cubicBezTo>
                    <a:pt x="2099" y="8188"/>
                    <a:pt x="2360" y="8148"/>
                    <a:pt x="2310" y="8223"/>
                  </a:cubicBezTo>
                  <a:cubicBezTo>
                    <a:pt x="2471" y="8198"/>
                    <a:pt x="2632" y="8164"/>
                    <a:pt x="2784" y="8113"/>
                  </a:cubicBezTo>
                  <a:lnTo>
                    <a:pt x="2784" y="8113"/>
                  </a:lnTo>
                  <a:lnTo>
                    <a:pt x="2742" y="8138"/>
                  </a:lnTo>
                  <a:cubicBezTo>
                    <a:pt x="2768" y="8143"/>
                    <a:pt x="2789" y="8145"/>
                    <a:pt x="2807" y="8145"/>
                  </a:cubicBezTo>
                  <a:cubicBezTo>
                    <a:pt x="2919" y="8145"/>
                    <a:pt x="2900" y="8066"/>
                    <a:pt x="2987" y="8037"/>
                  </a:cubicBezTo>
                  <a:lnTo>
                    <a:pt x="2987" y="8037"/>
                  </a:lnTo>
                  <a:cubicBezTo>
                    <a:pt x="2946" y="8055"/>
                    <a:pt x="2957" y="8059"/>
                    <a:pt x="2985" y="8059"/>
                  </a:cubicBezTo>
                  <a:cubicBezTo>
                    <a:pt x="3006" y="8059"/>
                    <a:pt x="3037" y="8057"/>
                    <a:pt x="3063" y="8057"/>
                  </a:cubicBezTo>
                  <a:cubicBezTo>
                    <a:pt x="3081" y="8057"/>
                    <a:pt x="3097" y="8058"/>
                    <a:pt x="3105" y="8062"/>
                  </a:cubicBezTo>
                  <a:cubicBezTo>
                    <a:pt x="3182" y="8012"/>
                    <a:pt x="3266" y="7978"/>
                    <a:pt x="3351" y="7952"/>
                  </a:cubicBezTo>
                  <a:cubicBezTo>
                    <a:pt x="3374" y="7975"/>
                    <a:pt x="3390" y="8013"/>
                    <a:pt x="3444" y="8013"/>
                  </a:cubicBezTo>
                  <a:cubicBezTo>
                    <a:pt x="3449" y="8013"/>
                    <a:pt x="3455" y="8012"/>
                    <a:pt x="3461" y="8012"/>
                  </a:cubicBezTo>
                  <a:lnTo>
                    <a:pt x="3503" y="7978"/>
                  </a:lnTo>
                  <a:cubicBezTo>
                    <a:pt x="3571" y="7952"/>
                    <a:pt x="3647" y="7935"/>
                    <a:pt x="3715" y="7927"/>
                  </a:cubicBezTo>
                  <a:lnTo>
                    <a:pt x="3706" y="7927"/>
                  </a:lnTo>
                  <a:cubicBezTo>
                    <a:pt x="3783" y="7927"/>
                    <a:pt x="3783" y="7892"/>
                    <a:pt x="3738" y="7892"/>
                  </a:cubicBezTo>
                  <a:cubicBezTo>
                    <a:pt x="3733" y="7892"/>
                    <a:pt x="3728" y="7892"/>
                    <a:pt x="3723" y="7893"/>
                  </a:cubicBezTo>
                  <a:lnTo>
                    <a:pt x="3799" y="7859"/>
                  </a:lnTo>
                  <a:lnTo>
                    <a:pt x="3799" y="7868"/>
                  </a:lnTo>
                  <a:cubicBezTo>
                    <a:pt x="3901" y="7809"/>
                    <a:pt x="4011" y="7766"/>
                    <a:pt x="4129" y="7724"/>
                  </a:cubicBezTo>
                  <a:lnTo>
                    <a:pt x="4129" y="7724"/>
                  </a:lnTo>
                  <a:cubicBezTo>
                    <a:pt x="4095" y="7758"/>
                    <a:pt x="4264" y="7749"/>
                    <a:pt x="4121" y="7783"/>
                  </a:cubicBezTo>
                  <a:cubicBezTo>
                    <a:pt x="4154" y="7766"/>
                    <a:pt x="4095" y="7766"/>
                    <a:pt x="4078" y="7758"/>
                  </a:cubicBezTo>
                  <a:cubicBezTo>
                    <a:pt x="4036" y="7766"/>
                    <a:pt x="4002" y="7783"/>
                    <a:pt x="3968" y="7809"/>
                  </a:cubicBezTo>
                  <a:cubicBezTo>
                    <a:pt x="3985" y="7817"/>
                    <a:pt x="3977" y="7859"/>
                    <a:pt x="3960" y="7885"/>
                  </a:cubicBezTo>
                  <a:cubicBezTo>
                    <a:pt x="4053" y="7825"/>
                    <a:pt x="4349" y="7792"/>
                    <a:pt x="4349" y="7715"/>
                  </a:cubicBezTo>
                  <a:cubicBezTo>
                    <a:pt x="4476" y="7690"/>
                    <a:pt x="4637" y="7631"/>
                    <a:pt x="4780" y="7614"/>
                  </a:cubicBezTo>
                  <a:cubicBezTo>
                    <a:pt x="4780" y="7614"/>
                    <a:pt x="4763" y="7605"/>
                    <a:pt x="4763" y="7597"/>
                  </a:cubicBezTo>
                  <a:lnTo>
                    <a:pt x="4899" y="7597"/>
                  </a:lnTo>
                  <a:lnTo>
                    <a:pt x="4873" y="7614"/>
                  </a:lnTo>
                  <a:lnTo>
                    <a:pt x="4958" y="7614"/>
                  </a:lnTo>
                  <a:cubicBezTo>
                    <a:pt x="4966" y="7622"/>
                    <a:pt x="4924" y="7648"/>
                    <a:pt x="4907" y="7656"/>
                  </a:cubicBezTo>
                  <a:cubicBezTo>
                    <a:pt x="4902" y="7659"/>
                    <a:pt x="4897" y="7660"/>
                    <a:pt x="4892" y="7660"/>
                  </a:cubicBezTo>
                  <a:cubicBezTo>
                    <a:pt x="4883" y="7660"/>
                    <a:pt x="4877" y="7657"/>
                    <a:pt x="4881" y="7653"/>
                  </a:cubicBezTo>
                  <a:lnTo>
                    <a:pt x="4881" y="7653"/>
                  </a:lnTo>
                  <a:cubicBezTo>
                    <a:pt x="4861" y="7663"/>
                    <a:pt x="4863" y="7666"/>
                    <a:pt x="4872" y="7666"/>
                  </a:cubicBezTo>
                  <a:cubicBezTo>
                    <a:pt x="4881" y="7666"/>
                    <a:pt x="4899" y="7663"/>
                    <a:pt x="4911" y="7663"/>
                  </a:cubicBezTo>
                  <a:cubicBezTo>
                    <a:pt x="4925" y="7663"/>
                    <a:pt x="4933" y="7667"/>
                    <a:pt x="4916" y="7682"/>
                  </a:cubicBezTo>
                  <a:cubicBezTo>
                    <a:pt x="4890" y="7682"/>
                    <a:pt x="4865" y="7690"/>
                    <a:pt x="4848" y="7699"/>
                  </a:cubicBezTo>
                  <a:cubicBezTo>
                    <a:pt x="4932" y="7692"/>
                    <a:pt x="4970" y="7650"/>
                    <a:pt x="5023" y="7650"/>
                  </a:cubicBezTo>
                  <a:cubicBezTo>
                    <a:pt x="5034" y="7650"/>
                    <a:pt x="5046" y="7652"/>
                    <a:pt x="5060" y="7656"/>
                  </a:cubicBezTo>
                  <a:cubicBezTo>
                    <a:pt x="5119" y="7605"/>
                    <a:pt x="5203" y="7572"/>
                    <a:pt x="5288" y="7572"/>
                  </a:cubicBezTo>
                  <a:cubicBezTo>
                    <a:pt x="5282" y="7576"/>
                    <a:pt x="5281" y="7578"/>
                    <a:pt x="5284" y="7578"/>
                  </a:cubicBezTo>
                  <a:cubicBezTo>
                    <a:pt x="5292" y="7578"/>
                    <a:pt x="5328" y="7564"/>
                    <a:pt x="5345" y="7564"/>
                  </a:cubicBezTo>
                  <a:cubicBezTo>
                    <a:pt x="5354" y="7564"/>
                    <a:pt x="5357" y="7568"/>
                    <a:pt x="5347" y="7580"/>
                  </a:cubicBezTo>
                  <a:cubicBezTo>
                    <a:pt x="5381" y="7555"/>
                    <a:pt x="5466" y="7555"/>
                    <a:pt x="5474" y="7529"/>
                  </a:cubicBezTo>
                  <a:lnTo>
                    <a:pt x="5474" y="7529"/>
                  </a:lnTo>
                  <a:cubicBezTo>
                    <a:pt x="5449" y="7546"/>
                    <a:pt x="5423" y="7555"/>
                    <a:pt x="5389" y="7555"/>
                  </a:cubicBezTo>
                  <a:cubicBezTo>
                    <a:pt x="5423" y="7538"/>
                    <a:pt x="5423" y="7512"/>
                    <a:pt x="5474" y="7504"/>
                  </a:cubicBezTo>
                  <a:lnTo>
                    <a:pt x="5474" y="7512"/>
                  </a:lnTo>
                  <a:cubicBezTo>
                    <a:pt x="5525" y="7479"/>
                    <a:pt x="5474" y="7445"/>
                    <a:pt x="5576" y="7411"/>
                  </a:cubicBezTo>
                  <a:cubicBezTo>
                    <a:pt x="5630" y="7394"/>
                    <a:pt x="5662" y="7387"/>
                    <a:pt x="5678" y="7387"/>
                  </a:cubicBezTo>
                  <a:cubicBezTo>
                    <a:pt x="5744" y="7387"/>
                    <a:pt x="5567" y="7496"/>
                    <a:pt x="5601" y="7496"/>
                  </a:cubicBezTo>
                  <a:cubicBezTo>
                    <a:pt x="5652" y="7462"/>
                    <a:pt x="5719" y="7436"/>
                    <a:pt x="5779" y="7436"/>
                  </a:cubicBezTo>
                  <a:lnTo>
                    <a:pt x="5770" y="7445"/>
                  </a:lnTo>
                  <a:cubicBezTo>
                    <a:pt x="5796" y="7428"/>
                    <a:pt x="5829" y="7411"/>
                    <a:pt x="5872" y="7411"/>
                  </a:cubicBezTo>
                  <a:cubicBezTo>
                    <a:pt x="5880" y="7386"/>
                    <a:pt x="5897" y="7352"/>
                    <a:pt x="5914" y="7326"/>
                  </a:cubicBezTo>
                  <a:lnTo>
                    <a:pt x="6041" y="7284"/>
                  </a:lnTo>
                  <a:lnTo>
                    <a:pt x="6041" y="7284"/>
                  </a:lnTo>
                  <a:lnTo>
                    <a:pt x="6015" y="7309"/>
                  </a:lnTo>
                  <a:cubicBezTo>
                    <a:pt x="6041" y="7293"/>
                    <a:pt x="6066" y="7284"/>
                    <a:pt x="6092" y="7276"/>
                  </a:cubicBezTo>
                  <a:lnTo>
                    <a:pt x="6092" y="7276"/>
                  </a:lnTo>
                  <a:cubicBezTo>
                    <a:pt x="6109" y="7293"/>
                    <a:pt x="6066" y="7301"/>
                    <a:pt x="6032" y="7318"/>
                  </a:cubicBezTo>
                  <a:cubicBezTo>
                    <a:pt x="6039" y="7320"/>
                    <a:pt x="6046" y="7321"/>
                    <a:pt x="6053" y="7321"/>
                  </a:cubicBezTo>
                  <a:cubicBezTo>
                    <a:pt x="6074" y="7321"/>
                    <a:pt x="6096" y="7312"/>
                    <a:pt x="6109" y="7293"/>
                  </a:cubicBezTo>
                  <a:lnTo>
                    <a:pt x="6092" y="7293"/>
                  </a:lnTo>
                  <a:cubicBezTo>
                    <a:pt x="6113" y="7278"/>
                    <a:pt x="6195" y="7228"/>
                    <a:pt x="6164" y="7228"/>
                  </a:cubicBezTo>
                  <a:cubicBezTo>
                    <a:pt x="6158" y="7228"/>
                    <a:pt x="6148" y="7229"/>
                    <a:pt x="6134" y="7233"/>
                  </a:cubicBezTo>
                  <a:cubicBezTo>
                    <a:pt x="6163" y="7212"/>
                    <a:pt x="6187" y="7210"/>
                    <a:pt x="6208" y="7210"/>
                  </a:cubicBezTo>
                  <a:cubicBezTo>
                    <a:pt x="6213" y="7210"/>
                    <a:pt x="6218" y="7210"/>
                    <a:pt x="6223" y="7210"/>
                  </a:cubicBezTo>
                  <a:cubicBezTo>
                    <a:pt x="6239" y="7210"/>
                    <a:pt x="6253" y="7209"/>
                    <a:pt x="6269" y="7199"/>
                  </a:cubicBezTo>
                  <a:lnTo>
                    <a:pt x="6269" y="7199"/>
                  </a:lnTo>
                  <a:cubicBezTo>
                    <a:pt x="6286" y="7216"/>
                    <a:pt x="6244" y="7242"/>
                    <a:pt x="6269" y="7242"/>
                  </a:cubicBezTo>
                  <a:cubicBezTo>
                    <a:pt x="6303" y="7233"/>
                    <a:pt x="6345" y="7216"/>
                    <a:pt x="6379" y="7199"/>
                  </a:cubicBezTo>
                  <a:lnTo>
                    <a:pt x="6379" y="7199"/>
                  </a:lnTo>
                  <a:cubicBezTo>
                    <a:pt x="6373" y="7201"/>
                    <a:pt x="6369" y="7201"/>
                    <a:pt x="6365" y="7201"/>
                  </a:cubicBezTo>
                  <a:cubicBezTo>
                    <a:pt x="6350" y="7201"/>
                    <a:pt x="6364" y="7189"/>
                    <a:pt x="6340" y="7189"/>
                  </a:cubicBezTo>
                  <a:cubicBezTo>
                    <a:pt x="6335" y="7189"/>
                    <a:pt x="6329" y="7190"/>
                    <a:pt x="6320" y="7191"/>
                  </a:cubicBezTo>
                  <a:cubicBezTo>
                    <a:pt x="6345" y="7174"/>
                    <a:pt x="6396" y="7157"/>
                    <a:pt x="6396" y="7149"/>
                  </a:cubicBezTo>
                  <a:lnTo>
                    <a:pt x="6396" y="7149"/>
                  </a:lnTo>
                  <a:cubicBezTo>
                    <a:pt x="6371" y="7166"/>
                    <a:pt x="6354" y="7166"/>
                    <a:pt x="6328" y="7166"/>
                  </a:cubicBezTo>
                  <a:cubicBezTo>
                    <a:pt x="6388" y="7140"/>
                    <a:pt x="6455" y="7123"/>
                    <a:pt x="6515" y="7115"/>
                  </a:cubicBezTo>
                  <a:lnTo>
                    <a:pt x="6515" y="7115"/>
                  </a:lnTo>
                  <a:cubicBezTo>
                    <a:pt x="6515" y="7123"/>
                    <a:pt x="6515" y="7123"/>
                    <a:pt x="6506" y="7132"/>
                  </a:cubicBezTo>
                  <a:cubicBezTo>
                    <a:pt x="6574" y="7073"/>
                    <a:pt x="6701" y="7047"/>
                    <a:pt x="6743" y="6996"/>
                  </a:cubicBezTo>
                  <a:lnTo>
                    <a:pt x="6718" y="6996"/>
                  </a:lnTo>
                  <a:cubicBezTo>
                    <a:pt x="6701" y="7013"/>
                    <a:pt x="6675" y="7022"/>
                    <a:pt x="6641" y="7022"/>
                  </a:cubicBezTo>
                  <a:cubicBezTo>
                    <a:pt x="6701" y="6988"/>
                    <a:pt x="6591" y="7005"/>
                    <a:pt x="6650" y="6971"/>
                  </a:cubicBezTo>
                  <a:cubicBezTo>
                    <a:pt x="6735" y="6929"/>
                    <a:pt x="6828" y="6937"/>
                    <a:pt x="6861" y="6886"/>
                  </a:cubicBezTo>
                  <a:lnTo>
                    <a:pt x="6861" y="6886"/>
                  </a:lnTo>
                  <a:cubicBezTo>
                    <a:pt x="6785" y="6895"/>
                    <a:pt x="6701" y="6920"/>
                    <a:pt x="6633" y="6954"/>
                  </a:cubicBezTo>
                  <a:lnTo>
                    <a:pt x="6684" y="6937"/>
                  </a:lnTo>
                  <a:lnTo>
                    <a:pt x="6582" y="7022"/>
                  </a:lnTo>
                  <a:cubicBezTo>
                    <a:pt x="6581" y="7020"/>
                    <a:pt x="6579" y="7019"/>
                    <a:pt x="6575" y="7019"/>
                  </a:cubicBezTo>
                  <a:cubicBezTo>
                    <a:pt x="6555" y="7019"/>
                    <a:pt x="6501" y="7045"/>
                    <a:pt x="6476" y="7045"/>
                  </a:cubicBezTo>
                  <a:cubicBezTo>
                    <a:pt x="6470" y="7045"/>
                    <a:pt x="6465" y="7043"/>
                    <a:pt x="6464" y="7039"/>
                  </a:cubicBezTo>
                  <a:cubicBezTo>
                    <a:pt x="6506" y="7022"/>
                    <a:pt x="6548" y="7005"/>
                    <a:pt x="6582" y="6996"/>
                  </a:cubicBezTo>
                  <a:lnTo>
                    <a:pt x="6582" y="6996"/>
                  </a:lnTo>
                  <a:cubicBezTo>
                    <a:pt x="6523" y="7005"/>
                    <a:pt x="6472" y="7013"/>
                    <a:pt x="6422" y="7030"/>
                  </a:cubicBezTo>
                  <a:lnTo>
                    <a:pt x="6481" y="7022"/>
                  </a:lnTo>
                  <a:lnTo>
                    <a:pt x="6481" y="7022"/>
                  </a:lnTo>
                  <a:cubicBezTo>
                    <a:pt x="6388" y="7081"/>
                    <a:pt x="6252" y="7106"/>
                    <a:pt x="6159" y="7157"/>
                  </a:cubicBezTo>
                  <a:cubicBezTo>
                    <a:pt x="6186" y="7142"/>
                    <a:pt x="6181" y="7139"/>
                    <a:pt x="6167" y="7139"/>
                  </a:cubicBezTo>
                  <a:cubicBezTo>
                    <a:pt x="6155" y="7139"/>
                    <a:pt x="6135" y="7142"/>
                    <a:pt x="6121" y="7142"/>
                  </a:cubicBezTo>
                  <a:cubicBezTo>
                    <a:pt x="6104" y="7142"/>
                    <a:pt x="6096" y="7138"/>
                    <a:pt x="6117" y="7123"/>
                  </a:cubicBezTo>
                  <a:cubicBezTo>
                    <a:pt x="6125" y="7115"/>
                    <a:pt x="6142" y="7113"/>
                    <a:pt x="6155" y="7113"/>
                  </a:cubicBezTo>
                  <a:cubicBezTo>
                    <a:pt x="6160" y="7113"/>
                    <a:pt x="6165" y="7113"/>
                    <a:pt x="6168" y="7114"/>
                  </a:cubicBezTo>
                  <a:lnTo>
                    <a:pt x="6168" y="7114"/>
                  </a:lnTo>
                  <a:cubicBezTo>
                    <a:pt x="6167" y="7105"/>
                    <a:pt x="6162" y="7102"/>
                    <a:pt x="6155" y="7102"/>
                  </a:cubicBezTo>
                  <a:cubicBezTo>
                    <a:pt x="6138" y="7102"/>
                    <a:pt x="6110" y="7116"/>
                    <a:pt x="6091" y="7116"/>
                  </a:cubicBezTo>
                  <a:cubicBezTo>
                    <a:pt x="6088" y="7116"/>
                    <a:pt x="6086" y="7116"/>
                    <a:pt x="6083" y="7115"/>
                  </a:cubicBezTo>
                  <a:cubicBezTo>
                    <a:pt x="6075" y="7132"/>
                    <a:pt x="5982" y="7166"/>
                    <a:pt x="6041" y="7166"/>
                  </a:cubicBezTo>
                  <a:cubicBezTo>
                    <a:pt x="6007" y="7166"/>
                    <a:pt x="5939" y="7208"/>
                    <a:pt x="5897" y="7208"/>
                  </a:cubicBezTo>
                  <a:cubicBezTo>
                    <a:pt x="5905" y="7233"/>
                    <a:pt x="5812" y="7250"/>
                    <a:pt x="5804" y="7267"/>
                  </a:cubicBezTo>
                  <a:cubicBezTo>
                    <a:pt x="5796" y="7271"/>
                    <a:pt x="5787" y="7273"/>
                    <a:pt x="5779" y="7273"/>
                  </a:cubicBezTo>
                  <a:cubicBezTo>
                    <a:pt x="5770" y="7273"/>
                    <a:pt x="5762" y="7271"/>
                    <a:pt x="5753" y="7267"/>
                  </a:cubicBezTo>
                  <a:lnTo>
                    <a:pt x="5880" y="7191"/>
                  </a:lnTo>
                  <a:cubicBezTo>
                    <a:pt x="5905" y="7191"/>
                    <a:pt x="5948" y="7174"/>
                    <a:pt x="5931" y="7174"/>
                  </a:cubicBezTo>
                  <a:lnTo>
                    <a:pt x="5931" y="7166"/>
                  </a:lnTo>
                  <a:lnTo>
                    <a:pt x="6176" y="7022"/>
                  </a:lnTo>
                  <a:lnTo>
                    <a:pt x="6151" y="7047"/>
                  </a:lnTo>
                  <a:cubicBezTo>
                    <a:pt x="6218" y="6988"/>
                    <a:pt x="6312" y="7005"/>
                    <a:pt x="6379" y="6954"/>
                  </a:cubicBezTo>
                  <a:lnTo>
                    <a:pt x="6379" y="6954"/>
                  </a:lnTo>
                  <a:cubicBezTo>
                    <a:pt x="6371" y="6963"/>
                    <a:pt x="6362" y="6963"/>
                    <a:pt x="6379" y="6963"/>
                  </a:cubicBezTo>
                  <a:cubicBezTo>
                    <a:pt x="6453" y="6946"/>
                    <a:pt x="6485" y="6910"/>
                    <a:pt x="6523" y="6888"/>
                  </a:cubicBezTo>
                  <a:lnTo>
                    <a:pt x="6523" y="6888"/>
                  </a:lnTo>
                  <a:cubicBezTo>
                    <a:pt x="6512" y="6891"/>
                    <a:pt x="6501" y="6893"/>
                    <a:pt x="6489" y="6895"/>
                  </a:cubicBezTo>
                  <a:cubicBezTo>
                    <a:pt x="6523" y="6870"/>
                    <a:pt x="6557" y="6844"/>
                    <a:pt x="6599" y="6836"/>
                  </a:cubicBezTo>
                  <a:lnTo>
                    <a:pt x="6599" y="6802"/>
                  </a:lnTo>
                  <a:cubicBezTo>
                    <a:pt x="6633" y="6760"/>
                    <a:pt x="6701" y="6785"/>
                    <a:pt x="6743" y="6743"/>
                  </a:cubicBezTo>
                  <a:lnTo>
                    <a:pt x="6684" y="6743"/>
                  </a:lnTo>
                  <a:cubicBezTo>
                    <a:pt x="6667" y="6751"/>
                    <a:pt x="6650" y="6760"/>
                    <a:pt x="6633" y="6768"/>
                  </a:cubicBezTo>
                  <a:cubicBezTo>
                    <a:pt x="6610" y="6786"/>
                    <a:pt x="6583" y="6795"/>
                    <a:pt x="6554" y="6795"/>
                  </a:cubicBezTo>
                  <a:cubicBezTo>
                    <a:pt x="6530" y="6795"/>
                    <a:pt x="6504" y="6788"/>
                    <a:pt x="6481" y="6776"/>
                  </a:cubicBezTo>
                  <a:cubicBezTo>
                    <a:pt x="6477" y="6777"/>
                    <a:pt x="6474" y="6778"/>
                    <a:pt x="6472" y="6778"/>
                  </a:cubicBezTo>
                  <a:cubicBezTo>
                    <a:pt x="6447" y="6778"/>
                    <a:pt x="6488" y="6741"/>
                    <a:pt x="6481" y="6726"/>
                  </a:cubicBezTo>
                  <a:lnTo>
                    <a:pt x="6481" y="6726"/>
                  </a:lnTo>
                  <a:cubicBezTo>
                    <a:pt x="6413" y="6751"/>
                    <a:pt x="6430" y="6785"/>
                    <a:pt x="6362" y="6810"/>
                  </a:cubicBezTo>
                  <a:cubicBezTo>
                    <a:pt x="6353" y="6810"/>
                    <a:pt x="6351" y="6805"/>
                    <a:pt x="6353" y="6801"/>
                  </a:cubicBezTo>
                  <a:lnTo>
                    <a:pt x="6353" y="6801"/>
                  </a:lnTo>
                  <a:lnTo>
                    <a:pt x="6320" y="6827"/>
                  </a:lnTo>
                  <a:cubicBezTo>
                    <a:pt x="6319" y="6826"/>
                    <a:pt x="6314" y="6825"/>
                    <a:pt x="6309" y="6825"/>
                  </a:cubicBezTo>
                  <a:cubicBezTo>
                    <a:pt x="6297" y="6825"/>
                    <a:pt x="6279" y="6827"/>
                    <a:pt x="6265" y="6827"/>
                  </a:cubicBezTo>
                  <a:cubicBezTo>
                    <a:pt x="6244" y="6827"/>
                    <a:pt x="6231" y="6823"/>
                    <a:pt x="6261" y="6802"/>
                  </a:cubicBezTo>
                  <a:lnTo>
                    <a:pt x="6303" y="6793"/>
                  </a:lnTo>
                  <a:cubicBezTo>
                    <a:pt x="6235" y="6793"/>
                    <a:pt x="6138" y="6808"/>
                    <a:pt x="6080" y="6808"/>
                  </a:cubicBezTo>
                  <a:cubicBezTo>
                    <a:pt x="6051" y="6808"/>
                    <a:pt x="6032" y="6805"/>
                    <a:pt x="6032" y="6793"/>
                  </a:cubicBezTo>
                  <a:cubicBezTo>
                    <a:pt x="5982" y="6802"/>
                    <a:pt x="5999" y="6810"/>
                    <a:pt x="5914" y="6827"/>
                  </a:cubicBezTo>
                  <a:cubicBezTo>
                    <a:pt x="5889" y="6861"/>
                    <a:pt x="5931" y="6870"/>
                    <a:pt x="5846" y="6912"/>
                  </a:cubicBezTo>
                  <a:lnTo>
                    <a:pt x="5922" y="6903"/>
                  </a:lnTo>
                  <a:cubicBezTo>
                    <a:pt x="5939" y="6895"/>
                    <a:pt x="5948" y="6886"/>
                    <a:pt x="5956" y="6878"/>
                  </a:cubicBezTo>
                  <a:lnTo>
                    <a:pt x="5956" y="6878"/>
                  </a:lnTo>
                  <a:lnTo>
                    <a:pt x="5889" y="6895"/>
                  </a:lnTo>
                  <a:cubicBezTo>
                    <a:pt x="5931" y="6878"/>
                    <a:pt x="5922" y="6870"/>
                    <a:pt x="5931" y="6844"/>
                  </a:cubicBezTo>
                  <a:cubicBezTo>
                    <a:pt x="5980" y="6832"/>
                    <a:pt x="6030" y="6824"/>
                    <a:pt x="6083" y="6824"/>
                  </a:cubicBezTo>
                  <a:cubicBezTo>
                    <a:pt x="6102" y="6824"/>
                    <a:pt x="6122" y="6825"/>
                    <a:pt x="6142" y="6827"/>
                  </a:cubicBezTo>
                  <a:cubicBezTo>
                    <a:pt x="6109" y="6853"/>
                    <a:pt x="6049" y="6870"/>
                    <a:pt x="6075" y="6886"/>
                  </a:cubicBezTo>
                  <a:cubicBezTo>
                    <a:pt x="6070" y="6886"/>
                    <a:pt x="6066" y="6886"/>
                    <a:pt x="6062" y="6886"/>
                  </a:cubicBezTo>
                  <a:cubicBezTo>
                    <a:pt x="6016" y="6886"/>
                    <a:pt x="6019" y="6929"/>
                    <a:pt x="5956" y="6929"/>
                  </a:cubicBezTo>
                  <a:lnTo>
                    <a:pt x="5965" y="6912"/>
                  </a:lnTo>
                  <a:lnTo>
                    <a:pt x="5965" y="6912"/>
                  </a:lnTo>
                  <a:cubicBezTo>
                    <a:pt x="5914" y="6954"/>
                    <a:pt x="5905" y="6929"/>
                    <a:pt x="5863" y="6954"/>
                  </a:cubicBezTo>
                  <a:cubicBezTo>
                    <a:pt x="5863" y="6946"/>
                    <a:pt x="5863" y="6946"/>
                    <a:pt x="5855" y="6946"/>
                  </a:cubicBezTo>
                  <a:cubicBezTo>
                    <a:pt x="5762" y="6988"/>
                    <a:pt x="5889" y="6954"/>
                    <a:pt x="5796" y="7005"/>
                  </a:cubicBezTo>
                  <a:cubicBezTo>
                    <a:pt x="5781" y="7009"/>
                    <a:pt x="5770" y="7011"/>
                    <a:pt x="5762" y="7011"/>
                  </a:cubicBezTo>
                  <a:cubicBezTo>
                    <a:pt x="5726" y="7011"/>
                    <a:pt x="5757" y="6971"/>
                    <a:pt x="5736" y="6971"/>
                  </a:cubicBezTo>
                  <a:cubicBezTo>
                    <a:pt x="5863" y="6895"/>
                    <a:pt x="5719" y="6929"/>
                    <a:pt x="5863" y="6853"/>
                  </a:cubicBezTo>
                  <a:cubicBezTo>
                    <a:pt x="5856" y="6838"/>
                    <a:pt x="5840" y="6831"/>
                    <a:pt x="5819" y="6831"/>
                  </a:cubicBezTo>
                  <a:cubicBezTo>
                    <a:pt x="5791" y="6831"/>
                    <a:pt x="5754" y="6842"/>
                    <a:pt x="5711" y="6861"/>
                  </a:cubicBezTo>
                  <a:cubicBezTo>
                    <a:pt x="5770" y="6861"/>
                    <a:pt x="5694" y="6920"/>
                    <a:pt x="5770" y="6920"/>
                  </a:cubicBezTo>
                  <a:cubicBezTo>
                    <a:pt x="5652" y="6980"/>
                    <a:pt x="5686" y="7047"/>
                    <a:pt x="5533" y="7047"/>
                  </a:cubicBezTo>
                  <a:lnTo>
                    <a:pt x="5533" y="7039"/>
                  </a:lnTo>
                  <a:lnTo>
                    <a:pt x="5491" y="7081"/>
                  </a:lnTo>
                  <a:lnTo>
                    <a:pt x="5406" y="7089"/>
                  </a:lnTo>
                  <a:cubicBezTo>
                    <a:pt x="5440" y="7039"/>
                    <a:pt x="5508" y="7039"/>
                    <a:pt x="5542" y="7013"/>
                  </a:cubicBezTo>
                  <a:cubicBezTo>
                    <a:pt x="5536" y="7013"/>
                    <a:pt x="5531" y="7013"/>
                    <a:pt x="5525" y="7013"/>
                  </a:cubicBezTo>
                  <a:cubicBezTo>
                    <a:pt x="5431" y="7013"/>
                    <a:pt x="5418" y="7082"/>
                    <a:pt x="5313" y="7106"/>
                  </a:cubicBezTo>
                  <a:cubicBezTo>
                    <a:pt x="5212" y="7089"/>
                    <a:pt x="5415" y="7056"/>
                    <a:pt x="5406" y="7022"/>
                  </a:cubicBezTo>
                  <a:lnTo>
                    <a:pt x="5406" y="7022"/>
                  </a:lnTo>
                  <a:cubicBezTo>
                    <a:pt x="5398" y="7026"/>
                    <a:pt x="5379" y="7028"/>
                    <a:pt x="5362" y="7028"/>
                  </a:cubicBezTo>
                  <a:cubicBezTo>
                    <a:pt x="5345" y="7028"/>
                    <a:pt x="5330" y="7026"/>
                    <a:pt x="5330" y="7022"/>
                  </a:cubicBezTo>
                  <a:cubicBezTo>
                    <a:pt x="5432" y="7005"/>
                    <a:pt x="5381" y="6980"/>
                    <a:pt x="5499" y="6971"/>
                  </a:cubicBezTo>
                  <a:lnTo>
                    <a:pt x="5499" y="6971"/>
                  </a:lnTo>
                  <a:cubicBezTo>
                    <a:pt x="5449" y="6996"/>
                    <a:pt x="5508" y="6980"/>
                    <a:pt x="5499" y="6996"/>
                  </a:cubicBezTo>
                  <a:cubicBezTo>
                    <a:pt x="5559" y="6963"/>
                    <a:pt x="5626" y="6937"/>
                    <a:pt x="5694" y="6929"/>
                  </a:cubicBezTo>
                  <a:cubicBezTo>
                    <a:pt x="5697" y="6917"/>
                    <a:pt x="5690" y="6914"/>
                    <a:pt x="5678" y="6914"/>
                  </a:cubicBezTo>
                  <a:cubicBezTo>
                    <a:pt x="5655" y="6914"/>
                    <a:pt x="5609" y="6929"/>
                    <a:pt x="5576" y="6929"/>
                  </a:cubicBezTo>
                  <a:cubicBezTo>
                    <a:pt x="5491" y="6980"/>
                    <a:pt x="5389" y="6954"/>
                    <a:pt x="5330" y="7005"/>
                  </a:cubicBezTo>
                  <a:cubicBezTo>
                    <a:pt x="5308" y="7012"/>
                    <a:pt x="5294" y="7015"/>
                    <a:pt x="5287" y="7015"/>
                  </a:cubicBezTo>
                  <a:cubicBezTo>
                    <a:pt x="5262" y="7015"/>
                    <a:pt x="5311" y="6980"/>
                    <a:pt x="5305" y="6980"/>
                  </a:cubicBezTo>
                  <a:lnTo>
                    <a:pt x="5305" y="6980"/>
                  </a:lnTo>
                  <a:cubicBezTo>
                    <a:pt x="5220" y="6996"/>
                    <a:pt x="5271" y="7013"/>
                    <a:pt x="5246" y="7030"/>
                  </a:cubicBezTo>
                  <a:cubicBezTo>
                    <a:pt x="5197" y="7051"/>
                    <a:pt x="5163" y="7056"/>
                    <a:pt x="5133" y="7056"/>
                  </a:cubicBezTo>
                  <a:cubicBezTo>
                    <a:pt x="5103" y="7056"/>
                    <a:pt x="5078" y="7051"/>
                    <a:pt x="5048" y="7051"/>
                  </a:cubicBezTo>
                  <a:cubicBezTo>
                    <a:pt x="5033" y="7051"/>
                    <a:pt x="5018" y="7052"/>
                    <a:pt x="5000" y="7056"/>
                  </a:cubicBezTo>
                  <a:cubicBezTo>
                    <a:pt x="4933" y="7115"/>
                    <a:pt x="4738" y="7149"/>
                    <a:pt x="4611" y="7183"/>
                  </a:cubicBezTo>
                  <a:cubicBezTo>
                    <a:pt x="4620" y="7166"/>
                    <a:pt x="4603" y="7157"/>
                    <a:pt x="4594" y="7149"/>
                  </a:cubicBezTo>
                  <a:cubicBezTo>
                    <a:pt x="4527" y="7216"/>
                    <a:pt x="4544" y="7191"/>
                    <a:pt x="4459" y="7250"/>
                  </a:cubicBezTo>
                  <a:lnTo>
                    <a:pt x="4544" y="7250"/>
                  </a:lnTo>
                  <a:cubicBezTo>
                    <a:pt x="4485" y="7265"/>
                    <a:pt x="4446" y="7304"/>
                    <a:pt x="4393" y="7304"/>
                  </a:cubicBezTo>
                  <a:cubicBezTo>
                    <a:pt x="4384" y="7304"/>
                    <a:pt x="4375" y="7303"/>
                    <a:pt x="4366" y="7301"/>
                  </a:cubicBezTo>
                  <a:lnTo>
                    <a:pt x="4366" y="7301"/>
                  </a:lnTo>
                  <a:cubicBezTo>
                    <a:pt x="4459" y="7326"/>
                    <a:pt x="4264" y="7360"/>
                    <a:pt x="4214" y="7394"/>
                  </a:cubicBezTo>
                  <a:cubicBezTo>
                    <a:pt x="4157" y="7394"/>
                    <a:pt x="4107" y="7423"/>
                    <a:pt x="4062" y="7423"/>
                  </a:cubicBezTo>
                  <a:cubicBezTo>
                    <a:pt x="4054" y="7423"/>
                    <a:pt x="4046" y="7422"/>
                    <a:pt x="4039" y="7420"/>
                  </a:cubicBezTo>
                  <a:lnTo>
                    <a:pt x="4039" y="7420"/>
                  </a:lnTo>
                  <a:lnTo>
                    <a:pt x="3943" y="7436"/>
                  </a:lnTo>
                  <a:lnTo>
                    <a:pt x="3943" y="7394"/>
                  </a:lnTo>
                  <a:cubicBezTo>
                    <a:pt x="3867" y="7394"/>
                    <a:pt x="3791" y="7445"/>
                    <a:pt x="3816" y="7453"/>
                  </a:cubicBezTo>
                  <a:cubicBezTo>
                    <a:pt x="3748" y="7453"/>
                    <a:pt x="3782" y="7436"/>
                    <a:pt x="3774" y="7419"/>
                  </a:cubicBezTo>
                  <a:cubicBezTo>
                    <a:pt x="3802" y="7405"/>
                    <a:pt x="3865" y="7362"/>
                    <a:pt x="3900" y="7362"/>
                  </a:cubicBezTo>
                  <a:cubicBezTo>
                    <a:pt x="3907" y="7362"/>
                    <a:pt x="3913" y="7364"/>
                    <a:pt x="3918" y="7369"/>
                  </a:cubicBezTo>
                  <a:cubicBezTo>
                    <a:pt x="3918" y="7369"/>
                    <a:pt x="3901" y="7377"/>
                    <a:pt x="3901" y="7377"/>
                  </a:cubicBezTo>
                  <a:cubicBezTo>
                    <a:pt x="4087" y="7360"/>
                    <a:pt x="3943" y="7309"/>
                    <a:pt x="4036" y="7284"/>
                  </a:cubicBezTo>
                  <a:cubicBezTo>
                    <a:pt x="3994" y="7284"/>
                    <a:pt x="3943" y="7284"/>
                    <a:pt x="3901" y="7301"/>
                  </a:cubicBezTo>
                  <a:cubicBezTo>
                    <a:pt x="3841" y="7318"/>
                    <a:pt x="3782" y="7343"/>
                    <a:pt x="3731" y="7369"/>
                  </a:cubicBezTo>
                  <a:cubicBezTo>
                    <a:pt x="3764" y="7353"/>
                    <a:pt x="3799" y="7347"/>
                    <a:pt x="3834" y="7347"/>
                  </a:cubicBezTo>
                  <a:cubicBezTo>
                    <a:pt x="3854" y="7347"/>
                    <a:pt x="3874" y="7349"/>
                    <a:pt x="3892" y="7352"/>
                  </a:cubicBezTo>
                  <a:cubicBezTo>
                    <a:pt x="3850" y="7360"/>
                    <a:pt x="3841" y="7377"/>
                    <a:pt x="3799" y="7377"/>
                  </a:cubicBezTo>
                  <a:lnTo>
                    <a:pt x="3765" y="7394"/>
                  </a:lnTo>
                  <a:cubicBezTo>
                    <a:pt x="3763" y="7387"/>
                    <a:pt x="3752" y="7385"/>
                    <a:pt x="3739" y="7385"/>
                  </a:cubicBezTo>
                  <a:cubicBezTo>
                    <a:pt x="3721" y="7385"/>
                    <a:pt x="3700" y="7389"/>
                    <a:pt x="3688" y="7389"/>
                  </a:cubicBezTo>
                  <a:cubicBezTo>
                    <a:pt x="3674" y="7389"/>
                    <a:pt x="3672" y="7385"/>
                    <a:pt x="3698" y="7369"/>
                  </a:cubicBezTo>
                  <a:lnTo>
                    <a:pt x="3698" y="7369"/>
                  </a:lnTo>
                  <a:cubicBezTo>
                    <a:pt x="3630" y="7386"/>
                    <a:pt x="3681" y="7394"/>
                    <a:pt x="3621" y="7419"/>
                  </a:cubicBezTo>
                  <a:lnTo>
                    <a:pt x="3740" y="7402"/>
                  </a:lnTo>
                  <a:lnTo>
                    <a:pt x="3740" y="7428"/>
                  </a:lnTo>
                  <a:cubicBezTo>
                    <a:pt x="3719" y="7445"/>
                    <a:pt x="3706" y="7447"/>
                    <a:pt x="3692" y="7447"/>
                  </a:cubicBezTo>
                  <a:cubicBezTo>
                    <a:pt x="3688" y="7447"/>
                    <a:pt x="3683" y="7447"/>
                    <a:pt x="3678" y="7447"/>
                  </a:cubicBezTo>
                  <a:cubicBezTo>
                    <a:pt x="3668" y="7447"/>
                    <a:pt x="3655" y="7448"/>
                    <a:pt x="3638" y="7453"/>
                  </a:cubicBezTo>
                  <a:lnTo>
                    <a:pt x="3647" y="7479"/>
                  </a:lnTo>
                  <a:lnTo>
                    <a:pt x="3647" y="7479"/>
                  </a:lnTo>
                  <a:lnTo>
                    <a:pt x="3554" y="7470"/>
                  </a:lnTo>
                  <a:lnTo>
                    <a:pt x="3554" y="7470"/>
                  </a:lnTo>
                  <a:cubicBezTo>
                    <a:pt x="3571" y="7496"/>
                    <a:pt x="3503" y="7496"/>
                    <a:pt x="3486" y="7504"/>
                  </a:cubicBezTo>
                  <a:cubicBezTo>
                    <a:pt x="3450" y="7504"/>
                    <a:pt x="3448" y="7479"/>
                    <a:pt x="3423" y="7479"/>
                  </a:cubicBezTo>
                  <a:cubicBezTo>
                    <a:pt x="3413" y="7479"/>
                    <a:pt x="3399" y="7483"/>
                    <a:pt x="3376" y="7496"/>
                  </a:cubicBezTo>
                  <a:lnTo>
                    <a:pt x="3385" y="7496"/>
                  </a:lnTo>
                  <a:cubicBezTo>
                    <a:pt x="3342" y="7521"/>
                    <a:pt x="3292" y="7529"/>
                    <a:pt x="3249" y="7529"/>
                  </a:cubicBezTo>
                  <a:cubicBezTo>
                    <a:pt x="3249" y="7529"/>
                    <a:pt x="3264" y="7514"/>
                    <a:pt x="3273" y="7513"/>
                  </a:cubicBezTo>
                  <a:lnTo>
                    <a:pt x="3273" y="7513"/>
                  </a:lnTo>
                  <a:cubicBezTo>
                    <a:pt x="3200" y="7520"/>
                    <a:pt x="3097" y="7567"/>
                    <a:pt x="3031" y="7567"/>
                  </a:cubicBezTo>
                  <a:cubicBezTo>
                    <a:pt x="3013" y="7567"/>
                    <a:pt x="2998" y="7564"/>
                    <a:pt x="2987" y="7555"/>
                  </a:cubicBezTo>
                  <a:cubicBezTo>
                    <a:pt x="2987" y="7551"/>
                    <a:pt x="2988" y="7549"/>
                    <a:pt x="2989" y="7547"/>
                  </a:cubicBezTo>
                  <a:lnTo>
                    <a:pt x="2989" y="7547"/>
                  </a:lnTo>
                  <a:cubicBezTo>
                    <a:pt x="2966" y="7548"/>
                    <a:pt x="2925" y="7555"/>
                    <a:pt x="2905" y="7555"/>
                  </a:cubicBezTo>
                  <a:cubicBezTo>
                    <a:pt x="2891" y="7555"/>
                    <a:pt x="2887" y="7551"/>
                    <a:pt x="2911" y="7538"/>
                  </a:cubicBezTo>
                  <a:lnTo>
                    <a:pt x="2911" y="7538"/>
                  </a:lnTo>
                  <a:lnTo>
                    <a:pt x="2792" y="7597"/>
                  </a:lnTo>
                  <a:cubicBezTo>
                    <a:pt x="2792" y="7580"/>
                    <a:pt x="2818" y="7572"/>
                    <a:pt x="2835" y="7563"/>
                  </a:cubicBezTo>
                  <a:lnTo>
                    <a:pt x="2835" y="7563"/>
                  </a:lnTo>
                  <a:lnTo>
                    <a:pt x="2742" y="7589"/>
                  </a:lnTo>
                  <a:lnTo>
                    <a:pt x="2742" y="7580"/>
                  </a:lnTo>
                  <a:cubicBezTo>
                    <a:pt x="2657" y="7605"/>
                    <a:pt x="2581" y="7631"/>
                    <a:pt x="2513" y="7665"/>
                  </a:cubicBezTo>
                  <a:cubicBezTo>
                    <a:pt x="2640" y="7665"/>
                    <a:pt x="2454" y="7707"/>
                    <a:pt x="2471" y="7724"/>
                  </a:cubicBezTo>
                  <a:cubicBezTo>
                    <a:pt x="2420" y="7724"/>
                    <a:pt x="2395" y="7665"/>
                    <a:pt x="2488" y="7622"/>
                  </a:cubicBezTo>
                  <a:cubicBezTo>
                    <a:pt x="2493" y="7625"/>
                    <a:pt x="2500" y="7626"/>
                    <a:pt x="2506" y="7626"/>
                  </a:cubicBezTo>
                  <a:cubicBezTo>
                    <a:pt x="2541" y="7626"/>
                    <a:pt x="2589" y="7596"/>
                    <a:pt x="2632" y="7589"/>
                  </a:cubicBezTo>
                  <a:cubicBezTo>
                    <a:pt x="2589" y="7589"/>
                    <a:pt x="2539" y="7597"/>
                    <a:pt x="2496" y="7614"/>
                  </a:cubicBezTo>
                  <a:cubicBezTo>
                    <a:pt x="2539" y="7589"/>
                    <a:pt x="2429" y="7605"/>
                    <a:pt x="2429" y="7589"/>
                  </a:cubicBezTo>
                  <a:cubicBezTo>
                    <a:pt x="2437" y="7580"/>
                    <a:pt x="2446" y="7546"/>
                    <a:pt x="2513" y="7546"/>
                  </a:cubicBezTo>
                  <a:cubicBezTo>
                    <a:pt x="2527" y="7544"/>
                    <a:pt x="2537" y="7543"/>
                    <a:pt x="2544" y="7543"/>
                  </a:cubicBezTo>
                  <a:cubicBezTo>
                    <a:pt x="2583" y="7543"/>
                    <a:pt x="2543" y="7573"/>
                    <a:pt x="2551" y="7573"/>
                  </a:cubicBezTo>
                  <a:cubicBezTo>
                    <a:pt x="2552" y="7573"/>
                    <a:pt x="2554" y="7572"/>
                    <a:pt x="2556" y="7572"/>
                  </a:cubicBezTo>
                  <a:cubicBezTo>
                    <a:pt x="2562" y="7576"/>
                    <a:pt x="2570" y="7578"/>
                    <a:pt x="2579" y="7578"/>
                  </a:cubicBezTo>
                  <a:cubicBezTo>
                    <a:pt x="2624" y="7578"/>
                    <a:pt x="2701" y="7538"/>
                    <a:pt x="2750" y="7538"/>
                  </a:cubicBezTo>
                  <a:cubicBezTo>
                    <a:pt x="2750" y="7538"/>
                    <a:pt x="2740" y="7543"/>
                    <a:pt x="2732" y="7545"/>
                  </a:cubicBezTo>
                  <a:lnTo>
                    <a:pt x="2732" y="7545"/>
                  </a:lnTo>
                  <a:cubicBezTo>
                    <a:pt x="2785" y="7536"/>
                    <a:pt x="2885" y="7520"/>
                    <a:pt x="2885" y="7496"/>
                  </a:cubicBezTo>
                  <a:lnTo>
                    <a:pt x="2885" y="7496"/>
                  </a:lnTo>
                  <a:lnTo>
                    <a:pt x="2759" y="7538"/>
                  </a:lnTo>
                  <a:cubicBezTo>
                    <a:pt x="2733" y="7529"/>
                    <a:pt x="2792" y="7504"/>
                    <a:pt x="2759" y="7496"/>
                  </a:cubicBezTo>
                  <a:lnTo>
                    <a:pt x="2759" y="7496"/>
                  </a:lnTo>
                  <a:cubicBezTo>
                    <a:pt x="2725" y="7512"/>
                    <a:pt x="2691" y="7521"/>
                    <a:pt x="2657" y="7521"/>
                  </a:cubicBezTo>
                  <a:lnTo>
                    <a:pt x="2657" y="7512"/>
                  </a:lnTo>
                  <a:cubicBezTo>
                    <a:pt x="2564" y="7512"/>
                    <a:pt x="2471" y="7529"/>
                    <a:pt x="2378" y="7555"/>
                  </a:cubicBezTo>
                  <a:cubicBezTo>
                    <a:pt x="2361" y="7614"/>
                    <a:pt x="2336" y="7665"/>
                    <a:pt x="2302" y="7715"/>
                  </a:cubicBezTo>
                  <a:cubicBezTo>
                    <a:pt x="2167" y="7741"/>
                    <a:pt x="2032" y="7766"/>
                    <a:pt x="1897" y="7775"/>
                  </a:cubicBezTo>
                  <a:lnTo>
                    <a:pt x="1897" y="7775"/>
                  </a:lnTo>
                  <a:cubicBezTo>
                    <a:pt x="1897" y="7774"/>
                    <a:pt x="1897" y="7774"/>
                    <a:pt x="1897" y="7774"/>
                  </a:cubicBezTo>
                  <a:lnTo>
                    <a:pt x="1897" y="7774"/>
                  </a:lnTo>
                  <a:cubicBezTo>
                    <a:pt x="1897" y="7774"/>
                    <a:pt x="1896" y="7774"/>
                    <a:pt x="1896" y="7775"/>
                  </a:cubicBezTo>
                  <a:cubicBezTo>
                    <a:pt x="1896" y="7775"/>
                    <a:pt x="1897" y="7775"/>
                    <a:pt x="1897" y="7775"/>
                  </a:cubicBezTo>
                  <a:lnTo>
                    <a:pt x="1897" y="7775"/>
                  </a:lnTo>
                  <a:cubicBezTo>
                    <a:pt x="1901" y="7786"/>
                    <a:pt x="1901" y="7798"/>
                    <a:pt x="1896" y="7809"/>
                  </a:cubicBezTo>
                  <a:cubicBezTo>
                    <a:pt x="1888" y="7805"/>
                    <a:pt x="1878" y="7803"/>
                    <a:pt x="1868" y="7803"/>
                  </a:cubicBezTo>
                  <a:cubicBezTo>
                    <a:pt x="1849" y="7803"/>
                    <a:pt x="1827" y="7807"/>
                    <a:pt x="1811" y="7807"/>
                  </a:cubicBezTo>
                  <a:cubicBezTo>
                    <a:pt x="1796" y="7807"/>
                    <a:pt x="1786" y="7804"/>
                    <a:pt x="1786" y="7792"/>
                  </a:cubicBezTo>
                  <a:cubicBezTo>
                    <a:pt x="1752" y="7825"/>
                    <a:pt x="1633" y="7868"/>
                    <a:pt x="1659" y="7893"/>
                  </a:cubicBezTo>
                  <a:lnTo>
                    <a:pt x="1642" y="7893"/>
                  </a:lnTo>
                  <a:cubicBezTo>
                    <a:pt x="1586" y="7871"/>
                    <a:pt x="1525" y="7859"/>
                    <a:pt x="1464" y="7859"/>
                  </a:cubicBezTo>
                  <a:cubicBezTo>
                    <a:pt x="1433" y="7859"/>
                    <a:pt x="1402" y="7862"/>
                    <a:pt x="1371" y="7868"/>
                  </a:cubicBezTo>
                  <a:cubicBezTo>
                    <a:pt x="1346" y="7876"/>
                    <a:pt x="1346" y="7893"/>
                    <a:pt x="1354" y="7918"/>
                  </a:cubicBezTo>
                  <a:lnTo>
                    <a:pt x="1270" y="7918"/>
                  </a:lnTo>
                  <a:cubicBezTo>
                    <a:pt x="1295" y="7902"/>
                    <a:pt x="1312" y="7885"/>
                    <a:pt x="1346" y="7876"/>
                  </a:cubicBezTo>
                  <a:lnTo>
                    <a:pt x="1346" y="7876"/>
                  </a:lnTo>
                  <a:cubicBezTo>
                    <a:pt x="1270" y="7885"/>
                    <a:pt x="1202" y="7893"/>
                    <a:pt x="1143" y="7893"/>
                  </a:cubicBezTo>
                  <a:lnTo>
                    <a:pt x="1160" y="7876"/>
                  </a:lnTo>
                  <a:lnTo>
                    <a:pt x="1084" y="7902"/>
                  </a:lnTo>
                  <a:cubicBezTo>
                    <a:pt x="1098" y="7899"/>
                    <a:pt x="1115" y="7897"/>
                    <a:pt x="1130" y="7897"/>
                  </a:cubicBezTo>
                  <a:cubicBezTo>
                    <a:pt x="1162" y="7897"/>
                    <a:pt x="1188" y="7904"/>
                    <a:pt x="1177" y="7927"/>
                  </a:cubicBezTo>
                  <a:cubicBezTo>
                    <a:pt x="1134" y="7940"/>
                    <a:pt x="1101" y="7940"/>
                    <a:pt x="1069" y="7940"/>
                  </a:cubicBezTo>
                  <a:cubicBezTo>
                    <a:pt x="1037" y="7940"/>
                    <a:pt x="1007" y="7940"/>
                    <a:pt x="974" y="7952"/>
                  </a:cubicBezTo>
                  <a:cubicBezTo>
                    <a:pt x="982" y="7902"/>
                    <a:pt x="957" y="7893"/>
                    <a:pt x="982" y="7868"/>
                  </a:cubicBezTo>
                  <a:lnTo>
                    <a:pt x="991" y="7868"/>
                  </a:lnTo>
                  <a:cubicBezTo>
                    <a:pt x="1024" y="7834"/>
                    <a:pt x="1058" y="7817"/>
                    <a:pt x="1101" y="7809"/>
                  </a:cubicBezTo>
                  <a:cubicBezTo>
                    <a:pt x="1033" y="7800"/>
                    <a:pt x="1007" y="7800"/>
                    <a:pt x="991" y="7800"/>
                  </a:cubicBezTo>
                  <a:cubicBezTo>
                    <a:pt x="957" y="7800"/>
                    <a:pt x="931" y="7792"/>
                    <a:pt x="906" y="7783"/>
                  </a:cubicBezTo>
                  <a:cubicBezTo>
                    <a:pt x="906" y="7749"/>
                    <a:pt x="991" y="7766"/>
                    <a:pt x="974" y="7741"/>
                  </a:cubicBezTo>
                  <a:lnTo>
                    <a:pt x="974" y="7741"/>
                  </a:lnTo>
                  <a:cubicBezTo>
                    <a:pt x="1007" y="7749"/>
                    <a:pt x="1041" y="7758"/>
                    <a:pt x="1075" y="7758"/>
                  </a:cubicBezTo>
                  <a:cubicBezTo>
                    <a:pt x="1067" y="7758"/>
                    <a:pt x="1050" y="7766"/>
                    <a:pt x="1041" y="7775"/>
                  </a:cubicBezTo>
                  <a:cubicBezTo>
                    <a:pt x="1117" y="7749"/>
                    <a:pt x="1151" y="7775"/>
                    <a:pt x="1219" y="7732"/>
                  </a:cubicBezTo>
                  <a:lnTo>
                    <a:pt x="1219" y="7732"/>
                  </a:lnTo>
                  <a:cubicBezTo>
                    <a:pt x="1261" y="7741"/>
                    <a:pt x="1151" y="7758"/>
                    <a:pt x="1202" y="7758"/>
                  </a:cubicBezTo>
                  <a:cubicBezTo>
                    <a:pt x="1160" y="7775"/>
                    <a:pt x="1134" y="7800"/>
                    <a:pt x="1109" y="7834"/>
                  </a:cubicBezTo>
                  <a:cubicBezTo>
                    <a:pt x="1211" y="7834"/>
                    <a:pt x="1160" y="7792"/>
                    <a:pt x="1244" y="7766"/>
                  </a:cubicBezTo>
                  <a:lnTo>
                    <a:pt x="1320" y="7783"/>
                  </a:lnTo>
                  <a:cubicBezTo>
                    <a:pt x="1363" y="7775"/>
                    <a:pt x="1295" y="7775"/>
                    <a:pt x="1295" y="7766"/>
                  </a:cubicBezTo>
                  <a:cubicBezTo>
                    <a:pt x="1316" y="7762"/>
                    <a:pt x="1335" y="7760"/>
                    <a:pt x="1354" y="7760"/>
                  </a:cubicBezTo>
                  <a:cubicBezTo>
                    <a:pt x="1373" y="7760"/>
                    <a:pt x="1392" y="7762"/>
                    <a:pt x="1414" y="7766"/>
                  </a:cubicBezTo>
                  <a:cubicBezTo>
                    <a:pt x="1397" y="7758"/>
                    <a:pt x="1380" y="7758"/>
                    <a:pt x="1380" y="7741"/>
                  </a:cubicBezTo>
                  <a:lnTo>
                    <a:pt x="1380" y="7741"/>
                  </a:lnTo>
                  <a:cubicBezTo>
                    <a:pt x="1402" y="7746"/>
                    <a:pt x="1424" y="7747"/>
                    <a:pt x="1445" y="7747"/>
                  </a:cubicBezTo>
                  <a:cubicBezTo>
                    <a:pt x="1456" y="7747"/>
                    <a:pt x="1466" y="7747"/>
                    <a:pt x="1477" y="7747"/>
                  </a:cubicBezTo>
                  <a:cubicBezTo>
                    <a:pt x="1509" y="7747"/>
                    <a:pt x="1540" y="7749"/>
                    <a:pt x="1574" y="7766"/>
                  </a:cubicBezTo>
                  <a:cubicBezTo>
                    <a:pt x="1540" y="7749"/>
                    <a:pt x="1608" y="7707"/>
                    <a:pt x="1642" y="7699"/>
                  </a:cubicBezTo>
                  <a:lnTo>
                    <a:pt x="1507" y="7673"/>
                  </a:lnTo>
                  <a:cubicBezTo>
                    <a:pt x="1346" y="7707"/>
                    <a:pt x="1236" y="7715"/>
                    <a:pt x="1101" y="7741"/>
                  </a:cubicBezTo>
                  <a:lnTo>
                    <a:pt x="1109" y="7724"/>
                  </a:lnTo>
                  <a:cubicBezTo>
                    <a:pt x="1073" y="7718"/>
                    <a:pt x="1046" y="7715"/>
                    <a:pt x="1024" y="7715"/>
                  </a:cubicBezTo>
                  <a:cubicBezTo>
                    <a:pt x="985" y="7715"/>
                    <a:pt x="965" y="7724"/>
                    <a:pt x="948" y="7741"/>
                  </a:cubicBezTo>
                  <a:cubicBezTo>
                    <a:pt x="924" y="7759"/>
                    <a:pt x="895" y="7773"/>
                    <a:pt x="865" y="7773"/>
                  </a:cubicBezTo>
                  <a:cubicBezTo>
                    <a:pt x="853" y="7773"/>
                    <a:pt x="842" y="7771"/>
                    <a:pt x="830" y="7766"/>
                  </a:cubicBezTo>
                  <a:cubicBezTo>
                    <a:pt x="847" y="7732"/>
                    <a:pt x="796" y="7749"/>
                    <a:pt x="821" y="7715"/>
                  </a:cubicBezTo>
                  <a:lnTo>
                    <a:pt x="821" y="7715"/>
                  </a:lnTo>
                  <a:cubicBezTo>
                    <a:pt x="826" y="7720"/>
                    <a:pt x="831" y="7722"/>
                    <a:pt x="834" y="7722"/>
                  </a:cubicBezTo>
                  <a:cubicBezTo>
                    <a:pt x="843" y="7722"/>
                    <a:pt x="847" y="7711"/>
                    <a:pt x="847" y="7699"/>
                  </a:cubicBezTo>
                  <a:lnTo>
                    <a:pt x="847" y="7699"/>
                  </a:lnTo>
                  <a:cubicBezTo>
                    <a:pt x="838" y="7703"/>
                    <a:pt x="828" y="7707"/>
                    <a:pt x="818" y="7707"/>
                  </a:cubicBezTo>
                  <a:cubicBezTo>
                    <a:pt x="809" y="7707"/>
                    <a:pt x="800" y="7703"/>
                    <a:pt x="796" y="7690"/>
                  </a:cubicBezTo>
                  <a:cubicBezTo>
                    <a:pt x="811" y="7683"/>
                    <a:pt x="813" y="7663"/>
                    <a:pt x="829" y="7663"/>
                  </a:cubicBezTo>
                  <a:cubicBezTo>
                    <a:pt x="832" y="7663"/>
                    <a:pt x="835" y="7664"/>
                    <a:pt x="838" y="7665"/>
                  </a:cubicBezTo>
                  <a:cubicBezTo>
                    <a:pt x="821" y="7639"/>
                    <a:pt x="796" y="7614"/>
                    <a:pt x="762" y="7614"/>
                  </a:cubicBezTo>
                  <a:cubicBezTo>
                    <a:pt x="728" y="7572"/>
                    <a:pt x="745" y="7555"/>
                    <a:pt x="754" y="7546"/>
                  </a:cubicBezTo>
                  <a:cubicBezTo>
                    <a:pt x="762" y="7538"/>
                    <a:pt x="771" y="7529"/>
                    <a:pt x="754" y="7470"/>
                  </a:cubicBezTo>
                  <a:lnTo>
                    <a:pt x="754" y="7470"/>
                  </a:lnTo>
                  <a:lnTo>
                    <a:pt x="771" y="7487"/>
                  </a:lnTo>
                  <a:cubicBezTo>
                    <a:pt x="762" y="7462"/>
                    <a:pt x="754" y="7436"/>
                    <a:pt x="754" y="7402"/>
                  </a:cubicBezTo>
                  <a:lnTo>
                    <a:pt x="737" y="7436"/>
                  </a:lnTo>
                  <a:cubicBezTo>
                    <a:pt x="720" y="7402"/>
                    <a:pt x="711" y="7369"/>
                    <a:pt x="703" y="7326"/>
                  </a:cubicBezTo>
                  <a:cubicBezTo>
                    <a:pt x="697" y="7312"/>
                    <a:pt x="692" y="7307"/>
                    <a:pt x="688" y="7307"/>
                  </a:cubicBezTo>
                  <a:cubicBezTo>
                    <a:pt x="677" y="7307"/>
                    <a:pt x="674" y="7352"/>
                    <a:pt x="663" y="7352"/>
                  </a:cubicBezTo>
                  <a:cubicBezTo>
                    <a:pt x="662" y="7352"/>
                    <a:pt x="661" y="7352"/>
                    <a:pt x="661" y="7352"/>
                  </a:cubicBezTo>
                  <a:lnTo>
                    <a:pt x="661" y="7352"/>
                  </a:lnTo>
                  <a:lnTo>
                    <a:pt x="694" y="7369"/>
                  </a:lnTo>
                  <a:cubicBezTo>
                    <a:pt x="686" y="7411"/>
                    <a:pt x="720" y="7462"/>
                    <a:pt x="703" y="7479"/>
                  </a:cubicBezTo>
                  <a:cubicBezTo>
                    <a:pt x="686" y="7411"/>
                    <a:pt x="669" y="7428"/>
                    <a:pt x="652" y="7402"/>
                  </a:cubicBezTo>
                  <a:lnTo>
                    <a:pt x="652" y="7402"/>
                  </a:lnTo>
                  <a:cubicBezTo>
                    <a:pt x="661" y="7428"/>
                    <a:pt x="669" y="7445"/>
                    <a:pt x="678" y="7470"/>
                  </a:cubicBezTo>
                  <a:lnTo>
                    <a:pt x="661" y="7496"/>
                  </a:lnTo>
                  <a:cubicBezTo>
                    <a:pt x="669" y="7555"/>
                    <a:pt x="678" y="7597"/>
                    <a:pt x="711" y="7614"/>
                  </a:cubicBezTo>
                  <a:cubicBezTo>
                    <a:pt x="711" y="7589"/>
                    <a:pt x="678" y="7589"/>
                    <a:pt x="686" y="7563"/>
                  </a:cubicBezTo>
                  <a:lnTo>
                    <a:pt x="686" y="7563"/>
                  </a:lnTo>
                  <a:cubicBezTo>
                    <a:pt x="728" y="7580"/>
                    <a:pt x="754" y="7639"/>
                    <a:pt x="788" y="7665"/>
                  </a:cubicBezTo>
                  <a:cubicBezTo>
                    <a:pt x="779" y="7665"/>
                    <a:pt x="788" y="7673"/>
                    <a:pt x="779" y="7682"/>
                  </a:cubicBezTo>
                  <a:cubicBezTo>
                    <a:pt x="771" y="7682"/>
                    <a:pt x="771" y="7673"/>
                    <a:pt x="771" y="7673"/>
                  </a:cubicBezTo>
                  <a:cubicBezTo>
                    <a:pt x="754" y="7682"/>
                    <a:pt x="737" y="7665"/>
                    <a:pt x="754" y="7707"/>
                  </a:cubicBezTo>
                  <a:lnTo>
                    <a:pt x="661" y="7707"/>
                  </a:lnTo>
                  <a:cubicBezTo>
                    <a:pt x="627" y="7673"/>
                    <a:pt x="618" y="7639"/>
                    <a:pt x="610" y="7597"/>
                  </a:cubicBezTo>
                  <a:lnTo>
                    <a:pt x="618" y="7597"/>
                  </a:lnTo>
                  <a:cubicBezTo>
                    <a:pt x="610" y="7563"/>
                    <a:pt x="568" y="7487"/>
                    <a:pt x="593" y="7470"/>
                  </a:cubicBezTo>
                  <a:cubicBezTo>
                    <a:pt x="587" y="7459"/>
                    <a:pt x="578" y="7424"/>
                    <a:pt x="569" y="7424"/>
                  </a:cubicBezTo>
                  <a:cubicBezTo>
                    <a:pt x="565" y="7424"/>
                    <a:pt x="562" y="7432"/>
                    <a:pt x="559" y="7453"/>
                  </a:cubicBezTo>
                  <a:cubicBezTo>
                    <a:pt x="551" y="7419"/>
                    <a:pt x="542" y="7377"/>
                    <a:pt x="534" y="7343"/>
                  </a:cubicBezTo>
                  <a:lnTo>
                    <a:pt x="534" y="7343"/>
                  </a:lnTo>
                  <a:cubicBezTo>
                    <a:pt x="537" y="7344"/>
                    <a:pt x="541" y="7345"/>
                    <a:pt x="544" y="7345"/>
                  </a:cubicBezTo>
                  <a:cubicBezTo>
                    <a:pt x="570" y="7345"/>
                    <a:pt x="581" y="7307"/>
                    <a:pt x="597" y="7307"/>
                  </a:cubicBezTo>
                  <a:cubicBezTo>
                    <a:pt x="605" y="7307"/>
                    <a:pt x="614" y="7315"/>
                    <a:pt x="626" y="7340"/>
                  </a:cubicBezTo>
                  <a:lnTo>
                    <a:pt x="626" y="7340"/>
                  </a:lnTo>
                  <a:cubicBezTo>
                    <a:pt x="622" y="7327"/>
                    <a:pt x="619" y="7308"/>
                    <a:pt x="615" y="7281"/>
                  </a:cubicBezTo>
                  <a:lnTo>
                    <a:pt x="615" y="7281"/>
                  </a:lnTo>
                  <a:cubicBezTo>
                    <a:pt x="621" y="7287"/>
                    <a:pt x="625" y="7290"/>
                    <a:pt x="630" y="7290"/>
                  </a:cubicBezTo>
                  <a:cubicBezTo>
                    <a:pt x="647" y="7290"/>
                    <a:pt x="652" y="7243"/>
                    <a:pt x="652" y="7191"/>
                  </a:cubicBezTo>
                  <a:lnTo>
                    <a:pt x="627" y="7174"/>
                  </a:lnTo>
                  <a:cubicBezTo>
                    <a:pt x="652" y="7123"/>
                    <a:pt x="661" y="7056"/>
                    <a:pt x="652" y="6996"/>
                  </a:cubicBezTo>
                  <a:lnTo>
                    <a:pt x="559" y="6802"/>
                  </a:lnTo>
                  <a:lnTo>
                    <a:pt x="559" y="6743"/>
                  </a:lnTo>
                  <a:cubicBezTo>
                    <a:pt x="573" y="6721"/>
                    <a:pt x="564" y="6659"/>
                    <a:pt x="580" y="6659"/>
                  </a:cubicBezTo>
                  <a:cubicBezTo>
                    <a:pt x="583" y="6659"/>
                    <a:pt x="587" y="6661"/>
                    <a:pt x="593" y="6667"/>
                  </a:cubicBezTo>
                  <a:cubicBezTo>
                    <a:pt x="594" y="6665"/>
                    <a:pt x="595" y="6665"/>
                    <a:pt x="596" y="6665"/>
                  </a:cubicBezTo>
                  <a:cubicBezTo>
                    <a:pt x="601" y="6665"/>
                    <a:pt x="601" y="6689"/>
                    <a:pt x="601" y="6726"/>
                  </a:cubicBezTo>
                  <a:cubicBezTo>
                    <a:pt x="601" y="6726"/>
                    <a:pt x="598" y="6722"/>
                    <a:pt x="595" y="6722"/>
                  </a:cubicBezTo>
                  <a:cubicBezTo>
                    <a:pt x="594" y="6722"/>
                    <a:pt x="593" y="6723"/>
                    <a:pt x="593" y="6726"/>
                  </a:cubicBezTo>
                  <a:cubicBezTo>
                    <a:pt x="599" y="6729"/>
                    <a:pt x="606" y="6732"/>
                    <a:pt x="613" y="6732"/>
                  </a:cubicBezTo>
                  <a:cubicBezTo>
                    <a:pt x="624" y="6732"/>
                    <a:pt x="636" y="6723"/>
                    <a:pt x="652" y="6692"/>
                  </a:cubicBezTo>
                  <a:lnTo>
                    <a:pt x="652" y="6692"/>
                  </a:lnTo>
                  <a:cubicBezTo>
                    <a:pt x="644" y="6726"/>
                    <a:pt x="644" y="6751"/>
                    <a:pt x="652" y="6776"/>
                  </a:cubicBezTo>
                  <a:lnTo>
                    <a:pt x="652" y="6734"/>
                  </a:lnTo>
                  <a:cubicBezTo>
                    <a:pt x="652" y="6802"/>
                    <a:pt x="694" y="6903"/>
                    <a:pt x="711" y="6903"/>
                  </a:cubicBezTo>
                  <a:cubicBezTo>
                    <a:pt x="678" y="6886"/>
                    <a:pt x="711" y="6836"/>
                    <a:pt x="711" y="6802"/>
                  </a:cubicBezTo>
                  <a:cubicBezTo>
                    <a:pt x="718" y="6821"/>
                    <a:pt x="729" y="6859"/>
                    <a:pt x="734" y="6859"/>
                  </a:cubicBezTo>
                  <a:cubicBezTo>
                    <a:pt x="736" y="6859"/>
                    <a:pt x="737" y="6855"/>
                    <a:pt x="737" y="6844"/>
                  </a:cubicBezTo>
                  <a:cubicBezTo>
                    <a:pt x="731" y="6832"/>
                    <a:pt x="720" y="6760"/>
                    <a:pt x="708" y="6760"/>
                  </a:cubicBezTo>
                  <a:cubicBezTo>
                    <a:pt x="703" y="6760"/>
                    <a:pt x="699" y="6769"/>
                    <a:pt x="694" y="6793"/>
                  </a:cubicBezTo>
                  <a:cubicBezTo>
                    <a:pt x="686" y="6751"/>
                    <a:pt x="678" y="6700"/>
                    <a:pt x="686" y="6658"/>
                  </a:cubicBezTo>
                  <a:lnTo>
                    <a:pt x="686" y="6658"/>
                  </a:lnTo>
                  <a:cubicBezTo>
                    <a:pt x="690" y="6683"/>
                    <a:pt x="697" y="6688"/>
                    <a:pt x="704" y="6688"/>
                  </a:cubicBezTo>
                  <a:cubicBezTo>
                    <a:pt x="708" y="6688"/>
                    <a:pt x="712" y="6687"/>
                    <a:pt x="716" y="6687"/>
                  </a:cubicBezTo>
                  <a:cubicBezTo>
                    <a:pt x="720" y="6687"/>
                    <a:pt x="724" y="6688"/>
                    <a:pt x="728" y="6692"/>
                  </a:cubicBezTo>
                  <a:cubicBezTo>
                    <a:pt x="720" y="6667"/>
                    <a:pt x="703" y="6650"/>
                    <a:pt x="678" y="6641"/>
                  </a:cubicBezTo>
                  <a:cubicBezTo>
                    <a:pt x="703" y="6506"/>
                    <a:pt x="762" y="6455"/>
                    <a:pt x="745" y="6311"/>
                  </a:cubicBezTo>
                  <a:cubicBezTo>
                    <a:pt x="745" y="6310"/>
                    <a:pt x="744" y="6309"/>
                    <a:pt x="744" y="6309"/>
                  </a:cubicBezTo>
                  <a:lnTo>
                    <a:pt x="744" y="6309"/>
                  </a:lnTo>
                  <a:cubicBezTo>
                    <a:pt x="739" y="6309"/>
                    <a:pt x="751" y="6388"/>
                    <a:pt x="731" y="6388"/>
                  </a:cubicBezTo>
                  <a:cubicBezTo>
                    <a:pt x="730" y="6388"/>
                    <a:pt x="729" y="6388"/>
                    <a:pt x="728" y="6387"/>
                  </a:cubicBezTo>
                  <a:cubicBezTo>
                    <a:pt x="694" y="6277"/>
                    <a:pt x="771" y="6244"/>
                    <a:pt x="754" y="6150"/>
                  </a:cubicBezTo>
                  <a:lnTo>
                    <a:pt x="754" y="6150"/>
                  </a:lnTo>
                  <a:lnTo>
                    <a:pt x="720" y="6176"/>
                  </a:lnTo>
                  <a:cubicBezTo>
                    <a:pt x="711" y="6150"/>
                    <a:pt x="703" y="6083"/>
                    <a:pt x="703" y="6049"/>
                  </a:cubicBezTo>
                  <a:cubicBezTo>
                    <a:pt x="715" y="6043"/>
                    <a:pt x="732" y="5987"/>
                    <a:pt x="744" y="5987"/>
                  </a:cubicBezTo>
                  <a:cubicBezTo>
                    <a:pt x="748" y="5987"/>
                    <a:pt x="751" y="5995"/>
                    <a:pt x="754" y="6015"/>
                  </a:cubicBezTo>
                  <a:cubicBezTo>
                    <a:pt x="770" y="5870"/>
                    <a:pt x="686" y="5879"/>
                    <a:pt x="685" y="5718"/>
                  </a:cubicBezTo>
                  <a:lnTo>
                    <a:pt x="685" y="5718"/>
                  </a:lnTo>
                  <a:cubicBezTo>
                    <a:pt x="684" y="5763"/>
                    <a:pt x="678" y="5812"/>
                    <a:pt x="678" y="5854"/>
                  </a:cubicBezTo>
                  <a:cubicBezTo>
                    <a:pt x="671" y="5829"/>
                    <a:pt x="668" y="5822"/>
                    <a:pt x="666" y="5822"/>
                  </a:cubicBezTo>
                  <a:cubicBezTo>
                    <a:pt x="663" y="5822"/>
                    <a:pt x="660" y="5838"/>
                    <a:pt x="649" y="5838"/>
                  </a:cubicBezTo>
                  <a:cubicBezTo>
                    <a:pt x="647" y="5838"/>
                    <a:pt x="646" y="5838"/>
                    <a:pt x="644" y="5837"/>
                  </a:cubicBezTo>
                  <a:cubicBezTo>
                    <a:pt x="656" y="5806"/>
                    <a:pt x="650" y="5721"/>
                    <a:pt x="661" y="5721"/>
                  </a:cubicBezTo>
                  <a:cubicBezTo>
                    <a:pt x="664" y="5721"/>
                    <a:pt x="669" y="5730"/>
                    <a:pt x="678" y="5753"/>
                  </a:cubicBezTo>
                  <a:cubicBezTo>
                    <a:pt x="678" y="5685"/>
                    <a:pt x="678" y="5618"/>
                    <a:pt x="661" y="5558"/>
                  </a:cubicBezTo>
                  <a:lnTo>
                    <a:pt x="652" y="5601"/>
                  </a:lnTo>
                  <a:cubicBezTo>
                    <a:pt x="652" y="5533"/>
                    <a:pt x="644" y="5465"/>
                    <a:pt x="610" y="5406"/>
                  </a:cubicBezTo>
                  <a:lnTo>
                    <a:pt x="610" y="5406"/>
                  </a:lnTo>
                  <a:cubicBezTo>
                    <a:pt x="610" y="5508"/>
                    <a:pt x="652" y="5508"/>
                    <a:pt x="652" y="5634"/>
                  </a:cubicBezTo>
                  <a:cubicBezTo>
                    <a:pt x="644" y="5680"/>
                    <a:pt x="639" y="5693"/>
                    <a:pt x="634" y="5693"/>
                  </a:cubicBezTo>
                  <a:cubicBezTo>
                    <a:pt x="626" y="5693"/>
                    <a:pt x="620" y="5665"/>
                    <a:pt x="608" y="5665"/>
                  </a:cubicBezTo>
                  <a:cubicBezTo>
                    <a:pt x="602" y="5665"/>
                    <a:pt x="594" y="5672"/>
                    <a:pt x="585" y="5694"/>
                  </a:cubicBezTo>
                  <a:lnTo>
                    <a:pt x="610" y="5795"/>
                  </a:lnTo>
                  <a:lnTo>
                    <a:pt x="610" y="5744"/>
                  </a:lnTo>
                  <a:cubicBezTo>
                    <a:pt x="651" y="5761"/>
                    <a:pt x="612" y="5889"/>
                    <a:pt x="649" y="5889"/>
                  </a:cubicBezTo>
                  <a:cubicBezTo>
                    <a:pt x="650" y="5889"/>
                    <a:pt x="651" y="5889"/>
                    <a:pt x="652" y="5888"/>
                  </a:cubicBezTo>
                  <a:lnTo>
                    <a:pt x="652" y="5888"/>
                  </a:lnTo>
                  <a:cubicBezTo>
                    <a:pt x="618" y="5990"/>
                    <a:pt x="635" y="6024"/>
                    <a:pt x="610" y="6125"/>
                  </a:cubicBezTo>
                  <a:cubicBezTo>
                    <a:pt x="614" y="6134"/>
                    <a:pt x="618" y="6138"/>
                    <a:pt x="620" y="6138"/>
                  </a:cubicBezTo>
                  <a:cubicBezTo>
                    <a:pt x="627" y="6138"/>
                    <a:pt x="627" y="6108"/>
                    <a:pt x="627" y="6083"/>
                  </a:cubicBezTo>
                  <a:cubicBezTo>
                    <a:pt x="627" y="6142"/>
                    <a:pt x="669" y="6142"/>
                    <a:pt x="644" y="6218"/>
                  </a:cubicBezTo>
                  <a:cubicBezTo>
                    <a:pt x="641" y="6228"/>
                    <a:pt x="642" y="6233"/>
                    <a:pt x="645" y="6233"/>
                  </a:cubicBezTo>
                  <a:cubicBezTo>
                    <a:pt x="652" y="6233"/>
                    <a:pt x="669" y="6206"/>
                    <a:pt x="669" y="6159"/>
                  </a:cubicBezTo>
                  <a:lnTo>
                    <a:pt x="669" y="6337"/>
                  </a:lnTo>
                  <a:lnTo>
                    <a:pt x="694" y="6269"/>
                  </a:lnTo>
                  <a:lnTo>
                    <a:pt x="694" y="6337"/>
                  </a:lnTo>
                  <a:lnTo>
                    <a:pt x="711" y="6277"/>
                  </a:lnTo>
                  <a:lnTo>
                    <a:pt x="711" y="6277"/>
                  </a:lnTo>
                  <a:cubicBezTo>
                    <a:pt x="728" y="6396"/>
                    <a:pt x="711" y="6506"/>
                    <a:pt x="678" y="6616"/>
                  </a:cubicBezTo>
                  <a:cubicBezTo>
                    <a:pt x="644" y="6506"/>
                    <a:pt x="661" y="6328"/>
                    <a:pt x="618" y="6260"/>
                  </a:cubicBezTo>
                  <a:lnTo>
                    <a:pt x="618" y="6260"/>
                  </a:lnTo>
                  <a:cubicBezTo>
                    <a:pt x="601" y="6286"/>
                    <a:pt x="644" y="6354"/>
                    <a:pt x="610" y="6379"/>
                  </a:cubicBezTo>
                  <a:lnTo>
                    <a:pt x="635" y="6413"/>
                  </a:lnTo>
                  <a:cubicBezTo>
                    <a:pt x="644" y="6455"/>
                    <a:pt x="652" y="6540"/>
                    <a:pt x="627" y="6548"/>
                  </a:cubicBezTo>
                  <a:cubicBezTo>
                    <a:pt x="610" y="6489"/>
                    <a:pt x="593" y="6421"/>
                    <a:pt x="559" y="6362"/>
                  </a:cubicBezTo>
                  <a:cubicBezTo>
                    <a:pt x="551" y="6362"/>
                    <a:pt x="551" y="6354"/>
                    <a:pt x="551" y="6337"/>
                  </a:cubicBezTo>
                  <a:cubicBezTo>
                    <a:pt x="551" y="6303"/>
                    <a:pt x="551" y="6269"/>
                    <a:pt x="551" y="6227"/>
                  </a:cubicBezTo>
                  <a:cubicBezTo>
                    <a:pt x="554" y="6213"/>
                    <a:pt x="559" y="6209"/>
                    <a:pt x="563" y="6209"/>
                  </a:cubicBezTo>
                  <a:cubicBezTo>
                    <a:pt x="570" y="6209"/>
                    <a:pt x="576" y="6218"/>
                    <a:pt x="576" y="6218"/>
                  </a:cubicBezTo>
                  <a:cubicBezTo>
                    <a:pt x="610" y="6091"/>
                    <a:pt x="525" y="6007"/>
                    <a:pt x="551" y="5871"/>
                  </a:cubicBezTo>
                  <a:cubicBezTo>
                    <a:pt x="572" y="5871"/>
                    <a:pt x="576" y="5797"/>
                    <a:pt x="587" y="5797"/>
                  </a:cubicBezTo>
                  <a:cubicBezTo>
                    <a:pt x="588" y="5797"/>
                    <a:pt x="591" y="5799"/>
                    <a:pt x="593" y="5804"/>
                  </a:cubicBezTo>
                  <a:cubicBezTo>
                    <a:pt x="593" y="5744"/>
                    <a:pt x="576" y="5685"/>
                    <a:pt x="551" y="5626"/>
                  </a:cubicBezTo>
                  <a:cubicBezTo>
                    <a:pt x="572" y="5619"/>
                    <a:pt x="563" y="5540"/>
                    <a:pt x="575" y="5540"/>
                  </a:cubicBezTo>
                  <a:cubicBezTo>
                    <a:pt x="577" y="5540"/>
                    <a:pt x="580" y="5543"/>
                    <a:pt x="585" y="5550"/>
                  </a:cubicBezTo>
                  <a:lnTo>
                    <a:pt x="551" y="5474"/>
                  </a:lnTo>
                  <a:cubicBezTo>
                    <a:pt x="559" y="5431"/>
                    <a:pt x="542" y="5330"/>
                    <a:pt x="568" y="5313"/>
                  </a:cubicBezTo>
                  <a:cubicBezTo>
                    <a:pt x="559" y="5254"/>
                    <a:pt x="534" y="5296"/>
                    <a:pt x="542" y="5220"/>
                  </a:cubicBezTo>
                  <a:cubicBezTo>
                    <a:pt x="551" y="5220"/>
                    <a:pt x="551" y="5220"/>
                    <a:pt x="551" y="5228"/>
                  </a:cubicBezTo>
                  <a:cubicBezTo>
                    <a:pt x="568" y="5186"/>
                    <a:pt x="568" y="5127"/>
                    <a:pt x="551" y="5085"/>
                  </a:cubicBezTo>
                  <a:cubicBezTo>
                    <a:pt x="542" y="5110"/>
                    <a:pt x="542" y="5135"/>
                    <a:pt x="542" y="5152"/>
                  </a:cubicBezTo>
                  <a:cubicBezTo>
                    <a:pt x="525" y="5152"/>
                    <a:pt x="508" y="5085"/>
                    <a:pt x="525" y="5017"/>
                  </a:cubicBezTo>
                  <a:lnTo>
                    <a:pt x="525" y="5017"/>
                  </a:lnTo>
                  <a:cubicBezTo>
                    <a:pt x="533" y="5038"/>
                    <a:pt x="539" y="5045"/>
                    <a:pt x="543" y="5045"/>
                  </a:cubicBezTo>
                  <a:cubicBezTo>
                    <a:pt x="558" y="5045"/>
                    <a:pt x="562" y="4976"/>
                    <a:pt x="571" y="4976"/>
                  </a:cubicBezTo>
                  <a:cubicBezTo>
                    <a:pt x="572" y="4976"/>
                    <a:pt x="574" y="4978"/>
                    <a:pt x="576" y="4983"/>
                  </a:cubicBezTo>
                  <a:cubicBezTo>
                    <a:pt x="568" y="4856"/>
                    <a:pt x="551" y="4729"/>
                    <a:pt x="500" y="4611"/>
                  </a:cubicBezTo>
                  <a:cubicBezTo>
                    <a:pt x="508" y="4459"/>
                    <a:pt x="500" y="4306"/>
                    <a:pt x="483" y="4154"/>
                  </a:cubicBezTo>
                  <a:lnTo>
                    <a:pt x="483" y="4171"/>
                  </a:lnTo>
                  <a:lnTo>
                    <a:pt x="466" y="4103"/>
                  </a:lnTo>
                  <a:cubicBezTo>
                    <a:pt x="466" y="4061"/>
                    <a:pt x="500" y="4103"/>
                    <a:pt x="491" y="4036"/>
                  </a:cubicBezTo>
                  <a:lnTo>
                    <a:pt x="491" y="4036"/>
                  </a:lnTo>
                  <a:cubicBezTo>
                    <a:pt x="517" y="4061"/>
                    <a:pt x="500" y="4146"/>
                    <a:pt x="517" y="4213"/>
                  </a:cubicBezTo>
                  <a:cubicBezTo>
                    <a:pt x="524" y="4190"/>
                    <a:pt x="530" y="4181"/>
                    <a:pt x="535" y="4181"/>
                  </a:cubicBezTo>
                  <a:cubicBezTo>
                    <a:pt x="548" y="4181"/>
                    <a:pt x="554" y="4256"/>
                    <a:pt x="566" y="4256"/>
                  </a:cubicBezTo>
                  <a:cubicBezTo>
                    <a:pt x="569" y="4256"/>
                    <a:pt x="572" y="4251"/>
                    <a:pt x="576" y="4239"/>
                  </a:cubicBezTo>
                  <a:cubicBezTo>
                    <a:pt x="517" y="4196"/>
                    <a:pt x="568" y="4002"/>
                    <a:pt x="534" y="3909"/>
                  </a:cubicBezTo>
                  <a:cubicBezTo>
                    <a:pt x="536" y="3885"/>
                    <a:pt x="539" y="3877"/>
                    <a:pt x="543" y="3877"/>
                  </a:cubicBezTo>
                  <a:cubicBezTo>
                    <a:pt x="543" y="3877"/>
                    <a:pt x="543" y="3877"/>
                    <a:pt x="544" y="3877"/>
                  </a:cubicBezTo>
                  <a:lnTo>
                    <a:pt x="544" y="3877"/>
                  </a:lnTo>
                  <a:cubicBezTo>
                    <a:pt x="552" y="3840"/>
                    <a:pt x="560" y="3833"/>
                    <a:pt x="568" y="3833"/>
                  </a:cubicBezTo>
                  <a:cubicBezTo>
                    <a:pt x="585" y="3731"/>
                    <a:pt x="576" y="3630"/>
                    <a:pt x="542" y="3537"/>
                  </a:cubicBezTo>
                  <a:lnTo>
                    <a:pt x="542" y="3537"/>
                  </a:lnTo>
                  <a:cubicBezTo>
                    <a:pt x="547" y="3567"/>
                    <a:pt x="547" y="3575"/>
                    <a:pt x="544" y="3575"/>
                  </a:cubicBezTo>
                  <a:cubicBezTo>
                    <a:pt x="541" y="3575"/>
                    <a:pt x="533" y="3560"/>
                    <a:pt x="526" y="3560"/>
                  </a:cubicBezTo>
                  <a:cubicBezTo>
                    <a:pt x="521" y="3560"/>
                    <a:pt x="517" y="3570"/>
                    <a:pt x="517" y="3604"/>
                  </a:cubicBezTo>
                  <a:cubicBezTo>
                    <a:pt x="500" y="3553"/>
                    <a:pt x="491" y="3494"/>
                    <a:pt x="500" y="3435"/>
                  </a:cubicBezTo>
                  <a:lnTo>
                    <a:pt x="500" y="3435"/>
                  </a:lnTo>
                  <a:cubicBezTo>
                    <a:pt x="502" y="3449"/>
                    <a:pt x="504" y="3453"/>
                    <a:pt x="508" y="3453"/>
                  </a:cubicBezTo>
                  <a:cubicBezTo>
                    <a:pt x="515" y="3453"/>
                    <a:pt x="524" y="3430"/>
                    <a:pt x="530" y="3430"/>
                  </a:cubicBezTo>
                  <a:cubicBezTo>
                    <a:pt x="535" y="3430"/>
                    <a:pt x="537" y="3444"/>
                    <a:pt x="534" y="3494"/>
                  </a:cubicBezTo>
                  <a:cubicBezTo>
                    <a:pt x="568" y="3469"/>
                    <a:pt x="534" y="3427"/>
                    <a:pt x="534" y="3359"/>
                  </a:cubicBezTo>
                  <a:lnTo>
                    <a:pt x="534" y="3359"/>
                  </a:lnTo>
                  <a:cubicBezTo>
                    <a:pt x="542" y="3393"/>
                    <a:pt x="551" y="3427"/>
                    <a:pt x="568" y="3460"/>
                  </a:cubicBezTo>
                  <a:cubicBezTo>
                    <a:pt x="525" y="3359"/>
                    <a:pt x="601" y="3156"/>
                    <a:pt x="568" y="3122"/>
                  </a:cubicBezTo>
                  <a:cubicBezTo>
                    <a:pt x="542" y="3046"/>
                    <a:pt x="517" y="2944"/>
                    <a:pt x="491" y="2860"/>
                  </a:cubicBezTo>
                  <a:cubicBezTo>
                    <a:pt x="500" y="2775"/>
                    <a:pt x="508" y="2682"/>
                    <a:pt x="508" y="2589"/>
                  </a:cubicBezTo>
                  <a:lnTo>
                    <a:pt x="517" y="2606"/>
                  </a:lnTo>
                  <a:cubicBezTo>
                    <a:pt x="525" y="2555"/>
                    <a:pt x="508" y="2479"/>
                    <a:pt x="517" y="2395"/>
                  </a:cubicBezTo>
                  <a:lnTo>
                    <a:pt x="542" y="2378"/>
                  </a:lnTo>
                  <a:cubicBezTo>
                    <a:pt x="534" y="2301"/>
                    <a:pt x="534" y="2225"/>
                    <a:pt x="534" y="2141"/>
                  </a:cubicBezTo>
                  <a:cubicBezTo>
                    <a:pt x="520" y="2141"/>
                    <a:pt x="523" y="2192"/>
                    <a:pt x="515" y="2192"/>
                  </a:cubicBezTo>
                  <a:cubicBezTo>
                    <a:pt x="514" y="2192"/>
                    <a:pt x="511" y="2189"/>
                    <a:pt x="508" y="2183"/>
                  </a:cubicBezTo>
                  <a:lnTo>
                    <a:pt x="508" y="2183"/>
                  </a:lnTo>
                  <a:cubicBezTo>
                    <a:pt x="508" y="2218"/>
                    <a:pt x="508" y="2247"/>
                    <a:pt x="518" y="2247"/>
                  </a:cubicBezTo>
                  <a:cubicBezTo>
                    <a:pt x="520" y="2247"/>
                    <a:pt x="522" y="2245"/>
                    <a:pt x="525" y="2242"/>
                  </a:cubicBezTo>
                  <a:lnTo>
                    <a:pt x="525" y="2242"/>
                  </a:lnTo>
                  <a:cubicBezTo>
                    <a:pt x="525" y="2285"/>
                    <a:pt x="500" y="2285"/>
                    <a:pt x="491" y="2318"/>
                  </a:cubicBezTo>
                  <a:lnTo>
                    <a:pt x="475" y="2158"/>
                  </a:lnTo>
                  <a:lnTo>
                    <a:pt x="483" y="2141"/>
                  </a:lnTo>
                  <a:lnTo>
                    <a:pt x="449" y="2132"/>
                  </a:lnTo>
                  <a:cubicBezTo>
                    <a:pt x="456" y="2099"/>
                    <a:pt x="457" y="2087"/>
                    <a:pt x="465" y="2087"/>
                  </a:cubicBezTo>
                  <a:cubicBezTo>
                    <a:pt x="468" y="2087"/>
                    <a:pt x="471" y="2088"/>
                    <a:pt x="475" y="2090"/>
                  </a:cubicBezTo>
                  <a:cubicBezTo>
                    <a:pt x="458" y="1997"/>
                    <a:pt x="424" y="1972"/>
                    <a:pt x="432" y="1879"/>
                  </a:cubicBezTo>
                  <a:lnTo>
                    <a:pt x="432" y="1879"/>
                  </a:lnTo>
                  <a:cubicBezTo>
                    <a:pt x="458" y="1912"/>
                    <a:pt x="475" y="1963"/>
                    <a:pt x="475" y="2005"/>
                  </a:cubicBezTo>
                  <a:lnTo>
                    <a:pt x="475" y="1904"/>
                  </a:lnTo>
                  <a:cubicBezTo>
                    <a:pt x="498" y="1943"/>
                    <a:pt x="492" y="2109"/>
                    <a:pt x="519" y="2109"/>
                  </a:cubicBezTo>
                  <a:cubicBezTo>
                    <a:pt x="521" y="2109"/>
                    <a:pt x="523" y="2109"/>
                    <a:pt x="525" y="2107"/>
                  </a:cubicBezTo>
                  <a:cubicBezTo>
                    <a:pt x="517" y="1972"/>
                    <a:pt x="491" y="1845"/>
                    <a:pt x="458" y="1709"/>
                  </a:cubicBezTo>
                  <a:cubicBezTo>
                    <a:pt x="491" y="1659"/>
                    <a:pt x="458" y="1574"/>
                    <a:pt x="466" y="1489"/>
                  </a:cubicBezTo>
                  <a:cubicBezTo>
                    <a:pt x="473" y="1476"/>
                    <a:pt x="479" y="1458"/>
                    <a:pt x="486" y="1458"/>
                  </a:cubicBezTo>
                  <a:cubicBezTo>
                    <a:pt x="488" y="1458"/>
                    <a:pt x="490" y="1460"/>
                    <a:pt x="491" y="1464"/>
                  </a:cubicBezTo>
                  <a:lnTo>
                    <a:pt x="491" y="1489"/>
                  </a:lnTo>
                  <a:cubicBezTo>
                    <a:pt x="500" y="1371"/>
                    <a:pt x="483" y="1244"/>
                    <a:pt x="458" y="1126"/>
                  </a:cubicBezTo>
                  <a:lnTo>
                    <a:pt x="491" y="1075"/>
                  </a:lnTo>
                  <a:cubicBezTo>
                    <a:pt x="494" y="1009"/>
                    <a:pt x="489" y="994"/>
                    <a:pt x="480" y="994"/>
                  </a:cubicBezTo>
                  <a:cubicBezTo>
                    <a:pt x="473" y="994"/>
                    <a:pt x="464" y="1004"/>
                    <a:pt x="455" y="1004"/>
                  </a:cubicBezTo>
                  <a:cubicBezTo>
                    <a:pt x="445" y="1004"/>
                    <a:pt x="435" y="989"/>
                    <a:pt x="432" y="923"/>
                  </a:cubicBezTo>
                  <a:cubicBezTo>
                    <a:pt x="466" y="880"/>
                    <a:pt x="449" y="694"/>
                    <a:pt x="475" y="686"/>
                  </a:cubicBezTo>
                  <a:cubicBezTo>
                    <a:pt x="475" y="652"/>
                    <a:pt x="475" y="635"/>
                    <a:pt x="458" y="635"/>
                  </a:cubicBezTo>
                  <a:cubicBezTo>
                    <a:pt x="451" y="655"/>
                    <a:pt x="455" y="703"/>
                    <a:pt x="444" y="703"/>
                  </a:cubicBezTo>
                  <a:cubicBezTo>
                    <a:pt x="441" y="703"/>
                    <a:pt x="437" y="701"/>
                    <a:pt x="432" y="694"/>
                  </a:cubicBezTo>
                  <a:cubicBezTo>
                    <a:pt x="432" y="643"/>
                    <a:pt x="432" y="601"/>
                    <a:pt x="441" y="550"/>
                  </a:cubicBezTo>
                  <a:cubicBezTo>
                    <a:pt x="447" y="550"/>
                    <a:pt x="454" y="572"/>
                    <a:pt x="457" y="572"/>
                  </a:cubicBezTo>
                  <a:cubicBezTo>
                    <a:pt x="457" y="572"/>
                    <a:pt x="458" y="571"/>
                    <a:pt x="458" y="567"/>
                  </a:cubicBezTo>
                  <a:cubicBezTo>
                    <a:pt x="449" y="449"/>
                    <a:pt x="449" y="220"/>
                    <a:pt x="398" y="102"/>
                  </a:cubicBezTo>
                  <a:lnTo>
                    <a:pt x="398" y="102"/>
                  </a:lnTo>
                  <a:cubicBezTo>
                    <a:pt x="398" y="144"/>
                    <a:pt x="424" y="144"/>
                    <a:pt x="407" y="204"/>
                  </a:cubicBezTo>
                  <a:cubicBezTo>
                    <a:pt x="390" y="204"/>
                    <a:pt x="398" y="170"/>
                    <a:pt x="390" y="161"/>
                  </a:cubicBezTo>
                  <a:lnTo>
                    <a:pt x="390" y="161"/>
                  </a:lnTo>
                  <a:cubicBezTo>
                    <a:pt x="365" y="170"/>
                    <a:pt x="407" y="220"/>
                    <a:pt x="390" y="280"/>
                  </a:cubicBezTo>
                  <a:lnTo>
                    <a:pt x="356" y="178"/>
                  </a:lnTo>
                  <a:lnTo>
                    <a:pt x="339" y="237"/>
                  </a:lnTo>
                  <a:lnTo>
                    <a:pt x="27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9"/>
            <p:cNvSpPr/>
            <p:nvPr/>
          </p:nvSpPr>
          <p:spPr>
            <a:xfrm flipH="1" rot="-3371424">
              <a:off x="3015330" y="3921280"/>
              <a:ext cx="3994" cy="1908"/>
            </a:xfrm>
            <a:custGeom>
              <a:rect b="b" l="l" r="r" t="t"/>
              <a:pathLst>
                <a:path extrusionOk="0" h="52" w="119">
                  <a:moveTo>
                    <a:pt x="102" y="0"/>
                  </a:moveTo>
                  <a:cubicBezTo>
                    <a:pt x="110" y="26"/>
                    <a:pt x="0" y="34"/>
                    <a:pt x="42" y="51"/>
                  </a:cubicBezTo>
                  <a:cubicBezTo>
                    <a:pt x="59" y="34"/>
                    <a:pt x="119" y="17"/>
                    <a:pt x="10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9"/>
            <p:cNvSpPr/>
            <p:nvPr/>
          </p:nvSpPr>
          <p:spPr>
            <a:xfrm flipH="1" rot="-3371424">
              <a:off x="3015799" y="3923107"/>
              <a:ext cx="2316" cy="991"/>
            </a:xfrm>
            <a:custGeom>
              <a:rect b="b" l="l" r="r" t="t"/>
              <a:pathLst>
                <a:path extrusionOk="0" h="27" w="69">
                  <a:moveTo>
                    <a:pt x="69" y="1"/>
                  </a:moveTo>
                  <a:cubicBezTo>
                    <a:pt x="66" y="2"/>
                    <a:pt x="63" y="3"/>
                    <a:pt x="61" y="4"/>
                  </a:cubicBezTo>
                  <a:lnTo>
                    <a:pt x="61" y="4"/>
                  </a:lnTo>
                  <a:lnTo>
                    <a:pt x="69" y="1"/>
                  </a:lnTo>
                  <a:close/>
                  <a:moveTo>
                    <a:pt x="61" y="4"/>
                  </a:moveTo>
                  <a:lnTo>
                    <a:pt x="1" y="26"/>
                  </a:lnTo>
                  <a:lnTo>
                    <a:pt x="43" y="26"/>
                  </a:lnTo>
                  <a:cubicBezTo>
                    <a:pt x="43" y="19"/>
                    <a:pt x="43" y="11"/>
                    <a:pt x="61"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9"/>
            <p:cNvSpPr/>
            <p:nvPr/>
          </p:nvSpPr>
          <p:spPr>
            <a:xfrm flipH="1" rot="-3371424">
              <a:off x="3012787" y="3929668"/>
              <a:ext cx="7250" cy="4366"/>
            </a:xfrm>
            <a:custGeom>
              <a:rect b="b" l="l" r="r" t="t"/>
              <a:pathLst>
                <a:path extrusionOk="0" h="119" w="216">
                  <a:moveTo>
                    <a:pt x="105" y="17"/>
                  </a:moveTo>
                  <a:cubicBezTo>
                    <a:pt x="86" y="22"/>
                    <a:pt x="64" y="30"/>
                    <a:pt x="44" y="42"/>
                  </a:cubicBezTo>
                  <a:lnTo>
                    <a:pt x="44" y="42"/>
                  </a:lnTo>
                  <a:cubicBezTo>
                    <a:pt x="62" y="34"/>
                    <a:pt x="84" y="26"/>
                    <a:pt x="107" y="20"/>
                  </a:cubicBezTo>
                  <a:lnTo>
                    <a:pt x="107" y="20"/>
                  </a:lnTo>
                  <a:cubicBezTo>
                    <a:pt x="107" y="19"/>
                    <a:pt x="106" y="18"/>
                    <a:pt x="105" y="17"/>
                  </a:cubicBezTo>
                  <a:close/>
                  <a:moveTo>
                    <a:pt x="44" y="42"/>
                  </a:moveTo>
                  <a:cubicBezTo>
                    <a:pt x="18" y="53"/>
                    <a:pt x="1" y="65"/>
                    <a:pt x="4" y="77"/>
                  </a:cubicBezTo>
                  <a:cubicBezTo>
                    <a:pt x="14" y="62"/>
                    <a:pt x="28" y="51"/>
                    <a:pt x="44" y="42"/>
                  </a:cubicBezTo>
                  <a:close/>
                  <a:moveTo>
                    <a:pt x="215" y="1"/>
                  </a:moveTo>
                  <a:cubicBezTo>
                    <a:pt x="193" y="1"/>
                    <a:pt x="150" y="8"/>
                    <a:pt x="107" y="20"/>
                  </a:cubicBezTo>
                  <a:lnTo>
                    <a:pt x="107" y="20"/>
                  </a:lnTo>
                  <a:cubicBezTo>
                    <a:pt x="143" y="60"/>
                    <a:pt x="29" y="61"/>
                    <a:pt x="20" y="119"/>
                  </a:cubicBezTo>
                  <a:cubicBezTo>
                    <a:pt x="122" y="94"/>
                    <a:pt x="130" y="34"/>
                    <a:pt x="21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9"/>
            <p:cNvSpPr/>
            <p:nvPr/>
          </p:nvSpPr>
          <p:spPr>
            <a:xfrm flipH="1" rot="-3371424">
              <a:off x="3020259" y="3929504"/>
              <a:ext cx="2014" cy="1284"/>
            </a:xfrm>
            <a:custGeom>
              <a:rect b="b" l="l" r="r" t="t"/>
              <a:pathLst>
                <a:path extrusionOk="0" h="35" w="60">
                  <a:moveTo>
                    <a:pt x="60" y="0"/>
                  </a:moveTo>
                  <a:lnTo>
                    <a:pt x="1" y="34"/>
                  </a:lnTo>
                  <a:lnTo>
                    <a:pt x="9" y="34"/>
                  </a:lnTo>
                  <a:lnTo>
                    <a:pt x="60" y="9"/>
                  </a:lnTo>
                  <a:lnTo>
                    <a:pt x="6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9"/>
            <p:cNvSpPr/>
            <p:nvPr/>
          </p:nvSpPr>
          <p:spPr>
            <a:xfrm flipH="1" rot="-3371424">
              <a:off x="3043230" y="3890272"/>
              <a:ext cx="2014" cy="844"/>
            </a:xfrm>
            <a:custGeom>
              <a:rect b="b" l="l" r="r" t="t"/>
              <a:pathLst>
                <a:path extrusionOk="0" h="23" w="60">
                  <a:moveTo>
                    <a:pt x="46" y="0"/>
                  </a:moveTo>
                  <a:cubicBezTo>
                    <a:pt x="31" y="0"/>
                    <a:pt x="13" y="16"/>
                    <a:pt x="0" y="23"/>
                  </a:cubicBezTo>
                  <a:cubicBezTo>
                    <a:pt x="17" y="23"/>
                    <a:pt x="43" y="14"/>
                    <a:pt x="60" y="6"/>
                  </a:cubicBezTo>
                  <a:cubicBezTo>
                    <a:pt x="55" y="2"/>
                    <a:pt x="51" y="0"/>
                    <a:pt x="4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9"/>
            <p:cNvSpPr/>
            <p:nvPr/>
          </p:nvSpPr>
          <p:spPr>
            <a:xfrm flipH="1" rot="-3371424">
              <a:off x="2958395" y="3666255"/>
              <a:ext cx="604" cy="16179"/>
            </a:xfrm>
            <a:custGeom>
              <a:rect b="b" l="l" r="r" t="t"/>
              <a:pathLst>
                <a:path extrusionOk="0" h="441" w="18">
                  <a:moveTo>
                    <a:pt x="1" y="1"/>
                  </a:moveTo>
                  <a:lnTo>
                    <a:pt x="13" y="325"/>
                  </a:lnTo>
                  <a:lnTo>
                    <a:pt x="13" y="325"/>
                  </a:lnTo>
                  <a:cubicBezTo>
                    <a:pt x="9" y="195"/>
                    <a:pt x="7" y="100"/>
                    <a:pt x="1" y="1"/>
                  </a:cubicBezTo>
                  <a:close/>
                  <a:moveTo>
                    <a:pt x="13" y="325"/>
                  </a:moveTo>
                  <a:cubicBezTo>
                    <a:pt x="14" y="361"/>
                    <a:pt x="16" y="399"/>
                    <a:pt x="18" y="441"/>
                  </a:cubicBezTo>
                  <a:lnTo>
                    <a:pt x="13" y="32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9"/>
            <p:cNvSpPr/>
            <p:nvPr/>
          </p:nvSpPr>
          <p:spPr>
            <a:xfrm flipH="1" rot="-3371424">
              <a:off x="3075228" y="3860226"/>
              <a:ext cx="10842" cy="4366"/>
            </a:xfrm>
            <a:custGeom>
              <a:rect b="b" l="l" r="r" t="t"/>
              <a:pathLst>
                <a:path extrusionOk="0" h="119" w="323">
                  <a:moveTo>
                    <a:pt x="322" y="1"/>
                  </a:moveTo>
                  <a:cubicBezTo>
                    <a:pt x="170" y="1"/>
                    <a:pt x="136" y="102"/>
                    <a:pt x="1" y="102"/>
                  </a:cubicBezTo>
                  <a:lnTo>
                    <a:pt x="60" y="119"/>
                  </a:lnTo>
                  <a:cubicBezTo>
                    <a:pt x="162" y="77"/>
                    <a:pt x="212" y="34"/>
                    <a:pt x="32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9"/>
            <p:cNvSpPr/>
            <p:nvPr/>
          </p:nvSpPr>
          <p:spPr>
            <a:xfrm flipH="1" rot="-3371424">
              <a:off x="3079182" y="3857205"/>
              <a:ext cx="3994" cy="2825"/>
            </a:xfrm>
            <a:custGeom>
              <a:rect b="b" l="l" r="r" t="t"/>
              <a:pathLst>
                <a:path extrusionOk="0" h="77" w="119">
                  <a:moveTo>
                    <a:pt x="77" y="0"/>
                  </a:moveTo>
                  <a:cubicBezTo>
                    <a:pt x="102" y="34"/>
                    <a:pt x="0" y="59"/>
                    <a:pt x="17" y="76"/>
                  </a:cubicBezTo>
                  <a:cubicBezTo>
                    <a:pt x="93" y="51"/>
                    <a:pt x="51" y="43"/>
                    <a:pt x="119" y="26"/>
                  </a:cubicBezTo>
                  <a:lnTo>
                    <a:pt x="7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9"/>
            <p:cNvSpPr/>
            <p:nvPr/>
          </p:nvSpPr>
          <p:spPr>
            <a:xfrm flipH="1" rot="-3371424">
              <a:off x="3080913" y="3881903"/>
              <a:ext cx="1175" cy="991"/>
            </a:xfrm>
            <a:custGeom>
              <a:rect b="b" l="l" r="r" t="t"/>
              <a:pathLst>
                <a:path extrusionOk="0" h="27" w="35">
                  <a:moveTo>
                    <a:pt x="34" y="1"/>
                  </a:moveTo>
                  <a:lnTo>
                    <a:pt x="1" y="26"/>
                  </a:lnTo>
                  <a:lnTo>
                    <a:pt x="26" y="9"/>
                  </a:lnTo>
                  <a:lnTo>
                    <a:pt x="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9"/>
            <p:cNvSpPr/>
            <p:nvPr/>
          </p:nvSpPr>
          <p:spPr>
            <a:xfrm flipH="1" rot="-3371424">
              <a:off x="3093074" y="3845773"/>
              <a:ext cx="2014" cy="330"/>
            </a:xfrm>
            <a:custGeom>
              <a:rect b="b" l="l" r="r" t="t"/>
              <a:pathLst>
                <a:path extrusionOk="0" h="9" w="60">
                  <a:moveTo>
                    <a:pt x="0" y="1"/>
                  </a:moveTo>
                  <a:lnTo>
                    <a:pt x="43" y="9"/>
                  </a:lnTo>
                  <a:lnTo>
                    <a:pt x="5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9"/>
            <p:cNvSpPr/>
            <p:nvPr/>
          </p:nvSpPr>
          <p:spPr>
            <a:xfrm flipH="1" rot="-3371424">
              <a:off x="3093039" y="3846582"/>
              <a:ext cx="302" cy="330"/>
            </a:xfrm>
            <a:custGeom>
              <a:rect b="b" l="l" r="r" t="t"/>
              <a:pathLst>
                <a:path extrusionOk="0" h="9" w="9">
                  <a:moveTo>
                    <a:pt x="9" y="0"/>
                  </a:move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9"/>
            <p:cNvSpPr/>
            <p:nvPr/>
          </p:nvSpPr>
          <p:spPr>
            <a:xfrm flipH="1" rot="-3371424">
              <a:off x="3081557" y="3883426"/>
              <a:ext cx="2283" cy="954"/>
            </a:xfrm>
            <a:custGeom>
              <a:rect b="b" l="l" r="r" t="t"/>
              <a:pathLst>
                <a:path extrusionOk="0" h="26" w="68">
                  <a:moveTo>
                    <a:pt x="68" y="1"/>
                  </a:moveTo>
                  <a:lnTo>
                    <a:pt x="0" y="26"/>
                  </a:lnTo>
                  <a:lnTo>
                    <a:pt x="51" y="17"/>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9"/>
            <p:cNvSpPr/>
            <p:nvPr/>
          </p:nvSpPr>
          <p:spPr>
            <a:xfrm flipH="1" rot="-3371424">
              <a:off x="3089454" y="3867968"/>
              <a:ext cx="2585" cy="660"/>
            </a:xfrm>
            <a:custGeom>
              <a:rect b="b" l="l" r="r" t="t"/>
              <a:pathLst>
                <a:path extrusionOk="0" h="18" w="77">
                  <a:moveTo>
                    <a:pt x="76" y="1"/>
                  </a:moveTo>
                  <a:cubicBezTo>
                    <a:pt x="68" y="1"/>
                    <a:pt x="0" y="9"/>
                    <a:pt x="34" y="18"/>
                  </a:cubicBezTo>
                  <a:lnTo>
                    <a:pt x="7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9"/>
            <p:cNvSpPr/>
            <p:nvPr/>
          </p:nvSpPr>
          <p:spPr>
            <a:xfrm flipH="1" rot="-3371424">
              <a:off x="3102234" y="3836748"/>
              <a:ext cx="2048" cy="954"/>
            </a:xfrm>
            <a:custGeom>
              <a:rect b="b" l="l" r="r" t="t"/>
              <a:pathLst>
                <a:path extrusionOk="0" h="26" w="61">
                  <a:moveTo>
                    <a:pt x="52" y="0"/>
                  </a:moveTo>
                  <a:lnTo>
                    <a:pt x="1" y="26"/>
                  </a:lnTo>
                  <a:lnTo>
                    <a:pt x="60" y="9"/>
                  </a:lnTo>
                  <a:lnTo>
                    <a:pt x="5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9"/>
            <p:cNvSpPr/>
            <p:nvPr/>
          </p:nvSpPr>
          <p:spPr>
            <a:xfrm flipH="1" rot="-3371424">
              <a:off x="3102380" y="3860212"/>
              <a:ext cx="3692" cy="1284"/>
            </a:xfrm>
            <a:custGeom>
              <a:rect b="b" l="l" r="r" t="t"/>
              <a:pathLst>
                <a:path extrusionOk="0" h="35" w="110">
                  <a:moveTo>
                    <a:pt x="80" y="1"/>
                  </a:moveTo>
                  <a:cubicBezTo>
                    <a:pt x="82" y="5"/>
                    <a:pt x="85" y="7"/>
                    <a:pt x="88" y="10"/>
                  </a:cubicBezTo>
                  <a:lnTo>
                    <a:pt x="88" y="10"/>
                  </a:lnTo>
                  <a:cubicBezTo>
                    <a:pt x="90" y="7"/>
                    <a:pt x="88" y="4"/>
                    <a:pt x="80" y="1"/>
                  </a:cubicBezTo>
                  <a:close/>
                  <a:moveTo>
                    <a:pt x="88" y="10"/>
                  </a:moveTo>
                  <a:lnTo>
                    <a:pt x="88" y="10"/>
                  </a:lnTo>
                  <a:cubicBezTo>
                    <a:pt x="81" y="23"/>
                    <a:pt x="1" y="35"/>
                    <a:pt x="63" y="35"/>
                  </a:cubicBezTo>
                  <a:cubicBezTo>
                    <a:pt x="110" y="21"/>
                    <a:pt x="99" y="19"/>
                    <a:pt x="88" y="1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9"/>
            <p:cNvSpPr/>
            <p:nvPr/>
          </p:nvSpPr>
          <p:spPr>
            <a:xfrm flipH="1" rot="-3371424">
              <a:off x="3116059" y="3840627"/>
              <a:ext cx="604" cy="367"/>
            </a:xfrm>
            <a:custGeom>
              <a:rect b="b" l="l" r="r" t="t"/>
              <a:pathLst>
                <a:path extrusionOk="0" h="10" w="18">
                  <a:moveTo>
                    <a:pt x="17" y="1"/>
                  </a:moveTo>
                  <a:cubicBezTo>
                    <a:pt x="9" y="1"/>
                    <a:pt x="0" y="1"/>
                    <a:pt x="0" y="9"/>
                  </a:cubicBez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9"/>
            <p:cNvSpPr/>
            <p:nvPr/>
          </p:nvSpPr>
          <p:spPr>
            <a:xfrm flipH="1" rot="-3371424">
              <a:off x="3114104" y="3841604"/>
              <a:ext cx="2283" cy="440"/>
            </a:xfrm>
            <a:custGeom>
              <a:rect b="b" l="l" r="r" t="t"/>
              <a:pathLst>
                <a:path extrusionOk="0" h="12" w="68">
                  <a:moveTo>
                    <a:pt x="47" y="0"/>
                  </a:moveTo>
                  <a:cubicBezTo>
                    <a:pt x="32" y="0"/>
                    <a:pt x="18" y="6"/>
                    <a:pt x="0" y="12"/>
                  </a:cubicBezTo>
                  <a:cubicBezTo>
                    <a:pt x="25" y="12"/>
                    <a:pt x="51" y="12"/>
                    <a:pt x="68" y="4"/>
                  </a:cubicBezTo>
                  <a:cubicBezTo>
                    <a:pt x="60" y="1"/>
                    <a:pt x="54" y="0"/>
                    <a:pt x="4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9"/>
            <p:cNvSpPr/>
            <p:nvPr/>
          </p:nvSpPr>
          <p:spPr>
            <a:xfrm flipH="1" rot="-3371424">
              <a:off x="3121264" y="3833800"/>
              <a:ext cx="2316" cy="1724"/>
            </a:xfrm>
            <a:custGeom>
              <a:rect b="b" l="l" r="r" t="t"/>
              <a:pathLst>
                <a:path extrusionOk="0" h="47" w="69">
                  <a:moveTo>
                    <a:pt x="68" y="0"/>
                  </a:moveTo>
                  <a:lnTo>
                    <a:pt x="51" y="17"/>
                  </a:lnTo>
                  <a:cubicBezTo>
                    <a:pt x="17" y="17"/>
                    <a:pt x="0" y="26"/>
                    <a:pt x="9" y="34"/>
                  </a:cubicBezTo>
                  <a:lnTo>
                    <a:pt x="26" y="34"/>
                  </a:lnTo>
                  <a:cubicBezTo>
                    <a:pt x="17" y="43"/>
                    <a:pt x="15" y="47"/>
                    <a:pt x="17" y="47"/>
                  </a:cubicBezTo>
                  <a:cubicBezTo>
                    <a:pt x="20" y="47"/>
                    <a:pt x="26" y="43"/>
                    <a:pt x="34" y="34"/>
                  </a:cubicBezTo>
                  <a:cubicBezTo>
                    <a:pt x="51" y="26"/>
                    <a:pt x="60" y="17"/>
                    <a:pt x="60" y="17"/>
                  </a:cubicBez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9"/>
            <p:cNvSpPr/>
            <p:nvPr/>
          </p:nvSpPr>
          <p:spPr>
            <a:xfrm flipH="1" rot="-3371424">
              <a:off x="3130716" y="3801239"/>
              <a:ext cx="7116" cy="1908"/>
            </a:xfrm>
            <a:custGeom>
              <a:rect b="b" l="l" r="r" t="t"/>
              <a:pathLst>
                <a:path extrusionOk="0" h="52" w="212">
                  <a:moveTo>
                    <a:pt x="212" y="1"/>
                  </a:moveTo>
                  <a:cubicBezTo>
                    <a:pt x="119" y="18"/>
                    <a:pt x="102" y="9"/>
                    <a:pt x="0" y="35"/>
                  </a:cubicBezTo>
                  <a:cubicBezTo>
                    <a:pt x="85" y="35"/>
                    <a:pt x="102" y="35"/>
                    <a:pt x="102" y="52"/>
                  </a:cubicBezTo>
                  <a:cubicBezTo>
                    <a:pt x="186" y="43"/>
                    <a:pt x="169" y="9"/>
                    <a:pt x="21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9"/>
            <p:cNvSpPr/>
            <p:nvPr/>
          </p:nvSpPr>
          <p:spPr>
            <a:xfrm flipH="1" rot="-3371424">
              <a:off x="3130629" y="3804870"/>
              <a:ext cx="906" cy="330"/>
            </a:xfrm>
            <a:custGeom>
              <a:rect b="b" l="l" r="r" t="t"/>
              <a:pathLst>
                <a:path extrusionOk="0" h="9" w="27">
                  <a:moveTo>
                    <a:pt x="26" y="0"/>
                  </a:moveTo>
                  <a:cubicBezTo>
                    <a:pt x="18" y="0"/>
                    <a:pt x="9" y="0"/>
                    <a:pt x="1" y="9"/>
                  </a:cubicBez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9"/>
            <p:cNvSpPr/>
            <p:nvPr/>
          </p:nvSpPr>
          <p:spPr>
            <a:xfrm flipH="1" rot="-3371424">
              <a:off x="3121438" y="3845718"/>
              <a:ext cx="1477" cy="1578"/>
            </a:xfrm>
            <a:custGeom>
              <a:rect b="b" l="l" r="r" t="t"/>
              <a:pathLst>
                <a:path extrusionOk="0" h="43" w="44">
                  <a:moveTo>
                    <a:pt x="43" y="0"/>
                  </a:moveTo>
                  <a:lnTo>
                    <a:pt x="1" y="42"/>
                  </a:lnTo>
                  <a:lnTo>
                    <a:pt x="18" y="34"/>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9"/>
            <p:cNvSpPr/>
            <p:nvPr/>
          </p:nvSpPr>
          <p:spPr>
            <a:xfrm flipH="1" rot="-3371424">
              <a:off x="3137611" y="3796397"/>
              <a:ext cx="2048" cy="330"/>
            </a:xfrm>
            <a:custGeom>
              <a:rect b="b" l="l" r="r" t="t"/>
              <a:pathLst>
                <a:path extrusionOk="0" h="9" w="61">
                  <a:moveTo>
                    <a:pt x="28" y="2"/>
                  </a:moveTo>
                  <a:cubicBezTo>
                    <a:pt x="26" y="2"/>
                    <a:pt x="23" y="3"/>
                    <a:pt x="21" y="3"/>
                  </a:cubicBezTo>
                  <a:lnTo>
                    <a:pt x="21" y="3"/>
                  </a:lnTo>
                  <a:cubicBezTo>
                    <a:pt x="23" y="3"/>
                    <a:pt x="26" y="2"/>
                    <a:pt x="28" y="2"/>
                  </a:cubicBezTo>
                  <a:close/>
                  <a:moveTo>
                    <a:pt x="21" y="3"/>
                  </a:moveTo>
                  <a:cubicBezTo>
                    <a:pt x="9" y="5"/>
                    <a:pt x="0" y="8"/>
                    <a:pt x="7" y="8"/>
                  </a:cubicBezTo>
                  <a:cubicBezTo>
                    <a:pt x="12" y="6"/>
                    <a:pt x="17" y="4"/>
                    <a:pt x="21" y="3"/>
                  </a:cubicBezTo>
                  <a:close/>
                  <a:moveTo>
                    <a:pt x="45" y="1"/>
                  </a:moveTo>
                  <a:cubicBezTo>
                    <a:pt x="40" y="1"/>
                    <a:pt x="34" y="1"/>
                    <a:pt x="28" y="2"/>
                  </a:cubicBezTo>
                  <a:lnTo>
                    <a:pt x="28" y="2"/>
                  </a:lnTo>
                  <a:cubicBezTo>
                    <a:pt x="30" y="2"/>
                    <a:pt x="31" y="2"/>
                    <a:pt x="33" y="2"/>
                  </a:cubicBezTo>
                  <a:cubicBezTo>
                    <a:pt x="41" y="2"/>
                    <a:pt x="50" y="4"/>
                    <a:pt x="58" y="8"/>
                  </a:cubicBezTo>
                  <a:cubicBezTo>
                    <a:pt x="61" y="3"/>
                    <a:pt x="54" y="1"/>
                    <a:pt x="4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9"/>
            <p:cNvSpPr/>
            <p:nvPr/>
          </p:nvSpPr>
          <p:spPr>
            <a:xfrm flipH="1" rot="-3371424">
              <a:off x="3140328" y="3812373"/>
              <a:ext cx="2853" cy="734"/>
            </a:xfrm>
            <a:custGeom>
              <a:rect b="b" l="l" r="r" t="t"/>
              <a:pathLst>
                <a:path extrusionOk="0" h="20" w="85">
                  <a:moveTo>
                    <a:pt x="22" y="1"/>
                  </a:moveTo>
                  <a:cubicBezTo>
                    <a:pt x="13" y="1"/>
                    <a:pt x="6" y="4"/>
                    <a:pt x="0" y="16"/>
                  </a:cubicBezTo>
                  <a:cubicBezTo>
                    <a:pt x="3" y="19"/>
                    <a:pt x="10" y="19"/>
                    <a:pt x="20" y="19"/>
                  </a:cubicBezTo>
                  <a:cubicBezTo>
                    <a:pt x="40" y="19"/>
                    <a:pt x="68" y="16"/>
                    <a:pt x="85" y="16"/>
                  </a:cubicBezTo>
                  <a:cubicBezTo>
                    <a:pt x="62" y="16"/>
                    <a:pt x="40" y="1"/>
                    <a:pt x="2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9"/>
            <p:cNvSpPr/>
            <p:nvPr/>
          </p:nvSpPr>
          <p:spPr>
            <a:xfrm flipH="1" rot="-3371424">
              <a:off x="3145520" y="3791993"/>
              <a:ext cx="2215" cy="1247"/>
            </a:xfrm>
            <a:custGeom>
              <a:rect b="b" l="l" r="r" t="t"/>
              <a:pathLst>
                <a:path extrusionOk="0" h="34" w="66">
                  <a:moveTo>
                    <a:pt x="38" y="0"/>
                  </a:moveTo>
                  <a:cubicBezTo>
                    <a:pt x="30" y="0"/>
                    <a:pt x="18" y="2"/>
                    <a:pt x="0" y="8"/>
                  </a:cubicBezTo>
                  <a:cubicBezTo>
                    <a:pt x="17" y="8"/>
                    <a:pt x="43" y="17"/>
                    <a:pt x="34" y="34"/>
                  </a:cubicBezTo>
                  <a:cubicBezTo>
                    <a:pt x="47" y="27"/>
                    <a:pt x="66" y="0"/>
                    <a:pt x="3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9"/>
            <p:cNvSpPr/>
            <p:nvPr/>
          </p:nvSpPr>
          <p:spPr>
            <a:xfrm flipH="1" rot="-3371424">
              <a:off x="3144366" y="3808281"/>
              <a:ext cx="2316" cy="660"/>
            </a:xfrm>
            <a:custGeom>
              <a:rect b="b" l="l" r="r" t="t"/>
              <a:pathLst>
                <a:path extrusionOk="0" h="18" w="69">
                  <a:moveTo>
                    <a:pt x="68" y="0"/>
                  </a:moveTo>
                  <a:lnTo>
                    <a:pt x="1" y="17"/>
                  </a:lnTo>
                  <a:lnTo>
                    <a:pt x="9" y="17"/>
                  </a:ln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9"/>
            <p:cNvSpPr/>
            <p:nvPr/>
          </p:nvSpPr>
          <p:spPr>
            <a:xfrm flipH="1" rot="-3371424">
              <a:off x="3146078" y="3815313"/>
              <a:ext cx="6848" cy="2825"/>
            </a:xfrm>
            <a:custGeom>
              <a:rect b="b" l="l" r="r" t="t"/>
              <a:pathLst>
                <a:path extrusionOk="0" h="77" w="204">
                  <a:moveTo>
                    <a:pt x="144" y="0"/>
                  </a:moveTo>
                  <a:cubicBezTo>
                    <a:pt x="0" y="0"/>
                    <a:pt x="161" y="34"/>
                    <a:pt x="60" y="43"/>
                  </a:cubicBezTo>
                  <a:cubicBezTo>
                    <a:pt x="119" y="43"/>
                    <a:pt x="153" y="68"/>
                    <a:pt x="144" y="76"/>
                  </a:cubicBezTo>
                  <a:cubicBezTo>
                    <a:pt x="203" y="43"/>
                    <a:pt x="43" y="43"/>
                    <a:pt x="1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9"/>
            <p:cNvSpPr/>
            <p:nvPr/>
          </p:nvSpPr>
          <p:spPr>
            <a:xfrm flipH="1" rot="-3371424">
              <a:off x="3150368" y="3814999"/>
              <a:ext cx="906" cy="37"/>
            </a:xfrm>
            <a:custGeom>
              <a:rect b="b" l="l" r="r" t="t"/>
              <a:pathLst>
                <a:path extrusionOk="0" h="1" w="27">
                  <a:moveTo>
                    <a:pt x="26" y="1"/>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9"/>
            <p:cNvSpPr/>
            <p:nvPr/>
          </p:nvSpPr>
          <p:spPr>
            <a:xfrm flipH="1" rot="-3371424">
              <a:off x="3166602" y="3789266"/>
              <a:ext cx="873" cy="330"/>
            </a:xfrm>
            <a:custGeom>
              <a:rect b="b" l="l" r="r" t="t"/>
              <a:pathLst>
                <a:path extrusionOk="0" h="9" w="26">
                  <a:moveTo>
                    <a:pt x="26" y="0"/>
                  </a:moveTo>
                  <a:cubicBezTo>
                    <a:pt x="22" y="0"/>
                    <a:pt x="17" y="2"/>
                    <a:pt x="13" y="4"/>
                  </a:cubicBezTo>
                  <a:lnTo>
                    <a:pt x="13" y="4"/>
                  </a:lnTo>
                  <a:lnTo>
                    <a:pt x="26" y="0"/>
                  </a:lnTo>
                  <a:close/>
                  <a:moveTo>
                    <a:pt x="13" y="4"/>
                  </a:moveTo>
                  <a:lnTo>
                    <a:pt x="1" y="9"/>
                  </a:lnTo>
                  <a:cubicBezTo>
                    <a:pt x="5" y="9"/>
                    <a:pt x="9" y="7"/>
                    <a:pt x="13"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9"/>
            <p:cNvSpPr/>
            <p:nvPr/>
          </p:nvSpPr>
          <p:spPr>
            <a:xfrm flipH="1" rot="-3371424">
              <a:off x="3155521" y="3805059"/>
              <a:ext cx="7720" cy="3155"/>
            </a:xfrm>
            <a:custGeom>
              <a:rect b="b" l="l" r="r" t="t"/>
              <a:pathLst>
                <a:path extrusionOk="0" h="86" w="230">
                  <a:moveTo>
                    <a:pt x="229" y="1"/>
                  </a:moveTo>
                  <a:cubicBezTo>
                    <a:pt x="162" y="35"/>
                    <a:pt x="1" y="60"/>
                    <a:pt x="18" y="86"/>
                  </a:cubicBezTo>
                  <a:cubicBezTo>
                    <a:pt x="60" y="86"/>
                    <a:pt x="111" y="77"/>
                    <a:pt x="153" y="52"/>
                  </a:cubicBezTo>
                  <a:lnTo>
                    <a:pt x="136" y="52"/>
                  </a:lnTo>
                  <a:lnTo>
                    <a:pt x="22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9"/>
            <p:cNvSpPr/>
            <p:nvPr/>
          </p:nvSpPr>
          <p:spPr>
            <a:xfrm flipH="1" rot="-3371424">
              <a:off x="3154722" y="3773511"/>
              <a:ext cx="873" cy="734"/>
            </a:xfrm>
            <a:custGeom>
              <a:rect b="b" l="l" r="r" t="t"/>
              <a:pathLst>
                <a:path extrusionOk="0" h="20" w="26">
                  <a:moveTo>
                    <a:pt x="17" y="0"/>
                  </a:moveTo>
                  <a:cubicBezTo>
                    <a:pt x="17" y="7"/>
                    <a:pt x="0" y="19"/>
                    <a:pt x="3" y="19"/>
                  </a:cubicBezTo>
                  <a:cubicBezTo>
                    <a:pt x="3" y="19"/>
                    <a:pt x="5" y="19"/>
                    <a:pt x="8" y="17"/>
                  </a:cubicBezTo>
                  <a:lnTo>
                    <a:pt x="25" y="17"/>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9"/>
            <p:cNvSpPr/>
            <p:nvPr/>
          </p:nvSpPr>
          <p:spPr>
            <a:xfrm flipH="1" rot="-3371424">
              <a:off x="3154761" y="3773808"/>
              <a:ext cx="34" cy="37"/>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9"/>
            <p:cNvSpPr/>
            <p:nvPr/>
          </p:nvSpPr>
          <p:spPr>
            <a:xfrm flipH="1" rot="-3371424">
              <a:off x="3160224" y="3794409"/>
              <a:ext cx="3155" cy="660"/>
            </a:xfrm>
            <a:custGeom>
              <a:rect b="b" l="l" r="r" t="t"/>
              <a:pathLst>
                <a:path extrusionOk="0" h="18" w="94">
                  <a:moveTo>
                    <a:pt x="93" y="1"/>
                  </a:moveTo>
                  <a:cubicBezTo>
                    <a:pt x="76" y="1"/>
                    <a:pt x="0" y="1"/>
                    <a:pt x="9" y="18"/>
                  </a:cubicBezTo>
                  <a:cubicBezTo>
                    <a:pt x="34" y="18"/>
                    <a:pt x="68" y="9"/>
                    <a:pt x="9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9"/>
            <p:cNvSpPr/>
            <p:nvPr/>
          </p:nvSpPr>
          <p:spPr>
            <a:xfrm flipH="1" rot="-3371424">
              <a:off x="3154946" y="3769677"/>
              <a:ext cx="604" cy="1284"/>
            </a:xfrm>
            <a:custGeom>
              <a:rect b="b" l="l" r="r" t="t"/>
              <a:pathLst>
                <a:path extrusionOk="0" h="35" w="18">
                  <a:moveTo>
                    <a:pt x="1" y="1"/>
                  </a:moveTo>
                  <a:lnTo>
                    <a:pt x="1" y="9"/>
                  </a:lnTo>
                  <a:cubicBezTo>
                    <a:pt x="1" y="18"/>
                    <a:pt x="9" y="26"/>
                    <a:pt x="18" y="35"/>
                  </a:cubicBezTo>
                  <a:cubicBezTo>
                    <a:pt x="9" y="26"/>
                    <a:pt x="9" y="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9"/>
            <p:cNvSpPr/>
            <p:nvPr/>
          </p:nvSpPr>
          <p:spPr>
            <a:xfrm flipH="1" rot="-3371424">
              <a:off x="3146261" y="3764807"/>
              <a:ext cx="604" cy="2201"/>
            </a:xfrm>
            <a:custGeom>
              <a:rect b="b" l="l" r="r" t="t"/>
              <a:pathLst>
                <a:path extrusionOk="0" h="60" w="18">
                  <a:moveTo>
                    <a:pt x="9" y="1"/>
                  </a:moveTo>
                  <a:lnTo>
                    <a:pt x="0" y="9"/>
                  </a:lnTo>
                  <a:lnTo>
                    <a:pt x="17" y="60"/>
                  </a:lnTo>
                  <a:lnTo>
                    <a:pt x="17" y="52"/>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9"/>
            <p:cNvSpPr/>
            <p:nvPr/>
          </p:nvSpPr>
          <p:spPr>
            <a:xfrm flipH="1" rot="-3371424">
              <a:off x="3174773" y="3760473"/>
              <a:ext cx="2954" cy="4256"/>
            </a:xfrm>
            <a:custGeom>
              <a:rect b="b" l="l" r="r" t="t"/>
              <a:pathLst>
                <a:path extrusionOk="0" h="116" w="88">
                  <a:moveTo>
                    <a:pt x="18" y="0"/>
                  </a:moveTo>
                  <a:lnTo>
                    <a:pt x="18" y="0"/>
                  </a:lnTo>
                  <a:cubicBezTo>
                    <a:pt x="9" y="43"/>
                    <a:pt x="35" y="34"/>
                    <a:pt x="68" y="93"/>
                  </a:cubicBezTo>
                  <a:lnTo>
                    <a:pt x="1" y="43"/>
                  </a:lnTo>
                  <a:lnTo>
                    <a:pt x="1" y="43"/>
                  </a:lnTo>
                  <a:cubicBezTo>
                    <a:pt x="28" y="90"/>
                    <a:pt x="71" y="116"/>
                    <a:pt x="83" y="116"/>
                  </a:cubicBezTo>
                  <a:cubicBezTo>
                    <a:pt x="86" y="116"/>
                    <a:pt x="87" y="114"/>
                    <a:pt x="85" y="110"/>
                  </a:cubicBezTo>
                  <a:cubicBezTo>
                    <a:pt x="60" y="77"/>
                    <a:pt x="35" y="34"/>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9"/>
            <p:cNvSpPr/>
            <p:nvPr/>
          </p:nvSpPr>
          <p:spPr>
            <a:xfrm flipH="1" rot="-3371424">
              <a:off x="3053966" y="3690284"/>
              <a:ext cx="5706" cy="61816"/>
            </a:xfrm>
            <a:custGeom>
              <a:rect b="b" l="l" r="r" t="t"/>
              <a:pathLst>
                <a:path extrusionOk="0" h="1685" w="170">
                  <a:moveTo>
                    <a:pt x="25" y="1058"/>
                  </a:moveTo>
                  <a:cubicBezTo>
                    <a:pt x="25" y="1070"/>
                    <a:pt x="27" y="1077"/>
                    <a:pt x="30" y="1082"/>
                  </a:cubicBezTo>
                  <a:lnTo>
                    <a:pt x="30" y="1082"/>
                  </a:lnTo>
                  <a:lnTo>
                    <a:pt x="25" y="1058"/>
                  </a:lnTo>
                  <a:close/>
                  <a:moveTo>
                    <a:pt x="166" y="1281"/>
                  </a:moveTo>
                  <a:cubicBezTo>
                    <a:pt x="167" y="1283"/>
                    <a:pt x="168" y="1285"/>
                    <a:pt x="169" y="1287"/>
                  </a:cubicBezTo>
                  <a:cubicBezTo>
                    <a:pt x="168" y="1285"/>
                    <a:pt x="167" y="1283"/>
                    <a:pt x="166" y="1281"/>
                  </a:cubicBezTo>
                  <a:close/>
                  <a:moveTo>
                    <a:pt x="144" y="1"/>
                  </a:moveTo>
                  <a:cubicBezTo>
                    <a:pt x="144" y="52"/>
                    <a:pt x="127" y="85"/>
                    <a:pt x="118" y="136"/>
                  </a:cubicBezTo>
                  <a:cubicBezTo>
                    <a:pt x="112" y="123"/>
                    <a:pt x="108" y="118"/>
                    <a:pt x="105" y="118"/>
                  </a:cubicBezTo>
                  <a:cubicBezTo>
                    <a:pt x="96" y="118"/>
                    <a:pt x="110" y="197"/>
                    <a:pt x="90" y="197"/>
                  </a:cubicBezTo>
                  <a:cubicBezTo>
                    <a:pt x="88" y="197"/>
                    <a:pt x="86" y="196"/>
                    <a:pt x="85" y="195"/>
                  </a:cubicBezTo>
                  <a:cubicBezTo>
                    <a:pt x="76" y="162"/>
                    <a:pt x="76" y="119"/>
                    <a:pt x="85" y="85"/>
                  </a:cubicBezTo>
                  <a:cubicBezTo>
                    <a:pt x="83" y="85"/>
                    <a:pt x="81" y="84"/>
                    <a:pt x="80" y="84"/>
                  </a:cubicBezTo>
                  <a:cubicBezTo>
                    <a:pt x="66" y="84"/>
                    <a:pt x="52" y="112"/>
                    <a:pt x="38" y="112"/>
                  </a:cubicBezTo>
                  <a:cubicBezTo>
                    <a:pt x="37" y="112"/>
                    <a:pt x="35" y="112"/>
                    <a:pt x="34" y="111"/>
                  </a:cubicBezTo>
                  <a:lnTo>
                    <a:pt x="34" y="111"/>
                  </a:lnTo>
                  <a:cubicBezTo>
                    <a:pt x="17" y="229"/>
                    <a:pt x="93" y="246"/>
                    <a:pt x="76" y="365"/>
                  </a:cubicBezTo>
                  <a:cubicBezTo>
                    <a:pt x="67" y="365"/>
                    <a:pt x="58" y="353"/>
                    <a:pt x="52" y="353"/>
                  </a:cubicBezTo>
                  <a:cubicBezTo>
                    <a:pt x="47" y="353"/>
                    <a:pt x="44" y="360"/>
                    <a:pt x="43" y="383"/>
                  </a:cubicBezTo>
                  <a:lnTo>
                    <a:pt x="43" y="383"/>
                  </a:lnTo>
                  <a:cubicBezTo>
                    <a:pt x="42" y="382"/>
                    <a:pt x="42" y="382"/>
                    <a:pt x="42" y="382"/>
                  </a:cubicBezTo>
                  <a:lnTo>
                    <a:pt x="42" y="382"/>
                  </a:lnTo>
                  <a:lnTo>
                    <a:pt x="42" y="398"/>
                  </a:lnTo>
                  <a:cubicBezTo>
                    <a:pt x="42" y="393"/>
                    <a:pt x="42" y="387"/>
                    <a:pt x="43" y="383"/>
                  </a:cubicBezTo>
                  <a:lnTo>
                    <a:pt x="43" y="383"/>
                  </a:lnTo>
                  <a:cubicBezTo>
                    <a:pt x="67" y="500"/>
                    <a:pt x="0" y="475"/>
                    <a:pt x="51" y="551"/>
                  </a:cubicBezTo>
                  <a:lnTo>
                    <a:pt x="25" y="551"/>
                  </a:lnTo>
                  <a:cubicBezTo>
                    <a:pt x="42" y="618"/>
                    <a:pt x="51" y="695"/>
                    <a:pt x="51" y="771"/>
                  </a:cubicBezTo>
                  <a:cubicBezTo>
                    <a:pt x="68" y="864"/>
                    <a:pt x="68" y="957"/>
                    <a:pt x="68" y="1058"/>
                  </a:cubicBezTo>
                  <a:lnTo>
                    <a:pt x="34" y="965"/>
                  </a:lnTo>
                  <a:lnTo>
                    <a:pt x="34" y="965"/>
                  </a:lnTo>
                  <a:cubicBezTo>
                    <a:pt x="25" y="1033"/>
                    <a:pt x="59" y="1050"/>
                    <a:pt x="51" y="1092"/>
                  </a:cubicBezTo>
                  <a:cubicBezTo>
                    <a:pt x="51" y="1092"/>
                    <a:pt x="49" y="1093"/>
                    <a:pt x="46" y="1093"/>
                  </a:cubicBezTo>
                  <a:cubicBezTo>
                    <a:pt x="41" y="1093"/>
                    <a:pt x="34" y="1091"/>
                    <a:pt x="30" y="1082"/>
                  </a:cubicBezTo>
                  <a:lnTo>
                    <a:pt x="30" y="1082"/>
                  </a:lnTo>
                  <a:lnTo>
                    <a:pt x="68" y="1287"/>
                  </a:lnTo>
                  <a:cubicBezTo>
                    <a:pt x="72" y="1297"/>
                    <a:pt x="75" y="1301"/>
                    <a:pt x="77" y="1301"/>
                  </a:cubicBezTo>
                  <a:cubicBezTo>
                    <a:pt x="86" y="1301"/>
                    <a:pt x="89" y="1261"/>
                    <a:pt x="101" y="1261"/>
                  </a:cubicBezTo>
                  <a:cubicBezTo>
                    <a:pt x="118" y="1287"/>
                    <a:pt x="110" y="1380"/>
                    <a:pt x="93" y="1388"/>
                  </a:cubicBezTo>
                  <a:cubicBezTo>
                    <a:pt x="87" y="1375"/>
                    <a:pt x="80" y="1343"/>
                    <a:pt x="74" y="1343"/>
                  </a:cubicBezTo>
                  <a:cubicBezTo>
                    <a:pt x="72" y="1343"/>
                    <a:pt x="70" y="1346"/>
                    <a:pt x="68" y="1354"/>
                  </a:cubicBezTo>
                  <a:lnTo>
                    <a:pt x="110" y="1430"/>
                  </a:lnTo>
                  <a:cubicBezTo>
                    <a:pt x="102" y="1455"/>
                    <a:pt x="95" y="1465"/>
                    <a:pt x="89" y="1465"/>
                  </a:cubicBezTo>
                  <a:cubicBezTo>
                    <a:pt x="65" y="1465"/>
                    <a:pt x="47" y="1343"/>
                    <a:pt x="34" y="1304"/>
                  </a:cubicBezTo>
                  <a:lnTo>
                    <a:pt x="34" y="1304"/>
                  </a:lnTo>
                  <a:cubicBezTo>
                    <a:pt x="25" y="1405"/>
                    <a:pt x="59" y="1439"/>
                    <a:pt x="59" y="1549"/>
                  </a:cubicBezTo>
                  <a:cubicBezTo>
                    <a:pt x="59" y="1524"/>
                    <a:pt x="68" y="1498"/>
                    <a:pt x="85" y="1481"/>
                  </a:cubicBezTo>
                  <a:cubicBezTo>
                    <a:pt x="110" y="1481"/>
                    <a:pt x="101" y="1583"/>
                    <a:pt x="101" y="1659"/>
                  </a:cubicBezTo>
                  <a:cubicBezTo>
                    <a:pt x="105" y="1639"/>
                    <a:pt x="109" y="1631"/>
                    <a:pt x="114" y="1631"/>
                  </a:cubicBezTo>
                  <a:cubicBezTo>
                    <a:pt x="122" y="1631"/>
                    <a:pt x="130" y="1650"/>
                    <a:pt x="135" y="1676"/>
                  </a:cubicBezTo>
                  <a:cubicBezTo>
                    <a:pt x="135" y="1676"/>
                    <a:pt x="135" y="1684"/>
                    <a:pt x="135" y="1684"/>
                  </a:cubicBezTo>
                  <a:cubicBezTo>
                    <a:pt x="135" y="1684"/>
                    <a:pt x="144" y="1684"/>
                    <a:pt x="152" y="1676"/>
                  </a:cubicBezTo>
                  <a:cubicBezTo>
                    <a:pt x="152" y="1625"/>
                    <a:pt x="161" y="1574"/>
                    <a:pt x="169" y="1524"/>
                  </a:cubicBezTo>
                  <a:lnTo>
                    <a:pt x="169" y="1524"/>
                  </a:lnTo>
                  <a:cubicBezTo>
                    <a:pt x="164" y="1528"/>
                    <a:pt x="160" y="1530"/>
                    <a:pt x="156" y="1530"/>
                  </a:cubicBezTo>
                  <a:cubicBezTo>
                    <a:pt x="127" y="1530"/>
                    <a:pt x="159" y="1383"/>
                    <a:pt x="144" y="1337"/>
                  </a:cubicBezTo>
                  <a:lnTo>
                    <a:pt x="144" y="1278"/>
                  </a:lnTo>
                  <a:lnTo>
                    <a:pt x="144" y="1253"/>
                  </a:lnTo>
                  <a:cubicBezTo>
                    <a:pt x="144" y="1253"/>
                    <a:pt x="151" y="1253"/>
                    <a:pt x="166" y="1281"/>
                  </a:cubicBezTo>
                  <a:lnTo>
                    <a:pt x="166" y="1281"/>
                  </a:lnTo>
                  <a:cubicBezTo>
                    <a:pt x="154" y="1251"/>
                    <a:pt x="159" y="1176"/>
                    <a:pt x="146" y="1176"/>
                  </a:cubicBezTo>
                  <a:cubicBezTo>
                    <a:pt x="145" y="1176"/>
                    <a:pt x="145" y="1176"/>
                    <a:pt x="144" y="1177"/>
                  </a:cubicBezTo>
                  <a:lnTo>
                    <a:pt x="144" y="965"/>
                  </a:lnTo>
                  <a:cubicBezTo>
                    <a:pt x="144" y="957"/>
                    <a:pt x="144" y="948"/>
                    <a:pt x="152" y="948"/>
                  </a:cubicBezTo>
                  <a:cubicBezTo>
                    <a:pt x="152" y="940"/>
                    <a:pt x="144" y="940"/>
                    <a:pt x="144" y="940"/>
                  </a:cubicBezTo>
                  <a:lnTo>
                    <a:pt x="14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9"/>
            <p:cNvSpPr/>
            <p:nvPr/>
          </p:nvSpPr>
          <p:spPr>
            <a:xfrm flipH="1" rot="-3371424">
              <a:off x="3081328" y="3730983"/>
              <a:ext cx="336" cy="1614"/>
            </a:xfrm>
            <a:custGeom>
              <a:rect b="b" l="l" r="r" t="t"/>
              <a:pathLst>
                <a:path extrusionOk="0" h="44" w="10">
                  <a:moveTo>
                    <a:pt x="9" y="1"/>
                  </a:moveTo>
                  <a:cubicBezTo>
                    <a:pt x="1" y="18"/>
                    <a:pt x="1" y="26"/>
                    <a:pt x="9" y="43"/>
                  </a:cubicBezTo>
                  <a:cubicBezTo>
                    <a:pt x="9" y="35"/>
                    <a:pt x="9" y="9"/>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9"/>
            <p:cNvSpPr/>
            <p:nvPr/>
          </p:nvSpPr>
          <p:spPr>
            <a:xfrm flipH="1" rot="-3371424">
              <a:off x="3026518" y="3708069"/>
              <a:ext cx="34" cy="2495"/>
            </a:xfrm>
            <a:custGeom>
              <a:rect b="b" l="l" r="r" t="t"/>
              <a:pathLst>
                <a:path extrusionOk="0" h="68" w="1">
                  <a:moveTo>
                    <a:pt x="0" y="0"/>
                  </a:moveTo>
                  <a:lnTo>
                    <a:pt x="0" y="68"/>
                  </a:lnTo>
                  <a:cubicBezTo>
                    <a:pt x="0" y="42"/>
                    <a:pt x="0" y="26"/>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9"/>
            <p:cNvSpPr/>
            <p:nvPr/>
          </p:nvSpPr>
          <p:spPr>
            <a:xfrm flipH="1" rot="-3371424">
              <a:off x="3088407" y="3735166"/>
              <a:ext cx="1175" cy="5613"/>
            </a:xfrm>
            <a:custGeom>
              <a:rect b="b" l="l" r="r" t="t"/>
              <a:pathLst>
                <a:path extrusionOk="0" h="153" w="35">
                  <a:moveTo>
                    <a:pt x="1" y="0"/>
                  </a:moveTo>
                  <a:lnTo>
                    <a:pt x="9" y="119"/>
                  </a:lnTo>
                  <a:cubicBezTo>
                    <a:pt x="11" y="109"/>
                    <a:pt x="13" y="105"/>
                    <a:pt x="15" y="105"/>
                  </a:cubicBezTo>
                  <a:cubicBezTo>
                    <a:pt x="22" y="105"/>
                    <a:pt x="28" y="146"/>
                    <a:pt x="35" y="153"/>
                  </a:cubicBezTo>
                  <a:lnTo>
                    <a:pt x="35" y="9"/>
                  </a:lnTo>
                  <a:cubicBezTo>
                    <a:pt x="26" y="9"/>
                    <a:pt x="18"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9"/>
            <p:cNvSpPr/>
            <p:nvPr/>
          </p:nvSpPr>
          <p:spPr>
            <a:xfrm flipH="1" rot="-3371424">
              <a:off x="3084467" y="3735731"/>
              <a:ext cx="906" cy="2825"/>
            </a:xfrm>
            <a:custGeom>
              <a:rect b="b" l="l" r="r" t="t"/>
              <a:pathLst>
                <a:path extrusionOk="0" h="77" w="27">
                  <a:moveTo>
                    <a:pt x="1" y="1"/>
                  </a:moveTo>
                  <a:lnTo>
                    <a:pt x="1" y="77"/>
                  </a:lnTo>
                  <a:cubicBezTo>
                    <a:pt x="9" y="77"/>
                    <a:pt x="18" y="68"/>
                    <a:pt x="26" y="35"/>
                  </a:cubicBezTo>
                  <a:cubicBezTo>
                    <a:pt x="9" y="26"/>
                    <a:pt x="9" y="18"/>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9"/>
            <p:cNvSpPr/>
            <p:nvPr/>
          </p:nvSpPr>
          <p:spPr>
            <a:xfrm flipH="1" rot="-3371424">
              <a:off x="3094664" y="3719733"/>
              <a:ext cx="302" cy="2531"/>
            </a:xfrm>
            <a:custGeom>
              <a:rect b="b" l="l" r="r" t="t"/>
              <a:pathLst>
                <a:path extrusionOk="0" h="69" w="9">
                  <a:moveTo>
                    <a:pt x="0" y="1"/>
                  </a:moveTo>
                  <a:lnTo>
                    <a:pt x="9" y="68"/>
                  </a:lnTo>
                  <a:lnTo>
                    <a:pt x="9" y="43"/>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9"/>
            <p:cNvSpPr/>
            <p:nvPr/>
          </p:nvSpPr>
          <p:spPr>
            <a:xfrm flipH="1" rot="-3371424">
              <a:off x="3083468" y="3715529"/>
              <a:ext cx="302" cy="4072"/>
            </a:xfrm>
            <a:custGeom>
              <a:rect b="b" l="l" r="r" t="t"/>
              <a:pathLst>
                <a:path extrusionOk="0" h="111" w="9">
                  <a:moveTo>
                    <a:pt x="9" y="1"/>
                  </a:moveTo>
                  <a:cubicBezTo>
                    <a:pt x="0" y="35"/>
                    <a:pt x="0" y="77"/>
                    <a:pt x="9" y="111"/>
                  </a:cubicBezTo>
                  <a:cubicBezTo>
                    <a:pt x="9" y="77"/>
                    <a:pt x="9" y="35"/>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9"/>
            <p:cNvSpPr/>
            <p:nvPr/>
          </p:nvSpPr>
          <p:spPr>
            <a:xfrm flipH="1" rot="-3371424">
              <a:off x="3086634" y="3711286"/>
              <a:ext cx="336" cy="2531"/>
            </a:xfrm>
            <a:custGeom>
              <a:rect b="b" l="l" r="r" t="t"/>
              <a:pathLst>
                <a:path extrusionOk="0" h="69" w="10">
                  <a:moveTo>
                    <a:pt x="1" y="1"/>
                  </a:moveTo>
                  <a:lnTo>
                    <a:pt x="1" y="9"/>
                  </a:lnTo>
                  <a:lnTo>
                    <a:pt x="9" y="68"/>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9"/>
            <p:cNvSpPr/>
            <p:nvPr/>
          </p:nvSpPr>
          <p:spPr>
            <a:xfrm flipH="1" rot="-3371424">
              <a:off x="3010904" y="3697249"/>
              <a:ext cx="34" cy="1247"/>
            </a:xfrm>
            <a:custGeom>
              <a:rect b="b" l="l" r="r" t="t"/>
              <a:pathLst>
                <a:path extrusionOk="0" h="34" w="1">
                  <a:moveTo>
                    <a:pt x="0" y="34"/>
                  </a:moveTo>
                  <a:lnTo>
                    <a:pt x="0" y="0"/>
                  </a:lnTo>
                  <a:cubicBezTo>
                    <a:pt x="0" y="9"/>
                    <a:pt x="0" y="17"/>
                    <a:pt x="0" y="3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9"/>
            <p:cNvSpPr/>
            <p:nvPr/>
          </p:nvSpPr>
          <p:spPr>
            <a:xfrm flipH="1" rot="-3371424">
              <a:off x="3012178" y="3682865"/>
              <a:ext cx="3424" cy="36540"/>
            </a:xfrm>
            <a:custGeom>
              <a:rect b="b" l="l" r="r" t="t"/>
              <a:pathLst>
                <a:path extrusionOk="0" h="996" w="102">
                  <a:moveTo>
                    <a:pt x="71" y="1"/>
                  </a:moveTo>
                  <a:cubicBezTo>
                    <a:pt x="62" y="1"/>
                    <a:pt x="52" y="35"/>
                    <a:pt x="40" y="35"/>
                  </a:cubicBezTo>
                  <a:cubicBezTo>
                    <a:pt x="36" y="35"/>
                    <a:pt x="31" y="30"/>
                    <a:pt x="26" y="16"/>
                  </a:cubicBezTo>
                  <a:lnTo>
                    <a:pt x="26" y="16"/>
                  </a:lnTo>
                  <a:cubicBezTo>
                    <a:pt x="26" y="115"/>
                    <a:pt x="2" y="270"/>
                    <a:pt x="39" y="286"/>
                  </a:cubicBezTo>
                  <a:lnTo>
                    <a:pt x="39" y="286"/>
                  </a:lnTo>
                  <a:cubicBezTo>
                    <a:pt x="38" y="286"/>
                    <a:pt x="37" y="286"/>
                    <a:pt x="36" y="286"/>
                  </a:cubicBezTo>
                  <a:cubicBezTo>
                    <a:pt x="30" y="286"/>
                    <a:pt x="22" y="289"/>
                    <a:pt x="17" y="304"/>
                  </a:cubicBezTo>
                  <a:lnTo>
                    <a:pt x="51" y="363"/>
                  </a:lnTo>
                  <a:lnTo>
                    <a:pt x="59" y="304"/>
                  </a:lnTo>
                  <a:cubicBezTo>
                    <a:pt x="85" y="405"/>
                    <a:pt x="85" y="507"/>
                    <a:pt x="59" y="600"/>
                  </a:cubicBezTo>
                  <a:cubicBezTo>
                    <a:pt x="51" y="490"/>
                    <a:pt x="17" y="549"/>
                    <a:pt x="34" y="389"/>
                  </a:cubicBezTo>
                  <a:lnTo>
                    <a:pt x="34" y="389"/>
                  </a:lnTo>
                  <a:cubicBezTo>
                    <a:pt x="29" y="394"/>
                    <a:pt x="20" y="409"/>
                    <a:pt x="12" y="409"/>
                  </a:cubicBezTo>
                  <a:cubicBezTo>
                    <a:pt x="8" y="409"/>
                    <a:pt x="3" y="404"/>
                    <a:pt x="0" y="389"/>
                  </a:cubicBezTo>
                  <a:lnTo>
                    <a:pt x="0" y="389"/>
                  </a:lnTo>
                  <a:cubicBezTo>
                    <a:pt x="0" y="575"/>
                    <a:pt x="9" y="761"/>
                    <a:pt x="26" y="938"/>
                  </a:cubicBezTo>
                  <a:cubicBezTo>
                    <a:pt x="32" y="902"/>
                    <a:pt x="36" y="889"/>
                    <a:pt x="40" y="889"/>
                  </a:cubicBezTo>
                  <a:cubicBezTo>
                    <a:pt x="51" y="889"/>
                    <a:pt x="57" y="996"/>
                    <a:pt x="76" y="996"/>
                  </a:cubicBezTo>
                  <a:cubicBezTo>
                    <a:pt x="79" y="996"/>
                    <a:pt x="82" y="994"/>
                    <a:pt x="85" y="989"/>
                  </a:cubicBezTo>
                  <a:lnTo>
                    <a:pt x="76" y="905"/>
                  </a:lnTo>
                  <a:lnTo>
                    <a:pt x="85" y="913"/>
                  </a:lnTo>
                  <a:lnTo>
                    <a:pt x="85" y="812"/>
                  </a:lnTo>
                  <a:cubicBezTo>
                    <a:pt x="68" y="828"/>
                    <a:pt x="68" y="845"/>
                    <a:pt x="51" y="845"/>
                  </a:cubicBezTo>
                  <a:cubicBezTo>
                    <a:pt x="59" y="710"/>
                    <a:pt x="68" y="795"/>
                    <a:pt x="93" y="702"/>
                  </a:cubicBezTo>
                  <a:lnTo>
                    <a:pt x="93" y="549"/>
                  </a:lnTo>
                  <a:lnTo>
                    <a:pt x="102" y="558"/>
                  </a:lnTo>
                  <a:cubicBezTo>
                    <a:pt x="102" y="558"/>
                    <a:pt x="102" y="549"/>
                    <a:pt x="93" y="541"/>
                  </a:cubicBezTo>
                  <a:lnTo>
                    <a:pt x="85" y="33"/>
                  </a:lnTo>
                  <a:cubicBezTo>
                    <a:pt x="80" y="9"/>
                    <a:pt x="76" y="1"/>
                    <a:pt x="7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9"/>
            <p:cNvSpPr/>
            <p:nvPr/>
          </p:nvSpPr>
          <p:spPr>
            <a:xfrm flipH="1" rot="-3371424">
              <a:off x="2967193" y="3677497"/>
              <a:ext cx="336" cy="367"/>
            </a:xfrm>
            <a:custGeom>
              <a:rect b="b" l="l" r="r" t="t"/>
              <a:pathLst>
                <a:path extrusionOk="0" h="10" w="10">
                  <a:moveTo>
                    <a:pt x="1" y="9"/>
                  </a:moveTo>
                  <a:lnTo>
                    <a:pt x="1" y="9"/>
                  </a:lnTo>
                  <a:cubicBezTo>
                    <a:pt x="1" y="9"/>
                    <a:pt x="9" y="1"/>
                    <a:pt x="1"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9"/>
            <p:cNvSpPr/>
            <p:nvPr/>
          </p:nvSpPr>
          <p:spPr>
            <a:xfrm flipH="1" rot="-3371424">
              <a:off x="2969208" y="3676488"/>
              <a:ext cx="1175" cy="5613"/>
            </a:xfrm>
            <a:custGeom>
              <a:rect b="b" l="l" r="r" t="t"/>
              <a:pathLst>
                <a:path extrusionOk="0" h="153" w="35">
                  <a:moveTo>
                    <a:pt x="9" y="0"/>
                  </a:moveTo>
                  <a:lnTo>
                    <a:pt x="9" y="0"/>
                  </a:lnTo>
                  <a:cubicBezTo>
                    <a:pt x="18" y="26"/>
                    <a:pt x="26" y="60"/>
                    <a:pt x="18" y="85"/>
                  </a:cubicBezTo>
                  <a:lnTo>
                    <a:pt x="1" y="68"/>
                  </a:lnTo>
                  <a:lnTo>
                    <a:pt x="35" y="153"/>
                  </a:lnTo>
                  <a:lnTo>
                    <a:pt x="35" y="17"/>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9"/>
            <p:cNvSpPr/>
            <p:nvPr/>
          </p:nvSpPr>
          <p:spPr>
            <a:xfrm flipH="1" rot="-3371424">
              <a:off x="2972506" y="3679303"/>
              <a:ext cx="2585" cy="4072"/>
            </a:xfrm>
            <a:custGeom>
              <a:rect b="b" l="l" r="r" t="t"/>
              <a:pathLst>
                <a:path extrusionOk="0" h="111" w="77">
                  <a:moveTo>
                    <a:pt x="18" y="0"/>
                  </a:moveTo>
                  <a:lnTo>
                    <a:pt x="18" y="0"/>
                  </a:lnTo>
                  <a:cubicBezTo>
                    <a:pt x="1" y="0"/>
                    <a:pt x="9" y="85"/>
                    <a:pt x="18" y="102"/>
                  </a:cubicBezTo>
                  <a:lnTo>
                    <a:pt x="77" y="110"/>
                  </a:lnTo>
                  <a:cubicBezTo>
                    <a:pt x="72" y="69"/>
                    <a:pt x="61" y="53"/>
                    <a:pt x="48" y="53"/>
                  </a:cubicBezTo>
                  <a:cubicBezTo>
                    <a:pt x="37" y="53"/>
                    <a:pt x="26" y="65"/>
                    <a:pt x="18" y="85"/>
                  </a:cubicBezTo>
                  <a:cubicBezTo>
                    <a:pt x="9" y="17"/>
                    <a:pt x="52" y="42"/>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9"/>
            <p:cNvSpPr/>
            <p:nvPr/>
          </p:nvSpPr>
          <p:spPr>
            <a:xfrm flipH="1" rot="-3371424">
              <a:off x="2993001" y="3690146"/>
              <a:ext cx="604" cy="1871"/>
            </a:xfrm>
            <a:custGeom>
              <a:rect b="b" l="l" r="r" t="t"/>
              <a:pathLst>
                <a:path extrusionOk="0" h="51" w="18">
                  <a:moveTo>
                    <a:pt x="0" y="0"/>
                  </a:moveTo>
                  <a:lnTo>
                    <a:pt x="0" y="51"/>
                  </a:lnTo>
                  <a:lnTo>
                    <a:pt x="17" y="26"/>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9"/>
            <p:cNvSpPr/>
            <p:nvPr/>
          </p:nvSpPr>
          <p:spPr>
            <a:xfrm flipH="1" rot="-3371424">
              <a:off x="2991578" y="3688735"/>
              <a:ext cx="906" cy="1908"/>
            </a:xfrm>
            <a:custGeom>
              <a:rect b="b" l="l" r="r" t="t"/>
              <a:pathLst>
                <a:path extrusionOk="0" h="52" w="27">
                  <a:moveTo>
                    <a:pt x="26" y="0"/>
                  </a:moveTo>
                  <a:cubicBezTo>
                    <a:pt x="18" y="9"/>
                    <a:pt x="9" y="9"/>
                    <a:pt x="1" y="17"/>
                  </a:cubicBezTo>
                  <a:lnTo>
                    <a:pt x="26" y="51"/>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9"/>
            <p:cNvSpPr/>
            <p:nvPr/>
          </p:nvSpPr>
          <p:spPr>
            <a:xfrm flipH="1" rot="-3371424">
              <a:off x="2985139" y="3686119"/>
              <a:ext cx="34" cy="2825"/>
            </a:xfrm>
            <a:custGeom>
              <a:rect b="b" l="l" r="r" t="t"/>
              <a:pathLst>
                <a:path extrusionOk="0" h="77" w="1">
                  <a:moveTo>
                    <a:pt x="0" y="76"/>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9"/>
            <p:cNvSpPr/>
            <p:nvPr/>
          </p:nvSpPr>
          <p:spPr>
            <a:xfrm flipH="1" rot="-3371424">
              <a:off x="2987545" y="3687241"/>
              <a:ext cx="34" cy="2201"/>
            </a:xfrm>
            <a:custGeom>
              <a:rect b="b" l="l" r="r" t="t"/>
              <a:pathLst>
                <a:path extrusionOk="0" h="60" w="1">
                  <a:moveTo>
                    <a:pt x="1" y="60"/>
                  </a:moveTo>
                  <a:lnTo>
                    <a:pt x="1" y="6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9"/>
            <p:cNvSpPr/>
            <p:nvPr/>
          </p:nvSpPr>
          <p:spPr>
            <a:xfrm flipH="1" rot="-3371424">
              <a:off x="2988271" y="3688214"/>
              <a:ext cx="1443" cy="3155"/>
            </a:xfrm>
            <a:custGeom>
              <a:rect b="b" l="l" r="r" t="t"/>
              <a:pathLst>
                <a:path extrusionOk="0" h="86" w="43">
                  <a:moveTo>
                    <a:pt x="34" y="1"/>
                  </a:moveTo>
                  <a:lnTo>
                    <a:pt x="1" y="9"/>
                  </a:lnTo>
                  <a:lnTo>
                    <a:pt x="1" y="85"/>
                  </a:lnTo>
                  <a:cubicBezTo>
                    <a:pt x="17" y="77"/>
                    <a:pt x="43" y="68"/>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9"/>
            <p:cNvSpPr/>
            <p:nvPr/>
          </p:nvSpPr>
          <p:spPr>
            <a:xfrm flipH="1" rot="-3371424">
              <a:off x="3070825" y="3704939"/>
              <a:ext cx="604" cy="2495"/>
            </a:xfrm>
            <a:custGeom>
              <a:rect b="b" l="l" r="r" t="t"/>
              <a:pathLst>
                <a:path extrusionOk="0" h="68" w="18">
                  <a:moveTo>
                    <a:pt x="9" y="0"/>
                  </a:moveTo>
                  <a:lnTo>
                    <a:pt x="1" y="8"/>
                  </a:lnTo>
                  <a:lnTo>
                    <a:pt x="18" y="68"/>
                  </a:lnTo>
                  <a:lnTo>
                    <a:pt x="18" y="5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9"/>
            <p:cNvSpPr/>
            <p:nvPr/>
          </p:nvSpPr>
          <p:spPr>
            <a:xfrm flipH="1" rot="-3371424">
              <a:off x="3059682" y="3701217"/>
              <a:ext cx="604" cy="1284"/>
            </a:xfrm>
            <a:custGeom>
              <a:rect b="b" l="l" r="r" t="t"/>
              <a:pathLst>
                <a:path extrusionOk="0" h="35" w="18">
                  <a:moveTo>
                    <a:pt x="0" y="0"/>
                  </a:moveTo>
                  <a:cubicBezTo>
                    <a:pt x="0" y="9"/>
                    <a:pt x="9" y="26"/>
                    <a:pt x="17" y="34"/>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9"/>
            <p:cNvSpPr/>
            <p:nvPr/>
          </p:nvSpPr>
          <p:spPr>
            <a:xfrm flipH="1" rot="-3371424">
              <a:off x="3051320" y="3689319"/>
              <a:ext cx="6545" cy="14051"/>
            </a:xfrm>
            <a:custGeom>
              <a:rect b="b" l="l" r="r" t="t"/>
              <a:pathLst>
                <a:path extrusionOk="0" h="383" w="195">
                  <a:moveTo>
                    <a:pt x="96" y="1"/>
                  </a:moveTo>
                  <a:cubicBezTo>
                    <a:pt x="71" y="1"/>
                    <a:pt x="44" y="10"/>
                    <a:pt x="17" y="10"/>
                  </a:cubicBezTo>
                  <a:cubicBezTo>
                    <a:pt x="9" y="19"/>
                    <a:pt x="0" y="163"/>
                    <a:pt x="34" y="171"/>
                  </a:cubicBezTo>
                  <a:cubicBezTo>
                    <a:pt x="39" y="158"/>
                    <a:pt x="43" y="154"/>
                    <a:pt x="47" y="154"/>
                  </a:cubicBezTo>
                  <a:cubicBezTo>
                    <a:pt x="57" y="154"/>
                    <a:pt x="63" y="188"/>
                    <a:pt x="68" y="188"/>
                  </a:cubicBezTo>
                  <a:cubicBezTo>
                    <a:pt x="71" y="188"/>
                    <a:pt x="74" y="176"/>
                    <a:pt x="76" y="137"/>
                  </a:cubicBezTo>
                  <a:cubicBezTo>
                    <a:pt x="77" y="137"/>
                    <a:pt x="79" y="136"/>
                    <a:pt x="80" y="136"/>
                  </a:cubicBezTo>
                  <a:cubicBezTo>
                    <a:pt x="96" y="136"/>
                    <a:pt x="118" y="192"/>
                    <a:pt x="110" y="247"/>
                  </a:cubicBezTo>
                  <a:cubicBezTo>
                    <a:pt x="97" y="247"/>
                    <a:pt x="99" y="211"/>
                    <a:pt x="89" y="211"/>
                  </a:cubicBezTo>
                  <a:cubicBezTo>
                    <a:pt x="86" y="211"/>
                    <a:pt x="82" y="214"/>
                    <a:pt x="76" y="222"/>
                  </a:cubicBezTo>
                  <a:cubicBezTo>
                    <a:pt x="96" y="255"/>
                    <a:pt x="90" y="267"/>
                    <a:pt x="102" y="267"/>
                  </a:cubicBezTo>
                  <a:cubicBezTo>
                    <a:pt x="106" y="267"/>
                    <a:pt x="111" y="266"/>
                    <a:pt x="119" y="264"/>
                  </a:cubicBezTo>
                  <a:cubicBezTo>
                    <a:pt x="127" y="306"/>
                    <a:pt x="152" y="340"/>
                    <a:pt x="169" y="382"/>
                  </a:cubicBezTo>
                  <a:cubicBezTo>
                    <a:pt x="161" y="298"/>
                    <a:pt x="195" y="137"/>
                    <a:pt x="152" y="36"/>
                  </a:cubicBezTo>
                  <a:cubicBezTo>
                    <a:pt x="137" y="8"/>
                    <a:pt x="117" y="1"/>
                    <a:pt x="9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9"/>
            <p:cNvSpPr/>
            <p:nvPr/>
          </p:nvSpPr>
          <p:spPr>
            <a:xfrm flipH="1" rot="-3371424">
              <a:off x="3059864" y="3694055"/>
              <a:ext cx="873" cy="2531"/>
            </a:xfrm>
            <a:custGeom>
              <a:rect b="b" l="l" r="r" t="t"/>
              <a:pathLst>
                <a:path extrusionOk="0" h="69" w="26">
                  <a:moveTo>
                    <a:pt x="0" y="1"/>
                  </a:moveTo>
                  <a:cubicBezTo>
                    <a:pt x="0" y="26"/>
                    <a:pt x="0" y="43"/>
                    <a:pt x="0" y="68"/>
                  </a:cubicBezTo>
                  <a:cubicBezTo>
                    <a:pt x="26" y="60"/>
                    <a:pt x="0" y="34"/>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9"/>
            <p:cNvSpPr/>
            <p:nvPr/>
          </p:nvSpPr>
          <p:spPr>
            <a:xfrm flipH="1" rot="-3371424">
              <a:off x="3028255" y="3691803"/>
              <a:ext cx="873" cy="3155"/>
            </a:xfrm>
            <a:custGeom>
              <a:rect b="b" l="l" r="r" t="t"/>
              <a:pathLst>
                <a:path extrusionOk="0" h="86" w="26">
                  <a:moveTo>
                    <a:pt x="4" y="0"/>
                  </a:moveTo>
                  <a:cubicBezTo>
                    <a:pt x="3" y="0"/>
                    <a:pt x="2" y="1"/>
                    <a:pt x="1" y="1"/>
                  </a:cubicBezTo>
                  <a:lnTo>
                    <a:pt x="9" y="86"/>
                  </a:lnTo>
                  <a:cubicBezTo>
                    <a:pt x="9" y="77"/>
                    <a:pt x="17" y="60"/>
                    <a:pt x="26" y="52"/>
                  </a:cubicBezTo>
                  <a:cubicBezTo>
                    <a:pt x="26" y="52"/>
                    <a:pt x="19" y="0"/>
                    <a:pt x="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9"/>
            <p:cNvSpPr/>
            <p:nvPr/>
          </p:nvSpPr>
          <p:spPr>
            <a:xfrm flipH="1" rot="-3371424">
              <a:off x="3030496" y="3693673"/>
              <a:ext cx="336" cy="1284"/>
            </a:xfrm>
            <a:custGeom>
              <a:rect b="b" l="l" r="r" t="t"/>
              <a:pathLst>
                <a:path extrusionOk="0" h="35" w="10">
                  <a:moveTo>
                    <a:pt x="9" y="1"/>
                  </a:moveTo>
                  <a:cubicBezTo>
                    <a:pt x="1" y="9"/>
                    <a:pt x="1" y="26"/>
                    <a:pt x="9" y="35"/>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9"/>
            <p:cNvSpPr/>
            <p:nvPr/>
          </p:nvSpPr>
          <p:spPr>
            <a:xfrm flipH="1" rot="-3371424">
              <a:off x="3028422" y="3693886"/>
              <a:ext cx="34" cy="330"/>
            </a:xfrm>
            <a:custGeom>
              <a:rect b="b" l="l" r="r" t="t"/>
              <a:pathLst>
                <a:path extrusionOk="0" h="9" w="1">
                  <a:moveTo>
                    <a:pt x="0" y="0"/>
                  </a:moveTo>
                  <a:lnTo>
                    <a:pt x="0" y="0"/>
                  </a:lnTo>
                  <a:cubicBezTo>
                    <a:pt x="0" y="0"/>
                    <a:pt x="0" y="9"/>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9"/>
            <p:cNvSpPr/>
            <p:nvPr/>
          </p:nvSpPr>
          <p:spPr>
            <a:xfrm flipH="1" rot="-3371424">
              <a:off x="2977799" y="3683693"/>
              <a:ext cx="604" cy="2201"/>
            </a:xfrm>
            <a:custGeom>
              <a:rect b="b" l="l" r="r" t="t"/>
              <a:pathLst>
                <a:path extrusionOk="0" h="60" w="18">
                  <a:moveTo>
                    <a:pt x="0" y="1"/>
                  </a:moveTo>
                  <a:cubicBezTo>
                    <a:pt x="0" y="18"/>
                    <a:pt x="0" y="43"/>
                    <a:pt x="0" y="60"/>
                  </a:cubicBezTo>
                  <a:cubicBezTo>
                    <a:pt x="17" y="60"/>
                    <a:pt x="0" y="26"/>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9"/>
            <p:cNvSpPr/>
            <p:nvPr/>
          </p:nvSpPr>
          <p:spPr>
            <a:xfrm flipH="1" rot="-3371424">
              <a:off x="2931580" y="3660478"/>
              <a:ext cx="302" cy="1247"/>
            </a:xfrm>
            <a:custGeom>
              <a:rect b="b" l="l" r="r" t="t"/>
              <a:pathLst>
                <a:path extrusionOk="0" h="34" w="9">
                  <a:moveTo>
                    <a:pt x="9" y="0"/>
                  </a:moveTo>
                  <a:cubicBezTo>
                    <a:pt x="0" y="9"/>
                    <a:pt x="0" y="25"/>
                    <a:pt x="0" y="34"/>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9"/>
            <p:cNvSpPr/>
            <p:nvPr/>
          </p:nvSpPr>
          <p:spPr>
            <a:xfrm flipH="1" rot="-3371424">
              <a:off x="2922156" y="3642174"/>
              <a:ext cx="302" cy="330"/>
            </a:xfrm>
            <a:custGeom>
              <a:rect b="b" l="l" r="r" t="t"/>
              <a:pathLst>
                <a:path extrusionOk="0" h="9" w="9">
                  <a:moveTo>
                    <a:pt x="9" y="9"/>
                  </a:moveTo>
                  <a:cubicBezTo>
                    <a:pt x="9" y="0"/>
                    <a:pt x="9" y="0"/>
                    <a:pt x="0" y="0"/>
                  </a:cubicBezTo>
                  <a:cubicBezTo>
                    <a:pt x="9" y="0"/>
                    <a:pt x="9" y="0"/>
                    <a:pt x="9"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9"/>
            <p:cNvSpPr/>
            <p:nvPr/>
          </p:nvSpPr>
          <p:spPr>
            <a:xfrm flipH="1" rot="-3371424">
              <a:off x="2919174" y="3637551"/>
              <a:ext cx="772" cy="6237"/>
            </a:xfrm>
            <a:custGeom>
              <a:rect b="b" l="l" r="r" t="t"/>
              <a:pathLst>
                <a:path extrusionOk="0" h="170" w="23">
                  <a:moveTo>
                    <a:pt x="9" y="0"/>
                  </a:moveTo>
                  <a:lnTo>
                    <a:pt x="9" y="0"/>
                  </a:lnTo>
                  <a:cubicBezTo>
                    <a:pt x="1" y="54"/>
                    <a:pt x="7" y="100"/>
                    <a:pt x="15" y="153"/>
                  </a:cubicBezTo>
                  <a:lnTo>
                    <a:pt x="15" y="153"/>
                  </a:lnTo>
                  <a:cubicBezTo>
                    <a:pt x="14" y="121"/>
                    <a:pt x="23" y="72"/>
                    <a:pt x="9" y="51"/>
                  </a:cubicBezTo>
                  <a:lnTo>
                    <a:pt x="17" y="51"/>
                  </a:lnTo>
                  <a:lnTo>
                    <a:pt x="9" y="0"/>
                  </a:lnTo>
                  <a:close/>
                  <a:moveTo>
                    <a:pt x="15" y="153"/>
                  </a:moveTo>
                  <a:cubicBezTo>
                    <a:pt x="15" y="159"/>
                    <a:pt x="16" y="165"/>
                    <a:pt x="17" y="169"/>
                  </a:cubicBezTo>
                  <a:cubicBezTo>
                    <a:pt x="16" y="164"/>
                    <a:pt x="15" y="158"/>
                    <a:pt x="15" y="15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8" name="Shape 5558"/>
        <p:cNvGrpSpPr/>
        <p:nvPr/>
      </p:nvGrpSpPr>
      <p:grpSpPr>
        <a:xfrm>
          <a:off x="0" y="0"/>
          <a:ext cx="0" cy="0"/>
          <a:chOff x="0" y="0"/>
          <a:chExt cx="0" cy="0"/>
        </a:xfrm>
      </p:grpSpPr>
      <p:sp>
        <p:nvSpPr>
          <p:cNvPr id="5559" name="Google Shape;5559;p60"/>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CASE TIMELINE</a:t>
            </a:r>
            <a:endParaRPr/>
          </a:p>
        </p:txBody>
      </p:sp>
      <p:sp>
        <p:nvSpPr>
          <p:cNvPr id="5560" name="Google Shape;5560;p60"/>
          <p:cNvSpPr/>
          <p:nvPr/>
        </p:nvSpPr>
        <p:spPr>
          <a:xfrm>
            <a:off x="620375" y="2334850"/>
            <a:ext cx="7865150" cy="1107496"/>
          </a:xfrm>
          <a:custGeom>
            <a:rect b="b" l="l" r="r" t="t"/>
            <a:pathLst>
              <a:path extrusionOk="0" h="22020" w="96781">
                <a:moveTo>
                  <a:pt x="92586" y="9703"/>
                </a:moveTo>
                <a:cubicBezTo>
                  <a:pt x="92677" y="9825"/>
                  <a:pt x="92860" y="10098"/>
                  <a:pt x="92890" y="10189"/>
                </a:cubicBezTo>
                <a:cubicBezTo>
                  <a:pt x="92935" y="10234"/>
                  <a:pt x="92914" y="10262"/>
                  <a:pt x="92864" y="10262"/>
                </a:cubicBezTo>
                <a:cubicBezTo>
                  <a:pt x="92846" y="10262"/>
                  <a:pt x="92823" y="10258"/>
                  <a:pt x="92799" y="10250"/>
                </a:cubicBezTo>
                <a:cubicBezTo>
                  <a:pt x="92723" y="10225"/>
                  <a:pt x="92454" y="10071"/>
                  <a:pt x="92315" y="10004"/>
                </a:cubicBezTo>
                <a:lnTo>
                  <a:pt x="92315" y="10004"/>
                </a:lnTo>
                <a:lnTo>
                  <a:pt x="92434" y="9885"/>
                </a:lnTo>
                <a:lnTo>
                  <a:pt x="92586" y="9703"/>
                </a:lnTo>
                <a:close/>
                <a:moveTo>
                  <a:pt x="94480" y="10270"/>
                </a:moveTo>
                <a:cubicBezTo>
                  <a:pt x="94584" y="10326"/>
                  <a:pt x="94719" y="10372"/>
                  <a:pt x="94775" y="10372"/>
                </a:cubicBezTo>
                <a:lnTo>
                  <a:pt x="94775" y="10281"/>
                </a:lnTo>
                <a:lnTo>
                  <a:pt x="94775" y="10271"/>
                </a:lnTo>
                <a:lnTo>
                  <a:pt x="94775" y="10271"/>
                </a:lnTo>
                <a:cubicBezTo>
                  <a:pt x="94754" y="10274"/>
                  <a:pt x="94734" y="10277"/>
                  <a:pt x="94714" y="10281"/>
                </a:cubicBezTo>
                <a:cubicBezTo>
                  <a:pt x="94636" y="10281"/>
                  <a:pt x="94557" y="10277"/>
                  <a:pt x="94480" y="10270"/>
                </a:cubicBezTo>
                <a:close/>
                <a:moveTo>
                  <a:pt x="2716" y="13949"/>
                </a:moveTo>
                <a:cubicBezTo>
                  <a:pt x="2736" y="13949"/>
                  <a:pt x="2754" y="13964"/>
                  <a:pt x="2767" y="13989"/>
                </a:cubicBezTo>
                <a:lnTo>
                  <a:pt x="2767" y="14050"/>
                </a:lnTo>
                <a:cubicBezTo>
                  <a:pt x="2736" y="14141"/>
                  <a:pt x="2797" y="14232"/>
                  <a:pt x="2949" y="14232"/>
                </a:cubicBezTo>
                <a:cubicBezTo>
                  <a:pt x="2949" y="14293"/>
                  <a:pt x="2919" y="14323"/>
                  <a:pt x="2828" y="14323"/>
                </a:cubicBezTo>
                <a:cubicBezTo>
                  <a:pt x="2767" y="14323"/>
                  <a:pt x="2554" y="14141"/>
                  <a:pt x="2615" y="14050"/>
                </a:cubicBezTo>
                <a:cubicBezTo>
                  <a:pt x="2651" y="13978"/>
                  <a:pt x="2686" y="13949"/>
                  <a:pt x="2716" y="13949"/>
                </a:cubicBezTo>
                <a:close/>
                <a:moveTo>
                  <a:pt x="1259" y="15985"/>
                </a:moveTo>
                <a:cubicBezTo>
                  <a:pt x="1298" y="15985"/>
                  <a:pt x="1318" y="16025"/>
                  <a:pt x="1338" y="16025"/>
                </a:cubicBezTo>
                <a:lnTo>
                  <a:pt x="1399" y="16056"/>
                </a:lnTo>
                <a:cubicBezTo>
                  <a:pt x="1460" y="16086"/>
                  <a:pt x="1521" y="16117"/>
                  <a:pt x="1521" y="16147"/>
                </a:cubicBezTo>
                <a:lnTo>
                  <a:pt x="1521" y="16177"/>
                </a:lnTo>
                <a:cubicBezTo>
                  <a:pt x="1460" y="16238"/>
                  <a:pt x="1399" y="16390"/>
                  <a:pt x="1308" y="16390"/>
                </a:cubicBezTo>
                <a:cubicBezTo>
                  <a:pt x="1126" y="16390"/>
                  <a:pt x="1308" y="16238"/>
                  <a:pt x="1186" y="16177"/>
                </a:cubicBezTo>
                <a:cubicBezTo>
                  <a:pt x="1095" y="16086"/>
                  <a:pt x="1126" y="16086"/>
                  <a:pt x="1186" y="16025"/>
                </a:cubicBezTo>
                <a:cubicBezTo>
                  <a:pt x="1217" y="15995"/>
                  <a:pt x="1240" y="15985"/>
                  <a:pt x="1259" y="15985"/>
                </a:cubicBezTo>
                <a:close/>
                <a:moveTo>
                  <a:pt x="29837" y="20641"/>
                </a:moveTo>
                <a:cubicBezTo>
                  <a:pt x="29855" y="20641"/>
                  <a:pt x="29870" y="20642"/>
                  <a:pt x="29880" y="20646"/>
                </a:cubicBezTo>
                <a:cubicBezTo>
                  <a:pt x="29971" y="20646"/>
                  <a:pt x="30001" y="20737"/>
                  <a:pt x="29941" y="20798"/>
                </a:cubicBezTo>
                <a:lnTo>
                  <a:pt x="29880" y="20858"/>
                </a:lnTo>
                <a:cubicBezTo>
                  <a:pt x="29849" y="20889"/>
                  <a:pt x="29789" y="20889"/>
                  <a:pt x="29789" y="20889"/>
                </a:cubicBezTo>
                <a:lnTo>
                  <a:pt x="29667" y="20767"/>
                </a:lnTo>
                <a:cubicBezTo>
                  <a:pt x="29576" y="20798"/>
                  <a:pt x="29492" y="20813"/>
                  <a:pt x="29409" y="20813"/>
                </a:cubicBezTo>
                <a:cubicBezTo>
                  <a:pt x="29325" y="20813"/>
                  <a:pt x="29242" y="20798"/>
                  <a:pt x="29150" y="20767"/>
                </a:cubicBezTo>
                <a:cubicBezTo>
                  <a:pt x="29120" y="20737"/>
                  <a:pt x="29090" y="20676"/>
                  <a:pt x="29090" y="20676"/>
                </a:cubicBezTo>
                <a:cubicBezTo>
                  <a:pt x="29107" y="20667"/>
                  <a:pt x="29125" y="20663"/>
                  <a:pt x="29143" y="20663"/>
                </a:cubicBezTo>
                <a:cubicBezTo>
                  <a:pt x="29186" y="20663"/>
                  <a:pt x="29229" y="20685"/>
                  <a:pt x="29272" y="20706"/>
                </a:cubicBezTo>
                <a:lnTo>
                  <a:pt x="29302" y="20706"/>
                </a:lnTo>
                <a:cubicBezTo>
                  <a:pt x="29309" y="20710"/>
                  <a:pt x="29321" y="20711"/>
                  <a:pt x="29336" y="20711"/>
                </a:cubicBezTo>
                <a:cubicBezTo>
                  <a:pt x="29440" y="20711"/>
                  <a:pt x="29715" y="20641"/>
                  <a:pt x="29837" y="20641"/>
                </a:cubicBezTo>
                <a:close/>
                <a:moveTo>
                  <a:pt x="25655" y="20767"/>
                </a:moveTo>
                <a:lnTo>
                  <a:pt x="25837" y="20919"/>
                </a:lnTo>
                <a:lnTo>
                  <a:pt x="25868" y="20919"/>
                </a:lnTo>
                <a:cubicBezTo>
                  <a:pt x="25891" y="20907"/>
                  <a:pt x="25912" y="20903"/>
                  <a:pt x="25931" y="20903"/>
                </a:cubicBezTo>
                <a:cubicBezTo>
                  <a:pt x="26010" y="20903"/>
                  <a:pt x="26050" y="20991"/>
                  <a:pt x="26050" y="21041"/>
                </a:cubicBezTo>
                <a:cubicBezTo>
                  <a:pt x="26050" y="21060"/>
                  <a:pt x="26032" y="21067"/>
                  <a:pt x="26006" y="21067"/>
                </a:cubicBezTo>
                <a:cubicBezTo>
                  <a:pt x="25949" y="21067"/>
                  <a:pt x="25849" y="21031"/>
                  <a:pt x="25807" y="21010"/>
                </a:cubicBezTo>
                <a:cubicBezTo>
                  <a:pt x="25685" y="20949"/>
                  <a:pt x="25564" y="20889"/>
                  <a:pt x="25442" y="20858"/>
                </a:cubicBezTo>
                <a:cubicBezTo>
                  <a:pt x="25351" y="20858"/>
                  <a:pt x="25442" y="20798"/>
                  <a:pt x="25655" y="20767"/>
                </a:cubicBezTo>
                <a:close/>
                <a:moveTo>
                  <a:pt x="26719" y="20767"/>
                </a:moveTo>
                <a:cubicBezTo>
                  <a:pt x="26840" y="20798"/>
                  <a:pt x="26962" y="20798"/>
                  <a:pt x="27114" y="20798"/>
                </a:cubicBezTo>
                <a:cubicBezTo>
                  <a:pt x="27154" y="20798"/>
                  <a:pt x="27289" y="20770"/>
                  <a:pt x="27384" y="20770"/>
                </a:cubicBezTo>
                <a:cubicBezTo>
                  <a:pt x="27431" y="20770"/>
                  <a:pt x="27468" y="20777"/>
                  <a:pt x="27479" y="20798"/>
                </a:cubicBezTo>
                <a:cubicBezTo>
                  <a:pt x="27539" y="20858"/>
                  <a:pt x="27235" y="20889"/>
                  <a:pt x="27144" y="20889"/>
                </a:cubicBezTo>
                <a:cubicBezTo>
                  <a:pt x="26992" y="20889"/>
                  <a:pt x="26840" y="20919"/>
                  <a:pt x="26719" y="20949"/>
                </a:cubicBezTo>
                <a:cubicBezTo>
                  <a:pt x="26672" y="20973"/>
                  <a:pt x="26515" y="21069"/>
                  <a:pt x="26433" y="21069"/>
                </a:cubicBezTo>
                <a:cubicBezTo>
                  <a:pt x="26409" y="21069"/>
                  <a:pt x="26391" y="21061"/>
                  <a:pt x="26384" y="21041"/>
                </a:cubicBezTo>
                <a:cubicBezTo>
                  <a:pt x="26324" y="20980"/>
                  <a:pt x="26384" y="20919"/>
                  <a:pt x="26506" y="20858"/>
                </a:cubicBezTo>
                <a:lnTo>
                  <a:pt x="26628" y="20798"/>
                </a:lnTo>
                <a:lnTo>
                  <a:pt x="26719" y="20767"/>
                </a:lnTo>
                <a:close/>
                <a:moveTo>
                  <a:pt x="65615" y="20786"/>
                </a:moveTo>
                <a:cubicBezTo>
                  <a:pt x="65633" y="20786"/>
                  <a:pt x="65648" y="20790"/>
                  <a:pt x="65656" y="20798"/>
                </a:cubicBezTo>
                <a:cubicBezTo>
                  <a:pt x="65716" y="20858"/>
                  <a:pt x="65777" y="20949"/>
                  <a:pt x="65868" y="21010"/>
                </a:cubicBezTo>
                <a:cubicBezTo>
                  <a:pt x="65899" y="21041"/>
                  <a:pt x="65899" y="21101"/>
                  <a:pt x="65838" y="21101"/>
                </a:cubicBezTo>
                <a:lnTo>
                  <a:pt x="65838" y="21132"/>
                </a:lnTo>
                <a:cubicBezTo>
                  <a:pt x="65833" y="21135"/>
                  <a:pt x="65826" y="21136"/>
                  <a:pt x="65818" y="21136"/>
                </a:cubicBezTo>
                <a:cubicBezTo>
                  <a:pt x="65736" y="21136"/>
                  <a:pt x="65531" y="21000"/>
                  <a:pt x="65504" y="20889"/>
                </a:cubicBezTo>
                <a:cubicBezTo>
                  <a:pt x="65481" y="20820"/>
                  <a:pt x="65561" y="20786"/>
                  <a:pt x="65615" y="20786"/>
                </a:cubicBezTo>
                <a:close/>
                <a:moveTo>
                  <a:pt x="48591" y="20907"/>
                </a:moveTo>
                <a:cubicBezTo>
                  <a:pt x="48616" y="20907"/>
                  <a:pt x="48640" y="20911"/>
                  <a:pt x="48664" y="20919"/>
                </a:cubicBezTo>
                <a:cubicBezTo>
                  <a:pt x="48816" y="20919"/>
                  <a:pt x="48847" y="21101"/>
                  <a:pt x="48756" y="21132"/>
                </a:cubicBezTo>
                <a:cubicBezTo>
                  <a:pt x="48677" y="21158"/>
                  <a:pt x="48531" y="21229"/>
                  <a:pt x="48453" y="21229"/>
                </a:cubicBezTo>
                <a:cubicBezTo>
                  <a:pt x="48441" y="21229"/>
                  <a:pt x="48430" y="21227"/>
                  <a:pt x="48421" y="21223"/>
                </a:cubicBezTo>
                <a:cubicBezTo>
                  <a:pt x="48391" y="21162"/>
                  <a:pt x="48391" y="21101"/>
                  <a:pt x="48421" y="21041"/>
                </a:cubicBezTo>
                <a:lnTo>
                  <a:pt x="48391" y="20980"/>
                </a:lnTo>
                <a:cubicBezTo>
                  <a:pt x="48458" y="20935"/>
                  <a:pt x="48524" y="20907"/>
                  <a:pt x="48591" y="20907"/>
                </a:cubicBezTo>
                <a:close/>
                <a:moveTo>
                  <a:pt x="35017" y="21132"/>
                </a:moveTo>
                <a:lnTo>
                  <a:pt x="35017" y="21162"/>
                </a:lnTo>
                <a:cubicBezTo>
                  <a:pt x="35108" y="21193"/>
                  <a:pt x="35169" y="21253"/>
                  <a:pt x="35230" y="21345"/>
                </a:cubicBezTo>
                <a:lnTo>
                  <a:pt x="35321" y="21375"/>
                </a:lnTo>
                <a:lnTo>
                  <a:pt x="35412" y="21405"/>
                </a:lnTo>
                <a:cubicBezTo>
                  <a:pt x="35533" y="21405"/>
                  <a:pt x="35655" y="21436"/>
                  <a:pt x="35655" y="21527"/>
                </a:cubicBezTo>
                <a:lnTo>
                  <a:pt x="35655" y="21557"/>
                </a:lnTo>
                <a:lnTo>
                  <a:pt x="35625" y="21588"/>
                </a:lnTo>
                <a:cubicBezTo>
                  <a:pt x="35602" y="21593"/>
                  <a:pt x="35580" y="21596"/>
                  <a:pt x="35558" y="21596"/>
                </a:cubicBezTo>
                <a:cubicBezTo>
                  <a:pt x="35459" y="21596"/>
                  <a:pt x="35365" y="21546"/>
                  <a:pt x="35290" y="21497"/>
                </a:cubicBezTo>
                <a:lnTo>
                  <a:pt x="35169" y="21436"/>
                </a:lnTo>
                <a:lnTo>
                  <a:pt x="35047" y="21405"/>
                </a:lnTo>
                <a:cubicBezTo>
                  <a:pt x="34986" y="21253"/>
                  <a:pt x="34956" y="21132"/>
                  <a:pt x="35017" y="21132"/>
                </a:cubicBezTo>
                <a:close/>
                <a:moveTo>
                  <a:pt x="28938" y="20737"/>
                </a:moveTo>
                <a:cubicBezTo>
                  <a:pt x="29029" y="20798"/>
                  <a:pt x="29120" y="20858"/>
                  <a:pt x="29181" y="20919"/>
                </a:cubicBezTo>
                <a:lnTo>
                  <a:pt x="29029" y="21041"/>
                </a:lnTo>
                <a:cubicBezTo>
                  <a:pt x="28968" y="21071"/>
                  <a:pt x="28968" y="21193"/>
                  <a:pt x="28907" y="21284"/>
                </a:cubicBezTo>
                <a:lnTo>
                  <a:pt x="28877" y="21314"/>
                </a:lnTo>
                <a:cubicBezTo>
                  <a:pt x="28786" y="21314"/>
                  <a:pt x="28694" y="21405"/>
                  <a:pt x="28664" y="21497"/>
                </a:cubicBezTo>
                <a:lnTo>
                  <a:pt x="28603" y="21588"/>
                </a:lnTo>
                <a:cubicBezTo>
                  <a:pt x="28603" y="21649"/>
                  <a:pt x="28512" y="21649"/>
                  <a:pt x="28482" y="21649"/>
                </a:cubicBezTo>
                <a:lnTo>
                  <a:pt x="28390" y="21649"/>
                </a:lnTo>
                <a:cubicBezTo>
                  <a:pt x="28299" y="21618"/>
                  <a:pt x="28208" y="21588"/>
                  <a:pt x="28147" y="21527"/>
                </a:cubicBezTo>
                <a:lnTo>
                  <a:pt x="28080" y="21527"/>
                </a:lnTo>
                <a:lnTo>
                  <a:pt x="28178" y="21405"/>
                </a:lnTo>
                <a:cubicBezTo>
                  <a:pt x="28238" y="21451"/>
                  <a:pt x="28284" y="21474"/>
                  <a:pt x="28326" y="21474"/>
                </a:cubicBezTo>
                <a:cubicBezTo>
                  <a:pt x="28368" y="21474"/>
                  <a:pt x="28406" y="21451"/>
                  <a:pt x="28451" y="21405"/>
                </a:cubicBezTo>
                <a:lnTo>
                  <a:pt x="28512" y="21314"/>
                </a:lnTo>
                <a:cubicBezTo>
                  <a:pt x="28634" y="21314"/>
                  <a:pt x="28725" y="21010"/>
                  <a:pt x="28725" y="20919"/>
                </a:cubicBezTo>
                <a:cubicBezTo>
                  <a:pt x="28725" y="20798"/>
                  <a:pt x="28877" y="20737"/>
                  <a:pt x="28938" y="20737"/>
                </a:cubicBezTo>
                <a:close/>
                <a:moveTo>
                  <a:pt x="31919" y="21249"/>
                </a:moveTo>
                <a:cubicBezTo>
                  <a:pt x="31923" y="21249"/>
                  <a:pt x="31930" y="21279"/>
                  <a:pt x="31947" y="21345"/>
                </a:cubicBezTo>
                <a:cubicBezTo>
                  <a:pt x="31977" y="21436"/>
                  <a:pt x="32068" y="21618"/>
                  <a:pt x="31977" y="21649"/>
                </a:cubicBezTo>
                <a:cubicBezTo>
                  <a:pt x="31886" y="21649"/>
                  <a:pt x="31916" y="21405"/>
                  <a:pt x="31916" y="21314"/>
                </a:cubicBezTo>
                <a:cubicBezTo>
                  <a:pt x="31916" y="21272"/>
                  <a:pt x="31916" y="21249"/>
                  <a:pt x="31919" y="21249"/>
                </a:cubicBezTo>
                <a:close/>
                <a:moveTo>
                  <a:pt x="84859" y="1"/>
                </a:moveTo>
                <a:cubicBezTo>
                  <a:pt x="84848" y="1"/>
                  <a:pt x="84840" y="3"/>
                  <a:pt x="84835" y="7"/>
                </a:cubicBezTo>
                <a:cubicBezTo>
                  <a:pt x="84805" y="37"/>
                  <a:pt x="84744" y="37"/>
                  <a:pt x="84714" y="37"/>
                </a:cubicBezTo>
                <a:cubicBezTo>
                  <a:pt x="84623" y="98"/>
                  <a:pt x="84562" y="129"/>
                  <a:pt x="84501" y="189"/>
                </a:cubicBezTo>
                <a:lnTo>
                  <a:pt x="84319" y="129"/>
                </a:lnTo>
                <a:lnTo>
                  <a:pt x="84167" y="98"/>
                </a:lnTo>
                <a:cubicBezTo>
                  <a:pt x="84026" y="182"/>
                  <a:pt x="83808" y="345"/>
                  <a:pt x="83727" y="345"/>
                </a:cubicBezTo>
                <a:cubicBezTo>
                  <a:pt x="83721" y="345"/>
                  <a:pt x="83715" y="344"/>
                  <a:pt x="83711" y="341"/>
                </a:cubicBezTo>
                <a:cubicBezTo>
                  <a:pt x="83589" y="280"/>
                  <a:pt x="83467" y="280"/>
                  <a:pt x="83346" y="280"/>
                </a:cubicBezTo>
                <a:lnTo>
                  <a:pt x="83224" y="220"/>
                </a:lnTo>
                <a:lnTo>
                  <a:pt x="83194" y="220"/>
                </a:lnTo>
                <a:cubicBezTo>
                  <a:pt x="83185" y="224"/>
                  <a:pt x="83171" y="226"/>
                  <a:pt x="83153" y="226"/>
                </a:cubicBezTo>
                <a:cubicBezTo>
                  <a:pt x="83042" y="226"/>
                  <a:pt x="82781" y="159"/>
                  <a:pt x="82677" y="159"/>
                </a:cubicBezTo>
                <a:cubicBezTo>
                  <a:pt x="82586" y="189"/>
                  <a:pt x="82495" y="189"/>
                  <a:pt x="82404" y="220"/>
                </a:cubicBezTo>
                <a:cubicBezTo>
                  <a:pt x="82404" y="250"/>
                  <a:pt x="82434" y="341"/>
                  <a:pt x="82464" y="402"/>
                </a:cubicBezTo>
                <a:cubicBezTo>
                  <a:pt x="82464" y="415"/>
                  <a:pt x="82444" y="422"/>
                  <a:pt x="82406" y="422"/>
                </a:cubicBezTo>
                <a:cubicBezTo>
                  <a:pt x="82353" y="422"/>
                  <a:pt x="82267" y="407"/>
                  <a:pt x="82160" y="372"/>
                </a:cubicBezTo>
                <a:lnTo>
                  <a:pt x="82130" y="372"/>
                </a:lnTo>
                <a:lnTo>
                  <a:pt x="82008" y="524"/>
                </a:lnTo>
                <a:cubicBezTo>
                  <a:pt x="81826" y="493"/>
                  <a:pt x="81644" y="493"/>
                  <a:pt x="81613" y="493"/>
                </a:cubicBezTo>
                <a:cubicBezTo>
                  <a:pt x="81553" y="463"/>
                  <a:pt x="81492" y="432"/>
                  <a:pt x="81431" y="372"/>
                </a:cubicBezTo>
                <a:lnTo>
                  <a:pt x="81340" y="372"/>
                </a:lnTo>
                <a:cubicBezTo>
                  <a:pt x="81238" y="372"/>
                  <a:pt x="81124" y="345"/>
                  <a:pt x="81040" y="345"/>
                </a:cubicBezTo>
                <a:cubicBezTo>
                  <a:pt x="80999" y="345"/>
                  <a:pt x="80965" y="351"/>
                  <a:pt x="80945" y="372"/>
                </a:cubicBezTo>
                <a:lnTo>
                  <a:pt x="80793" y="524"/>
                </a:lnTo>
                <a:cubicBezTo>
                  <a:pt x="80746" y="500"/>
                  <a:pt x="80713" y="491"/>
                  <a:pt x="80693" y="491"/>
                </a:cubicBezTo>
                <a:cubicBezTo>
                  <a:pt x="80661" y="491"/>
                  <a:pt x="80664" y="516"/>
                  <a:pt x="80701" y="554"/>
                </a:cubicBezTo>
                <a:cubicBezTo>
                  <a:pt x="80707" y="560"/>
                  <a:pt x="80702" y="562"/>
                  <a:pt x="80689" y="562"/>
                </a:cubicBezTo>
                <a:cubicBezTo>
                  <a:pt x="80635" y="562"/>
                  <a:pt x="80447" y="518"/>
                  <a:pt x="80398" y="493"/>
                </a:cubicBezTo>
                <a:lnTo>
                  <a:pt x="80276" y="402"/>
                </a:lnTo>
                <a:cubicBezTo>
                  <a:pt x="80276" y="402"/>
                  <a:pt x="80142" y="469"/>
                  <a:pt x="80046" y="469"/>
                </a:cubicBezTo>
                <a:cubicBezTo>
                  <a:pt x="80030" y="469"/>
                  <a:pt x="80015" y="467"/>
                  <a:pt x="80002" y="463"/>
                </a:cubicBezTo>
                <a:cubicBezTo>
                  <a:pt x="79942" y="463"/>
                  <a:pt x="79698" y="432"/>
                  <a:pt x="79638" y="432"/>
                </a:cubicBezTo>
                <a:cubicBezTo>
                  <a:pt x="79620" y="415"/>
                  <a:pt x="79532" y="397"/>
                  <a:pt x="79460" y="397"/>
                </a:cubicBezTo>
                <a:cubicBezTo>
                  <a:pt x="79407" y="397"/>
                  <a:pt x="79364" y="407"/>
                  <a:pt x="79364" y="432"/>
                </a:cubicBezTo>
                <a:cubicBezTo>
                  <a:pt x="79334" y="493"/>
                  <a:pt x="79182" y="554"/>
                  <a:pt x="78999" y="554"/>
                </a:cubicBezTo>
                <a:lnTo>
                  <a:pt x="78908" y="493"/>
                </a:lnTo>
                <a:lnTo>
                  <a:pt x="78726" y="372"/>
                </a:lnTo>
                <a:cubicBezTo>
                  <a:pt x="78574" y="402"/>
                  <a:pt x="78422" y="432"/>
                  <a:pt x="78270" y="432"/>
                </a:cubicBezTo>
                <a:lnTo>
                  <a:pt x="78239" y="463"/>
                </a:lnTo>
                <a:lnTo>
                  <a:pt x="78148" y="493"/>
                </a:lnTo>
                <a:cubicBezTo>
                  <a:pt x="78027" y="524"/>
                  <a:pt x="77935" y="524"/>
                  <a:pt x="77814" y="584"/>
                </a:cubicBezTo>
                <a:lnTo>
                  <a:pt x="77692" y="554"/>
                </a:lnTo>
                <a:lnTo>
                  <a:pt x="77571" y="524"/>
                </a:lnTo>
                <a:cubicBezTo>
                  <a:pt x="77419" y="524"/>
                  <a:pt x="77297" y="493"/>
                  <a:pt x="77176" y="432"/>
                </a:cubicBezTo>
                <a:cubicBezTo>
                  <a:pt x="77161" y="418"/>
                  <a:pt x="77139" y="412"/>
                  <a:pt x="77114" y="412"/>
                </a:cubicBezTo>
                <a:cubicBezTo>
                  <a:pt x="77034" y="412"/>
                  <a:pt x="76918" y="470"/>
                  <a:pt x="76872" y="493"/>
                </a:cubicBezTo>
                <a:cubicBezTo>
                  <a:pt x="76854" y="511"/>
                  <a:pt x="76833" y="518"/>
                  <a:pt x="76813" y="518"/>
                </a:cubicBezTo>
                <a:cubicBezTo>
                  <a:pt x="76763" y="518"/>
                  <a:pt x="76711" y="475"/>
                  <a:pt x="76689" y="432"/>
                </a:cubicBezTo>
                <a:cubicBezTo>
                  <a:pt x="76673" y="424"/>
                  <a:pt x="76654" y="421"/>
                  <a:pt x="76634" y="421"/>
                </a:cubicBezTo>
                <a:cubicBezTo>
                  <a:pt x="76577" y="421"/>
                  <a:pt x="76505" y="449"/>
                  <a:pt x="76416" y="493"/>
                </a:cubicBezTo>
                <a:lnTo>
                  <a:pt x="76264" y="493"/>
                </a:lnTo>
                <a:cubicBezTo>
                  <a:pt x="76112" y="493"/>
                  <a:pt x="75960" y="493"/>
                  <a:pt x="75808" y="524"/>
                </a:cubicBezTo>
                <a:lnTo>
                  <a:pt x="75686" y="554"/>
                </a:lnTo>
                <a:lnTo>
                  <a:pt x="75656" y="554"/>
                </a:lnTo>
                <a:cubicBezTo>
                  <a:pt x="75565" y="524"/>
                  <a:pt x="75473" y="524"/>
                  <a:pt x="75382" y="493"/>
                </a:cubicBezTo>
                <a:cubicBezTo>
                  <a:pt x="75356" y="502"/>
                  <a:pt x="75326" y="506"/>
                  <a:pt x="75296" y="506"/>
                </a:cubicBezTo>
                <a:cubicBezTo>
                  <a:pt x="75222" y="506"/>
                  <a:pt x="75143" y="484"/>
                  <a:pt x="75078" y="463"/>
                </a:cubicBezTo>
                <a:lnTo>
                  <a:pt x="75017" y="524"/>
                </a:lnTo>
                <a:cubicBezTo>
                  <a:pt x="74957" y="550"/>
                  <a:pt x="74907" y="561"/>
                  <a:pt x="74862" y="561"/>
                </a:cubicBezTo>
                <a:cubicBezTo>
                  <a:pt x="74751" y="561"/>
                  <a:pt x="74679" y="489"/>
                  <a:pt x="74592" y="402"/>
                </a:cubicBezTo>
                <a:cubicBezTo>
                  <a:pt x="74562" y="402"/>
                  <a:pt x="74501" y="524"/>
                  <a:pt x="74501" y="584"/>
                </a:cubicBezTo>
                <a:cubicBezTo>
                  <a:pt x="74501" y="600"/>
                  <a:pt x="74488" y="606"/>
                  <a:pt x="74468" y="606"/>
                </a:cubicBezTo>
                <a:cubicBezTo>
                  <a:pt x="74423" y="606"/>
                  <a:pt x="74340" y="578"/>
                  <a:pt x="74274" y="578"/>
                </a:cubicBezTo>
                <a:cubicBezTo>
                  <a:pt x="74257" y="578"/>
                  <a:pt x="74241" y="580"/>
                  <a:pt x="74227" y="584"/>
                </a:cubicBezTo>
                <a:cubicBezTo>
                  <a:pt x="74166" y="584"/>
                  <a:pt x="73893" y="676"/>
                  <a:pt x="73802" y="676"/>
                </a:cubicBezTo>
                <a:cubicBezTo>
                  <a:pt x="73761" y="684"/>
                  <a:pt x="73722" y="688"/>
                  <a:pt x="73685" y="688"/>
                </a:cubicBezTo>
                <a:cubicBezTo>
                  <a:pt x="73582" y="688"/>
                  <a:pt x="73487" y="659"/>
                  <a:pt x="73376" y="615"/>
                </a:cubicBezTo>
                <a:lnTo>
                  <a:pt x="73163" y="615"/>
                </a:lnTo>
                <a:cubicBezTo>
                  <a:pt x="73072" y="645"/>
                  <a:pt x="72981" y="706"/>
                  <a:pt x="72951" y="797"/>
                </a:cubicBezTo>
                <a:cubicBezTo>
                  <a:pt x="72951" y="800"/>
                  <a:pt x="72949" y="801"/>
                  <a:pt x="72947" y="801"/>
                </a:cubicBezTo>
                <a:cubicBezTo>
                  <a:pt x="72924" y="801"/>
                  <a:pt x="72796" y="676"/>
                  <a:pt x="72768" y="676"/>
                </a:cubicBezTo>
                <a:cubicBezTo>
                  <a:pt x="72586" y="736"/>
                  <a:pt x="72434" y="736"/>
                  <a:pt x="72251" y="736"/>
                </a:cubicBezTo>
                <a:cubicBezTo>
                  <a:pt x="72130" y="706"/>
                  <a:pt x="72008" y="706"/>
                  <a:pt x="71887" y="676"/>
                </a:cubicBezTo>
                <a:cubicBezTo>
                  <a:pt x="71826" y="706"/>
                  <a:pt x="71765" y="736"/>
                  <a:pt x="71704" y="736"/>
                </a:cubicBezTo>
                <a:cubicBezTo>
                  <a:pt x="71613" y="736"/>
                  <a:pt x="71522" y="706"/>
                  <a:pt x="71461" y="676"/>
                </a:cubicBezTo>
                <a:lnTo>
                  <a:pt x="71340" y="736"/>
                </a:lnTo>
                <a:lnTo>
                  <a:pt x="71248" y="797"/>
                </a:lnTo>
                <a:cubicBezTo>
                  <a:pt x="71096" y="828"/>
                  <a:pt x="70884" y="828"/>
                  <a:pt x="70792" y="828"/>
                </a:cubicBezTo>
                <a:lnTo>
                  <a:pt x="70701" y="828"/>
                </a:lnTo>
                <a:cubicBezTo>
                  <a:pt x="70689" y="792"/>
                  <a:pt x="70673" y="779"/>
                  <a:pt x="70655" y="779"/>
                </a:cubicBezTo>
                <a:cubicBezTo>
                  <a:pt x="70628" y="779"/>
                  <a:pt x="70598" y="809"/>
                  <a:pt x="70580" y="828"/>
                </a:cubicBezTo>
                <a:cubicBezTo>
                  <a:pt x="70580" y="831"/>
                  <a:pt x="70578" y="832"/>
                  <a:pt x="70575" y="832"/>
                </a:cubicBezTo>
                <a:cubicBezTo>
                  <a:pt x="70553" y="832"/>
                  <a:pt x="70451" y="736"/>
                  <a:pt x="70397" y="736"/>
                </a:cubicBezTo>
                <a:lnTo>
                  <a:pt x="69789" y="736"/>
                </a:lnTo>
                <a:cubicBezTo>
                  <a:pt x="69765" y="730"/>
                  <a:pt x="69736" y="728"/>
                  <a:pt x="69704" y="728"/>
                </a:cubicBezTo>
                <a:cubicBezTo>
                  <a:pt x="69578" y="728"/>
                  <a:pt x="69413" y="767"/>
                  <a:pt x="69364" y="767"/>
                </a:cubicBezTo>
                <a:cubicBezTo>
                  <a:pt x="69242" y="797"/>
                  <a:pt x="69090" y="797"/>
                  <a:pt x="68969" y="828"/>
                </a:cubicBezTo>
                <a:cubicBezTo>
                  <a:pt x="68908" y="843"/>
                  <a:pt x="68847" y="850"/>
                  <a:pt x="68783" y="850"/>
                </a:cubicBezTo>
                <a:cubicBezTo>
                  <a:pt x="68718" y="850"/>
                  <a:pt x="68650" y="843"/>
                  <a:pt x="68574" y="828"/>
                </a:cubicBezTo>
                <a:cubicBezTo>
                  <a:pt x="68532" y="807"/>
                  <a:pt x="68374" y="771"/>
                  <a:pt x="68280" y="771"/>
                </a:cubicBezTo>
                <a:cubicBezTo>
                  <a:pt x="68238" y="771"/>
                  <a:pt x="68209" y="778"/>
                  <a:pt x="68209" y="797"/>
                </a:cubicBezTo>
                <a:cubicBezTo>
                  <a:pt x="68178" y="888"/>
                  <a:pt x="68178" y="919"/>
                  <a:pt x="68148" y="919"/>
                </a:cubicBezTo>
                <a:lnTo>
                  <a:pt x="68118" y="919"/>
                </a:lnTo>
                <a:lnTo>
                  <a:pt x="67874" y="736"/>
                </a:lnTo>
                <a:cubicBezTo>
                  <a:pt x="67753" y="828"/>
                  <a:pt x="67601" y="888"/>
                  <a:pt x="67419" y="919"/>
                </a:cubicBezTo>
                <a:cubicBezTo>
                  <a:pt x="67419" y="838"/>
                  <a:pt x="67392" y="797"/>
                  <a:pt x="67328" y="797"/>
                </a:cubicBezTo>
                <a:cubicBezTo>
                  <a:pt x="67297" y="797"/>
                  <a:pt x="67256" y="807"/>
                  <a:pt x="67206" y="828"/>
                </a:cubicBezTo>
                <a:lnTo>
                  <a:pt x="67145" y="858"/>
                </a:lnTo>
                <a:cubicBezTo>
                  <a:pt x="67095" y="845"/>
                  <a:pt x="67044" y="838"/>
                  <a:pt x="66996" y="838"/>
                </a:cubicBezTo>
                <a:cubicBezTo>
                  <a:pt x="66928" y="838"/>
                  <a:pt x="66864" y="853"/>
                  <a:pt x="66811" y="888"/>
                </a:cubicBezTo>
                <a:lnTo>
                  <a:pt x="66689" y="888"/>
                </a:lnTo>
                <a:cubicBezTo>
                  <a:pt x="66537" y="888"/>
                  <a:pt x="66385" y="919"/>
                  <a:pt x="66203" y="919"/>
                </a:cubicBezTo>
                <a:lnTo>
                  <a:pt x="66051" y="919"/>
                </a:lnTo>
                <a:cubicBezTo>
                  <a:pt x="65868" y="919"/>
                  <a:pt x="65473" y="1071"/>
                  <a:pt x="65382" y="1071"/>
                </a:cubicBezTo>
                <a:cubicBezTo>
                  <a:pt x="65200" y="1040"/>
                  <a:pt x="65017" y="1010"/>
                  <a:pt x="64835" y="949"/>
                </a:cubicBezTo>
                <a:cubicBezTo>
                  <a:pt x="64819" y="944"/>
                  <a:pt x="64803" y="941"/>
                  <a:pt x="64787" y="941"/>
                </a:cubicBezTo>
                <a:cubicBezTo>
                  <a:pt x="64713" y="941"/>
                  <a:pt x="64647" y="996"/>
                  <a:pt x="64622" y="1071"/>
                </a:cubicBezTo>
                <a:cubicBezTo>
                  <a:pt x="64622" y="1076"/>
                  <a:pt x="64620" y="1079"/>
                  <a:pt x="64617" y="1079"/>
                </a:cubicBezTo>
                <a:cubicBezTo>
                  <a:pt x="64600" y="1079"/>
                  <a:pt x="64545" y="1024"/>
                  <a:pt x="64470" y="949"/>
                </a:cubicBezTo>
                <a:lnTo>
                  <a:pt x="64318" y="1040"/>
                </a:lnTo>
                <a:lnTo>
                  <a:pt x="64227" y="1071"/>
                </a:lnTo>
                <a:cubicBezTo>
                  <a:pt x="64105" y="1101"/>
                  <a:pt x="63984" y="1132"/>
                  <a:pt x="63862" y="1192"/>
                </a:cubicBezTo>
                <a:cubicBezTo>
                  <a:pt x="63741" y="1223"/>
                  <a:pt x="63589" y="1284"/>
                  <a:pt x="63467" y="1284"/>
                </a:cubicBezTo>
                <a:cubicBezTo>
                  <a:pt x="63389" y="1284"/>
                  <a:pt x="63177" y="1217"/>
                  <a:pt x="63079" y="1217"/>
                </a:cubicBezTo>
                <a:cubicBezTo>
                  <a:pt x="63063" y="1217"/>
                  <a:pt x="63050" y="1218"/>
                  <a:pt x="63042" y="1223"/>
                </a:cubicBezTo>
                <a:cubicBezTo>
                  <a:pt x="62890" y="1284"/>
                  <a:pt x="62738" y="1314"/>
                  <a:pt x="62586" y="1314"/>
                </a:cubicBezTo>
                <a:lnTo>
                  <a:pt x="62251" y="1405"/>
                </a:lnTo>
                <a:lnTo>
                  <a:pt x="62160" y="1314"/>
                </a:lnTo>
                <a:lnTo>
                  <a:pt x="62099" y="1253"/>
                </a:lnTo>
                <a:cubicBezTo>
                  <a:pt x="62008" y="1314"/>
                  <a:pt x="61978" y="1405"/>
                  <a:pt x="61947" y="1496"/>
                </a:cubicBezTo>
                <a:lnTo>
                  <a:pt x="61887" y="1405"/>
                </a:lnTo>
                <a:lnTo>
                  <a:pt x="61765" y="1284"/>
                </a:lnTo>
                <a:cubicBezTo>
                  <a:pt x="61641" y="1333"/>
                  <a:pt x="61517" y="1383"/>
                  <a:pt x="61393" y="1383"/>
                </a:cubicBezTo>
                <a:cubicBezTo>
                  <a:pt x="61365" y="1383"/>
                  <a:pt x="61337" y="1380"/>
                  <a:pt x="61309" y="1375"/>
                </a:cubicBezTo>
                <a:lnTo>
                  <a:pt x="59424" y="1375"/>
                </a:lnTo>
                <a:cubicBezTo>
                  <a:pt x="59303" y="1405"/>
                  <a:pt x="59607" y="1496"/>
                  <a:pt x="59394" y="1527"/>
                </a:cubicBezTo>
                <a:lnTo>
                  <a:pt x="59242" y="1588"/>
                </a:lnTo>
                <a:cubicBezTo>
                  <a:pt x="59203" y="1529"/>
                  <a:pt x="59138" y="1495"/>
                  <a:pt x="59073" y="1495"/>
                </a:cubicBezTo>
                <a:cubicBezTo>
                  <a:pt x="59037" y="1495"/>
                  <a:pt x="59001" y="1505"/>
                  <a:pt x="58969" y="1527"/>
                </a:cubicBezTo>
                <a:cubicBezTo>
                  <a:pt x="58944" y="1551"/>
                  <a:pt x="58780" y="1596"/>
                  <a:pt x="58702" y="1596"/>
                </a:cubicBezTo>
                <a:cubicBezTo>
                  <a:pt x="58684" y="1596"/>
                  <a:pt x="58670" y="1593"/>
                  <a:pt x="58665" y="1588"/>
                </a:cubicBezTo>
                <a:cubicBezTo>
                  <a:pt x="58543" y="1496"/>
                  <a:pt x="58452" y="1466"/>
                  <a:pt x="58300" y="1436"/>
                </a:cubicBezTo>
                <a:cubicBezTo>
                  <a:pt x="58231" y="1436"/>
                  <a:pt x="58026" y="1487"/>
                  <a:pt x="57902" y="1487"/>
                </a:cubicBezTo>
                <a:cubicBezTo>
                  <a:pt x="57861" y="1487"/>
                  <a:pt x="57829" y="1481"/>
                  <a:pt x="57814" y="1466"/>
                </a:cubicBezTo>
                <a:cubicBezTo>
                  <a:pt x="57789" y="1458"/>
                  <a:pt x="57767" y="1454"/>
                  <a:pt x="57747" y="1454"/>
                </a:cubicBezTo>
                <a:cubicBezTo>
                  <a:pt x="57692" y="1454"/>
                  <a:pt x="57653" y="1482"/>
                  <a:pt x="57631" y="1527"/>
                </a:cubicBezTo>
                <a:cubicBezTo>
                  <a:pt x="57622" y="1546"/>
                  <a:pt x="57606" y="1553"/>
                  <a:pt x="57589" y="1553"/>
                </a:cubicBezTo>
                <a:cubicBezTo>
                  <a:pt x="57550" y="1553"/>
                  <a:pt x="57500" y="1517"/>
                  <a:pt x="57479" y="1496"/>
                </a:cubicBezTo>
                <a:cubicBezTo>
                  <a:pt x="57388" y="1466"/>
                  <a:pt x="57297" y="1436"/>
                  <a:pt x="57206" y="1405"/>
                </a:cubicBezTo>
                <a:lnTo>
                  <a:pt x="57206" y="1557"/>
                </a:lnTo>
                <a:cubicBezTo>
                  <a:pt x="57203" y="1560"/>
                  <a:pt x="57198" y="1561"/>
                  <a:pt x="57191" y="1561"/>
                </a:cubicBezTo>
                <a:cubicBezTo>
                  <a:pt x="57128" y="1561"/>
                  <a:pt x="56911" y="1462"/>
                  <a:pt x="56787" y="1462"/>
                </a:cubicBezTo>
                <a:cubicBezTo>
                  <a:pt x="56774" y="1462"/>
                  <a:pt x="56761" y="1463"/>
                  <a:pt x="56750" y="1466"/>
                </a:cubicBezTo>
                <a:cubicBezTo>
                  <a:pt x="56727" y="1471"/>
                  <a:pt x="56706" y="1474"/>
                  <a:pt x="56686" y="1474"/>
                </a:cubicBezTo>
                <a:cubicBezTo>
                  <a:pt x="56599" y="1474"/>
                  <a:pt x="56542" y="1424"/>
                  <a:pt x="56567" y="1375"/>
                </a:cubicBezTo>
                <a:lnTo>
                  <a:pt x="56385" y="1314"/>
                </a:lnTo>
                <a:cubicBezTo>
                  <a:pt x="56362" y="1407"/>
                  <a:pt x="56303" y="1446"/>
                  <a:pt x="56249" y="1446"/>
                </a:cubicBezTo>
                <a:cubicBezTo>
                  <a:pt x="56233" y="1446"/>
                  <a:pt x="56217" y="1443"/>
                  <a:pt x="56203" y="1436"/>
                </a:cubicBezTo>
                <a:cubicBezTo>
                  <a:pt x="56194" y="1427"/>
                  <a:pt x="56177" y="1423"/>
                  <a:pt x="56157" y="1423"/>
                </a:cubicBezTo>
                <a:cubicBezTo>
                  <a:pt x="56109" y="1423"/>
                  <a:pt x="56042" y="1444"/>
                  <a:pt x="56020" y="1466"/>
                </a:cubicBezTo>
                <a:cubicBezTo>
                  <a:pt x="55977" y="1487"/>
                  <a:pt x="55934" y="1509"/>
                  <a:pt x="55902" y="1509"/>
                </a:cubicBezTo>
                <a:cubicBezTo>
                  <a:pt x="55889" y="1509"/>
                  <a:pt x="55877" y="1505"/>
                  <a:pt x="55868" y="1496"/>
                </a:cubicBezTo>
                <a:cubicBezTo>
                  <a:pt x="55807" y="1466"/>
                  <a:pt x="55747" y="1405"/>
                  <a:pt x="55747" y="1344"/>
                </a:cubicBezTo>
                <a:lnTo>
                  <a:pt x="55625" y="1375"/>
                </a:lnTo>
                <a:cubicBezTo>
                  <a:pt x="55595" y="1405"/>
                  <a:pt x="55686" y="1496"/>
                  <a:pt x="55686" y="1557"/>
                </a:cubicBezTo>
                <a:cubicBezTo>
                  <a:pt x="55655" y="1557"/>
                  <a:pt x="55534" y="1527"/>
                  <a:pt x="55473" y="1496"/>
                </a:cubicBezTo>
                <a:cubicBezTo>
                  <a:pt x="55468" y="1492"/>
                  <a:pt x="55459" y="1490"/>
                  <a:pt x="55446" y="1490"/>
                </a:cubicBezTo>
                <a:cubicBezTo>
                  <a:pt x="55396" y="1490"/>
                  <a:pt x="55293" y="1518"/>
                  <a:pt x="55217" y="1518"/>
                </a:cubicBezTo>
                <a:cubicBezTo>
                  <a:pt x="55183" y="1518"/>
                  <a:pt x="55155" y="1512"/>
                  <a:pt x="55139" y="1496"/>
                </a:cubicBezTo>
                <a:cubicBezTo>
                  <a:pt x="55108" y="1436"/>
                  <a:pt x="55017" y="1375"/>
                  <a:pt x="54956" y="1375"/>
                </a:cubicBezTo>
                <a:lnTo>
                  <a:pt x="54500" y="1405"/>
                </a:lnTo>
                <a:lnTo>
                  <a:pt x="54288" y="1436"/>
                </a:lnTo>
                <a:lnTo>
                  <a:pt x="54196" y="1436"/>
                </a:lnTo>
                <a:cubicBezTo>
                  <a:pt x="54075" y="1436"/>
                  <a:pt x="53862" y="1405"/>
                  <a:pt x="53710" y="1375"/>
                </a:cubicBezTo>
                <a:lnTo>
                  <a:pt x="53589" y="1405"/>
                </a:lnTo>
                <a:cubicBezTo>
                  <a:pt x="53570" y="1411"/>
                  <a:pt x="53552" y="1414"/>
                  <a:pt x="53534" y="1414"/>
                </a:cubicBezTo>
                <a:cubicBezTo>
                  <a:pt x="53461" y="1414"/>
                  <a:pt x="53388" y="1375"/>
                  <a:pt x="53315" y="1375"/>
                </a:cubicBezTo>
                <a:lnTo>
                  <a:pt x="53163" y="1405"/>
                </a:lnTo>
                <a:cubicBezTo>
                  <a:pt x="53141" y="1401"/>
                  <a:pt x="53115" y="1399"/>
                  <a:pt x="53088" y="1399"/>
                </a:cubicBezTo>
                <a:cubicBezTo>
                  <a:pt x="52954" y="1399"/>
                  <a:pt x="52771" y="1442"/>
                  <a:pt x="52668" y="1442"/>
                </a:cubicBezTo>
                <a:cubicBezTo>
                  <a:pt x="52647" y="1442"/>
                  <a:pt x="52629" y="1440"/>
                  <a:pt x="52616" y="1436"/>
                </a:cubicBezTo>
                <a:cubicBezTo>
                  <a:pt x="52555" y="1405"/>
                  <a:pt x="52464" y="1405"/>
                  <a:pt x="52373" y="1375"/>
                </a:cubicBezTo>
                <a:cubicBezTo>
                  <a:pt x="52312" y="1375"/>
                  <a:pt x="52221" y="1405"/>
                  <a:pt x="52130" y="1436"/>
                </a:cubicBezTo>
                <a:lnTo>
                  <a:pt x="52069" y="1436"/>
                </a:lnTo>
                <a:cubicBezTo>
                  <a:pt x="51993" y="1436"/>
                  <a:pt x="51893" y="1376"/>
                  <a:pt x="51807" y="1376"/>
                </a:cubicBezTo>
                <a:cubicBezTo>
                  <a:pt x="51755" y="1376"/>
                  <a:pt x="51708" y="1398"/>
                  <a:pt x="51674" y="1466"/>
                </a:cubicBezTo>
                <a:cubicBezTo>
                  <a:pt x="51582" y="1436"/>
                  <a:pt x="51552" y="1375"/>
                  <a:pt x="51491" y="1314"/>
                </a:cubicBezTo>
                <a:cubicBezTo>
                  <a:pt x="51482" y="1305"/>
                  <a:pt x="51463" y="1301"/>
                  <a:pt x="51439" y="1301"/>
                </a:cubicBezTo>
                <a:cubicBezTo>
                  <a:pt x="51382" y="1301"/>
                  <a:pt x="51300" y="1323"/>
                  <a:pt x="51278" y="1344"/>
                </a:cubicBezTo>
                <a:cubicBezTo>
                  <a:pt x="51248" y="1375"/>
                  <a:pt x="51180" y="1390"/>
                  <a:pt x="51119" y="1390"/>
                </a:cubicBezTo>
                <a:cubicBezTo>
                  <a:pt x="51058" y="1390"/>
                  <a:pt x="51005" y="1375"/>
                  <a:pt x="51005" y="1344"/>
                </a:cubicBezTo>
                <a:cubicBezTo>
                  <a:pt x="51005" y="1335"/>
                  <a:pt x="50997" y="1332"/>
                  <a:pt x="50985" y="1332"/>
                </a:cubicBezTo>
                <a:cubicBezTo>
                  <a:pt x="50957" y="1332"/>
                  <a:pt x="50905" y="1353"/>
                  <a:pt x="50883" y="1375"/>
                </a:cubicBezTo>
                <a:cubicBezTo>
                  <a:pt x="50867" y="1383"/>
                  <a:pt x="50851" y="1387"/>
                  <a:pt x="50834" y="1387"/>
                </a:cubicBezTo>
                <a:cubicBezTo>
                  <a:pt x="50790" y="1387"/>
                  <a:pt x="50745" y="1358"/>
                  <a:pt x="50701" y="1314"/>
                </a:cubicBezTo>
                <a:lnTo>
                  <a:pt x="50640" y="1284"/>
                </a:lnTo>
                <a:lnTo>
                  <a:pt x="50579" y="1253"/>
                </a:lnTo>
                <a:cubicBezTo>
                  <a:pt x="50488" y="1284"/>
                  <a:pt x="50427" y="1314"/>
                  <a:pt x="50367" y="1375"/>
                </a:cubicBezTo>
                <a:lnTo>
                  <a:pt x="50215" y="1344"/>
                </a:lnTo>
                <a:cubicBezTo>
                  <a:pt x="50154" y="1344"/>
                  <a:pt x="50032" y="1405"/>
                  <a:pt x="49971" y="1405"/>
                </a:cubicBezTo>
                <a:lnTo>
                  <a:pt x="49880" y="1405"/>
                </a:lnTo>
                <a:cubicBezTo>
                  <a:pt x="49864" y="1380"/>
                  <a:pt x="49838" y="1371"/>
                  <a:pt x="49810" y="1371"/>
                </a:cubicBezTo>
                <a:cubicBezTo>
                  <a:pt x="49734" y="1371"/>
                  <a:pt x="49637" y="1436"/>
                  <a:pt x="49637" y="1436"/>
                </a:cubicBezTo>
                <a:cubicBezTo>
                  <a:pt x="49637" y="1436"/>
                  <a:pt x="49428" y="1273"/>
                  <a:pt x="49294" y="1273"/>
                </a:cubicBezTo>
                <a:cubicBezTo>
                  <a:pt x="49275" y="1273"/>
                  <a:pt x="49257" y="1276"/>
                  <a:pt x="49242" y="1284"/>
                </a:cubicBezTo>
                <a:cubicBezTo>
                  <a:pt x="49060" y="1344"/>
                  <a:pt x="48908" y="1344"/>
                  <a:pt x="48725" y="1375"/>
                </a:cubicBezTo>
                <a:cubicBezTo>
                  <a:pt x="48719" y="1373"/>
                  <a:pt x="48712" y="1372"/>
                  <a:pt x="48703" y="1372"/>
                </a:cubicBezTo>
                <a:cubicBezTo>
                  <a:pt x="48598" y="1372"/>
                  <a:pt x="48321" y="1507"/>
                  <a:pt x="48175" y="1507"/>
                </a:cubicBezTo>
                <a:cubicBezTo>
                  <a:pt x="48152" y="1507"/>
                  <a:pt x="48133" y="1504"/>
                  <a:pt x="48117" y="1496"/>
                </a:cubicBezTo>
                <a:cubicBezTo>
                  <a:pt x="47945" y="1475"/>
                  <a:pt x="47773" y="1453"/>
                  <a:pt x="47612" y="1453"/>
                </a:cubicBezTo>
                <a:cubicBezTo>
                  <a:pt x="47545" y="1453"/>
                  <a:pt x="47480" y="1457"/>
                  <a:pt x="47418" y="1466"/>
                </a:cubicBezTo>
                <a:cubicBezTo>
                  <a:pt x="47327" y="1466"/>
                  <a:pt x="47236" y="1496"/>
                  <a:pt x="47145" y="1496"/>
                </a:cubicBezTo>
                <a:cubicBezTo>
                  <a:pt x="47053" y="1466"/>
                  <a:pt x="46962" y="1436"/>
                  <a:pt x="46871" y="1405"/>
                </a:cubicBezTo>
                <a:lnTo>
                  <a:pt x="46719" y="1436"/>
                </a:lnTo>
                <a:cubicBezTo>
                  <a:pt x="46537" y="1436"/>
                  <a:pt x="46324" y="1436"/>
                  <a:pt x="46142" y="1405"/>
                </a:cubicBezTo>
                <a:cubicBezTo>
                  <a:pt x="46126" y="1390"/>
                  <a:pt x="46111" y="1382"/>
                  <a:pt x="46096" y="1382"/>
                </a:cubicBezTo>
                <a:cubicBezTo>
                  <a:pt x="46081" y="1382"/>
                  <a:pt x="46066" y="1390"/>
                  <a:pt x="46050" y="1405"/>
                </a:cubicBezTo>
                <a:cubicBezTo>
                  <a:pt x="46050" y="1470"/>
                  <a:pt x="46034" y="1490"/>
                  <a:pt x="46008" y="1490"/>
                </a:cubicBezTo>
                <a:cubicBezTo>
                  <a:pt x="45973" y="1490"/>
                  <a:pt x="45920" y="1453"/>
                  <a:pt x="45868" y="1436"/>
                </a:cubicBezTo>
                <a:lnTo>
                  <a:pt x="45807" y="1405"/>
                </a:lnTo>
                <a:cubicBezTo>
                  <a:pt x="45772" y="1396"/>
                  <a:pt x="45739" y="1393"/>
                  <a:pt x="45707" y="1393"/>
                </a:cubicBezTo>
                <a:cubicBezTo>
                  <a:pt x="45632" y="1393"/>
                  <a:pt x="45568" y="1414"/>
                  <a:pt x="45503" y="1436"/>
                </a:cubicBezTo>
                <a:cubicBezTo>
                  <a:pt x="45458" y="1451"/>
                  <a:pt x="45412" y="1458"/>
                  <a:pt x="45366" y="1458"/>
                </a:cubicBezTo>
                <a:cubicBezTo>
                  <a:pt x="45321" y="1458"/>
                  <a:pt x="45275" y="1451"/>
                  <a:pt x="45230" y="1436"/>
                </a:cubicBezTo>
                <a:lnTo>
                  <a:pt x="44926" y="1436"/>
                </a:lnTo>
                <a:cubicBezTo>
                  <a:pt x="44743" y="1405"/>
                  <a:pt x="44561" y="1375"/>
                  <a:pt x="44379" y="1375"/>
                </a:cubicBezTo>
                <a:cubicBezTo>
                  <a:pt x="44348" y="1405"/>
                  <a:pt x="44166" y="1405"/>
                  <a:pt x="44135" y="1436"/>
                </a:cubicBezTo>
                <a:cubicBezTo>
                  <a:pt x="44075" y="1496"/>
                  <a:pt x="44014" y="1496"/>
                  <a:pt x="43953" y="1496"/>
                </a:cubicBezTo>
                <a:lnTo>
                  <a:pt x="43892" y="1496"/>
                </a:lnTo>
                <a:lnTo>
                  <a:pt x="43771" y="1466"/>
                </a:lnTo>
                <a:cubicBezTo>
                  <a:pt x="43680" y="1436"/>
                  <a:pt x="43596" y="1420"/>
                  <a:pt x="43516" y="1420"/>
                </a:cubicBezTo>
                <a:cubicBezTo>
                  <a:pt x="43436" y="1420"/>
                  <a:pt x="43360" y="1436"/>
                  <a:pt x="43284" y="1466"/>
                </a:cubicBezTo>
                <a:lnTo>
                  <a:pt x="43163" y="1375"/>
                </a:lnTo>
                <a:cubicBezTo>
                  <a:pt x="43163" y="1375"/>
                  <a:pt x="43072" y="1436"/>
                  <a:pt x="43041" y="1436"/>
                </a:cubicBezTo>
                <a:lnTo>
                  <a:pt x="42980" y="1436"/>
                </a:lnTo>
                <a:cubicBezTo>
                  <a:pt x="42945" y="1427"/>
                  <a:pt x="42912" y="1423"/>
                  <a:pt x="42881" y="1423"/>
                </a:cubicBezTo>
                <a:cubicBezTo>
                  <a:pt x="42805" y="1423"/>
                  <a:pt x="42741" y="1444"/>
                  <a:pt x="42676" y="1466"/>
                </a:cubicBezTo>
                <a:cubicBezTo>
                  <a:pt x="42646" y="1496"/>
                  <a:pt x="42616" y="1527"/>
                  <a:pt x="42585" y="1527"/>
                </a:cubicBezTo>
                <a:cubicBezTo>
                  <a:pt x="42585" y="1527"/>
                  <a:pt x="42494" y="1466"/>
                  <a:pt x="42464" y="1436"/>
                </a:cubicBezTo>
                <a:cubicBezTo>
                  <a:pt x="42459" y="1431"/>
                  <a:pt x="42451" y="1429"/>
                  <a:pt x="42439" y="1429"/>
                </a:cubicBezTo>
                <a:cubicBezTo>
                  <a:pt x="42367" y="1429"/>
                  <a:pt x="42177" y="1496"/>
                  <a:pt x="42099" y="1496"/>
                </a:cubicBezTo>
                <a:cubicBezTo>
                  <a:pt x="41917" y="1436"/>
                  <a:pt x="41765" y="1405"/>
                  <a:pt x="41582" y="1405"/>
                </a:cubicBezTo>
                <a:lnTo>
                  <a:pt x="41369" y="1436"/>
                </a:lnTo>
                <a:cubicBezTo>
                  <a:pt x="41347" y="1436"/>
                  <a:pt x="41213" y="1371"/>
                  <a:pt x="41141" y="1371"/>
                </a:cubicBezTo>
                <a:cubicBezTo>
                  <a:pt x="41114" y="1371"/>
                  <a:pt x="41096" y="1380"/>
                  <a:pt x="41096" y="1405"/>
                </a:cubicBezTo>
                <a:lnTo>
                  <a:pt x="41096" y="1344"/>
                </a:lnTo>
                <a:lnTo>
                  <a:pt x="40913" y="1405"/>
                </a:lnTo>
                <a:lnTo>
                  <a:pt x="40701" y="1527"/>
                </a:lnTo>
                <a:cubicBezTo>
                  <a:pt x="40731" y="1436"/>
                  <a:pt x="40670" y="1314"/>
                  <a:pt x="40579" y="1253"/>
                </a:cubicBezTo>
                <a:lnTo>
                  <a:pt x="40518" y="1314"/>
                </a:lnTo>
                <a:cubicBezTo>
                  <a:pt x="40385" y="1358"/>
                  <a:pt x="40251" y="1387"/>
                  <a:pt x="40118" y="1387"/>
                </a:cubicBezTo>
                <a:cubicBezTo>
                  <a:pt x="40069" y="1387"/>
                  <a:pt x="40020" y="1383"/>
                  <a:pt x="39971" y="1375"/>
                </a:cubicBezTo>
                <a:cubicBezTo>
                  <a:pt x="39941" y="1344"/>
                  <a:pt x="39880" y="1314"/>
                  <a:pt x="39819" y="1314"/>
                </a:cubicBezTo>
                <a:lnTo>
                  <a:pt x="39637" y="1466"/>
                </a:lnTo>
                <a:cubicBezTo>
                  <a:pt x="39546" y="1405"/>
                  <a:pt x="39485" y="1375"/>
                  <a:pt x="39394" y="1314"/>
                </a:cubicBezTo>
                <a:cubicBezTo>
                  <a:pt x="39394" y="1306"/>
                  <a:pt x="39387" y="1302"/>
                  <a:pt x="39376" y="1302"/>
                </a:cubicBezTo>
                <a:cubicBezTo>
                  <a:pt x="39345" y="1302"/>
                  <a:pt x="39278" y="1330"/>
                  <a:pt x="39211" y="1375"/>
                </a:cubicBezTo>
                <a:lnTo>
                  <a:pt x="39120" y="1405"/>
                </a:lnTo>
                <a:lnTo>
                  <a:pt x="38786" y="1314"/>
                </a:lnTo>
                <a:lnTo>
                  <a:pt x="38695" y="1253"/>
                </a:lnTo>
                <a:cubicBezTo>
                  <a:pt x="38573" y="1284"/>
                  <a:pt x="38451" y="1314"/>
                  <a:pt x="38360" y="1375"/>
                </a:cubicBezTo>
                <a:cubicBezTo>
                  <a:pt x="38354" y="1381"/>
                  <a:pt x="38348" y="1383"/>
                  <a:pt x="38340" y="1383"/>
                </a:cubicBezTo>
                <a:cubicBezTo>
                  <a:pt x="38308" y="1383"/>
                  <a:pt x="38263" y="1339"/>
                  <a:pt x="38239" y="1314"/>
                </a:cubicBezTo>
                <a:cubicBezTo>
                  <a:pt x="38239" y="1304"/>
                  <a:pt x="38222" y="1300"/>
                  <a:pt x="38197" y="1300"/>
                </a:cubicBezTo>
                <a:cubicBezTo>
                  <a:pt x="38147" y="1300"/>
                  <a:pt x="38066" y="1314"/>
                  <a:pt x="38026" y="1314"/>
                </a:cubicBezTo>
                <a:cubicBezTo>
                  <a:pt x="37980" y="1299"/>
                  <a:pt x="37927" y="1291"/>
                  <a:pt x="37874" y="1291"/>
                </a:cubicBezTo>
                <a:cubicBezTo>
                  <a:pt x="37821" y="1291"/>
                  <a:pt x="37768" y="1299"/>
                  <a:pt x="37722" y="1314"/>
                </a:cubicBezTo>
                <a:cubicBezTo>
                  <a:pt x="37651" y="1337"/>
                  <a:pt x="37471" y="1434"/>
                  <a:pt x="37394" y="1434"/>
                </a:cubicBezTo>
                <a:cubicBezTo>
                  <a:pt x="37371" y="1434"/>
                  <a:pt x="37357" y="1426"/>
                  <a:pt x="37357" y="1405"/>
                </a:cubicBezTo>
                <a:cubicBezTo>
                  <a:pt x="37357" y="1375"/>
                  <a:pt x="37319" y="1367"/>
                  <a:pt x="37274" y="1367"/>
                </a:cubicBezTo>
                <a:cubicBezTo>
                  <a:pt x="37228" y="1367"/>
                  <a:pt x="37175" y="1375"/>
                  <a:pt x="37144" y="1375"/>
                </a:cubicBezTo>
                <a:cubicBezTo>
                  <a:pt x="36901" y="1314"/>
                  <a:pt x="36658" y="1253"/>
                  <a:pt x="36445" y="1162"/>
                </a:cubicBezTo>
                <a:lnTo>
                  <a:pt x="36202" y="1436"/>
                </a:lnTo>
                <a:cubicBezTo>
                  <a:pt x="36183" y="1423"/>
                  <a:pt x="36158" y="1418"/>
                  <a:pt x="36129" y="1418"/>
                </a:cubicBezTo>
                <a:cubicBezTo>
                  <a:pt x="36034" y="1418"/>
                  <a:pt x="35896" y="1471"/>
                  <a:pt x="35813" y="1471"/>
                </a:cubicBezTo>
                <a:cubicBezTo>
                  <a:pt x="35799" y="1471"/>
                  <a:pt x="35787" y="1469"/>
                  <a:pt x="35777" y="1466"/>
                </a:cubicBezTo>
                <a:lnTo>
                  <a:pt x="35230" y="1466"/>
                </a:lnTo>
                <a:cubicBezTo>
                  <a:pt x="35017" y="1466"/>
                  <a:pt x="34804" y="1466"/>
                  <a:pt x="34622" y="1496"/>
                </a:cubicBezTo>
                <a:lnTo>
                  <a:pt x="34409" y="1588"/>
                </a:lnTo>
                <a:cubicBezTo>
                  <a:pt x="34348" y="1527"/>
                  <a:pt x="34318" y="1496"/>
                  <a:pt x="34257" y="1436"/>
                </a:cubicBezTo>
                <a:cubicBezTo>
                  <a:pt x="34247" y="1417"/>
                  <a:pt x="34229" y="1410"/>
                  <a:pt x="34208" y="1410"/>
                </a:cubicBezTo>
                <a:cubicBezTo>
                  <a:pt x="34160" y="1410"/>
                  <a:pt x="34095" y="1445"/>
                  <a:pt x="34074" y="1466"/>
                </a:cubicBezTo>
                <a:cubicBezTo>
                  <a:pt x="33922" y="1466"/>
                  <a:pt x="33801" y="1466"/>
                  <a:pt x="33679" y="1405"/>
                </a:cubicBezTo>
                <a:lnTo>
                  <a:pt x="33527" y="1527"/>
                </a:lnTo>
                <a:lnTo>
                  <a:pt x="33497" y="1557"/>
                </a:lnTo>
                <a:cubicBezTo>
                  <a:pt x="33345" y="1527"/>
                  <a:pt x="33223" y="1496"/>
                  <a:pt x="33071" y="1496"/>
                </a:cubicBezTo>
                <a:lnTo>
                  <a:pt x="32950" y="1436"/>
                </a:lnTo>
                <a:cubicBezTo>
                  <a:pt x="32936" y="1429"/>
                  <a:pt x="32923" y="1426"/>
                  <a:pt x="32911" y="1426"/>
                </a:cubicBezTo>
                <a:cubicBezTo>
                  <a:pt x="32845" y="1426"/>
                  <a:pt x="32806" y="1517"/>
                  <a:pt x="32739" y="1517"/>
                </a:cubicBezTo>
                <a:cubicBezTo>
                  <a:pt x="32713" y="1517"/>
                  <a:pt x="32683" y="1503"/>
                  <a:pt x="32646" y="1466"/>
                </a:cubicBezTo>
                <a:cubicBezTo>
                  <a:pt x="32637" y="1457"/>
                  <a:pt x="32618" y="1453"/>
                  <a:pt x="32593" y="1453"/>
                </a:cubicBezTo>
                <a:cubicBezTo>
                  <a:pt x="32534" y="1453"/>
                  <a:pt x="32446" y="1475"/>
                  <a:pt x="32403" y="1496"/>
                </a:cubicBezTo>
                <a:lnTo>
                  <a:pt x="32220" y="1527"/>
                </a:lnTo>
                <a:cubicBezTo>
                  <a:pt x="32190" y="1436"/>
                  <a:pt x="32068" y="1375"/>
                  <a:pt x="32008" y="1375"/>
                </a:cubicBezTo>
                <a:lnTo>
                  <a:pt x="31704" y="1527"/>
                </a:lnTo>
                <a:lnTo>
                  <a:pt x="31400" y="1527"/>
                </a:lnTo>
                <a:cubicBezTo>
                  <a:pt x="31248" y="1466"/>
                  <a:pt x="31096" y="1436"/>
                  <a:pt x="30944" y="1405"/>
                </a:cubicBezTo>
                <a:lnTo>
                  <a:pt x="30944" y="1588"/>
                </a:lnTo>
                <a:cubicBezTo>
                  <a:pt x="30853" y="1527"/>
                  <a:pt x="30731" y="1466"/>
                  <a:pt x="30609" y="1466"/>
                </a:cubicBezTo>
                <a:cubicBezTo>
                  <a:pt x="30579" y="1481"/>
                  <a:pt x="30549" y="1489"/>
                  <a:pt x="30518" y="1489"/>
                </a:cubicBezTo>
                <a:cubicBezTo>
                  <a:pt x="30488" y="1489"/>
                  <a:pt x="30457" y="1481"/>
                  <a:pt x="30427" y="1466"/>
                </a:cubicBezTo>
                <a:lnTo>
                  <a:pt x="30397" y="1466"/>
                </a:lnTo>
                <a:cubicBezTo>
                  <a:pt x="30366" y="1496"/>
                  <a:pt x="30305" y="1527"/>
                  <a:pt x="30245" y="1527"/>
                </a:cubicBezTo>
                <a:lnTo>
                  <a:pt x="30032" y="1527"/>
                </a:lnTo>
                <a:cubicBezTo>
                  <a:pt x="29971" y="1527"/>
                  <a:pt x="29758" y="1496"/>
                  <a:pt x="29697" y="1496"/>
                </a:cubicBezTo>
                <a:lnTo>
                  <a:pt x="29363" y="1436"/>
                </a:lnTo>
                <a:lnTo>
                  <a:pt x="29333" y="1466"/>
                </a:lnTo>
                <a:lnTo>
                  <a:pt x="29181" y="1588"/>
                </a:lnTo>
                <a:cubicBezTo>
                  <a:pt x="29123" y="1530"/>
                  <a:pt x="29004" y="1509"/>
                  <a:pt x="28925" y="1509"/>
                </a:cubicBezTo>
                <a:cubicBezTo>
                  <a:pt x="28879" y="1509"/>
                  <a:pt x="28846" y="1516"/>
                  <a:pt x="28846" y="1527"/>
                </a:cubicBezTo>
                <a:cubicBezTo>
                  <a:pt x="28846" y="1537"/>
                  <a:pt x="28823" y="1540"/>
                  <a:pt x="28789" y="1540"/>
                </a:cubicBezTo>
                <a:cubicBezTo>
                  <a:pt x="28721" y="1540"/>
                  <a:pt x="28613" y="1527"/>
                  <a:pt x="28573" y="1527"/>
                </a:cubicBezTo>
                <a:cubicBezTo>
                  <a:pt x="28451" y="1527"/>
                  <a:pt x="28360" y="1527"/>
                  <a:pt x="28269" y="1557"/>
                </a:cubicBezTo>
                <a:lnTo>
                  <a:pt x="28238" y="1527"/>
                </a:lnTo>
                <a:lnTo>
                  <a:pt x="28087" y="1375"/>
                </a:lnTo>
                <a:cubicBezTo>
                  <a:pt x="27904" y="1405"/>
                  <a:pt x="27539" y="1466"/>
                  <a:pt x="27266" y="1466"/>
                </a:cubicBezTo>
                <a:lnTo>
                  <a:pt x="27023" y="1466"/>
                </a:lnTo>
                <a:cubicBezTo>
                  <a:pt x="26974" y="1466"/>
                  <a:pt x="26867" y="1427"/>
                  <a:pt x="26826" y="1427"/>
                </a:cubicBezTo>
                <a:cubicBezTo>
                  <a:pt x="26816" y="1427"/>
                  <a:pt x="26810" y="1429"/>
                  <a:pt x="26810" y="1436"/>
                </a:cubicBezTo>
                <a:lnTo>
                  <a:pt x="26688" y="1557"/>
                </a:lnTo>
                <a:cubicBezTo>
                  <a:pt x="26643" y="1527"/>
                  <a:pt x="26521" y="1519"/>
                  <a:pt x="26396" y="1519"/>
                </a:cubicBezTo>
                <a:cubicBezTo>
                  <a:pt x="26270" y="1519"/>
                  <a:pt x="26141" y="1527"/>
                  <a:pt x="26080" y="1527"/>
                </a:cubicBezTo>
                <a:cubicBezTo>
                  <a:pt x="25868" y="1527"/>
                  <a:pt x="25685" y="1557"/>
                  <a:pt x="25503" y="1557"/>
                </a:cubicBezTo>
                <a:lnTo>
                  <a:pt x="25351" y="1436"/>
                </a:lnTo>
                <a:cubicBezTo>
                  <a:pt x="25290" y="1466"/>
                  <a:pt x="25229" y="1496"/>
                  <a:pt x="25199" y="1557"/>
                </a:cubicBezTo>
                <a:cubicBezTo>
                  <a:pt x="25193" y="1563"/>
                  <a:pt x="25185" y="1565"/>
                  <a:pt x="25176" y="1565"/>
                </a:cubicBezTo>
                <a:cubicBezTo>
                  <a:pt x="25137" y="1565"/>
                  <a:pt x="25077" y="1521"/>
                  <a:pt x="25077" y="1496"/>
                </a:cubicBezTo>
                <a:cubicBezTo>
                  <a:pt x="24925" y="1496"/>
                  <a:pt x="24743" y="1527"/>
                  <a:pt x="24621" y="1618"/>
                </a:cubicBezTo>
                <a:lnTo>
                  <a:pt x="24409" y="1588"/>
                </a:lnTo>
                <a:lnTo>
                  <a:pt x="24257" y="1557"/>
                </a:lnTo>
                <a:cubicBezTo>
                  <a:pt x="24234" y="1562"/>
                  <a:pt x="24207" y="1564"/>
                  <a:pt x="24179" y="1564"/>
                </a:cubicBezTo>
                <a:cubicBezTo>
                  <a:pt x="24069" y="1564"/>
                  <a:pt x="23928" y="1536"/>
                  <a:pt x="23843" y="1536"/>
                </a:cubicBezTo>
                <a:cubicBezTo>
                  <a:pt x="23805" y="1536"/>
                  <a:pt x="23778" y="1541"/>
                  <a:pt x="23770" y="1557"/>
                </a:cubicBezTo>
                <a:cubicBezTo>
                  <a:pt x="23753" y="1575"/>
                  <a:pt x="23735" y="1582"/>
                  <a:pt x="23718" y="1582"/>
                </a:cubicBezTo>
                <a:cubicBezTo>
                  <a:pt x="23679" y="1582"/>
                  <a:pt x="23649" y="1539"/>
                  <a:pt x="23649" y="1496"/>
                </a:cubicBezTo>
                <a:cubicBezTo>
                  <a:pt x="23649" y="1491"/>
                  <a:pt x="23645" y="1488"/>
                  <a:pt x="23640" y="1488"/>
                </a:cubicBezTo>
                <a:cubicBezTo>
                  <a:pt x="23616" y="1488"/>
                  <a:pt x="23552" y="1533"/>
                  <a:pt x="23527" y="1557"/>
                </a:cubicBezTo>
                <a:cubicBezTo>
                  <a:pt x="23527" y="1561"/>
                  <a:pt x="23524" y="1562"/>
                  <a:pt x="23517" y="1562"/>
                </a:cubicBezTo>
                <a:cubicBezTo>
                  <a:pt x="23479" y="1562"/>
                  <a:pt x="23340" y="1509"/>
                  <a:pt x="23253" y="1509"/>
                </a:cubicBezTo>
                <a:cubicBezTo>
                  <a:pt x="23227" y="1509"/>
                  <a:pt x="23205" y="1514"/>
                  <a:pt x="23193" y="1527"/>
                </a:cubicBezTo>
                <a:cubicBezTo>
                  <a:pt x="23171" y="1571"/>
                  <a:pt x="23116" y="1599"/>
                  <a:pt x="23064" y="1599"/>
                </a:cubicBezTo>
                <a:cubicBezTo>
                  <a:pt x="23045" y="1599"/>
                  <a:pt x="23027" y="1596"/>
                  <a:pt x="23010" y="1588"/>
                </a:cubicBezTo>
                <a:cubicBezTo>
                  <a:pt x="22889" y="1527"/>
                  <a:pt x="22737" y="1496"/>
                  <a:pt x="22615" y="1496"/>
                </a:cubicBezTo>
                <a:lnTo>
                  <a:pt x="22524" y="1557"/>
                </a:lnTo>
                <a:cubicBezTo>
                  <a:pt x="22400" y="1610"/>
                  <a:pt x="22277" y="1643"/>
                  <a:pt x="22153" y="1643"/>
                </a:cubicBezTo>
                <a:cubicBezTo>
                  <a:pt x="22064" y="1643"/>
                  <a:pt x="21975" y="1626"/>
                  <a:pt x="21886" y="1588"/>
                </a:cubicBezTo>
                <a:lnTo>
                  <a:pt x="21673" y="1527"/>
                </a:lnTo>
                <a:cubicBezTo>
                  <a:pt x="21491" y="1557"/>
                  <a:pt x="21278" y="1588"/>
                  <a:pt x="21095" y="1618"/>
                </a:cubicBezTo>
                <a:cubicBezTo>
                  <a:pt x="21074" y="1639"/>
                  <a:pt x="21053" y="1661"/>
                  <a:pt x="21020" y="1661"/>
                </a:cubicBezTo>
                <a:cubicBezTo>
                  <a:pt x="21007" y="1661"/>
                  <a:pt x="20992" y="1657"/>
                  <a:pt x="20974" y="1648"/>
                </a:cubicBezTo>
                <a:cubicBezTo>
                  <a:pt x="20944" y="1648"/>
                  <a:pt x="20883" y="1709"/>
                  <a:pt x="20883" y="1739"/>
                </a:cubicBezTo>
                <a:cubicBezTo>
                  <a:pt x="20883" y="1745"/>
                  <a:pt x="20878" y="1748"/>
                  <a:pt x="20871" y="1748"/>
                </a:cubicBezTo>
                <a:cubicBezTo>
                  <a:pt x="20839" y="1748"/>
                  <a:pt x="20750" y="1703"/>
                  <a:pt x="20700" y="1679"/>
                </a:cubicBezTo>
                <a:cubicBezTo>
                  <a:pt x="20668" y="1671"/>
                  <a:pt x="20635" y="1667"/>
                  <a:pt x="20603" y="1667"/>
                </a:cubicBezTo>
                <a:cubicBezTo>
                  <a:pt x="20516" y="1667"/>
                  <a:pt x="20433" y="1695"/>
                  <a:pt x="20366" y="1739"/>
                </a:cubicBezTo>
                <a:lnTo>
                  <a:pt x="20336" y="1679"/>
                </a:lnTo>
                <a:cubicBezTo>
                  <a:pt x="20314" y="1650"/>
                  <a:pt x="20292" y="1640"/>
                  <a:pt x="20270" y="1640"/>
                </a:cubicBezTo>
                <a:cubicBezTo>
                  <a:pt x="20223" y="1640"/>
                  <a:pt x="20175" y="1687"/>
                  <a:pt x="20127" y="1687"/>
                </a:cubicBezTo>
                <a:cubicBezTo>
                  <a:pt x="20106" y="1687"/>
                  <a:pt x="20084" y="1677"/>
                  <a:pt x="20062" y="1648"/>
                </a:cubicBezTo>
                <a:lnTo>
                  <a:pt x="20032" y="1588"/>
                </a:lnTo>
                <a:cubicBezTo>
                  <a:pt x="19880" y="1618"/>
                  <a:pt x="19728" y="1648"/>
                  <a:pt x="19606" y="1709"/>
                </a:cubicBezTo>
                <a:cubicBezTo>
                  <a:pt x="19582" y="1717"/>
                  <a:pt x="19557" y="1721"/>
                  <a:pt x="19533" y="1721"/>
                </a:cubicBezTo>
                <a:cubicBezTo>
                  <a:pt x="19468" y="1721"/>
                  <a:pt x="19407" y="1693"/>
                  <a:pt x="19363" y="1648"/>
                </a:cubicBezTo>
                <a:cubicBezTo>
                  <a:pt x="19354" y="1644"/>
                  <a:pt x="19345" y="1642"/>
                  <a:pt x="19335" y="1642"/>
                </a:cubicBezTo>
                <a:cubicBezTo>
                  <a:pt x="19277" y="1642"/>
                  <a:pt x="19207" y="1709"/>
                  <a:pt x="19181" y="1709"/>
                </a:cubicBezTo>
                <a:cubicBezTo>
                  <a:pt x="19160" y="1709"/>
                  <a:pt x="19072" y="1723"/>
                  <a:pt x="19016" y="1723"/>
                </a:cubicBezTo>
                <a:cubicBezTo>
                  <a:pt x="18988" y="1723"/>
                  <a:pt x="18968" y="1719"/>
                  <a:pt x="18968" y="1709"/>
                </a:cubicBezTo>
                <a:cubicBezTo>
                  <a:pt x="18946" y="1688"/>
                  <a:pt x="18925" y="1666"/>
                  <a:pt x="18893" y="1666"/>
                </a:cubicBezTo>
                <a:cubicBezTo>
                  <a:pt x="18879" y="1666"/>
                  <a:pt x="18864" y="1670"/>
                  <a:pt x="18846" y="1679"/>
                </a:cubicBezTo>
                <a:lnTo>
                  <a:pt x="18664" y="1679"/>
                </a:lnTo>
                <a:cubicBezTo>
                  <a:pt x="18481" y="1679"/>
                  <a:pt x="18269" y="1709"/>
                  <a:pt x="18117" y="1709"/>
                </a:cubicBezTo>
                <a:cubicBezTo>
                  <a:pt x="17995" y="1770"/>
                  <a:pt x="17874" y="1800"/>
                  <a:pt x="17752" y="1831"/>
                </a:cubicBezTo>
                <a:lnTo>
                  <a:pt x="17570" y="1831"/>
                </a:lnTo>
                <a:cubicBezTo>
                  <a:pt x="17478" y="1831"/>
                  <a:pt x="17357" y="1800"/>
                  <a:pt x="17266" y="1739"/>
                </a:cubicBezTo>
                <a:lnTo>
                  <a:pt x="17144" y="1831"/>
                </a:lnTo>
                <a:lnTo>
                  <a:pt x="17114" y="1861"/>
                </a:lnTo>
                <a:lnTo>
                  <a:pt x="16293" y="1861"/>
                </a:lnTo>
                <a:cubicBezTo>
                  <a:pt x="16171" y="1891"/>
                  <a:pt x="16050" y="1922"/>
                  <a:pt x="15898" y="1922"/>
                </a:cubicBezTo>
                <a:cubicBezTo>
                  <a:pt x="15871" y="1922"/>
                  <a:pt x="15519" y="1759"/>
                  <a:pt x="15329" y="1759"/>
                </a:cubicBezTo>
                <a:cubicBezTo>
                  <a:pt x="15302" y="1759"/>
                  <a:pt x="15279" y="1762"/>
                  <a:pt x="15260" y="1770"/>
                </a:cubicBezTo>
                <a:cubicBezTo>
                  <a:pt x="15108" y="1800"/>
                  <a:pt x="14986" y="1831"/>
                  <a:pt x="14864" y="1891"/>
                </a:cubicBezTo>
                <a:lnTo>
                  <a:pt x="14834" y="1922"/>
                </a:lnTo>
                <a:cubicBezTo>
                  <a:pt x="14743" y="1952"/>
                  <a:pt x="14621" y="2013"/>
                  <a:pt x="14591" y="2013"/>
                </a:cubicBezTo>
                <a:lnTo>
                  <a:pt x="14348" y="1800"/>
                </a:lnTo>
                <a:cubicBezTo>
                  <a:pt x="14348" y="1927"/>
                  <a:pt x="14305" y="1990"/>
                  <a:pt x="14274" y="1990"/>
                </a:cubicBezTo>
                <a:cubicBezTo>
                  <a:pt x="14267" y="1990"/>
                  <a:pt x="14262" y="1988"/>
                  <a:pt x="14256" y="1983"/>
                </a:cubicBezTo>
                <a:cubicBezTo>
                  <a:pt x="14248" y="1974"/>
                  <a:pt x="14220" y="1970"/>
                  <a:pt x="14186" y="1970"/>
                </a:cubicBezTo>
                <a:cubicBezTo>
                  <a:pt x="14104" y="1970"/>
                  <a:pt x="13983" y="1992"/>
                  <a:pt x="13983" y="2013"/>
                </a:cubicBezTo>
                <a:cubicBezTo>
                  <a:pt x="13983" y="2023"/>
                  <a:pt x="13966" y="2027"/>
                  <a:pt x="13940" y="2027"/>
                </a:cubicBezTo>
                <a:cubicBezTo>
                  <a:pt x="13888" y="2027"/>
                  <a:pt x="13801" y="2013"/>
                  <a:pt x="13740" y="2013"/>
                </a:cubicBezTo>
                <a:cubicBezTo>
                  <a:pt x="13649" y="2013"/>
                  <a:pt x="13527" y="2013"/>
                  <a:pt x="13436" y="2043"/>
                </a:cubicBezTo>
                <a:lnTo>
                  <a:pt x="13375" y="2013"/>
                </a:lnTo>
                <a:lnTo>
                  <a:pt x="13162" y="1800"/>
                </a:lnTo>
                <a:cubicBezTo>
                  <a:pt x="13162" y="1933"/>
                  <a:pt x="13116" y="2019"/>
                  <a:pt x="13084" y="2019"/>
                </a:cubicBezTo>
                <a:cubicBezTo>
                  <a:pt x="13079" y="2019"/>
                  <a:pt x="13075" y="2017"/>
                  <a:pt x="13071" y="2013"/>
                </a:cubicBezTo>
                <a:cubicBezTo>
                  <a:pt x="13067" y="2009"/>
                  <a:pt x="13061" y="2007"/>
                  <a:pt x="13055" y="2007"/>
                </a:cubicBezTo>
                <a:cubicBezTo>
                  <a:pt x="13016" y="2007"/>
                  <a:pt x="12945" y="2078"/>
                  <a:pt x="12919" y="2104"/>
                </a:cubicBezTo>
                <a:cubicBezTo>
                  <a:pt x="12912" y="2118"/>
                  <a:pt x="12901" y="2124"/>
                  <a:pt x="12887" y="2124"/>
                </a:cubicBezTo>
                <a:cubicBezTo>
                  <a:pt x="12835" y="2124"/>
                  <a:pt x="12740" y="2047"/>
                  <a:pt x="12645" y="1952"/>
                </a:cubicBezTo>
                <a:lnTo>
                  <a:pt x="12494" y="2104"/>
                </a:lnTo>
                <a:lnTo>
                  <a:pt x="12463" y="2104"/>
                </a:lnTo>
                <a:cubicBezTo>
                  <a:pt x="12342" y="2165"/>
                  <a:pt x="12220" y="2165"/>
                  <a:pt x="12068" y="2195"/>
                </a:cubicBezTo>
                <a:lnTo>
                  <a:pt x="11916" y="2226"/>
                </a:lnTo>
                <a:cubicBezTo>
                  <a:pt x="11886" y="2195"/>
                  <a:pt x="11886" y="2165"/>
                  <a:pt x="11855" y="2135"/>
                </a:cubicBezTo>
                <a:cubicBezTo>
                  <a:pt x="11855" y="2119"/>
                  <a:pt x="11848" y="2112"/>
                  <a:pt x="11836" y="2112"/>
                </a:cubicBezTo>
                <a:cubicBezTo>
                  <a:pt x="11825" y="2112"/>
                  <a:pt x="11810" y="2119"/>
                  <a:pt x="11794" y="2135"/>
                </a:cubicBezTo>
                <a:lnTo>
                  <a:pt x="11764" y="2165"/>
                </a:lnTo>
                <a:cubicBezTo>
                  <a:pt x="11764" y="2174"/>
                  <a:pt x="11756" y="2178"/>
                  <a:pt x="11744" y="2178"/>
                </a:cubicBezTo>
                <a:cubicBezTo>
                  <a:pt x="11716" y="2178"/>
                  <a:pt x="11664" y="2156"/>
                  <a:pt x="11642" y="2135"/>
                </a:cubicBezTo>
                <a:cubicBezTo>
                  <a:pt x="11636" y="2129"/>
                  <a:pt x="11623" y="2126"/>
                  <a:pt x="11605" y="2126"/>
                </a:cubicBezTo>
                <a:cubicBezTo>
                  <a:pt x="11533" y="2126"/>
                  <a:pt x="11387" y="2165"/>
                  <a:pt x="11338" y="2165"/>
                </a:cubicBezTo>
                <a:lnTo>
                  <a:pt x="10579" y="2165"/>
                </a:lnTo>
                <a:lnTo>
                  <a:pt x="10214" y="2317"/>
                </a:lnTo>
                <a:lnTo>
                  <a:pt x="10153" y="2256"/>
                </a:lnTo>
                <a:lnTo>
                  <a:pt x="10031" y="2104"/>
                </a:lnTo>
                <a:cubicBezTo>
                  <a:pt x="9919" y="2142"/>
                  <a:pt x="9806" y="2168"/>
                  <a:pt x="9693" y="2168"/>
                </a:cubicBezTo>
                <a:cubicBezTo>
                  <a:pt x="9624" y="2168"/>
                  <a:pt x="9554" y="2158"/>
                  <a:pt x="9484" y="2135"/>
                </a:cubicBezTo>
                <a:lnTo>
                  <a:pt x="9484" y="2347"/>
                </a:lnTo>
                <a:cubicBezTo>
                  <a:pt x="9460" y="2347"/>
                  <a:pt x="9241" y="2270"/>
                  <a:pt x="9108" y="2270"/>
                </a:cubicBezTo>
                <a:cubicBezTo>
                  <a:pt x="9075" y="2270"/>
                  <a:pt x="9047" y="2274"/>
                  <a:pt x="9028" y="2287"/>
                </a:cubicBezTo>
                <a:cubicBezTo>
                  <a:pt x="8937" y="2378"/>
                  <a:pt x="8846" y="2408"/>
                  <a:pt x="8755" y="2439"/>
                </a:cubicBezTo>
                <a:lnTo>
                  <a:pt x="8390" y="2347"/>
                </a:lnTo>
                <a:lnTo>
                  <a:pt x="8329" y="2378"/>
                </a:lnTo>
                <a:cubicBezTo>
                  <a:pt x="8296" y="2411"/>
                  <a:pt x="8262" y="2422"/>
                  <a:pt x="8228" y="2422"/>
                </a:cubicBezTo>
                <a:cubicBezTo>
                  <a:pt x="8174" y="2422"/>
                  <a:pt x="8120" y="2395"/>
                  <a:pt x="8065" y="2395"/>
                </a:cubicBezTo>
                <a:cubicBezTo>
                  <a:pt x="8032" y="2395"/>
                  <a:pt x="7998" y="2405"/>
                  <a:pt x="7965" y="2439"/>
                </a:cubicBezTo>
                <a:cubicBezTo>
                  <a:pt x="7945" y="2458"/>
                  <a:pt x="7878" y="2513"/>
                  <a:pt x="7800" y="2513"/>
                </a:cubicBezTo>
                <a:cubicBezTo>
                  <a:pt x="7754" y="2513"/>
                  <a:pt x="7705" y="2495"/>
                  <a:pt x="7661" y="2439"/>
                </a:cubicBezTo>
                <a:cubicBezTo>
                  <a:pt x="7661" y="2439"/>
                  <a:pt x="7539" y="2499"/>
                  <a:pt x="7539" y="2499"/>
                </a:cubicBezTo>
                <a:cubicBezTo>
                  <a:pt x="7539" y="2564"/>
                  <a:pt x="7528" y="2585"/>
                  <a:pt x="7508" y="2585"/>
                </a:cubicBezTo>
                <a:cubicBezTo>
                  <a:pt x="7482" y="2585"/>
                  <a:pt x="7439" y="2547"/>
                  <a:pt x="7387" y="2530"/>
                </a:cubicBezTo>
                <a:lnTo>
                  <a:pt x="7296" y="2499"/>
                </a:lnTo>
                <a:cubicBezTo>
                  <a:pt x="7053" y="2499"/>
                  <a:pt x="6779" y="2469"/>
                  <a:pt x="6536" y="2469"/>
                </a:cubicBezTo>
                <a:cubicBezTo>
                  <a:pt x="6414" y="2499"/>
                  <a:pt x="6323" y="2530"/>
                  <a:pt x="6202" y="2560"/>
                </a:cubicBezTo>
                <a:lnTo>
                  <a:pt x="6202" y="2773"/>
                </a:lnTo>
                <a:cubicBezTo>
                  <a:pt x="6080" y="2712"/>
                  <a:pt x="5958" y="2651"/>
                  <a:pt x="5837" y="2621"/>
                </a:cubicBezTo>
                <a:lnTo>
                  <a:pt x="5837" y="2712"/>
                </a:lnTo>
                <a:cubicBezTo>
                  <a:pt x="5831" y="2718"/>
                  <a:pt x="5820" y="2721"/>
                  <a:pt x="5806" y="2721"/>
                </a:cubicBezTo>
                <a:cubicBezTo>
                  <a:pt x="5749" y="2721"/>
                  <a:pt x="5642" y="2682"/>
                  <a:pt x="5594" y="2682"/>
                </a:cubicBezTo>
                <a:cubicBezTo>
                  <a:pt x="5529" y="2703"/>
                  <a:pt x="5450" y="2725"/>
                  <a:pt x="5376" y="2725"/>
                </a:cubicBezTo>
                <a:cubicBezTo>
                  <a:pt x="5346" y="2725"/>
                  <a:pt x="5316" y="2721"/>
                  <a:pt x="5290" y="2712"/>
                </a:cubicBezTo>
                <a:cubicBezTo>
                  <a:pt x="5229" y="2712"/>
                  <a:pt x="5077" y="2864"/>
                  <a:pt x="5047" y="2925"/>
                </a:cubicBezTo>
                <a:cubicBezTo>
                  <a:pt x="5036" y="2935"/>
                  <a:pt x="5016" y="2938"/>
                  <a:pt x="4993" y="2938"/>
                </a:cubicBezTo>
                <a:cubicBezTo>
                  <a:pt x="4945" y="2938"/>
                  <a:pt x="4884" y="2925"/>
                  <a:pt x="4864" y="2925"/>
                </a:cubicBezTo>
                <a:cubicBezTo>
                  <a:pt x="4773" y="2895"/>
                  <a:pt x="4651" y="2864"/>
                  <a:pt x="4560" y="2864"/>
                </a:cubicBezTo>
                <a:cubicBezTo>
                  <a:pt x="4477" y="2864"/>
                  <a:pt x="4369" y="2990"/>
                  <a:pt x="4305" y="2990"/>
                </a:cubicBezTo>
                <a:cubicBezTo>
                  <a:pt x="4298" y="2990"/>
                  <a:pt x="4292" y="2988"/>
                  <a:pt x="4287" y="2986"/>
                </a:cubicBezTo>
                <a:cubicBezTo>
                  <a:pt x="4195" y="2925"/>
                  <a:pt x="4104" y="2925"/>
                  <a:pt x="3983" y="2925"/>
                </a:cubicBezTo>
                <a:lnTo>
                  <a:pt x="3922" y="3016"/>
                </a:lnTo>
                <a:lnTo>
                  <a:pt x="3861" y="3077"/>
                </a:lnTo>
                <a:cubicBezTo>
                  <a:pt x="3835" y="3128"/>
                  <a:pt x="3788" y="3147"/>
                  <a:pt x="3737" y="3147"/>
                </a:cubicBezTo>
                <a:cubicBezTo>
                  <a:pt x="3668" y="3147"/>
                  <a:pt x="3592" y="3112"/>
                  <a:pt x="3557" y="3077"/>
                </a:cubicBezTo>
                <a:cubicBezTo>
                  <a:pt x="3541" y="3061"/>
                  <a:pt x="3507" y="3055"/>
                  <a:pt x="3463" y="3055"/>
                </a:cubicBezTo>
                <a:cubicBezTo>
                  <a:pt x="3363" y="3055"/>
                  <a:pt x="3217" y="3083"/>
                  <a:pt x="3127" y="3083"/>
                </a:cubicBezTo>
                <a:cubicBezTo>
                  <a:pt x="3104" y="3083"/>
                  <a:pt x="3085" y="3081"/>
                  <a:pt x="3071" y="3077"/>
                </a:cubicBezTo>
                <a:cubicBezTo>
                  <a:pt x="2980" y="3046"/>
                  <a:pt x="2858" y="3016"/>
                  <a:pt x="2767" y="3016"/>
                </a:cubicBezTo>
                <a:lnTo>
                  <a:pt x="2736" y="3046"/>
                </a:lnTo>
                <a:lnTo>
                  <a:pt x="2676" y="3107"/>
                </a:lnTo>
                <a:cubicBezTo>
                  <a:pt x="2642" y="3157"/>
                  <a:pt x="2590" y="3180"/>
                  <a:pt x="2535" y="3180"/>
                </a:cubicBezTo>
                <a:cubicBezTo>
                  <a:pt x="2490" y="3180"/>
                  <a:pt x="2443" y="3165"/>
                  <a:pt x="2402" y="3138"/>
                </a:cubicBezTo>
                <a:cubicBezTo>
                  <a:pt x="2402" y="3120"/>
                  <a:pt x="2394" y="3112"/>
                  <a:pt x="2383" y="3112"/>
                </a:cubicBezTo>
                <a:cubicBezTo>
                  <a:pt x="2357" y="3112"/>
                  <a:pt x="2311" y="3155"/>
                  <a:pt x="2311" y="3198"/>
                </a:cubicBezTo>
                <a:cubicBezTo>
                  <a:pt x="2296" y="3214"/>
                  <a:pt x="2250" y="3214"/>
                  <a:pt x="2208" y="3214"/>
                </a:cubicBezTo>
                <a:cubicBezTo>
                  <a:pt x="2167" y="3214"/>
                  <a:pt x="2129" y="3214"/>
                  <a:pt x="2129" y="3229"/>
                </a:cubicBezTo>
                <a:cubicBezTo>
                  <a:pt x="2098" y="3259"/>
                  <a:pt x="2068" y="3290"/>
                  <a:pt x="2007" y="3290"/>
                </a:cubicBezTo>
                <a:lnTo>
                  <a:pt x="1733" y="3290"/>
                </a:lnTo>
                <a:cubicBezTo>
                  <a:pt x="1733" y="3320"/>
                  <a:pt x="1825" y="3350"/>
                  <a:pt x="1855" y="3381"/>
                </a:cubicBezTo>
                <a:cubicBezTo>
                  <a:pt x="1885" y="3381"/>
                  <a:pt x="1764" y="3472"/>
                  <a:pt x="1612" y="3594"/>
                </a:cubicBezTo>
                <a:lnTo>
                  <a:pt x="1551" y="3502"/>
                </a:lnTo>
                <a:lnTo>
                  <a:pt x="1429" y="3290"/>
                </a:lnTo>
                <a:cubicBezTo>
                  <a:pt x="1277" y="3320"/>
                  <a:pt x="1156" y="3411"/>
                  <a:pt x="1065" y="3533"/>
                </a:cubicBezTo>
                <a:cubicBezTo>
                  <a:pt x="1065" y="3554"/>
                  <a:pt x="1053" y="3564"/>
                  <a:pt x="1033" y="3564"/>
                </a:cubicBezTo>
                <a:cubicBezTo>
                  <a:pt x="996" y="3564"/>
                  <a:pt x="930" y="3531"/>
                  <a:pt x="852" y="3472"/>
                </a:cubicBezTo>
                <a:lnTo>
                  <a:pt x="761" y="3594"/>
                </a:lnTo>
                <a:cubicBezTo>
                  <a:pt x="685" y="3654"/>
                  <a:pt x="624" y="3685"/>
                  <a:pt x="563" y="3685"/>
                </a:cubicBezTo>
                <a:cubicBezTo>
                  <a:pt x="502" y="3685"/>
                  <a:pt x="442" y="3654"/>
                  <a:pt x="366" y="3594"/>
                </a:cubicBezTo>
                <a:lnTo>
                  <a:pt x="366" y="3594"/>
                </a:lnTo>
                <a:cubicBezTo>
                  <a:pt x="335" y="3624"/>
                  <a:pt x="457" y="3837"/>
                  <a:pt x="366" y="3898"/>
                </a:cubicBezTo>
                <a:cubicBezTo>
                  <a:pt x="299" y="3942"/>
                  <a:pt x="232" y="3970"/>
                  <a:pt x="165" y="3970"/>
                </a:cubicBezTo>
                <a:cubicBezTo>
                  <a:pt x="141" y="3970"/>
                  <a:pt x="116" y="3967"/>
                  <a:pt x="92" y="3958"/>
                </a:cubicBezTo>
                <a:cubicBezTo>
                  <a:pt x="62" y="3958"/>
                  <a:pt x="62" y="3989"/>
                  <a:pt x="92" y="4050"/>
                </a:cubicBezTo>
                <a:lnTo>
                  <a:pt x="92" y="4080"/>
                </a:lnTo>
                <a:cubicBezTo>
                  <a:pt x="92" y="4110"/>
                  <a:pt x="62" y="4141"/>
                  <a:pt x="62" y="4202"/>
                </a:cubicBezTo>
                <a:lnTo>
                  <a:pt x="31" y="4353"/>
                </a:lnTo>
                <a:cubicBezTo>
                  <a:pt x="92" y="4414"/>
                  <a:pt x="122" y="4505"/>
                  <a:pt x="153" y="4597"/>
                </a:cubicBezTo>
                <a:lnTo>
                  <a:pt x="1" y="4688"/>
                </a:lnTo>
                <a:lnTo>
                  <a:pt x="1" y="4718"/>
                </a:lnTo>
                <a:cubicBezTo>
                  <a:pt x="9" y="4760"/>
                  <a:pt x="20" y="4774"/>
                  <a:pt x="31" y="4774"/>
                </a:cubicBezTo>
                <a:cubicBezTo>
                  <a:pt x="57" y="4774"/>
                  <a:pt x="87" y="4707"/>
                  <a:pt x="109" y="4707"/>
                </a:cubicBezTo>
                <a:cubicBezTo>
                  <a:pt x="114" y="4707"/>
                  <a:pt x="118" y="4710"/>
                  <a:pt x="122" y="4718"/>
                </a:cubicBezTo>
                <a:cubicBezTo>
                  <a:pt x="183" y="4749"/>
                  <a:pt x="335" y="4749"/>
                  <a:pt x="244" y="4870"/>
                </a:cubicBezTo>
                <a:lnTo>
                  <a:pt x="153" y="5022"/>
                </a:lnTo>
                <a:cubicBezTo>
                  <a:pt x="204" y="5002"/>
                  <a:pt x="247" y="4992"/>
                  <a:pt x="283" y="4992"/>
                </a:cubicBezTo>
                <a:cubicBezTo>
                  <a:pt x="355" y="4992"/>
                  <a:pt x="396" y="5032"/>
                  <a:pt x="396" y="5113"/>
                </a:cubicBezTo>
                <a:lnTo>
                  <a:pt x="396" y="5144"/>
                </a:lnTo>
                <a:cubicBezTo>
                  <a:pt x="396" y="5296"/>
                  <a:pt x="396" y="5448"/>
                  <a:pt x="609" y="5509"/>
                </a:cubicBezTo>
                <a:lnTo>
                  <a:pt x="700" y="5539"/>
                </a:lnTo>
                <a:cubicBezTo>
                  <a:pt x="761" y="5661"/>
                  <a:pt x="791" y="5782"/>
                  <a:pt x="791" y="5904"/>
                </a:cubicBezTo>
                <a:lnTo>
                  <a:pt x="822" y="5995"/>
                </a:lnTo>
                <a:cubicBezTo>
                  <a:pt x="974" y="6116"/>
                  <a:pt x="1126" y="6208"/>
                  <a:pt x="1247" y="6329"/>
                </a:cubicBezTo>
                <a:lnTo>
                  <a:pt x="1217" y="6724"/>
                </a:lnTo>
                <a:lnTo>
                  <a:pt x="1217" y="6785"/>
                </a:lnTo>
                <a:cubicBezTo>
                  <a:pt x="1217" y="6816"/>
                  <a:pt x="1369" y="6876"/>
                  <a:pt x="1551" y="6876"/>
                </a:cubicBezTo>
                <a:lnTo>
                  <a:pt x="1612" y="6846"/>
                </a:lnTo>
                <a:lnTo>
                  <a:pt x="1673" y="6846"/>
                </a:lnTo>
                <a:cubicBezTo>
                  <a:pt x="1712" y="6830"/>
                  <a:pt x="1741" y="6823"/>
                  <a:pt x="1761" y="6823"/>
                </a:cubicBezTo>
                <a:cubicBezTo>
                  <a:pt x="1817" y="6823"/>
                  <a:pt x="1793" y="6885"/>
                  <a:pt x="1703" y="6998"/>
                </a:cubicBezTo>
                <a:lnTo>
                  <a:pt x="1642" y="7059"/>
                </a:lnTo>
                <a:cubicBezTo>
                  <a:pt x="1642" y="7119"/>
                  <a:pt x="1703" y="7119"/>
                  <a:pt x="1733" y="7119"/>
                </a:cubicBezTo>
                <a:lnTo>
                  <a:pt x="1825" y="7119"/>
                </a:lnTo>
                <a:cubicBezTo>
                  <a:pt x="1836" y="7114"/>
                  <a:pt x="1847" y="7111"/>
                  <a:pt x="1856" y="7111"/>
                </a:cubicBezTo>
                <a:cubicBezTo>
                  <a:pt x="1897" y="7111"/>
                  <a:pt x="1922" y="7156"/>
                  <a:pt x="1946" y="7180"/>
                </a:cubicBezTo>
                <a:lnTo>
                  <a:pt x="1946" y="7241"/>
                </a:lnTo>
                <a:lnTo>
                  <a:pt x="1946" y="7302"/>
                </a:lnTo>
                <a:cubicBezTo>
                  <a:pt x="1916" y="7332"/>
                  <a:pt x="1794" y="7545"/>
                  <a:pt x="1825" y="7606"/>
                </a:cubicBezTo>
                <a:cubicBezTo>
                  <a:pt x="1855" y="7667"/>
                  <a:pt x="1885" y="7697"/>
                  <a:pt x="1916" y="7758"/>
                </a:cubicBezTo>
                <a:lnTo>
                  <a:pt x="2007" y="7819"/>
                </a:lnTo>
                <a:cubicBezTo>
                  <a:pt x="2007" y="7821"/>
                  <a:pt x="2008" y="7823"/>
                  <a:pt x="2011" y="7823"/>
                </a:cubicBezTo>
                <a:cubicBezTo>
                  <a:pt x="2034" y="7823"/>
                  <a:pt x="2165" y="7697"/>
                  <a:pt x="2220" y="7697"/>
                </a:cubicBezTo>
                <a:cubicBezTo>
                  <a:pt x="2281" y="7727"/>
                  <a:pt x="2281" y="7971"/>
                  <a:pt x="2220" y="8275"/>
                </a:cubicBezTo>
                <a:lnTo>
                  <a:pt x="2767" y="8305"/>
                </a:lnTo>
                <a:cubicBezTo>
                  <a:pt x="2797" y="8305"/>
                  <a:pt x="2828" y="8457"/>
                  <a:pt x="2828" y="8518"/>
                </a:cubicBezTo>
                <a:lnTo>
                  <a:pt x="2828" y="8578"/>
                </a:lnTo>
                <a:cubicBezTo>
                  <a:pt x="2730" y="8578"/>
                  <a:pt x="2516" y="8501"/>
                  <a:pt x="2419" y="8501"/>
                </a:cubicBezTo>
                <a:cubicBezTo>
                  <a:pt x="2395" y="8501"/>
                  <a:pt x="2378" y="8506"/>
                  <a:pt x="2372" y="8518"/>
                </a:cubicBezTo>
                <a:cubicBezTo>
                  <a:pt x="2341" y="8578"/>
                  <a:pt x="2402" y="8730"/>
                  <a:pt x="2463" y="8761"/>
                </a:cubicBezTo>
                <a:cubicBezTo>
                  <a:pt x="2499" y="8770"/>
                  <a:pt x="2534" y="8773"/>
                  <a:pt x="2570" y="8773"/>
                </a:cubicBezTo>
                <a:cubicBezTo>
                  <a:pt x="2656" y="8773"/>
                  <a:pt x="2742" y="8752"/>
                  <a:pt x="2828" y="8730"/>
                </a:cubicBezTo>
                <a:cubicBezTo>
                  <a:pt x="2919" y="8700"/>
                  <a:pt x="3040" y="8670"/>
                  <a:pt x="3071" y="8639"/>
                </a:cubicBezTo>
                <a:lnTo>
                  <a:pt x="3132" y="8609"/>
                </a:lnTo>
                <a:lnTo>
                  <a:pt x="3162" y="8578"/>
                </a:lnTo>
                <a:cubicBezTo>
                  <a:pt x="3162" y="8570"/>
                  <a:pt x="3170" y="8566"/>
                  <a:pt x="3182" y="8566"/>
                </a:cubicBezTo>
                <a:cubicBezTo>
                  <a:pt x="3210" y="8566"/>
                  <a:pt x="3262" y="8587"/>
                  <a:pt x="3284" y="8609"/>
                </a:cubicBezTo>
                <a:cubicBezTo>
                  <a:pt x="3344" y="8670"/>
                  <a:pt x="3375" y="8730"/>
                  <a:pt x="3405" y="8822"/>
                </a:cubicBezTo>
                <a:lnTo>
                  <a:pt x="3344" y="8913"/>
                </a:lnTo>
                <a:cubicBezTo>
                  <a:pt x="3496" y="9004"/>
                  <a:pt x="3648" y="9065"/>
                  <a:pt x="3800" y="9126"/>
                </a:cubicBezTo>
                <a:cubicBezTo>
                  <a:pt x="3922" y="9126"/>
                  <a:pt x="4013" y="9095"/>
                  <a:pt x="4104" y="9034"/>
                </a:cubicBezTo>
                <a:lnTo>
                  <a:pt x="4165" y="9156"/>
                </a:lnTo>
                <a:cubicBezTo>
                  <a:pt x="4195" y="9217"/>
                  <a:pt x="4195" y="9247"/>
                  <a:pt x="4317" y="9247"/>
                </a:cubicBezTo>
                <a:lnTo>
                  <a:pt x="4530" y="9217"/>
                </a:lnTo>
                <a:cubicBezTo>
                  <a:pt x="4773" y="9308"/>
                  <a:pt x="5077" y="9399"/>
                  <a:pt x="5107" y="9399"/>
                </a:cubicBezTo>
                <a:lnTo>
                  <a:pt x="5472" y="9399"/>
                </a:lnTo>
                <a:cubicBezTo>
                  <a:pt x="5533" y="9430"/>
                  <a:pt x="5381" y="9551"/>
                  <a:pt x="5138" y="9642"/>
                </a:cubicBezTo>
                <a:lnTo>
                  <a:pt x="5168" y="9916"/>
                </a:lnTo>
                <a:lnTo>
                  <a:pt x="5077" y="9916"/>
                </a:lnTo>
                <a:lnTo>
                  <a:pt x="4925" y="9946"/>
                </a:lnTo>
                <a:cubicBezTo>
                  <a:pt x="4864" y="10068"/>
                  <a:pt x="4773" y="10311"/>
                  <a:pt x="4834" y="10311"/>
                </a:cubicBezTo>
                <a:cubicBezTo>
                  <a:pt x="4864" y="10326"/>
                  <a:pt x="4895" y="10334"/>
                  <a:pt x="4925" y="10334"/>
                </a:cubicBezTo>
                <a:cubicBezTo>
                  <a:pt x="4955" y="10334"/>
                  <a:pt x="4986" y="10326"/>
                  <a:pt x="5016" y="10311"/>
                </a:cubicBezTo>
                <a:lnTo>
                  <a:pt x="5016" y="10402"/>
                </a:lnTo>
                <a:lnTo>
                  <a:pt x="5016" y="10433"/>
                </a:lnTo>
                <a:lnTo>
                  <a:pt x="5016" y="10493"/>
                </a:lnTo>
                <a:cubicBezTo>
                  <a:pt x="5016" y="10509"/>
                  <a:pt x="5031" y="10516"/>
                  <a:pt x="5058" y="10516"/>
                </a:cubicBezTo>
                <a:cubicBezTo>
                  <a:pt x="5085" y="10516"/>
                  <a:pt x="5123" y="10509"/>
                  <a:pt x="5168" y="10493"/>
                </a:cubicBezTo>
                <a:lnTo>
                  <a:pt x="5229" y="10463"/>
                </a:lnTo>
                <a:lnTo>
                  <a:pt x="5290" y="10463"/>
                </a:lnTo>
                <a:cubicBezTo>
                  <a:pt x="5351" y="10463"/>
                  <a:pt x="5381" y="10554"/>
                  <a:pt x="5381" y="10585"/>
                </a:cubicBezTo>
                <a:cubicBezTo>
                  <a:pt x="5270" y="10629"/>
                  <a:pt x="5158" y="10657"/>
                  <a:pt x="5047" y="10657"/>
                </a:cubicBezTo>
                <a:cubicBezTo>
                  <a:pt x="5006" y="10657"/>
                  <a:pt x="4966" y="10654"/>
                  <a:pt x="4925" y="10645"/>
                </a:cubicBezTo>
                <a:cubicBezTo>
                  <a:pt x="4854" y="10610"/>
                  <a:pt x="4783" y="10595"/>
                  <a:pt x="4736" y="10595"/>
                </a:cubicBezTo>
                <a:cubicBezTo>
                  <a:pt x="4703" y="10595"/>
                  <a:pt x="4682" y="10602"/>
                  <a:pt x="4682" y="10615"/>
                </a:cubicBezTo>
                <a:lnTo>
                  <a:pt x="4682" y="10645"/>
                </a:lnTo>
                <a:lnTo>
                  <a:pt x="4712" y="10767"/>
                </a:lnTo>
                <a:cubicBezTo>
                  <a:pt x="4743" y="10919"/>
                  <a:pt x="4743" y="11071"/>
                  <a:pt x="4712" y="11193"/>
                </a:cubicBezTo>
                <a:lnTo>
                  <a:pt x="4803" y="11314"/>
                </a:lnTo>
                <a:lnTo>
                  <a:pt x="4834" y="11344"/>
                </a:lnTo>
                <a:cubicBezTo>
                  <a:pt x="4895" y="11405"/>
                  <a:pt x="5016" y="11436"/>
                  <a:pt x="5107" y="11436"/>
                </a:cubicBezTo>
                <a:lnTo>
                  <a:pt x="5107" y="11648"/>
                </a:lnTo>
                <a:cubicBezTo>
                  <a:pt x="5229" y="11709"/>
                  <a:pt x="5199" y="11831"/>
                  <a:pt x="5138" y="11831"/>
                </a:cubicBezTo>
                <a:cubicBezTo>
                  <a:pt x="5107" y="11831"/>
                  <a:pt x="5533" y="12135"/>
                  <a:pt x="5472" y="12226"/>
                </a:cubicBezTo>
                <a:cubicBezTo>
                  <a:pt x="5442" y="12348"/>
                  <a:pt x="5594" y="12500"/>
                  <a:pt x="5685" y="12530"/>
                </a:cubicBezTo>
                <a:cubicBezTo>
                  <a:pt x="5746" y="12560"/>
                  <a:pt x="5563" y="12743"/>
                  <a:pt x="5472" y="12743"/>
                </a:cubicBezTo>
                <a:lnTo>
                  <a:pt x="5107" y="12743"/>
                </a:lnTo>
                <a:cubicBezTo>
                  <a:pt x="4955" y="12773"/>
                  <a:pt x="4834" y="12803"/>
                  <a:pt x="4712" y="12803"/>
                </a:cubicBezTo>
                <a:cubicBezTo>
                  <a:pt x="4651" y="12773"/>
                  <a:pt x="4591" y="12773"/>
                  <a:pt x="4499" y="12773"/>
                </a:cubicBezTo>
                <a:cubicBezTo>
                  <a:pt x="4486" y="12877"/>
                  <a:pt x="4457" y="12909"/>
                  <a:pt x="4418" y="12909"/>
                </a:cubicBezTo>
                <a:cubicBezTo>
                  <a:pt x="4365" y="12909"/>
                  <a:pt x="4296" y="12851"/>
                  <a:pt x="4226" y="12834"/>
                </a:cubicBezTo>
                <a:lnTo>
                  <a:pt x="4195" y="12834"/>
                </a:lnTo>
                <a:cubicBezTo>
                  <a:pt x="4135" y="12834"/>
                  <a:pt x="4135" y="12895"/>
                  <a:pt x="4165" y="12925"/>
                </a:cubicBezTo>
                <a:cubicBezTo>
                  <a:pt x="4098" y="12970"/>
                  <a:pt x="4015" y="12998"/>
                  <a:pt x="3940" y="12998"/>
                </a:cubicBezTo>
                <a:cubicBezTo>
                  <a:pt x="3912" y="12998"/>
                  <a:pt x="3886" y="12994"/>
                  <a:pt x="3861" y="12986"/>
                </a:cubicBezTo>
                <a:cubicBezTo>
                  <a:pt x="3851" y="12983"/>
                  <a:pt x="3842" y="12981"/>
                  <a:pt x="3832" y="12981"/>
                </a:cubicBezTo>
                <a:cubicBezTo>
                  <a:pt x="3751" y="12981"/>
                  <a:pt x="3676" y="13087"/>
                  <a:pt x="3648" y="13168"/>
                </a:cubicBezTo>
                <a:cubicBezTo>
                  <a:pt x="3648" y="13204"/>
                  <a:pt x="3607" y="13219"/>
                  <a:pt x="3566" y="13219"/>
                </a:cubicBezTo>
                <a:cubicBezTo>
                  <a:pt x="3537" y="13219"/>
                  <a:pt x="3509" y="13211"/>
                  <a:pt x="3496" y="13199"/>
                </a:cubicBezTo>
                <a:cubicBezTo>
                  <a:pt x="3496" y="13199"/>
                  <a:pt x="3376" y="13103"/>
                  <a:pt x="3328" y="13103"/>
                </a:cubicBezTo>
                <a:cubicBezTo>
                  <a:pt x="3322" y="13103"/>
                  <a:pt x="3317" y="13104"/>
                  <a:pt x="3314" y="13107"/>
                </a:cubicBezTo>
                <a:cubicBezTo>
                  <a:pt x="3284" y="13138"/>
                  <a:pt x="3223" y="13199"/>
                  <a:pt x="3192" y="13229"/>
                </a:cubicBezTo>
                <a:cubicBezTo>
                  <a:pt x="3071" y="13229"/>
                  <a:pt x="2980" y="13259"/>
                  <a:pt x="2888" y="13259"/>
                </a:cubicBezTo>
                <a:cubicBezTo>
                  <a:pt x="2797" y="13259"/>
                  <a:pt x="2706" y="13381"/>
                  <a:pt x="2676" y="13381"/>
                </a:cubicBezTo>
                <a:cubicBezTo>
                  <a:pt x="2615" y="13411"/>
                  <a:pt x="2524" y="13442"/>
                  <a:pt x="2463" y="13472"/>
                </a:cubicBezTo>
                <a:lnTo>
                  <a:pt x="2463" y="13533"/>
                </a:lnTo>
                <a:cubicBezTo>
                  <a:pt x="2433" y="13715"/>
                  <a:pt x="2372" y="13928"/>
                  <a:pt x="2341" y="14110"/>
                </a:cubicBezTo>
                <a:lnTo>
                  <a:pt x="2341" y="14171"/>
                </a:lnTo>
                <a:cubicBezTo>
                  <a:pt x="2402" y="14262"/>
                  <a:pt x="2341" y="14354"/>
                  <a:pt x="2189" y="14414"/>
                </a:cubicBezTo>
                <a:lnTo>
                  <a:pt x="2159" y="14232"/>
                </a:lnTo>
                <a:cubicBezTo>
                  <a:pt x="2129" y="14171"/>
                  <a:pt x="2007" y="14080"/>
                  <a:pt x="1946" y="14080"/>
                </a:cubicBezTo>
                <a:lnTo>
                  <a:pt x="1673" y="14141"/>
                </a:lnTo>
                <a:cubicBezTo>
                  <a:pt x="1627" y="14115"/>
                  <a:pt x="1568" y="14104"/>
                  <a:pt x="1503" y="14104"/>
                </a:cubicBezTo>
                <a:cubicBezTo>
                  <a:pt x="1264" y="14104"/>
                  <a:pt x="934" y="14245"/>
                  <a:pt x="791" y="14293"/>
                </a:cubicBezTo>
                <a:cubicBezTo>
                  <a:pt x="639" y="14354"/>
                  <a:pt x="609" y="14414"/>
                  <a:pt x="761" y="14414"/>
                </a:cubicBezTo>
                <a:lnTo>
                  <a:pt x="791" y="14445"/>
                </a:lnTo>
                <a:cubicBezTo>
                  <a:pt x="822" y="14536"/>
                  <a:pt x="882" y="14597"/>
                  <a:pt x="974" y="14597"/>
                </a:cubicBezTo>
                <a:cubicBezTo>
                  <a:pt x="1065" y="14627"/>
                  <a:pt x="974" y="14810"/>
                  <a:pt x="943" y="14840"/>
                </a:cubicBezTo>
                <a:cubicBezTo>
                  <a:pt x="913" y="14840"/>
                  <a:pt x="852" y="14840"/>
                  <a:pt x="822" y="14870"/>
                </a:cubicBezTo>
                <a:cubicBezTo>
                  <a:pt x="761" y="14931"/>
                  <a:pt x="730" y="14992"/>
                  <a:pt x="730" y="15053"/>
                </a:cubicBezTo>
                <a:lnTo>
                  <a:pt x="730" y="15083"/>
                </a:lnTo>
                <a:cubicBezTo>
                  <a:pt x="852" y="15114"/>
                  <a:pt x="852" y="15174"/>
                  <a:pt x="761" y="15174"/>
                </a:cubicBezTo>
                <a:lnTo>
                  <a:pt x="730" y="15205"/>
                </a:lnTo>
                <a:cubicBezTo>
                  <a:pt x="709" y="15233"/>
                  <a:pt x="689" y="15243"/>
                  <a:pt x="671" y="15243"/>
                </a:cubicBezTo>
                <a:cubicBezTo>
                  <a:pt x="625" y="15243"/>
                  <a:pt x="588" y="15181"/>
                  <a:pt x="552" y="15181"/>
                </a:cubicBezTo>
                <a:cubicBezTo>
                  <a:pt x="540" y="15181"/>
                  <a:pt x="529" y="15188"/>
                  <a:pt x="518" y="15205"/>
                </a:cubicBezTo>
                <a:cubicBezTo>
                  <a:pt x="457" y="15266"/>
                  <a:pt x="396" y="15357"/>
                  <a:pt x="335" y="15417"/>
                </a:cubicBezTo>
                <a:cubicBezTo>
                  <a:pt x="305" y="15478"/>
                  <a:pt x="305" y="15509"/>
                  <a:pt x="274" y="15539"/>
                </a:cubicBezTo>
                <a:lnTo>
                  <a:pt x="244" y="15661"/>
                </a:lnTo>
                <a:cubicBezTo>
                  <a:pt x="320" y="15761"/>
                  <a:pt x="437" y="15820"/>
                  <a:pt x="527" y="15820"/>
                </a:cubicBezTo>
                <a:cubicBezTo>
                  <a:pt x="545" y="15820"/>
                  <a:pt x="563" y="15818"/>
                  <a:pt x="578" y="15813"/>
                </a:cubicBezTo>
                <a:lnTo>
                  <a:pt x="639" y="15752"/>
                </a:lnTo>
                <a:lnTo>
                  <a:pt x="700" y="15721"/>
                </a:lnTo>
                <a:cubicBezTo>
                  <a:pt x="705" y="15720"/>
                  <a:pt x="710" y="15719"/>
                  <a:pt x="715" y="15719"/>
                </a:cubicBezTo>
                <a:cubicBezTo>
                  <a:pt x="821" y="15719"/>
                  <a:pt x="815" y="16028"/>
                  <a:pt x="670" y="16086"/>
                </a:cubicBezTo>
                <a:cubicBezTo>
                  <a:pt x="518" y="16177"/>
                  <a:pt x="426" y="16299"/>
                  <a:pt x="426" y="16451"/>
                </a:cubicBezTo>
                <a:cubicBezTo>
                  <a:pt x="457" y="16573"/>
                  <a:pt x="518" y="16694"/>
                  <a:pt x="578" y="16816"/>
                </a:cubicBezTo>
                <a:lnTo>
                  <a:pt x="578" y="16968"/>
                </a:lnTo>
                <a:lnTo>
                  <a:pt x="578" y="17028"/>
                </a:lnTo>
                <a:cubicBezTo>
                  <a:pt x="560" y="17066"/>
                  <a:pt x="576" y="17092"/>
                  <a:pt x="619" y="17092"/>
                </a:cubicBezTo>
                <a:cubicBezTo>
                  <a:pt x="646" y="17092"/>
                  <a:pt x="684" y="17082"/>
                  <a:pt x="730" y="17059"/>
                </a:cubicBezTo>
                <a:lnTo>
                  <a:pt x="791" y="17059"/>
                </a:lnTo>
                <a:lnTo>
                  <a:pt x="882" y="17089"/>
                </a:lnTo>
                <a:cubicBezTo>
                  <a:pt x="822" y="17180"/>
                  <a:pt x="761" y="17241"/>
                  <a:pt x="730" y="17332"/>
                </a:cubicBezTo>
                <a:lnTo>
                  <a:pt x="791" y="17393"/>
                </a:lnTo>
                <a:lnTo>
                  <a:pt x="882" y="17515"/>
                </a:lnTo>
                <a:cubicBezTo>
                  <a:pt x="943" y="17484"/>
                  <a:pt x="1004" y="17424"/>
                  <a:pt x="1095" y="17393"/>
                </a:cubicBezTo>
                <a:lnTo>
                  <a:pt x="1095" y="17393"/>
                </a:lnTo>
                <a:cubicBezTo>
                  <a:pt x="1065" y="17576"/>
                  <a:pt x="1034" y="17728"/>
                  <a:pt x="1004" y="17880"/>
                </a:cubicBezTo>
                <a:cubicBezTo>
                  <a:pt x="974" y="18001"/>
                  <a:pt x="943" y="18335"/>
                  <a:pt x="1034" y="18396"/>
                </a:cubicBezTo>
                <a:cubicBezTo>
                  <a:pt x="1080" y="18411"/>
                  <a:pt x="1133" y="18419"/>
                  <a:pt x="1186" y="18419"/>
                </a:cubicBezTo>
                <a:cubicBezTo>
                  <a:pt x="1240" y="18419"/>
                  <a:pt x="1293" y="18411"/>
                  <a:pt x="1338" y="18396"/>
                </a:cubicBezTo>
                <a:lnTo>
                  <a:pt x="1490" y="18396"/>
                </a:lnTo>
                <a:cubicBezTo>
                  <a:pt x="1612" y="18396"/>
                  <a:pt x="1490" y="18700"/>
                  <a:pt x="1399" y="18761"/>
                </a:cubicBezTo>
                <a:lnTo>
                  <a:pt x="1126" y="19004"/>
                </a:lnTo>
                <a:lnTo>
                  <a:pt x="1186" y="19035"/>
                </a:lnTo>
                <a:cubicBezTo>
                  <a:pt x="1247" y="19095"/>
                  <a:pt x="1247" y="19126"/>
                  <a:pt x="1186" y="19156"/>
                </a:cubicBezTo>
                <a:cubicBezTo>
                  <a:pt x="1095" y="19217"/>
                  <a:pt x="1034" y="19217"/>
                  <a:pt x="943" y="19247"/>
                </a:cubicBezTo>
                <a:cubicBezTo>
                  <a:pt x="791" y="19247"/>
                  <a:pt x="913" y="19278"/>
                  <a:pt x="913" y="19339"/>
                </a:cubicBezTo>
                <a:cubicBezTo>
                  <a:pt x="913" y="19430"/>
                  <a:pt x="791" y="19490"/>
                  <a:pt x="1004" y="19490"/>
                </a:cubicBezTo>
                <a:cubicBezTo>
                  <a:pt x="1126" y="19490"/>
                  <a:pt x="1277" y="19460"/>
                  <a:pt x="1399" y="19430"/>
                </a:cubicBezTo>
                <a:cubicBezTo>
                  <a:pt x="1414" y="19415"/>
                  <a:pt x="1429" y="19407"/>
                  <a:pt x="1448" y="19407"/>
                </a:cubicBezTo>
                <a:cubicBezTo>
                  <a:pt x="1467" y="19407"/>
                  <a:pt x="1490" y="19415"/>
                  <a:pt x="1521" y="19430"/>
                </a:cubicBezTo>
                <a:lnTo>
                  <a:pt x="1551" y="19460"/>
                </a:lnTo>
                <a:cubicBezTo>
                  <a:pt x="1581" y="19490"/>
                  <a:pt x="1642" y="19521"/>
                  <a:pt x="1703" y="19521"/>
                </a:cubicBezTo>
                <a:cubicBezTo>
                  <a:pt x="1794" y="19551"/>
                  <a:pt x="1885" y="19551"/>
                  <a:pt x="1977" y="19582"/>
                </a:cubicBezTo>
                <a:cubicBezTo>
                  <a:pt x="2068" y="19642"/>
                  <a:pt x="2189" y="19673"/>
                  <a:pt x="2281" y="19734"/>
                </a:cubicBezTo>
                <a:cubicBezTo>
                  <a:pt x="2372" y="19794"/>
                  <a:pt x="2463" y="19855"/>
                  <a:pt x="2554" y="19886"/>
                </a:cubicBezTo>
                <a:lnTo>
                  <a:pt x="2676" y="19825"/>
                </a:lnTo>
                <a:cubicBezTo>
                  <a:pt x="2706" y="19825"/>
                  <a:pt x="2767" y="19855"/>
                  <a:pt x="2767" y="19886"/>
                </a:cubicBezTo>
                <a:lnTo>
                  <a:pt x="2828" y="20098"/>
                </a:lnTo>
                <a:cubicBezTo>
                  <a:pt x="3040" y="20068"/>
                  <a:pt x="3527" y="20068"/>
                  <a:pt x="3618" y="20068"/>
                </a:cubicBezTo>
                <a:cubicBezTo>
                  <a:pt x="3699" y="20068"/>
                  <a:pt x="3794" y="20055"/>
                  <a:pt x="3857" y="20055"/>
                </a:cubicBezTo>
                <a:cubicBezTo>
                  <a:pt x="3888" y="20055"/>
                  <a:pt x="3912" y="20058"/>
                  <a:pt x="3922" y="20068"/>
                </a:cubicBezTo>
                <a:cubicBezTo>
                  <a:pt x="3952" y="20068"/>
                  <a:pt x="4256" y="20098"/>
                  <a:pt x="4591" y="20129"/>
                </a:cubicBezTo>
                <a:lnTo>
                  <a:pt x="4773" y="20372"/>
                </a:lnTo>
                <a:cubicBezTo>
                  <a:pt x="4778" y="20367"/>
                  <a:pt x="4795" y="20364"/>
                  <a:pt x="4819" y="20364"/>
                </a:cubicBezTo>
                <a:cubicBezTo>
                  <a:pt x="4932" y="20364"/>
                  <a:pt x="5204" y="20419"/>
                  <a:pt x="5229" y="20494"/>
                </a:cubicBezTo>
                <a:cubicBezTo>
                  <a:pt x="5242" y="20533"/>
                  <a:pt x="5294" y="20544"/>
                  <a:pt x="5357" y="20544"/>
                </a:cubicBezTo>
                <a:cubicBezTo>
                  <a:pt x="5440" y="20544"/>
                  <a:pt x="5542" y="20524"/>
                  <a:pt x="5594" y="20524"/>
                </a:cubicBezTo>
                <a:cubicBezTo>
                  <a:pt x="5654" y="20524"/>
                  <a:pt x="5989" y="20646"/>
                  <a:pt x="6110" y="20646"/>
                </a:cubicBezTo>
                <a:cubicBezTo>
                  <a:pt x="6164" y="20637"/>
                  <a:pt x="6217" y="20633"/>
                  <a:pt x="6271" y="20633"/>
                </a:cubicBezTo>
                <a:cubicBezTo>
                  <a:pt x="6400" y="20633"/>
                  <a:pt x="6529" y="20654"/>
                  <a:pt x="6658" y="20676"/>
                </a:cubicBezTo>
                <a:lnTo>
                  <a:pt x="6901" y="20676"/>
                </a:lnTo>
                <a:lnTo>
                  <a:pt x="7053" y="20615"/>
                </a:lnTo>
                <a:cubicBezTo>
                  <a:pt x="7053" y="20706"/>
                  <a:pt x="7083" y="20737"/>
                  <a:pt x="7174" y="20737"/>
                </a:cubicBezTo>
                <a:lnTo>
                  <a:pt x="7265" y="20737"/>
                </a:lnTo>
                <a:cubicBezTo>
                  <a:pt x="7296" y="20767"/>
                  <a:pt x="7296" y="20798"/>
                  <a:pt x="7296" y="20798"/>
                </a:cubicBezTo>
                <a:lnTo>
                  <a:pt x="7296" y="20858"/>
                </a:lnTo>
                <a:cubicBezTo>
                  <a:pt x="7296" y="20897"/>
                  <a:pt x="7311" y="20911"/>
                  <a:pt x="7334" y="20911"/>
                </a:cubicBezTo>
                <a:cubicBezTo>
                  <a:pt x="7381" y="20911"/>
                  <a:pt x="7458" y="20849"/>
                  <a:pt x="7478" y="20828"/>
                </a:cubicBezTo>
                <a:cubicBezTo>
                  <a:pt x="7491" y="20802"/>
                  <a:pt x="7526" y="20793"/>
                  <a:pt x="7566" y="20793"/>
                </a:cubicBezTo>
                <a:cubicBezTo>
                  <a:pt x="7621" y="20793"/>
                  <a:pt x="7686" y="20810"/>
                  <a:pt x="7721" y="20828"/>
                </a:cubicBezTo>
                <a:cubicBezTo>
                  <a:pt x="7752" y="20828"/>
                  <a:pt x="7721" y="20889"/>
                  <a:pt x="7630" y="20949"/>
                </a:cubicBezTo>
                <a:cubicBezTo>
                  <a:pt x="7613" y="21034"/>
                  <a:pt x="7671" y="21053"/>
                  <a:pt x="7732" y="21053"/>
                </a:cubicBezTo>
                <a:cubicBezTo>
                  <a:pt x="7780" y="21053"/>
                  <a:pt x="7829" y="21041"/>
                  <a:pt x="7843" y="21041"/>
                </a:cubicBezTo>
                <a:cubicBezTo>
                  <a:pt x="7873" y="21041"/>
                  <a:pt x="7904" y="20980"/>
                  <a:pt x="7904" y="20980"/>
                </a:cubicBezTo>
                <a:lnTo>
                  <a:pt x="7934" y="20949"/>
                </a:lnTo>
                <a:cubicBezTo>
                  <a:pt x="7939" y="20945"/>
                  <a:pt x="7946" y="20943"/>
                  <a:pt x="7956" y="20943"/>
                </a:cubicBezTo>
                <a:cubicBezTo>
                  <a:pt x="8005" y="20943"/>
                  <a:pt x="8107" y="20986"/>
                  <a:pt x="8155" y="20986"/>
                </a:cubicBezTo>
                <a:cubicBezTo>
                  <a:pt x="8165" y="20986"/>
                  <a:pt x="8173" y="20984"/>
                  <a:pt x="8177" y="20980"/>
                </a:cubicBezTo>
                <a:cubicBezTo>
                  <a:pt x="8192" y="20965"/>
                  <a:pt x="8212" y="20959"/>
                  <a:pt x="8234" y="20959"/>
                </a:cubicBezTo>
                <a:cubicBezTo>
                  <a:pt x="8304" y="20959"/>
                  <a:pt x="8397" y="21018"/>
                  <a:pt x="8420" y="21041"/>
                </a:cubicBezTo>
                <a:cubicBezTo>
                  <a:pt x="8426" y="21051"/>
                  <a:pt x="8442" y="21055"/>
                  <a:pt x="8465" y="21055"/>
                </a:cubicBezTo>
                <a:cubicBezTo>
                  <a:pt x="8555" y="21055"/>
                  <a:pt x="8751" y="20996"/>
                  <a:pt x="8866" y="20996"/>
                </a:cubicBezTo>
                <a:cubicBezTo>
                  <a:pt x="8897" y="20996"/>
                  <a:pt x="8921" y="21000"/>
                  <a:pt x="8937" y="21010"/>
                </a:cubicBezTo>
                <a:cubicBezTo>
                  <a:pt x="8998" y="21071"/>
                  <a:pt x="9089" y="21101"/>
                  <a:pt x="9180" y="21132"/>
                </a:cubicBezTo>
                <a:lnTo>
                  <a:pt x="9241" y="21101"/>
                </a:lnTo>
                <a:lnTo>
                  <a:pt x="9302" y="21071"/>
                </a:lnTo>
                <a:cubicBezTo>
                  <a:pt x="9322" y="21051"/>
                  <a:pt x="9366" y="21044"/>
                  <a:pt x="9419" y="21044"/>
                </a:cubicBezTo>
                <a:cubicBezTo>
                  <a:pt x="9525" y="21044"/>
                  <a:pt x="9667" y="21071"/>
                  <a:pt x="9728" y="21071"/>
                </a:cubicBezTo>
                <a:cubicBezTo>
                  <a:pt x="9849" y="21071"/>
                  <a:pt x="10001" y="21041"/>
                  <a:pt x="10031" y="21041"/>
                </a:cubicBezTo>
                <a:lnTo>
                  <a:pt x="10366" y="21041"/>
                </a:lnTo>
                <a:lnTo>
                  <a:pt x="10457" y="21010"/>
                </a:lnTo>
                <a:cubicBezTo>
                  <a:pt x="10491" y="20996"/>
                  <a:pt x="10520" y="20990"/>
                  <a:pt x="10545" y="20990"/>
                </a:cubicBezTo>
                <a:cubicBezTo>
                  <a:pt x="10656" y="20990"/>
                  <a:pt x="10687" y="21111"/>
                  <a:pt x="10775" y="21111"/>
                </a:cubicBezTo>
                <a:cubicBezTo>
                  <a:pt x="10789" y="21111"/>
                  <a:pt x="10804" y="21108"/>
                  <a:pt x="10822" y="21101"/>
                </a:cubicBezTo>
                <a:cubicBezTo>
                  <a:pt x="10844" y="21101"/>
                  <a:pt x="10962" y="21037"/>
                  <a:pt x="11025" y="21037"/>
                </a:cubicBezTo>
                <a:cubicBezTo>
                  <a:pt x="11049" y="21037"/>
                  <a:pt x="11065" y="21046"/>
                  <a:pt x="11065" y="21071"/>
                </a:cubicBezTo>
                <a:cubicBezTo>
                  <a:pt x="11065" y="21107"/>
                  <a:pt x="11075" y="21121"/>
                  <a:pt x="11084" y="21121"/>
                </a:cubicBezTo>
                <a:cubicBezTo>
                  <a:pt x="11090" y="21121"/>
                  <a:pt x="11095" y="21114"/>
                  <a:pt x="11095" y="21101"/>
                </a:cubicBezTo>
                <a:cubicBezTo>
                  <a:pt x="11102" y="21095"/>
                  <a:pt x="11112" y="21093"/>
                  <a:pt x="11125" y="21093"/>
                </a:cubicBezTo>
                <a:cubicBezTo>
                  <a:pt x="11160" y="21093"/>
                  <a:pt x="11213" y="21110"/>
                  <a:pt x="11248" y="21110"/>
                </a:cubicBezTo>
                <a:cubicBezTo>
                  <a:pt x="11261" y="21110"/>
                  <a:pt x="11271" y="21108"/>
                  <a:pt x="11278" y="21101"/>
                </a:cubicBezTo>
                <a:cubicBezTo>
                  <a:pt x="11338" y="21041"/>
                  <a:pt x="11490" y="20919"/>
                  <a:pt x="11551" y="20919"/>
                </a:cubicBezTo>
                <a:cubicBezTo>
                  <a:pt x="11612" y="20980"/>
                  <a:pt x="11673" y="21010"/>
                  <a:pt x="11734" y="21071"/>
                </a:cubicBezTo>
                <a:cubicBezTo>
                  <a:pt x="11741" y="21086"/>
                  <a:pt x="11752" y="21092"/>
                  <a:pt x="11764" y="21092"/>
                </a:cubicBezTo>
                <a:cubicBezTo>
                  <a:pt x="11804" y="21092"/>
                  <a:pt x="11863" y="21033"/>
                  <a:pt x="11886" y="21010"/>
                </a:cubicBezTo>
                <a:cubicBezTo>
                  <a:pt x="11890" y="21006"/>
                  <a:pt x="11894" y="21004"/>
                  <a:pt x="11900" y="21004"/>
                </a:cubicBezTo>
                <a:cubicBezTo>
                  <a:pt x="11939" y="21004"/>
                  <a:pt x="12015" y="21091"/>
                  <a:pt x="12068" y="21223"/>
                </a:cubicBezTo>
                <a:lnTo>
                  <a:pt x="12159" y="21101"/>
                </a:lnTo>
                <a:cubicBezTo>
                  <a:pt x="12232" y="21000"/>
                  <a:pt x="12284" y="20961"/>
                  <a:pt x="12334" y="20961"/>
                </a:cubicBezTo>
                <a:cubicBezTo>
                  <a:pt x="12390" y="20961"/>
                  <a:pt x="12445" y="21008"/>
                  <a:pt x="12524" y="21071"/>
                </a:cubicBezTo>
                <a:cubicBezTo>
                  <a:pt x="12554" y="21101"/>
                  <a:pt x="12585" y="21101"/>
                  <a:pt x="12615" y="21101"/>
                </a:cubicBezTo>
                <a:cubicBezTo>
                  <a:pt x="12654" y="21062"/>
                  <a:pt x="12693" y="21048"/>
                  <a:pt x="12730" y="21048"/>
                </a:cubicBezTo>
                <a:cubicBezTo>
                  <a:pt x="12808" y="21048"/>
                  <a:pt x="12878" y="21111"/>
                  <a:pt x="12919" y="21132"/>
                </a:cubicBezTo>
                <a:cubicBezTo>
                  <a:pt x="12980" y="21162"/>
                  <a:pt x="13041" y="21193"/>
                  <a:pt x="13132" y="21223"/>
                </a:cubicBezTo>
                <a:lnTo>
                  <a:pt x="13284" y="21253"/>
                </a:lnTo>
                <a:cubicBezTo>
                  <a:pt x="13375" y="21223"/>
                  <a:pt x="13497" y="21223"/>
                  <a:pt x="13618" y="21193"/>
                </a:cubicBezTo>
                <a:cubicBezTo>
                  <a:pt x="13643" y="21168"/>
                  <a:pt x="13747" y="21124"/>
                  <a:pt x="13802" y="21124"/>
                </a:cubicBezTo>
                <a:cubicBezTo>
                  <a:pt x="13815" y="21124"/>
                  <a:pt x="13825" y="21126"/>
                  <a:pt x="13831" y="21132"/>
                </a:cubicBezTo>
                <a:cubicBezTo>
                  <a:pt x="13837" y="21138"/>
                  <a:pt x="13846" y="21140"/>
                  <a:pt x="13855" y="21140"/>
                </a:cubicBezTo>
                <a:cubicBezTo>
                  <a:pt x="13895" y="21140"/>
                  <a:pt x="13959" y="21101"/>
                  <a:pt x="13983" y="21101"/>
                </a:cubicBezTo>
                <a:cubicBezTo>
                  <a:pt x="14026" y="21080"/>
                  <a:pt x="14054" y="21058"/>
                  <a:pt x="14088" y="21058"/>
                </a:cubicBezTo>
                <a:cubicBezTo>
                  <a:pt x="14102" y="21058"/>
                  <a:pt x="14117" y="21062"/>
                  <a:pt x="14135" y="21071"/>
                </a:cubicBezTo>
                <a:lnTo>
                  <a:pt x="14165" y="21101"/>
                </a:lnTo>
                <a:lnTo>
                  <a:pt x="14226" y="21132"/>
                </a:lnTo>
                <a:cubicBezTo>
                  <a:pt x="14244" y="21141"/>
                  <a:pt x="14270" y="21144"/>
                  <a:pt x="14298" y="21144"/>
                </a:cubicBezTo>
                <a:cubicBezTo>
                  <a:pt x="14365" y="21144"/>
                  <a:pt x="14448" y="21123"/>
                  <a:pt x="14469" y="21101"/>
                </a:cubicBezTo>
                <a:cubicBezTo>
                  <a:pt x="14478" y="21093"/>
                  <a:pt x="14492" y="21089"/>
                  <a:pt x="14508" y="21089"/>
                </a:cubicBezTo>
                <a:cubicBezTo>
                  <a:pt x="14545" y="21089"/>
                  <a:pt x="14591" y="21110"/>
                  <a:pt x="14591" y="21132"/>
                </a:cubicBezTo>
                <a:lnTo>
                  <a:pt x="15412" y="21132"/>
                </a:lnTo>
                <a:lnTo>
                  <a:pt x="15928" y="21010"/>
                </a:lnTo>
                <a:lnTo>
                  <a:pt x="16080" y="21071"/>
                </a:lnTo>
                <a:lnTo>
                  <a:pt x="16263" y="21162"/>
                </a:lnTo>
                <a:cubicBezTo>
                  <a:pt x="16290" y="21158"/>
                  <a:pt x="16324" y="21156"/>
                  <a:pt x="16363" y="21156"/>
                </a:cubicBezTo>
                <a:cubicBezTo>
                  <a:pt x="16516" y="21156"/>
                  <a:pt x="16740" y="21184"/>
                  <a:pt x="16907" y="21184"/>
                </a:cubicBezTo>
                <a:cubicBezTo>
                  <a:pt x="16981" y="21184"/>
                  <a:pt x="17044" y="21178"/>
                  <a:pt x="17083" y="21162"/>
                </a:cubicBezTo>
                <a:cubicBezTo>
                  <a:pt x="17296" y="21132"/>
                  <a:pt x="17509" y="21071"/>
                  <a:pt x="17722" y="21071"/>
                </a:cubicBezTo>
                <a:cubicBezTo>
                  <a:pt x="17772" y="21061"/>
                  <a:pt x="17826" y="21058"/>
                  <a:pt x="17881" y="21058"/>
                </a:cubicBezTo>
                <a:cubicBezTo>
                  <a:pt x="17992" y="21058"/>
                  <a:pt x="18107" y="21071"/>
                  <a:pt x="18208" y="21071"/>
                </a:cubicBezTo>
                <a:lnTo>
                  <a:pt x="18329" y="21041"/>
                </a:lnTo>
                <a:lnTo>
                  <a:pt x="18512" y="21010"/>
                </a:lnTo>
                <a:cubicBezTo>
                  <a:pt x="18603" y="21056"/>
                  <a:pt x="18694" y="21079"/>
                  <a:pt x="18782" y="21079"/>
                </a:cubicBezTo>
                <a:cubicBezTo>
                  <a:pt x="18869" y="21079"/>
                  <a:pt x="18953" y="21056"/>
                  <a:pt x="19029" y="21010"/>
                </a:cubicBezTo>
                <a:cubicBezTo>
                  <a:pt x="19089" y="20949"/>
                  <a:pt x="19363" y="20949"/>
                  <a:pt x="19454" y="20949"/>
                </a:cubicBezTo>
                <a:lnTo>
                  <a:pt x="19758" y="20949"/>
                </a:lnTo>
                <a:cubicBezTo>
                  <a:pt x="19910" y="21010"/>
                  <a:pt x="20062" y="21041"/>
                  <a:pt x="20244" y="21041"/>
                </a:cubicBezTo>
                <a:cubicBezTo>
                  <a:pt x="20336" y="21010"/>
                  <a:pt x="20457" y="20980"/>
                  <a:pt x="20579" y="20949"/>
                </a:cubicBezTo>
                <a:lnTo>
                  <a:pt x="20700" y="21010"/>
                </a:lnTo>
                <a:lnTo>
                  <a:pt x="20792" y="21071"/>
                </a:lnTo>
                <a:cubicBezTo>
                  <a:pt x="20944" y="21010"/>
                  <a:pt x="21126" y="20980"/>
                  <a:pt x="21308" y="20980"/>
                </a:cubicBezTo>
                <a:lnTo>
                  <a:pt x="21399" y="20980"/>
                </a:lnTo>
                <a:cubicBezTo>
                  <a:pt x="21472" y="20980"/>
                  <a:pt x="21487" y="21058"/>
                  <a:pt x="21583" y="21058"/>
                </a:cubicBezTo>
                <a:cubicBezTo>
                  <a:pt x="21607" y="21058"/>
                  <a:pt x="21637" y="21053"/>
                  <a:pt x="21673" y="21041"/>
                </a:cubicBezTo>
                <a:cubicBezTo>
                  <a:pt x="21713" y="21027"/>
                  <a:pt x="21747" y="21021"/>
                  <a:pt x="21775" y="21021"/>
                </a:cubicBezTo>
                <a:cubicBezTo>
                  <a:pt x="21876" y="21021"/>
                  <a:pt x="21903" y="21098"/>
                  <a:pt x="21855" y="21193"/>
                </a:cubicBezTo>
                <a:lnTo>
                  <a:pt x="21855" y="21253"/>
                </a:lnTo>
                <a:cubicBezTo>
                  <a:pt x="21828" y="21281"/>
                  <a:pt x="22127" y="21409"/>
                  <a:pt x="22204" y="21409"/>
                </a:cubicBezTo>
                <a:cubicBezTo>
                  <a:pt x="22212" y="21409"/>
                  <a:pt x="22217" y="21408"/>
                  <a:pt x="22220" y="21405"/>
                </a:cubicBezTo>
                <a:cubicBezTo>
                  <a:pt x="22281" y="21345"/>
                  <a:pt x="22159" y="21253"/>
                  <a:pt x="22099" y="21223"/>
                </a:cubicBezTo>
                <a:cubicBezTo>
                  <a:pt x="22038" y="21193"/>
                  <a:pt x="22038" y="21132"/>
                  <a:pt x="22099" y="21132"/>
                </a:cubicBezTo>
                <a:cubicBezTo>
                  <a:pt x="22159" y="21101"/>
                  <a:pt x="22190" y="21010"/>
                  <a:pt x="22220" y="21010"/>
                </a:cubicBezTo>
                <a:cubicBezTo>
                  <a:pt x="22229" y="21006"/>
                  <a:pt x="22238" y="21004"/>
                  <a:pt x="22248" y="21004"/>
                </a:cubicBezTo>
                <a:cubicBezTo>
                  <a:pt x="22306" y="21004"/>
                  <a:pt x="22381" y="21071"/>
                  <a:pt x="22433" y="21071"/>
                </a:cubicBezTo>
                <a:cubicBezTo>
                  <a:pt x="22585" y="21071"/>
                  <a:pt x="22706" y="21071"/>
                  <a:pt x="22767" y="21223"/>
                </a:cubicBezTo>
                <a:lnTo>
                  <a:pt x="22798" y="21284"/>
                </a:lnTo>
                <a:cubicBezTo>
                  <a:pt x="22889" y="21345"/>
                  <a:pt x="23071" y="21436"/>
                  <a:pt x="23223" y="21466"/>
                </a:cubicBezTo>
                <a:lnTo>
                  <a:pt x="23223" y="21557"/>
                </a:lnTo>
                <a:lnTo>
                  <a:pt x="23223" y="21618"/>
                </a:lnTo>
                <a:cubicBezTo>
                  <a:pt x="23223" y="21635"/>
                  <a:pt x="23228" y="21643"/>
                  <a:pt x="23237" y="21643"/>
                </a:cubicBezTo>
                <a:cubicBezTo>
                  <a:pt x="23260" y="21643"/>
                  <a:pt x="23309" y="21593"/>
                  <a:pt x="23375" y="21527"/>
                </a:cubicBezTo>
                <a:lnTo>
                  <a:pt x="23466" y="21436"/>
                </a:lnTo>
                <a:cubicBezTo>
                  <a:pt x="23588" y="21345"/>
                  <a:pt x="23801" y="21345"/>
                  <a:pt x="23862" y="21162"/>
                </a:cubicBezTo>
                <a:cubicBezTo>
                  <a:pt x="23879" y="21110"/>
                  <a:pt x="23947" y="21037"/>
                  <a:pt x="24013" y="21037"/>
                </a:cubicBezTo>
                <a:cubicBezTo>
                  <a:pt x="24062" y="21037"/>
                  <a:pt x="24109" y="21077"/>
                  <a:pt x="24135" y="21193"/>
                </a:cubicBezTo>
                <a:lnTo>
                  <a:pt x="24135" y="21223"/>
                </a:lnTo>
                <a:cubicBezTo>
                  <a:pt x="24196" y="21223"/>
                  <a:pt x="24409" y="21314"/>
                  <a:pt x="24409" y="21345"/>
                </a:cubicBezTo>
                <a:cubicBezTo>
                  <a:pt x="24409" y="21436"/>
                  <a:pt x="24378" y="21497"/>
                  <a:pt x="24317" y="21527"/>
                </a:cubicBezTo>
                <a:cubicBezTo>
                  <a:pt x="24226" y="21557"/>
                  <a:pt x="24105" y="21588"/>
                  <a:pt x="24013" y="21588"/>
                </a:cubicBezTo>
                <a:lnTo>
                  <a:pt x="23953" y="21466"/>
                </a:lnTo>
                <a:lnTo>
                  <a:pt x="23953" y="21436"/>
                </a:lnTo>
                <a:cubicBezTo>
                  <a:pt x="23941" y="21430"/>
                  <a:pt x="23928" y="21428"/>
                  <a:pt x="23915" y="21428"/>
                </a:cubicBezTo>
                <a:cubicBezTo>
                  <a:pt x="23859" y="21428"/>
                  <a:pt x="23795" y="21472"/>
                  <a:pt x="23770" y="21497"/>
                </a:cubicBezTo>
                <a:cubicBezTo>
                  <a:pt x="23740" y="21527"/>
                  <a:pt x="23862" y="21588"/>
                  <a:pt x="23892" y="21618"/>
                </a:cubicBezTo>
                <a:cubicBezTo>
                  <a:pt x="23953" y="21649"/>
                  <a:pt x="24013" y="21679"/>
                  <a:pt x="24074" y="21709"/>
                </a:cubicBezTo>
                <a:cubicBezTo>
                  <a:pt x="24101" y="21709"/>
                  <a:pt x="24176" y="21805"/>
                  <a:pt x="24235" y="21805"/>
                </a:cubicBezTo>
                <a:cubicBezTo>
                  <a:pt x="24243" y="21805"/>
                  <a:pt x="24250" y="21804"/>
                  <a:pt x="24257" y="21801"/>
                </a:cubicBezTo>
                <a:cubicBezTo>
                  <a:pt x="24348" y="21740"/>
                  <a:pt x="24439" y="21649"/>
                  <a:pt x="24500" y="21557"/>
                </a:cubicBezTo>
                <a:lnTo>
                  <a:pt x="24682" y="21557"/>
                </a:lnTo>
                <a:cubicBezTo>
                  <a:pt x="24956" y="21557"/>
                  <a:pt x="25229" y="21497"/>
                  <a:pt x="25503" y="21405"/>
                </a:cubicBezTo>
                <a:cubicBezTo>
                  <a:pt x="25503" y="21405"/>
                  <a:pt x="25564" y="21436"/>
                  <a:pt x="25564" y="21466"/>
                </a:cubicBezTo>
                <a:lnTo>
                  <a:pt x="25564" y="21497"/>
                </a:lnTo>
                <a:cubicBezTo>
                  <a:pt x="25503" y="21527"/>
                  <a:pt x="25442" y="21557"/>
                  <a:pt x="25351" y="21588"/>
                </a:cubicBezTo>
                <a:cubicBezTo>
                  <a:pt x="25290" y="21588"/>
                  <a:pt x="25017" y="21679"/>
                  <a:pt x="25017" y="21740"/>
                </a:cubicBezTo>
                <a:cubicBezTo>
                  <a:pt x="25017" y="21831"/>
                  <a:pt x="24834" y="21892"/>
                  <a:pt x="24773" y="21892"/>
                </a:cubicBezTo>
                <a:cubicBezTo>
                  <a:pt x="24713" y="21892"/>
                  <a:pt x="24682" y="21922"/>
                  <a:pt x="24652" y="21953"/>
                </a:cubicBezTo>
                <a:lnTo>
                  <a:pt x="25017" y="21953"/>
                </a:lnTo>
                <a:cubicBezTo>
                  <a:pt x="25169" y="21892"/>
                  <a:pt x="25290" y="21831"/>
                  <a:pt x="25412" y="21709"/>
                </a:cubicBezTo>
                <a:cubicBezTo>
                  <a:pt x="25426" y="21695"/>
                  <a:pt x="25443" y="21689"/>
                  <a:pt x="25462" y="21689"/>
                </a:cubicBezTo>
                <a:cubicBezTo>
                  <a:pt x="25522" y="21689"/>
                  <a:pt x="25594" y="21754"/>
                  <a:pt x="25594" y="21801"/>
                </a:cubicBezTo>
                <a:cubicBezTo>
                  <a:pt x="25594" y="21831"/>
                  <a:pt x="25533" y="21892"/>
                  <a:pt x="25412" y="21892"/>
                </a:cubicBezTo>
                <a:lnTo>
                  <a:pt x="25472" y="22013"/>
                </a:lnTo>
                <a:cubicBezTo>
                  <a:pt x="25533" y="21998"/>
                  <a:pt x="25586" y="21991"/>
                  <a:pt x="25640" y="21991"/>
                </a:cubicBezTo>
                <a:cubicBezTo>
                  <a:pt x="25693" y="21991"/>
                  <a:pt x="25746" y="21998"/>
                  <a:pt x="25807" y="22013"/>
                </a:cubicBezTo>
                <a:cubicBezTo>
                  <a:pt x="25811" y="22017"/>
                  <a:pt x="25815" y="22019"/>
                  <a:pt x="25820" y="22019"/>
                </a:cubicBezTo>
                <a:cubicBezTo>
                  <a:pt x="25852" y="22019"/>
                  <a:pt x="25898" y="21937"/>
                  <a:pt x="25898" y="21831"/>
                </a:cubicBezTo>
                <a:lnTo>
                  <a:pt x="26020" y="21831"/>
                </a:lnTo>
                <a:cubicBezTo>
                  <a:pt x="26060" y="21839"/>
                  <a:pt x="26099" y="21843"/>
                  <a:pt x="26133" y="21843"/>
                </a:cubicBezTo>
                <a:cubicBezTo>
                  <a:pt x="26228" y="21843"/>
                  <a:pt x="26293" y="21815"/>
                  <a:pt x="26293" y="21770"/>
                </a:cubicBezTo>
                <a:lnTo>
                  <a:pt x="26293" y="21709"/>
                </a:lnTo>
                <a:lnTo>
                  <a:pt x="26293" y="21649"/>
                </a:lnTo>
                <a:cubicBezTo>
                  <a:pt x="26263" y="21618"/>
                  <a:pt x="26202" y="21436"/>
                  <a:pt x="26263" y="21436"/>
                </a:cubicBezTo>
                <a:cubicBezTo>
                  <a:pt x="26266" y="21433"/>
                  <a:pt x="26270" y="21432"/>
                  <a:pt x="26277" y="21432"/>
                </a:cubicBezTo>
                <a:cubicBezTo>
                  <a:pt x="26330" y="21432"/>
                  <a:pt x="26492" y="21511"/>
                  <a:pt x="26580" y="21511"/>
                </a:cubicBezTo>
                <a:cubicBezTo>
                  <a:pt x="26601" y="21511"/>
                  <a:pt x="26617" y="21507"/>
                  <a:pt x="26628" y="21497"/>
                </a:cubicBezTo>
                <a:cubicBezTo>
                  <a:pt x="26645" y="21491"/>
                  <a:pt x="26659" y="21488"/>
                  <a:pt x="26670" y="21488"/>
                </a:cubicBezTo>
                <a:cubicBezTo>
                  <a:pt x="26718" y="21488"/>
                  <a:pt x="26713" y="21533"/>
                  <a:pt x="26688" y="21557"/>
                </a:cubicBezTo>
                <a:cubicBezTo>
                  <a:pt x="26658" y="21588"/>
                  <a:pt x="26445" y="21709"/>
                  <a:pt x="26506" y="21770"/>
                </a:cubicBezTo>
                <a:cubicBezTo>
                  <a:pt x="26536" y="21801"/>
                  <a:pt x="26658" y="21922"/>
                  <a:pt x="26688" y="21953"/>
                </a:cubicBezTo>
                <a:cubicBezTo>
                  <a:pt x="26688" y="21974"/>
                  <a:pt x="26719" y="21996"/>
                  <a:pt x="26747" y="21996"/>
                </a:cubicBezTo>
                <a:cubicBezTo>
                  <a:pt x="26759" y="21996"/>
                  <a:pt x="26771" y="21992"/>
                  <a:pt x="26779" y="21983"/>
                </a:cubicBezTo>
                <a:cubicBezTo>
                  <a:pt x="26810" y="21953"/>
                  <a:pt x="26810" y="21679"/>
                  <a:pt x="26871" y="21588"/>
                </a:cubicBezTo>
                <a:cubicBezTo>
                  <a:pt x="26901" y="21497"/>
                  <a:pt x="26931" y="21405"/>
                  <a:pt x="26931" y="21314"/>
                </a:cubicBezTo>
                <a:lnTo>
                  <a:pt x="26931" y="21223"/>
                </a:lnTo>
                <a:cubicBezTo>
                  <a:pt x="26959" y="21169"/>
                  <a:pt x="27082" y="21066"/>
                  <a:pt x="27130" y="21066"/>
                </a:cubicBezTo>
                <a:cubicBezTo>
                  <a:pt x="27136" y="21066"/>
                  <a:pt x="27141" y="21068"/>
                  <a:pt x="27144" y="21071"/>
                </a:cubicBezTo>
                <a:lnTo>
                  <a:pt x="27296" y="21345"/>
                </a:lnTo>
                <a:lnTo>
                  <a:pt x="27418" y="21405"/>
                </a:lnTo>
                <a:lnTo>
                  <a:pt x="27448" y="21436"/>
                </a:lnTo>
                <a:cubicBezTo>
                  <a:pt x="27479" y="21527"/>
                  <a:pt x="27661" y="21618"/>
                  <a:pt x="27631" y="21649"/>
                </a:cubicBezTo>
                <a:cubicBezTo>
                  <a:pt x="27600" y="21709"/>
                  <a:pt x="27448" y="21892"/>
                  <a:pt x="27418" y="21953"/>
                </a:cubicBezTo>
                <a:cubicBezTo>
                  <a:pt x="27404" y="21966"/>
                  <a:pt x="27409" y="21972"/>
                  <a:pt x="27425" y="21972"/>
                </a:cubicBezTo>
                <a:cubicBezTo>
                  <a:pt x="27482" y="21972"/>
                  <a:pt x="27675" y="21902"/>
                  <a:pt x="27722" y="21831"/>
                </a:cubicBezTo>
                <a:cubicBezTo>
                  <a:pt x="27751" y="21791"/>
                  <a:pt x="27781" y="21755"/>
                  <a:pt x="27813" y="21722"/>
                </a:cubicBezTo>
                <a:lnTo>
                  <a:pt x="27813" y="21722"/>
                </a:lnTo>
                <a:lnTo>
                  <a:pt x="27813" y="21831"/>
                </a:lnTo>
                <a:cubicBezTo>
                  <a:pt x="27813" y="21861"/>
                  <a:pt x="27843" y="21861"/>
                  <a:pt x="27874" y="21861"/>
                </a:cubicBezTo>
                <a:lnTo>
                  <a:pt x="28573" y="21861"/>
                </a:lnTo>
                <a:cubicBezTo>
                  <a:pt x="28634" y="21861"/>
                  <a:pt x="28755" y="21709"/>
                  <a:pt x="28755" y="21649"/>
                </a:cubicBezTo>
                <a:cubicBezTo>
                  <a:pt x="28783" y="21594"/>
                  <a:pt x="28884" y="21366"/>
                  <a:pt x="28948" y="21366"/>
                </a:cubicBezTo>
                <a:cubicBezTo>
                  <a:pt x="28955" y="21366"/>
                  <a:pt x="28962" y="21369"/>
                  <a:pt x="28968" y="21375"/>
                </a:cubicBezTo>
                <a:cubicBezTo>
                  <a:pt x="28985" y="21386"/>
                  <a:pt x="29001" y="21391"/>
                  <a:pt x="29016" y="21391"/>
                </a:cubicBezTo>
                <a:cubicBezTo>
                  <a:pt x="29081" y="21391"/>
                  <a:pt x="29126" y="21297"/>
                  <a:pt x="29150" y="21223"/>
                </a:cubicBezTo>
                <a:cubicBezTo>
                  <a:pt x="29150" y="21155"/>
                  <a:pt x="29167" y="21120"/>
                  <a:pt x="29189" y="21120"/>
                </a:cubicBezTo>
                <a:cubicBezTo>
                  <a:pt x="29196" y="21120"/>
                  <a:pt x="29204" y="21124"/>
                  <a:pt x="29211" y="21132"/>
                </a:cubicBezTo>
                <a:cubicBezTo>
                  <a:pt x="29233" y="21199"/>
                  <a:pt x="29191" y="21363"/>
                  <a:pt x="29297" y="21363"/>
                </a:cubicBezTo>
                <a:cubicBezTo>
                  <a:pt x="29336" y="21363"/>
                  <a:pt x="29395" y="21341"/>
                  <a:pt x="29485" y="21284"/>
                </a:cubicBezTo>
                <a:cubicBezTo>
                  <a:pt x="29485" y="21284"/>
                  <a:pt x="29606" y="21345"/>
                  <a:pt x="29606" y="21405"/>
                </a:cubicBezTo>
                <a:lnTo>
                  <a:pt x="29637" y="21709"/>
                </a:lnTo>
                <a:cubicBezTo>
                  <a:pt x="29758" y="21801"/>
                  <a:pt x="29849" y="21861"/>
                  <a:pt x="29971" y="21922"/>
                </a:cubicBezTo>
                <a:lnTo>
                  <a:pt x="30062" y="21922"/>
                </a:lnTo>
                <a:cubicBezTo>
                  <a:pt x="30123" y="21892"/>
                  <a:pt x="30123" y="21861"/>
                  <a:pt x="30093" y="21801"/>
                </a:cubicBezTo>
                <a:cubicBezTo>
                  <a:pt x="30062" y="21801"/>
                  <a:pt x="29789" y="21740"/>
                  <a:pt x="29849" y="21649"/>
                </a:cubicBezTo>
                <a:cubicBezTo>
                  <a:pt x="29854" y="21634"/>
                  <a:pt x="29861" y="21628"/>
                  <a:pt x="29871" y="21628"/>
                </a:cubicBezTo>
                <a:cubicBezTo>
                  <a:pt x="29916" y="21628"/>
                  <a:pt x="30011" y="21773"/>
                  <a:pt x="30127" y="21773"/>
                </a:cubicBezTo>
                <a:cubicBezTo>
                  <a:pt x="30135" y="21773"/>
                  <a:pt x="30144" y="21772"/>
                  <a:pt x="30153" y="21770"/>
                </a:cubicBezTo>
                <a:cubicBezTo>
                  <a:pt x="30275" y="21770"/>
                  <a:pt x="30670" y="21770"/>
                  <a:pt x="30761" y="21679"/>
                </a:cubicBezTo>
                <a:cubicBezTo>
                  <a:pt x="30853" y="21588"/>
                  <a:pt x="30944" y="21527"/>
                  <a:pt x="30944" y="21527"/>
                </a:cubicBezTo>
                <a:lnTo>
                  <a:pt x="30944" y="21527"/>
                </a:lnTo>
                <a:cubicBezTo>
                  <a:pt x="31035" y="21588"/>
                  <a:pt x="30883" y="21770"/>
                  <a:pt x="31065" y="21770"/>
                </a:cubicBezTo>
                <a:cubicBezTo>
                  <a:pt x="31126" y="21740"/>
                  <a:pt x="31217" y="21649"/>
                  <a:pt x="31248" y="21557"/>
                </a:cubicBezTo>
                <a:lnTo>
                  <a:pt x="31308" y="21497"/>
                </a:lnTo>
                <a:cubicBezTo>
                  <a:pt x="31308" y="21436"/>
                  <a:pt x="31552" y="21436"/>
                  <a:pt x="31643" y="21436"/>
                </a:cubicBezTo>
                <a:cubicBezTo>
                  <a:pt x="31734" y="21466"/>
                  <a:pt x="31704" y="21679"/>
                  <a:pt x="31612" y="21679"/>
                </a:cubicBezTo>
                <a:lnTo>
                  <a:pt x="31248" y="21679"/>
                </a:lnTo>
                <a:lnTo>
                  <a:pt x="31278" y="21770"/>
                </a:lnTo>
                <a:lnTo>
                  <a:pt x="31278" y="21801"/>
                </a:lnTo>
                <a:cubicBezTo>
                  <a:pt x="31369" y="21831"/>
                  <a:pt x="31460" y="21831"/>
                  <a:pt x="31552" y="21831"/>
                </a:cubicBezTo>
                <a:cubicBezTo>
                  <a:pt x="31576" y="21831"/>
                  <a:pt x="31736" y="21753"/>
                  <a:pt x="31831" y="21753"/>
                </a:cubicBezTo>
                <a:cubicBezTo>
                  <a:pt x="31854" y="21753"/>
                  <a:pt x="31874" y="21758"/>
                  <a:pt x="31886" y="21770"/>
                </a:cubicBezTo>
                <a:cubicBezTo>
                  <a:pt x="31947" y="21831"/>
                  <a:pt x="32008" y="21892"/>
                  <a:pt x="32068" y="21922"/>
                </a:cubicBezTo>
                <a:cubicBezTo>
                  <a:pt x="32099" y="21922"/>
                  <a:pt x="32129" y="21892"/>
                  <a:pt x="32160" y="21861"/>
                </a:cubicBezTo>
                <a:lnTo>
                  <a:pt x="32160" y="21831"/>
                </a:lnTo>
                <a:cubicBezTo>
                  <a:pt x="32129" y="21801"/>
                  <a:pt x="32312" y="21679"/>
                  <a:pt x="32403" y="21649"/>
                </a:cubicBezTo>
                <a:cubicBezTo>
                  <a:pt x="32423" y="21635"/>
                  <a:pt x="32444" y="21629"/>
                  <a:pt x="32464" y="21629"/>
                </a:cubicBezTo>
                <a:cubicBezTo>
                  <a:pt x="32533" y="21629"/>
                  <a:pt x="32599" y="21700"/>
                  <a:pt x="32646" y="21770"/>
                </a:cubicBezTo>
                <a:lnTo>
                  <a:pt x="32737" y="21801"/>
                </a:lnTo>
                <a:lnTo>
                  <a:pt x="32828" y="21831"/>
                </a:lnTo>
                <a:cubicBezTo>
                  <a:pt x="32957" y="21809"/>
                  <a:pt x="33071" y="21788"/>
                  <a:pt x="33191" y="21788"/>
                </a:cubicBezTo>
                <a:cubicBezTo>
                  <a:pt x="33241" y="21788"/>
                  <a:pt x="33292" y="21792"/>
                  <a:pt x="33345" y="21801"/>
                </a:cubicBezTo>
                <a:lnTo>
                  <a:pt x="33558" y="21861"/>
                </a:lnTo>
                <a:lnTo>
                  <a:pt x="34074" y="21861"/>
                </a:lnTo>
                <a:cubicBezTo>
                  <a:pt x="34257" y="21892"/>
                  <a:pt x="34409" y="21922"/>
                  <a:pt x="34561" y="21922"/>
                </a:cubicBezTo>
                <a:lnTo>
                  <a:pt x="34561" y="21649"/>
                </a:lnTo>
                <a:cubicBezTo>
                  <a:pt x="34576" y="21625"/>
                  <a:pt x="34600" y="21616"/>
                  <a:pt x="34627" y="21616"/>
                </a:cubicBezTo>
                <a:cubicBezTo>
                  <a:pt x="34705" y="21616"/>
                  <a:pt x="34812" y="21695"/>
                  <a:pt x="34834" y="21740"/>
                </a:cubicBezTo>
                <a:cubicBezTo>
                  <a:pt x="34846" y="21763"/>
                  <a:pt x="34893" y="21773"/>
                  <a:pt x="34954" y="21773"/>
                </a:cubicBezTo>
                <a:cubicBezTo>
                  <a:pt x="35052" y="21773"/>
                  <a:pt x="35185" y="21747"/>
                  <a:pt x="35260" y="21709"/>
                </a:cubicBezTo>
                <a:cubicBezTo>
                  <a:pt x="35292" y="21688"/>
                  <a:pt x="35328" y="21678"/>
                  <a:pt x="35364" y="21678"/>
                </a:cubicBezTo>
                <a:cubicBezTo>
                  <a:pt x="35430" y="21678"/>
                  <a:pt x="35494" y="21711"/>
                  <a:pt x="35533" y="21770"/>
                </a:cubicBezTo>
                <a:lnTo>
                  <a:pt x="35594" y="21801"/>
                </a:lnTo>
                <a:lnTo>
                  <a:pt x="35655" y="21861"/>
                </a:lnTo>
                <a:cubicBezTo>
                  <a:pt x="35659" y="21863"/>
                  <a:pt x="35663" y="21864"/>
                  <a:pt x="35667" y="21864"/>
                </a:cubicBezTo>
                <a:cubicBezTo>
                  <a:pt x="35724" y="21864"/>
                  <a:pt x="35777" y="21673"/>
                  <a:pt x="35777" y="21588"/>
                </a:cubicBezTo>
                <a:cubicBezTo>
                  <a:pt x="35789" y="21552"/>
                  <a:pt x="35805" y="21540"/>
                  <a:pt x="35823" y="21540"/>
                </a:cubicBezTo>
                <a:cubicBezTo>
                  <a:pt x="35850" y="21540"/>
                  <a:pt x="35880" y="21569"/>
                  <a:pt x="35898" y="21588"/>
                </a:cubicBezTo>
                <a:cubicBezTo>
                  <a:pt x="35898" y="21618"/>
                  <a:pt x="36050" y="21740"/>
                  <a:pt x="35989" y="21770"/>
                </a:cubicBezTo>
                <a:cubicBezTo>
                  <a:pt x="35929" y="21801"/>
                  <a:pt x="36020" y="21831"/>
                  <a:pt x="36263" y="21861"/>
                </a:cubicBezTo>
                <a:lnTo>
                  <a:pt x="36415" y="21892"/>
                </a:lnTo>
                <a:lnTo>
                  <a:pt x="36445" y="21892"/>
                </a:lnTo>
                <a:lnTo>
                  <a:pt x="36749" y="21861"/>
                </a:lnTo>
                <a:lnTo>
                  <a:pt x="36871" y="21831"/>
                </a:lnTo>
                <a:cubicBezTo>
                  <a:pt x="36977" y="21831"/>
                  <a:pt x="37084" y="21846"/>
                  <a:pt x="37186" y="21846"/>
                </a:cubicBezTo>
                <a:cubicBezTo>
                  <a:pt x="37289" y="21846"/>
                  <a:pt x="37388" y="21831"/>
                  <a:pt x="37479" y="21770"/>
                </a:cubicBezTo>
                <a:cubicBezTo>
                  <a:pt x="37496" y="21753"/>
                  <a:pt x="37515" y="21746"/>
                  <a:pt x="37534" y="21746"/>
                </a:cubicBezTo>
                <a:cubicBezTo>
                  <a:pt x="37583" y="21746"/>
                  <a:pt x="37631" y="21796"/>
                  <a:pt x="37631" y="21861"/>
                </a:cubicBezTo>
                <a:cubicBezTo>
                  <a:pt x="37631" y="21900"/>
                  <a:pt x="37642" y="21912"/>
                  <a:pt x="37659" y="21912"/>
                </a:cubicBezTo>
                <a:cubicBezTo>
                  <a:pt x="37683" y="21912"/>
                  <a:pt x="37718" y="21892"/>
                  <a:pt x="37752" y="21892"/>
                </a:cubicBezTo>
                <a:lnTo>
                  <a:pt x="37844" y="21861"/>
                </a:lnTo>
                <a:cubicBezTo>
                  <a:pt x="37935" y="21861"/>
                  <a:pt x="38026" y="21801"/>
                  <a:pt x="38056" y="21709"/>
                </a:cubicBezTo>
                <a:cubicBezTo>
                  <a:pt x="38056" y="21679"/>
                  <a:pt x="38102" y="21664"/>
                  <a:pt x="38174" y="21664"/>
                </a:cubicBezTo>
                <a:cubicBezTo>
                  <a:pt x="38246" y="21664"/>
                  <a:pt x="38345" y="21679"/>
                  <a:pt x="38451" y="21709"/>
                </a:cubicBezTo>
                <a:lnTo>
                  <a:pt x="38451" y="21892"/>
                </a:lnTo>
                <a:cubicBezTo>
                  <a:pt x="38482" y="21907"/>
                  <a:pt x="38512" y="21915"/>
                  <a:pt x="38539" y="21915"/>
                </a:cubicBezTo>
                <a:cubicBezTo>
                  <a:pt x="38565" y="21915"/>
                  <a:pt x="38588" y="21907"/>
                  <a:pt x="38603" y="21892"/>
                </a:cubicBezTo>
                <a:lnTo>
                  <a:pt x="38695" y="21861"/>
                </a:lnTo>
                <a:cubicBezTo>
                  <a:pt x="38718" y="21838"/>
                  <a:pt x="38750" y="21828"/>
                  <a:pt x="38786" y="21828"/>
                </a:cubicBezTo>
                <a:cubicBezTo>
                  <a:pt x="38844" y="21828"/>
                  <a:pt x="38912" y="21854"/>
                  <a:pt x="38968" y="21892"/>
                </a:cubicBezTo>
                <a:cubicBezTo>
                  <a:pt x="38972" y="21896"/>
                  <a:pt x="38978" y="21898"/>
                  <a:pt x="38986" y="21898"/>
                </a:cubicBezTo>
                <a:cubicBezTo>
                  <a:pt x="39031" y="21898"/>
                  <a:pt x="39124" y="21827"/>
                  <a:pt x="39151" y="21801"/>
                </a:cubicBezTo>
                <a:cubicBezTo>
                  <a:pt x="39163" y="21788"/>
                  <a:pt x="39197" y="21781"/>
                  <a:pt x="39242" y="21781"/>
                </a:cubicBezTo>
                <a:cubicBezTo>
                  <a:pt x="39307" y="21781"/>
                  <a:pt x="39396" y="21795"/>
                  <a:pt x="39485" y="21831"/>
                </a:cubicBezTo>
                <a:lnTo>
                  <a:pt x="39576" y="21892"/>
                </a:lnTo>
                <a:lnTo>
                  <a:pt x="39758" y="22013"/>
                </a:lnTo>
                <a:cubicBezTo>
                  <a:pt x="39827" y="21945"/>
                  <a:pt x="39929" y="21911"/>
                  <a:pt x="40041" y="21911"/>
                </a:cubicBezTo>
                <a:cubicBezTo>
                  <a:pt x="40078" y="21911"/>
                  <a:pt x="40116" y="21915"/>
                  <a:pt x="40154" y="21922"/>
                </a:cubicBezTo>
                <a:lnTo>
                  <a:pt x="40245" y="21922"/>
                </a:lnTo>
                <a:cubicBezTo>
                  <a:pt x="40353" y="21895"/>
                  <a:pt x="40485" y="21796"/>
                  <a:pt x="40535" y="21796"/>
                </a:cubicBezTo>
                <a:cubicBezTo>
                  <a:pt x="40541" y="21796"/>
                  <a:pt x="40545" y="21797"/>
                  <a:pt x="40549" y="21801"/>
                </a:cubicBezTo>
                <a:lnTo>
                  <a:pt x="40762" y="21892"/>
                </a:lnTo>
                <a:cubicBezTo>
                  <a:pt x="40808" y="21799"/>
                  <a:pt x="40854" y="21759"/>
                  <a:pt x="40874" y="21759"/>
                </a:cubicBezTo>
                <a:cubicBezTo>
                  <a:pt x="40880" y="21759"/>
                  <a:pt x="40883" y="21763"/>
                  <a:pt x="40883" y="21770"/>
                </a:cubicBezTo>
                <a:cubicBezTo>
                  <a:pt x="41035" y="21801"/>
                  <a:pt x="41187" y="21861"/>
                  <a:pt x="41309" y="21861"/>
                </a:cubicBezTo>
                <a:lnTo>
                  <a:pt x="41977" y="21861"/>
                </a:lnTo>
                <a:cubicBezTo>
                  <a:pt x="42069" y="21861"/>
                  <a:pt x="42129" y="21892"/>
                  <a:pt x="42221" y="21892"/>
                </a:cubicBezTo>
                <a:cubicBezTo>
                  <a:pt x="42403" y="21953"/>
                  <a:pt x="42585" y="21983"/>
                  <a:pt x="42768" y="21983"/>
                </a:cubicBezTo>
                <a:cubicBezTo>
                  <a:pt x="42859" y="21983"/>
                  <a:pt x="42950" y="21953"/>
                  <a:pt x="43041" y="21892"/>
                </a:cubicBezTo>
                <a:lnTo>
                  <a:pt x="43072" y="21861"/>
                </a:lnTo>
                <a:lnTo>
                  <a:pt x="43102" y="21801"/>
                </a:lnTo>
                <a:cubicBezTo>
                  <a:pt x="43123" y="21780"/>
                  <a:pt x="43144" y="21771"/>
                  <a:pt x="43165" y="21771"/>
                </a:cubicBezTo>
                <a:cubicBezTo>
                  <a:pt x="43234" y="21771"/>
                  <a:pt x="43298" y="21861"/>
                  <a:pt x="43345" y="21861"/>
                </a:cubicBezTo>
                <a:lnTo>
                  <a:pt x="43862" y="21861"/>
                </a:lnTo>
                <a:lnTo>
                  <a:pt x="44014" y="21892"/>
                </a:lnTo>
                <a:cubicBezTo>
                  <a:pt x="44121" y="21927"/>
                  <a:pt x="44228" y="21942"/>
                  <a:pt x="44334" y="21942"/>
                </a:cubicBezTo>
                <a:cubicBezTo>
                  <a:pt x="44410" y="21942"/>
                  <a:pt x="44485" y="21935"/>
                  <a:pt x="44561" y="21922"/>
                </a:cubicBezTo>
                <a:lnTo>
                  <a:pt x="44591" y="21922"/>
                </a:lnTo>
                <a:cubicBezTo>
                  <a:pt x="44612" y="21922"/>
                  <a:pt x="44726" y="21936"/>
                  <a:pt x="44819" y="21936"/>
                </a:cubicBezTo>
                <a:cubicBezTo>
                  <a:pt x="44865" y="21936"/>
                  <a:pt x="44905" y="21932"/>
                  <a:pt x="44926" y="21922"/>
                </a:cubicBezTo>
                <a:cubicBezTo>
                  <a:pt x="44939" y="21916"/>
                  <a:pt x="44960" y="21913"/>
                  <a:pt x="44985" y="21913"/>
                </a:cubicBezTo>
                <a:cubicBezTo>
                  <a:pt x="45055" y="21913"/>
                  <a:pt x="45161" y="21931"/>
                  <a:pt x="45231" y="21931"/>
                </a:cubicBezTo>
                <a:cubicBezTo>
                  <a:pt x="45257" y="21931"/>
                  <a:pt x="45278" y="21929"/>
                  <a:pt x="45290" y="21922"/>
                </a:cubicBezTo>
                <a:cubicBezTo>
                  <a:pt x="45309" y="21916"/>
                  <a:pt x="45338" y="21914"/>
                  <a:pt x="45374" y="21914"/>
                </a:cubicBezTo>
                <a:cubicBezTo>
                  <a:pt x="45518" y="21914"/>
                  <a:pt x="45771" y="21953"/>
                  <a:pt x="45868" y="21953"/>
                </a:cubicBezTo>
                <a:cubicBezTo>
                  <a:pt x="45990" y="21953"/>
                  <a:pt x="46111" y="21922"/>
                  <a:pt x="46233" y="21892"/>
                </a:cubicBezTo>
                <a:lnTo>
                  <a:pt x="46415" y="21892"/>
                </a:lnTo>
                <a:cubicBezTo>
                  <a:pt x="46446" y="21899"/>
                  <a:pt x="46474" y="21903"/>
                  <a:pt x="46500" y="21903"/>
                </a:cubicBezTo>
                <a:cubicBezTo>
                  <a:pt x="46577" y="21903"/>
                  <a:pt x="46628" y="21869"/>
                  <a:pt x="46628" y="21801"/>
                </a:cubicBezTo>
                <a:lnTo>
                  <a:pt x="46628" y="21709"/>
                </a:lnTo>
                <a:cubicBezTo>
                  <a:pt x="46597" y="21649"/>
                  <a:pt x="46689" y="21618"/>
                  <a:pt x="46749" y="21618"/>
                </a:cubicBezTo>
                <a:cubicBezTo>
                  <a:pt x="46780" y="21618"/>
                  <a:pt x="46810" y="21740"/>
                  <a:pt x="46810" y="21801"/>
                </a:cubicBezTo>
                <a:cubicBezTo>
                  <a:pt x="46810" y="21831"/>
                  <a:pt x="46871" y="21922"/>
                  <a:pt x="46993" y="21953"/>
                </a:cubicBezTo>
                <a:lnTo>
                  <a:pt x="47114" y="21953"/>
                </a:lnTo>
                <a:cubicBezTo>
                  <a:pt x="47145" y="21922"/>
                  <a:pt x="47175" y="21892"/>
                  <a:pt x="47175" y="21892"/>
                </a:cubicBezTo>
                <a:cubicBezTo>
                  <a:pt x="47205" y="21892"/>
                  <a:pt x="47661" y="21770"/>
                  <a:pt x="47661" y="21770"/>
                </a:cubicBezTo>
                <a:lnTo>
                  <a:pt x="47874" y="21892"/>
                </a:lnTo>
                <a:cubicBezTo>
                  <a:pt x="48148" y="21861"/>
                  <a:pt x="48452" y="21831"/>
                  <a:pt x="48756" y="21831"/>
                </a:cubicBezTo>
                <a:cubicBezTo>
                  <a:pt x="48877" y="21861"/>
                  <a:pt x="48999" y="21861"/>
                  <a:pt x="49120" y="21861"/>
                </a:cubicBezTo>
                <a:cubicBezTo>
                  <a:pt x="49151" y="21861"/>
                  <a:pt x="49394" y="21801"/>
                  <a:pt x="49455" y="21801"/>
                </a:cubicBezTo>
                <a:cubicBezTo>
                  <a:pt x="49495" y="21801"/>
                  <a:pt x="49590" y="21787"/>
                  <a:pt x="49657" y="21787"/>
                </a:cubicBezTo>
                <a:cubicBezTo>
                  <a:pt x="49691" y="21787"/>
                  <a:pt x="49718" y="21790"/>
                  <a:pt x="49728" y="21801"/>
                </a:cubicBezTo>
                <a:cubicBezTo>
                  <a:pt x="49850" y="21831"/>
                  <a:pt x="49971" y="21861"/>
                  <a:pt x="50093" y="21892"/>
                </a:cubicBezTo>
                <a:lnTo>
                  <a:pt x="50154" y="21831"/>
                </a:lnTo>
                <a:lnTo>
                  <a:pt x="50367" y="21649"/>
                </a:lnTo>
                <a:cubicBezTo>
                  <a:pt x="50701" y="21770"/>
                  <a:pt x="51066" y="21831"/>
                  <a:pt x="51400" y="21892"/>
                </a:cubicBezTo>
                <a:cubicBezTo>
                  <a:pt x="51552" y="21861"/>
                  <a:pt x="51643" y="21709"/>
                  <a:pt x="51704" y="21679"/>
                </a:cubicBezTo>
                <a:cubicBezTo>
                  <a:pt x="51707" y="21672"/>
                  <a:pt x="51714" y="21669"/>
                  <a:pt x="51723" y="21669"/>
                </a:cubicBezTo>
                <a:cubicBezTo>
                  <a:pt x="51793" y="21669"/>
                  <a:pt x="52021" y="21861"/>
                  <a:pt x="52130" y="21861"/>
                </a:cubicBezTo>
                <a:lnTo>
                  <a:pt x="52829" y="21801"/>
                </a:lnTo>
                <a:cubicBezTo>
                  <a:pt x="52874" y="21785"/>
                  <a:pt x="52920" y="21778"/>
                  <a:pt x="52965" y="21778"/>
                </a:cubicBezTo>
                <a:cubicBezTo>
                  <a:pt x="53011" y="21778"/>
                  <a:pt x="53057" y="21785"/>
                  <a:pt x="53102" y="21801"/>
                </a:cubicBezTo>
                <a:cubicBezTo>
                  <a:pt x="53102" y="21801"/>
                  <a:pt x="53152" y="21926"/>
                  <a:pt x="53207" y="21926"/>
                </a:cubicBezTo>
                <a:cubicBezTo>
                  <a:pt x="53213" y="21926"/>
                  <a:pt x="53218" y="21925"/>
                  <a:pt x="53224" y="21922"/>
                </a:cubicBezTo>
                <a:cubicBezTo>
                  <a:pt x="53315" y="21892"/>
                  <a:pt x="53406" y="21831"/>
                  <a:pt x="53528" y="21831"/>
                </a:cubicBezTo>
                <a:cubicBezTo>
                  <a:pt x="53649" y="21831"/>
                  <a:pt x="53740" y="21861"/>
                  <a:pt x="53832" y="21892"/>
                </a:cubicBezTo>
                <a:lnTo>
                  <a:pt x="53984" y="21801"/>
                </a:lnTo>
                <a:cubicBezTo>
                  <a:pt x="53992" y="21796"/>
                  <a:pt x="54003" y="21794"/>
                  <a:pt x="54017" y="21794"/>
                </a:cubicBezTo>
                <a:cubicBezTo>
                  <a:pt x="54096" y="21794"/>
                  <a:pt x="54249" y="21861"/>
                  <a:pt x="54379" y="21861"/>
                </a:cubicBezTo>
                <a:lnTo>
                  <a:pt x="54440" y="21861"/>
                </a:lnTo>
                <a:cubicBezTo>
                  <a:pt x="54526" y="21840"/>
                  <a:pt x="54612" y="21818"/>
                  <a:pt x="54698" y="21818"/>
                </a:cubicBezTo>
                <a:cubicBezTo>
                  <a:pt x="54733" y="21818"/>
                  <a:pt x="54769" y="21822"/>
                  <a:pt x="54804" y="21831"/>
                </a:cubicBezTo>
                <a:lnTo>
                  <a:pt x="54956" y="21831"/>
                </a:lnTo>
                <a:cubicBezTo>
                  <a:pt x="54956" y="21801"/>
                  <a:pt x="54926" y="21770"/>
                  <a:pt x="54896" y="21770"/>
                </a:cubicBezTo>
                <a:lnTo>
                  <a:pt x="54896" y="21740"/>
                </a:lnTo>
                <a:cubicBezTo>
                  <a:pt x="54896" y="21715"/>
                  <a:pt x="54896" y="21671"/>
                  <a:pt x="54928" y="21671"/>
                </a:cubicBezTo>
                <a:cubicBezTo>
                  <a:pt x="54935" y="21671"/>
                  <a:pt x="54945" y="21673"/>
                  <a:pt x="54956" y="21679"/>
                </a:cubicBezTo>
                <a:cubicBezTo>
                  <a:pt x="55017" y="21709"/>
                  <a:pt x="55047" y="21740"/>
                  <a:pt x="55108" y="21740"/>
                </a:cubicBezTo>
                <a:cubicBezTo>
                  <a:pt x="55169" y="21740"/>
                  <a:pt x="55203" y="21699"/>
                  <a:pt x="55246" y="21699"/>
                </a:cubicBezTo>
                <a:cubicBezTo>
                  <a:pt x="55267" y="21699"/>
                  <a:pt x="55291" y="21709"/>
                  <a:pt x="55321" y="21740"/>
                </a:cubicBezTo>
                <a:cubicBezTo>
                  <a:pt x="55321" y="21746"/>
                  <a:pt x="55325" y="21748"/>
                  <a:pt x="55331" y="21748"/>
                </a:cubicBezTo>
                <a:cubicBezTo>
                  <a:pt x="55355" y="21748"/>
                  <a:pt x="55418" y="21709"/>
                  <a:pt x="55443" y="21709"/>
                </a:cubicBezTo>
                <a:lnTo>
                  <a:pt x="55564" y="21740"/>
                </a:lnTo>
                <a:cubicBezTo>
                  <a:pt x="55610" y="21755"/>
                  <a:pt x="55701" y="21755"/>
                  <a:pt x="55788" y="21755"/>
                </a:cubicBezTo>
                <a:cubicBezTo>
                  <a:pt x="55876" y="21755"/>
                  <a:pt x="55959" y="21755"/>
                  <a:pt x="55990" y="21770"/>
                </a:cubicBezTo>
                <a:cubicBezTo>
                  <a:pt x="56111" y="21831"/>
                  <a:pt x="56233" y="21831"/>
                  <a:pt x="56355" y="21831"/>
                </a:cubicBezTo>
                <a:cubicBezTo>
                  <a:pt x="56367" y="21825"/>
                  <a:pt x="56385" y="21822"/>
                  <a:pt x="56407" y="21822"/>
                </a:cubicBezTo>
                <a:cubicBezTo>
                  <a:pt x="56494" y="21822"/>
                  <a:pt x="56640" y="21861"/>
                  <a:pt x="56689" y="21861"/>
                </a:cubicBezTo>
                <a:lnTo>
                  <a:pt x="56932" y="21831"/>
                </a:lnTo>
                <a:lnTo>
                  <a:pt x="56993" y="21861"/>
                </a:lnTo>
                <a:lnTo>
                  <a:pt x="57175" y="21922"/>
                </a:lnTo>
                <a:cubicBezTo>
                  <a:pt x="57193" y="21851"/>
                  <a:pt x="57211" y="21821"/>
                  <a:pt x="57229" y="21821"/>
                </a:cubicBezTo>
                <a:cubicBezTo>
                  <a:pt x="57241" y="21821"/>
                  <a:pt x="57254" y="21836"/>
                  <a:pt x="57266" y="21861"/>
                </a:cubicBezTo>
                <a:cubicBezTo>
                  <a:pt x="57266" y="21887"/>
                  <a:pt x="57294" y="21896"/>
                  <a:pt x="57327" y="21896"/>
                </a:cubicBezTo>
                <a:cubicBezTo>
                  <a:pt x="57373" y="21896"/>
                  <a:pt x="57431" y="21879"/>
                  <a:pt x="57449" y="21861"/>
                </a:cubicBezTo>
                <a:cubicBezTo>
                  <a:pt x="57475" y="21852"/>
                  <a:pt x="57502" y="21849"/>
                  <a:pt x="57528" y="21849"/>
                </a:cubicBezTo>
                <a:cubicBezTo>
                  <a:pt x="57591" y="21849"/>
                  <a:pt x="57649" y="21870"/>
                  <a:pt x="57692" y="21892"/>
                </a:cubicBezTo>
                <a:lnTo>
                  <a:pt x="57783" y="21801"/>
                </a:lnTo>
                <a:lnTo>
                  <a:pt x="57874" y="21740"/>
                </a:lnTo>
                <a:cubicBezTo>
                  <a:pt x="57898" y="21717"/>
                  <a:pt x="57925" y="21707"/>
                  <a:pt x="57954" y="21707"/>
                </a:cubicBezTo>
                <a:cubicBezTo>
                  <a:pt x="58000" y="21707"/>
                  <a:pt x="58049" y="21733"/>
                  <a:pt x="58087" y="21770"/>
                </a:cubicBezTo>
                <a:cubicBezTo>
                  <a:pt x="58087" y="21831"/>
                  <a:pt x="58300" y="21892"/>
                  <a:pt x="58391" y="21892"/>
                </a:cubicBezTo>
                <a:cubicBezTo>
                  <a:pt x="58467" y="21866"/>
                  <a:pt x="58628" y="21756"/>
                  <a:pt x="58733" y="21756"/>
                </a:cubicBezTo>
                <a:cubicBezTo>
                  <a:pt x="58753" y="21756"/>
                  <a:pt x="58771" y="21760"/>
                  <a:pt x="58786" y="21770"/>
                </a:cubicBezTo>
                <a:cubicBezTo>
                  <a:pt x="58832" y="21785"/>
                  <a:pt x="58885" y="21793"/>
                  <a:pt x="58942" y="21793"/>
                </a:cubicBezTo>
                <a:cubicBezTo>
                  <a:pt x="58999" y="21793"/>
                  <a:pt x="59060" y="21785"/>
                  <a:pt x="59121" y="21770"/>
                </a:cubicBezTo>
                <a:lnTo>
                  <a:pt x="59242" y="21831"/>
                </a:lnTo>
                <a:lnTo>
                  <a:pt x="59424" y="21983"/>
                </a:lnTo>
                <a:cubicBezTo>
                  <a:pt x="59546" y="21892"/>
                  <a:pt x="59911" y="21892"/>
                  <a:pt x="60002" y="21861"/>
                </a:cubicBezTo>
                <a:cubicBezTo>
                  <a:pt x="60093" y="21801"/>
                  <a:pt x="60215" y="21770"/>
                  <a:pt x="60336" y="21740"/>
                </a:cubicBezTo>
                <a:cubicBezTo>
                  <a:pt x="60549" y="21801"/>
                  <a:pt x="60792" y="21831"/>
                  <a:pt x="61005" y="21831"/>
                </a:cubicBezTo>
                <a:cubicBezTo>
                  <a:pt x="61127" y="21831"/>
                  <a:pt x="61218" y="21831"/>
                  <a:pt x="61339" y="21801"/>
                </a:cubicBezTo>
                <a:cubicBezTo>
                  <a:pt x="61362" y="21801"/>
                  <a:pt x="61453" y="21749"/>
                  <a:pt x="61510" y="21749"/>
                </a:cubicBezTo>
                <a:cubicBezTo>
                  <a:pt x="61529" y="21749"/>
                  <a:pt x="61545" y="21755"/>
                  <a:pt x="61552" y="21770"/>
                </a:cubicBezTo>
                <a:cubicBezTo>
                  <a:pt x="61560" y="21778"/>
                  <a:pt x="61577" y="21782"/>
                  <a:pt x="61601" y="21782"/>
                </a:cubicBezTo>
                <a:cubicBezTo>
                  <a:pt x="61672" y="21782"/>
                  <a:pt x="61803" y="21747"/>
                  <a:pt x="61917" y="21679"/>
                </a:cubicBezTo>
                <a:lnTo>
                  <a:pt x="62039" y="21709"/>
                </a:lnTo>
                <a:lnTo>
                  <a:pt x="62373" y="21801"/>
                </a:lnTo>
                <a:cubicBezTo>
                  <a:pt x="62677" y="21770"/>
                  <a:pt x="63011" y="21770"/>
                  <a:pt x="63315" y="21770"/>
                </a:cubicBezTo>
                <a:cubicBezTo>
                  <a:pt x="63406" y="21770"/>
                  <a:pt x="63498" y="21679"/>
                  <a:pt x="63558" y="21588"/>
                </a:cubicBezTo>
                <a:cubicBezTo>
                  <a:pt x="63558" y="21584"/>
                  <a:pt x="63560" y="21583"/>
                  <a:pt x="63565" y="21583"/>
                </a:cubicBezTo>
                <a:cubicBezTo>
                  <a:pt x="63597" y="21583"/>
                  <a:pt x="63751" y="21682"/>
                  <a:pt x="63832" y="21709"/>
                </a:cubicBezTo>
                <a:cubicBezTo>
                  <a:pt x="63850" y="21727"/>
                  <a:pt x="63881" y="21735"/>
                  <a:pt x="63916" y="21735"/>
                </a:cubicBezTo>
                <a:cubicBezTo>
                  <a:pt x="64002" y="21735"/>
                  <a:pt x="64114" y="21692"/>
                  <a:pt x="64136" y="21649"/>
                </a:cubicBezTo>
                <a:cubicBezTo>
                  <a:pt x="64166" y="21633"/>
                  <a:pt x="64197" y="21626"/>
                  <a:pt x="64227" y="21626"/>
                </a:cubicBezTo>
                <a:cubicBezTo>
                  <a:pt x="64257" y="21626"/>
                  <a:pt x="64288" y="21633"/>
                  <a:pt x="64318" y="21649"/>
                </a:cubicBezTo>
                <a:lnTo>
                  <a:pt x="64379" y="21679"/>
                </a:lnTo>
                <a:cubicBezTo>
                  <a:pt x="64485" y="21755"/>
                  <a:pt x="64539" y="21793"/>
                  <a:pt x="64596" y="21793"/>
                </a:cubicBezTo>
                <a:cubicBezTo>
                  <a:pt x="64653" y="21793"/>
                  <a:pt x="64713" y="21755"/>
                  <a:pt x="64835" y="21679"/>
                </a:cubicBezTo>
                <a:cubicBezTo>
                  <a:pt x="64896" y="21649"/>
                  <a:pt x="65048" y="21618"/>
                  <a:pt x="65048" y="21557"/>
                </a:cubicBezTo>
                <a:lnTo>
                  <a:pt x="65108" y="21497"/>
                </a:lnTo>
                <a:cubicBezTo>
                  <a:pt x="65121" y="21491"/>
                  <a:pt x="65134" y="21488"/>
                  <a:pt x="65148" y="21488"/>
                </a:cubicBezTo>
                <a:cubicBezTo>
                  <a:pt x="65203" y="21488"/>
                  <a:pt x="65267" y="21527"/>
                  <a:pt x="65291" y="21527"/>
                </a:cubicBezTo>
                <a:cubicBezTo>
                  <a:pt x="65306" y="21542"/>
                  <a:pt x="65329" y="21550"/>
                  <a:pt x="65352" y="21550"/>
                </a:cubicBezTo>
                <a:cubicBezTo>
                  <a:pt x="65374" y="21550"/>
                  <a:pt x="65397" y="21542"/>
                  <a:pt x="65412" y="21527"/>
                </a:cubicBezTo>
                <a:cubicBezTo>
                  <a:pt x="65443" y="21527"/>
                  <a:pt x="65504" y="21649"/>
                  <a:pt x="65504" y="21679"/>
                </a:cubicBezTo>
                <a:cubicBezTo>
                  <a:pt x="65504" y="21740"/>
                  <a:pt x="65686" y="21770"/>
                  <a:pt x="65777" y="21770"/>
                </a:cubicBezTo>
                <a:lnTo>
                  <a:pt x="66142" y="21770"/>
                </a:lnTo>
                <a:cubicBezTo>
                  <a:pt x="66182" y="21770"/>
                  <a:pt x="66291" y="21784"/>
                  <a:pt x="66376" y="21784"/>
                </a:cubicBezTo>
                <a:cubicBezTo>
                  <a:pt x="66419" y="21784"/>
                  <a:pt x="66456" y="21780"/>
                  <a:pt x="66476" y="21770"/>
                </a:cubicBezTo>
                <a:cubicBezTo>
                  <a:pt x="66598" y="21709"/>
                  <a:pt x="66689" y="21679"/>
                  <a:pt x="66811" y="21679"/>
                </a:cubicBezTo>
                <a:cubicBezTo>
                  <a:pt x="66871" y="21709"/>
                  <a:pt x="67054" y="21770"/>
                  <a:pt x="67115" y="21770"/>
                </a:cubicBezTo>
                <a:cubicBezTo>
                  <a:pt x="67206" y="21770"/>
                  <a:pt x="67297" y="21770"/>
                  <a:pt x="67388" y="21709"/>
                </a:cubicBezTo>
                <a:lnTo>
                  <a:pt x="67510" y="21770"/>
                </a:lnTo>
                <a:cubicBezTo>
                  <a:pt x="67571" y="21801"/>
                  <a:pt x="67639" y="21816"/>
                  <a:pt x="67707" y="21816"/>
                </a:cubicBezTo>
                <a:cubicBezTo>
                  <a:pt x="67776" y="21816"/>
                  <a:pt x="67844" y="21801"/>
                  <a:pt x="67905" y="21770"/>
                </a:cubicBezTo>
                <a:lnTo>
                  <a:pt x="68026" y="21709"/>
                </a:lnTo>
                <a:cubicBezTo>
                  <a:pt x="68178" y="21709"/>
                  <a:pt x="68330" y="21740"/>
                  <a:pt x="68482" y="21801"/>
                </a:cubicBezTo>
                <a:cubicBezTo>
                  <a:pt x="68489" y="21815"/>
                  <a:pt x="68505" y="21821"/>
                  <a:pt x="68525" y="21821"/>
                </a:cubicBezTo>
                <a:cubicBezTo>
                  <a:pt x="68593" y="21821"/>
                  <a:pt x="68716" y="21756"/>
                  <a:pt x="68786" y="21709"/>
                </a:cubicBezTo>
                <a:cubicBezTo>
                  <a:pt x="68798" y="21704"/>
                  <a:pt x="68815" y="21701"/>
                  <a:pt x="68836" y="21701"/>
                </a:cubicBezTo>
                <a:cubicBezTo>
                  <a:pt x="68924" y="21701"/>
                  <a:pt x="69077" y="21746"/>
                  <a:pt x="69151" y="21770"/>
                </a:cubicBezTo>
                <a:cubicBezTo>
                  <a:pt x="69173" y="21776"/>
                  <a:pt x="69193" y="21778"/>
                  <a:pt x="69213" y="21778"/>
                </a:cubicBezTo>
                <a:cubicBezTo>
                  <a:pt x="69304" y="21778"/>
                  <a:pt x="69375" y="21724"/>
                  <a:pt x="69425" y="21649"/>
                </a:cubicBezTo>
                <a:lnTo>
                  <a:pt x="69516" y="21679"/>
                </a:lnTo>
                <a:lnTo>
                  <a:pt x="69729" y="21740"/>
                </a:lnTo>
                <a:cubicBezTo>
                  <a:pt x="69911" y="21709"/>
                  <a:pt x="70124" y="21679"/>
                  <a:pt x="70154" y="21679"/>
                </a:cubicBezTo>
                <a:cubicBezTo>
                  <a:pt x="70428" y="21740"/>
                  <a:pt x="70701" y="21801"/>
                  <a:pt x="70975" y="21801"/>
                </a:cubicBezTo>
                <a:cubicBezTo>
                  <a:pt x="71218" y="21740"/>
                  <a:pt x="71492" y="21709"/>
                  <a:pt x="71765" y="21709"/>
                </a:cubicBezTo>
                <a:cubicBezTo>
                  <a:pt x="71820" y="21737"/>
                  <a:pt x="71874" y="21752"/>
                  <a:pt x="71926" y="21752"/>
                </a:cubicBezTo>
                <a:cubicBezTo>
                  <a:pt x="71990" y="21752"/>
                  <a:pt x="72049" y="21729"/>
                  <a:pt x="72099" y="21679"/>
                </a:cubicBezTo>
                <a:lnTo>
                  <a:pt x="72130" y="21679"/>
                </a:lnTo>
                <a:lnTo>
                  <a:pt x="72312" y="21740"/>
                </a:lnTo>
                <a:cubicBezTo>
                  <a:pt x="72555" y="21709"/>
                  <a:pt x="72799" y="21679"/>
                  <a:pt x="73042" y="21679"/>
                </a:cubicBezTo>
                <a:lnTo>
                  <a:pt x="73163" y="21770"/>
                </a:lnTo>
                <a:lnTo>
                  <a:pt x="73346" y="21861"/>
                </a:lnTo>
                <a:cubicBezTo>
                  <a:pt x="73558" y="21801"/>
                  <a:pt x="73771" y="21770"/>
                  <a:pt x="73984" y="21770"/>
                </a:cubicBezTo>
                <a:cubicBezTo>
                  <a:pt x="74049" y="21749"/>
                  <a:pt x="74235" y="21727"/>
                  <a:pt x="74349" y="21727"/>
                </a:cubicBezTo>
                <a:cubicBezTo>
                  <a:pt x="74396" y="21727"/>
                  <a:pt x="74431" y="21731"/>
                  <a:pt x="74440" y="21740"/>
                </a:cubicBezTo>
                <a:cubicBezTo>
                  <a:pt x="74450" y="21750"/>
                  <a:pt x="74470" y="21753"/>
                  <a:pt x="74495" y="21753"/>
                </a:cubicBezTo>
                <a:cubicBezTo>
                  <a:pt x="74545" y="21753"/>
                  <a:pt x="74612" y="21740"/>
                  <a:pt x="74653" y="21740"/>
                </a:cubicBezTo>
                <a:lnTo>
                  <a:pt x="75200" y="21770"/>
                </a:lnTo>
                <a:cubicBezTo>
                  <a:pt x="75301" y="21770"/>
                  <a:pt x="75416" y="21784"/>
                  <a:pt x="75499" y="21784"/>
                </a:cubicBezTo>
                <a:cubicBezTo>
                  <a:pt x="75541" y="21784"/>
                  <a:pt x="75575" y="21780"/>
                  <a:pt x="75595" y="21770"/>
                </a:cubicBezTo>
                <a:cubicBezTo>
                  <a:pt x="75644" y="21770"/>
                  <a:pt x="75751" y="21809"/>
                  <a:pt x="75823" y="21809"/>
                </a:cubicBezTo>
                <a:cubicBezTo>
                  <a:pt x="75841" y="21809"/>
                  <a:pt x="75856" y="21807"/>
                  <a:pt x="75869" y="21801"/>
                </a:cubicBezTo>
                <a:cubicBezTo>
                  <a:pt x="75929" y="21801"/>
                  <a:pt x="76203" y="21679"/>
                  <a:pt x="76324" y="21679"/>
                </a:cubicBezTo>
                <a:lnTo>
                  <a:pt x="76932" y="21679"/>
                </a:lnTo>
                <a:cubicBezTo>
                  <a:pt x="77084" y="21709"/>
                  <a:pt x="77236" y="21740"/>
                  <a:pt x="77419" y="21740"/>
                </a:cubicBezTo>
                <a:cubicBezTo>
                  <a:pt x="77439" y="21730"/>
                  <a:pt x="77486" y="21726"/>
                  <a:pt x="77545" y="21726"/>
                </a:cubicBezTo>
                <a:cubicBezTo>
                  <a:pt x="77662" y="21726"/>
                  <a:pt x="77824" y="21740"/>
                  <a:pt x="77905" y="21740"/>
                </a:cubicBezTo>
                <a:cubicBezTo>
                  <a:pt x="78027" y="21709"/>
                  <a:pt x="78270" y="21709"/>
                  <a:pt x="78300" y="21709"/>
                </a:cubicBezTo>
                <a:cubicBezTo>
                  <a:pt x="78347" y="21709"/>
                  <a:pt x="78520" y="21799"/>
                  <a:pt x="78597" y="21799"/>
                </a:cubicBezTo>
                <a:cubicBezTo>
                  <a:pt x="78620" y="21799"/>
                  <a:pt x="78635" y="21791"/>
                  <a:pt x="78635" y="21770"/>
                </a:cubicBezTo>
                <a:cubicBezTo>
                  <a:pt x="78635" y="21735"/>
                  <a:pt x="78645" y="21720"/>
                  <a:pt x="78660" y="21720"/>
                </a:cubicBezTo>
                <a:cubicBezTo>
                  <a:pt x="78670" y="21720"/>
                  <a:pt x="78683" y="21727"/>
                  <a:pt x="78695" y="21740"/>
                </a:cubicBezTo>
                <a:cubicBezTo>
                  <a:pt x="78695" y="21740"/>
                  <a:pt x="79030" y="21679"/>
                  <a:pt x="79182" y="21679"/>
                </a:cubicBezTo>
                <a:cubicBezTo>
                  <a:pt x="79242" y="21694"/>
                  <a:pt x="79303" y="21702"/>
                  <a:pt x="79364" y="21702"/>
                </a:cubicBezTo>
                <a:cubicBezTo>
                  <a:pt x="79425" y="21702"/>
                  <a:pt x="79486" y="21694"/>
                  <a:pt x="79546" y="21679"/>
                </a:cubicBezTo>
                <a:cubicBezTo>
                  <a:pt x="79638" y="21709"/>
                  <a:pt x="79759" y="21709"/>
                  <a:pt x="79850" y="21709"/>
                </a:cubicBezTo>
                <a:cubicBezTo>
                  <a:pt x="79942" y="21709"/>
                  <a:pt x="80124" y="21649"/>
                  <a:pt x="80306" y="21618"/>
                </a:cubicBezTo>
                <a:lnTo>
                  <a:pt x="80458" y="21649"/>
                </a:lnTo>
                <a:lnTo>
                  <a:pt x="80671" y="21709"/>
                </a:lnTo>
                <a:cubicBezTo>
                  <a:pt x="80884" y="21679"/>
                  <a:pt x="81097" y="21649"/>
                  <a:pt x="81309" y="21649"/>
                </a:cubicBezTo>
                <a:lnTo>
                  <a:pt x="81431" y="21588"/>
                </a:lnTo>
                <a:lnTo>
                  <a:pt x="81583" y="21527"/>
                </a:lnTo>
                <a:cubicBezTo>
                  <a:pt x="81658" y="21565"/>
                  <a:pt x="81745" y="21591"/>
                  <a:pt x="81836" y="21591"/>
                </a:cubicBezTo>
                <a:cubicBezTo>
                  <a:pt x="81892" y="21591"/>
                  <a:pt x="81950" y="21581"/>
                  <a:pt x="82008" y="21557"/>
                </a:cubicBezTo>
                <a:lnTo>
                  <a:pt x="82282" y="21557"/>
                </a:lnTo>
                <a:cubicBezTo>
                  <a:pt x="82434" y="21557"/>
                  <a:pt x="82586" y="21588"/>
                  <a:pt x="82768" y="21618"/>
                </a:cubicBezTo>
                <a:lnTo>
                  <a:pt x="82890" y="21588"/>
                </a:lnTo>
                <a:lnTo>
                  <a:pt x="83012" y="21557"/>
                </a:lnTo>
                <a:cubicBezTo>
                  <a:pt x="83039" y="21563"/>
                  <a:pt x="83068" y="21565"/>
                  <a:pt x="83098" y="21565"/>
                </a:cubicBezTo>
                <a:cubicBezTo>
                  <a:pt x="83229" y="21565"/>
                  <a:pt x="83374" y="21516"/>
                  <a:pt x="83498" y="21466"/>
                </a:cubicBezTo>
                <a:lnTo>
                  <a:pt x="83650" y="21557"/>
                </a:lnTo>
                <a:lnTo>
                  <a:pt x="83680" y="21557"/>
                </a:lnTo>
                <a:cubicBezTo>
                  <a:pt x="83687" y="21554"/>
                  <a:pt x="83699" y="21552"/>
                  <a:pt x="83714" y="21552"/>
                </a:cubicBezTo>
                <a:cubicBezTo>
                  <a:pt x="83792" y="21552"/>
                  <a:pt x="83964" y="21592"/>
                  <a:pt x="84091" y="21592"/>
                </a:cubicBezTo>
                <a:cubicBezTo>
                  <a:pt x="84151" y="21592"/>
                  <a:pt x="84202" y="21583"/>
                  <a:pt x="84227" y="21557"/>
                </a:cubicBezTo>
                <a:cubicBezTo>
                  <a:pt x="84294" y="21513"/>
                  <a:pt x="84410" y="21485"/>
                  <a:pt x="84479" y="21485"/>
                </a:cubicBezTo>
                <a:cubicBezTo>
                  <a:pt x="84504" y="21485"/>
                  <a:pt x="84523" y="21488"/>
                  <a:pt x="84531" y="21497"/>
                </a:cubicBezTo>
                <a:cubicBezTo>
                  <a:pt x="84536" y="21501"/>
                  <a:pt x="84544" y="21503"/>
                  <a:pt x="84555" y="21503"/>
                </a:cubicBezTo>
                <a:cubicBezTo>
                  <a:pt x="84621" y="21503"/>
                  <a:pt x="84792" y="21436"/>
                  <a:pt x="84896" y="21436"/>
                </a:cubicBezTo>
                <a:cubicBezTo>
                  <a:pt x="84987" y="21436"/>
                  <a:pt x="85200" y="21405"/>
                  <a:pt x="85382" y="21375"/>
                </a:cubicBezTo>
                <a:lnTo>
                  <a:pt x="85534" y="21405"/>
                </a:lnTo>
                <a:lnTo>
                  <a:pt x="85656" y="21436"/>
                </a:lnTo>
                <a:cubicBezTo>
                  <a:pt x="85764" y="21409"/>
                  <a:pt x="85993" y="21309"/>
                  <a:pt x="86063" y="21309"/>
                </a:cubicBezTo>
                <a:cubicBezTo>
                  <a:pt x="86072" y="21309"/>
                  <a:pt x="86078" y="21311"/>
                  <a:pt x="86082" y="21314"/>
                </a:cubicBezTo>
                <a:cubicBezTo>
                  <a:pt x="86294" y="21314"/>
                  <a:pt x="86507" y="21284"/>
                  <a:pt x="86750" y="21253"/>
                </a:cubicBezTo>
                <a:cubicBezTo>
                  <a:pt x="86902" y="21253"/>
                  <a:pt x="87085" y="21223"/>
                  <a:pt x="87267" y="21193"/>
                </a:cubicBezTo>
                <a:cubicBezTo>
                  <a:pt x="87316" y="21193"/>
                  <a:pt x="87500" y="21232"/>
                  <a:pt x="87603" y="21232"/>
                </a:cubicBezTo>
                <a:cubicBezTo>
                  <a:pt x="87629" y="21232"/>
                  <a:pt x="87650" y="21229"/>
                  <a:pt x="87662" y="21223"/>
                </a:cubicBezTo>
                <a:cubicBezTo>
                  <a:pt x="87748" y="21202"/>
                  <a:pt x="87849" y="21180"/>
                  <a:pt x="87944" y="21180"/>
                </a:cubicBezTo>
                <a:cubicBezTo>
                  <a:pt x="87983" y="21180"/>
                  <a:pt x="88022" y="21184"/>
                  <a:pt x="88057" y="21193"/>
                </a:cubicBezTo>
                <a:lnTo>
                  <a:pt x="88209" y="21101"/>
                </a:lnTo>
                <a:cubicBezTo>
                  <a:pt x="88331" y="21101"/>
                  <a:pt x="88452" y="21071"/>
                  <a:pt x="88544" y="20980"/>
                </a:cubicBezTo>
                <a:lnTo>
                  <a:pt x="88574" y="21041"/>
                </a:lnTo>
                <a:cubicBezTo>
                  <a:pt x="88595" y="21076"/>
                  <a:pt x="88620" y="21088"/>
                  <a:pt x="88646" y="21088"/>
                </a:cubicBezTo>
                <a:cubicBezTo>
                  <a:pt x="88705" y="21088"/>
                  <a:pt x="88772" y="21023"/>
                  <a:pt x="88823" y="21023"/>
                </a:cubicBezTo>
                <a:cubicBezTo>
                  <a:pt x="88845" y="21023"/>
                  <a:pt x="88864" y="21036"/>
                  <a:pt x="88878" y="21071"/>
                </a:cubicBezTo>
                <a:cubicBezTo>
                  <a:pt x="88878" y="21071"/>
                  <a:pt x="89014" y="21032"/>
                  <a:pt x="89069" y="21032"/>
                </a:cubicBezTo>
                <a:cubicBezTo>
                  <a:pt x="89082" y="21032"/>
                  <a:pt x="89091" y="21035"/>
                  <a:pt x="89091" y="21041"/>
                </a:cubicBezTo>
                <a:lnTo>
                  <a:pt x="89212" y="21162"/>
                </a:lnTo>
                <a:cubicBezTo>
                  <a:pt x="89334" y="21071"/>
                  <a:pt x="89455" y="20980"/>
                  <a:pt x="89607" y="20919"/>
                </a:cubicBezTo>
                <a:lnTo>
                  <a:pt x="90003" y="20919"/>
                </a:lnTo>
                <a:cubicBezTo>
                  <a:pt x="90246" y="20919"/>
                  <a:pt x="90519" y="20889"/>
                  <a:pt x="90762" y="20858"/>
                </a:cubicBezTo>
                <a:lnTo>
                  <a:pt x="90884" y="20828"/>
                </a:lnTo>
                <a:lnTo>
                  <a:pt x="91006" y="20828"/>
                </a:lnTo>
                <a:cubicBezTo>
                  <a:pt x="91158" y="20798"/>
                  <a:pt x="91917" y="20767"/>
                  <a:pt x="92161" y="20706"/>
                </a:cubicBezTo>
                <a:cubicBezTo>
                  <a:pt x="92373" y="20646"/>
                  <a:pt x="92617" y="20615"/>
                  <a:pt x="92829" y="20615"/>
                </a:cubicBezTo>
                <a:lnTo>
                  <a:pt x="92921" y="20585"/>
                </a:lnTo>
                <a:lnTo>
                  <a:pt x="93012" y="20524"/>
                </a:lnTo>
                <a:cubicBezTo>
                  <a:pt x="93133" y="20494"/>
                  <a:pt x="93225" y="20463"/>
                  <a:pt x="93346" y="20463"/>
                </a:cubicBezTo>
                <a:cubicBezTo>
                  <a:pt x="93437" y="20433"/>
                  <a:pt x="93498" y="20402"/>
                  <a:pt x="93589" y="20342"/>
                </a:cubicBezTo>
                <a:cubicBezTo>
                  <a:pt x="93620" y="20342"/>
                  <a:pt x="93680" y="20311"/>
                  <a:pt x="93741" y="20311"/>
                </a:cubicBezTo>
                <a:lnTo>
                  <a:pt x="93893" y="20342"/>
                </a:lnTo>
                <a:lnTo>
                  <a:pt x="93863" y="20281"/>
                </a:lnTo>
                <a:lnTo>
                  <a:pt x="93711" y="20068"/>
                </a:lnTo>
                <a:cubicBezTo>
                  <a:pt x="93589" y="19916"/>
                  <a:pt x="93468" y="19764"/>
                  <a:pt x="93407" y="19612"/>
                </a:cubicBezTo>
                <a:lnTo>
                  <a:pt x="93711" y="19430"/>
                </a:lnTo>
                <a:lnTo>
                  <a:pt x="93528" y="19187"/>
                </a:lnTo>
                <a:lnTo>
                  <a:pt x="93437" y="19095"/>
                </a:lnTo>
                <a:cubicBezTo>
                  <a:pt x="93468" y="19004"/>
                  <a:pt x="93528" y="18913"/>
                  <a:pt x="93559" y="18791"/>
                </a:cubicBezTo>
                <a:lnTo>
                  <a:pt x="93468" y="18731"/>
                </a:lnTo>
                <a:lnTo>
                  <a:pt x="93407" y="18670"/>
                </a:lnTo>
                <a:cubicBezTo>
                  <a:pt x="93407" y="18609"/>
                  <a:pt x="93346" y="18457"/>
                  <a:pt x="93346" y="18366"/>
                </a:cubicBezTo>
                <a:lnTo>
                  <a:pt x="93346" y="18305"/>
                </a:lnTo>
                <a:lnTo>
                  <a:pt x="93376" y="18153"/>
                </a:lnTo>
                <a:cubicBezTo>
                  <a:pt x="93255" y="18153"/>
                  <a:pt x="93376" y="18062"/>
                  <a:pt x="93437" y="17971"/>
                </a:cubicBezTo>
                <a:cubicBezTo>
                  <a:pt x="93528" y="17849"/>
                  <a:pt x="93620" y="17758"/>
                  <a:pt x="93711" y="17636"/>
                </a:cubicBezTo>
                <a:lnTo>
                  <a:pt x="93559" y="17576"/>
                </a:lnTo>
                <a:cubicBezTo>
                  <a:pt x="93316" y="17454"/>
                  <a:pt x="93285" y="17363"/>
                  <a:pt x="93437" y="17211"/>
                </a:cubicBezTo>
                <a:lnTo>
                  <a:pt x="93498" y="17150"/>
                </a:lnTo>
                <a:cubicBezTo>
                  <a:pt x="93498" y="17028"/>
                  <a:pt x="93437" y="16907"/>
                  <a:pt x="93346" y="16785"/>
                </a:cubicBezTo>
                <a:cubicBezTo>
                  <a:pt x="93285" y="16755"/>
                  <a:pt x="93255" y="16694"/>
                  <a:pt x="93285" y="16694"/>
                </a:cubicBezTo>
                <a:cubicBezTo>
                  <a:pt x="93285" y="16694"/>
                  <a:pt x="93316" y="16633"/>
                  <a:pt x="93346" y="16603"/>
                </a:cubicBezTo>
                <a:cubicBezTo>
                  <a:pt x="93376" y="16603"/>
                  <a:pt x="93376" y="16512"/>
                  <a:pt x="93407" y="16481"/>
                </a:cubicBezTo>
                <a:cubicBezTo>
                  <a:pt x="93498" y="16421"/>
                  <a:pt x="93589" y="16329"/>
                  <a:pt x="93680" y="16269"/>
                </a:cubicBezTo>
                <a:cubicBezTo>
                  <a:pt x="93741" y="16208"/>
                  <a:pt x="93741" y="16117"/>
                  <a:pt x="93711" y="16086"/>
                </a:cubicBezTo>
                <a:lnTo>
                  <a:pt x="93680" y="16086"/>
                </a:lnTo>
                <a:cubicBezTo>
                  <a:pt x="93559" y="16086"/>
                  <a:pt x="93468" y="16025"/>
                  <a:pt x="93437" y="15904"/>
                </a:cubicBezTo>
                <a:lnTo>
                  <a:pt x="93407" y="15813"/>
                </a:lnTo>
                <a:cubicBezTo>
                  <a:pt x="93437" y="15721"/>
                  <a:pt x="93528" y="15661"/>
                  <a:pt x="93620" y="15630"/>
                </a:cubicBezTo>
                <a:cubicBezTo>
                  <a:pt x="93680" y="15630"/>
                  <a:pt x="93802" y="15448"/>
                  <a:pt x="93832" y="15448"/>
                </a:cubicBezTo>
                <a:cubicBezTo>
                  <a:pt x="93893" y="15448"/>
                  <a:pt x="93924" y="15478"/>
                  <a:pt x="93954" y="15509"/>
                </a:cubicBezTo>
                <a:cubicBezTo>
                  <a:pt x="93960" y="15514"/>
                  <a:pt x="93973" y="15517"/>
                  <a:pt x="93992" y="15517"/>
                </a:cubicBezTo>
                <a:cubicBezTo>
                  <a:pt x="94072" y="15517"/>
                  <a:pt x="94245" y="15472"/>
                  <a:pt x="94319" y="15448"/>
                </a:cubicBezTo>
                <a:cubicBezTo>
                  <a:pt x="94380" y="15417"/>
                  <a:pt x="94319" y="15357"/>
                  <a:pt x="94258" y="15357"/>
                </a:cubicBezTo>
                <a:cubicBezTo>
                  <a:pt x="94238" y="15357"/>
                  <a:pt x="94109" y="15384"/>
                  <a:pt x="94026" y="15384"/>
                </a:cubicBezTo>
                <a:cubicBezTo>
                  <a:pt x="93984" y="15384"/>
                  <a:pt x="93954" y="15377"/>
                  <a:pt x="93954" y="15357"/>
                </a:cubicBezTo>
                <a:cubicBezTo>
                  <a:pt x="93984" y="15296"/>
                  <a:pt x="93954" y="15266"/>
                  <a:pt x="93924" y="15266"/>
                </a:cubicBezTo>
                <a:cubicBezTo>
                  <a:pt x="93899" y="15266"/>
                  <a:pt x="93797" y="15304"/>
                  <a:pt x="93726" y="15304"/>
                </a:cubicBezTo>
                <a:cubicBezTo>
                  <a:pt x="93708" y="15304"/>
                  <a:pt x="93693" y="15302"/>
                  <a:pt x="93680" y="15296"/>
                </a:cubicBezTo>
                <a:lnTo>
                  <a:pt x="93498" y="15174"/>
                </a:lnTo>
                <a:cubicBezTo>
                  <a:pt x="93468" y="15144"/>
                  <a:pt x="93650" y="15114"/>
                  <a:pt x="93711" y="15114"/>
                </a:cubicBezTo>
                <a:cubicBezTo>
                  <a:pt x="93756" y="15129"/>
                  <a:pt x="93802" y="15136"/>
                  <a:pt x="93848" y="15136"/>
                </a:cubicBezTo>
                <a:cubicBezTo>
                  <a:pt x="93893" y="15136"/>
                  <a:pt x="93939" y="15129"/>
                  <a:pt x="93984" y="15114"/>
                </a:cubicBezTo>
                <a:cubicBezTo>
                  <a:pt x="94076" y="15114"/>
                  <a:pt x="94167" y="15114"/>
                  <a:pt x="94258" y="15174"/>
                </a:cubicBezTo>
                <a:cubicBezTo>
                  <a:pt x="94263" y="15180"/>
                  <a:pt x="94268" y="15182"/>
                  <a:pt x="94271" y="15182"/>
                </a:cubicBezTo>
                <a:cubicBezTo>
                  <a:pt x="94287" y="15182"/>
                  <a:pt x="94283" y="15128"/>
                  <a:pt x="94258" y="15053"/>
                </a:cubicBezTo>
                <a:lnTo>
                  <a:pt x="94197" y="14992"/>
                </a:lnTo>
                <a:lnTo>
                  <a:pt x="94197" y="14962"/>
                </a:lnTo>
                <a:cubicBezTo>
                  <a:pt x="94197" y="14901"/>
                  <a:pt x="94440" y="14810"/>
                  <a:pt x="94501" y="14749"/>
                </a:cubicBezTo>
                <a:cubicBezTo>
                  <a:pt x="94562" y="14688"/>
                  <a:pt x="94471" y="14536"/>
                  <a:pt x="94440" y="14506"/>
                </a:cubicBezTo>
                <a:cubicBezTo>
                  <a:pt x="94410" y="14414"/>
                  <a:pt x="94410" y="14354"/>
                  <a:pt x="94440" y="14262"/>
                </a:cubicBezTo>
                <a:lnTo>
                  <a:pt x="94471" y="14171"/>
                </a:lnTo>
                <a:lnTo>
                  <a:pt x="94562" y="14019"/>
                </a:lnTo>
                <a:cubicBezTo>
                  <a:pt x="94380" y="13959"/>
                  <a:pt x="94349" y="13898"/>
                  <a:pt x="94562" y="13898"/>
                </a:cubicBezTo>
                <a:lnTo>
                  <a:pt x="94562" y="13959"/>
                </a:lnTo>
                <a:lnTo>
                  <a:pt x="94592" y="14019"/>
                </a:lnTo>
                <a:cubicBezTo>
                  <a:pt x="94615" y="14027"/>
                  <a:pt x="94636" y="14031"/>
                  <a:pt x="94655" y="14031"/>
                </a:cubicBezTo>
                <a:cubicBezTo>
                  <a:pt x="94712" y="14031"/>
                  <a:pt x="94752" y="13996"/>
                  <a:pt x="94775" y="13928"/>
                </a:cubicBezTo>
                <a:lnTo>
                  <a:pt x="94714" y="13898"/>
                </a:lnTo>
                <a:cubicBezTo>
                  <a:pt x="94714" y="13867"/>
                  <a:pt x="94775" y="13837"/>
                  <a:pt x="94775" y="13807"/>
                </a:cubicBezTo>
                <a:cubicBezTo>
                  <a:pt x="94835" y="13685"/>
                  <a:pt x="94775" y="13655"/>
                  <a:pt x="94653" y="13655"/>
                </a:cubicBezTo>
                <a:lnTo>
                  <a:pt x="94501" y="13655"/>
                </a:lnTo>
                <a:cubicBezTo>
                  <a:pt x="94471" y="13624"/>
                  <a:pt x="94440" y="13563"/>
                  <a:pt x="94471" y="13533"/>
                </a:cubicBezTo>
                <a:cubicBezTo>
                  <a:pt x="94532" y="13472"/>
                  <a:pt x="94562" y="13411"/>
                  <a:pt x="94623" y="13351"/>
                </a:cubicBezTo>
                <a:lnTo>
                  <a:pt x="94562" y="13259"/>
                </a:lnTo>
                <a:cubicBezTo>
                  <a:pt x="94482" y="13100"/>
                  <a:pt x="94356" y="13010"/>
                  <a:pt x="94265" y="13010"/>
                </a:cubicBezTo>
                <a:cubicBezTo>
                  <a:pt x="94252" y="13010"/>
                  <a:pt x="94239" y="13012"/>
                  <a:pt x="94228" y="13016"/>
                </a:cubicBezTo>
                <a:lnTo>
                  <a:pt x="94197" y="13016"/>
                </a:lnTo>
                <a:cubicBezTo>
                  <a:pt x="94194" y="13020"/>
                  <a:pt x="94190" y="13021"/>
                  <a:pt x="94185" y="13021"/>
                </a:cubicBezTo>
                <a:cubicBezTo>
                  <a:pt x="94148" y="13021"/>
                  <a:pt x="94072" y="12918"/>
                  <a:pt x="94045" y="12864"/>
                </a:cubicBezTo>
                <a:cubicBezTo>
                  <a:pt x="94015" y="12834"/>
                  <a:pt x="94167" y="12682"/>
                  <a:pt x="94228" y="12651"/>
                </a:cubicBezTo>
                <a:cubicBezTo>
                  <a:pt x="94288" y="12621"/>
                  <a:pt x="94076" y="12560"/>
                  <a:pt x="94015" y="12560"/>
                </a:cubicBezTo>
                <a:cubicBezTo>
                  <a:pt x="93954" y="12560"/>
                  <a:pt x="93984" y="12408"/>
                  <a:pt x="94015" y="12378"/>
                </a:cubicBezTo>
                <a:cubicBezTo>
                  <a:pt x="94045" y="12348"/>
                  <a:pt x="94076" y="12317"/>
                  <a:pt x="94136" y="12317"/>
                </a:cubicBezTo>
                <a:lnTo>
                  <a:pt x="94228" y="12348"/>
                </a:lnTo>
                <a:cubicBezTo>
                  <a:pt x="94263" y="12383"/>
                  <a:pt x="94309" y="12398"/>
                  <a:pt x="94360" y="12398"/>
                </a:cubicBezTo>
                <a:cubicBezTo>
                  <a:pt x="94395" y="12398"/>
                  <a:pt x="94433" y="12391"/>
                  <a:pt x="94471" y="12378"/>
                </a:cubicBezTo>
                <a:cubicBezTo>
                  <a:pt x="94471" y="12378"/>
                  <a:pt x="94410" y="12226"/>
                  <a:pt x="94349" y="12104"/>
                </a:cubicBezTo>
                <a:cubicBezTo>
                  <a:pt x="94319" y="11983"/>
                  <a:pt x="94197" y="11922"/>
                  <a:pt x="94076" y="11922"/>
                </a:cubicBezTo>
                <a:lnTo>
                  <a:pt x="94045" y="11861"/>
                </a:lnTo>
                <a:lnTo>
                  <a:pt x="93954" y="11740"/>
                </a:lnTo>
                <a:cubicBezTo>
                  <a:pt x="94076" y="11648"/>
                  <a:pt x="94106" y="11527"/>
                  <a:pt x="94045" y="11527"/>
                </a:cubicBezTo>
                <a:cubicBezTo>
                  <a:pt x="93954" y="11527"/>
                  <a:pt x="93863" y="11557"/>
                  <a:pt x="93772" y="11618"/>
                </a:cubicBezTo>
                <a:lnTo>
                  <a:pt x="93650" y="11496"/>
                </a:lnTo>
                <a:cubicBezTo>
                  <a:pt x="93650" y="11496"/>
                  <a:pt x="93620" y="11527"/>
                  <a:pt x="93620" y="11588"/>
                </a:cubicBezTo>
                <a:lnTo>
                  <a:pt x="93589" y="11618"/>
                </a:lnTo>
                <a:lnTo>
                  <a:pt x="93528" y="11709"/>
                </a:lnTo>
                <a:cubicBezTo>
                  <a:pt x="93476" y="11727"/>
                  <a:pt x="93423" y="11744"/>
                  <a:pt x="93365" y="11744"/>
                </a:cubicBezTo>
                <a:cubicBezTo>
                  <a:pt x="93322" y="11744"/>
                  <a:pt x="93276" y="11735"/>
                  <a:pt x="93225" y="11709"/>
                </a:cubicBezTo>
                <a:cubicBezTo>
                  <a:pt x="93194" y="11679"/>
                  <a:pt x="93255" y="11557"/>
                  <a:pt x="93407" y="11405"/>
                </a:cubicBezTo>
                <a:lnTo>
                  <a:pt x="93437" y="11284"/>
                </a:lnTo>
                <a:cubicBezTo>
                  <a:pt x="93437" y="11193"/>
                  <a:pt x="93346" y="11071"/>
                  <a:pt x="93285" y="10949"/>
                </a:cubicBezTo>
                <a:cubicBezTo>
                  <a:pt x="93288" y="10947"/>
                  <a:pt x="93292" y="10945"/>
                  <a:pt x="93298" y="10945"/>
                </a:cubicBezTo>
                <a:cubicBezTo>
                  <a:pt x="93352" y="10945"/>
                  <a:pt x="93534" y="11076"/>
                  <a:pt x="93589" y="11132"/>
                </a:cubicBezTo>
                <a:cubicBezTo>
                  <a:pt x="93635" y="11162"/>
                  <a:pt x="93688" y="11177"/>
                  <a:pt x="93741" y="11177"/>
                </a:cubicBezTo>
                <a:cubicBezTo>
                  <a:pt x="93794" y="11177"/>
                  <a:pt x="93848" y="11162"/>
                  <a:pt x="93893" y="11132"/>
                </a:cubicBezTo>
                <a:cubicBezTo>
                  <a:pt x="93984" y="11132"/>
                  <a:pt x="94076" y="11132"/>
                  <a:pt x="94167" y="11162"/>
                </a:cubicBezTo>
                <a:cubicBezTo>
                  <a:pt x="94181" y="11169"/>
                  <a:pt x="94194" y="11173"/>
                  <a:pt x="94204" y="11173"/>
                </a:cubicBezTo>
                <a:cubicBezTo>
                  <a:pt x="94239" y="11173"/>
                  <a:pt x="94251" y="11133"/>
                  <a:pt x="94228" y="11041"/>
                </a:cubicBezTo>
                <a:lnTo>
                  <a:pt x="94228" y="10980"/>
                </a:lnTo>
                <a:lnTo>
                  <a:pt x="94197" y="10858"/>
                </a:lnTo>
                <a:cubicBezTo>
                  <a:pt x="94076" y="10858"/>
                  <a:pt x="93954" y="10858"/>
                  <a:pt x="93832" y="10797"/>
                </a:cubicBezTo>
                <a:lnTo>
                  <a:pt x="93832" y="10767"/>
                </a:lnTo>
                <a:lnTo>
                  <a:pt x="93802" y="10615"/>
                </a:lnTo>
                <a:cubicBezTo>
                  <a:pt x="93775" y="10642"/>
                  <a:pt x="93735" y="10657"/>
                  <a:pt x="93697" y="10657"/>
                </a:cubicBezTo>
                <a:cubicBezTo>
                  <a:pt x="93650" y="10657"/>
                  <a:pt x="93606" y="10635"/>
                  <a:pt x="93589" y="10585"/>
                </a:cubicBezTo>
                <a:lnTo>
                  <a:pt x="93559" y="10585"/>
                </a:lnTo>
                <a:cubicBezTo>
                  <a:pt x="93376" y="10585"/>
                  <a:pt x="93437" y="10463"/>
                  <a:pt x="93376" y="10433"/>
                </a:cubicBezTo>
                <a:lnTo>
                  <a:pt x="93346" y="10402"/>
                </a:lnTo>
                <a:cubicBezTo>
                  <a:pt x="93285" y="10402"/>
                  <a:pt x="93012" y="10372"/>
                  <a:pt x="93012" y="10311"/>
                </a:cubicBezTo>
                <a:cubicBezTo>
                  <a:pt x="93012" y="10220"/>
                  <a:pt x="93042" y="10129"/>
                  <a:pt x="93073" y="10037"/>
                </a:cubicBezTo>
                <a:cubicBezTo>
                  <a:pt x="93076" y="10034"/>
                  <a:pt x="93082" y="10033"/>
                  <a:pt x="93089" y="10033"/>
                </a:cubicBezTo>
                <a:cubicBezTo>
                  <a:pt x="93149" y="10033"/>
                  <a:pt x="93326" y="10129"/>
                  <a:pt x="93407" y="10129"/>
                </a:cubicBezTo>
                <a:cubicBezTo>
                  <a:pt x="93620" y="10129"/>
                  <a:pt x="93802" y="10129"/>
                  <a:pt x="94015" y="10159"/>
                </a:cubicBezTo>
                <a:cubicBezTo>
                  <a:pt x="94159" y="10221"/>
                  <a:pt x="94317" y="10255"/>
                  <a:pt x="94480" y="10270"/>
                </a:cubicBezTo>
                <a:lnTo>
                  <a:pt x="94480" y="10270"/>
                </a:lnTo>
                <a:cubicBezTo>
                  <a:pt x="94414" y="10234"/>
                  <a:pt x="94361" y="10194"/>
                  <a:pt x="94349" y="10159"/>
                </a:cubicBezTo>
                <a:cubicBezTo>
                  <a:pt x="94334" y="10098"/>
                  <a:pt x="94334" y="10068"/>
                  <a:pt x="94345" y="10068"/>
                </a:cubicBezTo>
                <a:cubicBezTo>
                  <a:pt x="94357" y="10068"/>
                  <a:pt x="94380" y="10098"/>
                  <a:pt x="94410" y="10159"/>
                </a:cubicBezTo>
                <a:lnTo>
                  <a:pt x="94501" y="10189"/>
                </a:lnTo>
                <a:lnTo>
                  <a:pt x="94562" y="10220"/>
                </a:lnTo>
                <a:cubicBezTo>
                  <a:pt x="94668" y="10174"/>
                  <a:pt x="94737" y="10151"/>
                  <a:pt x="94771" y="10151"/>
                </a:cubicBezTo>
                <a:cubicBezTo>
                  <a:pt x="94805" y="10151"/>
                  <a:pt x="94805" y="10174"/>
                  <a:pt x="94775" y="10220"/>
                </a:cubicBezTo>
                <a:lnTo>
                  <a:pt x="94775" y="10271"/>
                </a:lnTo>
                <a:lnTo>
                  <a:pt x="94775" y="10271"/>
                </a:lnTo>
                <a:cubicBezTo>
                  <a:pt x="94883" y="10253"/>
                  <a:pt x="94990" y="10238"/>
                  <a:pt x="95090" y="10238"/>
                </a:cubicBezTo>
                <a:cubicBezTo>
                  <a:pt x="95139" y="10238"/>
                  <a:pt x="95186" y="10241"/>
                  <a:pt x="95231" y="10250"/>
                </a:cubicBezTo>
                <a:cubicBezTo>
                  <a:pt x="95322" y="10281"/>
                  <a:pt x="95413" y="10311"/>
                  <a:pt x="95504" y="10311"/>
                </a:cubicBezTo>
                <a:cubicBezTo>
                  <a:pt x="95530" y="10285"/>
                  <a:pt x="95553" y="10276"/>
                  <a:pt x="95576" y="10276"/>
                </a:cubicBezTo>
                <a:cubicBezTo>
                  <a:pt x="95623" y="10276"/>
                  <a:pt x="95666" y="10316"/>
                  <a:pt x="95717" y="10316"/>
                </a:cubicBezTo>
                <a:cubicBezTo>
                  <a:pt x="95727" y="10316"/>
                  <a:pt x="95737" y="10315"/>
                  <a:pt x="95747" y="10311"/>
                </a:cubicBezTo>
                <a:lnTo>
                  <a:pt x="95808" y="10281"/>
                </a:lnTo>
                <a:cubicBezTo>
                  <a:pt x="95869" y="10250"/>
                  <a:pt x="95778" y="10129"/>
                  <a:pt x="95747" y="10098"/>
                </a:cubicBezTo>
                <a:cubicBezTo>
                  <a:pt x="95717" y="10037"/>
                  <a:pt x="95626" y="9825"/>
                  <a:pt x="95717" y="9794"/>
                </a:cubicBezTo>
                <a:cubicBezTo>
                  <a:pt x="95808" y="9764"/>
                  <a:pt x="95717" y="9338"/>
                  <a:pt x="95656" y="9217"/>
                </a:cubicBezTo>
                <a:cubicBezTo>
                  <a:pt x="95595" y="9065"/>
                  <a:pt x="95565" y="8822"/>
                  <a:pt x="95656" y="8822"/>
                </a:cubicBezTo>
                <a:cubicBezTo>
                  <a:pt x="95778" y="8822"/>
                  <a:pt x="95899" y="8791"/>
                  <a:pt x="96021" y="8761"/>
                </a:cubicBezTo>
                <a:lnTo>
                  <a:pt x="96051" y="8639"/>
                </a:lnTo>
                <a:lnTo>
                  <a:pt x="96051" y="8578"/>
                </a:lnTo>
                <a:cubicBezTo>
                  <a:pt x="96051" y="8497"/>
                  <a:pt x="96105" y="8457"/>
                  <a:pt x="96186" y="8457"/>
                </a:cubicBezTo>
                <a:cubicBezTo>
                  <a:pt x="96227" y="8457"/>
                  <a:pt x="96274" y="8467"/>
                  <a:pt x="96325" y="8487"/>
                </a:cubicBezTo>
                <a:lnTo>
                  <a:pt x="96538" y="8487"/>
                </a:lnTo>
                <a:cubicBezTo>
                  <a:pt x="96659" y="8427"/>
                  <a:pt x="96659" y="8335"/>
                  <a:pt x="96538" y="8305"/>
                </a:cubicBezTo>
                <a:lnTo>
                  <a:pt x="96416" y="8244"/>
                </a:lnTo>
                <a:cubicBezTo>
                  <a:pt x="96386" y="8244"/>
                  <a:pt x="96355" y="8214"/>
                  <a:pt x="96355" y="8153"/>
                </a:cubicBezTo>
                <a:cubicBezTo>
                  <a:pt x="96386" y="8123"/>
                  <a:pt x="96416" y="8092"/>
                  <a:pt x="96446" y="8092"/>
                </a:cubicBezTo>
                <a:cubicBezTo>
                  <a:pt x="96468" y="8098"/>
                  <a:pt x="96489" y="8100"/>
                  <a:pt x="96508" y="8100"/>
                </a:cubicBezTo>
                <a:cubicBezTo>
                  <a:pt x="96600" y="8100"/>
                  <a:pt x="96675" y="8046"/>
                  <a:pt x="96750" y="7971"/>
                </a:cubicBezTo>
                <a:cubicBezTo>
                  <a:pt x="96781" y="7940"/>
                  <a:pt x="96781" y="7910"/>
                  <a:pt x="96750" y="7879"/>
                </a:cubicBezTo>
                <a:cubicBezTo>
                  <a:pt x="96690" y="7849"/>
                  <a:pt x="96659" y="7849"/>
                  <a:pt x="96598" y="7849"/>
                </a:cubicBezTo>
                <a:lnTo>
                  <a:pt x="96568" y="7849"/>
                </a:lnTo>
                <a:cubicBezTo>
                  <a:pt x="96564" y="7853"/>
                  <a:pt x="96560" y="7855"/>
                  <a:pt x="96555" y="7855"/>
                </a:cubicBezTo>
                <a:cubicBezTo>
                  <a:pt x="96523" y="7855"/>
                  <a:pt x="96477" y="7772"/>
                  <a:pt x="96477" y="7667"/>
                </a:cubicBezTo>
                <a:lnTo>
                  <a:pt x="96325" y="7575"/>
                </a:lnTo>
                <a:cubicBezTo>
                  <a:pt x="96234" y="7545"/>
                  <a:pt x="96234" y="7484"/>
                  <a:pt x="96173" y="7393"/>
                </a:cubicBezTo>
                <a:cubicBezTo>
                  <a:pt x="96120" y="7287"/>
                  <a:pt x="96182" y="7205"/>
                  <a:pt x="96299" y="7205"/>
                </a:cubicBezTo>
                <a:cubicBezTo>
                  <a:pt x="96316" y="7205"/>
                  <a:pt x="96335" y="7207"/>
                  <a:pt x="96355" y="7211"/>
                </a:cubicBezTo>
                <a:lnTo>
                  <a:pt x="96416" y="7211"/>
                </a:lnTo>
                <a:cubicBezTo>
                  <a:pt x="96446" y="7180"/>
                  <a:pt x="96234" y="6846"/>
                  <a:pt x="96112" y="6846"/>
                </a:cubicBezTo>
                <a:lnTo>
                  <a:pt x="95231" y="6846"/>
                </a:lnTo>
                <a:cubicBezTo>
                  <a:pt x="95109" y="6846"/>
                  <a:pt x="95048" y="6694"/>
                  <a:pt x="95048" y="6633"/>
                </a:cubicBezTo>
                <a:cubicBezTo>
                  <a:pt x="95048" y="6572"/>
                  <a:pt x="95291" y="6542"/>
                  <a:pt x="95383" y="6512"/>
                </a:cubicBezTo>
                <a:cubicBezTo>
                  <a:pt x="95443" y="6512"/>
                  <a:pt x="95383" y="6481"/>
                  <a:pt x="95200" y="6451"/>
                </a:cubicBezTo>
                <a:lnTo>
                  <a:pt x="95018" y="6451"/>
                </a:lnTo>
                <a:cubicBezTo>
                  <a:pt x="94835" y="6420"/>
                  <a:pt x="94714" y="6238"/>
                  <a:pt x="94775" y="6025"/>
                </a:cubicBezTo>
                <a:lnTo>
                  <a:pt x="94835" y="5904"/>
                </a:lnTo>
                <a:cubicBezTo>
                  <a:pt x="94835" y="5752"/>
                  <a:pt x="94714" y="5417"/>
                  <a:pt x="94744" y="5357"/>
                </a:cubicBezTo>
                <a:cubicBezTo>
                  <a:pt x="94775" y="5296"/>
                  <a:pt x="94714" y="5205"/>
                  <a:pt x="94592" y="5174"/>
                </a:cubicBezTo>
                <a:lnTo>
                  <a:pt x="94532" y="5113"/>
                </a:lnTo>
                <a:cubicBezTo>
                  <a:pt x="94519" y="5101"/>
                  <a:pt x="94507" y="5096"/>
                  <a:pt x="94496" y="5096"/>
                </a:cubicBezTo>
                <a:cubicBezTo>
                  <a:pt x="94446" y="5096"/>
                  <a:pt x="94404" y="5191"/>
                  <a:pt x="94357" y="5191"/>
                </a:cubicBezTo>
                <a:cubicBezTo>
                  <a:pt x="94335" y="5191"/>
                  <a:pt x="94313" y="5171"/>
                  <a:pt x="94288" y="5113"/>
                </a:cubicBezTo>
                <a:lnTo>
                  <a:pt x="94258" y="5053"/>
                </a:lnTo>
                <a:cubicBezTo>
                  <a:pt x="94197" y="4992"/>
                  <a:pt x="94106" y="4961"/>
                  <a:pt x="94015" y="4901"/>
                </a:cubicBezTo>
                <a:cubicBezTo>
                  <a:pt x="94106" y="4870"/>
                  <a:pt x="94228" y="4809"/>
                  <a:pt x="94349" y="4779"/>
                </a:cubicBezTo>
                <a:cubicBezTo>
                  <a:pt x="94440" y="4779"/>
                  <a:pt x="94410" y="4171"/>
                  <a:pt x="94319" y="3989"/>
                </a:cubicBezTo>
                <a:cubicBezTo>
                  <a:pt x="94246" y="3820"/>
                  <a:pt x="94403" y="3766"/>
                  <a:pt x="94532" y="3766"/>
                </a:cubicBezTo>
                <a:cubicBezTo>
                  <a:pt x="94566" y="3766"/>
                  <a:pt x="94598" y="3770"/>
                  <a:pt x="94623" y="3776"/>
                </a:cubicBezTo>
                <a:cubicBezTo>
                  <a:pt x="94657" y="3793"/>
                  <a:pt x="94686" y="3800"/>
                  <a:pt x="94710" y="3800"/>
                </a:cubicBezTo>
                <a:cubicBezTo>
                  <a:pt x="94774" y="3800"/>
                  <a:pt x="94805" y="3751"/>
                  <a:pt x="94805" y="3685"/>
                </a:cubicBezTo>
                <a:lnTo>
                  <a:pt x="94775" y="3624"/>
                </a:lnTo>
                <a:lnTo>
                  <a:pt x="94714" y="3563"/>
                </a:lnTo>
                <a:cubicBezTo>
                  <a:pt x="94623" y="3502"/>
                  <a:pt x="94562" y="3411"/>
                  <a:pt x="94532" y="3320"/>
                </a:cubicBezTo>
                <a:cubicBezTo>
                  <a:pt x="94562" y="3290"/>
                  <a:pt x="94471" y="3290"/>
                  <a:pt x="94380" y="3290"/>
                </a:cubicBezTo>
                <a:lnTo>
                  <a:pt x="94319" y="3290"/>
                </a:lnTo>
                <a:cubicBezTo>
                  <a:pt x="94288" y="3290"/>
                  <a:pt x="94288" y="3320"/>
                  <a:pt x="94288" y="3320"/>
                </a:cubicBezTo>
                <a:cubicBezTo>
                  <a:pt x="94268" y="3320"/>
                  <a:pt x="94234" y="3334"/>
                  <a:pt x="94214" y="3334"/>
                </a:cubicBezTo>
                <a:cubicBezTo>
                  <a:pt x="94204" y="3334"/>
                  <a:pt x="94197" y="3330"/>
                  <a:pt x="94197" y="3320"/>
                </a:cubicBezTo>
                <a:lnTo>
                  <a:pt x="94197" y="3259"/>
                </a:lnTo>
                <a:lnTo>
                  <a:pt x="94258" y="3198"/>
                </a:lnTo>
                <a:cubicBezTo>
                  <a:pt x="94349" y="3168"/>
                  <a:pt x="94410" y="3138"/>
                  <a:pt x="94410" y="3107"/>
                </a:cubicBezTo>
                <a:cubicBezTo>
                  <a:pt x="94410" y="3077"/>
                  <a:pt x="94380" y="3077"/>
                  <a:pt x="94349" y="3077"/>
                </a:cubicBezTo>
                <a:lnTo>
                  <a:pt x="94258" y="3077"/>
                </a:lnTo>
                <a:cubicBezTo>
                  <a:pt x="94197" y="2955"/>
                  <a:pt x="94136" y="2834"/>
                  <a:pt x="94136" y="2712"/>
                </a:cubicBezTo>
                <a:lnTo>
                  <a:pt x="94106" y="2560"/>
                </a:lnTo>
                <a:lnTo>
                  <a:pt x="94106" y="2469"/>
                </a:lnTo>
                <a:cubicBezTo>
                  <a:pt x="94106" y="2347"/>
                  <a:pt x="94136" y="2256"/>
                  <a:pt x="94197" y="2135"/>
                </a:cubicBezTo>
                <a:lnTo>
                  <a:pt x="94045" y="2104"/>
                </a:lnTo>
                <a:cubicBezTo>
                  <a:pt x="94076" y="2043"/>
                  <a:pt x="94045" y="1983"/>
                  <a:pt x="93984" y="1952"/>
                </a:cubicBezTo>
                <a:lnTo>
                  <a:pt x="93650" y="1800"/>
                </a:lnTo>
                <a:lnTo>
                  <a:pt x="93620" y="1739"/>
                </a:lnTo>
                <a:cubicBezTo>
                  <a:pt x="93589" y="1557"/>
                  <a:pt x="93346" y="1557"/>
                  <a:pt x="93316" y="1466"/>
                </a:cubicBezTo>
                <a:lnTo>
                  <a:pt x="93255" y="1314"/>
                </a:lnTo>
                <a:cubicBezTo>
                  <a:pt x="93042" y="1223"/>
                  <a:pt x="92769" y="1162"/>
                  <a:pt x="92525" y="1132"/>
                </a:cubicBezTo>
                <a:cubicBezTo>
                  <a:pt x="92509" y="1137"/>
                  <a:pt x="92492" y="1139"/>
                  <a:pt x="92475" y="1139"/>
                </a:cubicBezTo>
                <a:cubicBezTo>
                  <a:pt x="92393" y="1139"/>
                  <a:pt x="92302" y="1085"/>
                  <a:pt x="92252" y="1010"/>
                </a:cubicBezTo>
                <a:cubicBezTo>
                  <a:pt x="92252" y="980"/>
                  <a:pt x="92130" y="980"/>
                  <a:pt x="92100" y="980"/>
                </a:cubicBezTo>
                <a:cubicBezTo>
                  <a:pt x="92097" y="982"/>
                  <a:pt x="92092" y="984"/>
                  <a:pt x="92084" y="984"/>
                </a:cubicBezTo>
                <a:cubicBezTo>
                  <a:pt x="92010" y="984"/>
                  <a:pt x="91721" y="858"/>
                  <a:pt x="91583" y="858"/>
                </a:cubicBezTo>
                <a:lnTo>
                  <a:pt x="91249" y="858"/>
                </a:lnTo>
                <a:cubicBezTo>
                  <a:pt x="91203" y="881"/>
                  <a:pt x="91051" y="939"/>
                  <a:pt x="90981" y="939"/>
                </a:cubicBezTo>
                <a:cubicBezTo>
                  <a:pt x="90959" y="939"/>
                  <a:pt x="90945" y="933"/>
                  <a:pt x="90945" y="919"/>
                </a:cubicBezTo>
                <a:cubicBezTo>
                  <a:pt x="90963" y="864"/>
                  <a:pt x="90927" y="853"/>
                  <a:pt x="90888" y="853"/>
                </a:cubicBezTo>
                <a:cubicBezTo>
                  <a:pt x="90862" y="853"/>
                  <a:pt x="90835" y="858"/>
                  <a:pt x="90823" y="858"/>
                </a:cubicBezTo>
                <a:cubicBezTo>
                  <a:pt x="90811" y="864"/>
                  <a:pt x="90793" y="867"/>
                  <a:pt x="90771" y="867"/>
                </a:cubicBezTo>
                <a:cubicBezTo>
                  <a:pt x="90683" y="867"/>
                  <a:pt x="90538" y="828"/>
                  <a:pt x="90489" y="828"/>
                </a:cubicBezTo>
                <a:cubicBezTo>
                  <a:pt x="90307" y="828"/>
                  <a:pt x="90124" y="797"/>
                  <a:pt x="89942" y="767"/>
                </a:cubicBezTo>
                <a:cubicBezTo>
                  <a:pt x="89820" y="706"/>
                  <a:pt x="89607" y="645"/>
                  <a:pt x="89425" y="615"/>
                </a:cubicBezTo>
                <a:lnTo>
                  <a:pt x="89334" y="463"/>
                </a:lnTo>
                <a:cubicBezTo>
                  <a:pt x="89334" y="402"/>
                  <a:pt x="89151" y="372"/>
                  <a:pt x="89121" y="372"/>
                </a:cubicBezTo>
                <a:cubicBezTo>
                  <a:pt x="89060" y="372"/>
                  <a:pt x="88969" y="432"/>
                  <a:pt x="88939" y="432"/>
                </a:cubicBezTo>
                <a:cubicBezTo>
                  <a:pt x="88787" y="402"/>
                  <a:pt x="89000" y="341"/>
                  <a:pt x="88939" y="311"/>
                </a:cubicBezTo>
                <a:cubicBezTo>
                  <a:pt x="88834" y="258"/>
                  <a:pt x="88683" y="183"/>
                  <a:pt x="88586" y="183"/>
                </a:cubicBezTo>
                <a:cubicBezTo>
                  <a:pt x="88570" y="183"/>
                  <a:pt x="88556" y="185"/>
                  <a:pt x="88544" y="189"/>
                </a:cubicBezTo>
                <a:cubicBezTo>
                  <a:pt x="88483" y="220"/>
                  <a:pt x="88422" y="235"/>
                  <a:pt x="88361" y="235"/>
                </a:cubicBezTo>
                <a:cubicBezTo>
                  <a:pt x="88300" y="235"/>
                  <a:pt x="88240" y="220"/>
                  <a:pt x="88179" y="189"/>
                </a:cubicBezTo>
                <a:cubicBezTo>
                  <a:pt x="88036" y="118"/>
                  <a:pt x="87894" y="89"/>
                  <a:pt x="87751" y="89"/>
                </a:cubicBezTo>
                <a:cubicBezTo>
                  <a:pt x="87651" y="89"/>
                  <a:pt x="87550" y="103"/>
                  <a:pt x="87449" y="129"/>
                </a:cubicBezTo>
                <a:lnTo>
                  <a:pt x="87237" y="189"/>
                </a:lnTo>
                <a:cubicBezTo>
                  <a:pt x="87202" y="155"/>
                  <a:pt x="87168" y="138"/>
                  <a:pt x="87137" y="138"/>
                </a:cubicBezTo>
                <a:cubicBezTo>
                  <a:pt x="87086" y="138"/>
                  <a:pt x="87043" y="186"/>
                  <a:pt x="87024" y="280"/>
                </a:cubicBezTo>
                <a:lnTo>
                  <a:pt x="86811" y="159"/>
                </a:lnTo>
                <a:lnTo>
                  <a:pt x="86689" y="68"/>
                </a:lnTo>
                <a:cubicBezTo>
                  <a:pt x="86641" y="60"/>
                  <a:pt x="86592" y="56"/>
                  <a:pt x="86543" y="56"/>
                </a:cubicBezTo>
                <a:cubicBezTo>
                  <a:pt x="86411" y="56"/>
                  <a:pt x="86284" y="84"/>
                  <a:pt x="86173" y="129"/>
                </a:cubicBezTo>
                <a:cubicBezTo>
                  <a:pt x="86173" y="144"/>
                  <a:pt x="86112" y="151"/>
                  <a:pt x="86044" y="151"/>
                </a:cubicBezTo>
                <a:cubicBezTo>
                  <a:pt x="85975" y="151"/>
                  <a:pt x="85899" y="144"/>
                  <a:pt x="85869" y="129"/>
                </a:cubicBezTo>
                <a:cubicBezTo>
                  <a:pt x="85778" y="68"/>
                  <a:pt x="85686" y="68"/>
                  <a:pt x="85595" y="68"/>
                </a:cubicBezTo>
                <a:cubicBezTo>
                  <a:pt x="85555" y="68"/>
                  <a:pt x="85433" y="41"/>
                  <a:pt x="85375" y="41"/>
                </a:cubicBezTo>
                <a:cubicBezTo>
                  <a:pt x="85345" y="41"/>
                  <a:pt x="85332" y="47"/>
                  <a:pt x="85352" y="68"/>
                </a:cubicBezTo>
                <a:cubicBezTo>
                  <a:pt x="85364" y="104"/>
                  <a:pt x="85343" y="116"/>
                  <a:pt x="85310" y="116"/>
                </a:cubicBezTo>
                <a:cubicBezTo>
                  <a:pt x="85258" y="116"/>
                  <a:pt x="85176" y="86"/>
                  <a:pt x="85139" y="68"/>
                </a:cubicBezTo>
                <a:cubicBezTo>
                  <a:pt x="85087" y="68"/>
                  <a:pt x="84923" y="1"/>
                  <a:pt x="84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0"/>
          <p:cNvSpPr/>
          <p:nvPr/>
        </p:nvSpPr>
        <p:spPr>
          <a:xfrm>
            <a:off x="1176722" y="2863504"/>
            <a:ext cx="6752318" cy="111100"/>
          </a:xfrm>
          <a:custGeom>
            <a:rect b="b" l="l" r="r" t="t"/>
            <a:pathLst>
              <a:path extrusionOk="0" h="4444" w="95747">
                <a:moveTo>
                  <a:pt x="87163" y="1"/>
                </a:moveTo>
                <a:cubicBezTo>
                  <a:pt x="87141" y="1"/>
                  <a:pt x="87107" y="40"/>
                  <a:pt x="87063" y="40"/>
                </a:cubicBezTo>
                <a:cubicBezTo>
                  <a:pt x="87042" y="40"/>
                  <a:pt x="87018" y="32"/>
                  <a:pt x="86993" y="6"/>
                </a:cubicBezTo>
                <a:cubicBezTo>
                  <a:pt x="86947" y="74"/>
                  <a:pt x="86884" y="108"/>
                  <a:pt x="86830" y="108"/>
                </a:cubicBezTo>
                <a:cubicBezTo>
                  <a:pt x="86812" y="108"/>
                  <a:pt x="86795" y="105"/>
                  <a:pt x="86780" y="97"/>
                </a:cubicBezTo>
                <a:cubicBezTo>
                  <a:pt x="86735" y="52"/>
                  <a:pt x="86544" y="24"/>
                  <a:pt x="86373" y="24"/>
                </a:cubicBezTo>
                <a:cubicBezTo>
                  <a:pt x="86311" y="24"/>
                  <a:pt x="86251" y="28"/>
                  <a:pt x="86202" y="36"/>
                </a:cubicBezTo>
                <a:lnTo>
                  <a:pt x="86081" y="188"/>
                </a:lnTo>
                <a:cubicBezTo>
                  <a:pt x="86050" y="188"/>
                  <a:pt x="85868" y="127"/>
                  <a:pt x="85807" y="127"/>
                </a:cubicBezTo>
                <a:cubicBezTo>
                  <a:pt x="85716" y="158"/>
                  <a:pt x="85625" y="158"/>
                  <a:pt x="85503" y="158"/>
                </a:cubicBezTo>
                <a:cubicBezTo>
                  <a:pt x="85442" y="158"/>
                  <a:pt x="85260" y="127"/>
                  <a:pt x="85138" y="97"/>
                </a:cubicBezTo>
                <a:lnTo>
                  <a:pt x="84804" y="97"/>
                </a:lnTo>
                <a:lnTo>
                  <a:pt x="83983" y="127"/>
                </a:lnTo>
                <a:lnTo>
                  <a:pt x="83710" y="127"/>
                </a:lnTo>
                <a:cubicBezTo>
                  <a:pt x="83588" y="158"/>
                  <a:pt x="83467" y="188"/>
                  <a:pt x="83315" y="188"/>
                </a:cubicBezTo>
                <a:cubicBezTo>
                  <a:pt x="83284" y="188"/>
                  <a:pt x="83132" y="158"/>
                  <a:pt x="83011" y="158"/>
                </a:cubicBezTo>
                <a:lnTo>
                  <a:pt x="82889" y="97"/>
                </a:lnTo>
                <a:lnTo>
                  <a:pt x="82828" y="97"/>
                </a:lnTo>
                <a:cubicBezTo>
                  <a:pt x="82780" y="162"/>
                  <a:pt x="82713" y="192"/>
                  <a:pt x="82643" y="192"/>
                </a:cubicBezTo>
                <a:cubicBezTo>
                  <a:pt x="82583" y="192"/>
                  <a:pt x="82520" y="170"/>
                  <a:pt x="82464" y="127"/>
                </a:cubicBezTo>
                <a:cubicBezTo>
                  <a:pt x="82426" y="102"/>
                  <a:pt x="82390" y="93"/>
                  <a:pt x="82355" y="93"/>
                </a:cubicBezTo>
                <a:cubicBezTo>
                  <a:pt x="82240" y="93"/>
                  <a:pt x="82138" y="198"/>
                  <a:pt x="82051" y="198"/>
                </a:cubicBezTo>
                <a:cubicBezTo>
                  <a:pt x="82036" y="198"/>
                  <a:pt x="82022" y="195"/>
                  <a:pt x="82008" y="188"/>
                </a:cubicBezTo>
                <a:lnTo>
                  <a:pt x="81856" y="67"/>
                </a:lnTo>
                <a:cubicBezTo>
                  <a:pt x="81722" y="111"/>
                  <a:pt x="81572" y="139"/>
                  <a:pt x="81430" y="139"/>
                </a:cubicBezTo>
                <a:cubicBezTo>
                  <a:pt x="81378" y="139"/>
                  <a:pt x="81327" y="136"/>
                  <a:pt x="81278" y="127"/>
                </a:cubicBezTo>
                <a:lnTo>
                  <a:pt x="80913" y="127"/>
                </a:lnTo>
                <a:cubicBezTo>
                  <a:pt x="80670" y="127"/>
                  <a:pt x="80458" y="158"/>
                  <a:pt x="80214" y="219"/>
                </a:cubicBezTo>
                <a:lnTo>
                  <a:pt x="80154" y="158"/>
                </a:lnTo>
                <a:lnTo>
                  <a:pt x="79971" y="36"/>
                </a:lnTo>
                <a:cubicBezTo>
                  <a:pt x="79860" y="92"/>
                  <a:pt x="79573" y="223"/>
                  <a:pt x="79500" y="223"/>
                </a:cubicBezTo>
                <a:cubicBezTo>
                  <a:pt x="79493" y="223"/>
                  <a:pt x="79488" y="221"/>
                  <a:pt x="79485" y="219"/>
                </a:cubicBezTo>
                <a:cubicBezTo>
                  <a:pt x="79469" y="203"/>
                  <a:pt x="79436" y="197"/>
                  <a:pt x="79395" y="197"/>
                </a:cubicBezTo>
                <a:cubicBezTo>
                  <a:pt x="79303" y="197"/>
                  <a:pt x="79168" y="225"/>
                  <a:pt x="79083" y="225"/>
                </a:cubicBezTo>
                <a:cubicBezTo>
                  <a:pt x="79061" y="225"/>
                  <a:pt x="79043" y="223"/>
                  <a:pt x="79029" y="219"/>
                </a:cubicBezTo>
                <a:cubicBezTo>
                  <a:pt x="78877" y="127"/>
                  <a:pt x="78695" y="97"/>
                  <a:pt x="78512" y="67"/>
                </a:cubicBezTo>
                <a:cubicBezTo>
                  <a:pt x="78299" y="67"/>
                  <a:pt x="78117" y="67"/>
                  <a:pt x="77904" y="97"/>
                </a:cubicBezTo>
                <a:cubicBezTo>
                  <a:pt x="77813" y="127"/>
                  <a:pt x="77691" y="127"/>
                  <a:pt x="77570" y="127"/>
                </a:cubicBezTo>
                <a:cubicBezTo>
                  <a:pt x="77570" y="97"/>
                  <a:pt x="77540" y="67"/>
                  <a:pt x="77509" y="67"/>
                </a:cubicBezTo>
                <a:cubicBezTo>
                  <a:pt x="77236" y="127"/>
                  <a:pt x="76932" y="188"/>
                  <a:pt x="76628" y="219"/>
                </a:cubicBezTo>
                <a:cubicBezTo>
                  <a:pt x="76445" y="219"/>
                  <a:pt x="76263" y="188"/>
                  <a:pt x="76111" y="127"/>
                </a:cubicBezTo>
                <a:lnTo>
                  <a:pt x="76050" y="127"/>
                </a:lnTo>
                <a:cubicBezTo>
                  <a:pt x="75989" y="67"/>
                  <a:pt x="75929" y="67"/>
                  <a:pt x="75837" y="36"/>
                </a:cubicBezTo>
                <a:lnTo>
                  <a:pt x="75777" y="36"/>
                </a:lnTo>
                <a:cubicBezTo>
                  <a:pt x="75655" y="97"/>
                  <a:pt x="75533" y="158"/>
                  <a:pt x="75412" y="188"/>
                </a:cubicBezTo>
                <a:lnTo>
                  <a:pt x="75260" y="127"/>
                </a:lnTo>
                <a:cubicBezTo>
                  <a:pt x="75214" y="112"/>
                  <a:pt x="75161" y="105"/>
                  <a:pt x="75108" y="105"/>
                </a:cubicBezTo>
                <a:cubicBezTo>
                  <a:pt x="75055" y="105"/>
                  <a:pt x="75001" y="112"/>
                  <a:pt x="74956" y="127"/>
                </a:cubicBezTo>
                <a:lnTo>
                  <a:pt x="74682" y="219"/>
                </a:lnTo>
                <a:cubicBezTo>
                  <a:pt x="74530" y="203"/>
                  <a:pt x="74333" y="203"/>
                  <a:pt x="74162" y="203"/>
                </a:cubicBezTo>
                <a:cubicBezTo>
                  <a:pt x="73991" y="203"/>
                  <a:pt x="73846" y="203"/>
                  <a:pt x="73801" y="188"/>
                </a:cubicBezTo>
                <a:cubicBezTo>
                  <a:pt x="73588" y="188"/>
                  <a:pt x="73375" y="188"/>
                  <a:pt x="73193" y="219"/>
                </a:cubicBezTo>
                <a:lnTo>
                  <a:pt x="72767" y="188"/>
                </a:lnTo>
                <a:lnTo>
                  <a:pt x="72707" y="158"/>
                </a:lnTo>
                <a:lnTo>
                  <a:pt x="72615" y="97"/>
                </a:lnTo>
                <a:cubicBezTo>
                  <a:pt x="72570" y="112"/>
                  <a:pt x="72517" y="120"/>
                  <a:pt x="72460" y="120"/>
                </a:cubicBezTo>
                <a:cubicBezTo>
                  <a:pt x="72403" y="120"/>
                  <a:pt x="72342" y="112"/>
                  <a:pt x="72281" y="97"/>
                </a:cubicBezTo>
                <a:lnTo>
                  <a:pt x="72190" y="97"/>
                </a:lnTo>
                <a:cubicBezTo>
                  <a:pt x="72099" y="127"/>
                  <a:pt x="71947" y="188"/>
                  <a:pt x="71886" y="188"/>
                </a:cubicBezTo>
                <a:cubicBezTo>
                  <a:pt x="71795" y="188"/>
                  <a:pt x="71704" y="127"/>
                  <a:pt x="71612" y="127"/>
                </a:cubicBezTo>
                <a:cubicBezTo>
                  <a:pt x="71582" y="127"/>
                  <a:pt x="71552" y="188"/>
                  <a:pt x="71521" y="219"/>
                </a:cubicBezTo>
                <a:lnTo>
                  <a:pt x="71491" y="219"/>
                </a:lnTo>
                <a:cubicBezTo>
                  <a:pt x="71442" y="219"/>
                  <a:pt x="71335" y="180"/>
                  <a:pt x="71279" y="180"/>
                </a:cubicBezTo>
                <a:cubicBezTo>
                  <a:pt x="71265" y="180"/>
                  <a:pt x="71254" y="182"/>
                  <a:pt x="71248" y="188"/>
                </a:cubicBezTo>
                <a:cubicBezTo>
                  <a:pt x="71187" y="219"/>
                  <a:pt x="71126" y="219"/>
                  <a:pt x="71065" y="219"/>
                </a:cubicBezTo>
                <a:lnTo>
                  <a:pt x="70761" y="127"/>
                </a:lnTo>
                <a:lnTo>
                  <a:pt x="70609" y="158"/>
                </a:lnTo>
                <a:cubicBezTo>
                  <a:pt x="70549" y="188"/>
                  <a:pt x="70488" y="249"/>
                  <a:pt x="70427" y="249"/>
                </a:cubicBezTo>
                <a:lnTo>
                  <a:pt x="70366" y="249"/>
                </a:lnTo>
                <a:cubicBezTo>
                  <a:pt x="70275" y="188"/>
                  <a:pt x="70184" y="158"/>
                  <a:pt x="70093" y="127"/>
                </a:cubicBezTo>
                <a:cubicBezTo>
                  <a:pt x="70001" y="158"/>
                  <a:pt x="69910" y="188"/>
                  <a:pt x="69819" y="219"/>
                </a:cubicBezTo>
                <a:cubicBezTo>
                  <a:pt x="69768" y="219"/>
                  <a:pt x="69612" y="113"/>
                  <a:pt x="69509" y="113"/>
                </a:cubicBezTo>
                <a:cubicBezTo>
                  <a:pt x="69488" y="113"/>
                  <a:pt x="69469" y="117"/>
                  <a:pt x="69454" y="127"/>
                </a:cubicBezTo>
                <a:cubicBezTo>
                  <a:pt x="69393" y="158"/>
                  <a:pt x="69333" y="188"/>
                  <a:pt x="69241" y="219"/>
                </a:cubicBezTo>
                <a:cubicBezTo>
                  <a:pt x="69181" y="219"/>
                  <a:pt x="69120" y="219"/>
                  <a:pt x="69029" y="188"/>
                </a:cubicBezTo>
                <a:lnTo>
                  <a:pt x="68968" y="188"/>
                </a:lnTo>
                <a:cubicBezTo>
                  <a:pt x="68898" y="171"/>
                  <a:pt x="68797" y="153"/>
                  <a:pt x="68719" y="153"/>
                </a:cubicBezTo>
                <a:cubicBezTo>
                  <a:pt x="68661" y="153"/>
                  <a:pt x="68616" y="162"/>
                  <a:pt x="68603" y="188"/>
                </a:cubicBezTo>
                <a:cubicBezTo>
                  <a:pt x="68557" y="234"/>
                  <a:pt x="68514" y="249"/>
                  <a:pt x="68473" y="249"/>
                </a:cubicBezTo>
                <a:cubicBezTo>
                  <a:pt x="68389" y="249"/>
                  <a:pt x="68312" y="185"/>
                  <a:pt x="68237" y="185"/>
                </a:cubicBezTo>
                <a:cubicBezTo>
                  <a:pt x="68227" y="185"/>
                  <a:pt x="68218" y="186"/>
                  <a:pt x="68208" y="188"/>
                </a:cubicBezTo>
                <a:cubicBezTo>
                  <a:pt x="68041" y="234"/>
                  <a:pt x="67866" y="257"/>
                  <a:pt x="67691" y="257"/>
                </a:cubicBezTo>
                <a:cubicBezTo>
                  <a:pt x="67517" y="257"/>
                  <a:pt x="67342" y="234"/>
                  <a:pt x="67175" y="188"/>
                </a:cubicBezTo>
                <a:lnTo>
                  <a:pt x="66840" y="219"/>
                </a:lnTo>
                <a:cubicBezTo>
                  <a:pt x="66800" y="300"/>
                  <a:pt x="66719" y="340"/>
                  <a:pt x="66633" y="340"/>
                </a:cubicBezTo>
                <a:cubicBezTo>
                  <a:pt x="66590" y="340"/>
                  <a:pt x="66546" y="330"/>
                  <a:pt x="66506" y="310"/>
                </a:cubicBezTo>
                <a:lnTo>
                  <a:pt x="66324" y="249"/>
                </a:lnTo>
                <a:cubicBezTo>
                  <a:pt x="66234" y="285"/>
                  <a:pt x="66135" y="299"/>
                  <a:pt x="66031" y="299"/>
                </a:cubicBezTo>
                <a:cubicBezTo>
                  <a:pt x="65958" y="299"/>
                  <a:pt x="65882" y="292"/>
                  <a:pt x="65807" y="279"/>
                </a:cubicBezTo>
                <a:cubicBezTo>
                  <a:pt x="65721" y="258"/>
                  <a:pt x="65620" y="236"/>
                  <a:pt x="65514" y="236"/>
                </a:cubicBezTo>
                <a:cubicBezTo>
                  <a:pt x="65470" y="236"/>
                  <a:pt x="65426" y="240"/>
                  <a:pt x="65381" y="249"/>
                </a:cubicBezTo>
                <a:lnTo>
                  <a:pt x="64925" y="249"/>
                </a:lnTo>
                <a:cubicBezTo>
                  <a:pt x="64818" y="227"/>
                  <a:pt x="64695" y="206"/>
                  <a:pt x="64579" y="206"/>
                </a:cubicBezTo>
                <a:cubicBezTo>
                  <a:pt x="64531" y="206"/>
                  <a:pt x="64483" y="210"/>
                  <a:pt x="64439" y="219"/>
                </a:cubicBezTo>
                <a:cubicBezTo>
                  <a:pt x="64317" y="219"/>
                  <a:pt x="64226" y="279"/>
                  <a:pt x="64105" y="340"/>
                </a:cubicBezTo>
                <a:lnTo>
                  <a:pt x="64013" y="401"/>
                </a:lnTo>
                <a:cubicBezTo>
                  <a:pt x="64007" y="403"/>
                  <a:pt x="64001" y="404"/>
                  <a:pt x="63995" y="404"/>
                </a:cubicBezTo>
                <a:cubicBezTo>
                  <a:pt x="63933" y="404"/>
                  <a:pt x="63883" y="302"/>
                  <a:pt x="63800" y="302"/>
                </a:cubicBezTo>
                <a:cubicBezTo>
                  <a:pt x="63773" y="302"/>
                  <a:pt x="63744" y="313"/>
                  <a:pt x="63709" y="340"/>
                </a:cubicBezTo>
                <a:lnTo>
                  <a:pt x="63649" y="371"/>
                </a:lnTo>
                <a:cubicBezTo>
                  <a:pt x="63624" y="364"/>
                  <a:pt x="63590" y="362"/>
                  <a:pt x="63550" y="362"/>
                </a:cubicBezTo>
                <a:cubicBezTo>
                  <a:pt x="63391" y="362"/>
                  <a:pt x="63138" y="401"/>
                  <a:pt x="63041" y="401"/>
                </a:cubicBezTo>
                <a:cubicBezTo>
                  <a:pt x="62919" y="371"/>
                  <a:pt x="62767" y="371"/>
                  <a:pt x="62615" y="371"/>
                </a:cubicBezTo>
                <a:cubicBezTo>
                  <a:pt x="62524" y="401"/>
                  <a:pt x="62402" y="401"/>
                  <a:pt x="62311" y="401"/>
                </a:cubicBezTo>
                <a:cubicBezTo>
                  <a:pt x="62250" y="371"/>
                  <a:pt x="61947" y="371"/>
                  <a:pt x="61855" y="371"/>
                </a:cubicBezTo>
                <a:cubicBezTo>
                  <a:pt x="61764" y="310"/>
                  <a:pt x="61643" y="279"/>
                  <a:pt x="61521" y="279"/>
                </a:cubicBezTo>
                <a:cubicBezTo>
                  <a:pt x="61460" y="279"/>
                  <a:pt x="61399" y="340"/>
                  <a:pt x="61369" y="371"/>
                </a:cubicBezTo>
                <a:lnTo>
                  <a:pt x="61339" y="401"/>
                </a:lnTo>
                <a:cubicBezTo>
                  <a:pt x="61308" y="431"/>
                  <a:pt x="61278" y="431"/>
                  <a:pt x="61247" y="431"/>
                </a:cubicBezTo>
                <a:lnTo>
                  <a:pt x="61095" y="340"/>
                </a:lnTo>
                <a:cubicBezTo>
                  <a:pt x="60939" y="366"/>
                  <a:pt x="60670" y="504"/>
                  <a:pt x="60540" y="504"/>
                </a:cubicBezTo>
                <a:cubicBezTo>
                  <a:pt x="60518" y="504"/>
                  <a:pt x="60500" y="501"/>
                  <a:pt x="60488" y="492"/>
                </a:cubicBezTo>
                <a:cubicBezTo>
                  <a:pt x="60416" y="456"/>
                  <a:pt x="60345" y="442"/>
                  <a:pt x="60274" y="442"/>
                </a:cubicBezTo>
                <a:cubicBezTo>
                  <a:pt x="60224" y="442"/>
                  <a:pt x="60173" y="449"/>
                  <a:pt x="60123" y="462"/>
                </a:cubicBezTo>
                <a:lnTo>
                  <a:pt x="59880" y="462"/>
                </a:lnTo>
                <a:cubicBezTo>
                  <a:pt x="59844" y="453"/>
                  <a:pt x="59806" y="449"/>
                  <a:pt x="59766" y="449"/>
                </a:cubicBezTo>
                <a:cubicBezTo>
                  <a:pt x="59669" y="449"/>
                  <a:pt x="59562" y="471"/>
                  <a:pt x="59454" y="492"/>
                </a:cubicBezTo>
                <a:lnTo>
                  <a:pt x="59120" y="492"/>
                </a:lnTo>
                <a:cubicBezTo>
                  <a:pt x="58937" y="522"/>
                  <a:pt x="58755" y="553"/>
                  <a:pt x="58603" y="553"/>
                </a:cubicBezTo>
                <a:lnTo>
                  <a:pt x="58390" y="553"/>
                </a:lnTo>
                <a:cubicBezTo>
                  <a:pt x="58382" y="549"/>
                  <a:pt x="58369" y="547"/>
                  <a:pt x="58354" y="547"/>
                </a:cubicBezTo>
                <a:cubicBezTo>
                  <a:pt x="58264" y="547"/>
                  <a:pt x="58078" y="614"/>
                  <a:pt x="58025" y="614"/>
                </a:cubicBezTo>
                <a:cubicBezTo>
                  <a:pt x="57752" y="583"/>
                  <a:pt x="57478" y="553"/>
                  <a:pt x="57205" y="553"/>
                </a:cubicBezTo>
                <a:cubicBezTo>
                  <a:pt x="57022" y="583"/>
                  <a:pt x="56566" y="583"/>
                  <a:pt x="56445" y="583"/>
                </a:cubicBezTo>
                <a:cubicBezTo>
                  <a:pt x="56323" y="583"/>
                  <a:pt x="56171" y="644"/>
                  <a:pt x="56050" y="674"/>
                </a:cubicBezTo>
                <a:cubicBezTo>
                  <a:pt x="55989" y="674"/>
                  <a:pt x="55898" y="705"/>
                  <a:pt x="55837" y="766"/>
                </a:cubicBezTo>
                <a:cubicBezTo>
                  <a:pt x="55833" y="770"/>
                  <a:pt x="55825" y="772"/>
                  <a:pt x="55815" y="772"/>
                </a:cubicBezTo>
                <a:cubicBezTo>
                  <a:pt x="55757" y="772"/>
                  <a:pt x="55616" y="705"/>
                  <a:pt x="55563" y="705"/>
                </a:cubicBezTo>
                <a:cubicBezTo>
                  <a:pt x="55472" y="674"/>
                  <a:pt x="55168" y="644"/>
                  <a:pt x="55077" y="644"/>
                </a:cubicBezTo>
                <a:lnTo>
                  <a:pt x="54895" y="614"/>
                </a:lnTo>
                <a:lnTo>
                  <a:pt x="54560" y="644"/>
                </a:lnTo>
                <a:lnTo>
                  <a:pt x="54408" y="674"/>
                </a:lnTo>
                <a:lnTo>
                  <a:pt x="54226" y="705"/>
                </a:lnTo>
                <a:cubicBezTo>
                  <a:pt x="54125" y="705"/>
                  <a:pt x="54023" y="718"/>
                  <a:pt x="53922" y="718"/>
                </a:cubicBezTo>
                <a:cubicBezTo>
                  <a:pt x="53871" y="718"/>
                  <a:pt x="53821" y="715"/>
                  <a:pt x="53770" y="705"/>
                </a:cubicBezTo>
                <a:lnTo>
                  <a:pt x="53648" y="705"/>
                </a:lnTo>
                <a:cubicBezTo>
                  <a:pt x="53588" y="705"/>
                  <a:pt x="53459" y="718"/>
                  <a:pt x="53354" y="718"/>
                </a:cubicBezTo>
                <a:cubicBezTo>
                  <a:pt x="53301" y="718"/>
                  <a:pt x="53253" y="715"/>
                  <a:pt x="53223" y="705"/>
                </a:cubicBezTo>
                <a:cubicBezTo>
                  <a:pt x="53122" y="705"/>
                  <a:pt x="53034" y="691"/>
                  <a:pt x="52942" y="691"/>
                </a:cubicBezTo>
                <a:cubicBezTo>
                  <a:pt x="52895" y="691"/>
                  <a:pt x="52848" y="695"/>
                  <a:pt x="52797" y="705"/>
                </a:cubicBezTo>
                <a:lnTo>
                  <a:pt x="52676" y="735"/>
                </a:lnTo>
                <a:lnTo>
                  <a:pt x="52585" y="766"/>
                </a:lnTo>
                <a:lnTo>
                  <a:pt x="51977" y="766"/>
                </a:lnTo>
                <a:lnTo>
                  <a:pt x="51764" y="735"/>
                </a:lnTo>
                <a:lnTo>
                  <a:pt x="51673" y="705"/>
                </a:lnTo>
                <a:cubicBezTo>
                  <a:pt x="51430" y="766"/>
                  <a:pt x="51217" y="796"/>
                  <a:pt x="50974" y="826"/>
                </a:cubicBezTo>
                <a:cubicBezTo>
                  <a:pt x="50867" y="842"/>
                  <a:pt x="50655" y="842"/>
                  <a:pt x="50457" y="842"/>
                </a:cubicBezTo>
                <a:cubicBezTo>
                  <a:pt x="50259" y="842"/>
                  <a:pt x="50077" y="842"/>
                  <a:pt x="50031" y="857"/>
                </a:cubicBezTo>
                <a:cubicBezTo>
                  <a:pt x="50007" y="865"/>
                  <a:pt x="49980" y="869"/>
                  <a:pt x="49953" y="869"/>
                </a:cubicBezTo>
                <a:cubicBezTo>
                  <a:pt x="49879" y="869"/>
                  <a:pt x="49802" y="841"/>
                  <a:pt x="49758" y="796"/>
                </a:cubicBezTo>
                <a:cubicBezTo>
                  <a:pt x="49738" y="796"/>
                  <a:pt x="49650" y="810"/>
                  <a:pt x="49575" y="810"/>
                </a:cubicBezTo>
                <a:cubicBezTo>
                  <a:pt x="49538" y="810"/>
                  <a:pt x="49505" y="806"/>
                  <a:pt x="49484" y="796"/>
                </a:cubicBezTo>
                <a:cubicBezTo>
                  <a:pt x="49393" y="796"/>
                  <a:pt x="49272" y="766"/>
                  <a:pt x="49150" y="766"/>
                </a:cubicBezTo>
                <a:cubicBezTo>
                  <a:pt x="49059" y="766"/>
                  <a:pt x="48937" y="796"/>
                  <a:pt x="48846" y="796"/>
                </a:cubicBezTo>
                <a:cubicBezTo>
                  <a:pt x="48770" y="811"/>
                  <a:pt x="48702" y="819"/>
                  <a:pt x="48633" y="819"/>
                </a:cubicBezTo>
                <a:cubicBezTo>
                  <a:pt x="48565" y="819"/>
                  <a:pt x="48496" y="811"/>
                  <a:pt x="48420" y="796"/>
                </a:cubicBezTo>
                <a:cubicBezTo>
                  <a:pt x="48329" y="796"/>
                  <a:pt x="48208" y="826"/>
                  <a:pt x="48086" y="887"/>
                </a:cubicBezTo>
                <a:lnTo>
                  <a:pt x="47995" y="918"/>
                </a:lnTo>
                <a:lnTo>
                  <a:pt x="47904" y="948"/>
                </a:lnTo>
                <a:cubicBezTo>
                  <a:pt x="47866" y="935"/>
                  <a:pt x="47823" y="928"/>
                  <a:pt x="47779" y="928"/>
                </a:cubicBezTo>
                <a:cubicBezTo>
                  <a:pt x="47717" y="928"/>
                  <a:pt x="47653" y="943"/>
                  <a:pt x="47600" y="978"/>
                </a:cubicBezTo>
                <a:lnTo>
                  <a:pt x="47509" y="918"/>
                </a:lnTo>
                <a:lnTo>
                  <a:pt x="47417" y="887"/>
                </a:lnTo>
                <a:cubicBezTo>
                  <a:pt x="47344" y="887"/>
                  <a:pt x="46960" y="926"/>
                  <a:pt x="46747" y="926"/>
                </a:cubicBezTo>
                <a:cubicBezTo>
                  <a:pt x="46694" y="926"/>
                  <a:pt x="46651" y="924"/>
                  <a:pt x="46627" y="918"/>
                </a:cubicBezTo>
                <a:cubicBezTo>
                  <a:pt x="46536" y="887"/>
                  <a:pt x="46414" y="887"/>
                  <a:pt x="46323" y="887"/>
                </a:cubicBezTo>
                <a:lnTo>
                  <a:pt x="46293" y="918"/>
                </a:lnTo>
                <a:lnTo>
                  <a:pt x="46262" y="948"/>
                </a:lnTo>
                <a:cubicBezTo>
                  <a:pt x="46262" y="954"/>
                  <a:pt x="46254" y="957"/>
                  <a:pt x="46240" y="957"/>
                </a:cubicBezTo>
                <a:cubicBezTo>
                  <a:pt x="46183" y="957"/>
                  <a:pt x="46037" y="918"/>
                  <a:pt x="45989" y="918"/>
                </a:cubicBezTo>
                <a:cubicBezTo>
                  <a:pt x="45837" y="918"/>
                  <a:pt x="45715" y="948"/>
                  <a:pt x="45594" y="948"/>
                </a:cubicBezTo>
                <a:lnTo>
                  <a:pt x="45472" y="948"/>
                </a:lnTo>
                <a:cubicBezTo>
                  <a:pt x="45460" y="954"/>
                  <a:pt x="45447" y="957"/>
                  <a:pt x="45432" y="957"/>
                </a:cubicBezTo>
                <a:cubicBezTo>
                  <a:pt x="45375" y="957"/>
                  <a:pt x="45302" y="918"/>
                  <a:pt x="45229" y="918"/>
                </a:cubicBezTo>
                <a:cubicBezTo>
                  <a:pt x="45138" y="918"/>
                  <a:pt x="45047" y="948"/>
                  <a:pt x="44955" y="978"/>
                </a:cubicBezTo>
                <a:cubicBezTo>
                  <a:pt x="44955" y="978"/>
                  <a:pt x="44844" y="911"/>
                  <a:pt x="44773" y="911"/>
                </a:cubicBezTo>
                <a:cubicBezTo>
                  <a:pt x="44762" y="911"/>
                  <a:pt x="44751" y="913"/>
                  <a:pt x="44743" y="918"/>
                </a:cubicBezTo>
                <a:cubicBezTo>
                  <a:pt x="44591" y="978"/>
                  <a:pt x="44469" y="1009"/>
                  <a:pt x="44317" y="1009"/>
                </a:cubicBezTo>
                <a:cubicBezTo>
                  <a:pt x="44135" y="1009"/>
                  <a:pt x="43952" y="1009"/>
                  <a:pt x="43800" y="1039"/>
                </a:cubicBezTo>
                <a:lnTo>
                  <a:pt x="43375" y="1039"/>
                </a:lnTo>
                <a:cubicBezTo>
                  <a:pt x="43253" y="1024"/>
                  <a:pt x="43132" y="1016"/>
                  <a:pt x="43010" y="1016"/>
                </a:cubicBezTo>
                <a:cubicBezTo>
                  <a:pt x="42888" y="1016"/>
                  <a:pt x="42767" y="1024"/>
                  <a:pt x="42645" y="1039"/>
                </a:cubicBezTo>
                <a:cubicBezTo>
                  <a:pt x="42463" y="1070"/>
                  <a:pt x="42281" y="1100"/>
                  <a:pt x="42098" y="1100"/>
                </a:cubicBezTo>
                <a:lnTo>
                  <a:pt x="41916" y="978"/>
                </a:lnTo>
                <a:lnTo>
                  <a:pt x="41794" y="1039"/>
                </a:lnTo>
                <a:lnTo>
                  <a:pt x="41673" y="1100"/>
                </a:lnTo>
                <a:lnTo>
                  <a:pt x="40943" y="1100"/>
                </a:lnTo>
                <a:cubicBezTo>
                  <a:pt x="40791" y="1070"/>
                  <a:pt x="40609" y="1070"/>
                  <a:pt x="40457" y="1070"/>
                </a:cubicBezTo>
                <a:cubicBezTo>
                  <a:pt x="40366" y="1070"/>
                  <a:pt x="40122" y="1161"/>
                  <a:pt x="40031" y="1161"/>
                </a:cubicBezTo>
                <a:cubicBezTo>
                  <a:pt x="39940" y="1146"/>
                  <a:pt x="39849" y="1138"/>
                  <a:pt x="39758" y="1138"/>
                </a:cubicBezTo>
                <a:cubicBezTo>
                  <a:pt x="39666" y="1138"/>
                  <a:pt x="39575" y="1146"/>
                  <a:pt x="39484" y="1161"/>
                </a:cubicBezTo>
                <a:cubicBezTo>
                  <a:pt x="39393" y="1191"/>
                  <a:pt x="39180" y="1313"/>
                  <a:pt x="39089" y="1343"/>
                </a:cubicBezTo>
                <a:cubicBezTo>
                  <a:pt x="39082" y="1346"/>
                  <a:pt x="39075" y="1348"/>
                  <a:pt x="39067" y="1348"/>
                </a:cubicBezTo>
                <a:cubicBezTo>
                  <a:pt x="39003" y="1348"/>
                  <a:pt x="38907" y="1245"/>
                  <a:pt x="38907" y="1191"/>
                </a:cubicBezTo>
                <a:cubicBezTo>
                  <a:pt x="38907" y="1176"/>
                  <a:pt x="38891" y="1168"/>
                  <a:pt x="38869" y="1168"/>
                </a:cubicBezTo>
                <a:cubicBezTo>
                  <a:pt x="38846" y="1168"/>
                  <a:pt x="38815" y="1176"/>
                  <a:pt x="38785" y="1191"/>
                </a:cubicBezTo>
                <a:lnTo>
                  <a:pt x="38663" y="1191"/>
                </a:lnTo>
                <a:cubicBezTo>
                  <a:pt x="38542" y="1161"/>
                  <a:pt x="38420" y="1161"/>
                  <a:pt x="38268" y="1161"/>
                </a:cubicBezTo>
                <a:cubicBezTo>
                  <a:pt x="38116" y="1130"/>
                  <a:pt x="37964" y="1130"/>
                  <a:pt x="37782" y="1130"/>
                </a:cubicBezTo>
                <a:cubicBezTo>
                  <a:pt x="37660" y="1161"/>
                  <a:pt x="37417" y="1191"/>
                  <a:pt x="37235" y="1222"/>
                </a:cubicBezTo>
                <a:lnTo>
                  <a:pt x="37083" y="1191"/>
                </a:lnTo>
                <a:lnTo>
                  <a:pt x="36992" y="1130"/>
                </a:lnTo>
                <a:cubicBezTo>
                  <a:pt x="36961" y="1146"/>
                  <a:pt x="36908" y="1146"/>
                  <a:pt x="36859" y="1146"/>
                </a:cubicBezTo>
                <a:cubicBezTo>
                  <a:pt x="36809" y="1146"/>
                  <a:pt x="36764" y="1146"/>
                  <a:pt x="36748" y="1161"/>
                </a:cubicBezTo>
                <a:cubicBezTo>
                  <a:pt x="36688" y="1191"/>
                  <a:pt x="36627" y="1222"/>
                  <a:pt x="36536" y="1252"/>
                </a:cubicBezTo>
                <a:cubicBezTo>
                  <a:pt x="36511" y="1252"/>
                  <a:pt x="36351" y="1213"/>
                  <a:pt x="36257" y="1213"/>
                </a:cubicBezTo>
                <a:cubicBezTo>
                  <a:pt x="36233" y="1213"/>
                  <a:pt x="36214" y="1216"/>
                  <a:pt x="36201" y="1222"/>
                </a:cubicBezTo>
                <a:cubicBezTo>
                  <a:pt x="36049" y="1282"/>
                  <a:pt x="35897" y="1313"/>
                  <a:pt x="35745" y="1313"/>
                </a:cubicBezTo>
                <a:cubicBezTo>
                  <a:pt x="35624" y="1282"/>
                  <a:pt x="35472" y="1222"/>
                  <a:pt x="35320" y="1161"/>
                </a:cubicBezTo>
                <a:lnTo>
                  <a:pt x="35198" y="1282"/>
                </a:lnTo>
                <a:lnTo>
                  <a:pt x="35168" y="1313"/>
                </a:lnTo>
                <a:cubicBezTo>
                  <a:pt x="35116" y="1287"/>
                  <a:pt x="34951" y="1215"/>
                  <a:pt x="34886" y="1215"/>
                </a:cubicBezTo>
                <a:cubicBezTo>
                  <a:pt x="34876" y="1215"/>
                  <a:pt x="34868" y="1217"/>
                  <a:pt x="34864" y="1222"/>
                </a:cubicBezTo>
                <a:cubicBezTo>
                  <a:pt x="34815" y="1222"/>
                  <a:pt x="34650" y="1299"/>
                  <a:pt x="34570" y="1299"/>
                </a:cubicBezTo>
                <a:cubicBezTo>
                  <a:pt x="34550" y="1299"/>
                  <a:pt x="34536" y="1295"/>
                  <a:pt x="34530" y="1282"/>
                </a:cubicBezTo>
                <a:cubicBezTo>
                  <a:pt x="34438" y="1222"/>
                  <a:pt x="34317" y="1161"/>
                  <a:pt x="34195" y="1161"/>
                </a:cubicBezTo>
                <a:lnTo>
                  <a:pt x="34134" y="1222"/>
                </a:lnTo>
                <a:lnTo>
                  <a:pt x="34013" y="1404"/>
                </a:lnTo>
                <a:cubicBezTo>
                  <a:pt x="33830" y="1313"/>
                  <a:pt x="33648" y="1282"/>
                  <a:pt x="33466" y="1282"/>
                </a:cubicBezTo>
                <a:cubicBezTo>
                  <a:pt x="33375" y="1282"/>
                  <a:pt x="33040" y="1282"/>
                  <a:pt x="32675" y="1252"/>
                </a:cubicBezTo>
                <a:lnTo>
                  <a:pt x="32372" y="1374"/>
                </a:lnTo>
                <a:lnTo>
                  <a:pt x="32341" y="1374"/>
                </a:lnTo>
                <a:cubicBezTo>
                  <a:pt x="32220" y="1313"/>
                  <a:pt x="32068" y="1282"/>
                  <a:pt x="31916" y="1252"/>
                </a:cubicBezTo>
                <a:cubicBezTo>
                  <a:pt x="31764" y="1282"/>
                  <a:pt x="31642" y="1313"/>
                  <a:pt x="31490" y="1313"/>
                </a:cubicBezTo>
                <a:lnTo>
                  <a:pt x="31399" y="1343"/>
                </a:lnTo>
                <a:lnTo>
                  <a:pt x="31277" y="1343"/>
                </a:lnTo>
                <a:cubicBezTo>
                  <a:pt x="31180" y="1343"/>
                  <a:pt x="30908" y="1265"/>
                  <a:pt x="30740" y="1265"/>
                </a:cubicBezTo>
                <a:cubicBezTo>
                  <a:pt x="30699" y="1265"/>
                  <a:pt x="30663" y="1270"/>
                  <a:pt x="30639" y="1282"/>
                </a:cubicBezTo>
                <a:cubicBezTo>
                  <a:pt x="30510" y="1304"/>
                  <a:pt x="30366" y="1325"/>
                  <a:pt x="30217" y="1325"/>
                </a:cubicBezTo>
                <a:cubicBezTo>
                  <a:pt x="30156" y="1325"/>
                  <a:pt x="30093" y="1322"/>
                  <a:pt x="30031" y="1313"/>
                </a:cubicBezTo>
                <a:lnTo>
                  <a:pt x="29818" y="1282"/>
                </a:lnTo>
                <a:lnTo>
                  <a:pt x="29727" y="1282"/>
                </a:lnTo>
                <a:lnTo>
                  <a:pt x="29636" y="1404"/>
                </a:lnTo>
                <a:cubicBezTo>
                  <a:pt x="29505" y="1378"/>
                  <a:pt x="29217" y="1307"/>
                  <a:pt x="29100" y="1307"/>
                </a:cubicBezTo>
                <a:cubicBezTo>
                  <a:pt x="29081" y="1307"/>
                  <a:pt x="29067" y="1309"/>
                  <a:pt x="29058" y="1313"/>
                </a:cubicBezTo>
                <a:cubicBezTo>
                  <a:pt x="28937" y="1343"/>
                  <a:pt x="28815" y="1374"/>
                  <a:pt x="28663" y="1374"/>
                </a:cubicBezTo>
                <a:cubicBezTo>
                  <a:pt x="28572" y="1374"/>
                  <a:pt x="28481" y="1404"/>
                  <a:pt x="28359" y="1404"/>
                </a:cubicBezTo>
                <a:cubicBezTo>
                  <a:pt x="28298" y="1374"/>
                  <a:pt x="28116" y="1374"/>
                  <a:pt x="28025" y="1374"/>
                </a:cubicBezTo>
                <a:cubicBezTo>
                  <a:pt x="27949" y="1358"/>
                  <a:pt x="27865" y="1351"/>
                  <a:pt x="27782" y="1351"/>
                </a:cubicBezTo>
                <a:cubicBezTo>
                  <a:pt x="27698" y="1351"/>
                  <a:pt x="27615" y="1358"/>
                  <a:pt x="27539" y="1374"/>
                </a:cubicBezTo>
                <a:cubicBezTo>
                  <a:pt x="27527" y="1379"/>
                  <a:pt x="27512" y="1382"/>
                  <a:pt x="27495" y="1382"/>
                </a:cubicBezTo>
                <a:cubicBezTo>
                  <a:pt x="27423" y="1382"/>
                  <a:pt x="27314" y="1337"/>
                  <a:pt x="27265" y="1313"/>
                </a:cubicBezTo>
                <a:cubicBezTo>
                  <a:pt x="27235" y="1282"/>
                  <a:pt x="27174" y="1282"/>
                  <a:pt x="27113" y="1282"/>
                </a:cubicBezTo>
                <a:lnTo>
                  <a:pt x="27052" y="1343"/>
                </a:lnTo>
                <a:cubicBezTo>
                  <a:pt x="27022" y="1374"/>
                  <a:pt x="26984" y="1389"/>
                  <a:pt x="26942" y="1389"/>
                </a:cubicBezTo>
                <a:cubicBezTo>
                  <a:pt x="26900" y="1389"/>
                  <a:pt x="26855" y="1374"/>
                  <a:pt x="26809" y="1343"/>
                </a:cubicBezTo>
                <a:lnTo>
                  <a:pt x="26748" y="1282"/>
                </a:lnTo>
                <a:lnTo>
                  <a:pt x="26688" y="1252"/>
                </a:lnTo>
                <a:cubicBezTo>
                  <a:pt x="26596" y="1282"/>
                  <a:pt x="26353" y="1282"/>
                  <a:pt x="26262" y="1313"/>
                </a:cubicBezTo>
                <a:cubicBezTo>
                  <a:pt x="26049" y="1374"/>
                  <a:pt x="25867" y="1404"/>
                  <a:pt x="25654" y="1404"/>
                </a:cubicBezTo>
                <a:cubicBezTo>
                  <a:pt x="25441" y="1374"/>
                  <a:pt x="25229" y="1313"/>
                  <a:pt x="25046" y="1222"/>
                </a:cubicBezTo>
                <a:lnTo>
                  <a:pt x="24894" y="1404"/>
                </a:lnTo>
                <a:lnTo>
                  <a:pt x="24803" y="1556"/>
                </a:lnTo>
                <a:cubicBezTo>
                  <a:pt x="24712" y="1495"/>
                  <a:pt x="24590" y="1434"/>
                  <a:pt x="24499" y="1374"/>
                </a:cubicBezTo>
                <a:cubicBezTo>
                  <a:pt x="24438" y="1374"/>
                  <a:pt x="24104" y="1495"/>
                  <a:pt x="23952" y="1495"/>
                </a:cubicBezTo>
                <a:lnTo>
                  <a:pt x="23557" y="1495"/>
                </a:lnTo>
                <a:lnTo>
                  <a:pt x="23314" y="1434"/>
                </a:lnTo>
                <a:lnTo>
                  <a:pt x="23192" y="1434"/>
                </a:lnTo>
                <a:cubicBezTo>
                  <a:pt x="23131" y="1434"/>
                  <a:pt x="23010" y="1465"/>
                  <a:pt x="23010" y="1465"/>
                </a:cubicBezTo>
                <a:cubicBezTo>
                  <a:pt x="22982" y="1437"/>
                  <a:pt x="22959" y="1427"/>
                  <a:pt x="22938" y="1427"/>
                </a:cubicBezTo>
                <a:cubicBezTo>
                  <a:pt x="22882" y="1427"/>
                  <a:pt x="22849" y="1506"/>
                  <a:pt x="22799" y="1506"/>
                </a:cubicBezTo>
                <a:cubicBezTo>
                  <a:pt x="22789" y="1506"/>
                  <a:pt x="22778" y="1503"/>
                  <a:pt x="22766" y="1495"/>
                </a:cubicBezTo>
                <a:lnTo>
                  <a:pt x="22706" y="1465"/>
                </a:lnTo>
                <a:lnTo>
                  <a:pt x="22341" y="1465"/>
                </a:lnTo>
                <a:cubicBezTo>
                  <a:pt x="22219" y="1434"/>
                  <a:pt x="22098" y="1404"/>
                  <a:pt x="22007" y="1343"/>
                </a:cubicBezTo>
                <a:lnTo>
                  <a:pt x="21855" y="1404"/>
                </a:lnTo>
                <a:cubicBezTo>
                  <a:pt x="21835" y="1410"/>
                  <a:pt x="21815" y="1413"/>
                  <a:pt x="21794" y="1413"/>
                </a:cubicBezTo>
                <a:cubicBezTo>
                  <a:pt x="21736" y="1413"/>
                  <a:pt x="21674" y="1395"/>
                  <a:pt x="21627" y="1395"/>
                </a:cubicBezTo>
                <a:cubicBezTo>
                  <a:pt x="21609" y="1395"/>
                  <a:pt x="21594" y="1398"/>
                  <a:pt x="21581" y="1404"/>
                </a:cubicBezTo>
                <a:lnTo>
                  <a:pt x="21429" y="1556"/>
                </a:lnTo>
                <a:cubicBezTo>
                  <a:pt x="21216" y="1495"/>
                  <a:pt x="21004" y="1495"/>
                  <a:pt x="20791" y="1495"/>
                </a:cubicBezTo>
                <a:cubicBezTo>
                  <a:pt x="20700" y="1495"/>
                  <a:pt x="20608" y="1526"/>
                  <a:pt x="20517" y="1586"/>
                </a:cubicBezTo>
                <a:cubicBezTo>
                  <a:pt x="20487" y="1617"/>
                  <a:pt x="20396" y="1647"/>
                  <a:pt x="20335" y="1647"/>
                </a:cubicBezTo>
                <a:lnTo>
                  <a:pt x="20183" y="1526"/>
                </a:lnTo>
                <a:cubicBezTo>
                  <a:pt x="19970" y="1586"/>
                  <a:pt x="19757" y="1617"/>
                  <a:pt x="19514" y="1617"/>
                </a:cubicBezTo>
                <a:cubicBezTo>
                  <a:pt x="19423" y="1586"/>
                  <a:pt x="19271" y="1586"/>
                  <a:pt x="19241" y="1586"/>
                </a:cubicBezTo>
                <a:cubicBezTo>
                  <a:pt x="19214" y="1560"/>
                  <a:pt x="19098" y="1489"/>
                  <a:pt x="19028" y="1489"/>
                </a:cubicBezTo>
                <a:cubicBezTo>
                  <a:pt x="19016" y="1489"/>
                  <a:pt x="19006" y="1491"/>
                  <a:pt x="18997" y="1495"/>
                </a:cubicBezTo>
                <a:cubicBezTo>
                  <a:pt x="18991" y="1502"/>
                  <a:pt x="18976" y="1504"/>
                  <a:pt x="18957" y="1504"/>
                </a:cubicBezTo>
                <a:cubicBezTo>
                  <a:pt x="18903" y="1504"/>
                  <a:pt x="18813" y="1486"/>
                  <a:pt x="18749" y="1486"/>
                </a:cubicBezTo>
                <a:cubicBezTo>
                  <a:pt x="18726" y="1486"/>
                  <a:pt x="18706" y="1489"/>
                  <a:pt x="18693" y="1495"/>
                </a:cubicBezTo>
                <a:cubicBezTo>
                  <a:pt x="18511" y="1556"/>
                  <a:pt x="18329" y="1617"/>
                  <a:pt x="18116" y="1617"/>
                </a:cubicBezTo>
                <a:lnTo>
                  <a:pt x="17903" y="1556"/>
                </a:lnTo>
                <a:cubicBezTo>
                  <a:pt x="17842" y="1556"/>
                  <a:pt x="17751" y="1526"/>
                  <a:pt x="17751" y="1526"/>
                </a:cubicBezTo>
                <a:cubicBezTo>
                  <a:pt x="17704" y="1561"/>
                  <a:pt x="17648" y="1569"/>
                  <a:pt x="17593" y="1569"/>
                </a:cubicBezTo>
                <a:cubicBezTo>
                  <a:pt x="17548" y="1569"/>
                  <a:pt x="17505" y="1564"/>
                  <a:pt x="17468" y="1564"/>
                </a:cubicBezTo>
                <a:cubicBezTo>
                  <a:pt x="17433" y="1564"/>
                  <a:pt x="17404" y="1568"/>
                  <a:pt x="17386" y="1586"/>
                </a:cubicBezTo>
                <a:lnTo>
                  <a:pt x="17234" y="1708"/>
                </a:lnTo>
                <a:cubicBezTo>
                  <a:pt x="17022" y="1617"/>
                  <a:pt x="16809" y="1586"/>
                  <a:pt x="16596" y="1586"/>
                </a:cubicBezTo>
                <a:cubicBezTo>
                  <a:pt x="16505" y="1617"/>
                  <a:pt x="16383" y="1647"/>
                  <a:pt x="16292" y="1647"/>
                </a:cubicBezTo>
                <a:lnTo>
                  <a:pt x="16140" y="1647"/>
                </a:lnTo>
                <a:cubicBezTo>
                  <a:pt x="16069" y="1612"/>
                  <a:pt x="15998" y="1597"/>
                  <a:pt x="15927" y="1597"/>
                </a:cubicBezTo>
                <a:cubicBezTo>
                  <a:pt x="15876" y="1597"/>
                  <a:pt x="15826" y="1604"/>
                  <a:pt x="15775" y="1617"/>
                </a:cubicBezTo>
                <a:lnTo>
                  <a:pt x="15471" y="1617"/>
                </a:lnTo>
                <a:cubicBezTo>
                  <a:pt x="15460" y="1623"/>
                  <a:pt x="15446" y="1625"/>
                  <a:pt x="15431" y="1625"/>
                </a:cubicBezTo>
                <a:cubicBezTo>
                  <a:pt x="15365" y="1625"/>
                  <a:pt x="15272" y="1581"/>
                  <a:pt x="15198" y="1556"/>
                </a:cubicBezTo>
                <a:cubicBezTo>
                  <a:pt x="15107" y="1586"/>
                  <a:pt x="14985" y="1617"/>
                  <a:pt x="14894" y="1678"/>
                </a:cubicBezTo>
                <a:lnTo>
                  <a:pt x="14712" y="1586"/>
                </a:lnTo>
                <a:cubicBezTo>
                  <a:pt x="14684" y="1614"/>
                  <a:pt x="14604" y="1772"/>
                  <a:pt x="14520" y="1772"/>
                </a:cubicBezTo>
                <a:cubicBezTo>
                  <a:pt x="14513" y="1772"/>
                  <a:pt x="14506" y="1771"/>
                  <a:pt x="14499" y="1769"/>
                </a:cubicBezTo>
                <a:cubicBezTo>
                  <a:pt x="14347" y="1678"/>
                  <a:pt x="14164" y="1647"/>
                  <a:pt x="14012" y="1617"/>
                </a:cubicBezTo>
                <a:cubicBezTo>
                  <a:pt x="13891" y="1647"/>
                  <a:pt x="13648" y="1678"/>
                  <a:pt x="13587" y="1678"/>
                </a:cubicBezTo>
                <a:cubicBezTo>
                  <a:pt x="13465" y="1708"/>
                  <a:pt x="13344" y="1738"/>
                  <a:pt x="13222" y="1738"/>
                </a:cubicBezTo>
                <a:cubicBezTo>
                  <a:pt x="13192" y="1728"/>
                  <a:pt x="13134" y="1725"/>
                  <a:pt x="13068" y="1725"/>
                </a:cubicBezTo>
                <a:cubicBezTo>
                  <a:pt x="12935" y="1725"/>
                  <a:pt x="12766" y="1738"/>
                  <a:pt x="12705" y="1738"/>
                </a:cubicBezTo>
                <a:cubicBezTo>
                  <a:pt x="12554" y="1738"/>
                  <a:pt x="12402" y="1738"/>
                  <a:pt x="12250" y="1769"/>
                </a:cubicBezTo>
                <a:cubicBezTo>
                  <a:pt x="12158" y="1769"/>
                  <a:pt x="12067" y="1738"/>
                  <a:pt x="11976" y="1678"/>
                </a:cubicBezTo>
                <a:cubicBezTo>
                  <a:pt x="11970" y="1672"/>
                  <a:pt x="11961" y="1669"/>
                  <a:pt x="11950" y="1669"/>
                </a:cubicBezTo>
                <a:cubicBezTo>
                  <a:pt x="11902" y="1669"/>
                  <a:pt x="11818" y="1714"/>
                  <a:pt x="11794" y="1738"/>
                </a:cubicBezTo>
                <a:cubicBezTo>
                  <a:pt x="11787" y="1745"/>
                  <a:pt x="11774" y="1747"/>
                  <a:pt x="11757" y="1747"/>
                </a:cubicBezTo>
                <a:cubicBezTo>
                  <a:pt x="11709" y="1747"/>
                  <a:pt x="11630" y="1730"/>
                  <a:pt x="11572" y="1730"/>
                </a:cubicBezTo>
                <a:cubicBezTo>
                  <a:pt x="11551" y="1730"/>
                  <a:pt x="11533" y="1732"/>
                  <a:pt x="11520" y="1738"/>
                </a:cubicBezTo>
                <a:cubicBezTo>
                  <a:pt x="11507" y="1745"/>
                  <a:pt x="11488" y="1747"/>
                  <a:pt x="11464" y="1747"/>
                </a:cubicBezTo>
                <a:cubicBezTo>
                  <a:pt x="11400" y="1747"/>
                  <a:pt x="11306" y="1730"/>
                  <a:pt x="11242" y="1730"/>
                </a:cubicBezTo>
                <a:cubicBezTo>
                  <a:pt x="11218" y="1730"/>
                  <a:pt x="11199" y="1732"/>
                  <a:pt x="11186" y="1738"/>
                </a:cubicBezTo>
                <a:lnTo>
                  <a:pt x="10669" y="1738"/>
                </a:lnTo>
                <a:cubicBezTo>
                  <a:pt x="10456" y="1799"/>
                  <a:pt x="10243" y="1830"/>
                  <a:pt x="10031" y="1860"/>
                </a:cubicBezTo>
                <a:cubicBezTo>
                  <a:pt x="9960" y="1850"/>
                  <a:pt x="9889" y="1846"/>
                  <a:pt x="9818" y="1846"/>
                </a:cubicBezTo>
                <a:cubicBezTo>
                  <a:pt x="9676" y="1846"/>
                  <a:pt x="9534" y="1860"/>
                  <a:pt x="9392" y="1860"/>
                </a:cubicBezTo>
                <a:cubicBezTo>
                  <a:pt x="9301" y="1890"/>
                  <a:pt x="9028" y="1890"/>
                  <a:pt x="8967" y="1921"/>
                </a:cubicBezTo>
                <a:cubicBezTo>
                  <a:pt x="8906" y="1921"/>
                  <a:pt x="8724" y="1951"/>
                  <a:pt x="8572" y="1981"/>
                </a:cubicBezTo>
                <a:lnTo>
                  <a:pt x="8359" y="1981"/>
                </a:lnTo>
                <a:cubicBezTo>
                  <a:pt x="8268" y="1951"/>
                  <a:pt x="8177" y="1951"/>
                  <a:pt x="8085" y="1951"/>
                </a:cubicBezTo>
                <a:lnTo>
                  <a:pt x="8055" y="2012"/>
                </a:lnTo>
                <a:cubicBezTo>
                  <a:pt x="8052" y="2015"/>
                  <a:pt x="8048" y="2016"/>
                  <a:pt x="8042" y="2016"/>
                </a:cubicBezTo>
                <a:cubicBezTo>
                  <a:pt x="7992" y="2016"/>
                  <a:pt x="7841" y="1917"/>
                  <a:pt x="7771" y="1917"/>
                </a:cubicBezTo>
                <a:cubicBezTo>
                  <a:pt x="7763" y="1917"/>
                  <a:pt x="7757" y="1918"/>
                  <a:pt x="7751" y="1921"/>
                </a:cubicBezTo>
                <a:cubicBezTo>
                  <a:pt x="7569" y="1981"/>
                  <a:pt x="7386" y="2012"/>
                  <a:pt x="7234" y="2012"/>
                </a:cubicBezTo>
                <a:lnTo>
                  <a:pt x="7082" y="2103"/>
                </a:lnTo>
                <a:lnTo>
                  <a:pt x="6930" y="2164"/>
                </a:lnTo>
                <a:cubicBezTo>
                  <a:pt x="6718" y="2103"/>
                  <a:pt x="6535" y="2042"/>
                  <a:pt x="6322" y="2012"/>
                </a:cubicBezTo>
                <a:lnTo>
                  <a:pt x="6322" y="2255"/>
                </a:lnTo>
                <a:cubicBezTo>
                  <a:pt x="6322" y="2270"/>
                  <a:pt x="6307" y="2278"/>
                  <a:pt x="6292" y="2278"/>
                </a:cubicBezTo>
                <a:cubicBezTo>
                  <a:pt x="6277" y="2278"/>
                  <a:pt x="6262" y="2270"/>
                  <a:pt x="6262" y="2255"/>
                </a:cubicBezTo>
                <a:cubicBezTo>
                  <a:pt x="6231" y="2255"/>
                  <a:pt x="6110" y="2133"/>
                  <a:pt x="6049" y="2133"/>
                </a:cubicBezTo>
                <a:cubicBezTo>
                  <a:pt x="6045" y="2131"/>
                  <a:pt x="6040" y="2130"/>
                  <a:pt x="6034" y="2130"/>
                </a:cubicBezTo>
                <a:cubicBezTo>
                  <a:pt x="5962" y="2130"/>
                  <a:pt x="5767" y="2288"/>
                  <a:pt x="5649" y="2288"/>
                </a:cubicBezTo>
                <a:cubicBezTo>
                  <a:pt x="5640" y="2288"/>
                  <a:pt x="5631" y="2287"/>
                  <a:pt x="5623" y="2285"/>
                </a:cubicBezTo>
                <a:cubicBezTo>
                  <a:pt x="5522" y="2285"/>
                  <a:pt x="5421" y="2272"/>
                  <a:pt x="5319" y="2272"/>
                </a:cubicBezTo>
                <a:cubicBezTo>
                  <a:pt x="5269" y="2272"/>
                  <a:pt x="5218" y="2275"/>
                  <a:pt x="5167" y="2285"/>
                </a:cubicBezTo>
                <a:lnTo>
                  <a:pt x="4803" y="2285"/>
                </a:lnTo>
                <a:cubicBezTo>
                  <a:pt x="4754" y="2277"/>
                  <a:pt x="4707" y="2274"/>
                  <a:pt x="4663" y="2274"/>
                </a:cubicBezTo>
                <a:cubicBezTo>
                  <a:pt x="4541" y="2274"/>
                  <a:pt x="4436" y="2302"/>
                  <a:pt x="4347" y="2346"/>
                </a:cubicBezTo>
                <a:cubicBezTo>
                  <a:pt x="4255" y="2407"/>
                  <a:pt x="4195" y="2498"/>
                  <a:pt x="4255" y="2529"/>
                </a:cubicBezTo>
                <a:cubicBezTo>
                  <a:pt x="4286" y="2559"/>
                  <a:pt x="4103" y="2559"/>
                  <a:pt x="4073" y="2559"/>
                </a:cubicBezTo>
                <a:cubicBezTo>
                  <a:pt x="3982" y="2529"/>
                  <a:pt x="3891" y="2468"/>
                  <a:pt x="3800" y="2377"/>
                </a:cubicBezTo>
                <a:lnTo>
                  <a:pt x="3648" y="2468"/>
                </a:lnTo>
                <a:cubicBezTo>
                  <a:pt x="3617" y="2468"/>
                  <a:pt x="3556" y="2407"/>
                  <a:pt x="3496" y="2407"/>
                </a:cubicBezTo>
                <a:lnTo>
                  <a:pt x="3435" y="2407"/>
                </a:lnTo>
                <a:cubicBezTo>
                  <a:pt x="3404" y="2437"/>
                  <a:pt x="3465" y="2589"/>
                  <a:pt x="3526" y="2620"/>
                </a:cubicBezTo>
                <a:cubicBezTo>
                  <a:pt x="3556" y="2681"/>
                  <a:pt x="3526" y="2741"/>
                  <a:pt x="3465" y="2772"/>
                </a:cubicBezTo>
                <a:lnTo>
                  <a:pt x="3404" y="2772"/>
                </a:lnTo>
                <a:cubicBezTo>
                  <a:pt x="3344" y="2741"/>
                  <a:pt x="3283" y="2741"/>
                  <a:pt x="3222" y="2711"/>
                </a:cubicBezTo>
                <a:lnTo>
                  <a:pt x="2918" y="2620"/>
                </a:lnTo>
                <a:cubicBezTo>
                  <a:pt x="2645" y="2681"/>
                  <a:pt x="2523" y="2772"/>
                  <a:pt x="2553" y="2772"/>
                </a:cubicBezTo>
                <a:cubicBezTo>
                  <a:pt x="2371" y="2863"/>
                  <a:pt x="2189" y="2924"/>
                  <a:pt x="2006" y="2924"/>
                </a:cubicBezTo>
                <a:lnTo>
                  <a:pt x="1489" y="2924"/>
                </a:lnTo>
                <a:cubicBezTo>
                  <a:pt x="1459" y="2893"/>
                  <a:pt x="1436" y="2878"/>
                  <a:pt x="1417" y="2878"/>
                </a:cubicBezTo>
                <a:cubicBezTo>
                  <a:pt x="1398" y="2878"/>
                  <a:pt x="1383" y="2893"/>
                  <a:pt x="1368" y="2924"/>
                </a:cubicBezTo>
                <a:lnTo>
                  <a:pt x="1368" y="3015"/>
                </a:lnTo>
                <a:cubicBezTo>
                  <a:pt x="1347" y="3029"/>
                  <a:pt x="1321" y="3035"/>
                  <a:pt x="1293" y="3035"/>
                </a:cubicBezTo>
                <a:cubicBezTo>
                  <a:pt x="1200" y="3035"/>
                  <a:pt x="1087" y="2970"/>
                  <a:pt x="1064" y="2924"/>
                </a:cubicBezTo>
                <a:cubicBezTo>
                  <a:pt x="1054" y="2914"/>
                  <a:pt x="1045" y="2910"/>
                  <a:pt x="1037" y="2910"/>
                </a:cubicBezTo>
                <a:cubicBezTo>
                  <a:pt x="994" y="2910"/>
                  <a:pt x="973" y="3025"/>
                  <a:pt x="973" y="3076"/>
                </a:cubicBezTo>
                <a:cubicBezTo>
                  <a:pt x="973" y="3137"/>
                  <a:pt x="669" y="3228"/>
                  <a:pt x="578" y="3258"/>
                </a:cubicBezTo>
                <a:cubicBezTo>
                  <a:pt x="486" y="3288"/>
                  <a:pt x="395" y="3349"/>
                  <a:pt x="365" y="3440"/>
                </a:cubicBezTo>
                <a:cubicBezTo>
                  <a:pt x="365" y="3471"/>
                  <a:pt x="456" y="3471"/>
                  <a:pt x="486" y="3471"/>
                </a:cubicBezTo>
                <a:cubicBezTo>
                  <a:pt x="517" y="3471"/>
                  <a:pt x="547" y="3501"/>
                  <a:pt x="578" y="3532"/>
                </a:cubicBezTo>
                <a:cubicBezTo>
                  <a:pt x="547" y="3562"/>
                  <a:pt x="517" y="3592"/>
                  <a:pt x="486" y="3592"/>
                </a:cubicBezTo>
                <a:lnTo>
                  <a:pt x="395" y="3592"/>
                </a:lnTo>
                <a:cubicBezTo>
                  <a:pt x="334" y="3532"/>
                  <a:pt x="213" y="3288"/>
                  <a:pt x="91" y="3288"/>
                </a:cubicBezTo>
                <a:cubicBezTo>
                  <a:pt x="0" y="3319"/>
                  <a:pt x="91" y="3532"/>
                  <a:pt x="152" y="3562"/>
                </a:cubicBezTo>
                <a:cubicBezTo>
                  <a:pt x="213" y="3623"/>
                  <a:pt x="456" y="3714"/>
                  <a:pt x="517" y="3775"/>
                </a:cubicBezTo>
                <a:cubicBezTo>
                  <a:pt x="578" y="3805"/>
                  <a:pt x="638" y="3836"/>
                  <a:pt x="699" y="3836"/>
                </a:cubicBezTo>
                <a:cubicBezTo>
                  <a:pt x="699" y="3836"/>
                  <a:pt x="730" y="3775"/>
                  <a:pt x="699" y="3744"/>
                </a:cubicBezTo>
                <a:cubicBezTo>
                  <a:pt x="699" y="3714"/>
                  <a:pt x="821" y="3714"/>
                  <a:pt x="882" y="3714"/>
                </a:cubicBezTo>
                <a:cubicBezTo>
                  <a:pt x="942" y="3714"/>
                  <a:pt x="912" y="3896"/>
                  <a:pt x="912" y="3957"/>
                </a:cubicBezTo>
                <a:cubicBezTo>
                  <a:pt x="912" y="4048"/>
                  <a:pt x="912" y="4140"/>
                  <a:pt x="973" y="4231"/>
                </a:cubicBezTo>
                <a:cubicBezTo>
                  <a:pt x="1003" y="4292"/>
                  <a:pt x="973" y="4352"/>
                  <a:pt x="942" y="4383"/>
                </a:cubicBezTo>
                <a:lnTo>
                  <a:pt x="1429" y="4383"/>
                </a:lnTo>
                <a:cubicBezTo>
                  <a:pt x="1505" y="4398"/>
                  <a:pt x="1581" y="4406"/>
                  <a:pt x="1657" y="4406"/>
                </a:cubicBezTo>
                <a:cubicBezTo>
                  <a:pt x="1733" y="4406"/>
                  <a:pt x="1809" y="4398"/>
                  <a:pt x="1885" y="4383"/>
                </a:cubicBezTo>
                <a:cubicBezTo>
                  <a:pt x="1885" y="4352"/>
                  <a:pt x="1945" y="4322"/>
                  <a:pt x="1976" y="4322"/>
                </a:cubicBezTo>
                <a:cubicBezTo>
                  <a:pt x="1976" y="4322"/>
                  <a:pt x="2037" y="4383"/>
                  <a:pt x="2097" y="4444"/>
                </a:cubicBezTo>
                <a:lnTo>
                  <a:pt x="2857" y="4444"/>
                </a:lnTo>
                <a:cubicBezTo>
                  <a:pt x="2979" y="4444"/>
                  <a:pt x="3100" y="4413"/>
                  <a:pt x="3192" y="4352"/>
                </a:cubicBezTo>
                <a:cubicBezTo>
                  <a:pt x="3203" y="4347"/>
                  <a:pt x="3217" y="4344"/>
                  <a:pt x="3232" y="4344"/>
                </a:cubicBezTo>
                <a:cubicBezTo>
                  <a:pt x="3296" y="4344"/>
                  <a:pt x="3380" y="4389"/>
                  <a:pt x="3404" y="4413"/>
                </a:cubicBezTo>
                <a:cubicBezTo>
                  <a:pt x="3404" y="4417"/>
                  <a:pt x="3407" y="4418"/>
                  <a:pt x="3412" y="4418"/>
                </a:cubicBezTo>
                <a:cubicBezTo>
                  <a:pt x="3450" y="4418"/>
                  <a:pt x="3627" y="4322"/>
                  <a:pt x="3708" y="4322"/>
                </a:cubicBezTo>
                <a:lnTo>
                  <a:pt x="4255" y="4322"/>
                </a:lnTo>
                <a:cubicBezTo>
                  <a:pt x="4347" y="4352"/>
                  <a:pt x="4803" y="4352"/>
                  <a:pt x="4924" y="4352"/>
                </a:cubicBezTo>
                <a:lnTo>
                  <a:pt x="5319" y="4352"/>
                </a:lnTo>
                <a:cubicBezTo>
                  <a:pt x="5380" y="4352"/>
                  <a:pt x="5623" y="4383"/>
                  <a:pt x="5714" y="4383"/>
                </a:cubicBezTo>
                <a:lnTo>
                  <a:pt x="6262" y="4383"/>
                </a:lnTo>
                <a:cubicBezTo>
                  <a:pt x="6444" y="4383"/>
                  <a:pt x="6596" y="4413"/>
                  <a:pt x="6748" y="4444"/>
                </a:cubicBezTo>
                <a:lnTo>
                  <a:pt x="6900" y="4352"/>
                </a:lnTo>
                <a:lnTo>
                  <a:pt x="7265" y="4170"/>
                </a:lnTo>
                <a:cubicBezTo>
                  <a:pt x="7751" y="4200"/>
                  <a:pt x="8298" y="4322"/>
                  <a:pt x="8359" y="4322"/>
                </a:cubicBezTo>
                <a:cubicBezTo>
                  <a:pt x="8435" y="4307"/>
                  <a:pt x="8511" y="4299"/>
                  <a:pt x="8587" y="4299"/>
                </a:cubicBezTo>
                <a:cubicBezTo>
                  <a:pt x="8663" y="4299"/>
                  <a:pt x="8739" y="4307"/>
                  <a:pt x="8815" y="4322"/>
                </a:cubicBezTo>
                <a:lnTo>
                  <a:pt x="8967" y="4292"/>
                </a:lnTo>
                <a:lnTo>
                  <a:pt x="9088" y="4231"/>
                </a:lnTo>
                <a:cubicBezTo>
                  <a:pt x="9126" y="4238"/>
                  <a:pt x="9164" y="4242"/>
                  <a:pt x="9202" y="4242"/>
                </a:cubicBezTo>
                <a:cubicBezTo>
                  <a:pt x="9314" y="4242"/>
                  <a:pt x="9423" y="4208"/>
                  <a:pt x="9514" y="4140"/>
                </a:cubicBezTo>
                <a:lnTo>
                  <a:pt x="9696" y="4231"/>
                </a:lnTo>
                <a:lnTo>
                  <a:pt x="9787" y="4292"/>
                </a:lnTo>
                <a:cubicBezTo>
                  <a:pt x="9939" y="4292"/>
                  <a:pt x="10091" y="4292"/>
                  <a:pt x="10243" y="4322"/>
                </a:cubicBezTo>
                <a:lnTo>
                  <a:pt x="10304" y="4292"/>
                </a:lnTo>
                <a:lnTo>
                  <a:pt x="10578" y="4140"/>
                </a:lnTo>
                <a:cubicBezTo>
                  <a:pt x="10912" y="4170"/>
                  <a:pt x="11672" y="4200"/>
                  <a:pt x="11854" y="4200"/>
                </a:cubicBezTo>
                <a:cubicBezTo>
                  <a:pt x="12067" y="4200"/>
                  <a:pt x="12280" y="4200"/>
                  <a:pt x="12493" y="4170"/>
                </a:cubicBezTo>
                <a:cubicBezTo>
                  <a:pt x="12501" y="4166"/>
                  <a:pt x="12516" y="4164"/>
                  <a:pt x="12534" y="4164"/>
                </a:cubicBezTo>
                <a:cubicBezTo>
                  <a:pt x="12644" y="4164"/>
                  <a:pt x="12901" y="4231"/>
                  <a:pt x="12979" y="4231"/>
                </a:cubicBezTo>
                <a:cubicBezTo>
                  <a:pt x="13070" y="4200"/>
                  <a:pt x="13435" y="4200"/>
                  <a:pt x="13526" y="4170"/>
                </a:cubicBezTo>
                <a:cubicBezTo>
                  <a:pt x="13678" y="4170"/>
                  <a:pt x="13830" y="4200"/>
                  <a:pt x="13982" y="4200"/>
                </a:cubicBezTo>
                <a:cubicBezTo>
                  <a:pt x="14060" y="4200"/>
                  <a:pt x="14272" y="4133"/>
                  <a:pt x="14370" y="4133"/>
                </a:cubicBezTo>
                <a:cubicBezTo>
                  <a:pt x="14386" y="4133"/>
                  <a:pt x="14399" y="4135"/>
                  <a:pt x="14408" y="4140"/>
                </a:cubicBezTo>
                <a:cubicBezTo>
                  <a:pt x="14560" y="4170"/>
                  <a:pt x="14681" y="4200"/>
                  <a:pt x="14833" y="4200"/>
                </a:cubicBezTo>
                <a:cubicBezTo>
                  <a:pt x="14924" y="4200"/>
                  <a:pt x="15623" y="4109"/>
                  <a:pt x="15867" y="4109"/>
                </a:cubicBezTo>
                <a:cubicBezTo>
                  <a:pt x="16079" y="4109"/>
                  <a:pt x="16292" y="4140"/>
                  <a:pt x="16505" y="4170"/>
                </a:cubicBezTo>
                <a:cubicBezTo>
                  <a:pt x="16559" y="4170"/>
                  <a:pt x="16925" y="4074"/>
                  <a:pt x="17113" y="4074"/>
                </a:cubicBezTo>
                <a:cubicBezTo>
                  <a:pt x="17136" y="4074"/>
                  <a:pt x="17157" y="4075"/>
                  <a:pt x="17174" y="4079"/>
                </a:cubicBezTo>
                <a:cubicBezTo>
                  <a:pt x="17386" y="4109"/>
                  <a:pt x="17599" y="4109"/>
                  <a:pt x="17842" y="4109"/>
                </a:cubicBezTo>
                <a:lnTo>
                  <a:pt x="21186" y="4109"/>
                </a:lnTo>
                <a:cubicBezTo>
                  <a:pt x="21399" y="4109"/>
                  <a:pt x="21642" y="4109"/>
                  <a:pt x="21885" y="4140"/>
                </a:cubicBezTo>
                <a:lnTo>
                  <a:pt x="22067" y="4048"/>
                </a:lnTo>
                <a:cubicBezTo>
                  <a:pt x="22083" y="4033"/>
                  <a:pt x="22105" y="4026"/>
                  <a:pt x="22128" y="4026"/>
                </a:cubicBezTo>
                <a:cubicBezTo>
                  <a:pt x="22151" y="4026"/>
                  <a:pt x="22174" y="4033"/>
                  <a:pt x="22189" y="4048"/>
                </a:cubicBezTo>
                <a:lnTo>
                  <a:pt x="22311" y="4231"/>
                </a:lnTo>
                <a:cubicBezTo>
                  <a:pt x="22554" y="4140"/>
                  <a:pt x="22797" y="4048"/>
                  <a:pt x="23040" y="4018"/>
                </a:cubicBezTo>
                <a:cubicBezTo>
                  <a:pt x="23253" y="4048"/>
                  <a:pt x="23466" y="4048"/>
                  <a:pt x="23678" y="4048"/>
                </a:cubicBezTo>
                <a:lnTo>
                  <a:pt x="24985" y="4048"/>
                </a:lnTo>
                <a:cubicBezTo>
                  <a:pt x="25411" y="4048"/>
                  <a:pt x="26080" y="4079"/>
                  <a:pt x="26475" y="4109"/>
                </a:cubicBezTo>
                <a:lnTo>
                  <a:pt x="26839" y="3957"/>
                </a:lnTo>
                <a:cubicBezTo>
                  <a:pt x="26870" y="3957"/>
                  <a:pt x="26931" y="3988"/>
                  <a:pt x="26961" y="3988"/>
                </a:cubicBezTo>
                <a:lnTo>
                  <a:pt x="27052" y="3988"/>
                </a:lnTo>
                <a:cubicBezTo>
                  <a:pt x="27125" y="3988"/>
                  <a:pt x="27276" y="3949"/>
                  <a:pt x="27349" y="3949"/>
                </a:cubicBezTo>
                <a:cubicBezTo>
                  <a:pt x="27367" y="3949"/>
                  <a:pt x="27381" y="3951"/>
                  <a:pt x="27387" y="3957"/>
                </a:cubicBezTo>
                <a:cubicBezTo>
                  <a:pt x="27447" y="4018"/>
                  <a:pt x="27539" y="4018"/>
                  <a:pt x="27630" y="4018"/>
                </a:cubicBezTo>
                <a:lnTo>
                  <a:pt x="27721" y="4018"/>
                </a:lnTo>
                <a:lnTo>
                  <a:pt x="28207" y="3988"/>
                </a:lnTo>
                <a:lnTo>
                  <a:pt x="28663" y="3988"/>
                </a:lnTo>
                <a:cubicBezTo>
                  <a:pt x="28679" y="3972"/>
                  <a:pt x="28701" y="3966"/>
                  <a:pt x="28726" y="3966"/>
                </a:cubicBezTo>
                <a:cubicBezTo>
                  <a:pt x="28783" y="3966"/>
                  <a:pt x="28854" y="3994"/>
                  <a:pt x="28904" y="3994"/>
                </a:cubicBezTo>
                <a:cubicBezTo>
                  <a:pt x="28916" y="3994"/>
                  <a:pt x="28928" y="3992"/>
                  <a:pt x="28937" y="3988"/>
                </a:cubicBezTo>
                <a:cubicBezTo>
                  <a:pt x="28998" y="3972"/>
                  <a:pt x="29074" y="3965"/>
                  <a:pt x="29153" y="3965"/>
                </a:cubicBezTo>
                <a:cubicBezTo>
                  <a:pt x="29233" y="3965"/>
                  <a:pt x="29317" y="3972"/>
                  <a:pt x="29393" y="3988"/>
                </a:cubicBezTo>
                <a:lnTo>
                  <a:pt x="29727" y="3988"/>
                </a:lnTo>
                <a:lnTo>
                  <a:pt x="29879" y="3836"/>
                </a:lnTo>
                <a:cubicBezTo>
                  <a:pt x="30061" y="3896"/>
                  <a:pt x="31429" y="3927"/>
                  <a:pt x="32888" y="3927"/>
                </a:cubicBezTo>
                <a:lnTo>
                  <a:pt x="34408" y="3927"/>
                </a:lnTo>
                <a:cubicBezTo>
                  <a:pt x="34445" y="3914"/>
                  <a:pt x="34489" y="3910"/>
                  <a:pt x="34536" y="3910"/>
                </a:cubicBezTo>
                <a:cubicBezTo>
                  <a:pt x="34691" y="3910"/>
                  <a:pt x="34879" y="3962"/>
                  <a:pt x="34976" y="3962"/>
                </a:cubicBezTo>
                <a:cubicBezTo>
                  <a:pt x="34992" y="3962"/>
                  <a:pt x="35005" y="3961"/>
                  <a:pt x="35016" y="3957"/>
                </a:cubicBezTo>
                <a:cubicBezTo>
                  <a:pt x="35107" y="3927"/>
                  <a:pt x="35229" y="3927"/>
                  <a:pt x="35350" y="3927"/>
                </a:cubicBezTo>
                <a:lnTo>
                  <a:pt x="35381" y="3896"/>
                </a:lnTo>
                <a:cubicBezTo>
                  <a:pt x="35411" y="3858"/>
                  <a:pt x="35440" y="3845"/>
                  <a:pt x="35467" y="3845"/>
                </a:cubicBezTo>
                <a:cubicBezTo>
                  <a:pt x="35530" y="3845"/>
                  <a:pt x="35585" y="3918"/>
                  <a:pt x="35639" y="3918"/>
                </a:cubicBezTo>
                <a:cubicBezTo>
                  <a:pt x="35654" y="3918"/>
                  <a:pt x="35669" y="3912"/>
                  <a:pt x="35685" y="3896"/>
                </a:cubicBezTo>
                <a:lnTo>
                  <a:pt x="35776" y="3836"/>
                </a:lnTo>
                <a:lnTo>
                  <a:pt x="37691" y="3836"/>
                </a:lnTo>
                <a:cubicBezTo>
                  <a:pt x="38147" y="3836"/>
                  <a:pt x="39119" y="3775"/>
                  <a:pt x="39332" y="3775"/>
                </a:cubicBezTo>
                <a:lnTo>
                  <a:pt x="41551" y="3775"/>
                </a:lnTo>
                <a:cubicBezTo>
                  <a:pt x="41686" y="3775"/>
                  <a:pt x="41941" y="3679"/>
                  <a:pt x="42060" y="3679"/>
                </a:cubicBezTo>
                <a:cubicBezTo>
                  <a:pt x="42075" y="3679"/>
                  <a:pt x="42088" y="3680"/>
                  <a:pt x="42098" y="3684"/>
                </a:cubicBezTo>
                <a:cubicBezTo>
                  <a:pt x="42144" y="3684"/>
                  <a:pt x="42309" y="3735"/>
                  <a:pt x="42427" y="3735"/>
                </a:cubicBezTo>
                <a:cubicBezTo>
                  <a:pt x="42467" y="3735"/>
                  <a:pt x="42501" y="3729"/>
                  <a:pt x="42524" y="3714"/>
                </a:cubicBezTo>
                <a:cubicBezTo>
                  <a:pt x="42584" y="3684"/>
                  <a:pt x="43405" y="3684"/>
                  <a:pt x="43709" y="3684"/>
                </a:cubicBezTo>
                <a:cubicBezTo>
                  <a:pt x="44013" y="3684"/>
                  <a:pt x="45047" y="3653"/>
                  <a:pt x="45350" y="3623"/>
                </a:cubicBezTo>
                <a:cubicBezTo>
                  <a:pt x="45624" y="3592"/>
                  <a:pt x="46232" y="3592"/>
                  <a:pt x="46384" y="3592"/>
                </a:cubicBezTo>
                <a:lnTo>
                  <a:pt x="47083" y="3592"/>
                </a:lnTo>
                <a:cubicBezTo>
                  <a:pt x="47265" y="3562"/>
                  <a:pt x="47448" y="3532"/>
                  <a:pt x="47630" y="3501"/>
                </a:cubicBezTo>
                <a:lnTo>
                  <a:pt x="48390" y="3501"/>
                </a:lnTo>
                <a:cubicBezTo>
                  <a:pt x="48512" y="3501"/>
                  <a:pt x="49120" y="3410"/>
                  <a:pt x="49332" y="3410"/>
                </a:cubicBezTo>
                <a:lnTo>
                  <a:pt x="50335" y="3410"/>
                </a:lnTo>
                <a:cubicBezTo>
                  <a:pt x="50427" y="3410"/>
                  <a:pt x="50548" y="3471"/>
                  <a:pt x="50670" y="3471"/>
                </a:cubicBezTo>
                <a:lnTo>
                  <a:pt x="50761" y="3471"/>
                </a:lnTo>
                <a:cubicBezTo>
                  <a:pt x="51004" y="3440"/>
                  <a:pt x="51217" y="3410"/>
                  <a:pt x="51430" y="3410"/>
                </a:cubicBezTo>
                <a:lnTo>
                  <a:pt x="52038" y="3410"/>
                </a:lnTo>
                <a:cubicBezTo>
                  <a:pt x="52139" y="3410"/>
                  <a:pt x="52388" y="3305"/>
                  <a:pt x="52538" y="3305"/>
                </a:cubicBezTo>
                <a:cubicBezTo>
                  <a:pt x="52569" y="3305"/>
                  <a:pt x="52595" y="3309"/>
                  <a:pt x="52615" y="3319"/>
                </a:cubicBezTo>
                <a:cubicBezTo>
                  <a:pt x="52706" y="3380"/>
                  <a:pt x="52858" y="3410"/>
                  <a:pt x="52980" y="3410"/>
                </a:cubicBezTo>
                <a:lnTo>
                  <a:pt x="53071" y="3410"/>
                </a:lnTo>
                <a:cubicBezTo>
                  <a:pt x="53168" y="3410"/>
                  <a:pt x="53285" y="3371"/>
                  <a:pt x="53343" y="3371"/>
                </a:cubicBezTo>
                <a:cubicBezTo>
                  <a:pt x="53358" y="3371"/>
                  <a:pt x="53369" y="3374"/>
                  <a:pt x="53375" y="3380"/>
                </a:cubicBezTo>
                <a:lnTo>
                  <a:pt x="53497" y="3501"/>
                </a:lnTo>
                <a:cubicBezTo>
                  <a:pt x="54013" y="3349"/>
                  <a:pt x="54560" y="3288"/>
                  <a:pt x="55107" y="3288"/>
                </a:cubicBezTo>
                <a:cubicBezTo>
                  <a:pt x="55189" y="3280"/>
                  <a:pt x="55270" y="3277"/>
                  <a:pt x="55352" y="3277"/>
                </a:cubicBezTo>
                <a:cubicBezTo>
                  <a:pt x="55574" y="3277"/>
                  <a:pt x="55797" y="3305"/>
                  <a:pt x="56019" y="3349"/>
                </a:cubicBezTo>
                <a:lnTo>
                  <a:pt x="56202" y="3349"/>
                </a:lnTo>
                <a:cubicBezTo>
                  <a:pt x="56354" y="3288"/>
                  <a:pt x="56536" y="3258"/>
                  <a:pt x="56718" y="3258"/>
                </a:cubicBezTo>
                <a:lnTo>
                  <a:pt x="56901" y="3258"/>
                </a:lnTo>
                <a:cubicBezTo>
                  <a:pt x="56977" y="3243"/>
                  <a:pt x="57060" y="3235"/>
                  <a:pt x="57144" y="3235"/>
                </a:cubicBezTo>
                <a:cubicBezTo>
                  <a:pt x="57228" y="3235"/>
                  <a:pt x="57311" y="3243"/>
                  <a:pt x="57387" y="3258"/>
                </a:cubicBezTo>
                <a:lnTo>
                  <a:pt x="57570" y="3319"/>
                </a:lnTo>
                <a:cubicBezTo>
                  <a:pt x="57752" y="3258"/>
                  <a:pt x="57934" y="3228"/>
                  <a:pt x="58117" y="3197"/>
                </a:cubicBezTo>
                <a:cubicBezTo>
                  <a:pt x="58299" y="3167"/>
                  <a:pt x="58481" y="3167"/>
                  <a:pt x="58633" y="3167"/>
                </a:cubicBezTo>
                <a:lnTo>
                  <a:pt x="58968" y="3167"/>
                </a:lnTo>
                <a:cubicBezTo>
                  <a:pt x="59181" y="3167"/>
                  <a:pt x="59424" y="3137"/>
                  <a:pt x="59636" y="3137"/>
                </a:cubicBezTo>
                <a:cubicBezTo>
                  <a:pt x="59849" y="3137"/>
                  <a:pt x="60062" y="3106"/>
                  <a:pt x="60275" y="3076"/>
                </a:cubicBezTo>
                <a:cubicBezTo>
                  <a:pt x="60396" y="3076"/>
                  <a:pt x="60548" y="3137"/>
                  <a:pt x="60640" y="3197"/>
                </a:cubicBezTo>
                <a:lnTo>
                  <a:pt x="60761" y="3076"/>
                </a:lnTo>
                <a:lnTo>
                  <a:pt x="60822" y="2954"/>
                </a:lnTo>
                <a:cubicBezTo>
                  <a:pt x="61004" y="3045"/>
                  <a:pt x="61217" y="3106"/>
                  <a:pt x="61430" y="3106"/>
                </a:cubicBezTo>
                <a:cubicBezTo>
                  <a:pt x="61643" y="3076"/>
                  <a:pt x="61855" y="3045"/>
                  <a:pt x="62068" y="3045"/>
                </a:cubicBezTo>
                <a:lnTo>
                  <a:pt x="62281" y="3045"/>
                </a:lnTo>
                <a:cubicBezTo>
                  <a:pt x="62382" y="3045"/>
                  <a:pt x="62484" y="3072"/>
                  <a:pt x="62567" y="3072"/>
                </a:cubicBezTo>
                <a:cubicBezTo>
                  <a:pt x="62608" y="3072"/>
                  <a:pt x="62646" y="3066"/>
                  <a:pt x="62676" y="3045"/>
                </a:cubicBezTo>
                <a:lnTo>
                  <a:pt x="62828" y="2954"/>
                </a:lnTo>
                <a:cubicBezTo>
                  <a:pt x="62889" y="2985"/>
                  <a:pt x="62957" y="3000"/>
                  <a:pt x="63026" y="3000"/>
                </a:cubicBezTo>
                <a:cubicBezTo>
                  <a:pt x="63094" y="3000"/>
                  <a:pt x="63162" y="2985"/>
                  <a:pt x="63223" y="2954"/>
                </a:cubicBezTo>
                <a:lnTo>
                  <a:pt x="63345" y="3045"/>
                </a:lnTo>
                <a:lnTo>
                  <a:pt x="63406" y="3076"/>
                </a:lnTo>
                <a:cubicBezTo>
                  <a:pt x="64044" y="2985"/>
                  <a:pt x="64682" y="2954"/>
                  <a:pt x="65320" y="2924"/>
                </a:cubicBezTo>
                <a:lnTo>
                  <a:pt x="66445" y="2893"/>
                </a:lnTo>
                <a:lnTo>
                  <a:pt x="69090" y="2893"/>
                </a:lnTo>
                <a:cubicBezTo>
                  <a:pt x="69272" y="2893"/>
                  <a:pt x="69576" y="2833"/>
                  <a:pt x="69637" y="2833"/>
                </a:cubicBezTo>
                <a:lnTo>
                  <a:pt x="69941" y="2833"/>
                </a:lnTo>
                <a:cubicBezTo>
                  <a:pt x="69961" y="2853"/>
                  <a:pt x="70072" y="2860"/>
                  <a:pt x="70218" y="2860"/>
                </a:cubicBezTo>
                <a:cubicBezTo>
                  <a:pt x="70508" y="2860"/>
                  <a:pt x="70934" y="2833"/>
                  <a:pt x="71035" y="2833"/>
                </a:cubicBezTo>
                <a:cubicBezTo>
                  <a:pt x="71187" y="2863"/>
                  <a:pt x="71400" y="2893"/>
                  <a:pt x="71430" y="2893"/>
                </a:cubicBezTo>
                <a:lnTo>
                  <a:pt x="71704" y="2833"/>
                </a:lnTo>
                <a:lnTo>
                  <a:pt x="74530" y="2833"/>
                </a:lnTo>
                <a:cubicBezTo>
                  <a:pt x="74774" y="2833"/>
                  <a:pt x="75017" y="2833"/>
                  <a:pt x="75290" y="2893"/>
                </a:cubicBezTo>
                <a:lnTo>
                  <a:pt x="75473" y="2833"/>
                </a:lnTo>
                <a:lnTo>
                  <a:pt x="75685" y="2772"/>
                </a:lnTo>
                <a:cubicBezTo>
                  <a:pt x="75989" y="2772"/>
                  <a:pt x="76324" y="2802"/>
                  <a:pt x="76628" y="2833"/>
                </a:cubicBezTo>
                <a:lnTo>
                  <a:pt x="76871" y="2833"/>
                </a:lnTo>
                <a:cubicBezTo>
                  <a:pt x="76992" y="2833"/>
                  <a:pt x="77114" y="2772"/>
                  <a:pt x="77266" y="2772"/>
                </a:cubicBezTo>
                <a:lnTo>
                  <a:pt x="77418" y="2772"/>
                </a:lnTo>
                <a:cubicBezTo>
                  <a:pt x="77509" y="2787"/>
                  <a:pt x="77608" y="2795"/>
                  <a:pt x="77707" y="2795"/>
                </a:cubicBezTo>
                <a:cubicBezTo>
                  <a:pt x="77805" y="2795"/>
                  <a:pt x="77904" y="2787"/>
                  <a:pt x="77995" y="2772"/>
                </a:cubicBezTo>
                <a:cubicBezTo>
                  <a:pt x="78006" y="2768"/>
                  <a:pt x="78018" y="2767"/>
                  <a:pt x="78031" y="2767"/>
                </a:cubicBezTo>
                <a:cubicBezTo>
                  <a:pt x="78120" y="2767"/>
                  <a:pt x="78266" y="2837"/>
                  <a:pt x="78355" y="2837"/>
                </a:cubicBezTo>
                <a:cubicBezTo>
                  <a:pt x="78368" y="2837"/>
                  <a:pt x="78380" y="2836"/>
                  <a:pt x="78391" y="2833"/>
                </a:cubicBezTo>
                <a:cubicBezTo>
                  <a:pt x="78443" y="2806"/>
                  <a:pt x="78653" y="2735"/>
                  <a:pt x="78749" y="2735"/>
                </a:cubicBezTo>
                <a:cubicBezTo>
                  <a:pt x="78765" y="2735"/>
                  <a:pt x="78777" y="2737"/>
                  <a:pt x="78786" y="2741"/>
                </a:cubicBezTo>
                <a:cubicBezTo>
                  <a:pt x="78907" y="2772"/>
                  <a:pt x="79059" y="2772"/>
                  <a:pt x="79211" y="2772"/>
                </a:cubicBezTo>
                <a:cubicBezTo>
                  <a:pt x="79333" y="2772"/>
                  <a:pt x="79454" y="2772"/>
                  <a:pt x="79576" y="2711"/>
                </a:cubicBezTo>
                <a:lnTo>
                  <a:pt x="79698" y="2711"/>
                </a:lnTo>
                <a:cubicBezTo>
                  <a:pt x="79850" y="2741"/>
                  <a:pt x="79971" y="2772"/>
                  <a:pt x="80123" y="2802"/>
                </a:cubicBezTo>
                <a:cubicBezTo>
                  <a:pt x="80214" y="2802"/>
                  <a:pt x="80275" y="2802"/>
                  <a:pt x="80366" y="2741"/>
                </a:cubicBezTo>
                <a:cubicBezTo>
                  <a:pt x="80399" y="2715"/>
                  <a:pt x="80433" y="2706"/>
                  <a:pt x="80468" y="2706"/>
                </a:cubicBezTo>
                <a:cubicBezTo>
                  <a:pt x="80555" y="2706"/>
                  <a:pt x="80648" y="2763"/>
                  <a:pt x="80744" y="2763"/>
                </a:cubicBezTo>
                <a:cubicBezTo>
                  <a:pt x="80790" y="2763"/>
                  <a:pt x="80837" y="2750"/>
                  <a:pt x="80883" y="2711"/>
                </a:cubicBezTo>
                <a:lnTo>
                  <a:pt x="81005" y="2711"/>
                </a:lnTo>
                <a:lnTo>
                  <a:pt x="81157" y="2924"/>
                </a:lnTo>
                <a:cubicBezTo>
                  <a:pt x="81430" y="2833"/>
                  <a:pt x="81704" y="2741"/>
                  <a:pt x="81977" y="2681"/>
                </a:cubicBezTo>
                <a:cubicBezTo>
                  <a:pt x="82099" y="2711"/>
                  <a:pt x="82220" y="2741"/>
                  <a:pt x="82342" y="2772"/>
                </a:cubicBezTo>
                <a:cubicBezTo>
                  <a:pt x="82524" y="2802"/>
                  <a:pt x="82707" y="2833"/>
                  <a:pt x="82859" y="2863"/>
                </a:cubicBezTo>
                <a:lnTo>
                  <a:pt x="82980" y="2772"/>
                </a:lnTo>
                <a:lnTo>
                  <a:pt x="83163" y="2681"/>
                </a:lnTo>
                <a:cubicBezTo>
                  <a:pt x="83345" y="2741"/>
                  <a:pt x="83527" y="2802"/>
                  <a:pt x="83740" y="2833"/>
                </a:cubicBezTo>
                <a:cubicBezTo>
                  <a:pt x="83794" y="2805"/>
                  <a:pt x="84041" y="2706"/>
                  <a:pt x="84138" y="2706"/>
                </a:cubicBezTo>
                <a:cubicBezTo>
                  <a:pt x="84150" y="2706"/>
                  <a:pt x="84159" y="2708"/>
                  <a:pt x="84166" y="2711"/>
                </a:cubicBezTo>
                <a:cubicBezTo>
                  <a:pt x="84175" y="2715"/>
                  <a:pt x="84188" y="2717"/>
                  <a:pt x="84205" y="2717"/>
                </a:cubicBezTo>
                <a:cubicBezTo>
                  <a:pt x="84286" y="2717"/>
                  <a:pt x="84445" y="2674"/>
                  <a:pt x="84541" y="2674"/>
                </a:cubicBezTo>
                <a:cubicBezTo>
                  <a:pt x="84561" y="2674"/>
                  <a:pt x="84578" y="2676"/>
                  <a:pt x="84591" y="2681"/>
                </a:cubicBezTo>
                <a:cubicBezTo>
                  <a:pt x="84683" y="2711"/>
                  <a:pt x="84834" y="2711"/>
                  <a:pt x="84926" y="2741"/>
                </a:cubicBezTo>
                <a:cubicBezTo>
                  <a:pt x="84956" y="2749"/>
                  <a:pt x="84986" y="2753"/>
                  <a:pt x="85016" y="2753"/>
                </a:cubicBezTo>
                <a:cubicBezTo>
                  <a:pt x="85106" y="2753"/>
                  <a:pt x="85192" y="2719"/>
                  <a:pt x="85260" y="2650"/>
                </a:cubicBezTo>
                <a:lnTo>
                  <a:pt x="85412" y="2772"/>
                </a:lnTo>
                <a:cubicBezTo>
                  <a:pt x="85418" y="2778"/>
                  <a:pt x="85430" y="2780"/>
                  <a:pt x="85447" y="2780"/>
                </a:cubicBezTo>
                <a:cubicBezTo>
                  <a:pt x="85518" y="2780"/>
                  <a:pt x="85667" y="2736"/>
                  <a:pt x="85716" y="2711"/>
                </a:cubicBezTo>
                <a:lnTo>
                  <a:pt x="85838" y="2711"/>
                </a:lnTo>
                <a:cubicBezTo>
                  <a:pt x="85863" y="2745"/>
                  <a:pt x="85890" y="2755"/>
                  <a:pt x="85919" y="2755"/>
                </a:cubicBezTo>
                <a:cubicBezTo>
                  <a:pt x="85967" y="2755"/>
                  <a:pt x="86018" y="2728"/>
                  <a:pt x="86072" y="2728"/>
                </a:cubicBezTo>
                <a:cubicBezTo>
                  <a:pt x="86105" y="2728"/>
                  <a:pt x="86138" y="2738"/>
                  <a:pt x="86172" y="2772"/>
                </a:cubicBezTo>
                <a:cubicBezTo>
                  <a:pt x="86182" y="2792"/>
                  <a:pt x="86212" y="2799"/>
                  <a:pt x="86254" y="2799"/>
                </a:cubicBezTo>
                <a:cubicBezTo>
                  <a:pt x="86337" y="2799"/>
                  <a:pt x="86466" y="2772"/>
                  <a:pt x="86567" y="2772"/>
                </a:cubicBezTo>
                <a:lnTo>
                  <a:pt x="87449" y="2772"/>
                </a:lnTo>
                <a:cubicBezTo>
                  <a:pt x="87692" y="2772"/>
                  <a:pt x="88178" y="2741"/>
                  <a:pt x="88300" y="2741"/>
                </a:cubicBezTo>
                <a:cubicBezTo>
                  <a:pt x="88376" y="2757"/>
                  <a:pt x="88452" y="2764"/>
                  <a:pt x="88531" y="2764"/>
                </a:cubicBezTo>
                <a:cubicBezTo>
                  <a:pt x="88611" y="2764"/>
                  <a:pt x="88695" y="2757"/>
                  <a:pt x="88786" y="2741"/>
                </a:cubicBezTo>
                <a:cubicBezTo>
                  <a:pt x="88864" y="2741"/>
                  <a:pt x="89121" y="2808"/>
                  <a:pt x="89250" y="2808"/>
                </a:cubicBezTo>
                <a:cubicBezTo>
                  <a:pt x="89272" y="2808"/>
                  <a:pt x="89290" y="2807"/>
                  <a:pt x="89303" y="2802"/>
                </a:cubicBezTo>
                <a:cubicBezTo>
                  <a:pt x="89394" y="2787"/>
                  <a:pt x="89493" y="2779"/>
                  <a:pt x="89595" y="2779"/>
                </a:cubicBezTo>
                <a:cubicBezTo>
                  <a:pt x="89698" y="2779"/>
                  <a:pt x="89804" y="2787"/>
                  <a:pt x="89911" y="2802"/>
                </a:cubicBezTo>
                <a:lnTo>
                  <a:pt x="90123" y="2802"/>
                </a:lnTo>
                <a:cubicBezTo>
                  <a:pt x="90336" y="2741"/>
                  <a:pt x="90549" y="2711"/>
                  <a:pt x="90762" y="2711"/>
                </a:cubicBezTo>
                <a:lnTo>
                  <a:pt x="92038" y="2711"/>
                </a:lnTo>
                <a:cubicBezTo>
                  <a:pt x="92251" y="2711"/>
                  <a:pt x="92494" y="2711"/>
                  <a:pt x="92737" y="2681"/>
                </a:cubicBezTo>
                <a:lnTo>
                  <a:pt x="93011" y="2681"/>
                </a:lnTo>
                <a:cubicBezTo>
                  <a:pt x="93102" y="2711"/>
                  <a:pt x="93193" y="2711"/>
                  <a:pt x="93284" y="2741"/>
                </a:cubicBezTo>
                <a:lnTo>
                  <a:pt x="93497" y="2741"/>
                </a:lnTo>
                <a:cubicBezTo>
                  <a:pt x="93528" y="2731"/>
                  <a:pt x="93592" y="2728"/>
                  <a:pt x="93668" y="2728"/>
                </a:cubicBezTo>
                <a:cubicBezTo>
                  <a:pt x="93821" y="2728"/>
                  <a:pt x="94024" y="2741"/>
                  <a:pt x="94105" y="2741"/>
                </a:cubicBezTo>
                <a:cubicBezTo>
                  <a:pt x="94257" y="2711"/>
                  <a:pt x="94409" y="2681"/>
                  <a:pt x="94531" y="2620"/>
                </a:cubicBezTo>
                <a:lnTo>
                  <a:pt x="94561" y="2650"/>
                </a:lnTo>
                <a:lnTo>
                  <a:pt x="94743" y="2802"/>
                </a:lnTo>
                <a:cubicBezTo>
                  <a:pt x="94956" y="2772"/>
                  <a:pt x="95139" y="2650"/>
                  <a:pt x="95139" y="2529"/>
                </a:cubicBezTo>
                <a:lnTo>
                  <a:pt x="95291" y="2377"/>
                </a:lnTo>
                <a:cubicBezTo>
                  <a:pt x="95321" y="2377"/>
                  <a:pt x="95321" y="2346"/>
                  <a:pt x="95291" y="2316"/>
                </a:cubicBezTo>
                <a:cubicBezTo>
                  <a:pt x="95199" y="2225"/>
                  <a:pt x="95443" y="2073"/>
                  <a:pt x="95230" y="1981"/>
                </a:cubicBezTo>
                <a:cubicBezTo>
                  <a:pt x="95247" y="1964"/>
                  <a:pt x="95275" y="1946"/>
                  <a:pt x="95307" y="1946"/>
                </a:cubicBezTo>
                <a:cubicBezTo>
                  <a:pt x="95330" y="1946"/>
                  <a:pt x="95356" y="1956"/>
                  <a:pt x="95382" y="1981"/>
                </a:cubicBezTo>
                <a:cubicBezTo>
                  <a:pt x="95412" y="1981"/>
                  <a:pt x="95443" y="1951"/>
                  <a:pt x="95443" y="1860"/>
                </a:cubicBezTo>
                <a:lnTo>
                  <a:pt x="95443" y="1830"/>
                </a:lnTo>
                <a:lnTo>
                  <a:pt x="95412" y="1617"/>
                </a:lnTo>
                <a:cubicBezTo>
                  <a:pt x="95534" y="1434"/>
                  <a:pt x="95534" y="1100"/>
                  <a:pt x="95625" y="1070"/>
                </a:cubicBezTo>
                <a:cubicBezTo>
                  <a:pt x="95686" y="1009"/>
                  <a:pt x="95747" y="918"/>
                  <a:pt x="95747" y="887"/>
                </a:cubicBezTo>
                <a:cubicBezTo>
                  <a:pt x="95747" y="857"/>
                  <a:pt x="95595" y="857"/>
                  <a:pt x="95564" y="857"/>
                </a:cubicBezTo>
                <a:cubicBezTo>
                  <a:pt x="95503" y="857"/>
                  <a:pt x="95321" y="614"/>
                  <a:pt x="95291" y="492"/>
                </a:cubicBezTo>
                <a:cubicBezTo>
                  <a:pt x="95273" y="439"/>
                  <a:pt x="95194" y="407"/>
                  <a:pt x="95083" y="407"/>
                </a:cubicBezTo>
                <a:cubicBezTo>
                  <a:pt x="95003" y="407"/>
                  <a:pt x="94906" y="424"/>
                  <a:pt x="94804" y="462"/>
                </a:cubicBezTo>
                <a:lnTo>
                  <a:pt x="94592" y="310"/>
                </a:lnTo>
                <a:cubicBezTo>
                  <a:pt x="94561" y="325"/>
                  <a:pt x="94523" y="333"/>
                  <a:pt x="94481" y="333"/>
                </a:cubicBezTo>
                <a:cubicBezTo>
                  <a:pt x="94440" y="333"/>
                  <a:pt x="94394" y="325"/>
                  <a:pt x="94348" y="310"/>
                </a:cubicBezTo>
                <a:lnTo>
                  <a:pt x="94288" y="310"/>
                </a:lnTo>
                <a:cubicBezTo>
                  <a:pt x="94183" y="310"/>
                  <a:pt x="94079" y="377"/>
                  <a:pt x="94013" y="377"/>
                </a:cubicBezTo>
                <a:cubicBezTo>
                  <a:pt x="94002" y="377"/>
                  <a:pt x="93992" y="375"/>
                  <a:pt x="93984" y="371"/>
                </a:cubicBezTo>
                <a:lnTo>
                  <a:pt x="93740" y="279"/>
                </a:lnTo>
                <a:cubicBezTo>
                  <a:pt x="93497" y="279"/>
                  <a:pt x="93254" y="279"/>
                  <a:pt x="92981" y="310"/>
                </a:cubicBezTo>
                <a:cubicBezTo>
                  <a:pt x="92945" y="319"/>
                  <a:pt x="92909" y="322"/>
                  <a:pt x="92874" y="322"/>
                </a:cubicBezTo>
                <a:cubicBezTo>
                  <a:pt x="92788" y="322"/>
                  <a:pt x="92702" y="301"/>
                  <a:pt x="92616" y="279"/>
                </a:cubicBezTo>
                <a:cubicBezTo>
                  <a:pt x="92605" y="276"/>
                  <a:pt x="92593" y="274"/>
                  <a:pt x="92579" y="274"/>
                </a:cubicBezTo>
                <a:cubicBezTo>
                  <a:pt x="92496" y="274"/>
                  <a:pt x="92361" y="327"/>
                  <a:pt x="92278" y="327"/>
                </a:cubicBezTo>
                <a:cubicBezTo>
                  <a:pt x="92253" y="327"/>
                  <a:pt x="92233" y="322"/>
                  <a:pt x="92221" y="310"/>
                </a:cubicBezTo>
                <a:cubicBezTo>
                  <a:pt x="92145" y="272"/>
                  <a:pt x="92047" y="246"/>
                  <a:pt x="91947" y="246"/>
                </a:cubicBezTo>
                <a:cubicBezTo>
                  <a:pt x="91885" y="246"/>
                  <a:pt x="91823" y="256"/>
                  <a:pt x="91765" y="279"/>
                </a:cubicBezTo>
                <a:lnTo>
                  <a:pt x="91613" y="158"/>
                </a:lnTo>
                <a:cubicBezTo>
                  <a:pt x="91582" y="158"/>
                  <a:pt x="91552" y="188"/>
                  <a:pt x="91522" y="188"/>
                </a:cubicBezTo>
                <a:lnTo>
                  <a:pt x="91522" y="340"/>
                </a:lnTo>
                <a:cubicBezTo>
                  <a:pt x="91309" y="279"/>
                  <a:pt x="91126" y="219"/>
                  <a:pt x="90883" y="219"/>
                </a:cubicBezTo>
                <a:cubicBezTo>
                  <a:pt x="90799" y="219"/>
                  <a:pt x="90508" y="63"/>
                  <a:pt x="90368" y="63"/>
                </a:cubicBezTo>
                <a:cubicBezTo>
                  <a:pt x="90356" y="63"/>
                  <a:pt x="90345" y="64"/>
                  <a:pt x="90336" y="67"/>
                </a:cubicBezTo>
                <a:cubicBezTo>
                  <a:pt x="90273" y="79"/>
                  <a:pt x="90205" y="87"/>
                  <a:pt x="90136" y="87"/>
                </a:cubicBezTo>
                <a:cubicBezTo>
                  <a:pt x="90038" y="87"/>
                  <a:pt x="89939" y="72"/>
                  <a:pt x="89850" y="36"/>
                </a:cubicBezTo>
                <a:lnTo>
                  <a:pt x="89667" y="158"/>
                </a:lnTo>
                <a:lnTo>
                  <a:pt x="89485" y="310"/>
                </a:lnTo>
                <a:cubicBezTo>
                  <a:pt x="89485" y="221"/>
                  <a:pt x="89452" y="164"/>
                  <a:pt x="89399" y="164"/>
                </a:cubicBezTo>
                <a:cubicBezTo>
                  <a:pt x="89380" y="164"/>
                  <a:pt x="89357" y="172"/>
                  <a:pt x="89333" y="188"/>
                </a:cubicBezTo>
                <a:lnTo>
                  <a:pt x="89211" y="188"/>
                </a:lnTo>
                <a:cubicBezTo>
                  <a:pt x="89090" y="188"/>
                  <a:pt x="88968" y="127"/>
                  <a:pt x="88847" y="67"/>
                </a:cubicBezTo>
                <a:lnTo>
                  <a:pt x="88756" y="67"/>
                </a:lnTo>
                <a:lnTo>
                  <a:pt x="88664" y="158"/>
                </a:lnTo>
                <a:lnTo>
                  <a:pt x="88148" y="67"/>
                </a:lnTo>
                <a:cubicBezTo>
                  <a:pt x="88026" y="67"/>
                  <a:pt x="87935" y="67"/>
                  <a:pt x="87813" y="97"/>
                </a:cubicBezTo>
                <a:lnTo>
                  <a:pt x="87752" y="97"/>
                </a:lnTo>
                <a:cubicBezTo>
                  <a:pt x="87644" y="97"/>
                  <a:pt x="87536" y="1"/>
                  <a:pt x="87492" y="1"/>
                </a:cubicBezTo>
                <a:cubicBezTo>
                  <a:pt x="87487" y="1"/>
                  <a:pt x="87482" y="2"/>
                  <a:pt x="87479" y="6"/>
                </a:cubicBezTo>
                <a:cubicBezTo>
                  <a:pt x="87412" y="39"/>
                  <a:pt x="87355" y="63"/>
                  <a:pt x="87301" y="63"/>
                </a:cubicBezTo>
                <a:cubicBezTo>
                  <a:pt x="87257" y="63"/>
                  <a:pt x="87216" y="47"/>
                  <a:pt x="87175" y="6"/>
                </a:cubicBezTo>
                <a:cubicBezTo>
                  <a:pt x="87171" y="2"/>
                  <a:pt x="87167" y="1"/>
                  <a:pt x="871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2" name="Google Shape;5562;p60"/>
          <p:cNvGrpSpPr/>
          <p:nvPr/>
        </p:nvGrpSpPr>
        <p:grpSpPr>
          <a:xfrm rot="10640177">
            <a:off x="1983149" y="2780527"/>
            <a:ext cx="289964" cy="277029"/>
            <a:chOff x="588425" y="3716150"/>
            <a:chExt cx="783475" cy="748525"/>
          </a:xfrm>
        </p:grpSpPr>
        <p:sp>
          <p:nvSpPr>
            <p:cNvPr id="5563" name="Google Shape;5563;p60"/>
            <p:cNvSpPr/>
            <p:nvPr/>
          </p:nvSpPr>
          <p:spPr>
            <a:xfrm>
              <a:off x="601350" y="3771675"/>
              <a:ext cx="732550" cy="646550"/>
            </a:xfrm>
            <a:custGeom>
              <a:rect b="b" l="l" r="r" t="t"/>
              <a:pathLst>
                <a:path extrusionOk="0" h="25862" w="29302">
                  <a:moveTo>
                    <a:pt x="14387" y="1"/>
                  </a:moveTo>
                  <a:cubicBezTo>
                    <a:pt x="11248" y="1"/>
                    <a:pt x="8256" y="1346"/>
                    <a:pt x="5593" y="3160"/>
                  </a:cubicBezTo>
                  <a:cubicBezTo>
                    <a:pt x="0" y="6959"/>
                    <a:pt x="365" y="11944"/>
                    <a:pt x="395" y="18205"/>
                  </a:cubicBezTo>
                  <a:cubicBezTo>
                    <a:pt x="395" y="19057"/>
                    <a:pt x="426" y="19938"/>
                    <a:pt x="882" y="20668"/>
                  </a:cubicBezTo>
                  <a:cubicBezTo>
                    <a:pt x="1307" y="21367"/>
                    <a:pt x="2097" y="21792"/>
                    <a:pt x="2857" y="22187"/>
                  </a:cubicBezTo>
                  <a:cubicBezTo>
                    <a:pt x="6778" y="24072"/>
                    <a:pt x="11003" y="25318"/>
                    <a:pt x="15350" y="25774"/>
                  </a:cubicBezTo>
                  <a:cubicBezTo>
                    <a:pt x="15788" y="25823"/>
                    <a:pt x="16240" y="25862"/>
                    <a:pt x="16689" y="25862"/>
                  </a:cubicBezTo>
                  <a:cubicBezTo>
                    <a:pt x="17363" y="25862"/>
                    <a:pt x="18031" y="25774"/>
                    <a:pt x="18633" y="25500"/>
                  </a:cubicBezTo>
                  <a:cubicBezTo>
                    <a:pt x="19514" y="25075"/>
                    <a:pt x="20183" y="24315"/>
                    <a:pt x="20791" y="23525"/>
                  </a:cubicBezTo>
                  <a:cubicBezTo>
                    <a:pt x="23314" y="20364"/>
                    <a:pt x="29302" y="13646"/>
                    <a:pt x="28086" y="9300"/>
                  </a:cubicBezTo>
                  <a:cubicBezTo>
                    <a:pt x="27052" y="5591"/>
                    <a:pt x="20973" y="1457"/>
                    <a:pt x="17478" y="454"/>
                  </a:cubicBezTo>
                  <a:cubicBezTo>
                    <a:pt x="16436" y="142"/>
                    <a:pt x="15404" y="1"/>
                    <a:pt x="143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0"/>
            <p:cNvSpPr/>
            <p:nvPr/>
          </p:nvSpPr>
          <p:spPr>
            <a:xfrm>
              <a:off x="588425" y="3716150"/>
              <a:ext cx="783475" cy="748525"/>
            </a:xfrm>
            <a:custGeom>
              <a:rect b="b" l="l" r="r" t="t"/>
              <a:pathLst>
                <a:path extrusionOk="0" h="29941" w="31339">
                  <a:moveTo>
                    <a:pt x="19849" y="1794"/>
                  </a:moveTo>
                  <a:lnTo>
                    <a:pt x="19849" y="1794"/>
                  </a:lnTo>
                  <a:cubicBezTo>
                    <a:pt x="19843" y="1795"/>
                    <a:pt x="19836" y="1799"/>
                    <a:pt x="19830" y="1804"/>
                  </a:cubicBezTo>
                  <a:lnTo>
                    <a:pt x="19830" y="1804"/>
                  </a:lnTo>
                  <a:cubicBezTo>
                    <a:pt x="19836" y="1800"/>
                    <a:pt x="19842" y="1797"/>
                    <a:pt x="19849" y="1794"/>
                  </a:cubicBezTo>
                  <a:close/>
                  <a:moveTo>
                    <a:pt x="20062" y="1855"/>
                  </a:moveTo>
                  <a:cubicBezTo>
                    <a:pt x="20065" y="1865"/>
                    <a:pt x="20068" y="1874"/>
                    <a:pt x="20071" y="1884"/>
                  </a:cubicBezTo>
                  <a:lnTo>
                    <a:pt x="20071" y="1884"/>
                  </a:lnTo>
                  <a:cubicBezTo>
                    <a:pt x="20069" y="1873"/>
                    <a:pt x="20066" y="1863"/>
                    <a:pt x="20062" y="1855"/>
                  </a:cubicBezTo>
                  <a:close/>
                  <a:moveTo>
                    <a:pt x="16668" y="4074"/>
                  </a:moveTo>
                  <a:lnTo>
                    <a:pt x="16668" y="4074"/>
                  </a:lnTo>
                  <a:cubicBezTo>
                    <a:pt x="16664" y="4074"/>
                    <a:pt x="16661" y="4074"/>
                    <a:pt x="16657" y="4074"/>
                  </a:cubicBezTo>
                  <a:cubicBezTo>
                    <a:pt x="16662" y="4076"/>
                    <a:pt x="16666" y="4079"/>
                    <a:pt x="16671" y="4082"/>
                  </a:cubicBezTo>
                  <a:lnTo>
                    <a:pt x="16671" y="4082"/>
                  </a:lnTo>
                  <a:cubicBezTo>
                    <a:pt x="16670" y="4079"/>
                    <a:pt x="16669" y="4076"/>
                    <a:pt x="16668" y="4074"/>
                  </a:cubicBezTo>
                  <a:close/>
                  <a:moveTo>
                    <a:pt x="16671" y="4082"/>
                  </a:moveTo>
                  <a:cubicBezTo>
                    <a:pt x="16697" y="4152"/>
                    <a:pt x="16727" y="4204"/>
                    <a:pt x="16779" y="4256"/>
                  </a:cubicBezTo>
                  <a:cubicBezTo>
                    <a:pt x="16751" y="4200"/>
                    <a:pt x="16723" y="4118"/>
                    <a:pt x="16671" y="4082"/>
                  </a:cubicBezTo>
                  <a:close/>
                  <a:moveTo>
                    <a:pt x="23739" y="4560"/>
                  </a:moveTo>
                  <a:cubicBezTo>
                    <a:pt x="23739" y="4560"/>
                    <a:pt x="23739" y="4560"/>
                    <a:pt x="23739" y="4560"/>
                  </a:cubicBezTo>
                  <a:lnTo>
                    <a:pt x="23739" y="4560"/>
                  </a:lnTo>
                  <a:cubicBezTo>
                    <a:pt x="23740" y="4560"/>
                    <a:pt x="23740" y="4560"/>
                    <a:pt x="23740" y="4560"/>
                  </a:cubicBezTo>
                  <a:lnTo>
                    <a:pt x="23740" y="4560"/>
                  </a:lnTo>
                  <a:cubicBezTo>
                    <a:pt x="23740" y="4560"/>
                    <a:pt x="23740" y="4560"/>
                    <a:pt x="23739" y="4560"/>
                  </a:cubicBezTo>
                  <a:close/>
                  <a:moveTo>
                    <a:pt x="23740" y="4560"/>
                  </a:moveTo>
                  <a:lnTo>
                    <a:pt x="23740" y="4560"/>
                  </a:lnTo>
                  <a:cubicBezTo>
                    <a:pt x="23797" y="4599"/>
                    <a:pt x="23819" y="4637"/>
                    <a:pt x="23857" y="4637"/>
                  </a:cubicBezTo>
                  <a:cubicBezTo>
                    <a:pt x="23879" y="4637"/>
                    <a:pt x="23908" y="4624"/>
                    <a:pt x="23952" y="4590"/>
                  </a:cubicBezTo>
                  <a:lnTo>
                    <a:pt x="23952" y="4590"/>
                  </a:lnTo>
                  <a:cubicBezTo>
                    <a:pt x="23933" y="4594"/>
                    <a:pt x="23914" y="4596"/>
                    <a:pt x="23895" y="4596"/>
                  </a:cubicBezTo>
                  <a:cubicBezTo>
                    <a:pt x="23843" y="4596"/>
                    <a:pt x="23790" y="4583"/>
                    <a:pt x="23740" y="4560"/>
                  </a:cubicBezTo>
                  <a:close/>
                  <a:moveTo>
                    <a:pt x="26111" y="5981"/>
                  </a:moveTo>
                  <a:cubicBezTo>
                    <a:pt x="26119" y="5994"/>
                    <a:pt x="26129" y="6007"/>
                    <a:pt x="26141" y="6019"/>
                  </a:cubicBezTo>
                  <a:cubicBezTo>
                    <a:pt x="26131" y="6005"/>
                    <a:pt x="26121" y="5993"/>
                    <a:pt x="26111" y="5981"/>
                  </a:cubicBezTo>
                  <a:close/>
                  <a:moveTo>
                    <a:pt x="6991" y="6870"/>
                  </a:moveTo>
                  <a:cubicBezTo>
                    <a:pt x="7235" y="6870"/>
                    <a:pt x="7143" y="6870"/>
                    <a:pt x="6991" y="6900"/>
                  </a:cubicBezTo>
                  <a:lnTo>
                    <a:pt x="6991" y="6870"/>
                  </a:lnTo>
                  <a:close/>
                  <a:moveTo>
                    <a:pt x="26512" y="7018"/>
                  </a:moveTo>
                  <a:cubicBezTo>
                    <a:pt x="26632" y="7018"/>
                    <a:pt x="26657" y="7159"/>
                    <a:pt x="26657" y="7326"/>
                  </a:cubicBezTo>
                  <a:cubicBezTo>
                    <a:pt x="26566" y="7265"/>
                    <a:pt x="26475" y="7144"/>
                    <a:pt x="26475" y="7022"/>
                  </a:cubicBezTo>
                  <a:cubicBezTo>
                    <a:pt x="26488" y="7019"/>
                    <a:pt x="26500" y="7018"/>
                    <a:pt x="26512" y="7018"/>
                  </a:cubicBezTo>
                  <a:close/>
                  <a:moveTo>
                    <a:pt x="4438" y="7569"/>
                  </a:moveTo>
                  <a:cubicBezTo>
                    <a:pt x="4441" y="7571"/>
                    <a:pt x="4444" y="7574"/>
                    <a:pt x="4447" y="7576"/>
                  </a:cubicBezTo>
                  <a:lnTo>
                    <a:pt x="4447" y="7576"/>
                  </a:lnTo>
                  <a:lnTo>
                    <a:pt x="4438" y="7569"/>
                  </a:lnTo>
                  <a:close/>
                  <a:moveTo>
                    <a:pt x="4447" y="7576"/>
                  </a:moveTo>
                  <a:lnTo>
                    <a:pt x="4448" y="7576"/>
                  </a:lnTo>
                  <a:lnTo>
                    <a:pt x="4448" y="7576"/>
                  </a:lnTo>
                  <a:cubicBezTo>
                    <a:pt x="4448" y="7576"/>
                    <a:pt x="4448" y="7576"/>
                    <a:pt x="4448" y="7576"/>
                  </a:cubicBezTo>
                  <a:lnTo>
                    <a:pt x="4448" y="7576"/>
                  </a:lnTo>
                  <a:cubicBezTo>
                    <a:pt x="4448" y="7576"/>
                    <a:pt x="4448" y="7576"/>
                    <a:pt x="4447" y="7576"/>
                  </a:cubicBezTo>
                  <a:close/>
                  <a:moveTo>
                    <a:pt x="4803" y="7387"/>
                  </a:moveTo>
                  <a:cubicBezTo>
                    <a:pt x="4817" y="7515"/>
                    <a:pt x="4625" y="7536"/>
                    <a:pt x="4448" y="7576"/>
                  </a:cubicBezTo>
                  <a:lnTo>
                    <a:pt x="4448" y="7576"/>
                  </a:lnTo>
                  <a:cubicBezTo>
                    <a:pt x="4479" y="7596"/>
                    <a:pt x="4519" y="7605"/>
                    <a:pt x="4560" y="7605"/>
                  </a:cubicBezTo>
                  <a:cubicBezTo>
                    <a:pt x="4685" y="7605"/>
                    <a:pt x="4825" y="7520"/>
                    <a:pt x="4803" y="7387"/>
                  </a:cubicBezTo>
                  <a:close/>
                  <a:moveTo>
                    <a:pt x="30062" y="15046"/>
                  </a:moveTo>
                  <a:lnTo>
                    <a:pt x="30062" y="15046"/>
                  </a:lnTo>
                  <a:cubicBezTo>
                    <a:pt x="30123" y="15198"/>
                    <a:pt x="30275" y="15502"/>
                    <a:pt x="30031" y="15502"/>
                  </a:cubicBezTo>
                  <a:cubicBezTo>
                    <a:pt x="29697" y="15259"/>
                    <a:pt x="29879" y="15229"/>
                    <a:pt x="30062" y="15046"/>
                  </a:cubicBezTo>
                  <a:close/>
                  <a:moveTo>
                    <a:pt x="29257" y="17401"/>
                  </a:moveTo>
                  <a:lnTo>
                    <a:pt x="29241" y="17448"/>
                  </a:lnTo>
                  <a:cubicBezTo>
                    <a:pt x="29251" y="17433"/>
                    <a:pt x="29256" y="17417"/>
                    <a:pt x="29257" y="17401"/>
                  </a:cubicBezTo>
                  <a:close/>
                  <a:moveTo>
                    <a:pt x="10639" y="25411"/>
                  </a:moveTo>
                  <a:cubicBezTo>
                    <a:pt x="10641" y="25431"/>
                    <a:pt x="10644" y="25449"/>
                    <a:pt x="10648" y="25468"/>
                  </a:cubicBezTo>
                  <a:lnTo>
                    <a:pt x="10648" y="25468"/>
                  </a:lnTo>
                  <a:cubicBezTo>
                    <a:pt x="10647" y="25451"/>
                    <a:pt x="10644" y="25432"/>
                    <a:pt x="10639" y="25411"/>
                  </a:cubicBezTo>
                  <a:close/>
                  <a:moveTo>
                    <a:pt x="15806" y="26536"/>
                  </a:moveTo>
                  <a:lnTo>
                    <a:pt x="15867" y="26627"/>
                  </a:lnTo>
                  <a:cubicBezTo>
                    <a:pt x="15805" y="26654"/>
                    <a:pt x="15766" y="26665"/>
                    <a:pt x="15744" y="26665"/>
                  </a:cubicBezTo>
                  <a:cubicBezTo>
                    <a:pt x="15690" y="26665"/>
                    <a:pt x="15733" y="26600"/>
                    <a:pt x="15776" y="26536"/>
                  </a:cubicBezTo>
                  <a:close/>
                  <a:moveTo>
                    <a:pt x="6274" y="27644"/>
                  </a:moveTo>
                  <a:lnTo>
                    <a:pt x="6292" y="27661"/>
                  </a:lnTo>
                  <a:cubicBezTo>
                    <a:pt x="6288" y="27654"/>
                    <a:pt x="6281" y="27649"/>
                    <a:pt x="6274" y="27644"/>
                  </a:cubicBezTo>
                  <a:close/>
                  <a:moveTo>
                    <a:pt x="21369" y="28755"/>
                  </a:moveTo>
                  <a:cubicBezTo>
                    <a:pt x="21367" y="28757"/>
                    <a:pt x="21366" y="28759"/>
                    <a:pt x="21364" y="28761"/>
                  </a:cubicBezTo>
                  <a:lnTo>
                    <a:pt x="21364" y="28761"/>
                  </a:lnTo>
                  <a:cubicBezTo>
                    <a:pt x="21366" y="28759"/>
                    <a:pt x="21367" y="28757"/>
                    <a:pt x="21369" y="28755"/>
                  </a:cubicBezTo>
                  <a:close/>
                  <a:moveTo>
                    <a:pt x="15593" y="1"/>
                  </a:moveTo>
                  <a:cubicBezTo>
                    <a:pt x="15593" y="517"/>
                    <a:pt x="14803" y="487"/>
                    <a:pt x="14834" y="912"/>
                  </a:cubicBezTo>
                  <a:cubicBezTo>
                    <a:pt x="15198" y="760"/>
                    <a:pt x="15563" y="578"/>
                    <a:pt x="15928" y="426"/>
                  </a:cubicBezTo>
                  <a:lnTo>
                    <a:pt x="15928" y="426"/>
                  </a:lnTo>
                  <a:cubicBezTo>
                    <a:pt x="15928" y="918"/>
                    <a:pt x="15295" y="1740"/>
                    <a:pt x="14710" y="1740"/>
                  </a:cubicBezTo>
                  <a:cubicBezTo>
                    <a:pt x="14680" y="1740"/>
                    <a:pt x="14650" y="1738"/>
                    <a:pt x="14621" y="1733"/>
                  </a:cubicBezTo>
                  <a:cubicBezTo>
                    <a:pt x="14438" y="1551"/>
                    <a:pt x="14712" y="852"/>
                    <a:pt x="14712" y="669"/>
                  </a:cubicBezTo>
                  <a:lnTo>
                    <a:pt x="14712" y="669"/>
                  </a:lnTo>
                  <a:cubicBezTo>
                    <a:pt x="14641" y="811"/>
                    <a:pt x="14297" y="952"/>
                    <a:pt x="14103" y="952"/>
                  </a:cubicBezTo>
                  <a:cubicBezTo>
                    <a:pt x="14047" y="952"/>
                    <a:pt x="14003" y="940"/>
                    <a:pt x="13982" y="912"/>
                  </a:cubicBezTo>
                  <a:lnTo>
                    <a:pt x="14256" y="639"/>
                  </a:lnTo>
                  <a:cubicBezTo>
                    <a:pt x="14218" y="621"/>
                    <a:pt x="14182" y="614"/>
                    <a:pt x="14148" y="614"/>
                  </a:cubicBezTo>
                  <a:cubicBezTo>
                    <a:pt x="13899" y="614"/>
                    <a:pt x="13741" y="1030"/>
                    <a:pt x="13462" y="1030"/>
                  </a:cubicBezTo>
                  <a:cubicBezTo>
                    <a:pt x="13383" y="1030"/>
                    <a:pt x="13295" y="997"/>
                    <a:pt x="13192" y="912"/>
                  </a:cubicBezTo>
                  <a:cubicBezTo>
                    <a:pt x="13073" y="912"/>
                    <a:pt x="12787" y="577"/>
                    <a:pt x="12682" y="577"/>
                  </a:cubicBezTo>
                  <a:cubicBezTo>
                    <a:pt x="12653" y="577"/>
                    <a:pt x="12638" y="603"/>
                    <a:pt x="12645" y="669"/>
                  </a:cubicBezTo>
                  <a:cubicBezTo>
                    <a:pt x="13010" y="1186"/>
                    <a:pt x="13283" y="2949"/>
                    <a:pt x="13223" y="3375"/>
                  </a:cubicBezTo>
                  <a:cubicBezTo>
                    <a:pt x="12858" y="3192"/>
                    <a:pt x="12523" y="2979"/>
                    <a:pt x="12219" y="2736"/>
                  </a:cubicBezTo>
                  <a:cubicBezTo>
                    <a:pt x="11855" y="2341"/>
                    <a:pt x="12311" y="1581"/>
                    <a:pt x="12037" y="1277"/>
                  </a:cubicBezTo>
                  <a:lnTo>
                    <a:pt x="12037" y="1277"/>
                  </a:lnTo>
                  <a:cubicBezTo>
                    <a:pt x="12037" y="1399"/>
                    <a:pt x="12007" y="1551"/>
                    <a:pt x="11916" y="1672"/>
                  </a:cubicBezTo>
                  <a:cubicBezTo>
                    <a:pt x="11766" y="1598"/>
                    <a:pt x="11841" y="1360"/>
                    <a:pt x="11689" y="1360"/>
                  </a:cubicBezTo>
                  <a:cubicBezTo>
                    <a:pt x="11656" y="1360"/>
                    <a:pt x="11611" y="1371"/>
                    <a:pt x="11551" y="1399"/>
                  </a:cubicBezTo>
                  <a:cubicBezTo>
                    <a:pt x="11612" y="1885"/>
                    <a:pt x="10852" y="1551"/>
                    <a:pt x="11490" y="1855"/>
                  </a:cubicBezTo>
                  <a:cubicBezTo>
                    <a:pt x="11387" y="1935"/>
                    <a:pt x="11305" y="1955"/>
                    <a:pt x="11224" y="1955"/>
                  </a:cubicBezTo>
                  <a:cubicBezTo>
                    <a:pt x="11146" y="1955"/>
                    <a:pt x="11067" y="1936"/>
                    <a:pt x="10970" y="1936"/>
                  </a:cubicBezTo>
                  <a:cubicBezTo>
                    <a:pt x="10901" y="1936"/>
                    <a:pt x="10824" y="1945"/>
                    <a:pt x="10730" y="1976"/>
                  </a:cubicBezTo>
                  <a:cubicBezTo>
                    <a:pt x="10943" y="2250"/>
                    <a:pt x="10760" y="3162"/>
                    <a:pt x="10517" y="3405"/>
                  </a:cubicBezTo>
                  <a:cubicBezTo>
                    <a:pt x="10487" y="3283"/>
                    <a:pt x="10396" y="3162"/>
                    <a:pt x="10305" y="3071"/>
                  </a:cubicBezTo>
                  <a:cubicBezTo>
                    <a:pt x="9697" y="3283"/>
                    <a:pt x="9271" y="3192"/>
                    <a:pt x="8694" y="3466"/>
                  </a:cubicBezTo>
                  <a:cubicBezTo>
                    <a:pt x="8602" y="3375"/>
                    <a:pt x="8268" y="3375"/>
                    <a:pt x="8268" y="3131"/>
                  </a:cubicBezTo>
                  <a:cubicBezTo>
                    <a:pt x="8238" y="3253"/>
                    <a:pt x="8238" y="3435"/>
                    <a:pt x="8086" y="3526"/>
                  </a:cubicBezTo>
                  <a:cubicBezTo>
                    <a:pt x="7539" y="3314"/>
                    <a:pt x="8420" y="3283"/>
                    <a:pt x="7934" y="2949"/>
                  </a:cubicBezTo>
                  <a:lnTo>
                    <a:pt x="7934" y="2949"/>
                  </a:lnTo>
                  <a:cubicBezTo>
                    <a:pt x="8055" y="3223"/>
                    <a:pt x="7660" y="3526"/>
                    <a:pt x="7539" y="3830"/>
                  </a:cubicBezTo>
                  <a:cubicBezTo>
                    <a:pt x="7599" y="3911"/>
                    <a:pt x="7660" y="3944"/>
                    <a:pt x="7722" y="3944"/>
                  </a:cubicBezTo>
                  <a:cubicBezTo>
                    <a:pt x="7940" y="3944"/>
                    <a:pt x="8156" y="3527"/>
                    <a:pt x="8298" y="3314"/>
                  </a:cubicBezTo>
                  <a:lnTo>
                    <a:pt x="8298" y="3314"/>
                  </a:lnTo>
                  <a:cubicBezTo>
                    <a:pt x="8542" y="3922"/>
                    <a:pt x="8450" y="4651"/>
                    <a:pt x="8086" y="5198"/>
                  </a:cubicBezTo>
                  <a:cubicBezTo>
                    <a:pt x="8005" y="5294"/>
                    <a:pt x="7940" y="5329"/>
                    <a:pt x="7888" y="5329"/>
                  </a:cubicBezTo>
                  <a:cubicBezTo>
                    <a:pt x="7743" y="5329"/>
                    <a:pt x="7694" y="5061"/>
                    <a:pt x="7669" y="5061"/>
                  </a:cubicBezTo>
                  <a:cubicBezTo>
                    <a:pt x="7666" y="5061"/>
                    <a:pt x="7663" y="5066"/>
                    <a:pt x="7660" y="5077"/>
                  </a:cubicBezTo>
                  <a:cubicBezTo>
                    <a:pt x="6809" y="5472"/>
                    <a:pt x="7599" y="6414"/>
                    <a:pt x="6718" y="6444"/>
                  </a:cubicBezTo>
                  <a:cubicBezTo>
                    <a:pt x="6262" y="6292"/>
                    <a:pt x="6262" y="5806"/>
                    <a:pt x="6049" y="5624"/>
                  </a:cubicBezTo>
                  <a:cubicBezTo>
                    <a:pt x="6292" y="5229"/>
                    <a:pt x="6718" y="5472"/>
                    <a:pt x="6931" y="5320"/>
                  </a:cubicBezTo>
                  <a:lnTo>
                    <a:pt x="6535" y="5320"/>
                  </a:lnTo>
                  <a:cubicBezTo>
                    <a:pt x="6564" y="5177"/>
                    <a:pt x="6728" y="4952"/>
                    <a:pt x="6899" y="4952"/>
                  </a:cubicBezTo>
                  <a:cubicBezTo>
                    <a:pt x="6910" y="4952"/>
                    <a:pt x="6920" y="4953"/>
                    <a:pt x="6931" y="4955"/>
                  </a:cubicBezTo>
                  <a:cubicBezTo>
                    <a:pt x="6896" y="4940"/>
                    <a:pt x="6858" y="4934"/>
                    <a:pt x="6816" y="4934"/>
                  </a:cubicBezTo>
                  <a:cubicBezTo>
                    <a:pt x="6600" y="4934"/>
                    <a:pt x="6294" y="5116"/>
                    <a:pt x="5988" y="5320"/>
                  </a:cubicBezTo>
                  <a:cubicBezTo>
                    <a:pt x="5624" y="5624"/>
                    <a:pt x="5198" y="5837"/>
                    <a:pt x="4773" y="6019"/>
                  </a:cubicBezTo>
                  <a:cubicBezTo>
                    <a:pt x="4773" y="6201"/>
                    <a:pt x="4681" y="6444"/>
                    <a:pt x="4864" y="6505"/>
                  </a:cubicBezTo>
                  <a:lnTo>
                    <a:pt x="5016" y="6323"/>
                  </a:lnTo>
                  <a:cubicBezTo>
                    <a:pt x="5360" y="6409"/>
                    <a:pt x="5027" y="6875"/>
                    <a:pt x="5245" y="6875"/>
                  </a:cubicBezTo>
                  <a:cubicBezTo>
                    <a:pt x="5258" y="6875"/>
                    <a:pt x="5272" y="6873"/>
                    <a:pt x="5289" y="6870"/>
                  </a:cubicBezTo>
                  <a:lnTo>
                    <a:pt x="5289" y="6870"/>
                  </a:lnTo>
                  <a:cubicBezTo>
                    <a:pt x="5228" y="7235"/>
                    <a:pt x="5228" y="7691"/>
                    <a:pt x="4833" y="7843"/>
                  </a:cubicBezTo>
                  <a:lnTo>
                    <a:pt x="4448" y="7576"/>
                  </a:lnTo>
                  <a:lnTo>
                    <a:pt x="4448" y="7576"/>
                  </a:lnTo>
                  <a:cubicBezTo>
                    <a:pt x="4246" y="7621"/>
                    <a:pt x="4064" y="7689"/>
                    <a:pt x="4225" y="7964"/>
                  </a:cubicBezTo>
                  <a:lnTo>
                    <a:pt x="4681" y="7964"/>
                  </a:lnTo>
                  <a:lnTo>
                    <a:pt x="4681" y="8603"/>
                  </a:lnTo>
                  <a:cubicBezTo>
                    <a:pt x="4681" y="8785"/>
                    <a:pt x="4651" y="8967"/>
                    <a:pt x="4499" y="9058"/>
                  </a:cubicBezTo>
                  <a:cubicBezTo>
                    <a:pt x="4610" y="9098"/>
                    <a:pt x="4663" y="9111"/>
                    <a:pt x="4690" y="9111"/>
                  </a:cubicBezTo>
                  <a:cubicBezTo>
                    <a:pt x="4741" y="9111"/>
                    <a:pt x="4705" y="9067"/>
                    <a:pt x="4785" y="9067"/>
                  </a:cubicBezTo>
                  <a:cubicBezTo>
                    <a:pt x="4827" y="9067"/>
                    <a:pt x="4904" y="9080"/>
                    <a:pt x="5046" y="9119"/>
                  </a:cubicBezTo>
                  <a:cubicBezTo>
                    <a:pt x="4428" y="8854"/>
                    <a:pt x="5522" y="8561"/>
                    <a:pt x="4926" y="8321"/>
                  </a:cubicBezTo>
                  <a:lnTo>
                    <a:pt x="4926" y="8321"/>
                  </a:lnTo>
                  <a:cubicBezTo>
                    <a:pt x="5061" y="8368"/>
                    <a:pt x="5155" y="8385"/>
                    <a:pt x="5228" y="8385"/>
                  </a:cubicBezTo>
                  <a:cubicBezTo>
                    <a:pt x="5403" y="8385"/>
                    <a:pt x="5457" y="8291"/>
                    <a:pt x="5662" y="8291"/>
                  </a:cubicBezTo>
                  <a:cubicBezTo>
                    <a:pt x="5731" y="8291"/>
                    <a:pt x="5816" y="8301"/>
                    <a:pt x="5928" y="8329"/>
                  </a:cubicBezTo>
                  <a:cubicBezTo>
                    <a:pt x="5836" y="8238"/>
                    <a:pt x="5654" y="8207"/>
                    <a:pt x="5897" y="8086"/>
                  </a:cubicBezTo>
                  <a:cubicBezTo>
                    <a:pt x="5897" y="8025"/>
                    <a:pt x="5867" y="7995"/>
                    <a:pt x="5867" y="7934"/>
                  </a:cubicBezTo>
                  <a:cubicBezTo>
                    <a:pt x="5776" y="7934"/>
                    <a:pt x="5684" y="7903"/>
                    <a:pt x="5593" y="7873"/>
                  </a:cubicBezTo>
                  <a:cubicBezTo>
                    <a:pt x="5472" y="7508"/>
                    <a:pt x="5806" y="7204"/>
                    <a:pt x="5836" y="6961"/>
                  </a:cubicBezTo>
                  <a:cubicBezTo>
                    <a:pt x="5848" y="6959"/>
                    <a:pt x="5859" y="6958"/>
                    <a:pt x="5868" y="6958"/>
                  </a:cubicBezTo>
                  <a:cubicBezTo>
                    <a:pt x="6000" y="6958"/>
                    <a:pt x="5879" y="7148"/>
                    <a:pt x="6049" y="7204"/>
                  </a:cubicBezTo>
                  <a:lnTo>
                    <a:pt x="6080" y="6870"/>
                  </a:lnTo>
                  <a:cubicBezTo>
                    <a:pt x="6323" y="7113"/>
                    <a:pt x="6779" y="7052"/>
                    <a:pt x="6596" y="7417"/>
                  </a:cubicBezTo>
                  <a:lnTo>
                    <a:pt x="6900" y="7235"/>
                  </a:lnTo>
                  <a:cubicBezTo>
                    <a:pt x="6925" y="7238"/>
                    <a:pt x="6950" y="7239"/>
                    <a:pt x="6975" y="7239"/>
                  </a:cubicBezTo>
                  <a:cubicBezTo>
                    <a:pt x="7192" y="7239"/>
                    <a:pt x="7399" y="7122"/>
                    <a:pt x="7508" y="6931"/>
                  </a:cubicBezTo>
                  <a:cubicBezTo>
                    <a:pt x="7651" y="6907"/>
                    <a:pt x="7682" y="6566"/>
                    <a:pt x="7689" y="6566"/>
                  </a:cubicBezTo>
                  <a:cubicBezTo>
                    <a:pt x="7691" y="6566"/>
                    <a:pt x="7691" y="6592"/>
                    <a:pt x="7691" y="6657"/>
                  </a:cubicBezTo>
                  <a:cubicBezTo>
                    <a:pt x="7843" y="6505"/>
                    <a:pt x="7964" y="6353"/>
                    <a:pt x="8086" y="6171"/>
                  </a:cubicBezTo>
                  <a:lnTo>
                    <a:pt x="8146" y="6262"/>
                  </a:lnTo>
                  <a:cubicBezTo>
                    <a:pt x="8571" y="6023"/>
                    <a:pt x="8834" y="5367"/>
                    <a:pt x="9481" y="5367"/>
                  </a:cubicBezTo>
                  <a:cubicBezTo>
                    <a:pt x="9575" y="5367"/>
                    <a:pt x="9676" y="5380"/>
                    <a:pt x="9788" y="5411"/>
                  </a:cubicBezTo>
                  <a:cubicBezTo>
                    <a:pt x="9909" y="5198"/>
                    <a:pt x="10122" y="5077"/>
                    <a:pt x="10365" y="5046"/>
                  </a:cubicBezTo>
                  <a:lnTo>
                    <a:pt x="10548" y="5289"/>
                  </a:lnTo>
                  <a:cubicBezTo>
                    <a:pt x="10730" y="5077"/>
                    <a:pt x="11308" y="5289"/>
                    <a:pt x="11308" y="4955"/>
                  </a:cubicBezTo>
                  <a:cubicBezTo>
                    <a:pt x="11449" y="5150"/>
                    <a:pt x="11604" y="5218"/>
                    <a:pt x="11762" y="5218"/>
                  </a:cubicBezTo>
                  <a:cubicBezTo>
                    <a:pt x="12138" y="5218"/>
                    <a:pt x="12535" y="4833"/>
                    <a:pt x="12834" y="4833"/>
                  </a:cubicBezTo>
                  <a:cubicBezTo>
                    <a:pt x="12842" y="4833"/>
                    <a:pt x="12850" y="4833"/>
                    <a:pt x="12858" y="4834"/>
                  </a:cubicBezTo>
                  <a:lnTo>
                    <a:pt x="12797" y="4469"/>
                  </a:lnTo>
                  <a:cubicBezTo>
                    <a:pt x="13101" y="4408"/>
                    <a:pt x="13375" y="4256"/>
                    <a:pt x="13648" y="4074"/>
                  </a:cubicBezTo>
                  <a:lnTo>
                    <a:pt x="13557" y="3739"/>
                  </a:lnTo>
                  <a:cubicBezTo>
                    <a:pt x="13628" y="3669"/>
                    <a:pt x="13712" y="3644"/>
                    <a:pt x="13803" y="3644"/>
                  </a:cubicBezTo>
                  <a:cubicBezTo>
                    <a:pt x="13907" y="3644"/>
                    <a:pt x="14021" y="3676"/>
                    <a:pt x="14134" y="3709"/>
                  </a:cubicBezTo>
                  <a:cubicBezTo>
                    <a:pt x="14378" y="3800"/>
                    <a:pt x="14621" y="3861"/>
                    <a:pt x="14864" y="3861"/>
                  </a:cubicBezTo>
                  <a:cubicBezTo>
                    <a:pt x="14849" y="3922"/>
                    <a:pt x="14811" y="3944"/>
                    <a:pt x="14765" y="3944"/>
                  </a:cubicBezTo>
                  <a:cubicBezTo>
                    <a:pt x="14720" y="3944"/>
                    <a:pt x="14666" y="3922"/>
                    <a:pt x="14621" y="3891"/>
                  </a:cubicBezTo>
                  <a:lnTo>
                    <a:pt x="14621" y="3891"/>
                  </a:lnTo>
                  <a:cubicBezTo>
                    <a:pt x="14754" y="4068"/>
                    <a:pt x="14886" y="4131"/>
                    <a:pt x="15026" y="4131"/>
                  </a:cubicBezTo>
                  <a:cubicBezTo>
                    <a:pt x="15174" y="4131"/>
                    <a:pt x="15330" y="4061"/>
                    <a:pt x="15502" y="3982"/>
                  </a:cubicBezTo>
                  <a:cubicBezTo>
                    <a:pt x="15672" y="3880"/>
                    <a:pt x="15843" y="3797"/>
                    <a:pt x="15997" y="3797"/>
                  </a:cubicBezTo>
                  <a:cubicBezTo>
                    <a:pt x="16118" y="3797"/>
                    <a:pt x="16229" y="3849"/>
                    <a:pt x="16323" y="3982"/>
                  </a:cubicBezTo>
                  <a:cubicBezTo>
                    <a:pt x="16355" y="3961"/>
                    <a:pt x="16395" y="3951"/>
                    <a:pt x="16436" y="3951"/>
                  </a:cubicBezTo>
                  <a:cubicBezTo>
                    <a:pt x="16510" y="3951"/>
                    <a:pt x="16588" y="3984"/>
                    <a:pt x="16627" y="4043"/>
                  </a:cubicBezTo>
                  <a:lnTo>
                    <a:pt x="16657" y="4043"/>
                  </a:lnTo>
                  <a:cubicBezTo>
                    <a:pt x="16661" y="4054"/>
                    <a:pt x="16664" y="4064"/>
                    <a:pt x="16668" y="4074"/>
                  </a:cubicBezTo>
                  <a:lnTo>
                    <a:pt x="16668" y="4074"/>
                  </a:lnTo>
                  <a:cubicBezTo>
                    <a:pt x="16816" y="4072"/>
                    <a:pt x="16964" y="4043"/>
                    <a:pt x="17083" y="4013"/>
                  </a:cubicBezTo>
                  <a:lnTo>
                    <a:pt x="17083" y="4013"/>
                  </a:lnTo>
                  <a:lnTo>
                    <a:pt x="17052" y="4408"/>
                  </a:lnTo>
                  <a:lnTo>
                    <a:pt x="17083" y="4408"/>
                  </a:lnTo>
                  <a:cubicBezTo>
                    <a:pt x="17105" y="4436"/>
                    <a:pt x="17126" y="4449"/>
                    <a:pt x="17144" y="4449"/>
                  </a:cubicBezTo>
                  <a:cubicBezTo>
                    <a:pt x="17224" y="4449"/>
                    <a:pt x="17260" y="4205"/>
                    <a:pt x="17235" y="3982"/>
                  </a:cubicBezTo>
                  <a:cubicBezTo>
                    <a:pt x="17326" y="3952"/>
                    <a:pt x="17417" y="3891"/>
                    <a:pt x="17508" y="3830"/>
                  </a:cubicBezTo>
                  <a:lnTo>
                    <a:pt x="17508" y="3830"/>
                  </a:lnTo>
                  <a:cubicBezTo>
                    <a:pt x="17483" y="4067"/>
                    <a:pt x="17550" y="4099"/>
                    <a:pt x="17635" y="4099"/>
                  </a:cubicBezTo>
                  <a:cubicBezTo>
                    <a:pt x="17668" y="4099"/>
                    <a:pt x="17704" y="4095"/>
                    <a:pt x="17739" y="4095"/>
                  </a:cubicBezTo>
                  <a:cubicBezTo>
                    <a:pt x="17833" y="4095"/>
                    <a:pt x="17917" y="4131"/>
                    <a:pt x="17903" y="4408"/>
                  </a:cubicBezTo>
                  <a:cubicBezTo>
                    <a:pt x="18086" y="4134"/>
                    <a:pt x="18694" y="4469"/>
                    <a:pt x="19028" y="3891"/>
                  </a:cubicBezTo>
                  <a:lnTo>
                    <a:pt x="19028" y="3891"/>
                  </a:lnTo>
                  <a:cubicBezTo>
                    <a:pt x="19003" y="3966"/>
                    <a:pt x="19019" y="4021"/>
                    <a:pt x="18992" y="4021"/>
                  </a:cubicBezTo>
                  <a:cubicBezTo>
                    <a:pt x="18986" y="4021"/>
                    <a:pt x="18978" y="4018"/>
                    <a:pt x="18967" y="4013"/>
                  </a:cubicBezTo>
                  <a:lnTo>
                    <a:pt x="18967" y="4013"/>
                  </a:lnTo>
                  <a:cubicBezTo>
                    <a:pt x="19063" y="4109"/>
                    <a:pt x="19178" y="4223"/>
                    <a:pt x="19326" y="4223"/>
                  </a:cubicBezTo>
                  <a:cubicBezTo>
                    <a:pt x="19366" y="4223"/>
                    <a:pt x="19408" y="4215"/>
                    <a:pt x="19454" y="4195"/>
                  </a:cubicBezTo>
                  <a:lnTo>
                    <a:pt x="19454" y="4195"/>
                  </a:lnTo>
                  <a:lnTo>
                    <a:pt x="19332" y="4651"/>
                  </a:lnTo>
                  <a:cubicBezTo>
                    <a:pt x="19545" y="4499"/>
                    <a:pt x="19758" y="4378"/>
                    <a:pt x="19940" y="4256"/>
                  </a:cubicBezTo>
                  <a:lnTo>
                    <a:pt x="19940" y="4256"/>
                  </a:lnTo>
                  <a:cubicBezTo>
                    <a:pt x="20062" y="4651"/>
                    <a:pt x="20062" y="4803"/>
                    <a:pt x="19697" y="5016"/>
                  </a:cubicBezTo>
                  <a:cubicBezTo>
                    <a:pt x="19979" y="4937"/>
                    <a:pt x="20118" y="4921"/>
                    <a:pt x="20218" y="4921"/>
                  </a:cubicBezTo>
                  <a:cubicBezTo>
                    <a:pt x="20288" y="4921"/>
                    <a:pt x="20338" y="4929"/>
                    <a:pt x="20403" y="4929"/>
                  </a:cubicBezTo>
                  <a:cubicBezTo>
                    <a:pt x="20497" y="4929"/>
                    <a:pt x="20623" y="4912"/>
                    <a:pt x="20882" y="4834"/>
                  </a:cubicBezTo>
                  <a:lnTo>
                    <a:pt x="20882" y="4834"/>
                  </a:lnTo>
                  <a:lnTo>
                    <a:pt x="20730" y="5077"/>
                  </a:lnTo>
                  <a:cubicBezTo>
                    <a:pt x="20755" y="5087"/>
                    <a:pt x="20788" y="5090"/>
                    <a:pt x="20826" y="5090"/>
                  </a:cubicBezTo>
                  <a:cubicBezTo>
                    <a:pt x="20911" y="5090"/>
                    <a:pt x="21019" y="5072"/>
                    <a:pt x="21112" y="5072"/>
                  </a:cubicBezTo>
                  <a:cubicBezTo>
                    <a:pt x="21230" y="5072"/>
                    <a:pt x="21322" y="5101"/>
                    <a:pt x="21308" y="5229"/>
                  </a:cubicBezTo>
                  <a:cubicBezTo>
                    <a:pt x="21338" y="5897"/>
                    <a:pt x="22949" y="6353"/>
                    <a:pt x="23405" y="7417"/>
                  </a:cubicBezTo>
                  <a:cubicBezTo>
                    <a:pt x="23499" y="7223"/>
                    <a:pt x="23555" y="7153"/>
                    <a:pt x="23592" y="7153"/>
                  </a:cubicBezTo>
                  <a:cubicBezTo>
                    <a:pt x="23687" y="7153"/>
                    <a:pt x="23658" y="7614"/>
                    <a:pt x="23818" y="7614"/>
                  </a:cubicBezTo>
                  <a:cubicBezTo>
                    <a:pt x="23859" y="7614"/>
                    <a:pt x="23912" y="7584"/>
                    <a:pt x="23983" y="7508"/>
                  </a:cubicBezTo>
                  <a:lnTo>
                    <a:pt x="23983" y="7508"/>
                  </a:lnTo>
                  <a:cubicBezTo>
                    <a:pt x="23891" y="7691"/>
                    <a:pt x="23922" y="7903"/>
                    <a:pt x="23679" y="7903"/>
                  </a:cubicBezTo>
                  <a:cubicBezTo>
                    <a:pt x="24143" y="8058"/>
                    <a:pt x="24082" y="8497"/>
                    <a:pt x="24442" y="8497"/>
                  </a:cubicBezTo>
                  <a:cubicBezTo>
                    <a:pt x="24507" y="8497"/>
                    <a:pt x="24585" y="8483"/>
                    <a:pt x="24682" y="8451"/>
                  </a:cubicBezTo>
                  <a:lnTo>
                    <a:pt x="24682" y="8451"/>
                  </a:lnTo>
                  <a:cubicBezTo>
                    <a:pt x="24591" y="8663"/>
                    <a:pt x="24408" y="8603"/>
                    <a:pt x="24347" y="8724"/>
                  </a:cubicBezTo>
                  <a:cubicBezTo>
                    <a:pt x="24408" y="8724"/>
                    <a:pt x="24591" y="8724"/>
                    <a:pt x="24530" y="8846"/>
                  </a:cubicBezTo>
                  <a:cubicBezTo>
                    <a:pt x="24509" y="8927"/>
                    <a:pt x="24449" y="8927"/>
                    <a:pt x="24374" y="8927"/>
                  </a:cubicBezTo>
                  <a:lnTo>
                    <a:pt x="24374" y="8927"/>
                  </a:lnTo>
                  <a:cubicBezTo>
                    <a:pt x="24337" y="8927"/>
                    <a:pt x="24297" y="8927"/>
                    <a:pt x="24256" y="8937"/>
                  </a:cubicBezTo>
                  <a:cubicBezTo>
                    <a:pt x="24347" y="9012"/>
                    <a:pt x="24445" y="9045"/>
                    <a:pt x="24548" y="9045"/>
                  </a:cubicBezTo>
                  <a:cubicBezTo>
                    <a:pt x="24860" y="9045"/>
                    <a:pt x="25220" y="8748"/>
                    <a:pt x="25563" y="8451"/>
                  </a:cubicBezTo>
                  <a:cubicBezTo>
                    <a:pt x="25563" y="8715"/>
                    <a:pt x="25611" y="8836"/>
                    <a:pt x="25800" y="8836"/>
                  </a:cubicBezTo>
                  <a:cubicBezTo>
                    <a:pt x="25871" y="8836"/>
                    <a:pt x="25963" y="8818"/>
                    <a:pt x="26080" y="8785"/>
                  </a:cubicBezTo>
                  <a:lnTo>
                    <a:pt x="26080" y="8785"/>
                  </a:lnTo>
                  <a:cubicBezTo>
                    <a:pt x="26012" y="8920"/>
                    <a:pt x="25978" y="9106"/>
                    <a:pt x="25866" y="9106"/>
                  </a:cubicBezTo>
                  <a:cubicBezTo>
                    <a:pt x="25827" y="9106"/>
                    <a:pt x="25778" y="9083"/>
                    <a:pt x="25715" y="9028"/>
                  </a:cubicBezTo>
                  <a:lnTo>
                    <a:pt x="25715" y="9028"/>
                  </a:lnTo>
                  <a:cubicBezTo>
                    <a:pt x="25806" y="9210"/>
                    <a:pt x="25898" y="9393"/>
                    <a:pt x="26050" y="9545"/>
                  </a:cubicBezTo>
                  <a:cubicBezTo>
                    <a:pt x="26137" y="9698"/>
                    <a:pt x="26256" y="9819"/>
                    <a:pt x="26394" y="9819"/>
                  </a:cubicBezTo>
                  <a:cubicBezTo>
                    <a:pt x="26449" y="9819"/>
                    <a:pt x="26506" y="9800"/>
                    <a:pt x="26566" y="9758"/>
                  </a:cubicBezTo>
                  <a:lnTo>
                    <a:pt x="26566" y="9758"/>
                  </a:lnTo>
                  <a:cubicBezTo>
                    <a:pt x="26505" y="9879"/>
                    <a:pt x="26688" y="9970"/>
                    <a:pt x="26749" y="10001"/>
                  </a:cubicBezTo>
                  <a:cubicBezTo>
                    <a:pt x="26870" y="10244"/>
                    <a:pt x="26992" y="10457"/>
                    <a:pt x="27174" y="10669"/>
                  </a:cubicBezTo>
                  <a:cubicBezTo>
                    <a:pt x="27174" y="10639"/>
                    <a:pt x="27174" y="10609"/>
                    <a:pt x="27174" y="10548"/>
                  </a:cubicBezTo>
                  <a:cubicBezTo>
                    <a:pt x="27264" y="10524"/>
                    <a:pt x="27331" y="10514"/>
                    <a:pt x="27382" y="10514"/>
                  </a:cubicBezTo>
                  <a:cubicBezTo>
                    <a:pt x="27661" y="10514"/>
                    <a:pt x="27450" y="10824"/>
                    <a:pt x="27630" y="11004"/>
                  </a:cubicBezTo>
                  <a:lnTo>
                    <a:pt x="27569" y="11004"/>
                  </a:lnTo>
                  <a:cubicBezTo>
                    <a:pt x="27539" y="11399"/>
                    <a:pt x="27569" y="11460"/>
                    <a:pt x="27630" y="11490"/>
                  </a:cubicBezTo>
                  <a:cubicBezTo>
                    <a:pt x="27721" y="11551"/>
                    <a:pt x="27812" y="11612"/>
                    <a:pt x="27600" y="11976"/>
                  </a:cubicBezTo>
                  <a:lnTo>
                    <a:pt x="27934" y="11855"/>
                  </a:lnTo>
                  <a:cubicBezTo>
                    <a:pt x="27963" y="11853"/>
                    <a:pt x="27990" y="11852"/>
                    <a:pt x="28014" y="11852"/>
                  </a:cubicBezTo>
                  <a:cubicBezTo>
                    <a:pt x="28316" y="11852"/>
                    <a:pt x="28229" y="12023"/>
                    <a:pt x="28116" y="12220"/>
                  </a:cubicBezTo>
                  <a:cubicBezTo>
                    <a:pt x="27964" y="12432"/>
                    <a:pt x="27721" y="12645"/>
                    <a:pt x="27873" y="12828"/>
                  </a:cubicBezTo>
                  <a:lnTo>
                    <a:pt x="28086" y="12706"/>
                  </a:lnTo>
                  <a:lnTo>
                    <a:pt x="28086" y="12706"/>
                  </a:lnTo>
                  <a:cubicBezTo>
                    <a:pt x="28208" y="12797"/>
                    <a:pt x="27934" y="12980"/>
                    <a:pt x="27630" y="13071"/>
                  </a:cubicBezTo>
                  <a:cubicBezTo>
                    <a:pt x="27387" y="13162"/>
                    <a:pt x="27113" y="13253"/>
                    <a:pt x="26870" y="13375"/>
                  </a:cubicBezTo>
                  <a:cubicBezTo>
                    <a:pt x="26864" y="13378"/>
                    <a:pt x="26857" y="13379"/>
                    <a:pt x="26852" y="13379"/>
                  </a:cubicBezTo>
                  <a:cubicBezTo>
                    <a:pt x="26803" y="13379"/>
                    <a:pt x="26776" y="13277"/>
                    <a:pt x="26749" y="13223"/>
                  </a:cubicBezTo>
                  <a:lnTo>
                    <a:pt x="26749" y="13223"/>
                  </a:lnTo>
                  <a:cubicBezTo>
                    <a:pt x="26232" y="13648"/>
                    <a:pt x="27205" y="13344"/>
                    <a:pt x="27265" y="13770"/>
                  </a:cubicBezTo>
                  <a:cubicBezTo>
                    <a:pt x="27083" y="13770"/>
                    <a:pt x="26860" y="13675"/>
                    <a:pt x="26705" y="13675"/>
                  </a:cubicBezTo>
                  <a:cubicBezTo>
                    <a:pt x="26627" y="13675"/>
                    <a:pt x="26566" y="13699"/>
                    <a:pt x="26536" y="13770"/>
                  </a:cubicBezTo>
                  <a:cubicBezTo>
                    <a:pt x="26293" y="13800"/>
                    <a:pt x="27144" y="14742"/>
                    <a:pt x="26505" y="14955"/>
                  </a:cubicBezTo>
                  <a:cubicBezTo>
                    <a:pt x="26548" y="14955"/>
                    <a:pt x="26592" y="14954"/>
                    <a:pt x="26635" y="14954"/>
                  </a:cubicBezTo>
                  <a:cubicBezTo>
                    <a:pt x="26808" y="14954"/>
                    <a:pt x="26974" y="14973"/>
                    <a:pt x="27022" y="15168"/>
                  </a:cubicBezTo>
                  <a:cubicBezTo>
                    <a:pt x="26961" y="15502"/>
                    <a:pt x="26019" y="15654"/>
                    <a:pt x="26445" y="16171"/>
                  </a:cubicBezTo>
                  <a:cubicBezTo>
                    <a:pt x="26414" y="16186"/>
                    <a:pt x="26384" y="16194"/>
                    <a:pt x="26357" y="16194"/>
                  </a:cubicBezTo>
                  <a:cubicBezTo>
                    <a:pt x="26331" y="16194"/>
                    <a:pt x="26308" y="16186"/>
                    <a:pt x="26293" y="16171"/>
                  </a:cubicBezTo>
                  <a:lnTo>
                    <a:pt x="26293" y="16171"/>
                  </a:lnTo>
                  <a:cubicBezTo>
                    <a:pt x="26323" y="16475"/>
                    <a:pt x="26141" y="16992"/>
                    <a:pt x="26384" y="17326"/>
                  </a:cubicBezTo>
                  <a:cubicBezTo>
                    <a:pt x="26273" y="17286"/>
                    <a:pt x="26181" y="17269"/>
                    <a:pt x="26103" y="17269"/>
                  </a:cubicBezTo>
                  <a:cubicBezTo>
                    <a:pt x="25454" y="17269"/>
                    <a:pt x="25835" y="18501"/>
                    <a:pt x="25398" y="18501"/>
                  </a:cubicBezTo>
                  <a:cubicBezTo>
                    <a:pt x="25326" y="18501"/>
                    <a:pt x="25232" y="18468"/>
                    <a:pt x="25107" y="18390"/>
                  </a:cubicBezTo>
                  <a:lnTo>
                    <a:pt x="24712" y="19089"/>
                  </a:lnTo>
                  <a:lnTo>
                    <a:pt x="24651" y="18998"/>
                  </a:lnTo>
                  <a:cubicBezTo>
                    <a:pt x="24378" y="19271"/>
                    <a:pt x="24347" y="19667"/>
                    <a:pt x="24530" y="19971"/>
                  </a:cubicBezTo>
                  <a:cubicBezTo>
                    <a:pt x="24510" y="19981"/>
                    <a:pt x="24492" y="19985"/>
                    <a:pt x="24477" y="19985"/>
                  </a:cubicBezTo>
                  <a:cubicBezTo>
                    <a:pt x="24397" y="19985"/>
                    <a:pt x="24368" y="19874"/>
                    <a:pt x="24317" y="19849"/>
                  </a:cubicBezTo>
                  <a:cubicBezTo>
                    <a:pt x="23709" y="20335"/>
                    <a:pt x="23709" y="20396"/>
                    <a:pt x="23800" y="21247"/>
                  </a:cubicBezTo>
                  <a:lnTo>
                    <a:pt x="23466" y="21065"/>
                  </a:lnTo>
                  <a:lnTo>
                    <a:pt x="23466" y="21065"/>
                  </a:lnTo>
                  <a:cubicBezTo>
                    <a:pt x="23527" y="21338"/>
                    <a:pt x="22341" y="21582"/>
                    <a:pt x="22220" y="22433"/>
                  </a:cubicBezTo>
                  <a:cubicBezTo>
                    <a:pt x="22159" y="22372"/>
                    <a:pt x="22128" y="22311"/>
                    <a:pt x="22128" y="22250"/>
                  </a:cubicBezTo>
                  <a:cubicBezTo>
                    <a:pt x="21977" y="23192"/>
                    <a:pt x="20092" y="23192"/>
                    <a:pt x="20943" y="24256"/>
                  </a:cubicBezTo>
                  <a:lnTo>
                    <a:pt x="20852" y="24925"/>
                  </a:lnTo>
                  <a:cubicBezTo>
                    <a:pt x="20968" y="24815"/>
                    <a:pt x="21051" y="24773"/>
                    <a:pt x="21114" y="24773"/>
                  </a:cubicBezTo>
                  <a:cubicBezTo>
                    <a:pt x="21334" y="24773"/>
                    <a:pt x="21305" y="25296"/>
                    <a:pt x="21561" y="25296"/>
                  </a:cubicBezTo>
                  <a:cubicBezTo>
                    <a:pt x="21577" y="25296"/>
                    <a:pt x="21594" y="25294"/>
                    <a:pt x="21612" y="25290"/>
                  </a:cubicBezTo>
                  <a:lnTo>
                    <a:pt x="21612" y="25290"/>
                  </a:lnTo>
                  <a:cubicBezTo>
                    <a:pt x="21548" y="25418"/>
                    <a:pt x="21340" y="25496"/>
                    <a:pt x="21180" y="25496"/>
                  </a:cubicBezTo>
                  <a:cubicBezTo>
                    <a:pt x="21037" y="25496"/>
                    <a:pt x="20932" y="25433"/>
                    <a:pt x="21004" y="25290"/>
                  </a:cubicBezTo>
                  <a:lnTo>
                    <a:pt x="21095" y="25290"/>
                  </a:lnTo>
                  <a:cubicBezTo>
                    <a:pt x="20992" y="25174"/>
                    <a:pt x="20899" y="25130"/>
                    <a:pt x="20812" y="25130"/>
                  </a:cubicBezTo>
                  <a:cubicBezTo>
                    <a:pt x="20547" y="25130"/>
                    <a:pt x="20343" y="25539"/>
                    <a:pt x="20120" y="25539"/>
                  </a:cubicBezTo>
                  <a:cubicBezTo>
                    <a:pt x="20071" y="25539"/>
                    <a:pt x="20022" y="25519"/>
                    <a:pt x="19970" y="25472"/>
                  </a:cubicBezTo>
                  <a:cubicBezTo>
                    <a:pt x="19636" y="25898"/>
                    <a:pt x="19180" y="26232"/>
                    <a:pt x="18663" y="26414"/>
                  </a:cubicBezTo>
                  <a:cubicBezTo>
                    <a:pt x="18344" y="26483"/>
                    <a:pt x="18008" y="26517"/>
                    <a:pt x="17667" y="26517"/>
                  </a:cubicBezTo>
                  <a:cubicBezTo>
                    <a:pt x="17554" y="26517"/>
                    <a:pt x="17440" y="26513"/>
                    <a:pt x="17326" y="26506"/>
                  </a:cubicBezTo>
                  <a:lnTo>
                    <a:pt x="17326" y="26506"/>
                  </a:lnTo>
                  <a:lnTo>
                    <a:pt x="17478" y="27022"/>
                  </a:lnTo>
                  <a:lnTo>
                    <a:pt x="17083" y="27022"/>
                  </a:lnTo>
                  <a:cubicBezTo>
                    <a:pt x="16992" y="26870"/>
                    <a:pt x="16961" y="26597"/>
                    <a:pt x="17235" y="26597"/>
                  </a:cubicBezTo>
                  <a:cubicBezTo>
                    <a:pt x="17209" y="26533"/>
                    <a:pt x="17174" y="26506"/>
                    <a:pt x="17134" y="26506"/>
                  </a:cubicBezTo>
                  <a:cubicBezTo>
                    <a:pt x="16986" y="26506"/>
                    <a:pt x="16772" y="26872"/>
                    <a:pt x="16748" y="26992"/>
                  </a:cubicBezTo>
                  <a:cubicBezTo>
                    <a:pt x="16171" y="26718"/>
                    <a:pt x="17022" y="26354"/>
                    <a:pt x="16840" y="26323"/>
                  </a:cubicBezTo>
                  <a:lnTo>
                    <a:pt x="16840" y="26323"/>
                  </a:lnTo>
                  <a:lnTo>
                    <a:pt x="16596" y="26354"/>
                  </a:lnTo>
                  <a:lnTo>
                    <a:pt x="16627" y="26445"/>
                  </a:lnTo>
                  <a:cubicBezTo>
                    <a:pt x="16464" y="26608"/>
                    <a:pt x="16398" y="26819"/>
                    <a:pt x="16126" y="26819"/>
                  </a:cubicBezTo>
                  <a:cubicBezTo>
                    <a:pt x="16093" y="26819"/>
                    <a:pt x="16058" y="26816"/>
                    <a:pt x="16019" y="26810"/>
                  </a:cubicBezTo>
                  <a:cubicBezTo>
                    <a:pt x="15806" y="26688"/>
                    <a:pt x="15928" y="26475"/>
                    <a:pt x="15837" y="26445"/>
                  </a:cubicBezTo>
                  <a:cubicBezTo>
                    <a:pt x="15837" y="26384"/>
                    <a:pt x="15837" y="26384"/>
                    <a:pt x="15715" y="26384"/>
                  </a:cubicBezTo>
                  <a:lnTo>
                    <a:pt x="15168" y="26293"/>
                  </a:lnTo>
                  <a:lnTo>
                    <a:pt x="15320" y="26749"/>
                  </a:lnTo>
                  <a:cubicBezTo>
                    <a:pt x="15047" y="26930"/>
                    <a:pt x="14805" y="26660"/>
                    <a:pt x="14983" y="27168"/>
                  </a:cubicBezTo>
                  <a:lnTo>
                    <a:pt x="14983" y="27168"/>
                  </a:lnTo>
                  <a:cubicBezTo>
                    <a:pt x="14703" y="26385"/>
                    <a:pt x="12949" y="26566"/>
                    <a:pt x="12767" y="26293"/>
                  </a:cubicBezTo>
                  <a:cubicBezTo>
                    <a:pt x="12584" y="26384"/>
                    <a:pt x="12387" y="26430"/>
                    <a:pt x="12189" y="26430"/>
                  </a:cubicBezTo>
                  <a:cubicBezTo>
                    <a:pt x="11992" y="26430"/>
                    <a:pt x="11794" y="26384"/>
                    <a:pt x="11612" y="26293"/>
                  </a:cubicBezTo>
                  <a:lnTo>
                    <a:pt x="11612" y="26293"/>
                  </a:lnTo>
                  <a:cubicBezTo>
                    <a:pt x="11691" y="26398"/>
                    <a:pt x="11655" y="26778"/>
                    <a:pt x="11427" y="26778"/>
                  </a:cubicBezTo>
                  <a:cubicBezTo>
                    <a:pt x="11392" y="26778"/>
                    <a:pt x="11352" y="26769"/>
                    <a:pt x="11308" y="26749"/>
                  </a:cubicBezTo>
                  <a:cubicBezTo>
                    <a:pt x="11663" y="25860"/>
                    <a:pt x="10777" y="26155"/>
                    <a:pt x="10648" y="25468"/>
                  </a:cubicBezTo>
                  <a:lnTo>
                    <a:pt x="10648" y="25468"/>
                  </a:lnTo>
                  <a:cubicBezTo>
                    <a:pt x="10655" y="25594"/>
                    <a:pt x="10557" y="25622"/>
                    <a:pt x="10426" y="25622"/>
                  </a:cubicBezTo>
                  <a:cubicBezTo>
                    <a:pt x="10324" y="25622"/>
                    <a:pt x="10202" y="25605"/>
                    <a:pt x="10092" y="25605"/>
                  </a:cubicBezTo>
                  <a:cubicBezTo>
                    <a:pt x="9888" y="25605"/>
                    <a:pt x="9727" y="25662"/>
                    <a:pt x="9818" y="25989"/>
                  </a:cubicBezTo>
                  <a:cubicBezTo>
                    <a:pt x="9545" y="25837"/>
                    <a:pt x="9909" y="25624"/>
                    <a:pt x="9757" y="25351"/>
                  </a:cubicBezTo>
                  <a:lnTo>
                    <a:pt x="9757" y="25351"/>
                  </a:lnTo>
                  <a:cubicBezTo>
                    <a:pt x="9693" y="25363"/>
                    <a:pt x="9629" y="25368"/>
                    <a:pt x="9566" y="25368"/>
                  </a:cubicBezTo>
                  <a:cubicBezTo>
                    <a:pt x="8830" y="25368"/>
                    <a:pt x="8201" y="24607"/>
                    <a:pt x="7417" y="24439"/>
                  </a:cubicBezTo>
                  <a:cubicBezTo>
                    <a:pt x="7356" y="24560"/>
                    <a:pt x="7417" y="24834"/>
                    <a:pt x="7174" y="24925"/>
                  </a:cubicBezTo>
                  <a:lnTo>
                    <a:pt x="6961" y="24135"/>
                  </a:lnTo>
                  <a:cubicBezTo>
                    <a:pt x="6833" y="24135"/>
                    <a:pt x="6676" y="24448"/>
                    <a:pt x="6541" y="24448"/>
                  </a:cubicBezTo>
                  <a:cubicBezTo>
                    <a:pt x="6483" y="24448"/>
                    <a:pt x="6429" y="24390"/>
                    <a:pt x="6384" y="24226"/>
                  </a:cubicBezTo>
                  <a:cubicBezTo>
                    <a:pt x="6384" y="24348"/>
                    <a:pt x="6384" y="24530"/>
                    <a:pt x="6262" y="24530"/>
                  </a:cubicBezTo>
                  <a:cubicBezTo>
                    <a:pt x="5624" y="23952"/>
                    <a:pt x="4803" y="23679"/>
                    <a:pt x="4013" y="23375"/>
                  </a:cubicBezTo>
                  <a:cubicBezTo>
                    <a:pt x="3222" y="23071"/>
                    <a:pt x="2554" y="22706"/>
                    <a:pt x="2736" y="22098"/>
                  </a:cubicBezTo>
                  <a:cubicBezTo>
                    <a:pt x="2736" y="22007"/>
                    <a:pt x="2797" y="21946"/>
                    <a:pt x="2827" y="21855"/>
                  </a:cubicBezTo>
                  <a:lnTo>
                    <a:pt x="2827" y="21855"/>
                  </a:lnTo>
                  <a:cubicBezTo>
                    <a:pt x="2727" y="21972"/>
                    <a:pt x="2663" y="22016"/>
                    <a:pt x="2621" y="22016"/>
                  </a:cubicBezTo>
                  <a:cubicBezTo>
                    <a:pt x="2587" y="22016"/>
                    <a:pt x="2567" y="21987"/>
                    <a:pt x="2554" y="21946"/>
                  </a:cubicBezTo>
                  <a:cubicBezTo>
                    <a:pt x="2523" y="22007"/>
                    <a:pt x="2250" y="22068"/>
                    <a:pt x="2098" y="22129"/>
                  </a:cubicBezTo>
                  <a:cubicBezTo>
                    <a:pt x="2189" y="21916"/>
                    <a:pt x="2310" y="21733"/>
                    <a:pt x="2432" y="21521"/>
                  </a:cubicBezTo>
                  <a:cubicBezTo>
                    <a:pt x="1915" y="21521"/>
                    <a:pt x="2341" y="20882"/>
                    <a:pt x="1885" y="20822"/>
                  </a:cubicBezTo>
                  <a:lnTo>
                    <a:pt x="1885" y="20822"/>
                  </a:lnTo>
                  <a:lnTo>
                    <a:pt x="1976" y="21034"/>
                  </a:lnTo>
                  <a:cubicBezTo>
                    <a:pt x="1884" y="20986"/>
                    <a:pt x="1789" y="20965"/>
                    <a:pt x="1694" y="20965"/>
                  </a:cubicBezTo>
                  <a:cubicBezTo>
                    <a:pt x="1192" y="20965"/>
                    <a:pt x="648" y="21530"/>
                    <a:pt x="61" y="21582"/>
                  </a:cubicBezTo>
                  <a:cubicBezTo>
                    <a:pt x="365" y="21764"/>
                    <a:pt x="213" y="22007"/>
                    <a:pt x="92" y="22402"/>
                  </a:cubicBezTo>
                  <a:cubicBezTo>
                    <a:pt x="0" y="22797"/>
                    <a:pt x="0" y="23284"/>
                    <a:pt x="487" y="23466"/>
                  </a:cubicBezTo>
                  <a:cubicBezTo>
                    <a:pt x="517" y="23496"/>
                    <a:pt x="578" y="23496"/>
                    <a:pt x="639" y="23496"/>
                  </a:cubicBezTo>
                  <a:cubicBezTo>
                    <a:pt x="627" y="23594"/>
                    <a:pt x="576" y="23613"/>
                    <a:pt x="513" y="23613"/>
                  </a:cubicBezTo>
                  <a:cubicBezTo>
                    <a:pt x="471" y="23613"/>
                    <a:pt x="424" y="23605"/>
                    <a:pt x="380" y="23605"/>
                  </a:cubicBezTo>
                  <a:cubicBezTo>
                    <a:pt x="325" y="23605"/>
                    <a:pt x="274" y="23618"/>
                    <a:pt x="244" y="23679"/>
                  </a:cubicBezTo>
                  <a:cubicBezTo>
                    <a:pt x="639" y="23679"/>
                    <a:pt x="821" y="23861"/>
                    <a:pt x="1034" y="24256"/>
                  </a:cubicBezTo>
                  <a:lnTo>
                    <a:pt x="943" y="24287"/>
                  </a:lnTo>
                  <a:cubicBezTo>
                    <a:pt x="1490" y="24743"/>
                    <a:pt x="1794" y="24986"/>
                    <a:pt x="2128" y="25259"/>
                  </a:cubicBezTo>
                  <a:cubicBezTo>
                    <a:pt x="2462" y="25594"/>
                    <a:pt x="2827" y="25898"/>
                    <a:pt x="3222" y="26171"/>
                  </a:cubicBezTo>
                  <a:lnTo>
                    <a:pt x="3283" y="25807"/>
                  </a:lnTo>
                  <a:cubicBezTo>
                    <a:pt x="3496" y="25958"/>
                    <a:pt x="3496" y="26080"/>
                    <a:pt x="3557" y="26202"/>
                  </a:cubicBezTo>
                  <a:cubicBezTo>
                    <a:pt x="4043" y="25807"/>
                    <a:pt x="2949" y="25867"/>
                    <a:pt x="3435" y="25442"/>
                  </a:cubicBezTo>
                  <a:lnTo>
                    <a:pt x="3435" y="25442"/>
                  </a:lnTo>
                  <a:cubicBezTo>
                    <a:pt x="3435" y="26262"/>
                    <a:pt x="4955" y="26141"/>
                    <a:pt x="4833" y="26962"/>
                  </a:cubicBezTo>
                  <a:cubicBezTo>
                    <a:pt x="4878" y="26980"/>
                    <a:pt x="4913" y="26988"/>
                    <a:pt x="4940" y="26988"/>
                  </a:cubicBezTo>
                  <a:cubicBezTo>
                    <a:pt x="5110" y="26988"/>
                    <a:pt x="4976" y="26670"/>
                    <a:pt x="5145" y="26670"/>
                  </a:cubicBezTo>
                  <a:cubicBezTo>
                    <a:pt x="5167" y="26670"/>
                    <a:pt x="5195" y="26676"/>
                    <a:pt x="5228" y="26688"/>
                  </a:cubicBezTo>
                  <a:lnTo>
                    <a:pt x="5228" y="26931"/>
                  </a:lnTo>
                  <a:lnTo>
                    <a:pt x="5411" y="26718"/>
                  </a:lnTo>
                  <a:cubicBezTo>
                    <a:pt x="5593" y="26870"/>
                    <a:pt x="5654" y="27114"/>
                    <a:pt x="5593" y="27326"/>
                  </a:cubicBezTo>
                  <a:cubicBezTo>
                    <a:pt x="5571" y="27304"/>
                    <a:pt x="5540" y="27298"/>
                    <a:pt x="5507" y="27298"/>
                  </a:cubicBezTo>
                  <a:cubicBezTo>
                    <a:pt x="5471" y="27298"/>
                    <a:pt x="5432" y="27305"/>
                    <a:pt x="5399" y="27305"/>
                  </a:cubicBezTo>
                  <a:cubicBezTo>
                    <a:pt x="5381" y="27305"/>
                    <a:pt x="5364" y="27303"/>
                    <a:pt x="5350" y="27296"/>
                  </a:cubicBezTo>
                  <a:lnTo>
                    <a:pt x="5350" y="27296"/>
                  </a:lnTo>
                  <a:cubicBezTo>
                    <a:pt x="5523" y="27671"/>
                    <a:pt x="6133" y="27553"/>
                    <a:pt x="6274" y="27644"/>
                  </a:cubicBezTo>
                  <a:lnTo>
                    <a:pt x="6274" y="27644"/>
                  </a:lnTo>
                  <a:lnTo>
                    <a:pt x="5988" y="27387"/>
                  </a:lnTo>
                  <a:lnTo>
                    <a:pt x="5988" y="27387"/>
                  </a:lnTo>
                  <a:cubicBezTo>
                    <a:pt x="6900" y="27548"/>
                    <a:pt x="7858" y="28087"/>
                    <a:pt x="8802" y="28087"/>
                  </a:cubicBezTo>
                  <a:cubicBezTo>
                    <a:pt x="8928" y="28087"/>
                    <a:pt x="9054" y="28077"/>
                    <a:pt x="9180" y="28056"/>
                  </a:cubicBezTo>
                  <a:lnTo>
                    <a:pt x="9150" y="27873"/>
                  </a:lnTo>
                  <a:cubicBezTo>
                    <a:pt x="9221" y="27865"/>
                    <a:pt x="9284" y="27861"/>
                    <a:pt x="9339" y="27861"/>
                  </a:cubicBezTo>
                  <a:cubicBezTo>
                    <a:pt x="9899" y="27861"/>
                    <a:pt x="9740" y="28244"/>
                    <a:pt x="10487" y="28299"/>
                  </a:cubicBezTo>
                  <a:lnTo>
                    <a:pt x="10457" y="28329"/>
                  </a:lnTo>
                  <a:cubicBezTo>
                    <a:pt x="10578" y="28248"/>
                    <a:pt x="10727" y="28208"/>
                    <a:pt x="10875" y="28208"/>
                  </a:cubicBezTo>
                  <a:cubicBezTo>
                    <a:pt x="10950" y="28208"/>
                    <a:pt x="11024" y="28218"/>
                    <a:pt x="11095" y="28238"/>
                  </a:cubicBezTo>
                  <a:cubicBezTo>
                    <a:pt x="10852" y="28390"/>
                    <a:pt x="11399" y="28694"/>
                    <a:pt x="11095" y="28846"/>
                  </a:cubicBezTo>
                  <a:cubicBezTo>
                    <a:pt x="11946" y="28694"/>
                    <a:pt x="11520" y="28664"/>
                    <a:pt x="12189" y="28177"/>
                  </a:cubicBezTo>
                  <a:lnTo>
                    <a:pt x="12250" y="28481"/>
                  </a:lnTo>
                  <a:cubicBezTo>
                    <a:pt x="12463" y="28269"/>
                    <a:pt x="12493" y="28147"/>
                    <a:pt x="12919" y="28147"/>
                  </a:cubicBezTo>
                  <a:cubicBezTo>
                    <a:pt x="12523" y="28329"/>
                    <a:pt x="13101" y="28603"/>
                    <a:pt x="12675" y="28846"/>
                  </a:cubicBezTo>
                  <a:cubicBezTo>
                    <a:pt x="12881" y="29060"/>
                    <a:pt x="13076" y="29122"/>
                    <a:pt x="13257" y="29122"/>
                  </a:cubicBezTo>
                  <a:cubicBezTo>
                    <a:pt x="13508" y="29122"/>
                    <a:pt x="13731" y="29001"/>
                    <a:pt x="13909" y="29001"/>
                  </a:cubicBezTo>
                  <a:cubicBezTo>
                    <a:pt x="14058" y="29001"/>
                    <a:pt x="14177" y="29085"/>
                    <a:pt x="14256" y="29393"/>
                  </a:cubicBezTo>
                  <a:cubicBezTo>
                    <a:pt x="14773" y="28694"/>
                    <a:pt x="13587" y="28876"/>
                    <a:pt x="13830" y="28724"/>
                  </a:cubicBezTo>
                  <a:cubicBezTo>
                    <a:pt x="13731" y="28501"/>
                    <a:pt x="14079" y="28297"/>
                    <a:pt x="14342" y="28297"/>
                  </a:cubicBezTo>
                  <a:cubicBezTo>
                    <a:pt x="14401" y="28297"/>
                    <a:pt x="14455" y="28307"/>
                    <a:pt x="14499" y="28329"/>
                  </a:cubicBezTo>
                  <a:cubicBezTo>
                    <a:pt x="14742" y="28390"/>
                    <a:pt x="14803" y="29363"/>
                    <a:pt x="15502" y="29424"/>
                  </a:cubicBezTo>
                  <a:cubicBezTo>
                    <a:pt x="15454" y="29424"/>
                    <a:pt x="15424" y="29462"/>
                    <a:pt x="15384" y="29462"/>
                  </a:cubicBezTo>
                  <a:cubicBezTo>
                    <a:pt x="15373" y="29462"/>
                    <a:pt x="15362" y="29460"/>
                    <a:pt x="15350" y="29454"/>
                  </a:cubicBezTo>
                  <a:lnTo>
                    <a:pt x="15350" y="29454"/>
                  </a:lnTo>
                  <a:cubicBezTo>
                    <a:pt x="15410" y="29514"/>
                    <a:pt x="15474" y="29533"/>
                    <a:pt x="15541" y="29533"/>
                  </a:cubicBezTo>
                  <a:cubicBezTo>
                    <a:pt x="15660" y="29533"/>
                    <a:pt x="15788" y="29472"/>
                    <a:pt x="15920" y="29472"/>
                  </a:cubicBezTo>
                  <a:cubicBezTo>
                    <a:pt x="16012" y="29472"/>
                    <a:pt x="16107" y="29502"/>
                    <a:pt x="16201" y="29606"/>
                  </a:cubicBezTo>
                  <a:cubicBezTo>
                    <a:pt x="16295" y="29405"/>
                    <a:pt x="16389" y="29393"/>
                    <a:pt x="16472" y="29393"/>
                  </a:cubicBezTo>
                  <a:cubicBezTo>
                    <a:pt x="16484" y="29393"/>
                    <a:pt x="16495" y="29393"/>
                    <a:pt x="16505" y="29393"/>
                  </a:cubicBezTo>
                  <a:cubicBezTo>
                    <a:pt x="16596" y="29393"/>
                    <a:pt x="16672" y="29378"/>
                    <a:pt x="16718" y="29089"/>
                  </a:cubicBezTo>
                  <a:lnTo>
                    <a:pt x="16718" y="29089"/>
                  </a:lnTo>
                  <a:cubicBezTo>
                    <a:pt x="16505" y="29120"/>
                    <a:pt x="16262" y="29150"/>
                    <a:pt x="16049" y="29180"/>
                  </a:cubicBezTo>
                  <a:cubicBezTo>
                    <a:pt x="16345" y="29057"/>
                    <a:pt x="16662" y="28613"/>
                    <a:pt x="17095" y="28613"/>
                  </a:cubicBezTo>
                  <a:cubicBezTo>
                    <a:pt x="17196" y="28613"/>
                    <a:pt x="17303" y="28637"/>
                    <a:pt x="17417" y="28694"/>
                  </a:cubicBezTo>
                  <a:cubicBezTo>
                    <a:pt x="17326" y="28876"/>
                    <a:pt x="17204" y="28998"/>
                    <a:pt x="17022" y="29089"/>
                  </a:cubicBezTo>
                  <a:cubicBezTo>
                    <a:pt x="17068" y="29135"/>
                    <a:pt x="17113" y="29150"/>
                    <a:pt x="17159" y="29150"/>
                  </a:cubicBezTo>
                  <a:cubicBezTo>
                    <a:pt x="17251" y="29150"/>
                    <a:pt x="17345" y="29089"/>
                    <a:pt x="17445" y="29089"/>
                  </a:cubicBezTo>
                  <a:cubicBezTo>
                    <a:pt x="17495" y="29089"/>
                    <a:pt x="17546" y="29104"/>
                    <a:pt x="17600" y="29150"/>
                  </a:cubicBezTo>
                  <a:cubicBezTo>
                    <a:pt x="17569" y="29758"/>
                    <a:pt x="16718" y="29302"/>
                    <a:pt x="16293" y="29697"/>
                  </a:cubicBezTo>
                  <a:cubicBezTo>
                    <a:pt x="16328" y="29750"/>
                    <a:pt x="16382" y="29769"/>
                    <a:pt x="16444" y="29769"/>
                  </a:cubicBezTo>
                  <a:cubicBezTo>
                    <a:pt x="16589" y="29769"/>
                    <a:pt x="16779" y="29667"/>
                    <a:pt x="16881" y="29667"/>
                  </a:cubicBezTo>
                  <a:cubicBezTo>
                    <a:pt x="16957" y="29667"/>
                    <a:pt x="16984" y="29724"/>
                    <a:pt x="16908" y="29921"/>
                  </a:cubicBezTo>
                  <a:lnTo>
                    <a:pt x="16908" y="29921"/>
                  </a:lnTo>
                  <a:cubicBezTo>
                    <a:pt x="17017" y="29648"/>
                    <a:pt x="17143" y="29590"/>
                    <a:pt x="17295" y="29590"/>
                  </a:cubicBezTo>
                  <a:cubicBezTo>
                    <a:pt x="17352" y="29590"/>
                    <a:pt x="17413" y="29598"/>
                    <a:pt x="17478" y="29606"/>
                  </a:cubicBezTo>
                  <a:cubicBezTo>
                    <a:pt x="17554" y="29629"/>
                    <a:pt x="17630" y="29640"/>
                    <a:pt x="17704" y="29640"/>
                  </a:cubicBezTo>
                  <a:cubicBezTo>
                    <a:pt x="17924" y="29640"/>
                    <a:pt x="18124" y="29538"/>
                    <a:pt x="18238" y="29332"/>
                  </a:cubicBezTo>
                  <a:lnTo>
                    <a:pt x="18238" y="29697"/>
                  </a:lnTo>
                  <a:cubicBezTo>
                    <a:pt x="18329" y="29636"/>
                    <a:pt x="18511" y="29424"/>
                    <a:pt x="18663" y="29393"/>
                  </a:cubicBezTo>
                  <a:lnTo>
                    <a:pt x="18663" y="29393"/>
                  </a:lnTo>
                  <a:cubicBezTo>
                    <a:pt x="18603" y="29576"/>
                    <a:pt x="18511" y="29758"/>
                    <a:pt x="18451" y="29910"/>
                  </a:cubicBezTo>
                  <a:cubicBezTo>
                    <a:pt x="18616" y="29744"/>
                    <a:pt x="18800" y="29726"/>
                    <a:pt x="19017" y="29726"/>
                  </a:cubicBezTo>
                  <a:cubicBezTo>
                    <a:pt x="19078" y="29726"/>
                    <a:pt x="19143" y="29728"/>
                    <a:pt x="19211" y="29728"/>
                  </a:cubicBezTo>
                  <a:cubicBezTo>
                    <a:pt x="19295" y="29756"/>
                    <a:pt x="19383" y="29769"/>
                    <a:pt x="19470" y="29769"/>
                  </a:cubicBezTo>
                  <a:cubicBezTo>
                    <a:pt x="19664" y="29769"/>
                    <a:pt x="19854" y="29701"/>
                    <a:pt x="20001" y="29576"/>
                  </a:cubicBezTo>
                  <a:lnTo>
                    <a:pt x="20001" y="29576"/>
                  </a:lnTo>
                  <a:cubicBezTo>
                    <a:pt x="19770" y="29678"/>
                    <a:pt x="19620" y="29716"/>
                    <a:pt x="19522" y="29716"/>
                  </a:cubicBezTo>
                  <a:cubicBezTo>
                    <a:pt x="19387" y="29716"/>
                    <a:pt x="19350" y="29646"/>
                    <a:pt x="19332" y="29576"/>
                  </a:cubicBezTo>
                  <a:cubicBezTo>
                    <a:pt x="19302" y="29424"/>
                    <a:pt x="19332" y="29241"/>
                    <a:pt x="19089" y="29180"/>
                  </a:cubicBezTo>
                  <a:cubicBezTo>
                    <a:pt x="19354" y="28962"/>
                    <a:pt x="19539" y="28888"/>
                    <a:pt x="19702" y="28888"/>
                  </a:cubicBezTo>
                  <a:cubicBezTo>
                    <a:pt x="19856" y="28888"/>
                    <a:pt x="19990" y="28954"/>
                    <a:pt x="20153" y="29028"/>
                  </a:cubicBezTo>
                  <a:cubicBezTo>
                    <a:pt x="20291" y="29103"/>
                    <a:pt x="20448" y="29140"/>
                    <a:pt x="20605" y="29140"/>
                  </a:cubicBezTo>
                  <a:cubicBezTo>
                    <a:pt x="20895" y="29140"/>
                    <a:pt x="21186" y="29014"/>
                    <a:pt x="21364" y="28761"/>
                  </a:cubicBezTo>
                  <a:lnTo>
                    <a:pt x="21364" y="28761"/>
                  </a:lnTo>
                  <a:cubicBezTo>
                    <a:pt x="21296" y="28855"/>
                    <a:pt x="21108" y="28923"/>
                    <a:pt x="20967" y="28923"/>
                  </a:cubicBezTo>
                  <a:cubicBezTo>
                    <a:pt x="20840" y="28923"/>
                    <a:pt x="20750" y="28867"/>
                    <a:pt x="20821" y="28724"/>
                  </a:cubicBezTo>
                  <a:cubicBezTo>
                    <a:pt x="21095" y="28573"/>
                    <a:pt x="21399" y="28512"/>
                    <a:pt x="21703" y="28512"/>
                  </a:cubicBezTo>
                  <a:cubicBezTo>
                    <a:pt x="22280" y="27843"/>
                    <a:pt x="21369" y="28329"/>
                    <a:pt x="21460" y="27904"/>
                  </a:cubicBezTo>
                  <a:lnTo>
                    <a:pt x="21460" y="27904"/>
                  </a:lnTo>
                  <a:cubicBezTo>
                    <a:pt x="21512" y="27916"/>
                    <a:pt x="21556" y="27922"/>
                    <a:pt x="21592" y="27922"/>
                  </a:cubicBezTo>
                  <a:cubicBezTo>
                    <a:pt x="21913" y="27922"/>
                    <a:pt x="21651" y="27472"/>
                    <a:pt x="21733" y="27144"/>
                  </a:cubicBezTo>
                  <a:lnTo>
                    <a:pt x="21733" y="27144"/>
                  </a:lnTo>
                  <a:lnTo>
                    <a:pt x="22007" y="27387"/>
                  </a:lnTo>
                  <a:cubicBezTo>
                    <a:pt x="22736" y="26901"/>
                    <a:pt x="21581" y="26749"/>
                    <a:pt x="22250" y="26354"/>
                  </a:cubicBezTo>
                  <a:lnTo>
                    <a:pt x="22250" y="26354"/>
                  </a:lnTo>
                  <a:lnTo>
                    <a:pt x="22463" y="26901"/>
                  </a:lnTo>
                  <a:lnTo>
                    <a:pt x="22584" y="26536"/>
                  </a:lnTo>
                  <a:lnTo>
                    <a:pt x="22858" y="26840"/>
                  </a:lnTo>
                  <a:cubicBezTo>
                    <a:pt x="22858" y="26354"/>
                    <a:pt x="22980" y="26323"/>
                    <a:pt x="23314" y="26080"/>
                  </a:cubicBezTo>
                  <a:cubicBezTo>
                    <a:pt x="23010" y="25989"/>
                    <a:pt x="22888" y="25624"/>
                    <a:pt x="23040" y="25351"/>
                  </a:cubicBezTo>
                  <a:cubicBezTo>
                    <a:pt x="23054" y="25349"/>
                    <a:pt x="23067" y="25349"/>
                    <a:pt x="23079" y="25349"/>
                  </a:cubicBezTo>
                  <a:cubicBezTo>
                    <a:pt x="23252" y="25349"/>
                    <a:pt x="23272" y="25467"/>
                    <a:pt x="23320" y="25467"/>
                  </a:cubicBezTo>
                  <a:cubicBezTo>
                    <a:pt x="23351" y="25467"/>
                    <a:pt x="23394" y="25419"/>
                    <a:pt x="23496" y="25259"/>
                  </a:cubicBezTo>
                  <a:lnTo>
                    <a:pt x="23496" y="25259"/>
                  </a:lnTo>
                  <a:cubicBezTo>
                    <a:pt x="23606" y="25479"/>
                    <a:pt x="23716" y="25724"/>
                    <a:pt x="23467" y="25724"/>
                  </a:cubicBezTo>
                  <a:cubicBezTo>
                    <a:pt x="23440" y="25724"/>
                    <a:pt x="23410" y="25721"/>
                    <a:pt x="23375" y="25715"/>
                  </a:cubicBezTo>
                  <a:lnTo>
                    <a:pt x="23375" y="25715"/>
                  </a:lnTo>
                  <a:cubicBezTo>
                    <a:pt x="23436" y="25807"/>
                    <a:pt x="23466" y="25958"/>
                    <a:pt x="23557" y="26019"/>
                  </a:cubicBezTo>
                  <a:cubicBezTo>
                    <a:pt x="23891" y="25989"/>
                    <a:pt x="23983" y="25594"/>
                    <a:pt x="24104" y="25442"/>
                  </a:cubicBezTo>
                  <a:lnTo>
                    <a:pt x="24104" y="25442"/>
                  </a:lnTo>
                  <a:cubicBezTo>
                    <a:pt x="24043" y="25503"/>
                    <a:pt x="23983" y="25533"/>
                    <a:pt x="23891" y="25533"/>
                  </a:cubicBezTo>
                  <a:lnTo>
                    <a:pt x="23952" y="24682"/>
                  </a:lnTo>
                  <a:cubicBezTo>
                    <a:pt x="24135" y="24682"/>
                    <a:pt x="24165" y="24803"/>
                    <a:pt x="24195" y="24955"/>
                  </a:cubicBezTo>
                  <a:cubicBezTo>
                    <a:pt x="24256" y="24803"/>
                    <a:pt x="24195" y="24651"/>
                    <a:pt x="24287" y="24439"/>
                  </a:cubicBezTo>
                  <a:cubicBezTo>
                    <a:pt x="24499" y="24682"/>
                    <a:pt x="24743" y="24864"/>
                    <a:pt x="24682" y="25168"/>
                  </a:cubicBezTo>
                  <a:lnTo>
                    <a:pt x="24834" y="24439"/>
                  </a:lnTo>
                  <a:cubicBezTo>
                    <a:pt x="24862" y="24453"/>
                    <a:pt x="24905" y="24457"/>
                    <a:pt x="24953" y="24457"/>
                  </a:cubicBezTo>
                  <a:cubicBezTo>
                    <a:pt x="25020" y="24457"/>
                    <a:pt x="25098" y="24449"/>
                    <a:pt x="25167" y="24449"/>
                  </a:cubicBezTo>
                  <a:cubicBezTo>
                    <a:pt x="25260" y="24449"/>
                    <a:pt x="25337" y="24464"/>
                    <a:pt x="25350" y="24530"/>
                  </a:cubicBezTo>
                  <a:cubicBezTo>
                    <a:pt x="25746" y="24348"/>
                    <a:pt x="25472" y="23436"/>
                    <a:pt x="25958" y="23192"/>
                  </a:cubicBezTo>
                  <a:cubicBezTo>
                    <a:pt x="25928" y="23101"/>
                    <a:pt x="25928" y="23010"/>
                    <a:pt x="25958" y="22949"/>
                  </a:cubicBezTo>
                  <a:cubicBezTo>
                    <a:pt x="26293" y="22615"/>
                    <a:pt x="26840" y="22493"/>
                    <a:pt x="26840" y="21794"/>
                  </a:cubicBezTo>
                  <a:lnTo>
                    <a:pt x="27448" y="21825"/>
                  </a:lnTo>
                  <a:cubicBezTo>
                    <a:pt x="27630" y="21399"/>
                    <a:pt x="26657" y="21794"/>
                    <a:pt x="26931" y="21095"/>
                  </a:cubicBezTo>
                  <a:cubicBezTo>
                    <a:pt x="26978" y="20927"/>
                    <a:pt x="27041" y="20871"/>
                    <a:pt x="27114" y="20871"/>
                  </a:cubicBezTo>
                  <a:cubicBezTo>
                    <a:pt x="27261" y="20871"/>
                    <a:pt x="27442" y="21104"/>
                    <a:pt x="27585" y="21104"/>
                  </a:cubicBezTo>
                  <a:cubicBezTo>
                    <a:pt x="27600" y="21104"/>
                    <a:pt x="27615" y="21101"/>
                    <a:pt x="27630" y="21095"/>
                  </a:cubicBezTo>
                  <a:cubicBezTo>
                    <a:pt x="27569" y="20730"/>
                    <a:pt x="27357" y="20062"/>
                    <a:pt x="27995" y="19879"/>
                  </a:cubicBezTo>
                  <a:lnTo>
                    <a:pt x="27995" y="19879"/>
                  </a:lnTo>
                  <a:cubicBezTo>
                    <a:pt x="27964" y="20153"/>
                    <a:pt x="27812" y="20183"/>
                    <a:pt x="27782" y="20335"/>
                  </a:cubicBezTo>
                  <a:lnTo>
                    <a:pt x="28238" y="20183"/>
                  </a:lnTo>
                  <a:lnTo>
                    <a:pt x="28238" y="20183"/>
                  </a:lnTo>
                  <a:cubicBezTo>
                    <a:pt x="28372" y="20746"/>
                    <a:pt x="28128" y="20954"/>
                    <a:pt x="28443" y="20954"/>
                  </a:cubicBezTo>
                  <a:cubicBezTo>
                    <a:pt x="28485" y="20954"/>
                    <a:pt x="28538" y="20950"/>
                    <a:pt x="28603" y="20943"/>
                  </a:cubicBezTo>
                  <a:cubicBezTo>
                    <a:pt x="27782" y="20366"/>
                    <a:pt x="29302" y="19606"/>
                    <a:pt x="28451" y="19028"/>
                  </a:cubicBezTo>
                  <a:lnTo>
                    <a:pt x="28755" y="18937"/>
                  </a:lnTo>
                  <a:lnTo>
                    <a:pt x="28755" y="18937"/>
                  </a:lnTo>
                  <a:cubicBezTo>
                    <a:pt x="28724" y="18998"/>
                    <a:pt x="28755" y="19028"/>
                    <a:pt x="28724" y="19089"/>
                  </a:cubicBezTo>
                  <a:cubicBezTo>
                    <a:pt x="29393" y="18876"/>
                    <a:pt x="28268" y="18390"/>
                    <a:pt x="28664" y="17934"/>
                  </a:cubicBezTo>
                  <a:cubicBezTo>
                    <a:pt x="28772" y="17862"/>
                    <a:pt x="28891" y="17801"/>
                    <a:pt x="28976" y="17801"/>
                  </a:cubicBezTo>
                  <a:cubicBezTo>
                    <a:pt x="29034" y="17801"/>
                    <a:pt x="29077" y="17829"/>
                    <a:pt x="29089" y="17904"/>
                  </a:cubicBezTo>
                  <a:lnTo>
                    <a:pt x="29089" y="17357"/>
                  </a:lnTo>
                  <a:cubicBezTo>
                    <a:pt x="29117" y="17320"/>
                    <a:pt x="29147" y="17305"/>
                    <a:pt x="29174" y="17305"/>
                  </a:cubicBezTo>
                  <a:cubicBezTo>
                    <a:pt x="29222" y="17305"/>
                    <a:pt x="29261" y="17351"/>
                    <a:pt x="29257" y="17401"/>
                  </a:cubicBezTo>
                  <a:lnTo>
                    <a:pt x="29257" y="17401"/>
                  </a:lnTo>
                  <a:lnTo>
                    <a:pt x="29484" y="16749"/>
                  </a:lnTo>
                  <a:lnTo>
                    <a:pt x="29515" y="16749"/>
                  </a:lnTo>
                  <a:cubicBezTo>
                    <a:pt x="29393" y="16536"/>
                    <a:pt x="29302" y="16323"/>
                    <a:pt x="29211" y="16110"/>
                  </a:cubicBezTo>
                  <a:cubicBezTo>
                    <a:pt x="29247" y="16086"/>
                    <a:pt x="29271" y="16076"/>
                    <a:pt x="29288" y="16076"/>
                  </a:cubicBezTo>
                  <a:cubicBezTo>
                    <a:pt x="29354" y="16076"/>
                    <a:pt x="29296" y="16232"/>
                    <a:pt x="29393" y="16232"/>
                  </a:cubicBezTo>
                  <a:lnTo>
                    <a:pt x="29332" y="15746"/>
                  </a:lnTo>
                  <a:cubicBezTo>
                    <a:pt x="29352" y="15742"/>
                    <a:pt x="29371" y="15740"/>
                    <a:pt x="29390" y="15740"/>
                  </a:cubicBezTo>
                  <a:cubicBezTo>
                    <a:pt x="29651" y="15740"/>
                    <a:pt x="29748" y="16126"/>
                    <a:pt x="29606" y="16353"/>
                  </a:cubicBezTo>
                  <a:cubicBezTo>
                    <a:pt x="30153" y="16353"/>
                    <a:pt x="30123" y="16262"/>
                    <a:pt x="30062" y="16080"/>
                  </a:cubicBezTo>
                  <a:cubicBezTo>
                    <a:pt x="30001" y="15898"/>
                    <a:pt x="29940" y="15654"/>
                    <a:pt x="30335" y="15320"/>
                  </a:cubicBezTo>
                  <a:lnTo>
                    <a:pt x="30335" y="15776"/>
                  </a:lnTo>
                  <a:cubicBezTo>
                    <a:pt x="30943" y="15654"/>
                    <a:pt x="30852" y="15259"/>
                    <a:pt x="31338" y="14864"/>
                  </a:cubicBezTo>
                  <a:lnTo>
                    <a:pt x="31338" y="14864"/>
                  </a:lnTo>
                  <a:cubicBezTo>
                    <a:pt x="31189" y="14928"/>
                    <a:pt x="30677" y="15279"/>
                    <a:pt x="30355" y="15279"/>
                  </a:cubicBezTo>
                  <a:cubicBezTo>
                    <a:pt x="30220" y="15279"/>
                    <a:pt x="30119" y="15217"/>
                    <a:pt x="30092" y="15046"/>
                  </a:cubicBezTo>
                  <a:cubicBezTo>
                    <a:pt x="30244" y="14894"/>
                    <a:pt x="30275" y="14651"/>
                    <a:pt x="30153" y="14469"/>
                  </a:cubicBezTo>
                  <a:lnTo>
                    <a:pt x="30153" y="14469"/>
                  </a:lnTo>
                  <a:cubicBezTo>
                    <a:pt x="30194" y="14480"/>
                    <a:pt x="30229" y="14485"/>
                    <a:pt x="30260" y="14485"/>
                  </a:cubicBezTo>
                  <a:cubicBezTo>
                    <a:pt x="30481" y="14485"/>
                    <a:pt x="30461" y="14215"/>
                    <a:pt x="30487" y="13922"/>
                  </a:cubicBezTo>
                  <a:lnTo>
                    <a:pt x="30943" y="14013"/>
                  </a:lnTo>
                  <a:cubicBezTo>
                    <a:pt x="30882" y="13618"/>
                    <a:pt x="30639" y="13648"/>
                    <a:pt x="30457" y="13375"/>
                  </a:cubicBezTo>
                  <a:cubicBezTo>
                    <a:pt x="30487" y="12949"/>
                    <a:pt x="30882" y="12888"/>
                    <a:pt x="31217" y="12767"/>
                  </a:cubicBezTo>
                  <a:cubicBezTo>
                    <a:pt x="31232" y="12582"/>
                    <a:pt x="31201" y="12522"/>
                    <a:pt x="31144" y="12522"/>
                  </a:cubicBezTo>
                  <a:cubicBezTo>
                    <a:pt x="31038" y="12522"/>
                    <a:pt x="30844" y="12730"/>
                    <a:pt x="30698" y="12730"/>
                  </a:cubicBezTo>
                  <a:cubicBezTo>
                    <a:pt x="30612" y="12730"/>
                    <a:pt x="30543" y="12659"/>
                    <a:pt x="30518" y="12432"/>
                  </a:cubicBezTo>
                  <a:cubicBezTo>
                    <a:pt x="30578" y="12159"/>
                    <a:pt x="30578" y="11855"/>
                    <a:pt x="30457" y="11612"/>
                  </a:cubicBezTo>
                  <a:cubicBezTo>
                    <a:pt x="30305" y="11308"/>
                    <a:pt x="30123" y="11065"/>
                    <a:pt x="29910" y="10852"/>
                  </a:cubicBezTo>
                  <a:cubicBezTo>
                    <a:pt x="29922" y="10687"/>
                    <a:pt x="29970" y="10645"/>
                    <a:pt x="30029" y="10645"/>
                  </a:cubicBezTo>
                  <a:cubicBezTo>
                    <a:pt x="30092" y="10645"/>
                    <a:pt x="30166" y="10691"/>
                    <a:pt x="30226" y="10691"/>
                  </a:cubicBezTo>
                  <a:cubicBezTo>
                    <a:pt x="30258" y="10691"/>
                    <a:pt x="30286" y="10678"/>
                    <a:pt x="30305" y="10639"/>
                  </a:cubicBezTo>
                  <a:cubicBezTo>
                    <a:pt x="30123" y="10548"/>
                    <a:pt x="29971" y="10487"/>
                    <a:pt x="29819" y="10426"/>
                  </a:cubicBezTo>
                  <a:cubicBezTo>
                    <a:pt x="29819" y="10366"/>
                    <a:pt x="29910" y="10335"/>
                    <a:pt x="29971" y="10335"/>
                  </a:cubicBezTo>
                  <a:cubicBezTo>
                    <a:pt x="29908" y="10280"/>
                    <a:pt x="29847" y="10264"/>
                    <a:pt x="29787" y="10264"/>
                  </a:cubicBezTo>
                  <a:cubicBezTo>
                    <a:pt x="29695" y="10264"/>
                    <a:pt x="29603" y="10302"/>
                    <a:pt x="29504" y="10302"/>
                  </a:cubicBezTo>
                  <a:cubicBezTo>
                    <a:pt x="29414" y="10302"/>
                    <a:pt x="29318" y="10271"/>
                    <a:pt x="29211" y="10153"/>
                  </a:cubicBezTo>
                  <a:cubicBezTo>
                    <a:pt x="29182" y="10159"/>
                    <a:pt x="29158" y="10162"/>
                    <a:pt x="29137" y="10162"/>
                  </a:cubicBezTo>
                  <a:cubicBezTo>
                    <a:pt x="28955" y="10162"/>
                    <a:pt x="29031" y="9936"/>
                    <a:pt x="29059" y="9636"/>
                  </a:cubicBezTo>
                  <a:cubicBezTo>
                    <a:pt x="29120" y="9302"/>
                    <a:pt x="29059" y="8967"/>
                    <a:pt x="28694" y="8907"/>
                  </a:cubicBezTo>
                  <a:cubicBezTo>
                    <a:pt x="28724" y="8724"/>
                    <a:pt x="28968" y="8785"/>
                    <a:pt x="29089" y="8663"/>
                  </a:cubicBezTo>
                  <a:cubicBezTo>
                    <a:pt x="28694" y="8390"/>
                    <a:pt x="28238" y="8268"/>
                    <a:pt x="27752" y="8238"/>
                  </a:cubicBezTo>
                  <a:cubicBezTo>
                    <a:pt x="27752" y="8055"/>
                    <a:pt x="27721" y="7843"/>
                    <a:pt x="27691" y="7691"/>
                  </a:cubicBezTo>
                  <a:cubicBezTo>
                    <a:pt x="27667" y="8080"/>
                    <a:pt x="27273" y="8119"/>
                    <a:pt x="26867" y="8119"/>
                  </a:cubicBezTo>
                  <a:cubicBezTo>
                    <a:pt x="26766" y="8119"/>
                    <a:pt x="26664" y="8116"/>
                    <a:pt x="26566" y="8116"/>
                  </a:cubicBezTo>
                  <a:cubicBezTo>
                    <a:pt x="26505" y="8299"/>
                    <a:pt x="26475" y="8481"/>
                    <a:pt x="26445" y="8572"/>
                  </a:cubicBezTo>
                  <a:cubicBezTo>
                    <a:pt x="26262" y="8481"/>
                    <a:pt x="26080" y="8420"/>
                    <a:pt x="25898" y="8359"/>
                  </a:cubicBezTo>
                  <a:cubicBezTo>
                    <a:pt x="25898" y="8238"/>
                    <a:pt x="26050" y="8177"/>
                    <a:pt x="26262" y="8086"/>
                  </a:cubicBezTo>
                  <a:lnTo>
                    <a:pt x="26110" y="8086"/>
                  </a:lnTo>
                  <a:cubicBezTo>
                    <a:pt x="26110" y="7843"/>
                    <a:pt x="26384" y="7721"/>
                    <a:pt x="26657" y="7630"/>
                  </a:cubicBezTo>
                  <a:lnTo>
                    <a:pt x="26657" y="7630"/>
                  </a:lnTo>
                  <a:cubicBezTo>
                    <a:pt x="26657" y="7751"/>
                    <a:pt x="26627" y="7873"/>
                    <a:pt x="26597" y="7964"/>
                  </a:cubicBezTo>
                  <a:cubicBezTo>
                    <a:pt x="26901" y="7903"/>
                    <a:pt x="27174" y="7751"/>
                    <a:pt x="27417" y="7569"/>
                  </a:cubicBezTo>
                  <a:cubicBezTo>
                    <a:pt x="27326" y="7569"/>
                    <a:pt x="27265" y="7539"/>
                    <a:pt x="27205" y="7508"/>
                  </a:cubicBezTo>
                  <a:cubicBezTo>
                    <a:pt x="27265" y="7478"/>
                    <a:pt x="27326" y="7448"/>
                    <a:pt x="27357" y="7387"/>
                  </a:cubicBezTo>
                  <a:cubicBezTo>
                    <a:pt x="27372" y="7372"/>
                    <a:pt x="27349" y="7364"/>
                    <a:pt x="27303" y="7364"/>
                  </a:cubicBezTo>
                  <a:cubicBezTo>
                    <a:pt x="27258" y="7364"/>
                    <a:pt x="27189" y="7372"/>
                    <a:pt x="27113" y="7387"/>
                  </a:cubicBezTo>
                  <a:lnTo>
                    <a:pt x="27417" y="6931"/>
                  </a:lnTo>
                  <a:lnTo>
                    <a:pt x="27235" y="7052"/>
                  </a:lnTo>
                  <a:lnTo>
                    <a:pt x="26901" y="6262"/>
                  </a:lnTo>
                  <a:cubicBezTo>
                    <a:pt x="26410" y="6262"/>
                    <a:pt x="25896" y="6367"/>
                    <a:pt x="25388" y="6367"/>
                  </a:cubicBezTo>
                  <a:cubicBezTo>
                    <a:pt x="25077" y="6367"/>
                    <a:pt x="24769" y="6328"/>
                    <a:pt x="24469" y="6201"/>
                  </a:cubicBezTo>
                  <a:cubicBezTo>
                    <a:pt x="24864" y="6019"/>
                    <a:pt x="24895" y="5715"/>
                    <a:pt x="25198" y="5381"/>
                  </a:cubicBezTo>
                  <a:lnTo>
                    <a:pt x="25198" y="5381"/>
                  </a:lnTo>
                  <a:cubicBezTo>
                    <a:pt x="25081" y="5880"/>
                    <a:pt x="25814" y="5642"/>
                    <a:pt x="26111" y="5981"/>
                  </a:cubicBezTo>
                  <a:lnTo>
                    <a:pt x="26111" y="5981"/>
                  </a:lnTo>
                  <a:cubicBezTo>
                    <a:pt x="26038" y="5857"/>
                    <a:pt x="26125" y="5682"/>
                    <a:pt x="26262" y="5654"/>
                  </a:cubicBezTo>
                  <a:cubicBezTo>
                    <a:pt x="25958" y="5593"/>
                    <a:pt x="25654" y="5533"/>
                    <a:pt x="25350" y="5472"/>
                  </a:cubicBezTo>
                  <a:cubicBezTo>
                    <a:pt x="25624" y="5198"/>
                    <a:pt x="25411" y="5168"/>
                    <a:pt x="25320" y="4894"/>
                  </a:cubicBezTo>
                  <a:cubicBezTo>
                    <a:pt x="25205" y="5134"/>
                    <a:pt x="25080" y="5213"/>
                    <a:pt x="24948" y="5213"/>
                  </a:cubicBezTo>
                  <a:cubicBezTo>
                    <a:pt x="24697" y="5213"/>
                    <a:pt x="24425" y="4925"/>
                    <a:pt x="24165" y="4925"/>
                  </a:cubicBezTo>
                  <a:cubicBezTo>
                    <a:pt x="24240" y="4793"/>
                    <a:pt x="24351" y="4673"/>
                    <a:pt x="24489" y="4673"/>
                  </a:cubicBezTo>
                  <a:cubicBezTo>
                    <a:pt x="24574" y="4673"/>
                    <a:pt x="24669" y="4718"/>
                    <a:pt x="24773" y="4834"/>
                  </a:cubicBezTo>
                  <a:cubicBezTo>
                    <a:pt x="24773" y="4635"/>
                    <a:pt x="24701" y="4571"/>
                    <a:pt x="24595" y="4571"/>
                  </a:cubicBezTo>
                  <a:cubicBezTo>
                    <a:pt x="24407" y="4571"/>
                    <a:pt x="24113" y="4769"/>
                    <a:pt x="23923" y="4769"/>
                  </a:cubicBezTo>
                  <a:cubicBezTo>
                    <a:pt x="23825" y="4769"/>
                    <a:pt x="23755" y="4717"/>
                    <a:pt x="23739" y="4560"/>
                  </a:cubicBezTo>
                  <a:lnTo>
                    <a:pt x="23739" y="4560"/>
                  </a:lnTo>
                  <a:cubicBezTo>
                    <a:pt x="23510" y="4458"/>
                    <a:pt x="23333" y="4167"/>
                    <a:pt x="23496" y="4074"/>
                  </a:cubicBezTo>
                  <a:lnTo>
                    <a:pt x="23496" y="4074"/>
                  </a:lnTo>
                  <a:lnTo>
                    <a:pt x="23587" y="4134"/>
                  </a:lnTo>
                  <a:cubicBezTo>
                    <a:pt x="23233" y="3802"/>
                    <a:pt x="22508" y="3390"/>
                    <a:pt x="21988" y="3390"/>
                  </a:cubicBezTo>
                  <a:cubicBezTo>
                    <a:pt x="21794" y="3390"/>
                    <a:pt x="21628" y="3447"/>
                    <a:pt x="21521" y="3587"/>
                  </a:cubicBezTo>
                  <a:cubicBezTo>
                    <a:pt x="21703" y="3344"/>
                    <a:pt x="21885" y="3101"/>
                    <a:pt x="22068" y="2888"/>
                  </a:cubicBezTo>
                  <a:lnTo>
                    <a:pt x="22068" y="2888"/>
                  </a:lnTo>
                  <a:cubicBezTo>
                    <a:pt x="21399" y="3314"/>
                    <a:pt x="20700" y="3770"/>
                    <a:pt x="20062" y="4226"/>
                  </a:cubicBezTo>
                  <a:cubicBezTo>
                    <a:pt x="20426" y="3800"/>
                    <a:pt x="20639" y="2463"/>
                    <a:pt x="21277" y="2432"/>
                  </a:cubicBezTo>
                  <a:cubicBezTo>
                    <a:pt x="21168" y="2241"/>
                    <a:pt x="20937" y="2124"/>
                    <a:pt x="20714" y="2124"/>
                  </a:cubicBezTo>
                  <a:cubicBezTo>
                    <a:pt x="20689" y="2124"/>
                    <a:pt x="20664" y="2125"/>
                    <a:pt x="20639" y="2128"/>
                  </a:cubicBezTo>
                  <a:cubicBezTo>
                    <a:pt x="20699" y="2247"/>
                    <a:pt x="20554" y="2950"/>
                    <a:pt x="20405" y="2950"/>
                  </a:cubicBezTo>
                  <a:cubicBezTo>
                    <a:pt x="20402" y="2950"/>
                    <a:pt x="20399" y="2950"/>
                    <a:pt x="20396" y="2949"/>
                  </a:cubicBezTo>
                  <a:cubicBezTo>
                    <a:pt x="20306" y="2260"/>
                    <a:pt x="20275" y="2545"/>
                    <a:pt x="20071" y="1884"/>
                  </a:cubicBezTo>
                  <a:lnTo>
                    <a:pt x="20071" y="1884"/>
                  </a:lnTo>
                  <a:cubicBezTo>
                    <a:pt x="20102" y="2083"/>
                    <a:pt x="19702" y="2629"/>
                    <a:pt x="19479" y="2629"/>
                  </a:cubicBezTo>
                  <a:cubicBezTo>
                    <a:pt x="19459" y="2629"/>
                    <a:pt x="19440" y="2624"/>
                    <a:pt x="19423" y="2615"/>
                  </a:cubicBezTo>
                  <a:cubicBezTo>
                    <a:pt x="19510" y="2528"/>
                    <a:pt x="19706" y="1894"/>
                    <a:pt x="19830" y="1804"/>
                  </a:cubicBezTo>
                  <a:lnTo>
                    <a:pt x="19830" y="1804"/>
                  </a:lnTo>
                  <a:cubicBezTo>
                    <a:pt x="19550" y="1945"/>
                    <a:pt x="19270" y="2112"/>
                    <a:pt x="19015" y="2305"/>
                  </a:cubicBezTo>
                  <a:lnTo>
                    <a:pt x="19015" y="2305"/>
                  </a:lnTo>
                  <a:cubicBezTo>
                    <a:pt x="19165" y="2147"/>
                    <a:pt x="19235" y="1647"/>
                    <a:pt x="19180" y="1399"/>
                  </a:cubicBezTo>
                  <a:lnTo>
                    <a:pt x="19180" y="1399"/>
                  </a:lnTo>
                  <a:cubicBezTo>
                    <a:pt x="19180" y="1433"/>
                    <a:pt x="19161" y="1447"/>
                    <a:pt x="19127" y="1447"/>
                  </a:cubicBezTo>
                  <a:cubicBezTo>
                    <a:pt x="18992" y="1447"/>
                    <a:pt x="18628" y="1215"/>
                    <a:pt x="18445" y="1215"/>
                  </a:cubicBezTo>
                  <a:cubicBezTo>
                    <a:pt x="18437" y="1215"/>
                    <a:pt x="18428" y="1215"/>
                    <a:pt x="18420" y="1216"/>
                  </a:cubicBezTo>
                  <a:lnTo>
                    <a:pt x="18633" y="1490"/>
                  </a:lnTo>
                  <a:cubicBezTo>
                    <a:pt x="18551" y="1451"/>
                    <a:pt x="18475" y="1434"/>
                    <a:pt x="18403" y="1434"/>
                  </a:cubicBezTo>
                  <a:cubicBezTo>
                    <a:pt x="17900" y="1434"/>
                    <a:pt x="17603" y="2268"/>
                    <a:pt x="17116" y="2268"/>
                  </a:cubicBezTo>
                  <a:cubicBezTo>
                    <a:pt x="17076" y="2268"/>
                    <a:pt x="17035" y="2262"/>
                    <a:pt x="16992" y="2250"/>
                  </a:cubicBezTo>
                  <a:cubicBezTo>
                    <a:pt x="17083" y="2098"/>
                    <a:pt x="17387" y="1247"/>
                    <a:pt x="17052" y="1064"/>
                  </a:cubicBezTo>
                  <a:lnTo>
                    <a:pt x="17052" y="1064"/>
                  </a:lnTo>
                  <a:cubicBezTo>
                    <a:pt x="16779" y="1460"/>
                    <a:pt x="16019" y="3010"/>
                    <a:pt x="15502" y="3314"/>
                  </a:cubicBezTo>
                  <a:lnTo>
                    <a:pt x="15411" y="3071"/>
                  </a:lnTo>
                  <a:lnTo>
                    <a:pt x="14986" y="3344"/>
                  </a:lnTo>
                  <a:cubicBezTo>
                    <a:pt x="15168" y="2888"/>
                    <a:pt x="15411" y="2432"/>
                    <a:pt x="15685" y="2037"/>
                  </a:cubicBezTo>
                  <a:cubicBezTo>
                    <a:pt x="15989" y="1612"/>
                    <a:pt x="16323" y="1247"/>
                    <a:pt x="16688" y="912"/>
                  </a:cubicBezTo>
                  <a:cubicBezTo>
                    <a:pt x="16444" y="669"/>
                    <a:pt x="16657" y="609"/>
                    <a:pt x="16201" y="578"/>
                  </a:cubicBezTo>
                  <a:cubicBezTo>
                    <a:pt x="16080" y="335"/>
                    <a:pt x="16475" y="244"/>
                    <a:pt x="16627" y="244"/>
                  </a:cubicBezTo>
                  <a:cubicBezTo>
                    <a:pt x="16293" y="183"/>
                    <a:pt x="15928" y="61"/>
                    <a:pt x="15593" y="1"/>
                  </a:cubicBezTo>
                  <a:close/>
                  <a:moveTo>
                    <a:pt x="16908" y="29921"/>
                  </a:moveTo>
                  <a:cubicBezTo>
                    <a:pt x="16905" y="29928"/>
                    <a:pt x="16903" y="29934"/>
                    <a:pt x="16900" y="29940"/>
                  </a:cubicBezTo>
                  <a:cubicBezTo>
                    <a:pt x="16903" y="29934"/>
                    <a:pt x="16905" y="29928"/>
                    <a:pt x="16908" y="2992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5" name="Google Shape;5565;p60"/>
          <p:cNvGrpSpPr/>
          <p:nvPr/>
        </p:nvGrpSpPr>
        <p:grpSpPr>
          <a:xfrm rot="-1095817">
            <a:off x="3652176" y="2780674"/>
            <a:ext cx="290000" cy="277064"/>
            <a:chOff x="588425" y="3716150"/>
            <a:chExt cx="783475" cy="748525"/>
          </a:xfrm>
        </p:grpSpPr>
        <p:sp>
          <p:nvSpPr>
            <p:cNvPr id="5566" name="Google Shape;5566;p60"/>
            <p:cNvSpPr/>
            <p:nvPr/>
          </p:nvSpPr>
          <p:spPr>
            <a:xfrm>
              <a:off x="601350" y="3771675"/>
              <a:ext cx="732550" cy="646550"/>
            </a:xfrm>
            <a:custGeom>
              <a:rect b="b" l="l" r="r" t="t"/>
              <a:pathLst>
                <a:path extrusionOk="0" h="25862" w="29302">
                  <a:moveTo>
                    <a:pt x="14387" y="1"/>
                  </a:moveTo>
                  <a:cubicBezTo>
                    <a:pt x="11248" y="1"/>
                    <a:pt x="8256" y="1346"/>
                    <a:pt x="5593" y="3160"/>
                  </a:cubicBezTo>
                  <a:cubicBezTo>
                    <a:pt x="0" y="6959"/>
                    <a:pt x="365" y="11944"/>
                    <a:pt x="395" y="18205"/>
                  </a:cubicBezTo>
                  <a:cubicBezTo>
                    <a:pt x="395" y="19057"/>
                    <a:pt x="426" y="19938"/>
                    <a:pt x="882" y="20668"/>
                  </a:cubicBezTo>
                  <a:cubicBezTo>
                    <a:pt x="1307" y="21367"/>
                    <a:pt x="2097" y="21792"/>
                    <a:pt x="2857" y="22187"/>
                  </a:cubicBezTo>
                  <a:cubicBezTo>
                    <a:pt x="6778" y="24072"/>
                    <a:pt x="11003" y="25318"/>
                    <a:pt x="15350" y="25774"/>
                  </a:cubicBezTo>
                  <a:cubicBezTo>
                    <a:pt x="15788" y="25823"/>
                    <a:pt x="16240" y="25862"/>
                    <a:pt x="16689" y="25862"/>
                  </a:cubicBezTo>
                  <a:cubicBezTo>
                    <a:pt x="17363" y="25862"/>
                    <a:pt x="18031" y="25774"/>
                    <a:pt x="18633" y="25500"/>
                  </a:cubicBezTo>
                  <a:cubicBezTo>
                    <a:pt x="19514" y="25075"/>
                    <a:pt x="20183" y="24315"/>
                    <a:pt x="20791" y="23525"/>
                  </a:cubicBezTo>
                  <a:cubicBezTo>
                    <a:pt x="23314" y="20364"/>
                    <a:pt x="29302" y="13646"/>
                    <a:pt x="28086" y="9300"/>
                  </a:cubicBezTo>
                  <a:cubicBezTo>
                    <a:pt x="27052" y="5591"/>
                    <a:pt x="20973" y="1457"/>
                    <a:pt x="17478" y="454"/>
                  </a:cubicBezTo>
                  <a:cubicBezTo>
                    <a:pt x="16436" y="142"/>
                    <a:pt x="15404" y="1"/>
                    <a:pt x="143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0"/>
            <p:cNvSpPr/>
            <p:nvPr/>
          </p:nvSpPr>
          <p:spPr>
            <a:xfrm>
              <a:off x="588425" y="3716150"/>
              <a:ext cx="783475" cy="748525"/>
            </a:xfrm>
            <a:custGeom>
              <a:rect b="b" l="l" r="r" t="t"/>
              <a:pathLst>
                <a:path extrusionOk="0" h="29941" w="31339">
                  <a:moveTo>
                    <a:pt x="19849" y="1794"/>
                  </a:moveTo>
                  <a:lnTo>
                    <a:pt x="19849" y="1794"/>
                  </a:lnTo>
                  <a:cubicBezTo>
                    <a:pt x="19843" y="1795"/>
                    <a:pt x="19836" y="1799"/>
                    <a:pt x="19830" y="1804"/>
                  </a:cubicBezTo>
                  <a:lnTo>
                    <a:pt x="19830" y="1804"/>
                  </a:lnTo>
                  <a:cubicBezTo>
                    <a:pt x="19836" y="1800"/>
                    <a:pt x="19842" y="1797"/>
                    <a:pt x="19849" y="1794"/>
                  </a:cubicBezTo>
                  <a:close/>
                  <a:moveTo>
                    <a:pt x="20062" y="1855"/>
                  </a:moveTo>
                  <a:cubicBezTo>
                    <a:pt x="20065" y="1865"/>
                    <a:pt x="20068" y="1874"/>
                    <a:pt x="20071" y="1884"/>
                  </a:cubicBezTo>
                  <a:lnTo>
                    <a:pt x="20071" y="1884"/>
                  </a:lnTo>
                  <a:cubicBezTo>
                    <a:pt x="20069" y="1873"/>
                    <a:pt x="20066" y="1863"/>
                    <a:pt x="20062" y="1855"/>
                  </a:cubicBezTo>
                  <a:close/>
                  <a:moveTo>
                    <a:pt x="16668" y="4074"/>
                  </a:moveTo>
                  <a:lnTo>
                    <a:pt x="16668" y="4074"/>
                  </a:lnTo>
                  <a:cubicBezTo>
                    <a:pt x="16664" y="4074"/>
                    <a:pt x="16661" y="4074"/>
                    <a:pt x="16657" y="4074"/>
                  </a:cubicBezTo>
                  <a:cubicBezTo>
                    <a:pt x="16662" y="4076"/>
                    <a:pt x="16666" y="4079"/>
                    <a:pt x="16671" y="4082"/>
                  </a:cubicBezTo>
                  <a:lnTo>
                    <a:pt x="16671" y="4082"/>
                  </a:lnTo>
                  <a:cubicBezTo>
                    <a:pt x="16670" y="4079"/>
                    <a:pt x="16669" y="4076"/>
                    <a:pt x="16668" y="4074"/>
                  </a:cubicBezTo>
                  <a:close/>
                  <a:moveTo>
                    <a:pt x="16671" y="4082"/>
                  </a:moveTo>
                  <a:cubicBezTo>
                    <a:pt x="16697" y="4152"/>
                    <a:pt x="16727" y="4204"/>
                    <a:pt x="16779" y="4256"/>
                  </a:cubicBezTo>
                  <a:cubicBezTo>
                    <a:pt x="16751" y="4200"/>
                    <a:pt x="16723" y="4118"/>
                    <a:pt x="16671" y="4082"/>
                  </a:cubicBezTo>
                  <a:close/>
                  <a:moveTo>
                    <a:pt x="23739" y="4560"/>
                  </a:moveTo>
                  <a:cubicBezTo>
                    <a:pt x="23739" y="4560"/>
                    <a:pt x="23739" y="4560"/>
                    <a:pt x="23739" y="4560"/>
                  </a:cubicBezTo>
                  <a:lnTo>
                    <a:pt x="23739" y="4560"/>
                  </a:lnTo>
                  <a:cubicBezTo>
                    <a:pt x="23740" y="4560"/>
                    <a:pt x="23740" y="4560"/>
                    <a:pt x="23740" y="4560"/>
                  </a:cubicBezTo>
                  <a:lnTo>
                    <a:pt x="23740" y="4560"/>
                  </a:lnTo>
                  <a:cubicBezTo>
                    <a:pt x="23740" y="4560"/>
                    <a:pt x="23740" y="4560"/>
                    <a:pt x="23739" y="4560"/>
                  </a:cubicBezTo>
                  <a:close/>
                  <a:moveTo>
                    <a:pt x="23740" y="4560"/>
                  </a:moveTo>
                  <a:lnTo>
                    <a:pt x="23740" y="4560"/>
                  </a:lnTo>
                  <a:cubicBezTo>
                    <a:pt x="23797" y="4599"/>
                    <a:pt x="23819" y="4637"/>
                    <a:pt x="23857" y="4637"/>
                  </a:cubicBezTo>
                  <a:cubicBezTo>
                    <a:pt x="23879" y="4637"/>
                    <a:pt x="23908" y="4624"/>
                    <a:pt x="23952" y="4590"/>
                  </a:cubicBezTo>
                  <a:lnTo>
                    <a:pt x="23952" y="4590"/>
                  </a:lnTo>
                  <a:cubicBezTo>
                    <a:pt x="23933" y="4594"/>
                    <a:pt x="23914" y="4596"/>
                    <a:pt x="23895" y="4596"/>
                  </a:cubicBezTo>
                  <a:cubicBezTo>
                    <a:pt x="23843" y="4596"/>
                    <a:pt x="23790" y="4583"/>
                    <a:pt x="23740" y="4560"/>
                  </a:cubicBezTo>
                  <a:close/>
                  <a:moveTo>
                    <a:pt x="26111" y="5981"/>
                  </a:moveTo>
                  <a:cubicBezTo>
                    <a:pt x="26119" y="5994"/>
                    <a:pt x="26129" y="6007"/>
                    <a:pt x="26141" y="6019"/>
                  </a:cubicBezTo>
                  <a:cubicBezTo>
                    <a:pt x="26131" y="6005"/>
                    <a:pt x="26121" y="5993"/>
                    <a:pt x="26111" y="5981"/>
                  </a:cubicBezTo>
                  <a:close/>
                  <a:moveTo>
                    <a:pt x="6991" y="6870"/>
                  </a:moveTo>
                  <a:cubicBezTo>
                    <a:pt x="7235" y="6870"/>
                    <a:pt x="7143" y="6870"/>
                    <a:pt x="6991" y="6900"/>
                  </a:cubicBezTo>
                  <a:lnTo>
                    <a:pt x="6991" y="6870"/>
                  </a:lnTo>
                  <a:close/>
                  <a:moveTo>
                    <a:pt x="26512" y="7018"/>
                  </a:moveTo>
                  <a:cubicBezTo>
                    <a:pt x="26632" y="7018"/>
                    <a:pt x="26657" y="7159"/>
                    <a:pt x="26657" y="7326"/>
                  </a:cubicBezTo>
                  <a:cubicBezTo>
                    <a:pt x="26566" y="7265"/>
                    <a:pt x="26475" y="7144"/>
                    <a:pt x="26475" y="7022"/>
                  </a:cubicBezTo>
                  <a:cubicBezTo>
                    <a:pt x="26488" y="7019"/>
                    <a:pt x="26500" y="7018"/>
                    <a:pt x="26512" y="7018"/>
                  </a:cubicBezTo>
                  <a:close/>
                  <a:moveTo>
                    <a:pt x="4438" y="7569"/>
                  </a:moveTo>
                  <a:cubicBezTo>
                    <a:pt x="4441" y="7571"/>
                    <a:pt x="4444" y="7574"/>
                    <a:pt x="4447" y="7576"/>
                  </a:cubicBezTo>
                  <a:lnTo>
                    <a:pt x="4447" y="7576"/>
                  </a:lnTo>
                  <a:lnTo>
                    <a:pt x="4438" y="7569"/>
                  </a:lnTo>
                  <a:close/>
                  <a:moveTo>
                    <a:pt x="4447" y="7576"/>
                  </a:moveTo>
                  <a:lnTo>
                    <a:pt x="4448" y="7576"/>
                  </a:lnTo>
                  <a:lnTo>
                    <a:pt x="4448" y="7576"/>
                  </a:lnTo>
                  <a:cubicBezTo>
                    <a:pt x="4448" y="7576"/>
                    <a:pt x="4448" y="7576"/>
                    <a:pt x="4448" y="7576"/>
                  </a:cubicBezTo>
                  <a:lnTo>
                    <a:pt x="4448" y="7576"/>
                  </a:lnTo>
                  <a:cubicBezTo>
                    <a:pt x="4448" y="7576"/>
                    <a:pt x="4448" y="7576"/>
                    <a:pt x="4447" y="7576"/>
                  </a:cubicBezTo>
                  <a:close/>
                  <a:moveTo>
                    <a:pt x="4803" y="7387"/>
                  </a:moveTo>
                  <a:cubicBezTo>
                    <a:pt x="4817" y="7515"/>
                    <a:pt x="4625" y="7536"/>
                    <a:pt x="4448" y="7576"/>
                  </a:cubicBezTo>
                  <a:lnTo>
                    <a:pt x="4448" y="7576"/>
                  </a:lnTo>
                  <a:cubicBezTo>
                    <a:pt x="4479" y="7596"/>
                    <a:pt x="4519" y="7605"/>
                    <a:pt x="4560" y="7605"/>
                  </a:cubicBezTo>
                  <a:cubicBezTo>
                    <a:pt x="4685" y="7605"/>
                    <a:pt x="4825" y="7520"/>
                    <a:pt x="4803" y="7387"/>
                  </a:cubicBezTo>
                  <a:close/>
                  <a:moveTo>
                    <a:pt x="30062" y="15046"/>
                  </a:moveTo>
                  <a:lnTo>
                    <a:pt x="30062" y="15046"/>
                  </a:lnTo>
                  <a:cubicBezTo>
                    <a:pt x="30123" y="15198"/>
                    <a:pt x="30275" y="15502"/>
                    <a:pt x="30031" y="15502"/>
                  </a:cubicBezTo>
                  <a:cubicBezTo>
                    <a:pt x="29697" y="15259"/>
                    <a:pt x="29879" y="15229"/>
                    <a:pt x="30062" y="15046"/>
                  </a:cubicBezTo>
                  <a:close/>
                  <a:moveTo>
                    <a:pt x="29257" y="17401"/>
                  </a:moveTo>
                  <a:lnTo>
                    <a:pt x="29241" y="17448"/>
                  </a:lnTo>
                  <a:cubicBezTo>
                    <a:pt x="29251" y="17433"/>
                    <a:pt x="29256" y="17417"/>
                    <a:pt x="29257" y="17401"/>
                  </a:cubicBezTo>
                  <a:close/>
                  <a:moveTo>
                    <a:pt x="10639" y="25411"/>
                  </a:moveTo>
                  <a:cubicBezTo>
                    <a:pt x="10641" y="25431"/>
                    <a:pt x="10644" y="25449"/>
                    <a:pt x="10648" y="25468"/>
                  </a:cubicBezTo>
                  <a:lnTo>
                    <a:pt x="10648" y="25468"/>
                  </a:lnTo>
                  <a:cubicBezTo>
                    <a:pt x="10647" y="25451"/>
                    <a:pt x="10644" y="25432"/>
                    <a:pt x="10639" y="25411"/>
                  </a:cubicBezTo>
                  <a:close/>
                  <a:moveTo>
                    <a:pt x="15806" y="26536"/>
                  </a:moveTo>
                  <a:lnTo>
                    <a:pt x="15867" y="26627"/>
                  </a:lnTo>
                  <a:cubicBezTo>
                    <a:pt x="15805" y="26654"/>
                    <a:pt x="15766" y="26665"/>
                    <a:pt x="15744" y="26665"/>
                  </a:cubicBezTo>
                  <a:cubicBezTo>
                    <a:pt x="15690" y="26665"/>
                    <a:pt x="15733" y="26600"/>
                    <a:pt x="15776" y="26536"/>
                  </a:cubicBezTo>
                  <a:close/>
                  <a:moveTo>
                    <a:pt x="6274" y="27644"/>
                  </a:moveTo>
                  <a:lnTo>
                    <a:pt x="6292" y="27661"/>
                  </a:lnTo>
                  <a:cubicBezTo>
                    <a:pt x="6288" y="27654"/>
                    <a:pt x="6281" y="27649"/>
                    <a:pt x="6274" y="27644"/>
                  </a:cubicBezTo>
                  <a:close/>
                  <a:moveTo>
                    <a:pt x="21369" y="28755"/>
                  </a:moveTo>
                  <a:cubicBezTo>
                    <a:pt x="21367" y="28757"/>
                    <a:pt x="21366" y="28759"/>
                    <a:pt x="21364" y="28761"/>
                  </a:cubicBezTo>
                  <a:lnTo>
                    <a:pt x="21364" y="28761"/>
                  </a:lnTo>
                  <a:cubicBezTo>
                    <a:pt x="21366" y="28759"/>
                    <a:pt x="21367" y="28757"/>
                    <a:pt x="21369" y="28755"/>
                  </a:cubicBezTo>
                  <a:close/>
                  <a:moveTo>
                    <a:pt x="15593" y="1"/>
                  </a:moveTo>
                  <a:cubicBezTo>
                    <a:pt x="15593" y="517"/>
                    <a:pt x="14803" y="487"/>
                    <a:pt x="14834" y="912"/>
                  </a:cubicBezTo>
                  <a:cubicBezTo>
                    <a:pt x="15198" y="760"/>
                    <a:pt x="15563" y="578"/>
                    <a:pt x="15928" y="426"/>
                  </a:cubicBezTo>
                  <a:lnTo>
                    <a:pt x="15928" y="426"/>
                  </a:lnTo>
                  <a:cubicBezTo>
                    <a:pt x="15928" y="918"/>
                    <a:pt x="15295" y="1740"/>
                    <a:pt x="14710" y="1740"/>
                  </a:cubicBezTo>
                  <a:cubicBezTo>
                    <a:pt x="14680" y="1740"/>
                    <a:pt x="14650" y="1738"/>
                    <a:pt x="14621" y="1733"/>
                  </a:cubicBezTo>
                  <a:cubicBezTo>
                    <a:pt x="14438" y="1551"/>
                    <a:pt x="14712" y="852"/>
                    <a:pt x="14712" y="669"/>
                  </a:cubicBezTo>
                  <a:lnTo>
                    <a:pt x="14712" y="669"/>
                  </a:lnTo>
                  <a:cubicBezTo>
                    <a:pt x="14641" y="811"/>
                    <a:pt x="14297" y="952"/>
                    <a:pt x="14103" y="952"/>
                  </a:cubicBezTo>
                  <a:cubicBezTo>
                    <a:pt x="14047" y="952"/>
                    <a:pt x="14003" y="940"/>
                    <a:pt x="13982" y="912"/>
                  </a:cubicBezTo>
                  <a:lnTo>
                    <a:pt x="14256" y="639"/>
                  </a:lnTo>
                  <a:cubicBezTo>
                    <a:pt x="14218" y="621"/>
                    <a:pt x="14182" y="614"/>
                    <a:pt x="14148" y="614"/>
                  </a:cubicBezTo>
                  <a:cubicBezTo>
                    <a:pt x="13899" y="614"/>
                    <a:pt x="13741" y="1030"/>
                    <a:pt x="13462" y="1030"/>
                  </a:cubicBezTo>
                  <a:cubicBezTo>
                    <a:pt x="13383" y="1030"/>
                    <a:pt x="13295" y="997"/>
                    <a:pt x="13192" y="912"/>
                  </a:cubicBezTo>
                  <a:cubicBezTo>
                    <a:pt x="13073" y="912"/>
                    <a:pt x="12787" y="577"/>
                    <a:pt x="12682" y="577"/>
                  </a:cubicBezTo>
                  <a:cubicBezTo>
                    <a:pt x="12653" y="577"/>
                    <a:pt x="12638" y="603"/>
                    <a:pt x="12645" y="669"/>
                  </a:cubicBezTo>
                  <a:cubicBezTo>
                    <a:pt x="13010" y="1186"/>
                    <a:pt x="13283" y="2949"/>
                    <a:pt x="13223" y="3375"/>
                  </a:cubicBezTo>
                  <a:cubicBezTo>
                    <a:pt x="12858" y="3192"/>
                    <a:pt x="12523" y="2979"/>
                    <a:pt x="12219" y="2736"/>
                  </a:cubicBezTo>
                  <a:cubicBezTo>
                    <a:pt x="11855" y="2341"/>
                    <a:pt x="12311" y="1581"/>
                    <a:pt x="12037" y="1277"/>
                  </a:cubicBezTo>
                  <a:lnTo>
                    <a:pt x="12037" y="1277"/>
                  </a:lnTo>
                  <a:cubicBezTo>
                    <a:pt x="12037" y="1399"/>
                    <a:pt x="12007" y="1551"/>
                    <a:pt x="11916" y="1672"/>
                  </a:cubicBezTo>
                  <a:cubicBezTo>
                    <a:pt x="11766" y="1598"/>
                    <a:pt x="11841" y="1360"/>
                    <a:pt x="11689" y="1360"/>
                  </a:cubicBezTo>
                  <a:cubicBezTo>
                    <a:pt x="11656" y="1360"/>
                    <a:pt x="11611" y="1371"/>
                    <a:pt x="11551" y="1399"/>
                  </a:cubicBezTo>
                  <a:cubicBezTo>
                    <a:pt x="11612" y="1885"/>
                    <a:pt x="10852" y="1551"/>
                    <a:pt x="11490" y="1855"/>
                  </a:cubicBezTo>
                  <a:cubicBezTo>
                    <a:pt x="11387" y="1935"/>
                    <a:pt x="11305" y="1955"/>
                    <a:pt x="11224" y="1955"/>
                  </a:cubicBezTo>
                  <a:cubicBezTo>
                    <a:pt x="11146" y="1955"/>
                    <a:pt x="11067" y="1936"/>
                    <a:pt x="10970" y="1936"/>
                  </a:cubicBezTo>
                  <a:cubicBezTo>
                    <a:pt x="10901" y="1936"/>
                    <a:pt x="10824" y="1945"/>
                    <a:pt x="10730" y="1976"/>
                  </a:cubicBezTo>
                  <a:cubicBezTo>
                    <a:pt x="10943" y="2250"/>
                    <a:pt x="10760" y="3162"/>
                    <a:pt x="10517" y="3405"/>
                  </a:cubicBezTo>
                  <a:cubicBezTo>
                    <a:pt x="10487" y="3283"/>
                    <a:pt x="10396" y="3162"/>
                    <a:pt x="10305" y="3071"/>
                  </a:cubicBezTo>
                  <a:cubicBezTo>
                    <a:pt x="9697" y="3283"/>
                    <a:pt x="9271" y="3192"/>
                    <a:pt x="8694" y="3466"/>
                  </a:cubicBezTo>
                  <a:cubicBezTo>
                    <a:pt x="8602" y="3375"/>
                    <a:pt x="8268" y="3375"/>
                    <a:pt x="8268" y="3131"/>
                  </a:cubicBezTo>
                  <a:cubicBezTo>
                    <a:pt x="8238" y="3253"/>
                    <a:pt x="8238" y="3435"/>
                    <a:pt x="8086" y="3526"/>
                  </a:cubicBezTo>
                  <a:cubicBezTo>
                    <a:pt x="7539" y="3314"/>
                    <a:pt x="8420" y="3283"/>
                    <a:pt x="7934" y="2949"/>
                  </a:cubicBezTo>
                  <a:lnTo>
                    <a:pt x="7934" y="2949"/>
                  </a:lnTo>
                  <a:cubicBezTo>
                    <a:pt x="8055" y="3223"/>
                    <a:pt x="7660" y="3526"/>
                    <a:pt x="7539" y="3830"/>
                  </a:cubicBezTo>
                  <a:cubicBezTo>
                    <a:pt x="7599" y="3911"/>
                    <a:pt x="7660" y="3944"/>
                    <a:pt x="7722" y="3944"/>
                  </a:cubicBezTo>
                  <a:cubicBezTo>
                    <a:pt x="7940" y="3944"/>
                    <a:pt x="8156" y="3527"/>
                    <a:pt x="8298" y="3314"/>
                  </a:cubicBezTo>
                  <a:lnTo>
                    <a:pt x="8298" y="3314"/>
                  </a:lnTo>
                  <a:cubicBezTo>
                    <a:pt x="8542" y="3922"/>
                    <a:pt x="8450" y="4651"/>
                    <a:pt x="8086" y="5198"/>
                  </a:cubicBezTo>
                  <a:cubicBezTo>
                    <a:pt x="8005" y="5294"/>
                    <a:pt x="7940" y="5329"/>
                    <a:pt x="7888" y="5329"/>
                  </a:cubicBezTo>
                  <a:cubicBezTo>
                    <a:pt x="7743" y="5329"/>
                    <a:pt x="7694" y="5061"/>
                    <a:pt x="7669" y="5061"/>
                  </a:cubicBezTo>
                  <a:cubicBezTo>
                    <a:pt x="7666" y="5061"/>
                    <a:pt x="7663" y="5066"/>
                    <a:pt x="7660" y="5077"/>
                  </a:cubicBezTo>
                  <a:cubicBezTo>
                    <a:pt x="6809" y="5472"/>
                    <a:pt x="7599" y="6414"/>
                    <a:pt x="6718" y="6444"/>
                  </a:cubicBezTo>
                  <a:cubicBezTo>
                    <a:pt x="6262" y="6292"/>
                    <a:pt x="6262" y="5806"/>
                    <a:pt x="6049" y="5624"/>
                  </a:cubicBezTo>
                  <a:cubicBezTo>
                    <a:pt x="6292" y="5229"/>
                    <a:pt x="6718" y="5472"/>
                    <a:pt x="6931" y="5320"/>
                  </a:cubicBezTo>
                  <a:lnTo>
                    <a:pt x="6535" y="5320"/>
                  </a:lnTo>
                  <a:cubicBezTo>
                    <a:pt x="6564" y="5177"/>
                    <a:pt x="6728" y="4952"/>
                    <a:pt x="6899" y="4952"/>
                  </a:cubicBezTo>
                  <a:cubicBezTo>
                    <a:pt x="6910" y="4952"/>
                    <a:pt x="6920" y="4953"/>
                    <a:pt x="6931" y="4955"/>
                  </a:cubicBezTo>
                  <a:cubicBezTo>
                    <a:pt x="6896" y="4940"/>
                    <a:pt x="6858" y="4934"/>
                    <a:pt x="6816" y="4934"/>
                  </a:cubicBezTo>
                  <a:cubicBezTo>
                    <a:pt x="6600" y="4934"/>
                    <a:pt x="6294" y="5116"/>
                    <a:pt x="5988" y="5320"/>
                  </a:cubicBezTo>
                  <a:cubicBezTo>
                    <a:pt x="5624" y="5624"/>
                    <a:pt x="5198" y="5837"/>
                    <a:pt x="4773" y="6019"/>
                  </a:cubicBezTo>
                  <a:cubicBezTo>
                    <a:pt x="4773" y="6201"/>
                    <a:pt x="4681" y="6444"/>
                    <a:pt x="4864" y="6505"/>
                  </a:cubicBezTo>
                  <a:lnTo>
                    <a:pt x="5016" y="6323"/>
                  </a:lnTo>
                  <a:cubicBezTo>
                    <a:pt x="5360" y="6409"/>
                    <a:pt x="5027" y="6875"/>
                    <a:pt x="5245" y="6875"/>
                  </a:cubicBezTo>
                  <a:cubicBezTo>
                    <a:pt x="5258" y="6875"/>
                    <a:pt x="5272" y="6873"/>
                    <a:pt x="5289" y="6870"/>
                  </a:cubicBezTo>
                  <a:lnTo>
                    <a:pt x="5289" y="6870"/>
                  </a:lnTo>
                  <a:cubicBezTo>
                    <a:pt x="5228" y="7235"/>
                    <a:pt x="5228" y="7691"/>
                    <a:pt x="4833" y="7843"/>
                  </a:cubicBezTo>
                  <a:lnTo>
                    <a:pt x="4448" y="7576"/>
                  </a:lnTo>
                  <a:lnTo>
                    <a:pt x="4448" y="7576"/>
                  </a:lnTo>
                  <a:cubicBezTo>
                    <a:pt x="4246" y="7621"/>
                    <a:pt x="4064" y="7689"/>
                    <a:pt x="4225" y="7964"/>
                  </a:cubicBezTo>
                  <a:lnTo>
                    <a:pt x="4681" y="7964"/>
                  </a:lnTo>
                  <a:lnTo>
                    <a:pt x="4681" y="8603"/>
                  </a:lnTo>
                  <a:cubicBezTo>
                    <a:pt x="4681" y="8785"/>
                    <a:pt x="4651" y="8967"/>
                    <a:pt x="4499" y="9058"/>
                  </a:cubicBezTo>
                  <a:cubicBezTo>
                    <a:pt x="4610" y="9098"/>
                    <a:pt x="4663" y="9111"/>
                    <a:pt x="4690" y="9111"/>
                  </a:cubicBezTo>
                  <a:cubicBezTo>
                    <a:pt x="4741" y="9111"/>
                    <a:pt x="4705" y="9067"/>
                    <a:pt x="4785" y="9067"/>
                  </a:cubicBezTo>
                  <a:cubicBezTo>
                    <a:pt x="4827" y="9067"/>
                    <a:pt x="4904" y="9080"/>
                    <a:pt x="5046" y="9119"/>
                  </a:cubicBezTo>
                  <a:cubicBezTo>
                    <a:pt x="4428" y="8854"/>
                    <a:pt x="5522" y="8561"/>
                    <a:pt x="4926" y="8321"/>
                  </a:cubicBezTo>
                  <a:lnTo>
                    <a:pt x="4926" y="8321"/>
                  </a:lnTo>
                  <a:cubicBezTo>
                    <a:pt x="5061" y="8368"/>
                    <a:pt x="5155" y="8385"/>
                    <a:pt x="5228" y="8385"/>
                  </a:cubicBezTo>
                  <a:cubicBezTo>
                    <a:pt x="5403" y="8385"/>
                    <a:pt x="5457" y="8291"/>
                    <a:pt x="5662" y="8291"/>
                  </a:cubicBezTo>
                  <a:cubicBezTo>
                    <a:pt x="5731" y="8291"/>
                    <a:pt x="5816" y="8301"/>
                    <a:pt x="5928" y="8329"/>
                  </a:cubicBezTo>
                  <a:cubicBezTo>
                    <a:pt x="5836" y="8238"/>
                    <a:pt x="5654" y="8207"/>
                    <a:pt x="5897" y="8086"/>
                  </a:cubicBezTo>
                  <a:cubicBezTo>
                    <a:pt x="5897" y="8025"/>
                    <a:pt x="5867" y="7995"/>
                    <a:pt x="5867" y="7934"/>
                  </a:cubicBezTo>
                  <a:cubicBezTo>
                    <a:pt x="5776" y="7934"/>
                    <a:pt x="5684" y="7903"/>
                    <a:pt x="5593" y="7873"/>
                  </a:cubicBezTo>
                  <a:cubicBezTo>
                    <a:pt x="5472" y="7508"/>
                    <a:pt x="5806" y="7204"/>
                    <a:pt x="5836" y="6961"/>
                  </a:cubicBezTo>
                  <a:cubicBezTo>
                    <a:pt x="5848" y="6959"/>
                    <a:pt x="5859" y="6958"/>
                    <a:pt x="5868" y="6958"/>
                  </a:cubicBezTo>
                  <a:cubicBezTo>
                    <a:pt x="6000" y="6958"/>
                    <a:pt x="5879" y="7148"/>
                    <a:pt x="6049" y="7204"/>
                  </a:cubicBezTo>
                  <a:lnTo>
                    <a:pt x="6080" y="6870"/>
                  </a:lnTo>
                  <a:cubicBezTo>
                    <a:pt x="6323" y="7113"/>
                    <a:pt x="6779" y="7052"/>
                    <a:pt x="6596" y="7417"/>
                  </a:cubicBezTo>
                  <a:lnTo>
                    <a:pt x="6900" y="7235"/>
                  </a:lnTo>
                  <a:cubicBezTo>
                    <a:pt x="6925" y="7238"/>
                    <a:pt x="6950" y="7239"/>
                    <a:pt x="6975" y="7239"/>
                  </a:cubicBezTo>
                  <a:cubicBezTo>
                    <a:pt x="7192" y="7239"/>
                    <a:pt x="7399" y="7122"/>
                    <a:pt x="7508" y="6931"/>
                  </a:cubicBezTo>
                  <a:cubicBezTo>
                    <a:pt x="7651" y="6907"/>
                    <a:pt x="7682" y="6566"/>
                    <a:pt x="7689" y="6566"/>
                  </a:cubicBezTo>
                  <a:cubicBezTo>
                    <a:pt x="7691" y="6566"/>
                    <a:pt x="7691" y="6592"/>
                    <a:pt x="7691" y="6657"/>
                  </a:cubicBezTo>
                  <a:cubicBezTo>
                    <a:pt x="7843" y="6505"/>
                    <a:pt x="7964" y="6353"/>
                    <a:pt x="8086" y="6171"/>
                  </a:cubicBezTo>
                  <a:lnTo>
                    <a:pt x="8146" y="6262"/>
                  </a:lnTo>
                  <a:cubicBezTo>
                    <a:pt x="8571" y="6023"/>
                    <a:pt x="8834" y="5367"/>
                    <a:pt x="9481" y="5367"/>
                  </a:cubicBezTo>
                  <a:cubicBezTo>
                    <a:pt x="9575" y="5367"/>
                    <a:pt x="9676" y="5380"/>
                    <a:pt x="9788" y="5411"/>
                  </a:cubicBezTo>
                  <a:cubicBezTo>
                    <a:pt x="9909" y="5198"/>
                    <a:pt x="10122" y="5077"/>
                    <a:pt x="10365" y="5046"/>
                  </a:cubicBezTo>
                  <a:lnTo>
                    <a:pt x="10548" y="5289"/>
                  </a:lnTo>
                  <a:cubicBezTo>
                    <a:pt x="10730" y="5077"/>
                    <a:pt x="11308" y="5289"/>
                    <a:pt x="11308" y="4955"/>
                  </a:cubicBezTo>
                  <a:cubicBezTo>
                    <a:pt x="11449" y="5150"/>
                    <a:pt x="11604" y="5218"/>
                    <a:pt x="11762" y="5218"/>
                  </a:cubicBezTo>
                  <a:cubicBezTo>
                    <a:pt x="12138" y="5218"/>
                    <a:pt x="12535" y="4833"/>
                    <a:pt x="12834" y="4833"/>
                  </a:cubicBezTo>
                  <a:cubicBezTo>
                    <a:pt x="12842" y="4833"/>
                    <a:pt x="12850" y="4833"/>
                    <a:pt x="12858" y="4834"/>
                  </a:cubicBezTo>
                  <a:lnTo>
                    <a:pt x="12797" y="4469"/>
                  </a:lnTo>
                  <a:cubicBezTo>
                    <a:pt x="13101" y="4408"/>
                    <a:pt x="13375" y="4256"/>
                    <a:pt x="13648" y="4074"/>
                  </a:cubicBezTo>
                  <a:lnTo>
                    <a:pt x="13557" y="3739"/>
                  </a:lnTo>
                  <a:cubicBezTo>
                    <a:pt x="13628" y="3669"/>
                    <a:pt x="13712" y="3644"/>
                    <a:pt x="13803" y="3644"/>
                  </a:cubicBezTo>
                  <a:cubicBezTo>
                    <a:pt x="13907" y="3644"/>
                    <a:pt x="14021" y="3676"/>
                    <a:pt x="14134" y="3709"/>
                  </a:cubicBezTo>
                  <a:cubicBezTo>
                    <a:pt x="14378" y="3800"/>
                    <a:pt x="14621" y="3861"/>
                    <a:pt x="14864" y="3861"/>
                  </a:cubicBezTo>
                  <a:cubicBezTo>
                    <a:pt x="14849" y="3922"/>
                    <a:pt x="14811" y="3944"/>
                    <a:pt x="14765" y="3944"/>
                  </a:cubicBezTo>
                  <a:cubicBezTo>
                    <a:pt x="14720" y="3944"/>
                    <a:pt x="14666" y="3922"/>
                    <a:pt x="14621" y="3891"/>
                  </a:cubicBezTo>
                  <a:lnTo>
                    <a:pt x="14621" y="3891"/>
                  </a:lnTo>
                  <a:cubicBezTo>
                    <a:pt x="14754" y="4068"/>
                    <a:pt x="14886" y="4131"/>
                    <a:pt x="15026" y="4131"/>
                  </a:cubicBezTo>
                  <a:cubicBezTo>
                    <a:pt x="15174" y="4131"/>
                    <a:pt x="15330" y="4061"/>
                    <a:pt x="15502" y="3982"/>
                  </a:cubicBezTo>
                  <a:cubicBezTo>
                    <a:pt x="15672" y="3880"/>
                    <a:pt x="15843" y="3797"/>
                    <a:pt x="15997" y="3797"/>
                  </a:cubicBezTo>
                  <a:cubicBezTo>
                    <a:pt x="16118" y="3797"/>
                    <a:pt x="16229" y="3849"/>
                    <a:pt x="16323" y="3982"/>
                  </a:cubicBezTo>
                  <a:cubicBezTo>
                    <a:pt x="16355" y="3961"/>
                    <a:pt x="16395" y="3951"/>
                    <a:pt x="16436" y="3951"/>
                  </a:cubicBezTo>
                  <a:cubicBezTo>
                    <a:pt x="16510" y="3951"/>
                    <a:pt x="16588" y="3984"/>
                    <a:pt x="16627" y="4043"/>
                  </a:cubicBezTo>
                  <a:lnTo>
                    <a:pt x="16657" y="4043"/>
                  </a:lnTo>
                  <a:cubicBezTo>
                    <a:pt x="16661" y="4054"/>
                    <a:pt x="16664" y="4064"/>
                    <a:pt x="16668" y="4074"/>
                  </a:cubicBezTo>
                  <a:lnTo>
                    <a:pt x="16668" y="4074"/>
                  </a:lnTo>
                  <a:cubicBezTo>
                    <a:pt x="16816" y="4072"/>
                    <a:pt x="16964" y="4043"/>
                    <a:pt x="17083" y="4013"/>
                  </a:cubicBezTo>
                  <a:lnTo>
                    <a:pt x="17083" y="4013"/>
                  </a:lnTo>
                  <a:lnTo>
                    <a:pt x="17052" y="4408"/>
                  </a:lnTo>
                  <a:lnTo>
                    <a:pt x="17083" y="4408"/>
                  </a:lnTo>
                  <a:cubicBezTo>
                    <a:pt x="17105" y="4436"/>
                    <a:pt x="17126" y="4449"/>
                    <a:pt x="17144" y="4449"/>
                  </a:cubicBezTo>
                  <a:cubicBezTo>
                    <a:pt x="17224" y="4449"/>
                    <a:pt x="17260" y="4205"/>
                    <a:pt x="17235" y="3982"/>
                  </a:cubicBezTo>
                  <a:cubicBezTo>
                    <a:pt x="17326" y="3952"/>
                    <a:pt x="17417" y="3891"/>
                    <a:pt x="17508" y="3830"/>
                  </a:cubicBezTo>
                  <a:lnTo>
                    <a:pt x="17508" y="3830"/>
                  </a:lnTo>
                  <a:cubicBezTo>
                    <a:pt x="17483" y="4067"/>
                    <a:pt x="17550" y="4099"/>
                    <a:pt x="17635" y="4099"/>
                  </a:cubicBezTo>
                  <a:cubicBezTo>
                    <a:pt x="17668" y="4099"/>
                    <a:pt x="17704" y="4095"/>
                    <a:pt x="17739" y="4095"/>
                  </a:cubicBezTo>
                  <a:cubicBezTo>
                    <a:pt x="17833" y="4095"/>
                    <a:pt x="17917" y="4131"/>
                    <a:pt x="17903" y="4408"/>
                  </a:cubicBezTo>
                  <a:cubicBezTo>
                    <a:pt x="18086" y="4134"/>
                    <a:pt x="18694" y="4469"/>
                    <a:pt x="19028" y="3891"/>
                  </a:cubicBezTo>
                  <a:lnTo>
                    <a:pt x="19028" y="3891"/>
                  </a:lnTo>
                  <a:cubicBezTo>
                    <a:pt x="19003" y="3966"/>
                    <a:pt x="19019" y="4021"/>
                    <a:pt x="18992" y="4021"/>
                  </a:cubicBezTo>
                  <a:cubicBezTo>
                    <a:pt x="18986" y="4021"/>
                    <a:pt x="18978" y="4018"/>
                    <a:pt x="18967" y="4013"/>
                  </a:cubicBezTo>
                  <a:lnTo>
                    <a:pt x="18967" y="4013"/>
                  </a:lnTo>
                  <a:cubicBezTo>
                    <a:pt x="19063" y="4109"/>
                    <a:pt x="19178" y="4223"/>
                    <a:pt x="19326" y="4223"/>
                  </a:cubicBezTo>
                  <a:cubicBezTo>
                    <a:pt x="19366" y="4223"/>
                    <a:pt x="19408" y="4215"/>
                    <a:pt x="19454" y="4195"/>
                  </a:cubicBezTo>
                  <a:lnTo>
                    <a:pt x="19454" y="4195"/>
                  </a:lnTo>
                  <a:lnTo>
                    <a:pt x="19332" y="4651"/>
                  </a:lnTo>
                  <a:cubicBezTo>
                    <a:pt x="19545" y="4499"/>
                    <a:pt x="19758" y="4378"/>
                    <a:pt x="19940" y="4256"/>
                  </a:cubicBezTo>
                  <a:lnTo>
                    <a:pt x="19940" y="4256"/>
                  </a:lnTo>
                  <a:cubicBezTo>
                    <a:pt x="20062" y="4651"/>
                    <a:pt x="20062" y="4803"/>
                    <a:pt x="19697" y="5016"/>
                  </a:cubicBezTo>
                  <a:cubicBezTo>
                    <a:pt x="19979" y="4937"/>
                    <a:pt x="20118" y="4921"/>
                    <a:pt x="20218" y="4921"/>
                  </a:cubicBezTo>
                  <a:cubicBezTo>
                    <a:pt x="20288" y="4921"/>
                    <a:pt x="20338" y="4929"/>
                    <a:pt x="20403" y="4929"/>
                  </a:cubicBezTo>
                  <a:cubicBezTo>
                    <a:pt x="20497" y="4929"/>
                    <a:pt x="20623" y="4912"/>
                    <a:pt x="20882" y="4834"/>
                  </a:cubicBezTo>
                  <a:lnTo>
                    <a:pt x="20882" y="4834"/>
                  </a:lnTo>
                  <a:lnTo>
                    <a:pt x="20730" y="5077"/>
                  </a:lnTo>
                  <a:cubicBezTo>
                    <a:pt x="20755" y="5087"/>
                    <a:pt x="20788" y="5090"/>
                    <a:pt x="20826" y="5090"/>
                  </a:cubicBezTo>
                  <a:cubicBezTo>
                    <a:pt x="20911" y="5090"/>
                    <a:pt x="21019" y="5072"/>
                    <a:pt x="21112" y="5072"/>
                  </a:cubicBezTo>
                  <a:cubicBezTo>
                    <a:pt x="21230" y="5072"/>
                    <a:pt x="21322" y="5101"/>
                    <a:pt x="21308" y="5229"/>
                  </a:cubicBezTo>
                  <a:cubicBezTo>
                    <a:pt x="21338" y="5897"/>
                    <a:pt x="22949" y="6353"/>
                    <a:pt x="23405" y="7417"/>
                  </a:cubicBezTo>
                  <a:cubicBezTo>
                    <a:pt x="23499" y="7223"/>
                    <a:pt x="23555" y="7153"/>
                    <a:pt x="23592" y="7153"/>
                  </a:cubicBezTo>
                  <a:cubicBezTo>
                    <a:pt x="23687" y="7153"/>
                    <a:pt x="23658" y="7614"/>
                    <a:pt x="23818" y="7614"/>
                  </a:cubicBezTo>
                  <a:cubicBezTo>
                    <a:pt x="23859" y="7614"/>
                    <a:pt x="23912" y="7584"/>
                    <a:pt x="23983" y="7508"/>
                  </a:cubicBezTo>
                  <a:lnTo>
                    <a:pt x="23983" y="7508"/>
                  </a:lnTo>
                  <a:cubicBezTo>
                    <a:pt x="23891" y="7691"/>
                    <a:pt x="23922" y="7903"/>
                    <a:pt x="23679" y="7903"/>
                  </a:cubicBezTo>
                  <a:cubicBezTo>
                    <a:pt x="24143" y="8058"/>
                    <a:pt x="24082" y="8497"/>
                    <a:pt x="24442" y="8497"/>
                  </a:cubicBezTo>
                  <a:cubicBezTo>
                    <a:pt x="24507" y="8497"/>
                    <a:pt x="24585" y="8483"/>
                    <a:pt x="24682" y="8451"/>
                  </a:cubicBezTo>
                  <a:lnTo>
                    <a:pt x="24682" y="8451"/>
                  </a:lnTo>
                  <a:cubicBezTo>
                    <a:pt x="24591" y="8663"/>
                    <a:pt x="24408" y="8603"/>
                    <a:pt x="24347" y="8724"/>
                  </a:cubicBezTo>
                  <a:cubicBezTo>
                    <a:pt x="24408" y="8724"/>
                    <a:pt x="24591" y="8724"/>
                    <a:pt x="24530" y="8846"/>
                  </a:cubicBezTo>
                  <a:cubicBezTo>
                    <a:pt x="24509" y="8927"/>
                    <a:pt x="24449" y="8927"/>
                    <a:pt x="24374" y="8927"/>
                  </a:cubicBezTo>
                  <a:lnTo>
                    <a:pt x="24374" y="8927"/>
                  </a:lnTo>
                  <a:cubicBezTo>
                    <a:pt x="24337" y="8927"/>
                    <a:pt x="24297" y="8927"/>
                    <a:pt x="24256" y="8937"/>
                  </a:cubicBezTo>
                  <a:cubicBezTo>
                    <a:pt x="24347" y="9012"/>
                    <a:pt x="24445" y="9045"/>
                    <a:pt x="24548" y="9045"/>
                  </a:cubicBezTo>
                  <a:cubicBezTo>
                    <a:pt x="24860" y="9045"/>
                    <a:pt x="25220" y="8748"/>
                    <a:pt x="25563" y="8451"/>
                  </a:cubicBezTo>
                  <a:cubicBezTo>
                    <a:pt x="25563" y="8715"/>
                    <a:pt x="25611" y="8836"/>
                    <a:pt x="25800" y="8836"/>
                  </a:cubicBezTo>
                  <a:cubicBezTo>
                    <a:pt x="25871" y="8836"/>
                    <a:pt x="25963" y="8818"/>
                    <a:pt x="26080" y="8785"/>
                  </a:cubicBezTo>
                  <a:lnTo>
                    <a:pt x="26080" y="8785"/>
                  </a:lnTo>
                  <a:cubicBezTo>
                    <a:pt x="26012" y="8920"/>
                    <a:pt x="25978" y="9106"/>
                    <a:pt x="25866" y="9106"/>
                  </a:cubicBezTo>
                  <a:cubicBezTo>
                    <a:pt x="25827" y="9106"/>
                    <a:pt x="25778" y="9083"/>
                    <a:pt x="25715" y="9028"/>
                  </a:cubicBezTo>
                  <a:lnTo>
                    <a:pt x="25715" y="9028"/>
                  </a:lnTo>
                  <a:cubicBezTo>
                    <a:pt x="25806" y="9210"/>
                    <a:pt x="25898" y="9393"/>
                    <a:pt x="26050" y="9545"/>
                  </a:cubicBezTo>
                  <a:cubicBezTo>
                    <a:pt x="26137" y="9698"/>
                    <a:pt x="26256" y="9819"/>
                    <a:pt x="26394" y="9819"/>
                  </a:cubicBezTo>
                  <a:cubicBezTo>
                    <a:pt x="26449" y="9819"/>
                    <a:pt x="26506" y="9800"/>
                    <a:pt x="26566" y="9758"/>
                  </a:cubicBezTo>
                  <a:lnTo>
                    <a:pt x="26566" y="9758"/>
                  </a:lnTo>
                  <a:cubicBezTo>
                    <a:pt x="26505" y="9879"/>
                    <a:pt x="26688" y="9970"/>
                    <a:pt x="26749" y="10001"/>
                  </a:cubicBezTo>
                  <a:cubicBezTo>
                    <a:pt x="26870" y="10244"/>
                    <a:pt x="26992" y="10457"/>
                    <a:pt x="27174" y="10669"/>
                  </a:cubicBezTo>
                  <a:cubicBezTo>
                    <a:pt x="27174" y="10639"/>
                    <a:pt x="27174" y="10609"/>
                    <a:pt x="27174" y="10548"/>
                  </a:cubicBezTo>
                  <a:cubicBezTo>
                    <a:pt x="27264" y="10524"/>
                    <a:pt x="27331" y="10514"/>
                    <a:pt x="27382" y="10514"/>
                  </a:cubicBezTo>
                  <a:cubicBezTo>
                    <a:pt x="27661" y="10514"/>
                    <a:pt x="27450" y="10824"/>
                    <a:pt x="27630" y="11004"/>
                  </a:cubicBezTo>
                  <a:lnTo>
                    <a:pt x="27569" y="11004"/>
                  </a:lnTo>
                  <a:cubicBezTo>
                    <a:pt x="27539" y="11399"/>
                    <a:pt x="27569" y="11460"/>
                    <a:pt x="27630" y="11490"/>
                  </a:cubicBezTo>
                  <a:cubicBezTo>
                    <a:pt x="27721" y="11551"/>
                    <a:pt x="27812" y="11612"/>
                    <a:pt x="27600" y="11976"/>
                  </a:cubicBezTo>
                  <a:lnTo>
                    <a:pt x="27934" y="11855"/>
                  </a:lnTo>
                  <a:cubicBezTo>
                    <a:pt x="27963" y="11853"/>
                    <a:pt x="27990" y="11852"/>
                    <a:pt x="28014" y="11852"/>
                  </a:cubicBezTo>
                  <a:cubicBezTo>
                    <a:pt x="28316" y="11852"/>
                    <a:pt x="28229" y="12023"/>
                    <a:pt x="28116" y="12220"/>
                  </a:cubicBezTo>
                  <a:cubicBezTo>
                    <a:pt x="27964" y="12432"/>
                    <a:pt x="27721" y="12645"/>
                    <a:pt x="27873" y="12828"/>
                  </a:cubicBezTo>
                  <a:lnTo>
                    <a:pt x="28086" y="12706"/>
                  </a:lnTo>
                  <a:lnTo>
                    <a:pt x="28086" y="12706"/>
                  </a:lnTo>
                  <a:cubicBezTo>
                    <a:pt x="28208" y="12797"/>
                    <a:pt x="27934" y="12980"/>
                    <a:pt x="27630" y="13071"/>
                  </a:cubicBezTo>
                  <a:cubicBezTo>
                    <a:pt x="27387" y="13162"/>
                    <a:pt x="27113" y="13253"/>
                    <a:pt x="26870" y="13375"/>
                  </a:cubicBezTo>
                  <a:cubicBezTo>
                    <a:pt x="26864" y="13378"/>
                    <a:pt x="26857" y="13379"/>
                    <a:pt x="26852" y="13379"/>
                  </a:cubicBezTo>
                  <a:cubicBezTo>
                    <a:pt x="26803" y="13379"/>
                    <a:pt x="26776" y="13277"/>
                    <a:pt x="26749" y="13223"/>
                  </a:cubicBezTo>
                  <a:lnTo>
                    <a:pt x="26749" y="13223"/>
                  </a:lnTo>
                  <a:cubicBezTo>
                    <a:pt x="26232" y="13648"/>
                    <a:pt x="27205" y="13344"/>
                    <a:pt x="27265" y="13770"/>
                  </a:cubicBezTo>
                  <a:cubicBezTo>
                    <a:pt x="27083" y="13770"/>
                    <a:pt x="26860" y="13675"/>
                    <a:pt x="26705" y="13675"/>
                  </a:cubicBezTo>
                  <a:cubicBezTo>
                    <a:pt x="26627" y="13675"/>
                    <a:pt x="26566" y="13699"/>
                    <a:pt x="26536" y="13770"/>
                  </a:cubicBezTo>
                  <a:cubicBezTo>
                    <a:pt x="26293" y="13800"/>
                    <a:pt x="27144" y="14742"/>
                    <a:pt x="26505" y="14955"/>
                  </a:cubicBezTo>
                  <a:cubicBezTo>
                    <a:pt x="26548" y="14955"/>
                    <a:pt x="26592" y="14954"/>
                    <a:pt x="26635" y="14954"/>
                  </a:cubicBezTo>
                  <a:cubicBezTo>
                    <a:pt x="26808" y="14954"/>
                    <a:pt x="26974" y="14973"/>
                    <a:pt x="27022" y="15168"/>
                  </a:cubicBezTo>
                  <a:cubicBezTo>
                    <a:pt x="26961" y="15502"/>
                    <a:pt x="26019" y="15654"/>
                    <a:pt x="26445" y="16171"/>
                  </a:cubicBezTo>
                  <a:cubicBezTo>
                    <a:pt x="26414" y="16186"/>
                    <a:pt x="26384" y="16194"/>
                    <a:pt x="26357" y="16194"/>
                  </a:cubicBezTo>
                  <a:cubicBezTo>
                    <a:pt x="26331" y="16194"/>
                    <a:pt x="26308" y="16186"/>
                    <a:pt x="26293" y="16171"/>
                  </a:cubicBezTo>
                  <a:lnTo>
                    <a:pt x="26293" y="16171"/>
                  </a:lnTo>
                  <a:cubicBezTo>
                    <a:pt x="26323" y="16475"/>
                    <a:pt x="26141" y="16992"/>
                    <a:pt x="26384" y="17326"/>
                  </a:cubicBezTo>
                  <a:cubicBezTo>
                    <a:pt x="26273" y="17286"/>
                    <a:pt x="26181" y="17269"/>
                    <a:pt x="26103" y="17269"/>
                  </a:cubicBezTo>
                  <a:cubicBezTo>
                    <a:pt x="25454" y="17269"/>
                    <a:pt x="25835" y="18501"/>
                    <a:pt x="25398" y="18501"/>
                  </a:cubicBezTo>
                  <a:cubicBezTo>
                    <a:pt x="25326" y="18501"/>
                    <a:pt x="25232" y="18468"/>
                    <a:pt x="25107" y="18390"/>
                  </a:cubicBezTo>
                  <a:lnTo>
                    <a:pt x="24712" y="19089"/>
                  </a:lnTo>
                  <a:lnTo>
                    <a:pt x="24651" y="18998"/>
                  </a:lnTo>
                  <a:cubicBezTo>
                    <a:pt x="24378" y="19271"/>
                    <a:pt x="24347" y="19667"/>
                    <a:pt x="24530" y="19971"/>
                  </a:cubicBezTo>
                  <a:cubicBezTo>
                    <a:pt x="24510" y="19981"/>
                    <a:pt x="24492" y="19985"/>
                    <a:pt x="24477" y="19985"/>
                  </a:cubicBezTo>
                  <a:cubicBezTo>
                    <a:pt x="24397" y="19985"/>
                    <a:pt x="24368" y="19874"/>
                    <a:pt x="24317" y="19849"/>
                  </a:cubicBezTo>
                  <a:cubicBezTo>
                    <a:pt x="23709" y="20335"/>
                    <a:pt x="23709" y="20396"/>
                    <a:pt x="23800" y="21247"/>
                  </a:cubicBezTo>
                  <a:lnTo>
                    <a:pt x="23466" y="21065"/>
                  </a:lnTo>
                  <a:lnTo>
                    <a:pt x="23466" y="21065"/>
                  </a:lnTo>
                  <a:cubicBezTo>
                    <a:pt x="23527" y="21338"/>
                    <a:pt x="22341" y="21582"/>
                    <a:pt x="22220" y="22433"/>
                  </a:cubicBezTo>
                  <a:cubicBezTo>
                    <a:pt x="22159" y="22372"/>
                    <a:pt x="22128" y="22311"/>
                    <a:pt x="22128" y="22250"/>
                  </a:cubicBezTo>
                  <a:cubicBezTo>
                    <a:pt x="21977" y="23192"/>
                    <a:pt x="20092" y="23192"/>
                    <a:pt x="20943" y="24256"/>
                  </a:cubicBezTo>
                  <a:lnTo>
                    <a:pt x="20852" y="24925"/>
                  </a:lnTo>
                  <a:cubicBezTo>
                    <a:pt x="20968" y="24815"/>
                    <a:pt x="21051" y="24773"/>
                    <a:pt x="21114" y="24773"/>
                  </a:cubicBezTo>
                  <a:cubicBezTo>
                    <a:pt x="21334" y="24773"/>
                    <a:pt x="21305" y="25296"/>
                    <a:pt x="21561" y="25296"/>
                  </a:cubicBezTo>
                  <a:cubicBezTo>
                    <a:pt x="21577" y="25296"/>
                    <a:pt x="21594" y="25294"/>
                    <a:pt x="21612" y="25290"/>
                  </a:cubicBezTo>
                  <a:lnTo>
                    <a:pt x="21612" y="25290"/>
                  </a:lnTo>
                  <a:cubicBezTo>
                    <a:pt x="21548" y="25418"/>
                    <a:pt x="21340" y="25496"/>
                    <a:pt x="21180" y="25496"/>
                  </a:cubicBezTo>
                  <a:cubicBezTo>
                    <a:pt x="21037" y="25496"/>
                    <a:pt x="20932" y="25433"/>
                    <a:pt x="21004" y="25290"/>
                  </a:cubicBezTo>
                  <a:lnTo>
                    <a:pt x="21095" y="25290"/>
                  </a:lnTo>
                  <a:cubicBezTo>
                    <a:pt x="20992" y="25174"/>
                    <a:pt x="20899" y="25130"/>
                    <a:pt x="20812" y="25130"/>
                  </a:cubicBezTo>
                  <a:cubicBezTo>
                    <a:pt x="20547" y="25130"/>
                    <a:pt x="20343" y="25539"/>
                    <a:pt x="20120" y="25539"/>
                  </a:cubicBezTo>
                  <a:cubicBezTo>
                    <a:pt x="20071" y="25539"/>
                    <a:pt x="20022" y="25519"/>
                    <a:pt x="19970" y="25472"/>
                  </a:cubicBezTo>
                  <a:cubicBezTo>
                    <a:pt x="19636" y="25898"/>
                    <a:pt x="19180" y="26232"/>
                    <a:pt x="18663" y="26414"/>
                  </a:cubicBezTo>
                  <a:cubicBezTo>
                    <a:pt x="18344" y="26483"/>
                    <a:pt x="18008" y="26517"/>
                    <a:pt x="17667" y="26517"/>
                  </a:cubicBezTo>
                  <a:cubicBezTo>
                    <a:pt x="17554" y="26517"/>
                    <a:pt x="17440" y="26513"/>
                    <a:pt x="17326" y="26506"/>
                  </a:cubicBezTo>
                  <a:lnTo>
                    <a:pt x="17326" y="26506"/>
                  </a:lnTo>
                  <a:lnTo>
                    <a:pt x="17478" y="27022"/>
                  </a:lnTo>
                  <a:lnTo>
                    <a:pt x="17083" y="27022"/>
                  </a:lnTo>
                  <a:cubicBezTo>
                    <a:pt x="16992" y="26870"/>
                    <a:pt x="16961" y="26597"/>
                    <a:pt x="17235" y="26597"/>
                  </a:cubicBezTo>
                  <a:cubicBezTo>
                    <a:pt x="17209" y="26533"/>
                    <a:pt x="17174" y="26506"/>
                    <a:pt x="17134" y="26506"/>
                  </a:cubicBezTo>
                  <a:cubicBezTo>
                    <a:pt x="16986" y="26506"/>
                    <a:pt x="16772" y="26872"/>
                    <a:pt x="16748" y="26992"/>
                  </a:cubicBezTo>
                  <a:cubicBezTo>
                    <a:pt x="16171" y="26718"/>
                    <a:pt x="17022" y="26354"/>
                    <a:pt x="16840" y="26323"/>
                  </a:cubicBezTo>
                  <a:lnTo>
                    <a:pt x="16840" y="26323"/>
                  </a:lnTo>
                  <a:lnTo>
                    <a:pt x="16596" y="26354"/>
                  </a:lnTo>
                  <a:lnTo>
                    <a:pt x="16627" y="26445"/>
                  </a:lnTo>
                  <a:cubicBezTo>
                    <a:pt x="16464" y="26608"/>
                    <a:pt x="16398" y="26819"/>
                    <a:pt x="16126" y="26819"/>
                  </a:cubicBezTo>
                  <a:cubicBezTo>
                    <a:pt x="16093" y="26819"/>
                    <a:pt x="16058" y="26816"/>
                    <a:pt x="16019" y="26810"/>
                  </a:cubicBezTo>
                  <a:cubicBezTo>
                    <a:pt x="15806" y="26688"/>
                    <a:pt x="15928" y="26475"/>
                    <a:pt x="15837" y="26445"/>
                  </a:cubicBezTo>
                  <a:cubicBezTo>
                    <a:pt x="15837" y="26384"/>
                    <a:pt x="15837" y="26384"/>
                    <a:pt x="15715" y="26384"/>
                  </a:cubicBezTo>
                  <a:lnTo>
                    <a:pt x="15168" y="26293"/>
                  </a:lnTo>
                  <a:lnTo>
                    <a:pt x="15320" y="26749"/>
                  </a:lnTo>
                  <a:cubicBezTo>
                    <a:pt x="15047" y="26930"/>
                    <a:pt x="14805" y="26660"/>
                    <a:pt x="14983" y="27168"/>
                  </a:cubicBezTo>
                  <a:lnTo>
                    <a:pt x="14983" y="27168"/>
                  </a:lnTo>
                  <a:cubicBezTo>
                    <a:pt x="14703" y="26385"/>
                    <a:pt x="12949" y="26566"/>
                    <a:pt x="12767" y="26293"/>
                  </a:cubicBezTo>
                  <a:cubicBezTo>
                    <a:pt x="12584" y="26384"/>
                    <a:pt x="12387" y="26430"/>
                    <a:pt x="12189" y="26430"/>
                  </a:cubicBezTo>
                  <a:cubicBezTo>
                    <a:pt x="11992" y="26430"/>
                    <a:pt x="11794" y="26384"/>
                    <a:pt x="11612" y="26293"/>
                  </a:cubicBezTo>
                  <a:lnTo>
                    <a:pt x="11612" y="26293"/>
                  </a:lnTo>
                  <a:cubicBezTo>
                    <a:pt x="11691" y="26398"/>
                    <a:pt x="11655" y="26778"/>
                    <a:pt x="11427" y="26778"/>
                  </a:cubicBezTo>
                  <a:cubicBezTo>
                    <a:pt x="11392" y="26778"/>
                    <a:pt x="11352" y="26769"/>
                    <a:pt x="11308" y="26749"/>
                  </a:cubicBezTo>
                  <a:cubicBezTo>
                    <a:pt x="11663" y="25860"/>
                    <a:pt x="10777" y="26155"/>
                    <a:pt x="10648" y="25468"/>
                  </a:cubicBezTo>
                  <a:lnTo>
                    <a:pt x="10648" y="25468"/>
                  </a:lnTo>
                  <a:cubicBezTo>
                    <a:pt x="10655" y="25594"/>
                    <a:pt x="10557" y="25622"/>
                    <a:pt x="10426" y="25622"/>
                  </a:cubicBezTo>
                  <a:cubicBezTo>
                    <a:pt x="10324" y="25622"/>
                    <a:pt x="10202" y="25605"/>
                    <a:pt x="10092" y="25605"/>
                  </a:cubicBezTo>
                  <a:cubicBezTo>
                    <a:pt x="9888" y="25605"/>
                    <a:pt x="9727" y="25662"/>
                    <a:pt x="9818" y="25989"/>
                  </a:cubicBezTo>
                  <a:cubicBezTo>
                    <a:pt x="9545" y="25837"/>
                    <a:pt x="9909" y="25624"/>
                    <a:pt x="9757" y="25351"/>
                  </a:cubicBezTo>
                  <a:lnTo>
                    <a:pt x="9757" y="25351"/>
                  </a:lnTo>
                  <a:cubicBezTo>
                    <a:pt x="9693" y="25363"/>
                    <a:pt x="9629" y="25368"/>
                    <a:pt x="9566" y="25368"/>
                  </a:cubicBezTo>
                  <a:cubicBezTo>
                    <a:pt x="8830" y="25368"/>
                    <a:pt x="8201" y="24607"/>
                    <a:pt x="7417" y="24439"/>
                  </a:cubicBezTo>
                  <a:cubicBezTo>
                    <a:pt x="7356" y="24560"/>
                    <a:pt x="7417" y="24834"/>
                    <a:pt x="7174" y="24925"/>
                  </a:cubicBezTo>
                  <a:lnTo>
                    <a:pt x="6961" y="24135"/>
                  </a:lnTo>
                  <a:cubicBezTo>
                    <a:pt x="6833" y="24135"/>
                    <a:pt x="6676" y="24448"/>
                    <a:pt x="6541" y="24448"/>
                  </a:cubicBezTo>
                  <a:cubicBezTo>
                    <a:pt x="6483" y="24448"/>
                    <a:pt x="6429" y="24390"/>
                    <a:pt x="6384" y="24226"/>
                  </a:cubicBezTo>
                  <a:cubicBezTo>
                    <a:pt x="6384" y="24348"/>
                    <a:pt x="6384" y="24530"/>
                    <a:pt x="6262" y="24530"/>
                  </a:cubicBezTo>
                  <a:cubicBezTo>
                    <a:pt x="5624" y="23952"/>
                    <a:pt x="4803" y="23679"/>
                    <a:pt x="4013" y="23375"/>
                  </a:cubicBezTo>
                  <a:cubicBezTo>
                    <a:pt x="3222" y="23071"/>
                    <a:pt x="2554" y="22706"/>
                    <a:pt x="2736" y="22098"/>
                  </a:cubicBezTo>
                  <a:cubicBezTo>
                    <a:pt x="2736" y="22007"/>
                    <a:pt x="2797" y="21946"/>
                    <a:pt x="2827" y="21855"/>
                  </a:cubicBezTo>
                  <a:lnTo>
                    <a:pt x="2827" y="21855"/>
                  </a:lnTo>
                  <a:cubicBezTo>
                    <a:pt x="2727" y="21972"/>
                    <a:pt x="2663" y="22016"/>
                    <a:pt x="2621" y="22016"/>
                  </a:cubicBezTo>
                  <a:cubicBezTo>
                    <a:pt x="2587" y="22016"/>
                    <a:pt x="2567" y="21987"/>
                    <a:pt x="2554" y="21946"/>
                  </a:cubicBezTo>
                  <a:cubicBezTo>
                    <a:pt x="2523" y="22007"/>
                    <a:pt x="2250" y="22068"/>
                    <a:pt x="2098" y="22129"/>
                  </a:cubicBezTo>
                  <a:cubicBezTo>
                    <a:pt x="2189" y="21916"/>
                    <a:pt x="2310" y="21733"/>
                    <a:pt x="2432" y="21521"/>
                  </a:cubicBezTo>
                  <a:cubicBezTo>
                    <a:pt x="1915" y="21521"/>
                    <a:pt x="2341" y="20882"/>
                    <a:pt x="1885" y="20822"/>
                  </a:cubicBezTo>
                  <a:lnTo>
                    <a:pt x="1885" y="20822"/>
                  </a:lnTo>
                  <a:lnTo>
                    <a:pt x="1976" y="21034"/>
                  </a:lnTo>
                  <a:cubicBezTo>
                    <a:pt x="1884" y="20986"/>
                    <a:pt x="1789" y="20965"/>
                    <a:pt x="1694" y="20965"/>
                  </a:cubicBezTo>
                  <a:cubicBezTo>
                    <a:pt x="1192" y="20965"/>
                    <a:pt x="648" y="21530"/>
                    <a:pt x="61" y="21582"/>
                  </a:cubicBezTo>
                  <a:cubicBezTo>
                    <a:pt x="365" y="21764"/>
                    <a:pt x="213" y="22007"/>
                    <a:pt x="92" y="22402"/>
                  </a:cubicBezTo>
                  <a:cubicBezTo>
                    <a:pt x="0" y="22797"/>
                    <a:pt x="0" y="23284"/>
                    <a:pt x="487" y="23466"/>
                  </a:cubicBezTo>
                  <a:cubicBezTo>
                    <a:pt x="517" y="23496"/>
                    <a:pt x="578" y="23496"/>
                    <a:pt x="639" y="23496"/>
                  </a:cubicBezTo>
                  <a:cubicBezTo>
                    <a:pt x="627" y="23594"/>
                    <a:pt x="576" y="23613"/>
                    <a:pt x="513" y="23613"/>
                  </a:cubicBezTo>
                  <a:cubicBezTo>
                    <a:pt x="471" y="23613"/>
                    <a:pt x="424" y="23605"/>
                    <a:pt x="380" y="23605"/>
                  </a:cubicBezTo>
                  <a:cubicBezTo>
                    <a:pt x="325" y="23605"/>
                    <a:pt x="274" y="23618"/>
                    <a:pt x="244" y="23679"/>
                  </a:cubicBezTo>
                  <a:cubicBezTo>
                    <a:pt x="639" y="23679"/>
                    <a:pt x="821" y="23861"/>
                    <a:pt x="1034" y="24256"/>
                  </a:cubicBezTo>
                  <a:lnTo>
                    <a:pt x="943" y="24287"/>
                  </a:lnTo>
                  <a:cubicBezTo>
                    <a:pt x="1490" y="24743"/>
                    <a:pt x="1794" y="24986"/>
                    <a:pt x="2128" y="25259"/>
                  </a:cubicBezTo>
                  <a:cubicBezTo>
                    <a:pt x="2462" y="25594"/>
                    <a:pt x="2827" y="25898"/>
                    <a:pt x="3222" y="26171"/>
                  </a:cubicBezTo>
                  <a:lnTo>
                    <a:pt x="3283" y="25807"/>
                  </a:lnTo>
                  <a:cubicBezTo>
                    <a:pt x="3496" y="25958"/>
                    <a:pt x="3496" y="26080"/>
                    <a:pt x="3557" y="26202"/>
                  </a:cubicBezTo>
                  <a:cubicBezTo>
                    <a:pt x="4043" y="25807"/>
                    <a:pt x="2949" y="25867"/>
                    <a:pt x="3435" y="25442"/>
                  </a:cubicBezTo>
                  <a:lnTo>
                    <a:pt x="3435" y="25442"/>
                  </a:lnTo>
                  <a:cubicBezTo>
                    <a:pt x="3435" y="26262"/>
                    <a:pt x="4955" y="26141"/>
                    <a:pt x="4833" y="26962"/>
                  </a:cubicBezTo>
                  <a:cubicBezTo>
                    <a:pt x="4878" y="26980"/>
                    <a:pt x="4913" y="26988"/>
                    <a:pt x="4940" y="26988"/>
                  </a:cubicBezTo>
                  <a:cubicBezTo>
                    <a:pt x="5110" y="26988"/>
                    <a:pt x="4976" y="26670"/>
                    <a:pt x="5145" y="26670"/>
                  </a:cubicBezTo>
                  <a:cubicBezTo>
                    <a:pt x="5167" y="26670"/>
                    <a:pt x="5195" y="26676"/>
                    <a:pt x="5228" y="26688"/>
                  </a:cubicBezTo>
                  <a:lnTo>
                    <a:pt x="5228" y="26931"/>
                  </a:lnTo>
                  <a:lnTo>
                    <a:pt x="5411" y="26718"/>
                  </a:lnTo>
                  <a:cubicBezTo>
                    <a:pt x="5593" y="26870"/>
                    <a:pt x="5654" y="27114"/>
                    <a:pt x="5593" y="27326"/>
                  </a:cubicBezTo>
                  <a:cubicBezTo>
                    <a:pt x="5571" y="27304"/>
                    <a:pt x="5540" y="27298"/>
                    <a:pt x="5507" y="27298"/>
                  </a:cubicBezTo>
                  <a:cubicBezTo>
                    <a:pt x="5471" y="27298"/>
                    <a:pt x="5432" y="27305"/>
                    <a:pt x="5399" y="27305"/>
                  </a:cubicBezTo>
                  <a:cubicBezTo>
                    <a:pt x="5381" y="27305"/>
                    <a:pt x="5364" y="27303"/>
                    <a:pt x="5350" y="27296"/>
                  </a:cubicBezTo>
                  <a:lnTo>
                    <a:pt x="5350" y="27296"/>
                  </a:lnTo>
                  <a:cubicBezTo>
                    <a:pt x="5523" y="27671"/>
                    <a:pt x="6133" y="27553"/>
                    <a:pt x="6274" y="27644"/>
                  </a:cubicBezTo>
                  <a:lnTo>
                    <a:pt x="6274" y="27644"/>
                  </a:lnTo>
                  <a:lnTo>
                    <a:pt x="5988" y="27387"/>
                  </a:lnTo>
                  <a:lnTo>
                    <a:pt x="5988" y="27387"/>
                  </a:lnTo>
                  <a:cubicBezTo>
                    <a:pt x="6900" y="27548"/>
                    <a:pt x="7858" y="28087"/>
                    <a:pt x="8802" y="28087"/>
                  </a:cubicBezTo>
                  <a:cubicBezTo>
                    <a:pt x="8928" y="28087"/>
                    <a:pt x="9054" y="28077"/>
                    <a:pt x="9180" y="28056"/>
                  </a:cubicBezTo>
                  <a:lnTo>
                    <a:pt x="9150" y="27873"/>
                  </a:lnTo>
                  <a:cubicBezTo>
                    <a:pt x="9221" y="27865"/>
                    <a:pt x="9284" y="27861"/>
                    <a:pt x="9339" y="27861"/>
                  </a:cubicBezTo>
                  <a:cubicBezTo>
                    <a:pt x="9899" y="27861"/>
                    <a:pt x="9740" y="28244"/>
                    <a:pt x="10487" y="28299"/>
                  </a:cubicBezTo>
                  <a:lnTo>
                    <a:pt x="10457" y="28329"/>
                  </a:lnTo>
                  <a:cubicBezTo>
                    <a:pt x="10578" y="28248"/>
                    <a:pt x="10727" y="28208"/>
                    <a:pt x="10875" y="28208"/>
                  </a:cubicBezTo>
                  <a:cubicBezTo>
                    <a:pt x="10950" y="28208"/>
                    <a:pt x="11024" y="28218"/>
                    <a:pt x="11095" y="28238"/>
                  </a:cubicBezTo>
                  <a:cubicBezTo>
                    <a:pt x="10852" y="28390"/>
                    <a:pt x="11399" y="28694"/>
                    <a:pt x="11095" y="28846"/>
                  </a:cubicBezTo>
                  <a:cubicBezTo>
                    <a:pt x="11946" y="28694"/>
                    <a:pt x="11520" y="28664"/>
                    <a:pt x="12189" y="28177"/>
                  </a:cubicBezTo>
                  <a:lnTo>
                    <a:pt x="12250" y="28481"/>
                  </a:lnTo>
                  <a:cubicBezTo>
                    <a:pt x="12463" y="28269"/>
                    <a:pt x="12493" y="28147"/>
                    <a:pt x="12919" y="28147"/>
                  </a:cubicBezTo>
                  <a:cubicBezTo>
                    <a:pt x="12523" y="28329"/>
                    <a:pt x="13101" y="28603"/>
                    <a:pt x="12675" y="28846"/>
                  </a:cubicBezTo>
                  <a:cubicBezTo>
                    <a:pt x="12881" y="29060"/>
                    <a:pt x="13076" y="29122"/>
                    <a:pt x="13257" y="29122"/>
                  </a:cubicBezTo>
                  <a:cubicBezTo>
                    <a:pt x="13508" y="29122"/>
                    <a:pt x="13731" y="29001"/>
                    <a:pt x="13909" y="29001"/>
                  </a:cubicBezTo>
                  <a:cubicBezTo>
                    <a:pt x="14058" y="29001"/>
                    <a:pt x="14177" y="29085"/>
                    <a:pt x="14256" y="29393"/>
                  </a:cubicBezTo>
                  <a:cubicBezTo>
                    <a:pt x="14773" y="28694"/>
                    <a:pt x="13587" y="28876"/>
                    <a:pt x="13830" y="28724"/>
                  </a:cubicBezTo>
                  <a:cubicBezTo>
                    <a:pt x="13731" y="28501"/>
                    <a:pt x="14079" y="28297"/>
                    <a:pt x="14342" y="28297"/>
                  </a:cubicBezTo>
                  <a:cubicBezTo>
                    <a:pt x="14401" y="28297"/>
                    <a:pt x="14455" y="28307"/>
                    <a:pt x="14499" y="28329"/>
                  </a:cubicBezTo>
                  <a:cubicBezTo>
                    <a:pt x="14742" y="28390"/>
                    <a:pt x="14803" y="29363"/>
                    <a:pt x="15502" y="29424"/>
                  </a:cubicBezTo>
                  <a:cubicBezTo>
                    <a:pt x="15454" y="29424"/>
                    <a:pt x="15424" y="29462"/>
                    <a:pt x="15384" y="29462"/>
                  </a:cubicBezTo>
                  <a:cubicBezTo>
                    <a:pt x="15373" y="29462"/>
                    <a:pt x="15362" y="29460"/>
                    <a:pt x="15350" y="29454"/>
                  </a:cubicBezTo>
                  <a:lnTo>
                    <a:pt x="15350" y="29454"/>
                  </a:lnTo>
                  <a:cubicBezTo>
                    <a:pt x="15410" y="29514"/>
                    <a:pt x="15474" y="29533"/>
                    <a:pt x="15541" y="29533"/>
                  </a:cubicBezTo>
                  <a:cubicBezTo>
                    <a:pt x="15660" y="29533"/>
                    <a:pt x="15788" y="29472"/>
                    <a:pt x="15920" y="29472"/>
                  </a:cubicBezTo>
                  <a:cubicBezTo>
                    <a:pt x="16012" y="29472"/>
                    <a:pt x="16107" y="29502"/>
                    <a:pt x="16201" y="29606"/>
                  </a:cubicBezTo>
                  <a:cubicBezTo>
                    <a:pt x="16295" y="29405"/>
                    <a:pt x="16389" y="29393"/>
                    <a:pt x="16472" y="29393"/>
                  </a:cubicBezTo>
                  <a:cubicBezTo>
                    <a:pt x="16484" y="29393"/>
                    <a:pt x="16495" y="29393"/>
                    <a:pt x="16505" y="29393"/>
                  </a:cubicBezTo>
                  <a:cubicBezTo>
                    <a:pt x="16596" y="29393"/>
                    <a:pt x="16672" y="29378"/>
                    <a:pt x="16718" y="29089"/>
                  </a:cubicBezTo>
                  <a:lnTo>
                    <a:pt x="16718" y="29089"/>
                  </a:lnTo>
                  <a:cubicBezTo>
                    <a:pt x="16505" y="29120"/>
                    <a:pt x="16262" y="29150"/>
                    <a:pt x="16049" y="29180"/>
                  </a:cubicBezTo>
                  <a:cubicBezTo>
                    <a:pt x="16345" y="29057"/>
                    <a:pt x="16662" y="28613"/>
                    <a:pt x="17095" y="28613"/>
                  </a:cubicBezTo>
                  <a:cubicBezTo>
                    <a:pt x="17196" y="28613"/>
                    <a:pt x="17303" y="28637"/>
                    <a:pt x="17417" y="28694"/>
                  </a:cubicBezTo>
                  <a:cubicBezTo>
                    <a:pt x="17326" y="28876"/>
                    <a:pt x="17204" y="28998"/>
                    <a:pt x="17022" y="29089"/>
                  </a:cubicBezTo>
                  <a:cubicBezTo>
                    <a:pt x="17068" y="29135"/>
                    <a:pt x="17113" y="29150"/>
                    <a:pt x="17159" y="29150"/>
                  </a:cubicBezTo>
                  <a:cubicBezTo>
                    <a:pt x="17251" y="29150"/>
                    <a:pt x="17345" y="29089"/>
                    <a:pt x="17445" y="29089"/>
                  </a:cubicBezTo>
                  <a:cubicBezTo>
                    <a:pt x="17495" y="29089"/>
                    <a:pt x="17546" y="29104"/>
                    <a:pt x="17600" y="29150"/>
                  </a:cubicBezTo>
                  <a:cubicBezTo>
                    <a:pt x="17569" y="29758"/>
                    <a:pt x="16718" y="29302"/>
                    <a:pt x="16293" y="29697"/>
                  </a:cubicBezTo>
                  <a:cubicBezTo>
                    <a:pt x="16328" y="29750"/>
                    <a:pt x="16382" y="29769"/>
                    <a:pt x="16444" y="29769"/>
                  </a:cubicBezTo>
                  <a:cubicBezTo>
                    <a:pt x="16589" y="29769"/>
                    <a:pt x="16779" y="29667"/>
                    <a:pt x="16881" y="29667"/>
                  </a:cubicBezTo>
                  <a:cubicBezTo>
                    <a:pt x="16957" y="29667"/>
                    <a:pt x="16984" y="29724"/>
                    <a:pt x="16908" y="29921"/>
                  </a:cubicBezTo>
                  <a:lnTo>
                    <a:pt x="16908" y="29921"/>
                  </a:lnTo>
                  <a:cubicBezTo>
                    <a:pt x="17017" y="29648"/>
                    <a:pt x="17143" y="29590"/>
                    <a:pt x="17295" y="29590"/>
                  </a:cubicBezTo>
                  <a:cubicBezTo>
                    <a:pt x="17352" y="29590"/>
                    <a:pt x="17413" y="29598"/>
                    <a:pt x="17478" y="29606"/>
                  </a:cubicBezTo>
                  <a:cubicBezTo>
                    <a:pt x="17554" y="29629"/>
                    <a:pt x="17630" y="29640"/>
                    <a:pt x="17704" y="29640"/>
                  </a:cubicBezTo>
                  <a:cubicBezTo>
                    <a:pt x="17924" y="29640"/>
                    <a:pt x="18124" y="29538"/>
                    <a:pt x="18238" y="29332"/>
                  </a:cubicBezTo>
                  <a:lnTo>
                    <a:pt x="18238" y="29697"/>
                  </a:lnTo>
                  <a:cubicBezTo>
                    <a:pt x="18329" y="29636"/>
                    <a:pt x="18511" y="29424"/>
                    <a:pt x="18663" y="29393"/>
                  </a:cubicBezTo>
                  <a:lnTo>
                    <a:pt x="18663" y="29393"/>
                  </a:lnTo>
                  <a:cubicBezTo>
                    <a:pt x="18603" y="29576"/>
                    <a:pt x="18511" y="29758"/>
                    <a:pt x="18451" y="29910"/>
                  </a:cubicBezTo>
                  <a:cubicBezTo>
                    <a:pt x="18616" y="29744"/>
                    <a:pt x="18800" y="29726"/>
                    <a:pt x="19017" y="29726"/>
                  </a:cubicBezTo>
                  <a:cubicBezTo>
                    <a:pt x="19078" y="29726"/>
                    <a:pt x="19143" y="29728"/>
                    <a:pt x="19211" y="29728"/>
                  </a:cubicBezTo>
                  <a:cubicBezTo>
                    <a:pt x="19295" y="29756"/>
                    <a:pt x="19383" y="29769"/>
                    <a:pt x="19470" y="29769"/>
                  </a:cubicBezTo>
                  <a:cubicBezTo>
                    <a:pt x="19664" y="29769"/>
                    <a:pt x="19854" y="29701"/>
                    <a:pt x="20001" y="29576"/>
                  </a:cubicBezTo>
                  <a:lnTo>
                    <a:pt x="20001" y="29576"/>
                  </a:lnTo>
                  <a:cubicBezTo>
                    <a:pt x="19770" y="29678"/>
                    <a:pt x="19620" y="29716"/>
                    <a:pt x="19522" y="29716"/>
                  </a:cubicBezTo>
                  <a:cubicBezTo>
                    <a:pt x="19387" y="29716"/>
                    <a:pt x="19350" y="29646"/>
                    <a:pt x="19332" y="29576"/>
                  </a:cubicBezTo>
                  <a:cubicBezTo>
                    <a:pt x="19302" y="29424"/>
                    <a:pt x="19332" y="29241"/>
                    <a:pt x="19089" y="29180"/>
                  </a:cubicBezTo>
                  <a:cubicBezTo>
                    <a:pt x="19354" y="28962"/>
                    <a:pt x="19539" y="28888"/>
                    <a:pt x="19702" y="28888"/>
                  </a:cubicBezTo>
                  <a:cubicBezTo>
                    <a:pt x="19856" y="28888"/>
                    <a:pt x="19990" y="28954"/>
                    <a:pt x="20153" y="29028"/>
                  </a:cubicBezTo>
                  <a:cubicBezTo>
                    <a:pt x="20291" y="29103"/>
                    <a:pt x="20448" y="29140"/>
                    <a:pt x="20605" y="29140"/>
                  </a:cubicBezTo>
                  <a:cubicBezTo>
                    <a:pt x="20895" y="29140"/>
                    <a:pt x="21186" y="29014"/>
                    <a:pt x="21364" y="28761"/>
                  </a:cubicBezTo>
                  <a:lnTo>
                    <a:pt x="21364" y="28761"/>
                  </a:lnTo>
                  <a:cubicBezTo>
                    <a:pt x="21296" y="28855"/>
                    <a:pt x="21108" y="28923"/>
                    <a:pt x="20967" y="28923"/>
                  </a:cubicBezTo>
                  <a:cubicBezTo>
                    <a:pt x="20840" y="28923"/>
                    <a:pt x="20750" y="28867"/>
                    <a:pt x="20821" y="28724"/>
                  </a:cubicBezTo>
                  <a:cubicBezTo>
                    <a:pt x="21095" y="28573"/>
                    <a:pt x="21399" y="28512"/>
                    <a:pt x="21703" y="28512"/>
                  </a:cubicBezTo>
                  <a:cubicBezTo>
                    <a:pt x="22280" y="27843"/>
                    <a:pt x="21369" y="28329"/>
                    <a:pt x="21460" y="27904"/>
                  </a:cubicBezTo>
                  <a:lnTo>
                    <a:pt x="21460" y="27904"/>
                  </a:lnTo>
                  <a:cubicBezTo>
                    <a:pt x="21512" y="27916"/>
                    <a:pt x="21556" y="27922"/>
                    <a:pt x="21592" y="27922"/>
                  </a:cubicBezTo>
                  <a:cubicBezTo>
                    <a:pt x="21913" y="27922"/>
                    <a:pt x="21651" y="27472"/>
                    <a:pt x="21733" y="27144"/>
                  </a:cubicBezTo>
                  <a:lnTo>
                    <a:pt x="21733" y="27144"/>
                  </a:lnTo>
                  <a:lnTo>
                    <a:pt x="22007" y="27387"/>
                  </a:lnTo>
                  <a:cubicBezTo>
                    <a:pt x="22736" y="26901"/>
                    <a:pt x="21581" y="26749"/>
                    <a:pt x="22250" y="26354"/>
                  </a:cubicBezTo>
                  <a:lnTo>
                    <a:pt x="22250" y="26354"/>
                  </a:lnTo>
                  <a:lnTo>
                    <a:pt x="22463" y="26901"/>
                  </a:lnTo>
                  <a:lnTo>
                    <a:pt x="22584" y="26536"/>
                  </a:lnTo>
                  <a:lnTo>
                    <a:pt x="22858" y="26840"/>
                  </a:lnTo>
                  <a:cubicBezTo>
                    <a:pt x="22858" y="26354"/>
                    <a:pt x="22980" y="26323"/>
                    <a:pt x="23314" y="26080"/>
                  </a:cubicBezTo>
                  <a:cubicBezTo>
                    <a:pt x="23010" y="25989"/>
                    <a:pt x="22888" y="25624"/>
                    <a:pt x="23040" y="25351"/>
                  </a:cubicBezTo>
                  <a:cubicBezTo>
                    <a:pt x="23054" y="25349"/>
                    <a:pt x="23067" y="25349"/>
                    <a:pt x="23079" y="25349"/>
                  </a:cubicBezTo>
                  <a:cubicBezTo>
                    <a:pt x="23252" y="25349"/>
                    <a:pt x="23272" y="25467"/>
                    <a:pt x="23320" y="25467"/>
                  </a:cubicBezTo>
                  <a:cubicBezTo>
                    <a:pt x="23351" y="25467"/>
                    <a:pt x="23394" y="25419"/>
                    <a:pt x="23496" y="25259"/>
                  </a:cubicBezTo>
                  <a:lnTo>
                    <a:pt x="23496" y="25259"/>
                  </a:lnTo>
                  <a:cubicBezTo>
                    <a:pt x="23606" y="25479"/>
                    <a:pt x="23716" y="25724"/>
                    <a:pt x="23467" y="25724"/>
                  </a:cubicBezTo>
                  <a:cubicBezTo>
                    <a:pt x="23440" y="25724"/>
                    <a:pt x="23410" y="25721"/>
                    <a:pt x="23375" y="25715"/>
                  </a:cubicBezTo>
                  <a:lnTo>
                    <a:pt x="23375" y="25715"/>
                  </a:lnTo>
                  <a:cubicBezTo>
                    <a:pt x="23436" y="25807"/>
                    <a:pt x="23466" y="25958"/>
                    <a:pt x="23557" y="26019"/>
                  </a:cubicBezTo>
                  <a:cubicBezTo>
                    <a:pt x="23891" y="25989"/>
                    <a:pt x="23983" y="25594"/>
                    <a:pt x="24104" y="25442"/>
                  </a:cubicBezTo>
                  <a:lnTo>
                    <a:pt x="24104" y="25442"/>
                  </a:lnTo>
                  <a:cubicBezTo>
                    <a:pt x="24043" y="25503"/>
                    <a:pt x="23983" y="25533"/>
                    <a:pt x="23891" y="25533"/>
                  </a:cubicBezTo>
                  <a:lnTo>
                    <a:pt x="23952" y="24682"/>
                  </a:lnTo>
                  <a:cubicBezTo>
                    <a:pt x="24135" y="24682"/>
                    <a:pt x="24165" y="24803"/>
                    <a:pt x="24195" y="24955"/>
                  </a:cubicBezTo>
                  <a:cubicBezTo>
                    <a:pt x="24256" y="24803"/>
                    <a:pt x="24195" y="24651"/>
                    <a:pt x="24287" y="24439"/>
                  </a:cubicBezTo>
                  <a:cubicBezTo>
                    <a:pt x="24499" y="24682"/>
                    <a:pt x="24743" y="24864"/>
                    <a:pt x="24682" y="25168"/>
                  </a:cubicBezTo>
                  <a:lnTo>
                    <a:pt x="24834" y="24439"/>
                  </a:lnTo>
                  <a:cubicBezTo>
                    <a:pt x="24862" y="24453"/>
                    <a:pt x="24905" y="24457"/>
                    <a:pt x="24953" y="24457"/>
                  </a:cubicBezTo>
                  <a:cubicBezTo>
                    <a:pt x="25020" y="24457"/>
                    <a:pt x="25098" y="24449"/>
                    <a:pt x="25167" y="24449"/>
                  </a:cubicBezTo>
                  <a:cubicBezTo>
                    <a:pt x="25260" y="24449"/>
                    <a:pt x="25337" y="24464"/>
                    <a:pt x="25350" y="24530"/>
                  </a:cubicBezTo>
                  <a:cubicBezTo>
                    <a:pt x="25746" y="24348"/>
                    <a:pt x="25472" y="23436"/>
                    <a:pt x="25958" y="23192"/>
                  </a:cubicBezTo>
                  <a:cubicBezTo>
                    <a:pt x="25928" y="23101"/>
                    <a:pt x="25928" y="23010"/>
                    <a:pt x="25958" y="22949"/>
                  </a:cubicBezTo>
                  <a:cubicBezTo>
                    <a:pt x="26293" y="22615"/>
                    <a:pt x="26840" y="22493"/>
                    <a:pt x="26840" y="21794"/>
                  </a:cubicBezTo>
                  <a:lnTo>
                    <a:pt x="27448" y="21825"/>
                  </a:lnTo>
                  <a:cubicBezTo>
                    <a:pt x="27630" y="21399"/>
                    <a:pt x="26657" y="21794"/>
                    <a:pt x="26931" y="21095"/>
                  </a:cubicBezTo>
                  <a:cubicBezTo>
                    <a:pt x="26978" y="20927"/>
                    <a:pt x="27041" y="20871"/>
                    <a:pt x="27114" y="20871"/>
                  </a:cubicBezTo>
                  <a:cubicBezTo>
                    <a:pt x="27261" y="20871"/>
                    <a:pt x="27442" y="21104"/>
                    <a:pt x="27585" y="21104"/>
                  </a:cubicBezTo>
                  <a:cubicBezTo>
                    <a:pt x="27600" y="21104"/>
                    <a:pt x="27615" y="21101"/>
                    <a:pt x="27630" y="21095"/>
                  </a:cubicBezTo>
                  <a:cubicBezTo>
                    <a:pt x="27569" y="20730"/>
                    <a:pt x="27357" y="20062"/>
                    <a:pt x="27995" y="19879"/>
                  </a:cubicBezTo>
                  <a:lnTo>
                    <a:pt x="27995" y="19879"/>
                  </a:lnTo>
                  <a:cubicBezTo>
                    <a:pt x="27964" y="20153"/>
                    <a:pt x="27812" y="20183"/>
                    <a:pt x="27782" y="20335"/>
                  </a:cubicBezTo>
                  <a:lnTo>
                    <a:pt x="28238" y="20183"/>
                  </a:lnTo>
                  <a:lnTo>
                    <a:pt x="28238" y="20183"/>
                  </a:lnTo>
                  <a:cubicBezTo>
                    <a:pt x="28372" y="20746"/>
                    <a:pt x="28128" y="20954"/>
                    <a:pt x="28443" y="20954"/>
                  </a:cubicBezTo>
                  <a:cubicBezTo>
                    <a:pt x="28485" y="20954"/>
                    <a:pt x="28538" y="20950"/>
                    <a:pt x="28603" y="20943"/>
                  </a:cubicBezTo>
                  <a:cubicBezTo>
                    <a:pt x="27782" y="20366"/>
                    <a:pt x="29302" y="19606"/>
                    <a:pt x="28451" y="19028"/>
                  </a:cubicBezTo>
                  <a:lnTo>
                    <a:pt x="28755" y="18937"/>
                  </a:lnTo>
                  <a:lnTo>
                    <a:pt x="28755" y="18937"/>
                  </a:lnTo>
                  <a:cubicBezTo>
                    <a:pt x="28724" y="18998"/>
                    <a:pt x="28755" y="19028"/>
                    <a:pt x="28724" y="19089"/>
                  </a:cubicBezTo>
                  <a:cubicBezTo>
                    <a:pt x="29393" y="18876"/>
                    <a:pt x="28268" y="18390"/>
                    <a:pt x="28664" y="17934"/>
                  </a:cubicBezTo>
                  <a:cubicBezTo>
                    <a:pt x="28772" y="17862"/>
                    <a:pt x="28891" y="17801"/>
                    <a:pt x="28976" y="17801"/>
                  </a:cubicBezTo>
                  <a:cubicBezTo>
                    <a:pt x="29034" y="17801"/>
                    <a:pt x="29077" y="17829"/>
                    <a:pt x="29089" y="17904"/>
                  </a:cubicBezTo>
                  <a:lnTo>
                    <a:pt x="29089" y="17357"/>
                  </a:lnTo>
                  <a:cubicBezTo>
                    <a:pt x="29117" y="17320"/>
                    <a:pt x="29147" y="17305"/>
                    <a:pt x="29174" y="17305"/>
                  </a:cubicBezTo>
                  <a:cubicBezTo>
                    <a:pt x="29222" y="17305"/>
                    <a:pt x="29261" y="17351"/>
                    <a:pt x="29257" y="17401"/>
                  </a:cubicBezTo>
                  <a:lnTo>
                    <a:pt x="29257" y="17401"/>
                  </a:lnTo>
                  <a:lnTo>
                    <a:pt x="29484" y="16749"/>
                  </a:lnTo>
                  <a:lnTo>
                    <a:pt x="29515" y="16749"/>
                  </a:lnTo>
                  <a:cubicBezTo>
                    <a:pt x="29393" y="16536"/>
                    <a:pt x="29302" y="16323"/>
                    <a:pt x="29211" y="16110"/>
                  </a:cubicBezTo>
                  <a:cubicBezTo>
                    <a:pt x="29247" y="16086"/>
                    <a:pt x="29271" y="16076"/>
                    <a:pt x="29288" y="16076"/>
                  </a:cubicBezTo>
                  <a:cubicBezTo>
                    <a:pt x="29354" y="16076"/>
                    <a:pt x="29296" y="16232"/>
                    <a:pt x="29393" y="16232"/>
                  </a:cubicBezTo>
                  <a:lnTo>
                    <a:pt x="29332" y="15746"/>
                  </a:lnTo>
                  <a:cubicBezTo>
                    <a:pt x="29352" y="15742"/>
                    <a:pt x="29371" y="15740"/>
                    <a:pt x="29390" y="15740"/>
                  </a:cubicBezTo>
                  <a:cubicBezTo>
                    <a:pt x="29651" y="15740"/>
                    <a:pt x="29748" y="16126"/>
                    <a:pt x="29606" y="16353"/>
                  </a:cubicBezTo>
                  <a:cubicBezTo>
                    <a:pt x="30153" y="16353"/>
                    <a:pt x="30123" y="16262"/>
                    <a:pt x="30062" y="16080"/>
                  </a:cubicBezTo>
                  <a:cubicBezTo>
                    <a:pt x="30001" y="15898"/>
                    <a:pt x="29940" y="15654"/>
                    <a:pt x="30335" y="15320"/>
                  </a:cubicBezTo>
                  <a:lnTo>
                    <a:pt x="30335" y="15776"/>
                  </a:lnTo>
                  <a:cubicBezTo>
                    <a:pt x="30943" y="15654"/>
                    <a:pt x="30852" y="15259"/>
                    <a:pt x="31338" y="14864"/>
                  </a:cubicBezTo>
                  <a:lnTo>
                    <a:pt x="31338" y="14864"/>
                  </a:lnTo>
                  <a:cubicBezTo>
                    <a:pt x="31189" y="14928"/>
                    <a:pt x="30677" y="15279"/>
                    <a:pt x="30355" y="15279"/>
                  </a:cubicBezTo>
                  <a:cubicBezTo>
                    <a:pt x="30220" y="15279"/>
                    <a:pt x="30119" y="15217"/>
                    <a:pt x="30092" y="15046"/>
                  </a:cubicBezTo>
                  <a:cubicBezTo>
                    <a:pt x="30244" y="14894"/>
                    <a:pt x="30275" y="14651"/>
                    <a:pt x="30153" y="14469"/>
                  </a:cubicBezTo>
                  <a:lnTo>
                    <a:pt x="30153" y="14469"/>
                  </a:lnTo>
                  <a:cubicBezTo>
                    <a:pt x="30194" y="14480"/>
                    <a:pt x="30229" y="14485"/>
                    <a:pt x="30260" y="14485"/>
                  </a:cubicBezTo>
                  <a:cubicBezTo>
                    <a:pt x="30481" y="14485"/>
                    <a:pt x="30461" y="14215"/>
                    <a:pt x="30487" y="13922"/>
                  </a:cubicBezTo>
                  <a:lnTo>
                    <a:pt x="30943" y="14013"/>
                  </a:lnTo>
                  <a:cubicBezTo>
                    <a:pt x="30882" y="13618"/>
                    <a:pt x="30639" y="13648"/>
                    <a:pt x="30457" y="13375"/>
                  </a:cubicBezTo>
                  <a:cubicBezTo>
                    <a:pt x="30487" y="12949"/>
                    <a:pt x="30882" y="12888"/>
                    <a:pt x="31217" y="12767"/>
                  </a:cubicBezTo>
                  <a:cubicBezTo>
                    <a:pt x="31232" y="12582"/>
                    <a:pt x="31201" y="12522"/>
                    <a:pt x="31144" y="12522"/>
                  </a:cubicBezTo>
                  <a:cubicBezTo>
                    <a:pt x="31038" y="12522"/>
                    <a:pt x="30844" y="12730"/>
                    <a:pt x="30698" y="12730"/>
                  </a:cubicBezTo>
                  <a:cubicBezTo>
                    <a:pt x="30612" y="12730"/>
                    <a:pt x="30543" y="12659"/>
                    <a:pt x="30518" y="12432"/>
                  </a:cubicBezTo>
                  <a:cubicBezTo>
                    <a:pt x="30578" y="12159"/>
                    <a:pt x="30578" y="11855"/>
                    <a:pt x="30457" y="11612"/>
                  </a:cubicBezTo>
                  <a:cubicBezTo>
                    <a:pt x="30305" y="11308"/>
                    <a:pt x="30123" y="11065"/>
                    <a:pt x="29910" y="10852"/>
                  </a:cubicBezTo>
                  <a:cubicBezTo>
                    <a:pt x="29922" y="10687"/>
                    <a:pt x="29970" y="10645"/>
                    <a:pt x="30029" y="10645"/>
                  </a:cubicBezTo>
                  <a:cubicBezTo>
                    <a:pt x="30092" y="10645"/>
                    <a:pt x="30166" y="10691"/>
                    <a:pt x="30226" y="10691"/>
                  </a:cubicBezTo>
                  <a:cubicBezTo>
                    <a:pt x="30258" y="10691"/>
                    <a:pt x="30286" y="10678"/>
                    <a:pt x="30305" y="10639"/>
                  </a:cubicBezTo>
                  <a:cubicBezTo>
                    <a:pt x="30123" y="10548"/>
                    <a:pt x="29971" y="10487"/>
                    <a:pt x="29819" y="10426"/>
                  </a:cubicBezTo>
                  <a:cubicBezTo>
                    <a:pt x="29819" y="10366"/>
                    <a:pt x="29910" y="10335"/>
                    <a:pt x="29971" y="10335"/>
                  </a:cubicBezTo>
                  <a:cubicBezTo>
                    <a:pt x="29908" y="10280"/>
                    <a:pt x="29847" y="10264"/>
                    <a:pt x="29787" y="10264"/>
                  </a:cubicBezTo>
                  <a:cubicBezTo>
                    <a:pt x="29695" y="10264"/>
                    <a:pt x="29603" y="10302"/>
                    <a:pt x="29504" y="10302"/>
                  </a:cubicBezTo>
                  <a:cubicBezTo>
                    <a:pt x="29414" y="10302"/>
                    <a:pt x="29318" y="10271"/>
                    <a:pt x="29211" y="10153"/>
                  </a:cubicBezTo>
                  <a:cubicBezTo>
                    <a:pt x="29182" y="10159"/>
                    <a:pt x="29158" y="10162"/>
                    <a:pt x="29137" y="10162"/>
                  </a:cubicBezTo>
                  <a:cubicBezTo>
                    <a:pt x="28955" y="10162"/>
                    <a:pt x="29031" y="9936"/>
                    <a:pt x="29059" y="9636"/>
                  </a:cubicBezTo>
                  <a:cubicBezTo>
                    <a:pt x="29120" y="9302"/>
                    <a:pt x="29059" y="8967"/>
                    <a:pt x="28694" y="8907"/>
                  </a:cubicBezTo>
                  <a:cubicBezTo>
                    <a:pt x="28724" y="8724"/>
                    <a:pt x="28968" y="8785"/>
                    <a:pt x="29089" y="8663"/>
                  </a:cubicBezTo>
                  <a:cubicBezTo>
                    <a:pt x="28694" y="8390"/>
                    <a:pt x="28238" y="8268"/>
                    <a:pt x="27752" y="8238"/>
                  </a:cubicBezTo>
                  <a:cubicBezTo>
                    <a:pt x="27752" y="8055"/>
                    <a:pt x="27721" y="7843"/>
                    <a:pt x="27691" y="7691"/>
                  </a:cubicBezTo>
                  <a:cubicBezTo>
                    <a:pt x="27667" y="8080"/>
                    <a:pt x="27273" y="8119"/>
                    <a:pt x="26867" y="8119"/>
                  </a:cubicBezTo>
                  <a:cubicBezTo>
                    <a:pt x="26766" y="8119"/>
                    <a:pt x="26664" y="8116"/>
                    <a:pt x="26566" y="8116"/>
                  </a:cubicBezTo>
                  <a:cubicBezTo>
                    <a:pt x="26505" y="8299"/>
                    <a:pt x="26475" y="8481"/>
                    <a:pt x="26445" y="8572"/>
                  </a:cubicBezTo>
                  <a:cubicBezTo>
                    <a:pt x="26262" y="8481"/>
                    <a:pt x="26080" y="8420"/>
                    <a:pt x="25898" y="8359"/>
                  </a:cubicBezTo>
                  <a:cubicBezTo>
                    <a:pt x="25898" y="8238"/>
                    <a:pt x="26050" y="8177"/>
                    <a:pt x="26262" y="8086"/>
                  </a:cubicBezTo>
                  <a:lnTo>
                    <a:pt x="26110" y="8086"/>
                  </a:lnTo>
                  <a:cubicBezTo>
                    <a:pt x="26110" y="7843"/>
                    <a:pt x="26384" y="7721"/>
                    <a:pt x="26657" y="7630"/>
                  </a:cubicBezTo>
                  <a:lnTo>
                    <a:pt x="26657" y="7630"/>
                  </a:lnTo>
                  <a:cubicBezTo>
                    <a:pt x="26657" y="7751"/>
                    <a:pt x="26627" y="7873"/>
                    <a:pt x="26597" y="7964"/>
                  </a:cubicBezTo>
                  <a:cubicBezTo>
                    <a:pt x="26901" y="7903"/>
                    <a:pt x="27174" y="7751"/>
                    <a:pt x="27417" y="7569"/>
                  </a:cubicBezTo>
                  <a:cubicBezTo>
                    <a:pt x="27326" y="7569"/>
                    <a:pt x="27265" y="7539"/>
                    <a:pt x="27205" y="7508"/>
                  </a:cubicBezTo>
                  <a:cubicBezTo>
                    <a:pt x="27265" y="7478"/>
                    <a:pt x="27326" y="7448"/>
                    <a:pt x="27357" y="7387"/>
                  </a:cubicBezTo>
                  <a:cubicBezTo>
                    <a:pt x="27372" y="7372"/>
                    <a:pt x="27349" y="7364"/>
                    <a:pt x="27303" y="7364"/>
                  </a:cubicBezTo>
                  <a:cubicBezTo>
                    <a:pt x="27258" y="7364"/>
                    <a:pt x="27189" y="7372"/>
                    <a:pt x="27113" y="7387"/>
                  </a:cubicBezTo>
                  <a:lnTo>
                    <a:pt x="27417" y="6931"/>
                  </a:lnTo>
                  <a:lnTo>
                    <a:pt x="27235" y="7052"/>
                  </a:lnTo>
                  <a:lnTo>
                    <a:pt x="26901" y="6262"/>
                  </a:lnTo>
                  <a:cubicBezTo>
                    <a:pt x="26410" y="6262"/>
                    <a:pt x="25896" y="6367"/>
                    <a:pt x="25388" y="6367"/>
                  </a:cubicBezTo>
                  <a:cubicBezTo>
                    <a:pt x="25077" y="6367"/>
                    <a:pt x="24769" y="6328"/>
                    <a:pt x="24469" y="6201"/>
                  </a:cubicBezTo>
                  <a:cubicBezTo>
                    <a:pt x="24864" y="6019"/>
                    <a:pt x="24895" y="5715"/>
                    <a:pt x="25198" y="5381"/>
                  </a:cubicBezTo>
                  <a:lnTo>
                    <a:pt x="25198" y="5381"/>
                  </a:lnTo>
                  <a:cubicBezTo>
                    <a:pt x="25081" y="5880"/>
                    <a:pt x="25814" y="5642"/>
                    <a:pt x="26111" y="5981"/>
                  </a:cubicBezTo>
                  <a:lnTo>
                    <a:pt x="26111" y="5981"/>
                  </a:lnTo>
                  <a:cubicBezTo>
                    <a:pt x="26038" y="5857"/>
                    <a:pt x="26125" y="5682"/>
                    <a:pt x="26262" y="5654"/>
                  </a:cubicBezTo>
                  <a:cubicBezTo>
                    <a:pt x="25958" y="5593"/>
                    <a:pt x="25654" y="5533"/>
                    <a:pt x="25350" y="5472"/>
                  </a:cubicBezTo>
                  <a:cubicBezTo>
                    <a:pt x="25624" y="5198"/>
                    <a:pt x="25411" y="5168"/>
                    <a:pt x="25320" y="4894"/>
                  </a:cubicBezTo>
                  <a:cubicBezTo>
                    <a:pt x="25205" y="5134"/>
                    <a:pt x="25080" y="5213"/>
                    <a:pt x="24948" y="5213"/>
                  </a:cubicBezTo>
                  <a:cubicBezTo>
                    <a:pt x="24697" y="5213"/>
                    <a:pt x="24425" y="4925"/>
                    <a:pt x="24165" y="4925"/>
                  </a:cubicBezTo>
                  <a:cubicBezTo>
                    <a:pt x="24240" y="4793"/>
                    <a:pt x="24351" y="4673"/>
                    <a:pt x="24489" y="4673"/>
                  </a:cubicBezTo>
                  <a:cubicBezTo>
                    <a:pt x="24574" y="4673"/>
                    <a:pt x="24669" y="4718"/>
                    <a:pt x="24773" y="4834"/>
                  </a:cubicBezTo>
                  <a:cubicBezTo>
                    <a:pt x="24773" y="4635"/>
                    <a:pt x="24701" y="4571"/>
                    <a:pt x="24595" y="4571"/>
                  </a:cubicBezTo>
                  <a:cubicBezTo>
                    <a:pt x="24407" y="4571"/>
                    <a:pt x="24113" y="4769"/>
                    <a:pt x="23923" y="4769"/>
                  </a:cubicBezTo>
                  <a:cubicBezTo>
                    <a:pt x="23825" y="4769"/>
                    <a:pt x="23755" y="4717"/>
                    <a:pt x="23739" y="4560"/>
                  </a:cubicBezTo>
                  <a:lnTo>
                    <a:pt x="23739" y="4560"/>
                  </a:lnTo>
                  <a:cubicBezTo>
                    <a:pt x="23510" y="4458"/>
                    <a:pt x="23333" y="4167"/>
                    <a:pt x="23496" y="4074"/>
                  </a:cubicBezTo>
                  <a:lnTo>
                    <a:pt x="23496" y="4074"/>
                  </a:lnTo>
                  <a:lnTo>
                    <a:pt x="23587" y="4134"/>
                  </a:lnTo>
                  <a:cubicBezTo>
                    <a:pt x="23233" y="3802"/>
                    <a:pt x="22508" y="3390"/>
                    <a:pt x="21988" y="3390"/>
                  </a:cubicBezTo>
                  <a:cubicBezTo>
                    <a:pt x="21794" y="3390"/>
                    <a:pt x="21628" y="3447"/>
                    <a:pt x="21521" y="3587"/>
                  </a:cubicBezTo>
                  <a:cubicBezTo>
                    <a:pt x="21703" y="3344"/>
                    <a:pt x="21885" y="3101"/>
                    <a:pt x="22068" y="2888"/>
                  </a:cubicBezTo>
                  <a:lnTo>
                    <a:pt x="22068" y="2888"/>
                  </a:lnTo>
                  <a:cubicBezTo>
                    <a:pt x="21399" y="3314"/>
                    <a:pt x="20700" y="3770"/>
                    <a:pt x="20062" y="4226"/>
                  </a:cubicBezTo>
                  <a:cubicBezTo>
                    <a:pt x="20426" y="3800"/>
                    <a:pt x="20639" y="2463"/>
                    <a:pt x="21277" y="2432"/>
                  </a:cubicBezTo>
                  <a:cubicBezTo>
                    <a:pt x="21168" y="2241"/>
                    <a:pt x="20937" y="2124"/>
                    <a:pt x="20714" y="2124"/>
                  </a:cubicBezTo>
                  <a:cubicBezTo>
                    <a:pt x="20689" y="2124"/>
                    <a:pt x="20664" y="2125"/>
                    <a:pt x="20639" y="2128"/>
                  </a:cubicBezTo>
                  <a:cubicBezTo>
                    <a:pt x="20699" y="2247"/>
                    <a:pt x="20554" y="2950"/>
                    <a:pt x="20405" y="2950"/>
                  </a:cubicBezTo>
                  <a:cubicBezTo>
                    <a:pt x="20402" y="2950"/>
                    <a:pt x="20399" y="2950"/>
                    <a:pt x="20396" y="2949"/>
                  </a:cubicBezTo>
                  <a:cubicBezTo>
                    <a:pt x="20306" y="2260"/>
                    <a:pt x="20275" y="2545"/>
                    <a:pt x="20071" y="1884"/>
                  </a:cubicBezTo>
                  <a:lnTo>
                    <a:pt x="20071" y="1884"/>
                  </a:lnTo>
                  <a:cubicBezTo>
                    <a:pt x="20102" y="2083"/>
                    <a:pt x="19702" y="2629"/>
                    <a:pt x="19479" y="2629"/>
                  </a:cubicBezTo>
                  <a:cubicBezTo>
                    <a:pt x="19459" y="2629"/>
                    <a:pt x="19440" y="2624"/>
                    <a:pt x="19423" y="2615"/>
                  </a:cubicBezTo>
                  <a:cubicBezTo>
                    <a:pt x="19510" y="2528"/>
                    <a:pt x="19706" y="1894"/>
                    <a:pt x="19830" y="1804"/>
                  </a:cubicBezTo>
                  <a:lnTo>
                    <a:pt x="19830" y="1804"/>
                  </a:lnTo>
                  <a:cubicBezTo>
                    <a:pt x="19550" y="1945"/>
                    <a:pt x="19270" y="2112"/>
                    <a:pt x="19015" y="2305"/>
                  </a:cubicBezTo>
                  <a:lnTo>
                    <a:pt x="19015" y="2305"/>
                  </a:lnTo>
                  <a:cubicBezTo>
                    <a:pt x="19165" y="2147"/>
                    <a:pt x="19235" y="1647"/>
                    <a:pt x="19180" y="1399"/>
                  </a:cubicBezTo>
                  <a:lnTo>
                    <a:pt x="19180" y="1399"/>
                  </a:lnTo>
                  <a:cubicBezTo>
                    <a:pt x="19180" y="1433"/>
                    <a:pt x="19161" y="1447"/>
                    <a:pt x="19127" y="1447"/>
                  </a:cubicBezTo>
                  <a:cubicBezTo>
                    <a:pt x="18992" y="1447"/>
                    <a:pt x="18628" y="1215"/>
                    <a:pt x="18445" y="1215"/>
                  </a:cubicBezTo>
                  <a:cubicBezTo>
                    <a:pt x="18437" y="1215"/>
                    <a:pt x="18428" y="1215"/>
                    <a:pt x="18420" y="1216"/>
                  </a:cubicBezTo>
                  <a:lnTo>
                    <a:pt x="18633" y="1490"/>
                  </a:lnTo>
                  <a:cubicBezTo>
                    <a:pt x="18551" y="1451"/>
                    <a:pt x="18475" y="1434"/>
                    <a:pt x="18403" y="1434"/>
                  </a:cubicBezTo>
                  <a:cubicBezTo>
                    <a:pt x="17900" y="1434"/>
                    <a:pt x="17603" y="2268"/>
                    <a:pt x="17116" y="2268"/>
                  </a:cubicBezTo>
                  <a:cubicBezTo>
                    <a:pt x="17076" y="2268"/>
                    <a:pt x="17035" y="2262"/>
                    <a:pt x="16992" y="2250"/>
                  </a:cubicBezTo>
                  <a:cubicBezTo>
                    <a:pt x="17083" y="2098"/>
                    <a:pt x="17387" y="1247"/>
                    <a:pt x="17052" y="1064"/>
                  </a:cubicBezTo>
                  <a:lnTo>
                    <a:pt x="17052" y="1064"/>
                  </a:lnTo>
                  <a:cubicBezTo>
                    <a:pt x="16779" y="1460"/>
                    <a:pt x="16019" y="3010"/>
                    <a:pt x="15502" y="3314"/>
                  </a:cubicBezTo>
                  <a:lnTo>
                    <a:pt x="15411" y="3071"/>
                  </a:lnTo>
                  <a:lnTo>
                    <a:pt x="14986" y="3344"/>
                  </a:lnTo>
                  <a:cubicBezTo>
                    <a:pt x="15168" y="2888"/>
                    <a:pt x="15411" y="2432"/>
                    <a:pt x="15685" y="2037"/>
                  </a:cubicBezTo>
                  <a:cubicBezTo>
                    <a:pt x="15989" y="1612"/>
                    <a:pt x="16323" y="1247"/>
                    <a:pt x="16688" y="912"/>
                  </a:cubicBezTo>
                  <a:cubicBezTo>
                    <a:pt x="16444" y="669"/>
                    <a:pt x="16657" y="609"/>
                    <a:pt x="16201" y="578"/>
                  </a:cubicBezTo>
                  <a:cubicBezTo>
                    <a:pt x="16080" y="335"/>
                    <a:pt x="16475" y="244"/>
                    <a:pt x="16627" y="244"/>
                  </a:cubicBezTo>
                  <a:cubicBezTo>
                    <a:pt x="16293" y="183"/>
                    <a:pt x="15928" y="61"/>
                    <a:pt x="15593" y="1"/>
                  </a:cubicBezTo>
                  <a:close/>
                  <a:moveTo>
                    <a:pt x="16908" y="29921"/>
                  </a:moveTo>
                  <a:cubicBezTo>
                    <a:pt x="16905" y="29928"/>
                    <a:pt x="16903" y="29934"/>
                    <a:pt x="16900" y="29940"/>
                  </a:cubicBezTo>
                  <a:cubicBezTo>
                    <a:pt x="16903" y="29934"/>
                    <a:pt x="16905" y="29928"/>
                    <a:pt x="16908" y="2992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60"/>
          <p:cNvGrpSpPr/>
          <p:nvPr/>
        </p:nvGrpSpPr>
        <p:grpSpPr>
          <a:xfrm rot="-6662718">
            <a:off x="5320604" y="2780545"/>
            <a:ext cx="289953" cy="277019"/>
            <a:chOff x="588425" y="3716150"/>
            <a:chExt cx="783475" cy="748525"/>
          </a:xfrm>
        </p:grpSpPr>
        <p:sp>
          <p:nvSpPr>
            <p:cNvPr id="5569" name="Google Shape;5569;p60"/>
            <p:cNvSpPr/>
            <p:nvPr/>
          </p:nvSpPr>
          <p:spPr>
            <a:xfrm>
              <a:off x="601350" y="3771675"/>
              <a:ext cx="732550" cy="646550"/>
            </a:xfrm>
            <a:custGeom>
              <a:rect b="b" l="l" r="r" t="t"/>
              <a:pathLst>
                <a:path extrusionOk="0" h="25862" w="29302">
                  <a:moveTo>
                    <a:pt x="14387" y="1"/>
                  </a:moveTo>
                  <a:cubicBezTo>
                    <a:pt x="11248" y="1"/>
                    <a:pt x="8256" y="1346"/>
                    <a:pt x="5593" y="3160"/>
                  </a:cubicBezTo>
                  <a:cubicBezTo>
                    <a:pt x="0" y="6959"/>
                    <a:pt x="365" y="11944"/>
                    <a:pt x="395" y="18205"/>
                  </a:cubicBezTo>
                  <a:cubicBezTo>
                    <a:pt x="395" y="19057"/>
                    <a:pt x="426" y="19938"/>
                    <a:pt x="882" y="20668"/>
                  </a:cubicBezTo>
                  <a:cubicBezTo>
                    <a:pt x="1307" y="21367"/>
                    <a:pt x="2097" y="21792"/>
                    <a:pt x="2857" y="22187"/>
                  </a:cubicBezTo>
                  <a:cubicBezTo>
                    <a:pt x="6778" y="24072"/>
                    <a:pt x="11003" y="25318"/>
                    <a:pt x="15350" y="25774"/>
                  </a:cubicBezTo>
                  <a:cubicBezTo>
                    <a:pt x="15788" y="25823"/>
                    <a:pt x="16240" y="25862"/>
                    <a:pt x="16689" y="25862"/>
                  </a:cubicBezTo>
                  <a:cubicBezTo>
                    <a:pt x="17363" y="25862"/>
                    <a:pt x="18031" y="25774"/>
                    <a:pt x="18633" y="25500"/>
                  </a:cubicBezTo>
                  <a:cubicBezTo>
                    <a:pt x="19514" y="25075"/>
                    <a:pt x="20183" y="24315"/>
                    <a:pt x="20791" y="23525"/>
                  </a:cubicBezTo>
                  <a:cubicBezTo>
                    <a:pt x="23314" y="20364"/>
                    <a:pt x="29302" y="13646"/>
                    <a:pt x="28086" y="9300"/>
                  </a:cubicBezTo>
                  <a:cubicBezTo>
                    <a:pt x="27052" y="5591"/>
                    <a:pt x="20973" y="1457"/>
                    <a:pt x="17478" y="454"/>
                  </a:cubicBezTo>
                  <a:cubicBezTo>
                    <a:pt x="16436" y="142"/>
                    <a:pt x="15404" y="1"/>
                    <a:pt x="143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0"/>
            <p:cNvSpPr/>
            <p:nvPr/>
          </p:nvSpPr>
          <p:spPr>
            <a:xfrm>
              <a:off x="588425" y="3716150"/>
              <a:ext cx="783475" cy="748525"/>
            </a:xfrm>
            <a:custGeom>
              <a:rect b="b" l="l" r="r" t="t"/>
              <a:pathLst>
                <a:path extrusionOk="0" h="29941" w="31339">
                  <a:moveTo>
                    <a:pt x="19849" y="1794"/>
                  </a:moveTo>
                  <a:lnTo>
                    <a:pt x="19849" y="1794"/>
                  </a:lnTo>
                  <a:cubicBezTo>
                    <a:pt x="19843" y="1795"/>
                    <a:pt x="19836" y="1799"/>
                    <a:pt x="19830" y="1804"/>
                  </a:cubicBezTo>
                  <a:lnTo>
                    <a:pt x="19830" y="1804"/>
                  </a:lnTo>
                  <a:cubicBezTo>
                    <a:pt x="19836" y="1800"/>
                    <a:pt x="19842" y="1797"/>
                    <a:pt x="19849" y="1794"/>
                  </a:cubicBezTo>
                  <a:close/>
                  <a:moveTo>
                    <a:pt x="20062" y="1855"/>
                  </a:moveTo>
                  <a:cubicBezTo>
                    <a:pt x="20065" y="1865"/>
                    <a:pt x="20068" y="1874"/>
                    <a:pt x="20071" y="1884"/>
                  </a:cubicBezTo>
                  <a:lnTo>
                    <a:pt x="20071" y="1884"/>
                  </a:lnTo>
                  <a:cubicBezTo>
                    <a:pt x="20069" y="1873"/>
                    <a:pt x="20066" y="1863"/>
                    <a:pt x="20062" y="1855"/>
                  </a:cubicBezTo>
                  <a:close/>
                  <a:moveTo>
                    <a:pt x="16668" y="4074"/>
                  </a:moveTo>
                  <a:lnTo>
                    <a:pt x="16668" y="4074"/>
                  </a:lnTo>
                  <a:cubicBezTo>
                    <a:pt x="16664" y="4074"/>
                    <a:pt x="16661" y="4074"/>
                    <a:pt x="16657" y="4074"/>
                  </a:cubicBezTo>
                  <a:cubicBezTo>
                    <a:pt x="16662" y="4076"/>
                    <a:pt x="16666" y="4079"/>
                    <a:pt x="16671" y="4082"/>
                  </a:cubicBezTo>
                  <a:lnTo>
                    <a:pt x="16671" y="4082"/>
                  </a:lnTo>
                  <a:cubicBezTo>
                    <a:pt x="16670" y="4079"/>
                    <a:pt x="16669" y="4076"/>
                    <a:pt x="16668" y="4074"/>
                  </a:cubicBezTo>
                  <a:close/>
                  <a:moveTo>
                    <a:pt x="16671" y="4082"/>
                  </a:moveTo>
                  <a:cubicBezTo>
                    <a:pt x="16697" y="4152"/>
                    <a:pt x="16727" y="4204"/>
                    <a:pt x="16779" y="4256"/>
                  </a:cubicBezTo>
                  <a:cubicBezTo>
                    <a:pt x="16751" y="4200"/>
                    <a:pt x="16723" y="4118"/>
                    <a:pt x="16671" y="4082"/>
                  </a:cubicBezTo>
                  <a:close/>
                  <a:moveTo>
                    <a:pt x="23739" y="4560"/>
                  </a:moveTo>
                  <a:cubicBezTo>
                    <a:pt x="23739" y="4560"/>
                    <a:pt x="23739" y="4560"/>
                    <a:pt x="23739" y="4560"/>
                  </a:cubicBezTo>
                  <a:lnTo>
                    <a:pt x="23739" y="4560"/>
                  </a:lnTo>
                  <a:cubicBezTo>
                    <a:pt x="23740" y="4560"/>
                    <a:pt x="23740" y="4560"/>
                    <a:pt x="23740" y="4560"/>
                  </a:cubicBezTo>
                  <a:lnTo>
                    <a:pt x="23740" y="4560"/>
                  </a:lnTo>
                  <a:cubicBezTo>
                    <a:pt x="23740" y="4560"/>
                    <a:pt x="23740" y="4560"/>
                    <a:pt x="23739" y="4560"/>
                  </a:cubicBezTo>
                  <a:close/>
                  <a:moveTo>
                    <a:pt x="23740" y="4560"/>
                  </a:moveTo>
                  <a:lnTo>
                    <a:pt x="23740" y="4560"/>
                  </a:lnTo>
                  <a:cubicBezTo>
                    <a:pt x="23797" y="4599"/>
                    <a:pt x="23819" y="4637"/>
                    <a:pt x="23857" y="4637"/>
                  </a:cubicBezTo>
                  <a:cubicBezTo>
                    <a:pt x="23879" y="4637"/>
                    <a:pt x="23908" y="4624"/>
                    <a:pt x="23952" y="4590"/>
                  </a:cubicBezTo>
                  <a:lnTo>
                    <a:pt x="23952" y="4590"/>
                  </a:lnTo>
                  <a:cubicBezTo>
                    <a:pt x="23933" y="4594"/>
                    <a:pt x="23914" y="4596"/>
                    <a:pt x="23895" y="4596"/>
                  </a:cubicBezTo>
                  <a:cubicBezTo>
                    <a:pt x="23843" y="4596"/>
                    <a:pt x="23790" y="4583"/>
                    <a:pt x="23740" y="4560"/>
                  </a:cubicBezTo>
                  <a:close/>
                  <a:moveTo>
                    <a:pt x="26111" y="5981"/>
                  </a:moveTo>
                  <a:cubicBezTo>
                    <a:pt x="26119" y="5994"/>
                    <a:pt x="26129" y="6007"/>
                    <a:pt x="26141" y="6019"/>
                  </a:cubicBezTo>
                  <a:cubicBezTo>
                    <a:pt x="26131" y="6005"/>
                    <a:pt x="26121" y="5993"/>
                    <a:pt x="26111" y="5981"/>
                  </a:cubicBezTo>
                  <a:close/>
                  <a:moveTo>
                    <a:pt x="6991" y="6870"/>
                  </a:moveTo>
                  <a:cubicBezTo>
                    <a:pt x="7235" y="6870"/>
                    <a:pt x="7143" y="6870"/>
                    <a:pt x="6991" y="6900"/>
                  </a:cubicBezTo>
                  <a:lnTo>
                    <a:pt x="6991" y="6870"/>
                  </a:lnTo>
                  <a:close/>
                  <a:moveTo>
                    <a:pt x="26512" y="7018"/>
                  </a:moveTo>
                  <a:cubicBezTo>
                    <a:pt x="26632" y="7018"/>
                    <a:pt x="26657" y="7159"/>
                    <a:pt x="26657" y="7326"/>
                  </a:cubicBezTo>
                  <a:cubicBezTo>
                    <a:pt x="26566" y="7265"/>
                    <a:pt x="26475" y="7144"/>
                    <a:pt x="26475" y="7022"/>
                  </a:cubicBezTo>
                  <a:cubicBezTo>
                    <a:pt x="26488" y="7019"/>
                    <a:pt x="26500" y="7018"/>
                    <a:pt x="26512" y="7018"/>
                  </a:cubicBezTo>
                  <a:close/>
                  <a:moveTo>
                    <a:pt x="4438" y="7569"/>
                  </a:moveTo>
                  <a:cubicBezTo>
                    <a:pt x="4441" y="7571"/>
                    <a:pt x="4444" y="7574"/>
                    <a:pt x="4447" y="7576"/>
                  </a:cubicBezTo>
                  <a:lnTo>
                    <a:pt x="4447" y="7576"/>
                  </a:lnTo>
                  <a:lnTo>
                    <a:pt x="4438" y="7569"/>
                  </a:lnTo>
                  <a:close/>
                  <a:moveTo>
                    <a:pt x="4447" y="7576"/>
                  </a:moveTo>
                  <a:lnTo>
                    <a:pt x="4448" y="7576"/>
                  </a:lnTo>
                  <a:lnTo>
                    <a:pt x="4448" y="7576"/>
                  </a:lnTo>
                  <a:cubicBezTo>
                    <a:pt x="4448" y="7576"/>
                    <a:pt x="4448" y="7576"/>
                    <a:pt x="4448" y="7576"/>
                  </a:cubicBezTo>
                  <a:lnTo>
                    <a:pt x="4448" y="7576"/>
                  </a:lnTo>
                  <a:cubicBezTo>
                    <a:pt x="4448" y="7576"/>
                    <a:pt x="4448" y="7576"/>
                    <a:pt x="4447" y="7576"/>
                  </a:cubicBezTo>
                  <a:close/>
                  <a:moveTo>
                    <a:pt x="4803" y="7387"/>
                  </a:moveTo>
                  <a:cubicBezTo>
                    <a:pt x="4817" y="7515"/>
                    <a:pt x="4625" y="7536"/>
                    <a:pt x="4448" y="7576"/>
                  </a:cubicBezTo>
                  <a:lnTo>
                    <a:pt x="4448" y="7576"/>
                  </a:lnTo>
                  <a:cubicBezTo>
                    <a:pt x="4479" y="7596"/>
                    <a:pt x="4519" y="7605"/>
                    <a:pt x="4560" y="7605"/>
                  </a:cubicBezTo>
                  <a:cubicBezTo>
                    <a:pt x="4685" y="7605"/>
                    <a:pt x="4825" y="7520"/>
                    <a:pt x="4803" y="7387"/>
                  </a:cubicBezTo>
                  <a:close/>
                  <a:moveTo>
                    <a:pt x="30062" y="15046"/>
                  </a:moveTo>
                  <a:lnTo>
                    <a:pt x="30062" y="15046"/>
                  </a:lnTo>
                  <a:cubicBezTo>
                    <a:pt x="30123" y="15198"/>
                    <a:pt x="30275" y="15502"/>
                    <a:pt x="30031" y="15502"/>
                  </a:cubicBezTo>
                  <a:cubicBezTo>
                    <a:pt x="29697" y="15259"/>
                    <a:pt x="29879" y="15229"/>
                    <a:pt x="30062" y="15046"/>
                  </a:cubicBezTo>
                  <a:close/>
                  <a:moveTo>
                    <a:pt x="29257" y="17401"/>
                  </a:moveTo>
                  <a:lnTo>
                    <a:pt x="29241" y="17448"/>
                  </a:lnTo>
                  <a:cubicBezTo>
                    <a:pt x="29251" y="17433"/>
                    <a:pt x="29256" y="17417"/>
                    <a:pt x="29257" y="17401"/>
                  </a:cubicBezTo>
                  <a:close/>
                  <a:moveTo>
                    <a:pt x="10639" y="25411"/>
                  </a:moveTo>
                  <a:cubicBezTo>
                    <a:pt x="10641" y="25431"/>
                    <a:pt x="10644" y="25449"/>
                    <a:pt x="10648" y="25468"/>
                  </a:cubicBezTo>
                  <a:lnTo>
                    <a:pt x="10648" y="25468"/>
                  </a:lnTo>
                  <a:cubicBezTo>
                    <a:pt x="10647" y="25451"/>
                    <a:pt x="10644" y="25432"/>
                    <a:pt x="10639" y="25411"/>
                  </a:cubicBezTo>
                  <a:close/>
                  <a:moveTo>
                    <a:pt x="15806" y="26536"/>
                  </a:moveTo>
                  <a:lnTo>
                    <a:pt x="15867" y="26627"/>
                  </a:lnTo>
                  <a:cubicBezTo>
                    <a:pt x="15805" y="26654"/>
                    <a:pt x="15766" y="26665"/>
                    <a:pt x="15744" y="26665"/>
                  </a:cubicBezTo>
                  <a:cubicBezTo>
                    <a:pt x="15690" y="26665"/>
                    <a:pt x="15733" y="26600"/>
                    <a:pt x="15776" y="26536"/>
                  </a:cubicBezTo>
                  <a:close/>
                  <a:moveTo>
                    <a:pt x="6274" y="27644"/>
                  </a:moveTo>
                  <a:lnTo>
                    <a:pt x="6292" y="27661"/>
                  </a:lnTo>
                  <a:cubicBezTo>
                    <a:pt x="6288" y="27654"/>
                    <a:pt x="6281" y="27649"/>
                    <a:pt x="6274" y="27644"/>
                  </a:cubicBezTo>
                  <a:close/>
                  <a:moveTo>
                    <a:pt x="21369" y="28755"/>
                  </a:moveTo>
                  <a:cubicBezTo>
                    <a:pt x="21367" y="28757"/>
                    <a:pt x="21366" y="28759"/>
                    <a:pt x="21364" y="28761"/>
                  </a:cubicBezTo>
                  <a:lnTo>
                    <a:pt x="21364" y="28761"/>
                  </a:lnTo>
                  <a:cubicBezTo>
                    <a:pt x="21366" y="28759"/>
                    <a:pt x="21367" y="28757"/>
                    <a:pt x="21369" y="28755"/>
                  </a:cubicBezTo>
                  <a:close/>
                  <a:moveTo>
                    <a:pt x="15593" y="1"/>
                  </a:moveTo>
                  <a:cubicBezTo>
                    <a:pt x="15593" y="517"/>
                    <a:pt x="14803" y="487"/>
                    <a:pt x="14834" y="912"/>
                  </a:cubicBezTo>
                  <a:cubicBezTo>
                    <a:pt x="15198" y="760"/>
                    <a:pt x="15563" y="578"/>
                    <a:pt x="15928" y="426"/>
                  </a:cubicBezTo>
                  <a:lnTo>
                    <a:pt x="15928" y="426"/>
                  </a:lnTo>
                  <a:cubicBezTo>
                    <a:pt x="15928" y="918"/>
                    <a:pt x="15295" y="1740"/>
                    <a:pt x="14710" y="1740"/>
                  </a:cubicBezTo>
                  <a:cubicBezTo>
                    <a:pt x="14680" y="1740"/>
                    <a:pt x="14650" y="1738"/>
                    <a:pt x="14621" y="1733"/>
                  </a:cubicBezTo>
                  <a:cubicBezTo>
                    <a:pt x="14438" y="1551"/>
                    <a:pt x="14712" y="852"/>
                    <a:pt x="14712" y="669"/>
                  </a:cubicBezTo>
                  <a:lnTo>
                    <a:pt x="14712" y="669"/>
                  </a:lnTo>
                  <a:cubicBezTo>
                    <a:pt x="14641" y="811"/>
                    <a:pt x="14297" y="952"/>
                    <a:pt x="14103" y="952"/>
                  </a:cubicBezTo>
                  <a:cubicBezTo>
                    <a:pt x="14047" y="952"/>
                    <a:pt x="14003" y="940"/>
                    <a:pt x="13982" y="912"/>
                  </a:cubicBezTo>
                  <a:lnTo>
                    <a:pt x="14256" y="639"/>
                  </a:lnTo>
                  <a:cubicBezTo>
                    <a:pt x="14218" y="621"/>
                    <a:pt x="14182" y="614"/>
                    <a:pt x="14148" y="614"/>
                  </a:cubicBezTo>
                  <a:cubicBezTo>
                    <a:pt x="13899" y="614"/>
                    <a:pt x="13741" y="1030"/>
                    <a:pt x="13462" y="1030"/>
                  </a:cubicBezTo>
                  <a:cubicBezTo>
                    <a:pt x="13383" y="1030"/>
                    <a:pt x="13295" y="997"/>
                    <a:pt x="13192" y="912"/>
                  </a:cubicBezTo>
                  <a:cubicBezTo>
                    <a:pt x="13073" y="912"/>
                    <a:pt x="12787" y="577"/>
                    <a:pt x="12682" y="577"/>
                  </a:cubicBezTo>
                  <a:cubicBezTo>
                    <a:pt x="12653" y="577"/>
                    <a:pt x="12638" y="603"/>
                    <a:pt x="12645" y="669"/>
                  </a:cubicBezTo>
                  <a:cubicBezTo>
                    <a:pt x="13010" y="1186"/>
                    <a:pt x="13283" y="2949"/>
                    <a:pt x="13223" y="3375"/>
                  </a:cubicBezTo>
                  <a:cubicBezTo>
                    <a:pt x="12858" y="3192"/>
                    <a:pt x="12523" y="2979"/>
                    <a:pt x="12219" y="2736"/>
                  </a:cubicBezTo>
                  <a:cubicBezTo>
                    <a:pt x="11855" y="2341"/>
                    <a:pt x="12311" y="1581"/>
                    <a:pt x="12037" y="1277"/>
                  </a:cubicBezTo>
                  <a:lnTo>
                    <a:pt x="12037" y="1277"/>
                  </a:lnTo>
                  <a:cubicBezTo>
                    <a:pt x="12037" y="1399"/>
                    <a:pt x="12007" y="1551"/>
                    <a:pt x="11916" y="1672"/>
                  </a:cubicBezTo>
                  <a:cubicBezTo>
                    <a:pt x="11766" y="1598"/>
                    <a:pt x="11841" y="1360"/>
                    <a:pt x="11689" y="1360"/>
                  </a:cubicBezTo>
                  <a:cubicBezTo>
                    <a:pt x="11656" y="1360"/>
                    <a:pt x="11611" y="1371"/>
                    <a:pt x="11551" y="1399"/>
                  </a:cubicBezTo>
                  <a:cubicBezTo>
                    <a:pt x="11612" y="1885"/>
                    <a:pt x="10852" y="1551"/>
                    <a:pt x="11490" y="1855"/>
                  </a:cubicBezTo>
                  <a:cubicBezTo>
                    <a:pt x="11387" y="1935"/>
                    <a:pt x="11305" y="1955"/>
                    <a:pt x="11224" y="1955"/>
                  </a:cubicBezTo>
                  <a:cubicBezTo>
                    <a:pt x="11146" y="1955"/>
                    <a:pt x="11067" y="1936"/>
                    <a:pt x="10970" y="1936"/>
                  </a:cubicBezTo>
                  <a:cubicBezTo>
                    <a:pt x="10901" y="1936"/>
                    <a:pt x="10824" y="1945"/>
                    <a:pt x="10730" y="1976"/>
                  </a:cubicBezTo>
                  <a:cubicBezTo>
                    <a:pt x="10943" y="2250"/>
                    <a:pt x="10760" y="3162"/>
                    <a:pt x="10517" y="3405"/>
                  </a:cubicBezTo>
                  <a:cubicBezTo>
                    <a:pt x="10487" y="3283"/>
                    <a:pt x="10396" y="3162"/>
                    <a:pt x="10305" y="3071"/>
                  </a:cubicBezTo>
                  <a:cubicBezTo>
                    <a:pt x="9697" y="3283"/>
                    <a:pt x="9271" y="3192"/>
                    <a:pt x="8694" y="3466"/>
                  </a:cubicBezTo>
                  <a:cubicBezTo>
                    <a:pt x="8602" y="3375"/>
                    <a:pt x="8268" y="3375"/>
                    <a:pt x="8268" y="3131"/>
                  </a:cubicBezTo>
                  <a:cubicBezTo>
                    <a:pt x="8238" y="3253"/>
                    <a:pt x="8238" y="3435"/>
                    <a:pt x="8086" y="3526"/>
                  </a:cubicBezTo>
                  <a:cubicBezTo>
                    <a:pt x="7539" y="3314"/>
                    <a:pt x="8420" y="3283"/>
                    <a:pt x="7934" y="2949"/>
                  </a:cubicBezTo>
                  <a:lnTo>
                    <a:pt x="7934" y="2949"/>
                  </a:lnTo>
                  <a:cubicBezTo>
                    <a:pt x="8055" y="3223"/>
                    <a:pt x="7660" y="3526"/>
                    <a:pt x="7539" y="3830"/>
                  </a:cubicBezTo>
                  <a:cubicBezTo>
                    <a:pt x="7599" y="3911"/>
                    <a:pt x="7660" y="3944"/>
                    <a:pt x="7722" y="3944"/>
                  </a:cubicBezTo>
                  <a:cubicBezTo>
                    <a:pt x="7940" y="3944"/>
                    <a:pt x="8156" y="3527"/>
                    <a:pt x="8298" y="3314"/>
                  </a:cubicBezTo>
                  <a:lnTo>
                    <a:pt x="8298" y="3314"/>
                  </a:lnTo>
                  <a:cubicBezTo>
                    <a:pt x="8542" y="3922"/>
                    <a:pt x="8450" y="4651"/>
                    <a:pt x="8086" y="5198"/>
                  </a:cubicBezTo>
                  <a:cubicBezTo>
                    <a:pt x="8005" y="5294"/>
                    <a:pt x="7940" y="5329"/>
                    <a:pt x="7888" y="5329"/>
                  </a:cubicBezTo>
                  <a:cubicBezTo>
                    <a:pt x="7743" y="5329"/>
                    <a:pt x="7694" y="5061"/>
                    <a:pt x="7669" y="5061"/>
                  </a:cubicBezTo>
                  <a:cubicBezTo>
                    <a:pt x="7666" y="5061"/>
                    <a:pt x="7663" y="5066"/>
                    <a:pt x="7660" y="5077"/>
                  </a:cubicBezTo>
                  <a:cubicBezTo>
                    <a:pt x="6809" y="5472"/>
                    <a:pt x="7599" y="6414"/>
                    <a:pt x="6718" y="6444"/>
                  </a:cubicBezTo>
                  <a:cubicBezTo>
                    <a:pt x="6262" y="6292"/>
                    <a:pt x="6262" y="5806"/>
                    <a:pt x="6049" y="5624"/>
                  </a:cubicBezTo>
                  <a:cubicBezTo>
                    <a:pt x="6292" y="5229"/>
                    <a:pt x="6718" y="5472"/>
                    <a:pt x="6931" y="5320"/>
                  </a:cubicBezTo>
                  <a:lnTo>
                    <a:pt x="6535" y="5320"/>
                  </a:lnTo>
                  <a:cubicBezTo>
                    <a:pt x="6564" y="5177"/>
                    <a:pt x="6728" y="4952"/>
                    <a:pt x="6899" y="4952"/>
                  </a:cubicBezTo>
                  <a:cubicBezTo>
                    <a:pt x="6910" y="4952"/>
                    <a:pt x="6920" y="4953"/>
                    <a:pt x="6931" y="4955"/>
                  </a:cubicBezTo>
                  <a:cubicBezTo>
                    <a:pt x="6896" y="4940"/>
                    <a:pt x="6858" y="4934"/>
                    <a:pt x="6816" y="4934"/>
                  </a:cubicBezTo>
                  <a:cubicBezTo>
                    <a:pt x="6600" y="4934"/>
                    <a:pt x="6294" y="5116"/>
                    <a:pt x="5988" y="5320"/>
                  </a:cubicBezTo>
                  <a:cubicBezTo>
                    <a:pt x="5624" y="5624"/>
                    <a:pt x="5198" y="5837"/>
                    <a:pt x="4773" y="6019"/>
                  </a:cubicBezTo>
                  <a:cubicBezTo>
                    <a:pt x="4773" y="6201"/>
                    <a:pt x="4681" y="6444"/>
                    <a:pt x="4864" y="6505"/>
                  </a:cubicBezTo>
                  <a:lnTo>
                    <a:pt x="5016" y="6323"/>
                  </a:lnTo>
                  <a:cubicBezTo>
                    <a:pt x="5360" y="6409"/>
                    <a:pt x="5027" y="6875"/>
                    <a:pt x="5245" y="6875"/>
                  </a:cubicBezTo>
                  <a:cubicBezTo>
                    <a:pt x="5258" y="6875"/>
                    <a:pt x="5272" y="6873"/>
                    <a:pt x="5289" y="6870"/>
                  </a:cubicBezTo>
                  <a:lnTo>
                    <a:pt x="5289" y="6870"/>
                  </a:lnTo>
                  <a:cubicBezTo>
                    <a:pt x="5228" y="7235"/>
                    <a:pt x="5228" y="7691"/>
                    <a:pt x="4833" y="7843"/>
                  </a:cubicBezTo>
                  <a:lnTo>
                    <a:pt x="4448" y="7576"/>
                  </a:lnTo>
                  <a:lnTo>
                    <a:pt x="4448" y="7576"/>
                  </a:lnTo>
                  <a:cubicBezTo>
                    <a:pt x="4246" y="7621"/>
                    <a:pt x="4064" y="7689"/>
                    <a:pt x="4225" y="7964"/>
                  </a:cubicBezTo>
                  <a:lnTo>
                    <a:pt x="4681" y="7964"/>
                  </a:lnTo>
                  <a:lnTo>
                    <a:pt x="4681" y="8603"/>
                  </a:lnTo>
                  <a:cubicBezTo>
                    <a:pt x="4681" y="8785"/>
                    <a:pt x="4651" y="8967"/>
                    <a:pt x="4499" y="9058"/>
                  </a:cubicBezTo>
                  <a:cubicBezTo>
                    <a:pt x="4610" y="9098"/>
                    <a:pt x="4663" y="9111"/>
                    <a:pt x="4690" y="9111"/>
                  </a:cubicBezTo>
                  <a:cubicBezTo>
                    <a:pt x="4741" y="9111"/>
                    <a:pt x="4705" y="9067"/>
                    <a:pt x="4785" y="9067"/>
                  </a:cubicBezTo>
                  <a:cubicBezTo>
                    <a:pt x="4827" y="9067"/>
                    <a:pt x="4904" y="9080"/>
                    <a:pt x="5046" y="9119"/>
                  </a:cubicBezTo>
                  <a:cubicBezTo>
                    <a:pt x="4428" y="8854"/>
                    <a:pt x="5522" y="8561"/>
                    <a:pt x="4926" y="8321"/>
                  </a:cubicBezTo>
                  <a:lnTo>
                    <a:pt x="4926" y="8321"/>
                  </a:lnTo>
                  <a:cubicBezTo>
                    <a:pt x="5061" y="8368"/>
                    <a:pt x="5155" y="8385"/>
                    <a:pt x="5228" y="8385"/>
                  </a:cubicBezTo>
                  <a:cubicBezTo>
                    <a:pt x="5403" y="8385"/>
                    <a:pt x="5457" y="8291"/>
                    <a:pt x="5662" y="8291"/>
                  </a:cubicBezTo>
                  <a:cubicBezTo>
                    <a:pt x="5731" y="8291"/>
                    <a:pt x="5816" y="8301"/>
                    <a:pt x="5928" y="8329"/>
                  </a:cubicBezTo>
                  <a:cubicBezTo>
                    <a:pt x="5836" y="8238"/>
                    <a:pt x="5654" y="8207"/>
                    <a:pt x="5897" y="8086"/>
                  </a:cubicBezTo>
                  <a:cubicBezTo>
                    <a:pt x="5897" y="8025"/>
                    <a:pt x="5867" y="7995"/>
                    <a:pt x="5867" y="7934"/>
                  </a:cubicBezTo>
                  <a:cubicBezTo>
                    <a:pt x="5776" y="7934"/>
                    <a:pt x="5684" y="7903"/>
                    <a:pt x="5593" y="7873"/>
                  </a:cubicBezTo>
                  <a:cubicBezTo>
                    <a:pt x="5472" y="7508"/>
                    <a:pt x="5806" y="7204"/>
                    <a:pt x="5836" y="6961"/>
                  </a:cubicBezTo>
                  <a:cubicBezTo>
                    <a:pt x="5848" y="6959"/>
                    <a:pt x="5859" y="6958"/>
                    <a:pt x="5868" y="6958"/>
                  </a:cubicBezTo>
                  <a:cubicBezTo>
                    <a:pt x="6000" y="6958"/>
                    <a:pt x="5879" y="7148"/>
                    <a:pt x="6049" y="7204"/>
                  </a:cubicBezTo>
                  <a:lnTo>
                    <a:pt x="6080" y="6870"/>
                  </a:lnTo>
                  <a:cubicBezTo>
                    <a:pt x="6323" y="7113"/>
                    <a:pt x="6779" y="7052"/>
                    <a:pt x="6596" y="7417"/>
                  </a:cubicBezTo>
                  <a:lnTo>
                    <a:pt x="6900" y="7235"/>
                  </a:lnTo>
                  <a:cubicBezTo>
                    <a:pt x="6925" y="7238"/>
                    <a:pt x="6950" y="7239"/>
                    <a:pt x="6975" y="7239"/>
                  </a:cubicBezTo>
                  <a:cubicBezTo>
                    <a:pt x="7192" y="7239"/>
                    <a:pt x="7399" y="7122"/>
                    <a:pt x="7508" y="6931"/>
                  </a:cubicBezTo>
                  <a:cubicBezTo>
                    <a:pt x="7651" y="6907"/>
                    <a:pt x="7682" y="6566"/>
                    <a:pt x="7689" y="6566"/>
                  </a:cubicBezTo>
                  <a:cubicBezTo>
                    <a:pt x="7691" y="6566"/>
                    <a:pt x="7691" y="6592"/>
                    <a:pt x="7691" y="6657"/>
                  </a:cubicBezTo>
                  <a:cubicBezTo>
                    <a:pt x="7843" y="6505"/>
                    <a:pt x="7964" y="6353"/>
                    <a:pt x="8086" y="6171"/>
                  </a:cubicBezTo>
                  <a:lnTo>
                    <a:pt x="8146" y="6262"/>
                  </a:lnTo>
                  <a:cubicBezTo>
                    <a:pt x="8571" y="6023"/>
                    <a:pt x="8834" y="5367"/>
                    <a:pt x="9481" y="5367"/>
                  </a:cubicBezTo>
                  <a:cubicBezTo>
                    <a:pt x="9575" y="5367"/>
                    <a:pt x="9676" y="5380"/>
                    <a:pt x="9788" y="5411"/>
                  </a:cubicBezTo>
                  <a:cubicBezTo>
                    <a:pt x="9909" y="5198"/>
                    <a:pt x="10122" y="5077"/>
                    <a:pt x="10365" y="5046"/>
                  </a:cubicBezTo>
                  <a:lnTo>
                    <a:pt x="10548" y="5289"/>
                  </a:lnTo>
                  <a:cubicBezTo>
                    <a:pt x="10730" y="5077"/>
                    <a:pt x="11308" y="5289"/>
                    <a:pt x="11308" y="4955"/>
                  </a:cubicBezTo>
                  <a:cubicBezTo>
                    <a:pt x="11449" y="5150"/>
                    <a:pt x="11604" y="5218"/>
                    <a:pt x="11762" y="5218"/>
                  </a:cubicBezTo>
                  <a:cubicBezTo>
                    <a:pt x="12138" y="5218"/>
                    <a:pt x="12535" y="4833"/>
                    <a:pt x="12834" y="4833"/>
                  </a:cubicBezTo>
                  <a:cubicBezTo>
                    <a:pt x="12842" y="4833"/>
                    <a:pt x="12850" y="4833"/>
                    <a:pt x="12858" y="4834"/>
                  </a:cubicBezTo>
                  <a:lnTo>
                    <a:pt x="12797" y="4469"/>
                  </a:lnTo>
                  <a:cubicBezTo>
                    <a:pt x="13101" y="4408"/>
                    <a:pt x="13375" y="4256"/>
                    <a:pt x="13648" y="4074"/>
                  </a:cubicBezTo>
                  <a:lnTo>
                    <a:pt x="13557" y="3739"/>
                  </a:lnTo>
                  <a:cubicBezTo>
                    <a:pt x="13628" y="3669"/>
                    <a:pt x="13712" y="3644"/>
                    <a:pt x="13803" y="3644"/>
                  </a:cubicBezTo>
                  <a:cubicBezTo>
                    <a:pt x="13907" y="3644"/>
                    <a:pt x="14021" y="3676"/>
                    <a:pt x="14134" y="3709"/>
                  </a:cubicBezTo>
                  <a:cubicBezTo>
                    <a:pt x="14378" y="3800"/>
                    <a:pt x="14621" y="3861"/>
                    <a:pt x="14864" y="3861"/>
                  </a:cubicBezTo>
                  <a:cubicBezTo>
                    <a:pt x="14849" y="3922"/>
                    <a:pt x="14811" y="3944"/>
                    <a:pt x="14765" y="3944"/>
                  </a:cubicBezTo>
                  <a:cubicBezTo>
                    <a:pt x="14720" y="3944"/>
                    <a:pt x="14666" y="3922"/>
                    <a:pt x="14621" y="3891"/>
                  </a:cubicBezTo>
                  <a:lnTo>
                    <a:pt x="14621" y="3891"/>
                  </a:lnTo>
                  <a:cubicBezTo>
                    <a:pt x="14754" y="4068"/>
                    <a:pt x="14886" y="4131"/>
                    <a:pt x="15026" y="4131"/>
                  </a:cubicBezTo>
                  <a:cubicBezTo>
                    <a:pt x="15174" y="4131"/>
                    <a:pt x="15330" y="4061"/>
                    <a:pt x="15502" y="3982"/>
                  </a:cubicBezTo>
                  <a:cubicBezTo>
                    <a:pt x="15672" y="3880"/>
                    <a:pt x="15843" y="3797"/>
                    <a:pt x="15997" y="3797"/>
                  </a:cubicBezTo>
                  <a:cubicBezTo>
                    <a:pt x="16118" y="3797"/>
                    <a:pt x="16229" y="3849"/>
                    <a:pt x="16323" y="3982"/>
                  </a:cubicBezTo>
                  <a:cubicBezTo>
                    <a:pt x="16355" y="3961"/>
                    <a:pt x="16395" y="3951"/>
                    <a:pt x="16436" y="3951"/>
                  </a:cubicBezTo>
                  <a:cubicBezTo>
                    <a:pt x="16510" y="3951"/>
                    <a:pt x="16588" y="3984"/>
                    <a:pt x="16627" y="4043"/>
                  </a:cubicBezTo>
                  <a:lnTo>
                    <a:pt x="16657" y="4043"/>
                  </a:lnTo>
                  <a:cubicBezTo>
                    <a:pt x="16661" y="4054"/>
                    <a:pt x="16664" y="4064"/>
                    <a:pt x="16668" y="4074"/>
                  </a:cubicBezTo>
                  <a:lnTo>
                    <a:pt x="16668" y="4074"/>
                  </a:lnTo>
                  <a:cubicBezTo>
                    <a:pt x="16816" y="4072"/>
                    <a:pt x="16964" y="4043"/>
                    <a:pt x="17083" y="4013"/>
                  </a:cubicBezTo>
                  <a:lnTo>
                    <a:pt x="17083" y="4013"/>
                  </a:lnTo>
                  <a:lnTo>
                    <a:pt x="17052" y="4408"/>
                  </a:lnTo>
                  <a:lnTo>
                    <a:pt x="17083" y="4408"/>
                  </a:lnTo>
                  <a:cubicBezTo>
                    <a:pt x="17105" y="4436"/>
                    <a:pt x="17126" y="4449"/>
                    <a:pt x="17144" y="4449"/>
                  </a:cubicBezTo>
                  <a:cubicBezTo>
                    <a:pt x="17224" y="4449"/>
                    <a:pt x="17260" y="4205"/>
                    <a:pt x="17235" y="3982"/>
                  </a:cubicBezTo>
                  <a:cubicBezTo>
                    <a:pt x="17326" y="3952"/>
                    <a:pt x="17417" y="3891"/>
                    <a:pt x="17508" y="3830"/>
                  </a:cubicBezTo>
                  <a:lnTo>
                    <a:pt x="17508" y="3830"/>
                  </a:lnTo>
                  <a:cubicBezTo>
                    <a:pt x="17483" y="4067"/>
                    <a:pt x="17550" y="4099"/>
                    <a:pt x="17635" y="4099"/>
                  </a:cubicBezTo>
                  <a:cubicBezTo>
                    <a:pt x="17668" y="4099"/>
                    <a:pt x="17704" y="4095"/>
                    <a:pt x="17739" y="4095"/>
                  </a:cubicBezTo>
                  <a:cubicBezTo>
                    <a:pt x="17833" y="4095"/>
                    <a:pt x="17917" y="4131"/>
                    <a:pt x="17903" y="4408"/>
                  </a:cubicBezTo>
                  <a:cubicBezTo>
                    <a:pt x="18086" y="4134"/>
                    <a:pt x="18694" y="4469"/>
                    <a:pt x="19028" y="3891"/>
                  </a:cubicBezTo>
                  <a:lnTo>
                    <a:pt x="19028" y="3891"/>
                  </a:lnTo>
                  <a:cubicBezTo>
                    <a:pt x="19003" y="3966"/>
                    <a:pt x="19019" y="4021"/>
                    <a:pt x="18992" y="4021"/>
                  </a:cubicBezTo>
                  <a:cubicBezTo>
                    <a:pt x="18986" y="4021"/>
                    <a:pt x="18978" y="4018"/>
                    <a:pt x="18967" y="4013"/>
                  </a:cubicBezTo>
                  <a:lnTo>
                    <a:pt x="18967" y="4013"/>
                  </a:lnTo>
                  <a:cubicBezTo>
                    <a:pt x="19063" y="4109"/>
                    <a:pt x="19178" y="4223"/>
                    <a:pt x="19326" y="4223"/>
                  </a:cubicBezTo>
                  <a:cubicBezTo>
                    <a:pt x="19366" y="4223"/>
                    <a:pt x="19408" y="4215"/>
                    <a:pt x="19454" y="4195"/>
                  </a:cubicBezTo>
                  <a:lnTo>
                    <a:pt x="19454" y="4195"/>
                  </a:lnTo>
                  <a:lnTo>
                    <a:pt x="19332" y="4651"/>
                  </a:lnTo>
                  <a:cubicBezTo>
                    <a:pt x="19545" y="4499"/>
                    <a:pt x="19758" y="4378"/>
                    <a:pt x="19940" y="4256"/>
                  </a:cubicBezTo>
                  <a:lnTo>
                    <a:pt x="19940" y="4256"/>
                  </a:lnTo>
                  <a:cubicBezTo>
                    <a:pt x="20062" y="4651"/>
                    <a:pt x="20062" y="4803"/>
                    <a:pt x="19697" y="5016"/>
                  </a:cubicBezTo>
                  <a:cubicBezTo>
                    <a:pt x="19979" y="4937"/>
                    <a:pt x="20118" y="4921"/>
                    <a:pt x="20218" y="4921"/>
                  </a:cubicBezTo>
                  <a:cubicBezTo>
                    <a:pt x="20288" y="4921"/>
                    <a:pt x="20338" y="4929"/>
                    <a:pt x="20403" y="4929"/>
                  </a:cubicBezTo>
                  <a:cubicBezTo>
                    <a:pt x="20497" y="4929"/>
                    <a:pt x="20623" y="4912"/>
                    <a:pt x="20882" y="4834"/>
                  </a:cubicBezTo>
                  <a:lnTo>
                    <a:pt x="20882" y="4834"/>
                  </a:lnTo>
                  <a:lnTo>
                    <a:pt x="20730" y="5077"/>
                  </a:lnTo>
                  <a:cubicBezTo>
                    <a:pt x="20755" y="5087"/>
                    <a:pt x="20788" y="5090"/>
                    <a:pt x="20826" y="5090"/>
                  </a:cubicBezTo>
                  <a:cubicBezTo>
                    <a:pt x="20911" y="5090"/>
                    <a:pt x="21019" y="5072"/>
                    <a:pt x="21112" y="5072"/>
                  </a:cubicBezTo>
                  <a:cubicBezTo>
                    <a:pt x="21230" y="5072"/>
                    <a:pt x="21322" y="5101"/>
                    <a:pt x="21308" y="5229"/>
                  </a:cubicBezTo>
                  <a:cubicBezTo>
                    <a:pt x="21338" y="5897"/>
                    <a:pt x="22949" y="6353"/>
                    <a:pt x="23405" y="7417"/>
                  </a:cubicBezTo>
                  <a:cubicBezTo>
                    <a:pt x="23499" y="7223"/>
                    <a:pt x="23555" y="7153"/>
                    <a:pt x="23592" y="7153"/>
                  </a:cubicBezTo>
                  <a:cubicBezTo>
                    <a:pt x="23687" y="7153"/>
                    <a:pt x="23658" y="7614"/>
                    <a:pt x="23818" y="7614"/>
                  </a:cubicBezTo>
                  <a:cubicBezTo>
                    <a:pt x="23859" y="7614"/>
                    <a:pt x="23912" y="7584"/>
                    <a:pt x="23983" y="7508"/>
                  </a:cubicBezTo>
                  <a:lnTo>
                    <a:pt x="23983" y="7508"/>
                  </a:lnTo>
                  <a:cubicBezTo>
                    <a:pt x="23891" y="7691"/>
                    <a:pt x="23922" y="7903"/>
                    <a:pt x="23679" y="7903"/>
                  </a:cubicBezTo>
                  <a:cubicBezTo>
                    <a:pt x="24143" y="8058"/>
                    <a:pt x="24082" y="8497"/>
                    <a:pt x="24442" y="8497"/>
                  </a:cubicBezTo>
                  <a:cubicBezTo>
                    <a:pt x="24507" y="8497"/>
                    <a:pt x="24585" y="8483"/>
                    <a:pt x="24682" y="8451"/>
                  </a:cubicBezTo>
                  <a:lnTo>
                    <a:pt x="24682" y="8451"/>
                  </a:lnTo>
                  <a:cubicBezTo>
                    <a:pt x="24591" y="8663"/>
                    <a:pt x="24408" y="8603"/>
                    <a:pt x="24347" y="8724"/>
                  </a:cubicBezTo>
                  <a:cubicBezTo>
                    <a:pt x="24408" y="8724"/>
                    <a:pt x="24591" y="8724"/>
                    <a:pt x="24530" y="8846"/>
                  </a:cubicBezTo>
                  <a:cubicBezTo>
                    <a:pt x="24509" y="8927"/>
                    <a:pt x="24449" y="8927"/>
                    <a:pt x="24374" y="8927"/>
                  </a:cubicBezTo>
                  <a:lnTo>
                    <a:pt x="24374" y="8927"/>
                  </a:lnTo>
                  <a:cubicBezTo>
                    <a:pt x="24337" y="8927"/>
                    <a:pt x="24297" y="8927"/>
                    <a:pt x="24256" y="8937"/>
                  </a:cubicBezTo>
                  <a:cubicBezTo>
                    <a:pt x="24347" y="9012"/>
                    <a:pt x="24445" y="9045"/>
                    <a:pt x="24548" y="9045"/>
                  </a:cubicBezTo>
                  <a:cubicBezTo>
                    <a:pt x="24860" y="9045"/>
                    <a:pt x="25220" y="8748"/>
                    <a:pt x="25563" y="8451"/>
                  </a:cubicBezTo>
                  <a:cubicBezTo>
                    <a:pt x="25563" y="8715"/>
                    <a:pt x="25611" y="8836"/>
                    <a:pt x="25800" y="8836"/>
                  </a:cubicBezTo>
                  <a:cubicBezTo>
                    <a:pt x="25871" y="8836"/>
                    <a:pt x="25963" y="8818"/>
                    <a:pt x="26080" y="8785"/>
                  </a:cubicBezTo>
                  <a:lnTo>
                    <a:pt x="26080" y="8785"/>
                  </a:lnTo>
                  <a:cubicBezTo>
                    <a:pt x="26012" y="8920"/>
                    <a:pt x="25978" y="9106"/>
                    <a:pt x="25866" y="9106"/>
                  </a:cubicBezTo>
                  <a:cubicBezTo>
                    <a:pt x="25827" y="9106"/>
                    <a:pt x="25778" y="9083"/>
                    <a:pt x="25715" y="9028"/>
                  </a:cubicBezTo>
                  <a:lnTo>
                    <a:pt x="25715" y="9028"/>
                  </a:lnTo>
                  <a:cubicBezTo>
                    <a:pt x="25806" y="9210"/>
                    <a:pt x="25898" y="9393"/>
                    <a:pt x="26050" y="9545"/>
                  </a:cubicBezTo>
                  <a:cubicBezTo>
                    <a:pt x="26137" y="9698"/>
                    <a:pt x="26256" y="9819"/>
                    <a:pt x="26394" y="9819"/>
                  </a:cubicBezTo>
                  <a:cubicBezTo>
                    <a:pt x="26449" y="9819"/>
                    <a:pt x="26506" y="9800"/>
                    <a:pt x="26566" y="9758"/>
                  </a:cubicBezTo>
                  <a:lnTo>
                    <a:pt x="26566" y="9758"/>
                  </a:lnTo>
                  <a:cubicBezTo>
                    <a:pt x="26505" y="9879"/>
                    <a:pt x="26688" y="9970"/>
                    <a:pt x="26749" y="10001"/>
                  </a:cubicBezTo>
                  <a:cubicBezTo>
                    <a:pt x="26870" y="10244"/>
                    <a:pt x="26992" y="10457"/>
                    <a:pt x="27174" y="10669"/>
                  </a:cubicBezTo>
                  <a:cubicBezTo>
                    <a:pt x="27174" y="10639"/>
                    <a:pt x="27174" y="10609"/>
                    <a:pt x="27174" y="10548"/>
                  </a:cubicBezTo>
                  <a:cubicBezTo>
                    <a:pt x="27264" y="10524"/>
                    <a:pt x="27331" y="10514"/>
                    <a:pt x="27382" y="10514"/>
                  </a:cubicBezTo>
                  <a:cubicBezTo>
                    <a:pt x="27661" y="10514"/>
                    <a:pt x="27450" y="10824"/>
                    <a:pt x="27630" y="11004"/>
                  </a:cubicBezTo>
                  <a:lnTo>
                    <a:pt x="27569" y="11004"/>
                  </a:lnTo>
                  <a:cubicBezTo>
                    <a:pt x="27539" y="11399"/>
                    <a:pt x="27569" y="11460"/>
                    <a:pt x="27630" y="11490"/>
                  </a:cubicBezTo>
                  <a:cubicBezTo>
                    <a:pt x="27721" y="11551"/>
                    <a:pt x="27812" y="11612"/>
                    <a:pt x="27600" y="11976"/>
                  </a:cubicBezTo>
                  <a:lnTo>
                    <a:pt x="27934" y="11855"/>
                  </a:lnTo>
                  <a:cubicBezTo>
                    <a:pt x="27963" y="11853"/>
                    <a:pt x="27990" y="11852"/>
                    <a:pt x="28014" y="11852"/>
                  </a:cubicBezTo>
                  <a:cubicBezTo>
                    <a:pt x="28316" y="11852"/>
                    <a:pt x="28229" y="12023"/>
                    <a:pt x="28116" y="12220"/>
                  </a:cubicBezTo>
                  <a:cubicBezTo>
                    <a:pt x="27964" y="12432"/>
                    <a:pt x="27721" y="12645"/>
                    <a:pt x="27873" y="12828"/>
                  </a:cubicBezTo>
                  <a:lnTo>
                    <a:pt x="28086" y="12706"/>
                  </a:lnTo>
                  <a:lnTo>
                    <a:pt x="28086" y="12706"/>
                  </a:lnTo>
                  <a:cubicBezTo>
                    <a:pt x="28208" y="12797"/>
                    <a:pt x="27934" y="12980"/>
                    <a:pt x="27630" y="13071"/>
                  </a:cubicBezTo>
                  <a:cubicBezTo>
                    <a:pt x="27387" y="13162"/>
                    <a:pt x="27113" y="13253"/>
                    <a:pt x="26870" y="13375"/>
                  </a:cubicBezTo>
                  <a:cubicBezTo>
                    <a:pt x="26864" y="13378"/>
                    <a:pt x="26857" y="13379"/>
                    <a:pt x="26852" y="13379"/>
                  </a:cubicBezTo>
                  <a:cubicBezTo>
                    <a:pt x="26803" y="13379"/>
                    <a:pt x="26776" y="13277"/>
                    <a:pt x="26749" y="13223"/>
                  </a:cubicBezTo>
                  <a:lnTo>
                    <a:pt x="26749" y="13223"/>
                  </a:lnTo>
                  <a:cubicBezTo>
                    <a:pt x="26232" y="13648"/>
                    <a:pt x="27205" y="13344"/>
                    <a:pt x="27265" y="13770"/>
                  </a:cubicBezTo>
                  <a:cubicBezTo>
                    <a:pt x="27083" y="13770"/>
                    <a:pt x="26860" y="13675"/>
                    <a:pt x="26705" y="13675"/>
                  </a:cubicBezTo>
                  <a:cubicBezTo>
                    <a:pt x="26627" y="13675"/>
                    <a:pt x="26566" y="13699"/>
                    <a:pt x="26536" y="13770"/>
                  </a:cubicBezTo>
                  <a:cubicBezTo>
                    <a:pt x="26293" y="13800"/>
                    <a:pt x="27144" y="14742"/>
                    <a:pt x="26505" y="14955"/>
                  </a:cubicBezTo>
                  <a:cubicBezTo>
                    <a:pt x="26548" y="14955"/>
                    <a:pt x="26592" y="14954"/>
                    <a:pt x="26635" y="14954"/>
                  </a:cubicBezTo>
                  <a:cubicBezTo>
                    <a:pt x="26808" y="14954"/>
                    <a:pt x="26974" y="14973"/>
                    <a:pt x="27022" y="15168"/>
                  </a:cubicBezTo>
                  <a:cubicBezTo>
                    <a:pt x="26961" y="15502"/>
                    <a:pt x="26019" y="15654"/>
                    <a:pt x="26445" y="16171"/>
                  </a:cubicBezTo>
                  <a:cubicBezTo>
                    <a:pt x="26414" y="16186"/>
                    <a:pt x="26384" y="16194"/>
                    <a:pt x="26357" y="16194"/>
                  </a:cubicBezTo>
                  <a:cubicBezTo>
                    <a:pt x="26331" y="16194"/>
                    <a:pt x="26308" y="16186"/>
                    <a:pt x="26293" y="16171"/>
                  </a:cubicBezTo>
                  <a:lnTo>
                    <a:pt x="26293" y="16171"/>
                  </a:lnTo>
                  <a:cubicBezTo>
                    <a:pt x="26323" y="16475"/>
                    <a:pt x="26141" y="16992"/>
                    <a:pt x="26384" y="17326"/>
                  </a:cubicBezTo>
                  <a:cubicBezTo>
                    <a:pt x="26273" y="17286"/>
                    <a:pt x="26181" y="17269"/>
                    <a:pt x="26103" y="17269"/>
                  </a:cubicBezTo>
                  <a:cubicBezTo>
                    <a:pt x="25454" y="17269"/>
                    <a:pt x="25835" y="18501"/>
                    <a:pt x="25398" y="18501"/>
                  </a:cubicBezTo>
                  <a:cubicBezTo>
                    <a:pt x="25326" y="18501"/>
                    <a:pt x="25232" y="18468"/>
                    <a:pt x="25107" y="18390"/>
                  </a:cubicBezTo>
                  <a:lnTo>
                    <a:pt x="24712" y="19089"/>
                  </a:lnTo>
                  <a:lnTo>
                    <a:pt x="24651" y="18998"/>
                  </a:lnTo>
                  <a:cubicBezTo>
                    <a:pt x="24378" y="19271"/>
                    <a:pt x="24347" y="19667"/>
                    <a:pt x="24530" y="19971"/>
                  </a:cubicBezTo>
                  <a:cubicBezTo>
                    <a:pt x="24510" y="19981"/>
                    <a:pt x="24492" y="19985"/>
                    <a:pt x="24477" y="19985"/>
                  </a:cubicBezTo>
                  <a:cubicBezTo>
                    <a:pt x="24397" y="19985"/>
                    <a:pt x="24368" y="19874"/>
                    <a:pt x="24317" y="19849"/>
                  </a:cubicBezTo>
                  <a:cubicBezTo>
                    <a:pt x="23709" y="20335"/>
                    <a:pt x="23709" y="20396"/>
                    <a:pt x="23800" y="21247"/>
                  </a:cubicBezTo>
                  <a:lnTo>
                    <a:pt x="23466" y="21065"/>
                  </a:lnTo>
                  <a:lnTo>
                    <a:pt x="23466" y="21065"/>
                  </a:lnTo>
                  <a:cubicBezTo>
                    <a:pt x="23527" y="21338"/>
                    <a:pt x="22341" y="21582"/>
                    <a:pt x="22220" y="22433"/>
                  </a:cubicBezTo>
                  <a:cubicBezTo>
                    <a:pt x="22159" y="22372"/>
                    <a:pt x="22128" y="22311"/>
                    <a:pt x="22128" y="22250"/>
                  </a:cubicBezTo>
                  <a:cubicBezTo>
                    <a:pt x="21977" y="23192"/>
                    <a:pt x="20092" y="23192"/>
                    <a:pt x="20943" y="24256"/>
                  </a:cubicBezTo>
                  <a:lnTo>
                    <a:pt x="20852" y="24925"/>
                  </a:lnTo>
                  <a:cubicBezTo>
                    <a:pt x="20968" y="24815"/>
                    <a:pt x="21051" y="24773"/>
                    <a:pt x="21114" y="24773"/>
                  </a:cubicBezTo>
                  <a:cubicBezTo>
                    <a:pt x="21334" y="24773"/>
                    <a:pt x="21305" y="25296"/>
                    <a:pt x="21561" y="25296"/>
                  </a:cubicBezTo>
                  <a:cubicBezTo>
                    <a:pt x="21577" y="25296"/>
                    <a:pt x="21594" y="25294"/>
                    <a:pt x="21612" y="25290"/>
                  </a:cubicBezTo>
                  <a:lnTo>
                    <a:pt x="21612" y="25290"/>
                  </a:lnTo>
                  <a:cubicBezTo>
                    <a:pt x="21548" y="25418"/>
                    <a:pt x="21340" y="25496"/>
                    <a:pt x="21180" y="25496"/>
                  </a:cubicBezTo>
                  <a:cubicBezTo>
                    <a:pt x="21037" y="25496"/>
                    <a:pt x="20932" y="25433"/>
                    <a:pt x="21004" y="25290"/>
                  </a:cubicBezTo>
                  <a:lnTo>
                    <a:pt x="21095" y="25290"/>
                  </a:lnTo>
                  <a:cubicBezTo>
                    <a:pt x="20992" y="25174"/>
                    <a:pt x="20899" y="25130"/>
                    <a:pt x="20812" y="25130"/>
                  </a:cubicBezTo>
                  <a:cubicBezTo>
                    <a:pt x="20547" y="25130"/>
                    <a:pt x="20343" y="25539"/>
                    <a:pt x="20120" y="25539"/>
                  </a:cubicBezTo>
                  <a:cubicBezTo>
                    <a:pt x="20071" y="25539"/>
                    <a:pt x="20022" y="25519"/>
                    <a:pt x="19970" y="25472"/>
                  </a:cubicBezTo>
                  <a:cubicBezTo>
                    <a:pt x="19636" y="25898"/>
                    <a:pt x="19180" y="26232"/>
                    <a:pt x="18663" y="26414"/>
                  </a:cubicBezTo>
                  <a:cubicBezTo>
                    <a:pt x="18344" y="26483"/>
                    <a:pt x="18008" y="26517"/>
                    <a:pt x="17667" y="26517"/>
                  </a:cubicBezTo>
                  <a:cubicBezTo>
                    <a:pt x="17554" y="26517"/>
                    <a:pt x="17440" y="26513"/>
                    <a:pt x="17326" y="26506"/>
                  </a:cubicBezTo>
                  <a:lnTo>
                    <a:pt x="17326" y="26506"/>
                  </a:lnTo>
                  <a:lnTo>
                    <a:pt x="17478" y="27022"/>
                  </a:lnTo>
                  <a:lnTo>
                    <a:pt x="17083" y="27022"/>
                  </a:lnTo>
                  <a:cubicBezTo>
                    <a:pt x="16992" y="26870"/>
                    <a:pt x="16961" y="26597"/>
                    <a:pt x="17235" y="26597"/>
                  </a:cubicBezTo>
                  <a:cubicBezTo>
                    <a:pt x="17209" y="26533"/>
                    <a:pt x="17174" y="26506"/>
                    <a:pt x="17134" y="26506"/>
                  </a:cubicBezTo>
                  <a:cubicBezTo>
                    <a:pt x="16986" y="26506"/>
                    <a:pt x="16772" y="26872"/>
                    <a:pt x="16748" y="26992"/>
                  </a:cubicBezTo>
                  <a:cubicBezTo>
                    <a:pt x="16171" y="26718"/>
                    <a:pt x="17022" y="26354"/>
                    <a:pt x="16840" y="26323"/>
                  </a:cubicBezTo>
                  <a:lnTo>
                    <a:pt x="16840" y="26323"/>
                  </a:lnTo>
                  <a:lnTo>
                    <a:pt x="16596" y="26354"/>
                  </a:lnTo>
                  <a:lnTo>
                    <a:pt x="16627" y="26445"/>
                  </a:lnTo>
                  <a:cubicBezTo>
                    <a:pt x="16464" y="26608"/>
                    <a:pt x="16398" y="26819"/>
                    <a:pt x="16126" y="26819"/>
                  </a:cubicBezTo>
                  <a:cubicBezTo>
                    <a:pt x="16093" y="26819"/>
                    <a:pt x="16058" y="26816"/>
                    <a:pt x="16019" y="26810"/>
                  </a:cubicBezTo>
                  <a:cubicBezTo>
                    <a:pt x="15806" y="26688"/>
                    <a:pt x="15928" y="26475"/>
                    <a:pt x="15837" y="26445"/>
                  </a:cubicBezTo>
                  <a:cubicBezTo>
                    <a:pt x="15837" y="26384"/>
                    <a:pt x="15837" y="26384"/>
                    <a:pt x="15715" y="26384"/>
                  </a:cubicBezTo>
                  <a:lnTo>
                    <a:pt x="15168" y="26293"/>
                  </a:lnTo>
                  <a:lnTo>
                    <a:pt x="15320" y="26749"/>
                  </a:lnTo>
                  <a:cubicBezTo>
                    <a:pt x="15047" y="26930"/>
                    <a:pt x="14805" y="26660"/>
                    <a:pt x="14983" y="27168"/>
                  </a:cubicBezTo>
                  <a:lnTo>
                    <a:pt x="14983" y="27168"/>
                  </a:lnTo>
                  <a:cubicBezTo>
                    <a:pt x="14703" y="26385"/>
                    <a:pt x="12949" y="26566"/>
                    <a:pt x="12767" y="26293"/>
                  </a:cubicBezTo>
                  <a:cubicBezTo>
                    <a:pt x="12584" y="26384"/>
                    <a:pt x="12387" y="26430"/>
                    <a:pt x="12189" y="26430"/>
                  </a:cubicBezTo>
                  <a:cubicBezTo>
                    <a:pt x="11992" y="26430"/>
                    <a:pt x="11794" y="26384"/>
                    <a:pt x="11612" y="26293"/>
                  </a:cubicBezTo>
                  <a:lnTo>
                    <a:pt x="11612" y="26293"/>
                  </a:lnTo>
                  <a:cubicBezTo>
                    <a:pt x="11691" y="26398"/>
                    <a:pt x="11655" y="26778"/>
                    <a:pt x="11427" y="26778"/>
                  </a:cubicBezTo>
                  <a:cubicBezTo>
                    <a:pt x="11392" y="26778"/>
                    <a:pt x="11352" y="26769"/>
                    <a:pt x="11308" y="26749"/>
                  </a:cubicBezTo>
                  <a:cubicBezTo>
                    <a:pt x="11663" y="25860"/>
                    <a:pt x="10777" y="26155"/>
                    <a:pt x="10648" y="25468"/>
                  </a:cubicBezTo>
                  <a:lnTo>
                    <a:pt x="10648" y="25468"/>
                  </a:lnTo>
                  <a:cubicBezTo>
                    <a:pt x="10655" y="25594"/>
                    <a:pt x="10557" y="25622"/>
                    <a:pt x="10426" y="25622"/>
                  </a:cubicBezTo>
                  <a:cubicBezTo>
                    <a:pt x="10324" y="25622"/>
                    <a:pt x="10202" y="25605"/>
                    <a:pt x="10092" y="25605"/>
                  </a:cubicBezTo>
                  <a:cubicBezTo>
                    <a:pt x="9888" y="25605"/>
                    <a:pt x="9727" y="25662"/>
                    <a:pt x="9818" y="25989"/>
                  </a:cubicBezTo>
                  <a:cubicBezTo>
                    <a:pt x="9545" y="25837"/>
                    <a:pt x="9909" y="25624"/>
                    <a:pt x="9757" y="25351"/>
                  </a:cubicBezTo>
                  <a:lnTo>
                    <a:pt x="9757" y="25351"/>
                  </a:lnTo>
                  <a:cubicBezTo>
                    <a:pt x="9693" y="25363"/>
                    <a:pt x="9629" y="25368"/>
                    <a:pt x="9566" y="25368"/>
                  </a:cubicBezTo>
                  <a:cubicBezTo>
                    <a:pt x="8830" y="25368"/>
                    <a:pt x="8201" y="24607"/>
                    <a:pt x="7417" y="24439"/>
                  </a:cubicBezTo>
                  <a:cubicBezTo>
                    <a:pt x="7356" y="24560"/>
                    <a:pt x="7417" y="24834"/>
                    <a:pt x="7174" y="24925"/>
                  </a:cubicBezTo>
                  <a:lnTo>
                    <a:pt x="6961" y="24135"/>
                  </a:lnTo>
                  <a:cubicBezTo>
                    <a:pt x="6833" y="24135"/>
                    <a:pt x="6676" y="24448"/>
                    <a:pt x="6541" y="24448"/>
                  </a:cubicBezTo>
                  <a:cubicBezTo>
                    <a:pt x="6483" y="24448"/>
                    <a:pt x="6429" y="24390"/>
                    <a:pt x="6384" y="24226"/>
                  </a:cubicBezTo>
                  <a:cubicBezTo>
                    <a:pt x="6384" y="24348"/>
                    <a:pt x="6384" y="24530"/>
                    <a:pt x="6262" y="24530"/>
                  </a:cubicBezTo>
                  <a:cubicBezTo>
                    <a:pt x="5624" y="23952"/>
                    <a:pt x="4803" y="23679"/>
                    <a:pt x="4013" y="23375"/>
                  </a:cubicBezTo>
                  <a:cubicBezTo>
                    <a:pt x="3222" y="23071"/>
                    <a:pt x="2554" y="22706"/>
                    <a:pt x="2736" y="22098"/>
                  </a:cubicBezTo>
                  <a:cubicBezTo>
                    <a:pt x="2736" y="22007"/>
                    <a:pt x="2797" y="21946"/>
                    <a:pt x="2827" y="21855"/>
                  </a:cubicBezTo>
                  <a:lnTo>
                    <a:pt x="2827" y="21855"/>
                  </a:lnTo>
                  <a:cubicBezTo>
                    <a:pt x="2727" y="21972"/>
                    <a:pt x="2663" y="22016"/>
                    <a:pt x="2621" y="22016"/>
                  </a:cubicBezTo>
                  <a:cubicBezTo>
                    <a:pt x="2587" y="22016"/>
                    <a:pt x="2567" y="21987"/>
                    <a:pt x="2554" y="21946"/>
                  </a:cubicBezTo>
                  <a:cubicBezTo>
                    <a:pt x="2523" y="22007"/>
                    <a:pt x="2250" y="22068"/>
                    <a:pt x="2098" y="22129"/>
                  </a:cubicBezTo>
                  <a:cubicBezTo>
                    <a:pt x="2189" y="21916"/>
                    <a:pt x="2310" y="21733"/>
                    <a:pt x="2432" y="21521"/>
                  </a:cubicBezTo>
                  <a:cubicBezTo>
                    <a:pt x="1915" y="21521"/>
                    <a:pt x="2341" y="20882"/>
                    <a:pt x="1885" y="20822"/>
                  </a:cubicBezTo>
                  <a:lnTo>
                    <a:pt x="1885" y="20822"/>
                  </a:lnTo>
                  <a:lnTo>
                    <a:pt x="1976" y="21034"/>
                  </a:lnTo>
                  <a:cubicBezTo>
                    <a:pt x="1884" y="20986"/>
                    <a:pt x="1789" y="20965"/>
                    <a:pt x="1694" y="20965"/>
                  </a:cubicBezTo>
                  <a:cubicBezTo>
                    <a:pt x="1192" y="20965"/>
                    <a:pt x="648" y="21530"/>
                    <a:pt x="61" y="21582"/>
                  </a:cubicBezTo>
                  <a:cubicBezTo>
                    <a:pt x="365" y="21764"/>
                    <a:pt x="213" y="22007"/>
                    <a:pt x="92" y="22402"/>
                  </a:cubicBezTo>
                  <a:cubicBezTo>
                    <a:pt x="0" y="22797"/>
                    <a:pt x="0" y="23284"/>
                    <a:pt x="487" y="23466"/>
                  </a:cubicBezTo>
                  <a:cubicBezTo>
                    <a:pt x="517" y="23496"/>
                    <a:pt x="578" y="23496"/>
                    <a:pt x="639" y="23496"/>
                  </a:cubicBezTo>
                  <a:cubicBezTo>
                    <a:pt x="627" y="23594"/>
                    <a:pt x="576" y="23613"/>
                    <a:pt x="513" y="23613"/>
                  </a:cubicBezTo>
                  <a:cubicBezTo>
                    <a:pt x="471" y="23613"/>
                    <a:pt x="424" y="23605"/>
                    <a:pt x="380" y="23605"/>
                  </a:cubicBezTo>
                  <a:cubicBezTo>
                    <a:pt x="325" y="23605"/>
                    <a:pt x="274" y="23618"/>
                    <a:pt x="244" y="23679"/>
                  </a:cubicBezTo>
                  <a:cubicBezTo>
                    <a:pt x="639" y="23679"/>
                    <a:pt x="821" y="23861"/>
                    <a:pt x="1034" y="24256"/>
                  </a:cubicBezTo>
                  <a:lnTo>
                    <a:pt x="943" y="24287"/>
                  </a:lnTo>
                  <a:cubicBezTo>
                    <a:pt x="1490" y="24743"/>
                    <a:pt x="1794" y="24986"/>
                    <a:pt x="2128" y="25259"/>
                  </a:cubicBezTo>
                  <a:cubicBezTo>
                    <a:pt x="2462" y="25594"/>
                    <a:pt x="2827" y="25898"/>
                    <a:pt x="3222" y="26171"/>
                  </a:cubicBezTo>
                  <a:lnTo>
                    <a:pt x="3283" y="25807"/>
                  </a:lnTo>
                  <a:cubicBezTo>
                    <a:pt x="3496" y="25958"/>
                    <a:pt x="3496" y="26080"/>
                    <a:pt x="3557" y="26202"/>
                  </a:cubicBezTo>
                  <a:cubicBezTo>
                    <a:pt x="4043" y="25807"/>
                    <a:pt x="2949" y="25867"/>
                    <a:pt x="3435" y="25442"/>
                  </a:cubicBezTo>
                  <a:lnTo>
                    <a:pt x="3435" y="25442"/>
                  </a:lnTo>
                  <a:cubicBezTo>
                    <a:pt x="3435" y="26262"/>
                    <a:pt x="4955" y="26141"/>
                    <a:pt x="4833" y="26962"/>
                  </a:cubicBezTo>
                  <a:cubicBezTo>
                    <a:pt x="4878" y="26980"/>
                    <a:pt x="4913" y="26988"/>
                    <a:pt x="4940" y="26988"/>
                  </a:cubicBezTo>
                  <a:cubicBezTo>
                    <a:pt x="5110" y="26988"/>
                    <a:pt x="4976" y="26670"/>
                    <a:pt x="5145" y="26670"/>
                  </a:cubicBezTo>
                  <a:cubicBezTo>
                    <a:pt x="5167" y="26670"/>
                    <a:pt x="5195" y="26676"/>
                    <a:pt x="5228" y="26688"/>
                  </a:cubicBezTo>
                  <a:lnTo>
                    <a:pt x="5228" y="26931"/>
                  </a:lnTo>
                  <a:lnTo>
                    <a:pt x="5411" y="26718"/>
                  </a:lnTo>
                  <a:cubicBezTo>
                    <a:pt x="5593" y="26870"/>
                    <a:pt x="5654" y="27114"/>
                    <a:pt x="5593" y="27326"/>
                  </a:cubicBezTo>
                  <a:cubicBezTo>
                    <a:pt x="5571" y="27304"/>
                    <a:pt x="5540" y="27298"/>
                    <a:pt x="5507" y="27298"/>
                  </a:cubicBezTo>
                  <a:cubicBezTo>
                    <a:pt x="5471" y="27298"/>
                    <a:pt x="5432" y="27305"/>
                    <a:pt x="5399" y="27305"/>
                  </a:cubicBezTo>
                  <a:cubicBezTo>
                    <a:pt x="5381" y="27305"/>
                    <a:pt x="5364" y="27303"/>
                    <a:pt x="5350" y="27296"/>
                  </a:cubicBezTo>
                  <a:lnTo>
                    <a:pt x="5350" y="27296"/>
                  </a:lnTo>
                  <a:cubicBezTo>
                    <a:pt x="5523" y="27671"/>
                    <a:pt x="6133" y="27553"/>
                    <a:pt x="6274" y="27644"/>
                  </a:cubicBezTo>
                  <a:lnTo>
                    <a:pt x="6274" y="27644"/>
                  </a:lnTo>
                  <a:lnTo>
                    <a:pt x="5988" y="27387"/>
                  </a:lnTo>
                  <a:lnTo>
                    <a:pt x="5988" y="27387"/>
                  </a:lnTo>
                  <a:cubicBezTo>
                    <a:pt x="6900" y="27548"/>
                    <a:pt x="7858" y="28087"/>
                    <a:pt x="8802" y="28087"/>
                  </a:cubicBezTo>
                  <a:cubicBezTo>
                    <a:pt x="8928" y="28087"/>
                    <a:pt x="9054" y="28077"/>
                    <a:pt x="9180" y="28056"/>
                  </a:cubicBezTo>
                  <a:lnTo>
                    <a:pt x="9150" y="27873"/>
                  </a:lnTo>
                  <a:cubicBezTo>
                    <a:pt x="9221" y="27865"/>
                    <a:pt x="9284" y="27861"/>
                    <a:pt x="9339" y="27861"/>
                  </a:cubicBezTo>
                  <a:cubicBezTo>
                    <a:pt x="9899" y="27861"/>
                    <a:pt x="9740" y="28244"/>
                    <a:pt x="10487" y="28299"/>
                  </a:cubicBezTo>
                  <a:lnTo>
                    <a:pt x="10457" y="28329"/>
                  </a:lnTo>
                  <a:cubicBezTo>
                    <a:pt x="10578" y="28248"/>
                    <a:pt x="10727" y="28208"/>
                    <a:pt x="10875" y="28208"/>
                  </a:cubicBezTo>
                  <a:cubicBezTo>
                    <a:pt x="10950" y="28208"/>
                    <a:pt x="11024" y="28218"/>
                    <a:pt x="11095" y="28238"/>
                  </a:cubicBezTo>
                  <a:cubicBezTo>
                    <a:pt x="10852" y="28390"/>
                    <a:pt x="11399" y="28694"/>
                    <a:pt x="11095" y="28846"/>
                  </a:cubicBezTo>
                  <a:cubicBezTo>
                    <a:pt x="11946" y="28694"/>
                    <a:pt x="11520" y="28664"/>
                    <a:pt x="12189" y="28177"/>
                  </a:cubicBezTo>
                  <a:lnTo>
                    <a:pt x="12250" y="28481"/>
                  </a:lnTo>
                  <a:cubicBezTo>
                    <a:pt x="12463" y="28269"/>
                    <a:pt x="12493" y="28147"/>
                    <a:pt x="12919" y="28147"/>
                  </a:cubicBezTo>
                  <a:cubicBezTo>
                    <a:pt x="12523" y="28329"/>
                    <a:pt x="13101" y="28603"/>
                    <a:pt x="12675" y="28846"/>
                  </a:cubicBezTo>
                  <a:cubicBezTo>
                    <a:pt x="12881" y="29060"/>
                    <a:pt x="13076" y="29122"/>
                    <a:pt x="13257" y="29122"/>
                  </a:cubicBezTo>
                  <a:cubicBezTo>
                    <a:pt x="13508" y="29122"/>
                    <a:pt x="13731" y="29001"/>
                    <a:pt x="13909" y="29001"/>
                  </a:cubicBezTo>
                  <a:cubicBezTo>
                    <a:pt x="14058" y="29001"/>
                    <a:pt x="14177" y="29085"/>
                    <a:pt x="14256" y="29393"/>
                  </a:cubicBezTo>
                  <a:cubicBezTo>
                    <a:pt x="14773" y="28694"/>
                    <a:pt x="13587" y="28876"/>
                    <a:pt x="13830" y="28724"/>
                  </a:cubicBezTo>
                  <a:cubicBezTo>
                    <a:pt x="13731" y="28501"/>
                    <a:pt x="14079" y="28297"/>
                    <a:pt x="14342" y="28297"/>
                  </a:cubicBezTo>
                  <a:cubicBezTo>
                    <a:pt x="14401" y="28297"/>
                    <a:pt x="14455" y="28307"/>
                    <a:pt x="14499" y="28329"/>
                  </a:cubicBezTo>
                  <a:cubicBezTo>
                    <a:pt x="14742" y="28390"/>
                    <a:pt x="14803" y="29363"/>
                    <a:pt x="15502" y="29424"/>
                  </a:cubicBezTo>
                  <a:cubicBezTo>
                    <a:pt x="15454" y="29424"/>
                    <a:pt x="15424" y="29462"/>
                    <a:pt x="15384" y="29462"/>
                  </a:cubicBezTo>
                  <a:cubicBezTo>
                    <a:pt x="15373" y="29462"/>
                    <a:pt x="15362" y="29460"/>
                    <a:pt x="15350" y="29454"/>
                  </a:cubicBezTo>
                  <a:lnTo>
                    <a:pt x="15350" y="29454"/>
                  </a:lnTo>
                  <a:cubicBezTo>
                    <a:pt x="15410" y="29514"/>
                    <a:pt x="15474" y="29533"/>
                    <a:pt x="15541" y="29533"/>
                  </a:cubicBezTo>
                  <a:cubicBezTo>
                    <a:pt x="15660" y="29533"/>
                    <a:pt x="15788" y="29472"/>
                    <a:pt x="15920" y="29472"/>
                  </a:cubicBezTo>
                  <a:cubicBezTo>
                    <a:pt x="16012" y="29472"/>
                    <a:pt x="16107" y="29502"/>
                    <a:pt x="16201" y="29606"/>
                  </a:cubicBezTo>
                  <a:cubicBezTo>
                    <a:pt x="16295" y="29405"/>
                    <a:pt x="16389" y="29393"/>
                    <a:pt x="16472" y="29393"/>
                  </a:cubicBezTo>
                  <a:cubicBezTo>
                    <a:pt x="16484" y="29393"/>
                    <a:pt x="16495" y="29393"/>
                    <a:pt x="16505" y="29393"/>
                  </a:cubicBezTo>
                  <a:cubicBezTo>
                    <a:pt x="16596" y="29393"/>
                    <a:pt x="16672" y="29378"/>
                    <a:pt x="16718" y="29089"/>
                  </a:cubicBezTo>
                  <a:lnTo>
                    <a:pt x="16718" y="29089"/>
                  </a:lnTo>
                  <a:cubicBezTo>
                    <a:pt x="16505" y="29120"/>
                    <a:pt x="16262" y="29150"/>
                    <a:pt x="16049" y="29180"/>
                  </a:cubicBezTo>
                  <a:cubicBezTo>
                    <a:pt x="16345" y="29057"/>
                    <a:pt x="16662" y="28613"/>
                    <a:pt x="17095" y="28613"/>
                  </a:cubicBezTo>
                  <a:cubicBezTo>
                    <a:pt x="17196" y="28613"/>
                    <a:pt x="17303" y="28637"/>
                    <a:pt x="17417" y="28694"/>
                  </a:cubicBezTo>
                  <a:cubicBezTo>
                    <a:pt x="17326" y="28876"/>
                    <a:pt x="17204" y="28998"/>
                    <a:pt x="17022" y="29089"/>
                  </a:cubicBezTo>
                  <a:cubicBezTo>
                    <a:pt x="17068" y="29135"/>
                    <a:pt x="17113" y="29150"/>
                    <a:pt x="17159" y="29150"/>
                  </a:cubicBezTo>
                  <a:cubicBezTo>
                    <a:pt x="17251" y="29150"/>
                    <a:pt x="17345" y="29089"/>
                    <a:pt x="17445" y="29089"/>
                  </a:cubicBezTo>
                  <a:cubicBezTo>
                    <a:pt x="17495" y="29089"/>
                    <a:pt x="17546" y="29104"/>
                    <a:pt x="17600" y="29150"/>
                  </a:cubicBezTo>
                  <a:cubicBezTo>
                    <a:pt x="17569" y="29758"/>
                    <a:pt x="16718" y="29302"/>
                    <a:pt x="16293" y="29697"/>
                  </a:cubicBezTo>
                  <a:cubicBezTo>
                    <a:pt x="16328" y="29750"/>
                    <a:pt x="16382" y="29769"/>
                    <a:pt x="16444" y="29769"/>
                  </a:cubicBezTo>
                  <a:cubicBezTo>
                    <a:pt x="16589" y="29769"/>
                    <a:pt x="16779" y="29667"/>
                    <a:pt x="16881" y="29667"/>
                  </a:cubicBezTo>
                  <a:cubicBezTo>
                    <a:pt x="16957" y="29667"/>
                    <a:pt x="16984" y="29724"/>
                    <a:pt x="16908" y="29921"/>
                  </a:cubicBezTo>
                  <a:lnTo>
                    <a:pt x="16908" y="29921"/>
                  </a:lnTo>
                  <a:cubicBezTo>
                    <a:pt x="17017" y="29648"/>
                    <a:pt x="17143" y="29590"/>
                    <a:pt x="17295" y="29590"/>
                  </a:cubicBezTo>
                  <a:cubicBezTo>
                    <a:pt x="17352" y="29590"/>
                    <a:pt x="17413" y="29598"/>
                    <a:pt x="17478" y="29606"/>
                  </a:cubicBezTo>
                  <a:cubicBezTo>
                    <a:pt x="17554" y="29629"/>
                    <a:pt x="17630" y="29640"/>
                    <a:pt x="17704" y="29640"/>
                  </a:cubicBezTo>
                  <a:cubicBezTo>
                    <a:pt x="17924" y="29640"/>
                    <a:pt x="18124" y="29538"/>
                    <a:pt x="18238" y="29332"/>
                  </a:cubicBezTo>
                  <a:lnTo>
                    <a:pt x="18238" y="29697"/>
                  </a:lnTo>
                  <a:cubicBezTo>
                    <a:pt x="18329" y="29636"/>
                    <a:pt x="18511" y="29424"/>
                    <a:pt x="18663" y="29393"/>
                  </a:cubicBezTo>
                  <a:lnTo>
                    <a:pt x="18663" y="29393"/>
                  </a:lnTo>
                  <a:cubicBezTo>
                    <a:pt x="18603" y="29576"/>
                    <a:pt x="18511" y="29758"/>
                    <a:pt x="18451" y="29910"/>
                  </a:cubicBezTo>
                  <a:cubicBezTo>
                    <a:pt x="18616" y="29744"/>
                    <a:pt x="18800" y="29726"/>
                    <a:pt x="19017" y="29726"/>
                  </a:cubicBezTo>
                  <a:cubicBezTo>
                    <a:pt x="19078" y="29726"/>
                    <a:pt x="19143" y="29728"/>
                    <a:pt x="19211" y="29728"/>
                  </a:cubicBezTo>
                  <a:cubicBezTo>
                    <a:pt x="19295" y="29756"/>
                    <a:pt x="19383" y="29769"/>
                    <a:pt x="19470" y="29769"/>
                  </a:cubicBezTo>
                  <a:cubicBezTo>
                    <a:pt x="19664" y="29769"/>
                    <a:pt x="19854" y="29701"/>
                    <a:pt x="20001" y="29576"/>
                  </a:cubicBezTo>
                  <a:lnTo>
                    <a:pt x="20001" y="29576"/>
                  </a:lnTo>
                  <a:cubicBezTo>
                    <a:pt x="19770" y="29678"/>
                    <a:pt x="19620" y="29716"/>
                    <a:pt x="19522" y="29716"/>
                  </a:cubicBezTo>
                  <a:cubicBezTo>
                    <a:pt x="19387" y="29716"/>
                    <a:pt x="19350" y="29646"/>
                    <a:pt x="19332" y="29576"/>
                  </a:cubicBezTo>
                  <a:cubicBezTo>
                    <a:pt x="19302" y="29424"/>
                    <a:pt x="19332" y="29241"/>
                    <a:pt x="19089" y="29180"/>
                  </a:cubicBezTo>
                  <a:cubicBezTo>
                    <a:pt x="19354" y="28962"/>
                    <a:pt x="19539" y="28888"/>
                    <a:pt x="19702" y="28888"/>
                  </a:cubicBezTo>
                  <a:cubicBezTo>
                    <a:pt x="19856" y="28888"/>
                    <a:pt x="19990" y="28954"/>
                    <a:pt x="20153" y="29028"/>
                  </a:cubicBezTo>
                  <a:cubicBezTo>
                    <a:pt x="20291" y="29103"/>
                    <a:pt x="20448" y="29140"/>
                    <a:pt x="20605" y="29140"/>
                  </a:cubicBezTo>
                  <a:cubicBezTo>
                    <a:pt x="20895" y="29140"/>
                    <a:pt x="21186" y="29014"/>
                    <a:pt x="21364" y="28761"/>
                  </a:cubicBezTo>
                  <a:lnTo>
                    <a:pt x="21364" y="28761"/>
                  </a:lnTo>
                  <a:cubicBezTo>
                    <a:pt x="21296" y="28855"/>
                    <a:pt x="21108" y="28923"/>
                    <a:pt x="20967" y="28923"/>
                  </a:cubicBezTo>
                  <a:cubicBezTo>
                    <a:pt x="20840" y="28923"/>
                    <a:pt x="20750" y="28867"/>
                    <a:pt x="20821" y="28724"/>
                  </a:cubicBezTo>
                  <a:cubicBezTo>
                    <a:pt x="21095" y="28573"/>
                    <a:pt x="21399" y="28512"/>
                    <a:pt x="21703" y="28512"/>
                  </a:cubicBezTo>
                  <a:cubicBezTo>
                    <a:pt x="22280" y="27843"/>
                    <a:pt x="21369" y="28329"/>
                    <a:pt x="21460" y="27904"/>
                  </a:cubicBezTo>
                  <a:lnTo>
                    <a:pt x="21460" y="27904"/>
                  </a:lnTo>
                  <a:cubicBezTo>
                    <a:pt x="21512" y="27916"/>
                    <a:pt x="21556" y="27922"/>
                    <a:pt x="21592" y="27922"/>
                  </a:cubicBezTo>
                  <a:cubicBezTo>
                    <a:pt x="21913" y="27922"/>
                    <a:pt x="21651" y="27472"/>
                    <a:pt x="21733" y="27144"/>
                  </a:cubicBezTo>
                  <a:lnTo>
                    <a:pt x="21733" y="27144"/>
                  </a:lnTo>
                  <a:lnTo>
                    <a:pt x="22007" y="27387"/>
                  </a:lnTo>
                  <a:cubicBezTo>
                    <a:pt x="22736" y="26901"/>
                    <a:pt x="21581" y="26749"/>
                    <a:pt x="22250" y="26354"/>
                  </a:cubicBezTo>
                  <a:lnTo>
                    <a:pt x="22250" y="26354"/>
                  </a:lnTo>
                  <a:lnTo>
                    <a:pt x="22463" y="26901"/>
                  </a:lnTo>
                  <a:lnTo>
                    <a:pt x="22584" y="26536"/>
                  </a:lnTo>
                  <a:lnTo>
                    <a:pt x="22858" y="26840"/>
                  </a:lnTo>
                  <a:cubicBezTo>
                    <a:pt x="22858" y="26354"/>
                    <a:pt x="22980" y="26323"/>
                    <a:pt x="23314" y="26080"/>
                  </a:cubicBezTo>
                  <a:cubicBezTo>
                    <a:pt x="23010" y="25989"/>
                    <a:pt x="22888" y="25624"/>
                    <a:pt x="23040" y="25351"/>
                  </a:cubicBezTo>
                  <a:cubicBezTo>
                    <a:pt x="23054" y="25349"/>
                    <a:pt x="23067" y="25349"/>
                    <a:pt x="23079" y="25349"/>
                  </a:cubicBezTo>
                  <a:cubicBezTo>
                    <a:pt x="23252" y="25349"/>
                    <a:pt x="23272" y="25467"/>
                    <a:pt x="23320" y="25467"/>
                  </a:cubicBezTo>
                  <a:cubicBezTo>
                    <a:pt x="23351" y="25467"/>
                    <a:pt x="23394" y="25419"/>
                    <a:pt x="23496" y="25259"/>
                  </a:cubicBezTo>
                  <a:lnTo>
                    <a:pt x="23496" y="25259"/>
                  </a:lnTo>
                  <a:cubicBezTo>
                    <a:pt x="23606" y="25479"/>
                    <a:pt x="23716" y="25724"/>
                    <a:pt x="23467" y="25724"/>
                  </a:cubicBezTo>
                  <a:cubicBezTo>
                    <a:pt x="23440" y="25724"/>
                    <a:pt x="23410" y="25721"/>
                    <a:pt x="23375" y="25715"/>
                  </a:cubicBezTo>
                  <a:lnTo>
                    <a:pt x="23375" y="25715"/>
                  </a:lnTo>
                  <a:cubicBezTo>
                    <a:pt x="23436" y="25807"/>
                    <a:pt x="23466" y="25958"/>
                    <a:pt x="23557" y="26019"/>
                  </a:cubicBezTo>
                  <a:cubicBezTo>
                    <a:pt x="23891" y="25989"/>
                    <a:pt x="23983" y="25594"/>
                    <a:pt x="24104" y="25442"/>
                  </a:cubicBezTo>
                  <a:lnTo>
                    <a:pt x="24104" y="25442"/>
                  </a:lnTo>
                  <a:cubicBezTo>
                    <a:pt x="24043" y="25503"/>
                    <a:pt x="23983" y="25533"/>
                    <a:pt x="23891" y="25533"/>
                  </a:cubicBezTo>
                  <a:lnTo>
                    <a:pt x="23952" y="24682"/>
                  </a:lnTo>
                  <a:cubicBezTo>
                    <a:pt x="24135" y="24682"/>
                    <a:pt x="24165" y="24803"/>
                    <a:pt x="24195" y="24955"/>
                  </a:cubicBezTo>
                  <a:cubicBezTo>
                    <a:pt x="24256" y="24803"/>
                    <a:pt x="24195" y="24651"/>
                    <a:pt x="24287" y="24439"/>
                  </a:cubicBezTo>
                  <a:cubicBezTo>
                    <a:pt x="24499" y="24682"/>
                    <a:pt x="24743" y="24864"/>
                    <a:pt x="24682" y="25168"/>
                  </a:cubicBezTo>
                  <a:lnTo>
                    <a:pt x="24834" y="24439"/>
                  </a:lnTo>
                  <a:cubicBezTo>
                    <a:pt x="24862" y="24453"/>
                    <a:pt x="24905" y="24457"/>
                    <a:pt x="24953" y="24457"/>
                  </a:cubicBezTo>
                  <a:cubicBezTo>
                    <a:pt x="25020" y="24457"/>
                    <a:pt x="25098" y="24449"/>
                    <a:pt x="25167" y="24449"/>
                  </a:cubicBezTo>
                  <a:cubicBezTo>
                    <a:pt x="25260" y="24449"/>
                    <a:pt x="25337" y="24464"/>
                    <a:pt x="25350" y="24530"/>
                  </a:cubicBezTo>
                  <a:cubicBezTo>
                    <a:pt x="25746" y="24348"/>
                    <a:pt x="25472" y="23436"/>
                    <a:pt x="25958" y="23192"/>
                  </a:cubicBezTo>
                  <a:cubicBezTo>
                    <a:pt x="25928" y="23101"/>
                    <a:pt x="25928" y="23010"/>
                    <a:pt x="25958" y="22949"/>
                  </a:cubicBezTo>
                  <a:cubicBezTo>
                    <a:pt x="26293" y="22615"/>
                    <a:pt x="26840" y="22493"/>
                    <a:pt x="26840" y="21794"/>
                  </a:cubicBezTo>
                  <a:lnTo>
                    <a:pt x="27448" y="21825"/>
                  </a:lnTo>
                  <a:cubicBezTo>
                    <a:pt x="27630" y="21399"/>
                    <a:pt x="26657" y="21794"/>
                    <a:pt x="26931" y="21095"/>
                  </a:cubicBezTo>
                  <a:cubicBezTo>
                    <a:pt x="26978" y="20927"/>
                    <a:pt x="27041" y="20871"/>
                    <a:pt x="27114" y="20871"/>
                  </a:cubicBezTo>
                  <a:cubicBezTo>
                    <a:pt x="27261" y="20871"/>
                    <a:pt x="27442" y="21104"/>
                    <a:pt x="27585" y="21104"/>
                  </a:cubicBezTo>
                  <a:cubicBezTo>
                    <a:pt x="27600" y="21104"/>
                    <a:pt x="27615" y="21101"/>
                    <a:pt x="27630" y="21095"/>
                  </a:cubicBezTo>
                  <a:cubicBezTo>
                    <a:pt x="27569" y="20730"/>
                    <a:pt x="27357" y="20062"/>
                    <a:pt x="27995" y="19879"/>
                  </a:cubicBezTo>
                  <a:lnTo>
                    <a:pt x="27995" y="19879"/>
                  </a:lnTo>
                  <a:cubicBezTo>
                    <a:pt x="27964" y="20153"/>
                    <a:pt x="27812" y="20183"/>
                    <a:pt x="27782" y="20335"/>
                  </a:cubicBezTo>
                  <a:lnTo>
                    <a:pt x="28238" y="20183"/>
                  </a:lnTo>
                  <a:lnTo>
                    <a:pt x="28238" y="20183"/>
                  </a:lnTo>
                  <a:cubicBezTo>
                    <a:pt x="28372" y="20746"/>
                    <a:pt x="28128" y="20954"/>
                    <a:pt x="28443" y="20954"/>
                  </a:cubicBezTo>
                  <a:cubicBezTo>
                    <a:pt x="28485" y="20954"/>
                    <a:pt x="28538" y="20950"/>
                    <a:pt x="28603" y="20943"/>
                  </a:cubicBezTo>
                  <a:cubicBezTo>
                    <a:pt x="27782" y="20366"/>
                    <a:pt x="29302" y="19606"/>
                    <a:pt x="28451" y="19028"/>
                  </a:cubicBezTo>
                  <a:lnTo>
                    <a:pt x="28755" y="18937"/>
                  </a:lnTo>
                  <a:lnTo>
                    <a:pt x="28755" y="18937"/>
                  </a:lnTo>
                  <a:cubicBezTo>
                    <a:pt x="28724" y="18998"/>
                    <a:pt x="28755" y="19028"/>
                    <a:pt x="28724" y="19089"/>
                  </a:cubicBezTo>
                  <a:cubicBezTo>
                    <a:pt x="29393" y="18876"/>
                    <a:pt x="28268" y="18390"/>
                    <a:pt x="28664" y="17934"/>
                  </a:cubicBezTo>
                  <a:cubicBezTo>
                    <a:pt x="28772" y="17862"/>
                    <a:pt x="28891" y="17801"/>
                    <a:pt x="28976" y="17801"/>
                  </a:cubicBezTo>
                  <a:cubicBezTo>
                    <a:pt x="29034" y="17801"/>
                    <a:pt x="29077" y="17829"/>
                    <a:pt x="29089" y="17904"/>
                  </a:cubicBezTo>
                  <a:lnTo>
                    <a:pt x="29089" y="17357"/>
                  </a:lnTo>
                  <a:cubicBezTo>
                    <a:pt x="29117" y="17320"/>
                    <a:pt x="29147" y="17305"/>
                    <a:pt x="29174" y="17305"/>
                  </a:cubicBezTo>
                  <a:cubicBezTo>
                    <a:pt x="29222" y="17305"/>
                    <a:pt x="29261" y="17351"/>
                    <a:pt x="29257" y="17401"/>
                  </a:cubicBezTo>
                  <a:lnTo>
                    <a:pt x="29257" y="17401"/>
                  </a:lnTo>
                  <a:lnTo>
                    <a:pt x="29484" y="16749"/>
                  </a:lnTo>
                  <a:lnTo>
                    <a:pt x="29515" y="16749"/>
                  </a:lnTo>
                  <a:cubicBezTo>
                    <a:pt x="29393" y="16536"/>
                    <a:pt x="29302" y="16323"/>
                    <a:pt x="29211" y="16110"/>
                  </a:cubicBezTo>
                  <a:cubicBezTo>
                    <a:pt x="29247" y="16086"/>
                    <a:pt x="29271" y="16076"/>
                    <a:pt x="29288" y="16076"/>
                  </a:cubicBezTo>
                  <a:cubicBezTo>
                    <a:pt x="29354" y="16076"/>
                    <a:pt x="29296" y="16232"/>
                    <a:pt x="29393" y="16232"/>
                  </a:cubicBezTo>
                  <a:lnTo>
                    <a:pt x="29332" y="15746"/>
                  </a:lnTo>
                  <a:cubicBezTo>
                    <a:pt x="29352" y="15742"/>
                    <a:pt x="29371" y="15740"/>
                    <a:pt x="29390" y="15740"/>
                  </a:cubicBezTo>
                  <a:cubicBezTo>
                    <a:pt x="29651" y="15740"/>
                    <a:pt x="29748" y="16126"/>
                    <a:pt x="29606" y="16353"/>
                  </a:cubicBezTo>
                  <a:cubicBezTo>
                    <a:pt x="30153" y="16353"/>
                    <a:pt x="30123" y="16262"/>
                    <a:pt x="30062" y="16080"/>
                  </a:cubicBezTo>
                  <a:cubicBezTo>
                    <a:pt x="30001" y="15898"/>
                    <a:pt x="29940" y="15654"/>
                    <a:pt x="30335" y="15320"/>
                  </a:cubicBezTo>
                  <a:lnTo>
                    <a:pt x="30335" y="15776"/>
                  </a:lnTo>
                  <a:cubicBezTo>
                    <a:pt x="30943" y="15654"/>
                    <a:pt x="30852" y="15259"/>
                    <a:pt x="31338" y="14864"/>
                  </a:cubicBezTo>
                  <a:lnTo>
                    <a:pt x="31338" y="14864"/>
                  </a:lnTo>
                  <a:cubicBezTo>
                    <a:pt x="31189" y="14928"/>
                    <a:pt x="30677" y="15279"/>
                    <a:pt x="30355" y="15279"/>
                  </a:cubicBezTo>
                  <a:cubicBezTo>
                    <a:pt x="30220" y="15279"/>
                    <a:pt x="30119" y="15217"/>
                    <a:pt x="30092" y="15046"/>
                  </a:cubicBezTo>
                  <a:cubicBezTo>
                    <a:pt x="30244" y="14894"/>
                    <a:pt x="30275" y="14651"/>
                    <a:pt x="30153" y="14469"/>
                  </a:cubicBezTo>
                  <a:lnTo>
                    <a:pt x="30153" y="14469"/>
                  </a:lnTo>
                  <a:cubicBezTo>
                    <a:pt x="30194" y="14480"/>
                    <a:pt x="30229" y="14485"/>
                    <a:pt x="30260" y="14485"/>
                  </a:cubicBezTo>
                  <a:cubicBezTo>
                    <a:pt x="30481" y="14485"/>
                    <a:pt x="30461" y="14215"/>
                    <a:pt x="30487" y="13922"/>
                  </a:cubicBezTo>
                  <a:lnTo>
                    <a:pt x="30943" y="14013"/>
                  </a:lnTo>
                  <a:cubicBezTo>
                    <a:pt x="30882" y="13618"/>
                    <a:pt x="30639" y="13648"/>
                    <a:pt x="30457" y="13375"/>
                  </a:cubicBezTo>
                  <a:cubicBezTo>
                    <a:pt x="30487" y="12949"/>
                    <a:pt x="30882" y="12888"/>
                    <a:pt x="31217" y="12767"/>
                  </a:cubicBezTo>
                  <a:cubicBezTo>
                    <a:pt x="31232" y="12582"/>
                    <a:pt x="31201" y="12522"/>
                    <a:pt x="31144" y="12522"/>
                  </a:cubicBezTo>
                  <a:cubicBezTo>
                    <a:pt x="31038" y="12522"/>
                    <a:pt x="30844" y="12730"/>
                    <a:pt x="30698" y="12730"/>
                  </a:cubicBezTo>
                  <a:cubicBezTo>
                    <a:pt x="30612" y="12730"/>
                    <a:pt x="30543" y="12659"/>
                    <a:pt x="30518" y="12432"/>
                  </a:cubicBezTo>
                  <a:cubicBezTo>
                    <a:pt x="30578" y="12159"/>
                    <a:pt x="30578" y="11855"/>
                    <a:pt x="30457" y="11612"/>
                  </a:cubicBezTo>
                  <a:cubicBezTo>
                    <a:pt x="30305" y="11308"/>
                    <a:pt x="30123" y="11065"/>
                    <a:pt x="29910" y="10852"/>
                  </a:cubicBezTo>
                  <a:cubicBezTo>
                    <a:pt x="29922" y="10687"/>
                    <a:pt x="29970" y="10645"/>
                    <a:pt x="30029" y="10645"/>
                  </a:cubicBezTo>
                  <a:cubicBezTo>
                    <a:pt x="30092" y="10645"/>
                    <a:pt x="30166" y="10691"/>
                    <a:pt x="30226" y="10691"/>
                  </a:cubicBezTo>
                  <a:cubicBezTo>
                    <a:pt x="30258" y="10691"/>
                    <a:pt x="30286" y="10678"/>
                    <a:pt x="30305" y="10639"/>
                  </a:cubicBezTo>
                  <a:cubicBezTo>
                    <a:pt x="30123" y="10548"/>
                    <a:pt x="29971" y="10487"/>
                    <a:pt x="29819" y="10426"/>
                  </a:cubicBezTo>
                  <a:cubicBezTo>
                    <a:pt x="29819" y="10366"/>
                    <a:pt x="29910" y="10335"/>
                    <a:pt x="29971" y="10335"/>
                  </a:cubicBezTo>
                  <a:cubicBezTo>
                    <a:pt x="29908" y="10280"/>
                    <a:pt x="29847" y="10264"/>
                    <a:pt x="29787" y="10264"/>
                  </a:cubicBezTo>
                  <a:cubicBezTo>
                    <a:pt x="29695" y="10264"/>
                    <a:pt x="29603" y="10302"/>
                    <a:pt x="29504" y="10302"/>
                  </a:cubicBezTo>
                  <a:cubicBezTo>
                    <a:pt x="29414" y="10302"/>
                    <a:pt x="29318" y="10271"/>
                    <a:pt x="29211" y="10153"/>
                  </a:cubicBezTo>
                  <a:cubicBezTo>
                    <a:pt x="29182" y="10159"/>
                    <a:pt x="29158" y="10162"/>
                    <a:pt x="29137" y="10162"/>
                  </a:cubicBezTo>
                  <a:cubicBezTo>
                    <a:pt x="28955" y="10162"/>
                    <a:pt x="29031" y="9936"/>
                    <a:pt x="29059" y="9636"/>
                  </a:cubicBezTo>
                  <a:cubicBezTo>
                    <a:pt x="29120" y="9302"/>
                    <a:pt x="29059" y="8967"/>
                    <a:pt x="28694" y="8907"/>
                  </a:cubicBezTo>
                  <a:cubicBezTo>
                    <a:pt x="28724" y="8724"/>
                    <a:pt x="28968" y="8785"/>
                    <a:pt x="29089" y="8663"/>
                  </a:cubicBezTo>
                  <a:cubicBezTo>
                    <a:pt x="28694" y="8390"/>
                    <a:pt x="28238" y="8268"/>
                    <a:pt x="27752" y="8238"/>
                  </a:cubicBezTo>
                  <a:cubicBezTo>
                    <a:pt x="27752" y="8055"/>
                    <a:pt x="27721" y="7843"/>
                    <a:pt x="27691" y="7691"/>
                  </a:cubicBezTo>
                  <a:cubicBezTo>
                    <a:pt x="27667" y="8080"/>
                    <a:pt x="27273" y="8119"/>
                    <a:pt x="26867" y="8119"/>
                  </a:cubicBezTo>
                  <a:cubicBezTo>
                    <a:pt x="26766" y="8119"/>
                    <a:pt x="26664" y="8116"/>
                    <a:pt x="26566" y="8116"/>
                  </a:cubicBezTo>
                  <a:cubicBezTo>
                    <a:pt x="26505" y="8299"/>
                    <a:pt x="26475" y="8481"/>
                    <a:pt x="26445" y="8572"/>
                  </a:cubicBezTo>
                  <a:cubicBezTo>
                    <a:pt x="26262" y="8481"/>
                    <a:pt x="26080" y="8420"/>
                    <a:pt x="25898" y="8359"/>
                  </a:cubicBezTo>
                  <a:cubicBezTo>
                    <a:pt x="25898" y="8238"/>
                    <a:pt x="26050" y="8177"/>
                    <a:pt x="26262" y="8086"/>
                  </a:cubicBezTo>
                  <a:lnTo>
                    <a:pt x="26110" y="8086"/>
                  </a:lnTo>
                  <a:cubicBezTo>
                    <a:pt x="26110" y="7843"/>
                    <a:pt x="26384" y="7721"/>
                    <a:pt x="26657" y="7630"/>
                  </a:cubicBezTo>
                  <a:lnTo>
                    <a:pt x="26657" y="7630"/>
                  </a:lnTo>
                  <a:cubicBezTo>
                    <a:pt x="26657" y="7751"/>
                    <a:pt x="26627" y="7873"/>
                    <a:pt x="26597" y="7964"/>
                  </a:cubicBezTo>
                  <a:cubicBezTo>
                    <a:pt x="26901" y="7903"/>
                    <a:pt x="27174" y="7751"/>
                    <a:pt x="27417" y="7569"/>
                  </a:cubicBezTo>
                  <a:cubicBezTo>
                    <a:pt x="27326" y="7569"/>
                    <a:pt x="27265" y="7539"/>
                    <a:pt x="27205" y="7508"/>
                  </a:cubicBezTo>
                  <a:cubicBezTo>
                    <a:pt x="27265" y="7478"/>
                    <a:pt x="27326" y="7448"/>
                    <a:pt x="27357" y="7387"/>
                  </a:cubicBezTo>
                  <a:cubicBezTo>
                    <a:pt x="27372" y="7372"/>
                    <a:pt x="27349" y="7364"/>
                    <a:pt x="27303" y="7364"/>
                  </a:cubicBezTo>
                  <a:cubicBezTo>
                    <a:pt x="27258" y="7364"/>
                    <a:pt x="27189" y="7372"/>
                    <a:pt x="27113" y="7387"/>
                  </a:cubicBezTo>
                  <a:lnTo>
                    <a:pt x="27417" y="6931"/>
                  </a:lnTo>
                  <a:lnTo>
                    <a:pt x="27235" y="7052"/>
                  </a:lnTo>
                  <a:lnTo>
                    <a:pt x="26901" y="6262"/>
                  </a:lnTo>
                  <a:cubicBezTo>
                    <a:pt x="26410" y="6262"/>
                    <a:pt x="25896" y="6367"/>
                    <a:pt x="25388" y="6367"/>
                  </a:cubicBezTo>
                  <a:cubicBezTo>
                    <a:pt x="25077" y="6367"/>
                    <a:pt x="24769" y="6328"/>
                    <a:pt x="24469" y="6201"/>
                  </a:cubicBezTo>
                  <a:cubicBezTo>
                    <a:pt x="24864" y="6019"/>
                    <a:pt x="24895" y="5715"/>
                    <a:pt x="25198" y="5381"/>
                  </a:cubicBezTo>
                  <a:lnTo>
                    <a:pt x="25198" y="5381"/>
                  </a:lnTo>
                  <a:cubicBezTo>
                    <a:pt x="25081" y="5880"/>
                    <a:pt x="25814" y="5642"/>
                    <a:pt x="26111" y="5981"/>
                  </a:cubicBezTo>
                  <a:lnTo>
                    <a:pt x="26111" y="5981"/>
                  </a:lnTo>
                  <a:cubicBezTo>
                    <a:pt x="26038" y="5857"/>
                    <a:pt x="26125" y="5682"/>
                    <a:pt x="26262" y="5654"/>
                  </a:cubicBezTo>
                  <a:cubicBezTo>
                    <a:pt x="25958" y="5593"/>
                    <a:pt x="25654" y="5533"/>
                    <a:pt x="25350" y="5472"/>
                  </a:cubicBezTo>
                  <a:cubicBezTo>
                    <a:pt x="25624" y="5198"/>
                    <a:pt x="25411" y="5168"/>
                    <a:pt x="25320" y="4894"/>
                  </a:cubicBezTo>
                  <a:cubicBezTo>
                    <a:pt x="25205" y="5134"/>
                    <a:pt x="25080" y="5213"/>
                    <a:pt x="24948" y="5213"/>
                  </a:cubicBezTo>
                  <a:cubicBezTo>
                    <a:pt x="24697" y="5213"/>
                    <a:pt x="24425" y="4925"/>
                    <a:pt x="24165" y="4925"/>
                  </a:cubicBezTo>
                  <a:cubicBezTo>
                    <a:pt x="24240" y="4793"/>
                    <a:pt x="24351" y="4673"/>
                    <a:pt x="24489" y="4673"/>
                  </a:cubicBezTo>
                  <a:cubicBezTo>
                    <a:pt x="24574" y="4673"/>
                    <a:pt x="24669" y="4718"/>
                    <a:pt x="24773" y="4834"/>
                  </a:cubicBezTo>
                  <a:cubicBezTo>
                    <a:pt x="24773" y="4635"/>
                    <a:pt x="24701" y="4571"/>
                    <a:pt x="24595" y="4571"/>
                  </a:cubicBezTo>
                  <a:cubicBezTo>
                    <a:pt x="24407" y="4571"/>
                    <a:pt x="24113" y="4769"/>
                    <a:pt x="23923" y="4769"/>
                  </a:cubicBezTo>
                  <a:cubicBezTo>
                    <a:pt x="23825" y="4769"/>
                    <a:pt x="23755" y="4717"/>
                    <a:pt x="23739" y="4560"/>
                  </a:cubicBezTo>
                  <a:lnTo>
                    <a:pt x="23739" y="4560"/>
                  </a:lnTo>
                  <a:cubicBezTo>
                    <a:pt x="23510" y="4458"/>
                    <a:pt x="23333" y="4167"/>
                    <a:pt x="23496" y="4074"/>
                  </a:cubicBezTo>
                  <a:lnTo>
                    <a:pt x="23496" y="4074"/>
                  </a:lnTo>
                  <a:lnTo>
                    <a:pt x="23587" y="4134"/>
                  </a:lnTo>
                  <a:cubicBezTo>
                    <a:pt x="23233" y="3802"/>
                    <a:pt x="22508" y="3390"/>
                    <a:pt x="21988" y="3390"/>
                  </a:cubicBezTo>
                  <a:cubicBezTo>
                    <a:pt x="21794" y="3390"/>
                    <a:pt x="21628" y="3447"/>
                    <a:pt x="21521" y="3587"/>
                  </a:cubicBezTo>
                  <a:cubicBezTo>
                    <a:pt x="21703" y="3344"/>
                    <a:pt x="21885" y="3101"/>
                    <a:pt x="22068" y="2888"/>
                  </a:cubicBezTo>
                  <a:lnTo>
                    <a:pt x="22068" y="2888"/>
                  </a:lnTo>
                  <a:cubicBezTo>
                    <a:pt x="21399" y="3314"/>
                    <a:pt x="20700" y="3770"/>
                    <a:pt x="20062" y="4226"/>
                  </a:cubicBezTo>
                  <a:cubicBezTo>
                    <a:pt x="20426" y="3800"/>
                    <a:pt x="20639" y="2463"/>
                    <a:pt x="21277" y="2432"/>
                  </a:cubicBezTo>
                  <a:cubicBezTo>
                    <a:pt x="21168" y="2241"/>
                    <a:pt x="20937" y="2124"/>
                    <a:pt x="20714" y="2124"/>
                  </a:cubicBezTo>
                  <a:cubicBezTo>
                    <a:pt x="20689" y="2124"/>
                    <a:pt x="20664" y="2125"/>
                    <a:pt x="20639" y="2128"/>
                  </a:cubicBezTo>
                  <a:cubicBezTo>
                    <a:pt x="20699" y="2247"/>
                    <a:pt x="20554" y="2950"/>
                    <a:pt x="20405" y="2950"/>
                  </a:cubicBezTo>
                  <a:cubicBezTo>
                    <a:pt x="20402" y="2950"/>
                    <a:pt x="20399" y="2950"/>
                    <a:pt x="20396" y="2949"/>
                  </a:cubicBezTo>
                  <a:cubicBezTo>
                    <a:pt x="20306" y="2260"/>
                    <a:pt x="20275" y="2545"/>
                    <a:pt x="20071" y="1884"/>
                  </a:cubicBezTo>
                  <a:lnTo>
                    <a:pt x="20071" y="1884"/>
                  </a:lnTo>
                  <a:cubicBezTo>
                    <a:pt x="20102" y="2083"/>
                    <a:pt x="19702" y="2629"/>
                    <a:pt x="19479" y="2629"/>
                  </a:cubicBezTo>
                  <a:cubicBezTo>
                    <a:pt x="19459" y="2629"/>
                    <a:pt x="19440" y="2624"/>
                    <a:pt x="19423" y="2615"/>
                  </a:cubicBezTo>
                  <a:cubicBezTo>
                    <a:pt x="19510" y="2528"/>
                    <a:pt x="19706" y="1894"/>
                    <a:pt x="19830" y="1804"/>
                  </a:cubicBezTo>
                  <a:lnTo>
                    <a:pt x="19830" y="1804"/>
                  </a:lnTo>
                  <a:cubicBezTo>
                    <a:pt x="19550" y="1945"/>
                    <a:pt x="19270" y="2112"/>
                    <a:pt x="19015" y="2305"/>
                  </a:cubicBezTo>
                  <a:lnTo>
                    <a:pt x="19015" y="2305"/>
                  </a:lnTo>
                  <a:cubicBezTo>
                    <a:pt x="19165" y="2147"/>
                    <a:pt x="19235" y="1647"/>
                    <a:pt x="19180" y="1399"/>
                  </a:cubicBezTo>
                  <a:lnTo>
                    <a:pt x="19180" y="1399"/>
                  </a:lnTo>
                  <a:cubicBezTo>
                    <a:pt x="19180" y="1433"/>
                    <a:pt x="19161" y="1447"/>
                    <a:pt x="19127" y="1447"/>
                  </a:cubicBezTo>
                  <a:cubicBezTo>
                    <a:pt x="18992" y="1447"/>
                    <a:pt x="18628" y="1215"/>
                    <a:pt x="18445" y="1215"/>
                  </a:cubicBezTo>
                  <a:cubicBezTo>
                    <a:pt x="18437" y="1215"/>
                    <a:pt x="18428" y="1215"/>
                    <a:pt x="18420" y="1216"/>
                  </a:cubicBezTo>
                  <a:lnTo>
                    <a:pt x="18633" y="1490"/>
                  </a:lnTo>
                  <a:cubicBezTo>
                    <a:pt x="18551" y="1451"/>
                    <a:pt x="18475" y="1434"/>
                    <a:pt x="18403" y="1434"/>
                  </a:cubicBezTo>
                  <a:cubicBezTo>
                    <a:pt x="17900" y="1434"/>
                    <a:pt x="17603" y="2268"/>
                    <a:pt x="17116" y="2268"/>
                  </a:cubicBezTo>
                  <a:cubicBezTo>
                    <a:pt x="17076" y="2268"/>
                    <a:pt x="17035" y="2262"/>
                    <a:pt x="16992" y="2250"/>
                  </a:cubicBezTo>
                  <a:cubicBezTo>
                    <a:pt x="17083" y="2098"/>
                    <a:pt x="17387" y="1247"/>
                    <a:pt x="17052" y="1064"/>
                  </a:cubicBezTo>
                  <a:lnTo>
                    <a:pt x="17052" y="1064"/>
                  </a:lnTo>
                  <a:cubicBezTo>
                    <a:pt x="16779" y="1460"/>
                    <a:pt x="16019" y="3010"/>
                    <a:pt x="15502" y="3314"/>
                  </a:cubicBezTo>
                  <a:lnTo>
                    <a:pt x="15411" y="3071"/>
                  </a:lnTo>
                  <a:lnTo>
                    <a:pt x="14986" y="3344"/>
                  </a:lnTo>
                  <a:cubicBezTo>
                    <a:pt x="15168" y="2888"/>
                    <a:pt x="15411" y="2432"/>
                    <a:pt x="15685" y="2037"/>
                  </a:cubicBezTo>
                  <a:cubicBezTo>
                    <a:pt x="15989" y="1612"/>
                    <a:pt x="16323" y="1247"/>
                    <a:pt x="16688" y="912"/>
                  </a:cubicBezTo>
                  <a:cubicBezTo>
                    <a:pt x="16444" y="669"/>
                    <a:pt x="16657" y="609"/>
                    <a:pt x="16201" y="578"/>
                  </a:cubicBezTo>
                  <a:cubicBezTo>
                    <a:pt x="16080" y="335"/>
                    <a:pt x="16475" y="244"/>
                    <a:pt x="16627" y="244"/>
                  </a:cubicBezTo>
                  <a:cubicBezTo>
                    <a:pt x="16293" y="183"/>
                    <a:pt x="15928" y="61"/>
                    <a:pt x="15593" y="1"/>
                  </a:cubicBezTo>
                  <a:close/>
                  <a:moveTo>
                    <a:pt x="16908" y="29921"/>
                  </a:moveTo>
                  <a:cubicBezTo>
                    <a:pt x="16905" y="29928"/>
                    <a:pt x="16903" y="29934"/>
                    <a:pt x="16900" y="29940"/>
                  </a:cubicBezTo>
                  <a:cubicBezTo>
                    <a:pt x="16903" y="29934"/>
                    <a:pt x="16905" y="29928"/>
                    <a:pt x="16908" y="2992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60"/>
          <p:cNvGrpSpPr/>
          <p:nvPr/>
        </p:nvGrpSpPr>
        <p:grpSpPr>
          <a:xfrm rot="-6662718">
            <a:off x="6989245" y="2780545"/>
            <a:ext cx="289953" cy="277019"/>
            <a:chOff x="588425" y="3716150"/>
            <a:chExt cx="783475" cy="748525"/>
          </a:xfrm>
        </p:grpSpPr>
        <p:sp>
          <p:nvSpPr>
            <p:cNvPr id="5572" name="Google Shape;5572;p60"/>
            <p:cNvSpPr/>
            <p:nvPr/>
          </p:nvSpPr>
          <p:spPr>
            <a:xfrm>
              <a:off x="601350" y="3771675"/>
              <a:ext cx="732550" cy="646550"/>
            </a:xfrm>
            <a:custGeom>
              <a:rect b="b" l="l" r="r" t="t"/>
              <a:pathLst>
                <a:path extrusionOk="0" h="25862" w="29302">
                  <a:moveTo>
                    <a:pt x="14387" y="1"/>
                  </a:moveTo>
                  <a:cubicBezTo>
                    <a:pt x="11248" y="1"/>
                    <a:pt x="8256" y="1346"/>
                    <a:pt x="5593" y="3160"/>
                  </a:cubicBezTo>
                  <a:cubicBezTo>
                    <a:pt x="0" y="6959"/>
                    <a:pt x="365" y="11944"/>
                    <a:pt x="395" y="18205"/>
                  </a:cubicBezTo>
                  <a:cubicBezTo>
                    <a:pt x="395" y="19057"/>
                    <a:pt x="426" y="19938"/>
                    <a:pt x="882" y="20668"/>
                  </a:cubicBezTo>
                  <a:cubicBezTo>
                    <a:pt x="1307" y="21367"/>
                    <a:pt x="2097" y="21792"/>
                    <a:pt x="2857" y="22187"/>
                  </a:cubicBezTo>
                  <a:cubicBezTo>
                    <a:pt x="6778" y="24072"/>
                    <a:pt x="11003" y="25318"/>
                    <a:pt x="15350" y="25774"/>
                  </a:cubicBezTo>
                  <a:cubicBezTo>
                    <a:pt x="15788" y="25823"/>
                    <a:pt x="16240" y="25862"/>
                    <a:pt x="16689" y="25862"/>
                  </a:cubicBezTo>
                  <a:cubicBezTo>
                    <a:pt x="17363" y="25862"/>
                    <a:pt x="18031" y="25774"/>
                    <a:pt x="18633" y="25500"/>
                  </a:cubicBezTo>
                  <a:cubicBezTo>
                    <a:pt x="19514" y="25075"/>
                    <a:pt x="20183" y="24315"/>
                    <a:pt x="20791" y="23525"/>
                  </a:cubicBezTo>
                  <a:cubicBezTo>
                    <a:pt x="23314" y="20364"/>
                    <a:pt x="29302" y="13646"/>
                    <a:pt x="28086" y="9300"/>
                  </a:cubicBezTo>
                  <a:cubicBezTo>
                    <a:pt x="27052" y="5591"/>
                    <a:pt x="20973" y="1457"/>
                    <a:pt x="17478" y="454"/>
                  </a:cubicBezTo>
                  <a:cubicBezTo>
                    <a:pt x="16436" y="142"/>
                    <a:pt x="15404" y="1"/>
                    <a:pt x="143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0"/>
            <p:cNvSpPr/>
            <p:nvPr/>
          </p:nvSpPr>
          <p:spPr>
            <a:xfrm>
              <a:off x="588425" y="3716150"/>
              <a:ext cx="783475" cy="748525"/>
            </a:xfrm>
            <a:custGeom>
              <a:rect b="b" l="l" r="r" t="t"/>
              <a:pathLst>
                <a:path extrusionOk="0" h="29941" w="31339">
                  <a:moveTo>
                    <a:pt x="19849" y="1794"/>
                  </a:moveTo>
                  <a:lnTo>
                    <a:pt x="19849" y="1794"/>
                  </a:lnTo>
                  <a:cubicBezTo>
                    <a:pt x="19843" y="1795"/>
                    <a:pt x="19836" y="1799"/>
                    <a:pt x="19830" y="1804"/>
                  </a:cubicBezTo>
                  <a:lnTo>
                    <a:pt x="19830" y="1804"/>
                  </a:lnTo>
                  <a:cubicBezTo>
                    <a:pt x="19836" y="1800"/>
                    <a:pt x="19842" y="1797"/>
                    <a:pt x="19849" y="1794"/>
                  </a:cubicBezTo>
                  <a:close/>
                  <a:moveTo>
                    <a:pt x="20062" y="1855"/>
                  </a:moveTo>
                  <a:cubicBezTo>
                    <a:pt x="20065" y="1865"/>
                    <a:pt x="20068" y="1874"/>
                    <a:pt x="20071" y="1884"/>
                  </a:cubicBezTo>
                  <a:lnTo>
                    <a:pt x="20071" y="1884"/>
                  </a:lnTo>
                  <a:cubicBezTo>
                    <a:pt x="20069" y="1873"/>
                    <a:pt x="20066" y="1863"/>
                    <a:pt x="20062" y="1855"/>
                  </a:cubicBezTo>
                  <a:close/>
                  <a:moveTo>
                    <a:pt x="16668" y="4074"/>
                  </a:moveTo>
                  <a:lnTo>
                    <a:pt x="16668" y="4074"/>
                  </a:lnTo>
                  <a:cubicBezTo>
                    <a:pt x="16664" y="4074"/>
                    <a:pt x="16661" y="4074"/>
                    <a:pt x="16657" y="4074"/>
                  </a:cubicBezTo>
                  <a:cubicBezTo>
                    <a:pt x="16662" y="4076"/>
                    <a:pt x="16666" y="4079"/>
                    <a:pt x="16671" y="4082"/>
                  </a:cubicBezTo>
                  <a:lnTo>
                    <a:pt x="16671" y="4082"/>
                  </a:lnTo>
                  <a:cubicBezTo>
                    <a:pt x="16670" y="4079"/>
                    <a:pt x="16669" y="4076"/>
                    <a:pt x="16668" y="4074"/>
                  </a:cubicBezTo>
                  <a:close/>
                  <a:moveTo>
                    <a:pt x="16671" y="4082"/>
                  </a:moveTo>
                  <a:cubicBezTo>
                    <a:pt x="16697" y="4152"/>
                    <a:pt x="16727" y="4204"/>
                    <a:pt x="16779" y="4256"/>
                  </a:cubicBezTo>
                  <a:cubicBezTo>
                    <a:pt x="16751" y="4200"/>
                    <a:pt x="16723" y="4118"/>
                    <a:pt x="16671" y="4082"/>
                  </a:cubicBezTo>
                  <a:close/>
                  <a:moveTo>
                    <a:pt x="23739" y="4560"/>
                  </a:moveTo>
                  <a:cubicBezTo>
                    <a:pt x="23739" y="4560"/>
                    <a:pt x="23739" y="4560"/>
                    <a:pt x="23739" y="4560"/>
                  </a:cubicBezTo>
                  <a:lnTo>
                    <a:pt x="23739" y="4560"/>
                  </a:lnTo>
                  <a:cubicBezTo>
                    <a:pt x="23740" y="4560"/>
                    <a:pt x="23740" y="4560"/>
                    <a:pt x="23740" y="4560"/>
                  </a:cubicBezTo>
                  <a:lnTo>
                    <a:pt x="23740" y="4560"/>
                  </a:lnTo>
                  <a:cubicBezTo>
                    <a:pt x="23740" y="4560"/>
                    <a:pt x="23740" y="4560"/>
                    <a:pt x="23739" y="4560"/>
                  </a:cubicBezTo>
                  <a:close/>
                  <a:moveTo>
                    <a:pt x="23740" y="4560"/>
                  </a:moveTo>
                  <a:lnTo>
                    <a:pt x="23740" y="4560"/>
                  </a:lnTo>
                  <a:cubicBezTo>
                    <a:pt x="23797" y="4599"/>
                    <a:pt x="23819" y="4637"/>
                    <a:pt x="23857" y="4637"/>
                  </a:cubicBezTo>
                  <a:cubicBezTo>
                    <a:pt x="23879" y="4637"/>
                    <a:pt x="23908" y="4624"/>
                    <a:pt x="23952" y="4590"/>
                  </a:cubicBezTo>
                  <a:lnTo>
                    <a:pt x="23952" y="4590"/>
                  </a:lnTo>
                  <a:cubicBezTo>
                    <a:pt x="23933" y="4594"/>
                    <a:pt x="23914" y="4596"/>
                    <a:pt x="23895" y="4596"/>
                  </a:cubicBezTo>
                  <a:cubicBezTo>
                    <a:pt x="23843" y="4596"/>
                    <a:pt x="23790" y="4583"/>
                    <a:pt x="23740" y="4560"/>
                  </a:cubicBezTo>
                  <a:close/>
                  <a:moveTo>
                    <a:pt x="26111" y="5981"/>
                  </a:moveTo>
                  <a:cubicBezTo>
                    <a:pt x="26119" y="5994"/>
                    <a:pt x="26129" y="6007"/>
                    <a:pt x="26141" y="6019"/>
                  </a:cubicBezTo>
                  <a:cubicBezTo>
                    <a:pt x="26131" y="6005"/>
                    <a:pt x="26121" y="5993"/>
                    <a:pt x="26111" y="5981"/>
                  </a:cubicBezTo>
                  <a:close/>
                  <a:moveTo>
                    <a:pt x="6991" y="6870"/>
                  </a:moveTo>
                  <a:cubicBezTo>
                    <a:pt x="7235" y="6870"/>
                    <a:pt x="7143" y="6870"/>
                    <a:pt x="6991" y="6900"/>
                  </a:cubicBezTo>
                  <a:lnTo>
                    <a:pt x="6991" y="6870"/>
                  </a:lnTo>
                  <a:close/>
                  <a:moveTo>
                    <a:pt x="26512" y="7018"/>
                  </a:moveTo>
                  <a:cubicBezTo>
                    <a:pt x="26632" y="7018"/>
                    <a:pt x="26657" y="7159"/>
                    <a:pt x="26657" y="7326"/>
                  </a:cubicBezTo>
                  <a:cubicBezTo>
                    <a:pt x="26566" y="7265"/>
                    <a:pt x="26475" y="7144"/>
                    <a:pt x="26475" y="7022"/>
                  </a:cubicBezTo>
                  <a:cubicBezTo>
                    <a:pt x="26488" y="7019"/>
                    <a:pt x="26500" y="7018"/>
                    <a:pt x="26512" y="7018"/>
                  </a:cubicBezTo>
                  <a:close/>
                  <a:moveTo>
                    <a:pt x="4438" y="7569"/>
                  </a:moveTo>
                  <a:cubicBezTo>
                    <a:pt x="4441" y="7571"/>
                    <a:pt x="4444" y="7574"/>
                    <a:pt x="4447" y="7576"/>
                  </a:cubicBezTo>
                  <a:lnTo>
                    <a:pt x="4447" y="7576"/>
                  </a:lnTo>
                  <a:lnTo>
                    <a:pt x="4438" y="7569"/>
                  </a:lnTo>
                  <a:close/>
                  <a:moveTo>
                    <a:pt x="4447" y="7576"/>
                  </a:moveTo>
                  <a:lnTo>
                    <a:pt x="4448" y="7576"/>
                  </a:lnTo>
                  <a:lnTo>
                    <a:pt x="4448" y="7576"/>
                  </a:lnTo>
                  <a:cubicBezTo>
                    <a:pt x="4448" y="7576"/>
                    <a:pt x="4448" y="7576"/>
                    <a:pt x="4448" y="7576"/>
                  </a:cubicBezTo>
                  <a:lnTo>
                    <a:pt x="4448" y="7576"/>
                  </a:lnTo>
                  <a:cubicBezTo>
                    <a:pt x="4448" y="7576"/>
                    <a:pt x="4448" y="7576"/>
                    <a:pt x="4447" y="7576"/>
                  </a:cubicBezTo>
                  <a:close/>
                  <a:moveTo>
                    <a:pt x="4803" y="7387"/>
                  </a:moveTo>
                  <a:cubicBezTo>
                    <a:pt x="4817" y="7515"/>
                    <a:pt x="4625" y="7536"/>
                    <a:pt x="4448" y="7576"/>
                  </a:cubicBezTo>
                  <a:lnTo>
                    <a:pt x="4448" y="7576"/>
                  </a:lnTo>
                  <a:cubicBezTo>
                    <a:pt x="4479" y="7596"/>
                    <a:pt x="4519" y="7605"/>
                    <a:pt x="4560" y="7605"/>
                  </a:cubicBezTo>
                  <a:cubicBezTo>
                    <a:pt x="4685" y="7605"/>
                    <a:pt x="4825" y="7520"/>
                    <a:pt x="4803" y="7387"/>
                  </a:cubicBezTo>
                  <a:close/>
                  <a:moveTo>
                    <a:pt x="30062" y="15046"/>
                  </a:moveTo>
                  <a:lnTo>
                    <a:pt x="30062" y="15046"/>
                  </a:lnTo>
                  <a:cubicBezTo>
                    <a:pt x="30123" y="15198"/>
                    <a:pt x="30275" y="15502"/>
                    <a:pt x="30031" y="15502"/>
                  </a:cubicBezTo>
                  <a:cubicBezTo>
                    <a:pt x="29697" y="15259"/>
                    <a:pt x="29879" y="15229"/>
                    <a:pt x="30062" y="15046"/>
                  </a:cubicBezTo>
                  <a:close/>
                  <a:moveTo>
                    <a:pt x="29257" y="17401"/>
                  </a:moveTo>
                  <a:lnTo>
                    <a:pt x="29241" y="17448"/>
                  </a:lnTo>
                  <a:cubicBezTo>
                    <a:pt x="29251" y="17433"/>
                    <a:pt x="29256" y="17417"/>
                    <a:pt x="29257" y="17401"/>
                  </a:cubicBezTo>
                  <a:close/>
                  <a:moveTo>
                    <a:pt x="10639" y="25411"/>
                  </a:moveTo>
                  <a:cubicBezTo>
                    <a:pt x="10641" y="25431"/>
                    <a:pt x="10644" y="25449"/>
                    <a:pt x="10648" y="25468"/>
                  </a:cubicBezTo>
                  <a:lnTo>
                    <a:pt x="10648" y="25468"/>
                  </a:lnTo>
                  <a:cubicBezTo>
                    <a:pt x="10647" y="25451"/>
                    <a:pt x="10644" y="25432"/>
                    <a:pt x="10639" y="25411"/>
                  </a:cubicBezTo>
                  <a:close/>
                  <a:moveTo>
                    <a:pt x="15806" y="26536"/>
                  </a:moveTo>
                  <a:lnTo>
                    <a:pt x="15867" y="26627"/>
                  </a:lnTo>
                  <a:cubicBezTo>
                    <a:pt x="15805" y="26654"/>
                    <a:pt x="15766" y="26665"/>
                    <a:pt x="15744" y="26665"/>
                  </a:cubicBezTo>
                  <a:cubicBezTo>
                    <a:pt x="15690" y="26665"/>
                    <a:pt x="15733" y="26600"/>
                    <a:pt x="15776" y="26536"/>
                  </a:cubicBezTo>
                  <a:close/>
                  <a:moveTo>
                    <a:pt x="6274" y="27644"/>
                  </a:moveTo>
                  <a:lnTo>
                    <a:pt x="6292" y="27661"/>
                  </a:lnTo>
                  <a:cubicBezTo>
                    <a:pt x="6288" y="27654"/>
                    <a:pt x="6281" y="27649"/>
                    <a:pt x="6274" y="27644"/>
                  </a:cubicBezTo>
                  <a:close/>
                  <a:moveTo>
                    <a:pt x="21369" y="28755"/>
                  </a:moveTo>
                  <a:cubicBezTo>
                    <a:pt x="21367" y="28757"/>
                    <a:pt x="21366" y="28759"/>
                    <a:pt x="21364" y="28761"/>
                  </a:cubicBezTo>
                  <a:lnTo>
                    <a:pt x="21364" y="28761"/>
                  </a:lnTo>
                  <a:cubicBezTo>
                    <a:pt x="21366" y="28759"/>
                    <a:pt x="21367" y="28757"/>
                    <a:pt x="21369" y="28755"/>
                  </a:cubicBezTo>
                  <a:close/>
                  <a:moveTo>
                    <a:pt x="15593" y="1"/>
                  </a:moveTo>
                  <a:cubicBezTo>
                    <a:pt x="15593" y="517"/>
                    <a:pt x="14803" y="487"/>
                    <a:pt x="14834" y="912"/>
                  </a:cubicBezTo>
                  <a:cubicBezTo>
                    <a:pt x="15198" y="760"/>
                    <a:pt x="15563" y="578"/>
                    <a:pt x="15928" y="426"/>
                  </a:cubicBezTo>
                  <a:lnTo>
                    <a:pt x="15928" y="426"/>
                  </a:lnTo>
                  <a:cubicBezTo>
                    <a:pt x="15928" y="918"/>
                    <a:pt x="15295" y="1740"/>
                    <a:pt x="14710" y="1740"/>
                  </a:cubicBezTo>
                  <a:cubicBezTo>
                    <a:pt x="14680" y="1740"/>
                    <a:pt x="14650" y="1738"/>
                    <a:pt x="14621" y="1733"/>
                  </a:cubicBezTo>
                  <a:cubicBezTo>
                    <a:pt x="14438" y="1551"/>
                    <a:pt x="14712" y="852"/>
                    <a:pt x="14712" y="669"/>
                  </a:cubicBezTo>
                  <a:lnTo>
                    <a:pt x="14712" y="669"/>
                  </a:lnTo>
                  <a:cubicBezTo>
                    <a:pt x="14641" y="811"/>
                    <a:pt x="14297" y="952"/>
                    <a:pt x="14103" y="952"/>
                  </a:cubicBezTo>
                  <a:cubicBezTo>
                    <a:pt x="14047" y="952"/>
                    <a:pt x="14003" y="940"/>
                    <a:pt x="13982" y="912"/>
                  </a:cubicBezTo>
                  <a:lnTo>
                    <a:pt x="14256" y="639"/>
                  </a:lnTo>
                  <a:cubicBezTo>
                    <a:pt x="14218" y="621"/>
                    <a:pt x="14182" y="614"/>
                    <a:pt x="14148" y="614"/>
                  </a:cubicBezTo>
                  <a:cubicBezTo>
                    <a:pt x="13899" y="614"/>
                    <a:pt x="13741" y="1030"/>
                    <a:pt x="13462" y="1030"/>
                  </a:cubicBezTo>
                  <a:cubicBezTo>
                    <a:pt x="13383" y="1030"/>
                    <a:pt x="13295" y="997"/>
                    <a:pt x="13192" y="912"/>
                  </a:cubicBezTo>
                  <a:cubicBezTo>
                    <a:pt x="13073" y="912"/>
                    <a:pt x="12787" y="577"/>
                    <a:pt x="12682" y="577"/>
                  </a:cubicBezTo>
                  <a:cubicBezTo>
                    <a:pt x="12653" y="577"/>
                    <a:pt x="12638" y="603"/>
                    <a:pt x="12645" y="669"/>
                  </a:cubicBezTo>
                  <a:cubicBezTo>
                    <a:pt x="13010" y="1186"/>
                    <a:pt x="13283" y="2949"/>
                    <a:pt x="13223" y="3375"/>
                  </a:cubicBezTo>
                  <a:cubicBezTo>
                    <a:pt x="12858" y="3192"/>
                    <a:pt x="12523" y="2979"/>
                    <a:pt x="12219" y="2736"/>
                  </a:cubicBezTo>
                  <a:cubicBezTo>
                    <a:pt x="11855" y="2341"/>
                    <a:pt x="12311" y="1581"/>
                    <a:pt x="12037" y="1277"/>
                  </a:cubicBezTo>
                  <a:lnTo>
                    <a:pt x="12037" y="1277"/>
                  </a:lnTo>
                  <a:cubicBezTo>
                    <a:pt x="12037" y="1399"/>
                    <a:pt x="12007" y="1551"/>
                    <a:pt x="11916" y="1672"/>
                  </a:cubicBezTo>
                  <a:cubicBezTo>
                    <a:pt x="11766" y="1598"/>
                    <a:pt x="11841" y="1360"/>
                    <a:pt x="11689" y="1360"/>
                  </a:cubicBezTo>
                  <a:cubicBezTo>
                    <a:pt x="11656" y="1360"/>
                    <a:pt x="11611" y="1371"/>
                    <a:pt x="11551" y="1399"/>
                  </a:cubicBezTo>
                  <a:cubicBezTo>
                    <a:pt x="11612" y="1885"/>
                    <a:pt x="10852" y="1551"/>
                    <a:pt x="11490" y="1855"/>
                  </a:cubicBezTo>
                  <a:cubicBezTo>
                    <a:pt x="11387" y="1935"/>
                    <a:pt x="11305" y="1955"/>
                    <a:pt x="11224" y="1955"/>
                  </a:cubicBezTo>
                  <a:cubicBezTo>
                    <a:pt x="11146" y="1955"/>
                    <a:pt x="11067" y="1936"/>
                    <a:pt x="10970" y="1936"/>
                  </a:cubicBezTo>
                  <a:cubicBezTo>
                    <a:pt x="10901" y="1936"/>
                    <a:pt x="10824" y="1945"/>
                    <a:pt x="10730" y="1976"/>
                  </a:cubicBezTo>
                  <a:cubicBezTo>
                    <a:pt x="10943" y="2250"/>
                    <a:pt x="10760" y="3162"/>
                    <a:pt x="10517" y="3405"/>
                  </a:cubicBezTo>
                  <a:cubicBezTo>
                    <a:pt x="10487" y="3283"/>
                    <a:pt x="10396" y="3162"/>
                    <a:pt x="10305" y="3071"/>
                  </a:cubicBezTo>
                  <a:cubicBezTo>
                    <a:pt x="9697" y="3283"/>
                    <a:pt x="9271" y="3192"/>
                    <a:pt x="8694" y="3466"/>
                  </a:cubicBezTo>
                  <a:cubicBezTo>
                    <a:pt x="8602" y="3375"/>
                    <a:pt x="8268" y="3375"/>
                    <a:pt x="8268" y="3131"/>
                  </a:cubicBezTo>
                  <a:cubicBezTo>
                    <a:pt x="8238" y="3253"/>
                    <a:pt x="8238" y="3435"/>
                    <a:pt x="8086" y="3526"/>
                  </a:cubicBezTo>
                  <a:cubicBezTo>
                    <a:pt x="7539" y="3314"/>
                    <a:pt x="8420" y="3283"/>
                    <a:pt x="7934" y="2949"/>
                  </a:cubicBezTo>
                  <a:lnTo>
                    <a:pt x="7934" y="2949"/>
                  </a:lnTo>
                  <a:cubicBezTo>
                    <a:pt x="8055" y="3223"/>
                    <a:pt x="7660" y="3526"/>
                    <a:pt x="7539" y="3830"/>
                  </a:cubicBezTo>
                  <a:cubicBezTo>
                    <a:pt x="7599" y="3911"/>
                    <a:pt x="7660" y="3944"/>
                    <a:pt x="7722" y="3944"/>
                  </a:cubicBezTo>
                  <a:cubicBezTo>
                    <a:pt x="7940" y="3944"/>
                    <a:pt x="8156" y="3527"/>
                    <a:pt x="8298" y="3314"/>
                  </a:cubicBezTo>
                  <a:lnTo>
                    <a:pt x="8298" y="3314"/>
                  </a:lnTo>
                  <a:cubicBezTo>
                    <a:pt x="8542" y="3922"/>
                    <a:pt x="8450" y="4651"/>
                    <a:pt x="8086" y="5198"/>
                  </a:cubicBezTo>
                  <a:cubicBezTo>
                    <a:pt x="8005" y="5294"/>
                    <a:pt x="7940" y="5329"/>
                    <a:pt x="7888" y="5329"/>
                  </a:cubicBezTo>
                  <a:cubicBezTo>
                    <a:pt x="7743" y="5329"/>
                    <a:pt x="7694" y="5061"/>
                    <a:pt x="7669" y="5061"/>
                  </a:cubicBezTo>
                  <a:cubicBezTo>
                    <a:pt x="7666" y="5061"/>
                    <a:pt x="7663" y="5066"/>
                    <a:pt x="7660" y="5077"/>
                  </a:cubicBezTo>
                  <a:cubicBezTo>
                    <a:pt x="6809" y="5472"/>
                    <a:pt x="7599" y="6414"/>
                    <a:pt x="6718" y="6444"/>
                  </a:cubicBezTo>
                  <a:cubicBezTo>
                    <a:pt x="6262" y="6292"/>
                    <a:pt x="6262" y="5806"/>
                    <a:pt x="6049" y="5624"/>
                  </a:cubicBezTo>
                  <a:cubicBezTo>
                    <a:pt x="6292" y="5229"/>
                    <a:pt x="6718" y="5472"/>
                    <a:pt x="6931" y="5320"/>
                  </a:cubicBezTo>
                  <a:lnTo>
                    <a:pt x="6535" y="5320"/>
                  </a:lnTo>
                  <a:cubicBezTo>
                    <a:pt x="6564" y="5177"/>
                    <a:pt x="6728" y="4952"/>
                    <a:pt x="6899" y="4952"/>
                  </a:cubicBezTo>
                  <a:cubicBezTo>
                    <a:pt x="6910" y="4952"/>
                    <a:pt x="6920" y="4953"/>
                    <a:pt x="6931" y="4955"/>
                  </a:cubicBezTo>
                  <a:cubicBezTo>
                    <a:pt x="6896" y="4940"/>
                    <a:pt x="6858" y="4934"/>
                    <a:pt x="6816" y="4934"/>
                  </a:cubicBezTo>
                  <a:cubicBezTo>
                    <a:pt x="6600" y="4934"/>
                    <a:pt x="6294" y="5116"/>
                    <a:pt x="5988" y="5320"/>
                  </a:cubicBezTo>
                  <a:cubicBezTo>
                    <a:pt x="5624" y="5624"/>
                    <a:pt x="5198" y="5837"/>
                    <a:pt x="4773" y="6019"/>
                  </a:cubicBezTo>
                  <a:cubicBezTo>
                    <a:pt x="4773" y="6201"/>
                    <a:pt x="4681" y="6444"/>
                    <a:pt x="4864" y="6505"/>
                  </a:cubicBezTo>
                  <a:lnTo>
                    <a:pt x="5016" y="6323"/>
                  </a:lnTo>
                  <a:cubicBezTo>
                    <a:pt x="5360" y="6409"/>
                    <a:pt x="5027" y="6875"/>
                    <a:pt x="5245" y="6875"/>
                  </a:cubicBezTo>
                  <a:cubicBezTo>
                    <a:pt x="5258" y="6875"/>
                    <a:pt x="5272" y="6873"/>
                    <a:pt x="5289" y="6870"/>
                  </a:cubicBezTo>
                  <a:lnTo>
                    <a:pt x="5289" y="6870"/>
                  </a:lnTo>
                  <a:cubicBezTo>
                    <a:pt x="5228" y="7235"/>
                    <a:pt x="5228" y="7691"/>
                    <a:pt x="4833" y="7843"/>
                  </a:cubicBezTo>
                  <a:lnTo>
                    <a:pt x="4448" y="7576"/>
                  </a:lnTo>
                  <a:lnTo>
                    <a:pt x="4448" y="7576"/>
                  </a:lnTo>
                  <a:cubicBezTo>
                    <a:pt x="4246" y="7621"/>
                    <a:pt x="4064" y="7689"/>
                    <a:pt x="4225" y="7964"/>
                  </a:cubicBezTo>
                  <a:lnTo>
                    <a:pt x="4681" y="7964"/>
                  </a:lnTo>
                  <a:lnTo>
                    <a:pt x="4681" y="8603"/>
                  </a:lnTo>
                  <a:cubicBezTo>
                    <a:pt x="4681" y="8785"/>
                    <a:pt x="4651" y="8967"/>
                    <a:pt x="4499" y="9058"/>
                  </a:cubicBezTo>
                  <a:cubicBezTo>
                    <a:pt x="4610" y="9098"/>
                    <a:pt x="4663" y="9111"/>
                    <a:pt x="4690" y="9111"/>
                  </a:cubicBezTo>
                  <a:cubicBezTo>
                    <a:pt x="4741" y="9111"/>
                    <a:pt x="4705" y="9067"/>
                    <a:pt x="4785" y="9067"/>
                  </a:cubicBezTo>
                  <a:cubicBezTo>
                    <a:pt x="4827" y="9067"/>
                    <a:pt x="4904" y="9080"/>
                    <a:pt x="5046" y="9119"/>
                  </a:cubicBezTo>
                  <a:cubicBezTo>
                    <a:pt x="4428" y="8854"/>
                    <a:pt x="5522" y="8561"/>
                    <a:pt x="4926" y="8321"/>
                  </a:cubicBezTo>
                  <a:lnTo>
                    <a:pt x="4926" y="8321"/>
                  </a:lnTo>
                  <a:cubicBezTo>
                    <a:pt x="5061" y="8368"/>
                    <a:pt x="5155" y="8385"/>
                    <a:pt x="5228" y="8385"/>
                  </a:cubicBezTo>
                  <a:cubicBezTo>
                    <a:pt x="5403" y="8385"/>
                    <a:pt x="5457" y="8291"/>
                    <a:pt x="5662" y="8291"/>
                  </a:cubicBezTo>
                  <a:cubicBezTo>
                    <a:pt x="5731" y="8291"/>
                    <a:pt x="5816" y="8301"/>
                    <a:pt x="5928" y="8329"/>
                  </a:cubicBezTo>
                  <a:cubicBezTo>
                    <a:pt x="5836" y="8238"/>
                    <a:pt x="5654" y="8207"/>
                    <a:pt x="5897" y="8086"/>
                  </a:cubicBezTo>
                  <a:cubicBezTo>
                    <a:pt x="5897" y="8025"/>
                    <a:pt x="5867" y="7995"/>
                    <a:pt x="5867" y="7934"/>
                  </a:cubicBezTo>
                  <a:cubicBezTo>
                    <a:pt x="5776" y="7934"/>
                    <a:pt x="5684" y="7903"/>
                    <a:pt x="5593" y="7873"/>
                  </a:cubicBezTo>
                  <a:cubicBezTo>
                    <a:pt x="5472" y="7508"/>
                    <a:pt x="5806" y="7204"/>
                    <a:pt x="5836" y="6961"/>
                  </a:cubicBezTo>
                  <a:cubicBezTo>
                    <a:pt x="5848" y="6959"/>
                    <a:pt x="5859" y="6958"/>
                    <a:pt x="5868" y="6958"/>
                  </a:cubicBezTo>
                  <a:cubicBezTo>
                    <a:pt x="6000" y="6958"/>
                    <a:pt x="5879" y="7148"/>
                    <a:pt x="6049" y="7204"/>
                  </a:cubicBezTo>
                  <a:lnTo>
                    <a:pt x="6080" y="6870"/>
                  </a:lnTo>
                  <a:cubicBezTo>
                    <a:pt x="6323" y="7113"/>
                    <a:pt x="6779" y="7052"/>
                    <a:pt x="6596" y="7417"/>
                  </a:cubicBezTo>
                  <a:lnTo>
                    <a:pt x="6900" y="7235"/>
                  </a:lnTo>
                  <a:cubicBezTo>
                    <a:pt x="6925" y="7238"/>
                    <a:pt x="6950" y="7239"/>
                    <a:pt x="6975" y="7239"/>
                  </a:cubicBezTo>
                  <a:cubicBezTo>
                    <a:pt x="7192" y="7239"/>
                    <a:pt x="7399" y="7122"/>
                    <a:pt x="7508" y="6931"/>
                  </a:cubicBezTo>
                  <a:cubicBezTo>
                    <a:pt x="7651" y="6907"/>
                    <a:pt x="7682" y="6566"/>
                    <a:pt x="7689" y="6566"/>
                  </a:cubicBezTo>
                  <a:cubicBezTo>
                    <a:pt x="7691" y="6566"/>
                    <a:pt x="7691" y="6592"/>
                    <a:pt x="7691" y="6657"/>
                  </a:cubicBezTo>
                  <a:cubicBezTo>
                    <a:pt x="7843" y="6505"/>
                    <a:pt x="7964" y="6353"/>
                    <a:pt x="8086" y="6171"/>
                  </a:cubicBezTo>
                  <a:lnTo>
                    <a:pt x="8146" y="6262"/>
                  </a:lnTo>
                  <a:cubicBezTo>
                    <a:pt x="8571" y="6023"/>
                    <a:pt x="8834" y="5367"/>
                    <a:pt x="9481" y="5367"/>
                  </a:cubicBezTo>
                  <a:cubicBezTo>
                    <a:pt x="9575" y="5367"/>
                    <a:pt x="9676" y="5380"/>
                    <a:pt x="9788" y="5411"/>
                  </a:cubicBezTo>
                  <a:cubicBezTo>
                    <a:pt x="9909" y="5198"/>
                    <a:pt x="10122" y="5077"/>
                    <a:pt x="10365" y="5046"/>
                  </a:cubicBezTo>
                  <a:lnTo>
                    <a:pt x="10548" y="5289"/>
                  </a:lnTo>
                  <a:cubicBezTo>
                    <a:pt x="10730" y="5077"/>
                    <a:pt x="11308" y="5289"/>
                    <a:pt x="11308" y="4955"/>
                  </a:cubicBezTo>
                  <a:cubicBezTo>
                    <a:pt x="11449" y="5150"/>
                    <a:pt x="11604" y="5218"/>
                    <a:pt x="11762" y="5218"/>
                  </a:cubicBezTo>
                  <a:cubicBezTo>
                    <a:pt x="12138" y="5218"/>
                    <a:pt x="12535" y="4833"/>
                    <a:pt x="12834" y="4833"/>
                  </a:cubicBezTo>
                  <a:cubicBezTo>
                    <a:pt x="12842" y="4833"/>
                    <a:pt x="12850" y="4833"/>
                    <a:pt x="12858" y="4834"/>
                  </a:cubicBezTo>
                  <a:lnTo>
                    <a:pt x="12797" y="4469"/>
                  </a:lnTo>
                  <a:cubicBezTo>
                    <a:pt x="13101" y="4408"/>
                    <a:pt x="13375" y="4256"/>
                    <a:pt x="13648" y="4074"/>
                  </a:cubicBezTo>
                  <a:lnTo>
                    <a:pt x="13557" y="3739"/>
                  </a:lnTo>
                  <a:cubicBezTo>
                    <a:pt x="13628" y="3669"/>
                    <a:pt x="13712" y="3644"/>
                    <a:pt x="13803" y="3644"/>
                  </a:cubicBezTo>
                  <a:cubicBezTo>
                    <a:pt x="13907" y="3644"/>
                    <a:pt x="14021" y="3676"/>
                    <a:pt x="14134" y="3709"/>
                  </a:cubicBezTo>
                  <a:cubicBezTo>
                    <a:pt x="14378" y="3800"/>
                    <a:pt x="14621" y="3861"/>
                    <a:pt x="14864" y="3861"/>
                  </a:cubicBezTo>
                  <a:cubicBezTo>
                    <a:pt x="14849" y="3922"/>
                    <a:pt x="14811" y="3944"/>
                    <a:pt x="14765" y="3944"/>
                  </a:cubicBezTo>
                  <a:cubicBezTo>
                    <a:pt x="14720" y="3944"/>
                    <a:pt x="14666" y="3922"/>
                    <a:pt x="14621" y="3891"/>
                  </a:cubicBezTo>
                  <a:lnTo>
                    <a:pt x="14621" y="3891"/>
                  </a:lnTo>
                  <a:cubicBezTo>
                    <a:pt x="14754" y="4068"/>
                    <a:pt x="14886" y="4131"/>
                    <a:pt x="15026" y="4131"/>
                  </a:cubicBezTo>
                  <a:cubicBezTo>
                    <a:pt x="15174" y="4131"/>
                    <a:pt x="15330" y="4061"/>
                    <a:pt x="15502" y="3982"/>
                  </a:cubicBezTo>
                  <a:cubicBezTo>
                    <a:pt x="15672" y="3880"/>
                    <a:pt x="15843" y="3797"/>
                    <a:pt x="15997" y="3797"/>
                  </a:cubicBezTo>
                  <a:cubicBezTo>
                    <a:pt x="16118" y="3797"/>
                    <a:pt x="16229" y="3849"/>
                    <a:pt x="16323" y="3982"/>
                  </a:cubicBezTo>
                  <a:cubicBezTo>
                    <a:pt x="16355" y="3961"/>
                    <a:pt x="16395" y="3951"/>
                    <a:pt x="16436" y="3951"/>
                  </a:cubicBezTo>
                  <a:cubicBezTo>
                    <a:pt x="16510" y="3951"/>
                    <a:pt x="16588" y="3984"/>
                    <a:pt x="16627" y="4043"/>
                  </a:cubicBezTo>
                  <a:lnTo>
                    <a:pt x="16657" y="4043"/>
                  </a:lnTo>
                  <a:cubicBezTo>
                    <a:pt x="16661" y="4054"/>
                    <a:pt x="16664" y="4064"/>
                    <a:pt x="16668" y="4074"/>
                  </a:cubicBezTo>
                  <a:lnTo>
                    <a:pt x="16668" y="4074"/>
                  </a:lnTo>
                  <a:cubicBezTo>
                    <a:pt x="16816" y="4072"/>
                    <a:pt x="16964" y="4043"/>
                    <a:pt x="17083" y="4013"/>
                  </a:cubicBezTo>
                  <a:lnTo>
                    <a:pt x="17083" y="4013"/>
                  </a:lnTo>
                  <a:lnTo>
                    <a:pt x="17052" y="4408"/>
                  </a:lnTo>
                  <a:lnTo>
                    <a:pt x="17083" y="4408"/>
                  </a:lnTo>
                  <a:cubicBezTo>
                    <a:pt x="17105" y="4436"/>
                    <a:pt x="17126" y="4449"/>
                    <a:pt x="17144" y="4449"/>
                  </a:cubicBezTo>
                  <a:cubicBezTo>
                    <a:pt x="17224" y="4449"/>
                    <a:pt x="17260" y="4205"/>
                    <a:pt x="17235" y="3982"/>
                  </a:cubicBezTo>
                  <a:cubicBezTo>
                    <a:pt x="17326" y="3952"/>
                    <a:pt x="17417" y="3891"/>
                    <a:pt x="17508" y="3830"/>
                  </a:cubicBezTo>
                  <a:lnTo>
                    <a:pt x="17508" y="3830"/>
                  </a:lnTo>
                  <a:cubicBezTo>
                    <a:pt x="17483" y="4067"/>
                    <a:pt x="17550" y="4099"/>
                    <a:pt x="17635" y="4099"/>
                  </a:cubicBezTo>
                  <a:cubicBezTo>
                    <a:pt x="17668" y="4099"/>
                    <a:pt x="17704" y="4095"/>
                    <a:pt x="17739" y="4095"/>
                  </a:cubicBezTo>
                  <a:cubicBezTo>
                    <a:pt x="17833" y="4095"/>
                    <a:pt x="17917" y="4131"/>
                    <a:pt x="17903" y="4408"/>
                  </a:cubicBezTo>
                  <a:cubicBezTo>
                    <a:pt x="18086" y="4134"/>
                    <a:pt x="18694" y="4469"/>
                    <a:pt x="19028" y="3891"/>
                  </a:cubicBezTo>
                  <a:lnTo>
                    <a:pt x="19028" y="3891"/>
                  </a:lnTo>
                  <a:cubicBezTo>
                    <a:pt x="19003" y="3966"/>
                    <a:pt x="19019" y="4021"/>
                    <a:pt x="18992" y="4021"/>
                  </a:cubicBezTo>
                  <a:cubicBezTo>
                    <a:pt x="18986" y="4021"/>
                    <a:pt x="18978" y="4018"/>
                    <a:pt x="18967" y="4013"/>
                  </a:cubicBezTo>
                  <a:lnTo>
                    <a:pt x="18967" y="4013"/>
                  </a:lnTo>
                  <a:cubicBezTo>
                    <a:pt x="19063" y="4109"/>
                    <a:pt x="19178" y="4223"/>
                    <a:pt x="19326" y="4223"/>
                  </a:cubicBezTo>
                  <a:cubicBezTo>
                    <a:pt x="19366" y="4223"/>
                    <a:pt x="19408" y="4215"/>
                    <a:pt x="19454" y="4195"/>
                  </a:cubicBezTo>
                  <a:lnTo>
                    <a:pt x="19454" y="4195"/>
                  </a:lnTo>
                  <a:lnTo>
                    <a:pt x="19332" y="4651"/>
                  </a:lnTo>
                  <a:cubicBezTo>
                    <a:pt x="19545" y="4499"/>
                    <a:pt x="19758" y="4378"/>
                    <a:pt x="19940" y="4256"/>
                  </a:cubicBezTo>
                  <a:lnTo>
                    <a:pt x="19940" y="4256"/>
                  </a:lnTo>
                  <a:cubicBezTo>
                    <a:pt x="20062" y="4651"/>
                    <a:pt x="20062" y="4803"/>
                    <a:pt x="19697" y="5016"/>
                  </a:cubicBezTo>
                  <a:cubicBezTo>
                    <a:pt x="19979" y="4937"/>
                    <a:pt x="20118" y="4921"/>
                    <a:pt x="20218" y="4921"/>
                  </a:cubicBezTo>
                  <a:cubicBezTo>
                    <a:pt x="20288" y="4921"/>
                    <a:pt x="20338" y="4929"/>
                    <a:pt x="20403" y="4929"/>
                  </a:cubicBezTo>
                  <a:cubicBezTo>
                    <a:pt x="20497" y="4929"/>
                    <a:pt x="20623" y="4912"/>
                    <a:pt x="20882" y="4834"/>
                  </a:cubicBezTo>
                  <a:lnTo>
                    <a:pt x="20882" y="4834"/>
                  </a:lnTo>
                  <a:lnTo>
                    <a:pt x="20730" y="5077"/>
                  </a:lnTo>
                  <a:cubicBezTo>
                    <a:pt x="20755" y="5087"/>
                    <a:pt x="20788" y="5090"/>
                    <a:pt x="20826" y="5090"/>
                  </a:cubicBezTo>
                  <a:cubicBezTo>
                    <a:pt x="20911" y="5090"/>
                    <a:pt x="21019" y="5072"/>
                    <a:pt x="21112" y="5072"/>
                  </a:cubicBezTo>
                  <a:cubicBezTo>
                    <a:pt x="21230" y="5072"/>
                    <a:pt x="21322" y="5101"/>
                    <a:pt x="21308" y="5229"/>
                  </a:cubicBezTo>
                  <a:cubicBezTo>
                    <a:pt x="21338" y="5897"/>
                    <a:pt x="22949" y="6353"/>
                    <a:pt x="23405" y="7417"/>
                  </a:cubicBezTo>
                  <a:cubicBezTo>
                    <a:pt x="23499" y="7223"/>
                    <a:pt x="23555" y="7153"/>
                    <a:pt x="23592" y="7153"/>
                  </a:cubicBezTo>
                  <a:cubicBezTo>
                    <a:pt x="23687" y="7153"/>
                    <a:pt x="23658" y="7614"/>
                    <a:pt x="23818" y="7614"/>
                  </a:cubicBezTo>
                  <a:cubicBezTo>
                    <a:pt x="23859" y="7614"/>
                    <a:pt x="23912" y="7584"/>
                    <a:pt x="23983" y="7508"/>
                  </a:cubicBezTo>
                  <a:lnTo>
                    <a:pt x="23983" y="7508"/>
                  </a:lnTo>
                  <a:cubicBezTo>
                    <a:pt x="23891" y="7691"/>
                    <a:pt x="23922" y="7903"/>
                    <a:pt x="23679" y="7903"/>
                  </a:cubicBezTo>
                  <a:cubicBezTo>
                    <a:pt x="24143" y="8058"/>
                    <a:pt x="24082" y="8497"/>
                    <a:pt x="24442" y="8497"/>
                  </a:cubicBezTo>
                  <a:cubicBezTo>
                    <a:pt x="24507" y="8497"/>
                    <a:pt x="24585" y="8483"/>
                    <a:pt x="24682" y="8451"/>
                  </a:cubicBezTo>
                  <a:lnTo>
                    <a:pt x="24682" y="8451"/>
                  </a:lnTo>
                  <a:cubicBezTo>
                    <a:pt x="24591" y="8663"/>
                    <a:pt x="24408" y="8603"/>
                    <a:pt x="24347" y="8724"/>
                  </a:cubicBezTo>
                  <a:cubicBezTo>
                    <a:pt x="24408" y="8724"/>
                    <a:pt x="24591" y="8724"/>
                    <a:pt x="24530" y="8846"/>
                  </a:cubicBezTo>
                  <a:cubicBezTo>
                    <a:pt x="24509" y="8927"/>
                    <a:pt x="24449" y="8927"/>
                    <a:pt x="24374" y="8927"/>
                  </a:cubicBezTo>
                  <a:lnTo>
                    <a:pt x="24374" y="8927"/>
                  </a:lnTo>
                  <a:cubicBezTo>
                    <a:pt x="24337" y="8927"/>
                    <a:pt x="24297" y="8927"/>
                    <a:pt x="24256" y="8937"/>
                  </a:cubicBezTo>
                  <a:cubicBezTo>
                    <a:pt x="24347" y="9012"/>
                    <a:pt x="24445" y="9045"/>
                    <a:pt x="24548" y="9045"/>
                  </a:cubicBezTo>
                  <a:cubicBezTo>
                    <a:pt x="24860" y="9045"/>
                    <a:pt x="25220" y="8748"/>
                    <a:pt x="25563" y="8451"/>
                  </a:cubicBezTo>
                  <a:cubicBezTo>
                    <a:pt x="25563" y="8715"/>
                    <a:pt x="25611" y="8836"/>
                    <a:pt x="25800" y="8836"/>
                  </a:cubicBezTo>
                  <a:cubicBezTo>
                    <a:pt x="25871" y="8836"/>
                    <a:pt x="25963" y="8818"/>
                    <a:pt x="26080" y="8785"/>
                  </a:cubicBezTo>
                  <a:lnTo>
                    <a:pt x="26080" y="8785"/>
                  </a:lnTo>
                  <a:cubicBezTo>
                    <a:pt x="26012" y="8920"/>
                    <a:pt x="25978" y="9106"/>
                    <a:pt x="25866" y="9106"/>
                  </a:cubicBezTo>
                  <a:cubicBezTo>
                    <a:pt x="25827" y="9106"/>
                    <a:pt x="25778" y="9083"/>
                    <a:pt x="25715" y="9028"/>
                  </a:cubicBezTo>
                  <a:lnTo>
                    <a:pt x="25715" y="9028"/>
                  </a:lnTo>
                  <a:cubicBezTo>
                    <a:pt x="25806" y="9210"/>
                    <a:pt x="25898" y="9393"/>
                    <a:pt x="26050" y="9545"/>
                  </a:cubicBezTo>
                  <a:cubicBezTo>
                    <a:pt x="26137" y="9698"/>
                    <a:pt x="26256" y="9819"/>
                    <a:pt x="26394" y="9819"/>
                  </a:cubicBezTo>
                  <a:cubicBezTo>
                    <a:pt x="26449" y="9819"/>
                    <a:pt x="26506" y="9800"/>
                    <a:pt x="26566" y="9758"/>
                  </a:cubicBezTo>
                  <a:lnTo>
                    <a:pt x="26566" y="9758"/>
                  </a:lnTo>
                  <a:cubicBezTo>
                    <a:pt x="26505" y="9879"/>
                    <a:pt x="26688" y="9970"/>
                    <a:pt x="26749" y="10001"/>
                  </a:cubicBezTo>
                  <a:cubicBezTo>
                    <a:pt x="26870" y="10244"/>
                    <a:pt x="26992" y="10457"/>
                    <a:pt x="27174" y="10669"/>
                  </a:cubicBezTo>
                  <a:cubicBezTo>
                    <a:pt x="27174" y="10639"/>
                    <a:pt x="27174" y="10609"/>
                    <a:pt x="27174" y="10548"/>
                  </a:cubicBezTo>
                  <a:cubicBezTo>
                    <a:pt x="27264" y="10524"/>
                    <a:pt x="27331" y="10514"/>
                    <a:pt x="27382" y="10514"/>
                  </a:cubicBezTo>
                  <a:cubicBezTo>
                    <a:pt x="27661" y="10514"/>
                    <a:pt x="27450" y="10824"/>
                    <a:pt x="27630" y="11004"/>
                  </a:cubicBezTo>
                  <a:lnTo>
                    <a:pt x="27569" y="11004"/>
                  </a:lnTo>
                  <a:cubicBezTo>
                    <a:pt x="27539" y="11399"/>
                    <a:pt x="27569" y="11460"/>
                    <a:pt x="27630" y="11490"/>
                  </a:cubicBezTo>
                  <a:cubicBezTo>
                    <a:pt x="27721" y="11551"/>
                    <a:pt x="27812" y="11612"/>
                    <a:pt x="27600" y="11976"/>
                  </a:cubicBezTo>
                  <a:lnTo>
                    <a:pt x="27934" y="11855"/>
                  </a:lnTo>
                  <a:cubicBezTo>
                    <a:pt x="27963" y="11853"/>
                    <a:pt x="27990" y="11852"/>
                    <a:pt x="28014" y="11852"/>
                  </a:cubicBezTo>
                  <a:cubicBezTo>
                    <a:pt x="28316" y="11852"/>
                    <a:pt x="28229" y="12023"/>
                    <a:pt x="28116" y="12220"/>
                  </a:cubicBezTo>
                  <a:cubicBezTo>
                    <a:pt x="27964" y="12432"/>
                    <a:pt x="27721" y="12645"/>
                    <a:pt x="27873" y="12828"/>
                  </a:cubicBezTo>
                  <a:lnTo>
                    <a:pt x="28086" y="12706"/>
                  </a:lnTo>
                  <a:lnTo>
                    <a:pt x="28086" y="12706"/>
                  </a:lnTo>
                  <a:cubicBezTo>
                    <a:pt x="28208" y="12797"/>
                    <a:pt x="27934" y="12980"/>
                    <a:pt x="27630" y="13071"/>
                  </a:cubicBezTo>
                  <a:cubicBezTo>
                    <a:pt x="27387" y="13162"/>
                    <a:pt x="27113" y="13253"/>
                    <a:pt x="26870" y="13375"/>
                  </a:cubicBezTo>
                  <a:cubicBezTo>
                    <a:pt x="26864" y="13378"/>
                    <a:pt x="26857" y="13379"/>
                    <a:pt x="26852" y="13379"/>
                  </a:cubicBezTo>
                  <a:cubicBezTo>
                    <a:pt x="26803" y="13379"/>
                    <a:pt x="26776" y="13277"/>
                    <a:pt x="26749" y="13223"/>
                  </a:cubicBezTo>
                  <a:lnTo>
                    <a:pt x="26749" y="13223"/>
                  </a:lnTo>
                  <a:cubicBezTo>
                    <a:pt x="26232" y="13648"/>
                    <a:pt x="27205" y="13344"/>
                    <a:pt x="27265" y="13770"/>
                  </a:cubicBezTo>
                  <a:cubicBezTo>
                    <a:pt x="27083" y="13770"/>
                    <a:pt x="26860" y="13675"/>
                    <a:pt x="26705" y="13675"/>
                  </a:cubicBezTo>
                  <a:cubicBezTo>
                    <a:pt x="26627" y="13675"/>
                    <a:pt x="26566" y="13699"/>
                    <a:pt x="26536" y="13770"/>
                  </a:cubicBezTo>
                  <a:cubicBezTo>
                    <a:pt x="26293" y="13800"/>
                    <a:pt x="27144" y="14742"/>
                    <a:pt x="26505" y="14955"/>
                  </a:cubicBezTo>
                  <a:cubicBezTo>
                    <a:pt x="26548" y="14955"/>
                    <a:pt x="26592" y="14954"/>
                    <a:pt x="26635" y="14954"/>
                  </a:cubicBezTo>
                  <a:cubicBezTo>
                    <a:pt x="26808" y="14954"/>
                    <a:pt x="26974" y="14973"/>
                    <a:pt x="27022" y="15168"/>
                  </a:cubicBezTo>
                  <a:cubicBezTo>
                    <a:pt x="26961" y="15502"/>
                    <a:pt x="26019" y="15654"/>
                    <a:pt x="26445" y="16171"/>
                  </a:cubicBezTo>
                  <a:cubicBezTo>
                    <a:pt x="26414" y="16186"/>
                    <a:pt x="26384" y="16194"/>
                    <a:pt x="26357" y="16194"/>
                  </a:cubicBezTo>
                  <a:cubicBezTo>
                    <a:pt x="26331" y="16194"/>
                    <a:pt x="26308" y="16186"/>
                    <a:pt x="26293" y="16171"/>
                  </a:cubicBezTo>
                  <a:lnTo>
                    <a:pt x="26293" y="16171"/>
                  </a:lnTo>
                  <a:cubicBezTo>
                    <a:pt x="26323" y="16475"/>
                    <a:pt x="26141" y="16992"/>
                    <a:pt x="26384" y="17326"/>
                  </a:cubicBezTo>
                  <a:cubicBezTo>
                    <a:pt x="26273" y="17286"/>
                    <a:pt x="26181" y="17269"/>
                    <a:pt x="26103" y="17269"/>
                  </a:cubicBezTo>
                  <a:cubicBezTo>
                    <a:pt x="25454" y="17269"/>
                    <a:pt x="25835" y="18501"/>
                    <a:pt x="25398" y="18501"/>
                  </a:cubicBezTo>
                  <a:cubicBezTo>
                    <a:pt x="25326" y="18501"/>
                    <a:pt x="25232" y="18468"/>
                    <a:pt x="25107" y="18390"/>
                  </a:cubicBezTo>
                  <a:lnTo>
                    <a:pt x="24712" y="19089"/>
                  </a:lnTo>
                  <a:lnTo>
                    <a:pt x="24651" y="18998"/>
                  </a:lnTo>
                  <a:cubicBezTo>
                    <a:pt x="24378" y="19271"/>
                    <a:pt x="24347" y="19667"/>
                    <a:pt x="24530" y="19971"/>
                  </a:cubicBezTo>
                  <a:cubicBezTo>
                    <a:pt x="24510" y="19981"/>
                    <a:pt x="24492" y="19985"/>
                    <a:pt x="24477" y="19985"/>
                  </a:cubicBezTo>
                  <a:cubicBezTo>
                    <a:pt x="24397" y="19985"/>
                    <a:pt x="24368" y="19874"/>
                    <a:pt x="24317" y="19849"/>
                  </a:cubicBezTo>
                  <a:cubicBezTo>
                    <a:pt x="23709" y="20335"/>
                    <a:pt x="23709" y="20396"/>
                    <a:pt x="23800" y="21247"/>
                  </a:cubicBezTo>
                  <a:lnTo>
                    <a:pt x="23466" y="21065"/>
                  </a:lnTo>
                  <a:lnTo>
                    <a:pt x="23466" y="21065"/>
                  </a:lnTo>
                  <a:cubicBezTo>
                    <a:pt x="23527" y="21338"/>
                    <a:pt x="22341" y="21582"/>
                    <a:pt x="22220" y="22433"/>
                  </a:cubicBezTo>
                  <a:cubicBezTo>
                    <a:pt x="22159" y="22372"/>
                    <a:pt x="22128" y="22311"/>
                    <a:pt x="22128" y="22250"/>
                  </a:cubicBezTo>
                  <a:cubicBezTo>
                    <a:pt x="21977" y="23192"/>
                    <a:pt x="20092" y="23192"/>
                    <a:pt x="20943" y="24256"/>
                  </a:cubicBezTo>
                  <a:lnTo>
                    <a:pt x="20852" y="24925"/>
                  </a:lnTo>
                  <a:cubicBezTo>
                    <a:pt x="20968" y="24815"/>
                    <a:pt x="21051" y="24773"/>
                    <a:pt x="21114" y="24773"/>
                  </a:cubicBezTo>
                  <a:cubicBezTo>
                    <a:pt x="21334" y="24773"/>
                    <a:pt x="21305" y="25296"/>
                    <a:pt x="21561" y="25296"/>
                  </a:cubicBezTo>
                  <a:cubicBezTo>
                    <a:pt x="21577" y="25296"/>
                    <a:pt x="21594" y="25294"/>
                    <a:pt x="21612" y="25290"/>
                  </a:cubicBezTo>
                  <a:lnTo>
                    <a:pt x="21612" y="25290"/>
                  </a:lnTo>
                  <a:cubicBezTo>
                    <a:pt x="21548" y="25418"/>
                    <a:pt x="21340" y="25496"/>
                    <a:pt x="21180" y="25496"/>
                  </a:cubicBezTo>
                  <a:cubicBezTo>
                    <a:pt x="21037" y="25496"/>
                    <a:pt x="20932" y="25433"/>
                    <a:pt x="21004" y="25290"/>
                  </a:cubicBezTo>
                  <a:lnTo>
                    <a:pt x="21095" y="25290"/>
                  </a:lnTo>
                  <a:cubicBezTo>
                    <a:pt x="20992" y="25174"/>
                    <a:pt x="20899" y="25130"/>
                    <a:pt x="20812" y="25130"/>
                  </a:cubicBezTo>
                  <a:cubicBezTo>
                    <a:pt x="20547" y="25130"/>
                    <a:pt x="20343" y="25539"/>
                    <a:pt x="20120" y="25539"/>
                  </a:cubicBezTo>
                  <a:cubicBezTo>
                    <a:pt x="20071" y="25539"/>
                    <a:pt x="20022" y="25519"/>
                    <a:pt x="19970" y="25472"/>
                  </a:cubicBezTo>
                  <a:cubicBezTo>
                    <a:pt x="19636" y="25898"/>
                    <a:pt x="19180" y="26232"/>
                    <a:pt x="18663" y="26414"/>
                  </a:cubicBezTo>
                  <a:cubicBezTo>
                    <a:pt x="18344" y="26483"/>
                    <a:pt x="18008" y="26517"/>
                    <a:pt x="17667" y="26517"/>
                  </a:cubicBezTo>
                  <a:cubicBezTo>
                    <a:pt x="17554" y="26517"/>
                    <a:pt x="17440" y="26513"/>
                    <a:pt x="17326" y="26506"/>
                  </a:cubicBezTo>
                  <a:lnTo>
                    <a:pt x="17326" y="26506"/>
                  </a:lnTo>
                  <a:lnTo>
                    <a:pt x="17478" y="27022"/>
                  </a:lnTo>
                  <a:lnTo>
                    <a:pt x="17083" y="27022"/>
                  </a:lnTo>
                  <a:cubicBezTo>
                    <a:pt x="16992" y="26870"/>
                    <a:pt x="16961" y="26597"/>
                    <a:pt x="17235" y="26597"/>
                  </a:cubicBezTo>
                  <a:cubicBezTo>
                    <a:pt x="17209" y="26533"/>
                    <a:pt x="17174" y="26506"/>
                    <a:pt x="17134" y="26506"/>
                  </a:cubicBezTo>
                  <a:cubicBezTo>
                    <a:pt x="16986" y="26506"/>
                    <a:pt x="16772" y="26872"/>
                    <a:pt x="16748" y="26992"/>
                  </a:cubicBezTo>
                  <a:cubicBezTo>
                    <a:pt x="16171" y="26718"/>
                    <a:pt x="17022" y="26354"/>
                    <a:pt x="16840" y="26323"/>
                  </a:cubicBezTo>
                  <a:lnTo>
                    <a:pt x="16840" y="26323"/>
                  </a:lnTo>
                  <a:lnTo>
                    <a:pt x="16596" y="26354"/>
                  </a:lnTo>
                  <a:lnTo>
                    <a:pt x="16627" y="26445"/>
                  </a:lnTo>
                  <a:cubicBezTo>
                    <a:pt x="16464" y="26608"/>
                    <a:pt x="16398" y="26819"/>
                    <a:pt x="16126" y="26819"/>
                  </a:cubicBezTo>
                  <a:cubicBezTo>
                    <a:pt x="16093" y="26819"/>
                    <a:pt x="16058" y="26816"/>
                    <a:pt x="16019" y="26810"/>
                  </a:cubicBezTo>
                  <a:cubicBezTo>
                    <a:pt x="15806" y="26688"/>
                    <a:pt x="15928" y="26475"/>
                    <a:pt x="15837" y="26445"/>
                  </a:cubicBezTo>
                  <a:cubicBezTo>
                    <a:pt x="15837" y="26384"/>
                    <a:pt x="15837" y="26384"/>
                    <a:pt x="15715" y="26384"/>
                  </a:cubicBezTo>
                  <a:lnTo>
                    <a:pt x="15168" y="26293"/>
                  </a:lnTo>
                  <a:lnTo>
                    <a:pt x="15320" y="26749"/>
                  </a:lnTo>
                  <a:cubicBezTo>
                    <a:pt x="15047" y="26930"/>
                    <a:pt x="14805" y="26660"/>
                    <a:pt x="14983" y="27168"/>
                  </a:cubicBezTo>
                  <a:lnTo>
                    <a:pt x="14983" y="27168"/>
                  </a:lnTo>
                  <a:cubicBezTo>
                    <a:pt x="14703" y="26385"/>
                    <a:pt x="12949" y="26566"/>
                    <a:pt x="12767" y="26293"/>
                  </a:cubicBezTo>
                  <a:cubicBezTo>
                    <a:pt x="12584" y="26384"/>
                    <a:pt x="12387" y="26430"/>
                    <a:pt x="12189" y="26430"/>
                  </a:cubicBezTo>
                  <a:cubicBezTo>
                    <a:pt x="11992" y="26430"/>
                    <a:pt x="11794" y="26384"/>
                    <a:pt x="11612" y="26293"/>
                  </a:cubicBezTo>
                  <a:lnTo>
                    <a:pt x="11612" y="26293"/>
                  </a:lnTo>
                  <a:cubicBezTo>
                    <a:pt x="11691" y="26398"/>
                    <a:pt x="11655" y="26778"/>
                    <a:pt x="11427" y="26778"/>
                  </a:cubicBezTo>
                  <a:cubicBezTo>
                    <a:pt x="11392" y="26778"/>
                    <a:pt x="11352" y="26769"/>
                    <a:pt x="11308" y="26749"/>
                  </a:cubicBezTo>
                  <a:cubicBezTo>
                    <a:pt x="11663" y="25860"/>
                    <a:pt x="10777" y="26155"/>
                    <a:pt x="10648" y="25468"/>
                  </a:cubicBezTo>
                  <a:lnTo>
                    <a:pt x="10648" y="25468"/>
                  </a:lnTo>
                  <a:cubicBezTo>
                    <a:pt x="10655" y="25594"/>
                    <a:pt x="10557" y="25622"/>
                    <a:pt x="10426" y="25622"/>
                  </a:cubicBezTo>
                  <a:cubicBezTo>
                    <a:pt x="10324" y="25622"/>
                    <a:pt x="10202" y="25605"/>
                    <a:pt x="10092" y="25605"/>
                  </a:cubicBezTo>
                  <a:cubicBezTo>
                    <a:pt x="9888" y="25605"/>
                    <a:pt x="9727" y="25662"/>
                    <a:pt x="9818" y="25989"/>
                  </a:cubicBezTo>
                  <a:cubicBezTo>
                    <a:pt x="9545" y="25837"/>
                    <a:pt x="9909" y="25624"/>
                    <a:pt x="9757" y="25351"/>
                  </a:cubicBezTo>
                  <a:lnTo>
                    <a:pt x="9757" y="25351"/>
                  </a:lnTo>
                  <a:cubicBezTo>
                    <a:pt x="9693" y="25363"/>
                    <a:pt x="9629" y="25368"/>
                    <a:pt x="9566" y="25368"/>
                  </a:cubicBezTo>
                  <a:cubicBezTo>
                    <a:pt x="8830" y="25368"/>
                    <a:pt x="8201" y="24607"/>
                    <a:pt x="7417" y="24439"/>
                  </a:cubicBezTo>
                  <a:cubicBezTo>
                    <a:pt x="7356" y="24560"/>
                    <a:pt x="7417" y="24834"/>
                    <a:pt x="7174" y="24925"/>
                  </a:cubicBezTo>
                  <a:lnTo>
                    <a:pt x="6961" y="24135"/>
                  </a:lnTo>
                  <a:cubicBezTo>
                    <a:pt x="6833" y="24135"/>
                    <a:pt x="6676" y="24448"/>
                    <a:pt x="6541" y="24448"/>
                  </a:cubicBezTo>
                  <a:cubicBezTo>
                    <a:pt x="6483" y="24448"/>
                    <a:pt x="6429" y="24390"/>
                    <a:pt x="6384" y="24226"/>
                  </a:cubicBezTo>
                  <a:cubicBezTo>
                    <a:pt x="6384" y="24348"/>
                    <a:pt x="6384" y="24530"/>
                    <a:pt x="6262" y="24530"/>
                  </a:cubicBezTo>
                  <a:cubicBezTo>
                    <a:pt x="5624" y="23952"/>
                    <a:pt x="4803" y="23679"/>
                    <a:pt x="4013" y="23375"/>
                  </a:cubicBezTo>
                  <a:cubicBezTo>
                    <a:pt x="3222" y="23071"/>
                    <a:pt x="2554" y="22706"/>
                    <a:pt x="2736" y="22098"/>
                  </a:cubicBezTo>
                  <a:cubicBezTo>
                    <a:pt x="2736" y="22007"/>
                    <a:pt x="2797" y="21946"/>
                    <a:pt x="2827" y="21855"/>
                  </a:cubicBezTo>
                  <a:lnTo>
                    <a:pt x="2827" y="21855"/>
                  </a:lnTo>
                  <a:cubicBezTo>
                    <a:pt x="2727" y="21972"/>
                    <a:pt x="2663" y="22016"/>
                    <a:pt x="2621" y="22016"/>
                  </a:cubicBezTo>
                  <a:cubicBezTo>
                    <a:pt x="2587" y="22016"/>
                    <a:pt x="2567" y="21987"/>
                    <a:pt x="2554" y="21946"/>
                  </a:cubicBezTo>
                  <a:cubicBezTo>
                    <a:pt x="2523" y="22007"/>
                    <a:pt x="2250" y="22068"/>
                    <a:pt x="2098" y="22129"/>
                  </a:cubicBezTo>
                  <a:cubicBezTo>
                    <a:pt x="2189" y="21916"/>
                    <a:pt x="2310" y="21733"/>
                    <a:pt x="2432" y="21521"/>
                  </a:cubicBezTo>
                  <a:cubicBezTo>
                    <a:pt x="1915" y="21521"/>
                    <a:pt x="2341" y="20882"/>
                    <a:pt x="1885" y="20822"/>
                  </a:cubicBezTo>
                  <a:lnTo>
                    <a:pt x="1885" y="20822"/>
                  </a:lnTo>
                  <a:lnTo>
                    <a:pt x="1976" y="21034"/>
                  </a:lnTo>
                  <a:cubicBezTo>
                    <a:pt x="1884" y="20986"/>
                    <a:pt x="1789" y="20965"/>
                    <a:pt x="1694" y="20965"/>
                  </a:cubicBezTo>
                  <a:cubicBezTo>
                    <a:pt x="1192" y="20965"/>
                    <a:pt x="648" y="21530"/>
                    <a:pt x="61" y="21582"/>
                  </a:cubicBezTo>
                  <a:cubicBezTo>
                    <a:pt x="365" y="21764"/>
                    <a:pt x="213" y="22007"/>
                    <a:pt x="92" y="22402"/>
                  </a:cubicBezTo>
                  <a:cubicBezTo>
                    <a:pt x="0" y="22797"/>
                    <a:pt x="0" y="23284"/>
                    <a:pt x="487" y="23466"/>
                  </a:cubicBezTo>
                  <a:cubicBezTo>
                    <a:pt x="517" y="23496"/>
                    <a:pt x="578" y="23496"/>
                    <a:pt x="639" y="23496"/>
                  </a:cubicBezTo>
                  <a:cubicBezTo>
                    <a:pt x="627" y="23594"/>
                    <a:pt x="576" y="23613"/>
                    <a:pt x="513" y="23613"/>
                  </a:cubicBezTo>
                  <a:cubicBezTo>
                    <a:pt x="471" y="23613"/>
                    <a:pt x="424" y="23605"/>
                    <a:pt x="380" y="23605"/>
                  </a:cubicBezTo>
                  <a:cubicBezTo>
                    <a:pt x="325" y="23605"/>
                    <a:pt x="274" y="23618"/>
                    <a:pt x="244" y="23679"/>
                  </a:cubicBezTo>
                  <a:cubicBezTo>
                    <a:pt x="639" y="23679"/>
                    <a:pt x="821" y="23861"/>
                    <a:pt x="1034" y="24256"/>
                  </a:cubicBezTo>
                  <a:lnTo>
                    <a:pt x="943" y="24287"/>
                  </a:lnTo>
                  <a:cubicBezTo>
                    <a:pt x="1490" y="24743"/>
                    <a:pt x="1794" y="24986"/>
                    <a:pt x="2128" y="25259"/>
                  </a:cubicBezTo>
                  <a:cubicBezTo>
                    <a:pt x="2462" y="25594"/>
                    <a:pt x="2827" y="25898"/>
                    <a:pt x="3222" y="26171"/>
                  </a:cubicBezTo>
                  <a:lnTo>
                    <a:pt x="3283" y="25807"/>
                  </a:lnTo>
                  <a:cubicBezTo>
                    <a:pt x="3496" y="25958"/>
                    <a:pt x="3496" y="26080"/>
                    <a:pt x="3557" y="26202"/>
                  </a:cubicBezTo>
                  <a:cubicBezTo>
                    <a:pt x="4043" y="25807"/>
                    <a:pt x="2949" y="25867"/>
                    <a:pt x="3435" y="25442"/>
                  </a:cubicBezTo>
                  <a:lnTo>
                    <a:pt x="3435" y="25442"/>
                  </a:lnTo>
                  <a:cubicBezTo>
                    <a:pt x="3435" y="26262"/>
                    <a:pt x="4955" y="26141"/>
                    <a:pt x="4833" y="26962"/>
                  </a:cubicBezTo>
                  <a:cubicBezTo>
                    <a:pt x="4878" y="26980"/>
                    <a:pt x="4913" y="26988"/>
                    <a:pt x="4940" y="26988"/>
                  </a:cubicBezTo>
                  <a:cubicBezTo>
                    <a:pt x="5110" y="26988"/>
                    <a:pt x="4976" y="26670"/>
                    <a:pt x="5145" y="26670"/>
                  </a:cubicBezTo>
                  <a:cubicBezTo>
                    <a:pt x="5167" y="26670"/>
                    <a:pt x="5195" y="26676"/>
                    <a:pt x="5228" y="26688"/>
                  </a:cubicBezTo>
                  <a:lnTo>
                    <a:pt x="5228" y="26931"/>
                  </a:lnTo>
                  <a:lnTo>
                    <a:pt x="5411" y="26718"/>
                  </a:lnTo>
                  <a:cubicBezTo>
                    <a:pt x="5593" y="26870"/>
                    <a:pt x="5654" y="27114"/>
                    <a:pt x="5593" y="27326"/>
                  </a:cubicBezTo>
                  <a:cubicBezTo>
                    <a:pt x="5571" y="27304"/>
                    <a:pt x="5540" y="27298"/>
                    <a:pt x="5507" y="27298"/>
                  </a:cubicBezTo>
                  <a:cubicBezTo>
                    <a:pt x="5471" y="27298"/>
                    <a:pt x="5432" y="27305"/>
                    <a:pt x="5399" y="27305"/>
                  </a:cubicBezTo>
                  <a:cubicBezTo>
                    <a:pt x="5381" y="27305"/>
                    <a:pt x="5364" y="27303"/>
                    <a:pt x="5350" y="27296"/>
                  </a:cubicBezTo>
                  <a:lnTo>
                    <a:pt x="5350" y="27296"/>
                  </a:lnTo>
                  <a:cubicBezTo>
                    <a:pt x="5523" y="27671"/>
                    <a:pt x="6133" y="27553"/>
                    <a:pt x="6274" y="27644"/>
                  </a:cubicBezTo>
                  <a:lnTo>
                    <a:pt x="6274" y="27644"/>
                  </a:lnTo>
                  <a:lnTo>
                    <a:pt x="5988" y="27387"/>
                  </a:lnTo>
                  <a:lnTo>
                    <a:pt x="5988" y="27387"/>
                  </a:lnTo>
                  <a:cubicBezTo>
                    <a:pt x="6900" y="27548"/>
                    <a:pt x="7858" y="28087"/>
                    <a:pt x="8802" y="28087"/>
                  </a:cubicBezTo>
                  <a:cubicBezTo>
                    <a:pt x="8928" y="28087"/>
                    <a:pt x="9054" y="28077"/>
                    <a:pt x="9180" y="28056"/>
                  </a:cubicBezTo>
                  <a:lnTo>
                    <a:pt x="9150" y="27873"/>
                  </a:lnTo>
                  <a:cubicBezTo>
                    <a:pt x="9221" y="27865"/>
                    <a:pt x="9284" y="27861"/>
                    <a:pt x="9339" y="27861"/>
                  </a:cubicBezTo>
                  <a:cubicBezTo>
                    <a:pt x="9899" y="27861"/>
                    <a:pt x="9740" y="28244"/>
                    <a:pt x="10487" y="28299"/>
                  </a:cubicBezTo>
                  <a:lnTo>
                    <a:pt x="10457" y="28329"/>
                  </a:lnTo>
                  <a:cubicBezTo>
                    <a:pt x="10578" y="28248"/>
                    <a:pt x="10727" y="28208"/>
                    <a:pt x="10875" y="28208"/>
                  </a:cubicBezTo>
                  <a:cubicBezTo>
                    <a:pt x="10950" y="28208"/>
                    <a:pt x="11024" y="28218"/>
                    <a:pt x="11095" y="28238"/>
                  </a:cubicBezTo>
                  <a:cubicBezTo>
                    <a:pt x="10852" y="28390"/>
                    <a:pt x="11399" y="28694"/>
                    <a:pt x="11095" y="28846"/>
                  </a:cubicBezTo>
                  <a:cubicBezTo>
                    <a:pt x="11946" y="28694"/>
                    <a:pt x="11520" y="28664"/>
                    <a:pt x="12189" y="28177"/>
                  </a:cubicBezTo>
                  <a:lnTo>
                    <a:pt x="12250" y="28481"/>
                  </a:lnTo>
                  <a:cubicBezTo>
                    <a:pt x="12463" y="28269"/>
                    <a:pt x="12493" y="28147"/>
                    <a:pt x="12919" y="28147"/>
                  </a:cubicBezTo>
                  <a:cubicBezTo>
                    <a:pt x="12523" y="28329"/>
                    <a:pt x="13101" y="28603"/>
                    <a:pt x="12675" y="28846"/>
                  </a:cubicBezTo>
                  <a:cubicBezTo>
                    <a:pt x="12881" y="29060"/>
                    <a:pt x="13076" y="29122"/>
                    <a:pt x="13257" y="29122"/>
                  </a:cubicBezTo>
                  <a:cubicBezTo>
                    <a:pt x="13508" y="29122"/>
                    <a:pt x="13731" y="29001"/>
                    <a:pt x="13909" y="29001"/>
                  </a:cubicBezTo>
                  <a:cubicBezTo>
                    <a:pt x="14058" y="29001"/>
                    <a:pt x="14177" y="29085"/>
                    <a:pt x="14256" y="29393"/>
                  </a:cubicBezTo>
                  <a:cubicBezTo>
                    <a:pt x="14773" y="28694"/>
                    <a:pt x="13587" y="28876"/>
                    <a:pt x="13830" y="28724"/>
                  </a:cubicBezTo>
                  <a:cubicBezTo>
                    <a:pt x="13731" y="28501"/>
                    <a:pt x="14079" y="28297"/>
                    <a:pt x="14342" y="28297"/>
                  </a:cubicBezTo>
                  <a:cubicBezTo>
                    <a:pt x="14401" y="28297"/>
                    <a:pt x="14455" y="28307"/>
                    <a:pt x="14499" y="28329"/>
                  </a:cubicBezTo>
                  <a:cubicBezTo>
                    <a:pt x="14742" y="28390"/>
                    <a:pt x="14803" y="29363"/>
                    <a:pt x="15502" y="29424"/>
                  </a:cubicBezTo>
                  <a:cubicBezTo>
                    <a:pt x="15454" y="29424"/>
                    <a:pt x="15424" y="29462"/>
                    <a:pt x="15384" y="29462"/>
                  </a:cubicBezTo>
                  <a:cubicBezTo>
                    <a:pt x="15373" y="29462"/>
                    <a:pt x="15362" y="29460"/>
                    <a:pt x="15350" y="29454"/>
                  </a:cubicBezTo>
                  <a:lnTo>
                    <a:pt x="15350" y="29454"/>
                  </a:lnTo>
                  <a:cubicBezTo>
                    <a:pt x="15410" y="29514"/>
                    <a:pt x="15474" y="29533"/>
                    <a:pt x="15541" y="29533"/>
                  </a:cubicBezTo>
                  <a:cubicBezTo>
                    <a:pt x="15660" y="29533"/>
                    <a:pt x="15788" y="29472"/>
                    <a:pt x="15920" y="29472"/>
                  </a:cubicBezTo>
                  <a:cubicBezTo>
                    <a:pt x="16012" y="29472"/>
                    <a:pt x="16107" y="29502"/>
                    <a:pt x="16201" y="29606"/>
                  </a:cubicBezTo>
                  <a:cubicBezTo>
                    <a:pt x="16295" y="29405"/>
                    <a:pt x="16389" y="29393"/>
                    <a:pt x="16472" y="29393"/>
                  </a:cubicBezTo>
                  <a:cubicBezTo>
                    <a:pt x="16484" y="29393"/>
                    <a:pt x="16495" y="29393"/>
                    <a:pt x="16505" y="29393"/>
                  </a:cubicBezTo>
                  <a:cubicBezTo>
                    <a:pt x="16596" y="29393"/>
                    <a:pt x="16672" y="29378"/>
                    <a:pt x="16718" y="29089"/>
                  </a:cubicBezTo>
                  <a:lnTo>
                    <a:pt x="16718" y="29089"/>
                  </a:lnTo>
                  <a:cubicBezTo>
                    <a:pt x="16505" y="29120"/>
                    <a:pt x="16262" y="29150"/>
                    <a:pt x="16049" y="29180"/>
                  </a:cubicBezTo>
                  <a:cubicBezTo>
                    <a:pt x="16345" y="29057"/>
                    <a:pt x="16662" y="28613"/>
                    <a:pt x="17095" y="28613"/>
                  </a:cubicBezTo>
                  <a:cubicBezTo>
                    <a:pt x="17196" y="28613"/>
                    <a:pt x="17303" y="28637"/>
                    <a:pt x="17417" y="28694"/>
                  </a:cubicBezTo>
                  <a:cubicBezTo>
                    <a:pt x="17326" y="28876"/>
                    <a:pt x="17204" y="28998"/>
                    <a:pt x="17022" y="29089"/>
                  </a:cubicBezTo>
                  <a:cubicBezTo>
                    <a:pt x="17068" y="29135"/>
                    <a:pt x="17113" y="29150"/>
                    <a:pt x="17159" y="29150"/>
                  </a:cubicBezTo>
                  <a:cubicBezTo>
                    <a:pt x="17251" y="29150"/>
                    <a:pt x="17345" y="29089"/>
                    <a:pt x="17445" y="29089"/>
                  </a:cubicBezTo>
                  <a:cubicBezTo>
                    <a:pt x="17495" y="29089"/>
                    <a:pt x="17546" y="29104"/>
                    <a:pt x="17600" y="29150"/>
                  </a:cubicBezTo>
                  <a:cubicBezTo>
                    <a:pt x="17569" y="29758"/>
                    <a:pt x="16718" y="29302"/>
                    <a:pt x="16293" y="29697"/>
                  </a:cubicBezTo>
                  <a:cubicBezTo>
                    <a:pt x="16328" y="29750"/>
                    <a:pt x="16382" y="29769"/>
                    <a:pt x="16444" y="29769"/>
                  </a:cubicBezTo>
                  <a:cubicBezTo>
                    <a:pt x="16589" y="29769"/>
                    <a:pt x="16779" y="29667"/>
                    <a:pt x="16881" y="29667"/>
                  </a:cubicBezTo>
                  <a:cubicBezTo>
                    <a:pt x="16957" y="29667"/>
                    <a:pt x="16984" y="29724"/>
                    <a:pt x="16908" y="29921"/>
                  </a:cubicBezTo>
                  <a:lnTo>
                    <a:pt x="16908" y="29921"/>
                  </a:lnTo>
                  <a:cubicBezTo>
                    <a:pt x="17017" y="29648"/>
                    <a:pt x="17143" y="29590"/>
                    <a:pt x="17295" y="29590"/>
                  </a:cubicBezTo>
                  <a:cubicBezTo>
                    <a:pt x="17352" y="29590"/>
                    <a:pt x="17413" y="29598"/>
                    <a:pt x="17478" y="29606"/>
                  </a:cubicBezTo>
                  <a:cubicBezTo>
                    <a:pt x="17554" y="29629"/>
                    <a:pt x="17630" y="29640"/>
                    <a:pt x="17704" y="29640"/>
                  </a:cubicBezTo>
                  <a:cubicBezTo>
                    <a:pt x="17924" y="29640"/>
                    <a:pt x="18124" y="29538"/>
                    <a:pt x="18238" y="29332"/>
                  </a:cubicBezTo>
                  <a:lnTo>
                    <a:pt x="18238" y="29697"/>
                  </a:lnTo>
                  <a:cubicBezTo>
                    <a:pt x="18329" y="29636"/>
                    <a:pt x="18511" y="29424"/>
                    <a:pt x="18663" y="29393"/>
                  </a:cubicBezTo>
                  <a:lnTo>
                    <a:pt x="18663" y="29393"/>
                  </a:lnTo>
                  <a:cubicBezTo>
                    <a:pt x="18603" y="29576"/>
                    <a:pt x="18511" y="29758"/>
                    <a:pt x="18451" y="29910"/>
                  </a:cubicBezTo>
                  <a:cubicBezTo>
                    <a:pt x="18616" y="29744"/>
                    <a:pt x="18800" y="29726"/>
                    <a:pt x="19017" y="29726"/>
                  </a:cubicBezTo>
                  <a:cubicBezTo>
                    <a:pt x="19078" y="29726"/>
                    <a:pt x="19143" y="29728"/>
                    <a:pt x="19211" y="29728"/>
                  </a:cubicBezTo>
                  <a:cubicBezTo>
                    <a:pt x="19295" y="29756"/>
                    <a:pt x="19383" y="29769"/>
                    <a:pt x="19470" y="29769"/>
                  </a:cubicBezTo>
                  <a:cubicBezTo>
                    <a:pt x="19664" y="29769"/>
                    <a:pt x="19854" y="29701"/>
                    <a:pt x="20001" y="29576"/>
                  </a:cubicBezTo>
                  <a:lnTo>
                    <a:pt x="20001" y="29576"/>
                  </a:lnTo>
                  <a:cubicBezTo>
                    <a:pt x="19770" y="29678"/>
                    <a:pt x="19620" y="29716"/>
                    <a:pt x="19522" y="29716"/>
                  </a:cubicBezTo>
                  <a:cubicBezTo>
                    <a:pt x="19387" y="29716"/>
                    <a:pt x="19350" y="29646"/>
                    <a:pt x="19332" y="29576"/>
                  </a:cubicBezTo>
                  <a:cubicBezTo>
                    <a:pt x="19302" y="29424"/>
                    <a:pt x="19332" y="29241"/>
                    <a:pt x="19089" y="29180"/>
                  </a:cubicBezTo>
                  <a:cubicBezTo>
                    <a:pt x="19354" y="28962"/>
                    <a:pt x="19539" y="28888"/>
                    <a:pt x="19702" y="28888"/>
                  </a:cubicBezTo>
                  <a:cubicBezTo>
                    <a:pt x="19856" y="28888"/>
                    <a:pt x="19990" y="28954"/>
                    <a:pt x="20153" y="29028"/>
                  </a:cubicBezTo>
                  <a:cubicBezTo>
                    <a:pt x="20291" y="29103"/>
                    <a:pt x="20448" y="29140"/>
                    <a:pt x="20605" y="29140"/>
                  </a:cubicBezTo>
                  <a:cubicBezTo>
                    <a:pt x="20895" y="29140"/>
                    <a:pt x="21186" y="29014"/>
                    <a:pt x="21364" y="28761"/>
                  </a:cubicBezTo>
                  <a:lnTo>
                    <a:pt x="21364" y="28761"/>
                  </a:lnTo>
                  <a:cubicBezTo>
                    <a:pt x="21296" y="28855"/>
                    <a:pt x="21108" y="28923"/>
                    <a:pt x="20967" y="28923"/>
                  </a:cubicBezTo>
                  <a:cubicBezTo>
                    <a:pt x="20840" y="28923"/>
                    <a:pt x="20750" y="28867"/>
                    <a:pt x="20821" y="28724"/>
                  </a:cubicBezTo>
                  <a:cubicBezTo>
                    <a:pt x="21095" y="28573"/>
                    <a:pt x="21399" y="28512"/>
                    <a:pt x="21703" y="28512"/>
                  </a:cubicBezTo>
                  <a:cubicBezTo>
                    <a:pt x="22280" y="27843"/>
                    <a:pt x="21369" y="28329"/>
                    <a:pt x="21460" y="27904"/>
                  </a:cubicBezTo>
                  <a:lnTo>
                    <a:pt x="21460" y="27904"/>
                  </a:lnTo>
                  <a:cubicBezTo>
                    <a:pt x="21512" y="27916"/>
                    <a:pt x="21556" y="27922"/>
                    <a:pt x="21592" y="27922"/>
                  </a:cubicBezTo>
                  <a:cubicBezTo>
                    <a:pt x="21913" y="27922"/>
                    <a:pt x="21651" y="27472"/>
                    <a:pt x="21733" y="27144"/>
                  </a:cubicBezTo>
                  <a:lnTo>
                    <a:pt x="21733" y="27144"/>
                  </a:lnTo>
                  <a:lnTo>
                    <a:pt x="22007" y="27387"/>
                  </a:lnTo>
                  <a:cubicBezTo>
                    <a:pt x="22736" y="26901"/>
                    <a:pt x="21581" y="26749"/>
                    <a:pt x="22250" y="26354"/>
                  </a:cubicBezTo>
                  <a:lnTo>
                    <a:pt x="22250" y="26354"/>
                  </a:lnTo>
                  <a:lnTo>
                    <a:pt x="22463" y="26901"/>
                  </a:lnTo>
                  <a:lnTo>
                    <a:pt x="22584" y="26536"/>
                  </a:lnTo>
                  <a:lnTo>
                    <a:pt x="22858" y="26840"/>
                  </a:lnTo>
                  <a:cubicBezTo>
                    <a:pt x="22858" y="26354"/>
                    <a:pt x="22980" y="26323"/>
                    <a:pt x="23314" y="26080"/>
                  </a:cubicBezTo>
                  <a:cubicBezTo>
                    <a:pt x="23010" y="25989"/>
                    <a:pt x="22888" y="25624"/>
                    <a:pt x="23040" y="25351"/>
                  </a:cubicBezTo>
                  <a:cubicBezTo>
                    <a:pt x="23054" y="25349"/>
                    <a:pt x="23067" y="25349"/>
                    <a:pt x="23079" y="25349"/>
                  </a:cubicBezTo>
                  <a:cubicBezTo>
                    <a:pt x="23252" y="25349"/>
                    <a:pt x="23272" y="25467"/>
                    <a:pt x="23320" y="25467"/>
                  </a:cubicBezTo>
                  <a:cubicBezTo>
                    <a:pt x="23351" y="25467"/>
                    <a:pt x="23394" y="25419"/>
                    <a:pt x="23496" y="25259"/>
                  </a:cubicBezTo>
                  <a:lnTo>
                    <a:pt x="23496" y="25259"/>
                  </a:lnTo>
                  <a:cubicBezTo>
                    <a:pt x="23606" y="25479"/>
                    <a:pt x="23716" y="25724"/>
                    <a:pt x="23467" y="25724"/>
                  </a:cubicBezTo>
                  <a:cubicBezTo>
                    <a:pt x="23440" y="25724"/>
                    <a:pt x="23410" y="25721"/>
                    <a:pt x="23375" y="25715"/>
                  </a:cubicBezTo>
                  <a:lnTo>
                    <a:pt x="23375" y="25715"/>
                  </a:lnTo>
                  <a:cubicBezTo>
                    <a:pt x="23436" y="25807"/>
                    <a:pt x="23466" y="25958"/>
                    <a:pt x="23557" y="26019"/>
                  </a:cubicBezTo>
                  <a:cubicBezTo>
                    <a:pt x="23891" y="25989"/>
                    <a:pt x="23983" y="25594"/>
                    <a:pt x="24104" y="25442"/>
                  </a:cubicBezTo>
                  <a:lnTo>
                    <a:pt x="24104" y="25442"/>
                  </a:lnTo>
                  <a:cubicBezTo>
                    <a:pt x="24043" y="25503"/>
                    <a:pt x="23983" y="25533"/>
                    <a:pt x="23891" y="25533"/>
                  </a:cubicBezTo>
                  <a:lnTo>
                    <a:pt x="23952" y="24682"/>
                  </a:lnTo>
                  <a:cubicBezTo>
                    <a:pt x="24135" y="24682"/>
                    <a:pt x="24165" y="24803"/>
                    <a:pt x="24195" y="24955"/>
                  </a:cubicBezTo>
                  <a:cubicBezTo>
                    <a:pt x="24256" y="24803"/>
                    <a:pt x="24195" y="24651"/>
                    <a:pt x="24287" y="24439"/>
                  </a:cubicBezTo>
                  <a:cubicBezTo>
                    <a:pt x="24499" y="24682"/>
                    <a:pt x="24743" y="24864"/>
                    <a:pt x="24682" y="25168"/>
                  </a:cubicBezTo>
                  <a:lnTo>
                    <a:pt x="24834" y="24439"/>
                  </a:lnTo>
                  <a:cubicBezTo>
                    <a:pt x="24862" y="24453"/>
                    <a:pt x="24905" y="24457"/>
                    <a:pt x="24953" y="24457"/>
                  </a:cubicBezTo>
                  <a:cubicBezTo>
                    <a:pt x="25020" y="24457"/>
                    <a:pt x="25098" y="24449"/>
                    <a:pt x="25167" y="24449"/>
                  </a:cubicBezTo>
                  <a:cubicBezTo>
                    <a:pt x="25260" y="24449"/>
                    <a:pt x="25337" y="24464"/>
                    <a:pt x="25350" y="24530"/>
                  </a:cubicBezTo>
                  <a:cubicBezTo>
                    <a:pt x="25746" y="24348"/>
                    <a:pt x="25472" y="23436"/>
                    <a:pt x="25958" y="23192"/>
                  </a:cubicBezTo>
                  <a:cubicBezTo>
                    <a:pt x="25928" y="23101"/>
                    <a:pt x="25928" y="23010"/>
                    <a:pt x="25958" y="22949"/>
                  </a:cubicBezTo>
                  <a:cubicBezTo>
                    <a:pt x="26293" y="22615"/>
                    <a:pt x="26840" y="22493"/>
                    <a:pt x="26840" y="21794"/>
                  </a:cubicBezTo>
                  <a:lnTo>
                    <a:pt x="27448" y="21825"/>
                  </a:lnTo>
                  <a:cubicBezTo>
                    <a:pt x="27630" y="21399"/>
                    <a:pt x="26657" y="21794"/>
                    <a:pt x="26931" y="21095"/>
                  </a:cubicBezTo>
                  <a:cubicBezTo>
                    <a:pt x="26978" y="20927"/>
                    <a:pt x="27041" y="20871"/>
                    <a:pt x="27114" y="20871"/>
                  </a:cubicBezTo>
                  <a:cubicBezTo>
                    <a:pt x="27261" y="20871"/>
                    <a:pt x="27442" y="21104"/>
                    <a:pt x="27585" y="21104"/>
                  </a:cubicBezTo>
                  <a:cubicBezTo>
                    <a:pt x="27600" y="21104"/>
                    <a:pt x="27615" y="21101"/>
                    <a:pt x="27630" y="21095"/>
                  </a:cubicBezTo>
                  <a:cubicBezTo>
                    <a:pt x="27569" y="20730"/>
                    <a:pt x="27357" y="20062"/>
                    <a:pt x="27995" y="19879"/>
                  </a:cubicBezTo>
                  <a:lnTo>
                    <a:pt x="27995" y="19879"/>
                  </a:lnTo>
                  <a:cubicBezTo>
                    <a:pt x="27964" y="20153"/>
                    <a:pt x="27812" y="20183"/>
                    <a:pt x="27782" y="20335"/>
                  </a:cubicBezTo>
                  <a:lnTo>
                    <a:pt x="28238" y="20183"/>
                  </a:lnTo>
                  <a:lnTo>
                    <a:pt x="28238" y="20183"/>
                  </a:lnTo>
                  <a:cubicBezTo>
                    <a:pt x="28372" y="20746"/>
                    <a:pt x="28128" y="20954"/>
                    <a:pt x="28443" y="20954"/>
                  </a:cubicBezTo>
                  <a:cubicBezTo>
                    <a:pt x="28485" y="20954"/>
                    <a:pt x="28538" y="20950"/>
                    <a:pt x="28603" y="20943"/>
                  </a:cubicBezTo>
                  <a:cubicBezTo>
                    <a:pt x="27782" y="20366"/>
                    <a:pt x="29302" y="19606"/>
                    <a:pt x="28451" y="19028"/>
                  </a:cubicBezTo>
                  <a:lnTo>
                    <a:pt x="28755" y="18937"/>
                  </a:lnTo>
                  <a:lnTo>
                    <a:pt x="28755" y="18937"/>
                  </a:lnTo>
                  <a:cubicBezTo>
                    <a:pt x="28724" y="18998"/>
                    <a:pt x="28755" y="19028"/>
                    <a:pt x="28724" y="19089"/>
                  </a:cubicBezTo>
                  <a:cubicBezTo>
                    <a:pt x="29393" y="18876"/>
                    <a:pt x="28268" y="18390"/>
                    <a:pt x="28664" y="17934"/>
                  </a:cubicBezTo>
                  <a:cubicBezTo>
                    <a:pt x="28772" y="17862"/>
                    <a:pt x="28891" y="17801"/>
                    <a:pt x="28976" y="17801"/>
                  </a:cubicBezTo>
                  <a:cubicBezTo>
                    <a:pt x="29034" y="17801"/>
                    <a:pt x="29077" y="17829"/>
                    <a:pt x="29089" y="17904"/>
                  </a:cubicBezTo>
                  <a:lnTo>
                    <a:pt x="29089" y="17357"/>
                  </a:lnTo>
                  <a:cubicBezTo>
                    <a:pt x="29117" y="17320"/>
                    <a:pt x="29147" y="17305"/>
                    <a:pt x="29174" y="17305"/>
                  </a:cubicBezTo>
                  <a:cubicBezTo>
                    <a:pt x="29222" y="17305"/>
                    <a:pt x="29261" y="17351"/>
                    <a:pt x="29257" y="17401"/>
                  </a:cubicBezTo>
                  <a:lnTo>
                    <a:pt x="29257" y="17401"/>
                  </a:lnTo>
                  <a:lnTo>
                    <a:pt x="29484" y="16749"/>
                  </a:lnTo>
                  <a:lnTo>
                    <a:pt x="29515" y="16749"/>
                  </a:lnTo>
                  <a:cubicBezTo>
                    <a:pt x="29393" y="16536"/>
                    <a:pt x="29302" y="16323"/>
                    <a:pt x="29211" y="16110"/>
                  </a:cubicBezTo>
                  <a:cubicBezTo>
                    <a:pt x="29247" y="16086"/>
                    <a:pt x="29271" y="16076"/>
                    <a:pt x="29288" y="16076"/>
                  </a:cubicBezTo>
                  <a:cubicBezTo>
                    <a:pt x="29354" y="16076"/>
                    <a:pt x="29296" y="16232"/>
                    <a:pt x="29393" y="16232"/>
                  </a:cubicBezTo>
                  <a:lnTo>
                    <a:pt x="29332" y="15746"/>
                  </a:lnTo>
                  <a:cubicBezTo>
                    <a:pt x="29352" y="15742"/>
                    <a:pt x="29371" y="15740"/>
                    <a:pt x="29390" y="15740"/>
                  </a:cubicBezTo>
                  <a:cubicBezTo>
                    <a:pt x="29651" y="15740"/>
                    <a:pt x="29748" y="16126"/>
                    <a:pt x="29606" y="16353"/>
                  </a:cubicBezTo>
                  <a:cubicBezTo>
                    <a:pt x="30153" y="16353"/>
                    <a:pt x="30123" y="16262"/>
                    <a:pt x="30062" y="16080"/>
                  </a:cubicBezTo>
                  <a:cubicBezTo>
                    <a:pt x="30001" y="15898"/>
                    <a:pt x="29940" y="15654"/>
                    <a:pt x="30335" y="15320"/>
                  </a:cubicBezTo>
                  <a:lnTo>
                    <a:pt x="30335" y="15776"/>
                  </a:lnTo>
                  <a:cubicBezTo>
                    <a:pt x="30943" y="15654"/>
                    <a:pt x="30852" y="15259"/>
                    <a:pt x="31338" y="14864"/>
                  </a:cubicBezTo>
                  <a:lnTo>
                    <a:pt x="31338" y="14864"/>
                  </a:lnTo>
                  <a:cubicBezTo>
                    <a:pt x="31189" y="14928"/>
                    <a:pt x="30677" y="15279"/>
                    <a:pt x="30355" y="15279"/>
                  </a:cubicBezTo>
                  <a:cubicBezTo>
                    <a:pt x="30220" y="15279"/>
                    <a:pt x="30119" y="15217"/>
                    <a:pt x="30092" y="15046"/>
                  </a:cubicBezTo>
                  <a:cubicBezTo>
                    <a:pt x="30244" y="14894"/>
                    <a:pt x="30275" y="14651"/>
                    <a:pt x="30153" y="14469"/>
                  </a:cubicBezTo>
                  <a:lnTo>
                    <a:pt x="30153" y="14469"/>
                  </a:lnTo>
                  <a:cubicBezTo>
                    <a:pt x="30194" y="14480"/>
                    <a:pt x="30229" y="14485"/>
                    <a:pt x="30260" y="14485"/>
                  </a:cubicBezTo>
                  <a:cubicBezTo>
                    <a:pt x="30481" y="14485"/>
                    <a:pt x="30461" y="14215"/>
                    <a:pt x="30487" y="13922"/>
                  </a:cubicBezTo>
                  <a:lnTo>
                    <a:pt x="30943" y="14013"/>
                  </a:lnTo>
                  <a:cubicBezTo>
                    <a:pt x="30882" y="13618"/>
                    <a:pt x="30639" y="13648"/>
                    <a:pt x="30457" y="13375"/>
                  </a:cubicBezTo>
                  <a:cubicBezTo>
                    <a:pt x="30487" y="12949"/>
                    <a:pt x="30882" y="12888"/>
                    <a:pt x="31217" y="12767"/>
                  </a:cubicBezTo>
                  <a:cubicBezTo>
                    <a:pt x="31232" y="12582"/>
                    <a:pt x="31201" y="12522"/>
                    <a:pt x="31144" y="12522"/>
                  </a:cubicBezTo>
                  <a:cubicBezTo>
                    <a:pt x="31038" y="12522"/>
                    <a:pt x="30844" y="12730"/>
                    <a:pt x="30698" y="12730"/>
                  </a:cubicBezTo>
                  <a:cubicBezTo>
                    <a:pt x="30612" y="12730"/>
                    <a:pt x="30543" y="12659"/>
                    <a:pt x="30518" y="12432"/>
                  </a:cubicBezTo>
                  <a:cubicBezTo>
                    <a:pt x="30578" y="12159"/>
                    <a:pt x="30578" y="11855"/>
                    <a:pt x="30457" y="11612"/>
                  </a:cubicBezTo>
                  <a:cubicBezTo>
                    <a:pt x="30305" y="11308"/>
                    <a:pt x="30123" y="11065"/>
                    <a:pt x="29910" y="10852"/>
                  </a:cubicBezTo>
                  <a:cubicBezTo>
                    <a:pt x="29922" y="10687"/>
                    <a:pt x="29970" y="10645"/>
                    <a:pt x="30029" y="10645"/>
                  </a:cubicBezTo>
                  <a:cubicBezTo>
                    <a:pt x="30092" y="10645"/>
                    <a:pt x="30166" y="10691"/>
                    <a:pt x="30226" y="10691"/>
                  </a:cubicBezTo>
                  <a:cubicBezTo>
                    <a:pt x="30258" y="10691"/>
                    <a:pt x="30286" y="10678"/>
                    <a:pt x="30305" y="10639"/>
                  </a:cubicBezTo>
                  <a:cubicBezTo>
                    <a:pt x="30123" y="10548"/>
                    <a:pt x="29971" y="10487"/>
                    <a:pt x="29819" y="10426"/>
                  </a:cubicBezTo>
                  <a:cubicBezTo>
                    <a:pt x="29819" y="10366"/>
                    <a:pt x="29910" y="10335"/>
                    <a:pt x="29971" y="10335"/>
                  </a:cubicBezTo>
                  <a:cubicBezTo>
                    <a:pt x="29908" y="10280"/>
                    <a:pt x="29847" y="10264"/>
                    <a:pt x="29787" y="10264"/>
                  </a:cubicBezTo>
                  <a:cubicBezTo>
                    <a:pt x="29695" y="10264"/>
                    <a:pt x="29603" y="10302"/>
                    <a:pt x="29504" y="10302"/>
                  </a:cubicBezTo>
                  <a:cubicBezTo>
                    <a:pt x="29414" y="10302"/>
                    <a:pt x="29318" y="10271"/>
                    <a:pt x="29211" y="10153"/>
                  </a:cubicBezTo>
                  <a:cubicBezTo>
                    <a:pt x="29182" y="10159"/>
                    <a:pt x="29158" y="10162"/>
                    <a:pt x="29137" y="10162"/>
                  </a:cubicBezTo>
                  <a:cubicBezTo>
                    <a:pt x="28955" y="10162"/>
                    <a:pt x="29031" y="9936"/>
                    <a:pt x="29059" y="9636"/>
                  </a:cubicBezTo>
                  <a:cubicBezTo>
                    <a:pt x="29120" y="9302"/>
                    <a:pt x="29059" y="8967"/>
                    <a:pt x="28694" y="8907"/>
                  </a:cubicBezTo>
                  <a:cubicBezTo>
                    <a:pt x="28724" y="8724"/>
                    <a:pt x="28968" y="8785"/>
                    <a:pt x="29089" y="8663"/>
                  </a:cubicBezTo>
                  <a:cubicBezTo>
                    <a:pt x="28694" y="8390"/>
                    <a:pt x="28238" y="8268"/>
                    <a:pt x="27752" y="8238"/>
                  </a:cubicBezTo>
                  <a:cubicBezTo>
                    <a:pt x="27752" y="8055"/>
                    <a:pt x="27721" y="7843"/>
                    <a:pt x="27691" y="7691"/>
                  </a:cubicBezTo>
                  <a:cubicBezTo>
                    <a:pt x="27667" y="8080"/>
                    <a:pt x="27273" y="8119"/>
                    <a:pt x="26867" y="8119"/>
                  </a:cubicBezTo>
                  <a:cubicBezTo>
                    <a:pt x="26766" y="8119"/>
                    <a:pt x="26664" y="8116"/>
                    <a:pt x="26566" y="8116"/>
                  </a:cubicBezTo>
                  <a:cubicBezTo>
                    <a:pt x="26505" y="8299"/>
                    <a:pt x="26475" y="8481"/>
                    <a:pt x="26445" y="8572"/>
                  </a:cubicBezTo>
                  <a:cubicBezTo>
                    <a:pt x="26262" y="8481"/>
                    <a:pt x="26080" y="8420"/>
                    <a:pt x="25898" y="8359"/>
                  </a:cubicBezTo>
                  <a:cubicBezTo>
                    <a:pt x="25898" y="8238"/>
                    <a:pt x="26050" y="8177"/>
                    <a:pt x="26262" y="8086"/>
                  </a:cubicBezTo>
                  <a:lnTo>
                    <a:pt x="26110" y="8086"/>
                  </a:lnTo>
                  <a:cubicBezTo>
                    <a:pt x="26110" y="7843"/>
                    <a:pt x="26384" y="7721"/>
                    <a:pt x="26657" y="7630"/>
                  </a:cubicBezTo>
                  <a:lnTo>
                    <a:pt x="26657" y="7630"/>
                  </a:lnTo>
                  <a:cubicBezTo>
                    <a:pt x="26657" y="7751"/>
                    <a:pt x="26627" y="7873"/>
                    <a:pt x="26597" y="7964"/>
                  </a:cubicBezTo>
                  <a:cubicBezTo>
                    <a:pt x="26901" y="7903"/>
                    <a:pt x="27174" y="7751"/>
                    <a:pt x="27417" y="7569"/>
                  </a:cubicBezTo>
                  <a:cubicBezTo>
                    <a:pt x="27326" y="7569"/>
                    <a:pt x="27265" y="7539"/>
                    <a:pt x="27205" y="7508"/>
                  </a:cubicBezTo>
                  <a:cubicBezTo>
                    <a:pt x="27265" y="7478"/>
                    <a:pt x="27326" y="7448"/>
                    <a:pt x="27357" y="7387"/>
                  </a:cubicBezTo>
                  <a:cubicBezTo>
                    <a:pt x="27372" y="7372"/>
                    <a:pt x="27349" y="7364"/>
                    <a:pt x="27303" y="7364"/>
                  </a:cubicBezTo>
                  <a:cubicBezTo>
                    <a:pt x="27258" y="7364"/>
                    <a:pt x="27189" y="7372"/>
                    <a:pt x="27113" y="7387"/>
                  </a:cubicBezTo>
                  <a:lnTo>
                    <a:pt x="27417" y="6931"/>
                  </a:lnTo>
                  <a:lnTo>
                    <a:pt x="27235" y="7052"/>
                  </a:lnTo>
                  <a:lnTo>
                    <a:pt x="26901" y="6262"/>
                  </a:lnTo>
                  <a:cubicBezTo>
                    <a:pt x="26410" y="6262"/>
                    <a:pt x="25896" y="6367"/>
                    <a:pt x="25388" y="6367"/>
                  </a:cubicBezTo>
                  <a:cubicBezTo>
                    <a:pt x="25077" y="6367"/>
                    <a:pt x="24769" y="6328"/>
                    <a:pt x="24469" y="6201"/>
                  </a:cubicBezTo>
                  <a:cubicBezTo>
                    <a:pt x="24864" y="6019"/>
                    <a:pt x="24895" y="5715"/>
                    <a:pt x="25198" y="5381"/>
                  </a:cubicBezTo>
                  <a:lnTo>
                    <a:pt x="25198" y="5381"/>
                  </a:lnTo>
                  <a:cubicBezTo>
                    <a:pt x="25081" y="5880"/>
                    <a:pt x="25814" y="5642"/>
                    <a:pt x="26111" y="5981"/>
                  </a:cubicBezTo>
                  <a:lnTo>
                    <a:pt x="26111" y="5981"/>
                  </a:lnTo>
                  <a:cubicBezTo>
                    <a:pt x="26038" y="5857"/>
                    <a:pt x="26125" y="5682"/>
                    <a:pt x="26262" y="5654"/>
                  </a:cubicBezTo>
                  <a:cubicBezTo>
                    <a:pt x="25958" y="5593"/>
                    <a:pt x="25654" y="5533"/>
                    <a:pt x="25350" y="5472"/>
                  </a:cubicBezTo>
                  <a:cubicBezTo>
                    <a:pt x="25624" y="5198"/>
                    <a:pt x="25411" y="5168"/>
                    <a:pt x="25320" y="4894"/>
                  </a:cubicBezTo>
                  <a:cubicBezTo>
                    <a:pt x="25205" y="5134"/>
                    <a:pt x="25080" y="5213"/>
                    <a:pt x="24948" y="5213"/>
                  </a:cubicBezTo>
                  <a:cubicBezTo>
                    <a:pt x="24697" y="5213"/>
                    <a:pt x="24425" y="4925"/>
                    <a:pt x="24165" y="4925"/>
                  </a:cubicBezTo>
                  <a:cubicBezTo>
                    <a:pt x="24240" y="4793"/>
                    <a:pt x="24351" y="4673"/>
                    <a:pt x="24489" y="4673"/>
                  </a:cubicBezTo>
                  <a:cubicBezTo>
                    <a:pt x="24574" y="4673"/>
                    <a:pt x="24669" y="4718"/>
                    <a:pt x="24773" y="4834"/>
                  </a:cubicBezTo>
                  <a:cubicBezTo>
                    <a:pt x="24773" y="4635"/>
                    <a:pt x="24701" y="4571"/>
                    <a:pt x="24595" y="4571"/>
                  </a:cubicBezTo>
                  <a:cubicBezTo>
                    <a:pt x="24407" y="4571"/>
                    <a:pt x="24113" y="4769"/>
                    <a:pt x="23923" y="4769"/>
                  </a:cubicBezTo>
                  <a:cubicBezTo>
                    <a:pt x="23825" y="4769"/>
                    <a:pt x="23755" y="4717"/>
                    <a:pt x="23739" y="4560"/>
                  </a:cubicBezTo>
                  <a:lnTo>
                    <a:pt x="23739" y="4560"/>
                  </a:lnTo>
                  <a:cubicBezTo>
                    <a:pt x="23510" y="4458"/>
                    <a:pt x="23333" y="4167"/>
                    <a:pt x="23496" y="4074"/>
                  </a:cubicBezTo>
                  <a:lnTo>
                    <a:pt x="23496" y="4074"/>
                  </a:lnTo>
                  <a:lnTo>
                    <a:pt x="23587" y="4134"/>
                  </a:lnTo>
                  <a:cubicBezTo>
                    <a:pt x="23233" y="3802"/>
                    <a:pt x="22508" y="3390"/>
                    <a:pt x="21988" y="3390"/>
                  </a:cubicBezTo>
                  <a:cubicBezTo>
                    <a:pt x="21794" y="3390"/>
                    <a:pt x="21628" y="3447"/>
                    <a:pt x="21521" y="3587"/>
                  </a:cubicBezTo>
                  <a:cubicBezTo>
                    <a:pt x="21703" y="3344"/>
                    <a:pt x="21885" y="3101"/>
                    <a:pt x="22068" y="2888"/>
                  </a:cubicBezTo>
                  <a:lnTo>
                    <a:pt x="22068" y="2888"/>
                  </a:lnTo>
                  <a:cubicBezTo>
                    <a:pt x="21399" y="3314"/>
                    <a:pt x="20700" y="3770"/>
                    <a:pt x="20062" y="4226"/>
                  </a:cubicBezTo>
                  <a:cubicBezTo>
                    <a:pt x="20426" y="3800"/>
                    <a:pt x="20639" y="2463"/>
                    <a:pt x="21277" y="2432"/>
                  </a:cubicBezTo>
                  <a:cubicBezTo>
                    <a:pt x="21168" y="2241"/>
                    <a:pt x="20937" y="2124"/>
                    <a:pt x="20714" y="2124"/>
                  </a:cubicBezTo>
                  <a:cubicBezTo>
                    <a:pt x="20689" y="2124"/>
                    <a:pt x="20664" y="2125"/>
                    <a:pt x="20639" y="2128"/>
                  </a:cubicBezTo>
                  <a:cubicBezTo>
                    <a:pt x="20699" y="2247"/>
                    <a:pt x="20554" y="2950"/>
                    <a:pt x="20405" y="2950"/>
                  </a:cubicBezTo>
                  <a:cubicBezTo>
                    <a:pt x="20402" y="2950"/>
                    <a:pt x="20399" y="2950"/>
                    <a:pt x="20396" y="2949"/>
                  </a:cubicBezTo>
                  <a:cubicBezTo>
                    <a:pt x="20306" y="2260"/>
                    <a:pt x="20275" y="2545"/>
                    <a:pt x="20071" y="1884"/>
                  </a:cubicBezTo>
                  <a:lnTo>
                    <a:pt x="20071" y="1884"/>
                  </a:lnTo>
                  <a:cubicBezTo>
                    <a:pt x="20102" y="2083"/>
                    <a:pt x="19702" y="2629"/>
                    <a:pt x="19479" y="2629"/>
                  </a:cubicBezTo>
                  <a:cubicBezTo>
                    <a:pt x="19459" y="2629"/>
                    <a:pt x="19440" y="2624"/>
                    <a:pt x="19423" y="2615"/>
                  </a:cubicBezTo>
                  <a:cubicBezTo>
                    <a:pt x="19510" y="2528"/>
                    <a:pt x="19706" y="1894"/>
                    <a:pt x="19830" y="1804"/>
                  </a:cubicBezTo>
                  <a:lnTo>
                    <a:pt x="19830" y="1804"/>
                  </a:lnTo>
                  <a:cubicBezTo>
                    <a:pt x="19550" y="1945"/>
                    <a:pt x="19270" y="2112"/>
                    <a:pt x="19015" y="2305"/>
                  </a:cubicBezTo>
                  <a:lnTo>
                    <a:pt x="19015" y="2305"/>
                  </a:lnTo>
                  <a:cubicBezTo>
                    <a:pt x="19165" y="2147"/>
                    <a:pt x="19235" y="1647"/>
                    <a:pt x="19180" y="1399"/>
                  </a:cubicBezTo>
                  <a:lnTo>
                    <a:pt x="19180" y="1399"/>
                  </a:lnTo>
                  <a:cubicBezTo>
                    <a:pt x="19180" y="1433"/>
                    <a:pt x="19161" y="1447"/>
                    <a:pt x="19127" y="1447"/>
                  </a:cubicBezTo>
                  <a:cubicBezTo>
                    <a:pt x="18992" y="1447"/>
                    <a:pt x="18628" y="1215"/>
                    <a:pt x="18445" y="1215"/>
                  </a:cubicBezTo>
                  <a:cubicBezTo>
                    <a:pt x="18437" y="1215"/>
                    <a:pt x="18428" y="1215"/>
                    <a:pt x="18420" y="1216"/>
                  </a:cubicBezTo>
                  <a:lnTo>
                    <a:pt x="18633" y="1490"/>
                  </a:lnTo>
                  <a:cubicBezTo>
                    <a:pt x="18551" y="1451"/>
                    <a:pt x="18475" y="1434"/>
                    <a:pt x="18403" y="1434"/>
                  </a:cubicBezTo>
                  <a:cubicBezTo>
                    <a:pt x="17900" y="1434"/>
                    <a:pt x="17603" y="2268"/>
                    <a:pt x="17116" y="2268"/>
                  </a:cubicBezTo>
                  <a:cubicBezTo>
                    <a:pt x="17076" y="2268"/>
                    <a:pt x="17035" y="2262"/>
                    <a:pt x="16992" y="2250"/>
                  </a:cubicBezTo>
                  <a:cubicBezTo>
                    <a:pt x="17083" y="2098"/>
                    <a:pt x="17387" y="1247"/>
                    <a:pt x="17052" y="1064"/>
                  </a:cubicBezTo>
                  <a:lnTo>
                    <a:pt x="17052" y="1064"/>
                  </a:lnTo>
                  <a:cubicBezTo>
                    <a:pt x="16779" y="1460"/>
                    <a:pt x="16019" y="3010"/>
                    <a:pt x="15502" y="3314"/>
                  </a:cubicBezTo>
                  <a:lnTo>
                    <a:pt x="15411" y="3071"/>
                  </a:lnTo>
                  <a:lnTo>
                    <a:pt x="14986" y="3344"/>
                  </a:lnTo>
                  <a:cubicBezTo>
                    <a:pt x="15168" y="2888"/>
                    <a:pt x="15411" y="2432"/>
                    <a:pt x="15685" y="2037"/>
                  </a:cubicBezTo>
                  <a:cubicBezTo>
                    <a:pt x="15989" y="1612"/>
                    <a:pt x="16323" y="1247"/>
                    <a:pt x="16688" y="912"/>
                  </a:cubicBezTo>
                  <a:cubicBezTo>
                    <a:pt x="16444" y="669"/>
                    <a:pt x="16657" y="609"/>
                    <a:pt x="16201" y="578"/>
                  </a:cubicBezTo>
                  <a:cubicBezTo>
                    <a:pt x="16080" y="335"/>
                    <a:pt x="16475" y="244"/>
                    <a:pt x="16627" y="244"/>
                  </a:cubicBezTo>
                  <a:cubicBezTo>
                    <a:pt x="16293" y="183"/>
                    <a:pt x="15928" y="61"/>
                    <a:pt x="15593" y="1"/>
                  </a:cubicBezTo>
                  <a:close/>
                  <a:moveTo>
                    <a:pt x="16908" y="29921"/>
                  </a:moveTo>
                  <a:cubicBezTo>
                    <a:pt x="16905" y="29928"/>
                    <a:pt x="16903" y="29934"/>
                    <a:pt x="16900" y="29940"/>
                  </a:cubicBezTo>
                  <a:cubicBezTo>
                    <a:pt x="16903" y="29934"/>
                    <a:pt x="16905" y="29928"/>
                    <a:pt x="16908" y="2992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4" name="Google Shape;5574;p60"/>
          <p:cNvSpPr txBox="1"/>
          <p:nvPr>
            <p:ph idx="4294967295" type="title"/>
          </p:nvPr>
        </p:nvSpPr>
        <p:spPr>
          <a:xfrm>
            <a:off x="1340950" y="1558601"/>
            <a:ext cx="1574700" cy="70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t>1ST MONTH</a:t>
            </a:r>
            <a:endParaRPr sz="2200"/>
          </a:p>
        </p:txBody>
      </p:sp>
      <p:sp>
        <p:nvSpPr>
          <p:cNvPr id="5575" name="Google Shape;5575;p60"/>
          <p:cNvSpPr txBox="1"/>
          <p:nvPr>
            <p:ph idx="4294967295" type="title"/>
          </p:nvPr>
        </p:nvSpPr>
        <p:spPr>
          <a:xfrm>
            <a:off x="3009591" y="1558601"/>
            <a:ext cx="1574700" cy="70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t>2ND MONTH</a:t>
            </a:r>
            <a:endParaRPr sz="2200"/>
          </a:p>
        </p:txBody>
      </p:sp>
      <p:sp>
        <p:nvSpPr>
          <p:cNvPr id="5576" name="Google Shape;5576;p60"/>
          <p:cNvSpPr txBox="1"/>
          <p:nvPr>
            <p:ph idx="4294967295" type="title"/>
          </p:nvPr>
        </p:nvSpPr>
        <p:spPr>
          <a:xfrm>
            <a:off x="4678245" y="1558601"/>
            <a:ext cx="1574700" cy="70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t>3RD MONTH</a:t>
            </a:r>
            <a:endParaRPr sz="2200"/>
          </a:p>
        </p:txBody>
      </p:sp>
      <p:sp>
        <p:nvSpPr>
          <p:cNvPr id="5577" name="Google Shape;5577;p60"/>
          <p:cNvSpPr txBox="1"/>
          <p:nvPr>
            <p:ph idx="4294967295" type="title"/>
          </p:nvPr>
        </p:nvSpPr>
        <p:spPr>
          <a:xfrm>
            <a:off x="6346899" y="1558601"/>
            <a:ext cx="1574700" cy="70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t>4TH MONTH</a:t>
            </a:r>
            <a:endParaRPr sz="2200"/>
          </a:p>
        </p:txBody>
      </p:sp>
      <p:sp>
        <p:nvSpPr>
          <p:cNvPr id="5578" name="Google Shape;5578;p60"/>
          <p:cNvSpPr txBox="1"/>
          <p:nvPr>
            <p:ph idx="4294967295" type="title"/>
          </p:nvPr>
        </p:nvSpPr>
        <p:spPr>
          <a:xfrm>
            <a:off x="1340950" y="3632100"/>
            <a:ext cx="1574700" cy="70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1600">
                <a:solidFill>
                  <a:srgbClr val="FFFFFF"/>
                </a:solidFill>
                <a:latin typeface="Be Vietnam"/>
                <a:ea typeface="Be Vietnam"/>
                <a:cs typeface="Be Vietnam"/>
                <a:sym typeface="Be Vietnam"/>
              </a:rPr>
              <a:t>It’s the third planet from the Sun</a:t>
            </a:r>
            <a:endParaRPr sz="2000"/>
          </a:p>
        </p:txBody>
      </p:sp>
      <p:sp>
        <p:nvSpPr>
          <p:cNvPr id="5579" name="Google Shape;5579;p60"/>
          <p:cNvSpPr txBox="1"/>
          <p:nvPr>
            <p:ph idx="4294967295" type="title"/>
          </p:nvPr>
        </p:nvSpPr>
        <p:spPr>
          <a:xfrm>
            <a:off x="3009588" y="3632100"/>
            <a:ext cx="1574700" cy="70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0" lang="en" sz="1600">
                <a:solidFill>
                  <a:srgbClr val="FFFFFF"/>
                </a:solidFill>
                <a:latin typeface="Be Vietnam"/>
                <a:ea typeface="Be Vietnam"/>
                <a:cs typeface="Be Vietnam"/>
                <a:sym typeface="Be Vietnam"/>
              </a:rPr>
              <a:t>It’s the second one from the Sun</a:t>
            </a:r>
            <a:endParaRPr sz="2000"/>
          </a:p>
        </p:txBody>
      </p:sp>
      <p:sp>
        <p:nvSpPr>
          <p:cNvPr id="5580" name="Google Shape;5580;p60"/>
          <p:cNvSpPr txBox="1"/>
          <p:nvPr>
            <p:ph idx="4294967295" type="title"/>
          </p:nvPr>
        </p:nvSpPr>
        <p:spPr>
          <a:xfrm>
            <a:off x="4678238" y="3632100"/>
            <a:ext cx="1574700" cy="70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1600">
                <a:solidFill>
                  <a:srgbClr val="FFFFFF"/>
                </a:solidFill>
                <a:latin typeface="Be Vietnam"/>
                <a:ea typeface="Be Vietnam"/>
                <a:cs typeface="Be Vietnam"/>
                <a:sym typeface="Be Vietnam"/>
              </a:rPr>
              <a:t>It’s composed of hydrogen and helium</a:t>
            </a:r>
            <a:endParaRPr b="0" sz="1600">
              <a:solidFill>
                <a:srgbClr val="FFFFFF"/>
              </a:solidFill>
              <a:latin typeface="Be Vietnam"/>
              <a:ea typeface="Be Vietnam"/>
              <a:cs typeface="Be Vietnam"/>
              <a:sym typeface="Be Vietnam"/>
            </a:endParaRPr>
          </a:p>
        </p:txBody>
      </p:sp>
      <p:sp>
        <p:nvSpPr>
          <p:cNvPr id="5581" name="Google Shape;5581;p60"/>
          <p:cNvSpPr txBox="1"/>
          <p:nvPr>
            <p:ph idx="4294967295" type="title"/>
          </p:nvPr>
        </p:nvSpPr>
        <p:spPr>
          <a:xfrm>
            <a:off x="6346888" y="3632100"/>
            <a:ext cx="1574700" cy="70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0" lang="en" sz="1600">
                <a:solidFill>
                  <a:srgbClr val="FFFFFF"/>
                </a:solidFill>
                <a:latin typeface="Be Vietnam"/>
                <a:ea typeface="Be Vietnam"/>
                <a:cs typeface="Be Vietnam"/>
                <a:sym typeface="Be Vietnam"/>
              </a:rPr>
              <a:t>Despite being red, it’s a very cold place</a:t>
            </a:r>
            <a:endParaRPr sz="2000"/>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5" name="Shape 5585"/>
        <p:cNvGrpSpPr/>
        <p:nvPr/>
      </p:nvGrpSpPr>
      <p:grpSpPr>
        <a:xfrm>
          <a:off x="0" y="0"/>
          <a:ext cx="0" cy="0"/>
          <a:chOff x="0" y="0"/>
          <a:chExt cx="0" cy="0"/>
        </a:xfrm>
      </p:grpSpPr>
      <p:sp>
        <p:nvSpPr>
          <p:cNvPr id="5586" name="Google Shape;5586;p61"/>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CENTERS AROUND THE WORLD</a:t>
            </a:r>
            <a:endParaRPr/>
          </a:p>
        </p:txBody>
      </p:sp>
      <p:grpSp>
        <p:nvGrpSpPr>
          <p:cNvPr id="5587" name="Google Shape;5587;p61"/>
          <p:cNvGrpSpPr/>
          <p:nvPr/>
        </p:nvGrpSpPr>
        <p:grpSpPr>
          <a:xfrm>
            <a:off x="3210662" y="1531731"/>
            <a:ext cx="5216653" cy="2778721"/>
            <a:chOff x="233350" y="949250"/>
            <a:chExt cx="7137300" cy="3802300"/>
          </a:xfrm>
        </p:grpSpPr>
        <p:sp>
          <p:nvSpPr>
            <p:cNvPr id="5588" name="Google Shape;5588;p6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5639" name="Google Shape;5639;p61"/>
          <p:cNvCxnSpPr/>
          <p:nvPr/>
        </p:nvCxnSpPr>
        <p:spPr>
          <a:xfrm flipH="1" rot="10800000">
            <a:off x="3105544" y="2647038"/>
            <a:ext cx="4219800" cy="548100"/>
          </a:xfrm>
          <a:prstGeom prst="bentConnector3">
            <a:avLst>
              <a:gd fmla="val 50000" name="adj1"/>
            </a:avLst>
          </a:prstGeom>
          <a:noFill/>
          <a:ln cap="flat" cmpd="sng" w="28575">
            <a:solidFill>
              <a:schemeClr val="lt1"/>
            </a:solidFill>
            <a:prstDash val="solid"/>
            <a:round/>
            <a:headEnd len="med" w="med" type="none"/>
            <a:tailEnd len="med" w="med" type="oval"/>
          </a:ln>
        </p:spPr>
      </p:cxnSp>
      <p:cxnSp>
        <p:nvCxnSpPr>
          <p:cNvPr id="5640" name="Google Shape;5640;p61"/>
          <p:cNvCxnSpPr/>
          <p:nvPr/>
        </p:nvCxnSpPr>
        <p:spPr>
          <a:xfrm flipH="1" rot="10800000">
            <a:off x="3086950" y="3928525"/>
            <a:ext cx="1592400" cy="516000"/>
          </a:xfrm>
          <a:prstGeom prst="bentConnector3">
            <a:avLst>
              <a:gd fmla="val 50000" name="adj1"/>
            </a:avLst>
          </a:prstGeom>
          <a:noFill/>
          <a:ln cap="flat" cmpd="sng" w="28575">
            <a:solidFill>
              <a:schemeClr val="lt1"/>
            </a:solidFill>
            <a:prstDash val="solid"/>
            <a:round/>
            <a:headEnd len="med" w="med" type="none"/>
            <a:tailEnd len="med" w="med" type="oval"/>
          </a:ln>
        </p:spPr>
      </p:cxnSp>
      <p:cxnSp>
        <p:nvCxnSpPr>
          <p:cNvPr id="5641" name="Google Shape;5641;p61"/>
          <p:cNvCxnSpPr/>
          <p:nvPr/>
        </p:nvCxnSpPr>
        <p:spPr>
          <a:xfrm>
            <a:off x="3105544" y="1933350"/>
            <a:ext cx="2379600" cy="363300"/>
          </a:xfrm>
          <a:prstGeom prst="bentConnector3">
            <a:avLst>
              <a:gd fmla="val 50000" name="adj1"/>
            </a:avLst>
          </a:prstGeom>
          <a:noFill/>
          <a:ln cap="flat" cmpd="sng" w="28575">
            <a:solidFill>
              <a:schemeClr val="lt1"/>
            </a:solidFill>
            <a:prstDash val="solid"/>
            <a:round/>
            <a:headEnd len="med" w="med" type="none"/>
            <a:tailEnd len="med" w="med" type="oval"/>
          </a:ln>
        </p:spPr>
      </p:cxnSp>
      <p:sp>
        <p:nvSpPr>
          <p:cNvPr id="5642" name="Google Shape;5642;p61"/>
          <p:cNvSpPr txBox="1"/>
          <p:nvPr/>
        </p:nvSpPr>
        <p:spPr>
          <a:xfrm>
            <a:off x="1230850" y="3928525"/>
            <a:ext cx="1856100" cy="270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200">
                <a:solidFill>
                  <a:srgbClr val="D19A78"/>
                </a:solidFill>
                <a:latin typeface="Poiret One"/>
                <a:ea typeface="Poiret One"/>
                <a:cs typeface="Poiret One"/>
                <a:sym typeface="Poiret One"/>
              </a:rPr>
              <a:t>VENUS</a:t>
            </a:r>
            <a:endParaRPr b="1" sz="2200">
              <a:solidFill>
                <a:srgbClr val="FFFFFF"/>
              </a:solidFill>
              <a:latin typeface="Lato"/>
              <a:ea typeface="Lato"/>
              <a:cs typeface="Lato"/>
              <a:sym typeface="Lato"/>
            </a:endParaRPr>
          </a:p>
        </p:txBody>
      </p:sp>
      <p:sp>
        <p:nvSpPr>
          <p:cNvPr id="5643" name="Google Shape;5643;p61"/>
          <p:cNvSpPr txBox="1"/>
          <p:nvPr/>
        </p:nvSpPr>
        <p:spPr>
          <a:xfrm>
            <a:off x="665050" y="4199425"/>
            <a:ext cx="2421900" cy="442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rgbClr val="FFFFFF"/>
                </a:solidFill>
                <a:latin typeface="Be Vietnam"/>
                <a:ea typeface="Be Vietnam"/>
                <a:cs typeface="Be Vietnam"/>
                <a:sym typeface="Be Vietnam"/>
              </a:rPr>
              <a:t>Venus has a nice name</a:t>
            </a:r>
            <a:endParaRPr sz="1600">
              <a:solidFill>
                <a:srgbClr val="FFFFFF"/>
              </a:solidFill>
              <a:latin typeface="Be Vietnam"/>
              <a:ea typeface="Be Vietnam"/>
              <a:cs typeface="Be Vietnam"/>
              <a:sym typeface="Be Vietnam"/>
            </a:endParaRPr>
          </a:p>
        </p:txBody>
      </p:sp>
      <p:sp>
        <p:nvSpPr>
          <p:cNvPr id="5644" name="Google Shape;5644;p61"/>
          <p:cNvSpPr txBox="1"/>
          <p:nvPr/>
        </p:nvSpPr>
        <p:spPr>
          <a:xfrm>
            <a:off x="1230850" y="2682750"/>
            <a:ext cx="1856100" cy="270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200">
                <a:solidFill>
                  <a:srgbClr val="D19A78"/>
                </a:solidFill>
                <a:latin typeface="Poiret One"/>
                <a:ea typeface="Poiret One"/>
                <a:cs typeface="Poiret One"/>
                <a:sym typeface="Poiret One"/>
              </a:rPr>
              <a:t>MERCURY</a:t>
            </a:r>
            <a:endParaRPr b="1" sz="2200">
              <a:solidFill>
                <a:srgbClr val="FFFFFF"/>
              </a:solidFill>
              <a:latin typeface="Lato"/>
              <a:ea typeface="Lato"/>
              <a:cs typeface="Lato"/>
              <a:sym typeface="Lato"/>
            </a:endParaRPr>
          </a:p>
        </p:txBody>
      </p:sp>
      <p:sp>
        <p:nvSpPr>
          <p:cNvPr id="5645" name="Google Shape;5645;p61"/>
          <p:cNvSpPr txBox="1"/>
          <p:nvPr/>
        </p:nvSpPr>
        <p:spPr>
          <a:xfrm>
            <a:off x="665050" y="2949150"/>
            <a:ext cx="2421900" cy="442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rgbClr val="FFFFFF"/>
                </a:solidFill>
                <a:latin typeface="Be Vietnam"/>
                <a:ea typeface="Be Vietnam"/>
                <a:cs typeface="Be Vietnam"/>
                <a:sym typeface="Be Vietnam"/>
              </a:rPr>
              <a:t>It’</a:t>
            </a:r>
            <a:r>
              <a:rPr lang="en" sz="1600">
                <a:solidFill>
                  <a:srgbClr val="FFFFFF"/>
                </a:solidFill>
                <a:latin typeface="Be Vietnam"/>
                <a:ea typeface="Be Vietnam"/>
                <a:cs typeface="Be Vietnam"/>
                <a:sym typeface="Be Vietnam"/>
              </a:rPr>
              <a:t>s the smallest planet</a:t>
            </a:r>
            <a:endParaRPr sz="1600">
              <a:solidFill>
                <a:srgbClr val="FFFFFF"/>
              </a:solidFill>
              <a:latin typeface="Be Vietnam"/>
              <a:ea typeface="Be Vietnam"/>
              <a:cs typeface="Be Vietnam"/>
              <a:sym typeface="Be Vietnam"/>
            </a:endParaRPr>
          </a:p>
        </p:txBody>
      </p:sp>
      <p:sp>
        <p:nvSpPr>
          <p:cNvPr id="5646" name="Google Shape;5646;p61"/>
          <p:cNvSpPr txBox="1"/>
          <p:nvPr/>
        </p:nvSpPr>
        <p:spPr>
          <a:xfrm>
            <a:off x="1230850" y="1427975"/>
            <a:ext cx="1856100" cy="279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200">
                <a:solidFill>
                  <a:srgbClr val="D19A78"/>
                </a:solidFill>
                <a:latin typeface="Poiret One"/>
                <a:ea typeface="Poiret One"/>
                <a:cs typeface="Poiret One"/>
                <a:sym typeface="Poiret One"/>
              </a:rPr>
              <a:t>JUPITER</a:t>
            </a:r>
            <a:endParaRPr b="1" sz="2200">
              <a:solidFill>
                <a:srgbClr val="FFFFFF"/>
              </a:solidFill>
              <a:latin typeface="Lato"/>
              <a:ea typeface="Lato"/>
              <a:cs typeface="Lato"/>
              <a:sym typeface="Lato"/>
            </a:endParaRPr>
          </a:p>
        </p:txBody>
      </p:sp>
      <p:sp>
        <p:nvSpPr>
          <p:cNvPr id="5647" name="Google Shape;5647;p61"/>
          <p:cNvSpPr txBox="1"/>
          <p:nvPr/>
        </p:nvSpPr>
        <p:spPr>
          <a:xfrm>
            <a:off x="665050" y="1698875"/>
            <a:ext cx="2421900" cy="442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rgbClr val="FFFFFF"/>
                </a:solidFill>
                <a:latin typeface="Be Vietnam"/>
                <a:ea typeface="Be Vietnam"/>
                <a:cs typeface="Be Vietnam"/>
                <a:sym typeface="Be Vietnam"/>
              </a:rPr>
              <a:t>Jupiter is a gas giant </a:t>
            </a:r>
            <a:endParaRPr sz="1600">
              <a:solidFill>
                <a:srgbClr val="FFFFFF"/>
              </a:solidFill>
              <a:latin typeface="Be Vietnam"/>
              <a:ea typeface="Be Vietnam"/>
              <a:cs typeface="Be Vietnam"/>
              <a:sym typeface="Be Vietnam"/>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1" name="Shape 5651"/>
        <p:cNvGrpSpPr/>
        <p:nvPr/>
      </p:nvGrpSpPr>
      <p:grpSpPr>
        <a:xfrm>
          <a:off x="0" y="0"/>
          <a:ext cx="0" cy="0"/>
          <a:chOff x="0" y="0"/>
          <a:chExt cx="0" cy="0"/>
        </a:xfrm>
      </p:grpSpPr>
      <p:sp>
        <p:nvSpPr>
          <p:cNvPr id="5652" name="Google Shape;5652;p62"/>
          <p:cNvSpPr txBox="1"/>
          <p:nvPr>
            <p:ph type="title"/>
          </p:nvPr>
        </p:nvSpPr>
        <p:spPr>
          <a:xfrm>
            <a:off x="2467950" y="1702150"/>
            <a:ext cx="4208100" cy="67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CONCLUSION</a:t>
            </a:r>
            <a:endParaRPr/>
          </a:p>
        </p:txBody>
      </p:sp>
      <p:sp>
        <p:nvSpPr>
          <p:cNvPr id="5653" name="Google Shape;5653;p62"/>
          <p:cNvSpPr txBox="1"/>
          <p:nvPr>
            <p:ph idx="1" type="body"/>
          </p:nvPr>
        </p:nvSpPr>
        <p:spPr>
          <a:xfrm>
            <a:off x="2775000" y="2596050"/>
            <a:ext cx="3594000" cy="100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also the smallest planet in the Solar System. It was named after a Roman god</a:t>
            </a:r>
            <a:endParaRPr/>
          </a:p>
        </p:txBody>
      </p:sp>
      <p:sp>
        <p:nvSpPr>
          <p:cNvPr id="5654" name="Google Shape;5654;p62"/>
          <p:cNvSpPr/>
          <p:nvPr/>
        </p:nvSpPr>
        <p:spPr>
          <a:xfrm>
            <a:off x="2742319" y="2021374"/>
            <a:ext cx="1520" cy="717"/>
          </a:xfrm>
          <a:custGeom>
            <a:rect b="b" l="l" r="r" t="t"/>
            <a:pathLst>
              <a:path extrusionOk="0" h="9" w="26">
                <a:moveTo>
                  <a:pt x="0" y="0"/>
                </a:moveTo>
                <a:lnTo>
                  <a:pt x="26" y="9"/>
                </a:lnTo>
                <a:cubicBezTo>
                  <a:pt x="17" y="0"/>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2"/>
          <p:cNvSpPr/>
          <p:nvPr/>
        </p:nvSpPr>
        <p:spPr>
          <a:xfrm>
            <a:off x="2737348" y="2052362"/>
            <a:ext cx="2047" cy="2788"/>
          </a:xfrm>
          <a:custGeom>
            <a:rect b="b" l="l" r="r" t="t"/>
            <a:pathLst>
              <a:path extrusionOk="0" h="35" w="35">
                <a:moveTo>
                  <a:pt x="35" y="0"/>
                </a:moveTo>
                <a:lnTo>
                  <a:pt x="1" y="34"/>
                </a:lnTo>
                <a:cubicBezTo>
                  <a:pt x="18" y="26"/>
                  <a:pt x="26" y="9"/>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2"/>
          <p:cNvSpPr/>
          <p:nvPr/>
        </p:nvSpPr>
        <p:spPr>
          <a:xfrm>
            <a:off x="2739863" y="2051645"/>
            <a:ext cx="58" cy="797"/>
          </a:xfrm>
          <a:custGeom>
            <a:rect b="b" l="l" r="r" t="t"/>
            <a:pathLst>
              <a:path extrusionOk="0" h="10" w="1">
                <a:moveTo>
                  <a:pt x="0" y="1"/>
                </a:moveTo>
                <a:lnTo>
                  <a:pt x="0" y="1"/>
                </a:lnTo>
                <a:lnTo>
                  <a:pt x="0" y="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2"/>
          <p:cNvSpPr/>
          <p:nvPr/>
        </p:nvSpPr>
        <p:spPr>
          <a:xfrm>
            <a:off x="2734892" y="2005840"/>
            <a:ext cx="2047" cy="717"/>
          </a:xfrm>
          <a:custGeom>
            <a:rect b="b" l="l" r="r" t="t"/>
            <a:pathLst>
              <a:path extrusionOk="0" h="9" w="35">
                <a:moveTo>
                  <a:pt x="0" y="0"/>
                </a:moveTo>
                <a:lnTo>
                  <a:pt x="34" y="9"/>
                </a:lnTo>
                <a:cubicBezTo>
                  <a:pt x="17" y="0"/>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2"/>
          <p:cNvSpPr/>
          <p:nvPr/>
        </p:nvSpPr>
        <p:spPr>
          <a:xfrm>
            <a:off x="2742904" y="2038182"/>
            <a:ext cx="13801" cy="10834"/>
          </a:xfrm>
          <a:custGeom>
            <a:rect b="b" l="l" r="r" t="t"/>
            <a:pathLst>
              <a:path extrusionOk="0" h="136" w="236">
                <a:moveTo>
                  <a:pt x="236" y="1"/>
                </a:moveTo>
                <a:cubicBezTo>
                  <a:pt x="158" y="43"/>
                  <a:pt x="121" y="62"/>
                  <a:pt x="97" y="62"/>
                </a:cubicBezTo>
                <a:cubicBezTo>
                  <a:pt x="92" y="62"/>
                  <a:pt x="88" y="61"/>
                  <a:pt x="83" y="60"/>
                </a:cubicBezTo>
                <a:cubicBezTo>
                  <a:pt x="0" y="110"/>
                  <a:pt x="64" y="110"/>
                  <a:pt x="34" y="135"/>
                </a:cubicBezTo>
                <a:lnTo>
                  <a:pt x="34" y="135"/>
                </a:lnTo>
                <a:cubicBezTo>
                  <a:pt x="109" y="77"/>
                  <a:pt x="143" y="68"/>
                  <a:pt x="236" y="1"/>
                </a:cubicBezTo>
                <a:close/>
                <a:moveTo>
                  <a:pt x="34" y="135"/>
                </a:moveTo>
                <a:cubicBezTo>
                  <a:pt x="34" y="135"/>
                  <a:pt x="33" y="135"/>
                  <a:pt x="33" y="136"/>
                </a:cubicBezTo>
                <a:cubicBezTo>
                  <a:pt x="33" y="135"/>
                  <a:pt x="34" y="135"/>
                  <a:pt x="34" y="1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2"/>
          <p:cNvSpPr/>
          <p:nvPr/>
        </p:nvSpPr>
        <p:spPr>
          <a:xfrm>
            <a:off x="2742787" y="2048937"/>
            <a:ext cx="2047" cy="2151"/>
          </a:xfrm>
          <a:custGeom>
            <a:rect b="b" l="l" r="r" t="t"/>
            <a:pathLst>
              <a:path extrusionOk="0" h="27" w="35">
                <a:moveTo>
                  <a:pt x="35" y="1"/>
                </a:moveTo>
                <a:lnTo>
                  <a:pt x="1" y="26"/>
                </a:lnTo>
                <a:cubicBezTo>
                  <a:pt x="18" y="18"/>
                  <a:pt x="26" y="9"/>
                  <a:pt x="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2"/>
          <p:cNvSpPr/>
          <p:nvPr/>
        </p:nvSpPr>
        <p:spPr>
          <a:xfrm>
            <a:off x="2761092" y="2031411"/>
            <a:ext cx="4912" cy="2868"/>
          </a:xfrm>
          <a:custGeom>
            <a:rect b="b" l="l" r="r" t="t"/>
            <a:pathLst>
              <a:path extrusionOk="0" h="36" w="84">
                <a:moveTo>
                  <a:pt x="68" y="1"/>
                </a:moveTo>
                <a:lnTo>
                  <a:pt x="68" y="1"/>
                </a:lnTo>
                <a:cubicBezTo>
                  <a:pt x="52" y="18"/>
                  <a:pt x="26" y="26"/>
                  <a:pt x="1" y="35"/>
                </a:cubicBezTo>
                <a:cubicBezTo>
                  <a:pt x="4" y="36"/>
                  <a:pt x="7" y="36"/>
                  <a:pt x="10" y="36"/>
                </a:cubicBezTo>
                <a:cubicBezTo>
                  <a:pt x="43" y="36"/>
                  <a:pt x="84" y="1"/>
                  <a:pt x="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2"/>
          <p:cNvSpPr/>
          <p:nvPr/>
        </p:nvSpPr>
        <p:spPr>
          <a:xfrm>
            <a:off x="2756179" y="2022011"/>
            <a:ext cx="5088" cy="1992"/>
          </a:xfrm>
          <a:custGeom>
            <a:rect b="b" l="l" r="r" t="t"/>
            <a:pathLst>
              <a:path extrusionOk="0" h="25" w="87">
                <a:moveTo>
                  <a:pt x="26" y="1"/>
                </a:moveTo>
                <a:cubicBezTo>
                  <a:pt x="43" y="9"/>
                  <a:pt x="34" y="17"/>
                  <a:pt x="0" y="17"/>
                </a:cubicBezTo>
                <a:cubicBezTo>
                  <a:pt x="15" y="21"/>
                  <a:pt x="44" y="25"/>
                  <a:pt x="61" y="25"/>
                </a:cubicBezTo>
                <a:cubicBezTo>
                  <a:pt x="83" y="25"/>
                  <a:pt x="86" y="19"/>
                  <a:pt x="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2" name="Google Shape;5662;p62"/>
          <p:cNvGrpSpPr/>
          <p:nvPr/>
        </p:nvGrpSpPr>
        <p:grpSpPr>
          <a:xfrm>
            <a:off x="273625" y="-461250"/>
            <a:ext cx="2501374" cy="2686135"/>
            <a:chOff x="273625" y="-461250"/>
            <a:chExt cx="2501374" cy="2686135"/>
          </a:xfrm>
        </p:grpSpPr>
        <p:sp>
          <p:nvSpPr>
            <p:cNvPr id="5663" name="Google Shape;5663;p62"/>
            <p:cNvSpPr/>
            <p:nvPr/>
          </p:nvSpPr>
          <p:spPr>
            <a:xfrm>
              <a:off x="2413300" y="2106213"/>
              <a:ext cx="108422" cy="27084"/>
            </a:xfrm>
            <a:custGeom>
              <a:rect b="b" l="l" r="r" t="t"/>
              <a:pathLst>
                <a:path extrusionOk="0" h="340" w="1854">
                  <a:moveTo>
                    <a:pt x="838" y="145"/>
                  </a:moveTo>
                  <a:lnTo>
                    <a:pt x="838" y="145"/>
                  </a:lnTo>
                  <a:cubicBezTo>
                    <a:pt x="824" y="147"/>
                    <a:pt x="811" y="149"/>
                    <a:pt x="800" y="151"/>
                  </a:cubicBezTo>
                  <a:lnTo>
                    <a:pt x="800" y="151"/>
                  </a:lnTo>
                  <a:cubicBezTo>
                    <a:pt x="812" y="149"/>
                    <a:pt x="825" y="147"/>
                    <a:pt x="838" y="145"/>
                  </a:cubicBezTo>
                  <a:close/>
                  <a:moveTo>
                    <a:pt x="1853" y="1"/>
                  </a:moveTo>
                  <a:lnTo>
                    <a:pt x="1219" y="111"/>
                  </a:lnTo>
                  <a:lnTo>
                    <a:pt x="1253" y="94"/>
                  </a:lnTo>
                  <a:lnTo>
                    <a:pt x="1253" y="94"/>
                  </a:lnTo>
                  <a:cubicBezTo>
                    <a:pt x="1109" y="128"/>
                    <a:pt x="830" y="170"/>
                    <a:pt x="720" y="179"/>
                  </a:cubicBezTo>
                  <a:cubicBezTo>
                    <a:pt x="735" y="171"/>
                    <a:pt x="724" y="164"/>
                    <a:pt x="800" y="151"/>
                  </a:cubicBezTo>
                  <a:lnTo>
                    <a:pt x="800" y="151"/>
                  </a:lnTo>
                  <a:cubicBezTo>
                    <a:pt x="98" y="261"/>
                    <a:pt x="618" y="240"/>
                    <a:pt x="27" y="335"/>
                  </a:cubicBezTo>
                  <a:lnTo>
                    <a:pt x="27" y="335"/>
                  </a:lnTo>
                  <a:cubicBezTo>
                    <a:pt x="64" y="331"/>
                    <a:pt x="107" y="329"/>
                    <a:pt x="162" y="322"/>
                  </a:cubicBezTo>
                  <a:cubicBezTo>
                    <a:pt x="265" y="306"/>
                    <a:pt x="359" y="297"/>
                    <a:pt x="396" y="297"/>
                  </a:cubicBezTo>
                  <a:cubicBezTo>
                    <a:pt x="416" y="297"/>
                    <a:pt x="419" y="299"/>
                    <a:pt x="398" y="305"/>
                  </a:cubicBezTo>
                  <a:cubicBezTo>
                    <a:pt x="720" y="238"/>
                    <a:pt x="728" y="255"/>
                    <a:pt x="762" y="212"/>
                  </a:cubicBezTo>
                  <a:cubicBezTo>
                    <a:pt x="872" y="185"/>
                    <a:pt x="987" y="170"/>
                    <a:pt x="1033" y="170"/>
                  </a:cubicBezTo>
                  <a:cubicBezTo>
                    <a:pt x="1072" y="170"/>
                    <a:pt x="1062" y="181"/>
                    <a:pt x="957" y="204"/>
                  </a:cubicBezTo>
                  <a:lnTo>
                    <a:pt x="1540" y="86"/>
                  </a:lnTo>
                  <a:lnTo>
                    <a:pt x="1185" y="136"/>
                  </a:lnTo>
                  <a:cubicBezTo>
                    <a:pt x="1278" y="94"/>
                    <a:pt x="1752" y="60"/>
                    <a:pt x="1853" y="1"/>
                  </a:cubicBezTo>
                  <a:close/>
                  <a:moveTo>
                    <a:pt x="27" y="335"/>
                  </a:moveTo>
                  <a:cubicBezTo>
                    <a:pt x="18" y="336"/>
                    <a:pt x="9" y="338"/>
                    <a:pt x="1" y="339"/>
                  </a:cubicBezTo>
                  <a:cubicBezTo>
                    <a:pt x="10" y="338"/>
                    <a:pt x="18" y="337"/>
                    <a:pt x="27" y="33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2"/>
            <p:cNvSpPr/>
            <p:nvPr/>
          </p:nvSpPr>
          <p:spPr>
            <a:xfrm>
              <a:off x="2312419" y="2124774"/>
              <a:ext cx="106375" cy="27403"/>
            </a:xfrm>
            <a:custGeom>
              <a:rect b="b" l="l" r="r" t="t"/>
              <a:pathLst>
                <a:path extrusionOk="0" h="344" w="1819">
                  <a:moveTo>
                    <a:pt x="1751" y="1"/>
                  </a:moveTo>
                  <a:cubicBezTo>
                    <a:pt x="1539" y="1"/>
                    <a:pt x="1110" y="82"/>
                    <a:pt x="922" y="89"/>
                  </a:cubicBezTo>
                  <a:cubicBezTo>
                    <a:pt x="1100" y="95"/>
                    <a:pt x="944" y="116"/>
                    <a:pt x="982" y="116"/>
                  </a:cubicBezTo>
                  <a:cubicBezTo>
                    <a:pt x="1000" y="116"/>
                    <a:pt x="1063" y="112"/>
                    <a:pt x="1227" y="98"/>
                  </a:cubicBezTo>
                  <a:lnTo>
                    <a:pt x="1227" y="98"/>
                  </a:lnTo>
                  <a:lnTo>
                    <a:pt x="956" y="174"/>
                  </a:lnTo>
                  <a:cubicBezTo>
                    <a:pt x="812" y="191"/>
                    <a:pt x="660" y="208"/>
                    <a:pt x="508" y="225"/>
                  </a:cubicBezTo>
                  <a:cubicBezTo>
                    <a:pt x="508" y="239"/>
                    <a:pt x="263" y="279"/>
                    <a:pt x="335" y="279"/>
                  </a:cubicBezTo>
                  <a:cubicBezTo>
                    <a:pt x="347" y="279"/>
                    <a:pt x="367" y="278"/>
                    <a:pt x="398" y="275"/>
                  </a:cubicBezTo>
                  <a:cubicBezTo>
                    <a:pt x="440" y="267"/>
                    <a:pt x="533" y="250"/>
                    <a:pt x="601" y="242"/>
                  </a:cubicBezTo>
                  <a:lnTo>
                    <a:pt x="601" y="242"/>
                  </a:lnTo>
                  <a:cubicBezTo>
                    <a:pt x="550" y="284"/>
                    <a:pt x="0" y="335"/>
                    <a:pt x="135" y="343"/>
                  </a:cubicBezTo>
                  <a:cubicBezTo>
                    <a:pt x="347" y="326"/>
                    <a:pt x="558" y="292"/>
                    <a:pt x="770" y="242"/>
                  </a:cubicBezTo>
                  <a:cubicBezTo>
                    <a:pt x="1100" y="199"/>
                    <a:pt x="1337" y="174"/>
                    <a:pt x="1489" y="166"/>
                  </a:cubicBezTo>
                  <a:cubicBezTo>
                    <a:pt x="1590" y="149"/>
                    <a:pt x="1599" y="132"/>
                    <a:pt x="1726" y="106"/>
                  </a:cubicBezTo>
                  <a:lnTo>
                    <a:pt x="1726" y="106"/>
                  </a:lnTo>
                  <a:lnTo>
                    <a:pt x="1641" y="123"/>
                  </a:lnTo>
                  <a:lnTo>
                    <a:pt x="1616" y="72"/>
                  </a:lnTo>
                  <a:cubicBezTo>
                    <a:pt x="1514" y="98"/>
                    <a:pt x="1421" y="106"/>
                    <a:pt x="1303" y="123"/>
                  </a:cubicBezTo>
                  <a:lnTo>
                    <a:pt x="1819" y="5"/>
                  </a:lnTo>
                  <a:cubicBezTo>
                    <a:pt x="1800" y="2"/>
                    <a:pt x="1777" y="1"/>
                    <a:pt x="175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2"/>
            <p:cNvSpPr/>
            <p:nvPr/>
          </p:nvSpPr>
          <p:spPr>
            <a:xfrm>
              <a:off x="2412832" y="2133218"/>
              <a:ext cx="526" cy="80"/>
            </a:xfrm>
            <a:custGeom>
              <a:rect b="b" l="l" r="r" t="t"/>
              <a:pathLst>
                <a:path extrusionOk="0" h="1" w="9">
                  <a:moveTo>
                    <a:pt x="0" y="0"/>
                  </a:move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2"/>
            <p:cNvSpPr/>
            <p:nvPr/>
          </p:nvSpPr>
          <p:spPr>
            <a:xfrm>
              <a:off x="2170893" y="2164843"/>
              <a:ext cx="5029" cy="80"/>
            </a:xfrm>
            <a:custGeom>
              <a:rect b="b" l="l" r="r" t="t"/>
              <a:pathLst>
                <a:path extrusionOk="0" h="1" w="86">
                  <a:moveTo>
                    <a:pt x="1" y="1"/>
                  </a:moveTo>
                  <a:lnTo>
                    <a:pt x="85" y="1"/>
                  </a:lnTo>
                  <a:cubicBezTo>
                    <a:pt x="68" y="1"/>
                    <a:pt x="35"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2"/>
            <p:cNvSpPr/>
            <p:nvPr/>
          </p:nvSpPr>
          <p:spPr>
            <a:xfrm>
              <a:off x="828208" y="1999069"/>
              <a:ext cx="8480" cy="4142"/>
            </a:xfrm>
            <a:custGeom>
              <a:rect b="b" l="l" r="r" t="t"/>
              <a:pathLst>
                <a:path extrusionOk="0" h="52" w="145">
                  <a:moveTo>
                    <a:pt x="1" y="1"/>
                  </a:moveTo>
                  <a:lnTo>
                    <a:pt x="145" y="5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2"/>
            <p:cNvSpPr/>
            <p:nvPr/>
          </p:nvSpPr>
          <p:spPr>
            <a:xfrm>
              <a:off x="1019210" y="2066462"/>
              <a:ext cx="12398" cy="2788"/>
            </a:xfrm>
            <a:custGeom>
              <a:rect b="b" l="l" r="r" t="t"/>
              <a:pathLst>
                <a:path extrusionOk="0" h="35" w="212">
                  <a:moveTo>
                    <a:pt x="0" y="1"/>
                  </a:moveTo>
                  <a:lnTo>
                    <a:pt x="212" y="35"/>
                  </a:lnTo>
                  <a:cubicBezTo>
                    <a:pt x="127" y="18"/>
                    <a:pt x="59"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2"/>
            <p:cNvSpPr/>
            <p:nvPr/>
          </p:nvSpPr>
          <p:spPr>
            <a:xfrm>
              <a:off x="2063052" y="2174960"/>
              <a:ext cx="2515" cy="80"/>
            </a:xfrm>
            <a:custGeom>
              <a:rect b="b" l="l" r="r" t="t"/>
              <a:pathLst>
                <a:path extrusionOk="0" h="1" w="43">
                  <a:moveTo>
                    <a:pt x="43" y="1"/>
                  </a:moveTo>
                  <a:lnTo>
                    <a:pt x="34" y="1"/>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2"/>
            <p:cNvSpPr/>
            <p:nvPr/>
          </p:nvSpPr>
          <p:spPr>
            <a:xfrm>
              <a:off x="1411506" y="2154089"/>
              <a:ext cx="6959" cy="2071"/>
            </a:xfrm>
            <a:custGeom>
              <a:rect b="b" l="l" r="r" t="t"/>
              <a:pathLst>
                <a:path extrusionOk="0" h="26" w="119">
                  <a:moveTo>
                    <a:pt x="1" y="1"/>
                  </a:moveTo>
                  <a:lnTo>
                    <a:pt x="1" y="1"/>
                  </a:lnTo>
                  <a:cubicBezTo>
                    <a:pt x="34" y="9"/>
                    <a:pt x="68" y="17"/>
                    <a:pt x="119" y="26"/>
                  </a:cubicBezTo>
                  <a:cubicBezTo>
                    <a:pt x="85" y="17"/>
                    <a:pt x="43" y="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2"/>
            <p:cNvSpPr/>
            <p:nvPr/>
          </p:nvSpPr>
          <p:spPr>
            <a:xfrm>
              <a:off x="1016695" y="2065825"/>
              <a:ext cx="2573" cy="80"/>
            </a:xfrm>
            <a:custGeom>
              <a:rect b="b" l="l" r="r" t="t"/>
              <a:pathLst>
                <a:path extrusionOk="0" h="1" w="44">
                  <a:moveTo>
                    <a:pt x="1" y="0"/>
                  </a:moveTo>
                  <a:lnTo>
                    <a:pt x="9" y="0"/>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2"/>
            <p:cNvSpPr/>
            <p:nvPr/>
          </p:nvSpPr>
          <p:spPr>
            <a:xfrm>
              <a:off x="2246627" y="2166197"/>
              <a:ext cx="994" cy="80"/>
            </a:xfrm>
            <a:custGeom>
              <a:rect b="b" l="l" r="r" t="t"/>
              <a:pathLst>
                <a:path extrusionOk="0" h="1" w="17">
                  <a:moveTo>
                    <a:pt x="17" y="1"/>
                  </a:moveTo>
                  <a:lnTo>
                    <a:pt x="0" y="1"/>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2"/>
            <p:cNvSpPr/>
            <p:nvPr/>
          </p:nvSpPr>
          <p:spPr>
            <a:xfrm>
              <a:off x="2275809" y="2154806"/>
              <a:ext cx="10409" cy="2071"/>
            </a:xfrm>
            <a:custGeom>
              <a:rect b="b" l="l" r="r" t="t"/>
              <a:pathLst>
                <a:path extrusionOk="0" h="26" w="178">
                  <a:moveTo>
                    <a:pt x="178" y="0"/>
                  </a:moveTo>
                  <a:cubicBezTo>
                    <a:pt x="118" y="8"/>
                    <a:pt x="51" y="17"/>
                    <a:pt x="0" y="25"/>
                  </a:cubicBezTo>
                  <a:lnTo>
                    <a:pt x="17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2"/>
            <p:cNvSpPr/>
            <p:nvPr/>
          </p:nvSpPr>
          <p:spPr>
            <a:xfrm>
              <a:off x="1584145" y="2177668"/>
              <a:ext cx="12924" cy="2788"/>
            </a:xfrm>
            <a:custGeom>
              <a:rect b="b" l="l" r="r" t="t"/>
              <a:pathLst>
                <a:path extrusionOk="0" h="35" w="221">
                  <a:moveTo>
                    <a:pt x="1" y="1"/>
                  </a:moveTo>
                  <a:cubicBezTo>
                    <a:pt x="52" y="9"/>
                    <a:pt x="179" y="26"/>
                    <a:pt x="119" y="34"/>
                  </a:cubicBezTo>
                  <a:cubicBezTo>
                    <a:pt x="221" y="26"/>
                    <a:pt x="22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2"/>
            <p:cNvSpPr/>
            <p:nvPr/>
          </p:nvSpPr>
          <p:spPr>
            <a:xfrm>
              <a:off x="2189198" y="2193839"/>
              <a:ext cx="7895" cy="2151"/>
            </a:xfrm>
            <a:custGeom>
              <a:rect b="b" l="l" r="r" t="t"/>
              <a:pathLst>
                <a:path extrusionOk="0" h="27" w="135">
                  <a:moveTo>
                    <a:pt x="135" y="1"/>
                  </a:moveTo>
                  <a:lnTo>
                    <a:pt x="135" y="1"/>
                  </a:lnTo>
                  <a:cubicBezTo>
                    <a:pt x="68" y="18"/>
                    <a:pt x="1" y="26"/>
                    <a:pt x="26" y="26"/>
                  </a:cubicBezTo>
                  <a:cubicBezTo>
                    <a:pt x="60" y="18"/>
                    <a:pt x="101" y="9"/>
                    <a:pt x="13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2"/>
            <p:cNvSpPr/>
            <p:nvPr/>
          </p:nvSpPr>
          <p:spPr>
            <a:xfrm>
              <a:off x="2197151" y="2192485"/>
              <a:ext cx="6491" cy="1434"/>
            </a:xfrm>
            <a:custGeom>
              <a:rect b="b" l="l" r="r" t="t"/>
              <a:pathLst>
                <a:path extrusionOk="0" h="18" w="111">
                  <a:moveTo>
                    <a:pt x="0" y="18"/>
                  </a:moveTo>
                  <a:lnTo>
                    <a:pt x="11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2"/>
            <p:cNvSpPr/>
            <p:nvPr/>
          </p:nvSpPr>
          <p:spPr>
            <a:xfrm>
              <a:off x="1498586" y="2199256"/>
              <a:ext cx="3509" cy="1434"/>
            </a:xfrm>
            <a:custGeom>
              <a:rect b="b" l="l" r="r" t="t"/>
              <a:pathLst>
                <a:path extrusionOk="0" h="18" w="60">
                  <a:moveTo>
                    <a:pt x="0" y="0"/>
                  </a:moveTo>
                  <a:cubicBezTo>
                    <a:pt x="17" y="9"/>
                    <a:pt x="43" y="17"/>
                    <a:pt x="60" y="17"/>
                  </a:cubicBezTo>
                  <a:cubicBezTo>
                    <a:pt x="43" y="9"/>
                    <a:pt x="17"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2"/>
            <p:cNvSpPr/>
            <p:nvPr/>
          </p:nvSpPr>
          <p:spPr>
            <a:xfrm>
              <a:off x="2248557" y="2135448"/>
              <a:ext cx="97486" cy="20712"/>
            </a:xfrm>
            <a:custGeom>
              <a:rect b="b" l="l" r="r" t="t"/>
              <a:pathLst>
                <a:path extrusionOk="0" h="260" w="1667">
                  <a:moveTo>
                    <a:pt x="712" y="237"/>
                  </a:moveTo>
                  <a:cubicBezTo>
                    <a:pt x="694" y="238"/>
                    <a:pt x="677" y="240"/>
                    <a:pt x="661" y="243"/>
                  </a:cubicBezTo>
                  <a:cubicBezTo>
                    <a:pt x="678" y="241"/>
                    <a:pt x="695" y="239"/>
                    <a:pt x="712" y="237"/>
                  </a:cubicBezTo>
                  <a:close/>
                  <a:moveTo>
                    <a:pt x="1596" y="0"/>
                  </a:moveTo>
                  <a:cubicBezTo>
                    <a:pt x="1582" y="0"/>
                    <a:pt x="1554" y="2"/>
                    <a:pt x="1507" y="6"/>
                  </a:cubicBezTo>
                  <a:cubicBezTo>
                    <a:pt x="881" y="91"/>
                    <a:pt x="441" y="158"/>
                    <a:pt x="1" y="251"/>
                  </a:cubicBezTo>
                  <a:cubicBezTo>
                    <a:pt x="356" y="209"/>
                    <a:pt x="762" y="150"/>
                    <a:pt x="1058" y="125"/>
                  </a:cubicBezTo>
                  <a:lnTo>
                    <a:pt x="1058" y="125"/>
                  </a:lnTo>
                  <a:lnTo>
                    <a:pt x="940" y="167"/>
                  </a:lnTo>
                  <a:cubicBezTo>
                    <a:pt x="601" y="184"/>
                    <a:pt x="398" y="226"/>
                    <a:pt x="77" y="260"/>
                  </a:cubicBezTo>
                  <a:cubicBezTo>
                    <a:pt x="322" y="235"/>
                    <a:pt x="568" y="218"/>
                    <a:pt x="813" y="192"/>
                  </a:cubicBezTo>
                  <a:cubicBezTo>
                    <a:pt x="877" y="189"/>
                    <a:pt x="921" y="188"/>
                    <a:pt x="949" y="188"/>
                  </a:cubicBezTo>
                  <a:cubicBezTo>
                    <a:pt x="1065" y="188"/>
                    <a:pt x="910" y="211"/>
                    <a:pt x="712" y="237"/>
                  </a:cubicBezTo>
                  <a:lnTo>
                    <a:pt x="712" y="237"/>
                  </a:lnTo>
                  <a:cubicBezTo>
                    <a:pt x="740" y="235"/>
                    <a:pt x="770" y="235"/>
                    <a:pt x="796" y="235"/>
                  </a:cubicBezTo>
                  <a:cubicBezTo>
                    <a:pt x="822" y="222"/>
                    <a:pt x="1274" y="150"/>
                    <a:pt x="1201" y="150"/>
                  </a:cubicBezTo>
                  <a:cubicBezTo>
                    <a:pt x="1179" y="150"/>
                    <a:pt x="1104" y="157"/>
                    <a:pt x="948" y="175"/>
                  </a:cubicBezTo>
                  <a:cubicBezTo>
                    <a:pt x="965" y="141"/>
                    <a:pt x="1363" y="108"/>
                    <a:pt x="1540" y="82"/>
                  </a:cubicBezTo>
                  <a:lnTo>
                    <a:pt x="1540" y="82"/>
                  </a:lnTo>
                  <a:cubicBezTo>
                    <a:pt x="1527" y="83"/>
                    <a:pt x="1516" y="84"/>
                    <a:pt x="1509" y="84"/>
                  </a:cubicBezTo>
                  <a:cubicBezTo>
                    <a:pt x="1452" y="84"/>
                    <a:pt x="1595" y="56"/>
                    <a:pt x="1557" y="48"/>
                  </a:cubicBezTo>
                  <a:lnTo>
                    <a:pt x="1557" y="48"/>
                  </a:lnTo>
                  <a:cubicBezTo>
                    <a:pt x="1473" y="57"/>
                    <a:pt x="1371" y="82"/>
                    <a:pt x="1227" y="99"/>
                  </a:cubicBezTo>
                  <a:cubicBezTo>
                    <a:pt x="1160" y="91"/>
                    <a:pt x="1371" y="57"/>
                    <a:pt x="1549" y="40"/>
                  </a:cubicBezTo>
                  <a:lnTo>
                    <a:pt x="1549" y="40"/>
                  </a:lnTo>
                  <a:cubicBezTo>
                    <a:pt x="1536" y="40"/>
                    <a:pt x="1526" y="41"/>
                    <a:pt x="1518" y="41"/>
                  </a:cubicBezTo>
                  <a:cubicBezTo>
                    <a:pt x="1412" y="41"/>
                    <a:pt x="1666" y="0"/>
                    <a:pt x="159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2"/>
            <p:cNvSpPr/>
            <p:nvPr/>
          </p:nvSpPr>
          <p:spPr>
            <a:xfrm>
              <a:off x="2267388" y="2177668"/>
              <a:ext cx="2515" cy="797"/>
            </a:xfrm>
            <a:custGeom>
              <a:rect b="b" l="l" r="r" t="t"/>
              <a:pathLst>
                <a:path extrusionOk="0" h="10" w="43">
                  <a:moveTo>
                    <a:pt x="43" y="1"/>
                  </a:moveTo>
                  <a:lnTo>
                    <a:pt x="0" y="9"/>
                  </a:lnTo>
                  <a:lnTo>
                    <a:pt x="17" y="9"/>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2"/>
            <p:cNvSpPr/>
            <p:nvPr/>
          </p:nvSpPr>
          <p:spPr>
            <a:xfrm>
              <a:off x="2240662" y="2170977"/>
              <a:ext cx="58" cy="80"/>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2"/>
            <p:cNvSpPr/>
            <p:nvPr/>
          </p:nvSpPr>
          <p:spPr>
            <a:xfrm>
              <a:off x="971723" y="2093467"/>
              <a:ext cx="3977" cy="2071"/>
            </a:xfrm>
            <a:custGeom>
              <a:rect b="b" l="l" r="r" t="t"/>
              <a:pathLst>
                <a:path extrusionOk="0" h="26" w="68">
                  <a:moveTo>
                    <a:pt x="9" y="0"/>
                  </a:moveTo>
                  <a:cubicBezTo>
                    <a:pt x="0" y="0"/>
                    <a:pt x="9" y="9"/>
                    <a:pt x="68" y="26"/>
                  </a:cubicBezTo>
                  <a:cubicBezTo>
                    <a:pt x="68" y="26"/>
                    <a:pt x="51" y="17"/>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2"/>
            <p:cNvSpPr/>
            <p:nvPr/>
          </p:nvSpPr>
          <p:spPr>
            <a:xfrm>
              <a:off x="889088" y="2057699"/>
              <a:ext cx="1520" cy="797"/>
            </a:xfrm>
            <a:custGeom>
              <a:rect b="b" l="l" r="r" t="t"/>
              <a:pathLst>
                <a:path extrusionOk="0" h="10" w="26">
                  <a:moveTo>
                    <a:pt x="26" y="9"/>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2"/>
            <p:cNvSpPr/>
            <p:nvPr/>
          </p:nvSpPr>
          <p:spPr>
            <a:xfrm>
              <a:off x="1552974" y="2165560"/>
              <a:ext cx="10468" cy="717"/>
            </a:xfrm>
            <a:custGeom>
              <a:rect b="b" l="l" r="r" t="t"/>
              <a:pathLst>
                <a:path extrusionOk="0" h="9" w="179">
                  <a:moveTo>
                    <a:pt x="179" y="9"/>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2"/>
            <p:cNvSpPr/>
            <p:nvPr/>
          </p:nvSpPr>
          <p:spPr>
            <a:xfrm>
              <a:off x="1107751" y="2122384"/>
              <a:ext cx="3041" cy="797"/>
            </a:xfrm>
            <a:custGeom>
              <a:rect b="b" l="l" r="r" t="t"/>
              <a:pathLst>
                <a:path extrusionOk="0" h="10" w="52">
                  <a:moveTo>
                    <a:pt x="0" y="1"/>
                  </a:moveTo>
                  <a:lnTo>
                    <a:pt x="34" y="9"/>
                  </a:lnTo>
                  <a:lnTo>
                    <a:pt x="5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2"/>
            <p:cNvSpPr/>
            <p:nvPr/>
          </p:nvSpPr>
          <p:spPr>
            <a:xfrm>
              <a:off x="1094885" y="2116330"/>
              <a:ext cx="108422" cy="27244"/>
            </a:xfrm>
            <a:custGeom>
              <a:rect b="b" l="l" r="r" t="t"/>
              <a:pathLst>
                <a:path extrusionOk="0" h="342" w="1854">
                  <a:moveTo>
                    <a:pt x="1" y="1"/>
                  </a:moveTo>
                  <a:cubicBezTo>
                    <a:pt x="136" y="26"/>
                    <a:pt x="263" y="52"/>
                    <a:pt x="398" y="77"/>
                  </a:cubicBezTo>
                  <a:lnTo>
                    <a:pt x="271" y="85"/>
                  </a:lnTo>
                  <a:lnTo>
                    <a:pt x="314" y="85"/>
                  </a:lnTo>
                  <a:cubicBezTo>
                    <a:pt x="401" y="99"/>
                    <a:pt x="466" y="109"/>
                    <a:pt x="515" y="118"/>
                  </a:cubicBezTo>
                  <a:lnTo>
                    <a:pt x="515" y="118"/>
                  </a:lnTo>
                  <a:cubicBezTo>
                    <a:pt x="464" y="98"/>
                    <a:pt x="595" y="104"/>
                    <a:pt x="457" y="77"/>
                  </a:cubicBezTo>
                  <a:cubicBezTo>
                    <a:pt x="305" y="52"/>
                    <a:pt x="153" y="26"/>
                    <a:pt x="1" y="1"/>
                  </a:cubicBezTo>
                  <a:close/>
                  <a:moveTo>
                    <a:pt x="515" y="118"/>
                  </a:moveTo>
                  <a:cubicBezTo>
                    <a:pt x="527" y="122"/>
                    <a:pt x="548" y="128"/>
                    <a:pt x="584" y="136"/>
                  </a:cubicBezTo>
                  <a:cubicBezTo>
                    <a:pt x="599" y="138"/>
                    <a:pt x="615" y="140"/>
                    <a:pt x="631" y="142"/>
                  </a:cubicBezTo>
                  <a:lnTo>
                    <a:pt x="631" y="142"/>
                  </a:lnTo>
                  <a:cubicBezTo>
                    <a:pt x="608" y="136"/>
                    <a:pt x="573" y="128"/>
                    <a:pt x="515" y="118"/>
                  </a:cubicBezTo>
                  <a:close/>
                  <a:moveTo>
                    <a:pt x="770" y="128"/>
                  </a:moveTo>
                  <a:cubicBezTo>
                    <a:pt x="907" y="157"/>
                    <a:pt x="929" y="167"/>
                    <a:pt x="893" y="167"/>
                  </a:cubicBezTo>
                  <a:cubicBezTo>
                    <a:pt x="853" y="167"/>
                    <a:pt x="738" y="155"/>
                    <a:pt x="631" y="142"/>
                  </a:cubicBezTo>
                  <a:lnTo>
                    <a:pt x="631" y="142"/>
                  </a:lnTo>
                  <a:cubicBezTo>
                    <a:pt x="737" y="170"/>
                    <a:pt x="558" y="162"/>
                    <a:pt x="1050" y="229"/>
                  </a:cubicBezTo>
                  <a:lnTo>
                    <a:pt x="990" y="229"/>
                  </a:lnTo>
                  <a:cubicBezTo>
                    <a:pt x="1254" y="260"/>
                    <a:pt x="1704" y="341"/>
                    <a:pt x="1828" y="341"/>
                  </a:cubicBezTo>
                  <a:cubicBezTo>
                    <a:pt x="1839" y="341"/>
                    <a:pt x="1848" y="341"/>
                    <a:pt x="1853" y="339"/>
                  </a:cubicBezTo>
                  <a:cubicBezTo>
                    <a:pt x="1760" y="331"/>
                    <a:pt x="1269" y="229"/>
                    <a:pt x="1354" y="229"/>
                  </a:cubicBezTo>
                  <a:cubicBezTo>
                    <a:pt x="1159" y="212"/>
                    <a:pt x="872" y="145"/>
                    <a:pt x="770" y="12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2"/>
            <p:cNvSpPr/>
            <p:nvPr/>
          </p:nvSpPr>
          <p:spPr>
            <a:xfrm>
              <a:off x="1146817" y="2133855"/>
              <a:ext cx="6491" cy="1434"/>
            </a:xfrm>
            <a:custGeom>
              <a:rect b="b" l="l" r="r" t="t"/>
              <a:pathLst>
                <a:path extrusionOk="0" h="18" w="111">
                  <a:moveTo>
                    <a:pt x="1" y="1"/>
                  </a:moveTo>
                  <a:cubicBezTo>
                    <a:pt x="6" y="2"/>
                    <a:pt x="11" y="4"/>
                    <a:pt x="17" y="5"/>
                  </a:cubicBezTo>
                  <a:lnTo>
                    <a:pt x="17" y="5"/>
                  </a:lnTo>
                  <a:cubicBezTo>
                    <a:pt x="12" y="4"/>
                    <a:pt x="6" y="2"/>
                    <a:pt x="1" y="1"/>
                  </a:cubicBezTo>
                  <a:close/>
                  <a:moveTo>
                    <a:pt x="17" y="5"/>
                  </a:moveTo>
                  <a:lnTo>
                    <a:pt x="17" y="5"/>
                  </a:lnTo>
                  <a:cubicBezTo>
                    <a:pt x="46" y="12"/>
                    <a:pt x="75" y="18"/>
                    <a:pt x="111" y="18"/>
                  </a:cubicBezTo>
                  <a:cubicBezTo>
                    <a:pt x="77" y="11"/>
                    <a:pt x="43" y="10"/>
                    <a:pt x="17"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2"/>
            <p:cNvSpPr/>
            <p:nvPr/>
          </p:nvSpPr>
          <p:spPr>
            <a:xfrm>
              <a:off x="1313549" y="2168906"/>
              <a:ext cx="7018" cy="797"/>
            </a:xfrm>
            <a:custGeom>
              <a:rect b="b" l="l" r="r" t="t"/>
              <a:pathLst>
                <a:path extrusionOk="0" h="10" w="120">
                  <a:moveTo>
                    <a:pt x="1" y="1"/>
                  </a:moveTo>
                  <a:lnTo>
                    <a:pt x="119"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2"/>
            <p:cNvSpPr/>
            <p:nvPr/>
          </p:nvSpPr>
          <p:spPr>
            <a:xfrm>
              <a:off x="1745437" y="2198539"/>
              <a:ext cx="9474" cy="80"/>
            </a:xfrm>
            <a:custGeom>
              <a:rect b="b" l="l" r="r" t="t"/>
              <a:pathLst>
                <a:path extrusionOk="0" h="1" w="162">
                  <a:moveTo>
                    <a:pt x="161" y="1"/>
                  </a:moveTo>
                  <a:lnTo>
                    <a:pt x="34" y="1"/>
                  </a:lnTo>
                  <a:lnTo>
                    <a:pt x="1" y="1"/>
                  </a:lnTo>
                  <a:cubicBezTo>
                    <a:pt x="34" y="1"/>
                    <a:pt x="119" y="1"/>
                    <a:pt x="16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2"/>
            <p:cNvSpPr/>
            <p:nvPr/>
          </p:nvSpPr>
          <p:spPr>
            <a:xfrm>
              <a:off x="1174070" y="2134253"/>
              <a:ext cx="7427" cy="1036"/>
            </a:xfrm>
            <a:custGeom>
              <a:rect b="b" l="l" r="r" t="t"/>
              <a:pathLst>
                <a:path extrusionOk="0" h="13" w="127">
                  <a:moveTo>
                    <a:pt x="37" y="1"/>
                  </a:moveTo>
                  <a:cubicBezTo>
                    <a:pt x="25" y="1"/>
                    <a:pt x="12" y="2"/>
                    <a:pt x="0" y="4"/>
                  </a:cubicBezTo>
                  <a:cubicBezTo>
                    <a:pt x="42" y="4"/>
                    <a:pt x="85" y="4"/>
                    <a:pt x="127" y="13"/>
                  </a:cubicBezTo>
                  <a:cubicBezTo>
                    <a:pt x="97" y="7"/>
                    <a:pt x="67" y="1"/>
                    <a:pt x="3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2"/>
            <p:cNvSpPr/>
            <p:nvPr/>
          </p:nvSpPr>
          <p:spPr>
            <a:xfrm>
              <a:off x="1756315" y="2202602"/>
              <a:ext cx="27310" cy="2788"/>
            </a:xfrm>
            <a:custGeom>
              <a:rect b="b" l="l" r="r" t="t"/>
              <a:pathLst>
                <a:path extrusionOk="0" h="35" w="467">
                  <a:moveTo>
                    <a:pt x="1" y="1"/>
                  </a:moveTo>
                  <a:lnTo>
                    <a:pt x="1" y="1"/>
                  </a:lnTo>
                  <a:cubicBezTo>
                    <a:pt x="52" y="9"/>
                    <a:pt x="102" y="18"/>
                    <a:pt x="153" y="34"/>
                  </a:cubicBezTo>
                  <a:cubicBezTo>
                    <a:pt x="263" y="34"/>
                    <a:pt x="348" y="26"/>
                    <a:pt x="466" y="18"/>
                  </a:cubicBezTo>
                  <a:lnTo>
                    <a:pt x="466" y="18"/>
                  </a:lnTo>
                  <a:cubicBezTo>
                    <a:pt x="430" y="20"/>
                    <a:pt x="392" y="21"/>
                    <a:pt x="353" y="21"/>
                  </a:cubicBezTo>
                  <a:cubicBezTo>
                    <a:pt x="247" y="21"/>
                    <a:pt x="131" y="13"/>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2"/>
            <p:cNvSpPr/>
            <p:nvPr/>
          </p:nvSpPr>
          <p:spPr>
            <a:xfrm>
              <a:off x="1784035" y="2203956"/>
              <a:ext cx="58" cy="80"/>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2"/>
            <p:cNvSpPr/>
            <p:nvPr/>
          </p:nvSpPr>
          <p:spPr>
            <a:xfrm>
              <a:off x="273625" y="-461250"/>
              <a:ext cx="2038788" cy="2686135"/>
            </a:xfrm>
            <a:custGeom>
              <a:rect b="b" l="l" r="r" t="t"/>
              <a:pathLst>
                <a:path extrusionOk="0" h="33720" w="34863">
                  <a:moveTo>
                    <a:pt x="5458" y="4857"/>
                  </a:moveTo>
                  <a:lnTo>
                    <a:pt x="5373" y="4941"/>
                  </a:lnTo>
                  <a:cubicBezTo>
                    <a:pt x="5402" y="4914"/>
                    <a:pt x="5430" y="4886"/>
                    <a:pt x="5458" y="4857"/>
                  </a:cubicBezTo>
                  <a:close/>
                  <a:moveTo>
                    <a:pt x="1016" y="12176"/>
                  </a:moveTo>
                  <a:lnTo>
                    <a:pt x="1014" y="12188"/>
                  </a:lnTo>
                  <a:lnTo>
                    <a:pt x="1014" y="12188"/>
                  </a:lnTo>
                  <a:cubicBezTo>
                    <a:pt x="1015" y="12183"/>
                    <a:pt x="1016" y="12179"/>
                    <a:pt x="1016" y="12176"/>
                  </a:cubicBezTo>
                  <a:close/>
                  <a:moveTo>
                    <a:pt x="1014" y="12188"/>
                  </a:moveTo>
                  <a:lnTo>
                    <a:pt x="1014" y="12188"/>
                  </a:lnTo>
                  <a:cubicBezTo>
                    <a:pt x="1007" y="12230"/>
                    <a:pt x="977" y="12352"/>
                    <a:pt x="982" y="12352"/>
                  </a:cubicBezTo>
                  <a:cubicBezTo>
                    <a:pt x="984" y="12352"/>
                    <a:pt x="989" y="12340"/>
                    <a:pt x="999" y="12309"/>
                  </a:cubicBezTo>
                  <a:lnTo>
                    <a:pt x="1014" y="12188"/>
                  </a:lnTo>
                  <a:close/>
                  <a:moveTo>
                    <a:pt x="119" y="18256"/>
                  </a:moveTo>
                  <a:lnTo>
                    <a:pt x="127" y="18287"/>
                  </a:lnTo>
                  <a:lnTo>
                    <a:pt x="127" y="18287"/>
                  </a:lnTo>
                  <a:cubicBezTo>
                    <a:pt x="125" y="18270"/>
                    <a:pt x="122" y="18259"/>
                    <a:pt x="119" y="18256"/>
                  </a:cubicBezTo>
                  <a:close/>
                  <a:moveTo>
                    <a:pt x="855" y="20252"/>
                  </a:moveTo>
                  <a:cubicBezTo>
                    <a:pt x="867" y="20313"/>
                    <a:pt x="881" y="20372"/>
                    <a:pt x="896" y="20431"/>
                  </a:cubicBezTo>
                  <a:lnTo>
                    <a:pt x="896" y="20431"/>
                  </a:lnTo>
                  <a:cubicBezTo>
                    <a:pt x="884" y="20381"/>
                    <a:pt x="871" y="20322"/>
                    <a:pt x="855" y="20252"/>
                  </a:cubicBezTo>
                  <a:close/>
                  <a:moveTo>
                    <a:pt x="1092" y="22393"/>
                  </a:moveTo>
                  <a:cubicBezTo>
                    <a:pt x="1092" y="22398"/>
                    <a:pt x="1096" y="22404"/>
                    <a:pt x="1101" y="22413"/>
                  </a:cubicBezTo>
                  <a:lnTo>
                    <a:pt x="1101" y="22413"/>
                  </a:lnTo>
                  <a:cubicBezTo>
                    <a:pt x="1099" y="22406"/>
                    <a:pt x="1096" y="22399"/>
                    <a:pt x="1092" y="22393"/>
                  </a:cubicBezTo>
                  <a:close/>
                  <a:moveTo>
                    <a:pt x="542" y="19009"/>
                  </a:moveTo>
                  <a:lnTo>
                    <a:pt x="542" y="19009"/>
                  </a:lnTo>
                  <a:cubicBezTo>
                    <a:pt x="568" y="19161"/>
                    <a:pt x="602" y="19313"/>
                    <a:pt x="644" y="19466"/>
                  </a:cubicBezTo>
                  <a:cubicBezTo>
                    <a:pt x="661" y="19525"/>
                    <a:pt x="669" y="19593"/>
                    <a:pt x="695" y="19677"/>
                  </a:cubicBezTo>
                  <a:cubicBezTo>
                    <a:pt x="712" y="19762"/>
                    <a:pt x="737" y="19863"/>
                    <a:pt x="762" y="20007"/>
                  </a:cubicBezTo>
                  <a:cubicBezTo>
                    <a:pt x="794" y="20202"/>
                    <a:pt x="801" y="20260"/>
                    <a:pt x="797" y="20260"/>
                  </a:cubicBezTo>
                  <a:cubicBezTo>
                    <a:pt x="791" y="20260"/>
                    <a:pt x="763" y="20143"/>
                    <a:pt x="754" y="20143"/>
                  </a:cubicBezTo>
                  <a:lnTo>
                    <a:pt x="754" y="20143"/>
                  </a:lnTo>
                  <a:cubicBezTo>
                    <a:pt x="750" y="20143"/>
                    <a:pt x="750" y="20175"/>
                    <a:pt x="762" y="20269"/>
                  </a:cubicBezTo>
                  <a:lnTo>
                    <a:pt x="889" y="20692"/>
                  </a:lnTo>
                  <a:lnTo>
                    <a:pt x="847" y="20489"/>
                  </a:lnTo>
                  <a:lnTo>
                    <a:pt x="847" y="20489"/>
                  </a:lnTo>
                  <a:cubicBezTo>
                    <a:pt x="889" y="20608"/>
                    <a:pt x="931" y="20718"/>
                    <a:pt x="948" y="20836"/>
                  </a:cubicBezTo>
                  <a:cubicBezTo>
                    <a:pt x="986" y="20972"/>
                    <a:pt x="1024" y="21095"/>
                    <a:pt x="1044" y="21095"/>
                  </a:cubicBezTo>
                  <a:cubicBezTo>
                    <a:pt x="1046" y="21095"/>
                    <a:pt x="1048" y="21093"/>
                    <a:pt x="1050" y="21090"/>
                  </a:cubicBezTo>
                  <a:cubicBezTo>
                    <a:pt x="1084" y="21268"/>
                    <a:pt x="1126" y="21437"/>
                    <a:pt x="1177" y="21606"/>
                  </a:cubicBezTo>
                  <a:cubicBezTo>
                    <a:pt x="1219" y="21750"/>
                    <a:pt x="1261" y="21902"/>
                    <a:pt x="1338" y="22139"/>
                  </a:cubicBezTo>
                  <a:cubicBezTo>
                    <a:pt x="1348" y="22161"/>
                    <a:pt x="1354" y="22170"/>
                    <a:pt x="1356" y="22170"/>
                  </a:cubicBezTo>
                  <a:cubicBezTo>
                    <a:pt x="1364" y="22170"/>
                    <a:pt x="1323" y="22052"/>
                    <a:pt x="1291" y="21948"/>
                  </a:cubicBezTo>
                  <a:lnTo>
                    <a:pt x="1291" y="21948"/>
                  </a:lnTo>
                  <a:cubicBezTo>
                    <a:pt x="1365" y="22181"/>
                    <a:pt x="1415" y="22186"/>
                    <a:pt x="1498" y="22494"/>
                  </a:cubicBezTo>
                  <a:cubicBezTo>
                    <a:pt x="1514" y="22544"/>
                    <a:pt x="1525" y="22567"/>
                    <a:pt x="1529" y="22567"/>
                  </a:cubicBezTo>
                  <a:cubicBezTo>
                    <a:pt x="1539" y="22567"/>
                    <a:pt x="1520" y="22460"/>
                    <a:pt x="1456" y="22282"/>
                  </a:cubicBezTo>
                  <a:lnTo>
                    <a:pt x="1456" y="22282"/>
                  </a:lnTo>
                  <a:cubicBezTo>
                    <a:pt x="1496" y="22391"/>
                    <a:pt x="1536" y="22494"/>
                    <a:pt x="1583" y="22604"/>
                  </a:cubicBezTo>
                  <a:cubicBezTo>
                    <a:pt x="1625" y="22723"/>
                    <a:pt x="1676" y="22841"/>
                    <a:pt x="1727" y="22976"/>
                  </a:cubicBezTo>
                  <a:lnTo>
                    <a:pt x="1642" y="22697"/>
                  </a:lnTo>
                  <a:lnTo>
                    <a:pt x="1760" y="22968"/>
                  </a:lnTo>
                  <a:lnTo>
                    <a:pt x="1676" y="22740"/>
                  </a:lnTo>
                  <a:lnTo>
                    <a:pt x="1676" y="22740"/>
                  </a:lnTo>
                  <a:cubicBezTo>
                    <a:pt x="1694" y="22783"/>
                    <a:pt x="1712" y="22827"/>
                    <a:pt x="1731" y="22871"/>
                  </a:cubicBezTo>
                  <a:lnTo>
                    <a:pt x="1731" y="22871"/>
                  </a:lnTo>
                  <a:cubicBezTo>
                    <a:pt x="1707" y="22809"/>
                    <a:pt x="1686" y="22746"/>
                    <a:pt x="1667" y="22680"/>
                  </a:cubicBezTo>
                  <a:cubicBezTo>
                    <a:pt x="1617" y="22545"/>
                    <a:pt x="1591" y="22410"/>
                    <a:pt x="1507" y="22215"/>
                  </a:cubicBezTo>
                  <a:lnTo>
                    <a:pt x="1507" y="22215"/>
                  </a:lnTo>
                  <a:lnTo>
                    <a:pt x="1515" y="22333"/>
                  </a:lnTo>
                  <a:cubicBezTo>
                    <a:pt x="1464" y="22215"/>
                    <a:pt x="1354" y="21927"/>
                    <a:pt x="1304" y="21784"/>
                  </a:cubicBezTo>
                  <a:cubicBezTo>
                    <a:pt x="1304" y="21752"/>
                    <a:pt x="1244" y="21513"/>
                    <a:pt x="1257" y="21513"/>
                  </a:cubicBezTo>
                  <a:lnTo>
                    <a:pt x="1257" y="21513"/>
                  </a:lnTo>
                  <a:cubicBezTo>
                    <a:pt x="1261" y="21513"/>
                    <a:pt x="1275" y="21543"/>
                    <a:pt x="1304" y="21623"/>
                  </a:cubicBezTo>
                  <a:cubicBezTo>
                    <a:pt x="1278" y="21538"/>
                    <a:pt x="1253" y="21462"/>
                    <a:pt x="1236" y="21403"/>
                  </a:cubicBezTo>
                  <a:cubicBezTo>
                    <a:pt x="1219" y="21335"/>
                    <a:pt x="1194" y="21284"/>
                    <a:pt x="1177" y="21234"/>
                  </a:cubicBezTo>
                  <a:cubicBezTo>
                    <a:pt x="1143" y="21132"/>
                    <a:pt x="1118" y="21056"/>
                    <a:pt x="1084" y="20980"/>
                  </a:cubicBezTo>
                  <a:cubicBezTo>
                    <a:pt x="1006" y="20800"/>
                    <a:pt x="944" y="20619"/>
                    <a:pt x="896" y="20431"/>
                  </a:cubicBezTo>
                  <a:lnTo>
                    <a:pt x="896" y="20431"/>
                  </a:lnTo>
                  <a:cubicBezTo>
                    <a:pt x="946" y="20649"/>
                    <a:pt x="963" y="20719"/>
                    <a:pt x="1025" y="20946"/>
                  </a:cubicBezTo>
                  <a:cubicBezTo>
                    <a:pt x="986" y="20835"/>
                    <a:pt x="973" y="20801"/>
                    <a:pt x="970" y="20801"/>
                  </a:cubicBezTo>
                  <a:lnTo>
                    <a:pt x="970" y="20801"/>
                  </a:lnTo>
                  <a:cubicBezTo>
                    <a:pt x="965" y="20801"/>
                    <a:pt x="983" y="20880"/>
                    <a:pt x="970" y="20880"/>
                  </a:cubicBezTo>
                  <a:cubicBezTo>
                    <a:pt x="968" y="20880"/>
                    <a:pt x="967" y="20880"/>
                    <a:pt x="965" y="20878"/>
                  </a:cubicBezTo>
                  <a:cubicBezTo>
                    <a:pt x="946" y="20737"/>
                    <a:pt x="849" y="20363"/>
                    <a:pt x="859" y="20363"/>
                  </a:cubicBezTo>
                  <a:lnTo>
                    <a:pt x="859" y="20363"/>
                  </a:lnTo>
                  <a:cubicBezTo>
                    <a:pt x="862" y="20363"/>
                    <a:pt x="875" y="20401"/>
                    <a:pt x="906" y="20498"/>
                  </a:cubicBezTo>
                  <a:cubicBezTo>
                    <a:pt x="889" y="20439"/>
                    <a:pt x="872" y="20362"/>
                    <a:pt x="847" y="20278"/>
                  </a:cubicBezTo>
                  <a:cubicBezTo>
                    <a:pt x="830" y="20193"/>
                    <a:pt x="813" y="20109"/>
                    <a:pt x="796" y="20024"/>
                  </a:cubicBezTo>
                  <a:cubicBezTo>
                    <a:pt x="762" y="19855"/>
                    <a:pt x="720" y="19703"/>
                    <a:pt x="703" y="19643"/>
                  </a:cubicBezTo>
                  <a:lnTo>
                    <a:pt x="703" y="19643"/>
                  </a:lnTo>
                  <a:cubicBezTo>
                    <a:pt x="712" y="19720"/>
                    <a:pt x="728" y="19796"/>
                    <a:pt x="737" y="19863"/>
                  </a:cubicBezTo>
                  <a:cubicBezTo>
                    <a:pt x="703" y="19686"/>
                    <a:pt x="669" y="19508"/>
                    <a:pt x="635" y="19356"/>
                  </a:cubicBezTo>
                  <a:cubicBezTo>
                    <a:pt x="602" y="19203"/>
                    <a:pt x="568" y="19085"/>
                    <a:pt x="542" y="19009"/>
                  </a:cubicBezTo>
                  <a:close/>
                  <a:moveTo>
                    <a:pt x="1731" y="22871"/>
                  </a:moveTo>
                  <a:lnTo>
                    <a:pt x="1731" y="22871"/>
                  </a:lnTo>
                  <a:cubicBezTo>
                    <a:pt x="1757" y="22941"/>
                    <a:pt x="1786" y="23009"/>
                    <a:pt x="1818" y="23076"/>
                  </a:cubicBezTo>
                  <a:lnTo>
                    <a:pt x="1818" y="23076"/>
                  </a:lnTo>
                  <a:cubicBezTo>
                    <a:pt x="1789" y="23007"/>
                    <a:pt x="1759" y="22939"/>
                    <a:pt x="1731" y="22871"/>
                  </a:cubicBezTo>
                  <a:close/>
                  <a:moveTo>
                    <a:pt x="1748" y="22859"/>
                  </a:moveTo>
                  <a:cubicBezTo>
                    <a:pt x="1748" y="22859"/>
                    <a:pt x="1783" y="22931"/>
                    <a:pt x="1811" y="23010"/>
                  </a:cubicBezTo>
                  <a:cubicBezTo>
                    <a:pt x="1849" y="23100"/>
                    <a:pt x="1886" y="23184"/>
                    <a:pt x="1877" y="23184"/>
                  </a:cubicBezTo>
                  <a:cubicBezTo>
                    <a:pt x="1875" y="23184"/>
                    <a:pt x="1873" y="23182"/>
                    <a:pt x="1870" y="23179"/>
                  </a:cubicBezTo>
                  <a:cubicBezTo>
                    <a:pt x="1852" y="23145"/>
                    <a:pt x="1835" y="23111"/>
                    <a:pt x="1818" y="23076"/>
                  </a:cubicBezTo>
                  <a:lnTo>
                    <a:pt x="1818" y="23076"/>
                  </a:lnTo>
                  <a:cubicBezTo>
                    <a:pt x="1928" y="23328"/>
                    <a:pt x="2042" y="23578"/>
                    <a:pt x="2133" y="23784"/>
                  </a:cubicBezTo>
                  <a:lnTo>
                    <a:pt x="2133" y="23784"/>
                  </a:lnTo>
                  <a:cubicBezTo>
                    <a:pt x="2022" y="23507"/>
                    <a:pt x="1936" y="23269"/>
                    <a:pt x="1752" y="22866"/>
                  </a:cubicBezTo>
                  <a:cubicBezTo>
                    <a:pt x="1749" y="22861"/>
                    <a:pt x="1748" y="22859"/>
                    <a:pt x="1748" y="22859"/>
                  </a:cubicBezTo>
                  <a:close/>
                  <a:moveTo>
                    <a:pt x="1723" y="23753"/>
                  </a:moveTo>
                  <a:cubicBezTo>
                    <a:pt x="1737" y="23785"/>
                    <a:pt x="1747" y="23807"/>
                    <a:pt x="1752" y="23814"/>
                  </a:cubicBezTo>
                  <a:cubicBezTo>
                    <a:pt x="1742" y="23793"/>
                    <a:pt x="1733" y="23773"/>
                    <a:pt x="1723" y="23753"/>
                  </a:cubicBezTo>
                  <a:close/>
                  <a:moveTo>
                    <a:pt x="2539" y="24682"/>
                  </a:moveTo>
                  <a:cubicBezTo>
                    <a:pt x="2557" y="24715"/>
                    <a:pt x="2576" y="24748"/>
                    <a:pt x="2598" y="24778"/>
                  </a:cubicBezTo>
                  <a:cubicBezTo>
                    <a:pt x="2578" y="24746"/>
                    <a:pt x="2559" y="24714"/>
                    <a:pt x="2539" y="24682"/>
                  </a:cubicBezTo>
                  <a:close/>
                  <a:moveTo>
                    <a:pt x="2353" y="24939"/>
                  </a:moveTo>
                  <a:lnTo>
                    <a:pt x="2454" y="25125"/>
                  </a:lnTo>
                  <a:lnTo>
                    <a:pt x="2437" y="25100"/>
                  </a:lnTo>
                  <a:cubicBezTo>
                    <a:pt x="2386" y="25015"/>
                    <a:pt x="2361" y="24964"/>
                    <a:pt x="2353" y="24939"/>
                  </a:cubicBezTo>
                  <a:close/>
                  <a:moveTo>
                    <a:pt x="2691" y="25514"/>
                  </a:moveTo>
                  <a:lnTo>
                    <a:pt x="2801" y="25683"/>
                  </a:lnTo>
                  <a:lnTo>
                    <a:pt x="2742" y="25641"/>
                  </a:lnTo>
                  <a:cubicBezTo>
                    <a:pt x="2716" y="25599"/>
                    <a:pt x="2699" y="25556"/>
                    <a:pt x="2691" y="25514"/>
                  </a:cubicBezTo>
                  <a:close/>
                  <a:moveTo>
                    <a:pt x="2759" y="26166"/>
                  </a:moveTo>
                  <a:lnTo>
                    <a:pt x="2759" y="26166"/>
                  </a:lnTo>
                  <a:cubicBezTo>
                    <a:pt x="2771" y="26179"/>
                    <a:pt x="2783" y="26191"/>
                    <a:pt x="2793" y="26201"/>
                  </a:cubicBezTo>
                  <a:lnTo>
                    <a:pt x="2793" y="26201"/>
                  </a:lnTo>
                  <a:cubicBezTo>
                    <a:pt x="2782" y="26189"/>
                    <a:pt x="2770" y="26177"/>
                    <a:pt x="2759" y="26166"/>
                  </a:cubicBezTo>
                  <a:close/>
                  <a:moveTo>
                    <a:pt x="2953" y="26428"/>
                  </a:moveTo>
                  <a:lnTo>
                    <a:pt x="2953" y="26428"/>
                  </a:lnTo>
                  <a:cubicBezTo>
                    <a:pt x="2954" y="26429"/>
                    <a:pt x="2955" y="26430"/>
                    <a:pt x="2957" y="26431"/>
                  </a:cubicBezTo>
                  <a:lnTo>
                    <a:pt x="2957" y="26431"/>
                  </a:lnTo>
                  <a:cubicBezTo>
                    <a:pt x="2955" y="26430"/>
                    <a:pt x="2954" y="26429"/>
                    <a:pt x="2953" y="26428"/>
                  </a:cubicBezTo>
                  <a:close/>
                  <a:moveTo>
                    <a:pt x="2957" y="26431"/>
                  </a:moveTo>
                  <a:cubicBezTo>
                    <a:pt x="2972" y="26449"/>
                    <a:pt x="3024" y="26514"/>
                    <a:pt x="3058" y="26553"/>
                  </a:cubicBezTo>
                  <a:lnTo>
                    <a:pt x="3058" y="26553"/>
                  </a:lnTo>
                  <a:cubicBezTo>
                    <a:pt x="3025" y="26510"/>
                    <a:pt x="2991" y="26470"/>
                    <a:pt x="2957" y="26431"/>
                  </a:cubicBezTo>
                  <a:close/>
                  <a:moveTo>
                    <a:pt x="3740" y="26529"/>
                  </a:moveTo>
                  <a:lnTo>
                    <a:pt x="3748" y="26538"/>
                  </a:lnTo>
                  <a:cubicBezTo>
                    <a:pt x="3765" y="26555"/>
                    <a:pt x="3774" y="26563"/>
                    <a:pt x="3782" y="26572"/>
                  </a:cubicBezTo>
                  <a:cubicBezTo>
                    <a:pt x="3814" y="26603"/>
                    <a:pt x="3838" y="26635"/>
                    <a:pt x="3855" y="26674"/>
                  </a:cubicBezTo>
                  <a:lnTo>
                    <a:pt x="3855" y="26674"/>
                  </a:lnTo>
                  <a:cubicBezTo>
                    <a:pt x="3818" y="26630"/>
                    <a:pt x="3779" y="26581"/>
                    <a:pt x="3740" y="26529"/>
                  </a:cubicBezTo>
                  <a:close/>
                  <a:moveTo>
                    <a:pt x="3550" y="26878"/>
                  </a:moveTo>
                  <a:cubicBezTo>
                    <a:pt x="3552" y="26878"/>
                    <a:pt x="3556" y="26880"/>
                    <a:pt x="3562" y="26885"/>
                  </a:cubicBezTo>
                  <a:cubicBezTo>
                    <a:pt x="3774" y="27155"/>
                    <a:pt x="3808" y="27088"/>
                    <a:pt x="3985" y="27358"/>
                  </a:cubicBezTo>
                  <a:cubicBezTo>
                    <a:pt x="3990" y="27360"/>
                    <a:pt x="3994" y="27361"/>
                    <a:pt x="3996" y="27361"/>
                  </a:cubicBezTo>
                  <a:cubicBezTo>
                    <a:pt x="4015" y="27361"/>
                    <a:pt x="3972" y="27308"/>
                    <a:pt x="3915" y="27224"/>
                  </a:cubicBezTo>
                  <a:lnTo>
                    <a:pt x="3915" y="27224"/>
                  </a:lnTo>
                  <a:cubicBezTo>
                    <a:pt x="3927" y="27237"/>
                    <a:pt x="3946" y="27250"/>
                    <a:pt x="3960" y="27257"/>
                  </a:cubicBezTo>
                  <a:cubicBezTo>
                    <a:pt x="4045" y="27358"/>
                    <a:pt x="4129" y="27451"/>
                    <a:pt x="4197" y="27528"/>
                  </a:cubicBezTo>
                  <a:cubicBezTo>
                    <a:pt x="4253" y="27591"/>
                    <a:pt x="4308" y="27655"/>
                    <a:pt x="4293" y="27655"/>
                  </a:cubicBezTo>
                  <a:cubicBezTo>
                    <a:pt x="4292" y="27655"/>
                    <a:pt x="4291" y="27655"/>
                    <a:pt x="4290" y="27654"/>
                  </a:cubicBezTo>
                  <a:cubicBezTo>
                    <a:pt x="4256" y="27654"/>
                    <a:pt x="3968" y="27350"/>
                    <a:pt x="3867" y="27274"/>
                  </a:cubicBezTo>
                  <a:cubicBezTo>
                    <a:pt x="3804" y="27203"/>
                    <a:pt x="3523" y="26878"/>
                    <a:pt x="3550" y="26878"/>
                  </a:cubicBezTo>
                  <a:close/>
                  <a:moveTo>
                    <a:pt x="6105" y="28728"/>
                  </a:moveTo>
                  <a:lnTo>
                    <a:pt x="6105" y="28728"/>
                  </a:lnTo>
                  <a:cubicBezTo>
                    <a:pt x="6120" y="28740"/>
                    <a:pt x="6135" y="28751"/>
                    <a:pt x="6151" y="28763"/>
                  </a:cubicBezTo>
                  <a:cubicBezTo>
                    <a:pt x="6134" y="28750"/>
                    <a:pt x="6119" y="28738"/>
                    <a:pt x="6105" y="28728"/>
                  </a:cubicBezTo>
                  <a:close/>
                  <a:moveTo>
                    <a:pt x="4738" y="27925"/>
                  </a:moveTo>
                  <a:cubicBezTo>
                    <a:pt x="4907" y="28111"/>
                    <a:pt x="5102" y="28289"/>
                    <a:pt x="5297" y="28467"/>
                  </a:cubicBezTo>
                  <a:cubicBezTo>
                    <a:pt x="5390" y="28560"/>
                    <a:pt x="5491" y="28644"/>
                    <a:pt x="5593" y="28737"/>
                  </a:cubicBezTo>
                  <a:cubicBezTo>
                    <a:pt x="5694" y="28822"/>
                    <a:pt x="5787" y="28915"/>
                    <a:pt x="5897" y="28991"/>
                  </a:cubicBezTo>
                  <a:lnTo>
                    <a:pt x="5846" y="28940"/>
                  </a:lnTo>
                  <a:lnTo>
                    <a:pt x="5846" y="28940"/>
                  </a:lnTo>
                  <a:cubicBezTo>
                    <a:pt x="5956" y="29016"/>
                    <a:pt x="6066" y="29101"/>
                    <a:pt x="6168" y="29186"/>
                  </a:cubicBezTo>
                  <a:cubicBezTo>
                    <a:pt x="6168" y="29186"/>
                    <a:pt x="6126" y="29160"/>
                    <a:pt x="6049" y="29118"/>
                  </a:cubicBezTo>
                  <a:lnTo>
                    <a:pt x="5779" y="28949"/>
                  </a:lnTo>
                  <a:cubicBezTo>
                    <a:pt x="5576" y="28813"/>
                    <a:pt x="5339" y="28653"/>
                    <a:pt x="5237" y="28568"/>
                  </a:cubicBezTo>
                  <a:lnTo>
                    <a:pt x="4874" y="28238"/>
                  </a:lnTo>
                  <a:cubicBezTo>
                    <a:pt x="4764" y="28137"/>
                    <a:pt x="4671" y="28035"/>
                    <a:pt x="4603" y="27959"/>
                  </a:cubicBezTo>
                  <a:lnTo>
                    <a:pt x="4603" y="27959"/>
                  </a:lnTo>
                  <a:lnTo>
                    <a:pt x="4679" y="28027"/>
                  </a:lnTo>
                  <a:cubicBezTo>
                    <a:pt x="5135" y="28482"/>
                    <a:pt x="5340" y="28647"/>
                    <a:pt x="5369" y="28647"/>
                  </a:cubicBezTo>
                  <a:cubicBezTo>
                    <a:pt x="5375" y="28647"/>
                    <a:pt x="5373" y="28640"/>
                    <a:pt x="5364" y="28627"/>
                  </a:cubicBezTo>
                  <a:cubicBezTo>
                    <a:pt x="5339" y="28593"/>
                    <a:pt x="5254" y="28509"/>
                    <a:pt x="5144" y="28382"/>
                  </a:cubicBezTo>
                  <a:cubicBezTo>
                    <a:pt x="5034" y="28255"/>
                    <a:pt x="4882" y="28103"/>
                    <a:pt x="4738" y="27925"/>
                  </a:cubicBezTo>
                  <a:close/>
                  <a:moveTo>
                    <a:pt x="6109" y="29270"/>
                  </a:moveTo>
                  <a:cubicBezTo>
                    <a:pt x="6193" y="29338"/>
                    <a:pt x="6278" y="29397"/>
                    <a:pt x="6371" y="29456"/>
                  </a:cubicBezTo>
                  <a:cubicBezTo>
                    <a:pt x="6362" y="29453"/>
                    <a:pt x="6356" y="29453"/>
                    <a:pt x="6351" y="29453"/>
                  </a:cubicBezTo>
                  <a:cubicBezTo>
                    <a:pt x="6348" y="29453"/>
                    <a:pt x="6345" y="29453"/>
                    <a:pt x="6342" y="29453"/>
                  </a:cubicBezTo>
                  <a:cubicBezTo>
                    <a:pt x="6324" y="29453"/>
                    <a:pt x="6298" y="29444"/>
                    <a:pt x="6126" y="29312"/>
                  </a:cubicBezTo>
                  <a:lnTo>
                    <a:pt x="6134" y="29312"/>
                  </a:lnTo>
                  <a:cubicBezTo>
                    <a:pt x="6137" y="29314"/>
                    <a:pt x="6139" y="29315"/>
                    <a:pt x="6140" y="29315"/>
                  </a:cubicBezTo>
                  <a:cubicBezTo>
                    <a:pt x="6147" y="29315"/>
                    <a:pt x="6137" y="29298"/>
                    <a:pt x="6109" y="29270"/>
                  </a:cubicBezTo>
                  <a:close/>
                  <a:moveTo>
                    <a:pt x="9473" y="30881"/>
                  </a:moveTo>
                  <a:lnTo>
                    <a:pt x="9473" y="30881"/>
                  </a:lnTo>
                  <a:cubicBezTo>
                    <a:pt x="9477" y="30883"/>
                    <a:pt x="9480" y="30884"/>
                    <a:pt x="9484" y="30886"/>
                  </a:cubicBezTo>
                  <a:cubicBezTo>
                    <a:pt x="9480" y="30884"/>
                    <a:pt x="9477" y="30883"/>
                    <a:pt x="9473" y="30881"/>
                  </a:cubicBezTo>
                  <a:close/>
                  <a:moveTo>
                    <a:pt x="8816" y="30918"/>
                  </a:moveTo>
                  <a:cubicBezTo>
                    <a:pt x="8814" y="30918"/>
                    <a:pt x="8815" y="30919"/>
                    <a:pt x="8819" y="30922"/>
                  </a:cubicBezTo>
                  <a:lnTo>
                    <a:pt x="8819" y="30922"/>
                  </a:lnTo>
                  <a:cubicBezTo>
                    <a:pt x="8821" y="30922"/>
                    <a:pt x="8823" y="30921"/>
                    <a:pt x="8824" y="30920"/>
                  </a:cubicBezTo>
                  <a:cubicBezTo>
                    <a:pt x="8820" y="30918"/>
                    <a:pt x="8817" y="30918"/>
                    <a:pt x="8816" y="30918"/>
                  </a:cubicBezTo>
                  <a:close/>
                  <a:moveTo>
                    <a:pt x="9619" y="31165"/>
                  </a:moveTo>
                  <a:cubicBezTo>
                    <a:pt x="9632" y="31171"/>
                    <a:pt x="9642" y="31176"/>
                    <a:pt x="9652" y="31181"/>
                  </a:cubicBezTo>
                  <a:lnTo>
                    <a:pt x="9652" y="31181"/>
                  </a:lnTo>
                  <a:lnTo>
                    <a:pt x="9619" y="31165"/>
                  </a:lnTo>
                  <a:close/>
                  <a:moveTo>
                    <a:pt x="10578" y="31196"/>
                  </a:moveTo>
                  <a:cubicBezTo>
                    <a:pt x="10580" y="31197"/>
                    <a:pt x="10582" y="31198"/>
                    <a:pt x="10584" y="31199"/>
                  </a:cubicBezTo>
                  <a:cubicBezTo>
                    <a:pt x="10582" y="31198"/>
                    <a:pt x="10580" y="31197"/>
                    <a:pt x="10578" y="31196"/>
                  </a:cubicBezTo>
                  <a:close/>
                  <a:moveTo>
                    <a:pt x="6308" y="29505"/>
                  </a:moveTo>
                  <a:cubicBezTo>
                    <a:pt x="6326" y="29505"/>
                    <a:pt x="6519" y="29667"/>
                    <a:pt x="6608" y="29718"/>
                  </a:cubicBezTo>
                  <a:lnTo>
                    <a:pt x="6422" y="29549"/>
                  </a:lnTo>
                  <a:lnTo>
                    <a:pt x="6422" y="29549"/>
                  </a:lnTo>
                  <a:cubicBezTo>
                    <a:pt x="6515" y="29617"/>
                    <a:pt x="6709" y="29727"/>
                    <a:pt x="6692" y="29744"/>
                  </a:cubicBezTo>
                  <a:cubicBezTo>
                    <a:pt x="6694" y="29742"/>
                    <a:pt x="6697" y="29742"/>
                    <a:pt x="6700" y="29742"/>
                  </a:cubicBezTo>
                  <a:cubicBezTo>
                    <a:pt x="6715" y="29742"/>
                    <a:pt x="6742" y="29752"/>
                    <a:pt x="6750" y="29752"/>
                  </a:cubicBezTo>
                  <a:cubicBezTo>
                    <a:pt x="6761" y="29752"/>
                    <a:pt x="6734" y="29732"/>
                    <a:pt x="6582" y="29634"/>
                  </a:cubicBezTo>
                  <a:lnTo>
                    <a:pt x="6582" y="29634"/>
                  </a:lnTo>
                  <a:cubicBezTo>
                    <a:pt x="6658" y="29676"/>
                    <a:pt x="6726" y="29718"/>
                    <a:pt x="6802" y="29761"/>
                  </a:cubicBezTo>
                  <a:cubicBezTo>
                    <a:pt x="6794" y="29744"/>
                    <a:pt x="6777" y="29735"/>
                    <a:pt x="6760" y="29718"/>
                  </a:cubicBezTo>
                  <a:lnTo>
                    <a:pt x="6760" y="29718"/>
                  </a:lnTo>
                  <a:lnTo>
                    <a:pt x="6955" y="29837"/>
                  </a:lnTo>
                  <a:cubicBezTo>
                    <a:pt x="7031" y="29896"/>
                    <a:pt x="7175" y="29998"/>
                    <a:pt x="7293" y="30082"/>
                  </a:cubicBezTo>
                  <a:cubicBezTo>
                    <a:pt x="7217" y="30057"/>
                    <a:pt x="7141" y="30023"/>
                    <a:pt x="7081" y="29981"/>
                  </a:cubicBezTo>
                  <a:lnTo>
                    <a:pt x="7081" y="29981"/>
                  </a:lnTo>
                  <a:cubicBezTo>
                    <a:pt x="7234" y="30091"/>
                    <a:pt x="7394" y="30184"/>
                    <a:pt x="7564" y="30268"/>
                  </a:cubicBezTo>
                  <a:cubicBezTo>
                    <a:pt x="7251" y="30082"/>
                    <a:pt x="7428" y="30167"/>
                    <a:pt x="7369" y="30108"/>
                  </a:cubicBezTo>
                  <a:lnTo>
                    <a:pt x="7369" y="30108"/>
                  </a:lnTo>
                  <a:cubicBezTo>
                    <a:pt x="7471" y="30158"/>
                    <a:pt x="7589" y="30235"/>
                    <a:pt x="7707" y="30294"/>
                  </a:cubicBezTo>
                  <a:cubicBezTo>
                    <a:pt x="7826" y="30361"/>
                    <a:pt x="7936" y="30412"/>
                    <a:pt x="7995" y="30446"/>
                  </a:cubicBezTo>
                  <a:cubicBezTo>
                    <a:pt x="8208" y="30569"/>
                    <a:pt x="8387" y="30676"/>
                    <a:pt x="8348" y="30676"/>
                  </a:cubicBezTo>
                  <a:cubicBezTo>
                    <a:pt x="8339" y="30676"/>
                    <a:pt x="8318" y="30670"/>
                    <a:pt x="8283" y="30657"/>
                  </a:cubicBezTo>
                  <a:lnTo>
                    <a:pt x="8283" y="30657"/>
                  </a:lnTo>
                  <a:cubicBezTo>
                    <a:pt x="8460" y="30742"/>
                    <a:pt x="8646" y="30818"/>
                    <a:pt x="8841" y="30886"/>
                  </a:cubicBezTo>
                  <a:cubicBezTo>
                    <a:pt x="8477" y="30759"/>
                    <a:pt x="8849" y="30835"/>
                    <a:pt x="8401" y="30657"/>
                  </a:cubicBezTo>
                  <a:cubicBezTo>
                    <a:pt x="8383" y="30644"/>
                    <a:pt x="8379" y="30637"/>
                    <a:pt x="8386" y="30637"/>
                  </a:cubicBezTo>
                  <a:lnTo>
                    <a:pt x="8386" y="30637"/>
                  </a:lnTo>
                  <a:cubicBezTo>
                    <a:pt x="8424" y="30637"/>
                    <a:pt x="8808" y="30835"/>
                    <a:pt x="9002" y="30928"/>
                  </a:cubicBezTo>
                  <a:cubicBezTo>
                    <a:pt x="8966" y="30913"/>
                    <a:pt x="8950" y="30908"/>
                    <a:pt x="8943" y="30908"/>
                  </a:cubicBezTo>
                  <a:cubicBezTo>
                    <a:pt x="8928" y="30908"/>
                    <a:pt x="8966" y="30937"/>
                    <a:pt x="8943" y="30937"/>
                  </a:cubicBezTo>
                  <a:cubicBezTo>
                    <a:pt x="9067" y="30984"/>
                    <a:pt x="9129" y="31004"/>
                    <a:pt x="9147" y="31004"/>
                  </a:cubicBezTo>
                  <a:cubicBezTo>
                    <a:pt x="9179" y="31004"/>
                    <a:pt x="9059" y="30937"/>
                    <a:pt x="8900" y="30861"/>
                  </a:cubicBezTo>
                  <a:lnTo>
                    <a:pt x="8900" y="30861"/>
                  </a:lnTo>
                  <a:cubicBezTo>
                    <a:pt x="9036" y="30903"/>
                    <a:pt x="9171" y="30962"/>
                    <a:pt x="9315" y="31013"/>
                  </a:cubicBezTo>
                  <a:lnTo>
                    <a:pt x="9272" y="30996"/>
                  </a:lnTo>
                  <a:lnTo>
                    <a:pt x="9687" y="31148"/>
                  </a:lnTo>
                  <a:lnTo>
                    <a:pt x="9687" y="31157"/>
                  </a:lnTo>
                  <a:cubicBezTo>
                    <a:pt x="9711" y="31181"/>
                    <a:pt x="9725" y="31200"/>
                    <a:pt x="9708" y="31200"/>
                  </a:cubicBezTo>
                  <a:cubicBezTo>
                    <a:pt x="9699" y="31200"/>
                    <a:pt x="9682" y="31194"/>
                    <a:pt x="9652" y="31181"/>
                  </a:cubicBezTo>
                  <a:lnTo>
                    <a:pt x="9652" y="31181"/>
                  </a:lnTo>
                  <a:lnTo>
                    <a:pt x="9831" y="31267"/>
                  </a:lnTo>
                  <a:cubicBezTo>
                    <a:pt x="9712" y="31233"/>
                    <a:pt x="9602" y="31190"/>
                    <a:pt x="9492" y="31148"/>
                  </a:cubicBezTo>
                  <a:lnTo>
                    <a:pt x="9492" y="31148"/>
                  </a:lnTo>
                  <a:cubicBezTo>
                    <a:pt x="9662" y="31233"/>
                    <a:pt x="9848" y="31300"/>
                    <a:pt x="10034" y="31360"/>
                  </a:cubicBezTo>
                  <a:cubicBezTo>
                    <a:pt x="10064" y="31373"/>
                    <a:pt x="10074" y="31378"/>
                    <a:pt x="10068" y="31378"/>
                  </a:cubicBezTo>
                  <a:cubicBezTo>
                    <a:pt x="10038" y="31378"/>
                    <a:pt x="9542" y="31208"/>
                    <a:pt x="9349" y="31165"/>
                  </a:cubicBezTo>
                  <a:cubicBezTo>
                    <a:pt x="9181" y="31114"/>
                    <a:pt x="8858" y="30951"/>
                    <a:pt x="8819" y="30922"/>
                  </a:cubicBezTo>
                  <a:lnTo>
                    <a:pt x="8819" y="30922"/>
                  </a:lnTo>
                  <a:cubicBezTo>
                    <a:pt x="8817" y="30922"/>
                    <a:pt x="8816" y="30922"/>
                    <a:pt x="8814" y="30922"/>
                  </a:cubicBezTo>
                  <a:cubicBezTo>
                    <a:pt x="8728" y="30922"/>
                    <a:pt x="8186" y="30652"/>
                    <a:pt x="7970" y="30556"/>
                  </a:cubicBezTo>
                  <a:cubicBezTo>
                    <a:pt x="7834" y="30480"/>
                    <a:pt x="7750" y="30438"/>
                    <a:pt x="7682" y="30395"/>
                  </a:cubicBezTo>
                  <a:cubicBezTo>
                    <a:pt x="7623" y="30353"/>
                    <a:pt x="7581" y="30319"/>
                    <a:pt x="7547" y="30294"/>
                  </a:cubicBezTo>
                  <a:cubicBezTo>
                    <a:pt x="7428" y="30201"/>
                    <a:pt x="7301" y="30125"/>
                    <a:pt x="7166" y="30057"/>
                  </a:cubicBezTo>
                  <a:lnTo>
                    <a:pt x="7166" y="30057"/>
                  </a:lnTo>
                  <a:lnTo>
                    <a:pt x="7327" y="30175"/>
                  </a:lnTo>
                  <a:cubicBezTo>
                    <a:pt x="7115" y="30065"/>
                    <a:pt x="6971" y="29964"/>
                    <a:pt x="6819" y="29871"/>
                  </a:cubicBezTo>
                  <a:cubicBezTo>
                    <a:pt x="6667" y="29778"/>
                    <a:pt x="6523" y="29668"/>
                    <a:pt x="6312" y="29515"/>
                  </a:cubicBezTo>
                  <a:cubicBezTo>
                    <a:pt x="6306" y="29508"/>
                    <a:pt x="6305" y="29505"/>
                    <a:pt x="6308" y="29505"/>
                  </a:cubicBezTo>
                  <a:close/>
                  <a:moveTo>
                    <a:pt x="14722" y="32190"/>
                  </a:moveTo>
                  <a:lnTo>
                    <a:pt x="14722" y="32190"/>
                  </a:lnTo>
                  <a:cubicBezTo>
                    <a:pt x="14923" y="32228"/>
                    <a:pt x="15119" y="32258"/>
                    <a:pt x="15321" y="32282"/>
                  </a:cubicBezTo>
                  <a:cubicBezTo>
                    <a:pt x="15038" y="32223"/>
                    <a:pt x="14943" y="32222"/>
                    <a:pt x="14722" y="32190"/>
                  </a:cubicBezTo>
                  <a:close/>
                  <a:moveTo>
                    <a:pt x="13950" y="32299"/>
                  </a:moveTo>
                  <a:cubicBezTo>
                    <a:pt x="14015" y="32309"/>
                    <a:pt x="14061" y="32315"/>
                    <a:pt x="14090" y="32319"/>
                  </a:cubicBezTo>
                  <a:lnTo>
                    <a:pt x="14090" y="32319"/>
                  </a:lnTo>
                  <a:cubicBezTo>
                    <a:pt x="14044" y="32312"/>
                    <a:pt x="13997" y="32305"/>
                    <a:pt x="13950" y="32299"/>
                  </a:cubicBezTo>
                  <a:close/>
                  <a:moveTo>
                    <a:pt x="16214" y="32416"/>
                  </a:moveTo>
                  <a:lnTo>
                    <a:pt x="16226" y="32417"/>
                  </a:lnTo>
                  <a:cubicBezTo>
                    <a:pt x="16222" y="32417"/>
                    <a:pt x="16218" y="32416"/>
                    <a:pt x="16214" y="32416"/>
                  </a:cubicBezTo>
                  <a:close/>
                  <a:moveTo>
                    <a:pt x="28738" y="33212"/>
                  </a:moveTo>
                  <a:cubicBezTo>
                    <a:pt x="28740" y="33212"/>
                    <a:pt x="28743" y="33212"/>
                    <a:pt x="28745" y="33212"/>
                  </a:cubicBezTo>
                  <a:lnTo>
                    <a:pt x="28745" y="33212"/>
                  </a:lnTo>
                  <a:cubicBezTo>
                    <a:pt x="28745" y="33212"/>
                    <a:pt x="28746" y="33212"/>
                    <a:pt x="28746" y="33212"/>
                  </a:cubicBezTo>
                  <a:close/>
                  <a:moveTo>
                    <a:pt x="11117" y="31605"/>
                  </a:moveTo>
                  <a:lnTo>
                    <a:pt x="11582" y="31749"/>
                  </a:lnTo>
                  <a:lnTo>
                    <a:pt x="11607" y="31783"/>
                  </a:lnTo>
                  <a:cubicBezTo>
                    <a:pt x="12335" y="31994"/>
                    <a:pt x="12876" y="32045"/>
                    <a:pt x="13637" y="32214"/>
                  </a:cubicBezTo>
                  <a:cubicBezTo>
                    <a:pt x="13540" y="32214"/>
                    <a:pt x="13302" y="32161"/>
                    <a:pt x="13280" y="32161"/>
                  </a:cubicBezTo>
                  <a:cubicBezTo>
                    <a:pt x="13277" y="32161"/>
                    <a:pt x="13277" y="32161"/>
                    <a:pt x="13282" y="32163"/>
                  </a:cubicBezTo>
                  <a:cubicBezTo>
                    <a:pt x="13739" y="32265"/>
                    <a:pt x="13688" y="32180"/>
                    <a:pt x="14137" y="32299"/>
                  </a:cubicBezTo>
                  <a:cubicBezTo>
                    <a:pt x="13990" y="32274"/>
                    <a:pt x="13930" y="32265"/>
                    <a:pt x="13918" y="32265"/>
                  </a:cubicBezTo>
                  <a:cubicBezTo>
                    <a:pt x="13888" y="32265"/>
                    <a:pt x="14176" y="32324"/>
                    <a:pt x="14134" y="32324"/>
                  </a:cubicBezTo>
                  <a:cubicBezTo>
                    <a:pt x="14128" y="32324"/>
                    <a:pt x="14114" y="32322"/>
                    <a:pt x="14090" y="32319"/>
                  </a:cubicBezTo>
                  <a:lnTo>
                    <a:pt x="14090" y="32319"/>
                  </a:lnTo>
                  <a:cubicBezTo>
                    <a:pt x="14868" y="32438"/>
                    <a:pt x="15665" y="32607"/>
                    <a:pt x="16184" y="32671"/>
                  </a:cubicBezTo>
                  <a:cubicBezTo>
                    <a:pt x="16139" y="32657"/>
                    <a:pt x="16148" y="32652"/>
                    <a:pt x="16181" y="32652"/>
                  </a:cubicBezTo>
                  <a:cubicBezTo>
                    <a:pt x="16248" y="32652"/>
                    <a:pt x="16409" y="32671"/>
                    <a:pt x="16421" y="32671"/>
                  </a:cubicBezTo>
                  <a:cubicBezTo>
                    <a:pt x="16522" y="32683"/>
                    <a:pt x="16527" y="32695"/>
                    <a:pt x="16479" y="32695"/>
                  </a:cubicBezTo>
                  <a:cubicBezTo>
                    <a:pt x="16459" y="32695"/>
                    <a:pt x="16430" y="32693"/>
                    <a:pt x="16395" y="32688"/>
                  </a:cubicBezTo>
                  <a:lnTo>
                    <a:pt x="16395" y="32688"/>
                  </a:lnTo>
                  <a:cubicBezTo>
                    <a:pt x="16674" y="32738"/>
                    <a:pt x="16725" y="32764"/>
                    <a:pt x="16674" y="32781"/>
                  </a:cubicBezTo>
                  <a:lnTo>
                    <a:pt x="16099" y="32705"/>
                  </a:lnTo>
                  <a:lnTo>
                    <a:pt x="16099" y="32705"/>
                  </a:lnTo>
                  <a:cubicBezTo>
                    <a:pt x="16285" y="32738"/>
                    <a:pt x="16387" y="32772"/>
                    <a:pt x="16531" y="32789"/>
                  </a:cubicBezTo>
                  <a:cubicBezTo>
                    <a:pt x="16598" y="32806"/>
                    <a:pt x="16674" y="32815"/>
                    <a:pt x="16776" y="32823"/>
                  </a:cubicBezTo>
                  <a:cubicBezTo>
                    <a:pt x="16869" y="32823"/>
                    <a:pt x="16852" y="32823"/>
                    <a:pt x="16852" y="32806"/>
                  </a:cubicBezTo>
                  <a:lnTo>
                    <a:pt x="16852" y="32806"/>
                  </a:lnTo>
                  <a:cubicBezTo>
                    <a:pt x="17038" y="32815"/>
                    <a:pt x="17267" y="32823"/>
                    <a:pt x="17563" y="32832"/>
                  </a:cubicBezTo>
                  <a:lnTo>
                    <a:pt x="17546" y="32832"/>
                  </a:lnTo>
                  <a:lnTo>
                    <a:pt x="18163" y="32899"/>
                  </a:lnTo>
                  <a:lnTo>
                    <a:pt x="18087" y="32899"/>
                  </a:lnTo>
                  <a:lnTo>
                    <a:pt x="18451" y="32925"/>
                  </a:lnTo>
                  <a:cubicBezTo>
                    <a:pt x="18442" y="32950"/>
                    <a:pt x="18561" y="32950"/>
                    <a:pt x="18535" y="32967"/>
                  </a:cubicBezTo>
                  <a:cubicBezTo>
                    <a:pt x="18764" y="33035"/>
                    <a:pt x="19348" y="33026"/>
                    <a:pt x="19838" y="33094"/>
                  </a:cubicBezTo>
                  <a:lnTo>
                    <a:pt x="19762" y="33102"/>
                  </a:lnTo>
                  <a:cubicBezTo>
                    <a:pt x="20033" y="33102"/>
                    <a:pt x="20693" y="33178"/>
                    <a:pt x="21116" y="33221"/>
                  </a:cubicBezTo>
                  <a:lnTo>
                    <a:pt x="21099" y="33221"/>
                  </a:lnTo>
                  <a:cubicBezTo>
                    <a:pt x="21033" y="33219"/>
                    <a:pt x="20981" y="33218"/>
                    <a:pt x="20941" y="33218"/>
                  </a:cubicBezTo>
                  <a:cubicBezTo>
                    <a:pt x="20822" y="33218"/>
                    <a:pt x="20815" y="33227"/>
                    <a:pt x="20904" y="33246"/>
                  </a:cubicBezTo>
                  <a:cubicBezTo>
                    <a:pt x="20811" y="33246"/>
                    <a:pt x="20676" y="33238"/>
                    <a:pt x="20591" y="33238"/>
                  </a:cubicBezTo>
                  <a:cubicBezTo>
                    <a:pt x="20447" y="33221"/>
                    <a:pt x="20041" y="33204"/>
                    <a:pt x="20007" y="33170"/>
                  </a:cubicBezTo>
                  <a:lnTo>
                    <a:pt x="20007" y="33170"/>
                  </a:lnTo>
                  <a:cubicBezTo>
                    <a:pt x="20135" y="33181"/>
                    <a:pt x="20203" y="33185"/>
                    <a:pt x="20229" y="33185"/>
                  </a:cubicBezTo>
                  <a:cubicBezTo>
                    <a:pt x="20266" y="33185"/>
                    <a:pt x="20221" y="33176"/>
                    <a:pt x="20143" y="33161"/>
                  </a:cubicBezTo>
                  <a:cubicBezTo>
                    <a:pt x="19924" y="33161"/>
                    <a:pt x="19547" y="33122"/>
                    <a:pt x="19392" y="33122"/>
                  </a:cubicBezTo>
                  <a:cubicBezTo>
                    <a:pt x="19343" y="33122"/>
                    <a:pt x="19316" y="33126"/>
                    <a:pt x="19322" y="33136"/>
                  </a:cubicBezTo>
                  <a:cubicBezTo>
                    <a:pt x="19178" y="33119"/>
                    <a:pt x="19043" y="33102"/>
                    <a:pt x="18899" y="33068"/>
                  </a:cubicBezTo>
                  <a:cubicBezTo>
                    <a:pt x="18865" y="33060"/>
                    <a:pt x="18967" y="33060"/>
                    <a:pt x="19077" y="33060"/>
                  </a:cubicBezTo>
                  <a:cubicBezTo>
                    <a:pt x="18671" y="33026"/>
                    <a:pt x="18265" y="32984"/>
                    <a:pt x="17867" y="32942"/>
                  </a:cubicBezTo>
                  <a:lnTo>
                    <a:pt x="17867" y="32942"/>
                  </a:lnTo>
                  <a:cubicBezTo>
                    <a:pt x="17813" y="32965"/>
                    <a:pt x="18506" y="33045"/>
                    <a:pt x="18301" y="33045"/>
                  </a:cubicBezTo>
                  <a:cubicBezTo>
                    <a:pt x="18282" y="33045"/>
                    <a:pt x="18257" y="33044"/>
                    <a:pt x="18222" y="33043"/>
                  </a:cubicBezTo>
                  <a:cubicBezTo>
                    <a:pt x="18149" y="33054"/>
                    <a:pt x="18075" y="33060"/>
                    <a:pt x="18001" y="33060"/>
                  </a:cubicBezTo>
                  <a:cubicBezTo>
                    <a:pt x="17906" y="33060"/>
                    <a:pt x="17810" y="33050"/>
                    <a:pt x="17715" y="33026"/>
                  </a:cubicBezTo>
                  <a:lnTo>
                    <a:pt x="17791" y="33026"/>
                  </a:lnTo>
                  <a:cubicBezTo>
                    <a:pt x="17596" y="33018"/>
                    <a:pt x="17571" y="33001"/>
                    <a:pt x="17368" y="32967"/>
                  </a:cubicBezTo>
                  <a:cubicBezTo>
                    <a:pt x="17348" y="32956"/>
                    <a:pt x="17370" y="32952"/>
                    <a:pt x="17413" y="32952"/>
                  </a:cubicBezTo>
                  <a:cubicBezTo>
                    <a:pt x="17498" y="32952"/>
                    <a:pt x="17667" y="32967"/>
                    <a:pt x="17757" y="32967"/>
                  </a:cubicBezTo>
                  <a:cubicBezTo>
                    <a:pt x="17622" y="32958"/>
                    <a:pt x="17478" y="32958"/>
                    <a:pt x="17334" y="32933"/>
                  </a:cubicBezTo>
                  <a:lnTo>
                    <a:pt x="17368" y="32933"/>
                  </a:lnTo>
                  <a:cubicBezTo>
                    <a:pt x="17224" y="32916"/>
                    <a:pt x="17080" y="32899"/>
                    <a:pt x="16937" y="32882"/>
                  </a:cubicBezTo>
                  <a:cubicBezTo>
                    <a:pt x="16925" y="32882"/>
                    <a:pt x="16916" y="32881"/>
                    <a:pt x="16910" y="32881"/>
                  </a:cubicBezTo>
                  <a:cubicBezTo>
                    <a:pt x="16824" y="32881"/>
                    <a:pt x="17268" y="32934"/>
                    <a:pt x="17284" y="32950"/>
                  </a:cubicBezTo>
                  <a:cubicBezTo>
                    <a:pt x="17190" y="32942"/>
                    <a:pt x="17097" y="32933"/>
                    <a:pt x="17004" y="32925"/>
                  </a:cubicBezTo>
                  <a:cubicBezTo>
                    <a:pt x="16691" y="32891"/>
                    <a:pt x="15845" y="32781"/>
                    <a:pt x="15566" y="32696"/>
                  </a:cubicBezTo>
                  <a:cubicBezTo>
                    <a:pt x="15434" y="32672"/>
                    <a:pt x="15370" y="32664"/>
                    <a:pt x="15338" y="32664"/>
                  </a:cubicBezTo>
                  <a:cubicBezTo>
                    <a:pt x="15281" y="32664"/>
                    <a:pt x="15321" y="32688"/>
                    <a:pt x="15262" y="32688"/>
                  </a:cubicBezTo>
                  <a:cubicBezTo>
                    <a:pt x="15042" y="32671"/>
                    <a:pt x="14839" y="32612"/>
                    <a:pt x="14627" y="32586"/>
                  </a:cubicBezTo>
                  <a:cubicBezTo>
                    <a:pt x="14627" y="32589"/>
                    <a:pt x="14619" y="32590"/>
                    <a:pt x="14606" y="32590"/>
                  </a:cubicBezTo>
                  <a:cubicBezTo>
                    <a:pt x="14563" y="32590"/>
                    <a:pt x="14464" y="32578"/>
                    <a:pt x="14404" y="32578"/>
                  </a:cubicBezTo>
                  <a:cubicBezTo>
                    <a:pt x="14379" y="32578"/>
                    <a:pt x="14361" y="32580"/>
                    <a:pt x="14357" y="32586"/>
                  </a:cubicBezTo>
                  <a:cubicBezTo>
                    <a:pt x="14238" y="32561"/>
                    <a:pt x="14120" y="32544"/>
                    <a:pt x="14010" y="32519"/>
                  </a:cubicBezTo>
                  <a:lnTo>
                    <a:pt x="14010" y="32519"/>
                  </a:lnTo>
                  <a:cubicBezTo>
                    <a:pt x="13798" y="32527"/>
                    <a:pt x="14424" y="32603"/>
                    <a:pt x="14517" y="32629"/>
                  </a:cubicBezTo>
                  <a:cubicBezTo>
                    <a:pt x="14571" y="32651"/>
                    <a:pt x="14572" y="32658"/>
                    <a:pt x="14548" y="32658"/>
                  </a:cubicBezTo>
                  <a:cubicBezTo>
                    <a:pt x="14506" y="32658"/>
                    <a:pt x="14385" y="32635"/>
                    <a:pt x="14358" y="32635"/>
                  </a:cubicBezTo>
                  <a:cubicBezTo>
                    <a:pt x="14349" y="32635"/>
                    <a:pt x="14351" y="32638"/>
                    <a:pt x="14373" y="32645"/>
                  </a:cubicBezTo>
                  <a:cubicBezTo>
                    <a:pt x="14517" y="32662"/>
                    <a:pt x="14653" y="32679"/>
                    <a:pt x="14796" y="32688"/>
                  </a:cubicBezTo>
                  <a:cubicBezTo>
                    <a:pt x="14949" y="32705"/>
                    <a:pt x="15033" y="32730"/>
                    <a:pt x="15025" y="32747"/>
                  </a:cubicBezTo>
                  <a:cubicBezTo>
                    <a:pt x="14831" y="32705"/>
                    <a:pt x="14763" y="32699"/>
                    <a:pt x="14716" y="32699"/>
                  </a:cubicBezTo>
                  <a:cubicBezTo>
                    <a:pt x="14697" y="32699"/>
                    <a:pt x="14681" y="32700"/>
                    <a:pt x="14662" y="32700"/>
                  </a:cubicBezTo>
                  <a:cubicBezTo>
                    <a:pt x="14621" y="32700"/>
                    <a:pt x="14565" y="32696"/>
                    <a:pt x="14433" y="32671"/>
                  </a:cubicBezTo>
                  <a:lnTo>
                    <a:pt x="14424" y="32654"/>
                  </a:lnTo>
                  <a:cubicBezTo>
                    <a:pt x="14422" y="32658"/>
                    <a:pt x="14411" y="32660"/>
                    <a:pt x="14394" y="32660"/>
                  </a:cubicBezTo>
                  <a:cubicBezTo>
                    <a:pt x="14281" y="32660"/>
                    <a:pt x="13883" y="32574"/>
                    <a:pt x="13714" y="32552"/>
                  </a:cubicBezTo>
                  <a:cubicBezTo>
                    <a:pt x="13598" y="32522"/>
                    <a:pt x="13582" y="32511"/>
                    <a:pt x="13616" y="32511"/>
                  </a:cubicBezTo>
                  <a:cubicBezTo>
                    <a:pt x="13690" y="32511"/>
                    <a:pt x="13999" y="32561"/>
                    <a:pt x="14025" y="32561"/>
                  </a:cubicBezTo>
                  <a:cubicBezTo>
                    <a:pt x="14026" y="32561"/>
                    <a:pt x="14027" y="32561"/>
                    <a:pt x="14027" y="32561"/>
                  </a:cubicBezTo>
                  <a:cubicBezTo>
                    <a:pt x="13866" y="32527"/>
                    <a:pt x="13705" y="32510"/>
                    <a:pt x="13553" y="32476"/>
                  </a:cubicBezTo>
                  <a:lnTo>
                    <a:pt x="13553" y="32476"/>
                  </a:lnTo>
                  <a:cubicBezTo>
                    <a:pt x="13591" y="32481"/>
                    <a:pt x="13615" y="32483"/>
                    <a:pt x="13630" y="32483"/>
                  </a:cubicBezTo>
                  <a:cubicBezTo>
                    <a:pt x="13678" y="32483"/>
                    <a:pt x="13645" y="32466"/>
                    <a:pt x="13704" y="32466"/>
                  </a:cubicBezTo>
                  <a:cubicBezTo>
                    <a:pt x="13728" y="32466"/>
                    <a:pt x="13767" y="32468"/>
                    <a:pt x="13832" y="32476"/>
                  </a:cubicBezTo>
                  <a:cubicBezTo>
                    <a:pt x="13544" y="32434"/>
                    <a:pt x="13519" y="32400"/>
                    <a:pt x="13240" y="32358"/>
                  </a:cubicBezTo>
                  <a:lnTo>
                    <a:pt x="13240" y="32358"/>
                  </a:lnTo>
                  <a:cubicBezTo>
                    <a:pt x="13269" y="32361"/>
                    <a:pt x="13290" y="32362"/>
                    <a:pt x="13304" y="32362"/>
                  </a:cubicBezTo>
                  <a:cubicBezTo>
                    <a:pt x="13365" y="32362"/>
                    <a:pt x="13281" y="32335"/>
                    <a:pt x="13164" y="32307"/>
                  </a:cubicBezTo>
                  <a:cubicBezTo>
                    <a:pt x="13054" y="32282"/>
                    <a:pt x="12944" y="32256"/>
                    <a:pt x="12834" y="32214"/>
                  </a:cubicBezTo>
                  <a:lnTo>
                    <a:pt x="12834" y="32214"/>
                  </a:lnTo>
                  <a:cubicBezTo>
                    <a:pt x="13121" y="32265"/>
                    <a:pt x="13401" y="32341"/>
                    <a:pt x="13671" y="32425"/>
                  </a:cubicBezTo>
                  <a:cubicBezTo>
                    <a:pt x="13857" y="32451"/>
                    <a:pt x="14035" y="32485"/>
                    <a:pt x="14213" y="32527"/>
                  </a:cubicBezTo>
                  <a:lnTo>
                    <a:pt x="14441" y="32527"/>
                  </a:lnTo>
                  <a:cubicBezTo>
                    <a:pt x="14187" y="32485"/>
                    <a:pt x="13832" y="32442"/>
                    <a:pt x="13942" y="32425"/>
                  </a:cubicBezTo>
                  <a:lnTo>
                    <a:pt x="13595" y="32375"/>
                  </a:lnTo>
                  <a:lnTo>
                    <a:pt x="13595" y="32375"/>
                  </a:lnTo>
                  <a:cubicBezTo>
                    <a:pt x="13959" y="32392"/>
                    <a:pt x="13942" y="32392"/>
                    <a:pt x="14263" y="32434"/>
                  </a:cubicBezTo>
                  <a:cubicBezTo>
                    <a:pt x="13612" y="32273"/>
                    <a:pt x="13071" y="32248"/>
                    <a:pt x="12546" y="32087"/>
                  </a:cubicBezTo>
                  <a:lnTo>
                    <a:pt x="12546" y="32087"/>
                  </a:lnTo>
                  <a:lnTo>
                    <a:pt x="12631" y="32104"/>
                  </a:lnTo>
                  <a:cubicBezTo>
                    <a:pt x="11556" y="31859"/>
                    <a:pt x="11328" y="31723"/>
                    <a:pt x="11117" y="31605"/>
                  </a:cubicBezTo>
                  <a:close/>
                  <a:moveTo>
                    <a:pt x="33050" y="33289"/>
                  </a:moveTo>
                  <a:cubicBezTo>
                    <a:pt x="33033" y="33291"/>
                    <a:pt x="33017" y="33294"/>
                    <a:pt x="33001" y="33297"/>
                  </a:cubicBezTo>
                  <a:cubicBezTo>
                    <a:pt x="33017" y="33297"/>
                    <a:pt x="33034" y="33293"/>
                    <a:pt x="33050" y="33289"/>
                  </a:cubicBezTo>
                  <a:close/>
                  <a:moveTo>
                    <a:pt x="22469" y="33390"/>
                  </a:moveTo>
                  <a:cubicBezTo>
                    <a:pt x="22486" y="33392"/>
                    <a:pt x="22512" y="33395"/>
                    <a:pt x="22547" y="33398"/>
                  </a:cubicBezTo>
                  <a:lnTo>
                    <a:pt x="22547" y="33398"/>
                  </a:lnTo>
                  <a:cubicBezTo>
                    <a:pt x="22521" y="33396"/>
                    <a:pt x="22495" y="33393"/>
                    <a:pt x="22469" y="33390"/>
                  </a:cubicBezTo>
                  <a:close/>
                  <a:moveTo>
                    <a:pt x="21496" y="33297"/>
                  </a:moveTo>
                  <a:lnTo>
                    <a:pt x="21496" y="33297"/>
                  </a:lnTo>
                  <a:cubicBezTo>
                    <a:pt x="21875" y="33315"/>
                    <a:pt x="22401" y="33343"/>
                    <a:pt x="23032" y="33343"/>
                  </a:cubicBezTo>
                  <a:cubicBezTo>
                    <a:pt x="23260" y="33343"/>
                    <a:pt x="23501" y="33340"/>
                    <a:pt x="23755" y="33331"/>
                  </a:cubicBezTo>
                  <a:lnTo>
                    <a:pt x="23755" y="33331"/>
                  </a:lnTo>
                  <a:cubicBezTo>
                    <a:pt x="23738" y="33339"/>
                    <a:pt x="23721" y="33339"/>
                    <a:pt x="23696" y="33339"/>
                  </a:cubicBezTo>
                  <a:cubicBezTo>
                    <a:pt x="24055" y="33351"/>
                    <a:pt x="24174" y="33359"/>
                    <a:pt x="24364" y="33359"/>
                  </a:cubicBezTo>
                  <a:cubicBezTo>
                    <a:pt x="24434" y="33359"/>
                    <a:pt x="24514" y="33358"/>
                    <a:pt x="24618" y="33356"/>
                  </a:cubicBezTo>
                  <a:lnTo>
                    <a:pt x="24618" y="33356"/>
                  </a:lnTo>
                  <a:lnTo>
                    <a:pt x="24499" y="33373"/>
                  </a:lnTo>
                  <a:cubicBezTo>
                    <a:pt x="24533" y="33381"/>
                    <a:pt x="24628" y="33384"/>
                    <a:pt x="24755" y="33384"/>
                  </a:cubicBezTo>
                  <a:cubicBezTo>
                    <a:pt x="24882" y="33384"/>
                    <a:pt x="25041" y="33381"/>
                    <a:pt x="25201" y="33381"/>
                  </a:cubicBezTo>
                  <a:cubicBezTo>
                    <a:pt x="25269" y="33373"/>
                    <a:pt x="25339" y="33369"/>
                    <a:pt x="25410" y="33369"/>
                  </a:cubicBezTo>
                  <a:cubicBezTo>
                    <a:pt x="25481" y="33369"/>
                    <a:pt x="25553" y="33373"/>
                    <a:pt x="25624" y="33381"/>
                  </a:cubicBezTo>
                  <a:lnTo>
                    <a:pt x="25574" y="33398"/>
                  </a:lnTo>
                  <a:cubicBezTo>
                    <a:pt x="25747" y="33411"/>
                    <a:pt x="25925" y="33419"/>
                    <a:pt x="26101" y="33419"/>
                  </a:cubicBezTo>
                  <a:cubicBezTo>
                    <a:pt x="26165" y="33419"/>
                    <a:pt x="26229" y="33418"/>
                    <a:pt x="26293" y="33415"/>
                  </a:cubicBezTo>
                  <a:lnTo>
                    <a:pt x="26293" y="33415"/>
                  </a:lnTo>
                  <a:lnTo>
                    <a:pt x="26149" y="33432"/>
                  </a:lnTo>
                  <a:cubicBezTo>
                    <a:pt x="26047" y="33441"/>
                    <a:pt x="25937" y="33449"/>
                    <a:pt x="25827" y="33449"/>
                  </a:cubicBezTo>
                  <a:cubicBezTo>
                    <a:pt x="25904" y="33449"/>
                    <a:pt x="25988" y="33449"/>
                    <a:pt x="26098" y="33458"/>
                  </a:cubicBezTo>
                  <a:cubicBezTo>
                    <a:pt x="25895" y="33474"/>
                    <a:pt x="25684" y="33500"/>
                    <a:pt x="25472" y="33508"/>
                  </a:cubicBezTo>
                  <a:cubicBezTo>
                    <a:pt x="25517" y="33511"/>
                    <a:pt x="25557" y="33512"/>
                    <a:pt x="25593" y="33512"/>
                  </a:cubicBezTo>
                  <a:cubicBezTo>
                    <a:pt x="25787" y="33512"/>
                    <a:pt x="25875" y="33482"/>
                    <a:pt x="26133" y="33482"/>
                  </a:cubicBezTo>
                  <a:cubicBezTo>
                    <a:pt x="26159" y="33482"/>
                    <a:pt x="26187" y="33482"/>
                    <a:pt x="26217" y="33483"/>
                  </a:cubicBezTo>
                  <a:cubicBezTo>
                    <a:pt x="26191" y="33517"/>
                    <a:pt x="26217" y="33534"/>
                    <a:pt x="25802" y="33559"/>
                  </a:cubicBezTo>
                  <a:cubicBezTo>
                    <a:pt x="25447" y="33551"/>
                    <a:pt x="25827" y="33534"/>
                    <a:pt x="25641" y="33525"/>
                  </a:cubicBezTo>
                  <a:lnTo>
                    <a:pt x="25641" y="33525"/>
                  </a:lnTo>
                  <a:cubicBezTo>
                    <a:pt x="25589" y="33532"/>
                    <a:pt x="25545" y="33534"/>
                    <a:pt x="25504" y="33534"/>
                  </a:cubicBezTo>
                  <a:cubicBezTo>
                    <a:pt x="25382" y="33534"/>
                    <a:pt x="25299" y="33512"/>
                    <a:pt x="25176" y="33512"/>
                  </a:cubicBezTo>
                  <a:cubicBezTo>
                    <a:pt x="25128" y="33512"/>
                    <a:pt x="25073" y="33516"/>
                    <a:pt x="25007" y="33525"/>
                  </a:cubicBezTo>
                  <a:cubicBezTo>
                    <a:pt x="24660" y="33517"/>
                    <a:pt x="24770" y="33500"/>
                    <a:pt x="24660" y="33483"/>
                  </a:cubicBezTo>
                  <a:cubicBezTo>
                    <a:pt x="25007" y="33483"/>
                    <a:pt x="24499" y="33449"/>
                    <a:pt x="24931" y="33449"/>
                  </a:cubicBezTo>
                  <a:cubicBezTo>
                    <a:pt x="24859" y="33444"/>
                    <a:pt x="24806" y="33442"/>
                    <a:pt x="24764" y="33442"/>
                  </a:cubicBezTo>
                  <a:cubicBezTo>
                    <a:pt x="24636" y="33442"/>
                    <a:pt x="24618" y="33461"/>
                    <a:pt x="24490" y="33461"/>
                  </a:cubicBezTo>
                  <a:cubicBezTo>
                    <a:pt x="24460" y="33461"/>
                    <a:pt x="24425" y="33460"/>
                    <a:pt x="24381" y="33458"/>
                  </a:cubicBezTo>
                  <a:lnTo>
                    <a:pt x="24339" y="33424"/>
                  </a:lnTo>
                  <a:cubicBezTo>
                    <a:pt x="24092" y="33408"/>
                    <a:pt x="23586" y="33372"/>
                    <a:pt x="23223" y="33372"/>
                  </a:cubicBezTo>
                  <a:cubicBezTo>
                    <a:pt x="23187" y="33372"/>
                    <a:pt x="23153" y="33372"/>
                    <a:pt x="23120" y="33373"/>
                  </a:cubicBezTo>
                  <a:cubicBezTo>
                    <a:pt x="23425" y="33407"/>
                    <a:pt x="22934" y="33390"/>
                    <a:pt x="22985" y="33407"/>
                  </a:cubicBezTo>
                  <a:cubicBezTo>
                    <a:pt x="23039" y="33401"/>
                    <a:pt x="23091" y="33398"/>
                    <a:pt x="23144" y="33398"/>
                  </a:cubicBezTo>
                  <a:cubicBezTo>
                    <a:pt x="23248" y="33398"/>
                    <a:pt x="23352" y="33410"/>
                    <a:pt x="23459" y="33432"/>
                  </a:cubicBezTo>
                  <a:cubicBezTo>
                    <a:pt x="23340" y="33432"/>
                    <a:pt x="23120" y="33424"/>
                    <a:pt x="22917" y="33415"/>
                  </a:cubicBezTo>
                  <a:cubicBezTo>
                    <a:pt x="22772" y="33415"/>
                    <a:pt x="22634" y="33407"/>
                    <a:pt x="22547" y="33398"/>
                  </a:cubicBezTo>
                  <a:lnTo>
                    <a:pt x="22547" y="33398"/>
                  </a:lnTo>
                  <a:cubicBezTo>
                    <a:pt x="22673" y="33412"/>
                    <a:pt x="22801" y="33425"/>
                    <a:pt x="22934" y="33432"/>
                  </a:cubicBezTo>
                  <a:cubicBezTo>
                    <a:pt x="22765" y="33449"/>
                    <a:pt x="22181" y="33441"/>
                    <a:pt x="22165" y="33449"/>
                  </a:cubicBezTo>
                  <a:cubicBezTo>
                    <a:pt x="21987" y="33424"/>
                    <a:pt x="21708" y="33407"/>
                    <a:pt x="21615" y="33390"/>
                  </a:cubicBezTo>
                  <a:lnTo>
                    <a:pt x="21953" y="33381"/>
                  </a:lnTo>
                  <a:lnTo>
                    <a:pt x="22080" y="33407"/>
                  </a:lnTo>
                  <a:lnTo>
                    <a:pt x="22275" y="33398"/>
                  </a:lnTo>
                  <a:cubicBezTo>
                    <a:pt x="22055" y="33373"/>
                    <a:pt x="21589" y="33322"/>
                    <a:pt x="21496" y="33297"/>
                  </a:cubicBezTo>
                  <a:close/>
                  <a:moveTo>
                    <a:pt x="24842" y="33593"/>
                  </a:moveTo>
                  <a:cubicBezTo>
                    <a:pt x="24843" y="33593"/>
                    <a:pt x="24845" y="33593"/>
                    <a:pt x="24846" y="33593"/>
                  </a:cubicBezTo>
                  <a:lnTo>
                    <a:pt x="24842" y="33593"/>
                  </a:lnTo>
                  <a:close/>
                  <a:moveTo>
                    <a:pt x="29464" y="33627"/>
                  </a:moveTo>
                  <a:cubicBezTo>
                    <a:pt x="29445" y="33629"/>
                    <a:pt x="29425" y="33632"/>
                    <a:pt x="29406" y="33635"/>
                  </a:cubicBezTo>
                  <a:lnTo>
                    <a:pt x="29465" y="33627"/>
                  </a:lnTo>
                  <a:cubicBezTo>
                    <a:pt x="29465" y="33627"/>
                    <a:pt x="29464" y="33627"/>
                    <a:pt x="29464" y="33627"/>
                  </a:cubicBezTo>
                  <a:close/>
                  <a:moveTo>
                    <a:pt x="25252" y="33661"/>
                  </a:moveTo>
                  <a:cubicBezTo>
                    <a:pt x="25238" y="33661"/>
                    <a:pt x="25228" y="33661"/>
                    <a:pt x="25223" y="33662"/>
                  </a:cubicBezTo>
                  <a:lnTo>
                    <a:pt x="25223" y="33662"/>
                  </a:lnTo>
                  <a:cubicBezTo>
                    <a:pt x="25232" y="33661"/>
                    <a:pt x="25242" y="33661"/>
                    <a:pt x="25252" y="33661"/>
                  </a:cubicBezTo>
                  <a:close/>
                  <a:moveTo>
                    <a:pt x="12969" y="1"/>
                  </a:moveTo>
                  <a:lnTo>
                    <a:pt x="12969" y="1"/>
                  </a:lnTo>
                  <a:cubicBezTo>
                    <a:pt x="12758" y="68"/>
                    <a:pt x="12572" y="128"/>
                    <a:pt x="12411" y="195"/>
                  </a:cubicBezTo>
                  <a:cubicBezTo>
                    <a:pt x="12250" y="263"/>
                    <a:pt x="12106" y="331"/>
                    <a:pt x="11971" y="390"/>
                  </a:cubicBezTo>
                  <a:cubicBezTo>
                    <a:pt x="11827" y="449"/>
                    <a:pt x="11700" y="517"/>
                    <a:pt x="11556" y="576"/>
                  </a:cubicBezTo>
                  <a:cubicBezTo>
                    <a:pt x="11421" y="644"/>
                    <a:pt x="11269" y="703"/>
                    <a:pt x="11100" y="771"/>
                  </a:cubicBezTo>
                  <a:cubicBezTo>
                    <a:pt x="11140" y="747"/>
                    <a:pt x="11148" y="740"/>
                    <a:pt x="11142" y="740"/>
                  </a:cubicBezTo>
                  <a:lnTo>
                    <a:pt x="11142" y="740"/>
                  </a:lnTo>
                  <a:cubicBezTo>
                    <a:pt x="11131" y="740"/>
                    <a:pt x="11086" y="757"/>
                    <a:pt x="11066" y="762"/>
                  </a:cubicBezTo>
                  <a:cubicBezTo>
                    <a:pt x="10964" y="813"/>
                    <a:pt x="10854" y="864"/>
                    <a:pt x="10753" y="923"/>
                  </a:cubicBezTo>
                  <a:cubicBezTo>
                    <a:pt x="10651" y="974"/>
                    <a:pt x="10558" y="1024"/>
                    <a:pt x="10499" y="1058"/>
                  </a:cubicBezTo>
                  <a:lnTo>
                    <a:pt x="10169" y="1219"/>
                  </a:lnTo>
                  <a:cubicBezTo>
                    <a:pt x="10169" y="1210"/>
                    <a:pt x="10279" y="1117"/>
                    <a:pt x="10617" y="948"/>
                  </a:cubicBezTo>
                  <a:lnTo>
                    <a:pt x="10617" y="948"/>
                  </a:lnTo>
                  <a:cubicBezTo>
                    <a:pt x="9433" y="1523"/>
                    <a:pt x="8604" y="2107"/>
                    <a:pt x="7530" y="2852"/>
                  </a:cubicBezTo>
                  <a:cubicBezTo>
                    <a:pt x="7525" y="2854"/>
                    <a:pt x="7523" y="2855"/>
                    <a:pt x="7522" y="2855"/>
                  </a:cubicBezTo>
                  <a:cubicBezTo>
                    <a:pt x="7512" y="2855"/>
                    <a:pt x="7605" y="2786"/>
                    <a:pt x="7603" y="2786"/>
                  </a:cubicBezTo>
                  <a:lnTo>
                    <a:pt x="7603" y="2786"/>
                  </a:lnTo>
                  <a:cubicBezTo>
                    <a:pt x="7602" y="2786"/>
                    <a:pt x="7596" y="2790"/>
                    <a:pt x="7581" y="2801"/>
                  </a:cubicBezTo>
                  <a:cubicBezTo>
                    <a:pt x="7472" y="2889"/>
                    <a:pt x="7304" y="3020"/>
                    <a:pt x="7250" y="3069"/>
                  </a:cubicBezTo>
                  <a:lnTo>
                    <a:pt x="7250" y="3069"/>
                  </a:lnTo>
                  <a:cubicBezTo>
                    <a:pt x="7281" y="3036"/>
                    <a:pt x="7316" y="3007"/>
                    <a:pt x="7352" y="2978"/>
                  </a:cubicBezTo>
                  <a:lnTo>
                    <a:pt x="7352" y="2978"/>
                  </a:lnTo>
                  <a:cubicBezTo>
                    <a:pt x="6819" y="3401"/>
                    <a:pt x="6515" y="3604"/>
                    <a:pt x="6202" y="3900"/>
                  </a:cubicBezTo>
                  <a:cubicBezTo>
                    <a:pt x="6201" y="3901"/>
                    <a:pt x="6201" y="3901"/>
                    <a:pt x="6200" y="3901"/>
                  </a:cubicBezTo>
                  <a:cubicBezTo>
                    <a:pt x="6179" y="3901"/>
                    <a:pt x="6418" y="3704"/>
                    <a:pt x="6402" y="3704"/>
                  </a:cubicBezTo>
                  <a:lnTo>
                    <a:pt x="6402" y="3704"/>
                  </a:lnTo>
                  <a:cubicBezTo>
                    <a:pt x="6401" y="3704"/>
                    <a:pt x="6399" y="3705"/>
                    <a:pt x="6396" y="3706"/>
                  </a:cubicBezTo>
                  <a:cubicBezTo>
                    <a:pt x="5880" y="4137"/>
                    <a:pt x="5660" y="4416"/>
                    <a:pt x="5178" y="4890"/>
                  </a:cubicBezTo>
                  <a:cubicBezTo>
                    <a:pt x="5212" y="4848"/>
                    <a:pt x="5223" y="4831"/>
                    <a:pt x="5219" y="4831"/>
                  </a:cubicBezTo>
                  <a:lnTo>
                    <a:pt x="5219" y="4831"/>
                  </a:lnTo>
                  <a:cubicBezTo>
                    <a:pt x="5206" y="4831"/>
                    <a:pt x="5028" y="5011"/>
                    <a:pt x="4924" y="5102"/>
                  </a:cubicBezTo>
                  <a:cubicBezTo>
                    <a:pt x="4831" y="5203"/>
                    <a:pt x="4713" y="5339"/>
                    <a:pt x="4577" y="5491"/>
                  </a:cubicBezTo>
                  <a:cubicBezTo>
                    <a:pt x="4442" y="5643"/>
                    <a:pt x="4298" y="5821"/>
                    <a:pt x="4146" y="5998"/>
                  </a:cubicBezTo>
                  <a:cubicBezTo>
                    <a:pt x="3994" y="6176"/>
                    <a:pt x="3850" y="6371"/>
                    <a:pt x="3706" y="6557"/>
                  </a:cubicBezTo>
                  <a:cubicBezTo>
                    <a:pt x="3562" y="6751"/>
                    <a:pt x="3427" y="6937"/>
                    <a:pt x="3309" y="7107"/>
                  </a:cubicBezTo>
                  <a:cubicBezTo>
                    <a:pt x="3315" y="7085"/>
                    <a:pt x="3316" y="7075"/>
                    <a:pt x="3311" y="7075"/>
                  </a:cubicBezTo>
                  <a:lnTo>
                    <a:pt x="3311" y="7075"/>
                  </a:lnTo>
                  <a:cubicBezTo>
                    <a:pt x="3291" y="7075"/>
                    <a:pt x="3184" y="7235"/>
                    <a:pt x="3055" y="7411"/>
                  </a:cubicBezTo>
                  <a:cubicBezTo>
                    <a:pt x="2894" y="7631"/>
                    <a:pt x="2742" y="7893"/>
                    <a:pt x="2699" y="7910"/>
                  </a:cubicBezTo>
                  <a:cubicBezTo>
                    <a:pt x="2598" y="8046"/>
                    <a:pt x="2522" y="8189"/>
                    <a:pt x="2454" y="8350"/>
                  </a:cubicBezTo>
                  <a:cubicBezTo>
                    <a:pt x="2505" y="8249"/>
                    <a:pt x="2564" y="8156"/>
                    <a:pt x="2640" y="8079"/>
                  </a:cubicBezTo>
                  <a:lnTo>
                    <a:pt x="2640" y="8079"/>
                  </a:lnTo>
                  <a:cubicBezTo>
                    <a:pt x="2505" y="8316"/>
                    <a:pt x="2285" y="8672"/>
                    <a:pt x="2293" y="8714"/>
                  </a:cubicBezTo>
                  <a:lnTo>
                    <a:pt x="2107" y="9001"/>
                  </a:lnTo>
                  <a:cubicBezTo>
                    <a:pt x="2082" y="9103"/>
                    <a:pt x="2048" y="9205"/>
                    <a:pt x="1989" y="9298"/>
                  </a:cubicBezTo>
                  <a:cubicBezTo>
                    <a:pt x="1760" y="9644"/>
                    <a:pt x="2040" y="9272"/>
                    <a:pt x="1752" y="9788"/>
                  </a:cubicBezTo>
                  <a:cubicBezTo>
                    <a:pt x="1786" y="9653"/>
                    <a:pt x="1837" y="9543"/>
                    <a:pt x="1845" y="9492"/>
                  </a:cubicBezTo>
                  <a:lnTo>
                    <a:pt x="1845" y="9492"/>
                  </a:lnTo>
                  <a:cubicBezTo>
                    <a:pt x="1769" y="9627"/>
                    <a:pt x="1710" y="9763"/>
                    <a:pt x="1651" y="9907"/>
                  </a:cubicBezTo>
                  <a:cubicBezTo>
                    <a:pt x="1647" y="9911"/>
                    <a:pt x="1644" y="9913"/>
                    <a:pt x="1642" y="9913"/>
                  </a:cubicBezTo>
                  <a:cubicBezTo>
                    <a:pt x="1623" y="9913"/>
                    <a:pt x="1702" y="9686"/>
                    <a:pt x="1794" y="9501"/>
                  </a:cubicBezTo>
                  <a:lnTo>
                    <a:pt x="1794" y="9501"/>
                  </a:lnTo>
                  <a:cubicBezTo>
                    <a:pt x="1727" y="9611"/>
                    <a:pt x="1667" y="9721"/>
                    <a:pt x="1617" y="9830"/>
                  </a:cubicBezTo>
                  <a:cubicBezTo>
                    <a:pt x="1490" y="10169"/>
                    <a:pt x="1270" y="10744"/>
                    <a:pt x="1067" y="11277"/>
                  </a:cubicBezTo>
                  <a:cubicBezTo>
                    <a:pt x="1079" y="11208"/>
                    <a:pt x="1120" y="11096"/>
                    <a:pt x="1109" y="11096"/>
                  </a:cubicBezTo>
                  <a:lnTo>
                    <a:pt x="1109" y="11096"/>
                  </a:lnTo>
                  <a:cubicBezTo>
                    <a:pt x="1105" y="11096"/>
                    <a:pt x="1095" y="11109"/>
                    <a:pt x="1075" y="11142"/>
                  </a:cubicBezTo>
                  <a:cubicBezTo>
                    <a:pt x="1033" y="11260"/>
                    <a:pt x="991" y="11395"/>
                    <a:pt x="948" y="11548"/>
                  </a:cubicBezTo>
                  <a:cubicBezTo>
                    <a:pt x="906" y="11692"/>
                    <a:pt x="855" y="11844"/>
                    <a:pt x="796" y="11996"/>
                  </a:cubicBezTo>
                  <a:cubicBezTo>
                    <a:pt x="805" y="11954"/>
                    <a:pt x="796" y="11979"/>
                    <a:pt x="805" y="11937"/>
                  </a:cubicBezTo>
                  <a:lnTo>
                    <a:pt x="805" y="11937"/>
                  </a:lnTo>
                  <a:cubicBezTo>
                    <a:pt x="669" y="12495"/>
                    <a:pt x="669" y="12343"/>
                    <a:pt x="534" y="12850"/>
                  </a:cubicBezTo>
                  <a:cubicBezTo>
                    <a:pt x="534" y="12842"/>
                    <a:pt x="534" y="12834"/>
                    <a:pt x="534" y="12825"/>
                  </a:cubicBezTo>
                  <a:cubicBezTo>
                    <a:pt x="517" y="12918"/>
                    <a:pt x="492" y="13028"/>
                    <a:pt x="475" y="13130"/>
                  </a:cubicBezTo>
                  <a:cubicBezTo>
                    <a:pt x="373" y="13789"/>
                    <a:pt x="297" y="13849"/>
                    <a:pt x="204" y="14238"/>
                  </a:cubicBezTo>
                  <a:lnTo>
                    <a:pt x="212" y="14153"/>
                  </a:lnTo>
                  <a:lnTo>
                    <a:pt x="212" y="14153"/>
                  </a:lnTo>
                  <a:cubicBezTo>
                    <a:pt x="162" y="14365"/>
                    <a:pt x="128" y="14576"/>
                    <a:pt x="111" y="14796"/>
                  </a:cubicBezTo>
                  <a:cubicBezTo>
                    <a:pt x="77" y="15058"/>
                    <a:pt x="60" y="15312"/>
                    <a:pt x="43" y="15431"/>
                  </a:cubicBezTo>
                  <a:cubicBezTo>
                    <a:pt x="86" y="15143"/>
                    <a:pt x="69" y="15338"/>
                    <a:pt x="119" y="15135"/>
                  </a:cubicBezTo>
                  <a:cubicBezTo>
                    <a:pt x="136" y="14881"/>
                    <a:pt x="94" y="14957"/>
                    <a:pt x="162" y="14542"/>
                  </a:cubicBezTo>
                  <a:lnTo>
                    <a:pt x="162" y="14542"/>
                  </a:lnTo>
                  <a:cubicBezTo>
                    <a:pt x="170" y="14652"/>
                    <a:pt x="162" y="14762"/>
                    <a:pt x="153" y="14864"/>
                  </a:cubicBezTo>
                  <a:cubicBezTo>
                    <a:pt x="145" y="15016"/>
                    <a:pt x="145" y="15177"/>
                    <a:pt x="145" y="15228"/>
                  </a:cubicBezTo>
                  <a:cubicBezTo>
                    <a:pt x="136" y="15329"/>
                    <a:pt x="119" y="15422"/>
                    <a:pt x="94" y="15515"/>
                  </a:cubicBezTo>
                  <a:cubicBezTo>
                    <a:pt x="86" y="15557"/>
                    <a:pt x="69" y="15600"/>
                    <a:pt x="43" y="15634"/>
                  </a:cubicBezTo>
                  <a:cubicBezTo>
                    <a:pt x="26" y="15930"/>
                    <a:pt x="9" y="16150"/>
                    <a:pt x="9" y="16395"/>
                  </a:cubicBezTo>
                  <a:cubicBezTo>
                    <a:pt x="1" y="16513"/>
                    <a:pt x="1" y="16640"/>
                    <a:pt x="1" y="16784"/>
                  </a:cubicBezTo>
                  <a:cubicBezTo>
                    <a:pt x="9" y="16919"/>
                    <a:pt x="9" y="17072"/>
                    <a:pt x="18" y="17249"/>
                  </a:cubicBezTo>
                  <a:cubicBezTo>
                    <a:pt x="26" y="17376"/>
                    <a:pt x="60" y="17486"/>
                    <a:pt x="77" y="17647"/>
                  </a:cubicBezTo>
                  <a:cubicBezTo>
                    <a:pt x="94" y="17723"/>
                    <a:pt x="102" y="17808"/>
                    <a:pt x="111" y="17909"/>
                  </a:cubicBezTo>
                  <a:cubicBezTo>
                    <a:pt x="119" y="18019"/>
                    <a:pt x="128" y="18138"/>
                    <a:pt x="128" y="18290"/>
                  </a:cubicBezTo>
                  <a:lnTo>
                    <a:pt x="127" y="18287"/>
                  </a:lnTo>
                  <a:lnTo>
                    <a:pt x="127" y="18287"/>
                  </a:lnTo>
                  <a:cubicBezTo>
                    <a:pt x="137" y="18364"/>
                    <a:pt x="142" y="18565"/>
                    <a:pt x="170" y="18662"/>
                  </a:cubicBezTo>
                  <a:cubicBezTo>
                    <a:pt x="170" y="18622"/>
                    <a:pt x="172" y="18608"/>
                    <a:pt x="175" y="18608"/>
                  </a:cubicBezTo>
                  <a:cubicBezTo>
                    <a:pt x="184" y="18608"/>
                    <a:pt x="204" y="18738"/>
                    <a:pt x="214" y="18738"/>
                  </a:cubicBezTo>
                  <a:cubicBezTo>
                    <a:pt x="218" y="18738"/>
                    <a:pt x="221" y="18718"/>
                    <a:pt x="221" y="18662"/>
                  </a:cubicBezTo>
                  <a:lnTo>
                    <a:pt x="221" y="18662"/>
                  </a:lnTo>
                  <a:cubicBezTo>
                    <a:pt x="263" y="19000"/>
                    <a:pt x="229" y="19068"/>
                    <a:pt x="212" y="19102"/>
                  </a:cubicBezTo>
                  <a:cubicBezTo>
                    <a:pt x="289" y="19339"/>
                    <a:pt x="297" y="19787"/>
                    <a:pt x="432" y="20295"/>
                  </a:cubicBezTo>
                  <a:cubicBezTo>
                    <a:pt x="404" y="20225"/>
                    <a:pt x="318" y="19823"/>
                    <a:pt x="304" y="19823"/>
                  </a:cubicBezTo>
                  <a:lnTo>
                    <a:pt x="304" y="19823"/>
                  </a:lnTo>
                  <a:cubicBezTo>
                    <a:pt x="301" y="19823"/>
                    <a:pt x="301" y="19840"/>
                    <a:pt x="305" y="19880"/>
                  </a:cubicBezTo>
                  <a:cubicBezTo>
                    <a:pt x="373" y="20100"/>
                    <a:pt x="424" y="20320"/>
                    <a:pt x="500" y="20532"/>
                  </a:cubicBezTo>
                  <a:cubicBezTo>
                    <a:pt x="475" y="20439"/>
                    <a:pt x="449" y="20337"/>
                    <a:pt x="432" y="20236"/>
                  </a:cubicBezTo>
                  <a:lnTo>
                    <a:pt x="432" y="20236"/>
                  </a:lnTo>
                  <a:cubicBezTo>
                    <a:pt x="500" y="20489"/>
                    <a:pt x="542" y="20642"/>
                    <a:pt x="568" y="20785"/>
                  </a:cubicBezTo>
                  <a:cubicBezTo>
                    <a:pt x="593" y="20921"/>
                    <a:pt x="610" y="21031"/>
                    <a:pt x="644" y="21175"/>
                  </a:cubicBezTo>
                  <a:cubicBezTo>
                    <a:pt x="645" y="21182"/>
                    <a:pt x="645" y="21186"/>
                    <a:pt x="644" y="21186"/>
                  </a:cubicBezTo>
                  <a:cubicBezTo>
                    <a:pt x="637" y="21186"/>
                    <a:pt x="588" y="21029"/>
                    <a:pt x="551" y="20904"/>
                  </a:cubicBezTo>
                  <a:lnTo>
                    <a:pt x="551" y="20904"/>
                  </a:lnTo>
                  <a:cubicBezTo>
                    <a:pt x="593" y="21056"/>
                    <a:pt x="669" y="21301"/>
                    <a:pt x="737" y="21496"/>
                  </a:cubicBezTo>
                  <a:cubicBezTo>
                    <a:pt x="796" y="21640"/>
                    <a:pt x="974" y="22147"/>
                    <a:pt x="1084" y="22342"/>
                  </a:cubicBezTo>
                  <a:lnTo>
                    <a:pt x="1109" y="22427"/>
                  </a:lnTo>
                  <a:cubicBezTo>
                    <a:pt x="1106" y="22421"/>
                    <a:pt x="1104" y="22417"/>
                    <a:pt x="1101" y="22413"/>
                  </a:cubicBezTo>
                  <a:lnTo>
                    <a:pt x="1101" y="22413"/>
                  </a:lnTo>
                  <a:cubicBezTo>
                    <a:pt x="1113" y="22440"/>
                    <a:pt x="1121" y="22467"/>
                    <a:pt x="1135" y="22494"/>
                  </a:cubicBezTo>
                  <a:cubicBezTo>
                    <a:pt x="1160" y="22579"/>
                    <a:pt x="1185" y="22663"/>
                    <a:pt x="1219" y="22748"/>
                  </a:cubicBezTo>
                  <a:lnTo>
                    <a:pt x="1194" y="22706"/>
                  </a:lnTo>
                  <a:lnTo>
                    <a:pt x="1244" y="22799"/>
                  </a:lnTo>
                  <a:lnTo>
                    <a:pt x="1346" y="23078"/>
                  </a:lnTo>
                  <a:lnTo>
                    <a:pt x="1405" y="23205"/>
                  </a:lnTo>
                  <a:lnTo>
                    <a:pt x="1380" y="23137"/>
                  </a:lnTo>
                  <a:lnTo>
                    <a:pt x="1380" y="23137"/>
                  </a:lnTo>
                  <a:cubicBezTo>
                    <a:pt x="1420" y="23153"/>
                    <a:pt x="1565" y="23417"/>
                    <a:pt x="1723" y="23753"/>
                  </a:cubicBezTo>
                  <a:lnTo>
                    <a:pt x="1723" y="23753"/>
                  </a:lnTo>
                  <a:cubicBezTo>
                    <a:pt x="1688" y="23671"/>
                    <a:pt x="1625" y="23516"/>
                    <a:pt x="1541" y="23323"/>
                  </a:cubicBezTo>
                  <a:lnTo>
                    <a:pt x="1541" y="23323"/>
                  </a:lnTo>
                  <a:lnTo>
                    <a:pt x="1591" y="23408"/>
                  </a:lnTo>
                  <a:cubicBezTo>
                    <a:pt x="1676" y="23611"/>
                    <a:pt x="1760" y="23814"/>
                    <a:pt x="1854" y="24000"/>
                  </a:cubicBezTo>
                  <a:cubicBezTo>
                    <a:pt x="1904" y="24093"/>
                    <a:pt x="1947" y="24186"/>
                    <a:pt x="1989" y="24279"/>
                  </a:cubicBezTo>
                  <a:cubicBezTo>
                    <a:pt x="2040" y="24372"/>
                    <a:pt x="2090" y="24457"/>
                    <a:pt x="2133" y="24550"/>
                  </a:cubicBezTo>
                  <a:cubicBezTo>
                    <a:pt x="2048" y="24414"/>
                    <a:pt x="1972" y="24279"/>
                    <a:pt x="1904" y="24135"/>
                  </a:cubicBezTo>
                  <a:lnTo>
                    <a:pt x="1904" y="24135"/>
                  </a:lnTo>
                  <a:cubicBezTo>
                    <a:pt x="1997" y="24355"/>
                    <a:pt x="2107" y="24567"/>
                    <a:pt x="2234" y="24770"/>
                  </a:cubicBezTo>
                  <a:cubicBezTo>
                    <a:pt x="2336" y="24922"/>
                    <a:pt x="2420" y="25083"/>
                    <a:pt x="2505" y="25252"/>
                  </a:cubicBezTo>
                  <a:cubicBezTo>
                    <a:pt x="2412" y="25125"/>
                    <a:pt x="2327" y="25007"/>
                    <a:pt x="2260" y="24897"/>
                  </a:cubicBezTo>
                  <a:cubicBezTo>
                    <a:pt x="2192" y="24787"/>
                    <a:pt x="2133" y="24677"/>
                    <a:pt x="2073" y="24575"/>
                  </a:cubicBezTo>
                  <a:cubicBezTo>
                    <a:pt x="1955" y="24364"/>
                    <a:pt x="1845" y="24135"/>
                    <a:pt x="1693" y="23831"/>
                  </a:cubicBezTo>
                  <a:cubicBezTo>
                    <a:pt x="1671" y="23770"/>
                    <a:pt x="1664" y="23746"/>
                    <a:pt x="1668" y="23746"/>
                  </a:cubicBezTo>
                  <a:lnTo>
                    <a:pt x="1668" y="23746"/>
                  </a:lnTo>
                  <a:cubicBezTo>
                    <a:pt x="1674" y="23746"/>
                    <a:pt x="1710" y="23814"/>
                    <a:pt x="1752" y="23898"/>
                  </a:cubicBezTo>
                  <a:cubicBezTo>
                    <a:pt x="1828" y="24042"/>
                    <a:pt x="1921" y="24220"/>
                    <a:pt x="1930" y="24228"/>
                  </a:cubicBezTo>
                  <a:lnTo>
                    <a:pt x="1769" y="23873"/>
                  </a:lnTo>
                  <a:cubicBezTo>
                    <a:pt x="1769" y="23875"/>
                    <a:pt x="1768" y="23876"/>
                    <a:pt x="1767" y="23876"/>
                  </a:cubicBezTo>
                  <a:cubicBezTo>
                    <a:pt x="1740" y="23876"/>
                    <a:pt x="1511" y="23364"/>
                    <a:pt x="1481" y="23364"/>
                  </a:cubicBezTo>
                  <a:lnTo>
                    <a:pt x="1481" y="23364"/>
                  </a:lnTo>
                  <a:cubicBezTo>
                    <a:pt x="1476" y="23364"/>
                    <a:pt x="1476" y="23375"/>
                    <a:pt x="1481" y="23399"/>
                  </a:cubicBezTo>
                  <a:cubicBezTo>
                    <a:pt x="1794" y="24144"/>
                    <a:pt x="2175" y="24863"/>
                    <a:pt x="2615" y="25540"/>
                  </a:cubicBezTo>
                  <a:cubicBezTo>
                    <a:pt x="2412" y="25387"/>
                    <a:pt x="2234" y="25218"/>
                    <a:pt x="2040" y="25057"/>
                  </a:cubicBezTo>
                  <a:cubicBezTo>
                    <a:pt x="2040" y="25057"/>
                    <a:pt x="2031" y="25049"/>
                    <a:pt x="2006" y="25024"/>
                  </a:cubicBezTo>
                  <a:lnTo>
                    <a:pt x="2006" y="25024"/>
                  </a:lnTo>
                  <a:cubicBezTo>
                    <a:pt x="2202" y="25354"/>
                    <a:pt x="2267" y="25411"/>
                    <a:pt x="2296" y="25411"/>
                  </a:cubicBezTo>
                  <a:cubicBezTo>
                    <a:pt x="2312" y="25411"/>
                    <a:pt x="2318" y="25395"/>
                    <a:pt x="2328" y="25395"/>
                  </a:cubicBezTo>
                  <a:cubicBezTo>
                    <a:pt x="2335" y="25395"/>
                    <a:pt x="2345" y="25403"/>
                    <a:pt x="2361" y="25430"/>
                  </a:cubicBezTo>
                  <a:cubicBezTo>
                    <a:pt x="2446" y="25565"/>
                    <a:pt x="2539" y="25666"/>
                    <a:pt x="2606" y="25793"/>
                  </a:cubicBezTo>
                  <a:lnTo>
                    <a:pt x="2547" y="25734"/>
                  </a:lnTo>
                  <a:lnTo>
                    <a:pt x="2547" y="25734"/>
                  </a:lnTo>
                  <a:cubicBezTo>
                    <a:pt x="2809" y="26106"/>
                    <a:pt x="2649" y="25836"/>
                    <a:pt x="2886" y="26174"/>
                  </a:cubicBezTo>
                  <a:cubicBezTo>
                    <a:pt x="2929" y="26228"/>
                    <a:pt x="2946" y="26248"/>
                    <a:pt x="2948" y="26248"/>
                  </a:cubicBezTo>
                  <a:cubicBezTo>
                    <a:pt x="2952" y="26248"/>
                    <a:pt x="2816" y="26065"/>
                    <a:pt x="2827" y="26065"/>
                  </a:cubicBezTo>
                  <a:lnTo>
                    <a:pt x="2827" y="26065"/>
                  </a:lnTo>
                  <a:cubicBezTo>
                    <a:pt x="2829" y="26065"/>
                    <a:pt x="2839" y="26074"/>
                    <a:pt x="2860" y="26098"/>
                  </a:cubicBezTo>
                  <a:cubicBezTo>
                    <a:pt x="3106" y="26453"/>
                    <a:pt x="3055" y="26284"/>
                    <a:pt x="3444" y="26825"/>
                  </a:cubicBezTo>
                  <a:cubicBezTo>
                    <a:pt x="3443" y="26825"/>
                    <a:pt x="3442" y="26825"/>
                    <a:pt x="3441" y="26825"/>
                  </a:cubicBezTo>
                  <a:cubicBezTo>
                    <a:pt x="3435" y="26825"/>
                    <a:pt x="3433" y="26832"/>
                    <a:pt x="3426" y="26832"/>
                  </a:cubicBezTo>
                  <a:cubicBezTo>
                    <a:pt x="3412" y="26832"/>
                    <a:pt x="3373" y="26800"/>
                    <a:pt x="3216" y="26605"/>
                  </a:cubicBezTo>
                  <a:lnTo>
                    <a:pt x="3216" y="26605"/>
                  </a:lnTo>
                  <a:lnTo>
                    <a:pt x="3435" y="26918"/>
                  </a:lnTo>
                  <a:cubicBezTo>
                    <a:pt x="3148" y="26563"/>
                    <a:pt x="3317" y="26783"/>
                    <a:pt x="3029" y="26411"/>
                  </a:cubicBezTo>
                  <a:cubicBezTo>
                    <a:pt x="2899" y="26273"/>
                    <a:pt x="2894" y="26302"/>
                    <a:pt x="2793" y="26201"/>
                  </a:cubicBezTo>
                  <a:lnTo>
                    <a:pt x="2793" y="26201"/>
                  </a:lnTo>
                  <a:cubicBezTo>
                    <a:pt x="2873" y="26286"/>
                    <a:pt x="2947" y="26382"/>
                    <a:pt x="3021" y="26479"/>
                  </a:cubicBezTo>
                  <a:cubicBezTo>
                    <a:pt x="3075" y="26556"/>
                    <a:pt x="3091" y="26583"/>
                    <a:pt x="3088" y="26583"/>
                  </a:cubicBezTo>
                  <a:cubicBezTo>
                    <a:pt x="3085" y="26583"/>
                    <a:pt x="3074" y="26570"/>
                    <a:pt x="3058" y="26553"/>
                  </a:cubicBezTo>
                  <a:lnTo>
                    <a:pt x="3058" y="26553"/>
                  </a:lnTo>
                  <a:cubicBezTo>
                    <a:pt x="3112" y="26621"/>
                    <a:pt x="3164" y="26694"/>
                    <a:pt x="3216" y="26766"/>
                  </a:cubicBezTo>
                  <a:cubicBezTo>
                    <a:pt x="3283" y="26876"/>
                    <a:pt x="3368" y="26986"/>
                    <a:pt x="3461" y="27079"/>
                  </a:cubicBezTo>
                  <a:cubicBezTo>
                    <a:pt x="3452" y="27003"/>
                    <a:pt x="3486" y="27062"/>
                    <a:pt x="3342" y="26834"/>
                  </a:cubicBezTo>
                  <a:lnTo>
                    <a:pt x="3342" y="26834"/>
                  </a:lnTo>
                  <a:cubicBezTo>
                    <a:pt x="3427" y="26935"/>
                    <a:pt x="3520" y="27054"/>
                    <a:pt x="3588" y="27147"/>
                  </a:cubicBezTo>
                  <a:cubicBezTo>
                    <a:pt x="3655" y="27240"/>
                    <a:pt x="3698" y="27316"/>
                    <a:pt x="3681" y="27316"/>
                  </a:cubicBezTo>
                  <a:lnTo>
                    <a:pt x="3732" y="27333"/>
                  </a:lnTo>
                  <a:cubicBezTo>
                    <a:pt x="3748" y="27358"/>
                    <a:pt x="3791" y="27418"/>
                    <a:pt x="3833" y="27468"/>
                  </a:cubicBezTo>
                  <a:cubicBezTo>
                    <a:pt x="3867" y="27494"/>
                    <a:pt x="3892" y="27528"/>
                    <a:pt x="3918" y="27561"/>
                  </a:cubicBezTo>
                  <a:lnTo>
                    <a:pt x="3985" y="27621"/>
                  </a:lnTo>
                  <a:cubicBezTo>
                    <a:pt x="3850" y="27434"/>
                    <a:pt x="3706" y="27257"/>
                    <a:pt x="3554" y="27079"/>
                  </a:cubicBezTo>
                  <a:lnTo>
                    <a:pt x="3554" y="27079"/>
                  </a:lnTo>
                  <a:cubicBezTo>
                    <a:pt x="3571" y="27094"/>
                    <a:pt x="3580" y="27100"/>
                    <a:pt x="3585" y="27100"/>
                  </a:cubicBezTo>
                  <a:cubicBezTo>
                    <a:pt x="3597" y="27100"/>
                    <a:pt x="3582" y="27064"/>
                    <a:pt x="3594" y="27064"/>
                  </a:cubicBezTo>
                  <a:lnTo>
                    <a:pt x="3594" y="27064"/>
                  </a:lnTo>
                  <a:cubicBezTo>
                    <a:pt x="3607" y="27064"/>
                    <a:pt x="3646" y="27099"/>
                    <a:pt x="3765" y="27240"/>
                  </a:cubicBezTo>
                  <a:cubicBezTo>
                    <a:pt x="3811" y="27296"/>
                    <a:pt x="3822" y="27312"/>
                    <a:pt x="3817" y="27312"/>
                  </a:cubicBezTo>
                  <a:cubicBezTo>
                    <a:pt x="3810" y="27312"/>
                    <a:pt x="3775" y="27280"/>
                    <a:pt x="3767" y="27280"/>
                  </a:cubicBezTo>
                  <a:cubicBezTo>
                    <a:pt x="3766" y="27280"/>
                    <a:pt x="3765" y="27281"/>
                    <a:pt x="3765" y="27282"/>
                  </a:cubicBezTo>
                  <a:cubicBezTo>
                    <a:pt x="3918" y="27468"/>
                    <a:pt x="4053" y="27595"/>
                    <a:pt x="4146" y="27714"/>
                  </a:cubicBezTo>
                  <a:lnTo>
                    <a:pt x="4281" y="27866"/>
                  </a:lnTo>
                  <a:lnTo>
                    <a:pt x="4400" y="28001"/>
                  </a:lnTo>
                  <a:cubicBezTo>
                    <a:pt x="4500" y="28121"/>
                    <a:pt x="4606" y="28238"/>
                    <a:pt x="4718" y="28351"/>
                  </a:cubicBezTo>
                  <a:lnTo>
                    <a:pt x="4718" y="28351"/>
                  </a:lnTo>
                  <a:cubicBezTo>
                    <a:pt x="4689" y="28323"/>
                    <a:pt x="4659" y="28294"/>
                    <a:pt x="4628" y="28263"/>
                  </a:cubicBezTo>
                  <a:cubicBezTo>
                    <a:pt x="4493" y="28128"/>
                    <a:pt x="4341" y="27984"/>
                    <a:pt x="4205" y="27857"/>
                  </a:cubicBezTo>
                  <a:lnTo>
                    <a:pt x="4205" y="27857"/>
                  </a:lnTo>
                  <a:cubicBezTo>
                    <a:pt x="4366" y="28027"/>
                    <a:pt x="4527" y="28196"/>
                    <a:pt x="4704" y="28348"/>
                  </a:cubicBezTo>
                  <a:cubicBezTo>
                    <a:pt x="4630" y="28291"/>
                    <a:pt x="4586" y="28257"/>
                    <a:pt x="4578" y="28257"/>
                  </a:cubicBezTo>
                  <a:lnTo>
                    <a:pt x="4578" y="28257"/>
                  </a:lnTo>
                  <a:cubicBezTo>
                    <a:pt x="4569" y="28257"/>
                    <a:pt x="4601" y="28295"/>
                    <a:pt x="4679" y="28382"/>
                  </a:cubicBezTo>
                  <a:lnTo>
                    <a:pt x="4764" y="28433"/>
                  </a:lnTo>
                  <a:cubicBezTo>
                    <a:pt x="4865" y="28526"/>
                    <a:pt x="5043" y="28686"/>
                    <a:pt x="5051" y="28712"/>
                  </a:cubicBezTo>
                  <a:cubicBezTo>
                    <a:pt x="5060" y="28712"/>
                    <a:pt x="5017" y="28661"/>
                    <a:pt x="4933" y="28576"/>
                  </a:cubicBezTo>
                  <a:lnTo>
                    <a:pt x="4933" y="28576"/>
                  </a:lnTo>
                  <a:cubicBezTo>
                    <a:pt x="5195" y="28796"/>
                    <a:pt x="5703" y="29202"/>
                    <a:pt x="6185" y="29575"/>
                  </a:cubicBezTo>
                  <a:cubicBezTo>
                    <a:pt x="6184" y="29575"/>
                    <a:pt x="6184" y="29575"/>
                    <a:pt x="6183" y="29575"/>
                  </a:cubicBezTo>
                  <a:cubicBezTo>
                    <a:pt x="6124" y="29575"/>
                    <a:pt x="5735" y="29264"/>
                    <a:pt x="5719" y="29264"/>
                  </a:cubicBezTo>
                  <a:lnTo>
                    <a:pt x="5719" y="29264"/>
                  </a:lnTo>
                  <a:cubicBezTo>
                    <a:pt x="5714" y="29264"/>
                    <a:pt x="5740" y="29289"/>
                    <a:pt x="5813" y="29355"/>
                  </a:cubicBezTo>
                  <a:cubicBezTo>
                    <a:pt x="5914" y="29431"/>
                    <a:pt x="6007" y="29499"/>
                    <a:pt x="6126" y="29566"/>
                  </a:cubicBezTo>
                  <a:cubicBezTo>
                    <a:pt x="6278" y="29659"/>
                    <a:pt x="6413" y="29752"/>
                    <a:pt x="6549" y="29862"/>
                  </a:cubicBezTo>
                  <a:cubicBezTo>
                    <a:pt x="6524" y="29849"/>
                    <a:pt x="6511" y="29843"/>
                    <a:pt x="6506" y="29843"/>
                  </a:cubicBezTo>
                  <a:lnTo>
                    <a:pt x="6506" y="29843"/>
                  </a:lnTo>
                  <a:cubicBezTo>
                    <a:pt x="6497" y="29843"/>
                    <a:pt x="6525" y="29868"/>
                    <a:pt x="6565" y="29896"/>
                  </a:cubicBezTo>
                  <a:cubicBezTo>
                    <a:pt x="6608" y="29930"/>
                    <a:pt x="6650" y="29964"/>
                    <a:pt x="6692" y="29998"/>
                  </a:cubicBezTo>
                  <a:cubicBezTo>
                    <a:pt x="6870" y="30091"/>
                    <a:pt x="7039" y="30201"/>
                    <a:pt x="7225" y="30285"/>
                  </a:cubicBezTo>
                  <a:lnTo>
                    <a:pt x="7614" y="30514"/>
                  </a:lnTo>
                  <a:cubicBezTo>
                    <a:pt x="7750" y="30590"/>
                    <a:pt x="7885" y="30657"/>
                    <a:pt x="8004" y="30708"/>
                  </a:cubicBezTo>
                  <a:cubicBezTo>
                    <a:pt x="7927" y="30674"/>
                    <a:pt x="7826" y="30615"/>
                    <a:pt x="7699" y="30548"/>
                  </a:cubicBezTo>
                  <a:lnTo>
                    <a:pt x="7699" y="30548"/>
                  </a:lnTo>
                  <a:cubicBezTo>
                    <a:pt x="8080" y="30700"/>
                    <a:pt x="8359" y="30911"/>
                    <a:pt x="8841" y="31106"/>
                  </a:cubicBezTo>
                  <a:lnTo>
                    <a:pt x="8613" y="31021"/>
                  </a:lnTo>
                  <a:lnTo>
                    <a:pt x="8613" y="31021"/>
                  </a:lnTo>
                  <a:cubicBezTo>
                    <a:pt x="8790" y="31097"/>
                    <a:pt x="8951" y="31174"/>
                    <a:pt x="9103" y="31233"/>
                  </a:cubicBezTo>
                  <a:cubicBezTo>
                    <a:pt x="9256" y="31283"/>
                    <a:pt x="9408" y="31343"/>
                    <a:pt x="9552" y="31393"/>
                  </a:cubicBezTo>
                  <a:lnTo>
                    <a:pt x="9535" y="31419"/>
                  </a:lnTo>
                  <a:cubicBezTo>
                    <a:pt x="9537" y="31417"/>
                    <a:pt x="9542" y="31417"/>
                    <a:pt x="9547" y="31417"/>
                  </a:cubicBezTo>
                  <a:cubicBezTo>
                    <a:pt x="9651" y="31417"/>
                    <a:pt x="10227" y="31624"/>
                    <a:pt x="10364" y="31656"/>
                  </a:cubicBezTo>
                  <a:lnTo>
                    <a:pt x="10068" y="31554"/>
                  </a:lnTo>
                  <a:lnTo>
                    <a:pt x="9848" y="31478"/>
                  </a:lnTo>
                  <a:cubicBezTo>
                    <a:pt x="9721" y="31427"/>
                    <a:pt x="9628" y="31393"/>
                    <a:pt x="9535" y="31351"/>
                  </a:cubicBezTo>
                  <a:cubicBezTo>
                    <a:pt x="9349" y="31267"/>
                    <a:pt x="9162" y="31199"/>
                    <a:pt x="8740" y="31021"/>
                  </a:cubicBezTo>
                  <a:lnTo>
                    <a:pt x="8740" y="31021"/>
                  </a:lnTo>
                  <a:cubicBezTo>
                    <a:pt x="9069" y="31123"/>
                    <a:pt x="9306" y="31207"/>
                    <a:pt x="9670" y="31317"/>
                  </a:cubicBezTo>
                  <a:cubicBezTo>
                    <a:pt x="9738" y="31334"/>
                    <a:pt x="9797" y="31368"/>
                    <a:pt x="9856" y="31402"/>
                  </a:cubicBezTo>
                  <a:cubicBezTo>
                    <a:pt x="9983" y="31427"/>
                    <a:pt x="10110" y="31453"/>
                    <a:pt x="10228" y="31487"/>
                  </a:cubicBezTo>
                  <a:lnTo>
                    <a:pt x="10288" y="31520"/>
                  </a:lnTo>
                  <a:cubicBezTo>
                    <a:pt x="10474" y="31596"/>
                    <a:pt x="10668" y="31647"/>
                    <a:pt x="10863" y="31681"/>
                  </a:cubicBezTo>
                  <a:cubicBezTo>
                    <a:pt x="11049" y="31715"/>
                    <a:pt x="11235" y="31766"/>
                    <a:pt x="11421" y="31816"/>
                  </a:cubicBezTo>
                  <a:cubicBezTo>
                    <a:pt x="11443" y="31829"/>
                    <a:pt x="11438" y="31834"/>
                    <a:pt x="11415" y="31834"/>
                  </a:cubicBezTo>
                  <a:cubicBezTo>
                    <a:pt x="11374" y="31834"/>
                    <a:pt x="11277" y="31818"/>
                    <a:pt x="11159" y="31791"/>
                  </a:cubicBezTo>
                  <a:cubicBezTo>
                    <a:pt x="10973" y="31740"/>
                    <a:pt x="10727" y="31673"/>
                    <a:pt x="10550" y="31630"/>
                  </a:cubicBezTo>
                  <a:lnTo>
                    <a:pt x="10550" y="31630"/>
                  </a:lnTo>
                  <a:cubicBezTo>
                    <a:pt x="10594" y="31651"/>
                    <a:pt x="10605" y="31659"/>
                    <a:pt x="10596" y="31659"/>
                  </a:cubicBezTo>
                  <a:cubicBezTo>
                    <a:pt x="10561" y="31659"/>
                    <a:pt x="10266" y="31560"/>
                    <a:pt x="10218" y="31560"/>
                  </a:cubicBezTo>
                  <a:cubicBezTo>
                    <a:pt x="10201" y="31560"/>
                    <a:pt x="10214" y="31572"/>
                    <a:pt x="10279" y="31605"/>
                  </a:cubicBezTo>
                  <a:lnTo>
                    <a:pt x="10457" y="31639"/>
                  </a:lnTo>
                  <a:cubicBezTo>
                    <a:pt x="10567" y="31676"/>
                    <a:pt x="10596" y="31696"/>
                    <a:pt x="10577" y="31696"/>
                  </a:cubicBezTo>
                  <a:cubicBezTo>
                    <a:pt x="10566" y="31696"/>
                    <a:pt x="10537" y="31689"/>
                    <a:pt x="10499" y="31673"/>
                  </a:cubicBezTo>
                  <a:lnTo>
                    <a:pt x="10499" y="31673"/>
                  </a:lnTo>
                  <a:cubicBezTo>
                    <a:pt x="10584" y="31715"/>
                    <a:pt x="10677" y="31732"/>
                    <a:pt x="10770" y="31749"/>
                  </a:cubicBezTo>
                  <a:cubicBezTo>
                    <a:pt x="11227" y="31884"/>
                    <a:pt x="11201" y="31884"/>
                    <a:pt x="11176" y="31893"/>
                  </a:cubicBezTo>
                  <a:cubicBezTo>
                    <a:pt x="11142" y="31893"/>
                    <a:pt x="11108" y="31901"/>
                    <a:pt x="11556" y="32036"/>
                  </a:cubicBezTo>
                  <a:cubicBezTo>
                    <a:pt x="11473" y="32022"/>
                    <a:pt x="11287" y="31969"/>
                    <a:pt x="11247" y="31969"/>
                  </a:cubicBezTo>
                  <a:cubicBezTo>
                    <a:pt x="11238" y="31969"/>
                    <a:pt x="11236" y="31971"/>
                    <a:pt x="11243" y="31977"/>
                  </a:cubicBezTo>
                  <a:cubicBezTo>
                    <a:pt x="11083" y="31935"/>
                    <a:pt x="10922" y="31884"/>
                    <a:pt x="10761" y="31825"/>
                  </a:cubicBezTo>
                  <a:lnTo>
                    <a:pt x="10744" y="31850"/>
                  </a:lnTo>
                  <a:cubicBezTo>
                    <a:pt x="11159" y="31994"/>
                    <a:pt x="11590" y="32079"/>
                    <a:pt x="12022" y="32129"/>
                  </a:cubicBezTo>
                  <a:cubicBezTo>
                    <a:pt x="11463" y="32011"/>
                    <a:pt x="11971" y="32087"/>
                    <a:pt x="11683" y="31994"/>
                  </a:cubicBezTo>
                  <a:lnTo>
                    <a:pt x="11683" y="31994"/>
                  </a:lnTo>
                  <a:cubicBezTo>
                    <a:pt x="11776" y="32011"/>
                    <a:pt x="11861" y="32036"/>
                    <a:pt x="11954" y="32070"/>
                  </a:cubicBezTo>
                  <a:cubicBezTo>
                    <a:pt x="11990" y="32070"/>
                    <a:pt x="12193" y="32118"/>
                    <a:pt x="12236" y="32118"/>
                  </a:cubicBezTo>
                  <a:cubicBezTo>
                    <a:pt x="12244" y="32118"/>
                    <a:pt x="12246" y="32117"/>
                    <a:pt x="12243" y="32114"/>
                  </a:cubicBezTo>
                  <a:lnTo>
                    <a:pt x="12243" y="32114"/>
                  </a:lnTo>
                  <a:cubicBezTo>
                    <a:pt x="12306" y="32165"/>
                    <a:pt x="12633" y="32257"/>
                    <a:pt x="12918" y="32332"/>
                  </a:cubicBezTo>
                  <a:cubicBezTo>
                    <a:pt x="13198" y="32417"/>
                    <a:pt x="13426" y="32476"/>
                    <a:pt x="13282" y="32485"/>
                  </a:cubicBezTo>
                  <a:cubicBezTo>
                    <a:pt x="13629" y="32578"/>
                    <a:pt x="14712" y="32738"/>
                    <a:pt x="15473" y="32848"/>
                  </a:cubicBezTo>
                  <a:lnTo>
                    <a:pt x="15262" y="32832"/>
                  </a:lnTo>
                  <a:lnTo>
                    <a:pt x="15262" y="32832"/>
                  </a:lnTo>
                  <a:cubicBezTo>
                    <a:pt x="15629" y="32919"/>
                    <a:pt x="15806" y="32937"/>
                    <a:pt x="15939" y="32937"/>
                  </a:cubicBezTo>
                  <a:cubicBezTo>
                    <a:pt x="16033" y="32937"/>
                    <a:pt x="16106" y="32928"/>
                    <a:pt x="16208" y="32928"/>
                  </a:cubicBezTo>
                  <a:cubicBezTo>
                    <a:pt x="16268" y="32928"/>
                    <a:pt x="16338" y="32932"/>
                    <a:pt x="16429" y="32942"/>
                  </a:cubicBezTo>
                  <a:cubicBezTo>
                    <a:pt x="16376" y="32937"/>
                    <a:pt x="16343" y="32935"/>
                    <a:pt x="16326" y="32935"/>
                  </a:cubicBezTo>
                  <a:cubicBezTo>
                    <a:pt x="16211" y="32935"/>
                    <a:pt x="16805" y="33023"/>
                    <a:pt x="16945" y="33060"/>
                  </a:cubicBezTo>
                  <a:cubicBezTo>
                    <a:pt x="17317" y="33085"/>
                    <a:pt x="17622" y="33085"/>
                    <a:pt x="18129" y="33145"/>
                  </a:cubicBezTo>
                  <a:cubicBezTo>
                    <a:pt x="18265" y="33221"/>
                    <a:pt x="18417" y="33263"/>
                    <a:pt x="18569" y="33271"/>
                  </a:cubicBezTo>
                  <a:lnTo>
                    <a:pt x="18798" y="33271"/>
                  </a:lnTo>
                  <a:cubicBezTo>
                    <a:pt x="19128" y="33305"/>
                    <a:pt x="19559" y="33331"/>
                    <a:pt x="19771" y="33373"/>
                  </a:cubicBezTo>
                  <a:lnTo>
                    <a:pt x="19728" y="33373"/>
                  </a:lnTo>
                  <a:cubicBezTo>
                    <a:pt x="19850" y="33390"/>
                    <a:pt x="19932" y="33396"/>
                    <a:pt x="19978" y="33396"/>
                  </a:cubicBezTo>
                  <a:cubicBezTo>
                    <a:pt x="20070" y="33396"/>
                    <a:pt x="20016" y="33370"/>
                    <a:pt x="19830" y="33348"/>
                  </a:cubicBezTo>
                  <a:lnTo>
                    <a:pt x="19830" y="33348"/>
                  </a:lnTo>
                  <a:cubicBezTo>
                    <a:pt x="19948" y="33356"/>
                    <a:pt x="20058" y="33364"/>
                    <a:pt x="20177" y="33364"/>
                  </a:cubicBezTo>
                  <a:lnTo>
                    <a:pt x="20194" y="33373"/>
                  </a:lnTo>
                  <a:cubicBezTo>
                    <a:pt x="20422" y="33381"/>
                    <a:pt x="20650" y="33381"/>
                    <a:pt x="20904" y="33390"/>
                  </a:cubicBezTo>
                  <a:cubicBezTo>
                    <a:pt x="21166" y="33398"/>
                    <a:pt x="21454" y="33407"/>
                    <a:pt x="21826" y="33424"/>
                  </a:cubicBezTo>
                  <a:cubicBezTo>
                    <a:pt x="21670" y="33437"/>
                    <a:pt x="22127" y="33484"/>
                    <a:pt x="21963" y="33484"/>
                  </a:cubicBezTo>
                  <a:cubicBezTo>
                    <a:pt x="21923" y="33484"/>
                    <a:pt x="21847" y="33481"/>
                    <a:pt x="21716" y="33474"/>
                  </a:cubicBezTo>
                  <a:cubicBezTo>
                    <a:pt x="21911" y="33474"/>
                    <a:pt x="21615" y="33441"/>
                    <a:pt x="21581" y="33432"/>
                  </a:cubicBezTo>
                  <a:cubicBezTo>
                    <a:pt x="21336" y="33415"/>
                    <a:pt x="21116" y="33415"/>
                    <a:pt x="21014" y="33415"/>
                  </a:cubicBezTo>
                  <a:cubicBezTo>
                    <a:pt x="21090" y="33432"/>
                    <a:pt x="21014" y="33466"/>
                    <a:pt x="20887" y="33483"/>
                  </a:cubicBezTo>
                  <a:cubicBezTo>
                    <a:pt x="20919" y="33481"/>
                    <a:pt x="20955" y="33480"/>
                    <a:pt x="20994" y="33480"/>
                  </a:cubicBezTo>
                  <a:cubicBezTo>
                    <a:pt x="21102" y="33480"/>
                    <a:pt x="21235" y="33487"/>
                    <a:pt x="21378" y="33500"/>
                  </a:cubicBezTo>
                  <a:lnTo>
                    <a:pt x="21987" y="33525"/>
                  </a:lnTo>
                  <a:cubicBezTo>
                    <a:pt x="22221" y="33535"/>
                    <a:pt x="22442" y="33545"/>
                    <a:pt x="22597" y="33545"/>
                  </a:cubicBezTo>
                  <a:cubicBezTo>
                    <a:pt x="22711" y="33545"/>
                    <a:pt x="22791" y="33540"/>
                    <a:pt x="22816" y="33525"/>
                  </a:cubicBezTo>
                  <a:cubicBezTo>
                    <a:pt x="23112" y="33542"/>
                    <a:pt x="23450" y="33551"/>
                    <a:pt x="23797" y="33559"/>
                  </a:cubicBezTo>
                  <a:lnTo>
                    <a:pt x="24842" y="33593"/>
                  </a:lnTo>
                  <a:lnTo>
                    <a:pt x="24842" y="33593"/>
                  </a:lnTo>
                  <a:cubicBezTo>
                    <a:pt x="24815" y="33591"/>
                    <a:pt x="24763" y="33576"/>
                    <a:pt x="24779" y="33576"/>
                  </a:cubicBezTo>
                  <a:lnTo>
                    <a:pt x="24779" y="33576"/>
                  </a:lnTo>
                  <a:lnTo>
                    <a:pt x="25354" y="33618"/>
                  </a:lnTo>
                  <a:lnTo>
                    <a:pt x="25227" y="33618"/>
                  </a:lnTo>
                  <a:lnTo>
                    <a:pt x="25608" y="33652"/>
                  </a:lnTo>
                  <a:cubicBezTo>
                    <a:pt x="25641" y="33661"/>
                    <a:pt x="25498" y="33669"/>
                    <a:pt x="25337" y="33669"/>
                  </a:cubicBezTo>
                  <a:cubicBezTo>
                    <a:pt x="25320" y="33671"/>
                    <a:pt x="25303" y="33671"/>
                    <a:pt x="25287" y="33671"/>
                  </a:cubicBezTo>
                  <a:cubicBezTo>
                    <a:pt x="25239" y="33671"/>
                    <a:pt x="25203" y="33665"/>
                    <a:pt x="25223" y="33662"/>
                  </a:cubicBezTo>
                  <a:lnTo>
                    <a:pt x="25223" y="33662"/>
                  </a:lnTo>
                  <a:cubicBezTo>
                    <a:pt x="24885" y="33677"/>
                    <a:pt x="25592" y="33678"/>
                    <a:pt x="25328" y="33703"/>
                  </a:cubicBezTo>
                  <a:cubicBezTo>
                    <a:pt x="25227" y="33694"/>
                    <a:pt x="25100" y="33694"/>
                    <a:pt x="25024" y="33694"/>
                  </a:cubicBezTo>
                  <a:cubicBezTo>
                    <a:pt x="25149" y="33701"/>
                    <a:pt x="25256" y="33703"/>
                    <a:pt x="25352" y="33703"/>
                  </a:cubicBezTo>
                  <a:cubicBezTo>
                    <a:pt x="25477" y="33703"/>
                    <a:pt x="25583" y="33700"/>
                    <a:pt x="25683" y="33700"/>
                  </a:cubicBezTo>
                  <a:cubicBezTo>
                    <a:pt x="25791" y="33700"/>
                    <a:pt x="25893" y="33704"/>
                    <a:pt x="26005" y="33720"/>
                  </a:cubicBezTo>
                  <a:cubicBezTo>
                    <a:pt x="26271" y="33695"/>
                    <a:pt x="26542" y="33679"/>
                    <a:pt x="26814" y="33679"/>
                  </a:cubicBezTo>
                  <a:cubicBezTo>
                    <a:pt x="26914" y="33679"/>
                    <a:pt x="27014" y="33681"/>
                    <a:pt x="27113" y="33686"/>
                  </a:cubicBezTo>
                  <a:cubicBezTo>
                    <a:pt x="27068" y="33693"/>
                    <a:pt x="27080" y="33695"/>
                    <a:pt x="27118" y="33695"/>
                  </a:cubicBezTo>
                  <a:cubicBezTo>
                    <a:pt x="27167" y="33695"/>
                    <a:pt x="27260" y="33691"/>
                    <a:pt x="27327" y="33691"/>
                  </a:cubicBezTo>
                  <a:cubicBezTo>
                    <a:pt x="27398" y="33691"/>
                    <a:pt x="27439" y="33695"/>
                    <a:pt x="27359" y="33711"/>
                  </a:cubicBezTo>
                  <a:cubicBezTo>
                    <a:pt x="27519" y="33686"/>
                    <a:pt x="27909" y="33703"/>
                    <a:pt x="27968" y="33686"/>
                  </a:cubicBezTo>
                  <a:lnTo>
                    <a:pt x="27968" y="33686"/>
                  </a:lnTo>
                  <a:cubicBezTo>
                    <a:pt x="27904" y="33690"/>
                    <a:pt x="27843" y="33692"/>
                    <a:pt x="27782" y="33692"/>
                  </a:cubicBezTo>
                  <a:cubicBezTo>
                    <a:pt x="27720" y="33692"/>
                    <a:pt x="27659" y="33690"/>
                    <a:pt x="27596" y="33686"/>
                  </a:cubicBezTo>
                  <a:cubicBezTo>
                    <a:pt x="27731" y="33669"/>
                    <a:pt x="27866" y="33661"/>
                    <a:pt x="28002" y="33661"/>
                  </a:cubicBezTo>
                  <a:lnTo>
                    <a:pt x="28018" y="33661"/>
                  </a:lnTo>
                  <a:cubicBezTo>
                    <a:pt x="28298" y="33644"/>
                    <a:pt x="28112" y="33593"/>
                    <a:pt x="28602" y="33584"/>
                  </a:cubicBezTo>
                  <a:cubicBezTo>
                    <a:pt x="28844" y="33572"/>
                    <a:pt x="28988" y="33566"/>
                    <a:pt x="29063" y="33566"/>
                  </a:cubicBezTo>
                  <a:cubicBezTo>
                    <a:pt x="29384" y="33566"/>
                    <a:pt x="28451" y="33662"/>
                    <a:pt x="28602" y="33669"/>
                  </a:cubicBezTo>
                  <a:cubicBezTo>
                    <a:pt x="28840" y="33641"/>
                    <a:pt x="29079" y="33625"/>
                    <a:pt x="29317" y="33625"/>
                  </a:cubicBezTo>
                  <a:cubicBezTo>
                    <a:pt x="29366" y="33625"/>
                    <a:pt x="29415" y="33625"/>
                    <a:pt x="29464" y="33627"/>
                  </a:cubicBezTo>
                  <a:lnTo>
                    <a:pt x="29464" y="33627"/>
                  </a:lnTo>
                  <a:cubicBezTo>
                    <a:pt x="29599" y="33610"/>
                    <a:pt x="29738" y="33610"/>
                    <a:pt x="29871" y="33610"/>
                  </a:cubicBezTo>
                  <a:cubicBezTo>
                    <a:pt x="29947" y="33584"/>
                    <a:pt x="30099" y="33551"/>
                    <a:pt x="30184" y="33525"/>
                  </a:cubicBezTo>
                  <a:lnTo>
                    <a:pt x="30768" y="33483"/>
                  </a:lnTo>
                  <a:lnTo>
                    <a:pt x="30649" y="33508"/>
                  </a:lnTo>
                  <a:cubicBezTo>
                    <a:pt x="30776" y="33491"/>
                    <a:pt x="30895" y="33483"/>
                    <a:pt x="31005" y="33474"/>
                  </a:cubicBezTo>
                  <a:lnTo>
                    <a:pt x="31005" y="33474"/>
                  </a:lnTo>
                  <a:cubicBezTo>
                    <a:pt x="31055" y="33491"/>
                    <a:pt x="30886" y="33500"/>
                    <a:pt x="30717" y="33517"/>
                  </a:cubicBezTo>
                  <a:cubicBezTo>
                    <a:pt x="30745" y="33519"/>
                    <a:pt x="30773" y="33520"/>
                    <a:pt x="30801" y="33520"/>
                  </a:cubicBezTo>
                  <a:cubicBezTo>
                    <a:pt x="30886" y="33520"/>
                    <a:pt x="30973" y="33510"/>
                    <a:pt x="31055" y="33491"/>
                  </a:cubicBezTo>
                  <a:lnTo>
                    <a:pt x="30988" y="33491"/>
                  </a:lnTo>
                  <a:cubicBezTo>
                    <a:pt x="31116" y="33477"/>
                    <a:pt x="31517" y="33427"/>
                    <a:pt x="31378" y="33427"/>
                  </a:cubicBezTo>
                  <a:cubicBezTo>
                    <a:pt x="31352" y="33427"/>
                    <a:pt x="31308" y="33428"/>
                    <a:pt x="31242" y="33432"/>
                  </a:cubicBezTo>
                  <a:cubicBezTo>
                    <a:pt x="31563" y="33390"/>
                    <a:pt x="31673" y="33415"/>
                    <a:pt x="31884" y="33390"/>
                  </a:cubicBezTo>
                  <a:lnTo>
                    <a:pt x="31884" y="33390"/>
                  </a:lnTo>
                  <a:cubicBezTo>
                    <a:pt x="31910" y="33407"/>
                    <a:pt x="31707" y="33432"/>
                    <a:pt x="31825" y="33432"/>
                  </a:cubicBezTo>
                  <a:cubicBezTo>
                    <a:pt x="32037" y="33415"/>
                    <a:pt x="32172" y="33407"/>
                    <a:pt x="32350" y="33390"/>
                  </a:cubicBezTo>
                  <a:lnTo>
                    <a:pt x="32350" y="33390"/>
                  </a:lnTo>
                  <a:cubicBezTo>
                    <a:pt x="32330" y="33391"/>
                    <a:pt x="32316" y="33391"/>
                    <a:pt x="32306" y="33391"/>
                  </a:cubicBezTo>
                  <a:cubicBezTo>
                    <a:pt x="32243" y="33391"/>
                    <a:pt x="32314" y="33377"/>
                    <a:pt x="32242" y="33377"/>
                  </a:cubicBezTo>
                  <a:cubicBezTo>
                    <a:pt x="32220" y="33377"/>
                    <a:pt x="32185" y="33378"/>
                    <a:pt x="32130" y="33381"/>
                  </a:cubicBezTo>
                  <a:cubicBezTo>
                    <a:pt x="32231" y="33364"/>
                    <a:pt x="32502" y="33339"/>
                    <a:pt x="32493" y="33331"/>
                  </a:cubicBezTo>
                  <a:lnTo>
                    <a:pt x="32493" y="33331"/>
                  </a:lnTo>
                  <a:cubicBezTo>
                    <a:pt x="32392" y="33348"/>
                    <a:pt x="32290" y="33356"/>
                    <a:pt x="32189" y="33356"/>
                  </a:cubicBezTo>
                  <a:cubicBezTo>
                    <a:pt x="32477" y="33322"/>
                    <a:pt x="32781" y="33297"/>
                    <a:pt x="33077" y="33280"/>
                  </a:cubicBezTo>
                  <a:lnTo>
                    <a:pt x="33077" y="33280"/>
                  </a:lnTo>
                  <a:cubicBezTo>
                    <a:pt x="33068" y="33283"/>
                    <a:pt x="33059" y="33286"/>
                    <a:pt x="33050" y="33289"/>
                  </a:cubicBezTo>
                  <a:lnTo>
                    <a:pt x="33050" y="33289"/>
                  </a:lnTo>
                  <a:cubicBezTo>
                    <a:pt x="33437" y="33226"/>
                    <a:pt x="33976" y="33184"/>
                    <a:pt x="34219" y="33119"/>
                  </a:cubicBezTo>
                  <a:lnTo>
                    <a:pt x="34101" y="33119"/>
                  </a:lnTo>
                  <a:cubicBezTo>
                    <a:pt x="33991" y="33145"/>
                    <a:pt x="33872" y="33161"/>
                    <a:pt x="33745" y="33161"/>
                  </a:cubicBezTo>
                  <a:cubicBezTo>
                    <a:pt x="34033" y="33119"/>
                    <a:pt x="33542" y="33153"/>
                    <a:pt x="33847" y="33102"/>
                  </a:cubicBezTo>
                  <a:cubicBezTo>
                    <a:pt x="34262" y="33051"/>
                    <a:pt x="34642" y="33035"/>
                    <a:pt x="34862" y="32975"/>
                  </a:cubicBezTo>
                  <a:lnTo>
                    <a:pt x="34862" y="32975"/>
                  </a:lnTo>
                  <a:lnTo>
                    <a:pt x="34228" y="33035"/>
                  </a:lnTo>
                  <a:cubicBezTo>
                    <a:pt x="34025" y="33060"/>
                    <a:pt x="33847" y="33068"/>
                    <a:pt x="33771" y="33094"/>
                  </a:cubicBezTo>
                  <a:lnTo>
                    <a:pt x="34025" y="33068"/>
                  </a:lnTo>
                  <a:lnTo>
                    <a:pt x="33441" y="33170"/>
                  </a:lnTo>
                  <a:cubicBezTo>
                    <a:pt x="33438" y="33168"/>
                    <a:pt x="33431" y="33167"/>
                    <a:pt x="33420" y="33167"/>
                  </a:cubicBezTo>
                  <a:cubicBezTo>
                    <a:pt x="33337" y="33167"/>
                    <a:pt x="33046" y="33209"/>
                    <a:pt x="32958" y="33209"/>
                  </a:cubicBezTo>
                  <a:cubicBezTo>
                    <a:pt x="32941" y="33209"/>
                    <a:pt x="32932" y="33207"/>
                    <a:pt x="32933" y="33204"/>
                  </a:cubicBezTo>
                  <a:lnTo>
                    <a:pt x="33475" y="33145"/>
                  </a:lnTo>
                  <a:cubicBezTo>
                    <a:pt x="33473" y="33144"/>
                    <a:pt x="33468" y="33144"/>
                    <a:pt x="33462" y="33144"/>
                  </a:cubicBezTo>
                  <a:cubicBezTo>
                    <a:pt x="33375" y="33144"/>
                    <a:pt x="32919" y="33196"/>
                    <a:pt x="32722" y="33204"/>
                  </a:cubicBezTo>
                  <a:cubicBezTo>
                    <a:pt x="32815" y="33204"/>
                    <a:pt x="32900" y="33195"/>
                    <a:pt x="32993" y="33195"/>
                  </a:cubicBezTo>
                  <a:cubicBezTo>
                    <a:pt x="32510" y="33255"/>
                    <a:pt x="31901" y="33297"/>
                    <a:pt x="31436" y="33348"/>
                  </a:cubicBezTo>
                  <a:cubicBezTo>
                    <a:pt x="31543" y="33332"/>
                    <a:pt x="31546" y="33329"/>
                    <a:pt x="31504" y="33329"/>
                  </a:cubicBezTo>
                  <a:cubicBezTo>
                    <a:pt x="31476" y="33329"/>
                    <a:pt x="31428" y="33331"/>
                    <a:pt x="31377" y="33331"/>
                  </a:cubicBezTo>
                  <a:cubicBezTo>
                    <a:pt x="31324" y="33334"/>
                    <a:pt x="31270" y="33336"/>
                    <a:pt x="31235" y="33336"/>
                  </a:cubicBezTo>
                  <a:cubicBezTo>
                    <a:pt x="31186" y="33336"/>
                    <a:pt x="31174" y="33332"/>
                    <a:pt x="31258" y="33322"/>
                  </a:cubicBezTo>
                  <a:cubicBezTo>
                    <a:pt x="31343" y="33314"/>
                    <a:pt x="31428" y="33305"/>
                    <a:pt x="31521" y="33305"/>
                  </a:cubicBezTo>
                  <a:cubicBezTo>
                    <a:pt x="31529" y="33299"/>
                    <a:pt x="31516" y="33297"/>
                    <a:pt x="31491" y="33297"/>
                  </a:cubicBezTo>
                  <a:cubicBezTo>
                    <a:pt x="31430" y="33297"/>
                    <a:pt x="31298" y="33309"/>
                    <a:pt x="31207" y="33309"/>
                  </a:cubicBezTo>
                  <a:cubicBezTo>
                    <a:pt x="31180" y="33309"/>
                    <a:pt x="31156" y="33308"/>
                    <a:pt x="31140" y="33305"/>
                  </a:cubicBezTo>
                  <a:cubicBezTo>
                    <a:pt x="31089" y="33322"/>
                    <a:pt x="30616" y="33364"/>
                    <a:pt x="30895" y="33364"/>
                  </a:cubicBezTo>
                  <a:cubicBezTo>
                    <a:pt x="30756" y="33364"/>
                    <a:pt x="30464" y="33399"/>
                    <a:pt x="30253" y="33399"/>
                  </a:cubicBezTo>
                  <a:cubicBezTo>
                    <a:pt x="30232" y="33399"/>
                    <a:pt x="30212" y="33399"/>
                    <a:pt x="30193" y="33398"/>
                  </a:cubicBezTo>
                  <a:lnTo>
                    <a:pt x="30193" y="33398"/>
                  </a:lnTo>
                  <a:cubicBezTo>
                    <a:pt x="30252" y="33424"/>
                    <a:pt x="29812" y="33449"/>
                    <a:pt x="29727" y="33458"/>
                  </a:cubicBezTo>
                  <a:lnTo>
                    <a:pt x="29490" y="33458"/>
                  </a:lnTo>
                  <a:cubicBezTo>
                    <a:pt x="29685" y="33432"/>
                    <a:pt x="29922" y="33415"/>
                    <a:pt x="30167" y="33390"/>
                  </a:cubicBezTo>
                  <a:cubicBezTo>
                    <a:pt x="30243" y="33390"/>
                    <a:pt x="30319" y="33390"/>
                    <a:pt x="30396" y="33373"/>
                  </a:cubicBezTo>
                  <a:lnTo>
                    <a:pt x="30396" y="33364"/>
                  </a:lnTo>
                  <a:cubicBezTo>
                    <a:pt x="30895" y="33305"/>
                    <a:pt x="31385" y="33255"/>
                    <a:pt x="31631" y="33221"/>
                  </a:cubicBezTo>
                  <a:lnTo>
                    <a:pt x="31631" y="33221"/>
                  </a:lnTo>
                  <a:lnTo>
                    <a:pt x="31512" y="33246"/>
                  </a:lnTo>
                  <a:cubicBezTo>
                    <a:pt x="31884" y="33178"/>
                    <a:pt x="32257" y="33187"/>
                    <a:pt x="32637" y="33128"/>
                  </a:cubicBezTo>
                  <a:lnTo>
                    <a:pt x="32637" y="33128"/>
                  </a:lnTo>
                  <a:cubicBezTo>
                    <a:pt x="32620" y="33136"/>
                    <a:pt x="32578" y="33136"/>
                    <a:pt x="32654" y="33136"/>
                  </a:cubicBezTo>
                  <a:cubicBezTo>
                    <a:pt x="33119" y="33102"/>
                    <a:pt x="33306" y="33026"/>
                    <a:pt x="33686" y="33018"/>
                  </a:cubicBezTo>
                  <a:lnTo>
                    <a:pt x="33686" y="33018"/>
                  </a:lnTo>
                  <a:lnTo>
                    <a:pt x="33636" y="33035"/>
                  </a:lnTo>
                  <a:cubicBezTo>
                    <a:pt x="33669" y="33026"/>
                    <a:pt x="33898" y="32992"/>
                    <a:pt x="33847" y="32984"/>
                  </a:cubicBezTo>
                  <a:lnTo>
                    <a:pt x="33847" y="32984"/>
                  </a:lnTo>
                  <a:cubicBezTo>
                    <a:pt x="33534" y="33018"/>
                    <a:pt x="33475" y="33035"/>
                    <a:pt x="33187" y="33051"/>
                  </a:cubicBezTo>
                  <a:cubicBezTo>
                    <a:pt x="33373" y="33018"/>
                    <a:pt x="33559" y="32992"/>
                    <a:pt x="33737" y="32975"/>
                  </a:cubicBezTo>
                  <a:lnTo>
                    <a:pt x="33762" y="32942"/>
                  </a:lnTo>
                  <a:cubicBezTo>
                    <a:pt x="33991" y="32891"/>
                    <a:pt x="34245" y="32908"/>
                    <a:pt x="34473" y="32848"/>
                  </a:cubicBezTo>
                  <a:lnTo>
                    <a:pt x="34473" y="32848"/>
                  </a:lnTo>
                  <a:lnTo>
                    <a:pt x="34194" y="32865"/>
                  </a:lnTo>
                  <a:lnTo>
                    <a:pt x="34194" y="32865"/>
                  </a:lnTo>
                  <a:lnTo>
                    <a:pt x="34245" y="32857"/>
                  </a:lnTo>
                  <a:lnTo>
                    <a:pt x="34245" y="32857"/>
                  </a:lnTo>
                  <a:cubicBezTo>
                    <a:pt x="34152" y="32865"/>
                    <a:pt x="34067" y="32882"/>
                    <a:pt x="33982" y="32899"/>
                  </a:cubicBezTo>
                  <a:cubicBezTo>
                    <a:pt x="33824" y="32922"/>
                    <a:pt x="33667" y="32937"/>
                    <a:pt x="33509" y="32937"/>
                  </a:cubicBezTo>
                  <a:cubicBezTo>
                    <a:pt x="33430" y="32937"/>
                    <a:pt x="33351" y="32933"/>
                    <a:pt x="33272" y="32925"/>
                  </a:cubicBezTo>
                  <a:cubicBezTo>
                    <a:pt x="33248" y="32927"/>
                    <a:pt x="33231" y="32928"/>
                    <a:pt x="33219" y="32928"/>
                  </a:cubicBezTo>
                  <a:cubicBezTo>
                    <a:pt x="33138" y="32928"/>
                    <a:pt x="33336" y="32881"/>
                    <a:pt x="33314" y="32874"/>
                  </a:cubicBezTo>
                  <a:lnTo>
                    <a:pt x="33314" y="32874"/>
                  </a:lnTo>
                  <a:cubicBezTo>
                    <a:pt x="33001" y="32908"/>
                    <a:pt x="33026" y="32942"/>
                    <a:pt x="32705" y="32975"/>
                  </a:cubicBezTo>
                  <a:cubicBezTo>
                    <a:pt x="32686" y="32977"/>
                    <a:pt x="32672" y="32978"/>
                    <a:pt x="32663" y="32978"/>
                  </a:cubicBezTo>
                  <a:cubicBezTo>
                    <a:pt x="32625" y="32978"/>
                    <a:pt x="32671" y="32965"/>
                    <a:pt x="32705" y="32958"/>
                  </a:cubicBezTo>
                  <a:lnTo>
                    <a:pt x="32705" y="32958"/>
                  </a:lnTo>
                  <a:lnTo>
                    <a:pt x="32477" y="32992"/>
                  </a:lnTo>
                  <a:cubicBezTo>
                    <a:pt x="32466" y="32992"/>
                    <a:pt x="32260" y="33005"/>
                    <a:pt x="32176" y="33005"/>
                  </a:cubicBezTo>
                  <a:cubicBezTo>
                    <a:pt x="32124" y="33005"/>
                    <a:pt x="32119" y="33000"/>
                    <a:pt x="32240" y="32984"/>
                  </a:cubicBezTo>
                  <a:lnTo>
                    <a:pt x="32434" y="32958"/>
                  </a:lnTo>
                  <a:lnTo>
                    <a:pt x="32434" y="32958"/>
                  </a:lnTo>
                  <a:cubicBezTo>
                    <a:pt x="32133" y="32970"/>
                    <a:pt x="31676" y="32994"/>
                    <a:pt x="31427" y="32994"/>
                  </a:cubicBezTo>
                  <a:cubicBezTo>
                    <a:pt x="31312" y="32994"/>
                    <a:pt x="31242" y="32989"/>
                    <a:pt x="31250" y="32975"/>
                  </a:cubicBezTo>
                  <a:lnTo>
                    <a:pt x="31250" y="32975"/>
                  </a:lnTo>
                  <a:cubicBezTo>
                    <a:pt x="31013" y="32984"/>
                    <a:pt x="31081" y="32992"/>
                    <a:pt x="30692" y="33009"/>
                  </a:cubicBezTo>
                  <a:cubicBezTo>
                    <a:pt x="30514" y="33043"/>
                    <a:pt x="30717" y="33051"/>
                    <a:pt x="30294" y="33094"/>
                  </a:cubicBezTo>
                  <a:lnTo>
                    <a:pt x="30624" y="33085"/>
                  </a:lnTo>
                  <a:lnTo>
                    <a:pt x="30819" y="33060"/>
                  </a:lnTo>
                  <a:lnTo>
                    <a:pt x="30819" y="33060"/>
                  </a:lnTo>
                  <a:lnTo>
                    <a:pt x="30480" y="33085"/>
                  </a:lnTo>
                  <a:cubicBezTo>
                    <a:pt x="30692" y="33060"/>
                    <a:pt x="30658" y="33051"/>
                    <a:pt x="30717" y="33026"/>
                  </a:cubicBezTo>
                  <a:cubicBezTo>
                    <a:pt x="30914" y="33014"/>
                    <a:pt x="31058" y="33010"/>
                    <a:pt x="31174" y="33010"/>
                  </a:cubicBezTo>
                  <a:cubicBezTo>
                    <a:pt x="31302" y="33010"/>
                    <a:pt x="31397" y="33014"/>
                    <a:pt x="31494" y="33014"/>
                  </a:cubicBezTo>
                  <a:cubicBezTo>
                    <a:pt x="31548" y="33014"/>
                    <a:pt x="31603" y="33013"/>
                    <a:pt x="31664" y="33009"/>
                  </a:cubicBezTo>
                  <a:lnTo>
                    <a:pt x="31664" y="33009"/>
                  </a:lnTo>
                  <a:cubicBezTo>
                    <a:pt x="31504" y="33043"/>
                    <a:pt x="31216" y="33060"/>
                    <a:pt x="31326" y="33077"/>
                  </a:cubicBezTo>
                  <a:cubicBezTo>
                    <a:pt x="31301" y="33076"/>
                    <a:pt x="31279" y="33076"/>
                    <a:pt x="31258" y="33076"/>
                  </a:cubicBezTo>
                  <a:cubicBezTo>
                    <a:pt x="31048" y="33076"/>
                    <a:pt x="31002" y="33111"/>
                    <a:pt x="30725" y="33111"/>
                  </a:cubicBezTo>
                  <a:lnTo>
                    <a:pt x="30785" y="33102"/>
                  </a:lnTo>
                  <a:lnTo>
                    <a:pt x="30785" y="33102"/>
                  </a:lnTo>
                  <a:cubicBezTo>
                    <a:pt x="30531" y="33136"/>
                    <a:pt x="30497" y="33111"/>
                    <a:pt x="30294" y="33145"/>
                  </a:cubicBezTo>
                  <a:cubicBezTo>
                    <a:pt x="30311" y="33136"/>
                    <a:pt x="30277" y="33136"/>
                    <a:pt x="30252" y="33136"/>
                  </a:cubicBezTo>
                  <a:cubicBezTo>
                    <a:pt x="29803" y="33170"/>
                    <a:pt x="30387" y="33145"/>
                    <a:pt x="29939" y="33195"/>
                  </a:cubicBezTo>
                  <a:cubicBezTo>
                    <a:pt x="29908" y="33196"/>
                    <a:pt x="29882" y="33196"/>
                    <a:pt x="29859" y="33196"/>
                  </a:cubicBezTo>
                  <a:cubicBezTo>
                    <a:pt x="29579" y="33196"/>
                    <a:pt x="29796" y="33152"/>
                    <a:pt x="29702" y="33145"/>
                  </a:cubicBezTo>
                  <a:cubicBezTo>
                    <a:pt x="30370" y="33085"/>
                    <a:pt x="29685" y="33111"/>
                    <a:pt x="30404" y="33035"/>
                  </a:cubicBezTo>
                  <a:cubicBezTo>
                    <a:pt x="30404" y="33020"/>
                    <a:pt x="30353" y="33015"/>
                    <a:pt x="30264" y="33015"/>
                  </a:cubicBezTo>
                  <a:cubicBezTo>
                    <a:pt x="30143" y="33015"/>
                    <a:pt x="29952" y="33025"/>
                    <a:pt x="29727" y="33035"/>
                  </a:cubicBezTo>
                  <a:cubicBezTo>
                    <a:pt x="29981" y="33043"/>
                    <a:pt x="29575" y="33094"/>
                    <a:pt x="29913" y="33111"/>
                  </a:cubicBezTo>
                  <a:cubicBezTo>
                    <a:pt x="29363" y="33151"/>
                    <a:pt x="29377" y="33213"/>
                    <a:pt x="28842" y="33213"/>
                  </a:cubicBezTo>
                  <a:cubicBezTo>
                    <a:pt x="28812" y="33213"/>
                    <a:pt x="28779" y="33213"/>
                    <a:pt x="28745" y="33212"/>
                  </a:cubicBezTo>
                  <a:lnTo>
                    <a:pt x="28745" y="33212"/>
                  </a:lnTo>
                  <a:cubicBezTo>
                    <a:pt x="28661" y="33221"/>
                    <a:pt x="28576" y="33238"/>
                    <a:pt x="28484" y="33246"/>
                  </a:cubicBezTo>
                  <a:lnTo>
                    <a:pt x="28120" y="33238"/>
                  </a:lnTo>
                  <a:cubicBezTo>
                    <a:pt x="28340" y="33195"/>
                    <a:pt x="28628" y="33204"/>
                    <a:pt x="28805" y="33178"/>
                  </a:cubicBezTo>
                  <a:cubicBezTo>
                    <a:pt x="28756" y="33177"/>
                    <a:pt x="28710" y="33176"/>
                    <a:pt x="28667" y="33176"/>
                  </a:cubicBezTo>
                  <a:cubicBezTo>
                    <a:pt x="28319" y="33176"/>
                    <a:pt x="28148" y="33230"/>
                    <a:pt x="27689" y="33238"/>
                  </a:cubicBezTo>
                  <a:cubicBezTo>
                    <a:pt x="27257" y="33204"/>
                    <a:pt x="28213" y="33204"/>
                    <a:pt x="28213" y="33170"/>
                  </a:cubicBezTo>
                  <a:lnTo>
                    <a:pt x="28213" y="33170"/>
                  </a:lnTo>
                  <a:cubicBezTo>
                    <a:pt x="28181" y="33172"/>
                    <a:pt x="28150" y="33173"/>
                    <a:pt x="28118" y="33173"/>
                  </a:cubicBezTo>
                  <a:cubicBezTo>
                    <a:pt x="28031" y="33173"/>
                    <a:pt x="27944" y="33165"/>
                    <a:pt x="27858" y="33153"/>
                  </a:cubicBezTo>
                  <a:cubicBezTo>
                    <a:pt x="28340" y="33153"/>
                    <a:pt x="28154" y="33128"/>
                    <a:pt x="28687" y="33128"/>
                  </a:cubicBezTo>
                  <a:cubicBezTo>
                    <a:pt x="28425" y="33153"/>
                    <a:pt x="28729" y="33145"/>
                    <a:pt x="28678" y="33161"/>
                  </a:cubicBezTo>
                  <a:cubicBezTo>
                    <a:pt x="28754" y="33145"/>
                    <a:pt x="29254" y="33119"/>
                    <a:pt x="29609" y="33111"/>
                  </a:cubicBezTo>
                  <a:cubicBezTo>
                    <a:pt x="29651" y="33094"/>
                    <a:pt x="29575" y="33090"/>
                    <a:pt x="29461" y="33090"/>
                  </a:cubicBezTo>
                  <a:cubicBezTo>
                    <a:pt x="29347" y="33090"/>
                    <a:pt x="29194" y="33094"/>
                    <a:pt x="29084" y="33094"/>
                  </a:cubicBezTo>
                  <a:cubicBezTo>
                    <a:pt x="28873" y="33119"/>
                    <a:pt x="28661" y="33128"/>
                    <a:pt x="28450" y="33128"/>
                  </a:cubicBezTo>
                  <a:cubicBezTo>
                    <a:pt x="28400" y="33125"/>
                    <a:pt x="28350" y="33124"/>
                    <a:pt x="28300" y="33124"/>
                  </a:cubicBezTo>
                  <a:cubicBezTo>
                    <a:pt x="28164" y="33124"/>
                    <a:pt x="28028" y="33132"/>
                    <a:pt x="27892" y="33145"/>
                  </a:cubicBezTo>
                  <a:cubicBezTo>
                    <a:pt x="27850" y="33145"/>
                    <a:pt x="27816" y="33146"/>
                    <a:pt x="27788" y="33146"/>
                  </a:cubicBezTo>
                  <a:cubicBezTo>
                    <a:pt x="27508" y="33146"/>
                    <a:pt x="27855" y="33111"/>
                    <a:pt x="27824" y="33111"/>
                  </a:cubicBezTo>
                  <a:cubicBezTo>
                    <a:pt x="27409" y="33111"/>
                    <a:pt x="27646" y="33145"/>
                    <a:pt x="27519" y="33153"/>
                  </a:cubicBezTo>
                  <a:cubicBezTo>
                    <a:pt x="27380" y="33161"/>
                    <a:pt x="27269" y="33163"/>
                    <a:pt x="27175" y="33163"/>
                  </a:cubicBezTo>
                  <a:cubicBezTo>
                    <a:pt x="26845" y="33163"/>
                    <a:pt x="26728" y="33128"/>
                    <a:pt x="26386" y="33128"/>
                  </a:cubicBezTo>
                  <a:cubicBezTo>
                    <a:pt x="26250" y="33140"/>
                    <a:pt x="26045" y="33148"/>
                    <a:pt x="25810" y="33148"/>
                  </a:cubicBezTo>
                  <a:cubicBezTo>
                    <a:pt x="25723" y="33148"/>
                    <a:pt x="25633" y="33147"/>
                    <a:pt x="25540" y="33145"/>
                  </a:cubicBezTo>
                  <a:lnTo>
                    <a:pt x="24491" y="33119"/>
                  </a:lnTo>
                  <a:cubicBezTo>
                    <a:pt x="24567" y="33111"/>
                    <a:pt x="24491" y="33102"/>
                    <a:pt x="24449" y="33085"/>
                  </a:cubicBezTo>
                  <a:cubicBezTo>
                    <a:pt x="24212" y="33119"/>
                    <a:pt x="23975" y="33128"/>
                    <a:pt x="23738" y="33128"/>
                  </a:cubicBezTo>
                  <a:lnTo>
                    <a:pt x="24136" y="33161"/>
                  </a:lnTo>
                  <a:cubicBezTo>
                    <a:pt x="24064" y="33164"/>
                    <a:pt x="23992" y="33165"/>
                    <a:pt x="23920" y="33165"/>
                  </a:cubicBezTo>
                  <a:cubicBezTo>
                    <a:pt x="23704" y="33165"/>
                    <a:pt x="23488" y="33155"/>
                    <a:pt x="23273" y="33136"/>
                  </a:cubicBezTo>
                  <a:lnTo>
                    <a:pt x="23273" y="33136"/>
                  </a:lnTo>
                  <a:cubicBezTo>
                    <a:pt x="23430" y="33160"/>
                    <a:pt x="23370" y="33168"/>
                    <a:pt x="23229" y="33168"/>
                  </a:cubicBezTo>
                  <a:cubicBezTo>
                    <a:pt x="23027" y="33168"/>
                    <a:pt x="22659" y="33153"/>
                    <a:pt x="22520" y="33153"/>
                  </a:cubicBezTo>
                  <a:cubicBezTo>
                    <a:pt x="22198" y="33119"/>
                    <a:pt x="21877" y="33128"/>
                    <a:pt x="21699" y="33094"/>
                  </a:cubicBezTo>
                  <a:lnTo>
                    <a:pt x="21742" y="33094"/>
                  </a:lnTo>
                  <a:cubicBezTo>
                    <a:pt x="21589" y="33085"/>
                    <a:pt x="21429" y="33068"/>
                    <a:pt x="21276" y="33060"/>
                  </a:cubicBezTo>
                  <a:lnTo>
                    <a:pt x="21336" y="33018"/>
                  </a:lnTo>
                  <a:cubicBezTo>
                    <a:pt x="21154" y="32994"/>
                    <a:pt x="20949" y="32983"/>
                    <a:pt x="20824" y="32983"/>
                  </a:cubicBezTo>
                  <a:cubicBezTo>
                    <a:pt x="20727" y="32983"/>
                    <a:pt x="20678" y="32990"/>
                    <a:pt x="20726" y="33001"/>
                  </a:cubicBezTo>
                  <a:cubicBezTo>
                    <a:pt x="20388" y="32958"/>
                    <a:pt x="20583" y="32975"/>
                    <a:pt x="20540" y="32950"/>
                  </a:cubicBezTo>
                  <a:cubicBezTo>
                    <a:pt x="20594" y="32950"/>
                    <a:pt x="20665" y="32949"/>
                    <a:pt x="20744" y="32949"/>
                  </a:cubicBezTo>
                  <a:cubicBezTo>
                    <a:pt x="20939" y="32949"/>
                    <a:pt x="21175" y="32954"/>
                    <a:pt x="21259" y="32984"/>
                  </a:cubicBezTo>
                  <a:cubicBezTo>
                    <a:pt x="21231" y="32984"/>
                    <a:pt x="21207" y="32980"/>
                    <a:pt x="21181" y="32980"/>
                  </a:cubicBezTo>
                  <a:cubicBezTo>
                    <a:pt x="21168" y="32980"/>
                    <a:pt x="21155" y="32981"/>
                    <a:pt x="21141" y="32984"/>
                  </a:cubicBezTo>
                  <a:cubicBezTo>
                    <a:pt x="21372" y="33004"/>
                    <a:pt x="21502" y="33011"/>
                    <a:pt x="21576" y="33011"/>
                  </a:cubicBezTo>
                  <a:cubicBezTo>
                    <a:pt x="21764" y="33011"/>
                    <a:pt x="21594" y="32965"/>
                    <a:pt x="21796" y="32965"/>
                  </a:cubicBezTo>
                  <a:cubicBezTo>
                    <a:pt x="21818" y="32965"/>
                    <a:pt x="21845" y="32966"/>
                    <a:pt x="21877" y="32967"/>
                  </a:cubicBezTo>
                  <a:cubicBezTo>
                    <a:pt x="21649" y="32950"/>
                    <a:pt x="21479" y="32916"/>
                    <a:pt x="21234" y="32908"/>
                  </a:cubicBezTo>
                  <a:cubicBezTo>
                    <a:pt x="21116" y="32899"/>
                    <a:pt x="20650" y="32882"/>
                    <a:pt x="20422" y="32882"/>
                  </a:cubicBezTo>
                  <a:cubicBezTo>
                    <a:pt x="20667" y="32882"/>
                    <a:pt x="20913" y="32908"/>
                    <a:pt x="21158" y="32950"/>
                  </a:cubicBezTo>
                  <a:cubicBezTo>
                    <a:pt x="21085" y="32944"/>
                    <a:pt x="21032" y="32943"/>
                    <a:pt x="20988" y="32943"/>
                  </a:cubicBezTo>
                  <a:cubicBezTo>
                    <a:pt x="20966" y="32943"/>
                    <a:pt x="20946" y="32944"/>
                    <a:pt x="20926" y="32944"/>
                  </a:cubicBezTo>
                  <a:cubicBezTo>
                    <a:pt x="20868" y="32944"/>
                    <a:pt x="20815" y="32942"/>
                    <a:pt x="20726" y="32925"/>
                  </a:cubicBezTo>
                  <a:lnTo>
                    <a:pt x="20549" y="32925"/>
                  </a:lnTo>
                  <a:cubicBezTo>
                    <a:pt x="20515" y="32899"/>
                    <a:pt x="19914" y="32865"/>
                    <a:pt x="20270" y="32865"/>
                  </a:cubicBezTo>
                  <a:cubicBezTo>
                    <a:pt x="20202" y="32862"/>
                    <a:pt x="20158" y="32860"/>
                    <a:pt x="20128" y="32860"/>
                  </a:cubicBezTo>
                  <a:cubicBezTo>
                    <a:pt x="20045" y="32860"/>
                    <a:pt x="20068" y="32870"/>
                    <a:pt x="19997" y="32870"/>
                  </a:cubicBezTo>
                  <a:cubicBezTo>
                    <a:pt x="19971" y="32870"/>
                    <a:pt x="19933" y="32869"/>
                    <a:pt x="19872" y="32865"/>
                  </a:cubicBezTo>
                  <a:lnTo>
                    <a:pt x="19872" y="32865"/>
                  </a:lnTo>
                  <a:cubicBezTo>
                    <a:pt x="20058" y="32882"/>
                    <a:pt x="20244" y="32899"/>
                    <a:pt x="20439" y="32916"/>
                  </a:cubicBezTo>
                  <a:lnTo>
                    <a:pt x="20422" y="32950"/>
                  </a:lnTo>
                  <a:cubicBezTo>
                    <a:pt x="20261" y="32942"/>
                    <a:pt x="20100" y="32933"/>
                    <a:pt x="19940" y="32908"/>
                  </a:cubicBezTo>
                  <a:lnTo>
                    <a:pt x="19940" y="32908"/>
                  </a:lnTo>
                  <a:lnTo>
                    <a:pt x="19957" y="32942"/>
                  </a:lnTo>
                  <a:lnTo>
                    <a:pt x="19551" y="32874"/>
                  </a:lnTo>
                  <a:lnTo>
                    <a:pt x="19551" y="32874"/>
                  </a:lnTo>
                  <a:cubicBezTo>
                    <a:pt x="19564" y="32881"/>
                    <a:pt x="19552" y="32883"/>
                    <a:pt x="19526" y="32883"/>
                  </a:cubicBezTo>
                  <a:cubicBezTo>
                    <a:pt x="19452" y="32883"/>
                    <a:pt x="19266" y="32863"/>
                    <a:pt x="19204" y="32857"/>
                  </a:cubicBezTo>
                  <a:cubicBezTo>
                    <a:pt x="18975" y="32823"/>
                    <a:pt x="19128" y="32789"/>
                    <a:pt x="18747" y="32781"/>
                  </a:cubicBezTo>
                  <a:lnTo>
                    <a:pt x="18772" y="32781"/>
                  </a:lnTo>
                  <a:cubicBezTo>
                    <a:pt x="18552" y="32772"/>
                    <a:pt x="18332" y="32755"/>
                    <a:pt x="18113" y="32722"/>
                  </a:cubicBezTo>
                  <a:lnTo>
                    <a:pt x="18265" y="32722"/>
                  </a:lnTo>
                  <a:cubicBezTo>
                    <a:pt x="17833" y="32654"/>
                    <a:pt x="17123" y="32629"/>
                    <a:pt x="16937" y="32552"/>
                  </a:cubicBezTo>
                  <a:cubicBezTo>
                    <a:pt x="16945" y="32546"/>
                    <a:pt x="16963" y="32544"/>
                    <a:pt x="16984" y="32544"/>
                  </a:cubicBezTo>
                  <a:cubicBezTo>
                    <a:pt x="17028" y="32544"/>
                    <a:pt x="17088" y="32552"/>
                    <a:pt x="17127" y="32552"/>
                  </a:cubicBezTo>
                  <a:cubicBezTo>
                    <a:pt x="17147" y="32552"/>
                    <a:pt x="17161" y="32550"/>
                    <a:pt x="17165" y="32544"/>
                  </a:cubicBezTo>
                  <a:cubicBezTo>
                    <a:pt x="17833" y="32662"/>
                    <a:pt x="17639" y="32552"/>
                    <a:pt x="18426" y="32671"/>
                  </a:cubicBezTo>
                  <a:cubicBezTo>
                    <a:pt x="18451" y="32738"/>
                    <a:pt x="19094" y="32696"/>
                    <a:pt x="19238" y="32772"/>
                  </a:cubicBezTo>
                  <a:cubicBezTo>
                    <a:pt x="19079" y="32754"/>
                    <a:pt x="18916" y="32740"/>
                    <a:pt x="18755" y="32740"/>
                  </a:cubicBezTo>
                  <a:cubicBezTo>
                    <a:pt x="18693" y="32740"/>
                    <a:pt x="18631" y="32742"/>
                    <a:pt x="18569" y="32747"/>
                  </a:cubicBezTo>
                  <a:cubicBezTo>
                    <a:pt x="18857" y="32772"/>
                    <a:pt x="19255" y="32806"/>
                    <a:pt x="19449" y="32832"/>
                  </a:cubicBezTo>
                  <a:cubicBezTo>
                    <a:pt x="19280" y="32798"/>
                    <a:pt x="19339" y="32764"/>
                    <a:pt x="19466" y="32755"/>
                  </a:cubicBezTo>
                  <a:cubicBezTo>
                    <a:pt x="19238" y="32747"/>
                    <a:pt x="18916" y="32713"/>
                    <a:pt x="18561" y="32662"/>
                  </a:cubicBezTo>
                  <a:cubicBezTo>
                    <a:pt x="18214" y="32612"/>
                    <a:pt x="17850" y="32552"/>
                    <a:pt x="17520" y="32510"/>
                  </a:cubicBezTo>
                  <a:lnTo>
                    <a:pt x="17520" y="32510"/>
                  </a:lnTo>
                  <a:lnTo>
                    <a:pt x="17588" y="32561"/>
                  </a:lnTo>
                  <a:cubicBezTo>
                    <a:pt x="17021" y="32519"/>
                    <a:pt x="17664" y="32535"/>
                    <a:pt x="17224" y="32476"/>
                  </a:cubicBezTo>
                  <a:lnTo>
                    <a:pt x="17013" y="32476"/>
                  </a:lnTo>
                  <a:lnTo>
                    <a:pt x="16683" y="32459"/>
                  </a:lnTo>
                  <a:lnTo>
                    <a:pt x="16683" y="32459"/>
                  </a:lnTo>
                  <a:cubicBezTo>
                    <a:pt x="16774" y="32473"/>
                    <a:pt x="16813" y="32474"/>
                    <a:pt x="16842" y="32474"/>
                  </a:cubicBezTo>
                  <a:cubicBezTo>
                    <a:pt x="16850" y="32474"/>
                    <a:pt x="16857" y="32474"/>
                    <a:pt x="16864" y="32474"/>
                  </a:cubicBezTo>
                  <a:cubicBezTo>
                    <a:pt x="16899" y="32474"/>
                    <a:pt x="16937" y="32476"/>
                    <a:pt x="17064" y="32502"/>
                  </a:cubicBezTo>
                  <a:cubicBezTo>
                    <a:pt x="17284" y="32535"/>
                    <a:pt x="17047" y="32527"/>
                    <a:pt x="16979" y="32535"/>
                  </a:cubicBezTo>
                  <a:cubicBezTo>
                    <a:pt x="16843" y="32513"/>
                    <a:pt x="16399" y="32457"/>
                    <a:pt x="16543" y="32457"/>
                  </a:cubicBezTo>
                  <a:cubicBezTo>
                    <a:pt x="16560" y="32457"/>
                    <a:pt x="16587" y="32457"/>
                    <a:pt x="16624" y="32459"/>
                  </a:cubicBezTo>
                  <a:lnTo>
                    <a:pt x="16032" y="32417"/>
                  </a:lnTo>
                  <a:cubicBezTo>
                    <a:pt x="16061" y="32413"/>
                    <a:pt x="16093" y="32411"/>
                    <a:pt x="16126" y="32411"/>
                  </a:cubicBezTo>
                  <a:cubicBezTo>
                    <a:pt x="16155" y="32411"/>
                    <a:pt x="16184" y="32412"/>
                    <a:pt x="16214" y="32416"/>
                  </a:cubicBezTo>
                  <a:lnTo>
                    <a:pt x="16214" y="32416"/>
                  </a:lnTo>
                  <a:lnTo>
                    <a:pt x="15795" y="32366"/>
                  </a:lnTo>
                  <a:lnTo>
                    <a:pt x="15812" y="32366"/>
                  </a:lnTo>
                  <a:cubicBezTo>
                    <a:pt x="15465" y="32324"/>
                    <a:pt x="14983" y="32248"/>
                    <a:pt x="14720" y="32231"/>
                  </a:cubicBezTo>
                  <a:lnTo>
                    <a:pt x="14720" y="32231"/>
                  </a:lnTo>
                  <a:cubicBezTo>
                    <a:pt x="14910" y="32273"/>
                    <a:pt x="14943" y="32286"/>
                    <a:pt x="14905" y="32286"/>
                  </a:cubicBezTo>
                  <a:cubicBezTo>
                    <a:pt x="14837" y="32286"/>
                    <a:pt x="14545" y="32245"/>
                    <a:pt x="14490" y="32245"/>
                  </a:cubicBezTo>
                  <a:cubicBezTo>
                    <a:pt x="14482" y="32245"/>
                    <a:pt x="14479" y="32246"/>
                    <a:pt x="14483" y="32248"/>
                  </a:cubicBezTo>
                  <a:cubicBezTo>
                    <a:pt x="14322" y="32215"/>
                    <a:pt x="14254" y="32163"/>
                    <a:pt x="14432" y="32163"/>
                  </a:cubicBezTo>
                  <a:cubicBezTo>
                    <a:pt x="14486" y="32163"/>
                    <a:pt x="14564" y="32168"/>
                    <a:pt x="14670" y="32180"/>
                  </a:cubicBezTo>
                  <a:cubicBezTo>
                    <a:pt x="14685" y="32183"/>
                    <a:pt x="14700" y="32186"/>
                    <a:pt x="14715" y="32189"/>
                  </a:cubicBezTo>
                  <a:cubicBezTo>
                    <a:pt x="14714" y="32189"/>
                    <a:pt x="14713" y="32189"/>
                    <a:pt x="14712" y="32189"/>
                  </a:cubicBezTo>
                  <a:lnTo>
                    <a:pt x="14712" y="32189"/>
                  </a:lnTo>
                  <a:cubicBezTo>
                    <a:pt x="14715" y="32189"/>
                    <a:pt x="14719" y="32190"/>
                    <a:pt x="14722" y="32190"/>
                  </a:cubicBezTo>
                  <a:lnTo>
                    <a:pt x="14722" y="32190"/>
                  </a:lnTo>
                  <a:cubicBezTo>
                    <a:pt x="14720" y="32190"/>
                    <a:pt x="14717" y="32189"/>
                    <a:pt x="14715" y="32189"/>
                  </a:cubicBezTo>
                  <a:lnTo>
                    <a:pt x="14715" y="32189"/>
                  </a:lnTo>
                  <a:cubicBezTo>
                    <a:pt x="14721" y="32189"/>
                    <a:pt x="14726" y="32189"/>
                    <a:pt x="14731" y="32189"/>
                  </a:cubicBezTo>
                  <a:cubicBezTo>
                    <a:pt x="14830" y="32189"/>
                    <a:pt x="14416" y="32112"/>
                    <a:pt x="14424" y="32096"/>
                  </a:cubicBezTo>
                  <a:cubicBezTo>
                    <a:pt x="14448" y="32094"/>
                    <a:pt x="14472" y="32093"/>
                    <a:pt x="14496" y="32093"/>
                  </a:cubicBezTo>
                  <a:cubicBezTo>
                    <a:pt x="14616" y="32093"/>
                    <a:pt x="14734" y="32111"/>
                    <a:pt x="14847" y="32146"/>
                  </a:cubicBezTo>
                  <a:cubicBezTo>
                    <a:pt x="15279" y="32214"/>
                    <a:pt x="14889" y="32180"/>
                    <a:pt x="15016" y="32197"/>
                  </a:cubicBezTo>
                  <a:cubicBezTo>
                    <a:pt x="15124" y="32255"/>
                    <a:pt x="15601" y="32288"/>
                    <a:pt x="15868" y="32337"/>
                  </a:cubicBezTo>
                  <a:lnTo>
                    <a:pt x="15868" y="32337"/>
                  </a:lnTo>
                  <a:cubicBezTo>
                    <a:pt x="15845" y="32335"/>
                    <a:pt x="15809" y="32332"/>
                    <a:pt x="15786" y="32332"/>
                  </a:cubicBezTo>
                  <a:cubicBezTo>
                    <a:pt x="15987" y="32362"/>
                    <a:pt x="16377" y="32412"/>
                    <a:pt x="16498" y="32412"/>
                  </a:cubicBezTo>
                  <a:cubicBezTo>
                    <a:pt x="16514" y="32412"/>
                    <a:pt x="16526" y="32411"/>
                    <a:pt x="16531" y="32409"/>
                  </a:cubicBezTo>
                  <a:lnTo>
                    <a:pt x="15955" y="32349"/>
                  </a:lnTo>
                  <a:cubicBezTo>
                    <a:pt x="15828" y="32324"/>
                    <a:pt x="16133" y="32349"/>
                    <a:pt x="15955" y="32316"/>
                  </a:cubicBezTo>
                  <a:cubicBezTo>
                    <a:pt x="15828" y="32299"/>
                    <a:pt x="15668" y="32282"/>
                    <a:pt x="15499" y="32248"/>
                  </a:cubicBezTo>
                  <a:lnTo>
                    <a:pt x="15532" y="32239"/>
                  </a:lnTo>
                  <a:cubicBezTo>
                    <a:pt x="15194" y="32172"/>
                    <a:pt x="14653" y="32087"/>
                    <a:pt x="14255" y="32028"/>
                  </a:cubicBezTo>
                  <a:cubicBezTo>
                    <a:pt x="14162" y="32070"/>
                    <a:pt x="13950" y="32062"/>
                    <a:pt x="13764" y="32087"/>
                  </a:cubicBezTo>
                  <a:cubicBezTo>
                    <a:pt x="13173" y="31969"/>
                    <a:pt x="12565" y="31834"/>
                    <a:pt x="11957" y="31665"/>
                  </a:cubicBezTo>
                  <a:lnTo>
                    <a:pt x="11957" y="31665"/>
                  </a:lnTo>
                  <a:cubicBezTo>
                    <a:pt x="11960" y="31675"/>
                    <a:pt x="11948" y="31681"/>
                    <a:pt x="11920" y="31681"/>
                  </a:cubicBezTo>
                  <a:cubicBezTo>
                    <a:pt x="11743" y="31630"/>
                    <a:pt x="11421" y="31546"/>
                    <a:pt x="11438" y="31520"/>
                  </a:cubicBezTo>
                  <a:cubicBezTo>
                    <a:pt x="11276" y="31506"/>
                    <a:pt x="10887" y="31405"/>
                    <a:pt x="10808" y="31405"/>
                  </a:cubicBezTo>
                  <a:cubicBezTo>
                    <a:pt x="10792" y="31405"/>
                    <a:pt x="10789" y="31409"/>
                    <a:pt x="10804" y="31419"/>
                  </a:cubicBezTo>
                  <a:lnTo>
                    <a:pt x="10736" y="31402"/>
                  </a:lnTo>
                  <a:cubicBezTo>
                    <a:pt x="10524" y="31292"/>
                    <a:pt x="10203" y="31165"/>
                    <a:pt x="9628" y="30937"/>
                  </a:cubicBezTo>
                  <a:cubicBezTo>
                    <a:pt x="9572" y="30917"/>
                    <a:pt x="9538" y="30908"/>
                    <a:pt x="9521" y="30908"/>
                  </a:cubicBezTo>
                  <a:cubicBezTo>
                    <a:pt x="9501" y="30908"/>
                    <a:pt x="9500" y="30919"/>
                    <a:pt x="9509" y="30937"/>
                  </a:cubicBezTo>
                  <a:cubicBezTo>
                    <a:pt x="9391" y="30886"/>
                    <a:pt x="9272" y="30827"/>
                    <a:pt x="9162" y="30776"/>
                  </a:cubicBezTo>
                  <a:lnTo>
                    <a:pt x="9162" y="30776"/>
                  </a:lnTo>
                  <a:cubicBezTo>
                    <a:pt x="9269" y="30809"/>
                    <a:pt x="9375" y="30841"/>
                    <a:pt x="9473" y="30881"/>
                  </a:cubicBezTo>
                  <a:lnTo>
                    <a:pt x="9473" y="30881"/>
                  </a:lnTo>
                  <a:cubicBezTo>
                    <a:pt x="9333" y="30823"/>
                    <a:pt x="9184" y="30757"/>
                    <a:pt x="9044" y="30691"/>
                  </a:cubicBezTo>
                  <a:cubicBezTo>
                    <a:pt x="8900" y="30624"/>
                    <a:pt x="8748" y="30556"/>
                    <a:pt x="8604" y="30488"/>
                  </a:cubicBezTo>
                  <a:lnTo>
                    <a:pt x="8604" y="30488"/>
                  </a:lnTo>
                  <a:lnTo>
                    <a:pt x="8680" y="30505"/>
                  </a:lnTo>
                  <a:lnTo>
                    <a:pt x="8325" y="30361"/>
                  </a:lnTo>
                  <a:lnTo>
                    <a:pt x="8325" y="30361"/>
                  </a:lnTo>
                  <a:cubicBezTo>
                    <a:pt x="8523" y="30444"/>
                    <a:pt x="8808" y="30590"/>
                    <a:pt x="8745" y="30590"/>
                  </a:cubicBezTo>
                  <a:cubicBezTo>
                    <a:pt x="8744" y="30590"/>
                    <a:pt x="8742" y="30590"/>
                    <a:pt x="8740" y="30590"/>
                  </a:cubicBezTo>
                  <a:cubicBezTo>
                    <a:pt x="8536" y="30505"/>
                    <a:pt x="8384" y="30429"/>
                    <a:pt x="8240" y="30353"/>
                  </a:cubicBezTo>
                  <a:cubicBezTo>
                    <a:pt x="8097" y="30285"/>
                    <a:pt x="7961" y="30218"/>
                    <a:pt x="7792" y="30141"/>
                  </a:cubicBezTo>
                  <a:cubicBezTo>
                    <a:pt x="7813" y="30107"/>
                    <a:pt x="7750" y="30056"/>
                    <a:pt x="7788" y="30056"/>
                  </a:cubicBezTo>
                  <a:cubicBezTo>
                    <a:pt x="7797" y="30056"/>
                    <a:pt x="7812" y="30059"/>
                    <a:pt x="7834" y="30065"/>
                  </a:cubicBezTo>
                  <a:lnTo>
                    <a:pt x="7868" y="30091"/>
                  </a:lnTo>
                  <a:cubicBezTo>
                    <a:pt x="8004" y="30133"/>
                    <a:pt x="8274" y="30243"/>
                    <a:pt x="8477" y="30336"/>
                  </a:cubicBezTo>
                  <a:cubicBezTo>
                    <a:pt x="7784" y="29955"/>
                    <a:pt x="7953" y="30065"/>
                    <a:pt x="7361" y="29710"/>
                  </a:cubicBezTo>
                  <a:cubicBezTo>
                    <a:pt x="7357" y="29705"/>
                    <a:pt x="7358" y="29703"/>
                    <a:pt x="7362" y="29703"/>
                  </a:cubicBezTo>
                  <a:cubicBezTo>
                    <a:pt x="7404" y="29703"/>
                    <a:pt x="7793" y="29921"/>
                    <a:pt x="7811" y="29921"/>
                  </a:cubicBezTo>
                  <a:cubicBezTo>
                    <a:pt x="7814" y="29921"/>
                    <a:pt x="7808" y="29916"/>
                    <a:pt x="7792" y="29905"/>
                  </a:cubicBezTo>
                  <a:lnTo>
                    <a:pt x="7792" y="29905"/>
                  </a:lnTo>
                  <a:lnTo>
                    <a:pt x="7936" y="29989"/>
                  </a:lnTo>
                  <a:lnTo>
                    <a:pt x="8080" y="30065"/>
                  </a:lnTo>
                  <a:lnTo>
                    <a:pt x="8367" y="30226"/>
                  </a:lnTo>
                  <a:cubicBezTo>
                    <a:pt x="8308" y="30201"/>
                    <a:pt x="8257" y="30175"/>
                    <a:pt x="8198" y="30158"/>
                  </a:cubicBezTo>
                  <a:lnTo>
                    <a:pt x="8198" y="30158"/>
                  </a:lnTo>
                  <a:lnTo>
                    <a:pt x="8672" y="30378"/>
                  </a:lnTo>
                  <a:cubicBezTo>
                    <a:pt x="8799" y="30446"/>
                    <a:pt x="8934" y="30497"/>
                    <a:pt x="9069" y="30539"/>
                  </a:cubicBezTo>
                  <a:cubicBezTo>
                    <a:pt x="9109" y="30560"/>
                    <a:pt x="9119" y="30567"/>
                    <a:pt x="9113" y="30567"/>
                  </a:cubicBezTo>
                  <a:cubicBezTo>
                    <a:pt x="9094" y="30567"/>
                    <a:pt x="8921" y="30498"/>
                    <a:pt x="8915" y="30498"/>
                  </a:cubicBezTo>
                  <a:lnTo>
                    <a:pt x="8915" y="30498"/>
                  </a:lnTo>
                  <a:cubicBezTo>
                    <a:pt x="8914" y="30498"/>
                    <a:pt x="8928" y="30505"/>
                    <a:pt x="8968" y="30522"/>
                  </a:cubicBezTo>
                  <a:cubicBezTo>
                    <a:pt x="8816" y="30463"/>
                    <a:pt x="8655" y="30412"/>
                    <a:pt x="8494" y="30370"/>
                  </a:cubicBezTo>
                  <a:lnTo>
                    <a:pt x="8494" y="30370"/>
                  </a:lnTo>
                  <a:cubicBezTo>
                    <a:pt x="8959" y="30607"/>
                    <a:pt x="8773" y="30463"/>
                    <a:pt x="9179" y="30632"/>
                  </a:cubicBezTo>
                  <a:cubicBezTo>
                    <a:pt x="9281" y="30691"/>
                    <a:pt x="9374" y="30734"/>
                    <a:pt x="9475" y="30784"/>
                  </a:cubicBezTo>
                  <a:cubicBezTo>
                    <a:pt x="9519" y="30800"/>
                    <a:pt x="9539" y="30806"/>
                    <a:pt x="9545" y="30806"/>
                  </a:cubicBezTo>
                  <a:cubicBezTo>
                    <a:pt x="9564" y="30806"/>
                    <a:pt x="9423" y="30740"/>
                    <a:pt x="9416" y="30734"/>
                  </a:cubicBezTo>
                  <a:lnTo>
                    <a:pt x="9416" y="30734"/>
                  </a:lnTo>
                  <a:cubicBezTo>
                    <a:pt x="9645" y="30818"/>
                    <a:pt x="9721" y="30869"/>
                    <a:pt x="9890" y="30937"/>
                  </a:cubicBezTo>
                  <a:cubicBezTo>
                    <a:pt x="9839" y="30911"/>
                    <a:pt x="9729" y="30861"/>
                    <a:pt x="9763" y="30861"/>
                  </a:cubicBezTo>
                  <a:lnTo>
                    <a:pt x="9763" y="30861"/>
                  </a:lnTo>
                  <a:cubicBezTo>
                    <a:pt x="10040" y="30986"/>
                    <a:pt x="10317" y="31079"/>
                    <a:pt x="10578" y="31196"/>
                  </a:cubicBezTo>
                  <a:lnTo>
                    <a:pt x="10578" y="31196"/>
                  </a:lnTo>
                  <a:cubicBezTo>
                    <a:pt x="10542" y="31180"/>
                    <a:pt x="10538" y="31173"/>
                    <a:pt x="10554" y="31173"/>
                  </a:cubicBezTo>
                  <a:cubicBezTo>
                    <a:pt x="10587" y="31173"/>
                    <a:pt x="10705" y="31201"/>
                    <a:pt x="10802" y="31225"/>
                  </a:cubicBezTo>
                  <a:lnTo>
                    <a:pt x="10802" y="31225"/>
                  </a:lnTo>
                  <a:cubicBezTo>
                    <a:pt x="10692" y="31242"/>
                    <a:pt x="11315" y="31412"/>
                    <a:pt x="11463" y="31470"/>
                  </a:cubicBezTo>
                  <a:cubicBezTo>
                    <a:pt x="11319" y="31440"/>
                    <a:pt x="11175" y="31388"/>
                    <a:pt x="11161" y="31388"/>
                  </a:cubicBezTo>
                  <a:lnTo>
                    <a:pt x="11161" y="31388"/>
                  </a:lnTo>
                  <a:cubicBezTo>
                    <a:pt x="11155" y="31388"/>
                    <a:pt x="11172" y="31397"/>
                    <a:pt x="11218" y="31419"/>
                  </a:cubicBezTo>
                  <a:cubicBezTo>
                    <a:pt x="10761" y="31300"/>
                    <a:pt x="10956" y="31300"/>
                    <a:pt x="10575" y="31207"/>
                  </a:cubicBezTo>
                  <a:lnTo>
                    <a:pt x="10575" y="31207"/>
                  </a:lnTo>
                  <a:cubicBezTo>
                    <a:pt x="10651" y="31233"/>
                    <a:pt x="10719" y="31267"/>
                    <a:pt x="10787" y="31292"/>
                  </a:cubicBezTo>
                  <a:cubicBezTo>
                    <a:pt x="10617" y="31258"/>
                    <a:pt x="10338" y="31148"/>
                    <a:pt x="10169" y="31106"/>
                  </a:cubicBezTo>
                  <a:lnTo>
                    <a:pt x="10169" y="31106"/>
                  </a:lnTo>
                  <a:cubicBezTo>
                    <a:pt x="10127" y="31131"/>
                    <a:pt x="10448" y="31207"/>
                    <a:pt x="10761" y="31317"/>
                  </a:cubicBezTo>
                  <a:cubicBezTo>
                    <a:pt x="10711" y="31317"/>
                    <a:pt x="10660" y="31309"/>
                    <a:pt x="10609" y="31300"/>
                  </a:cubicBezTo>
                  <a:lnTo>
                    <a:pt x="10609" y="31300"/>
                  </a:lnTo>
                  <a:cubicBezTo>
                    <a:pt x="10829" y="31360"/>
                    <a:pt x="11049" y="31419"/>
                    <a:pt x="11269" y="31470"/>
                  </a:cubicBezTo>
                  <a:cubicBezTo>
                    <a:pt x="11303" y="31472"/>
                    <a:pt x="11326" y="31473"/>
                    <a:pt x="11343" y="31473"/>
                  </a:cubicBezTo>
                  <a:cubicBezTo>
                    <a:pt x="11378" y="31473"/>
                    <a:pt x="11388" y="31470"/>
                    <a:pt x="11409" y="31470"/>
                  </a:cubicBezTo>
                  <a:cubicBezTo>
                    <a:pt x="11442" y="31470"/>
                    <a:pt x="11501" y="31478"/>
                    <a:pt x="11709" y="31520"/>
                  </a:cubicBezTo>
                  <a:cubicBezTo>
                    <a:pt x="11849" y="31581"/>
                    <a:pt x="11949" y="31638"/>
                    <a:pt x="11957" y="31664"/>
                  </a:cubicBezTo>
                  <a:lnTo>
                    <a:pt x="11957" y="31664"/>
                  </a:lnTo>
                  <a:cubicBezTo>
                    <a:pt x="11956" y="31664"/>
                    <a:pt x="11955" y="31664"/>
                    <a:pt x="11954" y="31664"/>
                  </a:cubicBezTo>
                  <a:lnTo>
                    <a:pt x="11954" y="31664"/>
                  </a:lnTo>
                  <a:cubicBezTo>
                    <a:pt x="11955" y="31664"/>
                    <a:pt x="11956" y="31665"/>
                    <a:pt x="11957" y="31665"/>
                  </a:cubicBezTo>
                  <a:lnTo>
                    <a:pt x="11957" y="31665"/>
                  </a:lnTo>
                  <a:cubicBezTo>
                    <a:pt x="11957" y="31665"/>
                    <a:pt x="11957" y="31665"/>
                    <a:pt x="11957" y="31664"/>
                  </a:cubicBezTo>
                  <a:lnTo>
                    <a:pt x="11957" y="31664"/>
                  </a:lnTo>
                  <a:cubicBezTo>
                    <a:pt x="12111" y="31682"/>
                    <a:pt x="12498" y="31766"/>
                    <a:pt x="12927" y="31859"/>
                  </a:cubicBezTo>
                  <a:lnTo>
                    <a:pt x="12732" y="31833"/>
                  </a:lnTo>
                  <a:lnTo>
                    <a:pt x="12732" y="31833"/>
                  </a:lnTo>
                  <a:cubicBezTo>
                    <a:pt x="12944" y="31884"/>
                    <a:pt x="13147" y="31918"/>
                    <a:pt x="13358" y="31943"/>
                  </a:cubicBezTo>
                  <a:cubicBezTo>
                    <a:pt x="13341" y="31943"/>
                    <a:pt x="13367" y="31952"/>
                    <a:pt x="13426" y="31969"/>
                  </a:cubicBezTo>
                  <a:cubicBezTo>
                    <a:pt x="13584" y="31999"/>
                    <a:pt x="13706" y="32014"/>
                    <a:pt x="13765" y="32014"/>
                  </a:cubicBezTo>
                  <a:cubicBezTo>
                    <a:pt x="13820" y="32014"/>
                    <a:pt x="13821" y="32002"/>
                    <a:pt x="13747" y="31977"/>
                  </a:cubicBezTo>
                  <a:lnTo>
                    <a:pt x="13637" y="31969"/>
                  </a:lnTo>
                  <a:lnTo>
                    <a:pt x="13426" y="31893"/>
                  </a:lnTo>
                  <a:cubicBezTo>
                    <a:pt x="13417" y="31897"/>
                    <a:pt x="13401" y="31899"/>
                    <a:pt x="13380" y="31899"/>
                  </a:cubicBezTo>
                  <a:cubicBezTo>
                    <a:pt x="13208" y="31899"/>
                    <a:pt x="12678" y="31759"/>
                    <a:pt x="12369" y="31706"/>
                  </a:cubicBezTo>
                  <a:lnTo>
                    <a:pt x="12369" y="31706"/>
                  </a:lnTo>
                  <a:cubicBezTo>
                    <a:pt x="12622" y="31723"/>
                    <a:pt x="12876" y="31766"/>
                    <a:pt x="13121" y="31842"/>
                  </a:cubicBezTo>
                  <a:lnTo>
                    <a:pt x="13096" y="31808"/>
                  </a:lnTo>
                  <a:lnTo>
                    <a:pt x="13096" y="31808"/>
                  </a:lnTo>
                  <a:cubicBezTo>
                    <a:pt x="13299" y="31859"/>
                    <a:pt x="13511" y="31901"/>
                    <a:pt x="13722" y="31935"/>
                  </a:cubicBezTo>
                  <a:lnTo>
                    <a:pt x="13409" y="31876"/>
                  </a:lnTo>
                  <a:lnTo>
                    <a:pt x="13418" y="31859"/>
                  </a:lnTo>
                  <a:cubicBezTo>
                    <a:pt x="13198" y="31825"/>
                    <a:pt x="12918" y="31783"/>
                    <a:pt x="12724" y="31723"/>
                  </a:cubicBezTo>
                  <a:cubicBezTo>
                    <a:pt x="12445" y="31690"/>
                    <a:pt x="12174" y="31639"/>
                    <a:pt x="11903" y="31554"/>
                  </a:cubicBezTo>
                  <a:lnTo>
                    <a:pt x="11920" y="31554"/>
                  </a:lnTo>
                  <a:cubicBezTo>
                    <a:pt x="11620" y="31531"/>
                    <a:pt x="11146" y="31326"/>
                    <a:pt x="10884" y="31245"/>
                  </a:cubicBezTo>
                  <a:lnTo>
                    <a:pt x="10884" y="31245"/>
                  </a:lnTo>
                  <a:cubicBezTo>
                    <a:pt x="10710" y="31178"/>
                    <a:pt x="10537" y="31096"/>
                    <a:pt x="10364" y="31030"/>
                  </a:cubicBezTo>
                  <a:cubicBezTo>
                    <a:pt x="10008" y="30911"/>
                    <a:pt x="9738" y="30801"/>
                    <a:pt x="9450" y="30683"/>
                  </a:cubicBezTo>
                  <a:cubicBezTo>
                    <a:pt x="9315" y="30632"/>
                    <a:pt x="9171" y="30564"/>
                    <a:pt x="9019" y="30505"/>
                  </a:cubicBezTo>
                  <a:cubicBezTo>
                    <a:pt x="8866" y="30438"/>
                    <a:pt x="8706" y="30361"/>
                    <a:pt x="8528" y="30285"/>
                  </a:cubicBezTo>
                  <a:lnTo>
                    <a:pt x="8579" y="30285"/>
                  </a:lnTo>
                  <a:cubicBezTo>
                    <a:pt x="8435" y="30218"/>
                    <a:pt x="8325" y="30150"/>
                    <a:pt x="8223" y="30099"/>
                  </a:cubicBezTo>
                  <a:cubicBezTo>
                    <a:pt x="8122" y="30040"/>
                    <a:pt x="8037" y="29998"/>
                    <a:pt x="7961" y="29964"/>
                  </a:cubicBezTo>
                  <a:cubicBezTo>
                    <a:pt x="7809" y="29879"/>
                    <a:pt x="7691" y="29828"/>
                    <a:pt x="7589" y="29778"/>
                  </a:cubicBezTo>
                  <a:lnTo>
                    <a:pt x="7420" y="29710"/>
                  </a:lnTo>
                  <a:cubicBezTo>
                    <a:pt x="7369" y="29685"/>
                    <a:pt x="7310" y="29651"/>
                    <a:pt x="7242" y="29617"/>
                  </a:cubicBezTo>
                  <a:cubicBezTo>
                    <a:pt x="7065" y="29524"/>
                    <a:pt x="6895" y="29414"/>
                    <a:pt x="6735" y="29296"/>
                  </a:cubicBezTo>
                  <a:cubicBezTo>
                    <a:pt x="6735" y="29253"/>
                    <a:pt x="6329" y="29016"/>
                    <a:pt x="6388" y="29008"/>
                  </a:cubicBezTo>
                  <a:lnTo>
                    <a:pt x="6388" y="29008"/>
                  </a:lnTo>
                  <a:cubicBezTo>
                    <a:pt x="6521" y="29110"/>
                    <a:pt x="6573" y="29145"/>
                    <a:pt x="6582" y="29145"/>
                  </a:cubicBezTo>
                  <a:cubicBezTo>
                    <a:pt x="6590" y="29145"/>
                    <a:pt x="6564" y="29116"/>
                    <a:pt x="6532" y="29084"/>
                  </a:cubicBezTo>
                  <a:cubicBezTo>
                    <a:pt x="6337" y="28974"/>
                    <a:pt x="6159" y="28847"/>
                    <a:pt x="5990" y="28695"/>
                  </a:cubicBezTo>
                  <a:lnTo>
                    <a:pt x="5990" y="28695"/>
                  </a:lnTo>
                  <a:cubicBezTo>
                    <a:pt x="6008" y="28705"/>
                    <a:pt x="6018" y="28709"/>
                    <a:pt x="6022" y="28709"/>
                  </a:cubicBezTo>
                  <a:cubicBezTo>
                    <a:pt x="6038" y="28709"/>
                    <a:pt x="5998" y="28666"/>
                    <a:pt x="6010" y="28666"/>
                  </a:cubicBezTo>
                  <a:lnTo>
                    <a:pt x="6010" y="28666"/>
                  </a:lnTo>
                  <a:cubicBezTo>
                    <a:pt x="6017" y="28666"/>
                    <a:pt x="6041" y="28681"/>
                    <a:pt x="6105" y="28728"/>
                  </a:cubicBezTo>
                  <a:lnTo>
                    <a:pt x="6105" y="28728"/>
                  </a:lnTo>
                  <a:cubicBezTo>
                    <a:pt x="5935" y="28599"/>
                    <a:pt x="5811" y="28484"/>
                    <a:pt x="5694" y="28390"/>
                  </a:cubicBezTo>
                  <a:cubicBezTo>
                    <a:pt x="5576" y="28289"/>
                    <a:pt x="5474" y="28213"/>
                    <a:pt x="5373" y="28137"/>
                  </a:cubicBezTo>
                  <a:cubicBezTo>
                    <a:pt x="5068" y="27883"/>
                    <a:pt x="5026" y="27832"/>
                    <a:pt x="5000" y="27781"/>
                  </a:cubicBezTo>
                  <a:cubicBezTo>
                    <a:pt x="4975" y="27731"/>
                    <a:pt x="4933" y="27680"/>
                    <a:pt x="4654" y="27401"/>
                  </a:cubicBezTo>
                  <a:lnTo>
                    <a:pt x="4654" y="27401"/>
                  </a:lnTo>
                  <a:cubicBezTo>
                    <a:pt x="4687" y="27426"/>
                    <a:pt x="4713" y="27451"/>
                    <a:pt x="4747" y="27477"/>
                  </a:cubicBezTo>
                  <a:lnTo>
                    <a:pt x="4408" y="27121"/>
                  </a:lnTo>
                  <a:lnTo>
                    <a:pt x="4510" y="27248"/>
                  </a:lnTo>
                  <a:lnTo>
                    <a:pt x="4510" y="27248"/>
                  </a:lnTo>
                  <a:lnTo>
                    <a:pt x="4298" y="27045"/>
                  </a:lnTo>
                  <a:lnTo>
                    <a:pt x="4104" y="26834"/>
                  </a:lnTo>
                  <a:cubicBezTo>
                    <a:pt x="4043" y="26771"/>
                    <a:pt x="4017" y="26748"/>
                    <a:pt x="4012" y="26748"/>
                  </a:cubicBezTo>
                  <a:lnTo>
                    <a:pt x="4012" y="26748"/>
                  </a:lnTo>
                  <a:cubicBezTo>
                    <a:pt x="3996" y="26748"/>
                    <a:pt x="4155" y="26945"/>
                    <a:pt x="4141" y="26945"/>
                  </a:cubicBezTo>
                  <a:cubicBezTo>
                    <a:pt x="4140" y="26945"/>
                    <a:pt x="4139" y="26945"/>
                    <a:pt x="4138" y="26944"/>
                  </a:cubicBezTo>
                  <a:lnTo>
                    <a:pt x="4138" y="26944"/>
                  </a:lnTo>
                  <a:lnTo>
                    <a:pt x="4239" y="27011"/>
                  </a:lnTo>
                  <a:cubicBezTo>
                    <a:pt x="4383" y="27198"/>
                    <a:pt x="4628" y="27426"/>
                    <a:pt x="4645" y="27477"/>
                  </a:cubicBezTo>
                  <a:cubicBezTo>
                    <a:pt x="4552" y="27358"/>
                    <a:pt x="4442" y="27257"/>
                    <a:pt x="4324" y="27172"/>
                  </a:cubicBezTo>
                  <a:lnTo>
                    <a:pt x="4324" y="27172"/>
                  </a:lnTo>
                  <a:lnTo>
                    <a:pt x="4577" y="27434"/>
                  </a:lnTo>
                  <a:lnTo>
                    <a:pt x="4637" y="27536"/>
                  </a:lnTo>
                  <a:cubicBezTo>
                    <a:pt x="4831" y="27747"/>
                    <a:pt x="5043" y="27950"/>
                    <a:pt x="5271" y="28128"/>
                  </a:cubicBezTo>
                  <a:cubicBezTo>
                    <a:pt x="5170" y="28018"/>
                    <a:pt x="5068" y="27976"/>
                    <a:pt x="4992" y="27874"/>
                  </a:cubicBezTo>
                  <a:lnTo>
                    <a:pt x="4992" y="27874"/>
                  </a:lnTo>
                  <a:cubicBezTo>
                    <a:pt x="5060" y="27925"/>
                    <a:pt x="5187" y="28018"/>
                    <a:pt x="5330" y="28145"/>
                  </a:cubicBezTo>
                  <a:cubicBezTo>
                    <a:pt x="5406" y="28204"/>
                    <a:pt x="5483" y="28280"/>
                    <a:pt x="5559" y="28348"/>
                  </a:cubicBezTo>
                  <a:lnTo>
                    <a:pt x="5813" y="28551"/>
                  </a:lnTo>
                  <a:cubicBezTo>
                    <a:pt x="5820" y="28566"/>
                    <a:pt x="5898" y="28632"/>
                    <a:pt x="5884" y="28632"/>
                  </a:cubicBezTo>
                  <a:cubicBezTo>
                    <a:pt x="5882" y="28632"/>
                    <a:pt x="5878" y="28631"/>
                    <a:pt x="5872" y="28627"/>
                  </a:cubicBezTo>
                  <a:cubicBezTo>
                    <a:pt x="5838" y="28602"/>
                    <a:pt x="5804" y="28568"/>
                    <a:pt x="5770" y="28543"/>
                  </a:cubicBezTo>
                  <a:lnTo>
                    <a:pt x="5770" y="28543"/>
                  </a:lnTo>
                  <a:cubicBezTo>
                    <a:pt x="5772" y="28546"/>
                    <a:pt x="5771" y="28548"/>
                    <a:pt x="5769" y="28548"/>
                  </a:cubicBezTo>
                  <a:cubicBezTo>
                    <a:pt x="5761" y="28548"/>
                    <a:pt x="5734" y="28531"/>
                    <a:pt x="5727" y="28531"/>
                  </a:cubicBezTo>
                  <a:lnTo>
                    <a:pt x="5727" y="28531"/>
                  </a:lnTo>
                  <a:cubicBezTo>
                    <a:pt x="5718" y="28531"/>
                    <a:pt x="5746" y="28561"/>
                    <a:pt x="5906" y="28703"/>
                  </a:cubicBezTo>
                  <a:cubicBezTo>
                    <a:pt x="5774" y="28629"/>
                    <a:pt x="5529" y="28466"/>
                    <a:pt x="5517" y="28466"/>
                  </a:cubicBezTo>
                  <a:cubicBezTo>
                    <a:pt x="5517" y="28466"/>
                    <a:pt x="5516" y="28466"/>
                    <a:pt x="5516" y="28467"/>
                  </a:cubicBezTo>
                  <a:cubicBezTo>
                    <a:pt x="5423" y="28390"/>
                    <a:pt x="5313" y="28297"/>
                    <a:pt x="5212" y="28196"/>
                  </a:cubicBezTo>
                  <a:cubicBezTo>
                    <a:pt x="5110" y="28103"/>
                    <a:pt x="5009" y="28018"/>
                    <a:pt x="4941" y="27942"/>
                  </a:cubicBezTo>
                  <a:lnTo>
                    <a:pt x="4941" y="27942"/>
                  </a:lnTo>
                  <a:lnTo>
                    <a:pt x="4958" y="27950"/>
                  </a:lnTo>
                  <a:cubicBezTo>
                    <a:pt x="4882" y="27874"/>
                    <a:pt x="4772" y="27756"/>
                    <a:pt x="4662" y="27663"/>
                  </a:cubicBezTo>
                  <a:cubicBezTo>
                    <a:pt x="4594" y="27595"/>
                    <a:pt x="4535" y="27528"/>
                    <a:pt x="4484" y="27451"/>
                  </a:cubicBezTo>
                  <a:cubicBezTo>
                    <a:pt x="4422" y="27389"/>
                    <a:pt x="4287" y="27250"/>
                    <a:pt x="4277" y="27250"/>
                  </a:cubicBezTo>
                  <a:lnTo>
                    <a:pt x="4277" y="27250"/>
                  </a:lnTo>
                  <a:cubicBezTo>
                    <a:pt x="4272" y="27250"/>
                    <a:pt x="4297" y="27283"/>
                    <a:pt x="4374" y="27375"/>
                  </a:cubicBezTo>
                  <a:lnTo>
                    <a:pt x="4163" y="27164"/>
                  </a:lnTo>
                  <a:lnTo>
                    <a:pt x="3968" y="26935"/>
                  </a:lnTo>
                  <a:lnTo>
                    <a:pt x="3968" y="26935"/>
                  </a:lnTo>
                  <a:cubicBezTo>
                    <a:pt x="3974" y="26938"/>
                    <a:pt x="3977" y="26940"/>
                    <a:pt x="3980" y="26940"/>
                  </a:cubicBezTo>
                  <a:cubicBezTo>
                    <a:pt x="4009" y="26940"/>
                    <a:pt x="3900" y="26786"/>
                    <a:pt x="3921" y="26786"/>
                  </a:cubicBezTo>
                  <a:lnTo>
                    <a:pt x="3921" y="26786"/>
                  </a:lnTo>
                  <a:cubicBezTo>
                    <a:pt x="3933" y="26786"/>
                    <a:pt x="3984" y="26833"/>
                    <a:pt x="4121" y="26978"/>
                  </a:cubicBezTo>
                  <a:lnTo>
                    <a:pt x="4011" y="26851"/>
                  </a:lnTo>
                  <a:cubicBezTo>
                    <a:pt x="3973" y="26808"/>
                    <a:pt x="3925" y="26755"/>
                    <a:pt x="3872" y="26693"/>
                  </a:cubicBezTo>
                  <a:lnTo>
                    <a:pt x="3872" y="26693"/>
                  </a:lnTo>
                  <a:cubicBezTo>
                    <a:pt x="3894" y="26712"/>
                    <a:pt x="3907" y="26721"/>
                    <a:pt x="3912" y="26721"/>
                  </a:cubicBezTo>
                  <a:cubicBezTo>
                    <a:pt x="3921" y="26721"/>
                    <a:pt x="3906" y="26693"/>
                    <a:pt x="3875" y="26648"/>
                  </a:cubicBezTo>
                  <a:cubicBezTo>
                    <a:pt x="3825" y="26572"/>
                    <a:pt x="3732" y="26445"/>
                    <a:pt x="3630" y="26318"/>
                  </a:cubicBezTo>
                  <a:lnTo>
                    <a:pt x="3562" y="26276"/>
                  </a:lnTo>
                  <a:cubicBezTo>
                    <a:pt x="3486" y="26157"/>
                    <a:pt x="3427" y="26064"/>
                    <a:pt x="3359" y="25954"/>
                  </a:cubicBezTo>
                  <a:cubicBezTo>
                    <a:pt x="3300" y="25853"/>
                    <a:pt x="3216" y="25743"/>
                    <a:pt x="3114" y="25590"/>
                  </a:cubicBezTo>
                  <a:lnTo>
                    <a:pt x="2835" y="25252"/>
                  </a:lnTo>
                  <a:lnTo>
                    <a:pt x="2564" y="24897"/>
                  </a:lnTo>
                  <a:cubicBezTo>
                    <a:pt x="2522" y="24829"/>
                    <a:pt x="2471" y="24753"/>
                    <a:pt x="2429" y="24677"/>
                  </a:cubicBezTo>
                  <a:cubicBezTo>
                    <a:pt x="2393" y="24583"/>
                    <a:pt x="2246" y="24330"/>
                    <a:pt x="2266" y="24330"/>
                  </a:cubicBezTo>
                  <a:lnTo>
                    <a:pt x="2266" y="24330"/>
                  </a:lnTo>
                  <a:cubicBezTo>
                    <a:pt x="2270" y="24330"/>
                    <a:pt x="2278" y="24338"/>
                    <a:pt x="2293" y="24355"/>
                  </a:cubicBezTo>
                  <a:cubicBezTo>
                    <a:pt x="2292" y="24351"/>
                    <a:pt x="2293" y="24349"/>
                    <a:pt x="2294" y="24349"/>
                  </a:cubicBezTo>
                  <a:cubicBezTo>
                    <a:pt x="2302" y="24349"/>
                    <a:pt x="2362" y="24449"/>
                    <a:pt x="2429" y="24575"/>
                  </a:cubicBezTo>
                  <a:cubicBezTo>
                    <a:pt x="2431" y="24583"/>
                    <a:pt x="2432" y="24585"/>
                    <a:pt x="2431" y="24585"/>
                  </a:cubicBezTo>
                  <a:cubicBezTo>
                    <a:pt x="2430" y="24585"/>
                    <a:pt x="2428" y="24582"/>
                    <a:pt x="2427" y="24582"/>
                  </a:cubicBezTo>
                  <a:lnTo>
                    <a:pt x="2427" y="24582"/>
                  </a:lnTo>
                  <a:cubicBezTo>
                    <a:pt x="2426" y="24582"/>
                    <a:pt x="2426" y="24584"/>
                    <a:pt x="2429" y="24592"/>
                  </a:cubicBezTo>
                  <a:cubicBezTo>
                    <a:pt x="2440" y="24603"/>
                    <a:pt x="2450" y="24611"/>
                    <a:pt x="2456" y="24611"/>
                  </a:cubicBezTo>
                  <a:cubicBezTo>
                    <a:pt x="2468" y="24611"/>
                    <a:pt x="2464" y="24575"/>
                    <a:pt x="2412" y="24448"/>
                  </a:cubicBezTo>
                  <a:lnTo>
                    <a:pt x="2412" y="24448"/>
                  </a:lnTo>
                  <a:cubicBezTo>
                    <a:pt x="2448" y="24526"/>
                    <a:pt x="2492" y="24604"/>
                    <a:pt x="2539" y="24682"/>
                  </a:cubicBezTo>
                  <a:lnTo>
                    <a:pt x="2539" y="24682"/>
                  </a:lnTo>
                  <a:cubicBezTo>
                    <a:pt x="2523" y="24651"/>
                    <a:pt x="2509" y="24621"/>
                    <a:pt x="2496" y="24592"/>
                  </a:cubicBezTo>
                  <a:lnTo>
                    <a:pt x="2496" y="24592"/>
                  </a:lnTo>
                  <a:cubicBezTo>
                    <a:pt x="2564" y="24727"/>
                    <a:pt x="2683" y="24888"/>
                    <a:pt x="2776" y="25015"/>
                  </a:cubicBezTo>
                  <a:cubicBezTo>
                    <a:pt x="2856" y="25144"/>
                    <a:pt x="2929" y="25227"/>
                    <a:pt x="2943" y="25227"/>
                  </a:cubicBezTo>
                  <a:cubicBezTo>
                    <a:pt x="2944" y="25227"/>
                    <a:pt x="2944" y="25227"/>
                    <a:pt x="2945" y="25227"/>
                  </a:cubicBezTo>
                  <a:cubicBezTo>
                    <a:pt x="2869" y="25167"/>
                    <a:pt x="2793" y="24973"/>
                    <a:pt x="2716" y="24829"/>
                  </a:cubicBezTo>
                  <a:lnTo>
                    <a:pt x="2716" y="24829"/>
                  </a:lnTo>
                  <a:cubicBezTo>
                    <a:pt x="2766" y="24909"/>
                    <a:pt x="2865" y="25048"/>
                    <a:pt x="2872" y="25048"/>
                  </a:cubicBezTo>
                  <a:cubicBezTo>
                    <a:pt x="2874" y="25048"/>
                    <a:pt x="2865" y="25029"/>
                    <a:pt x="2835" y="24981"/>
                  </a:cubicBezTo>
                  <a:cubicBezTo>
                    <a:pt x="2797" y="24938"/>
                    <a:pt x="2622" y="24669"/>
                    <a:pt x="2611" y="24669"/>
                  </a:cubicBezTo>
                  <a:lnTo>
                    <a:pt x="2611" y="24669"/>
                  </a:lnTo>
                  <a:cubicBezTo>
                    <a:pt x="2606" y="24669"/>
                    <a:pt x="2623" y="24704"/>
                    <a:pt x="2674" y="24795"/>
                  </a:cubicBezTo>
                  <a:cubicBezTo>
                    <a:pt x="2564" y="24634"/>
                    <a:pt x="2463" y="24465"/>
                    <a:pt x="2370" y="24288"/>
                  </a:cubicBezTo>
                  <a:lnTo>
                    <a:pt x="2370" y="24288"/>
                  </a:lnTo>
                  <a:cubicBezTo>
                    <a:pt x="2424" y="24377"/>
                    <a:pt x="2441" y="24397"/>
                    <a:pt x="2448" y="24397"/>
                  </a:cubicBezTo>
                  <a:cubicBezTo>
                    <a:pt x="2454" y="24397"/>
                    <a:pt x="2454" y="24385"/>
                    <a:pt x="2461" y="24385"/>
                  </a:cubicBezTo>
                  <a:cubicBezTo>
                    <a:pt x="2465" y="24385"/>
                    <a:pt x="2470" y="24388"/>
                    <a:pt x="2480" y="24398"/>
                  </a:cubicBezTo>
                  <a:cubicBezTo>
                    <a:pt x="2361" y="24228"/>
                    <a:pt x="2344" y="24245"/>
                    <a:pt x="2319" y="24220"/>
                  </a:cubicBezTo>
                  <a:cubicBezTo>
                    <a:pt x="2300" y="24178"/>
                    <a:pt x="2282" y="24138"/>
                    <a:pt x="2265" y="24100"/>
                  </a:cubicBezTo>
                  <a:lnTo>
                    <a:pt x="2265" y="24100"/>
                  </a:lnTo>
                  <a:cubicBezTo>
                    <a:pt x="2269" y="24106"/>
                    <a:pt x="2273" y="24112"/>
                    <a:pt x="2277" y="24118"/>
                  </a:cubicBezTo>
                  <a:cubicBezTo>
                    <a:pt x="2243" y="24032"/>
                    <a:pt x="2192" y="23917"/>
                    <a:pt x="2133" y="23784"/>
                  </a:cubicBezTo>
                  <a:lnTo>
                    <a:pt x="2133" y="23784"/>
                  </a:lnTo>
                  <a:cubicBezTo>
                    <a:pt x="2172" y="23881"/>
                    <a:pt x="2215" y="23984"/>
                    <a:pt x="2265" y="24100"/>
                  </a:cubicBezTo>
                  <a:lnTo>
                    <a:pt x="2265" y="24100"/>
                  </a:lnTo>
                  <a:cubicBezTo>
                    <a:pt x="2013" y="23674"/>
                    <a:pt x="1699" y="22947"/>
                    <a:pt x="1557" y="22706"/>
                  </a:cubicBezTo>
                  <a:lnTo>
                    <a:pt x="1557" y="22706"/>
                  </a:lnTo>
                  <a:cubicBezTo>
                    <a:pt x="1591" y="22816"/>
                    <a:pt x="1735" y="23061"/>
                    <a:pt x="1760" y="23205"/>
                  </a:cubicBezTo>
                  <a:lnTo>
                    <a:pt x="1845" y="23323"/>
                  </a:lnTo>
                  <a:cubicBezTo>
                    <a:pt x="1879" y="23399"/>
                    <a:pt x="1947" y="23526"/>
                    <a:pt x="1997" y="23645"/>
                  </a:cubicBezTo>
                  <a:cubicBezTo>
                    <a:pt x="2040" y="23712"/>
                    <a:pt x="2073" y="23788"/>
                    <a:pt x="2099" y="23873"/>
                  </a:cubicBezTo>
                  <a:lnTo>
                    <a:pt x="1854" y="23433"/>
                  </a:lnTo>
                  <a:cubicBezTo>
                    <a:pt x="1786" y="23332"/>
                    <a:pt x="1744" y="23247"/>
                    <a:pt x="1684" y="23146"/>
                  </a:cubicBezTo>
                  <a:cubicBezTo>
                    <a:pt x="1676" y="23146"/>
                    <a:pt x="1659" y="23103"/>
                    <a:pt x="1634" y="23036"/>
                  </a:cubicBezTo>
                  <a:cubicBezTo>
                    <a:pt x="1574" y="22900"/>
                    <a:pt x="1490" y="22689"/>
                    <a:pt x="1431" y="22570"/>
                  </a:cubicBezTo>
                  <a:cubicBezTo>
                    <a:pt x="1409" y="22502"/>
                    <a:pt x="1407" y="22481"/>
                    <a:pt x="1413" y="22481"/>
                  </a:cubicBezTo>
                  <a:lnTo>
                    <a:pt x="1413" y="22481"/>
                  </a:lnTo>
                  <a:cubicBezTo>
                    <a:pt x="1421" y="22481"/>
                    <a:pt x="1443" y="22518"/>
                    <a:pt x="1448" y="22528"/>
                  </a:cubicBezTo>
                  <a:cubicBezTo>
                    <a:pt x="1363" y="22257"/>
                    <a:pt x="1261" y="22037"/>
                    <a:pt x="1177" y="21809"/>
                  </a:cubicBezTo>
                  <a:cubicBezTo>
                    <a:pt x="1135" y="21691"/>
                    <a:pt x="1084" y="21581"/>
                    <a:pt x="1041" y="21454"/>
                  </a:cubicBezTo>
                  <a:cubicBezTo>
                    <a:pt x="999" y="21335"/>
                    <a:pt x="965" y="21200"/>
                    <a:pt x="923" y="21056"/>
                  </a:cubicBezTo>
                  <a:cubicBezTo>
                    <a:pt x="923" y="20980"/>
                    <a:pt x="906" y="20904"/>
                    <a:pt x="889" y="20836"/>
                  </a:cubicBezTo>
                  <a:cubicBezTo>
                    <a:pt x="877" y="20761"/>
                    <a:pt x="864" y="20700"/>
                    <a:pt x="869" y="20700"/>
                  </a:cubicBezTo>
                  <a:lnTo>
                    <a:pt x="869" y="20700"/>
                  </a:lnTo>
                  <a:cubicBezTo>
                    <a:pt x="870" y="20700"/>
                    <a:pt x="874" y="20708"/>
                    <a:pt x="881" y="20726"/>
                  </a:cubicBezTo>
                  <a:cubicBezTo>
                    <a:pt x="838" y="20557"/>
                    <a:pt x="796" y="20430"/>
                    <a:pt x="762" y="20312"/>
                  </a:cubicBezTo>
                  <a:cubicBezTo>
                    <a:pt x="728" y="20193"/>
                    <a:pt x="703" y="20092"/>
                    <a:pt x="669" y="19982"/>
                  </a:cubicBezTo>
                  <a:cubicBezTo>
                    <a:pt x="661" y="19889"/>
                    <a:pt x="644" y="19804"/>
                    <a:pt x="627" y="19720"/>
                  </a:cubicBezTo>
                  <a:cubicBezTo>
                    <a:pt x="615" y="19649"/>
                    <a:pt x="607" y="19590"/>
                    <a:pt x="613" y="19590"/>
                  </a:cubicBezTo>
                  <a:lnTo>
                    <a:pt x="613" y="19590"/>
                  </a:lnTo>
                  <a:cubicBezTo>
                    <a:pt x="615" y="19590"/>
                    <a:pt x="619" y="19601"/>
                    <a:pt x="627" y="19626"/>
                  </a:cubicBezTo>
                  <a:lnTo>
                    <a:pt x="542" y="19313"/>
                  </a:lnTo>
                  <a:cubicBezTo>
                    <a:pt x="534" y="19254"/>
                    <a:pt x="525" y="19187"/>
                    <a:pt x="509" y="19110"/>
                  </a:cubicBezTo>
                  <a:lnTo>
                    <a:pt x="483" y="18882"/>
                  </a:lnTo>
                  <a:cubicBezTo>
                    <a:pt x="458" y="18772"/>
                    <a:pt x="449" y="18671"/>
                    <a:pt x="449" y="18561"/>
                  </a:cubicBezTo>
                  <a:cubicBezTo>
                    <a:pt x="416" y="18316"/>
                    <a:pt x="407" y="18492"/>
                    <a:pt x="390" y="18165"/>
                  </a:cubicBezTo>
                  <a:lnTo>
                    <a:pt x="390" y="18165"/>
                  </a:lnTo>
                  <a:cubicBezTo>
                    <a:pt x="390" y="18165"/>
                    <a:pt x="390" y="18165"/>
                    <a:pt x="390" y="18165"/>
                  </a:cubicBezTo>
                  <a:cubicBezTo>
                    <a:pt x="391" y="18165"/>
                    <a:pt x="393" y="18169"/>
                    <a:pt x="399" y="18214"/>
                  </a:cubicBezTo>
                  <a:cubicBezTo>
                    <a:pt x="399" y="18138"/>
                    <a:pt x="382" y="18011"/>
                    <a:pt x="373" y="17884"/>
                  </a:cubicBezTo>
                  <a:cubicBezTo>
                    <a:pt x="365" y="17748"/>
                    <a:pt x="356" y="17613"/>
                    <a:pt x="339" y="17537"/>
                  </a:cubicBezTo>
                  <a:lnTo>
                    <a:pt x="339" y="17537"/>
                  </a:lnTo>
                  <a:cubicBezTo>
                    <a:pt x="348" y="17774"/>
                    <a:pt x="339" y="17596"/>
                    <a:pt x="348" y="17875"/>
                  </a:cubicBezTo>
                  <a:cubicBezTo>
                    <a:pt x="314" y="17664"/>
                    <a:pt x="297" y="17452"/>
                    <a:pt x="297" y="17232"/>
                  </a:cubicBezTo>
                  <a:lnTo>
                    <a:pt x="297" y="17232"/>
                  </a:lnTo>
                  <a:cubicBezTo>
                    <a:pt x="308" y="17332"/>
                    <a:pt x="316" y="17368"/>
                    <a:pt x="321" y="17368"/>
                  </a:cubicBezTo>
                  <a:cubicBezTo>
                    <a:pt x="336" y="17368"/>
                    <a:pt x="331" y="17060"/>
                    <a:pt x="340" y="17060"/>
                  </a:cubicBezTo>
                  <a:cubicBezTo>
                    <a:pt x="342" y="17060"/>
                    <a:pt x="345" y="17071"/>
                    <a:pt x="348" y="17097"/>
                  </a:cubicBezTo>
                  <a:cubicBezTo>
                    <a:pt x="339" y="16403"/>
                    <a:pt x="314" y="16006"/>
                    <a:pt x="322" y="15422"/>
                  </a:cubicBezTo>
                  <a:cubicBezTo>
                    <a:pt x="339" y="15261"/>
                    <a:pt x="356" y="15075"/>
                    <a:pt x="382" y="14898"/>
                  </a:cubicBezTo>
                  <a:cubicBezTo>
                    <a:pt x="407" y="14712"/>
                    <a:pt x="424" y="14525"/>
                    <a:pt x="458" y="14348"/>
                  </a:cubicBezTo>
                  <a:cubicBezTo>
                    <a:pt x="483" y="14170"/>
                    <a:pt x="517" y="13993"/>
                    <a:pt x="542" y="13832"/>
                  </a:cubicBezTo>
                  <a:cubicBezTo>
                    <a:pt x="568" y="13671"/>
                    <a:pt x="602" y="13519"/>
                    <a:pt x="627" y="13383"/>
                  </a:cubicBezTo>
                  <a:lnTo>
                    <a:pt x="627" y="13383"/>
                  </a:lnTo>
                  <a:lnTo>
                    <a:pt x="610" y="13451"/>
                  </a:lnTo>
                  <a:lnTo>
                    <a:pt x="661" y="13138"/>
                  </a:lnTo>
                  <a:cubicBezTo>
                    <a:pt x="712" y="12960"/>
                    <a:pt x="703" y="13138"/>
                    <a:pt x="762" y="12867"/>
                  </a:cubicBezTo>
                  <a:lnTo>
                    <a:pt x="762" y="12867"/>
                  </a:lnTo>
                  <a:cubicBezTo>
                    <a:pt x="754" y="12969"/>
                    <a:pt x="728" y="13079"/>
                    <a:pt x="703" y="13180"/>
                  </a:cubicBezTo>
                  <a:cubicBezTo>
                    <a:pt x="669" y="13324"/>
                    <a:pt x="627" y="13493"/>
                    <a:pt x="610" y="13637"/>
                  </a:cubicBezTo>
                  <a:cubicBezTo>
                    <a:pt x="638" y="13538"/>
                    <a:pt x="652" y="13501"/>
                    <a:pt x="656" y="13501"/>
                  </a:cubicBezTo>
                  <a:lnTo>
                    <a:pt x="656" y="13501"/>
                  </a:lnTo>
                  <a:cubicBezTo>
                    <a:pt x="662" y="13501"/>
                    <a:pt x="650" y="13572"/>
                    <a:pt x="635" y="13646"/>
                  </a:cubicBezTo>
                  <a:cubicBezTo>
                    <a:pt x="624" y="13741"/>
                    <a:pt x="612" y="13848"/>
                    <a:pt x="617" y="13848"/>
                  </a:cubicBezTo>
                  <a:cubicBezTo>
                    <a:pt x="620" y="13848"/>
                    <a:pt x="625" y="13829"/>
                    <a:pt x="635" y="13781"/>
                  </a:cubicBezTo>
                  <a:cubicBezTo>
                    <a:pt x="652" y="13561"/>
                    <a:pt x="686" y="13341"/>
                    <a:pt x="754" y="13130"/>
                  </a:cubicBezTo>
                  <a:cubicBezTo>
                    <a:pt x="822" y="12842"/>
                    <a:pt x="915" y="12529"/>
                    <a:pt x="965" y="12318"/>
                  </a:cubicBezTo>
                  <a:cubicBezTo>
                    <a:pt x="999" y="12210"/>
                    <a:pt x="1012" y="12173"/>
                    <a:pt x="1015" y="12173"/>
                  </a:cubicBezTo>
                  <a:lnTo>
                    <a:pt x="1015" y="12173"/>
                  </a:lnTo>
                  <a:cubicBezTo>
                    <a:pt x="1016" y="12173"/>
                    <a:pt x="1016" y="12174"/>
                    <a:pt x="1016" y="12176"/>
                  </a:cubicBezTo>
                  <a:lnTo>
                    <a:pt x="1016" y="12176"/>
                  </a:lnTo>
                  <a:lnTo>
                    <a:pt x="1016" y="12174"/>
                  </a:lnTo>
                  <a:cubicBezTo>
                    <a:pt x="1063" y="12024"/>
                    <a:pt x="1089" y="11970"/>
                    <a:pt x="1105" y="11970"/>
                  </a:cubicBezTo>
                  <a:cubicBezTo>
                    <a:pt x="1107" y="11970"/>
                    <a:pt x="1108" y="11970"/>
                    <a:pt x="1109" y="11971"/>
                  </a:cubicBezTo>
                  <a:cubicBezTo>
                    <a:pt x="1253" y="11548"/>
                    <a:pt x="1431" y="11066"/>
                    <a:pt x="1557" y="10702"/>
                  </a:cubicBezTo>
                  <a:lnTo>
                    <a:pt x="1557" y="10702"/>
                  </a:lnTo>
                  <a:cubicBezTo>
                    <a:pt x="1503" y="10841"/>
                    <a:pt x="1485" y="10880"/>
                    <a:pt x="1480" y="10880"/>
                  </a:cubicBezTo>
                  <a:cubicBezTo>
                    <a:pt x="1473" y="10880"/>
                    <a:pt x="1490" y="10813"/>
                    <a:pt x="1483" y="10813"/>
                  </a:cubicBezTo>
                  <a:lnTo>
                    <a:pt x="1483" y="10813"/>
                  </a:lnTo>
                  <a:cubicBezTo>
                    <a:pt x="1477" y="10813"/>
                    <a:pt x="1458" y="10850"/>
                    <a:pt x="1405" y="10981"/>
                  </a:cubicBezTo>
                  <a:cubicBezTo>
                    <a:pt x="1448" y="10846"/>
                    <a:pt x="1566" y="10550"/>
                    <a:pt x="1684" y="10279"/>
                  </a:cubicBezTo>
                  <a:lnTo>
                    <a:pt x="1684" y="10279"/>
                  </a:lnTo>
                  <a:cubicBezTo>
                    <a:pt x="1662" y="10332"/>
                    <a:pt x="1657" y="10350"/>
                    <a:pt x="1660" y="10350"/>
                  </a:cubicBezTo>
                  <a:cubicBezTo>
                    <a:pt x="1668" y="10350"/>
                    <a:pt x="1718" y="10262"/>
                    <a:pt x="1726" y="10262"/>
                  </a:cubicBezTo>
                  <a:lnTo>
                    <a:pt x="1726" y="10262"/>
                  </a:lnTo>
                  <a:cubicBezTo>
                    <a:pt x="1732" y="10262"/>
                    <a:pt x="1710" y="10319"/>
                    <a:pt x="1617" y="10524"/>
                  </a:cubicBezTo>
                  <a:cubicBezTo>
                    <a:pt x="1659" y="10465"/>
                    <a:pt x="1693" y="10397"/>
                    <a:pt x="1710" y="10321"/>
                  </a:cubicBezTo>
                  <a:cubicBezTo>
                    <a:pt x="1752" y="10228"/>
                    <a:pt x="1803" y="10110"/>
                    <a:pt x="1862" y="9983"/>
                  </a:cubicBezTo>
                  <a:lnTo>
                    <a:pt x="1862" y="9983"/>
                  </a:lnTo>
                  <a:cubicBezTo>
                    <a:pt x="1813" y="10113"/>
                    <a:pt x="1702" y="10390"/>
                    <a:pt x="1708" y="10390"/>
                  </a:cubicBezTo>
                  <a:cubicBezTo>
                    <a:pt x="1709" y="10390"/>
                    <a:pt x="1709" y="10390"/>
                    <a:pt x="1710" y="10389"/>
                  </a:cubicBezTo>
                  <a:cubicBezTo>
                    <a:pt x="1752" y="10270"/>
                    <a:pt x="1803" y="10143"/>
                    <a:pt x="1862" y="10025"/>
                  </a:cubicBezTo>
                  <a:lnTo>
                    <a:pt x="1964" y="9814"/>
                  </a:lnTo>
                  <a:lnTo>
                    <a:pt x="2073" y="9602"/>
                  </a:lnTo>
                  <a:cubicBezTo>
                    <a:pt x="2150" y="9467"/>
                    <a:pt x="2217" y="9340"/>
                    <a:pt x="2277" y="9238"/>
                  </a:cubicBezTo>
                  <a:cubicBezTo>
                    <a:pt x="2319" y="9162"/>
                    <a:pt x="2361" y="9095"/>
                    <a:pt x="2395" y="9018"/>
                  </a:cubicBezTo>
                  <a:lnTo>
                    <a:pt x="2496" y="8782"/>
                  </a:lnTo>
                  <a:cubicBezTo>
                    <a:pt x="2539" y="8697"/>
                    <a:pt x="2590" y="8604"/>
                    <a:pt x="2632" y="8519"/>
                  </a:cubicBezTo>
                  <a:lnTo>
                    <a:pt x="2776" y="8240"/>
                  </a:lnTo>
                  <a:lnTo>
                    <a:pt x="2928" y="7978"/>
                  </a:lnTo>
                  <a:cubicBezTo>
                    <a:pt x="2987" y="7902"/>
                    <a:pt x="3038" y="7826"/>
                    <a:pt x="3089" y="7741"/>
                  </a:cubicBezTo>
                  <a:lnTo>
                    <a:pt x="3266" y="7496"/>
                  </a:lnTo>
                  <a:lnTo>
                    <a:pt x="3452" y="7250"/>
                  </a:lnTo>
                  <a:cubicBezTo>
                    <a:pt x="3520" y="7166"/>
                    <a:pt x="3579" y="7081"/>
                    <a:pt x="3647" y="6997"/>
                  </a:cubicBezTo>
                  <a:lnTo>
                    <a:pt x="3647" y="6997"/>
                  </a:lnTo>
                  <a:lnTo>
                    <a:pt x="3613" y="7064"/>
                  </a:lnTo>
                  <a:cubicBezTo>
                    <a:pt x="3689" y="6971"/>
                    <a:pt x="3774" y="6844"/>
                    <a:pt x="3875" y="6709"/>
                  </a:cubicBezTo>
                  <a:cubicBezTo>
                    <a:pt x="3977" y="6582"/>
                    <a:pt x="4095" y="6438"/>
                    <a:pt x="4205" y="6303"/>
                  </a:cubicBezTo>
                  <a:lnTo>
                    <a:pt x="4273" y="6252"/>
                  </a:lnTo>
                  <a:lnTo>
                    <a:pt x="4586" y="5880"/>
                  </a:lnTo>
                  <a:cubicBezTo>
                    <a:pt x="4713" y="5736"/>
                    <a:pt x="4848" y="5584"/>
                    <a:pt x="4975" y="5449"/>
                  </a:cubicBezTo>
                  <a:cubicBezTo>
                    <a:pt x="4975" y="5448"/>
                    <a:pt x="4974" y="5448"/>
                    <a:pt x="4974" y="5448"/>
                  </a:cubicBezTo>
                  <a:cubicBezTo>
                    <a:pt x="4957" y="5448"/>
                    <a:pt x="4821" y="5594"/>
                    <a:pt x="4810" y="5594"/>
                  </a:cubicBezTo>
                  <a:cubicBezTo>
                    <a:pt x="4807" y="5594"/>
                    <a:pt x="4813" y="5584"/>
                    <a:pt x="4831" y="5559"/>
                  </a:cubicBezTo>
                  <a:lnTo>
                    <a:pt x="4831" y="5559"/>
                  </a:lnTo>
                  <a:cubicBezTo>
                    <a:pt x="4727" y="5670"/>
                    <a:pt x="4629" y="5776"/>
                    <a:pt x="4648" y="5776"/>
                  </a:cubicBezTo>
                  <a:cubicBezTo>
                    <a:pt x="4650" y="5776"/>
                    <a:pt x="4655" y="5774"/>
                    <a:pt x="4662" y="5770"/>
                  </a:cubicBezTo>
                  <a:lnTo>
                    <a:pt x="4662" y="5770"/>
                  </a:lnTo>
                  <a:cubicBezTo>
                    <a:pt x="4535" y="5897"/>
                    <a:pt x="4518" y="5897"/>
                    <a:pt x="4408" y="6007"/>
                  </a:cubicBezTo>
                  <a:cubicBezTo>
                    <a:pt x="4561" y="5821"/>
                    <a:pt x="4721" y="5643"/>
                    <a:pt x="4874" y="5457"/>
                  </a:cubicBezTo>
                  <a:cubicBezTo>
                    <a:pt x="4890" y="5440"/>
                    <a:pt x="4916" y="5423"/>
                    <a:pt x="4933" y="5406"/>
                  </a:cubicBezTo>
                  <a:lnTo>
                    <a:pt x="4950" y="5347"/>
                  </a:lnTo>
                  <a:cubicBezTo>
                    <a:pt x="5053" y="5244"/>
                    <a:pt x="5102" y="5199"/>
                    <a:pt x="5112" y="5199"/>
                  </a:cubicBezTo>
                  <a:lnTo>
                    <a:pt x="5112" y="5199"/>
                  </a:lnTo>
                  <a:cubicBezTo>
                    <a:pt x="5115" y="5199"/>
                    <a:pt x="5114" y="5204"/>
                    <a:pt x="5110" y="5212"/>
                  </a:cubicBezTo>
                  <a:cubicBezTo>
                    <a:pt x="5313" y="4958"/>
                    <a:pt x="5542" y="4721"/>
                    <a:pt x="5770" y="4501"/>
                  </a:cubicBezTo>
                  <a:lnTo>
                    <a:pt x="5770" y="4501"/>
                  </a:lnTo>
                  <a:cubicBezTo>
                    <a:pt x="5676" y="4623"/>
                    <a:pt x="5570" y="4744"/>
                    <a:pt x="5458" y="4857"/>
                  </a:cubicBezTo>
                  <a:lnTo>
                    <a:pt x="5458" y="4857"/>
                  </a:lnTo>
                  <a:lnTo>
                    <a:pt x="5719" y="4603"/>
                  </a:lnTo>
                  <a:lnTo>
                    <a:pt x="5719" y="4603"/>
                  </a:lnTo>
                  <a:cubicBezTo>
                    <a:pt x="5643" y="4696"/>
                    <a:pt x="5457" y="4873"/>
                    <a:pt x="5305" y="5042"/>
                  </a:cubicBezTo>
                  <a:cubicBezTo>
                    <a:pt x="5177" y="5186"/>
                    <a:pt x="5069" y="5302"/>
                    <a:pt x="5095" y="5302"/>
                  </a:cubicBezTo>
                  <a:cubicBezTo>
                    <a:pt x="5098" y="5302"/>
                    <a:pt x="5103" y="5300"/>
                    <a:pt x="5110" y="5296"/>
                  </a:cubicBezTo>
                  <a:cubicBezTo>
                    <a:pt x="5457" y="4890"/>
                    <a:pt x="6016" y="4349"/>
                    <a:pt x="6345" y="4019"/>
                  </a:cubicBezTo>
                  <a:cubicBezTo>
                    <a:pt x="6464" y="3926"/>
                    <a:pt x="6582" y="3833"/>
                    <a:pt x="6692" y="3731"/>
                  </a:cubicBezTo>
                  <a:cubicBezTo>
                    <a:pt x="6819" y="3613"/>
                    <a:pt x="6971" y="3486"/>
                    <a:pt x="7141" y="3368"/>
                  </a:cubicBezTo>
                  <a:cubicBezTo>
                    <a:pt x="7171" y="3343"/>
                    <a:pt x="7231" y="3302"/>
                    <a:pt x="7245" y="3302"/>
                  </a:cubicBezTo>
                  <a:lnTo>
                    <a:pt x="7245" y="3302"/>
                  </a:lnTo>
                  <a:cubicBezTo>
                    <a:pt x="7250" y="3302"/>
                    <a:pt x="7248" y="3308"/>
                    <a:pt x="7234" y="3325"/>
                  </a:cubicBezTo>
                  <a:lnTo>
                    <a:pt x="7149" y="3393"/>
                  </a:lnTo>
                  <a:cubicBezTo>
                    <a:pt x="7581" y="3071"/>
                    <a:pt x="8063" y="2682"/>
                    <a:pt x="8460" y="2412"/>
                  </a:cubicBezTo>
                  <a:lnTo>
                    <a:pt x="8680" y="2302"/>
                  </a:lnTo>
                  <a:cubicBezTo>
                    <a:pt x="8972" y="2126"/>
                    <a:pt x="8994" y="2102"/>
                    <a:pt x="8971" y="2102"/>
                  </a:cubicBezTo>
                  <a:cubicBezTo>
                    <a:pt x="8962" y="2102"/>
                    <a:pt x="8947" y="2105"/>
                    <a:pt x="8938" y="2105"/>
                  </a:cubicBezTo>
                  <a:cubicBezTo>
                    <a:pt x="8913" y="2105"/>
                    <a:pt x="8930" y="2080"/>
                    <a:pt x="9239" y="1887"/>
                  </a:cubicBezTo>
                  <a:cubicBezTo>
                    <a:pt x="9332" y="1853"/>
                    <a:pt x="9552" y="1726"/>
                    <a:pt x="9763" y="1616"/>
                  </a:cubicBezTo>
                  <a:cubicBezTo>
                    <a:pt x="9898" y="1532"/>
                    <a:pt x="10042" y="1464"/>
                    <a:pt x="10186" y="1405"/>
                  </a:cubicBezTo>
                  <a:cubicBezTo>
                    <a:pt x="10330" y="1320"/>
                    <a:pt x="10389" y="1295"/>
                    <a:pt x="10398" y="1270"/>
                  </a:cubicBezTo>
                  <a:lnTo>
                    <a:pt x="10398" y="1270"/>
                  </a:lnTo>
                  <a:cubicBezTo>
                    <a:pt x="10302" y="1308"/>
                    <a:pt x="10124" y="1409"/>
                    <a:pt x="10105" y="1409"/>
                  </a:cubicBezTo>
                  <a:cubicBezTo>
                    <a:pt x="10098" y="1409"/>
                    <a:pt x="10108" y="1398"/>
                    <a:pt x="10144" y="1371"/>
                  </a:cubicBezTo>
                  <a:cubicBezTo>
                    <a:pt x="10398" y="1236"/>
                    <a:pt x="10524" y="1193"/>
                    <a:pt x="10736" y="1084"/>
                  </a:cubicBezTo>
                  <a:lnTo>
                    <a:pt x="10736" y="1084"/>
                  </a:lnTo>
                  <a:cubicBezTo>
                    <a:pt x="10722" y="1097"/>
                    <a:pt x="10632" y="1154"/>
                    <a:pt x="10637" y="1154"/>
                  </a:cubicBezTo>
                  <a:cubicBezTo>
                    <a:pt x="10638" y="1154"/>
                    <a:pt x="10645" y="1151"/>
                    <a:pt x="10660" y="1143"/>
                  </a:cubicBezTo>
                  <a:cubicBezTo>
                    <a:pt x="10787" y="1075"/>
                    <a:pt x="10939" y="1007"/>
                    <a:pt x="11108" y="923"/>
                  </a:cubicBezTo>
                  <a:cubicBezTo>
                    <a:pt x="11269" y="847"/>
                    <a:pt x="11447" y="762"/>
                    <a:pt x="11633" y="686"/>
                  </a:cubicBezTo>
                  <a:lnTo>
                    <a:pt x="11903" y="567"/>
                  </a:lnTo>
                  <a:lnTo>
                    <a:pt x="12166" y="458"/>
                  </a:lnTo>
                  <a:lnTo>
                    <a:pt x="12605" y="271"/>
                  </a:lnTo>
                  <a:lnTo>
                    <a:pt x="12605" y="271"/>
                  </a:lnTo>
                  <a:cubicBezTo>
                    <a:pt x="12419" y="339"/>
                    <a:pt x="12402" y="364"/>
                    <a:pt x="12149" y="449"/>
                  </a:cubicBezTo>
                  <a:cubicBezTo>
                    <a:pt x="12208" y="415"/>
                    <a:pt x="12267" y="381"/>
                    <a:pt x="12335" y="356"/>
                  </a:cubicBezTo>
                  <a:cubicBezTo>
                    <a:pt x="12333" y="356"/>
                    <a:pt x="12332" y="356"/>
                    <a:pt x="12330" y="356"/>
                  </a:cubicBezTo>
                  <a:cubicBezTo>
                    <a:pt x="12279" y="356"/>
                    <a:pt x="12072" y="477"/>
                    <a:pt x="11810" y="559"/>
                  </a:cubicBezTo>
                  <a:cubicBezTo>
                    <a:pt x="11946" y="491"/>
                    <a:pt x="12089" y="424"/>
                    <a:pt x="12233" y="356"/>
                  </a:cubicBezTo>
                  <a:lnTo>
                    <a:pt x="12233" y="356"/>
                  </a:lnTo>
                  <a:lnTo>
                    <a:pt x="11979" y="432"/>
                  </a:lnTo>
                  <a:cubicBezTo>
                    <a:pt x="12140" y="356"/>
                    <a:pt x="12301" y="280"/>
                    <a:pt x="12470" y="212"/>
                  </a:cubicBezTo>
                  <a:lnTo>
                    <a:pt x="1296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2"/>
            <p:cNvSpPr/>
            <p:nvPr/>
          </p:nvSpPr>
          <p:spPr>
            <a:xfrm>
              <a:off x="2251071" y="2159506"/>
              <a:ext cx="29708" cy="5417"/>
            </a:xfrm>
            <a:custGeom>
              <a:rect b="b" l="l" r="r" t="t"/>
              <a:pathLst>
                <a:path extrusionOk="0" h="68" w="508">
                  <a:moveTo>
                    <a:pt x="457" y="0"/>
                  </a:moveTo>
                  <a:lnTo>
                    <a:pt x="457" y="0"/>
                  </a:lnTo>
                  <a:cubicBezTo>
                    <a:pt x="465" y="26"/>
                    <a:pt x="0" y="51"/>
                    <a:pt x="152" y="68"/>
                  </a:cubicBezTo>
                  <a:cubicBezTo>
                    <a:pt x="254" y="43"/>
                    <a:pt x="508" y="17"/>
                    <a:pt x="45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2"/>
            <p:cNvSpPr/>
            <p:nvPr/>
          </p:nvSpPr>
          <p:spPr>
            <a:xfrm>
              <a:off x="2266394" y="2161497"/>
              <a:ext cx="18363" cy="3425"/>
            </a:xfrm>
            <a:custGeom>
              <a:rect b="b" l="l" r="r" t="t"/>
              <a:pathLst>
                <a:path extrusionOk="0" h="43" w="314">
                  <a:moveTo>
                    <a:pt x="313" y="1"/>
                  </a:moveTo>
                  <a:cubicBezTo>
                    <a:pt x="298" y="3"/>
                    <a:pt x="285" y="5"/>
                    <a:pt x="274" y="7"/>
                  </a:cubicBezTo>
                  <a:lnTo>
                    <a:pt x="274" y="7"/>
                  </a:lnTo>
                  <a:cubicBezTo>
                    <a:pt x="287" y="5"/>
                    <a:pt x="300" y="3"/>
                    <a:pt x="313" y="1"/>
                  </a:cubicBezTo>
                  <a:close/>
                  <a:moveTo>
                    <a:pt x="274" y="7"/>
                  </a:moveTo>
                  <a:cubicBezTo>
                    <a:pt x="184" y="20"/>
                    <a:pt x="89" y="28"/>
                    <a:pt x="0" y="43"/>
                  </a:cubicBezTo>
                  <a:lnTo>
                    <a:pt x="195" y="26"/>
                  </a:lnTo>
                  <a:cubicBezTo>
                    <a:pt x="210" y="26"/>
                    <a:pt x="199" y="20"/>
                    <a:pt x="274" y="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2"/>
            <p:cNvSpPr/>
            <p:nvPr/>
          </p:nvSpPr>
          <p:spPr>
            <a:xfrm>
              <a:off x="2297038" y="2162851"/>
              <a:ext cx="58480" cy="13542"/>
            </a:xfrm>
            <a:custGeom>
              <a:rect b="b" l="l" r="r" t="t"/>
              <a:pathLst>
                <a:path extrusionOk="0" h="170" w="1000">
                  <a:moveTo>
                    <a:pt x="999" y="1"/>
                  </a:moveTo>
                  <a:cubicBezTo>
                    <a:pt x="805" y="1"/>
                    <a:pt x="18" y="85"/>
                    <a:pt x="9" y="127"/>
                  </a:cubicBezTo>
                  <a:cubicBezTo>
                    <a:pt x="179" y="85"/>
                    <a:pt x="356" y="60"/>
                    <a:pt x="534" y="43"/>
                  </a:cubicBezTo>
                  <a:lnTo>
                    <a:pt x="534" y="43"/>
                  </a:lnTo>
                  <a:cubicBezTo>
                    <a:pt x="635" y="85"/>
                    <a:pt x="111" y="102"/>
                    <a:pt x="1" y="170"/>
                  </a:cubicBezTo>
                  <a:cubicBezTo>
                    <a:pt x="475" y="119"/>
                    <a:pt x="610" y="51"/>
                    <a:pt x="99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2"/>
            <p:cNvSpPr/>
            <p:nvPr/>
          </p:nvSpPr>
          <p:spPr>
            <a:xfrm>
              <a:off x="2284172" y="2177031"/>
              <a:ext cx="16901" cy="3425"/>
            </a:xfrm>
            <a:custGeom>
              <a:rect b="b" l="l" r="r" t="t"/>
              <a:pathLst>
                <a:path extrusionOk="0" h="43" w="289">
                  <a:moveTo>
                    <a:pt x="263" y="0"/>
                  </a:moveTo>
                  <a:lnTo>
                    <a:pt x="1" y="42"/>
                  </a:lnTo>
                  <a:lnTo>
                    <a:pt x="26" y="42"/>
                  </a:lnTo>
                  <a:lnTo>
                    <a:pt x="28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2"/>
            <p:cNvSpPr/>
            <p:nvPr/>
          </p:nvSpPr>
          <p:spPr>
            <a:xfrm>
              <a:off x="1936907" y="2174721"/>
              <a:ext cx="15907" cy="1673"/>
            </a:xfrm>
            <a:custGeom>
              <a:rect b="b" l="l" r="r" t="t"/>
              <a:pathLst>
                <a:path extrusionOk="0" h="21" w="272">
                  <a:moveTo>
                    <a:pt x="197" y="0"/>
                  </a:moveTo>
                  <a:cubicBezTo>
                    <a:pt x="129" y="0"/>
                    <a:pt x="62" y="8"/>
                    <a:pt x="0" y="21"/>
                  </a:cubicBezTo>
                  <a:cubicBezTo>
                    <a:pt x="85" y="21"/>
                    <a:pt x="178" y="12"/>
                    <a:pt x="271" y="4"/>
                  </a:cubicBezTo>
                  <a:cubicBezTo>
                    <a:pt x="246" y="2"/>
                    <a:pt x="221" y="0"/>
                    <a:pt x="19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2"/>
            <p:cNvSpPr/>
            <p:nvPr/>
          </p:nvSpPr>
          <p:spPr>
            <a:xfrm>
              <a:off x="1552038" y="2172968"/>
              <a:ext cx="90586" cy="4780"/>
            </a:xfrm>
            <a:custGeom>
              <a:rect b="b" l="l" r="r" t="t"/>
              <a:pathLst>
                <a:path extrusionOk="0" h="60" w="1549">
                  <a:moveTo>
                    <a:pt x="0" y="0"/>
                  </a:moveTo>
                  <a:lnTo>
                    <a:pt x="228" y="51"/>
                  </a:lnTo>
                  <a:cubicBezTo>
                    <a:pt x="495" y="55"/>
                    <a:pt x="689" y="55"/>
                    <a:pt x="885" y="55"/>
                  </a:cubicBezTo>
                  <a:cubicBezTo>
                    <a:pt x="1081" y="55"/>
                    <a:pt x="1277" y="55"/>
                    <a:pt x="1548" y="60"/>
                  </a:cubicBezTo>
                  <a:cubicBezTo>
                    <a:pt x="1269" y="36"/>
                    <a:pt x="1063" y="33"/>
                    <a:pt x="880" y="33"/>
                  </a:cubicBezTo>
                  <a:cubicBezTo>
                    <a:pt x="794" y="33"/>
                    <a:pt x="714" y="33"/>
                    <a:pt x="633" y="33"/>
                  </a:cubicBezTo>
                  <a:cubicBezTo>
                    <a:pt x="445" y="33"/>
                    <a:pt x="255" y="29"/>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2"/>
            <p:cNvSpPr/>
            <p:nvPr/>
          </p:nvSpPr>
          <p:spPr>
            <a:xfrm>
              <a:off x="1552974" y="2166914"/>
              <a:ext cx="33217" cy="3505"/>
            </a:xfrm>
            <a:custGeom>
              <a:rect b="b" l="l" r="r" t="t"/>
              <a:pathLst>
                <a:path extrusionOk="0" h="44" w="568">
                  <a:moveTo>
                    <a:pt x="415" y="0"/>
                  </a:moveTo>
                  <a:cubicBezTo>
                    <a:pt x="500" y="34"/>
                    <a:pt x="1" y="9"/>
                    <a:pt x="77" y="43"/>
                  </a:cubicBezTo>
                  <a:cubicBezTo>
                    <a:pt x="118" y="44"/>
                    <a:pt x="152" y="44"/>
                    <a:pt x="181" y="44"/>
                  </a:cubicBezTo>
                  <a:cubicBezTo>
                    <a:pt x="327" y="44"/>
                    <a:pt x="322" y="33"/>
                    <a:pt x="393" y="33"/>
                  </a:cubicBezTo>
                  <a:cubicBezTo>
                    <a:pt x="426" y="33"/>
                    <a:pt x="477" y="35"/>
                    <a:pt x="568" y="43"/>
                  </a:cubicBezTo>
                  <a:lnTo>
                    <a:pt x="41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2"/>
            <p:cNvSpPr/>
            <p:nvPr/>
          </p:nvSpPr>
          <p:spPr>
            <a:xfrm>
              <a:off x="1708360" y="2216782"/>
              <a:ext cx="9415" cy="1434"/>
            </a:xfrm>
            <a:custGeom>
              <a:rect b="b" l="l" r="r" t="t"/>
              <a:pathLst>
                <a:path extrusionOk="0" h="18" w="161">
                  <a:moveTo>
                    <a:pt x="161" y="0"/>
                  </a:moveTo>
                  <a:lnTo>
                    <a:pt x="0" y="17"/>
                  </a:lnTo>
                  <a:lnTo>
                    <a:pt x="136" y="17"/>
                  </a:lnTo>
                  <a:lnTo>
                    <a:pt x="16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2"/>
            <p:cNvSpPr/>
            <p:nvPr/>
          </p:nvSpPr>
          <p:spPr>
            <a:xfrm>
              <a:off x="1422384" y="2152097"/>
              <a:ext cx="15907" cy="2788"/>
            </a:xfrm>
            <a:custGeom>
              <a:rect b="b" l="l" r="r" t="t"/>
              <a:pathLst>
                <a:path extrusionOk="0" h="35" w="272">
                  <a:moveTo>
                    <a:pt x="1" y="0"/>
                  </a:moveTo>
                  <a:lnTo>
                    <a:pt x="212" y="34"/>
                  </a:lnTo>
                  <a:lnTo>
                    <a:pt x="271" y="34"/>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2"/>
            <p:cNvSpPr/>
            <p:nvPr/>
          </p:nvSpPr>
          <p:spPr>
            <a:xfrm>
              <a:off x="1441683" y="2154806"/>
              <a:ext cx="58" cy="80"/>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2"/>
            <p:cNvSpPr/>
            <p:nvPr/>
          </p:nvSpPr>
          <p:spPr>
            <a:xfrm>
              <a:off x="1705377" y="2222119"/>
              <a:ext cx="21345" cy="797"/>
            </a:xfrm>
            <a:custGeom>
              <a:rect b="b" l="l" r="r" t="t"/>
              <a:pathLst>
                <a:path extrusionOk="0" h="10" w="365">
                  <a:moveTo>
                    <a:pt x="0" y="1"/>
                  </a:moveTo>
                  <a:lnTo>
                    <a:pt x="246" y="9"/>
                  </a:lnTo>
                  <a:lnTo>
                    <a:pt x="36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2"/>
            <p:cNvSpPr/>
            <p:nvPr/>
          </p:nvSpPr>
          <p:spPr>
            <a:xfrm>
              <a:off x="1578413" y="2200372"/>
              <a:ext cx="15205" cy="956"/>
            </a:xfrm>
            <a:custGeom>
              <a:rect b="b" l="l" r="r" t="t"/>
              <a:pathLst>
                <a:path extrusionOk="0" h="12" w="260">
                  <a:moveTo>
                    <a:pt x="35" y="0"/>
                  </a:moveTo>
                  <a:cubicBezTo>
                    <a:pt x="7" y="0"/>
                    <a:pt x="0" y="3"/>
                    <a:pt x="40" y="12"/>
                  </a:cubicBezTo>
                  <a:lnTo>
                    <a:pt x="260" y="12"/>
                  </a:lnTo>
                  <a:cubicBezTo>
                    <a:pt x="231" y="12"/>
                    <a:pt x="90" y="0"/>
                    <a:pt x="3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2"/>
            <p:cNvSpPr/>
            <p:nvPr/>
          </p:nvSpPr>
          <p:spPr>
            <a:xfrm>
              <a:off x="1323959" y="2139272"/>
              <a:ext cx="16842" cy="2071"/>
            </a:xfrm>
            <a:custGeom>
              <a:rect b="b" l="l" r="r" t="t"/>
              <a:pathLst>
                <a:path extrusionOk="0" h="26" w="288">
                  <a:moveTo>
                    <a:pt x="0" y="0"/>
                  </a:moveTo>
                  <a:lnTo>
                    <a:pt x="76" y="5"/>
                  </a:lnTo>
                  <a:lnTo>
                    <a:pt x="76" y="5"/>
                  </a:lnTo>
                  <a:lnTo>
                    <a:pt x="26" y="0"/>
                  </a:lnTo>
                  <a:close/>
                  <a:moveTo>
                    <a:pt x="76" y="5"/>
                  </a:moveTo>
                  <a:lnTo>
                    <a:pt x="288" y="26"/>
                  </a:lnTo>
                  <a:lnTo>
                    <a:pt x="262" y="17"/>
                  </a:lnTo>
                  <a:lnTo>
                    <a:pt x="76" y="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2"/>
            <p:cNvSpPr/>
            <p:nvPr/>
          </p:nvSpPr>
          <p:spPr>
            <a:xfrm>
              <a:off x="1467824" y="2199734"/>
              <a:ext cx="18538" cy="2071"/>
            </a:xfrm>
            <a:custGeom>
              <a:rect b="b" l="l" r="r" t="t"/>
              <a:pathLst>
                <a:path extrusionOk="0" h="26" w="317">
                  <a:moveTo>
                    <a:pt x="230" y="3"/>
                  </a:moveTo>
                  <a:cubicBezTo>
                    <a:pt x="233" y="3"/>
                    <a:pt x="236" y="4"/>
                    <a:pt x="240" y="5"/>
                  </a:cubicBezTo>
                  <a:lnTo>
                    <a:pt x="240" y="5"/>
                  </a:lnTo>
                  <a:cubicBezTo>
                    <a:pt x="237" y="4"/>
                    <a:pt x="234" y="4"/>
                    <a:pt x="230" y="3"/>
                  </a:cubicBezTo>
                  <a:close/>
                  <a:moveTo>
                    <a:pt x="23" y="0"/>
                  </a:moveTo>
                  <a:cubicBezTo>
                    <a:pt x="0" y="0"/>
                    <a:pt x="14" y="5"/>
                    <a:pt x="103" y="20"/>
                  </a:cubicBezTo>
                  <a:cubicBezTo>
                    <a:pt x="169" y="24"/>
                    <a:pt x="212" y="25"/>
                    <a:pt x="239" y="25"/>
                  </a:cubicBezTo>
                  <a:cubicBezTo>
                    <a:pt x="316" y="25"/>
                    <a:pt x="269" y="13"/>
                    <a:pt x="240" y="5"/>
                  </a:cubicBezTo>
                  <a:lnTo>
                    <a:pt x="240" y="5"/>
                  </a:lnTo>
                  <a:cubicBezTo>
                    <a:pt x="261" y="11"/>
                    <a:pt x="256" y="13"/>
                    <a:pt x="238" y="13"/>
                  </a:cubicBezTo>
                  <a:cubicBezTo>
                    <a:pt x="193" y="13"/>
                    <a:pt x="59" y="0"/>
                    <a:pt x="2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2"/>
            <p:cNvSpPr/>
            <p:nvPr/>
          </p:nvSpPr>
          <p:spPr>
            <a:xfrm>
              <a:off x="1290800" y="2160143"/>
              <a:ext cx="5965" cy="797"/>
            </a:xfrm>
            <a:custGeom>
              <a:rect b="b" l="l" r="r" t="t"/>
              <a:pathLst>
                <a:path extrusionOk="0" h="10" w="102">
                  <a:moveTo>
                    <a:pt x="0" y="1"/>
                  </a:moveTo>
                  <a:lnTo>
                    <a:pt x="51" y="5"/>
                  </a:lnTo>
                  <a:lnTo>
                    <a:pt x="51" y="5"/>
                  </a:lnTo>
                  <a:cubicBezTo>
                    <a:pt x="34" y="3"/>
                    <a:pt x="17" y="1"/>
                    <a:pt x="0" y="1"/>
                  </a:cubicBezTo>
                  <a:close/>
                  <a:moveTo>
                    <a:pt x="51" y="5"/>
                  </a:moveTo>
                  <a:lnTo>
                    <a:pt x="51" y="5"/>
                  </a:lnTo>
                  <a:cubicBezTo>
                    <a:pt x="68" y="7"/>
                    <a:pt x="85" y="9"/>
                    <a:pt x="102" y="9"/>
                  </a:cubicBezTo>
                  <a:lnTo>
                    <a:pt x="51" y="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2"/>
            <p:cNvSpPr/>
            <p:nvPr/>
          </p:nvSpPr>
          <p:spPr>
            <a:xfrm>
              <a:off x="1296706" y="2160860"/>
              <a:ext cx="17895" cy="2708"/>
            </a:xfrm>
            <a:custGeom>
              <a:rect b="b" l="l" r="r" t="t"/>
              <a:pathLst>
                <a:path extrusionOk="0" h="34" w="306">
                  <a:moveTo>
                    <a:pt x="1" y="0"/>
                  </a:moveTo>
                  <a:cubicBezTo>
                    <a:pt x="119" y="9"/>
                    <a:pt x="229" y="34"/>
                    <a:pt x="306" y="34"/>
                  </a:cubicBezTo>
                  <a:cubicBezTo>
                    <a:pt x="204" y="17"/>
                    <a:pt x="102"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2"/>
            <p:cNvSpPr/>
            <p:nvPr/>
          </p:nvSpPr>
          <p:spPr>
            <a:xfrm>
              <a:off x="1219978" y="2146760"/>
              <a:ext cx="15965" cy="2549"/>
            </a:xfrm>
            <a:custGeom>
              <a:rect b="b" l="l" r="r" t="t"/>
              <a:pathLst>
                <a:path extrusionOk="0" h="32" w="273">
                  <a:moveTo>
                    <a:pt x="14" y="1"/>
                  </a:moveTo>
                  <a:cubicBezTo>
                    <a:pt x="2" y="1"/>
                    <a:pt x="0" y="3"/>
                    <a:pt x="10" y="8"/>
                  </a:cubicBezTo>
                  <a:lnTo>
                    <a:pt x="112" y="25"/>
                  </a:lnTo>
                  <a:lnTo>
                    <a:pt x="154" y="25"/>
                  </a:lnTo>
                  <a:cubicBezTo>
                    <a:pt x="201" y="29"/>
                    <a:pt x="228" y="31"/>
                    <a:pt x="245" y="31"/>
                  </a:cubicBezTo>
                  <a:cubicBezTo>
                    <a:pt x="262" y="31"/>
                    <a:pt x="268" y="29"/>
                    <a:pt x="272" y="25"/>
                  </a:cubicBezTo>
                  <a:lnTo>
                    <a:pt x="247" y="25"/>
                  </a:lnTo>
                  <a:cubicBezTo>
                    <a:pt x="127" y="13"/>
                    <a:pt x="42" y="1"/>
                    <a:pt x="1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2"/>
            <p:cNvSpPr/>
            <p:nvPr/>
          </p:nvSpPr>
          <p:spPr>
            <a:xfrm>
              <a:off x="946985" y="2039537"/>
              <a:ext cx="55439" cy="19596"/>
            </a:xfrm>
            <a:custGeom>
              <a:rect b="b" l="l" r="r" t="t"/>
              <a:pathLst>
                <a:path extrusionOk="0" h="246" w="948">
                  <a:moveTo>
                    <a:pt x="0" y="0"/>
                  </a:moveTo>
                  <a:cubicBezTo>
                    <a:pt x="364" y="119"/>
                    <a:pt x="457" y="136"/>
                    <a:pt x="432" y="153"/>
                  </a:cubicBezTo>
                  <a:cubicBezTo>
                    <a:pt x="778" y="246"/>
                    <a:pt x="736" y="203"/>
                    <a:pt x="948" y="246"/>
                  </a:cubicBezTo>
                  <a:cubicBezTo>
                    <a:pt x="745" y="203"/>
                    <a:pt x="626" y="170"/>
                    <a:pt x="499" y="136"/>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2"/>
            <p:cNvSpPr/>
            <p:nvPr/>
          </p:nvSpPr>
          <p:spPr>
            <a:xfrm>
              <a:off x="1001899" y="2059054"/>
              <a:ext cx="8421" cy="2788"/>
            </a:xfrm>
            <a:custGeom>
              <a:rect b="b" l="l" r="r" t="t"/>
              <a:pathLst>
                <a:path extrusionOk="0" h="35" w="144">
                  <a:moveTo>
                    <a:pt x="0" y="1"/>
                  </a:moveTo>
                  <a:lnTo>
                    <a:pt x="144" y="3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2"/>
            <p:cNvSpPr/>
            <p:nvPr/>
          </p:nvSpPr>
          <p:spPr>
            <a:xfrm>
              <a:off x="1294250" y="2179739"/>
              <a:ext cx="13918" cy="717"/>
            </a:xfrm>
            <a:custGeom>
              <a:rect b="b" l="l" r="r" t="t"/>
              <a:pathLst>
                <a:path extrusionOk="0" h="9" w="238">
                  <a:moveTo>
                    <a:pt x="1" y="0"/>
                  </a:moveTo>
                  <a:lnTo>
                    <a:pt x="85" y="8"/>
                  </a:lnTo>
                  <a:lnTo>
                    <a:pt x="23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2"/>
            <p:cNvSpPr/>
            <p:nvPr/>
          </p:nvSpPr>
          <p:spPr>
            <a:xfrm>
              <a:off x="914878" y="2025915"/>
              <a:ext cx="15205" cy="6293"/>
            </a:xfrm>
            <a:custGeom>
              <a:rect b="b" l="l" r="r" t="t"/>
              <a:pathLst>
                <a:path extrusionOk="0" h="79" w="260">
                  <a:moveTo>
                    <a:pt x="0" y="0"/>
                  </a:moveTo>
                  <a:cubicBezTo>
                    <a:pt x="0" y="0"/>
                    <a:pt x="2" y="1"/>
                    <a:pt x="8" y="2"/>
                  </a:cubicBezTo>
                  <a:cubicBezTo>
                    <a:pt x="75" y="28"/>
                    <a:pt x="185" y="61"/>
                    <a:pt x="236" y="78"/>
                  </a:cubicBezTo>
                  <a:cubicBezTo>
                    <a:pt x="259" y="71"/>
                    <a:pt x="2"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2"/>
            <p:cNvSpPr/>
            <p:nvPr/>
          </p:nvSpPr>
          <p:spPr>
            <a:xfrm>
              <a:off x="992484" y="2086696"/>
              <a:ext cx="21813" cy="7488"/>
            </a:xfrm>
            <a:custGeom>
              <a:rect b="b" l="l" r="r" t="t"/>
              <a:pathLst>
                <a:path extrusionOk="0" h="94" w="373">
                  <a:moveTo>
                    <a:pt x="0" y="1"/>
                  </a:moveTo>
                  <a:lnTo>
                    <a:pt x="0" y="1"/>
                  </a:lnTo>
                  <a:cubicBezTo>
                    <a:pt x="34" y="18"/>
                    <a:pt x="280" y="68"/>
                    <a:pt x="373" y="94"/>
                  </a:cubicBezTo>
                  <a:cubicBezTo>
                    <a:pt x="254" y="51"/>
                    <a:pt x="127" y="18"/>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2"/>
            <p:cNvSpPr/>
            <p:nvPr/>
          </p:nvSpPr>
          <p:spPr>
            <a:xfrm>
              <a:off x="854467" y="2004486"/>
              <a:ext cx="14328" cy="7647"/>
            </a:xfrm>
            <a:custGeom>
              <a:rect b="b" l="l" r="r" t="t"/>
              <a:pathLst>
                <a:path extrusionOk="0" h="96" w="245">
                  <a:moveTo>
                    <a:pt x="0" y="1"/>
                  </a:moveTo>
                  <a:cubicBezTo>
                    <a:pt x="59" y="26"/>
                    <a:pt x="161" y="77"/>
                    <a:pt x="110" y="77"/>
                  </a:cubicBezTo>
                  <a:cubicBezTo>
                    <a:pt x="149" y="86"/>
                    <a:pt x="194" y="95"/>
                    <a:pt x="213" y="95"/>
                  </a:cubicBezTo>
                  <a:cubicBezTo>
                    <a:pt x="244" y="95"/>
                    <a:pt x="213" y="73"/>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2"/>
            <p:cNvSpPr/>
            <p:nvPr/>
          </p:nvSpPr>
          <p:spPr>
            <a:xfrm>
              <a:off x="952892" y="2072516"/>
              <a:ext cx="17895" cy="5497"/>
            </a:xfrm>
            <a:custGeom>
              <a:rect b="b" l="l" r="r" t="t"/>
              <a:pathLst>
                <a:path extrusionOk="0" h="69" w="306">
                  <a:moveTo>
                    <a:pt x="1" y="1"/>
                  </a:moveTo>
                  <a:lnTo>
                    <a:pt x="51" y="18"/>
                  </a:lnTo>
                  <a:lnTo>
                    <a:pt x="305" y="69"/>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2"/>
            <p:cNvSpPr/>
            <p:nvPr/>
          </p:nvSpPr>
          <p:spPr>
            <a:xfrm>
              <a:off x="980086" y="2101513"/>
              <a:ext cx="29357" cy="11551"/>
            </a:xfrm>
            <a:custGeom>
              <a:rect b="b" l="l" r="r" t="t"/>
              <a:pathLst>
                <a:path extrusionOk="0" h="145" w="502">
                  <a:moveTo>
                    <a:pt x="1" y="1"/>
                  </a:moveTo>
                  <a:lnTo>
                    <a:pt x="1" y="1"/>
                  </a:lnTo>
                  <a:cubicBezTo>
                    <a:pt x="280" y="77"/>
                    <a:pt x="407" y="136"/>
                    <a:pt x="373" y="136"/>
                  </a:cubicBezTo>
                  <a:cubicBezTo>
                    <a:pt x="406" y="142"/>
                    <a:pt x="426" y="144"/>
                    <a:pt x="436" y="144"/>
                  </a:cubicBezTo>
                  <a:cubicBezTo>
                    <a:pt x="502" y="144"/>
                    <a:pt x="190" y="49"/>
                    <a:pt x="260" y="49"/>
                  </a:cubicBezTo>
                  <a:cubicBezTo>
                    <a:pt x="280" y="49"/>
                    <a:pt x="332" y="57"/>
                    <a:pt x="432" y="77"/>
                  </a:cubicBezTo>
                  <a:cubicBezTo>
                    <a:pt x="232" y="21"/>
                    <a:pt x="163" y="4"/>
                    <a:pt x="146" y="4"/>
                  </a:cubicBezTo>
                  <a:cubicBezTo>
                    <a:pt x="123" y="4"/>
                    <a:pt x="207" y="38"/>
                    <a:pt x="176" y="38"/>
                  </a:cubicBezTo>
                  <a:cubicBezTo>
                    <a:pt x="160" y="38"/>
                    <a:pt x="112" y="2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2"/>
            <p:cNvSpPr/>
            <p:nvPr/>
          </p:nvSpPr>
          <p:spPr>
            <a:xfrm>
              <a:off x="972717" y="2098804"/>
              <a:ext cx="7427" cy="2788"/>
            </a:xfrm>
            <a:custGeom>
              <a:rect b="b" l="l" r="r" t="t"/>
              <a:pathLst>
                <a:path extrusionOk="0" h="35" w="127">
                  <a:moveTo>
                    <a:pt x="127" y="35"/>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2"/>
            <p:cNvSpPr/>
            <p:nvPr/>
          </p:nvSpPr>
          <p:spPr>
            <a:xfrm>
              <a:off x="860256" y="2055947"/>
              <a:ext cx="57076" cy="21429"/>
            </a:xfrm>
            <a:custGeom>
              <a:rect b="b" l="l" r="r" t="t"/>
              <a:pathLst>
                <a:path extrusionOk="0" h="269" w="976">
                  <a:moveTo>
                    <a:pt x="9" y="1"/>
                  </a:moveTo>
                  <a:cubicBezTo>
                    <a:pt x="2" y="1"/>
                    <a:pt x="0" y="3"/>
                    <a:pt x="3" y="6"/>
                  </a:cubicBezTo>
                  <a:cubicBezTo>
                    <a:pt x="214" y="82"/>
                    <a:pt x="426" y="150"/>
                    <a:pt x="637" y="201"/>
                  </a:cubicBezTo>
                  <a:lnTo>
                    <a:pt x="544" y="167"/>
                  </a:lnTo>
                  <a:lnTo>
                    <a:pt x="949" y="262"/>
                  </a:lnTo>
                  <a:lnTo>
                    <a:pt x="949" y="262"/>
                  </a:lnTo>
                  <a:cubicBezTo>
                    <a:pt x="666" y="193"/>
                    <a:pt x="79" y="1"/>
                    <a:pt x="9" y="1"/>
                  </a:cubicBezTo>
                  <a:close/>
                  <a:moveTo>
                    <a:pt x="949" y="262"/>
                  </a:moveTo>
                  <a:cubicBezTo>
                    <a:pt x="958" y="264"/>
                    <a:pt x="967" y="266"/>
                    <a:pt x="976" y="268"/>
                  </a:cubicBezTo>
                  <a:lnTo>
                    <a:pt x="949" y="26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2"/>
            <p:cNvSpPr/>
            <p:nvPr/>
          </p:nvSpPr>
          <p:spPr>
            <a:xfrm>
              <a:off x="797505" y="2005044"/>
              <a:ext cx="21404" cy="11630"/>
            </a:xfrm>
            <a:custGeom>
              <a:rect b="b" l="l" r="r" t="t"/>
              <a:pathLst>
                <a:path extrusionOk="0" h="146" w="366">
                  <a:moveTo>
                    <a:pt x="2" y="0"/>
                  </a:moveTo>
                  <a:cubicBezTo>
                    <a:pt x="1" y="0"/>
                    <a:pt x="0" y="1"/>
                    <a:pt x="1" y="2"/>
                  </a:cubicBezTo>
                  <a:cubicBezTo>
                    <a:pt x="120" y="61"/>
                    <a:pt x="238" y="104"/>
                    <a:pt x="365" y="146"/>
                  </a:cubicBezTo>
                  <a:cubicBezTo>
                    <a:pt x="340" y="137"/>
                    <a:pt x="247" y="95"/>
                    <a:pt x="154" y="61"/>
                  </a:cubicBezTo>
                  <a:cubicBezTo>
                    <a:pt x="80" y="24"/>
                    <a:pt x="13" y="0"/>
                    <a:pt x="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2"/>
            <p:cNvSpPr/>
            <p:nvPr/>
          </p:nvSpPr>
          <p:spPr>
            <a:xfrm>
              <a:off x="2544943" y="2196548"/>
              <a:ext cx="13392" cy="14259"/>
            </a:xfrm>
            <a:custGeom>
              <a:rect b="b" l="l" r="r" t="t"/>
              <a:pathLst>
                <a:path extrusionOk="0" h="179" w="229">
                  <a:moveTo>
                    <a:pt x="135" y="0"/>
                  </a:moveTo>
                  <a:cubicBezTo>
                    <a:pt x="110" y="43"/>
                    <a:pt x="102" y="26"/>
                    <a:pt x="118" y="60"/>
                  </a:cubicBezTo>
                  <a:cubicBezTo>
                    <a:pt x="111" y="75"/>
                    <a:pt x="99" y="82"/>
                    <a:pt x="91" y="82"/>
                  </a:cubicBezTo>
                  <a:cubicBezTo>
                    <a:pt x="81" y="82"/>
                    <a:pt x="76" y="73"/>
                    <a:pt x="85" y="60"/>
                  </a:cubicBezTo>
                  <a:lnTo>
                    <a:pt x="85" y="60"/>
                  </a:lnTo>
                  <a:lnTo>
                    <a:pt x="25" y="119"/>
                  </a:lnTo>
                  <a:lnTo>
                    <a:pt x="25" y="119"/>
                  </a:lnTo>
                  <a:lnTo>
                    <a:pt x="68" y="102"/>
                  </a:lnTo>
                  <a:lnTo>
                    <a:pt x="68" y="102"/>
                  </a:lnTo>
                  <a:cubicBezTo>
                    <a:pt x="76" y="136"/>
                    <a:pt x="0" y="136"/>
                    <a:pt x="9" y="178"/>
                  </a:cubicBezTo>
                  <a:lnTo>
                    <a:pt x="85" y="127"/>
                  </a:lnTo>
                  <a:lnTo>
                    <a:pt x="85" y="136"/>
                  </a:lnTo>
                  <a:cubicBezTo>
                    <a:pt x="93" y="119"/>
                    <a:pt x="118" y="102"/>
                    <a:pt x="135" y="94"/>
                  </a:cubicBezTo>
                  <a:cubicBezTo>
                    <a:pt x="135" y="102"/>
                    <a:pt x="144" y="110"/>
                    <a:pt x="135" y="119"/>
                  </a:cubicBezTo>
                  <a:cubicBezTo>
                    <a:pt x="228" y="60"/>
                    <a:pt x="127" y="51"/>
                    <a:pt x="195" y="0"/>
                  </a:cubicBezTo>
                  <a:lnTo>
                    <a:pt x="178" y="0"/>
                  </a:lnTo>
                  <a:cubicBezTo>
                    <a:pt x="171" y="8"/>
                    <a:pt x="162" y="10"/>
                    <a:pt x="154" y="10"/>
                  </a:cubicBezTo>
                  <a:cubicBezTo>
                    <a:pt x="144" y="10"/>
                    <a:pt x="135" y="5"/>
                    <a:pt x="13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2"/>
            <p:cNvSpPr/>
            <p:nvPr/>
          </p:nvSpPr>
          <p:spPr>
            <a:xfrm>
              <a:off x="2556288" y="2184439"/>
              <a:ext cx="11462" cy="18720"/>
            </a:xfrm>
            <a:custGeom>
              <a:rect b="b" l="l" r="r" t="t"/>
              <a:pathLst>
                <a:path extrusionOk="0" h="235" w="196">
                  <a:moveTo>
                    <a:pt x="161" y="0"/>
                  </a:moveTo>
                  <a:lnTo>
                    <a:pt x="161" y="0"/>
                  </a:lnTo>
                  <a:cubicBezTo>
                    <a:pt x="128" y="34"/>
                    <a:pt x="119" y="34"/>
                    <a:pt x="102" y="68"/>
                  </a:cubicBezTo>
                  <a:cubicBezTo>
                    <a:pt x="77" y="85"/>
                    <a:pt x="43" y="93"/>
                    <a:pt x="18" y="102"/>
                  </a:cubicBezTo>
                  <a:cubicBezTo>
                    <a:pt x="9" y="119"/>
                    <a:pt x="18" y="127"/>
                    <a:pt x="1" y="144"/>
                  </a:cubicBezTo>
                  <a:lnTo>
                    <a:pt x="9" y="136"/>
                  </a:lnTo>
                  <a:lnTo>
                    <a:pt x="34" y="169"/>
                  </a:lnTo>
                  <a:cubicBezTo>
                    <a:pt x="43" y="161"/>
                    <a:pt x="60" y="152"/>
                    <a:pt x="68" y="144"/>
                  </a:cubicBezTo>
                  <a:lnTo>
                    <a:pt x="68" y="144"/>
                  </a:lnTo>
                  <a:lnTo>
                    <a:pt x="43" y="229"/>
                  </a:lnTo>
                  <a:cubicBezTo>
                    <a:pt x="50" y="233"/>
                    <a:pt x="56" y="234"/>
                    <a:pt x="63" y="234"/>
                  </a:cubicBezTo>
                  <a:cubicBezTo>
                    <a:pt x="98" y="234"/>
                    <a:pt x="133" y="186"/>
                    <a:pt x="161" y="186"/>
                  </a:cubicBezTo>
                  <a:cubicBezTo>
                    <a:pt x="120" y="179"/>
                    <a:pt x="151" y="167"/>
                    <a:pt x="129" y="167"/>
                  </a:cubicBezTo>
                  <a:cubicBezTo>
                    <a:pt x="123" y="167"/>
                    <a:pt x="115" y="168"/>
                    <a:pt x="102" y="169"/>
                  </a:cubicBezTo>
                  <a:lnTo>
                    <a:pt x="111" y="119"/>
                  </a:lnTo>
                  <a:lnTo>
                    <a:pt x="161" y="93"/>
                  </a:lnTo>
                  <a:cubicBezTo>
                    <a:pt x="154" y="78"/>
                    <a:pt x="180" y="50"/>
                    <a:pt x="162" y="50"/>
                  </a:cubicBezTo>
                  <a:cubicBezTo>
                    <a:pt x="159" y="50"/>
                    <a:pt x="157" y="50"/>
                    <a:pt x="153" y="51"/>
                  </a:cubicBezTo>
                  <a:cubicBezTo>
                    <a:pt x="153" y="59"/>
                    <a:pt x="144" y="68"/>
                    <a:pt x="136" y="68"/>
                  </a:cubicBezTo>
                  <a:cubicBezTo>
                    <a:pt x="128" y="43"/>
                    <a:pt x="195" y="17"/>
                    <a:pt x="16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2"/>
            <p:cNvSpPr/>
            <p:nvPr/>
          </p:nvSpPr>
          <p:spPr>
            <a:xfrm>
              <a:off x="2556288" y="2195911"/>
              <a:ext cx="58" cy="80"/>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2"/>
            <p:cNvSpPr/>
            <p:nvPr/>
          </p:nvSpPr>
          <p:spPr>
            <a:xfrm>
              <a:off x="2621612" y="1978915"/>
              <a:ext cx="12398" cy="9480"/>
            </a:xfrm>
            <a:custGeom>
              <a:rect b="b" l="l" r="r" t="t"/>
              <a:pathLst>
                <a:path extrusionOk="0" h="119" w="212">
                  <a:moveTo>
                    <a:pt x="136" y="0"/>
                  </a:moveTo>
                  <a:lnTo>
                    <a:pt x="136" y="0"/>
                  </a:lnTo>
                  <a:cubicBezTo>
                    <a:pt x="132" y="0"/>
                    <a:pt x="130" y="1"/>
                    <a:pt x="128" y="3"/>
                  </a:cubicBezTo>
                  <a:lnTo>
                    <a:pt x="128" y="3"/>
                  </a:lnTo>
                  <a:lnTo>
                    <a:pt x="136" y="0"/>
                  </a:lnTo>
                  <a:close/>
                  <a:moveTo>
                    <a:pt x="128" y="3"/>
                  </a:moveTo>
                  <a:lnTo>
                    <a:pt x="0" y="42"/>
                  </a:lnTo>
                  <a:cubicBezTo>
                    <a:pt x="7" y="46"/>
                    <a:pt x="13" y="47"/>
                    <a:pt x="19" y="47"/>
                  </a:cubicBezTo>
                  <a:cubicBezTo>
                    <a:pt x="34" y="47"/>
                    <a:pt x="44" y="38"/>
                    <a:pt x="62" y="38"/>
                  </a:cubicBezTo>
                  <a:cubicBezTo>
                    <a:pt x="66" y="38"/>
                    <a:pt x="70" y="38"/>
                    <a:pt x="74" y="39"/>
                  </a:cubicBezTo>
                  <a:lnTo>
                    <a:pt x="74" y="39"/>
                  </a:lnTo>
                  <a:cubicBezTo>
                    <a:pt x="67" y="40"/>
                    <a:pt x="59" y="45"/>
                    <a:pt x="59" y="51"/>
                  </a:cubicBezTo>
                  <a:lnTo>
                    <a:pt x="212" y="119"/>
                  </a:lnTo>
                  <a:cubicBezTo>
                    <a:pt x="212" y="103"/>
                    <a:pt x="185" y="75"/>
                    <a:pt x="197" y="75"/>
                  </a:cubicBezTo>
                  <a:lnTo>
                    <a:pt x="197" y="75"/>
                  </a:lnTo>
                  <a:cubicBezTo>
                    <a:pt x="198" y="75"/>
                    <a:pt x="201" y="75"/>
                    <a:pt x="203" y="76"/>
                  </a:cubicBezTo>
                  <a:cubicBezTo>
                    <a:pt x="191" y="64"/>
                    <a:pt x="174" y="56"/>
                    <a:pt x="159" y="56"/>
                  </a:cubicBezTo>
                  <a:cubicBezTo>
                    <a:pt x="154" y="56"/>
                    <a:pt x="149" y="57"/>
                    <a:pt x="144" y="59"/>
                  </a:cubicBezTo>
                  <a:lnTo>
                    <a:pt x="161" y="51"/>
                  </a:lnTo>
                  <a:lnTo>
                    <a:pt x="161" y="51"/>
                  </a:lnTo>
                  <a:cubicBezTo>
                    <a:pt x="158" y="51"/>
                    <a:pt x="155" y="52"/>
                    <a:pt x="153" y="52"/>
                  </a:cubicBezTo>
                  <a:cubicBezTo>
                    <a:pt x="122" y="52"/>
                    <a:pt x="114" y="13"/>
                    <a:pt x="128" y="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2"/>
            <p:cNvSpPr/>
            <p:nvPr/>
          </p:nvSpPr>
          <p:spPr>
            <a:xfrm>
              <a:off x="2439558" y="1866354"/>
              <a:ext cx="1520" cy="80"/>
            </a:xfrm>
            <a:custGeom>
              <a:rect b="b" l="l" r="r" t="t"/>
              <a:pathLst>
                <a:path extrusionOk="0" h="1" w="26">
                  <a:moveTo>
                    <a:pt x="0" y="0"/>
                  </a:moveTo>
                  <a:lnTo>
                    <a:pt x="26" y="0"/>
                  </a:lnTo>
                  <a:cubicBezTo>
                    <a:pt x="17" y="0"/>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2"/>
            <p:cNvSpPr/>
            <p:nvPr/>
          </p:nvSpPr>
          <p:spPr>
            <a:xfrm>
              <a:off x="2617168" y="1982261"/>
              <a:ext cx="2515" cy="1434"/>
            </a:xfrm>
            <a:custGeom>
              <a:rect b="b" l="l" r="r" t="t"/>
              <a:pathLst>
                <a:path extrusionOk="0" h="18" w="43">
                  <a:moveTo>
                    <a:pt x="42" y="0"/>
                  </a:moveTo>
                  <a:lnTo>
                    <a:pt x="0" y="17"/>
                  </a:lnTo>
                  <a:cubicBezTo>
                    <a:pt x="17" y="17"/>
                    <a:pt x="25" y="9"/>
                    <a:pt x="4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2"/>
            <p:cNvSpPr/>
            <p:nvPr/>
          </p:nvSpPr>
          <p:spPr>
            <a:xfrm>
              <a:off x="2641379" y="1959318"/>
              <a:ext cx="1053" cy="797"/>
            </a:xfrm>
            <a:custGeom>
              <a:rect b="b" l="l" r="r" t="t"/>
              <a:pathLst>
                <a:path extrusionOk="0" h="10" w="18">
                  <a:moveTo>
                    <a:pt x="18" y="1"/>
                  </a:moveTo>
                  <a:lnTo>
                    <a:pt x="18" y="1"/>
                  </a:lnTo>
                  <a:lnTo>
                    <a:pt x="1" y="9"/>
                  </a:ln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2"/>
            <p:cNvSpPr/>
            <p:nvPr/>
          </p:nvSpPr>
          <p:spPr>
            <a:xfrm>
              <a:off x="2575119" y="1965373"/>
              <a:ext cx="526" cy="80"/>
            </a:xfrm>
            <a:custGeom>
              <a:rect b="b" l="l" r="r" t="t"/>
              <a:pathLst>
                <a:path extrusionOk="0" h="1" w="9">
                  <a:moveTo>
                    <a:pt x="9" y="1"/>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2"/>
            <p:cNvSpPr/>
            <p:nvPr/>
          </p:nvSpPr>
          <p:spPr>
            <a:xfrm>
              <a:off x="2659216" y="1959717"/>
              <a:ext cx="11930" cy="5974"/>
            </a:xfrm>
            <a:custGeom>
              <a:rect b="b" l="l" r="r" t="t"/>
              <a:pathLst>
                <a:path extrusionOk="0" h="75" w="204">
                  <a:moveTo>
                    <a:pt x="96" y="0"/>
                  </a:moveTo>
                  <a:cubicBezTo>
                    <a:pt x="92" y="0"/>
                    <a:pt x="90" y="1"/>
                    <a:pt x="93" y="4"/>
                  </a:cubicBezTo>
                  <a:lnTo>
                    <a:pt x="102" y="4"/>
                  </a:lnTo>
                  <a:cubicBezTo>
                    <a:pt x="51" y="30"/>
                    <a:pt x="68" y="47"/>
                    <a:pt x="0" y="47"/>
                  </a:cubicBezTo>
                  <a:cubicBezTo>
                    <a:pt x="13" y="68"/>
                    <a:pt x="26" y="74"/>
                    <a:pt x="38" y="74"/>
                  </a:cubicBezTo>
                  <a:cubicBezTo>
                    <a:pt x="51" y="74"/>
                    <a:pt x="64" y="68"/>
                    <a:pt x="76" y="63"/>
                  </a:cubicBezTo>
                  <a:lnTo>
                    <a:pt x="102" y="63"/>
                  </a:lnTo>
                  <a:lnTo>
                    <a:pt x="178" y="47"/>
                  </a:lnTo>
                  <a:lnTo>
                    <a:pt x="203" y="38"/>
                  </a:lnTo>
                  <a:lnTo>
                    <a:pt x="119" y="30"/>
                  </a:lnTo>
                  <a:cubicBezTo>
                    <a:pt x="136" y="21"/>
                    <a:pt x="102" y="13"/>
                    <a:pt x="119" y="4"/>
                  </a:cubicBezTo>
                  <a:cubicBezTo>
                    <a:pt x="119" y="4"/>
                    <a:pt x="104" y="0"/>
                    <a:pt x="9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2"/>
            <p:cNvSpPr/>
            <p:nvPr/>
          </p:nvSpPr>
          <p:spPr>
            <a:xfrm>
              <a:off x="2501374" y="1884517"/>
              <a:ext cx="58" cy="80"/>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2"/>
            <p:cNvSpPr/>
            <p:nvPr/>
          </p:nvSpPr>
          <p:spPr>
            <a:xfrm>
              <a:off x="2501374" y="1883880"/>
              <a:ext cx="1520" cy="717"/>
            </a:xfrm>
            <a:custGeom>
              <a:rect b="b" l="l" r="r" t="t"/>
              <a:pathLst>
                <a:path extrusionOk="0" h="9" w="26">
                  <a:moveTo>
                    <a:pt x="9" y="0"/>
                  </a:moveTo>
                  <a:lnTo>
                    <a:pt x="1" y="9"/>
                  </a:lnTo>
                  <a:cubicBezTo>
                    <a:pt x="9" y="9"/>
                    <a:pt x="26" y="9"/>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2"/>
            <p:cNvSpPr/>
            <p:nvPr/>
          </p:nvSpPr>
          <p:spPr>
            <a:xfrm>
              <a:off x="2619624" y="1980906"/>
              <a:ext cx="2047" cy="1434"/>
            </a:xfrm>
            <a:custGeom>
              <a:rect b="b" l="l" r="r" t="t"/>
              <a:pathLst>
                <a:path extrusionOk="0" h="18" w="35">
                  <a:moveTo>
                    <a:pt x="26" y="0"/>
                  </a:moveTo>
                  <a:cubicBezTo>
                    <a:pt x="20" y="7"/>
                    <a:pt x="14" y="13"/>
                    <a:pt x="7" y="16"/>
                  </a:cubicBezTo>
                  <a:lnTo>
                    <a:pt x="7" y="16"/>
                  </a:lnTo>
                  <a:lnTo>
                    <a:pt x="34" y="9"/>
                  </a:lnTo>
                  <a:lnTo>
                    <a:pt x="26" y="0"/>
                  </a:lnTo>
                  <a:close/>
                  <a:moveTo>
                    <a:pt x="7" y="16"/>
                  </a:moveTo>
                  <a:lnTo>
                    <a:pt x="0" y="17"/>
                  </a:lnTo>
                  <a:cubicBezTo>
                    <a:pt x="3" y="17"/>
                    <a:pt x="5" y="17"/>
                    <a:pt x="7" y="1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2"/>
            <p:cNvSpPr/>
            <p:nvPr/>
          </p:nvSpPr>
          <p:spPr>
            <a:xfrm>
              <a:off x="2626057" y="1976844"/>
              <a:ext cx="4971" cy="2151"/>
            </a:xfrm>
            <a:custGeom>
              <a:rect b="b" l="l" r="r" t="t"/>
              <a:pathLst>
                <a:path extrusionOk="0" h="27" w="85">
                  <a:moveTo>
                    <a:pt x="0" y="1"/>
                  </a:moveTo>
                  <a:lnTo>
                    <a:pt x="60" y="26"/>
                  </a:lnTo>
                  <a:lnTo>
                    <a:pt x="85" y="18"/>
                  </a:lnTo>
                  <a:cubicBezTo>
                    <a:pt x="60" y="18"/>
                    <a:pt x="34"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2"/>
            <p:cNvSpPr/>
            <p:nvPr/>
          </p:nvSpPr>
          <p:spPr>
            <a:xfrm>
              <a:off x="2557282" y="1962107"/>
              <a:ext cx="60410" cy="28439"/>
            </a:xfrm>
            <a:custGeom>
              <a:rect b="b" l="l" r="r" t="t"/>
              <a:pathLst>
                <a:path extrusionOk="0" h="357" w="1033">
                  <a:moveTo>
                    <a:pt x="367" y="38"/>
                  </a:moveTo>
                  <a:cubicBezTo>
                    <a:pt x="347" y="38"/>
                    <a:pt x="330" y="42"/>
                    <a:pt x="314" y="42"/>
                  </a:cubicBezTo>
                  <a:cubicBezTo>
                    <a:pt x="349" y="50"/>
                    <a:pt x="358" y="59"/>
                    <a:pt x="357" y="68"/>
                  </a:cubicBezTo>
                  <a:lnTo>
                    <a:pt x="357" y="68"/>
                  </a:lnTo>
                  <a:cubicBezTo>
                    <a:pt x="376" y="61"/>
                    <a:pt x="429" y="62"/>
                    <a:pt x="398" y="42"/>
                  </a:cubicBezTo>
                  <a:cubicBezTo>
                    <a:pt x="387" y="39"/>
                    <a:pt x="377" y="38"/>
                    <a:pt x="367" y="38"/>
                  </a:cubicBezTo>
                  <a:close/>
                  <a:moveTo>
                    <a:pt x="357" y="68"/>
                  </a:moveTo>
                  <a:cubicBezTo>
                    <a:pt x="352" y="71"/>
                    <a:pt x="349" y="74"/>
                    <a:pt x="354" y="78"/>
                  </a:cubicBezTo>
                  <a:lnTo>
                    <a:pt x="354" y="78"/>
                  </a:lnTo>
                  <a:cubicBezTo>
                    <a:pt x="356" y="75"/>
                    <a:pt x="357" y="72"/>
                    <a:pt x="357" y="68"/>
                  </a:cubicBezTo>
                  <a:close/>
                  <a:moveTo>
                    <a:pt x="74" y="1"/>
                  </a:moveTo>
                  <a:cubicBezTo>
                    <a:pt x="53" y="1"/>
                    <a:pt x="43" y="11"/>
                    <a:pt x="26" y="17"/>
                  </a:cubicBezTo>
                  <a:cubicBezTo>
                    <a:pt x="1" y="50"/>
                    <a:pt x="77" y="67"/>
                    <a:pt x="85" y="101"/>
                  </a:cubicBezTo>
                  <a:cubicBezTo>
                    <a:pt x="85" y="93"/>
                    <a:pt x="77" y="84"/>
                    <a:pt x="85" y="84"/>
                  </a:cubicBezTo>
                  <a:lnTo>
                    <a:pt x="119" y="101"/>
                  </a:lnTo>
                  <a:cubicBezTo>
                    <a:pt x="85" y="76"/>
                    <a:pt x="136" y="76"/>
                    <a:pt x="161" y="76"/>
                  </a:cubicBezTo>
                  <a:cubicBezTo>
                    <a:pt x="178" y="84"/>
                    <a:pt x="204" y="93"/>
                    <a:pt x="195" y="101"/>
                  </a:cubicBezTo>
                  <a:lnTo>
                    <a:pt x="170" y="101"/>
                  </a:lnTo>
                  <a:cubicBezTo>
                    <a:pt x="195" y="127"/>
                    <a:pt x="246" y="101"/>
                    <a:pt x="263" y="135"/>
                  </a:cubicBezTo>
                  <a:cubicBezTo>
                    <a:pt x="263" y="143"/>
                    <a:pt x="246" y="143"/>
                    <a:pt x="246" y="143"/>
                  </a:cubicBezTo>
                  <a:cubicBezTo>
                    <a:pt x="288" y="143"/>
                    <a:pt x="330" y="143"/>
                    <a:pt x="373" y="160"/>
                  </a:cubicBezTo>
                  <a:lnTo>
                    <a:pt x="330" y="177"/>
                  </a:lnTo>
                  <a:cubicBezTo>
                    <a:pt x="340" y="175"/>
                    <a:pt x="349" y="173"/>
                    <a:pt x="359" y="173"/>
                  </a:cubicBezTo>
                  <a:cubicBezTo>
                    <a:pt x="413" y="173"/>
                    <a:pt x="475" y="210"/>
                    <a:pt x="525" y="253"/>
                  </a:cubicBezTo>
                  <a:cubicBezTo>
                    <a:pt x="525" y="245"/>
                    <a:pt x="508" y="236"/>
                    <a:pt x="525" y="228"/>
                  </a:cubicBezTo>
                  <a:cubicBezTo>
                    <a:pt x="559" y="236"/>
                    <a:pt x="576" y="279"/>
                    <a:pt x="550" y="287"/>
                  </a:cubicBezTo>
                  <a:cubicBezTo>
                    <a:pt x="554" y="286"/>
                    <a:pt x="558" y="285"/>
                    <a:pt x="563" y="285"/>
                  </a:cubicBezTo>
                  <a:cubicBezTo>
                    <a:pt x="609" y="285"/>
                    <a:pt x="670" y="357"/>
                    <a:pt x="722" y="357"/>
                  </a:cubicBezTo>
                  <a:cubicBezTo>
                    <a:pt x="727" y="357"/>
                    <a:pt x="732" y="356"/>
                    <a:pt x="736" y="355"/>
                  </a:cubicBezTo>
                  <a:lnTo>
                    <a:pt x="1033" y="270"/>
                  </a:lnTo>
                  <a:lnTo>
                    <a:pt x="1007" y="270"/>
                  </a:lnTo>
                  <a:cubicBezTo>
                    <a:pt x="999" y="228"/>
                    <a:pt x="982" y="228"/>
                    <a:pt x="1033" y="220"/>
                  </a:cubicBezTo>
                  <a:cubicBezTo>
                    <a:pt x="1001" y="220"/>
                    <a:pt x="993" y="234"/>
                    <a:pt x="970" y="234"/>
                  </a:cubicBezTo>
                  <a:cubicBezTo>
                    <a:pt x="962" y="234"/>
                    <a:pt x="952" y="232"/>
                    <a:pt x="940" y="228"/>
                  </a:cubicBezTo>
                  <a:cubicBezTo>
                    <a:pt x="965" y="220"/>
                    <a:pt x="990" y="186"/>
                    <a:pt x="940" y="160"/>
                  </a:cubicBezTo>
                  <a:cubicBezTo>
                    <a:pt x="915" y="156"/>
                    <a:pt x="892" y="154"/>
                    <a:pt x="868" y="154"/>
                  </a:cubicBezTo>
                  <a:cubicBezTo>
                    <a:pt x="770" y="154"/>
                    <a:pt x="678" y="187"/>
                    <a:pt x="578" y="187"/>
                  </a:cubicBezTo>
                  <a:cubicBezTo>
                    <a:pt x="569" y="187"/>
                    <a:pt x="560" y="186"/>
                    <a:pt x="550" y="186"/>
                  </a:cubicBezTo>
                  <a:cubicBezTo>
                    <a:pt x="559" y="160"/>
                    <a:pt x="466" y="127"/>
                    <a:pt x="424" y="101"/>
                  </a:cubicBezTo>
                  <a:cubicBezTo>
                    <a:pt x="440" y="93"/>
                    <a:pt x="457" y="88"/>
                    <a:pt x="474" y="88"/>
                  </a:cubicBezTo>
                  <a:cubicBezTo>
                    <a:pt x="491" y="88"/>
                    <a:pt x="508" y="93"/>
                    <a:pt x="525" y="101"/>
                  </a:cubicBezTo>
                  <a:lnTo>
                    <a:pt x="440" y="59"/>
                  </a:lnTo>
                  <a:lnTo>
                    <a:pt x="398" y="101"/>
                  </a:lnTo>
                  <a:cubicBezTo>
                    <a:pt x="372" y="91"/>
                    <a:pt x="359" y="84"/>
                    <a:pt x="354" y="78"/>
                  </a:cubicBezTo>
                  <a:lnTo>
                    <a:pt x="354" y="78"/>
                  </a:lnTo>
                  <a:cubicBezTo>
                    <a:pt x="345" y="95"/>
                    <a:pt x="324" y="112"/>
                    <a:pt x="381" y="127"/>
                  </a:cubicBezTo>
                  <a:cubicBezTo>
                    <a:pt x="370" y="138"/>
                    <a:pt x="355" y="143"/>
                    <a:pt x="340" y="143"/>
                  </a:cubicBezTo>
                  <a:cubicBezTo>
                    <a:pt x="311" y="143"/>
                    <a:pt x="279" y="126"/>
                    <a:pt x="263" y="110"/>
                  </a:cubicBezTo>
                  <a:cubicBezTo>
                    <a:pt x="250" y="88"/>
                    <a:pt x="261" y="86"/>
                    <a:pt x="278" y="86"/>
                  </a:cubicBezTo>
                  <a:cubicBezTo>
                    <a:pt x="282" y="86"/>
                    <a:pt x="286" y="86"/>
                    <a:pt x="291" y="86"/>
                  </a:cubicBezTo>
                  <a:cubicBezTo>
                    <a:pt x="305" y="86"/>
                    <a:pt x="321" y="85"/>
                    <a:pt x="330" y="76"/>
                  </a:cubicBezTo>
                  <a:cubicBezTo>
                    <a:pt x="317" y="71"/>
                    <a:pt x="308" y="69"/>
                    <a:pt x="302" y="69"/>
                  </a:cubicBezTo>
                  <a:cubicBezTo>
                    <a:pt x="287" y="69"/>
                    <a:pt x="283" y="78"/>
                    <a:pt x="271" y="84"/>
                  </a:cubicBezTo>
                  <a:cubicBezTo>
                    <a:pt x="212" y="50"/>
                    <a:pt x="119" y="67"/>
                    <a:pt x="111" y="8"/>
                  </a:cubicBezTo>
                  <a:cubicBezTo>
                    <a:pt x="95" y="3"/>
                    <a:pt x="83" y="1"/>
                    <a:pt x="7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2"/>
            <p:cNvSpPr/>
            <p:nvPr/>
          </p:nvSpPr>
          <p:spPr>
            <a:xfrm>
              <a:off x="2598863" y="1972781"/>
              <a:ext cx="526" cy="797"/>
            </a:xfrm>
            <a:custGeom>
              <a:rect b="b" l="l" r="r" t="t"/>
              <a:pathLst>
                <a:path extrusionOk="0" h="10" w="9">
                  <a:moveTo>
                    <a:pt x="0" y="1"/>
                  </a:moveTo>
                  <a:cubicBezTo>
                    <a:pt x="0" y="9"/>
                    <a:pt x="0" y="9"/>
                    <a:pt x="9" y="9"/>
                  </a:cubicBezTo>
                  <a:cubicBezTo>
                    <a:pt x="9" y="9"/>
                    <a:pt x="0"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2"/>
            <p:cNvSpPr/>
            <p:nvPr/>
          </p:nvSpPr>
          <p:spPr>
            <a:xfrm>
              <a:off x="2586991" y="1970152"/>
              <a:ext cx="994" cy="80"/>
            </a:xfrm>
            <a:custGeom>
              <a:rect b="b" l="l" r="r" t="t"/>
              <a:pathLst>
                <a:path extrusionOk="0" h="1" w="17">
                  <a:moveTo>
                    <a:pt x="17" y="0"/>
                  </a:moveTo>
                  <a:lnTo>
                    <a:pt x="17"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2"/>
            <p:cNvSpPr/>
            <p:nvPr/>
          </p:nvSpPr>
          <p:spPr>
            <a:xfrm>
              <a:off x="2620618" y="1975490"/>
              <a:ext cx="1520" cy="797"/>
            </a:xfrm>
            <a:custGeom>
              <a:rect b="b" l="l" r="r" t="t"/>
              <a:pathLst>
                <a:path extrusionOk="0" h="10" w="26">
                  <a:moveTo>
                    <a:pt x="9" y="1"/>
                  </a:moveTo>
                  <a:cubicBezTo>
                    <a:pt x="0" y="1"/>
                    <a:pt x="0" y="1"/>
                    <a:pt x="0" y="9"/>
                  </a:cubicBezTo>
                  <a:cubicBezTo>
                    <a:pt x="9" y="9"/>
                    <a:pt x="17" y="9"/>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2"/>
            <p:cNvSpPr/>
            <p:nvPr/>
          </p:nvSpPr>
          <p:spPr>
            <a:xfrm>
              <a:off x="2620618" y="1980269"/>
              <a:ext cx="526" cy="717"/>
            </a:xfrm>
            <a:custGeom>
              <a:rect b="b" l="l" r="r" t="t"/>
              <a:pathLst>
                <a:path extrusionOk="0" h="9" w="9">
                  <a:moveTo>
                    <a:pt x="9" y="0"/>
                  </a:moveTo>
                  <a:lnTo>
                    <a:pt x="0" y="8"/>
                  </a:lnTo>
                  <a:lnTo>
                    <a:pt x="9" y="8"/>
                  </a:lnTo>
                  <a:cubicBezTo>
                    <a:pt x="9" y="8"/>
                    <a:pt x="9" y="8"/>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2"/>
            <p:cNvSpPr/>
            <p:nvPr/>
          </p:nvSpPr>
          <p:spPr>
            <a:xfrm>
              <a:off x="2558276" y="1937093"/>
              <a:ext cx="526" cy="80"/>
            </a:xfrm>
            <a:custGeom>
              <a:rect b="b" l="l" r="r" t="t"/>
              <a:pathLst>
                <a:path extrusionOk="0" h="1" w="9">
                  <a:moveTo>
                    <a:pt x="9" y="1"/>
                  </a:moveTo>
                  <a:lnTo>
                    <a:pt x="0" y="1"/>
                  </a:lnTo>
                  <a:cubicBezTo>
                    <a:pt x="0" y="1"/>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2"/>
            <p:cNvSpPr/>
            <p:nvPr/>
          </p:nvSpPr>
          <p:spPr>
            <a:xfrm>
              <a:off x="2570148" y="1955813"/>
              <a:ext cx="32222" cy="17047"/>
            </a:xfrm>
            <a:custGeom>
              <a:rect b="b" l="l" r="r" t="t"/>
              <a:pathLst>
                <a:path extrusionOk="0" h="214" w="551">
                  <a:moveTo>
                    <a:pt x="22" y="0"/>
                  </a:moveTo>
                  <a:cubicBezTo>
                    <a:pt x="12" y="0"/>
                    <a:pt x="4" y="6"/>
                    <a:pt x="0" y="19"/>
                  </a:cubicBezTo>
                  <a:cubicBezTo>
                    <a:pt x="26" y="28"/>
                    <a:pt x="51" y="36"/>
                    <a:pt x="85" y="36"/>
                  </a:cubicBezTo>
                  <a:lnTo>
                    <a:pt x="60" y="79"/>
                  </a:lnTo>
                  <a:cubicBezTo>
                    <a:pt x="66" y="81"/>
                    <a:pt x="71" y="82"/>
                    <a:pt x="75" y="82"/>
                  </a:cubicBezTo>
                  <a:cubicBezTo>
                    <a:pt x="91" y="82"/>
                    <a:pt x="89" y="63"/>
                    <a:pt x="109" y="63"/>
                  </a:cubicBezTo>
                  <a:cubicBezTo>
                    <a:pt x="115" y="63"/>
                    <a:pt x="124" y="65"/>
                    <a:pt x="136" y="70"/>
                  </a:cubicBezTo>
                  <a:lnTo>
                    <a:pt x="119" y="62"/>
                  </a:lnTo>
                  <a:lnTo>
                    <a:pt x="119" y="62"/>
                  </a:lnTo>
                  <a:cubicBezTo>
                    <a:pt x="178" y="79"/>
                    <a:pt x="237" y="96"/>
                    <a:pt x="297" y="129"/>
                  </a:cubicBezTo>
                  <a:cubicBezTo>
                    <a:pt x="280" y="138"/>
                    <a:pt x="313" y="163"/>
                    <a:pt x="305" y="180"/>
                  </a:cubicBezTo>
                  <a:cubicBezTo>
                    <a:pt x="320" y="190"/>
                    <a:pt x="341" y="194"/>
                    <a:pt x="362" y="194"/>
                  </a:cubicBezTo>
                  <a:cubicBezTo>
                    <a:pt x="377" y="194"/>
                    <a:pt x="393" y="192"/>
                    <a:pt x="407" y="189"/>
                  </a:cubicBezTo>
                  <a:cubicBezTo>
                    <a:pt x="423" y="206"/>
                    <a:pt x="466" y="197"/>
                    <a:pt x="491" y="214"/>
                  </a:cubicBezTo>
                  <a:cubicBezTo>
                    <a:pt x="491" y="197"/>
                    <a:pt x="550" y="189"/>
                    <a:pt x="474" y="180"/>
                  </a:cubicBezTo>
                  <a:lnTo>
                    <a:pt x="483" y="180"/>
                  </a:lnTo>
                  <a:cubicBezTo>
                    <a:pt x="449" y="138"/>
                    <a:pt x="423" y="163"/>
                    <a:pt x="381" y="146"/>
                  </a:cubicBezTo>
                  <a:cubicBezTo>
                    <a:pt x="373" y="134"/>
                    <a:pt x="383" y="131"/>
                    <a:pt x="394" y="131"/>
                  </a:cubicBezTo>
                  <a:cubicBezTo>
                    <a:pt x="399" y="131"/>
                    <a:pt x="404" y="132"/>
                    <a:pt x="407" y="132"/>
                  </a:cubicBezTo>
                  <a:cubicBezTo>
                    <a:pt x="410" y="132"/>
                    <a:pt x="411" y="131"/>
                    <a:pt x="407" y="129"/>
                  </a:cubicBezTo>
                  <a:cubicBezTo>
                    <a:pt x="368" y="123"/>
                    <a:pt x="311" y="78"/>
                    <a:pt x="278" y="78"/>
                  </a:cubicBezTo>
                  <a:cubicBezTo>
                    <a:pt x="267" y="78"/>
                    <a:pt x="258" y="83"/>
                    <a:pt x="254" y="96"/>
                  </a:cubicBezTo>
                  <a:cubicBezTo>
                    <a:pt x="212" y="87"/>
                    <a:pt x="212" y="70"/>
                    <a:pt x="212" y="62"/>
                  </a:cubicBezTo>
                  <a:cubicBezTo>
                    <a:pt x="205" y="64"/>
                    <a:pt x="198" y="65"/>
                    <a:pt x="191" y="65"/>
                  </a:cubicBezTo>
                  <a:cubicBezTo>
                    <a:pt x="133" y="65"/>
                    <a:pt x="59" y="0"/>
                    <a:pt x="2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2"/>
            <p:cNvSpPr/>
            <p:nvPr/>
          </p:nvSpPr>
          <p:spPr>
            <a:xfrm>
              <a:off x="2615647" y="1973498"/>
              <a:ext cx="585" cy="80"/>
            </a:xfrm>
            <a:custGeom>
              <a:rect b="b" l="l" r="r" t="t"/>
              <a:pathLst>
                <a:path extrusionOk="0" h="1" w="10">
                  <a:moveTo>
                    <a:pt x="9" y="0"/>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2"/>
            <p:cNvSpPr/>
            <p:nvPr/>
          </p:nvSpPr>
          <p:spPr>
            <a:xfrm>
              <a:off x="2611203" y="1988395"/>
              <a:ext cx="31696" cy="22225"/>
            </a:xfrm>
            <a:custGeom>
              <a:rect b="b" l="l" r="r" t="t"/>
              <a:pathLst>
                <a:path extrusionOk="0" h="279" w="542">
                  <a:moveTo>
                    <a:pt x="449" y="211"/>
                  </a:moveTo>
                  <a:lnTo>
                    <a:pt x="483" y="228"/>
                  </a:lnTo>
                  <a:cubicBezTo>
                    <a:pt x="466" y="228"/>
                    <a:pt x="457" y="219"/>
                    <a:pt x="449" y="211"/>
                  </a:cubicBezTo>
                  <a:close/>
                  <a:moveTo>
                    <a:pt x="63" y="1"/>
                  </a:moveTo>
                  <a:cubicBezTo>
                    <a:pt x="41" y="1"/>
                    <a:pt x="37" y="17"/>
                    <a:pt x="31" y="29"/>
                  </a:cubicBezTo>
                  <a:lnTo>
                    <a:pt x="31" y="29"/>
                  </a:lnTo>
                  <a:cubicBezTo>
                    <a:pt x="31" y="29"/>
                    <a:pt x="32" y="29"/>
                    <a:pt x="32" y="29"/>
                  </a:cubicBezTo>
                  <a:cubicBezTo>
                    <a:pt x="37" y="29"/>
                    <a:pt x="39" y="33"/>
                    <a:pt x="34" y="42"/>
                  </a:cubicBezTo>
                  <a:cubicBezTo>
                    <a:pt x="33" y="43"/>
                    <a:pt x="32" y="44"/>
                    <a:pt x="30" y="44"/>
                  </a:cubicBezTo>
                  <a:cubicBezTo>
                    <a:pt x="27" y="44"/>
                    <a:pt x="23" y="42"/>
                    <a:pt x="20" y="41"/>
                  </a:cubicBezTo>
                  <a:lnTo>
                    <a:pt x="20" y="41"/>
                  </a:lnTo>
                  <a:cubicBezTo>
                    <a:pt x="19" y="41"/>
                    <a:pt x="18" y="42"/>
                    <a:pt x="18" y="42"/>
                  </a:cubicBezTo>
                  <a:cubicBezTo>
                    <a:pt x="18" y="41"/>
                    <a:pt x="18" y="41"/>
                    <a:pt x="18" y="40"/>
                  </a:cubicBezTo>
                  <a:lnTo>
                    <a:pt x="18" y="40"/>
                  </a:lnTo>
                  <a:cubicBezTo>
                    <a:pt x="19" y="41"/>
                    <a:pt x="19" y="41"/>
                    <a:pt x="20" y="41"/>
                  </a:cubicBezTo>
                  <a:lnTo>
                    <a:pt x="20" y="41"/>
                  </a:lnTo>
                  <a:cubicBezTo>
                    <a:pt x="25" y="39"/>
                    <a:pt x="28" y="34"/>
                    <a:pt x="31" y="29"/>
                  </a:cubicBezTo>
                  <a:lnTo>
                    <a:pt x="31" y="29"/>
                  </a:lnTo>
                  <a:cubicBezTo>
                    <a:pt x="27" y="30"/>
                    <a:pt x="22" y="34"/>
                    <a:pt x="18" y="40"/>
                  </a:cubicBezTo>
                  <a:lnTo>
                    <a:pt x="18" y="40"/>
                  </a:lnTo>
                  <a:cubicBezTo>
                    <a:pt x="13" y="38"/>
                    <a:pt x="8" y="36"/>
                    <a:pt x="5" y="36"/>
                  </a:cubicBezTo>
                  <a:cubicBezTo>
                    <a:pt x="2" y="36"/>
                    <a:pt x="1" y="37"/>
                    <a:pt x="1" y="42"/>
                  </a:cubicBezTo>
                  <a:cubicBezTo>
                    <a:pt x="9" y="50"/>
                    <a:pt x="26" y="50"/>
                    <a:pt x="34" y="50"/>
                  </a:cubicBezTo>
                  <a:cubicBezTo>
                    <a:pt x="9" y="59"/>
                    <a:pt x="60" y="93"/>
                    <a:pt x="77" y="101"/>
                  </a:cubicBezTo>
                  <a:cubicBezTo>
                    <a:pt x="153" y="118"/>
                    <a:pt x="221" y="143"/>
                    <a:pt x="288" y="177"/>
                  </a:cubicBezTo>
                  <a:cubicBezTo>
                    <a:pt x="284" y="177"/>
                    <a:pt x="280" y="175"/>
                    <a:pt x="277" y="175"/>
                  </a:cubicBezTo>
                  <a:cubicBezTo>
                    <a:pt x="273" y="175"/>
                    <a:pt x="271" y="177"/>
                    <a:pt x="271" y="186"/>
                  </a:cubicBezTo>
                  <a:cubicBezTo>
                    <a:pt x="347" y="219"/>
                    <a:pt x="424" y="253"/>
                    <a:pt x="500" y="279"/>
                  </a:cubicBezTo>
                  <a:lnTo>
                    <a:pt x="534" y="245"/>
                  </a:lnTo>
                  <a:cubicBezTo>
                    <a:pt x="542" y="236"/>
                    <a:pt x="517" y="236"/>
                    <a:pt x="491" y="236"/>
                  </a:cubicBezTo>
                  <a:cubicBezTo>
                    <a:pt x="500" y="228"/>
                    <a:pt x="508" y="219"/>
                    <a:pt x="483" y="211"/>
                  </a:cubicBezTo>
                  <a:cubicBezTo>
                    <a:pt x="462" y="194"/>
                    <a:pt x="440" y="192"/>
                    <a:pt x="420" y="192"/>
                  </a:cubicBezTo>
                  <a:cubicBezTo>
                    <a:pt x="414" y="192"/>
                    <a:pt x="407" y="192"/>
                    <a:pt x="401" y="192"/>
                  </a:cubicBezTo>
                  <a:cubicBezTo>
                    <a:pt x="388" y="192"/>
                    <a:pt x="376" y="191"/>
                    <a:pt x="364" y="186"/>
                  </a:cubicBezTo>
                  <a:lnTo>
                    <a:pt x="373" y="186"/>
                  </a:lnTo>
                  <a:cubicBezTo>
                    <a:pt x="347" y="160"/>
                    <a:pt x="305" y="152"/>
                    <a:pt x="271" y="152"/>
                  </a:cubicBezTo>
                  <a:cubicBezTo>
                    <a:pt x="269" y="139"/>
                    <a:pt x="274" y="135"/>
                    <a:pt x="283" y="135"/>
                  </a:cubicBezTo>
                  <a:cubicBezTo>
                    <a:pt x="300" y="135"/>
                    <a:pt x="329" y="152"/>
                    <a:pt x="338" y="152"/>
                  </a:cubicBezTo>
                  <a:cubicBezTo>
                    <a:pt x="342" y="152"/>
                    <a:pt x="341" y="148"/>
                    <a:pt x="331" y="135"/>
                  </a:cubicBezTo>
                  <a:lnTo>
                    <a:pt x="331" y="135"/>
                  </a:lnTo>
                  <a:cubicBezTo>
                    <a:pt x="364" y="160"/>
                    <a:pt x="424" y="152"/>
                    <a:pt x="457" y="169"/>
                  </a:cubicBezTo>
                  <a:cubicBezTo>
                    <a:pt x="407" y="135"/>
                    <a:pt x="390" y="84"/>
                    <a:pt x="407" y="67"/>
                  </a:cubicBezTo>
                  <a:cubicBezTo>
                    <a:pt x="394" y="64"/>
                    <a:pt x="384" y="63"/>
                    <a:pt x="376" y="63"/>
                  </a:cubicBezTo>
                  <a:cubicBezTo>
                    <a:pt x="317" y="63"/>
                    <a:pt x="354" y="128"/>
                    <a:pt x="299" y="128"/>
                  </a:cubicBezTo>
                  <a:cubicBezTo>
                    <a:pt x="293" y="128"/>
                    <a:pt x="287" y="128"/>
                    <a:pt x="280" y="126"/>
                  </a:cubicBezTo>
                  <a:lnTo>
                    <a:pt x="221" y="84"/>
                  </a:lnTo>
                  <a:lnTo>
                    <a:pt x="187" y="118"/>
                  </a:lnTo>
                  <a:cubicBezTo>
                    <a:pt x="144" y="101"/>
                    <a:pt x="221" y="93"/>
                    <a:pt x="161" y="76"/>
                  </a:cubicBezTo>
                  <a:lnTo>
                    <a:pt x="161" y="76"/>
                  </a:lnTo>
                  <a:cubicBezTo>
                    <a:pt x="158" y="77"/>
                    <a:pt x="156" y="77"/>
                    <a:pt x="153" y="77"/>
                  </a:cubicBezTo>
                  <a:cubicBezTo>
                    <a:pt x="133" y="77"/>
                    <a:pt x="114" y="57"/>
                    <a:pt x="100" y="57"/>
                  </a:cubicBezTo>
                  <a:cubicBezTo>
                    <a:pt x="98" y="57"/>
                    <a:pt x="96" y="58"/>
                    <a:pt x="94" y="59"/>
                  </a:cubicBezTo>
                  <a:cubicBezTo>
                    <a:pt x="102" y="50"/>
                    <a:pt x="102" y="42"/>
                    <a:pt x="77" y="33"/>
                  </a:cubicBezTo>
                  <a:cubicBezTo>
                    <a:pt x="77" y="33"/>
                    <a:pt x="71" y="44"/>
                    <a:pt x="56" y="44"/>
                  </a:cubicBezTo>
                  <a:cubicBezTo>
                    <a:pt x="52" y="44"/>
                    <a:pt x="48" y="44"/>
                    <a:pt x="43" y="42"/>
                  </a:cubicBezTo>
                  <a:cubicBezTo>
                    <a:pt x="43" y="26"/>
                    <a:pt x="49" y="22"/>
                    <a:pt x="58" y="22"/>
                  </a:cubicBezTo>
                  <a:cubicBezTo>
                    <a:pt x="68" y="22"/>
                    <a:pt x="82" y="28"/>
                    <a:pt x="89" y="28"/>
                  </a:cubicBezTo>
                  <a:cubicBezTo>
                    <a:pt x="96" y="28"/>
                    <a:pt x="99" y="24"/>
                    <a:pt x="94" y="8"/>
                  </a:cubicBezTo>
                  <a:cubicBezTo>
                    <a:pt x="80" y="3"/>
                    <a:pt x="70" y="1"/>
                    <a:pt x="6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2"/>
            <p:cNvSpPr/>
            <p:nvPr/>
          </p:nvSpPr>
          <p:spPr>
            <a:xfrm>
              <a:off x="2585003" y="2175677"/>
              <a:ext cx="1053" cy="80"/>
            </a:xfrm>
            <a:custGeom>
              <a:rect b="b" l="l" r="r" t="t"/>
              <a:pathLst>
                <a:path extrusionOk="0" h="1" w="18">
                  <a:moveTo>
                    <a:pt x="17" y="0"/>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2"/>
            <p:cNvSpPr/>
            <p:nvPr/>
          </p:nvSpPr>
          <p:spPr>
            <a:xfrm>
              <a:off x="2597869" y="2164843"/>
              <a:ext cx="58" cy="797"/>
            </a:xfrm>
            <a:custGeom>
              <a:rect b="b" l="l" r="r" t="t"/>
              <a:pathLst>
                <a:path extrusionOk="0" h="10" w="1">
                  <a:moveTo>
                    <a:pt x="0" y="9"/>
                  </a:moveTo>
                  <a:lnTo>
                    <a:pt x="0" y="9"/>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2"/>
            <p:cNvSpPr/>
            <p:nvPr/>
          </p:nvSpPr>
          <p:spPr>
            <a:xfrm>
              <a:off x="2671088" y="2102867"/>
              <a:ext cx="1520" cy="80"/>
            </a:xfrm>
            <a:custGeom>
              <a:rect b="b" l="l" r="r" t="t"/>
              <a:pathLst>
                <a:path extrusionOk="0" h="1" w="26">
                  <a:moveTo>
                    <a:pt x="26" y="1"/>
                  </a:moveTo>
                  <a:lnTo>
                    <a:pt x="0" y="1"/>
                  </a:lnTo>
                  <a:cubicBezTo>
                    <a:pt x="0" y="1"/>
                    <a:pt x="26"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2"/>
            <p:cNvSpPr/>
            <p:nvPr/>
          </p:nvSpPr>
          <p:spPr>
            <a:xfrm>
              <a:off x="2726997" y="2011894"/>
              <a:ext cx="1520" cy="797"/>
            </a:xfrm>
            <a:custGeom>
              <a:rect b="b" l="l" r="r" t="t"/>
              <a:pathLst>
                <a:path extrusionOk="0" h="10" w="26">
                  <a:moveTo>
                    <a:pt x="25" y="9"/>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2"/>
            <p:cNvSpPr/>
            <p:nvPr/>
          </p:nvSpPr>
          <p:spPr>
            <a:xfrm>
              <a:off x="2677521" y="1975490"/>
              <a:ext cx="1520" cy="80"/>
            </a:xfrm>
            <a:custGeom>
              <a:rect b="b" l="l" r="r" t="t"/>
              <a:pathLst>
                <a:path extrusionOk="0" h="1" w="26">
                  <a:moveTo>
                    <a:pt x="26" y="1"/>
                  </a:moveTo>
                  <a:lnTo>
                    <a:pt x="0" y="1"/>
                  </a:lnTo>
                  <a:cubicBezTo>
                    <a:pt x="9" y="1"/>
                    <a:pt x="17"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2"/>
            <p:cNvSpPr/>
            <p:nvPr/>
          </p:nvSpPr>
          <p:spPr>
            <a:xfrm>
              <a:off x="2724014" y="2007832"/>
              <a:ext cx="1053" cy="80"/>
            </a:xfrm>
            <a:custGeom>
              <a:rect b="b" l="l" r="r" t="t"/>
              <a:pathLst>
                <a:path extrusionOk="0" h="1" w="18">
                  <a:moveTo>
                    <a:pt x="17" y="1"/>
                  </a:moveTo>
                  <a:lnTo>
                    <a:pt x="0" y="1"/>
                  </a:lnTo>
                  <a:cubicBezTo>
                    <a:pt x="9" y="1"/>
                    <a:pt x="17" y="1"/>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2"/>
            <p:cNvSpPr/>
            <p:nvPr/>
          </p:nvSpPr>
          <p:spPr>
            <a:xfrm>
              <a:off x="2573131" y="2174323"/>
              <a:ext cx="58" cy="80"/>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2"/>
            <p:cNvSpPr/>
            <p:nvPr/>
          </p:nvSpPr>
          <p:spPr>
            <a:xfrm>
              <a:off x="2570616" y="2181731"/>
              <a:ext cx="1053" cy="1434"/>
            </a:xfrm>
            <a:custGeom>
              <a:rect b="b" l="l" r="r" t="t"/>
              <a:pathLst>
                <a:path extrusionOk="0" h="18" w="18">
                  <a:moveTo>
                    <a:pt x="18" y="0"/>
                  </a:moveTo>
                  <a:lnTo>
                    <a:pt x="1" y="17"/>
                  </a:lnTo>
                  <a:cubicBezTo>
                    <a:pt x="9" y="17"/>
                    <a:pt x="18" y="9"/>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2"/>
            <p:cNvSpPr/>
            <p:nvPr/>
          </p:nvSpPr>
          <p:spPr>
            <a:xfrm>
              <a:off x="2648982" y="2114338"/>
              <a:ext cx="1871" cy="2390"/>
            </a:xfrm>
            <a:custGeom>
              <a:rect b="b" l="l" r="r" t="t"/>
              <a:pathLst>
                <a:path extrusionOk="0" h="30" w="32">
                  <a:moveTo>
                    <a:pt x="6" y="0"/>
                  </a:moveTo>
                  <a:cubicBezTo>
                    <a:pt x="0" y="17"/>
                    <a:pt x="6" y="30"/>
                    <a:pt x="15" y="30"/>
                  </a:cubicBezTo>
                  <a:cubicBezTo>
                    <a:pt x="20" y="30"/>
                    <a:pt x="25" y="26"/>
                    <a:pt x="31" y="17"/>
                  </a:cubicBezTo>
                  <a:cubicBezTo>
                    <a:pt x="23" y="17"/>
                    <a:pt x="6" y="17"/>
                    <a:pt x="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2"/>
            <p:cNvSpPr/>
            <p:nvPr/>
          </p:nvSpPr>
          <p:spPr>
            <a:xfrm>
              <a:off x="2570148" y="2150026"/>
              <a:ext cx="526" cy="2151"/>
            </a:xfrm>
            <a:custGeom>
              <a:rect b="b" l="l" r="r" t="t"/>
              <a:pathLst>
                <a:path extrusionOk="0" h="27" w="9">
                  <a:moveTo>
                    <a:pt x="0" y="1"/>
                  </a:moveTo>
                  <a:lnTo>
                    <a:pt x="0" y="26"/>
                  </a:lnTo>
                  <a:cubicBezTo>
                    <a:pt x="0" y="9"/>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2"/>
            <p:cNvSpPr/>
            <p:nvPr/>
          </p:nvSpPr>
          <p:spPr>
            <a:xfrm>
              <a:off x="2569680" y="2152097"/>
              <a:ext cx="526" cy="1434"/>
            </a:xfrm>
            <a:custGeom>
              <a:rect b="b" l="l" r="r" t="t"/>
              <a:pathLst>
                <a:path extrusionOk="0" h="18" w="9">
                  <a:moveTo>
                    <a:pt x="8" y="0"/>
                  </a:moveTo>
                  <a:cubicBezTo>
                    <a:pt x="8" y="0"/>
                    <a:pt x="0" y="9"/>
                    <a:pt x="0" y="17"/>
                  </a:cubicBezTo>
                  <a:lnTo>
                    <a:pt x="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2"/>
            <p:cNvSpPr/>
            <p:nvPr/>
          </p:nvSpPr>
          <p:spPr>
            <a:xfrm>
              <a:off x="2647812" y="2082633"/>
              <a:ext cx="585" cy="80"/>
            </a:xfrm>
            <a:custGeom>
              <a:rect b="b" l="l" r="r" t="t"/>
              <a:pathLst>
                <a:path extrusionOk="0" h="1" w="10">
                  <a:moveTo>
                    <a:pt x="1" y="1"/>
                  </a:moveTo>
                  <a:cubicBezTo>
                    <a:pt x="1" y="1"/>
                    <a:pt x="1" y="1"/>
                    <a:pt x="9" y="1"/>
                  </a:cubicBezTo>
                  <a:cubicBezTo>
                    <a:pt x="1" y="1"/>
                    <a:pt x="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2"/>
            <p:cNvSpPr/>
            <p:nvPr/>
          </p:nvSpPr>
          <p:spPr>
            <a:xfrm>
              <a:off x="2566172" y="2183085"/>
              <a:ext cx="10468" cy="14976"/>
            </a:xfrm>
            <a:custGeom>
              <a:rect b="b" l="l" r="r" t="t"/>
              <a:pathLst>
                <a:path extrusionOk="0" h="188" w="179">
                  <a:moveTo>
                    <a:pt x="170" y="0"/>
                  </a:moveTo>
                  <a:lnTo>
                    <a:pt x="77" y="43"/>
                  </a:lnTo>
                  <a:cubicBezTo>
                    <a:pt x="70" y="44"/>
                    <a:pt x="65" y="44"/>
                    <a:pt x="60" y="44"/>
                  </a:cubicBezTo>
                  <a:cubicBezTo>
                    <a:pt x="33" y="44"/>
                    <a:pt x="55" y="22"/>
                    <a:pt x="77" y="0"/>
                  </a:cubicBezTo>
                  <a:lnTo>
                    <a:pt x="77" y="0"/>
                  </a:lnTo>
                  <a:cubicBezTo>
                    <a:pt x="68" y="9"/>
                    <a:pt x="60" y="9"/>
                    <a:pt x="60" y="9"/>
                  </a:cubicBezTo>
                  <a:cubicBezTo>
                    <a:pt x="60" y="15"/>
                    <a:pt x="13" y="64"/>
                    <a:pt x="30" y="64"/>
                  </a:cubicBezTo>
                  <a:cubicBezTo>
                    <a:pt x="34" y="64"/>
                    <a:pt x="44" y="60"/>
                    <a:pt x="60" y="51"/>
                  </a:cubicBezTo>
                  <a:lnTo>
                    <a:pt x="60" y="51"/>
                  </a:lnTo>
                  <a:cubicBezTo>
                    <a:pt x="77" y="85"/>
                    <a:pt x="18" y="93"/>
                    <a:pt x="1" y="119"/>
                  </a:cubicBezTo>
                  <a:cubicBezTo>
                    <a:pt x="26" y="119"/>
                    <a:pt x="1" y="136"/>
                    <a:pt x="18" y="144"/>
                  </a:cubicBezTo>
                  <a:cubicBezTo>
                    <a:pt x="26" y="127"/>
                    <a:pt x="35" y="119"/>
                    <a:pt x="52" y="110"/>
                  </a:cubicBezTo>
                  <a:lnTo>
                    <a:pt x="52" y="110"/>
                  </a:lnTo>
                  <a:cubicBezTo>
                    <a:pt x="68" y="119"/>
                    <a:pt x="52" y="144"/>
                    <a:pt x="26" y="153"/>
                  </a:cubicBezTo>
                  <a:cubicBezTo>
                    <a:pt x="57" y="153"/>
                    <a:pt x="18" y="188"/>
                    <a:pt x="42" y="188"/>
                  </a:cubicBezTo>
                  <a:cubicBezTo>
                    <a:pt x="45" y="188"/>
                    <a:pt x="48" y="187"/>
                    <a:pt x="52" y="186"/>
                  </a:cubicBezTo>
                  <a:cubicBezTo>
                    <a:pt x="111" y="136"/>
                    <a:pt x="153" y="76"/>
                    <a:pt x="178" y="9"/>
                  </a:cubicBezTo>
                  <a:lnTo>
                    <a:pt x="178" y="9"/>
                  </a:lnTo>
                  <a:cubicBezTo>
                    <a:pt x="153" y="43"/>
                    <a:pt x="111" y="76"/>
                    <a:pt x="68" y="93"/>
                  </a:cubicBezTo>
                  <a:lnTo>
                    <a:pt x="68" y="60"/>
                  </a:lnTo>
                  <a:cubicBezTo>
                    <a:pt x="119" y="60"/>
                    <a:pt x="128" y="26"/>
                    <a:pt x="17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2"/>
            <p:cNvSpPr/>
            <p:nvPr/>
          </p:nvSpPr>
          <p:spPr>
            <a:xfrm>
              <a:off x="2564710" y="2164206"/>
              <a:ext cx="58" cy="80"/>
            </a:xfrm>
            <a:custGeom>
              <a:rect b="b" l="l" r="r" t="t"/>
              <a:pathLst>
                <a:path extrusionOk="0" h="1" w="1">
                  <a:moveTo>
                    <a:pt x="0" y="0"/>
                  </a:moveTo>
                  <a:lnTo>
                    <a:pt x="0"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2"/>
            <p:cNvSpPr/>
            <p:nvPr/>
          </p:nvSpPr>
          <p:spPr>
            <a:xfrm>
              <a:off x="2665123" y="2017949"/>
              <a:ext cx="585" cy="797"/>
            </a:xfrm>
            <a:custGeom>
              <a:rect b="b" l="l" r="r" t="t"/>
              <a:pathLst>
                <a:path extrusionOk="0" h="10" w="10">
                  <a:moveTo>
                    <a:pt x="9" y="1"/>
                  </a:moveTo>
                  <a:lnTo>
                    <a:pt x="1" y="9"/>
                  </a:lnTo>
                  <a:cubicBezTo>
                    <a:pt x="9" y="1"/>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2"/>
            <p:cNvSpPr/>
            <p:nvPr/>
          </p:nvSpPr>
          <p:spPr>
            <a:xfrm>
              <a:off x="2572137" y="2170260"/>
              <a:ext cx="58" cy="80"/>
            </a:xfrm>
            <a:custGeom>
              <a:rect b="b" l="l" r="r" t="t"/>
              <a:pathLst>
                <a:path extrusionOk="0" h="1" w="1">
                  <a:moveTo>
                    <a:pt x="0" y="1"/>
                  </a:moveTo>
                  <a:lnTo>
                    <a:pt x="0" y="1"/>
                  </a:lnTo>
                  <a:cubicBezTo>
                    <a:pt x="0" y="1"/>
                    <a:pt x="0"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2"/>
            <p:cNvSpPr/>
            <p:nvPr/>
          </p:nvSpPr>
          <p:spPr>
            <a:xfrm>
              <a:off x="2676527" y="2024720"/>
              <a:ext cx="58" cy="80"/>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2"/>
            <p:cNvSpPr/>
            <p:nvPr/>
          </p:nvSpPr>
          <p:spPr>
            <a:xfrm>
              <a:off x="2697288" y="1982898"/>
              <a:ext cx="526" cy="80"/>
            </a:xfrm>
            <a:custGeom>
              <a:rect b="b" l="l" r="r" t="t"/>
              <a:pathLst>
                <a:path extrusionOk="0" h="1" w="9">
                  <a:moveTo>
                    <a:pt x="9" y="1"/>
                  </a:moveTo>
                  <a:lnTo>
                    <a:pt x="9" y="1"/>
                  </a:lnTo>
                  <a:cubicBezTo>
                    <a:pt x="9" y="1"/>
                    <a:pt x="1"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2"/>
            <p:cNvSpPr/>
            <p:nvPr/>
          </p:nvSpPr>
          <p:spPr>
            <a:xfrm>
              <a:off x="2676527" y="2024003"/>
              <a:ext cx="58" cy="80"/>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2"/>
            <p:cNvSpPr/>
            <p:nvPr/>
          </p:nvSpPr>
          <p:spPr>
            <a:xfrm>
              <a:off x="2697288" y="2039537"/>
              <a:ext cx="1520" cy="80"/>
            </a:xfrm>
            <a:custGeom>
              <a:rect b="b" l="l" r="r" t="t"/>
              <a:pathLst>
                <a:path extrusionOk="0" h="1" w="26">
                  <a:moveTo>
                    <a:pt x="1" y="0"/>
                  </a:moveTo>
                  <a:lnTo>
                    <a:pt x="26" y="0"/>
                  </a:lnTo>
                  <a:cubicBezTo>
                    <a:pt x="17" y="0"/>
                    <a:pt x="9"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2"/>
            <p:cNvSpPr/>
            <p:nvPr/>
          </p:nvSpPr>
          <p:spPr>
            <a:xfrm>
              <a:off x="2708692" y="2033482"/>
              <a:ext cx="526" cy="80"/>
            </a:xfrm>
            <a:custGeom>
              <a:rect b="b" l="l" r="r" t="t"/>
              <a:pathLst>
                <a:path extrusionOk="0" h="1" w="9">
                  <a:moveTo>
                    <a:pt x="0" y="0"/>
                  </a:move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2"/>
            <p:cNvSpPr/>
            <p:nvPr/>
          </p:nvSpPr>
          <p:spPr>
            <a:xfrm>
              <a:off x="2657228" y="2121109"/>
              <a:ext cx="1520" cy="1354"/>
            </a:xfrm>
            <a:custGeom>
              <a:rect b="b" l="l" r="r" t="t"/>
              <a:pathLst>
                <a:path extrusionOk="0" h="17" w="26">
                  <a:moveTo>
                    <a:pt x="0" y="17"/>
                  </a:moveTo>
                  <a:cubicBezTo>
                    <a:pt x="9" y="8"/>
                    <a:pt x="17" y="0"/>
                    <a:pt x="26" y="0"/>
                  </a:cubicBezTo>
                  <a:cubicBezTo>
                    <a:pt x="17" y="0"/>
                    <a:pt x="9" y="8"/>
                    <a:pt x="0" y="1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2"/>
            <p:cNvSpPr/>
            <p:nvPr/>
          </p:nvSpPr>
          <p:spPr>
            <a:xfrm>
              <a:off x="2676000" y="2024720"/>
              <a:ext cx="585" cy="717"/>
            </a:xfrm>
            <a:custGeom>
              <a:rect b="b" l="l" r="r" t="t"/>
              <a:pathLst>
                <a:path extrusionOk="0" h="9" w="10">
                  <a:moveTo>
                    <a:pt x="9" y="0"/>
                  </a:moveTo>
                  <a:lnTo>
                    <a:pt x="1"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2"/>
            <p:cNvSpPr/>
            <p:nvPr/>
          </p:nvSpPr>
          <p:spPr>
            <a:xfrm>
              <a:off x="2696294" y="2053716"/>
              <a:ext cx="58" cy="717"/>
            </a:xfrm>
            <a:custGeom>
              <a:rect b="b" l="l" r="r" t="t"/>
              <a:pathLst>
                <a:path extrusionOk="0" h="9" w="1">
                  <a:moveTo>
                    <a:pt x="1" y="9"/>
                  </a:moveTo>
                  <a:lnTo>
                    <a:pt x="1"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2"/>
            <p:cNvSpPr/>
            <p:nvPr/>
          </p:nvSpPr>
          <p:spPr>
            <a:xfrm>
              <a:off x="2685884" y="2053716"/>
              <a:ext cx="14445" cy="9480"/>
            </a:xfrm>
            <a:custGeom>
              <a:rect b="b" l="l" r="r" t="t"/>
              <a:pathLst>
                <a:path extrusionOk="0" h="119" w="247">
                  <a:moveTo>
                    <a:pt x="179" y="0"/>
                  </a:moveTo>
                  <a:cubicBezTo>
                    <a:pt x="179" y="0"/>
                    <a:pt x="179" y="0"/>
                    <a:pt x="179" y="0"/>
                  </a:cubicBezTo>
                  <a:lnTo>
                    <a:pt x="179" y="0"/>
                  </a:lnTo>
                  <a:close/>
                  <a:moveTo>
                    <a:pt x="179" y="0"/>
                  </a:moveTo>
                  <a:cubicBezTo>
                    <a:pt x="157" y="25"/>
                    <a:pt x="146" y="30"/>
                    <a:pt x="137" y="30"/>
                  </a:cubicBezTo>
                  <a:cubicBezTo>
                    <a:pt x="130" y="30"/>
                    <a:pt x="124" y="26"/>
                    <a:pt x="117" y="26"/>
                  </a:cubicBezTo>
                  <a:cubicBezTo>
                    <a:pt x="108" y="26"/>
                    <a:pt x="97" y="31"/>
                    <a:pt x="77" y="51"/>
                  </a:cubicBezTo>
                  <a:cubicBezTo>
                    <a:pt x="77" y="42"/>
                    <a:pt x="77" y="42"/>
                    <a:pt x="77" y="34"/>
                  </a:cubicBezTo>
                  <a:cubicBezTo>
                    <a:pt x="60" y="68"/>
                    <a:pt x="1" y="85"/>
                    <a:pt x="9" y="119"/>
                  </a:cubicBezTo>
                  <a:cubicBezTo>
                    <a:pt x="15" y="113"/>
                    <a:pt x="49" y="99"/>
                    <a:pt x="72" y="99"/>
                  </a:cubicBezTo>
                  <a:cubicBezTo>
                    <a:pt x="83" y="99"/>
                    <a:pt x="91" y="102"/>
                    <a:pt x="94" y="110"/>
                  </a:cubicBezTo>
                  <a:cubicBezTo>
                    <a:pt x="111" y="85"/>
                    <a:pt x="162" y="76"/>
                    <a:pt x="170" y="68"/>
                  </a:cubicBezTo>
                  <a:lnTo>
                    <a:pt x="170" y="68"/>
                  </a:lnTo>
                  <a:cubicBezTo>
                    <a:pt x="163" y="69"/>
                    <a:pt x="158" y="69"/>
                    <a:pt x="153" y="69"/>
                  </a:cubicBezTo>
                  <a:cubicBezTo>
                    <a:pt x="126" y="69"/>
                    <a:pt x="146" y="49"/>
                    <a:pt x="153" y="34"/>
                  </a:cubicBezTo>
                  <a:cubicBezTo>
                    <a:pt x="158" y="33"/>
                    <a:pt x="162" y="32"/>
                    <a:pt x="165" y="32"/>
                  </a:cubicBezTo>
                  <a:cubicBezTo>
                    <a:pt x="180" y="32"/>
                    <a:pt x="176" y="44"/>
                    <a:pt x="187" y="44"/>
                  </a:cubicBezTo>
                  <a:cubicBezTo>
                    <a:pt x="189" y="44"/>
                    <a:pt x="192" y="44"/>
                    <a:pt x="196" y="42"/>
                  </a:cubicBezTo>
                  <a:lnTo>
                    <a:pt x="246" y="0"/>
                  </a:lnTo>
                  <a:lnTo>
                    <a:pt x="246" y="0"/>
                  </a:lnTo>
                  <a:lnTo>
                    <a:pt x="196" y="25"/>
                  </a:lnTo>
                  <a:lnTo>
                    <a:pt x="17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2"/>
            <p:cNvSpPr/>
            <p:nvPr/>
          </p:nvSpPr>
          <p:spPr>
            <a:xfrm>
              <a:off x="2690387" y="2055708"/>
              <a:ext cx="58" cy="717"/>
            </a:xfrm>
            <a:custGeom>
              <a:rect b="b" l="l" r="r" t="t"/>
              <a:pathLst>
                <a:path extrusionOk="0" h="9" w="1">
                  <a:moveTo>
                    <a:pt x="0" y="9"/>
                  </a:moveTo>
                  <a:cubicBezTo>
                    <a:pt x="0" y="9"/>
                    <a:pt x="0" y="0"/>
                    <a:pt x="0" y="0"/>
                  </a:cubicBezTo>
                  <a:cubicBezTo>
                    <a:pt x="0" y="9"/>
                    <a:pt x="0" y="9"/>
                    <a:pt x="0"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2"/>
            <p:cNvSpPr/>
            <p:nvPr/>
          </p:nvSpPr>
          <p:spPr>
            <a:xfrm>
              <a:off x="2671088" y="2069170"/>
              <a:ext cx="526" cy="797"/>
            </a:xfrm>
            <a:custGeom>
              <a:rect b="b" l="l" r="r" t="t"/>
              <a:pathLst>
                <a:path extrusionOk="0" h="10" w="9">
                  <a:moveTo>
                    <a:pt x="9" y="1"/>
                  </a:moveTo>
                  <a:lnTo>
                    <a:pt x="9" y="1"/>
                  </a:lnTo>
                  <a:cubicBezTo>
                    <a:pt x="0" y="1"/>
                    <a:pt x="0" y="9"/>
                    <a:pt x="0" y="9"/>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2"/>
            <p:cNvSpPr/>
            <p:nvPr/>
          </p:nvSpPr>
          <p:spPr>
            <a:xfrm>
              <a:off x="2633484" y="1980269"/>
              <a:ext cx="3041" cy="2469"/>
            </a:xfrm>
            <a:custGeom>
              <a:rect b="b" l="l" r="r" t="t"/>
              <a:pathLst>
                <a:path extrusionOk="0" h="31" w="52">
                  <a:moveTo>
                    <a:pt x="0" y="0"/>
                  </a:moveTo>
                  <a:cubicBezTo>
                    <a:pt x="0" y="7"/>
                    <a:pt x="28" y="30"/>
                    <a:pt x="43" y="30"/>
                  </a:cubicBezTo>
                  <a:cubicBezTo>
                    <a:pt x="46" y="30"/>
                    <a:pt x="49" y="29"/>
                    <a:pt x="51" y="25"/>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2"/>
            <p:cNvSpPr/>
            <p:nvPr/>
          </p:nvSpPr>
          <p:spPr>
            <a:xfrm>
              <a:off x="2626525" y="2121109"/>
              <a:ext cx="1053" cy="1354"/>
            </a:xfrm>
            <a:custGeom>
              <a:rect b="b" l="l" r="r" t="t"/>
              <a:pathLst>
                <a:path extrusionOk="0" h="17" w="18">
                  <a:moveTo>
                    <a:pt x="18" y="0"/>
                  </a:moveTo>
                  <a:cubicBezTo>
                    <a:pt x="18" y="0"/>
                    <a:pt x="9" y="8"/>
                    <a:pt x="1" y="17"/>
                  </a:cubicBezTo>
                  <a:lnTo>
                    <a:pt x="18" y="8"/>
                  </a:ln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2"/>
            <p:cNvSpPr/>
            <p:nvPr/>
          </p:nvSpPr>
          <p:spPr>
            <a:xfrm>
              <a:off x="2690855" y="2062479"/>
              <a:ext cx="526" cy="1354"/>
            </a:xfrm>
            <a:custGeom>
              <a:rect b="b" l="l" r="r" t="t"/>
              <a:pathLst>
                <a:path extrusionOk="0" h="17" w="9">
                  <a:moveTo>
                    <a:pt x="9" y="0"/>
                  </a:moveTo>
                  <a:cubicBezTo>
                    <a:pt x="1" y="0"/>
                    <a:pt x="1" y="9"/>
                    <a:pt x="1" y="17"/>
                  </a:cubicBezTo>
                  <a:cubicBezTo>
                    <a:pt x="9" y="9"/>
                    <a:pt x="9"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2"/>
            <p:cNvSpPr/>
            <p:nvPr/>
          </p:nvSpPr>
          <p:spPr>
            <a:xfrm>
              <a:off x="2621612" y="2118401"/>
              <a:ext cx="2982" cy="2788"/>
            </a:xfrm>
            <a:custGeom>
              <a:rect b="b" l="l" r="r" t="t"/>
              <a:pathLst>
                <a:path extrusionOk="0" h="35" w="51">
                  <a:moveTo>
                    <a:pt x="26" y="0"/>
                  </a:moveTo>
                  <a:cubicBezTo>
                    <a:pt x="13" y="7"/>
                    <a:pt x="10" y="18"/>
                    <a:pt x="5" y="27"/>
                  </a:cubicBezTo>
                  <a:lnTo>
                    <a:pt x="5" y="27"/>
                  </a:lnTo>
                  <a:cubicBezTo>
                    <a:pt x="16" y="15"/>
                    <a:pt x="37" y="9"/>
                    <a:pt x="51" y="9"/>
                  </a:cubicBezTo>
                  <a:cubicBezTo>
                    <a:pt x="43" y="9"/>
                    <a:pt x="34" y="0"/>
                    <a:pt x="26" y="0"/>
                  </a:cubicBezTo>
                  <a:close/>
                  <a:moveTo>
                    <a:pt x="5" y="27"/>
                  </a:moveTo>
                  <a:lnTo>
                    <a:pt x="5" y="27"/>
                  </a:lnTo>
                  <a:cubicBezTo>
                    <a:pt x="3" y="29"/>
                    <a:pt x="2" y="32"/>
                    <a:pt x="0" y="34"/>
                  </a:cubicBezTo>
                  <a:cubicBezTo>
                    <a:pt x="2" y="32"/>
                    <a:pt x="4" y="30"/>
                    <a:pt x="5" y="27"/>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2"/>
            <p:cNvSpPr/>
            <p:nvPr/>
          </p:nvSpPr>
          <p:spPr>
            <a:xfrm>
              <a:off x="2621612" y="2121109"/>
              <a:ext cx="58" cy="80"/>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2"/>
            <p:cNvSpPr/>
            <p:nvPr/>
          </p:nvSpPr>
          <p:spPr>
            <a:xfrm>
              <a:off x="2426166" y="1852175"/>
              <a:ext cx="348833" cy="330270"/>
            </a:xfrm>
            <a:custGeom>
              <a:rect b="b" l="l" r="r" t="t"/>
              <a:pathLst>
                <a:path extrusionOk="0" h="4146" w="5965">
                  <a:moveTo>
                    <a:pt x="356" y="170"/>
                  </a:moveTo>
                  <a:cubicBezTo>
                    <a:pt x="356" y="178"/>
                    <a:pt x="356" y="178"/>
                    <a:pt x="348" y="178"/>
                  </a:cubicBezTo>
                  <a:cubicBezTo>
                    <a:pt x="356" y="178"/>
                    <a:pt x="356" y="170"/>
                    <a:pt x="356" y="170"/>
                  </a:cubicBezTo>
                  <a:close/>
                  <a:moveTo>
                    <a:pt x="2941" y="1358"/>
                  </a:moveTo>
                  <a:lnTo>
                    <a:pt x="2941" y="1358"/>
                  </a:lnTo>
                  <a:cubicBezTo>
                    <a:pt x="2939" y="1359"/>
                    <a:pt x="2937" y="1360"/>
                    <a:pt x="2936" y="1363"/>
                  </a:cubicBezTo>
                  <a:lnTo>
                    <a:pt x="2941" y="1358"/>
                  </a:lnTo>
                  <a:close/>
                  <a:moveTo>
                    <a:pt x="4230" y="1532"/>
                  </a:moveTo>
                  <a:cubicBezTo>
                    <a:pt x="4233" y="1533"/>
                    <a:pt x="4234" y="1534"/>
                    <a:pt x="4236" y="1535"/>
                  </a:cubicBezTo>
                  <a:lnTo>
                    <a:pt x="4236" y="1535"/>
                  </a:lnTo>
                  <a:lnTo>
                    <a:pt x="4222" y="1532"/>
                  </a:lnTo>
                  <a:close/>
                  <a:moveTo>
                    <a:pt x="3714" y="1608"/>
                  </a:moveTo>
                  <a:cubicBezTo>
                    <a:pt x="3714" y="1608"/>
                    <a:pt x="3714" y="1608"/>
                    <a:pt x="3714" y="1608"/>
                  </a:cubicBezTo>
                  <a:lnTo>
                    <a:pt x="3714" y="1608"/>
                  </a:lnTo>
                  <a:close/>
                  <a:moveTo>
                    <a:pt x="3917" y="1710"/>
                  </a:moveTo>
                  <a:lnTo>
                    <a:pt x="3943" y="1718"/>
                  </a:lnTo>
                  <a:lnTo>
                    <a:pt x="3917" y="1735"/>
                  </a:lnTo>
                  <a:cubicBezTo>
                    <a:pt x="3917" y="1726"/>
                    <a:pt x="3909" y="1718"/>
                    <a:pt x="3917" y="1710"/>
                  </a:cubicBezTo>
                  <a:close/>
                  <a:moveTo>
                    <a:pt x="4171" y="1845"/>
                  </a:moveTo>
                  <a:lnTo>
                    <a:pt x="4214" y="1870"/>
                  </a:lnTo>
                  <a:cubicBezTo>
                    <a:pt x="4230" y="1879"/>
                    <a:pt x="4230" y="1879"/>
                    <a:pt x="4230" y="1887"/>
                  </a:cubicBezTo>
                  <a:cubicBezTo>
                    <a:pt x="4214" y="1913"/>
                    <a:pt x="4163" y="1896"/>
                    <a:pt x="4129" y="1913"/>
                  </a:cubicBezTo>
                  <a:lnTo>
                    <a:pt x="4129" y="1921"/>
                  </a:lnTo>
                  <a:cubicBezTo>
                    <a:pt x="4112" y="1921"/>
                    <a:pt x="4053" y="1896"/>
                    <a:pt x="4078" y="1879"/>
                  </a:cubicBezTo>
                  <a:lnTo>
                    <a:pt x="4078" y="1879"/>
                  </a:lnTo>
                  <a:cubicBezTo>
                    <a:pt x="4084" y="1883"/>
                    <a:pt x="4090" y="1885"/>
                    <a:pt x="4095" y="1885"/>
                  </a:cubicBezTo>
                  <a:cubicBezTo>
                    <a:pt x="4112" y="1885"/>
                    <a:pt x="4128" y="1871"/>
                    <a:pt x="4142" y="1871"/>
                  </a:cubicBezTo>
                  <a:cubicBezTo>
                    <a:pt x="4150" y="1871"/>
                    <a:pt x="4157" y="1876"/>
                    <a:pt x="4163" y="1896"/>
                  </a:cubicBezTo>
                  <a:cubicBezTo>
                    <a:pt x="4180" y="1879"/>
                    <a:pt x="4171" y="1862"/>
                    <a:pt x="4154" y="1853"/>
                  </a:cubicBezTo>
                  <a:cubicBezTo>
                    <a:pt x="4163" y="1853"/>
                    <a:pt x="4171" y="1853"/>
                    <a:pt x="4171" y="1845"/>
                  </a:cubicBezTo>
                  <a:close/>
                  <a:moveTo>
                    <a:pt x="4340" y="1803"/>
                  </a:moveTo>
                  <a:lnTo>
                    <a:pt x="4543" y="1913"/>
                  </a:lnTo>
                  <a:lnTo>
                    <a:pt x="4543" y="1896"/>
                  </a:lnTo>
                  <a:cubicBezTo>
                    <a:pt x="4560" y="1913"/>
                    <a:pt x="4594" y="1904"/>
                    <a:pt x="4594" y="1929"/>
                  </a:cubicBezTo>
                  <a:cubicBezTo>
                    <a:pt x="4569" y="1938"/>
                    <a:pt x="4535" y="1938"/>
                    <a:pt x="4501" y="1938"/>
                  </a:cubicBezTo>
                  <a:cubicBezTo>
                    <a:pt x="4450" y="1946"/>
                    <a:pt x="4408" y="1963"/>
                    <a:pt x="4383" y="1963"/>
                  </a:cubicBezTo>
                  <a:cubicBezTo>
                    <a:pt x="4349" y="1955"/>
                    <a:pt x="4315" y="1929"/>
                    <a:pt x="4281" y="1913"/>
                  </a:cubicBezTo>
                  <a:lnTo>
                    <a:pt x="4298" y="1913"/>
                  </a:lnTo>
                  <a:cubicBezTo>
                    <a:pt x="4351" y="1937"/>
                    <a:pt x="4384" y="1947"/>
                    <a:pt x="4402" y="1947"/>
                  </a:cubicBezTo>
                  <a:cubicBezTo>
                    <a:pt x="4449" y="1947"/>
                    <a:pt x="4401" y="1881"/>
                    <a:pt x="4340" y="1803"/>
                  </a:cubicBezTo>
                  <a:close/>
                  <a:moveTo>
                    <a:pt x="4518" y="2006"/>
                  </a:moveTo>
                  <a:lnTo>
                    <a:pt x="4560" y="2014"/>
                  </a:lnTo>
                  <a:cubicBezTo>
                    <a:pt x="4550" y="2019"/>
                    <a:pt x="4543" y="2027"/>
                    <a:pt x="4533" y="2027"/>
                  </a:cubicBezTo>
                  <a:cubicBezTo>
                    <a:pt x="4527" y="2027"/>
                    <a:pt x="4520" y="2024"/>
                    <a:pt x="4510" y="2014"/>
                  </a:cubicBezTo>
                  <a:cubicBezTo>
                    <a:pt x="4518" y="2014"/>
                    <a:pt x="4518" y="2006"/>
                    <a:pt x="4518" y="2006"/>
                  </a:cubicBezTo>
                  <a:close/>
                  <a:moveTo>
                    <a:pt x="4840" y="2162"/>
                  </a:moveTo>
                  <a:cubicBezTo>
                    <a:pt x="4843" y="2164"/>
                    <a:pt x="4851" y="2165"/>
                    <a:pt x="4865" y="2166"/>
                  </a:cubicBezTo>
                  <a:cubicBezTo>
                    <a:pt x="4856" y="2165"/>
                    <a:pt x="4848" y="2163"/>
                    <a:pt x="4840" y="2162"/>
                  </a:cubicBezTo>
                  <a:close/>
                  <a:moveTo>
                    <a:pt x="4806" y="2175"/>
                  </a:moveTo>
                  <a:cubicBezTo>
                    <a:pt x="4802" y="2175"/>
                    <a:pt x="4798" y="2175"/>
                    <a:pt x="4796" y="2176"/>
                  </a:cubicBezTo>
                  <a:lnTo>
                    <a:pt x="4796" y="2176"/>
                  </a:lnTo>
                  <a:cubicBezTo>
                    <a:pt x="4799" y="2175"/>
                    <a:pt x="4802" y="2175"/>
                    <a:pt x="4806" y="2175"/>
                  </a:cubicBezTo>
                  <a:close/>
                  <a:moveTo>
                    <a:pt x="5728" y="2204"/>
                  </a:moveTo>
                  <a:cubicBezTo>
                    <a:pt x="5723" y="2205"/>
                    <a:pt x="5717" y="2207"/>
                    <a:pt x="5711" y="2209"/>
                  </a:cubicBezTo>
                  <a:cubicBezTo>
                    <a:pt x="5717" y="2207"/>
                    <a:pt x="5722" y="2206"/>
                    <a:pt x="5728" y="2204"/>
                  </a:cubicBezTo>
                  <a:close/>
                  <a:moveTo>
                    <a:pt x="4620" y="2031"/>
                  </a:moveTo>
                  <a:lnTo>
                    <a:pt x="4645" y="2039"/>
                  </a:lnTo>
                  <a:cubicBezTo>
                    <a:pt x="4645" y="2048"/>
                    <a:pt x="4670" y="2073"/>
                    <a:pt x="4662" y="2082"/>
                  </a:cubicBezTo>
                  <a:lnTo>
                    <a:pt x="4620" y="2082"/>
                  </a:lnTo>
                  <a:cubicBezTo>
                    <a:pt x="4628" y="2099"/>
                    <a:pt x="4653" y="2107"/>
                    <a:pt x="4679" y="2107"/>
                  </a:cubicBezTo>
                  <a:cubicBezTo>
                    <a:pt x="4645" y="2082"/>
                    <a:pt x="4679" y="2082"/>
                    <a:pt x="4704" y="2065"/>
                  </a:cubicBezTo>
                  <a:cubicBezTo>
                    <a:pt x="4738" y="2082"/>
                    <a:pt x="4763" y="2090"/>
                    <a:pt x="4797" y="2099"/>
                  </a:cubicBezTo>
                  <a:cubicBezTo>
                    <a:pt x="4823" y="2124"/>
                    <a:pt x="4806" y="2141"/>
                    <a:pt x="4755" y="2141"/>
                  </a:cubicBezTo>
                  <a:cubicBezTo>
                    <a:pt x="4782" y="2154"/>
                    <a:pt x="4809" y="2157"/>
                    <a:pt x="4840" y="2162"/>
                  </a:cubicBezTo>
                  <a:lnTo>
                    <a:pt x="4840" y="2162"/>
                  </a:lnTo>
                  <a:cubicBezTo>
                    <a:pt x="4821" y="2153"/>
                    <a:pt x="4940" y="2140"/>
                    <a:pt x="4840" y="2133"/>
                  </a:cubicBezTo>
                  <a:cubicBezTo>
                    <a:pt x="4851" y="2127"/>
                    <a:pt x="4863" y="2124"/>
                    <a:pt x="4875" y="2124"/>
                  </a:cubicBezTo>
                  <a:cubicBezTo>
                    <a:pt x="4899" y="2124"/>
                    <a:pt x="4921" y="2135"/>
                    <a:pt x="4933" y="2158"/>
                  </a:cubicBezTo>
                  <a:cubicBezTo>
                    <a:pt x="4907" y="2158"/>
                    <a:pt x="4899" y="2166"/>
                    <a:pt x="4873" y="2166"/>
                  </a:cubicBezTo>
                  <a:cubicBezTo>
                    <a:pt x="4893" y="2171"/>
                    <a:pt x="4910" y="2173"/>
                    <a:pt x="4924" y="2173"/>
                  </a:cubicBezTo>
                  <a:cubicBezTo>
                    <a:pt x="4956" y="2173"/>
                    <a:pt x="4967" y="2161"/>
                    <a:pt x="4950" y="2149"/>
                  </a:cubicBezTo>
                  <a:lnTo>
                    <a:pt x="4950" y="2149"/>
                  </a:lnTo>
                  <a:lnTo>
                    <a:pt x="5043" y="2166"/>
                  </a:lnTo>
                  <a:lnTo>
                    <a:pt x="5119" y="2192"/>
                  </a:lnTo>
                  <a:cubicBezTo>
                    <a:pt x="5089" y="2197"/>
                    <a:pt x="5066" y="2201"/>
                    <a:pt x="5051" y="2201"/>
                  </a:cubicBezTo>
                  <a:cubicBezTo>
                    <a:pt x="5040" y="2201"/>
                    <a:pt x="5034" y="2199"/>
                    <a:pt x="5034" y="2192"/>
                  </a:cubicBezTo>
                  <a:cubicBezTo>
                    <a:pt x="5026" y="2200"/>
                    <a:pt x="5026" y="2200"/>
                    <a:pt x="5017" y="2209"/>
                  </a:cubicBezTo>
                  <a:lnTo>
                    <a:pt x="4958" y="2192"/>
                  </a:lnTo>
                  <a:lnTo>
                    <a:pt x="4958" y="2192"/>
                  </a:lnTo>
                  <a:cubicBezTo>
                    <a:pt x="4933" y="2209"/>
                    <a:pt x="5000" y="2209"/>
                    <a:pt x="5017" y="2217"/>
                  </a:cubicBezTo>
                  <a:cubicBezTo>
                    <a:pt x="5016" y="2220"/>
                    <a:pt x="5010" y="2222"/>
                    <a:pt x="5003" y="2222"/>
                  </a:cubicBezTo>
                  <a:cubicBezTo>
                    <a:pt x="4972" y="2222"/>
                    <a:pt x="4899" y="2200"/>
                    <a:pt x="4831" y="2200"/>
                  </a:cubicBezTo>
                  <a:cubicBezTo>
                    <a:pt x="4779" y="2200"/>
                    <a:pt x="4773" y="2180"/>
                    <a:pt x="4796" y="2176"/>
                  </a:cubicBezTo>
                  <a:lnTo>
                    <a:pt x="4796" y="2176"/>
                  </a:lnTo>
                  <a:cubicBezTo>
                    <a:pt x="4791" y="2176"/>
                    <a:pt x="4786" y="2176"/>
                    <a:pt x="4782" y="2176"/>
                  </a:cubicBezTo>
                  <a:cubicBezTo>
                    <a:pt x="4724" y="2176"/>
                    <a:pt x="4699" y="2149"/>
                    <a:pt x="4653" y="2149"/>
                  </a:cubicBezTo>
                  <a:cubicBezTo>
                    <a:pt x="4594" y="2133"/>
                    <a:pt x="4687" y="2107"/>
                    <a:pt x="4611" y="2090"/>
                  </a:cubicBezTo>
                  <a:lnTo>
                    <a:pt x="4611" y="2090"/>
                  </a:lnTo>
                  <a:cubicBezTo>
                    <a:pt x="4611" y="2099"/>
                    <a:pt x="4603" y="2107"/>
                    <a:pt x="4603" y="2116"/>
                  </a:cubicBezTo>
                  <a:cubicBezTo>
                    <a:pt x="4560" y="2107"/>
                    <a:pt x="4518" y="2090"/>
                    <a:pt x="4484" y="2065"/>
                  </a:cubicBezTo>
                  <a:cubicBezTo>
                    <a:pt x="4490" y="2059"/>
                    <a:pt x="4494" y="2057"/>
                    <a:pt x="4497" y="2057"/>
                  </a:cubicBezTo>
                  <a:cubicBezTo>
                    <a:pt x="4506" y="2057"/>
                    <a:pt x="4507" y="2074"/>
                    <a:pt x="4520" y="2074"/>
                  </a:cubicBezTo>
                  <a:cubicBezTo>
                    <a:pt x="4522" y="2074"/>
                    <a:pt x="4524" y="2074"/>
                    <a:pt x="4527" y="2073"/>
                  </a:cubicBezTo>
                  <a:cubicBezTo>
                    <a:pt x="4527" y="2065"/>
                    <a:pt x="4527" y="2056"/>
                    <a:pt x="4527" y="2048"/>
                  </a:cubicBezTo>
                  <a:cubicBezTo>
                    <a:pt x="4533" y="2048"/>
                    <a:pt x="4544" y="2047"/>
                    <a:pt x="4553" y="2047"/>
                  </a:cubicBezTo>
                  <a:cubicBezTo>
                    <a:pt x="4566" y="2047"/>
                    <a:pt x="4576" y="2050"/>
                    <a:pt x="4560" y="2065"/>
                  </a:cubicBezTo>
                  <a:cubicBezTo>
                    <a:pt x="4577" y="2056"/>
                    <a:pt x="4611" y="2048"/>
                    <a:pt x="4569" y="2039"/>
                  </a:cubicBezTo>
                  <a:lnTo>
                    <a:pt x="4620" y="2039"/>
                  </a:lnTo>
                  <a:cubicBezTo>
                    <a:pt x="4620" y="2039"/>
                    <a:pt x="4620" y="2031"/>
                    <a:pt x="4620" y="2031"/>
                  </a:cubicBezTo>
                  <a:close/>
                  <a:moveTo>
                    <a:pt x="4514" y="2224"/>
                  </a:moveTo>
                  <a:cubicBezTo>
                    <a:pt x="4517" y="2226"/>
                    <a:pt x="4522" y="2226"/>
                    <a:pt x="4527" y="2226"/>
                  </a:cubicBezTo>
                  <a:cubicBezTo>
                    <a:pt x="4522" y="2226"/>
                    <a:pt x="4518" y="2225"/>
                    <a:pt x="4514" y="2224"/>
                  </a:cubicBezTo>
                  <a:close/>
                  <a:moveTo>
                    <a:pt x="4845" y="2250"/>
                  </a:moveTo>
                  <a:lnTo>
                    <a:pt x="4845" y="2250"/>
                  </a:lnTo>
                  <a:cubicBezTo>
                    <a:pt x="4843" y="2250"/>
                    <a:pt x="4841" y="2251"/>
                    <a:pt x="4840" y="2251"/>
                  </a:cubicBezTo>
                  <a:cubicBezTo>
                    <a:pt x="4841" y="2251"/>
                    <a:pt x="4843" y="2251"/>
                    <a:pt x="4845" y="2250"/>
                  </a:cubicBezTo>
                  <a:close/>
                  <a:moveTo>
                    <a:pt x="4425" y="2386"/>
                  </a:moveTo>
                  <a:cubicBezTo>
                    <a:pt x="4425" y="2401"/>
                    <a:pt x="4398" y="2410"/>
                    <a:pt x="4410" y="2423"/>
                  </a:cubicBezTo>
                  <a:lnTo>
                    <a:pt x="4410" y="2423"/>
                  </a:lnTo>
                  <a:cubicBezTo>
                    <a:pt x="4419" y="2410"/>
                    <a:pt x="4426" y="2397"/>
                    <a:pt x="4434" y="2387"/>
                  </a:cubicBezTo>
                  <a:lnTo>
                    <a:pt x="4434" y="2387"/>
                  </a:lnTo>
                  <a:cubicBezTo>
                    <a:pt x="4431" y="2386"/>
                    <a:pt x="4428" y="2386"/>
                    <a:pt x="4425" y="2386"/>
                  </a:cubicBezTo>
                  <a:close/>
                  <a:moveTo>
                    <a:pt x="4410" y="2423"/>
                  </a:moveTo>
                  <a:lnTo>
                    <a:pt x="4410" y="2423"/>
                  </a:lnTo>
                  <a:cubicBezTo>
                    <a:pt x="4409" y="2425"/>
                    <a:pt x="4407" y="2427"/>
                    <a:pt x="4406" y="2430"/>
                  </a:cubicBezTo>
                  <a:lnTo>
                    <a:pt x="4406" y="2430"/>
                  </a:lnTo>
                  <a:cubicBezTo>
                    <a:pt x="4406" y="2429"/>
                    <a:pt x="4407" y="2429"/>
                    <a:pt x="4408" y="2429"/>
                  </a:cubicBezTo>
                  <a:lnTo>
                    <a:pt x="4417" y="2429"/>
                  </a:lnTo>
                  <a:cubicBezTo>
                    <a:pt x="4414" y="2427"/>
                    <a:pt x="4412" y="2425"/>
                    <a:pt x="4410" y="2423"/>
                  </a:cubicBezTo>
                  <a:close/>
                  <a:moveTo>
                    <a:pt x="4406" y="2430"/>
                  </a:moveTo>
                  <a:cubicBezTo>
                    <a:pt x="4402" y="2431"/>
                    <a:pt x="4400" y="2434"/>
                    <a:pt x="4401" y="2436"/>
                  </a:cubicBezTo>
                  <a:lnTo>
                    <a:pt x="4401" y="2436"/>
                  </a:lnTo>
                  <a:cubicBezTo>
                    <a:pt x="4402" y="2434"/>
                    <a:pt x="4404" y="2432"/>
                    <a:pt x="4406" y="2430"/>
                  </a:cubicBezTo>
                  <a:close/>
                  <a:moveTo>
                    <a:pt x="5313" y="2572"/>
                  </a:moveTo>
                  <a:cubicBezTo>
                    <a:pt x="5312" y="2573"/>
                    <a:pt x="5311" y="2574"/>
                    <a:pt x="5311" y="2574"/>
                  </a:cubicBezTo>
                  <a:lnTo>
                    <a:pt x="5311" y="2574"/>
                  </a:lnTo>
                  <a:cubicBezTo>
                    <a:pt x="5312" y="2574"/>
                    <a:pt x="5312" y="2573"/>
                    <a:pt x="5313" y="2572"/>
                  </a:cubicBezTo>
                  <a:close/>
                  <a:moveTo>
                    <a:pt x="5311" y="2574"/>
                  </a:moveTo>
                  <a:cubicBezTo>
                    <a:pt x="5260" y="2607"/>
                    <a:pt x="5186" y="2632"/>
                    <a:pt x="5186" y="2657"/>
                  </a:cubicBezTo>
                  <a:lnTo>
                    <a:pt x="5246" y="2615"/>
                  </a:lnTo>
                  <a:lnTo>
                    <a:pt x="5254" y="2623"/>
                  </a:lnTo>
                  <a:cubicBezTo>
                    <a:pt x="5272" y="2606"/>
                    <a:pt x="5291" y="2589"/>
                    <a:pt x="5311" y="2574"/>
                  </a:cubicBezTo>
                  <a:close/>
                  <a:moveTo>
                    <a:pt x="4907" y="2767"/>
                  </a:moveTo>
                  <a:cubicBezTo>
                    <a:pt x="4907" y="2767"/>
                    <a:pt x="4907" y="2768"/>
                    <a:pt x="4906" y="2768"/>
                  </a:cubicBezTo>
                  <a:lnTo>
                    <a:pt x="4906" y="2768"/>
                  </a:lnTo>
                  <a:cubicBezTo>
                    <a:pt x="4906" y="2768"/>
                    <a:pt x="4907" y="2768"/>
                    <a:pt x="4907" y="2768"/>
                  </a:cubicBezTo>
                  <a:lnTo>
                    <a:pt x="4907" y="2768"/>
                  </a:lnTo>
                  <a:cubicBezTo>
                    <a:pt x="4907" y="2767"/>
                    <a:pt x="4907" y="2767"/>
                    <a:pt x="4907" y="2767"/>
                  </a:cubicBezTo>
                  <a:close/>
                  <a:moveTo>
                    <a:pt x="4906" y="2768"/>
                  </a:moveTo>
                  <a:lnTo>
                    <a:pt x="4906" y="2768"/>
                  </a:lnTo>
                  <a:cubicBezTo>
                    <a:pt x="4868" y="2775"/>
                    <a:pt x="4836" y="2820"/>
                    <a:pt x="4797" y="2852"/>
                  </a:cubicBezTo>
                  <a:cubicBezTo>
                    <a:pt x="4864" y="2826"/>
                    <a:pt x="4865" y="2801"/>
                    <a:pt x="4906" y="2768"/>
                  </a:cubicBezTo>
                  <a:close/>
                  <a:moveTo>
                    <a:pt x="4721" y="2928"/>
                  </a:moveTo>
                  <a:lnTo>
                    <a:pt x="4721" y="2928"/>
                  </a:lnTo>
                  <a:cubicBezTo>
                    <a:pt x="4717" y="2928"/>
                    <a:pt x="4710" y="2932"/>
                    <a:pt x="4706" y="2937"/>
                  </a:cubicBezTo>
                  <a:lnTo>
                    <a:pt x="4706" y="2937"/>
                  </a:lnTo>
                  <a:cubicBezTo>
                    <a:pt x="4711" y="2934"/>
                    <a:pt x="4716" y="2931"/>
                    <a:pt x="4721" y="2928"/>
                  </a:cubicBezTo>
                  <a:close/>
                  <a:moveTo>
                    <a:pt x="4539" y="2970"/>
                  </a:moveTo>
                  <a:lnTo>
                    <a:pt x="4539" y="2970"/>
                  </a:lnTo>
                  <a:cubicBezTo>
                    <a:pt x="4538" y="2970"/>
                    <a:pt x="4536" y="2970"/>
                    <a:pt x="4535" y="2970"/>
                  </a:cubicBezTo>
                  <a:cubicBezTo>
                    <a:pt x="4535" y="2979"/>
                    <a:pt x="4534" y="2988"/>
                    <a:pt x="4534" y="2996"/>
                  </a:cubicBezTo>
                  <a:lnTo>
                    <a:pt x="4534" y="2996"/>
                  </a:lnTo>
                  <a:cubicBezTo>
                    <a:pt x="4537" y="2987"/>
                    <a:pt x="4544" y="2982"/>
                    <a:pt x="4539" y="2970"/>
                  </a:cubicBezTo>
                  <a:close/>
                  <a:moveTo>
                    <a:pt x="3334" y="3105"/>
                  </a:moveTo>
                  <a:cubicBezTo>
                    <a:pt x="3332" y="3105"/>
                    <a:pt x="3331" y="3106"/>
                    <a:pt x="3329" y="3107"/>
                  </a:cubicBezTo>
                  <a:lnTo>
                    <a:pt x="3329" y="3107"/>
                  </a:lnTo>
                  <a:cubicBezTo>
                    <a:pt x="3330" y="3107"/>
                    <a:pt x="3332" y="3106"/>
                    <a:pt x="3334" y="3105"/>
                  </a:cubicBezTo>
                  <a:close/>
                  <a:moveTo>
                    <a:pt x="3328" y="3153"/>
                  </a:moveTo>
                  <a:cubicBezTo>
                    <a:pt x="3327" y="3154"/>
                    <a:pt x="3326" y="3155"/>
                    <a:pt x="3325" y="3156"/>
                  </a:cubicBezTo>
                  <a:cubicBezTo>
                    <a:pt x="3327" y="3155"/>
                    <a:pt x="3327" y="3154"/>
                    <a:pt x="3328" y="3153"/>
                  </a:cubicBezTo>
                  <a:close/>
                  <a:moveTo>
                    <a:pt x="4594" y="2978"/>
                  </a:moveTo>
                  <a:lnTo>
                    <a:pt x="4594" y="2978"/>
                  </a:lnTo>
                  <a:cubicBezTo>
                    <a:pt x="4569" y="2995"/>
                    <a:pt x="4586" y="3012"/>
                    <a:pt x="4560" y="3021"/>
                  </a:cubicBezTo>
                  <a:cubicBezTo>
                    <a:pt x="4539" y="3021"/>
                    <a:pt x="4534" y="3010"/>
                    <a:pt x="4534" y="2996"/>
                  </a:cubicBezTo>
                  <a:lnTo>
                    <a:pt x="4534" y="2996"/>
                  </a:lnTo>
                  <a:cubicBezTo>
                    <a:pt x="4533" y="3000"/>
                    <a:pt x="4533" y="3005"/>
                    <a:pt x="4535" y="3012"/>
                  </a:cubicBezTo>
                  <a:cubicBezTo>
                    <a:pt x="4442" y="3029"/>
                    <a:pt x="4518" y="3080"/>
                    <a:pt x="4408" y="3122"/>
                  </a:cubicBezTo>
                  <a:cubicBezTo>
                    <a:pt x="4403" y="3114"/>
                    <a:pt x="4398" y="3111"/>
                    <a:pt x="4393" y="3111"/>
                  </a:cubicBezTo>
                  <a:cubicBezTo>
                    <a:pt x="4372" y="3111"/>
                    <a:pt x="4356" y="3173"/>
                    <a:pt x="4326" y="3173"/>
                  </a:cubicBezTo>
                  <a:cubicBezTo>
                    <a:pt x="4320" y="3173"/>
                    <a:pt x="4314" y="3170"/>
                    <a:pt x="4307" y="3165"/>
                  </a:cubicBezTo>
                  <a:cubicBezTo>
                    <a:pt x="4340" y="3148"/>
                    <a:pt x="4366" y="3080"/>
                    <a:pt x="4357" y="3080"/>
                  </a:cubicBezTo>
                  <a:lnTo>
                    <a:pt x="4357" y="3080"/>
                  </a:lnTo>
                  <a:cubicBezTo>
                    <a:pt x="4324" y="3114"/>
                    <a:pt x="4290" y="3131"/>
                    <a:pt x="4256" y="3148"/>
                  </a:cubicBezTo>
                  <a:cubicBezTo>
                    <a:pt x="4290" y="3156"/>
                    <a:pt x="4307" y="3181"/>
                    <a:pt x="4298" y="3215"/>
                  </a:cubicBezTo>
                  <a:cubicBezTo>
                    <a:pt x="4340" y="3165"/>
                    <a:pt x="4459" y="3139"/>
                    <a:pt x="4535" y="3097"/>
                  </a:cubicBezTo>
                  <a:lnTo>
                    <a:pt x="4510" y="3063"/>
                  </a:lnTo>
                  <a:cubicBezTo>
                    <a:pt x="4521" y="3045"/>
                    <a:pt x="4527" y="3039"/>
                    <a:pt x="4530" y="3039"/>
                  </a:cubicBezTo>
                  <a:cubicBezTo>
                    <a:pt x="4538" y="3039"/>
                    <a:pt x="4534" y="3070"/>
                    <a:pt x="4551" y="3070"/>
                  </a:cubicBezTo>
                  <a:cubicBezTo>
                    <a:pt x="4556" y="3070"/>
                    <a:pt x="4561" y="3068"/>
                    <a:pt x="4569" y="3063"/>
                  </a:cubicBezTo>
                  <a:lnTo>
                    <a:pt x="4577" y="3029"/>
                  </a:lnTo>
                  <a:lnTo>
                    <a:pt x="4594" y="2978"/>
                  </a:lnTo>
                  <a:close/>
                  <a:moveTo>
                    <a:pt x="3036" y="3587"/>
                  </a:moveTo>
                  <a:lnTo>
                    <a:pt x="3038" y="3588"/>
                  </a:lnTo>
                  <a:lnTo>
                    <a:pt x="3029" y="3596"/>
                  </a:lnTo>
                  <a:cubicBezTo>
                    <a:pt x="3032" y="3593"/>
                    <a:pt x="3034" y="3590"/>
                    <a:pt x="3036" y="3587"/>
                  </a:cubicBezTo>
                  <a:close/>
                  <a:moveTo>
                    <a:pt x="2951" y="3955"/>
                  </a:moveTo>
                  <a:lnTo>
                    <a:pt x="2945" y="3960"/>
                  </a:lnTo>
                  <a:cubicBezTo>
                    <a:pt x="2947" y="3960"/>
                    <a:pt x="2949" y="3958"/>
                    <a:pt x="2951" y="3955"/>
                  </a:cubicBezTo>
                  <a:close/>
                  <a:moveTo>
                    <a:pt x="2718" y="4067"/>
                  </a:moveTo>
                  <a:lnTo>
                    <a:pt x="2716" y="4070"/>
                  </a:lnTo>
                  <a:cubicBezTo>
                    <a:pt x="2716" y="4070"/>
                    <a:pt x="2717" y="4069"/>
                    <a:pt x="2718" y="4067"/>
                  </a:cubicBezTo>
                  <a:close/>
                  <a:moveTo>
                    <a:pt x="111" y="1"/>
                  </a:moveTo>
                  <a:cubicBezTo>
                    <a:pt x="117" y="3"/>
                    <a:pt x="122" y="3"/>
                    <a:pt x="127" y="3"/>
                  </a:cubicBezTo>
                  <a:cubicBezTo>
                    <a:pt x="132" y="3"/>
                    <a:pt x="137" y="3"/>
                    <a:pt x="141" y="3"/>
                  </a:cubicBezTo>
                  <a:cubicBezTo>
                    <a:pt x="151" y="3"/>
                    <a:pt x="162" y="5"/>
                    <a:pt x="178" y="18"/>
                  </a:cubicBezTo>
                  <a:cubicBezTo>
                    <a:pt x="176" y="20"/>
                    <a:pt x="172" y="21"/>
                    <a:pt x="168" y="21"/>
                  </a:cubicBezTo>
                  <a:cubicBezTo>
                    <a:pt x="160" y="21"/>
                    <a:pt x="150" y="18"/>
                    <a:pt x="145" y="18"/>
                  </a:cubicBezTo>
                  <a:lnTo>
                    <a:pt x="145" y="18"/>
                  </a:lnTo>
                  <a:cubicBezTo>
                    <a:pt x="136" y="43"/>
                    <a:pt x="187" y="18"/>
                    <a:pt x="212" y="51"/>
                  </a:cubicBezTo>
                  <a:lnTo>
                    <a:pt x="136" y="51"/>
                  </a:lnTo>
                  <a:lnTo>
                    <a:pt x="162" y="85"/>
                  </a:lnTo>
                  <a:lnTo>
                    <a:pt x="1" y="94"/>
                  </a:lnTo>
                  <a:cubicBezTo>
                    <a:pt x="52" y="128"/>
                    <a:pt x="100" y="128"/>
                    <a:pt x="146" y="128"/>
                  </a:cubicBezTo>
                  <a:cubicBezTo>
                    <a:pt x="191" y="128"/>
                    <a:pt x="233" y="128"/>
                    <a:pt x="271" y="161"/>
                  </a:cubicBezTo>
                  <a:cubicBezTo>
                    <a:pt x="255" y="161"/>
                    <a:pt x="263" y="178"/>
                    <a:pt x="263" y="178"/>
                  </a:cubicBezTo>
                  <a:cubicBezTo>
                    <a:pt x="290" y="178"/>
                    <a:pt x="317" y="189"/>
                    <a:pt x="340" y="189"/>
                  </a:cubicBezTo>
                  <a:cubicBezTo>
                    <a:pt x="346" y="189"/>
                    <a:pt x="351" y="189"/>
                    <a:pt x="356" y="187"/>
                  </a:cubicBezTo>
                  <a:lnTo>
                    <a:pt x="398" y="212"/>
                  </a:lnTo>
                  <a:cubicBezTo>
                    <a:pt x="388" y="228"/>
                    <a:pt x="370" y="234"/>
                    <a:pt x="350" y="234"/>
                  </a:cubicBezTo>
                  <a:cubicBezTo>
                    <a:pt x="339" y="234"/>
                    <a:pt x="326" y="232"/>
                    <a:pt x="314" y="229"/>
                  </a:cubicBezTo>
                  <a:lnTo>
                    <a:pt x="314" y="229"/>
                  </a:lnTo>
                  <a:cubicBezTo>
                    <a:pt x="475" y="297"/>
                    <a:pt x="627" y="288"/>
                    <a:pt x="779" y="381"/>
                  </a:cubicBezTo>
                  <a:cubicBezTo>
                    <a:pt x="779" y="386"/>
                    <a:pt x="773" y="386"/>
                    <a:pt x="767" y="386"/>
                  </a:cubicBezTo>
                  <a:cubicBezTo>
                    <a:pt x="762" y="386"/>
                    <a:pt x="758" y="386"/>
                    <a:pt x="762" y="390"/>
                  </a:cubicBezTo>
                  <a:cubicBezTo>
                    <a:pt x="779" y="390"/>
                    <a:pt x="803" y="394"/>
                    <a:pt x="818" y="394"/>
                  </a:cubicBezTo>
                  <a:cubicBezTo>
                    <a:pt x="821" y="394"/>
                    <a:pt x="824" y="393"/>
                    <a:pt x="826" y="393"/>
                  </a:cubicBezTo>
                  <a:lnTo>
                    <a:pt x="826" y="393"/>
                  </a:lnTo>
                  <a:cubicBezTo>
                    <a:pt x="819" y="398"/>
                    <a:pt x="811" y="398"/>
                    <a:pt x="796" y="398"/>
                  </a:cubicBezTo>
                  <a:cubicBezTo>
                    <a:pt x="889" y="415"/>
                    <a:pt x="914" y="474"/>
                    <a:pt x="974" y="483"/>
                  </a:cubicBezTo>
                  <a:cubicBezTo>
                    <a:pt x="974" y="487"/>
                    <a:pt x="971" y="489"/>
                    <a:pt x="968" y="489"/>
                  </a:cubicBezTo>
                  <a:cubicBezTo>
                    <a:pt x="960" y="489"/>
                    <a:pt x="947" y="481"/>
                    <a:pt x="942" y="481"/>
                  </a:cubicBezTo>
                  <a:cubicBezTo>
                    <a:pt x="941" y="481"/>
                    <a:pt x="940" y="482"/>
                    <a:pt x="940" y="483"/>
                  </a:cubicBezTo>
                  <a:cubicBezTo>
                    <a:pt x="1016" y="534"/>
                    <a:pt x="1075" y="500"/>
                    <a:pt x="1160" y="542"/>
                  </a:cubicBezTo>
                  <a:cubicBezTo>
                    <a:pt x="1126" y="551"/>
                    <a:pt x="1168" y="568"/>
                    <a:pt x="1185" y="593"/>
                  </a:cubicBezTo>
                  <a:cubicBezTo>
                    <a:pt x="1261" y="601"/>
                    <a:pt x="1414" y="661"/>
                    <a:pt x="1515" y="686"/>
                  </a:cubicBezTo>
                  <a:cubicBezTo>
                    <a:pt x="1464" y="737"/>
                    <a:pt x="1633" y="745"/>
                    <a:pt x="1625" y="796"/>
                  </a:cubicBezTo>
                  <a:cubicBezTo>
                    <a:pt x="1635" y="801"/>
                    <a:pt x="1653" y="806"/>
                    <a:pt x="1668" y="806"/>
                  </a:cubicBezTo>
                  <a:cubicBezTo>
                    <a:pt x="1679" y="806"/>
                    <a:pt x="1689" y="803"/>
                    <a:pt x="1693" y="796"/>
                  </a:cubicBezTo>
                  <a:cubicBezTo>
                    <a:pt x="1676" y="796"/>
                    <a:pt x="1650" y="771"/>
                    <a:pt x="1659" y="762"/>
                  </a:cubicBezTo>
                  <a:lnTo>
                    <a:pt x="1659" y="762"/>
                  </a:lnTo>
                  <a:cubicBezTo>
                    <a:pt x="1682" y="768"/>
                    <a:pt x="1713" y="782"/>
                    <a:pt x="1736" y="782"/>
                  </a:cubicBezTo>
                  <a:cubicBezTo>
                    <a:pt x="1746" y="782"/>
                    <a:pt x="1755" y="779"/>
                    <a:pt x="1760" y="771"/>
                  </a:cubicBezTo>
                  <a:lnTo>
                    <a:pt x="1794" y="813"/>
                  </a:lnTo>
                  <a:cubicBezTo>
                    <a:pt x="1800" y="800"/>
                    <a:pt x="1816" y="793"/>
                    <a:pt x="1830" y="793"/>
                  </a:cubicBezTo>
                  <a:cubicBezTo>
                    <a:pt x="1835" y="793"/>
                    <a:pt x="1840" y="794"/>
                    <a:pt x="1845" y="796"/>
                  </a:cubicBezTo>
                  <a:cubicBezTo>
                    <a:pt x="1854" y="814"/>
                    <a:pt x="1859" y="820"/>
                    <a:pt x="1862" y="820"/>
                  </a:cubicBezTo>
                  <a:cubicBezTo>
                    <a:pt x="1869" y="820"/>
                    <a:pt x="1871" y="798"/>
                    <a:pt x="1889" y="798"/>
                  </a:cubicBezTo>
                  <a:cubicBezTo>
                    <a:pt x="1896" y="798"/>
                    <a:pt x="1906" y="802"/>
                    <a:pt x="1921" y="813"/>
                  </a:cubicBezTo>
                  <a:cubicBezTo>
                    <a:pt x="1896" y="821"/>
                    <a:pt x="1879" y="830"/>
                    <a:pt x="1862" y="847"/>
                  </a:cubicBezTo>
                  <a:cubicBezTo>
                    <a:pt x="1896" y="864"/>
                    <a:pt x="1896" y="855"/>
                    <a:pt x="1921" y="864"/>
                  </a:cubicBezTo>
                  <a:cubicBezTo>
                    <a:pt x="1921" y="881"/>
                    <a:pt x="1879" y="881"/>
                    <a:pt x="1845" y="881"/>
                  </a:cubicBezTo>
                  <a:lnTo>
                    <a:pt x="1887" y="914"/>
                  </a:lnTo>
                  <a:cubicBezTo>
                    <a:pt x="1904" y="912"/>
                    <a:pt x="1922" y="911"/>
                    <a:pt x="1939" y="911"/>
                  </a:cubicBezTo>
                  <a:cubicBezTo>
                    <a:pt x="1992" y="911"/>
                    <a:pt x="2048" y="921"/>
                    <a:pt x="2099" y="940"/>
                  </a:cubicBezTo>
                  <a:cubicBezTo>
                    <a:pt x="2082" y="957"/>
                    <a:pt x="2056" y="940"/>
                    <a:pt x="2065" y="974"/>
                  </a:cubicBezTo>
                  <a:cubicBezTo>
                    <a:pt x="2076" y="976"/>
                    <a:pt x="2089" y="976"/>
                    <a:pt x="2103" y="976"/>
                  </a:cubicBezTo>
                  <a:lnTo>
                    <a:pt x="2103" y="976"/>
                  </a:lnTo>
                  <a:cubicBezTo>
                    <a:pt x="2131" y="976"/>
                    <a:pt x="2161" y="976"/>
                    <a:pt x="2183" y="999"/>
                  </a:cubicBezTo>
                  <a:lnTo>
                    <a:pt x="2175" y="999"/>
                  </a:lnTo>
                  <a:cubicBezTo>
                    <a:pt x="2251" y="1007"/>
                    <a:pt x="2217" y="1033"/>
                    <a:pt x="2276" y="1058"/>
                  </a:cubicBezTo>
                  <a:cubicBezTo>
                    <a:pt x="2276" y="1067"/>
                    <a:pt x="2276" y="1067"/>
                    <a:pt x="2276" y="1067"/>
                  </a:cubicBezTo>
                  <a:lnTo>
                    <a:pt x="2319" y="1067"/>
                  </a:lnTo>
                  <a:cubicBezTo>
                    <a:pt x="2420" y="1067"/>
                    <a:pt x="2395" y="1134"/>
                    <a:pt x="2437" y="1177"/>
                  </a:cubicBezTo>
                  <a:lnTo>
                    <a:pt x="2429" y="1177"/>
                  </a:lnTo>
                  <a:cubicBezTo>
                    <a:pt x="2446" y="1210"/>
                    <a:pt x="2556" y="1227"/>
                    <a:pt x="2581" y="1253"/>
                  </a:cubicBezTo>
                  <a:cubicBezTo>
                    <a:pt x="2547" y="1219"/>
                    <a:pt x="2572" y="1227"/>
                    <a:pt x="2564" y="1194"/>
                  </a:cubicBezTo>
                  <a:cubicBezTo>
                    <a:pt x="2561" y="1193"/>
                    <a:pt x="2558" y="1192"/>
                    <a:pt x="2555" y="1192"/>
                  </a:cubicBezTo>
                  <a:cubicBezTo>
                    <a:pt x="2537" y="1192"/>
                    <a:pt x="2526" y="1207"/>
                    <a:pt x="2509" y="1207"/>
                  </a:cubicBezTo>
                  <a:cubicBezTo>
                    <a:pt x="2501" y="1207"/>
                    <a:pt x="2492" y="1203"/>
                    <a:pt x="2479" y="1194"/>
                  </a:cubicBezTo>
                  <a:cubicBezTo>
                    <a:pt x="2488" y="1168"/>
                    <a:pt x="2556" y="1185"/>
                    <a:pt x="2581" y="1168"/>
                  </a:cubicBezTo>
                  <a:cubicBezTo>
                    <a:pt x="2606" y="1177"/>
                    <a:pt x="2606" y="1236"/>
                    <a:pt x="2606" y="1253"/>
                  </a:cubicBezTo>
                  <a:cubicBezTo>
                    <a:pt x="2674" y="1278"/>
                    <a:pt x="2708" y="1312"/>
                    <a:pt x="2801" y="1337"/>
                  </a:cubicBezTo>
                  <a:cubicBezTo>
                    <a:pt x="2825" y="1332"/>
                    <a:pt x="2852" y="1317"/>
                    <a:pt x="2880" y="1317"/>
                  </a:cubicBezTo>
                  <a:cubicBezTo>
                    <a:pt x="2901" y="1317"/>
                    <a:pt x="2923" y="1325"/>
                    <a:pt x="2945" y="1354"/>
                  </a:cubicBezTo>
                  <a:lnTo>
                    <a:pt x="2941" y="1358"/>
                  </a:lnTo>
                  <a:lnTo>
                    <a:pt x="2941" y="1358"/>
                  </a:lnTo>
                  <a:cubicBezTo>
                    <a:pt x="2941" y="1358"/>
                    <a:pt x="2942" y="1358"/>
                    <a:pt x="2943" y="1358"/>
                  </a:cubicBezTo>
                  <a:cubicBezTo>
                    <a:pt x="2953" y="1358"/>
                    <a:pt x="2970" y="1373"/>
                    <a:pt x="2987" y="1373"/>
                  </a:cubicBezTo>
                  <a:cubicBezTo>
                    <a:pt x="2990" y="1373"/>
                    <a:pt x="2993" y="1372"/>
                    <a:pt x="2995" y="1371"/>
                  </a:cubicBezTo>
                  <a:cubicBezTo>
                    <a:pt x="2978" y="1337"/>
                    <a:pt x="3029" y="1371"/>
                    <a:pt x="3012" y="1329"/>
                  </a:cubicBezTo>
                  <a:lnTo>
                    <a:pt x="3012" y="1329"/>
                  </a:lnTo>
                  <a:cubicBezTo>
                    <a:pt x="3055" y="1346"/>
                    <a:pt x="3038" y="1388"/>
                    <a:pt x="3038" y="1413"/>
                  </a:cubicBezTo>
                  <a:cubicBezTo>
                    <a:pt x="3043" y="1410"/>
                    <a:pt x="3049" y="1409"/>
                    <a:pt x="3054" y="1409"/>
                  </a:cubicBezTo>
                  <a:cubicBezTo>
                    <a:pt x="3090" y="1409"/>
                    <a:pt x="3124" y="1473"/>
                    <a:pt x="3190" y="1473"/>
                  </a:cubicBezTo>
                  <a:cubicBezTo>
                    <a:pt x="3184" y="1477"/>
                    <a:pt x="3176" y="1478"/>
                    <a:pt x="3168" y="1478"/>
                  </a:cubicBezTo>
                  <a:cubicBezTo>
                    <a:pt x="3152" y="1478"/>
                    <a:pt x="3135" y="1474"/>
                    <a:pt x="3123" y="1474"/>
                  </a:cubicBezTo>
                  <a:cubicBezTo>
                    <a:pt x="3113" y="1474"/>
                    <a:pt x="3108" y="1477"/>
                    <a:pt x="3114" y="1490"/>
                  </a:cubicBezTo>
                  <a:lnTo>
                    <a:pt x="3224" y="1481"/>
                  </a:lnTo>
                  <a:lnTo>
                    <a:pt x="3190" y="1464"/>
                  </a:lnTo>
                  <a:cubicBezTo>
                    <a:pt x="3258" y="1464"/>
                    <a:pt x="3258" y="1507"/>
                    <a:pt x="3291" y="1532"/>
                  </a:cubicBezTo>
                  <a:cubicBezTo>
                    <a:pt x="3291" y="1539"/>
                    <a:pt x="3287" y="1542"/>
                    <a:pt x="3280" y="1542"/>
                  </a:cubicBezTo>
                  <a:cubicBezTo>
                    <a:pt x="3272" y="1542"/>
                    <a:pt x="3259" y="1537"/>
                    <a:pt x="3249" y="1532"/>
                  </a:cubicBezTo>
                  <a:lnTo>
                    <a:pt x="3249" y="1532"/>
                  </a:lnTo>
                  <a:cubicBezTo>
                    <a:pt x="3275" y="1549"/>
                    <a:pt x="3308" y="1557"/>
                    <a:pt x="3334" y="1557"/>
                  </a:cubicBezTo>
                  <a:lnTo>
                    <a:pt x="3469" y="1557"/>
                  </a:lnTo>
                  <a:lnTo>
                    <a:pt x="3478" y="1566"/>
                  </a:lnTo>
                  <a:lnTo>
                    <a:pt x="3486" y="1566"/>
                  </a:lnTo>
                  <a:lnTo>
                    <a:pt x="3511" y="1583"/>
                  </a:lnTo>
                  <a:lnTo>
                    <a:pt x="3520" y="1583"/>
                  </a:lnTo>
                  <a:lnTo>
                    <a:pt x="3588" y="1600"/>
                  </a:lnTo>
                  <a:lnTo>
                    <a:pt x="3596" y="1600"/>
                  </a:lnTo>
                  <a:cubicBezTo>
                    <a:pt x="3605" y="1581"/>
                    <a:pt x="3624" y="1573"/>
                    <a:pt x="3647" y="1573"/>
                  </a:cubicBezTo>
                  <a:cubicBezTo>
                    <a:pt x="3667" y="1573"/>
                    <a:pt x="3691" y="1579"/>
                    <a:pt x="3714" y="1591"/>
                  </a:cubicBezTo>
                  <a:cubicBezTo>
                    <a:pt x="3714" y="1583"/>
                    <a:pt x="3689" y="1574"/>
                    <a:pt x="3655" y="1549"/>
                  </a:cubicBezTo>
                  <a:lnTo>
                    <a:pt x="3672" y="1549"/>
                  </a:lnTo>
                  <a:lnTo>
                    <a:pt x="3816" y="1633"/>
                  </a:lnTo>
                  <a:cubicBezTo>
                    <a:pt x="3791" y="1633"/>
                    <a:pt x="3774" y="1625"/>
                    <a:pt x="3757" y="1616"/>
                  </a:cubicBezTo>
                  <a:lnTo>
                    <a:pt x="3757" y="1616"/>
                  </a:lnTo>
                  <a:cubicBezTo>
                    <a:pt x="3776" y="1650"/>
                    <a:pt x="3816" y="1659"/>
                    <a:pt x="3849" y="1670"/>
                  </a:cubicBezTo>
                  <a:lnTo>
                    <a:pt x="3849" y="1670"/>
                  </a:lnTo>
                  <a:lnTo>
                    <a:pt x="3858" y="1676"/>
                  </a:lnTo>
                  <a:cubicBezTo>
                    <a:pt x="3857" y="1674"/>
                    <a:pt x="3855" y="1672"/>
                    <a:pt x="3852" y="1671"/>
                  </a:cubicBezTo>
                  <a:lnTo>
                    <a:pt x="3852" y="1671"/>
                  </a:lnTo>
                  <a:cubicBezTo>
                    <a:pt x="3877" y="1679"/>
                    <a:pt x="3897" y="1688"/>
                    <a:pt x="3901" y="1710"/>
                  </a:cubicBezTo>
                  <a:cubicBezTo>
                    <a:pt x="3808" y="1710"/>
                    <a:pt x="3774" y="1676"/>
                    <a:pt x="3689" y="1650"/>
                  </a:cubicBezTo>
                  <a:cubicBezTo>
                    <a:pt x="3678" y="1634"/>
                    <a:pt x="3680" y="1629"/>
                    <a:pt x="3688" y="1629"/>
                  </a:cubicBezTo>
                  <a:cubicBezTo>
                    <a:pt x="3702" y="1629"/>
                    <a:pt x="3734" y="1645"/>
                    <a:pt x="3749" y="1645"/>
                  </a:cubicBezTo>
                  <a:cubicBezTo>
                    <a:pt x="3753" y="1645"/>
                    <a:pt x="3756" y="1644"/>
                    <a:pt x="3757" y="1642"/>
                  </a:cubicBezTo>
                  <a:lnTo>
                    <a:pt x="3714" y="1608"/>
                  </a:lnTo>
                  <a:cubicBezTo>
                    <a:pt x="3714" y="1614"/>
                    <a:pt x="3710" y="1616"/>
                    <a:pt x="3702" y="1616"/>
                  </a:cubicBezTo>
                  <a:cubicBezTo>
                    <a:pt x="3689" y="1616"/>
                    <a:pt x="3668" y="1610"/>
                    <a:pt x="3652" y="1610"/>
                  </a:cubicBezTo>
                  <a:cubicBezTo>
                    <a:pt x="3637" y="1610"/>
                    <a:pt x="3627" y="1615"/>
                    <a:pt x="3630" y="1633"/>
                  </a:cubicBezTo>
                  <a:cubicBezTo>
                    <a:pt x="3714" y="1693"/>
                    <a:pt x="3816" y="1743"/>
                    <a:pt x="3909" y="1786"/>
                  </a:cubicBezTo>
                  <a:lnTo>
                    <a:pt x="3731" y="1955"/>
                  </a:lnTo>
                  <a:cubicBezTo>
                    <a:pt x="3731" y="1963"/>
                    <a:pt x="3723" y="1963"/>
                    <a:pt x="3723" y="1972"/>
                  </a:cubicBezTo>
                  <a:cubicBezTo>
                    <a:pt x="3736" y="1977"/>
                    <a:pt x="3747" y="1979"/>
                    <a:pt x="3757" y="1979"/>
                  </a:cubicBezTo>
                  <a:cubicBezTo>
                    <a:pt x="3814" y="1979"/>
                    <a:pt x="3810" y="1904"/>
                    <a:pt x="3824" y="1904"/>
                  </a:cubicBezTo>
                  <a:cubicBezTo>
                    <a:pt x="3850" y="1913"/>
                    <a:pt x="3875" y="1904"/>
                    <a:pt x="3884" y="1921"/>
                  </a:cubicBezTo>
                  <a:lnTo>
                    <a:pt x="3867" y="1929"/>
                  </a:lnTo>
                  <a:cubicBezTo>
                    <a:pt x="3877" y="1932"/>
                    <a:pt x="3885" y="1934"/>
                    <a:pt x="3891" y="1934"/>
                  </a:cubicBezTo>
                  <a:cubicBezTo>
                    <a:pt x="3911" y="1934"/>
                    <a:pt x="3911" y="1921"/>
                    <a:pt x="3922" y="1921"/>
                  </a:cubicBezTo>
                  <a:cubicBezTo>
                    <a:pt x="3926" y="1921"/>
                    <a:pt x="3933" y="1923"/>
                    <a:pt x="3943" y="1929"/>
                  </a:cubicBezTo>
                  <a:cubicBezTo>
                    <a:pt x="3994" y="1929"/>
                    <a:pt x="3917" y="1913"/>
                    <a:pt x="3943" y="1904"/>
                  </a:cubicBezTo>
                  <a:lnTo>
                    <a:pt x="3943" y="1904"/>
                  </a:lnTo>
                  <a:cubicBezTo>
                    <a:pt x="3953" y="1911"/>
                    <a:pt x="3961" y="1913"/>
                    <a:pt x="3969" y="1913"/>
                  </a:cubicBezTo>
                  <a:cubicBezTo>
                    <a:pt x="3987" y="1913"/>
                    <a:pt x="4000" y="1900"/>
                    <a:pt x="4021" y="1900"/>
                  </a:cubicBezTo>
                  <a:cubicBezTo>
                    <a:pt x="4035" y="1900"/>
                    <a:pt x="4053" y="1907"/>
                    <a:pt x="4078" y="1929"/>
                  </a:cubicBezTo>
                  <a:cubicBezTo>
                    <a:pt x="4071" y="1929"/>
                    <a:pt x="4070" y="1951"/>
                    <a:pt x="4044" y="1951"/>
                  </a:cubicBezTo>
                  <a:cubicBezTo>
                    <a:pt x="4037" y="1951"/>
                    <a:pt x="4029" y="1950"/>
                    <a:pt x="4019" y="1946"/>
                  </a:cubicBezTo>
                  <a:lnTo>
                    <a:pt x="4019" y="1946"/>
                  </a:lnTo>
                  <a:lnTo>
                    <a:pt x="4053" y="1989"/>
                  </a:lnTo>
                  <a:cubicBezTo>
                    <a:pt x="4027" y="1989"/>
                    <a:pt x="4002" y="1980"/>
                    <a:pt x="3977" y="1963"/>
                  </a:cubicBezTo>
                  <a:cubicBezTo>
                    <a:pt x="3934" y="1980"/>
                    <a:pt x="3934" y="2006"/>
                    <a:pt x="3901" y="2023"/>
                  </a:cubicBezTo>
                  <a:cubicBezTo>
                    <a:pt x="3919" y="2023"/>
                    <a:pt x="3924" y="2005"/>
                    <a:pt x="3938" y="2005"/>
                  </a:cubicBezTo>
                  <a:cubicBezTo>
                    <a:pt x="3944" y="2005"/>
                    <a:pt x="3951" y="2007"/>
                    <a:pt x="3960" y="2014"/>
                  </a:cubicBezTo>
                  <a:cubicBezTo>
                    <a:pt x="3994" y="2031"/>
                    <a:pt x="3943" y="2023"/>
                    <a:pt x="3943" y="2031"/>
                  </a:cubicBezTo>
                  <a:cubicBezTo>
                    <a:pt x="3947" y="2030"/>
                    <a:pt x="3951" y="2030"/>
                    <a:pt x="3954" y="2030"/>
                  </a:cubicBezTo>
                  <a:cubicBezTo>
                    <a:pt x="4001" y="2030"/>
                    <a:pt x="3992" y="2076"/>
                    <a:pt x="4027" y="2076"/>
                  </a:cubicBezTo>
                  <a:cubicBezTo>
                    <a:pt x="4032" y="2076"/>
                    <a:pt x="4038" y="2075"/>
                    <a:pt x="4044" y="2073"/>
                  </a:cubicBezTo>
                  <a:cubicBezTo>
                    <a:pt x="4053" y="2039"/>
                    <a:pt x="4061" y="2039"/>
                    <a:pt x="4036" y="2006"/>
                  </a:cubicBezTo>
                  <a:lnTo>
                    <a:pt x="4036" y="2006"/>
                  </a:lnTo>
                  <a:cubicBezTo>
                    <a:pt x="4070" y="2006"/>
                    <a:pt x="4104" y="2048"/>
                    <a:pt x="4087" y="2082"/>
                  </a:cubicBezTo>
                  <a:lnTo>
                    <a:pt x="4104" y="2056"/>
                  </a:lnTo>
                  <a:cubicBezTo>
                    <a:pt x="4112" y="2065"/>
                    <a:pt x="4137" y="2073"/>
                    <a:pt x="4137" y="2082"/>
                  </a:cubicBezTo>
                  <a:lnTo>
                    <a:pt x="4154" y="2073"/>
                  </a:lnTo>
                  <a:cubicBezTo>
                    <a:pt x="4137" y="2039"/>
                    <a:pt x="4112" y="2023"/>
                    <a:pt x="4078" y="2014"/>
                  </a:cubicBezTo>
                  <a:cubicBezTo>
                    <a:pt x="4099" y="2007"/>
                    <a:pt x="4085" y="1976"/>
                    <a:pt x="4110" y="1976"/>
                  </a:cubicBezTo>
                  <a:cubicBezTo>
                    <a:pt x="4114" y="1976"/>
                    <a:pt x="4121" y="1977"/>
                    <a:pt x="4129" y="1980"/>
                  </a:cubicBezTo>
                  <a:cubicBezTo>
                    <a:pt x="4154" y="1989"/>
                    <a:pt x="4129" y="1997"/>
                    <a:pt x="4129" y="2006"/>
                  </a:cubicBezTo>
                  <a:cubicBezTo>
                    <a:pt x="4256" y="2031"/>
                    <a:pt x="4222" y="2099"/>
                    <a:pt x="4324" y="2124"/>
                  </a:cubicBezTo>
                  <a:cubicBezTo>
                    <a:pt x="4298" y="2124"/>
                    <a:pt x="4247" y="2082"/>
                    <a:pt x="4197" y="2082"/>
                  </a:cubicBezTo>
                  <a:cubicBezTo>
                    <a:pt x="4214" y="2116"/>
                    <a:pt x="4256" y="2107"/>
                    <a:pt x="4281" y="2116"/>
                  </a:cubicBezTo>
                  <a:cubicBezTo>
                    <a:pt x="4247" y="2124"/>
                    <a:pt x="4239" y="2133"/>
                    <a:pt x="4264" y="2149"/>
                  </a:cubicBezTo>
                  <a:lnTo>
                    <a:pt x="4281" y="2141"/>
                  </a:lnTo>
                  <a:lnTo>
                    <a:pt x="4315" y="2149"/>
                  </a:lnTo>
                  <a:cubicBezTo>
                    <a:pt x="4324" y="2158"/>
                    <a:pt x="4315" y="2166"/>
                    <a:pt x="4324" y="2166"/>
                  </a:cubicBezTo>
                  <a:cubicBezTo>
                    <a:pt x="4324" y="2158"/>
                    <a:pt x="4332" y="2158"/>
                    <a:pt x="4315" y="2141"/>
                  </a:cubicBezTo>
                  <a:cubicBezTo>
                    <a:pt x="4324" y="2139"/>
                    <a:pt x="4333" y="2138"/>
                    <a:pt x="4342" y="2138"/>
                  </a:cubicBezTo>
                  <a:cubicBezTo>
                    <a:pt x="4370" y="2138"/>
                    <a:pt x="4400" y="2147"/>
                    <a:pt x="4425" y="2166"/>
                  </a:cubicBezTo>
                  <a:cubicBezTo>
                    <a:pt x="4411" y="2175"/>
                    <a:pt x="4399" y="2177"/>
                    <a:pt x="4389" y="2177"/>
                  </a:cubicBezTo>
                  <a:cubicBezTo>
                    <a:pt x="4381" y="2177"/>
                    <a:pt x="4374" y="2175"/>
                    <a:pt x="4369" y="2175"/>
                  </a:cubicBezTo>
                  <a:cubicBezTo>
                    <a:pt x="4361" y="2175"/>
                    <a:pt x="4357" y="2178"/>
                    <a:pt x="4357" y="2192"/>
                  </a:cubicBezTo>
                  <a:cubicBezTo>
                    <a:pt x="4369" y="2192"/>
                    <a:pt x="4395" y="2180"/>
                    <a:pt x="4411" y="2180"/>
                  </a:cubicBezTo>
                  <a:cubicBezTo>
                    <a:pt x="4419" y="2180"/>
                    <a:pt x="4425" y="2183"/>
                    <a:pt x="4425" y="2192"/>
                  </a:cubicBezTo>
                  <a:cubicBezTo>
                    <a:pt x="4400" y="2200"/>
                    <a:pt x="4408" y="2209"/>
                    <a:pt x="4400" y="2217"/>
                  </a:cubicBezTo>
                  <a:cubicBezTo>
                    <a:pt x="4425" y="2217"/>
                    <a:pt x="4450" y="2209"/>
                    <a:pt x="4476" y="2209"/>
                  </a:cubicBezTo>
                  <a:cubicBezTo>
                    <a:pt x="4489" y="2215"/>
                    <a:pt x="4501" y="2221"/>
                    <a:pt x="4514" y="2224"/>
                  </a:cubicBezTo>
                  <a:lnTo>
                    <a:pt x="4514" y="2224"/>
                  </a:lnTo>
                  <a:cubicBezTo>
                    <a:pt x="4511" y="2223"/>
                    <a:pt x="4510" y="2221"/>
                    <a:pt x="4510" y="2217"/>
                  </a:cubicBezTo>
                  <a:cubicBezTo>
                    <a:pt x="4524" y="2214"/>
                    <a:pt x="4534" y="2213"/>
                    <a:pt x="4541" y="2213"/>
                  </a:cubicBezTo>
                  <a:cubicBezTo>
                    <a:pt x="4575" y="2213"/>
                    <a:pt x="4535" y="2242"/>
                    <a:pt x="4577" y="2242"/>
                  </a:cubicBezTo>
                  <a:lnTo>
                    <a:pt x="4543" y="2242"/>
                  </a:lnTo>
                  <a:cubicBezTo>
                    <a:pt x="4543" y="2259"/>
                    <a:pt x="4586" y="2259"/>
                    <a:pt x="4628" y="2259"/>
                  </a:cubicBezTo>
                  <a:lnTo>
                    <a:pt x="4577" y="2268"/>
                  </a:lnTo>
                  <a:cubicBezTo>
                    <a:pt x="4620" y="2268"/>
                    <a:pt x="4670" y="2268"/>
                    <a:pt x="4713" y="2276"/>
                  </a:cubicBezTo>
                  <a:lnTo>
                    <a:pt x="4721" y="2285"/>
                  </a:lnTo>
                  <a:cubicBezTo>
                    <a:pt x="4721" y="2276"/>
                    <a:pt x="4721" y="2276"/>
                    <a:pt x="4721" y="2276"/>
                  </a:cubicBezTo>
                  <a:cubicBezTo>
                    <a:pt x="4653" y="2259"/>
                    <a:pt x="4738" y="2242"/>
                    <a:pt x="4628" y="2226"/>
                  </a:cubicBezTo>
                  <a:cubicBezTo>
                    <a:pt x="4721" y="2226"/>
                    <a:pt x="4755" y="2234"/>
                    <a:pt x="4848" y="2234"/>
                  </a:cubicBezTo>
                  <a:cubicBezTo>
                    <a:pt x="4855" y="2241"/>
                    <a:pt x="4851" y="2248"/>
                    <a:pt x="4845" y="2250"/>
                  </a:cubicBezTo>
                  <a:lnTo>
                    <a:pt x="4845" y="2250"/>
                  </a:lnTo>
                  <a:cubicBezTo>
                    <a:pt x="4864" y="2246"/>
                    <a:pt x="4884" y="2245"/>
                    <a:pt x="4903" y="2245"/>
                  </a:cubicBezTo>
                  <a:cubicBezTo>
                    <a:pt x="4924" y="2245"/>
                    <a:pt x="4945" y="2247"/>
                    <a:pt x="4966" y="2251"/>
                  </a:cubicBezTo>
                  <a:lnTo>
                    <a:pt x="4924" y="2251"/>
                  </a:lnTo>
                  <a:cubicBezTo>
                    <a:pt x="4848" y="2293"/>
                    <a:pt x="5000" y="2285"/>
                    <a:pt x="4916" y="2319"/>
                  </a:cubicBezTo>
                  <a:cubicBezTo>
                    <a:pt x="4908" y="2320"/>
                    <a:pt x="4902" y="2320"/>
                    <a:pt x="4897" y="2320"/>
                  </a:cubicBezTo>
                  <a:cubicBezTo>
                    <a:pt x="4855" y="2320"/>
                    <a:pt x="4880" y="2291"/>
                    <a:pt x="4865" y="2276"/>
                  </a:cubicBezTo>
                  <a:lnTo>
                    <a:pt x="4865" y="2276"/>
                  </a:lnTo>
                  <a:cubicBezTo>
                    <a:pt x="4850" y="2279"/>
                    <a:pt x="4841" y="2280"/>
                    <a:pt x="4835" y="2280"/>
                  </a:cubicBezTo>
                  <a:cubicBezTo>
                    <a:pt x="4817" y="2280"/>
                    <a:pt x="4837" y="2268"/>
                    <a:pt x="4817" y="2268"/>
                  </a:cubicBezTo>
                  <a:cubicBezTo>
                    <a:pt x="4809" y="2268"/>
                    <a:pt x="4797" y="2270"/>
                    <a:pt x="4775" y="2274"/>
                  </a:cubicBezTo>
                  <a:lnTo>
                    <a:pt x="4775" y="2274"/>
                  </a:lnTo>
                  <a:cubicBezTo>
                    <a:pt x="4770" y="2273"/>
                    <a:pt x="4764" y="2273"/>
                    <a:pt x="4760" y="2273"/>
                  </a:cubicBezTo>
                  <a:cubicBezTo>
                    <a:pt x="4754" y="2273"/>
                    <a:pt x="4749" y="2273"/>
                    <a:pt x="4747" y="2276"/>
                  </a:cubicBezTo>
                  <a:cubicBezTo>
                    <a:pt x="4747" y="2285"/>
                    <a:pt x="4738" y="2285"/>
                    <a:pt x="4763" y="2285"/>
                  </a:cubicBezTo>
                  <a:cubicBezTo>
                    <a:pt x="4747" y="2302"/>
                    <a:pt x="4721" y="2310"/>
                    <a:pt x="4696" y="2310"/>
                  </a:cubicBezTo>
                  <a:cubicBezTo>
                    <a:pt x="4662" y="2310"/>
                    <a:pt x="4628" y="2310"/>
                    <a:pt x="4603" y="2327"/>
                  </a:cubicBezTo>
                  <a:cubicBezTo>
                    <a:pt x="4594" y="2319"/>
                    <a:pt x="4611" y="2310"/>
                    <a:pt x="4569" y="2310"/>
                  </a:cubicBezTo>
                  <a:lnTo>
                    <a:pt x="4611" y="2293"/>
                  </a:lnTo>
                  <a:lnTo>
                    <a:pt x="4552" y="2293"/>
                  </a:lnTo>
                  <a:cubicBezTo>
                    <a:pt x="4518" y="2310"/>
                    <a:pt x="4577" y="2327"/>
                    <a:pt x="4628" y="2344"/>
                  </a:cubicBezTo>
                  <a:cubicBezTo>
                    <a:pt x="4622" y="2335"/>
                    <a:pt x="4627" y="2332"/>
                    <a:pt x="4637" y="2332"/>
                  </a:cubicBezTo>
                  <a:cubicBezTo>
                    <a:pt x="4651" y="2332"/>
                    <a:pt x="4677" y="2337"/>
                    <a:pt x="4700" y="2337"/>
                  </a:cubicBezTo>
                  <a:cubicBezTo>
                    <a:pt x="4707" y="2337"/>
                    <a:pt x="4715" y="2337"/>
                    <a:pt x="4721" y="2336"/>
                  </a:cubicBezTo>
                  <a:lnTo>
                    <a:pt x="4721" y="2336"/>
                  </a:lnTo>
                  <a:cubicBezTo>
                    <a:pt x="4738" y="2336"/>
                    <a:pt x="4713" y="2344"/>
                    <a:pt x="4696" y="2344"/>
                  </a:cubicBezTo>
                  <a:cubicBezTo>
                    <a:pt x="4704" y="2344"/>
                    <a:pt x="4696" y="2361"/>
                    <a:pt x="4721" y="2361"/>
                  </a:cubicBezTo>
                  <a:cubicBezTo>
                    <a:pt x="4638" y="2361"/>
                    <a:pt x="4579" y="2386"/>
                    <a:pt x="4528" y="2386"/>
                  </a:cubicBezTo>
                  <a:cubicBezTo>
                    <a:pt x="4507" y="2386"/>
                    <a:pt x="4487" y="2382"/>
                    <a:pt x="4467" y="2369"/>
                  </a:cubicBezTo>
                  <a:cubicBezTo>
                    <a:pt x="4452" y="2369"/>
                    <a:pt x="4442" y="2376"/>
                    <a:pt x="4434" y="2387"/>
                  </a:cubicBezTo>
                  <a:lnTo>
                    <a:pt x="4434" y="2387"/>
                  </a:lnTo>
                  <a:cubicBezTo>
                    <a:pt x="4482" y="2390"/>
                    <a:pt x="4459" y="2421"/>
                    <a:pt x="4467" y="2429"/>
                  </a:cubicBezTo>
                  <a:lnTo>
                    <a:pt x="4484" y="2403"/>
                  </a:lnTo>
                  <a:cubicBezTo>
                    <a:pt x="4493" y="2420"/>
                    <a:pt x="4527" y="2420"/>
                    <a:pt x="4527" y="2437"/>
                  </a:cubicBezTo>
                  <a:cubicBezTo>
                    <a:pt x="4543" y="2420"/>
                    <a:pt x="4577" y="2429"/>
                    <a:pt x="4577" y="2403"/>
                  </a:cubicBezTo>
                  <a:cubicBezTo>
                    <a:pt x="4586" y="2417"/>
                    <a:pt x="4596" y="2422"/>
                    <a:pt x="4608" y="2422"/>
                  </a:cubicBezTo>
                  <a:cubicBezTo>
                    <a:pt x="4631" y="2422"/>
                    <a:pt x="4659" y="2403"/>
                    <a:pt x="4687" y="2403"/>
                  </a:cubicBezTo>
                  <a:cubicBezTo>
                    <a:pt x="4652" y="2424"/>
                    <a:pt x="4623" y="2439"/>
                    <a:pt x="4591" y="2439"/>
                  </a:cubicBezTo>
                  <a:cubicBezTo>
                    <a:pt x="4584" y="2439"/>
                    <a:pt x="4576" y="2439"/>
                    <a:pt x="4569" y="2437"/>
                  </a:cubicBezTo>
                  <a:lnTo>
                    <a:pt x="4569" y="2437"/>
                  </a:lnTo>
                  <a:cubicBezTo>
                    <a:pt x="4577" y="2446"/>
                    <a:pt x="4535" y="2462"/>
                    <a:pt x="4518" y="2462"/>
                  </a:cubicBezTo>
                  <a:cubicBezTo>
                    <a:pt x="4518" y="2479"/>
                    <a:pt x="4527" y="2488"/>
                    <a:pt x="4535" y="2496"/>
                  </a:cubicBezTo>
                  <a:cubicBezTo>
                    <a:pt x="4554" y="2490"/>
                    <a:pt x="4563" y="2470"/>
                    <a:pt x="4577" y="2470"/>
                  </a:cubicBezTo>
                  <a:cubicBezTo>
                    <a:pt x="4582" y="2470"/>
                    <a:pt x="4588" y="2473"/>
                    <a:pt x="4594" y="2479"/>
                  </a:cubicBezTo>
                  <a:lnTo>
                    <a:pt x="4611" y="2446"/>
                  </a:lnTo>
                  <a:cubicBezTo>
                    <a:pt x="4637" y="2496"/>
                    <a:pt x="4637" y="2496"/>
                    <a:pt x="4620" y="2530"/>
                  </a:cubicBezTo>
                  <a:cubicBezTo>
                    <a:pt x="4662" y="2522"/>
                    <a:pt x="4696" y="2496"/>
                    <a:pt x="4721" y="2462"/>
                  </a:cubicBezTo>
                  <a:cubicBezTo>
                    <a:pt x="4730" y="2429"/>
                    <a:pt x="4763" y="2403"/>
                    <a:pt x="4797" y="2403"/>
                  </a:cubicBezTo>
                  <a:lnTo>
                    <a:pt x="4797" y="2412"/>
                  </a:lnTo>
                  <a:cubicBezTo>
                    <a:pt x="4899" y="2344"/>
                    <a:pt x="5026" y="2302"/>
                    <a:pt x="5153" y="2293"/>
                  </a:cubicBezTo>
                  <a:lnTo>
                    <a:pt x="5153" y="2293"/>
                  </a:lnTo>
                  <a:lnTo>
                    <a:pt x="5102" y="2336"/>
                  </a:lnTo>
                  <a:lnTo>
                    <a:pt x="5060" y="2336"/>
                  </a:lnTo>
                  <a:cubicBezTo>
                    <a:pt x="5017" y="2352"/>
                    <a:pt x="4983" y="2386"/>
                    <a:pt x="4958" y="2420"/>
                  </a:cubicBezTo>
                  <a:cubicBezTo>
                    <a:pt x="4933" y="2471"/>
                    <a:pt x="4890" y="2505"/>
                    <a:pt x="4848" y="2530"/>
                  </a:cubicBezTo>
                  <a:cubicBezTo>
                    <a:pt x="4831" y="2513"/>
                    <a:pt x="4890" y="2488"/>
                    <a:pt x="4865" y="2488"/>
                  </a:cubicBezTo>
                  <a:lnTo>
                    <a:pt x="4865" y="2488"/>
                  </a:lnTo>
                  <a:cubicBezTo>
                    <a:pt x="4797" y="2530"/>
                    <a:pt x="4882" y="2547"/>
                    <a:pt x="4780" y="2581"/>
                  </a:cubicBezTo>
                  <a:cubicBezTo>
                    <a:pt x="4805" y="2561"/>
                    <a:pt x="4810" y="2555"/>
                    <a:pt x="4805" y="2555"/>
                  </a:cubicBezTo>
                  <a:lnTo>
                    <a:pt x="4805" y="2555"/>
                  </a:lnTo>
                  <a:cubicBezTo>
                    <a:pt x="4797" y="2555"/>
                    <a:pt x="4770" y="2568"/>
                    <a:pt x="4758" y="2568"/>
                  </a:cubicBezTo>
                  <a:cubicBezTo>
                    <a:pt x="4751" y="2568"/>
                    <a:pt x="4750" y="2563"/>
                    <a:pt x="4763" y="2547"/>
                  </a:cubicBezTo>
                  <a:lnTo>
                    <a:pt x="4763" y="2547"/>
                  </a:lnTo>
                  <a:cubicBezTo>
                    <a:pt x="4721" y="2589"/>
                    <a:pt x="4670" y="2632"/>
                    <a:pt x="4611" y="2657"/>
                  </a:cubicBezTo>
                  <a:cubicBezTo>
                    <a:pt x="4560" y="2682"/>
                    <a:pt x="4518" y="2708"/>
                    <a:pt x="4467" y="2733"/>
                  </a:cubicBezTo>
                  <a:cubicBezTo>
                    <a:pt x="4493" y="2733"/>
                    <a:pt x="4459" y="2767"/>
                    <a:pt x="4459" y="2775"/>
                  </a:cubicBezTo>
                  <a:cubicBezTo>
                    <a:pt x="4456" y="2777"/>
                    <a:pt x="4453" y="2778"/>
                    <a:pt x="4451" y="2778"/>
                  </a:cubicBezTo>
                  <a:cubicBezTo>
                    <a:pt x="4442" y="2778"/>
                    <a:pt x="4444" y="2765"/>
                    <a:pt x="4450" y="2759"/>
                  </a:cubicBezTo>
                  <a:lnTo>
                    <a:pt x="4450" y="2759"/>
                  </a:lnTo>
                  <a:cubicBezTo>
                    <a:pt x="4443" y="2760"/>
                    <a:pt x="4436" y="2761"/>
                    <a:pt x="4430" y="2761"/>
                  </a:cubicBezTo>
                  <a:cubicBezTo>
                    <a:pt x="4402" y="2761"/>
                    <a:pt x="4391" y="2747"/>
                    <a:pt x="4391" y="2733"/>
                  </a:cubicBezTo>
                  <a:lnTo>
                    <a:pt x="4450" y="2691"/>
                  </a:lnTo>
                  <a:lnTo>
                    <a:pt x="4450" y="2691"/>
                  </a:lnTo>
                  <a:cubicBezTo>
                    <a:pt x="4438" y="2695"/>
                    <a:pt x="4427" y="2695"/>
                    <a:pt x="4417" y="2695"/>
                  </a:cubicBezTo>
                  <a:cubicBezTo>
                    <a:pt x="4406" y="2695"/>
                    <a:pt x="4395" y="2695"/>
                    <a:pt x="4383" y="2699"/>
                  </a:cubicBezTo>
                  <a:cubicBezTo>
                    <a:pt x="4374" y="2699"/>
                    <a:pt x="4366" y="2708"/>
                    <a:pt x="4366" y="2716"/>
                  </a:cubicBezTo>
                  <a:cubicBezTo>
                    <a:pt x="4349" y="2733"/>
                    <a:pt x="4357" y="2733"/>
                    <a:pt x="4366" y="2742"/>
                  </a:cubicBezTo>
                  <a:lnTo>
                    <a:pt x="4315" y="2852"/>
                  </a:lnTo>
                  <a:lnTo>
                    <a:pt x="4315" y="2843"/>
                  </a:lnTo>
                  <a:lnTo>
                    <a:pt x="4256" y="2894"/>
                  </a:lnTo>
                  <a:lnTo>
                    <a:pt x="4256" y="2877"/>
                  </a:lnTo>
                  <a:lnTo>
                    <a:pt x="4222" y="2928"/>
                  </a:lnTo>
                  <a:cubicBezTo>
                    <a:pt x="4205" y="2902"/>
                    <a:pt x="4205" y="2919"/>
                    <a:pt x="4197" y="2902"/>
                  </a:cubicBezTo>
                  <a:cubicBezTo>
                    <a:pt x="4192" y="2901"/>
                    <a:pt x="4188" y="2900"/>
                    <a:pt x="4184" y="2900"/>
                  </a:cubicBezTo>
                  <a:cubicBezTo>
                    <a:pt x="4140" y="2900"/>
                    <a:pt x="4107" y="2981"/>
                    <a:pt x="4053" y="3004"/>
                  </a:cubicBezTo>
                  <a:lnTo>
                    <a:pt x="4053" y="2987"/>
                  </a:lnTo>
                  <a:cubicBezTo>
                    <a:pt x="4036" y="3029"/>
                    <a:pt x="3943" y="3055"/>
                    <a:pt x="3892" y="3080"/>
                  </a:cubicBezTo>
                  <a:lnTo>
                    <a:pt x="3892" y="3071"/>
                  </a:lnTo>
                  <a:cubicBezTo>
                    <a:pt x="3917" y="3046"/>
                    <a:pt x="3917" y="3021"/>
                    <a:pt x="3892" y="3021"/>
                  </a:cubicBezTo>
                  <a:cubicBezTo>
                    <a:pt x="3901" y="3012"/>
                    <a:pt x="3901" y="2995"/>
                    <a:pt x="3917" y="2987"/>
                  </a:cubicBezTo>
                  <a:cubicBezTo>
                    <a:pt x="3931" y="2980"/>
                    <a:pt x="3961" y="2957"/>
                    <a:pt x="3981" y="2957"/>
                  </a:cubicBezTo>
                  <a:cubicBezTo>
                    <a:pt x="3986" y="2957"/>
                    <a:pt x="3990" y="2958"/>
                    <a:pt x="3994" y="2962"/>
                  </a:cubicBezTo>
                  <a:cubicBezTo>
                    <a:pt x="3968" y="2987"/>
                    <a:pt x="3968" y="2987"/>
                    <a:pt x="3994" y="2987"/>
                  </a:cubicBezTo>
                  <a:cubicBezTo>
                    <a:pt x="4011" y="2945"/>
                    <a:pt x="4087" y="2919"/>
                    <a:pt x="4061" y="2885"/>
                  </a:cubicBezTo>
                  <a:cubicBezTo>
                    <a:pt x="4077" y="2873"/>
                    <a:pt x="4083" y="2870"/>
                    <a:pt x="4087" y="2870"/>
                  </a:cubicBezTo>
                  <a:cubicBezTo>
                    <a:pt x="4092" y="2870"/>
                    <a:pt x="4093" y="2874"/>
                    <a:pt x="4101" y="2874"/>
                  </a:cubicBezTo>
                  <a:cubicBezTo>
                    <a:pt x="4105" y="2874"/>
                    <a:pt x="4111" y="2872"/>
                    <a:pt x="4121" y="2868"/>
                  </a:cubicBezTo>
                  <a:cubicBezTo>
                    <a:pt x="4129" y="2877"/>
                    <a:pt x="4121" y="2894"/>
                    <a:pt x="4121" y="2911"/>
                  </a:cubicBezTo>
                  <a:lnTo>
                    <a:pt x="4247" y="2801"/>
                  </a:lnTo>
                  <a:cubicBezTo>
                    <a:pt x="4244" y="2796"/>
                    <a:pt x="4240" y="2795"/>
                    <a:pt x="4233" y="2795"/>
                  </a:cubicBezTo>
                  <a:cubicBezTo>
                    <a:pt x="4217" y="2795"/>
                    <a:pt x="4193" y="2807"/>
                    <a:pt x="4178" y="2807"/>
                  </a:cubicBezTo>
                  <a:cubicBezTo>
                    <a:pt x="4167" y="2807"/>
                    <a:pt x="4162" y="2800"/>
                    <a:pt x="4171" y="2775"/>
                  </a:cubicBezTo>
                  <a:cubicBezTo>
                    <a:pt x="4171" y="2759"/>
                    <a:pt x="4146" y="2725"/>
                    <a:pt x="4197" y="2708"/>
                  </a:cubicBezTo>
                  <a:cubicBezTo>
                    <a:pt x="4205" y="2708"/>
                    <a:pt x="4197" y="2716"/>
                    <a:pt x="4197" y="2716"/>
                  </a:cubicBezTo>
                  <a:cubicBezTo>
                    <a:pt x="4214" y="2699"/>
                    <a:pt x="4222" y="2708"/>
                    <a:pt x="4256" y="2699"/>
                  </a:cubicBezTo>
                  <a:lnTo>
                    <a:pt x="4256" y="2699"/>
                  </a:lnTo>
                  <a:cubicBezTo>
                    <a:pt x="4273" y="2716"/>
                    <a:pt x="4230" y="2733"/>
                    <a:pt x="4230" y="2759"/>
                  </a:cubicBezTo>
                  <a:cubicBezTo>
                    <a:pt x="4239" y="2742"/>
                    <a:pt x="4256" y="2725"/>
                    <a:pt x="4273" y="2716"/>
                  </a:cubicBezTo>
                  <a:lnTo>
                    <a:pt x="4273" y="2725"/>
                  </a:lnTo>
                  <a:lnTo>
                    <a:pt x="4315" y="2691"/>
                  </a:lnTo>
                  <a:cubicBezTo>
                    <a:pt x="4317" y="2682"/>
                    <a:pt x="4316" y="2679"/>
                    <a:pt x="4312" y="2679"/>
                  </a:cubicBezTo>
                  <a:cubicBezTo>
                    <a:pt x="4302" y="2679"/>
                    <a:pt x="4277" y="2700"/>
                    <a:pt x="4267" y="2700"/>
                  </a:cubicBezTo>
                  <a:cubicBezTo>
                    <a:pt x="4266" y="2700"/>
                    <a:pt x="4265" y="2700"/>
                    <a:pt x="4264" y="2699"/>
                  </a:cubicBezTo>
                  <a:lnTo>
                    <a:pt x="4290" y="2665"/>
                  </a:lnTo>
                  <a:cubicBezTo>
                    <a:pt x="4312" y="2635"/>
                    <a:pt x="4389" y="2578"/>
                    <a:pt x="4441" y="2578"/>
                  </a:cubicBezTo>
                  <a:cubicBezTo>
                    <a:pt x="4447" y="2578"/>
                    <a:pt x="4453" y="2579"/>
                    <a:pt x="4459" y="2581"/>
                  </a:cubicBezTo>
                  <a:cubicBezTo>
                    <a:pt x="4501" y="2572"/>
                    <a:pt x="4459" y="2564"/>
                    <a:pt x="4459" y="2539"/>
                  </a:cubicBezTo>
                  <a:cubicBezTo>
                    <a:pt x="4450" y="2505"/>
                    <a:pt x="4493" y="2522"/>
                    <a:pt x="4510" y="2496"/>
                  </a:cubicBezTo>
                  <a:cubicBezTo>
                    <a:pt x="4484" y="2488"/>
                    <a:pt x="4510" y="2471"/>
                    <a:pt x="4484" y="2454"/>
                  </a:cubicBezTo>
                  <a:lnTo>
                    <a:pt x="4510" y="2446"/>
                  </a:lnTo>
                  <a:cubicBezTo>
                    <a:pt x="4503" y="2437"/>
                    <a:pt x="4498" y="2434"/>
                    <a:pt x="4493" y="2434"/>
                  </a:cubicBezTo>
                  <a:cubicBezTo>
                    <a:pt x="4480" y="2434"/>
                    <a:pt x="4471" y="2455"/>
                    <a:pt x="4456" y="2455"/>
                  </a:cubicBezTo>
                  <a:cubicBezTo>
                    <a:pt x="4454" y="2455"/>
                    <a:pt x="4452" y="2455"/>
                    <a:pt x="4450" y="2454"/>
                  </a:cubicBezTo>
                  <a:cubicBezTo>
                    <a:pt x="4408" y="2437"/>
                    <a:pt x="4459" y="2437"/>
                    <a:pt x="4425" y="2429"/>
                  </a:cubicBezTo>
                  <a:lnTo>
                    <a:pt x="4425" y="2429"/>
                  </a:lnTo>
                  <a:cubicBezTo>
                    <a:pt x="4417" y="2446"/>
                    <a:pt x="4425" y="2454"/>
                    <a:pt x="4425" y="2462"/>
                  </a:cubicBezTo>
                  <a:cubicBezTo>
                    <a:pt x="4421" y="2467"/>
                    <a:pt x="4414" y="2469"/>
                    <a:pt x="4408" y="2469"/>
                  </a:cubicBezTo>
                  <a:cubicBezTo>
                    <a:pt x="4402" y="2469"/>
                    <a:pt x="4395" y="2467"/>
                    <a:pt x="4391" y="2462"/>
                  </a:cubicBezTo>
                  <a:cubicBezTo>
                    <a:pt x="4423" y="2456"/>
                    <a:pt x="4402" y="2445"/>
                    <a:pt x="4401" y="2436"/>
                  </a:cubicBezTo>
                  <a:lnTo>
                    <a:pt x="4401" y="2436"/>
                  </a:lnTo>
                  <a:cubicBezTo>
                    <a:pt x="4396" y="2442"/>
                    <a:pt x="4390" y="2448"/>
                    <a:pt x="4383" y="2454"/>
                  </a:cubicBezTo>
                  <a:cubicBezTo>
                    <a:pt x="4383" y="2446"/>
                    <a:pt x="4383" y="2437"/>
                    <a:pt x="4383" y="2429"/>
                  </a:cubicBezTo>
                  <a:cubicBezTo>
                    <a:pt x="4375" y="2427"/>
                    <a:pt x="4369" y="2426"/>
                    <a:pt x="4364" y="2426"/>
                  </a:cubicBezTo>
                  <a:cubicBezTo>
                    <a:pt x="4343" y="2426"/>
                    <a:pt x="4349" y="2440"/>
                    <a:pt x="4349" y="2454"/>
                  </a:cubicBezTo>
                  <a:cubicBezTo>
                    <a:pt x="4357" y="2488"/>
                    <a:pt x="4349" y="2513"/>
                    <a:pt x="4332" y="2539"/>
                  </a:cubicBezTo>
                  <a:cubicBezTo>
                    <a:pt x="4343" y="2522"/>
                    <a:pt x="4341" y="2516"/>
                    <a:pt x="4333" y="2516"/>
                  </a:cubicBezTo>
                  <a:cubicBezTo>
                    <a:pt x="4315" y="2516"/>
                    <a:pt x="4270" y="2539"/>
                    <a:pt x="4247" y="2539"/>
                  </a:cubicBezTo>
                  <a:cubicBezTo>
                    <a:pt x="4222" y="2589"/>
                    <a:pt x="4205" y="2640"/>
                    <a:pt x="4146" y="2674"/>
                  </a:cubicBezTo>
                  <a:cubicBezTo>
                    <a:pt x="4127" y="2661"/>
                    <a:pt x="4108" y="2639"/>
                    <a:pt x="4086" y="2639"/>
                  </a:cubicBezTo>
                  <a:cubicBezTo>
                    <a:pt x="4078" y="2639"/>
                    <a:pt x="4070" y="2642"/>
                    <a:pt x="4061" y="2649"/>
                  </a:cubicBezTo>
                  <a:lnTo>
                    <a:pt x="4044" y="2682"/>
                  </a:lnTo>
                  <a:cubicBezTo>
                    <a:pt x="4011" y="2708"/>
                    <a:pt x="3977" y="2759"/>
                    <a:pt x="3943" y="2759"/>
                  </a:cubicBezTo>
                  <a:lnTo>
                    <a:pt x="3943" y="2750"/>
                  </a:lnTo>
                  <a:cubicBezTo>
                    <a:pt x="3902" y="2764"/>
                    <a:pt x="3905" y="2788"/>
                    <a:pt x="3926" y="2788"/>
                  </a:cubicBezTo>
                  <a:cubicBezTo>
                    <a:pt x="3931" y="2788"/>
                    <a:pt x="3936" y="2787"/>
                    <a:pt x="3943" y="2784"/>
                  </a:cubicBezTo>
                  <a:lnTo>
                    <a:pt x="3943" y="2784"/>
                  </a:lnTo>
                  <a:lnTo>
                    <a:pt x="3917" y="2826"/>
                  </a:lnTo>
                  <a:lnTo>
                    <a:pt x="3909" y="2818"/>
                  </a:lnTo>
                  <a:cubicBezTo>
                    <a:pt x="3867" y="2885"/>
                    <a:pt x="3824" y="2945"/>
                    <a:pt x="3765" y="2995"/>
                  </a:cubicBezTo>
                  <a:lnTo>
                    <a:pt x="3740" y="3038"/>
                  </a:lnTo>
                  <a:lnTo>
                    <a:pt x="3714" y="3029"/>
                  </a:lnTo>
                  <a:lnTo>
                    <a:pt x="3714" y="3071"/>
                  </a:lnTo>
                  <a:cubicBezTo>
                    <a:pt x="3734" y="3065"/>
                    <a:pt x="3773" y="3049"/>
                    <a:pt x="3801" y="3049"/>
                  </a:cubicBezTo>
                  <a:cubicBezTo>
                    <a:pt x="3810" y="3049"/>
                    <a:pt x="3818" y="3051"/>
                    <a:pt x="3824" y="3055"/>
                  </a:cubicBezTo>
                  <a:cubicBezTo>
                    <a:pt x="3740" y="3114"/>
                    <a:pt x="3664" y="3190"/>
                    <a:pt x="3613" y="3283"/>
                  </a:cubicBezTo>
                  <a:cubicBezTo>
                    <a:pt x="3613" y="3283"/>
                    <a:pt x="3613" y="3275"/>
                    <a:pt x="3613" y="3275"/>
                  </a:cubicBezTo>
                  <a:cubicBezTo>
                    <a:pt x="3579" y="3300"/>
                    <a:pt x="3554" y="3325"/>
                    <a:pt x="3528" y="3351"/>
                  </a:cubicBezTo>
                  <a:lnTo>
                    <a:pt x="3528" y="3334"/>
                  </a:lnTo>
                  <a:cubicBezTo>
                    <a:pt x="3526" y="3331"/>
                    <a:pt x="3523" y="3330"/>
                    <a:pt x="3520" y="3330"/>
                  </a:cubicBezTo>
                  <a:cubicBezTo>
                    <a:pt x="3503" y="3330"/>
                    <a:pt x="3481" y="3363"/>
                    <a:pt x="3452" y="3384"/>
                  </a:cubicBezTo>
                  <a:cubicBezTo>
                    <a:pt x="3452" y="3401"/>
                    <a:pt x="3435" y="3427"/>
                    <a:pt x="3410" y="3427"/>
                  </a:cubicBezTo>
                  <a:lnTo>
                    <a:pt x="3410" y="3410"/>
                  </a:lnTo>
                  <a:cubicBezTo>
                    <a:pt x="3408" y="3409"/>
                    <a:pt x="3405" y="3408"/>
                    <a:pt x="3402" y="3408"/>
                  </a:cubicBezTo>
                  <a:cubicBezTo>
                    <a:pt x="3384" y="3408"/>
                    <a:pt x="3355" y="3430"/>
                    <a:pt x="3325" y="3452"/>
                  </a:cubicBezTo>
                  <a:lnTo>
                    <a:pt x="3325" y="3427"/>
                  </a:lnTo>
                  <a:cubicBezTo>
                    <a:pt x="3334" y="3410"/>
                    <a:pt x="3342" y="3393"/>
                    <a:pt x="3351" y="3385"/>
                  </a:cubicBezTo>
                  <a:lnTo>
                    <a:pt x="3351" y="3385"/>
                  </a:lnTo>
                  <a:cubicBezTo>
                    <a:pt x="3342" y="3393"/>
                    <a:pt x="3334" y="3393"/>
                    <a:pt x="3317" y="3393"/>
                  </a:cubicBezTo>
                  <a:lnTo>
                    <a:pt x="3359" y="3300"/>
                  </a:lnTo>
                  <a:lnTo>
                    <a:pt x="3359" y="3300"/>
                  </a:lnTo>
                  <a:cubicBezTo>
                    <a:pt x="3317" y="3317"/>
                    <a:pt x="3342" y="3368"/>
                    <a:pt x="3291" y="3384"/>
                  </a:cubicBezTo>
                  <a:cubicBezTo>
                    <a:pt x="3275" y="3359"/>
                    <a:pt x="3258" y="3342"/>
                    <a:pt x="3291" y="3291"/>
                  </a:cubicBezTo>
                  <a:cubicBezTo>
                    <a:pt x="3300" y="3288"/>
                    <a:pt x="3305" y="3287"/>
                    <a:pt x="3309" y="3287"/>
                  </a:cubicBezTo>
                  <a:lnTo>
                    <a:pt x="3309" y="3287"/>
                  </a:lnTo>
                  <a:cubicBezTo>
                    <a:pt x="3323" y="3287"/>
                    <a:pt x="3305" y="3308"/>
                    <a:pt x="3325" y="3308"/>
                  </a:cubicBezTo>
                  <a:cubicBezTo>
                    <a:pt x="3329" y="3289"/>
                    <a:pt x="3338" y="3286"/>
                    <a:pt x="3349" y="3286"/>
                  </a:cubicBezTo>
                  <a:cubicBezTo>
                    <a:pt x="3355" y="3286"/>
                    <a:pt x="3360" y="3286"/>
                    <a:pt x="3366" y="3286"/>
                  </a:cubicBezTo>
                  <a:cubicBezTo>
                    <a:pt x="3378" y="3286"/>
                    <a:pt x="3389" y="3283"/>
                    <a:pt x="3393" y="3258"/>
                  </a:cubicBezTo>
                  <a:cubicBezTo>
                    <a:pt x="3404" y="3246"/>
                    <a:pt x="3412" y="3243"/>
                    <a:pt x="3418" y="3243"/>
                  </a:cubicBezTo>
                  <a:cubicBezTo>
                    <a:pt x="3430" y="3243"/>
                    <a:pt x="3435" y="3258"/>
                    <a:pt x="3452" y="3258"/>
                  </a:cubicBezTo>
                  <a:cubicBezTo>
                    <a:pt x="3410" y="3283"/>
                    <a:pt x="3486" y="3266"/>
                    <a:pt x="3444" y="3308"/>
                  </a:cubicBezTo>
                  <a:cubicBezTo>
                    <a:pt x="3495" y="3300"/>
                    <a:pt x="3452" y="3258"/>
                    <a:pt x="3495" y="3249"/>
                  </a:cubicBezTo>
                  <a:lnTo>
                    <a:pt x="3520" y="3275"/>
                  </a:lnTo>
                  <a:cubicBezTo>
                    <a:pt x="3571" y="3258"/>
                    <a:pt x="3621" y="3232"/>
                    <a:pt x="3655" y="3190"/>
                  </a:cubicBezTo>
                  <a:cubicBezTo>
                    <a:pt x="3613" y="3190"/>
                    <a:pt x="3664" y="3156"/>
                    <a:pt x="3647" y="3139"/>
                  </a:cubicBezTo>
                  <a:lnTo>
                    <a:pt x="3647" y="3139"/>
                  </a:lnTo>
                  <a:cubicBezTo>
                    <a:pt x="3653" y="3164"/>
                    <a:pt x="3623" y="3180"/>
                    <a:pt x="3603" y="3180"/>
                  </a:cubicBezTo>
                  <a:cubicBezTo>
                    <a:pt x="3596" y="3180"/>
                    <a:pt x="3590" y="3178"/>
                    <a:pt x="3588" y="3173"/>
                  </a:cubicBezTo>
                  <a:cubicBezTo>
                    <a:pt x="3621" y="3139"/>
                    <a:pt x="3655" y="3114"/>
                    <a:pt x="3698" y="3097"/>
                  </a:cubicBezTo>
                  <a:lnTo>
                    <a:pt x="3698" y="3097"/>
                  </a:lnTo>
                  <a:lnTo>
                    <a:pt x="3638" y="3114"/>
                  </a:lnTo>
                  <a:cubicBezTo>
                    <a:pt x="3647" y="3088"/>
                    <a:pt x="3689" y="3012"/>
                    <a:pt x="3689" y="3012"/>
                  </a:cubicBezTo>
                  <a:cubicBezTo>
                    <a:pt x="3710" y="3005"/>
                    <a:pt x="3736" y="2993"/>
                    <a:pt x="3754" y="2993"/>
                  </a:cubicBezTo>
                  <a:cubicBezTo>
                    <a:pt x="3758" y="2993"/>
                    <a:pt x="3762" y="2994"/>
                    <a:pt x="3765" y="2995"/>
                  </a:cubicBezTo>
                  <a:cubicBezTo>
                    <a:pt x="3774" y="2962"/>
                    <a:pt x="3681" y="2995"/>
                    <a:pt x="3748" y="2936"/>
                  </a:cubicBezTo>
                  <a:lnTo>
                    <a:pt x="3748" y="2936"/>
                  </a:lnTo>
                  <a:cubicBezTo>
                    <a:pt x="3731" y="2962"/>
                    <a:pt x="3774" y="2953"/>
                    <a:pt x="3782" y="2962"/>
                  </a:cubicBezTo>
                  <a:cubicBezTo>
                    <a:pt x="3816" y="2945"/>
                    <a:pt x="3824" y="2902"/>
                    <a:pt x="3833" y="2894"/>
                  </a:cubicBezTo>
                  <a:cubicBezTo>
                    <a:pt x="3816" y="2885"/>
                    <a:pt x="3799" y="2852"/>
                    <a:pt x="3799" y="2826"/>
                  </a:cubicBezTo>
                  <a:cubicBezTo>
                    <a:pt x="3774" y="2894"/>
                    <a:pt x="3604" y="2962"/>
                    <a:pt x="3630" y="3029"/>
                  </a:cubicBezTo>
                  <a:cubicBezTo>
                    <a:pt x="3562" y="3088"/>
                    <a:pt x="3486" y="3139"/>
                    <a:pt x="3410" y="3181"/>
                  </a:cubicBezTo>
                  <a:cubicBezTo>
                    <a:pt x="3410" y="3181"/>
                    <a:pt x="3427" y="3181"/>
                    <a:pt x="3427" y="3190"/>
                  </a:cubicBezTo>
                  <a:lnTo>
                    <a:pt x="3342" y="3207"/>
                  </a:lnTo>
                  <a:lnTo>
                    <a:pt x="3351" y="3190"/>
                  </a:lnTo>
                  <a:lnTo>
                    <a:pt x="3300" y="3198"/>
                  </a:lnTo>
                  <a:cubicBezTo>
                    <a:pt x="3283" y="3190"/>
                    <a:pt x="3300" y="3165"/>
                    <a:pt x="3308" y="3156"/>
                  </a:cubicBezTo>
                  <a:cubicBezTo>
                    <a:pt x="3313" y="3152"/>
                    <a:pt x="3319" y="3150"/>
                    <a:pt x="3323" y="3150"/>
                  </a:cubicBezTo>
                  <a:cubicBezTo>
                    <a:pt x="3326" y="3150"/>
                    <a:pt x="3328" y="3151"/>
                    <a:pt x="3328" y="3153"/>
                  </a:cubicBezTo>
                  <a:lnTo>
                    <a:pt x="3328" y="3153"/>
                  </a:lnTo>
                  <a:cubicBezTo>
                    <a:pt x="3336" y="3140"/>
                    <a:pt x="3335" y="3136"/>
                    <a:pt x="3331" y="3136"/>
                  </a:cubicBezTo>
                  <a:lnTo>
                    <a:pt x="3331" y="3136"/>
                  </a:lnTo>
                  <a:cubicBezTo>
                    <a:pt x="3325" y="3136"/>
                    <a:pt x="3310" y="3145"/>
                    <a:pt x="3302" y="3145"/>
                  </a:cubicBezTo>
                  <a:cubicBezTo>
                    <a:pt x="3298" y="3145"/>
                    <a:pt x="3295" y="3142"/>
                    <a:pt x="3300" y="3131"/>
                  </a:cubicBezTo>
                  <a:cubicBezTo>
                    <a:pt x="3307" y="3131"/>
                    <a:pt x="3320" y="3113"/>
                    <a:pt x="3329" y="3107"/>
                  </a:cubicBezTo>
                  <a:lnTo>
                    <a:pt x="3329" y="3107"/>
                  </a:lnTo>
                  <a:cubicBezTo>
                    <a:pt x="3275" y="3130"/>
                    <a:pt x="3266" y="3168"/>
                    <a:pt x="3234" y="3168"/>
                  </a:cubicBezTo>
                  <a:cubicBezTo>
                    <a:pt x="3228" y="3168"/>
                    <a:pt x="3222" y="3167"/>
                    <a:pt x="3215" y="3165"/>
                  </a:cubicBezTo>
                  <a:cubicBezTo>
                    <a:pt x="3198" y="3215"/>
                    <a:pt x="3156" y="3258"/>
                    <a:pt x="3105" y="3275"/>
                  </a:cubicBezTo>
                  <a:cubicBezTo>
                    <a:pt x="3107" y="3270"/>
                    <a:pt x="3106" y="3268"/>
                    <a:pt x="3105" y="3268"/>
                  </a:cubicBezTo>
                  <a:cubicBezTo>
                    <a:pt x="3099" y="3268"/>
                    <a:pt x="3083" y="3282"/>
                    <a:pt x="3073" y="3282"/>
                  </a:cubicBezTo>
                  <a:cubicBezTo>
                    <a:pt x="3067" y="3282"/>
                    <a:pt x="3063" y="3278"/>
                    <a:pt x="3063" y="3266"/>
                  </a:cubicBezTo>
                  <a:cubicBezTo>
                    <a:pt x="3055" y="3291"/>
                    <a:pt x="3004" y="3300"/>
                    <a:pt x="3004" y="3325"/>
                  </a:cubicBezTo>
                  <a:cubicBezTo>
                    <a:pt x="3004" y="3317"/>
                    <a:pt x="3029" y="3300"/>
                    <a:pt x="3046" y="3300"/>
                  </a:cubicBezTo>
                  <a:lnTo>
                    <a:pt x="3046" y="3300"/>
                  </a:lnTo>
                  <a:cubicBezTo>
                    <a:pt x="3029" y="3317"/>
                    <a:pt x="3038" y="3334"/>
                    <a:pt x="3012" y="3351"/>
                  </a:cubicBezTo>
                  <a:cubicBezTo>
                    <a:pt x="3012" y="3351"/>
                    <a:pt x="3012" y="3342"/>
                    <a:pt x="3012" y="3342"/>
                  </a:cubicBezTo>
                  <a:lnTo>
                    <a:pt x="3012" y="3342"/>
                  </a:lnTo>
                  <a:cubicBezTo>
                    <a:pt x="2987" y="3376"/>
                    <a:pt x="3038" y="3410"/>
                    <a:pt x="2978" y="3444"/>
                  </a:cubicBezTo>
                  <a:cubicBezTo>
                    <a:pt x="2950" y="3469"/>
                    <a:pt x="2933" y="3478"/>
                    <a:pt x="2924" y="3478"/>
                  </a:cubicBezTo>
                  <a:cubicBezTo>
                    <a:pt x="2895" y="3478"/>
                    <a:pt x="2956" y="3368"/>
                    <a:pt x="2936" y="3368"/>
                  </a:cubicBezTo>
                  <a:lnTo>
                    <a:pt x="2936" y="3368"/>
                  </a:lnTo>
                  <a:cubicBezTo>
                    <a:pt x="2936" y="3384"/>
                    <a:pt x="2885" y="3444"/>
                    <a:pt x="2843" y="3444"/>
                  </a:cubicBezTo>
                  <a:lnTo>
                    <a:pt x="2843" y="3435"/>
                  </a:lnTo>
                  <a:cubicBezTo>
                    <a:pt x="2835" y="3452"/>
                    <a:pt x="2818" y="3469"/>
                    <a:pt x="2792" y="3469"/>
                  </a:cubicBezTo>
                  <a:cubicBezTo>
                    <a:pt x="2801" y="3503"/>
                    <a:pt x="2801" y="3528"/>
                    <a:pt x="2792" y="3554"/>
                  </a:cubicBezTo>
                  <a:lnTo>
                    <a:pt x="2733" y="3604"/>
                  </a:lnTo>
                  <a:lnTo>
                    <a:pt x="2733" y="3579"/>
                  </a:lnTo>
                  <a:cubicBezTo>
                    <a:pt x="2725" y="3596"/>
                    <a:pt x="2708" y="3604"/>
                    <a:pt x="2699" y="3613"/>
                  </a:cubicBezTo>
                  <a:cubicBezTo>
                    <a:pt x="2682" y="3596"/>
                    <a:pt x="2699" y="3596"/>
                    <a:pt x="2716" y="3571"/>
                  </a:cubicBezTo>
                  <a:cubicBezTo>
                    <a:pt x="2712" y="3568"/>
                    <a:pt x="2708" y="3567"/>
                    <a:pt x="2704" y="3567"/>
                  </a:cubicBezTo>
                  <a:cubicBezTo>
                    <a:pt x="2692" y="3567"/>
                    <a:pt x="2682" y="3577"/>
                    <a:pt x="2682" y="3596"/>
                  </a:cubicBezTo>
                  <a:lnTo>
                    <a:pt x="2691" y="3596"/>
                  </a:lnTo>
                  <a:cubicBezTo>
                    <a:pt x="2684" y="3617"/>
                    <a:pt x="2652" y="3669"/>
                    <a:pt x="2674" y="3669"/>
                  </a:cubicBezTo>
                  <a:cubicBezTo>
                    <a:pt x="2677" y="3669"/>
                    <a:pt x="2683" y="3668"/>
                    <a:pt x="2691" y="3664"/>
                  </a:cubicBezTo>
                  <a:lnTo>
                    <a:pt x="2691" y="3664"/>
                  </a:lnTo>
                  <a:cubicBezTo>
                    <a:pt x="2666" y="3697"/>
                    <a:pt x="2632" y="3672"/>
                    <a:pt x="2615" y="3697"/>
                  </a:cubicBezTo>
                  <a:cubicBezTo>
                    <a:pt x="2598" y="3689"/>
                    <a:pt x="2623" y="3664"/>
                    <a:pt x="2598" y="3664"/>
                  </a:cubicBezTo>
                  <a:cubicBezTo>
                    <a:pt x="2581" y="3672"/>
                    <a:pt x="2556" y="3689"/>
                    <a:pt x="2547" y="3706"/>
                  </a:cubicBezTo>
                  <a:cubicBezTo>
                    <a:pt x="2550" y="3705"/>
                    <a:pt x="2551" y="3704"/>
                    <a:pt x="2553" y="3704"/>
                  </a:cubicBezTo>
                  <a:cubicBezTo>
                    <a:pt x="2559" y="3704"/>
                    <a:pt x="2554" y="3716"/>
                    <a:pt x="2569" y="3716"/>
                  </a:cubicBezTo>
                  <a:cubicBezTo>
                    <a:pt x="2572" y="3716"/>
                    <a:pt x="2576" y="3716"/>
                    <a:pt x="2581" y="3714"/>
                  </a:cubicBezTo>
                  <a:lnTo>
                    <a:pt x="2581" y="3714"/>
                  </a:lnTo>
                  <a:cubicBezTo>
                    <a:pt x="2572" y="3723"/>
                    <a:pt x="2547" y="3748"/>
                    <a:pt x="2556" y="3757"/>
                  </a:cubicBezTo>
                  <a:cubicBezTo>
                    <a:pt x="2564" y="3748"/>
                    <a:pt x="2564" y="3731"/>
                    <a:pt x="2589" y="3731"/>
                  </a:cubicBezTo>
                  <a:cubicBezTo>
                    <a:pt x="2556" y="3765"/>
                    <a:pt x="2522" y="3791"/>
                    <a:pt x="2479" y="3799"/>
                  </a:cubicBezTo>
                  <a:cubicBezTo>
                    <a:pt x="2479" y="3791"/>
                    <a:pt x="2479" y="3782"/>
                    <a:pt x="2479" y="3782"/>
                  </a:cubicBezTo>
                  <a:cubicBezTo>
                    <a:pt x="2454" y="3833"/>
                    <a:pt x="2386" y="3867"/>
                    <a:pt x="2378" y="3917"/>
                  </a:cubicBezTo>
                  <a:lnTo>
                    <a:pt x="2395" y="3917"/>
                  </a:lnTo>
                  <a:cubicBezTo>
                    <a:pt x="2395" y="3901"/>
                    <a:pt x="2412" y="3892"/>
                    <a:pt x="2429" y="3892"/>
                  </a:cubicBezTo>
                  <a:lnTo>
                    <a:pt x="2429" y="3892"/>
                  </a:lnTo>
                  <a:cubicBezTo>
                    <a:pt x="2403" y="3917"/>
                    <a:pt x="2488" y="3892"/>
                    <a:pt x="2446" y="3934"/>
                  </a:cubicBezTo>
                  <a:cubicBezTo>
                    <a:pt x="2403" y="3977"/>
                    <a:pt x="2336" y="3977"/>
                    <a:pt x="2336" y="4027"/>
                  </a:cubicBezTo>
                  <a:cubicBezTo>
                    <a:pt x="2386" y="4002"/>
                    <a:pt x="2454" y="3977"/>
                    <a:pt x="2462" y="3951"/>
                  </a:cubicBezTo>
                  <a:lnTo>
                    <a:pt x="2462" y="3951"/>
                  </a:lnTo>
                  <a:lnTo>
                    <a:pt x="2437" y="3968"/>
                  </a:lnTo>
                  <a:lnTo>
                    <a:pt x="2479" y="3884"/>
                  </a:lnTo>
                  <a:cubicBezTo>
                    <a:pt x="2480" y="3886"/>
                    <a:pt x="2482" y="3887"/>
                    <a:pt x="2484" y="3887"/>
                  </a:cubicBezTo>
                  <a:cubicBezTo>
                    <a:pt x="2495" y="3887"/>
                    <a:pt x="2518" y="3860"/>
                    <a:pt x="2531" y="3860"/>
                  </a:cubicBezTo>
                  <a:cubicBezTo>
                    <a:pt x="2534" y="3860"/>
                    <a:pt x="2537" y="3862"/>
                    <a:pt x="2539" y="3867"/>
                  </a:cubicBezTo>
                  <a:cubicBezTo>
                    <a:pt x="2522" y="3884"/>
                    <a:pt x="2505" y="3892"/>
                    <a:pt x="2488" y="3909"/>
                  </a:cubicBezTo>
                  <a:cubicBezTo>
                    <a:pt x="2489" y="3910"/>
                    <a:pt x="2490" y="3910"/>
                    <a:pt x="2491" y="3910"/>
                  </a:cubicBezTo>
                  <a:cubicBezTo>
                    <a:pt x="2505" y="3910"/>
                    <a:pt x="2549" y="3874"/>
                    <a:pt x="2572" y="3858"/>
                  </a:cubicBezTo>
                  <a:lnTo>
                    <a:pt x="2572" y="3858"/>
                  </a:lnTo>
                  <a:lnTo>
                    <a:pt x="2539" y="3875"/>
                  </a:lnTo>
                  <a:cubicBezTo>
                    <a:pt x="2581" y="3816"/>
                    <a:pt x="2657" y="3782"/>
                    <a:pt x="2699" y="3731"/>
                  </a:cubicBezTo>
                  <a:lnTo>
                    <a:pt x="2699" y="3731"/>
                  </a:lnTo>
                  <a:cubicBezTo>
                    <a:pt x="2689" y="3744"/>
                    <a:pt x="2690" y="3747"/>
                    <a:pt x="2696" y="3747"/>
                  </a:cubicBezTo>
                  <a:cubicBezTo>
                    <a:pt x="2705" y="3747"/>
                    <a:pt x="2723" y="3741"/>
                    <a:pt x="2734" y="3741"/>
                  </a:cubicBezTo>
                  <a:cubicBezTo>
                    <a:pt x="2742" y="3741"/>
                    <a:pt x="2747" y="3744"/>
                    <a:pt x="2742" y="3757"/>
                  </a:cubicBezTo>
                  <a:cubicBezTo>
                    <a:pt x="2733" y="3774"/>
                    <a:pt x="2699" y="3774"/>
                    <a:pt x="2708" y="3774"/>
                  </a:cubicBezTo>
                  <a:cubicBezTo>
                    <a:pt x="2710" y="3777"/>
                    <a:pt x="2712" y="3778"/>
                    <a:pt x="2715" y="3778"/>
                  </a:cubicBezTo>
                  <a:cubicBezTo>
                    <a:pt x="2725" y="3778"/>
                    <a:pt x="2741" y="3764"/>
                    <a:pt x="2758" y="3764"/>
                  </a:cubicBezTo>
                  <a:cubicBezTo>
                    <a:pt x="2761" y="3764"/>
                    <a:pt x="2764" y="3764"/>
                    <a:pt x="2767" y="3765"/>
                  </a:cubicBezTo>
                  <a:cubicBezTo>
                    <a:pt x="2759" y="3748"/>
                    <a:pt x="2809" y="3706"/>
                    <a:pt x="2767" y="3706"/>
                  </a:cubicBezTo>
                  <a:cubicBezTo>
                    <a:pt x="2784" y="3706"/>
                    <a:pt x="2809" y="3655"/>
                    <a:pt x="2843" y="3655"/>
                  </a:cubicBezTo>
                  <a:cubicBezTo>
                    <a:pt x="2818" y="3638"/>
                    <a:pt x="2877" y="3613"/>
                    <a:pt x="2877" y="3596"/>
                  </a:cubicBezTo>
                  <a:cubicBezTo>
                    <a:pt x="2888" y="3596"/>
                    <a:pt x="2896" y="3592"/>
                    <a:pt x="2902" y="3592"/>
                  </a:cubicBezTo>
                  <a:cubicBezTo>
                    <a:pt x="2905" y="3592"/>
                    <a:pt x="2908" y="3593"/>
                    <a:pt x="2911" y="3596"/>
                  </a:cubicBezTo>
                  <a:cubicBezTo>
                    <a:pt x="2894" y="3613"/>
                    <a:pt x="2877" y="3638"/>
                    <a:pt x="2860" y="3672"/>
                  </a:cubicBezTo>
                  <a:cubicBezTo>
                    <a:pt x="2843" y="3672"/>
                    <a:pt x="2826" y="3689"/>
                    <a:pt x="2835" y="3689"/>
                  </a:cubicBezTo>
                  <a:lnTo>
                    <a:pt x="2835" y="3697"/>
                  </a:lnTo>
                  <a:cubicBezTo>
                    <a:pt x="2792" y="3757"/>
                    <a:pt x="2750" y="3816"/>
                    <a:pt x="2733" y="3850"/>
                  </a:cubicBezTo>
                  <a:lnTo>
                    <a:pt x="2733" y="3824"/>
                  </a:lnTo>
                  <a:cubicBezTo>
                    <a:pt x="2708" y="3884"/>
                    <a:pt x="2649" y="3884"/>
                    <a:pt x="2623" y="3934"/>
                  </a:cubicBezTo>
                  <a:cubicBezTo>
                    <a:pt x="2623" y="3926"/>
                    <a:pt x="2632" y="3926"/>
                    <a:pt x="2623" y="3926"/>
                  </a:cubicBezTo>
                  <a:cubicBezTo>
                    <a:pt x="2564" y="3951"/>
                    <a:pt x="2572" y="4010"/>
                    <a:pt x="2513" y="4019"/>
                  </a:cubicBezTo>
                  <a:lnTo>
                    <a:pt x="2513" y="4002"/>
                  </a:lnTo>
                  <a:cubicBezTo>
                    <a:pt x="2513" y="4010"/>
                    <a:pt x="2496" y="4036"/>
                    <a:pt x="2513" y="4044"/>
                  </a:cubicBezTo>
                  <a:cubicBezTo>
                    <a:pt x="2530" y="4027"/>
                    <a:pt x="2556" y="4002"/>
                    <a:pt x="2581" y="3994"/>
                  </a:cubicBezTo>
                  <a:lnTo>
                    <a:pt x="2581" y="3994"/>
                  </a:lnTo>
                  <a:cubicBezTo>
                    <a:pt x="2572" y="4019"/>
                    <a:pt x="2556" y="4036"/>
                    <a:pt x="2530" y="4053"/>
                  </a:cubicBezTo>
                  <a:lnTo>
                    <a:pt x="2547" y="4078"/>
                  </a:lnTo>
                  <a:cubicBezTo>
                    <a:pt x="2539" y="4120"/>
                    <a:pt x="2479" y="4104"/>
                    <a:pt x="2471" y="4146"/>
                  </a:cubicBezTo>
                  <a:lnTo>
                    <a:pt x="2513" y="4146"/>
                  </a:lnTo>
                  <a:cubicBezTo>
                    <a:pt x="2530" y="4137"/>
                    <a:pt x="2539" y="4120"/>
                    <a:pt x="2539" y="4112"/>
                  </a:cubicBezTo>
                  <a:cubicBezTo>
                    <a:pt x="2555" y="4096"/>
                    <a:pt x="2578" y="4086"/>
                    <a:pt x="2602" y="4086"/>
                  </a:cubicBezTo>
                  <a:cubicBezTo>
                    <a:pt x="2615" y="4086"/>
                    <a:pt x="2628" y="4089"/>
                    <a:pt x="2640" y="4095"/>
                  </a:cubicBezTo>
                  <a:cubicBezTo>
                    <a:pt x="2642" y="4094"/>
                    <a:pt x="2644" y="4094"/>
                    <a:pt x="2646" y="4094"/>
                  </a:cubicBezTo>
                  <a:cubicBezTo>
                    <a:pt x="2663" y="4094"/>
                    <a:pt x="2650" y="4130"/>
                    <a:pt x="2666" y="4146"/>
                  </a:cubicBezTo>
                  <a:cubicBezTo>
                    <a:pt x="2691" y="4112"/>
                    <a:pt x="2674" y="4087"/>
                    <a:pt x="2708" y="4061"/>
                  </a:cubicBezTo>
                  <a:cubicBezTo>
                    <a:pt x="2718" y="4061"/>
                    <a:pt x="2719" y="4065"/>
                    <a:pt x="2718" y="4067"/>
                  </a:cubicBezTo>
                  <a:lnTo>
                    <a:pt x="2733" y="4044"/>
                  </a:lnTo>
                  <a:cubicBezTo>
                    <a:pt x="2734" y="4045"/>
                    <a:pt x="2736" y="4046"/>
                    <a:pt x="2738" y="4046"/>
                  </a:cubicBezTo>
                  <a:cubicBezTo>
                    <a:pt x="2748" y="4046"/>
                    <a:pt x="2768" y="4037"/>
                    <a:pt x="2777" y="4037"/>
                  </a:cubicBezTo>
                  <a:cubicBezTo>
                    <a:pt x="2783" y="4037"/>
                    <a:pt x="2784" y="4041"/>
                    <a:pt x="2775" y="4053"/>
                  </a:cubicBezTo>
                  <a:cubicBezTo>
                    <a:pt x="2767" y="4061"/>
                    <a:pt x="2759" y="4061"/>
                    <a:pt x="2750" y="4070"/>
                  </a:cubicBezTo>
                  <a:cubicBezTo>
                    <a:pt x="2800" y="4057"/>
                    <a:pt x="2865" y="4035"/>
                    <a:pt x="2901" y="4035"/>
                  </a:cubicBezTo>
                  <a:cubicBezTo>
                    <a:pt x="2914" y="4035"/>
                    <a:pt x="2923" y="4038"/>
                    <a:pt x="2928" y="4044"/>
                  </a:cubicBezTo>
                  <a:cubicBezTo>
                    <a:pt x="2953" y="4027"/>
                    <a:pt x="2945" y="4019"/>
                    <a:pt x="2987" y="4002"/>
                  </a:cubicBezTo>
                  <a:cubicBezTo>
                    <a:pt x="3004" y="3968"/>
                    <a:pt x="2962" y="3968"/>
                    <a:pt x="3004" y="3926"/>
                  </a:cubicBezTo>
                  <a:lnTo>
                    <a:pt x="3004" y="3926"/>
                  </a:lnTo>
                  <a:lnTo>
                    <a:pt x="2962" y="3934"/>
                  </a:lnTo>
                  <a:cubicBezTo>
                    <a:pt x="2956" y="3940"/>
                    <a:pt x="2954" y="3949"/>
                    <a:pt x="2951" y="3955"/>
                  </a:cubicBezTo>
                  <a:lnTo>
                    <a:pt x="2951" y="3955"/>
                  </a:lnTo>
                  <a:lnTo>
                    <a:pt x="2978" y="3934"/>
                  </a:lnTo>
                  <a:lnTo>
                    <a:pt x="2978" y="3934"/>
                  </a:lnTo>
                  <a:cubicBezTo>
                    <a:pt x="2962" y="3960"/>
                    <a:pt x="2978" y="3968"/>
                    <a:pt x="2978" y="3994"/>
                  </a:cubicBezTo>
                  <a:cubicBezTo>
                    <a:pt x="2949" y="4015"/>
                    <a:pt x="2926" y="4019"/>
                    <a:pt x="2906" y="4019"/>
                  </a:cubicBezTo>
                  <a:cubicBezTo>
                    <a:pt x="2892" y="4019"/>
                    <a:pt x="2880" y="4017"/>
                    <a:pt x="2869" y="4017"/>
                  </a:cubicBezTo>
                  <a:cubicBezTo>
                    <a:pt x="2863" y="4017"/>
                    <a:pt x="2857" y="4018"/>
                    <a:pt x="2852" y="4019"/>
                  </a:cubicBezTo>
                  <a:cubicBezTo>
                    <a:pt x="2860" y="3994"/>
                    <a:pt x="2894" y="3977"/>
                    <a:pt x="2869" y="3960"/>
                  </a:cubicBezTo>
                  <a:cubicBezTo>
                    <a:pt x="2911" y="3960"/>
                    <a:pt x="2885" y="3926"/>
                    <a:pt x="2928" y="3917"/>
                  </a:cubicBezTo>
                  <a:lnTo>
                    <a:pt x="2928" y="3926"/>
                  </a:lnTo>
                  <a:cubicBezTo>
                    <a:pt x="2945" y="3892"/>
                    <a:pt x="2970" y="3909"/>
                    <a:pt x="2978" y="3884"/>
                  </a:cubicBezTo>
                  <a:lnTo>
                    <a:pt x="2987" y="3884"/>
                  </a:lnTo>
                  <a:cubicBezTo>
                    <a:pt x="3029" y="3841"/>
                    <a:pt x="2962" y="3884"/>
                    <a:pt x="3004" y="3833"/>
                  </a:cubicBezTo>
                  <a:cubicBezTo>
                    <a:pt x="3013" y="3825"/>
                    <a:pt x="3020" y="3822"/>
                    <a:pt x="3025" y="3822"/>
                  </a:cubicBezTo>
                  <a:cubicBezTo>
                    <a:pt x="3044" y="3822"/>
                    <a:pt x="3043" y="3858"/>
                    <a:pt x="3063" y="3858"/>
                  </a:cubicBezTo>
                  <a:cubicBezTo>
                    <a:pt x="3004" y="3934"/>
                    <a:pt x="3088" y="3892"/>
                    <a:pt x="3021" y="3977"/>
                  </a:cubicBezTo>
                  <a:cubicBezTo>
                    <a:pt x="3029" y="3985"/>
                    <a:pt x="3039" y="3989"/>
                    <a:pt x="3049" y="3989"/>
                  </a:cubicBezTo>
                  <a:cubicBezTo>
                    <a:pt x="3069" y="3989"/>
                    <a:pt x="3091" y="3974"/>
                    <a:pt x="3114" y="3951"/>
                  </a:cubicBezTo>
                  <a:lnTo>
                    <a:pt x="3114" y="3951"/>
                  </a:lnTo>
                  <a:cubicBezTo>
                    <a:pt x="3112" y="3952"/>
                    <a:pt x="3110" y="3952"/>
                    <a:pt x="3108" y="3952"/>
                  </a:cubicBezTo>
                  <a:cubicBezTo>
                    <a:pt x="3083" y="3952"/>
                    <a:pt x="3102" y="3901"/>
                    <a:pt x="3055" y="3901"/>
                  </a:cubicBezTo>
                  <a:cubicBezTo>
                    <a:pt x="3105" y="3841"/>
                    <a:pt x="3063" y="3791"/>
                    <a:pt x="3156" y="3765"/>
                  </a:cubicBezTo>
                  <a:lnTo>
                    <a:pt x="3156" y="3774"/>
                  </a:lnTo>
                  <a:lnTo>
                    <a:pt x="3173" y="3731"/>
                  </a:lnTo>
                  <a:lnTo>
                    <a:pt x="3215" y="3714"/>
                  </a:lnTo>
                  <a:lnTo>
                    <a:pt x="3215" y="3714"/>
                  </a:lnTo>
                  <a:cubicBezTo>
                    <a:pt x="3215" y="3765"/>
                    <a:pt x="3173" y="3774"/>
                    <a:pt x="3165" y="3799"/>
                  </a:cubicBezTo>
                  <a:cubicBezTo>
                    <a:pt x="3232" y="3799"/>
                    <a:pt x="3215" y="3723"/>
                    <a:pt x="3275" y="3689"/>
                  </a:cubicBezTo>
                  <a:lnTo>
                    <a:pt x="3275" y="3689"/>
                  </a:lnTo>
                  <a:cubicBezTo>
                    <a:pt x="3342" y="3697"/>
                    <a:pt x="3224" y="3748"/>
                    <a:pt x="3249" y="3782"/>
                  </a:cubicBezTo>
                  <a:cubicBezTo>
                    <a:pt x="3249" y="3772"/>
                    <a:pt x="3269" y="3764"/>
                    <a:pt x="3283" y="3764"/>
                  </a:cubicBezTo>
                  <a:cubicBezTo>
                    <a:pt x="3293" y="3764"/>
                    <a:pt x="3300" y="3767"/>
                    <a:pt x="3300" y="3774"/>
                  </a:cubicBezTo>
                  <a:cubicBezTo>
                    <a:pt x="3232" y="3799"/>
                    <a:pt x="3275" y="3816"/>
                    <a:pt x="3207" y="3833"/>
                  </a:cubicBezTo>
                  <a:cubicBezTo>
                    <a:pt x="3224" y="3807"/>
                    <a:pt x="3190" y="3824"/>
                    <a:pt x="3190" y="3807"/>
                  </a:cubicBezTo>
                  <a:cubicBezTo>
                    <a:pt x="3190" y="3824"/>
                    <a:pt x="3139" y="3867"/>
                    <a:pt x="3097" y="3892"/>
                  </a:cubicBezTo>
                  <a:cubicBezTo>
                    <a:pt x="3097" y="3899"/>
                    <a:pt x="3100" y="3901"/>
                    <a:pt x="3105" y="3901"/>
                  </a:cubicBezTo>
                  <a:cubicBezTo>
                    <a:pt x="3119" y="3901"/>
                    <a:pt x="3148" y="3884"/>
                    <a:pt x="3173" y="3884"/>
                  </a:cubicBezTo>
                  <a:cubicBezTo>
                    <a:pt x="3207" y="3824"/>
                    <a:pt x="3283" y="3833"/>
                    <a:pt x="3300" y="3782"/>
                  </a:cubicBezTo>
                  <a:cubicBezTo>
                    <a:pt x="3313" y="3774"/>
                    <a:pt x="3321" y="3770"/>
                    <a:pt x="3325" y="3770"/>
                  </a:cubicBezTo>
                  <a:cubicBezTo>
                    <a:pt x="3340" y="3770"/>
                    <a:pt x="3325" y="3799"/>
                    <a:pt x="3325" y="3799"/>
                  </a:cubicBezTo>
                  <a:cubicBezTo>
                    <a:pt x="3376" y="3782"/>
                    <a:pt x="3334" y="3774"/>
                    <a:pt x="3342" y="3757"/>
                  </a:cubicBezTo>
                  <a:cubicBezTo>
                    <a:pt x="3401" y="3689"/>
                    <a:pt x="3435" y="3731"/>
                    <a:pt x="3486" y="3697"/>
                  </a:cubicBezTo>
                  <a:cubicBezTo>
                    <a:pt x="3503" y="3647"/>
                    <a:pt x="3613" y="3588"/>
                    <a:pt x="3689" y="3537"/>
                  </a:cubicBezTo>
                  <a:lnTo>
                    <a:pt x="3689" y="3537"/>
                  </a:lnTo>
                  <a:cubicBezTo>
                    <a:pt x="3681" y="3554"/>
                    <a:pt x="3698" y="3562"/>
                    <a:pt x="3706" y="3562"/>
                  </a:cubicBezTo>
                  <a:cubicBezTo>
                    <a:pt x="3723" y="3494"/>
                    <a:pt x="3723" y="3520"/>
                    <a:pt x="3757" y="3461"/>
                  </a:cubicBezTo>
                  <a:lnTo>
                    <a:pt x="3757" y="3461"/>
                  </a:lnTo>
                  <a:lnTo>
                    <a:pt x="3698" y="3478"/>
                  </a:lnTo>
                  <a:cubicBezTo>
                    <a:pt x="3731" y="3444"/>
                    <a:pt x="3740" y="3401"/>
                    <a:pt x="3791" y="3401"/>
                  </a:cubicBezTo>
                  <a:cubicBezTo>
                    <a:pt x="3723" y="3393"/>
                    <a:pt x="3824" y="3334"/>
                    <a:pt x="3850" y="3300"/>
                  </a:cubicBezTo>
                  <a:cubicBezTo>
                    <a:pt x="3889" y="3292"/>
                    <a:pt x="3906" y="3248"/>
                    <a:pt x="3935" y="3248"/>
                  </a:cubicBezTo>
                  <a:cubicBezTo>
                    <a:pt x="3938" y="3248"/>
                    <a:pt x="3940" y="3248"/>
                    <a:pt x="3943" y="3249"/>
                  </a:cubicBezTo>
                  <a:lnTo>
                    <a:pt x="3943" y="3258"/>
                  </a:lnTo>
                  <a:lnTo>
                    <a:pt x="4002" y="3224"/>
                  </a:lnTo>
                  <a:lnTo>
                    <a:pt x="4019" y="3266"/>
                  </a:lnTo>
                  <a:cubicBezTo>
                    <a:pt x="4061" y="3258"/>
                    <a:pt x="4087" y="3198"/>
                    <a:pt x="4070" y="3198"/>
                  </a:cubicBezTo>
                  <a:cubicBezTo>
                    <a:pt x="4082" y="3193"/>
                    <a:pt x="4089" y="3191"/>
                    <a:pt x="4094" y="3191"/>
                  </a:cubicBezTo>
                  <a:cubicBezTo>
                    <a:pt x="4105" y="3191"/>
                    <a:pt x="4100" y="3203"/>
                    <a:pt x="4112" y="3215"/>
                  </a:cubicBezTo>
                  <a:cubicBezTo>
                    <a:pt x="4097" y="3238"/>
                    <a:pt x="4076" y="3286"/>
                    <a:pt x="4048" y="3286"/>
                  </a:cubicBezTo>
                  <a:cubicBezTo>
                    <a:pt x="4044" y="3286"/>
                    <a:pt x="4040" y="3285"/>
                    <a:pt x="4036" y="3283"/>
                  </a:cubicBezTo>
                  <a:cubicBezTo>
                    <a:pt x="4044" y="3283"/>
                    <a:pt x="4053" y="3275"/>
                    <a:pt x="4053" y="3275"/>
                  </a:cubicBezTo>
                  <a:lnTo>
                    <a:pt x="4053" y="3275"/>
                  </a:lnTo>
                  <a:cubicBezTo>
                    <a:pt x="3943" y="3317"/>
                    <a:pt x="4053" y="3334"/>
                    <a:pt x="4011" y="3376"/>
                  </a:cubicBezTo>
                  <a:cubicBezTo>
                    <a:pt x="4036" y="3359"/>
                    <a:pt x="4061" y="3368"/>
                    <a:pt x="4087" y="3342"/>
                  </a:cubicBezTo>
                  <a:cubicBezTo>
                    <a:pt x="4112" y="3308"/>
                    <a:pt x="4137" y="3283"/>
                    <a:pt x="4154" y="3249"/>
                  </a:cubicBezTo>
                  <a:lnTo>
                    <a:pt x="4154" y="3249"/>
                  </a:lnTo>
                  <a:cubicBezTo>
                    <a:pt x="4129" y="3291"/>
                    <a:pt x="4104" y="3283"/>
                    <a:pt x="4070" y="3291"/>
                  </a:cubicBezTo>
                  <a:cubicBezTo>
                    <a:pt x="4095" y="3283"/>
                    <a:pt x="4087" y="3258"/>
                    <a:pt x="4112" y="3258"/>
                  </a:cubicBezTo>
                  <a:lnTo>
                    <a:pt x="4112" y="3266"/>
                  </a:lnTo>
                  <a:lnTo>
                    <a:pt x="4129" y="3232"/>
                  </a:lnTo>
                  <a:cubicBezTo>
                    <a:pt x="4132" y="3237"/>
                    <a:pt x="4137" y="3239"/>
                    <a:pt x="4143" y="3239"/>
                  </a:cubicBezTo>
                  <a:cubicBezTo>
                    <a:pt x="4156" y="3239"/>
                    <a:pt x="4174" y="3228"/>
                    <a:pt x="4182" y="3228"/>
                  </a:cubicBezTo>
                  <a:lnTo>
                    <a:pt x="4182" y="3228"/>
                  </a:lnTo>
                  <a:cubicBezTo>
                    <a:pt x="4187" y="3228"/>
                    <a:pt x="4188" y="3233"/>
                    <a:pt x="4180" y="3249"/>
                  </a:cubicBezTo>
                  <a:cubicBezTo>
                    <a:pt x="4214" y="3224"/>
                    <a:pt x="4180" y="3224"/>
                    <a:pt x="4214" y="3190"/>
                  </a:cubicBezTo>
                  <a:lnTo>
                    <a:pt x="4214" y="3190"/>
                  </a:lnTo>
                  <a:lnTo>
                    <a:pt x="4137" y="3224"/>
                  </a:lnTo>
                  <a:lnTo>
                    <a:pt x="4129" y="3198"/>
                  </a:lnTo>
                  <a:cubicBezTo>
                    <a:pt x="4137" y="3165"/>
                    <a:pt x="4154" y="3181"/>
                    <a:pt x="4180" y="3165"/>
                  </a:cubicBezTo>
                  <a:lnTo>
                    <a:pt x="4163" y="3139"/>
                  </a:lnTo>
                  <a:lnTo>
                    <a:pt x="4222" y="3131"/>
                  </a:lnTo>
                  <a:cubicBezTo>
                    <a:pt x="4205" y="3122"/>
                    <a:pt x="4247" y="3105"/>
                    <a:pt x="4247" y="3088"/>
                  </a:cubicBezTo>
                  <a:cubicBezTo>
                    <a:pt x="4270" y="3088"/>
                    <a:pt x="4281" y="3111"/>
                    <a:pt x="4296" y="3111"/>
                  </a:cubicBezTo>
                  <a:cubicBezTo>
                    <a:pt x="4304" y="3111"/>
                    <a:pt x="4312" y="3105"/>
                    <a:pt x="4324" y="3088"/>
                  </a:cubicBezTo>
                  <a:cubicBezTo>
                    <a:pt x="4332" y="3063"/>
                    <a:pt x="4357" y="3038"/>
                    <a:pt x="4391" y="3029"/>
                  </a:cubicBezTo>
                  <a:lnTo>
                    <a:pt x="4391" y="3029"/>
                  </a:lnTo>
                  <a:cubicBezTo>
                    <a:pt x="4391" y="3038"/>
                    <a:pt x="4383" y="3046"/>
                    <a:pt x="4383" y="3046"/>
                  </a:cubicBezTo>
                  <a:cubicBezTo>
                    <a:pt x="4427" y="3031"/>
                    <a:pt x="4479" y="2957"/>
                    <a:pt x="4519" y="2957"/>
                  </a:cubicBezTo>
                  <a:cubicBezTo>
                    <a:pt x="4525" y="2957"/>
                    <a:pt x="4530" y="2959"/>
                    <a:pt x="4535" y="2962"/>
                  </a:cubicBezTo>
                  <a:cubicBezTo>
                    <a:pt x="4537" y="2965"/>
                    <a:pt x="4538" y="2967"/>
                    <a:pt x="4539" y="2970"/>
                  </a:cubicBezTo>
                  <a:lnTo>
                    <a:pt x="4539" y="2970"/>
                  </a:lnTo>
                  <a:cubicBezTo>
                    <a:pt x="4557" y="2967"/>
                    <a:pt x="4585" y="2951"/>
                    <a:pt x="4596" y="2951"/>
                  </a:cubicBezTo>
                  <a:lnTo>
                    <a:pt x="4596" y="2951"/>
                  </a:lnTo>
                  <a:cubicBezTo>
                    <a:pt x="4602" y="2951"/>
                    <a:pt x="4603" y="2956"/>
                    <a:pt x="4594" y="2970"/>
                  </a:cubicBezTo>
                  <a:cubicBezTo>
                    <a:pt x="4611" y="2945"/>
                    <a:pt x="4620" y="2919"/>
                    <a:pt x="4645" y="2894"/>
                  </a:cubicBezTo>
                  <a:lnTo>
                    <a:pt x="4645" y="2894"/>
                  </a:lnTo>
                  <a:cubicBezTo>
                    <a:pt x="4645" y="2902"/>
                    <a:pt x="4637" y="2919"/>
                    <a:pt x="4637" y="2928"/>
                  </a:cubicBezTo>
                  <a:cubicBezTo>
                    <a:pt x="4645" y="2928"/>
                    <a:pt x="4645" y="2919"/>
                    <a:pt x="4662" y="2911"/>
                  </a:cubicBezTo>
                  <a:lnTo>
                    <a:pt x="4696" y="2885"/>
                  </a:lnTo>
                  <a:lnTo>
                    <a:pt x="4696" y="2911"/>
                  </a:lnTo>
                  <a:cubicBezTo>
                    <a:pt x="4755" y="2852"/>
                    <a:pt x="4840" y="2792"/>
                    <a:pt x="4865" y="2742"/>
                  </a:cubicBezTo>
                  <a:lnTo>
                    <a:pt x="4865" y="2742"/>
                  </a:lnTo>
                  <a:cubicBezTo>
                    <a:pt x="4840" y="2752"/>
                    <a:pt x="4825" y="2756"/>
                    <a:pt x="4819" y="2756"/>
                  </a:cubicBezTo>
                  <a:cubicBezTo>
                    <a:pt x="4792" y="2756"/>
                    <a:pt x="4884" y="2691"/>
                    <a:pt x="4856" y="2691"/>
                  </a:cubicBezTo>
                  <a:cubicBezTo>
                    <a:pt x="4865" y="2684"/>
                    <a:pt x="4877" y="2681"/>
                    <a:pt x="4888" y="2681"/>
                  </a:cubicBezTo>
                  <a:cubicBezTo>
                    <a:pt x="4924" y="2681"/>
                    <a:pt x="4960" y="2710"/>
                    <a:pt x="4916" y="2767"/>
                  </a:cubicBezTo>
                  <a:cubicBezTo>
                    <a:pt x="4913" y="2767"/>
                    <a:pt x="4910" y="2767"/>
                    <a:pt x="4907" y="2768"/>
                  </a:cubicBezTo>
                  <a:lnTo>
                    <a:pt x="4907" y="2768"/>
                  </a:lnTo>
                  <a:cubicBezTo>
                    <a:pt x="4906" y="2775"/>
                    <a:pt x="4909" y="2777"/>
                    <a:pt x="4916" y="2777"/>
                  </a:cubicBezTo>
                  <a:cubicBezTo>
                    <a:pt x="4937" y="2777"/>
                    <a:pt x="4990" y="2749"/>
                    <a:pt x="4999" y="2749"/>
                  </a:cubicBezTo>
                  <a:cubicBezTo>
                    <a:pt x="5000" y="2749"/>
                    <a:pt x="5000" y="2749"/>
                    <a:pt x="5000" y="2750"/>
                  </a:cubicBezTo>
                  <a:cubicBezTo>
                    <a:pt x="5009" y="2759"/>
                    <a:pt x="5017" y="2792"/>
                    <a:pt x="4941" y="2826"/>
                  </a:cubicBezTo>
                  <a:cubicBezTo>
                    <a:pt x="4914" y="2844"/>
                    <a:pt x="4899" y="2849"/>
                    <a:pt x="4892" y="2849"/>
                  </a:cubicBezTo>
                  <a:cubicBezTo>
                    <a:pt x="4879" y="2849"/>
                    <a:pt x="4891" y="2829"/>
                    <a:pt x="4888" y="2829"/>
                  </a:cubicBezTo>
                  <a:lnTo>
                    <a:pt x="4888" y="2829"/>
                  </a:lnTo>
                  <a:cubicBezTo>
                    <a:pt x="4888" y="2829"/>
                    <a:pt x="4886" y="2831"/>
                    <a:pt x="4882" y="2835"/>
                  </a:cubicBezTo>
                  <a:cubicBezTo>
                    <a:pt x="4880" y="2834"/>
                    <a:pt x="4877" y="2834"/>
                    <a:pt x="4875" y="2834"/>
                  </a:cubicBezTo>
                  <a:cubicBezTo>
                    <a:pt x="4826" y="2834"/>
                    <a:pt x="4769" y="2920"/>
                    <a:pt x="4704" y="2945"/>
                  </a:cubicBezTo>
                  <a:cubicBezTo>
                    <a:pt x="4700" y="2945"/>
                    <a:pt x="4702" y="2941"/>
                    <a:pt x="4706" y="2937"/>
                  </a:cubicBezTo>
                  <a:lnTo>
                    <a:pt x="4706" y="2937"/>
                  </a:lnTo>
                  <a:cubicBezTo>
                    <a:pt x="4655" y="2967"/>
                    <a:pt x="4620" y="2998"/>
                    <a:pt x="4628" y="3021"/>
                  </a:cubicBezTo>
                  <a:lnTo>
                    <a:pt x="4653" y="2987"/>
                  </a:lnTo>
                  <a:cubicBezTo>
                    <a:pt x="4662" y="2978"/>
                    <a:pt x="4662" y="2962"/>
                    <a:pt x="4696" y="2953"/>
                  </a:cubicBezTo>
                  <a:cubicBezTo>
                    <a:pt x="4698" y="2952"/>
                    <a:pt x="4699" y="2952"/>
                    <a:pt x="4700" y="2952"/>
                  </a:cubicBezTo>
                  <a:lnTo>
                    <a:pt x="4700" y="2952"/>
                  </a:lnTo>
                  <a:cubicBezTo>
                    <a:pt x="4712" y="2952"/>
                    <a:pt x="4685" y="2982"/>
                    <a:pt x="4700" y="2982"/>
                  </a:cubicBezTo>
                  <a:cubicBezTo>
                    <a:pt x="4702" y="2982"/>
                    <a:pt x="4707" y="2981"/>
                    <a:pt x="4713" y="2978"/>
                  </a:cubicBezTo>
                  <a:cubicBezTo>
                    <a:pt x="4738" y="2953"/>
                    <a:pt x="4772" y="2936"/>
                    <a:pt x="4806" y="2919"/>
                  </a:cubicBezTo>
                  <a:lnTo>
                    <a:pt x="4806" y="2928"/>
                  </a:lnTo>
                  <a:cubicBezTo>
                    <a:pt x="4907" y="2885"/>
                    <a:pt x="5000" y="2826"/>
                    <a:pt x="5076" y="2750"/>
                  </a:cubicBezTo>
                  <a:cubicBezTo>
                    <a:pt x="5043" y="2708"/>
                    <a:pt x="5051" y="2665"/>
                    <a:pt x="5009" y="2623"/>
                  </a:cubicBezTo>
                  <a:cubicBezTo>
                    <a:pt x="5110" y="2547"/>
                    <a:pt x="5220" y="2479"/>
                    <a:pt x="5347" y="2412"/>
                  </a:cubicBezTo>
                  <a:lnTo>
                    <a:pt x="5347" y="2412"/>
                  </a:lnTo>
                  <a:cubicBezTo>
                    <a:pt x="5364" y="2429"/>
                    <a:pt x="5305" y="2479"/>
                    <a:pt x="5220" y="2530"/>
                  </a:cubicBezTo>
                  <a:lnTo>
                    <a:pt x="5237" y="2505"/>
                  </a:lnTo>
                  <a:lnTo>
                    <a:pt x="5237" y="2505"/>
                  </a:lnTo>
                  <a:cubicBezTo>
                    <a:pt x="5169" y="2547"/>
                    <a:pt x="5169" y="2572"/>
                    <a:pt x="5153" y="2589"/>
                  </a:cubicBezTo>
                  <a:lnTo>
                    <a:pt x="5127" y="2589"/>
                  </a:lnTo>
                  <a:cubicBezTo>
                    <a:pt x="5082" y="2627"/>
                    <a:pt x="5077" y="2658"/>
                    <a:pt x="5113" y="2658"/>
                  </a:cubicBezTo>
                  <a:cubicBezTo>
                    <a:pt x="5117" y="2658"/>
                    <a:pt x="5122" y="2658"/>
                    <a:pt x="5127" y="2657"/>
                  </a:cubicBezTo>
                  <a:lnTo>
                    <a:pt x="5144" y="2640"/>
                  </a:lnTo>
                  <a:lnTo>
                    <a:pt x="5212" y="2615"/>
                  </a:lnTo>
                  <a:cubicBezTo>
                    <a:pt x="5169" y="2589"/>
                    <a:pt x="5330" y="2513"/>
                    <a:pt x="5364" y="2462"/>
                  </a:cubicBezTo>
                  <a:lnTo>
                    <a:pt x="5364" y="2462"/>
                  </a:lnTo>
                  <a:cubicBezTo>
                    <a:pt x="5356" y="2496"/>
                    <a:pt x="5381" y="2539"/>
                    <a:pt x="5271" y="2572"/>
                  </a:cubicBezTo>
                  <a:lnTo>
                    <a:pt x="5313" y="2572"/>
                  </a:lnTo>
                  <a:cubicBezTo>
                    <a:pt x="5340" y="2552"/>
                    <a:pt x="5369" y="2532"/>
                    <a:pt x="5398" y="2513"/>
                  </a:cubicBezTo>
                  <a:cubicBezTo>
                    <a:pt x="5406" y="2488"/>
                    <a:pt x="5398" y="2462"/>
                    <a:pt x="5499" y="2395"/>
                  </a:cubicBezTo>
                  <a:lnTo>
                    <a:pt x="5508" y="2395"/>
                  </a:lnTo>
                  <a:cubicBezTo>
                    <a:pt x="5499" y="2369"/>
                    <a:pt x="5559" y="2344"/>
                    <a:pt x="5618" y="2310"/>
                  </a:cubicBezTo>
                  <a:cubicBezTo>
                    <a:pt x="5686" y="2285"/>
                    <a:pt x="5753" y="2259"/>
                    <a:pt x="5753" y="2242"/>
                  </a:cubicBezTo>
                  <a:cubicBezTo>
                    <a:pt x="5747" y="2241"/>
                    <a:pt x="5741" y="2240"/>
                    <a:pt x="5735" y="2240"/>
                  </a:cubicBezTo>
                  <a:cubicBezTo>
                    <a:pt x="5672" y="2240"/>
                    <a:pt x="5603" y="2312"/>
                    <a:pt x="5542" y="2336"/>
                  </a:cubicBezTo>
                  <a:cubicBezTo>
                    <a:pt x="5548" y="2311"/>
                    <a:pt x="5593" y="2291"/>
                    <a:pt x="5587" y="2291"/>
                  </a:cubicBezTo>
                  <a:lnTo>
                    <a:pt x="5587" y="2291"/>
                  </a:lnTo>
                  <a:cubicBezTo>
                    <a:pt x="5585" y="2291"/>
                    <a:pt x="5574" y="2294"/>
                    <a:pt x="5550" y="2302"/>
                  </a:cubicBezTo>
                  <a:cubicBezTo>
                    <a:pt x="5601" y="2242"/>
                    <a:pt x="5686" y="2259"/>
                    <a:pt x="5694" y="2217"/>
                  </a:cubicBezTo>
                  <a:lnTo>
                    <a:pt x="5694" y="2217"/>
                  </a:lnTo>
                  <a:lnTo>
                    <a:pt x="5635" y="2242"/>
                  </a:lnTo>
                  <a:cubicBezTo>
                    <a:pt x="5626" y="2234"/>
                    <a:pt x="5660" y="2209"/>
                    <a:pt x="5677" y="2192"/>
                  </a:cubicBezTo>
                  <a:cubicBezTo>
                    <a:pt x="5660" y="2183"/>
                    <a:pt x="5643" y="2183"/>
                    <a:pt x="5626" y="2175"/>
                  </a:cubicBezTo>
                  <a:cubicBezTo>
                    <a:pt x="5584" y="2183"/>
                    <a:pt x="5601" y="2183"/>
                    <a:pt x="5626" y="2192"/>
                  </a:cubicBezTo>
                  <a:cubicBezTo>
                    <a:pt x="5601" y="2217"/>
                    <a:pt x="5576" y="2234"/>
                    <a:pt x="5550" y="2251"/>
                  </a:cubicBezTo>
                  <a:lnTo>
                    <a:pt x="5525" y="2234"/>
                  </a:lnTo>
                  <a:lnTo>
                    <a:pt x="5457" y="2310"/>
                  </a:lnTo>
                  <a:cubicBezTo>
                    <a:pt x="5499" y="2336"/>
                    <a:pt x="5533" y="2310"/>
                    <a:pt x="5508" y="2361"/>
                  </a:cubicBezTo>
                  <a:cubicBezTo>
                    <a:pt x="5457" y="2380"/>
                    <a:pt x="5402" y="2389"/>
                    <a:pt x="5348" y="2389"/>
                  </a:cubicBezTo>
                  <a:cubicBezTo>
                    <a:pt x="5331" y="2389"/>
                    <a:pt x="5313" y="2388"/>
                    <a:pt x="5296" y="2386"/>
                  </a:cubicBezTo>
                  <a:cubicBezTo>
                    <a:pt x="5347" y="2369"/>
                    <a:pt x="5381" y="2327"/>
                    <a:pt x="5432" y="2327"/>
                  </a:cubicBezTo>
                  <a:cubicBezTo>
                    <a:pt x="5416" y="2311"/>
                    <a:pt x="5459" y="2259"/>
                    <a:pt x="5410" y="2259"/>
                  </a:cubicBezTo>
                  <a:cubicBezTo>
                    <a:pt x="5409" y="2259"/>
                    <a:pt x="5409" y="2259"/>
                    <a:pt x="5409" y="2259"/>
                  </a:cubicBezTo>
                  <a:lnTo>
                    <a:pt x="5409" y="2259"/>
                  </a:lnTo>
                  <a:cubicBezTo>
                    <a:pt x="5459" y="2242"/>
                    <a:pt x="5509" y="2225"/>
                    <a:pt x="5559" y="2200"/>
                  </a:cubicBezTo>
                  <a:cubicBezTo>
                    <a:pt x="5533" y="2175"/>
                    <a:pt x="5499" y="2149"/>
                    <a:pt x="5466" y="2141"/>
                  </a:cubicBezTo>
                  <a:cubicBezTo>
                    <a:pt x="5449" y="2133"/>
                    <a:pt x="5430" y="2128"/>
                    <a:pt x="5411" y="2128"/>
                  </a:cubicBezTo>
                  <a:cubicBezTo>
                    <a:pt x="5392" y="2128"/>
                    <a:pt x="5373" y="2133"/>
                    <a:pt x="5356" y="2141"/>
                  </a:cubicBezTo>
                  <a:cubicBezTo>
                    <a:pt x="5347" y="2124"/>
                    <a:pt x="5339" y="2107"/>
                    <a:pt x="5322" y="2099"/>
                  </a:cubicBezTo>
                  <a:lnTo>
                    <a:pt x="5322" y="2099"/>
                  </a:lnTo>
                  <a:cubicBezTo>
                    <a:pt x="5356" y="2107"/>
                    <a:pt x="5398" y="2107"/>
                    <a:pt x="5432" y="2124"/>
                  </a:cubicBezTo>
                  <a:lnTo>
                    <a:pt x="5271" y="2039"/>
                  </a:lnTo>
                  <a:lnTo>
                    <a:pt x="5305" y="2039"/>
                  </a:lnTo>
                  <a:lnTo>
                    <a:pt x="5195" y="2014"/>
                  </a:lnTo>
                  <a:lnTo>
                    <a:pt x="5195" y="2014"/>
                  </a:lnTo>
                  <a:cubicBezTo>
                    <a:pt x="5246" y="2031"/>
                    <a:pt x="5296" y="2065"/>
                    <a:pt x="5237" y="2065"/>
                  </a:cubicBezTo>
                  <a:cubicBezTo>
                    <a:pt x="5136" y="2039"/>
                    <a:pt x="5127" y="2006"/>
                    <a:pt x="5017" y="1997"/>
                  </a:cubicBezTo>
                  <a:cubicBezTo>
                    <a:pt x="5085" y="1972"/>
                    <a:pt x="5068" y="1946"/>
                    <a:pt x="5127" y="1946"/>
                  </a:cubicBezTo>
                  <a:lnTo>
                    <a:pt x="5136" y="1946"/>
                  </a:lnTo>
                  <a:cubicBezTo>
                    <a:pt x="5212" y="1946"/>
                    <a:pt x="5288" y="1955"/>
                    <a:pt x="5356" y="1980"/>
                  </a:cubicBezTo>
                  <a:cubicBezTo>
                    <a:pt x="5212" y="1896"/>
                    <a:pt x="5229" y="1921"/>
                    <a:pt x="5093" y="1853"/>
                  </a:cubicBezTo>
                  <a:cubicBezTo>
                    <a:pt x="5096" y="1849"/>
                    <a:pt x="5103" y="1848"/>
                    <a:pt x="5112" y="1848"/>
                  </a:cubicBezTo>
                  <a:cubicBezTo>
                    <a:pt x="5149" y="1848"/>
                    <a:pt x="5229" y="1876"/>
                    <a:pt x="5255" y="1876"/>
                  </a:cubicBezTo>
                  <a:cubicBezTo>
                    <a:pt x="5261" y="1876"/>
                    <a:pt x="5264" y="1874"/>
                    <a:pt x="5263" y="1870"/>
                  </a:cubicBezTo>
                  <a:lnTo>
                    <a:pt x="5263" y="1870"/>
                  </a:lnTo>
                  <a:lnTo>
                    <a:pt x="5398" y="1946"/>
                  </a:lnTo>
                  <a:cubicBezTo>
                    <a:pt x="5373" y="1938"/>
                    <a:pt x="5356" y="1929"/>
                    <a:pt x="5339" y="1929"/>
                  </a:cubicBezTo>
                  <a:lnTo>
                    <a:pt x="5339" y="1929"/>
                  </a:lnTo>
                  <a:cubicBezTo>
                    <a:pt x="5423" y="1963"/>
                    <a:pt x="5508" y="1997"/>
                    <a:pt x="5601" y="2014"/>
                  </a:cubicBezTo>
                  <a:cubicBezTo>
                    <a:pt x="5607" y="2022"/>
                    <a:pt x="5604" y="2025"/>
                    <a:pt x="5596" y="2025"/>
                  </a:cubicBezTo>
                  <a:cubicBezTo>
                    <a:pt x="5576" y="2025"/>
                    <a:pt x="5528" y="2008"/>
                    <a:pt x="5523" y="2008"/>
                  </a:cubicBezTo>
                  <a:lnTo>
                    <a:pt x="5523" y="2008"/>
                  </a:lnTo>
                  <a:cubicBezTo>
                    <a:pt x="5521" y="2008"/>
                    <a:pt x="5524" y="2009"/>
                    <a:pt x="5533" y="2014"/>
                  </a:cubicBezTo>
                  <a:cubicBezTo>
                    <a:pt x="5466" y="1997"/>
                    <a:pt x="5398" y="1997"/>
                    <a:pt x="5330" y="1997"/>
                  </a:cubicBezTo>
                  <a:cubicBezTo>
                    <a:pt x="5415" y="2048"/>
                    <a:pt x="5449" y="2006"/>
                    <a:pt x="5567" y="2048"/>
                  </a:cubicBezTo>
                  <a:lnTo>
                    <a:pt x="5592" y="2082"/>
                  </a:lnTo>
                  <a:cubicBezTo>
                    <a:pt x="5605" y="2086"/>
                    <a:pt x="5613" y="2088"/>
                    <a:pt x="5617" y="2088"/>
                  </a:cubicBezTo>
                  <a:cubicBezTo>
                    <a:pt x="5629" y="2088"/>
                    <a:pt x="5611" y="2073"/>
                    <a:pt x="5618" y="2073"/>
                  </a:cubicBezTo>
                  <a:lnTo>
                    <a:pt x="5618" y="2073"/>
                  </a:lnTo>
                  <a:cubicBezTo>
                    <a:pt x="5686" y="2090"/>
                    <a:pt x="5669" y="2107"/>
                    <a:pt x="5711" y="2124"/>
                  </a:cubicBezTo>
                  <a:cubicBezTo>
                    <a:pt x="5711" y="2116"/>
                    <a:pt x="5702" y="2107"/>
                    <a:pt x="5728" y="2107"/>
                  </a:cubicBezTo>
                  <a:cubicBezTo>
                    <a:pt x="5745" y="2124"/>
                    <a:pt x="5795" y="2149"/>
                    <a:pt x="5821" y="2166"/>
                  </a:cubicBezTo>
                  <a:cubicBezTo>
                    <a:pt x="5786" y="2180"/>
                    <a:pt x="5756" y="2195"/>
                    <a:pt x="5728" y="2204"/>
                  </a:cubicBezTo>
                  <a:lnTo>
                    <a:pt x="5728" y="2204"/>
                  </a:lnTo>
                  <a:cubicBezTo>
                    <a:pt x="5737" y="2202"/>
                    <a:pt x="5744" y="2201"/>
                    <a:pt x="5750" y="2201"/>
                  </a:cubicBezTo>
                  <a:cubicBezTo>
                    <a:pt x="5783" y="2201"/>
                    <a:pt x="5775" y="2229"/>
                    <a:pt x="5762" y="2242"/>
                  </a:cubicBezTo>
                  <a:lnTo>
                    <a:pt x="5965" y="2158"/>
                  </a:lnTo>
                  <a:cubicBezTo>
                    <a:pt x="5762" y="2082"/>
                    <a:pt x="5686" y="2031"/>
                    <a:pt x="5466" y="1955"/>
                  </a:cubicBezTo>
                  <a:lnTo>
                    <a:pt x="5499" y="1955"/>
                  </a:lnTo>
                  <a:cubicBezTo>
                    <a:pt x="5415" y="1896"/>
                    <a:pt x="5313" y="1853"/>
                    <a:pt x="5203" y="1845"/>
                  </a:cubicBezTo>
                  <a:cubicBezTo>
                    <a:pt x="5110" y="1845"/>
                    <a:pt x="5009" y="1820"/>
                    <a:pt x="4924" y="1786"/>
                  </a:cubicBezTo>
                  <a:cubicBezTo>
                    <a:pt x="4950" y="1752"/>
                    <a:pt x="4806" y="1743"/>
                    <a:pt x="4848" y="1718"/>
                  </a:cubicBezTo>
                  <a:lnTo>
                    <a:pt x="4848" y="1718"/>
                  </a:lnTo>
                  <a:cubicBezTo>
                    <a:pt x="4875" y="1732"/>
                    <a:pt x="4891" y="1737"/>
                    <a:pt x="4901" y="1737"/>
                  </a:cubicBezTo>
                  <a:cubicBezTo>
                    <a:pt x="4914" y="1737"/>
                    <a:pt x="4912" y="1725"/>
                    <a:pt x="4907" y="1710"/>
                  </a:cubicBezTo>
                  <a:cubicBezTo>
                    <a:pt x="4848" y="1710"/>
                    <a:pt x="4789" y="1693"/>
                    <a:pt x="4730" y="1667"/>
                  </a:cubicBezTo>
                  <a:cubicBezTo>
                    <a:pt x="4769" y="1661"/>
                    <a:pt x="4737" y="1634"/>
                    <a:pt x="4764" y="1634"/>
                  </a:cubicBezTo>
                  <a:cubicBezTo>
                    <a:pt x="4772" y="1634"/>
                    <a:pt x="4785" y="1636"/>
                    <a:pt x="4806" y="1642"/>
                  </a:cubicBezTo>
                  <a:cubicBezTo>
                    <a:pt x="4730" y="1591"/>
                    <a:pt x="4637" y="1566"/>
                    <a:pt x="4552" y="1566"/>
                  </a:cubicBezTo>
                  <a:cubicBezTo>
                    <a:pt x="4434" y="1557"/>
                    <a:pt x="4535" y="1515"/>
                    <a:pt x="4434" y="1490"/>
                  </a:cubicBezTo>
                  <a:lnTo>
                    <a:pt x="4450" y="1481"/>
                  </a:lnTo>
                  <a:lnTo>
                    <a:pt x="4391" y="1464"/>
                  </a:lnTo>
                  <a:lnTo>
                    <a:pt x="4400" y="1490"/>
                  </a:lnTo>
                  <a:lnTo>
                    <a:pt x="4315" y="1473"/>
                  </a:lnTo>
                  <a:lnTo>
                    <a:pt x="4315" y="1473"/>
                  </a:lnTo>
                  <a:cubicBezTo>
                    <a:pt x="4264" y="1481"/>
                    <a:pt x="4332" y="1507"/>
                    <a:pt x="4315" y="1523"/>
                  </a:cubicBezTo>
                  <a:lnTo>
                    <a:pt x="4340" y="1498"/>
                  </a:lnTo>
                  <a:cubicBezTo>
                    <a:pt x="4374" y="1523"/>
                    <a:pt x="4417" y="1515"/>
                    <a:pt x="4417" y="1532"/>
                  </a:cubicBezTo>
                  <a:cubicBezTo>
                    <a:pt x="4408" y="1529"/>
                    <a:pt x="4401" y="1527"/>
                    <a:pt x="4396" y="1527"/>
                  </a:cubicBezTo>
                  <a:cubicBezTo>
                    <a:pt x="4373" y="1527"/>
                    <a:pt x="4369" y="1549"/>
                    <a:pt x="4349" y="1549"/>
                  </a:cubicBezTo>
                  <a:lnTo>
                    <a:pt x="4400" y="1557"/>
                  </a:lnTo>
                  <a:lnTo>
                    <a:pt x="4408" y="1583"/>
                  </a:lnTo>
                  <a:cubicBezTo>
                    <a:pt x="4445" y="1597"/>
                    <a:pt x="4475" y="1618"/>
                    <a:pt x="4504" y="1618"/>
                  </a:cubicBezTo>
                  <a:cubicBezTo>
                    <a:pt x="4509" y="1618"/>
                    <a:pt x="4513" y="1618"/>
                    <a:pt x="4518" y="1616"/>
                  </a:cubicBezTo>
                  <a:cubicBezTo>
                    <a:pt x="4514" y="1608"/>
                    <a:pt x="4505" y="1608"/>
                    <a:pt x="4497" y="1608"/>
                  </a:cubicBezTo>
                  <a:cubicBezTo>
                    <a:pt x="4489" y="1608"/>
                    <a:pt x="4480" y="1608"/>
                    <a:pt x="4476" y="1600"/>
                  </a:cubicBezTo>
                  <a:cubicBezTo>
                    <a:pt x="4486" y="1590"/>
                    <a:pt x="4499" y="1586"/>
                    <a:pt x="4513" y="1586"/>
                  </a:cubicBezTo>
                  <a:cubicBezTo>
                    <a:pt x="4522" y="1586"/>
                    <a:pt x="4533" y="1588"/>
                    <a:pt x="4543" y="1591"/>
                  </a:cubicBezTo>
                  <a:lnTo>
                    <a:pt x="4569" y="1591"/>
                  </a:lnTo>
                  <a:lnTo>
                    <a:pt x="4603" y="1608"/>
                  </a:lnTo>
                  <a:lnTo>
                    <a:pt x="4687" y="1633"/>
                  </a:lnTo>
                  <a:cubicBezTo>
                    <a:pt x="4687" y="1642"/>
                    <a:pt x="4704" y="1659"/>
                    <a:pt x="4696" y="1659"/>
                  </a:cubicBezTo>
                  <a:cubicBezTo>
                    <a:pt x="4696" y="1659"/>
                    <a:pt x="4679" y="1650"/>
                    <a:pt x="4670" y="1642"/>
                  </a:cubicBezTo>
                  <a:lnTo>
                    <a:pt x="4670" y="1642"/>
                  </a:lnTo>
                  <a:cubicBezTo>
                    <a:pt x="4662" y="1659"/>
                    <a:pt x="4603" y="1650"/>
                    <a:pt x="4687" y="1693"/>
                  </a:cubicBezTo>
                  <a:cubicBezTo>
                    <a:pt x="4645" y="1701"/>
                    <a:pt x="4603" y="1710"/>
                    <a:pt x="4560" y="1718"/>
                  </a:cubicBezTo>
                  <a:cubicBezTo>
                    <a:pt x="4518" y="1710"/>
                    <a:pt x="4476" y="1693"/>
                    <a:pt x="4442" y="1667"/>
                  </a:cubicBezTo>
                  <a:cubicBezTo>
                    <a:pt x="4417" y="1659"/>
                    <a:pt x="4349" y="1659"/>
                    <a:pt x="4357" y="1633"/>
                  </a:cubicBezTo>
                  <a:cubicBezTo>
                    <a:pt x="4350" y="1630"/>
                    <a:pt x="4335" y="1626"/>
                    <a:pt x="4326" y="1626"/>
                  </a:cubicBezTo>
                  <a:cubicBezTo>
                    <a:pt x="4314" y="1626"/>
                    <a:pt x="4309" y="1632"/>
                    <a:pt x="4332" y="1650"/>
                  </a:cubicBezTo>
                  <a:lnTo>
                    <a:pt x="4247" y="1633"/>
                  </a:lnTo>
                  <a:cubicBezTo>
                    <a:pt x="4281" y="1591"/>
                    <a:pt x="4214" y="1549"/>
                    <a:pt x="4307" y="1549"/>
                  </a:cubicBezTo>
                  <a:lnTo>
                    <a:pt x="4258" y="1539"/>
                  </a:lnTo>
                  <a:lnTo>
                    <a:pt x="4258" y="1539"/>
                  </a:lnTo>
                  <a:cubicBezTo>
                    <a:pt x="4272" y="1519"/>
                    <a:pt x="4243" y="1503"/>
                    <a:pt x="4214" y="1481"/>
                  </a:cubicBezTo>
                  <a:lnTo>
                    <a:pt x="4188" y="1507"/>
                  </a:lnTo>
                  <a:cubicBezTo>
                    <a:pt x="4163" y="1473"/>
                    <a:pt x="4154" y="1447"/>
                    <a:pt x="4104" y="1430"/>
                  </a:cubicBezTo>
                  <a:lnTo>
                    <a:pt x="3951" y="1473"/>
                  </a:lnTo>
                  <a:lnTo>
                    <a:pt x="3917" y="1464"/>
                  </a:lnTo>
                  <a:cubicBezTo>
                    <a:pt x="3909" y="1447"/>
                    <a:pt x="3858" y="1439"/>
                    <a:pt x="3884" y="1413"/>
                  </a:cubicBezTo>
                  <a:cubicBezTo>
                    <a:pt x="3884" y="1405"/>
                    <a:pt x="3890" y="1401"/>
                    <a:pt x="3898" y="1401"/>
                  </a:cubicBezTo>
                  <a:cubicBezTo>
                    <a:pt x="3907" y="1401"/>
                    <a:pt x="3917" y="1405"/>
                    <a:pt x="3926" y="1413"/>
                  </a:cubicBezTo>
                  <a:lnTo>
                    <a:pt x="3926" y="1422"/>
                  </a:lnTo>
                  <a:cubicBezTo>
                    <a:pt x="3941" y="1407"/>
                    <a:pt x="3943" y="1385"/>
                    <a:pt x="3931" y="1374"/>
                  </a:cubicBezTo>
                  <a:lnTo>
                    <a:pt x="3931" y="1374"/>
                  </a:lnTo>
                  <a:cubicBezTo>
                    <a:pt x="3951" y="1388"/>
                    <a:pt x="3953" y="1388"/>
                    <a:pt x="3977" y="1388"/>
                  </a:cubicBezTo>
                  <a:lnTo>
                    <a:pt x="3951" y="1371"/>
                  </a:lnTo>
                  <a:lnTo>
                    <a:pt x="3951" y="1371"/>
                  </a:lnTo>
                  <a:cubicBezTo>
                    <a:pt x="3963" y="1373"/>
                    <a:pt x="3976" y="1374"/>
                    <a:pt x="3989" y="1374"/>
                  </a:cubicBezTo>
                  <a:cubicBezTo>
                    <a:pt x="4026" y="1374"/>
                    <a:pt x="4064" y="1367"/>
                    <a:pt x="4070" y="1354"/>
                  </a:cubicBezTo>
                  <a:lnTo>
                    <a:pt x="4070" y="1354"/>
                  </a:lnTo>
                  <a:cubicBezTo>
                    <a:pt x="4064" y="1360"/>
                    <a:pt x="4059" y="1362"/>
                    <a:pt x="4055" y="1362"/>
                  </a:cubicBezTo>
                  <a:cubicBezTo>
                    <a:pt x="4040" y="1362"/>
                    <a:pt x="4032" y="1334"/>
                    <a:pt x="4019" y="1320"/>
                  </a:cubicBezTo>
                  <a:cubicBezTo>
                    <a:pt x="4036" y="1320"/>
                    <a:pt x="4078" y="1320"/>
                    <a:pt x="4053" y="1312"/>
                  </a:cubicBezTo>
                  <a:cubicBezTo>
                    <a:pt x="4047" y="1312"/>
                    <a:pt x="4035" y="1311"/>
                    <a:pt x="4023" y="1311"/>
                  </a:cubicBezTo>
                  <a:cubicBezTo>
                    <a:pt x="3998" y="1311"/>
                    <a:pt x="3974" y="1315"/>
                    <a:pt x="4002" y="1337"/>
                  </a:cubicBezTo>
                  <a:cubicBezTo>
                    <a:pt x="3977" y="1337"/>
                    <a:pt x="3951" y="1329"/>
                    <a:pt x="3926" y="1312"/>
                  </a:cubicBezTo>
                  <a:cubicBezTo>
                    <a:pt x="3960" y="1312"/>
                    <a:pt x="3943" y="1295"/>
                    <a:pt x="3960" y="1278"/>
                  </a:cubicBezTo>
                  <a:lnTo>
                    <a:pt x="3960" y="1278"/>
                  </a:lnTo>
                  <a:cubicBezTo>
                    <a:pt x="3943" y="1287"/>
                    <a:pt x="3926" y="1295"/>
                    <a:pt x="3909" y="1312"/>
                  </a:cubicBezTo>
                  <a:cubicBezTo>
                    <a:pt x="3850" y="1261"/>
                    <a:pt x="3841" y="1194"/>
                    <a:pt x="3757" y="1177"/>
                  </a:cubicBezTo>
                  <a:lnTo>
                    <a:pt x="3757" y="1177"/>
                  </a:lnTo>
                  <a:cubicBezTo>
                    <a:pt x="3740" y="1177"/>
                    <a:pt x="3808" y="1194"/>
                    <a:pt x="3791" y="1202"/>
                  </a:cubicBezTo>
                  <a:cubicBezTo>
                    <a:pt x="3787" y="1202"/>
                    <a:pt x="3783" y="1203"/>
                    <a:pt x="3779" y="1203"/>
                  </a:cubicBezTo>
                  <a:cubicBezTo>
                    <a:pt x="3716" y="1203"/>
                    <a:pt x="3728" y="1134"/>
                    <a:pt x="3672" y="1126"/>
                  </a:cubicBezTo>
                  <a:lnTo>
                    <a:pt x="3672" y="1168"/>
                  </a:lnTo>
                  <a:cubicBezTo>
                    <a:pt x="3647" y="1160"/>
                    <a:pt x="3613" y="1160"/>
                    <a:pt x="3588" y="1151"/>
                  </a:cubicBezTo>
                  <a:cubicBezTo>
                    <a:pt x="3588" y="1134"/>
                    <a:pt x="3545" y="1092"/>
                    <a:pt x="3588" y="1092"/>
                  </a:cubicBezTo>
                  <a:cubicBezTo>
                    <a:pt x="3570" y="1080"/>
                    <a:pt x="3555" y="1076"/>
                    <a:pt x="3540" y="1076"/>
                  </a:cubicBezTo>
                  <a:cubicBezTo>
                    <a:pt x="3509" y="1076"/>
                    <a:pt x="3482" y="1096"/>
                    <a:pt x="3447" y="1096"/>
                  </a:cubicBezTo>
                  <a:cubicBezTo>
                    <a:pt x="3429" y="1096"/>
                    <a:pt x="3409" y="1091"/>
                    <a:pt x="3385" y="1075"/>
                  </a:cubicBezTo>
                  <a:lnTo>
                    <a:pt x="3385" y="1075"/>
                  </a:lnTo>
                  <a:cubicBezTo>
                    <a:pt x="3410" y="1092"/>
                    <a:pt x="3444" y="1109"/>
                    <a:pt x="3469" y="1117"/>
                  </a:cubicBezTo>
                  <a:cubicBezTo>
                    <a:pt x="3427" y="1126"/>
                    <a:pt x="3461" y="1134"/>
                    <a:pt x="3444" y="1151"/>
                  </a:cubicBezTo>
                  <a:cubicBezTo>
                    <a:pt x="3427" y="1126"/>
                    <a:pt x="3342" y="1100"/>
                    <a:pt x="3410" y="1100"/>
                  </a:cubicBezTo>
                  <a:cubicBezTo>
                    <a:pt x="3380" y="1093"/>
                    <a:pt x="3330" y="1065"/>
                    <a:pt x="3307" y="1065"/>
                  </a:cubicBezTo>
                  <a:cubicBezTo>
                    <a:pt x="3304" y="1065"/>
                    <a:pt x="3302" y="1066"/>
                    <a:pt x="3300" y="1067"/>
                  </a:cubicBezTo>
                  <a:lnTo>
                    <a:pt x="3317" y="1092"/>
                  </a:lnTo>
                  <a:cubicBezTo>
                    <a:pt x="3294" y="1078"/>
                    <a:pt x="3270" y="1072"/>
                    <a:pt x="3247" y="1072"/>
                  </a:cubicBezTo>
                  <a:cubicBezTo>
                    <a:pt x="3228" y="1072"/>
                    <a:pt x="3209" y="1076"/>
                    <a:pt x="3190" y="1084"/>
                  </a:cubicBezTo>
                  <a:cubicBezTo>
                    <a:pt x="3205" y="1090"/>
                    <a:pt x="3218" y="1092"/>
                    <a:pt x="3229" y="1092"/>
                  </a:cubicBezTo>
                  <a:cubicBezTo>
                    <a:pt x="3248" y="1092"/>
                    <a:pt x="3263" y="1087"/>
                    <a:pt x="3282" y="1087"/>
                  </a:cubicBezTo>
                  <a:cubicBezTo>
                    <a:pt x="3296" y="1087"/>
                    <a:pt x="3312" y="1090"/>
                    <a:pt x="3334" y="1100"/>
                  </a:cubicBezTo>
                  <a:cubicBezTo>
                    <a:pt x="3401" y="1151"/>
                    <a:pt x="3308" y="1117"/>
                    <a:pt x="3342" y="1168"/>
                  </a:cubicBezTo>
                  <a:lnTo>
                    <a:pt x="3410" y="1168"/>
                  </a:lnTo>
                  <a:lnTo>
                    <a:pt x="3385" y="1151"/>
                  </a:lnTo>
                  <a:cubicBezTo>
                    <a:pt x="3389" y="1147"/>
                    <a:pt x="3394" y="1145"/>
                    <a:pt x="3400" y="1145"/>
                  </a:cubicBezTo>
                  <a:cubicBezTo>
                    <a:pt x="3420" y="1145"/>
                    <a:pt x="3446" y="1165"/>
                    <a:pt x="3463" y="1165"/>
                  </a:cubicBezTo>
                  <a:cubicBezTo>
                    <a:pt x="3470" y="1165"/>
                    <a:pt x="3475" y="1162"/>
                    <a:pt x="3478" y="1151"/>
                  </a:cubicBezTo>
                  <a:cubicBezTo>
                    <a:pt x="3520" y="1210"/>
                    <a:pt x="3545" y="1194"/>
                    <a:pt x="3596" y="1253"/>
                  </a:cubicBezTo>
                  <a:cubicBezTo>
                    <a:pt x="3621" y="1244"/>
                    <a:pt x="3596" y="1236"/>
                    <a:pt x="3579" y="1227"/>
                  </a:cubicBezTo>
                  <a:lnTo>
                    <a:pt x="3579" y="1227"/>
                  </a:lnTo>
                  <a:cubicBezTo>
                    <a:pt x="3585" y="1230"/>
                    <a:pt x="3591" y="1232"/>
                    <a:pt x="3596" y="1232"/>
                  </a:cubicBezTo>
                  <a:cubicBezTo>
                    <a:pt x="3609" y="1232"/>
                    <a:pt x="3620" y="1225"/>
                    <a:pt x="3630" y="1225"/>
                  </a:cubicBezTo>
                  <a:cubicBezTo>
                    <a:pt x="3638" y="1225"/>
                    <a:pt x="3646" y="1229"/>
                    <a:pt x="3655" y="1244"/>
                  </a:cubicBezTo>
                  <a:cubicBezTo>
                    <a:pt x="3659" y="1247"/>
                    <a:pt x="3663" y="1248"/>
                    <a:pt x="3665" y="1248"/>
                  </a:cubicBezTo>
                  <a:cubicBezTo>
                    <a:pt x="3678" y="1248"/>
                    <a:pt x="3675" y="1222"/>
                    <a:pt x="3647" y="1206"/>
                  </a:cubicBezTo>
                  <a:lnTo>
                    <a:pt x="3647" y="1206"/>
                  </a:lnTo>
                  <a:cubicBezTo>
                    <a:pt x="3678" y="1220"/>
                    <a:pt x="3709" y="1229"/>
                    <a:pt x="3740" y="1244"/>
                  </a:cubicBezTo>
                  <a:lnTo>
                    <a:pt x="3714" y="1202"/>
                  </a:lnTo>
                  <a:lnTo>
                    <a:pt x="3748" y="1219"/>
                  </a:lnTo>
                  <a:lnTo>
                    <a:pt x="3723" y="1194"/>
                  </a:lnTo>
                  <a:lnTo>
                    <a:pt x="3723" y="1194"/>
                  </a:lnTo>
                  <a:cubicBezTo>
                    <a:pt x="3791" y="1210"/>
                    <a:pt x="3858" y="1253"/>
                    <a:pt x="3901" y="1312"/>
                  </a:cubicBezTo>
                  <a:cubicBezTo>
                    <a:pt x="3838" y="1312"/>
                    <a:pt x="3764" y="1272"/>
                    <a:pt x="3706" y="1272"/>
                  </a:cubicBezTo>
                  <a:cubicBezTo>
                    <a:pt x="3694" y="1272"/>
                    <a:pt x="3683" y="1274"/>
                    <a:pt x="3672" y="1278"/>
                  </a:cubicBezTo>
                  <a:cubicBezTo>
                    <a:pt x="3681" y="1295"/>
                    <a:pt x="3740" y="1270"/>
                    <a:pt x="3740" y="1312"/>
                  </a:cubicBezTo>
                  <a:lnTo>
                    <a:pt x="3765" y="1303"/>
                  </a:lnTo>
                  <a:cubicBezTo>
                    <a:pt x="3791" y="1303"/>
                    <a:pt x="3850" y="1312"/>
                    <a:pt x="3841" y="1337"/>
                  </a:cubicBezTo>
                  <a:cubicBezTo>
                    <a:pt x="3799" y="1337"/>
                    <a:pt x="3757" y="1337"/>
                    <a:pt x="3714" y="1354"/>
                  </a:cubicBezTo>
                  <a:lnTo>
                    <a:pt x="3689" y="1354"/>
                  </a:lnTo>
                  <a:cubicBezTo>
                    <a:pt x="3672" y="1346"/>
                    <a:pt x="3647" y="1337"/>
                    <a:pt x="3630" y="1329"/>
                  </a:cubicBezTo>
                  <a:cubicBezTo>
                    <a:pt x="3604" y="1320"/>
                    <a:pt x="3630" y="1303"/>
                    <a:pt x="3630" y="1303"/>
                  </a:cubicBezTo>
                  <a:cubicBezTo>
                    <a:pt x="3600" y="1274"/>
                    <a:pt x="3564" y="1274"/>
                    <a:pt x="3527" y="1274"/>
                  </a:cubicBezTo>
                  <a:cubicBezTo>
                    <a:pt x="3490" y="1274"/>
                    <a:pt x="3452" y="1274"/>
                    <a:pt x="3418" y="1244"/>
                  </a:cubicBezTo>
                  <a:cubicBezTo>
                    <a:pt x="3427" y="1227"/>
                    <a:pt x="3376" y="1194"/>
                    <a:pt x="3401" y="1194"/>
                  </a:cubicBezTo>
                  <a:cubicBezTo>
                    <a:pt x="3383" y="1183"/>
                    <a:pt x="3367" y="1180"/>
                    <a:pt x="3350" y="1180"/>
                  </a:cubicBezTo>
                  <a:cubicBezTo>
                    <a:pt x="3329" y="1180"/>
                    <a:pt x="3307" y="1185"/>
                    <a:pt x="3283" y="1185"/>
                  </a:cubicBezTo>
                  <a:cubicBezTo>
                    <a:pt x="3291" y="1160"/>
                    <a:pt x="3224" y="1151"/>
                    <a:pt x="3249" y="1143"/>
                  </a:cubicBezTo>
                  <a:lnTo>
                    <a:pt x="3249" y="1143"/>
                  </a:lnTo>
                  <a:lnTo>
                    <a:pt x="3198" y="1151"/>
                  </a:lnTo>
                  <a:cubicBezTo>
                    <a:pt x="3173" y="1126"/>
                    <a:pt x="3114" y="1117"/>
                    <a:pt x="3114" y="1092"/>
                  </a:cubicBezTo>
                  <a:cubicBezTo>
                    <a:pt x="3091" y="1092"/>
                    <a:pt x="3088" y="1107"/>
                    <a:pt x="3078" y="1107"/>
                  </a:cubicBezTo>
                  <a:cubicBezTo>
                    <a:pt x="3072" y="1107"/>
                    <a:pt x="3066" y="1103"/>
                    <a:pt x="3055" y="1092"/>
                  </a:cubicBezTo>
                  <a:lnTo>
                    <a:pt x="3063" y="1092"/>
                  </a:lnTo>
                  <a:cubicBezTo>
                    <a:pt x="3038" y="1075"/>
                    <a:pt x="3012" y="1058"/>
                    <a:pt x="2978" y="1058"/>
                  </a:cubicBezTo>
                  <a:cubicBezTo>
                    <a:pt x="3004" y="1084"/>
                    <a:pt x="2978" y="1075"/>
                    <a:pt x="3012" y="1092"/>
                  </a:cubicBezTo>
                  <a:cubicBezTo>
                    <a:pt x="3009" y="1095"/>
                    <a:pt x="3002" y="1097"/>
                    <a:pt x="2992" y="1097"/>
                  </a:cubicBezTo>
                  <a:cubicBezTo>
                    <a:pt x="2974" y="1097"/>
                    <a:pt x="2949" y="1091"/>
                    <a:pt x="2928" y="1075"/>
                  </a:cubicBezTo>
                  <a:cubicBezTo>
                    <a:pt x="2995" y="1067"/>
                    <a:pt x="2894" y="1024"/>
                    <a:pt x="2928" y="1016"/>
                  </a:cubicBezTo>
                  <a:cubicBezTo>
                    <a:pt x="2871" y="997"/>
                    <a:pt x="2814" y="987"/>
                    <a:pt x="2753" y="987"/>
                  </a:cubicBezTo>
                  <a:cubicBezTo>
                    <a:pt x="2733" y="987"/>
                    <a:pt x="2712" y="988"/>
                    <a:pt x="2691" y="990"/>
                  </a:cubicBezTo>
                  <a:cubicBezTo>
                    <a:pt x="2606" y="948"/>
                    <a:pt x="2522" y="923"/>
                    <a:pt x="2429" y="897"/>
                  </a:cubicBezTo>
                  <a:lnTo>
                    <a:pt x="2386" y="897"/>
                  </a:lnTo>
                  <a:cubicBezTo>
                    <a:pt x="2361" y="889"/>
                    <a:pt x="2403" y="864"/>
                    <a:pt x="2361" y="864"/>
                  </a:cubicBezTo>
                  <a:cubicBezTo>
                    <a:pt x="2367" y="858"/>
                    <a:pt x="2373" y="855"/>
                    <a:pt x="2380" y="855"/>
                  </a:cubicBezTo>
                  <a:cubicBezTo>
                    <a:pt x="2403" y="855"/>
                    <a:pt x="2432" y="881"/>
                    <a:pt x="2471" y="881"/>
                  </a:cubicBezTo>
                  <a:cubicBezTo>
                    <a:pt x="2446" y="851"/>
                    <a:pt x="2462" y="849"/>
                    <a:pt x="2482" y="849"/>
                  </a:cubicBezTo>
                  <a:cubicBezTo>
                    <a:pt x="2485" y="849"/>
                    <a:pt x="2488" y="849"/>
                    <a:pt x="2491" y="849"/>
                  </a:cubicBezTo>
                  <a:cubicBezTo>
                    <a:pt x="2507" y="849"/>
                    <a:pt x="2519" y="847"/>
                    <a:pt x="2505" y="830"/>
                  </a:cubicBezTo>
                  <a:lnTo>
                    <a:pt x="2505" y="830"/>
                  </a:lnTo>
                  <a:cubicBezTo>
                    <a:pt x="2496" y="841"/>
                    <a:pt x="2484" y="845"/>
                    <a:pt x="2471" y="845"/>
                  </a:cubicBezTo>
                  <a:cubicBezTo>
                    <a:pt x="2424" y="845"/>
                    <a:pt x="2355" y="787"/>
                    <a:pt x="2302" y="787"/>
                  </a:cubicBezTo>
                  <a:cubicBezTo>
                    <a:pt x="2251" y="762"/>
                    <a:pt x="2336" y="779"/>
                    <a:pt x="2310" y="762"/>
                  </a:cubicBezTo>
                  <a:lnTo>
                    <a:pt x="2310" y="762"/>
                  </a:lnTo>
                  <a:lnTo>
                    <a:pt x="2293" y="771"/>
                  </a:lnTo>
                  <a:cubicBezTo>
                    <a:pt x="2276" y="762"/>
                    <a:pt x="2268" y="754"/>
                    <a:pt x="2276" y="737"/>
                  </a:cubicBezTo>
                  <a:cubicBezTo>
                    <a:pt x="2217" y="703"/>
                    <a:pt x="2158" y="686"/>
                    <a:pt x="2099" y="686"/>
                  </a:cubicBezTo>
                  <a:cubicBezTo>
                    <a:pt x="2158" y="703"/>
                    <a:pt x="2065" y="711"/>
                    <a:pt x="2124" y="737"/>
                  </a:cubicBezTo>
                  <a:cubicBezTo>
                    <a:pt x="2090" y="737"/>
                    <a:pt x="2048" y="728"/>
                    <a:pt x="2014" y="711"/>
                  </a:cubicBezTo>
                  <a:lnTo>
                    <a:pt x="2014" y="711"/>
                  </a:lnTo>
                  <a:cubicBezTo>
                    <a:pt x="2016" y="712"/>
                    <a:pt x="2018" y="712"/>
                    <a:pt x="2020" y="712"/>
                  </a:cubicBezTo>
                  <a:cubicBezTo>
                    <a:pt x="2042" y="712"/>
                    <a:pt x="2017" y="677"/>
                    <a:pt x="2031" y="677"/>
                  </a:cubicBezTo>
                  <a:lnTo>
                    <a:pt x="2031" y="677"/>
                  </a:lnTo>
                  <a:cubicBezTo>
                    <a:pt x="2036" y="677"/>
                    <a:pt x="2046" y="682"/>
                    <a:pt x="2065" y="694"/>
                  </a:cubicBezTo>
                  <a:cubicBezTo>
                    <a:pt x="2065" y="661"/>
                    <a:pt x="2023" y="677"/>
                    <a:pt x="1989" y="661"/>
                  </a:cubicBezTo>
                  <a:cubicBezTo>
                    <a:pt x="2014" y="661"/>
                    <a:pt x="2031" y="661"/>
                    <a:pt x="2056" y="652"/>
                  </a:cubicBezTo>
                  <a:lnTo>
                    <a:pt x="2056" y="652"/>
                  </a:lnTo>
                  <a:cubicBezTo>
                    <a:pt x="2052" y="653"/>
                    <a:pt x="2047" y="654"/>
                    <a:pt x="2042" y="654"/>
                  </a:cubicBezTo>
                  <a:cubicBezTo>
                    <a:pt x="1983" y="654"/>
                    <a:pt x="1911" y="572"/>
                    <a:pt x="1873" y="572"/>
                  </a:cubicBezTo>
                  <a:cubicBezTo>
                    <a:pt x="1869" y="572"/>
                    <a:pt x="1865" y="574"/>
                    <a:pt x="1862" y="576"/>
                  </a:cubicBezTo>
                  <a:cubicBezTo>
                    <a:pt x="1811" y="584"/>
                    <a:pt x="1743" y="584"/>
                    <a:pt x="1693" y="584"/>
                  </a:cubicBezTo>
                  <a:cubicBezTo>
                    <a:pt x="1650" y="542"/>
                    <a:pt x="1591" y="534"/>
                    <a:pt x="1549" y="500"/>
                  </a:cubicBezTo>
                  <a:lnTo>
                    <a:pt x="1557" y="491"/>
                  </a:lnTo>
                  <a:cubicBezTo>
                    <a:pt x="1532" y="474"/>
                    <a:pt x="1481" y="466"/>
                    <a:pt x="1439" y="441"/>
                  </a:cubicBezTo>
                  <a:lnTo>
                    <a:pt x="1439" y="415"/>
                  </a:lnTo>
                  <a:cubicBezTo>
                    <a:pt x="1397" y="407"/>
                    <a:pt x="1346" y="390"/>
                    <a:pt x="1304" y="364"/>
                  </a:cubicBezTo>
                  <a:lnTo>
                    <a:pt x="1304" y="364"/>
                  </a:lnTo>
                  <a:cubicBezTo>
                    <a:pt x="1295" y="381"/>
                    <a:pt x="1346" y="398"/>
                    <a:pt x="1312" y="398"/>
                  </a:cubicBezTo>
                  <a:cubicBezTo>
                    <a:pt x="1325" y="407"/>
                    <a:pt x="1335" y="411"/>
                    <a:pt x="1343" y="411"/>
                  </a:cubicBezTo>
                  <a:cubicBezTo>
                    <a:pt x="1350" y="411"/>
                    <a:pt x="1354" y="407"/>
                    <a:pt x="1354" y="398"/>
                  </a:cubicBezTo>
                  <a:cubicBezTo>
                    <a:pt x="1380" y="415"/>
                    <a:pt x="1371" y="432"/>
                    <a:pt x="1388" y="449"/>
                  </a:cubicBezTo>
                  <a:lnTo>
                    <a:pt x="1287" y="424"/>
                  </a:lnTo>
                  <a:cubicBezTo>
                    <a:pt x="1287" y="424"/>
                    <a:pt x="1287" y="415"/>
                    <a:pt x="1287" y="415"/>
                  </a:cubicBezTo>
                  <a:lnTo>
                    <a:pt x="1270" y="441"/>
                  </a:lnTo>
                  <a:cubicBezTo>
                    <a:pt x="1244" y="432"/>
                    <a:pt x="1236" y="415"/>
                    <a:pt x="1244" y="415"/>
                  </a:cubicBezTo>
                  <a:cubicBezTo>
                    <a:pt x="1227" y="410"/>
                    <a:pt x="1212" y="409"/>
                    <a:pt x="1198" y="409"/>
                  </a:cubicBezTo>
                  <a:cubicBezTo>
                    <a:pt x="1191" y="409"/>
                    <a:pt x="1184" y="409"/>
                    <a:pt x="1177" y="409"/>
                  </a:cubicBezTo>
                  <a:cubicBezTo>
                    <a:pt x="1155" y="409"/>
                    <a:pt x="1134" y="407"/>
                    <a:pt x="1109" y="390"/>
                  </a:cubicBezTo>
                  <a:cubicBezTo>
                    <a:pt x="1126" y="386"/>
                    <a:pt x="1143" y="384"/>
                    <a:pt x="1159" y="384"/>
                  </a:cubicBezTo>
                  <a:cubicBezTo>
                    <a:pt x="1175" y="384"/>
                    <a:pt x="1189" y="386"/>
                    <a:pt x="1202" y="390"/>
                  </a:cubicBezTo>
                  <a:lnTo>
                    <a:pt x="1143" y="364"/>
                  </a:lnTo>
                  <a:cubicBezTo>
                    <a:pt x="1146" y="364"/>
                    <a:pt x="1149" y="364"/>
                    <a:pt x="1152" y="364"/>
                  </a:cubicBezTo>
                  <a:cubicBezTo>
                    <a:pt x="1179" y="364"/>
                    <a:pt x="1227" y="382"/>
                    <a:pt x="1255" y="382"/>
                  </a:cubicBezTo>
                  <a:cubicBezTo>
                    <a:pt x="1269" y="382"/>
                    <a:pt x="1278" y="377"/>
                    <a:pt x="1278" y="364"/>
                  </a:cubicBezTo>
                  <a:cubicBezTo>
                    <a:pt x="1202" y="348"/>
                    <a:pt x="1117" y="339"/>
                    <a:pt x="1033" y="331"/>
                  </a:cubicBezTo>
                  <a:cubicBezTo>
                    <a:pt x="1016" y="297"/>
                    <a:pt x="948" y="305"/>
                    <a:pt x="906" y="271"/>
                  </a:cubicBezTo>
                  <a:cubicBezTo>
                    <a:pt x="906" y="263"/>
                    <a:pt x="889" y="246"/>
                    <a:pt x="906" y="246"/>
                  </a:cubicBezTo>
                  <a:lnTo>
                    <a:pt x="923" y="246"/>
                  </a:lnTo>
                  <a:cubicBezTo>
                    <a:pt x="855" y="212"/>
                    <a:pt x="788" y="195"/>
                    <a:pt x="711" y="195"/>
                  </a:cubicBezTo>
                  <a:lnTo>
                    <a:pt x="694" y="153"/>
                  </a:lnTo>
                  <a:cubicBezTo>
                    <a:pt x="672" y="140"/>
                    <a:pt x="660" y="135"/>
                    <a:pt x="653" y="135"/>
                  </a:cubicBezTo>
                  <a:cubicBezTo>
                    <a:pt x="632" y="135"/>
                    <a:pt x="657" y="177"/>
                    <a:pt x="619" y="177"/>
                  </a:cubicBezTo>
                  <a:cubicBezTo>
                    <a:pt x="611" y="177"/>
                    <a:pt x="600" y="175"/>
                    <a:pt x="584" y="170"/>
                  </a:cubicBezTo>
                  <a:cubicBezTo>
                    <a:pt x="576" y="128"/>
                    <a:pt x="466" y="94"/>
                    <a:pt x="466" y="68"/>
                  </a:cubicBezTo>
                  <a:cubicBezTo>
                    <a:pt x="458" y="68"/>
                    <a:pt x="451" y="66"/>
                    <a:pt x="446" y="66"/>
                  </a:cubicBezTo>
                  <a:cubicBezTo>
                    <a:pt x="441" y="66"/>
                    <a:pt x="436" y="68"/>
                    <a:pt x="432" y="77"/>
                  </a:cubicBezTo>
                  <a:cubicBezTo>
                    <a:pt x="449" y="85"/>
                    <a:pt x="491" y="102"/>
                    <a:pt x="458" y="111"/>
                  </a:cubicBezTo>
                  <a:cubicBezTo>
                    <a:pt x="415" y="102"/>
                    <a:pt x="407" y="77"/>
                    <a:pt x="381" y="68"/>
                  </a:cubicBezTo>
                  <a:cubicBezTo>
                    <a:pt x="381" y="68"/>
                    <a:pt x="407" y="60"/>
                    <a:pt x="398" y="60"/>
                  </a:cubicBezTo>
                  <a:cubicBezTo>
                    <a:pt x="305" y="18"/>
                    <a:pt x="212" y="1"/>
                    <a:pt x="11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2"/>
            <p:cNvSpPr/>
            <p:nvPr/>
          </p:nvSpPr>
          <p:spPr>
            <a:xfrm>
              <a:off x="2569154" y="2175677"/>
              <a:ext cx="4503" cy="4063"/>
            </a:xfrm>
            <a:custGeom>
              <a:rect b="b" l="l" r="r" t="t"/>
              <a:pathLst>
                <a:path extrusionOk="0" h="51" w="77">
                  <a:moveTo>
                    <a:pt x="43" y="0"/>
                  </a:moveTo>
                  <a:lnTo>
                    <a:pt x="43" y="0"/>
                  </a:lnTo>
                  <a:cubicBezTo>
                    <a:pt x="34" y="17"/>
                    <a:pt x="1" y="34"/>
                    <a:pt x="17" y="51"/>
                  </a:cubicBezTo>
                  <a:cubicBezTo>
                    <a:pt x="9" y="26"/>
                    <a:pt x="77"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2"/>
            <p:cNvSpPr/>
            <p:nvPr/>
          </p:nvSpPr>
          <p:spPr>
            <a:xfrm>
              <a:off x="2568686" y="2175677"/>
              <a:ext cx="1988" cy="2071"/>
            </a:xfrm>
            <a:custGeom>
              <a:rect b="b" l="l" r="r" t="t"/>
              <a:pathLst>
                <a:path extrusionOk="0" h="26" w="34">
                  <a:moveTo>
                    <a:pt x="34" y="0"/>
                  </a:moveTo>
                  <a:lnTo>
                    <a:pt x="0" y="9"/>
                  </a:lnTo>
                  <a:cubicBezTo>
                    <a:pt x="0" y="9"/>
                    <a:pt x="9" y="17"/>
                    <a:pt x="0" y="26"/>
                  </a:cubicBezTo>
                  <a:lnTo>
                    <a:pt x="3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2"/>
            <p:cNvSpPr/>
            <p:nvPr/>
          </p:nvSpPr>
          <p:spPr>
            <a:xfrm>
              <a:off x="2555294" y="2164843"/>
              <a:ext cx="7485" cy="9559"/>
            </a:xfrm>
            <a:custGeom>
              <a:rect b="b" l="l" r="r" t="t"/>
              <a:pathLst>
                <a:path extrusionOk="0" h="120" w="128">
                  <a:moveTo>
                    <a:pt x="85" y="1"/>
                  </a:moveTo>
                  <a:cubicBezTo>
                    <a:pt x="35" y="35"/>
                    <a:pt x="43" y="85"/>
                    <a:pt x="1" y="119"/>
                  </a:cubicBezTo>
                  <a:cubicBezTo>
                    <a:pt x="35" y="119"/>
                    <a:pt x="128" y="77"/>
                    <a:pt x="111" y="35"/>
                  </a:cubicBezTo>
                  <a:lnTo>
                    <a:pt x="111" y="35"/>
                  </a:lnTo>
                  <a:cubicBezTo>
                    <a:pt x="102" y="60"/>
                    <a:pt x="85" y="85"/>
                    <a:pt x="60" y="94"/>
                  </a:cubicBezTo>
                  <a:cubicBezTo>
                    <a:pt x="26" y="60"/>
                    <a:pt x="102" y="52"/>
                    <a:pt x="8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2"/>
            <p:cNvSpPr/>
            <p:nvPr/>
          </p:nvSpPr>
          <p:spPr>
            <a:xfrm>
              <a:off x="2559271" y="2162214"/>
              <a:ext cx="2047" cy="2071"/>
            </a:xfrm>
            <a:custGeom>
              <a:rect b="b" l="l" r="r" t="t"/>
              <a:pathLst>
                <a:path extrusionOk="0" h="26" w="35">
                  <a:moveTo>
                    <a:pt x="26" y="0"/>
                  </a:moveTo>
                  <a:lnTo>
                    <a:pt x="0" y="25"/>
                  </a:lnTo>
                  <a:lnTo>
                    <a:pt x="9" y="25"/>
                  </a:lnTo>
                  <a:lnTo>
                    <a:pt x="3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2"/>
            <p:cNvSpPr/>
            <p:nvPr/>
          </p:nvSpPr>
          <p:spPr>
            <a:xfrm>
              <a:off x="2613191" y="2158151"/>
              <a:ext cx="1520" cy="2230"/>
            </a:xfrm>
            <a:custGeom>
              <a:rect b="b" l="l" r="r" t="t"/>
              <a:pathLst>
                <a:path extrusionOk="0" h="28" w="26">
                  <a:moveTo>
                    <a:pt x="26" y="0"/>
                  </a:moveTo>
                  <a:lnTo>
                    <a:pt x="26" y="0"/>
                  </a:lnTo>
                  <a:cubicBezTo>
                    <a:pt x="17" y="0"/>
                    <a:pt x="9" y="9"/>
                    <a:pt x="0" y="26"/>
                  </a:cubicBezTo>
                  <a:cubicBezTo>
                    <a:pt x="2" y="27"/>
                    <a:pt x="3" y="27"/>
                    <a:pt x="4" y="27"/>
                  </a:cubicBezTo>
                  <a:cubicBezTo>
                    <a:pt x="11" y="27"/>
                    <a:pt x="19" y="8"/>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2"/>
            <p:cNvSpPr/>
            <p:nvPr/>
          </p:nvSpPr>
          <p:spPr>
            <a:xfrm>
              <a:off x="2482075" y="1858229"/>
              <a:ext cx="14912" cy="7488"/>
            </a:xfrm>
            <a:custGeom>
              <a:rect b="b" l="l" r="r" t="t"/>
              <a:pathLst>
                <a:path extrusionOk="0" h="94" w="255">
                  <a:moveTo>
                    <a:pt x="1" y="1"/>
                  </a:moveTo>
                  <a:lnTo>
                    <a:pt x="110" y="41"/>
                  </a:lnTo>
                  <a:lnTo>
                    <a:pt x="110" y="41"/>
                  </a:lnTo>
                  <a:cubicBezTo>
                    <a:pt x="74" y="26"/>
                    <a:pt x="40" y="13"/>
                    <a:pt x="1" y="1"/>
                  </a:cubicBezTo>
                  <a:close/>
                  <a:moveTo>
                    <a:pt x="110" y="41"/>
                  </a:moveTo>
                  <a:lnTo>
                    <a:pt x="110" y="41"/>
                  </a:lnTo>
                  <a:cubicBezTo>
                    <a:pt x="151" y="58"/>
                    <a:pt x="196" y="76"/>
                    <a:pt x="254" y="94"/>
                  </a:cubicBezTo>
                  <a:lnTo>
                    <a:pt x="110" y="4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2"/>
            <p:cNvSpPr/>
            <p:nvPr/>
          </p:nvSpPr>
          <p:spPr>
            <a:xfrm>
              <a:off x="2645824" y="2113621"/>
              <a:ext cx="9474" cy="10913"/>
            </a:xfrm>
            <a:custGeom>
              <a:rect b="b" l="l" r="r" t="t"/>
              <a:pathLst>
                <a:path extrusionOk="0" h="137" w="162">
                  <a:moveTo>
                    <a:pt x="119" y="1"/>
                  </a:moveTo>
                  <a:cubicBezTo>
                    <a:pt x="68" y="52"/>
                    <a:pt x="60" y="94"/>
                    <a:pt x="1" y="136"/>
                  </a:cubicBezTo>
                  <a:cubicBezTo>
                    <a:pt x="102" y="119"/>
                    <a:pt x="77" y="26"/>
                    <a:pt x="161" y="9"/>
                  </a:cubicBezTo>
                  <a:lnTo>
                    <a:pt x="11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2"/>
            <p:cNvSpPr/>
            <p:nvPr/>
          </p:nvSpPr>
          <p:spPr>
            <a:xfrm>
              <a:off x="2653777" y="2117684"/>
              <a:ext cx="3509" cy="6134"/>
            </a:xfrm>
            <a:custGeom>
              <a:rect b="b" l="l" r="r" t="t"/>
              <a:pathLst>
                <a:path extrusionOk="0" h="77" w="60">
                  <a:moveTo>
                    <a:pt x="34" y="1"/>
                  </a:moveTo>
                  <a:lnTo>
                    <a:pt x="34" y="1"/>
                  </a:lnTo>
                  <a:cubicBezTo>
                    <a:pt x="0" y="35"/>
                    <a:pt x="34" y="43"/>
                    <a:pt x="0" y="60"/>
                  </a:cubicBezTo>
                  <a:lnTo>
                    <a:pt x="34" y="77"/>
                  </a:lnTo>
                  <a:cubicBezTo>
                    <a:pt x="9" y="60"/>
                    <a:pt x="59" y="18"/>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2"/>
            <p:cNvSpPr/>
            <p:nvPr/>
          </p:nvSpPr>
          <p:spPr>
            <a:xfrm>
              <a:off x="2622607" y="2100158"/>
              <a:ext cx="526" cy="2151"/>
            </a:xfrm>
            <a:custGeom>
              <a:rect b="b" l="l" r="r" t="t"/>
              <a:pathLst>
                <a:path extrusionOk="0" h="27" w="9">
                  <a:moveTo>
                    <a:pt x="9" y="1"/>
                  </a:moveTo>
                  <a:lnTo>
                    <a:pt x="0" y="18"/>
                  </a:lnTo>
                  <a:lnTo>
                    <a:pt x="0" y="26"/>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2"/>
            <p:cNvSpPr/>
            <p:nvPr/>
          </p:nvSpPr>
          <p:spPr>
            <a:xfrm>
              <a:off x="2670562" y="2106930"/>
              <a:ext cx="2515" cy="1434"/>
            </a:xfrm>
            <a:custGeom>
              <a:rect b="b" l="l" r="r" t="t"/>
              <a:pathLst>
                <a:path extrusionOk="0" h="18" w="43">
                  <a:moveTo>
                    <a:pt x="9" y="0"/>
                  </a:moveTo>
                  <a:lnTo>
                    <a:pt x="1" y="17"/>
                  </a:lnTo>
                  <a:lnTo>
                    <a:pt x="1" y="17"/>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2"/>
            <p:cNvSpPr/>
            <p:nvPr/>
          </p:nvSpPr>
          <p:spPr>
            <a:xfrm>
              <a:off x="2670562" y="2108284"/>
              <a:ext cx="58" cy="717"/>
            </a:xfrm>
            <a:custGeom>
              <a:rect b="b" l="l" r="r" t="t"/>
              <a:pathLst>
                <a:path extrusionOk="0" h="9" w="1">
                  <a:moveTo>
                    <a:pt x="1" y="9"/>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2"/>
            <p:cNvSpPr/>
            <p:nvPr/>
          </p:nvSpPr>
          <p:spPr>
            <a:xfrm>
              <a:off x="2619624" y="2096813"/>
              <a:ext cx="2515" cy="2788"/>
            </a:xfrm>
            <a:custGeom>
              <a:rect b="b" l="l" r="r" t="t"/>
              <a:pathLst>
                <a:path extrusionOk="0" h="35" w="43">
                  <a:moveTo>
                    <a:pt x="43" y="0"/>
                  </a:moveTo>
                  <a:lnTo>
                    <a:pt x="9" y="9"/>
                  </a:lnTo>
                  <a:lnTo>
                    <a:pt x="0" y="34"/>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2"/>
            <p:cNvSpPr/>
            <p:nvPr/>
          </p:nvSpPr>
          <p:spPr>
            <a:xfrm>
              <a:off x="2640385" y="2095458"/>
              <a:ext cx="2339" cy="2071"/>
            </a:xfrm>
            <a:custGeom>
              <a:rect b="b" l="l" r="r" t="t"/>
              <a:pathLst>
                <a:path extrusionOk="0" h="26" w="40">
                  <a:moveTo>
                    <a:pt x="18" y="1"/>
                  </a:moveTo>
                  <a:lnTo>
                    <a:pt x="3" y="22"/>
                  </a:lnTo>
                  <a:lnTo>
                    <a:pt x="3" y="22"/>
                  </a:lnTo>
                  <a:cubicBezTo>
                    <a:pt x="12" y="15"/>
                    <a:pt x="39" y="8"/>
                    <a:pt x="18" y="1"/>
                  </a:cubicBezTo>
                  <a:close/>
                  <a:moveTo>
                    <a:pt x="3" y="22"/>
                  </a:moveTo>
                  <a:lnTo>
                    <a:pt x="3" y="22"/>
                  </a:lnTo>
                  <a:cubicBezTo>
                    <a:pt x="2" y="23"/>
                    <a:pt x="1" y="25"/>
                    <a:pt x="1" y="26"/>
                  </a:cubicBezTo>
                  <a:lnTo>
                    <a:pt x="3" y="2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2"/>
            <p:cNvSpPr/>
            <p:nvPr/>
          </p:nvSpPr>
          <p:spPr>
            <a:xfrm>
              <a:off x="2681966" y="2096175"/>
              <a:ext cx="1520" cy="2071"/>
            </a:xfrm>
            <a:custGeom>
              <a:rect b="b" l="l" r="r" t="t"/>
              <a:pathLst>
                <a:path extrusionOk="0" h="26" w="26">
                  <a:moveTo>
                    <a:pt x="17" y="0"/>
                  </a:moveTo>
                  <a:lnTo>
                    <a:pt x="0" y="25"/>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2"/>
            <p:cNvSpPr/>
            <p:nvPr/>
          </p:nvSpPr>
          <p:spPr>
            <a:xfrm>
              <a:off x="2647812" y="2077137"/>
              <a:ext cx="3392" cy="2230"/>
            </a:xfrm>
            <a:custGeom>
              <a:rect b="b" l="l" r="r" t="t"/>
              <a:pathLst>
                <a:path extrusionOk="0" h="28" w="58">
                  <a:moveTo>
                    <a:pt x="46" y="0"/>
                  </a:moveTo>
                  <a:cubicBezTo>
                    <a:pt x="44" y="0"/>
                    <a:pt x="40" y="1"/>
                    <a:pt x="34" y="2"/>
                  </a:cubicBezTo>
                  <a:cubicBezTo>
                    <a:pt x="1" y="19"/>
                    <a:pt x="18" y="28"/>
                    <a:pt x="34" y="28"/>
                  </a:cubicBezTo>
                  <a:cubicBezTo>
                    <a:pt x="5" y="20"/>
                    <a:pt x="58" y="0"/>
                    <a:pt x="4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2"/>
            <p:cNvSpPr/>
            <p:nvPr/>
          </p:nvSpPr>
          <p:spPr>
            <a:xfrm>
              <a:off x="2675533" y="2071242"/>
              <a:ext cx="1053" cy="717"/>
            </a:xfrm>
            <a:custGeom>
              <a:rect b="b" l="l" r="r" t="t"/>
              <a:pathLst>
                <a:path extrusionOk="0" h="9" w="18">
                  <a:moveTo>
                    <a:pt x="17" y="0"/>
                  </a:moveTo>
                  <a:lnTo>
                    <a:pt x="17" y="0"/>
                  </a:lnTo>
                  <a:cubicBezTo>
                    <a:pt x="13" y="0"/>
                    <a:pt x="11" y="2"/>
                    <a:pt x="9" y="4"/>
                  </a:cubicBezTo>
                  <a:lnTo>
                    <a:pt x="17" y="0"/>
                  </a:lnTo>
                  <a:close/>
                  <a:moveTo>
                    <a:pt x="9" y="4"/>
                  </a:moveTo>
                  <a:lnTo>
                    <a:pt x="0" y="9"/>
                  </a:lnTo>
                  <a:cubicBezTo>
                    <a:pt x="5" y="9"/>
                    <a:pt x="7" y="6"/>
                    <a:pt x="9"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2"/>
            <p:cNvSpPr/>
            <p:nvPr/>
          </p:nvSpPr>
          <p:spPr>
            <a:xfrm>
              <a:off x="2673544" y="2071879"/>
              <a:ext cx="2047" cy="2071"/>
            </a:xfrm>
            <a:custGeom>
              <a:rect b="b" l="l" r="r" t="t"/>
              <a:pathLst>
                <a:path extrusionOk="0" h="26" w="35">
                  <a:moveTo>
                    <a:pt x="34" y="1"/>
                  </a:moveTo>
                  <a:cubicBezTo>
                    <a:pt x="26" y="9"/>
                    <a:pt x="9" y="9"/>
                    <a:pt x="0" y="26"/>
                  </a:cubicBezTo>
                  <a:cubicBezTo>
                    <a:pt x="26" y="17"/>
                    <a:pt x="26" y="17"/>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2"/>
            <p:cNvSpPr/>
            <p:nvPr/>
          </p:nvSpPr>
          <p:spPr>
            <a:xfrm>
              <a:off x="2682960" y="2063754"/>
              <a:ext cx="2047" cy="2151"/>
            </a:xfrm>
            <a:custGeom>
              <a:rect b="b" l="l" r="r" t="t"/>
              <a:pathLst>
                <a:path extrusionOk="0" h="27" w="35">
                  <a:moveTo>
                    <a:pt x="17" y="1"/>
                  </a:moveTo>
                  <a:lnTo>
                    <a:pt x="9" y="9"/>
                  </a:lnTo>
                  <a:cubicBezTo>
                    <a:pt x="9" y="18"/>
                    <a:pt x="0" y="26"/>
                    <a:pt x="9" y="26"/>
                  </a:cubicBezTo>
                  <a:cubicBezTo>
                    <a:pt x="17" y="18"/>
                    <a:pt x="34" y="18"/>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2"/>
            <p:cNvSpPr/>
            <p:nvPr/>
          </p:nvSpPr>
          <p:spPr>
            <a:xfrm>
              <a:off x="2667111" y="2055708"/>
              <a:ext cx="526" cy="3425"/>
            </a:xfrm>
            <a:custGeom>
              <a:rect b="b" l="l" r="r" t="t"/>
              <a:pathLst>
                <a:path extrusionOk="0" h="43" w="9">
                  <a:moveTo>
                    <a:pt x="9" y="0"/>
                  </a:moveTo>
                  <a:lnTo>
                    <a:pt x="1" y="43"/>
                  </a:lnTo>
                  <a:lnTo>
                    <a:pt x="9"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2"/>
            <p:cNvSpPr/>
            <p:nvPr/>
          </p:nvSpPr>
          <p:spPr>
            <a:xfrm>
              <a:off x="2709160" y="2042882"/>
              <a:ext cx="5029" cy="2151"/>
            </a:xfrm>
            <a:custGeom>
              <a:rect b="b" l="l" r="r" t="t"/>
              <a:pathLst>
                <a:path extrusionOk="0" h="27" w="86">
                  <a:moveTo>
                    <a:pt x="60" y="1"/>
                  </a:moveTo>
                  <a:lnTo>
                    <a:pt x="60" y="1"/>
                  </a:lnTo>
                  <a:cubicBezTo>
                    <a:pt x="34" y="1"/>
                    <a:pt x="17" y="18"/>
                    <a:pt x="1" y="26"/>
                  </a:cubicBezTo>
                  <a:cubicBezTo>
                    <a:pt x="17" y="18"/>
                    <a:pt x="85" y="18"/>
                    <a:pt x="6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2"/>
            <p:cNvSpPr/>
            <p:nvPr/>
          </p:nvSpPr>
          <p:spPr>
            <a:xfrm>
              <a:off x="2716060" y="2038820"/>
              <a:ext cx="1579" cy="2151"/>
            </a:xfrm>
            <a:custGeom>
              <a:rect b="b" l="l" r="r" t="t"/>
              <a:pathLst>
                <a:path extrusionOk="0" h="27" w="27">
                  <a:moveTo>
                    <a:pt x="9" y="1"/>
                  </a:moveTo>
                  <a:lnTo>
                    <a:pt x="1" y="26"/>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2"/>
            <p:cNvSpPr/>
            <p:nvPr/>
          </p:nvSpPr>
          <p:spPr>
            <a:xfrm>
              <a:off x="2686878" y="2039537"/>
              <a:ext cx="8480" cy="1434"/>
            </a:xfrm>
            <a:custGeom>
              <a:rect b="b" l="l" r="r" t="t"/>
              <a:pathLst>
                <a:path extrusionOk="0" h="18" w="145">
                  <a:moveTo>
                    <a:pt x="85" y="0"/>
                  </a:moveTo>
                  <a:cubicBezTo>
                    <a:pt x="69" y="0"/>
                    <a:pt x="48" y="4"/>
                    <a:pt x="28" y="4"/>
                  </a:cubicBezTo>
                  <a:cubicBezTo>
                    <a:pt x="19" y="4"/>
                    <a:pt x="9" y="3"/>
                    <a:pt x="1" y="0"/>
                  </a:cubicBezTo>
                  <a:lnTo>
                    <a:pt x="1" y="0"/>
                  </a:lnTo>
                  <a:cubicBezTo>
                    <a:pt x="9" y="9"/>
                    <a:pt x="35" y="9"/>
                    <a:pt x="58" y="9"/>
                  </a:cubicBezTo>
                  <a:cubicBezTo>
                    <a:pt x="81" y="9"/>
                    <a:pt x="102" y="9"/>
                    <a:pt x="102" y="17"/>
                  </a:cubicBezTo>
                  <a:cubicBezTo>
                    <a:pt x="145" y="9"/>
                    <a:pt x="132" y="9"/>
                    <a:pt x="113" y="9"/>
                  </a:cubicBezTo>
                  <a:cubicBezTo>
                    <a:pt x="94" y="9"/>
                    <a:pt x="69" y="9"/>
                    <a:pt x="8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2"/>
            <p:cNvSpPr/>
            <p:nvPr/>
          </p:nvSpPr>
          <p:spPr>
            <a:xfrm>
              <a:off x="2691849" y="2038182"/>
              <a:ext cx="1053" cy="717"/>
            </a:xfrm>
            <a:custGeom>
              <a:rect b="b" l="l" r="r" t="t"/>
              <a:pathLst>
                <a:path extrusionOk="0" h="9" w="18">
                  <a:moveTo>
                    <a:pt x="0" y="9"/>
                  </a:move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2"/>
            <p:cNvSpPr/>
            <p:nvPr/>
          </p:nvSpPr>
          <p:spPr>
            <a:xfrm>
              <a:off x="2703253" y="2023366"/>
              <a:ext cx="58" cy="80"/>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2"/>
            <p:cNvSpPr/>
            <p:nvPr/>
          </p:nvSpPr>
          <p:spPr>
            <a:xfrm>
              <a:off x="2692317" y="2033482"/>
              <a:ext cx="5029" cy="2071"/>
            </a:xfrm>
            <a:custGeom>
              <a:rect b="b" l="l" r="r" t="t"/>
              <a:pathLst>
                <a:path extrusionOk="0" h="26" w="86">
                  <a:moveTo>
                    <a:pt x="18" y="0"/>
                  </a:moveTo>
                  <a:cubicBezTo>
                    <a:pt x="1" y="9"/>
                    <a:pt x="9" y="9"/>
                    <a:pt x="26" y="9"/>
                  </a:cubicBezTo>
                  <a:lnTo>
                    <a:pt x="43" y="17"/>
                  </a:lnTo>
                  <a:cubicBezTo>
                    <a:pt x="57" y="17"/>
                    <a:pt x="71" y="17"/>
                    <a:pt x="81" y="22"/>
                  </a:cubicBezTo>
                  <a:lnTo>
                    <a:pt x="81" y="22"/>
                  </a:lnTo>
                  <a:cubicBezTo>
                    <a:pt x="72" y="13"/>
                    <a:pt x="83" y="0"/>
                    <a:pt x="69" y="0"/>
                  </a:cubicBezTo>
                  <a:close/>
                  <a:moveTo>
                    <a:pt x="81" y="22"/>
                  </a:moveTo>
                  <a:cubicBezTo>
                    <a:pt x="82" y="23"/>
                    <a:pt x="83" y="25"/>
                    <a:pt x="86" y="26"/>
                  </a:cubicBezTo>
                  <a:cubicBezTo>
                    <a:pt x="84" y="24"/>
                    <a:pt x="82" y="23"/>
                    <a:pt x="81" y="2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2"/>
            <p:cNvSpPr/>
            <p:nvPr/>
          </p:nvSpPr>
          <p:spPr>
            <a:xfrm>
              <a:off x="2706703" y="1984969"/>
              <a:ext cx="5497" cy="2071"/>
            </a:xfrm>
            <a:custGeom>
              <a:rect b="b" l="l" r="r" t="t"/>
              <a:pathLst>
                <a:path extrusionOk="0" h="26" w="94">
                  <a:moveTo>
                    <a:pt x="43" y="0"/>
                  </a:moveTo>
                  <a:lnTo>
                    <a:pt x="43" y="0"/>
                  </a:lnTo>
                  <a:cubicBezTo>
                    <a:pt x="51" y="17"/>
                    <a:pt x="0" y="17"/>
                    <a:pt x="34" y="17"/>
                  </a:cubicBezTo>
                  <a:lnTo>
                    <a:pt x="93" y="26"/>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2"/>
            <p:cNvSpPr/>
            <p:nvPr/>
          </p:nvSpPr>
          <p:spPr>
            <a:xfrm>
              <a:off x="2708165" y="1984969"/>
              <a:ext cx="1053" cy="80"/>
            </a:xfrm>
            <a:custGeom>
              <a:rect b="b" l="l" r="r" t="t"/>
              <a:pathLst>
                <a:path extrusionOk="0" h="1" w="18">
                  <a:moveTo>
                    <a:pt x="1" y="0"/>
                  </a:move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2"/>
            <p:cNvSpPr/>
            <p:nvPr/>
          </p:nvSpPr>
          <p:spPr>
            <a:xfrm>
              <a:off x="2709686" y="2025357"/>
              <a:ext cx="3509" cy="1434"/>
            </a:xfrm>
            <a:custGeom>
              <a:rect b="b" l="l" r="r" t="t"/>
              <a:pathLst>
                <a:path extrusionOk="0" h="18" w="60">
                  <a:moveTo>
                    <a:pt x="0" y="1"/>
                  </a:moveTo>
                  <a:cubicBezTo>
                    <a:pt x="17" y="9"/>
                    <a:pt x="34" y="18"/>
                    <a:pt x="51" y="18"/>
                  </a:cubicBezTo>
                  <a:cubicBezTo>
                    <a:pt x="59" y="18"/>
                    <a:pt x="25"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2"/>
            <p:cNvSpPr/>
            <p:nvPr/>
          </p:nvSpPr>
          <p:spPr>
            <a:xfrm>
              <a:off x="2689861" y="1978915"/>
              <a:ext cx="4035" cy="2708"/>
            </a:xfrm>
            <a:custGeom>
              <a:rect b="b" l="l" r="r" t="t"/>
              <a:pathLst>
                <a:path extrusionOk="0" h="34" w="69">
                  <a:moveTo>
                    <a:pt x="1" y="0"/>
                  </a:moveTo>
                  <a:lnTo>
                    <a:pt x="1" y="9"/>
                  </a:lnTo>
                  <a:lnTo>
                    <a:pt x="9" y="9"/>
                  </a:lnTo>
                  <a:lnTo>
                    <a:pt x="26" y="17"/>
                  </a:lnTo>
                  <a:lnTo>
                    <a:pt x="68" y="34"/>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2"/>
            <p:cNvSpPr/>
            <p:nvPr/>
          </p:nvSpPr>
          <p:spPr>
            <a:xfrm>
              <a:off x="2678515" y="1968081"/>
              <a:ext cx="1988" cy="797"/>
            </a:xfrm>
            <a:custGeom>
              <a:rect b="b" l="l" r="r" t="t"/>
              <a:pathLst>
                <a:path extrusionOk="0" h="10" w="34">
                  <a:moveTo>
                    <a:pt x="0" y="1"/>
                  </a:moveTo>
                  <a:lnTo>
                    <a:pt x="0" y="9"/>
                  </a:lnTo>
                  <a:lnTo>
                    <a:pt x="34" y="9"/>
                  </a:lnTo>
                  <a:lnTo>
                    <a:pt x="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2"/>
            <p:cNvSpPr/>
            <p:nvPr/>
          </p:nvSpPr>
          <p:spPr>
            <a:xfrm>
              <a:off x="2676995" y="2023366"/>
              <a:ext cx="2047" cy="2310"/>
            </a:xfrm>
            <a:custGeom>
              <a:rect b="b" l="l" r="r" t="t"/>
              <a:pathLst>
                <a:path extrusionOk="0" h="29" w="35">
                  <a:moveTo>
                    <a:pt x="9" y="0"/>
                  </a:moveTo>
                  <a:cubicBezTo>
                    <a:pt x="6" y="9"/>
                    <a:pt x="6" y="12"/>
                    <a:pt x="8" y="12"/>
                  </a:cubicBezTo>
                  <a:cubicBezTo>
                    <a:pt x="11" y="12"/>
                    <a:pt x="17" y="7"/>
                    <a:pt x="22" y="7"/>
                  </a:cubicBezTo>
                  <a:cubicBezTo>
                    <a:pt x="23" y="7"/>
                    <a:pt x="25" y="8"/>
                    <a:pt x="26" y="9"/>
                  </a:cubicBezTo>
                  <a:lnTo>
                    <a:pt x="1" y="26"/>
                  </a:lnTo>
                  <a:cubicBezTo>
                    <a:pt x="1" y="27"/>
                    <a:pt x="2" y="28"/>
                    <a:pt x="4" y="28"/>
                  </a:cubicBezTo>
                  <a:cubicBezTo>
                    <a:pt x="12" y="28"/>
                    <a:pt x="35" y="16"/>
                    <a:pt x="35" y="9"/>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2"/>
            <p:cNvSpPr/>
            <p:nvPr/>
          </p:nvSpPr>
          <p:spPr>
            <a:xfrm>
              <a:off x="2560265" y="1897980"/>
              <a:ext cx="55965" cy="36484"/>
            </a:xfrm>
            <a:custGeom>
              <a:rect b="b" l="l" r="r" t="t"/>
              <a:pathLst>
                <a:path extrusionOk="0" h="458" w="957">
                  <a:moveTo>
                    <a:pt x="0" y="1"/>
                  </a:moveTo>
                  <a:lnTo>
                    <a:pt x="0" y="1"/>
                  </a:lnTo>
                  <a:cubicBezTo>
                    <a:pt x="26" y="18"/>
                    <a:pt x="43" y="35"/>
                    <a:pt x="68" y="52"/>
                  </a:cubicBezTo>
                  <a:cubicBezTo>
                    <a:pt x="17" y="69"/>
                    <a:pt x="110" y="77"/>
                    <a:pt x="85" y="102"/>
                  </a:cubicBezTo>
                  <a:cubicBezTo>
                    <a:pt x="60" y="102"/>
                    <a:pt x="43" y="94"/>
                    <a:pt x="26" y="77"/>
                  </a:cubicBezTo>
                  <a:cubicBezTo>
                    <a:pt x="17" y="94"/>
                    <a:pt x="26" y="111"/>
                    <a:pt x="17" y="128"/>
                  </a:cubicBezTo>
                  <a:cubicBezTo>
                    <a:pt x="35" y="143"/>
                    <a:pt x="51" y="148"/>
                    <a:pt x="67" y="148"/>
                  </a:cubicBezTo>
                  <a:cubicBezTo>
                    <a:pt x="90" y="148"/>
                    <a:pt x="111" y="139"/>
                    <a:pt x="134" y="139"/>
                  </a:cubicBezTo>
                  <a:cubicBezTo>
                    <a:pt x="148" y="139"/>
                    <a:pt x="162" y="142"/>
                    <a:pt x="178" y="153"/>
                  </a:cubicBezTo>
                  <a:cubicBezTo>
                    <a:pt x="169" y="170"/>
                    <a:pt x="144" y="170"/>
                    <a:pt x="186" y="187"/>
                  </a:cubicBezTo>
                  <a:lnTo>
                    <a:pt x="169" y="187"/>
                  </a:lnTo>
                  <a:cubicBezTo>
                    <a:pt x="229" y="194"/>
                    <a:pt x="216" y="231"/>
                    <a:pt x="240" y="231"/>
                  </a:cubicBezTo>
                  <a:cubicBezTo>
                    <a:pt x="247" y="231"/>
                    <a:pt x="256" y="228"/>
                    <a:pt x="271" y="221"/>
                  </a:cubicBezTo>
                  <a:lnTo>
                    <a:pt x="271" y="221"/>
                  </a:lnTo>
                  <a:lnTo>
                    <a:pt x="263" y="246"/>
                  </a:lnTo>
                  <a:cubicBezTo>
                    <a:pt x="305" y="246"/>
                    <a:pt x="347" y="263"/>
                    <a:pt x="389" y="280"/>
                  </a:cubicBezTo>
                  <a:cubicBezTo>
                    <a:pt x="499" y="289"/>
                    <a:pt x="449" y="297"/>
                    <a:pt x="559" y="331"/>
                  </a:cubicBezTo>
                  <a:lnTo>
                    <a:pt x="499" y="339"/>
                  </a:lnTo>
                  <a:cubicBezTo>
                    <a:pt x="513" y="349"/>
                    <a:pt x="523" y="351"/>
                    <a:pt x="533" y="351"/>
                  </a:cubicBezTo>
                  <a:cubicBezTo>
                    <a:pt x="540" y="351"/>
                    <a:pt x="547" y="350"/>
                    <a:pt x="554" y="350"/>
                  </a:cubicBezTo>
                  <a:cubicBezTo>
                    <a:pt x="561" y="350"/>
                    <a:pt x="568" y="351"/>
                    <a:pt x="576" y="356"/>
                  </a:cubicBezTo>
                  <a:cubicBezTo>
                    <a:pt x="576" y="356"/>
                    <a:pt x="576" y="371"/>
                    <a:pt x="561" y="374"/>
                  </a:cubicBezTo>
                  <a:lnTo>
                    <a:pt x="561" y="374"/>
                  </a:lnTo>
                  <a:lnTo>
                    <a:pt x="542" y="373"/>
                  </a:lnTo>
                  <a:lnTo>
                    <a:pt x="542" y="373"/>
                  </a:lnTo>
                  <a:cubicBezTo>
                    <a:pt x="547" y="374"/>
                    <a:pt x="551" y="375"/>
                    <a:pt x="554" y="375"/>
                  </a:cubicBezTo>
                  <a:cubicBezTo>
                    <a:pt x="557" y="375"/>
                    <a:pt x="559" y="375"/>
                    <a:pt x="561" y="374"/>
                  </a:cubicBezTo>
                  <a:lnTo>
                    <a:pt x="561" y="374"/>
                  </a:lnTo>
                  <a:lnTo>
                    <a:pt x="694" y="382"/>
                  </a:lnTo>
                  <a:cubicBezTo>
                    <a:pt x="736" y="373"/>
                    <a:pt x="702" y="365"/>
                    <a:pt x="702" y="348"/>
                  </a:cubicBezTo>
                  <a:cubicBezTo>
                    <a:pt x="704" y="347"/>
                    <a:pt x="706" y="346"/>
                    <a:pt x="709" y="346"/>
                  </a:cubicBezTo>
                  <a:cubicBezTo>
                    <a:pt x="730" y="346"/>
                    <a:pt x="769" y="375"/>
                    <a:pt x="762" y="390"/>
                  </a:cubicBezTo>
                  <a:cubicBezTo>
                    <a:pt x="762" y="399"/>
                    <a:pt x="751" y="399"/>
                    <a:pt x="743" y="399"/>
                  </a:cubicBezTo>
                  <a:cubicBezTo>
                    <a:pt x="734" y="399"/>
                    <a:pt x="728" y="399"/>
                    <a:pt x="736" y="407"/>
                  </a:cubicBezTo>
                  <a:lnTo>
                    <a:pt x="795" y="382"/>
                  </a:lnTo>
                  <a:lnTo>
                    <a:pt x="795" y="382"/>
                  </a:lnTo>
                  <a:cubicBezTo>
                    <a:pt x="826" y="412"/>
                    <a:pt x="795" y="418"/>
                    <a:pt x="759" y="418"/>
                  </a:cubicBezTo>
                  <a:cubicBezTo>
                    <a:pt x="735" y="418"/>
                    <a:pt x="707" y="415"/>
                    <a:pt x="694" y="415"/>
                  </a:cubicBezTo>
                  <a:cubicBezTo>
                    <a:pt x="745" y="449"/>
                    <a:pt x="779" y="432"/>
                    <a:pt x="838" y="458"/>
                  </a:cubicBezTo>
                  <a:cubicBezTo>
                    <a:pt x="829" y="449"/>
                    <a:pt x="821" y="432"/>
                    <a:pt x="812" y="415"/>
                  </a:cubicBezTo>
                  <a:cubicBezTo>
                    <a:pt x="815" y="409"/>
                    <a:pt x="820" y="406"/>
                    <a:pt x="826" y="406"/>
                  </a:cubicBezTo>
                  <a:cubicBezTo>
                    <a:pt x="846" y="406"/>
                    <a:pt x="882" y="428"/>
                    <a:pt x="914" y="441"/>
                  </a:cubicBezTo>
                  <a:cubicBezTo>
                    <a:pt x="897" y="415"/>
                    <a:pt x="914" y="415"/>
                    <a:pt x="939" y="415"/>
                  </a:cubicBezTo>
                  <a:lnTo>
                    <a:pt x="956" y="415"/>
                  </a:lnTo>
                  <a:cubicBezTo>
                    <a:pt x="956" y="407"/>
                    <a:pt x="956" y="399"/>
                    <a:pt x="956" y="399"/>
                  </a:cubicBezTo>
                  <a:cubicBezTo>
                    <a:pt x="914" y="390"/>
                    <a:pt x="897" y="356"/>
                    <a:pt x="872" y="348"/>
                  </a:cubicBezTo>
                  <a:cubicBezTo>
                    <a:pt x="872" y="361"/>
                    <a:pt x="867" y="365"/>
                    <a:pt x="859" y="365"/>
                  </a:cubicBezTo>
                  <a:cubicBezTo>
                    <a:pt x="836" y="365"/>
                    <a:pt x="785" y="322"/>
                    <a:pt x="753" y="322"/>
                  </a:cubicBezTo>
                  <a:lnTo>
                    <a:pt x="719" y="314"/>
                  </a:lnTo>
                  <a:lnTo>
                    <a:pt x="711" y="306"/>
                  </a:lnTo>
                  <a:cubicBezTo>
                    <a:pt x="711" y="306"/>
                    <a:pt x="719" y="297"/>
                    <a:pt x="736" y="297"/>
                  </a:cubicBezTo>
                  <a:cubicBezTo>
                    <a:pt x="724" y="297"/>
                    <a:pt x="692" y="283"/>
                    <a:pt x="677" y="283"/>
                  </a:cubicBezTo>
                  <a:cubicBezTo>
                    <a:pt x="672" y="283"/>
                    <a:pt x="669" y="284"/>
                    <a:pt x="669" y="289"/>
                  </a:cubicBezTo>
                  <a:lnTo>
                    <a:pt x="550" y="238"/>
                  </a:lnTo>
                  <a:cubicBezTo>
                    <a:pt x="542" y="229"/>
                    <a:pt x="542" y="229"/>
                    <a:pt x="542" y="221"/>
                  </a:cubicBezTo>
                  <a:cubicBezTo>
                    <a:pt x="533" y="221"/>
                    <a:pt x="533" y="229"/>
                    <a:pt x="533" y="229"/>
                  </a:cubicBez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2"/>
            <p:cNvSpPr/>
            <p:nvPr/>
          </p:nvSpPr>
          <p:spPr>
            <a:xfrm>
              <a:off x="2609741" y="1934385"/>
              <a:ext cx="1520" cy="797"/>
            </a:xfrm>
            <a:custGeom>
              <a:rect b="b" l="l" r="r" t="t"/>
              <a:pathLst>
                <a:path extrusionOk="0" h="10" w="26">
                  <a:moveTo>
                    <a:pt x="0" y="1"/>
                  </a:moveTo>
                  <a:lnTo>
                    <a:pt x="0" y="1"/>
                  </a:lnTo>
                  <a:cubicBezTo>
                    <a:pt x="9" y="9"/>
                    <a:pt x="17" y="9"/>
                    <a:pt x="26" y="9"/>
                  </a:cubicBezTo>
                  <a:cubicBezTo>
                    <a:pt x="17" y="9"/>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2"/>
            <p:cNvSpPr/>
            <p:nvPr/>
          </p:nvSpPr>
          <p:spPr>
            <a:xfrm>
              <a:off x="2558744" y="1896705"/>
              <a:ext cx="2047" cy="1354"/>
            </a:xfrm>
            <a:custGeom>
              <a:rect b="b" l="l" r="r" t="t"/>
              <a:pathLst>
                <a:path extrusionOk="0" h="17" w="35">
                  <a:moveTo>
                    <a:pt x="1" y="0"/>
                  </a:moveTo>
                  <a:lnTo>
                    <a:pt x="35" y="17"/>
                  </a:lnTo>
                  <a:cubicBezTo>
                    <a:pt x="26" y="9"/>
                    <a:pt x="18"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2"/>
            <p:cNvSpPr/>
            <p:nvPr/>
          </p:nvSpPr>
          <p:spPr>
            <a:xfrm>
              <a:off x="2618162" y="1932393"/>
              <a:ext cx="5497" cy="4142"/>
            </a:xfrm>
            <a:custGeom>
              <a:rect b="b" l="l" r="r" t="t"/>
              <a:pathLst>
                <a:path extrusionOk="0" h="52" w="94">
                  <a:moveTo>
                    <a:pt x="17" y="0"/>
                  </a:moveTo>
                  <a:cubicBezTo>
                    <a:pt x="17" y="9"/>
                    <a:pt x="0" y="17"/>
                    <a:pt x="0" y="26"/>
                  </a:cubicBezTo>
                  <a:lnTo>
                    <a:pt x="68" y="51"/>
                  </a:lnTo>
                  <a:cubicBezTo>
                    <a:pt x="59" y="38"/>
                    <a:pt x="63" y="36"/>
                    <a:pt x="71" y="36"/>
                  </a:cubicBezTo>
                  <a:cubicBezTo>
                    <a:pt x="75" y="36"/>
                    <a:pt x="79" y="37"/>
                    <a:pt x="83" y="37"/>
                  </a:cubicBezTo>
                  <a:cubicBezTo>
                    <a:pt x="87" y="37"/>
                    <a:pt x="91" y="36"/>
                    <a:pt x="93" y="34"/>
                  </a:cubicBez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2"/>
            <p:cNvSpPr/>
            <p:nvPr/>
          </p:nvSpPr>
          <p:spPr>
            <a:xfrm>
              <a:off x="2616641" y="1930402"/>
              <a:ext cx="2515" cy="2071"/>
            </a:xfrm>
            <a:custGeom>
              <a:rect b="b" l="l" r="r" t="t"/>
              <a:pathLst>
                <a:path extrusionOk="0" h="26" w="43">
                  <a:moveTo>
                    <a:pt x="26" y="0"/>
                  </a:moveTo>
                  <a:cubicBezTo>
                    <a:pt x="18" y="0"/>
                    <a:pt x="9" y="8"/>
                    <a:pt x="1" y="8"/>
                  </a:cubicBezTo>
                  <a:lnTo>
                    <a:pt x="43" y="25"/>
                  </a:lnTo>
                  <a:cubicBezTo>
                    <a:pt x="43" y="17"/>
                    <a:pt x="43" y="8"/>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2"/>
            <p:cNvSpPr/>
            <p:nvPr/>
          </p:nvSpPr>
          <p:spPr>
            <a:xfrm>
              <a:off x="2602781" y="1971507"/>
              <a:ext cx="2573" cy="717"/>
            </a:xfrm>
            <a:custGeom>
              <a:rect b="b" l="l" r="r" t="t"/>
              <a:pathLst>
                <a:path extrusionOk="0" h="9" w="44">
                  <a:moveTo>
                    <a:pt x="1" y="0"/>
                  </a:moveTo>
                  <a:lnTo>
                    <a:pt x="43" y="9"/>
                  </a:lnTo>
                  <a:lnTo>
                    <a:pt x="43" y="9"/>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2"/>
            <p:cNvSpPr/>
            <p:nvPr/>
          </p:nvSpPr>
          <p:spPr>
            <a:xfrm>
              <a:off x="2593424" y="1960673"/>
              <a:ext cx="3509" cy="2151"/>
            </a:xfrm>
            <a:custGeom>
              <a:rect b="b" l="l" r="r" t="t"/>
              <a:pathLst>
                <a:path extrusionOk="0" h="27" w="60">
                  <a:moveTo>
                    <a:pt x="0" y="1"/>
                  </a:moveTo>
                  <a:cubicBezTo>
                    <a:pt x="9" y="26"/>
                    <a:pt x="51" y="26"/>
                    <a:pt x="59" y="26"/>
                  </a:cubicBezTo>
                  <a:cubicBezTo>
                    <a:pt x="42" y="18"/>
                    <a:pt x="17"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2"/>
            <p:cNvSpPr/>
            <p:nvPr/>
          </p:nvSpPr>
          <p:spPr>
            <a:xfrm>
              <a:off x="2589915" y="1974852"/>
              <a:ext cx="2047" cy="80"/>
            </a:xfrm>
            <a:custGeom>
              <a:rect b="b" l="l" r="r" t="t"/>
              <a:pathLst>
                <a:path extrusionOk="0" h="1" w="35">
                  <a:moveTo>
                    <a:pt x="35" y="0"/>
                  </a:moveTo>
                  <a:lnTo>
                    <a:pt x="1"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2"/>
            <p:cNvSpPr/>
            <p:nvPr/>
          </p:nvSpPr>
          <p:spPr>
            <a:xfrm>
              <a:off x="2539445" y="1894634"/>
              <a:ext cx="1053" cy="797"/>
            </a:xfrm>
            <a:custGeom>
              <a:rect b="b" l="l" r="r" t="t"/>
              <a:pathLst>
                <a:path extrusionOk="0" h="10" w="18">
                  <a:moveTo>
                    <a:pt x="18" y="9"/>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2"/>
            <p:cNvSpPr/>
            <p:nvPr/>
          </p:nvSpPr>
          <p:spPr>
            <a:xfrm>
              <a:off x="2527749" y="1882446"/>
              <a:ext cx="34679" cy="21747"/>
            </a:xfrm>
            <a:custGeom>
              <a:rect b="b" l="l" r="r" t="t"/>
              <a:pathLst>
                <a:path extrusionOk="0" h="273" w="593">
                  <a:moveTo>
                    <a:pt x="37" y="0"/>
                  </a:moveTo>
                  <a:cubicBezTo>
                    <a:pt x="0" y="0"/>
                    <a:pt x="62" y="44"/>
                    <a:pt x="15" y="52"/>
                  </a:cubicBezTo>
                  <a:cubicBezTo>
                    <a:pt x="62" y="72"/>
                    <a:pt x="119" y="113"/>
                    <a:pt x="153" y="113"/>
                  </a:cubicBezTo>
                  <a:cubicBezTo>
                    <a:pt x="161" y="113"/>
                    <a:pt x="168" y="111"/>
                    <a:pt x="173" y="106"/>
                  </a:cubicBezTo>
                  <a:lnTo>
                    <a:pt x="173" y="106"/>
                  </a:lnTo>
                  <a:cubicBezTo>
                    <a:pt x="169" y="111"/>
                    <a:pt x="163" y="122"/>
                    <a:pt x="176" y="128"/>
                  </a:cubicBezTo>
                  <a:lnTo>
                    <a:pt x="218" y="111"/>
                  </a:lnTo>
                  <a:lnTo>
                    <a:pt x="193" y="86"/>
                  </a:lnTo>
                  <a:cubicBezTo>
                    <a:pt x="252" y="86"/>
                    <a:pt x="319" y="111"/>
                    <a:pt x="362" y="162"/>
                  </a:cubicBezTo>
                  <a:cubicBezTo>
                    <a:pt x="346" y="156"/>
                    <a:pt x="335" y="154"/>
                    <a:pt x="326" y="154"/>
                  </a:cubicBezTo>
                  <a:cubicBezTo>
                    <a:pt x="312" y="154"/>
                    <a:pt x="304" y="159"/>
                    <a:pt x="293" y="159"/>
                  </a:cubicBezTo>
                  <a:cubicBezTo>
                    <a:pt x="279" y="159"/>
                    <a:pt x="261" y="153"/>
                    <a:pt x="226" y="128"/>
                  </a:cubicBezTo>
                  <a:lnTo>
                    <a:pt x="226" y="128"/>
                  </a:lnTo>
                  <a:cubicBezTo>
                    <a:pt x="226" y="145"/>
                    <a:pt x="235" y="162"/>
                    <a:pt x="218" y="162"/>
                  </a:cubicBezTo>
                  <a:cubicBezTo>
                    <a:pt x="319" y="204"/>
                    <a:pt x="421" y="238"/>
                    <a:pt x="531" y="272"/>
                  </a:cubicBezTo>
                  <a:cubicBezTo>
                    <a:pt x="504" y="245"/>
                    <a:pt x="509" y="240"/>
                    <a:pt x="525" y="240"/>
                  </a:cubicBezTo>
                  <a:cubicBezTo>
                    <a:pt x="535" y="240"/>
                    <a:pt x="550" y="242"/>
                    <a:pt x="563" y="242"/>
                  </a:cubicBezTo>
                  <a:cubicBezTo>
                    <a:pt x="580" y="242"/>
                    <a:pt x="593" y="238"/>
                    <a:pt x="590" y="221"/>
                  </a:cubicBezTo>
                  <a:lnTo>
                    <a:pt x="539" y="213"/>
                  </a:lnTo>
                  <a:lnTo>
                    <a:pt x="548" y="204"/>
                  </a:lnTo>
                  <a:lnTo>
                    <a:pt x="489" y="179"/>
                  </a:lnTo>
                  <a:lnTo>
                    <a:pt x="489" y="179"/>
                  </a:lnTo>
                  <a:cubicBezTo>
                    <a:pt x="489" y="204"/>
                    <a:pt x="497" y="213"/>
                    <a:pt x="489" y="230"/>
                  </a:cubicBezTo>
                  <a:cubicBezTo>
                    <a:pt x="412" y="188"/>
                    <a:pt x="472" y="196"/>
                    <a:pt x="429" y="145"/>
                  </a:cubicBezTo>
                  <a:lnTo>
                    <a:pt x="345" y="111"/>
                  </a:lnTo>
                  <a:lnTo>
                    <a:pt x="336" y="111"/>
                  </a:lnTo>
                  <a:lnTo>
                    <a:pt x="49" y="1"/>
                  </a:lnTo>
                  <a:cubicBezTo>
                    <a:pt x="44" y="1"/>
                    <a:pt x="40" y="0"/>
                    <a:pt x="3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2"/>
            <p:cNvSpPr/>
            <p:nvPr/>
          </p:nvSpPr>
          <p:spPr>
            <a:xfrm>
              <a:off x="2496929" y="1868346"/>
              <a:ext cx="526" cy="80"/>
            </a:xfrm>
            <a:custGeom>
              <a:rect b="b" l="l" r="r" t="t"/>
              <a:pathLst>
                <a:path extrusionOk="0" h="1" w="9">
                  <a:moveTo>
                    <a:pt x="9" y="1"/>
                  </a:moveTo>
                  <a:lnTo>
                    <a:pt x="9" y="1"/>
                  </a:lnTo>
                  <a:cubicBezTo>
                    <a:pt x="9" y="1"/>
                    <a:pt x="0"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2"/>
            <p:cNvSpPr/>
            <p:nvPr/>
          </p:nvSpPr>
          <p:spPr>
            <a:xfrm>
              <a:off x="2497397" y="1866354"/>
              <a:ext cx="5497" cy="4142"/>
            </a:xfrm>
            <a:custGeom>
              <a:rect b="b" l="l" r="r" t="t"/>
              <a:pathLst>
                <a:path extrusionOk="0" h="52" w="94">
                  <a:moveTo>
                    <a:pt x="18" y="0"/>
                  </a:moveTo>
                  <a:lnTo>
                    <a:pt x="1" y="26"/>
                  </a:lnTo>
                  <a:cubicBezTo>
                    <a:pt x="9" y="26"/>
                    <a:pt x="43" y="26"/>
                    <a:pt x="52" y="34"/>
                  </a:cubicBezTo>
                  <a:lnTo>
                    <a:pt x="35" y="51"/>
                  </a:lnTo>
                  <a:lnTo>
                    <a:pt x="35" y="51"/>
                  </a:lnTo>
                  <a:lnTo>
                    <a:pt x="94" y="34"/>
                  </a:ln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2"/>
            <p:cNvSpPr/>
            <p:nvPr/>
          </p:nvSpPr>
          <p:spPr>
            <a:xfrm>
              <a:off x="2501900" y="1869621"/>
              <a:ext cx="5497" cy="4222"/>
            </a:xfrm>
            <a:custGeom>
              <a:rect b="b" l="l" r="r" t="t"/>
              <a:pathLst>
                <a:path extrusionOk="0" h="53" w="94">
                  <a:moveTo>
                    <a:pt x="75" y="0"/>
                  </a:moveTo>
                  <a:cubicBezTo>
                    <a:pt x="41" y="0"/>
                    <a:pt x="36" y="22"/>
                    <a:pt x="51" y="44"/>
                  </a:cubicBezTo>
                  <a:cubicBezTo>
                    <a:pt x="18" y="44"/>
                    <a:pt x="31" y="19"/>
                    <a:pt x="23" y="19"/>
                  </a:cubicBezTo>
                  <a:lnTo>
                    <a:pt x="23" y="19"/>
                  </a:lnTo>
                  <a:cubicBezTo>
                    <a:pt x="21" y="19"/>
                    <a:pt x="16" y="21"/>
                    <a:pt x="9" y="27"/>
                  </a:cubicBezTo>
                  <a:cubicBezTo>
                    <a:pt x="0" y="44"/>
                    <a:pt x="51" y="52"/>
                    <a:pt x="59" y="52"/>
                  </a:cubicBezTo>
                  <a:lnTo>
                    <a:pt x="93" y="2"/>
                  </a:lnTo>
                  <a:cubicBezTo>
                    <a:pt x="86" y="1"/>
                    <a:pt x="80" y="0"/>
                    <a:pt x="7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2"/>
            <p:cNvSpPr/>
            <p:nvPr/>
          </p:nvSpPr>
          <p:spPr>
            <a:xfrm>
              <a:off x="2523129" y="1881171"/>
              <a:ext cx="2047" cy="2071"/>
            </a:xfrm>
            <a:custGeom>
              <a:rect b="b" l="l" r="r" t="t"/>
              <a:pathLst>
                <a:path extrusionOk="0" h="26" w="35">
                  <a:moveTo>
                    <a:pt x="18" y="0"/>
                  </a:moveTo>
                  <a:lnTo>
                    <a:pt x="1" y="9"/>
                  </a:lnTo>
                  <a:lnTo>
                    <a:pt x="35" y="26"/>
                  </a:ln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2"/>
            <p:cNvSpPr/>
            <p:nvPr/>
          </p:nvSpPr>
          <p:spPr>
            <a:xfrm>
              <a:off x="2521667" y="1880534"/>
              <a:ext cx="1520" cy="2071"/>
            </a:xfrm>
            <a:custGeom>
              <a:rect b="b" l="l" r="r" t="t"/>
              <a:pathLst>
                <a:path extrusionOk="0" h="26" w="26">
                  <a:moveTo>
                    <a:pt x="0" y="0"/>
                  </a:moveTo>
                  <a:cubicBezTo>
                    <a:pt x="0" y="8"/>
                    <a:pt x="0" y="17"/>
                    <a:pt x="0" y="25"/>
                  </a:cubicBezTo>
                  <a:lnTo>
                    <a:pt x="26" y="17"/>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2"/>
            <p:cNvSpPr/>
            <p:nvPr/>
          </p:nvSpPr>
          <p:spPr>
            <a:xfrm>
              <a:off x="2515234" y="1875754"/>
              <a:ext cx="2515" cy="1434"/>
            </a:xfrm>
            <a:custGeom>
              <a:rect b="b" l="l" r="r" t="t"/>
              <a:pathLst>
                <a:path extrusionOk="0" h="18" w="43">
                  <a:moveTo>
                    <a:pt x="0" y="1"/>
                  </a:moveTo>
                  <a:lnTo>
                    <a:pt x="43" y="18"/>
                  </a:lnTo>
                  <a:cubicBezTo>
                    <a:pt x="34" y="9"/>
                    <a:pt x="17"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2"/>
            <p:cNvSpPr/>
            <p:nvPr/>
          </p:nvSpPr>
          <p:spPr>
            <a:xfrm>
              <a:off x="2517690" y="1878463"/>
              <a:ext cx="1579" cy="1434"/>
            </a:xfrm>
            <a:custGeom>
              <a:rect b="b" l="l" r="r" t="t"/>
              <a:pathLst>
                <a:path extrusionOk="0" h="18" w="27">
                  <a:moveTo>
                    <a:pt x="26" y="18"/>
                  </a:moveTo>
                  <a:lnTo>
                    <a:pt x="26" y="18"/>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2"/>
            <p:cNvSpPr/>
            <p:nvPr/>
          </p:nvSpPr>
          <p:spPr>
            <a:xfrm>
              <a:off x="2519211" y="1875754"/>
              <a:ext cx="2982" cy="4859"/>
            </a:xfrm>
            <a:custGeom>
              <a:rect b="b" l="l" r="r" t="t"/>
              <a:pathLst>
                <a:path extrusionOk="0" h="61" w="51">
                  <a:moveTo>
                    <a:pt x="9" y="1"/>
                  </a:moveTo>
                  <a:lnTo>
                    <a:pt x="0" y="35"/>
                  </a:lnTo>
                  <a:lnTo>
                    <a:pt x="42" y="60"/>
                  </a:lnTo>
                  <a:cubicBezTo>
                    <a:pt x="42" y="43"/>
                    <a:pt x="51" y="18"/>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2"/>
            <p:cNvSpPr/>
            <p:nvPr/>
          </p:nvSpPr>
          <p:spPr>
            <a:xfrm>
              <a:off x="2575587" y="1963381"/>
              <a:ext cx="2047" cy="717"/>
            </a:xfrm>
            <a:custGeom>
              <a:rect b="b" l="l" r="r" t="t"/>
              <a:pathLst>
                <a:path extrusionOk="0" h="9" w="35">
                  <a:moveTo>
                    <a:pt x="1" y="1"/>
                  </a:moveTo>
                  <a:lnTo>
                    <a:pt x="1" y="9"/>
                  </a:lnTo>
                  <a:lnTo>
                    <a:pt x="34" y="9"/>
                  </a:lnTo>
                  <a:lnTo>
                    <a:pt x="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2"/>
            <p:cNvSpPr/>
            <p:nvPr/>
          </p:nvSpPr>
          <p:spPr>
            <a:xfrm>
              <a:off x="2565704" y="1955335"/>
              <a:ext cx="1520" cy="80"/>
            </a:xfrm>
            <a:custGeom>
              <a:rect b="b" l="l" r="r" t="t"/>
              <a:pathLst>
                <a:path extrusionOk="0" h="1" w="26">
                  <a:moveTo>
                    <a:pt x="26" y="0"/>
                  </a:moveTo>
                  <a:lnTo>
                    <a:pt x="0" y="0"/>
                  </a:lnTo>
                  <a:cubicBezTo>
                    <a:pt x="9" y="0"/>
                    <a:pt x="17" y="0"/>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2"/>
            <p:cNvSpPr/>
            <p:nvPr/>
          </p:nvSpPr>
          <p:spPr>
            <a:xfrm>
              <a:off x="2550381" y="1950556"/>
              <a:ext cx="15848" cy="12188"/>
            </a:xfrm>
            <a:custGeom>
              <a:rect b="b" l="l" r="r" t="t"/>
              <a:pathLst>
                <a:path extrusionOk="0" h="153" w="271">
                  <a:moveTo>
                    <a:pt x="80" y="0"/>
                  </a:moveTo>
                  <a:cubicBezTo>
                    <a:pt x="76" y="0"/>
                    <a:pt x="72" y="0"/>
                    <a:pt x="68" y="1"/>
                  </a:cubicBezTo>
                  <a:cubicBezTo>
                    <a:pt x="17" y="18"/>
                    <a:pt x="17" y="68"/>
                    <a:pt x="0" y="119"/>
                  </a:cubicBezTo>
                  <a:cubicBezTo>
                    <a:pt x="0" y="126"/>
                    <a:pt x="46" y="153"/>
                    <a:pt x="74" y="153"/>
                  </a:cubicBezTo>
                  <a:cubicBezTo>
                    <a:pt x="82" y="153"/>
                    <a:pt x="89" y="150"/>
                    <a:pt x="93" y="145"/>
                  </a:cubicBezTo>
                  <a:cubicBezTo>
                    <a:pt x="59" y="102"/>
                    <a:pt x="152" y="145"/>
                    <a:pt x="93" y="94"/>
                  </a:cubicBezTo>
                  <a:cubicBezTo>
                    <a:pt x="93" y="85"/>
                    <a:pt x="106" y="78"/>
                    <a:pt x="122" y="78"/>
                  </a:cubicBezTo>
                  <a:cubicBezTo>
                    <a:pt x="134" y="78"/>
                    <a:pt x="149" y="82"/>
                    <a:pt x="161" y="94"/>
                  </a:cubicBezTo>
                  <a:cubicBezTo>
                    <a:pt x="157" y="102"/>
                    <a:pt x="148" y="102"/>
                    <a:pt x="143" y="102"/>
                  </a:cubicBezTo>
                  <a:cubicBezTo>
                    <a:pt x="138" y="102"/>
                    <a:pt x="135" y="102"/>
                    <a:pt x="144" y="111"/>
                  </a:cubicBezTo>
                  <a:cubicBezTo>
                    <a:pt x="150" y="109"/>
                    <a:pt x="155" y="108"/>
                    <a:pt x="159" y="108"/>
                  </a:cubicBezTo>
                  <a:cubicBezTo>
                    <a:pt x="162" y="108"/>
                    <a:pt x="165" y="109"/>
                    <a:pt x="167" y="109"/>
                  </a:cubicBezTo>
                  <a:cubicBezTo>
                    <a:pt x="171" y="109"/>
                    <a:pt x="174" y="107"/>
                    <a:pt x="178" y="94"/>
                  </a:cubicBezTo>
                  <a:cubicBezTo>
                    <a:pt x="220" y="94"/>
                    <a:pt x="237" y="68"/>
                    <a:pt x="271" y="68"/>
                  </a:cubicBezTo>
                  <a:cubicBezTo>
                    <a:pt x="223" y="61"/>
                    <a:pt x="145" y="0"/>
                    <a:pt x="8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2"/>
            <p:cNvSpPr/>
            <p:nvPr/>
          </p:nvSpPr>
          <p:spPr>
            <a:xfrm>
              <a:off x="2557809" y="1967444"/>
              <a:ext cx="2515" cy="717"/>
            </a:xfrm>
            <a:custGeom>
              <a:rect b="b" l="l" r="r" t="t"/>
              <a:pathLst>
                <a:path extrusionOk="0" h="9" w="43">
                  <a:moveTo>
                    <a:pt x="0" y="0"/>
                  </a:moveTo>
                  <a:lnTo>
                    <a:pt x="0" y="0"/>
                  </a:lnTo>
                  <a:cubicBezTo>
                    <a:pt x="17" y="9"/>
                    <a:pt x="25" y="9"/>
                    <a:pt x="42" y="9"/>
                  </a:cubicBezTo>
                  <a:cubicBezTo>
                    <a:pt x="42" y="3"/>
                    <a:pt x="39" y="1"/>
                    <a:pt x="34" y="1"/>
                  </a:cubicBezTo>
                  <a:cubicBezTo>
                    <a:pt x="28" y="1"/>
                    <a:pt x="20" y="3"/>
                    <a:pt x="12" y="3"/>
                  </a:cubicBezTo>
                  <a:cubicBezTo>
                    <a:pt x="8" y="3"/>
                    <a:pt x="4" y="2"/>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2"/>
            <p:cNvSpPr/>
            <p:nvPr/>
          </p:nvSpPr>
          <p:spPr>
            <a:xfrm>
              <a:off x="2540966" y="1925622"/>
              <a:ext cx="3041" cy="2151"/>
            </a:xfrm>
            <a:custGeom>
              <a:rect b="b" l="l" r="r" t="t"/>
              <a:pathLst>
                <a:path extrusionOk="0" h="27" w="52">
                  <a:moveTo>
                    <a:pt x="43" y="1"/>
                  </a:moveTo>
                  <a:cubicBezTo>
                    <a:pt x="34" y="1"/>
                    <a:pt x="0" y="1"/>
                    <a:pt x="0" y="18"/>
                  </a:cubicBezTo>
                  <a:lnTo>
                    <a:pt x="49" y="26"/>
                  </a:lnTo>
                  <a:lnTo>
                    <a:pt x="49" y="26"/>
                  </a:lnTo>
                  <a:cubicBezTo>
                    <a:pt x="43" y="24"/>
                    <a:pt x="43" y="9"/>
                    <a:pt x="43" y="1"/>
                  </a:cubicBezTo>
                  <a:close/>
                  <a:moveTo>
                    <a:pt x="49" y="26"/>
                  </a:moveTo>
                  <a:cubicBezTo>
                    <a:pt x="50" y="26"/>
                    <a:pt x="50" y="26"/>
                    <a:pt x="51" y="26"/>
                  </a:cubicBezTo>
                  <a:lnTo>
                    <a:pt x="49" y="26"/>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2"/>
            <p:cNvSpPr/>
            <p:nvPr/>
          </p:nvSpPr>
          <p:spPr>
            <a:xfrm>
              <a:off x="2543948" y="1927693"/>
              <a:ext cx="1520" cy="717"/>
            </a:xfrm>
            <a:custGeom>
              <a:rect b="b" l="l" r="r" t="t"/>
              <a:pathLst>
                <a:path extrusionOk="0" h="9" w="26">
                  <a:moveTo>
                    <a:pt x="0" y="0"/>
                  </a:moveTo>
                  <a:cubicBezTo>
                    <a:pt x="9" y="9"/>
                    <a:pt x="17" y="9"/>
                    <a:pt x="26" y="9"/>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2"/>
            <p:cNvSpPr/>
            <p:nvPr/>
          </p:nvSpPr>
          <p:spPr>
            <a:xfrm>
              <a:off x="2543422" y="1925622"/>
              <a:ext cx="58" cy="80"/>
            </a:xfrm>
            <a:custGeom>
              <a:rect b="b" l="l" r="r" t="t"/>
              <a:pathLst>
                <a:path extrusionOk="0" h="1" w="1">
                  <a:moveTo>
                    <a:pt x="1" y="1"/>
                  </a:moveTo>
                  <a:lnTo>
                    <a:pt x="1" y="1"/>
                  </a:lnTo>
                  <a:cubicBezTo>
                    <a:pt x="1" y="1"/>
                    <a:pt x="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2"/>
            <p:cNvSpPr/>
            <p:nvPr/>
          </p:nvSpPr>
          <p:spPr>
            <a:xfrm>
              <a:off x="2509269" y="1871054"/>
              <a:ext cx="2573" cy="1434"/>
            </a:xfrm>
            <a:custGeom>
              <a:rect b="b" l="l" r="r" t="t"/>
              <a:pathLst>
                <a:path extrusionOk="0" h="18" w="44">
                  <a:moveTo>
                    <a:pt x="1" y="1"/>
                  </a:moveTo>
                  <a:cubicBezTo>
                    <a:pt x="9" y="9"/>
                    <a:pt x="18" y="18"/>
                    <a:pt x="35" y="18"/>
                  </a:cubicBezTo>
                  <a:cubicBezTo>
                    <a:pt x="43" y="9"/>
                    <a:pt x="18"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2"/>
            <p:cNvSpPr/>
            <p:nvPr/>
          </p:nvSpPr>
          <p:spPr>
            <a:xfrm>
              <a:off x="2461781" y="1846838"/>
              <a:ext cx="1053" cy="1354"/>
            </a:xfrm>
            <a:custGeom>
              <a:rect b="b" l="l" r="r" t="t"/>
              <a:pathLst>
                <a:path extrusionOk="0" h="17" w="18">
                  <a:moveTo>
                    <a:pt x="1" y="0"/>
                  </a:moveTo>
                  <a:lnTo>
                    <a:pt x="1" y="0"/>
                  </a:lnTo>
                  <a:cubicBezTo>
                    <a:pt x="9" y="9"/>
                    <a:pt x="9" y="17"/>
                    <a:pt x="18" y="17"/>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2"/>
            <p:cNvSpPr/>
            <p:nvPr/>
          </p:nvSpPr>
          <p:spPr>
            <a:xfrm>
              <a:off x="2436576" y="1865638"/>
              <a:ext cx="526" cy="80"/>
            </a:xfrm>
            <a:custGeom>
              <a:rect b="b" l="l" r="r" t="t"/>
              <a:pathLst>
                <a:path extrusionOk="0" h="1" w="9">
                  <a:moveTo>
                    <a:pt x="9" y="1"/>
                  </a:moveTo>
                  <a:lnTo>
                    <a:pt x="0" y="1"/>
                  </a:lnTo>
                  <a:cubicBezTo>
                    <a:pt x="0" y="1"/>
                    <a:pt x="0"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2"/>
            <p:cNvSpPr/>
            <p:nvPr/>
          </p:nvSpPr>
          <p:spPr>
            <a:xfrm>
              <a:off x="2430611" y="1864204"/>
              <a:ext cx="6023" cy="1673"/>
            </a:xfrm>
            <a:custGeom>
              <a:rect b="b" l="l" r="r" t="t"/>
              <a:pathLst>
                <a:path extrusionOk="0" h="21" w="103">
                  <a:moveTo>
                    <a:pt x="38" y="0"/>
                  </a:moveTo>
                  <a:cubicBezTo>
                    <a:pt x="34" y="0"/>
                    <a:pt x="30" y="1"/>
                    <a:pt x="26" y="2"/>
                  </a:cubicBezTo>
                  <a:lnTo>
                    <a:pt x="1" y="2"/>
                  </a:lnTo>
                  <a:cubicBezTo>
                    <a:pt x="23" y="2"/>
                    <a:pt x="63" y="21"/>
                    <a:pt x="90" y="21"/>
                  </a:cubicBezTo>
                  <a:cubicBezTo>
                    <a:pt x="95" y="21"/>
                    <a:pt x="99" y="20"/>
                    <a:pt x="102" y="19"/>
                  </a:cubicBezTo>
                  <a:cubicBezTo>
                    <a:pt x="88" y="19"/>
                    <a:pt x="61" y="0"/>
                    <a:pt x="3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9" name="Shape 5839"/>
        <p:cNvGrpSpPr/>
        <p:nvPr/>
      </p:nvGrpSpPr>
      <p:grpSpPr>
        <a:xfrm>
          <a:off x="0" y="0"/>
          <a:ext cx="0" cy="0"/>
          <a:chOff x="0" y="0"/>
          <a:chExt cx="0" cy="0"/>
        </a:xfrm>
      </p:grpSpPr>
      <p:sp>
        <p:nvSpPr>
          <p:cNvPr id="5840" name="Google Shape;5840;p63"/>
          <p:cNvSpPr txBox="1"/>
          <p:nvPr>
            <p:ph type="title"/>
          </p:nvPr>
        </p:nvSpPr>
        <p:spPr>
          <a:xfrm>
            <a:off x="749950" y="1617575"/>
            <a:ext cx="3593700" cy="86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REFERENCES</a:t>
            </a:r>
            <a:endParaRPr/>
          </a:p>
        </p:txBody>
      </p:sp>
      <p:sp>
        <p:nvSpPr>
          <p:cNvPr id="5841" name="Google Shape;5841;p63"/>
          <p:cNvSpPr txBox="1"/>
          <p:nvPr>
            <p:ph idx="1" type="subTitle"/>
          </p:nvPr>
        </p:nvSpPr>
        <p:spPr>
          <a:xfrm>
            <a:off x="1170100" y="2869750"/>
            <a:ext cx="2753400" cy="123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Neptune is the eighth and farthest-known planet from the Sun</a:t>
            </a:r>
            <a:endParaRPr/>
          </a:p>
        </p:txBody>
      </p:sp>
      <p:sp>
        <p:nvSpPr>
          <p:cNvPr id="5842" name="Google Shape;5842;p63"/>
          <p:cNvSpPr txBox="1"/>
          <p:nvPr>
            <p:ph idx="2" type="body"/>
          </p:nvPr>
        </p:nvSpPr>
        <p:spPr>
          <a:xfrm>
            <a:off x="4785700" y="724200"/>
            <a:ext cx="3593700" cy="3695100"/>
          </a:xfrm>
          <a:prstGeom prst="rect">
            <a:avLst/>
          </a:prstGeom>
        </p:spPr>
        <p:txBody>
          <a:bodyPr anchorCtr="0" anchor="ctr" bIns="91425" lIns="91425" spcFirstLastPara="1" rIns="91425" wrap="square" tIns="91425">
            <a:noAutofit/>
          </a:bodyPr>
          <a:lstStyle/>
          <a:p>
            <a:pPr indent="-292100" lvl="0" marL="457200" rtl="0" algn="l">
              <a:spcBef>
                <a:spcPts val="0"/>
              </a:spcBef>
              <a:spcAft>
                <a:spcPts val="0"/>
              </a:spcAft>
              <a:buSzPts val="1000"/>
              <a:buChar char="●"/>
            </a:pPr>
            <a:r>
              <a:rPr lang="en">
                <a:solidFill>
                  <a:srgbClr val="FFFFFF"/>
                </a:solidFill>
              </a:rPr>
              <a:t>AUTHOR (YEAR). Title of the publication. Publisher</a:t>
            </a:r>
            <a:endParaRPr>
              <a:solidFill>
                <a:srgbClr val="FFFFFF"/>
              </a:solidFill>
            </a:endParaRPr>
          </a:p>
          <a:p>
            <a:pPr indent="-292100" lvl="0" marL="457200" rtl="0" algn="l">
              <a:spcBef>
                <a:spcPts val="1000"/>
              </a:spcBef>
              <a:spcAft>
                <a:spcPts val="0"/>
              </a:spcAft>
              <a:buSzPts val="1000"/>
              <a:buChar char="●"/>
            </a:pPr>
            <a:r>
              <a:rPr lang="en">
                <a:solidFill>
                  <a:srgbClr val="FFFFFF"/>
                </a:solidFill>
              </a:rPr>
              <a:t>AUTHOR (YEAR). Title of the publication. Publisher</a:t>
            </a:r>
            <a:endParaRPr>
              <a:solidFill>
                <a:srgbClr val="FFFFFF"/>
              </a:solidFill>
            </a:endParaRPr>
          </a:p>
          <a:p>
            <a:pPr indent="-292100" lvl="0" marL="457200" rtl="0" algn="l">
              <a:spcBef>
                <a:spcPts val="1000"/>
              </a:spcBef>
              <a:spcAft>
                <a:spcPts val="0"/>
              </a:spcAft>
              <a:buSzPts val="1000"/>
              <a:buChar char="●"/>
            </a:pPr>
            <a:r>
              <a:rPr lang="en">
                <a:solidFill>
                  <a:srgbClr val="FFFFFF"/>
                </a:solidFill>
              </a:rPr>
              <a:t>AUTHOR (YEAR). Title of the publication. Publisher</a:t>
            </a:r>
            <a:endParaRPr>
              <a:solidFill>
                <a:srgbClr val="FFFFFF"/>
              </a:solidFill>
            </a:endParaRPr>
          </a:p>
          <a:p>
            <a:pPr indent="-292100" lvl="0" marL="457200" rtl="0" algn="l">
              <a:spcBef>
                <a:spcPts val="1000"/>
              </a:spcBef>
              <a:spcAft>
                <a:spcPts val="0"/>
              </a:spcAft>
              <a:buSzPts val="1000"/>
              <a:buChar char="●"/>
            </a:pPr>
            <a:r>
              <a:rPr lang="en">
                <a:solidFill>
                  <a:srgbClr val="FFFFFF"/>
                </a:solidFill>
              </a:rPr>
              <a:t>AUTHOR (YEAR). Title of the publication. Publisher</a:t>
            </a:r>
            <a:endParaRPr>
              <a:solidFill>
                <a:srgbClr val="FFFFFF"/>
              </a:solidFill>
            </a:endParaRPr>
          </a:p>
          <a:p>
            <a:pPr indent="-292100" lvl="0" marL="457200" rtl="0" algn="l">
              <a:spcBef>
                <a:spcPts val="1000"/>
              </a:spcBef>
              <a:spcAft>
                <a:spcPts val="0"/>
              </a:spcAft>
              <a:buSzPts val="1000"/>
              <a:buChar char="●"/>
            </a:pPr>
            <a:r>
              <a:rPr lang="en">
                <a:solidFill>
                  <a:srgbClr val="FFFFFF"/>
                </a:solidFill>
              </a:rPr>
              <a:t>AUTHOR (YEAR). Title of the publication. Publisher</a:t>
            </a:r>
            <a:endParaRPr>
              <a:solidFill>
                <a:srgbClr val="FFFFFF"/>
              </a:solidFill>
            </a:endParaRPr>
          </a:p>
          <a:p>
            <a:pPr indent="-292100" lvl="0" marL="457200" rtl="0" algn="l">
              <a:spcBef>
                <a:spcPts val="1000"/>
              </a:spcBef>
              <a:spcAft>
                <a:spcPts val="1000"/>
              </a:spcAft>
              <a:buSzPts val="1000"/>
              <a:buChar char="●"/>
            </a:pPr>
            <a:r>
              <a:rPr lang="en">
                <a:solidFill>
                  <a:srgbClr val="FFFFFF"/>
                </a:solidFill>
              </a:rPr>
              <a:t>AUTHOR (YEAR). Title of the publication. Publisher</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46" name="Shape 5846"/>
        <p:cNvGrpSpPr/>
        <p:nvPr/>
      </p:nvGrpSpPr>
      <p:grpSpPr>
        <a:xfrm>
          <a:off x="0" y="0"/>
          <a:ext cx="0" cy="0"/>
          <a:chOff x="0" y="0"/>
          <a:chExt cx="0" cy="0"/>
        </a:xfrm>
      </p:grpSpPr>
      <p:pic>
        <p:nvPicPr>
          <p:cNvPr id="5847" name="Google Shape;5847;p64"/>
          <p:cNvPicPr preferRelativeResize="0"/>
          <p:nvPr/>
        </p:nvPicPr>
        <p:blipFill>
          <a:blip r:embed="rId3">
            <a:alphaModFix/>
          </a:blip>
          <a:stretch>
            <a:fillRect/>
          </a:stretch>
        </p:blipFill>
        <p:spPr>
          <a:xfrm>
            <a:off x="1668150" y="1039887"/>
            <a:ext cx="1983101" cy="2124150"/>
          </a:xfrm>
          <a:prstGeom prst="rect">
            <a:avLst/>
          </a:prstGeom>
          <a:noFill/>
          <a:ln>
            <a:noFill/>
          </a:ln>
        </p:spPr>
      </p:pic>
      <p:pic>
        <p:nvPicPr>
          <p:cNvPr id="5848" name="Google Shape;5848;p64"/>
          <p:cNvPicPr preferRelativeResize="0"/>
          <p:nvPr/>
        </p:nvPicPr>
        <p:blipFill>
          <a:blip r:embed="rId4">
            <a:alphaModFix/>
          </a:blip>
          <a:stretch>
            <a:fillRect/>
          </a:stretch>
        </p:blipFill>
        <p:spPr>
          <a:xfrm>
            <a:off x="5379083" y="1048639"/>
            <a:ext cx="2139960" cy="2174192"/>
          </a:xfrm>
          <a:prstGeom prst="rect">
            <a:avLst/>
          </a:prstGeom>
          <a:noFill/>
          <a:ln>
            <a:noFill/>
          </a:ln>
        </p:spPr>
      </p:pic>
      <p:sp>
        <p:nvSpPr>
          <p:cNvPr id="5849" name="Google Shape;5849;p64"/>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TEAM</a:t>
            </a:r>
            <a:endParaRPr/>
          </a:p>
        </p:txBody>
      </p:sp>
      <p:sp>
        <p:nvSpPr>
          <p:cNvPr id="5850" name="Google Shape;5850;p64"/>
          <p:cNvSpPr txBox="1"/>
          <p:nvPr>
            <p:ph idx="2" type="title"/>
          </p:nvPr>
        </p:nvSpPr>
        <p:spPr>
          <a:xfrm>
            <a:off x="1525825" y="3308150"/>
            <a:ext cx="2430600" cy="46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DR. SARAH SMITH</a:t>
            </a:r>
            <a:endParaRPr/>
          </a:p>
        </p:txBody>
      </p:sp>
      <p:sp>
        <p:nvSpPr>
          <p:cNvPr id="5851" name="Google Shape;5851;p64"/>
          <p:cNvSpPr txBox="1"/>
          <p:nvPr>
            <p:ph idx="1" type="subTitle"/>
          </p:nvPr>
        </p:nvSpPr>
        <p:spPr>
          <a:xfrm>
            <a:off x="1501825" y="3773425"/>
            <a:ext cx="2478600" cy="83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a:t>
            </a:r>
            <a:r>
              <a:rPr lang="en"/>
              <a:t>can</a:t>
            </a:r>
            <a:r>
              <a:rPr lang="en"/>
              <a:t> give a brief description about this person</a:t>
            </a:r>
            <a:endParaRPr/>
          </a:p>
        </p:txBody>
      </p:sp>
      <p:sp>
        <p:nvSpPr>
          <p:cNvPr id="5852" name="Google Shape;5852;p64"/>
          <p:cNvSpPr txBox="1"/>
          <p:nvPr>
            <p:ph idx="3" type="title"/>
          </p:nvPr>
        </p:nvSpPr>
        <p:spPr>
          <a:xfrm>
            <a:off x="5277381" y="3308150"/>
            <a:ext cx="2430600" cy="46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DR. JOHN DOE </a:t>
            </a:r>
            <a:endParaRPr/>
          </a:p>
        </p:txBody>
      </p:sp>
      <p:sp>
        <p:nvSpPr>
          <p:cNvPr id="5853" name="Google Shape;5853;p64"/>
          <p:cNvSpPr txBox="1"/>
          <p:nvPr>
            <p:ph idx="4" type="subTitle"/>
          </p:nvPr>
        </p:nvSpPr>
        <p:spPr>
          <a:xfrm>
            <a:off x="5253381" y="3773425"/>
            <a:ext cx="2478600" cy="83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a:t>
            </a:r>
            <a:r>
              <a:rPr lang="en"/>
              <a:t>can</a:t>
            </a:r>
            <a:r>
              <a:rPr lang="en"/>
              <a:t> give a brief description about this person</a:t>
            </a:r>
            <a:endParaRPr/>
          </a:p>
        </p:txBody>
      </p:sp>
      <p:sp>
        <p:nvSpPr>
          <p:cNvPr id="5854" name="Google Shape;5854;p64"/>
          <p:cNvSpPr/>
          <p:nvPr/>
        </p:nvSpPr>
        <p:spPr>
          <a:xfrm flipH="1" rot="6816381">
            <a:off x="1672794" y="929975"/>
            <a:ext cx="1949435" cy="2344461"/>
          </a:xfrm>
          <a:custGeom>
            <a:rect b="b" l="l" r="r" t="t"/>
            <a:pathLst>
              <a:path extrusionOk="0" h="52145" w="52113">
                <a:moveTo>
                  <a:pt x="29124" y="673"/>
                </a:moveTo>
                <a:lnTo>
                  <a:pt x="29124" y="673"/>
                </a:lnTo>
                <a:cubicBezTo>
                  <a:pt x="29122" y="674"/>
                  <a:pt x="29119" y="674"/>
                  <a:pt x="29117" y="675"/>
                </a:cubicBezTo>
                <a:lnTo>
                  <a:pt x="29117" y="675"/>
                </a:lnTo>
                <a:cubicBezTo>
                  <a:pt x="29119" y="675"/>
                  <a:pt x="29122" y="674"/>
                  <a:pt x="29124" y="673"/>
                </a:cubicBezTo>
                <a:close/>
                <a:moveTo>
                  <a:pt x="29420" y="2201"/>
                </a:moveTo>
                <a:cubicBezTo>
                  <a:pt x="29418" y="2201"/>
                  <a:pt x="29409" y="2206"/>
                  <a:pt x="29394" y="2222"/>
                </a:cubicBezTo>
                <a:cubicBezTo>
                  <a:pt x="29415" y="2211"/>
                  <a:pt x="29423" y="2201"/>
                  <a:pt x="29420" y="2201"/>
                </a:cubicBezTo>
                <a:close/>
                <a:moveTo>
                  <a:pt x="32328" y="3356"/>
                </a:moveTo>
                <a:cubicBezTo>
                  <a:pt x="32450" y="3510"/>
                  <a:pt x="32499" y="3569"/>
                  <a:pt x="32495" y="3569"/>
                </a:cubicBezTo>
                <a:cubicBezTo>
                  <a:pt x="32491" y="3569"/>
                  <a:pt x="32411" y="3482"/>
                  <a:pt x="32292" y="3374"/>
                </a:cubicBezTo>
                <a:lnTo>
                  <a:pt x="32328" y="3356"/>
                </a:lnTo>
                <a:close/>
                <a:moveTo>
                  <a:pt x="51815" y="20357"/>
                </a:moveTo>
                <a:lnTo>
                  <a:pt x="51815" y="20357"/>
                </a:lnTo>
                <a:cubicBezTo>
                  <a:pt x="51824" y="20367"/>
                  <a:pt x="51833" y="20376"/>
                  <a:pt x="51843" y="20386"/>
                </a:cubicBezTo>
                <a:cubicBezTo>
                  <a:pt x="51836" y="20375"/>
                  <a:pt x="51827" y="20365"/>
                  <a:pt x="51815" y="20357"/>
                </a:cubicBezTo>
                <a:close/>
                <a:moveTo>
                  <a:pt x="51879" y="20746"/>
                </a:moveTo>
                <a:lnTo>
                  <a:pt x="51879" y="20746"/>
                </a:lnTo>
                <a:cubicBezTo>
                  <a:pt x="51869" y="20761"/>
                  <a:pt x="51860" y="20776"/>
                  <a:pt x="51851" y="20790"/>
                </a:cubicBezTo>
                <a:lnTo>
                  <a:pt x="51851" y="20790"/>
                </a:lnTo>
                <a:cubicBezTo>
                  <a:pt x="51862" y="20777"/>
                  <a:pt x="51872" y="20762"/>
                  <a:pt x="51879" y="20746"/>
                </a:cubicBezTo>
                <a:close/>
                <a:moveTo>
                  <a:pt x="48945" y="20736"/>
                </a:moveTo>
                <a:cubicBezTo>
                  <a:pt x="48995" y="20758"/>
                  <a:pt x="49048" y="20774"/>
                  <a:pt x="49106" y="20782"/>
                </a:cubicBezTo>
                <a:cubicBezTo>
                  <a:pt x="49056" y="20792"/>
                  <a:pt x="49017" y="20830"/>
                  <a:pt x="48989" y="20830"/>
                </a:cubicBezTo>
                <a:cubicBezTo>
                  <a:pt x="48968" y="20830"/>
                  <a:pt x="48953" y="20808"/>
                  <a:pt x="48945" y="20736"/>
                </a:cubicBezTo>
                <a:close/>
                <a:moveTo>
                  <a:pt x="349" y="22080"/>
                </a:moveTo>
                <a:lnTo>
                  <a:pt x="338" y="22132"/>
                </a:lnTo>
                <a:cubicBezTo>
                  <a:pt x="344" y="22118"/>
                  <a:pt x="348" y="22101"/>
                  <a:pt x="349" y="22080"/>
                </a:cubicBezTo>
                <a:close/>
                <a:moveTo>
                  <a:pt x="4875" y="28361"/>
                </a:moveTo>
                <a:lnTo>
                  <a:pt x="4875" y="28361"/>
                </a:lnTo>
                <a:cubicBezTo>
                  <a:pt x="4854" y="28377"/>
                  <a:pt x="4835" y="28394"/>
                  <a:pt x="4817" y="28412"/>
                </a:cubicBezTo>
                <a:lnTo>
                  <a:pt x="4817" y="28412"/>
                </a:lnTo>
                <a:cubicBezTo>
                  <a:pt x="4835" y="28399"/>
                  <a:pt x="4854" y="28382"/>
                  <a:pt x="4875" y="28361"/>
                </a:cubicBezTo>
                <a:close/>
                <a:moveTo>
                  <a:pt x="50409" y="34304"/>
                </a:moveTo>
                <a:cubicBezTo>
                  <a:pt x="50406" y="34309"/>
                  <a:pt x="50404" y="34314"/>
                  <a:pt x="50402" y="34320"/>
                </a:cubicBezTo>
                <a:cubicBezTo>
                  <a:pt x="50404" y="34314"/>
                  <a:pt x="50407" y="34309"/>
                  <a:pt x="50409" y="34304"/>
                </a:cubicBezTo>
                <a:close/>
                <a:moveTo>
                  <a:pt x="49340" y="35904"/>
                </a:moveTo>
                <a:lnTo>
                  <a:pt x="49340" y="35904"/>
                </a:lnTo>
                <a:cubicBezTo>
                  <a:pt x="49448" y="36084"/>
                  <a:pt x="49322" y="36282"/>
                  <a:pt x="49088" y="36480"/>
                </a:cubicBezTo>
                <a:cubicBezTo>
                  <a:pt x="49106" y="36264"/>
                  <a:pt x="49196" y="36066"/>
                  <a:pt x="49340" y="35904"/>
                </a:cubicBezTo>
                <a:close/>
                <a:moveTo>
                  <a:pt x="7611" y="36534"/>
                </a:moveTo>
                <a:lnTo>
                  <a:pt x="7665" y="36714"/>
                </a:lnTo>
                <a:cubicBezTo>
                  <a:pt x="7323" y="36606"/>
                  <a:pt x="7467" y="36570"/>
                  <a:pt x="7611" y="36534"/>
                </a:cubicBezTo>
                <a:close/>
                <a:moveTo>
                  <a:pt x="13683" y="43860"/>
                </a:moveTo>
                <a:lnTo>
                  <a:pt x="13683" y="43860"/>
                </a:lnTo>
                <a:cubicBezTo>
                  <a:pt x="13707" y="43869"/>
                  <a:pt x="13729" y="43876"/>
                  <a:pt x="13750" y="43879"/>
                </a:cubicBezTo>
                <a:cubicBezTo>
                  <a:pt x="13727" y="43873"/>
                  <a:pt x="13705" y="43867"/>
                  <a:pt x="13683" y="43860"/>
                </a:cubicBezTo>
                <a:close/>
                <a:moveTo>
                  <a:pt x="21455" y="46993"/>
                </a:moveTo>
                <a:lnTo>
                  <a:pt x="21455" y="46993"/>
                </a:lnTo>
                <a:cubicBezTo>
                  <a:pt x="21477" y="46995"/>
                  <a:pt x="21499" y="46997"/>
                  <a:pt x="21519" y="46998"/>
                </a:cubicBezTo>
                <a:lnTo>
                  <a:pt x="21519" y="46998"/>
                </a:lnTo>
                <a:lnTo>
                  <a:pt x="21455" y="46993"/>
                </a:lnTo>
                <a:close/>
                <a:moveTo>
                  <a:pt x="37603" y="51458"/>
                </a:moveTo>
                <a:lnTo>
                  <a:pt x="37603" y="51458"/>
                </a:lnTo>
                <a:cubicBezTo>
                  <a:pt x="37638" y="51468"/>
                  <a:pt x="37670" y="51472"/>
                  <a:pt x="37699" y="51472"/>
                </a:cubicBezTo>
                <a:cubicBezTo>
                  <a:pt x="37715" y="51472"/>
                  <a:pt x="37730" y="51471"/>
                  <a:pt x="37744" y="51468"/>
                </a:cubicBezTo>
                <a:lnTo>
                  <a:pt x="37744" y="51468"/>
                </a:lnTo>
                <a:cubicBezTo>
                  <a:pt x="37697" y="51465"/>
                  <a:pt x="37650" y="51461"/>
                  <a:pt x="37603" y="51458"/>
                </a:cubicBezTo>
                <a:close/>
                <a:moveTo>
                  <a:pt x="43111" y="50882"/>
                </a:moveTo>
                <a:lnTo>
                  <a:pt x="43111" y="50882"/>
                </a:lnTo>
                <a:cubicBezTo>
                  <a:pt x="42985" y="51044"/>
                  <a:pt x="42841" y="51188"/>
                  <a:pt x="42679" y="51332"/>
                </a:cubicBezTo>
                <a:cubicBezTo>
                  <a:pt x="42567" y="51432"/>
                  <a:pt x="42427" y="51497"/>
                  <a:pt x="42305" y="51497"/>
                </a:cubicBezTo>
                <a:cubicBezTo>
                  <a:pt x="42251" y="51497"/>
                  <a:pt x="42201" y="51485"/>
                  <a:pt x="42157" y="51458"/>
                </a:cubicBezTo>
                <a:cubicBezTo>
                  <a:pt x="42301" y="50900"/>
                  <a:pt x="42589" y="51044"/>
                  <a:pt x="43111" y="50882"/>
                </a:cubicBezTo>
                <a:close/>
                <a:moveTo>
                  <a:pt x="27956" y="0"/>
                </a:moveTo>
                <a:cubicBezTo>
                  <a:pt x="27846" y="0"/>
                  <a:pt x="27737" y="48"/>
                  <a:pt x="27629" y="169"/>
                </a:cubicBezTo>
                <a:cubicBezTo>
                  <a:pt x="27774" y="349"/>
                  <a:pt x="27900" y="511"/>
                  <a:pt x="28044" y="691"/>
                </a:cubicBezTo>
                <a:cubicBezTo>
                  <a:pt x="27738" y="727"/>
                  <a:pt x="27377" y="871"/>
                  <a:pt x="27035" y="925"/>
                </a:cubicBezTo>
                <a:cubicBezTo>
                  <a:pt x="26892" y="973"/>
                  <a:pt x="26742" y="996"/>
                  <a:pt x="26590" y="996"/>
                </a:cubicBezTo>
                <a:cubicBezTo>
                  <a:pt x="26400" y="996"/>
                  <a:pt x="26208" y="960"/>
                  <a:pt x="26027" y="889"/>
                </a:cubicBezTo>
                <a:lnTo>
                  <a:pt x="26027" y="889"/>
                </a:lnTo>
                <a:cubicBezTo>
                  <a:pt x="26207" y="1465"/>
                  <a:pt x="26207" y="853"/>
                  <a:pt x="26513" y="1573"/>
                </a:cubicBezTo>
                <a:cubicBezTo>
                  <a:pt x="26454" y="1335"/>
                  <a:pt x="26553" y="1261"/>
                  <a:pt x="26716" y="1261"/>
                </a:cubicBezTo>
                <a:cubicBezTo>
                  <a:pt x="26847" y="1261"/>
                  <a:pt x="27018" y="1309"/>
                  <a:pt x="27179" y="1357"/>
                </a:cubicBezTo>
                <a:cubicBezTo>
                  <a:pt x="27338" y="1403"/>
                  <a:pt x="27494" y="1448"/>
                  <a:pt x="27606" y="1448"/>
                </a:cubicBezTo>
                <a:cubicBezTo>
                  <a:pt x="27723" y="1448"/>
                  <a:pt x="27793" y="1399"/>
                  <a:pt x="27772" y="1252"/>
                </a:cubicBezTo>
                <a:lnTo>
                  <a:pt x="27772" y="1252"/>
                </a:lnTo>
                <a:cubicBezTo>
                  <a:pt x="27855" y="1463"/>
                  <a:pt x="28008" y="1645"/>
                  <a:pt x="28206" y="1772"/>
                </a:cubicBezTo>
                <a:cubicBezTo>
                  <a:pt x="28476" y="1916"/>
                  <a:pt x="28692" y="2168"/>
                  <a:pt x="28800" y="2438"/>
                </a:cubicBezTo>
                <a:cubicBezTo>
                  <a:pt x="28835" y="2331"/>
                  <a:pt x="28793" y="2185"/>
                  <a:pt x="28898" y="2185"/>
                </a:cubicBezTo>
                <a:cubicBezTo>
                  <a:pt x="28953" y="2185"/>
                  <a:pt x="29047" y="2225"/>
                  <a:pt x="29214" y="2330"/>
                </a:cubicBezTo>
                <a:cubicBezTo>
                  <a:pt x="29268" y="2276"/>
                  <a:pt x="29322" y="2240"/>
                  <a:pt x="29376" y="2222"/>
                </a:cubicBezTo>
                <a:lnTo>
                  <a:pt x="29412" y="2240"/>
                </a:lnTo>
                <a:lnTo>
                  <a:pt x="29394" y="2222"/>
                </a:lnTo>
                <a:cubicBezTo>
                  <a:pt x="29304" y="2114"/>
                  <a:pt x="29250" y="1988"/>
                  <a:pt x="29232" y="1844"/>
                </a:cubicBezTo>
                <a:cubicBezTo>
                  <a:pt x="29351" y="1767"/>
                  <a:pt x="29517" y="1737"/>
                  <a:pt x="29697" y="1737"/>
                </a:cubicBezTo>
                <a:cubicBezTo>
                  <a:pt x="29815" y="1737"/>
                  <a:pt x="29939" y="1750"/>
                  <a:pt x="30060" y="1772"/>
                </a:cubicBezTo>
                <a:cubicBezTo>
                  <a:pt x="30330" y="1844"/>
                  <a:pt x="30600" y="1862"/>
                  <a:pt x="30870" y="1862"/>
                </a:cubicBezTo>
                <a:cubicBezTo>
                  <a:pt x="31140" y="2096"/>
                  <a:pt x="30636" y="1988"/>
                  <a:pt x="30744" y="2258"/>
                </a:cubicBezTo>
                <a:lnTo>
                  <a:pt x="31302" y="2168"/>
                </a:lnTo>
                <a:lnTo>
                  <a:pt x="31302" y="2168"/>
                </a:lnTo>
                <a:cubicBezTo>
                  <a:pt x="31187" y="2511"/>
                  <a:pt x="31713" y="3048"/>
                  <a:pt x="31187" y="3048"/>
                </a:cubicBezTo>
                <a:cubicBezTo>
                  <a:pt x="31134" y="3048"/>
                  <a:pt x="31071" y="3043"/>
                  <a:pt x="30996" y="3032"/>
                </a:cubicBezTo>
                <a:lnTo>
                  <a:pt x="30996" y="3032"/>
                </a:lnTo>
                <a:cubicBezTo>
                  <a:pt x="31230" y="3122"/>
                  <a:pt x="31428" y="3248"/>
                  <a:pt x="31644" y="3356"/>
                </a:cubicBezTo>
                <a:cubicBezTo>
                  <a:pt x="31914" y="3752"/>
                  <a:pt x="32400" y="4112"/>
                  <a:pt x="32796" y="4148"/>
                </a:cubicBezTo>
                <a:cubicBezTo>
                  <a:pt x="32907" y="4251"/>
                  <a:pt x="33113" y="4270"/>
                  <a:pt x="33271" y="4270"/>
                </a:cubicBezTo>
                <a:cubicBezTo>
                  <a:pt x="33365" y="4270"/>
                  <a:pt x="33442" y="4263"/>
                  <a:pt x="33473" y="4263"/>
                </a:cubicBezTo>
                <a:cubicBezTo>
                  <a:pt x="33508" y="4263"/>
                  <a:pt x="33483" y="4272"/>
                  <a:pt x="33354" y="4310"/>
                </a:cubicBezTo>
                <a:cubicBezTo>
                  <a:pt x="33732" y="4436"/>
                  <a:pt x="34110" y="4562"/>
                  <a:pt x="34488" y="4688"/>
                </a:cubicBezTo>
                <a:lnTo>
                  <a:pt x="34434" y="4778"/>
                </a:lnTo>
                <a:cubicBezTo>
                  <a:pt x="35406" y="5426"/>
                  <a:pt x="36847" y="5498"/>
                  <a:pt x="37585" y="6848"/>
                </a:cubicBezTo>
                <a:cubicBezTo>
                  <a:pt x="38089" y="6974"/>
                  <a:pt x="38521" y="7226"/>
                  <a:pt x="38899" y="7568"/>
                </a:cubicBezTo>
                <a:lnTo>
                  <a:pt x="38809" y="7928"/>
                </a:lnTo>
                <a:cubicBezTo>
                  <a:pt x="39257" y="8111"/>
                  <a:pt x="39781" y="8919"/>
                  <a:pt x="40156" y="8919"/>
                </a:cubicBezTo>
                <a:cubicBezTo>
                  <a:pt x="40188" y="8919"/>
                  <a:pt x="40219" y="8913"/>
                  <a:pt x="40249" y="8900"/>
                </a:cubicBezTo>
                <a:lnTo>
                  <a:pt x="40249" y="8900"/>
                </a:lnTo>
                <a:cubicBezTo>
                  <a:pt x="40231" y="9152"/>
                  <a:pt x="40321" y="9404"/>
                  <a:pt x="40501" y="9602"/>
                </a:cubicBezTo>
                <a:cubicBezTo>
                  <a:pt x="40681" y="9818"/>
                  <a:pt x="40915" y="9999"/>
                  <a:pt x="41167" y="10143"/>
                </a:cubicBezTo>
                <a:cubicBezTo>
                  <a:pt x="41419" y="10323"/>
                  <a:pt x="41707" y="10467"/>
                  <a:pt x="41959" y="10629"/>
                </a:cubicBezTo>
                <a:cubicBezTo>
                  <a:pt x="42175" y="10755"/>
                  <a:pt x="42373" y="10917"/>
                  <a:pt x="42553" y="11115"/>
                </a:cubicBezTo>
                <a:lnTo>
                  <a:pt x="42859" y="10791"/>
                </a:lnTo>
                <a:cubicBezTo>
                  <a:pt x="43273" y="11187"/>
                  <a:pt x="43760" y="11439"/>
                  <a:pt x="44390" y="11799"/>
                </a:cubicBezTo>
                <a:lnTo>
                  <a:pt x="44642" y="11493"/>
                </a:lnTo>
                <a:cubicBezTo>
                  <a:pt x="44804" y="11547"/>
                  <a:pt x="44966" y="11655"/>
                  <a:pt x="45074" y="11799"/>
                </a:cubicBezTo>
                <a:cubicBezTo>
                  <a:pt x="45200" y="11961"/>
                  <a:pt x="45308" y="12141"/>
                  <a:pt x="45398" y="12339"/>
                </a:cubicBezTo>
                <a:cubicBezTo>
                  <a:pt x="45578" y="12753"/>
                  <a:pt x="45794" y="13149"/>
                  <a:pt x="46046" y="13545"/>
                </a:cubicBezTo>
                <a:cubicBezTo>
                  <a:pt x="46032" y="13548"/>
                  <a:pt x="46019" y="13549"/>
                  <a:pt x="46007" y="13549"/>
                </a:cubicBezTo>
                <a:cubicBezTo>
                  <a:pt x="45853" y="13549"/>
                  <a:pt x="45774" y="13352"/>
                  <a:pt x="45758" y="13185"/>
                </a:cubicBezTo>
                <a:lnTo>
                  <a:pt x="45758" y="13185"/>
                </a:lnTo>
                <a:cubicBezTo>
                  <a:pt x="45722" y="13473"/>
                  <a:pt x="45812" y="13779"/>
                  <a:pt x="45974" y="14031"/>
                </a:cubicBezTo>
                <a:cubicBezTo>
                  <a:pt x="46154" y="14247"/>
                  <a:pt x="46352" y="14445"/>
                  <a:pt x="46568" y="14625"/>
                </a:cubicBezTo>
                <a:cubicBezTo>
                  <a:pt x="46676" y="14733"/>
                  <a:pt x="46784" y="14823"/>
                  <a:pt x="46892" y="14913"/>
                </a:cubicBezTo>
                <a:cubicBezTo>
                  <a:pt x="46982" y="15021"/>
                  <a:pt x="47072" y="15129"/>
                  <a:pt x="47144" y="15237"/>
                </a:cubicBezTo>
                <a:cubicBezTo>
                  <a:pt x="47216" y="15345"/>
                  <a:pt x="47270" y="15471"/>
                  <a:pt x="47306" y="15597"/>
                </a:cubicBezTo>
                <a:cubicBezTo>
                  <a:pt x="47324" y="15741"/>
                  <a:pt x="47324" y="15867"/>
                  <a:pt x="47288" y="16011"/>
                </a:cubicBezTo>
                <a:cubicBezTo>
                  <a:pt x="47468" y="16137"/>
                  <a:pt x="47540" y="16353"/>
                  <a:pt x="47450" y="16569"/>
                </a:cubicBezTo>
                <a:cubicBezTo>
                  <a:pt x="47450" y="16533"/>
                  <a:pt x="47432" y="16515"/>
                  <a:pt x="47414" y="16515"/>
                </a:cubicBezTo>
                <a:cubicBezTo>
                  <a:pt x="47432" y="16533"/>
                  <a:pt x="47432" y="16569"/>
                  <a:pt x="47450" y="16605"/>
                </a:cubicBezTo>
                <a:cubicBezTo>
                  <a:pt x="47414" y="16731"/>
                  <a:pt x="47360" y="16857"/>
                  <a:pt x="47324" y="16983"/>
                </a:cubicBezTo>
                <a:cubicBezTo>
                  <a:pt x="47396" y="16893"/>
                  <a:pt x="47432" y="16767"/>
                  <a:pt x="47468" y="16659"/>
                </a:cubicBezTo>
                <a:cubicBezTo>
                  <a:pt x="47558" y="16911"/>
                  <a:pt x="47666" y="17145"/>
                  <a:pt x="47792" y="17361"/>
                </a:cubicBezTo>
                <a:lnTo>
                  <a:pt x="47396" y="17577"/>
                </a:lnTo>
                <a:cubicBezTo>
                  <a:pt x="47396" y="17595"/>
                  <a:pt x="47414" y="17613"/>
                  <a:pt x="47432" y="17631"/>
                </a:cubicBezTo>
                <a:cubicBezTo>
                  <a:pt x="47384" y="17767"/>
                  <a:pt x="47424" y="17821"/>
                  <a:pt x="47509" y="17821"/>
                </a:cubicBezTo>
                <a:cubicBezTo>
                  <a:pt x="47616" y="17821"/>
                  <a:pt x="47793" y="17734"/>
                  <a:pt x="47954" y="17613"/>
                </a:cubicBezTo>
                <a:cubicBezTo>
                  <a:pt x="48062" y="17739"/>
                  <a:pt x="48170" y="17847"/>
                  <a:pt x="48296" y="17956"/>
                </a:cubicBezTo>
                <a:cubicBezTo>
                  <a:pt x="47954" y="18136"/>
                  <a:pt x="48062" y="18298"/>
                  <a:pt x="48134" y="18514"/>
                </a:cubicBezTo>
                <a:cubicBezTo>
                  <a:pt x="48278" y="18730"/>
                  <a:pt x="48188" y="19036"/>
                  <a:pt x="47936" y="19126"/>
                </a:cubicBezTo>
                <a:cubicBezTo>
                  <a:pt x="48134" y="19216"/>
                  <a:pt x="48242" y="19576"/>
                  <a:pt x="48386" y="19972"/>
                </a:cubicBezTo>
                <a:cubicBezTo>
                  <a:pt x="48508" y="20291"/>
                  <a:pt x="48668" y="20611"/>
                  <a:pt x="48943" y="20735"/>
                </a:cubicBezTo>
                <a:lnTo>
                  <a:pt x="48943" y="20735"/>
                </a:lnTo>
                <a:cubicBezTo>
                  <a:pt x="48871" y="21092"/>
                  <a:pt x="48802" y="21450"/>
                  <a:pt x="49034" y="21772"/>
                </a:cubicBezTo>
                <a:lnTo>
                  <a:pt x="48494" y="21934"/>
                </a:lnTo>
                <a:cubicBezTo>
                  <a:pt x="48746" y="22186"/>
                  <a:pt x="48998" y="22438"/>
                  <a:pt x="49250" y="22690"/>
                </a:cubicBezTo>
                <a:cubicBezTo>
                  <a:pt x="49044" y="22984"/>
                  <a:pt x="48889" y="23172"/>
                  <a:pt x="48709" y="23172"/>
                </a:cubicBezTo>
                <a:cubicBezTo>
                  <a:pt x="48590" y="23172"/>
                  <a:pt x="48460" y="23091"/>
                  <a:pt x="48296" y="22906"/>
                </a:cubicBezTo>
                <a:lnTo>
                  <a:pt x="48296" y="22906"/>
                </a:lnTo>
                <a:cubicBezTo>
                  <a:pt x="48494" y="23212"/>
                  <a:pt x="48638" y="23554"/>
                  <a:pt x="48746" y="23896"/>
                </a:cubicBezTo>
                <a:cubicBezTo>
                  <a:pt x="48836" y="24220"/>
                  <a:pt x="48980" y="24526"/>
                  <a:pt x="49160" y="24796"/>
                </a:cubicBezTo>
                <a:lnTo>
                  <a:pt x="48800" y="24742"/>
                </a:lnTo>
                <a:lnTo>
                  <a:pt x="48800" y="24742"/>
                </a:lnTo>
                <a:cubicBezTo>
                  <a:pt x="48800" y="25084"/>
                  <a:pt x="49250" y="25660"/>
                  <a:pt x="48944" y="25858"/>
                </a:cubicBezTo>
                <a:cubicBezTo>
                  <a:pt x="48746" y="26129"/>
                  <a:pt x="48602" y="26453"/>
                  <a:pt x="48566" y="26795"/>
                </a:cubicBezTo>
                <a:cubicBezTo>
                  <a:pt x="48476" y="27209"/>
                  <a:pt x="48440" y="27731"/>
                  <a:pt x="48350" y="28271"/>
                </a:cubicBezTo>
                <a:cubicBezTo>
                  <a:pt x="48224" y="29369"/>
                  <a:pt x="48008" y="30611"/>
                  <a:pt x="47522" y="31511"/>
                </a:cubicBezTo>
                <a:cubicBezTo>
                  <a:pt x="47613" y="31496"/>
                  <a:pt x="47684" y="31489"/>
                  <a:pt x="47739" y="31489"/>
                </a:cubicBezTo>
                <a:cubicBezTo>
                  <a:pt x="48349" y="31489"/>
                  <a:pt x="46939" y="32341"/>
                  <a:pt x="47666" y="32555"/>
                </a:cubicBezTo>
                <a:cubicBezTo>
                  <a:pt x="47505" y="32588"/>
                  <a:pt x="47376" y="32684"/>
                  <a:pt x="47264" y="32684"/>
                </a:cubicBezTo>
                <a:cubicBezTo>
                  <a:pt x="47188" y="32684"/>
                  <a:pt x="47119" y="32639"/>
                  <a:pt x="47054" y="32501"/>
                </a:cubicBezTo>
                <a:lnTo>
                  <a:pt x="47054" y="32501"/>
                </a:lnTo>
                <a:cubicBezTo>
                  <a:pt x="47072" y="33005"/>
                  <a:pt x="46874" y="33347"/>
                  <a:pt x="46766" y="33671"/>
                </a:cubicBezTo>
                <a:cubicBezTo>
                  <a:pt x="46604" y="33995"/>
                  <a:pt x="46640" y="34392"/>
                  <a:pt x="46838" y="34698"/>
                </a:cubicBezTo>
                <a:cubicBezTo>
                  <a:pt x="46823" y="34699"/>
                  <a:pt x="46810" y="34700"/>
                  <a:pt x="46797" y="34700"/>
                </a:cubicBezTo>
                <a:cubicBezTo>
                  <a:pt x="46567" y="34700"/>
                  <a:pt x="46529" y="34440"/>
                  <a:pt x="46403" y="34440"/>
                </a:cubicBezTo>
                <a:cubicBezTo>
                  <a:pt x="46393" y="34440"/>
                  <a:pt x="46382" y="34442"/>
                  <a:pt x="46370" y="34446"/>
                </a:cubicBezTo>
                <a:cubicBezTo>
                  <a:pt x="46388" y="34536"/>
                  <a:pt x="46496" y="34806"/>
                  <a:pt x="46316" y="34878"/>
                </a:cubicBezTo>
                <a:cubicBezTo>
                  <a:pt x="46301" y="34883"/>
                  <a:pt x="46287" y="34885"/>
                  <a:pt x="46274" y="34885"/>
                </a:cubicBezTo>
                <a:cubicBezTo>
                  <a:pt x="46153" y="34885"/>
                  <a:pt x="46149" y="34663"/>
                  <a:pt x="46100" y="34500"/>
                </a:cubicBezTo>
                <a:lnTo>
                  <a:pt x="46100" y="34500"/>
                </a:lnTo>
                <a:cubicBezTo>
                  <a:pt x="45866" y="35472"/>
                  <a:pt x="46568" y="35796"/>
                  <a:pt x="47234" y="36066"/>
                </a:cubicBezTo>
                <a:cubicBezTo>
                  <a:pt x="46784" y="36480"/>
                  <a:pt x="46730" y="36750"/>
                  <a:pt x="47054" y="37254"/>
                </a:cubicBezTo>
                <a:cubicBezTo>
                  <a:pt x="46930" y="37295"/>
                  <a:pt x="46794" y="37363"/>
                  <a:pt x="46694" y="37363"/>
                </a:cubicBezTo>
                <a:cubicBezTo>
                  <a:pt x="46577" y="37363"/>
                  <a:pt x="46510" y="37270"/>
                  <a:pt x="46568" y="36930"/>
                </a:cubicBezTo>
                <a:lnTo>
                  <a:pt x="46568" y="36930"/>
                </a:lnTo>
                <a:cubicBezTo>
                  <a:pt x="46496" y="37092"/>
                  <a:pt x="46262" y="37596"/>
                  <a:pt x="46082" y="38064"/>
                </a:cubicBezTo>
                <a:cubicBezTo>
                  <a:pt x="45902" y="38550"/>
                  <a:pt x="45794" y="39000"/>
                  <a:pt x="46064" y="39126"/>
                </a:cubicBezTo>
                <a:cubicBezTo>
                  <a:pt x="45884" y="39180"/>
                  <a:pt x="45848" y="39576"/>
                  <a:pt x="45884" y="39702"/>
                </a:cubicBezTo>
                <a:cubicBezTo>
                  <a:pt x="45614" y="40188"/>
                  <a:pt x="45380" y="40710"/>
                  <a:pt x="45200" y="41250"/>
                </a:cubicBezTo>
                <a:lnTo>
                  <a:pt x="45380" y="41070"/>
                </a:lnTo>
                <a:lnTo>
                  <a:pt x="45380" y="41070"/>
                </a:lnTo>
                <a:cubicBezTo>
                  <a:pt x="45902" y="41646"/>
                  <a:pt x="45254" y="41754"/>
                  <a:pt x="45056" y="42367"/>
                </a:cubicBezTo>
                <a:lnTo>
                  <a:pt x="45002" y="42331"/>
                </a:lnTo>
                <a:cubicBezTo>
                  <a:pt x="44822" y="42511"/>
                  <a:pt x="44660" y="42709"/>
                  <a:pt x="44534" y="42925"/>
                </a:cubicBezTo>
                <a:cubicBezTo>
                  <a:pt x="44480" y="43015"/>
                  <a:pt x="44444" y="43123"/>
                  <a:pt x="44426" y="43213"/>
                </a:cubicBezTo>
                <a:cubicBezTo>
                  <a:pt x="44408" y="43393"/>
                  <a:pt x="44372" y="43537"/>
                  <a:pt x="43796" y="44059"/>
                </a:cubicBezTo>
                <a:lnTo>
                  <a:pt x="44210" y="44185"/>
                </a:lnTo>
                <a:cubicBezTo>
                  <a:pt x="44588" y="44455"/>
                  <a:pt x="44336" y="44707"/>
                  <a:pt x="43940" y="44959"/>
                </a:cubicBezTo>
                <a:cubicBezTo>
                  <a:pt x="43544" y="45229"/>
                  <a:pt x="43075" y="45535"/>
                  <a:pt x="43021" y="45985"/>
                </a:cubicBezTo>
                <a:lnTo>
                  <a:pt x="43381" y="45841"/>
                </a:lnTo>
                <a:lnTo>
                  <a:pt x="43381" y="45841"/>
                </a:lnTo>
                <a:cubicBezTo>
                  <a:pt x="43399" y="45985"/>
                  <a:pt x="43291" y="46075"/>
                  <a:pt x="43129" y="46165"/>
                </a:cubicBezTo>
                <a:cubicBezTo>
                  <a:pt x="42931" y="46255"/>
                  <a:pt x="42715" y="46309"/>
                  <a:pt x="42499" y="46327"/>
                </a:cubicBezTo>
                <a:cubicBezTo>
                  <a:pt x="42013" y="46417"/>
                  <a:pt x="41473" y="46471"/>
                  <a:pt x="41311" y="46633"/>
                </a:cubicBezTo>
                <a:cubicBezTo>
                  <a:pt x="41302" y="46636"/>
                  <a:pt x="41295" y="46637"/>
                  <a:pt x="41288" y="46637"/>
                </a:cubicBezTo>
                <a:cubicBezTo>
                  <a:pt x="41198" y="46637"/>
                  <a:pt x="41278" y="46425"/>
                  <a:pt x="41311" y="46291"/>
                </a:cubicBezTo>
                <a:lnTo>
                  <a:pt x="41311" y="46291"/>
                </a:lnTo>
                <a:cubicBezTo>
                  <a:pt x="41041" y="46471"/>
                  <a:pt x="40933" y="46579"/>
                  <a:pt x="40915" y="46669"/>
                </a:cubicBezTo>
                <a:cubicBezTo>
                  <a:pt x="40897" y="46759"/>
                  <a:pt x="40987" y="46777"/>
                  <a:pt x="41077" y="46849"/>
                </a:cubicBezTo>
                <a:cubicBezTo>
                  <a:pt x="41185" y="46903"/>
                  <a:pt x="41293" y="46993"/>
                  <a:pt x="41383" y="47065"/>
                </a:cubicBezTo>
                <a:cubicBezTo>
                  <a:pt x="41473" y="47137"/>
                  <a:pt x="41509" y="47263"/>
                  <a:pt x="41473" y="47371"/>
                </a:cubicBezTo>
                <a:cubicBezTo>
                  <a:pt x="41329" y="47281"/>
                  <a:pt x="41185" y="47173"/>
                  <a:pt x="41059" y="47065"/>
                </a:cubicBezTo>
                <a:cubicBezTo>
                  <a:pt x="40963" y="46982"/>
                  <a:pt x="40877" y="46921"/>
                  <a:pt x="40809" y="46921"/>
                </a:cubicBezTo>
                <a:cubicBezTo>
                  <a:pt x="40789" y="46921"/>
                  <a:pt x="40770" y="46926"/>
                  <a:pt x="40753" y="46939"/>
                </a:cubicBezTo>
                <a:cubicBezTo>
                  <a:pt x="40742" y="46931"/>
                  <a:pt x="40733" y="46928"/>
                  <a:pt x="40726" y="46928"/>
                </a:cubicBezTo>
                <a:cubicBezTo>
                  <a:pt x="40666" y="46928"/>
                  <a:pt x="40744" y="47186"/>
                  <a:pt x="40663" y="47443"/>
                </a:cubicBezTo>
                <a:cubicBezTo>
                  <a:pt x="40627" y="47569"/>
                  <a:pt x="40537" y="47677"/>
                  <a:pt x="40429" y="47731"/>
                </a:cubicBezTo>
                <a:cubicBezTo>
                  <a:pt x="40391" y="47745"/>
                  <a:pt x="40355" y="47752"/>
                  <a:pt x="40321" y="47752"/>
                </a:cubicBezTo>
                <a:cubicBezTo>
                  <a:pt x="40223" y="47752"/>
                  <a:pt x="40140" y="47698"/>
                  <a:pt x="40087" y="47605"/>
                </a:cubicBezTo>
                <a:lnTo>
                  <a:pt x="40087" y="47605"/>
                </a:lnTo>
                <a:cubicBezTo>
                  <a:pt x="40177" y="47839"/>
                  <a:pt x="40321" y="48073"/>
                  <a:pt x="40087" y="48253"/>
                </a:cubicBezTo>
                <a:cubicBezTo>
                  <a:pt x="40015" y="48253"/>
                  <a:pt x="39961" y="48253"/>
                  <a:pt x="39907" y="48217"/>
                </a:cubicBezTo>
                <a:cubicBezTo>
                  <a:pt x="39799" y="48199"/>
                  <a:pt x="39709" y="48163"/>
                  <a:pt x="39619" y="48127"/>
                </a:cubicBezTo>
                <a:cubicBezTo>
                  <a:pt x="39439" y="48037"/>
                  <a:pt x="39241" y="47947"/>
                  <a:pt x="39043" y="47857"/>
                </a:cubicBezTo>
                <a:cubicBezTo>
                  <a:pt x="38863" y="47749"/>
                  <a:pt x="38665" y="47695"/>
                  <a:pt x="38467" y="47677"/>
                </a:cubicBezTo>
                <a:cubicBezTo>
                  <a:pt x="38269" y="47677"/>
                  <a:pt x="38089" y="47749"/>
                  <a:pt x="37945" y="47893"/>
                </a:cubicBezTo>
                <a:cubicBezTo>
                  <a:pt x="37891" y="47839"/>
                  <a:pt x="37855" y="47767"/>
                  <a:pt x="37855" y="47695"/>
                </a:cubicBezTo>
                <a:cubicBezTo>
                  <a:pt x="37531" y="47749"/>
                  <a:pt x="37189" y="47785"/>
                  <a:pt x="36847" y="47803"/>
                </a:cubicBezTo>
                <a:cubicBezTo>
                  <a:pt x="36469" y="47839"/>
                  <a:pt x="36109" y="47911"/>
                  <a:pt x="35911" y="48073"/>
                </a:cubicBezTo>
                <a:cubicBezTo>
                  <a:pt x="35929" y="47749"/>
                  <a:pt x="35713" y="47479"/>
                  <a:pt x="35388" y="47389"/>
                </a:cubicBezTo>
                <a:cubicBezTo>
                  <a:pt x="35120" y="47329"/>
                  <a:pt x="34839" y="47295"/>
                  <a:pt x="34556" y="47295"/>
                </a:cubicBezTo>
                <a:cubicBezTo>
                  <a:pt x="34498" y="47295"/>
                  <a:pt x="34439" y="47296"/>
                  <a:pt x="34380" y="47299"/>
                </a:cubicBezTo>
                <a:cubicBezTo>
                  <a:pt x="34342" y="47299"/>
                  <a:pt x="34303" y="47299"/>
                  <a:pt x="34264" y="47299"/>
                </a:cubicBezTo>
                <a:cubicBezTo>
                  <a:pt x="33573" y="47299"/>
                  <a:pt x="32970" y="47283"/>
                  <a:pt x="33174" y="46669"/>
                </a:cubicBezTo>
                <a:cubicBezTo>
                  <a:pt x="32688" y="46543"/>
                  <a:pt x="32202" y="46417"/>
                  <a:pt x="31716" y="46273"/>
                </a:cubicBezTo>
                <a:lnTo>
                  <a:pt x="31806" y="46147"/>
                </a:lnTo>
                <a:cubicBezTo>
                  <a:pt x="31433" y="45980"/>
                  <a:pt x="31138" y="45918"/>
                  <a:pt x="30888" y="45918"/>
                </a:cubicBezTo>
                <a:cubicBezTo>
                  <a:pt x="30547" y="45918"/>
                  <a:pt x="30291" y="46033"/>
                  <a:pt x="30042" y="46147"/>
                </a:cubicBezTo>
                <a:cubicBezTo>
                  <a:pt x="29862" y="45967"/>
                  <a:pt x="30060" y="45913"/>
                  <a:pt x="30114" y="45841"/>
                </a:cubicBezTo>
                <a:cubicBezTo>
                  <a:pt x="29284" y="45355"/>
                  <a:pt x="28938" y="45189"/>
                  <a:pt x="28402" y="45189"/>
                </a:cubicBezTo>
                <a:cubicBezTo>
                  <a:pt x="28125" y="45189"/>
                  <a:pt x="27796" y="45233"/>
                  <a:pt x="27323" y="45301"/>
                </a:cubicBezTo>
                <a:lnTo>
                  <a:pt x="27377" y="44851"/>
                </a:lnTo>
                <a:lnTo>
                  <a:pt x="27377" y="44851"/>
                </a:lnTo>
                <a:cubicBezTo>
                  <a:pt x="27361" y="44856"/>
                  <a:pt x="27343" y="44858"/>
                  <a:pt x="27324" y="44858"/>
                </a:cubicBezTo>
                <a:cubicBezTo>
                  <a:pt x="26861" y="44858"/>
                  <a:pt x="25607" y="43446"/>
                  <a:pt x="24155" y="43429"/>
                </a:cubicBezTo>
                <a:cubicBezTo>
                  <a:pt x="24209" y="43357"/>
                  <a:pt x="24281" y="43303"/>
                  <a:pt x="24371" y="43303"/>
                </a:cubicBezTo>
                <a:cubicBezTo>
                  <a:pt x="23048" y="43232"/>
                  <a:pt x="21860" y="41699"/>
                  <a:pt x="20860" y="41699"/>
                </a:cubicBezTo>
                <a:cubicBezTo>
                  <a:pt x="20594" y="41699"/>
                  <a:pt x="20342" y="41807"/>
                  <a:pt x="20105" y="42078"/>
                </a:cubicBezTo>
                <a:lnTo>
                  <a:pt x="18988" y="42078"/>
                </a:lnTo>
                <a:cubicBezTo>
                  <a:pt x="20213" y="42691"/>
                  <a:pt x="18538" y="42673"/>
                  <a:pt x="18988" y="43123"/>
                </a:cubicBezTo>
                <a:cubicBezTo>
                  <a:pt x="18495" y="43024"/>
                  <a:pt x="17957" y="42310"/>
                  <a:pt x="18361" y="42310"/>
                </a:cubicBezTo>
                <a:cubicBezTo>
                  <a:pt x="18399" y="42310"/>
                  <a:pt x="18446" y="42316"/>
                  <a:pt x="18502" y="42331"/>
                </a:cubicBezTo>
                <a:lnTo>
                  <a:pt x="18574" y="42439"/>
                </a:lnTo>
                <a:cubicBezTo>
                  <a:pt x="19096" y="41736"/>
                  <a:pt x="17098" y="41556"/>
                  <a:pt x="17332" y="41034"/>
                </a:cubicBezTo>
                <a:cubicBezTo>
                  <a:pt x="16090" y="40566"/>
                  <a:pt x="14884" y="40026"/>
                  <a:pt x="13696" y="39432"/>
                </a:cubicBezTo>
                <a:cubicBezTo>
                  <a:pt x="12526" y="38856"/>
                  <a:pt x="11319" y="38280"/>
                  <a:pt x="10257" y="37812"/>
                </a:cubicBezTo>
                <a:lnTo>
                  <a:pt x="10257" y="38532"/>
                </a:lnTo>
                <a:cubicBezTo>
                  <a:pt x="10005" y="38406"/>
                  <a:pt x="9753" y="38298"/>
                  <a:pt x="9501" y="38172"/>
                </a:cubicBezTo>
                <a:cubicBezTo>
                  <a:pt x="9407" y="37997"/>
                  <a:pt x="9434" y="37752"/>
                  <a:pt x="9671" y="37752"/>
                </a:cubicBezTo>
                <a:cubicBezTo>
                  <a:pt x="9751" y="37752"/>
                  <a:pt x="9855" y="37780"/>
                  <a:pt x="9987" y="37848"/>
                </a:cubicBezTo>
                <a:cubicBezTo>
                  <a:pt x="9930" y="37663"/>
                  <a:pt x="9762" y="37602"/>
                  <a:pt x="9578" y="37602"/>
                </a:cubicBezTo>
                <a:cubicBezTo>
                  <a:pt x="9529" y="37602"/>
                  <a:pt x="9479" y="37606"/>
                  <a:pt x="9429" y="37614"/>
                </a:cubicBezTo>
                <a:cubicBezTo>
                  <a:pt x="9231" y="37632"/>
                  <a:pt x="9051" y="37704"/>
                  <a:pt x="8889" y="37830"/>
                </a:cubicBezTo>
                <a:cubicBezTo>
                  <a:pt x="8457" y="37452"/>
                  <a:pt x="8673" y="37326"/>
                  <a:pt x="8907" y="37290"/>
                </a:cubicBezTo>
                <a:cubicBezTo>
                  <a:pt x="9141" y="37236"/>
                  <a:pt x="9465" y="37254"/>
                  <a:pt x="9321" y="37164"/>
                </a:cubicBezTo>
                <a:cubicBezTo>
                  <a:pt x="9177" y="37092"/>
                  <a:pt x="9051" y="37056"/>
                  <a:pt x="8907" y="37002"/>
                </a:cubicBezTo>
                <a:lnTo>
                  <a:pt x="8907" y="37002"/>
                </a:lnTo>
                <a:lnTo>
                  <a:pt x="8961" y="37128"/>
                </a:lnTo>
                <a:cubicBezTo>
                  <a:pt x="8745" y="37164"/>
                  <a:pt x="8601" y="37236"/>
                  <a:pt x="8421" y="37254"/>
                </a:cubicBezTo>
                <a:cubicBezTo>
                  <a:pt x="8399" y="37256"/>
                  <a:pt x="8378" y="37257"/>
                  <a:pt x="8356" y="37257"/>
                </a:cubicBezTo>
                <a:cubicBezTo>
                  <a:pt x="8162" y="37257"/>
                  <a:pt x="7971" y="37184"/>
                  <a:pt x="7809" y="37038"/>
                </a:cubicBezTo>
                <a:cubicBezTo>
                  <a:pt x="7557" y="36714"/>
                  <a:pt x="7863" y="36588"/>
                  <a:pt x="7773" y="36480"/>
                </a:cubicBezTo>
                <a:cubicBezTo>
                  <a:pt x="7791" y="36444"/>
                  <a:pt x="7773" y="36408"/>
                  <a:pt x="7593" y="36336"/>
                </a:cubicBezTo>
                <a:cubicBezTo>
                  <a:pt x="7395" y="36156"/>
                  <a:pt x="7197" y="35958"/>
                  <a:pt x="7017" y="35742"/>
                </a:cubicBezTo>
                <a:cubicBezTo>
                  <a:pt x="6963" y="35940"/>
                  <a:pt x="6927" y="36138"/>
                  <a:pt x="6891" y="36354"/>
                </a:cubicBezTo>
                <a:cubicBezTo>
                  <a:pt x="6711" y="36300"/>
                  <a:pt x="6549" y="36210"/>
                  <a:pt x="6423" y="36084"/>
                </a:cubicBezTo>
                <a:cubicBezTo>
                  <a:pt x="6398" y="36071"/>
                  <a:pt x="6376" y="36064"/>
                  <a:pt x="6354" y="36064"/>
                </a:cubicBezTo>
                <a:cubicBezTo>
                  <a:pt x="6283" y="36064"/>
                  <a:pt x="6231" y="36152"/>
                  <a:pt x="6189" y="36444"/>
                </a:cubicBezTo>
                <a:cubicBezTo>
                  <a:pt x="6207" y="36300"/>
                  <a:pt x="6207" y="36138"/>
                  <a:pt x="6171" y="35994"/>
                </a:cubicBezTo>
                <a:cubicBezTo>
                  <a:pt x="6153" y="35922"/>
                  <a:pt x="6135" y="35850"/>
                  <a:pt x="6099" y="35778"/>
                </a:cubicBezTo>
                <a:cubicBezTo>
                  <a:pt x="6081" y="35688"/>
                  <a:pt x="6045" y="35616"/>
                  <a:pt x="6009" y="35544"/>
                </a:cubicBezTo>
                <a:cubicBezTo>
                  <a:pt x="5883" y="35202"/>
                  <a:pt x="5685" y="34842"/>
                  <a:pt x="5523" y="34464"/>
                </a:cubicBezTo>
                <a:cubicBezTo>
                  <a:pt x="5181" y="33725"/>
                  <a:pt x="4911" y="32897"/>
                  <a:pt x="5001" y="32663"/>
                </a:cubicBezTo>
                <a:cubicBezTo>
                  <a:pt x="4497" y="32141"/>
                  <a:pt x="4389" y="31475"/>
                  <a:pt x="4335" y="30683"/>
                </a:cubicBezTo>
                <a:cubicBezTo>
                  <a:pt x="4300" y="30777"/>
                  <a:pt x="4153" y="30875"/>
                  <a:pt x="4005" y="30875"/>
                </a:cubicBezTo>
                <a:cubicBezTo>
                  <a:pt x="3841" y="30875"/>
                  <a:pt x="3678" y="30755"/>
                  <a:pt x="3668" y="30377"/>
                </a:cubicBezTo>
                <a:lnTo>
                  <a:pt x="3668" y="30377"/>
                </a:lnTo>
                <a:cubicBezTo>
                  <a:pt x="3713" y="30381"/>
                  <a:pt x="3754" y="30383"/>
                  <a:pt x="3793" y="30383"/>
                </a:cubicBezTo>
                <a:cubicBezTo>
                  <a:pt x="4311" y="30383"/>
                  <a:pt x="4391" y="30059"/>
                  <a:pt x="4425" y="29657"/>
                </a:cubicBezTo>
                <a:cubicBezTo>
                  <a:pt x="4476" y="29247"/>
                  <a:pt x="4478" y="28740"/>
                  <a:pt x="4817" y="28412"/>
                </a:cubicBezTo>
                <a:lnTo>
                  <a:pt x="4817" y="28412"/>
                </a:lnTo>
                <a:cubicBezTo>
                  <a:pt x="4789" y="28432"/>
                  <a:pt x="4763" y="28441"/>
                  <a:pt x="4739" y="28441"/>
                </a:cubicBezTo>
                <a:cubicBezTo>
                  <a:pt x="4444" y="28441"/>
                  <a:pt x="4472" y="27041"/>
                  <a:pt x="4102" y="27041"/>
                </a:cubicBezTo>
                <a:cubicBezTo>
                  <a:pt x="4029" y="27041"/>
                  <a:pt x="3940" y="27096"/>
                  <a:pt x="3830" y="27227"/>
                </a:cubicBezTo>
                <a:cubicBezTo>
                  <a:pt x="3867" y="26615"/>
                  <a:pt x="4281" y="27155"/>
                  <a:pt x="4515" y="26669"/>
                </a:cubicBezTo>
                <a:cubicBezTo>
                  <a:pt x="3957" y="25282"/>
                  <a:pt x="4623" y="23536"/>
                  <a:pt x="4425" y="21808"/>
                </a:cubicBezTo>
                <a:cubicBezTo>
                  <a:pt x="4420" y="21807"/>
                  <a:pt x="4414" y="21807"/>
                  <a:pt x="4409" y="21807"/>
                </a:cubicBezTo>
                <a:cubicBezTo>
                  <a:pt x="4313" y="21807"/>
                  <a:pt x="4193" y="21900"/>
                  <a:pt x="4064" y="21900"/>
                </a:cubicBezTo>
                <a:cubicBezTo>
                  <a:pt x="3977" y="21900"/>
                  <a:pt x="3886" y="21858"/>
                  <a:pt x="3794" y="21718"/>
                </a:cubicBezTo>
                <a:lnTo>
                  <a:pt x="4551" y="20782"/>
                </a:lnTo>
                <a:cubicBezTo>
                  <a:pt x="4479" y="20440"/>
                  <a:pt x="3650" y="20476"/>
                  <a:pt x="4191" y="19828"/>
                </a:cubicBezTo>
                <a:lnTo>
                  <a:pt x="4191" y="19828"/>
                </a:lnTo>
                <a:cubicBezTo>
                  <a:pt x="4104" y="19882"/>
                  <a:pt x="3999" y="19955"/>
                  <a:pt x="3916" y="19955"/>
                </a:cubicBezTo>
                <a:cubicBezTo>
                  <a:pt x="3861" y="19955"/>
                  <a:pt x="3816" y="19922"/>
                  <a:pt x="3794" y="19828"/>
                </a:cubicBezTo>
                <a:cubicBezTo>
                  <a:pt x="4173" y="18100"/>
                  <a:pt x="4047" y="16353"/>
                  <a:pt x="4047" y="14589"/>
                </a:cubicBezTo>
                <a:cubicBezTo>
                  <a:pt x="4047" y="12825"/>
                  <a:pt x="4173" y="11043"/>
                  <a:pt x="5055" y="9386"/>
                </a:cubicBezTo>
                <a:lnTo>
                  <a:pt x="5055" y="9386"/>
                </a:lnTo>
                <a:cubicBezTo>
                  <a:pt x="4928" y="9544"/>
                  <a:pt x="4846" y="9607"/>
                  <a:pt x="4794" y="9607"/>
                </a:cubicBezTo>
                <a:cubicBezTo>
                  <a:pt x="4697" y="9607"/>
                  <a:pt x="4701" y="9392"/>
                  <a:pt x="4713" y="9170"/>
                </a:cubicBezTo>
                <a:lnTo>
                  <a:pt x="4713" y="9170"/>
                </a:lnTo>
                <a:cubicBezTo>
                  <a:pt x="4686" y="9233"/>
                  <a:pt x="4643" y="9255"/>
                  <a:pt x="4590" y="9255"/>
                </a:cubicBezTo>
                <a:cubicBezTo>
                  <a:pt x="4473" y="9255"/>
                  <a:pt x="4305" y="9149"/>
                  <a:pt x="4161" y="9149"/>
                </a:cubicBezTo>
                <a:cubicBezTo>
                  <a:pt x="4147" y="9149"/>
                  <a:pt x="4132" y="9150"/>
                  <a:pt x="4119" y="9152"/>
                </a:cubicBezTo>
                <a:cubicBezTo>
                  <a:pt x="4353" y="8684"/>
                  <a:pt x="4587" y="8216"/>
                  <a:pt x="4839" y="7748"/>
                </a:cubicBezTo>
                <a:cubicBezTo>
                  <a:pt x="4569" y="7586"/>
                  <a:pt x="4605" y="7190"/>
                  <a:pt x="4623" y="6830"/>
                </a:cubicBezTo>
                <a:cubicBezTo>
                  <a:pt x="4641" y="6452"/>
                  <a:pt x="4695" y="6092"/>
                  <a:pt x="4425" y="5966"/>
                </a:cubicBezTo>
                <a:lnTo>
                  <a:pt x="4425" y="5966"/>
                </a:lnTo>
                <a:lnTo>
                  <a:pt x="4479" y="6452"/>
                </a:lnTo>
                <a:cubicBezTo>
                  <a:pt x="4357" y="6308"/>
                  <a:pt x="4219" y="6252"/>
                  <a:pt x="4068" y="6252"/>
                </a:cubicBezTo>
                <a:cubicBezTo>
                  <a:pt x="3530" y="6252"/>
                  <a:pt x="2839" y="6972"/>
                  <a:pt x="2207" y="6972"/>
                </a:cubicBezTo>
                <a:cubicBezTo>
                  <a:pt x="2154" y="6972"/>
                  <a:pt x="2101" y="6967"/>
                  <a:pt x="2048" y="6956"/>
                </a:cubicBezTo>
                <a:lnTo>
                  <a:pt x="2048" y="6956"/>
                </a:lnTo>
                <a:cubicBezTo>
                  <a:pt x="2390" y="7352"/>
                  <a:pt x="2048" y="7784"/>
                  <a:pt x="1760" y="8270"/>
                </a:cubicBezTo>
                <a:cubicBezTo>
                  <a:pt x="1472" y="8774"/>
                  <a:pt x="1220" y="9332"/>
                  <a:pt x="1724" y="9963"/>
                </a:cubicBezTo>
                <a:cubicBezTo>
                  <a:pt x="1685" y="10009"/>
                  <a:pt x="1650" y="10027"/>
                  <a:pt x="1619" y="10027"/>
                </a:cubicBezTo>
                <a:cubicBezTo>
                  <a:pt x="1511" y="10027"/>
                  <a:pt x="1436" y="9815"/>
                  <a:pt x="1309" y="9815"/>
                </a:cubicBezTo>
                <a:cubicBezTo>
                  <a:pt x="1287" y="9815"/>
                  <a:pt x="1264" y="9822"/>
                  <a:pt x="1238" y="9837"/>
                </a:cubicBezTo>
                <a:cubicBezTo>
                  <a:pt x="1598" y="10161"/>
                  <a:pt x="1634" y="10521"/>
                  <a:pt x="1418" y="11169"/>
                </a:cubicBezTo>
                <a:lnTo>
                  <a:pt x="1346" y="11079"/>
                </a:lnTo>
                <a:cubicBezTo>
                  <a:pt x="1328" y="11853"/>
                  <a:pt x="1238" y="12609"/>
                  <a:pt x="1076" y="13347"/>
                </a:cubicBezTo>
                <a:cubicBezTo>
                  <a:pt x="914" y="14031"/>
                  <a:pt x="734" y="14751"/>
                  <a:pt x="590" y="15777"/>
                </a:cubicBezTo>
                <a:lnTo>
                  <a:pt x="1022" y="15651"/>
                </a:lnTo>
                <a:lnTo>
                  <a:pt x="1022" y="15651"/>
                </a:lnTo>
                <a:cubicBezTo>
                  <a:pt x="968" y="15921"/>
                  <a:pt x="860" y="16173"/>
                  <a:pt x="698" y="16389"/>
                </a:cubicBezTo>
                <a:cubicBezTo>
                  <a:pt x="783" y="16460"/>
                  <a:pt x="847" y="16490"/>
                  <a:pt x="895" y="16490"/>
                </a:cubicBezTo>
                <a:cubicBezTo>
                  <a:pt x="1032" y="16490"/>
                  <a:pt x="1045" y="16251"/>
                  <a:pt x="1058" y="16011"/>
                </a:cubicBezTo>
                <a:cubicBezTo>
                  <a:pt x="1072" y="15778"/>
                  <a:pt x="1106" y="15535"/>
                  <a:pt x="1273" y="15535"/>
                </a:cubicBezTo>
                <a:cubicBezTo>
                  <a:pt x="1325" y="15535"/>
                  <a:pt x="1390" y="15559"/>
                  <a:pt x="1472" y="15615"/>
                </a:cubicBezTo>
                <a:cubicBezTo>
                  <a:pt x="1022" y="15903"/>
                  <a:pt x="1004" y="16695"/>
                  <a:pt x="968" y="17451"/>
                </a:cubicBezTo>
                <a:cubicBezTo>
                  <a:pt x="932" y="18226"/>
                  <a:pt x="914" y="18964"/>
                  <a:pt x="410" y="19162"/>
                </a:cubicBezTo>
                <a:cubicBezTo>
                  <a:pt x="410" y="19382"/>
                  <a:pt x="462" y="19440"/>
                  <a:pt x="533" y="19440"/>
                </a:cubicBezTo>
                <a:cubicBezTo>
                  <a:pt x="612" y="19440"/>
                  <a:pt x="713" y="19369"/>
                  <a:pt x="791" y="19369"/>
                </a:cubicBezTo>
                <a:cubicBezTo>
                  <a:pt x="862" y="19369"/>
                  <a:pt x="914" y="19427"/>
                  <a:pt x="914" y="19648"/>
                </a:cubicBezTo>
                <a:lnTo>
                  <a:pt x="644" y="19828"/>
                </a:lnTo>
                <a:lnTo>
                  <a:pt x="986" y="20008"/>
                </a:lnTo>
                <a:cubicBezTo>
                  <a:pt x="968" y="20350"/>
                  <a:pt x="716" y="20638"/>
                  <a:pt x="374" y="20710"/>
                </a:cubicBezTo>
                <a:cubicBezTo>
                  <a:pt x="374" y="20566"/>
                  <a:pt x="338" y="20422"/>
                  <a:pt x="302" y="20278"/>
                </a:cubicBezTo>
                <a:lnTo>
                  <a:pt x="302" y="20278"/>
                </a:lnTo>
                <a:cubicBezTo>
                  <a:pt x="0" y="20831"/>
                  <a:pt x="370" y="21791"/>
                  <a:pt x="349" y="22080"/>
                </a:cubicBezTo>
                <a:lnTo>
                  <a:pt x="349" y="22080"/>
                </a:lnTo>
                <a:lnTo>
                  <a:pt x="482" y="21466"/>
                </a:lnTo>
                <a:cubicBezTo>
                  <a:pt x="770" y="23338"/>
                  <a:pt x="536" y="25660"/>
                  <a:pt x="1220" y="27425"/>
                </a:cubicBezTo>
                <a:lnTo>
                  <a:pt x="1418" y="27281"/>
                </a:lnTo>
                <a:lnTo>
                  <a:pt x="1418" y="27281"/>
                </a:lnTo>
                <a:cubicBezTo>
                  <a:pt x="1886" y="28631"/>
                  <a:pt x="1274" y="28397"/>
                  <a:pt x="1598" y="29891"/>
                </a:cubicBezTo>
                <a:lnTo>
                  <a:pt x="1544" y="29855"/>
                </a:lnTo>
                <a:lnTo>
                  <a:pt x="1544" y="29855"/>
                </a:lnTo>
                <a:cubicBezTo>
                  <a:pt x="1778" y="30143"/>
                  <a:pt x="1922" y="30503"/>
                  <a:pt x="1958" y="30899"/>
                </a:cubicBezTo>
                <a:cubicBezTo>
                  <a:pt x="1917" y="30845"/>
                  <a:pt x="1880" y="30823"/>
                  <a:pt x="1845" y="30823"/>
                </a:cubicBezTo>
                <a:cubicBezTo>
                  <a:pt x="1682" y="30823"/>
                  <a:pt x="1582" y="31325"/>
                  <a:pt x="1409" y="31325"/>
                </a:cubicBezTo>
                <a:cubicBezTo>
                  <a:pt x="1364" y="31325"/>
                  <a:pt x="1314" y="31291"/>
                  <a:pt x="1256" y="31205"/>
                </a:cubicBezTo>
                <a:lnTo>
                  <a:pt x="1256" y="31205"/>
                </a:lnTo>
                <a:cubicBezTo>
                  <a:pt x="1562" y="31961"/>
                  <a:pt x="1688" y="32141"/>
                  <a:pt x="1814" y="32249"/>
                </a:cubicBezTo>
                <a:cubicBezTo>
                  <a:pt x="2102" y="32411"/>
                  <a:pt x="2372" y="32609"/>
                  <a:pt x="2606" y="32825"/>
                </a:cubicBezTo>
                <a:lnTo>
                  <a:pt x="2318" y="33149"/>
                </a:lnTo>
                <a:cubicBezTo>
                  <a:pt x="2696" y="33419"/>
                  <a:pt x="2840" y="33419"/>
                  <a:pt x="3164" y="34158"/>
                </a:cubicBezTo>
                <a:cubicBezTo>
                  <a:pt x="3070" y="34048"/>
                  <a:pt x="2999" y="34007"/>
                  <a:pt x="2942" y="34007"/>
                </a:cubicBezTo>
                <a:cubicBezTo>
                  <a:pt x="2858" y="34007"/>
                  <a:pt x="2804" y="34097"/>
                  <a:pt x="2750" y="34194"/>
                </a:cubicBezTo>
                <a:cubicBezTo>
                  <a:pt x="2688" y="34287"/>
                  <a:pt x="2626" y="34381"/>
                  <a:pt x="2529" y="34381"/>
                </a:cubicBezTo>
                <a:cubicBezTo>
                  <a:pt x="2458" y="34381"/>
                  <a:pt x="2368" y="34330"/>
                  <a:pt x="2246" y="34194"/>
                </a:cubicBezTo>
                <a:lnTo>
                  <a:pt x="2246" y="34194"/>
                </a:lnTo>
                <a:cubicBezTo>
                  <a:pt x="2192" y="34608"/>
                  <a:pt x="2264" y="35022"/>
                  <a:pt x="2444" y="35400"/>
                </a:cubicBezTo>
                <a:cubicBezTo>
                  <a:pt x="2588" y="35688"/>
                  <a:pt x="2786" y="35958"/>
                  <a:pt x="3002" y="36210"/>
                </a:cubicBezTo>
                <a:cubicBezTo>
                  <a:pt x="3416" y="36660"/>
                  <a:pt x="3722" y="36948"/>
                  <a:pt x="3578" y="37632"/>
                </a:cubicBezTo>
                <a:cubicBezTo>
                  <a:pt x="3627" y="37637"/>
                  <a:pt x="3671" y="37640"/>
                  <a:pt x="3711" y="37640"/>
                </a:cubicBezTo>
                <a:cubicBezTo>
                  <a:pt x="3937" y="37640"/>
                  <a:pt x="4029" y="37556"/>
                  <a:pt x="4029" y="37434"/>
                </a:cubicBezTo>
                <a:cubicBezTo>
                  <a:pt x="4011" y="37236"/>
                  <a:pt x="3939" y="37056"/>
                  <a:pt x="3830" y="36894"/>
                </a:cubicBezTo>
                <a:cubicBezTo>
                  <a:pt x="3632" y="36574"/>
                  <a:pt x="3408" y="36228"/>
                  <a:pt x="3465" y="36228"/>
                </a:cubicBezTo>
                <a:cubicBezTo>
                  <a:pt x="3475" y="36228"/>
                  <a:pt x="3494" y="36239"/>
                  <a:pt x="3524" y="36264"/>
                </a:cubicBezTo>
                <a:cubicBezTo>
                  <a:pt x="3541" y="36148"/>
                  <a:pt x="3599" y="36101"/>
                  <a:pt x="3682" y="36101"/>
                </a:cubicBezTo>
                <a:cubicBezTo>
                  <a:pt x="3779" y="36101"/>
                  <a:pt x="3910" y="36166"/>
                  <a:pt x="4047" y="36264"/>
                </a:cubicBezTo>
                <a:cubicBezTo>
                  <a:pt x="4299" y="36444"/>
                  <a:pt x="4533" y="36678"/>
                  <a:pt x="4713" y="36948"/>
                </a:cubicBezTo>
                <a:cubicBezTo>
                  <a:pt x="4785" y="37074"/>
                  <a:pt x="4821" y="37218"/>
                  <a:pt x="4821" y="37380"/>
                </a:cubicBezTo>
                <a:cubicBezTo>
                  <a:pt x="4821" y="37542"/>
                  <a:pt x="4821" y="37758"/>
                  <a:pt x="4839" y="37992"/>
                </a:cubicBezTo>
                <a:cubicBezTo>
                  <a:pt x="4874" y="38560"/>
                  <a:pt x="5190" y="39094"/>
                  <a:pt x="5665" y="39419"/>
                </a:cubicBezTo>
                <a:lnTo>
                  <a:pt x="5665" y="39419"/>
                </a:lnTo>
                <a:cubicBezTo>
                  <a:pt x="5553" y="39347"/>
                  <a:pt x="5499" y="39391"/>
                  <a:pt x="5397" y="39306"/>
                </a:cubicBezTo>
                <a:lnTo>
                  <a:pt x="5397" y="39306"/>
                </a:lnTo>
                <a:cubicBezTo>
                  <a:pt x="5541" y="39576"/>
                  <a:pt x="5829" y="39666"/>
                  <a:pt x="6099" y="39774"/>
                </a:cubicBezTo>
                <a:cubicBezTo>
                  <a:pt x="6405" y="39846"/>
                  <a:pt x="6657" y="40044"/>
                  <a:pt x="6837" y="40314"/>
                </a:cubicBezTo>
                <a:cubicBezTo>
                  <a:pt x="6947" y="40257"/>
                  <a:pt x="7042" y="40237"/>
                  <a:pt x="7126" y="40237"/>
                </a:cubicBezTo>
                <a:cubicBezTo>
                  <a:pt x="7355" y="40237"/>
                  <a:pt x="7501" y="40391"/>
                  <a:pt x="7657" y="40391"/>
                </a:cubicBezTo>
                <a:cubicBezTo>
                  <a:pt x="7752" y="40391"/>
                  <a:pt x="7849" y="40335"/>
                  <a:pt x="7971" y="40152"/>
                </a:cubicBezTo>
                <a:cubicBezTo>
                  <a:pt x="7575" y="40026"/>
                  <a:pt x="7179" y="39864"/>
                  <a:pt x="6783" y="39702"/>
                </a:cubicBezTo>
                <a:lnTo>
                  <a:pt x="6783" y="39702"/>
                </a:lnTo>
                <a:cubicBezTo>
                  <a:pt x="6972" y="39747"/>
                  <a:pt x="7170" y="39756"/>
                  <a:pt x="7375" y="39756"/>
                </a:cubicBezTo>
                <a:cubicBezTo>
                  <a:pt x="7511" y="39756"/>
                  <a:pt x="7651" y="39752"/>
                  <a:pt x="7793" y="39752"/>
                </a:cubicBezTo>
                <a:cubicBezTo>
                  <a:pt x="7864" y="39752"/>
                  <a:pt x="7935" y="39753"/>
                  <a:pt x="8007" y="39756"/>
                </a:cubicBezTo>
                <a:cubicBezTo>
                  <a:pt x="8029" y="39755"/>
                  <a:pt x="8051" y="39755"/>
                  <a:pt x="8074" y="39755"/>
                </a:cubicBezTo>
                <a:cubicBezTo>
                  <a:pt x="8536" y="39755"/>
                  <a:pt x="8977" y="39933"/>
                  <a:pt x="9303" y="40242"/>
                </a:cubicBezTo>
                <a:cubicBezTo>
                  <a:pt x="9083" y="40337"/>
                  <a:pt x="8863" y="40390"/>
                  <a:pt x="8631" y="40390"/>
                </a:cubicBezTo>
                <a:cubicBezTo>
                  <a:pt x="8597" y="40390"/>
                  <a:pt x="8563" y="40389"/>
                  <a:pt x="8529" y="40386"/>
                </a:cubicBezTo>
                <a:lnTo>
                  <a:pt x="8529" y="40386"/>
                </a:lnTo>
                <a:cubicBezTo>
                  <a:pt x="8763" y="40728"/>
                  <a:pt x="9177" y="40512"/>
                  <a:pt x="9411" y="40836"/>
                </a:cubicBezTo>
                <a:cubicBezTo>
                  <a:pt x="9326" y="40981"/>
                  <a:pt x="9201" y="41037"/>
                  <a:pt x="9047" y="41037"/>
                </a:cubicBezTo>
                <a:cubicBezTo>
                  <a:pt x="8875" y="41037"/>
                  <a:pt x="8667" y="40967"/>
                  <a:pt x="8439" y="40872"/>
                </a:cubicBezTo>
                <a:cubicBezTo>
                  <a:pt x="8048" y="40726"/>
                  <a:pt x="7612" y="40505"/>
                  <a:pt x="7172" y="40505"/>
                </a:cubicBezTo>
                <a:cubicBezTo>
                  <a:pt x="7126" y="40505"/>
                  <a:pt x="7081" y="40507"/>
                  <a:pt x="7035" y="40512"/>
                </a:cubicBezTo>
                <a:cubicBezTo>
                  <a:pt x="7107" y="40620"/>
                  <a:pt x="7233" y="40710"/>
                  <a:pt x="7359" y="40746"/>
                </a:cubicBezTo>
                <a:cubicBezTo>
                  <a:pt x="7503" y="40782"/>
                  <a:pt x="7647" y="40818"/>
                  <a:pt x="7809" y="40836"/>
                </a:cubicBezTo>
                <a:cubicBezTo>
                  <a:pt x="8079" y="40890"/>
                  <a:pt x="8241" y="40944"/>
                  <a:pt x="7899" y="41214"/>
                </a:cubicBezTo>
                <a:cubicBezTo>
                  <a:pt x="8084" y="41081"/>
                  <a:pt x="8245" y="41030"/>
                  <a:pt x="8393" y="41030"/>
                </a:cubicBezTo>
                <a:cubicBezTo>
                  <a:pt x="8604" y="41030"/>
                  <a:pt x="8789" y="41134"/>
                  <a:pt x="8979" y="41250"/>
                </a:cubicBezTo>
                <a:cubicBezTo>
                  <a:pt x="9220" y="41398"/>
                  <a:pt x="9481" y="41574"/>
                  <a:pt x="9820" y="41574"/>
                </a:cubicBezTo>
                <a:cubicBezTo>
                  <a:pt x="9938" y="41574"/>
                  <a:pt x="10065" y="41553"/>
                  <a:pt x="10203" y="41502"/>
                </a:cubicBezTo>
                <a:lnTo>
                  <a:pt x="10203" y="41502"/>
                </a:lnTo>
                <a:lnTo>
                  <a:pt x="10005" y="41880"/>
                </a:lnTo>
                <a:cubicBezTo>
                  <a:pt x="10097" y="41869"/>
                  <a:pt x="10270" y="41828"/>
                  <a:pt x="10443" y="41828"/>
                </a:cubicBezTo>
                <a:cubicBezTo>
                  <a:pt x="10542" y="41828"/>
                  <a:pt x="10641" y="41841"/>
                  <a:pt x="10725" y="41880"/>
                </a:cubicBezTo>
                <a:lnTo>
                  <a:pt x="10095" y="42241"/>
                </a:lnTo>
                <a:cubicBezTo>
                  <a:pt x="10167" y="42223"/>
                  <a:pt x="10235" y="42216"/>
                  <a:pt x="10299" y="42216"/>
                </a:cubicBezTo>
                <a:cubicBezTo>
                  <a:pt x="10974" y="42216"/>
                  <a:pt x="11256" y="43087"/>
                  <a:pt x="11914" y="43087"/>
                </a:cubicBezTo>
                <a:cubicBezTo>
                  <a:pt x="10599" y="42619"/>
                  <a:pt x="11806" y="42493"/>
                  <a:pt x="11355" y="42006"/>
                </a:cubicBezTo>
                <a:lnTo>
                  <a:pt x="11355" y="42006"/>
                </a:lnTo>
                <a:cubicBezTo>
                  <a:pt x="13134" y="42078"/>
                  <a:pt x="11926" y="43361"/>
                  <a:pt x="13683" y="43860"/>
                </a:cubicBezTo>
                <a:lnTo>
                  <a:pt x="13683" y="43860"/>
                </a:lnTo>
                <a:cubicBezTo>
                  <a:pt x="13413" y="43758"/>
                  <a:pt x="12976" y="43300"/>
                  <a:pt x="13390" y="43267"/>
                </a:cubicBezTo>
                <a:lnTo>
                  <a:pt x="13390" y="43267"/>
                </a:lnTo>
                <a:cubicBezTo>
                  <a:pt x="13696" y="43465"/>
                  <a:pt x="14092" y="43789"/>
                  <a:pt x="14218" y="44077"/>
                </a:cubicBezTo>
                <a:cubicBezTo>
                  <a:pt x="14440" y="44145"/>
                  <a:pt x="14581" y="44174"/>
                  <a:pt x="14666" y="44174"/>
                </a:cubicBezTo>
                <a:cubicBezTo>
                  <a:pt x="15051" y="44174"/>
                  <a:pt x="14308" y="43599"/>
                  <a:pt x="14794" y="43555"/>
                </a:cubicBezTo>
                <a:lnTo>
                  <a:pt x="14794" y="43555"/>
                </a:lnTo>
                <a:cubicBezTo>
                  <a:pt x="14868" y="43772"/>
                  <a:pt x="14969" y="43842"/>
                  <a:pt x="15092" y="43842"/>
                </a:cubicBezTo>
                <a:cubicBezTo>
                  <a:pt x="15312" y="43842"/>
                  <a:pt x="15605" y="43623"/>
                  <a:pt x="15960" y="43623"/>
                </a:cubicBezTo>
                <a:cubicBezTo>
                  <a:pt x="15985" y="43623"/>
                  <a:pt x="16010" y="43624"/>
                  <a:pt x="16036" y="43627"/>
                </a:cubicBezTo>
                <a:lnTo>
                  <a:pt x="15874" y="44023"/>
                </a:lnTo>
                <a:cubicBezTo>
                  <a:pt x="16152" y="44194"/>
                  <a:pt x="16341" y="44255"/>
                  <a:pt x="16478" y="44255"/>
                </a:cubicBezTo>
                <a:cubicBezTo>
                  <a:pt x="16824" y="44255"/>
                  <a:pt x="16840" y="43863"/>
                  <a:pt x="17136" y="43863"/>
                </a:cubicBezTo>
                <a:cubicBezTo>
                  <a:pt x="17253" y="43863"/>
                  <a:pt x="17414" y="43924"/>
                  <a:pt x="17656" y="44095"/>
                </a:cubicBezTo>
                <a:lnTo>
                  <a:pt x="16936" y="44455"/>
                </a:lnTo>
                <a:lnTo>
                  <a:pt x="17620" y="44563"/>
                </a:lnTo>
                <a:lnTo>
                  <a:pt x="17314" y="44977"/>
                </a:lnTo>
                <a:cubicBezTo>
                  <a:pt x="17455" y="44962"/>
                  <a:pt x="17578" y="44954"/>
                  <a:pt x="17687" y="44954"/>
                </a:cubicBezTo>
                <a:cubicBezTo>
                  <a:pt x="18217" y="44954"/>
                  <a:pt x="18430" y="45131"/>
                  <a:pt x="18952" y="45445"/>
                </a:cubicBezTo>
                <a:cubicBezTo>
                  <a:pt x="18910" y="45175"/>
                  <a:pt x="19159" y="44893"/>
                  <a:pt x="19567" y="44893"/>
                </a:cubicBezTo>
                <a:cubicBezTo>
                  <a:pt x="19676" y="44893"/>
                  <a:pt x="19796" y="44913"/>
                  <a:pt x="19925" y="44959"/>
                </a:cubicBezTo>
                <a:cubicBezTo>
                  <a:pt x="20231" y="45355"/>
                  <a:pt x="19546" y="45265"/>
                  <a:pt x="20411" y="45535"/>
                </a:cubicBezTo>
                <a:cubicBezTo>
                  <a:pt x="20254" y="45633"/>
                  <a:pt x="20087" y="45746"/>
                  <a:pt x="19930" y="45746"/>
                </a:cubicBezTo>
                <a:cubicBezTo>
                  <a:pt x="19797" y="45746"/>
                  <a:pt x="19671" y="45666"/>
                  <a:pt x="19564" y="45427"/>
                </a:cubicBezTo>
                <a:cubicBezTo>
                  <a:pt x="19474" y="45553"/>
                  <a:pt x="19276" y="45607"/>
                  <a:pt x="19186" y="45733"/>
                </a:cubicBezTo>
                <a:cubicBezTo>
                  <a:pt x="19528" y="46183"/>
                  <a:pt x="20285" y="46219"/>
                  <a:pt x="20591" y="46327"/>
                </a:cubicBezTo>
                <a:cubicBezTo>
                  <a:pt x="20465" y="46273"/>
                  <a:pt x="20375" y="46201"/>
                  <a:pt x="20285" y="46111"/>
                </a:cubicBezTo>
                <a:lnTo>
                  <a:pt x="21743" y="46021"/>
                </a:lnTo>
                <a:lnTo>
                  <a:pt x="21743" y="46021"/>
                </a:lnTo>
                <a:cubicBezTo>
                  <a:pt x="21869" y="46237"/>
                  <a:pt x="21671" y="46309"/>
                  <a:pt x="21473" y="46363"/>
                </a:cubicBezTo>
                <a:cubicBezTo>
                  <a:pt x="21525" y="46373"/>
                  <a:pt x="21575" y="46377"/>
                  <a:pt x="21626" y="46377"/>
                </a:cubicBezTo>
                <a:cubicBezTo>
                  <a:pt x="21753" y="46377"/>
                  <a:pt x="21880" y="46354"/>
                  <a:pt x="22027" y="46354"/>
                </a:cubicBezTo>
                <a:cubicBezTo>
                  <a:pt x="22126" y="46354"/>
                  <a:pt x="22233" y="46364"/>
                  <a:pt x="22355" y="46399"/>
                </a:cubicBezTo>
                <a:cubicBezTo>
                  <a:pt x="22153" y="46668"/>
                  <a:pt x="22046" y="46999"/>
                  <a:pt x="21566" y="46999"/>
                </a:cubicBezTo>
                <a:cubicBezTo>
                  <a:pt x="21551" y="46999"/>
                  <a:pt x="21535" y="46998"/>
                  <a:pt x="21519" y="46998"/>
                </a:cubicBezTo>
                <a:lnTo>
                  <a:pt x="21519" y="46998"/>
                </a:lnTo>
                <a:lnTo>
                  <a:pt x="22769" y="47083"/>
                </a:lnTo>
                <a:cubicBezTo>
                  <a:pt x="22805" y="47263"/>
                  <a:pt x="23219" y="47713"/>
                  <a:pt x="23021" y="47767"/>
                </a:cubicBezTo>
                <a:cubicBezTo>
                  <a:pt x="23597" y="48217"/>
                  <a:pt x="24875" y="47731"/>
                  <a:pt x="25631" y="48325"/>
                </a:cubicBezTo>
                <a:cubicBezTo>
                  <a:pt x="25715" y="48277"/>
                  <a:pt x="25799" y="48253"/>
                  <a:pt x="25883" y="48253"/>
                </a:cubicBezTo>
                <a:cubicBezTo>
                  <a:pt x="25925" y="48253"/>
                  <a:pt x="25967" y="48259"/>
                  <a:pt x="26009" y="48271"/>
                </a:cubicBezTo>
                <a:cubicBezTo>
                  <a:pt x="26753" y="48626"/>
                  <a:pt x="27291" y="49251"/>
                  <a:pt x="28323" y="49251"/>
                </a:cubicBezTo>
                <a:cubicBezTo>
                  <a:pt x="28390" y="49251"/>
                  <a:pt x="28459" y="49249"/>
                  <a:pt x="28530" y="49243"/>
                </a:cubicBezTo>
                <a:lnTo>
                  <a:pt x="28872" y="50053"/>
                </a:lnTo>
                <a:cubicBezTo>
                  <a:pt x="28920" y="50062"/>
                  <a:pt x="28961" y="50066"/>
                  <a:pt x="28996" y="50066"/>
                </a:cubicBezTo>
                <a:cubicBezTo>
                  <a:pt x="29501" y="50066"/>
                  <a:pt x="28662" y="49230"/>
                  <a:pt x="29442" y="49230"/>
                </a:cubicBezTo>
                <a:cubicBezTo>
                  <a:pt x="29526" y="49230"/>
                  <a:pt x="29629" y="49240"/>
                  <a:pt x="29754" y="49261"/>
                </a:cubicBezTo>
                <a:cubicBezTo>
                  <a:pt x="30744" y="49387"/>
                  <a:pt x="29934" y="49891"/>
                  <a:pt x="30204" y="50161"/>
                </a:cubicBezTo>
                <a:cubicBezTo>
                  <a:pt x="30497" y="50086"/>
                  <a:pt x="30913" y="49956"/>
                  <a:pt x="31347" y="49956"/>
                </a:cubicBezTo>
                <a:cubicBezTo>
                  <a:pt x="31740" y="49956"/>
                  <a:pt x="32148" y="50063"/>
                  <a:pt x="32490" y="50414"/>
                </a:cubicBezTo>
                <a:cubicBezTo>
                  <a:pt x="32440" y="50422"/>
                  <a:pt x="32393" y="50426"/>
                  <a:pt x="32348" y="50426"/>
                </a:cubicBezTo>
                <a:cubicBezTo>
                  <a:pt x="32103" y="50426"/>
                  <a:pt x="31923" y="50318"/>
                  <a:pt x="31680" y="50288"/>
                </a:cubicBezTo>
                <a:lnTo>
                  <a:pt x="31680" y="50288"/>
                </a:lnTo>
                <a:cubicBezTo>
                  <a:pt x="31860" y="50468"/>
                  <a:pt x="32058" y="50648"/>
                  <a:pt x="32238" y="50828"/>
                </a:cubicBezTo>
                <a:cubicBezTo>
                  <a:pt x="31266" y="51134"/>
                  <a:pt x="30744" y="50738"/>
                  <a:pt x="31212" y="51422"/>
                </a:cubicBezTo>
                <a:cubicBezTo>
                  <a:pt x="31333" y="51123"/>
                  <a:pt x="31571" y="51027"/>
                  <a:pt x="31867" y="51027"/>
                </a:cubicBezTo>
                <a:cubicBezTo>
                  <a:pt x="32142" y="51027"/>
                  <a:pt x="32467" y="51110"/>
                  <a:pt x="32796" y="51188"/>
                </a:cubicBezTo>
                <a:cubicBezTo>
                  <a:pt x="33099" y="51261"/>
                  <a:pt x="33407" y="51331"/>
                  <a:pt x="33670" y="51331"/>
                </a:cubicBezTo>
                <a:cubicBezTo>
                  <a:pt x="33985" y="51331"/>
                  <a:pt x="34237" y="51231"/>
                  <a:pt x="34344" y="50918"/>
                </a:cubicBezTo>
                <a:cubicBezTo>
                  <a:pt x="34470" y="51026"/>
                  <a:pt x="34596" y="51152"/>
                  <a:pt x="34740" y="51260"/>
                </a:cubicBezTo>
                <a:cubicBezTo>
                  <a:pt x="34713" y="51252"/>
                  <a:pt x="34689" y="51249"/>
                  <a:pt x="34667" y="51249"/>
                </a:cubicBezTo>
                <a:cubicBezTo>
                  <a:pt x="34617" y="51249"/>
                  <a:pt x="34578" y="51263"/>
                  <a:pt x="34531" y="51263"/>
                </a:cubicBezTo>
                <a:cubicBezTo>
                  <a:pt x="34502" y="51263"/>
                  <a:pt x="34472" y="51258"/>
                  <a:pt x="34434" y="51242"/>
                </a:cubicBezTo>
                <a:lnTo>
                  <a:pt x="34434" y="51242"/>
                </a:lnTo>
                <a:cubicBezTo>
                  <a:pt x="34600" y="51407"/>
                  <a:pt x="34734" y="51470"/>
                  <a:pt x="34854" y="51470"/>
                </a:cubicBezTo>
                <a:cubicBezTo>
                  <a:pt x="35225" y="51470"/>
                  <a:pt x="35454" y="50867"/>
                  <a:pt x="36036" y="50867"/>
                </a:cubicBezTo>
                <a:cubicBezTo>
                  <a:pt x="36143" y="50867"/>
                  <a:pt x="36262" y="50887"/>
                  <a:pt x="36397" y="50936"/>
                </a:cubicBezTo>
                <a:cubicBezTo>
                  <a:pt x="36775" y="51098"/>
                  <a:pt x="37045" y="51332"/>
                  <a:pt x="36739" y="51422"/>
                </a:cubicBezTo>
                <a:cubicBezTo>
                  <a:pt x="37063" y="51386"/>
                  <a:pt x="37369" y="51314"/>
                  <a:pt x="37693" y="51260"/>
                </a:cubicBezTo>
                <a:cubicBezTo>
                  <a:pt x="37889" y="51302"/>
                  <a:pt x="37878" y="51442"/>
                  <a:pt x="37744" y="51468"/>
                </a:cubicBezTo>
                <a:lnTo>
                  <a:pt x="37744" y="51468"/>
                </a:lnTo>
                <a:cubicBezTo>
                  <a:pt x="38165" y="51497"/>
                  <a:pt x="38586" y="51513"/>
                  <a:pt x="39007" y="51530"/>
                </a:cubicBezTo>
                <a:lnTo>
                  <a:pt x="38989" y="51566"/>
                </a:lnTo>
                <a:cubicBezTo>
                  <a:pt x="39133" y="51458"/>
                  <a:pt x="39295" y="51350"/>
                  <a:pt x="39439" y="51260"/>
                </a:cubicBezTo>
                <a:cubicBezTo>
                  <a:pt x="39601" y="51170"/>
                  <a:pt x="39745" y="51080"/>
                  <a:pt x="39907" y="51008"/>
                </a:cubicBezTo>
                <a:cubicBezTo>
                  <a:pt x="40141" y="51098"/>
                  <a:pt x="40087" y="51134"/>
                  <a:pt x="39979" y="51152"/>
                </a:cubicBezTo>
                <a:cubicBezTo>
                  <a:pt x="39871" y="51188"/>
                  <a:pt x="39763" y="51206"/>
                  <a:pt x="39799" y="51278"/>
                </a:cubicBezTo>
                <a:lnTo>
                  <a:pt x="39925" y="51242"/>
                </a:lnTo>
                <a:lnTo>
                  <a:pt x="40051" y="51224"/>
                </a:lnTo>
                <a:lnTo>
                  <a:pt x="40303" y="51152"/>
                </a:lnTo>
                <a:cubicBezTo>
                  <a:pt x="40483" y="51098"/>
                  <a:pt x="40645" y="51044"/>
                  <a:pt x="40807" y="50990"/>
                </a:cubicBezTo>
                <a:lnTo>
                  <a:pt x="40807" y="50990"/>
                </a:lnTo>
                <a:cubicBezTo>
                  <a:pt x="41023" y="51134"/>
                  <a:pt x="40951" y="51296"/>
                  <a:pt x="40699" y="51422"/>
                </a:cubicBezTo>
                <a:cubicBezTo>
                  <a:pt x="40555" y="51494"/>
                  <a:pt x="40393" y="51530"/>
                  <a:pt x="40231" y="51548"/>
                </a:cubicBezTo>
                <a:cubicBezTo>
                  <a:pt x="40123" y="51566"/>
                  <a:pt x="40033" y="51566"/>
                  <a:pt x="39943" y="51566"/>
                </a:cubicBezTo>
                <a:lnTo>
                  <a:pt x="39709" y="51566"/>
                </a:lnTo>
                <a:cubicBezTo>
                  <a:pt x="39817" y="51800"/>
                  <a:pt x="40033" y="51980"/>
                  <a:pt x="40285" y="52070"/>
                </a:cubicBezTo>
                <a:cubicBezTo>
                  <a:pt x="40318" y="52073"/>
                  <a:pt x="40351" y="52074"/>
                  <a:pt x="40383" y="52074"/>
                </a:cubicBezTo>
                <a:cubicBezTo>
                  <a:pt x="40543" y="52074"/>
                  <a:pt x="40693" y="52037"/>
                  <a:pt x="40843" y="51962"/>
                </a:cubicBezTo>
                <a:cubicBezTo>
                  <a:pt x="41077" y="51854"/>
                  <a:pt x="41329" y="51764"/>
                  <a:pt x="41581" y="51692"/>
                </a:cubicBezTo>
                <a:cubicBezTo>
                  <a:pt x="41905" y="51602"/>
                  <a:pt x="42319" y="51566"/>
                  <a:pt x="42931" y="51440"/>
                </a:cubicBezTo>
                <a:lnTo>
                  <a:pt x="42931" y="51440"/>
                </a:lnTo>
                <a:cubicBezTo>
                  <a:pt x="42625" y="51656"/>
                  <a:pt x="42283" y="51836"/>
                  <a:pt x="41923" y="51980"/>
                </a:cubicBezTo>
                <a:cubicBezTo>
                  <a:pt x="42153" y="52090"/>
                  <a:pt x="42402" y="52144"/>
                  <a:pt x="42653" y="52144"/>
                </a:cubicBezTo>
                <a:cubicBezTo>
                  <a:pt x="42893" y="52144"/>
                  <a:pt x="43135" y="52095"/>
                  <a:pt x="43363" y="51998"/>
                </a:cubicBezTo>
                <a:cubicBezTo>
                  <a:pt x="43940" y="51746"/>
                  <a:pt x="44480" y="51440"/>
                  <a:pt x="45002" y="51080"/>
                </a:cubicBezTo>
                <a:lnTo>
                  <a:pt x="45002" y="51080"/>
                </a:lnTo>
                <a:cubicBezTo>
                  <a:pt x="44894" y="51098"/>
                  <a:pt x="44678" y="51206"/>
                  <a:pt x="44408" y="51296"/>
                </a:cubicBezTo>
                <a:cubicBezTo>
                  <a:pt x="44138" y="51404"/>
                  <a:pt x="43850" y="51458"/>
                  <a:pt x="43580" y="51476"/>
                </a:cubicBezTo>
                <a:cubicBezTo>
                  <a:pt x="43534" y="51483"/>
                  <a:pt x="43490" y="51487"/>
                  <a:pt x="43447" y="51487"/>
                </a:cubicBezTo>
                <a:cubicBezTo>
                  <a:pt x="43282" y="51487"/>
                  <a:pt x="43132" y="51435"/>
                  <a:pt x="43003" y="51350"/>
                </a:cubicBezTo>
                <a:cubicBezTo>
                  <a:pt x="42895" y="51260"/>
                  <a:pt x="42949" y="51116"/>
                  <a:pt x="43147" y="50882"/>
                </a:cubicBezTo>
                <a:cubicBezTo>
                  <a:pt x="43634" y="50702"/>
                  <a:pt x="43976" y="50306"/>
                  <a:pt x="44102" y="49801"/>
                </a:cubicBezTo>
                <a:cubicBezTo>
                  <a:pt x="44159" y="49852"/>
                  <a:pt x="44216" y="49876"/>
                  <a:pt x="44275" y="49876"/>
                </a:cubicBezTo>
                <a:cubicBezTo>
                  <a:pt x="44381" y="49876"/>
                  <a:pt x="44489" y="49797"/>
                  <a:pt x="44606" y="49657"/>
                </a:cubicBezTo>
                <a:cubicBezTo>
                  <a:pt x="44696" y="49531"/>
                  <a:pt x="44786" y="49405"/>
                  <a:pt x="44858" y="49261"/>
                </a:cubicBezTo>
                <a:cubicBezTo>
                  <a:pt x="44930" y="49153"/>
                  <a:pt x="44984" y="49027"/>
                  <a:pt x="45056" y="48901"/>
                </a:cubicBezTo>
                <a:lnTo>
                  <a:pt x="45524" y="49225"/>
                </a:lnTo>
                <a:cubicBezTo>
                  <a:pt x="45686" y="48631"/>
                  <a:pt x="45416" y="48523"/>
                  <a:pt x="45380" y="48109"/>
                </a:cubicBezTo>
                <a:cubicBezTo>
                  <a:pt x="45626" y="47770"/>
                  <a:pt x="45902" y="47689"/>
                  <a:pt x="46174" y="47689"/>
                </a:cubicBezTo>
                <a:cubicBezTo>
                  <a:pt x="46320" y="47689"/>
                  <a:pt x="46465" y="47712"/>
                  <a:pt x="46604" y="47731"/>
                </a:cubicBezTo>
                <a:cubicBezTo>
                  <a:pt x="46802" y="47437"/>
                  <a:pt x="46760" y="47371"/>
                  <a:pt x="46635" y="47371"/>
                </a:cubicBezTo>
                <a:cubicBezTo>
                  <a:pt x="46532" y="47371"/>
                  <a:pt x="46375" y="47415"/>
                  <a:pt x="46247" y="47415"/>
                </a:cubicBezTo>
                <a:cubicBezTo>
                  <a:pt x="46061" y="47415"/>
                  <a:pt x="45937" y="47322"/>
                  <a:pt x="46136" y="46867"/>
                </a:cubicBezTo>
                <a:cubicBezTo>
                  <a:pt x="46424" y="46579"/>
                  <a:pt x="46622" y="46237"/>
                  <a:pt x="46730" y="45841"/>
                </a:cubicBezTo>
                <a:cubicBezTo>
                  <a:pt x="46838" y="45409"/>
                  <a:pt x="46928" y="44959"/>
                  <a:pt x="46982" y="44491"/>
                </a:cubicBezTo>
                <a:cubicBezTo>
                  <a:pt x="47094" y="44379"/>
                  <a:pt x="47167" y="44338"/>
                  <a:pt x="47217" y="44338"/>
                </a:cubicBezTo>
                <a:cubicBezTo>
                  <a:pt x="47351" y="44338"/>
                  <a:pt x="47320" y="44632"/>
                  <a:pt x="47435" y="44632"/>
                </a:cubicBezTo>
                <a:cubicBezTo>
                  <a:pt x="47449" y="44632"/>
                  <a:pt x="47466" y="44627"/>
                  <a:pt x="47486" y="44617"/>
                </a:cubicBezTo>
                <a:cubicBezTo>
                  <a:pt x="47432" y="44401"/>
                  <a:pt x="47378" y="44167"/>
                  <a:pt x="47306" y="43951"/>
                </a:cubicBezTo>
                <a:cubicBezTo>
                  <a:pt x="47331" y="43914"/>
                  <a:pt x="47359" y="43900"/>
                  <a:pt x="47388" y="43900"/>
                </a:cubicBezTo>
                <a:cubicBezTo>
                  <a:pt x="47443" y="43900"/>
                  <a:pt x="47498" y="43951"/>
                  <a:pt x="47522" y="43987"/>
                </a:cubicBezTo>
                <a:cubicBezTo>
                  <a:pt x="47558" y="43501"/>
                  <a:pt x="47018" y="43699"/>
                  <a:pt x="47162" y="42997"/>
                </a:cubicBezTo>
                <a:cubicBezTo>
                  <a:pt x="46928" y="42781"/>
                  <a:pt x="47288" y="42547"/>
                  <a:pt x="47666" y="42241"/>
                </a:cubicBezTo>
                <a:cubicBezTo>
                  <a:pt x="48044" y="41934"/>
                  <a:pt x="48422" y="41502"/>
                  <a:pt x="48260" y="40962"/>
                </a:cubicBezTo>
                <a:cubicBezTo>
                  <a:pt x="48295" y="40939"/>
                  <a:pt x="48325" y="40930"/>
                  <a:pt x="48354" y="40930"/>
                </a:cubicBezTo>
                <a:cubicBezTo>
                  <a:pt x="48503" y="40930"/>
                  <a:pt x="48585" y="41199"/>
                  <a:pt x="48782" y="41214"/>
                </a:cubicBezTo>
                <a:cubicBezTo>
                  <a:pt x="48800" y="40566"/>
                  <a:pt x="48782" y="40296"/>
                  <a:pt x="48764" y="40044"/>
                </a:cubicBezTo>
                <a:cubicBezTo>
                  <a:pt x="48728" y="39684"/>
                  <a:pt x="48656" y="39342"/>
                  <a:pt x="48566" y="39000"/>
                </a:cubicBezTo>
                <a:cubicBezTo>
                  <a:pt x="48782" y="38766"/>
                  <a:pt x="48980" y="38550"/>
                  <a:pt x="49178" y="38316"/>
                </a:cubicBezTo>
                <a:lnTo>
                  <a:pt x="49178" y="38316"/>
                </a:lnTo>
                <a:cubicBezTo>
                  <a:pt x="49068" y="38400"/>
                  <a:pt x="48970" y="38437"/>
                  <a:pt x="48882" y="38437"/>
                </a:cubicBezTo>
                <a:cubicBezTo>
                  <a:pt x="48498" y="38437"/>
                  <a:pt x="48313" y="37726"/>
                  <a:pt x="48152" y="37110"/>
                </a:cubicBezTo>
                <a:cubicBezTo>
                  <a:pt x="47936" y="37200"/>
                  <a:pt x="47720" y="37308"/>
                  <a:pt x="47540" y="37434"/>
                </a:cubicBezTo>
                <a:cubicBezTo>
                  <a:pt x="47540" y="37074"/>
                  <a:pt x="47558" y="36714"/>
                  <a:pt x="47558" y="36354"/>
                </a:cubicBezTo>
                <a:cubicBezTo>
                  <a:pt x="47584" y="36335"/>
                  <a:pt x="47611" y="36327"/>
                  <a:pt x="47640" y="36327"/>
                </a:cubicBezTo>
                <a:cubicBezTo>
                  <a:pt x="47751" y="36327"/>
                  <a:pt x="47883" y="36456"/>
                  <a:pt x="48026" y="36642"/>
                </a:cubicBezTo>
                <a:cubicBezTo>
                  <a:pt x="47990" y="36570"/>
                  <a:pt x="47972" y="36498"/>
                  <a:pt x="47936" y="36426"/>
                </a:cubicBezTo>
                <a:cubicBezTo>
                  <a:pt x="48027" y="36335"/>
                  <a:pt x="48114" y="36297"/>
                  <a:pt x="48198" y="36297"/>
                </a:cubicBezTo>
                <a:cubicBezTo>
                  <a:pt x="48399" y="36297"/>
                  <a:pt x="48581" y="36514"/>
                  <a:pt x="48746" y="36768"/>
                </a:cubicBezTo>
                <a:cubicBezTo>
                  <a:pt x="48602" y="36858"/>
                  <a:pt x="48440" y="36948"/>
                  <a:pt x="48296" y="37020"/>
                </a:cubicBezTo>
                <a:cubicBezTo>
                  <a:pt x="48548" y="37380"/>
                  <a:pt x="48854" y="37740"/>
                  <a:pt x="49178" y="37776"/>
                </a:cubicBezTo>
                <a:cubicBezTo>
                  <a:pt x="49142" y="37650"/>
                  <a:pt x="49124" y="37524"/>
                  <a:pt x="49142" y="37398"/>
                </a:cubicBezTo>
                <a:lnTo>
                  <a:pt x="49142" y="37398"/>
                </a:lnTo>
                <a:cubicBezTo>
                  <a:pt x="49207" y="37479"/>
                  <a:pt x="49271" y="37545"/>
                  <a:pt x="49323" y="37545"/>
                </a:cubicBezTo>
                <a:cubicBezTo>
                  <a:pt x="49329" y="37545"/>
                  <a:pt x="49335" y="37544"/>
                  <a:pt x="49340" y="37542"/>
                </a:cubicBezTo>
                <a:cubicBezTo>
                  <a:pt x="49412" y="37524"/>
                  <a:pt x="49322" y="37380"/>
                  <a:pt x="49250" y="37164"/>
                </a:cubicBezTo>
                <a:lnTo>
                  <a:pt x="49934" y="37110"/>
                </a:lnTo>
                <a:lnTo>
                  <a:pt x="49700" y="36984"/>
                </a:lnTo>
                <a:lnTo>
                  <a:pt x="50474" y="35706"/>
                </a:lnTo>
                <a:cubicBezTo>
                  <a:pt x="50312" y="35130"/>
                  <a:pt x="50024" y="34572"/>
                  <a:pt x="49808" y="33959"/>
                </a:cubicBezTo>
                <a:cubicBezTo>
                  <a:pt x="49556" y="33293"/>
                  <a:pt x="49430" y="32591"/>
                  <a:pt x="49430" y="31889"/>
                </a:cubicBezTo>
                <a:lnTo>
                  <a:pt x="49430" y="31889"/>
                </a:lnTo>
                <a:cubicBezTo>
                  <a:pt x="49666" y="32167"/>
                  <a:pt x="49882" y="32191"/>
                  <a:pt x="50136" y="32191"/>
                </a:cubicBezTo>
                <a:cubicBezTo>
                  <a:pt x="50188" y="32191"/>
                  <a:pt x="50242" y="32190"/>
                  <a:pt x="50298" y="32190"/>
                </a:cubicBezTo>
                <a:cubicBezTo>
                  <a:pt x="50428" y="32190"/>
                  <a:pt x="50569" y="32196"/>
                  <a:pt x="50726" y="32231"/>
                </a:cubicBezTo>
                <a:cubicBezTo>
                  <a:pt x="50047" y="32553"/>
                  <a:pt x="50718" y="33515"/>
                  <a:pt x="50409" y="34304"/>
                </a:cubicBezTo>
                <a:lnTo>
                  <a:pt x="50409" y="34304"/>
                </a:lnTo>
                <a:cubicBezTo>
                  <a:pt x="50487" y="34112"/>
                  <a:pt x="50581" y="34047"/>
                  <a:pt x="50666" y="34047"/>
                </a:cubicBezTo>
                <a:cubicBezTo>
                  <a:pt x="50755" y="34047"/>
                  <a:pt x="50834" y="34120"/>
                  <a:pt x="50870" y="34194"/>
                </a:cubicBezTo>
                <a:cubicBezTo>
                  <a:pt x="50816" y="33653"/>
                  <a:pt x="50744" y="33131"/>
                  <a:pt x="50672" y="32609"/>
                </a:cubicBezTo>
                <a:lnTo>
                  <a:pt x="50672" y="32609"/>
                </a:lnTo>
                <a:cubicBezTo>
                  <a:pt x="50733" y="32626"/>
                  <a:pt x="50785" y="32634"/>
                  <a:pt x="50829" y="32634"/>
                </a:cubicBezTo>
                <a:cubicBezTo>
                  <a:pt x="51113" y="32634"/>
                  <a:pt x="51102" y="32311"/>
                  <a:pt x="51320" y="32015"/>
                </a:cubicBezTo>
                <a:lnTo>
                  <a:pt x="51320" y="32015"/>
                </a:lnTo>
                <a:cubicBezTo>
                  <a:pt x="51282" y="32020"/>
                  <a:pt x="51247" y="32022"/>
                  <a:pt x="51214" y="32022"/>
                </a:cubicBezTo>
                <a:cubicBezTo>
                  <a:pt x="50838" y="32022"/>
                  <a:pt x="50762" y="31749"/>
                  <a:pt x="50762" y="31385"/>
                </a:cubicBezTo>
                <a:cubicBezTo>
                  <a:pt x="50744" y="30971"/>
                  <a:pt x="50834" y="30485"/>
                  <a:pt x="50762" y="30161"/>
                </a:cubicBezTo>
                <a:cubicBezTo>
                  <a:pt x="51050" y="30161"/>
                  <a:pt x="51338" y="30359"/>
                  <a:pt x="51158" y="31079"/>
                </a:cubicBezTo>
                <a:cubicBezTo>
                  <a:pt x="51555" y="30737"/>
                  <a:pt x="51338" y="30431"/>
                  <a:pt x="51104" y="30125"/>
                </a:cubicBezTo>
                <a:cubicBezTo>
                  <a:pt x="50870" y="29819"/>
                  <a:pt x="50618" y="29531"/>
                  <a:pt x="50942" y="29171"/>
                </a:cubicBezTo>
                <a:lnTo>
                  <a:pt x="50942" y="29171"/>
                </a:lnTo>
                <a:cubicBezTo>
                  <a:pt x="50924" y="29351"/>
                  <a:pt x="50870" y="29441"/>
                  <a:pt x="51014" y="29531"/>
                </a:cubicBezTo>
                <a:cubicBezTo>
                  <a:pt x="50822" y="29130"/>
                  <a:pt x="51072" y="28302"/>
                  <a:pt x="51294" y="28302"/>
                </a:cubicBezTo>
                <a:cubicBezTo>
                  <a:pt x="51322" y="28302"/>
                  <a:pt x="51349" y="28315"/>
                  <a:pt x="51374" y="28343"/>
                </a:cubicBezTo>
                <a:lnTo>
                  <a:pt x="51356" y="28541"/>
                </a:lnTo>
                <a:cubicBezTo>
                  <a:pt x="51501" y="27767"/>
                  <a:pt x="51555" y="26993"/>
                  <a:pt x="51519" y="26219"/>
                </a:cubicBezTo>
                <a:cubicBezTo>
                  <a:pt x="51446" y="25426"/>
                  <a:pt x="51248" y="24760"/>
                  <a:pt x="50870" y="24670"/>
                </a:cubicBezTo>
                <a:lnTo>
                  <a:pt x="50870" y="24670"/>
                </a:lnTo>
                <a:cubicBezTo>
                  <a:pt x="51230" y="24706"/>
                  <a:pt x="51573" y="24796"/>
                  <a:pt x="51915" y="24904"/>
                </a:cubicBezTo>
                <a:cubicBezTo>
                  <a:pt x="51086" y="24148"/>
                  <a:pt x="50222" y="23428"/>
                  <a:pt x="49358" y="22762"/>
                </a:cubicBezTo>
                <a:lnTo>
                  <a:pt x="49358" y="22762"/>
                </a:lnTo>
                <a:cubicBezTo>
                  <a:pt x="49437" y="22783"/>
                  <a:pt x="49529" y="22792"/>
                  <a:pt x="49629" y="22792"/>
                </a:cubicBezTo>
                <a:cubicBezTo>
                  <a:pt x="50014" y="22792"/>
                  <a:pt x="50531" y="22668"/>
                  <a:pt x="50987" y="22668"/>
                </a:cubicBezTo>
                <a:cubicBezTo>
                  <a:pt x="51419" y="22668"/>
                  <a:pt x="51796" y="22779"/>
                  <a:pt x="51951" y="23212"/>
                </a:cubicBezTo>
                <a:cubicBezTo>
                  <a:pt x="52113" y="22798"/>
                  <a:pt x="52113" y="22348"/>
                  <a:pt x="51915" y="21952"/>
                </a:cubicBezTo>
                <a:cubicBezTo>
                  <a:pt x="51850" y="22094"/>
                  <a:pt x="51395" y="22292"/>
                  <a:pt x="51117" y="22292"/>
                </a:cubicBezTo>
                <a:cubicBezTo>
                  <a:pt x="51008" y="22292"/>
                  <a:pt x="50927" y="22262"/>
                  <a:pt x="50906" y="22186"/>
                </a:cubicBezTo>
                <a:cubicBezTo>
                  <a:pt x="51615" y="21460"/>
                  <a:pt x="51295" y="21675"/>
                  <a:pt x="51851" y="20790"/>
                </a:cubicBezTo>
                <a:lnTo>
                  <a:pt x="51851" y="20790"/>
                </a:lnTo>
                <a:cubicBezTo>
                  <a:pt x="51799" y="20847"/>
                  <a:pt x="51704" y="20873"/>
                  <a:pt x="51589" y="20873"/>
                </a:cubicBezTo>
                <a:cubicBezTo>
                  <a:pt x="51238" y="20873"/>
                  <a:pt x="50708" y="20634"/>
                  <a:pt x="50708" y="20314"/>
                </a:cubicBezTo>
                <a:lnTo>
                  <a:pt x="50708" y="20314"/>
                </a:lnTo>
                <a:cubicBezTo>
                  <a:pt x="50738" y="20327"/>
                  <a:pt x="50792" y="20332"/>
                  <a:pt x="50860" y="20332"/>
                </a:cubicBezTo>
                <a:cubicBezTo>
                  <a:pt x="51029" y="20332"/>
                  <a:pt x="51288" y="20303"/>
                  <a:pt x="51499" y="20303"/>
                </a:cubicBezTo>
                <a:cubicBezTo>
                  <a:pt x="51639" y="20303"/>
                  <a:pt x="51757" y="20315"/>
                  <a:pt x="51815" y="20357"/>
                </a:cubicBezTo>
                <a:lnTo>
                  <a:pt x="51815" y="20357"/>
                </a:lnTo>
                <a:cubicBezTo>
                  <a:pt x="51480" y="20006"/>
                  <a:pt x="51145" y="19670"/>
                  <a:pt x="50794" y="19335"/>
                </a:cubicBezTo>
                <a:lnTo>
                  <a:pt x="50794" y="19335"/>
                </a:lnTo>
                <a:cubicBezTo>
                  <a:pt x="50852" y="19377"/>
                  <a:pt x="50927" y="19395"/>
                  <a:pt x="51012" y="19395"/>
                </a:cubicBezTo>
                <a:cubicBezTo>
                  <a:pt x="51295" y="19395"/>
                  <a:pt x="51685" y="19189"/>
                  <a:pt x="51879" y="18982"/>
                </a:cubicBezTo>
                <a:lnTo>
                  <a:pt x="51879" y="18982"/>
                </a:lnTo>
                <a:cubicBezTo>
                  <a:pt x="51867" y="18990"/>
                  <a:pt x="51856" y="18993"/>
                  <a:pt x="51846" y="18993"/>
                </a:cubicBezTo>
                <a:cubicBezTo>
                  <a:pt x="51767" y="18993"/>
                  <a:pt x="51751" y="18750"/>
                  <a:pt x="51735" y="18478"/>
                </a:cubicBezTo>
                <a:cubicBezTo>
                  <a:pt x="51735" y="18190"/>
                  <a:pt x="51699" y="17901"/>
                  <a:pt x="51609" y="17631"/>
                </a:cubicBezTo>
                <a:cubicBezTo>
                  <a:pt x="51573" y="17811"/>
                  <a:pt x="51519" y="17992"/>
                  <a:pt x="51465" y="18172"/>
                </a:cubicBezTo>
                <a:cubicBezTo>
                  <a:pt x="51446" y="17487"/>
                  <a:pt x="51032" y="17199"/>
                  <a:pt x="50600" y="16947"/>
                </a:cubicBezTo>
                <a:cubicBezTo>
                  <a:pt x="50168" y="16695"/>
                  <a:pt x="49736" y="16479"/>
                  <a:pt x="49592" y="15867"/>
                </a:cubicBezTo>
                <a:lnTo>
                  <a:pt x="49592" y="15867"/>
                </a:lnTo>
                <a:cubicBezTo>
                  <a:pt x="49638" y="15883"/>
                  <a:pt x="49726" y="15893"/>
                  <a:pt x="49834" y="15893"/>
                </a:cubicBezTo>
                <a:cubicBezTo>
                  <a:pt x="50235" y="15893"/>
                  <a:pt x="50923" y="15750"/>
                  <a:pt x="50852" y="15183"/>
                </a:cubicBezTo>
                <a:cubicBezTo>
                  <a:pt x="50564" y="15111"/>
                  <a:pt x="49862" y="14967"/>
                  <a:pt x="49124" y="14787"/>
                </a:cubicBezTo>
                <a:cubicBezTo>
                  <a:pt x="48764" y="14715"/>
                  <a:pt x="48422" y="14625"/>
                  <a:pt x="48062" y="14499"/>
                </a:cubicBezTo>
                <a:cubicBezTo>
                  <a:pt x="47774" y="14427"/>
                  <a:pt x="47486" y="14283"/>
                  <a:pt x="47252" y="14103"/>
                </a:cubicBezTo>
                <a:cubicBezTo>
                  <a:pt x="47306" y="13995"/>
                  <a:pt x="47360" y="13887"/>
                  <a:pt x="47414" y="13779"/>
                </a:cubicBezTo>
                <a:cubicBezTo>
                  <a:pt x="47162" y="13617"/>
                  <a:pt x="46964" y="13455"/>
                  <a:pt x="46712" y="13311"/>
                </a:cubicBezTo>
                <a:cubicBezTo>
                  <a:pt x="46789" y="13306"/>
                  <a:pt x="46866" y="13304"/>
                  <a:pt x="46943" y="13304"/>
                </a:cubicBezTo>
                <a:cubicBezTo>
                  <a:pt x="47154" y="13304"/>
                  <a:pt x="47365" y="13321"/>
                  <a:pt x="47576" y="13347"/>
                </a:cubicBezTo>
                <a:cubicBezTo>
                  <a:pt x="47756" y="13365"/>
                  <a:pt x="47936" y="13401"/>
                  <a:pt x="48134" y="13437"/>
                </a:cubicBezTo>
                <a:cubicBezTo>
                  <a:pt x="48332" y="13473"/>
                  <a:pt x="48512" y="13509"/>
                  <a:pt x="48710" y="13563"/>
                </a:cubicBezTo>
                <a:cubicBezTo>
                  <a:pt x="49088" y="13671"/>
                  <a:pt x="49466" y="13797"/>
                  <a:pt x="49826" y="13977"/>
                </a:cubicBezTo>
                <a:cubicBezTo>
                  <a:pt x="50150" y="14103"/>
                  <a:pt x="50438" y="14265"/>
                  <a:pt x="50726" y="14463"/>
                </a:cubicBezTo>
                <a:cubicBezTo>
                  <a:pt x="50744" y="13869"/>
                  <a:pt x="50996" y="14193"/>
                  <a:pt x="50654" y="13437"/>
                </a:cubicBezTo>
                <a:cubicBezTo>
                  <a:pt x="50683" y="13348"/>
                  <a:pt x="50727" y="13312"/>
                  <a:pt x="50779" y="13312"/>
                </a:cubicBezTo>
                <a:cubicBezTo>
                  <a:pt x="50958" y="13312"/>
                  <a:pt x="51237" y="13742"/>
                  <a:pt x="51320" y="13923"/>
                </a:cubicBezTo>
                <a:cubicBezTo>
                  <a:pt x="51212" y="13599"/>
                  <a:pt x="51104" y="13275"/>
                  <a:pt x="50996" y="12951"/>
                </a:cubicBezTo>
                <a:lnTo>
                  <a:pt x="50600" y="12033"/>
                </a:lnTo>
                <a:cubicBezTo>
                  <a:pt x="50543" y="12077"/>
                  <a:pt x="50480" y="12096"/>
                  <a:pt x="50413" y="12096"/>
                </a:cubicBezTo>
                <a:cubicBezTo>
                  <a:pt x="50208" y="12096"/>
                  <a:pt x="49967" y="11917"/>
                  <a:pt x="49736" y="11727"/>
                </a:cubicBezTo>
                <a:cubicBezTo>
                  <a:pt x="49496" y="11553"/>
                  <a:pt x="49266" y="11390"/>
                  <a:pt x="49090" y="11390"/>
                </a:cubicBezTo>
                <a:cubicBezTo>
                  <a:pt x="49028" y="11390"/>
                  <a:pt x="48973" y="11410"/>
                  <a:pt x="48926" y="11457"/>
                </a:cubicBezTo>
                <a:cubicBezTo>
                  <a:pt x="49196" y="11655"/>
                  <a:pt x="49466" y="11889"/>
                  <a:pt x="49736" y="12123"/>
                </a:cubicBezTo>
                <a:cubicBezTo>
                  <a:pt x="50006" y="12375"/>
                  <a:pt x="50276" y="12627"/>
                  <a:pt x="50510" y="12897"/>
                </a:cubicBezTo>
                <a:cubicBezTo>
                  <a:pt x="50418" y="12956"/>
                  <a:pt x="50292" y="12984"/>
                  <a:pt x="50143" y="12984"/>
                </a:cubicBezTo>
                <a:cubicBezTo>
                  <a:pt x="49886" y="12984"/>
                  <a:pt x="49563" y="12901"/>
                  <a:pt x="49232" y="12753"/>
                </a:cubicBezTo>
                <a:cubicBezTo>
                  <a:pt x="48962" y="12645"/>
                  <a:pt x="48710" y="12501"/>
                  <a:pt x="48476" y="12303"/>
                </a:cubicBezTo>
                <a:cubicBezTo>
                  <a:pt x="48224" y="12141"/>
                  <a:pt x="48026" y="11907"/>
                  <a:pt x="47864" y="11655"/>
                </a:cubicBezTo>
                <a:cubicBezTo>
                  <a:pt x="47864" y="11457"/>
                  <a:pt x="48116" y="11331"/>
                  <a:pt x="48386" y="11259"/>
                </a:cubicBezTo>
                <a:cubicBezTo>
                  <a:pt x="48602" y="11223"/>
                  <a:pt x="48818" y="11151"/>
                  <a:pt x="49016" y="11079"/>
                </a:cubicBezTo>
                <a:cubicBezTo>
                  <a:pt x="48764" y="11043"/>
                  <a:pt x="47954" y="10341"/>
                  <a:pt x="47990" y="10161"/>
                </a:cubicBezTo>
                <a:lnTo>
                  <a:pt x="47990" y="10161"/>
                </a:lnTo>
                <a:cubicBezTo>
                  <a:pt x="48188" y="10215"/>
                  <a:pt x="48386" y="10305"/>
                  <a:pt x="48584" y="10377"/>
                </a:cubicBezTo>
                <a:cubicBezTo>
                  <a:pt x="48512" y="10215"/>
                  <a:pt x="48404" y="10089"/>
                  <a:pt x="48242" y="9999"/>
                </a:cubicBezTo>
                <a:cubicBezTo>
                  <a:pt x="48098" y="9927"/>
                  <a:pt x="47936" y="9855"/>
                  <a:pt x="47774" y="9800"/>
                </a:cubicBezTo>
                <a:cubicBezTo>
                  <a:pt x="47612" y="9746"/>
                  <a:pt x="47450" y="9656"/>
                  <a:pt x="47324" y="9548"/>
                </a:cubicBezTo>
                <a:cubicBezTo>
                  <a:pt x="47180" y="9404"/>
                  <a:pt x="47072" y="9224"/>
                  <a:pt x="47054" y="9008"/>
                </a:cubicBezTo>
                <a:cubicBezTo>
                  <a:pt x="46892" y="8798"/>
                  <a:pt x="46934" y="8022"/>
                  <a:pt x="46749" y="8022"/>
                </a:cubicBezTo>
                <a:cubicBezTo>
                  <a:pt x="46727" y="8022"/>
                  <a:pt x="46703" y="8032"/>
                  <a:pt x="46676" y="8054"/>
                </a:cubicBezTo>
                <a:cubicBezTo>
                  <a:pt x="46568" y="8900"/>
                  <a:pt x="45110" y="10485"/>
                  <a:pt x="44552" y="10665"/>
                </a:cubicBezTo>
                <a:cubicBezTo>
                  <a:pt x="44534" y="10611"/>
                  <a:pt x="44426" y="10269"/>
                  <a:pt x="44264" y="9873"/>
                </a:cubicBezTo>
                <a:cubicBezTo>
                  <a:pt x="44120" y="9530"/>
                  <a:pt x="44030" y="9170"/>
                  <a:pt x="43958" y="8810"/>
                </a:cubicBezTo>
                <a:cubicBezTo>
                  <a:pt x="43958" y="8450"/>
                  <a:pt x="44300" y="8306"/>
                  <a:pt x="44642" y="8180"/>
                </a:cubicBezTo>
                <a:cubicBezTo>
                  <a:pt x="44984" y="8054"/>
                  <a:pt x="45308" y="7964"/>
                  <a:pt x="45308" y="7640"/>
                </a:cubicBezTo>
                <a:lnTo>
                  <a:pt x="45308" y="7640"/>
                </a:lnTo>
                <a:cubicBezTo>
                  <a:pt x="45174" y="7707"/>
                  <a:pt x="45031" y="7744"/>
                  <a:pt x="44885" y="7744"/>
                </a:cubicBezTo>
                <a:cubicBezTo>
                  <a:pt x="44834" y="7744"/>
                  <a:pt x="44783" y="7740"/>
                  <a:pt x="44732" y="7730"/>
                </a:cubicBezTo>
                <a:cubicBezTo>
                  <a:pt x="44606" y="7442"/>
                  <a:pt x="45164" y="7424"/>
                  <a:pt x="44606" y="7064"/>
                </a:cubicBezTo>
                <a:cubicBezTo>
                  <a:pt x="44535" y="7127"/>
                  <a:pt x="44463" y="7151"/>
                  <a:pt x="44394" y="7151"/>
                </a:cubicBezTo>
                <a:cubicBezTo>
                  <a:pt x="44146" y="7151"/>
                  <a:pt x="43927" y="6843"/>
                  <a:pt x="43891" y="6843"/>
                </a:cubicBezTo>
                <a:cubicBezTo>
                  <a:pt x="43871" y="6843"/>
                  <a:pt x="43912" y="6948"/>
                  <a:pt x="44048" y="7280"/>
                </a:cubicBezTo>
                <a:cubicBezTo>
                  <a:pt x="43453" y="7046"/>
                  <a:pt x="43598" y="6776"/>
                  <a:pt x="43003" y="6380"/>
                </a:cubicBezTo>
                <a:cubicBezTo>
                  <a:pt x="42962" y="6728"/>
                  <a:pt x="42200" y="6968"/>
                  <a:pt x="41582" y="6968"/>
                </a:cubicBezTo>
                <a:cubicBezTo>
                  <a:pt x="41400" y="6968"/>
                  <a:pt x="41230" y="6947"/>
                  <a:pt x="41095" y="6902"/>
                </a:cubicBezTo>
                <a:cubicBezTo>
                  <a:pt x="41185" y="6758"/>
                  <a:pt x="41239" y="6596"/>
                  <a:pt x="41221" y="6434"/>
                </a:cubicBezTo>
                <a:cubicBezTo>
                  <a:pt x="40231" y="5696"/>
                  <a:pt x="39817" y="5102"/>
                  <a:pt x="38863" y="4454"/>
                </a:cubicBezTo>
                <a:cubicBezTo>
                  <a:pt x="38863" y="4274"/>
                  <a:pt x="38485" y="3824"/>
                  <a:pt x="38827" y="3734"/>
                </a:cubicBezTo>
                <a:cubicBezTo>
                  <a:pt x="38728" y="3734"/>
                  <a:pt x="38615" y="3756"/>
                  <a:pt x="38489" y="3756"/>
                </a:cubicBezTo>
                <a:cubicBezTo>
                  <a:pt x="38363" y="3756"/>
                  <a:pt x="38224" y="3734"/>
                  <a:pt x="38071" y="3644"/>
                </a:cubicBezTo>
                <a:cubicBezTo>
                  <a:pt x="37988" y="3405"/>
                  <a:pt x="38012" y="3334"/>
                  <a:pt x="38087" y="3334"/>
                </a:cubicBezTo>
                <a:cubicBezTo>
                  <a:pt x="38199" y="3334"/>
                  <a:pt x="38422" y="3492"/>
                  <a:pt x="38567" y="3492"/>
                </a:cubicBezTo>
                <a:cubicBezTo>
                  <a:pt x="38664" y="3492"/>
                  <a:pt x="38726" y="3423"/>
                  <a:pt x="38701" y="3194"/>
                </a:cubicBezTo>
                <a:lnTo>
                  <a:pt x="38701" y="3194"/>
                </a:lnTo>
                <a:cubicBezTo>
                  <a:pt x="38639" y="3265"/>
                  <a:pt x="38537" y="3292"/>
                  <a:pt x="38410" y="3292"/>
                </a:cubicBezTo>
                <a:cubicBezTo>
                  <a:pt x="38057" y="3292"/>
                  <a:pt x="37509" y="3080"/>
                  <a:pt x="37099" y="3014"/>
                </a:cubicBezTo>
                <a:lnTo>
                  <a:pt x="37099" y="3014"/>
                </a:lnTo>
                <a:cubicBezTo>
                  <a:pt x="36937" y="3572"/>
                  <a:pt x="38035" y="3734"/>
                  <a:pt x="38575" y="3824"/>
                </a:cubicBezTo>
                <a:cubicBezTo>
                  <a:pt x="38299" y="4256"/>
                  <a:pt x="37695" y="4480"/>
                  <a:pt x="36965" y="4480"/>
                </a:cubicBezTo>
                <a:cubicBezTo>
                  <a:pt x="36601" y="4480"/>
                  <a:pt x="36205" y="4424"/>
                  <a:pt x="35803" y="4310"/>
                </a:cubicBezTo>
                <a:cubicBezTo>
                  <a:pt x="34928" y="3995"/>
                  <a:pt x="35668" y="3697"/>
                  <a:pt x="35529" y="3697"/>
                </a:cubicBezTo>
                <a:cubicBezTo>
                  <a:pt x="35525" y="3697"/>
                  <a:pt x="35520" y="3697"/>
                  <a:pt x="35514" y="3698"/>
                </a:cubicBezTo>
                <a:cubicBezTo>
                  <a:pt x="35172" y="3421"/>
                  <a:pt x="34753" y="3280"/>
                  <a:pt x="34328" y="3280"/>
                </a:cubicBezTo>
                <a:cubicBezTo>
                  <a:pt x="34171" y="3280"/>
                  <a:pt x="34013" y="3299"/>
                  <a:pt x="33858" y="3338"/>
                </a:cubicBezTo>
                <a:cubicBezTo>
                  <a:pt x="33722" y="3366"/>
                  <a:pt x="33592" y="3389"/>
                  <a:pt x="33463" y="3389"/>
                </a:cubicBezTo>
                <a:cubicBezTo>
                  <a:pt x="33184" y="3389"/>
                  <a:pt x="32907" y="3281"/>
                  <a:pt x="32562" y="2888"/>
                </a:cubicBezTo>
                <a:cubicBezTo>
                  <a:pt x="32274" y="2204"/>
                  <a:pt x="32994" y="2024"/>
                  <a:pt x="33048" y="1663"/>
                </a:cubicBezTo>
                <a:cubicBezTo>
                  <a:pt x="33354" y="1735"/>
                  <a:pt x="33642" y="1934"/>
                  <a:pt x="33840" y="2186"/>
                </a:cubicBezTo>
                <a:cubicBezTo>
                  <a:pt x="33984" y="2402"/>
                  <a:pt x="34182" y="2582"/>
                  <a:pt x="34398" y="2744"/>
                </a:cubicBezTo>
                <a:cubicBezTo>
                  <a:pt x="34254" y="2564"/>
                  <a:pt x="34110" y="2402"/>
                  <a:pt x="33948" y="2222"/>
                </a:cubicBezTo>
                <a:cubicBezTo>
                  <a:pt x="33963" y="2221"/>
                  <a:pt x="33978" y="2220"/>
                  <a:pt x="33994" y="2220"/>
                </a:cubicBezTo>
                <a:cubicBezTo>
                  <a:pt x="34288" y="2220"/>
                  <a:pt x="34767" y="2378"/>
                  <a:pt x="34920" y="2618"/>
                </a:cubicBezTo>
                <a:cubicBezTo>
                  <a:pt x="34830" y="2312"/>
                  <a:pt x="34182" y="1898"/>
                  <a:pt x="33408" y="1483"/>
                </a:cubicBezTo>
                <a:cubicBezTo>
                  <a:pt x="32652" y="1051"/>
                  <a:pt x="31770" y="601"/>
                  <a:pt x="31212" y="151"/>
                </a:cubicBezTo>
                <a:cubicBezTo>
                  <a:pt x="30924" y="187"/>
                  <a:pt x="30456" y="187"/>
                  <a:pt x="30564" y="439"/>
                </a:cubicBezTo>
                <a:lnTo>
                  <a:pt x="30996" y="547"/>
                </a:lnTo>
                <a:cubicBezTo>
                  <a:pt x="31194" y="1069"/>
                  <a:pt x="30042" y="727"/>
                  <a:pt x="30474" y="1105"/>
                </a:cubicBezTo>
                <a:cubicBezTo>
                  <a:pt x="30186" y="1105"/>
                  <a:pt x="29884" y="1162"/>
                  <a:pt x="29580" y="1162"/>
                </a:cubicBezTo>
                <a:cubicBezTo>
                  <a:pt x="29542" y="1162"/>
                  <a:pt x="29504" y="1161"/>
                  <a:pt x="29466" y="1159"/>
                </a:cubicBezTo>
                <a:cubicBezTo>
                  <a:pt x="29088" y="1159"/>
                  <a:pt x="28746" y="1051"/>
                  <a:pt x="28440" y="853"/>
                </a:cubicBezTo>
                <a:lnTo>
                  <a:pt x="28457" y="292"/>
                </a:lnTo>
                <a:lnTo>
                  <a:pt x="28457" y="292"/>
                </a:lnTo>
                <a:cubicBezTo>
                  <a:pt x="28464" y="440"/>
                  <a:pt x="28782" y="684"/>
                  <a:pt x="29037" y="684"/>
                </a:cubicBezTo>
                <a:cubicBezTo>
                  <a:pt x="29064" y="684"/>
                  <a:pt x="29091" y="681"/>
                  <a:pt x="29117" y="675"/>
                </a:cubicBezTo>
                <a:lnTo>
                  <a:pt x="29117" y="675"/>
                </a:lnTo>
                <a:cubicBezTo>
                  <a:pt x="29102" y="679"/>
                  <a:pt x="29086" y="680"/>
                  <a:pt x="29071" y="680"/>
                </a:cubicBezTo>
                <a:cubicBezTo>
                  <a:pt x="28884" y="680"/>
                  <a:pt x="28669" y="438"/>
                  <a:pt x="28440" y="241"/>
                </a:cubicBezTo>
                <a:cubicBezTo>
                  <a:pt x="28287" y="111"/>
                  <a:pt x="28122" y="0"/>
                  <a:pt x="27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4"/>
          <p:cNvSpPr/>
          <p:nvPr/>
        </p:nvSpPr>
        <p:spPr>
          <a:xfrm flipH="1" rot="-4664005">
            <a:off x="5488680" y="1039882"/>
            <a:ext cx="2099624" cy="2124640"/>
          </a:xfrm>
          <a:custGeom>
            <a:rect b="b" l="l" r="r" t="t"/>
            <a:pathLst>
              <a:path extrusionOk="0" h="52145" w="52113">
                <a:moveTo>
                  <a:pt x="29124" y="673"/>
                </a:moveTo>
                <a:lnTo>
                  <a:pt x="29124" y="673"/>
                </a:lnTo>
                <a:cubicBezTo>
                  <a:pt x="29122" y="674"/>
                  <a:pt x="29119" y="674"/>
                  <a:pt x="29117" y="675"/>
                </a:cubicBezTo>
                <a:lnTo>
                  <a:pt x="29117" y="675"/>
                </a:lnTo>
                <a:cubicBezTo>
                  <a:pt x="29119" y="675"/>
                  <a:pt x="29122" y="674"/>
                  <a:pt x="29124" y="673"/>
                </a:cubicBezTo>
                <a:close/>
                <a:moveTo>
                  <a:pt x="29420" y="2201"/>
                </a:moveTo>
                <a:cubicBezTo>
                  <a:pt x="29418" y="2201"/>
                  <a:pt x="29409" y="2206"/>
                  <a:pt x="29394" y="2222"/>
                </a:cubicBezTo>
                <a:cubicBezTo>
                  <a:pt x="29415" y="2211"/>
                  <a:pt x="29423" y="2201"/>
                  <a:pt x="29420" y="2201"/>
                </a:cubicBezTo>
                <a:close/>
                <a:moveTo>
                  <a:pt x="32328" y="3356"/>
                </a:moveTo>
                <a:cubicBezTo>
                  <a:pt x="32450" y="3510"/>
                  <a:pt x="32499" y="3569"/>
                  <a:pt x="32495" y="3569"/>
                </a:cubicBezTo>
                <a:cubicBezTo>
                  <a:pt x="32491" y="3569"/>
                  <a:pt x="32411" y="3482"/>
                  <a:pt x="32292" y="3374"/>
                </a:cubicBezTo>
                <a:lnTo>
                  <a:pt x="32328" y="3356"/>
                </a:lnTo>
                <a:close/>
                <a:moveTo>
                  <a:pt x="51815" y="20357"/>
                </a:moveTo>
                <a:lnTo>
                  <a:pt x="51815" y="20357"/>
                </a:lnTo>
                <a:cubicBezTo>
                  <a:pt x="51824" y="20367"/>
                  <a:pt x="51833" y="20376"/>
                  <a:pt x="51843" y="20386"/>
                </a:cubicBezTo>
                <a:cubicBezTo>
                  <a:pt x="51836" y="20375"/>
                  <a:pt x="51827" y="20365"/>
                  <a:pt x="51815" y="20357"/>
                </a:cubicBezTo>
                <a:close/>
                <a:moveTo>
                  <a:pt x="51879" y="20746"/>
                </a:moveTo>
                <a:lnTo>
                  <a:pt x="51879" y="20746"/>
                </a:lnTo>
                <a:cubicBezTo>
                  <a:pt x="51869" y="20761"/>
                  <a:pt x="51860" y="20776"/>
                  <a:pt x="51851" y="20790"/>
                </a:cubicBezTo>
                <a:lnTo>
                  <a:pt x="51851" y="20790"/>
                </a:lnTo>
                <a:cubicBezTo>
                  <a:pt x="51862" y="20777"/>
                  <a:pt x="51872" y="20762"/>
                  <a:pt x="51879" y="20746"/>
                </a:cubicBezTo>
                <a:close/>
                <a:moveTo>
                  <a:pt x="48945" y="20736"/>
                </a:moveTo>
                <a:cubicBezTo>
                  <a:pt x="48995" y="20758"/>
                  <a:pt x="49048" y="20774"/>
                  <a:pt x="49106" y="20782"/>
                </a:cubicBezTo>
                <a:cubicBezTo>
                  <a:pt x="49056" y="20792"/>
                  <a:pt x="49017" y="20830"/>
                  <a:pt x="48989" y="20830"/>
                </a:cubicBezTo>
                <a:cubicBezTo>
                  <a:pt x="48968" y="20830"/>
                  <a:pt x="48953" y="20808"/>
                  <a:pt x="48945" y="20736"/>
                </a:cubicBezTo>
                <a:close/>
                <a:moveTo>
                  <a:pt x="349" y="22080"/>
                </a:moveTo>
                <a:lnTo>
                  <a:pt x="338" y="22132"/>
                </a:lnTo>
                <a:cubicBezTo>
                  <a:pt x="344" y="22118"/>
                  <a:pt x="348" y="22101"/>
                  <a:pt x="349" y="22080"/>
                </a:cubicBezTo>
                <a:close/>
                <a:moveTo>
                  <a:pt x="4875" y="28361"/>
                </a:moveTo>
                <a:lnTo>
                  <a:pt x="4875" y="28361"/>
                </a:lnTo>
                <a:cubicBezTo>
                  <a:pt x="4854" y="28377"/>
                  <a:pt x="4835" y="28394"/>
                  <a:pt x="4817" y="28412"/>
                </a:cubicBezTo>
                <a:lnTo>
                  <a:pt x="4817" y="28412"/>
                </a:lnTo>
                <a:cubicBezTo>
                  <a:pt x="4835" y="28399"/>
                  <a:pt x="4854" y="28382"/>
                  <a:pt x="4875" y="28361"/>
                </a:cubicBezTo>
                <a:close/>
                <a:moveTo>
                  <a:pt x="50409" y="34304"/>
                </a:moveTo>
                <a:cubicBezTo>
                  <a:pt x="50406" y="34309"/>
                  <a:pt x="50404" y="34314"/>
                  <a:pt x="50402" y="34320"/>
                </a:cubicBezTo>
                <a:cubicBezTo>
                  <a:pt x="50404" y="34314"/>
                  <a:pt x="50407" y="34309"/>
                  <a:pt x="50409" y="34304"/>
                </a:cubicBezTo>
                <a:close/>
                <a:moveTo>
                  <a:pt x="49340" y="35904"/>
                </a:moveTo>
                <a:lnTo>
                  <a:pt x="49340" y="35904"/>
                </a:lnTo>
                <a:cubicBezTo>
                  <a:pt x="49448" y="36084"/>
                  <a:pt x="49322" y="36282"/>
                  <a:pt x="49088" y="36480"/>
                </a:cubicBezTo>
                <a:cubicBezTo>
                  <a:pt x="49106" y="36264"/>
                  <a:pt x="49196" y="36066"/>
                  <a:pt x="49340" y="35904"/>
                </a:cubicBezTo>
                <a:close/>
                <a:moveTo>
                  <a:pt x="7611" y="36534"/>
                </a:moveTo>
                <a:lnTo>
                  <a:pt x="7665" y="36714"/>
                </a:lnTo>
                <a:cubicBezTo>
                  <a:pt x="7323" y="36606"/>
                  <a:pt x="7467" y="36570"/>
                  <a:pt x="7611" y="36534"/>
                </a:cubicBezTo>
                <a:close/>
                <a:moveTo>
                  <a:pt x="13683" y="43860"/>
                </a:moveTo>
                <a:lnTo>
                  <a:pt x="13683" y="43860"/>
                </a:lnTo>
                <a:cubicBezTo>
                  <a:pt x="13707" y="43869"/>
                  <a:pt x="13729" y="43876"/>
                  <a:pt x="13750" y="43879"/>
                </a:cubicBezTo>
                <a:cubicBezTo>
                  <a:pt x="13727" y="43873"/>
                  <a:pt x="13705" y="43867"/>
                  <a:pt x="13683" y="43860"/>
                </a:cubicBezTo>
                <a:close/>
                <a:moveTo>
                  <a:pt x="21455" y="46993"/>
                </a:moveTo>
                <a:lnTo>
                  <a:pt x="21455" y="46993"/>
                </a:lnTo>
                <a:cubicBezTo>
                  <a:pt x="21477" y="46995"/>
                  <a:pt x="21499" y="46997"/>
                  <a:pt x="21519" y="46998"/>
                </a:cubicBezTo>
                <a:lnTo>
                  <a:pt x="21519" y="46998"/>
                </a:lnTo>
                <a:lnTo>
                  <a:pt x="21455" y="46993"/>
                </a:lnTo>
                <a:close/>
                <a:moveTo>
                  <a:pt x="37603" y="51458"/>
                </a:moveTo>
                <a:lnTo>
                  <a:pt x="37603" y="51458"/>
                </a:lnTo>
                <a:cubicBezTo>
                  <a:pt x="37638" y="51468"/>
                  <a:pt x="37670" y="51472"/>
                  <a:pt x="37699" y="51472"/>
                </a:cubicBezTo>
                <a:cubicBezTo>
                  <a:pt x="37715" y="51472"/>
                  <a:pt x="37730" y="51471"/>
                  <a:pt x="37744" y="51468"/>
                </a:cubicBezTo>
                <a:lnTo>
                  <a:pt x="37744" y="51468"/>
                </a:lnTo>
                <a:cubicBezTo>
                  <a:pt x="37697" y="51465"/>
                  <a:pt x="37650" y="51461"/>
                  <a:pt x="37603" y="51458"/>
                </a:cubicBezTo>
                <a:close/>
                <a:moveTo>
                  <a:pt x="43111" y="50882"/>
                </a:moveTo>
                <a:lnTo>
                  <a:pt x="43111" y="50882"/>
                </a:lnTo>
                <a:cubicBezTo>
                  <a:pt x="42985" y="51044"/>
                  <a:pt x="42841" y="51188"/>
                  <a:pt x="42679" y="51332"/>
                </a:cubicBezTo>
                <a:cubicBezTo>
                  <a:pt x="42567" y="51432"/>
                  <a:pt x="42427" y="51497"/>
                  <a:pt x="42305" y="51497"/>
                </a:cubicBezTo>
                <a:cubicBezTo>
                  <a:pt x="42251" y="51497"/>
                  <a:pt x="42201" y="51485"/>
                  <a:pt x="42157" y="51458"/>
                </a:cubicBezTo>
                <a:cubicBezTo>
                  <a:pt x="42301" y="50900"/>
                  <a:pt x="42589" y="51044"/>
                  <a:pt x="43111" y="50882"/>
                </a:cubicBezTo>
                <a:close/>
                <a:moveTo>
                  <a:pt x="27956" y="0"/>
                </a:moveTo>
                <a:cubicBezTo>
                  <a:pt x="27846" y="0"/>
                  <a:pt x="27737" y="48"/>
                  <a:pt x="27629" y="169"/>
                </a:cubicBezTo>
                <a:cubicBezTo>
                  <a:pt x="27774" y="349"/>
                  <a:pt x="27900" y="511"/>
                  <a:pt x="28044" y="691"/>
                </a:cubicBezTo>
                <a:cubicBezTo>
                  <a:pt x="27738" y="727"/>
                  <a:pt x="27377" y="871"/>
                  <a:pt x="27035" y="925"/>
                </a:cubicBezTo>
                <a:cubicBezTo>
                  <a:pt x="26892" y="973"/>
                  <a:pt x="26742" y="996"/>
                  <a:pt x="26590" y="996"/>
                </a:cubicBezTo>
                <a:cubicBezTo>
                  <a:pt x="26400" y="996"/>
                  <a:pt x="26208" y="960"/>
                  <a:pt x="26027" y="889"/>
                </a:cubicBezTo>
                <a:lnTo>
                  <a:pt x="26027" y="889"/>
                </a:lnTo>
                <a:cubicBezTo>
                  <a:pt x="26207" y="1465"/>
                  <a:pt x="26207" y="853"/>
                  <a:pt x="26513" y="1573"/>
                </a:cubicBezTo>
                <a:cubicBezTo>
                  <a:pt x="26454" y="1335"/>
                  <a:pt x="26553" y="1261"/>
                  <a:pt x="26716" y="1261"/>
                </a:cubicBezTo>
                <a:cubicBezTo>
                  <a:pt x="26847" y="1261"/>
                  <a:pt x="27018" y="1309"/>
                  <a:pt x="27179" y="1357"/>
                </a:cubicBezTo>
                <a:cubicBezTo>
                  <a:pt x="27338" y="1403"/>
                  <a:pt x="27494" y="1448"/>
                  <a:pt x="27606" y="1448"/>
                </a:cubicBezTo>
                <a:cubicBezTo>
                  <a:pt x="27723" y="1448"/>
                  <a:pt x="27793" y="1399"/>
                  <a:pt x="27772" y="1252"/>
                </a:cubicBezTo>
                <a:lnTo>
                  <a:pt x="27772" y="1252"/>
                </a:lnTo>
                <a:cubicBezTo>
                  <a:pt x="27855" y="1463"/>
                  <a:pt x="28008" y="1645"/>
                  <a:pt x="28206" y="1772"/>
                </a:cubicBezTo>
                <a:cubicBezTo>
                  <a:pt x="28476" y="1916"/>
                  <a:pt x="28692" y="2168"/>
                  <a:pt x="28800" y="2438"/>
                </a:cubicBezTo>
                <a:cubicBezTo>
                  <a:pt x="28835" y="2331"/>
                  <a:pt x="28793" y="2185"/>
                  <a:pt x="28898" y="2185"/>
                </a:cubicBezTo>
                <a:cubicBezTo>
                  <a:pt x="28953" y="2185"/>
                  <a:pt x="29047" y="2225"/>
                  <a:pt x="29214" y="2330"/>
                </a:cubicBezTo>
                <a:cubicBezTo>
                  <a:pt x="29268" y="2276"/>
                  <a:pt x="29322" y="2240"/>
                  <a:pt x="29376" y="2222"/>
                </a:cubicBezTo>
                <a:lnTo>
                  <a:pt x="29412" y="2240"/>
                </a:lnTo>
                <a:lnTo>
                  <a:pt x="29394" y="2222"/>
                </a:lnTo>
                <a:cubicBezTo>
                  <a:pt x="29304" y="2114"/>
                  <a:pt x="29250" y="1988"/>
                  <a:pt x="29232" y="1844"/>
                </a:cubicBezTo>
                <a:cubicBezTo>
                  <a:pt x="29351" y="1767"/>
                  <a:pt x="29517" y="1737"/>
                  <a:pt x="29697" y="1737"/>
                </a:cubicBezTo>
                <a:cubicBezTo>
                  <a:pt x="29815" y="1737"/>
                  <a:pt x="29939" y="1750"/>
                  <a:pt x="30060" y="1772"/>
                </a:cubicBezTo>
                <a:cubicBezTo>
                  <a:pt x="30330" y="1844"/>
                  <a:pt x="30600" y="1862"/>
                  <a:pt x="30870" y="1862"/>
                </a:cubicBezTo>
                <a:cubicBezTo>
                  <a:pt x="31140" y="2096"/>
                  <a:pt x="30636" y="1988"/>
                  <a:pt x="30744" y="2258"/>
                </a:cubicBezTo>
                <a:lnTo>
                  <a:pt x="31302" y="2168"/>
                </a:lnTo>
                <a:lnTo>
                  <a:pt x="31302" y="2168"/>
                </a:lnTo>
                <a:cubicBezTo>
                  <a:pt x="31187" y="2511"/>
                  <a:pt x="31713" y="3048"/>
                  <a:pt x="31187" y="3048"/>
                </a:cubicBezTo>
                <a:cubicBezTo>
                  <a:pt x="31134" y="3048"/>
                  <a:pt x="31071" y="3043"/>
                  <a:pt x="30996" y="3032"/>
                </a:cubicBezTo>
                <a:lnTo>
                  <a:pt x="30996" y="3032"/>
                </a:lnTo>
                <a:cubicBezTo>
                  <a:pt x="31230" y="3122"/>
                  <a:pt x="31428" y="3248"/>
                  <a:pt x="31644" y="3356"/>
                </a:cubicBezTo>
                <a:cubicBezTo>
                  <a:pt x="31914" y="3752"/>
                  <a:pt x="32400" y="4112"/>
                  <a:pt x="32796" y="4148"/>
                </a:cubicBezTo>
                <a:cubicBezTo>
                  <a:pt x="32907" y="4251"/>
                  <a:pt x="33113" y="4270"/>
                  <a:pt x="33271" y="4270"/>
                </a:cubicBezTo>
                <a:cubicBezTo>
                  <a:pt x="33365" y="4270"/>
                  <a:pt x="33442" y="4263"/>
                  <a:pt x="33473" y="4263"/>
                </a:cubicBezTo>
                <a:cubicBezTo>
                  <a:pt x="33508" y="4263"/>
                  <a:pt x="33483" y="4272"/>
                  <a:pt x="33354" y="4310"/>
                </a:cubicBezTo>
                <a:cubicBezTo>
                  <a:pt x="33732" y="4436"/>
                  <a:pt x="34110" y="4562"/>
                  <a:pt x="34488" y="4688"/>
                </a:cubicBezTo>
                <a:lnTo>
                  <a:pt x="34434" y="4778"/>
                </a:lnTo>
                <a:cubicBezTo>
                  <a:pt x="35406" y="5426"/>
                  <a:pt x="36847" y="5498"/>
                  <a:pt x="37585" y="6848"/>
                </a:cubicBezTo>
                <a:cubicBezTo>
                  <a:pt x="38089" y="6974"/>
                  <a:pt x="38521" y="7226"/>
                  <a:pt x="38899" y="7568"/>
                </a:cubicBezTo>
                <a:lnTo>
                  <a:pt x="38809" y="7928"/>
                </a:lnTo>
                <a:cubicBezTo>
                  <a:pt x="39257" y="8111"/>
                  <a:pt x="39781" y="8919"/>
                  <a:pt x="40156" y="8919"/>
                </a:cubicBezTo>
                <a:cubicBezTo>
                  <a:pt x="40188" y="8919"/>
                  <a:pt x="40219" y="8913"/>
                  <a:pt x="40249" y="8900"/>
                </a:cubicBezTo>
                <a:lnTo>
                  <a:pt x="40249" y="8900"/>
                </a:lnTo>
                <a:cubicBezTo>
                  <a:pt x="40231" y="9152"/>
                  <a:pt x="40321" y="9404"/>
                  <a:pt x="40501" y="9602"/>
                </a:cubicBezTo>
                <a:cubicBezTo>
                  <a:pt x="40681" y="9818"/>
                  <a:pt x="40915" y="9999"/>
                  <a:pt x="41167" y="10143"/>
                </a:cubicBezTo>
                <a:cubicBezTo>
                  <a:pt x="41419" y="10323"/>
                  <a:pt x="41707" y="10467"/>
                  <a:pt x="41959" y="10629"/>
                </a:cubicBezTo>
                <a:cubicBezTo>
                  <a:pt x="42175" y="10755"/>
                  <a:pt x="42373" y="10917"/>
                  <a:pt x="42553" y="11115"/>
                </a:cubicBezTo>
                <a:lnTo>
                  <a:pt x="42859" y="10791"/>
                </a:lnTo>
                <a:cubicBezTo>
                  <a:pt x="43273" y="11187"/>
                  <a:pt x="43760" y="11439"/>
                  <a:pt x="44390" y="11799"/>
                </a:cubicBezTo>
                <a:lnTo>
                  <a:pt x="44642" y="11493"/>
                </a:lnTo>
                <a:cubicBezTo>
                  <a:pt x="44804" y="11547"/>
                  <a:pt x="44966" y="11655"/>
                  <a:pt x="45074" y="11799"/>
                </a:cubicBezTo>
                <a:cubicBezTo>
                  <a:pt x="45200" y="11961"/>
                  <a:pt x="45308" y="12141"/>
                  <a:pt x="45398" y="12339"/>
                </a:cubicBezTo>
                <a:cubicBezTo>
                  <a:pt x="45578" y="12753"/>
                  <a:pt x="45794" y="13149"/>
                  <a:pt x="46046" y="13545"/>
                </a:cubicBezTo>
                <a:cubicBezTo>
                  <a:pt x="46032" y="13548"/>
                  <a:pt x="46019" y="13549"/>
                  <a:pt x="46007" y="13549"/>
                </a:cubicBezTo>
                <a:cubicBezTo>
                  <a:pt x="45853" y="13549"/>
                  <a:pt x="45774" y="13352"/>
                  <a:pt x="45758" y="13185"/>
                </a:cubicBezTo>
                <a:lnTo>
                  <a:pt x="45758" y="13185"/>
                </a:lnTo>
                <a:cubicBezTo>
                  <a:pt x="45722" y="13473"/>
                  <a:pt x="45812" y="13779"/>
                  <a:pt x="45974" y="14031"/>
                </a:cubicBezTo>
                <a:cubicBezTo>
                  <a:pt x="46154" y="14247"/>
                  <a:pt x="46352" y="14445"/>
                  <a:pt x="46568" y="14625"/>
                </a:cubicBezTo>
                <a:cubicBezTo>
                  <a:pt x="46676" y="14733"/>
                  <a:pt x="46784" y="14823"/>
                  <a:pt x="46892" y="14913"/>
                </a:cubicBezTo>
                <a:cubicBezTo>
                  <a:pt x="46982" y="15021"/>
                  <a:pt x="47072" y="15129"/>
                  <a:pt x="47144" y="15237"/>
                </a:cubicBezTo>
                <a:cubicBezTo>
                  <a:pt x="47216" y="15345"/>
                  <a:pt x="47270" y="15471"/>
                  <a:pt x="47306" y="15597"/>
                </a:cubicBezTo>
                <a:cubicBezTo>
                  <a:pt x="47324" y="15741"/>
                  <a:pt x="47324" y="15867"/>
                  <a:pt x="47288" y="16011"/>
                </a:cubicBezTo>
                <a:cubicBezTo>
                  <a:pt x="47468" y="16137"/>
                  <a:pt x="47540" y="16353"/>
                  <a:pt x="47450" y="16569"/>
                </a:cubicBezTo>
                <a:cubicBezTo>
                  <a:pt x="47450" y="16533"/>
                  <a:pt x="47432" y="16515"/>
                  <a:pt x="47414" y="16515"/>
                </a:cubicBezTo>
                <a:cubicBezTo>
                  <a:pt x="47432" y="16533"/>
                  <a:pt x="47432" y="16569"/>
                  <a:pt x="47450" y="16605"/>
                </a:cubicBezTo>
                <a:cubicBezTo>
                  <a:pt x="47414" y="16731"/>
                  <a:pt x="47360" y="16857"/>
                  <a:pt x="47324" y="16983"/>
                </a:cubicBezTo>
                <a:cubicBezTo>
                  <a:pt x="47396" y="16893"/>
                  <a:pt x="47432" y="16767"/>
                  <a:pt x="47468" y="16659"/>
                </a:cubicBezTo>
                <a:cubicBezTo>
                  <a:pt x="47558" y="16911"/>
                  <a:pt x="47666" y="17145"/>
                  <a:pt x="47792" y="17361"/>
                </a:cubicBezTo>
                <a:lnTo>
                  <a:pt x="47396" y="17577"/>
                </a:lnTo>
                <a:cubicBezTo>
                  <a:pt x="47396" y="17595"/>
                  <a:pt x="47414" y="17613"/>
                  <a:pt x="47432" y="17631"/>
                </a:cubicBezTo>
                <a:cubicBezTo>
                  <a:pt x="47384" y="17767"/>
                  <a:pt x="47424" y="17821"/>
                  <a:pt x="47509" y="17821"/>
                </a:cubicBezTo>
                <a:cubicBezTo>
                  <a:pt x="47616" y="17821"/>
                  <a:pt x="47793" y="17734"/>
                  <a:pt x="47954" y="17613"/>
                </a:cubicBezTo>
                <a:cubicBezTo>
                  <a:pt x="48062" y="17739"/>
                  <a:pt x="48170" y="17847"/>
                  <a:pt x="48296" y="17956"/>
                </a:cubicBezTo>
                <a:cubicBezTo>
                  <a:pt x="47954" y="18136"/>
                  <a:pt x="48062" y="18298"/>
                  <a:pt x="48134" y="18514"/>
                </a:cubicBezTo>
                <a:cubicBezTo>
                  <a:pt x="48278" y="18730"/>
                  <a:pt x="48188" y="19036"/>
                  <a:pt x="47936" y="19126"/>
                </a:cubicBezTo>
                <a:cubicBezTo>
                  <a:pt x="48134" y="19216"/>
                  <a:pt x="48242" y="19576"/>
                  <a:pt x="48386" y="19972"/>
                </a:cubicBezTo>
                <a:cubicBezTo>
                  <a:pt x="48508" y="20291"/>
                  <a:pt x="48668" y="20611"/>
                  <a:pt x="48943" y="20735"/>
                </a:cubicBezTo>
                <a:lnTo>
                  <a:pt x="48943" y="20735"/>
                </a:lnTo>
                <a:cubicBezTo>
                  <a:pt x="48871" y="21092"/>
                  <a:pt x="48802" y="21450"/>
                  <a:pt x="49034" y="21772"/>
                </a:cubicBezTo>
                <a:lnTo>
                  <a:pt x="48494" y="21934"/>
                </a:lnTo>
                <a:cubicBezTo>
                  <a:pt x="48746" y="22186"/>
                  <a:pt x="48998" y="22438"/>
                  <a:pt x="49250" y="22690"/>
                </a:cubicBezTo>
                <a:cubicBezTo>
                  <a:pt x="49044" y="22984"/>
                  <a:pt x="48889" y="23172"/>
                  <a:pt x="48709" y="23172"/>
                </a:cubicBezTo>
                <a:cubicBezTo>
                  <a:pt x="48590" y="23172"/>
                  <a:pt x="48460" y="23091"/>
                  <a:pt x="48296" y="22906"/>
                </a:cubicBezTo>
                <a:lnTo>
                  <a:pt x="48296" y="22906"/>
                </a:lnTo>
                <a:cubicBezTo>
                  <a:pt x="48494" y="23212"/>
                  <a:pt x="48638" y="23554"/>
                  <a:pt x="48746" y="23896"/>
                </a:cubicBezTo>
                <a:cubicBezTo>
                  <a:pt x="48836" y="24220"/>
                  <a:pt x="48980" y="24526"/>
                  <a:pt x="49160" y="24796"/>
                </a:cubicBezTo>
                <a:lnTo>
                  <a:pt x="48800" y="24742"/>
                </a:lnTo>
                <a:lnTo>
                  <a:pt x="48800" y="24742"/>
                </a:lnTo>
                <a:cubicBezTo>
                  <a:pt x="48800" y="25084"/>
                  <a:pt x="49250" y="25660"/>
                  <a:pt x="48944" y="25858"/>
                </a:cubicBezTo>
                <a:cubicBezTo>
                  <a:pt x="48746" y="26129"/>
                  <a:pt x="48602" y="26453"/>
                  <a:pt x="48566" y="26795"/>
                </a:cubicBezTo>
                <a:cubicBezTo>
                  <a:pt x="48476" y="27209"/>
                  <a:pt x="48440" y="27731"/>
                  <a:pt x="48350" y="28271"/>
                </a:cubicBezTo>
                <a:cubicBezTo>
                  <a:pt x="48224" y="29369"/>
                  <a:pt x="48008" y="30611"/>
                  <a:pt x="47522" y="31511"/>
                </a:cubicBezTo>
                <a:cubicBezTo>
                  <a:pt x="47613" y="31496"/>
                  <a:pt x="47684" y="31489"/>
                  <a:pt x="47739" y="31489"/>
                </a:cubicBezTo>
                <a:cubicBezTo>
                  <a:pt x="48349" y="31489"/>
                  <a:pt x="46939" y="32341"/>
                  <a:pt x="47666" y="32555"/>
                </a:cubicBezTo>
                <a:cubicBezTo>
                  <a:pt x="47505" y="32588"/>
                  <a:pt x="47376" y="32684"/>
                  <a:pt x="47264" y="32684"/>
                </a:cubicBezTo>
                <a:cubicBezTo>
                  <a:pt x="47188" y="32684"/>
                  <a:pt x="47119" y="32639"/>
                  <a:pt x="47054" y="32501"/>
                </a:cubicBezTo>
                <a:lnTo>
                  <a:pt x="47054" y="32501"/>
                </a:lnTo>
                <a:cubicBezTo>
                  <a:pt x="47072" y="33005"/>
                  <a:pt x="46874" y="33347"/>
                  <a:pt x="46766" y="33671"/>
                </a:cubicBezTo>
                <a:cubicBezTo>
                  <a:pt x="46604" y="33995"/>
                  <a:pt x="46640" y="34392"/>
                  <a:pt x="46838" y="34698"/>
                </a:cubicBezTo>
                <a:cubicBezTo>
                  <a:pt x="46823" y="34699"/>
                  <a:pt x="46810" y="34700"/>
                  <a:pt x="46797" y="34700"/>
                </a:cubicBezTo>
                <a:cubicBezTo>
                  <a:pt x="46567" y="34700"/>
                  <a:pt x="46529" y="34440"/>
                  <a:pt x="46403" y="34440"/>
                </a:cubicBezTo>
                <a:cubicBezTo>
                  <a:pt x="46393" y="34440"/>
                  <a:pt x="46382" y="34442"/>
                  <a:pt x="46370" y="34446"/>
                </a:cubicBezTo>
                <a:cubicBezTo>
                  <a:pt x="46388" y="34536"/>
                  <a:pt x="46496" y="34806"/>
                  <a:pt x="46316" y="34878"/>
                </a:cubicBezTo>
                <a:cubicBezTo>
                  <a:pt x="46301" y="34883"/>
                  <a:pt x="46287" y="34885"/>
                  <a:pt x="46274" y="34885"/>
                </a:cubicBezTo>
                <a:cubicBezTo>
                  <a:pt x="46153" y="34885"/>
                  <a:pt x="46149" y="34663"/>
                  <a:pt x="46100" y="34500"/>
                </a:cubicBezTo>
                <a:lnTo>
                  <a:pt x="46100" y="34500"/>
                </a:lnTo>
                <a:cubicBezTo>
                  <a:pt x="45866" y="35472"/>
                  <a:pt x="46568" y="35796"/>
                  <a:pt x="47234" y="36066"/>
                </a:cubicBezTo>
                <a:cubicBezTo>
                  <a:pt x="46784" y="36480"/>
                  <a:pt x="46730" y="36750"/>
                  <a:pt x="47054" y="37254"/>
                </a:cubicBezTo>
                <a:cubicBezTo>
                  <a:pt x="46930" y="37295"/>
                  <a:pt x="46794" y="37363"/>
                  <a:pt x="46694" y="37363"/>
                </a:cubicBezTo>
                <a:cubicBezTo>
                  <a:pt x="46577" y="37363"/>
                  <a:pt x="46510" y="37270"/>
                  <a:pt x="46568" y="36930"/>
                </a:cubicBezTo>
                <a:lnTo>
                  <a:pt x="46568" y="36930"/>
                </a:lnTo>
                <a:cubicBezTo>
                  <a:pt x="46496" y="37092"/>
                  <a:pt x="46262" y="37596"/>
                  <a:pt x="46082" y="38064"/>
                </a:cubicBezTo>
                <a:cubicBezTo>
                  <a:pt x="45902" y="38550"/>
                  <a:pt x="45794" y="39000"/>
                  <a:pt x="46064" y="39126"/>
                </a:cubicBezTo>
                <a:cubicBezTo>
                  <a:pt x="45884" y="39180"/>
                  <a:pt x="45848" y="39576"/>
                  <a:pt x="45884" y="39702"/>
                </a:cubicBezTo>
                <a:cubicBezTo>
                  <a:pt x="45614" y="40188"/>
                  <a:pt x="45380" y="40710"/>
                  <a:pt x="45200" y="41250"/>
                </a:cubicBezTo>
                <a:lnTo>
                  <a:pt x="45380" y="41070"/>
                </a:lnTo>
                <a:lnTo>
                  <a:pt x="45380" y="41070"/>
                </a:lnTo>
                <a:cubicBezTo>
                  <a:pt x="45902" y="41646"/>
                  <a:pt x="45254" y="41754"/>
                  <a:pt x="45056" y="42367"/>
                </a:cubicBezTo>
                <a:lnTo>
                  <a:pt x="45002" y="42331"/>
                </a:lnTo>
                <a:cubicBezTo>
                  <a:pt x="44822" y="42511"/>
                  <a:pt x="44660" y="42709"/>
                  <a:pt x="44534" y="42925"/>
                </a:cubicBezTo>
                <a:cubicBezTo>
                  <a:pt x="44480" y="43015"/>
                  <a:pt x="44444" y="43123"/>
                  <a:pt x="44426" y="43213"/>
                </a:cubicBezTo>
                <a:cubicBezTo>
                  <a:pt x="44408" y="43393"/>
                  <a:pt x="44372" y="43537"/>
                  <a:pt x="43796" y="44059"/>
                </a:cubicBezTo>
                <a:lnTo>
                  <a:pt x="44210" y="44185"/>
                </a:lnTo>
                <a:cubicBezTo>
                  <a:pt x="44588" y="44455"/>
                  <a:pt x="44336" y="44707"/>
                  <a:pt x="43940" y="44959"/>
                </a:cubicBezTo>
                <a:cubicBezTo>
                  <a:pt x="43544" y="45229"/>
                  <a:pt x="43075" y="45535"/>
                  <a:pt x="43021" y="45985"/>
                </a:cubicBezTo>
                <a:lnTo>
                  <a:pt x="43381" y="45841"/>
                </a:lnTo>
                <a:lnTo>
                  <a:pt x="43381" y="45841"/>
                </a:lnTo>
                <a:cubicBezTo>
                  <a:pt x="43399" y="45985"/>
                  <a:pt x="43291" y="46075"/>
                  <a:pt x="43129" y="46165"/>
                </a:cubicBezTo>
                <a:cubicBezTo>
                  <a:pt x="42931" y="46255"/>
                  <a:pt x="42715" y="46309"/>
                  <a:pt x="42499" y="46327"/>
                </a:cubicBezTo>
                <a:cubicBezTo>
                  <a:pt x="42013" y="46417"/>
                  <a:pt x="41473" y="46471"/>
                  <a:pt x="41311" y="46633"/>
                </a:cubicBezTo>
                <a:cubicBezTo>
                  <a:pt x="41302" y="46636"/>
                  <a:pt x="41295" y="46637"/>
                  <a:pt x="41288" y="46637"/>
                </a:cubicBezTo>
                <a:cubicBezTo>
                  <a:pt x="41198" y="46637"/>
                  <a:pt x="41278" y="46425"/>
                  <a:pt x="41311" y="46291"/>
                </a:cubicBezTo>
                <a:lnTo>
                  <a:pt x="41311" y="46291"/>
                </a:lnTo>
                <a:cubicBezTo>
                  <a:pt x="41041" y="46471"/>
                  <a:pt x="40933" y="46579"/>
                  <a:pt x="40915" y="46669"/>
                </a:cubicBezTo>
                <a:cubicBezTo>
                  <a:pt x="40897" y="46759"/>
                  <a:pt x="40987" y="46777"/>
                  <a:pt x="41077" y="46849"/>
                </a:cubicBezTo>
                <a:cubicBezTo>
                  <a:pt x="41185" y="46903"/>
                  <a:pt x="41293" y="46993"/>
                  <a:pt x="41383" y="47065"/>
                </a:cubicBezTo>
                <a:cubicBezTo>
                  <a:pt x="41473" y="47137"/>
                  <a:pt x="41509" y="47263"/>
                  <a:pt x="41473" y="47371"/>
                </a:cubicBezTo>
                <a:cubicBezTo>
                  <a:pt x="41329" y="47281"/>
                  <a:pt x="41185" y="47173"/>
                  <a:pt x="41059" y="47065"/>
                </a:cubicBezTo>
                <a:cubicBezTo>
                  <a:pt x="40963" y="46982"/>
                  <a:pt x="40877" y="46921"/>
                  <a:pt x="40809" y="46921"/>
                </a:cubicBezTo>
                <a:cubicBezTo>
                  <a:pt x="40789" y="46921"/>
                  <a:pt x="40770" y="46926"/>
                  <a:pt x="40753" y="46939"/>
                </a:cubicBezTo>
                <a:cubicBezTo>
                  <a:pt x="40742" y="46931"/>
                  <a:pt x="40733" y="46928"/>
                  <a:pt x="40726" y="46928"/>
                </a:cubicBezTo>
                <a:cubicBezTo>
                  <a:pt x="40666" y="46928"/>
                  <a:pt x="40744" y="47186"/>
                  <a:pt x="40663" y="47443"/>
                </a:cubicBezTo>
                <a:cubicBezTo>
                  <a:pt x="40627" y="47569"/>
                  <a:pt x="40537" y="47677"/>
                  <a:pt x="40429" y="47731"/>
                </a:cubicBezTo>
                <a:cubicBezTo>
                  <a:pt x="40391" y="47745"/>
                  <a:pt x="40355" y="47752"/>
                  <a:pt x="40321" y="47752"/>
                </a:cubicBezTo>
                <a:cubicBezTo>
                  <a:pt x="40223" y="47752"/>
                  <a:pt x="40140" y="47698"/>
                  <a:pt x="40087" y="47605"/>
                </a:cubicBezTo>
                <a:lnTo>
                  <a:pt x="40087" y="47605"/>
                </a:lnTo>
                <a:cubicBezTo>
                  <a:pt x="40177" y="47839"/>
                  <a:pt x="40321" y="48073"/>
                  <a:pt x="40087" y="48253"/>
                </a:cubicBezTo>
                <a:cubicBezTo>
                  <a:pt x="40015" y="48253"/>
                  <a:pt x="39961" y="48253"/>
                  <a:pt x="39907" y="48217"/>
                </a:cubicBezTo>
                <a:cubicBezTo>
                  <a:pt x="39799" y="48199"/>
                  <a:pt x="39709" y="48163"/>
                  <a:pt x="39619" y="48127"/>
                </a:cubicBezTo>
                <a:cubicBezTo>
                  <a:pt x="39439" y="48037"/>
                  <a:pt x="39241" y="47947"/>
                  <a:pt x="39043" y="47857"/>
                </a:cubicBezTo>
                <a:cubicBezTo>
                  <a:pt x="38863" y="47749"/>
                  <a:pt x="38665" y="47695"/>
                  <a:pt x="38467" y="47677"/>
                </a:cubicBezTo>
                <a:cubicBezTo>
                  <a:pt x="38269" y="47677"/>
                  <a:pt x="38089" y="47749"/>
                  <a:pt x="37945" y="47893"/>
                </a:cubicBezTo>
                <a:cubicBezTo>
                  <a:pt x="37891" y="47839"/>
                  <a:pt x="37855" y="47767"/>
                  <a:pt x="37855" y="47695"/>
                </a:cubicBezTo>
                <a:cubicBezTo>
                  <a:pt x="37531" y="47749"/>
                  <a:pt x="37189" y="47785"/>
                  <a:pt x="36847" y="47803"/>
                </a:cubicBezTo>
                <a:cubicBezTo>
                  <a:pt x="36469" y="47839"/>
                  <a:pt x="36109" y="47911"/>
                  <a:pt x="35911" y="48073"/>
                </a:cubicBezTo>
                <a:cubicBezTo>
                  <a:pt x="35929" y="47749"/>
                  <a:pt x="35713" y="47479"/>
                  <a:pt x="35388" y="47389"/>
                </a:cubicBezTo>
                <a:cubicBezTo>
                  <a:pt x="35120" y="47329"/>
                  <a:pt x="34839" y="47295"/>
                  <a:pt x="34556" y="47295"/>
                </a:cubicBezTo>
                <a:cubicBezTo>
                  <a:pt x="34498" y="47295"/>
                  <a:pt x="34439" y="47296"/>
                  <a:pt x="34380" y="47299"/>
                </a:cubicBezTo>
                <a:cubicBezTo>
                  <a:pt x="34342" y="47299"/>
                  <a:pt x="34303" y="47299"/>
                  <a:pt x="34264" y="47299"/>
                </a:cubicBezTo>
                <a:cubicBezTo>
                  <a:pt x="33573" y="47299"/>
                  <a:pt x="32970" y="47283"/>
                  <a:pt x="33174" y="46669"/>
                </a:cubicBezTo>
                <a:cubicBezTo>
                  <a:pt x="32688" y="46543"/>
                  <a:pt x="32202" y="46417"/>
                  <a:pt x="31716" y="46273"/>
                </a:cubicBezTo>
                <a:lnTo>
                  <a:pt x="31806" y="46147"/>
                </a:lnTo>
                <a:cubicBezTo>
                  <a:pt x="31433" y="45980"/>
                  <a:pt x="31138" y="45918"/>
                  <a:pt x="30888" y="45918"/>
                </a:cubicBezTo>
                <a:cubicBezTo>
                  <a:pt x="30547" y="45918"/>
                  <a:pt x="30291" y="46033"/>
                  <a:pt x="30042" y="46147"/>
                </a:cubicBezTo>
                <a:cubicBezTo>
                  <a:pt x="29862" y="45967"/>
                  <a:pt x="30060" y="45913"/>
                  <a:pt x="30114" y="45841"/>
                </a:cubicBezTo>
                <a:cubicBezTo>
                  <a:pt x="29284" y="45355"/>
                  <a:pt x="28938" y="45189"/>
                  <a:pt x="28402" y="45189"/>
                </a:cubicBezTo>
                <a:cubicBezTo>
                  <a:pt x="28125" y="45189"/>
                  <a:pt x="27796" y="45233"/>
                  <a:pt x="27323" y="45301"/>
                </a:cubicBezTo>
                <a:lnTo>
                  <a:pt x="27377" y="44851"/>
                </a:lnTo>
                <a:lnTo>
                  <a:pt x="27377" y="44851"/>
                </a:lnTo>
                <a:cubicBezTo>
                  <a:pt x="27361" y="44856"/>
                  <a:pt x="27343" y="44858"/>
                  <a:pt x="27324" y="44858"/>
                </a:cubicBezTo>
                <a:cubicBezTo>
                  <a:pt x="26861" y="44858"/>
                  <a:pt x="25607" y="43446"/>
                  <a:pt x="24155" y="43429"/>
                </a:cubicBezTo>
                <a:cubicBezTo>
                  <a:pt x="24209" y="43357"/>
                  <a:pt x="24281" y="43303"/>
                  <a:pt x="24371" y="43303"/>
                </a:cubicBezTo>
                <a:cubicBezTo>
                  <a:pt x="23048" y="43232"/>
                  <a:pt x="21860" y="41699"/>
                  <a:pt x="20860" y="41699"/>
                </a:cubicBezTo>
                <a:cubicBezTo>
                  <a:pt x="20594" y="41699"/>
                  <a:pt x="20342" y="41807"/>
                  <a:pt x="20105" y="42078"/>
                </a:cubicBezTo>
                <a:lnTo>
                  <a:pt x="18988" y="42078"/>
                </a:lnTo>
                <a:cubicBezTo>
                  <a:pt x="20213" y="42691"/>
                  <a:pt x="18538" y="42673"/>
                  <a:pt x="18988" y="43123"/>
                </a:cubicBezTo>
                <a:cubicBezTo>
                  <a:pt x="18495" y="43024"/>
                  <a:pt x="17957" y="42310"/>
                  <a:pt x="18361" y="42310"/>
                </a:cubicBezTo>
                <a:cubicBezTo>
                  <a:pt x="18399" y="42310"/>
                  <a:pt x="18446" y="42316"/>
                  <a:pt x="18502" y="42331"/>
                </a:cubicBezTo>
                <a:lnTo>
                  <a:pt x="18574" y="42439"/>
                </a:lnTo>
                <a:cubicBezTo>
                  <a:pt x="19096" y="41736"/>
                  <a:pt x="17098" y="41556"/>
                  <a:pt x="17332" y="41034"/>
                </a:cubicBezTo>
                <a:cubicBezTo>
                  <a:pt x="16090" y="40566"/>
                  <a:pt x="14884" y="40026"/>
                  <a:pt x="13696" y="39432"/>
                </a:cubicBezTo>
                <a:cubicBezTo>
                  <a:pt x="12526" y="38856"/>
                  <a:pt x="11319" y="38280"/>
                  <a:pt x="10257" y="37812"/>
                </a:cubicBezTo>
                <a:lnTo>
                  <a:pt x="10257" y="38532"/>
                </a:lnTo>
                <a:cubicBezTo>
                  <a:pt x="10005" y="38406"/>
                  <a:pt x="9753" y="38298"/>
                  <a:pt x="9501" y="38172"/>
                </a:cubicBezTo>
                <a:cubicBezTo>
                  <a:pt x="9407" y="37997"/>
                  <a:pt x="9434" y="37752"/>
                  <a:pt x="9671" y="37752"/>
                </a:cubicBezTo>
                <a:cubicBezTo>
                  <a:pt x="9751" y="37752"/>
                  <a:pt x="9855" y="37780"/>
                  <a:pt x="9987" y="37848"/>
                </a:cubicBezTo>
                <a:cubicBezTo>
                  <a:pt x="9930" y="37663"/>
                  <a:pt x="9762" y="37602"/>
                  <a:pt x="9578" y="37602"/>
                </a:cubicBezTo>
                <a:cubicBezTo>
                  <a:pt x="9529" y="37602"/>
                  <a:pt x="9479" y="37606"/>
                  <a:pt x="9429" y="37614"/>
                </a:cubicBezTo>
                <a:cubicBezTo>
                  <a:pt x="9231" y="37632"/>
                  <a:pt x="9051" y="37704"/>
                  <a:pt x="8889" y="37830"/>
                </a:cubicBezTo>
                <a:cubicBezTo>
                  <a:pt x="8457" y="37452"/>
                  <a:pt x="8673" y="37326"/>
                  <a:pt x="8907" y="37290"/>
                </a:cubicBezTo>
                <a:cubicBezTo>
                  <a:pt x="9141" y="37236"/>
                  <a:pt x="9465" y="37254"/>
                  <a:pt x="9321" y="37164"/>
                </a:cubicBezTo>
                <a:cubicBezTo>
                  <a:pt x="9177" y="37092"/>
                  <a:pt x="9051" y="37056"/>
                  <a:pt x="8907" y="37002"/>
                </a:cubicBezTo>
                <a:lnTo>
                  <a:pt x="8907" y="37002"/>
                </a:lnTo>
                <a:lnTo>
                  <a:pt x="8961" y="37128"/>
                </a:lnTo>
                <a:cubicBezTo>
                  <a:pt x="8745" y="37164"/>
                  <a:pt x="8601" y="37236"/>
                  <a:pt x="8421" y="37254"/>
                </a:cubicBezTo>
                <a:cubicBezTo>
                  <a:pt x="8399" y="37256"/>
                  <a:pt x="8378" y="37257"/>
                  <a:pt x="8356" y="37257"/>
                </a:cubicBezTo>
                <a:cubicBezTo>
                  <a:pt x="8162" y="37257"/>
                  <a:pt x="7971" y="37184"/>
                  <a:pt x="7809" y="37038"/>
                </a:cubicBezTo>
                <a:cubicBezTo>
                  <a:pt x="7557" y="36714"/>
                  <a:pt x="7863" y="36588"/>
                  <a:pt x="7773" y="36480"/>
                </a:cubicBezTo>
                <a:cubicBezTo>
                  <a:pt x="7791" y="36444"/>
                  <a:pt x="7773" y="36408"/>
                  <a:pt x="7593" y="36336"/>
                </a:cubicBezTo>
                <a:cubicBezTo>
                  <a:pt x="7395" y="36156"/>
                  <a:pt x="7197" y="35958"/>
                  <a:pt x="7017" y="35742"/>
                </a:cubicBezTo>
                <a:cubicBezTo>
                  <a:pt x="6963" y="35940"/>
                  <a:pt x="6927" y="36138"/>
                  <a:pt x="6891" y="36354"/>
                </a:cubicBezTo>
                <a:cubicBezTo>
                  <a:pt x="6711" y="36300"/>
                  <a:pt x="6549" y="36210"/>
                  <a:pt x="6423" y="36084"/>
                </a:cubicBezTo>
                <a:cubicBezTo>
                  <a:pt x="6398" y="36071"/>
                  <a:pt x="6376" y="36064"/>
                  <a:pt x="6354" y="36064"/>
                </a:cubicBezTo>
                <a:cubicBezTo>
                  <a:pt x="6283" y="36064"/>
                  <a:pt x="6231" y="36152"/>
                  <a:pt x="6189" y="36444"/>
                </a:cubicBezTo>
                <a:cubicBezTo>
                  <a:pt x="6207" y="36300"/>
                  <a:pt x="6207" y="36138"/>
                  <a:pt x="6171" y="35994"/>
                </a:cubicBezTo>
                <a:cubicBezTo>
                  <a:pt x="6153" y="35922"/>
                  <a:pt x="6135" y="35850"/>
                  <a:pt x="6099" y="35778"/>
                </a:cubicBezTo>
                <a:cubicBezTo>
                  <a:pt x="6081" y="35688"/>
                  <a:pt x="6045" y="35616"/>
                  <a:pt x="6009" y="35544"/>
                </a:cubicBezTo>
                <a:cubicBezTo>
                  <a:pt x="5883" y="35202"/>
                  <a:pt x="5685" y="34842"/>
                  <a:pt x="5523" y="34464"/>
                </a:cubicBezTo>
                <a:cubicBezTo>
                  <a:pt x="5181" y="33725"/>
                  <a:pt x="4911" y="32897"/>
                  <a:pt x="5001" y="32663"/>
                </a:cubicBezTo>
                <a:cubicBezTo>
                  <a:pt x="4497" y="32141"/>
                  <a:pt x="4389" y="31475"/>
                  <a:pt x="4335" y="30683"/>
                </a:cubicBezTo>
                <a:cubicBezTo>
                  <a:pt x="4300" y="30777"/>
                  <a:pt x="4153" y="30875"/>
                  <a:pt x="4005" y="30875"/>
                </a:cubicBezTo>
                <a:cubicBezTo>
                  <a:pt x="3841" y="30875"/>
                  <a:pt x="3678" y="30755"/>
                  <a:pt x="3668" y="30377"/>
                </a:cubicBezTo>
                <a:lnTo>
                  <a:pt x="3668" y="30377"/>
                </a:lnTo>
                <a:cubicBezTo>
                  <a:pt x="3713" y="30381"/>
                  <a:pt x="3754" y="30383"/>
                  <a:pt x="3793" y="30383"/>
                </a:cubicBezTo>
                <a:cubicBezTo>
                  <a:pt x="4311" y="30383"/>
                  <a:pt x="4391" y="30059"/>
                  <a:pt x="4425" y="29657"/>
                </a:cubicBezTo>
                <a:cubicBezTo>
                  <a:pt x="4476" y="29247"/>
                  <a:pt x="4478" y="28740"/>
                  <a:pt x="4817" y="28412"/>
                </a:cubicBezTo>
                <a:lnTo>
                  <a:pt x="4817" y="28412"/>
                </a:lnTo>
                <a:cubicBezTo>
                  <a:pt x="4789" y="28432"/>
                  <a:pt x="4763" y="28441"/>
                  <a:pt x="4739" y="28441"/>
                </a:cubicBezTo>
                <a:cubicBezTo>
                  <a:pt x="4444" y="28441"/>
                  <a:pt x="4472" y="27041"/>
                  <a:pt x="4102" y="27041"/>
                </a:cubicBezTo>
                <a:cubicBezTo>
                  <a:pt x="4029" y="27041"/>
                  <a:pt x="3940" y="27096"/>
                  <a:pt x="3830" y="27227"/>
                </a:cubicBezTo>
                <a:cubicBezTo>
                  <a:pt x="3867" y="26615"/>
                  <a:pt x="4281" y="27155"/>
                  <a:pt x="4515" y="26669"/>
                </a:cubicBezTo>
                <a:cubicBezTo>
                  <a:pt x="3957" y="25282"/>
                  <a:pt x="4623" y="23536"/>
                  <a:pt x="4425" y="21808"/>
                </a:cubicBezTo>
                <a:cubicBezTo>
                  <a:pt x="4420" y="21807"/>
                  <a:pt x="4414" y="21807"/>
                  <a:pt x="4409" y="21807"/>
                </a:cubicBezTo>
                <a:cubicBezTo>
                  <a:pt x="4313" y="21807"/>
                  <a:pt x="4193" y="21900"/>
                  <a:pt x="4064" y="21900"/>
                </a:cubicBezTo>
                <a:cubicBezTo>
                  <a:pt x="3977" y="21900"/>
                  <a:pt x="3886" y="21858"/>
                  <a:pt x="3794" y="21718"/>
                </a:cubicBezTo>
                <a:lnTo>
                  <a:pt x="4551" y="20782"/>
                </a:lnTo>
                <a:cubicBezTo>
                  <a:pt x="4479" y="20440"/>
                  <a:pt x="3650" y="20476"/>
                  <a:pt x="4191" y="19828"/>
                </a:cubicBezTo>
                <a:lnTo>
                  <a:pt x="4191" y="19828"/>
                </a:lnTo>
                <a:cubicBezTo>
                  <a:pt x="4104" y="19882"/>
                  <a:pt x="3999" y="19955"/>
                  <a:pt x="3916" y="19955"/>
                </a:cubicBezTo>
                <a:cubicBezTo>
                  <a:pt x="3861" y="19955"/>
                  <a:pt x="3816" y="19922"/>
                  <a:pt x="3794" y="19828"/>
                </a:cubicBezTo>
                <a:cubicBezTo>
                  <a:pt x="4173" y="18100"/>
                  <a:pt x="4047" y="16353"/>
                  <a:pt x="4047" y="14589"/>
                </a:cubicBezTo>
                <a:cubicBezTo>
                  <a:pt x="4047" y="12825"/>
                  <a:pt x="4173" y="11043"/>
                  <a:pt x="5055" y="9386"/>
                </a:cubicBezTo>
                <a:lnTo>
                  <a:pt x="5055" y="9386"/>
                </a:lnTo>
                <a:cubicBezTo>
                  <a:pt x="4928" y="9544"/>
                  <a:pt x="4846" y="9607"/>
                  <a:pt x="4794" y="9607"/>
                </a:cubicBezTo>
                <a:cubicBezTo>
                  <a:pt x="4697" y="9607"/>
                  <a:pt x="4701" y="9392"/>
                  <a:pt x="4713" y="9170"/>
                </a:cubicBezTo>
                <a:lnTo>
                  <a:pt x="4713" y="9170"/>
                </a:lnTo>
                <a:cubicBezTo>
                  <a:pt x="4686" y="9233"/>
                  <a:pt x="4643" y="9255"/>
                  <a:pt x="4590" y="9255"/>
                </a:cubicBezTo>
                <a:cubicBezTo>
                  <a:pt x="4473" y="9255"/>
                  <a:pt x="4305" y="9149"/>
                  <a:pt x="4161" y="9149"/>
                </a:cubicBezTo>
                <a:cubicBezTo>
                  <a:pt x="4147" y="9149"/>
                  <a:pt x="4132" y="9150"/>
                  <a:pt x="4119" y="9152"/>
                </a:cubicBezTo>
                <a:cubicBezTo>
                  <a:pt x="4353" y="8684"/>
                  <a:pt x="4587" y="8216"/>
                  <a:pt x="4839" y="7748"/>
                </a:cubicBezTo>
                <a:cubicBezTo>
                  <a:pt x="4569" y="7586"/>
                  <a:pt x="4605" y="7190"/>
                  <a:pt x="4623" y="6830"/>
                </a:cubicBezTo>
                <a:cubicBezTo>
                  <a:pt x="4641" y="6452"/>
                  <a:pt x="4695" y="6092"/>
                  <a:pt x="4425" y="5966"/>
                </a:cubicBezTo>
                <a:lnTo>
                  <a:pt x="4425" y="5966"/>
                </a:lnTo>
                <a:lnTo>
                  <a:pt x="4479" y="6452"/>
                </a:lnTo>
                <a:cubicBezTo>
                  <a:pt x="4357" y="6308"/>
                  <a:pt x="4219" y="6252"/>
                  <a:pt x="4068" y="6252"/>
                </a:cubicBezTo>
                <a:cubicBezTo>
                  <a:pt x="3530" y="6252"/>
                  <a:pt x="2839" y="6972"/>
                  <a:pt x="2207" y="6972"/>
                </a:cubicBezTo>
                <a:cubicBezTo>
                  <a:pt x="2154" y="6972"/>
                  <a:pt x="2101" y="6967"/>
                  <a:pt x="2048" y="6956"/>
                </a:cubicBezTo>
                <a:lnTo>
                  <a:pt x="2048" y="6956"/>
                </a:lnTo>
                <a:cubicBezTo>
                  <a:pt x="2390" y="7352"/>
                  <a:pt x="2048" y="7784"/>
                  <a:pt x="1760" y="8270"/>
                </a:cubicBezTo>
                <a:cubicBezTo>
                  <a:pt x="1472" y="8774"/>
                  <a:pt x="1220" y="9332"/>
                  <a:pt x="1724" y="9963"/>
                </a:cubicBezTo>
                <a:cubicBezTo>
                  <a:pt x="1685" y="10009"/>
                  <a:pt x="1650" y="10027"/>
                  <a:pt x="1619" y="10027"/>
                </a:cubicBezTo>
                <a:cubicBezTo>
                  <a:pt x="1511" y="10027"/>
                  <a:pt x="1436" y="9815"/>
                  <a:pt x="1309" y="9815"/>
                </a:cubicBezTo>
                <a:cubicBezTo>
                  <a:pt x="1287" y="9815"/>
                  <a:pt x="1264" y="9822"/>
                  <a:pt x="1238" y="9837"/>
                </a:cubicBezTo>
                <a:cubicBezTo>
                  <a:pt x="1598" y="10161"/>
                  <a:pt x="1634" y="10521"/>
                  <a:pt x="1418" y="11169"/>
                </a:cubicBezTo>
                <a:lnTo>
                  <a:pt x="1346" y="11079"/>
                </a:lnTo>
                <a:cubicBezTo>
                  <a:pt x="1328" y="11853"/>
                  <a:pt x="1238" y="12609"/>
                  <a:pt x="1076" y="13347"/>
                </a:cubicBezTo>
                <a:cubicBezTo>
                  <a:pt x="914" y="14031"/>
                  <a:pt x="734" y="14751"/>
                  <a:pt x="590" y="15777"/>
                </a:cubicBezTo>
                <a:lnTo>
                  <a:pt x="1022" y="15651"/>
                </a:lnTo>
                <a:lnTo>
                  <a:pt x="1022" y="15651"/>
                </a:lnTo>
                <a:cubicBezTo>
                  <a:pt x="968" y="15921"/>
                  <a:pt x="860" y="16173"/>
                  <a:pt x="698" y="16389"/>
                </a:cubicBezTo>
                <a:cubicBezTo>
                  <a:pt x="783" y="16460"/>
                  <a:pt x="847" y="16490"/>
                  <a:pt x="895" y="16490"/>
                </a:cubicBezTo>
                <a:cubicBezTo>
                  <a:pt x="1032" y="16490"/>
                  <a:pt x="1045" y="16251"/>
                  <a:pt x="1058" y="16011"/>
                </a:cubicBezTo>
                <a:cubicBezTo>
                  <a:pt x="1072" y="15778"/>
                  <a:pt x="1106" y="15535"/>
                  <a:pt x="1273" y="15535"/>
                </a:cubicBezTo>
                <a:cubicBezTo>
                  <a:pt x="1325" y="15535"/>
                  <a:pt x="1390" y="15559"/>
                  <a:pt x="1472" y="15615"/>
                </a:cubicBezTo>
                <a:cubicBezTo>
                  <a:pt x="1022" y="15903"/>
                  <a:pt x="1004" y="16695"/>
                  <a:pt x="968" y="17451"/>
                </a:cubicBezTo>
                <a:cubicBezTo>
                  <a:pt x="932" y="18226"/>
                  <a:pt x="914" y="18964"/>
                  <a:pt x="410" y="19162"/>
                </a:cubicBezTo>
                <a:cubicBezTo>
                  <a:pt x="410" y="19382"/>
                  <a:pt x="462" y="19440"/>
                  <a:pt x="533" y="19440"/>
                </a:cubicBezTo>
                <a:cubicBezTo>
                  <a:pt x="612" y="19440"/>
                  <a:pt x="713" y="19369"/>
                  <a:pt x="791" y="19369"/>
                </a:cubicBezTo>
                <a:cubicBezTo>
                  <a:pt x="862" y="19369"/>
                  <a:pt x="914" y="19427"/>
                  <a:pt x="914" y="19648"/>
                </a:cubicBezTo>
                <a:lnTo>
                  <a:pt x="644" y="19828"/>
                </a:lnTo>
                <a:lnTo>
                  <a:pt x="986" y="20008"/>
                </a:lnTo>
                <a:cubicBezTo>
                  <a:pt x="968" y="20350"/>
                  <a:pt x="716" y="20638"/>
                  <a:pt x="374" y="20710"/>
                </a:cubicBezTo>
                <a:cubicBezTo>
                  <a:pt x="374" y="20566"/>
                  <a:pt x="338" y="20422"/>
                  <a:pt x="302" y="20278"/>
                </a:cubicBezTo>
                <a:lnTo>
                  <a:pt x="302" y="20278"/>
                </a:lnTo>
                <a:cubicBezTo>
                  <a:pt x="0" y="20831"/>
                  <a:pt x="370" y="21791"/>
                  <a:pt x="349" y="22080"/>
                </a:cubicBezTo>
                <a:lnTo>
                  <a:pt x="349" y="22080"/>
                </a:lnTo>
                <a:lnTo>
                  <a:pt x="482" y="21466"/>
                </a:lnTo>
                <a:cubicBezTo>
                  <a:pt x="770" y="23338"/>
                  <a:pt x="536" y="25660"/>
                  <a:pt x="1220" y="27425"/>
                </a:cubicBezTo>
                <a:lnTo>
                  <a:pt x="1418" y="27281"/>
                </a:lnTo>
                <a:lnTo>
                  <a:pt x="1418" y="27281"/>
                </a:lnTo>
                <a:cubicBezTo>
                  <a:pt x="1886" y="28631"/>
                  <a:pt x="1274" y="28397"/>
                  <a:pt x="1598" y="29891"/>
                </a:cubicBezTo>
                <a:lnTo>
                  <a:pt x="1544" y="29855"/>
                </a:lnTo>
                <a:lnTo>
                  <a:pt x="1544" y="29855"/>
                </a:lnTo>
                <a:cubicBezTo>
                  <a:pt x="1778" y="30143"/>
                  <a:pt x="1922" y="30503"/>
                  <a:pt x="1958" y="30899"/>
                </a:cubicBezTo>
                <a:cubicBezTo>
                  <a:pt x="1917" y="30845"/>
                  <a:pt x="1880" y="30823"/>
                  <a:pt x="1845" y="30823"/>
                </a:cubicBezTo>
                <a:cubicBezTo>
                  <a:pt x="1682" y="30823"/>
                  <a:pt x="1582" y="31325"/>
                  <a:pt x="1409" y="31325"/>
                </a:cubicBezTo>
                <a:cubicBezTo>
                  <a:pt x="1364" y="31325"/>
                  <a:pt x="1314" y="31291"/>
                  <a:pt x="1256" y="31205"/>
                </a:cubicBezTo>
                <a:lnTo>
                  <a:pt x="1256" y="31205"/>
                </a:lnTo>
                <a:cubicBezTo>
                  <a:pt x="1562" y="31961"/>
                  <a:pt x="1688" y="32141"/>
                  <a:pt x="1814" y="32249"/>
                </a:cubicBezTo>
                <a:cubicBezTo>
                  <a:pt x="2102" y="32411"/>
                  <a:pt x="2372" y="32609"/>
                  <a:pt x="2606" y="32825"/>
                </a:cubicBezTo>
                <a:lnTo>
                  <a:pt x="2318" y="33149"/>
                </a:lnTo>
                <a:cubicBezTo>
                  <a:pt x="2696" y="33419"/>
                  <a:pt x="2840" y="33419"/>
                  <a:pt x="3164" y="34158"/>
                </a:cubicBezTo>
                <a:cubicBezTo>
                  <a:pt x="3070" y="34048"/>
                  <a:pt x="2999" y="34007"/>
                  <a:pt x="2942" y="34007"/>
                </a:cubicBezTo>
                <a:cubicBezTo>
                  <a:pt x="2858" y="34007"/>
                  <a:pt x="2804" y="34097"/>
                  <a:pt x="2750" y="34194"/>
                </a:cubicBezTo>
                <a:cubicBezTo>
                  <a:pt x="2688" y="34287"/>
                  <a:pt x="2626" y="34381"/>
                  <a:pt x="2529" y="34381"/>
                </a:cubicBezTo>
                <a:cubicBezTo>
                  <a:pt x="2458" y="34381"/>
                  <a:pt x="2368" y="34330"/>
                  <a:pt x="2246" y="34194"/>
                </a:cubicBezTo>
                <a:lnTo>
                  <a:pt x="2246" y="34194"/>
                </a:lnTo>
                <a:cubicBezTo>
                  <a:pt x="2192" y="34608"/>
                  <a:pt x="2264" y="35022"/>
                  <a:pt x="2444" y="35400"/>
                </a:cubicBezTo>
                <a:cubicBezTo>
                  <a:pt x="2588" y="35688"/>
                  <a:pt x="2786" y="35958"/>
                  <a:pt x="3002" y="36210"/>
                </a:cubicBezTo>
                <a:cubicBezTo>
                  <a:pt x="3416" y="36660"/>
                  <a:pt x="3722" y="36948"/>
                  <a:pt x="3578" y="37632"/>
                </a:cubicBezTo>
                <a:cubicBezTo>
                  <a:pt x="3627" y="37637"/>
                  <a:pt x="3671" y="37640"/>
                  <a:pt x="3711" y="37640"/>
                </a:cubicBezTo>
                <a:cubicBezTo>
                  <a:pt x="3937" y="37640"/>
                  <a:pt x="4029" y="37556"/>
                  <a:pt x="4029" y="37434"/>
                </a:cubicBezTo>
                <a:cubicBezTo>
                  <a:pt x="4011" y="37236"/>
                  <a:pt x="3939" y="37056"/>
                  <a:pt x="3830" y="36894"/>
                </a:cubicBezTo>
                <a:cubicBezTo>
                  <a:pt x="3632" y="36574"/>
                  <a:pt x="3408" y="36228"/>
                  <a:pt x="3465" y="36228"/>
                </a:cubicBezTo>
                <a:cubicBezTo>
                  <a:pt x="3475" y="36228"/>
                  <a:pt x="3494" y="36239"/>
                  <a:pt x="3524" y="36264"/>
                </a:cubicBezTo>
                <a:cubicBezTo>
                  <a:pt x="3541" y="36148"/>
                  <a:pt x="3599" y="36101"/>
                  <a:pt x="3682" y="36101"/>
                </a:cubicBezTo>
                <a:cubicBezTo>
                  <a:pt x="3779" y="36101"/>
                  <a:pt x="3910" y="36166"/>
                  <a:pt x="4047" y="36264"/>
                </a:cubicBezTo>
                <a:cubicBezTo>
                  <a:pt x="4299" y="36444"/>
                  <a:pt x="4533" y="36678"/>
                  <a:pt x="4713" y="36948"/>
                </a:cubicBezTo>
                <a:cubicBezTo>
                  <a:pt x="4785" y="37074"/>
                  <a:pt x="4821" y="37218"/>
                  <a:pt x="4821" y="37380"/>
                </a:cubicBezTo>
                <a:cubicBezTo>
                  <a:pt x="4821" y="37542"/>
                  <a:pt x="4821" y="37758"/>
                  <a:pt x="4839" y="37992"/>
                </a:cubicBezTo>
                <a:cubicBezTo>
                  <a:pt x="4874" y="38560"/>
                  <a:pt x="5190" y="39094"/>
                  <a:pt x="5665" y="39419"/>
                </a:cubicBezTo>
                <a:lnTo>
                  <a:pt x="5665" y="39419"/>
                </a:lnTo>
                <a:cubicBezTo>
                  <a:pt x="5553" y="39347"/>
                  <a:pt x="5499" y="39391"/>
                  <a:pt x="5397" y="39306"/>
                </a:cubicBezTo>
                <a:lnTo>
                  <a:pt x="5397" y="39306"/>
                </a:lnTo>
                <a:cubicBezTo>
                  <a:pt x="5541" y="39576"/>
                  <a:pt x="5829" y="39666"/>
                  <a:pt x="6099" y="39774"/>
                </a:cubicBezTo>
                <a:cubicBezTo>
                  <a:pt x="6405" y="39846"/>
                  <a:pt x="6657" y="40044"/>
                  <a:pt x="6837" y="40314"/>
                </a:cubicBezTo>
                <a:cubicBezTo>
                  <a:pt x="6947" y="40257"/>
                  <a:pt x="7042" y="40237"/>
                  <a:pt x="7126" y="40237"/>
                </a:cubicBezTo>
                <a:cubicBezTo>
                  <a:pt x="7355" y="40237"/>
                  <a:pt x="7501" y="40391"/>
                  <a:pt x="7657" y="40391"/>
                </a:cubicBezTo>
                <a:cubicBezTo>
                  <a:pt x="7752" y="40391"/>
                  <a:pt x="7849" y="40335"/>
                  <a:pt x="7971" y="40152"/>
                </a:cubicBezTo>
                <a:cubicBezTo>
                  <a:pt x="7575" y="40026"/>
                  <a:pt x="7179" y="39864"/>
                  <a:pt x="6783" y="39702"/>
                </a:cubicBezTo>
                <a:lnTo>
                  <a:pt x="6783" y="39702"/>
                </a:lnTo>
                <a:cubicBezTo>
                  <a:pt x="6972" y="39747"/>
                  <a:pt x="7170" y="39756"/>
                  <a:pt x="7375" y="39756"/>
                </a:cubicBezTo>
                <a:cubicBezTo>
                  <a:pt x="7511" y="39756"/>
                  <a:pt x="7651" y="39752"/>
                  <a:pt x="7793" y="39752"/>
                </a:cubicBezTo>
                <a:cubicBezTo>
                  <a:pt x="7864" y="39752"/>
                  <a:pt x="7935" y="39753"/>
                  <a:pt x="8007" y="39756"/>
                </a:cubicBezTo>
                <a:cubicBezTo>
                  <a:pt x="8029" y="39755"/>
                  <a:pt x="8051" y="39755"/>
                  <a:pt x="8074" y="39755"/>
                </a:cubicBezTo>
                <a:cubicBezTo>
                  <a:pt x="8536" y="39755"/>
                  <a:pt x="8977" y="39933"/>
                  <a:pt x="9303" y="40242"/>
                </a:cubicBezTo>
                <a:cubicBezTo>
                  <a:pt x="9083" y="40337"/>
                  <a:pt x="8863" y="40390"/>
                  <a:pt x="8631" y="40390"/>
                </a:cubicBezTo>
                <a:cubicBezTo>
                  <a:pt x="8597" y="40390"/>
                  <a:pt x="8563" y="40389"/>
                  <a:pt x="8529" y="40386"/>
                </a:cubicBezTo>
                <a:lnTo>
                  <a:pt x="8529" y="40386"/>
                </a:lnTo>
                <a:cubicBezTo>
                  <a:pt x="8763" y="40728"/>
                  <a:pt x="9177" y="40512"/>
                  <a:pt x="9411" y="40836"/>
                </a:cubicBezTo>
                <a:cubicBezTo>
                  <a:pt x="9326" y="40981"/>
                  <a:pt x="9201" y="41037"/>
                  <a:pt x="9047" y="41037"/>
                </a:cubicBezTo>
                <a:cubicBezTo>
                  <a:pt x="8875" y="41037"/>
                  <a:pt x="8667" y="40967"/>
                  <a:pt x="8439" y="40872"/>
                </a:cubicBezTo>
                <a:cubicBezTo>
                  <a:pt x="8048" y="40726"/>
                  <a:pt x="7612" y="40505"/>
                  <a:pt x="7172" y="40505"/>
                </a:cubicBezTo>
                <a:cubicBezTo>
                  <a:pt x="7126" y="40505"/>
                  <a:pt x="7081" y="40507"/>
                  <a:pt x="7035" y="40512"/>
                </a:cubicBezTo>
                <a:cubicBezTo>
                  <a:pt x="7107" y="40620"/>
                  <a:pt x="7233" y="40710"/>
                  <a:pt x="7359" y="40746"/>
                </a:cubicBezTo>
                <a:cubicBezTo>
                  <a:pt x="7503" y="40782"/>
                  <a:pt x="7647" y="40818"/>
                  <a:pt x="7809" y="40836"/>
                </a:cubicBezTo>
                <a:cubicBezTo>
                  <a:pt x="8079" y="40890"/>
                  <a:pt x="8241" y="40944"/>
                  <a:pt x="7899" y="41214"/>
                </a:cubicBezTo>
                <a:cubicBezTo>
                  <a:pt x="8084" y="41081"/>
                  <a:pt x="8245" y="41030"/>
                  <a:pt x="8393" y="41030"/>
                </a:cubicBezTo>
                <a:cubicBezTo>
                  <a:pt x="8604" y="41030"/>
                  <a:pt x="8789" y="41134"/>
                  <a:pt x="8979" y="41250"/>
                </a:cubicBezTo>
                <a:cubicBezTo>
                  <a:pt x="9220" y="41398"/>
                  <a:pt x="9481" y="41574"/>
                  <a:pt x="9820" y="41574"/>
                </a:cubicBezTo>
                <a:cubicBezTo>
                  <a:pt x="9938" y="41574"/>
                  <a:pt x="10065" y="41553"/>
                  <a:pt x="10203" y="41502"/>
                </a:cubicBezTo>
                <a:lnTo>
                  <a:pt x="10203" y="41502"/>
                </a:lnTo>
                <a:lnTo>
                  <a:pt x="10005" y="41880"/>
                </a:lnTo>
                <a:cubicBezTo>
                  <a:pt x="10097" y="41869"/>
                  <a:pt x="10270" y="41828"/>
                  <a:pt x="10443" y="41828"/>
                </a:cubicBezTo>
                <a:cubicBezTo>
                  <a:pt x="10542" y="41828"/>
                  <a:pt x="10641" y="41841"/>
                  <a:pt x="10725" y="41880"/>
                </a:cubicBezTo>
                <a:lnTo>
                  <a:pt x="10095" y="42241"/>
                </a:lnTo>
                <a:cubicBezTo>
                  <a:pt x="10167" y="42223"/>
                  <a:pt x="10235" y="42216"/>
                  <a:pt x="10299" y="42216"/>
                </a:cubicBezTo>
                <a:cubicBezTo>
                  <a:pt x="10974" y="42216"/>
                  <a:pt x="11256" y="43087"/>
                  <a:pt x="11914" y="43087"/>
                </a:cubicBezTo>
                <a:cubicBezTo>
                  <a:pt x="10599" y="42619"/>
                  <a:pt x="11806" y="42493"/>
                  <a:pt x="11355" y="42006"/>
                </a:cubicBezTo>
                <a:lnTo>
                  <a:pt x="11355" y="42006"/>
                </a:lnTo>
                <a:cubicBezTo>
                  <a:pt x="13134" y="42078"/>
                  <a:pt x="11926" y="43361"/>
                  <a:pt x="13683" y="43860"/>
                </a:cubicBezTo>
                <a:lnTo>
                  <a:pt x="13683" y="43860"/>
                </a:lnTo>
                <a:cubicBezTo>
                  <a:pt x="13413" y="43758"/>
                  <a:pt x="12976" y="43300"/>
                  <a:pt x="13390" y="43267"/>
                </a:cubicBezTo>
                <a:lnTo>
                  <a:pt x="13390" y="43267"/>
                </a:lnTo>
                <a:cubicBezTo>
                  <a:pt x="13696" y="43465"/>
                  <a:pt x="14092" y="43789"/>
                  <a:pt x="14218" y="44077"/>
                </a:cubicBezTo>
                <a:cubicBezTo>
                  <a:pt x="14440" y="44145"/>
                  <a:pt x="14581" y="44174"/>
                  <a:pt x="14666" y="44174"/>
                </a:cubicBezTo>
                <a:cubicBezTo>
                  <a:pt x="15051" y="44174"/>
                  <a:pt x="14308" y="43599"/>
                  <a:pt x="14794" y="43555"/>
                </a:cubicBezTo>
                <a:lnTo>
                  <a:pt x="14794" y="43555"/>
                </a:lnTo>
                <a:cubicBezTo>
                  <a:pt x="14868" y="43772"/>
                  <a:pt x="14969" y="43842"/>
                  <a:pt x="15092" y="43842"/>
                </a:cubicBezTo>
                <a:cubicBezTo>
                  <a:pt x="15312" y="43842"/>
                  <a:pt x="15605" y="43623"/>
                  <a:pt x="15960" y="43623"/>
                </a:cubicBezTo>
                <a:cubicBezTo>
                  <a:pt x="15985" y="43623"/>
                  <a:pt x="16010" y="43624"/>
                  <a:pt x="16036" y="43627"/>
                </a:cubicBezTo>
                <a:lnTo>
                  <a:pt x="15874" y="44023"/>
                </a:lnTo>
                <a:cubicBezTo>
                  <a:pt x="16152" y="44194"/>
                  <a:pt x="16341" y="44255"/>
                  <a:pt x="16478" y="44255"/>
                </a:cubicBezTo>
                <a:cubicBezTo>
                  <a:pt x="16824" y="44255"/>
                  <a:pt x="16840" y="43863"/>
                  <a:pt x="17136" y="43863"/>
                </a:cubicBezTo>
                <a:cubicBezTo>
                  <a:pt x="17253" y="43863"/>
                  <a:pt x="17414" y="43924"/>
                  <a:pt x="17656" y="44095"/>
                </a:cubicBezTo>
                <a:lnTo>
                  <a:pt x="16936" y="44455"/>
                </a:lnTo>
                <a:lnTo>
                  <a:pt x="17620" y="44563"/>
                </a:lnTo>
                <a:lnTo>
                  <a:pt x="17314" y="44977"/>
                </a:lnTo>
                <a:cubicBezTo>
                  <a:pt x="17455" y="44962"/>
                  <a:pt x="17578" y="44954"/>
                  <a:pt x="17687" y="44954"/>
                </a:cubicBezTo>
                <a:cubicBezTo>
                  <a:pt x="18217" y="44954"/>
                  <a:pt x="18430" y="45131"/>
                  <a:pt x="18952" y="45445"/>
                </a:cubicBezTo>
                <a:cubicBezTo>
                  <a:pt x="18910" y="45175"/>
                  <a:pt x="19159" y="44893"/>
                  <a:pt x="19567" y="44893"/>
                </a:cubicBezTo>
                <a:cubicBezTo>
                  <a:pt x="19676" y="44893"/>
                  <a:pt x="19796" y="44913"/>
                  <a:pt x="19925" y="44959"/>
                </a:cubicBezTo>
                <a:cubicBezTo>
                  <a:pt x="20231" y="45355"/>
                  <a:pt x="19546" y="45265"/>
                  <a:pt x="20411" y="45535"/>
                </a:cubicBezTo>
                <a:cubicBezTo>
                  <a:pt x="20254" y="45633"/>
                  <a:pt x="20087" y="45746"/>
                  <a:pt x="19930" y="45746"/>
                </a:cubicBezTo>
                <a:cubicBezTo>
                  <a:pt x="19797" y="45746"/>
                  <a:pt x="19671" y="45666"/>
                  <a:pt x="19564" y="45427"/>
                </a:cubicBezTo>
                <a:cubicBezTo>
                  <a:pt x="19474" y="45553"/>
                  <a:pt x="19276" y="45607"/>
                  <a:pt x="19186" y="45733"/>
                </a:cubicBezTo>
                <a:cubicBezTo>
                  <a:pt x="19528" y="46183"/>
                  <a:pt x="20285" y="46219"/>
                  <a:pt x="20591" y="46327"/>
                </a:cubicBezTo>
                <a:cubicBezTo>
                  <a:pt x="20465" y="46273"/>
                  <a:pt x="20375" y="46201"/>
                  <a:pt x="20285" y="46111"/>
                </a:cubicBezTo>
                <a:lnTo>
                  <a:pt x="21743" y="46021"/>
                </a:lnTo>
                <a:lnTo>
                  <a:pt x="21743" y="46021"/>
                </a:lnTo>
                <a:cubicBezTo>
                  <a:pt x="21869" y="46237"/>
                  <a:pt x="21671" y="46309"/>
                  <a:pt x="21473" y="46363"/>
                </a:cubicBezTo>
                <a:cubicBezTo>
                  <a:pt x="21525" y="46373"/>
                  <a:pt x="21575" y="46377"/>
                  <a:pt x="21626" y="46377"/>
                </a:cubicBezTo>
                <a:cubicBezTo>
                  <a:pt x="21753" y="46377"/>
                  <a:pt x="21880" y="46354"/>
                  <a:pt x="22027" y="46354"/>
                </a:cubicBezTo>
                <a:cubicBezTo>
                  <a:pt x="22126" y="46354"/>
                  <a:pt x="22233" y="46364"/>
                  <a:pt x="22355" y="46399"/>
                </a:cubicBezTo>
                <a:cubicBezTo>
                  <a:pt x="22153" y="46668"/>
                  <a:pt x="22046" y="46999"/>
                  <a:pt x="21566" y="46999"/>
                </a:cubicBezTo>
                <a:cubicBezTo>
                  <a:pt x="21551" y="46999"/>
                  <a:pt x="21535" y="46998"/>
                  <a:pt x="21519" y="46998"/>
                </a:cubicBezTo>
                <a:lnTo>
                  <a:pt x="21519" y="46998"/>
                </a:lnTo>
                <a:lnTo>
                  <a:pt x="22769" y="47083"/>
                </a:lnTo>
                <a:cubicBezTo>
                  <a:pt x="22805" y="47263"/>
                  <a:pt x="23219" y="47713"/>
                  <a:pt x="23021" y="47767"/>
                </a:cubicBezTo>
                <a:cubicBezTo>
                  <a:pt x="23597" y="48217"/>
                  <a:pt x="24875" y="47731"/>
                  <a:pt x="25631" y="48325"/>
                </a:cubicBezTo>
                <a:cubicBezTo>
                  <a:pt x="25715" y="48277"/>
                  <a:pt x="25799" y="48253"/>
                  <a:pt x="25883" y="48253"/>
                </a:cubicBezTo>
                <a:cubicBezTo>
                  <a:pt x="25925" y="48253"/>
                  <a:pt x="25967" y="48259"/>
                  <a:pt x="26009" y="48271"/>
                </a:cubicBezTo>
                <a:cubicBezTo>
                  <a:pt x="26753" y="48626"/>
                  <a:pt x="27291" y="49251"/>
                  <a:pt x="28323" y="49251"/>
                </a:cubicBezTo>
                <a:cubicBezTo>
                  <a:pt x="28390" y="49251"/>
                  <a:pt x="28459" y="49249"/>
                  <a:pt x="28530" y="49243"/>
                </a:cubicBezTo>
                <a:lnTo>
                  <a:pt x="28872" y="50053"/>
                </a:lnTo>
                <a:cubicBezTo>
                  <a:pt x="28920" y="50062"/>
                  <a:pt x="28961" y="50066"/>
                  <a:pt x="28996" y="50066"/>
                </a:cubicBezTo>
                <a:cubicBezTo>
                  <a:pt x="29501" y="50066"/>
                  <a:pt x="28662" y="49230"/>
                  <a:pt x="29442" y="49230"/>
                </a:cubicBezTo>
                <a:cubicBezTo>
                  <a:pt x="29526" y="49230"/>
                  <a:pt x="29629" y="49240"/>
                  <a:pt x="29754" y="49261"/>
                </a:cubicBezTo>
                <a:cubicBezTo>
                  <a:pt x="30744" y="49387"/>
                  <a:pt x="29934" y="49891"/>
                  <a:pt x="30204" y="50161"/>
                </a:cubicBezTo>
                <a:cubicBezTo>
                  <a:pt x="30497" y="50086"/>
                  <a:pt x="30913" y="49956"/>
                  <a:pt x="31347" y="49956"/>
                </a:cubicBezTo>
                <a:cubicBezTo>
                  <a:pt x="31740" y="49956"/>
                  <a:pt x="32148" y="50063"/>
                  <a:pt x="32490" y="50414"/>
                </a:cubicBezTo>
                <a:cubicBezTo>
                  <a:pt x="32440" y="50422"/>
                  <a:pt x="32393" y="50426"/>
                  <a:pt x="32348" y="50426"/>
                </a:cubicBezTo>
                <a:cubicBezTo>
                  <a:pt x="32103" y="50426"/>
                  <a:pt x="31923" y="50318"/>
                  <a:pt x="31680" y="50288"/>
                </a:cubicBezTo>
                <a:lnTo>
                  <a:pt x="31680" y="50288"/>
                </a:lnTo>
                <a:cubicBezTo>
                  <a:pt x="31860" y="50468"/>
                  <a:pt x="32058" y="50648"/>
                  <a:pt x="32238" y="50828"/>
                </a:cubicBezTo>
                <a:cubicBezTo>
                  <a:pt x="31266" y="51134"/>
                  <a:pt x="30744" y="50738"/>
                  <a:pt x="31212" y="51422"/>
                </a:cubicBezTo>
                <a:cubicBezTo>
                  <a:pt x="31333" y="51123"/>
                  <a:pt x="31571" y="51027"/>
                  <a:pt x="31867" y="51027"/>
                </a:cubicBezTo>
                <a:cubicBezTo>
                  <a:pt x="32142" y="51027"/>
                  <a:pt x="32467" y="51110"/>
                  <a:pt x="32796" y="51188"/>
                </a:cubicBezTo>
                <a:cubicBezTo>
                  <a:pt x="33099" y="51261"/>
                  <a:pt x="33407" y="51331"/>
                  <a:pt x="33670" y="51331"/>
                </a:cubicBezTo>
                <a:cubicBezTo>
                  <a:pt x="33985" y="51331"/>
                  <a:pt x="34237" y="51231"/>
                  <a:pt x="34344" y="50918"/>
                </a:cubicBezTo>
                <a:cubicBezTo>
                  <a:pt x="34470" y="51026"/>
                  <a:pt x="34596" y="51152"/>
                  <a:pt x="34740" y="51260"/>
                </a:cubicBezTo>
                <a:cubicBezTo>
                  <a:pt x="34713" y="51252"/>
                  <a:pt x="34689" y="51249"/>
                  <a:pt x="34667" y="51249"/>
                </a:cubicBezTo>
                <a:cubicBezTo>
                  <a:pt x="34617" y="51249"/>
                  <a:pt x="34578" y="51263"/>
                  <a:pt x="34531" y="51263"/>
                </a:cubicBezTo>
                <a:cubicBezTo>
                  <a:pt x="34502" y="51263"/>
                  <a:pt x="34472" y="51258"/>
                  <a:pt x="34434" y="51242"/>
                </a:cubicBezTo>
                <a:lnTo>
                  <a:pt x="34434" y="51242"/>
                </a:lnTo>
                <a:cubicBezTo>
                  <a:pt x="34600" y="51407"/>
                  <a:pt x="34734" y="51470"/>
                  <a:pt x="34854" y="51470"/>
                </a:cubicBezTo>
                <a:cubicBezTo>
                  <a:pt x="35225" y="51470"/>
                  <a:pt x="35454" y="50867"/>
                  <a:pt x="36036" y="50867"/>
                </a:cubicBezTo>
                <a:cubicBezTo>
                  <a:pt x="36143" y="50867"/>
                  <a:pt x="36262" y="50887"/>
                  <a:pt x="36397" y="50936"/>
                </a:cubicBezTo>
                <a:cubicBezTo>
                  <a:pt x="36775" y="51098"/>
                  <a:pt x="37045" y="51332"/>
                  <a:pt x="36739" y="51422"/>
                </a:cubicBezTo>
                <a:cubicBezTo>
                  <a:pt x="37063" y="51386"/>
                  <a:pt x="37369" y="51314"/>
                  <a:pt x="37693" y="51260"/>
                </a:cubicBezTo>
                <a:cubicBezTo>
                  <a:pt x="37889" y="51302"/>
                  <a:pt x="37878" y="51442"/>
                  <a:pt x="37744" y="51468"/>
                </a:cubicBezTo>
                <a:lnTo>
                  <a:pt x="37744" y="51468"/>
                </a:lnTo>
                <a:cubicBezTo>
                  <a:pt x="38165" y="51497"/>
                  <a:pt x="38586" y="51513"/>
                  <a:pt x="39007" y="51530"/>
                </a:cubicBezTo>
                <a:lnTo>
                  <a:pt x="38989" y="51566"/>
                </a:lnTo>
                <a:cubicBezTo>
                  <a:pt x="39133" y="51458"/>
                  <a:pt x="39295" y="51350"/>
                  <a:pt x="39439" y="51260"/>
                </a:cubicBezTo>
                <a:cubicBezTo>
                  <a:pt x="39601" y="51170"/>
                  <a:pt x="39745" y="51080"/>
                  <a:pt x="39907" y="51008"/>
                </a:cubicBezTo>
                <a:cubicBezTo>
                  <a:pt x="40141" y="51098"/>
                  <a:pt x="40087" y="51134"/>
                  <a:pt x="39979" y="51152"/>
                </a:cubicBezTo>
                <a:cubicBezTo>
                  <a:pt x="39871" y="51188"/>
                  <a:pt x="39763" y="51206"/>
                  <a:pt x="39799" y="51278"/>
                </a:cubicBezTo>
                <a:lnTo>
                  <a:pt x="39925" y="51242"/>
                </a:lnTo>
                <a:lnTo>
                  <a:pt x="40051" y="51224"/>
                </a:lnTo>
                <a:lnTo>
                  <a:pt x="40303" y="51152"/>
                </a:lnTo>
                <a:cubicBezTo>
                  <a:pt x="40483" y="51098"/>
                  <a:pt x="40645" y="51044"/>
                  <a:pt x="40807" y="50990"/>
                </a:cubicBezTo>
                <a:lnTo>
                  <a:pt x="40807" y="50990"/>
                </a:lnTo>
                <a:cubicBezTo>
                  <a:pt x="41023" y="51134"/>
                  <a:pt x="40951" y="51296"/>
                  <a:pt x="40699" y="51422"/>
                </a:cubicBezTo>
                <a:cubicBezTo>
                  <a:pt x="40555" y="51494"/>
                  <a:pt x="40393" y="51530"/>
                  <a:pt x="40231" y="51548"/>
                </a:cubicBezTo>
                <a:cubicBezTo>
                  <a:pt x="40123" y="51566"/>
                  <a:pt x="40033" y="51566"/>
                  <a:pt x="39943" y="51566"/>
                </a:cubicBezTo>
                <a:lnTo>
                  <a:pt x="39709" y="51566"/>
                </a:lnTo>
                <a:cubicBezTo>
                  <a:pt x="39817" y="51800"/>
                  <a:pt x="40033" y="51980"/>
                  <a:pt x="40285" y="52070"/>
                </a:cubicBezTo>
                <a:cubicBezTo>
                  <a:pt x="40318" y="52073"/>
                  <a:pt x="40351" y="52074"/>
                  <a:pt x="40383" y="52074"/>
                </a:cubicBezTo>
                <a:cubicBezTo>
                  <a:pt x="40543" y="52074"/>
                  <a:pt x="40693" y="52037"/>
                  <a:pt x="40843" y="51962"/>
                </a:cubicBezTo>
                <a:cubicBezTo>
                  <a:pt x="41077" y="51854"/>
                  <a:pt x="41329" y="51764"/>
                  <a:pt x="41581" y="51692"/>
                </a:cubicBezTo>
                <a:cubicBezTo>
                  <a:pt x="41905" y="51602"/>
                  <a:pt x="42319" y="51566"/>
                  <a:pt x="42931" y="51440"/>
                </a:cubicBezTo>
                <a:lnTo>
                  <a:pt x="42931" y="51440"/>
                </a:lnTo>
                <a:cubicBezTo>
                  <a:pt x="42625" y="51656"/>
                  <a:pt x="42283" y="51836"/>
                  <a:pt x="41923" y="51980"/>
                </a:cubicBezTo>
                <a:cubicBezTo>
                  <a:pt x="42153" y="52090"/>
                  <a:pt x="42402" y="52144"/>
                  <a:pt x="42653" y="52144"/>
                </a:cubicBezTo>
                <a:cubicBezTo>
                  <a:pt x="42893" y="52144"/>
                  <a:pt x="43135" y="52095"/>
                  <a:pt x="43363" y="51998"/>
                </a:cubicBezTo>
                <a:cubicBezTo>
                  <a:pt x="43940" y="51746"/>
                  <a:pt x="44480" y="51440"/>
                  <a:pt x="45002" y="51080"/>
                </a:cubicBezTo>
                <a:lnTo>
                  <a:pt x="45002" y="51080"/>
                </a:lnTo>
                <a:cubicBezTo>
                  <a:pt x="44894" y="51098"/>
                  <a:pt x="44678" y="51206"/>
                  <a:pt x="44408" y="51296"/>
                </a:cubicBezTo>
                <a:cubicBezTo>
                  <a:pt x="44138" y="51404"/>
                  <a:pt x="43850" y="51458"/>
                  <a:pt x="43580" y="51476"/>
                </a:cubicBezTo>
                <a:cubicBezTo>
                  <a:pt x="43534" y="51483"/>
                  <a:pt x="43490" y="51487"/>
                  <a:pt x="43447" y="51487"/>
                </a:cubicBezTo>
                <a:cubicBezTo>
                  <a:pt x="43282" y="51487"/>
                  <a:pt x="43132" y="51435"/>
                  <a:pt x="43003" y="51350"/>
                </a:cubicBezTo>
                <a:cubicBezTo>
                  <a:pt x="42895" y="51260"/>
                  <a:pt x="42949" y="51116"/>
                  <a:pt x="43147" y="50882"/>
                </a:cubicBezTo>
                <a:cubicBezTo>
                  <a:pt x="43634" y="50702"/>
                  <a:pt x="43976" y="50306"/>
                  <a:pt x="44102" y="49801"/>
                </a:cubicBezTo>
                <a:cubicBezTo>
                  <a:pt x="44159" y="49852"/>
                  <a:pt x="44216" y="49876"/>
                  <a:pt x="44275" y="49876"/>
                </a:cubicBezTo>
                <a:cubicBezTo>
                  <a:pt x="44381" y="49876"/>
                  <a:pt x="44489" y="49797"/>
                  <a:pt x="44606" y="49657"/>
                </a:cubicBezTo>
                <a:cubicBezTo>
                  <a:pt x="44696" y="49531"/>
                  <a:pt x="44786" y="49405"/>
                  <a:pt x="44858" y="49261"/>
                </a:cubicBezTo>
                <a:cubicBezTo>
                  <a:pt x="44930" y="49153"/>
                  <a:pt x="44984" y="49027"/>
                  <a:pt x="45056" y="48901"/>
                </a:cubicBezTo>
                <a:lnTo>
                  <a:pt x="45524" y="49225"/>
                </a:lnTo>
                <a:cubicBezTo>
                  <a:pt x="45686" y="48631"/>
                  <a:pt x="45416" y="48523"/>
                  <a:pt x="45380" y="48109"/>
                </a:cubicBezTo>
                <a:cubicBezTo>
                  <a:pt x="45626" y="47770"/>
                  <a:pt x="45902" y="47689"/>
                  <a:pt x="46174" y="47689"/>
                </a:cubicBezTo>
                <a:cubicBezTo>
                  <a:pt x="46320" y="47689"/>
                  <a:pt x="46465" y="47712"/>
                  <a:pt x="46604" y="47731"/>
                </a:cubicBezTo>
                <a:cubicBezTo>
                  <a:pt x="46802" y="47437"/>
                  <a:pt x="46760" y="47371"/>
                  <a:pt x="46635" y="47371"/>
                </a:cubicBezTo>
                <a:cubicBezTo>
                  <a:pt x="46532" y="47371"/>
                  <a:pt x="46375" y="47415"/>
                  <a:pt x="46247" y="47415"/>
                </a:cubicBezTo>
                <a:cubicBezTo>
                  <a:pt x="46061" y="47415"/>
                  <a:pt x="45937" y="47322"/>
                  <a:pt x="46136" y="46867"/>
                </a:cubicBezTo>
                <a:cubicBezTo>
                  <a:pt x="46424" y="46579"/>
                  <a:pt x="46622" y="46237"/>
                  <a:pt x="46730" y="45841"/>
                </a:cubicBezTo>
                <a:cubicBezTo>
                  <a:pt x="46838" y="45409"/>
                  <a:pt x="46928" y="44959"/>
                  <a:pt x="46982" y="44491"/>
                </a:cubicBezTo>
                <a:cubicBezTo>
                  <a:pt x="47094" y="44379"/>
                  <a:pt x="47167" y="44338"/>
                  <a:pt x="47217" y="44338"/>
                </a:cubicBezTo>
                <a:cubicBezTo>
                  <a:pt x="47351" y="44338"/>
                  <a:pt x="47320" y="44632"/>
                  <a:pt x="47435" y="44632"/>
                </a:cubicBezTo>
                <a:cubicBezTo>
                  <a:pt x="47449" y="44632"/>
                  <a:pt x="47466" y="44627"/>
                  <a:pt x="47486" y="44617"/>
                </a:cubicBezTo>
                <a:cubicBezTo>
                  <a:pt x="47432" y="44401"/>
                  <a:pt x="47378" y="44167"/>
                  <a:pt x="47306" y="43951"/>
                </a:cubicBezTo>
                <a:cubicBezTo>
                  <a:pt x="47331" y="43914"/>
                  <a:pt x="47359" y="43900"/>
                  <a:pt x="47388" y="43900"/>
                </a:cubicBezTo>
                <a:cubicBezTo>
                  <a:pt x="47443" y="43900"/>
                  <a:pt x="47498" y="43951"/>
                  <a:pt x="47522" y="43987"/>
                </a:cubicBezTo>
                <a:cubicBezTo>
                  <a:pt x="47558" y="43501"/>
                  <a:pt x="47018" y="43699"/>
                  <a:pt x="47162" y="42997"/>
                </a:cubicBezTo>
                <a:cubicBezTo>
                  <a:pt x="46928" y="42781"/>
                  <a:pt x="47288" y="42547"/>
                  <a:pt x="47666" y="42241"/>
                </a:cubicBezTo>
                <a:cubicBezTo>
                  <a:pt x="48044" y="41934"/>
                  <a:pt x="48422" y="41502"/>
                  <a:pt x="48260" y="40962"/>
                </a:cubicBezTo>
                <a:cubicBezTo>
                  <a:pt x="48295" y="40939"/>
                  <a:pt x="48325" y="40930"/>
                  <a:pt x="48354" y="40930"/>
                </a:cubicBezTo>
                <a:cubicBezTo>
                  <a:pt x="48503" y="40930"/>
                  <a:pt x="48585" y="41199"/>
                  <a:pt x="48782" y="41214"/>
                </a:cubicBezTo>
                <a:cubicBezTo>
                  <a:pt x="48800" y="40566"/>
                  <a:pt x="48782" y="40296"/>
                  <a:pt x="48764" y="40044"/>
                </a:cubicBezTo>
                <a:cubicBezTo>
                  <a:pt x="48728" y="39684"/>
                  <a:pt x="48656" y="39342"/>
                  <a:pt x="48566" y="39000"/>
                </a:cubicBezTo>
                <a:cubicBezTo>
                  <a:pt x="48782" y="38766"/>
                  <a:pt x="48980" y="38550"/>
                  <a:pt x="49178" y="38316"/>
                </a:cubicBezTo>
                <a:lnTo>
                  <a:pt x="49178" y="38316"/>
                </a:lnTo>
                <a:cubicBezTo>
                  <a:pt x="49068" y="38400"/>
                  <a:pt x="48970" y="38437"/>
                  <a:pt x="48882" y="38437"/>
                </a:cubicBezTo>
                <a:cubicBezTo>
                  <a:pt x="48498" y="38437"/>
                  <a:pt x="48313" y="37726"/>
                  <a:pt x="48152" y="37110"/>
                </a:cubicBezTo>
                <a:cubicBezTo>
                  <a:pt x="47936" y="37200"/>
                  <a:pt x="47720" y="37308"/>
                  <a:pt x="47540" y="37434"/>
                </a:cubicBezTo>
                <a:cubicBezTo>
                  <a:pt x="47540" y="37074"/>
                  <a:pt x="47558" y="36714"/>
                  <a:pt x="47558" y="36354"/>
                </a:cubicBezTo>
                <a:cubicBezTo>
                  <a:pt x="47584" y="36335"/>
                  <a:pt x="47611" y="36327"/>
                  <a:pt x="47640" y="36327"/>
                </a:cubicBezTo>
                <a:cubicBezTo>
                  <a:pt x="47751" y="36327"/>
                  <a:pt x="47883" y="36456"/>
                  <a:pt x="48026" y="36642"/>
                </a:cubicBezTo>
                <a:cubicBezTo>
                  <a:pt x="47990" y="36570"/>
                  <a:pt x="47972" y="36498"/>
                  <a:pt x="47936" y="36426"/>
                </a:cubicBezTo>
                <a:cubicBezTo>
                  <a:pt x="48027" y="36335"/>
                  <a:pt x="48114" y="36297"/>
                  <a:pt x="48198" y="36297"/>
                </a:cubicBezTo>
                <a:cubicBezTo>
                  <a:pt x="48399" y="36297"/>
                  <a:pt x="48581" y="36514"/>
                  <a:pt x="48746" y="36768"/>
                </a:cubicBezTo>
                <a:cubicBezTo>
                  <a:pt x="48602" y="36858"/>
                  <a:pt x="48440" y="36948"/>
                  <a:pt x="48296" y="37020"/>
                </a:cubicBezTo>
                <a:cubicBezTo>
                  <a:pt x="48548" y="37380"/>
                  <a:pt x="48854" y="37740"/>
                  <a:pt x="49178" y="37776"/>
                </a:cubicBezTo>
                <a:cubicBezTo>
                  <a:pt x="49142" y="37650"/>
                  <a:pt x="49124" y="37524"/>
                  <a:pt x="49142" y="37398"/>
                </a:cubicBezTo>
                <a:lnTo>
                  <a:pt x="49142" y="37398"/>
                </a:lnTo>
                <a:cubicBezTo>
                  <a:pt x="49207" y="37479"/>
                  <a:pt x="49271" y="37545"/>
                  <a:pt x="49323" y="37545"/>
                </a:cubicBezTo>
                <a:cubicBezTo>
                  <a:pt x="49329" y="37545"/>
                  <a:pt x="49335" y="37544"/>
                  <a:pt x="49340" y="37542"/>
                </a:cubicBezTo>
                <a:cubicBezTo>
                  <a:pt x="49412" y="37524"/>
                  <a:pt x="49322" y="37380"/>
                  <a:pt x="49250" y="37164"/>
                </a:cubicBezTo>
                <a:lnTo>
                  <a:pt x="49934" y="37110"/>
                </a:lnTo>
                <a:lnTo>
                  <a:pt x="49700" y="36984"/>
                </a:lnTo>
                <a:lnTo>
                  <a:pt x="50474" y="35706"/>
                </a:lnTo>
                <a:cubicBezTo>
                  <a:pt x="50312" y="35130"/>
                  <a:pt x="50024" y="34572"/>
                  <a:pt x="49808" y="33959"/>
                </a:cubicBezTo>
                <a:cubicBezTo>
                  <a:pt x="49556" y="33293"/>
                  <a:pt x="49430" y="32591"/>
                  <a:pt x="49430" y="31889"/>
                </a:cubicBezTo>
                <a:lnTo>
                  <a:pt x="49430" y="31889"/>
                </a:lnTo>
                <a:cubicBezTo>
                  <a:pt x="49666" y="32167"/>
                  <a:pt x="49882" y="32191"/>
                  <a:pt x="50136" y="32191"/>
                </a:cubicBezTo>
                <a:cubicBezTo>
                  <a:pt x="50188" y="32191"/>
                  <a:pt x="50242" y="32190"/>
                  <a:pt x="50298" y="32190"/>
                </a:cubicBezTo>
                <a:cubicBezTo>
                  <a:pt x="50428" y="32190"/>
                  <a:pt x="50569" y="32196"/>
                  <a:pt x="50726" y="32231"/>
                </a:cubicBezTo>
                <a:cubicBezTo>
                  <a:pt x="50047" y="32553"/>
                  <a:pt x="50718" y="33515"/>
                  <a:pt x="50409" y="34304"/>
                </a:cubicBezTo>
                <a:lnTo>
                  <a:pt x="50409" y="34304"/>
                </a:lnTo>
                <a:cubicBezTo>
                  <a:pt x="50487" y="34112"/>
                  <a:pt x="50581" y="34047"/>
                  <a:pt x="50666" y="34047"/>
                </a:cubicBezTo>
                <a:cubicBezTo>
                  <a:pt x="50755" y="34047"/>
                  <a:pt x="50834" y="34120"/>
                  <a:pt x="50870" y="34194"/>
                </a:cubicBezTo>
                <a:cubicBezTo>
                  <a:pt x="50816" y="33653"/>
                  <a:pt x="50744" y="33131"/>
                  <a:pt x="50672" y="32609"/>
                </a:cubicBezTo>
                <a:lnTo>
                  <a:pt x="50672" y="32609"/>
                </a:lnTo>
                <a:cubicBezTo>
                  <a:pt x="50733" y="32626"/>
                  <a:pt x="50785" y="32634"/>
                  <a:pt x="50829" y="32634"/>
                </a:cubicBezTo>
                <a:cubicBezTo>
                  <a:pt x="51113" y="32634"/>
                  <a:pt x="51102" y="32311"/>
                  <a:pt x="51320" y="32015"/>
                </a:cubicBezTo>
                <a:lnTo>
                  <a:pt x="51320" y="32015"/>
                </a:lnTo>
                <a:cubicBezTo>
                  <a:pt x="51282" y="32020"/>
                  <a:pt x="51247" y="32022"/>
                  <a:pt x="51214" y="32022"/>
                </a:cubicBezTo>
                <a:cubicBezTo>
                  <a:pt x="50838" y="32022"/>
                  <a:pt x="50762" y="31749"/>
                  <a:pt x="50762" y="31385"/>
                </a:cubicBezTo>
                <a:cubicBezTo>
                  <a:pt x="50744" y="30971"/>
                  <a:pt x="50834" y="30485"/>
                  <a:pt x="50762" y="30161"/>
                </a:cubicBezTo>
                <a:cubicBezTo>
                  <a:pt x="51050" y="30161"/>
                  <a:pt x="51338" y="30359"/>
                  <a:pt x="51158" y="31079"/>
                </a:cubicBezTo>
                <a:cubicBezTo>
                  <a:pt x="51555" y="30737"/>
                  <a:pt x="51338" y="30431"/>
                  <a:pt x="51104" y="30125"/>
                </a:cubicBezTo>
                <a:cubicBezTo>
                  <a:pt x="50870" y="29819"/>
                  <a:pt x="50618" y="29531"/>
                  <a:pt x="50942" y="29171"/>
                </a:cubicBezTo>
                <a:lnTo>
                  <a:pt x="50942" y="29171"/>
                </a:lnTo>
                <a:cubicBezTo>
                  <a:pt x="50924" y="29351"/>
                  <a:pt x="50870" y="29441"/>
                  <a:pt x="51014" y="29531"/>
                </a:cubicBezTo>
                <a:cubicBezTo>
                  <a:pt x="50822" y="29130"/>
                  <a:pt x="51072" y="28302"/>
                  <a:pt x="51294" y="28302"/>
                </a:cubicBezTo>
                <a:cubicBezTo>
                  <a:pt x="51322" y="28302"/>
                  <a:pt x="51349" y="28315"/>
                  <a:pt x="51374" y="28343"/>
                </a:cubicBezTo>
                <a:lnTo>
                  <a:pt x="51356" y="28541"/>
                </a:lnTo>
                <a:cubicBezTo>
                  <a:pt x="51501" y="27767"/>
                  <a:pt x="51555" y="26993"/>
                  <a:pt x="51519" y="26219"/>
                </a:cubicBezTo>
                <a:cubicBezTo>
                  <a:pt x="51446" y="25426"/>
                  <a:pt x="51248" y="24760"/>
                  <a:pt x="50870" y="24670"/>
                </a:cubicBezTo>
                <a:lnTo>
                  <a:pt x="50870" y="24670"/>
                </a:lnTo>
                <a:cubicBezTo>
                  <a:pt x="51230" y="24706"/>
                  <a:pt x="51573" y="24796"/>
                  <a:pt x="51915" y="24904"/>
                </a:cubicBezTo>
                <a:cubicBezTo>
                  <a:pt x="51086" y="24148"/>
                  <a:pt x="50222" y="23428"/>
                  <a:pt x="49358" y="22762"/>
                </a:cubicBezTo>
                <a:lnTo>
                  <a:pt x="49358" y="22762"/>
                </a:lnTo>
                <a:cubicBezTo>
                  <a:pt x="49437" y="22783"/>
                  <a:pt x="49529" y="22792"/>
                  <a:pt x="49629" y="22792"/>
                </a:cubicBezTo>
                <a:cubicBezTo>
                  <a:pt x="50014" y="22792"/>
                  <a:pt x="50531" y="22668"/>
                  <a:pt x="50987" y="22668"/>
                </a:cubicBezTo>
                <a:cubicBezTo>
                  <a:pt x="51419" y="22668"/>
                  <a:pt x="51796" y="22779"/>
                  <a:pt x="51951" y="23212"/>
                </a:cubicBezTo>
                <a:cubicBezTo>
                  <a:pt x="52113" y="22798"/>
                  <a:pt x="52113" y="22348"/>
                  <a:pt x="51915" y="21952"/>
                </a:cubicBezTo>
                <a:cubicBezTo>
                  <a:pt x="51850" y="22094"/>
                  <a:pt x="51395" y="22292"/>
                  <a:pt x="51117" y="22292"/>
                </a:cubicBezTo>
                <a:cubicBezTo>
                  <a:pt x="51008" y="22292"/>
                  <a:pt x="50927" y="22262"/>
                  <a:pt x="50906" y="22186"/>
                </a:cubicBezTo>
                <a:cubicBezTo>
                  <a:pt x="51615" y="21460"/>
                  <a:pt x="51295" y="21675"/>
                  <a:pt x="51851" y="20790"/>
                </a:cubicBezTo>
                <a:lnTo>
                  <a:pt x="51851" y="20790"/>
                </a:lnTo>
                <a:cubicBezTo>
                  <a:pt x="51799" y="20847"/>
                  <a:pt x="51704" y="20873"/>
                  <a:pt x="51589" y="20873"/>
                </a:cubicBezTo>
                <a:cubicBezTo>
                  <a:pt x="51238" y="20873"/>
                  <a:pt x="50708" y="20634"/>
                  <a:pt x="50708" y="20314"/>
                </a:cubicBezTo>
                <a:lnTo>
                  <a:pt x="50708" y="20314"/>
                </a:lnTo>
                <a:cubicBezTo>
                  <a:pt x="50738" y="20327"/>
                  <a:pt x="50792" y="20332"/>
                  <a:pt x="50860" y="20332"/>
                </a:cubicBezTo>
                <a:cubicBezTo>
                  <a:pt x="51029" y="20332"/>
                  <a:pt x="51288" y="20303"/>
                  <a:pt x="51499" y="20303"/>
                </a:cubicBezTo>
                <a:cubicBezTo>
                  <a:pt x="51639" y="20303"/>
                  <a:pt x="51757" y="20315"/>
                  <a:pt x="51815" y="20357"/>
                </a:cubicBezTo>
                <a:lnTo>
                  <a:pt x="51815" y="20357"/>
                </a:lnTo>
                <a:cubicBezTo>
                  <a:pt x="51480" y="20006"/>
                  <a:pt x="51145" y="19670"/>
                  <a:pt x="50794" y="19335"/>
                </a:cubicBezTo>
                <a:lnTo>
                  <a:pt x="50794" y="19335"/>
                </a:lnTo>
                <a:cubicBezTo>
                  <a:pt x="50852" y="19377"/>
                  <a:pt x="50927" y="19395"/>
                  <a:pt x="51012" y="19395"/>
                </a:cubicBezTo>
                <a:cubicBezTo>
                  <a:pt x="51295" y="19395"/>
                  <a:pt x="51685" y="19189"/>
                  <a:pt x="51879" y="18982"/>
                </a:cubicBezTo>
                <a:lnTo>
                  <a:pt x="51879" y="18982"/>
                </a:lnTo>
                <a:cubicBezTo>
                  <a:pt x="51867" y="18990"/>
                  <a:pt x="51856" y="18993"/>
                  <a:pt x="51846" y="18993"/>
                </a:cubicBezTo>
                <a:cubicBezTo>
                  <a:pt x="51767" y="18993"/>
                  <a:pt x="51751" y="18750"/>
                  <a:pt x="51735" y="18478"/>
                </a:cubicBezTo>
                <a:cubicBezTo>
                  <a:pt x="51735" y="18190"/>
                  <a:pt x="51699" y="17901"/>
                  <a:pt x="51609" y="17631"/>
                </a:cubicBezTo>
                <a:cubicBezTo>
                  <a:pt x="51573" y="17811"/>
                  <a:pt x="51519" y="17992"/>
                  <a:pt x="51465" y="18172"/>
                </a:cubicBezTo>
                <a:cubicBezTo>
                  <a:pt x="51446" y="17487"/>
                  <a:pt x="51032" y="17199"/>
                  <a:pt x="50600" y="16947"/>
                </a:cubicBezTo>
                <a:cubicBezTo>
                  <a:pt x="50168" y="16695"/>
                  <a:pt x="49736" y="16479"/>
                  <a:pt x="49592" y="15867"/>
                </a:cubicBezTo>
                <a:lnTo>
                  <a:pt x="49592" y="15867"/>
                </a:lnTo>
                <a:cubicBezTo>
                  <a:pt x="49638" y="15883"/>
                  <a:pt x="49726" y="15893"/>
                  <a:pt x="49834" y="15893"/>
                </a:cubicBezTo>
                <a:cubicBezTo>
                  <a:pt x="50235" y="15893"/>
                  <a:pt x="50923" y="15750"/>
                  <a:pt x="50852" y="15183"/>
                </a:cubicBezTo>
                <a:cubicBezTo>
                  <a:pt x="50564" y="15111"/>
                  <a:pt x="49862" y="14967"/>
                  <a:pt x="49124" y="14787"/>
                </a:cubicBezTo>
                <a:cubicBezTo>
                  <a:pt x="48764" y="14715"/>
                  <a:pt x="48422" y="14625"/>
                  <a:pt x="48062" y="14499"/>
                </a:cubicBezTo>
                <a:cubicBezTo>
                  <a:pt x="47774" y="14427"/>
                  <a:pt x="47486" y="14283"/>
                  <a:pt x="47252" y="14103"/>
                </a:cubicBezTo>
                <a:cubicBezTo>
                  <a:pt x="47306" y="13995"/>
                  <a:pt x="47360" y="13887"/>
                  <a:pt x="47414" y="13779"/>
                </a:cubicBezTo>
                <a:cubicBezTo>
                  <a:pt x="47162" y="13617"/>
                  <a:pt x="46964" y="13455"/>
                  <a:pt x="46712" y="13311"/>
                </a:cubicBezTo>
                <a:cubicBezTo>
                  <a:pt x="46789" y="13306"/>
                  <a:pt x="46866" y="13304"/>
                  <a:pt x="46943" y="13304"/>
                </a:cubicBezTo>
                <a:cubicBezTo>
                  <a:pt x="47154" y="13304"/>
                  <a:pt x="47365" y="13321"/>
                  <a:pt x="47576" y="13347"/>
                </a:cubicBezTo>
                <a:cubicBezTo>
                  <a:pt x="47756" y="13365"/>
                  <a:pt x="47936" y="13401"/>
                  <a:pt x="48134" y="13437"/>
                </a:cubicBezTo>
                <a:cubicBezTo>
                  <a:pt x="48332" y="13473"/>
                  <a:pt x="48512" y="13509"/>
                  <a:pt x="48710" y="13563"/>
                </a:cubicBezTo>
                <a:cubicBezTo>
                  <a:pt x="49088" y="13671"/>
                  <a:pt x="49466" y="13797"/>
                  <a:pt x="49826" y="13977"/>
                </a:cubicBezTo>
                <a:cubicBezTo>
                  <a:pt x="50150" y="14103"/>
                  <a:pt x="50438" y="14265"/>
                  <a:pt x="50726" y="14463"/>
                </a:cubicBezTo>
                <a:cubicBezTo>
                  <a:pt x="50744" y="13869"/>
                  <a:pt x="50996" y="14193"/>
                  <a:pt x="50654" y="13437"/>
                </a:cubicBezTo>
                <a:cubicBezTo>
                  <a:pt x="50683" y="13348"/>
                  <a:pt x="50727" y="13312"/>
                  <a:pt x="50779" y="13312"/>
                </a:cubicBezTo>
                <a:cubicBezTo>
                  <a:pt x="50958" y="13312"/>
                  <a:pt x="51237" y="13742"/>
                  <a:pt x="51320" y="13923"/>
                </a:cubicBezTo>
                <a:cubicBezTo>
                  <a:pt x="51212" y="13599"/>
                  <a:pt x="51104" y="13275"/>
                  <a:pt x="50996" y="12951"/>
                </a:cubicBezTo>
                <a:lnTo>
                  <a:pt x="50600" y="12033"/>
                </a:lnTo>
                <a:cubicBezTo>
                  <a:pt x="50543" y="12077"/>
                  <a:pt x="50480" y="12096"/>
                  <a:pt x="50413" y="12096"/>
                </a:cubicBezTo>
                <a:cubicBezTo>
                  <a:pt x="50208" y="12096"/>
                  <a:pt x="49967" y="11917"/>
                  <a:pt x="49736" y="11727"/>
                </a:cubicBezTo>
                <a:cubicBezTo>
                  <a:pt x="49496" y="11553"/>
                  <a:pt x="49266" y="11390"/>
                  <a:pt x="49090" y="11390"/>
                </a:cubicBezTo>
                <a:cubicBezTo>
                  <a:pt x="49028" y="11390"/>
                  <a:pt x="48973" y="11410"/>
                  <a:pt x="48926" y="11457"/>
                </a:cubicBezTo>
                <a:cubicBezTo>
                  <a:pt x="49196" y="11655"/>
                  <a:pt x="49466" y="11889"/>
                  <a:pt x="49736" y="12123"/>
                </a:cubicBezTo>
                <a:cubicBezTo>
                  <a:pt x="50006" y="12375"/>
                  <a:pt x="50276" y="12627"/>
                  <a:pt x="50510" y="12897"/>
                </a:cubicBezTo>
                <a:cubicBezTo>
                  <a:pt x="50418" y="12956"/>
                  <a:pt x="50292" y="12984"/>
                  <a:pt x="50143" y="12984"/>
                </a:cubicBezTo>
                <a:cubicBezTo>
                  <a:pt x="49886" y="12984"/>
                  <a:pt x="49563" y="12901"/>
                  <a:pt x="49232" y="12753"/>
                </a:cubicBezTo>
                <a:cubicBezTo>
                  <a:pt x="48962" y="12645"/>
                  <a:pt x="48710" y="12501"/>
                  <a:pt x="48476" y="12303"/>
                </a:cubicBezTo>
                <a:cubicBezTo>
                  <a:pt x="48224" y="12141"/>
                  <a:pt x="48026" y="11907"/>
                  <a:pt x="47864" y="11655"/>
                </a:cubicBezTo>
                <a:cubicBezTo>
                  <a:pt x="47864" y="11457"/>
                  <a:pt x="48116" y="11331"/>
                  <a:pt x="48386" y="11259"/>
                </a:cubicBezTo>
                <a:cubicBezTo>
                  <a:pt x="48602" y="11223"/>
                  <a:pt x="48818" y="11151"/>
                  <a:pt x="49016" y="11079"/>
                </a:cubicBezTo>
                <a:cubicBezTo>
                  <a:pt x="48764" y="11043"/>
                  <a:pt x="47954" y="10341"/>
                  <a:pt x="47990" y="10161"/>
                </a:cubicBezTo>
                <a:lnTo>
                  <a:pt x="47990" y="10161"/>
                </a:lnTo>
                <a:cubicBezTo>
                  <a:pt x="48188" y="10215"/>
                  <a:pt x="48386" y="10305"/>
                  <a:pt x="48584" y="10377"/>
                </a:cubicBezTo>
                <a:cubicBezTo>
                  <a:pt x="48512" y="10215"/>
                  <a:pt x="48404" y="10089"/>
                  <a:pt x="48242" y="9999"/>
                </a:cubicBezTo>
                <a:cubicBezTo>
                  <a:pt x="48098" y="9927"/>
                  <a:pt x="47936" y="9855"/>
                  <a:pt x="47774" y="9800"/>
                </a:cubicBezTo>
                <a:cubicBezTo>
                  <a:pt x="47612" y="9746"/>
                  <a:pt x="47450" y="9656"/>
                  <a:pt x="47324" y="9548"/>
                </a:cubicBezTo>
                <a:cubicBezTo>
                  <a:pt x="47180" y="9404"/>
                  <a:pt x="47072" y="9224"/>
                  <a:pt x="47054" y="9008"/>
                </a:cubicBezTo>
                <a:cubicBezTo>
                  <a:pt x="46892" y="8798"/>
                  <a:pt x="46934" y="8022"/>
                  <a:pt x="46749" y="8022"/>
                </a:cubicBezTo>
                <a:cubicBezTo>
                  <a:pt x="46727" y="8022"/>
                  <a:pt x="46703" y="8032"/>
                  <a:pt x="46676" y="8054"/>
                </a:cubicBezTo>
                <a:cubicBezTo>
                  <a:pt x="46568" y="8900"/>
                  <a:pt x="45110" y="10485"/>
                  <a:pt x="44552" y="10665"/>
                </a:cubicBezTo>
                <a:cubicBezTo>
                  <a:pt x="44534" y="10611"/>
                  <a:pt x="44426" y="10269"/>
                  <a:pt x="44264" y="9873"/>
                </a:cubicBezTo>
                <a:cubicBezTo>
                  <a:pt x="44120" y="9530"/>
                  <a:pt x="44030" y="9170"/>
                  <a:pt x="43958" y="8810"/>
                </a:cubicBezTo>
                <a:cubicBezTo>
                  <a:pt x="43958" y="8450"/>
                  <a:pt x="44300" y="8306"/>
                  <a:pt x="44642" y="8180"/>
                </a:cubicBezTo>
                <a:cubicBezTo>
                  <a:pt x="44984" y="8054"/>
                  <a:pt x="45308" y="7964"/>
                  <a:pt x="45308" y="7640"/>
                </a:cubicBezTo>
                <a:lnTo>
                  <a:pt x="45308" y="7640"/>
                </a:lnTo>
                <a:cubicBezTo>
                  <a:pt x="45174" y="7707"/>
                  <a:pt x="45031" y="7744"/>
                  <a:pt x="44885" y="7744"/>
                </a:cubicBezTo>
                <a:cubicBezTo>
                  <a:pt x="44834" y="7744"/>
                  <a:pt x="44783" y="7740"/>
                  <a:pt x="44732" y="7730"/>
                </a:cubicBezTo>
                <a:cubicBezTo>
                  <a:pt x="44606" y="7442"/>
                  <a:pt x="45164" y="7424"/>
                  <a:pt x="44606" y="7064"/>
                </a:cubicBezTo>
                <a:cubicBezTo>
                  <a:pt x="44535" y="7127"/>
                  <a:pt x="44463" y="7151"/>
                  <a:pt x="44394" y="7151"/>
                </a:cubicBezTo>
                <a:cubicBezTo>
                  <a:pt x="44146" y="7151"/>
                  <a:pt x="43927" y="6843"/>
                  <a:pt x="43891" y="6843"/>
                </a:cubicBezTo>
                <a:cubicBezTo>
                  <a:pt x="43871" y="6843"/>
                  <a:pt x="43912" y="6948"/>
                  <a:pt x="44048" y="7280"/>
                </a:cubicBezTo>
                <a:cubicBezTo>
                  <a:pt x="43453" y="7046"/>
                  <a:pt x="43598" y="6776"/>
                  <a:pt x="43003" y="6380"/>
                </a:cubicBezTo>
                <a:cubicBezTo>
                  <a:pt x="42962" y="6728"/>
                  <a:pt x="42200" y="6968"/>
                  <a:pt x="41582" y="6968"/>
                </a:cubicBezTo>
                <a:cubicBezTo>
                  <a:pt x="41400" y="6968"/>
                  <a:pt x="41230" y="6947"/>
                  <a:pt x="41095" y="6902"/>
                </a:cubicBezTo>
                <a:cubicBezTo>
                  <a:pt x="41185" y="6758"/>
                  <a:pt x="41239" y="6596"/>
                  <a:pt x="41221" y="6434"/>
                </a:cubicBezTo>
                <a:cubicBezTo>
                  <a:pt x="40231" y="5696"/>
                  <a:pt x="39817" y="5102"/>
                  <a:pt x="38863" y="4454"/>
                </a:cubicBezTo>
                <a:cubicBezTo>
                  <a:pt x="38863" y="4274"/>
                  <a:pt x="38485" y="3824"/>
                  <a:pt x="38827" y="3734"/>
                </a:cubicBezTo>
                <a:cubicBezTo>
                  <a:pt x="38728" y="3734"/>
                  <a:pt x="38615" y="3756"/>
                  <a:pt x="38489" y="3756"/>
                </a:cubicBezTo>
                <a:cubicBezTo>
                  <a:pt x="38363" y="3756"/>
                  <a:pt x="38224" y="3734"/>
                  <a:pt x="38071" y="3644"/>
                </a:cubicBezTo>
                <a:cubicBezTo>
                  <a:pt x="37988" y="3405"/>
                  <a:pt x="38012" y="3334"/>
                  <a:pt x="38087" y="3334"/>
                </a:cubicBezTo>
                <a:cubicBezTo>
                  <a:pt x="38199" y="3334"/>
                  <a:pt x="38422" y="3492"/>
                  <a:pt x="38567" y="3492"/>
                </a:cubicBezTo>
                <a:cubicBezTo>
                  <a:pt x="38664" y="3492"/>
                  <a:pt x="38726" y="3423"/>
                  <a:pt x="38701" y="3194"/>
                </a:cubicBezTo>
                <a:lnTo>
                  <a:pt x="38701" y="3194"/>
                </a:lnTo>
                <a:cubicBezTo>
                  <a:pt x="38639" y="3265"/>
                  <a:pt x="38537" y="3292"/>
                  <a:pt x="38410" y="3292"/>
                </a:cubicBezTo>
                <a:cubicBezTo>
                  <a:pt x="38057" y="3292"/>
                  <a:pt x="37509" y="3080"/>
                  <a:pt x="37099" y="3014"/>
                </a:cubicBezTo>
                <a:lnTo>
                  <a:pt x="37099" y="3014"/>
                </a:lnTo>
                <a:cubicBezTo>
                  <a:pt x="36937" y="3572"/>
                  <a:pt x="38035" y="3734"/>
                  <a:pt x="38575" y="3824"/>
                </a:cubicBezTo>
                <a:cubicBezTo>
                  <a:pt x="38299" y="4256"/>
                  <a:pt x="37695" y="4480"/>
                  <a:pt x="36965" y="4480"/>
                </a:cubicBezTo>
                <a:cubicBezTo>
                  <a:pt x="36601" y="4480"/>
                  <a:pt x="36205" y="4424"/>
                  <a:pt x="35803" y="4310"/>
                </a:cubicBezTo>
                <a:cubicBezTo>
                  <a:pt x="34928" y="3995"/>
                  <a:pt x="35668" y="3697"/>
                  <a:pt x="35529" y="3697"/>
                </a:cubicBezTo>
                <a:cubicBezTo>
                  <a:pt x="35525" y="3697"/>
                  <a:pt x="35520" y="3697"/>
                  <a:pt x="35514" y="3698"/>
                </a:cubicBezTo>
                <a:cubicBezTo>
                  <a:pt x="35172" y="3421"/>
                  <a:pt x="34753" y="3280"/>
                  <a:pt x="34328" y="3280"/>
                </a:cubicBezTo>
                <a:cubicBezTo>
                  <a:pt x="34171" y="3280"/>
                  <a:pt x="34013" y="3299"/>
                  <a:pt x="33858" y="3338"/>
                </a:cubicBezTo>
                <a:cubicBezTo>
                  <a:pt x="33722" y="3366"/>
                  <a:pt x="33592" y="3389"/>
                  <a:pt x="33463" y="3389"/>
                </a:cubicBezTo>
                <a:cubicBezTo>
                  <a:pt x="33184" y="3389"/>
                  <a:pt x="32907" y="3281"/>
                  <a:pt x="32562" y="2888"/>
                </a:cubicBezTo>
                <a:cubicBezTo>
                  <a:pt x="32274" y="2204"/>
                  <a:pt x="32994" y="2024"/>
                  <a:pt x="33048" y="1663"/>
                </a:cubicBezTo>
                <a:cubicBezTo>
                  <a:pt x="33354" y="1735"/>
                  <a:pt x="33642" y="1934"/>
                  <a:pt x="33840" y="2186"/>
                </a:cubicBezTo>
                <a:cubicBezTo>
                  <a:pt x="33984" y="2402"/>
                  <a:pt x="34182" y="2582"/>
                  <a:pt x="34398" y="2744"/>
                </a:cubicBezTo>
                <a:cubicBezTo>
                  <a:pt x="34254" y="2564"/>
                  <a:pt x="34110" y="2402"/>
                  <a:pt x="33948" y="2222"/>
                </a:cubicBezTo>
                <a:cubicBezTo>
                  <a:pt x="33963" y="2221"/>
                  <a:pt x="33978" y="2220"/>
                  <a:pt x="33994" y="2220"/>
                </a:cubicBezTo>
                <a:cubicBezTo>
                  <a:pt x="34288" y="2220"/>
                  <a:pt x="34767" y="2378"/>
                  <a:pt x="34920" y="2618"/>
                </a:cubicBezTo>
                <a:cubicBezTo>
                  <a:pt x="34830" y="2312"/>
                  <a:pt x="34182" y="1898"/>
                  <a:pt x="33408" y="1483"/>
                </a:cubicBezTo>
                <a:cubicBezTo>
                  <a:pt x="32652" y="1051"/>
                  <a:pt x="31770" y="601"/>
                  <a:pt x="31212" y="151"/>
                </a:cubicBezTo>
                <a:cubicBezTo>
                  <a:pt x="30924" y="187"/>
                  <a:pt x="30456" y="187"/>
                  <a:pt x="30564" y="439"/>
                </a:cubicBezTo>
                <a:lnTo>
                  <a:pt x="30996" y="547"/>
                </a:lnTo>
                <a:cubicBezTo>
                  <a:pt x="31194" y="1069"/>
                  <a:pt x="30042" y="727"/>
                  <a:pt x="30474" y="1105"/>
                </a:cubicBezTo>
                <a:cubicBezTo>
                  <a:pt x="30186" y="1105"/>
                  <a:pt x="29884" y="1162"/>
                  <a:pt x="29580" y="1162"/>
                </a:cubicBezTo>
                <a:cubicBezTo>
                  <a:pt x="29542" y="1162"/>
                  <a:pt x="29504" y="1161"/>
                  <a:pt x="29466" y="1159"/>
                </a:cubicBezTo>
                <a:cubicBezTo>
                  <a:pt x="29088" y="1159"/>
                  <a:pt x="28746" y="1051"/>
                  <a:pt x="28440" y="853"/>
                </a:cubicBezTo>
                <a:lnTo>
                  <a:pt x="28457" y="292"/>
                </a:lnTo>
                <a:lnTo>
                  <a:pt x="28457" y="292"/>
                </a:lnTo>
                <a:cubicBezTo>
                  <a:pt x="28464" y="440"/>
                  <a:pt x="28782" y="684"/>
                  <a:pt x="29037" y="684"/>
                </a:cubicBezTo>
                <a:cubicBezTo>
                  <a:pt x="29064" y="684"/>
                  <a:pt x="29091" y="681"/>
                  <a:pt x="29117" y="675"/>
                </a:cubicBezTo>
                <a:lnTo>
                  <a:pt x="29117" y="675"/>
                </a:lnTo>
                <a:cubicBezTo>
                  <a:pt x="29102" y="679"/>
                  <a:pt x="29086" y="680"/>
                  <a:pt x="29071" y="680"/>
                </a:cubicBezTo>
                <a:cubicBezTo>
                  <a:pt x="28884" y="680"/>
                  <a:pt x="28669" y="438"/>
                  <a:pt x="28440" y="241"/>
                </a:cubicBezTo>
                <a:cubicBezTo>
                  <a:pt x="28287" y="111"/>
                  <a:pt x="28122" y="0"/>
                  <a:pt x="27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6" name="Google Shape;5856;p64"/>
          <p:cNvGrpSpPr/>
          <p:nvPr/>
        </p:nvGrpSpPr>
        <p:grpSpPr>
          <a:xfrm>
            <a:off x="7682118" y="-2941403"/>
            <a:ext cx="1461870" cy="4788712"/>
            <a:chOff x="4570175" y="1970200"/>
            <a:chExt cx="674450" cy="2209325"/>
          </a:xfrm>
        </p:grpSpPr>
        <p:sp>
          <p:nvSpPr>
            <p:cNvPr id="5857" name="Google Shape;5857;p64"/>
            <p:cNvSpPr/>
            <p:nvPr/>
          </p:nvSpPr>
          <p:spPr>
            <a:xfrm>
              <a:off x="4731325" y="3915650"/>
              <a:ext cx="1500" cy="2125"/>
            </a:xfrm>
            <a:custGeom>
              <a:rect b="b" l="l" r="r" t="t"/>
              <a:pathLst>
                <a:path extrusionOk="0" h="85" w="60">
                  <a:moveTo>
                    <a:pt x="60" y="0"/>
                  </a:moveTo>
                  <a:lnTo>
                    <a:pt x="60" y="0"/>
                  </a:lnTo>
                  <a:cubicBezTo>
                    <a:pt x="34" y="34"/>
                    <a:pt x="9" y="68"/>
                    <a:pt x="0" y="85"/>
                  </a:cubicBezTo>
                  <a:lnTo>
                    <a:pt x="6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4"/>
            <p:cNvSpPr/>
            <p:nvPr/>
          </p:nvSpPr>
          <p:spPr>
            <a:xfrm>
              <a:off x="4707625" y="3948625"/>
              <a:ext cx="250" cy="450"/>
            </a:xfrm>
            <a:custGeom>
              <a:rect b="b" l="l" r="r" t="t"/>
              <a:pathLst>
                <a:path extrusionOk="0" h="18" w="10">
                  <a:moveTo>
                    <a:pt x="9" y="1"/>
                  </a:moveTo>
                  <a:lnTo>
                    <a:pt x="1" y="18"/>
                  </a:lnTo>
                  <a:lnTo>
                    <a:pt x="9" y="9"/>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4"/>
            <p:cNvSpPr/>
            <p:nvPr/>
          </p:nvSpPr>
          <p:spPr>
            <a:xfrm>
              <a:off x="4697475" y="3963425"/>
              <a:ext cx="3000" cy="4900"/>
            </a:xfrm>
            <a:custGeom>
              <a:rect b="b" l="l" r="r" t="t"/>
              <a:pathLst>
                <a:path extrusionOk="0" h="196" w="120">
                  <a:moveTo>
                    <a:pt x="119" y="1"/>
                  </a:moveTo>
                  <a:cubicBezTo>
                    <a:pt x="95" y="38"/>
                    <a:pt x="66" y="88"/>
                    <a:pt x="35" y="139"/>
                  </a:cubicBezTo>
                  <a:lnTo>
                    <a:pt x="35" y="139"/>
                  </a:lnTo>
                  <a:lnTo>
                    <a:pt x="119" y="1"/>
                  </a:lnTo>
                  <a:close/>
                  <a:moveTo>
                    <a:pt x="35" y="139"/>
                  </a:moveTo>
                  <a:lnTo>
                    <a:pt x="1" y="195"/>
                  </a:lnTo>
                  <a:cubicBezTo>
                    <a:pt x="12" y="177"/>
                    <a:pt x="24" y="158"/>
                    <a:pt x="35" y="13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4"/>
            <p:cNvSpPr/>
            <p:nvPr/>
          </p:nvSpPr>
          <p:spPr>
            <a:xfrm>
              <a:off x="4717150" y="3918175"/>
              <a:ext cx="1850" cy="3400"/>
            </a:xfrm>
            <a:custGeom>
              <a:rect b="b" l="l" r="r" t="t"/>
              <a:pathLst>
                <a:path extrusionOk="0" h="136" w="74">
                  <a:moveTo>
                    <a:pt x="73" y="1"/>
                  </a:moveTo>
                  <a:cubicBezTo>
                    <a:pt x="72" y="1"/>
                    <a:pt x="71" y="3"/>
                    <a:pt x="68" y="9"/>
                  </a:cubicBezTo>
                  <a:cubicBezTo>
                    <a:pt x="51" y="43"/>
                    <a:pt x="26" y="94"/>
                    <a:pt x="1" y="136"/>
                  </a:cubicBezTo>
                  <a:cubicBezTo>
                    <a:pt x="43" y="65"/>
                    <a:pt x="73" y="1"/>
                    <a:pt x="7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4"/>
            <p:cNvSpPr/>
            <p:nvPr/>
          </p:nvSpPr>
          <p:spPr>
            <a:xfrm>
              <a:off x="4715450" y="3921775"/>
              <a:ext cx="1725" cy="3200"/>
            </a:xfrm>
            <a:custGeom>
              <a:rect b="b" l="l" r="r" t="t"/>
              <a:pathLst>
                <a:path extrusionOk="0" h="128" w="69">
                  <a:moveTo>
                    <a:pt x="69" y="0"/>
                  </a:moveTo>
                  <a:lnTo>
                    <a:pt x="1" y="127"/>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4"/>
            <p:cNvSpPr/>
            <p:nvPr/>
          </p:nvSpPr>
          <p:spPr>
            <a:xfrm>
              <a:off x="4697475" y="3955400"/>
              <a:ext cx="675" cy="1075"/>
            </a:xfrm>
            <a:custGeom>
              <a:rect b="b" l="l" r="r" t="t"/>
              <a:pathLst>
                <a:path extrusionOk="0" h="43" w="27">
                  <a:moveTo>
                    <a:pt x="26" y="0"/>
                  </a:moveTo>
                  <a:lnTo>
                    <a:pt x="18" y="9"/>
                  </a:lnTo>
                  <a:lnTo>
                    <a:pt x="1" y="43"/>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4"/>
            <p:cNvSpPr/>
            <p:nvPr/>
          </p:nvSpPr>
          <p:spPr>
            <a:xfrm>
              <a:off x="4708700" y="3945250"/>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4"/>
            <p:cNvSpPr/>
            <p:nvPr/>
          </p:nvSpPr>
          <p:spPr>
            <a:xfrm>
              <a:off x="4698500" y="3954100"/>
              <a:ext cx="6550" cy="9675"/>
            </a:xfrm>
            <a:custGeom>
              <a:rect b="b" l="l" r="r" t="t"/>
              <a:pathLst>
                <a:path extrusionOk="0" h="387" w="262">
                  <a:moveTo>
                    <a:pt x="247" y="1"/>
                  </a:moveTo>
                  <a:cubicBezTo>
                    <a:pt x="245" y="1"/>
                    <a:pt x="237" y="9"/>
                    <a:pt x="222" y="27"/>
                  </a:cubicBezTo>
                  <a:cubicBezTo>
                    <a:pt x="159" y="137"/>
                    <a:pt x="1" y="387"/>
                    <a:pt x="20" y="387"/>
                  </a:cubicBezTo>
                  <a:cubicBezTo>
                    <a:pt x="22" y="387"/>
                    <a:pt x="24" y="385"/>
                    <a:pt x="28" y="382"/>
                  </a:cubicBezTo>
                  <a:cubicBezTo>
                    <a:pt x="13" y="375"/>
                    <a:pt x="262" y="1"/>
                    <a:pt x="24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4"/>
            <p:cNvSpPr/>
            <p:nvPr/>
          </p:nvSpPr>
          <p:spPr>
            <a:xfrm>
              <a:off x="4696425" y="3957725"/>
              <a:ext cx="5325" cy="8700"/>
            </a:xfrm>
            <a:custGeom>
              <a:rect b="b" l="l" r="r" t="t"/>
              <a:pathLst>
                <a:path extrusionOk="0" h="348" w="213">
                  <a:moveTo>
                    <a:pt x="212" y="0"/>
                  </a:moveTo>
                  <a:cubicBezTo>
                    <a:pt x="170" y="68"/>
                    <a:pt x="119" y="136"/>
                    <a:pt x="68" y="203"/>
                  </a:cubicBezTo>
                  <a:cubicBezTo>
                    <a:pt x="60" y="229"/>
                    <a:pt x="77" y="220"/>
                    <a:pt x="1" y="347"/>
                  </a:cubicBezTo>
                  <a:lnTo>
                    <a:pt x="21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4"/>
            <p:cNvSpPr/>
            <p:nvPr/>
          </p:nvSpPr>
          <p:spPr>
            <a:xfrm>
              <a:off x="4687125" y="3962175"/>
              <a:ext cx="4875" cy="7850"/>
            </a:xfrm>
            <a:custGeom>
              <a:rect b="b" l="l" r="r" t="t"/>
              <a:pathLst>
                <a:path extrusionOk="0" h="314" w="195">
                  <a:moveTo>
                    <a:pt x="195" y="0"/>
                  </a:moveTo>
                  <a:lnTo>
                    <a:pt x="178" y="25"/>
                  </a:lnTo>
                  <a:lnTo>
                    <a:pt x="0" y="313"/>
                  </a:lnTo>
                  <a:lnTo>
                    <a:pt x="26" y="288"/>
                  </a:lnTo>
                  <a:lnTo>
                    <a:pt x="19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4"/>
            <p:cNvSpPr/>
            <p:nvPr/>
          </p:nvSpPr>
          <p:spPr>
            <a:xfrm>
              <a:off x="4579900" y="3980350"/>
              <a:ext cx="225" cy="1075"/>
            </a:xfrm>
            <a:custGeom>
              <a:rect b="b" l="l" r="r" t="t"/>
              <a:pathLst>
                <a:path extrusionOk="0" h="43" w="9">
                  <a:moveTo>
                    <a:pt x="0" y="1"/>
                  </a:moveTo>
                  <a:cubicBezTo>
                    <a:pt x="0" y="34"/>
                    <a:pt x="0" y="43"/>
                    <a:pt x="9" y="43"/>
                  </a:cubicBezTo>
                  <a:cubicBezTo>
                    <a:pt x="9" y="26"/>
                    <a:pt x="0" y="18"/>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4"/>
            <p:cNvSpPr/>
            <p:nvPr/>
          </p:nvSpPr>
          <p:spPr>
            <a:xfrm>
              <a:off x="4625800" y="4026875"/>
              <a:ext cx="32800" cy="50775"/>
            </a:xfrm>
            <a:custGeom>
              <a:rect b="b" l="l" r="r" t="t"/>
              <a:pathLst>
                <a:path extrusionOk="0" h="2031" w="1312">
                  <a:moveTo>
                    <a:pt x="1311" y="1"/>
                  </a:moveTo>
                  <a:cubicBezTo>
                    <a:pt x="1276" y="55"/>
                    <a:pt x="1247" y="101"/>
                    <a:pt x="1221" y="141"/>
                  </a:cubicBezTo>
                  <a:lnTo>
                    <a:pt x="1221" y="141"/>
                  </a:lnTo>
                  <a:cubicBezTo>
                    <a:pt x="1264" y="85"/>
                    <a:pt x="1290" y="43"/>
                    <a:pt x="1311" y="1"/>
                  </a:cubicBezTo>
                  <a:close/>
                  <a:moveTo>
                    <a:pt x="1221" y="141"/>
                  </a:moveTo>
                  <a:lnTo>
                    <a:pt x="1221" y="141"/>
                  </a:lnTo>
                  <a:cubicBezTo>
                    <a:pt x="1213" y="153"/>
                    <a:pt x="1203" y="165"/>
                    <a:pt x="1193" y="178"/>
                  </a:cubicBezTo>
                  <a:cubicBezTo>
                    <a:pt x="1110" y="317"/>
                    <a:pt x="1015" y="433"/>
                    <a:pt x="1002" y="433"/>
                  </a:cubicBezTo>
                  <a:cubicBezTo>
                    <a:pt x="1000" y="433"/>
                    <a:pt x="1001" y="427"/>
                    <a:pt x="1007" y="415"/>
                  </a:cubicBezTo>
                  <a:lnTo>
                    <a:pt x="1007" y="415"/>
                  </a:lnTo>
                  <a:cubicBezTo>
                    <a:pt x="795" y="770"/>
                    <a:pt x="770" y="762"/>
                    <a:pt x="770" y="830"/>
                  </a:cubicBezTo>
                  <a:cubicBezTo>
                    <a:pt x="678" y="986"/>
                    <a:pt x="565" y="1138"/>
                    <a:pt x="555" y="1138"/>
                  </a:cubicBezTo>
                  <a:cubicBezTo>
                    <a:pt x="550" y="1138"/>
                    <a:pt x="567" y="1105"/>
                    <a:pt x="618" y="1024"/>
                  </a:cubicBezTo>
                  <a:lnTo>
                    <a:pt x="618" y="1024"/>
                  </a:lnTo>
                  <a:lnTo>
                    <a:pt x="203" y="1667"/>
                  </a:lnTo>
                  <a:lnTo>
                    <a:pt x="465" y="1295"/>
                  </a:lnTo>
                  <a:lnTo>
                    <a:pt x="465" y="1295"/>
                  </a:lnTo>
                  <a:cubicBezTo>
                    <a:pt x="423" y="1413"/>
                    <a:pt x="42" y="1887"/>
                    <a:pt x="0" y="2031"/>
                  </a:cubicBezTo>
                  <a:lnTo>
                    <a:pt x="457" y="1346"/>
                  </a:lnTo>
                  <a:lnTo>
                    <a:pt x="440" y="1388"/>
                  </a:lnTo>
                  <a:cubicBezTo>
                    <a:pt x="542" y="1219"/>
                    <a:pt x="753" y="923"/>
                    <a:pt x="829" y="821"/>
                  </a:cubicBezTo>
                  <a:lnTo>
                    <a:pt x="829" y="821"/>
                  </a:lnTo>
                  <a:cubicBezTo>
                    <a:pt x="821" y="838"/>
                    <a:pt x="829" y="830"/>
                    <a:pt x="753" y="957"/>
                  </a:cubicBezTo>
                  <a:cubicBezTo>
                    <a:pt x="1268" y="191"/>
                    <a:pt x="919" y="623"/>
                    <a:pt x="1221" y="14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4"/>
            <p:cNvSpPr/>
            <p:nvPr/>
          </p:nvSpPr>
          <p:spPr>
            <a:xfrm>
              <a:off x="4658775" y="3982875"/>
              <a:ext cx="28825" cy="48250"/>
            </a:xfrm>
            <a:custGeom>
              <a:rect b="b" l="l" r="r" t="t"/>
              <a:pathLst>
                <a:path extrusionOk="0" h="1930" w="1153">
                  <a:moveTo>
                    <a:pt x="1129" y="0"/>
                  </a:moveTo>
                  <a:cubicBezTo>
                    <a:pt x="1127" y="0"/>
                    <a:pt x="1120" y="6"/>
                    <a:pt x="1109" y="18"/>
                  </a:cubicBezTo>
                  <a:cubicBezTo>
                    <a:pt x="864" y="416"/>
                    <a:pt x="813" y="466"/>
                    <a:pt x="686" y="720"/>
                  </a:cubicBezTo>
                  <a:cubicBezTo>
                    <a:pt x="449" y="1075"/>
                    <a:pt x="272" y="1329"/>
                    <a:pt x="153" y="1490"/>
                  </a:cubicBezTo>
                  <a:cubicBezTo>
                    <a:pt x="85" y="1591"/>
                    <a:pt x="94" y="1617"/>
                    <a:pt x="9" y="1752"/>
                  </a:cubicBezTo>
                  <a:cubicBezTo>
                    <a:pt x="26" y="1727"/>
                    <a:pt x="43" y="1701"/>
                    <a:pt x="68" y="1659"/>
                  </a:cubicBezTo>
                  <a:lnTo>
                    <a:pt x="111" y="1676"/>
                  </a:lnTo>
                  <a:cubicBezTo>
                    <a:pt x="178" y="1558"/>
                    <a:pt x="255" y="1456"/>
                    <a:pt x="339" y="1329"/>
                  </a:cubicBezTo>
                  <a:lnTo>
                    <a:pt x="339" y="1329"/>
                  </a:lnTo>
                  <a:cubicBezTo>
                    <a:pt x="229" y="1532"/>
                    <a:pt x="111" y="1727"/>
                    <a:pt x="1" y="1930"/>
                  </a:cubicBezTo>
                  <a:cubicBezTo>
                    <a:pt x="119" y="1786"/>
                    <a:pt x="238" y="1634"/>
                    <a:pt x="339" y="1481"/>
                  </a:cubicBezTo>
                  <a:cubicBezTo>
                    <a:pt x="466" y="1287"/>
                    <a:pt x="593" y="1092"/>
                    <a:pt x="669" y="982"/>
                  </a:cubicBezTo>
                  <a:lnTo>
                    <a:pt x="669" y="982"/>
                  </a:lnTo>
                  <a:cubicBezTo>
                    <a:pt x="619" y="1043"/>
                    <a:pt x="600" y="1061"/>
                    <a:pt x="594" y="1061"/>
                  </a:cubicBezTo>
                  <a:cubicBezTo>
                    <a:pt x="586" y="1061"/>
                    <a:pt x="612" y="1017"/>
                    <a:pt x="608" y="1017"/>
                  </a:cubicBezTo>
                  <a:lnTo>
                    <a:pt x="608" y="1017"/>
                  </a:lnTo>
                  <a:cubicBezTo>
                    <a:pt x="604" y="1017"/>
                    <a:pt x="566" y="1068"/>
                    <a:pt x="415" y="1278"/>
                  </a:cubicBezTo>
                  <a:lnTo>
                    <a:pt x="576" y="957"/>
                  </a:lnTo>
                  <a:lnTo>
                    <a:pt x="906" y="475"/>
                  </a:lnTo>
                  <a:cubicBezTo>
                    <a:pt x="900" y="462"/>
                    <a:pt x="1024" y="251"/>
                    <a:pt x="1012" y="251"/>
                  </a:cubicBezTo>
                  <a:lnTo>
                    <a:pt x="1012" y="251"/>
                  </a:lnTo>
                  <a:cubicBezTo>
                    <a:pt x="1008" y="251"/>
                    <a:pt x="990" y="273"/>
                    <a:pt x="948" y="331"/>
                  </a:cubicBezTo>
                  <a:cubicBezTo>
                    <a:pt x="923" y="382"/>
                    <a:pt x="864" y="475"/>
                    <a:pt x="813" y="551"/>
                  </a:cubicBezTo>
                  <a:cubicBezTo>
                    <a:pt x="821" y="490"/>
                    <a:pt x="1153" y="0"/>
                    <a:pt x="112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4"/>
            <p:cNvSpPr/>
            <p:nvPr/>
          </p:nvSpPr>
          <p:spPr>
            <a:xfrm>
              <a:off x="4658575" y="4026675"/>
              <a:ext cx="225" cy="450"/>
            </a:xfrm>
            <a:custGeom>
              <a:rect b="b" l="l" r="r" t="t"/>
              <a:pathLst>
                <a:path extrusionOk="0" h="18" w="9">
                  <a:moveTo>
                    <a:pt x="9" y="0"/>
                  </a:moveTo>
                  <a:lnTo>
                    <a:pt x="0" y="17"/>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4"/>
            <p:cNvSpPr/>
            <p:nvPr/>
          </p:nvSpPr>
          <p:spPr>
            <a:xfrm>
              <a:off x="4682600" y="3951800"/>
              <a:ext cx="27375" cy="44700"/>
            </a:xfrm>
            <a:custGeom>
              <a:rect b="b" l="l" r="r" t="t"/>
              <a:pathLst>
                <a:path extrusionOk="0" h="1788" w="1095">
                  <a:moveTo>
                    <a:pt x="587" y="660"/>
                  </a:moveTo>
                  <a:cubicBezTo>
                    <a:pt x="554" y="711"/>
                    <a:pt x="520" y="762"/>
                    <a:pt x="486" y="813"/>
                  </a:cubicBezTo>
                  <a:cubicBezTo>
                    <a:pt x="482" y="823"/>
                    <a:pt x="448" y="881"/>
                    <a:pt x="405" y="954"/>
                  </a:cubicBezTo>
                  <a:lnTo>
                    <a:pt x="405" y="954"/>
                  </a:lnTo>
                  <a:cubicBezTo>
                    <a:pt x="446" y="885"/>
                    <a:pt x="515" y="776"/>
                    <a:pt x="587" y="660"/>
                  </a:cubicBezTo>
                  <a:close/>
                  <a:moveTo>
                    <a:pt x="405" y="954"/>
                  </a:moveTo>
                  <a:lnTo>
                    <a:pt x="405" y="954"/>
                  </a:lnTo>
                  <a:cubicBezTo>
                    <a:pt x="399" y="964"/>
                    <a:pt x="393" y="973"/>
                    <a:pt x="389" y="982"/>
                  </a:cubicBezTo>
                  <a:lnTo>
                    <a:pt x="389" y="982"/>
                  </a:lnTo>
                  <a:cubicBezTo>
                    <a:pt x="394" y="972"/>
                    <a:pt x="400" y="963"/>
                    <a:pt x="405" y="954"/>
                  </a:cubicBezTo>
                  <a:close/>
                  <a:moveTo>
                    <a:pt x="1095" y="1"/>
                  </a:moveTo>
                  <a:cubicBezTo>
                    <a:pt x="858" y="398"/>
                    <a:pt x="579" y="830"/>
                    <a:pt x="359" y="1143"/>
                  </a:cubicBezTo>
                  <a:lnTo>
                    <a:pt x="418" y="999"/>
                  </a:lnTo>
                  <a:cubicBezTo>
                    <a:pt x="672" y="652"/>
                    <a:pt x="807" y="415"/>
                    <a:pt x="1036" y="60"/>
                  </a:cubicBezTo>
                  <a:lnTo>
                    <a:pt x="1036" y="60"/>
                  </a:lnTo>
                  <a:cubicBezTo>
                    <a:pt x="858" y="330"/>
                    <a:pt x="680" y="593"/>
                    <a:pt x="503" y="855"/>
                  </a:cubicBezTo>
                  <a:cubicBezTo>
                    <a:pt x="412" y="979"/>
                    <a:pt x="372" y="1028"/>
                    <a:pt x="366" y="1028"/>
                  </a:cubicBezTo>
                  <a:cubicBezTo>
                    <a:pt x="363" y="1028"/>
                    <a:pt x="371" y="1011"/>
                    <a:pt x="389" y="982"/>
                  </a:cubicBezTo>
                  <a:lnTo>
                    <a:pt x="389" y="982"/>
                  </a:lnTo>
                  <a:cubicBezTo>
                    <a:pt x="309" y="1117"/>
                    <a:pt x="210" y="1283"/>
                    <a:pt x="218" y="1283"/>
                  </a:cubicBezTo>
                  <a:cubicBezTo>
                    <a:pt x="223" y="1283"/>
                    <a:pt x="275" y="1210"/>
                    <a:pt x="410" y="1007"/>
                  </a:cubicBezTo>
                  <a:lnTo>
                    <a:pt x="410" y="1007"/>
                  </a:lnTo>
                  <a:cubicBezTo>
                    <a:pt x="418" y="1050"/>
                    <a:pt x="122" y="1464"/>
                    <a:pt x="12" y="1659"/>
                  </a:cubicBezTo>
                  <a:cubicBezTo>
                    <a:pt x="35" y="1625"/>
                    <a:pt x="45" y="1613"/>
                    <a:pt x="47" y="1613"/>
                  </a:cubicBezTo>
                  <a:lnTo>
                    <a:pt x="47" y="1613"/>
                  </a:lnTo>
                  <a:cubicBezTo>
                    <a:pt x="52" y="1613"/>
                    <a:pt x="1" y="1705"/>
                    <a:pt x="14" y="1705"/>
                  </a:cubicBezTo>
                  <a:cubicBezTo>
                    <a:pt x="15" y="1705"/>
                    <a:pt x="17" y="1703"/>
                    <a:pt x="21" y="1701"/>
                  </a:cubicBezTo>
                  <a:cubicBezTo>
                    <a:pt x="71" y="1608"/>
                    <a:pt x="139" y="1489"/>
                    <a:pt x="241" y="1337"/>
                  </a:cubicBezTo>
                  <a:cubicBezTo>
                    <a:pt x="247" y="1331"/>
                    <a:pt x="251" y="1328"/>
                    <a:pt x="253" y="1328"/>
                  </a:cubicBezTo>
                  <a:cubicBezTo>
                    <a:pt x="269" y="1328"/>
                    <a:pt x="142" y="1534"/>
                    <a:pt x="29" y="1692"/>
                  </a:cubicBezTo>
                  <a:cubicBezTo>
                    <a:pt x="60" y="1654"/>
                    <a:pt x="74" y="1640"/>
                    <a:pt x="78" y="1640"/>
                  </a:cubicBezTo>
                  <a:cubicBezTo>
                    <a:pt x="92" y="1640"/>
                    <a:pt x="3" y="1788"/>
                    <a:pt x="10" y="1788"/>
                  </a:cubicBezTo>
                  <a:cubicBezTo>
                    <a:pt x="14" y="1788"/>
                    <a:pt x="34" y="1761"/>
                    <a:pt x="88" y="1684"/>
                  </a:cubicBezTo>
                  <a:cubicBezTo>
                    <a:pt x="308" y="1337"/>
                    <a:pt x="494" y="1050"/>
                    <a:pt x="655" y="770"/>
                  </a:cubicBezTo>
                  <a:cubicBezTo>
                    <a:pt x="740" y="635"/>
                    <a:pt x="816" y="508"/>
                    <a:pt x="892" y="381"/>
                  </a:cubicBezTo>
                  <a:cubicBezTo>
                    <a:pt x="968" y="254"/>
                    <a:pt x="1027" y="127"/>
                    <a:pt x="10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4"/>
            <p:cNvSpPr/>
            <p:nvPr/>
          </p:nvSpPr>
          <p:spPr>
            <a:xfrm>
              <a:off x="4684375" y="1970200"/>
              <a:ext cx="560250" cy="2007650"/>
            </a:xfrm>
            <a:custGeom>
              <a:rect b="b" l="l" r="r" t="t"/>
              <a:pathLst>
                <a:path extrusionOk="0" h="80306" w="22410">
                  <a:moveTo>
                    <a:pt x="21665" y="3401"/>
                  </a:moveTo>
                  <a:cubicBezTo>
                    <a:pt x="21666" y="3413"/>
                    <a:pt x="21667" y="3424"/>
                    <a:pt x="21668" y="3432"/>
                  </a:cubicBezTo>
                  <a:lnTo>
                    <a:pt x="21668" y="3432"/>
                  </a:lnTo>
                  <a:cubicBezTo>
                    <a:pt x="21666" y="3421"/>
                    <a:pt x="21665" y="3411"/>
                    <a:pt x="21665" y="3401"/>
                  </a:cubicBezTo>
                  <a:close/>
                  <a:moveTo>
                    <a:pt x="22229" y="8448"/>
                  </a:moveTo>
                  <a:cubicBezTo>
                    <a:pt x="22231" y="8503"/>
                    <a:pt x="22232" y="8558"/>
                    <a:pt x="22232" y="8612"/>
                  </a:cubicBezTo>
                  <a:lnTo>
                    <a:pt x="22232" y="8460"/>
                  </a:lnTo>
                  <a:cubicBezTo>
                    <a:pt x="22231" y="8455"/>
                    <a:pt x="22230" y="8451"/>
                    <a:pt x="22229" y="8448"/>
                  </a:cubicBezTo>
                  <a:close/>
                  <a:moveTo>
                    <a:pt x="22314" y="11494"/>
                  </a:moveTo>
                  <a:lnTo>
                    <a:pt x="22316" y="11657"/>
                  </a:lnTo>
                  <a:cubicBezTo>
                    <a:pt x="22316" y="11603"/>
                    <a:pt x="22316" y="11548"/>
                    <a:pt x="22314" y="11494"/>
                  </a:cubicBezTo>
                  <a:close/>
                  <a:moveTo>
                    <a:pt x="20875" y="30487"/>
                  </a:moveTo>
                  <a:lnTo>
                    <a:pt x="20875" y="30487"/>
                  </a:lnTo>
                  <a:cubicBezTo>
                    <a:pt x="20871" y="30507"/>
                    <a:pt x="20866" y="30527"/>
                    <a:pt x="20861" y="30547"/>
                  </a:cubicBezTo>
                  <a:cubicBezTo>
                    <a:pt x="20871" y="30512"/>
                    <a:pt x="20874" y="30495"/>
                    <a:pt x="20875" y="30487"/>
                  </a:cubicBezTo>
                  <a:close/>
                  <a:moveTo>
                    <a:pt x="19542" y="35843"/>
                  </a:moveTo>
                  <a:lnTo>
                    <a:pt x="19542" y="35843"/>
                  </a:lnTo>
                  <a:cubicBezTo>
                    <a:pt x="19537" y="35852"/>
                    <a:pt x="19535" y="35861"/>
                    <a:pt x="19534" y="35870"/>
                  </a:cubicBezTo>
                  <a:lnTo>
                    <a:pt x="19534" y="35870"/>
                  </a:lnTo>
                  <a:cubicBezTo>
                    <a:pt x="19536" y="35862"/>
                    <a:pt x="19539" y="35852"/>
                    <a:pt x="19542" y="35843"/>
                  </a:cubicBezTo>
                  <a:close/>
                  <a:moveTo>
                    <a:pt x="19765" y="36804"/>
                  </a:moveTo>
                  <a:cubicBezTo>
                    <a:pt x="19765" y="36804"/>
                    <a:pt x="19764" y="36808"/>
                    <a:pt x="19762" y="36815"/>
                  </a:cubicBezTo>
                  <a:cubicBezTo>
                    <a:pt x="19750" y="36869"/>
                    <a:pt x="19739" y="36921"/>
                    <a:pt x="19728" y="36970"/>
                  </a:cubicBezTo>
                  <a:lnTo>
                    <a:pt x="19728" y="36970"/>
                  </a:lnTo>
                  <a:cubicBezTo>
                    <a:pt x="19749" y="36881"/>
                    <a:pt x="19765" y="36804"/>
                    <a:pt x="19765" y="36804"/>
                  </a:cubicBezTo>
                  <a:close/>
                  <a:moveTo>
                    <a:pt x="19131" y="37791"/>
                  </a:moveTo>
                  <a:cubicBezTo>
                    <a:pt x="19129" y="37798"/>
                    <a:pt x="19128" y="37802"/>
                    <a:pt x="19127" y="37805"/>
                  </a:cubicBezTo>
                  <a:cubicBezTo>
                    <a:pt x="19128" y="37800"/>
                    <a:pt x="19129" y="37796"/>
                    <a:pt x="19131" y="37791"/>
                  </a:cubicBezTo>
                  <a:close/>
                  <a:moveTo>
                    <a:pt x="18645" y="39615"/>
                  </a:moveTo>
                  <a:lnTo>
                    <a:pt x="18645" y="39617"/>
                  </a:lnTo>
                  <a:lnTo>
                    <a:pt x="18645" y="39617"/>
                  </a:lnTo>
                  <a:cubicBezTo>
                    <a:pt x="18645" y="39618"/>
                    <a:pt x="18644" y="39619"/>
                    <a:pt x="18644" y="39620"/>
                  </a:cubicBezTo>
                  <a:lnTo>
                    <a:pt x="18644" y="39620"/>
                  </a:lnTo>
                  <a:lnTo>
                    <a:pt x="18645" y="39615"/>
                  </a:lnTo>
                  <a:close/>
                  <a:moveTo>
                    <a:pt x="18476" y="40208"/>
                  </a:moveTo>
                  <a:lnTo>
                    <a:pt x="18408" y="40461"/>
                  </a:lnTo>
                  <a:lnTo>
                    <a:pt x="18408" y="40377"/>
                  </a:lnTo>
                  <a:cubicBezTo>
                    <a:pt x="18425" y="40318"/>
                    <a:pt x="18442" y="40258"/>
                    <a:pt x="18476" y="40208"/>
                  </a:cubicBezTo>
                  <a:close/>
                  <a:moveTo>
                    <a:pt x="18002" y="40842"/>
                  </a:moveTo>
                  <a:cubicBezTo>
                    <a:pt x="17998" y="40867"/>
                    <a:pt x="17994" y="40889"/>
                    <a:pt x="17992" y="40908"/>
                  </a:cubicBezTo>
                  <a:lnTo>
                    <a:pt x="17992" y="40908"/>
                  </a:lnTo>
                  <a:cubicBezTo>
                    <a:pt x="17995" y="40886"/>
                    <a:pt x="17999" y="40864"/>
                    <a:pt x="18002" y="40842"/>
                  </a:cubicBezTo>
                  <a:close/>
                  <a:moveTo>
                    <a:pt x="18230" y="42094"/>
                  </a:moveTo>
                  <a:lnTo>
                    <a:pt x="18230" y="42111"/>
                  </a:lnTo>
                  <a:cubicBezTo>
                    <a:pt x="18222" y="42136"/>
                    <a:pt x="18222" y="42153"/>
                    <a:pt x="18222" y="42170"/>
                  </a:cubicBezTo>
                  <a:cubicBezTo>
                    <a:pt x="18207" y="42223"/>
                    <a:pt x="18192" y="42269"/>
                    <a:pt x="18171" y="42314"/>
                  </a:cubicBezTo>
                  <a:lnTo>
                    <a:pt x="18171" y="42314"/>
                  </a:lnTo>
                  <a:cubicBezTo>
                    <a:pt x="18189" y="42246"/>
                    <a:pt x="18209" y="42173"/>
                    <a:pt x="18230" y="42094"/>
                  </a:cubicBezTo>
                  <a:close/>
                  <a:moveTo>
                    <a:pt x="17826" y="42167"/>
                  </a:moveTo>
                  <a:lnTo>
                    <a:pt x="17826" y="42167"/>
                  </a:lnTo>
                  <a:cubicBezTo>
                    <a:pt x="17827" y="42167"/>
                    <a:pt x="17827" y="42174"/>
                    <a:pt x="17824" y="42187"/>
                  </a:cubicBezTo>
                  <a:cubicBezTo>
                    <a:pt x="17697" y="42602"/>
                    <a:pt x="17782" y="42585"/>
                    <a:pt x="17621" y="42957"/>
                  </a:cubicBezTo>
                  <a:cubicBezTo>
                    <a:pt x="17621" y="42972"/>
                    <a:pt x="17623" y="42979"/>
                    <a:pt x="17627" y="42979"/>
                  </a:cubicBezTo>
                  <a:cubicBezTo>
                    <a:pt x="17639" y="42979"/>
                    <a:pt x="17667" y="42917"/>
                    <a:pt x="17699" y="42823"/>
                  </a:cubicBezTo>
                  <a:lnTo>
                    <a:pt x="17699" y="42823"/>
                  </a:lnTo>
                  <a:cubicBezTo>
                    <a:pt x="17697" y="42838"/>
                    <a:pt x="17697" y="42852"/>
                    <a:pt x="17697" y="42864"/>
                  </a:cubicBezTo>
                  <a:cubicBezTo>
                    <a:pt x="17655" y="43016"/>
                    <a:pt x="17604" y="43177"/>
                    <a:pt x="17571" y="43295"/>
                  </a:cubicBezTo>
                  <a:cubicBezTo>
                    <a:pt x="17534" y="43399"/>
                    <a:pt x="17503" y="43496"/>
                    <a:pt x="17496" y="43496"/>
                  </a:cubicBezTo>
                  <a:cubicBezTo>
                    <a:pt x="17495" y="43496"/>
                    <a:pt x="17494" y="43494"/>
                    <a:pt x="17494" y="43490"/>
                  </a:cubicBezTo>
                  <a:cubicBezTo>
                    <a:pt x="17478" y="43448"/>
                    <a:pt x="17621" y="42940"/>
                    <a:pt x="17638" y="42779"/>
                  </a:cubicBezTo>
                  <a:lnTo>
                    <a:pt x="17647" y="42779"/>
                  </a:lnTo>
                  <a:cubicBezTo>
                    <a:pt x="17670" y="42665"/>
                    <a:pt x="17816" y="42167"/>
                    <a:pt x="17826" y="42167"/>
                  </a:cubicBezTo>
                  <a:close/>
                  <a:moveTo>
                    <a:pt x="16804" y="44964"/>
                  </a:moveTo>
                  <a:cubicBezTo>
                    <a:pt x="16800" y="44971"/>
                    <a:pt x="16796" y="44979"/>
                    <a:pt x="16792" y="44987"/>
                  </a:cubicBezTo>
                  <a:cubicBezTo>
                    <a:pt x="16795" y="44985"/>
                    <a:pt x="16799" y="44976"/>
                    <a:pt x="16804" y="44964"/>
                  </a:cubicBezTo>
                  <a:close/>
                  <a:moveTo>
                    <a:pt x="17351" y="44023"/>
                  </a:moveTo>
                  <a:lnTo>
                    <a:pt x="17308" y="44150"/>
                  </a:lnTo>
                  <a:cubicBezTo>
                    <a:pt x="17045" y="44976"/>
                    <a:pt x="16956" y="45291"/>
                    <a:pt x="16974" y="45291"/>
                  </a:cubicBezTo>
                  <a:cubicBezTo>
                    <a:pt x="16997" y="45291"/>
                    <a:pt x="17198" y="44772"/>
                    <a:pt x="17435" y="44150"/>
                  </a:cubicBezTo>
                  <a:lnTo>
                    <a:pt x="17435" y="44150"/>
                  </a:lnTo>
                  <a:cubicBezTo>
                    <a:pt x="17224" y="44776"/>
                    <a:pt x="17012" y="45427"/>
                    <a:pt x="16801" y="46078"/>
                  </a:cubicBezTo>
                  <a:lnTo>
                    <a:pt x="16843" y="45994"/>
                  </a:lnTo>
                  <a:lnTo>
                    <a:pt x="16843" y="45994"/>
                  </a:lnTo>
                  <a:cubicBezTo>
                    <a:pt x="16767" y="46205"/>
                    <a:pt x="16733" y="46383"/>
                    <a:pt x="16682" y="46484"/>
                  </a:cubicBezTo>
                  <a:cubicBezTo>
                    <a:pt x="16691" y="46425"/>
                    <a:pt x="16699" y="46374"/>
                    <a:pt x="16716" y="46315"/>
                  </a:cubicBezTo>
                  <a:cubicBezTo>
                    <a:pt x="16742" y="46214"/>
                    <a:pt x="16775" y="46070"/>
                    <a:pt x="16809" y="45918"/>
                  </a:cubicBezTo>
                  <a:cubicBezTo>
                    <a:pt x="16877" y="45613"/>
                    <a:pt x="16961" y="45258"/>
                    <a:pt x="17004" y="45089"/>
                  </a:cubicBezTo>
                  <a:cubicBezTo>
                    <a:pt x="17122" y="44691"/>
                    <a:pt x="17258" y="44268"/>
                    <a:pt x="17351" y="44023"/>
                  </a:cubicBezTo>
                  <a:close/>
                  <a:moveTo>
                    <a:pt x="16488" y="46785"/>
                  </a:moveTo>
                  <a:cubicBezTo>
                    <a:pt x="16483" y="46799"/>
                    <a:pt x="16478" y="46814"/>
                    <a:pt x="16471" y="46831"/>
                  </a:cubicBezTo>
                  <a:lnTo>
                    <a:pt x="16488" y="46785"/>
                  </a:lnTo>
                  <a:close/>
                  <a:moveTo>
                    <a:pt x="16572" y="46459"/>
                  </a:moveTo>
                  <a:cubicBezTo>
                    <a:pt x="16539" y="46594"/>
                    <a:pt x="16496" y="46721"/>
                    <a:pt x="16454" y="46848"/>
                  </a:cubicBezTo>
                  <a:cubicBezTo>
                    <a:pt x="16454" y="46789"/>
                    <a:pt x="16420" y="46865"/>
                    <a:pt x="16547" y="46501"/>
                  </a:cubicBezTo>
                  <a:lnTo>
                    <a:pt x="16547" y="46510"/>
                  </a:lnTo>
                  <a:cubicBezTo>
                    <a:pt x="16547" y="46517"/>
                    <a:pt x="16548" y="46521"/>
                    <a:pt x="16549" y="46521"/>
                  </a:cubicBezTo>
                  <a:cubicBezTo>
                    <a:pt x="16553" y="46521"/>
                    <a:pt x="16561" y="46501"/>
                    <a:pt x="16572" y="46459"/>
                  </a:cubicBezTo>
                  <a:close/>
                  <a:moveTo>
                    <a:pt x="16226" y="47356"/>
                  </a:moveTo>
                  <a:lnTo>
                    <a:pt x="16226" y="47356"/>
                  </a:lnTo>
                  <a:cubicBezTo>
                    <a:pt x="16226" y="47356"/>
                    <a:pt x="16226" y="47356"/>
                    <a:pt x="16226" y="47356"/>
                  </a:cubicBezTo>
                  <a:lnTo>
                    <a:pt x="16226" y="47356"/>
                  </a:lnTo>
                  <a:cubicBezTo>
                    <a:pt x="16226" y="47356"/>
                    <a:pt x="16226" y="47356"/>
                    <a:pt x="16226" y="47356"/>
                  </a:cubicBezTo>
                  <a:close/>
                  <a:moveTo>
                    <a:pt x="16387" y="46797"/>
                  </a:moveTo>
                  <a:lnTo>
                    <a:pt x="16387" y="46797"/>
                  </a:lnTo>
                  <a:cubicBezTo>
                    <a:pt x="16403" y="46797"/>
                    <a:pt x="16273" y="47107"/>
                    <a:pt x="16234" y="47246"/>
                  </a:cubicBezTo>
                  <a:lnTo>
                    <a:pt x="16369" y="46958"/>
                  </a:lnTo>
                  <a:lnTo>
                    <a:pt x="16369" y="46958"/>
                  </a:lnTo>
                  <a:cubicBezTo>
                    <a:pt x="16320" y="47090"/>
                    <a:pt x="16255" y="47357"/>
                    <a:pt x="16228" y="47357"/>
                  </a:cubicBezTo>
                  <a:cubicBezTo>
                    <a:pt x="16227" y="47357"/>
                    <a:pt x="16227" y="47356"/>
                    <a:pt x="16226" y="47356"/>
                  </a:cubicBezTo>
                  <a:lnTo>
                    <a:pt x="16226" y="47356"/>
                  </a:lnTo>
                  <a:cubicBezTo>
                    <a:pt x="16234" y="47362"/>
                    <a:pt x="16222" y="47423"/>
                    <a:pt x="16227" y="47423"/>
                  </a:cubicBezTo>
                  <a:cubicBezTo>
                    <a:pt x="16231" y="47423"/>
                    <a:pt x="16250" y="47371"/>
                    <a:pt x="16310" y="47178"/>
                  </a:cubicBezTo>
                  <a:lnTo>
                    <a:pt x="16310" y="47178"/>
                  </a:lnTo>
                  <a:lnTo>
                    <a:pt x="16226" y="47491"/>
                  </a:lnTo>
                  <a:cubicBezTo>
                    <a:pt x="16242" y="47466"/>
                    <a:pt x="16251" y="47449"/>
                    <a:pt x="16259" y="47423"/>
                  </a:cubicBezTo>
                  <a:lnTo>
                    <a:pt x="16259" y="47423"/>
                  </a:lnTo>
                  <a:cubicBezTo>
                    <a:pt x="16234" y="47517"/>
                    <a:pt x="16200" y="47610"/>
                    <a:pt x="16166" y="47703"/>
                  </a:cubicBezTo>
                  <a:cubicBezTo>
                    <a:pt x="16124" y="47813"/>
                    <a:pt x="16048" y="48024"/>
                    <a:pt x="15972" y="48193"/>
                  </a:cubicBezTo>
                  <a:cubicBezTo>
                    <a:pt x="15989" y="48092"/>
                    <a:pt x="16022" y="47990"/>
                    <a:pt x="16056" y="47897"/>
                  </a:cubicBezTo>
                  <a:lnTo>
                    <a:pt x="16056" y="47897"/>
                  </a:lnTo>
                  <a:cubicBezTo>
                    <a:pt x="15946" y="48168"/>
                    <a:pt x="15870" y="48413"/>
                    <a:pt x="15819" y="48574"/>
                  </a:cubicBezTo>
                  <a:cubicBezTo>
                    <a:pt x="15902" y="48344"/>
                    <a:pt x="15920" y="48307"/>
                    <a:pt x="15928" y="48307"/>
                  </a:cubicBezTo>
                  <a:cubicBezTo>
                    <a:pt x="15933" y="48307"/>
                    <a:pt x="15935" y="48316"/>
                    <a:pt x="15941" y="48316"/>
                  </a:cubicBezTo>
                  <a:cubicBezTo>
                    <a:pt x="15945" y="48316"/>
                    <a:pt x="15952" y="48311"/>
                    <a:pt x="15963" y="48295"/>
                  </a:cubicBezTo>
                  <a:lnTo>
                    <a:pt x="15963" y="48295"/>
                  </a:lnTo>
                  <a:cubicBezTo>
                    <a:pt x="15879" y="48565"/>
                    <a:pt x="15726" y="48997"/>
                    <a:pt x="15676" y="49158"/>
                  </a:cubicBezTo>
                  <a:cubicBezTo>
                    <a:pt x="15570" y="49425"/>
                    <a:pt x="15469" y="49652"/>
                    <a:pt x="15449" y="49652"/>
                  </a:cubicBezTo>
                  <a:cubicBezTo>
                    <a:pt x="15443" y="49652"/>
                    <a:pt x="15446" y="49622"/>
                    <a:pt x="15464" y="49555"/>
                  </a:cubicBezTo>
                  <a:lnTo>
                    <a:pt x="15464" y="49555"/>
                  </a:lnTo>
                  <a:cubicBezTo>
                    <a:pt x="15388" y="49792"/>
                    <a:pt x="15295" y="50037"/>
                    <a:pt x="15227" y="50291"/>
                  </a:cubicBezTo>
                  <a:cubicBezTo>
                    <a:pt x="15371" y="49817"/>
                    <a:pt x="15287" y="50300"/>
                    <a:pt x="15464" y="49699"/>
                  </a:cubicBezTo>
                  <a:cubicBezTo>
                    <a:pt x="15475" y="49682"/>
                    <a:pt x="15481" y="49674"/>
                    <a:pt x="15485" y="49674"/>
                  </a:cubicBezTo>
                  <a:lnTo>
                    <a:pt x="15485" y="49674"/>
                  </a:lnTo>
                  <a:cubicBezTo>
                    <a:pt x="15512" y="49674"/>
                    <a:pt x="15290" y="50238"/>
                    <a:pt x="15177" y="50503"/>
                  </a:cubicBezTo>
                  <a:cubicBezTo>
                    <a:pt x="15201" y="50435"/>
                    <a:pt x="15205" y="50419"/>
                    <a:pt x="15202" y="50419"/>
                  </a:cubicBezTo>
                  <a:lnTo>
                    <a:pt x="15202" y="50419"/>
                  </a:lnTo>
                  <a:cubicBezTo>
                    <a:pt x="15198" y="50419"/>
                    <a:pt x="15186" y="50436"/>
                    <a:pt x="15180" y="50436"/>
                  </a:cubicBezTo>
                  <a:cubicBezTo>
                    <a:pt x="15178" y="50436"/>
                    <a:pt x="15177" y="50433"/>
                    <a:pt x="15177" y="50427"/>
                  </a:cubicBezTo>
                  <a:cubicBezTo>
                    <a:pt x="15113" y="50620"/>
                    <a:pt x="15095" y="50697"/>
                    <a:pt x="15105" y="50697"/>
                  </a:cubicBezTo>
                  <a:cubicBezTo>
                    <a:pt x="15119" y="50697"/>
                    <a:pt x="15187" y="50546"/>
                    <a:pt x="15261" y="50359"/>
                  </a:cubicBezTo>
                  <a:lnTo>
                    <a:pt x="15261" y="50359"/>
                  </a:lnTo>
                  <a:lnTo>
                    <a:pt x="15083" y="50900"/>
                  </a:lnTo>
                  <a:cubicBezTo>
                    <a:pt x="15092" y="50875"/>
                    <a:pt x="15100" y="50858"/>
                    <a:pt x="15109" y="50841"/>
                  </a:cubicBezTo>
                  <a:lnTo>
                    <a:pt x="15109" y="50841"/>
                  </a:lnTo>
                  <a:cubicBezTo>
                    <a:pt x="15041" y="51027"/>
                    <a:pt x="14982" y="51205"/>
                    <a:pt x="14914" y="51382"/>
                  </a:cubicBezTo>
                  <a:lnTo>
                    <a:pt x="14923" y="51391"/>
                  </a:lnTo>
                  <a:cubicBezTo>
                    <a:pt x="14900" y="51411"/>
                    <a:pt x="14882" y="51424"/>
                    <a:pt x="14873" y="51424"/>
                  </a:cubicBezTo>
                  <a:cubicBezTo>
                    <a:pt x="14858" y="51424"/>
                    <a:pt x="14864" y="51391"/>
                    <a:pt x="14906" y="51298"/>
                  </a:cubicBezTo>
                  <a:lnTo>
                    <a:pt x="14906" y="51298"/>
                  </a:lnTo>
                  <a:lnTo>
                    <a:pt x="14779" y="51577"/>
                  </a:lnTo>
                  <a:lnTo>
                    <a:pt x="14931" y="51137"/>
                  </a:lnTo>
                  <a:lnTo>
                    <a:pt x="14931" y="51137"/>
                  </a:lnTo>
                  <a:cubicBezTo>
                    <a:pt x="14847" y="51315"/>
                    <a:pt x="14754" y="51619"/>
                    <a:pt x="14669" y="51848"/>
                  </a:cubicBezTo>
                  <a:cubicBezTo>
                    <a:pt x="14655" y="51878"/>
                    <a:pt x="14648" y="51892"/>
                    <a:pt x="14646" y="51892"/>
                  </a:cubicBezTo>
                  <a:cubicBezTo>
                    <a:pt x="14631" y="51892"/>
                    <a:pt x="14871" y="51220"/>
                    <a:pt x="14923" y="50968"/>
                  </a:cubicBezTo>
                  <a:cubicBezTo>
                    <a:pt x="14990" y="50742"/>
                    <a:pt x="15172" y="50296"/>
                    <a:pt x="15199" y="50265"/>
                  </a:cubicBezTo>
                  <a:lnTo>
                    <a:pt x="15199" y="50265"/>
                  </a:lnTo>
                  <a:cubicBezTo>
                    <a:pt x="15199" y="50270"/>
                    <a:pt x="15200" y="50273"/>
                    <a:pt x="15202" y="50274"/>
                  </a:cubicBezTo>
                  <a:cubicBezTo>
                    <a:pt x="15203" y="50267"/>
                    <a:pt x="15203" y="50263"/>
                    <a:pt x="15202" y="50263"/>
                  </a:cubicBezTo>
                  <a:cubicBezTo>
                    <a:pt x="15201" y="50263"/>
                    <a:pt x="15200" y="50264"/>
                    <a:pt x="15199" y="50265"/>
                  </a:cubicBezTo>
                  <a:lnTo>
                    <a:pt x="15199" y="50265"/>
                  </a:lnTo>
                  <a:cubicBezTo>
                    <a:pt x="15198" y="50173"/>
                    <a:pt x="15477" y="49455"/>
                    <a:pt x="15566" y="49158"/>
                  </a:cubicBezTo>
                  <a:cubicBezTo>
                    <a:pt x="15811" y="48430"/>
                    <a:pt x="15777" y="48692"/>
                    <a:pt x="15989" y="48041"/>
                  </a:cubicBezTo>
                  <a:lnTo>
                    <a:pt x="15989" y="48041"/>
                  </a:lnTo>
                  <a:lnTo>
                    <a:pt x="15879" y="48269"/>
                  </a:lnTo>
                  <a:cubicBezTo>
                    <a:pt x="16073" y="47686"/>
                    <a:pt x="16149" y="47440"/>
                    <a:pt x="16378" y="46806"/>
                  </a:cubicBezTo>
                  <a:cubicBezTo>
                    <a:pt x="16382" y="46800"/>
                    <a:pt x="16385" y="46797"/>
                    <a:pt x="16387" y="46797"/>
                  </a:cubicBezTo>
                  <a:close/>
                  <a:moveTo>
                    <a:pt x="12783" y="56297"/>
                  </a:moveTo>
                  <a:cubicBezTo>
                    <a:pt x="12783" y="56297"/>
                    <a:pt x="12783" y="56297"/>
                    <a:pt x="12783" y="56297"/>
                  </a:cubicBezTo>
                  <a:cubicBezTo>
                    <a:pt x="12783" y="56297"/>
                    <a:pt x="12783" y="56297"/>
                    <a:pt x="12783" y="56297"/>
                  </a:cubicBezTo>
                  <a:close/>
                  <a:moveTo>
                    <a:pt x="13500" y="55791"/>
                  </a:moveTo>
                  <a:cubicBezTo>
                    <a:pt x="13380" y="56064"/>
                    <a:pt x="13268" y="56285"/>
                    <a:pt x="13222" y="56458"/>
                  </a:cubicBezTo>
                  <a:lnTo>
                    <a:pt x="13375" y="56077"/>
                  </a:lnTo>
                  <a:lnTo>
                    <a:pt x="13383" y="56086"/>
                  </a:lnTo>
                  <a:cubicBezTo>
                    <a:pt x="13421" y="55994"/>
                    <a:pt x="13460" y="55893"/>
                    <a:pt x="13500" y="55791"/>
                  </a:cubicBezTo>
                  <a:close/>
                  <a:moveTo>
                    <a:pt x="14877" y="51997"/>
                  </a:moveTo>
                  <a:cubicBezTo>
                    <a:pt x="14852" y="51997"/>
                    <a:pt x="14737" y="52383"/>
                    <a:pt x="14576" y="52770"/>
                  </a:cubicBezTo>
                  <a:lnTo>
                    <a:pt x="14618" y="52575"/>
                  </a:lnTo>
                  <a:lnTo>
                    <a:pt x="14331" y="53404"/>
                  </a:lnTo>
                  <a:cubicBezTo>
                    <a:pt x="14271" y="53658"/>
                    <a:pt x="14356" y="53438"/>
                    <a:pt x="14187" y="53954"/>
                  </a:cubicBezTo>
                  <a:cubicBezTo>
                    <a:pt x="14099" y="54129"/>
                    <a:pt x="14024" y="54248"/>
                    <a:pt x="13991" y="54263"/>
                  </a:cubicBezTo>
                  <a:lnTo>
                    <a:pt x="13991" y="54263"/>
                  </a:lnTo>
                  <a:cubicBezTo>
                    <a:pt x="13991" y="54262"/>
                    <a:pt x="13992" y="54260"/>
                    <a:pt x="13992" y="54259"/>
                  </a:cubicBezTo>
                  <a:lnTo>
                    <a:pt x="13992" y="54259"/>
                  </a:lnTo>
                  <a:cubicBezTo>
                    <a:pt x="13992" y="54260"/>
                    <a:pt x="13991" y="54262"/>
                    <a:pt x="13990" y="54263"/>
                  </a:cubicBezTo>
                  <a:lnTo>
                    <a:pt x="13990" y="54263"/>
                  </a:lnTo>
                  <a:cubicBezTo>
                    <a:pt x="13991" y="54263"/>
                    <a:pt x="13991" y="54263"/>
                    <a:pt x="13991" y="54263"/>
                  </a:cubicBezTo>
                  <a:lnTo>
                    <a:pt x="13991" y="54263"/>
                  </a:lnTo>
                  <a:cubicBezTo>
                    <a:pt x="13941" y="54422"/>
                    <a:pt x="13890" y="54582"/>
                    <a:pt x="13832" y="54741"/>
                  </a:cubicBezTo>
                  <a:cubicBezTo>
                    <a:pt x="13747" y="54944"/>
                    <a:pt x="13645" y="55198"/>
                    <a:pt x="13535" y="55468"/>
                  </a:cubicBezTo>
                  <a:lnTo>
                    <a:pt x="13620" y="55231"/>
                  </a:lnTo>
                  <a:lnTo>
                    <a:pt x="13620" y="55231"/>
                  </a:lnTo>
                  <a:cubicBezTo>
                    <a:pt x="13434" y="55654"/>
                    <a:pt x="13383" y="55824"/>
                    <a:pt x="13324" y="56001"/>
                  </a:cubicBezTo>
                  <a:cubicBezTo>
                    <a:pt x="13324" y="55996"/>
                    <a:pt x="13324" y="55993"/>
                    <a:pt x="13322" y="55993"/>
                  </a:cubicBezTo>
                  <a:cubicBezTo>
                    <a:pt x="13319" y="55993"/>
                    <a:pt x="13308" y="56025"/>
                    <a:pt x="13282" y="56077"/>
                  </a:cubicBezTo>
                  <a:cubicBezTo>
                    <a:pt x="13168" y="56355"/>
                    <a:pt x="13106" y="56544"/>
                    <a:pt x="13124" y="56544"/>
                  </a:cubicBezTo>
                  <a:cubicBezTo>
                    <a:pt x="13131" y="56544"/>
                    <a:pt x="13146" y="56522"/>
                    <a:pt x="13172" y="56475"/>
                  </a:cubicBezTo>
                  <a:lnTo>
                    <a:pt x="13214" y="56348"/>
                  </a:lnTo>
                  <a:lnTo>
                    <a:pt x="13349" y="56094"/>
                  </a:lnTo>
                  <a:cubicBezTo>
                    <a:pt x="13341" y="55976"/>
                    <a:pt x="13688" y="55223"/>
                    <a:pt x="13848" y="54792"/>
                  </a:cubicBezTo>
                  <a:lnTo>
                    <a:pt x="13848" y="54792"/>
                  </a:lnTo>
                  <a:cubicBezTo>
                    <a:pt x="13755" y="55105"/>
                    <a:pt x="13637" y="55418"/>
                    <a:pt x="13502" y="55714"/>
                  </a:cubicBezTo>
                  <a:lnTo>
                    <a:pt x="13539" y="55691"/>
                  </a:lnTo>
                  <a:lnTo>
                    <a:pt x="13539" y="55691"/>
                  </a:lnTo>
                  <a:cubicBezTo>
                    <a:pt x="13526" y="55725"/>
                    <a:pt x="13513" y="55758"/>
                    <a:pt x="13500" y="55791"/>
                  </a:cubicBezTo>
                  <a:lnTo>
                    <a:pt x="13500" y="55791"/>
                  </a:lnTo>
                  <a:cubicBezTo>
                    <a:pt x="13514" y="55758"/>
                    <a:pt x="13529" y="55723"/>
                    <a:pt x="13544" y="55688"/>
                  </a:cubicBezTo>
                  <a:lnTo>
                    <a:pt x="13544" y="55688"/>
                  </a:lnTo>
                  <a:lnTo>
                    <a:pt x="13539" y="55691"/>
                  </a:lnTo>
                  <a:lnTo>
                    <a:pt x="13539" y="55691"/>
                  </a:lnTo>
                  <a:cubicBezTo>
                    <a:pt x="13604" y="55525"/>
                    <a:pt x="13669" y="55362"/>
                    <a:pt x="13730" y="55231"/>
                  </a:cubicBezTo>
                  <a:cubicBezTo>
                    <a:pt x="13806" y="55003"/>
                    <a:pt x="13874" y="54792"/>
                    <a:pt x="14102" y="54208"/>
                  </a:cubicBezTo>
                  <a:lnTo>
                    <a:pt x="14102" y="54233"/>
                  </a:lnTo>
                  <a:cubicBezTo>
                    <a:pt x="14212" y="53819"/>
                    <a:pt x="14567" y="53134"/>
                    <a:pt x="14661" y="52829"/>
                  </a:cubicBezTo>
                  <a:cubicBezTo>
                    <a:pt x="14663" y="52810"/>
                    <a:pt x="14662" y="52802"/>
                    <a:pt x="14659" y="52802"/>
                  </a:cubicBezTo>
                  <a:cubicBezTo>
                    <a:pt x="14628" y="52802"/>
                    <a:pt x="14380" y="53483"/>
                    <a:pt x="14297" y="53658"/>
                  </a:cubicBezTo>
                  <a:cubicBezTo>
                    <a:pt x="14354" y="53467"/>
                    <a:pt x="14440" y="53276"/>
                    <a:pt x="14432" y="53276"/>
                  </a:cubicBezTo>
                  <a:lnTo>
                    <a:pt x="14432" y="53276"/>
                  </a:lnTo>
                  <a:cubicBezTo>
                    <a:pt x="14430" y="53276"/>
                    <a:pt x="14417" y="53297"/>
                    <a:pt x="14390" y="53345"/>
                  </a:cubicBezTo>
                  <a:cubicBezTo>
                    <a:pt x="14601" y="52761"/>
                    <a:pt x="14567" y="53024"/>
                    <a:pt x="14720" y="52533"/>
                  </a:cubicBezTo>
                  <a:lnTo>
                    <a:pt x="14720" y="52533"/>
                  </a:lnTo>
                  <a:lnTo>
                    <a:pt x="14610" y="52795"/>
                  </a:lnTo>
                  <a:cubicBezTo>
                    <a:pt x="14669" y="52575"/>
                    <a:pt x="14821" y="52228"/>
                    <a:pt x="14880" y="52000"/>
                  </a:cubicBezTo>
                  <a:cubicBezTo>
                    <a:pt x="14880" y="51998"/>
                    <a:pt x="14879" y="51997"/>
                    <a:pt x="14877" y="51997"/>
                  </a:cubicBezTo>
                  <a:close/>
                  <a:moveTo>
                    <a:pt x="12859" y="56644"/>
                  </a:moveTo>
                  <a:cubicBezTo>
                    <a:pt x="12830" y="56720"/>
                    <a:pt x="12810" y="56774"/>
                    <a:pt x="12798" y="56810"/>
                  </a:cubicBezTo>
                  <a:lnTo>
                    <a:pt x="12798" y="56810"/>
                  </a:lnTo>
                  <a:cubicBezTo>
                    <a:pt x="12819" y="56755"/>
                    <a:pt x="12839" y="56700"/>
                    <a:pt x="12859" y="56644"/>
                  </a:cubicBezTo>
                  <a:close/>
                  <a:moveTo>
                    <a:pt x="12106" y="58920"/>
                  </a:moveTo>
                  <a:cubicBezTo>
                    <a:pt x="12095" y="58942"/>
                    <a:pt x="12080" y="58976"/>
                    <a:pt x="12069" y="59004"/>
                  </a:cubicBezTo>
                  <a:lnTo>
                    <a:pt x="12069" y="59004"/>
                  </a:lnTo>
                  <a:cubicBezTo>
                    <a:pt x="12082" y="58974"/>
                    <a:pt x="12095" y="58945"/>
                    <a:pt x="12106" y="58920"/>
                  </a:cubicBezTo>
                  <a:close/>
                  <a:moveTo>
                    <a:pt x="11853" y="59413"/>
                  </a:moveTo>
                  <a:lnTo>
                    <a:pt x="11844" y="59436"/>
                  </a:lnTo>
                  <a:cubicBezTo>
                    <a:pt x="11847" y="59428"/>
                    <a:pt x="11850" y="59421"/>
                    <a:pt x="11853" y="59413"/>
                  </a:cubicBezTo>
                  <a:close/>
                  <a:moveTo>
                    <a:pt x="11415" y="60329"/>
                  </a:moveTo>
                  <a:lnTo>
                    <a:pt x="11415" y="60329"/>
                  </a:lnTo>
                  <a:cubicBezTo>
                    <a:pt x="11414" y="60330"/>
                    <a:pt x="11413" y="60331"/>
                    <a:pt x="11412" y="60332"/>
                  </a:cubicBezTo>
                  <a:cubicBezTo>
                    <a:pt x="11412" y="60334"/>
                    <a:pt x="11412" y="60336"/>
                    <a:pt x="11411" y="60339"/>
                  </a:cubicBezTo>
                  <a:lnTo>
                    <a:pt x="11411" y="60339"/>
                  </a:lnTo>
                  <a:cubicBezTo>
                    <a:pt x="11413" y="60335"/>
                    <a:pt x="11414" y="60332"/>
                    <a:pt x="11415" y="60329"/>
                  </a:cubicBezTo>
                  <a:close/>
                  <a:moveTo>
                    <a:pt x="11607" y="59994"/>
                  </a:moveTo>
                  <a:cubicBezTo>
                    <a:pt x="11488" y="60256"/>
                    <a:pt x="11564" y="60146"/>
                    <a:pt x="11412" y="60434"/>
                  </a:cubicBezTo>
                  <a:cubicBezTo>
                    <a:pt x="11373" y="60514"/>
                    <a:pt x="11357" y="60544"/>
                    <a:pt x="11354" y="60544"/>
                  </a:cubicBezTo>
                  <a:cubicBezTo>
                    <a:pt x="11348" y="60544"/>
                    <a:pt x="11402" y="60401"/>
                    <a:pt x="11411" y="60339"/>
                  </a:cubicBezTo>
                  <a:lnTo>
                    <a:pt x="11411" y="60339"/>
                  </a:lnTo>
                  <a:cubicBezTo>
                    <a:pt x="11385" y="60416"/>
                    <a:pt x="11314" y="60557"/>
                    <a:pt x="11328" y="60578"/>
                  </a:cubicBezTo>
                  <a:cubicBezTo>
                    <a:pt x="10930" y="61348"/>
                    <a:pt x="11116" y="61145"/>
                    <a:pt x="10668" y="62067"/>
                  </a:cubicBezTo>
                  <a:cubicBezTo>
                    <a:pt x="10625" y="62075"/>
                    <a:pt x="10541" y="62278"/>
                    <a:pt x="10456" y="62490"/>
                  </a:cubicBezTo>
                  <a:cubicBezTo>
                    <a:pt x="10380" y="62667"/>
                    <a:pt x="10295" y="62845"/>
                    <a:pt x="10186" y="63006"/>
                  </a:cubicBezTo>
                  <a:cubicBezTo>
                    <a:pt x="10279" y="62828"/>
                    <a:pt x="10372" y="62616"/>
                    <a:pt x="10439" y="62456"/>
                  </a:cubicBezTo>
                  <a:cubicBezTo>
                    <a:pt x="10482" y="62380"/>
                    <a:pt x="10507" y="62295"/>
                    <a:pt x="10524" y="62219"/>
                  </a:cubicBezTo>
                  <a:lnTo>
                    <a:pt x="10524" y="62219"/>
                  </a:lnTo>
                  <a:cubicBezTo>
                    <a:pt x="10380" y="62557"/>
                    <a:pt x="10143" y="63014"/>
                    <a:pt x="10025" y="63242"/>
                  </a:cubicBezTo>
                  <a:cubicBezTo>
                    <a:pt x="10074" y="63162"/>
                    <a:pt x="10102" y="63129"/>
                    <a:pt x="10116" y="63129"/>
                  </a:cubicBezTo>
                  <a:cubicBezTo>
                    <a:pt x="10135" y="63129"/>
                    <a:pt x="10122" y="63195"/>
                    <a:pt x="10092" y="63285"/>
                  </a:cubicBezTo>
                  <a:cubicBezTo>
                    <a:pt x="10211" y="63014"/>
                    <a:pt x="10414" y="62633"/>
                    <a:pt x="10608" y="62227"/>
                  </a:cubicBezTo>
                  <a:cubicBezTo>
                    <a:pt x="10803" y="61821"/>
                    <a:pt x="11023" y="61390"/>
                    <a:pt x="11201" y="61009"/>
                  </a:cubicBezTo>
                  <a:lnTo>
                    <a:pt x="11201" y="61009"/>
                  </a:lnTo>
                  <a:lnTo>
                    <a:pt x="11124" y="61077"/>
                  </a:lnTo>
                  <a:cubicBezTo>
                    <a:pt x="11225" y="60841"/>
                    <a:pt x="11255" y="60781"/>
                    <a:pt x="11262" y="60781"/>
                  </a:cubicBezTo>
                  <a:lnTo>
                    <a:pt x="11262" y="60781"/>
                  </a:lnTo>
                  <a:cubicBezTo>
                    <a:pt x="11269" y="60781"/>
                    <a:pt x="11252" y="60845"/>
                    <a:pt x="11261" y="60845"/>
                  </a:cubicBezTo>
                  <a:cubicBezTo>
                    <a:pt x="11268" y="60845"/>
                    <a:pt x="11293" y="60804"/>
                    <a:pt x="11361" y="60654"/>
                  </a:cubicBezTo>
                  <a:lnTo>
                    <a:pt x="11446" y="60417"/>
                  </a:lnTo>
                  <a:lnTo>
                    <a:pt x="11463" y="60383"/>
                  </a:lnTo>
                  <a:lnTo>
                    <a:pt x="11607" y="59994"/>
                  </a:lnTo>
                  <a:close/>
                  <a:moveTo>
                    <a:pt x="9509" y="64385"/>
                  </a:moveTo>
                  <a:cubicBezTo>
                    <a:pt x="9494" y="64419"/>
                    <a:pt x="9477" y="64457"/>
                    <a:pt x="9460" y="64499"/>
                  </a:cubicBezTo>
                  <a:lnTo>
                    <a:pt x="9460" y="64499"/>
                  </a:lnTo>
                  <a:cubicBezTo>
                    <a:pt x="9477" y="64461"/>
                    <a:pt x="9493" y="64423"/>
                    <a:pt x="9509" y="64385"/>
                  </a:cubicBezTo>
                  <a:close/>
                  <a:moveTo>
                    <a:pt x="14254" y="53184"/>
                  </a:moveTo>
                  <a:lnTo>
                    <a:pt x="14254" y="53193"/>
                  </a:lnTo>
                  <a:cubicBezTo>
                    <a:pt x="14187" y="53396"/>
                    <a:pt x="14111" y="53582"/>
                    <a:pt x="14060" y="53760"/>
                  </a:cubicBezTo>
                  <a:lnTo>
                    <a:pt x="14018" y="53793"/>
                  </a:lnTo>
                  <a:cubicBezTo>
                    <a:pt x="13662" y="54690"/>
                    <a:pt x="13442" y="55350"/>
                    <a:pt x="13045" y="56280"/>
                  </a:cubicBezTo>
                  <a:cubicBezTo>
                    <a:pt x="13077" y="56145"/>
                    <a:pt x="13221" y="55829"/>
                    <a:pt x="13209" y="55829"/>
                  </a:cubicBezTo>
                  <a:lnTo>
                    <a:pt x="13209" y="55829"/>
                  </a:lnTo>
                  <a:cubicBezTo>
                    <a:pt x="13209" y="55829"/>
                    <a:pt x="13207" y="55830"/>
                    <a:pt x="13206" y="55832"/>
                  </a:cubicBezTo>
                  <a:cubicBezTo>
                    <a:pt x="12969" y="56390"/>
                    <a:pt x="13062" y="56340"/>
                    <a:pt x="12808" y="56873"/>
                  </a:cubicBezTo>
                  <a:cubicBezTo>
                    <a:pt x="12887" y="56673"/>
                    <a:pt x="12912" y="56606"/>
                    <a:pt x="12910" y="56606"/>
                  </a:cubicBezTo>
                  <a:lnTo>
                    <a:pt x="12910" y="56606"/>
                  </a:lnTo>
                  <a:cubicBezTo>
                    <a:pt x="12904" y="56606"/>
                    <a:pt x="12789" y="56873"/>
                    <a:pt x="12780" y="56873"/>
                  </a:cubicBezTo>
                  <a:cubicBezTo>
                    <a:pt x="12777" y="56873"/>
                    <a:pt x="12782" y="56855"/>
                    <a:pt x="12798" y="56810"/>
                  </a:cubicBezTo>
                  <a:lnTo>
                    <a:pt x="12798" y="56810"/>
                  </a:lnTo>
                  <a:cubicBezTo>
                    <a:pt x="12630" y="57254"/>
                    <a:pt x="12429" y="57694"/>
                    <a:pt x="12241" y="58108"/>
                  </a:cubicBezTo>
                  <a:cubicBezTo>
                    <a:pt x="12030" y="58564"/>
                    <a:pt x="11835" y="58987"/>
                    <a:pt x="11700" y="59300"/>
                  </a:cubicBezTo>
                  <a:cubicBezTo>
                    <a:pt x="11713" y="59277"/>
                    <a:pt x="11719" y="59267"/>
                    <a:pt x="11721" y="59267"/>
                  </a:cubicBezTo>
                  <a:lnTo>
                    <a:pt x="11721" y="59267"/>
                  </a:lnTo>
                  <a:cubicBezTo>
                    <a:pt x="11732" y="59267"/>
                    <a:pt x="11598" y="59575"/>
                    <a:pt x="11598" y="59597"/>
                  </a:cubicBezTo>
                  <a:cubicBezTo>
                    <a:pt x="11566" y="59668"/>
                    <a:pt x="11549" y="59697"/>
                    <a:pt x="11545" y="59697"/>
                  </a:cubicBezTo>
                  <a:cubicBezTo>
                    <a:pt x="11538" y="59697"/>
                    <a:pt x="11555" y="59641"/>
                    <a:pt x="11590" y="59563"/>
                  </a:cubicBezTo>
                  <a:lnTo>
                    <a:pt x="11590" y="59563"/>
                  </a:lnTo>
                  <a:cubicBezTo>
                    <a:pt x="11473" y="59810"/>
                    <a:pt x="11416" y="59897"/>
                    <a:pt x="11399" y="59897"/>
                  </a:cubicBezTo>
                  <a:cubicBezTo>
                    <a:pt x="11394" y="59897"/>
                    <a:pt x="11393" y="59889"/>
                    <a:pt x="11395" y="59876"/>
                  </a:cubicBezTo>
                  <a:cubicBezTo>
                    <a:pt x="11497" y="59647"/>
                    <a:pt x="11590" y="59419"/>
                    <a:pt x="11691" y="59199"/>
                  </a:cubicBezTo>
                  <a:lnTo>
                    <a:pt x="11691" y="59199"/>
                  </a:lnTo>
                  <a:cubicBezTo>
                    <a:pt x="11590" y="59410"/>
                    <a:pt x="11522" y="59520"/>
                    <a:pt x="11437" y="59698"/>
                  </a:cubicBezTo>
                  <a:cubicBezTo>
                    <a:pt x="11404" y="59774"/>
                    <a:pt x="11361" y="59859"/>
                    <a:pt x="11311" y="59986"/>
                  </a:cubicBezTo>
                  <a:cubicBezTo>
                    <a:pt x="11268" y="60104"/>
                    <a:pt x="11277" y="60079"/>
                    <a:pt x="11294" y="60087"/>
                  </a:cubicBezTo>
                  <a:cubicBezTo>
                    <a:pt x="11209" y="60299"/>
                    <a:pt x="11099" y="60578"/>
                    <a:pt x="10964" y="60933"/>
                  </a:cubicBezTo>
                  <a:lnTo>
                    <a:pt x="10964" y="60916"/>
                  </a:lnTo>
                  <a:lnTo>
                    <a:pt x="10634" y="61635"/>
                  </a:lnTo>
                  <a:lnTo>
                    <a:pt x="10668" y="61542"/>
                  </a:lnTo>
                  <a:lnTo>
                    <a:pt x="10490" y="61974"/>
                  </a:lnTo>
                  <a:cubicBezTo>
                    <a:pt x="10488" y="61972"/>
                    <a:pt x="10486" y="61971"/>
                    <a:pt x="10484" y="61971"/>
                  </a:cubicBezTo>
                  <a:cubicBezTo>
                    <a:pt x="10460" y="61971"/>
                    <a:pt x="10423" y="62072"/>
                    <a:pt x="10415" y="62072"/>
                  </a:cubicBezTo>
                  <a:cubicBezTo>
                    <a:pt x="10414" y="62072"/>
                    <a:pt x="10414" y="62070"/>
                    <a:pt x="10414" y="62067"/>
                  </a:cubicBezTo>
                  <a:cubicBezTo>
                    <a:pt x="10245" y="62312"/>
                    <a:pt x="9974" y="63006"/>
                    <a:pt x="9678" y="63572"/>
                  </a:cubicBezTo>
                  <a:lnTo>
                    <a:pt x="9712" y="63479"/>
                  </a:lnTo>
                  <a:lnTo>
                    <a:pt x="9712" y="63479"/>
                  </a:lnTo>
                  <a:cubicBezTo>
                    <a:pt x="9585" y="63792"/>
                    <a:pt x="9187" y="64554"/>
                    <a:pt x="8934" y="65036"/>
                  </a:cubicBezTo>
                  <a:lnTo>
                    <a:pt x="8934" y="65019"/>
                  </a:lnTo>
                  <a:cubicBezTo>
                    <a:pt x="9031" y="64813"/>
                    <a:pt x="9066" y="64716"/>
                    <a:pt x="9055" y="64716"/>
                  </a:cubicBezTo>
                  <a:cubicBezTo>
                    <a:pt x="9050" y="64716"/>
                    <a:pt x="9034" y="64738"/>
                    <a:pt x="9010" y="64782"/>
                  </a:cubicBezTo>
                  <a:lnTo>
                    <a:pt x="9170" y="64410"/>
                  </a:lnTo>
                  <a:cubicBezTo>
                    <a:pt x="9255" y="64249"/>
                    <a:pt x="9475" y="63775"/>
                    <a:pt x="9517" y="63750"/>
                  </a:cubicBezTo>
                  <a:lnTo>
                    <a:pt x="9517" y="63750"/>
                  </a:lnTo>
                  <a:cubicBezTo>
                    <a:pt x="9426" y="63946"/>
                    <a:pt x="9389" y="64021"/>
                    <a:pt x="9392" y="64021"/>
                  </a:cubicBezTo>
                  <a:cubicBezTo>
                    <a:pt x="9393" y="64021"/>
                    <a:pt x="9418" y="63977"/>
                    <a:pt x="9458" y="63911"/>
                  </a:cubicBezTo>
                  <a:cubicBezTo>
                    <a:pt x="9608" y="63568"/>
                    <a:pt x="9923" y="62946"/>
                    <a:pt x="9883" y="62946"/>
                  </a:cubicBezTo>
                  <a:cubicBezTo>
                    <a:pt x="9882" y="62946"/>
                    <a:pt x="9882" y="62946"/>
                    <a:pt x="9881" y="62946"/>
                  </a:cubicBezTo>
                  <a:cubicBezTo>
                    <a:pt x="9957" y="62786"/>
                    <a:pt x="10042" y="62625"/>
                    <a:pt x="10135" y="62473"/>
                  </a:cubicBezTo>
                  <a:cubicBezTo>
                    <a:pt x="10139" y="62469"/>
                    <a:pt x="10142" y="62467"/>
                    <a:pt x="10143" y="62467"/>
                  </a:cubicBezTo>
                  <a:cubicBezTo>
                    <a:pt x="10157" y="62467"/>
                    <a:pt x="10113" y="62572"/>
                    <a:pt x="10076" y="62684"/>
                  </a:cubicBezTo>
                  <a:cubicBezTo>
                    <a:pt x="10295" y="62219"/>
                    <a:pt x="10507" y="61745"/>
                    <a:pt x="10718" y="61271"/>
                  </a:cubicBezTo>
                  <a:cubicBezTo>
                    <a:pt x="10718" y="61269"/>
                    <a:pt x="10718" y="61267"/>
                    <a:pt x="10717" y="61267"/>
                  </a:cubicBezTo>
                  <a:cubicBezTo>
                    <a:pt x="10692" y="61267"/>
                    <a:pt x="10435" y="61812"/>
                    <a:pt x="10417" y="61812"/>
                  </a:cubicBezTo>
                  <a:cubicBezTo>
                    <a:pt x="10412" y="61812"/>
                    <a:pt x="10425" y="61772"/>
                    <a:pt x="10465" y="61669"/>
                  </a:cubicBezTo>
                  <a:cubicBezTo>
                    <a:pt x="10507" y="61458"/>
                    <a:pt x="10592" y="61255"/>
                    <a:pt x="10693" y="61068"/>
                  </a:cubicBezTo>
                  <a:cubicBezTo>
                    <a:pt x="10694" y="61068"/>
                    <a:pt x="10694" y="61067"/>
                    <a:pt x="10695" y="61067"/>
                  </a:cubicBezTo>
                  <a:lnTo>
                    <a:pt x="10695" y="61067"/>
                  </a:lnTo>
                  <a:cubicBezTo>
                    <a:pt x="10699" y="61067"/>
                    <a:pt x="10683" y="61107"/>
                    <a:pt x="10668" y="61153"/>
                  </a:cubicBezTo>
                  <a:cubicBezTo>
                    <a:pt x="10761" y="60933"/>
                    <a:pt x="10786" y="60899"/>
                    <a:pt x="10905" y="60671"/>
                  </a:cubicBezTo>
                  <a:cubicBezTo>
                    <a:pt x="10909" y="60665"/>
                    <a:pt x="10913" y="60663"/>
                    <a:pt x="10915" y="60663"/>
                  </a:cubicBezTo>
                  <a:cubicBezTo>
                    <a:pt x="10935" y="60663"/>
                    <a:pt x="10781" y="60981"/>
                    <a:pt x="10727" y="61136"/>
                  </a:cubicBezTo>
                  <a:cubicBezTo>
                    <a:pt x="10795" y="60975"/>
                    <a:pt x="10862" y="60806"/>
                    <a:pt x="10938" y="60637"/>
                  </a:cubicBezTo>
                  <a:lnTo>
                    <a:pt x="10938" y="60637"/>
                  </a:lnTo>
                  <a:lnTo>
                    <a:pt x="10930" y="60679"/>
                  </a:lnTo>
                  <a:lnTo>
                    <a:pt x="11158" y="60172"/>
                  </a:lnTo>
                  <a:cubicBezTo>
                    <a:pt x="11170" y="60140"/>
                    <a:pt x="11174" y="60126"/>
                    <a:pt x="11172" y="60126"/>
                  </a:cubicBezTo>
                  <a:lnTo>
                    <a:pt x="11172" y="60126"/>
                  </a:lnTo>
                  <a:cubicBezTo>
                    <a:pt x="11163" y="60126"/>
                    <a:pt x="10976" y="60556"/>
                    <a:pt x="10947" y="60578"/>
                  </a:cubicBezTo>
                  <a:lnTo>
                    <a:pt x="11082" y="60248"/>
                  </a:lnTo>
                  <a:cubicBezTo>
                    <a:pt x="11260" y="59876"/>
                    <a:pt x="11683" y="58869"/>
                    <a:pt x="11869" y="58556"/>
                  </a:cubicBezTo>
                  <a:cubicBezTo>
                    <a:pt x="12072" y="58125"/>
                    <a:pt x="11962" y="58302"/>
                    <a:pt x="11987" y="58184"/>
                  </a:cubicBezTo>
                  <a:cubicBezTo>
                    <a:pt x="12080" y="57913"/>
                    <a:pt x="12216" y="57685"/>
                    <a:pt x="12326" y="57431"/>
                  </a:cubicBezTo>
                  <a:cubicBezTo>
                    <a:pt x="12300" y="57431"/>
                    <a:pt x="12436" y="57126"/>
                    <a:pt x="12410" y="57101"/>
                  </a:cubicBezTo>
                  <a:lnTo>
                    <a:pt x="12596" y="56678"/>
                  </a:lnTo>
                  <a:cubicBezTo>
                    <a:pt x="12605" y="56642"/>
                    <a:pt x="12606" y="56626"/>
                    <a:pt x="12603" y="56626"/>
                  </a:cubicBezTo>
                  <a:lnTo>
                    <a:pt x="12603" y="56626"/>
                  </a:lnTo>
                  <a:cubicBezTo>
                    <a:pt x="12580" y="56626"/>
                    <a:pt x="12367" y="57193"/>
                    <a:pt x="12309" y="57287"/>
                  </a:cubicBezTo>
                  <a:cubicBezTo>
                    <a:pt x="12286" y="57321"/>
                    <a:pt x="12275" y="57335"/>
                    <a:pt x="12271" y="57335"/>
                  </a:cubicBezTo>
                  <a:cubicBezTo>
                    <a:pt x="12255" y="57335"/>
                    <a:pt x="12377" y="57086"/>
                    <a:pt x="12368" y="57086"/>
                  </a:cubicBezTo>
                  <a:lnTo>
                    <a:pt x="12368" y="57086"/>
                  </a:lnTo>
                  <a:cubicBezTo>
                    <a:pt x="12366" y="57086"/>
                    <a:pt x="12361" y="57093"/>
                    <a:pt x="12351" y="57109"/>
                  </a:cubicBezTo>
                  <a:cubicBezTo>
                    <a:pt x="12207" y="57431"/>
                    <a:pt x="12216" y="57465"/>
                    <a:pt x="12157" y="57617"/>
                  </a:cubicBezTo>
                  <a:cubicBezTo>
                    <a:pt x="12084" y="57795"/>
                    <a:pt x="12026" y="57888"/>
                    <a:pt x="12014" y="57888"/>
                  </a:cubicBezTo>
                  <a:cubicBezTo>
                    <a:pt x="12014" y="57888"/>
                    <a:pt x="12013" y="57888"/>
                    <a:pt x="12013" y="57888"/>
                  </a:cubicBezTo>
                  <a:cubicBezTo>
                    <a:pt x="12258" y="57380"/>
                    <a:pt x="12114" y="57600"/>
                    <a:pt x="12300" y="57177"/>
                  </a:cubicBezTo>
                  <a:lnTo>
                    <a:pt x="12317" y="57169"/>
                  </a:lnTo>
                  <a:cubicBezTo>
                    <a:pt x="12300" y="57152"/>
                    <a:pt x="12563" y="56551"/>
                    <a:pt x="12647" y="56323"/>
                  </a:cubicBezTo>
                  <a:cubicBezTo>
                    <a:pt x="12692" y="56228"/>
                    <a:pt x="12712" y="56191"/>
                    <a:pt x="12716" y="56191"/>
                  </a:cubicBezTo>
                  <a:lnTo>
                    <a:pt x="12716" y="56191"/>
                  </a:lnTo>
                  <a:cubicBezTo>
                    <a:pt x="12731" y="56191"/>
                    <a:pt x="12527" y="56703"/>
                    <a:pt x="12537" y="56703"/>
                  </a:cubicBezTo>
                  <a:cubicBezTo>
                    <a:pt x="12537" y="56703"/>
                    <a:pt x="12537" y="56703"/>
                    <a:pt x="12537" y="56703"/>
                  </a:cubicBezTo>
                  <a:lnTo>
                    <a:pt x="12766" y="56137"/>
                  </a:lnTo>
                  <a:lnTo>
                    <a:pt x="12766" y="56137"/>
                  </a:lnTo>
                  <a:cubicBezTo>
                    <a:pt x="12681" y="56390"/>
                    <a:pt x="12799" y="56145"/>
                    <a:pt x="12681" y="56483"/>
                  </a:cubicBezTo>
                  <a:cubicBezTo>
                    <a:pt x="12816" y="56137"/>
                    <a:pt x="12850" y="56103"/>
                    <a:pt x="12977" y="55773"/>
                  </a:cubicBezTo>
                  <a:lnTo>
                    <a:pt x="12977" y="55773"/>
                  </a:lnTo>
                  <a:cubicBezTo>
                    <a:pt x="12955" y="55846"/>
                    <a:pt x="12949" y="55876"/>
                    <a:pt x="12954" y="55876"/>
                  </a:cubicBezTo>
                  <a:cubicBezTo>
                    <a:pt x="12975" y="55876"/>
                    <a:pt x="13205" y="55318"/>
                    <a:pt x="13239" y="55291"/>
                  </a:cubicBezTo>
                  <a:lnTo>
                    <a:pt x="13239" y="55291"/>
                  </a:lnTo>
                  <a:cubicBezTo>
                    <a:pt x="13104" y="55629"/>
                    <a:pt x="12952" y="55967"/>
                    <a:pt x="12783" y="56297"/>
                  </a:cubicBezTo>
                  <a:lnTo>
                    <a:pt x="12783" y="56297"/>
                  </a:lnTo>
                  <a:cubicBezTo>
                    <a:pt x="12783" y="56297"/>
                    <a:pt x="12783" y="56297"/>
                    <a:pt x="12783" y="56297"/>
                  </a:cubicBezTo>
                  <a:lnTo>
                    <a:pt x="12783" y="56297"/>
                  </a:lnTo>
                  <a:cubicBezTo>
                    <a:pt x="12784" y="56297"/>
                    <a:pt x="12595" y="56757"/>
                    <a:pt x="12503" y="56932"/>
                  </a:cubicBezTo>
                  <a:cubicBezTo>
                    <a:pt x="12478" y="57025"/>
                    <a:pt x="12453" y="57118"/>
                    <a:pt x="12427" y="57211"/>
                  </a:cubicBezTo>
                  <a:cubicBezTo>
                    <a:pt x="12546" y="56952"/>
                    <a:pt x="12677" y="56596"/>
                    <a:pt x="12697" y="56596"/>
                  </a:cubicBezTo>
                  <a:cubicBezTo>
                    <a:pt x="12700" y="56596"/>
                    <a:pt x="12700" y="56603"/>
                    <a:pt x="12698" y="56619"/>
                  </a:cubicBezTo>
                  <a:lnTo>
                    <a:pt x="12850" y="56196"/>
                  </a:lnTo>
                  <a:lnTo>
                    <a:pt x="12850" y="56196"/>
                  </a:lnTo>
                  <a:cubicBezTo>
                    <a:pt x="12723" y="56644"/>
                    <a:pt x="12732" y="56619"/>
                    <a:pt x="12588" y="57016"/>
                  </a:cubicBezTo>
                  <a:cubicBezTo>
                    <a:pt x="12960" y="56238"/>
                    <a:pt x="13138" y="55578"/>
                    <a:pt x="13442" y="54944"/>
                  </a:cubicBezTo>
                  <a:lnTo>
                    <a:pt x="13442" y="54944"/>
                  </a:lnTo>
                  <a:lnTo>
                    <a:pt x="13409" y="55045"/>
                  </a:lnTo>
                  <a:cubicBezTo>
                    <a:pt x="13679" y="54394"/>
                    <a:pt x="13832" y="53988"/>
                    <a:pt x="13967" y="53726"/>
                  </a:cubicBezTo>
                  <a:cubicBezTo>
                    <a:pt x="14051" y="53540"/>
                    <a:pt x="14145" y="53362"/>
                    <a:pt x="14254" y="53184"/>
                  </a:cubicBezTo>
                  <a:close/>
                  <a:moveTo>
                    <a:pt x="9060" y="65214"/>
                  </a:moveTo>
                  <a:lnTo>
                    <a:pt x="9060" y="65214"/>
                  </a:lnTo>
                  <a:cubicBezTo>
                    <a:pt x="9050" y="65231"/>
                    <a:pt x="9041" y="65247"/>
                    <a:pt x="9033" y="65264"/>
                  </a:cubicBezTo>
                  <a:lnTo>
                    <a:pt x="9033" y="65264"/>
                  </a:lnTo>
                  <a:cubicBezTo>
                    <a:pt x="9042" y="65248"/>
                    <a:pt x="9051" y="65231"/>
                    <a:pt x="9060" y="65214"/>
                  </a:cubicBezTo>
                  <a:close/>
                  <a:moveTo>
                    <a:pt x="8037" y="66550"/>
                  </a:moveTo>
                  <a:lnTo>
                    <a:pt x="8037" y="66550"/>
                  </a:lnTo>
                  <a:cubicBezTo>
                    <a:pt x="8018" y="66581"/>
                    <a:pt x="7985" y="66640"/>
                    <a:pt x="7945" y="66717"/>
                  </a:cubicBezTo>
                  <a:lnTo>
                    <a:pt x="7945" y="66717"/>
                  </a:lnTo>
                  <a:lnTo>
                    <a:pt x="8037" y="66550"/>
                  </a:lnTo>
                  <a:close/>
                  <a:moveTo>
                    <a:pt x="7402" y="67988"/>
                  </a:moveTo>
                  <a:cubicBezTo>
                    <a:pt x="7398" y="68001"/>
                    <a:pt x="7392" y="68013"/>
                    <a:pt x="7387" y="68026"/>
                  </a:cubicBezTo>
                  <a:lnTo>
                    <a:pt x="7387" y="68026"/>
                  </a:lnTo>
                  <a:cubicBezTo>
                    <a:pt x="7392" y="68016"/>
                    <a:pt x="7397" y="68006"/>
                    <a:pt x="7402" y="67997"/>
                  </a:cubicBezTo>
                  <a:lnTo>
                    <a:pt x="7402" y="67988"/>
                  </a:lnTo>
                  <a:close/>
                  <a:moveTo>
                    <a:pt x="6180" y="69629"/>
                  </a:moveTo>
                  <a:cubicBezTo>
                    <a:pt x="6176" y="69637"/>
                    <a:pt x="6172" y="69646"/>
                    <a:pt x="6167" y="69655"/>
                  </a:cubicBezTo>
                  <a:cubicBezTo>
                    <a:pt x="6173" y="69644"/>
                    <a:pt x="6177" y="69636"/>
                    <a:pt x="6180" y="69629"/>
                  </a:cubicBezTo>
                  <a:close/>
                  <a:moveTo>
                    <a:pt x="8637" y="65459"/>
                  </a:moveTo>
                  <a:lnTo>
                    <a:pt x="8637" y="65459"/>
                  </a:lnTo>
                  <a:cubicBezTo>
                    <a:pt x="8485" y="65746"/>
                    <a:pt x="8299" y="66119"/>
                    <a:pt x="8088" y="66559"/>
                  </a:cubicBezTo>
                  <a:cubicBezTo>
                    <a:pt x="7876" y="67007"/>
                    <a:pt x="7639" y="67506"/>
                    <a:pt x="7377" y="68064"/>
                  </a:cubicBezTo>
                  <a:cubicBezTo>
                    <a:pt x="7377" y="68051"/>
                    <a:pt x="7381" y="68039"/>
                    <a:pt x="7387" y="68026"/>
                  </a:cubicBezTo>
                  <a:lnTo>
                    <a:pt x="7387" y="68026"/>
                  </a:lnTo>
                  <a:cubicBezTo>
                    <a:pt x="7106" y="68548"/>
                    <a:pt x="7085" y="68605"/>
                    <a:pt x="6853" y="69046"/>
                  </a:cubicBezTo>
                  <a:lnTo>
                    <a:pt x="6912" y="68902"/>
                  </a:lnTo>
                  <a:lnTo>
                    <a:pt x="6912" y="68902"/>
                  </a:lnTo>
                  <a:cubicBezTo>
                    <a:pt x="6853" y="68969"/>
                    <a:pt x="6683" y="69333"/>
                    <a:pt x="6489" y="69689"/>
                  </a:cubicBezTo>
                  <a:cubicBezTo>
                    <a:pt x="6421" y="69858"/>
                    <a:pt x="6336" y="70018"/>
                    <a:pt x="6235" y="70171"/>
                  </a:cubicBezTo>
                  <a:lnTo>
                    <a:pt x="6252" y="70112"/>
                  </a:lnTo>
                  <a:lnTo>
                    <a:pt x="6252" y="70112"/>
                  </a:lnTo>
                  <a:cubicBezTo>
                    <a:pt x="6210" y="70171"/>
                    <a:pt x="6007" y="70509"/>
                    <a:pt x="5787" y="70907"/>
                  </a:cubicBezTo>
                  <a:lnTo>
                    <a:pt x="5863" y="70738"/>
                  </a:lnTo>
                  <a:cubicBezTo>
                    <a:pt x="5914" y="70628"/>
                    <a:pt x="5973" y="70509"/>
                    <a:pt x="6040" y="70365"/>
                  </a:cubicBezTo>
                  <a:lnTo>
                    <a:pt x="6040" y="70365"/>
                  </a:lnTo>
                  <a:cubicBezTo>
                    <a:pt x="5998" y="70450"/>
                    <a:pt x="5947" y="70543"/>
                    <a:pt x="5871" y="70670"/>
                  </a:cubicBezTo>
                  <a:lnTo>
                    <a:pt x="6210" y="69942"/>
                  </a:lnTo>
                  <a:lnTo>
                    <a:pt x="6210" y="69942"/>
                  </a:lnTo>
                  <a:cubicBezTo>
                    <a:pt x="6007" y="70289"/>
                    <a:pt x="6023" y="70365"/>
                    <a:pt x="5778" y="70788"/>
                  </a:cubicBezTo>
                  <a:cubicBezTo>
                    <a:pt x="5761" y="70746"/>
                    <a:pt x="5736" y="70763"/>
                    <a:pt x="5964" y="70298"/>
                  </a:cubicBezTo>
                  <a:cubicBezTo>
                    <a:pt x="6044" y="70159"/>
                    <a:pt x="6069" y="70120"/>
                    <a:pt x="6073" y="70120"/>
                  </a:cubicBezTo>
                  <a:lnTo>
                    <a:pt x="6073" y="70120"/>
                  </a:lnTo>
                  <a:cubicBezTo>
                    <a:pt x="6079" y="70120"/>
                    <a:pt x="6051" y="70183"/>
                    <a:pt x="6058" y="70183"/>
                  </a:cubicBezTo>
                  <a:cubicBezTo>
                    <a:pt x="6062" y="70183"/>
                    <a:pt x="6073" y="70169"/>
                    <a:pt x="6100" y="70128"/>
                  </a:cubicBezTo>
                  <a:cubicBezTo>
                    <a:pt x="6235" y="69807"/>
                    <a:pt x="6345" y="69756"/>
                    <a:pt x="6480" y="69409"/>
                  </a:cubicBezTo>
                  <a:cubicBezTo>
                    <a:pt x="6683" y="69020"/>
                    <a:pt x="6641" y="69156"/>
                    <a:pt x="6717" y="69037"/>
                  </a:cubicBezTo>
                  <a:lnTo>
                    <a:pt x="6717" y="69037"/>
                  </a:lnTo>
                  <a:cubicBezTo>
                    <a:pt x="6656" y="69154"/>
                    <a:pt x="6643" y="69185"/>
                    <a:pt x="6648" y="69185"/>
                  </a:cubicBezTo>
                  <a:cubicBezTo>
                    <a:pt x="6654" y="69185"/>
                    <a:pt x="6684" y="69143"/>
                    <a:pt x="6690" y="69143"/>
                  </a:cubicBezTo>
                  <a:lnTo>
                    <a:pt x="6690" y="69143"/>
                  </a:lnTo>
                  <a:cubicBezTo>
                    <a:pt x="6697" y="69143"/>
                    <a:pt x="6679" y="69186"/>
                    <a:pt x="6590" y="69359"/>
                  </a:cubicBezTo>
                  <a:cubicBezTo>
                    <a:pt x="6819" y="68969"/>
                    <a:pt x="6717" y="69054"/>
                    <a:pt x="6903" y="68724"/>
                  </a:cubicBezTo>
                  <a:lnTo>
                    <a:pt x="6962" y="68690"/>
                  </a:lnTo>
                  <a:cubicBezTo>
                    <a:pt x="7132" y="68386"/>
                    <a:pt x="7504" y="67743"/>
                    <a:pt x="7707" y="67320"/>
                  </a:cubicBezTo>
                  <a:lnTo>
                    <a:pt x="7707" y="67320"/>
                  </a:lnTo>
                  <a:cubicBezTo>
                    <a:pt x="7659" y="67399"/>
                    <a:pt x="7639" y="67429"/>
                    <a:pt x="7634" y="67429"/>
                  </a:cubicBezTo>
                  <a:cubicBezTo>
                    <a:pt x="7621" y="67429"/>
                    <a:pt x="7762" y="67147"/>
                    <a:pt x="7746" y="67147"/>
                  </a:cubicBezTo>
                  <a:lnTo>
                    <a:pt x="7746" y="67147"/>
                  </a:lnTo>
                  <a:cubicBezTo>
                    <a:pt x="7745" y="67147"/>
                    <a:pt x="7743" y="67148"/>
                    <a:pt x="7741" y="67151"/>
                  </a:cubicBezTo>
                  <a:cubicBezTo>
                    <a:pt x="7741" y="67217"/>
                    <a:pt x="7471" y="67676"/>
                    <a:pt x="7454" y="67676"/>
                  </a:cubicBezTo>
                  <a:cubicBezTo>
                    <a:pt x="7453" y="67676"/>
                    <a:pt x="7453" y="67676"/>
                    <a:pt x="7453" y="67675"/>
                  </a:cubicBezTo>
                  <a:cubicBezTo>
                    <a:pt x="7571" y="67459"/>
                    <a:pt x="7806" y="66984"/>
                    <a:pt x="7945" y="66717"/>
                  </a:cubicBezTo>
                  <a:lnTo>
                    <a:pt x="7945" y="66717"/>
                  </a:lnTo>
                  <a:lnTo>
                    <a:pt x="7749" y="67075"/>
                  </a:lnTo>
                  <a:cubicBezTo>
                    <a:pt x="7825" y="66880"/>
                    <a:pt x="8147" y="66195"/>
                    <a:pt x="8147" y="66178"/>
                  </a:cubicBezTo>
                  <a:cubicBezTo>
                    <a:pt x="8265" y="65975"/>
                    <a:pt x="8417" y="65662"/>
                    <a:pt x="8494" y="65560"/>
                  </a:cubicBezTo>
                  <a:lnTo>
                    <a:pt x="8494" y="65560"/>
                  </a:lnTo>
                  <a:lnTo>
                    <a:pt x="8316" y="65958"/>
                  </a:lnTo>
                  <a:lnTo>
                    <a:pt x="8223" y="66085"/>
                  </a:lnTo>
                  <a:lnTo>
                    <a:pt x="8138" y="66322"/>
                  </a:lnTo>
                  <a:cubicBezTo>
                    <a:pt x="8274" y="66076"/>
                    <a:pt x="8561" y="65560"/>
                    <a:pt x="8637" y="65459"/>
                  </a:cubicBezTo>
                  <a:close/>
                  <a:moveTo>
                    <a:pt x="4315" y="73783"/>
                  </a:moveTo>
                  <a:lnTo>
                    <a:pt x="4315" y="73783"/>
                  </a:lnTo>
                  <a:lnTo>
                    <a:pt x="4315" y="73783"/>
                  </a:lnTo>
                  <a:close/>
                  <a:moveTo>
                    <a:pt x="21157" y="0"/>
                  </a:moveTo>
                  <a:lnTo>
                    <a:pt x="21157" y="0"/>
                  </a:lnTo>
                  <a:cubicBezTo>
                    <a:pt x="21293" y="1125"/>
                    <a:pt x="21453" y="1624"/>
                    <a:pt x="21538" y="2546"/>
                  </a:cubicBezTo>
                  <a:cubicBezTo>
                    <a:pt x="21530" y="2500"/>
                    <a:pt x="21525" y="2484"/>
                    <a:pt x="21523" y="2484"/>
                  </a:cubicBezTo>
                  <a:cubicBezTo>
                    <a:pt x="21517" y="2484"/>
                    <a:pt x="21521" y="2557"/>
                    <a:pt x="21521" y="2580"/>
                  </a:cubicBezTo>
                  <a:cubicBezTo>
                    <a:pt x="21580" y="2868"/>
                    <a:pt x="21606" y="3223"/>
                    <a:pt x="21640" y="3401"/>
                  </a:cubicBezTo>
                  <a:lnTo>
                    <a:pt x="21690" y="3866"/>
                  </a:lnTo>
                  <a:cubicBezTo>
                    <a:pt x="21673" y="3858"/>
                    <a:pt x="21623" y="3688"/>
                    <a:pt x="21572" y="3215"/>
                  </a:cubicBezTo>
                  <a:lnTo>
                    <a:pt x="21572" y="3215"/>
                  </a:lnTo>
                  <a:cubicBezTo>
                    <a:pt x="21656" y="4044"/>
                    <a:pt x="21750" y="4771"/>
                    <a:pt x="21834" y="5507"/>
                  </a:cubicBezTo>
                  <a:cubicBezTo>
                    <a:pt x="21902" y="6243"/>
                    <a:pt x="21961" y="6979"/>
                    <a:pt x="22012" y="7817"/>
                  </a:cubicBezTo>
                  <a:cubicBezTo>
                    <a:pt x="22012" y="7826"/>
                    <a:pt x="22012" y="7829"/>
                    <a:pt x="22011" y="7829"/>
                  </a:cubicBezTo>
                  <a:cubicBezTo>
                    <a:pt x="22009" y="7829"/>
                    <a:pt x="22000" y="7692"/>
                    <a:pt x="21996" y="7692"/>
                  </a:cubicBezTo>
                  <a:cubicBezTo>
                    <a:pt x="21995" y="7692"/>
                    <a:pt x="21995" y="7701"/>
                    <a:pt x="21995" y="7724"/>
                  </a:cubicBezTo>
                  <a:cubicBezTo>
                    <a:pt x="22004" y="7838"/>
                    <a:pt x="22017" y="7994"/>
                    <a:pt x="22029" y="8114"/>
                  </a:cubicBezTo>
                  <a:lnTo>
                    <a:pt x="22029" y="8114"/>
                  </a:lnTo>
                  <a:cubicBezTo>
                    <a:pt x="22029" y="8106"/>
                    <a:pt x="22029" y="8096"/>
                    <a:pt x="22029" y="8087"/>
                  </a:cubicBezTo>
                  <a:lnTo>
                    <a:pt x="22029" y="8087"/>
                  </a:lnTo>
                  <a:cubicBezTo>
                    <a:pt x="22031" y="8115"/>
                    <a:pt x="22033" y="8142"/>
                    <a:pt x="22035" y="8169"/>
                  </a:cubicBezTo>
                  <a:lnTo>
                    <a:pt x="22035" y="8169"/>
                  </a:lnTo>
                  <a:cubicBezTo>
                    <a:pt x="22033" y="8152"/>
                    <a:pt x="22031" y="8134"/>
                    <a:pt x="22029" y="8114"/>
                  </a:cubicBezTo>
                  <a:lnTo>
                    <a:pt x="22029" y="8114"/>
                  </a:lnTo>
                  <a:cubicBezTo>
                    <a:pt x="22030" y="8150"/>
                    <a:pt x="22033" y="8184"/>
                    <a:pt x="22038" y="8218"/>
                  </a:cubicBezTo>
                  <a:lnTo>
                    <a:pt x="22038" y="8218"/>
                  </a:lnTo>
                  <a:cubicBezTo>
                    <a:pt x="22037" y="8202"/>
                    <a:pt x="22036" y="8186"/>
                    <a:pt x="22035" y="8169"/>
                  </a:cubicBezTo>
                  <a:lnTo>
                    <a:pt x="22035" y="8169"/>
                  </a:lnTo>
                  <a:cubicBezTo>
                    <a:pt x="22039" y="8207"/>
                    <a:pt x="22042" y="8238"/>
                    <a:pt x="22045" y="8261"/>
                  </a:cubicBezTo>
                  <a:lnTo>
                    <a:pt x="22045" y="8261"/>
                  </a:lnTo>
                  <a:cubicBezTo>
                    <a:pt x="22043" y="8247"/>
                    <a:pt x="22040" y="8232"/>
                    <a:pt x="22038" y="8218"/>
                  </a:cubicBezTo>
                  <a:lnTo>
                    <a:pt x="22038" y="8218"/>
                  </a:lnTo>
                  <a:cubicBezTo>
                    <a:pt x="22049" y="8385"/>
                    <a:pt x="22054" y="8536"/>
                    <a:pt x="22054" y="8671"/>
                  </a:cubicBezTo>
                  <a:cubicBezTo>
                    <a:pt x="22062" y="8849"/>
                    <a:pt x="22062" y="9001"/>
                    <a:pt x="22062" y="9145"/>
                  </a:cubicBezTo>
                  <a:cubicBezTo>
                    <a:pt x="22071" y="9449"/>
                    <a:pt x="22071" y="9695"/>
                    <a:pt x="22096" y="9974"/>
                  </a:cubicBezTo>
                  <a:cubicBezTo>
                    <a:pt x="22096" y="9975"/>
                    <a:pt x="22095" y="9976"/>
                    <a:pt x="22095" y="9976"/>
                  </a:cubicBezTo>
                  <a:cubicBezTo>
                    <a:pt x="22079" y="9976"/>
                    <a:pt x="22065" y="9612"/>
                    <a:pt x="22063" y="9612"/>
                  </a:cubicBezTo>
                  <a:cubicBezTo>
                    <a:pt x="22063" y="9612"/>
                    <a:pt x="22062" y="9614"/>
                    <a:pt x="22062" y="9618"/>
                  </a:cubicBezTo>
                  <a:cubicBezTo>
                    <a:pt x="22071" y="10050"/>
                    <a:pt x="22088" y="10371"/>
                    <a:pt x="22122" y="10701"/>
                  </a:cubicBezTo>
                  <a:cubicBezTo>
                    <a:pt x="22147" y="11023"/>
                    <a:pt x="22164" y="11353"/>
                    <a:pt x="22164" y="11784"/>
                  </a:cubicBezTo>
                  <a:cubicBezTo>
                    <a:pt x="22158" y="11721"/>
                    <a:pt x="22154" y="11694"/>
                    <a:pt x="22151" y="11694"/>
                  </a:cubicBezTo>
                  <a:cubicBezTo>
                    <a:pt x="22138" y="11694"/>
                    <a:pt x="22137" y="12023"/>
                    <a:pt x="22130" y="12207"/>
                  </a:cubicBezTo>
                  <a:cubicBezTo>
                    <a:pt x="22139" y="12562"/>
                    <a:pt x="22164" y="13112"/>
                    <a:pt x="22164" y="13713"/>
                  </a:cubicBezTo>
                  <a:cubicBezTo>
                    <a:pt x="22164" y="14313"/>
                    <a:pt x="22147" y="14956"/>
                    <a:pt x="22147" y="15498"/>
                  </a:cubicBezTo>
                  <a:cubicBezTo>
                    <a:pt x="22142" y="15472"/>
                    <a:pt x="22137" y="15461"/>
                    <a:pt x="22133" y="15461"/>
                  </a:cubicBezTo>
                  <a:cubicBezTo>
                    <a:pt x="22093" y="15461"/>
                    <a:pt x="22116" y="16698"/>
                    <a:pt x="22062" y="16775"/>
                  </a:cubicBezTo>
                  <a:cubicBezTo>
                    <a:pt x="22046" y="16987"/>
                    <a:pt x="22046" y="17198"/>
                    <a:pt x="22062" y="17410"/>
                  </a:cubicBezTo>
                  <a:cubicBezTo>
                    <a:pt x="22062" y="17274"/>
                    <a:pt x="22071" y="17130"/>
                    <a:pt x="22096" y="16995"/>
                  </a:cubicBezTo>
                  <a:lnTo>
                    <a:pt x="22096" y="16995"/>
                  </a:lnTo>
                  <a:cubicBezTo>
                    <a:pt x="22079" y="17350"/>
                    <a:pt x="22062" y="17875"/>
                    <a:pt x="22079" y="17926"/>
                  </a:cubicBezTo>
                  <a:lnTo>
                    <a:pt x="22037" y="18357"/>
                  </a:lnTo>
                  <a:cubicBezTo>
                    <a:pt x="22062" y="18492"/>
                    <a:pt x="22071" y="18628"/>
                    <a:pt x="22054" y="18763"/>
                  </a:cubicBezTo>
                  <a:cubicBezTo>
                    <a:pt x="21978" y="19288"/>
                    <a:pt x="22096" y="18704"/>
                    <a:pt x="22029" y="19465"/>
                  </a:cubicBezTo>
                  <a:cubicBezTo>
                    <a:pt x="22020" y="19330"/>
                    <a:pt x="22012" y="19203"/>
                    <a:pt x="21995" y="19068"/>
                  </a:cubicBezTo>
                  <a:cubicBezTo>
                    <a:pt x="21969" y="19431"/>
                    <a:pt x="21986" y="19389"/>
                    <a:pt x="21969" y="19643"/>
                  </a:cubicBezTo>
                  <a:cubicBezTo>
                    <a:pt x="21967" y="19652"/>
                    <a:pt x="21964" y="19656"/>
                    <a:pt x="21962" y="19656"/>
                  </a:cubicBezTo>
                  <a:cubicBezTo>
                    <a:pt x="21946" y="19656"/>
                    <a:pt x="21953" y="19359"/>
                    <a:pt x="21953" y="19110"/>
                  </a:cubicBezTo>
                  <a:lnTo>
                    <a:pt x="21953" y="19110"/>
                  </a:lnTo>
                  <a:cubicBezTo>
                    <a:pt x="21944" y="19262"/>
                    <a:pt x="21927" y="19423"/>
                    <a:pt x="21910" y="19575"/>
                  </a:cubicBezTo>
                  <a:cubicBezTo>
                    <a:pt x="21902" y="20032"/>
                    <a:pt x="21885" y="20819"/>
                    <a:pt x="21817" y="21546"/>
                  </a:cubicBezTo>
                  <a:cubicBezTo>
                    <a:pt x="21811" y="21460"/>
                    <a:pt x="21818" y="21311"/>
                    <a:pt x="21806" y="21311"/>
                  </a:cubicBezTo>
                  <a:cubicBezTo>
                    <a:pt x="21802" y="21311"/>
                    <a:pt x="21795" y="21332"/>
                    <a:pt x="21783" y="21385"/>
                  </a:cubicBezTo>
                  <a:cubicBezTo>
                    <a:pt x="21783" y="21766"/>
                    <a:pt x="21750" y="22147"/>
                    <a:pt x="21707" y="22528"/>
                  </a:cubicBezTo>
                  <a:lnTo>
                    <a:pt x="21707" y="22451"/>
                  </a:lnTo>
                  <a:cubicBezTo>
                    <a:pt x="21656" y="23179"/>
                    <a:pt x="21640" y="22993"/>
                    <a:pt x="21563" y="23653"/>
                  </a:cubicBezTo>
                  <a:cubicBezTo>
                    <a:pt x="21563" y="23644"/>
                    <a:pt x="21563" y="23627"/>
                    <a:pt x="21563" y="23619"/>
                  </a:cubicBezTo>
                  <a:lnTo>
                    <a:pt x="21538" y="24025"/>
                  </a:lnTo>
                  <a:cubicBezTo>
                    <a:pt x="21530" y="24304"/>
                    <a:pt x="21496" y="24592"/>
                    <a:pt x="21453" y="24871"/>
                  </a:cubicBezTo>
                  <a:cubicBezTo>
                    <a:pt x="21411" y="25057"/>
                    <a:pt x="21369" y="25201"/>
                    <a:pt x="21327" y="25454"/>
                  </a:cubicBezTo>
                  <a:lnTo>
                    <a:pt x="21335" y="25344"/>
                  </a:lnTo>
                  <a:lnTo>
                    <a:pt x="21335" y="25344"/>
                  </a:lnTo>
                  <a:cubicBezTo>
                    <a:pt x="21259" y="25657"/>
                    <a:pt x="21149" y="26664"/>
                    <a:pt x="21098" y="26952"/>
                  </a:cubicBezTo>
                  <a:cubicBezTo>
                    <a:pt x="21174" y="26605"/>
                    <a:pt x="21140" y="26842"/>
                    <a:pt x="21208" y="26580"/>
                  </a:cubicBezTo>
                  <a:cubicBezTo>
                    <a:pt x="21242" y="26267"/>
                    <a:pt x="21191" y="26360"/>
                    <a:pt x="21276" y="25835"/>
                  </a:cubicBezTo>
                  <a:lnTo>
                    <a:pt x="21276" y="25835"/>
                  </a:lnTo>
                  <a:cubicBezTo>
                    <a:pt x="21301" y="25911"/>
                    <a:pt x="21217" y="26571"/>
                    <a:pt x="21225" y="26706"/>
                  </a:cubicBezTo>
                  <a:cubicBezTo>
                    <a:pt x="21208" y="26884"/>
                    <a:pt x="21166" y="27062"/>
                    <a:pt x="21090" y="27222"/>
                  </a:cubicBezTo>
                  <a:cubicBezTo>
                    <a:pt x="21047" y="27586"/>
                    <a:pt x="20997" y="27865"/>
                    <a:pt x="20946" y="28170"/>
                  </a:cubicBezTo>
                  <a:cubicBezTo>
                    <a:pt x="20887" y="28474"/>
                    <a:pt x="20836" y="28804"/>
                    <a:pt x="20768" y="29244"/>
                  </a:cubicBezTo>
                  <a:cubicBezTo>
                    <a:pt x="20735" y="29563"/>
                    <a:pt x="20768" y="29815"/>
                    <a:pt x="20595" y="30546"/>
                  </a:cubicBezTo>
                  <a:lnTo>
                    <a:pt x="20595" y="30546"/>
                  </a:lnTo>
                  <a:cubicBezTo>
                    <a:pt x="20595" y="30533"/>
                    <a:pt x="20594" y="30525"/>
                    <a:pt x="20591" y="30522"/>
                  </a:cubicBezTo>
                  <a:lnTo>
                    <a:pt x="20591" y="30522"/>
                  </a:lnTo>
                  <a:lnTo>
                    <a:pt x="20591" y="30564"/>
                  </a:lnTo>
                  <a:cubicBezTo>
                    <a:pt x="20592" y="30558"/>
                    <a:pt x="20593" y="30552"/>
                    <a:pt x="20595" y="30546"/>
                  </a:cubicBezTo>
                  <a:lnTo>
                    <a:pt x="20595" y="30546"/>
                  </a:lnTo>
                  <a:cubicBezTo>
                    <a:pt x="20593" y="30629"/>
                    <a:pt x="20521" y="30897"/>
                    <a:pt x="20506" y="31029"/>
                  </a:cubicBezTo>
                  <a:cubicBezTo>
                    <a:pt x="20522" y="30981"/>
                    <a:pt x="20531" y="30963"/>
                    <a:pt x="20535" y="30963"/>
                  </a:cubicBezTo>
                  <a:lnTo>
                    <a:pt x="20535" y="30963"/>
                  </a:lnTo>
                  <a:cubicBezTo>
                    <a:pt x="20548" y="30963"/>
                    <a:pt x="20517" y="31138"/>
                    <a:pt x="20526" y="31138"/>
                  </a:cubicBezTo>
                  <a:cubicBezTo>
                    <a:pt x="20529" y="31138"/>
                    <a:pt x="20538" y="31113"/>
                    <a:pt x="20557" y="31046"/>
                  </a:cubicBezTo>
                  <a:lnTo>
                    <a:pt x="20557" y="31046"/>
                  </a:lnTo>
                  <a:cubicBezTo>
                    <a:pt x="20481" y="31478"/>
                    <a:pt x="20421" y="31545"/>
                    <a:pt x="20388" y="31579"/>
                  </a:cubicBezTo>
                  <a:cubicBezTo>
                    <a:pt x="20371" y="31892"/>
                    <a:pt x="20210" y="32433"/>
                    <a:pt x="20100" y="33102"/>
                  </a:cubicBezTo>
                  <a:cubicBezTo>
                    <a:pt x="20107" y="32996"/>
                    <a:pt x="20196" y="32481"/>
                    <a:pt x="20182" y="32481"/>
                  </a:cubicBezTo>
                  <a:lnTo>
                    <a:pt x="20182" y="32481"/>
                  </a:lnTo>
                  <a:cubicBezTo>
                    <a:pt x="20179" y="32481"/>
                    <a:pt x="20172" y="32502"/>
                    <a:pt x="20159" y="32552"/>
                  </a:cubicBezTo>
                  <a:cubicBezTo>
                    <a:pt x="20125" y="32831"/>
                    <a:pt x="20091" y="33119"/>
                    <a:pt x="20041" y="33406"/>
                  </a:cubicBezTo>
                  <a:cubicBezTo>
                    <a:pt x="20062" y="33298"/>
                    <a:pt x="20090" y="33196"/>
                    <a:pt x="20108" y="33090"/>
                  </a:cubicBezTo>
                  <a:lnTo>
                    <a:pt x="20108" y="33090"/>
                  </a:lnTo>
                  <a:cubicBezTo>
                    <a:pt x="20049" y="33469"/>
                    <a:pt x="19959" y="33847"/>
                    <a:pt x="19846" y="34218"/>
                  </a:cubicBezTo>
                  <a:cubicBezTo>
                    <a:pt x="19843" y="34226"/>
                    <a:pt x="19841" y="34230"/>
                    <a:pt x="19840" y="34230"/>
                  </a:cubicBezTo>
                  <a:cubicBezTo>
                    <a:pt x="19831" y="34230"/>
                    <a:pt x="19868" y="34027"/>
                    <a:pt x="19905" y="33863"/>
                  </a:cubicBezTo>
                  <a:lnTo>
                    <a:pt x="19905" y="33863"/>
                  </a:lnTo>
                  <a:cubicBezTo>
                    <a:pt x="19855" y="34058"/>
                    <a:pt x="19795" y="34379"/>
                    <a:pt x="19753" y="34641"/>
                  </a:cubicBezTo>
                  <a:cubicBezTo>
                    <a:pt x="19728" y="34836"/>
                    <a:pt x="19592" y="35513"/>
                    <a:pt x="19559" y="35792"/>
                  </a:cubicBezTo>
                  <a:cubicBezTo>
                    <a:pt x="19550" y="35826"/>
                    <a:pt x="19542" y="35859"/>
                    <a:pt x="19533" y="35893"/>
                  </a:cubicBezTo>
                  <a:cubicBezTo>
                    <a:pt x="19533" y="35886"/>
                    <a:pt x="19533" y="35878"/>
                    <a:pt x="19534" y="35870"/>
                  </a:cubicBezTo>
                  <a:lnTo>
                    <a:pt x="19534" y="35870"/>
                  </a:lnTo>
                  <a:cubicBezTo>
                    <a:pt x="19522" y="35916"/>
                    <a:pt x="19515" y="35951"/>
                    <a:pt x="19508" y="35986"/>
                  </a:cubicBezTo>
                  <a:cubicBezTo>
                    <a:pt x="19474" y="36096"/>
                    <a:pt x="19449" y="36206"/>
                    <a:pt x="19423" y="36325"/>
                  </a:cubicBezTo>
                  <a:lnTo>
                    <a:pt x="19432" y="36249"/>
                  </a:lnTo>
                  <a:lnTo>
                    <a:pt x="19432" y="36249"/>
                  </a:lnTo>
                  <a:cubicBezTo>
                    <a:pt x="19423" y="36299"/>
                    <a:pt x="19415" y="36342"/>
                    <a:pt x="19406" y="36384"/>
                  </a:cubicBezTo>
                  <a:cubicBezTo>
                    <a:pt x="19372" y="36502"/>
                    <a:pt x="19339" y="36612"/>
                    <a:pt x="19322" y="36748"/>
                  </a:cubicBezTo>
                  <a:lnTo>
                    <a:pt x="19288" y="36925"/>
                  </a:lnTo>
                  <a:lnTo>
                    <a:pt x="19305" y="36841"/>
                  </a:lnTo>
                  <a:lnTo>
                    <a:pt x="19305" y="36841"/>
                  </a:lnTo>
                  <a:cubicBezTo>
                    <a:pt x="19330" y="36883"/>
                    <a:pt x="19255" y="37298"/>
                    <a:pt x="19131" y="37791"/>
                  </a:cubicBezTo>
                  <a:lnTo>
                    <a:pt x="19131" y="37791"/>
                  </a:lnTo>
                  <a:cubicBezTo>
                    <a:pt x="19148" y="37725"/>
                    <a:pt x="19212" y="37477"/>
                    <a:pt x="19305" y="37137"/>
                  </a:cubicBezTo>
                  <a:lnTo>
                    <a:pt x="19305" y="37137"/>
                  </a:lnTo>
                  <a:lnTo>
                    <a:pt x="19279" y="37264"/>
                  </a:lnTo>
                  <a:cubicBezTo>
                    <a:pt x="19136" y="37822"/>
                    <a:pt x="19017" y="38347"/>
                    <a:pt x="18873" y="38829"/>
                  </a:cubicBezTo>
                  <a:cubicBezTo>
                    <a:pt x="18916" y="38651"/>
                    <a:pt x="18958" y="38465"/>
                    <a:pt x="19017" y="38245"/>
                  </a:cubicBezTo>
                  <a:lnTo>
                    <a:pt x="19017" y="38245"/>
                  </a:lnTo>
                  <a:cubicBezTo>
                    <a:pt x="18941" y="38507"/>
                    <a:pt x="18856" y="38837"/>
                    <a:pt x="18780" y="39133"/>
                  </a:cubicBezTo>
                  <a:cubicBezTo>
                    <a:pt x="18741" y="39284"/>
                    <a:pt x="18702" y="39434"/>
                    <a:pt x="18656" y="39582"/>
                  </a:cubicBezTo>
                  <a:lnTo>
                    <a:pt x="18656" y="39582"/>
                  </a:lnTo>
                  <a:cubicBezTo>
                    <a:pt x="18683" y="39482"/>
                    <a:pt x="18697" y="39424"/>
                    <a:pt x="18704" y="39387"/>
                  </a:cubicBezTo>
                  <a:lnTo>
                    <a:pt x="18704" y="39387"/>
                  </a:lnTo>
                  <a:cubicBezTo>
                    <a:pt x="18682" y="39468"/>
                    <a:pt x="18660" y="39542"/>
                    <a:pt x="18644" y="39621"/>
                  </a:cubicBezTo>
                  <a:lnTo>
                    <a:pt x="18644" y="39621"/>
                  </a:lnTo>
                  <a:cubicBezTo>
                    <a:pt x="18623" y="39685"/>
                    <a:pt x="18601" y="39748"/>
                    <a:pt x="18577" y="39810"/>
                  </a:cubicBezTo>
                  <a:cubicBezTo>
                    <a:pt x="18755" y="39006"/>
                    <a:pt x="18882" y="38626"/>
                    <a:pt x="19068" y="37780"/>
                  </a:cubicBezTo>
                  <a:cubicBezTo>
                    <a:pt x="19092" y="37704"/>
                    <a:pt x="19104" y="37673"/>
                    <a:pt x="19108" y="37673"/>
                  </a:cubicBezTo>
                  <a:lnTo>
                    <a:pt x="19108" y="37673"/>
                  </a:lnTo>
                  <a:cubicBezTo>
                    <a:pt x="19124" y="37673"/>
                    <a:pt x="18959" y="38334"/>
                    <a:pt x="18966" y="38355"/>
                  </a:cubicBezTo>
                  <a:lnTo>
                    <a:pt x="19093" y="37881"/>
                  </a:lnTo>
                  <a:lnTo>
                    <a:pt x="19093" y="37881"/>
                  </a:lnTo>
                  <a:cubicBezTo>
                    <a:pt x="19092" y="37883"/>
                    <a:pt x="19092" y="37884"/>
                    <a:pt x="19091" y="37884"/>
                  </a:cubicBezTo>
                  <a:cubicBezTo>
                    <a:pt x="19075" y="37884"/>
                    <a:pt x="19254" y="37151"/>
                    <a:pt x="19225" y="37151"/>
                  </a:cubicBezTo>
                  <a:lnTo>
                    <a:pt x="19225" y="37151"/>
                  </a:lnTo>
                  <a:cubicBezTo>
                    <a:pt x="19221" y="37151"/>
                    <a:pt x="19214" y="37162"/>
                    <a:pt x="19203" y="37188"/>
                  </a:cubicBezTo>
                  <a:cubicBezTo>
                    <a:pt x="19068" y="37704"/>
                    <a:pt x="18941" y="38228"/>
                    <a:pt x="18806" y="38736"/>
                  </a:cubicBezTo>
                  <a:cubicBezTo>
                    <a:pt x="18670" y="39235"/>
                    <a:pt x="18535" y="39717"/>
                    <a:pt x="18416" y="40165"/>
                  </a:cubicBezTo>
                  <a:lnTo>
                    <a:pt x="18425" y="39243"/>
                  </a:lnTo>
                  <a:lnTo>
                    <a:pt x="18425" y="39176"/>
                  </a:lnTo>
                  <a:cubicBezTo>
                    <a:pt x="18188" y="40064"/>
                    <a:pt x="18391" y="39632"/>
                    <a:pt x="18349" y="39844"/>
                  </a:cubicBezTo>
                  <a:cubicBezTo>
                    <a:pt x="18307" y="40030"/>
                    <a:pt x="18264" y="40208"/>
                    <a:pt x="18205" y="40385"/>
                  </a:cubicBezTo>
                  <a:lnTo>
                    <a:pt x="18222" y="40284"/>
                  </a:lnTo>
                  <a:lnTo>
                    <a:pt x="18222" y="40284"/>
                  </a:lnTo>
                  <a:cubicBezTo>
                    <a:pt x="18087" y="40842"/>
                    <a:pt x="18205" y="40470"/>
                    <a:pt x="18070" y="40960"/>
                  </a:cubicBezTo>
                  <a:cubicBezTo>
                    <a:pt x="18051" y="41050"/>
                    <a:pt x="18046" y="41083"/>
                    <a:pt x="18048" y="41083"/>
                  </a:cubicBezTo>
                  <a:cubicBezTo>
                    <a:pt x="18054" y="41083"/>
                    <a:pt x="18123" y="40814"/>
                    <a:pt x="18129" y="40814"/>
                  </a:cubicBezTo>
                  <a:lnTo>
                    <a:pt x="18129" y="40814"/>
                  </a:lnTo>
                  <a:cubicBezTo>
                    <a:pt x="18130" y="40814"/>
                    <a:pt x="18128" y="40829"/>
                    <a:pt x="18120" y="40867"/>
                  </a:cubicBezTo>
                  <a:cubicBezTo>
                    <a:pt x="17968" y="41400"/>
                    <a:pt x="18095" y="41214"/>
                    <a:pt x="17824" y="42026"/>
                  </a:cubicBezTo>
                  <a:cubicBezTo>
                    <a:pt x="17824" y="41984"/>
                    <a:pt x="17765" y="42103"/>
                    <a:pt x="17900" y="41629"/>
                  </a:cubicBezTo>
                  <a:lnTo>
                    <a:pt x="17900" y="41629"/>
                  </a:lnTo>
                  <a:lnTo>
                    <a:pt x="17740" y="42086"/>
                  </a:lnTo>
                  <a:cubicBezTo>
                    <a:pt x="17892" y="41527"/>
                    <a:pt x="17799" y="41866"/>
                    <a:pt x="17960" y="41299"/>
                  </a:cubicBezTo>
                  <a:cubicBezTo>
                    <a:pt x="17998" y="41063"/>
                    <a:pt x="17967" y="41080"/>
                    <a:pt x="17992" y="40908"/>
                  </a:cubicBezTo>
                  <a:lnTo>
                    <a:pt x="17992" y="40908"/>
                  </a:lnTo>
                  <a:cubicBezTo>
                    <a:pt x="17967" y="41054"/>
                    <a:pt x="17936" y="41194"/>
                    <a:pt x="17892" y="41341"/>
                  </a:cubicBezTo>
                  <a:cubicBezTo>
                    <a:pt x="17857" y="41453"/>
                    <a:pt x="17843" y="41493"/>
                    <a:pt x="17840" y="41493"/>
                  </a:cubicBezTo>
                  <a:cubicBezTo>
                    <a:pt x="17833" y="41493"/>
                    <a:pt x="17892" y="41261"/>
                    <a:pt x="17892" y="41231"/>
                  </a:cubicBezTo>
                  <a:lnTo>
                    <a:pt x="17892" y="41231"/>
                  </a:lnTo>
                  <a:cubicBezTo>
                    <a:pt x="17782" y="41756"/>
                    <a:pt x="17697" y="41790"/>
                    <a:pt x="17596" y="42255"/>
                  </a:cubicBezTo>
                  <a:cubicBezTo>
                    <a:pt x="17664" y="42179"/>
                    <a:pt x="17630" y="42263"/>
                    <a:pt x="17748" y="41942"/>
                  </a:cubicBezTo>
                  <a:lnTo>
                    <a:pt x="17748" y="41942"/>
                  </a:lnTo>
                  <a:cubicBezTo>
                    <a:pt x="17676" y="42256"/>
                    <a:pt x="17542" y="42638"/>
                    <a:pt x="17507" y="42638"/>
                  </a:cubicBezTo>
                  <a:cubicBezTo>
                    <a:pt x="17506" y="42638"/>
                    <a:pt x="17504" y="42638"/>
                    <a:pt x="17503" y="42635"/>
                  </a:cubicBezTo>
                  <a:lnTo>
                    <a:pt x="17503" y="42635"/>
                  </a:lnTo>
                  <a:lnTo>
                    <a:pt x="17511" y="42712"/>
                  </a:lnTo>
                  <a:cubicBezTo>
                    <a:pt x="17486" y="42779"/>
                    <a:pt x="17410" y="43041"/>
                    <a:pt x="17393" y="43050"/>
                  </a:cubicBezTo>
                  <a:lnTo>
                    <a:pt x="17376" y="43168"/>
                  </a:lnTo>
                  <a:cubicBezTo>
                    <a:pt x="17486" y="42898"/>
                    <a:pt x="17571" y="42619"/>
                    <a:pt x="17647" y="42339"/>
                  </a:cubicBezTo>
                  <a:lnTo>
                    <a:pt x="17647" y="42339"/>
                  </a:lnTo>
                  <a:cubicBezTo>
                    <a:pt x="17639" y="42376"/>
                    <a:pt x="17640" y="42387"/>
                    <a:pt x="17645" y="42387"/>
                  </a:cubicBezTo>
                  <a:cubicBezTo>
                    <a:pt x="17652" y="42387"/>
                    <a:pt x="17667" y="42362"/>
                    <a:pt x="17674" y="42362"/>
                  </a:cubicBezTo>
                  <a:lnTo>
                    <a:pt x="17674" y="42362"/>
                  </a:lnTo>
                  <a:cubicBezTo>
                    <a:pt x="17684" y="42362"/>
                    <a:pt x="17679" y="42412"/>
                    <a:pt x="17613" y="42652"/>
                  </a:cubicBezTo>
                  <a:cubicBezTo>
                    <a:pt x="17588" y="42735"/>
                    <a:pt x="17578" y="42761"/>
                    <a:pt x="17575" y="42761"/>
                  </a:cubicBezTo>
                  <a:cubicBezTo>
                    <a:pt x="17568" y="42761"/>
                    <a:pt x="17581" y="42686"/>
                    <a:pt x="17572" y="42686"/>
                  </a:cubicBezTo>
                  <a:lnTo>
                    <a:pt x="17572" y="42686"/>
                  </a:lnTo>
                  <a:cubicBezTo>
                    <a:pt x="17571" y="42686"/>
                    <a:pt x="17571" y="42686"/>
                    <a:pt x="17571" y="42686"/>
                  </a:cubicBezTo>
                  <a:cubicBezTo>
                    <a:pt x="17410" y="43287"/>
                    <a:pt x="17317" y="43583"/>
                    <a:pt x="17215" y="43845"/>
                  </a:cubicBezTo>
                  <a:cubicBezTo>
                    <a:pt x="17122" y="44107"/>
                    <a:pt x="17029" y="44336"/>
                    <a:pt x="16894" y="44810"/>
                  </a:cubicBezTo>
                  <a:cubicBezTo>
                    <a:pt x="16928" y="44683"/>
                    <a:pt x="16987" y="44488"/>
                    <a:pt x="17063" y="44260"/>
                  </a:cubicBezTo>
                  <a:cubicBezTo>
                    <a:pt x="17088" y="44150"/>
                    <a:pt x="17131" y="44031"/>
                    <a:pt x="17165" y="43913"/>
                  </a:cubicBezTo>
                  <a:cubicBezTo>
                    <a:pt x="17198" y="43786"/>
                    <a:pt x="17232" y="43667"/>
                    <a:pt x="17266" y="43558"/>
                  </a:cubicBezTo>
                  <a:lnTo>
                    <a:pt x="17266" y="43558"/>
                  </a:lnTo>
                  <a:cubicBezTo>
                    <a:pt x="17165" y="43820"/>
                    <a:pt x="17097" y="44141"/>
                    <a:pt x="17004" y="44403"/>
                  </a:cubicBezTo>
                  <a:cubicBezTo>
                    <a:pt x="17039" y="44279"/>
                    <a:pt x="17056" y="44208"/>
                    <a:pt x="17050" y="44208"/>
                  </a:cubicBezTo>
                  <a:lnTo>
                    <a:pt x="17050" y="44208"/>
                  </a:lnTo>
                  <a:cubicBezTo>
                    <a:pt x="17043" y="44208"/>
                    <a:pt x="17018" y="44266"/>
                    <a:pt x="16970" y="44395"/>
                  </a:cubicBezTo>
                  <a:lnTo>
                    <a:pt x="16953" y="44513"/>
                  </a:lnTo>
                  <a:cubicBezTo>
                    <a:pt x="16910" y="44651"/>
                    <a:pt x="16835" y="44888"/>
                    <a:pt x="16804" y="44964"/>
                  </a:cubicBezTo>
                  <a:lnTo>
                    <a:pt x="16804" y="44964"/>
                  </a:lnTo>
                  <a:cubicBezTo>
                    <a:pt x="16828" y="44915"/>
                    <a:pt x="16851" y="44866"/>
                    <a:pt x="16867" y="44813"/>
                  </a:cubicBezTo>
                  <a:lnTo>
                    <a:pt x="16867" y="44813"/>
                  </a:lnTo>
                  <a:cubicBezTo>
                    <a:pt x="16754" y="45243"/>
                    <a:pt x="16531" y="45998"/>
                    <a:pt x="16285" y="46696"/>
                  </a:cubicBezTo>
                  <a:cubicBezTo>
                    <a:pt x="16278" y="46649"/>
                    <a:pt x="16478" y="46019"/>
                    <a:pt x="16465" y="46019"/>
                  </a:cubicBezTo>
                  <a:lnTo>
                    <a:pt x="16465" y="46019"/>
                  </a:lnTo>
                  <a:cubicBezTo>
                    <a:pt x="16462" y="46019"/>
                    <a:pt x="16444" y="46062"/>
                    <a:pt x="16403" y="46171"/>
                  </a:cubicBezTo>
                  <a:cubicBezTo>
                    <a:pt x="16319" y="46527"/>
                    <a:pt x="16209" y="46882"/>
                    <a:pt x="16073" y="47229"/>
                  </a:cubicBezTo>
                  <a:cubicBezTo>
                    <a:pt x="16085" y="47183"/>
                    <a:pt x="16088" y="47165"/>
                    <a:pt x="16085" y="47165"/>
                  </a:cubicBezTo>
                  <a:lnTo>
                    <a:pt x="16085" y="47165"/>
                  </a:lnTo>
                  <a:cubicBezTo>
                    <a:pt x="16074" y="47165"/>
                    <a:pt x="15975" y="47441"/>
                    <a:pt x="15964" y="47441"/>
                  </a:cubicBezTo>
                  <a:cubicBezTo>
                    <a:pt x="15964" y="47441"/>
                    <a:pt x="15963" y="47441"/>
                    <a:pt x="15963" y="47440"/>
                  </a:cubicBezTo>
                  <a:lnTo>
                    <a:pt x="15760" y="48168"/>
                  </a:lnTo>
                  <a:cubicBezTo>
                    <a:pt x="15642" y="48515"/>
                    <a:pt x="15498" y="48912"/>
                    <a:pt x="15405" y="49225"/>
                  </a:cubicBezTo>
                  <a:cubicBezTo>
                    <a:pt x="15439" y="49124"/>
                    <a:pt x="15481" y="48980"/>
                    <a:pt x="15540" y="48811"/>
                  </a:cubicBezTo>
                  <a:lnTo>
                    <a:pt x="15540" y="48811"/>
                  </a:lnTo>
                  <a:cubicBezTo>
                    <a:pt x="15481" y="49056"/>
                    <a:pt x="15405" y="49293"/>
                    <a:pt x="15303" y="49521"/>
                  </a:cubicBezTo>
                  <a:cubicBezTo>
                    <a:pt x="15219" y="49758"/>
                    <a:pt x="15109" y="50004"/>
                    <a:pt x="15007" y="50317"/>
                  </a:cubicBezTo>
                  <a:lnTo>
                    <a:pt x="15092" y="50029"/>
                  </a:lnTo>
                  <a:lnTo>
                    <a:pt x="15092" y="50029"/>
                  </a:lnTo>
                  <a:cubicBezTo>
                    <a:pt x="14914" y="50494"/>
                    <a:pt x="14796" y="50858"/>
                    <a:pt x="14669" y="51230"/>
                  </a:cubicBezTo>
                  <a:lnTo>
                    <a:pt x="14652" y="51213"/>
                  </a:lnTo>
                  <a:cubicBezTo>
                    <a:pt x="14618" y="51374"/>
                    <a:pt x="14576" y="51535"/>
                    <a:pt x="14517" y="51687"/>
                  </a:cubicBezTo>
                  <a:cubicBezTo>
                    <a:pt x="14441" y="51915"/>
                    <a:pt x="14348" y="52161"/>
                    <a:pt x="14322" y="52245"/>
                  </a:cubicBezTo>
                  <a:cubicBezTo>
                    <a:pt x="14525" y="51687"/>
                    <a:pt x="14618" y="51442"/>
                    <a:pt x="14711" y="51205"/>
                  </a:cubicBezTo>
                  <a:cubicBezTo>
                    <a:pt x="14804" y="50968"/>
                    <a:pt x="14897" y="50740"/>
                    <a:pt x="15092" y="50190"/>
                  </a:cubicBezTo>
                  <a:lnTo>
                    <a:pt x="15092" y="50190"/>
                  </a:lnTo>
                  <a:cubicBezTo>
                    <a:pt x="14974" y="50613"/>
                    <a:pt x="14872" y="50909"/>
                    <a:pt x="14737" y="51366"/>
                  </a:cubicBezTo>
                  <a:cubicBezTo>
                    <a:pt x="14711" y="51450"/>
                    <a:pt x="14677" y="51535"/>
                    <a:pt x="14635" y="51611"/>
                  </a:cubicBezTo>
                  <a:cubicBezTo>
                    <a:pt x="14601" y="51772"/>
                    <a:pt x="14559" y="51924"/>
                    <a:pt x="14508" y="52076"/>
                  </a:cubicBezTo>
                  <a:lnTo>
                    <a:pt x="14466" y="52152"/>
                  </a:lnTo>
                  <a:cubicBezTo>
                    <a:pt x="14161" y="52897"/>
                    <a:pt x="14263" y="52854"/>
                    <a:pt x="13967" y="53557"/>
                  </a:cubicBezTo>
                  <a:cubicBezTo>
                    <a:pt x="13960" y="53566"/>
                    <a:pt x="13956" y="53571"/>
                    <a:pt x="13954" y="53571"/>
                  </a:cubicBezTo>
                  <a:cubicBezTo>
                    <a:pt x="13924" y="53571"/>
                    <a:pt x="14173" y="52896"/>
                    <a:pt x="14314" y="52482"/>
                  </a:cubicBezTo>
                  <a:lnTo>
                    <a:pt x="14314" y="52482"/>
                  </a:lnTo>
                  <a:cubicBezTo>
                    <a:pt x="14292" y="52526"/>
                    <a:pt x="14281" y="52545"/>
                    <a:pt x="14277" y="52545"/>
                  </a:cubicBezTo>
                  <a:cubicBezTo>
                    <a:pt x="14261" y="52545"/>
                    <a:pt x="14453" y="52059"/>
                    <a:pt x="14432" y="52059"/>
                  </a:cubicBezTo>
                  <a:lnTo>
                    <a:pt x="14432" y="52059"/>
                  </a:lnTo>
                  <a:cubicBezTo>
                    <a:pt x="14428" y="52059"/>
                    <a:pt x="14412" y="52083"/>
                    <a:pt x="14381" y="52144"/>
                  </a:cubicBezTo>
                  <a:lnTo>
                    <a:pt x="14322" y="52364"/>
                  </a:lnTo>
                  <a:cubicBezTo>
                    <a:pt x="14274" y="52478"/>
                    <a:pt x="14248" y="52526"/>
                    <a:pt x="14243" y="52526"/>
                  </a:cubicBezTo>
                  <a:cubicBezTo>
                    <a:pt x="14238" y="52526"/>
                    <a:pt x="14251" y="52484"/>
                    <a:pt x="14280" y="52414"/>
                  </a:cubicBezTo>
                  <a:lnTo>
                    <a:pt x="14280" y="52414"/>
                  </a:lnTo>
                  <a:cubicBezTo>
                    <a:pt x="14229" y="52524"/>
                    <a:pt x="14187" y="52634"/>
                    <a:pt x="14161" y="52753"/>
                  </a:cubicBezTo>
                  <a:cubicBezTo>
                    <a:pt x="13996" y="53180"/>
                    <a:pt x="13956" y="53266"/>
                    <a:pt x="13947" y="53266"/>
                  </a:cubicBezTo>
                  <a:cubicBezTo>
                    <a:pt x="13941" y="53266"/>
                    <a:pt x="13949" y="53228"/>
                    <a:pt x="13941" y="53228"/>
                  </a:cubicBezTo>
                  <a:cubicBezTo>
                    <a:pt x="13931" y="53228"/>
                    <a:pt x="13887" y="53310"/>
                    <a:pt x="13722" y="53717"/>
                  </a:cubicBezTo>
                  <a:cubicBezTo>
                    <a:pt x="13753" y="53600"/>
                    <a:pt x="13864" y="53331"/>
                    <a:pt x="13847" y="53331"/>
                  </a:cubicBezTo>
                  <a:lnTo>
                    <a:pt x="13847" y="53331"/>
                  </a:lnTo>
                  <a:cubicBezTo>
                    <a:pt x="13845" y="53331"/>
                    <a:pt x="13843" y="53333"/>
                    <a:pt x="13840" y="53337"/>
                  </a:cubicBezTo>
                  <a:lnTo>
                    <a:pt x="14077" y="52744"/>
                  </a:lnTo>
                  <a:lnTo>
                    <a:pt x="14060" y="52727"/>
                  </a:lnTo>
                  <a:cubicBezTo>
                    <a:pt x="13848" y="53235"/>
                    <a:pt x="13671" y="53760"/>
                    <a:pt x="13527" y="54292"/>
                  </a:cubicBezTo>
                  <a:cubicBezTo>
                    <a:pt x="13627" y="54011"/>
                    <a:pt x="13655" y="53947"/>
                    <a:pt x="13664" y="53947"/>
                  </a:cubicBezTo>
                  <a:cubicBezTo>
                    <a:pt x="13671" y="53947"/>
                    <a:pt x="13665" y="53992"/>
                    <a:pt x="13675" y="53992"/>
                  </a:cubicBezTo>
                  <a:cubicBezTo>
                    <a:pt x="13683" y="53992"/>
                    <a:pt x="13700" y="53966"/>
                    <a:pt x="13738" y="53878"/>
                  </a:cubicBezTo>
                  <a:lnTo>
                    <a:pt x="13738" y="53878"/>
                  </a:lnTo>
                  <a:cubicBezTo>
                    <a:pt x="13705" y="53988"/>
                    <a:pt x="13662" y="54098"/>
                    <a:pt x="13612" y="54208"/>
                  </a:cubicBezTo>
                  <a:cubicBezTo>
                    <a:pt x="13596" y="54256"/>
                    <a:pt x="13482" y="54567"/>
                    <a:pt x="13497" y="54567"/>
                  </a:cubicBezTo>
                  <a:cubicBezTo>
                    <a:pt x="13498" y="54567"/>
                    <a:pt x="13498" y="54567"/>
                    <a:pt x="13499" y="54566"/>
                  </a:cubicBezTo>
                  <a:lnTo>
                    <a:pt x="13499" y="54566"/>
                  </a:lnTo>
                  <a:cubicBezTo>
                    <a:pt x="13373" y="54701"/>
                    <a:pt x="12883" y="55854"/>
                    <a:pt x="12831" y="55854"/>
                  </a:cubicBezTo>
                  <a:cubicBezTo>
                    <a:pt x="12825" y="55854"/>
                    <a:pt x="12825" y="55837"/>
                    <a:pt x="12833" y="55798"/>
                  </a:cubicBezTo>
                  <a:lnTo>
                    <a:pt x="12833" y="55798"/>
                  </a:lnTo>
                  <a:cubicBezTo>
                    <a:pt x="12740" y="56001"/>
                    <a:pt x="12580" y="56424"/>
                    <a:pt x="12376" y="56915"/>
                  </a:cubicBezTo>
                  <a:cubicBezTo>
                    <a:pt x="12173" y="57406"/>
                    <a:pt x="11937" y="57947"/>
                    <a:pt x="11750" y="58395"/>
                  </a:cubicBezTo>
                  <a:lnTo>
                    <a:pt x="11801" y="58184"/>
                  </a:lnTo>
                  <a:lnTo>
                    <a:pt x="11801" y="58184"/>
                  </a:lnTo>
                  <a:cubicBezTo>
                    <a:pt x="11336" y="59097"/>
                    <a:pt x="11480" y="59030"/>
                    <a:pt x="11251" y="59580"/>
                  </a:cubicBezTo>
                  <a:cubicBezTo>
                    <a:pt x="11291" y="59476"/>
                    <a:pt x="11304" y="59435"/>
                    <a:pt x="11301" y="59435"/>
                  </a:cubicBezTo>
                  <a:lnTo>
                    <a:pt x="11301" y="59435"/>
                  </a:lnTo>
                  <a:cubicBezTo>
                    <a:pt x="11296" y="59435"/>
                    <a:pt x="11258" y="59514"/>
                    <a:pt x="11209" y="59622"/>
                  </a:cubicBezTo>
                  <a:cubicBezTo>
                    <a:pt x="11116" y="59816"/>
                    <a:pt x="10981" y="60079"/>
                    <a:pt x="10930" y="60172"/>
                  </a:cubicBezTo>
                  <a:cubicBezTo>
                    <a:pt x="10752" y="60612"/>
                    <a:pt x="10625" y="60967"/>
                    <a:pt x="10346" y="61568"/>
                  </a:cubicBezTo>
                  <a:cubicBezTo>
                    <a:pt x="10211" y="61711"/>
                    <a:pt x="10101" y="61872"/>
                    <a:pt x="10033" y="62058"/>
                  </a:cubicBezTo>
                  <a:cubicBezTo>
                    <a:pt x="9991" y="62143"/>
                    <a:pt x="9966" y="62236"/>
                    <a:pt x="9923" y="62320"/>
                  </a:cubicBezTo>
                  <a:cubicBezTo>
                    <a:pt x="9737" y="62701"/>
                    <a:pt x="9509" y="63217"/>
                    <a:pt x="9382" y="63446"/>
                  </a:cubicBezTo>
                  <a:lnTo>
                    <a:pt x="9399" y="63395"/>
                  </a:lnTo>
                  <a:lnTo>
                    <a:pt x="9399" y="63395"/>
                  </a:lnTo>
                  <a:cubicBezTo>
                    <a:pt x="9277" y="63625"/>
                    <a:pt x="9233" y="63737"/>
                    <a:pt x="9245" y="63737"/>
                  </a:cubicBezTo>
                  <a:cubicBezTo>
                    <a:pt x="9255" y="63737"/>
                    <a:pt x="9302" y="63665"/>
                    <a:pt x="9373" y="63522"/>
                  </a:cubicBezTo>
                  <a:lnTo>
                    <a:pt x="9373" y="63522"/>
                  </a:lnTo>
                  <a:lnTo>
                    <a:pt x="9196" y="63928"/>
                  </a:lnTo>
                  <a:lnTo>
                    <a:pt x="9179" y="63936"/>
                  </a:lnTo>
                  <a:cubicBezTo>
                    <a:pt x="9060" y="64207"/>
                    <a:pt x="8950" y="64478"/>
                    <a:pt x="8815" y="64774"/>
                  </a:cubicBezTo>
                  <a:cubicBezTo>
                    <a:pt x="8680" y="65078"/>
                    <a:pt x="8519" y="65408"/>
                    <a:pt x="8308" y="65831"/>
                  </a:cubicBezTo>
                  <a:cubicBezTo>
                    <a:pt x="8320" y="65800"/>
                    <a:pt x="8322" y="65788"/>
                    <a:pt x="8319" y="65788"/>
                  </a:cubicBezTo>
                  <a:lnTo>
                    <a:pt x="8319" y="65788"/>
                  </a:lnTo>
                  <a:cubicBezTo>
                    <a:pt x="8303" y="65788"/>
                    <a:pt x="8175" y="66011"/>
                    <a:pt x="8165" y="66011"/>
                  </a:cubicBezTo>
                  <a:cubicBezTo>
                    <a:pt x="8158" y="66011"/>
                    <a:pt x="8193" y="65933"/>
                    <a:pt x="8316" y="65687"/>
                  </a:cubicBezTo>
                  <a:lnTo>
                    <a:pt x="8316" y="65687"/>
                  </a:lnTo>
                  <a:cubicBezTo>
                    <a:pt x="8293" y="65742"/>
                    <a:pt x="8287" y="65762"/>
                    <a:pt x="8290" y="65762"/>
                  </a:cubicBezTo>
                  <a:cubicBezTo>
                    <a:pt x="8302" y="65762"/>
                    <a:pt x="8409" y="65569"/>
                    <a:pt x="8434" y="65543"/>
                  </a:cubicBezTo>
                  <a:cubicBezTo>
                    <a:pt x="8578" y="65273"/>
                    <a:pt x="8680" y="65011"/>
                    <a:pt x="8739" y="64884"/>
                  </a:cubicBezTo>
                  <a:lnTo>
                    <a:pt x="8739" y="64884"/>
                  </a:lnTo>
                  <a:cubicBezTo>
                    <a:pt x="8724" y="64906"/>
                    <a:pt x="8712" y="64916"/>
                    <a:pt x="8705" y="64916"/>
                  </a:cubicBezTo>
                  <a:cubicBezTo>
                    <a:pt x="8684" y="64916"/>
                    <a:pt x="8695" y="64835"/>
                    <a:pt x="8739" y="64723"/>
                  </a:cubicBezTo>
                  <a:lnTo>
                    <a:pt x="8739" y="64723"/>
                  </a:lnTo>
                  <a:cubicBezTo>
                    <a:pt x="8502" y="65281"/>
                    <a:pt x="7690" y="66779"/>
                    <a:pt x="7690" y="66939"/>
                  </a:cubicBezTo>
                  <a:cubicBezTo>
                    <a:pt x="7521" y="67278"/>
                    <a:pt x="7318" y="67658"/>
                    <a:pt x="7106" y="68047"/>
                  </a:cubicBezTo>
                  <a:cubicBezTo>
                    <a:pt x="6895" y="68445"/>
                    <a:pt x="6683" y="68851"/>
                    <a:pt x="6472" y="69223"/>
                  </a:cubicBezTo>
                  <a:cubicBezTo>
                    <a:pt x="6487" y="69201"/>
                    <a:pt x="6521" y="69153"/>
                    <a:pt x="6524" y="69153"/>
                  </a:cubicBezTo>
                  <a:lnTo>
                    <a:pt x="6524" y="69153"/>
                  </a:lnTo>
                  <a:cubicBezTo>
                    <a:pt x="6524" y="69153"/>
                    <a:pt x="6524" y="69154"/>
                    <a:pt x="6523" y="69156"/>
                  </a:cubicBezTo>
                  <a:lnTo>
                    <a:pt x="6150" y="69790"/>
                  </a:lnTo>
                  <a:lnTo>
                    <a:pt x="6218" y="69638"/>
                  </a:lnTo>
                  <a:lnTo>
                    <a:pt x="6218" y="69638"/>
                  </a:lnTo>
                  <a:cubicBezTo>
                    <a:pt x="6142" y="69782"/>
                    <a:pt x="6049" y="69917"/>
                    <a:pt x="5964" y="70052"/>
                  </a:cubicBezTo>
                  <a:cubicBezTo>
                    <a:pt x="5961" y="70057"/>
                    <a:pt x="5958" y="70059"/>
                    <a:pt x="5957" y="70059"/>
                  </a:cubicBezTo>
                  <a:cubicBezTo>
                    <a:pt x="5948" y="70059"/>
                    <a:pt x="6025" y="69907"/>
                    <a:pt x="6108" y="69748"/>
                  </a:cubicBezTo>
                  <a:cubicBezTo>
                    <a:pt x="6143" y="69673"/>
                    <a:pt x="6181" y="69609"/>
                    <a:pt x="6186" y="69609"/>
                  </a:cubicBezTo>
                  <a:lnTo>
                    <a:pt x="6186" y="69609"/>
                  </a:lnTo>
                  <a:cubicBezTo>
                    <a:pt x="6188" y="69609"/>
                    <a:pt x="6186" y="69615"/>
                    <a:pt x="6180" y="69629"/>
                  </a:cubicBezTo>
                  <a:lnTo>
                    <a:pt x="6180" y="69629"/>
                  </a:lnTo>
                  <a:cubicBezTo>
                    <a:pt x="6222" y="69541"/>
                    <a:pt x="6236" y="69508"/>
                    <a:pt x="6233" y="69508"/>
                  </a:cubicBezTo>
                  <a:lnTo>
                    <a:pt x="6233" y="69508"/>
                  </a:lnTo>
                  <a:cubicBezTo>
                    <a:pt x="6225" y="69508"/>
                    <a:pt x="6072" y="69793"/>
                    <a:pt x="6062" y="69793"/>
                  </a:cubicBezTo>
                  <a:cubicBezTo>
                    <a:pt x="6060" y="69793"/>
                    <a:pt x="6068" y="69773"/>
                    <a:pt x="6091" y="69722"/>
                  </a:cubicBezTo>
                  <a:cubicBezTo>
                    <a:pt x="6159" y="69612"/>
                    <a:pt x="6227" y="69460"/>
                    <a:pt x="6269" y="69376"/>
                  </a:cubicBezTo>
                  <a:lnTo>
                    <a:pt x="6269" y="69376"/>
                  </a:lnTo>
                  <a:cubicBezTo>
                    <a:pt x="6125" y="69638"/>
                    <a:pt x="6023" y="69832"/>
                    <a:pt x="5939" y="70002"/>
                  </a:cubicBezTo>
                  <a:cubicBezTo>
                    <a:pt x="5854" y="70162"/>
                    <a:pt x="5761" y="70315"/>
                    <a:pt x="5660" y="70458"/>
                  </a:cubicBezTo>
                  <a:cubicBezTo>
                    <a:pt x="5465" y="70890"/>
                    <a:pt x="5245" y="71304"/>
                    <a:pt x="5000" y="71702"/>
                  </a:cubicBezTo>
                  <a:cubicBezTo>
                    <a:pt x="5010" y="71678"/>
                    <a:pt x="5014" y="71668"/>
                    <a:pt x="5012" y="71668"/>
                  </a:cubicBezTo>
                  <a:lnTo>
                    <a:pt x="5012" y="71668"/>
                  </a:lnTo>
                  <a:cubicBezTo>
                    <a:pt x="5002" y="71668"/>
                    <a:pt x="4814" y="72020"/>
                    <a:pt x="4802" y="72020"/>
                  </a:cubicBezTo>
                  <a:cubicBezTo>
                    <a:pt x="4800" y="72020"/>
                    <a:pt x="4805" y="72003"/>
                    <a:pt x="4822" y="71964"/>
                  </a:cubicBezTo>
                  <a:lnTo>
                    <a:pt x="4822" y="71964"/>
                  </a:lnTo>
                  <a:cubicBezTo>
                    <a:pt x="4738" y="72159"/>
                    <a:pt x="4467" y="72565"/>
                    <a:pt x="4442" y="72649"/>
                  </a:cubicBezTo>
                  <a:cubicBezTo>
                    <a:pt x="4475" y="72573"/>
                    <a:pt x="4594" y="72370"/>
                    <a:pt x="4687" y="72235"/>
                  </a:cubicBezTo>
                  <a:lnTo>
                    <a:pt x="4687" y="72235"/>
                  </a:lnTo>
                  <a:cubicBezTo>
                    <a:pt x="4577" y="72429"/>
                    <a:pt x="4585" y="72463"/>
                    <a:pt x="4442" y="72700"/>
                  </a:cubicBezTo>
                  <a:cubicBezTo>
                    <a:pt x="4434" y="72711"/>
                    <a:pt x="4430" y="72714"/>
                    <a:pt x="4428" y="72714"/>
                  </a:cubicBezTo>
                  <a:cubicBezTo>
                    <a:pt x="4425" y="72714"/>
                    <a:pt x="4425" y="72709"/>
                    <a:pt x="4425" y="72709"/>
                  </a:cubicBezTo>
                  <a:cubicBezTo>
                    <a:pt x="4264" y="73022"/>
                    <a:pt x="4425" y="72844"/>
                    <a:pt x="4112" y="73385"/>
                  </a:cubicBezTo>
                  <a:cubicBezTo>
                    <a:pt x="3861" y="73819"/>
                    <a:pt x="3768" y="73966"/>
                    <a:pt x="3757" y="73966"/>
                  </a:cubicBezTo>
                  <a:cubicBezTo>
                    <a:pt x="3732" y="73966"/>
                    <a:pt x="4062" y="73327"/>
                    <a:pt x="4048" y="73327"/>
                  </a:cubicBezTo>
                  <a:lnTo>
                    <a:pt x="4048" y="73327"/>
                  </a:lnTo>
                  <a:cubicBezTo>
                    <a:pt x="4047" y="73327"/>
                    <a:pt x="4043" y="73332"/>
                    <a:pt x="4036" y="73343"/>
                  </a:cubicBezTo>
                  <a:cubicBezTo>
                    <a:pt x="4019" y="73402"/>
                    <a:pt x="3663" y="74037"/>
                    <a:pt x="3486" y="74307"/>
                  </a:cubicBezTo>
                  <a:lnTo>
                    <a:pt x="3519" y="74231"/>
                  </a:lnTo>
                  <a:lnTo>
                    <a:pt x="3519" y="74231"/>
                  </a:lnTo>
                  <a:cubicBezTo>
                    <a:pt x="3435" y="74409"/>
                    <a:pt x="3333" y="74578"/>
                    <a:pt x="3223" y="74747"/>
                  </a:cubicBezTo>
                  <a:cubicBezTo>
                    <a:pt x="3198" y="74849"/>
                    <a:pt x="3113" y="75026"/>
                    <a:pt x="3071" y="75136"/>
                  </a:cubicBezTo>
                  <a:lnTo>
                    <a:pt x="2690" y="75771"/>
                  </a:lnTo>
                  <a:lnTo>
                    <a:pt x="2690" y="75771"/>
                  </a:lnTo>
                  <a:lnTo>
                    <a:pt x="2758" y="75627"/>
                  </a:lnTo>
                  <a:lnTo>
                    <a:pt x="2758" y="75627"/>
                  </a:lnTo>
                  <a:cubicBezTo>
                    <a:pt x="2674" y="75779"/>
                    <a:pt x="2597" y="75906"/>
                    <a:pt x="2521" y="76033"/>
                  </a:cubicBezTo>
                  <a:cubicBezTo>
                    <a:pt x="2517" y="76037"/>
                    <a:pt x="2515" y="76039"/>
                    <a:pt x="2513" y="76039"/>
                  </a:cubicBezTo>
                  <a:cubicBezTo>
                    <a:pt x="2502" y="76039"/>
                    <a:pt x="2607" y="75870"/>
                    <a:pt x="2699" y="75695"/>
                  </a:cubicBezTo>
                  <a:lnTo>
                    <a:pt x="2699" y="75695"/>
                  </a:lnTo>
                  <a:cubicBezTo>
                    <a:pt x="2606" y="75813"/>
                    <a:pt x="2530" y="75940"/>
                    <a:pt x="2479" y="76075"/>
                  </a:cubicBezTo>
                  <a:lnTo>
                    <a:pt x="2521" y="75999"/>
                  </a:lnTo>
                  <a:lnTo>
                    <a:pt x="2521" y="75999"/>
                  </a:lnTo>
                  <a:cubicBezTo>
                    <a:pt x="2459" y="76123"/>
                    <a:pt x="2260" y="76480"/>
                    <a:pt x="2276" y="76480"/>
                  </a:cubicBezTo>
                  <a:cubicBezTo>
                    <a:pt x="2282" y="76480"/>
                    <a:pt x="2316" y="76434"/>
                    <a:pt x="2394" y="76312"/>
                  </a:cubicBezTo>
                  <a:lnTo>
                    <a:pt x="2394" y="76312"/>
                  </a:lnTo>
                  <a:cubicBezTo>
                    <a:pt x="2200" y="76668"/>
                    <a:pt x="2090" y="76761"/>
                    <a:pt x="1955" y="77006"/>
                  </a:cubicBezTo>
                  <a:cubicBezTo>
                    <a:pt x="1954" y="77006"/>
                    <a:pt x="1954" y="77006"/>
                    <a:pt x="1953" y="77006"/>
                  </a:cubicBezTo>
                  <a:cubicBezTo>
                    <a:pt x="1938" y="77006"/>
                    <a:pt x="2009" y="76878"/>
                    <a:pt x="2000" y="76878"/>
                  </a:cubicBezTo>
                  <a:lnTo>
                    <a:pt x="2000" y="76878"/>
                  </a:lnTo>
                  <a:cubicBezTo>
                    <a:pt x="1998" y="76878"/>
                    <a:pt x="1989" y="76888"/>
                    <a:pt x="1971" y="76913"/>
                  </a:cubicBezTo>
                  <a:cubicBezTo>
                    <a:pt x="1828" y="77141"/>
                    <a:pt x="1726" y="77294"/>
                    <a:pt x="1616" y="77488"/>
                  </a:cubicBezTo>
                  <a:cubicBezTo>
                    <a:pt x="1659" y="77424"/>
                    <a:pt x="1668" y="77414"/>
                    <a:pt x="1672" y="77414"/>
                  </a:cubicBezTo>
                  <a:cubicBezTo>
                    <a:pt x="1674" y="77414"/>
                    <a:pt x="1674" y="77416"/>
                    <a:pt x="1676" y="77416"/>
                  </a:cubicBezTo>
                  <a:cubicBezTo>
                    <a:pt x="1682" y="77416"/>
                    <a:pt x="1698" y="77399"/>
                    <a:pt x="1785" y="77268"/>
                  </a:cubicBezTo>
                  <a:lnTo>
                    <a:pt x="1785" y="77268"/>
                  </a:lnTo>
                  <a:cubicBezTo>
                    <a:pt x="1727" y="77377"/>
                    <a:pt x="1545" y="77674"/>
                    <a:pt x="1556" y="77674"/>
                  </a:cubicBezTo>
                  <a:cubicBezTo>
                    <a:pt x="1556" y="77674"/>
                    <a:pt x="1557" y="77674"/>
                    <a:pt x="1557" y="77674"/>
                  </a:cubicBezTo>
                  <a:cubicBezTo>
                    <a:pt x="1616" y="77556"/>
                    <a:pt x="1684" y="77446"/>
                    <a:pt x="1760" y="77344"/>
                  </a:cubicBezTo>
                  <a:lnTo>
                    <a:pt x="1760" y="77344"/>
                  </a:lnTo>
                  <a:cubicBezTo>
                    <a:pt x="1574" y="77666"/>
                    <a:pt x="1362" y="77987"/>
                    <a:pt x="1151" y="78300"/>
                  </a:cubicBezTo>
                  <a:cubicBezTo>
                    <a:pt x="1168" y="78275"/>
                    <a:pt x="1176" y="78249"/>
                    <a:pt x="1193" y="78216"/>
                  </a:cubicBezTo>
                  <a:lnTo>
                    <a:pt x="1193" y="78216"/>
                  </a:lnTo>
                  <a:cubicBezTo>
                    <a:pt x="956" y="78647"/>
                    <a:pt x="559" y="79273"/>
                    <a:pt x="406" y="79569"/>
                  </a:cubicBezTo>
                  <a:lnTo>
                    <a:pt x="491" y="79451"/>
                  </a:lnTo>
                  <a:cubicBezTo>
                    <a:pt x="559" y="79315"/>
                    <a:pt x="643" y="79188"/>
                    <a:pt x="736" y="79062"/>
                  </a:cubicBezTo>
                  <a:lnTo>
                    <a:pt x="736" y="79062"/>
                  </a:lnTo>
                  <a:cubicBezTo>
                    <a:pt x="686" y="79144"/>
                    <a:pt x="673" y="79171"/>
                    <a:pt x="677" y="79171"/>
                  </a:cubicBezTo>
                  <a:cubicBezTo>
                    <a:pt x="684" y="79171"/>
                    <a:pt x="752" y="79078"/>
                    <a:pt x="762" y="79078"/>
                  </a:cubicBezTo>
                  <a:lnTo>
                    <a:pt x="762" y="79078"/>
                  </a:lnTo>
                  <a:cubicBezTo>
                    <a:pt x="767" y="79078"/>
                    <a:pt x="754" y="79107"/>
                    <a:pt x="703" y="79197"/>
                  </a:cubicBezTo>
                  <a:cubicBezTo>
                    <a:pt x="423" y="79662"/>
                    <a:pt x="127" y="80043"/>
                    <a:pt x="0" y="80305"/>
                  </a:cubicBezTo>
                  <a:lnTo>
                    <a:pt x="466" y="79628"/>
                  </a:lnTo>
                  <a:cubicBezTo>
                    <a:pt x="609" y="79408"/>
                    <a:pt x="728" y="79214"/>
                    <a:pt x="779" y="79129"/>
                  </a:cubicBezTo>
                  <a:lnTo>
                    <a:pt x="779" y="79129"/>
                  </a:lnTo>
                  <a:lnTo>
                    <a:pt x="601" y="79408"/>
                  </a:lnTo>
                  <a:lnTo>
                    <a:pt x="965" y="78740"/>
                  </a:lnTo>
                  <a:cubicBezTo>
                    <a:pt x="998" y="78724"/>
                    <a:pt x="1298" y="78198"/>
                    <a:pt x="1327" y="78198"/>
                  </a:cubicBezTo>
                  <a:cubicBezTo>
                    <a:pt x="1328" y="78198"/>
                    <a:pt x="1328" y="78198"/>
                    <a:pt x="1329" y="78199"/>
                  </a:cubicBezTo>
                  <a:cubicBezTo>
                    <a:pt x="1193" y="78419"/>
                    <a:pt x="1066" y="78622"/>
                    <a:pt x="965" y="78791"/>
                  </a:cubicBezTo>
                  <a:cubicBezTo>
                    <a:pt x="999" y="78757"/>
                    <a:pt x="1337" y="78207"/>
                    <a:pt x="1489" y="77979"/>
                  </a:cubicBezTo>
                  <a:lnTo>
                    <a:pt x="1489" y="77979"/>
                  </a:lnTo>
                  <a:lnTo>
                    <a:pt x="1295" y="78266"/>
                  </a:lnTo>
                  <a:cubicBezTo>
                    <a:pt x="1605" y="77738"/>
                    <a:pt x="2031" y="77086"/>
                    <a:pt x="2319" y="76564"/>
                  </a:cubicBezTo>
                  <a:lnTo>
                    <a:pt x="2319" y="76564"/>
                  </a:lnTo>
                  <a:cubicBezTo>
                    <a:pt x="2281" y="76632"/>
                    <a:pt x="2268" y="76659"/>
                    <a:pt x="2271" y="76659"/>
                  </a:cubicBezTo>
                  <a:cubicBezTo>
                    <a:pt x="2280" y="76659"/>
                    <a:pt x="2495" y="76312"/>
                    <a:pt x="2511" y="76312"/>
                  </a:cubicBezTo>
                  <a:lnTo>
                    <a:pt x="2511" y="76312"/>
                  </a:lnTo>
                  <a:cubicBezTo>
                    <a:pt x="2515" y="76312"/>
                    <a:pt x="2506" y="76333"/>
                    <a:pt x="2479" y="76388"/>
                  </a:cubicBezTo>
                  <a:cubicBezTo>
                    <a:pt x="2420" y="76481"/>
                    <a:pt x="2369" y="76574"/>
                    <a:pt x="2301" y="76668"/>
                  </a:cubicBezTo>
                  <a:cubicBezTo>
                    <a:pt x="2301" y="76671"/>
                    <a:pt x="2302" y="76672"/>
                    <a:pt x="2304" y="76672"/>
                  </a:cubicBezTo>
                  <a:cubicBezTo>
                    <a:pt x="2326" y="76672"/>
                    <a:pt x="2501" y="76349"/>
                    <a:pt x="2572" y="76261"/>
                  </a:cubicBezTo>
                  <a:cubicBezTo>
                    <a:pt x="2592" y="76215"/>
                    <a:pt x="2783" y="75884"/>
                    <a:pt x="2767" y="75884"/>
                  </a:cubicBezTo>
                  <a:lnTo>
                    <a:pt x="2767" y="75884"/>
                  </a:lnTo>
                  <a:cubicBezTo>
                    <a:pt x="2763" y="75884"/>
                    <a:pt x="2743" y="75909"/>
                    <a:pt x="2699" y="75974"/>
                  </a:cubicBezTo>
                  <a:cubicBezTo>
                    <a:pt x="2809" y="75813"/>
                    <a:pt x="3012" y="75424"/>
                    <a:pt x="3173" y="75204"/>
                  </a:cubicBezTo>
                  <a:lnTo>
                    <a:pt x="3173" y="75204"/>
                  </a:lnTo>
                  <a:cubicBezTo>
                    <a:pt x="3169" y="75207"/>
                    <a:pt x="3166" y="75209"/>
                    <a:pt x="3165" y="75209"/>
                  </a:cubicBezTo>
                  <a:cubicBezTo>
                    <a:pt x="3140" y="75209"/>
                    <a:pt x="3420" y="74767"/>
                    <a:pt x="3452" y="74680"/>
                  </a:cubicBezTo>
                  <a:cubicBezTo>
                    <a:pt x="3511" y="74578"/>
                    <a:pt x="3570" y="74493"/>
                    <a:pt x="3613" y="74426"/>
                  </a:cubicBezTo>
                  <a:lnTo>
                    <a:pt x="3613" y="74426"/>
                  </a:lnTo>
                  <a:cubicBezTo>
                    <a:pt x="3494" y="74646"/>
                    <a:pt x="3350" y="74916"/>
                    <a:pt x="3190" y="75196"/>
                  </a:cubicBezTo>
                  <a:cubicBezTo>
                    <a:pt x="3139" y="75272"/>
                    <a:pt x="3088" y="75356"/>
                    <a:pt x="3037" y="75449"/>
                  </a:cubicBezTo>
                  <a:lnTo>
                    <a:pt x="3046" y="75458"/>
                  </a:lnTo>
                  <a:lnTo>
                    <a:pt x="2276" y="76854"/>
                  </a:lnTo>
                  <a:lnTo>
                    <a:pt x="2344" y="76710"/>
                  </a:lnTo>
                  <a:lnTo>
                    <a:pt x="2344" y="76710"/>
                  </a:lnTo>
                  <a:cubicBezTo>
                    <a:pt x="2132" y="77141"/>
                    <a:pt x="1845" y="77530"/>
                    <a:pt x="1608" y="77953"/>
                  </a:cubicBezTo>
                  <a:cubicBezTo>
                    <a:pt x="1613" y="77939"/>
                    <a:pt x="1623" y="77919"/>
                    <a:pt x="1621" y="77919"/>
                  </a:cubicBezTo>
                  <a:lnTo>
                    <a:pt x="1621" y="77919"/>
                  </a:lnTo>
                  <a:cubicBezTo>
                    <a:pt x="1620" y="77919"/>
                    <a:pt x="1612" y="77930"/>
                    <a:pt x="1591" y="77962"/>
                  </a:cubicBezTo>
                  <a:cubicBezTo>
                    <a:pt x="1269" y="78461"/>
                    <a:pt x="1176" y="78698"/>
                    <a:pt x="897" y="79095"/>
                  </a:cubicBezTo>
                  <a:lnTo>
                    <a:pt x="922" y="79036"/>
                  </a:lnTo>
                  <a:lnTo>
                    <a:pt x="922" y="79036"/>
                  </a:lnTo>
                  <a:cubicBezTo>
                    <a:pt x="899" y="79067"/>
                    <a:pt x="775" y="79286"/>
                    <a:pt x="796" y="79286"/>
                  </a:cubicBezTo>
                  <a:cubicBezTo>
                    <a:pt x="797" y="79286"/>
                    <a:pt x="800" y="79285"/>
                    <a:pt x="804" y="79281"/>
                  </a:cubicBezTo>
                  <a:cubicBezTo>
                    <a:pt x="1016" y="78935"/>
                    <a:pt x="1049" y="78867"/>
                    <a:pt x="1244" y="78562"/>
                  </a:cubicBezTo>
                  <a:lnTo>
                    <a:pt x="1244" y="78562"/>
                  </a:lnTo>
                  <a:cubicBezTo>
                    <a:pt x="1185" y="78698"/>
                    <a:pt x="1016" y="78977"/>
                    <a:pt x="889" y="79180"/>
                  </a:cubicBezTo>
                  <a:lnTo>
                    <a:pt x="897" y="79214"/>
                  </a:lnTo>
                  <a:cubicBezTo>
                    <a:pt x="829" y="79358"/>
                    <a:pt x="745" y="79484"/>
                    <a:pt x="660" y="79611"/>
                  </a:cubicBezTo>
                  <a:cubicBezTo>
                    <a:pt x="567" y="79738"/>
                    <a:pt x="483" y="79865"/>
                    <a:pt x="415" y="80009"/>
                  </a:cubicBezTo>
                  <a:lnTo>
                    <a:pt x="612" y="79733"/>
                  </a:lnTo>
                  <a:lnTo>
                    <a:pt x="612" y="79733"/>
                  </a:lnTo>
                  <a:cubicBezTo>
                    <a:pt x="606" y="79743"/>
                    <a:pt x="599" y="79753"/>
                    <a:pt x="593" y="79764"/>
                  </a:cubicBezTo>
                  <a:lnTo>
                    <a:pt x="626" y="79713"/>
                  </a:lnTo>
                  <a:lnTo>
                    <a:pt x="612" y="79733"/>
                  </a:lnTo>
                  <a:lnTo>
                    <a:pt x="612" y="79733"/>
                  </a:lnTo>
                  <a:cubicBezTo>
                    <a:pt x="665" y="79650"/>
                    <a:pt x="718" y="79566"/>
                    <a:pt x="770" y="79476"/>
                  </a:cubicBezTo>
                  <a:cubicBezTo>
                    <a:pt x="914" y="79214"/>
                    <a:pt x="1083" y="78960"/>
                    <a:pt x="1286" y="78732"/>
                  </a:cubicBezTo>
                  <a:cubicBezTo>
                    <a:pt x="1321" y="78678"/>
                    <a:pt x="1336" y="78658"/>
                    <a:pt x="1340" y="78658"/>
                  </a:cubicBezTo>
                  <a:lnTo>
                    <a:pt x="1340" y="78658"/>
                  </a:lnTo>
                  <a:cubicBezTo>
                    <a:pt x="1352" y="78658"/>
                    <a:pt x="1275" y="78817"/>
                    <a:pt x="1292" y="78817"/>
                  </a:cubicBezTo>
                  <a:cubicBezTo>
                    <a:pt x="1293" y="78817"/>
                    <a:pt x="1294" y="78817"/>
                    <a:pt x="1295" y="78816"/>
                  </a:cubicBezTo>
                  <a:cubicBezTo>
                    <a:pt x="1506" y="78469"/>
                    <a:pt x="1472" y="78469"/>
                    <a:pt x="1684" y="78123"/>
                  </a:cubicBezTo>
                  <a:cubicBezTo>
                    <a:pt x="1711" y="78079"/>
                    <a:pt x="1721" y="78063"/>
                    <a:pt x="1723" y="78063"/>
                  </a:cubicBezTo>
                  <a:lnTo>
                    <a:pt x="1723" y="78063"/>
                  </a:lnTo>
                  <a:cubicBezTo>
                    <a:pt x="1726" y="78063"/>
                    <a:pt x="1708" y="78100"/>
                    <a:pt x="1692" y="78131"/>
                  </a:cubicBezTo>
                  <a:lnTo>
                    <a:pt x="1836" y="77869"/>
                  </a:lnTo>
                  <a:cubicBezTo>
                    <a:pt x="1849" y="77862"/>
                    <a:pt x="2071" y="77517"/>
                    <a:pt x="2082" y="77517"/>
                  </a:cubicBezTo>
                  <a:lnTo>
                    <a:pt x="2082" y="77517"/>
                  </a:lnTo>
                  <a:cubicBezTo>
                    <a:pt x="2086" y="77517"/>
                    <a:pt x="2069" y="77549"/>
                    <a:pt x="2022" y="77632"/>
                  </a:cubicBezTo>
                  <a:lnTo>
                    <a:pt x="1887" y="77860"/>
                  </a:lnTo>
                  <a:cubicBezTo>
                    <a:pt x="2200" y="77398"/>
                    <a:pt x="2707" y="76598"/>
                    <a:pt x="2740" y="76598"/>
                  </a:cubicBezTo>
                  <a:cubicBezTo>
                    <a:pt x="2741" y="76598"/>
                    <a:pt x="2741" y="76599"/>
                    <a:pt x="2741" y="76600"/>
                  </a:cubicBezTo>
                  <a:cubicBezTo>
                    <a:pt x="2910" y="76338"/>
                    <a:pt x="2851" y="76414"/>
                    <a:pt x="3122" y="75991"/>
                  </a:cubicBezTo>
                  <a:cubicBezTo>
                    <a:pt x="3215" y="75779"/>
                    <a:pt x="3071" y="75982"/>
                    <a:pt x="3333" y="75509"/>
                  </a:cubicBezTo>
                  <a:lnTo>
                    <a:pt x="3333" y="75509"/>
                  </a:lnTo>
                  <a:lnTo>
                    <a:pt x="3105" y="75872"/>
                  </a:lnTo>
                  <a:lnTo>
                    <a:pt x="2987" y="76092"/>
                  </a:lnTo>
                  <a:lnTo>
                    <a:pt x="3215" y="75720"/>
                  </a:lnTo>
                  <a:lnTo>
                    <a:pt x="3215" y="75720"/>
                  </a:lnTo>
                  <a:cubicBezTo>
                    <a:pt x="3080" y="75957"/>
                    <a:pt x="3113" y="75923"/>
                    <a:pt x="3088" y="76008"/>
                  </a:cubicBezTo>
                  <a:cubicBezTo>
                    <a:pt x="2733" y="76591"/>
                    <a:pt x="2606" y="76727"/>
                    <a:pt x="2420" y="77023"/>
                  </a:cubicBezTo>
                  <a:cubicBezTo>
                    <a:pt x="2500" y="76863"/>
                    <a:pt x="2655" y="76603"/>
                    <a:pt x="2638" y="76603"/>
                  </a:cubicBezTo>
                  <a:cubicBezTo>
                    <a:pt x="2635" y="76603"/>
                    <a:pt x="2627" y="76610"/>
                    <a:pt x="2614" y="76625"/>
                  </a:cubicBezTo>
                  <a:cubicBezTo>
                    <a:pt x="2809" y="76346"/>
                    <a:pt x="2792" y="76287"/>
                    <a:pt x="3012" y="75957"/>
                  </a:cubicBezTo>
                  <a:lnTo>
                    <a:pt x="3012" y="75957"/>
                  </a:lnTo>
                  <a:lnTo>
                    <a:pt x="2978" y="76033"/>
                  </a:lnTo>
                  <a:cubicBezTo>
                    <a:pt x="3130" y="75745"/>
                    <a:pt x="3173" y="75720"/>
                    <a:pt x="3300" y="75483"/>
                  </a:cubicBezTo>
                  <a:lnTo>
                    <a:pt x="3300" y="75483"/>
                  </a:lnTo>
                  <a:cubicBezTo>
                    <a:pt x="3298" y="75487"/>
                    <a:pt x="3297" y="75489"/>
                    <a:pt x="3299" y="75489"/>
                  </a:cubicBezTo>
                  <a:cubicBezTo>
                    <a:pt x="3302" y="75489"/>
                    <a:pt x="3320" y="75469"/>
                    <a:pt x="3333" y="75449"/>
                  </a:cubicBezTo>
                  <a:cubicBezTo>
                    <a:pt x="3428" y="75285"/>
                    <a:pt x="3449" y="75244"/>
                    <a:pt x="3445" y="75244"/>
                  </a:cubicBezTo>
                  <a:lnTo>
                    <a:pt x="3445" y="75244"/>
                  </a:lnTo>
                  <a:cubicBezTo>
                    <a:pt x="3441" y="75244"/>
                    <a:pt x="3409" y="75288"/>
                    <a:pt x="3402" y="75288"/>
                  </a:cubicBezTo>
                  <a:cubicBezTo>
                    <a:pt x="3396" y="75288"/>
                    <a:pt x="3413" y="75246"/>
                    <a:pt x="3503" y="75077"/>
                  </a:cubicBezTo>
                  <a:cubicBezTo>
                    <a:pt x="3627" y="74885"/>
                    <a:pt x="3666" y="74841"/>
                    <a:pt x="3678" y="74841"/>
                  </a:cubicBezTo>
                  <a:cubicBezTo>
                    <a:pt x="3688" y="74841"/>
                    <a:pt x="3679" y="74874"/>
                    <a:pt x="3688" y="74874"/>
                  </a:cubicBezTo>
                  <a:cubicBezTo>
                    <a:pt x="3692" y="74874"/>
                    <a:pt x="3700" y="74867"/>
                    <a:pt x="3714" y="74849"/>
                  </a:cubicBezTo>
                  <a:lnTo>
                    <a:pt x="3714" y="74849"/>
                  </a:lnTo>
                  <a:cubicBezTo>
                    <a:pt x="3300" y="75602"/>
                    <a:pt x="3765" y="74857"/>
                    <a:pt x="3308" y="75669"/>
                  </a:cubicBezTo>
                  <a:cubicBezTo>
                    <a:pt x="3309" y="75670"/>
                    <a:pt x="3310" y="75670"/>
                    <a:pt x="3311" y="75670"/>
                  </a:cubicBezTo>
                  <a:cubicBezTo>
                    <a:pt x="3352" y="75670"/>
                    <a:pt x="3543" y="75362"/>
                    <a:pt x="3790" y="74942"/>
                  </a:cubicBezTo>
                  <a:lnTo>
                    <a:pt x="3790" y="74942"/>
                  </a:lnTo>
                  <a:cubicBezTo>
                    <a:pt x="3745" y="75008"/>
                    <a:pt x="3725" y="75030"/>
                    <a:pt x="3717" y="75030"/>
                  </a:cubicBezTo>
                  <a:cubicBezTo>
                    <a:pt x="3704" y="75030"/>
                    <a:pt x="3733" y="74956"/>
                    <a:pt x="3717" y="74956"/>
                  </a:cubicBezTo>
                  <a:cubicBezTo>
                    <a:pt x="3707" y="74956"/>
                    <a:pt x="3678" y="74988"/>
                    <a:pt x="3604" y="75094"/>
                  </a:cubicBezTo>
                  <a:cubicBezTo>
                    <a:pt x="3968" y="74443"/>
                    <a:pt x="3875" y="74460"/>
                    <a:pt x="4323" y="73757"/>
                  </a:cubicBezTo>
                  <a:lnTo>
                    <a:pt x="4323" y="73757"/>
                  </a:lnTo>
                  <a:lnTo>
                    <a:pt x="4315" y="73783"/>
                  </a:lnTo>
                  <a:lnTo>
                    <a:pt x="4467" y="73470"/>
                  </a:lnTo>
                  <a:lnTo>
                    <a:pt x="4721" y="73072"/>
                  </a:lnTo>
                  <a:lnTo>
                    <a:pt x="4721" y="73072"/>
                  </a:lnTo>
                  <a:cubicBezTo>
                    <a:pt x="4602" y="73343"/>
                    <a:pt x="4408" y="73639"/>
                    <a:pt x="4306" y="73851"/>
                  </a:cubicBezTo>
                  <a:cubicBezTo>
                    <a:pt x="4628" y="73377"/>
                    <a:pt x="4662" y="73165"/>
                    <a:pt x="5000" y="72599"/>
                  </a:cubicBezTo>
                  <a:cubicBezTo>
                    <a:pt x="5056" y="72517"/>
                    <a:pt x="5082" y="72483"/>
                    <a:pt x="5087" y="72483"/>
                  </a:cubicBezTo>
                  <a:lnTo>
                    <a:pt x="5087" y="72483"/>
                  </a:lnTo>
                  <a:cubicBezTo>
                    <a:pt x="5110" y="72483"/>
                    <a:pt x="4691" y="73194"/>
                    <a:pt x="4712" y="73208"/>
                  </a:cubicBezTo>
                  <a:cubicBezTo>
                    <a:pt x="4788" y="73072"/>
                    <a:pt x="4865" y="72945"/>
                    <a:pt x="4958" y="72827"/>
                  </a:cubicBezTo>
                  <a:lnTo>
                    <a:pt x="4958" y="72827"/>
                  </a:lnTo>
                  <a:cubicBezTo>
                    <a:pt x="4636" y="73360"/>
                    <a:pt x="4788" y="73165"/>
                    <a:pt x="4425" y="73757"/>
                  </a:cubicBezTo>
                  <a:cubicBezTo>
                    <a:pt x="4476" y="73660"/>
                    <a:pt x="4491" y="73629"/>
                    <a:pt x="4488" y="73629"/>
                  </a:cubicBezTo>
                  <a:lnTo>
                    <a:pt x="4488" y="73629"/>
                  </a:lnTo>
                  <a:cubicBezTo>
                    <a:pt x="4483" y="73629"/>
                    <a:pt x="4416" y="73739"/>
                    <a:pt x="4408" y="73739"/>
                  </a:cubicBezTo>
                  <a:cubicBezTo>
                    <a:pt x="4406" y="73739"/>
                    <a:pt x="4406" y="73737"/>
                    <a:pt x="4408" y="73732"/>
                  </a:cubicBezTo>
                  <a:lnTo>
                    <a:pt x="4408" y="73732"/>
                  </a:lnTo>
                  <a:cubicBezTo>
                    <a:pt x="4365" y="73825"/>
                    <a:pt x="4044" y="74383"/>
                    <a:pt x="3816" y="74773"/>
                  </a:cubicBezTo>
                  <a:cubicBezTo>
                    <a:pt x="3812" y="74783"/>
                    <a:pt x="3812" y="74788"/>
                    <a:pt x="3814" y="74788"/>
                  </a:cubicBezTo>
                  <a:cubicBezTo>
                    <a:pt x="3831" y="74788"/>
                    <a:pt x="4044" y="74418"/>
                    <a:pt x="4188" y="74197"/>
                  </a:cubicBezTo>
                  <a:cubicBezTo>
                    <a:pt x="4433" y="73715"/>
                    <a:pt x="4763" y="73250"/>
                    <a:pt x="4949" y="72869"/>
                  </a:cubicBezTo>
                  <a:cubicBezTo>
                    <a:pt x="5052" y="72693"/>
                    <a:pt x="5089" y="72636"/>
                    <a:pt x="5093" y="72636"/>
                  </a:cubicBezTo>
                  <a:lnTo>
                    <a:pt x="5093" y="72636"/>
                  </a:lnTo>
                  <a:cubicBezTo>
                    <a:pt x="5102" y="72636"/>
                    <a:pt x="5008" y="72819"/>
                    <a:pt x="5015" y="72819"/>
                  </a:cubicBezTo>
                  <a:cubicBezTo>
                    <a:pt x="5016" y="72819"/>
                    <a:pt x="5016" y="72819"/>
                    <a:pt x="5017" y="72819"/>
                  </a:cubicBezTo>
                  <a:cubicBezTo>
                    <a:pt x="5296" y="72362"/>
                    <a:pt x="5110" y="72607"/>
                    <a:pt x="5194" y="72455"/>
                  </a:cubicBezTo>
                  <a:cubicBezTo>
                    <a:pt x="5558" y="71753"/>
                    <a:pt x="5651" y="71693"/>
                    <a:pt x="5930" y="71203"/>
                  </a:cubicBezTo>
                  <a:cubicBezTo>
                    <a:pt x="6032" y="70983"/>
                    <a:pt x="6227" y="70619"/>
                    <a:pt x="6446" y="70230"/>
                  </a:cubicBezTo>
                  <a:cubicBezTo>
                    <a:pt x="6666" y="69841"/>
                    <a:pt x="6895" y="69401"/>
                    <a:pt x="7089" y="69054"/>
                  </a:cubicBezTo>
                  <a:lnTo>
                    <a:pt x="7089" y="69054"/>
                  </a:lnTo>
                  <a:cubicBezTo>
                    <a:pt x="7076" y="69080"/>
                    <a:pt x="7073" y="69090"/>
                    <a:pt x="7076" y="69090"/>
                  </a:cubicBezTo>
                  <a:cubicBezTo>
                    <a:pt x="7081" y="69090"/>
                    <a:pt x="7117" y="69041"/>
                    <a:pt x="7140" y="69012"/>
                  </a:cubicBezTo>
                  <a:cubicBezTo>
                    <a:pt x="7326" y="68563"/>
                    <a:pt x="7267" y="68733"/>
                    <a:pt x="7521" y="68183"/>
                  </a:cubicBezTo>
                  <a:lnTo>
                    <a:pt x="7521" y="68183"/>
                  </a:lnTo>
                  <a:lnTo>
                    <a:pt x="7267" y="68623"/>
                  </a:lnTo>
                  <a:cubicBezTo>
                    <a:pt x="7453" y="68259"/>
                    <a:pt x="7572" y="67954"/>
                    <a:pt x="7775" y="67641"/>
                  </a:cubicBezTo>
                  <a:lnTo>
                    <a:pt x="7775" y="67641"/>
                  </a:lnTo>
                  <a:cubicBezTo>
                    <a:pt x="7729" y="67709"/>
                    <a:pt x="7708" y="67738"/>
                    <a:pt x="7703" y="67738"/>
                  </a:cubicBezTo>
                  <a:cubicBezTo>
                    <a:pt x="7694" y="67738"/>
                    <a:pt x="7752" y="67622"/>
                    <a:pt x="7825" y="67464"/>
                  </a:cubicBezTo>
                  <a:cubicBezTo>
                    <a:pt x="7944" y="67227"/>
                    <a:pt x="8113" y="66897"/>
                    <a:pt x="8172" y="66762"/>
                  </a:cubicBezTo>
                  <a:cubicBezTo>
                    <a:pt x="8375" y="66398"/>
                    <a:pt x="8536" y="66009"/>
                    <a:pt x="8663" y="65823"/>
                  </a:cubicBezTo>
                  <a:lnTo>
                    <a:pt x="8663" y="65823"/>
                  </a:lnTo>
                  <a:lnTo>
                    <a:pt x="8646" y="65873"/>
                  </a:lnTo>
                  <a:lnTo>
                    <a:pt x="8925" y="65340"/>
                  </a:lnTo>
                  <a:lnTo>
                    <a:pt x="8925" y="65425"/>
                  </a:lnTo>
                  <a:cubicBezTo>
                    <a:pt x="9106" y="65100"/>
                    <a:pt x="9281" y="64687"/>
                    <a:pt x="9262" y="64687"/>
                  </a:cubicBezTo>
                  <a:lnTo>
                    <a:pt x="9262" y="64687"/>
                  </a:lnTo>
                  <a:cubicBezTo>
                    <a:pt x="9260" y="64687"/>
                    <a:pt x="9255" y="64693"/>
                    <a:pt x="9247" y="64706"/>
                  </a:cubicBezTo>
                  <a:cubicBezTo>
                    <a:pt x="9343" y="64521"/>
                    <a:pt x="9371" y="64477"/>
                    <a:pt x="9378" y="64477"/>
                  </a:cubicBezTo>
                  <a:cubicBezTo>
                    <a:pt x="9384" y="64477"/>
                    <a:pt x="9374" y="64510"/>
                    <a:pt x="9381" y="64510"/>
                  </a:cubicBezTo>
                  <a:cubicBezTo>
                    <a:pt x="9383" y="64510"/>
                    <a:pt x="9386" y="64508"/>
                    <a:pt x="9390" y="64503"/>
                  </a:cubicBezTo>
                  <a:lnTo>
                    <a:pt x="9390" y="64503"/>
                  </a:lnTo>
                  <a:cubicBezTo>
                    <a:pt x="9340" y="64621"/>
                    <a:pt x="9272" y="64799"/>
                    <a:pt x="9196" y="64968"/>
                  </a:cubicBezTo>
                  <a:cubicBezTo>
                    <a:pt x="9137" y="65095"/>
                    <a:pt x="9069" y="65222"/>
                    <a:pt x="8993" y="65340"/>
                  </a:cubicBezTo>
                  <a:cubicBezTo>
                    <a:pt x="9008" y="65315"/>
                    <a:pt x="9020" y="65290"/>
                    <a:pt x="9033" y="65264"/>
                  </a:cubicBezTo>
                  <a:lnTo>
                    <a:pt x="9033" y="65264"/>
                  </a:lnTo>
                  <a:cubicBezTo>
                    <a:pt x="8533" y="66190"/>
                    <a:pt x="8929" y="65578"/>
                    <a:pt x="8688" y="66076"/>
                  </a:cubicBezTo>
                  <a:cubicBezTo>
                    <a:pt x="8824" y="65814"/>
                    <a:pt x="8942" y="65620"/>
                    <a:pt x="9077" y="65340"/>
                  </a:cubicBezTo>
                  <a:cubicBezTo>
                    <a:pt x="9111" y="65264"/>
                    <a:pt x="9196" y="65095"/>
                    <a:pt x="9280" y="64917"/>
                  </a:cubicBezTo>
                  <a:cubicBezTo>
                    <a:pt x="9344" y="64778"/>
                    <a:pt x="9407" y="64625"/>
                    <a:pt x="9460" y="64499"/>
                  </a:cubicBezTo>
                  <a:lnTo>
                    <a:pt x="9460" y="64499"/>
                  </a:lnTo>
                  <a:cubicBezTo>
                    <a:pt x="9350" y="64748"/>
                    <a:pt x="9217" y="64996"/>
                    <a:pt x="9077" y="65230"/>
                  </a:cubicBezTo>
                  <a:cubicBezTo>
                    <a:pt x="9197" y="65000"/>
                    <a:pt x="9204" y="64949"/>
                    <a:pt x="9302" y="64768"/>
                  </a:cubicBezTo>
                  <a:lnTo>
                    <a:pt x="9302" y="64768"/>
                  </a:lnTo>
                  <a:lnTo>
                    <a:pt x="9289" y="64799"/>
                  </a:lnTo>
                  <a:lnTo>
                    <a:pt x="9323" y="64731"/>
                  </a:lnTo>
                  <a:lnTo>
                    <a:pt x="9323" y="64731"/>
                  </a:lnTo>
                  <a:cubicBezTo>
                    <a:pt x="9315" y="64744"/>
                    <a:pt x="9309" y="64756"/>
                    <a:pt x="9302" y="64768"/>
                  </a:cubicBezTo>
                  <a:lnTo>
                    <a:pt x="9302" y="64768"/>
                  </a:lnTo>
                  <a:lnTo>
                    <a:pt x="9407" y="64528"/>
                  </a:lnTo>
                  <a:cubicBezTo>
                    <a:pt x="9440" y="64502"/>
                    <a:pt x="9644" y="64073"/>
                    <a:pt x="9657" y="64073"/>
                  </a:cubicBezTo>
                  <a:lnTo>
                    <a:pt x="9657" y="64073"/>
                  </a:lnTo>
                  <a:cubicBezTo>
                    <a:pt x="9661" y="64073"/>
                    <a:pt x="9649" y="64110"/>
                    <a:pt x="9610" y="64207"/>
                  </a:cubicBezTo>
                  <a:cubicBezTo>
                    <a:pt x="9779" y="63843"/>
                    <a:pt x="9653" y="64072"/>
                    <a:pt x="9805" y="63733"/>
                  </a:cubicBezTo>
                  <a:lnTo>
                    <a:pt x="9805" y="63733"/>
                  </a:lnTo>
                  <a:lnTo>
                    <a:pt x="9475" y="64393"/>
                  </a:lnTo>
                  <a:lnTo>
                    <a:pt x="9450" y="64368"/>
                  </a:lnTo>
                  <a:cubicBezTo>
                    <a:pt x="9551" y="64122"/>
                    <a:pt x="9602" y="64072"/>
                    <a:pt x="9729" y="63801"/>
                  </a:cubicBezTo>
                  <a:lnTo>
                    <a:pt x="9729" y="63801"/>
                  </a:lnTo>
                  <a:lnTo>
                    <a:pt x="9686" y="63809"/>
                  </a:lnTo>
                  <a:lnTo>
                    <a:pt x="9940" y="63352"/>
                  </a:lnTo>
                  <a:lnTo>
                    <a:pt x="9940" y="63352"/>
                  </a:lnTo>
                  <a:cubicBezTo>
                    <a:pt x="9937" y="63356"/>
                    <a:pt x="9936" y="63357"/>
                    <a:pt x="9935" y="63357"/>
                  </a:cubicBezTo>
                  <a:cubicBezTo>
                    <a:pt x="9922" y="63357"/>
                    <a:pt x="10087" y="63041"/>
                    <a:pt x="10126" y="62938"/>
                  </a:cubicBezTo>
                  <a:cubicBezTo>
                    <a:pt x="10262" y="62684"/>
                    <a:pt x="10228" y="62879"/>
                    <a:pt x="10414" y="62422"/>
                  </a:cubicBezTo>
                  <a:lnTo>
                    <a:pt x="10414" y="62422"/>
                  </a:lnTo>
                  <a:lnTo>
                    <a:pt x="10397" y="62456"/>
                  </a:lnTo>
                  <a:cubicBezTo>
                    <a:pt x="10507" y="62194"/>
                    <a:pt x="10575" y="62041"/>
                    <a:pt x="10744" y="61678"/>
                  </a:cubicBezTo>
                  <a:lnTo>
                    <a:pt x="10744" y="61678"/>
                  </a:lnTo>
                  <a:cubicBezTo>
                    <a:pt x="10744" y="61703"/>
                    <a:pt x="10702" y="61804"/>
                    <a:pt x="10676" y="61855"/>
                  </a:cubicBezTo>
                  <a:cubicBezTo>
                    <a:pt x="10930" y="61356"/>
                    <a:pt x="11268" y="60510"/>
                    <a:pt x="11421" y="60299"/>
                  </a:cubicBezTo>
                  <a:lnTo>
                    <a:pt x="11421" y="60299"/>
                  </a:lnTo>
                  <a:cubicBezTo>
                    <a:pt x="11421" y="60306"/>
                    <a:pt x="11418" y="60316"/>
                    <a:pt x="11415" y="60329"/>
                  </a:cubicBezTo>
                  <a:lnTo>
                    <a:pt x="11415" y="60329"/>
                  </a:lnTo>
                  <a:cubicBezTo>
                    <a:pt x="11474" y="60234"/>
                    <a:pt x="11565" y="60035"/>
                    <a:pt x="11624" y="59909"/>
                  </a:cubicBezTo>
                  <a:cubicBezTo>
                    <a:pt x="11660" y="59837"/>
                    <a:pt x="11684" y="59786"/>
                    <a:pt x="11687" y="59786"/>
                  </a:cubicBezTo>
                  <a:lnTo>
                    <a:pt x="11687" y="59786"/>
                  </a:lnTo>
                  <a:cubicBezTo>
                    <a:pt x="11689" y="59786"/>
                    <a:pt x="11676" y="59824"/>
                    <a:pt x="11641" y="59918"/>
                  </a:cubicBezTo>
                  <a:lnTo>
                    <a:pt x="11920" y="59199"/>
                  </a:lnTo>
                  <a:lnTo>
                    <a:pt x="11920" y="59199"/>
                  </a:lnTo>
                  <a:cubicBezTo>
                    <a:pt x="11904" y="59275"/>
                    <a:pt x="11882" y="59345"/>
                    <a:pt x="11853" y="59413"/>
                  </a:cubicBezTo>
                  <a:lnTo>
                    <a:pt x="11853" y="59413"/>
                  </a:lnTo>
                  <a:lnTo>
                    <a:pt x="12063" y="58928"/>
                  </a:lnTo>
                  <a:lnTo>
                    <a:pt x="12063" y="58945"/>
                  </a:lnTo>
                  <a:cubicBezTo>
                    <a:pt x="12224" y="58531"/>
                    <a:pt x="12478" y="57955"/>
                    <a:pt x="12588" y="57634"/>
                  </a:cubicBezTo>
                  <a:lnTo>
                    <a:pt x="12588" y="57634"/>
                  </a:lnTo>
                  <a:cubicBezTo>
                    <a:pt x="12505" y="57806"/>
                    <a:pt x="12471" y="57870"/>
                    <a:pt x="12467" y="57870"/>
                  </a:cubicBezTo>
                  <a:cubicBezTo>
                    <a:pt x="12453" y="57870"/>
                    <a:pt x="12680" y="57336"/>
                    <a:pt x="12666" y="57336"/>
                  </a:cubicBezTo>
                  <a:lnTo>
                    <a:pt x="12666" y="57336"/>
                  </a:lnTo>
                  <a:cubicBezTo>
                    <a:pt x="12666" y="57336"/>
                    <a:pt x="12665" y="57337"/>
                    <a:pt x="12664" y="57338"/>
                  </a:cubicBezTo>
                  <a:cubicBezTo>
                    <a:pt x="12716" y="57234"/>
                    <a:pt x="12762" y="57156"/>
                    <a:pt x="12778" y="57156"/>
                  </a:cubicBezTo>
                  <a:cubicBezTo>
                    <a:pt x="12780" y="57156"/>
                    <a:pt x="12782" y="57157"/>
                    <a:pt x="12783" y="57160"/>
                  </a:cubicBezTo>
                  <a:cubicBezTo>
                    <a:pt x="12799" y="57194"/>
                    <a:pt x="12766" y="57312"/>
                    <a:pt x="12664" y="57583"/>
                  </a:cubicBezTo>
                  <a:cubicBezTo>
                    <a:pt x="12580" y="57719"/>
                    <a:pt x="12444" y="58099"/>
                    <a:pt x="12326" y="58370"/>
                  </a:cubicBezTo>
                  <a:cubicBezTo>
                    <a:pt x="12495" y="58023"/>
                    <a:pt x="12529" y="57913"/>
                    <a:pt x="12647" y="57634"/>
                  </a:cubicBezTo>
                  <a:lnTo>
                    <a:pt x="12647" y="57634"/>
                  </a:lnTo>
                  <a:cubicBezTo>
                    <a:pt x="12635" y="57666"/>
                    <a:pt x="12631" y="57679"/>
                    <a:pt x="12633" y="57679"/>
                  </a:cubicBezTo>
                  <a:cubicBezTo>
                    <a:pt x="12644" y="57679"/>
                    <a:pt x="12823" y="57295"/>
                    <a:pt x="12833" y="57295"/>
                  </a:cubicBezTo>
                  <a:cubicBezTo>
                    <a:pt x="12833" y="57295"/>
                    <a:pt x="12833" y="57295"/>
                    <a:pt x="12833" y="57296"/>
                  </a:cubicBezTo>
                  <a:cubicBezTo>
                    <a:pt x="12791" y="57473"/>
                    <a:pt x="12732" y="57642"/>
                    <a:pt x="12639" y="57803"/>
                  </a:cubicBezTo>
                  <a:cubicBezTo>
                    <a:pt x="12553" y="58001"/>
                    <a:pt x="12524" y="58055"/>
                    <a:pt x="12519" y="58055"/>
                  </a:cubicBezTo>
                  <a:cubicBezTo>
                    <a:pt x="12512" y="58055"/>
                    <a:pt x="12540" y="57972"/>
                    <a:pt x="12537" y="57972"/>
                  </a:cubicBezTo>
                  <a:lnTo>
                    <a:pt x="12537" y="57972"/>
                  </a:lnTo>
                  <a:cubicBezTo>
                    <a:pt x="12535" y="57972"/>
                    <a:pt x="12531" y="57981"/>
                    <a:pt x="12520" y="58006"/>
                  </a:cubicBezTo>
                  <a:cubicBezTo>
                    <a:pt x="12427" y="58125"/>
                    <a:pt x="12207" y="58734"/>
                    <a:pt x="12055" y="59047"/>
                  </a:cubicBezTo>
                  <a:cubicBezTo>
                    <a:pt x="12053" y="59051"/>
                    <a:pt x="12052" y="59053"/>
                    <a:pt x="12051" y="59053"/>
                  </a:cubicBezTo>
                  <a:cubicBezTo>
                    <a:pt x="12050" y="59053"/>
                    <a:pt x="12058" y="59031"/>
                    <a:pt x="12069" y="59004"/>
                  </a:cubicBezTo>
                  <a:lnTo>
                    <a:pt x="12069" y="59004"/>
                  </a:lnTo>
                  <a:cubicBezTo>
                    <a:pt x="11942" y="59295"/>
                    <a:pt x="11734" y="59771"/>
                    <a:pt x="11734" y="59816"/>
                  </a:cubicBezTo>
                  <a:lnTo>
                    <a:pt x="12021" y="59131"/>
                  </a:lnTo>
                  <a:cubicBezTo>
                    <a:pt x="12033" y="59106"/>
                    <a:pt x="12039" y="59097"/>
                    <a:pt x="12040" y="59097"/>
                  </a:cubicBezTo>
                  <a:lnTo>
                    <a:pt x="12040" y="59097"/>
                  </a:lnTo>
                  <a:cubicBezTo>
                    <a:pt x="12047" y="59097"/>
                    <a:pt x="12009" y="59208"/>
                    <a:pt x="12017" y="59208"/>
                  </a:cubicBezTo>
                  <a:cubicBezTo>
                    <a:pt x="12020" y="59208"/>
                    <a:pt x="12031" y="59190"/>
                    <a:pt x="12055" y="59140"/>
                  </a:cubicBezTo>
                  <a:cubicBezTo>
                    <a:pt x="12114" y="58987"/>
                    <a:pt x="12199" y="58801"/>
                    <a:pt x="12292" y="58598"/>
                  </a:cubicBezTo>
                  <a:lnTo>
                    <a:pt x="12292" y="58598"/>
                  </a:lnTo>
                  <a:lnTo>
                    <a:pt x="12283" y="58641"/>
                  </a:lnTo>
                  <a:cubicBezTo>
                    <a:pt x="12478" y="58235"/>
                    <a:pt x="12766" y="57592"/>
                    <a:pt x="12960" y="57109"/>
                  </a:cubicBezTo>
                  <a:cubicBezTo>
                    <a:pt x="12960" y="56983"/>
                    <a:pt x="13028" y="56720"/>
                    <a:pt x="13062" y="56483"/>
                  </a:cubicBezTo>
                  <a:lnTo>
                    <a:pt x="13519" y="55392"/>
                  </a:lnTo>
                  <a:cubicBezTo>
                    <a:pt x="13670" y="55021"/>
                    <a:pt x="13839" y="54651"/>
                    <a:pt x="13990" y="54263"/>
                  </a:cubicBezTo>
                  <a:lnTo>
                    <a:pt x="13990" y="54263"/>
                  </a:lnTo>
                  <a:cubicBezTo>
                    <a:pt x="13988" y="54264"/>
                    <a:pt x="13986" y="54265"/>
                    <a:pt x="13985" y="54265"/>
                  </a:cubicBezTo>
                  <a:cubicBezTo>
                    <a:pt x="13975" y="54265"/>
                    <a:pt x="13971" y="54249"/>
                    <a:pt x="13975" y="54216"/>
                  </a:cubicBezTo>
                  <a:cubicBezTo>
                    <a:pt x="14075" y="54009"/>
                    <a:pt x="14215" y="53624"/>
                    <a:pt x="14244" y="53624"/>
                  </a:cubicBezTo>
                  <a:cubicBezTo>
                    <a:pt x="14245" y="53624"/>
                    <a:pt x="14245" y="53624"/>
                    <a:pt x="14246" y="53624"/>
                  </a:cubicBezTo>
                  <a:cubicBezTo>
                    <a:pt x="14301" y="53397"/>
                    <a:pt x="14514" y="52817"/>
                    <a:pt x="14486" y="52817"/>
                  </a:cubicBezTo>
                  <a:cubicBezTo>
                    <a:pt x="14484" y="52817"/>
                    <a:pt x="14480" y="52821"/>
                    <a:pt x="14474" y="52829"/>
                  </a:cubicBezTo>
                  <a:lnTo>
                    <a:pt x="14508" y="52744"/>
                  </a:lnTo>
                  <a:cubicBezTo>
                    <a:pt x="14737" y="52279"/>
                    <a:pt x="14940" y="51797"/>
                    <a:pt x="15117" y="51306"/>
                  </a:cubicBezTo>
                  <a:cubicBezTo>
                    <a:pt x="15157" y="51194"/>
                    <a:pt x="15161" y="51154"/>
                    <a:pt x="15144" y="51154"/>
                  </a:cubicBezTo>
                  <a:cubicBezTo>
                    <a:pt x="15139" y="51154"/>
                    <a:pt x="15133" y="51157"/>
                    <a:pt x="15126" y="51162"/>
                  </a:cubicBezTo>
                  <a:cubicBezTo>
                    <a:pt x="15185" y="51002"/>
                    <a:pt x="15253" y="50850"/>
                    <a:pt x="15312" y="50706"/>
                  </a:cubicBezTo>
                  <a:lnTo>
                    <a:pt x="15312" y="50706"/>
                  </a:lnTo>
                  <a:cubicBezTo>
                    <a:pt x="15278" y="50841"/>
                    <a:pt x="15236" y="50985"/>
                    <a:pt x="15185" y="51129"/>
                  </a:cubicBezTo>
                  <a:lnTo>
                    <a:pt x="15625" y="49953"/>
                  </a:lnTo>
                  <a:lnTo>
                    <a:pt x="15600" y="50046"/>
                  </a:lnTo>
                  <a:lnTo>
                    <a:pt x="15760" y="49572"/>
                  </a:lnTo>
                  <a:lnTo>
                    <a:pt x="15760" y="49572"/>
                  </a:lnTo>
                  <a:cubicBezTo>
                    <a:pt x="15678" y="49804"/>
                    <a:pt x="15549" y="50149"/>
                    <a:pt x="15527" y="50149"/>
                  </a:cubicBezTo>
                  <a:cubicBezTo>
                    <a:pt x="15524" y="50149"/>
                    <a:pt x="15522" y="50143"/>
                    <a:pt x="15523" y="50130"/>
                  </a:cubicBezTo>
                  <a:cubicBezTo>
                    <a:pt x="15693" y="49598"/>
                    <a:pt x="15836" y="49310"/>
                    <a:pt x="15955" y="48845"/>
                  </a:cubicBezTo>
                  <a:cubicBezTo>
                    <a:pt x="15958" y="48847"/>
                    <a:pt x="15962" y="48848"/>
                    <a:pt x="15965" y="48848"/>
                  </a:cubicBezTo>
                  <a:cubicBezTo>
                    <a:pt x="15990" y="48848"/>
                    <a:pt x="16018" y="48804"/>
                    <a:pt x="16030" y="48804"/>
                  </a:cubicBezTo>
                  <a:cubicBezTo>
                    <a:pt x="16038" y="48804"/>
                    <a:pt x="16040" y="48821"/>
                    <a:pt x="16031" y="48878"/>
                  </a:cubicBezTo>
                  <a:cubicBezTo>
                    <a:pt x="16031" y="48895"/>
                    <a:pt x="16022" y="48912"/>
                    <a:pt x="16014" y="48929"/>
                  </a:cubicBezTo>
                  <a:cubicBezTo>
                    <a:pt x="15955" y="49208"/>
                    <a:pt x="15879" y="49488"/>
                    <a:pt x="15786" y="49758"/>
                  </a:cubicBezTo>
                  <a:cubicBezTo>
                    <a:pt x="15980" y="49268"/>
                    <a:pt x="16039" y="49081"/>
                    <a:pt x="16090" y="48912"/>
                  </a:cubicBezTo>
                  <a:cubicBezTo>
                    <a:pt x="16149" y="48743"/>
                    <a:pt x="16200" y="48591"/>
                    <a:pt x="16352" y="48159"/>
                  </a:cubicBezTo>
                  <a:cubicBezTo>
                    <a:pt x="16355" y="48157"/>
                    <a:pt x="16356" y="48156"/>
                    <a:pt x="16358" y="48156"/>
                  </a:cubicBezTo>
                  <a:lnTo>
                    <a:pt x="16358" y="48156"/>
                  </a:lnTo>
                  <a:cubicBezTo>
                    <a:pt x="16387" y="48156"/>
                    <a:pt x="16172" y="48805"/>
                    <a:pt x="16185" y="48805"/>
                  </a:cubicBezTo>
                  <a:cubicBezTo>
                    <a:pt x="16187" y="48805"/>
                    <a:pt x="16192" y="48796"/>
                    <a:pt x="16200" y="48777"/>
                  </a:cubicBezTo>
                  <a:lnTo>
                    <a:pt x="16200" y="48777"/>
                  </a:lnTo>
                  <a:cubicBezTo>
                    <a:pt x="16099" y="49048"/>
                    <a:pt x="16006" y="49310"/>
                    <a:pt x="15904" y="49581"/>
                  </a:cubicBezTo>
                  <a:cubicBezTo>
                    <a:pt x="15929" y="49504"/>
                    <a:pt x="15955" y="49437"/>
                    <a:pt x="15972" y="49361"/>
                  </a:cubicBezTo>
                  <a:lnTo>
                    <a:pt x="15972" y="49361"/>
                  </a:lnTo>
                  <a:cubicBezTo>
                    <a:pt x="15786" y="49919"/>
                    <a:pt x="15684" y="50114"/>
                    <a:pt x="15566" y="50545"/>
                  </a:cubicBezTo>
                  <a:cubicBezTo>
                    <a:pt x="15547" y="50589"/>
                    <a:pt x="15539" y="50606"/>
                    <a:pt x="15536" y="50606"/>
                  </a:cubicBezTo>
                  <a:cubicBezTo>
                    <a:pt x="15527" y="50606"/>
                    <a:pt x="15617" y="50338"/>
                    <a:pt x="15612" y="50338"/>
                  </a:cubicBezTo>
                  <a:lnTo>
                    <a:pt x="15612" y="50338"/>
                  </a:lnTo>
                  <a:cubicBezTo>
                    <a:pt x="15611" y="50338"/>
                    <a:pt x="15602" y="50358"/>
                    <a:pt x="15583" y="50410"/>
                  </a:cubicBezTo>
                  <a:cubicBezTo>
                    <a:pt x="15650" y="50207"/>
                    <a:pt x="15709" y="49995"/>
                    <a:pt x="15752" y="49784"/>
                  </a:cubicBezTo>
                  <a:lnTo>
                    <a:pt x="15752" y="49784"/>
                  </a:lnTo>
                  <a:cubicBezTo>
                    <a:pt x="15506" y="50418"/>
                    <a:pt x="15650" y="50156"/>
                    <a:pt x="15464" y="50706"/>
                  </a:cubicBezTo>
                  <a:lnTo>
                    <a:pt x="15295" y="51103"/>
                  </a:lnTo>
                  <a:cubicBezTo>
                    <a:pt x="15272" y="51171"/>
                    <a:pt x="15264" y="51195"/>
                    <a:pt x="15266" y="51195"/>
                  </a:cubicBezTo>
                  <a:cubicBezTo>
                    <a:pt x="15271" y="51195"/>
                    <a:pt x="15340" y="51025"/>
                    <a:pt x="15346" y="51019"/>
                  </a:cubicBezTo>
                  <a:lnTo>
                    <a:pt x="15346" y="51019"/>
                  </a:lnTo>
                  <a:cubicBezTo>
                    <a:pt x="15244" y="51315"/>
                    <a:pt x="15185" y="51425"/>
                    <a:pt x="15100" y="51653"/>
                  </a:cubicBezTo>
                  <a:cubicBezTo>
                    <a:pt x="15130" y="51594"/>
                    <a:pt x="15180" y="51468"/>
                    <a:pt x="15191" y="51468"/>
                  </a:cubicBezTo>
                  <a:cubicBezTo>
                    <a:pt x="15193" y="51468"/>
                    <a:pt x="15193" y="51470"/>
                    <a:pt x="15193" y="51475"/>
                  </a:cubicBezTo>
                  <a:cubicBezTo>
                    <a:pt x="15117" y="51662"/>
                    <a:pt x="15050" y="51848"/>
                    <a:pt x="14974" y="52025"/>
                  </a:cubicBezTo>
                  <a:cubicBezTo>
                    <a:pt x="14897" y="52203"/>
                    <a:pt x="14821" y="52381"/>
                    <a:pt x="14737" y="52541"/>
                  </a:cubicBezTo>
                  <a:cubicBezTo>
                    <a:pt x="14754" y="52509"/>
                    <a:pt x="14764" y="52496"/>
                    <a:pt x="14769" y="52496"/>
                  </a:cubicBezTo>
                  <a:cubicBezTo>
                    <a:pt x="14791" y="52496"/>
                    <a:pt x="14686" y="52814"/>
                    <a:pt x="14644" y="52947"/>
                  </a:cubicBezTo>
                  <a:lnTo>
                    <a:pt x="14957" y="52254"/>
                  </a:lnTo>
                  <a:cubicBezTo>
                    <a:pt x="15287" y="51349"/>
                    <a:pt x="15506" y="50790"/>
                    <a:pt x="15845" y="49809"/>
                  </a:cubicBezTo>
                  <a:lnTo>
                    <a:pt x="15845" y="49868"/>
                  </a:lnTo>
                  <a:cubicBezTo>
                    <a:pt x="15997" y="49496"/>
                    <a:pt x="16099" y="49225"/>
                    <a:pt x="16166" y="49005"/>
                  </a:cubicBezTo>
                  <a:cubicBezTo>
                    <a:pt x="16234" y="48785"/>
                    <a:pt x="16276" y="48625"/>
                    <a:pt x="16310" y="48472"/>
                  </a:cubicBezTo>
                  <a:cubicBezTo>
                    <a:pt x="16412" y="48058"/>
                    <a:pt x="16530" y="47643"/>
                    <a:pt x="16674" y="47237"/>
                  </a:cubicBezTo>
                  <a:cubicBezTo>
                    <a:pt x="16722" y="47213"/>
                    <a:pt x="16870" y="46675"/>
                    <a:pt x="16899" y="46675"/>
                  </a:cubicBezTo>
                  <a:cubicBezTo>
                    <a:pt x="16900" y="46675"/>
                    <a:pt x="16901" y="46676"/>
                    <a:pt x="16902" y="46679"/>
                  </a:cubicBezTo>
                  <a:cubicBezTo>
                    <a:pt x="16820" y="46906"/>
                    <a:pt x="16799" y="46979"/>
                    <a:pt x="16806" y="46979"/>
                  </a:cubicBezTo>
                  <a:cubicBezTo>
                    <a:pt x="16812" y="46979"/>
                    <a:pt x="16835" y="46938"/>
                    <a:pt x="16860" y="46891"/>
                  </a:cubicBezTo>
                  <a:cubicBezTo>
                    <a:pt x="16928" y="46603"/>
                    <a:pt x="17004" y="46324"/>
                    <a:pt x="17105" y="46045"/>
                  </a:cubicBezTo>
                  <a:lnTo>
                    <a:pt x="17105" y="46045"/>
                  </a:lnTo>
                  <a:cubicBezTo>
                    <a:pt x="17098" y="46081"/>
                    <a:pt x="17099" y="46094"/>
                    <a:pt x="17103" y="46094"/>
                  </a:cubicBezTo>
                  <a:cubicBezTo>
                    <a:pt x="17111" y="46094"/>
                    <a:pt x="17132" y="46050"/>
                    <a:pt x="17138" y="46050"/>
                  </a:cubicBezTo>
                  <a:lnTo>
                    <a:pt x="17138" y="46050"/>
                  </a:lnTo>
                  <a:cubicBezTo>
                    <a:pt x="17143" y="46050"/>
                    <a:pt x="17134" y="46094"/>
                    <a:pt x="17080" y="46273"/>
                  </a:cubicBezTo>
                  <a:cubicBezTo>
                    <a:pt x="17224" y="45858"/>
                    <a:pt x="17351" y="45436"/>
                    <a:pt x="17452" y="45004"/>
                  </a:cubicBezTo>
                  <a:cubicBezTo>
                    <a:pt x="17596" y="44497"/>
                    <a:pt x="17630" y="44420"/>
                    <a:pt x="17664" y="44361"/>
                  </a:cubicBezTo>
                  <a:cubicBezTo>
                    <a:pt x="17697" y="44293"/>
                    <a:pt x="17740" y="44226"/>
                    <a:pt x="17875" y="43727"/>
                  </a:cubicBezTo>
                  <a:lnTo>
                    <a:pt x="17875" y="43727"/>
                  </a:lnTo>
                  <a:lnTo>
                    <a:pt x="17841" y="43871"/>
                  </a:lnTo>
                  <a:lnTo>
                    <a:pt x="17841" y="43871"/>
                  </a:lnTo>
                  <a:lnTo>
                    <a:pt x="18019" y="43253"/>
                  </a:lnTo>
                  <a:lnTo>
                    <a:pt x="17943" y="43448"/>
                  </a:lnTo>
                  <a:lnTo>
                    <a:pt x="18137" y="42712"/>
                  </a:lnTo>
                  <a:cubicBezTo>
                    <a:pt x="18167" y="42589"/>
                    <a:pt x="18175" y="42545"/>
                    <a:pt x="18171" y="42545"/>
                  </a:cubicBezTo>
                  <a:lnTo>
                    <a:pt x="18171" y="42545"/>
                  </a:lnTo>
                  <a:cubicBezTo>
                    <a:pt x="18162" y="42545"/>
                    <a:pt x="18075" y="42827"/>
                    <a:pt x="18063" y="42827"/>
                  </a:cubicBezTo>
                  <a:cubicBezTo>
                    <a:pt x="18062" y="42827"/>
                    <a:pt x="18061" y="42825"/>
                    <a:pt x="18061" y="42822"/>
                  </a:cubicBezTo>
                  <a:lnTo>
                    <a:pt x="18044" y="42982"/>
                  </a:lnTo>
                  <a:cubicBezTo>
                    <a:pt x="17951" y="43278"/>
                    <a:pt x="17850" y="43701"/>
                    <a:pt x="17816" y="43761"/>
                  </a:cubicBezTo>
                  <a:cubicBezTo>
                    <a:pt x="17867" y="43574"/>
                    <a:pt x="17909" y="43380"/>
                    <a:pt x="17943" y="43185"/>
                  </a:cubicBezTo>
                  <a:lnTo>
                    <a:pt x="17943" y="43185"/>
                  </a:lnTo>
                  <a:lnTo>
                    <a:pt x="17816" y="43651"/>
                  </a:lnTo>
                  <a:lnTo>
                    <a:pt x="17748" y="43794"/>
                  </a:lnTo>
                  <a:cubicBezTo>
                    <a:pt x="17621" y="44260"/>
                    <a:pt x="17494" y="44606"/>
                    <a:pt x="17435" y="44886"/>
                  </a:cubicBezTo>
                  <a:cubicBezTo>
                    <a:pt x="17503" y="44700"/>
                    <a:pt x="17511" y="44573"/>
                    <a:pt x="17579" y="44403"/>
                  </a:cubicBezTo>
                  <a:lnTo>
                    <a:pt x="17579" y="44403"/>
                  </a:lnTo>
                  <a:cubicBezTo>
                    <a:pt x="17545" y="44640"/>
                    <a:pt x="17368" y="45207"/>
                    <a:pt x="17207" y="45757"/>
                  </a:cubicBezTo>
                  <a:cubicBezTo>
                    <a:pt x="17193" y="45764"/>
                    <a:pt x="17150" y="45886"/>
                    <a:pt x="17145" y="45886"/>
                  </a:cubicBezTo>
                  <a:cubicBezTo>
                    <a:pt x="17144" y="45886"/>
                    <a:pt x="17145" y="45880"/>
                    <a:pt x="17148" y="45867"/>
                  </a:cubicBezTo>
                  <a:cubicBezTo>
                    <a:pt x="17148" y="45850"/>
                    <a:pt x="17181" y="45757"/>
                    <a:pt x="17198" y="45706"/>
                  </a:cubicBezTo>
                  <a:lnTo>
                    <a:pt x="17198" y="45706"/>
                  </a:lnTo>
                  <a:cubicBezTo>
                    <a:pt x="17197" y="45708"/>
                    <a:pt x="17196" y="45709"/>
                    <a:pt x="17195" y="45709"/>
                  </a:cubicBezTo>
                  <a:cubicBezTo>
                    <a:pt x="17188" y="45709"/>
                    <a:pt x="17202" y="45643"/>
                    <a:pt x="17196" y="45643"/>
                  </a:cubicBezTo>
                  <a:lnTo>
                    <a:pt x="17196" y="45643"/>
                  </a:lnTo>
                  <a:cubicBezTo>
                    <a:pt x="17191" y="45643"/>
                    <a:pt x="17167" y="45704"/>
                    <a:pt x="17088" y="45943"/>
                  </a:cubicBezTo>
                  <a:cubicBezTo>
                    <a:pt x="17122" y="45753"/>
                    <a:pt x="17203" y="45367"/>
                    <a:pt x="17191" y="45367"/>
                  </a:cubicBezTo>
                  <a:lnTo>
                    <a:pt x="17191" y="45367"/>
                  </a:lnTo>
                  <a:cubicBezTo>
                    <a:pt x="17191" y="45367"/>
                    <a:pt x="17190" y="45367"/>
                    <a:pt x="17190" y="45368"/>
                  </a:cubicBezTo>
                  <a:cubicBezTo>
                    <a:pt x="17283" y="45063"/>
                    <a:pt x="17410" y="44640"/>
                    <a:pt x="17494" y="44395"/>
                  </a:cubicBezTo>
                  <a:lnTo>
                    <a:pt x="17494" y="44420"/>
                  </a:lnTo>
                  <a:cubicBezTo>
                    <a:pt x="17587" y="44158"/>
                    <a:pt x="17723" y="43591"/>
                    <a:pt x="17765" y="43558"/>
                  </a:cubicBezTo>
                  <a:cubicBezTo>
                    <a:pt x="17794" y="43448"/>
                    <a:pt x="17859" y="43203"/>
                    <a:pt x="17850" y="43203"/>
                  </a:cubicBezTo>
                  <a:lnTo>
                    <a:pt x="17850" y="43203"/>
                  </a:lnTo>
                  <a:cubicBezTo>
                    <a:pt x="17847" y="43203"/>
                    <a:pt x="17827" y="43255"/>
                    <a:pt x="17782" y="43397"/>
                  </a:cubicBezTo>
                  <a:lnTo>
                    <a:pt x="17985" y="42644"/>
                  </a:lnTo>
                  <a:cubicBezTo>
                    <a:pt x="17986" y="42656"/>
                    <a:pt x="17988" y="42662"/>
                    <a:pt x="17992" y="42662"/>
                  </a:cubicBezTo>
                  <a:cubicBezTo>
                    <a:pt x="18015" y="42662"/>
                    <a:pt x="18081" y="42476"/>
                    <a:pt x="18095" y="42476"/>
                  </a:cubicBezTo>
                  <a:lnTo>
                    <a:pt x="18095" y="42476"/>
                  </a:lnTo>
                  <a:cubicBezTo>
                    <a:pt x="18105" y="42476"/>
                    <a:pt x="18092" y="42558"/>
                    <a:pt x="18027" y="42830"/>
                  </a:cubicBezTo>
                  <a:cubicBezTo>
                    <a:pt x="18034" y="42810"/>
                    <a:pt x="18082" y="42641"/>
                    <a:pt x="18159" y="42359"/>
                  </a:cubicBezTo>
                  <a:lnTo>
                    <a:pt x="18159" y="42359"/>
                  </a:lnTo>
                  <a:cubicBezTo>
                    <a:pt x="18153" y="42402"/>
                    <a:pt x="18153" y="42421"/>
                    <a:pt x="18157" y="42421"/>
                  </a:cubicBezTo>
                  <a:cubicBezTo>
                    <a:pt x="18176" y="42421"/>
                    <a:pt x="18268" y="42119"/>
                    <a:pt x="18366" y="41806"/>
                  </a:cubicBezTo>
                  <a:lnTo>
                    <a:pt x="18366" y="41705"/>
                  </a:lnTo>
                  <a:cubicBezTo>
                    <a:pt x="18493" y="41367"/>
                    <a:pt x="18594" y="41028"/>
                    <a:pt x="18679" y="40673"/>
                  </a:cubicBezTo>
                  <a:lnTo>
                    <a:pt x="18882" y="39548"/>
                  </a:lnTo>
                  <a:cubicBezTo>
                    <a:pt x="18907" y="39438"/>
                    <a:pt x="18941" y="39328"/>
                    <a:pt x="18966" y="39218"/>
                  </a:cubicBezTo>
                  <a:cubicBezTo>
                    <a:pt x="19009" y="39105"/>
                    <a:pt x="19098" y="38746"/>
                    <a:pt x="19112" y="38746"/>
                  </a:cubicBezTo>
                  <a:lnTo>
                    <a:pt x="19112" y="38746"/>
                  </a:lnTo>
                  <a:cubicBezTo>
                    <a:pt x="19115" y="38746"/>
                    <a:pt x="19114" y="38761"/>
                    <a:pt x="19110" y="38795"/>
                  </a:cubicBezTo>
                  <a:cubicBezTo>
                    <a:pt x="19113" y="38789"/>
                    <a:pt x="19115" y="38786"/>
                    <a:pt x="19117" y="38786"/>
                  </a:cubicBezTo>
                  <a:lnTo>
                    <a:pt x="19117" y="38786"/>
                  </a:lnTo>
                  <a:cubicBezTo>
                    <a:pt x="19127" y="38786"/>
                    <a:pt x="19095" y="38939"/>
                    <a:pt x="19042" y="39125"/>
                  </a:cubicBezTo>
                  <a:cubicBezTo>
                    <a:pt x="19039" y="39130"/>
                    <a:pt x="19037" y="39132"/>
                    <a:pt x="19036" y="39132"/>
                  </a:cubicBezTo>
                  <a:cubicBezTo>
                    <a:pt x="19033" y="39132"/>
                    <a:pt x="19035" y="39121"/>
                    <a:pt x="19033" y="39121"/>
                  </a:cubicBezTo>
                  <a:lnTo>
                    <a:pt x="19033" y="39121"/>
                  </a:lnTo>
                  <a:cubicBezTo>
                    <a:pt x="19032" y="39121"/>
                    <a:pt x="19030" y="39124"/>
                    <a:pt x="19026" y="39133"/>
                  </a:cubicBezTo>
                  <a:cubicBezTo>
                    <a:pt x="19026" y="39156"/>
                    <a:pt x="19028" y="39175"/>
                    <a:pt x="19036" y="39175"/>
                  </a:cubicBezTo>
                  <a:cubicBezTo>
                    <a:pt x="19049" y="39175"/>
                    <a:pt x="19075" y="39128"/>
                    <a:pt x="19127" y="38973"/>
                  </a:cubicBezTo>
                  <a:lnTo>
                    <a:pt x="19127" y="38973"/>
                  </a:lnTo>
                  <a:cubicBezTo>
                    <a:pt x="19051" y="39235"/>
                    <a:pt x="19034" y="39269"/>
                    <a:pt x="19000" y="39455"/>
                  </a:cubicBezTo>
                  <a:lnTo>
                    <a:pt x="19076" y="39192"/>
                  </a:lnTo>
                  <a:lnTo>
                    <a:pt x="19076" y="39192"/>
                  </a:lnTo>
                  <a:cubicBezTo>
                    <a:pt x="18975" y="39582"/>
                    <a:pt x="18848" y="40199"/>
                    <a:pt x="18873" y="40199"/>
                  </a:cubicBezTo>
                  <a:cubicBezTo>
                    <a:pt x="18873" y="40064"/>
                    <a:pt x="18975" y="39818"/>
                    <a:pt x="19034" y="39607"/>
                  </a:cubicBezTo>
                  <a:lnTo>
                    <a:pt x="19034" y="39607"/>
                  </a:lnTo>
                  <a:cubicBezTo>
                    <a:pt x="19009" y="39732"/>
                    <a:pt x="18961" y="39956"/>
                    <a:pt x="18968" y="39956"/>
                  </a:cubicBezTo>
                  <a:cubicBezTo>
                    <a:pt x="18971" y="39956"/>
                    <a:pt x="18981" y="39929"/>
                    <a:pt x="19000" y="39861"/>
                  </a:cubicBezTo>
                  <a:cubicBezTo>
                    <a:pt x="19006" y="39785"/>
                    <a:pt x="19106" y="39365"/>
                    <a:pt x="19095" y="39365"/>
                  </a:cubicBezTo>
                  <a:lnTo>
                    <a:pt x="19095" y="39365"/>
                  </a:lnTo>
                  <a:cubicBezTo>
                    <a:pt x="19091" y="39365"/>
                    <a:pt x="19073" y="39415"/>
                    <a:pt x="19034" y="39548"/>
                  </a:cubicBezTo>
                  <a:cubicBezTo>
                    <a:pt x="19085" y="39328"/>
                    <a:pt x="19144" y="39032"/>
                    <a:pt x="19220" y="38786"/>
                  </a:cubicBezTo>
                  <a:lnTo>
                    <a:pt x="19220" y="38786"/>
                  </a:lnTo>
                  <a:cubicBezTo>
                    <a:pt x="19191" y="38934"/>
                    <a:pt x="19191" y="38960"/>
                    <a:pt x="19198" y="38960"/>
                  </a:cubicBezTo>
                  <a:cubicBezTo>
                    <a:pt x="19202" y="38960"/>
                    <a:pt x="19208" y="38953"/>
                    <a:pt x="19212" y="38953"/>
                  </a:cubicBezTo>
                  <a:cubicBezTo>
                    <a:pt x="19217" y="38953"/>
                    <a:pt x="19220" y="38959"/>
                    <a:pt x="19220" y="38981"/>
                  </a:cubicBezTo>
                  <a:cubicBezTo>
                    <a:pt x="19254" y="38879"/>
                    <a:pt x="19262" y="38778"/>
                    <a:pt x="19254" y="38676"/>
                  </a:cubicBezTo>
                  <a:cubicBezTo>
                    <a:pt x="19444" y="37988"/>
                    <a:pt x="19567" y="37692"/>
                    <a:pt x="19728" y="36970"/>
                  </a:cubicBezTo>
                  <a:lnTo>
                    <a:pt x="19728" y="36970"/>
                  </a:lnTo>
                  <a:cubicBezTo>
                    <a:pt x="19699" y="37096"/>
                    <a:pt x="19661" y="37246"/>
                    <a:pt x="19653" y="37246"/>
                  </a:cubicBezTo>
                  <a:cubicBezTo>
                    <a:pt x="19652" y="37246"/>
                    <a:pt x="19652" y="37244"/>
                    <a:pt x="19652" y="37238"/>
                  </a:cubicBezTo>
                  <a:cubicBezTo>
                    <a:pt x="19762" y="36621"/>
                    <a:pt x="19880" y="36452"/>
                    <a:pt x="19990" y="35927"/>
                  </a:cubicBezTo>
                  <a:lnTo>
                    <a:pt x="19990" y="35927"/>
                  </a:lnTo>
                  <a:cubicBezTo>
                    <a:pt x="19973" y="35969"/>
                    <a:pt x="19948" y="36020"/>
                    <a:pt x="19922" y="36063"/>
                  </a:cubicBezTo>
                  <a:cubicBezTo>
                    <a:pt x="19956" y="35902"/>
                    <a:pt x="20032" y="35496"/>
                    <a:pt x="20075" y="35301"/>
                  </a:cubicBezTo>
                  <a:cubicBezTo>
                    <a:pt x="20093" y="35264"/>
                    <a:pt x="20174" y="34958"/>
                    <a:pt x="20188" y="34958"/>
                  </a:cubicBezTo>
                  <a:lnTo>
                    <a:pt x="20188" y="34958"/>
                  </a:lnTo>
                  <a:cubicBezTo>
                    <a:pt x="20193" y="34958"/>
                    <a:pt x="20188" y="35000"/>
                    <a:pt x="20168" y="35115"/>
                  </a:cubicBezTo>
                  <a:cubicBezTo>
                    <a:pt x="20379" y="34201"/>
                    <a:pt x="20261" y="34294"/>
                    <a:pt x="20497" y="33254"/>
                  </a:cubicBezTo>
                  <a:lnTo>
                    <a:pt x="20497" y="33254"/>
                  </a:lnTo>
                  <a:cubicBezTo>
                    <a:pt x="20388" y="33736"/>
                    <a:pt x="20379" y="33787"/>
                    <a:pt x="20294" y="34168"/>
                  </a:cubicBezTo>
                  <a:cubicBezTo>
                    <a:pt x="20321" y="34011"/>
                    <a:pt x="20327" y="33965"/>
                    <a:pt x="20323" y="33965"/>
                  </a:cubicBezTo>
                  <a:lnTo>
                    <a:pt x="20323" y="33965"/>
                  </a:lnTo>
                  <a:cubicBezTo>
                    <a:pt x="20318" y="33965"/>
                    <a:pt x="20295" y="34055"/>
                    <a:pt x="20282" y="34055"/>
                  </a:cubicBezTo>
                  <a:cubicBezTo>
                    <a:pt x="20280" y="34055"/>
                    <a:pt x="20279" y="34053"/>
                    <a:pt x="20278" y="34049"/>
                  </a:cubicBezTo>
                  <a:cubicBezTo>
                    <a:pt x="20335" y="33871"/>
                    <a:pt x="20435" y="33381"/>
                    <a:pt x="20442" y="33381"/>
                  </a:cubicBezTo>
                  <a:lnTo>
                    <a:pt x="20442" y="33381"/>
                  </a:lnTo>
                  <a:cubicBezTo>
                    <a:pt x="20444" y="33381"/>
                    <a:pt x="20436" y="33433"/>
                    <a:pt x="20413" y="33567"/>
                  </a:cubicBezTo>
                  <a:cubicBezTo>
                    <a:pt x="20489" y="33246"/>
                    <a:pt x="20616" y="32594"/>
                    <a:pt x="20624" y="32442"/>
                  </a:cubicBezTo>
                  <a:lnTo>
                    <a:pt x="20624" y="32442"/>
                  </a:lnTo>
                  <a:lnTo>
                    <a:pt x="20565" y="32721"/>
                  </a:lnTo>
                  <a:cubicBezTo>
                    <a:pt x="20633" y="32349"/>
                    <a:pt x="20692" y="31968"/>
                    <a:pt x="20726" y="31588"/>
                  </a:cubicBezTo>
                  <a:lnTo>
                    <a:pt x="20726" y="31588"/>
                  </a:lnTo>
                  <a:cubicBezTo>
                    <a:pt x="20624" y="32171"/>
                    <a:pt x="20667" y="32163"/>
                    <a:pt x="20523" y="32899"/>
                  </a:cubicBezTo>
                  <a:cubicBezTo>
                    <a:pt x="20467" y="33151"/>
                    <a:pt x="20448" y="33226"/>
                    <a:pt x="20444" y="33226"/>
                  </a:cubicBezTo>
                  <a:cubicBezTo>
                    <a:pt x="20438" y="33226"/>
                    <a:pt x="20463" y="33068"/>
                    <a:pt x="20454" y="33068"/>
                  </a:cubicBezTo>
                  <a:lnTo>
                    <a:pt x="20454" y="33068"/>
                  </a:lnTo>
                  <a:cubicBezTo>
                    <a:pt x="20449" y="33068"/>
                    <a:pt x="20436" y="33108"/>
                    <a:pt x="20404" y="33229"/>
                  </a:cubicBezTo>
                  <a:lnTo>
                    <a:pt x="20303" y="33804"/>
                  </a:lnTo>
                  <a:lnTo>
                    <a:pt x="20362" y="33533"/>
                  </a:lnTo>
                  <a:lnTo>
                    <a:pt x="20362" y="33533"/>
                  </a:lnTo>
                  <a:cubicBezTo>
                    <a:pt x="20378" y="33623"/>
                    <a:pt x="20183" y="34357"/>
                    <a:pt x="20221" y="34357"/>
                  </a:cubicBezTo>
                  <a:cubicBezTo>
                    <a:pt x="20223" y="34357"/>
                    <a:pt x="20225" y="34356"/>
                    <a:pt x="20227" y="34354"/>
                  </a:cubicBezTo>
                  <a:lnTo>
                    <a:pt x="20227" y="34354"/>
                  </a:lnTo>
                  <a:cubicBezTo>
                    <a:pt x="20097" y="34836"/>
                    <a:pt x="20066" y="35030"/>
                    <a:pt x="19955" y="35469"/>
                  </a:cubicBezTo>
                  <a:lnTo>
                    <a:pt x="19955" y="35469"/>
                  </a:lnTo>
                  <a:cubicBezTo>
                    <a:pt x="19955" y="35466"/>
                    <a:pt x="19956" y="35464"/>
                    <a:pt x="19956" y="35462"/>
                  </a:cubicBezTo>
                  <a:lnTo>
                    <a:pt x="19956" y="35462"/>
                  </a:lnTo>
                  <a:cubicBezTo>
                    <a:pt x="19955" y="35466"/>
                    <a:pt x="19955" y="35469"/>
                    <a:pt x="19954" y="35473"/>
                  </a:cubicBezTo>
                  <a:lnTo>
                    <a:pt x="19954" y="35473"/>
                  </a:lnTo>
                  <a:cubicBezTo>
                    <a:pt x="19935" y="35548"/>
                    <a:pt x="19913" y="35631"/>
                    <a:pt x="19888" y="35724"/>
                  </a:cubicBezTo>
                  <a:cubicBezTo>
                    <a:pt x="19885" y="35759"/>
                    <a:pt x="19884" y="35774"/>
                    <a:pt x="19886" y="35774"/>
                  </a:cubicBezTo>
                  <a:cubicBezTo>
                    <a:pt x="19892" y="35774"/>
                    <a:pt x="19913" y="35681"/>
                    <a:pt x="19935" y="35574"/>
                  </a:cubicBezTo>
                  <a:lnTo>
                    <a:pt x="19935" y="35574"/>
                  </a:lnTo>
                  <a:cubicBezTo>
                    <a:pt x="19897" y="35799"/>
                    <a:pt x="19914" y="35871"/>
                    <a:pt x="19804" y="36232"/>
                  </a:cubicBezTo>
                  <a:cubicBezTo>
                    <a:pt x="19785" y="36298"/>
                    <a:pt x="19780" y="36330"/>
                    <a:pt x="19784" y="36330"/>
                  </a:cubicBezTo>
                  <a:cubicBezTo>
                    <a:pt x="19792" y="36330"/>
                    <a:pt x="19836" y="36212"/>
                    <a:pt x="19887" y="36006"/>
                  </a:cubicBezTo>
                  <a:lnTo>
                    <a:pt x="19887" y="36006"/>
                  </a:lnTo>
                  <a:cubicBezTo>
                    <a:pt x="19818" y="36299"/>
                    <a:pt x="19754" y="36582"/>
                    <a:pt x="19668" y="36908"/>
                  </a:cubicBezTo>
                  <a:lnTo>
                    <a:pt x="19787" y="36553"/>
                  </a:lnTo>
                  <a:lnTo>
                    <a:pt x="19694" y="36934"/>
                  </a:lnTo>
                  <a:lnTo>
                    <a:pt x="19787" y="36612"/>
                  </a:lnTo>
                  <a:lnTo>
                    <a:pt x="19787" y="36612"/>
                  </a:lnTo>
                  <a:cubicBezTo>
                    <a:pt x="19618" y="37331"/>
                    <a:pt x="19415" y="38152"/>
                    <a:pt x="19288" y="38524"/>
                  </a:cubicBezTo>
                  <a:cubicBezTo>
                    <a:pt x="19406" y="37898"/>
                    <a:pt x="19668" y="36866"/>
                    <a:pt x="19711" y="36494"/>
                  </a:cubicBezTo>
                  <a:lnTo>
                    <a:pt x="19711" y="36494"/>
                  </a:lnTo>
                  <a:cubicBezTo>
                    <a:pt x="19660" y="36629"/>
                    <a:pt x="19618" y="37002"/>
                    <a:pt x="19533" y="37171"/>
                  </a:cubicBezTo>
                  <a:lnTo>
                    <a:pt x="19516" y="37365"/>
                  </a:lnTo>
                  <a:cubicBezTo>
                    <a:pt x="19474" y="37585"/>
                    <a:pt x="19355" y="38093"/>
                    <a:pt x="19322" y="38135"/>
                  </a:cubicBezTo>
                  <a:cubicBezTo>
                    <a:pt x="19449" y="37526"/>
                    <a:pt x="19465" y="37365"/>
                    <a:pt x="19516" y="37061"/>
                  </a:cubicBezTo>
                  <a:cubicBezTo>
                    <a:pt x="19516" y="37010"/>
                    <a:pt x="19525" y="36959"/>
                    <a:pt x="19542" y="36917"/>
                  </a:cubicBezTo>
                  <a:lnTo>
                    <a:pt x="19542" y="36900"/>
                  </a:lnTo>
                  <a:cubicBezTo>
                    <a:pt x="19584" y="36731"/>
                    <a:pt x="19660" y="36435"/>
                    <a:pt x="19694" y="36266"/>
                  </a:cubicBezTo>
                  <a:cubicBezTo>
                    <a:pt x="19714" y="36184"/>
                    <a:pt x="19724" y="36159"/>
                    <a:pt x="19728" y="36159"/>
                  </a:cubicBezTo>
                  <a:cubicBezTo>
                    <a:pt x="19734" y="36159"/>
                    <a:pt x="19728" y="36216"/>
                    <a:pt x="19728" y="36232"/>
                  </a:cubicBezTo>
                  <a:cubicBezTo>
                    <a:pt x="19821" y="35910"/>
                    <a:pt x="19888" y="35580"/>
                    <a:pt x="19939" y="35250"/>
                  </a:cubicBezTo>
                  <a:cubicBezTo>
                    <a:pt x="19990" y="34937"/>
                    <a:pt x="20049" y="34616"/>
                    <a:pt x="20142" y="34235"/>
                  </a:cubicBezTo>
                  <a:cubicBezTo>
                    <a:pt x="20157" y="34235"/>
                    <a:pt x="20260" y="33793"/>
                    <a:pt x="20271" y="33793"/>
                  </a:cubicBezTo>
                  <a:lnTo>
                    <a:pt x="20271" y="33793"/>
                  </a:lnTo>
                  <a:cubicBezTo>
                    <a:pt x="20273" y="33793"/>
                    <a:pt x="20273" y="33804"/>
                    <a:pt x="20269" y="33829"/>
                  </a:cubicBezTo>
                  <a:cubicBezTo>
                    <a:pt x="20345" y="33499"/>
                    <a:pt x="20396" y="33169"/>
                    <a:pt x="20438" y="32831"/>
                  </a:cubicBezTo>
                  <a:cubicBezTo>
                    <a:pt x="20460" y="32781"/>
                    <a:pt x="20542" y="32324"/>
                    <a:pt x="20551" y="32324"/>
                  </a:cubicBezTo>
                  <a:lnTo>
                    <a:pt x="20551" y="32324"/>
                  </a:lnTo>
                  <a:cubicBezTo>
                    <a:pt x="20553" y="32324"/>
                    <a:pt x="20552" y="32339"/>
                    <a:pt x="20548" y="32374"/>
                  </a:cubicBezTo>
                  <a:lnTo>
                    <a:pt x="20599" y="31960"/>
                  </a:lnTo>
                  <a:cubicBezTo>
                    <a:pt x="20658" y="31681"/>
                    <a:pt x="20760" y="31088"/>
                    <a:pt x="20802" y="30995"/>
                  </a:cubicBezTo>
                  <a:cubicBezTo>
                    <a:pt x="20853" y="30682"/>
                    <a:pt x="20777" y="30894"/>
                    <a:pt x="20870" y="30471"/>
                  </a:cubicBezTo>
                  <a:lnTo>
                    <a:pt x="20870" y="30471"/>
                  </a:lnTo>
                  <a:cubicBezTo>
                    <a:pt x="20870" y="30481"/>
                    <a:pt x="20876" y="30472"/>
                    <a:pt x="20875" y="30487"/>
                  </a:cubicBezTo>
                  <a:lnTo>
                    <a:pt x="20875" y="30487"/>
                  </a:lnTo>
                  <a:cubicBezTo>
                    <a:pt x="20935" y="30218"/>
                    <a:pt x="20974" y="29943"/>
                    <a:pt x="21005" y="29676"/>
                  </a:cubicBezTo>
                  <a:lnTo>
                    <a:pt x="21005" y="29676"/>
                  </a:lnTo>
                  <a:cubicBezTo>
                    <a:pt x="20946" y="29980"/>
                    <a:pt x="20988" y="29743"/>
                    <a:pt x="20920" y="30099"/>
                  </a:cubicBezTo>
                  <a:cubicBezTo>
                    <a:pt x="20920" y="30014"/>
                    <a:pt x="20929" y="29929"/>
                    <a:pt x="20946" y="29836"/>
                  </a:cubicBezTo>
                  <a:cubicBezTo>
                    <a:pt x="20971" y="29684"/>
                    <a:pt x="20997" y="29481"/>
                    <a:pt x="21039" y="29278"/>
                  </a:cubicBezTo>
                  <a:lnTo>
                    <a:pt x="21039" y="29278"/>
                  </a:lnTo>
                  <a:cubicBezTo>
                    <a:pt x="21027" y="29406"/>
                    <a:pt x="21027" y="29454"/>
                    <a:pt x="21032" y="29454"/>
                  </a:cubicBezTo>
                  <a:cubicBezTo>
                    <a:pt x="21048" y="29454"/>
                    <a:pt x="21117" y="29056"/>
                    <a:pt x="21125" y="29056"/>
                  </a:cubicBezTo>
                  <a:lnTo>
                    <a:pt x="21125" y="29056"/>
                  </a:lnTo>
                  <a:cubicBezTo>
                    <a:pt x="21127" y="29056"/>
                    <a:pt x="21127" y="29069"/>
                    <a:pt x="21124" y="29100"/>
                  </a:cubicBezTo>
                  <a:cubicBezTo>
                    <a:pt x="21276" y="28221"/>
                    <a:pt x="21318" y="27696"/>
                    <a:pt x="21377" y="26952"/>
                  </a:cubicBezTo>
                  <a:cubicBezTo>
                    <a:pt x="21437" y="26512"/>
                    <a:pt x="21504" y="26021"/>
                    <a:pt x="21572" y="25556"/>
                  </a:cubicBezTo>
                  <a:cubicBezTo>
                    <a:pt x="21597" y="25319"/>
                    <a:pt x="21631" y="25091"/>
                    <a:pt x="21656" y="24879"/>
                  </a:cubicBezTo>
                  <a:cubicBezTo>
                    <a:pt x="21673" y="24659"/>
                    <a:pt x="21690" y="24465"/>
                    <a:pt x="21699" y="24296"/>
                  </a:cubicBezTo>
                  <a:lnTo>
                    <a:pt x="21699" y="24296"/>
                  </a:lnTo>
                  <a:lnTo>
                    <a:pt x="21690" y="24380"/>
                  </a:lnTo>
                  <a:lnTo>
                    <a:pt x="21716" y="23966"/>
                  </a:lnTo>
                  <a:cubicBezTo>
                    <a:pt x="21741" y="23729"/>
                    <a:pt x="21750" y="23974"/>
                    <a:pt x="21783" y="23602"/>
                  </a:cubicBezTo>
                  <a:lnTo>
                    <a:pt x="21783" y="23602"/>
                  </a:lnTo>
                  <a:cubicBezTo>
                    <a:pt x="21809" y="23729"/>
                    <a:pt x="21716" y="24245"/>
                    <a:pt x="21699" y="24625"/>
                  </a:cubicBezTo>
                  <a:cubicBezTo>
                    <a:pt x="21721" y="24488"/>
                    <a:pt x="21731" y="24436"/>
                    <a:pt x="21736" y="24436"/>
                  </a:cubicBezTo>
                  <a:lnTo>
                    <a:pt x="21736" y="24436"/>
                  </a:lnTo>
                  <a:cubicBezTo>
                    <a:pt x="21749" y="24436"/>
                    <a:pt x="21705" y="24885"/>
                    <a:pt x="21719" y="24885"/>
                  </a:cubicBezTo>
                  <a:cubicBezTo>
                    <a:pt x="21723" y="24885"/>
                    <a:pt x="21729" y="24859"/>
                    <a:pt x="21741" y="24795"/>
                  </a:cubicBezTo>
                  <a:cubicBezTo>
                    <a:pt x="21699" y="24541"/>
                    <a:pt x="21876" y="23416"/>
                    <a:pt x="21902" y="22849"/>
                  </a:cubicBezTo>
                  <a:cubicBezTo>
                    <a:pt x="21920" y="22705"/>
                    <a:pt x="21928" y="22655"/>
                    <a:pt x="21932" y="22655"/>
                  </a:cubicBezTo>
                  <a:lnTo>
                    <a:pt x="21932" y="22655"/>
                  </a:lnTo>
                  <a:cubicBezTo>
                    <a:pt x="21939" y="22655"/>
                    <a:pt x="21922" y="22890"/>
                    <a:pt x="21926" y="22890"/>
                  </a:cubicBezTo>
                  <a:cubicBezTo>
                    <a:pt x="21928" y="22890"/>
                    <a:pt x="21930" y="22874"/>
                    <a:pt x="21936" y="22832"/>
                  </a:cubicBezTo>
                  <a:lnTo>
                    <a:pt x="21936" y="22654"/>
                  </a:lnTo>
                  <a:cubicBezTo>
                    <a:pt x="21968" y="22453"/>
                    <a:pt x="21977" y="22375"/>
                    <a:pt x="21992" y="22375"/>
                  </a:cubicBezTo>
                  <a:cubicBezTo>
                    <a:pt x="21993" y="22375"/>
                    <a:pt x="21994" y="22375"/>
                    <a:pt x="21995" y="22375"/>
                  </a:cubicBezTo>
                  <a:cubicBezTo>
                    <a:pt x="22062" y="21800"/>
                    <a:pt x="22096" y="21132"/>
                    <a:pt x="22113" y="20641"/>
                  </a:cubicBezTo>
                  <a:lnTo>
                    <a:pt x="22113" y="20641"/>
                  </a:lnTo>
                  <a:cubicBezTo>
                    <a:pt x="22103" y="20833"/>
                    <a:pt x="22097" y="20887"/>
                    <a:pt x="22093" y="20887"/>
                  </a:cubicBezTo>
                  <a:cubicBezTo>
                    <a:pt x="22088" y="20887"/>
                    <a:pt x="22084" y="20802"/>
                    <a:pt x="22077" y="20802"/>
                  </a:cubicBezTo>
                  <a:cubicBezTo>
                    <a:pt x="22070" y="20802"/>
                    <a:pt x="22061" y="20855"/>
                    <a:pt x="22046" y="21047"/>
                  </a:cubicBezTo>
                  <a:cubicBezTo>
                    <a:pt x="22054" y="20853"/>
                    <a:pt x="22079" y="20447"/>
                    <a:pt x="22113" y="20066"/>
                  </a:cubicBezTo>
                  <a:lnTo>
                    <a:pt x="22113" y="20066"/>
                  </a:lnTo>
                  <a:cubicBezTo>
                    <a:pt x="22108" y="20139"/>
                    <a:pt x="22109" y="20164"/>
                    <a:pt x="22112" y="20164"/>
                  </a:cubicBezTo>
                  <a:cubicBezTo>
                    <a:pt x="22118" y="20164"/>
                    <a:pt x="22140" y="20028"/>
                    <a:pt x="22147" y="20028"/>
                  </a:cubicBezTo>
                  <a:lnTo>
                    <a:pt x="22147" y="20028"/>
                  </a:lnTo>
                  <a:cubicBezTo>
                    <a:pt x="22152" y="20028"/>
                    <a:pt x="22148" y="20109"/>
                    <a:pt x="22122" y="20396"/>
                  </a:cubicBezTo>
                  <a:cubicBezTo>
                    <a:pt x="22164" y="20277"/>
                    <a:pt x="22147" y="19990"/>
                    <a:pt x="22181" y="19617"/>
                  </a:cubicBezTo>
                  <a:lnTo>
                    <a:pt x="22181" y="19617"/>
                  </a:lnTo>
                  <a:cubicBezTo>
                    <a:pt x="22173" y="19803"/>
                    <a:pt x="22165" y="20187"/>
                    <a:pt x="22171" y="20187"/>
                  </a:cubicBezTo>
                  <a:cubicBezTo>
                    <a:pt x="22172" y="20187"/>
                    <a:pt x="22172" y="20186"/>
                    <a:pt x="22172" y="20184"/>
                  </a:cubicBezTo>
                  <a:cubicBezTo>
                    <a:pt x="22172" y="20049"/>
                    <a:pt x="22181" y="19871"/>
                    <a:pt x="22198" y="19677"/>
                  </a:cubicBezTo>
                  <a:cubicBezTo>
                    <a:pt x="22206" y="19575"/>
                    <a:pt x="22215" y="19474"/>
                    <a:pt x="22223" y="19372"/>
                  </a:cubicBezTo>
                  <a:cubicBezTo>
                    <a:pt x="22232" y="19271"/>
                    <a:pt x="22232" y="19178"/>
                    <a:pt x="22240" y="19068"/>
                  </a:cubicBezTo>
                  <a:cubicBezTo>
                    <a:pt x="22274" y="18670"/>
                    <a:pt x="22299" y="18306"/>
                    <a:pt x="22291" y="18205"/>
                  </a:cubicBezTo>
                  <a:cubicBezTo>
                    <a:pt x="22282" y="17799"/>
                    <a:pt x="22291" y="17181"/>
                    <a:pt x="22291" y="16691"/>
                  </a:cubicBezTo>
                  <a:cubicBezTo>
                    <a:pt x="22325" y="16208"/>
                    <a:pt x="22325" y="15667"/>
                    <a:pt x="22342" y="15117"/>
                  </a:cubicBezTo>
                  <a:lnTo>
                    <a:pt x="22350" y="15210"/>
                  </a:lnTo>
                  <a:cubicBezTo>
                    <a:pt x="22367" y="14906"/>
                    <a:pt x="22367" y="14423"/>
                    <a:pt x="22375" y="13967"/>
                  </a:cubicBezTo>
                  <a:lnTo>
                    <a:pt x="22409" y="13857"/>
                  </a:lnTo>
                  <a:cubicBezTo>
                    <a:pt x="22401" y="13544"/>
                    <a:pt x="22384" y="12951"/>
                    <a:pt x="22384" y="12469"/>
                  </a:cubicBezTo>
                  <a:cubicBezTo>
                    <a:pt x="22377" y="12469"/>
                    <a:pt x="22376" y="12755"/>
                    <a:pt x="22367" y="12755"/>
                  </a:cubicBezTo>
                  <a:cubicBezTo>
                    <a:pt x="22364" y="12755"/>
                    <a:pt x="22362" y="12739"/>
                    <a:pt x="22359" y="12698"/>
                  </a:cubicBezTo>
                  <a:lnTo>
                    <a:pt x="22359" y="12698"/>
                  </a:lnTo>
                  <a:cubicBezTo>
                    <a:pt x="22359" y="12904"/>
                    <a:pt x="22365" y="13081"/>
                    <a:pt x="22377" y="13081"/>
                  </a:cubicBezTo>
                  <a:cubicBezTo>
                    <a:pt x="22379" y="13081"/>
                    <a:pt x="22381" y="13075"/>
                    <a:pt x="22384" y="13061"/>
                  </a:cubicBezTo>
                  <a:lnTo>
                    <a:pt x="22384" y="13061"/>
                  </a:lnTo>
                  <a:cubicBezTo>
                    <a:pt x="22384" y="13290"/>
                    <a:pt x="22359" y="13307"/>
                    <a:pt x="22350" y="13501"/>
                  </a:cubicBezTo>
                  <a:lnTo>
                    <a:pt x="22325" y="12579"/>
                  </a:lnTo>
                  <a:cubicBezTo>
                    <a:pt x="22325" y="12545"/>
                    <a:pt x="22325" y="12503"/>
                    <a:pt x="22325" y="12469"/>
                  </a:cubicBezTo>
                  <a:lnTo>
                    <a:pt x="22299" y="12402"/>
                  </a:lnTo>
                  <a:cubicBezTo>
                    <a:pt x="22299" y="12202"/>
                    <a:pt x="22305" y="12123"/>
                    <a:pt x="22312" y="12123"/>
                  </a:cubicBezTo>
                  <a:cubicBezTo>
                    <a:pt x="22314" y="12123"/>
                    <a:pt x="22315" y="12126"/>
                    <a:pt x="22316" y="12131"/>
                  </a:cubicBezTo>
                  <a:cubicBezTo>
                    <a:pt x="22299" y="11615"/>
                    <a:pt x="22274" y="11429"/>
                    <a:pt x="22266" y="10887"/>
                  </a:cubicBezTo>
                  <a:lnTo>
                    <a:pt x="22266" y="10887"/>
                  </a:lnTo>
                  <a:cubicBezTo>
                    <a:pt x="22292" y="11088"/>
                    <a:pt x="22309" y="11289"/>
                    <a:pt x="22314" y="11494"/>
                  </a:cubicBezTo>
                  <a:lnTo>
                    <a:pt x="22314" y="11494"/>
                  </a:lnTo>
                  <a:lnTo>
                    <a:pt x="22308" y="11031"/>
                  </a:lnTo>
                  <a:lnTo>
                    <a:pt x="22308" y="11031"/>
                  </a:lnTo>
                  <a:cubicBezTo>
                    <a:pt x="22331" y="11289"/>
                    <a:pt x="22333" y="12237"/>
                    <a:pt x="22366" y="12237"/>
                  </a:cubicBezTo>
                  <a:cubicBezTo>
                    <a:pt x="22369" y="12237"/>
                    <a:pt x="22372" y="12230"/>
                    <a:pt x="22375" y="12216"/>
                  </a:cubicBezTo>
                  <a:cubicBezTo>
                    <a:pt x="22359" y="11869"/>
                    <a:pt x="22359" y="11446"/>
                    <a:pt x="22333" y="11031"/>
                  </a:cubicBezTo>
                  <a:cubicBezTo>
                    <a:pt x="22308" y="10625"/>
                    <a:pt x="22274" y="10219"/>
                    <a:pt x="22249" y="9923"/>
                  </a:cubicBezTo>
                  <a:cubicBezTo>
                    <a:pt x="22266" y="9602"/>
                    <a:pt x="22215" y="9128"/>
                    <a:pt x="22206" y="8595"/>
                  </a:cubicBezTo>
                  <a:cubicBezTo>
                    <a:pt x="22213" y="8542"/>
                    <a:pt x="22214" y="8431"/>
                    <a:pt x="22223" y="8431"/>
                  </a:cubicBezTo>
                  <a:cubicBezTo>
                    <a:pt x="22225" y="8431"/>
                    <a:pt x="22227" y="8436"/>
                    <a:pt x="22229" y="8448"/>
                  </a:cubicBezTo>
                  <a:lnTo>
                    <a:pt x="22229" y="8448"/>
                  </a:lnTo>
                  <a:cubicBezTo>
                    <a:pt x="22221" y="8147"/>
                    <a:pt x="22193" y="7828"/>
                    <a:pt x="22164" y="7521"/>
                  </a:cubicBezTo>
                  <a:cubicBezTo>
                    <a:pt x="22130" y="7157"/>
                    <a:pt x="22096" y="6810"/>
                    <a:pt x="22062" y="6497"/>
                  </a:cubicBezTo>
                  <a:lnTo>
                    <a:pt x="22071" y="6184"/>
                  </a:lnTo>
                  <a:cubicBezTo>
                    <a:pt x="22047" y="5808"/>
                    <a:pt x="22036" y="5723"/>
                    <a:pt x="22028" y="5723"/>
                  </a:cubicBezTo>
                  <a:cubicBezTo>
                    <a:pt x="22025" y="5723"/>
                    <a:pt x="22023" y="5738"/>
                    <a:pt x="22020" y="5753"/>
                  </a:cubicBezTo>
                  <a:cubicBezTo>
                    <a:pt x="22015" y="5767"/>
                    <a:pt x="22013" y="5782"/>
                    <a:pt x="22009" y="5782"/>
                  </a:cubicBezTo>
                  <a:cubicBezTo>
                    <a:pt x="22006" y="5782"/>
                    <a:pt x="22002" y="5774"/>
                    <a:pt x="21995" y="5753"/>
                  </a:cubicBezTo>
                  <a:cubicBezTo>
                    <a:pt x="21986" y="5702"/>
                    <a:pt x="21978" y="5575"/>
                    <a:pt x="21944" y="5304"/>
                  </a:cubicBezTo>
                  <a:cubicBezTo>
                    <a:pt x="21953" y="5042"/>
                    <a:pt x="21826" y="3976"/>
                    <a:pt x="21851" y="3934"/>
                  </a:cubicBezTo>
                  <a:cubicBezTo>
                    <a:pt x="21826" y="3731"/>
                    <a:pt x="21817" y="3638"/>
                    <a:pt x="21800" y="3612"/>
                  </a:cubicBezTo>
                  <a:lnTo>
                    <a:pt x="21800" y="3612"/>
                  </a:lnTo>
                  <a:cubicBezTo>
                    <a:pt x="21814" y="3760"/>
                    <a:pt x="21843" y="4041"/>
                    <a:pt x="21834" y="4041"/>
                  </a:cubicBezTo>
                  <a:cubicBezTo>
                    <a:pt x="21831" y="4041"/>
                    <a:pt x="21826" y="4022"/>
                    <a:pt x="21817" y="3976"/>
                  </a:cubicBezTo>
                  <a:cubicBezTo>
                    <a:pt x="21766" y="3604"/>
                    <a:pt x="21766" y="3426"/>
                    <a:pt x="21733" y="3130"/>
                  </a:cubicBezTo>
                  <a:lnTo>
                    <a:pt x="21733" y="3130"/>
                  </a:lnTo>
                  <a:cubicBezTo>
                    <a:pt x="21739" y="3150"/>
                    <a:pt x="21767" y="3281"/>
                    <a:pt x="21770" y="3281"/>
                  </a:cubicBezTo>
                  <a:cubicBezTo>
                    <a:pt x="21771" y="3281"/>
                    <a:pt x="21770" y="3272"/>
                    <a:pt x="21766" y="3249"/>
                  </a:cubicBezTo>
                  <a:cubicBezTo>
                    <a:pt x="21741" y="3071"/>
                    <a:pt x="21716" y="2843"/>
                    <a:pt x="21690" y="2614"/>
                  </a:cubicBezTo>
                  <a:cubicBezTo>
                    <a:pt x="21656" y="2377"/>
                    <a:pt x="21623" y="2123"/>
                    <a:pt x="21580" y="1870"/>
                  </a:cubicBezTo>
                  <a:cubicBezTo>
                    <a:pt x="21504" y="1371"/>
                    <a:pt x="21428" y="863"/>
                    <a:pt x="21352" y="533"/>
                  </a:cubicBezTo>
                  <a:lnTo>
                    <a:pt x="21352" y="533"/>
                  </a:lnTo>
                  <a:cubicBezTo>
                    <a:pt x="21394" y="787"/>
                    <a:pt x="21420" y="812"/>
                    <a:pt x="21453" y="1159"/>
                  </a:cubicBezTo>
                  <a:cubicBezTo>
                    <a:pt x="21428" y="1075"/>
                    <a:pt x="21411" y="981"/>
                    <a:pt x="21403" y="897"/>
                  </a:cubicBezTo>
                  <a:lnTo>
                    <a:pt x="21403" y="897"/>
                  </a:lnTo>
                  <a:cubicBezTo>
                    <a:pt x="21377" y="939"/>
                    <a:pt x="21462" y="1244"/>
                    <a:pt x="21496" y="1607"/>
                  </a:cubicBezTo>
                  <a:lnTo>
                    <a:pt x="21386" y="1015"/>
                  </a:lnTo>
                  <a:lnTo>
                    <a:pt x="21411" y="1354"/>
                  </a:lnTo>
                  <a:lnTo>
                    <a:pt x="2115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4"/>
            <p:cNvSpPr/>
            <p:nvPr/>
          </p:nvSpPr>
          <p:spPr>
            <a:xfrm>
              <a:off x="4671900" y="3968500"/>
              <a:ext cx="18000" cy="27525"/>
            </a:xfrm>
            <a:custGeom>
              <a:rect b="b" l="l" r="r" t="t"/>
              <a:pathLst>
                <a:path extrusionOk="0" h="1101" w="720">
                  <a:moveTo>
                    <a:pt x="669" y="1"/>
                  </a:moveTo>
                  <a:lnTo>
                    <a:pt x="669" y="1"/>
                  </a:lnTo>
                  <a:cubicBezTo>
                    <a:pt x="330" y="500"/>
                    <a:pt x="271" y="686"/>
                    <a:pt x="0" y="1101"/>
                  </a:cubicBezTo>
                  <a:cubicBezTo>
                    <a:pt x="161" y="906"/>
                    <a:pt x="719" y="77"/>
                    <a:pt x="694" y="35"/>
                  </a:cubicBezTo>
                  <a:lnTo>
                    <a:pt x="694" y="35"/>
                  </a:lnTo>
                  <a:cubicBezTo>
                    <a:pt x="592" y="229"/>
                    <a:pt x="474" y="424"/>
                    <a:pt x="347" y="610"/>
                  </a:cubicBezTo>
                  <a:cubicBezTo>
                    <a:pt x="340" y="615"/>
                    <a:pt x="335" y="617"/>
                    <a:pt x="332" y="617"/>
                  </a:cubicBezTo>
                  <a:cubicBezTo>
                    <a:pt x="288" y="617"/>
                    <a:pt x="637" y="143"/>
                    <a:pt x="66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4"/>
            <p:cNvSpPr/>
            <p:nvPr/>
          </p:nvSpPr>
          <p:spPr>
            <a:xfrm>
              <a:off x="4577150" y="4121000"/>
              <a:ext cx="2350" cy="9100"/>
            </a:xfrm>
            <a:custGeom>
              <a:rect b="b" l="l" r="r" t="t"/>
              <a:pathLst>
                <a:path extrusionOk="0" h="364" w="94">
                  <a:moveTo>
                    <a:pt x="91" y="172"/>
                  </a:moveTo>
                  <a:lnTo>
                    <a:pt x="94" y="178"/>
                  </a:lnTo>
                  <a:cubicBezTo>
                    <a:pt x="93" y="176"/>
                    <a:pt x="92" y="174"/>
                    <a:pt x="91" y="172"/>
                  </a:cubicBezTo>
                  <a:close/>
                  <a:moveTo>
                    <a:pt x="9" y="0"/>
                  </a:moveTo>
                  <a:cubicBezTo>
                    <a:pt x="0" y="59"/>
                    <a:pt x="34" y="42"/>
                    <a:pt x="34" y="118"/>
                  </a:cubicBezTo>
                  <a:cubicBezTo>
                    <a:pt x="34" y="102"/>
                    <a:pt x="26" y="93"/>
                    <a:pt x="17" y="85"/>
                  </a:cubicBezTo>
                  <a:lnTo>
                    <a:pt x="17" y="364"/>
                  </a:lnTo>
                  <a:cubicBezTo>
                    <a:pt x="30" y="358"/>
                    <a:pt x="38" y="309"/>
                    <a:pt x="45" y="309"/>
                  </a:cubicBezTo>
                  <a:cubicBezTo>
                    <a:pt x="47" y="309"/>
                    <a:pt x="49" y="315"/>
                    <a:pt x="51" y="330"/>
                  </a:cubicBezTo>
                  <a:cubicBezTo>
                    <a:pt x="60" y="288"/>
                    <a:pt x="60" y="254"/>
                    <a:pt x="34" y="220"/>
                  </a:cubicBezTo>
                  <a:lnTo>
                    <a:pt x="34" y="220"/>
                  </a:lnTo>
                  <a:lnTo>
                    <a:pt x="60" y="245"/>
                  </a:lnTo>
                  <a:cubicBezTo>
                    <a:pt x="41" y="196"/>
                    <a:pt x="58" y="161"/>
                    <a:pt x="76" y="161"/>
                  </a:cubicBezTo>
                  <a:cubicBezTo>
                    <a:pt x="81" y="161"/>
                    <a:pt x="86" y="164"/>
                    <a:pt x="91" y="172"/>
                  </a:cubicBezTo>
                  <a:lnTo>
                    <a:pt x="91" y="172"/>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4"/>
            <p:cNvSpPr/>
            <p:nvPr/>
          </p:nvSpPr>
          <p:spPr>
            <a:xfrm>
              <a:off x="4576100" y="4118250"/>
              <a:ext cx="650" cy="1500"/>
            </a:xfrm>
            <a:custGeom>
              <a:rect b="b" l="l" r="r" t="t"/>
              <a:pathLst>
                <a:path extrusionOk="0" h="60" w="26">
                  <a:moveTo>
                    <a:pt x="0" y="0"/>
                  </a:moveTo>
                  <a:cubicBezTo>
                    <a:pt x="0" y="17"/>
                    <a:pt x="17" y="42"/>
                    <a:pt x="26" y="59"/>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4"/>
            <p:cNvSpPr/>
            <p:nvPr/>
          </p:nvSpPr>
          <p:spPr>
            <a:xfrm>
              <a:off x="4586875" y="4128825"/>
              <a:ext cx="450" cy="650"/>
            </a:xfrm>
            <a:custGeom>
              <a:rect b="b" l="l" r="r" t="t"/>
              <a:pathLst>
                <a:path extrusionOk="0" h="26" w="18">
                  <a:moveTo>
                    <a:pt x="18" y="25"/>
                  </a:moveTo>
                  <a:lnTo>
                    <a:pt x="18" y="25"/>
                  </a:lnTo>
                  <a:lnTo>
                    <a:pt x="1"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4"/>
            <p:cNvSpPr/>
            <p:nvPr/>
          </p:nvSpPr>
          <p:spPr>
            <a:xfrm>
              <a:off x="4574200" y="4087375"/>
              <a:ext cx="25" cy="650"/>
            </a:xfrm>
            <a:custGeom>
              <a:rect b="b" l="l" r="r" t="t"/>
              <a:pathLst>
                <a:path extrusionOk="0" h="26" w="1">
                  <a:moveTo>
                    <a:pt x="0" y="25"/>
                  </a:moveTo>
                  <a:lnTo>
                    <a:pt x="0" y="0"/>
                  </a:lnTo>
                  <a:cubicBezTo>
                    <a:pt x="0" y="8"/>
                    <a:pt x="0" y="17"/>
                    <a:pt x="0" y="2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4"/>
            <p:cNvSpPr/>
            <p:nvPr/>
          </p:nvSpPr>
          <p:spPr>
            <a:xfrm>
              <a:off x="4588350" y="4141075"/>
              <a:ext cx="2775" cy="7225"/>
            </a:xfrm>
            <a:custGeom>
              <a:rect b="b" l="l" r="r" t="t"/>
              <a:pathLst>
                <a:path extrusionOk="0" h="289" w="111">
                  <a:moveTo>
                    <a:pt x="18" y="1"/>
                  </a:moveTo>
                  <a:lnTo>
                    <a:pt x="18" y="1"/>
                  </a:lnTo>
                  <a:cubicBezTo>
                    <a:pt x="1" y="43"/>
                    <a:pt x="9" y="94"/>
                    <a:pt x="35" y="128"/>
                  </a:cubicBezTo>
                  <a:lnTo>
                    <a:pt x="35" y="161"/>
                  </a:lnTo>
                  <a:lnTo>
                    <a:pt x="85" y="271"/>
                  </a:lnTo>
                  <a:lnTo>
                    <a:pt x="111" y="288"/>
                  </a:lnTo>
                  <a:lnTo>
                    <a:pt x="111" y="288"/>
                  </a:lnTo>
                  <a:lnTo>
                    <a:pt x="85" y="170"/>
                  </a:lnTo>
                  <a:lnTo>
                    <a:pt x="85" y="170"/>
                  </a:lnTo>
                  <a:cubicBezTo>
                    <a:pt x="88" y="172"/>
                    <a:pt x="89" y="173"/>
                    <a:pt x="91" y="173"/>
                  </a:cubicBezTo>
                  <a:cubicBezTo>
                    <a:pt x="99" y="173"/>
                    <a:pt x="97" y="147"/>
                    <a:pt x="104" y="147"/>
                  </a:cubicBezTo>
                  <a:cubicBezTo>
                    <a:pt x="105" y="147"/>
                    <a:pt x="108" y="148"/>
                    <a:pt x="111" y="153"/>
                  </a:cubicBezTo>
                  <a:cubicBezTo>
                    <a:pt x="111" y="146"/>
                    <a:pt x="105" y="107"/>
                    <a:pt x="103" y="107"/>
                  </a:cubicBezTo>
                  <a:cubicBezTo>
                    <a:pt x="103" y="107"/>
                    <a:pt x="102" y="108"/>
                    <a:pt x="102" y="111"/>
                  </a:cubicBezTo>
                  <a:lnTo>
                    <a:pt x="102" y="136"/>
                  </a:lnTo>
                  <a:cubicBezTo>
                    <a:pt x="60" y="68"/>
                    <a:pt x="52" y="11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4"/>
            <p:cNvSpPr/>
            <p:nvPr/>
          </p:nvSpPr>
          <p:spPr>
            <a:xfrm>
              <a:off x="4584975" y="402370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4"/>
            <p:cNvSpPr/>
            <p:nvPr/>
          </p:nvSpPr>
          <p:spPr>
            <a:xfrm>
              <a:off x="4584975" y="4023700"/>
              <a:ext cx="225" cy="525"/>
            </a:xfrm>
            <a:custGeom>
              <a:rect b="b" l="l" r="r" t="t"/>
              <a:pathLst>
                <a:path extrusionOk="0" h="21" w="9">
                  <a:moveTo>
                    <a:pt x="0" y="1"/>
                  </a:moveTo>
                  <a:lnTo>
                    <a:pt x="0" y="1"/>
                  </a:lnTo>
                  <a:cubicBezTo>
                    <a:pt x="6" y="7"/>
                    <a:pt x="8" y="20"/>
                    <a:pt x="9" y="20"/>
                  </a:cubicBezTo>
                  <a:cubicBezTo>
                    <a:pt x="9" y="20"/>
                    <a:pt x="9" y="17"/>
                    <a:pt x="9" y="9"/>
                  </a:cubicBez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4"/>
            <p:cNvSpPr/>
            <p:nvPr/>
          </p:nvSpPr>
          <p:spPr>
            <a:xfrm>
              <a:off x="4576725" y="4119725"/>
              <a:ext cx="650" cy="1075"/>
            </a:xfrm>
            <a:custGeom>
              <a:rect b="b" l="l" r="r" t="t"/>
              <a:pathLst>
                <a:path extrusionOk="0" h="43" w="26">
                  <a:moveTo>
                    <a:pt x="1" y="0"/>
                  </a:moveTo>
                  <a:lnTo>
                    <a:pt x="26" y="43"/>
                  </a:lnTo>
                  <a:lnTo>
                    <a:pt x="26" y="17"/>
                  </a:lnTo>
                  <a:cubicBezTo>
                    <a:pt x="17" y="17"/>
                    <a:pt x="9" y="9"/>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4"/>
            <p:cNvSpPr/>
            <p:nvPr/>
          </p:nvSpPr>
          <p:spPr>
            <a:xfrm>
              <a:off x="4579275" y="4122675"/>
              <a:ext cx="650" cy="3625"/>
            </a:xfrm>
            <a:custGeom>
              <a:rect b="b" l="l" r="r" t="t"/>
              <a:pathLst>
                <a:path extrusionOk="0" h="145" w="26">
                  <a:moveTo>
                    <a:pt x="0" y="1"/>
                  </a:moveTo>
                  <a:lnTo>
                    <a:pt x="0" y="111"/>
                  </a:lnTo>
                  <a:lnTo>
                    <a:pt x="25" y="145"/>
                  </a:lnTo>
                  <a:cubicBezTo>
                    <a:pt x="17" y="102"/>
                    <a:pt x="17" y="5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4"/>
            <p:cNvSpPr/>
            <p:nvPr/>
          </p:nvSpPr>
          <p:spPr>
            <a:xfrm>
              <a:off x="4570175" y="4076550"/>
              <a:ext cx="7425" cy="41725"/>
            </a:xfrm>
            <a:custGeom>
              <a:rect b="b" l="l" r="r" t="t"/>
              <a:pathLst>
                <a:path extrusionOk="0" h="1669" w="297">
                  <a:moveTo>
                    <a:pt x="27" y="130"/>
                  </a:moveTo>
                  <a:cubicBezTo>
                    <a:pt x="22" y="133"/>
                    <a:pt x="17" y="139"/>
                    <a:pt x="17" y="145"/>
                  </a:cubicBezTo>
                  <a:cubicBezTo>
                    <a:pt x="21" y="142"/>
                    <a:pt x="24" y="136"/>
                    <a:pt x="27" y="130"/>
                  </a:cubicBezTo>
                  <a:close/>
                  <a:moveTo>
                    <a:pt x="62" y="0"/>
                  </a:moveTo>
                  <a:cubicBezTo>
                    <a:pt x="39" y="0"/>
                    <a:pt x="46" y="87"/>
                    <a:pt x="27" y="130"/>
                  </a:cubicBezTo>
                  <a:lnTo>
                    <a:pt x="27" y="130"/>
                  </a:lnTo>
                  <a:cubicBezTo>
                    <a:pt x="29" y="129"/>
                    <a:pt x="32" y="128"/>
                    <a:pt x="34" y="128"/>
                  </a:cubicBezTo>
                  <a:lnTo>
                    <a:pt x="26" y="196"/>
                  </a:lnTo>
                  <a:cubicBezTo>
                    <a:pt x="31" y="179"/>
                    <a:pt x="35" y="173"/>
                    <a:pt x="40" y="173"/>
                  </a:cubicBezTo>
                  <a:cubicBezTo>
                    <a:pt x="52" y="173"/>
                    <a:pt x="62" y="214"/>
                    <a:pt x="68" y="238"/>
                  </a:cubicBezTo>
                  <a:cubicBezTo>
                    <a:pt x="68" y="281"/>
                    <a:pt x="68" y="315"/>
                    <a:pt x="60" y="315"/>
                  </a:cubicBezTo>
                  <a:lnTo>
                    <a:pt x="51" y="272"/>
                  </a:lnTo>
                  <a:lnTo>
                    <a:pt x="51" y="272"/>
                  </a:lnTo>
                  <a:cubicBezTo>
                    <a:pt x="34" y="323"/>
                    <a:pt x="76" y="382"/>
                    <a:pt x="60" y="433"/>
                  </a:cubicBezTo>
                  <a:cubicBezTo>
                    <a:pt x="51" y="433"/>
                    <a:pt x="43" y="416"/>
                    <a:pt x="34" y="416"/>
                  </a:cubicBezTo>
                  <a:cubicBezTo>
                    <a:pt x="60" y="475"/>
                    <a:pt x="76" y="543"/>
                    <a:pt x="76" y="611"/>
                  </a:cubicBezTo>
                  <a:lnTo>
                    <a:pt x="43" y="560"/>
                  </a:lnTo>
                  <a:lnTo>
                    <a:pt x="43" y="560"/>
                  </a:lnTo>
                  <a:cubicBezTo>
                    <a:pt x="76" y="670"/>
                    <a:pt x="76" y="788"/>
                    <a:pt x="51" y="898"/>
                  </a:cubicBezTo>
                  <a:cubicBezTo>
                    <a:pt x="58" y="884"/>
                    <a:pt x="59" y="871"/>
                    <a:pt x="64" y="871"/>
                  </a:cubicBezTo>
                  <a:cubicBezTo>
                    <a:pt x="65" y="871"/>
                    <a:pt x="66" y="871"/>
                    <a:pt x="68" y="873"/>
                  </a:cubicBezTo>
                  <a:cubicBezTo>
                    <a:pt x="75" y="926"/>
                    <a:pt x="61" y="968"/>
                    <a:pt x="42" y="968"/>
                  </a:cubicBezTo>
                  <a:cubicBezTo>
                    <a:pt x="37" y="968"/>
                    <a:pt x="31" y="965"/>
                    <a:pt x="26" y="957"/>
                  </a:cubicBezTo>
                  <a:lnTo>
                    <a:pt x="26" y="957"/>
                  </a:lnTo>
                  <a:cubicBezTo>
                    <a:pt x="60" y="1017"/>
                    <a:pt x="0" y="1194"/>
                    <a:pt x="43" y="1279"/>
                  </a:cubicBezTo>
                  <a:lnTo>
                    <a:pt x="237" y="1668"/>
                  </a:lnTo>
                  <a:cubicBezTo>
                    <a:pt x="229" y="1651"/>
                    <a:pt x="229" y="1634"/>
                    <a:pt x="229" y="1617"/>
                  </a:cubicBezTo>
                  <a:cubicBezTo>
                    <a:pt x="246" y="1600"/>
                    <a:pt x="253" y="1587"/>
                    <a:pt x="259" y="1587"/>
                  </a:cubicBezTo>
                  <a:cubicBezTo>
                    <a:pt x="265" y="1587"/>
                    <a:pt x="272" y="1598"/>
                    <a:pt x="288" y="1626"/>
                  </a:cubicBezTo>
                  <a:cubicBezTo>
                    <a:pt x="271" y="1567"/>
                    <a:pt x="246" y="1592"/>
                    <a:pt x="237" y="1499"/>
                  </a:cubicBezTo>
                  <a:lnTo>
                    <a:pt x="237" y="1499"/>
                  </a:lnTo>
                  <a:cubicBezTo>
                    <a:pt x="244" y="1513"/>
                    <a:pt x="256" y="1523"/>
                    <a:pt x="267" y="1523"/>
                  </a:cubicBezTo>
                  <a:cubicBezTo>
                    <a:pt x="282" y="1523"/>
                    <a:pt x="296" y="1505"/>
                    <a:pt x="296" y="1457"/>
                  </a:cubicBezTo>
                  <a:cubicBezTo>
                    <a:pt x="271" y="1237"/>
                    <a:pt x="170" y="1093"/>
                    <a:pt x="127" y="890"/>
                  </a:cubicBezTo>
                  <a:cubicBezTo>
                    <a:pt x="153" y="881"/>
                    <a:pt x="144" y="721"/>
                    <a:pt x="153" y="644"/>
                  </a:cubicBezTo>
                  <a:cubicBezTo>
                    <a:pt x="178" y="687"/>
                    <a:pt x="195" y="738"/>
                    <a:pt x="195" y="788"/>
                  </a:cubicBezTo>
                  <a:lnTo>
                    <a:pt x="195" y="636"/>
                  </a:lnTo>
                  <a:lnTo>
                    <a:pt x="144" y="619"/>
                  </a:lnTo>
                  <a:cubicBezTo>
                    <a:pt x="144" y="556"/>
                    <a:pt x="148" y="536"/>
                    <a:pt x="153" y="536"/>
                  </a:cubicBezTo>
                  <a:cubicBezTo>
                    <a:pt x="163" y="536"/>
                    <a:pt x="179" y="601"/>
                    <a:pt x="188" y="601"/>
                  </a:cubicBezTo>
                  <a:cubicBezTo>
                    <a:pt x="191" y="601"/>
                    <a:pt x="193" y="594"/>
                    <a:pt x="195" y="577"/>
                  </a:cubicBezTo>
                  <a:cubicBezTo>
                    <a:pt x="186" y="535"/>
                    <a:pt x="178" y="492"/>
                    <a:pt x="161" y="458"/>
                  </a:cubicBezTo>
                  <a:lnTo>
                    <a:pt x="161" y="458"/>
                  </a:lnTo>
                  <a:cubicBezTo>
                    <a:pt x="167" y="521"/>
                    <a:pt x="160" y="534"/>
                    <a:pt x="149" y="534"/>
                  </a:cubicBezTo>
                  <a:cubicBezTo>
                    <a:pt x="141" y="534"/>
                    <a:pt x="131" y="527"/>
                    <a:pt x="123" y="527"/>
                  </a:cubicBezTo>
                  <a:cubicBezTo>
                    <a:pt x="112" y="527"/>
                    <a:pt x="104" y="540"/>
                    <a:pt x="110" y="602"/>
                  </a:cubicBezTo>
                  <a:cubicBezTo>
                    <a:pt x="68" y="585"/>
                    <a:pt x="68" y="484"/>
                    <a:pt x="76" y="425"/>
                  </a:cubicBezTo>
                  <a:cubicBezTo>
                    <a:pt x="84" y="410"/>
                    <a:pt x="89" y="405"/>
                    <a:pt x="93" y="405"/>
                  </a:cubicBezTo>
                  <a:cubicBezTo>
                    <a:pt x="109" y="405"/>
                    <a:pt x="109" y="486"/>
                    <a:pt x="136" y="492"/>
                  </a:cubicBezTo>
                  <a:cubicBezTo>
                    <a:pt x="136" y="425"/>
                    <a:pt x="127" y="441"/>
                    <a:pt x="102" y="408"/>
                  </a:cubicBezTo>
                  <a:cubicBezTo>
                    <a:pt x="119" y="306"/>
                    <a:pt x="60" y="179"/>
                    <a:pt x="110" y="120"/>
                  </a:cubicBezTo>
                  <a:cubicBezTo>
                    <a:pt x="102" y="35"/>
                    <a:pt x="85" y="44"/>
                    <a:pt x="68" y="2"/>
                  </a:cubicBezTo>
                  <a:cubicBezTo>
                    <a:pt x="66" y="1"/>
                    <a:pt x="64" y="0"/>
                    <a:pt x="6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4"/>
            <p:cNvSpPr/>
            <p:nvPr/>
          </p:nvSpPr>
          <p:spPr>
            <a:xfrm>
              <a:off x="4575875" y="4104275"/>
              <a:ext cx="25" cy="450"/>
            </a:xfrm>
            <a:custGeom>
              <a:rect b="b" l="l" r="r" t="t"/>
              <a:pathLst>
                <a:path extrusionOk="0" h="18" w="1">
                  <a:moveTo>
                    <a:pt x="1" y="18"/>
                  </a:moveTo>
                  <a:cubicBezTo>
                    <a:pt x="1" y="18"/>
                    <a:pt x="1" y="9"/>
                    <a:pt x="1" y="1"/>
                  </a:cubicBezTo>
                  <a:cubicBezTo>
                    <a:pt x="1" y="9"/>
                    <a:pt x="1" y="18"/>
                    <a:pt x="1" y="1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4"/>
            <p:cNvSpPr/>
            <p:nvPr/>
          </p:nvSpPr>
          <p:spPr>
            <a:xfrm>
              <a:off x="4575025" y="4096250"/>
              <a:ext cx="25" cy="650"/>
            </a:xfrm>
            <a:custGeom>
              <a:rect b="b" l="l" r="r" t="t"/>
              <a:pathLst>
                <a:path extrusionOk="0" h="26" w="1">
                  <a:moveTo>
                    <a:pt x="1" y="26"/>
                  </a:moveTo>
                  <a:lnTo>
                    <a:pt x="1" y="26"/>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4"/>
            <p:cNvSpPr/>
            <p:nvPr/>
          </p:nvSpPr>
          <p:spPr>
            <a:xfrm>
              <a:off x="4578850" y="4118875"/>
              <a:ext cx="450" cy="875"/>
            </a:xfrm>
            <a:custGeom>
              <a:rect b="b" l="l" r="r" t="t"/>
              <a:pathLst>
                <a:path extrusionOk="0" h="35" w="18">
                  <a:moveTo>
                    <a:pt x="0" y="0"/>
                  </a:moveTo>
                  <a:cubicBezTo>
                    <a:pt x="9" y="17"/>
                    <a:pt x="9" y="26"/>
                    <a:pt x="17" y="34"/>
                  </a:cubicBezTo>
                  <a:cubicBezTo>
                    <a:pt x="17" y="26"/>
                    <a:pt x="9" y="17"/>
                    <a:pt x="9" y="9"/>
                  </a:cubicBezTo>
                  <a:cubicBezTo>
                    <a:pt x="0" y="1"/>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4"/>
            <p:cNvSpPr/>
            <p:nvPr/>
          </p:nvSpPr>
          <p:spPr>
            <a:xfrm>
              <a:off x="4577350" y="4119925"/>
              <a:ext cx="250" cy="450"/>
            </a:xfrm>
            <a:custGeom>
              <a:rect b="b" l="l" r="r" t="t"/>
              <a:pathLst>
                <a:path extrusionOk="0" h="18" w="10">
                  <a:moveTo>
                    <a:pt x="1" y="1"/>
                  </a:moveTo>
                  <a:lnTo>
                    <a:pt x="1" y="18"/>
                  </a:lnTo>
                  <a:cubicBezTo>
                    <a:pt x="9" y="18"/>
                    <a:pt x="9" y="9"/>
                    <a:pt x="9" y="9"/>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4"/>
            <p:cNvSpPr/>
            <p:nvPr/>
          </p:nvSpPr>
          <p:spPr>
            <a:xfrm>
              <a:off x="4579475" y="4070875"/>
              <a:ext cx="225" cy="450"/>
            </a:xfrm>
            <a:custGeom>
              <a:rect b="b" l="l" r="r" t="t"/>
              <a:pathLst>
                <a:path extrusionOk="0" h="18" w="9">
                  <a:moveTo>
                    <a:pt x="9" y="0"/>
                  </a:moveTo>
                  <a:cubicBezTo>
                    <a:pt x="1" y="9"/>
                    <a:pt x="1" y="17"/>
                    <a:pt x="9" y="17"/>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4"/>
            <p:cNvSpPr/>
            <p:nvPr/>
          </p:nvSpPr>
          <p:spPr>
            <a:xfrm>
              <a:off x="4574825" y="4082500"/>
              <a:ext cx="2725" cy="22275"/>
            </a:xfrm>
            <a:custGeom>
              <a:rect b="b" l="l" r="r" t="t"/>
              <a:pathLst>
                <a:path extrusionOk="0" h="891" w="109">
                  <a:moveTo>
                    <a:pt x="26" y="0"/>
                  </a:moveTo>
                  <a:cubicBezTo>
                    <a:pt x="26" y="51"/>
                    <a:pt x="34" y="94"/>
                    <a:pt x="43" y="144"/>
                  </a:cubicBezTo>
                  <a:lnTo>
                    <a:pt x="0" y="144"/>
                  </a:lnTo>
                  <a:cubicBezTo>
                    <a:pt x="0" y="220"/>
                    <a:pt x="43" y="153"/>
                    <a:pt x="43" y="254"/>
                  </a:cubicBezTo>
                  <a:lnTo>
                    <a:pt x="43" y="229"/>
                  </a:lnTo>
                  <a:cubicBezTo>
                    <a:pt x="51" y="330"/>
                    <a:pt x="51" y="423"/>
                    <a:pt x="51" y="525"/>
                  </a:cubicBezTo>
                  <a:cubicBezTo>
                    <a:pt x="50" y="524"/>
                    <a:pt x="49" y="524"/>
                    <a:pt x="48" y="524"/>
                  </a:cubicBezTo>
                  <a:cubicBezTo>
                    <a:pt x="34" y="524"/>
                    <a:pt x="25" y="576"/>
                    <a:pt x="5" y="576"/>
                  </a:cubicBezTo>
                  <a:cubicBezTo>
                    <a:pt x="3" y="576"/>
                    <a:pt x="2" y="576"/>
                    <a:pt x="0" y="576"/>
                  </a:cubicBezTo>
                  <a:lnTo>
                    <a:pt x="0" y="576"/>
                  </a:lnTo>
                  <a:cubicBezTo>
                    <a:pt x="0" y="626"/>
                    <a:pt x="17" y="677"/>
                    <a:pt x="43" y="728"/>
                  </a:cubicBezTo>
                  <a:cubicBezTo>
                    <a:pt x="34" y="770"/>
                    <a:pt x="51" y="829"/>
                    <a:pt x="43" y="872"/>
                  </a:cubicBezTo>
                  <a:cubicBezTo>
                    <a:pt x="43" y="870"/>
                    <a:pt x="44" y="870"/>
                    <a:pt x="46" y="870"/>
                  </a:cubicBezTo>
                  <a:cubicBezTo>
                    <a:pt x="52" y="870"/>
                    <a:pt x="63" y="891"/>
                    <a:pt x="69" y="891"/>
                  </a:cubicBezTo>
                  <a:cubicBezTo>
                    <a:pt x="73" y="891"/>
                    <a:pt x="75" y="878"/>
                    <a:pt x="69" y="834"/>
                  </a:cubicBezTo>
                  <a:lnTo>
                    <a:pt x="69" y="834"/>
                  </a:lnTo>
                  <a:cubicBezTo>
                    <a:pt x="69" y="834"/>
                    <a:pt x="69" y="834"/>
                    <a:pt x="69" y="834"/>
                  </a:cubicBezTo>
                  <a:cubicBezTo>
                    <a:pt x="70" y="834"/>
                    <a:pt x="72" y="834"/>
                    <a:pt x="77" y="838"/>
                  </a:cubicBezTo>
                  <a:cubicBezTo>
                    <a:pt x="102" y="762"/>
                    <a:pt x="68" y="736"/>
                    <a:pt x="60" y="669"/>
                  </a:cubicBezTo>
                  <a:cubicBezTo>
                    <a:pt x="63" y="661"/>
                    <a:pt x="65" y="658"/>
                    <a:pt x="68" y="658"/>
                  </a:cubicBezTo>
                  <a:cubicBezTo>
                    <a:pt x="77" y="658"/>
                    <a:pt x="84" y="701"/>
                    <a:pt x="90" y="701"/>
                  </a:cubicBezTo>
                  <a:cubicBezTo>
                    <a:pt x="91" y="701"/>
                    <a:pt x="92" y="699"/>
                    <a:pt x="93" y="694"/>
                  </a:cubicBezTo>
                  <a:cubicBezTo>
                    <a:pt x="77" y="611"/>
                    <a:pt x="109" y="440"/>
                    <a:pt x="63" y="440"/>
                  </a:cubicBezTo>
                  <a:cubicBezTo>
                    <a:pt x="62" y="440"/>
                    <a:pt x="61" y="440"/>
                    <a:pt x="60" y="440"/>
                  </a:cubicBezTo>
                  <a:cubicBezTo>
                    <a:pt x="51" y="406"/>
                    <a:pt x="60" y="381"/>
                    <a:pt x="77" y="356"/>
                  </a:cubicBezTo>
                  <a:cubicBezTo>
                    <a:pt x="17" y="254"/>
                    <a:pt x="102" y="0"/>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4"/>
            <p:cNvSpPr/>
            <p:nvPr/>
          </p:nvSpPr>
          <p:spPr>
            <a:xfrm>
              <a:off x="4578850" y="4115275"/>
              <a:ext cx="25" cy="450"/>
            </a:xfrm>
            <a:custGeom>
              <a:rect b="b" l="l" r="r" t="t"/>
              <a:pathLst>
                <a:path extrusionOk="0" h="18" w="1">
                  <a:moveTo>
                    <a:pt x="0" y="18"/>
                  </a:moveTo>
                  <a:cubicBezTo>
                    <a:pt x="0" y="18"/>
                    <a:pt x="0"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4"/>
            <p:cNvSpPr/>
            <p:nvPr/>
          </p:nvSpPr>
          <p:spPr>
            <a:xfrm>
              <a:off x="4571850" y="4116325"/>
              <a:ext cx="4475" cy="23300"/>
            </a:xfrm>
            <a:custGeom>
              <a:rect b="b" l="l" r="r" t="t"/>
              <a:pathLst>
                <a:path extrusionOk="0" h="932" w="179">
                  <a:moveTo>
                    <a:pt x="52" y="779"/>
                  </a:moveTo>
                  <a:lnTo>
                    <a:pt x="52" y="830"/>
                  </a:lnTo>
                  <a:cubicBezTo>
                    <a:pt x="43" y="813"/>
                    <a:pt x="43" y="796"/>
                    <a:pt x="52" y="779"/>
                  </a:cubicBezTo>
                  <a:close/>
                  <a:moveTo>
                    <a:pt x="35" y="9"/>
                  </a:moveTo>
                  <a:cubicBezTo>
                    <a:pt x="26" y="26"/>
                    <a:pt x="35" y="43"/>
                    <a:pt x="35" y="60"/>
                  </a:cubicBezTo>
                  <a:cubicBezTo>
                    <a:pt x="34" y="55"/>
                    <a:pt x="32" y="53"/>
                    <a:pt x="31" y="53"/>
                  </a:cubicBezTo>
                  <a:cubicBezTo>
                    <a:pt x="22" y="53"/>
                    <a:pt x="9" y="124"/>
                    <a:pt x="9" y="153"/>
                  </a:cubicBezTo>
                  <a:cubicBezTo>
                    <a:pt x="26" y="272"/>
                    <a:pt x="26" y="390"/>
                    <a:pt x="26" y="509"/>
                  </a:cubicBezTo>
                  <a:cubicBezTo>
                    <a:pt x="26" y="502"/>
                    <a:pt x="21" y="489"/>
                    <a:pt x="14" y="489"/>
                  </a:cubicBezTo>
                  <a:cubicBezTo>
                    <a:pt x="13" y="489"/>
                    <a:pt x="11" y="490"/>
                    <a:pt x="9" y="492"/>
                  </a:cubicBezTo>
                  <a:cubicBezTo>
                    <a:pt x="9" y="652"/>
                    <a:pt x="1" y="720"/>
                    <a:pt x="9" y="898"/>
                  </a:cubicBezTo>
                  <a:lnTo>
                    <a:pt x="60" y="931"/>
                  </a:lnTo>
                  <a:cubicBezTo>
                    <a:pt x="69" y="931"/>
                    <a:pt x="60" y="898"/>
                    <a:pt x="60" y="855"/>
                  </a:cubicBezTo>
                  <a:lnTo>
                    <a:pt x="60" y="855"/>
                  </a:lnTo>
                  <a:cubicBezTo>
                    <a:pt x="64" y="859"/>
                    <a:pt x="69" y="862"/>
                    <a:pt x="73" y="862"/>
                  </a:cubicBezTo>
                  <a:cubicBezTo>
                    <a:pt x="80" y="862"/>
                    <a:pt x="86" y="855"/>
                    <a:pt x="86" y="830"/>
                  </a:cubicBezTo>
                  <a:cubicBezTo>
                    <a:pt x="101" y="745"/>
                    <a:pt x="67" y="703"/>
                    <a:pt x="61" y="645"/>
                  </a:cubicBezTo>
                  <a:lnTo>
                    <a:pt x="61" y="645"/>
                  </a:lnTo>
                  <a:cubicBezTo>
                    <a:pt x="69" y="588"/>
                    <a:pt x="68" y="523"/>
                    <a:pt x="52" y="466"/>
                  </a:cubicBezTo>
                  <a:cubicBezTo>
                    <a:pt x="56" y="462"/>
                    <a:pt x="59" y="461"/>
                    <a:pt x="61" y="461"/>
                  </a:cubicBezTo>
                  <a:cubicBezTo>
                    <a:pt x="83" y="461"/>
                    <a:pt x="71" y="574"/>
                    <a:pt x="82" y="574"/>
                  </a:cubicBezTo>
                  <a:cubicBezTo>
                    <a:pt x="84" y="574"/>
                    <a:pt x="88" y="567"/>
                    <a:pt x="94" y="551"/>
                  </a:cubicBezTo>
                  <a:lnTo>
                    <a:pt x="94" y="551"/>
                  </a:lnTo>
                  <a:cubicBezTo>
                    <a:pt x="86" y="618"/>
                    <a:pt x="94" y="686"/>
                    <a:pt x="111" y="762"/>
                  </a:cubicBezTo>
                  <a:cubicBezTo>
                    <a:pt x="118" y="689"/>
                    <a:pt x="151" y="622"/>
                    <a:pt x="171" y="622"/>
                  </a:cubicBezTo>
                  <a:cubicBezTo>
                    <a:pt x="174" y="622"/>
                    <a:pt x="176" y="624"/>
                    <a:pt x="179" y="627"/>
                  </a:cubicBezTo>
                  <a:cubicBezTo>
                    <a:pt x="168" y="550"/>
                    <a:pt x="150" y="540"/>
                    <a:pt x="133" y="540"/>
                  </a:cubicBezTo>
                  <a:cubicBezTo>
                    <a:pt x="126" y="540"/>
                    <a:pt x="120" y="541"/>
                    <a:pt x="114" y="541"/>
                  </a:cubicBezTo>
                  <a:cubicBezTo>
                    <a:pt x="98" y="541"/>
                    <a:pt x="84" y="532"/>
                    <a:pt x="77" y="466"/>
                  </a:cubicBezTo>
                  <a:lnTo>
                    <a:pt x="86" y="365"/>
                  </a:lnTo>
                  <a:lnTo>
                    <a:pt x="43" y="322"/>
                  </a:lnTo>
                  <a:cubicBezTo>
                    <a:pt x="43" y="308"/>
                    <a:pt x="45" y="304"/>
                    <a:pt x="48" y="304"/>
                  </a:cubicBezTo>
                  <a:cubicBezTo>
                    <a:pt x="53" y="304"/>
                    <a:pt x="60" y="315"/>
                    <a:pt x="67" y="315"/>
                  </a:cubicBezTo>
                  <a:cubicBezTo>
                    <a:pt x="72" y="315"/>
                    <a:pt x="77" y="304"/>
                    <a:pt x="77" y="263"/>
                  </a:cubicBezTo>
                  <a:cubicBezTo>
                    <a:pt x="52" y="238"/>
                    <a:pt x="69" y="170"/>
                    <a:pt x="60" y="153"/>
                  </a:cubicBezTo>
                  <a:cubicBezTo>
                    <a:pt x="69" y="153"/>
                    <a:pt x="77" y="153"/>
                    <a:pt x="77" y="102"/>
                  </a:cubicBezTo>
                  <a:cubicBezTo>
                    <a:pt x="77" y="102"/>
                    <a:pt x="60" y="102"/>
                    <a:pt x="60" y="69"/>
                  </a:cubicBezTo>
                  <a:cubicBezTo>
                    <a:pt x="66" y="65"/>
                    <a:pt x="71" y="63"/>
                    <a:pt x="74" y="63"/>
                  </a:cubicBezTo>
                  <a:cubicBezTo>
                    <a:pt x="97" y="63"/>
                    <a:pt x="82" y="131"/>
                    <a:pt x="96" y="131"/>
                  </a:cubicBezTo>
                  <a:cubicBezTo>
                    <a:pt x="100" y="131"/>
                    <a:pt x="104" y="128"/>
                    <a:pt x="111" y="119"/>
                  </a:cubicBezTo>
                  <a:cubicBezTo>
                    <a:pt x="111" y="1"/>
                    <a:pt x="69" y="52"/>
                    <a:pt x="52" y="26"/>
                  </a:cubicBezTo>
                  <a:lnTo>
                    <a:pt x="52" y="26"/>
                  </a:lnTo>
                  <a:cubicBezTo>
                    <a:pt x="52" y="35"/>
                    <a:pt x="69" y="52"/>
                    <a:pt x="52" y="52"/>
                  </a:cubicBezTo>
                  <a:cubicBezTo>
                    <a:pt x="35" y="52"/>
                    <a:pt x="52" y="9"/>
                    <a:pt x="35"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4"/>
            <p:cNvSpPr/>
            <p:nvPr/>
          </p:nvSpPr>
          <p:spPr>
            <a:xfrm>
              <a:off x="4729850" y="4140025"/>
              <a:ext cx="450" cy="25"/>
            </a:xfrm>
            <a:custGeom>
              <a:rect b="b" l="l" r="r" t="t"/>
              <a:pathLst>
                <a:path extrusionOk="0" h="1" w="18">
                  <a:moveTo>
                    <a:pt x="0" y="0"/>
                  </a:move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4"/>
            <p:cNvSpPr/>
            <p:nvPr/>
          </p:nvSpPr>
          <p:spPr>
            <a:xfrm>
              <a:off x="4606325" y="4167100"/>
              <a:ext cx="875" cy="25"/>
            </a:xfrm>
            <a:custGeom>
              <a:rect b="b" l="l" r="r" t="t"/>
              <a:pathLst>
                <a:path extrusionOk="0" h="1" w="35">
                  <a:moveTo>
                    <a:pt x="1" y="0"/>
                  </a:moveTo>
                  <a:lnTo>
                    <a:pt x="35" y="0"/>
                  </a:lnTo>
                  <a:cubicBezTo>
                    <a:pt x="26" y="0"/>
                    <a:pt x="9"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4"/>
            <p:cNvSpPr/>
            <p:nvPr/>
          </p:nvSpPr>
          <p:spPr>
            <a:xfrm>
              <a:off x="4624100" y="4160125"/>
              <a:ext cx="1075" cy="650"/>
            </a:xfrm>
            <a:custGeom>
              <a:rect b="b" l="l" r="r" t="t"/>
              <a:pathLst>
                <a:path extrusionOk="0" h="26" w="43">
                  <a:moveTo>
                    <a:pt x="43" y="0"/>
                  </a:moveTo>
                  <a:lnTo>
                    <a:pt x="43" y="0"/>
                  </a:lnTo>
                  <a:cubicBezTo>
                    <a:pt x="26" y="8"/>
                    <a:pt x="9" y="8"/>
                    <a:pt x="0" y="25"/>
                  </a:cubicBez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4"/>
            <p:cNvSpPr/>
            <p:nvPr/>
          </p:nvSpPr>
          <p:spPr>
            <a:xfrm>
              <a:off x="4720125" y="4142775"/>
              <a:ext cx="225" cy="25"/>
            </a:xfrm>
            <a:custGeom>
              <a:rect b="b" l="l" r="r" t="t"/>
              <a:pathLst>
                <a:path extrusionOk="0" h="1" w="9">
                  <a:moveTo>
                    <a:pt x="8" y="0"/>
                  </a:moveTo>
                  <a:lnTo>
                    <a:pt x="8"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4"/>
            <p:cNvSpPr/>
            <p:nvPr/>
          </p:nvSpPr>
          <p:spPr>
            <a:xfrm>
              <a:off x="4660900" y="4156300"/>
              <a:ext cx="875" cy="25"/>
            </a:xfrm>
            <a:custGeom>
              <a:rect b="b" l="l" r="r" t="t"/>
              <a:pathLst>
                <a:path extrusionOk="0" h="1" w="35">
                  <a:moveTo>
                    <a:pt x="0" y="1"/>
                  </a:moveTo>
                  <a:cubicBezTo>
                    <a:pt x="9" y="1"/>
                    <a:pt x="26" y="1"/>
                    <a:pt x="34" y="1"/>
                  </a:cubicBezTo>
                  <a:cubicBezTo>
                    <a:pt x="34" y="1"/>
                    <a:pt x="17"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4"/>
            <p:cNvSpPr/>
            <p:nvPr/>
          </p:nvSpPr>
          <p:spPr>
            <a:xfrm>
              <a:off x="4623900" y="4160750"/>
              <a:ext cx="0" cy="25"/>
            </a:xfrm>
            <a:custGeom>
              <a:rect b="b" l="l" r="r" t="t"/>
              <a:pathLst>
                <a:path extrusionOk="0" h="1" w="0">
                  <a:moveTo>
                    <a:pt x="0" y="0"/>
                  </a:moveTo>
                  <a:lnTo>
                    <a:pt x="0"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4"/>
            <p:cNvSpPr/>
            <p:nvPr/>
          </p:nvSpPr>
          <p:spPr>
            <a:xfrm>
              <a:off x="4598500" y="4164550"/>
              <a:ext cx="450" cy="25"/>
            </a:xfrm>
            <a:custGeom>
              <a:rect b="b" l="l" r="r" t="t"/>
              <a:pathLst>
                <a:path extrusionOk="0" h="1" w="18">
                  <a:moveTo>
                    <a:pt x="18" y="1"/>
                  </a:moveTo>
                  <a:lnTo>
                    <a:pt x="1" y="1"/>
                  </a:lnTo>
                  <a:cubicBezTo>
                    <a:pt x="9" y="1"/>
                    <a:pt x="9" y="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4"/>
            <p:cNvSpPr/>
            <p:nvPr/>
          </p:nvSpPr>
          <p:spPr>
            <a:xfrm>
              <a:off x="4599575" y="4167725"/>
              <a:ext cx="450" cy="25"/>
            </a:xfrm>
            <a:custGeom>
              <a:rect b="b" l="l" r="r" t="t"/>
              <a:pathLst>
                <a:path extrusionOk="0" h="1" w="18">
                  <a:moveTo>
                    <a:pt x="17" y="1"/>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4"/>
            <p:cNvSpPr/>
            <p:nvPr/>
          </p:nvSpPr>
          <p:spPr>
            <a:xfrm>
              <a:off x="4589000" y="4154400"/>
              <a:ext cx="225" cy="1075"/>
            </a:xfrm>
            <a:custGeom>
              <a:rect b="b" l="l" r="r" t="t"/>
              <a:pathLst>
                <a:path extrusionOk="0" h="43" w="9">
                  <a:moveTo>
                    <a:pt x="0" y="1"/>
                  </a:moveTo>
                  <a:cubicBezTo>
                    <a:pt x="0" y="18"/>
                    <a:pt x="0" y="26"/>
                    <a:pt x="9" y="43"/>
                  </a:cubicBez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4"/>
            <p:cNvSpPr/>
            <p:nvPr/>
          </p:nvSpPr>
          <p:spPr>
            <a:xfrm>
              <a:off x="4597450" y="4166875"/>
              <a:ext cx="250" cy="250"/>
            </a:xfrm>
            <a:custGeom>
              <a:rect b="b" l="l" r="r" t="t"/>
              <a:pathLst>
                <a:path extrusionOk="0" h="10" w="10">
                  <a:moveTo>
                    <a:pt x="1" y="1"/>
                  </a:moveTo>
                  <a:lnTo>
                    <a:pt x="1" y="1"/>
                  </a:lnTo>
                  <a:cubicBezTo>
                    <a:pt x="1" y="1"/>
                    <a:pt x="9" y="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4"/>
            <p:cNvSpPr/>
            <p:nvPr/>
          </p:nvSpPr>
          <p:spPr>
            <a:xfrm>
              <a:off x="4677175" y="4154350"/>
              <a:ext cx="1150" cy="500"/>
            </a:xfrm>
            <a:custGeom>
              <a:rect b="b" l="l" r="r" t="t"/>
              <a:pathLst>
                <a:path extrusionOk="0" h="20" w="46">
                  <a:moveTo>
                    <a:pt x="31" y="0"/>
                  </a:moveTo>
                  <a:cubicBezTo>
                    <a:pt x="24" y="0"/>
                    <a:pt x="14" y="3"/>
                    <a:pt x="1" y="11"/>
                  </a:cubicBezTo>
                  <a:cubicBezTo>
                    <a:pt x="9" y="11"/>
                    <a:pt x="43" y="11"/>
                    <a:pt x="26" y="20"/>
                  </a:cubicBezTo>
                  <a:cubicBezTo>
                    <a:pt x="43" y="14"/>
                    <a:pt x="45" y="0"/>
                    <a:pt x="3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4"/>
            <p:cNvSpPr/>
            <p:nvPr/>
          </p:nvSpPr>
          <p:spPr>
            <a:xfrm>
              <a:off x="4671475" y="4165200"/>
              <a:ext cx="450" cy="175"/>
            </a:xfrm>
            <a:custGeom>
              <a:rect b="b" l="l" r="r" t="t"/>
              <a:pathLst>
                <a:path extrusionOk="0" h="7" w="18">
                  <a:moveTo>
                    <a:pt x="0" y="0"/>
                  </a:moveTo>
                  <a:cubicBezTo>
                    <a:pt x="0" y="4"/>
                    <a:pt x="2" y="6"/>
                    <a:pt x="6" y="6"/>
                  </a:cubicBezTo>
                  <a:cubicBezTo>
                    <a:pt x="9" y="6"/>
                    <a:pt x="13" y="4"/>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4"/>
            <p:cNvSpPr/>
            <p:nvPr/>
          </p:nvSpPr>
          <p:spPr>
            <a:xfrm>
              <a:off x="4574400" y="4156725"/>
              <a:ext cx="450" cy="450"/>
            </a:xfrm>
            <a:custGeom>
              <a:rect b="b" l="l" r="r" t="t"/>
              <a:pathLst>
                <a:path extrusionOk="0" h="18" w="18">
                  <a:moveTo>
                    <a:pt x="1" y="1"/>
                  </a:moveTo>
                  <a:cubicBezTo>
                    <a:pt x="9" y="18"/>
                    <a:pt x="17" y="18"/>
                    <a:pt x="17" y="18"/>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4"/>
            <p:cNvSpPr/>
            <p:nvPr/>
          </p:nvSpPr>
          <p:spPr>
            <a:xfrm>
              <a:off x="4577575" y="416772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4"/>
            <p:cNvSpPr/>
            <p:nvPr/>
          </p:nvSpPr>
          <p:spPr>
            <a:xfrm>
              <a:off x="4592175" y="4162025"/>
              <a:ext cx="25" cy="25"/>
            </a:xfrm>
            <a:custGeom>
              <a:rect b="b" l="l" r="r" t="t"/>
              <a:pathLst>
                <a:path extrusionOk="0" h="1" w="1">
                  <a:moveTo>
                    <a:pt x="0" y="0"/>
                  </a:moveTo>
                  <a:lnTo>
                    <a:pt x="0" y="0"/>
                  </a:lnTo>
                  <a:cubicBezTo>
                    <a:pt x="0" y="0"/>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4"/>
            <p:cNvSpPr/>
            <p:nvPr/>
          </p:nvSpPr>
          <p:spPr>
            <a:xfrm>
              <a:off x="4577575" y="416772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4"/>
            <p:cNvSpPr/>
            <p:nvPr/>
          </p:nvSpPr>
          <p:spPr>
            <a:xfrm>
              <a:off x="4622400" y="4174075"/>
              <a:ext cx="450" cy="225"/>
            </a:xfrm>
            <a:custGeom>
              <a:rect b="b" l="l" r="r" t="t"/>
              <a:pathLst>
                <a:path extrusionOk="0" h="9" w="18">
                  <a:moveTo>
                    <a:pt x="1" y="0"/>
                  </a:moveTo>
                  <a:cubicBezTo>
                    <a:pt x="1" y="0"/>
                    <a:pt x="1" y="6"/>
                    <a:pt x="10" y="8"/>
                  </a:cubicBezTo>
                  <a:lnTo>
                    <a:pt x="10" y="8"/>
                  </a:lnTo>
                  <a:cubicBezTo>
                    <a:pt x="8" y="7"/>
                    <a:pt x="5" y="5"/>
                    <a:pt x="1" y="0"/>
                  </a:cubicBezTo>
                  <a:close/>
                  <a:moveTo>
                    <a:pt x="10" y="8"/>
                  </a:moveTo>
                  <a:cubicBezTo>
                    <a:pt x="12" y="9"/>
                    <a:pt x="14" y="9"/>
                    <a:pt x="18" y="9"/>
                  </a:cubicBezTo>
                  <a:cubicBezTo>
                    <a:pt x="15" y="9"/>
                    <a:pt x="12" y="9"/>
                    <a:pt x="10" y="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4"/>
            <p:cNvSpPr/>
            <p:nvPr/>
          </p:nvSpPr>
          <p:spPr>
            <a:xfrm>
              <a:off x="4614150" y="4174500"/>
              <a:ext cx="250" cy="25"/>
            </a:xfrm>
            <a:custGeom>
              <a:rect b="b" l="l" r="r" t="t"/>
              <a:pathLst>
                <a:path extrusionOk="0" h="1" w="10">
                  <a:moveTo>
                    <a:pt x="9" y="0"/>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4"/>
            <p:cNvSpPr/>
            <p:nvPr/>
          </p:nvSpPr>
          <p:spPr>
            <a:xfrm>
              <a:off x="4673575" y="4151875"/>
              <a:ext cx="875" cy="225"/>
            </a:xfrm>
            <a:custGeom>
              <a:rect b="b" l="l" r="r" t="t"/>
              <a:pathLst>
                <a:path extrusionOk="0" h="9" w="35">
                  <a:moveTo>
                    <a:pt x="35" y="0"/>
                  </a:moveTo>
                  <a:cubicBezTo>
                    <a:pt x="31" y="0"/>
                    <a:pt x="24" y="2"/>
                    <a:pt x="18" y="4"/>
                  </a:cubicBezTo>
                  <a:lnTo>
                    <a:pt x="18" y="4"/>
                  </a:lnTo>
                  <a:lnTo>
                    <a:pt x="35" y="0"/>
                  </a:lnTo>
                  <a:close/>
                  <a:moveTo>
                    <a:pt x="18" y="4"/>
                  </a:moveTo>
                  <a:lnTo>
                    <a:pt x="1" y="9"/>
                  </a:lnTo>
                  <a:cubicBezTo>
                    <a:pt x="5" y="9"/>
                    <a:pt x="12" y="6"/>
                    <a:pt x="18"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4"/>
            <p:cNvSpPr/>
            <p:nvPr/>
          </p:nvSpPr>
          <p:spPr>
            <a:xfrm>
              <a:off x="4576950" y="4167300"/>
              <a:ext cx="425" cy="450"/>
            </a:xfrm>
            <a:custGeom>
              <a:rect b="b" l="l" r="r" t="t"/>
              <a:pathLst>
                <a:path extrusionOk="0" h="18" w="17">
                  <a:moveTo>
                    <a:pt x="17" y="18"/>
                  </a:moveTo>
                  <a:cubicBezTo>
                    <a:pt x="8" y="9"/>
                    <a:pt x="8" y="1"/>
                    <a:pt x="0" y="1"/>
                  </a:cubicBezTo>
                  <a:cubicBezTo>
                    <a:pt x="8" y="1"/>
                    <a:pt x="8" y="9"/>
                    <a:pt x="17" y="1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4"/>
            <p:cNvSpPr/>
            <p:nvPr/>
          </p:nvSpPr>
          <p:spPr>
            <a:xfrm>
              <a:off x="4634450" y="4168575"/>
              <a:ext cx="250" cy="25"/>
            </a:xfrm>
            <a:custGeom>
              <a:rect b="b" l="l" r="r" t="t"/>
              <a:pathLst>
                <a:path extrusionOk="0" h="1" w="10">
                  <a:moveTo>
                    <a:pt x="9" y="0"/>
                  </a:moveTo>
                  <a:lnTo>
                    <a:pt x="1" y="0"/>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4"/>
            <p:cNvSpPr/>
            <p:nvPr/>
          </p:nvSpPr>
          <p:spPr>
            <a:xfrm>
              <a:off x="4633200" y="4166675"/>
              <a:ext cx="10175" cy="2150"/>
            </a:xfrm>
            <a:custGeom>
              <a:rect b="b" l="l" r="r" t="t"/>
              <a:pathLst>
                <a:path extrusionOk="0" h="86" w="407">
                  <a:moveTo>
                    <a:pt x="288" y="0"/>
                  </a:moveTo>
                  <a:cubicBezTo>
                    <a:pt x="254" y="17"/>
                    <a:pt x="186" y="9"/>
                    <a:pt x="161" y="17"/>
                  </a:cubicBezTo>
                  <a:cubicBezTo>
                    <a:pt x="237" y="17"/>
                    <a:pt x="178" y="43"/>
                    <a:pt x="127" y="59"/>
                  </a:cubicBezTo>
                  <a:cubicBezTo>
                    <a:pt x="85" y="59"/>
                    <a:pt x="127" y="34"/>
                    <a:pt x="93" y="34"/>
                  </a:cubicBezTo>
                  <a:lnTo>
                    <a:pt x="0" y="59"/>
                  </a:lnTo>
                  <a:lnTo>
                    <a:pt x="85" y="43"/>
                  </a:lnTo>
                  <a:lnTo>
                    <a:pt x="85" y="43"/>
                  </a:lnTo>
                  <a:lnTo>
                    <a:pt x="59" y="76"/>
                  </a:lnTo>
                  <a:lnTo>
                    <a:pt x="68" y="76"/>
                  </a:lnTo>
                  <a:cubicBezTo>
                    <a:pt x="96" y="70"/>
                    <a:pt x="114" y="67"/>
                    <a:pt x="126" y="67"/>
                  </a:cubicBezTo>
                  <a:cubicBezTo>
                    <a:pt x="159" y="67"/>
                    <a:pt x="146" y="86"/>
                    <a:pt x="168" y="86"/>
                  </a:cubicBezTo>
                  <a:cubicBezTo>
                    <a:pt x="179" y="86"/>
                    <a:pt x="199" y="81"/>
                    <a:pt x="237" y="68"/>
                  </a:cubicBezTo>
                  <a:lnTo>
                    <a:pt x="237" y="68"/>
                  </a:lnTo>
                  <a:cubicBezTo>
                    <a:pt x="237" y="76"/>
                    <a:pt x="229" y="76"/>
                    <a:pt x="229" y="85"/>
                  </a:cubicBezTo>
                  <a:cubicBezTo>
                    <a:pt x="288" y="59"/>
                    <a:pt x="398" y="51"/>
                    <a:pt x="406" y="17"/>
                  </a:cubicBezTo>
                  <a:cubicBezTo>
                    <a:pt x="399" y="17"/>
                    <a:pt x="378" y="19"/>
                    <a:pt x="355" y="19"/>
                  </a:cubicBezTo>
                  <a:cubicBezTo>
                    <a:pt x="320" y="19"/>
                    <a:pt x="283" y="16"/>
                    <a:pt x="28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4"/>
            <p:cNvSpPr/>
            <p:nvPr/>
          </p:nvSpPr>
          <p:spPr>
            <a:xfrm>
              <a:off x="4638275" y="4168775"/>
              <a:ext cx="650" cy="250"/>
            </a:xfrm>
            <a:custGeom>
              <a:rect b="b" l="l" r="r" t="t"/>
              <a:pathLst>
                <a:path extrusionOk="0" h="10" w="26">
                  <a:moveTo>
                    <a:pt x="26" y="1"/>
                  </a:moveTo>
                  <a:cubicBezTo>
                    <a:pt x="17" y="1"/>
                    <a:pt x="9" y="1"/>
                    <a:pt x="0" y="9"/>
                  </a:cubicBezTo>
                  <a:cubicBezTo>
                    <a:pt x="9" y="9"/>
                    <a:pt x="17"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4"/>
            <p:cNvSpPr/>
            <p:nvPr/>
          </p:nvSpPr>
          <p:spPr>
            <a:xfrm>
              <a:off x="4653925" y="4166675"/>
              <a:ext cx="650" cy="450"/>
            </a:xfrm>
            <a:custGeom>
              <a:rect b="b" l="l" r="r" t="t"/>
              <a:pathLst>
                <a:path extrusionOk="0" h="18" w="26">
                  <a:moveTo>
                    <a:pt x="0" y="17"/>
                  </a:move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4"/>
            <p:cNvSpPr/>
            <p:nvPr/>
          </p:nvSpPr>
          <p:spPr>
            <a:xfrm>
              <a:off x="4579100" y="4127975"/>
              <a:ext cx="825" cy="2150"/>
            </a:xfrm>
            <a:custGeom>
              <a:rect b="b" l="l" r="r" t="t"/>
              <a:pathLst>
                <a:path extrusionOk="0" h="86" w="33">
                  <a:moveTo>
                    <a:pt x="32" y="0"/>
                  </a:moveTo>
                  <a:cubicBezTo>
                    <a:pt x="24" y="0"/>
                    <a:pt x="1" y="85"/>
                    <a:pt x="28" y="85"/>
                  </a:cubicBezTo>
                  <a:cubicBezTo>
                    <a:pt x="30" y="85"/>
                    <a:pt x="31" y="85"/>
                    <a:pt x="32" y="85"/>
                  </a:cubicBezTo>
                  <a:lnTo>
                    <a:pt x="32" y="9"/>
                  </a:lnTo>
                  <a:lnTo>
                    <a:pt x="3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4"/>
            <p:cNvSpPr/>
            <p:nvPr/>
          </p:nvSpPr>
          <p:spPr>
            <a:xfrm>
              <a:off x="4692825" y="4154625"/>
              <a:ext cx="675" cy="225"/>
            </a:xfrm>
            <a:custGeom>
              <a:rect b="b" l="l" r="r" t="t"/>
              <a:pathLst>
                <a:path extrusionOk="0" h="9" w="27">
                  <a:moveTo>
                    <a:pt x="26" y="0"/>
                  </a:moveTo>
                  <a:cubicBezTo>
                    <a:pt x="18" y="0"/>
                    <a:pt x="9" y="0"/>
                    <a:pt x="1" y="9"/>
                  </a:cubicBezTo>
                  <a:cubicBezTo>
                    <a:pt x="9" y="9"/>
                    <a:pt x="18" y="0"/>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4"/>
            <p:cNvSpPr/>
            <p:nvPr/>
          </p:nvSpPr>
          <p:spPr>
            <a:xfrm>
              <a:off x="4640375" y="4166450"/>
              <a:ext cx="675" cy="250"/>
            </a:xfrm>
            <a:custGeom>
              <a:rect b="b" l="l" r="r" t="t"/>
              <a:pathLst>
                <a:path extrusionOk="0" h="10" w="27">
                  <a:moveTo>
                    <a:pt x="26" y="1"/>
                  </a:moveTo>
                  <a:cubicBezTo>
                    <a:pt x="18" y="1"/>
                    <a:pt x="9" y="1"/>
                    <a:pt x="1" y="9"/>
                  </a:cubicBezTo>
                  <a:cubicBezTo>
                    <a:pt x="9" y="9"/>
                    <a:pt x="18"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4"/>
            <p:cNvSpPr/>
            <p:nvPr/>
          </p:nvSpPr>
          <p:spPr>
            <a:xfrm>
              <a:off x="4694100" y="4155450"/>
              <a:ext cx="2350" cy="875"/>
            </a:xfrm>
            <a:custGeom>
              <a:rect b="b" l="l" r="r" t="t"/>
              <a:pathLst>
                <a:path extrusionOk="0" h="35" w="94">
                  <a:moveTo>
                    <a:pt x="94" y="1"/>
                  </a:moveTo>
                  <a:cubicBezTo>
                    <a:pt x="68" y="9"/>
                    <a:pt x="34" y="18"/>
                    <a:pt x="1" y="18"/>
                  </a:cubicBezTo>
                  <a:cubicBezTo>
                    <a:pt x="9" y="18"/>
                    <a:pt x="34" y="26"/>
                    <a:pt x="34" y="35"/>
                  </a:cubicBezTo>
                  <a:cubicBezTo>
                    <a:pt x="60" y="26"/>
                    <a:pt x="77" y="18"/>
                    <a:pt x="9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4"/>
            <p:cNvSpPr/>
            <p:nvPr/>
          </p:nvSpPr>
          <p:spPr>
            <a:xfrm>
              <a:off x="4696650" y="415545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4"/>
            <p:cNvSpPr/>
            <p:nvPr/>
          </p:nvSpPr>
          <p:spPr>
            <a:xfrm>
              <a:off x="4572700" y="3970200"/>
              <a:ext cx="171550" cy="209325"/>
            </a:xfrm>
            <a:custGeom>
              <a:rect b="b" l="l" r="r" t="t"/>
              <a:pathLst>
                <a:path extrusionOk="0" h="8373" w="6862">
                  <a:moveTo>
                    <a:pt x="305" y="1388"/>
                  </a:moveTo>
                  <a:cubicBezTo>
                    <a:pt x="305" y="1392"/>
                    <a:pt x="306" y="1396"/>
                    <a:pt x="307" y="1400"/>
                  </a:cubicBezTo>
                  <a:lnTo>
                    <a:pt x="307" y="1400"/>
                  </a:lnTo>
                  <a:cubicBezTo>
                    <a:pt x="306" y="1396"/>
                    <a:pt x="306" y="1392"/>
                    <a:pt x="305" y="1388"/>
                  </a:cubicBezTo>
                  <a:close/>
                  <a:moveTo>
                    <a:pt x="288" y="3841"/>
                  </a:moveTo>
                  <a:cubicBezTo>
                    <a:pt x="288" y="3845"/>
                    <a:pt x="288" y="3845"/>
                    <a:pt x="289" y="3845"/>
                  </a:cubicBezTo>
                  <a:lnTo>
                    <a:pt x="289" y="3845"/>
                  </a:lnTo>
                  <a:cubicBezTo>
                    <a:pt x="289" y="3844"/>
                    <a:pt x="289" y="3843"/>
                    <a:pt x="288" y="3841"/>
                  </a:cubicBezTo>
                  <a:close/>
                  <a:moveTo>
                    <a:pt x="544" y="3877"/>
                  </a:moveTo>
                  <a:cubicBezTo>
                    <a:pt x="543" y="3879"/>
                    <a:pt x="543" y="3881"/>
                    <a:pt x="542" y="3883"/>
                  </a:cubicBezTo>
                  <a:lnTo>
                    <a:pt x="555" y="3896"/>
                  </a:lnTo>
                  <a:lnTo>
                    <a:pt x="555" y="3896"/>
                  </a:lnTo>
                  <a:cubicBezTo>
                    <a:pt x="552" y="3887"/>
                    <a:pt x="547" y="3878"/>
                    <a:pt x="544" y="3877"/>
                  </a:cubicBezTo>
                  <a:close/>
                  <a:moveTo>
                    <a:pt x="555" y="3896"/>
                  </a:moveTo>
                  <a:cubicBezTo>
                    <a:pt x="560" y="3908"/>
                    <a:pt x="564" y="3920"/>
                    <a:pt x="566" y="3920"/>
                  </a:cubicBezTo>
                  <a:cubicBezTo>
                    <a:pt x="567" y="3920"/>
                    <a:pt x="568" y="3917"/>
                    <a:pt x="568" y="3909"/>
                  </a:cubicBezTo>
                  <a:lnTo>
                    <a:pt x="555" y="3896"/>
                  </a:lnTo>
                  <a:close/>
                  <a:moveTo>
                    <a:pt x="280" y="5237"/>
                  </a:moveTo>
                  <a:lnTo>
                    <a:pt x="286" y="5242"/>
                  </a:lnTo>
                  <a:lnTo>
                    <a:pt x="286" y="5242"/>
                  </a:lnTo>
                  <a:cubicBezTo>
                    <a:pt x="285" y="5239"/>
                    <a:pt x="283" y="5237"/>
                    <a:pt x="280" y="5237"/>
                  </a:cubicBezTo>
                  <a:close/>
                  <a:moveTo>
                    <a:pt x="686" y="5694"/>
                  </a:moveTo>
                  <a:lnTo>
                    <a:pt x="686" y="5694"/>
                  </a:lnTo>
                  <a:cubicBezTo>
                    <a:pt x="686" y="5702"/>
                    <a:pt x="685" y="5710"/>
                    <a:pt x="685" y="5718"/>
                  </a:cubicBezTo>
                  <a:lnTo>
                    <a:pt x="685" y="5718"/>
                  </a:lnTo>
                  <a:cubicBezTo>
                    <a:pt x="686" y="5710"/>
                    <a:pt x="686" y="5702"/>
                    <a:pt x="686" y="5694"/>
                  </a:cubicBezTo>
                  <a:close/>
                  <a:moveTo>
                    <a:pt x="238" y="5821"/>
                  </a:moveTo>
                  <a:cubicBezTo>
                    <a:pt x="238" y="5840"/>
                    <a:pt x="238" y="5861"/>
                    <a:pt x="241" y="5874"/>
                  </a:cubicBezTo>
                  <a:lnTo>
                    <a:pt x="241" y="5874"/>
                  </a:lnTo>
                  <a:cubicBezTo>
                    <a:pt x="239" y="5857"/>
                    <a:pt x="238" y="5839"/>
                    <a:pt x="238" y="5821"/>
                  </a:cubicBezTo>
                  <a:close/>
                  <a:moveTo>
                    <a:pt x="6362" y="6793"/>
                  </a:moveTo>
                  <a:cubicBezTo>
                    <a:pt x="6358" y="6793"/>
                    <a:pt x="6355" y="6797"/>
                    <a:pt x="6353" y="6801"/>
                  </a:cubicBezTo>
                  <a:lnTo>
                    <a:pt x="6353" y="6801"/>
                  </a:lnTo>
                  <a:lnTo>
                    <a:pt x="6362" y="6793"/>
                  </a:lnTo>
                  <a:close/>
                  <a:moveTo>
                    <a:pt x="348" y="6785"/>
                  </a:moveTo>
                  <a:lnTo>
                    <a:pt x="348" y="6827"/>
                  </a:lnTo>
                  <a:cubicBezTo>
                    <a:pt x="339" y="6819"/>
                    <a:pt x="339" y="6802"/>
                    <a:pt x="348" y="6785"/>
                  </a:cubicBezTo>
                  <a:close/>
                  <a:moveTo>
                    <a:pt x="6625" y="6844"/>
                  </a:moveTo>
                  <a:lnTo>
                    <a:pt x="6625" y="6844"/>
                  </a:lnTo>
                  <a:cubicBezTo>
                    <a:pt x="6608" y="6854"/>
                    <a:pt x="6591" y="6863"/>
                    <a:pt x="6573" y="6871"/>
                  </a:cubicBezTo>
                  <a:lnTo>
                    <a:pt x="6573" y="6871"/>
                  </a:lnTo>
                  <a:cubicBezTo>
                    <a:pt x="6579" y="6870"/>
                    <a:pt x="6585" y="6870"/>
                    <a:pt x="6591" y="6870"/>
                  </a:cubicBezTo>
                  <a:lnTo>
                    <a:pt x="6591" y="6886"/>
                  </a:lnTo>
                  <a:cubicBezTo>
                    <a:pt x="6599" y="6886"/>
                    <a:pt x="6641" y="6861"/>
                    <a:pt x="6625" y="6844"/>
                  </a:cubicBezTo>
                  <a:close/>
                  <a:moveTo>
                    <a:pt x="6573" y="6871"/>
                  </a:moveTo>
                  <a:cubicBezTo>
                    <a:pt x="6554" y="6873"/>
                    <a:pt x="6538" y="6879"/>
                    <a:pt x="6523" y="6888"/>
                  </a:cubicBezTo>
                  <a:lnTo>
                    <a:pt x="6523" y="6888"/>
                  </a:lnTo>
                  <a:cubicBezTo>
                    <a:pt x="6541" y="6883"/>
                    <a:pt x="6557" y="6877"/>
                    <a:pt x="6573" y="6871"/>
                  </a:cubicBezTo>
                  <a:close/>
                  <a:moveTo>
                    <a:pt x="331" y="6937"/>
                  </a:moveTo>
                  <a:lnTo>
                    <a:pt x="331" y="6980"/>
                  </a:lnTo>
                  <a:lnTo>
                    <a:pt x="314" y="6963"/>
                  </a:lnTo>
                  <a:cubicBezTo>
                    <a:pt x="314" y="6954"/>
                    <a:pt x="322" y="6937"/>
                    <a:pt x="331" y="6937"/>
                  </a:cubicBezTo>
                  <a:close/>
                  <a:moveTo>
                    <a:pt x="6168" y="7114"/>
                  </a:moveTo>
                  <a:lnTo>
                    <a:pt x="6168" y="7114"/>
                  </a:lnTo>
                  <a:cubicBezTo>
                    <a:pt x="6168" y="7114"/>
                    <a:pt x="6168" y="7114"/>
                    <a:pt x="6168" y="7115"/>
                  </a:cubicBezTo>
                  <a:cubicBezTo>
                    <a:pt x="6173" y="7115"/>
                    <a:pt x="6172" y="7114"/>
                    <a:pt x="6168" y="7114"/>
                  </a:cubicBezTo>
                  <a:close/>
                  <a:moveTo>
                    <a:pt x="610" y="7244"/>
                  </a:moveTo>
                  <a:cubicBezTo>
                    <a:pt x="612" y="7250"/>
                    <a:pt x="618" y="7250"/>
                    <a:pt x="618" y="7250"/>
                  </a:cubicBezTo>
                  <a:cubicBezTo>
                    <a:pt x="618" y="7264"/>
                    <a:pt x="618" y="7272"/>
                    <a:pt x="614" y="7275"/>
                  </a:cubicBezTo>
                  <a:lnTo>
                    <a:pt x="614" y="7275"/>
                  </a:lnTo>
                  <a:cubicBezTo>
                    <a:pt x="613" y="7265"/>
                    <a:pt x="611" y="7255"/>
                    <a:pt x="610" y="7244"/>
                  </a:cubicBezTo>
                  <a:close/>
                  <a:moveTo>
                    <a:pt x="626" y="7340"/>
                  </a:moveTo>
                  <a:cubicBezTo>
                    <a:pt x="629" y="7351"/>
                    <a:pt x="632" y="7357"/>
                    <a:pt x="635" y="7360"/>
                  </a:cubicBezTo>
                  <a:cubicBezTo>
                    <a:pt x="632" y="7353"/>
                    <a:pt x="629" y="7346"/>
                    <a:pt x="626" y="7340"/>
                  </a:cubicBezTo>
                  <a:close/>
                  <a:moveTo>
                    <a:pt x="4965" y="7396"/>
                  </a:moveTo>
                  <a:cubicBezTo>
                    <a:pt x="4960" y="7398"/>
                    <a:pt x="4954" y="7400"/>
                    <a:pt x="4950" y="7402"/>
                  </a:cubicBezTo>
                  <a:cubicBezTo>
                    <a:pt x="4955" y="7401"/>
                    <a:pt x="4960" y="7398"/>
                    <a:pt x="4965" y="7396"/>
                  </a:cubicBezTo>
                  <a:close/>
                  <a:moveTo>
                    <a:pt x="4036" y="7419"/>
                  </a:moveTo>
                  <a:cubicBezTo>
                    <a:pt x="4037" y="7420"/>
                    <a:pt x="4038" y="7420"/>
                    <a:pt x="4039" y="7420"/>
                  </a:cubicBezTo>
                  <a:lnTo>
                    <a:pt x="4039" y="7420"/>
                  </a:lnTo>
                  <a:lnTo>
                    <a:pt x="4044" y="7419"/>
                  </a:lnTo>
                  <a:close/>
                  <a:moveTo>
                    <a:pt x="4492" y="7450"/>
                  </a:moveTo>
                  <a:cubicBezTo>
                    <a:pt x="4490" y="7451"/>
                    <a:pt x="4489" y="7453"/>
                    <a:pt x="4486" y="7453"/>
                  </a:cubicBezTo>
                  <a:lnTo>
                    <a:pt x="4486" y="7453"/>
                  </a:lnTo>
                  <a:cubicBezTo>
                    <a:pt x="4488" y="7452"/>
                    <a:pt x="4490" y="7451"/>
                    <a:pt x="4492" y="7450"/>
                  </a:cubicBezTo>
                  <a:close/>
                  <a:moveTo>
                    <a:pt x="3275" y="7512"/>
                  </a:moveTo>
                  <a:cubicBezTo>
                    <a:pt x="3274" y="7512"/>
                    <a:pt x="3274" y="7512"/>
                    <a:pt x="3273" y="7513"/>
                  </a:cubicBezTo>
                  <a:lnTo>
                    <a:pt x="3273" y="7513"/>
                  </a:lnTo>
                  <a:cubicBezTo>
                    <a:pt x="3274" y="7513"/>
                    <a:pt x="3274" y="7512"/>
                    <a:pt x="3275" y="7512"/>
                  </a:cubicBezTo>
                  <a:close/>
                  <a:moveTo>
                    <a:pt x="239" y="7289"/>
                  </a:moveTo>
                  <a:cubicBezTo>
                    <a:pt x="241" y="7289"/>
                    <a:pt x="244" y="7290"/>
                    <a:pt x="246" y="7293"/>
                  </a:cubicBezTo>
                  <a:cubicBezTo>
                    <a:pt x="238" y="7369"/>
                    <a:pt x="314" y="7360"/>
                    <a:pt x="280" y="7436"/>
                  </a:cubicBezTo>
                  <a:cubicBezTo>
                    <a:pt x="282" y="7437"/>
                    <a:pt x="284" y="7438"/>
                    <a:pt x="286" y="7438"/>
                  </a:cubicBezTo>
                  <a:cubicBezTo>
                    <a:pt x="299" y="7438"/>
                    <a:pt x="305" y="7416"/>
                    <a:pt x="305" y="7394"/>
                  </a:cubicBezTo>
                  <a:cubicBezTo>
                    <a:pt x="314" y="7402"/>
                    <a:pt x="322" y="7411"/>
                    <a:pt x="322" y="7411"/>
                  </a:cubicBezTo>
                  <a:cubicBezTo>
                    <a:pt x="331" y="7436"/>
                    <a:pt x="331" y="7462"/>
                    <a:pt x="331" y="7487"/>
                  </a:cubicBezTo>
                  <a:cubicBezTo>
                    <a:pt x="331" y="7512"/>
                    <a:pt x="331" y="7521"/>
                    <a:pt x="322" y="7521"/>
                  </a:cubicBezTo>
                  <a:cubicBezTo>
                    <a:pt x="280" y="7521"/>
                    <a:pt x="272" y="7428"/>
                    <a:pt x="238" y="7402"/>
                  </a:cubicBezTo>
                  <a:cubicBezTo>
                    <a:pt x="230" y="7380"/>
                    <a:pt x="223" y="7289"/>
                    <a:pt x="239" y="7289"/>
                  </a:cubicBezTo>
                  <a:close/>
                  <a:moveTo>
                    <a:pt x="3511" y="7377"/>
                  </a:moveTo>
                  <a:lnTo>
                    <a:pt x="3511" y="7377"/>
                  </a:lnTo>
                  <a:cubicBezTo>
                    <a:pt x="3376" y="7402"/>
                    <a:pt x="3232" y="7419"/>
                    <a:pt x="3089" y="7428"/>
                  </a:cubicBezTo>
                  <a:lnTo>
                    <a:pt x="3114" y="7462"/>
                  </a:lnTo>
                  <a:cubicBezTo>
                    <a:pt x="3086" y="7474"/>
                    <a:pt x="3072" y="7478"/>
                    <a:pt x="3065" y="7478"/>
                  </a:cubicBezTo>
                  <a:cubicBezTo>
                    <a:pt x="3046" y="7478"/>
                    <a:pt x="3088" y="7442"/>
                    <a:pt x="3050" y="7442"/>
                  </a:cubicBezTo>
                  <a:cubicBezTo>
                    <a:pt x="3045" y="7442"/>
                    <a:pt x="3038" y="7443"/>
                    <a:pt x="3029" y="7445"/>
                  </a:cubicBezTo>
                  <a:lnTo>
                    <a:pt x="2987" y="7479"/>
                  </a:lnTo>
                  <a:lnTo>
                    <a:pt x="2919" y="7521"/>
                  </a:lnTo>
                  <a:cubicBezTo>
                    <a:pt x="2970" y="7512"/>
                    <a:pt x="2945" y="7496"/>
                    <a:pt x="2995" y="7496"/>
                  </a:cubicBezTo>
                  <a:cubicBezTo>
                    <a:pt x="3047" y="7496"/>
                    <a:pt x="3015" y="7515"/>
                    <a:pt x="3000" y="7537"/>
                  </a:cubicBezTo>
                  <a:lnTo>
                    <a:pt x="3000" y="7537"/>
                  </a:lnTo>
                  <a:cubicBezTo>
                    <a:pt x="3013" y="7531"/>
                    <a:pt x="3029" y="7528"/>
                    <a:pt x="3029" y="7512"/>
                  </a:cubicBezTo>
                  <a:cubicBezTo>
                    <a:pt x="3037" y="7513"/>
                    <a:pt x="3045" y="7513"/>
                    <a:pt x="3052" y="7513"/>
                  </a:cubicBezTo>
                  <a:cubicBezTo>
                    <a:pt x="3176" y="7513"/>
                    <a:pt x="3131" y="7444"/>
                    <a:pt x="3292" y="7436"/>
                  </a:cubicBezTo>
                  <a:cubicBezTo>
                    <a:pt x="3297" y="7448"/>
                    <a:pt x="3305" y="7452"/>
                    <a:pt x="3315" y="7452"/>
                  </a:cubicBezTo>
                  <a:cubicBezTo>
                    <a:pt x="3348" y="7452"/>
                    <a:pt x="3403" y="7407"/>
                    <a:pt x="3442" y="7407"/>
                  </a:cubicBezTo>
                  <a:cubicBezTo>
                    <a:pt x="3452" y="7407"/>
                    <a:pt x="3462" y="7411"/>
                    <a:pt x="3469" y="7419"/>
                  </a:cubicBezTo>
                  <a:cubicBezTo>
                    <a:pt x="3402" y="7428"/>
                    <a:pt x="3325" y="7487"/>
                    <a:pt x="3334" y="7487"/>
                  </a:cubicBezTo>
                  <a:cubicBezTo>
                    <a:pt x="3402" y="7470"/>
                    <a:pt x="3461" y="7453"/>
                    <a:pt x="3528" y="7445"/>
                  </a:cubicBezTo>
                  <a:cubicBezTo>
                    <a:pt x="3486" y="7436"/>
                    <a:pt x="3486" y="7402"/>
                    <a:pt x="3511" y="7377"/>
                  </a:cubicBezTo>
                  <a:close/>
                  <a:moveTo>
                    <a:pt x="2732" y="7545"/>
                  </a:moveTo>
                  <a:lnTo>
                    <a:pt x="2732" y="7545"/>
                  </a:lnTo>
                  <a:cubicBezTo>
                    <a:pt x="2729" y="7546"/>
                    <a:pt x="2727" y="7546"/>
                    <a:pt x="2725" y="7546"/>
                  </a:cubicBezTo>
                  <a:cubicBezTo>
                    <a:pt x="2727" y="7546"/>
                    <a:pt x="2729" y="7546"/>
                    <a:pt x="2732" y="7545"/>
                  </a:cubicBezTo>
                  <a:close/>
                  <a:moveTo>
                    <a:pt x="3000" y="7537"/>
                  </a:moveTo>
                  <a:lnTo>
                    <a:pt x="3000" y="7537"/>
                  </a:lnTo>
                  <a:cubicBezTo>
                    <a:pt x="2995" y="7539"/>
                    <a:pt x="2991" y="7542"/>
                    <a:pt x="2989" y="7547"/>
                  </a:cubicBezTo>
                  <a:lnTo>
                    <a:pt x="2989" y="7547"/>
                  </a:lnTo>
                  <a:cubicBezTo>
                    <a:pt x="2991" y="7546"/>
                    <a:pt x="2994" y="7546"/>
                    <a:pt x="2995" y="7546"/>
                  </a:cubicBezTo>
                  <a:cubicBezTo>
                    <a:pt x="2996" y="7543"/>
                    <a:pt x="2998" y="7540"/>
                    <a:pt x="3000" y="7537"/>
                  </a:cubicBezTo>
                  <a:close/>
                  <a:moveTo>
                    <a:pt x="2268" y="7589"/>
                  </a:moveTo>
                  <a:lnTo>
                    <a:pt x="2204" y="7605"/>
                  </a:lnTo>
                  <a:lnTo>
                    <a:pt x="2204" y="7605"/>
                  </a:lnTo>
                  <a:cubicBezTo>
                    <a:pt x="2228" y="7604"/>
                    <a:pt x="2250" y="7602"/>
                    <a:pt x="2268" y="7589"/>
                  </a:cubicBezTo>
                  <a:close/>
                  <a:moveTo>
                    <a:pt x="4890" y="7648"/>
                  </a:moveTo>
                  <a:lnTo>
                    <a:pt x="4890" y="7648"/>
                  </a:lnTo>
                  <a:cubicBezTo>
                    <a:pt x="4885" y="7650"/>
                    <a:pt x="4882" y="7651"/>
                    <a:pt x="4881" y="7653"/>
                  </a:cubicBezTo>
                  <a:lnTo>
                    <a:pt x="4881" y="7653"/>
                  </a:lnTo>
                  <a:cubicBezTo>
                    <a:pt x="4883" y="7651"/>
                    <a:pt x="4887" y="7650"/>
                    <a:pt x="4890" y="7648"/>
                  </a:cubicBezTo>
                  <a:close/>
                  <a:moveTo>
                    <a:pt x="5043" y="7335"/>
                  </a:moveTo>
                  <a:lnTo>
                    <a:pt x="5017" y="7360"/>
                  </a:lnTo>
                  <a:cubicBezTo>
                    <a:pt x="4997" y="7373"/>
                    <a:pt x="4983" y="7387"/>
                    <a:pt x="4965" y="7396"/>
                  </a:cubicBezTo>
                  <a:lnTo>
                    <a:pt x="4965" y="7396"/>
                  </a:lnTo>
                  <a:cubicBezTo>
                    <a:pt x="4974" y="7393"/>
                    <a:pt x="4983" y="7391"/>
                    <a:pt x="4992" y="7391"/>
                  </a:cubicBezTo>
                  <a:cubicBezTo>
                    <a:pt x="4998" y="7391"/>
                    <a:pt x="5004" y="7392"/>
                    <a:pt x="5009" y="7394"/>
                  </a:cubicBezTo>
                  <a:lnTo>
                    <a:pt x="4890" y="7479"/>
                  </a:lnTo>
                  <a:lnTo>
                    <a:pt x="4890" y="7479"/>
                  </a:lnTo>
                  <a:cubicBezTo>
                    <a:pt x="4958" y="7470"/>
                    <a:pt x="4958" y="7419"/>
                    <a:pt x="5043" y="7402"/>
                  </a:cubicBezTo>
                  <a:lnTo>
                    <a:pt x="5043" y="7402"/>
                  </a:lnTo>
                  <a:cubicBezTo>
                    <a:pt x="5043" y="7436"/>
                    <a:pt x="5051" y="7453"/>
                    <a:pt x="4975" y="7504"/>
                  </a:cubicBezTo>
                  <a:cubicBezTo>
                    <a:pt x="4966" y="7505"/>
                    <a:pt x="4960" y="7505"/>
                    <a:pt x="4955" y="7505"/>
                  </a:cubicBezTo>
                  <a:cubicBezTo>
                    <a:pt x="4914" y="7505"/>
                    <a:pt x="4970" y="7479"/>
                    <a:pt x="4933" y="7479"/>
                  </a:cubicBezTo>
                  <a:cubicBezTo>
                    <a:pt x="4916" y="7495"/>
                    <a:pt x="4902" y="7499"/>
                    <a:pt x="4888" y="7499"/>
                  </a:cubicBezTo>
                  <a:cubicBezTo>
                    <a:pt x="4874" y="7499"/>
                    <a:pt x="4860" y="7495"/>
                    <a:pt x="4847" y="7495"/>
                  </a:cubicBezTo>
                  <a:cubicBezTo>
                    <a:pt x="4831" y="7495"/>
                    <a:pt x="4815" y="7500"/>
                    <a:pt x="4797" y="7521"/>
                  </a:cubicBezTo>
                  <a:cubicBezTo>
                    <a:pt x="4777" y="7528"/>
                    <a:pt x="4764" y="7530"/>
                    <a:pt x="4754" y="7530"/>
                  </a:cubicBezTo>
                  <a:cubicBezTo>
                    <a:pt x="4727" y="7530"/>
                    <a:pt x="4731" y="7510"/>
                    <a:pt x="4713" y="7504"/>
                  </a:cubicBezTo>
                  <a:cubicBezTo>
                    <a:pt x="4789" y="7487"/>
                    <a:pt x="4670" y="7487"/>
                    <a:pt x="4763" y="7453"/>
                  </a:cubicBezTo>
                  <a:cubicBezTo>
                    <a:pt x="4687" y="7453"/>
                    <a:pt x="4721" y="7504"/>
                    <a:pt x="4653" y="7504"/>
                  </a:cubicBezTo>
                  <a:lnTo>
                    <a:pt x="4637" y="7470"/>
                  </a:lnTo>
                  <a:cubicBezTo>
                    <a:pt x="4544" y="7479"/>
                    <a:pt x="4459" y="7496"/>
                    <a:pt x="4374" y="7529"/>
                  </a:cubicBezTo>
                  <a:cubicBezTo>
                    <a:pt x="4442" y="7538"/>
                    <a:pt x="4340" y="7563"/>
                    <a:pt x="4357" y="7580"/>
                  </a:cubicBezTo>
                  <a:cubicBezTo>
                    <a:pt x="4362" y="7560"/>
                    <a:pt x="4396" y="7552"/>
                    <a:pt x="4424" y="7552"/>
                  </a:cubicBezTo>
                  <a:cubicBezTo>
                    <a:pt x="4443" y="7552"/>
                    <a:pt x="4459" y="7556"/>
                    <a:pt x="4459" y="7563"/>
                  </a:cubicBezTo>
                  <a:cubicBezTo>
                    <a:pt x="4391" y="7589"/>
                    <a:pt x="4324" y="7605"/>
                    <a:pt x="4247" y="7614"/>
                  </a:cubicBezTo>
                  <a:lnTo>
                    <a:pt x="4357" y="7614"/>
                  </a:lnTo>
                  <a:cubicBezTo>
                    <a:pt x="4324" y="7639"/>
                    <a:pt x="4205" y="7707"/>
                    <a:pt x="4205" y="7707"/>
                  </a:cubicBezTo>
                  <a:cubicBezTo>
                    <a:pt x="4177" y="7707"/>
                    <a:pt x="4141" y="7711"/>
                    <a:pt x="4113" y="7711"/>
                  </a:cubicBezTo>
                  <a:cubicBezTo>
                    <a:pt x="4099" y="7711"/>
                    <a:pt x="4087" y="7710"/>
                    <a:pt x="4078" y="7707"/>
                  </a:cubicBezTo>
                  <a:lnTo>
                    <a:pt x="4146" y="7665"/>
                  </a:lnTo>
                  <a:lnTo>
                    <a:pt x="4180" y="7682"/>
                  </a:lnTo>
                  <a:lnTo>
                    <a:pt x="4214" y="7639"/>
                  </a:lnTo>
                  <a:lnTo>
                    <a:pt x="4214" y="7639"/>
                  </a:lnTo>
                  <a:cubicBezTo>
                    <a:pt x="4189" y="7643"/>
                    <a:pt x="4165" y="7645"/>
                    <a:pt x="4140" y="7645"/>
                  </a:cubicBezTo>
                  <a:cubicBezTo>
                    <a:pt x="4105" y="7645"/>
                    <a:pt x="4071" y="7641"/>
                    <a:pt x="4036" y="7631"/>
                  </a:cubicBezTo>
                  <a:cubicBezTo>
                    <a:pt x="4191" y="7590"/>
                    <a:pt x="4338" y="7534"/>
                    <a:pt x="4484" y="7454"/>
                  </a:cubicBezTo>
                  <a:lnTo>
                    <a:pt x="4484" y="7454"/>
                  </a:lnTo>
                  <a:lnTo>
                    <a:pt x="4484" y="7462"/>
                  </a:lnTo>
                  <a:cubicBezTo>
                    <a:pt x="4594" y="7436"/>
                    <a:pt x="4603" y="7428"/>
                    <a:pt x="4679" y="7394"/>
                  </a:cubicBezTo>
                  <a:lnTo>
                    <a:pt x="4679" y="7394"/>
                  </a:lnTo>
                  <a:lnTo>
                    <a:pt x="4653" y="7411"/>
                  </a:lnTo>
                  <a:cubicBezTo>
                    <a:pt x="4657" y="7414"/>
                    <a:pt x="4662" y="7415"/>
                    <a:pt x="4668" y="7415"/>
                  </a:cubicBezTo>
                  <a:cubicBezTo>
                    <a:pt x="4696" y="7415"/>
                    <a:pt x="4751" y="7389"/>
                    <a:pt x="4806" y="7369"/>
                  </a:cubicBezTo>
                  <a:cubicBezTo>
                    <a:pt x="4820" y="7355"/>
                    <a:pt x="4845" y="7341"/>
                    <a:pt x="4872" y="7341"/>
                  </a:cubicBezTo>
                  <a:cubicBezTo>
                    <a:pt x="4878" y="7341"/>
                    <a:pt x="4884" y="7342"/>
                    <a:pt x="4890" y="7343"/>
                  </a:cubicBezTo>
                  <a:lnTo>
                    <a:pt x="4882" y="7360"/>
                  </a:lnTo>
                  <a:cubicBezTo>
                    <a:pt x="4933" y="7360"/>
                    <a:pt x="4992" y="7352"/>
                    <a:pt x="5043" y="7335"/>
                  </a:cubicBezTo>
                  <a:close/>
                  <a:moveTo>
                    <a:pt x="2200" y="7589"/>
                  </a:moveTo>
                  <a:cubicBezTo>
                    <a:pt x="2150" y="7605"/>
                    <a:pt x="2099" y="7622"/>
                    <a:pt x="2048" y="7622"/>
                  </a:cubicBezTo>
                  <a:cubicBezTo>
                    <a:pt x="1997" y="7665"/>
                    <a:pt x="1938" y="7682"/>
                    <a:pt x="1870" y="7690"/>
                  </a:cubicBezTo>
                  <a:cubicBezTo>
                    <a:pt x="1849" y="7712"/>
                    <a:pt x="1816" y="7717"/>
                    <a:pt x="1781" y="7717"/>
                  </a:cubicBezTo>
                  <a:cubicBezTo>
                    <a:pt x="1739" y="7717"/>
                    <a:pt x="1693" y="7709"/>
                    <a:pt x="1660" y="7709"/>
                  </a:cubicBezTo>
                  <a:cubicBezTo>
                    <a:pt x="1646" y="7709"/>
                    <a:pt x="1633" y="7710"/>
                    <a:pt x="1625" y="7715"/>
                  </a:cubicBezTo>
                  <a:cubicBezTo>
                    <a:pt x="1615" y="7738"/>
                    <a:pt x="1629" y="7745"/>
                    <a:pt x="1652" y="7745"/>
                  </a:cubicBezTo>
                  <a:cubicBezTo>
                    <a:pt x="1684" y="7745"/>
                    <a:pt x="1735" y="7731"/>
                    <a:pt x="1765" y="7731"/>
                  </a:cubicBezTo>
                  <a:cubicBezTo>
                    <a:pt x="1770" y="7731"/>
                    <a:pt x="1774" y="7732"/>
                    <a:pt x="1777" y="7732"/>
                  </a:cubicBezTo>
                  <a:cubicBezTo>
                    <a:pt x="1735" y="7766"/>
                    <a:pt x="1684" y="7741"/>
                    <a:pt x="1727" y="7766"/>
                  </a:cubicBezTo>
                  <a:cubicBezTo>
                    <a:pt x="1705" y="7773"/>
                    <a:pt x="1689" y="7776"/>
                    <a:pt x="1677" y="7776"/>
                  </a:cubicBezTo>
                  <a:cubicBezTo>
                    <a:pt x="1648" y="7776"/>
                    <a:pt x="1643" y="7760"/>
                    <a:pt x="1624" y="7760"/>
                  </a:cubicBezTo>
                  <a:cubicBezTo>
                    <a:pt x="1614" y="7760"/>
                    <a:pt x="1602" y="7764"/>
                    <a:pt x="1583" y="7775"/>
                  </a:cubicBezTo>
                  <a:lnTo>
                    <a:pt x="1625" y="7775"/>
                  </a:lnTo>
                  <a:cubicBezTo>
                    <a:pt x="1600" y="7809"/>
                    <a:pt x="1532" y="7800"/>
                    <a:pt x="1490" y="7825"/>
                  </a:cubicBezTo>
                  <a:cubicBezTo>
                    <a:pt x="1490" y="7835"/>
                    <a:pt x="1495" y="7839"/>
                    <a:pt x="1505" y="7839"/>
                  </a:cubicBezTo>
                  <a:cubicBezTo>
                    <a:pt x="1529" y="7839"/>
                    <a:pt x="1579" y="7817"/>
                    <a:pt x="1633" y="7817"/>
                  </a:cubicBezTo>
                  <a:lnTo>
                    <a:pt x="1600" y="7851"/>
                  </a:lnTo>
                  <a:lnTo>
                    <a:pt x="1743" y="7800"/>
                  </a:lnTo>
                  <a:cubicBezTo>
                    <a:pt x="1786" y="7749"/>
                    <a:pt x="1743" y="7758"/>
                    <a:pt x="1828" y="7715"/>
                  </a:cubicBezTo>
                  <a:cubicBezTo>
                    <a:pt x="1862" y="7727"/>
                    <a:pt x="1889" y="7750"/>
                    <a:pt x="1897" y="7774"/>
                  </a:cubicBezTo>
                  <a:lnTo>
                    <a:pt x="1897" y="7774"/>
                  </a:lnTo>
                  <a:cubicBezTo>
                    <a:pt x="1964" y="7732"/>
                    <a:pt x="2032" y="7707"/>
                    <a:pt x="2107" y="7707"/>
                  </a:cubicBezTo>
                  <a:lnTo>
                    <a:pt x="2073" y="7724"/>
                  </a:lnTo>
                  <a:cubicBezTo>
                    <a:pt x="2116" y="7724"/>
                    <a:pt x="2166" y="7707"/>
                    <a:pt x="2200" y="7673"/>
                  </a:cubicBezTo>
                  <a:cubicBezTo>
                    <a:pt x="2200" y="7682"/>
                    <a:pt x="2209" y="7690"/>
                    <a:pt x="2217" y="7690"/>
                  </a:cubicBezTo>
                  <a:cubicBezTo>
                    <a:pt x="2285" y="7673"/>
                    <a:pt x="2319" y="7639"/>
                    <a:pt x="2276" y="7622"/>
                  </a:cubicBezTo>
                  <a:lnTo>
                    <a:pt x="2276" y="7622"/>
                  </a:lnTo>
                  <a:lnTo>
                    <a:pt x="2259" y="7639"/>
                  </a:lnTo>
                  <a:lnTo>
                    <a:pt x="2209" y="7614"/>
                  </a:lnTo>
                  <a:cubicBezTo>
                    <a:pt x="2192" y="7673"/>
                    <a:pt x="2056" y="7665"/>
                    <a:pt x="1980" y="7699"/>
                  </a:cubicBezTo>
                  <a:cubicBezTo>
                    <a:pt x="2022" y="7677"/>
                    <a:pt x="2053" y="7633"/>
                    <a:pt x="2106" y="7633"/>
                  </a:cubicBezTo>
                  <a:cubicBezTo>
                    <a:pt x="2116" y="7633"/>
                    <a:pt x="2128" y="7635"/>
                    <a:pt x="2141" y="7639"/>
                  </a:cubicBezTo>
                  <a:lnTo>
                    <a:pt x="2133" y="7614"/>
                  </a:lnTo>
                  <a:cubicBezTo>
                    <a:pt x="2156" y="7606"/>
                    <a:pt x="2179" y="7606"/>
                    <a:pt x="2200" y="7605"/>
                  </a:cubicBezTo>
                  <a:lnTo>
                    <a:pt x="2200" y="7605"/>
                  </a:lnTo>
                  <a:lnTo>
                    <a:pt x="2200" y="7605"/>
                  </a:lnTo>
                  <a:lnTo>
                    <a:pt x="2204" y="7605"/>
                  </a:lnTo>
                  <a:lnTo>
                    <a:pt x="2204" y="7605"/>
                  </a:lnTo>
                  <a:cubicBezTo>
                    <a:pt x="2203" y="7605"/>
                    <a:pt x="2202" y="7605"/>
                    <a:pt x="2200" y="7605"/>
                  </a:cubicBezTo>
                  <a:lnTo>
                    <a:pt x="2200" y="7605"/>
                  </a:lnTo>
                  <a:lnTo>
                    <a:pt x="2200" y="7589"/>
                  </a:lnTo>
                  <a:close/>
                  <a:moveTo>
                    <a:pt x="2395" y="7869"/>
                  </a:moveTo>
                  <a:cubicBezTo>
                    <a:pt x="2389" y="7871"/>
                    <a:pt x="2384" y="7874"/>
                    <a:pt x="2378" y="7876"/>
                  </a:cubicBezTo>
                  <a:cubicBezTo>
                    <a:pt x="2385" y="7873"/>
                    <a:pt x="2390" y="7871"/>
                    <a:pt x="2395" y="7869"/>
                  </a:cubicBezTo>
                  <a:close/>
                  <a:moveTo>
                    <a:pt x="3258" y="7885"/>
                  </a:moveTo>
                  <a:cubicBezTo>
                    <a:pt x="3254" y="7885"/>
                    <a:pt x="3252" y="7886"/>
                    <a:pt x="3251" y="7888"/>
                  </a:cubicBezTo>
                  <a:lnTo>
                    <a:pt x="3251" y="7888"/>
                  </a:lnTo>
                  <a:cubicBezTo>
                    <a:pt x="3253" y="7887"/>
                    <a:pt x="3255" y="7886"/>
                    <a:pt x="3258" y="7885"/>
                  </a:cubicBezTo>
                  <a:close/>
                  <a:moveTo>
                    <a:pt x="466" y="7605"/>
                  </a:moveTo>
                  <a:cubicBezTo>
                    <a:pt x="483" y="7707"/>
                    <a:pt x="517" y="7809"/>
                    <a:pt x="585" y="7885"/>
                  </a:cubicBezTo>
                  <a:cubicBezTo>
                    <a:pt x="585" y="7885"/>
                    <a:pt x="585" y="7876"/>
                    <a:pt x="585" y="7868"/>
                  </a:cubicBezTo>
                  <a:cubicBezTo>
                    <a:pt x="601" y="7893"/>
                    <a:pt x="635" y="7902"/>
                    <a:pt x="635" y="7927"/>
                  </a:cubicBezTo>
                  <a:cubicBezTo>
                    <a:pt x="601" y="7927"/>
                    <a:pt x="559" y="7910"/>
                    <a:pt x="534" y="7893"/>
                  </a:cubicBezTo>
                  <a:cubicBezTo>
                    <a:pt x="483" y="7876"/>
                    <a:pt x="441" y="7842"/>
                    <a:pt x="398" y="7809"/>
                  </a:cubicBezTo>
                  <a:cubicBezTo>
                    <a:pt x="365" y="7749"/>
                    <a:pt x="348" y="7682"/>
                    <a:pt x="339" y="7614"/>
                  </a:cubicBezTo>
                  <a:lnTo>
                    <a:pt x="339" y="7614"/>
                  </a:lnTo>
                  <a:lnTo>
                    <a:pt x="348" y="7639"/>
                  </a:lnTo>
                  <a:cubicBezTo>
                    <a:pt x="389" y="7776"/>
                    <a:pt x="430" y="7825"/>
                    <a:pt x="448" y="7825"/>
                  </a:cubicBezTo>
                  <a:cubicBezTo>
                    <a:pt x="453" y="7825"/>
                    <a:pt x="456" y="7822"/>
                    <a:pt x="458" y="7817"/>
                  </a:cubicBezTo>
                  <a:cubicBezTo>
                    <a:pt x="466" y="7792"/>
                    <a:pt x="449" y="7707"/>
                    <a:pt x="466" y="7605"/>
                  </a:cubicBezTo>
                  <a:close/>
                  <a:moveTo>
                    <a:pt x="568" y="8012"/>
                  </a:moveTo>
                  <a:lnTo>
                    <a:pt x="568" y="8012"/>
                  </a:lnTo>
                  <a:cubicBezTo>
                    <a:pt x="593" y="8020"/>
                    <a:pt x="610" y="8037"/>
                    <a:pt x="635" y="8045"/>
                  </a:cubicBezTo>
                  <a:cubicBezTo>
                    <a:pt x="627" y="8049"/>
                    <a:pt x="623" y="8055"/>
                    <a:pt x="616" y="8055"/>
                  </a:cubicBezTo>
                  <a:cubicBezTo>
                    <a:pt x="608" y="8055"/>
                    <a:pt x="596" y="8048"/>
                    <a:pt x="572" y="8024"/>
                  </a:cubicBezTo>
                  <a:lnTo>
                    <a:pt x="572" y="8024"/>
                  </a:lnTo>
                  <a:cubicBezTo>
                    <a:pt x="576" y="8020"/>
                    <a:pt x="574" y="8018"/>
                    <a:pt x="568" y="8012"/>
                  </a:cubicBezTo>
                  <a:close/>
                  <a:moveTo>
                    <a:pt x="3943" y="7605"/>
                  </a:moveTo>
                  <a:cubicBezTo>
                    <a:pt x="3892" y="7631"/>
                    <a:pt x="3884" y="7648"/>
                    <a:pt x="3909" y="7656"/>
                  </a:cubicBezTo>
                  <a:cubicBezTo>
                    <a:pt x="3892" y="7665"/>
                    <a:pt x="3875" y="7673"/>
                    <a:pt x="3841" y="7690"/>
                  </a:cubicBezTo>
                  <a:cubicBezTo>
                    <a:pt x="3824" y="7696"/>
                    <a:pt x="3779" y="7710"/>
                    <a:pt x="3747" y="7710"/>
                  </a:cubicBezTo>
                  <a:cubicBezTo>
                    <a:pt x="3732" y="7710"/>
                    <a:pt x="3720" y="7707"/>
                    <a:pt x="3715" y="7699"/>
                  </a:cubicBezTo>
                  <a:cubicBezTo>
                    <a:pt x="3782" y="7682"/>
                    <a:pt x="3774" y="7682"/>
                    <a:pt x="3740" y="7673"/>
                  </a:cubicBezTo>
                  <a:lnTo>
                    <a:pt x="3740" y="7673"/>
                  </a:lnTo>
                  <a:cubicBezTo>
                    <a:pt x="3681" y="7707"/>
                    <a:pt x="3562" y="7715"/>
                    <a:pt x="3579" y="7758"/>
                  </a:cubicBezTo>
                  <a:cubicBezTo>
                    <a:pt x="3548" y="7763"/>
                    <a:pt x="3534" y="7765"/>
                    <a:pt x="3527" y="7765"/>
                  </a:cubicBezTo>
                  <a:cubicBezTo>
                    <a:pt x="3511" y="7765"/>
                    <a:pt x="3523" y="7758"/>
                    <a:pt x="3478" y="7758"/>
                  </a:cubicBezTo>
                  <a:cubicBezTo>
                    <a:pt x="3469" y="7741"/>
                    <a:pt x="3495" y="7732"/>
                    <a:pt x="3511" y="7715"/>
                  </a:cubicBezTo>
                  <a:lnTo>
                    <a:pt x="3511" y="7715"/>
                  </a:lnTo>
                  <a:lnTo>
                    <a:pt x="3258" y="7783"/>
                  </a:lnTo>
                  <a:cubicBezTo>
                    <a:pt x="3249" y="7817"/>
                    <a:pt x="3427" y="7775"/>
                    <a:pt x="3342" y="7834"/>
                  </a:cubicBezTo>
                  <a:cubicBezTo>
                    <a:pt x="3325" y="7851"/>
                    <a:pt x="3342" y="7893"/>
                    <a:pt x="3249" y="7893"/>
                  </a:cubicBezTo>
                  <a:cubicBezTo>
                    <a:pt x="3249" y="7893"/>
                    <a:pt x="3249" y="7890"/>
                    <a:pt x="3251" y="7888"/>
                  </a:cubicBezTo>
                  <a:lnTo>
                    <a:pt x="3251" y="7888"/>
                  </a:lnTo>
                  <a:cubicBezTo>
                    <a:pt x="3238" y="7894"/>
                    <a:pt x="3228" y="7895"/>
                    <a:pt x="3218" y="7895"/>
                  </a:cubicBezTo>
                  <a:cubicBezTo>
                    <a:pt x="3205" y="7895"/>
                    <a:pt x="3190" y="7893"/>
                    <a:pt x="3165" y="7893"/>
                  </a:cubicBezTo>
                  <a:cubicBezTo>
                    <a:pt x="3148" y="7868"/>
                    <a:pt x="3215" y="7859"/>
                    <a:pt x="3241" y="7834"/>
                  </a:cubicBezTo>
                  <a:lnTo>
                    <a:pt x="3241" y="7834"/>
                  </a:lnTo>
                  <a:cubicBezTo>
                    <a:pt x="3215" y="7851"/>
                    <a:pt x="3182" y="7859"/>
                    <a:pt x="3156" y="7868"/>
                  </a:cubicBezTo>
                  <a:lnTo>
                    <a:pt x="3156" y="7859"/>
                  </a:lnTo>
                  <a:lnTo>
                    <a:pt x="3063" y="7885"/>
                  </a:lnTo>
                  <a:cubicBezTo>
                    <a:pt x="3055" y="7891"/>
                    <a:pt x="3055" y="7893"/>
                    <a:pt x="3059" y="7893"/>
                  </a:cubicBezTo>
                  <a:cubicBezTo>
                    <a:pt x="3070" y="7893"/>
                    <a:pt x="3108" y="7881"/>
                    <a:pt x="3127" y="7881"/>
                  </a:cubicBezTo>
                  <a:cubicBezTo>
                    <a:pt x="3133" y="7881"/>
                    <a:pt x="3138" y="7882"/>
                    <a:pt x="3139" y="7885"/>
                  </a:cubicBezTo>
                  <a:lnTo>
                    <a:pt x="3089" y="7910"/>
                  </a:lnTo>
                  <a:cubicBezTo>
                    <a:pt x="3014" y="7935"/>
                    <a:pt x="2935" y="7951"/>
                    <a:pt x="2855" y="7951"/>
                  </a:cubicBezTo>
                  <a:cubicBezTo>
                    <a:pt x="2826" y="7951"/>
                    <a:pt x="2797" y="7948"/>
                    <a:pt x="2767" y="7944"/>
                  </a:cubicBezTo>
                  <a:cubicBezTo>
                    <a:pt x="2682" y="7944"/>
                    <a:pt x="2725" y="7969"/>
                    <a:pt x="2708" y="7995"/>
                  </a:cubicBezTo>
                  <a:cubicBezTo>
                    <a:pt x="2666" y="8020"/>
                    <a:pt x="2615" y="8003"/>
                    <a:pt x="2572" y="8020"/>
                  </a:cubicBezTo>
                  <a:cubicBezTo>
                    <a:pt x="2581" y="8045"/>
                    <a:pt x="2522" y="8054"/>
                    <a:pt x="2522" y="8079"/>
                  </a:cubicBezTo>
                  <a:lnTo>
                    <a:pt x="2446" y="8088"/>
                  </a:lnTo>
                  <a:cubicBezTo>
                    <a:pt x="2436" y="8099"/>
                    <a:pt x="2439" y="8103"/>
                    <a:pt x="2449" y="8103"/>
                  </a:cubicBezTo>
                  <a:cubicBezTo>
                    <a:pt x="2469" y="8103"/>
                    <a:pt x="2521" y="8085"/>
                    <a:pt x="2549" y="8085"/>
                  </a:cubicBezTo>
                  <a:cubicBezTo>
                    <a:pt x="2556" y="8085"/>
                    <a:pt x="2561" y="8085"/>
                    <a:pt x="2564" y="8088"/>
                  </a:cubicBezTo>
                  <a:cubicBezTo>
                    <a:pt x="2615" y="8113"/>
                    <a:pt x="2505" y="8105"/>
                    <a:pt x="2539" y="8130"/>
                  </a:cubicBezTo>
                  <a:cubicBezTo>
                    <a:pt x="2598" y="8113"/>
                    <a:pt x="2589" y="8088"/>
                    <a:pt x="2623" y="8079"/>
                  </a:cubicBezTo>
                  <a:cubicBezTo>
                    <a:pt x="2633" y="8077"/>
                    <a:pt x="2642" y="8076"/>
                    <a:pt x="2650" y="8076"/>
                  </a:cubicBezTo>
                  <a:cubicBezTo>
                    <a:pt x="2670" y="8076"/>
                    <a:pt x="2682" y="8082"/>
                    <a:pt x="2682" y="8088"/>
                  </a:cubicBezTo>
                  <a:cubicBezTo>
                    <a:pt x="2581" y="8096"/>
                    <a:pt x="2632" y="8130"/>
                    <a:pt x="2556" y="8138"/>
                  </a:cubicBezTo>
                  <a:lnTo>
                    <a:pt x="2556" y="8130"/>
                  </a:lnTo>
                  <a:cubicBezTo>
                    <a:pt x="2556" y="8155"/>
                    <a:pt x="2446" y="8155"/>
                    <a:pt x="2403" y="8181"/>
                  </a:cubicBezTo>
                  <a:cubicBezTo>
                    <a:pt x="2319" y="8164"/>
                    <a:pt x="2463" y="8130"/>
                    <a:pt x="2463" y="8122"/>
                  </a:cubicBezTo>
                  <a:lnTo>
                    <a:pt x="2463" y="8122"/>
                  </a:lnTo>
                  <a:lnTo>
                    <a:pt x="2361" y="8147"/>
                  </a:lnTo>
                  <a:cubicBezTo>
                    <a:pt x="2403" y="8122"/>
                    <a:pt x="2353" y="8113"/>
                    <a:pt x="2412" y="8079"/>
                  </a:cubicBezTo>
                  <a:lnTo>
                    <a:pt x="2412" y="8079"/>
                  </a:lnTo>
                  <a:cubicBezTo>
                    <a:pt x="2378" y="8092"/>
                    <a:pt x="2359" y="8092"/>
                    <a:pt x="2341" y="8092"/>
                  </a:cubicBezTo>
                  <a:cubicBezTo>
                    <a:pt x="2323" y="8092"/>
                    <a:pt x="2306" y="8092"/>
                    <a:pt x="2276" y="8105"/>
                  </a:cubicBezTo>
                  <a:cubicBezTo>
                    <a:pt x="2336" y="8054"/>
                    <a:pt x="2183" y="8088"/>
                    <a:pt x="2175" y="8062"/>
                  </a:cubicBezTo>
                  <a:cubicBezTo>
                    <a:pt x="2204" y="8054"/>
                    <a:pt x="2236" y="8050"/>
                    <a:pt x="2268" y="8050"/>
                  </a:cubicBezTo>
                  <a:cubicBezTo>
                    <a:pt x="2300" y="8050"/>
                    <a:pt x="2331" y="8054"/>
                    <a:pt x="2361" y="8062"/>
                  </a:cubicBezTo>
                  <a:cubicBezTo>
                    <a:pt x="2361" y="8054"/>
                    <a:pt x="2446" y="8045"/>
                    <a:pt x="2479" y="8045"/>
                  </a:cubicBezTo>
                  <a:lnTo>
                    <a:pt x="2522" y="8003"/>
                  </a:lnTo>
                  <a:cubicBezTo>
                    <a:pt x="2488" y="8003"/>
                    <a:pt x="2443" y="8018"/>
                    <a:pt x="2421" y="8018"/>
                  </a:cubicBezTo>
                  <a:cubicBezTo>
                    <a:pt x="2411" y="8018"/>
                    <a:pt x="2406" y="8014"/>
                    <a:pt x="2412" y="8003"/>
                  </a:cubicBezTo>
                  <a:lnTo>
                    <a:pt x="2412" y="8003"/>
                  </a:lnTo>
                  <a:lnTo>
                    <a:pt x="2336" y="8037"/>
                  </a:lnTo>
                  <a:cubicBezTo>
                    <a:pt x="2378" y="7995"/>
                    <a:pt x="2420" y="7961"/>
                    <a:pt x="2471" y="7935"/>
                  </a:cubicBezTo>
                  <a:cubicBezTo>
                    <a:pt x="2460" y="7934"/>
                    <a:pt x="2449" y="7934"/>
                    <a:pt x="2439" y="7934"/>
                  </a:cubicBezTo>
                  <a:cubicBezTo>
                    <a:pt x="2314" y="7934"/>
                    <a:pt x="2224" y="8013"/>
                    <a:pt x="2124" y="8013"/>
                  </a:cubicBezTo>
                  <a:cubicBezTo>
                    <a:pt x="2116" y="8013"/>
                    <a:pt x="2107" y="8013"/>
                    <a:pt x="2099" y="8012"/>
                  </a:cubicBezTo>
                  <a:lnTo>
                    <a:pt x="2116" y="8003"/>
                  </a:lnTo>
                  <a:lnTo>
                    <a:pt x="2116" y="8003"/>
                  </a:lnTo>
                  <a:cubicBezTo>
                    <a:pt x="2040" y="8019"/>
                    <a:pt x="1982" y="8026"/>
                    <a:pt x="1935" y="8026"/>
                  </a:cubicBezTo>
                  <a:cubicBezTo>
                    <a:pt x="1836" y="8026"/>
                    <a:pt x="1792" y="7995"/>
                    <a:pt x="1752" y="7961"/>
                  </a:cubicBezTo>
                  <a:lnTo>
                    <a:pt x="1853" y="7944"/>
                  </a:lnTo>
                  <a:lnTo>
                    <a:pt x="1862" y="7969"/>
                  </a:lnTo>
                  <a:cubicBezTo>
                    <a:pt x="2023" y="7961"/>
                    <a:pt x="2133" y="7868"/>
                    <a:pt x="2302" y="7851"/>
                  </a:cubicBezTo>
                  <a:lnTo>
                    <a:pt x="2302" y="7851"/>
                  </a:lnTo>
                  <a:cubicBezTo>
                    <a:pt x="2285" y="7885"/>
                    <a:pt x="2217" y="7876"/>
                    <a:pt x="2226" y="7893"/>
                  </a:cubicBezTo>
                  <a:cubicBezTo>
                    <a:pt x="2315" y="7878"/>
                    <a:pt x="2306" y="7831"/>
                    <a:pt x="2377" y="7831"/>
                  </a:cubicBezTo>
                  <a:cubicBezTo>
                    <a:pt x="2387" y="7831"/>
                    <a:pt x="2398" y="7832"/>
                    <a:pt x="2412" y="7834"/>
                  </a:cubicBezTo>
                  <a:cubicBezTo>
                    <a:pt x="2276" y="7858"/>
                    <a:pt x="2481" y="7829"/>
                    <a:pt x="2395" y="7869"/>
                  </a:cubicBezTo>
                  <a:lnTo>
                    <a:pt x="2395" y="7869"/>
                  </a:lnTo>
                  <a:cubicBezTo>
                    <a:pt x="2561" y="7801"/>
                    <a:pt x="2754" y="7816"/>
                    <a:pt x="2860" y="7792"/>
                  </a:cubicBezTo>
                  <a:cubicBezTo>
                    <a:pt x="2835" y="7783"/>
                    <a:pt x="2911" y="7749"/>
                    <a:pt x="2911" y="7749"/>
                  </a:cubicBezTo>
                  <a:cubicBezTo>
                    <a:pt x="2945" y="7749"/>
                    <a:pt x="2936" y="7775"/>
                    <a:pt x="2911" y="7775"/>
                  </a:cubicBezTo>
                  <a:cubicBezTo>
                    <a:pt x="2970" y="7775"/>
                    <a:pt x="2979" y="7792"/>
                    <a:pt x="2979" y="7817"/>
                  </a:cubicBezTo>
                  <a:lnTo>
                    <a:pt x="2860" y="7842"/>
                  </a:lnTo>
                  <a:cubicBezTo>
                    <a:pt x="2902" y="7842"/>
                    <a:pt x="2928" y="7851"/>
                    <a:pt x="2962" y="7851"/>
                  </a:cubicBezTo>
                  <a:cubicBezTo>
                    <a:pt x="2979" y="7851"/>
                    <a:pt x="2995" y="7842"/>
                    <a:pt x="3012" y="7834"/>
                  </a:cubicBezTo>
                  <a:cubicBezTo>
                    <a:pt x="3038" y="7825"/>
                    <a:pt x="3029" y="7825"/>
                    <a:pt x="3029" y="7809"/>
                  </a:cubicBezTo>
                  <a:lnTo>
                    <a:pt x="3165" y="7715"/>
                  </a:lnTo>
                  <a:lnTo>
                    <a:pt x="3165" y="7724"/>
                  </a:lnTo>
                  <a:lnTo>
                    <a:pt x="3300" y="7690"/>
                  </a:lnTo>
                  <a:lnTo>
                    <a:pt x="3283" y="7707"/>
                  </a:lnTo>
                  <a:lnTo>
                    <a:pt x="3359" y="7673"/>
                  </a:lnTo>
                  <a:cubicBezTo>
                    <a:pt x="3359" y="7686"/>
                    <a:pt x="3366" y="7686"/>
                    <a:pt x="3372" y="7686"/>
                  </a:cubicBezTo>
                  <a:cubicBezTo>
                    <a:pt x="3378" y="7686"/>
                    <a:pt x="3385" y="7686"/>
                    <a:pt x="3385" y="7699"/>
                  </a:cubicBezTo>
                  <a:cubicBezTo>
                    <a:pt x="3394" y="7704"/>
                    <a:pt x="3404" y="7706"/>
                    <a:pt x="3415" y="7706"/>
                  </a:cubicBezTo>
                  <a:cubicBezTo>
                    <a:pt x="3478" y="7706"/>
                    <a:pt x="3571" y="7639"/>
                    <a:pt x="3664" y="7639"/>
                  </a:cubicBezTo>
                  <a:lnTo>
                    <a:pt x="3647" y="7656"/>
                  </a:lnTo>
                  <a:cubicBezTo>
                    <a:pt x="3740" y="7622"/>
                    <a:pt x="3841" y="7605"/>
                    <a:pt x="3943" y="7605"/>
                  </a:cubicBezTo>
                  <a:close/>
                  <a:moveTo>
                    <a:pt x="1261" y="8198"/>
                  </a:moveTo>
                  <a:cubicBezTo>
                    <a:pt x="1259" y="8199"/>
                    <a:pt x="1259" y="8200"/>
                    <a:pt x="1261" y="8202"/>
                  </a:cubicBezTo>
                  <a:lnTo>
                    <a:pt x="1261" y="8202"/>
                  </a:lnTo>
                  <a:cubicBezTo>
                    <a:pt x="1261" y="8200"/>
                    <a:pt x="1261" y="8199"/>
                    <a:pt x="1261" y="8198"/>
                  </a:cubicBezTo>
                  <a:close/>
                  <a:moveTo>
                    <a:pt x="1683" y="8236"/>
                  </a:moveTo>
                  <a:cubicBezTo>
                    <a:pt x="1679" y="8237"/>
                    <a:pt x="1673" y="8238"/>
                    <a:pt x="1667" y="8240"/>
                  </a:cubicBezTo>
                  <a:cubicBezTo>
                    <a:pt x="1674" y="8240"/>
                    <a:pt x="1680" y="8238"/>
                    <a:pt x="1683" y="8236"/>
                  </a:cubicBezTo>
                  <a:close/>
                  <a:moveTo>
                    <a:pt x="1439" y="8037"/>
                  </a:moveTo>
                  <a:lnTo>
                    <a:pt x="1439" y="8045"/>
                  </a:lnTo>
                  <a:cubicBezTo>
                    <a:pt x="1456" y="8071"/>
                    <a:pt x="1456" y="8096"/>
                    <a:pt x="1430" y="8096"/>
                  </a:cubicBezTo>
                  <a:lnTo>
                    <a:pt x="1481" y="8105"/>
                  </a:lnTo>
                  <a:lnTo>
                    <a:pt x="1405" y="8130"/>
                  </a:lnTo>
                  <a:cubicBezTo>
                    <a:pt x="1411" y="8132"/>
                    <a:pt x="1417" y="8133"/>
                    <a:pt x="1424" y="8133"/>
                  </a:cubicBezTo>
                  <a:cubicBezTo>
                    <a:pt x="1454" y="8133"/>
                    <a:pt x="1483" y="8110"/>
                    <a:pt x="1513" y="8110"/>
                  </a:cubicBezTo>
                  <a:cubicBezTo>
                    <a:pt x="1520" y="8110"/>
                    <a:pt x="1526" y="8111"/>
                    <a:pt x="1532" y="8113"/>
                  </a:cubicBezTo>
                  <a:cubicBezTo>
                    <a:pt x="1583" y="8122"/>
                    <a:pt x="1439" y="8147"/>
                    <a:pt x="1388" y="8198"/>
                  </a:cubicBezTo>
                  <a:cubicBezTo>
                    <a:pt x="1372" y="8208"/>
                    <a:pt x="1346" y="8211"/>
                    <a:pt x="1322" y="8211"/>
                  </a:cubicBezTo>
                  <a:cubicBezTo>
                    <a:pt x="1293" y="8211"/>
                    <a:pt x="1267" y="8206"/>
                    <a:pt x="1261" y="8202"/>
                  </a:cubicBezTo>
                  <a:lnTo>
                    <a:pt x="1261" y="8202"/>
                  </a:lnTo>
                  <a:cubicBezTo>
                    <a:pt x="1251" y="8239"/>
                    <a:pt x="1107" y="8232"/>
                    <a:pt x="1050" y="8248"/>
                  </a:cubicBezTo>
                  <a:cubicBezTo>
                    <a:pt x="1039" y="8251"/>
                    <a:pt x="1029" y="8252"/>
                    <a:pt x="1018" y="8252"/>
                  </a:cubicBezTo>
                  <a:cubicBezTo>
                    <a:pt x="987" y="8252"/>
                    <a:pt x="957" y="8242"/>
                    <a:pt x="931" y="8223"/>
                  </a:cubicBezTo>
                  <a:cubicBezTo>
                    <a:pt x="898" y="8198"/>
                    <a:pt x="864" y="8189"/>
                    <a:pt x="830" y="8189"/>
                  </a:cubicBezTo>
                  <a:lnTo>
                    <a:pt x="864" y="8223"/>
                  </a:lnTo>
                  <a:cubicBezTo>
                    <a:pt x="762" y="8223"/>
                    <a:pt x="661" y="8181"/>
                    <a:pt x="585" y="8113"/>
                  </a:cubicBezTo>
                  <a:cubicBezTo>
                    <a:pt x="585" y="8109"/>
                    <a:pt x="586" y="8107"/>
                    <a:pt x="588" y="8107"/>
                  </a:cubicBezTo>
                  <a:cubicBezTo>
                    <a:pt x="598" y="8107"/>
                    <a:pt x="634" y="8155"/>
                    <a:pt x="669" y="8155"/>
                  </a:cubicBezTo>
                  <a:cubicBezTo>
                    <a:pt x="652" y="8138"/>
                    <a:pt x="635" y="8122"/>
                    <a:pt x="627" y="8096"/>
                  </a:cubicBezTo>
                  <a:lnTo>
                    <a:pt x="627" y="8096"/>
                  </a:lnTo>
                  <a:cubicBezTo>
                    <a:pt x="652" y="8113"/>
                    <a:pt x="711" y="8113"/>
                    <a:pt x="694" y="8138"/>
                  </a:cubicBezTo>
                  <a:cubicBezTo>
                    <a:pt x="703" y="8130"/>
                    <a:pt x="754" y="8122"/>
                    <a:pt x="678" y="8105"/>
                  </a:cubicBezTo>
                  <a:lnTo>
                    <a:pt x="737" y="8105"/>
                  </a:lnTo>
                  <a:cubicBezTo>
                    <a:pt x="728" y="8096"/>
                    <a:pt x="728" y="8096"/>
                    <a:pt x="728" y="8088"/>
                  </a:cubicBezTo>
                  <a:lnTo>
                    <a:pt x="728" y="8088"/>
                  </a:lnTo>
                  <a:lnTo>
                    <a:pt x="779" y="8105"/>
                  </a:lnTo>
                  <a:cubicBezTo>
                    <a:pt x="804" y="8122"/>
                    <a:pt x="830" y="8138"/>
                    <a:pt x="855" y="8155"/>
                  </a:cubicBezTo>
                  <a:lnTo>
                    <a:pt x="804" y="8155"/>
                  </a:lnTo>
                  <a:cubicBezTo>
                    <a:pt x="838" y="8172"/>
                    <a:pt x="889" y="8181"/>
                    <a:pt x="931" y="8181"/>
                  </a:cubicBezTo>
                  <a:cubicBezTo>
                    <a:pt x="847" y="8164"/>
                    <a:pt x="898" y="8155"/>
                    <a:pt x="881" y="8130"/>
                  </a:cubicBezTo>
                  <a:lnTo>
                    <a:pt x="1041" y="8130"/>
                  </a:lnTo>
                  <a:cubicBezTo>
                    <a:pt x="1101" y="8138"/>
                    <a:pt x="1160" y="8164"/>
                    <a:pt x="1117" y="8181"/>
                  </a:cubicBezTo>
                  <a:cubicBezTo>
                    <a:pt x="1160" y="8172"/>
                    <a:pt x="1211" y="8181"/>
                    <a:pt x="1253" y="8147"/>
                  </a:cubicBezTo>
                  <a:lnTo>
                    <a:pt x="1253" y="8147"/>
                  </a:lnTo>
                  <a:cubicBezTo>
                    <a:pt x="1241" y="8152"/>
                    <a:pt x="1232" y="8155"/>
                    <a:pt x="1226" y="8155"/>
                  </a:cubicBezTo>
                  <a:cubicBezTo>
                    <a:pt x="1204" y="8155"/>
                    <a:pt x="1219" y="8123"/>
                    <a:pt x="1192" y="8123"/>
                  </a:cubicBezTo>
                  <a:cubicBezTo>
                    <a:pt x="1183" y="8123"/>
                    <a:pt x="1167" y="8127"/>
                    <a:pt x="1143" y="8138"/>
                  </a:cubicBezTo>
                  <a:cubicBezTo>
                    <a:pt x="1123" y="8113"/>
                    <a:pt x="1156" y="8106"/>
                    <a:pt x="1199" y="8106"/>
                  </a:cubicBezTo>
                  <a:cubicBezTo>
                    <a:pt x="1228" y="8106"/>
                    <a:pt x="1262" y="8110"/>
                    <a:pt x="1287" y="8113"/>
                  </a:cubicBezTo>
                  <a:cubicBezTo>
                    <a:pt x="1261" y="8122"/>
                    <a:pt x="1278" y="8130"/>
                    <a:pt x="1278" y="8147"/>
                  </a:cubicBezTo>
                  <a:cubicBezTo>
                    <a:pt x="1363" y="8122"/>
                    <a:pt x="1320" y="8096"/>
                    <a:pt x="1261" y="8096"/>
                  </a:cubicBezTo>
                  <a:lnTo>
                    <a:pt x="1354" y="8062"/>
                  </a:lnTo>
                  <a:lnTo>
                    <a:pt x="1337" y="8062"/>
                  </a:lnTo>
                  <a:lnTo>
                    <a:pt x="1439" y="8037"/>
                  </a:lnTo>
                  <a:close/>
                  <a:moveTo>
                    <a:pt x="272" y="1"/>
                  </a:moveTo>
                  <a:lnTo>
                    <a:pt x="272" y="1"/>
                  </a:lnTo>
                  <a:cubicBezTo>
                    <a:pt x="246" y="195"/>
                    <a:pt x="348" y="280"/>
                    <a:pt x="314" y="440"/>
                  </a:cubicBezTo>
                  <a:cubicBezTo>
                    <a:pt x="311" y="432"/>
                    <a:pt x="308" y="429"/>
                    <a:pt x="306" y="429"/>
                  </a:cubicBezTo>
                  <a:cubicBezTo>
                    <a:pt x="300" y="429"/>
                    <a:pt x="294" y="443"/>
                    <a:pt x="288" y="449"/>
                  </a:cubicBezTo>
                  <a:cubicBezTo>
                    <a:pt x="297" y="491"/>
                    <a:pt x="305" y="542"/>
                    <a:pt x="322" y="584"/>
                  </a:cubicBezTo>
                  <a:lnTo>
                    <a:pt x="322" y="669"/>
                  </a:lnTo>
                  <a:cubicBezTo>
                    <a:pt x="305" y="669"/>
                    <a:pt x="272" y="635"/>
                    <a:pt x="272" y="550"/>
                  </a:cubicBezTo>
                  <a:lnTo>
                    <a:pt x="272" y="550"/>
                  </a:lnTo>
                  <a:cubicBezTo>
                    <a:pt x="263" y="838"/>
                    <a:pt x="339" y="1058"/>
                    <a:pt x="314" y="1346"/>
                  </a:cubicBezTo>
                  <a:cubicBezTo>
                    <a:pt x="312" y="1346"/>
                    <a:pt x="311" y="1347"/>
                    <a:pt x="310" y="1347"/>
                  </a:cubicBezTo>
                  <a:cubicBezTo>
                    <a:pt x="300" y="1347"/>
                    <a:pt x="298" y="1321"/>
                    <a:pt x="297" y="1321"/>
                  </a:cubicBezTo>
                  <a:cubicBezTo>
                    <a:pt x="297" y="1321"/>
                    <a:pt x="297" y="1323"/>
                    <a:pt x="297" y="1329"/>
                  </a:cubicBezTo>
                  <a:cubicBezTo>
                    <a:pt x="304" y="1357"/>
                    <a:pt x="311" y="1410"/>
                    <a:pt x="318" y="1426"/>
                  </a:cubicBezTo>
                  <a:lnTo>
                    <a:pt x="318" y="1426"/>
                  </a:lnTo>
                  <a:cubicBezTo>
                    <a:pt x="313" y="1419"/>
                    <a:pt x="309" y="1410"/>
                    <a:pt x="307" y="1400"/>
                  </a:cubicBezTo>
                  <a:lnTo>
                    <a:pt x="307" y="1400"/>
                  </a:lnTo>
                  <a:cubicBezTo>
                    <a:pt x="320" y="1536"/>
                    <a:pt x="280" y="1611"/>
                    <a:pt x="297" y="1709"/>
                  </a:cubicBezTo>
                  <a:cubicBezTo>
                    <a:pt x="282" y="1709"/>
                    <a:pt x="287" y="1648"/>
                    <a:pt x="282" y="1648"/>
                  </a:cubicBezTo>
                  <a:lnTo>
                    <a:pt x="282" y="1648"/>
                  </a:lnTo>
                  <a:cubicBezTo>
                    <a:pt x="282" y="1648"/>
                    <a:pt x="281" y="1648"/>
                    <a:pt x="280" y="1650"/>
                  </a:cubicBezTo>
                  <a:cubicBezTo>
                    <a:pt x="263" y="1794"/>
                    <a:pt x="314" y="1870"/>
                    <a:pt x="314" y="2014"/>
                  </a:cubicBezTo>
                  <a:cubicBezTo>
                    <a:pt x="310" y="2005"/>
                    <a:pt x="307" y="2001"/>
                    <a:pt x="304" y="2001"/>
                  </a:cubicBezTo>
                  <a:cubicBezTo>
                    <a:pt x="293" y="2001"/>
                    <a:pt x="287" y="2056"/>
                    <a:pt x="280" y="2090"/>
                  </a:cubicBezTo>
                  <a:cubicBezTo>
                    <a:pt x="297" y="2208"/>
                    <a:pt x="305" y="2471"/>
                    <a:pt x="322" y="2648"/>
                  </a:cubicBezTo>
                  <a:cubicBezTo>
                    <a:pt x="318" y="2645"/>
                    <a:pt x="314" y="2643"/>
                    <a:pt x="310" y="2643"/>
                  </a:cubicBezTo>
                  <a:cubicBezTo>
                    <a:pt x="270" y="2643"/>
                    <a:pt x="310" y="2853"/>
                    <a:pt x="263" y="2868"/>
                  </a:cubicBezTo>
                  <a:cubicBezTo>
                    <a:pt x="263" y="2911"/>
                    <a:pt x="272" y="2978"/>
                    <a:pt x="288" y="2978"/>
                  </a:cubicBezTo>
                  <a:cubicBezTo>
                    <a:pt x="281" y="2955"/>
                    <a:pt x="295" y="2901"/>
                    <a:pt x="304" y="2901"/>
                  </a:cubicBezTo>
                  <a:cubicBezTo>
                    <a:pt x="304" y="2901"/>
                    <a:pt x="305" y="2902"/>
                    <a:pt x="305" y="2902"/>
                  </a:cubicBezTo>
                  <a:cubicBezTo>
                    <a:pt x="314" y="2961"/>
                    <a:pt x="314" y="3054"/>
                    <a:pt x="339" y="3063"/>
                  </a:cubicBezTo>
                  <a:lnTo>
                    <a:pt x="314" y="3139"/>
                  </a:lnTo>
                  <a:cubicBezTo>
                    <a:pt x="339" y="3147"/>
                    <a:pt x="356" y="3173"/>
                    <a:pt x="356" y="3207"/>
                  </a:cubicBezTo>
                  <a:cubicBezTo>
                    <a:pt x="305" y="3300"/>
                    <a:pt x="390" y="3198"/>
                    <a:pt x="365" y="3325"/>
                  </a:cubicBezTo>
                  <a:cubicBezTo>
                    <a:pt x="348" y="3300"/>
                    <a:pt x="331" y="3283"/>
                    <a:pt x="314" y="3257"/>
                  </a:cubicBezTo>
                  <a:lnTo>
                    <a:pt x="314" y="3257"/>
                  </a:lnTo>
                  <a:cubicBezTo>
                    <a:pt x="305" y="3325"/>
                    <a:pt x="322" y="3317"/>
                    <a:pt x="322" y="3359"/>
                  </a:cubicBezTo>
                  <a:cubicBezTo>
                    <a:pt x="321" y="3360"/>
                    <a:pt x="320" y="3360"/>
                    <a:pt x="318" y="3360"/>
                  </a:cubicBezTo>
                  <a:cubicBezTo>
                    <a:pt x="302" y="3360"/>
                    <a:pt x="279" y="3313"/>
                    <a:pt x="272" y="3266"/>
                  </a:cubicBezTo>
                  <a:lnTo>
                    <a:pt x="255" y="3342"/>
                  </a:lnTo>
                  <a:cubicBezTo>
                    <a:pt x="297" y="3452"/>
                    <a:pt x="322" y="3570"/>
                    <a:pt x="314" y="3680"/>
                  </a:cubicBezTo>
                  <a:cubicBezTo>
                    <a:pt x="301" y="3668"/>
                    <a:pt x="298" y="3642"/>
                    <a:pt x="287" y="3642"/>
                  </a:cubicBezTo>
                  <a:cubicBezTo>
                    <a:pt x="283" y="3642"/>
                    <a:pt x="278" y="3646"/>
                    <a:pt x="272" y="3655"/>
                  </a:cubicBezTo>
                  <a:cubicBezTo>
                    <a:pt x="297" y="3723"/>
                    <a:pt x="305" y="3790"/>
                    <a:pt x="297" y="3850"/>
                  </a:cubicBezTo>
                  <a:cubicBezTo>
                    <a:pt x="293" y="3845"/>
                    <a:pt x="291" y="3845"/>
                    <a:pt x="290" y="3845"/>
                  </a:cubicBezTo>
                  <a:cubicBezTo>
                    <a:pt x="289" y="3845"/>
                    <a:pt x="289" y="3845"/>
                    <a:pt x="289" y="3845"/>
                  </a:cubicBezTo>
                  <a:lnTo>
                    <a:pt x="289" y="3845"/>
                  </a:lnTo>
                  <a:cubicBezTo>
                    <a:pt x="313" y="3967"/>
                    <a:pt x="280" y="3935"/>
                    <a:pt x="280" y="4053"/>
                  </a:cubicBezTo>
                  <a:cubicBezTo>
                    <a:pt x="280" y="4053"/>
                    <a:pt x="272" y="4044"/>
                    <a:pt x="272" y="4044"/>
                  </a:cubicBezTo>
                  <a:lnTo>
                    <a:pt x="272" y="4044"/>
                  </a:lnTo>
                  <a:lnTo>
                    <a:pt x="288" y="4112"/>
                  </a:lnTo>
                  <a:cubicBezTo>
                    <a:pt x="331" y="4256"/>
                    <a:pt x="255" y="4273"/>
                    <a:pt x="238" y="4357"/>
                  </a:cubicBezTo>
                  <a:lnTo>
                    <a:pt x="238" y="4340"/>
                  </a:lnTo>
                  <a:cubicBezTo>
                    <a:pt x="212" y="4399"/>
                    <a:pt x="238" y="4569"/>
                    <a:pt x="229" y="4619"/>
                  </a:cubicBezTo>
                  <a:cubicBezTo>
                    <a:pt x="246" y="4552"/>
                    <a:pt x="246" y="4602"/>
                    <a:pt x="280" y="4552"/>
                  </a:cubicBezTo>
                  <a:cubicBezTo>
                    <a:pt x="272" y="4501"/>
                    <a:pt x="229" y="4518"/>
                    <a:pt x="246" y="4425"/>
                  </a:cubicBezTo>
                  <a:lnTo>
                    <a:pt x="246" y="4425"/>
                  </a:lnTo>
                  <a:cubicBezTo>
                    <a:pt x="272" y="4442"/>
                    <a:pt x="288" y="4552"/>
                    <a:pt x="305" y="4577"/>
                  </a:cubicBezTo>
                  <a:cubicBezTo>
                    <a:pt x="305" y="4619"/>
                    <a:pt x="280" y="4653"/>
                    <a:pt x="246" y="4662"/>
                  </a:cubicBezTo>
                  <a:cubicBezTo>
                    <a:pt x="255" y="4789"/>
                    <a:pt x="238" y="4865"/>
                    <a:pt x="246" y="5017"/>
                  </a:cubicBezTo>
                  <a:cubicBezTo>
                    <a:pt x="263" y="5076"/>
                    <a:pt x="331" y="5118"/>
                    <a:pt x="288" y="5245"/>
                  </a:cubicBezTo>
                  <a:lnTo>
                    <a:pt x="286" y="5242"/>
                  </a:lnTo>
                  <a:lnTo>
                    <a:pt x="286" y="5242"/>
                  </a:lnTo>
                  <a:cubicBezTo>
                    <a:pt x="289" y="5258"/>
                    <a:pt x="275" y="5301"/>
                    <a:pt x="288" y="5321"/>
                  </a:cubicBezTo>
                  <a:cubicBezTo>
                    <a:pt x="295" y="5314"/>
                    <a:pt x="299" y="5311"/>
                    <a:pt x="303" y="5311"/>
                  </a:cubicBezTo>
                  <a:cubicBezTo>
                    <a:pt x="313" y="5311"/>
                    <a:pt x="313" y="5341"/>
                    <a:pt x="322" y="5341"/>
                  </a:cubicBezTo>
                  <a:cubicBezTo>
                    <a:pt x="326" y="5341"/>
                    <a:pt x="331" y="5336"/>
                    <a:pt x="339" y="5321"/>
                  </a:cubicBezTo>
                  <a:lnTo>
                    <a:pt x="339" y="5321"/>
                  </a:lnTo>
                  <a:cubicBezTo>
                    <a:pt x="339" y="5398"/>
                    <a:pt x="297" y="5415"/>
                    <a:pt x="272" y="5423"/>
                  </a:cubicBezTo>
                  <a:cubicBezTo>
                    <a:pt x="314" y="5474"/>
                    <a:pt x="246" y="5567"/>
                    <a:pt x="272" y="5685"/>
                  </a:cubicBezTo>
                  <a:cubicBezTo>
                    <a:pt x="258" y="5664"/>
                    <a:pt x="249" y="5580"/>
                    <a:pt x="237" y="5580"/>
                  </a:cubicBezTo>
                  <a:cubicBezTo>
                    <a:pt x="235" y="5580"/>
                    <a:pt x="232" y="5583"/>
                    <a:pt x="229" y="5592"/>
                  </a:cubicBezTo>
                  <a:lnTo>
                    <a:pt x="280" y="5736"/>
                  </a:lnTo>
                  <a:lnTo>
                    <a:pt x="280" y="5668"/>
                  </a:lnTo>
                  <a:lnTo>
                    <a:pt x="280" y="5668"/>
                  </a:lnTo>
                  <a:cubicBezTo>
                    <a:pt x="314" y="5787"/>
                    <a:pt x="272" y="5821"/>
                    <a:pt x="255" y="5880"/>
                  </a:cubicBezTo>
                  <a:cubicBezTo>
                    <a:pt x="252" y="5882"/>
                    <a:pt x="250" y="5884"/>
                    <a:pt x="248" y="5884"/>
                  </a:cubicBezTo>
                  <a:cubicBezTo>
                    <a:pt x="244" y="5884"/>
                    <a:pt x="242" y="5880"/>
                    <a:pt x="241" y="5874"/>
                  </a:cubicBezTo>
                  <a:lnTo>
                    <a:pt x="241" y="5874"/>
                  </a:lnTo>
                  <a:cubicBezTo>
                    <a:pt x="244" y="5903"/>
                    <a:pt x="249" y="5929"/>
                    <a:pt x="255" y="5956"/>
                  </a:cubicBezTo>
                  <a:cubicBezTo>
                    <a:pt x="272" y="6024"/>
                    <a:pt x="288" y="6091"/>
                    <a:pt x="305" y="6159"/>
                  </a:cubicBezTo>
                  <a:lnTo>
                    <a:pt x="305" y="6176"/>
                  </a:lnTo>
                  <a:lnTo>
                    <a:pt x="305" y="6193"/>
                  </a:lnTo>
                  <a:lnTo>
                    <a:pt x="297" y="6252"/>
                  </a:lnTo>
                  <a:lnTo>
                    <a:pt x="297" y="6260"/>
                  </a:lnTo>
                  <a:lnTo>
                    <a:pt x="280" y="6320"/>
                  </a:lnTo>
                  <a:lnTo>
                    <a:pt x="297" y="6354"/>
                  </a:lnTo>
                  <a:lnTo>
                    <a:pt x="297" y="6337"/>
                  </a:lnTo>
                  <a:cubicBezTo>
                    <a:pt x="322" y="6345"/>
                    <a:pt x="348" y="6421"/>
                    <a:pt x="348" y="6506"/>
                  </a:cubicBezTo>
                  <a:cubicBezTo>
                    <a:pt x="348" y="6497"/>
                    <a:pt x="356" y="6455"/>
                    <a:pt x="356" y="6387"/>
                  </a:cubicBezTo>
                  <a:lnTo>
                    <a:pt x="373" y="6413"/>
                  </a:lnTo>
                  <a:cubicBezTo>
                    <a:pt x="365" y="6506"/>
                    <a:pt x="356" y="6599"/>
                    <a:pt x="348" y="6683"/>
                  </a:cubicBezTo>
                  <a:cubicBezTo>
                    <a:pt x="339" y="6650"/>
                    <a:pt x="339" y="6616"/>
                    <a:pt x="339" y="6582"/>
                  </a:cubicBezTo>
                  <a:lnTo>
                    <a:pt x="339" y="6582"/>
                  </a:lnTo>
                  <a:cubicBezTo>
                    <a:pt x="305" y="6675"/>
                    <a:pt x="356" y="6810"/>
                    <a:pt x="314" y="6861"/>
                  </a:cubicBezTo>
                  <a:cubicBezTo>
                    <a:pt x="288" y="6743"/>
                    <a:pt x="280" y="6624"/>
                    <a:pt x="280" y="6497"/>
                  </a:cubicBezTo>
                  <a:cubicBezTo>
                    <a:pt x="287" y="6486"/>
                    <a:pt x="292" y="6482"/>
                    <a:pt x="296" y="6482"/>
                  </a:cubicBezTo>
                  <a:cubicBezTo>
                    <a:pt x="318" y="6482"/>
                    <a:pt x="308" y="6607"/>
                    <a:pt x="322" y="6607"/>
                  </a:cubicBezTo>
                  <a:lnTo>
                    <a:pt x="331" y="6523"/>
                  </a:lnTo>
                  <a:lnTo>
                    <a:pt x="331" y="6523"/>
                  </a:lnTo>
                  <a:cubicBezTo>
                    <a:pt x="330" y="6523"/>
                    <a:pt x="330" y="6523"/>
                    <a:pt x="330" y="6523"/>
                  </a:cubicBezTo>
                  <a:cubicBezTo>
                    <a:pt x="316" y="6523"/>
                    <a:pt x="320" y="6397"/>
                    <a:pt x="286" y="6397"/>
                  </a:cubicBezTo>
                  <a:cubicBezTo>
                    <a:pt x="282" y="6397"/>
                    <a:pt x="277" y="6400"/>
                    <a:pt x="272" y="6404"/>
                  </a:cubicBezTo>
                  <a:cubicBezTo>
                    <a:pt x="255" y="6590"/>
                    <a:pt x="255" y="6768"/>
                    <a:pt x="255" y="6929"/>
                  </a:cubicBezTo>
                  <a:lnTo>
                    <a:pt x="18" y="6776"/>
                  </a:lnTo>
                  <a:cubicBezTo>
                    <a:pt x="18" y="6776"/>
                    <a:pt x="9" y="6776"/>
                    <a:pt x="1" y="6768"/>
                  </a:cubicBezTo>
                  <a:lnTo>
                    <a:pt x="1" y="6768"/>
                  </a:lnTo>
                  <a:cubicBezTo>
                    <a:pt x="1" y="6859"/>
                    <a:pt x="34" y="6869"/>
                    <a:pt x="63" y="6869"/>
                  </a:cubicBezTo>
                  <a:cubicBezTo>
                    <a:pt x="70" y="6869"/>
                    <a:pt x="77" y="6868"/>
                    <a:pt x="83" y="6868"/>
                  </a:cubicBezTo>
                  <a:cubicBezTo>
                    <a:pt x="93" y="6868"/>
                    <a:pt x="100" y="6870"/>
                    <a:pt x="102" y="6878"/>
                  </a:cubicBezTo>
                  <a:cubicBezTo>
                    <a:pt x="111" y="6912"/>
                    <a:pt x="119" y="6946"/>
                    <a:pt x="111" y="6971"/>
                  </a:cubicBezTo>
                  <a:lnTo>
                    <a:pt x="94" y="6954"/>
                  </a:lnTo>
                  <a:lnTo>
                    <a:pt x="94" y="6954"/>
                  </a:lnTo>
                  <a:cubicBezTo>
                    <a:pt x="102" y="7056"/>
                    <a:pt x="128" y="6988"/>
                    <a:pt x="128" y="7073"/>
                  </a:cubicBezTo>
                  <a:cubicBezTo>
                    <a:pt x="132" y="7090"/>
                    <a:pt x="134" y="7096"/>
                    <a:pt x="135" y="7096"/>
                  </a:cubicBezTo>
                  <a:cubicBezTo>
                    <a:pt x="138" y="7096"/>
                    <a:pt x="134" y="7047"/>
                    <a:pt x="139" y="7047"/>
                  </a:cubicBezTo>
                  <a:cubicBezTo>
                    <a:pt x="141" y="7047"/>
                    <a:pt x="142" y="7050"/>
                    <a:pt x="145" y="7056"/>
                  </a:cubicBezTo>
                  <a:cubicBezTo>
                    <a:pt x="145" y="7157"/>
                    <a:pt x="212" y="7123"/>
                    <a:pt x="187" y="7267"/>
                  </a:cubicBezTo>
                  <a:cubicBezTo>
                    <a:pt x="181" y="7267"/>
                    <a:pt x="174" y="7270"/>
                    <a:pt x="167" y="7270"/>
                  </a:cubicBezTo>
                  <a:cubicBezTo>
                    <a:pt x="154" y="7270"/>
                    <a:pt x="142" y="7260"/>
                    <a:pt x="136" y="7199"/>
                  </a:cubicBezTo>
                  <a:lnTo>
                    <a:pt x="119" y="7284"/>
                  </a:lnTo>
                  <a:cubicBezTo>
                    <a:pt x="111" y="7242"/>
                    <a:pt x="102" y="7191"/>
                    <a:pt x="102" y="7140"/>
                  </a:cubicBezTo>
                  <a:cubicBezTo>
                    <a:pt x="69" y="7098"/>
                    <a:pt x="52" y="7106"/>
                    <a:pt x="26" y="7064"/>
                  </a:cubicBezTo>
                  <a:lnTo>
                    <a:pt x="26" y="7064"/>
                  </a:lnTo>
                  <a:cubicBezTo>
                    <a:pt x="35" y="7098"/>
                    <a:pt x="60" y="7081"/>
                    <a:pt x="52" y="7149"/>
                  </a:cubicBezTo>
                  <a:cubicBezTo>
                    <a:pt x="52" y="7172"/>
                    <a:pt x="51" y="7180"/>
                    <a:pt x="49" y="7180"/>
                  </a:cubicBezTo>
                  <a:cubicBezTo>
                    <a:pt x="46" y="7180"/>
                    <a:pt x="38" y="7138"/>
                    <a:pt x="26" y="7132"/>
                  </a:cubicBezTo>
                  <a:lnTo>
                    <a:pt x="26" y="7132"/>
                  </a:lnTo>
                  <a:cubicBezTo>
                    <a:pt x="69" y="7225"/>
                    <a:pt x="1" y="7242"/>
                    <a:pt x="35" y="7326"/>
                  </a:cubicBezTo>
                  <a:cubicBezTo>
                    <a:pt x="69" y="7309"/>
                    <a:pt x="69" y="7326"/>
                    <a:pt x="94" y="7259"/>
                  </a:cubicBezTo>
                  <a:lnTo>
                    <a:pt x="94" y="7259"/>
                  </a:lnTo>
                  <a:cubicBezTo>
                    <a:pt x="111" y="7326"/>
                    <a:pt x="85" y="7402"/>
                    <a:pt x="52" y="7402"/>
                  </a:cubicBezTo>
                  <a:lnTo>
                    <a:pt x="85" y="7411"/>
                  </a:lnTo>
                  <a:cubicBezTo>
                    <a:pt x="77" y="7428"/>
                    <a:pt x="85" y="7487"/>
                    <a:pt x="77" y="7487"/>
                  </a:cubicBezTo>
                  <a:lnTo>
                    <a:pt x="94" y="7504"/>
                  </a:lnTo>
                  <a:cubicBezTo>
                    <a:pt x="111" y="7453"/>
                    <a:pt x="119" y="7394"/>
                    <a:pt x="102" y="7335"/>
                  </a:cubicBezTo>
                  <a:lnTo>
                    <a:pt x="102" y="7335"/>
                  </a:lnTo>
                  <a:cubicBezTo>
                    <a:pt x="107" y="7341"/>
                    <a:pt x="112" y="7343"/>
                    <a:pt x="117" y="7343"/>
                  </a:cubicBezTo>
                  <a:cubicBezTo>
                    <a:pt x="126" y="7343"/>
                    <a:pt x="135" y="7335"/>
                    <a:pt x="142" y="7335"/>
                  </a:cubicBezTo>
                  <a:cubicBezTo>
                    <a:pt x="151" y="7335"/>
                    <a:pt x="158" y="7346"/>
                    <a:pt x="162" y="7394"/>
                  </a:cubicBezTo>
                  <a:cubicBezTo>
                    <a:pt x="165" y="7410"/>
                    <a:pt x="163" y="7415"/>
                    <a:pt x="159" y="7415"/>
                  </a:cubicBezTo>
                  <a:cubicBezTo>
                    <a:pt x="153" y="7415"/>
                    <a:pt x="141" y="7402"/>
                    <a:pt x="136" y="7402"/>
                  </a:cubicBezTo>
                  <a:lnTo>
                    <a:pt x="136" y="7402"/>
                  </a:lnTo>
                  <a:cubicBezTo>
                    <a:pt x="153" y="7479"/>
                    <a:pt x="162" y="7563"/>
                    <a:pt x="162" y="7639"/>
                  </a:cubicBezTo>
                  <a:cubicBezTo>
                    <a:pt x="153" y="7715"/>
                    <a:pt x="170" y="7783"/>
                    <a:pt x="204" y="7851"/>
                  </a:cubicBezTo>
                  <a:cubicBezTo>
                    <a:pt x="162" y="7766"/>
                    <a:pt x="136" y="7673"/>
                    <a:pt x="111" y="7589"/>
                  </a:cubicBezTo>
                  <a:lnTo>
                    <a:pt x="111" y="7589"/>
                  </a:lnTo>
                  <a:cubicBezTo>
                    <a:pt x="94" y="7648"/>
                    <a:pt x="145" y="7707"/>
                    <a:pt x="162" y="7766"/>
                  </a:cubicBezTo>
                  <a:cubicBezTo>
                    <a:pt x="149" y="7742"/>
                    <a:pt x="139" y="7729"/>
                    <a:pt x="133" y="7729"/>
                  </a:cubicBezTo>
                  <a:cubicBezTo>
                    <a:pt x="126" y="7729"/>
                    <a:pt x="123" y="7744"/>
                    <a:pt x="128" y="7775"/>
                  </a:cubicBezTo>
                  <a:lnTo>
                    <a:pt x="153" y="7800"/>
                  </a:lnTo>
                  <a:cubicBezTo>
                    <a:pt x="162" y="7825"/>
                    <a:pt x="178" y="7902"/>
                    <a:pt x="187" y="7902"/>
                  </a:cubicBezTo>
                  <a:cubicBezTo>
                    <a:pt x="195" y="7902"/>
                    <a:pt x="195" y="7885"/>
                    <a:pt x="187" y="7851"/>
                  </a:cubicBezTo>
                  <a:lnTo>
                    <a:pt x="187" y="7851"/>
                  </a:lnTo>
                  <a:cubicBezTo>
                    <a:pt x="221" y="7885"/>
                    <a:pt x="255" y="7952"/>
                    <a:pt x="305" y="8012"/>
                  </a:cubicBezTo>
                  <a:cubicBezTo>
                    <a:pt x="365" y="8088"/>
                    <a:pt x="424" y="8147"/>
                    <a:pt x="500" y="8206"/>
                  </a:cubicBezTo>
                  <a:cubicBezTo>
                    <a:pt x="497" y="8209"/>
                    <a:pt x="492" y="8211"/>
                    <a:pt x="487" y="8211"/>
                  </a:cubicBezTo>
                  <a:cubicBezTo>
                    <a:pt x="462" y="8211"/>
                    <a:pt x="416" y="8183"/>
                    <a:pt x="381" y="8155"/>
                  </a:cubicBezTo>
                  <a:cubicBezTo>
                    <a:pt x="363" y="8137"/>
                    <a:pt x="347" y="8121"/>
                    <a:pt x="343" y="8121"/>
                  </a:cubicBezTo>
                  <a:cubicBezTo>
                    <a:pt x="340" y="8121"/>
                    <a:pt x="345" y="8133"/>
                    <a:pt x="365" y="8164"/>
                  </a:cubicBezTo>
                  <a:cubicBezTo>
                    <a:pt x="424" y="8215"/>
                    <a:pt x="508" y="8223"/>
                    <a:pt x="610" y="8299"/>
                  </a:cubicBezTo>
                  <a:cubicBezTo>
                    <a:pt x="605" y="8299"/>
                    <a:pt x="601" y="8298"/>
                    <a:pt x="598" y="8298"/>
                  </a:cubicBezTo>
                  <a:cubicBezTo>
                    <a:pt x="559" y="8298"/>
                    <a:pt x="660" y="8343"/>
                    <a:pt x="652" y="8358"/>
                  </a:cubicBezTo>
                  <a:lnTo>
                    <a:pt x="838" y="8358"/>
                  </a:lnTo>
                  <a:cubicBezTo>
                    <a:pt x="883" y="8368"/>
                    <a:pt x="928" y="8372"/>
                    <a:pt x="974" y="8372"/>
                  </a:cubicBezTo>
                  <a:cubicBezTo>
                    <a:pt x="1007" y="8372"/>
                    <a:pt x="1040" y="8370"/>
                    <a:pt x="1075" y="8367"/>
                  </a:cubicBezTo>
                  <a:lnTo>
                    <a:pt x="982" y="8367"/>
                  </a:lnTo>
                  <a:cubicBezTo>
                    <a:pt x="1011" y="8355"/>
                    <a:pt x="1040" y="8351"/>
                    <a:pt x="1068" y="8351"/>
                  </a:cubicBezTo>
                  <a:cubicBezTo>
                    <a:pt x="1115" y="8351"/>
                    <a:pt x="1162" y="8361"/>
                    <a:pt x="1212" y="8361"/>
                  </a:cubicBezTo>
                  <a:cubicBezTo>
                    <a:pt x="1239" y="8361"/>
                    <a:pt x="1266" y="8358"/>
                    <a:pt x="1295" y="8350"/>
                  </a:cubicBezTo>
                  <a:lnTo>
                    <a:pt x="1295" y="8350"/>
                  </a:lnTo>
                  <a:lnTo>
                    <a:pt x="1244" y="8367"/>
                  </a:lnTo>
                  <a:cubicBezTo>
                    <a:pt x="1320" y="8367"/>
                    <a:pt x="1397" y="8350"/>
                    <a:pt x="1464" y="8316"/>
                  </a:cubicBezTo>
                  <a:lnTo>
                    <a:pt x="1464" y="8350"/>
                  </a:lnTo>
                  <a:cubicBezTo>
                    <a:pt x="1473" y="8308"/>
                    <a:pt x="1617" y="8282"/>
                    <a:pt x="1642" y="8265"/>
                  </a:cubicBezTo>
                  <a:lnTo>
                    <a:pt x="1642" y="8265"/>
                  </a:lnTo>
                  <a:cubicBezTo>
                    <a:pt x="1564" y="8285"/>
                    <a:pt x="1521" y="8288"/>
                    <a:pt x="1486" y="8288"/>
                  </a:cubicBezTo>
                  <a:cubicBezTo>
                    <a:pt x="1468" y="8288"/>
                    <a:pt x="1452" y="8287"/>
                    <a:pt x="1434" y="8287"/>
                  </a:cubicBezTo>
                  <a:cubicBezTo>
                    <a:pt x="1396" y="8287"/>
                    <a:pt x="1350" y="8291"/>
                    <a:pt x="1261" y="8316"/>
                  </a:cubicBezTo>
                  <a:cubicBezTo>
                    <a:pt x="1337" y="8274"/>
                    <a:pt x="1388" y="8257"/>
                    <a:pt x="1464" y="8206"/>
                  </a:cubicBezTo>
                  <a:cubicBezTo>
                    <a:pt x="1498" y="8206"/>
                    <a:pt x="1515" y="8215"/>
                    <a:pt x="1515" y="8223"/>
                  </a:cubicBezTo>
                  <a:cubicBezTo>
                    <a:pt x="1540" y="8198"/>
                    <a:pt x="1540" y="8172"/>
                    <a:pt x="1591" y="8155"/>
                  </a:cubicBezTo>
                  <a:lnTo>
                    <a:pt x="1608" y="8172"/>
                  </a:lnTo>
                  <a:cubicBezTo>
                    <a:pt x="1743" y="8164"/>
                    <a:pt x="1718" y="8088"/>
                    <a:pt x="1853" y="8079"/>
                  </a:cubicBezTo>
                  <a:lnTo>
                    <a:pt x="1853" y="8079"/>
                  </a:lnTo>
                  <a:cubicBezTo>
                    <a:pt x="1879" y="8113"/>
                    <a:pt x="1743" y="8147"/>
                    <a:pt x="1667" y="8181"/>
                  </a:cubicBezTo>
                  <a:cubicBezTo>
                    <a:pt x="1735" y="8206"/>
                    <a:pt x="1540" y="8215"/>
                    <a:pt x="1625" y="8248"/>
                  </a:cubicBezTo>
                  <a:lnTo>
                    <a:pt x="1659" y="8223"/>
                  </a:lnTo>
                  <a:cubicBezTo>
                    <a:pt x="1665" y="8222"/>
                    <a:pt x="1670" y="8221"/>
                    <a:pt x="1674" y="8221"/>
                  </a:cubicBezTo>
                  <a:cubicBezTo>
                    <a:pt x="1691" y="8221"/>
                    <a:pt x="1692" y="8230"/>
                    <a:pt x="1683" y="8236"/>
                  </a:cubicBezTo>
                  <a:lnTo>
                    <a:pt x="1683" y="8236"/>
                  </a:lnTo>
                  <a:cubicBezTo>
                    <a:pt x="1723" y="8226"/>
                    <a:pt x="1711" y="8237"/>
                    <a:pt x="1727" y="8215"/>
                  </a:cubicBezTo>
                  <a:cubicBezTo>
                    <a:pt x="1762" y="8209"/>
                    <a:pt x="1786" y="8207"/>
                    <a:pt x="1801" y="8207"/>
                  </a:cubicBezTo>
                  <a:cubicBezTo>
                    <a:pt x="1867" y="8207"/>
                    <a:pt x="1778" y="8251"/>
                    <a:pt x="1875" y="8251"/>
                  </a:cubicBezTo>
                  <a:cubicBezTo>
                    <a:pt x="1887" y="8251"/>
                    <a:pt x="1902" y="8250"/>
                    <a:pt x="1921" y="8248"/>
                  </a:cubicBezTo>
                  <a:lnTo>
                    <a:pt x="1921" y="8248"/>
                  </a:lnTo>
                  <a:cubicBezTo>
                    <a:pt x="1896" y="8265"/>
                    <a:pt x="1845" y="8265"/>
                    <a:pt x="1853" y="8291"/>
                  </a:cubicBezTo>
                  <a:lnTo>
                    <a:pt x="1752" y="8299"/>
                  </a:lnTo>
                  <a:lnTo>
                    <a:pt x="1752" y="8325"/>
                  </a:lnTo>
                  <a:cubicBezTo>
                    <a:pt x="1853" y="8316"/>
                    <a:pt x="1946" y="8274"/>
                    <a:pt x="2014" y="8198"/>
                  </a:cubicBezTo>
                  <a:lnTo>
                    <a:pt x="2014" y="8198"/>
                  </a:lnTo>
                  <a:cubicBezTo>
                    <a:pt x="1985" y="8210"/>
                    <a:pt x="1969" y="8215"/>
                    <a:pt x="1960" y="8215"/>
                  </a:cubicBezTo>
                  <a:cubicBezTo>
                    <a:pt x="1936" y="8215"/>
                    <a:pt x="1980" y="8172"/>
                    <a:pt x="1930" y="8172"/>
                  </a:cubicBezTo>
                  <a:cubicBezTo>
                    <a:pt x="1939" y="8162"/>
                    <a:pt x="1952" y="8158"/>
                    <a:pt x="1966" y="8158"/>
                  </a:cubicBezTo>
                  <a:cubicBezTo>
                    <a:pt x="1976" y="8158"/>
                    <a:pt x="1987" y="8160"/>
                    <a:pt x="1997" y="8164"/>
                  </a:cubicBezTo>
                  <a:cubicBezTo>
                    <a:pt x="1997" y="8156"/>
                    <a:pt x="2057" y="8141"/>
                    <a:pt x="2050" y="8125"/>
                  </a:cubicBezTo>
                  <a:lnTo>
                    <a:pt x="2050" y="8125"/>
                  </a:lnTo>
                  <a:cubicBezTo>
                    <a:pt x="2099" y="8188"/>
                    <a:pt x="2360" y="8148"/>
                    <a:pt x="2310" y="8223"/>
                  </a:cubicBezTo>
                  <a:cubicBezTo>
                    <a:pt x="2471" y="8198"/>
                    <a:pt x="2632" y="8164"/>
                    <a:pt x="2784" y="8113"/>
                  </a:cubicBezTo>
                  <a:lnTo>
                    <a:pt x="2784" y="8113"/>
                  </a:lnTo>
                  <a:lnTo>
                    <a:pt x="2742" y="8138"/>
                  </a:lnTo>
                  <a:cubicBezTo>
                    <a:pt x="2768" y="8143"/>
                    <a:pt x="2789" y="8145"/>
                    <a:pt x="2807" y="8145"/>
                  </a:cubicBezTo>
                  <a:cubicBezTo>
                    <a:pt x="2919" y="8145"/>
                    <a:pt x="2900" y="8066"/>
                    <a:pt x="2987" y="8037"/>
                  </a:cubicBezTo>
                  <a:lnTo>
                    <a:pt x="2987" y="8037"/>
                  </a:lnTo>
                  <a:cubicBezTo>
                    <a:pt x="2946" y="8055"/>
                    <a:pt x="2957" y="8059"/>
                    <a:pt x="2985" y="8059"/>
                  </a:cubicBezTo>
                  <a:cubicBezTo>
                    <a:pt x="3006" y="8059"/>
                    <a:pt x="3037" y="8057"/>
                    <a:pt x="3063" y="8057"/>
                  </a:cubicBezTo>
                  <a:cubicBezTo>
                    <a:pt x="3081" y="8057"/>
                    <a:pt x="3097" y="8058"/>
                    <a:pt x="3105" y="8062"/>
                  </a:cubicBezTo>
                  <a:cubicBezTo>
                    <a:pt x="3182" y="8012"/>
                    <a:pt x="3266" y="7978"/>
                    <a:pt x="3351" y="7952"/>
                  </a:cubicBezTo>
                  <a:cubicBezTo>
                    <a:pt x="3374" y="7975"/>
                    <a:pt x="3390" y="8013"/>
                    <a:pt x="3444" y="8013"/>
                  </a:cubicBezTo>
                  <a:cubicBezTo>
                    <a:pt x="3449" y="8013"/>
                    <a:pt x="3455" y="8012"/>
                    <a:pt x="3461" y="8012"/>
                  </a:cubicBezTo>
                  <a:lnTo>
                    <a:pt x="3503" y="7978"/>
                  </a:lnTo>
                  <a:cubicBezTo>
                    <a:pt x="3571" y="7952"/>
                    <a:pt x="3647" y="7935"/>
                    <a:pt x="3715" y="7927"/>
                  </a:cubicBezTo>
                  <a:lnTo>
                    <a:pt x="3706" y="7927"/>
                  </a:lnTo>
                  <a:cubicBezTo>
                    <a:pt x="3783" y="7927"/>
                    <a:pt x="3783" y="7892"/>
                    <a:pt x="3738" y="7892"/>
                  </a:cubicBezTo>
                  <a:cubicBezTo>
                    <a:pt x="3733" y="7892"/>
                    <a:pt x="3728" y="7892"/>
                    <a:pt x="3723" y="7893"/>
                  </a:cubicBezTo>
                  <a:lnTo>
                    <a:pt x="3799" y="7859"/>
                  </a:lnTo>
                  <a:lnTo>
                    <a:pt x="3799" y="7868"/>
                  </a:lnTo>
                  <a:cubicBezTo>
                    <a:pt x="3901" y="7809"/>
                    <a:pt x="4011" y="7766"/>
                    <a:pt x="4129" y="7724"/>
                  </a:cubicBezTo>
                  <a:lnTo>
                    <a:pt x="4129" y="7724"/>
                  </a:lnTo>
                  <a:cubicBezTo>
                    <a:pt x="4095" y="7758"/>
                    <a:pt x="4264" y="7749"/>
                    <a:pt x="4121" y="7783"/>
                  </a:cubicBezTo>
                  <a:cubicBezTo>
                    <a:pt x="4154" y="7766"/>
                    <a:pt x="4095" y="7766"/>
                    <a:pt x="4078" y="7758"/>
                  </a:cubicBezTo>
                  <a:cubicBezTo>
                    <a:pt x="4036" y="7766"/>
                    <a:pt x="4002" y="7783"/>
                    <a:pt x="3968" y="7809"/>
                  </a:cubicBezTo>
                  <a:cubicBezTo>
                    <a:pt x="3985" y="7817"/>
                    <a:pt x="3977" y="7859"/>
                    <a:pt x="3960" y="7885"/>
                  </a:cubicBezTo>
                  <a:cubicBezTo>
                    <a:pt x="4053" y="7825"/>
                    <a:pt x="4349" y="7792"/>
                    <a:pt x="4349" y="7715"/>
                  </a:cubicBezTo>
                  <a:cubicBezTo>
                    <a:pt x="4476" y="7690"/>
                    <a:pt x="4637" y="7631"/>
                    <a:pt x="4780" y="7614"/>
                  </a:cubicBezTo>
                  <a:cubicBezTo>
                    <a:pt x="4780" y="7614"/>
                    <a:pt x="4763" y="7605"/>
                    <a:pt x="4763" y="7597"/>
                  </a:cubicBezTo>
                  <a:lnTo>
                    <a:pt x="4899" y="7597"/>
                  </a:lnTo>
                  <a:lnTo>
                    <a:pt x="4873" y="7614"/>
                  </a:lnTo>
                  <a:lnTo>
                    <a:pt x="4958" y="7614"/>
                  </a:lnTo>
                  <a:cubicBezTo>
                    <a:pt x="4966" y="7622"/>
                    <a:pt x="4924" y="7648"/>
                    <a:pt x="4907" y="7656"/>
                  </a:cubicBezTo>
                  <a:cubicBezTo>
                    <a:pt x="4902" y="7659"/>
                    <a:pt x="4897" y="7660"/>
                    <a:pt x="4892" y="7660"/>
                  </a:cubicBezTo>
                  <a:cubicBezTo>
                    <a:pt x="4883" y="7660"/>
                    <a:pt x="4877" y="7657"/>
                    <a:pt x="4881" y="7653"/>
                  </a:cubicBezTo>
                  <a:lnTo>
                    <a:pt x="4881" y="7653"/>
                  </a:lnTo>
                  <a:cubicBezTo>
                    <a:pt x="4861" y="7663"/>
                    <a:pt x="4863" y="7666"/>
                    <a:pt x="4872" y="7666"/>
                  </a:cubicBezTo>
                  <a:cubicBezTo>
                    <a:pt x="4881" y="7666"/>
                    <a:pt x="4899" y="7663"/>
                    <a:pt x="4911" y="7663"/>
                  </a:cubicBezTo>
                  <a:cubicBezTo>
                    <a:pt x="4925" y="7663"/>
                    <a:pt x="4933" y="7667"/>
                    <a:pt x="4916" y="7682"/>
                  </a:cubicBezTo>
                  <a:cubicBezTo>
                    <a:pt x="4890" y="7682"/>
                    <a:pt x="4865" y="7690"/>
                    <a:pt x="4848" y="7699"/>
                  </a:cubicBezTo>
                  <a:cubicBezTo>
                    <a:pt x="4932" y="7692"/>
                    <a:pt x="4970" y="7650"/>
                    <a:pt x="5023" y="7650"/>
                  </a:cubicBezTo>
                  <a:cubicBezTo>
                    <a:pt x="5034" y="7650"/>
                    <a:pt x="5046" y="7652"/>
                    <a:pt x="5060" y="7656"/>
                  </a:cubicBezTo>
                  <a:cubicBezTo>
                    <a:pt x="5119" y="7605"/>
                    <a:pt x="5203" y="7572"/>
                    <a:pt x="5288" y="7572"/>
                  </a:cubicBezTo>
                  <a:cubicBezTo>
                    <a:pt x="5282" y="7576"/>
                    <a:pt x="5281" y="7578"/>
                    <a:pt x="5284" y="7578"/>
                  </a:cubicBezTo>
                  <a:cubicBezTo>
                    <a:pt x="5292" y="7578"/>
                    <a:pt x="5328" y="7564"/>
                    <a:pt x="5345" y="7564"/>
                  </a:cubicBezTo>
                  <a:cubicBezTo>
                    <a:pt x="5354" y="7564"/>
                    <a:pt x="5357" y="7568"/>
                    <a:pt x="5347" y="7580"/>
                  </a:cubicBezTo>
                  <a:cubicBezTo>
                    <a:pt x="5381" y="7555"/>
                    <a:pt x="5466" y="7555"/>
                    <a:pt x="5474" y="7529"/>
                  </a:cubicBezTo>
                  <a:lnTo>
                    <a:pt x="5474" y="7529"/>
                  </a:lnTo>
                  <a:cubicBezTo>
                    <a:pt x="5449" y="7546"/>
                    <a:pt x="5423" y="7555"/>
                    <a:pt x="5389" y="7555"/>
                  </a:cubicBezTo>
                  <a:cubicBezTo>
                    <a:pt x="5423" y="7538"/>
                    <a:pt x="5423" y="7512"/>
                    <a:pt x="5474" y="7504"/>
                  </a:cubicBezTo>
                  <a:lnTo>
                    <a:pt x="5474" y="7512"/>
                  </a:lnTo>
                  <a:cubicBezTo>
                    <a:pt x="5525" y="7479"/>
                    <a:pt x="5474" y="7445"/>
                    <a:pt x="5576" y="7411"/>
                  </a:cubicBezTo>
                  <a:cubicBezTo>
                    <a:pt x="5630" y="7394"/>
                    <a:pt x="5662" y="7387"/>
                    <a:pt x="5678" y="7387"/>
                  </a:cubicBezTo>
                  <a:cubicBezTo>
                    <a:pt x="5744" y="7387"/>
                    <a:pt x="5567" y="7496"/>
                    <a:pt x="5601" y="7496"/>
                  </a:cubicBezTo>
                  <a:cubicBezTo>
                    <a:pt x="5652" y="7462"/>
                    <a:pt x="5719" y="7436"/>
                    <a:pt x="5779" y="7436"/>
                  </a:cubicBezTo>
                  <a:lnTo>
                    <a:pt x="5770" y="7445"/>
                  </a:lnTo>
                  <a:cubicBezTo>
                    <a:pt x="5796" y="7428"/>
                    <a:pt x="5829" y="7411"/>
                    <a:pt x="5872" y="7411"/>
                  </a:cubicBezTo>
                  <a:cubicBezTo>
                    <a:pt x="5880" y="7386"/>
                    <a:pt x="5897" y="7352"/>
                    <a:pt x="5914" y="7326"/>
                  </a:cubicBezTo>
                  <a:lnTo>
                    <a:pt x="6041" y="7284"/>
                  </a:lnTo>
                  <a:lnTo>
                    <a:pt x="6041" y="7284"/>
                  </a:lnTo>
                  <a:lnTo>
                    <a:pt x="6015" y="7309"/>
                  </a:lnTo>
                  <a:cubicBezTo>
                    <a:pt x="6041" y="7293"/>
                    <a:pt x="6066" y="7284"/>
                    <a:pt x="6092" y="7276"/>
                  </a:cubicBezTo>
                  <a:lnTo>
                    <a:pt x="6092" y="7276"/>
                  </a:lnTo>
                  <a:cubicBezTo>
                    <a:pt x="6109" y="7293"/>
                    <a:pt x="6066" y="7301"/>
                    <a:pt x="6032" y="7318"/>
                  </a:cubicBezTo>
                  <a:cubicBezTo>
                    <a:pt x="6039" y="7320"/>
                    <a:pt x="6046" y="7321"/>
                    <a:pt x="6053" y="7321"/>
                  </a:cubicBezTo>
                  <a:cubicBezTo>
                    <a:pt x="6074" y="7321"/>
                    <a:pt x="6096" y="7312"/>
                    <a:pt x="6109" y="7293"/>
                  </a:cubicBezTo>
                  <a:lnTo>
                    <a:pt x="6092" y="7293"/>
                  </a:lnTo>
                  <a:cubicBezTo>
                    <a:pt x="6113" y="7278"/>
                    <a:pt x="6195" y="7228"/>
                    <a:pt x="6164" y="7228"/>
                  </a:cubicBezTo>
                  <a:cubicBezTo>
                    <a:pt x="6158" y="7228"/>
                    <a:pt x="6148" y="7229"/>
                    <a:pt x="6134" y="7233"/>
                  </a:cubicBezTo>
                  <a:cubicBezTo>
                    <a:pt x="6163" y="7212"/>
                    <a:pt x="6187" y="7210"/>
                    <a:pt x="6208" y="7210"/>
                  </a:cubicBezTo>
                  <a:cubicBezTo>
                    <a:pt x="6213" y="7210"/>
                    <a:pt x="6218" y="7210"/>
                    <a:pt x="6223" y="7210"/>
                  </a:cubicBezTo>
                  <a:cubicBezTo>
                    <a:pt x="6239" y="7210"/>
                    <a:pt x="6253" y="7209"/>
                    <a:pt x="6269" y="7199"/>
                  </a:cubicBezTo>
                  <a:lnTo>
                    <a:pt x="6269" y="7199"/>
                  </a:lnTo>
                  <a:cubicBezTo>
                    <a:pt x="6286" y="7216"/>
                    <a:pt x="6244" y="7242"/>
                    <a:pt x="6269" y="7242"/>
                  </a:cubicBezTo>
                  <a:cubicBezTo>
                    <a:pt x="6303" y="7233"/>
                    <a:pt x="6345" y="7216"/>
                    <a:pt x="6379" y="7199"/>
                  </a:cubicBezTo>
                  <a:lnTo>
                    <a:pt x="6379" y="7199"/>
                  </a:lnTo>
                  <a:cubicBezTo>
                    <a:pt x="6373" y="7201"/>
                    <a:pt x="6369" y="7201"/>
                    <a:pt x="6365" y="7201"/>
                  </a:cubicBezTo>
                  <a:cubicBezTo>
                    <a:pt x="6350" y="7201"/>
                    <a:pt x="6364" y="7189"/>
                    <a:pt x="6340" y="7189"/>
                  </a:cubicBezTo>
                  <a:cubicBezTo>
                    <a:pt x="6335" y="7189"/>
                    <a:pt x="6329" y="7190"/>
                    <a:pt x="6320" y="7191"/>
                  </a:cubicBezTo>
                  <a:cubicBezTo>
                    <a:pt x="6345" y="7174"/>
                    <a:pt x="6396" y="7157"/>
                    <a:pt x="6396" y="7149"/>
                  </a:cubicBezTo>
                  <a:lnTo>
                    <a:pt x="6396" y="7149"/>
                  </a:lnTo>
                  <a:cubicBezTo>
                    <a:pt x="6371" y="7166"/>
                    <a:pt x="6354" y="7166"/>
                    <a:pt x="6328" y="7166"/>
                  </a:cubicBezTo>
                  <a:cubicBezTo>
                    <a:pt x="6388" y="7140"/>
                    <a:pt x="6455" y="7123"/>
                    <a:pt x="6515" y="7115"/>
                  </a:cubicBezTo>
                  <a:lnTo>
                    <a:pt x="6515" y="7115"/>
                  </a:lnTo>
                  <a:cubicBezTo>
                    <a:pt x="6515" y="7123"/>
                    <a:pt x="6515" y="7123"/>
                    <a:pt x="6506" y="7132"/>
                  </a:cubicBezTo>
                  <a:cubicBezTo>
                    <a:pt x="6574" y="7073"/>
                    <a:pt x="6701" y="7047"/>
                    <a:pt x="6743" y="6996"/>
                  </a:cubicBezTo>
                  <a:lnTo>
                    <a:pt x="6718" y="6996"/>
                  </a:lnTo>
                  <a:cubicBezTo>
                    <a:pt x="6701" y="7013"/>
                    <a:pt x="6675" y="7022"/>
                    <a:pt x="6641" y="7022"/>
                  </a:cubicBezTo>
                  <a:cubicBezTo>
                    <a:pt x="6701" y="6988"/>
                    <a:pt x="6591" y="7005"/>
                    <a:pt x="6650" y="6971"/>
                  </a:cubicBezTo>
                  <a:cubicBezTo>
                    <a:pt x="6735" y="6929"/>
                    <a:pt x="6828" y="6937"/>
                    <a:pt x="6861" y="6886"/>
                  </a:cubicBezTo>
                  <a:lnTo>
                    <a:pt x="6861" y="6886"/>
                  </a:lnTo>
                  <a:cubicBezTo>
                    <a:pt x="6785" y="6895"/>
                    <a:pt x="6701" y="6920"/>
                    <a:pt x="6633" y="6954"/>
                  </a:cubicBezTo>
                  <a:lnTo>
                    <a:pt x="6684" y="6937"/>
                  </a:lnTo>
                  <a:lnTo>
                    <a:pt x="6582" y="7022"/>
                  </a:lnTo>
                  <a:cubicBezTo>
                    <a:pt x="6581" y="7020"/>
                    <a:pt x="6579" y="7019"/>
                    <a:pt x="6575" y="7019"/>
                  </a:cubicBezTo>
                  <a:cubicBezTo>
                    <a:pt x="6555" y="7019"/>
                    <a:pt x="6501" y="7045"/>
                    <a:pt x="6476" y="7045"/>
                  </a:cubicBezTo>
                  <a:cubicBezTo>
                    <a:pt x="6470" y="7045"/>
                    <a:pt x="6465" y="7043"/>
                    <a:pt x="6464" y="7039"/>
                  </a:cubicBezTo>
                  <a:cubicBezTo>
                    <a:pt x="6506" y="7022"/>
                    <a:pt x="6548" y="7005"/>
                    <a:pt x="6582" y="6996"/>
                  </a:cubicBezTo>
                  <a:lnTo>
                    <a:pt x="6582" y="6996"/>
                  </a:lnTo>
                  <a:cubicBezTo>
                    <a:pt x="6523" y="7005"/>
                    <a:pt x="6472" y="7013"/>
                    <a:pt x="6422" y="7030"/>
                  </a:cubicBezTo>
                  <a:lnTo>
                    <a:pt x="6481" y="7022"/>
                  </a:lnTo>
                  <a:lnTo>
                    <a:pt x="6481" y="7022"/>
                  </a:lnTo>
                  <a:cubicBezTo>
                    <a:pt x="6388" y="7081"/>
                    <a:pt x="6252" y="7106"/>
                    <a:pt x="6159" y="7157"/>
                  </a:cubicBezTo>
                  <a:cubicBezTo>
                    <a:pt x="6186" y="7142"/>
                    <a:pt x="6181" y="7139"/>
                    <a:pt x="6167" y="7139"/>
                  </a:cubicBezTo>
                  <a:cubicBezTo>
                    <a:pt x="6155" y="7139"/>
                    <a:pt x="6135" y="7142"/>
                    <a:pt x="6121" y="7142"/>
                  </a:cubicBezTo>
                  <a:cubicBezTo>
                    <a:pt x="6104" y="7142"/>
                    <a:pt x="6096" y="7138"/>
                    <a:pt x="6117" y="7123"/>
                  </a:cubicBezTo>
                  <a:cubicBezTo>
                    <a:pt x="6125" y="7115"/>
                    <a:pt x="6142" y="7113"/>
                    <a:pt x="6155" y="7113"/>
                  </a:cubicBezTo>
                  <a:cubicBezTo>
                    <a:pt x="6160" y="7113"/>
                    <a:pt x="6165" y="7113"/>
                    <a:pt x="6168" y="7114"/>
                  </a:cubicBezTo>
                  <a:lnTo>
                    <a:pt x="6168" y="7114"/>
                  </a:lnTo>
                  <a:cubicBezTo>
                    <a:pt x="6167" y="7105"/>
                    <a:pt x="6162" y="7102"/>
                    <a:pt x="6155" y="7102"/>
                  </a:cubicBezTo>
                  <a:cubicBezTo>
                    <a:pt x="6138" y="7102"/>
                    <a:pt x="6110" y="7116"/>
                    <a:pt x="6091" y="7116"/>
                  </a:cubicBezTo>
                  <a:cubicBezTo>
                    <a:pt x="6088" y="7116"/>
                    <a:pt x="6086" y="7116"/>
                    <a:pt x="6083" y="7115"/>
                  </a:cubicBezTo>
                  <a:cubicBezTo>
                    <a:pt x="6075" y="7132"/>
                    <a:pt x="5982" y="7166"/>
                    <a:pt x="6041" y="7166"/>
                  </a:cubicBezTo>
                  <a:cubicBezTo>
                    <a:pt x="6007" y="7166"/>
                    <a:pt x="5939" y="7208"/>
                    <a:pt x="5897" y="7208"/>
                  </a:cubicBezTo>
                  <a:cubicBezTo>
                    <a:pt x="5905" y="7233"/>
                    <a:pt x="5812" y="7250"/>
                    <a:pt x="5804" y="7267"/>
                  </a:cubicBezTo>
                  <a:cubicBezTo>
                    <a:pt x="5796" y="7271"/>
                    <a:pt x="5787" y="7273"/>
                    <a:pt x="5779" y="7273"/>
                  </a:cubicBezTo>
                  <a:cubicBezTo>
                    <a:pt x="5770" y="7273"/>
                    <a:pt x="5762" y="7271"/>
                    <a:pt x="5753" y="7267"/>
                  </a:cubicBezTo>
                  <a:lnTo>
                    <a:pt x="5880" y="7191"/>
                  </a:lnTo>
                  <a:cubicBezTo>
                    <a:pt x="5905" y="7191"/>
                    <a:pt x="5948" y="7174"/>
                    <a:pt x="5931" y="7174"/>
                  </a:cubicBezTo>
                  <a:lnTo>
                    <a:pt x="5931" y="7166"/>
                  </a:lnTo>
                  <a:lnTo>
                    <a:pt x="6176" y="7022"/>
                  </a:lnTo>
                  <a:lnTo>
                    <a:pt x="6151" y="7047"/>
                  </a:lnTo>
                  <a:cubicBezTo>
                    <a:pt x="6218" y="6988"/>
                    <a:pt x="6312" y="7005"/>
                    <a:pt x="6379" y="6954"/>
                  </a:cubicBezTo>
                  <a:lnTo>
                    <a:pt x="6379" y="6954"/>
                  </a:lnTo>
                  <a:cubicBezTo>
                    <a:pt x="6371" y="6963"/>
                    <a:pt x="6362" y="6963"/>
                    <a:pt x="6379" y="6963"/>
                  </a:cubicBezTo>
                  <a:cubicBezTo>
                    <a:pt x="6453" y="6946"/>
                    <a:pt x="6485" y="6910"/>
                    <a:pt x="6523" y="6888"/>
                  </a:cubicBezTo>
                  <a:lnTo>
                    <a:pt x="6523" y="6888"/>
                  </a:lnTo>
                  <a:cubicBezTo>
                    <a:pt x="6512" y="6891"/>
                    <a:pt x="6501" y="6893"/>
                    <a:pt x="6489" y="6895"/>
                  </a:cubicBezTo>
                  <a:cubicBezTo>
                    <a:pt x="6523" y="6870"/>
                    <a:pt x="6557" y="6844"/>
                    <a:pt x="6599" y="6836"/>
                  </a:cubicBezTo>
                  <a:lnTo>
                    <a:pt x="6599" y="6802"/>
                  </a:lnTo>
                  <a:cubicBezTo>
                    <a:pt x="6633" y="6760"/>
                    <a:pt x="6701" y="6785"/>
                    <a:pt x="6743" y="6743"/>
                  </a:cubicBezTo>
                  <a:lnTo>
                    <a:pt x="6684" y="6743"/>
                  </a:lnTo>
                  <a:cubicBezTo>
                    <a:pt x="6667" y="6751"/>
                    <a:pt x="6650" y="6760"/>
                    <a:pt x="6633" y="6768"/>
                  </a:cubicBezTo>
                  <a:cubicBezTo>
                    <a:pt x="6610" y="6786"/>
                    <a:pt x="6583" y="6795"/>
                    <a:pt x="6554" y="6795"/>
                  </a:cubicBezTo>
                  <a:cubicBezTo>
                    <a:pt x="6530" y="6795"/>
                    <a:pt x="6504" y="6788"/>
                    <a:pt x="6481" y="6776"/>
                  </a:cubicBezTo>
                  <a:cubicBezTo>
                    <a:pt x="6477" y="6777"/>
                    <a:pt x="6474" y="6778"/>
                    <a:pt x="6472" y="6778"/>
                  </a:cubicBezTo>
                  <a:cubicBezTo>
                    <a:pt x="6447" y="6778"/>
                    <a:pt x="6488" y="6741"/>
                    <a:pt x="6481" y="6726"/>
                  </a:cubicBezTo>
                  <a:lnTo>
                    <a:pt x="6481" y="6726"/>
                  </a:lnTo>
                  <a:cubicBezTo>
                    <a:pt x="6413" y="6751"/>
                    <a:pt x="6430" y="6785"/>
                    <a:pt x="6362" y="6810"/>
                  </a:cubicBezTo>
                  <a:cubicBezTo>
                    <a:pt x="6353" y="6810"/>
                    <a:pt x="6351" y="6805"/>
                    <a:pt x="6353" y="6801"/>
                  </a:cubicBezTo>
                  <a:lnTo>
                    <a:pt x="6353" y="6801"/>
                  </a:lnTo>
                  <a:lnTo>
                    <a:pt x="6320" y="6827"/>
                  </a:lnTo>
                  <a:cubicBezTo>
                    <a:pt x="6319" y="6826"/>
                    <a:pt x="6314" y="6825"/>
                    <a:pt x="6309" y="6825"/>
                  </a:cubicBezTo>
                  <a:cubicBezTo>
                    <a:pt x="6297" y="6825"/>
                    <a:pt x="6279" y="6827"/>
                    <a:pt x="6265" y="6827"/>
                  </a:cubicBezTo>
                  <a:cubicBezTo>
                    <a:pt x="6244" y="6827"/>
                    <a:pt x="6231" y="6823"/>
                    <a:pt x="6261" y="6802"/>
                  </a:cubicBezTo>
                  <a:lnTo>
                    <a:pt x="6303" y="6793"/>
                  </a:lnTo>
                  <a:cubicBezTo>
                    <a:pt x="6235" y="6793"/>
                    <a:pt x="6138" y="6808"/>
                    <a:pt x="6080" y="6808"/>
                  </a:cubicBezTo>
                  <a:cubicBezTo>
                    <a:pt x="6051" y="6808"/>
                    <a:pt x="6032" y="6805"/>
                    <a:pt x="6032" y="6793"/>
                  </a:cubicBezTo>
                  <a:cubicBezTo>
                    <a:pt x="5982" y="6802"/>
                    <a:pt x="5999" y="6810"/>
                    <a:pt x="5914" y="6827"/>
                  </a:cubicBezTo>
                  <a:cubicBezTo>
                    <a:pt x="5889" y="6861"/>
                    <a:pt x="5931" y="6870"/>
                    <a:pt x="5846" y="6912"/>
                  </a:cubicBezTo>
                  <a:lnTo>
                    <a:pt x="5922" y="6903"/>
                  </a:lnTo>
                  <a:cubicBezTo>
                    <a:pt x="5939" y="6895"/>
                    <a:pt x="5948" y="6886"/>
                    <a:pt x="5956" y="6878"/>
                  </a:cubicBezTo>
                  <a:lnTo>
                    <a:pt x="5956" y="6878"/>
                  </a:lnTo>
                  <a:lnTo>
                    <a:pt x="5889" y="6895"/>
                  </a:lnTo>
                  <a:cubicBezTo>
                    <a:pt x="5931" y="6878"/>
                    <a:pt x="5922" y="6870"/>
                    <a:pt x="5931" y="6844"/>
                  </a:cubicBezTo>
                  <a:cubicBezTo>
                    <a:pt x="5980" y="6832"/>
                    <a:pt x="6030" y="6824"/>
                    <a:pt x="6083" y="6824"/>
                  </a:cubicBezTo>
                  <a:cubicBezTo>
                    <a:pt x="6102" y="6824"/>
                    <a:pt x="6122" y="6825"/>
                    <a:pt x="6142" y="6827"/>
                  </a:cubicBezTo>
                  <a:cubicBezTo>
                    <a:pt x="6109" y="6853"/>
                    <a:pt x="6049" y="6870"/>
                    <a:pt x="6075" y="6886"/>
                  </a:cubicBezTo>
                  <a:cubicBezTo>
                    <a:pt x="6070" y="6886"/>
                    <a:pt x="6066" y="6886"/>
                    <a:pt x="6062" y="6886"/>
                  </a:cubicBezTo>
                  <a:cubicBezTo>
                    <a:pt x="6016" y="6886"/>
                    <a:pt x="6019" y="6929"/>
                    <a:pt x="5956" y="6929"/>
                  </a:cubicBezTo>
                  <a:lnTo>
                    <a:pt x="5965" y="6912"/>
                  </a:lnTo>
                  <a:lnTo>
                    <a:pt x="5965" y="6912"/>
                  </a:lnTo>
                  <a:cubicBezTo>
                    <a:pt x="5914" y="6954"/>
                    <a:pt x="5905" y="6929"/>
                    <a:pt x="5863" y="6954"/>
                  </a:cubicBezTo>
                  <a:cubicBezTo>
                    <a:pt x="5863" y="6946"/>
                    <a:pt x="5863" y="6946"/>
                    <a:pt x="5855" y="6946"/>
                  </a:cubicBezTo>
                  <a:cubicBezTo>
                    <a:pt x="5762" y="6988"/>
                    <a:pt x="5889" y="6954"/>
                    <a:pt x="5796" y="7005"/>
                  </a:cubicBezTo>
                  <a:cubicBezTo>
                    <a:pt x="5781" y="7009"/>
                    <a:pt x="5770" y="7011"/>
                    <a:pt x="5762" y="7011"/>
                  </a:cubicBezTo>
                  <a:cubicBezTo>
                    <a:pt x="5726" y="7011"/>
                    <a:pt x="5757" y="6971"/>
                    <a:pt x="5736" y="6971"/>
                  </a:cubicBezTo>
                  <a:cubicBezTo>
                    <a:pt x="5863" y="6895"/>
                    <a:pt x="5719" y="6929"/>
                    <a:pt x="5863" y="6853"/>
                  </a:cubicBezTo>
                  <a:cubicBezTo>
                    <a:pt x="5856" y="6838"/>
                    <a:pt x="5840" y="6831"/>
                    <a:pt x="5819" y="6831"/>
                  </a:cubicBezTo>
                  <a:cubicBezTo>
                    <a:pt x="5791" y="6831"/>
                    <a:pt x="5754" y="6842"/>
                    <a:pt x="5711" y="6861"/>
                  </a:cubicBezTo>
                  <a:cubicBezTo>
                    <a:pt x="5770" y="6861"/>
                    <a:pt x="5694" y="6920"/>
                    <a:pt x="5770" y="6920"/>
                  </a:cubicBezTo>
                  <a:cubicBezTo>
                    <a:pt x="5652" y="6980"/>
                    <a:pt x="5686" y="7047"/>
                    <a:pt x="5533" y="7047"/>
                  </a:cubicBezTo>
                  <a:lnTo>
                    <a:pt x="5533" y="7039"/>
                  </a:lnTo>
                  <a:lnTo>
                    <a:pt x="5491" y="7081"/>
                  </a:lnTo>
                  <a:lnTo>
                    <a:pt x="5406" y="7089"/>
                  </a:lnTo>
                  <a:cubicBezTo>
                    <a:pt x="5440" y="7039"/>
                    <a:pt x="5508" y="7039"/>
                    <a:pt x="5542" y="7013"/>
                  </a:cubicBezTo>
                  <a:cubicBezTo>
                    <a:pt x="5536" y="7013"/>
                    <a:pt x="5531" y="7013"/>
                    <a:pt x="5525" y="7013"/>
                  </a:cubicBezTo>
                  <a:cubicBezTo>
                    <a:pt x="5431" y="7013"/>
                    <a:pt x="5418" y="7082"/>
                    <a:pt x="5313" y="7106"/>
                  </a:cubicBezTo>
                  <a:cubicBezTo>
                    <a:pt x="5212" y="7089"/>
                    <a:pt x="5415" y="7056"/>
                    <a:pt x="5406" y="7022"/>
                  </a:cubicBezTo>
                  <a:lnTo>
                    <a:pt x="5406" y="7022"/>
                  </a:lnTo>
                  <a:cubicBezTo>
                    <a:pt x="5398" y="7026"/>
                    <a:pt x="5379" y="7028"/>
                    <a:pt x="5362" y="7028"/>
                  </a:cubicBezTo>
                  <a:cubicBezTo>
                    <a:pt x="5345" y="7028"/>
                    <a:pt x="5330" y="7026"/>
                    <a:pt x="5330" y="7022"/>
                  </a:cubicBezTo>
                  <a:cubicBezTo>
                    <a:pt x="5432" y="7005"/>
                    <a:pt x="5381" y="6980"/>
                    <a:pt x="5499" y="6971"/>
                  </a:cubicBezTo>
                  <a:lnTo>
                    <a:pt x="5499" y="6971"/>
                  </a:lnTo>
                  <a:cubicBezTo>
                    <a:pt x="5449" y="6996"/>
                    <a:pt x="5508" y="6980"/>
                    <a:pt x="5499" y="6996"/>
                  </a:cubicBezTo>
                  <a:cubicBezTo>
                    <a:pt x="5559" y="6963"/>
                    <a:pt x="5626" y="6937"/>
                    <a:pt x="5694" y="6929"/>
                  </a:cubicBezTo>
                  <a:cubicBezTo>
                    <a:pt x="5697" y="6917"/>
                    <a:pt x="5690" y="6914"/>
                    <a:pt x="5678" y="6914"/>
                  </a:cubicBezTo>
                  <a:cubicBezTo>
                    <a:pt x="5655" y="6914"/>
                    <a:pt x="5609" y="6929"/>
                    <a:pt x="5576" y="6929"/>
                  </a:cubicBezTo>
                  <a:cubicBezTo>
                    <a:pt x="5491" y="6980"/>
                    <a:pt x="5389" y="6954"/>
                    <a:pt x="5330" y="7005"/>
                  </a:cubicBezTo>
                  <a:cubicBezTo>
                    <a:pt x="5308" y="7012"/>
                    <a:pt x="5294" y="7015"/>
                    <a:pt x="5287" y="7015"/>
                  </a:cubicBezTo>
                  <a:cubicBezTo>
                    <a:pt x="5262" y="7015"/>
                    <a:pt x="5311" y="6980"/>
                    <a:pt x="5305" y="6980"/>
                  </a:cubicBezTo>
                  <a:lnTo>
                    <a:pt x="5305" y="6980"/>
                  </a:lnTo>
                  <a:cubicBezTo>
                    <a:pt x="5220" y="6996"/>
                    <a:pt x="5271" y="7013"/>
                    <a:pt x="5246" y="7030"/>
                  </a:cubicBezTo>
                  <a:cubicBezTo>
                    <a:pt x="5197" y="7051"/>
                    <a:pt x="5163" y="7056"/>
                    <a:pt x="5133" y="7056"/>
                  </a:cubicBezTo>
                  <a:cubicBezTo>
                    <a:pt x="5103" y="7056"/>
                    <a:pt x="5078" y="7051"/>
                    <a:pt x="5048" y="7051"/>
                  </a:cubicBezTo>
                  <a:cubicBezTo>
                    <a:pt x="5033" y="7051"/>
                    <a:pt x="5018" y="7052"/>
                    <a:pt x="5000" y="7056"/>
                  </a:cubicBezTo>
                  <a:cubicBezTo>
                    <a:pt x="4933" y="7115"/>
                    <a:pt x="4738" y="7149"/>
                    <a:pt x="4611" y="7183"/>
                  </a:cubicBezTo>
                  <a:cubicBezTo>
                    <a:pt x="4620" y="7166"/>
                    <a:pt x="4603" y="7157"/>
                    <a:pt x="4594" y="7149"/>
                  </a:cubicBezTo>
                  <a:cubicBezTo>
                    <a:pt x="4527" y="7216"/>
                    <a:pt x="4544" y="7191"/>
                    <a:pt x="4459" y="7250"/>
                  </a:cubicBezTo>
                  <a:lnTo>
                    <a:pt x="4544" y="7250"/>
                  </a:lnTo>
                  <a:cubicBezTo>
                    <a:pt x="4485" y="7265"/>
                    <a:pt x="4446" y="7304"/>
                    <a:pt x="4393" y="7304"/>
                  </a:cubicBezTo>
                  <a:cubicBezTo>
                    <a:pt x="4384" y="7304"/>
                    <a:pt x="4375" y="7303"/>
                    <a:pt x="4366" y="7301"/>
                  </a:cubicBezTo>
                  <a:lnTo>
                    <a:pt x="4366" y="7301"/>
                  </a:lnTo>
                  <a:cubicBezTo>
                    <a:pt x="4459" y="7326"/>
                    <a:pt x="4264" y="7360"/>
                    <a:pt x="4214" y="7394"/>
                  </a:cubicBezTo>
                  <a:cubicBezTo>
                    <a:pt x="4157" y="7394"/>
                    <a:pt x="4107" y="7423"/>
                    <a:pt x="4062" y="7423"/>
                  </a:cubicBezTo>
                  <a:cubicBezTo>
                    <a:pt x="4054" y="7423"/>
                    <a:pt x="4046" y="7422"/>
                    <a:pt x="4039" y="7420"/>
                  </a:cubicBezTo>
                  <a:lnTo>
                    <a:pt x="4039" y="7420"/>
                  </a:lnTo>
                  <a:lnTo>
                    <a:pt x="3943" y="7436"/>
                  </a:lnTo>
                  <a:lnTo>
                    <a:pt x="3943" y="7394"/>
                  </a:lnTo>
                  <a:cubicBezTo>
                    <a:pt x="3867" y="7394"/>
                    <a:pt x="3791" y="7445"/>
                    <a:pt x="3816" y="7453"/>
                  </a:cubicBezTo>
                  <a:cubicBezTo>
                    <a:pt x="3748" y="7453"/>
                    <a:pt x="3782" y="7436"/>
                    <a:pt x="3774" y="7419"/>
                  </a:cubicBezTo>
                  <a:cubicBezTo>
                    <a:pt x="3802" y="7405"/>
                    <a:pt x="3865" y="7362"/>
                    <a:pt x="3900" y="7362"/>
                  </a:cubicBezTo>
                  <a:cubicBezTo>
                    <a:pt x="3907" y="7362"/>
                    <a:pt x="3913" y="7364"/>
                    <a:pt x="3918" y="7369"/>
                  </a:cubicBezTo>
                  <a:cubicBezTo>
                    <a:pt x="3918" y="7369"/>
                    <a:pt x="3901" y="7377"/>
                    <a:pt x="3901" y="7377"/>
                  </a:cubicBezTo>
                  <a:cubicBezTo>
                    <a:pt x="4087" y="7360"/>
                    <a:pt x="3943" y="7309"/>
                    <a:pt x="4036" y="7284"/>
                  </a:cubicBezTo>
                  <a:cubicBezTo>
                    <a:pt x="3994" y="7284"/>
                    <a:pt x="3943" y="7284"/>
                    <a:pt x="3901" y="7301"/>
                  </a:cubicBezTo>
                  <a:cubicBezTo>
                    <a:pt x="3841" y="7318"/>
                    <a:pt x="3782" y="7343"/>
                    <a:pt x="3731" y="7369"/>
                  </a:cubicBezTo>
                  <a:cubicBezTo>
                    <a:pt x="3764" y="7353"/>
                    <a:pt x="3799" y="7347"/>
                    <a:pt x="3834" y="7347"/>
                  </a:cubicBezTo>
                  <a:cubicBezTo>
                    <a:pt x="3854" y="7347"/>
                    <a:pt x="3874" y="7349"/>
                    <a:pt x="3892" y="7352"/>
                  </a:cubicBezTo>
                  <a:cubicBezTo>
                    <a:pt x="3850" y="7360"/>
                    <a:pt x="3841" y="7377"/>
                    <a:pt x="3799" y="7377"/>
                  </a:cubicBezTo>
                  <a:lnTo>
                    <a:pt x="3765" y="7394"/>
                  </a:lnTo>
                  <a:cubicBezTo>
                    <a:pt x="3763" y="7387"/>
                    <a:pt x="3752" y="7385"/>
                    <a:pt x="3739" y="7385"/>
                  </a:cubicBezTo>
                  <a:cubicBezTo>
                    <a:pt x="3721" y="7385"/>
                    <a:pt x="3700" y="7389"/>
                    <a:pt x="3688" y="7389"/>
                  </a:cubicBezTo>
                  <a:cubicBezTo>
                    <a:pt x="3674" y="7389"/>
                    <a:pt x="3672" y="7385"/>
                    <a:pt x="3698" y="7369"/>
                  </a:cubicBezTo>
                  <a:lnTo>
                    <a:pt x="3698" y="7369"/>
                  </a:lnTo>
                  <a:cubicBezTo>
                    <a:pt x="3630" y="7386"/>
                    <a:pt x="3681" y="7394"/>
                    <a:pt x="3621" y="7419"/>
                  </a:cubicBezTo>
                  <a:lnTo>
                    <a:pt x="3740" y="7402"/>
                  </a:lnTo>
                  <a:lnTo>
                    <a:pt x="3740" y="7428"/>
                  </a:lnTo>
                  <a:cubicBezTo>
                    <a:pt x="3719" y="7445"/>
                    <a:pt x="3706" y="7447"/>
                    <a:pt x="3692" y="7447"/>
                  </a:cubicBezTo>
                  <a:cubicBezTo>
                    <a:pt x="3688" y="7447"/>
                    <a:pt x="3683" y="7447"/>
                    <a:pt x="3678" y="7447"/>
                  </a:cubicBezTo>
                  <a:cubicBezTo>
                    <a:pt x="3668" y="7447"/>
                    <a:pt x="3655" y="7448"/>
                    <a:pt x="3638" y="7453"/>
                  </a:cubicBezTo>
                  <a:lnTo>
                    <a:pt x="3647" y="7479"/>
                  </a:lnTo>
                  <a:lnTo>
                    <a:pt x="3647" y="7479"/>
                  </a:lnTo>
                  <a:lnTo>
                    <a:pt x="3554" y="7470"/>
                  </a:lnTo>
                  <a:lnTo>
                    <a:pt x="3554" y="7470"/>
                  </a:lnTo>
                  <a:cubicBezTo>
                    <a:pt x="3571" y="7496"/>
                    <a:pt x="3503" y="7496"/>
                    <a:pt x="3486" y="7504"/>
                  </a:cubicBezTo>
                  <a:cubicBezTo>
                    <a:pt x="3450" y="7504"/>
                    <a:pt x="3448" y="7479"/>
                    <a:pt x="3423" y="7479"/>
                  </a:cubicBezTo>
                  <a:cubicBezTo>
                    <a:pt x="3413" y="7479"/>
                    <a:pt x="3399" y="7483"/>
                    <a:pt x="3376" y="7496"/>
                  </a:cubicBezTo>
                  <a:lnTo>
                    <a:pt x="3385" y="7496"/>
                  </a:lnTo>
                  <a:cubicBezTo>
                    <a:pt x="3342" y="7521"/>
                    <a:pt x="3292" y="7529"/>
                    <a:pt x="3249" y="7529"/>
                  </a:cubicBezTo>
                  <a:cubicBezTo>
                    <a:pt x="3249" y="7529"/>
                    <a:pt x="3264" y="7514"/>
                    <a:pt x="3273" y="7513"/>
                  </a:cubicBezTo>
                  <a:lnTo>
                    <a:pt x="3273" y="7513"/>
                  </a:lnTo>
                  <a:cubicBezTo>
                    <a:pt x="3200" y="7520"/>
                    <a:pt x="3097" y="7567"/>
                    <a:pt x="3031" y="7567"/>
                  </a:cubicBezTo>
                  <a:cubicBezTo>
                    <a:pt x="3013" y="7567"/>
                    <a:pt x="2998" y="7564"/>
                    <a:pt x="2987" y="7555"/>
                  </a:cubicBezTo>
                  <a:cubicBezTo>
                    <a:pt x="2987" y="7551"/>
                    <a:pt x="2988" y="7549"/>
                    <a:pt x="2989" y="7547"/>
                  </a:cubicBezTo>
                  <a:lnTo>
                    <a:pt x="2989" y="7547"/>
                  </a:lnTo>
                  <a:cubicBezTo>
                    <a:pt x="2966" y="7548"/>
                    <a:pt x="2925" y="7555"/>
                    <a:pt x="2905" y="7555"/>
                  </a:cubicBezTo>
                  <a:cubicBezTo>
                    <a:pt x="2891" y="7555"/>
                    <a:pt x="2887" y="7551"/>
                    <a:pt x="2911" y="7538"/>
                  </a:cubicBezTo>
                  <a:lnTo>
                    <a:pt x="2911" y="7538"/>
                  </a:lnTo>
                  <a:lnTo>
                    <a:pt x="2792" y="7597"/>
                  </a:lnTo>
                  <a:cubicBezTo>
                    <a:pt x="2792" y="7580"/>
                    <a:pt x="2818" y="7572"/>
                    <a:pt x="2835" y="7563"/>
                  </a:cubicBezTo>
                  <a:lnTo>
                    <a:pt x="2835" y="7563"/>
                  </a:lnTo>
                  <a:lnTo>
                    <a:pt x="2742" y="7589"/>
                  </a:lnTo>
                  <a:lnTo>
                    <a:pt x="2742" y="7580"/>
                  </a:lnTo>
                  <a:cubicBezTo>
                    <a:pt x="2657" y="7605"/>
                    <a:pt x="2581" y="7631"/>
                    <a:pt x="2513" y="7665"/>
                  </a:cubicBezTo>
                  <a:cubicBezTo>
                    <a:pt x="2640" y="7665"/>
                    <a:pt x="2454" y="7707"/>
                    <a:pt x="2471" y="7724"/>
                  </a:cubicBezTo>
                  <a:cubicBezTo>
                    <a:pt x="2420" y="7724"/>
                    <a:pt x="2395" y="7665"/>
                    <a:pt x="2488" y="7622"/>
                  </a:cubicBezTo>
                  <a:cubicBezTo>
                    <a:pt x="2493" y="7625"/>
                    <a:pt x="2500" y="7626"/>
                    <a:pt x="2506" y="7626"/>
                  </a:cubicBezTo>
                  <a:cubicBezTo>
                    <a:pt x="2541" y="7626"/>
                    <a:pt x="2589" y="7596"/>
                    <a:pt x="2632" y="7589"/>
                  </a:cubicBezTo>
                  <a:cubicBezTo>
                    <a:pt x="2589" y="7589"/>
                    <a:pt x="2539" y="7597"/>
                    <a:pt x="2496" y="7614"/>
                  </a:cubicBezTo>
                  <a:cubicBezTo>
                    <a:pt x="2539" y="7589"/>
                    <a:pt x="2429" y="7605"/>
                    <a:pt x="2429" y="7589"/>
                  </a:cubicBezTo>
                  <a:cubicBezTo>
                    <a:pt x="2437" y="7580"/>
                    <a:pt x="2446" y="7546"/>
                    <a:pt x="2513" y="7546"/>
                  </a:cubicBezTo>
                  <a:cubicBezTo>
                    <a:pt x="2527" y="7544"/>
                    <a:pt x="2537" y="7543"/>
                    <a:pt x="2544" y="7543"/>
                  </a:cubicBezTo>
                  <a:cubicBezTo>
                    <a:pt x="2583" y="7543"/>
                    <a:pt x="2543" y="7573"/>
                    <a:pt x="2551" y="7573"/>
                  </a:cubicBezTo>
                  <a:cubicBezTo>
                    <a:pt x="2552" y="7573"/>
                    <a:pt x="2554" y="7572"/>
                    <a:pt x="2556" y="7572"/>
                  </a:cubicBezTo>
                  <a:cubicBezTo>
                    <a:pt x="2562" y="7576"/>
                    <a:pt x="2570" y="7578"/>
                    <a:pt x="2579" y="7578"/>
                  </a:cubicBezTo>
                  <a:cubicBezTo>
                    <a:pt x="2624" y="7578"/>
                    <a:pt x="2701" y="7538"/>
                    <a:pt x="2750" y="7538"/>
                  </a:cubicBezTo>
                  <a:cubicBezTo>
                    <a:pt x="2750" y="7538"/>
                    <a:pt x="2740" y="7543"/>
                    <a:pt x="2732" y="7545"/>
                  </a:cubicBezTo>
                  <a:lnTo>
                    <a:pt x="2732" y="7545"/>
                  </a:lnTo>
                  <a:cubicBezTo>
                    <a:pt x="2785" y="7536"/>
                    <a:pt x="2885" y="7520"/>
                    <a:pt x="2885" y="7496"/>
                  </a:cubicBezTo>
                  <a:lnTo>
                    <a:pt x="2885" y="7496"/>
                  </a:lnTo>
                  <a:lnTo>
                    <a:pt x="2759" y="7538"/>
                  </a:lnTo>
                  <a:cubicBezTo>
                    <a:pt x="2733" y="7529"/>
                    <a:pt x="2792" y="7504"/>
                    <a:pt x="2759" y="7496"/>
                  </a:cubicBezTo>
                  <a:lnTo>
                    <a:pt x="2759" y="7496"/>
                  </a:lnTo>
                  <a:cubicBezTo>
                    <a:pt x="2725" y="7512"/>
                    <a:pt x="2691" y="7521"/>
                    <a:pt x="2657" y="7521"/>
                  </a:cubicBezTo>
                  <a:lnTo>
                    <a:pt x="2657" y="7512"/>
                  </a:lnTo>
                  <a:cubicBezTo>
                    <a:pt x="2564" y="7512"/>
                    <a:pt x="2471" y="7529"/>
                    <a:pt x="2378" y="7555"/>
                  </a:cubicBezTo>
                  <a:cubicBezTo>
                    <a:pt x="2361" y="7614"/>
                    <a:pt x="2336" y="7665"/>
                    <a:pt x="2302" y="7715"/>
                  </a:cubicBezTo>
                  <a:cubicBezTo>
                    <a:pt x="2167" y="7741"/>
                    <a:pt x="2032" y="7766"/>
                    <a:pt x="1897" y="7775"/>
                  </a:cubicBezTo>
                  <a:lnTo>
                    <a:pt x="1897" y="7775"/>
                  </a:lnTo>
                  <a:cubicBezTo>
                    <a:pt x="1897" y="7774"/>
                    <a:pt x="1897" y="7774"/>
                    <a:pt x="1897" y="7774"/>
                  </a:cubicBezTo>
                  <a:lnTo>
                    <a:pt x="1897" y="7774"/>
                  </a:lnTo>
                  <a:cubicBezTo>
                    <a:pt x="1897" y="7774"/>
                    <a:pt x="1896" y="7774"/>
                    <a:pt x="1896" y="7775"/>
                  </a:cubicBezTo>
                  <a:cubicBezTo>
                    <a:pt x="1896" y="7775"/>
                    <a:pt x="1897" y="7775"/>
                    <a:pt x="1897" y="7775"/>
                  </a:cubicBezTo>
                  <a:lnTo>
                    <a:pt x="1897" y="7775"/>
                  </a:lnTo>
                  <a:cubicBezTo>
                    <a:pt x="1901" y="7786"/>
                    <a:pt x="1901" y="7798"/>
                    <a:pt x="1896" y="7809"/>
                  </a:cubicBezTo>
                  <a:cubicBezTo>
                    <a:pt x="1888" y="7805"/>
                    <a:pt x="1878" y="7803"/>
                    <a:pt x="1868" y="7803"/>
                  </a:cubicBezTo>
                  <a:cubicBezTo>
                    <a:pt x="1849" y="7803"/>
                    <a:pt x="1827" y="7807"/>
                    <a:pt x="1811" y="7807"/>
                  </a:cubicBezTo>
                  <a:cubicBezTo>
                    <a:pt x="1796" y="7807"/>
                    <a:pt x="1786" y="7804"/>
                    <a:pt x="1786" y="7792"/>
                  </a:cubicBezTo>
                  <a:cubicBezTo>
                    <a:pt x="1752" y="7825"/>
                    <a:pt x="1633" y="7868"/>
                    <a:pt x="1659" y="7893"/>
                  </a:cubicBezTo>
                  <a:lnTo>
                    <a:pt x="1642" y="7893"/>
                  </a:lnTo>
                  <a:cubicBezTo>
                    <a:pt x="1586" y="7871"/>
                    <a:pt x="1525" y="7859"/>
                    <a:pt x="1464" y="7859"/>
                  </a:cubicBezTo>
                  <a:cubicBezTo>
                    <a:pt x="1433" y="7859"/>
                    <a:pt x="1402" y="7862"/>
                    <a:pt x="1371" y="7868"/>
                  </a:cubicBezTo>
                  <a:cubicBezTo>
                    <a:pt x="1346" y="7876"/>
                    <a:pt x="1346" y="7893"/>
                    <a:pt x="1354" y="7918"/>
                  </a:cubicBezTo>
                  <a:lnTo>
                    <a:pt x="1270" y="7918"/>
                  </a:lnTo>
                  <a:cubicBezTo>
                    <a:pt x="1295" y="7902"/>
                    <a:pt x="1312" y="7885"/>
                    <a:pt x="1346" y="7876"/>
                  </a:cubicBezTo>
                  <a:lnTo>
                    <a:pt x="1346" y="7876"/>
                  </a:lnTo>
                  <a:cubicBezTo>
                    <a:pt x="1270" y="7885"/>
                    <a:pt x="1202" y="7893"/>
                    <a:pt x="1143" y="7893"/>
                  </a:cubicBezTo>
                  <a:lnTo>
                    <a:pt x="1160" y="7876"/>
                  </a:lnTo>
                  <a:lnTo>
                    <a:pt x="1084" y="7902"/>
                  </a:lnTo>
                  <a:cubicBezTo>
                    <a:pt x="1098" y="7899"/>
                    <a:pt x="1115" y="7897"/>
                    <a:pt x="1130" y="7897"/>
                  </a:cubicBezTo>
                  <a:cubicBezTo>
                    <a:pt x="1162" y="7897"/>
                    <a:pt x="1188" y="7904"/>
                    <a:pt x="1177" y="7927"/>
                  </a:cubicBezTo>
                  <a:cubicBezTo>
                    <a:pt x="1134" y="7940"/>
                    <a:pt x="1101" y="7940"/>
                    <a:pt x="1069" y="7940"/>
                  </a:cubicBezTo>
                  <a:cubicBezTo>
                    <a:pt x="1037" y="7940"/>
                    <a:pt x="1007" y="7940"/>
                    <a:pt x="974" y="7952"/>
                  </a:cubicBezTo>
                  <a:cubicBezTo>
                    <a:pt x="982" y="7902"/>
                    <a:pt x="957" y="7893"/>
                    <a:pt x="982" y="7868"/>
                  </a:cubicBezTo>
                  <a:lnTo>
                    <a:pt x="991" y="7868"/>
                  </a:lnTo>
                  <a:cubicBezTo>
                    <a:pt x="1024" y="7834"/>
                    <a:pt x="1058" y="7817"/>
                    <a:pt x="1101" y="7809"/>
                  </a:cubicBezTo>
                  <a:cubicBezTo>
                    <a:pt x="1033" y="7800"/>
                    <a:pt x="1007" y="7800"/>
                    <a:pt x="991" y="7800"/>
                  </a:cubicBezTo>
                  <a:cubicBezTo>
                    <a:pt x="957" y="7800"/>
                    <a:pt x="931" y="7792"/>
                    <a:pt x="906" y="7783"/>
                  </a:cubicBezTo>
                  <a:cubicBezTo>
                    <a:pt x="906" y="7749"/>
                    <a:pt x="991" y="7766"/>
                    <a:pt x="974" y="7741"/>
                  </a:cubicBezTo>
                  <a:lnTo>
                    <a:pt x="974" y="7741"/>
                  </a:lnTo>
                  <a:cubicBezTo>
                    <a:pt x="1007" y="7749"/>
                    <a:pt x="1041" y="7758"/>
                    <a:pt x="1075" y="7758"/>
                  </a:cubicBezTo>
                  <a:cubicBezTo>
                    <a:pt x="1067" y="7758"/>
                    <a:pt x="1050" y="7766"/>
                    <a:pt x="1041" y="7775"/>
                  </a:cubicBezTo>
                  <a:cubicBezTo>
                    <a:pt x="1117" y="7749"/>
                    <a:pt x="1151" y="7775"/>
                    <a:pt x="1219" y="7732"/>
                  </a:cubicBezTo>
                  <a:lnTo>
                    <a:pt x="1219" y="7732"/>
                  </a:lnTo>
                  <a:cubicBezTo>
                    <a:pt x="1261" y="7741"/>
                    <a:pt x="1151" y="7758"/>
                    <a:pt x="1202" y="7758"/>
                  </a:cubicBezTo>
                  <a:cubicBezTo>
                    <a:pt x="1160" y="7775"/>
                    <a:pt x="1134" y="7800"/>
                    <a:pt x="1109" y="7834"/>
                  </a:cubicBezTo>
                  <a:cubicBezTo>
                    <a:pt x="1211" y="7834"/>
                    <a:pt x="1160" y="7792"/>
                    <a:pt x="1244" y="7766"/>
                  </a:cubicBezTo>
                  <a:lnTo>
                    <a:pt x="1320" y="7783"/>
                  </a:lnTo>
                  <a:cubicBezTo>
                    <a:pt x="1363" y="7775"/>
                    <a:pt x="1295" y="7775"/>
                    <a:pt x="1295" y="7766"/>
                  </a:cubicBezTo>
                  <a:cubicBezTo>
                    <a:pt x="1316" y="7762"/>
                    <a:pt x="1335" y="7760"/>
                    <a:pt x="1354" y="7760"/>
                  </a:cubicBezTo>
                  <a:cubicBezTo>
                    <a:pt x="1373" y="7760"/>
                    <a:pt x="1392" y="7762"/>
                    <a:pt x="1414" y="7766"/>
                  </a:cubicBezTo>
                  <a:cubicBezTo>
                    <a:pt x="1397" y="7758"/>
                    <a:pt x="1380" y="7758"/>
                    <a:pt x="1380" y="7741"/>
                  </a:cubicBezTo>
                  <a:lnTo>
                    <a:pt x="1380" y="7741"/>
                  </a:lnTo>
                  <a:cubicBezTo>
                    <a:pt x="1402" y="7746"/>
                    <a:pt x="1424" y="7747"/>
                    <a:pt x="1445" y="7747"/>
                  </a:cubicBezTo>
                  <a:cubicBezTo>
                    <a:pt x="1456" y="7747"/>
                    <a:pt x="1466" y="7747"/>
                    <a:pt x="1477" y="7747"/>
                  </a:cubicBezTo>
                  <a:cubicBezTo>
                    <a:pt x="1509" y="7747"/>
                    <a:pt x="1540" y="7749"/>
                    <a:pt x="1574" y="7766"/>
                  </a:cubicBezTo>
                  <a:cubicBezTo>
                    <a:pt x="1540" y="7749"/>
                    <a:pt x="1608" y="7707"/>
                    <a:pt x="1642" y="7699"/>
                  </a:cubicBezTo>
                  <a:lnTo>
                    <a:pt x="1507" y="7673"/>
                  </a:lnTo>
                  <a:cubicBezTo>
                    <a:pt x="1346" y="7707"/>
                    <a:pt x="1236" y="7715"/>
                    <a:pt x="1101" y="7741"/>
                  </a:cubicBezTo>
                  <a:lnTo>
                    <a:pt x="1109" y="7724"/>
                  </a:lnTo>
                  <a:cubicBezTo>
                    <a:pt x="1073" y="7718"/>
                    <a:pt x="1046" y="7715"/>
                    <a:pt x="1024" y="7715"/>
                  </a:cubicBezTo>
                  <a:cubicBezTo>
                    <a:pt x="985" y="7715"/>
                    <a:pt x="965" y="7724"/>
                    <a:pt x="948" y="7741"/>
                  </a:cubicBezTo>
                  <a:cubicBezTo>
                    <a:pt x="924" y="7759"/>
                    <a:pt x="895" y="7773"/>
                    <a:pt x="865" y="7773"/>
                  </a:cubicBezTo>
                  <a:cubicBezTo>
                    <a:pt x="853" y="7773"/>
                    <a:pt x="842" y="7771"/>
                    <a:pt x="830" y="7766"/>
                  </a:cubicBezTo>
                  <a:cubicBezTo>
                    <a:pt x="847" y="7732"/>
                    <a:pt x="796" y="7749"/>
                    <a:pt x="821" y="7715"/>
                  </a:cubicBezTo>
                  <a:lnTo>
                    <a:pt x="821" y="7715"/>
                  </a:lnTo>
                  <a:cubicBezTo>
                    <a:pt x="826" y="7720"/>
                    <a:pt x="831" y="7722"/>
                    <a:pt x="834" y="7722"/>
                  </a:cubicBezTo>
                  <a:cubicBezTo>
                    <a:pt x="843" y="7722"/>
                    <a:pt x="847" y="7711"/>
                    <a:pt x="847" y="7699"/>
                  </a:cubicBezTo>
                  <a:lnTo>
                    <a:pt x="847" y="7699"/>
                  </a:lnTo>
                  <a:cubicBezTo>
                    <a:pt x="838" y="7703"/>
                    <a:pt x="828" y="7707"/>
                    <a:pt x="818" y="7707"/>
                  </a:cubicBezTo>
                  <a:cubicBezTo>
                    <a:pt x="809" y="7707"/>
                    <a:pt x="800" y="7703"/>
                    <a:pt x="796" y="7690"/>
                  </a:cubicBezTo>
                  <a:cubicBezTo>
                    <a:pt x="811" y="7683"/>
                    <a:pt x="813" y="7663"/>
                    <a:pt x="829" y="7663"/>
                  </a:cubicBezTo>
                  <a:cubicBezTo>
                    <a:pt x="832" y="7663"/>
                    <a:pt x="835" y="7664"/>
                    <a:pt x="838" y="7665"/>
                  </a:cubicBezTo>
                  <a:cubicBezTo>
                    <a:pt x="821" y="7639"/>
                    <a:pt x="796" y="7614"/>
                    <a:pt x="762" y="7614"/>
                  </a:cubicBezTo>
                  <a:cubicBezTo>
                    <a:pt x="728" y="7572"/>
                    <a:pt x="745" y="7555"/>
                    <a:pt x="754" y="7546"/>
                  </a:cubicBezTo>
                  <a:cubicBezTo>
                    <a:pt x="762" y="7538"/>
                    <a:pt x="771" y="7529"/>
                    <a:pt x="754" y="7470"/>
                  </a:cubicBezTo>
                  <a:lnTo>
                    <a:pt x="754" y="7470"/>
                  </a:lnTo>
                  <a:lnTo>
                    <a:pt x="771" y="7487"/>
                  </a:lnTo>
                  <a:cubicBezTo>
                    <a:pt x="762" y="7462"/>
                    <a:pt x="754" y="7436"/>
                    <a:pt x="754" y="7402"/>
                  </a:cubicBezTo>
                  <a:lnTo>
                    <a:pt x="737" y="7436"/>
                  </a:lnTo>
                  <a:cubicBezTo>
                    <a:pt x="720" y="7402"/>
                    <a:pt x="711" y="7369"/>
                    <a:pt x="703" y="7326"/>
                  </a:cubicBezTo>
                  <a:cubicBezTo>
                    <a:pt x="697" y="7312"/>
                    <a:pt x="692" y="7307"/>
                    <a:pt x="688" y="7307"/>
                  </a:cubicBezTo>
                  <a:cubicBezTo>
                    <a:pt x="677" y="7307"/>
                    <a:pt x="674" y="7352"/>
                    <a:pt x="663" y="7352"/>
                  </a:cubicBezTo>
                  <a:cubicBezTo>
                    <a:pt x="662" y="7352"/>
                    <a:pt x="661" y="7352"/>
                    <a:pt x="661" y="7352"/>
                  </a:cubicBezTo>
                  <a:lnTo>
                    <a:pt x="661" y="7352"/>
                  </a:lnTo>
                  <a:lnTo>
                    <a:pt x="694" y="7369"/>
                  </a:lnTo>
                  <a:cubicBezTo>
                    <a:pt x="686" y="7411"/>
                    <a:pt x="720" y="7462"/>
                    <a:pt x="703" y="7479"/>
                  </a:cubicBezTo>
                  <a:cubicBezTo>
                    <a:pt x="686" y="7411"/>
                    <a:pt x="669" y="7428"/>
                    <a:pt x="652" y="7402"/>
                  </a:cubicBezTo>
                  <a:lnTo>
                    <a:pt x="652" y="7402"/>
                  </a:lnTo>
                  <a:cubicBezTo>
                    <a:pt x="661" y="7428"/>
                    <a:pt x="669" y="7445"/>
                    <a:pt x="678" y="7470"/>
                  </a:cubicBezTo>
                  <a:lnTo>
                    <a:pt x="661" y="7496"/>
                  </a:lnTo>
                  <a:cubicBezTo>
                    <a:pt x="669" y="7555"/>
                    <a:pt x="678" y="7597"/>
                    <a:pt x="711" y="7614"/>
                  </a:cubicBezTo>
                  <a:cubicBezTo>
                    <a:pt x="711" y="7589"/>
                    <a:pt x="678" y="7589"/>
                    <a:pt x="686" y="7563"/>
                  </a:cubicBezTo>
                  <a:lnTo>
                    <a:pt x="686" y="7563"/>
                  </a:lnTo>
                  <a:cubicBezTo>
                    <a:pt x="728" y="7580"/>
                    <a:pt x="754" y="7639"/>
                    <a:pt x="788" y="7665"/>
                  </a:cubicBezTo>
                  <a:cubicBezTo>
                    <a:pt x="779" y="7665"/>
                    <a:pt x="788" y="7673"/>
                    <a:pt x="779" y="7682"/>
                  </a:cubicBezTo>
                  <a:cubicBezTo>
                    <a:pt x="771" y="7682"/>
                    <a:pt x="771" y="7673"/>
                    <a:pt x="771" y="7673"/>
                  </a:cubicBezTo>
                  <a:cubicBezTo>
                    <a:pt x="754" y="7682"/>
                    <a:pt x="737" y="7665"/>
                    <a:pt x="754" y="7707"/>
                  </a:cubicBezTo>
                  <a:lnTo>
                    <a:pt x="661" y="7707"/>
                  </a:lnTo>
                  <a:cubicBezTo>
                    <a:pt x="627" y="7673"/>
                    <a:pt x="618" y="7639"/>
                    <a:pt x="610" y="7597"/>
                  </a:cubicBezTo>
                  <a:lnTo>
                    <a:pt x="618" y="7597"/>
                  </a:lnTo>
                  <a:cubicBezTo>
                    <a:pt x="610" y="7563"/>
                    <a:pt x="568" y="7487"/>
                    <a:pt x="593" y="7470"/>
                  </a:cubicBezTo>
                  <a:cubicBezTo>
                    <a:pt x="587" y="7459"/>
                    <a:pt x="578" y="7424"/>
                    <a:pt x="569" y="7424"/>
                  </a:cubicBezTo>
                  <a:cubicBezTo>
                    <a:pt x="565" y="7424"/>
                    <a:pt x="562" y="7432"/>
                    <a:pt x="559" y="7453"/>
                  </a:cubicBezTo>
                  <a:cubicBezTo>
                    <a:pt x="551" y="7419"/>
                    <a:pt x="542" y="7377"/>
                    <a:pt x="534" y="7343"/>
                  </a:cubicBezTo>
                  <a:lnTo>
                    <a:pt x="534" y="7343"/>
                  </a:lnTo>
                  <a:cubicBezTo>
                    <a:pt x="537" y="7344"/>
                    <a:pt x="541" y="7345"/>
                    <a:pt x="544" y="7345"/>
                  </a:cubicBezTo>
                  <a:cubicBezTo>
                    <a:pt x="570" y="7345"/>
                    <a:pt x="581" y="7307"/>
                    <a:pt x="597" y="7307"/>
                  </a:cubicBezTo>
                  <a:cubicBezTo>
                    <a:pt x="605" y="7307"/>
                    <a:pt x="614" y="7315"/>
                    <a:pt x="626" y="7340"/>
                  </a:cubicBezTo>
                  <a:lnTo>
                    <a:pt x="626" y="7340"/>
                  </a:lnTo>
                  <a:cubicBezTo>
                    <a:pt x="622" y="7327"/>
                    <a:pt x="619" y="7308"/>
                    <a:pt x="615" y="7281"/>
                  </a:cubicBezTo>
                  <a:lnTo>
                    <a:pt x="615" y="7281"/>
                  </a:lnTo>
                  <a:cubicBezTo>
                    <a:pt x="621" y="7287"/>
                    <a:pt x="625" y="7290"/>
                    <a:pt x="630" y="7290"/>
                  </a:cubicBezTo>
                  <a:cubicBezTo>
                    <a:pt x="647" y="7290"/>
                    <a:pt x="652" y="7243"/>
                    <a:pt x="652" y="7191"/>
                  </a:cubicBezTo>
                  <a:lnTo>
                    <a:pt x="627" y="7174"/>
                  </a:lnTo>
                  <a:cubicBezTo>
                    <a:pt x="652" y="7123"/>
                    <a:pt x="661" y="7056"/>
                    <a:pt x="652" y="6996"/>
                  </a:cubicBezTo>
                  <a:lnTo>
                    <a:pt x="559" y="6802"/>
                  </a:lnTo>
                  <a:lnTo>
                    <a:pt x="559" y="6743"/>
                  </a:lnTo>
                  <a:cubicBezTo>
                    <a:pt x="573" y="6721"/>
                    <a:pt x="564" y="6659"/>
                    <a:pt x="580" y="6659"/>
                  </a:cubicBezTo>
                  <a:cubicBezTo>
                    <a:pt x="583" y="6659"/>
                    <a:pt x="587" y="6661"/>
                    <a:pt x="593" y="6667"/>
                  </a:cubicBezTo>
                  <a:cubicBezTo>
                    <a:pt x="594" y="6665"/>
                    <a:pt x="595" y="6665"/>
                    <a:pt x="596" y="6665"/>
                  </a:cubicBezTo>
                  <a:cubicBezTo>
                    <a:pt x="601" y="6665"/>
                    <a:pt x="601" y="6689"/>
                    <a:pt x="601" y="6726"/>
                  </a:cubicBezTo>
                  <a:cubicBezTo>
                    <a:pt x="601" y="6726"/>
                    <a:pt x="598" y="6722"/>
                    <a:pt x="595" y="6722"/>
                  </a:cubicBezTo>
                  <a:cubicBezTo>
                    <a:pt x="594" y="6722"/>
                    <a:pt x="593" y="6723"/>
                    <a:pt x="593" y="6726"/>
                  </a:cubicBezTo>
                  <a:cubicBezTo>
                    <a:pt x="599" y="6729"/>
                    <a:pt x="606" y="6732"/>
                    <a:pt x="613" y="6732"/>
                  </a:cubicBezTo>
                  <a:cubicBezTo>
                    <a:pt x="624" y="6732"/>
                    <a:pt x="636" y="6723"/>
                    <a:pt x="652" y="6692"/>
                  </a:cubicBezTo>
                  <a:lnTo>
                    <a:pt x="652" y="6692"/>
                  </a:lnTo>
                  <a:cubicBezTo>
                    <a:pt x="644" y="6726"/>
                    <a:pt x="644" y="6751"/>
                    <a:pt x="652" y="6776"/>
                  </a:cubicBezTo>
                  <a:lnTo>
                    <a:pt x="652" y="6734"/>
                  </a:lnTo>
                  <a:cubicBezTo>
                    <a:pt x="652" y="6802"/>
                    <a:pt x="694" y="6903"/>
                    <a:pt x="711" y="6903"/>
                  </a:cubicBezTo>
                  <a:cubicBezTo>
                    <a:pt x="678" y="6886"/>
                    <a:pt x="711" y="6836"/>
                    <a:pt x="711" y="6802"/>
                  </a:cubicBezTo>
                  <a:cubicBezTo>
                    <a:pt x="718" y="6821"/>
                    <a:pt x="729" y="6859"/>
                    <a:pt x="734" y="6859"/>
                  </a:cubicBezTo>
                  <a:cubicBezTo>
                    <a:pt x="736" y="6859"/>
                    <a:pt x="737" y="6855"/>
                    <a:pt x="737" y="6844"/>
                  </a:cubicBezTo>
                  <a:cubicBezTo>
                    <a:pt x="731" y="6832"/>
                    <a:pt x="720" y="6760"/>
                    <a:pt x="708" y="6760"/>
                  </a:cubicBezTo>
                  <a:cubicBezTo>
                    <a:pt x="703" y="6760"/>
                    <a:pt x="699" y="6769"/>
                    <a:pt x="694" y="6793"/>
                  </a:cubicBezTo>
                  <a:cubicBezTo>
                    <a:pt x="686" y="6751"/>
                    <a:pt x="678" y="6700"/>
                    <a:pt x="686" y="6658"/>
                  </a:cubicBezTo>
                  <a:lnTo>
                    <a:pt x="686" y="6658"/>
                  </a:lnTo>
                  <a:cubicBezTo>
                    <a:pt x="690" y="6683"/>
                    <a:pt x="697" y="6688"/>
                    <a:pt x="704" y="6688"/>
                  </a:cubicBezTo>
                  <a:cubicBezTo>
                    <a:pt x="708" y="6688"/>
                    <a:pt x="712" y="6687"/>
                    <a:pt x="716" y="6687"/>
                  </a:cubicBezTo>
                  <a:cubicBezTo>
                    <a:pt x="720" y="6687"/>
                    <a:pt x="724" y="6688"/>
                    <a:pt x="728" y="6692"/>
                  </a:cubicBezTo>
                  <a:cubicBezTo>
                    <a:pt x="720" y="6667"/>
                    <a:pt x="703" y="6650"/>
                    <a:pt x="678" y="6641"/>
                  </a:cubicBezTo>
                  <a:cubicBezTo>
                    <a:pt x="703" y="6506"/>
                    <a:pt x="762" y="6455"/>
                    <a:pt x="745" y="6311"/>
                  </a:cubicBezTo>
                  <a:cubicBezTo>
                    <a:pt x="745" y="6310"/>
                    <a:pt x="744" y="6309"/>
                    <a:pt x="744" y="6309"/>
                  </a:cubicBezTo>
                  <a:lnTo>
                    <a:pt x="744" y="6309"/>
                  </a:lnTo>
                  <a:cubicBezTo>
                    <a:pt x="739" y="6309"/>
                    <a:pt x="751" y="6388"/>
                    <a:pt x="731" y="6388"/>
                  </a:cubicBezTo>
                  <a:cubicBezTo>
                    <a:pt x="730" y="6388"/>
                    <a:pt x="729" y="6388"/>
                    <a:pt x="728" y="6387"/>
                  </a:cubicBezTo>
                  <a:cubicBezTo>
                    <a:pt x="694" y="6277"/>
                    <a:pt x="771" y="6244"/>
                    <a:pt x="754" y="6150"/>
                  </a:cubicBezTo>
                  <a:lnTo>
                    <a:pt x="754" y="6150"/>
                  </a:lnTo>
                  <a:lnTo>
                    <a:pt x="720" y="6176"/>
                  </a:lnTo>
                  <a:cubicBezTo>
                    <a:pt x="711" y="6150"/>
                    <a:pt x="703" y="6083"/>
                    <a:pt x="703" y="6049"/>
                  </a:cubicBezTo>
                  <a:cubicBezTo>
                    <a:pt x="715" y="6043"/>
                    <a:pt x="732" y="5987"/>
                    <a:pt x="744" y="5987"/>
                  </a:cubicBezTo>
                  <a:cubicBezTo>
                    <a:pt x="748" y="5987"/>
                    <a:pt x="751" y="5995"/>
                    <a:pt x="754" y="6015"/>
                  </a:cubicBezTo>
                  <a:cubicBezTo>
                    <a:pt x="770" y="5870"/>
                    <a:pt x="686" y="5879"/>
                    <a:pt x="685" y="5718"/>
                  </a:cubicBezTo>
                  <a:lnTo>
                    <a:pt x="685" y="5718"/>
                  </a:lnTo>
                  <a:cubicBezTo>
                    <a:pt x="684" y="5763"/>
                    <a:pt x="678" y="5812"/>
                    <a:pt x="678" y="5854"/>
                  </a:cubicBezTo>
                  <a:cubicBezTo>
                    <a:pt x="671" y="5829"/>
                    <a:pt x="668" y="5822"/>
                    <a:pt x="666" y="5822"/>
                  </a:cubicBezTo>
                  <a:cubicBezTo>
                    <a:pt x="663" y="5822"/>
                    <a:pt x="660" y="5838"/>
                    <a:pt x="649" y="5838"/>
                  </a:cubicBezTo>
                  <a:cubicBezTo>
                    <a:pt x="647" y="5838"/>
                    <a:pt x="646" y="5838"/>
                    <a:pt x="644" y="5837"/>
                  </a:cubicBezTo>
                  <a:cubicBezTo>
                    <a:pt x="656" y="5806"/>
                    <a:pt x="650" y="5721"/>
                    <a:pt x="661" y="5721"/>
                  </a:cubicBezTo>
                  <a:cubicBezTo>
                    <a:pt x="664" y="5721"/>
                    <a:pt x="669" y="5730"/>
                    <a:pt x="678" y="5753"/>
                  </a:cubicBezTo>
                  <a:cubicBezTo>
                    <a:pt x="678" y="5685"/>
                    <a:pt x="678" y="5618"/>
                    <a:pt x="661" y="5558"/>
                  </a:cubicBezTo>
                  <a:lnTo>
                    <a:pt x="652" y="5601"/>
                  </a:lnTo>
                  <a:cubicBezTo>
                    <a:pt x="652" y="5533"/>
                    <a:pt x="644" y="5465"/>
                    <a:pt x="610" y="5406"/>
                  </a:cubicBezTo>
                  <a:lnTo>
                    <a:pt x="610" y="5406"/>
                  </a:lnTo>
                  <a:cubicBezTo>
                    <a:pt x="610" y="5508"/>
                    <a:pt x="652" y="5508"/>
                    <a:pt x="652" y="5634"/>
                  </a:cubicBezTo>
                  <a:cubicBezTo>
                    <a:pt x="644" y="5680"/>
                    <a:pt x="639" y="5693"/>
                    <a:pt x="634" y="5693"/>
                  </a:cubicBezTo>
                  <a:cubicBezTo>
                    <a:pt x="626" y="5693"/>
                    <a:pt x="620" y="5665"/>
                    <a:pt x="608" y="5665"/>
                  </a:cubicBezTo>
                  <a:cubicBezTo>
                    <a:pt x="602" y="5665"/>
                    <a:pt x="594" y="5672"/>
                    <a:pt x="585" y="5694"/>
                  </a:cubicBezTo>
                  <a:lnTo>
                    <a:pt x="610" y="5795"/>
                  </a:lnTo>
                  <a:lnTo>
                    <a:pt x="610" y="5744"/>
                  </a:lnTo>
                  <a:cubicBezTo>
                    <a:pt x="651" y="5761"/>
                    <a:pt x="612" y="5889"/>
                    <a:pt x="649" y="5889"/>
                  </a:cubicBezTo>
                  <a:cubicBezTo>
                    <a:pt x="650" y="5889"/>
                    <a:pt x="651" y="5889"/>
                    <a:pt x="652" y="5888"/>
                  </a:cubicBezTo>
                  <a:lnTo>
                    <a:pt x="652" y="5888"/>
                  </a:lnTo>
                  <a:cubicBezTo>
                    <a:pt x="618" y="5990"/>
                    <a:pt x="635" y="6024"/>
                    <a:pt x="610" y="6125"/>
                  </a:cubicBezTo>
                  <a:cubicBezTo>
                    <a:pt x="614" y="6134"/>
                    <a:pt x="618" y="6138"/>
                    <a:pt x="620" y="6138"/>
                  </a:cubicBezTo>
                  <a:cubicBezTo>
                    <a:pt x="627" y="6138"/>
                    <a:pt x="627" y="6108"/>
                    <a:pt x="627" y="6083"/>
                  </a:cubicBezTo>
                  <a:cubicBezTo>
                    <a:pt x="627" y="6142"/>
                    <a:pt x="669" y="6142"/>
                    <a:pt x="644" y="6218"/>
                  </a:cubicBezTo>
                  <a:cubicBezTo>
                    <a:pt x="641" y="6228"/>
                    <a:pt x="642" y="6233"/>
                    <a:pt x="645" y="6233"/>
                  </a:cubicBezTo>
                  <a:cubicBezTo>
                    <a:pt x="652" y="6233"/>
                    <a:pt x="669" y="6206"/>
                    <a:pt x="669" y="6159"/>
                  </a:cubicBezTo>
                  <a:lnTo>
                    <a:pt x="669" y="6337"/>
                  </a:lnTo>
                  <a:lnTo>
                    <a:pt x="694" y="6269"/>
                  </a:lnTo>
                  <a:lnTo>
                    <a:pt x="694" y="6337"/>
                  </a:lnTo>
                  <a:lnTo>
                    <a:pt x="711" y="6277"/>
                  </a:lnTo>
                  <a:lnTo>
                    <a:pt x="711" y="6277"/>
                  </a:lnTo>
                  <a:cubicBezTo>
                    <a:pt x="728" y="6396"/>
                    <a:pt x="711" y="6506"/>
                    <a:pt x="678" y="6616"/>
                  </a:cubicBezTo>
                  <a:cubicBezTo>
                    <a:pt x="644" y="6506"/>
                    <a:pt x="661" y="6328"/>
                    <a:pt x="618" y="6260"/>
                  </a:cubicBezTo>
                  <a:lnTo>
                    <a:pt x="618" y="6260"/>
                  </a:lnTo>
                  <a:cubicBezTo>
                    <a:pt x="601" y="6286"/>
                    <a:pt x="644" y="6354"/>
                    <a:pt x="610" y="6379"/>
                  </a:cubicBezTo>
                  <a:lnTo>
                    <a:pt x="635" y="6413"/>
                  </a:lnTo>
                  <a:cubicBezTo>
                    <a:pt x="644" y="6455"/>
                    <a:pt x="652" y="6540"/>
                    <a:pt x="627" y="6548"/>
                  </a:cubicBezTo>
                  <a:cubicBezTo>
                    <a:pt x="610" y="6489"/>
                    <a:pt x="593" y="6421"/>
                    <a:pt x="559" y="6362"/>
                  </a:cubicBezTo>
                  <a:cubicBezTo>
                    <a:pt x="551" y="6362"/>
                    <a:pt x="551" y="6354"/>
                    <a:pt x="551" y="6337"/>
                  </a:cubicBezTo>
                  <a:cubicBezTo>
                    <a:pt x="551" y="6303"/>
                    <a:pt x="551" y="6269"/>
                    <a:pt x="551" y="6227"/>
                  </a:cubicBezTo>
                  <a:cubicBezTo>
                    <a:pt x="554" y="6213"/>
                    <a:pt x="559" y="6209"/>
                    <a:pt x="563" y="6209"/>
                  </a:cubicBezTo>
                  <a:cubicBezTo>
                    <a:pt x="570" y="6209"/>
                    <a:pt x="576" y="6218"/>
                    <a:pt x="576" y="6218"/>
                  </a:cubicBezTo>
                  <a:cubicBezTo>
                    <a:pt x="610" y="6091"/>
                    <a:pt x="525" y="6007"/>
                    <a:pt x="551" y="5871"/>
                  </a:cubicBezTo>
                  <a:cubicBezTo>
                    <a:pt x="572" y="5871"/>
                    <a:pt x="576" y="5797"/>
                    <a:pt x="587" y="5797"/>
                  </a:cubicBezTo>
                  <a:cubicBezTo>
                    <a:pt x="588" y="5797"/>
                    <a:pt x="591" y="5799"/>
                    <a:pt x="593" y="5804"/>
                  </a:cubicBezTo>
                  <a:cubicBezTo>
                    <a:pt x="593" y="5744"/>
                    <a:pt x="576" y="5685"/>
                    <a:pt x="551" y="5626"/>
                  </a:cubicBezTo>
                  <a:cubicBezTo>
                    <a:pt x="572" y="5619"/>
                    <a:pt x="563" y="5540"/>
                    <a:pt x="575" y="5540"/>
                  </a:cubicBezTo>
                  <a:cubicBezTo>
                    <a:pt x="577" y="5540"/>
                    <a:pt x="580" y="5543"/>
                    <a:pt x="585" y="5550"/>
                  </a:cubicBezTo>
                  <a:lnTo>
                    <a:pt x="551" y="5474"/>
                  </a:lnTo>
                  <a:cubicBezTo>
                    <a:pt x="559" y="5431"/>
                    <a:pt x="542" y="5330"/>
                    <a:pt x="568" y="5313"/>
                  </a:cubicBezTo>
                  <a:cubicBezTo>
                    <a:pt x="559" y="5254"/>
                    <a:pt x="534" y="5296"/>
                    <a:pt x="542" y="5220"/>
                  </a:cubicBezTo>
                  <a:cubicBezTo>
                    <a:pt x="551" y="5220"/>
                    <a:pt x="551" y="5220"/>
                    <a:pt x="551" y="5228"/>
                  </a:cubicBezTo>
                  <a:cubicBezTo>
                    <a:pt x="568" y="5186"/>
                    <a:pt x="568" y="5127"/>
                    <a:pt x="551" y="5085"/>
                  </a:cubicBezTo>
                  <a:cubicBezTo>
                    <a:pt x="542" y="5110"/>
                    <a:pt x="542" y="5135"/>
                    <a:pt x="542" y="5152"/>
                  </a:cubicBezTo>
                  <a:cubicBezTo>
                    <a:pt x="525" y="5152"/>
                    <a:pt x="508" y="5085"/>
                    <a:pt x="525" y="5017"/>
                  </a:cubicBezTo>
                  <a:lnTo>
                    <a:pt x="525" y="5017"/>
                  </a:lnTo>
                  <a:cubicBezTo>
                    <a:pt x="533" y="5038"/>
                    <a:pt x="539" y="5045"/>
                    <a:pt x="543" y="5045"/>
                  </a:cubicBezTo>
                  <a:cubicBezTo>
                    <a:pt x="558" y="5045"/>
                    <a:pt x="562" y="4976"/>
                    <a:pt x="571" y="4976"/>
                  </a:cubicBezTo>
                  <a:cubicBezTo>
                    <a:pt x="572" y="4976"/>
                    <a:pt x="574" y="4978"/>
                    <a:pt x="576" y="4983"/>
                  </a:cubicBezTo>
                  <a:cubicBezTo>
                    <a:pt x="568" y="4856"/>
                    <a:pt x="551" y="4729"/>
                    <a:pt x="500" y="4611"/>
                  </a:cubicBezTo>
                  <a:cubicBezTo>
                    <a:pt x="508" y="4459"/>
                    <a:pt x="500" y="4306"/>
                    <a:pt x="483" y="4154"/>
                  </a:cubicBezTo>
                  <a:lnTo>
                    <a:pt x="483" y="4171"/>
                  </a:lnTo>
                  <a:lnTo>
                    <a:pt x="466" y="4103"/>
                  </a:lnTo>
                  <a:cubicBezTo>
                    <a:pt x="466" y="4061"/>
                    <a:pt x="500" y="4103"/>
                    <a:pt x="491" y="4036"/>
                  </a:cubicBezTo>
                  <a:lnTo>
                    <a:pt x="491" y="4036"/>
                  </a:lnTo>
                  <a:cubicBezTo>
                    <a:pt x="517" y="4061"/>
                    <a:pt x="500" y="4146"/>
                    <a:pt x="517" y="4213"/>
                  </a:cubicBezTo>
                  <a:cubicBezTo>
                    <a:pt x="524" y="4190"/>
                    <a:pt x="530" y="4181"/>
                    <a:pt x="535" y="4181"/>
                  </a:cubicBezTo>
                  <a:cubicBezTo>
                    <a:pt x="548" y="4181"/>
                    <a:pt x="554" y="4256"/>
                    <a:pt x="566" y="4256"/>
                  </a:cubicBezTo>
                  <a:cubicBezTo>
                    <a:pt x="569" y="4256"/>
                    <a:pt x="572" y="4251"/>
                    <a:pt x="576" y="4239"/>
                  </a:cubicBezTo>
                  <a:cubicBezTo>
                    <a:pt x="517" y="4196"/>
                    <a:pt x="568" y="4002"/>
                    <a:pt x="534" y="3909"/>
                  </a:cubicBezTo>
                  <a:cubicBezTo>
                    <a:pt x="536" y="3885"/>
                    <a:pt x="539" y="3877"/>
                    <a:pt x="543" y="3877"/>
                  </a:cubicBezTo>
                  <a:cubicBezTo>
                    <a:pt x="543" y="3877"/>
                    <a:pt x="543" y="3877"/>
                    <a:pt x="544" y="3877"/>
                  </a:cubicBezTo>
                  <a:lnTo>
                    <a:pt x="544" y="3877"/>
                  </a:lnTo>
                  <a:cubicBezTo>
                    <a:pt x="552" y="3840"/>
                    <a:pt x="560" y="3833"/>
                    <a:pt x="568" y="3833"/>
                  </a:cubicBezTo>
                  <a:cubicBezTo>
                    <a:pt x="585" y="3731"/>
                    <a:pt x="576" y="3630"/>
                    <a:pt x="542" y="3537"/>
                  </a:cubicBezTo>
                  <a:lnTo>
                    <a:pt x="542" y="3537"/>
                  </a:lnTo>
                  <a:cubicBezTo>
                    <a:pt x="547" y="3567"/>
                    <a:pt x="547" y="3575"/>
                    <a:pt x="544" y="3575"/>
                  </a:cubicBezTo>
                  <a:cubicBezTo>
                    <a:pt x="541" y="3575"/>
                    <a:pt x="533" y="3560"/>
                    <a:pt x="526" y="3560"/>
                  </a:cubicBezTo>
                  <a:cubicBezTo>
                    <a:pt x="521" y="3560"/>
                    <a:pt x="517" y="3570"/>
                    <a:pt x="517" y="3604"/>
                  </a:cubicBezTo>
                  <a:cubicBezTo>
                    <a:pt x="500" y="3553"/>
                    <a:pt x="491" y="3494"/>
                    <a:pt x="500" y="3435"/>
                  </a:cubicBezTo>
                  <a:lnTo>
                    <a:pt x="500" y="3435"/>
                  </a:lnTo>
                  <a:cubicBezTo>
                    <a:pt x="502" y="3449"/>
                    <a:pt x="504" y="3453"/>
                    <a:pt x="508" y="3453"/>
                  </a:cubicBezTo>
                  <a:cubicBezTo>
                    <a:pt x="515" y="3453"/>
                    <a:pt x="524" y="3430"/>
                    <a:pt x="530" y="3430"/>
                  </a:cubicBezTo>
                  <a:cubicBezTo>
                    <a:pt x="535" y="3430"/>
                    <a:pt x="537" y="3444"/>
                    <a:pt x="534" y="3494"/>
                  </a:cubicBezTo>
                  <a:cubicBezTo>
                    <a:pt x="568" y="3469"/>
                    <a:pt x="534" y="3427"/>
                    <a:pt x="534" y="3359"/>
                  </a:cubicBezTo>
                  <a:lnTo>
                    <a:pt x="534" y="3359"/>
                  </a:lnTo>
                  <a:cubicBezTo>
                    <a:pt x="542" y="3393"/>
                    <a:pt x="551" y="3427"/>
                    <a:pt x="568" y="3460"/>
                  </a:cubicBezTo>
                  <a:cubicBezTo>
                    <a:pt x="525" y="3359"/>
                    <a:pt x="601" y="3156"/>
                    <a:pt x="568" y="3122"/>
                  </a:cubicBezTo>
                  <a:cubicBezTo>
                    <a:pt x="542" y="3046"/>
                    <a:pt x="517" y="2944"/>
                    <a:pt x="491" y="2860"/>
                  </a:cubicBezTo>
                  <a:cubicBezTo>
                    <a:pt x="500" y="2775"/>
                    <a:pt x="508" y="2682"/>
                    <a:pt x="508" y="2589"/>
                  </a:cubicBezTo>
                  <a:lnTo>
                    <a:pt x="517" y="2606"/>
                  </a:lnTo>
                  <a:cubicBezTo>
                    <a:pt x="525" y="2555"/>
                    <a:pt x="508" y="2479"/>
                    <a:pt x="517" y="2395"/>
                  </a:cubicBezTo>
                  <a:lnTo>
                    <a:pt x="542" y="2378"/>
                  </a:lnTo>
                  <a:cubicBezTo>
                    <a:pt x="534" y="2301"/>
                    <a:pt x="534" y="2225"/>
                    <a:pt x="534" y="2141"/>
                  </a:cubicBezTo>
                  <a:cubicBezTo>
                    <a:pt x="520" y="2141"/>
                    <a:pt x="523" y="2192"/>
                    <a:pt x="515" y="2192"/>
                  </a:cubicBezTo>
                  <a:cubicBezTo>
                    <a:pt x="514" y="2192"/>
                    <a:pt x="511" y="2189"/>
                    <a:pt x="508" y="2183"/>
                  </a:cubicBezTo>
                  <a:lnTo>
                    <a:pt x="508" y="2183"/>
                  </a:lnTo>
                  <a:cubicBezTo>
                    <a:pt x="508" y="2218"/>
                    <a:pt x="508" y="2247"/>
                    <a:pt x="518" y="2247"/>
                  </a:cubicBezTo>
                  <a:cubicBezTo>
                    <a:pt x="520" y="2247"/>
                    <a:pt x="522" y="2245"/>
                    <a:pt x="525" y="2242"/>
                  </a:cubicBezTo>
                  <a:lnTo>
                    <a:pt x="525" y="2242"/>
                  </a:lnTo>
                  <a:cubicBezTo>
                    <a:pt x="525" y="2285"/>
                    <a:pt x="500" y="2285"/>
                    <a:pt x="491" y="2318"/>
                  </a:cubicBezTo>
                  <a:lnTo>
                    <a:pt x="475" y="2158"/>
                  </a:lnTo>
                  <a:lnTo>
                    <a:pt x="483" y="2141"/>
                  </a:lnTo>
                  <a:lnTo>
                    <a:pt x="449" y="2132"/>
                  </a:lnTo>
                  <a:cubicBezTo>
                    <a:pt x="456" y="2099"/>
                    <a:pt x="457" y="2087"/>
                    <a:pt x="465" y="2087"/>
                  </a:cubicBezTo>
                  <a:cubicBezTo>
                    <a:pt x="468" y="2087"/>
                    <a:pt x="471" y="2088"/>
                    <a:pt x="475" y="2090"/>
                  </a:cubicBezTo>
                  <a:cubicBezTo>
                    <a:pt x="458" y="1997"/>
                    <a:pt x="424" y="1972"/>
                    <a:pt x="432" y="1879"/>
                  </a:cubicBezTo>
                  <a:lnTo>
                    <a:pt x="432" y="1879"/>
                  </a:lnTo>
                  <a:cubicBezTo>
                    <a:pt x="458" y="1912"/>
                    <a:pt x="475" y="1963"/>
                    <a:pt x="475" y="2005"/>
                  </a:cubicBezTo>
                  <a:lnTo>
                    <a:pt x="475" y="1904"/>
                  </a:lnTo>
                  <a:cubicBezTo>
                    <a:pt x="498" y="1943"/>
                    <a:pt x="492" y="2109"/>
                    <a:pt x="519" y="2109"/>
                  </a:cubicBezTo>
                  <a:cubicBezTo>
                    <a:pt x="521" y="2109"/>
                    <a:pt x="523" y="2109"/>
                    <a:pt x="525" y="2107"/>
                  </a:cubicBezTo>
                  <a:cubicBezTo>
                    <a:pt x="517" y="1972"/>
                    <a:pt x="491" y="1845"/>
                    <a:pt x="458" y="1709"/>
                  </a:cubicBezTo>
                  <a:cubicBezTo>
                    <a:pt x="491" y="1659"/>
                    <a:pt x="458" y="1574"/>
                    <a:pt x="466" y="1489"/>
                  </a:cubicBezTo>
                  <a:cubicBezTo>
                    <a:pt x="473" y="1476"/>
                    <a:pt x="479" y="1458"/>
                    <a:pt x="486" y="1458"/>
                  </a:cubicBezTo>
                  <a:cubicBezTo>
                    <a:pt x="488" y="1458"/>
                    <a:pt x="490" y="1460"/>
                    <a:pt x="491" y="1464"/>
                  </a:cubicBezTo>
                  <a:lnTo>
                    <a:pt x="491" y="1489"/>
                  </a:lnTo>
                  <a:cubicBezTo>
                    <a:pt x="500" y="1371"/>
                    <a:pt x="483" y="1244"/>
                    <a:pt x="458" y="1126"/>
                  </a:cubicBezTo>
                  <a:lnTo>
                    <a:pt x="491" y="1075"/>
                  </a:lnTo>
                  <a:cubicBezTo>
                    <a:pt x="494" y="1009"/>
                    <a:pt x="489" y="994"/>
                    <a:pt x="480" y="994"/>
                  </a:cubicBezTo>
                  <a:cubicBezTo>
                    <a:pt x="473" y="994"/>
                    <a:pt x="464" y="1004"/>
                    <a:pt x="455" y="1004"/>
                  </a:cubicBezTo>
                  <a:cubicBezTo>
                    <a:pt x="445" y="1004"/>
                    <a:pt x="435" y="989"/>
                    <a:pt x="432" y="923"/>
                  </a:cubicBezTo>
                  <a:cubicBezTo>
                    <a:pt x="466" y="880"/>
                    <a:pt x="449" y="694"/>
                    <a:pt x="475" y="686"/>
                  </a:cubicBezTo>
                  <a:cubicBezTo>
                    <a:pt x="475" y="652"/>
                    <a:pt x="475" y="635"/>
                    <a:pt x="458" y="635"/>
                  </a:cubicBezTo>
                  <a:cubicBezTo>
                    <a:pt x="451" y="655"/>
                    <a:pt x="455" y="703"/>
                    <a:pt x="444" y="703"/>
                  </a:cubicBezTo>
                  <a:cubicBezTo>
                    <a:pt x="441" y="703"/>
                    <a:pt x="437" y="701"/>
                    <a:pt x="432" y="694"/>
                  </a:cubicBezTo>
                  <a:cubicBezTo>
                    <a:pt x="432" y="643"/>
                    <a:pt x="432" y="601"/>
                    <a:pt x="441" y="550"/>
                  </a:cubicBezTo>
                  <a:cubicBezTo>
                    <a:pt x="447" y="550"/>
                    <a:pt x="454" y="572"/>
                    <a:pt x="457" y="572"/>
                  </a:cubicBezTo>
                  <a:cubicBezTo>
                    <a:pt x="457" y="572"/>
                    <a:pt x="458" y="571"/>
                    <a:pt x="458" y="567"/>
                  </a:cubicBezTo>
                  <a:cubicBezTo>
                    <a:pt x="449" y="449"/>
                    <a:pt x="449" y="220"/>
                    <a:pt x="398" y="102"/>
                  </a:cubicBezTo>
                  <a:lnTo>
                    <a:pt x="398" y="102"/>
                  </a:lnTo>
                  <a:cubicBezTo>
                    <a:pt x="398" y="144"/>
                    <a:pt x="424" y="144"/>
                    <a:pt x="407" y="204"/>
                  </a:cubicBezTo>
                  <a:cubicBezTo>
                    <a:pt x="390" y="204"/>
                    <a:pt x="398" y="170"/>
                    <a:pt x="390" y="161"/>
                  </a:cubicBezTo>
                  <a:lnTo>
                    <a:pt x="390" y="161"/>
                  </a:lnTo>
                  <a:cubicBezTo>
                    <a:pt x="365" y="170"/>
                    <a:pt x="407" y="220"/>
                    <a:pt x="390" y="280"/>
                  </a:cubicBezTo>
                  <a:lnTo>
                    <a:pt x="356" y="178"/>
                  </a:lnTo>
                  <a:lnTo>
                    <a:pt x="339" y="237"/>
                  </a:lnTo>
                  <a:lnTo>
                    <a:pt x="27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4"/>
            <p:cNvSpPr/>
            <p:nvPr/>
          </p:nvSpPr>
          <p:spPr>
            <a:xfrm>
              <a:off x="4708275" y="4143275"/>
              <a:ext cx="1500" cy="575"/>
            </a:xfrm>
            <a:custGeom>
              <a:rect b="b" l="l" r="r" t="t"/>
              <a:pathLst>
                <a:path extrusionOk="0" h="23" w="60">
                  <a:moveTo>
                    <a:pt x="46" y="0"/>
                  </a:moveTo>
                  <a:cubicBezTo>
                    <a:pt x="31" y="0"/>
                    <a:pt x="13" y="16"/>
                    <a:pt x="0" y="23"/>
                  </a:cubicBezTo>
                  <a:cubicBezTo>
                    <a:pt x="17" y="23"/>
                    <a:pt x="43" y="14"/>
                    <a:pt x="60" y="6"/>
                  </a:cubicBezTo>
                  <a:cubicBezTo>
                    <a:pt x="55" y="2"/>
                    <a:pt x="51" y="0"/>
                    <a:pt x="4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4"/>
            <p:cNvSpPr/>
            <p:nvPr/>
          </p:nvSpPr>
          <p:spPr>
            <a:xfrm>
              <a:off x="4589200" y="4006150"/>
              <a:ext cx="450" cy="11025"/>
            </a:xfrm>
            <a:custGeom>
              <a:rect b="b" l="l" r="r" t="t"/>
              <a:pathLst>
                <a:path extrusionOk="0" h="441" w="18">
                  <a:moveTo>
                    <a:pt x="1" y="1"/>
                  </a:moveTo>
                  <a:lnTo>
                    <a:pt x="13" y="325"/>
                  </a:lnTo>
                  <a:lnTo>
                    <a:pt x="13" y="325"/>
                  </a:lnTo>
                  <a:cubicBezTo>
                    <a:pt x="9" y="195"/>
                    <a:pt x="7" y="100"/>
                    <a:pt x="1" y="1"/>
                  </a:cubicBezTo>
                  <a:close/>
                  <a:moveTo>
                    <a:pt x="13" y="325"/>
                  </a:moveTo>
                  <a:cubicBezTo>
                    <a:pt x="14" y="361"/>
                    <a:pt x="16" y="399"/>
                    <a:pt x="18" y="441"/>
                  </a:cubicBezTo>
                  <a:lnTo>
                    <a:pt x="13" y="32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4"/>
            <p:cNvSpPr/>
            <p:nvPr/>
          </p:nvSpPr>
          <p:spPr>
            <a:xfrm>
              <a:off x="4674000" y="4152075"/>
              <a:ext cx="8075" cy="2975"/>
            </a:xfrm>
            <a:custGeom>
              <a:rect b="b" l="l" r="r" t="t"/>
              <a:pathLst>
                <a:path extrusionOk="0" h="119" w="323">
                  <a:moveTo>
                    <a:pt x="322" y="1"/>
                  </a:moveTo>
                  <a:cubicBezTo>
                    <a:pt x="170" y="1"/>
                    <a:pt x="136" y="102"/>
                    <a:pt x="1" y="102"/>
                  </a:cubicBezTo>
                  <a:lnTo>
                    <a:pt x="60" y="119"/>
                  </a:lnTo>
                  <a:cubicBezTo>
                    <a:pt x="162" y="77"/>
                    <a:pt x="212" y="34"/>
                    <a:pt x="32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4"/>
            <p:cNvSpPr/>
            <p:nvPr/>
          </p:nvSpPr>
          <p:spPr>
            <a:xfrm>
              <a:off x="4673800" y="4151450"/>
              <a:ext cx="2975" cy="1925"/>
            </a:xfrm>
            <a:custGeom>
              <a:rect b="b" l="l" r="r" t="t"/>
              <a:pathLst>
                <a:path extrusionOk="0" h="77" w="119">
                  <a:moveTo>
                    <a:pt x="77" y="0"/>
                  </a:moveTo>
                  <a:cubicBezTo>
                    <a:pt x="102" y="34"/>
                    <a:pt x="0" y="59"/>
                    <a:pt x="17" y="76"/>
                  </a:cubicBezTo>
                  <a:cubicBezTo>
                    <a:pt x="93" y="51"/>
                    <a:pt x="51" y="43"/>
                    <a:pt x="119" y="26"/>
                  </a:cubicBezTo>
                  <a:lnTo>
                    <a:pt x="7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4"/>
            <p:cNvSpPr/>
            <p:nvPr/>
          </p:nvSpPr>
          <p:spPr>
            <a:xfrm>
              <a:off x="4690925" y="4161375"/>
              <a:ext cx="875" cy="675"/>
            </a:xfrm>
            <a:custGeom>
              <a:rect b="b" l="l" r="r" t="t"/>
              <a:pathLst>
                <a:path extrusionOk="0" h="27" w="35">
                  <a:moveTo>
                    <a:pt x="34" y="1"/>
                  </a:moveTo>
                  <a:lnTo>
                    <a:pt x="1" y="26"/>
                  </a:lnTo>
                  <a:lnTo>
                    <a:pt x="26" y="9"/>
                  </a:lnTo>
                  <a:lnTo>
                    <a:pt x="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4"/>
            <p:cNvSpPr/>
            <p:nvPr/>
          </p:nvSpPr>
          <p:spPr>
            <a:xfrm>
              <a:off x="4661750" y="4154825"/>
              <a:ext cx="1500" cy="225"/>
            </a:xfrm>
            <a:custGeom>
              <a:rect b="b" l="l" r="r" t="t"/>
              <a:pathLst>
                <a:path extrusionOk="0" h="9" w="60">
                  <a:moveTo>
                    <a:pt x="0" y="1"/>
                  </a:moveTo>
                  <a:lnTo>
                    <a:pt x="43" y="9"/>
                  </a:lnTo>
                  <a:lnTo>
                    <a:pt x="5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4"/>
            <p:cNvSpPr/>
            <p:nvPr/>
          </p:nvSpPr>
          <p:spPr>
            <a:xfrm>
              <a:off x="4663225" y="4154625"/>
              <a:ext cx="225" cy="225"/>
            </a:xfrm>
            <a:custGeom>
              <a:rect b="b" l="l" r="r" t="t"/>
              <a:pathLst>
                <a:path extrusionOk="0" h="9" w="9">
                  <a:moveTo>
                    <a:pt x="9" y="0"/>
                  </a:move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4"/>
            <p:cNvSpPr/>
            <p:nvPr/>
          </p:nvSpPr>
          <p:spPr>
            <a:xfrm>
              <a:off x="4691150" y="4162650"/>
              <a:ext cx="1700" cy="650"/>
            </a:xfrm>
            <a:custGeom>
              <a:rect b="b" l="l" r="r" t="t"/>
              <a:pathLst>
                <a:path extrusionOk="0" h="26" w="68">
                  <a:moveTo>
                    <a:pt x="68" y="1"/>
                  </a:moveTo>
                  <a:lnTo>
                    <a:pt x="0" y="26"/>
                  </a:lnTo>
                  <a:lnTo>
                    <a:pt x="51" y="17"/>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4"/>
            <p:cNvSpPr/>
            <p:nvPr/>
          </p:nvSpPr>
          <p:spPr>
            <a:xfrm>
              <a:off x="4677825" y="4161375"/>
              <a:ext cx="1925" cy="450"/>
            </a:xfrm>
            <a:custGeom>
              <a:rect b="b" l="l" r="r" t="t"/>
              <a:pathLst>
                <a:path extrusionOk="0" h="18" w="77">
                  <a:moveTo>
                    <a:pt x="76" y="1"/>
                  </a:moveTo>
                  <a:cubicBezTo>
                    <a:pt x="68" y="1"/>
                    <a:pt x="0" y="9"/>
                    <a:pt x="34" y="18"/>
                  </a:cubicBezTo>
                  <a:lnTo>
                    <a:pt x="7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4"/>
            <p:cNvSpPr/>
            <p:nvPr/>
          </p:nvSpPr>
          <p:spPr>
            <a:xfrm>
              <a:off x="4652850" y="4156525"/>
              <a:ext cx="1525" cy="650"/>
            </a:xfrm>
            <a:custGeom>
              <a:rect b="b" l="l" r="r" t="t"/>
              <a:pathLst>
                <a:path extrusionOk="0" h="26" w="61">
                  <a:moveTo>
                    <a:pt x="52" y="0"/>
                  </a:moveTo>
                  <a:lnTo>
                    <a:pt x="1" y="26"/>
                  </a:lnTo>
                  <a:lnTo>
                    <a:pt x="60" y="9"/>
                  </a:lnTo>
                  <a:lnTo>
                    <a:pt x="5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4"/>
            <p:cNvSpPr/>
            <p:nvPr/>
          </p:nvSpPr>
          <p:spPr>
            <a:xfrm>
              <a:off x="4668000" y="4166025"/>
              <a:ext cx="2750" cy="875"/>
            </a:xfrm>
            <a:custGeom>
              <a:rect b="b" l="l" r="r" t="t"/>
              <a:pathLst>
                <a:path extrusionOk="0" h="35" w="110">
                  <a:moveTo>
                    <a:pt x="80" y="1"/>
                  </a:moveTo>
                  <a:cubicBezTo>
                    <a:pt x="82" y="5"/>
                    <a:pt x="85" y="7"/>
                    <a:pt x="88" y="10"/>
                  </a:cubicBezTo>
                  <a:lnTo>
                    <a:pt x="88" y="10"/>
                  </a:lnTo>
                  <a:cubicBezTo>
                    <a:pt x="90" y="7"/>
                    <a:pt x="88" y="4"/>
                    <a:pt x="80" y="1"/>
                  </a:cubicBezTo>
                  <a:close/>
                  <a:moveTo>
                    <a:pt x="88" y="10"/>
                  </a:moveTo>
                  <a:lnTo>
                    <a:pt x="88" y="10"/>
                  </a:lnTo>
                  <a:cubicBezTo>
                    <a:pt x="81" y="23"/>
                    <a:pt x="1" y="35"/>
                    <a:pt x="63" y="35"/>
                  </a:cubicBezTo>
                  <a:cubicBezTo>
                    <a:pt x="110" y="21"/>
                    <a:pt x="99" y="19"/>
                    <a:pt x="88" y="1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4"/>
            <p:cNvSpPr/>
            <p:nvPr/>
          </p:nvSpPr>
          <p:spPr>
            <a:xfrm>
              <a:off x="4651600" y="4165600"/>
              <a:ext cx="450" cy="250"/>
            </a:xfrm>
            <a:custGeom>
              <a:rect b="b" l="l" r="r" t="t"/>
              <a:pathLst>
                <a:path extrusionOk="0" h="10" w="18">
                  <a:moveTo>
                    <a:pt x="17" y="1"/>
                  </a:moveTo>
                  <a:cubicBezTo>
                    <a:pt x="9" y="1"/>
                    <a:pt x="0" y="1"/>
                    <a:pt x="0" y="9"/>
                  </a:cubicBez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4"/>
            <p:cNvSpPr/>
            <p:nvPr/>
          </p:nvSpPr>
          <p:spPr>
            <a:xfrm>
              <a:off x="4652025" y="4165325"/>
              <a:ext cx="1700" cy="300"/>
            </a:xfrm>
            <a:custGeom>
              <a:rect b="b" l="l" r="r" t="t"/>
              <a:pathLst>
                <a:path extrusionOk="0" h="12" w="68">
                  <a:moveTo>
                    <a:pt x="47" y="0"/>
                  </a:moveTo>
                  <a:cubicBezTo>
                    <a:pt x="32" y="0"/>
                    <a:pt x="18" y="6"/>
                    <a:pt x="0" y="12"/>
                  </a:cubicBezTo>
                  <a:cubicBezTo>
                    <a:pt x="25" y="12"/>
                    <a:pt x="51" y="12"/>
                    <a:pt x="68" y="4"/>
                  </a:cubicBezTo>
                  <a:cubicBezTo>
                    <a:pt x="60" y="1"/>
                    <a:pt x="54" y="0"/>
                    <a:pt x="4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4"/>
            <p:cNvSpPr/>
            <p:nvPr/>
          </p:nvSpPr>
          <p:spPr>
            <a:xfrm>
              <a:off x="4644825" y="4166250"/>
              <a:ext cx="1725" cy="1175"/>
            </a:xfrm>
            <a:custGeom>
              <a:rect b="b" l="l" r="r" t="t"/>
              <a:pathLst>
                <a:path extrusionOk="0" h="47" w="69">
                  <a:moveTo>
                    <a:pt x="68" y="0"/>
                  </a:moveTo>
                  <a:lnTo>
                    <a:pt x="51" y="17"/>
                  </a:lnTo>
                  <a:cubicBezTo>
                    <a:pt x="17" y="17"/>
                    <a:pt x="0" y="26"/>
                    <a:pt x="9" y="34"/>
                  </a:cubicBezTo>
                  <a:lnTo>
                    <a:pt x="26" y="34"/>
                  </a:lnTo>
                  <a:cubicBezTo>
                    <a:pt x="17" y="43"/>
                    <a:pt x="15" y="47"/>
                    <a:pt x="17" y="47"/>
                  </a:cubicBezTo>
                  <a:cubicBezTo>
                    <a:pt x="20" y="47"/>
                    <a:pt x="26" y="43"/>
                    <a:pt x="34" y="34"/>
                  </a:cubicBezTo>
                  <a:cubicBezTo>
                    <a:pt x="51" y="26"/>
                    <a:pt x="60" y="17"/>
                    <a:pt x="60" y="17"/>
                  </a:cubicBez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4"/>
            <p:cNvSpPr/>
            <p:nvPr/>
          </p:nvSpPr>
          <p:spPr>
            <a:xfrm>
              <a:off x="4617125" y="4160525"/>
              <a:ext cx="5300" cy="1300"/>
            </a:xfrm>
            <a:custGeom>
              <a:rect b="b" l="l" r="r" t="t"/>
              <a:pathLst>
                <a:path extrusionOk="0" h="52" w="212">
                  <a:moveTo>
                    <a:pt x="212" y="1"/>
                  </a:moveTo>
                  <a:cubicBezTo>
                    <a:pt x="119" y="18"/>
                    <a:pt x="102" y="9"/>
                    <a:pt x="0" y="35"/>
                  </a:cubicBezTo>
                  <a:cubicBezTo>
                    <a:pt x="85" y="35"/>
                    <a:pt x="102" y="35"/>
                    <a:pt x="102" y="52"/>
                  </a:cubicBezTo>
                  <a:cubicBezTo>
                    <a:pt x="186" y="43"/>
                    <a:pt x="169" y="9"/>
                    <a:pt x="21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4"/>
            <p:cNvSpPr/>
            <p:nvPr/>
          </p:nvSpPr>
          <p:spPr>
            <a:xfrm>
              <a:off x="4622400" y="4160325"/>
              <a:ext cx="675" cy="225"/>
            </a:xfrm>
            <a:custGeom>
              <a:rect b="b" l="l" r="r" t="t"/>
              <a:pathLst>
                <a:path extrusionOk="0" h="9" w="27">
                  <a:moveTo>
                    <a:pt x="26" y="0"/>
                  </a:moveTo>
                  <a:cubicBezTo>
                    <a:pt x="18" y="0"/>
                    <a:pt x="9" y="0"/>
                    <a:pt x="1" y="9"/>
                  </a:cubicBez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4"/>
            <p:cNvSpPr/>
            <p:nvPr/>
          </p:nvSpPr>
          <p:spPr>
            <a:xfrm>
              <a:off x="4653275" y="4170700"/>
              <a:ext cx="1100" cy="1075"/>
            </a:xfrm>
            <a:custGeom>
              <a:rect b="b" l="l" r="r" t="t"/>
              <a:pathLst>
                <a:path extrusionOk="0" h="43" w="44">
                  <a:moveTo>
                    <a:pt x="43" y="0"/>
                  </a:moveTo>
                  <a:lnTo>
                    <a:pt x="1" y="42"/>
                  </a:lnTo>
                  <a:lnTo>
                    <a:pt x="18" y="34"/>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4"/>
            <p:cNvSpPr/>
            <p:nvPr/>
          </p:nvSpPr>
          <p:spPr>
            <a:xfrm>
              <a:off x="4613775" y="4161400"/>
              <a:ext cx="1525" cy="225"/>
            </a:xfrm>
            <a:custGeom>
              <a:rect b="b" l="l" r="r" t="t"/>
              <a:pathLst>
                <a:path extrusionOk="0" h="9" w="61">
                  <a:moveTo>
                    <a:pt x="28" y="2"/>
                  </a:moveTo>
                  <a:cubicBezTo>
                    <a:pt x="26" y="2"/>
                    <a:pt x="23" y="3"/>
                    <a:pt x="21" y="3"/>
                  </a:cubicBezTo>
                  <a:lnTo>
                    <a:pt x="21" y="3"/>
                  </a:lnTo>
                  <a:cubicBezTo>
                    <a:pt x="23" y="3"/>
                    <a:pt x="26" y="2"/>
                    <a:pt x="28" y="2"/>
                  </a:cubicBezTo>
                  <a:close/>
                  <a:moveTo>
                    <a:pt x="21" y="3"/>
                  </a:moveTo>
                  <a:cubicBezTo>
                    <a:pt x="9" y="5"/>
                    <a:pt x="0" y="8"/>
                    <a:pt x="7" y="8"/>
                  </a:cubicBezTo>
                  <a:cubicBezTo>
                    <a:pt x="12" y="6"/>
                    <a:pt x="17" y="4"/>
                    <a:pt x="21" y="3"/>
                  </a:cubicBezTo>
                  <a:close/>
                  <a:moveTo>
                    <a:pt x="45" y="1"/>
                  </a:moveTo>
                  <a:cubicBezTo>
                    <a:pt x="40" y="1"/>
                    <a:pt x="34" y="1"/>
                    <a:pt x="28" y="2"/>
                  </a:cubicBezTo>
                  <a:lnTo>
                    <a:pt x="28" y="2"/>
                  </a:lnTo>
                  <a:cubicBezTo>
                    <a:pt x="30" y="2"/>
                    <a:pt x="31" y="2"/>
                    <a:pt x="33" y="2"/>
                  </a:cubicBezTo>
                  <a:cubicBezTo>
                    <a:pt x="41" y="2"/>
                    <a:pt x="50" y="4"/>
                    <a:pt x="58" y="8"/>
                  </a:cubicBezTo>
                  <a:cubicBezTo>
                    <a:pt x="61" y="3"/>
                    <a:pt x="54" y="1"/>
                    <a:pt x="4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4"/>
            <p:cNvSpPr/>
            <p:nvPr/>
          </p:nvSpPr>
          <p:spPr>
            <a:xfrm>
              <a:off x="4623475" y="4169250"/>
              <a:ext cx="2125" cy="500"/>
            </a:xfrm>
            <a:custGeom>
              <a:rect b="b" l="l" r="r" t="t"/>
              <a:pathLst>
                <a:path extrusionOk="0" h="20" w="85">
                  <a:moveTo>
                    <a:pt x="22" y="1"/>
                  </a:moveTo>
                  <a:cubicBezTo>
                    <a:pt x="13" y="1"/>
                    <a:pt x="6" y="4"/>
                    <a:pt x="0" y="16"/>
                  </a:cubicBezTo>
                  <a:cubicBezTo>
                    <a:pt x="3" y="19"/>
                    <a:pt x="10" y="19"/>
                    <a:pt x="20" y="19"/>
                  </a:cubicBezTo>
                  <a:cubicBezTo>
                    <a:pt x="40" y="19"/>
                    <a:pt x="68" y="16"/>
                    <a:pt x="85" y="16"/>
                  </a:cubicBezTo>
                  <a:cubicBezTo>
                    <a:pt x="62" y="16"/>
                    <a:pt x="40" y="1"/>
                    <a:pt x="2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4"/>
            <p:cNvSpPr/>
            <p:nvPr/>
          </p:nvSpPr>
          <p:spPr>
            <a:xfrm>
              <a:off x="4608450" y="4164150"/>
              <a:ext cx="1650" cy="850"/>
            </a:xfrm>
            <a:custGeom>
              <a:rect b="b" l="l" r="r" t="t"/>
              <a:pathLst>
                <a:path extrusionOk="0" h="34" w="66">
                  <a:moveTo>
                    <a:pt x="38" y="0"/>
                  </a:moveTo>
                  <a:cubicBezTo>
                    <a:pt x="30" y="0"/>
                    <a:pt x="18" y="2"/>
                    <a:pt x="0" y="8"/>
                  </a:cubicBezTo>
                  <a:cubicBezTo>
                    <a:pt x="17" y="8"/>
                    <a:pt x="43" y="17"/>
                    <a:pt x="34" y="34"/>
                  </a:cubicBezTo>
                  <a:cubicBezTo>
                    <a:pt x="47" y="27"/>
                    <a:pt x="66" y="0"/>
                    <a:pt x="3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4"/>
            <p:cNvSpPr/>
            <p:nvPr/>
          </p:nvSpPr>
          <p:spPr>
            <a:xfrm>
              <a:off x="4619650" y="4169850"/>
              <a:ext cx="1725" cy="450"/>
            </a:xfrm>
            <a:custGeom>
              <a:rect b="b" l="l" r="r" t="t"/>
              <a:pathLst>
                <a:path extrusionOk="0" h="18" w="69">
                  <a:moveTo>
                    <a:pt x="68" y="0"/>
                  </a:moveTo>
                  <a:lnTo>
                    <a:pt x="1" y="17"/>
                  </a:lnTo>
                  <a:lnTo>
                    <a:pt x="9" y="17"/>
                  </a:ln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4"/>
            <p:cNvSpPr/>
            <p:nvPr/>
          </p:nvSpPr>
          <p:spPr>
            <a:xfrm>
              <a:off x="4622200" y="4174500"/>
              <a:ext cx="5100" cy="1925"/>
            </a:xfrm>
            <a:custGeom>
              <a:rect b="b" l="l" r="r" t="t"/>
              <a:pathLst>
                <a:path extrusionOk="0" h="77" w="204">
                  <a:moveTo>
                    <a:pt x="144" y="0"/>
                  </a:moveTo>
                  <a:cubicBezTo>
                    <a:pt x="0" y="0"/>
                    <a:pt x="161" y="34"/>
                    <a:pt x="60" y="43"/>
                  </a:cubicBezTo>
                  <a:cubicBezTo>
                    <a:pt x="119" y="43"/>
                    <a:pt x="153" y="68"/>
                    <a:pt x="144" y="76"/>
                  </a:cubicBezTo>
                  <a:cubicBezTo>
                    <a:pt x="203" y="43"/>
                    <a:pt x="43" y="43"/>
                    <a:pt x="1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4"/>
            <p:cNvSpPr/>
            <p:nvPr/>
          </p:nvSpPr>
          <p:spPr>
            <a:xfrm>
              <a:off x="4622825" y="4175550"/>
              <a:ext cx="675" cy="25"/>
            </a:xfrm>
            <a:custGeom>
              <a:rect b="b" l="l" r="r" t="t"/>
              <a:pathLst>
                <a:path extrusionOk="0" h="1" w="27">
                  <a:moveTo>
                    <a:pt x="26" y="1"/>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4"/>
            <p:cNvSpPr/>
            <p:nvPr/>
          </p:nvSpPr>
          <p:spPr>
            <a:xfrm>
              <a:off x="4600200" y="4174925"/>
              <a:ext cx="650" cy="225"/>
            </a:xfrm>
            <a:custGeom>
              <a:rect b="b" l="l" r="r" t="t"/>
              <a:pathLst>
                <a:path extrusionOk="0" h="9" w="26">
                  <a:moveTo>
                    <a:pt x="26" y="0"/>
                  </a:moveTo>
                  <a:cubicBezTo>
                    <a:pt x="22" y="0"/>
                    <a:pt x="17" y="2"/>
                    <a:pt x="13" y="4"/>
                  </a:cubicBezTo>
                  <a:lnTo>
                    <a:pt x="13" y="4"/>
                  </a:lnTo>
                  <a:lnTo>
                    <a:pt x="26" y="0"/>
                  </a:lnTo>
                  <a:close/>
                  <a:moveTo>
                    <a:pt x="13" y="4"/>
                  </a:moveTo>
                  <a:lnTo>
                    <a:pt x="1" y="9"/>
                  </a:lnTo>
                  <a:cubicBezTo>
                    <a:pt x="5" y="9"/>
                    <a:pt x="9" y="7"/>
                    <a:pt x="13"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4"/>
            <p:cNvSpPr/>
            <p:nvPr/>
          </p:nvSpPr>
          <p:spPr>
            <a:xfrm>
              <a:off x="4611825" y="4176175"/>
              <a:ext cx="5750" cy="2150"/>
            </a:xfrm>
            <a:custGeom>
              <a:rect b="b" l="l" r="r" t="t"/>
              <a:pathLst>
                <a:path extrusionOk="0" h="86" w="230">
                  <a:moveTo>
                    <a:pt x="229" y="1"/>
                  </a:moveTo>
                  <a:cubicBezTo>
                    <a:pt x="162" y="35"/>
                    <a:pt x="1" y="60"/>
                    <a:pt x="18" y="86"/>
                  </a:cubicBezTo>
                  <a:cubicBezTo>
                    <a:pt x="60" y="86"/>
                    <a:pt x="111" y="77"/>
                    <a:pt x="153" y="52"/>
                  </a:cubicBezTo>
                  <a:lnTo>
                    <a:pt x="136" y="52"/>
                  </a:lnTo>
                  <a:lnTo>
                    <a:pt x="22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4"/>
            <p:cNvSpPr/>
            <p:nvPr/>
          </p:nvSpPr>
          <p:spPr>
            <a:xfrm>
              <a:off x="4593450" y="4162025"/>
              <a:ext cx="650" cy="500"/>
            </a:xfrm>
            <a:custGeom>
              <a:rect b="b" l="l" r="r" t="t"/>
              <a:pathLst>
                <a:path extrusionOk="0" h="20" w="26">
                  <a:moveTo>
                    <a:pt x="17" y="0"/>
                  </a:moveTo>
                  <a:cubicBezTo>
                    <a:pt x="17" y="7"/>
                    <a:pt x="0" y="19"/>
                    <a:pt x="3" y="19"/>
                  </a:cubicBezTo>
                  <a:cubicBezTo>
                    <a:pt x="3" y="19"/>
                    <a:pt x="5" y="19"/>
                    <a:pt x="8" y="17"/>
                  </a:cubicBezTo>
                  <a:lnTo>
                    <a:pt x="25" y="17"/>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4"/>
            <p:cNvSpPr/>
            <p:nvPr/>
          </p:nvSpPr>
          <p:spPr>
            <a:xfrm>
              <a:off x="4593850" y="4162025"/>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4"/>
            <p:cNvSpPr/>
            <p:nvPr/>
          </p:nvSpPr>
          <p:spPr>
            <a:xfrm>
              <a:off x="4604650" y="4173850"/>
              <a:ext cx="2350" cy="450"/>
            </a:xfrm>
            <a:custGeom>
              <a:rect b="b" l="l" r="r" t="t"/>
              <a:pathLst>
                <a:path extrusionOk="0" h="18" w="94">
                  <a:moveTo>
                    <a:pt x="93" y="1"/>
                  </a:moveTo>
                  <a:cubicBezTo>
                    <a:pt x="76" y="1"/>
                    <a:pt x="0" y="1"/>
                    <a:pt x="9" y="18"/>
                  </a:cubicBezTo>
                  <a:cubicBezTo>
                    <a:pt x="34" y="18"/>
                    <a:pt x="68" y="9"/>
                    <a:pt x="9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4"/>
            <p:cNvSpPr/>
            <p:nvPr/>
          </p:nvSpPr>
          <p:spPr>
            <a:xfrm>
              <a:off x="4591100" y="4160525"/>
              <a:ext cx="450" cy="875"/>
            </a:xfrm>
            <a:custGeom>
              <a:rect b="b" l="l" r="r" t="t"/>
              <a:pathLst>
                <a:path extrusionOk="0" h="35" w="18">
                  <a:moveTo>
                    <a:pt x="1" y="1"/>
                  </a:moveTo>
                  <a:lnTo>
                    <a:pt x="1" y="9"/>
                  </a:lnTo>
                  <a:cubicBezTo>
                    <a:pt x="1" y="18"/>
                    <a:pt x="9" y="26"/>
                    <a:pt x="18" y="35"/>
                  </a:cubicBezTo>
                  <a:cubicBezTo>
                    <a:pt x="9" y="26"/>
                    <a:pt x="9" y="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4"/>
            <p:cNvSpPr/>
            <p:nvPr/>
          </p:nvSpPr>
          <p:spPr>
            <a:xfrm>
              <a:off x="4590900" y="4153550"/>
              <a:ext cx="450" cy="1500"/>
            </a:xfrm>
            <a:custGeom>
              <a:rect b="b" l="l" r="r" t="t"/>
              <a:pathLst>
                <a:path extrusionOk="0" h="60" w="18">
                  <a:moveTo>
                    <a:pt x="9" y="1"/>
                  </a:moveTo>
                  <a:lnTo>
                    <a:pt x="0" y="9"/>
                  </a:lnTo>
                  <a:lnTo>
                    <a:pt x="17" y="60"/>
                  </a:lnTo>
                  <a:lnTo>
                    <a:pt x="17" y="52"/>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4"/>
            <p:cNvSpPr/>
            <p:nvPr/>
          </p:nvSpPr>
          <p:spPr>
            <a:xfrm>
              <a:off x="4578200" y="4168575"/>
              <a:ext cx="2200" cy="2900"/>
            </a:xfrm>
            <a:custGeom>
              <a:rect b="b" l="l" r="r" t="t"/>
              <a:pathLst>
                <a:path extrusionOk="0" h="116" w="88">
                  <a:moveTo>
                    <a:pt x="18" y="0"/>
                  </a:moveTo>
                  <a:lnTo>
                    <a:pt x="18" y="0"/>
                  </a:lnTo>
                  <a:cubicBezTo>
                    <a:pt x="9" y="43"/>
                    <a:pt x="35" y="34"/>
                    <a:pt x="68" y="93"/>
                  </a:cubicBezTo>
                  <a:lnTo>
                    <a:pt x="1" y="43"/>
                  </a:lnTo>
                  <a:lnTo>
                    <a:pt x="1" y="43"/>
                  </a:lnTo>
                  <a:cubicBezTo>
                    <a:pt x="28" y="90"/>
                    <a:pt x="71" y="116"/>
                    <a:pt x="83" y="116"/>
                  </a:cubicBezTo>
                  <a:cubicBezTo>
                    <a:pt x="86" y="116"/>
                    <a:pt x="87" y="114"/>
                    <a:pt x="85" y="110"/>
                  </a:cubicBezTo>
                  <a:cubicBezTo>
                    <a:pt x="60" y="77"/>
                    <a:pt x="35" y="34"/>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4"/>
            <p:cNvSpPr/>
            <p:nvPr/>
          </p:nvSpPr>
          <p:spPr>
            <a:xfrm>
              <a:off x="4587525" y="4064725"/>
              <a:ext cx="4250" cy="42125"/>
            </a:xfrm>
            <a:custGeom>
              <a:rect b="b" l="l" r="r" t="t"/>
              <a:pathLst>
                <a:path extrusionOk="0" h="1685" w="170">
                  <a:moveTo>
                    <a:pt x="25" y="1058"/>
                  </a:moveTo>
                  <a:cubicBezTo>
                    <a:pt x="25" y="1070"/>
                    <a:pt x="27" y="1077"/>
                    <a:pt x="30" y="1082"/>
                  </a:cubicBezTo>
                  <a:lnTo>
                    <a:pt x="30" y="1082"/>
                  </a:lnTo>
                  <a:lnTo>
                    <a:pt x="25" y="1058"/>
                  </a:lnTo>
                  <a:close/>
                  <a:moveTo>
                    <a:pt x="166" y="1281"/>
                  </a:moveTo>
                  <a:cubicBezTo>
                    <a:pt x="167" y="1283"/>
                    <a:pt x="168" y="1285"/>
                    <a:pt x="169" y="1287"/>
                  </a:cubicBezTo>
                  <a:cubicBezTo>
                    <a:pt x="168" y="1285"/>
                    <a:pt x="167" y="1283"/>
                    <a:pt x="166" y="1281"/>
                  </a:cubicBezTo>
                  <a:close/>
                  <a:moveTo>
                    <a:pt x="144" y="1"/>
                  </a:moveTo>
                  <a:cubicBezTo>
                    <a:pt x="144" y="52"/>
                    <a:pt x="127" y="85"/>
                    <a:pt x="118" y="136"/>
                  </a:cubicBezTo>
                  <a:cubicBezTo>
                    <a:pt x="112" y="123"/>
                    <a:pt x="108" y="118"/>
                    <a:pt x="105" y="118"/>
                  </a:cubicBezTo>
                  <a:cubicBezTo>
                    <a:pt x="96" y="118"/>
                    <a:pt x="110" y="197"/>
                    <a:pt x="90" y="197"/>
                  </a:cubicBezTo>
                  <a:cubicBezTo>
                    <a:pt x="88" y="197"/>
                    <a:pt x="86" y="196"/>
                    <a:pt x="85" y="195"/>
                  </a:cubicBezTo>
                  <a:cubicBezTo>
                    <a:pt x="76" y="162"/>
                    <a:pt x="76" y="119"/>
                    <a:pt x="85" y="85"/>
                  </a:cubicBezTo>
                  <a:cubicBezTo>
                    <a:pt x="83" y="85"/>
                    <a:pt x="81" y="84"/>
                    <a:pt x="80" y="84"/>
                  </a:cubicBezTo>
                  <a:cubicBezTo>
                    <a:pt x="66" y="84"/>
                    <a:pt x="52" y="112"/>
                    <a:pt x="38" y="112"/>
                  </a:cubicBezTo>
                  <a:cubicBezTo>
                    <a:pt x="37" y="112"/>
                    <a:pt x="35" y="112"/>
                    <a:pt x="34" y="111"/>
                  </a:cubicBezTo>
                  <a:lnTo>
                    <a:pt x="34" y="111"/>
                  </a:lnTo>
                  <a:cubicBezTo>
                    <a:pt x="17" y="229"/>
                    <a:pt x="93" y="246"/>
                    <a:pt x="76" y="365"/>
                  </a:cubicBezTo>
                  <a:cubicBezTo>
                    <a:pt x="67" y="365"/>
                    <a:pt x="58" y="353"/>
                    <a:pt x="52" y="353"/>
                  </a:cubicBezTo>
                  <a:cubicBezTo>
                    <a:pt x="47" y="353"/>
                    <a:pt x="44" y="360"/>
                    <a:pt x="43" y="383"/>
                  </a:cubicBezTo>
                  <a:lnTo>
                    <a:pt x="43" y="383"/>
                  </a:lnTo>
                  <a:cubicBezTo>
                    <a:pt x="42" y="382"/>
                    <a:pt x="42" y="382"/>
                    <a:pt x="42" y="382"/>
                  </a:cubicBezTo>
                  <a:lnTo>
                    <a:pt x="42" y="382"/>
                  </a:lnTo>
                  <a:lnTo>
                    <a:pt x="42" y="398"/>
                  </a:lnTo>
                  <a:cubicBezTo>
                    <a:pt x="42" y="393"/>
                    <a:pt x="42" y="387"/>
                    <a:pt x="43" y="383"/>
                  </a:cubicBezTo>
                  <a:lnTo>
                    <a:pt x="43" y="383"/>
                  </a:lnTo>
                  <a:cubicBezTo>
                    <a:pt x="67" y="500"/>
                    <a:pt x="0" y="475"/>
                    <a:pt x="51" y="551"/>
                  </a:cubicBezTo>
                  <a:lnTo>
                    <a:pt x="25" y="551"/>
                  </a:lnTo>
                  <a:cubicBezTo>
                    <a:pt x="42" y="618"/>
                    <a:pt x="51" y="695"/>
                    <a:pt x="51" y="771"/>
                  </a:cubicBezTo>
                  <a:cubicBezTo>
                    <a:pt x="68" y="864"/>
                    <a:pt x="68" y="957"/>
                    <a:pt x="68" y="1058"/>
                  </a:cubicBezTo>
                  <a:lnTo>
                    <a:pt x="34" y="965"/>
                  </a:lnTo>
                  <a:lnTo>
                    <a:pt x="34" y="965"/>
                  </a:lnTo>
                  <a:cubicBezTo>
                    <a:pt x="25" y="1033"/>
                    <a:pt x="59" y="1050"/>
                    <a:pt x="51" y="1092"/>
                  </a:cubicBezTo>
                  <a:cubicBezTo>
                    <a:pt x="51" y="1092"/>
                    <a:pt x="49" y="1093"/>
                    <a:pt x="46" y="1093"/>
                  </a:cubicBezTo>
                  <a:cubicBezTo>
                    <a:pt x="41" y="1093"/>
                    <a:pt x="34" y="1091"/>
                    <a:pt x="30" y="1082"/>
                  </a:cubicBezTo>
                  <a:lnTo>
                    <a:pt x="30" y="1082"/>
                  </a:lnTo>
                  <a:lnTo>
                    <a:pt x="68" y="1287"/>
                  </a:lnTo>
                  <a:cubicBezTo>
                    <a:pt x="72" y="1297"/>
                    <a:pt x="75" y="1301"/>
                    <a:pt x="77" y="1301"/>
                  </a:cubicBezTo>
                  <a:cubicBezTo>
                    <a:pt x="86" y="1301"/>
                    <a:pt x="89" y="1261"/>
                    <a:pt x="101" y="1261"/>
                  </a:cubicBezTo>
                  <a:cubicBezTo>
                    <a:pt x="118" y="1287"/>
                    <a:pt x="110" y="1380"/>
                    <a:pt x="93" y="1388"/>
                  </a:cubicBezTo>
                  <a:cubicBezTo>
                    <a:pt x="87" y="1375"/>
                    <a:pt x="80" y="1343"/>
                    <a:pt x="74" y="1343"/>
                  </a:cubicBezTo>
                  <a:cubicBezTo>
                    <a:pt x="72" y="1343"/>
                    <a:pt x="70" y="1346"/>
                    <a:pt x="68" y="1354"/>
                  </a:cubicBezTo>
                  <a:lnTo>
                    <a:pt x="110" y="1430"/>
                  </a:lnTo>
                  <a:cubicBezTo>
                    <a:pt x="102" y="1455"/>
                    <a:pt x="95" y="1465"/>
                    <a:pt x="89" y="1465"/>
                  </a:cubicBezTo>
                  <a:cubicBezTo>
                    <a:pt x="65" y="1465"/>
                    <a:pt x="47" y="1343"/>
                    <a:pt x="34" y="1304"/>
                  </a:cubicBezTo>
                  <a:lnTo>
                    <a:pt x="34" y="1304"/>
                  </a:lnTo>
                  <a:cubicBezTo>
                    <a:pt x="25" y="1405"/>
                    <a:pt x="59" y="1439"/>
                    <a:pt x="59" y="1549"/>
                  </a:cubicBezTo>
                  <a:cubicBezTo>
                    <a:pt x="59" y="1524"/>
                    <a:pt x="68" y="1498"/>
                    <a:pt x="85" y="1481"/>
                  </a:cubicBezTo>
                  <a:cubicBezTo>
                    <a:pt x="110" y="1481"/>
                    <a:pt x="101" y="1583"/>
                    <a:pt x="101" y="1659"/>
                  </a:cubicBezTo>
                  <a:cubicBezTo>
                    <a:pt x="105" y="1639"/>
                    <a:pt x="109" y="1631"/>
                    <a:pt x="114" y="1631"/>
                  </a:cubicBezTo>
                  <a:cubicBezTo>
                    <a:pt x="122" y="1631"/>
                    <a:pt x="130" y="1650"/>
                    <a:pt x="135" y="1676"/>
                  </a:cubicBezTo>
                  <a:cubicBezTo>
                    <a:pt x="135" y="1676"/>
                    <a:pt x="135" y="1684"/>
                    <a:pt x="135" y="1684"/>
                  </a:cubicBezTo>
                  <a:cubicBezTo>
                    <a:pt x="135" y="1684"/>
                    <a:pt x="144" y="1684"/>
                    <a:pt x="152" y="1676"/>
                  </a:cubicBezTo>
                  <a:cubicBezTo>
                    <a:pt x="152" y="1625"/>
                    <a:pt x="161" y="1574"/>
                    <a:pt x="169" y="1524"/>
                  </a:cubicBezTo>
                  <a:lnTo>
                    <a:pt x="169" y="1524"/>
                  </a:lnTo>
                  <a:cubicBezTo>
                    <a:pt x="164" y="1528"/>
                    <a:pt x="160" y="1530"/>
                    <a:pt x="156" y="1530"/>
                  </a:cubicBezTo>
                  <a:cubicBezTo>
                    <a:pt x="127" y="1530"/>
                    <a:pt x="159" y="1383"/>
                    <a:pt x="144" y="1337"/>
                  </a:cubicBezTo>
                  <a:lnTo>
                    <a:pt x="144" y="1278"/>
                  </a:lnTo>
                  <a:lnTo>
                    <a:pt x="144" y="1253"/>
                  </a:lnTo>
                  <a:cubicBezTo>
                    <a:pt x="144" y="1253"/>
                    <a:pt x="151" y="1253"/>
                    <a:pt x="166" y="1281"/>
                  </a:cubicBezTo>
                  <a:lnTo>
                    <a:pt x="166" y="1281"/>
                  </a:lnTo>
                  <a:cubicBezTo>
                    <a:pt x="154" y="1251"/>
                    <a:pt x="159" y="1176"/>
                    <a:pt x="146" y="1176"/>
                  </a:cubicBezTo>
                  <a:cubicBezTo>
                    <a:pt x="145" y="1176"/>
                    <a:pt x="145" y="1176"/>
                    <a:pt x="144" y="1177"/>
                  </a:cubicBezTo>
                  <a:lnTo>
                    <a:pt x="144" y="965"/>
                  </a:lnTo>
                  <a:cubicBezTo>
                    <a:pt x="144" y="957"/>
                    <a:pt x="144" y="948"/>
                    <a:pt x="152" y="948"/>
                  </a:cubicBezTo>
                  <a:cubicBezTo>
                    <a:pt x="152" y="940"/>
                    <a:pt x="144" y="940"/>
                    <a:pt x="144" y="940"/>
                  </a:cubicBezTo>
                  <a:lnTo>
                    <a:pt x="14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4"/>
            <p:cNvSpPr/>
            <p:nvPr/>
          </p:nvSpPr>
          <p:spPr>
            <a:xfrm>
              <a:off x="4588775" y="4103425"/>
              <a:ext cx="250" cy="1100"/>
            </a:xfrm>
            <a:custGeom>
              <a:rect b="b" l="l" r="r" t="t"/>
              <a:pathLst>
                <a:path extrusionOk="0" h="44" w="10">
                  <a:moveTo>
                    <a:pt x="9" y="1"/>
                  </a:moveTo>
                  <a:cubicBezTo>
                    <a:pt x="1" y="18"/>
                    <a:pt x="1" y="26"/>
                    <a:pt x="9" y="43"/>
                  </a:cubicBezTo>
                  <a:cubicBezTo>
                    <a:pt x="9" y="35"/>
                    <a:pt x="9" y="9"/>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4"/>
            <p:cNvSpPr/>
            <p:nvPr/>
          </p:nvSpPr>
          <p:spPr>
            <a:xfrm>
              <a:off x="4591325" y="4063050"/>
              <a:ext cx="25" cy="1700"/>
            </a:xfrm>
            <a:custGeom>
              <a:rect b="b" l="l" r="r" t="t"/>
              <a:pathLst>
                <a:path extrusionOk="0" h="68" w="1">
                  <a:moveTo>
                    <a:pt x="0" y="0"/>
                  </a:moveTo>
                  <a:lnTo>
                    <a:pt x="0" y="68"/>
                  </a:lnTo>
                  <a:cubicBezTo>
                    <a:pt x="0" y="42"/>
                    <a:pt x="0" y="26"/>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4"/>
            <p:cNvSpPr/>
            <p:nvPr/>
          </p:nvSpPr>
          <p:spPr>
            <a:xfrm>
              <a:off x="4590250" y="4108725"/>
              <a:ext cx="875" cy="3825"/>
            </a:xfrm>
            <a:custGeom>
              <a:rect b="b" l="l" r="r" t="t"/>
              <a:pathLst>
                <a:path extrusionOk="0" h="153" w="35">
                  <a:moveTo>
                    <a:pt x="1" y="0"/>
                  </a:moveTo>
                  <a:lnTo>
                    <a:pt x="9" y="119"/>
                  </a:lnTo>
                  <a:cubicBezTo>
                    <a:pt x="11" y="109"/>
                    <a:pt x="13" y="105"/>
                    <a:pt x="15" y="105"/>
                  </a:cubicBezTo>
                  <a:cubicBezTo>
                    <a:pt x="22" y="105"/>
                    <a:pt x="28" y="146"/>
                    <a:pt x="35" y="153"/>
                  </a:cubicBezTo>
                  <a:lnTo>
                    <a:pt x="35" y="9"/>
                  </a:lnTo>
                  <a:cubicBezTo>
                    <a:pt x="26" y="9"/>
                    <a:pt x="18"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4"/>
            <p:cNvSpPr/>
            <p:nvPr/>
          </p:nvSpPr>
          <p:spPr>
            <a:xfrm>
              <a:off x="4591100" y="4107025"/>
              <a:ext cx="675" cy="1925"/>
            </a:xfrm>
            <a:custGeom>
              <a:rect b="b" l="l" r="r" t="t"/>
              <a:pathLst>
                <a:path extrusionOk="0" h="77" w="27">
                  <a:moveTo>
                    <a:pt x="1" y="1"/>
                  </a:moveTo>
                  <a:lnTo>
                    <a:pt x="1" y="77"/>
                  </a:lnTo>
                  <a:cubicBezTo>
                    <a:pt x="9" y="77"/>
                    <a:pt x="18" y="68"/>
                    <a:pt x="26" y="35"/>
                  </a:cubicBezTo>
                  <a:cubicBezTo>
                    <a:pt x="9" y="26"/>
                    <a:pt x="9" y="18"/>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4"/>
            <p:cNvSpPr/>
            <p:nvPr/>
          </p:nvSpPr>
          <p:spPr>
            <a:xfrm>
              <a:off x="4577150" y="4106600"/>
              <a:ext cx="225" cy="1725"/>
            </a:xfrm>
            <a:custGeom>
              <a:rect b="b" l="l" r="r" t="t"/>
              <a:pathLst>
                <a:path extrusionOk="0" h="69" w="9">
                  <a:moveTo>
                    <a:pt x="0" y="1"/>
                  </a:moveTo>
                  <a:lnTo>
                    <a:pt x="9" y="68"/>
                  </a:lnTo>
                  <a:lnTo>
                    <a:pt x="9" y="43"/>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4"/>
            <p:cNvSpPr/>
            <p:nvPr/>
          </p:nvSpPr>
          <p:spPr>
            <a:xfrm>
              <a:off x="4578425" y="4098350"/>
              <a:ext cx="225" cy="2775"/>
            </a:xfrm>
            <a:custGeom>
              <a:rect b="b" l="l" r="r" t="t"/>
              <a:pathLst>
                <a:path extrusionOk="0" h="111" w="9">
                  <a:moveTo>
                    <a:pt x="9" y="1"/>
                  </a:moveTo>
                  <a:cubicBezTo>
                    <a:pt x="0" y="35"/>
                    <a:pt x="0" y="77"/>
                    <a:pt x="9" y="111"/>
                  </a:cubicBezTo>
                  <a:cubicBezTo>
                    <a:pt x="9" y="77"/>
                    <a:pt x="9" y="35"/>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4"/>
            <p:cNvSpPr/>
            <p:nvPr/>
          </p:nvSpPr>
          <p:spPr>
            <a:xfrm>
              <a:off x="4573975" y="4098775"/>
              <a:ext cx="250" cy="1725"/>
            </a:xfrm>
            <a:custGeom>
              <a:rect b="b" l="l" r="r" t="t"/>
              <a:pathLst>
                <a:path extrusionOk="0" h="69" w="10">
                  <a:moveTo>
                    <a:pt x="1" y="1"/>
                  </a:moveTo>
                  <a:lnTo>
                    <a:pt x="1" y="9"/>
                  </a:lnTo>
                  <a:lnTo>
                    <a:pt x="9" y="68"/>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4"/>
            <p:cNvSpPr/>
            <p:nvPr/>
          </p:nvSpPr>
          <p:spPr>
            <a:xfrm>
              <a:off x="4588575" y="4050150"/>
              <a:ext cx="25" cy="850"/>
            </a:xfrm>
            <a:custGeom>
              <a:rect b="b" l="l" r="r" t="t"/>
              <a:pathLst>
                <a:path extrusionOk="0" h="34" w="1">
                  <a:moveTo>
                    <a:pt x="0" y="34"/>
                  </a:moveTo>
                  <a:lnTo>
                    <a:pt x="0" y="0"/>
                  </a:lnTo>
                  <a:cubicBezTo>
                    <a:pt x="0" y="9"/>
                    <a:pt x="0" y="17"/>
                    <a:pt x="0" y="3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4"/>
            <p:cNvSpPr/>
            <p:nvPr/>
          </p:nvSpPr>
          <p:spPr>
            <a:xfrm>
              <a:off x="4588575" y="4041075"/>
              <a:ext cx="2550" cy="24900"/>
            </a:xfrm>
            <a:custGeom>
              <a:rect b="b" l="l" r="r" t="t"/>
              <a:pathLst>
                <a:path extrusionOk="0" h="996" w="102">
                  <a:moveTo>
                    <a:pt x="71" y="1"/>
                  </a:moveTo>
                  <a:cubicBezTo>
                    <a:pt x="62" y="1"/>
                    <a:pt x="52" y="35"/>
                    <a:pt x="40" y="35"/>
                  </a:cubicBezTo>
                  <a:cubicBezTo>
                    <a:pt x="36" y="35"/>
                    <a:pt x="31" y="30"/>
                    <a:pt x="26" y="16"/>
                  </a:cubicBezTo>
                  <a:lnTo>
                    <a:pt x="26" y="16"/>
                  </a:lnTo>
                  <a:cubicBezTo>
                    <a:pt x="26" y="115"/>
                    <a:pt x="2" y="270"/>
                    <a:pt x="39" y="286"/>
                  </a:cubicBezTo>
                  <a:lnTo>
                    <a:pt x="39" y="286"/>
                  </a:lnTo>
                  <a:cubicBezTo>
                    <a:pt x="38" y="286"/>
                    <a:pt x="37" y="286"/>
                    <a:pt x="36" y="286"/>
                  </a:cubicBezTo>
                  <a:cubicBezTo>
                    <a:pt x="30" y="286"/>
                    <a:pt x="22" y="289"/>
                    <a:pt x="17" y="304"/>
                  </a:cubicBezTo>
                  <a:lnTo>
                    <a:pt x="51" y="363"/>
                  </a:lnTo>
                  <a:lnTo>
                    <a:pt x="59" y="304"/>
                  </a:lnTo>
                  <a:cubicBezTo>
                    <a:pt x="85" y="405"/>
                    <a:pt x="85" y="507"/>
                    <a:pt x="59" y="600"/>
                  </a:cubicBezTo>
                  <a:cubicBezTo>
                    <a:pt x="51" y="490"/>
                    <a:pt x="17" y="549"/>
                    <a:pt x="34" y="389"/>
                  </a:cubicBezTo>
                  <a:lnTo>
                    <a:pt x="34" y="389"/>
                  </a:lnTo>
                  <a:cubicBezTo>
                    <a:pt x="29" y="394"/>
                    <a:pt x="20" y="409"/>
                    <a:pt x="12" y="409"/>
                  </a:cubicBezTo>
                  <a:cubicBezTo>
                    <a:pt x="8" y="409"/>
                    <a:pt x="3" y="404"/>
                    <a:pt x="0" y="389"/>
                  </a:cubicBezTo>
                  <a:lnTo>
                    <a:pt x="0" y="389"/>
                  </a:lnTo>
                  <a:cubicBezTo>
                    <a:pt x="0" y="575"/>
                    <a:pt x="9" y="761"/>
                    <a:pt x="26" y="938"/>
                  </a:cubicBezTo>
                  <a:cubicBezTo>
                    <a:pt x="32" y="902"/>
                    <a:pt x="36" y="889"/>
                    <a:pt x="40" y="889"/>
                  </a:cubicBezTo>
                  <a:cubicBezTo>
                    <a:pt x="51" y="889"/>
                    <a:pt x="57" y="996"/>
                    <a:pt x="76" y="996"/>
                  </a:cubicBezTo>
                  <a:cubicBezTo>
                    <a:pt x="79" y="996"/>
                    <a:pt x="82" y="994"/>
                    <a:pt x="85" y="989"/>
                  </a:cubicBezTo>
                  <a:lnTo>
                    <a:pt x="76" y="905"/>
                  </a:lnTo>
                  <a:lnTo>
                    <a:pt x="85" y="913"/>
                  </a:lnTo>
                  <a:lnTo>
                    <a:pt x="85" y="812"/>
                  </a:lnTo>
                  <a:cubicBezTo>
                    <a:pt x="68" y="828"/>
                    <a:pt x="68" y="845"/>
                    <a:pt x="51" y="845"/>
                  </a:cubicBezTo>
                  <a:cubicBezTo>
                    <a:pt x="59" y="710"/>
                    <a:pt x="68" y="795"/>
                    <a:pt x="93" y="702"/>
                  </a:cubicBezTo>
                  <a:lnTo>
                    <a:pt x="93" y="549"/>
                  </a:lnTo>
                  <a:lnTo>
                    <a:pt x="102" y="558"/>
                  </a:lnTo>
                  <a:cubicBezTo>
                    <a:pt x="102" y="558"/>
                    <a:pt x="102" y="549"/>
                    <a:pt x="93" y="541"/>
                  </a:cubicBezTo>
                  <a:lnTo>
                    <a:pt x="85" y="33"/>
                  </a:lnTo>
                  <a:cubicBezTo>
                    <a:pt x="80" y="9"/>
                    <a:pt x="76" y="1"/>
                    <a:pt x="7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4"/>
            <p:cNvSpPr/>
            <p:nvPr/>
          </p:nvSpPr>
          <p:spPr>
            <a:xfrm>
              <a:off x="4588775" y="4017775"/>
              <a:ext cx="250" cy="250"/>
            </a:xfrm>
            <a:custGeom>
              <a:rect b="b" l="l" r="r" t="t"/>
              <a:pathLst>
                <a:path extrusionOk="0" h="10" w="10">
                  <a:moveTo>
                    <a:pt x="1" y="9"/>
                  </a:moveTo>
                  <a:lnTo>
                    <a:pt x="1" y="9"/>
                  </a:lnTo>
                  <a:cubicBezTo>
                    <a:pt x="1" y="9"/>
                    <a:pt x="9" y="1"/>
                    <a:pt x="1"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4"/>
            <p:cNvSpPr/>
            <p:nvPr/>
          </p:nvSpPr>
          <p:spPr>
            <a:xfrm>
              <a:off x="4588775" y="4018000"/>
              <a:ext cx="875" cy="3825"/>
            </a:xfrm>
            <a:custGeom>
              <a:rect b="b" l="l" r="r" t="t"/>
              <a:pathLst>
                <a:path extrusionOk="0" h="153" w="35">
                  <a:moveTo>
                    <a:pt x="9" y="0"/>
                  </a:moveTo>
                  <a:lnTo>
                    <a:pt x="9" y="0"/>
                  </a:lnTo>
                  <a:cubicBezTo>
                    <a:pt x="18" y="26"/>
                    <a:pt x="26" y="60"/>
                    <a:pt x="18" y="85"/>
                  </a:cubicBezTo>
                  <a:lnTo>
                    <a:pt x="1" y="68"/>
                  </a:lnTo>
                  <a:lnTo>
                    <a:pt x="35" y="153"/>
                  </a:lnTo>
                  <a:lnTo>
                    <a:pt x="35" y="17"/>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4"/>
            <p:cNvSpPr/>
            <p:nvPr/>
          </p:nvSpPr>
          <p:spPr>
            <a:xfrm>
              <a:off x="4588350" y="4021600"/>
              <a:ext cx="1925" cy="2775"/>
            </a:xfrm>
            <a:custGeom>
              <a:rect b="b" l="l" r="r" t="t"/>
              <a:pathLst>
                <a:path extrusionOk="0" h="111" w="77">
                  <a:moveTo>
                    <a:pt x="18" y="0"/>
                  </a:moveTo>
                  <a:lnTo>
                    <a:pt x="18" y="0"/>
                  </a:lnTo>
                  <a:cubicBezTo>
                    <a:pt x="1" y="0"/>
                    <a:pt x="9" y="85"/>
                    <a:pt x="18" y="102"/>
                  </a:cubicBezTo>
                  <a:lnTo>
                    <a:pt x="77" y="110"/>
                  </a:lnTo>
                  <a:cubicBezTo>
                    <a:pt x="72" y="69"/>
                    <a:pt x="61" y="53"/>
                    <a:pt x="48" y="53"/>
                  </a:cubicBezTo>
                  <a:cubicBezTo>
                    <a:pt x="37" y="53"/>
                    <a:pt x="26" y="65"/>
                    <a:pt x="18" y="85"/>
                  </a:cubicBezTo>
                  <a:cubicBezTo>
                    <a:pt x="9" y="17"/>
                    <a:pt x="52" y="42"/>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4"/>
            <p:cNvSpPr/>
            <p:nvPr/>
          </p:nvSpPr>
          <p:spPr>
            <a:xfrm>
              <a:off x="4589425" y="4037250"/>
              <a:ext cx="450" cy="1275"/>
            </a:xfrm>
            <a:custGeom>
              <a:rect b="b" l="l" r="r" t="t"/>
              <a:pathLst>
                <a:path extrusionOk="0" h="51" w="18">
                  <a:moveTo>
                    <a:pt x="0" y="0"/>
                  </a:moveTo>
                  <a:lnTo>
                    <a:pt x="0" y="51"/>
                  </a:lnTo>
                  <a:lnTo>
                    <a:pt x="17" y="26"/>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4"/>
            <p:cNvSpPr/>
            <p:nvPr/>
          </p:nvSpPr>
          <p:spPr>
            <a:xfrm>
              <a:off x="4588775" y="4035975"/>
              <a:ext cx="675" cy="1300"/>
            </a:xfrm>
            <a:custGeom>
              <a:rect b="b" l="l" r="r" t="t"/>
              <a:pathLst>
                <a:path extrusionOk="0" h="52" w="27">
                  <a:moveTo>
                    <a:pt x="26" y="0"/>
                  </a:moveTo>
                  <a:cubicBezTo>
                    <a:pt x="18" y="9"/>
                    <a:pt x="9" y="9"/>
                    <a:pt x="1" y="17"/>
                  </a:cubicBezTo>
                  <a:lnTo>
                    <a:pt x="26" y="51"/>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4"/>
            <p:cNvSpPr/>
            <p:nvPr/>
          </p:nvSpPr>
          <p:spPr>
            <a:xfrm>
              <a:off x="4589850" y="4030900"/>
              <a:ext cx="25" cy="1925"/>
            </a:xfrm>
            <a:custGeom>
              <a:rect b="b" l="l" r="r" t="t"/>
              <a:pathLst>
                <a:path extrusionOk="0" h="77" w="1">
                  <a:moveTo>
                    <a:pt x="0" y="76"/>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4"/>
            <p:cNvSpPr/>
            <p:nvPr/>
          </p:nvSpPr>
          <p:spPr>
            <a:xfrm>
              <a:off x="4589625" y="4032800"/>
              <a:ext cx="25" cy="1500"/>
            </a:xfrm>
            <a:custGeom>
              <a:rect b="b" l="l" r="r" t="t"/>
              <a:pathLst>
                <a:path extrusionOk="0" h="60" w="1">
                  <a:moveTo>
                    <a:pt x="1" y="60"/>
                  </a:moveTo>
                  <a:lnTo>
                    <a:pt x="1" y="6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4"/>
            <p:cNvSpPr/>
            <p:nvPr/>
          </p:nvSpPr>
          <p:spPr>
            <a:xfrm>
              <a:off x="4589625" y="4033850"/>
              <a:ext cx="1075" cy="2150"/>
            </a:xfrm>
            <a:custGeom>
              <a:rect b="b" l="l" r="r" t="t"/>
              <a:pathLst>
                <a:path extrusionOk="0" h="86" w="43">
                  <a:moveTo>
                    <a:pt x="34" y="1"/>
                  </a:moveTo>
                  <a:lnTo>
                    <a:pt x="1" y="9"/>
                  </a:lnTo>
                  <a:lnTo>
                    <a:pt x="1" y="85"/>
                  </a:lnTo>
                  <a:cubicBezTo>
                    <a:pt x="17" y="77"/>
                    <a:pt x="43" y="68"/>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4"/>
            <p:cNvSpPr/>
            <p:nvPr/>
          </p:nvSpPr>
          <p:spPr>
            <a:xfrm>
              <a:off x="4574600" y="4087375"/>
              <a:ext cx="450" cy="1700"/>
            </a:xfrm>
            <a:custGeom>
              <a:rect b="b" l="l" r="r" t="t"/>
              <a:pathLst>
                <a:path extrusionOk="0" h="68" w="18">
                  <a:moveTo>
                    <a:pt x="9" y="0"/>
                  </a:moveTo>
                  <a:lnTo>
                    <a:pt x="1" y="8"/>
                  </a:lnTo>
                  <a:lnTo>
                    <a:pt x="18" y="68"/>
                  </a:lnTo>
                  <a:lnTo>
                    <a:pt x="18" y="5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4"/>
            <p:cNvSpPr/>
            <p:nvPr/>
          </p:nvSpPr>
          <p:spPr>
            <a:xfrm>
              <a:off x="4575250" y="4079750"/>
              <a:ext cx="450" cy="875"/>
            </a:xfrm>
            <a:custGeom>
              <a:rect b="b" l="l" r="r" t="t"/>
              <a:pathLst>
                <a:path extrusionOk="0" h="35" w="18">
                  <a:moveTo>
                    <a:pt x="0" y="0"/>
                  </a:moveTo>
                  <a:cubicBezTo>
                    <a:pt x="0" y="9"/>
                    <a:pt x="9" y="26"/>
                    <a:pt x="17" y="34"/>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4"/>
            <p:cNvSpPr/>
            <p:nvPr/>
          </p:nvSpPr>
          <p:spPr>
            <a:xfrm>
              <a:off x="4571025" y="4070200"/>
              <a:ext cx="4875" cy="9575"/>
            </a:xfrm>
            <a:custGeom>
              <a:rect b="b" l="l" r="r" t="t"/>
              <a:pathLst>
                <a:path extrusionOk="0" h="383" w="195">
                  <a:moveTo>
                    <a:pt x="96" y="1"/>
                  </a:moveTo>
                  <a:cubicBezTo>
                    <a:pt x="71" y="1"/>
                    <a:pt x="44" y="10"/>
                    <a:pt x="17" y="10"/>
                  </a:cubicBezTo>
                  <a:cubicBezTo>
                    <a:pt x="9" y="19"/>
                    <a:pt x="0" y="163"/>
                    <a:pt x="34" y="171"/>
                  </a:cubicBezTo>
                  <a:cubicBezTo>
                    <a:pt x="39" y="158"/>
                    <a:pt x="43" y="154"/>
                    <a:pt x="47" y="154"/>
                  </a:cubicBezTo>
                  <a:cubicBezTo>
                    <a:pt x="57" y="154"/>
                    <a:pt x="63" y="188"/>
                    <a:pt x="68" y="188"/>
                  </a:cubicBezTo>
                  <a:cubicBezTo>
                    <a:pt x="71" y="188"/>
                    <a:pt x="74" y="176"/>
                    <a:pt x="76" y="137"/>
                  </a:cubicBezTo>
                  <a:cubicBezTo>
                    <a:pt x="77" y="137"/>
                    <a:pt x="79" y="136"/>
                    <a:pt x="80" y="136"/>
                  </a:cubicBezTo>
                  <a:cubicBezTo>
                    <a:pt x="96" y="136"/>
                    <a:pt x="118" y="192"/>
                    <a:pt x="110" y="247"/>
                  </a:cubicBezTo>
                  <a:cubicBezTo>
                    <a:pt x="97" y="247"/>
                    <a:pt x="99" y="211"/>
                    <a:pt x="89" y="211"/>
                  </a:cubicBezTo>
                  <a:cubicBezTo>
                    <a:pt x="86" y="211"/>
                    <a:pt x="82" y="214"/>
                    <a:pt x="76" y="222"/>
                  </a:cubicBezTo>
                  <a:cubicBezTo>
                    <a:pt x="96" y="255"/>
                    <a:pt x="90" y="267"/>
                    <a:pt x="102" y="267"/>
                  </a:cubicBezTo>
                  <a:cubicBezTo>
                    <a:pt x="106" y="267"/>
                    <a:pt x="111" y="266"/>
                    <a:pt x="119" y="264"/>
                  </a:cubicBezTo>
                  <a:cubicBezTo>
                    <a:pt x="127" y="306"/>
                    <a:pt x="152" y="340"/>
                    <a:pt x="169" y="382"/>
                  </a:cubicBezTo>
                  <a:cubicBezTo>
                    <a:pt x="161" y="298"/>
                    <a:pt x="195" y="137"/>
                    <a:pt x="152" y="36"/>
                  </a:cubicBezTo>
                  <a:cubicBezTo>
                    <a:pt x="137" y="8"/>
                    <a:pt x="117" y="1"/>
                    <a:pt x="9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4"/>
            <p:cNvSpPr/>
            <p:nvPr/>
          </p:nvSpPr>
          <p:spPr>
            <a:xfrm>
              <a:off x="4570600" y="4077000"/>
              <a:ext cx="650" cy="1725"/>
            </a:xfrm>
            <a:custGeom>
              <a:rect b="b" l="l" r="r" t="t"/>
              <a:pathLst>
                <a:path extrusionOk="0" h="69" w="26">
                  <a:moveTo>
                    <a:pt x="0" y="1"/>
                  </a:moveTo>
                  <a:cubicBezTo>
                    <a:pt x="0" y="26"/>
                    <a:pt x="0" y="43"/>
                    <a:pt x="0" y="68"/>
                  </a:cubicBezTo>
                  <a:cubicBezTo>
                    <a:pt x="26" y="60"/>
                    <a:pt x="0" y="34"/>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4"/>
            <p:cNvSpPr/>
            <p:nvPr/>
          </p:nvSpPr>
          <p:spPr>
            <a:xfrm>
              <a:off x="4579475" y="4057950"/>
              <a:ext cx="650" cy="2150"/>
            </a:xfrm>
            <a:custGeom>
              <a:rect b="b" l="l" r="r" t="t"/>
              <a:pathLst>
                <a:path extrusionOk="0" h="86" w="26">
                  <a:moveTo>
                    <a:pt x="4" y="0"/>
                  </a:moveTo>
                  <a:cubicBezTo>
                    <a:pt x="3" y="0"/>
                    <a:pt x="2" y="1"/>
                    <a:pt x="1" y="1"/>
                  </a:cubicBezTo>
                  <a:lnTo>
                    <a:pt x="9" y="86"/>
                  </a:lnTo>
                  <a:cubicBezTo>
                    <a:pt x="9" y="77"/>
                    <a:pt x="17" y="60"/>
                    <a:pt x="26" y="52"/>
                  </a:cubicBezTo>
                  <a:cubicBezTo>
                    <a:pt x="26" y="52"/>
                    <a:pt x="19" y="0"/>
                    <a:pt x="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4"/>
            <p:cNvSpPr/>
            <p:nvPr/>
          </p:nvSpPr>
          <p:spPr>
            <a:xfrm>
              <a:off x="4579675" y="4060075"/>
              <a:ext cx="250" cy="875"/>
            </a:xfrm>
            <a:custGeom>
              <a:rect b="b" l="l" r="r" t="t"/>
              <a:pathLst>
                <a:path extrusionOk="0" h="35" w="10">
                  <a:moveTo>
                    <a:pt x="9" y="1"/>
                  </a:moveTo>
                  <a:cubicBezTo>
                    <a:pt x="1" y="9"/>
                    <a:pt x="1" y="26"/>
                    <a:pt x="9" y="35"/>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4"/>
            <p:cNvSpPr/>
            <p:nvPr/>
          </p:nvSpPr>
          <p:spPr>
            <a:xfrm>
              <a:off x="4580325" y="4059025"/>
              <a:ext cx="25" cy="225"/>
            </a:xfrm>
            <a:custGeom>
              <a:rect b="b" l="l" r="r" t="t"/>
              <a:pathLst>
                <a:path extrusionOk="0" h="9" w="1">
                  <a:moveTo>
                    <a:pt x="0" y="0"/>
                  </a:moveTo>
                  <a:lnTo>
                    <a:pt x="0" y="0"/>
                  </a:lnTo>
                  <a:cubicBezTo>
                    <a:pt x="0" y="0"/>
                    <a:pt x="0" y="9"/>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4"/>
            <p:cNvSpPr/>
            <p:nvPr/>
          </p:nvSpPr>
          <p:spPr>
            <a:xfrm>
              <a:off x="4590050" y="4026025"/>
              <a:ext cx="450" cy="1500"/>
            </a:xfrm>
            <a:custGeom>
              <a:rect b="b" l="l" r="r" t="t"/>
              <a:pathLst>
                <a:path extrusionOk="0" h="60" w="18">
                  <a:moveTo>
                    <a:pt x="0" y="1"/>
                  </a:moveTo>
                  <a:cubicBezTo>
                    <a:pt x="0" y="18"/>
                    <a:pt x="0" y="43"/>
                    <a:pt x="0" y="60"/>
                  </a:cubicBezTo>
                  <a:cubicBezTo>
                    <a:pt x="17" y="60"/>
                    <a:pt x="0" y="26"/>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4"/>
            <p:cNvSpPr/>
            <p:nvPr/>
          </p:nvSpPr>
          <p:spPr>
            <a:xfrm>
              <a:off x="4589000" y="3990725"/>
              <a:ext cx="225" cy="850"/>
            </a:xfrm>
            <a:custGeom>
              <a:rect b="b" l="l" r="r" t="t"/>
              <a:pathLst>
                <a:path extrusionOk="0" h="34" w="9">
                  <a:moveTo>
                    <a:pt x="9" y="0"/>
                  </a:moveTo>
                  <a:cubicBezTo>
                    <a:pt x="0" y="9"/>
                    <a:pt x="0" y="25"/>
                    <a:pt x="0" y="34"/>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4"/>
            <p:cNvSpPr/>
            <p:nvPr/>
          </p:nvSpPr>
          <p:spPr>
            <a:xfrm>
              <a:off x="4579275" y="3978450"/>
              <a:ext cx="225" cy="225"/>
            </a:xfrm>
            <a:custGeom>
              <a:rect b="b" l="l" r="r" t="t"/>
              <a:pathLst>
                <a:path extrusionOk="0" h="9" w="9">
                  <a:moveTo>
                    <a:pt x="9" y="9"/>
                  </a:moveTo>
                  <a:cubicBezTo>
                    <a:pt x="9" y="0"/>
                    <a:pt x="9" y="0"/>
                    <a:pt x="0" y="0"/>
                  </a:cubicBezTo>
                  <a:cubicBezTo>
                    <a:pt x="9" y="0"/>
                    <a:pt x="9" y="0"/>
                    <a:pt x="9"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4"/>
            <p:cNvSpPr/>
            <p:nvPr/>
          </p:nvSpPr>
          <p:spPr>
            <a:xfrm>
              <a:off x="4578850" y="3974225"/>
              <a:ext cx="575" cy="4250"/>
            </a:xfrm>
            <a:custGeom>
              <a:rect b="b" l="l" r="r" t="t"/>
              <a:pathLst>
                <a:path extrusionOk="0" h="170" w="23">
                  <a:moveTo>
                    <a:pt x="9" y="0"/>
                  </a:moveTo>
                  <a:lnTo>
                    <a:pt x="9" y="0"/>
                  </a:lnTo>
                  <a:cubicBezTo>
                    <a:pt x="1" y="54"/>
                    <a:pt x="7" y="100"/>
                    <a:pt x="15" y="153"/>
                  </a:cubicBezTo>
                  <a:lnTo>
                    <a:pt x="15" y="153"/>
                  </a:lnTo>
                  <a:cubicBezTo>
                    <a:pt x="14" y="121"/>
                    <a:pt x="23" y="72"/>
                    <a:pt x="9" y="51"/>
                  </a:cubicBezTo>
                  <a:lnTo>
                    <a:pt x="17" y="51"/>
                  </a:lnTo>
                  <a:lnTo>
                    <a:pt x="9" y="0"/>
                  </a:lnTo>
                  <a:close/>
                  <a:moveTo>
                    <a:pt x="15" y="153"/>
                  </a:moveTo>
                  <a:cubicBezTo>
                    <a:pt x="15" y="159"/>
                    <a:pt x="16" y="165"/>
                    <a:pt x="17" y="169"/>
                  </a:cubicBezTo>
                  <a:cubicBezTo>
                    <a:pt x="16" y="164"/>
                    <a:pt x="15" y="158"/>
                    <a:pt x="15" y="15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64"/>
          <p:cNvGrpSpPr/>
          <p:nvPr/>
        </p:nvGrpSpPr>
        <p:grpSpPr>
          <a:xfrm rot="-10098541">
            <a:off x="-814156" y="2766433"/>
            <a:ext cx="1461847" cy="4788634"/>
            <a:chOff x="4570175" y="1970200"/>
            <a:chExt cx="674450" cy="2209325"/>
          </a:xfrm>
        </p:grpSpPr>
        <p:sp>
          <p:nvSpPr>
            <p:cNvPr id="5983" name="Google Shape;5983;p64"/>
            <p:cNvSpPr/>
            <p:nvPr/>
          </p:nvSpPr>
          <p:spPr>
            <a:xfrm>
              <a:off x="4731325" y="3915650"/>
              <a:ext cx="1500" cy="2125"/>
            </a:xfrm>
            <a:custGeom>
              <a:rect b="b" l="l" r="r" t="t"/>
              <a:pathLst>
                <a:path extrusionOk="0" h="85" w="60">
                  <a:moveTo>
                    <a:pt x="60" y="0"/>
                  </a:moveTo>
                  <a:lnTo>
                    <a:pt x="60" y="0"/>
                  </a:lnTo>
                  <a:cubicBezTo>
                    <a:pt x="34" y="34"/>
                    <a:pt x="9" y="68"/>
                    <a:pt x="0" y="85"/>
                  </a:cubicBezTo>
                  <a:lnTo>
                    <a:pt x="6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4"/>
            <p:cNvSpPr/>
            <p:nvPr/>
          </p:nvSpPr>
          <p:spPr>
            <a:xfrm>
              <a:off x="4707625" y="3948625"/>
              <a:ext cx="250" cy="450"/>
            </a:xfrm>
            <a:custGeom>
              <a:rect b="b" l="l" r="r" t="t"/>
              <a:pathLst>
                <a:path extrusionOk="0" h="18" w="10">
                  <a:moveTo>
                    <a:pt x="9" y="1"/>
                  </a:moveTo>
                  <a:lnTo>
                    <a:pt x="1" y="18"/>
                  </a:lnTo>
                  <a:lnTo>
                    <a:pt x="9" y="9"/>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4"/>
            <p:cNvSpPr/>
            <p:nvPr/>
          </p:nvSpPr>
          <p:spPr>
            <a:xfrm>
              <a:off x="4697475" y="3963425"/>
              <a:ext cx="3000" cy="4900"/>
            </a:xfrm>
            <a:custGeom>
              <a:rect b="b" l="l" r="r" t="t"/>
              <a:pathLst>
                <a:path extrusionOk="0" h="196" w="120">
                  <a:moveTo>
                    <a:pt x="119" y="1"/>
                  </a:moveTo>
                  <a:cubicBezTo>
                    <a:pt x="95" y="38"/>
                    <a:pt x="66" y="88"/>
                    <a:pt x="35" y="139"/>
                  </a:cubicBezTo>
                  <a:lnTo>
                    <a:pt x="35" y="139"/>
                  </a:lnTo>
                  <a:lnTo>
                    <a:pt x="119" y="1"/>
                  </a:lnTo>
                  <a:close/>
                  <a:moveTo>
                    <a:pt x="35" y="139"/>
                  </a:moveTo>
                  <a:lnTo>
                    <a:pt x="1" y="195"/>
                  </a:lnTo>
                  <a:cubicBezTo>
                    <a:pt x="12" y="177"/>
                    <a:pt x="24" y="158"/>
                    <a:pt x="35" y="13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4"/>
            <p:cNvSpPr/>
            <p:nvPr/>
          </p:nvSpPr>
          <p:spPr>
            <a:xfrm>
              <a:off x="4717150" y="3918175"/>
              <a:ext cx="1850" cy="3400"/>
            </a:xfrm>
            <a:custGeom>
              <a:rect b="b" l="l" r="r" t="t"/>
              <a:pathLst>
                <a:path extrusionOk="0" h="136" w="74">
                  <a:moveTo>
                    <a:pt x="73" y="1"/>
                  </a:moveTo>
                  <a:cubicBezTo>
                    <a:pt x="72" y="1"/>
                    <a:pt x="71" y="3"/>
                    <a:pt x="68" y="9"/>
                  </a:cubicBezTo>
                  <a:cubicBezTo>
                    <a:pt x="51" y="43"/>
                    <a:pt x="26" y="94"/>
                    <a:pt x="1" y="136"/>
                  </a:cubicBezTo>
                  <a:cubicBezTo>
                    <a:pt x="43" y="65"/>
                    <a:pt x="73" y="1"/>
                    <a:pt x="7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4"/>
            <p:cNvSpPr/>
            <p:nvPr/>
          </p:nvSpPr>
          <p:spPr>
            <a:xfrm>
              <a:off x="4715450" y="3921775"/>
              <a:ext cx="1725" cy="3200"/>
            </a:xfrm>
            <a:custGeom>
              <a:rect b="b" l="l" r="r" t="t"/>
              <a:pathLst>
                <a:path extrusionOk="0" h="128" w="69">
                  <a:moveTo>
                    <a:pt x="69" y="0"/>
                  </a:moveTo>
                  <a:lnTo>
                    <a:pt x="1" y="127"/>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4"/>
            <p:cNvSpPr/>
            <p:nvPr/>
          </p:nvSpPr>
          <p:spPr>
            <a:xfrm>
              <a:off x="4697475" y="3955400"/>
              <a:ext cx="675" cy="1075"/>
            </a:xfrm>
            <a:custGeom>
              <a:rect b="b" l="l" r="r" t="t"/>
              <a:pathLst>
                <a:path extrusionOk="0" h="43" w="27">
                  <a:moveTo>
                    <a:pt x="26" y="0"/>
                  </a:moveTo>
                  <a:lnTo>
                    <a:pt x="18" y="9"/>
                  </a:lnTo>
                  <a:lnTo>
                    <a:pt x="1" y="43"/>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4"/>
            <p:cNvSpPr/>
            <p:nvPr/>
          </p:nvSpPr>
          <p:spPr>
            <a:xfrm>
              <a:off x="4708700" y="3945250"/>
              <a:ext cx="25" cy="25"/>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4"/>
            <p:cNvSpPr/>
            <p:nvPr/>
          </p:nvSpPr>
          <p:spPr>
            <a:xfrm>
              <a:off x="4698500" y="3954100"/>
              <a:ext cx="6550" cy="9675"/>
            </a:xfrm>
            <a:custGeom>
              <a:rect b="b" l="l" r="r" t="t"/>
              <a:pathLst>
                <a:path extrusionOk="0" h="387" w="262">
                  <a:moveTo>
                    <a:pt x="247" y="1"/>
                  </a:moveTo>
                  <a:cubicBezTo>
                    <a:pt x="245" y="1"/>
                    <a:pt x="237" y="9"/>
                    <a:pt x="222" y="27"/>
                  </a:cubicBezTo>
                  <a:cubicBezTo>
                    <a:pt x="159" y="137"/>
                    <a:pt x="1" y="387"/>
                    <a:pt x="20" y="387"/>
                  </a:cubicBezTo>
                  <a:cubicBezTo>
                    <a:pt x="22" y="387"/>
                    <a:pt x="24" y="385"/>
                    <a:pt x="28" y="382"/>
                  </a:cubicBezTo>
                  <a:cubicBezTo>
                    <a:pt x="13" y="375"/>
                    <a:pt x="262" y="1"/>
                    <a:pt x="24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4"/>
            <p:cNvSpPr/>
            <p:nvPr/>
          </p:nvSpPr>
          <p:spPr>
            <a:xfrm>
              <a:off x="4696425" y="3957725"/>
              <a:ext cx="5325" cy="8700"/>
            </a:xfrm>
            <a:custGeom>
              <a:rect b="b" l="l" r="r" t="t"/>
              <a:pathLst>
                <a:path extrusionOk="0" h="348" w="213">
                  <a:moveTo>
                    <a:pt x="212" y="0"/>
                  </a:moveTo>
                  <a:cubicBezTo>
                    <a:pt x="170" y="68"/>
                    <a:pt x="119" y="136"/>
                    <a:pt x="68" y="203"/>
                  </a:cubicBezTo>
                  <a:cubicBezTo>
                    <a:pt x="60" y="229"/>
                    <a:pt x="77" y="220"/>
                    <a:pt x="1" y="347"/>
                  </a:cubicBezTo>
                  <a:lnTo>
                    <a:pt x="21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4"/>
            <p:cNvSpPr/>
            <p:nvPr/>
          </p:nvSpPr>
          <p:spPr>
            <a:xfrm>
              <a:off x="4687125" y="3962175"/>
              <a:ext cx="4875" cy="7850"/>
            </a:xfrm>
            <a:custGeom>
              <a:rect b="b" l="l" r="r" t="t"/>
              <a:pathLst>
                <a:path extrusionOk="0" h="314" w="195">
                  <a:moveTo>
                    <a:pt x="195" y="0"/>
                  </a:moveTo>
                  <a:lnTo>
                    <a:pt x="178" y="25"/>
                  </a:lnTo>
                  <a:lnTo>
                    <a:pt x="0" y="313"/>
                  </a:lnTo>
                  <a:lnTo>
                    <a:pt x="26" y="288"/>
                  </a:lnTo>
                  <a:lnTo>
                    <a:pt x="19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4"/>
            <p:cNvSpPr/>
            <p:nvPr/>
          </p:nvSpPr>
          <p:spPr>
            <a:xfrm>
              <a:off x="4579900" y="3980350"/>
              <a:ext cx="225" cy="1075"/>
            </a:xfrm>
            <a:custGeom>
              <a:rect b="b" l="l" r="r" t="t"/>
              <a:pathLst>
                <a:path extrusionOk="0" h="43" w="9">
                  <a:moveTo>
                    <a:pt x="0" y="1"/>
                  </a:moveTo>
                  <a:cubicBezTo>
                    <a:pt x="0" y="34"/>
                    <a:pt x="0" y="43"/>
                    <a:pt x="9" y="43"/>
                  </a:cubicBezTo>
                  <a:cubicBezTo>
                    <a:pt x="9" y="26"/>
                    <a:pt x="0" y="18"/>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4"/>
            <p:cNvSpPr/>
            <p:nvPr/>
          </p:nvSpPr>
          <p:spPr>
            <a:xfrm>
              <a:off x="4625800" y="4026875"/>
              <a:ext cx="32800" cy="50775"/>
            </a:xfrm>
            <a:custGeom>
              <a:rect b="b" l="l" r="r" t="t"/>
              <a:pathLst>
                <a:path extrusionOk="0" h="2031" w="1312">
                  <a:moveTo>
                    <a:pt x="1311" y="1"/>
                  </a:moveTo>
                  <a:cubicBezTo>
                    <a:pt x="1276" y="55"/>
                    <a:pt x="1247" y="101"/>
                    <a:pt x="1221" y="141"/>
                  </a:cubicBezTo>
                  <a:lnTo>
                    <a:pt x="1221" y="141"/>
                  </a:lnTo>
                  <a:cubicBezTo>
                    <a:pt x="1264" y="85"/>
                    <a:pt x="1290" y="43"/>
                    <a:pt x="1311" y="1"/>
                  </a:cubicBezTo>
                  <a:close/>
                  <a:moveTo>
                    <a:pt x="1221" y="141"/>
                  </a:moveTo>
                  <a:lnTo>
                    <a:pt x="1221" y="141"/>
                  </a:lnTo>
                  <a:cubicBezTo>
                    <a:pt x="1213" y="153"/>
                    <a:pt x="1203" y="165"/>
                    <a:pt x="1193" y="178"/>
                  </a:cubicBezTo>
                  <a:cubicBezTo>
                    <a:pt x="1110" y="317"/>
                    <a:pt x="1015" y="433"/>
                    <a:pt x="1002" y="433"/>
                  </a:cubicBezTo>
                  <a:cubicBezTo>
                    <a:pt x="1000" y="433"/>
                    <a:pt x="1001" y="427"/>
                    <a:pt x="1007" y="415"/>
                  </a:cubicBezTo>
                  <a:lnTo>
                    <a:pt x="1007" y="415"/>
                  </a:lnTo>
                  <a:cubicBezTo>
                    <a:pt x="795" y="770"/>
                    <a:pt x="770" y="762"/>
                    <a:pt x="770" y="830"/>
                  </a:cubicBezTo>
                  <a:cubicBezTo>
                    <a:pt x="678" y="986"/>
                    <a:pt x="565" y="1138"/>
                    <a:pt x="555" y="1138"/>
                  </a:cubicBezTo>
                  <a:cubicBezTo>
                    <a:pt x="550" y="1138"/>
                    <a:pt x="567" y="1105"/>
                    <a:pt x="618" y="1024"/>
                  </a:cubicBezTo>
                  <a:lnTo>
                    <a:pt x="618" y="1024"/>
                  </a:lnTo>
                  <a:lnTo>
                    <a:pt x="203" y="1667"/>
                  </a:lnTo>
                  <a:lnTo>
                    <a:pt x="465" y="1295"/>
                  </a:lnTo>
                  <a:lnTo>
                    <a:pt x="465" y="1295"/>
                  </a:lnTo>
                  <a:cubicBezTo>
                    <a:pt x="423" y="1413"/>
                    <a:pt x="42" y="1887"/>
                    <a:pt x="0" y="2031"/>
                  </a:cubicBezTo>
                  <a:lnTo>
                    <a:pt x="457" y="1346"/>
                  </a:lnTo>
                  <a:lnTo>
                    <a:pt x="440" y="1388"/>
                  </a:lnTo>
                  <a:cubicBezTo>
                    <a:pt x="542" y="1219"/>
                    <a:pt x="753" y="923"/>
                    <a:pt x="829" y="821"/>
                  </a:cubicBezTo>
                  <a:lnTo>
                    <a:pt x="829" y="821"/>
                  </a:lnTo>
                  <a:cubicBezTo>
                    <a:pt x="821" y="838"/>
                    <a:pt x="829" y="830"/>
                    <a:pt x="753" y="957"/>
                  </a:cubicBezTo>
                  <a:cubicBezTo>
                    <a:pt x="1268" y="191"/>
                    <a:pt x="919" y="623"/>
                    <a:pt x="1221" y="14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4"/>
            <p:cNvSpPr/>
            <p:nvPr/>
          </p:nvSpPr>
          <p:spPr>
            <a:xfrm>
              <a:off x="4658775" y="3982875"/>
              <a:ext cx="28825" cy="48250"/>
            </a:xfrm>
            <a:custGeom>
              <a:rect b="b" l="l" r="r" t="t"/>
              <a:pathLst>
                <a:path extrusionOk="0" h="1930" w="1153">
                  <a:moveTo>
                    <a:pt x="1129" y="0"/>
                  </a:moveTo>
                  <a:cubicBezTo>
                    <a:pt x="1127" y="0"/>
                    <a:pt x="1120" y="6"/>
                    <a:pt x="1109" y="18"/>
                  </a:cubicBezTo>
                  <a:cubicBezTo>
                    <a:pt x="864" y="416"/>
                    <a:pt x="813" y="466"/>
                    <a:pt x="686" y="720"/>
                  </a:cubicBezTo>
                  <a:cubicBezTo>
                    <a:pt x="449" y="1075"/>
                    <a:pt x="272" y="1329"/>
                    <a:pt x="153" y="1490"/>
                  </a:cubicBezTo>
                  <a:cubicBezTo>
                    <a:pt x="85" y="1591"/>
                    <a:pt x="94" y="1617"/>
                    <a:pt x="9" y="1752"/>
                  </a:cubicBezTo>
                  <a:cubicBezTo>
                    <a:pt x="26" y="1727"/>
                    <a:pt x="43" y="1701"/>
                    <a:pt x="68" y="1659"/>
                  </a:cubicBezTo>
                  <a:lnTo>
                    <a:pt x="111" y="1676"/>
                  </a:lnTo>
                  <a:cubicBezTo>
                    <a:pt x="178" y="1558"/>
                    <a:pt x="255" y="1456"/>
                    <a:pt x="339" y="1329"/>
                  </a:cubicBezTo>
                  <a:lnTo>
                    <a:pt x="339" y="1329"/>
                  </a:lnTo>
                  <a:cubicBezTo>
                    <a:pt x="229" y="1532"/>
                    <a:pt x="111" y="1727"/>
                    <a:pt x="1" y="1930"/>
                  </a:cubicBezTo>
                  <a:cubicBezTo>
                    <a:pt x="119" y="1786"/>
                    <a:pt x="238" y="1634"/>
                    <a:pt x="339" y="1481"/>
                  </a:cubicBezTo>
                  <a:cubicBezTo>
                    <a:pt x="466" y="1287"/>
                    <a:pt x="593" y="1092"/>
                    <a:pt x="669" y="982"/>
                  </a:cubicBezTo>
                  <a:lnTo>
                    <a:pt x="669" y="982"/>
                  </a:lnTo>
                  <a:cubicBezTo>
                    <a:pt x="619" y="1043"/>
                    <a:pt x="600" y="1061"/>
                    <a:pt x="594" y="1061"/>
                  </a:cubicBezTo>
                  <a:cubicBezTo>
                    <a:pt x="586" y="1061"/>
                    <a:pt x="612" y="1017"/>
                    <a:pt x="608" y="1017"/>
                  </a:cubicBezTo>
                  <a:lnTo>
                    <a:pt x="608" y="1017"/>
                  </a:lnTo>
                  <a:cubicBezTo>
                    <a:pt x="604" y="1017"/>
                    <a:pt x="566" y="1068"/>
                    <a:pt x="415" y="1278"/>
                  </a:cubicBezTo>
                  <a:lnTo>
                    <a:pt x="576" y="957"/>
                  </a:lnTo>
                  <a:lnTo>
                    <a:pt x="906" y="475"/>
                  </a:lnTo>
                  <a:cubicBezTo>
                    <a:pt x="900" y="462"/>
                    <a:pt x="1024" y="251"/>
                    <a:pt x="1012" y="251"/>
                  </a:cubicBezTo>
                  <a:lnTo>
                    <a:pt x="1012" y="251"/>
                  </a:lnTo>
                  <a:cubicBezTo>
                    <a:pt x="1008" y="251"/>
                    <a:pt x="990" y="273"/>
                    <a:pt x="948" y="331"/>
                  </a:cubicBezTo>
                  <a:cubicBezTo>
                    <a:pt x="923" y="382"/>
                    <a:pt x="864" y="475"/>
                    <a:pt x="813" y="551"/>
                  </a:cubicBezTo>
                  <a:cubicBezTo>
                    <a:pt x="821" y="490"/>
                    <a:pt x="1153" y="0"/>
                    <a:pt x="112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4"/>
            <p:cNvSpPr/>
            <p:nvPr/>
          </p:nvSpPr>
          <p:spPr>
            <a:xfrm>
              <a:off x="4658575" y="4026675"/>
              <a:ext cx="225" cy="450"/>
            </a:xfrm>
            <a:custGeom>
              <a:rect b="b" l="l" r="r" t="t"/>
              <a:pathLst>
                <a:path extrusionOk="0" h="18" w="9">
                  <a:moveTo>
                    <a:pt x="9" y="0"/>
                  </a:moveTo>
                  <a:lnTo>
                    <a:pt x="0" y="17"/>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4"/>
            <p:cNvSpPr/>
            <p:nvPr/>
          </p:nvSpPr>
          <p:spPr>
            <a:xfrm>
              <a:off x="4682600" y="3951800"/>
              <a:ext cx="27375" cy="44700"/>
            </a:xfrm>
            <a:custGeom>
              <a:rect b="b" l="l" r="r" t="t"/>
              <a:pathLst>
                <a:path extrusionOk="0" h="1788" w="1095">
                  <a:moveTo>
                    <a:pt x="587" y="660"/>
                  </a:moveTo>
                  <a:cubicBezTo>
                    <a:pt x="554" y="711"/>
                    <a:pt x="520" y="762"/>
                    <a:pt x="486" y="813"/>
                  </a:cubicBezTo>
                  <a:cubicBezTo>
                    <a:pt x="482" y="823"/>
                    <a:pt x="448" y="881"/>
                    <a:pt x="405" y="954"/>
                  </a:cubicBezTo>
                  <a:lnTo>
                    <a:pt x="405" y="954"/>
                  </a:lnTo>
                  <a:cubicBezTo>
                    <a:pt x="446" y="885"/>
                    <a:pt x="515" y="776"/>
                    <a:pt x="587" y="660"/>
                  </a:cubicBezTo>
                  <a:close/>
                  <a:moveTo>
                    <a:pt x="405" y="954"/>
                  </a:moveTo>
                  <a:lnTo>
                    <a:pt x="405" y="954"/>
                  </a:lnTo>
                  <a:cubicBezTo>
                    <a:pt x="399" y="964"/>
                    <a:pt x="393" y="973"/>
                    <a:pt x="389" y="982"/>
                  </a:cubicBezTo>
                  <a:lnTo>
                    <a:pt x="389" y="982"/>
                  </a:lnTo>
                  <a:cubicBezTo>
                    <a:pt x="394" y="972"/>
                    <a:pt x="400" y="963"/>
                    <a:pt x="405" y="954"/>
                  </a:cubicBezTo>
                  <a:close/>
                  <a:moveTo>
                    <a:pt x="1095" y="1"/>
                  </a:moveTo>
                  <a:cubicBezTo>
                    <a:pt x="858" y="398"/>
                    <a:pt x="579" y="830"/>
                    <a:pt x="359" y="1143"/>
                  </a:cubicBezTo>
                  <a:lnTo>
                    <a:pt x="418" y="999"/>
                  </a:lnTo>
                  <a:cubicBezTo>
                    <a:pt x="672" y="652"/>
                    <a:pt x="807" y="415"/>
                    <a:pt x="1036" y="60"/>
                  </a:cubicBezTo>
                  <a:lnTo>
                    <a:pt x="1036" y="60"/>
                  </a:lnTo>
                  <a:cubicBezTo>
                    <a:pt x="858" y="330"/>
                    <a:pt x="680" y="593"/>
                    <a:pt x="503" y="855"/>
                  </a:cubicBezTo>
                  <a:cubicBezTo>
                    <a:pt x="412" y="979"/>
                    <a:pt x="372" y="1028"/>
                    <a:pt x="366" y="1028"/>
                  </a:cubicBezTo>
                  <a:cubicBezTo>
                    <a:pt x="363" y="1028"/>
                    <a:pt x="371" y="1011"/>
                    <a:pt x="389" y="982"/>
                  </a:cubicBezTo>
                  <a:lnTo>
                    <a:pt x="389" y="982"/>
                  </a:lnTo>
                  <a:cubicBezTo>
                    <a:pt x="309" y="1117"/>
                    <a:pt x="210" y="1283"/>
                    <a:pt x="218" y="1283"/>
                  </a:cubicBezTo>
                  <a:cubicBezTo>
                    <a:pt x="223" y="1283"/>
                    <a:pt x="275" y="1210"/>
                    <a:pt x="410" y="1007"/>
                  </a:cubicBezTo>
                  <a:lnTo>
                    <a:pt x="410" y="1007"/>
                  </a:lnTo>
                  <a:cubicBezTo>
                    <a:pt x="418" y="1050"/>
                    <a:pt x="122" y="1464"/>
                    <a:pt x="12" y="1659"/>
                  </a:cubicBezTo>
                  <a:cubicBezTo>
                    <a:pt x="35" y="1625"/>
                    <a:pt x="45" y="1613"/>
                    <a:pt x="47" y="1613"/>
                  </a:cubicBezTo>
                  <a:lnTo>
                    <a:pt x="47" y="1613"/>
                  </a:lnTo>
                  <a:cubicBezTo>
                    <a:pt x="52" y="1613"/>
                    <a:pt x="1" y="1705"/>
                    <a:pt x="14" y="1705"/>
                  </a:cubicBezTo>
                  <a:cubicBezTo>
                    <a:pt x="15" y="1705"/>
                    <a:pt x="17" y="1703"/>
                    <a:pt x="21" y="1701"/>
                  </a:cubicBezTo>
                  <a:cubicBezTo>
                    <a:pt x="71" y="1608"/>
                    <a:pt x="139" y="1489"/>
                    <a:pt x="241" y="1337"/>
                  </a:cubicBezTo>
                  <a:cubicBezTo>
                    <a:pt x="247" y="1331"/>
                    <a:pt x="251" y="1328"/>
                    <a:pt x="253" y="1328"/>
                  </a:cubicBezTo>
                  <a:cubicBezTo>
                    <a:pt x="269" y="1328"/>
                    <a:pt x="142" y="1534"/>
                    <a:pt x="29" y="1692"/>
                  </a:cubicBezTo>
                  <a:cubicBezTo>
                    <a:pt x="60" y="1654"/>
                    <a:pt x="74" y="1640"/>
                    <a:pt x="78" y="1640"/>
                  </a:cubicBezTo>
                  <a:cubicBezTo>
                    <a:pt x="92" y="1640"/>
                    <a:pt x="3" y="1788"/>
                    <a:pt x="10" y="1788"/>
                  </a:cubicBezTo>
                  <a:cubicBezTo>
                    <a:pt x="14" y="1788"/>
                    <a:pt x="34" y="1761"/>
                    <a:pt x="88" y="1684"/>
                  </a:cubicBezTo>
                  <a:cubicBezTo>
                    <a:pt x="308" y="1337"/>
                    <a:pt x="494" y="1050"/>
                    <a:pt x="655" y="770"/>
                  </a:cubicBezTo>
                  <a:cubicBezTo>
                    <a:pt x="740" y="635"/>
                    <a:pt x="816" y="508"/>
                    <a:pt x="892" y="381"/>
                  </a:cubicBezTo>
                  <a:cubicBezTo>
                    <a:pt x="968" y="254"/>
                    <a:pt x="1027" y="127"/>
                    <a:pt x="109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4"/>
            <p:cNvSpPr/>
            <p:nvPr/>
          </p:nvSpPr>
          <p:spPr>
            <a:xfrm>
              <a:off x="4684375" y="1970200"/>
              <a:ext cx="560250" cy="2007650"/>
            </a:xfrm>
            <a:custGeom>
              <a:rect b="b" l="l" r="r" t="t"/>
              <a:pathLst>
                <a:path extrusionOk="0" h="80306" w="22410">
                  <a:moveTo>
                    <a:pt x="21665" y="3401"/>
                  </a:moveTo>
                  <a:cubicBezTo>
                    <a:pt x="21666" y="3413"/>
                    <a:pt x="21667" y="3424"/>
                    <a:pt x="21668" y="3432"/>
                  </a:cubicBezTo>
                  <a:lnTo>
                    <a:pt x="21668" y="3432"/>
                  </a:lnTo>
                  <a:cubicBezTo>
                    <a:pt x="21666" y="3421"/>
                    <a:pt x="21665" y="3411"/>
                    <a:pt x="21665" y="3401"/>
                  </a:cubicBezTo>
                  <a:close/>
                  <a:moveTo>
                    <a:pt x="22229" y="8448"/>
                  </a:moveTo>
                  <a:cubicBezTo>
                    <a:pt x="22231" y="8503"/>
                    <a:pt x="22232" y="8558"/>
                    <a:pt x="22232" y="8612"/>
                  </a:cubicBezTo>
                  <a:lnTo>
                    <a:pt x="22232" y="8460"/>
                  </a:lnTo>
                  <a:cubicBezTo>
                    <a:pt x="22231" y="8455"/>
                    <a:pt x="22230" y="8451"/>
                    <a:pt x="22229" y="8448"/>
                  </a:cubicBezTo>
                  <a:close/>
                  <a:moveTo>
                    <a:pt x="22314" y="11494"/>
                  </a:moveTo>
                  <a:lnTo>
                    <a:pt x="22316" y="11657"/>
                  </a:lnTo>
                  <a:cubicBezTo>
                    <a:pt x="22316" y="11603"/>
                    <a:pt x="22316" y="11548"/>
                    <a:pt x="22314" y="11494"/>
                  </a:cubicBezTo>
                  <a:close/>
                  <a:moveTo>
                    <a:pt x="20875" y="30487"/>
                  </a:moveTo>
                  <a:lnTo>
                    <a:pt x="20875" y="30487"/>
                  </a:lnTo>
                  <a:cubicBezTo>
                    <a:pt x="20871" y="30507"/>
                    <a:pt x="20866" y="30527"/>
                    <a:pt x="20861" y="30547"/>
                  </a:cubicBezTo>
                  <a:cubicBezTo>
                    <a:pt x="20871" y="30512"/>
                    <a:pt x="20874" y="30495"/>
                    <a:pt x="20875" y="30487"/>
                  </a:cubicBezTo>
                  <a:close/>
                  <a:moveTo>
                    <a:pt x="19542" y="35843"/>
                  </a:moveTo>
                  <a:lnTo>
                    <a:pt x="19542" y="35843"/>
                  </a:lnTo>
                  <a:cubicBezTo>
                    <a:pt x="19537" y="35852"/>
                    <a:pt x="19535" y="35861"/>
                    <a:pt x="19534" y="35870"/>
                  </a:cubicBezTo>
                  <a:lnTo>
                    <a:pt x="19534" y="35870"/>
                  </a:lnTo>
                  <a:cubicBezTo>
                    <a:pt x="19536" y="35862"/>
                    <a:pt x="19539" y="35852"/>
                    <a:pt x="19542" y="35843"/>
                  </a:cubicBezTo>
                  <a:close/>
                  <a:moveTo>
                    <a:pt x="19765" y="36804"/>
                  </a:moveTo>
                  <a:cubicBezTo>
                    <a:pt x="19765" y="36804"/>
                    <a:pt x="19764" y="36808"/>
                    <a:pt x="19762" y="36815"/>
                  </a:cubicBezTo>
                  <a:cubicBezTo>
                    <a:pt x="19750" y="36869"/>
                    <a:pt x="19739" y="36921"/>
                    <a:pt x="19728" y="36970"/>
                  </a:cubicBezTo>
                  <a:lnTo>
                    <a:pt x="19728" y="36970"/>
                  </a:lnTo>
                  <a:cubicBezTo>
                    <a:pt x="19749" y="36881"/>
                    <a:pt x="19765" y="36804"/>
                    <a:pt x="19765" y="36804"/>
                  </a:cubicBezTo>
                  <a:close/>
                  <a:moveTo>
                    <a:pt x="19131" y="37791"/>
                  </a:moveTo>
                  <a:cubicBezTo>
                    <a:pt x="19129" y="37798"/>
                    <a:pt x="19128" y="37802"/>
                    <a:pt x="19127" y="37805"/>
                  </a:cubicBezTo>
                  <a:cubicBezTo>
                    <a:pt x="19128" y="37800"/>
                    <a:pt x="19129" y="37796"/>
                    <a:pt x="19131" y="37791"/>
                  </a:cubicBezTo>
                  <a:close/>
                  <a:moveTo>
                    <a:pt x="18645" y="39615"/>
                  </a:moveTo>
                  <a:lnTo>
                    <a:pt x="18645" y="39617"/>
                  </a:lnTo>
                  <a:lnTo>
                    <a:pt x="18645" y="39617"/>
                  </a:lnTo>
                  <a:cubicBezTo>
                    <a:pt x="18645" y="39618"/>
                    <a:pt x="18644" y="39619"/>
                    <a:pt x="18644" y="39620"/>
                  </a:cubicBezTo>
                  <a:lnTo>
                    <a:pt x="18644" y="39620"/>
                  </a:lnTo>
                  <a:lnTo>
                    <a:pt x="18645" y="39615"/>
                  </a:lnTo>
                  <a:close/>
                  <a:moveTo>
                    <a:pt x="18476" y="40208"/>
                  </a:moveTo>
                  <a:lnTo>
                    <a:pt x="18408" y="40461"/>
                  </a:lnTo>
                  <a:lnTo>
                    <a:pt x="18408" y="40377"/>
                  </a:lnTo>
                  <a:cubicBezTo>
                    <a:pt x="18425" y="40318"/>
                    <a:pt x="18442" y="40258"/>
                    <a:pt x="18476" y="40208"/>
                  </a:cubicBezTo>
                  <a:close/>
                  <a:moveTo>
                    <a:pt x="18002" y="40842"/>
                  </a:moveTo>
                  <a:cubicBezTo>
                    <a:pt x="17998" y="40867"/>
                    <a:pt x="17994" y="40889"/>
                    <a:pt x="17992" y="40908"/>
                  </a:cubicBezTo>
                  <a:lnTo>
                    <a:pt x="17992" y="40908"/>
                  </a:lnTo>
                  <a:cubicBezTo>
                    <a:pt x="17995" y="40886"/>
                    <a:pt x="17999" y="40864"/>
                    <a:pt x="18002" y="40842"/>
                  </a:cubicBezTo>
                  <a:close/>
                  <a:moveTo>
                    <a:pt x="18230" y="42094"/>
                  </a:moveTo>
                  <a:lnTo>
                    <a:pt x="18230" y="42111"/>
                  </a:lnTo>
                  <a:cubicBezTo>
                    <a:pt x="18222" y="42136"/>
                    <a:pt x="18222" y="42153"/>
                    <a:pt x="18222" y="42170"/>
                  </a:cubicBezTo>
                  <a:cubicBezTo>
                    <a:pt x="18207" y="42223"/>
                    <a:pt x="18192" y="42269"/>
                    <a:pt x="18171" y="42314"/>
                  </a:cubicBezTo>
                  <a:lnTo>
                    <a:pt x="18171" y="42314"/>
                  </a:lnTo>
                  <a:cubicBezTo>
                    <a:pt x="18189" y="42246"/>
                    <a:pt x="18209" y="42173"/>
                    <a:pt x="18230" y="42094"/>
                  </a:cubicBezTo>
                  <a:close/>
                  <a:moveTo>
                    <a:pt x="17826" y="42167"/>
                  </a:moveTo>
                  <a:lnTo>
                    <a:pt x="17826" y="42167"/>
                  </a:lnTo>
                  <a:cubicBezTo>
                    <a:pt x="17827" y="42167"/>
                    <a:pt x="17827" y="42174"/>
                    <a:pt x="17824" y="42187"/>
                  </a:cubicBezTo>
                  <a:cubicBezTo>
                    <a:pt x="17697" y="42602"/>
                    <a:pt x="17782" y="42585"/>
                    <a:pt x="17621" y="42957"/>
                  </a:cubicBezTo>
                  <a:cubicBezTo>
                    <a:pt x="17621" y="42972"/>
                    <a:pt x="17623" y="42979"/>
                    <a:pt x="17627" y="42979"/>
                  </a:cubicBezTo>
                  <a:cubicBezTo>
                    <a:pt x="17639" y="42979"/>
                    <a:pt x="17667" y="42917"/>
                    <a:pt x="17699" y="42823"/>
                  </a:cubicBezTo>
                  <a:lnTo>
                    <a:pt x="17699" y="42823"/>
                  </a:lnTo>
                  <a:cubicBezTo>
                    <a:pt x="17697" y="42838"/>
                    <a:pt x="17697" y="42852"/>
                    <a:pt x="17697" y="42864"/>
                  </a:cubicBezTo>
                  <a:cubicBezTo>
                    <a:pt x="17655" y="43016"/>
                    <a:pt x="17604" y="43177"/>
                    <a:pt x="17571" y="43295"/>
                  </a:cubicBezTo>
                  <a:cubicBezTo>
                    <a:pt x="17534" y="43399"/>
                    <a:pt x="17503" y="43496"/>
                    <a:pt x="17496" y="43496"/>
                  </a:cubicBezTo>
                  <a:cubicBezTo>
                    <a:pt x="17495" y="43496"/>
                    <a:pt x="17494" y="43494"/>
                    <a:pt x="17494" y="43490"/>
                  </a:cubicBezTo>
                  <a:cubicBezTo>
                    <a:pt x="17478" y="43448"/>
                    <a:pt x="17621" y="42940"/>
                    <a:pt x="17638" y="42779"/>
                  </a:cubicBezTo>
                  <a:lnTo>
                    <a:pt x="17647" y="42779"/>
                  </a:lnTo>
                  <a:cubicBezTo>
                    <a:pt x="17670" y="42665"/>
                    <a:pt x="17816" y="42167"/>
                    <a:pt x="17826" y="42167"/>
                  </a:cubicBezTo>
                  <a:close/>
                  <a:moveTo>
                    <a:pt x="16804" y="44964"/>
                  </a:moveTo>
                  <a:cubicBezTo>
                    <a:pt x="16800" y="44971"/>
                    <a:pt x="16796" y="44979"/>
                    <a:pt x="16792" y="44987"/>
                  </a:cubicBezTo>
                  <a:cubicBezTo>
                    <a:pt x="16795" y="44985"/>
                    <a:pt x="16799" y="44976"/>
                    <a:pt x="16804" y="44964"/>
                  </a:cubicBezTo>
                  <a:close/>
                  <a:moveTo>
                    <a:pt x="17351" y="44023"/>
                  </a:moveTo>
                  <a:lnTo>
                    <a:pt x="17308" y="44150"/>
                  </a:lnTo>
                  <a:cubicBezTo>
                    <a:pt x="17045" y="44976"/>
                    <a:pt x="16956" y="45291"/>
                    <a:pt x="16974" y="45291"/>
                  </a:cubicBezTo>
                  <a:cubicBezTo>
                    <a:pt x="16997" y="45291"/>
                    <a:pt x="17198" y="44772"/>
                    <a:pt x="17435" y="44150"/>
                  </a:cubicBezTo>
                  <a:lnTo>
                    <a:pt x="17435" y="44150"/>
                  </a:lnTo>
                  <a:cubicBezTo>
                    <a:pt x="17224" y="44776"/>
                    <a:pt x="17012" y="45427"/>
                    <a:pt x="16801" y="46078"/>
                  </a:cubicBezTo>
                  <a:lnTo>
                    <a:pt x="16843" y="45994"/>
                  </a:lnTo>
                  <a:lnTo>
                    <a:pt x="16843" y="45994"/>
                  </a:lnTo>
                  <a:cubicBezTo>
                    <a:pt x="16767" y="46205"/>
                    <a:pt x="16733" y="46383"/>
                    <a:pt x="16682" y="46484"/>
                  </a:cubicBezTo>
                  <a:cubicBezTo>
                    <a:pt x="16691" y="46425"/>
                    <a:pt x="16699" y="46374"/>
                    <a:pt x="16716" y="46315"/>
                  </a:cubicBezTo>
                  <a:cubicBezTo>
                    <a:pt x="16742" y="46214"/>
                    <a:pt x="16775" y="46070"/>
                    <a:pt x="16809" y="45918"/>
                  </a:cubicBezTo>
                  <a:cubicBezTo>
                    <a:pt x="16877" y="45613"/>
                    <a:pt x="16961" y="45258"/>
                    <a:pt x="17004" y="45089"/>
                  </a:cubicBezTo>
                  <a:cubicBezTo>
                    <a:pt x="17122" y="44691"/>
                    <a:pt x="17258" y="44268"/>
                    <a:pt x="17351" y="44023"/>
                  </a:cubicBezTo>
                  <a:close/>
                  <a:moveTo>
                    <a:pt x="16488" y="46785"/>
                  </a:moveTo>
                  <a:cubicBezTo>
                    <a:pt x="16483" y="46799"/>
                    <a:pt x="16478" y="46814"/>
                    <a:pt x="16471" y="46831"/>
                  </a:cubicBezTo>
                  <a:lnTo>
                    <a:pt x="16488" y="46785"/>
                  </a:lnTo>
                  <a:close/>
                  <a:moveTo>
                    <a:pt x="16572" y="46459"/>
                  </a:moveTo>
                  <a:cubicBezTo>
                    <a:pt x="16539" y="46594"/>
                    <a:pt x="16496" y="46721"/>
                    <a:pt x="16454" y="46848"/>
                  </a:cubicBezTo>
                  <a:cubicBezTo>
                    <a:pt x="16454" y="46789"/>
                    <a:pt x="16420" y="46865"/>
                    <a:pt x="16547" y="46501"/>
                  </a:cubicBezTo>
                  <a:lnTo>
                    <a:pt x="16547" y="46510"/>
                  </a:lnTo>
                  <a:cubicBezTo>
                    <a:pt x="16547" y="46517"/>
                    <a:pt x="16548" y="46521"/>
                    <a:pt x="16549" y="46521"/>
                  </a:cubicBezTo>
                  <a:cubicBezTo>
                    <a:pt x="16553" y="46521"/>
                    <a:pt x="16561" y="46501"/>
                    <a:pt x="16572" y="46459"/>
                  </a:cubicBezTo>
                  <a:close/>
                  <a:moveTo>
                    <a:pt x="16226" y="47356"/>
                  </a:moveTo>
                  <a:lnTo>
                    <a:pt x="16226" y="47356"/>
                  </a:lnTo>
                  <a:cubicBezTo>
                    <a:pt x="16226" y="47356"/>
                    <a:pt x="16226" y="47356"/>
                    <a:pt x="16226" y="47356"/>
                  </a:cubicBezTo>
                  <a:lnTo>
                    <a:pt x="16226" y="47356"/>
                  </a:lnTo>
                  <a:cubicBezTo>
                    <a:pt x="16226" y="47356"/>
                    <a:pt x="16226" y="47356"/>
                    <a:pt x="16226" y="47356"/>
                  </a:cubicBezTo>
                  <a:close/>
                  <a:moveTo>
                    <a:pt x="16387" y="46797"/>
                  </a:moveTo>
                  <a:lnTo>
                    <a:pt x="16387" y="46797"/>
                  </a:lnTo>
                  <a:cubicBezTo>
                    <a:pt x="16403" y="46797"/>
                    <a:pt x="16273" y="47107"/>
                    <a:pt x="16234" y="47246"/>
                  </a:cubicBezTo>
                  <a:lnTo>
                    <a:pt x="16369" y="46958"/>
                  </a:lnTo>
                  <a:lnTo>
                    <a:pt x="16369" y="46958"/>
                  </a:lnTo>
                  <a:cubicBezTo>
                    <a:pt x="16320" y="47090"/>
                    <a:pt x="16255" y="47357"/>
                    <a:pt x="16228" y="47357"/>
                  </a:cubicBezTo>
                  <a:cubicBezTo>
                    <a:pt x="16227" y="47357"/>
                    <a:pt x="16227" y="47356"/>
                    <a:pt x="16226" y="47356"/>
                  </a:cubicBezTo>
                  <a:lnTo>
                    <a:pt x="16226" y="47356"/>
                  </a:lnTo>
                  <a:cubicBezTo>
                    <a:pt x="16234" y="47362"/>
                    <a:pt x="16222" y="47423"/>
                    <a:pt x="16227" y="47423"/>
                  </a:cubicBezTo>
                  <a:cubicBezTo>
                    <a:pt x="16231" y="47423"/>
                    <a:pt x="16250" y="47371"/>
                    <a:pt x="16310" y="47178"/>
                  </a:cubicBezTo>
                  <a:lnTo>
                    <a:pt x="16310" y="47178"/>
                  </a:lnTo>
                  <a:lnTo>
                    <a:pt x="16226" y="47491"/>
                  </a:lnTo>
                  <a:cubicBezTo>
                    <a:pt x="16242" y="47466"/>
                    <a:pt x="16251" y="47449"/>
                    <a:pt x="16259" y="47423"/>
                  </a:cubicBezTo>
                  <a:lnTo>
                    <a:pt x="16259" y="47423"/>
                  </a:lnTo>
                  <a:cubicBezTo>
                    <a:pt x="16234" y="47517"/>
                    <a:pt x="16200" y="47610"/>
                    <a:pt x="16166" y="47703"/>
                  </a:cubicBezTo>
                  <a:cubicBezTo>
                    <a:pt x="16124" y="47813"/>
                    <a:pt x="16048" y="48024"/>
                    <a:pt x="15972" y="48193"/>
                  </a:cubicBezTo>
                  <a:cubicBezTo>
                    <a:pt x="15989" y="48092"/>
                    <a:pt x="16022" y="47990"/>
                    <a:pt x="16056" y="47897"/>
                  </a:cubicBezTo>
                  <a:lnTo>
                    <a:pt x="16056" y="47897"/>
                  </a:lnTo>
                  <a:cubicBezTo>
                    <a:pt x="15946" y="48168"/>
                    <a:pt x="15870" y="48413"/>
                    <a:pt x="15819" y="48574"/>
                  </a:cubicBezTo>
                  <a:cubicBezTo>
                    <a:pt x="15902" y="48344"/>
                    <a:pt x="15920" y="48307"/>
                    <a:pt x="15928" y="48307"/>
                  </a:cubicBezTo>
                  <a:cubicBezTo>
                    <a:pt x="15933" y="48307"/>
                    <a:pt x="15935" y="48316"/>
                    <a:pt x="15941" y="48316"/>
                  </a:cubicBezTo>
                  <a:cubicBezTo>
                    <a:pt x="15945" y="48316"/>
                    <a:pt x="15952" y="48311"/>
                    <a:pt x="15963" y="48295"/>
                  </a:cubicBezTo>
                  <a:lnTo>
                    <a:pt x="15963" y="48295"/>
                  </a:lnTo>
                  <a:cubicBezTo>
                    <a:pt x="15879" y="48565"/>
                    <a:pt x="15726" y="48997"/>
                    <a:pt x="15676" y="49158"/>
                  </a:cubicBezTo>
                  <a:cubicBezTo>
                    <a:pt x="15570" y="49425"/>
                    <a:pt x="15469" y="49652"/>
                    <a:pt x="15449" y="49652"/>
                  </a:cubicBezTo>
                  <a:cubicBezTo>
                    <a:pt x="15443" y="49652"/>
                    <a:pt x="15446" y="49622"/>
                    <a:pt x="15464" y="49555"/>
                  </a:cubicBezTo>
                  <a:lnTo>
                    <a:pt x="15464" y="49555"/>
                  </a:lnTo>
                  <a:cubicBezTo>
                    <a:pt x="15388" y="49792"/>
                    <a:pt x="15295" y="50037"/>
                    <a:pt x="15227" y="50291"/>
                  </a:cubicBezTo>
                  <a:cubicBezTo>
                    <a:pt x="15371" y="49817"/>
                    <a:pt x="15287" y="50300"/>
                    <a:pt x="15464" y="49699"/>
                  </a:cubicBezTo>
                  <a:cubicBezTo>
                    <a:pt x="15475" y="49682"/>
                    <a:pt x="15481" y="49674"/>
                    <a:pt x="15485" y="49674"/>
                  </a:cubicBezTo>
                  <a:lnTo>
                    <a:pt x="15485" y="49674"/>
                  </a:lnTo>
                  <a:cubicBezTo>
                    <a:pt x="15512" y="49674"/>
                    <a:pt x="15290" y="50238"/>
                    <a:pt x="15177" y="50503"/>
                  </a:cubicBezTo>
                  <a:cubicBezTo>
                    <a:pt x="15201" y="50435"/>
                    <a:pt x="15205" y="50419"/>
                    <a:pt x="15202" y="50419"/>
                  </a:cubicBezTo>
                  <a:lnTo>
                    <a:pt x="15202" y="50419"/>
                  </a:lnTo>
                  <a:cubicBezTo>
                    <a:pt x="15198" y="50419"/>
                    <a:pt x="15186" y="50436"/>
                    <a:pt x="15180" y="50436"/>
                  </a:cubicBezTo>
                  <a:cubicBezTo>
                    <a:pt x="15178" y="50436"/>
                    <a:pt x="15177" y="50433"/>
                    <a:pt x="15177" y="50427"/>
                  </a:cubicBezTo>
                  <a:cubicBezTo>
                    <a:pt x="15113" y="50620"/>
                    <a:pt x="15095" y="50697"/>
                    <a:pt x="15105" y="50697"/>
                  </a:cubicBezTo>
                  <a:cubicBezTo>
                    <a:pt x="15119" y="50697"/>
                    <a:pt x="15187" y="50546"/>
                    <a:pt x="15261" y="50359"/>
                  </a:cubicBezTo>
                  <a:lnTo>
                    <a:pt x="15261" y="50359"/>
                  </a:lnTo>
                  <a:lnTo>
                    <a:pt x="15083" y="50900"/>
                  </a:lnTo>
                  <a:cubicBezTo>
                    <a:pt x="15092" y="50875"/>
                    <a:pt x="15100" y="50858"/>
                    <a:pt x="15109" y="50841"/>
                  </a:cubicBezTo>
                  <a:lnTo>
                    <a:pt x="15109" y="50841"/>
                  </a:lnTo>
                  <a:cubicBezTo>
                    <a:pt x="15041" y="51027"/>
                    <a:pt x="14982" y="51205"/>
                    <a:pt x="14914" y="51382"/>
                  </a:cubicBezTo>
                  <a:lnTo>
                    <a:pt x="14923" y="51391"/>
                  </a:lnTo>
                  <a:cubicBezTo>
                    <a:pt x="14900" y="51411"/>
                    <a:pt x="14882" y="51424"/>
                    <a:pt x="14873" y="51424"/>
                  </a:cubicBezTo>
                  <a:cubicBezTo>
                    <a:pt x="14858" y="51424"/>
                    <a:pt x="14864" y="51391"/>
                    <a:pt x="14906" y="51298"/>
                  </a:cubicBezTo>
                  <a:lnTo>
                    <a:pt x="14906" y="51298"/>
                  </a:lnTo>
                  <a:lnTo>
                    <a:pt x="14779" y="51577"/>
                  </a:lnTo>
                  <a:lnTo>
                    <a:pt x="14931" y="51137"/>
                  </a:lnTo>
                  <a:lnTo>
                    <a:pt x="14931" y="51137"/>
                  </a:lnTo>
                  <a:cubicBezTo>
                    <a:pt x="14847" y="51315"/>
                    <a:pt x="14754" y="51619"/>
                    <a:pt x="14669" y="51848"/>
                  </a:cubicBezTo>
                  <a:cubicBezTo>
                    <a:pt x="14655" y="51878"/>
                    <a:pt x="14648" y="51892"/>
                    <a:pt x="14646" y="51892"/>
                  </a:cubicBezTo>
                  <a:cubicBezTo>
                    <a:pt x="14631" y="51892"/>
                    <a:pt x="14871" y="51220"/>
                    <a:pt x="14923" y="50968"/>
                  </a:cubicBezTo>
                  <a:cubicBezTo>
                    <a:pt x="14990" y="50742"/>
                    <a:pt x="15172" y="50296"/>
                    <a:pt x="15199" y="50265"/>
                  </a:cubicBezTo>
                  <a:lnTo>
                    <a:pt x="15199" y="50265"/>
                  </a:lnTo>
                  <a:cubicBezTo>
                    <a:pt x="15199" y="50270"/>
                    <a:pt x="15200" y="50273"/>
                    <a:pt x="15202" y="50274"/>
                  </a:cubicBezTo>
                  <a:cubicBezTo>
                    <a:pt x="15203" y="50267"/>
                    <a:pt x="15203" y="50263"/>
                    <a:pt x="15202" y="50263"/>
                  </a:cubicBezTo>
                  <a:cubicBezTo>
                    <a:pt x="15201" y="50263"/>
                    <a:pt x="15200" y="50264"/>
                    <a:pt x="15199" y="50265"/>
                  </a:cubicBezTo>
                  <a:lnTo>
                    <a:pt x="15199" y="50265"/>
                  </a:lnTo>
                  <a:cubicBezTo>
                    <a:pt x="15198" y="50173"/>
                    <a:pt x="15477" y="49455"/>
                    <a:pt x="15566" y="49158"/>
                  </a:cubicBezTo>
                  <a:cubicBezTo>
                    <a:pt x="15811" y="48430"/>
                    <a:pt x="15777" y="48692"/>
                    <a:pt x="15989" y="48041"/>
                  </a:cubicBezTo>
                  <a:lnTo>
                    <a:pt x="15989" y="48041"/>
                  </a:lnTo>
                  <a:lnTo>
                    <a:pt x="15879" y="48269"/>
                  </a:lnTo>
                  <a:cubicBezTo>
                    <a:pt x="16073" y="47686"/>
                    <a:pt x="16149" y="47440"/>
                    <a:pt x="16378" y="46806"/>
                  </a:cubicBezTo>
                  <a:cubicBezTo>
                    <a:pt x="16382" y="46800"/>
                    <a:pt x="16385" y="46797"/>
                    <a:pt x="16387" y="46797"/>
                  </a:cubicBezTo>
                  <a:close/>
                  <a:moveTo>
                    <a:pt x="12783" y="56297"/>
                  </a:moveTo>
                  <a:cubicBezTo>
                    <a:pt x="12783" y="56297"/>
                    <a:pt x="12783" y="56297"/>
                    <a:pt x="12783" y="56297"/>
                  </a:cubicBezTo>
                  <a:cubicBezTo>
                    <a:pt x="12783" y="56297"/>
                    <a:pt x="12783" y="56297"/>
                    <a:pt x="12783" y="56297"/>
                  </a:cubicBezTo>
                  <a:close/>
                  <a:moveTo>
                    <a:pt x="13500" y="55791"/>
                  </a:moveTo>
                  <a:cubicBezTo>
                    <a:pt x="13380" y="56064"/>
                    <a:pt x="13268" y="56285"/>
                    <a:pt x="13222" y="56458"/>
                  </a:cubicBezTo>
                  <a:lnTo>
                    <a:pt x="13375" y="56077"/>
                  </a:lnTo>
                  <a:lnTo>
                    <a:pt x="13383" y="56086"/>
                  </a:lnTo>
                  <a:cubicBezTo>
                    <a:pt x="13421" y="55994"/>
                    <a:pt x="13460" y="55893"/>
                    <a:pt x="13500" y="55791"/>
                  </a:cubicBezTo>
                  <a:close/>
                  <a:moveTo>
                    <a:pt x="14877" y="51997"/>
                  </a:moveTo>
                  <a:cubicBezTo>
                    <a:pt x="14852" y="51997"/>
                    <a:pt x="14737" y="52383"/>
                    <a:pt x="14576" y="52770"/>
                  </a:cubicBezTo>
                  <a:lnTo>
                    <a:pt x="14618" y="52575"/>
                  </a:lnTo>
                  <a:lnTo>
                    <a:pt x="14331" y="53404"/>
                  </a:lnTo>
                  <a:cubicBezTo>
                    <a:pt x="14271" y="53658"/>
                    <a:pt x="14356" y="53438"/>
                    <a:pt x="14187" y="53954"/>
                  </a:cubicBezTo>
                  <a:cubicBezTo>
                    <a:pt x="14099" y="54129"/>
                    <a:pt x="14024" y="54248"/>
                    <a:pt x="13991" y="54263"/>
                  </a:cubicBezTo>
                  <a:lnTo>
                    <a:pt x="13991" y="54263"/>
                  </a:lnTo>
                  <a:cubicBezTo>
                    <a:pt x="13991" y="54262"/>
                    <a:pt x="13992" y="54260"/>
                    <a:pt x="13992" y="54259"/>
                  </a:cubicBezTo>
                  <a:lnTo>
                    <a:pt x="13992" y="54259"/>
                  </a:lnTo>
                  <a:cubicBezTo>
                    <a:pt x="13992" y="54260"/>
                    <a:pt x="13991" y="54262"/>
                    <a:pt x="13990" y="54263"/>
                  </a:cubicBezTo>
                  <a:lnTo>
                    <a:pt x="13990" y="54263"/>
                  </a:lnTo>
                  <a:cubicBezTo>
                    <a:pt x="13991" y="54263"/>
                    <a:pt x="13991" y="54263"/>
                    <a:pt x="13991" y="54263"/>
                  </a:cubicBezTo>
                  <a:lnTo>
                    <a:pt x="13991" y="54263"/>
                  </a:lnTo>
                  <a:cubicBezTo>
                    <a:pt x="13941" y="54422"/>
                    <a:pt x="13890" y="54582"/>
                    <a:pt x="13832" y="54741"/>
                  </a:cubicBezTo>
                  <a:cubicBezTo>
                    <a:pt x="13747" y="54944"/>
                    <a:pt x="13645" y="55198"/>
                    <a:pt x="13535" y="55468"/>
                  </a:cubicBezTo>
                  <a:lnTo>
                    <a:pt x="13620" y="55231"/>
                  </a:lnTo>
                  <a:lnTo>
                    <a:pt x="13620" y="55231"/>
                  </a:lnTo>
                  <a:cubicBezTo>
                    <a:pt x="13434" y="55654"/>
                    <a:pt x="13383" y="55824"/>
                    <a:pt x="13324" y="56001"/>
                  </a:cubicBezTo>
                  <a:cubicBezTo>
                    <a:pt x="13324" y="55996"/>
                    <a:pt x="13324" y="55993"/>
                    <a:pt x="13322" y="55993"/>
                  </a:cubicBezTo>
                  <a:cubicBezTo>
                    <a:pt x="13319" y="55993"/>
                    <a:pt x="13308" y="56025"/>
                    <a:pt x="13282" y="56077"/>
                  </a:cubicBezTo>
                  <a:cubicBezTo>
                    <a:pt x="13168" y="56355"/>
                    <a:pt x="13106" y="56544"/>
                    <a:pt x="13124" y="56544"/>
                  </a:cubicBezTo>
                  <a:cubicBezTo>
                    <a:pt x="13131" y="56544"/>
                    <a:pt x="13146" y="56522"/>
                    <a:pt x="13172" y="56475"/>
                  </a:cubicBezTo>
                  <a:lnTo>
                    <a:pt x="13214" y="56348"/>
                  </a:lnTo>
                  <a:lnTo>
                    <a:pt x="13349" y="56094"/>
                  </a:lnTo>
                  <a:cubicBezTo>
                    <a:pt x="13341" y="55976"/>
                    <a:pt x="13688" y="55223"/>
                    <a:pt x="13848" y="54792"/>
                  </a:cubicBezTo>
                  <a:lnTo>
                    <a:pt x="13848" y="54792"/>
                  </a:lnTo>
                  <a:cubicBezTo>
                    <a:pt x="13755" y="55105"/>
                    <a:pt x="13637" y="55418"/>
                    <a:pt x="13502" y="55714"/>
                  </a:cubicBezTo>
                  <a:lnTo>
                    <a:pt x="13539" y="55691"/>
                  </a:lnTo>
                  <a:lnTo>
                    <a:pt x="13539" y="55691"/>
                  </a:lnTo>
                  <a:cubicBezTo>
                    <a:pt x="13526" y="55725"/>
                    <a:pt x="13513" y="55758"/>
                    <a:pt x="13500" y="55791"/>
                  </a:cubicBezTo>
                  <a:lnTo>
                    <a:pt x="13500" y="55791"/>
                  </a:lnTo>
                  <a:cubicBezTo>
                    <a:pt x="13514" y="55758"/>
                    <a:pt x="13529" y="55723"/>
                    <a:pt x="13544" y="55688"/>
                  </a:cubicBezTo>
                  <a:lnTo>
                    <a:pt x="13544" y="55688"/>
                  </a:lnTo>
                  <a:lnTo>
                    <a:pt x="13539" y="55691"/>
                  </a:lnTo>
                  <a:lnTo>
                    <a:pt x="13539" y="55691"/>
                  </a:lnTo>
                  <a:cubicBezTo>
                    <a:pt x="13604" y="55525"/>
                    <a:pt x="13669" y="55362"/>
                    <a:pt x="13730" y="55231"/>
                  </a:cubicBezTo>
                  <a:cubicBezTo>
                    <a:pt x="13806" y="55003"/>
                    <a:pt x="13874" y="54792"/>
                    <a:pt x="14102" y="54208"/>
                  </a:cubicBezTo>
                  <a:lnTo>
                    <a:pt x="14102" y="54233"/>
                  </a:lnTo>
                  <a:cubicBezTo>
                    <a:pt x="14212" y="53819"/>
                    <a:pt x="14567" y="53134"/>
                    <a:pt x="14661" y="52829"/>
                  </a:cubicBezTo>
                  <a:cubicBezTo>
                    <a:pt x="14663" y="52810"/>
                    <a:pt x="14662" y="52802"/>
                    <a:pt x="14659" y="52802"/>
                  </a:cubicBezTo>
                  <a:cubicBezTo>
                    <a:pt x="14628" y="52802"/>
                    <a:pt x="14380" y="53483"/>
                    <a:pt x="14297" y="53658"/>
                  </a:cubicBezTo>
                  <a:cubicBezTo>
                    <a:pt x="14354" y="53467"/>
                    <a:pt x="14440" y="53276"/>
                    <a:pt x="14432" y="53276"/>
                  </a:cubicBezTo>
                  <a:lnTo>
                    <a:pt x="14432" y="53276"/>
                  </a:lnTo>
                  <a:cubicBezTo>
                    <a:pt x="14430" y="53276"/>
                    <a:pt x="14417" y="53297"/>
                    <a:pt x="14390" y="53345"/>
                  </a:cubicBezTo>
                  <a:cubicBezTo>
                    <a:pt x="14601" y="52761"/>
                    <a:pt x="14567" y="53024"/>
                    <a:pt x="14720" y="52533"/>
                  </a:cubicBezTo>
                  <a:lnTo>
                    <a:pt x="14720" y="52533"/>
                  </a:lnTo>
                  <a:lnTo>
                    <a:pt x="14610" y="52795"/>
                  </a:lnTo>
                  <a:cubicBezTo>
                    <a:pt x="14669" y="52575"/>
                    <a:pt x="14821" y="52228"/>
                    <a:pt x="14880" y="52000"/>
                  </a:cubicBezTo>
                  <a:cubicBezTo>
                    <a:pt x="14880" y="51998"/>
                    <a:pt x="14879" y="51997"/>
                    <a:pt x="14877" y="51997"/>
                  </a:cubicBezTo>
                  <a:close/>
                  <a:moveTo>
                    <a:pt x="12859" y="56644"/>
                  </a:moveTo>
                  <a:cubicBezTo>
                    <a:pt x="12830" y="56720"/>
                    <a:pt x="12810" y="56774"/>
                    <a:pt x="12798" y="56810"/>
                  </a:cubicBezTo>
                  <a:lnTo>
                    <a:pt x="12798" y="56810"/>
                  </a:lnTo>
                  <a:cubicBezTo>
                    <a:pt x="12819" y="56755"/>
                    <a:pt x="12839" y="56700"/>
                    <a:pt x="12859" y="56644"/>
                  </a:cubicBezTo>
                  <a:close/>
                  <a:moveTo>
                    <a:pt x="12106" y="58920"/>
                  </a:moveTo>
                  <a:cubicBezTo>
                    <a:pt x="12095" y="58942"/>
                    <a:pt x="12080" y="58976"/>
                    <a:pt x="12069" y="59004"/>
                  </a:cubicBezTo>
                  <a:lnTo>
                    <a:pt x="12069" y="59004"/>
                  </a:lnTo>
                  <a:cubicBezTo>
                    <a:pt x="12082" y="58974"/>
                    <a:pt x="12095" y="58945"/>
                    <a:pt x="12106" y="58920"/>
                  </a:cubicBezTo>
                  <a:close/>
                  <a:moveTo>
                    <a:pt x="11853" y="59413"/>
                  </a:moveTo>
                  <a:lnTo>
                    <a:pt x="11844" y="59436"/>
                  </a:lnTo>
                  <a:cubicBezTo>
                    <a:pt x="11847" y="59428"/>
                    <a:pt x="11850" y="59421"/>
                    <a:pt x="11853" y="59413"/>
                  </a:cubicBezTo>
                  <a:close/>
                  <a:moveTo>
                    <a:pt x="11415" y="60329"/>
                  </a:moveTo>
                  <a:lnTo>
                    <a:pt x="11415" y="60329"/>
                  </a:lnTo>
                  <a:cubicBezTo>
                    <a:pt x="11414" y="60330"/>
                    <a:pt x="11413" y="60331"/>
                    <a:pt x="11412" y="60332"/>
                  </a:cubicBezTo>
                  <a:cubicBezTo>
                    <a:pt x="11412" y="60334"/>
                    <a:pt x="11412" y="60336"/>
                    <a:pt x="11411" y="60339"/>
                  </a:cubicBezTo>
                  <a:lnTo>
                    <a:pt x="11411" y="60339"/>
                  </a:lnTo>
                  <a:cubicBezTo>
                    <a:pt x="11413" y="60335"/>
                    <a:pt x="11414" y="60332"/>
                    <a:pt x="11415" y="60329"/>
                  </a:cubicBezTo>
                  <a:close/>
                  <a:moveTo>
                    <a:pt x="11607" y="59994"/>
                  </a:moveTo>
                  <a:cubicBezTo>
                    <a:pt x="11488" y="60256"/>
                    <a:pt x="11564" y="60146"/>
                    <a:pt x="11412" y="60434"/>
                  </a:cubicBezTo>
                  <a:cubicBezTo>
                    <a:pt x="11373" y="60514"/>
                    <a:pt x="11357" y="60544"/>
                    <a:pt x="11354" y="60544"/>
                  </a:cubicBezTo>
                  <a:cubicBezTo>
                    <a:pt x="11348" y="60544"/>
                    <a:pt x="11402" y="60401"/>
                    <a:pt x="11411" y="60339"/>
                  </a:cubicBezTo>
                  <a:lnTo>
                    <a:pt x="11411" y="60339"/>
                  </a:lnTo>
                  <a:cubicBezTo>
                    <a:pt x="11385" y="60416"/>
                    <a:pt x="11314" y="60557"/>
                    <a:pt x="11328" y="60578"/>
                  </a:cubicBezTo>
                  <a:cubicBezTo>
                    <a:pt x="10930" y="61348"/>
                    <a:pt x="11116" y="61145"/>
                    <a:pt x="10668" y="62067"/>
                  </a:cubicBezTo>
                  <a:cubicBezTo>
                    <a:pt x="10625" y="62075"/>
                    <a:pt x="10541" y="62278"/>
                    <a:pt x="10456" y="62490"/>
                  </a:cubicBezTo>
                  <a:cubicBezTo>
                    <a:pt x="10380" y="62667"/>
                    <a:pt x="10295" y="62845"/>
                    <a:pt x="10186" y="63006"/>
                  </a:cubicBezTo>
                  <a:cubicBezTo>
                    <a:pt x="10279" y="62828"/>
                    <a:pt x="10372" y="62616"/>
                    <a:pt x="10439" y="62456"/>
                  </a:cubicBezTo>
                  <a:cubicBezTo>
                    <a:pt x="10482" y="62380"/>
                    <a:pt x="10507" y="62295"/>
                    <a:pt x="10524" y="62219"/>
                  </a:cubicBezTo>
                  <a:lnTo>
                    <a:pt x="10524" y="62219"/>
                  </a:lnTo>
                  <a:cubicBezTo>
                    <a:pt x="10380" y="62557"/>
                    <a:pt x="10143" y="63014"/>
                    <a:pt x="10025" y="63242"/>
                  </a:cubicBezTo>
                  <a:cubicBezTo>
                    <a:pt x="10074" y="63162"/>
                    <a:pt x="10102" y="63129"/>
                    <a:pt x="10116" y="63129"/>
                  </a:cubicBezTo>
                  <a:cubicBezTo>
                    <a:pt x="10135" y="63129"/>
                    <a:pt x="10122" y="63195"/>
                    <a:pt x="10092" y="63285"/>
                  </a:cubicBezTo>
                  <a:cubicBezTo>
                    <a:pt x="10211" y="63014"/>
                    <a:pt x="10414" y="62633"/>
                    <a:pt x="10608" y="62227"/>
                  </a:cubicBezTo>
                  <a:cubicBezTo>
                    <a:pt x="10803" y="61821"/>
                    <a:pt x="11023" y="61390"/>
                    <a:pt x="11201" y="61009"/>
                  </a:cubicBezTo>
                  <a:lnTo>
                    <a:pt x="11201" y="61009"/>
                  </a:lnTo>
                  <a:lnTo>
                    <a:pt x="11124" y="61077"/>
                  </a:lnTo>
                  <a:cubicBezTo>
                    <a:pt x="11225" y="60841"/>
                    <a:pt x="11255" y="60781"/>
                    <a:pt x="11262" y="60781"/>
                  </a:cubicBezTo>
                  <a:lnTo>
                    <a:pt x="11262" y="60781"/>
                  </a:lnTo>
                  <a:cubicBezTo>
                    <a:pt x="11269" y="60781"/>
                    <a:pt x="11252" y="60845"/>
                    <a:pt x="11261" y="60845"/>
                  </a:cubicBezTo>
                  <a:cubicBezTo>
                    <a:pt x="11268" y="60845"/>
                    <a:pt x="11293" y="60804"/>
                    <a:pt x="11361" y="60654"/>
                  </a:cubicBezTo>
                  <a:lnTo>
                    <a:pt x="11446" y="60417"/>
                  </a:lnTo>
                  <a:lnTo>
                    <a:pt x="11463" y="60383"/>
                  </a:lnTo>
                  <a:lnTo>
                    <a:pt x="11607" y="59994"/>
                  </a:lnTo>
                  <a:close/>
                  <a:moveTo>
                    <a:pt x="9509" y="64385"/>
                  </a:moveTo>
                  <a:cubicBezTo>
                    <a:pt x="9494" y="64419"/>
                    <a:pt x="9477" y="64457"/>
                    <a:pt x="9460" y="64499"/>
                  </a:cubicBezTo>
                  <a:lnTo>
                    <a:pt x="9460" y="64499"/>
                  </a:lnTo>
                  <a:cubicBezTo>
                    <a:pt x="9477" y="64461"/>
                    <a:pt x="9493" y="64423"/>
                    <a:pt x="9509" y="64385"/>
                  </a:cubicBezTo>
                  <a:close/>
                  <a:moveTo>
                    <a:pt x="14254" y="53184"/>
                  </a:moveTo>
                  <a:lnTo>
                    <a:pt x="14254" y="53193"/>
                  </a:lnTo>
                  <a:cubicBezTo>
                    <a:pt x="14187" y="53396"/>
                    <a:pt x="14111" y="53582"/>
                    <a:pt x="14060" y="53760"/>
                  </a:cubicBezTo>
                  <a:lnTo>
                    <a:pt x="14018" y="53793"/>
                  </a:lnTo>
                  <a:cubicBezTo>
                    <a:pt x="13662" y="54690"/>
                    <a:pt x="13442" y="55350"/>
                    <a:pt x="13045" y="56280"/>
                  </a:cubicBezTo>
                  <a:cubicBezTo>
                    <a:pt x="13077" y="56145"/>
                    <a:pt x="13221" y="55829"/>
                    <a:pt x="13209" y="55829"/>
                  </a:cubicBezTo>
                  <a:lnTo>
                    <a:pt x="13209" y="55829"/>
                  </a:lnTo>
                  <a:cubicBezTo>
                    <a:pt x="13209" y="55829"/>
                    <a:pt x="13207" y="55830"/>
                    <a:pt x="13206" y="55832"/>
                  </a:cubicBezTo>
                  <a:cubicBezTo>
                    <a:pt x="12969" y="56390"/>
                    <a:pt x="13062" y="56340"/>
                    <a:pt x="12808" y="56873"/>
                  </a:cubicBezTo>
                  <a:cubicBezTo>
                    <a:pt x="12887" y="56673"/>
                    <a:pt x="12912" y="56606"/>
                    <a:pt x="12910" y="56606"/>
                  </a:cubicBezTo>
                  <a:lnTo>
                    <a:pt x="12910" y="56606"/>
                  </a:lnTo>
                  <a:cubicBezTo>
                    <a:pt x="12904" y="56606"/>
                    <a:pt x="12789" y="56873"/>
                    <a:pt x="12780" y="56873"/>
                  </a:cubicBezTo>
                  <a:cubicBezTo>
                    <a:pt x="12777" y="56873"/>
                    <a:pt x="12782" y="56855"/>
                    <a:pt x="12798" y="56810"/>
                  </a:cubicBezTo>
                  <a:lnTo>
                    <a:pt x="12798" y="56810"/>
                  </a:lnTo>
                  <a:cubicBezTo>
                    <a:pt x="12630" y="57254"/>
                    <a:pt x="12429" y="57694"/>
                    <a:pt x="12241" y="58108"/>
                  </a:cubicBezTo>
                  <a:cubicBezTo>
                    <a:pt x="12030" y="58564"/>
                    <a:pt x="11835" y="58987"/>
                    <a:pt x="11700" y="59300"/>
                  </a:cubicBezTo>
                  <a:cubicBezTo>
                    <a:pt x="11713" y="59277"/>
                    <a:pt x="11719" y="59267"/>
                    <a:pt x="11721" y="59267"/>
                  </a:cubicBezTo>
                  <a:lnTo>
                    <a:pt x="11721" y="59267"/>
                  </a:lnTo>
                  <a:cubicBezTo>
                    <a:pt x="11732" y="59267"/>
                    <a:pt x="11598" y="59575"/>
                    <a:pt x="11598" y="59597"/>
                  </a:cubicBezTo>
                  <a:cubicBezTo>
                    <a:pt x="11566" y="59668"/>
                    <a:pt x="11549" y="59697"/>
                    <a:pt x="11545" y="59697"/>
                  </a:cubicBezTo>
                  <a:cubicBezTo>
                    <a:pt x="11538" y="59697"/>
                    <a:pt x="11555" y="59641"/>
                    <a:pt x="11590" y="59563"/>
                  </a:cubicBezTo>
                  <a:lnTo>
                    <a:pt x="11590" y="59563"/>
                  </a:lnTo>
                  <a:cubicBezTo>
                    <a:pt x="11473" y="59810"/>
                    <a:pt x="11416" y="59897"/>
                    <a:pt x="11399" y="59897"/>
                  </a:cubicBezTo>
                  <a:cubicBezTo>
                    <a:pt x="11394" y="59897"/>
                    <a:pt x="11393" y="59889"/>
                    <a:pt x="11395" y="59876"/>
                  </a:cubicBezTo>
                  <a:cubicBezTo>
                    <a:pt x="11497" y="59647"/>
                    <a:pt x="11590" y="59419"/>
                    <a:pt x="11691" y="59199"/>
                  </a:cubicBezTo>
                  <a:lnTo>
                    <a:pt x="11691" y="59199"/>
                  </a:lnTo>
                  <a:cubicBezTo>
                    <a:pt x="11590" y="59410"/>
                    <a:pt x="11522" y="59520"/>
                    <a:pt x="11437" y="59698"/>
                  </a:cubicBezTo>
                  <a:cubicBezTo>
                    <a:pt x="11404" y="59774"/>
                    <a:pt x="11361" y="59859"/>
                    <a:pt x="11311" y="59986"/>
                  </a:cubicBezTo>
                  <a:cubicBezTo>
                    <a:pt x="11268" y="60104"/>
                    <a:pt x="11277" y="60079"/>
                    <a:pt x="11294" y="60087"/>
                  </a:cubicBezTo>
                  <a:cubicBezTo>
                    <a:pt x="11209" y="60299"/>
                    <a:pt x="11099" y="60578"/>
                    <a:pt x="10964" y="60933"/>
                  </a:cubicBezTo>
                  <a:lnTo>
                    <a:pt x="10964" y="60916"/>
                  </a:lnTo>
                  <a:lnTo>
                    <a:pt x="10634" y="61635"/>
                  </a:lnTo>
                  <a:lnTo>
                    <a:pt x="10668" y="61542"/>
                  </a:lnTo>
                  <a:lnTo>
                    <a:pt x="10490" y="61974"/>
                  </a:lnTo>
                  <a:cubicBezTo>
                    <a:pt x="10488" y="61972"/>
                    <a:pt x="10486" y="61971"/>
                    <a:pt x="10484" y="61971"/>
                  </a:cubicBezTo>
                  <a:cubicBezTo>
                    <a:pt x="10460" y="61971"/>
                    <a:pt x="10423" y="62072"/>
                    <a:pt x="10415" y="62072"/>
                  </a:cubicBezTo>
                  <a:cubicBezTo>
                    <a:pt x="10414" y="62072"/>
                    <a:pt x="10414" y="62070"/>
                    <a:pt x="10414" y="62067"/>
                  </a:cubicBezTo>
                  <a:cubicBezTo>
                    <a:pt x="10245" y="62312"/>
                    <a:pt x="9974" y="63006"/>
                    <a:pt x="9678" y="63572"/>
                  </a:cubicBezTo>
                  <a:lnTo>
                    <a:pt x="9712" y="63479"/>
                  </a:lnTo>
                  <a:lnTo>
                    <a:pt x="9712" y="63479"/>
                  </a:lnTo>
                  <a:cubicBezTo>
                    <a:pt x="9585" y="63792"/>
                    <a:pt x="9187" y="64554"/>
                    <a:pt x="8934" y="65036"/>
                  </a:cubicBezTo>
                  <a:lnTo>
                    <a:pt x="8934" y="65019"/>
                  </a:lnTo>
                  <a:cubicBezTo>
                    <a:pt x="9031" y="64813"/>
                    <a:pt x="9066" y="64716"/>
                    <a:pt x="9055" y="64716"/>
                  </a:cubicBezTo>
                  <a:cubicBezTo>
                    <a:pt x="9050" y="64716"/>
                    <a:pt x="9034" y="64738"/>
                    <a:pt x="9010" y="64782"/>
                  </a:cubicBezTo>
                  <a:lnTo>
                    <a:pt x="9170" y="64410"/>
                  </a:lnTo>
                  <a:cubicBezTo>
                    <a:pt x="9255" y="64249"/>
                    <a:pt x="9475" y="63775"/>
                    <a:pt x="9517" y="63750"/>
                  </a:cubicBezTo>
                  <a:lnTo>
                    <a:pt x="9517" y="63750"/>
                  </a:lnTo>
                  <a:cubicBezTo>
                    <a:pt x="9426" y="63946"/>
                    <a:pt x="9389" y="64021"/>
                    <a:pt x="9392" y="64021"/>
                  </a:cubicBezTo>
                  <a:cubicBezTo>
                    <a:pt x="9393" y="64021"/>
                    <a:pt x="9418" y="63977"/>
                    <a:pt x="9458" y="63911"/>
                  </a:cubicBezTo>
                  <a:cubicBezTo>
                    <a:pt x="9608" y="63568"/>
                    <a:pt x="9923" y="62946"/>
                    <a:pt x="9883" y="62946"/>
                  </a:cubicBezTo>
                  <a:cubicBezTo>
                    <a:pt x="9882" y="62946"/>
                    <a:pt x="9882" y="62946"/>
                    <a:pt x="9881" y="62946"/>
                  </a:cubicBezTo>
                  <a:cubicBezTo>
                    <a:pt x="9957" y="62786"/>
                    <a:pt x="10042" y="62625"/>
                    <a:pt x="10135" y="62473"/>
                  </a:cubicBezTo>
                  <a:cubicBezTo>
                    <a:pt x="10139" y="62469"/>
                    <a:pt x="10142" y="62467"/>
                    <a:pt x="10143" y="62467"/>
                  </a:cubicBezTo>
                  <a:cubicBezTo>
                    <a:pt x="10157" y="62467"/>
                    <a:pt x="10113" y="62572"/>
                    <a:pt x="10076" y="62684"/>
                  </a:cubicBezTo>
                  <a:cubicBezTo>
                    <a:pt x="10295" y="62219"/>
                    <a:pt x="10507" y="61745"/>
                    <a:pt x="10718" y="61271"/>
                  </a:cubicBezTo>
                  <a:cubicBezTo>
                    <a:pt x="10718" y="61269"/>
                    <a:pt x="10718" y="61267"/>
                    <a:pt x="10717" y="61267"/>
                  </a:cubicBezTo>
                  <a:cubicBezTo>
                    <a:pt x="10692" y="61267"/>
                    <a:pt x="10435" y="61812"/>
                    <a:pt x="10417" y="61812"/>
                  </a:cubicBezTo>
                  <a:cubicBezTo>
                    <a:pt x="10412" y="61812"/>
                    <a:pt x="10425" y="61772"/>
                    <a:pt x="10465" y="61669"/>
                  </a:cubicBezTo>
                  <a:cubicBezTo>
                    <a:pt x="10507" y="61458"/>
                    <a:pt x="10592" y="61255"/>
                    <a:pt x="10693" y="61068"/>
                  </a:cubicBezTo>
                  <a:cubicBezTo>
                    <a:pt x="10694" y="61068"/>
                    <a:pt x="10694" y="61067"/>
                    <a:pt x="10695" y="61067"/>
                  </a:cubicBezTo>
                  <a:lnTo>
                    <a:pt x="10695" y="61067"/>
                  </a:lnTo>
                  <a:cubicBezTo>
                    <a:pt x="10699" y="61067"/>
                    <a:pt x="10683" y="61107"/>
                    <a:pt x="10668" y="61153"/>
                  </a:cubicBezTo>
                  <a:cubicBezTo>
                    <a:pt x="10761" y="60933"/>
                    <a:pt x="10786" y="60899"/>
                    <a:pt x="10905" y="60671"/>
                  </a:cubicBezTo>
                  <a:cubicBezTo>
                    <a:pt x="10909" y="60665"/>
                    <a:pt x="10913" y="60663"/>
                    <a:pt x="10915" y="60663"/>
                  </a:cubicBezTo>
                  <a:cubicBezTo>
                    <a:pt x="10935" y="60663"/>
                    <a:pt x="10781" y="60981"/>
                    <a:pt x="10727" y="61136"/>
                  </a:cubicBezTo>
                  <a:cubicBezTo>
                    <a:pt x="10795" y="60975"/>
                    <a:pt x="10862" y="60806"/>
                    <a:pt x="10938" y="60637"/>
                  </a:cubicBezTo>
                  <a:lnTo>
                    <a:pt x="10938" y="60637"/>
                  </a:lnTo>
                  <a:lnTo>
                    <a:pt x="10930" y="60679"/>
                  </a:lnTo>
                  <a:lnTo>
                    <a:pt x="11158" y="60172"/>
                  </a:lnTo>
                  <a:cubicBezTo>
                    <a:pt x="11170" y="60140"/>
                    <a:pt x="11174" y="60126"/>
                    <a:pt x="11172" y="60126"/>
                  </a:cubicBezTo>
                  <a:lnTo>
                    <a:pt x="11172" y="60126"/>
                  </a:lnTo>
                  <a:cubicBezTo>
                    <a:pt x="11163" y="60126"/>
                    <a:pt x="10976" y="60556"/>
                    <a:pt x="10947" y="60578"/>
                  </a:cubicBezTo>
                  <a:lnTo>
                    <a:pt x="11082" y="60248"/>
                  </a:lnTo>
                  <a:cubicBezTo>
                    <a:pt x="11260" y="59876"/>
                    <a:pt x="11683" y="58869"/>
                    <a:pt x="11869" y="58556"/>
                  </a:cubicBezTo>
                  <a:cubicBezTo>
                    <a:pt x="12072" y="58125"/>
                    <a:pt x="11962" y="58302"/>
                    <a:pt x="11987" y="58184"/>
                  </a:cubicBezTo>
                  <a:cubicBezTo>
                    <a:pt x="12080" y="57913"/>
                    <a:pt x="12216" y="57685"/>
                    <a:pt x="12326" y="57431"/>
                  </a:cubicBezTo>
                  <a:cubicBezTo>
                    <a:pt x="12300" y="57431"/>
                    <a:pt x="12436" y="57126"/>
                    <a:pt x="12410" y="57101"/>
                  </a:cubicBezTo>
                  <a:lnTo>
                    <a:pt x="12596" y="56678"/>
                  </a:lnTo>
                  <a:cubicBezTo>
                    <a:pt x="12605" y="56642"/>
                    <a:pt x="12606" y="56626"/>
                    <a:pt x="12603" y="56626"/>
                  </a:cubicBezTo>
                  <a:lnTo>
                    <a:pt x="12603" y="56626"/>
                  </a:lnTo>
                  <a:cubicBezTo>
                    <a:pt x="12580" y="56626"/>
                    <a:pt x="12367" y="57193"/>
                    <a:pt x="12309" y="57287"/>
                  </a:cubicBezTo>
                  <a:cubicBezTo>
                    <a:pt x="12286" y="57321"/>
                    <a:pt x="12275" y="57335"/>
                    <a:pt x="12271" y="57335"/>
                  </a:cubicBezTo>
                  <a:cubicBezTo>
                    <a:pt x="12255" y="57335"/>
                    <a:pt x="12377" y="57086"/>
                    <a:pt x="12368" y="57086"/>
                  </a:cubicBezTo>
                  <a:lnTo>
                    <a:pt x="12368" y="57086"/>
                  </a:lnTo>
                  <a:cubicBezTo>
                    <a:pt x="12366" y="57086"/>
                    <a:pt x="12361" y="57093"/>
                    <a:pt x="12351" y="57109"/>
                  </a:cubicBezTo>
                  <a:cubicBezTo>
                    <a:pt x="12207" y="57431"/>
                    <a:pt x="12216" y="57465"/>
                    <a:pt x="12157" y="57617"/>
                  </a:cubicBezTo>
                  <a:cubicBezTo>
                    <a:pt x="12084" y="57795"/>
                    <a:pt x="12026" y="57888"/>
                    <a:pt x="12014" y="57888"/>
                  </a:cubicBezTo>
                  <a:cubicBezTo>
                    <a:pt x="12014" y="57888"/>
                    <a:pt x="12013" y="57888"/>
                    <a:pt x="12013" y="57888"/>
                  </a:cubicBezTo>
                  <a:cubicBezTo>
                    <a:pt x="12258" y="57380"/>
                    <a:pt x="12114" y="57600"/>
                    <a:pt x="12300" y="57177"/>
                  </a:cubicBezTo>
                  <a:lnTo>
                    <a:pt x="12317" y="57169"/>
                  </a:lnTo>
                  <a:cubicBezTo>
                    <a:pt x="12300" y="57152"/>
                    <a:pt x="12563" y="56551"/>
                    <a:pt x="12647" y="56323"/>
                  </a:cubicBezTo>
                  <a:cubicBezTo>
                    <a:pt x="12692" y="56228"/>
                    <a:pt x="12712" y="56191"/>
                    <a:pt x="12716" y="56191"/>
                  </a:cubicBezTo>
                  <a:lnTo>
                    <a:pt x="12716" y="56191"/>
                  </a:lnTo>
                  <a:cubicBezTo>
                    <a:pt x="12731" y="56191"/>
                    <a:pt x="12527" y="56703"/>
                    <a:pt x="12537" y="56703"/>
                  </a:cubicBezTo>
                  <a:cubicBezTo>
                    <a:pt x="12537" y="56703"/>
                    <a:pt x="12537" y="56703"/>
                    <a:pt x="12537" y="56703"/>
                  </a:cubicBezTo>
                  <a:lnTo>
                    <a:pt x="12766" y="56137"/>
                  </a:lnTo>
                  <a:lnTo>
                    <a:pt x="12766" y="56137"/>
                  </a:lnTo>
                  <a:cubicBezTo>
                    <a:pt x="12681" y="56390"/>
                    <a:pt x="12799" y="56145"/>
                    <a:pt x="12681" y="56483"/>
                  </a:cubicBezTo>
                  <a:cubicBezTo>
                    <a:pt x="12816" y="56137"/>
                    <a:pt x="12850" y="56103"/>
                    <a:pt x="12977" y="55773"/>
                  </a:cubicBezTo>
                  <a:lnTo>
                    <a:pt x="12977" y="55773"/>
                  </a:lnTo>
                  <a:cubicBezTo>
                    <a:pt x="12955" y="55846"/>
                    <a:pt x="12949" y="55876"/>
                    <a:pt x="12954" y="55876"/>
                  </a:cubicBezTo>
                  <a:cubicBezTo>
                    <a:pt x="12975" y="55876"/>
                    <a:pt x="13205" y="55318"/>
                    <a:pt x="13239" y="55291"/>
                  </a:cubicBezTo>
                  <a:lnTo>
                    <a:pt x="13239" y="55291"/>
                  </a:lnTo>
                  <a:cubicBezTo>
                    <a:pt x="13104" y="55629"/>
                    <a:pt x="12952" y="55967"/>
                    <a:pt x="12783" y="56297"/>
                  </a:cubicBezTo>
                  <a:lnTo>
                    <a:pt x="12783" y="56297"/>
                  </a:lnTo>
                  <a:cubicBezTo>
                    <a:pt x="12783" y="56297"/>
                    <a:pt x="12783" y="56297"/>
                    <a:pt x="12783" y="56297"/>
                  </a:cubicBezTo>
                  <a:lnTo>
                    <a:pt x="12783" y="56297"/>
                  </a:lnTo>
                  <a:cubicBezTo>
                    <a:pt x="12784" y="56297"/>
                    <a:pt x="12595" y="56757"/>
                    <a:pt x="12503" y="56932"/>
                  </a:cubicBezTo>
                  <a:cubicBezTo>
                    <a:pt x="12478" y="57025"/>
                    <a:pt x="12453" y="57118"/>
                    <a:pt x="12427" y="57211"/>
                  </a:cubicBezTo>
                  <a:cubicBezTo>
                    <a:pt x="12546" y="56952"/>
                    <a:pt x="12677" y="56596"/>
                    <a:pt x="12697" y="56596"/>
                  </a:cubicBezTo>
                  <a:cubicBezTo>
                    <a:pt x="12700" y="56596"/>
                    <a:pt x="12700" y="56603"/>
                    <a:pt x="12698" y="56619"/>
                  </a:cubicBezTo>
                  <a:lnTo>
                    <a:pt x="12850" y="56196"/>
                  </a:lnTo>
                  <a:lnTo>
                    <a:pt x="12850" y="56196"/>
                  </a:lnTo>
                  <a:cubicBezTo>
                    <a:pt x="12723" y="56644"/>
                    <a:pt x="12732" y="56619"/>
                    <a:pt x="12588" y="57016"/>
                  </a:cubicBezTo>
                  <a:cubicBezTo>
                    <a:pt x="12960" y="56238"/>
                    <a:pt x="13138" y="55578"/>
                    <a:pt x="13442" y="54944"/>
                  </a:cubicBezTo>
                  <a:lnTo>
                    <a:pt x="13442" y="54944"/>
                  </a:lnTo>
                  <a:lnTo>
                    <a:pt x="13409" y="55045"/>
                  </a:lnTo>
                  <a:cubicBezTo>
                    <a:pt x="13679" y="54394"/>
                    <a:pt x="13832" y="53988"/>
                    <a:pt x="13967" y="53726"/>
                  </a:cubicBezTo>
                  <a:cubicBezTo>
                    <a:pt x="14051" y="53540"/>
                    <a:pt x="14145" y="53362"/>
                    <a:pt x="14254" y="53184"/>
                  </a:cubicBezTo>
                  <a:close/>
                  <a:moveTo>
                    <a:pt x="9060" y="65214"/>
                  </a:moveTo>
                  <a:lnTo>
                    <a:pt x="9060" y="65214"/>
                  </a:lnTo>
                  <a:cubicBezTo>
                    <a:pt x="9050" y="65231"/>
                    <a:pt x="9041" y="65247"/>
                    <a:pt x="9033" y="65264"/>
                  </a:cubicBezTo>
                  <a:lnTo>
                    <a:pt x="9033" y="65264"/>
                  </a:lnTo>
                  <a:cubicBezTo>
                    <a:pt x="9042" y="65248"/>
                    <a:pt x="9051" y="65231"/>
                    <a:pt x="9060" y="65214"/>
                  </a:cubicBezTo>
                  <a:close/>
                  <a:moveTo>
                    <a:pt x="8037" y="66550"/>
                  </a:moveTo>
                  <a:lnTo>
                    <a:pt x="8037" y="66550"/>
                  </a:lnTo>
                  <a:cubicBezTo>
                    <a:pt x="8018" y="66581"/>
                    <a:pt x="7985" y="66640"/>
                    <a:pt x="7945" y="66717"/>
                  </a:cubicBezTo>
                  <a:lnTo>
                    <a:pt x="7945" y="66717"/>
                  </a:lnTo>
                  <a:lnTo>
                    <a:pt x="8037" y="66550"/>
                  </a:lnTo>
                  <a:close/>
                  <a:moveTo>
                    <a:pt x="7402" y="67988"/>
                  </a:moveTo>
                  <a:cubicBezTo>
                    <a:pt x="7398" y="68001"/>
                    <a:pt x="7392" y="68013"/>
                    <a:pt x="7387" y="68026"/>
                  </a:cubicBezTo>
                  <a:lnTo>
                    <a:pt x="7387" y="68026"/>
                  </a:lnTo>
                  <a:cubicBezTo>
                    <a:pt x="7392" y="68016"/>
                    <a:pt x="7397" y="68006"/>
                    <a:pt x="7402" y="67997"/>
                  </a:cubicBezTo>
                  <a:lnTo>
                    <a:pt x="7402" y="67988"/>
                  </a:lnTo>
                  <a:close/>
                  <a:moveTo>
                    <a:pt x="6180" y="69629"/>
                  </a:moveTo>
                  <a:cubicBezTo>
                    <a:pt x="6176" y="69637"/>
                    <a:pt x="6172" y="69646"/>
                    <a:pt x="6167" y="69655"/>
                  </a:cubicBezTo>
                  <a:cubicBezTo>
                    <a:pt x="6173" y="69644"/>
                    <a:pt x="6177" y="69636"/>
                    <a:pt x="6180" y="69629"/>
                  </a:cubicBezTo>
                  <a:close/>
                  <a:moveTo>
                    <a:pt x="8637" y="65459"/>
                  </a:moveTo>
                  <a:lnTo>
                    <a:pt x="8637" y="65459"/>
                  </a:lnTo>
                  <a:cubicBezTo>
                    <a:pt x="8485" y="65746"/>
                    <a:pt x="8299" y="66119"/>
                    <a:pt x="8088" y="66559"/>
                  </a:cubicBezTo>
                  <a:cubicBezTo>
                    <a:pt x="7876" y="67007"/>
                    <a:pt x="7639" y="67506"/>
                    <a:pt x="7377" y="68064"/>
                  </a:cubicBezTo>
                  <a:cubicBezTo>
                    <a:pt x="7377" y="68051"/>
                    <a:pt x="7381" y="68039"/>
                    <a:pt x="7387" y="68026"/>
                  </a:cubicBezTo>
                  <a:lnTo>
                    <a:pt x="7387" y="68026"/>
                  </a:lnTo>
                  <a:cubicBezTo>
                    <a:pt x="7106" y="68548"/>
                    <a:pt x="7085" y="68605"/>
                    <a:pt x="6853" y="69046"/>
                  </a:cubicBezTo>
                  <a:lnTo>
                    <a:pt x="6912" y="68902"/>
                  </a:lnTo>
                  <a:lnTo>
                    <a:pt x="6912" y="68902"/>
                  </a:lnTo>
                  <a:cubicBezTo>
                    <a:pt x="6853" y="68969"/>
                    <a:pt x="6683" y="69333"/>
                    <a:pt x="6489" y="69689"/>
                  </a:cubicBezTo>
                  <a:cubicBezTo>
                    <a:pt x="6421" y="69858"/>
                    <a:pt x="6336" y="70018"/>
                    <a:pt x="6235" y="70171"/>
                  </a:cubicBezTo>
                  <a:lnTo>
                    <a:pt x="6252" y="70112"/>
                  </a:lnTo>
                  <a:lnTo>
                    <a:pt x="6252" y="70112"/>
                  </a:lnTo>
                  <a:cubicBezTo>
                    <a:pt x="6210" y="70171"/>
                    <a:pt x="6007" y="70509"/>
                    <a:pt x="5787" y="70907"/>
                  </a:cubicBezTo>
                  <a:lnTo>
                    <a:pt x="5863" y="70738"/>
                  </a:lnTo>
                  <a:cubicBezTo>
                    <a:pt x="5914" y="70628"/>
                    <a:pt x="5973" y="70509"/>
                    <a:pt x="6040" y="70365"/>
                  </a:cubicBezTo>
                  <a:lnTo>
                    <a:pt x="6040" y="70365"/>
                  </a:lnTo>
                  <a:cubicBezTo>
                    <a:pt x="5998" y="70450"/>
                    <a:pt x="5947" y="70543"/>
                    <a:pt x="5871" y="70670"/>
                  </a:cubicBezTo>
                  <a:lnTo>
                    <a:pt x="6210" y="69942"/>
                  </a:lnTo>
                  <a:lnTo>
                    <a:pt x="6210" y="69942"/>
                  </a:lnTo>
                  <a:cubicBezTo>
                    <a:pt x="6007" y="70289"/>
                    <a:pt x="6023" y="70365"/>
                    <a:pt x="5778" y="70788"/>
                  </a:cubicBezTo>
                  <a:cubicBezTo>
                    <a:pt x="5761" y="70746"/>
                    <a:pt x="5736" y="70763"/>
                    <a:pt x="5964" y="70298"/>
                  </a:cubicBezTo>
                  <a:cubicBezTo>
                    <a:pt x="6044" y="70159"/>
                    <a:pt x="6069" y="70120"/>
                    <a:pt x="6073" y="70120"/>
                  </a:cubicBezTo>
                  <a:lnTo>
                    <a:pt x="6073" y="70120"/>
                  </a:lnTo>
                  <a:cubicBezTo>
                    <a:pt x="6079" y="70120"/>
                    <a:pt x="6051" y="70183"/>
                    <a:pt x="6058" y="70183"/>
                  </a:cubicBezTo>
                  <a:cubicBezTo>
                    <a:pt x="6062" y="70183"/>
                    <a:pt x="6073" y="70169"/>
                    <a:pt x="6100" y="70128"/>
                  </a:cubicBezTo>
                  <a:cubicBezTo>
                    <a:pt x="6235" y="69807"/>
                    <a:pt x="6345" y="69756"/>
                    <a:pt x="6480" y="69409"/>
                  </a:cubicBezTo>
                  <a:cubicBezTo>
                    <a:pt x="6683" y="69020"/>
                    <a:pt x="6641" y="69156"/>
                    <a:pt x="6717" y="69037"/>
                  </a:cubicBezTo>
                  <a:lnTo>
                    <a:pt x="6717" y="69037"/>
                  </a:lnTo>
                  <a:cubicBezTo>
                    <a:pt x="6656" y="69154"/>
                    <a:pt x="6643" y="69185"/>
                    <a:pt x="6648" y="69185"/>
                  </a:cubicBezTo>
                  <a:cubicBezTo>
                    <a:pt x="6654" y="69185"/>
                    <a:pt x="6684" y="69143"/>
                    <a:pt x="6690" y="69143"/>
                  </a:cubicBezTo>
                  <a:lnTo>
                    <a:pt x="6690" y="69143"/>
                  </a:lnTo>
                  <a:cubicBezTo>
                    <a:pt x="6697" y="69143"/>
                    <a:pt x="6679" y="69186"/>
                    <a:pt x="6590" y="69359"/>
                  </a:cubicBezTo>
                  <a:cubicBezTo>
                    <a:pt x="6819" y="68969"/>
                    <a:pt x="6717" y="69054"/>
                    <a:pt x="6903" y="68724"/>
                  </a:cubicBezTo>
                  <a:lnTo>
                    <a:pt x="6962" y="68690"/>
                  </a:lnTo>
                  <a:cubicBezTo>
                    <a:pt x="7132" y="68386"/>
                    <a:pt x="7504" y="67743"/>
                    <a:pt x="7707" y="67320"/>
                  </a:cubicBezTo>
                  <a:lnTo>
                    <a:pt x="7707" y="67320"/>
                  </a:lnTo>
                  <a:cubicBezTo>
                    <a:pt x="7659" y="67399"/>
                    <a:pt x="7639" y="67429"/>
                    <a:pt x="7634" y="67429"/>
                  </a:cubicBezTo>
                  <a:cubicBezTo>
                    <a:pt x="7621" y="67429"/>
                    <a:pt x="7762" y="67147"/>
                    <a:pt x="7746" y="67147"/>
                  </a:cubicBezTo>
                  <a:lnTo>
                    <a:pt x="7746" y="67147"/>
                  </a:lnTo>
                  <a:cubicBezTo>
                    <a:pt x="7745" y="67147"/>
                    <a:pt x="7743" y="67148"/>
                    <a:pt x="7741" y="67151"/>
                  </a:cubicBezTo>
                  <a:cubicBezTo>
                    <a:pt x="7741" y="67217"/>
                    <a:pt x="7471" y="67676"/>
                    <a:pt x="7454" y="67676"/>
                  </a:cubicBezTo>
                  <a:cubicBezTo>
                    <a:pt x="7453" y="67676"/>
                    <a:pt x="7453" y="67676"/>
                    <a:pt x="7453" y="67675"/>
                  </a:cubicBezTo>
                  <a:cubicBezTo>
                    <a:pt x="7571" y="67459"/>
                    <a:pt x="7806" y="66984"/>
                    <a:pt x="7945" y="66717"/>
                  </a:cubicBezTo>
                  <a:lnTo>
                    <a:pt x="7945" y="66717"/>
                  </a:lnTo>
                  <a:lnTo>
                    <a:pt x="7749" y="67075"/>
                  </a:lnTo>
                  <a:cubicBezTo>
                    <a:pt x="7825" y="66880"/>
                    <a:pt x="8147" y="66195"/>
                    <a:pt x="8147" y="66178"/>
                  </a:cubicBezTo>
                  <a:cubicBezTo>
                    <a:pt x="8265" y="65975"/>
                    <a:pt x="8417" y="65662"/>
                    <a:pt x="8494" y="65560"/>
                  </a:cubicBezTo>
                  <a:lnTo>
                    <a:pt x="8494" y="65560"/>
                  </a:lnTo>
                  <a:lnTo>
                    <a:pt x="8316" y="65958"/>
                  </a:lnTo>
                  <a:lnTo>
                    <a:pt x="8223" y="66085"/>
                  </a:lnTo>
                  <a:lnTo>
                    <a:pt x="8138" y="66322"/>
                  </a:lnTo>
                  <a:cubicBezTo>
                    <a:pt x="8274" y="66076"/>
                    <a:pt x="8561" y="65560"/>
                    <a:pt x="8637" y="65459"/>
                  </a:cubicBezTo>
                  <a:close/>
                  <a:moveTo>
                    <a:pt x="4315" y="73783"/>
                  </a:moveTo>
                  <a:lnTo>
                    <a:pt x="4315" y="73783"/>
                  </a:lnTo>
                  <a:lnTo>
                    <a:pt x="4315" y="73783"/>
                  </a:lnTo>
                  <a:close/>
                  <a:moveTo>
                    <a:pt x="21157" y="0"/>
                  </a:moveTo>
                  <a:lnTo>
                    <a:pt x="21157" y="0"/>
                  </a:lnTo>
                  <a:cubicBezTo>
                    <a:pt x="21293" y="1125"/>
                    <a:pt x="21453" y="1624"/>
                    <a:pt x="21538" y="2546"/>
                  </a:cubicBezTo>
                  <a:cubicBezTo>
                    <a:pt x="21530" y="2500"/>
                    <a:pt x="21525" y="2484"/>
                    <a:pt x="21523" y="2484"/>
                  </a:cubicBezTo>
                  <a:cubicBezTo>
                    <a:pt x="21517" y="2484"/>
                    <a:pt x="21521" y="2557"/>
                    <a:pt x="21521" y="2580"/>
                  </a:cubicBezTo>
                  <a:cubicBezTo>
                    <a:pt x="21580" y="2868"/>
                    <a:pt x="21606" y="3223"/>
                    <a:pt x="21640" y="3401"/>
                  </a:cubicBezTo>
                  <a:lnTo>
                    <a:pt x="21690" y="3866"/>
                  </a:lnTo>
                  <a:cubicBezTo>
                    <a:pt x="21673" y="3858"/>
                    <a:pt x="21623" y="3688"/>
                    <a:pt x="21572" y="3215"/>
                  </a:cubicBezTo>
                  <a:lnTo>
                    <a:pt x="21572" y="3215"/>
                  </a:lnTo>
                  <a:cubicBezTo>
                    <a:pt x="21656" y="4044"/>
                    <a:pt x="21750" y="4771"/>
                    <a:pt x="21834" y="5507"/>
                  </a:cubicBezTo>
                  <a:cubicBezTo>
                    <a:pt x="21902" y="6243"/>
                    <a:pt x="21961" y="6979"/>
                    <a:pt x="22012" y="7817"/>
                  </a:cubicBezTo>
                  <a:cubicBezTo>
                    <a:pt x="22012" y="7826"/>
                    <a:pt x="22012" y="7829"/>
                    <a:pt x="22011" y="7829"/>
                  </a:cubicBezTo>
                  <a:cubicBezTo>
                    <a:pt x="22009" y="7829"/>
                    <a:pt x="22000" y="7692"/>
                    <a:pt x="21996" y="7692"/>
                  </a:cubicBezTo>
                  <a:cubicBezTo>
                    <a:pt x="21995" y="7692"/>
                    <a:pt x="21995" y="7701"/>
                    <a:pt x="21995" y="7724"/>
                  </a:cubicBezTo>
                  <a:cubicBezTo>
                    <a:pt x="22004" y="7838"/>
                    <a:pt x="22017" y="7994"/>
                    <a:pt x="22029" y="8114"/>
                  </a:cubicBezTo>
                  <a:lnTo>
                    <a:pt x="22029" y="8114"/>
                  </a:lnTo>
                  <a:cubicBezTo>
                    <a:pt x="22029" y="8106"/>
                    <a:pt x="22029" y="8096"/>
                    <a:pt x="22029" y="8087"/>
                  </a:cubicBezTo>
                  <a:lnTo>
                    <a:pt x="22029" y="8087"/>
                  </a:lnTo>
                  <a:cubicBezTo>
                    <a:pt x="22031" y="8115"/>
                    <a:pt x="22033" y="8142"/>
                    <a:pt x="22035" y="8169"/>
                  </a:cubicBezTo>
                  <a:lnTo>
                    <a:pt x="22035" y="8169"/>
                  </a:lnTo>
                  <a:cubicBezTo>
                    <a:pt x="22033" y="8152"/>
                    <a:pt x="22031" y="8134"/>
                    <a:pt x="22029" y="8114"/>
                  </a:cubicBezTo>
                  <a:lnTo>
                    <a:pt x="22029" y="8114"/>
                  </a:lnTo>
                  <a:cubicBezTo>
                    <a:pt x="22030" y="8150"/>
                    <a:pt x="22033" y="8184"/>
                    <a:pt x="22038" y="8218"/>
                  </a:cubicBezTo>
                  <a:lnTo>
                    <a:pt x="22038" y="8218"/>
                  </a:lnTo>
                  <a:cubicBezTo>
                    <a:pt x="22037" y="8202"/>
                    <a:pt x="22036" y="8186"/>
                    <a:pt x="22035" y="8169"/>
                  </a:cubicBezTo>
                  <a:lnTo>
                    <a:pt x="22035" y="8169"/>
                  </a:lnTo>
                  <a:cubicBezTo>
                    <a:pt x="22039" y="8207"/>
                    <a:pt x="22042" y="8238"/>
                    <a:pt x="22045" y="8261"/>
                  </a:cubicBezTo>
                  <a:lnTo>
                    <a:pt x="22045" y="8261"/>
                  </a:lnTo>
                  <a:cubicBezTo>
                    <a:pt x="22043" y="8247"/>
                    <a:pt x="22040" y="8232"/>
                    <a:pt x="22038" y="8218"/>
                  </a:cubicBezTo>
                  <a:lnTo>
                    <a:pt x="22038" y="8218"/>
                  </a:lnTo>
                  <a:cubicBezTo>
                    <a:pt x="22049" y="8385"/>
                    <a:pt x="22054" y="8536"/>
                    <a:pt x="22054" y="8671"/>
                  </a:cubicBezTo>
                  <a:cubicBezTo>
                    <a:pt x="22062" y="8849"/>
                    <a:pt x="22062" y="9001"/>
                    <a:pt x="22062" y="9145"/>
                  </a:cubicBezTo>
                  <a:cubicBezTo>
                    <a:pt x="22071" y="9449"/>
                    <a:pt x="22071" y="9695"/>
                    <a:pt x="22096" y="9974"/>
                  </a:cubicBezTo>
                  <a:cubicBezTo>
                    <a:pt x="22096" y="9975"/>
                    <a:pt x="22095" y="9976"/>
                    <a:pt x="22095" y="9976"/>
                  </a:cubicBezTo>
                  <a:cubicBezTo>
                    <a:pt x="22079" y="9976"/>
                    <a:pt x="22065" y="9612"/>
                    <a:pt x="22063" y="9612"/>
                  </a:cubicBezTo>
                  <a:cubicBezTo>
                    <a:pt x="22063" y="9612"/>
                    <a:pt x="22062" y="9614"/>
                    <a:pt x="22062" y="9618"/>
                  </a:cubicBezTo>
                  <a:cubicBezTo>
                    <a:pt x="22071" y="10050"/>
                    <a:pt x="22088" y="10371"/>
                    <a:pt x="22122" y="10701"/>
                  </a:cubicBezTo>
                  <a:cubicBezTo>
                    <a:pt x="22147" y="11023"/>
                    <a:pt x="22164" y="11353"/>
                    <a:pt x="22164" y="11784"/>
                  </a:cubicBezTo>
                  <a:cubicBezTo>
                    <a:pt x="22158" y="11721"/>
                    <a:pt x="22154" y="11694"/>
                    <a:pt x="22151" y="11694"/>
                  </a:cubicBezTo>
                  <a:cubicBezTo>
                    <a:pt x="22138" y="11694"/>
                    <a:pt x="22137" y="12023"/>
                    <a:pt x="22130" y="12207"/>
                  </a:cubicBezTo>
                  <a:cubicBezTo>
                    <a:pt x="22139" y="12562"/>
                    <a:pt x="22164" y="13112"/>
                    <a:pt x="22164" y="13713"/>
                  </a:cubicBezTo>
                  <a:cubicBezTo>
                    <a:pt x="22164" y="14313"/>
                    <a:pt x="22147" y="14956"/>
                    <a:pt x="22147" y="15498"/>
                  </a:cubicBezTo>
                  <a:cubicBezTo>
                    <a:pt x="22142" y="15472"/>
                    <a:pt x="22137" y="15461"/>
                    <a:pt x="22133" y="15461"/>
                  </a:cubicBezTo>
                  <a:cubicBezTo>
                    <a:pt x="22093" y="15461"/>
                    <a:pt x="22116" y="16698"/>
                    <a:pt x="22062" y="16775"/>
                  </a:cubicBezTo>
                  <a:cubicBezTo>
                    <a:pt x="22046" y="16987"/>
                    <a:pt x="22046" y="17198"/>
                    <a:pt x="22062" y="17410"/>
                  </a:cubicBezTo>
                  <a:cubicBezTo>
                    <a:pt x="22062" y="17274"/>
                    <a:pt x="22071" y="17130"/>
                    <a:pt x="22096" y="16995"/>
                  </a:cubicBezTo>
                  <a:lnTo>
                    <a:pt x="22096" y="16995"/>
                  </a:lnTo>
                  <a:cubicBezTo>
                    <a:pt x="22079" y="17350"/>
                    <a:pt x="22062" y="17875"/>
                    <a:pt x="22079" y="17926"/>
                  </a:cubicBezTo>
                  <a:lnTo>
                    <a:pt x="22037" y="18357"/>
                  </a:lnTo>
                  <a:cubicBezTo>
                    <a:pt x="22062" y="18492"/>
                    <a:pt x="22071" y="18628"/>
                    <a:pt x="22054" y="18763"/>
                  </a:cubicBezTo>
                  <a:cubicBezTo>
                    <a:pt x="21978" y="19288"/>
                    <a:pt x="22096" y="18704"/>
                    <a:pt x="22029" y="19465"/>
                  </a:cubicBezTo>
                  <a:cubicBezTo>
                    <a:pt x="22020" y="19330"/>
                    <a:pt x="22012" y="19203"/>
                    <a:pt x="21995" y="19068"/>
                  </a:cubicBezTo>
                  <a:cubicBezTo>
                    <a:pt x="21969" y="19431"/>
                    <a:pt x="21986" y="19389"/>
                    <a:pt x="21969" y="19643"/>
                  </a:cubicBezTo>
                  <a:cubicBezTo>
                    <a:pt x="21967" y="19652"/>
                    <a:pt x="21964" y="19656"/>
                    <a:pt x="21962" y="19656"/>
                  </a:cubicBezTo>
                  <a:cubicBezTo>
                    <a:pt x="21946" y="19656"/>
                    <a:pt x="21953" y="19359"/>
                    <a:pt x="21953" y="19110"/>
                  </a:cubicBezTo>
                  <a:lnTo>
                    <a:pt x="21953" y="19110"/>
                  </a:lnTo>
                  <a:cubicBezTo>
                    <a:pt x="21944" y="19262"/>
                    <a:pt x="21927" y="19423"/>
                    <a:pt x="21910" y="19575"/>
                  </a:cubicBezTo>
                  <a:cubicBezTo>
                    <a:pt x="21902" y="20032"/>
                    <a:pt x="21885" y="20819"/>
                    <a:pt x="21817" y="21546"/>
                  </a:cubicBezTo>
                  <a:cubicBezTo>
                    <a:pt x="21811" y="21460"/>
                    <a:pt x="21818" y="21311"/>
                    <a:pt x="21806" y="21311"/>
                  </a:cubicBezTo>
                  <a:cubicBezTo>
                    <a:pt x="21802" y="21311"/>
                    <a:pt x="21795" y="21332"/>
                    <a:pt x="21783" y="21385"/>
                  </a:cubicBezTo>
                  <a:cubicBezTo>
                    <a:pt x="21783" y="21766"/>
                    <a:pt x="21750" y="22147"/>
                    <a:pt x="21707" y="22528"/>
                  </a:cubicBezTo>
                  <a:lnTo>
                    <a:pt x="21707" y="22451"/>
                  </a:lnTo>
                  <a:cubicBezTo>
                    <a:pt x="21656" y="23179"/>
                    <a:pt x="21640" y="22993"/>
                    <a:pt x="21563" y="23653"/>
                  </a:cubicBezTo>
                  <a:cubicBezTo>
                    <a:pt x="21563" y="23644"/>
                    <a:pt x="21563" y="23627"/>
                    <a:pt x="21563" y="23619"/>
                  </a:cubicBezTo>
                  <a:lnTo>
                    <a:pt x="21538" y="24025"/>
                  </a:lnTo>
                  <a:cubicBezTo>
                    <a:pt x="21530" y="24304"/>
                    <a:pt x="21496" y="24592"/>
                    <a:pt x="21453" y="24871"/>
                  </a:cubicBezTo>
                  <a:cubicBezTo>
                    <a:pt x="21411" y="25057"/>
                    <a:pt x="21369" y="25201"/>
                    <a:pt x="21327" y="25454"/>
                  </a:cubicBezTo>
                  <a:lnTo>
                    <a:pt x="21335" y="25344"/>
                  </a:lnTo>
                  <a:lnTo>
                    <a:pt x="21335" y="25344"/>
                  </a:lnTo>
                  <a:cubicBezTo>
                    <a:pt x="21259" y="25657"/>
                    <a:pt x="21149" y="26664"/>
                    <a:pt x="21098" y="26952"/>
                  </a:cubicBezTo>
                  <a:cubicBezTo>
                    <a:pt x="21174" y="26605"/>
                    <a:pt x="21140" y="26842"/>
                    <a:pt x="21208" y="26580"/>
                  </a:cubicBezTo>
                  <a:cubicBezTo>
                    <a:pt x="21242" y="26267"/>
                    <a:pt x="21191" y="26360"/>
                    <a:pt x="21276" y="25835"/>
                  </a:cubicBezTo>
                  <a:lnTo>
                    <a:pt x="21276" y="25835"/>
                  </a:lnTo>
                  <a:cubicBezTo>
                    <a:pt x="21301" y="25911"/>
                    <a:pt x="21217" y="26571"/>
                    <a:pt x="21225" y="26706"/>
                  </a:cubicBezTo>
                  <a:cubicBezTo>
                    <a:pt x="21208" y="26884"/>
                    <a:pt x="21166" y="27062"/>
                    <a:pt x="21090" y="27222"/>
                  </a:cubicBezTo>
                  <a:cubicBezTo>
                    <a:pt x="21047" y="27586"/>
                    <a:pt x="20997" y="27865"/>
                    <a:pt x="20946" y="28170"/>
                  </a:cubicBezTo>
                  <a:cubicBezTo>
                    <a:pt x="20887" y="28474"/>
                    <a:pt x="20836" y="28804"/>
                    <a:pt x="20768" y="29244"/>
                  </a:cubicBezTo>
                  <a:cubicBezTo>
                    <a:pt x="20735" y="29563"/>
                    <a:pt x="20768" y="29815"/>
                    <a:pt x="20595" y="30546"/>
                  </a:cubicBezTo>
                  <a:lnTo>
                    <a:pt x="20595" y="30546"/>
                  </a:lnTo>
                  <a:cubicBezTo>
                    <a:pt x="20595" y="30533"/>
                    <a:pt x="20594" y="30525"/>
                    <a:pt x="20591" y="30522"/>
                  </a:cubicBezTo>
                  <a:lnTo>
                    <a:pt x="20591" y="30522"/>
                  </a:lnTo>
                  <a:lnTo>
                    <a:pt x="20591" y="30564"/>
                  </a:lnTo>
                  <a:cubicBezTo>
                    <a:pt x="20592" y="30558"/>
                    <a:pt x="20593" y="30552"/>
                    <a:pt x="20595" y="30546"/>
                  </a:cubicBezTo>
                  <a:lnTo>
                    <a:pt x="20595" y="30546"/>
                  </a:lnTo>
                  <a:cubicBezTo>
                    <a:pt x="20593" y="30629"/>
                    <a:pt x="20521" y="30897"/>
                    <a:pt x="20506" y="31029"/>
                  </a:cubicBezTo>
                  <a:cubicBezTo>
                    <a:pt x="20522" y="30981"/>
                    <a:pt x="20531" y="30963"/>
                    <a:pt x="20535" y="30963"/>
                  </a:cubicBezTo>
                  <a:lnTo>
                    <a:pt x="20535" y="30963"/>
                  </a:lnTo>
                  <a:cubicBezTo>
                    <a:pt x="20548" y="30963"/>
                    <a:pt x="20517" y="31138"/>
                    <a:pt x="20526" y="31138"/>
                  </a:cubicBezTo>
                  <a:cubicBezTo>
                    <a:pt x="20529" y="31138"/>
                    <a:pt x="20538" y="31113"/>
                    <a:pt x="20557" y="31046"/>
                  </a:cubicBezTo>
                  <a:lnTo>
                    <a:pt x="20557" y="31046"/>
                  </a:lnTo>
                  <a:cubicBezTo>
                    <a:pt x="20481" y="31478"/>
                    <a:pt x="20421" y="31545"/>
                    <a:pt x="20388" y="31579"/>
                  </a:cubicBezTo>
                  <a:cubicBezTo>
                    <a:pt x="20371" y="31892"/>
                    <a:pt x="20210" y="32433"/>
                    <a:pt x="20100" y="33102"/>
                  </a:cubicBezTo>
                  <a:cubicBezTo>
                    <a:pt x="20107" y="32996"/>
                    <a:pt x="20196" y="32481"/>
                    <a:pt x="20182" y="32481"/>
                  </a:cubicBezTo>
                  <a:lnTo>
                    <a:pt x="20182" y="32481"/>
                  </a:lnTo>
                  <a:cubicBezTo>
                    <a:pt x="20179" y="32481"/>
                    <a:pt x="20172" y="32502"/>
                    <a:pt x="20159" y="32552"/>
                  </a:cubicBezTo>
                  <a:cubicBezTo>
                    <a:pt x="20125" y="32831"/>
                    <a:pt x="20091" y="33119"/>
                    <a:pt x="20041" y="33406"/>
                  </a:cubicBezTo>
                  <a:cubicBezTo>
                    <a:pt x="20062" y="33298"/>
                    <a:pt x="20090" y="33196"/>
                    <a:pt x="20108" y="33090"/>
                  </a:cubicBezTo>
                  <a:lnTo>
                    <a:pt x="20108" y="33090"/>
                  </a:lnTo>
                  <a:cubicBezTo>
                    <a:pt x="20049" y="33469"/>
                    <a:pt x="19959" y="33847"/>
                    <a:pt x="19846" y="34218"/>
                  </a:cubicBezTo>
                  <a:cubicBezTo>
                    <a:pt x="19843" y="34226"/>
                    <a:pt x="19841" y="34230"/>
                    <a:pt x="19840" y="34230"/>
                  </a:cubicBezTo>
                  <a:cubicBezTo>
                    <a:pt x="19831" y="34230"/>
                    <a:pt x="19868" y="34027"/>
                    <a:pt x="19905" y="33863"/>
                  </a:cubicBezTo>
                  <a:lnTo>
                    <a:pt x="19905" y="33863"/>
                  </a:lnTo>
                  <a:cubicBezTo>
                    <a:pt x="19855" y="34058"/>
                    <a:pt x="19795" y="34379"/>
                    <a:pt x="19753" y="34641"/>
                  </a:cubicBezTo>
                  <a:cubicBezTo>
                    <a:pt x="19728" y="34836"/>
                    <a:pt x="19592" y="35513"/>
                    <a:pt x="19559" y="35792"/>
                  </a:cubicBezTo>
                  <a:cubicBezTo>
                    <a:pt x="19550" y="35826"/>
                    <a:pt x="19542" y="35859"/>
                    <a:pt x="19533" y="35893"/>
                  </a:cubicBezTo>
                  <a:cubicBezTo>
                    <a:pt x="19533" y="35886"/>
                    <a:pt x="19533" y="35878"/>
                    <a:pt x="19534" y="35870"/>
                  </a:cubicBezTo>
                  <a:lnTo>
                    <a:pt x="19534" y="35870"/>
                  </a:lnTo>
                  <a:cubicBezTo>
                    <a:pt x="19522" y="35916"/>
                    <a:pt x="19515" y="35951"/>
                    <a:pt x="19508" y="35986"/>
                  </a:cubicBezTo>
                  <a:cubicBezTo>
                    <a:pt x="19474" y="36096"/>
                    <a:pt x="19449" y="36206"/>
                    <a:pt x="19423" y="36325"/>
                  </a:cubicBezTo>
                  <a:lnTo>
                    <a:pt x="19432" y="36249"/>
                  </a:lnTo>
                  <a:lnTo>
                    <a:pt x="19432" y="36249"/>
                  </a:lnTo>
                  <a:cubicBezTo>
                    <a:pt x="19423" y="36299"/>
                    <a:pt x="19415" y="36342"/>
                    <a:pt x="19406" y="36384"/>
                  </a:cubicBezTo>
                  <a:cubicBezTo>
                    <a:pt x="19372" y="36502"/>
                    <a:pt x="19339" y="36612"/>
                    <a:pt x="19322" y="36748"/>
                  </a:cubicBezTo>
                  <a:lnTo>
                    <a:pt x="19288" y="36925"/>
                  </a:lnTo>
                  <a:lnTo>
                    <a:pt x="19305" y="36841"/>
                  </a:lnTo>
                  <a:lnTo>
                    <a:pt x="19305" y="36841"/>
                  </a:lnTo>
                  <a:cubicBezTo>
                    <a:pt x="19330" y="36883"/>
                    <a:pt x="19255" y="37298"/>
                    <a:pt x="19131" y="37791"/>
                  </a:cubicBezTo>
                  <a:lnTo>
                    <a:pt x="19131" y="37791"/>
                  </a:lnTo>
                  <a:cubicBezTo>
                    <a:pt x="19148" y="37725"/>
                    <a:pt x="19212" y="37477"/>
                    <a:pt x="19305" y="37137"/>
                  </a:cubicBezTo>
                  <a:lnTo>
                    <a:pt x="19305" y="37137"/>
                  </a:lnTo>
                  <a:lnTo>
                    <a:pt x="19279" y="37264"/>
                  </a:lnTo>
                  <a:cubicBezTo>
                    <a:pt x="19136" y="37822"/>
                    <a:pt x="19017" y="38347"/>
                    <a:pt x="18873" y="38829"/>
                  </a:cubicBezTo>
                  <a:cubicBezTo>
                    <a:pt x="18916" y="38651"/>
                    <a:pt x="18958" y="38465"/>
                    <a:pt x="19017" y="38245"/>
                  </a:cubicBezTo>
                  <a:lnTo>
                    <a:pt x="19017" y="38245"/>
                  </a:lnTo>
                  <a:cubicBezTo>
                    <a:pt x="18941" y="38507"/>
                    <a:pt x="18856" y="38837"/>
                    <a:pt x="18780" y="39133"/>
                  </a:cubicBezTo>
                  <a:cubicBezTo>
                    <a:pt x="18741" y="39284"/>
                    <a:pt x="18702" y="39434"/>
                    <a:pt x="18656" y="39582"/>
                  </a:cubicBezTo>
                  <a:lnTo>
                    <a:pt x="18656" y="39582"/>
                  </a:lnTo>
                  <a:cubicBezTo>
                    <a:pt x="18683" y="39482"/>
                    <a:pt x="18697" y="39424"/>
                    <a:pt x="18704" y="39387"/>
                  </a:cubicBezTo>
                  <a:lnTo>
                    <a:pt x="18704" y="39387"/>
                  </a:lnTo>
                  <a:cubicBezTo>
                    <a:pt x="18682" y="39468"/>
                    <a:pt x="18660" y="39542"/>
                    <a:pt x="18644" y="39621"/>
                  </a:cubicBezTo>
                  <a:lnTo>
                    <a:pt x="18644" y="39621"/>
                  </a:lnTo>
                  <a:cubicBezTo>
                    <a:pt x="18623" y="39685"/>
                    <a:pt x="18601" y="39748"/>
                    <a:pt x="18577" y="39810"/>
                  </a:cubicBezTo>
                  <a:cubicBezTo>
                    <a:pt x="18755" y="39006"/>
                    <a:pt x="18882" y="38626"/>
                    <a:pt x="19068" y="37780"/>
                  </a:cubicBezTo>
                  <a:cubicBezTo>
                    <a:pt x="19092" y="37704"/>
                    <a:pt x="19104" y="37673"/>
                    <a:pt x="19108" y="37673"/>
                  </a:cubicBezTo>
                  <a:lnTo>
                    <a:pt x="19108" y="37673"/>
                  </a:lnTo>
                  <a:cubicBezTo>
                    <a:pt x="19124" y="37673"/>
                    <a:pt x="18959" y="38334"/>
                    <a:pt x="18966" y="38355"/>
                  </a:cubicBezTo>
                  <a:lnTo>
                    <a:pt x="19093" y="37881"/>
                  </a:lnTo>
                  <a:lnTo>
                    <a:pt x="19093" y="37881"/>
                  </a:lnTo>
                  <a:cubicBezTo>
                    <a:pt x="19092" y="37883"/>
                    <a:pt x="19092" y="37884"/>
                    <a:pt x="19091" y="37884"/>
                  </a:cubicBezTo>
                  <a:cubicBezTo>
                    <a:pt x="19075" y="37884"/>
                    <a:pt x="19254" y="37151"/>
                    <a:pt x="19225" y="37151"/>
                  </a:cubicBezTo>
                  <a:lnTo>
                    <a:pt x="19225" y="37151"/>
                  </a:lnTo>
                  <a:cubicBezTo>
                    <a:pt x="19221" y="37151"/>
                    <a:pt x="19214" y="37162"/>
                    <a:pt x="19203" y="37188"/>
                  </a:cubicBezTo>
                  <a:cubicBezTo>
                    <a:pt x="19068" y="37704"/>
                    <a:pt x="18941" y="38228"/>
                    <a:pt x="18806" y="38736"/>
                  </a:cubicBezTo>
                  <a:cubicBezTo>
                    <a:pt x="18670" y="39235"/>
                    <a:pt x="18535" y="39717"/>
                    <a:pt x="18416" y="40165"/>
                  </a:cubicBezTo>
                  <a:lnTo>
                    <a:pt x="18425" y="39243"/>
                  </a:lnTo>
                  <a:lnTo>
                    <a:pt x="18425" y="39176"/>
                  </a:lnTo>
                  <a:cubicBezTo>
                    <a:pt x="18188" y="40064"/>
                    <a:pt x="18391" y="39632"/>
                    <a:pt x="18349" y="39844"/>
                  </a:cubicBezTo>
                  <a:cubicBezTo>
                    <a:pt x="18307" y="40030"/>
                    <a:pt x="18264" y="40208"/>
                    <a:pt x="18205" y="40385"/>
                  </a:cubicBezTo>
                  <a:lnTo>
                    <a:pt x="18222" y="40284"/>
                  </a:lnTo>
                  <a:lnTo>
                    <a:pt x="18222" y="40284"/>
                  </a:lnTo>
                  <a:cubicBezTo>
                    <a:pt x="18087" y="40842"/>
                    <a:pt x="18205" y="40470"/>
                    <a:pt x="18070" y="40960"/>
                  </a:cubicBezTo>
                  <a:cubicBezTo>
                    <a:pt x="18051" y="41050"/>
                    <a:pt x="18046" y="41083"/>
                    <a:pt x="18048" y="41083"/>
                  </a:cubicBezTo>
                  <a:cubicBezTo>
                    <a:pt x="18054" y="41083"/>
                    <a:pt x="18123" y="40814"/>
                    <a:pt x="18129" y="40814"/>
                  </a:cubicBezTo>
                  <a:lnTo>
                    <a:pt x="18129" y="40814"/>
                  </a:lnTo>
                  <a:cubicBezTo>
                    <a:pt x="18130" y="40814"/>
                    <a:pt x="18128" y="40829"/>
                    <a:pt x="18120" y="40867"/>
                  </a:cubicBezTo>
                  <a:cubicBezTo>
                    <a:pt x="17968" y="41400"/>
                    <a:pt x="18095" y="41214"/>
                    <a:pt x="17824" y="42026"/>
                  </a:cubicBezTo>
                  <a:cubicBezTo>
                    <a:pt x="17824" y="41984"/>
                    <a:pt x="17765" y="42103"/>
                    <a:pt x="17900" y="41629"/>
                  </a:cubicBezTo>
                  <a:lnTo>
                    <a:pt x="17900" y="41629"/>
                  </a:lnTo>
                  <a:lnTo>
                    <a:pt x="17740" y="42086"/>
                  </a:lnTo>
                  <a:cubicBezTo>
                    <a:pt x="17892" y="41527"/>
                    <a:pt x="17799" y="41866"/>
                    <a:pt x="17960" y="41299"/>
                  </a:cubicBezTo>
                  <a:cubicBezTo>
                    <a:pt x="17998" y="41063"/>
                    <a:pt x="17967" y="41080"/>
                    <a:pt x="17992" y="40908"/>
                  </a:cubicBezTo>
                  <a:lnTo>
                    <a:pt x="17992" y="40908"/>
                  </a:lnTo>
                  <a:cubicBezTo>
                    <a:pt x="17967" y="41054"/>
                    <a:pt x="17936" y="41194"/>
                    <a:pt x="17892" y="41341"/>
                  </a:cubicBezTo>
                  <a:cubicBezTo>
                    <a:pt x="17857" y="41453"/>
                    <a:pt x="17843" y="41493"/>
                    <a:pt x="17840" y="41493"/>
                  </a:cubicBezTo>
                  <a:cubicBezTo>
                    <a:pt x="17833" y="41493"/>
                    <a:pt x="17892" y="41261"/>
                    <a:pt x="17892" y="41231"/>
                  </a:cubicBezTo>
                  <a:lnTo>
                    <a:pt x="17892" y="41231"/>
                  </a:lnTo>
                  <a:cubicBezTo>
                    <a:pt x="17782" y="41756"/>
                    <a:pt x="17697" y="41790"/>
                    <a:pt x="17596" y="42255"/>
                  </a:cubicBezTo>
                  <a:cubicBezTo>
                    <a:pt x="17664" y="42179"/>
                    <a:pt x="17630" y="42263"/>
                    <a:pt x="17748" y="41942"/>
                  </a:cubicBezTo>
                  <a:lnTo>
                    <a:pt x="17748" y="41942"/>
                  </a:lnTo>
                  <a:cubicBezTo>
                    <a:pt x="17676" y="42256"/>
                    <a:pt x="17542" y="42638"/>
                    <a:pt x="17507" y="42638"/>
                  </a:cubicBezTo>
                  <a:cubicBezTo>
                    <a:pt x="17506" y="42638"/>
                    <a:pt x="17504" y="42638"/>
                    <a:pt x="17503" y="42635"/>
                  </a:cubicBezTo>
                  <a:lnTo>
                    <a:pt x="17503" y="42635"/>
                  </a:lnTo>
                  <a:lnTo>
                    <a:pt x="17511" y="42712"/>
                  </a:lnTo>
                  <a:cubicBezTo>
                    <a:pt x="17486" y="42779"/>
                    <a:pt x="17410" y="43041"/>
                    <a:pt x="17393" y="43050"/>
                  </a:cubicBezTo>
                  <a:lnTo>
                    <a:pt x="17376" y="43168"/>
                  </a:lnTo>
                  <a:cubicBezTo>
                    <a:pt x="17486" y="42898"/>
                    <a:pt x="17571" y="42619"/>
                    <a:pt x="17647" y="42339"/>
                  </a:cubicBezTo>
                  <a:lnTo>
                    <a:pt x="17647" y="42339"/>
                  </a:lnTo>
                  <a:cubicBezTo>
                    <a:pt x="17639" y="42376"/>
                    <a:pt x="17640" y="42387"/>
                    <a:pt x="17645" y="42387"/>
                  </a:cubicBezTo>
                  <a:cubicBezTo>
                    <a:pt x="17652" y="42387"/>
                    <a:pt x="17667" y="42362"/>
                    <a:pt x="17674" y="42362"/>
                  </a:cubicBezTo>
                  <a:lnTo>
                    <a:pt x="17674" y="42362"/>
                  </a:lnTo>
                  <a:cubicBezTo>
                    <a:pt x="17684" y="42362"/>
                    <a:pt x="17679" y="42412"/>
                    <a:pt x="17613" y="42652"/>
                  </a:cubicBezTo>
                  <a:cubicBezTo>
                    <a:pt x="17588" y="42735"/>
                    <a:pt x="17578" y="42761"/>
                    <a:pt x="17575" y="42761"/>
                  </a:cubicBezTo>
                  <a:cubicBezTo>
                    <a:pt x="17568" y="42761"/>
                    <a:pt x="17581" y="42686"/>
                    <a:pt x="17572" y="42686"/>
                  </a:cubicBezTo>
                  <a:lnTo>
                    <a:pt x="17572" y="42686"/>
                  </a:lnTo>
                  <a:cubicBezTo>
                    <a:pt x="17571" y="42686"/>
                    <a:pt x="17571" y="42686"/>
                    <a:pt x="17571" y="42686"/>
                  </a:cubicBezTo>
                  <a:cubicBezTo>
                    <a:pt x="17410" y="43287"/>
                    <a:pt x="17317" y="43583"/>
                    <a:pt x="17215" y="43845"/>
                  </a:cubicBezTo>
                  <a:cubicBezTo>
                    <a:pt x="17122" y="44107"/>
                    <a:pt x="17029" y="44336"/>
                    <a:pt x="16894" y="44810"/>
                  </a:cubicBezTo>
                  <a:cubicBezTo>
                    <a:pt x="16928" y="44683"/>
                    <a:pt x="16987" y="44488"/>
                    <a:pt x="17063" y="44260"/>
                  </a:cubicBezTo>
                  <a:cubicBezTo>
                    <a:pt x="17088" y="44150"/>
                    <a:pt x="17131" y="44031"/>
                    <a:pt x="17165" y="43913"/>
                  </a:cubicBezTo>
                  <a:cubicBezTo>
                    <a:pt x="17198" y="43786"/>
                    <a:pt x="17232" y="43667"/>
                    <a:pt x="17266" y="43558"/>
                  </a:cubicBezTo>
                  <a:lnTo>
                    <a:pt x="17266" y="43558"/>
                  </a:lnTo>
                  <a:cubicBezTo>
                    <a:pt x="17165" y="43820"/>
                    <a:pt x="17097" y="44141"/>
                    <a:pt x="17004" y="44403"/>
                  </a:cubicBezTo>
                  <a:cubicBezTo>
                    <a:pt x="17039" y="44279"/>
                    <a:pt x="17056" y="44208"/>
                    <a:pt x="17050" y="44208"/>
                  </a:cubicBezTo>
                  <a:lnTo>
                    <a:pt x="17050" y="44208"/>
                  </a:lnTo>
                  <a:cubicBezTo>
                    <a:pt x="17043" y="44208"/>
                    <a:pt x="17018" y="44266"/>
                    <a:pt x="16970" y="44395"/>
                  </a:cubicBezTo>
                  <a:lnTo>
                    <a:pt x="16953" y="44513"/>
                  </a:lnTo>
                  <a:cubicBezTo>
                    <a:pt x="16910" y="44651"/>
                    <a:pt x="16835" y="44888"/>
                    <a:pt x="16804" y="44964"/>
                  </a:cubicBezTo>
                  <a:lnTo>
                    <a:pt x="16804" y="44964"/>
                  </a:lnTo>
                  <a:cubicBezTo>
                    <a:pt x="16828" y="44915"/>
                    <a:pt x="16851" y="44866"/>
                    <a:pt x="16867" y="44813"/>
                  </a:cubicBezTo>
                  <a:lnTo>
                    <a:pt x="16867" y="44813"/>
                  </a:lnTo>
                  <a:cubicBezTo>
                    <a:pt x="16754" y="45243"/>
                    <a:pt x="16531" y="45998"/>
                    <a:pt x="16285" y="46696"/>
                  </a:cubicBezTo>
                  <a:cubicBezTo>
                    <a:pt x="16278" y="46649"/>
                    <a:pt x="16478" y="46019"/>
                    <a:pt x="16465" y="46019"/>
                  </a:cubicBezTo>
                  <a:lnTo>
                    <a:pt x="16465" y="46019"/>
                  </a:lnTo>
                  <a:cubicBezTo>
                    <a:pt x="16462" y="46019"/>
                    <a:pt x="16444" y="46062"/>
                    <a:pt x="16403" y="46171"/>
                  </a:cubicBezTo>
                  <a:cubicBezTo>
                    <a:pt x="16319" y="46527"/>
                    <a:pt x="16209" y="46882"/>
                    <a:pt x="16073" y="47229"/>
                  </a:cubicBezTo>
                  <a:cubicBezTo>
                    <a:pt x="16085" y="47183"/>
                    <a:pt x="16088" y="47165"/>
                    <a:pt x="16085" y="47165"/>
                  </a:cubicBezTo>
                  <a:lnTo>
                    <a:pt x="16085" y="47165"/>
                  </a:lnTo>
                  <a:cubicBezTo>
                    <a:pt x="16074" y="47165"/>
                    <a:pt x="15975" y="47441"/>
                    <a:pt x="15964" y="47441"/>
                  </a:cubicBezTo>
                  <a:cubicBezTo>
                    <a:pt x="15964" y="47441"/>
                    <a:pt x="15963" y="47441"/>
                    <a:pt x="15963" y="47440"/>
                  </a:cubicBezTo>
                  <a:lnTo>
                    <a:pt x="15760" y="48168"/>
                  </a:lnTo>
                  <a:cubicBezTo>
                    <a:pt x="15642" y="48515"/>
                    <a:pt x="15498" y="48912"/>
                    <a:pt x="15405" y="49225"/>
                  </a:cubicBezTo>
                  <a:cubicBezTo>
                    <a:pt x="15439" y="49124"/>
                    <a:pt x="15481" y="48980"/>
                    <a:pt x="15540" y="48811"/>
                  </a:cubicBezTo>
                  <a:lnTo>
                    <a:pt x="15540" y="48811"/>
                  </a:lnTo>
                  <a:cubicBezTo>
                    <a:pt x="15481" y="49056"/>
                    <a:pt x="15405" y="49293"/>
                    <a:pt x="15303" y="49521"/>
                  </a:cubicBezTo>
                  <a:cubicBezTo>
                    <a:pt x="15219" y="49758"/>
                    <a:pt x="15109" y="50004"/>
                    <a:pt x="15007" y="50317"/>
                  </a:cubicBezTo>
                  <a:lnTo>
                    <a:pt x="15092" y="50029"/>
                  </a:lnTo>
                  <a:lnTo>
                    <a:pt x="15092" y="50029"/>
                  </a:lnTo>
                  <a:cubicBezTo>
                    <a:pt x="14914" y="50494"/>
                    <a:pt x="14796" y="50858"/>
                    <a:pt x="14669" y="51230"/>
                  </a:cubicBezTo>
                  <a:lnTo>
                    <a:pt x="14652" y="51213"/>
                  </a:lnTo>
                  <a:cubicBezTo>
                    <a:pt x="14618" y="51374"/>
                    <a:pt x="14576" y="51535"/>
                    <a:pt x="14517" y="51687"/>
                  </a:cubicBezTo>
                  <a:cubicBezTo>
                    <a:pt x="14441" y="51915"/>
                    <a:pt x="14348" y="52161"/>
                    <a:pt x="14322" y="52245"/>
                  </a:cubicBezTo>
                  <a:cubicBezTo>
                    <a:pt x="14525" y="51687"/>
                    <a:pt x="14618" y="51442"/>
                    <a:pt x="14711" y="51205"/>
                  </a:cubicBezTo>
                  <a:cubicBezTo>
                    <a:pt x="14804" y="50968"/>
                    <a:pt x="14897" y="50740"/>
                    <a:pt x="15092" y="50190"/>
                  </a:cubicBezTo>
                  <a:lnTo>
                    <a:pt x="15092" y="50190"/>
                  </a:lnTo>
                  <a:cubicBezTo>
                    <a:pt x="14974" y="50613"/>
                    <a:pt x="14872" y="50909"/>
                    <a:pt x="14737" y="51366"/>
                  </a:cubicBezTo>
                  <a:cubicBezTo>
                    <a:pt x="14711" y="51450"/>
                    <a:pt x="14677" y="51535"/>
                    <a:pt x="14635" y="51611"/>
                  </a:cubicBezTo>
                  <a:cubicBezTo>
                    <a:pt x="14601" y="51772"/>
                    <a:pt x="14559" y="51924"/>
                    <a:pt x="14508" y="52076"/>
                  </a:cubicBezTo>
                  <a:lnTo>
                    <a:pt x="14466" y="52152"/>
                  </a:lnTo>
                  <a:cubicBezTo>
                    <a:pt x="14161" y="52897"/>
                    <a:pt x="14263" y="52854"/>
                    <a:pt x="13967" y="53557"/>
                  </a:cubicBezTo>
                  <a:cubicBezTo>
                    <a:pt x="13960" y="53566"/>
                    <a:pt x="13956" y="53571"/>
                    <a:pt x="13954" y="53571"/>
                  </a:cubicBezTo>
                  <a:cubicBezTo>
                    <a:pt x="13924" y="53571"/>
                    <a:pt x="14173" y="52896"/>
                    <a:pt x="14314" y="52482"/>
                  </a:cubicBezTo>
                  <a:lnTo>
                    <a:pt x="14314" y="52482"/>
                  </a:lnTo>
                  <a:cubicBezTo>
                    <a:pt x="14292" y="52526"/>
                    <a:pt x="14281" y="52545"/>
                    <a:pt x="14277" y="52545"/>
                  </a:cubicBezTo>
                  <a:cubicBezTo>
                    <a:pt x="14261" y="52545"/>
                    <a:pt x="14453" y="52059"/>
                    <a:pt x="14432" y="52059"/>
                  </a:cubicBezTo>
                  <a:lnTo>
                    <a:pt x="14432" y="52059"/>
                  </a:lnTo>
                  <a:cubicBezTo>
                    <a:pt x="14428" y="52059"/>
                    <a:pt x="14412" y="52083"/>
                    <a:pt x="14381" y="52144"/>
                  </a:cubicBezTo>
                  <a:lnTo>
                    <a:pt x="14322" y="52364"/>
                  </a:lnTo>
                  <a:cubicBezTo>
                    <a:pt x="14274" y="52478"/>
                    <a:pt x="14248" y="52526"/>
                    <a:pt x="14243" y="52526"/>
                  </a:cubicBezTo>
                  <a:cubicBezTo>
                    <a:pt x="14238" y="52526"/>
                    <a:pt x="14251" y="52484"/>
                    <a:pt x="14280" y="52414"/>
                  </a:cubicBezTo>
                  <a:lnTo>
                    <a:pt x="14280" y="52414"/>
                  </a:lnTo>
                  <a:cubicBezTo>
                    <a:pt x="14229" y="52524"/>
                    <a:pt x="14187" y="52634"/>
                    <a:pt x="14161" y="52753"/>
                  </a:cubicBezTo>
                  <a:cubicBezTo>
                    <a:pt x="13996" y="53180"/>
                    <a:pt x="13956" y="53266"/>
                    <a:pt x="13947" y="53266"/>
                  </a:cubicBezTo>
                  <a:cubicBezTo>
                    <a:pt x="13941" y="53266"/>
                    <a:pt x="13949" y="53228"/>
                    <a:pt x="13941" y="53228"/>
                  </a:cubicBezTo>
                  <a:cubicBezTo>
                    <a:pt x="13931" y="53228"/>
                    <a:pt x="13887" y="53310"/>
                    <a:pt x="13722" y="53717"/>
                  </a:cubicBezTo>
                  <a:cubicBezTo>
                    <a:pt x="13753" y="53600"/>
                    <a:pt x="13864" y="53331"/>
                    <a:pt x="13847" y="53331"/>
                  </a:cubicBezTo>
                  <a:lnTo>
                    <a:pt x="13847" y="53331"/>
                  </a:lnTo>
                  <a:cubicBezTo>
                    <a:pt x="13845" y="53331"/>
                    <a:pt x="13843" y="53333"/>
                    <a:pt x="13840" y="53337"/>
                  </a:cubicBezTo>
                  <a:lnTo>
                    <a:pt x="14077" y="52744"/>
                  </a:lnTo>
                  <a:lnTo>
                    <a:pt x="14060" y="52727"/>
                  </a:lnTo>
                  <a:cubicBezTo>
                    <a:pt x="13848" y="53235"/>
                    <a:pt x="13671" y="53760"/>
                    <a:pt x="13527" y="54292"/>
                  </a:cubicBezTo>
                  <a:cubicBezTo>
                    <a:pt x="13627" y="54011"/>
                    <a:pt x="13655" y="53947"/>
                    <a:pt x="13664" y="53947"/>
                  </a:cubicBezTo>
                  <a:cubicBezTo>
                    <a:pt x="13671" y="53947"/>
                    <a:pt x="13665" y="53992"/>
                    <a:pt x="13675" y="53992"/>
                  </a:cubicBezTo>
                  <a:cubicBezTo>
                    <a:pt x="13683" y="53992"/>
                    <a:pt x="13700" y="53966"/>
                    <a:pt x="13738" y="53878"/>
                  </a:cubicBezTo>
                  <a:lnTo>
                    <a:pt x="13738" y="53878"/>
                  </a:lnTo>
                  <a:cubicBezTo>
                    <a:pt x="13705" y="53988"/>
                    <a:pt x="13662" y="54098"/>
                    <a:pt x="13612" y="54208"/>
                  </a:cubicBezTo>
                  <a:cubicBezTo>
                    <a:pt x="13596" y="54256"/>
                    <a:pt x="13482" y="54567"/>
                    <a:pt x="13497" y="54567"/>
                  </a:cubicBezTo>
                  <a:cubicBezTo>
                    <a:pt x="13498" y="54567"/>
                    <a:pt x="13498" y="54567"/>
                    <a:pt x="13499" y="54566"/>
                  </a:cubicBezTo>
                  <a:lnTo>
                    <a:pt x="13499" y="54566"/>
                  </a:lnTo>
                  <a:cubicBezTo>
                    <a:pt x="13373" y="54701"/>
                    <a:pt x="12883" y="55854"/>
                    <a:pt x="12831" y="55854"/>
                  </a:cubicBezTo>
                  <a:cubicBezTo>
                    <a:pt x="12825" y="55854"/>
                    <a:pt x="12825" y="55837"/>
                    <a:pt x="12833" y="55798"/>
                  </a:cubicBezTo>
                  <a:lnTo>
                    <a:pt x="12833" y="55798"/>
                  </a:lnTo>
                  <a:cubicBezTo>
                    <a:pt x="12740" y="56001"/>
                    <a:pt x="12580" y="56424"/>
                    <a:pt x="12376" y="56915"/>
                  </a:cubicBezTo>
                  <a:cubicBezTo>
                    <a:pt x="12173" y="57406"/>
                    <a:pt x="11937" y="57947"/>
                    <a:pt x="11750" y="58395"/>
                  </a:cubicBezTo>
                  <a:lnTo>
                    <a:pt x="11801" y="58184"/>
                  </a:lnTo>
                  <a:lnTo>
                    <a:pt x="11801" y="58184"/>
                  </a:lnTo>
                  <a:cubicBezTo>
                    <a:pt x="11336" y="59097"/>
                    <a:pt x="11480" y="59030"/>
                    <a:pt x="11251" y="59580"/>
                  </a:cubicBezTo>
                  <a:cubicBezTo>
                    <a:pt x="11291" y="59476"/>
                    <a:pt x="11304" y="59435"/>
                    <a:pt x="11301" y="59435"/>
                  </a:cubicBezTo>
                  <a:lnTo>
                    <a:pt x="11301" y="59435"/>
                  </a:lnTo>
                  <a:cubicBezTo>
                    <a:pt x="11296" y="59435"/>
                    <a:pt x="11258" y="59514"/>
                    <a:pt x="11209" y="59622"/>
                  </a:cubicBezTo>
                  <a:cubicBezTo>
                    <a:pt x="11116" y="59816"/>
                    <a:pt x="10981" y="60079"/>
                    <a:pt x="10930" y="60172"/>
                  </a:cubicBezTo>
                  <a:cubicBezTo>
                    <a:pt x="10752" y="60612"/>
                    <a:pt x="10625" y="60967"/>
                    <a:pt x="10346" y="61568"/>
                  </a:cubicBezTo>
                  <a:cubicBezTo>
                    <a:pt x="10211" y="61711"/>
                    <a:pt x="10101" y="61872"/>
                    <a:pt x="10033" y="62058"/>
                  </a:cubicBezTo>
                  <a:cubicBezTo>
                    <a:pt x="9991" y="62143"/>
                    <a:pt x="9966" y="62236"/>
                    <a:pt x="9923" y="62320"/>
                  </a:cubicBezTo>
                  <a:cubicBezTo>
                    <a:pt x="9737" y="62701"/>
                    <a:pt x="9509" y="63217"/>
                    <a:pt x="9382" y="63446"/>
                  </a:cubicBezTo>
                  <a:lnTo>
                    <a:pt x="9399" y="63395"/>
                  </a:lnTo>
                  <a:lnTo>
                    <a:pt x="9399" y="63395"/>
                  </a:lnTo>
                  <a:cubicBezTo>
                    <a:pt x="9277" y="63625"/>
                    <a:pt x="9233" y="63737"/>
                    <a:pt x="9245" y="63737"/>
                  </a:cubicBezTo>
                  <a:cubicBezTo>
                    <a:pt x="9255" y="63737"/>
                    <a:pt x="9302" y="63665"/>
                    <a:pt x="9373" y="63522"/>
                  </a:cubicBezTo>
                  <a:lnTo>
                    <a:pt x="9373" y="63522"/>
                  </a:lnTo>
                  <a:lnTo>
                    <a:pt x="9196" y="63928"/>
                  </a:lnTo>
                  <a:lnTo>
                    <a:pt x="9179" y="63936"/>
                  </a:lnTo>
                  <a:cubicBezTo>
                    <a:pt x="9060" y="64207"/>
                    <a:pt x="8950" y="64478"/>
                    <a:pt x="8815" y="64774"/>
                  </a:cubicBezTo>
                  <a:cubicBezTo>
                    <a:pt x="8680" y="65078"/>
                    <a:pt x="8519" y="65408"/>
                    <a:pt x="8308" y="65831"/>
                  </a:cubicBezTo>
                  <a:cubicBezTo>
                    <a:pt x="8320" y="65800"/>
                    <a:pt x="8322" y="65788"/>
                    <a:pt x="8319" y="65788"/>
                  </a:cubicBezTo>
                  <a:lnTo>
                    <a:pt x="8319" y="65788"/>
                  </a:lnTo>
                  <a:cubicBezTo>
                    <a:pt x="8303" y="65788"/>
                    <a:pt x="8175" y="66011"/>
                    <a:pt x="8165" y="66011"/>
                  </a:cubicBezTo>
                  <a:cubicBezTo>
                    <a:pt x="8158" y="66011"/>
                    <a:pt x="8193" y="65933"/>
                    <a:pt x="8316" y="65687"/>
                  </a:cubicBezTo>
                  <a:lnTo>
                    <a:pt x="8316" y="65687"/>
                  </a:lnTo>
                  <a:cubicBezTo>
                    <a:pt x="8293" y="65742"/>
                    <a:pt x="8287" y="65762"/>
                    <a:pt x="8290" y="65762"/>
                  </a:cubicBezTo>
                  <a:cubicBezTo>
                    <a:pt x="8302" y="65762"/>
                    <a:pt x="8409" y="65569"/>
                    <a:pt x="8434" y="65543"/>
                  </a:cubicBezTo>
                  <a:cubicBezTo>
                    <a:pt x="8578" y="65273"/>
                    <a:pt x="8680" y="65011"/>
                    <a:pt x="8739" y="64884"/>
                  </a:cubicBezTo>
                  <a:lnTo>
                    <a:pt x="8739" y="64884"/>
                  </a:lnTo>
                  <a:cubicBezTo>
                    <a:pt x="8724" y="64906"/>
                    <a:pt x="8712" y="64916"/>
                    <a:pt x="8705" y="64916"/>
                  </a:cubicBezTo>
                  <a:cubicBezTo>
                    <a:pt x="8684" y="64916"/>
                    <a:pt x="8695" y="64835"/>
                    <a:pt x="8739" y="64723"/>
                  </a:cubicBezTo>
                  <a:lnTo>
                    <a:pt x="8739" y="64723"/>
                  </a:lnTo>
                  <a:cubicBezTo>
                    <a:pt x="8502" y="65281"/>
                    <a:pt x="7690" y="66779"/>
                    <a:pt x="7690" y="66939"/>
                  </a:cubicBezTo>
                  <a:cubicBezTo>
                    <a:pt x="7521" y="67278"/>
                    <a:pt x="7318" y="67658"/>
                    <a:pt x="7106" y="68047"/>
                  </a:cubicBezTo>
                  <a:cubicBezTo>
                    <a:pt x="6895" y="68445"/>
                    <a:pt x="6683" y="68851"/>
                    <a:pt x="6472" y="69223"/>
                  </a:cubicBezTo>
                  <a:cubicBezTo>
                    <a:pt x="6487" y="69201"/>
                    <a:pt x="6521" y="69153"/>
                    <a:pt x="6524" y="69153"/>
                  </a:cubicBezTo>
                  <a:lnTo>
                    <a:pt x="6524" y="69153"/>
                  </a:lnTo>
                  <a:cubicBezTo>
                    <a:pt x="6524" y="69153"/>
                    <a:pt x="6524" y="69154"/>
                    <a:pt x="6523" y="69156"/>
                  </a:cubicBezTo>
                  <a:lnTo>
                    <a:pt x="6150" y="69790"/>
                  </a:lnTo>
                  <a:lnTo>
                    <a:pt x="6218" y="69638"/>
                  </a:lnTo>
                  <a:lnTo>
                    <a:pt x="6218" y="69638"/>
                  </a:lnTo>
                  <a:cubicBezTo>
                    <a:pt x="6142" y="69782"/>
                    <a:pt x="6049" y="69917"/>
                    <a:pt x="5964" y="70052"/>
                  </a:cubicBezTo>
                  <a:cubicBezTo>
                    <a:pt x="5961" y="70057"/>
                    <a:pt x="5958" y="70059"/>
                    <a:pt x="5957" y="70059"/>
                  </a:cubicBezTo>
                  <a:cubicBezTo>
                    <a:pt x="5948" y="70059"/>
                    <a:pt x="6025" y="69907"/>
                    <a:pt x="6108" y="69748"/>
                  </a:cubicBezTo>
                  <a:cubicBezTo>
                    <a:pt x="6143" y="69673"/>
                    <a:pt x="6181" y="69609"/>
                    <a:pt x="6186" y="69609"/>
                  </a:cubicBezTo>
                  <a:lnTo>
                    <a:pt x="6186" y="69609"/>
                  </a:lnTo>
                  <a:cubicBezTo>
                    <a:pt x="6188" y="69609"/>
                    <a:pt x="6186" y="69615"/>
                    <a:pt x="6180" y="69629"/>
                  </a:cubicBezTo>
                  <a:lnTo>
                    <a:pt x="6180" y="69629"/>
                  </a:lnTo>
                  <a:cubicBezTo>
                    <a:pt x="6222" y="69541"/>
                    <a:pt x="6236" y="69508"/>
                    <a:pt x="6233" y="69508"/>
                  </a:cubicBezTo>
                  <a:lnTo>
                    <a:pt x="6233" y="69508"/>
                  </a:lnTo>
                  <a:cubicBezTo>
                    <a:pt x="6225" y="69508"/>
                    <a:pt x="6072" y="69793"/>
                    <a:pt x="6062" y="69793"/>
                  </a:cubicBezTo>
                  <a:cubicBezTo>
                    <a:pt x="6060" y="69793"/>
                    <a:pt x="6068" y="69773"/>
                    <a:pt x="6091" y="69722"/>
                  </a:cubicBezTo>
                  <a:cubicBezTo>
                    <a:pt x="6159" y="69612"/>
                    <a:pt x="6227" y="69460"/>
                    <a:pt x="6269" y="69376"/>
                  </a:cubicBezTo>
                  <a:lnTo>
                    <a:pt x="6269" y="69376"/>
                  </a:lnTo>
                  <a:cubicBezTo>
                    <a:pt x="6125" y="69638"/>
                    <a:pt x="6023" y="69832"/>
                    <a:pt x="5939" y="70002"/>
                  </a:cubicBezTo>
                  <a:cubicBezTo>
                    <a:pt x="5854" y="70162"/>
                    <a:pt x="5761" y="70315"/>
                    <a:pt x="5660" y="70458"/>
                  </a:cubicBezTo>
                  <a:cubicBezTo>
                    <a:pt x="5465" y="70890"/>
                    <a:pt x="5245" y="71304"/>
                    <a:pt x="5000" y="71702"/>
                  </a:cubicBezTo>
                  <a:cubicBezTo>
                    <a:pt x="5010" y="71678"/>
                    <a:pt x="5014" y="71668"/>
                    <a:pt x="5012" y="71668"/>
                  </a:cubicBezTo>
                  <a:lnTo>
                    <a:pt x="5012" y="71668"/>
                  </a:lnTo>
                  <a:cubicBezTo>
                    <a:pt x="5002" y="71668"/>
                    <a:pt x="4814" y="72020"/>
                    <a:pt x="4802" y="72020"/>
                  </a:cubicBezTo>
                  <a:cubicBezTo>
                    <a:pt x="4800" y="72020"/>
                    <a:pt x="4805" y="72003"/>
                    <a:pt x="4822" y="71964"/>
                  </a:cubicBezTo>
                  <a:lnTo>
                    <a:pt x="4822" y="71964"/>
                  </a:lnTo>
                  <a:cubicBezTo>
                    <a:pt x="4738" y="72159"/>
                    <a:pt x="4467" y="72565"/>
                    <a:pt x="4442" y="72649"/>
                  </a:cubicBezTo>
                  <a:cubicBezTo>
                    <a:pt x="4475" y="72573"/>
                    <a:pt x="4594" y="72370"/>
                    <a:pt x="4687" y="72235"/>
                  </a:cubicBezTo>
                  <a:lnTo>
                    <a:pt x="4687" y="72235"/>
                  </a:lnTo>
                  <a:cubicBezTo>
                    <a:pt x="4577" y="72429"/>
                    <a:pt x="4585" y="72463"/>
                    <a:pt x="4442" y="72700"/>
                  </a:cubicBezTo>
                  <a:cubicBezTo>
                    <a:pt x="4434" y="72711"/>
                    <a:pt x="4430" y="72714"/>
                    <a:pt x="4428" y="72714"/>
                  </a:cubicBezTo>
                  <a:cubicBezTo>
                    <a:pt x="4425" y="72714"/>
                    <a:pt x="4425" y="72709"/>
                    <a:pt x="4425" y="72709"/>
                  </a:cubicBezTo>
                  <a:cubicBezTo>
                    <a:pt x="4264" y="73022"/>
                    <a:pt x="4425" y="72844"/>
                    <a:pt x="4112" y="73385"/>
                  </a:cubicBezTo>
                  <a:cubicBezTo>
                    <a:pt x="3861" y="73819"/>
                    <a:pt x="3768" y="73966"/>
                    <a:pt x="3757" y="73966"/>
                  </a:cubicBezTo>
                  <a:cubicBezTo>
                    <a:pt x="3732" y="73966"/>
                    <a:pt x="4062" y="73327"/>
                    <a:pt x="4048" y="73327"/>
                  </a:cubicBezTo>
                  <a:lnTo>
                    <a:pt x="4048" y="73327"/>
                  </a:lnTo>
                  <a:cubicBezTo>
                    <a:pt x="4047" y="73327"/>
                    <a:pt x="4043" y="73332"/>
                    <a:pt x="4036" y="73343"/>
                  </a:cubicBezTo>
                  <a:cubicBezTo>
                    <a:pt x="4019" y="73402"/>
                    <a:pt x="3663" y="74037"/>
                    <a:pt x="3486" y="74307"/>
                  </a:cubicBezTo>
                  <a:lnTo>
                    <a:pt x="3519" y="74231"/>
                  </a:lnTo>
                  <a:lnTo>
                    <a:pt x="3519" y="74231"/>
                  </a:lnTo>
                  <a:cubicBezTo>
                    <a:pt x="3435" y="74409"/>
                    <a:pt x="3333" y="74578"/>
                    <a:pt x="3223" y="74747"/>
                  </a:cubicBezTo>
                  <a:cubicBezTo>
                    <a:pt x="3198" y="74849"/>
                    <a:pt x="3113" y="75026"/>
                    <a:pt x="3071" y="75136"/>
                  </a:cubicBezTo>
                  <a:lnTo>
                    <a:pt x="2690" y="75771"/>
                  </a:lnTo>
                  <a:lnTo>
                    <a:pt x="2690" y="75771"/>
                  </a:lnTo>
                  <a:lnTo>
                    <a:pt x="2758" y="75627"/>
                  </a:lnTo>
                  <a:lnTo>
                    <a:pt x="2758" y="75627"/>
                  </a:lnTo>
                  <a:cubicBezTo>
                    <a:pt x="2674" y="75779"/>
                    <a:pt x="2597" y="75906"/>
                    <a:pt x="2521" y="76033"/>
                  </a:cubicBezTo>
                  <a:cubicBezTo>
                    <a:pt x="2517" y="76037"/>
                    <a:pt x="2515" y="76039"/>
                    <a:pt x="2513" y="76039"/>
                  </a:cubicBezTo>
                  <a:cubicBezTo>
                    <a:pt x="2502" y="76039"/>
                    <a:pt x="2607" y="75870"/>
                    <a:pt x="2699" y="75695"/>
                  </a:cubicBezTo>
                  <a:lnTo>
                    <a:pt x="2699" y="75695"/>
                  </a:lnTo>
                  <a:cubicBezTo>
                    <a:pt x="2606" y="75813"/>
                    <a:pt x="2530" y="75940"/>
                    <a:pt x="2479" y="76075"/>
                  </a:cubicBezTo>
                  <a:lnTo>
                    <a:pt x="2521" y="75999"/>
                  </a:lnTo>
                  <a:lnTo>
                    <a:pt x="2521" y="75999"/>
                  </a:lnTo>
                  <a:cubicBezTo>
                    <a:pt x="2459" y="76123"/>
                    <a:pt x="2260" y="76480"/>
                    <a:pt x="2276" y="76480"/>
                  </a:cubicBezTo>
                  <a:cubicBezTo>
                    <a:pt x="2282" y="76480"/>
                    <a:pt x="2316" y="76434"/>
                    <a:pt x="2394" y="76312"/>
                  </a:cubicBezTo>
                  <a:lnTo>
                    <a:pt x="2394" y="76312"/>
                  </a:lnTo>
                  <a:cubicBezTo>
                    <a:pt x="2200" y="76668"/>
                    <a:pt x="2090" y="76761"/>
                    <a:pt x="1955" y="77006"/>
                  </a:cubicBezTo>
                  <a:cubicBezTo>
                    <a:pt x="1954" y="77006"/>
                    <a:pt x="1954" y="77006"/>
                    <a:pt x="1953" y="77006"/>
                  </a:cubicBezTo>
                  <a:cubicBezTo>
                    <a:pt x="1938" y="77006"/>
                    <a:pt x="2009" y="76878"/>
                    <a:pt x="2000" y="76878"/>
                  </a:cubicBezTo>
                  <a:lnTo>
                    <a:pt x="2000" y="76878"/>
                  </a:lnTo>
                  <a:cubicBezTo>
                    <a:pt x="1998" y="76878"/>
                    <a:pt x="1989" y="76888"/>
                    <a:pt x="1971" y="76913"/>
                  </a:cubicBezTo>
                  <a:cubicBezTo>
                    <a:pt x="1828" y="77141"/>
                    <a:pt x="1726" y="77294"/>
                    <a:pt x="1616" y="77488"/>
                  </a:cubicBezTo>
                  <a:cubicBezTo>
                    <a:pt x="1659" y="77424"/>
                    <a:pt x="1668" y="77414"/>
                    <a:pt x="1672" y="77414"/>
                  </a:cubicBezTo>
                  <a:cubicBezTo>
                    <a:pt x="1674" y="77414"/>
                    <a:pt x="1674" y="77416"/>
                    <a:pt x="1676" y="77416"/>
                  </a:cubicBezTo>
                  <a:cubicBezTo>
                    <a:pt x="1682" y="77416"/>
                    <a:pt x="1698" y="77399"/>
                    <a:pt x="1785" y="77268"/>
                  </a:cubicBezTo>
                  <a:lnTo>
                    <a:pt x="1785" y="77268"/>
                  </a:lnTo>
                  <a:cubicBezTo>
                    <a:pt x="1727" y="77377"/>
                    <a:pt x="1545" y="77674"/>
                    <a:pt x="1556" y="77674"/>
                  </a:cubicBezTo>
                  <a:cubicBezTo>
                    <a:pt x="1556" y="77674"/>
                    <a:pt x="1557" y="77674"/>
                    <a:pt x="1557" y="77674"/>
                  </a:cubicBezTo>
                  <a:cubicBezTo>
                    <a:pt x="1616" y="77556"/>
                    <a:pt x="1684" y="77446"/>
                    <a:pt x="1760" y="77344"/>
                  </a:cubicBezTo>
                  <a:lnTo>
                    <a:pt x="1760" y="77344"/>
                  </a:lnTo>
                  <a:cubicBezTo>
                    <a:pt x="1574" y="77666"/>
                    <a:pt x="1362" y="77987"/>
                    <a:pt x="1151" y="78300"/>
                  </a:cubicBezTo>
                  <a:cubicBezTo>
                    <a:pt x="1168" y="78275"/>
                    <a:pt x="1176" y="78249"/>
                    <a:pt x="1193" y="78216"/>
                  </a:cubicBezTo>
                  <a:lnTo>
                    <a:pt x="1193" y="78216"/>
                  </a:lnTo>
                  <a:cubicBezTo>
                    <a:pt x="956" y="78647"/>
                    <a:pt x="559" y="79273"/>
                    <a:pt x="406" y="79569"/>
                  </a:cubicBezTo>
                  <a:lnTo>
                    <a:pt x="491" y="79451"/>
                  </a:lnTo>
                  <a:cubicBezTo>
                    <a:pt x="559" y="79315"/>
                    <a:pt x="643" y="79188"/>
                    <a:pt x="736" y="79062"/>
                  </a:cubicBezTo>
                  <a:lnTo>
                    <a:pt x="736" y="79062"/>
                  </a:lnTo>
                  <a:cubicBezTo>
                    <a:pt x="686" y="79144"/>
                    <a:pt x="673" y="79171"/>
                    <a:pt x="677" y="79171"/>
                  </a:cubicBezTo>
                  <a:cubicBezTo>
                    <a:pt x="684" y="79171"/>
                    <a:pt x="752" y="79078"/>
                    <a:pt x="762" y="79078"/>
                  </a:cubicBezTo>
                  <a:lnTo>
                    <a:pt x="762" y="79078"/>
                  </a:lnTo>
                  <a:cubicBezTo>
                    <a:pt x="767" y="79078"/>
                    <a:pt x="754" y="79107"/>
                    <a:pt x="703" y="79197"/>
                  </a:cubicBezTo>
                  <a:cubicBezTo>
                    <a:pt x="423" y="79662"/>
                    <a:pt x="127" y="80043"/>
                    <a:pt x="0" y="80305"/>
                  </a:cubicBezTo>
                  <a:lnTo>
                    <a:pt x="466" y="79628"/>
                  </a:lnTo>
                  <a:cubicBezTo>
                    <a:pt x="609" y="79408"/>
                    <a:pt x="728" y="79214"/>
                    <a:pt x="779" y="79129"/>
                  </a:cubicBezTo>
                  <a:lnTo>
                    <a:pt x="779" y="79129"/>
                  </a:lnTo>
                  <a:lnTo>
                    <a:pt x="601" y="79408"/>
                  </a:lnTo>
                  <a:lnTo>
                    <a:pt x="965" y="78740"/>
                  </a:lnTo>
                  <a:cubicBezTo>
                    <a:pt x="998" y="78724"/>
                    <a:pt x="1298" y="78198"/>
                    <a:pt x="1327" y="78198"/>
                  </a:cubicBezTo>
                  <a:cubicBezTo>
                    <a:pt x="1328" y="78198"/>
                    <a:pt x="1328" y="78198"/>
                    <a:pt x="1329" y="78199"/>
                  </a:cubicBezTo>
                  <a:cubicBezTo>
                    <a:pt x="1193" y="78419"/>
                    <a:pt x="1066" y="78622"/>
                    <a:pt x="965" y="78791"/>
                  </a:cubicBezTo>
                  <a:cubicBezTo>
                    <a:pt x="999" y="78757"/>
                    <a:pt x="1337" y="78207"/>
                    <a:pt x="1489" y="77979"/>
                  </a:cubicBezTo>
                  <a:lnTo>
                    <a:pt x="1489" y="77979"/>
                  </a:lnTo>
                  <a:lnTo>
                    <a:pt x="1295" y="78266"/>
                  </a:lnTo>
                  <a:cubicBezTo>
                    <a:pt x="1605" y="77738"/>
                    <a:pt x="2031" y="77086"/>
                    <a:pt x="2319" y="76564"/>
                  </a:cubicBezTo>
                  <a:lnTo>
                    <a:pt x="2319" y="76564"/>
                  </a:lnTo>
                  <a:cubicBezTo>
                    <a:pt x="2281" y="76632"/>
                    <a:pt x="2268" y="76659"/>
                    <a:pt x="2271" y="76659"/>
                  </a:cubicBezTo>
                  <a:cubicBezTo>
                    <a:pt x="2280" y="76659"/>
                    <a:pt x="2495" y="76312"/>
                    <a:pt x="2511" y="76312"/>
                  </a:cubicBezTo>
                  <a:lnTo>
                    <a:pt x="2511" y="76312"/>
                  </a:lnTo>
                  <a:cubicBezTo>
                    <a:pt x="2515" y="76312"/>
                    <a:pt x="2506" y="76333"/>
                    <a:pt x="2479" y="76388"/>
                  </a:cubicBezTo>
                  <a:cubicBezTo>
                    <a:pt x="2420" y="76481"/>
                    <a:pt x="2369" y="76574"/>
                    <a:pt x="2301" y="76668"/>
                  </a:cubicBezTo>
                  <a:cubicBezTo>
                    <a:pt x="2301" y="76671"/>
                    <a:pt x="2302" y="76672"/>
                    <a:pt x="2304" y="76672"/>
                  </a:cubicBezTo>
                  <a:cubicBezTo>
                    <a:pt x="2326" y="76672"/>
                    <a:pt x="2501" y="76349"/>
                    <a:pt x="2572" y="76261"/>
                  </a:cubicBezTo>
                  <a:cubicBezTo>
                    <a:pt x="2592" y="76215"/>
                    <a:pt x="2783" y="75884"/>
                    <a:pt x="2767" y="75884"/>
                  </a:cubicBezTo>
                  <a:lnTo>
                    <a:pt x="2767" y="75884"/>
                  </a:lnTo>
                  <a:cubicBezTo>
                    <a:pt x="2763" y="75884"/>
                    <a:pt x="2743" y="75909"/>
                    <a:pt x="2699" y="75974"/>
                  </a:cubicBezTo>
                  <a:cubicBezTo>
                    <a:pt x="2809" y="75813"/>
                    <a:pt x="3012" y="75424"/>
                    <a:pt x="3173" y="75204"/>
                  </a:cubicBezTo>
                  <a:lnTo>
                    <a:pt x="3173" y="75204"/>
                  </a:lnTo>
                  <a:cubicBezTo>
                    <a:pt x="3169" y="75207"/>
                    <a:pt x="3166" y="75209"/>
                    <a:pt x="3165" y="75209"/>
                  </a:cubicBezTo>
                  <a:cubicBezTo>
                    <a:pt x="3140" y="75209"/>
                    <a:pt x="3420" y="74767"/>
                    <a:pt x="3452" y="74680"/>
                  </a:cubicBezTo>
                  <a:cubicBezTo>
                    <a:pt x="3511" y="74578"/>
                    <a:pt x="3570" y="74493"/>
                    <a:pt x="3613" y="74426"/>
                  </a:cubicBezTo>
                  <a:lnTo>
                    <a:pt x="3613" y="74426"/>
                  </a:lnTo>
                  <a:cubicBezTo>
                    <a:pt x="3494" y="74646"/>
                    <a:pt x="3350" y="74916"/>
                    <a:pt x="3190" y="75196"/>
                  </a:cubicBezTo>
                  <a:cubicBezTo>
                    <a:pt x="3139" y="75272"/>
                    <a:pt x="3088" y="75356"/>
                    <a:pt x="3037" y="75449"/>
                  </a:cubicBezTo>
                  <a:lnTo>
                    <a:pt x="3046" y="75458"/>
                  </a:lnTo>
                  <a:lnTo>
                    <a:pt x="2276" y="76854"/>
                  </a:lnTo>
                  <a:lnTo>
                    <a:pt x="2344" y="76710"/>
                  </a:lnTo>
                  <a:lnTo>
                    <a:pt x="2344" y="76710"/>
                  </a:lnTo>
                  <a:cubicBezTo>
                    <a:pt x="2132" y="77141"/>
                    <a:pt x="1845" y="77530"/>
                    <a:pt x="1608" y="77953"/>
                  </a:cubicBezTo>
                  <a:cubicBezTo>
                    <a:pt x="1613" y="77939"/>
                    <a:pt x="1623" y="77919"/>
                    <a:pt x="1621" y="77919"/>
                  </a:cubicBezTo>
                  <a:lnTo>
                    <a:pt x="1621" y="77919"/>
                  </a:lnTo>
                  <a:cubicBezTo>
                    <a:pt x="1620" y="77919"/>
                    <a:pt x="1612" y="77930"/>
                    <a:pt x="1591" y="77962"/>
                  </a:cubicBezTo>
                  <a:cubicBezTo>
                    <a:pt x="1269" y="78461"/>
                    <a:pt x="1176" y="78698"/>
                    <a:pt x="897" y="79095"/>
                  </a:cubicBezTo>
                  <a:lnTo>
                    <a:pt x="922" y="79036"/>
                  </a:lnTo>
                  <a:lnTo>
                    <a:pt x="922" y="79036"/>
                  </a:lnTo>
                  <a:cubicBezTo>
                    <a:pt x="899" y="79067"/>
                    <a:pt x="775" y="79286"/>
                    <a:pt x="796" y="79286"/>
                  </a:cubicBezTo>
                  <a:cubicBezTo>
                    <a:pt x="797" y="79286"/>
                    <a:pt x="800" y="79285"/>
                    <a:pt x="804" y="79281"/>
                  </a:cubicBezTo>
                  <a:cubicBezTo>
                    <a:pt x="1016" y="78935"/>
                    <a:pt x="1049" y="78867"/>
                    <a:pt x="1244" y="78562"/>
                  </a:cubicBezTo>
                  <a:lnTo>
                    <a:pt x="1244" y="78562"/>
                  </a:lnTo>
                  <a:cubicBezTo>
                    <a:pt x="1185" y="78698"/>
                    <a:pt x="1016" y="78977"/>
                    <a:pt x="889" y="79180"/>
                  </a:cubicBezTo>
                  <a:lnTo>
                    <a:pt x="897" y="79214"/>
                  </a:lnTo>
                  <a:cubicBezTo>
                    <a:pt x="829" y="79358"/>
                    <a:pt x="745" y="79484"/>
                    <a:pt x="660" y="79611"/>
                  </a:cubicBezTo>
                  <a:cubicBezTo>
                    <a:pt x="567" y="79738"/>
                    <a:pt x="483" y="79865"/>
                    <a:pt x="415" y="80009"/>
                  </a:cubicBezTo>
                  <a:lnTo>
                    <a:pt x="612" y="79733"/>
                  </a:lnTo>
                  <a:lnTo>
                    <a:pt x="612" y="79733"/>
                  </a:lnTo>
                  <a:cubicBezTo>
                    <a:pt x="606" y="79743"/>
                    <a:pt x="599" y="79753"/>
                    <a:pt x="593" y="79764"/>
                  </a:cubicBezTo>
                  <a:lnTo>
                    <a:pt x="626" y="79713"/>
                  </a:lnTo>
                  <a:lnTo>
                    <a:pt x="612" y="79733"/>
                  </a:lnTo>
                  <a:lnTo>
                    <a:pt x="612" y="79733"/>
                  </a:lnTo>
                  <a:cubicBezTo>
                    <a:pt x="665" y="79650"/>
                    <a:pt x="718" y="79566"/>
                    <a:pt x="770" y="79476"/>
                  </a:cubicBezTo>
                  <a:cubicBezTo>
                    <a:pt x="914" y="79214"/>
                    <a:pt x="1083" y="78960"/>
                    <a:pt x="1286" y="78732"/>
                  </a:cubicBezTo>
                  <a:cubicBezTo>
                    <a:pt x="1321" y="78678"/>
                    <a:pt x="1336" y="78658"/>
                    <a:pt x="1340" y="78658"/>
                  </a:cubicBezTo>
                  <a:lnTo>
                    <a:pt x="1340" y="78658"/>
                  </a:lnTo>
                  <a:cubicBezTo>
                    <a:pt x="1352" y="78658"/>
                    <a:pt x="1275" y="78817"/>
                    <a:pt x="1292" y="78817"/>
                  </a:cubicBezTo>
                  <a:cubicBezTo>
                    <a:pt x="1293" y="78817"/>
                    <a:pt x="1294" y="78817"/>
                    <a:pt x="1295" y="78816"/>
                  </a:cubicBezTo>
                  <a:cubicBezTo>
                    <a:pt x="1506" y="78469"/>
                    <a:pt x="1472" y="78469"/>
                    <a:pt x="1684" y="78123"/>
                  </a:cubicBezTo>
                  <a:cubicBezTo>
                    <a:pt x="1711" y="78079"/>
                    <a:pt x="1721" y="78063"/>
                    <a:pt x="1723" y="78063"/>
                  </a:cubicBezTo>
                  <a:lnTo>
                    <a:pt x="1723" y="78063"/>
                  </a:lnTo>
                  <a:cubicBezTo>
                    <a:pt x="1726" y="78063"/>
                    <a:pt x="1708" y="78100"/>
                    <a:pt x="1692" y="78131"/>
                  </a:cubicBezTo>
                  <a:lnTo>
                    <a:pt x="1836" y="77869"/>
                  </a:lnTo>
                  <a:cubicBezTo>
                    <a:pt x="1849" y="77862"/>
                    <a:pt x="2071" y="77517"/>
                    <a:pt x="2082" y="77517"/>
                  </a:cubicBezTo>
                  <a:lnTo>
                    <a:pt x="2082" y="77517"/>
                  </a:lnTo>
                  <a:cubicBezTo>
                    <a:pt x="2086" y="77517"/>
                    <a:pt x="2069" y="77549"/>
                    <a:pt x="2022" y="77632"/>
                  </a:cubicBezTo>
                  <a:lnTo>
                    <a:pt x="1887" y="77860"/>
                  </a:lnTo>
                  <a:cubicBezTo>
                    <a:pt x="2200" y="77398"/>
                    <a:pt x="2707" y="76598"/>
                    <a:pt x="2740" y="76598"/>
                  </a:cubicBezTo>
                  <a:cubicBezTo>
                    <a:pt x="2741" y="76598"/>
                    <a:pt x="2741" y="76599"/>
                    <a:pt x="2741" y="76600"/>
                  </a:cubicBezTo>
                  <a:cubicBezTo>
                    <a:pt x="2910" y="76338"/>
                    <a:pt x="2851" y="76414"/>
                    <a:pt x="3122" y="75991"/>
                  </a:cubicBezTo>
                  <a:cubicBezTo>
                    <a:pt x="3215" y="75779"/>
                    <a:pt x="3071" y="75982"/>
                    <a:pt x="3333" y="75509"/>
                  </a:cubicBezTo>
                  <a:lnTo>
                    <a:pt x="3333" y="75509"/>
                  </a:lnTo>
                  <a:lnTo>
                    <a:pt x="3105" y="75872"/>
                  </a:lnTo>
                  <a:lnTo>
                    <a:pt x="2987" y="76092"/>
                  </a:lnTo>
                  <a:lnTo>
                    <a:pt x="3215" y="75720"/>
                  </a:lnTo>
                  <a:lnTo>
                    <a:pt x="3215" y="75720"/>
                  </a:lnTo>
                  <a:cubicBezTo>
                    <a:pt x="3080" y="75957"/>
                    <a:pt x="3113" y="75923"/>
                    <a:pt x="3088" y="76008"/>
                  </a:cubicBezTo>
                  <a:cubicBezTo>
                    <a:pt x="2733" y="76591"/>
                    <a:pt x="2606" y="76727"/>
                    <a:pt x="2420" y="77023"/>
                  </a:cubicBezTo>
                  <a:cubicBezTo>
                    <a:pt x="2500" y="76863"/>
                    <a:pt x="2655" y="76603"/>
                    <a:pt x="2638" y="76603"/>
                  </a:cubicBezTo>
                  <a:cubicBezTo>
                    <a:pt x="2635" y="76603"/>
                    <a:pt x="2627" y="76610"/>
                    <a:pt x="2614" y="76625"/>
                  </a:cubicBezTo>
                  <a:cubicBezTo>
                    <a:pt x="2809" y="76346"/>
                    <a:pt x="2792" y="76287"/>
                    <a:pt x="3012" y="75957"/>
                  </a:cubicBezTo>
                  <a:lnTo>
                    <a:pt x="3012" y="75957"/>
                  </a:lnTo>
                  <a:lnTo>
                    <a:pt x="2978" y="76033"/>
                  </a:lnTo>
                  <a:cubicBezTo>
                    <a:pt x="3130" y="75745"/>
                    <a:pt x="3173" y="75720"/>
                    <a:pt x="3300" y="75483"/>
                  </a:cubicBezTo>
                  <a:lnTo>
                    <a:pt x="3300" y="75483"/>
                  </a:lnTo>
                  <a:cubicBezTo>
                    <a:pt x="3298" y="75487"/>
                    <a:pt x="3297" y="75489"/>
                    <a:pt x="3299" y="75489"/>
                  </a:cubicBezTo>
                  <a:cubicBezTo>
                    <a:pt x="3302" y="75489"/>
                    <a:pt x="3320" y="75469"/>
                    <a:pt x="3333" y="75449"/>
                  </a:cubicBezTo>
                  <a:cubicBezTo>
                    <a:pt x="3428" y="75285"/>
                    <a:pt x="3449" y="75244"/>
                    <a:pt x="3445" y="75244"/>
                  </a:cubicBezTo>
                  <a:lnTo>
                    <a:pt x="3445" y="75244"/>
                  </a:lnTo>
                  <a:cubicBezTo>
                    <a:pt x="3441" y="75244"/>
                    <a:pt x="3409" y="75288"/>
                    <a:pt x="3402" y="75288"/>
                  </a:cubicBezTo>
                  <a:cubicBezTo>
                    <a:pt x="3396" y="75288"/>
                    <a:pt x="3413" y="75246"/>
                    <a:pt x="3503" y="75077"/>
                  </a:cubicBezTo>
                  <a:cubicBezTo>
                    <a:pt x="3627" y="74885"/>
                    <a:pt x="3666" y="74841"/>
                    <a:pt x="3678" y="74841"/>
                  </a:cubicBezTo>
                  <a:cubicBezTo>
                    <a:pt x="3688" y="74841"/>
                    <a:pt x="3679" y="74874"/>
                    <a:pt x="3688" y="74874"/>
                  </a:cubicBezTo>
                  <a:cubicBezTo>
                    <a:pt x="3692" y="74874"/>
                    <a:pt x="3700" y="74867"/>
                    <a:pt x="3714" y="74849"/>
                  </a:cubicBezTo>
                  <a:lnTo>
                    <a:pt x="3714" y="74849"/>
                  </a:lnTo>
                  <a:cubicBezTo>
                    <a:pt x="3300" y="75602"/>
                    <a:pt x="3765" y="74857"/>
                    <a:pt x="3308" y="75669"/>
                  </a:cubicBezTo>
                  <a:cubicBezTo>
                    <a:pt x="3309" y="75670"/>
                    <a:pt x="3310" y="75670"/>
                    <a:pt x="3311" y="75670"/>
                  </a:cubicBezTo>
                  <a:cubicBezTo>
                    <a:pt x="3352" y="75670"/>
                    <a:pt x="3543" y="75362"/>
                    <a:pt x="3790" y="74942"/>
                  </a:cubicBezTo>
                  <a:lnTo>
                    <a:pt x="3790" y="74942"/>
                  </a:lnTo>
                  <a:cubicBezTo>
                    <a:pt x="3745" y="75008"/>
                    <a:pt x="3725" y="75030"/>
                    <a:pt x="3717" y="75030"/>
                  </a:cubicBezTo>
                  <a:cubicBezTo>
                    <a:pt x="3704" y="75030"/>
                    <a:pt x="3733" y="74956"/>
                    <a:pt x="3717" y="74956"/>
                  </a:cubicBezTo>
                  <a:cubicBezTo>
                    <a:pt x="3707" y="74956"/>
                    <a:pt x="3678" y="74988"/>
                    <a:pt x="3604" y="75094"/>
                  </a:cubicBezTo>
                  <a:cubicBezTo>
                    <a:pt x="3968" y="74443"/>
                    <a:pt x="3875" y="74460"/>
                    <a:pt x="4323" y="73757"/>
                  </a:cubicBezTo>
                  <a:lnTo>
                    <a:pt x="4323" y="73757"/>
                  </a:lnTo>
                  <a:lnTo>
                    <a:pt x="4315" y="73783"/>
                  </a:lnTo>
                  <a:lnTo>
                    <a:pt x="4467" y="73470"/>
                  </a:lnTo>
                  <a:lnTo>
                    <a:pt x="4721" y="73072"/>
                  </a:lnTo>
                  <a:lnTo>
                    <a:pt x="4721" y="73072"/>
                  </a:lnTo>
                  <a:cubicBezTo>
                    <a:pt x="4602" y="73343"/>
                    <a:pt x="4408" y="73639"/>
                    <a:pt x="4306" y="73851"/>
                  </a:cubicBezTo>
                  <a:cubicBezTo>
                    <a:pt x="4628" y="73377"/>
                    <a:pt x="4662" y="73165"/>
                    <a:pt x="5000" y="72599"/>
                  </a:cubicBezTo>
                  <a:cubicBezTo>
                    <a:pt x="5056" y="72517"/>
                    <a:pt x="5082" y="72483"/>
                    <a:pt x="5087" y="72483"/>
                  </a:cubicBezTo>
                  <a:lnTo>
                    <a:pt x="5087" y="72483"/>
                  </a:lnTo>
                  <a:cubicBezTo>
                    <a:pt x="5110" y="72483"/>
                    <a:pt x="4691" y="73194"/>
                    <a:pt x="4712" y="73208"/>
                  </a:cubicBezTo>
                  <a:cubicBezTo>
                    <a:pt x="4788" y="73072"/>
                    <a:pt x="4865" y="72945"/>
                    <a:pt x="4958" y="72827"/>
                  </a:cubicBezTo>
                  <a:lnTo>
                    <a:pt x="4958" y="72827"/>
                  </a:lnTo>
                  <a:cubicBezTo>
                    <a:pt x="4636" y="73360"/>
                    <a:pt x="4788" y="73165"/>
                    <a:pt x="4425" y="73757"/>
                  </a:cubicBezTo>
                  <a:cubicBezTo>
                    <a:pt x="4476" y="73660"/>
                    <a:pt x="4491" y="73629"/>
                    <a:pt x="4488" y="73629"/>
                  </a:cubicBezTo>
                  <a:lnTo>
                    <a:pt x="4488" y="73629"/>
                  </a:lnTo>
                  <a:cubicBezTo>
                    <a:pt x="4483" y="73629"/>
                    <a:pt x="4416" y="73739"/>
                    <a:pt x="4408" y="73739"/>
                  </a:cubicBezTo>
                  <a:cubicBezTo>
                    <a:pt x="4406" y="73739"/>
                    <a:pt x="4406" y="73737"/>
                    <a:pt x="4408" y="73732"/>
                  </a:cubicBezTo>
                  <a:lnTo>
                    <a:pt x="4408" y="73732"/>
                  </a:lnTo>
                  <a:cubicBezTo>
                    <a:pt x="4365" y="73825"/>
                    <a:pt x="4044" y="74383"/>
                    <a:pt x="3816" y="74773"/>
                  </a:cubicBezTo>
                  <a:cubicBezTo>
                    <a:pt x="3812" y="74783"/>
                    <a:pt x="3812" y="74788"/>
                    <a:pt x="3814" y="74788"/>
                  </a:cubicBezTo>
                  <a:cubicBezTo>
                    <a:pt x="3831" y="74788"/>
                    <a:pt x="4044" y="74418"/>
                    <a:pt x="4188" y="74197"/>
                  </a:cubicBezTo>
                  <a:cubicBezTo>
                    <a:pt x="4433" y="73715"/>
                    <a:pt x="4763" y="73250"/>
                    <a:pt x="4949" y="72869"/>
                  </a:cubicBezTo>
                  <a:cubicBezTo>
                    <a:pt x="5052" y="72693"/>
                    <a:pt x="5089" y="72636"/>
                    <a:pt x="5093" y="72636"/>
                  </a:cubicBezTo>
                  <a:lnTo>
                    <a:pt x="5093" y="72636"/>
                  </a:lnTo>
                  <a:cubicBezTo>
                    <a:pt x="5102" y="72636"/>
                    <a:pt x="5008" y="72819"/>
                    <a:pt x="5015" y="72819"/>
                  </a:cubicBezTo>
                  <a:cubicBezTo>
                    <a:pt x="5016" y="72819"/>
                    <a:pt x="5016" y="72819"/>
                    <a:pt x="5017" y="72819"/>
                  </a:cubicBezTo>
                  <a:cubicBezTo>
                    <a:pt x="5296" y="72362"/>
                    <a:pt x="5110" y="72607"/>
                    <a:pt x="5194" y="72455"/>
                  </a:cubicBezTo>
                  <a:cubicBezTo>
                    <a:pt x="5558" y="71753"/>
                    <a:pt x="5651" y="71693"/>
                    <a:pt x="5930" y="71203"/>
                  </a:cubicBezTo>
                  <a:cubicBezTo>
                    <a:pt x="6032" y="70983"/>
                    <a:pt x="6227" y="70619"/>
                    <a:pt x="6446" y="70230"/>
                  </a:cubicBezTo>
                  <a:cubicBezTo>
                    <a:pt x="6666" y="69841"/>
                    <a:pt x="6895" y="69401"/>
                    <a:pt x="7089" y="69054"/>
                  </a:cubicBezTo>
                  <a:lnTo>
                    <a:pt x="7089" y="69054"/>
                  </a:lnTo>
                  <a:cubicBezTo>
                    <a:pt x="7076" y="69080"/>
                    <a:pt x="7073" y="69090"/>
                    <a:pt x="7076" y="69090"/>
                  </a:cubicBezTo>
                  <a:cubicBezTo>
                    <a:pt x="7081" y="69090"/>
                    <a:pt x="7117" y="69041"/>
                    <a:pt x="7140" y="69012"/>
                  </a:cubicBezTo>
                  <a:cubicBezTo>
                    <a:pt x="7326" y="68563"/>
                    <a:pt x="7267" y="68733"/>
                    <a:pt x="7521" y="68183"/>
                  </a:cubicBezTo>
                  <a:lnTo>
                    <a:pt x="7521" y="68183"/>
                  </a:lnTo>
                  <a:lnTo>
                    <a:pt x="7267" y="68623"/>
                  </a:lnTo>
                  <a:cubicBezTo>
                    <a:pt x="7453" y="68259"/>
                    <a:pt x="7572" y="67954"/>
                    <a:pt x="7775" y="67641"/>
                  </a:cubicBezTo>
                  <a:lnTo>
                    <a:pt x="7775" y="67641"/>
                  </a:lnTo>
                  <a:cubicBezTo>
                    <a:pt x="7729" y="67709"/>
                    <a:pt x="7708" y="67738"/>
                    <a:pt x="7703" y="67738"/>
                  </a:cubicBezTo>
                  <a:cubicBezTo>
                    <a:pt x="7694" y="67738"/>
                    <a:pt x="7752" y="67622"/>
                    <a:pt x="7825" y="67464"/>
                  </a:cubicBezTo>
                  <a:cubicBezTo>
                    <a:pt x="7944" y="67227"/>
                    <a:pt x="8113" y="66897"/>
                    <a:pt x="8172" y="66762"/>
                  </a:cubicBezTo>
                  <a:cubicBezTo>
                    <a:pt x="8375" y="66398"/>
                    <a:pt x="8536" y="66009"/>
                    <a:pt x="8663" y="65823"/>
                  </a:cubicBezTo>
                  <a:lnTo>
                    <a:pt x="8663" y="65823"/>
                  </a:lnTo>
                  <a:lnTo>
                    <a:pt x="8646" y="65873"/>
                  </a:lnTo>
                  <a:lnTo>
                    <a:pt x="8925" y="65340"/>
                  </a:lnTo>
                  <a:lnTo>
                    <a:pt x="8925" y="65425"/>
                  </a:lnTo>
                  <a:cubicBezTo>
                    <a:pt x="9106" y="65100"/>
                    <a:pt x="9281" y="64687"/>
                    <a:pt x="9262" y="64687"/>
                  </a:cubicBezTo>
                  <a:lnTo>
                    <a:pt x="9262" y="64687"/>
                  </a:lnTo>
                  <a:cubicBezTo>
                    <a:pt x="9260" y="64687"/>
                    <a:pt x="9255" y="64693"/>
                    <a:pt x="9247" y="64706"/>
                  </a:cubicBezTo>
                  <a:cubicBezTo>
                    <a:pt x="9343" y="64521"/>
                    <a:pt x="9371" y="64477"/>
                    <a:pt x="9378" y="64477"/>
                  </a:cubicBezTo>
                  <a:cubicBezTo>
                    <a:pt x="9384" y="64477"/>
                    <a:pt x="9374" y="64510"/>
                    <a:pt x="9381" y="64510"/>
                  </a:cubicBezTo>
                  <a:cubicBezTo>
                    <a:pt x="9383" y="64510"/>
                    <a:pt x="9386" y="64508"/>
                    <a:pt x="9390" y="64503"/>
                  </a:cubicBezTo>
                  <a:lnTo>
                    <a:pt x="9390" y="64503"/>
                  </a:lnTo>
                  <a:cubicBezTo>
                    <a:pt x="9340" y="64621"/>
                    <a:pt x="9272" y="64799"/>
                    <a:pt x="9196" y="64968"/>
                  </a:cubicBezTo>
                  <a:cubicBezTo>
                    <a:pt x="9137" y="65095"/>
                    <a:pt x="9069" y="65222"/>
                    <a:pt x="8993" y="65340"/>
                  </a:cubicBezTo>
                  <a:cubicBezTo>
                    <a:pt x="9008" y="65315"/>
                    <a:pt x="9020" y="65290"/>
                    <a:pt x="9033" y="65264"/>
                  </a:cubicBezTo>
                  <a:lnTo>
                    <a:pt x="9033" y="65264"/>
                  </a:lnTo>
                  <a:cubicBezTo>
                    <a:pt x="8533" y="66190"/>
                    <a:pt x="8929" y="65578"/>
                    <a:pt x="8688" y="66076"/>
                  </a:cubicBezTo>
                  <a:cubicBezTo>
                    <a:pt x="8824" y="65814"/>
                    <a:pt x="8942" y="65620"/>
                    <a:pt x="9077" y="65340"/>
                  </a:cubicBezTo>
                  <a:cubicBezTo>
                    <a:pt x="9111" y="65264"/>
                    <a:pt x="9196" y="65095"/>
                    <a:pt x="9280" y="64917"/>
                  </a:cubicBezTo>
                  <a:cubicBezTo>
                    <a:pt x="9344" y="64778"/>
                    <a:pt x="9407" y="64625"/>
                    <a:pt x="9460" y="64499"/>
                  </a:cubicBezTo>
                  <a:lnTo>
                    <a:pt x="9460" y="64499"/>
                  </a:lnTo>
                  <a:cubicBezTo>
                    <a:pt x="9350" y="64748"/>
                    <a:pt x="9217" y="64996"/>
                    <a:pt x="9077" y="65230"/>
                  </a:cubicBezTo>
                  <a:cubicBezTo>
                    <a:pt x="9197" y="65000"/>
                    <a:pt x="9204" y="64949"/>
                    <a:pt x="9302" y="64768"/>
                  </a:cubicBezTo>
                  <a:lnTo>
                    <a:pt x="9302" y="64768"/>
                  </a:lnTo>
                  <a:lnTo>
                    <a:pt x="9289" y="64799"/>
                  </a:lnTo>
                  <a:lnTo>
                    <a:pt x="9323" y="64731"/>
                  </a:lnTo>
                  <a:lnTo>
                    <a:pt x="9323" y="64731"/>
                  </a:lnTo>
                  <a:cubicBezTo>
                    <a:pt x="9315" y="64744"/>
                    <a:pt x="9309" y="64756"/>
                    <a:pt x="9302" y="64768"/>
                  </a:cubicBezTo>
                  <a:lnTo>
                    <a:pt x="9302" y="64768"/>
                  </a:lnTo>
                  <a:lnTo>
                    <a:pt x="9407" y="64528"/>
                  </a:lnTo>
                  <a:cubicBezTo>
                    <a:pt x="9440" y="64502"/>
                    <a:pt x="9644" y="64073"/>
                    <a:pt x="9657" y="64073"/>
                  </a:cubicBezTo>
                  <a:lnTo>
                    <a:pt x="9657" y="64073"/>
                  </a:lnTo>
                  <a:cubicBezTo>
                    <a:pt x="9661" y="64073"/>
                    <a:pt x="9649" y="64110"/>
                    <a:pt x="9610" y="64207"/>
                  </a:cubicBezTo>
                  <a:cubicBezTo>
                    <a:pt x="9779" y="63843"/>
                    <a:pt x="9653" y="64072"/>
                    <a:pt x="9805" y="63733"/>
                  </a:cubicBezTo>
                  <a:lnTo>
                    <a:pt x="9805" y="63733"/>
                  </a:lnTo>
                  <a:lnTo>
                    <a:pt x="9475" y="64393"/>
                  </a:lnTo>
                  <a:lnTo>
                    <a:pt x="9450" y="64368"/>
                  </a:lnTo>
                  <a:cubicBezTo>
                    <a:pt x="9551" y="64122"/>
                    <a:pt x="9602" y="64072"/>
                    <a:pt x="9729" y="63801"/>
                  </a:cubicBezTo>
                  <a:lnTo>
                    <a:pt x="9729" y="63801"/>
                  </a:lnTo>
                  <a:lnTo>
                    <a:pt x="9686" y="63809"/>
                  </a:lnTo>
                  <a:lnTo>
                    <a:pt x="9940" y="63352"/>
                  </a:lnTo>
                  <a:lnTo>
                    <a:pt x="9940" y="63352"/>
                  </a:lnTo>
                  <a:cubicBezTo>
                    <a:pt x="9937" y="63356"/>
                    <a:pt x="9936" y="63357"/>
                    <a:pt x="9935" y="63357"/>
                  </a:cubicBezTo>
                  <a:cubicBezTo>
                    <a:pt x="9922" y="63357"/>
                    <a:pt x="10087" y="63041"/>
                    <a:pt x="10126" y="62938"/>
                  </a:cubicBezTo>
                  <a:cubicBezTo>
                    <a:pt x="10262" y="62684"/>
                    <a:pt x="10228" y="62879"/>
                    <a:pt x="10414" y="62422"/>
                  </a:cubicBezTo>
                  <a:lnTo>
                    <a:pt x="10414" y="62422"/>
                  </a:lnTo>
                  <a:lnTo>
                    <a:pt x="10397" y="62456"/>
                  </a:lnTo>
                  <a:cubicBezTo>
                    <a:pt x="10507" y="62194"/>
                    <a:pt x="10575" y="62041"/>
                    <a:pt x="10744" y="61678"/>
                  </a:cubicBezTo>
                  <a:lnTo>
                    <a:pt x="10744" y="61678"/>
                  </a:lnTo>
                  <a:cubicBezTo>
                    <a:pt x="10744" y="61703"/>
                    <a:pt x="10702" y="61804"/>
                    <a:pt x="10676" y="61855"/>
                  </a:cubicBezTo>
                  <a:cubicBezTo>
                    <a:pt x="10930" y="61356"/>
                    <a:pt x="11268" y="60510"/>
                    <a:pt x="11421" y="60299"/>
                  </a:cubicBezTo>
                  <a:lnTo>
                    <a:pt x="11421" y="60299"/>
                  </a:lnTo>
                  <a:cubicBezTo>
                    <a:pt x="11421" y="60306"/>
                    <a:pt x="11418" y="60316"/>
                    <a:pt x="11415" y="60329"/>
                  </a:cubicBezTo>
                  <a:lnTo>
                    <a:pt x="11415" y="60329"/>
                  </a:lnTo>
                  <a:cubicBezTo>
                    <a:pt x="11474" y="60234"/>
                    <a:pt x="11565" y="60035"/>
                    <a:pt x="11624" y="59909"/>
                  </a:cubicBezTo>
                  <a:cubicBezTo>
                    <a:pt x="11660" y="59837"/>
                    <a:pt x="11684" y="59786"/>
                    <a:pt x="11687" y="59786"/>
                  </a:cubicBezTo>
                  <a:lnTo>
                    <a:pt x="11687" y="59786"/>
                  </a:lnTo>
                  <a:cubicBezTo>
                    <a:pt x="11689" y="59786"/>
                    <a:pt x="11676" y="59824"/>
                    <a:pt x="11641" y="59918"/>
                  </a:cubicBezTo>
                  <a:lnTo>
                    <a:pt x="11920" y="59199"/>
                  </a:lnTo>
                  <a:lnTo>
                    <a:pt x="11920" y="59199"/>
                  </a:lnTo>
                  <a:cubicBezTo>
                    <a:pt x="11904" y="59275"/>
                    <a:pt x="11882" y="59345"/>
                    <a:pt x="11853" y="59413"/>
                  </a:cubicBezTo>
                  <a:lnTo>
                    <a:pt x="11853" y="59413"/>
                  </a:lnTo>
                  <a:lnTo>
                    <a:pt x="12063" y="58928"/>
                  </a:lnTo>
                  <a:lnTo>
                    <a:pt x="12063" y="58945"/>
                  </a:lnTo>
                  <a:cubicBezTo>
                    <a:pt x="12224" y="58531"/>
                    <a:pt x="12478" y="57955"/>
                    <a:pt x="12588" y="57634"/>
                  </a:cubicBezTo>
                  <a:lnTo>
                    <a:pt x="12588" y="57634"/>
                  </a:lnTo>
                  <a:cubicBezTo>
                    <a:pt x="12505" y="57806"/>
                    <a:pt x="12471" y="57870"/>
                    <a:pt x="12467" y="57870"/>
                  </a:cubicBezTo>
                  <a:cubicBezTo>
                    <a:pt x="12453" y="57870"/>
                    <a:pt x="12680" y="57336"/>
                    <a:pt x="12666" y="57336"/>
                  </a:cubicBezTo>
                  <a:lnTo>
                    <a:pt x="12666" y="57336"/>
                  </a:lnTo>
                  <a:cubicBezTo>
                    <a:pt x="12666" y="57336"/>
                    <a:pt x="12665" y="57337"/>
                    <a:pt x="12664" y="57338"/>
                  </a:cubicBezTo>
                  <a:cubicBezTo>
                    <a:pt x="12716" y="57234"/>
                    <a:pt x="12762" y="57156"/>
                    <a:pt x="12778" y="57156"/>
                  </a:cubicBezTo>
                  <a:cubicBezTo>
                    <a:pt x="12780" y="57156"/>
                    <a:pt x="12782" y="57157"/>
                    <a:pt x="12783" y="57160"/>
                  </a:cubicBezTo>
                  <a:cubicBezTo>
                    <a:pt x="12799" y="57194"/>
                    <a:pt x="12766" y="57312"/>
                    <a:pt x="12664" y="57583"/>
                  </a:cubicBezTo>
                  <a:cubicBezTo>
                    <a:pt x="12580" y="57719"/>
                    <a:pt x="12444" y="58099"/>
                    <a:pt x="12326" y="58370"/>
                  </a:cubicBezTo>
                  <a:cubicBezTo>
                    <a:pt x="12495" y="58023"/>
                    <a:pt x="12529" y="57913"/>
                    <a:pt x="12647" y="57634"/>
                  </a:cubicBezTo>
                  <a:lnTo>
                    <a:pt x="12647" y="57634"/>
                  </a:lnTo>
                  <a:cubicBezTo>
                    <a:pt x="12635" y="57666"/>
                    <a:pt x="12631" y="57679"/>
                    <a:pt x="12633" y="57679"/>
                  </a:cubicBezTo>
                  <a:cubicBezTo>
                    <a:pt x="12644" y="57679"/>
                    <a:pt x="12823" y="57295"/>
                    <a:pt x="12833" y="57295"/>
                  </a:cubicBezTo>
                  <a:cubicBezTo>
                    <a:pt x="12833" y="57295"/>
                    <a:pt x="12833" y="57295"/>
                    <a:pt x="12833" y="57296"/>
                  </a:cubicBezTo>
                  <a:cubicBezTo>
                    <a:pt x="12791" y="57473"/>
                    <a:pt x="12732" y="57642"/>
                    <a:pt x="12639" y="57803"/>
                  </a:cubicBezTo>
                  <a:cubicBezTo>
                    <a:pt x="12553" y="58001"/>
                    <a:pt x="12524" y="58055"/>
                    <a:pt x="12519" y="58055"/>
                  </a:cubicBezTo>
                  <a:cubicBezTo>
                    <a:pt x="12512" y="58055"/>
                    <a:pt x="12540" y="57972"/>
                    <a:pt x="12537" y="57972"/>
                  </a:cubicBezTo>
                  <a:lnTo>
                    <a:pt x="12537" y="57972"/>
                  </a:lnTo>
                  <a:cubicBezTo>
                    <a:pt x="12535" y="57972"/>
                    <a:pt x="12531" y="57981"/>
                    <a:pt x="12520" y="58006"/>
                  </a:cubicBezTo>
                  <a:cubicBezTo>
                    <a:pt x="12427" y="58125"/>
                    <a:pt x="12207" y="58734"/>
                    <a:pt x="12055" y="59047"/>
                  </a:cubicBezTo>
                  <a:cubicBezTo>
                    <a:pt x="12053" y="59051"/>
                    <a:pt x="12052" y="59053"/>
                    <a:pt x="12051" y="59053"/>
                  </a:cubicBezTo>
                  <a:cubicBezTo>
                    <a:pt x="12050" y="59053"/>
                    <a:pt x="12058" y="59031"/>
                    <a:pt x="12069" y="59004"/>
                  </a:cubicBezTo>
                  <a:lnTo>
                    <a:pt x="12069" y="59004"/>
                  </a:lnTo>
                  <a:cubicBezTo>
                    <a:pt x="11942" y="59295"/>
                    <a:pt x="11734" y="59771"/>
                    <a:pt x="11734" y="59816"/>
                  </a:cubicBezTo>
                  <a:lnTo>
                    <a:pt x="12021" y="59131"/>
                  </a:lnTo>
                  <a:cubicBezTo>
                    <a:pt x="12033" y="59106"/>
                    <a:pt x="12039" y="59097"/>
                    <a:pt x="12040" y="59097"/>
                  </a:cubicBezTo>
                  <a:lnTo>
                    <a:pt x="12040" y="59097"/>
                  </a:lnTo>
                  <a:cubicBezTo>
                    <a:pt x="12047" y="59097"/>
                    <a:pt x="12009" y="59208"/>
                    <a:pt x="12017" y="59208"/>
                  </a:cubicBezTo>
                  <a:cubicBezTo>
                    <a:pt x="12020" y="59208"/>
                    <a:pt x="12031" y="59190"/>
                    <a:pt x="12055" y="59140"/>
                  </a:cubicBezTo>
                  <a:cubicBezTo>
                    <a:pt x="12114" y="58987"/>
                    <a:pt x="12199" y="58801"/>
                    <a:pt x="12292" y="58598"/>
                  </a:cubicBezTo>
                  <a:lnTo>
                    <a:pt x="12292" y="58598"/>
                  </a:lnTo>
                  <a:lnTo>
                    <a:pt x="12283" y="58641"/>
                  </a:lnTo>
                  <a:cubicBezTo>
                    <a:pt x="12478" y="58235"/>
                    <a:pt x="12766" y="57592"/>
                    <a:pt x="12960" y="57109"/>
                  </a:cubicBezTo>
                  <a:cubicBezTo>
                    <a:pt x="12960" y="56983"/>
                    <a:pt x="13028" y="56720"/>
                    <a:pt x="13062" y="56483"/>
                  </a:cubicBezTo>
                  <a:lnTo>
                    <a:pt x="13519" y="55392"/>
                  </a:lnTo>
                  <a:cubicBezTo>
                    <a:pt x="13670" y="55021"/>
                    <a:pt x="13839" y="54651"/>
                    <a:pt x="13990" y="54263"/>
                  </a:cubicBezTo>
                  <a:lnTo>
                    <a:pt x="13990" y="54263"/>
                  </a:lnTo>
                  <a:cubicBezTo>
                    <a:pt x="13988" y="54264"/>
                    <a:pt x="13986" y="54265"/>
                    <a:pt x="13985" y="54265"/>
                  </a:cubicBezTo>
                  <a:cubicBezTo>
                    <a:pt x="13975" y="54265"/>
                    <a:pt x="13971" y="54249"/>
                    <a:pt x="13975" y="54216"/>
                  </a:cubicBezTo>
                  <a:cubicBezTo>
                    <a:pt x="14075" y="54009"/>
                    <a:pt x="14215" y="53624"/>
                    <a:pt x="14244" y="53624"/>
                  </a:cubicBezTo>
                  <a:cubicBezTo>
                    <a:pt x="14245" y="53624"/>
                    <a:pt x="14245" y="53624"/>
                    <a:pt x="14246" y="53624"/>
                  </a:cubicBezTo>
                  <a:cubicBezTo>
                    <a:pt x="14301" y="53397"/>
                    <a:pt x="14514" y="52817"/>
                    <a:pt x="14486" y="52817"/>
                  </a:cubicBezTo>
                  <a:cubicBezTo>
                    <a:pt x="14484" y="52817"/>
                    <a:pt x="14480" y="52821"/>
                    <a:pt x="14474" y="52829"/>
                  </a:cubicBezTo>
                  <a:lnTo>
                    <a:pt x="14508" y="52744"/>
                  </a:lnTo>
                  <a:cubicBezTo>
                    <a:pt x="14737" y="52279"/>
                    <a:pt x="14940" y="51797"/>
                    <a:pt x="15117" y="51306"/>
                  </a:cubicBezTo>
                  <a:cubicBezTo>
                    <a:pt x="15157" y="51194"/>
                    <a:pt x="15161" y="51154"/>
                    <a:pt x="15144" y="51154"/>
                  </a:cubicBezTo>
                  <a:cubicBezTo>
                    <a:pt x="15139" y="51154"/>
                    <a:pt x="15133" y="51157"/>
                    <a:pt x="15126" y="51162"/>
                  </a:cubicBezTo>
                  <a:cubicBezTo>
                    <a:pt x="15185" y="51002"/>
                    <a:pt x="15253" y="50850"/>
                    <a:pt x="15312" y="50706"/>
                  </a:cubicBezTo>
                  <a:lnTo>
                    <a:pt x="15312" y="50706"/>
                  </a:lnTo>
                  <a:cubicBezTo>
                    <a:pt x="15278" y="50841"/>
                    <a:pt x="15236" y="50985"/>
                    <a:pt x="15185" y="51129"/>
                  </a:cubicBezTo>
                  <a:lnTo>
                    <a:pt x="15625" y="49953"/>
                  </a:lnTo>
                  <a:lnTo>
                    <a:pt x="15600" y="50046"/>
                  </a:lnTo>
                  <a:lnTo>
                    <a:pt x="15760" y="49572"/>
                  </a:lnTo>
                  <a:lnTo>
                    <a:pt x="15760" y="49572"/>
                  </a:lnTo>
                  <a:cubicBezTo>
                    <a:pt x="15678" y="49804"/>
                    <a:pt x="15549" y="50149"/>
                    <a:pt x="15527" y="50149"/>
                  </a:cubicBezTo>
                  <a:cubicBezTo>
                    <a:pt x="15524" y="50149"/>
                    <a:pt x="15522" y="50143"/>
                    <a:pt x="15523" y="50130"/>
                  </a:cubicBezTo>
                  <a:cubicBezTo>
                    <a:pt x="15693" y="49598"/>
                    <a:pt x="15836" y="49310"/>
                    <a:pt x="15955" y="48845"/>
                  </a:cubicBezTo>
                  <a:cubicBezTo>
                    <a:pt x="15958" y="48847"/>
                    <a:pt x="15962" y="48848"/>
                    <a:pt x="15965" y="48848"/>
                  </a:cubicBezTo>
                  <a:cubicBezTo>
                    <a:pt x="15990" y="48848"/>
                    <a:pt x="16018" y="48804"/>
                    <a:pt x="16030" y="48804"/>
                  </a:cubicBezTo>
                  <a:cubicBezTo>
                    <a:pt x="16038" y="48804"/>
                    <a:pt x="16040" y="48821"/>
                    <a:pt x="16031" y="48878"/>
                  </a:cubicBezTo>
                  <a:cubicBezTo>
                    <a:pt x="16031" y="48895"/>
                    <a:pt x="16022" y="48912"/>
                    <a:pt x="16014" y="48929"/>
                  </a:cubicBezTo>
                  <a:cubicBezTo>
                    <a:pt x="15955" y="49208"/>
                    <a:pt x="15879" y="49488"/>
                    <a:pt x="15786" y="49758"/>
                  </a:cubicBezTo>
                  <a:cubicBezTo>
                    <a:pt x="15980" y="49268"/>
                    <a:pt x="16039" y="49081"/>
                    <a:pt x="16090" y="48912"/>
                  </a:cubicBezTo>
                  <a:cubicBezTo>
                    <a:pt x="16149" y="48743"/>
                    <a:pt x="16200" y="48591"/>
                    <a:pt x="16352" y="48159"/>
                  </a:cubicBezTo>
                  <a:cubicBezTo>
                    <a:pt x="16355" y="48157"/>
                    <a:pt x="16356" y="48156"/>
                    <a:pt x="16358" y="48156"/>
                  </a:cubicBezTo>
                  <a:lnTo>
                    <a:pt x="16358" y="48156"/>
                  </a:lnTo>
                  <a:cubicBezTo>
                    <a:pt x="16387" y="48156"/>
                    <a:pt x="16172" y="48805"/>
                    <a:pt x="16185" y="48805"/>
                  </a:cubicBezTo>
                  <a:cubicBezTo>
                    <a:pt x="16187" y="48805"/>
                    <a:pt x="16192" y="48796"/>
                    <a:pt x="16200" y="48777"/>
                  </a:cubicBezTo>
                  <a:lnTo>
                    <a:pt x="16200" y="48777"/>
                  </a:lnTo>
                  <a:cubicBezTo>
                    <a:pt x="16099" y="49048"/>
                    <a:pt x="16006" y="49310"/>
                    <a:pt x="15904" y="49581"/>
                  </a:cubicBezTo>
                  <a:cubicBezTo>
                    <a:pt x="15929" y="49504"/>
                    <a:pt x="15955" y="49437"/>
                    <a:pt x="15972" y="49361"/>
                  </a:cubicBezTo>
                  <a:lnTo>
                    <a:pt x="15972" y="49361"/>
                  </a:lnTo>
                  <a:cubicBezTo>
                    <a:pt x="15786" y="49919"/>
                    <a:pt x="15684" y="50114"/>
                    <a:pt x="15566" y="50545"/>
                  </a:cubicBezTo>
                  <a:cubicBezTo>
                    <a:pt x="15547" y="50589"/>
                    <a:pt x="15539" y="50606"/>
                    <a:pt x="15536" y="50606"/>
                  </a:cubicBezTo>
                  <a:cubicBezTo>
                    <a:pt x="15527" y="50606"/>
                    <a:pt x="15617" y="50338"/>
                    <a:pt x="15612" y="50338"/>
                  </a:cubicBezTo>
                  <a:lnTo>
                    <a:pt x="15612" y="50338"/>
                  </a:lnTo>
                  <a:cubicBezTo>
                    <a:pt x="15611" y="50338"/>
                    <a:pt x="15602" y="50358"/>
                    <a:pt x="15583" y="50410"/>
                  </a:cubicBezTo>
                  <a:cubicBezTo>
                    <a:pt x="15650" y="50207"/>
                    <a:pt x="15709" y="49995"/>
                    <a:pt x="15752" y="49784"/>
                  </a:cubicBezTo>
                  <a:lnTo>
                    <a:pt x="15752" y="49784"/>
                  </a:lnTo>
                  <a:cubicBezTo>
                    <a:pt x="15506" y="50418"/>
                    <a:pt x="15650" y="50156"/>
                    <a:pt x="15464" y="50706"/>
                  </a:cubicBezTo>
                  <a:lnTo>
                    <a:pt x="15295" y="51103"/>
                  </a:lnTo>
                  <a:cubicBezTo>
                    <a:pt x="15272" y="51171"/>
                    <a:pt x="15264" y="51195"/>
                    <a:pt x="15266" y="51195"/>
                  </a:cubicBezTo>
                  <a:cubicBezTo>
                    <a:pt x="15271" y="51195"/>
                    <a:pt x="15340" y="51025"/>
                    <a:pt x="15346" y="51019"/>
                  </a:cubicBezTo>
                  <a:lnTo>
                    <a:pt x="15346" y="51019"/>
                  </a:lnTo>
                  <a:cubicBezTo>
                    <a:pt x="15244" y="51315"/>
                    <a:pt x="15185" y="51425"/>
                    <a:pt x="15100" y="51653"/>
                  </a:cubicBezTo>
                  <a:cubicBezTo>
                    <a:pt x="15130" y="51594"/>
                    <a:pt x="15180" y="51468"/>
                    <a:pt x="15191" y="51468"/>
                  </a:cubicBezTo>
                  <a:cubicBezTo>
                    <a:pt x="15193" y="51468"/>
                    <a:pt x="15193" y="51470"/>
                    <a:pt x="15193" y="51475"/>
                  </a:cubicBezTo>
                  <a:cubicBezTo>
                    <a:pt x="15117" y="51662"/>
                    <a:pt x="15050" y="51848"/>
                    <a:pt x="14974" y="52025"/>
                  </a:cubicBezTo>
                  <a:cubicBezTo>
                    <a:pt x="14897" y="52203"/>
                    <a:pt x="14821" y="52381"/>
                    <a:pt x="14737" y="52541"/>
                  </a:cubicBezTo>
                  <a:cubicBezTo>
                    <a:pt x="14754" y="52509"/>
                    <a:pt x="14764" y="52496"/>
                    <a:pt x="14769" y="52496"/>
                  </a:cubicBezTo>
                  <a:cubicBezTo>
                    <a:pt x="14791" y="52496"/>
                    <a:pt x="14686" y="52814"/>
                    <a:pt x="14644" y="52947"/>
                  </a:cubicBezTo>
                  <a:lnTo>
                    <a:pt x="14957" y="52254"/>
                  </a:lnTo>
                  <a:cubicBezTo>
                    <a:pt x="15287" y="51349"/>
                    <a:pt x="15506" y="50790"/>
                    <a:pt x="15845" y="49809"/>
                  </a:cubicBezTo>
                  <a:lnTo>
                    <a:pt x="15845" y="49868"/>
                  </a:lnTo>
                  <a:cubicBezTo>
                    <a:pt x="15997" y="49496"/>
                    <a:pt x="16099" y="49225"/>
                    <a:pt x="16166" y="49005"/>
                  </a:cubicBezTo>
                  <a:cubicBezTo>
                    <a:pt x="16234" y="48785"/>
                    <a:pt x="16276" y="48625"/>
                    <a:pt x="16310" y="48472"/>
                  </a:cubicBezTo>
                  <a:cubicBezTo>
                    <a:pt x="16412" y="48058"/>
                    <a:pt x="16530" y="47643"/>
                    <a:pt x="16674" y="47237"/>
                  </a:cubicBezTo>
                  <a:cubicBezTo>
                    <a:pt x="16722" y="47213"/>
                    <a:pt x="16870" y="46675"/>
                    <a:pt x="16899" y="46675"/>
                  </a:cubicBezTo>
                  <a:cubicBezTo>
                    <a:pt x="16900" y="46675"/>
                    <a:pt x="16901" y="46676"/>
                    <a:pt x="16902" y="46679"/>
                  </a:cubicBezTo>
                  <a:cubicBezTo>
                    <a:pt x="16820" y="46906"/>
                    <a:pt x="16799" y="46979"/>
                    <a:pt x="16806" y="46979"/>
                  </a:cubicBezTo>
                  <a:cubicBezTo>
                    <a:pt x="16812" y="46979"/>
                    <a:pt x="16835" y="46938"/>
                    <a:pt x="16860" y="46891"/>
                  </a:cubicBezTo>
                  <a:cubicBezTo>
                    <a:pt x="16928" y="46603"/>
                    <a:pt x="17004" y="46324"/>
                    <a:pt x="17105" y="46045"/>
                  </a:cubicBezTo>
                  <a:lnTo>
                    <a:pt x="17105" y="46045"/>
                  </a:lnTo>
                  <a:cubicBezTo>
                    <a:pt x="17098" y="46081"/>
                    <a:pt x="17099" y="46094"/>
                    <a:pt x="17103" y="46094"/>
                  </a:cubicBezTo>
                  <a:cubicBezTo>
                    <a:pt x="17111" y="46094"/>
                    <a:pt x="17132" y="46050"/>
                    <a:pt x="17138" y="46050"/>
                  </a:cubicBezTo>
                  <a:lnTo>
                    <a:pt x="17138" y="46050"/>
                  </a:lnTo>
                  <a:cubicBezTo>
                    <a:pt x="17143" y="46050"/>
                    <a:pt x="17134" y="46094"/>
                    <a:pt x="17080" y="46273"/>
                  </a:cubicBezTo>
                  <a:cubicBezTo>
                    <a:pt x="17224" y="45858"/>
                    <a:pt x="17351" y="45436"/>
                    <a:pt x="17452" y="45004"/>
                  </a:cubicBezTo>
                  <a:cubicBezTo>
                    <a:pt x="17596" y="44497"/>
                    <a:pt x="17630" y="44420"/>
                    <a:pt x="17664" y="44361"/>
                  </a:cubicBezTo>
                  <a:cubicBezTo>
                    <a:pt x="17697" y="44293"/>
                    <a:pt x="17740" y="44226"/>
                    <a:pt x="17875" y="43727"/>
                  </a:cubicBezTo>
                  <a:lnTo>
                    <a:pt x="17875" y="43727"/>
                  </a:lnTo>
                  <a:lnTo>
                    <a:pt x="17841" y="43871"/>
                  </a:lnTo>
                  <a:lnTo>
                    <a:pt x="17841" y="43871"/>
                  </a:lnTo>
                  <a:lnTo>
                    <a:pt x="18019" y="43253"/>
                  </a:lnTo>
                  <a:lnTo>
                    <a:pt x="17943" y="43448"/>
                  </a:lnTo>
                  <a:lnTo>
                    <a:pt x="18137" y="42712"/>
                  </a:lnTo>
                  <a:cubicBezTo>
                    <a:pt x="18167" y="42589"/>
                    <a:pt x="18175" y="42545"/>
                    <a:pt x="18171" y="42545"/>
                  </a:cubicBezTo>
                  <a:lnTo>
                    <a:pt x="18171" y="42545"/>
                  </a:lnTo>
                  <a:cubicBezTo>
                    <a:pt x="18162" y="42545"/>
                    <a:pt x="18075" y="42827"/>
                    <a:pt x="18063" y="42827"/>
                  </a:cubicBezTo>
                  <a:cubicBezTo>
                    <a:pt x="18062" y="42827"/>
                    <a:pt x="18061" y="42825"/>
                    <a:pt x="18061" y="42822"/>
                  </a:cubicBezTo>
                  <a:lnTo>
                    <a:pt x="18044" y="42982"/>
                  </a:lnTo>
                  <a:cubicBezTo>
                    <a:pt x="17951" y="43278"/>
                    <a:pt x="17850" y="43701"/>
                    <a:pt x="17816" y="43761"/>
                  </a:cubicBezTo>
                  <a:cubicBezTo>
                    <a:pt x="17867" y="43574"/>
                    <a:pt x="17909" y="43380"/>
                    <a:pt x="17943" y="43185"/>
                  </a:cubicBezTo>
                  <a:lnTo>
                    <a:pt x="17943" y="43185"/>
                  </a:lnTo>
                  <a:lnTo>
                    <a:pt x="17816" y="43651"/>
                  </a:lnTo>
                  <a:lnTo>
                    <a:pt x="17748" y="43794"/>
                  </a:lnTo>
                  <a:cubicBezTo>
                    <a:pt x="17621" y="44260"/>
                    <a:pt x="17494" y="44606"/>
                    <a:pt x="17435" y="44886"/>
                  </a:cubicBezTo>
                  <a:cubicBezTo>
                    <a:pt x="17503" y="44700"/>
                    <a:pt x="17511" y="44573"/>
                    <a:pt x="17579" y="44403"/>
                  </a:cubicBezTo>
                  <a:lnTo>
                    <a:pt x="17579" y="44403"/>
                  </a:lnTo>
                  <a:cubicBezTo>
                    <a:pt x="17545" y="44640"/>
                    <a:pt x="17368" y="45207"/>
                    <a:pt x="17207" y="45757"/>
                  </a:cubicBezTo>
                  <a:cubicBezTo>
                    <a:pt x="17193" y="45764"/>
                    <a:pt x="17150" y="45886"/>
                    <a:pt x="17145" y="45886"/>
                  </a:cubicBezTo>
                  <a:cubicBezTo>
                    <a:pt x="17144" y="45886"/>
                    <a:pt x="17145" y="45880"/>
                    <a:pt x="17148" y="45867"/>
                  </a:cubicBezTo>
                  <a:cubicBezTo>
                    <a:pt x="17148" y="45850"/>
                    <a:pt x="17181" y="45757"/>
                    <a:pt x="17198" y="45706"/>
                  </a:cubicBezTo>
                  <a:lnTo>
                    <a:pt x="17198" y="45706"/>
                  </a:lnTo>
                  <a:cubicBezTo>
                    <a:pt x="17197" y="45708"/>
                    <a:pt x="17196" y="45709"/>
                    <a:pt x="17195" y="45709"/>
                  </a:cubicBezTo>
                  <a:cubicBezTo>
                    <a:pt x="17188" y="45709"/>
                    <a:pt x="17202" y="45643"/>
                    <a:pt x="17196" y="45643"/>
                  </a:cubicBezTo>
                  <a:lnTo>
                    <a:pt x="17196" y="45643"/>
                  </a:lnTo>
                  <a:cubicBezTo>
                    <a:pt x="17191" y="45643"/>
                    <a:pt x="17167" y="45704"/>
                    <a:pt x="17088" y="45943"/>
                  </a:cubicBezTo>
                  <a:cubicBezTo>
                    <a:pt x="17122" y="45753"/>
                    <a:pt x="17203" y="45367"/>
                    <a:pt x="17191" y="45367"/>
                  </a:cubicBezTo>
                  <a:lnTo>
                    <a:pt x="17191" y="45367"/>
                  </a:lnTo>
                  <a:cubicBezTo>
                    <a:pt x="17191" y="45367"/>
                    <a:pt x="17190" y="45367"/>
                    <a:pt x="17190" y="45368"/>
                  </a:cubicBezTo>
                  <a:cubicBezTo>
                    <a:pt x="17283" y="45063"/>
                    <a:pt x="17410" y="44640"/>
                    <a:pt x="17494" y="44395"/>
                  </a:cubicBezTo>
                  <a:lnTo>
                    <a:pt x="17494" y="44420"/>
                  </a:lnTo>
                  <a:cubicBezTo>
                    <a:pt x="17587" y="44158"/>
                    <a:pt x="17723" y="43591"/>
                    <a:pt x="17765" y="43558"/>
                  </a:cubicBezTo>
                  <a:cubicBezTo>
                    <a:pt x="17794" y="43448"/>
                    <a:pt x="17859" y="43203"/>
                    <a:pt x="17850" y="43203"/>
                  </a:cubicBezTo>
                  <a:lnTo>
                    <a:pt x="17850" y="43203"/>
                  </a:lnTo>
                  <a:cubicBezTo>
                    <a:pt x="17847" y="43203"/>
                    <a:pt x="17827" y="43255"/>
                    <a:pt x="17782" y="43397"/>
                  </a:cubicBezTo>
                  <a:lnTo>
                    <a:pt x="17985" y="42644"/>
                  </a:lnTo>
                  <a:cubicBezTo>
                    <a:pt x="17986" y="42656"/>
                    <a:pt x="17988" y="42662"/>
                    <a:pt x="17992" y="42662"/>
                  </a:cubicBezTo>
                  <a:cubicBezTo>
                    <a:pt x="18015" y="42662"/>
                    <a:pt x="18081" y="42476"/>
                    <a:pt x="18095" y="42476"/>
                  </a:cubicBezTo>
                  <a:lnTo>
                    <a:pt x="18095" y="42476"/>
                  </a:lnTo>
                  <a:cubicBezTo>
                    <a:pt x="18105" y="42476"/>
                    <a:pt x="18092" y="42558"/>
                    <a:pt x="18027" y="42830"/>
                  </a:cubicBezTo>
                  <a:cubicBezTo>
                    <a:pt x="18034" y="42810"/>
                    <a:pt x="18082" y="42641"/>
                    <a:pt x="18159" y="42359"/>
                  </a:cubicBezTo>
                  <a:lnTo>
                    <a:pt x="18159" y="42359"/>
                  </a:lnTo>
                  <a:cubicBezTo>
                    <a:pt x="18153" y="42402"/>
                    <a:pt x="18153" y="42421"/>
                    <a:pt x="18157" y="42421"/>
                  </a:cubicBezTo>
                  <a:cubicBezTo>
                    <a:pt x="18176" y="42421"/>
                    <a:pt x="18268" y="42119"/>
                    <a:pt x="18366" y="41806"/>
                  </a:cubicBezTo>
                  <a:lnTo>
                    <a:pt x="18366" y="41705"/>
                  </a:lnTo>
                  <a:cubicBezTo>
                    <a:pt x="18493" y="41367"/>
                    <a:pt x="18594" y="41028"/>
                    <a:pt x="18679" y="40673"/>
                  </a:cubicBezTo>
                  <a:lnTo>
                    <a:pt x="18882" y="39548"/>
                  </a:lnTo>
                  <a:cubicBezTo>
                    <a:pt x="18907" y="39438"/>
                    <a:pt x="18941" y="39328"/>
                    <a:pt x="18966" y="39218"/>
                  </a:cubicBezTo>
                  <a:cubicBezTo>
                    <a:pt x="19009" y="39105"/>
                    <a:pt x="19098" y="38746"/>
                    <a:pt x="19112" y="38746"/>
                  </a:cubicBezTo>
                  <a:lnTo>
                    <a:pt x="19112" y="38746"/>
                  </a:lnTo>
                  <a:cubicBezTo>
                    <a:pt x="19115" y="38746"/>
                    <a:pt x="19114" y="38761"/>
                    <a:pt x="19110" y="38795"/>
                  </a:cubicBezTo>
                  <a:cubicBezTo>
                    <a:pt x="19113" y="38789"/>
                    <a:pt x="19115" y="38786"/>
                    <a:pt x="19117" y="38786"/>
                  </a:cubicBezTo>
                  <a:lnTo>
                    <a:pt x="19117" y="38786"/>
                  </a:lnTo>
                  <a:cubicBezTo>
                    <a:pt x="19127" y="38786"/>
                    <a:pt x="19095" y="38939"/>
                    <a:pt x="19042" y="39125"/>
                  </a:cubicBezTo>
                  <a:cubicBezTo>
                    <a:pt x="19039" y="39130"/>
                    <a:pt x="19037" y="39132"/>
                    <a:pt x="19036" y="39132"/>
                  </a:cubicBezTo>
                  <a:cubicBezTo>
                    <a:pt x="19033" y="39132"/>
                    <a:pt x="19035" y="39121"/>
                    <a:pt x="19033" y="39121"/>
                  </a:cubicBezTo>
                  <a:lnTo>
                    <a:pt x="19033" y="39121"/>
                  </a:lnTo>
                  <a:cubicBezTo>
                    <a:pt x="19032" y="39121"/>
                    <a:pt x="19030" y="39124"/>
                    <a:pt x="19026" y="39133"/>
                  </a:cubicBezTo>
                  <a:cubicBezTo>
                    <a:pt x="19026" y="39156"/>
                    <a:pt x="19028" y="39175"/>
                    <a:pt x="19036" y="39175"/>
                  </a:cubicBezTo>
                  <a:cubicBezTo>
                    <a:pt x="19049" y="39175"/>
                    <a:pt x="19075" y="39128"/>
                    <a:pt x="19127" y="38973"/>
                  </a:cubicBezTo>
                  <a:lnTo>
                    <a:pt x="19127" y="38973"/>
                  </a:lnTo>
                  <a:cubicBezTo>
                    <a:pt x="19051" y="39235"/>
                    <a:pt x="19034" y="39269"/>
                    <a:pt x="19000" y="39455"/>
                  </a:cubicBezTo>
                  <a:lnTo>
                    <a:pt x="19076" y="39192"/>
                  </a:lnTo>
                  <a:lnTo>
                    <a:pt x="19076" y="39192"/>
                  </a:lnTo>
                  <a:cubicBezTo>
                    <a:pt x="18975" y="39582"/>
                    <a:pt x="18848" y="40199"/>
                    <a:pt x="18873" y="40199"/>
                  </a:cubicBezTo>
                  <a:cubicBezTo>
                    <a:pt x="18873" y="40064"/>
                    <a:pt x="18975" y="39818"/>
                    <a:pt x="19034" y="39607"/>
                  </a:cubicBezTo>
                  <a:lnTo>
                    <a:pt x="19034" y="39607"/>
                  </a:lnTo>
                  <a:cubicBezTo>
                    <a:pt x="19009" y="39732"/>
                    <a:pt x="18961" y="39956"/>
                    <a:pt x="18968" y="39956"/>
                  </a:cubicBezTo>
                  <a:cubicBezTo>
                    <a:pt x="18971" y="39956"/>
                    <a:pt x="18981" y="39929"/>
                    <a:pt x="19000" y="39861"/>
                  </a:cubicBezTo>
                  <a:cubicBezTo>
                    <a:pt x="19006" y="39785"/>
                    <a:pt x="19106" y="39365"/>
                    <a:pt x="19095" y="39365"/>
                  </a:cubicBezTo>
                  <a:lnTo>
                    <a:pt x="19095" y="39365"/>
                  </a:lnTo>
                  <a:cubicBezTo>
                    <a:pt x="19091" y="39365"/>
                    <a:pt x="19073" y="39415"/>
                    <a:pt x="19034" y="39548"/>
                  </a:cubicBezTo>
                  <a:cubicBezTo>
                    <a:pt x="19085" y="39328"/>
                    <a:pt x="19144" y="39032"/>
                    <a:pt x="19220" y="38786"/>
                  </a:cubicBezTo>
                  <a:lnTo>
                    <a:pt x="19220" y="38786"/>
                  </a:lnTo>
                  <a:cubicBezTo>
                    <a:pt x="19191" y="38934"/>
                    <a:pt x="19191" y="38960"/>
                    <a:pt x="19198" y="38960"/>
                  </a:cubicBezTo>
                  <a:cubicBezTo>
                    <a:pt x="19202" y="38960"/>
                    <a:pt x="19208" y="38953"/>
                    <a:pt x="19212" y="38953"/>
                  </a:cubicBezTo>
                  <a:cubicBezTo>
                    <a:pt x="19217" y="38953"/>
                    <a:pt x="19220" y="38959"/>
                    <a:pt x="19220" y="38981"/>
                  </a:cubicBezTo>
                  <a:cubicBezTo>
                    <a:pt x="19254" y="38879"/>
                    <a:pt x="19262" y="38778"/>
                    <a:pt x="19254" y="38676"/>
                  </a:cubicBezTo>
                  <a:cubicBezTo>
                    <a:pt x="19444" y="37988"/>
                    <a:pt x="19567" y="37692"/>
                    <a:pt x="19728" y="36970"/>
                  </a:cubicBezTo>
                  <a:lnTo>
                    <a:pt x="19728" y="36970"/>
                  </a:lnTo>
                  <a:cubicBezTo>
                    <a:pt x="19699" y="37096"/>
                    <a:pt x="19661" y="37246"/>
                    <a:pt x="19653" y="37246"/>
                  </a:cubicBezTo>
                  <a:cubicBezTo>
                    <a:pt x="19652" y="37246"/>
                    <a:pt x="19652" y="37244"/>
                    <a:pt x="19652" y="37238"/>
                  </a:cubicBezTo>
                  <a:cubicBezTo>
                    <a:pt x="19762" y="36621"/>
                    <a:pt x="19880" y="36452"/>
                    <a:pt x="19990" y="35927"/>
                  </a:cubicBezTo>
                  <a:lnTo>
                    <a:pt x="19990" y="35927"/>
                  </a:lnTo>
                  <a:cubicBezTo>
                    <a:pt x="19973" y="35969"/>
                    <a:pt x="19948" y="36020"/>
                    <a:pt x="19922" y="36063"/>
                  </a:cubicBezTo>
                  <a:cubicBezTo>
                    <a:pt x="19956" y="35902"/>
                    <a:pt x="20032" y="35496"/>
                    <a:pt x="20075" y="35301"/>
                  </a:cubicBezTo>
                  <a:cubicBezTo>
                    <a:pt x="20093" y="35264"/>
                    <a:pt x="20174" y="34958"/>
                    <a:pt x="20188" y="34958"/>
                  </a:cubicBezTo>
                  <a:lnTo>
                    <a:pt x="20188" y="34958"/>
                  </a:lnTo>
                  <a:cubicBezTo>
                    <a:pt x="20193" y="34958"/>
                    <a:pt x="20188" y="35000"/>
                    <a:pt x="20168" y="35115"/>
                  </a:cubicBezTo>
                  <a:cubicBezTo>
                    <a:pt x="20379" y="34201"/>
                    <a:pt x="20261" y="34294"/>
                    <a:pt x="20497" y="33254"/>
                  </a:cubicBezTo>
                  <a:lnTo>
                    <a:pt x="20497" y="33254"/>
                  </a:lnTo>
                  <a:cubicBezTo>
                    <a:pt x="20388" y="33736"/>
                    <a:pt x="20379" y="33787"/>
                    <a:pt x="20294" y="34168"/>
                  </a:cubicBezTo>
                  <a:cubicBezTo>
                    <a:pt x="20321" y="34011"/>
                    <a:pt x="20327" y="33965"/>
                    <a:pt x="20323" y="33965"/>
                  </a:cubicBezTo>
                  <a:lnTo>
                    <a:pt x="20323" y="33965"/>
                  </a:lnTo>
                  <a:cubicBezTo>
                    <a:pt x="20318" y="33965"/>
                    <a:pt x="20295" y="34055"/>
                    <a:pt x="20282" y="34055"/>
                  </a:cubicBezTo>
                  <a:cubicBezTo>
                    <a:pt x="20280" y="34055"/>
                    <a:pt x="20279" y="34053"/>
                    <a:pt x="20278" y="34049"/>
                  </a:cubicBezTo>
                  <a:cubicBezTo>
                    <a:pt x="20335" y="33871"/>
                    <a:pt x="20435" y="33381"/>
                    <a:pt x="20442" y="33381"/>
                  </a:cubicBezTo>
                  <a:lnTo>
                    <a:pt x="20442" y="33381"/>
                  </a:lnTo>
                  <a:cubicBezTo>
                    <a:pt x="20444" y="33381"/>
                    <a:pt x="20436" y="33433"/>
                    <a:pt x="20413" y="33567"/>
                  </a:cubicBezTo>
                  <a:cubicBezTo>
                    <a:pt x="20489" y="33246"/>
                    <a:pt x="20616" y="32594"/>
                    <a:pt x="20624" y="32442"/>
                  </a:cubicBezTo>
                  <a:lnTo>
                    <a:pt x="20624" y="32442"/>
                  </a:lnTo>
                  <a:lnTo>
                    <a:pt x="20565" y="32721"/>
                  </a:lnTo>
                  <a:cubicBezTo>
                    <a:pt x="20633" y="32349"/>
                    <a:pt x="20692" y="31968"/>
                    <a:pt x="20726" y="31588"/>
                  </a:cubicBezTo>
                  <a:lnTo>
                    <a:pt x="20726" y="31588"/>
                  </a:lnTo>
                  <a:cubicBezTo>
                    <a:pt x="20624" y="32171"/>
                    <a:pt x="20667" y="32163"/>
                    <a:pt x="20523" y="32899"/>
                  </a:cubicBezTo>
                  <a:cubicBezTo>
                    <a:pt x="20467" y="33151"/>
                    <a:pt x="20448" y="33226"/>
                    <a:pt x="20444" y="33226"/>
                  </a:cubicBezTo>
                  <a:cubicBezTo>
                    <a:pt x="20438" y="33226"/>
                    <a:pt x="20463" y="33068"/>
                    <a:pt x="20454" y="33068"/>
                  </a:cubicBezTo>
                  <a:lnTo>
                    <a:pt x="20454" y="33068"/>
                  </a:lnTo>
                  <a:cubicBezTo>
                    <a:pt x="20449" y="33068"/>
                    <a:pt x="20436" y="33108"/>
                    <a:pt x="20404" y="33229"/>
                  </a:cubicBezTo>
                  <a:lnTo>
                    <a:pt x="20303" y="33804"/>
                  </a:lnTo>
                  <a:lnTo>
                    <a:pt x="20362" y="33533"/>
                  </a:lnTo>
                  <a:lnTo>
                    <a:pt x="20362" y="33533"/>
                  </a:lnTo>
                  <a:cubicBezTo>
                    <a:pt x="20378" y="33623"/>
                    <a:pt x="20183" y="34357"/>
                    <a:pt x="20221" y="34357"/>
                  </a:cubicBezTo>
                  <a:cubicBezTo>
                    <a:pt x="20223" y="34357"/>
                    <a:pt x="20225" y="34356"/>
                    <a:pt x="20227" y="34354"/>
                  </a:cubicBezTo>
                  <a:lnTo>
                    <a:pt x="20227" y="34354"/>
                  </a:lnTo>
                  <a:cubicBezTo>
                    <a:pt x="20097" y="34836"/>
                    <a:pt x="20066" y="35030"/>
                    <a:pt x="19955" y="35469"/>
                  </a:cubicBezTo>
                  <a:lnTo>
                    <a:pt x="19955" y="35469"/>
                  </a:lnTo>
                  <a:cubicBezTo>
                    <a:pt x="19955" y="35466"/>
                    <a:pt x="19956" y="35464"/>
                    <a:pt x="19956" y="35462"/>
                  </a:cubicBezTo>
                  <a:lnTo>
                    <a:pt x="19956" y="35462"/>
                  </a:lnTo>
                  <a:cubicBezTo>
                    <a:pt x="19955" y="35466"/>
                    <a:pt x="19955" y="35469"/>
                    <a:pt x="19954" y="35473"/>
                  </a:cubicBezTo>
                  <a:lnTo>
                    <a:pt x="19954" y="35473"/>
                  </a:lnTo>
                  <a:cubicBezTo>
                    <a:pt x="19935" y="35548"/>
                    <a:pt x="19913" y="35631"/>
                    <a:pt x="19888" y="35724"/>
                  </a:cubicBezTo>
                  <a:cubicBezTo>
                    <a:pt x="19885" y="35759"/>
                    <a:pt x="19884" y="35774"/>
                    <a:pt x="19886" y="35774"/>
                  </a:cubicBezTo>
                  <a:cubicBezTo>
                    <a:pt x="19892" y="35774"/>
                    <a:pt x="19913" y="35681"/>
                    <a:pt x="19935" y="35574"/>
                  </a:cubicBezTo>
                  <a:lnTo>
                    <a:pt x="19935" y="35574"/>
                  </a:lnTo>
                  <a:cubicBezTo>
                    <a:pt x="19897" y="35799"/>
                    <a:pt x="19914" y="35871"/>
                    <a:pt x="19804" y="36232"/>
                  </a:cubicBezTo>
                  <a:cubicBezTo>
                    <a:pt x="19785" y="36298"/>
                    <a:pt x="19780" y="36330"/>
                    <a:pt x="19784" y="36330"/>
                  </a:cubicBezTo>
                  <a:cubicBezTo>
                    <a:pt x="19792" y="36330"/>
                    <a:pt x="19836" y="36212"/>
                    <a:pt x="19887" y="36006"/>
                  </a:cubicBezTo>
                  <a:lnTo>
                    <a:pt x="19887" y="36006"/>
                  </a:lnTo>
                  <a:cubicBezTo>
                    <a:pt x="19818" y="36299"/>
                    <a:pt x="19754" y="36582"/>
                    <a:pt x="19668" y="36908"/>
                  </a:cubicBezTo>
                  <a:lnTo>
                    <a:pt x="19787" y="36553"/>
                  </a:lnTo>
                  <a:lnTo>
                    <a:pt x="19694" y="36934"/>
                  </a:lnTo>
                  <a:lnTo>
                    <a:pt x="19787" y="36612"/>
                  </a:lnTo>
                  <a:lnTo>
                    <a:pt x="19787" y="36612"/>
                  </a:lnTo>
                  <a:cubicBezTo>
                    <a:pt x="19618" y="37331"/>
                    <a:pt x="19415" y="38152"/>
                    <a:pt x="19288" y="38524"/>
                  </a:cubicBezTo>
                  <a:cubicBezTo>
                    <a:pt x="19406" y="37898"/>
                    <a:pt x="19668" y="36866"/>
                    <a:pt x="19711" y="36494"/>
                  </a:cubicBezTo>
                  <a:lnTo>
                    <a:pt x="19711" y="36494"/>
                  </a:lnTo>
                  <a:cubicBezTo>
                    <a:pt x="19660" y="36629"/>
                    <a:pt x="19618" y="37002"/>
                    <a:pt x="19533" y="37171"/>
                  </a:cubicBezTo>
                  <a:lnTo>
                    <a:pt x="19516" y="37365"/>
                  </a:lnTo>
                  <a:cubicBezTo>
                    <a:pt x="19474" y="37585"/>
                    <a:pt x="19355" y="38093"/>
                    <a:pt x="19322" y="38135"/>
                  </a:cubicBezTo>
                  <a:cubicBezTo>
                    <a:pt x="19449" y="37526"/>
                    <a:pt x="19465" y="37365"/>
                    <a:pt x="19516" y="37061"/>
                  </a:cubicBezTo>
                  <a:cubicBezTo>
                    <a:pt x="19516" y="37010"/>
                    <a:pt x="19525" y="36959"/>
                    <a:pt x="19542" y="36917"/>
                  </a:cubicBezTo>
                  <a:lnTo>
                    <a:pt x="19542" y="36900"/>
                  </a:lnTo>
                  <a:cubicBezTo>
                    <a:pt x="19584" y="36731"/>
                    <a:pt x="19660" y="36435"/>
                    <a:pt x="19694" y="36266"/>
                  </a:cubicBezTo>
                  <a:cubicBezTo>
                    <a:pt x="19714" y="36184"/>
                    <a:pt x="19724" y="36159"/>
                    <a:pt x="19728" y="36159"/>
                  </a:cubicBezTo>
                  <a:cubicBezTo>
                    <a:pt x="19734" y="36159"/>
                    <a:pt x="19728" y="36216"/>
                    <a:pt x="19728" y="36232"/>
                  </a:cubicBezTo>
                  <a:cubicBezTo>
                    <a:pt x="19821" y="35910"/>
                    <a:pt x="19888" y="35580"/>
                    <a:pt x="19939" y="35250"/>
                  </a:cubicBezTo>
                  <a:cubicBezTo>
                    <a:pt x="19990" y="34937"/>
                    <a:pt x="20049" y="34616"/>
                    <a:pt x="20142" y="34235"/>
                  </a:cubicBezTo>
                  <a:cubicBezTo>
                    <a:pt x="20157" y="34235"/>
                    <a:pt x="20260" y="33793"/>
                    <a:pt x="20271" y="33793"/>
                  </a:cubicBezTo>
                  <a:lnTo>
                    <a:pt x="20271" y="33793"/>
                  </a:lnTo>
                  <a:cubicBezTo>
                    <a:pt x="20273" y="33793"/>
                    <a:pt x="20273" y="33804"/>
                    <a:pt x="20269" y="33829"/>
                  </a:cubicBezTo>
                  <a:cubicBezTo>
                    <a:pt x="20345" y="33499"/>
                    <a:pt x="20396" y="33169"/>
                    <a:pt x="20438" y="32831"/>
                  </a:cubicBezTo>
                  <a:cubicBezTo>
                    <a:pt x="20460" y="32781"/>
                    <a:pt x="20542" y="32324"/>
                    <a:pt x="20551" y="32324"/>
                  </a:cubicBezTo>
                  <a:lnTo>
                    <a:pt x="20551" y="32324"/>
                  </a:lnTo>
                  <a:cubicBezTo>
                    <a:pt x="20553" y="32324"/>
                    <a:pt x="20552" y="32339"/>
                    <a:pt x="20548" y="32374"/>
                  </a:cubicBezTo>
                  <a:lnTo>
                    <a:pt x="20599" y="31960"/>
                  </a:lnTo>
                  <a:cubicBezTo>
                    <a:pt x="20658" y="31681"/>
                    <a:pt x="20760" y="31088"/>
                    <a:pt x="20802" y="30995"/>
                  </a:cubicBezTo>
                  <a:cubicBezTo>
                    <a:pt x="20853" y="30682"/>
                    <a:pt x="20777" y="30894"/>
                    <a:pt x="20870" y="30471"/>
                  </a:cubicBezTo>
                  <a:lnTo>
                    <a:pt x="20870" y="30471"/>
                  </a:lnTo>
                  <a:cubicBezTo>
                    <a:pt x="20870" y="30481"/>
                    <a:pt x="20876" y="30472"/>
                    <a:pt x="20875" y="30487"/>
                  </a:cubicBezTo>
                  <a:lnTo>
                    <a:pt x="20875" y="30487"/>
                  </a:lnTo>
                  <a:cubicBezTo>
                    <a:pt x="20935" y="30218"/>
                    <a:pt x="20974" y="29943"/>
                    <a:pt x="21005" y="29676"/>
                  </a:cubicBezTo>
                  <a:lnTo>
                    <a:pt x="21005" y="29676"/>
                  </a:lnTo>
                  <a:cubicBezTo>
                    <a:pt x="20946" y="29980"/>
                    <a:pt x="20988" y="29743"/>
                    <a:pt x="20920" y="30099"/>
                  </a:cubicBezTo>
                  <a:cubicBezTo>
                    <a:pt x="20920" y="30014"/>
                    <a:pt x="20929" y="29929"/>
                    <a:pt x="20946" y="29836"/>
                  </a:cubicBezTo>
                  <a:cubicBezTo>
                    <a:pt x="20971" y="29684"/>
                    <a:pt x="20997" y="29481"/>
                    <a:pt x="21039" y="29278"/>
                  </a:cubicBezTo>
                  <a:lnTo>
                    <a:pt x="21039" y="29278"/>
                  </a:lnTo>
                  <a:cubicBezTo>
                    <a:pt x="21027" y="29406"/>
                    <a:pt x="21027" y="29454"/>
                    <a:pt x="21032" y="29454"/>
                  </a:cubicBezTo>
                  <a:cubicBezTo>
                    <a:pt x="21048" y="29454"/>
                    <a:pt x="21117" y="29056"/>
                    <a:pt x="21125" y="29056"/>
                  </a:cubicBezTo>
                  <a:lnTo>
                    <a:pt x="21125" y="29056"/>
                  </a:lnTo>
                  <a:cubicBezTo>
                    <a:pt x="21127" y="29056"/>
                    <a:pt x="21127" y="29069"/>
                    <a:pt x="21124" y="29100"/>
                  </a:cubicBezTo>
                  <a:cubicBezTo>
                    <a:pt x="21276" y="28221"/>
                    <a:pt x="21318" y="27696"/>
                    <a:pt x="21377" y="26952"/>
                  </a:cubicBezTo>
                  <a:cubicBezTo>
                    <a:pt x="21437" y="26512"/>
                    <a:pt x="21504" y="26021"/>
                    <a:pt x="21572" y="25556"/>
                  </a:cubicBezTo>
                  <a:cubicBezTo>
                    <a:pt x="21597" y="25319"/>
                    <a:pt x="21631" y="25091"/>
                    <a:pt x="21656" y="24879"/>
                  </a:cubicBezTo>
                  <a:cubicBezTo>
                    <a:pt x="21673" y="24659"/>
                    <a:pt x="21690" y="24465"/>
                    <a:pt x="21699" y="24296"/>
                  </a:cubicBezTo>
                  <a:lnTo>
                    <a:pt x="21699" y="24296"/>
                  </a:lnTo>
                  <a:lnTo>
                    <a:pt x="21690" y="24380"/>
                  </a:lnTo>
                  <a:lnTo>
                    <a:pt x="21716" y="23966"/>
                  </a:lnTo>
                  <a:cubicBezTo>
                    <a:pt x="21741" y="23729"/>
                    <a:pt x="21750" y="23974"/>
                    <a:pt x="21783" y="23602"/>
                  </a:cubicBezTo>
                  <a:lnTo>
                    <a:pt x="21783" y="23602"/>
                  </a:lnTo>
                  <a:cubicBezTo>
                    <a:pt x="21809" y="23729"/>
                    <a:pt x="21716" y="24245"/>
                    <a:pt x="21699" y="24625"/>
                  </a:cubicBezTo>
                  <a:cubicBezTo>
                    <a:pt x="21721" y="24488"/>
                    <a:pt x="21731" y="24436"/>
                    <a:pt x="21736" y="24436"/>
                  </a:cubicBezTo>
                  <a:lnTo>
                    <a:pt x="21736" y="24436"/>
                  </a:lnTo>
                  <a:cubicBezTo>
                    <a:pt x="21749" y="24436"/>
                    <a:pt x="21705" y="24885"/>
                    <a:pt x="21719" y="24885"/>
                  </a:cubicBezTo>
                  <a:cubicBezTo>
                    <a:pt x="21723" y="24885"/>
                    <a:pt x="21729" y="24859"/>
                    <a:pt x="21741" y="24795"/>
                  </a:cubicBezTo>
                  <a:cubicBezTo>
                    <a:pt x="21699" y="24541"/>
                    <a:pt x="21876" y="23416"/>
                    <a:pt x="21902" y="22849"/>
                  </a:cubicBezTo>
                  <a:cubicBezTo>
                    <a:pt x="21920" y="22705"/>
                    <a:pt x="21928" y="22655"/>
                    <a:pt x="21932" y="22655"/>
                  </a:cubicBezTo>
                  <a:lnTo>
                    <a:pt x="21932" y="22655"/>
                  </a:lnTo>
                  <a:cubicBezTo>
                    <a:pt x="21939" y="22655"/>
                    <a:pt x="21922" y="22890"/>
                    <a:pt x="21926" y="22890"/>
                  </a:cubicBezTo>
                  <a:cubicBezTo>
                    <a:pt x="21928" y="22890"/>
                    <a:pt x="21930" y="22874"/>
                    <a:pt x="21936" y="22832"/>
                  </a:cubicBezTo>
                  <a:lnTo>
                    <a:pt x="21936" y="22654"/>
                  </a:lnTo>
                  <a:cubicBezTo>
                    <a:pt x="21968" y="22453"/>
                    <a:pt x="21977" y="22375"/>
                    <a:pt x="21992" y="22375"/>
                  </a:cubicBezTo>
                  <a:cubicBezTo>
                    <a:pt x="21993" y="22375"/>
                    <a:pt x="21994" y="22375"/>
                    <a:pt x="21995" y="22375"/>
                  </a:cubicBezTo>
                  <a:cubicBezTo>
                    <a:pt x="22062" y="21800"/>
                    <a:pt x="22096" y="21132"/>
                    <a:pt x="22113" y="20641"/>
                  </a:cubicBezTo>
                  <a:lnTo>
                    <a:pt x="22113" y="20641"/>
                  </a:lnTo>
                  <a:cubicBezTo>
                    <a:pt x="22103" y="20833"/>
                    <a:pt x="22097" y="20887"/>
                    <a:pt x="22093" y="20887"/>
                  </a:cubicBezTo>
                  <a:cubicBezTo>
                    <a:pt x="22088" y="20887"/>
                    <a:pt x="22084" y="20802"/>
                    <a:pt x="22077" y="20802"/>
                  </a:cubicBezTo>
                  <a:cubicBezTo>
                    <a:pt x="22070" y="20802"/>
                    <a:pt x="22061" y="20855"/>
                    <a:pt x="22046" y="21047"/>
                  </a:cubicBezTo>
                  <a:cubicBezTo>
                    <a:pt x="22054" y="20853"/>
                    <a:pt x="22079" y="20447"/>
                    <a:pt x="22113" y="20066"/>
                  </a:cubicBezTo>
                  <a:lnTo>
                    <a:pt x="22113" y="20066"/>
                  </a:lnTo>
                  <a:cubicBezTo>
                    <a:pt x="22108" y="20139"/>
                    <a:pt x="22109" y="20164"/>
                    <a:pt x="22112" y="20164"/>
                  </a:cubicBezTo>
                  <a:cubicBezTo>
                    <a:pt x="22118" y="20164"/>
                    <a:pt x="22140" y="20028"/>
                    <a:pt x="22147" y="20028"/>
                  </a:cubicBezTo>
                  <a:lnTo>
                    <a:pt x="22147" y="20028"/>
                  </a:lnTo>
                  <a:cubicBezTo>
                    <a:pt x="22152" y="20028"/>
                    <a:pt x="22148" y="20109"/>
                    <a:pt x="22122" y="20396"/>
                  </a:cubicBezTo>
                  <a:cubicBezTo>
                    <a:pt x="22164" y="20277"/>
                    <a:pt x="22147" y="19990"/>
                    <a:pt x="22181" y="19617"/>
                  </a:cubicBezTo>
                  <a:lnTo>
                    <a:pt x="22181" y="19617"/>
                  </a:lnTo>
                  <a:cubicBezTo>
                    <a:pt x="22173" y="19803"/>
                    <a:pt x="22165" y="20187"/>
                    <a:pt x="22171" y="20187"/>
                  </a:cubicBezTo>
                  <a:cubicBezTo>
                    <a:pt x="22172" y="20187"/>
                    <a:pt x="22172" y="20186"/>
                    <a:pt x="22172" y="20184"/>
                  </a:cubicBezTo>
                  <a:cubicBezTo>
                    <a:pt x="22172" y="20049"/>
                    <a:pt x="22181" y="19871"/>
                    <a:pt x="22198" y="19677"/>
                  </a:cubicBezTo>
                  <a:cubicBezTo>
                    <a:pt x="22206" y="19575"/>
                    <a:pt x="22215" y="19474"/>
                    <a:pt x="22223" y="19372"/>
                  </a:cubicBezTo>
                  <a:cubicBezTo>
                    <a:pt x="22232" y="19271"/>
                    <a:pt x="22232" y="19178"/>
                    <a:pt x="22240" y="19068"/>
                  </a:cubicBezTo>
                  <a:cubicBezTo>
                    <a:pt x="22274" y="18670"/>
                    <a:pt x="22299" y="18306"/>
                    <a:pt x="22291" y="18205"/>
                  </a:cubicBezTo>
                  <a:cubicBezTo>
                    <a:pt x="22282" y="17799"/>
                    <a:pt x="22291" y="17181"/>
                    <a:pt x="22291" y="16691"/>
                  </a:cubicBezTo>
                  <a:cubicBezTo>
                    <a:pt x="22325" y="16208"/>
                    <a:pt x="22325" y="15667"/>
                    <a:pt x="22342" y="15117"/>
                  </a:cubicBezTo>
                  <a:lnTo>
                    <a:pt x="22350" y="15210"/>
                  </a:lnTo>
                  <a:cubicBezTo>
                    <a:pt x="22367" y="14906"/>
                    <a:pt x="22367" y="14423"/>
                    <a:pt x="22375" y="13967"/>
                  </a:cubicBezTo>
                  <a:lnTo>
                    <a:pt x="22409" y="13857"/>
                  </a:lnTo>
                  <a:cubicBezTo>
                    <a:pt x="22401" y="13544"/>
                    <a:pt x="22384" y="12951"/>
                    <a:pt x="22384" y="12469"/>
                  </a:cubicBezTo>
                  <a:cubicBezTo>
                    <a:pt x="22377" y="12469"/>
                    <a:pt x="22376" y="12755"/>
                    <a:pt x="22367" y="12755"/>
                  </a:cubicBezTo>
                  <a:cubicBezTo>
                    <a:pt x="22364" y="12755"/>
                    <a:pt x="22362" y="12739"/>
                    <a:pt x="22359" y="12698"/>
                  </a:cubicBezTo>
                  <a:lnTo>
                    <a:pt x="22359" y="12698"/>
                  </a:lnTo>
                  <a:cubicBezTo>
                    <a:pt x="22359" y="12904"/>
                    <a:pt x="22365" y="13081"/>
                    <a:pt x="22377" y="13081"/>
                  </a:cubicBezTo>
                  <a:cubicBezTo>
                    <a:pt x="22379" y="13081"/>
                    <a:pt x="22381" y="13075"/>
                    <a:pt x="22384" y="13061"/>
                  </a:cubicBezTo>
                  <a:lnTo>
                    <a:pt x="22384" y="13061"/>
                  </a:lnTo>
                  <a:cubicBezTo>
                    <a:pt x="22384" y="13290"/>
                    <a:pt x="22359" y="13307"/>
                    <a:pt x="22350" y="13501"/>
                  </a:cubicBezTo>
                  <a:lnTo>
                    <a:pt x="22325" y="12579"/>
                  </a:lnTo>
                  <a:cubicBezTo>
                    <a:pt x="22325" y="12545"/>
                    <a:pt x="22325" y="12503"/>
                    <a:pt x="22325" y="12469"/>
                  </a:cubicBezTo>
                  <a:lnTo>
                    <a:pt x="22299" y="12402"/>
                  </a:lnTo>
                  <a:cubicBezTo>
                    <a:pt x="22299" y="12202"/>
                    <a:pt x="22305" y="12123"/>
                    <a:pt x="22312" y="12123"/>
                  </a:cubicBezTo>
                  <a:cubicBezTo>
                    <a:pt x="22314" y="12123"/>
                    <a:pt x="22315" y="12126"/>
                    <a:pt x="22316" y="12131"/>
                  </a:cubicBezTo>
                  <a:cubicBezTo>
                    <a:pt x="22299" y="11615"/>
                    <a:pt x="22274" y="11429"/>
                    <a:pt x="22266" y="10887"/>
                  </a:cubicBezTo>
                  <a:lnTo>
                    <a:pt x="22266" y="10887"/>
                  </a:lnTo>
                  <a:cubicBezTo>
                    <a:pt x="22292" y="11088"/>
                    <a:pt x="22309" y="11289"/>
                    <a:pt x="22314" y="11494"/>
                  </a:cubicBezTo>
                  <a:lnTo>
                    <a:pt x="22314" y="11494"/>
                  </a:lnTo>
                  <a:lnTo>
                    <a:pt x="22308" y="11031"/>
                  </a:lnTo>
                  <a:lnTo>
                    <a:pt x="22308" y="11031"/>
                  </a:lnTo>
                  <a:cubicBezTo>
                    <a:pt x="22331" y="11289"/>
                    <a:pt x="22333" y="12237"/>
                    <a:pt x="22366" y="12237"/>
                  </a:cubicBezTo>
                  <a:cubicBezTo>
                    <a:pt x="22369" y="12237"/>
                    <a:pt x="22372" y="12230"/>
                    <a:pt x="22375" y="12216"/>
                  </a:cubicBezTo>
                  <a:cubicBezTo>
                    <a:pt x="22359" y="11869"/>
                    <a:pt x="22359" y="11446"/>
                    <a:pt x="22333" y="11031"/>
                  </a:cubicBezTo>
                  <a:cubicBezTo>
                    <a:pt x="22308" y="10625"/>
                    <a:pt x="22274" y="10219"/>
                    <a:pt x="22249" y="9923"/>
                  </a:cubicBezTo>
                  <a:cubicBezTo>
                    <a:pt x="22266" y="9602"/>
                    <a:pt x="22215" y="9128"/>
                    <a:pt x="22206" y="8595"/>
                  </a:cubicBezTo>
                  <a:cubicBezTo>
                    <a:pt x="22213" y="8542"/>
                    <a:pt x="22214" y="8431"/>
                    <a:pt x="22223" y="8431"/>
                  </a:cubicBezTo>
                  <a:cubicBezTo>
                    <a:pt x="22225" y="8431"/>
                    <a:pt x="22227" y="8436"/>
                    <a:pt x="22229" y="8448"/>
                  </a:cubicBezTo>
                  <a:lnTo>
                    <a:pt x="22229" y="8448"/>
                  </a:lnTo>
                  <a:cubicBezTo>
                    <a:pt x="22221" y="8147"/>
                    <a:pt x="22193" y="7828"/>
                    <a:pt x="22164" y="7521"/>
                  </a:cubicBezTo>
                  <a:cubicBezTo>
                    <a:pt x="22130" y="7157"/>
                    <a:pt x="22096" y="6810"/>
                    <a:pt x="22062" y="6497"/>
                  </a:cubicBezTo>
                  <a:lnTo>
                    <a:pt x="22071" y="6184"/>
                  </a:lnTo>
                  <a:cubicBezTo>
                    <a:pt x="22047" y="5808"/>
                    <a:pt x="22036" y="5723"/>
                    <a:pt x="22028" y="5723"/>
                  </a:cubicBezTo>
                  <a:cubicBezTo>
                    <a:pt x="22025" y="5723"/>
                    <a:pt x="22023" y="5738"/>
                    <a:pt x="22020" y="5753"/>
                  </a:cubicBezTo>
                  <a:cubicBezTo>
                    <a:pt x="22015" y="5767"/>
                    <a:pt x="22013" y="5782"/>
                    <a:pt x="22009" y="5782"/>
                  </a:cubicBezTo>
                  <a:cubicBezTo>
                    <a:pt x="22006" y="5782"/>
                    <a:pt x="22002" y="5774"/>
                    <a:pt x="21995" y="5753"/>
                  </a:cubicBezTo>
                  <a:cubicBezTo>
                    <a:pt x="21986" y="5702"/>
                    <a:pt x="21978" y="5575"/>
                    <a:pt x="21944" y="5304"/>
                  </a:cubicBezTo>
                  <a:cubicBezTo>
                    <a:pt x="21953" y="5042"/>
                    <a:pt x="21826" y="3976"/>
                    <a:pt x="21851" y="3934"/>
                  </a:cubicBezTo>
                  <a:cubicBezTo>
                    <a:pt x="21826" y="3731"/>
                    <a:pt x="21817" y="3638"/>
                    <a:pt x="21800" y="3612"/>
                  </a:cubicBezTo>
                  <a:lnTo>
                    <a:pt x="21800" y="3612"/>
                  </a:lnTo>
                  <a:cubicBezTo>
                    <a:pt x="21814" y="3760"/>
                    <a:pt x="21843" y="4041"/>
                    <a:pt x="21834" y="4041"/>
                  </a:cubicBezTo>
                  <a:cubicBezTo>
                    <a:pt x="21831" y="4041"/>
                    <a:pt x="21826" y="4022"/>
                    <a:pt x="21817" y="3976"/>
                  </a:cubicBezTo>
                  <a:cubicBezTo>
                    <a:pt x="21766" y="3604"/>
                    <a:pt x="21766" y="3426"/>
                    <a:pt x="21733" y="3130"/>
                  </a:cubicBezTo>
                  <a:lnTo>
                    <a:pt x="21733" y="3130"/>
                  </a:lnTo>
                  <a:cubicBezTo>
                    <a:pt x="21739" y="3150"/>
                    <a:pt x="21767" y="3281"/>
                    <a:pt x="21770" y="3281"/>
                  </a:cubicBezTo>
                  <a:cubicBezTo>
                    <a:pt x="21771" y="3281"/>
                    <a:pt x="21770" y="3272"/>
                    <a:pt x="21766" y="3249"/>
                  </a:cubicBezTo>
                  <a:cubicBezTo>
                    <a:pt x="21741" y="3071"/>
                    <a:pt x="21716" y="2843"/>
                    <a:pt x="21690" y="2614"/>
                  </a:cubicBezTo>
                  <a:cubicBezTo>
                    <a:pt x="21656" y="2377"/>
                    <a:pt x="21623" y="2123"/>
                    <a:pt x="21580" y="1870"/>
                  </a:cubicBezTo>
                  <a:cubicBezTo>
                    <a:pt x="21504" y="1371"/>
                    <a:pt x="21428" y="863"/>
                    <a:pt x="21352" y="533"/>
                  </a:cubicBezTo>
                  <a:lnTo>
                    <a:pt x="21352" y="533"/>
                  </a:lnTo>
                  <a:cubicBezTo>
                    <a:pt x="21394" y="787"/>
                    <a:pt x="21420" y="812"/>
                    <a:pt x="21453" y="1159"/>
                  </a:cubicBezTo>
                  <a:cubicBezTo>
                    <a:pt x="21428" y="1075"/>
                    <a:pt x="21411" y="981"/>
                    <a:pt x="21403" y="897"/>
                  </a:cubicBezTo>
                  <a:lnTo>
                    <a:pt x="21403" y="897"/>
                  </a:lnTo>
                  <a:cubicBezTo>
                    <a:pt x="21377" y="939"/>
                    <a:pt x="21462" y="1244"/>
                    <a:pt x="21496" y="1607"/>
                  </a:cubicBezTo>
                  <a:lnTo>
                    <a:pt x="21386" y="1015"/>
                  </a:lnTo>
                  <a:lnTo>
                    <a:pt x="21411" y="1354"/>
                  </a:lnTo>
                  <a:lnTo>
                    <a:pt x="2115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4"/>
            <p:cNvSpPr/>
            <p:nvPr/>
          </p:nvSpPr>
          <p:spPr>
            <a:xfrm>
              <a:off x="4671900" y="3968500"/>
              <a:ext cx="18000" cy="27525"/>
            </a:xfrm>
            <a:custGeom>
              <a:rect b="b" l="l" r="r" t="t"/>
              <a:pathLst>
                <a:path extrusionOk="0" h="1101" w="720">
                  <a:moveTo>
                    <a:pt x="669" y="1"/>
                  </a:moveTo>
                  <a:lnTo>
                    <a:pt x="669" y="1"/>
                  </a:lnTo>
                  <a:cubicBezTo>
                    <a:pt x="330" y="500"/>
                    <a:pt x="271" y="686"/>
                    <a:pt x="0" y="1101"/>
                  </a:cubicBezTo>
                  <a:cubicBezTo>
                    <a:pt x="161" y="906"/>
                    <a:pt x="719" y="77"/>
                    <a:pt x="694" y="35"/>
                  </a:cubicBezTo>
                  <a:lnTo>
                    <a:pt x="694" y="35"/>
                  </a:lnTo>
                  <a:cubicBezTo>
                    <a:pt x="592" y="229"/>
                    <a:pt x="474" y="424"/>
                    <a:pt x="347" y="610"/>
                  </a:cubicBezTo>
                  <a:cubicBezTo>
                    <a:pt x="340" y="615"/>
                    <a:pt x="335" y="617"/>
                    <a:pt x="332" y="617"/>
                  </a:cubicBezTo>
                  <a:cubicBezTo>
                    <a:pt x="288" y="617"/>
                    <a:pt x="637" y="143"/>
                    <a:pt x="66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4"/>
            <p:cNvSpPr/>
            <p:nvPr/>
          </p:nvSpPr>
          <p:spPr>
            <a:xfrm>
              <a:off x="4577150" y="4121000"/>
              <a:ext cx="2350" cy="9100"/>
            </a:xfrm>
            <a:custGeom>
              <a:rect b="b" l="l" r="r" t="t"/>
              <a:pathLst>
                <a:path extrusionOk="0" h="364" w="94">
                  <a:moveTo>
                    <a:pt x="91" y="172"/>
                  </a:moveTo>
                  <a:lnTo>
                    <a:pt x="94" y="178"/>
                  </a:lnTo>
                  <a:cubicBezTo>
                    <a:pt x="93" y="176"/>
                    <a:pt x="92" y="174"/>
                    <a:pt x="91" y="172"/>
                  </a:cubicBezTo>
                  <a:close/>
                  <a:moveTo>
                    <a:pt x="9" y="0"/>
                  </a:moveTo>
                  <a:cubicBezTo>
                    <a:pt x="0" y="59"/>
                    <a:pt x="34" y="42"/>
                    <a:pt x="34" y="118"/>
                  </a:cubicBezTo>
                  <a:cubicBezTo>
                    <a:pt x="34" y="102"/>
                    <a:pt x="26" y="93"/>
                    <a:pt x="17" y="85"/>
                  </a:cubicBezTo>
                  <a:lnTo>
                    <a:pt x="17" y="364"/>
                  </a:lnTo>
                  <a:cubicBezTo>
                    <a:pt x="30" y="358"/>
                    <a:pt x="38" y="309"/>
                    <a:pt x="45" y="309"/>
                  </a:cubicBezTo>
                  <a:cubicBezTo>
                    <a:pt x="47" y="309"/>
                    <a:pt x="49" y="315"/>
                    <a:pt x="51" y="330"/>
                  </a:cubicBezTo>
                  <a:cubicBezTo>
                    <a:pt x="60" y="288"/>
                    <a:pt x="60" y="254"/>
                    <a:pt x="34" y="220"/>
                  </a:cubicBezTo>
                  <a:lnTo>
                    <a:pt x="34" y="220"/>
                  </a:lnTo>
                  <a:lnTo>
                    <a:pt x="60" y="245"/>
                  </a:lnTo>
                  <a:cubicBezTo>
                    <a:pt x="41" y="196"/>
                    <a:pt x="58" y="161"/>
                    <a:pt x="76" y="161"/>
                  </a:cubicBezTo>
                  <a:cubicBezTo>
                    <a:pt x="81" y="161"/>
                    <a:pt x="86" y="164"/>
                    <a:pt x="91" y="172"/>
                  </a:cubicBezTo>
                  <a:lnTo>
                    <a:pt x="91" y="172"/>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4"/>
            <p:cNvSpPr/>
            <p:nvPr/>
          </p:nvSpPr>
          <p:spPr>
            <a:xfrm>
              <a:off x="4576100" y="4118250"/>
              <a:ext cx="650" cy="1500"/>
            </a:xfrm>
            <a:custGeom>
              <a:rect b="b" l="l" r="r" t="t"/>
              <a:pathLst>
                <a:path extrusionOk="0" h="60" w="26">
                  <a:moveTo>
                    <a:pt x="0" y="0"/>
                  </a:moveTo>
                  <a:cubicBezTo>
                    <a:pt x="0" y="17"/>
                    <a:pt x="17" y="42"/>
                    <a:pt x="26" y="59"/>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4"/>
            <p:cNvSpPr/>
            <p:nvPr/>
          </p:nvSpPr>
          <p:spPr>
            <a:xfrm>
              <a:off x="4586875" y="4128825"/>
              <a:ext cx="450" cy="650"/>
            </a:xfrm>
            <a:custGeom>
              <a:rect b="b" l="l" r="r" t="t"/>
              <a:pathLst>
                <a:path extrusionOk="0" h="26" w="18">
                  <a:moveTo>
                    <a:pt x="18" y="25"/>
                  </a:moveTo>
                  <a:lnTo>
                    <a:pt x="18" y="25"/>
                  </a:lnTo>
                  <a:lnTo>
                    <a:pt x="1"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4"/>
            <p:cNvSpPr/>
            <p:nvPr/>
          </p:nvSpPr>
          <p:spPr>
            <a:xfrm>
              <a:off x="4574200" y="4087375"/>
              <a:ext cx="25" cy="650"/>
            </a:xfrm>
            <a:custGeom>
              <a:rect b="b" l="l" r="r" t="t"/>
              <a:pathLst>
                <a:path extrusionOk="0" h="26" w="1">
                  <a:moveTo>
                    <a:pt x="0" y="25"/>
                  </a:moveTo>
                  <a:lnTo>
                    <a:pt x="0" y="0"/>
                  </a:lnTo>
                  <a:cubicBezTo>
                    <a:pt x="0" y="8"/>
                    <a:pt x="0" y="17"/>
                    <a:pt x="0" y="2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4"/>
            <p:cNvSpPr/>
            <p:nvPr/>
          </p:nvSpPr>
          <p:spPr>
            <a:xfrm>
              <a:off x="4588350" y="4141075"/>
              <a:ext cx="2775" cy="7225"/>
            </a:xfrm>
            <a:custGeom>
              <a:rect b="b" l="l" r="r" t="t"/>
              <a:pathLst>
                <a:path extrusionOk="0" h="289" w="111">
                  <a:moveTo>
                    <a:pt x="18" y="1"/>
                  </a:moveTo>
                  <a:lnTo>
                    <a:pt x="18" y="1"/>
                  </a:lnTo>
                  <a:cubicBezTo>
                    <a:pt x="1" y="43"/>
                    <a:pt x="9" y="94"/>
                    <a:pt x="35" y="128"/>
                  </a:cubicBezTo>
                  <a:lnTo>
                    <a:pt x="35" y="161"/>
                  </a:lnTo>
                  <a:lnTo>
                    <a:pt x="85" y="271"/>
                  </a:lnTo>
                  <a:lnTo>
                    <a:pt x="111" y="288"/>
                  </a:lnTo>
                  <a:lnTo>
                    <a:pt x="111" y="288"/>
                  </a:lnTo>
                  <a:lnTo>
                    <a:pt x="85" y="170"/>
                  </a:lnTo>
                  <a:lnTo>
                    <a:pt x="85" y="170"/>
                  </a:lnTo>
                  <a:cubicBezTo>
                    <a:pt x="88" y="172"/>
                    <a:pt x="89" y="173"/>
                    <a:pt x="91" y="173"/>
                  </a:cubicBezTo>
                  <a:cubicBezTo>
                    <a:pt x="99" y="173"/>
                    <a:pt x="97" y="147"/>
                    <a:pt x="104" y="147"/>
                  </a:cubicBezTo>
                  <a:cubicBezTo>
                    <a:pt x="105" y="147"/>
                    <a:pt x="108" y="148"/>
                    <a:pt x="111" y="153"/>
                  </a:cubicBezTo>
                  <a:cubicBezTo>
                    <a:pt x="111" y="146"/>
                    <a:pt x="105" y="107"/>
                    <a:pt x="103" y="107"/>
                  </a:cubicBezTo>
                  <a:cubicBezTo>
                    <a:pt x="103" y="107"/>
                    <a:pt x="102" y="108"/>
                    <a:pt x="102" y="111"/>
                  </a:cubicBezTo>
                  <a:lnTo>
                    <a:pt x="102" y="136"/>
                  </a:lnTo>
                  <a:cubicBezTo>
                    <a:pt x="60" y="68"/>
                    <a:pt x="52" y="11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4"/>
            <p:cNvSpPr/>
            <p:nvPr/>
          </p:nvSpPr>
          <p:spPr>
            <a:xfrm>
              <a:off x="4584975" y="402370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4"/>
            <p:cNvSpPr/>
            <p:nvPr/>
          </p:nvSpPr>
          <p:spPr>
            <a:xfrm>
              <a:off x="4584975" y="4023700"/>
              <a:ext cx="225" cy="525"/>
            </a:xfrm>
            <a:custGeom>
              <a:rect b="b" l="l" r="r" t="t"/>
              <a:pathLst>
                <a:path extrusionOk="0" h="21" w="9">
                  <a:moveTo>
                    <a:pt x="0" y="1"/>
                  </a:moveTo>
                  <a:lnTo>
                    <a:pt x="0" y="1"/>
                  </a:lnTo>
                  <a:cubicBezTo>
                    <a:pt x="6" y="7"/>
                    <a:pt x="8" y="20"/>
                    <a:pt x="9" y="20"/>
                  </a:cubicBezTo>
                  <a:cubicBezTo>
                    <a:pt x="9" y="20"/>
                    <a:pt x="9" y="17"/>
                    <a:pt x="9" y="9"/>
                  </a:cubicBez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4"/>
            <p:cNvSpPr/>
            <p:nvPr/>
          </p:nvSpPr>
          <p:spPr>
            <a:xfrm>
              <a:off x="4576725" y="4119725"/>
              <a:ext cx="650" cy="1075"/>
            </a:xfrm>
            <a:custGeom>
              <a:rect b="b" l="l" r="r" t="t"/>
              <a:pathLst>
                <a:path extrusionOk="0" h="43" w="26">
                  <a:moveTo>
                    <a:pt x="1" y="0"/>
                  </a:moveTo>
                  <a:lnTo>
                    <a:pt x="26" y="43"/>
                  </a:lnTo>
                  <a:lnTo>
                    <a:pt x="26" y="17"/>
                  </a:lnTo>
                  <a:cubicBezTo>
                    <a:pt x="17" y="17"/>
                    <a:pt x="9" y="9"/>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4"/>
            <p:cNvSpPr/>
            <p:nvPr/>
          </p:nvSpPr>
          <p:spPr>
            <a:xfrm>
              <a:off x="4579275" y="4122675"/>
              <a:ext cx="650" cy="3625"/>
            </a:xfrm>
            <a:custGeom>
              <a:rect b="b" l="l" r="r" t="t"/>
              <a:pathLst>
                <a:path extrusionOk="0" h="145" w="26">
                  <a:moveTo>
                    <a:pt x="0" y="1"/>
                  </a:moveTo>
                  <a:lnTo>
                    <a:pt x="0" y="111"/>
                  </a:lnTo>
                  <a:lnTo>
                    <a:pt x="25" y="145"/>
                  </a:lnTo>
                  <a:cubicBezTo>
                    <a:pt x="17" y="102"/>
                    <a:pt x="17" y="5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4"/>
            <p:cNvSpPr/>
            <p:nvPr/>
          </p:nvSpPr>
          <p:spPr>
            <a:xfrm>
              <a:off x="4570175" y="4076550"/>
              <a:ext cx="7425" cy="41725"/>
            </a:xfrm>
            <a:custGeom>
              <a:rect b="b" l="l" r="r" t="t"/>
              <a:pathLst>
                <a:path extrusionOk="0" h="1669" w="297">
                  <a:moveTo>
                    <a:pt x="27" y="130"/>
                  </a:moveTo>
                  <a:cubicBezTo>
                    <a:pt x="22" y="133"/>
                    <a:pt x="17" y="139"/>
                    <a:pt x="17" y="145"/>
                  </a:cubicBezTo>
                  <a:cubicBezTo>
                    <a:pt x="21" y="142"/>
                    <a:pt x="24" y="136"/>
                    <a:pt x="27" y="130"/>
                  </a:cubicBezTo>
                  <a:close/>
                  <a:moveTo>
                    <a:pt x="62" y="0"/>
                  </a:moveTo>
                  <a:cubicBezTo>
                    <a:pt x="39" y="0"/>
                    <a:pt x="46" y="87"/>
                    <a:pt x="27" y="130"/>
                  </a:cubicBezTo>
                  <a:lnTo>
                    <a:pt x="27" y="130"/>
                  </a:lnTo>
                  <a:cubicBezTo>
                    <a:pt x="29" y="129"/>
                    <a:pt x="32" y="128"/>
                    <a:pt x="34" y="128"/>
                  </a:cubicBezTo>
                  <a:lnTo>
                    <a:pt x="26" y="196"/>
                  </a:lnTo>
                  <a:cubicBezTo>
                    <a:pt x="31" y="179"/>
                    <a:pt x="35" y="173"/>
                    <a:pt x="40" y="173"/>
                  </a:cubicBezTo>
                  <a:cubicBezTo>
                    <a:pt x="52" y="173"/>
                    <a:pt x="62" y="214"/>
                    <a:pt x="68" y="238"/>
                  </a:cubicBezTo>
                  <a:cubicBezTo>
                    <a:pt x="68" y="281"/>
                    <a:pt x="68" y="315"/>
                    <a:pt x="60" y="315"/>
                  </a:cubicBezTo>
                  <a:lnTo>
                    <a:pt x="51" y="272"/>
                  </a:lnTo>
                  <a:lnTo>
                    <a:pt x="51" y="272"/>
                  </a:lnTo>
                  <a:cubicBezTo>
                    <a:pt x="34" y="323"/>
                    <a:pt x="76" y="382"/>
                    <a:pt x="60" y="433"/>
                  </a:cubicBezTo>
                  <a:cubicBezTo>
                    <a:pt x="51" y="433"/>
                    <a:pt x="43" y="416"/>
                    <a:pt x="34" y="416"/>
                  </a:cubicBezTo>
                  <a:cubicBezTo>
                    <a:pt x="60" y="475"/>
                    <a:pt x="76" y="543"/>
                    <a:pt x="76" y="611"/>
                  </a:cubicBezTo>
                  <a:lnTo>
                    <a:pt x="43" y="560"/>
                  </a:lnTo>
                  <a:lnTo>
                    <a:pt x="43" y="560"/>
                  </a:lnTo>
                  <a:cubicBezTo>
                    <a:pt x="76" y="670"/>
                    <a:pt x="76" y="788"/>
                    <a:pt x="51" y="898"/>
                  </a:cubicBezTo>
                  <a:cubicBezTo>
                    <a:pt x="58" y="884"/>
                    <a:pt x="59" y="871"/>
                    <a:pt x="64" y="871"/>
                  </a:cubicBezTo>
                  <a:cubicBezTo>
                    <a:pt x="65" y="871"/>
                    <a:pt x="66" y="871"/>
                    <a:pt x="68" y="873"/>
                  </a:cubicBezTo>
                  <a:cubicBezTo>
                    <a:pt x="75" y="926"/>
                    <a:pt x="61" y="968"/>
                    <a:pt x="42" y="968"/>
                  </a:cubicBezTo>
                  <a:cubicBezTo>
                    <a:pt x="37" y="968"/>
                    <a:pt x="31" y="965"/>
                    <a:pt x="26" y="957"/>
                  </a:cubicBezTo>
                  <a:lnTo>
                    <a:pt x="26" y="957"/>
                  </a:lnTo>
                  <a:cubicBezTo>
                    <a:pt x="60" y="1017"/>
                    <a:pt x="0" y="1194"/>
                    <a:pt x="43" y="1279"/>
                  </a:cubicBezTo>
                  <a:lnTo>
                    <a:pt x="237" y="1668"/>
                  </a:lnTo>
                  <a:cubicBezTo>
                    <a:pt x="229" y="1651"/>
                    <a:pt x="229" y="1634"/>
                    <a:pt x="229" y="1617"/>
                  </a:cubicBezTo>
                  <a:cubicBezTo>
                    <a:pt x="246" y="1600"/>
                    <a:pt x="253" y="1587"/>
                    <a:pt x="259" y="1587"/>
                  </a:cubicBezTo>
                  <a:cubicBezTo>
                    <a:pt x="265" y="1587"/>
                    <a:pt x="272" y="1598"/>
                    <a:pt x="288" y="1626"/>
                  </a:cubicBezTo>
                  <a:cubicBezTo>
                    <a:pt x="271" y="1567"/>
                    <a:pt x="246" y="1592"/>
                    <a:pt x="237" y="1499"/>
                  </a:cubicBezTo>
                  <a:lnTo>
                    <a:pt x="237" y="1499"/>
                  </a:lnTo>
                  <a:cubicBezTo>
                    <a:pt x="244" y="1513"/>
                    <a:pt x="256" y="1523"/>
                    <a:pt x="267" y="1523"/>
                  </a:cubicBezTo>
                  <a:cubicBezTo>
                    <a:pt x="282" y="1523"/>
                    <a:pt x="296" y="1505"/>
                    <a:pt x="296" y="1457"/>
                  </a:cubicBezTo>
                  <a:cubicBezTo>
                    <a:pt x="271" y="1237"/>
                    <a:pt x="170" y="1093"/>
                    <a:pt x="127" y="890"/>
                  </a:cubicBezTo>
                  <a:cubicBezTo>
                    <a:pt x="153" y="881"/>
                    <a:pt x="144" y="721"/>
                    <a:pt x="153" y="644"/>
                  </a:cubicBezTo>
                  <a:cubicBezTo>
                    <a:pt x="178" y="687"/>
                    <a:pt x="195" y="738"/>
                    <a:pt x="195" y="788"/>
                  </a:cubicBezTo>
                  <a:lnTo>
                    <a:pt x="195" y="636"/>
                  </a:lnTo>
                  <a:lnTo>
                    <a:pt x="144" y="619"/>
                  </a:lnTo>
                  <a:cubicBezTo>
                    <a:pt x="144" y="556"/>
                    <a:pt x="148" y="536"/>
                    <a:pt x="153" y="536"/>
                  </a:cubicBezTo>
                  <a:cubicBezTo>
                    <a:pt x="163" y="536"/>
                    <a:pt x="179" y="601"/>
                    <a:pt x="188" y="601"/>
                  </a:cubicBezTo>
                  <a:cubicBezTo>
                    <a:pt x="191" y="601"/>
                    <a:pt x="193" y="594"/>
                    <a:pt x="195" y="577"/>
                  </a:cubicBezTo>
                  <a:cubicBezTo>
                    <a:pt x="186" y="535"/>
                    <a:pt x="178" y="492"/>
                    <a:pt x="161" y="458"/>
                  </a:cubicBezTo>
                  <a:lnTo>
                    <a:pt x="161" y="458"/>
                  </a:lnTo>
                  <a:cubicBezTo>
                    <a:pt x="167" y="521"/>
                    <a:pt x="160" y="534"/>
                    <a:pt x="149" y="534"/>
                  </a:cubicBezTo>
                  <a:cubicBezTo>
                    <a:pt x="141" y="534"/>
                    <a:pt x="131" y="527"/>
                    <a:pt x="123" y="527"/>
                  </a:cubicBezTo>
                  <a:cubicBezTo>
                    <a:pt x="112" y="527"/>
                    <a:pt x="104" y="540"/>
                    <a:pt x="110" y="602"/>
                  </a:cubicBezTo>
                  <a:cubicBezTo>
                    <a:pt x="68" y="585"/>
                    <a:pt x="68" y="484"/>
                    <a:pt x="76" y="425"/>
                  </a:cubicBezTo>
                  <a:cubicBezTo>
                    <a:pt x="84" y="410"/>
                    <a:pt x="89" y="405"/>
                    <a:pt x="93" y="405"/>
                  </a:cubicBezTo>
                  <a:cubicBezTo>
                    <a:pt x="109" y="405"/>
                    <a:pt x="109" y="486"/>
                    <a:pt x="136" y="492"/>
                  </a:cubicBezTo>
                  <a:cubicBezTo>
                    <a:pt x="136" y="425"/>
                    <a:pt x="127" y="441"/>
                    <a:pt x="102" y="408"/>
                  </a:cubicBezTo>
                  <a:cubicBezTo>
                    <a:pt x="119" y="306"/>
                    <a:pt x="60" y="179"/>
                    <a:pt x="110" y="120"/>
                  </a:cubicBezTo>
                  <a:cubicBezTo>
                    <a:pt x="102" y="35"/>
                    <a:pt x="85" y="44"/>
                    <a:pt x="68" y="2"/>
                  </a:cubicBezTo>
                  <a:cubicBezTo>
                    <a:pt x="66" y="1"/>
                    <a:pt x="64" y="0"/>
                    <a:pt x="6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4"/>
            <p:cNvSpPr/>
            <p:nvPr/>
          </p:nvSpPr>
          <p:spPr>
            <a:xfrm>
              <a:off x="4575875" y="4104275"/>
              <a:ext cx="25" cy="450"/>
            </a:xfrm>
            <a:custGeom>
              <a:rect b="b" l="l" r="r" t="t"/>
              <a:pathLst>
                <a:path extrusionOk="0" h="18" w="1">
                  <a:moveTo>
                    <a:pt x="1" y="18"/>
                  </a:moveTo>
                  <a:cubicBezTo>
                    <a:pt x="1" y="18"/>
                    <a:pt x="1" y="9"/>
                    <a:pt x="1" y="1"/>
                  </a:cubicBezTo>
                  <a:cubicBezTo>
                    <a:pt x="1" y="9"/>
                    <a:pt x="1" y="18"/>
                    <a:pt x="1" y="1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4"/>
            <p:cNvSpPr/>
            <p:nvPr/>
          </p:nvSpPr>
          <p:spPr>
            <a:xfrm>
              <a:off x="4575025" y="4096250"/>
              <a:ext cx="25" cy="650"/>
            </a:xfrm>
            <a:custGeom>
              <a:rect b="b" l="l" r="r" t="t"/>
              <a:pathLst>
                <a:path extrusionOk="0" h="26" w="1">
                  <a:moveTo>
                    <a:pt x="1" y="26"/>
                  </a:moveTo>
                  <a:lnTo>
                    <a:pt x="1" y="26"/>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4"/>
            <p:cNvSpPr/>
            <p:nvPr/>
          </p:nvSpPr>
          <p:spPr>
            <a:xfrm>
              <a:off x="4578850" y="4118875"/>
              <a:ext cx="450" cy="875"/>
            </a:xfrm>
            <a:custGeom>
              <a:rect b="b" l="l" r="r" t="t"/>
              <a:pathLst>
                <a:path extrusionOk="0" h="35" w="18">
                  <a:moveTo>
                    <a:pt x="0" y="0"/>
                  </a:moveTo>
                  <a:cubicBezTo>
                    <a:pt x="9" y="17"/>
                    <a:pt x="9" y="26"/>
                    <a:pt x="17" y="34"/>
                  </a:cubicBezTo>
                  <a:cubicBezTo>
                    <a:pt x="17" y="26"/>
                    <a:pt x="9" y="17"/>
                    <a:pt x="9" y="9"/>
                  </a:cubicBezTo>
                  <a:cubicBezTo>
                    <a:pt x="0" y="1"/>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4"/>
            <p:cNvSpPr/>
            <p:nvPr/>
          </p:nvSpPr>
          <p:spPr>
            <a:xfrm>
              <a:off x="4577350" y="4119925"/>
              <a:ext cx="250" cy="450"/>
            </a:xfrm>
            <a:custGeom>
              <a:rect b="b" l="l" r="r" t="t"/>
              <a:pathLst>
                <a:path extrusionOk="0" h="18" w="10">
                  <a:moveTo>
                    <a:pt x="1" y="1"/>
                  </a:moveTo>
                  <a:lnTo>
                    <a:pt x="1" y="18"/>
                  </a:lnTo>
                  <a:cubicBezTo>
                    <a:pt x="9" y="18"/>
                    <a:pt x="9" y="9"/>
                    <a:pt x="9" y="9"/>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4"/>
            <p:cNvSpPr/>
            <p:nvPr/>
          </p:nvSpPr>
          <p:spPr>
            <a:xfrm>
              <a:off x="4579475" y="4070875"/>
              <a:ext cx="225" cy="450"/>
            </a:xfrm>
            <a:custGeom>
              <a:rect b="b" l="l" r="r" t="t"/>
              <a:pathLst>
                <a:path extrusionOk="0" h="18" w="9">
                  <a:moveTo>
                    <a:pt x="9" y="0"/>
                  </a:moveTo>
                  <a:cubicBezTo>
                    <a:pt x="1" y="9"/>
                    <a:pt x="1" y="17"/>
                    <a:pt x="9" y="17"/>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4"/>
            <p:cNvSpPr/>
            <p:nvPr/>
          </p:nvSpPr>
          <p:spPr>
            <a:xfrm>
              <a:off x="4574825" y="4082500"/>
              <a:ext cx="2725" cy="22275"/>
            </a:xfrm>
            <a:custGeom>
              <a:rect b="b" l="l" r="r" t="t"/>
              <a:pathLst>
                <a:path extrusionOk="0" h="891" w="109">
                  <a:moveTo>
                    <a:pt x="26" y="0"/>
                  </a:moveTo>
                  <a:cubicBezTo>
                    <a:pt x="26" y="51"/>
                    <a:pt x="34" y="94"/>
                    <a:pt x="43" y="144"/>
                  </a:cubicBezTo>
                  <a:lnTo>
                    <a:pt x="0" y="144"/>
                  </a:lnTo>
                  <a:cubicBezTo>
                    <a:pt x="0" y="220"/>
                    <a:pt x="43" y="153"/>
                    <a:pt x="43" y="254"/>
                  </a:cubicBezTo>
                  <a:lnTo>
                    <a:pt x="43" y="229"/>
                  </a:lnTo>
                  <a:cubicBezTo>
                    <a:pt x="51" y="330"/>
                    <a:pt x="51" y="423"/>
                    <a:pt x="51" y="525"/>
                  </a:cubicBezTo>
                  <a:cubicBezTo>
                    <a:pt x="50" y="524"/>
                    <a:pt x="49" y="524"/>
                    <a:pt x="48" y="524"/>
                  </a:cubicBezTo>
                  <a:cubicBezTo>
                    <a:pt x="34" y="524"/>
                    <a:pt x="25" y="576"/>
                    <a:pt x="5" y="576"/>
                  </a:cubicBezTo>
                  <a:cubicBezTo>
                    <a:pt x="3" y="576"/>
                    <a:pt x="2" y="576"/>
                    <a:pt x="0" y="576"/>
                  </a:cubicBezTo>
                  <a:lnTo>
                    <a:pt x="0" y="576"/>
                  </a:lnTo>
                  <a:cubicBezTo>
                    <a:pt x="0" y="626"/>
                    <a:pt x="17" y="677"/>
                    <a:pt x="43" y="728"/>
                  </a:cubicBezTo>
                  <a:cubicBezTo>
                    <a:pt x="34" y="770"/>
                    <a:pt x="51" y="829"/>
                    <a:pt x="43" y="872"/>
                  </a:cubicBezTo>
                  <a:cubicBezTo>
                    <a:pt x="43" y="870"/>
                    <a:pt x="44" y="870"/>
                    <a:pt x="46" y="870"/>
                  </a:cubicBezTo>
                  <a:cubicBezTo>
                    <a:pt x="52" y="870"/>
                    <a:pt x="63" y="891"/>
                    <a:pt x="69" y="891"/>
                  </a:cubicBezTo>
                  <a:cubicBezTo>
                    <a:pt x="73" y="891"/>
                    <a:pt x="75" y="878"/>
                    <a:pt x="69" y="834"/>
                  </a:cubicBezTo>
                  <a:lnTo>
                    <a:pt x="69" y="834"/>
                  </a:lnTo>
                  <a:cubicBezTo>
                    <a:pt x="69" y="834"/>
                    <a:pt x="69" y="834"/>
                    <a:pt x="69" y="834"/>
                  </a:cubicBezTo>
                  <a:cubicBezTo>
                    <a:pt x="70" y="834"/>
                    <a:pt x="72" y="834"/>
                    <a:pt x="77" y="838"/>
                  </a:cubicBezTo>
                  <a:cubicBezTo>
                    <a:pt x="102" y="762"/>
                    <a:pt x="68" y="736"/>
                    <a:pt x="60" y="669"/>
                  </a:cubicBezTo>
                  <a:cubicBezTo>
                    <a:pt x="63" y="661"/>
                    <a:pt x="65" y="658"/>
                    <a:pt x="68" y="658"/>
                  </a:cubicBezTo>
                  <a:cubicBezTo>
                    <a:pt x="77" y="658"/>
                    <a:pt x="84" y="701"/>
                    <a:pt x="90" y="701"/>
                  </a:cubicBezTo>
                  <a:cubicBezTo>
                    <a:pt x="91" y="701"/>
                    <a:pt x="92" y="699"/>
                    <a:pt x="93" y="694"/>
                  </a:cubicBezTo>
                  <a:cubicBezTo>
                    <a:pt x="77" y="611"/>
                    <a:pt x="109" y="440"/>
                    <a:pt x="63" y="440"/>
                  </a:cubicBezTo>
                  <a:cubicBezTo>
                    <a:pt x="62" y="440"/>
                    <a:pt x="61" y="440"/>
                    <a:pt x="60" y="440"/>
                  </a:cubicBezTo>
                  <a:cubicBezTo>
                    <a:pt x="51" y="406"/>
                    <a:pt x="60" y="381"/>
                    <a:pt x="77" y="356"/>
                  </a:cubicBezTo>
                  <a:cubicBezTo>
                    <a:pt x="17" y="254"/>
                    <a:pt x="102" y="0"/>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4"/>
            <p:cNvSpPr/>
            <p:nvPr/>
          </p:nvSpPr>
          <p:spPr>
            <a:xfrm>
              <a:off x="4578850" y="4115275"/>
              <a:ext cx="25" cy="450"/>
            </a:xfrm>
            <a:custGeom>
              <a:rect b="b" l="l" r="r" t="t"/>
              <a:pathLst>
                <a:path extrusionOk="0" h="18" w="1">
                  <a:moveTo>
                    <a:pt x="0" y="18"/>
                  </a:moveTo>
                  <a:cubicBezTo>
                    <a:pt x="0" y="18"/>
                    <a:pt x="0" y="9"/>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4"/>
            <p:cNvSpPr/>
            <p:nvPr/>
          </p:nvSpPr>
          <p:spPr>
            <a:xfrm>
              <a:off x="4571850" y="4116325"/>
              <a:ext cx="4475" cy="23300"/>
            </a:xfrm>
            <a:custGeom>
              <a:rect b="b" l="l" r="r" t="t"/>
              <a:pathLst>
                <a:path extrusionOk="0" h="932" w="179">
                  <a:moveTo>
                    <a:pt x="52" y="779"/>
                  </a:moveTo>
                  <a:lnTo>
                    <a:pt x="52" y="830"/>
                  </a:lnTo>
                  <a:cubicBezTo>
                    <a:pt x="43" y="813"/>
                    <a:pt x="43" y="796"/>
                    <a:pt x="52" y="779"/>
                  </a:cubicBezTo>
                  <a:close/>
                  <a:moveTo>
                    <a:pt x="35" y="9"/>
                  </a:moveTo>
                  <a:cubicBezTo>
                    <a:pt x="26" y="26"/>
                    <a:pt x="35" y="43"/>
                    <a:pt x="35" y="60"/>
                  </a:cubicBezTo>
                  <a:cubicBezTo>
                    <a:pt x="34" y="55"/>
                    <a:pt x="32" y="53"/>
                    <a:pt x="31" y="53"/>
                  </a:cubicBezTo>
                  <a:cubicBezTo>
                    <a:pt x="22" y="53"/>
                    <a:pt x="9" y="124"/>
                    <a:pt x="9" y="153"/>
                  </a:cubicBezTo>
                  <a:cubicBezTo>
                    <a:pt x="26" y="272"/>
                    <a:pt x="26" y="390"/>
                    <a:pt x="26" y="509"/>
                  </a:cubicBezTo>
                  <a:cubicBezTo>
                    <a:pt x="26" y="502"/>
                    <a:pt x="21" y="489"/>
                    <a:pt x="14" y="489"/>
                  </a:cubicBezTo>
                  <a:cubicBezTo>
                    <a:pt x="13" y="489"/>
                    <a:pt x="11" y="490"/>
                    <a:pt x="9" y="492"/>
                  </a:cubicBezTo>
                  <a:cubicBezTo>
                    <a:pt x="9" y="652"/>
                    <a:pt x="1" y="720"/>
                    <a:pt x="9" y="898"/>
                  </a:cubicBezTo>
                  <a:lnTo>
                    <a:pt x="60" y="931"/>
                  </a:lnTo>
                  <a:cubicBezTo>
                    <a:pt x="69" y="931"/>
                    <a:pt x="60" y="898"/>
                    <a:pt x="60" y="855"/>
                  </a:cubicBezTo>
                  <a:lnTo>
                    <a:pt x="60" y="855"/>
                  </a:lnTo>
                  <a:cubicBezTo>
                    <a:pt x="64" y="859"/>
                    <a:pt x="69" y="862"/>
                    <a:pt x="73" y="862"/>
                  </a:cubicBezTo>
                  <a:cubicBezTo>
                    <a:pt x="80" y="862"/>
                    <a:pt x="86" y="855"/>
                    <a:pt x="86" y="830"/>
                  </a:cubicBezTo>
                  <a:cubicBezTo>
                    <a:pt x="101" y="745"/>
                    <a:pt x="67" y="703"/>
                    <a:pt x="61" y="645"/>
                  </a:cubicBezTo>
                  <a:lnTo>
                    <a:pt x="61" y="645"/>
                  </a:lnTo>
                  <a:cubicBezTo>
                    <a:pt x="69" y="588"/>
                    <a:pt x="68" y="523"/>
                    <a:pt x="52" y="466"/>
                  </a:cubicBezTo>
                  <a:cubicBezTo>
                    <a:pt x="56" y="462"/>
                    <a:pt x="59" y="461"/>
                    <a:pt x="61" y="461"/>
                  </a:cubicBezTo>
                  <a:cubicBezTo>
                    <a:pt x="83" y="461"/>
                    <a:pt x="71" y="574"/>
                    <a:pt x="82" y="574"/>
                  </a:cubicBezTo>
                  <a:cubicBezTo>
                    <a:pt x="84" y="574"/>
                    <a:pt x="88" y="567"/>
                    <a:pt x="94" y="551"/>
                  </a:cubicBezTo>
                  <a:lnTo>
                    <a:pt x="94" y="551"/>
                  </a:lnTo>
                  <a:cubicBezTo>
                    <a:pt x="86" y="618"/>
                    <a:pt x="94" y="686"/>
                    <a:pt x="111" y="762"/>
                  </a:cubicBezTo>
                  <a:cubicBezTo>
                    <a:pt x="118" y="689"/>
                    <a:pt x="151" y="622"/>
                    <a:pt x="171" y="622"/>
                  </a:cubicBezTo>
                  <a:cubicBezTo>
                    <a:pt x="174" y="622"/>
                    <a:pt x="176" y="624"/>
                    <a:pt x="179" y="627"/>
                  </a:cubicBezTo>
                  <a:cubicBezTo>
                    <a:pt x="168" y="550"/>
                    <a:pt x="150" y="540"/>
                    <a:pt x="133" y="540"/>
                  </a:cubicBezTo>
                  <a:cubicBezTo>
                    <a:pt x="126" y="540"/>
                    <a:pt x="120" y="541"/>
                    <a:pt x="114" y="541"/>
                  </a:cubicBezTo>
                  <a:cubicBezTo>
                    <a:pt x="98" y="541"/>
                    <a:pt x="84" y="532"/>
                    <a:pt x="77" y="466"/>
                  </a:cubicBezTo>
                  <a:lnTo>
                    <a:pt x="86" y="365"/>
                  </a:lnTo>
                  <a:lnTo>
                    <a:pt x="43" y="322"/>
                  </a:lnTo>
                  <a:cubicBezTo>
                    <a:pt x="43" y="308"/>
                    <a:pt x="45" y="304"/>
                    <a:pt x="48" y="304"/>
                  </a:cubicBezTo>
                  <a:cubicBezTo>
                    <a:pt x="53" y="304"/>
                    <a:pt x="60" y="315"/>
                    <a:pt x="67" y="315"/>
                  </a:cubicBezTo>
                  <a:cubicBezTo>
                    <a:pt x="72" y="315"/>
                    <a:pt x="77" y="304"/>
                    <a:pt x="77" y="263"/>
                  </a:cubicBezTo>
                  <a:cubicBezTo>
                    <a:pt x="52" y="238"/>
                    <a:pt x="69" y="170"/>
                    <a:pt x="60" y="153"/>
                  </a:cubicBezTo>
                  <a:cubicBezTo>
                    <a:pt x="69" y="153"/>
                    <a:pt x="77" y="153"/>
                    <a:pt x="77" y="102"/>
                  </a:cubicBezTo>
                  <a:cubicBezTo>
                    <a:pt x="77" y="102"/>
                    <a:pt x="60" y="102"/>
                    <a:pt x="60" y="69"/>
                  </a:cubicBezTo>
                  <a:cubicBezTo>
                    <a:pt x="66" y="65"/>
                    <a:pt x="71" y="63"/>
                    <a:pt x="74" y="63"/>
                  </a:cubicBezTo>
                  <a:cubicBezTo>
                    <a:pt x="97" y="63"/>
                    <a:pt x="82" y="131"/>
                    <a:pt x="96" y="131"/>
                  </a:cubicBezTo>
                  <a:cubicBezTo>
                    <a:pt x="100" y="131"/>
                    <a:pt x="104" y="128"/>
                    <a:pt x="111" y="119"/>
                  </a:cubicBezTo>
                  <a:cubicBezTo>
                    <a:pt x="111" y="1"/>
                    <a:pt x="69" y="52"/>
                    <a:pt x="52" y="26"/>
                  </a:cubicBezTo>
                  <a:lnTo>
                    <a:pt x="52" y="26"/>
                  </a:lnTo>
                  <a:cubicBezTo>
                    <a:pt x="52" y="35"/>
                    <a:pt x="69" y="52"/>
                    <a:pt x="52" y="52"/>
                  </a:cubicBezTo>
                  <a:cubicBezTo>
                    <a:pt x="35" y="52"/>
                    <a:pt x="52" y="9"/>
                    <a:pt x="35"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4"/>
            <p:cNvSpPr/>
            <p:nvPr/>
          </p:nvSpPr>
          <p:spPr>
            <a:xfrm>
              <a:off x="4729850" y="4140025"/>
              <a:ext cx="450" cy="25"/>
            </a:xfrm>
            <a:custGeom>
              <a:rect b="b" l="l" r="r" t="t"/>
              <a:pathLst>
                <a:path extrusionOk="0" h="1" w="18">
                  <a:moveTo>
                    <a:pt x="0" y="0"/>
                  </a:move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4"/>
            <p:cNvSpPr/>
            <p:nvPr/>
          </p:nvSpPr>
          <p:spPr>
            <a:xfrm>
              <a:off x="4606325" y="4167100"/>
              <a:ext cx="875" cy="25"/>
            </a:xfrm>
            <a:custGeom>
              <a:rect b="b" l="l" r="r" t="t"/>
              <a:pathLst>
                <a:path extrusionOk="0" h="1" w="35">
                  <a:moveTo>
                    <a:pt x="1" y="0"/>
                  </a:moveTo>
                  <a:lnTo>
                    <a:pt x="35" y="0"/>
                  </a:lnTo>
                  <a:cubicBezTo>
                    <a:pt x="26" y="0"/>
                    <a:pt x="9"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4"/>
            <p:cNvSpPr/>
            <p:nvPr/>
          </p:nvSpPr>
          <p:spPr>
            <a:xfrm>
              <a:off x="4624100" y="4160125"/>
              <a:ext cx="1075" cy="650"/>
            </a:xfrm>
            <a:custGeom>
              <a:rect b="b" l="l" r="r" t="t"/>
              <a:pathLst>
                <a:path extrusionOk="0" h="26" w="43">
                  <a:moveTo>
                    <a:pt x="43" y="0"/>
                  </a:moveTo>
                  <a:lnTo>
                    <a:pt x="43" y="0"/>
                  </a:lnTo>
                  <a:cubicBezTo>
                    <a:pt x="26" y="8"/>
                    <a:pt x="9" y="8"/>
                    <a:pt x="0" y="25"/>
                  </a:cubicBez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4"/>
            <p:cNvSpPr/>
            <p:nvPr/>
          </p:nvSpPr>
          <p:spPr>
            <a:xfrm>
              <a:off x="4720125" y="4142775"/>
              <a:ext cx="225" cy="25"/>
            </a:xfrm>
            <a:custGeom>
              <a:rect b="b" l="l" r="r" t="t"/>
              <a:pathLst>
                <a:path extrusionOk="0" h="1" w="9">
                  <a:moveTo>
                    <a:pt x="8" y="0"/>
                  </a:moveTo>
                  <a:lnTo>
                    <a:pt x="8"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4"/>
            <p:cNvSpPr/>
            <p:nvPr/>
          </p:nvSpPr>
          <p:spPr>
            <a:xfrm>
              <a:off x="4660900" y="4156300"/>
              <a:ext cx="875" cy="25"/>
            </a:xfrm>
            <a:custGeom>
              <a:rect b="b" l="l" r="r" t="t"/>
              <a:pathLst>
                <a:path extrusionOk="0" h="1" w="35">
                  <a:moveTo>
                    <a:pt x="0" y="1"/>
                  </a:moveTo>
                  <a:cubicBezTo>
                    <a:pt x="9" y="1"/>
                    <a:pt x="26" y="1"/>
                    <a:pt x="34" y="1"/>
                  </a:cubicBezTo>
                  <a:cubicBezTo>
                    <a:pt x="34" y="1"/>
                    <a:pt x="17"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4"/>
            <p:cNvSpPr/>
            <p:nvPr/>
          </p:nvSpPr>
          <p:spPr>
            <a:xfrm>
              <a:off x="4623900" y="4160750"/>
              <a:ext cx="0" cy="25"/>
            </a:xfrm>
            <a:custGeom>
              <a:rect b="b" l="l" r="r" t="t"/>
              <a:pathLst>
                <a:path extrusionOk="0" h="1" w="0">
                  <a:moveTo>
                    <a:pt x="0" y="0"/>
                  </a:moveTo>
                  <a:lnTo>
                    <a:pt x="0"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4"/>
            <p:cNvSpPr/>
            <p:nvPr/>
          </p:nvSpPr>
          <p:spPr>
            <a:xfrm>
              <a:off x="4598500" y="4164550"/>
              <a:ext cx="450" cy="25"/>
            </a:xfrm>
            <a:custGeom>
              <a:rect b="b" l="l" r="r" t="t"/>
              <a:pathLst>
                <a:path extrusionOk="0" h="1" w="18">
                  <a:moveTo>
                    <a:pt x="18" y="1"/>
                  </a:moveTo>
                  <a:lnTo>
                    <a:pt x="1" y="1"/>
                  </a:lnTo>
                  <a:cubicBezTo>
                    <a:pt x="9" y="1"/>
                    <a:pt x="9" y="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4"/>
            <p:cNvSpPr/>
            <p:nvPr/>
          </p:nvSpPr>
          <p:spPr>
            <a:xfrm>
              <a:off x="4599575" y="4167725"/>
              <a:ext cx="450" cy="25"/>
            </a:xfrm>
            <a:custGeom>
              <a:rect b="b" l="l" r="r" t="t"/>
              <a:pathLst>
                <a:path extrusionOk="0" h="1" w="18">
                  <a:moveTo>
                    <a:pt x="17" y="1"/>
                  </a:move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4"/>
            <p:cNvSpPr/>
            <p:nvPr/>
          </p:nvSpPr>
          <p:spPr>
            <a:xfrm>
              <a:off x="4589000" y="4154400"/>
              <a:ext cx="225" cy="1075"/>
            </a:xfrm>
            <a:custGeom>
              <a:rect b="b" l="l" r="r" t="t"/>
              <a:pathLst>
                <a:path extrusionOk="0" h="43" w="9">
                  <a:moveTo>
                    <a:pt x="0" y="1"/>
                  </a:moveTo>
                  <a:cubicBezTo>
                    <a:pt x="0" y="18"/>
                    <a:pt x="0" y="26"/>
                    <a:pt x="9" y="43"/>
                  </a:cubicBez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4"/>
            <p:cNvSpPr/>
            <p:nvPr/>
          </p:nvSpPr>
          <p:spPr>
            <a:xfrm>
              <a:off x="4597450" y="4166875"/>
              <a:ext cx="250" cy="250"/>
            </a:xfrm>
            <a:custGeom>
              <a:rect b="b" l="l" r="r" t="t"/>
              <a:pathLst>
                <a:path extrusionOk="0" h="10" w="10">
                  <a:moveTo>
                    <a:pt x="1" y="1"/>
                  </a:moveTo>
                  <a:lnTo>
                    <a:pt x="1" y="1"/>
                  </a:lnTo>
                  <a:cubicBezTo>
                    <a:pt x="1" y="1"/>
                    <a:pt x="9" y="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4"/>
            <p:cNvSpPr/>
            <p:nvPr/>
          </p:nvSpPr>
          <p:spPr>
            <a:xfrm>
              <a:off x="4677175" y="4154350"/>
              <a:ext cx="1150" cy="500"/>
            </a:xfrm>
            <a:custGeom>
              <a:rect b="b" l="l" r="r" t="t"/>
              <a:pathLst>
                <a:path extrusionOk="0" h="20" w="46">
                  <a:moveTo>
                    <a:pt x="31" y="0"/>
                  </a:moveTo>
                  <a:cubicBezTo>
                    <a:pt x="24" y="0"/>
                    <a:pt x="14" y="3"/>
                    <a:pt x="1" y="11"/>
                  </a:cubicBezTo>
                  <a:cubicBezTo>
                    <a:pt x="9" y="11"/>
                    <a:pt x="43" y="11"/>
                    <a:pt x="26" y="20"/>
                  </a:cubicBezTo>
                  <a:cubicBezTo>
                    <a:pt x="43" y="14"/>
                    <a:pt x="45" y="0"/>
                    <a:pt x="3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4"/>
            <p:cNvSpPr/>
            <p:nvPr/>
          </p:nvSpPr>
          <p:spPr>
            <a:xfrm>
              <a:off x="4671475" y="4165200"/>
              <a:ext cx="450" cy="175"/>
            </a:xfrm>
            <a:custGeom>
              <a:rect b="b" l="l" r="r" t="t"/>
              <a:pathLst>
                <a:path extrusionOk="0" h="7" w="18">
                  <a:moveTo>
                    <a:pt x="0" y="0"/>
                  </a:moveTo>
                  <a:cubicBezTo>
                    <a:pt x="0" y="4"/>
                    <a:pt x="2" y="6"/>
                    <a:pt x="6" y="6"/>
                  </a:cubicBezTo>
                  <a:cubicBezTo>
                    <a:pt x="9" y="6"/>
                    <a:pt x="13" y="4"/>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4"/>
            <p:cNvSpPr/>
            <p:nvPr/>
          </p:nvSpPr>
          <p:spPr>
            <a:xfrm>
              <a:off x="4574400" y="4156725"/>
              <a:ext cx="450" cy="450"/>
            </a:xfrm>
            <a:custGeom>
              <a:rect b="b" l="l" r="r" t="t"/>
              <a:pathLst>
                <a:path extrusionOk="0" h="18" w="18">
                  <a:moveTo>
                    <a:pt x="1" y="1"/>
                  </a:moveTo>
                  <a:cubicBezTo>
                    <a:pt x="9" y="18"/>
                    <a:pt x="17" y="18"/>
                    <a:pt x="17" y="18"/>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4"/>
            <p:cNvSpPr/>
            <p:nvPr/>
          </p:nvSpPr>
          <p:spPr>
            <a:xfrm>
              <a:off x="4577575" y="416772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4"/>
            <p:cNvSpPr/>
            <p:nvPr/>
          </p:nvSpPr>
          <p:spPr>
            <a:xfrm>
              <a:off x="4592175" y="4162025"/>
              <a:ext cx="25" cy="25"/>
            </a:xfrm>
            <a:custGeom>
              <a:rect b="b" l="l" r="r" t="t"/>
              <a:pathLst>
                <a:path extrusionOk="0" h="1" w="1">
                  <a:moveTo>
                    <a:pt x="0" y="0"/>
                  </a:moveTo>
                  <a:lnTo>
                    <a:pt x="0" y="0"/>
                  </a:lnTo>
                  <a:cubicBezTo>
                    <a:pt x="0" y="0"/>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4"/>
            <p:cNvSpPr/>
            <p:nvPr/>
          </p:nvSpPr>
          <p:spPr>
            <a:xfrm>
              <a:off x="4577575" y="4167725"/>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4"/>
            <p:cNvSpPr/>
            <p:nvPr/>
          </p:nvSpPr>
          <p:spPr>
            <a:xfrm>
              <a:off x="4622400" y="4174075"/>
              <a:ext cx="450" cy="225"/>
            </a:xfrm>
            <a:custGeom>
              <a:rect b="b" l="l" r="r" t="t"/>
              <a:pathLst>
                <a:path extrusionOk="0" h="9" w="18">
                  <a:moveTo>
                    <a:pt x="1" y="0"/>
                  </a:moveTo>
                  <a:cubicBezTo>
                    <a:pt x="1" y="0"/>
                    <a:pt x="1" y="6"/>
                    <a:pt x="10" y="8"/>
                  </a:cubicBezTo>
                  <a:lnTo>
                    <a:pt x="10" y="8"/>
                  </a:lnTo>
                  <a:cubicBezTo>
                    <a:pt x="8" y="7"/>
                    <a:pt x="5" y="5"/>
                    <a:pt x="1" y="0"/>
                  </a:cubicBezTo>
                  <a:close/>
                  <a:moveTo>
                    <a:pt x="10" y="8"/>
                  </a:moveTo>
                  <a:cubicBezTo>
                    <a:pt x="12" y="9"/>
                    <a:pt x="14" y="9"/>
                    <a:pt x="18" y="9"/>
                  </a:cubicBezTo>
                  <a:cubicBezTo>
                    <a:pt x="15" y="9"/>
                    <a:pt x="12" y="9"/>
                    <a:pt x="10" y="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4"/>
            <p:cNvSpPr/>
            <p:nvPr/>
          </p:nvSpPr>
          <p:spPr>
            <a:xfrm>
              <a:off x="4614150" y="4174500"/>
              <a:ext cx="250" cy="25"/>
            </a:xfrm>
            <a:custGeom>
              <a:rect b="b" l="l" r="r" t="t"/>
              <a:pathLst>
                <a:path extrusionOk="0" h="1" w="10">
                  <a:moveTo>
                    <a:pt x="9" y="0"/>
                  </a:move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4"/>
            <p:cNvSpPr/>
            <p:nvPr/>
          </p:nvSpPr>
          <p:spPr>
            <a:xfrm>
              <a:off x="4673575" y="4151875"/>
              <a:ext cx="875" cy="225"/>
            </a:xfrm>
            <a:custGeom>
              <a:rect b="b" l="l" r="r" t="t"/>
              <a:pathLst>
                <a:path extrusionOk="0" h="9" w="35">
                  <a:moveTo>
                    <a:pt x="35" y="0"/>
                  </a:moveTo>
                  <a:cubicBezTo>
                    <a:pt x="31" y="0"/>
                    <a:pt x="24" y="2"/>
                    <a:pt x="18" y="4"/>
                  </a:cubicBezTo>
                  <a:lnTo>
                    <a:pt x="18" y="4"/>
                  </a:lnTo>
                  <a:lnTo>
                    <a:pt x="35" y="0"/>
                  </a:lnTo>
                  <a:close/>
                  <a:moveTo>
                    <a:pt x="18" y="4"/>
                  </a:moveTo>
                  <a:lnTo>
                    <a:pt x="1" y="9"/>
                  </a:lnTo>
                  <a:cubicBezTo>
                    <a:pt x="5" y="9"/>
                    <a:pt x="12" y="6"/>
                    <a:pt x="18"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4"/>
            <p:cNvSpPr/>
            <p:nvPr/>
          </p:nvSpPr>
          <p:spPr>
            <a:xfrm>
              <a:off x="4576950" y="4167300"/>
              <a:ext cx="425" cy="450"/>
            </a:xfrm>
            <a:custGeom>
              <a:rect b="b" l="l" r="r" t="t"/>
              <a:pathLst>
                <a:path extrusionOk="0" h="18" w="17">
                  <a:moveTo>
                    <a:pt x="17" y="18"/>
                  </a:moveTo>
                  <a:cubicBezTo>
                    <a:pt x="8" y="9"/>
                    <a:pt x="8" y="1"/>
                    <a:pt x="0" y="1"/>
                  </a:cubicBezTo>
                  <a:cubicBezTo>
                    <a:pt x="8" y="1"/>
                    <a:pt x="8" y="9"/>
                    <a:pt x="17" y="18"/>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4"/>
            <p:cNvSpPr/>
            <p:nvPr/>
          </p:nvSpPr>
          <p:spPr>
            <a:xfrm>
              <a:off x="4634450" y="4168575"/>
              <a:ext cx="250" cy="25"/>
            </a:xfrm>
            <a:custGeom>
              <a:rect b="b" l="l" r="r" t="t"/>
              <a:pathLst>
                <a:path extrusionOk="0" h="1" w="10">
                  <a:moveTo>
                    <a:pt x="9" y="0"/>
                  </a:moveTo>
                  <a:lnTo>
                    <a:pt x="1" y="0"/>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4"/>
            <p:cNvSpPr/>
            <p:nvPr/>
          </p:nvSpPr>
          <p:spPr>
            <a:xfrm>
              <a:off x="4633200" y="4166675"/>
              <a:ext cx="10175" cy="2150"/>
            </a:xfrm>
            <a:custGeom>
              <a:rect b="b" l="l" r="r" t="t"/>
              <a:pathLst>
                <a:path extrusionOk="0" h="86" w="407">
                  <a:moveTo>
                    <a:pt x="288" y="0"/>
                  </a:moveTo>
                  <a:cubicBezTo>
                    <a:pt x="254" y="17"/>
                    <a:pt x="186" y="9"/>
                    <a:pt x="161" y="17"/>
                  </a:cubicBezTo>
                  <a:cubicBezTo>
                    <a:pt x="237" y="17"/>
                    <a:pt x="178" y="43"/>
                    <a:pt x="127" y="59"/>
                  </a:cubicBezTo>
                  <a:cubicBezTo>
                    <a:pt x="85" y="59"/>
                    <a:pt x="127" y="34"/>
                    <a:pt x="93" y="34"/>
                  </a:cubicBezTo>
                  <a:lnTo>
                    <a:pt x="0" y="59"/>
                  </a:lnTo>
                  <a:lnTo>
                    <a:pt x="85" y="43"/>
                  </a:lnTo>
                  <a:lnTo>
                    <a:pt x="85" y="43"/>
                  </a:lnTo>
                  <a:lnTo>
                    <a:pt x="59" y="76"/>
                  </a:lnTo>
                  <a:lnTo>
                    <a:pt x="68" y="76"/>
                  </a:lnTo>
                  <a:cubicBezTo>
                    <a:pt x="96" y="70"/>
                    <a:pt x="114" y="67"/>
                    <a:pt x="126" y="67"/>
                  </a:cubicBezTo>
                  <a:cubicBezTo>
                    <a:pt x="159" y="67"/>
                    <a:pt x="146" y="86"/>
                    <a:pt x="168" y="86"/>
                  </a:cubicBezTo>
                  <a:cubicBezTo>
                    <a:pt x="179" y="86"/>
                    <a:pt x="199" y="81"/>
                    <a:pt x="237" y="68"/>
                  </a:cubicBezTo>
                  <a:lnTo>
                    <a:pt x="237" y="68"/>
                  </a:lnTo>
                  <a:cubicBezTo>
                    <a:pt x="237" y="76"/>
                    <a:pt x="229" y="76"/>
                    <a:pt x="229" y="85"/>
                  </a:cubicBezTo>
                  <a:cubicBezTo>
                    <a:pt x="288" y="59"/>
                    <a:pt x="398" y="51"/>
                    <a:pt x="406" y="17"/>
                  </a:cubicBezTo>
                  <a:cubicBezTo>
                    <a:pt x="399" y="17"/>
                    <a:pt x="378" y="19"/>
                    <a:pt x="355" y="19"/>
                  </a:cubicBezTo>
                  <a:cubicBezTo>
                    <a:pt x="320" y="19"/>
                    <a:pt x="283" y="16"/>
                    <a:pt x="28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4"/>
            <p:cNvSpPr/>
            <p:nvPr/>
          </p:nvSpPr>
          <p:spPr>
            <a:xfrm>
              <a:off x="4638275" y="4168775"/>
              <a:ext cx="650" cy="250"/>
            </a:xfrm>
            <a:custGeom>
              <a:rect b="b" l="l" r="r" t="t"/>
              <a:pathLst>
                <a:path extrusionOk="0" h="10" w="26">
                  <a:moveTo>
                    <a:pt x="26" y="1"/>
                  </a:moveTo>
                  <a:cubicBezTo>
                    <a:pt x="17" y="1"/>
                    <a:pt x="9" y="1"/>
                    <a:pt x="0" y="9"/>
                  </a:cubicBezTo>
                  <a:cubicBezTo>
                    <a:pt x="9" y="9"/>
                    <a:pt x="17"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4"/>
            <p:cNvSpPr/>
            <p:nvPr/>
          </p:nvSpPr>
          <p:spPr>
            <a:xfrm>
              <a:off x="4653925" y="4166675"/>
              <a:ext cx="650" cy="450"/>
            </a:xfrm>
            <a:custGeom>
              <a:rect b="b" l="l" r="r" t="t"/>
              <a:pathLst>
                <a:path extrusionOk="0" h="18" w="26">
                  <a:moveTo>
                    <a:pt x="0" y="17"/>
                  </a:move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4"/>
            <p:cNvSpPr/>
            <p:nvPr/>
          </p:nvSpPr>
          <p:spPr>
            <a:xfrm>
              <a:off x="4579100" y="4127975"/>
              <a:ext cx="825" cy="2150"/>
            </a:xfrm>
            <a:custGeom>
              <a:rect b="b" l="l" r="r" t="t"/>
              <a:pathLst>
                <a:path extrusionOk="0" h="86" w="33">
                  <a:moveTo>
                    <a:pt x="32" y="0"/>
                  </a:moveTo>
                  <a:cubicBezTo>
                    <a:pt x="24" y="0"/>
                    <a:pt x="1" y="85"/>
                    <a:pt x="28" y="85"/>
                  </a:cubicBezTo>
                  <a:cubicBezTo>
                    <a:pt x="30" y="85"/>
                    <a:pt x="31" y="85"/>
                    <a:pt x="32" y="85"/>
                  </a:cubicBezTo>
                  <a:lnTo>
                    <a:pt x="32" y="9"/>
                  </a:lnTo>
                  <a:lnTo>
                    <a:pt x="3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4"/>
            <p:cNvSpPr/>
            <p:nvPr/>
          </p:nvSpPr>
          <p:spPr>
            <a:xfrm>
              <a:off x="4692825" y="4154625"/>
              <a:ext cx="675" cy="225"/>
            </a:xfrm>
            <a:custGeom>
              <a:rect b="b" l="l" r="r" t="t"/>
              <a:pathLst>
                <a:path extrusionOk="0" h="9" w="27">
                  <a:moveTo>
                    <a:pt x="26" y="0"/>
                  </a:moveTo>
                  <a:cubicBezTo>
                    <a:pt x="18" y="0"/>
                    <a:pt x="9" y="0"/>
                    <a:pt x="1" y="9"/>
                  </a:cubicBezTo>
                  <a:cubicBezTo>
                    <a:pt x="9" y="9"/>
                    <a:pt x="18" y="0"/>
                    <a:pt x="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4"/>
            <p:cNvSpPr/>
            <p:nvPr/>
          </p:nvSpPr>
          <p:spPr>
            <a:xfrm>
              <a:off x="4640375" y="4166450"/>
              <a:ext cx="675" cy="250"/>
            </a:xfrm>
            <a:custGeom>
              <a:rect b="b" l="l" r="r" t="t"/>
              <a:pathLst>
                <a:path extrusionOk="0" h="10" w="27">
                  <a:moveTo>
                    <a:pt x="26" y="1"/>
                  </a:moveTo>
                  <a:cubicBezTo>
                    <a:pt x="18" y="1"/>
                    <a:pt x="9" y="1"/>
                    <a:pt x="1" y="9"/>
                  </a:cubicBezTo>
                  <a:cubicBezTo>
                    <a:pt x="9" y="9"/>
                    <a:pt x="18"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4"/>
            <p:cNvSpPr/>
            <p:nvPr/>
          </p:nvSpPr>
          <p:spPr>
            <a:xfrm>
              <a:off x="4694100" y="4155450"/>
              <a:ext cx="2350" cy="875"/>
            </a:xfrm>
            <a:custGeom>
              <a:rect b="b" l="l" r="r" t="t"/>
              <a:pathLst>
                <a:path extrusionOk="0" h="35" w="94">
                  <a:moveTo>
                    <a:pt x="94" y="1"/>
                  </a:moveTo>
                  <a:cubicBezTo>
                    <a:pt x="68" y="9"/>
                    <a:pt x="34" y="18"/>
                    <a:pt x="1" y="18"/>
                  </a:cubicBezTo>
                  <a:cubicBezTo>
                    <a:pt x="9" y="18"/>
                    <a:pt x="34" y="26"/>
                    <a:pt x="34" y="35"/>
                  </a:cubicBezTo>
                  <a:cubicBezTo>
                    <a:pt x="60" y="26"/>
                    <a:pt x="77" y="18"/>
                    <a:pt x="9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4"/>
            <p:cNvSpPr/>
            <p:nvPr/>
          </p:nvSpPr>
          <p:spPr>
            <a:xfrm>
              <a:off x="4696650" y="4155450"/>
              <a:ext cx="25" cy="25"/>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4"/>
            <p:cNvSpPr/>
            <p:nvPr/>
          </p:nvSpPr>
          <p:spPr>
            <a:xfrm>
              <a:off x="4572700" y="3970200"/>
              <a:ext cx="171550" cy="209325"/>
            </a:xfrm>
            <a:custGeom>
              <a:rect b="b" l="l" r="r" t="t"/>
              <a:pathLst>
                <a:path extrusionOk="0" h="8373" w="6862">
                  <a:moveTo>
                    <a:pt x="305" y="1388"/>
                  </a:moveTo>
                  <a:cubicBezTo>
                    <a:pt x="305" y="1392"/>
                    <a:pt x="306" y="1396"/>
                    <a:pt x="307" y="1400"/>
                  </a:cubicBezTo>
                  <a:lnTo>
                    <a:pt x="307" y="1400"/>
                  </a:lnTo>
                  <a:cubicBezTo>
                    <a:pt x="306" y="1396"/>
                    <a:pt x="306" y="1392"/>
                    <a:pt x="305" y="1388"/>
                  </a:cubicBezTo>
                  <a:close/>
                  <a:moveTo>
                    <a:pt x="288" y="3841"/>
                  </a:moveTo>
                  <a:cubicBezTo>
                    <a:pt x="288" y="3845"/>
                    <a:pt x="288" y="3845"/>
                    <a:pt x="289" y="3845"/>
                  </a:cubicBezTo>
                  <a:lnTo>
                    <a:pt x="289" y="3845"/>
                  </a:lnTo>
                  <a:cubicBezTo>
                    <a:pt x="289" y="3844"/>
                    <a:pt x="289" y="3843"/>
                    <a:pt x="288" y="3841"/>
                  </a:cubicBezTo>
                  <a:close/>
                  <a:moveTo>
                    <a:pt x="544" y="3877"/>
                  </a:moveTo>
                  <a:cubicBezTo>
                    <a:pt x="543" y="3879"/>
                    <a:pt x="543" y="3881"/>
                    <a:pt x="542" y="3883"/>
                  </a:cubicBezTo>
                  <a:lnTo>
                    <a:pt x="555" y="3896"/>
                  </a:lnTo>
                  <a:lnTo>
                    <a:pt x="555" y="3896"/>
                  </a:lnTo>
                  <a:cubicBezTo>
                    <a:pt x="552" y="3887"/>
                    <a:pt x="547" y="3878"/>
                    <a:pt x="544" y="3877"/>
                  </a:cubicBezTo>
                  <a:close/>
                  <a:moveTo>
                    <a:pt x="555" y="3896"/>
                  </a:moveTo>
                  <a:cubicBezTo>
                    <a:pt x="560" y="3908"/>
                    <a:pt x="564" y="3920"/>
                    <a:pt x="566" y="3920"/>
                  </a:cubicBezTo>
                  <a:cubicBezTo>
                    <a:pt x="567" y="3920"/>
                    <a:pt x="568" y="3917"/>
                    <a:pt x="568" y="3909"/>
                  </a:cubicBezTo>
                  <a:lnTo>
                    <a:pt x="555" y="3896"/>
                  </a:lnTo>
                  <a:close/>
                  <a:moveTo>
                    <a:pt x="280" y="5237"/>
                  </a:moveTo>
                  <a:lnTo>
                    <a:pt x="286" y="5242"/>
                  </a:lnTo>
                  <a:lnTo>
                    <a:pt x="286" y="5242"/>
                  </a:lnTo>
                  <a:cubicBezTo>
                    <a:pt x="285" y="5239"/>
                    <a:pt x="283" y="5237"/>
                    <a:pt x="280" y="5237"/>
                  </a:cubicBezTo>
                  <a:close/>
                  <a:moveTo>
                    <a:pt x="686" y="5694"/>
                  </a:moveTo>
                  <a:lnTo>
                    <a:pt x="686" y="5694"/>
                  </a:lnTo>
                  <a:cubicBezTo>
                    <a:pt x="686" y="5702"/>
                    <a:pt x="685" y="5710"/>
                    <a:pt x="685" y="5718"/>
                  </a:cubicBezTo>
                  <a:lnTo>
                    <a:pt x="685" y="5718"/>
                  </a:lnTo>
                  <a:cubicBezTo>
                    <a:pt x="686" y="5710"/>
                    <a:pt x="686" y="5702"/>
                    <a:pt x="686" y="5694"/>
                  </a:cubicBezTo>
                  <a:close/>
                  <a:moveTo>
                    <a:pt x="238" y="5821"/>
                  </a:moveTo>
                  <a:cubicBezTo>
                    <a:pt x="238" y="5840"/>
                    <a:pt x="238" y="5861"/>
                    <a:pt x="241" y="5874"/>
                  </a:cubicBezTo>
                  <a:lnTo>
                    <a:pt x="241" y="5874"/>
                  </a:lnTo>
                  <a:cubicBezTo>
                    <a:pt x="239" y="5857"/>
                    <a:pt x="238" y="5839"/>
                    <a:pt x="238" y="5821"/>
                  </a:cubicBezTo>
                  <a:close/>
                  <a:moveTo>
                    <a:pt x="6362" y="6793"/>
                  </a:moveTo>
                  <a:cubicBezTo>
                    <a:pt x="6358" y="6793"/>
                    <a:pt x="6355" y="6797"/>
                    <a:pt x="6353" y="6801"/>
                  </a:cubicBezTo>
                  <a:lnTo>
                    <a:pt x="6353" y="6801"/>
                  </a:lnTo>
                  <a:lnTo>
                    <a:pt x="6362" y="6793"/>
                  </a:lnTo>
                  <a:close/>
                  <a:moveTo>
                    <a:pt x="348" y="6785"/>
                  </a:moveTo>
                  <a:lnTo>
                    <a:pt x="348" y="6827"/>
                  </a:lnTo>
                  <a:cubicBezTo>
                    <a:pt x="339" y="6819"/>
                    <a:pt x="339" y="6802"/>
                    <a:pt x="348" y="6785"/>
                  </a:cubicBezTo>
                  <a:close/>
                  <a:moveTo>
                    <a:pt x="6625" y="6844"/>
                  </a:moveTo>
                  <a:lnTo>
                    <a:pt x="6625" y="6844"/>
                  </a:lnTo>
                  <a:cubicBezTo>
                    <a:pt x="6608" y="6854"/>
                    <a:pt x="6591" y="6863"/>
                    <a:pt x="6573" y="6871"/>
                  </a:cubicBezTo>
                  <a:lnTo>
                    <a:pt x="6573" y="6871"/>
                  </a:lnTo>
                  <a:cubicBezTo>
                    <a:pt x="6579" y="6870"/>
                    <a:pt x="6585" y="6870"/>
                    <a:pt x="6591" y="6870"/>
                  </a:cubicBezTo>
                  <a:lnTo>
                    <a:pt x="6591" y="6886"/>
                  </a:lnTo>
                  <a:cubicBezTo>
                    <a:pt x="6599" y="6886"/>
                    <a:pt x="6641" y="6861"/>
                    <a:pt x="6625" y="6844"/>
                  </a:cubicBezTo>
                  <a:close/>
                  <a:moveTo>
                    <a:pt x="6573" y="6871"/>
                  </a:moveTo>
                  <a:cubicBezTo>
                    <a:pt x="6554" y="6873"/>
                    <a:pt x="6538" y="6879"/>
                    <a:pt x="6523" y="6888"/>
                  </a:cubicBezTo>
                  <a:lnTo>
                    <a:pt x="6523" y="6888"/>
                  </a:lnTo>
                  <a:cubicBezTo>
                    <a:pt x="6541" y="6883"/>
                    <a:pt x="6557" y="6877"/>
                    <a:pt x="6573" y="6871"/>
                  </a:cubicBezTo>
                  <a:close/>
                  <a:moveTo>
                    <a:pt x="331" y="6937"/>
                  </a:moveTo>
                  <a:lnTo>
                    <a:pt x="331" y="6980"/>
                  </a:lnTo>
                  <a:lnTo>
                    <a:pt x="314" y="6963"/>
                  </a:lnTo>
                  <a:cubicBezTo>
                    <a:pt x="314" y="6954"/>
                    <a:pt x="322" y="6937"/>
                    <a:pt x="331" y="6937"/>
                  </a:cubicBezTo>
                  <a:close/>
                  <a:moveTo>
                    <a:pt x="6168" y="7114"/>
                  </a:moveTo>
                  <a:lnTo>
                    <a:pt x="6168" y="7114"/>
                  </a:lnTo>
                  <a:cubicBezTo>
                    <a:pt x="6168" y="7114"/>
                    <a:pt x="6168" y="7114"/>
                    <a:pt x="6168" y="7115"/>
                  </a:cubicBezTo>
                  <a:cubicBezTo>
                    <a:pt x="6173" y="7115"/>
                    <a:pt x="6172" y="7114"/>
                    <a:pt x="6168" y="7114"/>
                  </a:cubicBezTo>
                  <a:close/>
                  <a:moveTo>
                    <a:pt x="610" y="7244"/>
                  </a:moveTo>
                  <a:cubicBezTo>
                    <a:pt x="612" y="7250"/>
                    <a:pt x="618" y="7250"/>
                    <a:pt x="618" y="7250"/>
                  </a:cubicBezTo>
                  <a:cubicBezTo>
                    <a:pt x="618" y="7264"/>
                    <a:pt x="618" y="7272"/>
                    <a:pt x="614" y="7275"/>
                  </a:cubicBezTo>
                  <a:lnTo>
                    <a:pt x="614" y="7275"/>
                  </a:lnTo>
                  <a:cubicBezTo>
                    <a:pt x="613" y="7265"/>
                    <a:pt x="611" y="7255"/>
                    <a:pt x="610" y="7244"/>
                  </a:cubicBezTo>
                  <a:close/>
                  <a:moveTo>
                    <a:pt x="626" y="7340"/>
                  </a:moveTo>
                  <a:cubicBezTo>
                    <a:pt x="629" y="7351"/>
                    <a:pt x="632" y="7357"/>
                    <a:pt x="635" y="7360"/>
                  </a:cubicBezTo>
                  <a:cubicBezTo>
                    <a:pt x="632" y="7353"/>
                    <a:pt x="629" y="7346"/>
                    <a:pt x="626" y="7340"/>
                  </a:cubicBezTo>
                  <a:close/>
                  <a:moveTo>
                    <a:pt x="4965" y="7396"/>
                  </a:moveTo>
                  <a:cubicBezTo>
                    <a:pt x="4960" y="7398"/>
                    <a:pt x="4954" y="7400"/>
                    <a:pt x="4950" y="7402"/>
                  </a:cubicBezTo>
                  <a:cubicBezTo>
                    <a:pt x="4955" y="7401"/>
                    <a:pt x="4960" y="7398"/>
                    <a:pt x="4965" y="7396"/>
                  </a:cubicBezTo>
                  <a:close/>
                  <a:moveTo>
                    <a:pt x="4036" y="7419"/>
                  </a:moveTo>
                  <a:cubicBezTo>
                    <a:pt x="4037" y="7420"/>
                    <a:pt x="4038" y="7420"/>
                    <a:pt x="4039" y="7420"/>
                  </a:cubicBezTo>
                  <a:lnTo>
                    <a:pt x="4039" y="7420"/>
                  </a:lnTo>
                  <a:lnTo>
                    <a:pt x="4044" y="7419"/>
                  </a:lnTo>
                  <a:close/>
                  <a:moveTo>
                    <a:pt x="4492" y="7450"/>
                  </a:moveTo>
                  <a:cubicBezTo>
                    <a:pt x="4490" y="7451"/>
                    <a:pt x="4489" y="7453"/>
                    <a:pt x="4486" y="7453"/>
                  </a:cubicBezTo>
                  <a:lnTo>
                    <a:pt x="4486" y="7453"/>
                  </a:lnTo>
                  <a:cubicBezTo>
                    <a:pt x="4488" y="7452"/>
                    <a:pt x="4490" y="7451"/>
                    <a:pt x="4492" y="7450"/>
                  </a:cubicBezTo>
                  <a:close/>
                  <a:moveTo>
                    <a:pt x="3275" y="7512"/>
                  </a:moveTo>
                  <a:cubicBezTo>
                    <a:pt x="3274" y="7512"/>
                    <a:pt x="3274" y="7512"/>
                    <a:pt x="3273" y="7513"/>
                  </a:cubicBezTo>
                  <a:lnTo>
                    <a:pt x="3273" y="7513"/>
                  </a:lnTo>
                  <a:cubicBezTo>
                    <a:pt x="3274" y="7513"/>
                    <a:pt x="3274" y="7512"/>
                    <a:pt x="3275" y="7512"/>
                  </a:cubicBezTo>
                  <a:close/>
                  <a:moveTo>
                    <a:pt x="239" y="7289"/>
                  </a:moveTo>
                  <a:cubicBezTo>
                    <a:pt x="241" y="7289"/>
                    <a:pt x="244" y="7290"/>
                    <a:pt x="246" y="7293"/>
                  </a:cubicBezTo>
                  <a:cubicBezTo>
                    <a:pt x="238" y="7369"/>
                    <a:pt x="314" y="7360"/>
                    <a:pt x="280" y="7436"/>
                  </a:cubicBezTo>
                  <a:cubicBezTo>
                    <a:pt x="282" y="7437"/>
                    <a:pt x="284" y="7438"/>
                    <a:pt x="286" y="7438"/>
                  </a:cubicBezTo>
                  <a:cubicBezTo>
                    <a:pt x="299" y="7438"/>
                    <a:pt x="305" y="7416"/>
                    <a:pt x="305" y="7394"/>
                  </a:cubicBezTo>
                  <a:cubicBezTo>
                    <a:pt x="314" y="7402"/>
                    <a:pt x="322" y="7411"/>
                    <a:pt x="322" y="7411"/>
                  </a:cubicBezTo>
                  <a:cubicBezTo>
                    <a:pt x="331" y="7436"/>
                    <a:pt x="331" y="7462"/>
                    <a:pt x="331" y="7487"/>
                  </a:cubicBezTo>
                  <a:cubicBezTo>
                    <a:pt x="331" y="7512"/>
                    <a:pt x="331" y="7521"/>
                    <a:pt x="322" y="7521"/>
                  </a:cubicBezTo>
                  <a:cubicBezTo>
                    <a:pt x="280" y="7521"/>
                    <a:pt x="272" y="7428"/>
                    <a:pt x="238" y="7402"/>
                  </a:cubicBezTo>
                  <a:cubicBezTo>
                    <a:pt x="230" y="7380"/>
                    <a:pt x="223" y="7289"/>
                    <a:pt x="239" y="7289"/>
                  </a:cubicBezTo>
                  <a:close/>
                  <a:moveTo>
                    <a:pt x="3511" y="7377"/>
                  </a:moveTo>
                  <a:lnTo>
                    <a:pt x="3511" y="7377"/>
                  </a:lnTo>
                  <a:cubicBezTo>
                    <a:pt x="3376" y="7402"/>
                    <a:pt x="3232" y="7419"/>
                    <a:pt x="3089" y="7428"/>
                  </a:cubicBezTo>
                  <a:lnTo>
                    <a:pt x="3114" y="7462"/>
                  </a:lnTo>
                  <a:cubicBezTo>
                    <a:pt x="3086" y="7474"/>
                    <a:pt x="3072" y="7478"/>
                    <a:pt x="3065" y="7478"/>
                  </a:cubicBezTo>
                  <a:cubicBezTo>
                    <a:pt x="3046" y="7478"/>
                    <a:pt x="3088" y="7442"/>
                    <a:pt x="3050" y="7442"/>
                  </a:cubicBezTo>
                  <a:cubicBezTo>
                    <a:pt x="3045" y="7442"/>
                    <a:pt x="3038" y="7443"/>
                    <a:pt x="3029" y="7445"/>
                  </a:cubicBezTo>
                  <a:lnTo>
                    <a:pt x="2987" y="7479"/>
                  </a:lnTo>
                  <a:lnTo>
                    <a:pt x="2919" y="7521"/>
                  </a:lnTo>
                  <a:cubicBezTo>
                    <a:pt x="2970" y="7512"/>
                    <a:pt x="2945" y="7496"/>
                    <a:pt x="2995" y="7496"/>
                  </a:cubicBezTo>
                  <a:cubicBezTo>
                    <a:pt x="3047" y="7496"/>
                    <a:pt x="3015" y="7515"/>
                    <a:pt x="3000" y="7537"/>
                  </a:cubicBezTo>
                  <a:lnTo>
                    <a:pt x="3000" y="7537"/>
                  </a:lnTo>
                  <a:cubicBezTo>
                    <a:pt x="3013" y="7531"/>
                    <a:pt x="3029" y="7528"/>
                    <a:pt x="3029" y="7512"/>
                  </a:cubicBezTo>
                  <a:cubicBezTo>
                    <a:pt x="3037" y="7513"/>
                    <a:pt x="3045" y="7513"/>
                    <a:pt x="3052" y="7513"/>
                  </a:cubicBezTo>
                  <a:cubicBezTo>
                    <a:pt x="3176" y="7513"/>
                    <a:pt x="3131" y="7444"/>
                    <a:pt x="3292" y="7436"/>
                  </a:cubicBezTo>
                  <a:cubicBezTo>
                    <a:pt x="3297" y="7448"/>
                    <a:pt x="3305" y="7452"/>
                    <a:pt x="3315" y="7452"/>
                  </a:cubicBezTo>
                  <a:cubicBezTo>
                    <a:pt x="3348" y="7452"/>
                    <a:pt x="3403" y="7407"/>
                    <a:pt x="3442" y="7407"/>
                  </a:cubicBezTo>
                  <a:cubicBezTo>
                    <a:pt x="3452" y="7407"/>
                    <a:pt x="3462" y="7411"/>
                    <a:pt x="3469" y="7419"/>
                  </a:cubicBezTo>
                  <a:cubicBezTo>
                    <a:pt x="3402" y="7428"/>
                    <a:pt x="3325" y="7487"/>
                    <a:pt x="3334" y="7487"/>
                  </a:cubicBezTo>
                  <a:cubicBezTo>
                    <a:pt x="3402" y="7470"/>
                    <a:pt x="3461" y="7453"/>
                    <a:pt x="3528" y="7445"/>
                  </a:cubicBezTo>
                  <a:cubicBezTo>
                    <a:pt x="3486" y="7436"/>
                    <a:pt x="3486" y="7402"/>
                    <a:pt x="3511" y="7377"/>
                  </a:cubicBezTo>
                  <a:close/>
                  <a:moveTo>
                    <a:pt x="2732" y="7545"/>
                  </a:moveTo>
                  <a:lnTo>
                    <a:pt x="2732" y="7545"/>
                  </a:lnTo>
                  <a:cubicBezTo>
                    <a:pt x="2729" y="7546"/>
                    <a:pt x="2727" y="7546"/>
                    <a:pt x="2725" y="7546"/>
                  </a:cubicBezTo>
                  <a:cubicBezTo>
                    <a:pt x="2727" y="7546"/>
                    <a:pt x="2729" y="7546"/>
                    <a:pt x="2732" y="7545"/>
                  </a:cubicBezTo>
                  <a:close/>
                  <a:moveTo>
                    <a:pt x="3000" y="7537"/>
                  </a:moveTo>
                  <a:lnTo>
                    <a:pt x="3000" y="7537"/>
                  </a:lnTo>
                  <a:cubicBezTo>
                    <a:pt x="2995" y="7539"/>
                    <a:pt x="2991" y="7542"/>
                    <a:pt x="2989" y="7547"/>
                  </a:cubicBezTo>
                  <a:lnTo>
                    <a:pt x="2989" y="7547"/>
                  </a:lnTo>
                  <a:cubicBezTo>
                    <a:pt x="2991" y="7546"/>
                    <a:pt x="2994" y="7546"/>
                    <a:pt x="2995" y="7546"/>
                  </a:cubicBezTo>
                  <a:cubicBezTo>
                    <a:pt x="2996" y="7543"/>
                    <a:pt x="2998" y="7540"/>
                    <a:pt x="3000" y="7537"/>
                  </a:cubicBezTo>
                  <a:close/>
                  <a:moveTo>
                    <a:pt x="2268" y="7589"/>
                  </a:moveTo>
                  <a:lnTo>
                    <a:pt x="2204" y="7605"/>
                  </a:lnTo>
                  <a:lnTo>
                    <a:pt x="2204" y="7605"/>
                  </a:lnTo>
                  <a:cubicBezTo>
                    <a:pt x="2228" y="7604"/>
                    <a:pt x="2250" y="7602"/>
                    <a:pt x="2268" y="7589"/>
                  </a:cubicBezTo>
                  <a:close/>
                  <a:moveTo>
                    <a:pt x="4890" y="7648"/>
                  </a:moveTo>
                  <a:lnTo>
                    <a:pt x="4890" y="7648"/>
                  </a:lnTo>
                  <a:cubicBezTo>
                    <a:pt x="4885" y="7650"/>
                    <a:pt x="4882" y="7651"/>
                    <a:pt x="4881" y="7653"/>
                  </a:cubicBezTo>
                  <a:lnTo>
                    <a:pt x="4881" y="7653"/>
                  </a:lnTo>
                  <a:cubicBezTo>
                    <a:pt x="4883" y="7651"/>
                    <a:pt x="4887" y="7650"/>
                    <a:pt x="4890" y="7648"/>
                  </a:cubicBezTo>
                  <a:close/>
                  <a:moveTo>
                    <a:pt x="5043" y="7335"/>
                  </a:moveTo>
                  <a:lnTo>
                    <a:pt x="5017" y="7360"/>
                  </a:lnTo>
                  <a:cubicBezTo>
                    <a:pt x="4997" y="7373"/>
                    <a:pt x="4983" y="7387"/>
                    <a:pt x="4965" y="7396"/>
                  </a:cubicBezTo>
                  <a:lnTo>
                    <a:pt x="4965" y="7396"/>
                  </a:lnTo>
                  <a:cubicBezTo>
                    <a:pt x="4974" y="7393"/>
                    <a:pt x="4983" y="7391"/>
                    <a:pt x="4992" y="7391"/>
                  </a:cubicBezTo>
                  <a:cubicBezTo>
                    <a:pt x="4998" y="7391"/>
                    <a:pt x="5004" y="7392"/>
                    <a:pt x="5009" y="7394"/>
                  </a:cubicBezTo>
                  <a:lnTo>
                    <a:pt x="4890" y="7479"/>
                  </a:lnTo>
                  <a:lnTo>
                    <a:pt x="4890" y="7479"/>
                  </a:lnTo>
                  <a:cubicBezTo>
                    <a:pt x="4958" y="7470"/>
                    <a:pt x="4958" y="7419"/>
                    <a:pt x="5043" y="7402"/>
                  </a:cubicBezTo>
                  <a:lnTo>
                    <a:pt x="5043" y="7402"/>
                  </a:lnTo>
                  <a:cubicBezTo>
                    <a:pt x="5043" y="7436"/>
                    <a:pt x="5051" y="7453"/>
                    <a:pt x="4975" y="7504"/>
                  </a:cubicBezTo>
                  <a:cubicBezTo>
                    <a:pt x="4966" y="7505"/>
                    <a:pt x="4960" y="7505"/>
                    <a:pt x="4955" y="7505"/>
                  </a:cubicBezTo>
                  <a:cubicBezTo>
                    <a:pt x="4914" y="7505"/>
                    <a:pt x="4970" y="7479"/>
                    <a:pt x="4933" y="7479"/>
                  </a:cubicBezTo>
                  <a:cubicBezTo>
                    <a:pt x="4916" y="7495"/>
                    <a:pt x="4902" y="7499"/>
                    <a:pt x="4888" y="7499"/>
                  </a:cubicBezTo>
                  <a:cubicBezTo>
                    <a:pt x="4874" y="7499"/>
                    <a:pt x="4860" y="7495"/>
                    <a:pt x="4847" y="7495"/>
                  </a:cubicBezTo>
                  <a:cubicBezTo>
                    <a:pt x="4831" y="7495"/>
                    <a:pt x="4815" y="7500"/>
                    <a:pt x="4797" y="7521"/>
                  </a:cubicBezTo>
                  <a:cubicBezTo>
                    <a:pt x="4777" y="7528"/>
                    <a:pt x="4764" y="7530"/>
                    <a:pt x="4754" y="7530"/>
                  </a:cubicBezTo>
                  <a:cubicBezTo>
                    <a:pt x="4727" y="7530"/>
                    <a:pt x="4731" y="7510"/>
                    <a:pt x="4713" y="7504"/>
                  </a:cubicBezTo>
                  <a:cubicBezTo>
                    <a:pt x="4789" y="7487"/>
                    <a:pt x="4670" y="7487"/>
                    <a:pt x="4763" y="7453"/>
                  </a:cubicBezTo>
                  <a:cubicBezTo>
                    <a:pt x="4687" y="7453"/>
                    <a:pt x="4721" y="7504"/>
                    <a:pt x="4653" y="7504"/>
                  </a:cubicBezTo>
                  <a:lnTo>
                    <a:pt x="4637" y="7470"/>
                  </a:lnTo>
                  <a:cubicBezTo>
                    <a:pt x="4544" y="7479"/>
                    <a:pt x="4459" y="7496"/>
                    <a:pt x="4374" y="7529"/>
                  </a:cubicBezTo>
                  <a:cubicBezTo>
                    <a:pt x="4442" y="7538"/>
                    <a:pt x="4340" y="7563"/>
                    <a:pt x="4357" y="7580"/>
                  </a:cubicBezTo>
                  <a:cubicBezTo>
                    <a:pt x="4362" y="7560"/>
                    <a:pt x="4396" y="7552"/>
                    <a:pt x="4424" y="7552"/>
                  </a:cubicBezTo>
                  <a:cubicBezTo>
                    <a:pt x="4443" y="7552"/>
                    <a:pt x="4459" y="7556"/>
                    <a:pt x="4459" y="7563"/>
                  </a:cubicBezTo>
                  <a:cubicBezTo>
                    <a:pt x="4391" y="7589"/>
                    <a:pt x="4324" y="7605"/>
                    <a:pt x="4247" y="7614"/>
                  </a:cubicBezTo>
                  <a:lnTo>
                    <a:pt x="4357" y="7614"/>
                  </a:lnTo>
                  <a:cubicBezTo>
                    <a:pt x="4324" y="7639"/>
                    <a:pt x="4205" y="7707"/>
                    <a:pt x="4205" y="7707"/>
                  </a:cubicBezTo>
                  <a:cubicBezTo>
                    <a:pt x="4177" y="7707"/>
                    <a:pt x="4141" y="7711"/>
                    <a:pt x="4113" y="7711"/>
                  </a:cubicBezTo>
                  <a:cubicBezTo>
                    <a:pt x="4099" y="7711"/>
                    <a:pt x="4087" y="7710"/>
                    <a:pt x="4078" y="7707"/>
                  </a:cubicBezTo>
                  <a:lnTo>
                    <a:pt x="4146" y="7665"/>
                  </a:lnTo>
                  <a:lnTo>
                    <a:pt x="4180" y="7682"/>
                  </a:lnTo>
                  <a:lnTo>
                    <a:pt x="4214" y="7639"/>
                  </a:lnTo>
                  <a:lnTo>
                    <a:pt x="4214" y="7639"/>
                  </a:lnTo>
                  <a:cubicBezTo>
                    <a:pt x="4189" y="7643"/>
                    <a:pt x="4165" y="7645"/>
                    <a:pt x="4140" y="7645"/>
                  </a:cubicBezTo>
                  <a:cubicBezTo>
                    <a:pt x="4105" y="7645"/>
                    <a:pt x="4071" y="7641"/>
                    <a:pt x="4036" y="7631"/>
                  </a:cubicBezTo>
                  <a:cubicBezTo>
                    <a:pt x="4191" y="7590"/>
                    <a:pt x="4338" y="7534"/>
                    <a:pt x="4484" y="7454"/>
                  </a:cubicBezTo>
                  <a:lnTo>
                    <a:pt x="4484" y="7454"/>
                  </a:lnTo>
                  <a:lnTo>
                    <a:pt x="4484" y="7462"/>
                  </a:lnTo>
                  <a:cubicBezTo>
                    <a:pt x="4594" y="7436"/>
                    <a:pt x="4603" y="7428"/>
                    <a:pt x="4679" y="7394"/>
                  </a:cubicBezTo>
                  <a:lnTo>
                    <a:pt x="4679" y="7394"/>
                  </a:lnTo>
                  <a:lnTo>
                    <a:pt x="4653" y="7411"/>
                  </a:lnTo>
                  <a:cubicBezTo>
                    <a:pt x="4657" y="7414"/>
                    <a:pt x="4662" y="7415"/>
                    <a:pt x="4668" y="7415"/>
                  </a:cubicBezTo>
                  <a:cubicBezTo>
                    <a:pt x="4696" y="7415"/>
                    <a:pt x="4751" y="7389"/>
                    <a:pt x="4806" y="7369"/>
                  </a:cubicBezTo>
                  <a:cubicBezTo>
                    <a:pt x="4820" y="7355"/>
                    <a:pt x="4845" y="7341"/>
                    <a:pt x="4872" y="7341"/>
                  </a:cubicBezTo>
                  <a:cubicBezTo>
                    <a:pt x="4878" y="7341"/>
                    <a:pt x="4884" y="7342"/>
                    <a:pt x="4890" y="7343"/>
                  </a:cubicBezTo>
                  <a:lnTo>
                    <a:pt x="4882" y="7360"/>
                  </a:lnTo>
                  <a:cubicBezTo>
                    <a:pt x="4933" y="7360"/>
                    <a:pt x="4992" y="7352"/>
                    <a:pt x="5043" y="7335"/>
                  </a:cubicBezTo>
                  <a:close/>
                  <a:moveTo>
                    <a:pt x="2200" y="7589"/>
                  </a:moveTo>
                  <a:cubicBezTo>
                    <a:pt x="2150" y="7605"/>
                    <a:pt x="2099" y="7622"/>
                    <a:pt x="2048" y="7622"/>
                  </a:cubicBezTo>
                  <a:cubicBezTo>
                    <a:pt x="1997" y="7665"/>
                    <a:pt x="1938" y="7682"/>
                    <a:pt x="1870" y="7690"/>
                  </a:cubicBezTo>
                  <a:cubicBezTo>
                    <a:pt x="1849" y="7712"/>
                    <a:pt x="1816" y="7717"/>
                    <a:pt x="1781" y="7717"/>
                  </a:cubicBezTo>
                  <a:cubicBezTo>
                    <a:pt x="1739" y="7717"/>
                    <a:pt x="1693" y="7709"/>
                    <a:pt x="1660" y="7709"/>
                  </a:cubicBezTo>
                  <a:cubicBezTo>
                    <a:pt x="1646" y="7709"/>
                    <a:pt x="1633" y="7710"/>
                    <a:pt x="1625" y="7715"/>
                  </a:cubicBezTo>
                  <a:cubicBezTo>
                    <a:pt x="1615" y="7738"/>
                    <a:pt x="1629" y="7745"/>
                    <a:pt x="1652" y="7745"/>
                  </a:cubicBezTo>
                  <a:cubicBezTo>
                    <a:pt x="1684" y="7745"/>
                    <a:pt x="1735" y="7731"/>
                    <a:pt x="1765" y="7731"/>
                  </a:cubicBezTo>
                  <a:cubicBezTo>
                    <a:pt x="1770" y="7731"/>
                    <a:pt x="1774" y="7732"/>
                    <a:pt x="1777" y="7732"/>
                  </a:cubicBezTo>
                  <a:cubicBezTo>
                    <a:pt x="1735" y="7766"/>
                    <a:pt x="1684" y="7741"/>
                    <a:pt x="1727" y="7766"/>
                  </a:cubicBezTo>
                  <a:cubicBezTo>
                    <a:pt x="1705" y="7773"/>
                    <a:pt x="1689" y="7776"/>
                    <a:pt x="1677" y="7776"/>
                  </a:cubicBezTo>
                  <a:cubicBezTo>
                    <a:pt x="1648" y="7776"/>
                    <a:pt x="1643" y="7760"/>
                    <a:pt x="1624" y="7760"/>
                  </a:cubicBezTo>
                  <a:cubicBezTo>
                    <a:pt x="1614" y="7760"/>
                    <a:pt x="1602" y="7764"/>
                    <a:pt x="1583" y="7775"/>
                  </a:cubicBezTo>
                  <a:lnTo>
                    <a:pt x="1625" y="7775"/>
                  </a:lnTo>
                  <a:cubicBezTo>
                    <a:pt x="1600" y="7809"/>
                    <a:pt x="1532" y="7800"/>
                    <a:pt x="1490" y="7825"/>
                  </a:cubicBezTo>
                  <a:cubicBezTo>
                    <a:pt x="1490" y="7835"/>
                    <a:pt x="1495" y="7839"/>
                    <a:pt x="1505" y="7839"/>
                  </a:cubicBezTo>
                  <a:cubicBezTo>
                    <a:pt x="1529" y="7839"/>
                    <a:pt x="1579" y="7817"/>
                    <a:pt x="1633" y="7817"/>
                  </a:cubicBezTo>
                  <a:lnTo>
                    <a:pt x="1600" y="7851"/>
                  </a:lnTo>
                  <a:lnTo>
                    <a:pt x="1743" y="7800"/>
                  </a:lnTo>
                  <a:cubicBezTo>
                    <a:pt x="1786" y="7749"/>
                    <a:pt x="1743" y="7758"/>
                    <a:pt x="1828" y="7715"/>
                  </a:cubicBezTo>
                  <a:cubicBezTo>
                    <a:pt x="1862" y="7727"/>
                    <a:pt x="1889" y="7750"/>
                    <a:pt x="1897" y="7774"/>
                  </a:cubicBezTo>
                  <a:lnTo>
                    <a:pt x="1897" y="7774"/>
                  </a:lnTo>
                  <a:cubicBezTo>
                    <a:pt x="1964" y="7732"/>
                    <a:pt x="2032" y="7707"/>
                    <a:pt x="2107" y="7707"/>
                  </a:cubicBezTo>
                  <a:lnTo>
                    <a:pt x="2073" y="7724"/>
                  </a:lnTo>
                  <a:cubicBezTo>
                    <a:pt x="2116" y="7724"/>
                    <a:pt x="2166" y="7707"/>
                    <a:pt x="2200" y="7673"/>
                  </a:cubicBezTo>
                  <a:cubicBezTo>
                    <a:pt x="2200" y="7682"/>
                    <a:pt x="2209" y="7690"/>
                    <a:pt x="2217" y="7690"/>
                  </a:cubicBezTo>
                  <a:cubicBezTo>
                    <a:pt x="2285" y="7673"/>
                    <a:pt x="2319" y="7639"/>
                    <a:pt x="2276" y="7622"/>
                  </a:cubicBezTo>
                  <a:lnTo>
                    <a:pt x="2276" y="7622"/>
                  </a:lnTo>
                  <a:lnTo>
                    <a:pt x="2259" y="7639"/>
                  </a:lnTo>
                  <a:lnTo>
                    <a:pt x="2209" y="7614"/>
                  </a:lnTo>
                  <a:cubicBezTo>
                    <a:pt x="2192" y="7673"/>
                    <a:pt x="2056" y="7665"/>
                    <a:pt x="1980" y="7699"/>
                  </a:cubicBezTo>
                  <a:cubicBezTo>
                    <a:pt x="2022" y="7677"/>
                    <a:pt x="2053" y="7633"/>
                    <a:pt x="2106" y="7633"/>
                  </a:cubicBezTo>
                  <a:cubicBezTo>
                    <a:pt x="2116" y="7633"/>
                    <a:pt x="2128" y="7635"/>
                    <a:pt x="2141" y="7639"/>
                  </a:cubicBezTo>
                  <a:lnTo>
                    <a:pt x="2133" y="7614"/>
                  </a:lnTo>
                  <a:cubicBezTo>
                    <a:pt x="2156" y="7606"/>
                    <a:pt x="2179" y="7606"/>
                    <a:pt x="2200" y="7605"/>
                  </a:cubicBezTo>
                  <a:lnTo>
                    <a:pt x="2200" y="7605"/>
                  </a:lnTo>
                  <a:lnTo>
                    <a:pt x="2200" y="7605"/>
                  </a:lnTo>
                  <a:lnTo>
                    <a:pt x="2204" y="7605"/>
                  </a:lnTo>
                  <a:lnTo>
                    <a:pt x="2204" y="7605"/>
                  </a:lnTo>
                  <a:cubicBezTo>
                    <a:pt x="2203" y="7605"/>
                    <a:pt x="2202" y="7605"/>
                    <a:pt x="2200" y="7605"/>
                  </a:cubicBezTo>
                  <a:lnTo>
                    <a:pt x="2200" y="7605"/>
                  </a:lnTo>
                  <a:lnTo>
                    <a:pt x="2200" y="7589"/>
                  </a:lnTo>
                  <a:close/>
                  <a:moveTo>
                    <a:pt x="2395" y="7869"/>
                  </a:moveTo>
                  <a:cubicBezTo>
                    <a:pt x="2389" y="7871"/>
                    <a:pt x="2384" y="7874"/>
                    <a:pt x="2378" y="7876"/>
                  </a:cubicBezTo>
                  <a:cubicBezTo>
                    <a:pt x="2385" y="7873"/>
                    <a:pt x="2390" y="7871"/>
                    <a:pt x="2395" y="7869"/>
                  </a:cubicBezTo>
                  <a:close/>
                  <a:moveTo>
                    <a:pt x="3258" y="7885"/>
                  </a:moveTo>
                  <a:cubicBezTo>
                    <a:pt x="3254" y="7885"/>
                    <a:pt x="3252" y="7886"/>
                    <a:pt x="3251" y="7888"/>
                  </a:cubicBezTo>
                  <a:lnTo>
                    <a:pt x="3251" y="7888"/>
                  </a:lnTo>
                  <a:cubicBezTo>
                    <a:pt x="3253" y="7887"/>
                    <a:pt x="3255" y="7886"/>
                    <a:pt x="3258" y="7885"/>
                  </a:cubicBezTo>
                  <a:close/>
                  <a:moveTo>
                    <a:pt x="466" y="7605"/>
                  </a:moveTo>
                  <a:cubicBezTo>
                    <a:pt x="483" y="7707"/>
                    <a:pt x="517" y="7809"/>
                    <a:pt x="585" y="7885"/>
                  </a:cubicBezTo>
                  <a:cubicBezTo>
                    <a:pt x="585" y="7885"/>
                    <a:pt x="585" y="7876"/>
                    <a:pt x="585" y="7868"/>
                  </a:cubicBezTo>
                  <a:cubicBezTo>
                    <a:pt x="601" y="7893"/>
                    <a:pt x="635" y="7902"/>
                    <a:pt x="635" y="7927"/>
                  </a:cubicBezTo>
                  <a:cubicBezTo>
                    <a:pt x="601" y="7927"/>
                    <a:pt x="559" y="7910"/>
                    <a:pt x="534" y="7893"/>
                  </a:cubicBezTo>
                  <a:cubicBezTo>
                    <a:pt x="483" y="7876"/>
                    <a:pt x="441" y="7842"/>
                    <a:pt x="398" y="7809"/>
                  </a:cubicBezTo>
                  <a:cubicBezTo>
                    <a:pt x="365" y="7749"/>
                    <a:pt x="348" y="7682"/>
                    <a:pt x="339" y="7614"/>
                  </a:cubicBezTo>
                  <a:lnTo>
                    <a:pt x="339" y="7614"/>
                  </a:lnTo>
                  <a:lnTo>
                    <a:pt x="348" y="7639"/>
                  </a:lnTo>
                  <a:cubicBezTo>
                    <a:pt x="389" y="7776"/>
                    <a:pt x="430" y="7825"/>
                    <a:pt x="448" y="7825"/>
                  </a:cubicBezTo>
                  <a:cubicBezTo>
                    <a:pt x="453" y="7825"/>
                    <a:pt x="456" y="7822"/>
                    <a:pt x="458" y="7817"/>
                  </a:cubicBezTo>
                  <a:cubicBezTo>
                    <a:pt x="466" y="7792"/>
                    <a:pt x="449" y="7707"/>
                    <a:pt x="466" y="7605"/>
                  </a:cubicBezTo>
                  <a:close/>
                  <a:moveTo>
                    <a:pt x="568" y="8012"/>
                  </a:moveTo>
                  <a:lnTo>
                    <a:pt x="568" y="8012"/>
                  </a:lnTo>
                  <a:cubicBezTo>
                    <a:pt x="593" y="8020"/>
                    <a:pt x="610" y="8037"/>
                    <a:pt x="635" y="8045"/>
                  </a:cubicBezTo>
                  <a:cubicBezTo>
                    <a:pt x="627" y="8049"/>
                    <a:pt x="623" y="8055"/>
                    <a:pt x="616" y="8055"/>
                  </a:cubicBezTo>
                  <a:cubicBezTo>
                    <a:pt x="608" y="8055"/>
                    <a:pt x="596" y="8048"/>
                    <a:pt x="572" y="8024"/>
                  </a:cubicBezTo>
                  <a:lnTo>
                    <a:pt x="572" y="8024"/>
                  </a:lnTo>
                  <a:cubicBezTo>
                    <a:pt x="576" y="8020"/>
                    <a:pt x="574" y="8018"/>
                    <a:pt x="568" y="8012"/>
                  </a:cubicBezTo>
                  <a:close/>
                  <a:moveTo>
                    <a:pt x="3943" y="7605"/>
                  </a:moveTo>
                  <a:cubicBezTo>
                    <a:pt x="3892" y="7631"/>
                    <a:pt x="3884" y="7648"/>
                    <a:pt x="3909" y="7656"/>
                  </a:cubicBezTo>
                  <a:cubicBezTo>
                    <a:pt x="3892" y="7665"/>
                    <a:pt x="3875" y="7673"/>
                    <a:pt x="3841" y="7690"/>
                  </a:cubicBezTo>
                  <a:cubicBezTo>
                    <a:pt x="3824" y="7696"/>
                    <a:pt x="3779" y="7710"/>
                    <a:pt x="3747" y="7710"/>
                  </a:cubicBezTo>
                  <a:cubicBezTo>
                    <a:pt x="3732" y="7710"/>
                    <a:pt x="3720" y="7707"/>
                    <a:pt x="3715" y="7699"/>
                  </a:cubicBezTo>
                  <a:cubicBezTo>
                    <a:pt x="3782" y="7682"/>
                    <a:pt x="3774" y="7682"/>
                    <a:pt x="3740" y="7673"/>
                  </a:cubicBezTo>
                  <a:lnTo>
                    <a:pt x="3740" y="7673"/>
                  </a:lnTo>
                  <a:cubicBezTo>
                    <a:pt x="3681" y="7707"/>
                    <a:pt x="3562" y="7715"/>
                    <a:pt x="3579" y="7758"/>
                  </a:cubicBezTo>
                  <a:cubicBezTo>
                    <a:pt x="3548" y="7763"/>
                    <a:pt x="3534" y="7765"/>
                    <a:pt x="3527" y="7765"/>
                  </a:cubicBezTo>
                  <a:cubicBezTo>
                    <a:pt x="3511" y="7765"/>
                    <a:pt x="3523" y="7758"/>
                    <a:pt x="3478" y="7758"/>
                  </a:cubicBezTo>
                  <a:cubicBezTo>
                    <a:pt x="3469" y="7741"/>
                    <a:pt x="3495" y="7732"/>
                    <a:pt x="3511" y="7715"/>
                  </a:cubicBezTo>
                  <a:lnTo>
                    <a:pt x="3511" y="7715"/>
                  </a:lnTo>
                  <a:lnTo>
                    <a:pt x="3258" y="7783"/>
                  </a:lnTo>
                  <a:cubicBezTo>
                    <a:pt x="3249" y="7817"/>
                    <a:pt x="3427" y="7775"/>
                    <a:pt x="3342" y="7834"/>
                  </a:cubicBezTo>
                  <a:cubicBezTo>
                    <a:pt x="3325" y="7851"/>
                    <a:pt x="3342" y="7893"/>
                    <a:pt x="3249" y="7893"/>
                  </a:cubicBezTo>
                  <a:cubicBezTo>
                    <a:pt x="3249" y="7893"/>
                    <a:pt x="3249" y="7890"/>
                    <a:pt x="3251" y="7888"/>
                  </a:cubicBezTo>
                  <a:lnTo>
                    <a:pt x="3251" y="7888"/>
                  </a:lnTo>
                  <a:cubicBezTo>
                    <a:pt x="3238" y="7894"/>
                    <a:pt x="3228" y="7895"/>
                    <a:pt x="3218" y="7895"/>
                  </a:cubicBezTo>
                  <a:cubicBezTo>
                    <a:pt x="3205" y="7895"/>
                    <a:pt x="3190" y="7893"/>
                    <a:pt x="3165" y="7893"/>
                  </a:cubicBezTo>
                  <a:cubicBezTo>
                    <a:pt x="3148" y="7868"/>
                    <a:pt x="3215" y="7859"/>
                    <a:pt x="3241" y="7834"/>
                  </a:cubicBezTo>
                  <a:lnTo>
                    <a:pt x="3241" y="7834"/>
                  </a:lnTo>
                  <a:cubicBezTo>
                    <a:pt x="3215" y="7851"/>
                    <a:pt x="3182" y="7859"/>
                    <a:pt x="3156" y="7868"/>
                  </a:cubicBezTo>
                  <a:lnTo>
                    <a:pt x="3156" y="7859"/>
                  </a:lnTo>
                  <a:lnTo>
                    <a:pt x="3063" y="7885"/>
                  </a:lnTo>
                  <a:cubicBezTo>
                    <a:pt x="3055" y="7891"/>
                    <a:pt x="3055" y="7893"/>
                    <a:pt x="3059" y="7893"/>
                  </a:cubicBezTo>
                  <a:cubicBezTo>
                    <a:pt x="3070" y="7893"/>
                    <a:pt x="3108" y="7881"/>
                    <a:pt x="3127" y="7881"/>
                  </a:cubicBezTo>
                  <a:cubicBezTo>
                    <a:pt x="3133" y="7881"/>
                    <a:pt x="3138" y="7882"/>
                    <a:pt x="3139" y="7885"/>
                  </a:cubicBezTo>
                  <a:lnTo>
                    <a:pt x="3089" y="7910"/>
                  </a:lnTo>
                  <a:cubicBezTo>
                    <a:pt x="3014" y="7935"/>
                    <a:pt x="2935" y="7951"/>
                    <a:pt x="2855" y="7951"/>
                  </a:cubicBezTo>
                  <a:cubicBezTo>
                    <a:pt x="2826" y="7951"/>
                    <a:pt x="2797" y="7948"/>
                    <a:pt x="2767" y="7944"/>
                  </a:cubicBezTo>
                  <a:cubicBezTo>
                    <a:pt x="2682" y="7944"/>
                    <a:pt x="2725" y="7969"/>
                    <a:pt x="2708" y="7995"/>
                  </a:cubicBezTo>
                  <a:cubicBezTo>
                    <a:pt x="2666" y="8020"/>
                    <a:pt x="2615" y="8003"/>
                    <a:pt x="2572" y="8020"/>
                  </a:cubicBezTo>
                  <a:cubicBezTo>
                    <a:pt x="2581" y="8045"/>
                    <a:pt x="2522" y="8054"/>
                    <a:pt x="2522" y="8079"/>
                  </a:cubicBezTo>
                  <a:lnTo>
                    <a:pt x="2446" y="8088"/>
                  </a:lnTo>
                  <a:cubicBezTo>
                    <a:pt x="2436" y="8099"/>
                    <a:pt x="2439" y="8103"/>
                    <a:pt x="2449" y="8103"/>
                  </a:cubicBezTo>
                  <a:cubicBezTo>
                    <a:pt x="2469" y="8103"/>
                    <a:pt x="2521" y="8085"/>
                    <a:pt x="2549" y="8085"/>
                  </a:cubicBezTo>
                  <a:cubicBezTo>
                    <a:pt x="2556" y="8085"/>
                    <a:pt x="2561" y="8085"/>
                    <a:pt x="2564" y="8088"/>
                  </a:cubicBezTo>
                  <a:cubicBezTo>
                    <a:pt x="2615" y="8113"/>
                    <a:pt x="2505" y="8105"/>
                    <a:pt x="2539" y="8130"/>
                  </a:cubicBezTo>
                  <a:cubicBezTo>
                    <a:pt x="2598" y="8113"/>
                    <a:pt x="2589" y="8088"/>
                    <a:pt x="2623" y="8079"/>
                  </a:cubicBezTo>
                  <a:cubicBezTo>
                    <a:pt x="2633" y="8077"/>
                    <a:pt x="2642" y="8076"/>
                    <a:pt x="2650" y="8076"/>
                  </a:cubicBezTo>
                  <a:cubicBezTo>
                    <a:pt x="2670" y="8076"/>
                    <a:pt x="2682" y="8082"/>
                    <a:pt x="2682" y="8088"/>
                  </a:cubicBezTo>
                  <a:cubicBezTo>
                    <a:pt x="2581" y="8096"/>
                    <a:pt x="2632" y="8130"/>
                    <a:pt x="2556" y="8138"/>
                  </a:cubicBezTo>
                  <a:lnTo>
                    <a:pt x="2556" y="8130"/>
                  </a:lnTo>
                  <a:cubicBezTo>
                    <a:pt x="2556" y="8155"/>
                    <a:pt x="2446" y="8155"/>
                    <a:pt x="2403" y="8181"/>
                  </a:cubicBezTo>
                  <a:cubicBezTo>
                    <a:pt x="2319" y="8164"/>
                    <a:pt x="2463" y="8130"/>
                    <a:pt x="2463" y="8122"/>
                  </a:cubicBezTo>
                  <a:lnTo>
                    <a:pt x="2463" y="8122"/>
                  </a:lnTo>
                  <a:lnTo>
                    <a:pt x="2361" y="8147"/>
                  </a:lnTo>
                  <a:cubicBezTo>
                    <a:pt x="2403" y="8122"/>
                    <a:pt x="2353" y="8113"/>
                    <a:pt x="2412" y="8079"/>
                  </a:cubicBezTo>
                  <a:lnTo>
                    <a:pt x="2412" y="8079"/>
                  </a:lnTo>
                  <a:cubicBezTo>
                    <a:pt x="2378" y="8092"/>
                    <a:pt x="2359" y="8092"/>
                    <a:pt x="2341" y="8092"/>
                  </a:cubicBezTo>
                  <a:cubicBezTo>
                    <a:pt x="2323" y="8092"/>
                    <a:pt x="2306" y="8092"/>
                    <a:pt x="2276" y="8105"/>
                  </a:cubicBezTo>
                  <a:cubicBezTo>
                    <a:pt x="2336" y="8054"/>
                    <a:pt x="2183" y="8088"/>
                    <a:pt x="2175" y="8062"/>
                  </a:cubicBezTo>
                  <a:cubicBezTo>
                    <a:pt x="2204" y="8054"/>
                    <a:pt x="2236" y="8050"/>
                    <a:pt x="2268" y="8050"/>
                  </a:cubicBezTo>
                  <a:cubicBezTo>
                    <a:pt x="2300" y="8050"/>
                    <a:pt x="2331" y="8054"/>
                    <a:pt x="2361" y="8062"/>
                  </a:cubicBezTo>
                  <a:cubicBezTo>
                    <a:pt x="2361" y="8054"/>
                    <a:pt x="2446" y="8045"/>
                    <a:pt x="2479" y="8045"/>
                  </a:cubicBezTo>
                  <a:lnTo>
                    <a:pt x="2522" y="8003"/>
                  </a:lnTo>
                  <a:cubicBezTo>
                    <a:pt x="2488" y="8003"/>
                    <a:pt x="2443" y="8018"/>
                    <a:pt x="2421" y="8018"/>
                  </a:cubicBezTo>
                  <a:cubicBezTo>
                    <a:pt x="2411" y="8018"/>
                    <a:pt x="2406" y="8014"/>
                    <a:pt x="2412" y="8003"/>
                  </a:cubicBezTo>
                  <a:lnTo>
                    <a:pt x="2412" y="8003"/>
                  </a:lnTo>
                  <a:lnTo>
                    <a:pt x="2336" y="8037"/>
                  </a:lnTo>
                  <a:cubicBezTo>
                    <a:pt x="2378" y="7995"/>
                    <a:pt x="2420" y="7961"/>
                    <a:pt x="2471" y="7935"/>
                  </a:cubicBezTo>
                  <a:cubicBezTo>
                    <a:pt x="2460" y="7934"/>
                    <a:pt x="2449" y="7934"/>
                    <a:pt x="2439" y="7934"/>
                  </a:cubicBezTo>
                  <a:cubicBezTo>
                    <a:pt x="2314" y="7934"/>
                    <a:pt x="2224" y="8013"/>
                    <a:pt x="2124" y="8013"/>
                  </a:cubicBezTo>
                  <a:cubicBezTo>
                    <a:pt x="2116" y="8013"/>
                    <a:pt x="2107" y="8013"/>
                    <a:pt x="2099" y="8012"/>
                  </a:cubicBezTo>
                  <a:lnTo>
                    <a:pt x="2116" y="8003"/>
                  </a:lnTo>
                  <a:lnTo>
                    <a:pt x="2116" y="8003"/>
                  </a:lnTo>
                  <a:cubicBezTo>
                    <a:pt x="2040" y="8019"/>
                    <a:pt x="1982" y="8026"/>
                    <a:pt x="1935" y="8026"/>
                  </a:cubicBezTo>
                  <a:cubicBezTo>
                    <a:pt x="1836" y="8026"/>
                    <a:pt x="1792" y="7995"/>
                    <a:pt x="1752" y="7961"/>
                  </a:cubicBezTo>
                  <a:lnTo>
                    <a:pt x="1853" y="7944"/>
                  </a:lnTo>
                  <a:lnTo>
                    <a:pt x="1862" y="7969"/>
                  </a:lnTo>
                  <a:cubicBezTo>
                    <a:pt x="2023" y="7961"/>
                    <a:pt x="2133" y="7868"/>
                    <a:pt x="2302" y="7851"/>
                  </a:cubicBezTo>
                  <a:lnTo>
                    <a:pt x="2302" y="7851"/>
                  </a:lnTo>
                  <a:cubicBezTo>
                    <a:pt x="2285" y="7885"/>
                    <a:pt x="2217" y="7876"/>
                    <a:pt x="2226" y="7893"/>
                  </a:cubicBezTo>
                  <a:cubicBezTo>
                    <a:pt x="2315" y="7878"/>
                    <a:pt x="2306" y="7831"/>
                    <a:pt x="2377" y="7831"/>
                  </a:cubicBezTo>
                  <a:cubicBezTo>
                    <a:pt x="2387" y="7831"/>
                    <a:pt x="2398" y="7832"/>
                    <a:pt x="2412" y="7834"/>
                  </a:cubicBezTo>
                  <a:cubicBezTo>
                    <a:pt x="2276" y="7858"/>
                    <a:pt x="2481" y="7829"/>
                    <a:pt x="2395" y="7869"/>
                  </a:cubicBezTo>
                  <a:lnTo>
                    <a:pt x="2395" y="7869"/>
                  </a:lnTo>
                  <a:cubicBezTo>
                    <a:pt x="2561" y="7801"/>
                    <a:pt x="2754" y="7816"/>
                    <a:pt x="2860" y="7792"/>
                  </a:cubicBezTo>
                  <a:cubicBezTo>
                    <a:pt x="2835" y="7783"/>
                    <a:pt x="2911" y="7749"/>
                    <a:pt x="2911" y="7749"/>
                  </a:cubicBezTo>
                  <a:cubicBezTo>
                    <a:pt x="2945" y="7749"/>
                    <a:pt x="2936" y="7775"/>
                    <a:pt x="2911" y="7775"/>
                  </a:cubicBezTo>
                  <a:cubicBezTo>
                    <a:pt x="2970" y="7775"/>
                    <a:pt x="2979" y="7792"/>
                    <a:pt x="2979" y="7817"/>
                  </a:cubicBezTo>
                  <a:lnTo>
                    <a:pt x="2860" y="7842"/>
                  </a:lnTo>
                  <a:cubicBezTo>
                    <a:pt x="2902" y="7842"/>
                    <a:pt x="2928" y="7851"/>
                    <a:pt x="2962" y="7851"/>
                  </a:cubicBezTo>
                  <a:cubicBezTo>
                    <a:pt x="2979" y="7851"/>
                    <a:pt x="2995" y="7842"/>
                    <a:pt x="3012" y="7834"/>
                  </a:cubicBezTo>
                  <a:cubicBezTo>
                    <a:pt x="3038" y="7825"/>
                    <a:pt x="3029" y="7825"/>
                    <a:pt x="3029" y="7809"/>
                  </a:cubicBezTo>
                  <a:lnTo>
                    <a:pt x="3165" y="7715"/>
                  </a:lnTo>
                  <a:lnTo>
                    <a:pt x="3165" y="7724"/>
                  </a:lnTo>
                  <a:lnTo>
                    <a:pt x="3300" y="7690"/>
                  </a:lnTo>
                  <a:lnTo>
                    <a:pt x="3283" y="7707"/>
                  </a:lnTo>
                  <a:lnTo>
                    <a:pt x="3359" y="7673"/>
                  </a:lnTo>
                  <a:cubicBezTo>
                    <a:pt x="3359" y="7686"/>
                    <a:pt x="3366" y="7686"/>
                    <a:pt x="3372" y="7686"/>
                  </a:cubicBezTo>
                  <a:cubicBezTo>
                    <a:pt x="3378" y="7686"/>
                    <a:pt x="3385" y="7686"/>
                    <a:pt x="3385" y="7699"/>
                  </a:cubicBezTo>
                  <a:cubicBezTo>
                    <a:pt x="3394" y="7704"/>
                    <a:pt x="3404" y="7706"/>
                    <a:pt x="3415" y="7706"/>
                  </a:cubicBezTo>
                  <a:cubicBezTo>
                    <a:pt x="3478" y="7706"/>
                    <a:pt x="3571" y="7639"/>
                    <a:pt x="3664" y="7639"/>
                  </a:cubicBezTo>
                  <a:lnTo>
                    <a:pt x="3647" y="7656"/>
                  </a:lnTo>
                  <a:cubicBezTo>
                    <a:pt x="3740" y="7622"/>
                    <a:pt x="3841" y="7605"/>
                    <a:pt x="3943" y="7605"/>
                  </a:cubicBezTo>
                  <a:close/>
                  <a:moveTo>
                    <a:pt x="1261" y="8198"/>
                  </a:moveTo>
                  <a:cubicBezTo>
                    <a:pt x="1259" y="8199"/>
                    <a:pt x="1259" y="8200"/>
                    <a:pt x="1261" y="8202"/>
                  </a:cubicBezTo>
                  <a:lnTo>
                    <a:pt x="1261" y="8202"/>
                  </a:lnTo>
                  <a:cubicBezTo>
                    <a:pt x="1261" y="8200"/>
                    <a:pt x="1261" y="8199"/>
                    <a:pt x="1261" y="8198"/>
                  </a:cubicBezTo>
                  <a:close/>
                  <a:moveTo>
                    <a:pt x="1683" y="8236"/>
                  </a:moveTo>
                  <a:cubicBezTo>
                    <a:pt x="1679" y="8237"/>
                    <a:pt x="1673" y="8238"/>
                    <a:pt x="1667" y="8240"/>
                  </a:cubicBezTo>
                  <a:cubicBezTo>
                    <a:pt x="1674" y="8240"/>
                    <a:pt x="1680" y="8238"/>
                    <a:pt x="1683" y="8236"/>
                  </a:cubicBezTo>
                  <a:close/>
                  <a:moveTo>
                    <a:pt x="1439" y="8037"/>
                  </a:moveTo>
                  <a:lnTo>
                    <a:pt x="1439" y="8045"/>
                  </a:lnTo>
                  <a:cubicBezTo>
                    <a:pt x="1456" y="8071"/>
                    <a:pt x="1456" y="8096"/>
                    <a:pt x="1430" y="8096"/>
                  </a:cubicBezTo>
                  <a:lnTo>
                    <a:pt x="1481" y="8105"/>
                  </a:lnTo>
                  <a:lnTo>
                    <a:pt x="1405" y="8130"/>
                  </a:lnTo>
                  <a:cubicBezTo>
                    <a:pt x="1411" y="8132"/>
                    <a:pt x="1417" y="8133"/>
                    <a:pt x="1424" y="8133"/>
                  </a:cubicBezTo>
                  <a:cubicBezTo>
                    <a:pt x="1454" y="8133"/>
                    <a:pt x="1483" y="8110"/>
                    <a:pt x="1513" y="8110"/>
                  </a:cubicBezTo>
                  <a:cubicBezTo>
                    <a:pt x="1520" y="8110"/>
                    <a:pt x="1526" y="8111"/>
                    <a:pt x="1532" y="8113"/>
                  </a:cubicBezTo>
                  <a:cubicBezTo>
                    <a:pt x="1583" y="8122"/>
                    <a:pt x="1439" y="8147"/>
                    <a:pt x="1388" y="8198"/>
                  </a:cubicBezTo>
                  <a:cubicBezTo>
                    <a:pt x="1372" y="8208"/>
                    <a:pt x="1346" y="8211"/>
                    <a:pt x="1322" y="8211"/>
                  </a:cubicBezTo>
                  <a:cubicBezTo>
                    <a:pt x="1293" y="8211"/>
                    <a:pt x="1267" y="8206"/>
                    <a:pt x="1261" y="8202"/>
                  </a:cubicBezTo>
                  <a:lnTo>
                    <a:pt x="1261" y="8202"/>
                  </a:lnTo>
                  <a:cubicBezTo>
                    <a:pt x="1251" y="8239"/>
                    <a:pt x="1107" y="8232"/>
                    <a:pt x="1050" y="8248"/>
                  </a:cubicBezTo>
                  <a:cubicBezTo>
                    <a:pt x="1039" y="8251"/>
                    <a:pt x="1029" y="8252"/>
                    <a:pt x="1018" y="8252"/>
                  </a:cubicBezTo>
                  <a:cubicBezTo>
                    <a:pt x="987" y="8252"/>
                    <a:pt x="957" y="8242"/>
                    <a:pt x="931" y="8223"/>
                  </a:cubicBezTo>
                  <a:cubicBezTo>
                    <a:pt x="898" y="8198"/>
                    <a:pt x="864" y="8189"/>
                    <a:pt x="830" y="8189"/>
                  </a:cubicBezTo>
                  <a:lnTo>
                    <a:pt x="864" y="8223"/>
                  </a:lnTo>
                  <a:cubicBezTo>
                    <a:pt x="762" y="8223"/>
                    <a:pt x="661" y="8181"/>
                    <a:pt x="585" y="8113"/>
                  </a:cubicBezTo>
                  <a:cubicBezTo>
                    <a:pt x="585" y="8109"/>
                    <a:pt x="586" y="8107"/>
                    <a:pt x="588" y="8107"/>
                  </a:cubicBezTo>
                  <a:cubicBezTo>
                    <a:pt x="598" y="8107"/>
                    <a:pt x="634" y="8155"/>
                    <a:pt x="669" y="8155"/>
                  </a:cubicBezTo>
                  <a:cubicBezTo>
                    <a:pt x="652" y="8138"/>
                    <a:pt x="635" y="8122"/>
                    <a:pt x="627" y="8096"/>
                  </a:cubicBezTo>
                  <a:lnTo>
                    <a:pt x="627" y="8096"/>
                  </a:lnTo>
                  <a:cubicBezTo>
                    <a:pt x="652" y="8113"/>
                    <a:pt x="711" y="8113"/>
                    <a:pt x="694" y="8138"/>
                  </a:cubicBezTo>
                  <a:cubicBezTo>
                    <a:pt x="703" y="8130"/>
                    <a:pt x="754" y="8122"/>
                    <a:pt x="678" y="8105"/>
                  </a:cubicBezTo>
                  <a:lnTo>
                    <a:pt x="737" y="8105"/>
                  </a:lnTo>
                  <a:cubicBezTo>
                    <a:pt x="728" y="8096"/>
                    <a:pt x="728" y="8096"/>
                    <a:pt x="728" y="8088"/>
                  </a:cubicBezTo>
                  <a:lnTo>
                    <a:pt x="728" y="8088"/>
                  </a:lnTo>
                  <a:lnTo>
                    <a:pt x="779" y="8105"/>
                  </a:lnTo>
                  <a:cubicBezTo>
                    <a:pt x="804" y="8122"/>
                    <a:pt x="830" y="8138"/>
                    <a:pt x="855" y="8155"/>
                  </a:cubicBezTo>
                  <a:lnTo>
                    <a:pt x="804" y="8155"/>
                  </a:lnTo>
                  <a:cubicBezTo>
                    <a:pt x="838" y="8172"/>
                    <a:pt x="889" y="8181"/>
                    <a:pt x="931" y="8181"/>
                  </a:cubicBezTo>
                  <a:cubicBezTo>
                    <a:pt x="847" y="8164"/>
                    <a:pt x="898" y="8155"/>
                    <a:pt x="881" y="8130"/>
                  </a:cubicBezTo>
                  <a:lnTo>
                    <a:pt x="1041" y="8130"/>
                  </a:lnTo>
                  <a:cubicBezTo>
                    <a:pt x="1101" y="8138"/>
                    <a:pt x="1160" y="8164"/>
                    <a:pt x="1117" y="8181"/>
                  </a:cubicBezTo>
                  <a:cubicBezTo>
                    <a:pt x="1160" y="8172"/>
                    <a:pt x="1211" y="8181"/>
                    <a:pt x="1253" y="8147"/>
                  </a:cubicBezTo>
                  <a:lnTo>
                    <a:pt x="1253" y="8147"/>
                  </a:lnTo>
                  <a:cubicBezTo>
                    <a:pt x="1241" y="8152"/>
                    <a:pt x="1232" y="8155"/>
                    <a:pt x="1226" y="8155"/>
                  </a:cubicBezTo>
                  <a:cubicBezTo>
                    <a:pt x="1204" y="8155"/>
                    <a:pt x="1219" y="8123"/>
                    <a:pt x="1192" y="8123"/>
                  </a:cubicBezTo>
                  <a:cubicBezTo>
                    <a:pt x="1183" y="8123"/>
                    <a:pt x="1167" y="8127"/>
                    <a:pt x="1143" y="8138"/>
                  </a:cubicBezTo>
                  <a:cubicBezTo>
                    <a:pt x="1123" y="8113"/>
                    <a:pt x="1156" y="8106"/>
                    <a:pt x="1199" y="8106"/>
                  </a:cubicBezTo>
                  <a:cubicBezTo>
                    <a:pt x="1228" y="8106"/>
                    <a:pt x="1262" y="8110"/>
                    <a:pt x="1287" y="8113"/>
                  </a:cubicBezTo>
                  <a:cubicBezTo>
                    <a:pt x="1261" y="8122"/>
                    <a:pt x="1278" y="8130"/>
                    <a:pt x="1278" y="8147"/>
                  </a:cubicBezTo>
                  <a:cubicBezTo>
                    <a:pt x="1363" y="8122"/>
                    <a:pt x="1320" y="8096"/>
                    <a:pt x="1261" y="8096"/>
                  </a:cubicBezTo>
                  <a:lnTo>
                    <a:pt x="1354" y="8062"/>
                  </a:lnTo>
                  <a:lnTo>
                    <a:pt x="1337" y="8062"/>
                  </a:lnTo>
                  <a:lnTo>
                    <a:pt x="1439" y="8037"/>
                  </a:lnTo>
                  <a:close/>
                  <a:moveTo>
                    <a:pt x="272" y="1"/>
                  </a:moveTo>
                  <a:lnTo>
                    <a:pt x="272" y="1"/>
                  </a:lnTo>
                  <a:cubicBezTo>
                    <a:pt x="246" y="195"/>
                    <a:pt x="348" y="280"/>
                    <a:pt x="314" y="440"/>
                  </a:cubicBezTo>
                  <a:cubicBezTo>
                    <a:pt x="311" y="432"/>
                    <a:pt x="308" y="429"/>
                    <a:pt x="306" y="429"/>
                  </a:cubicBezTo>
                  <a:cubicBezTo>
                    <a:pt x="300" y="429"/>
                    <a:pt x="294" y="443"/>
                    <a:pt x="288" y="449"/>
                  </a:cubicBezTo>
                  <a:cubicBezTo>
                    <a:pt x="297" y="491"/>
                    <a:pt x="305" y="542"/>
                    <a:pt x="322" y="584"/>
                  </a:cubicBezTo>
                  <a:lnTo>
                    <a:pt x="322" y="669"/>
                  </a:lnTo>
                  <a:cubicBezTo>
                    <a:pt x="305" y="669"/>
                    <a:pt x="272" y="635"/>
                    <a:pt x="272" y="550"/>
                  </a:cubicBezTo>
                  <a:lnTo>
                    <a:pt x="272" y="550"/>
                  </a:lnTo>
                  <a:cubicBezTo>
                    <a:pt x="263" y="838"/>
                    <a:pt x="339" y="1058"/>
                    <a:pt x="314" y="1346"/>
                  </a:cubicBezTo>
                  <a:cubicBezTo>
                    <a:pt x="312" y="1346"/>
                    <a:pt x="311" y="1347"/>
                    <a:pt x="310" y="1347"/>
                  </a:cubicBezTo>
                  <a:cubicBezTo>
                    <a:pt x="300" y="1347"/>
                    <a:pt x="298" y="1321"/>
                    <a:pt x="297" y="1321"/>
                  </a:cubicBezTo>
                  <a:cubicBezTo>
                    <a:pt x="297" y="1321"/>
                    <a:pt x="297" y="1323"/>
                    <a:pt x="297" y="1329"/>
                  </a:cubicBezTo>
                  <a:cubicBezTo>
                    <a:pt x="304" y="1357"/>
                    <a:pt x="311" y="1410"/>
                    <a:pt x="318" y="1426"/>
                  </a:cubicBezTo>
                  <a:lnTo>
                    <a:pt x="318" y="1426"/>
                  </a:lnTo>
                  <a:cubicBezTo>
                    <a:pt x="313" y="1419"/>
                    <a:pt x="309" y="1410"/>
                    <a:pt x="307" y="1400"/>
                  </a:cubicBezTo>
                  <a:lnTo>
                    <a:pt x="307" y="1400"/>
                  </a:lnTo>
                  <a:cubicBezTo>
                    <a:pt x="320" y="1536"/>
                    <a:pt x="280" y="1611"/>
                    <a:pt x="297" y="1709"/>
                  </a:cubicBezTo>
                  <a:cubicBezTo>
                    <a:pt x="282" y="1709"/>
                    <a:pt x="287" y="1648"/>
                    <a:pt x="282" y="1648"/>
                  </a:cubicBezTo>
                  <a:lnTo>
                    <a:pt x="282" y="1648"/>
                  </a:lnTo>
                  <a:cubicBezTo>
                    <a:pt x="282" y="1648"/>
                    <a:pt x="281" y="1648"/>
                    <a:pt x="280" y="1650"/>
                  </a:cubicBezTo>
                  <a:cubicBezTo>
                    <a:pt x="263" y="1794"/>
                    <a:pt x="314" y="1870"/>
                    <a:pt x="314" y="2014"/>
                  </a:cubicBezTo>
                  <a:cubicBezTo>
                    <a:pt x="310" y="2005"/>
                    <a:pt x="307" y="2001"/>
                    <a:pt x="304" y="2001"/>
                  </a:cubicBezTo>
                  <a:cubicBezTo>
                    <a:pt x="293" y="2001"/>
                    <a:pt x="287" y="2056"/>
                    <a:pt x="280" y="2090"/>
                  </a:cubicBezTo>
                  <a:cubicBezTo>
                    <a:pt x="297" y="2208"/>
                    <a:pt x="305" y="2471"/>
                    <a:pt x="322" y="2648"/>
                  </a:cubicBezTo>
                  <a:cubicBezTo>
                    <a:pt x="318" y="2645"/>
                    <a:pt x="314" y="2643"/>
                    <a:pt x="310" y="2643"/>
                  </a:cubicBezTo>
                  <a:cubicBezTo>
                    <a:pt x="270" y="2643"/>
                    <a:pt x="310" y="2853"/>
                    <a:pt x="263" y="2868"/>
                  </a:cubicBezTo>
                  <a:cubicBezTo>
                    <a:pt x="263" y="2911"/>
                    <a:pt x="272" y="2978"/>
                    <a:pt x="288" y="2978"/>
                  </a:cubicBezTo>
                  <a:cubicBezTo>
                    <a:pt x="281" y="2955"/>
                    <a:pt x="295" y="2901"/>
                    <a:pt x="304" y="2901"/>
                  </a:cubicBezTo>
                  <a:cubicBezTo>
                    <a:pt x="304" y="2901"/>
                    <a:pt x="305" y="2902"/>
                    <a:pt x="305" y="2902"/>
                  </a:cubicBezTo>
                  <a:cubicBezTo>
                    <a:pt x="314" y="2961"/>
                    <a:pt x="314" y="3054"/>
                    <a:pt x="339" y="3063"/>
                  </a:cubicBezTo>
                  <a:lnTo>
                    <a:pt x="314" y="3139"/>
                  </a:lnTo>
                  <a:cubicBezTo>
                    <a:pt x="339" y="3147"/>
                    <a:pt x="356" y="3173"/>
                    <a:pt x="356" y="3207"/>
                  </a:cubicBezTo>
                  <a:cubicBezTo>
                    <a:pt x="305" y="3300"/>
                    <a:pt x="390" y="3198"/>
                    <a:pt x="365" y="3325"/>
                  </a:cubicBezTo>
                  <a:cubicBezTo>
                    <a:pt x="348" y="3300"/>
                    <a:pt x="331" y="3283"/>
                    <a:pt x="314" y="3257"/>
                  </a:cubicBezTo>
                  <a:lnTo>
                    <a:pt x="314" y="3257"/>
                  </a:lnTo>
                  <a:cubicBezTo>
                    <a:pt x="305" y="3325"/>
                    <a:pt x="322" y="3317"/>
                    <a:pt x="322" y="3359"/>
                  </a:cubicBezTo>
                  <a:cubicBezTo>
                    <a:pt x="321" y="3360"/>
                    <a:pt x="320" y="3360"/>
                    <a:pt x="318" y="3360"/>
                  </a:cubicBezTo>
                  <a:cubicBezTo>
                    <a:pt x="302" y="3360"/>
                    <a:pt x="279" y="3313"/>
                    <a:pt x="272" y="3266"/>
                  </a:cubicBezTo>
                  <a:lnTo>
                    <a:pt x="255" y="3342"/>
                  </a:lnTo>
                  <a:cubicBezTo>
                    <a:pt x="297" y="3452"/>
                    <a:pt x="322" y="3570"/>
                    <a:pt x="314" y="3680"/>
                  </a:cubicBezTo>
                  <a:cubicBezTo>
                    <a:pt x="301" y="3668"/>
                    <a:pt x="298" y="3642"/>
                    <a:pt x="287" y="3642"/>
                  </a:cubicBezTo>
                  <a:cubicBezTo>
                    <a:pt x="283" y="3642"/>
                    <a:pt x="278" y="3646"/>
                    <a:pt x="272" y="3655"/>
                  </a:cubicBezTo>
                  <a:cubicBezTo>
                    <a:pt x="297" y="3723"/>
                    <a:pt x="305" y="3790"/>
                    <a:pt x="297" y="3850"/>
                  </a:cubicBezTo>
                  <a:cubicBezTo>
                    <a:pt x="293" y="3845"/>
                    <a:pt x="291" y="3845"/>
                    <a:pt x="290" y="3845"/>
                  </a:cubicBezTo>
                  <a:cubicBezTo>
                    <a:pt x="289" y="3845"/>
                    <a:pt x="289" y="3845"/>
                    <a:pt x="289" y="3845"/>
                  </a:cubicBezTo>
                  <a:lnTo>
                    <a:pt x="289" y="3845"/>
                  </a:lnTo>
                  <a:cubicBezTo>
                    <a:pt x="313" y="3967"/>
                    <a:pt x="280" y="3935"/>
                    <a:pt x="280" y="4053"/>
                  </a:cubicBezTo>
                  <a:cubicBezTo>
                    <a:pt x="280" y="4053"/>
                    <a:pt x="272" y="4044"/>
                    <a:pt x="272" y="4044"/>
                  </a:cubicBezTo>
                  <a:lnTo>
                    <a:pt x="272" y="4044"/>
                  </a:lnTo>
                  <a:lnTo>
                    <a:pt x="288" y="4112"/>
                  </a:lnTo>
                  <a:cubicBezTo>
                    <a:pt x="331" y="4256"/>
                    <a:pt x="255" y="4273"/>
                    <a:pt x="238" y="4357"/>
                  </a:cubicBezTo>
                  <a:lnTo>
                    <a:pt x="238" y="4340"/>
                  </a:lnTo>
                  <a:cubicBezTo>
                    <a:pt x="212" y="4399"/>
                    <a:pt x="238" y="4569"/>
                    <a:pt x="229" y="4619"/>
                  </a:cubicBezTo>
                  <a:cubicBezTo>
                    <a:pt x="246" y="4552"/>
                    <a:pt x="246" y="4602"/>
                    <a:pt x="280" y="4552"/>
                  </a:cubicBezTo>
                  <a:cubicBezTo>
                    <a:pt x="272" y="4501"/>
                    <a:pt x="229" y="4518"/>
                    <a:pt x="246" y="4425"/>
                  </a:cubicBezTo>
                  <a:lnTo>
                    <a:pt x="246" y="4425"/>
                  </a:lnTo>
                  <a:cubicBezTo>
                    <a:pt x="272" y="4442"/>
                    <a:pt x="288" y="4552"/>
                    <a:pt x="305" y="4577"/>
                  </a:cubicBezTo>
                  <a:cubicBezTo>
                    <a:pt x="305" y="4619"/>
                    <a:pt x="280" y="4653"/>
                    <a:pt x="246" y="4662"/>
                  </a:cubicBezTo>
                  <a:cubicBezTo>
                    <a:pt x="255" y="4789"/>
                    <a:pt x="238" y="4865"/>
                    <a:pt x="246" y="5017"/>
                  </a:cubicBezTo>
                  <a:cubicBezTo>
                    <a:pt x="263" y="5076"/>
                    <a:pt x="331" y="5118"/>
                    <a:pt x="288" y="5245"/>
                  </a:cubicBezTo>
                  <a:lnTo>
                    <a:pt x="286" y="5242"/>
                  </a:lnTo>
                  <a:lnTo>
                    <a:pt x="286" y="5242"/>
                  </a:lnTo>
                  <a:cubicBezTo>
                    <a:pt x="289" y="5258"/>
                    <a:pt x="275" y="5301"/>
                    <a:pt x="288" y="5321"/>
                  </a:cubicBezTo>
                  <a:cubicBezTo>
                    <a:pt x="295" y="5314"/>
                    <a:pt x="299" y="5311"/>
                    <a:pt x="303" y="5311"/>
                  </a:cubicBezTo>
                  <a:cubicBezTo>
                    <a:pt x="313" y="5311"/>
                    <a:pt x="313" y="5341"/>
                    <a:pt x="322" y="5341"/>
                  </a:cubicBezTo>
                  <a:cubicBezTo>
                    <a:pt x="326" y="5341"/>
                    <a:pt x="331" y="5336"/>
                    <a:pt x="339" y="5321"/>
                  </a:cubicBezTo>
                  <a:lnTo>
                    <a:pt x="339" y="5321"/>
                  </a:lnTo>
                  <a:cubicBezTo>
                    <a:pt x="339" y="5398"/>
                    <a:pt x="297" y="5415"/>
                    <a:pt x="272" y="5423"/>
                  </a:cubicBezTo>
                  <a:cubicBezTo>
                    <a:pt x="314" y="5474"/>
                    <a:pt x="246" y="5567"/>
                    <a:pt x="272" y="5685"/>
                  </a:cubicBezTo>
                  <a:cubicBezTo>
                    <a:pt x="258" y="5664"/>
                    <a:pt x="249" y="5580"/>
                    <a:pt x="237" y="5580"/>
                  </a:cubicBezTo>
                  <a:cubicBezTo>
                    <a:pt x="235" y="5580"/>
                    <a:pt x="232" y="5583"/>
                    <a:pt x="229" y="5592"/>
                  </a:cubicBezTo>
                  <a:lnTo>
                    <a:pt x="280" y="5736"/>
                  </a:lnTo>
                  <a:lnTo>
                    <a:pt x="280" y="5668"/>
                  </a:lnTo>
                  <a:lnTo>
                    <a:pt x="280" y="5668"/>
                  </a:lnTo>
                  <a:cubicBezTo>
                    <a:pt x="314" y="5787"/>
                    <a:pt x="272" y="5821"/>
                    <a:pt x="255" y="5880"/>
                  </a:cubicBezTo>
                  <a:cubicBezTo>
                    <a:pt x="252" y="5882"/>
                    <a:pt x="250" y="5884"/>
                    <a:pt x="248" y="5884"/>
                  </a:cubicBezTo>
                  <a:cubicBezTo>
                    <a:pt x="244" y="5884"/>
                    <a:pt x="242" y="5880"/>
                    <a:pt x="241" y="5874"/>
                  </a:cubicBezTo>
                  <a:lnTo>
                    <a:pt x="241" y="5874"/>
                  </a:lnTo>
                  <a:cubicBezTo>
                    <a:pt x="244" y="5903"/>
                    <a:pt x="249" y="5929"/>
                    <a:pt x="255" y="5956"/>
                  </a:cubicBezTo>
                  <a:cubicBezTo>
                    <a:pt x="272" y="6024"/>
                    <a:pt x="288" y="6091"/>
                    <a:pt x="305" y="6159"/>
                  </a:cubicBezTo>
                  <a:lnTo>
                    <a:pt x="305" y="6176"/>
                  </a:lnTo>
                  <a:lnTo>
                    <a:pt x="305" y="6193"/>
                  </a:lnTo>
                  <a:lnTo>
                    <a:pt x="297" y="6252"/>
                  </a:lnTo>
                  <a:lnTo>
                    <a:pt x="297" y="6260"/>
                  </a:lnTo>
                  <a:lnTo>
                    <a:pt x="280" y="6320"/>
                  </a:lnTo>
                  <a:lnTo>
                    <a:pt x="297" y="6354"/>
                  </a:lnTo>
                  <a:lnTo>
                    <a:pt x="297" y="6337"/>
                  </a:lnTo>
                  <a:cubicBezTo>
                    <a:pt x="322" y="6345"/>
                    <a:pt x="348" y="6421"/>
                    <a:pt x="348" y="6506"/>
                  </a:cubicBezTo>
                  <a:cubicBezTo>
                    <a:pt x="348" y="6497"/>
                    <a:pt x="356" y="6455"/>
                    <a:pt x="356" y="6387"/>
                  </a:cubicBezTo>
                  <a:lnTo>
                    <a:pt x="373" y="6413"/>
                  </a:lnTo>
                  <a:cubicBezTo>
                    <a:pt x="365" y="6506"/>
                    <a:pt x="356" y="6599"/>
                    <a:pt x="348" y="6683"/>
                  </a:cubicBezTo>
                  <a:cubicBezTo>
                    <a:pt x="339" y="6650"/>
                    <a:pt x="339" y="6616"/>
                    <a:pt x="339" y="6582"/>
                  </a:cubicBezTo>
                  <a:lnTo>
                    <a:pt x="339" y="6582"/>
                  </a:lnTo>
                  <a:cubicBezTo>
                    <a:pt x="305" y="6675"/>
                    <a:pt x="356" y="6810"/>
                    <a:pt x="314" y="6861"/>
                  </a:cubicBezTo>
                  <a:cubicBezTo>
                    <a:pt x="288" y="6743"/>
                    <a:pt x="280" y="6624"/>
                    <a:pt x="280" y="6497"/>
                  </a:cubicBezTo>
                  <a:cubicBezTo>
                    <a:pt x="287" y="6486"/>
                    <a:pt x="292" y="6482"/>
                    <a:pt x="296" y="6482"/>
                  </a:cubicBezTo>
                  <a:cubicBezTo>
                    <a:pt x="318" y="6482"/>
                    <a:pt x="308" y="6607"/>
                    <a:pt x="322" y="6607"/>
                  </a:cubicBezTo>
                  <a:lnTo>
                    <a:pt x="331" y="6523"/>
                  </a:lnTo>
                  <a:lnTo>
                    <a:pt x="331" y="6523"/>
                  </a:lnTo>
                  <a:cubicBezTo>
                    <a:pt x="330" y="6523"/>
                    <a:pt x="330" y="6523"/>
                    <a:pt x="330" y="6523"/>
                  </a:cubicBezTo>
                  <a:cubicBezTo>
                    <a:pt x="316" y="6523"/>
                    <a:pt x="320" y="6397"/>
                    <a:pt x="286" y="6397"/>
                  </a:cubicBezTo>
                  <a:cubicBezTo>
                    <a:pt x="282" y="6397"/>
                    <a:pt x="277" y="6400"/>
                    <a:pt x="272" y="6404"/>
                  </a:cubicBezTo>
                  <a:cubicBezTo>
                    <a:pt x="255" y="6590"/>
                    <a:pt x="255" y="6768"/>
                    <a:pt x="255" y="6929"/>
                  </a:cubicBezTo>
                  <a:lnTo>
                    <a:pt x="18" y="6776"/>
                  </a:lnTo>
                  <a:cubicBezTo>
                    <a:pt x="18" y="6776"/>
                    <a:pt x="9" y="6776"/>
                    <a:pt x="1" y="6768"/>
                  </a:cubicBezTo>
                  <a:lnTo>
                    <a:pt x="1" y="6768"/>
                  </a:lnTo>
                  <a:cubicBezTo>
                    <a:pt x="1" y="6859"/>
                    <a:pt x="34" y="6869"/>
                    <a:pt x="63" y="6869"/>
                  </a:cubicBezTo>
                  <a:cubicBezTo>
                    <a:pt x="70" y="6869"/>
                    <a:pt x="77" y="6868"/>
                    <a:pt x="83" y="6868"/>
                  </a:cubicBezTo>
                  <a:cubicBezTo>
                    <a:pt x="93" y="6868"/>
                    <a:pt x="100" y="6870"/>
                    <a:pt x="102" y="6878"/>
                  </a:cubicBezTo>
                  <a:cubicBezTo>
                    <a:pt x="111" y="6912"/>
                    <a:pt x="119" y="6946"/>
                    <a:pt x="111" y="6971"/>
                  </a:cubicBezTo>
                  <a:lnTo>
                    <a:pt x="94" y="6954"/>
                  </a:lnTo>
                  <a:lnTo>
                    <a:pt x="94" y="6954"/>
                  </a:lnTo>
                  <a:cubicBezTo>
                    <a:pt x="102" y="7056"/>
                    <a:pt x="128" y="6988"/>
                    <a:pt x="128" y="7073"/>
                  </a:cubicBezTo>
                  <a:cubicBezTo>
                    <a:pt x="132" y="7090"/>
                    <a:pt x="134" y="7096"/>
                    <a:pt x="135" y="7096"/>
                  </a:cubicBezTo>
                  <a:cubicBezTo>
                    <a:pt x="138" y="7096"/>
                    <a:pt x="134" y="7047"/>
                    <a:pt x="139" y="7047"/>
                  </a:cubicBezTo>
                  <a:cubicBezTo>
                    <a:pt x="141" y="7047"/>
                    <a:pt x="142" y="7050"/>
                    <a:pt x="145" y="7056"/>
                  </a:cubicBezTo>
                  <a:cubicBezTo>
                    <a:pt x="145" y="7157"/>
                    <a:pt x="212" y="7123"/>
                    <a:pt x="187" y="7267"/>
                  </a:cubicBezTo>
                  <a:cubicBezTo>
                    <a:pt x="181" y="7267"/>
                    <a:pt x="174" y="7270"/>
                    <a:pt x="167" y="7270"/>
                  </a:cubicBezTo>
                  <a:cubicBezTo>
                    <a:pt x="154" y="7270"/>
                    <a:pt x="142" y="7260"/>
                    <a:pt x="136" y="7199"/>
                  </a:cubicBezTo>
                  <a:lnTo>
                    <a:pt x="119" y="7284"/>
                  </a:lnTo>
                  <a:cubicBezTo>
                    <a:pt x="111" y="7242"/>
                    <a:pt x="102" y="7191"/>
                    <a:pt x="102" y="7140"/>
                  </a:cubicBezTo>
                  <a:cubicBezTo>
                    <a:pt x="69" y="7098"/>
                    <a:pt x="52" y="7106"/>
                    <a:pt x="26" y="7064"/>
                  </a:cubicBezTo>
                  <a:lnTo>
                    <a:pt x="26" y="7064"/>
                  </a:lnTo>
                  <a:cubicBezTo>
                    <a:pt x="35" y="7098"/>
                    <a:pt x="60" y="7081"/>
                    <a:pt x="52" y="7149"/>
                  </a:cubicBezTo>
                  <a:cubicBezTo>
                    <a:pt x="52" y="7172"/>
                    <a:pt x="51" y="7180"/>
                    <a:pt x="49" y="7180"/>
                  </a:cubicBezTo>
                  <a:cubicBezTo>
                    <a:pt x="46" y="7180"/>
                    <a:pt x="38" y="7138"/>
                    <a:pt x="26" y="7132"/>
                  </a:cubicBezTo>
                  <a:lnTo>
                    <a:pt x="26" y="7132"/>
                  </a:lnTo>
                  <a:cubicBezTo>
                    <a:pt x="69" y="7225"/>
                    <a:pt x="1" y="7242"/>
                    <a:pt x="35" y="7326"/>
                  </a:cubicBezTo>
                  <a:cubicBezTo>
                    <a:pt x="69" y="7309"/>
                    <a:pt x="69" y="7326"/>
                    <a:pt x="94" y="7259"/>
                  </a:cubicBezTo>
                  <a:lnTo>
                    <a:pt x="94" y="7259"/>
                  </a:lnTo>
                  <a:cubicBezTo>
                    <a:pt x="111" y="7326"/>
                    <a:pt x="85" y="7402"/>
                    <a:pt x="52" y="7402"/>
                  </a:cubicBezTo>
                  <a:lnTo>
                    <a:pt x="85" y="7411"/>
                  </a:lnTo>
                  <a:cubicBezTo>
                    <a:pt x="77" y="7428"/>
                    <a:pt x="85" y="7487"/>
                    <a:pt x="77" y="7487"/>
                  </a:cubicBezTo>
                  <a:lnTo>
                    <a:pt x="94" y="7504"/>
                  </a:lnTo>
                  <a:cubicBezTo>
                    <a:pt x="111" y="7453"/>
                    <a:pt x="119" y="7394"/>
                    <a:pt x="102" y="7335"/>
                  </a:cubicBezTo>
                  <a:lnTo>
                    <a:pt x="102" y="7335"/>
                  </a:lnTo>
                  <a:cubicBezTo>
                    <a:pt x="107" y="7341"/>
                    <a:pt x="112" y="7343"/>
                    <a:pt x="117" y="7343"/>
                  </a:cubicBezTo>
                  <a:cubicBezTo>
                    <a:pt x="126" y="7343"/>
                    <a:pt x="135" y="7335"/>
                    <a:pt x="142" y="7335"/>
                  </a:cubicBezTo>
                  <a:cubicBezTo>
                    <a:pt x="151" y="7335"/>
                    <a:pt x="158" y="7346"/>
                    <a:pt x="162" y="7394"/>
                  </a:cubicBezTo>
                  <a:cubicBezTo>
                    <a:pt x="165" y="7410"/>
                    <a:pt x="163" y="7415"/>
                    <a:pt x="159" y="7415"/>
                  </a:cubicBezTo>
                  <a:cubicBezTo>
                    <a:pt x="153" y="7415"/>
                    <a:pt x="141" y="7402"/>
                    <a:pt x="136" y="7402"/>
                  </a:cubicBezTo>
                  <a:lnTo>
                    <a:pt x="136" y="7402"/>
                  </a:lnTo>
                  <a:cubicBezTo>
                    <a:pt x="153" y="7479"/>
                    <a:pt x="162" y="7563"/>
                    <a:pt x="162" y="7639"/>
                  </a:cubicBezTo>
                  <a:cubicBezTo>
                    <a:pt x="153" y="7715"/>
                    <a:pt x="170" y="7783"/>
                    <a:pt x="204" y="7851"/>
                  </a:cubicBezTo>
                  <a:cubicBezTo>
                    <a:pt x="162" y="7766"/>
                    <a:pt x="136" y="7673"/>
                    <a:pt x="111" y="7589"/>
                  </a:cubicBezTo>
                  <a:lnTo>
                    <a:pt x="111" y="7589"/>
                  </a:lnTo>
                  <a:cubicBezTo>
                    <a:pt x="94" y="7648"/>
                    <a:pt x="145" y="7707"/>
                    <a:pt x="162" y="7766"/>
                  </a:cubicBezTo>
                  <a:cubicBezTo>
                    <a:pt x="149" y="7742"/>
                    <a:pt x="139" y="7729"/>
                    <a:pt x="133" y="7729"/>
                  </a:cubicBezTo>
                  <a:cubicBezTo>
                    <a:pt x="126" y="7729"/>
                    <a:pt x="123" y="7744"/>
                    <a:pt x="128" y="7775"/>
                  </a:cubicBezTo>
                  <a:lnTo>
                    <a:pt x="153" y="7800"/>
                  </a:lnTo>
                  <a:cubicBezTo>
                    <a:pt x="162" y="7825"/>
                    <a:pt x="178" y="7902"/>
                    <a:pt x="187" y="7902"/>
                  </a:cubicBezTo>
                  <a:cubicBezTo>
                    <a:pt x="195" y="7902"/>
                    <a:pt x="195" y="7885"/>
                    <a:pt x="187" y="7851"/>
                  </a:cubicBezTo>
                  <a:lnTo>
                    <a:pt x="187" y="7851"/>
                  </a:lnTo>
                  <a:cubicBezTo>
                    <a:pt x="221" y="7885"/>
                    <a:pt x="255" y="7952"/>
                    <a:pt x="305" y="8012"/>
                  </a:cubicBezTo>
                  <a:cubicBezTo>
                    <a:pt x="365" y="8088"/>
                    <a:pt x="424" y="8147"/>
                    <a:pt x="500" y="8206"/>
                  </a:cubicBezTo>
                  <a:cubicBezTo>
                    <a:pt x="497" y="8209"/>
                    <a:pt x="492" y="8211"/>
                    <a:pt x="487" y="8211"/>
                  </a:cubicBezTo>
                  <a:cubicBezTo>
                    <a:pt x="462" y="8211"/>
                    <a:pt x="416" y="8183"/>
                    <a:pt x="381" y="8155"/>
                  </a:cubicBezTo>
                  <a:cubicBezTo>
                    <a:pt x="363" y="8137"/>
                    <a:pt x="347" y="8121"/>
                    <a:pt x="343" y="8121"/>
                  </a:cubicBezTo>
                  <a:cubicBezTo>
                    <a:pt x="340" y="8121"/>
                    <a:pt x="345" y="8133"/>
                    <a:pt x="365" y="8164"/>
                  </a:cubicBezTo>
                  <a:cubicBezTo>
                    <a:pt x="424" y="8215"/>
                    <a:pt x="508" y="8223"/>
                    <a:pt x="610" y="8299"/>
                  </a:cubicBezTo>
                  <a:cubicBezTo>
                    <a:pt x="605" y="8299"/>
                    <a:pt x="601" y="8298"/>
                    <a:pt x="598" y="8298"/>
                  </a:cubicBezTo>
                  <a:cubicBezTo>
                    <a:pt x="559" y="8298"/>
                    <a:pt x="660" y="8343"/>
                    <a:pt x="652" y="8358"/>
                  </a:cubicBezTo>
                  <a:lnTo>
                    <a:pt x="838" y="8358"/>
                  </a:lnTo>
                  <a:cubicBezTo>
                    <a:pt x="883" y="8368"/>
                    <a:pt x="928" y="8372"/>
                    <a:pt x="974" y="8372"/>
                  </a:cubicBezTo>
                  <a:cubicBezTo>
                    <a:pt x="1007" y="8372"/>
                    <a:pt x="1040" y="8370"/>
                    <a:pt x="1075" y="8367"/>
                  </a:cubicBezTo>
                  <a:lnTo>
                    <a:pt x="982" y="8367"/>
                  </a:lnTo>
                  <a:cubicBezTo>
                    <a:pt x="1011" y="8355"/>
                    <a:pt x="1040" y="8351"/>
                    <a:pt x="1068" y="8351"/>
                  </a:cubicBezTo>
                  <a:cubicBezTo>
                    <a:pt x="1115" y="8351"/>
                    <a:pt x="1162" y="8361"/>
                    <a:pt x="1212" y="8361"/>
                  </a:cubicBezTo>
                  <a:cubicBezTo>
                    <a:pt x="1239" y="8361"/>
                    <a:pt x="1266" y="8358"/>
                    <a:pt x="1295" y="8350"/>
                  </a:cubicBezTo>
                  <a:lnTo>
                    <a:pt x="1295" y="8350"/>
                  </a:lnTo>
                  <a:lnTo>
                    <a:pt x="1244" y="8367"/>
                  </a:lnTo>
                  <a:cubicBezTo>
                    <a:pt x="1320" y="8367"/>
                    <a:pt x="1397" y="8350"/>
                    <a:pt x="1464" y="8316"/>
                  </a:cubicBezTo>
                  <a:lnTo>
                    <a:pt x="1464" y="8350"/>
                  </a:lnTo>
                  <a:cubicBezTo>
                    <a:pt x="1473" y="8308"/>
                    <a:pt x="1617" y="8282"/>
                    <a:pt x="1642" y="8265"/>
                  </a:cubicBezTo>
                  <a:lnTo>
                    <a:pt x="1642" y="8265"/>
                  </a:lnTo>
                  <a:cubicBezTo>
                    <a:pt x="1564" y="8285"/>
                    <a:pt x="1521" y="8288"/>
                    <a:pt x="1486" y="8288"/>
                  </a:cubicBezTo>
                  <a:cubicBezTo>
                    <a:pt x="1468" y="8288"/>
                    <a:pt x="1452" y="8287"/>
                    <a:pt x="1434" y="8287"/>
                  </a:cubicBezTo>
                  <a:cubicBezTo>
                    <a:pt x="1396" y="8287"/>
                    <a:pt x="1350" y="8291"/>
                    <a:pt x="1261" y="8316"/>
                  </a:cubicBezTo>
                  <a:cubicBezTo>
                    <a:pt x="1337" y="8274"/>
                    <a:pt x="1388" y="8257"/>
                    <a:pt x="1464" y="8206"/>
                  </a:cubicBezTo>
                  <a:cubicBezTo>
                    <a:pt x="1498" y="8206"/>
                    <a:pt x="1515" y="8215"/>
                    <a:pt x="1515" y="8223"/>
                  </a:cubicBezTo>
                  <a:cubicBezTo>
                    <a:pt x="1540" y="8198"/>
                    <a:pt x="1540" y="8172"/>
                    <a:pt x="1591" y="8155"/>
                  </a:cubicBezTo>
                  <a:lnTo>
                    <a:pt x="1608" y="8172"/>
                  </a:lnTo>
                  <a:cubicBezTo>
                    <a:pt x="1743" y="8164"/>
                    <a:pt x="1718" y="8088"/>
                    <a:pt x="1853" y="8079"/>
                  </a:cubicBezTo>
                  <a:lnTo>
                    <a:pt x="1853" y="8079"/>
                  </a:lnTo>
                  <a:cubicBezTo>
                    <a:pt x="1879" y="8113"/>
                    <a:pt x="1743" y="8147"/>
                    <a:pt x="1667" y="8181"/>
                  </a:cubicBezTo>
                  <a:cubicBezTo>
                    <a:pt x="1735" y="8206"/>
                    <a:pt x="1540" y="8215"/>
                    <a:pt x="1625" y="8248"/>
                  </a:cubicBezTo>
                  <a:lnTo>
                    <a:pt x="1659" y="8223"/>
                  </a:lnTo>
                  <a:cubicBezTo>
                    <a:pt x="1665" y="8222"/>
                    <a:pt x="1670" y="8221"/>
                    <a:pt x="1674" y="8221"/>
                  </a:cubicBezTo>
                  <a:cubicBezTo>
                    <a:pt x="1691" y="8221"/>
                    <a:pt x="1692" y="8230"/>
                    <a:pt x="1683" y="8236"/>
                  </a:cubicBezTo>
                  <a:lnTo>
                    <a:pt x="1683" y="8236"/>
                  </a:lnTo>
                  <a:cubicBezTo>
                    <a:pt x="1723" y="8226"/>
                    <a:pt x="1711" y="8237"/>
                    <a:pt x="1727" y="8215"/>
                  </a:cubicBezTo>
                  <a:cubicBezTo>
                    <a:pt x="1762" y="8209"/>
                    <a:pt x="1786" y="8207"/>
                    <a:pt x="1801" y="8207"/>
                  </a:cubicBezTo>
                  <a:cubicBezTo>
                    <a:pt x="1867" y="8207"/>
                    <a:pt x="1778" y="8251"/>
                    <a:pt x="1875" y="8251"/>
                  </a:cubicBezTo>
                  <a:cubicBezTo>
                    <a:pt x="1887" y="8251"/>
                    <a:pt x="1902" y="8250"/>
                    <a:pt x="1921" y="8248"/>
                  </a:cubicBezTo>
                  <a:lnTo>
                    <a:pt x="1921" y="8248"/>
                  </a:lnTo>
                  <a:cubicBezTo>
                    <a:pt x="1896" y="8265"/>
                    <a:pt x="1845" y="8265"/>
                    <a:pt x="1853" y="8291"/>
                  </a:cubicBezTo>
                  <a:lnTo>
                    <a:pt x="1752" y="8299"/>
                  </a:lnTo>
                  <a:lnTo>
                    <a:pt x="1752" y="8325"/>
                  </a:lnTo>
                  <a:cubicBezTo>
                    <a:pt x="1853" y="8316"/>
                    <a:pt x="1946" y="8274"/>
                    <a:pt x="2014" y="8198"/>
                  </a:cubicBezTo>
                  <a:lnTo>
                    <a:pt x="2014" y="8198"/>
                  </a:lnTo>
                  <a:cubicBezTo>
                    <a:pt x="1985" y="8210"/>
                    <a:pt x="1969" y="8215"/>
                    <a:pt x="1960" y="8215"/>
                  </a:cubicBezTo>
                  <a:cubicBezTo>
                    <a:pt x="1936" y="8215"/>
                    <a:pt x="1980" y="8172"/>
                    <a:pt x="1930" y="8172"/>
                  </a:cubicBezTo>
                  <a:cubicBezTo>
                    <a:pt x="1939" y="8162"/>
                    <a:pt x="1952" y="8158"/>
                    <a:pt x="1966" y="8158"/>
                  </a:cubicBezTo>
                  <a:cubicBezTo>
                    <a:pt x="1976" y="8158"/>
                    <a:pt x="1987" y="8160"/>
                    <a:pt x="1997" y="8164"/>
                  </a:cubicBezTo>
                  <a:cubicBezTo>
                    <a:pt x="1997" y="8156"/>
                    <a:pt x="2057" y="8141"/>
                    <a:pt x="2050" y="8125"/>
                  </a:cubicBezTo>
                  <a:lnTo>
                    <a:pt x="2050" y="8125"/>
                  </a:lnTo>
                  <a:cubicBezTo>
                    <a:pt x="2099" y="8188"/>
                    <a:pt x="2360" y="8148"/>
                    <a:pt x="2310" y="8223"/>
                  </a:cubicBezTo>
                  <a:cubicBezTo>
                    <a:pt x="2471" y="8198"/>
                    <a:pt x="2632" y="8164"/>
                    <a:pt x="2784" y="8113"/>
                  </a:cubicBezTo>
                  <a:lnTo>
                    <a:pt x="2784" y="8113"/>
                  </a:lnTo>
                  <a:lnTo>
                    <a:pt x="2742" y="8138"/>
                  </a:lnTo>
                  <a:cubicBezTo>
                    <a:pt x="2768" y="8143"/>
                    <a:pt x="2789" y="8145"/>
                    <a:pt x="2807" y="8145"/>
                  </a:cubicBezTo>
                  <a:cubicBezTo>
                    <a:pt x="2919" y="8145"/>
                    <a:pt x="2900" y="8066"/>
                    <a:pt x="2987" y="8037"/>
                  </a:cubicBezTo>
                  <a:lnTo>
                    <a:pt x="2987" y="8037"/>
                  </a:lnTo>
                  <a:cubicBezTo>
                    <a:pt x="2946" y="8055"/>
                    <a:pt x="2957" y="8059"/>
                    <a:pt x="2985" y="8059"/>
                  </a:cubicBezTo>
                  <a:cubicBezTo>
                    <a:pt x="3006" y="8059"/>
                    <a:pt x="3037" y="8057"/>
                    <a:pt x="3063" y="8057"/>
                  </a:cubicBezTo>
                  <a:cubicBezTo>
                    <a:pt x="3081" y="8057"/>
                    <a:pt x="3097" y="8058"/>
                    <a:pt x="3105" y="8062"/>
                  </a:cubicBezTo>
                  <a:cubicBezTo>
                    <a:pt x="3182" y="8012"/>
                    <a:pt x="3266" y="7978"/>
                    <a:pt x="3351" y="7952"/>
                  </a:cubicBezTo>
                  <a:cubicBezTo>
                    <a:pt x="3374" y="7975"/>
                    <a:pt x="3390" y="8013"/>
                    <a:pt x="3444" y="8013"/>
                  </a:cubicBezTo>
                  <a:cubicBezTo>
                    <a:pt x="3449" y="8013"/>
                    <a:pt x="3455" y="8012"/>
                    <a:pt x="3461" y="8012"/>
                  </a:cubicBezTo>
                  <a:lnTo>
                    <a:pt x="3503" y="7978"/>
                  </a:lnTo>
                  <a:cubicBezTo>
                    <a:pt x="3571" y="7952"/>
                    <a:pt x="3647" y="7935"/>
                    <a:pt x="3715" y="7927"/>
                  </a:cubicBezTo>
                  <a:lnTo>
                    <a:pt x="3706" y="7927"/>
                  </a:lnTo>
                  <a:cubicBezTo>
                    <a:pt x="3783" y="7927"/>
                    <a:pt x="3783" y="7892"/>
                    <a:pt x="3738" y="7892"/>
                  </a:cubicBezTo>
                  <a:cubicBezTo>
                    <a:pt x="3733" y="7892"/>
                    <a:pt x="3728" y="7892"/>
                    <a:pt x="3723" y="7893"/>
                  </a:cubicBezTo>
                  <a:lnTo>
                    <a:pt x="3799" y="7859"/>
                  </a:lnTo>
                  <a:lnTo>
                    <a:pt x="3799" y="7868"/>
                  </a:lnTo>
                  <a:cubicBezTo>
                    <a:pt x="3901" y="7809"/>
                    <a:pt x="4011" y="7766"/>
                    <a:pt x="4129" y="7724"/>
                  </a:cubicBezTo>
                  <a:lnTo>
                    <a:pt x="4129" y="7724"/>
                  </a:lnTo>
                  <a:cubicBezTo>
                    <a:pt x="4095" y="7758"/>
                    <a:pt x="4264" y="7749"/>
                    <a:pt x="4121" y="7783"/>
                  </a:cubicBezTo>
                  <a:cubicBezTo>
                    <a:pt x="4154" y="7766"/>
                    <a:pt x="4095" y="7766"/>
                    <a:pt x="4078" y="7758"/>
                  </a:cubicBezTo>
                  <a:cubicBezTo>
                    <a:pt x="4036" y="7766"/>
                    <a:pt x="4002" y="7783"/>
                    <a:pt x="3968" y="7809"/>
                  </a:cubicBezTo>
                  <a:cubicBezTo>
                    <a:pt x="3985" y="7817"/>
                    <a:pt x="3977" y="7859"/>
                    <a:pt x="3960" y="7885"/>
                  </a:cubicBezTo>
                  <a:cubicBezTo>
                    <a:pt x="4053" y="7825"/>
                    <a:pt x="4349" y="7792"/>
                    <a:pt x="4349" y="7715"/>
                  </a:cubicBezTo>
                  <a:cubicBezTo>
                    <a:pt x="4476" y="7690"/>
                    <a:pt x="4637" y="7631"/>
                    <a:pt x="4780" y="7614"/>
                  </a:cubicBezTo>
                  <a:cubicBezTo>
                    <a:pt x="4780" y="7614"/>
                    <a:pt x="4763" y="7605"/>
                    <a:pt x="4763" y="7597"/>
                  </a:cubicBezTo>
                  <a:lnTo>
                    <a:pt x="4899" y="7597"/>
                  </a:lnTo>
                  <a:lnTo>
                    <a:pt x="4873" y="7614"/>
                  </a:lnTo>
                  <a:lnTo>
                    <a:pt x="4958" y="7614"/>
                  </a:lnTo>
                  <a:cubicBezTo>
                    <a:pt x="4966" y="7622"/>
                    <a:pt x="4924" y="7648"/>
                    <a:pt x="4907" y="7656"/>
                  </a:cubicBezTo>
                  <a:cubicBezTo>
                    <a:pt x="4902" y="7659"/>
                    <a:pt x="4897" y="7660"/>
                    <a:pt x="4892" y="7660"/>
                  </a:cubicBezTo>
                  <a:cubicBezTo>
                    <a:pt x="4883" y="7660"/>
                    <a:pt x="4877" y="7657"/>
                    <a:pt x="4881" y="7653"/>
                  </a:cubicBezTo>
                  <a:lnTo>
                    <a:pt x="4881" y="7653"/>
                  </a:lnTo>
                  <a:cubicBezTo>
                    <a:pt x="4861" y="7663"/>
                    <a:pt x="4863" y="7666"/>
                    <a:pt x="4872" y="7666"/>
                  </a:cubicBezTo>
                  <a:cubicBezTo>
                    <a:pt x="4881" y="7666"/>
                    <a:pt x="4899" y="7663"/>
                    <a:pt x="4911" y="7663"/>
                  </a:cubicBezTo>
                  <a:cubicBezTo>
                    <a:pt x="4925" y="7663"/>
                    <a:pt x="4933" y="7667"/>
                    <a:pt x="4916" y="7682"/>
                  </a:cubicBezTo>
                  <a:cubicBezTo>
                    <a:pt x="4890" y="7682"/>
                    <a:pt x="4865" y="7690"/>
                    <a:pt x="4848" y="7699"/>
                  </a:cubicBezTo>
                  <a:cubicBezTo>
                    <a:pt x="4932" y="7692"/>
                    <a:pt x="4970" y="7650"/>
                    <a:pt x="5023" y="7650"/>
                  </a:cubicBezTo>
                  <a:cubicBezTo>
                    <a:pt x="5034" y="7650"/>
                    <a:pt x="5046" y="7652"/>
                    <a:pt x="5060" y="7656"/>
                  </a:cubicBezTo>
                  <a:cubicBezTo>
                    <a:pt x="5119" y="7605"/>
                    <a:pt x="5203" y="7572"/>
                    <a:pt x="5288" y="7572"/>
                  </a:cubicBezTo>
                  <a:cubicBezTo>
                    <a:pt x="5282" y="7576"/>
                    <a:pt x="5281" y="7578"/>
                    <a:pt x="5284" y="7578"/>
                  </a:cubicBezTo>
                  <a:cubicBezTo>
                    <a:pt x="5292" y="7578"/>
                    <a:pt x="5328" y="7564"/>
                    <a:pt x="5345" y="7564"/>
                  </a:cubicBezTo>
                  <a:cubicBezTo>
                    <a:pt x="5354" y="7564"/>
                    <a:pt x="5357" y="7568"/>
                    <a:pt x="5347" y="7580"/>
                  </a:cubicBezTo>
                  <a:cubicBezTo>
                    <a:pt x="5381" y="7555"/>
                    <a:pt x="5466" y="7555"/>
                    <a:pt x="5474" y="7529"/>
                  </a:cubicBezTo>
                  <a:lnTo>
                    <a:pt x="5474" y="7529"/>
                  </a:lnTo>
                  <a:cubicBezTo>
                    <a:pt x="5449" y="7546"/>
                    <a:pt x="5423" y="7555"/>
                    <a:pt x="5389" y="7555"/>
                  </a:cubicBezTo>
                  <a:cubicBezTo>
                    <a:pt x="5423" y="7538"/>
                    <a:pt x="5423" y="7512"/>
                    <a:pt x="5474" y="7504"/>
                  </a:cubicBezTo>
                  <a:lnTo>
                    <a:pt x="5474" y="7512"/>
                  </a:lnTo>
                  <a:cubicBezTo>
                    <a:pt x="5525" y="7479"/>
                    <a:pt x="5474" y="7445"/>
                    <a:pt x="5576" y="7411"/>
                  </a:cubicBezTo>
                  <a:cubicBezTo>
                    <a:pt x="5630" y="7394"/>
                    <a:pt x="5662" y="7387"/>
                    <a:pt x="5678" y="7387"/>
                  </a:cubicBezTo>
                  <a:cubicBezTo>
                    <a:pt x="5744" y="7387"/>
                    <a:pt x="5567" y="7496"/>
                    <a:pt x="5601" y="7496"/>
                  </a:cubicBezTo>
                  <a:cubicBezTo>
                    <a:pt x="5652" y="7462"/>
                    <a:pt x="5719" y="7436"/>
                    <a:pt x="5779" y="7436"/>
                  </a:cubicBezTo>
                  <a:lnTo>
                    <a:pt x="5770" y="7445"/>
                  </a:lnTo>
                  <a:cubicBezTo>
                    <a:pt x="5796" y="7428"/>
                    <a:pt x="5829" y="7411"/>
                    <a:pt x="5872" y="7411"/>
                  </a:cubicBezTo>
                  <a:cubicBezTo>
                    <a:pt x="5880" y="7386"/>
                    <a:pt x="5897" y="7352"/>
                    <a:pt x="5914" y="7326"/>
                  </a:cubicBezTo>
                  <a:lnTo>
                    <a:pt x="6041" y="7284"/>
                  </a:lnTo>
                  <a:lnTo>
                    <a:pt x="6041" y="7284"/>
                  </a:lnTo>
                  <a:lnTo>
                    <a:pt x="6015" y="7309"/>
                  </a:lnTo>
                  <a:cubicBezTo>
                    <a:pt x="6041" y="7293"/>
                    <a:pt x="6066" y="7284"/>
                    <a:pt x="6092" y="7276"/>
                  </a:cubicBezTo>
                  <a:lnTo>
                    <a:pt x="6092" y="7276"/>
                  </a:lnTo>
                  <a:cubicBezTo>
                    <a:pt x="6109" y="7293"/>
                    <a:pt x="6066" y="7301"/>
                    <a:pt x="6032" y="7318"/>
                  </a:cubicBezTo>
                  <a:cubicBezTo>
                    <a:pt x="6039" y="7320"/>
                    <a:pt x="6046" y="7321"/>
                    <a:pt x="6053" y="7321"/>
                  </a:cubicBezTo>
                  <a:cubicBezTo>
                    <a:pt x="6074" y="7321"/>
                    <a:pt x="6096" y="7312"/>
                    <a:pt x="6109" y="7293"/>
                  </a:cubicBezTo>
                  <a:lnTo>
                    <a:pt x="6092" y="7293"/>
                  </a:lnTo>
                  <a:cubicBezTo>
                    <a:pt x="6113" y="7278"/>
                    <a:pt x="6195" y="7228"/>
                    <a:pt x="6164" y="7228"/>
                  </a:cubicBezTo>
                  <a:cubicBezTo>
                    <a:pt x="6158" y="7228"/>
                    <a:pt x="6148" y="7229"/>
                    <a:pt x="6134" y="7233"/>
                  </a:cubicBezTo>
                  <a:cubicBezTo>
                    <a:pt x="6163" y="7212"/>
                    <a:pt x="6187" y="7210"/>
                    <a:pt x="6208" y="7210"/>
                  </a:cubicBezTo>
                  <a:cubicBezTo>
                    <a:pt x="6213" y="7210"/>
                    <a:pt x="6218" y="7210"/>
                    <a:pt x="6223" y="7210"/>
                  </a:cubicBezTo>
                  <a:cubicBezTo>
                    <a:pt x="6239" y="7210"/>
                    <a:pt x="6253" y="7209"/>
                    <a:pt x="6269" y="7199"/>
                  </a:cubicBezTo>
                  <a:lnTo>
                    <a:pt x="6269" y="7199"/>
                  </a:lnTo>
                  <a:cubicBezTo>
                    <a:pt x="6286" y="7216"/>
                    <a:pt x="6244" y="7242"/>
                    <a:pt x="6269" y="7242"/>
                  </a:cubicBezTo>
                  <a:cubicBezTo>
                    <a:pt x="6303" y="7233"/>
                    <a:pt x="6345" y="7216"/>
                    <a:pt x="6379" y="7199"/>
                  </a:cubicBezTo>
                  <a:lnTo>
                    <a:pt x="6379" y="7199"/>
                  </a:lnTo>
                  <a:cubicBezTo>
                    <a:pt x="6373" y="7201"/>
                    <a:pt x="6369" y="7201"/>
                    <a:pt x="6365" y="7201"/>
                  </a:cubicBezTo>
                  <a:cubicBezTo>
                    <a:pt x="6350" y="7201"/>
                    <a:pt x="6364" y="7189"/>
                    <a:pt x="6340" y="7189"/>
                  </a:cubicBezTo>
                  <a:cubicBezTo>
                    <a:pt x="6335" y="7189"/>
                    <a:pt x="6329" y="7190"/>
                    <a:pt x="6320" y="7191"/>
                  </a:cubicBezTo>
                  <a:cubicBezTo>
                    <a:pt x="6345" y="7174"/>
                    <a:pt x="6396" y="7157"/>
                    <a:pt x="6396" y="7149"/>
                  </a:cubicBezTo>
                  <a:lnTo>
                    <a:pt x="6396" y="7149"/>
                  </a:lnTo>
                  <a:cubicBezTo>
                    <a:pt x="6371" y="7166"/>
                    <a:pt x="6354" y="7166"/>
                    <a:pt x="6328" y="7166"/>
                  </a:cubicBezTo>
                  <a:cubicBezTo>
                    <a:pt x="6388" y="7140"/>
                    <a:pt x="6455" y="7123"/>
                    <a:pt x="6515" y="7115"/>
                  </a:cubicBezTo>
                  <a:lnTo>
                    <a:pt x="6515" y="7115"/>
                  </a:lnTo>
                  <a:cubicBezTo>
                    <a:pt x="6515" y="7123"/>
                    <a:pt x="6515" y="7123"/>
                    <a:pt x="6506" y="7132"/>
                  </a:cubicBezTo>
                  <a:cubicBezTo>
                    <a:pt x="6574" y="7073"/>
                    <a:pt x="6701" y="7047"/>
                    <a:pt x="6743" y="6996"/>
                  </a:cubicBezTo>
                  <a:lnTo>
                    <a:pt x="6718" y="6996"/>
                  </a:lnTo>
                  <a:cubicBezTo>
                    <a:pt x="6701" y="7013"/>
                    <a:pt x="6675" y="7022"/>
                    <a:pt x="6641" y="7022"/>
                  </a:cubicBezTo>
                  <a:cubicBezTo>
                    <a:pt x="6701" y="6988"/>
                    <a:pt x="6591" y="7005"/>
                    <a:pt x="6650" y="6971"/>
                  </a:cubicBezTo>
                  <a:cubicBezTo>
                    <a:pt x="6735" y="6929"/>
                    <a:pt x="6828" y="6937"/>
                    <a:pt x="6861" y="6886"/>
                  </a:cubicBezTo>
                  <a:lnTo>
                    <a:pt x="6861" y="6886"/>
                  </a:lnTo>
                  <a:cubicBezTo>
                    <a:pt x="6785" y="6895"/>
                    <a:pt x="6701" y="6920"/>
                    <a:pt x="6633" y="6954"/>
                  </a:cubicBezTo>
                  <a:lnTo>
                    <a:pt x="6684" y="6937"/>
                  </a:lnTo>
                  <a:lnTo>
                    <a:pt x="6582" y="7022"/>
                  </a:lnTo>
                  <a:cubicBezTo>
                    <a:pt x="6581" y="7020"/>
                    <a:pt x="6579" y="7019"/>
                    <a:pt x="6575" y="7019"/>
                  </a:cubicBezTo>
                  <a:cubicBezTo>
                    <a:pt x="6555" y="7019"/>
                    <a:pt x="6501" y="7045"/>
                    <a:pt x="6476" y="7045"/>
                  </a:cubicBezTo>
                  <a:cubicBezTo>
                    <a:pt x="6470" y="7045"/>
                    <a:pt x="6465" y="7043"/>
                    <a:pt x="6464" y="7039"/>
                  </a:cubicBezTo>
                  <a:cubicBezTo>
                    <a:pt x="6506" y="7022"/>
                    <a:pt x="6548" y="7005"/>
                    <a:pt x="6582" y="6996"/>
                  </a:cubicBezTo>
                  <a:lnTo>
                    <a:pt x="6582" y="6996"/>
                  </a:lnTo>
                  <a:cubicBezTo>
                    <a:pt x="6523" y="7005"/>
                    <a:pt x="6472" y="7013"/>
                    <a:pt x="6422" y="7030"/>
                  </a:cubicBezTo>
                  <a:lnTo>
                    <a:pt x="6481" y="7022"/>
                  </a:lnTo>
                  <a:lnTo>
                    <a:pt x="6481" y="7022"/>
                  </a:lnTo>
                  <a:cubicBezTo>
                    <a:pt x="6388" y="7081"/>
                    <a:pt x="6252" y="7106"/>
                    <a:pt x="6159" y="7157"/>
                  </a:cubicBezTo>
                  <a:cubicBezTo>
                    <a:pt x="6186" y="7142"/>
                    <a:pt x="6181" y="7139"/>
                    <a:pt x="6167" y="7139"/>
                  </a:cubicBezTo>
                  <a:cubicBezTo>
                    <a:pt x="6155" y="7139"/>
                    <a:pt x="6135" y="7142"/>
                    <a:pt x="6121" y="7142"/>
                  </a:cubicBezTo>
                  <a:cubicBezTo>
                    <a:pt x="6104" y="7142"/>
                    <a:pt x="6096" y="7138"/>
                    <a:pt x="6117" y="7123"/>
                  </a:cubicBezTo>
                  <a:cubicBezTo>
                    <a:pt x="6125" y="7115"/>
                    <a:pt x="6142" y="7113"/>
                    <a:pt x="6155" y="7113"/>
                  </a:cubicBezTo>
                  <a:cubicBezTo>
                    <a:pt x="6160" y="7113"/>
                    <a:pt x="6165" y="7113"/>
                    <a:pt x="6168" y="7114"/>
                  </a:cubicBezTo>
                  <a:lnTo>
                    <a:pt x="6168" y="7114"/>
                  </a:lnTo>
                  <a:cubicBezTo>
                    <a:pt x="6167" y="7105"/>
                    <a:pt x="6162" y="7102"/>
                    <a:pt x="6155" y="7102"/>
                  </a:cubicBezTo>
                  <a:cubicBezTo>
                    <a:pt x="6138" y="7102"/>
                    <a:pt x="6110" y="7116"/>
                    <a:pt x="6091" y="7116"/>
                  </a:cubicBezTo>
                  <a:cubicBezTo>
                    <a:pt x="6088" y="7116"/>
                    <a:pt x="6086" y="7116"/>
                    <a:pt x="6083" y="7115"/>
                  </a:cubicBezTo>
                  <a:cubicBezTo>
                    <a:pt x="6075" y="7132"/>
                    <a:pt x="5982" y="7166"/>
                    <a:pt x="6041" y="7166"/>
                  </a:cubicBezTo>
                  <a:cubicBezTo>
                    <a:pt x="6007" y="7166"/>
                    <a:pt x="5939" y="7208"/>
                    <a:pt x="5897" y="7208"/>
                  </a:cubicBezTo>
                  <a:cubicBezTo>
                    <a:pt x="5905" y="7233"/>
                    <a:pt x="5812" y="7250"/>
                    <a:pt x="5804" y="7267"/>
                  </a:cubicBezTo>
                  <a:cubicBezTo>
                    <a:pt x="5796" y="7271"/>
                    <a:pt x="5787" y="7273"/>
                    <a:pt x="5779" y="7273"/>
                  </a:cubicBezTo>
                  <a:cubicBezTo>
                    <a:pt x="5770" y="7273"/>
                    <a:pt x="5762" y="7271"/>
                    <a:pt x="5753" y="7267"/>
                  </a:cubicBezTo>
                  <a:lnTo>
                    <a:pt x="5880" y="7191"/>
                  </a:lnTo>
                  <a:cubicBezTo>
                    <a:pt x="5905" y="7191"/>
                    <a:pt x="5948" y="7174"/>
                    <a:pt x="5931" y="7174"/>
                  </a:cubicBezTo>
                  <a:lnTo>
                    <a:pt x="5931" y="7166"/>
                  </a:lnTo>
                  <a:lnTo>
                    <a:pt x="6176" y="7022"/>
                  </a:lnTo>
                  <a:lnTo>
                    <a:pt x="6151" y="7047"/>
                  </a:lnTo>
                  <a:cubicBezTo>
                    <a:pt x="6218" y="6988"/>
                    <a:pt x="6312" y="7005"/>
                    <a:pt x="6379" y="6954"/>
                  </a:cubicBezTo>
                  <a:lnTo>
                    <a:pt x="6379" y="6954"/>
                  </a:lnTo>
                  <a:cubicBezTo>
                    <a:pt x="6371" y="6963"/>
                    <a:pt x="6362" y="6963"/>
                    <a:pt x="6379" y="6963"/>
                  </a:cubicBezTo>
                  <a:cubicBezTo>
                    <a:pt x="6453" y="6946"/>
                    <a:pt x="6485" y="6910"/>
                    <a:pt x="6523" y="6888"/>
                  </a:cubicBezTo>
                  <a:lnTo>
                    <a:pt x="6523" y="6888"/>
                  </a:lnTo>
                  <a:cubicBezTo>
                    <a:pt x="6512" y="6891"/>
                    <a:pt x="6501" y="6893"/>
                    <a:pt x="6489" y="6895"/>
                  </a:cubicBezTo>
                  <a:cubicBezTo>
                    <a:pt x="6523" y="6870"/>
                    <a:pt x="6557" y="6844"/>
                    <a:pt x="6599" y="6836"/>
                  </a:cubicBezTo>
                  <a:lnTo>
                    <a:pt x="6599" y="6802"/>
                  </a:lnTo>
                  <a:cubicBezTo>
                    <a:pt x="6633" y="6760"/>
                    <a:pt x="6701" y="6785"/>
                    <a:pt x="6743" y="6743"/>
                  </a:cubicBezTo>
                  <a:lnTo>
                    <a:pt x="6684" y="6743"/>
                  </a:lnTo>
                  <a:cubicBezTo>
                    <a:pt x="6667" y="6751"/>
                    <a:pt x="6650" y="6760"/>
                    <a:pt x="6633" y="6768"/>
                  </a:cubicBezTo>
                  <a:cubicBezTo>
                    <a:pt x="6610" y="6786"/>
                    <a:pt x="6583" y="6795"/>
                    <a:pt x="6554" y="6795"/>
                  </a:cubicBezTo>
                  <a:cubicBezTo>
                    <a:pt x="6530" y="6795"/>
                    <a:pt x="6504" y="6788"/>
                    <a:pt x="6481" y="6776"/>
                  </a:cubicBezTo>
                  <a:cubicBezTo>
                    <a:pt x="6477" y="6777"/>
                    <a:pt x="6474" y="6778"/>
                    <a:pt x="6472" y="6778"/>
                  </a:cubicBezTo>
                  <a:cubicBezTo>
                    <a:pt x="6447" y="6778"/>
                    <a:pt x="6488" y="6741"/>
                    <a:pt x="6481" y="6726"/>
                  </a:cubicBezTo>
                  <a:lnTo>
                    <a:pt x="6481" y="6726"/>
                  </a:lnTo>
                  <a:cubicBezTo>
                    <a:pt x="6413" y="6751"/>
                    <a:pt x="6430" y="6785"/>
                    <a:pt x="6362" y="6810"/>
                  </a:cubicBezTo>
                  <a:cubicBezTo>
                    <a:pt x="6353" y="6810"/>
                    <a:pt x="6351" y="6805"/>
                    <a:pt x="6353" y="6801"/>
                  </a:cubicBezTo>
                  <a:lnTo>
                    <a:pt x="6353" y="6801"/>
                  </a:lnTo>
                  <a:lnTo>
                    <a:pt x="6320" y="6827"/>
                  </a:lnTo>
                  <a:cubicBezTo>
                    <a:pt x="6319" y="6826"/>
                    <a:pt x="6314" y="6825"/>
                    <a:pt x="6309" y="6825"/>
                  </a:cubicBezTo>
                  <a:cubicBezTo>
                    <a:pt x="6297" y="6825"/>
                    <a:pt x="6279" y="6827"/>
                    <a:pt x="6265" y="6827"/>
                  </a:cubicBezTo>
                  <a:cubicBezTo>
                    <a:pt x="6244" y="6827"/>
                    <a:pt x="6231" y="6823"/>
                    <a:pt x="6261" y="6802"/>
                  </a:cubicBezTo>
                  <a:lnTo>
                    <a:pt x="6303" y="6793"/>
                  </a:lnTo>
                  <a:cubicBezTo>
                    <a:pt x="6235" y="6793"/>
                    <a:pt x="6138" y="6808"/>
                    <a:pt x="6080" y="6808"/>
                  </a:cubicBezTo>
                  <a:cubicBezTo>
                    <a:pt x="6051" y="6808"/>
                    <a:pt x="6032" y="6805"/>
                    <a:pt x="6032" y="6793"/>
                  </a:cubicBezTo>
                  <a:cubicBezTo>
                    <a:pt x="5982" y="6802"/>
                    <a:pt x="5999" y="6810"/>
                    <a:pt x="5914" y="6827"/>
                  </a:cubicBezTo>
                  <a:cubicBezTo>
                    <a:pt x="5889" y="6861"/>
                    <a:pt x="5931" y="6870"/>
                    <a:pt x="5846" y="6912"/>
                  </a:cubicBezTo>
                  <a:lnTo>
                    <a:pt x="5922" y="6903"/>
                  </a:lnTo>
                  <a:cubicBezTo>
                    <a:pt x="5939" y="6895"/>
                    <a:pt x="5948" y="6886"/>
                    <a:pt x="5956" y="6878"/>
                  </a:cubicBezTo>
                  <a:lnTo>
                    <a:pt x="5956" y="6878"/>
                  </a:lnTo>
                  <a:lnTo>
                    <a:pt x="5889" y="6895"/>
                  </a:lnTo>
                  <a:cubicBezTo>
                    <a:pt x="5931" y="6878"/>
                    <a:pt x="5922" y="6870"/>
                    <a:pt x="5931" y="6844"/>
                  </a:cubicBezTo>
                  <a:cubicBezTo>
                    <a:pt x="5980" y="6832"/>
                    <a:pt x="6030" y="6824"/>
                    <a:pt x="6083" y="6824"/>
                  </a:cubicBezTo>
                  <a:cubicBezTo>
                    <a:pt x="6102" y="6824"/>
                    <a:pt x="6122" y="6825"/>
                    <a:pt x="6142" y="6827"/>
                  </a:cubicBezTo>
                  <a:cubicBezTo>
                    <a:pt x="6109" y="6853"/>
                    <a:pt x="6049" y="6870"/>
                    <a:pt x="6075" y="6886"/>
                  </a:cubicBezTo>
                  <a:cubicBezTo>
                    <a:pt x="6070" y="6886"/>
                    <a:pt x="6066" y="6886"/>
                    <a:pt x="6062" y="6886"/>
                  </a:cubicBezTo>
                  <a:cubicBezTo>
                    <a:pt x="6016" y="6886"/>
                    <a:pt x="6019" y="6929"/>
                    <a:pt x="5956" y="6929"/>
                  </a:cubicBezTo>
                  <a:lnTo>
                    <a:pt x="5965" y="6912"/>
                  </a:lnTo>
                  <a:lnTo>
                    <a:pt x="5965" y="6912"/>
                  </a:lnTo>
                  <a:cubicBezTo>
                    <a:pt x="5914" y="6954"/>
                    <a:pt x="5905" y="6929"/>
                    <a:pt x="5863" y="6954"/>
                  </a:cubicBezTo>
                  <a:cubicBezTo>
                    <a:pt x="5863" y="6946"/>
                    <a:pt x="5863" y="6946"/>
                    <a:pt x="5855" y="6946"/>
                  </a:cubicBezTo>
                  <a:cubicBezTo>
                    <a:pt x="5762" y="6988"/>
                    <a:pt x="5889" y="6954"/>
                    <a:pt x="5796" y="7005"/>
                  </a:cubicBezTo>
                  <a:cubicBezTo>
                    <a:pt x="5781" y="7009"/>
                    <a:pt x="5770" y="7011"/>
                    <a:pt x="5762" y="7011"/>
                  </a:cubicBezTo>
                  <a:cubicBezTo>
                    <a:pt x="5726" y="7011"/>
                    <a:pt x="5757" y="6971"/>
                    <a:pt x="5736" y="6971"/>
                  </a:cubicBezTo>
                  <a:cubicBezTo>
                    <a:pt x="5863" y="6895"/>
                    <a:pt x="5719" y="6929"/>
                    <a:pt x="5863" y="6853"/>
                  </a:cubicBezTo>
                  <a:cubicBezTo>
                    <a:pt x="5856" y="6838"/>
                    <a:pt x="5840" y="6831"/>
                    <a:pt x="5819" y="6831"/>
                  </a:cubicBezTo>
                  <a:cubicBezTo>
                    <a:pt x="5791" y="6831"/>
                    <a:pt x="5754" y="6842"/>
                    <a:pt x="5711" y="6861"/>
                  </a:cubicBezTo>
                  <a:cubicBezTo>
                    <a:pt x="5770" y="6861"/>
                    <a:pt x="5694" y="6920"/>
                    <a:pt x="5770" y="6920"/>
                  </a:cubicBezTo>
                  <a:cubicBezTo>
                    <a:pt x="5652" y="6980"/>
                    <a:pt x="5686" y="7047"/>
                    <a:pt x="5533" y="7047"/>
                  </a:cubicBezTo>
                  <a:lnTo>
                    <a:pt x="5533" y="7039"/>
                  </a:lnTo>
                  <a:lnTo>
                    <a:pt x="5491" y="7081"/>
                  </a:lnTo>
                  <a:lnTo>
                    <a:pt x="5406" y="7089"/>
                  </a:lnTo>
                  <a:cubicBezTo>
                    <a:pt x="5440" y="7039"/>
                    <a:pt x="5508" y="7039"/>
                    <a:pt x="5542" y="7013"/>
                  </a:cubicBezTo>
                  <a:cubicBezTo>
                    <a:pt x="5536" y="7013"/>
                    <a:pt x="5531" y="7013"/>
                    <a:pt x="5525" y="7013"/>
                  </a:cubicBezTo>
                  <a:cubicBezTo>
                    <a:pt x="5431" y="7013"/>
                    <a:pt x="5418" y="7082"/>
                    <a:pt x="5313" y="7106"/>
                  </a:cubicBezTo>
                  <a:cubicBezTo>
                    <a:pt x="5212" y="7089"/>
                    <a:pt x="5415" y="7056"/>
                    <a:pt x="5406" y="7022"/>
                  </a:cubicBezTo>
                  <a:lnTo>
                    <a:pt x="5406" y="7022"/>
                  </a:lnTo>
                  <a:cubicBezTo>
                    <a:pt x="5398" y="7026"/>
                    <a:pt x="5379" y="7028"/>
                    <a:pt x="5362" y="7028"/>
                  </a:cubicBezTo>
                  <a:cubicBezTo>
                    <a:pt x="5345" y="7028"/>
                    <a:pt x="5330" y="7026"/>
                    <a:pt x="5330" y="7022"/>
                  </a:cubicBezTo>
                  <a:cubicBezTo>
                    <a:pt x="5432" y="7005"/>
                    <a:pt x="5381" y="6980"/>
                    <a:pt x="5499" y="6971"/>
                  </a:cubicBezTo>
                  <a:lnTo>
                    <a:pt x="5499" y="6971"/>
                  </a:lnTo>
                  <a:cubicBezTo>
                    <a:pt x="5449" y="6996"/>
                    <a:pt x="5508" y="6980"/>
                    <a:pt x="5499" y="6996"/>
                  </a:cubicBezTo>
                  <a:cubicBezTo>
                    <a:pt x="5559" y="6963"/>
                    <a:pt x="5626" y="6937"/>
                    <a:pt x="5694" y="6929"/>
                  </a:cubicBezTo>
                  <a:cubicBezTo>
                    <a:pt x="5697" y="6917"/>
                    <a:pt x="5690" y="6914"/>
                    <a:pt x="5678" y="6914"/>
                  </a:cubicBezTo>
                  <a:cubicBezTo>
                    <a:pt x="5655" y="6914"/>
                    <a:pt x="5609" y="6929"/>
                    <a:pt x="5576" y="6929"/>
                  </a:cubicBezTo>
                  <a:cubicBezTo>
                    <a:pt x="5491" y="6980"/>
                    <a:pt x="5389" y="6954"/>
                    <a:pt x="5330" y="7005"/>
                  </a:cubicBezTo>
                  <a:cubicBezTo>
                    <a:pt x="5308" y="7012"/>
                    <a:pt x="5294" y="7015"/>
                    <a:pt x="5287" y="7015"/>
                  </a:cubicBezTo>
                  <a:cubicBezTo>
                    <a:pt x="5262" y="7015"/>
                    <a:pt x="5311" y="6980"/>
                    <a:pt x="5305" y="6980"/>
                  </a:cubicBezTo>
                  <a:lnTo>
                    <a:pt x="5305" y="6980"/>
                  </a:lnTo>
                  <a:cubicBezTo>
                    <a:pt x="5220" y="6996"/>
                    <a:pt x="5271" y="7013"/>
                    <a:pt x="5246" y="7030"/>
                  </a:cubicBezTo>
                  <a:cubicBezTo>
                    <a:pt x="5197" y="7051"/>
                    <a:pt x="5163" y="7056"/>
                    <a:pt x="5133" y="7056"/>
                  </a:cubicBezTo>
                  <a:cubicBezTo>
                    <a:pt x="5103" y="7056"/>
                    <a:pt x="5078" y="7051"/>
                    <a:pt x="5048" y="7051"/>
                  </a:cubicBezTo>
                  <a:cubicBezTo>
                    <a:pt x="5033" y="7051"/>
                    <a:pt x="5018" y="7052"/>
                    <a:pt x="5000" y="7056"/>
                  </a:cubicBezTo>
                  <a:cubicBezTo>
                    <a:pt x="4933" y="7115"/>
                    <a:pt x="4738" y="7149"/>
                    <a:pt x="4611" y="7183"/>
                  </a:cubicBezTo>
                  <a:cubicBezTo>
                    <a:pt x="4620" y="7166"/>
                    <a:pt x="4603" y="7157"/>
                    <a:pt x="4594" y="7149"/>
                  </a:cubicBezTo>
                  <a:cubicBezTo>
                    <a:pt x="4527" y="7216"/>
                    <a:pt x="4544" y="7191"/>
                    <a:pt x="4459" y="7250"/>
                  </a:cubicBezTo>
                  <a:lnTo>
                    <a:pt x="4544" y="7250"/>
                  </a:lnTo>
                  <a:cubicBezTo>
                    <a:pt x="4485" y="7265"/>
                    <a:pt x="4446" y="7304"/>
                    <a:pt x="4393" y="7304"/>
                  </a:cubicBezTo>
                  <a:cubicBezTo>
                    <a:pt x="4384" y="7304"/>
                    <a:pt x="4375" y="7303"/>
                    <a:pt x="4366" y="7301"/>
                  </a:cubicBezTo>
                  <a:lnTo>
                    <a:pt x="4366" y="7301"/>
                  </a:lnTo>
                  <a:cubicBezTo>
                    <a:pt x="4459" y="7326"/>
                    <a:pt x="4264" y="7360"/>
                    <a:pt x="4214" y="7394"/>
                  </a:cubicBezTo>
                  <a:cubicBezTo>
                    <a:pt x="4157" y="7394"/>
                    <a:pt x="4107" y="7423"/>
                    <a:pt x="4062" y="7423"/>
                  </a:cubicBezTo>
                  <a:cubicBezTo>
                    <a:pt x="4054" y="7423"/>
                    <a:pt x="4046" y="7422"/>
                    <a:pt x="4039" y="7420"/>
                  </a:cubicBezTo>
                  <a:lnTo>
                    <a:pt x="4039" y="7420"/>
                  </a:lnTo>
                  <a:lnTo>
                    <a:pt x="3943" y="7436"/>
                  </a:lnTo>
                  <a:lnTo>
                    <a:pt x="3943" y="7394"/>
                  </a:lnTo>
                  <a:cubicBezTo>
                    <a:pt x="3867" y="7394"/>
                    <a:pt x="3791" y="7445"/>
                    <a:pt x="3816" y="7453"/>
                  </a:cubicBezTo>
                  <a:cubicBezTo>
                    <a:pt x="3748" y="7453"/>
                    <a:pt x="3782" y="7436"/>
                    <a:pt x="3774" y="7419"/>
                  </a:cubicBezTo>
                  <a:cubicBezTo>
                    <a:pt x="3802" y="7405"/>
                    <a:pt x="3865" y="7362"/>
                    <a:pt x="3900" y="7362"/>
                  </a:cubicBezTo>
                  <a:cubicBezTo>
                    <a:pt x="3907" y="7362"/>
                    <a:pt x="3913" y="7364"/>
                    <a:pt x="3918" y="7369"/>
                  </a:cubicBezTo>
                  <a:cubicBezTo>
                    <a:pt x="3918" y="7369"/>
                    <a:pt x="3901" y="7377"/>
                    <a:pt x="3901" y="7377"/>
                  </a:cubicBezTo>
                  <a:cubicBezTo>
                    <a:pt x="4087" y="7360"/>
                    <a:pt x="3943" y="7309"/>
                    <a:pt x="4036" y="7284"/>
                  </a:cubicBezTo>
                  <a:cubicBezTo>
                    <a:pt x="3994" y="7284"/>
                    <a:pt x="3943" y="7284"/>
                    <a:pt x="3901" y="7301"/>
                  </a:cubicBezTo>
                  <a:cubicBezTo>
                    <a:pt x="3841" y="7318"/>
                    <a:pt x="3782" y="7343"/>
                    <a:pt x="3731" y="7369"/>
                  </a:cubicBezTo>
                  <a:cubicBezTo>
                    <a:pt x="3764" y="7353"/>
                    <a:pt x="3799" y="7347"/>
                    <a:pt x="3834" y="7347"/>
                  </a:cubicBezTo>
                  <a:cubicBezTo>
                    <a:pt x="3854" y="7347"/>
                    <a:pt x="3874" y="7349"/>
                    <a:pt x="3892" y="7352"/>
                  </a:cubicBezTo>
                  <a:cubicBezTo>
                    <a:pt x="3850" y="7360"/>
                    <a:pt x="3841" y="7377"/>
                    <a:pt x="3799" y="7377"/>
                  </a:cubicBezTo>
                  <a:lnTo>
                    <a:pt x="3765" y="7394"/>
                  </a:lnTo>
                  <a:cubicBezTo>
                    <a:pt x="3763" y="7387"/>
                    <a:pt x="3752" y="7385"/>
                    <a:pt x="3739" y="7385"/>
                  </a:cubicBezTo>
                  <a:cubicBezTo>
                    <a:pt x="3721" y="7385"/>
                    <a:pt x="3700" y="7389"/>
                    <a:pt x="3688" y="7389"/>
                  </a:cubicBezTo>
                  <a:cubicBezTo>
                    <a:pt x="3674" y="7389"/>
                    <a:pt x="3672" y="7385"/>
                    <a:pt x="3698" y="7369"/>
                  </a:cubicBezTo>
                  <a:lnTo>
                    <a:pt x="3698" y="7369"/>
                  </a:lnTo>
                  <a:cubicBezTo>
                    <a:pt x="3630" y="7386"/>
                    <a:pt x="3681" y="7394"/>
                    <a:pt x="3621" y="7419"/>
                  </a:cubicBezTo>
                  <a:lnTo>
                    <a:pt x="3740" y="7402"/>
                  </a:lnTo>
                  <a:lnTo>
                    <a:pt x="3740" y="7428"/>
                  </a:lnTo>
                  <a:cubicBezTo>
                    <a:pt x="3719" y="7445"/>
                    <a:pt x="3706" y="7447"/>
                    <a:pt x="3692" y="7447"/>
                  </a:cubicBezTo>
                  <a:cubicBezTo>
                    <a:pt x="3688" y="7447"/>
                    <a:pt x="3683" y="7447"/>
                    <a:pt x="3678" y="7447"/>
                  </a:cubicBezTo>
                  <a:cubicBezTo>
                    <a:pt x="3668" y="7447"/>
                    <a:pt x="3655" y="7448"/>
                    <a:pt x="3638" y="7453"/>
                  </a:cubicBezTo>
                  <a:lnTo>
                    <a:pt x="3647" y="7479"/>
                  </a:lnTo>
                  <a:lnTo>
                    <a:pt x="3647" y="7479"/>
                  </a:lnTo>
                  <a:lnTo>
                    <a:pt x="3554" y="7470"/>
                  </a:lnTo>
                  <a:lnTo>
                    <a:pt x="3554" y="7470"/>
                  </a:lnTo>
                  <a:cubicBezTo>
                    <a:pt x="3571" y="7496"/>
                    <a:pt x="3503" y="7496"/>
                    <a:pt x="3486" y="7504"/>
                  </a:cubicBezTo>
                  <a:cubicBezTo>
                    <a:pt x="3450" y="7504"/>
                    <a:pt x="3448" y="7479"/>
                    <a:pt x="3423" y="7479"/>
                  </a:cubicBezTo>
                  <a:cubicBezTo>
                    <a:pt x="3413" y="7479"/>
                    <a:pt x="3399" y="7483"/>
                    <a:pt x="3376" y="7496"/>
                  </a:cubicBezTo>
                  <a:lnTo>
                    <a:pt x="3385" y="7496"/>
                  </a:lnTo>
                  <a:cubicBezTo>
                    <a:pt x="3342" y="7521"/>
                    <a:pt x="3292" y="7529"/>
                    <a:pt x="3249" y="7529"/>
                  </a:cubicBezTo>
                  <a:cubicBezTo>
                    <a:pt x="3249" y="7529"/>
                    <a:pt x="3264" y="7514"/>
                    <a:pt x="3273" y="7513"/>
                  </a:cubicBezTo>
                  <a:lnTo>
                    <a:pt x="3273" y="7513"/>
                  </a:lnTo>
                  <a:cubicBezTo>
                    <a:pt x="3200" y="7520"/>
                    <a:pt x="3097" y="7567"/>
                    <a:pt x="3031" y="7567"/>
                  </a:cubicBezTo>
                  <a:cubicBezTo>
                    <a:pt x="3013" y="7567"/>
                    <a:pt x="2998" y="7564"/>
                    <a:pt x="2987" y="7555"/>
                  </a:cubicBezTo>
                  <a:cubicBezTo>
                    <a:pt x="2987" y="7551"/>
                    <a:pt x="2988" y="7549"/>
                    <a:pt x="2989" y="7547"/>
                  </a:cubicBezTo>
                  <a:lnTo>
                    <a:pt x="2989" y="7547"/>
                  </a:lnTo>
                  <a:cubicBezTo>
                    <a:pt x="2966" y="7548"/>
                    <a:pt x="2925" y="7555"/>
                    <a:pt x="2905" y="7555"/>
                  </a:cubicBezTo>
                  <a:cubicBezTo>
                    <a:pt x="2891" y="7555"/>
                    <a:pt x="2887" y="7551"/>
                    <a:pt x="2911" y="7538"/>
                  </a:cubicBezTo>
                  <a:lnTo>
                    <a:pt x="2911" y="7538"/>
                  </a:lnTo>
                  <a:lnTo>
                    <a:pt x="2792" y="7597"/>
                  </a:lnTo>
                  <a:cubicBezTo>
                    <a:pt x="2792" y="7580"/>
                    <a:pt x="2818" y="7572"/>
                    <a:pt x="2835" y="7563"/>
                  </a:cubicBezTo>
                  <a:lnTo>
                    <a:pt x="2835" y="7563"/>
                  </a:lnTo>
                  <a:lnTo>
                    <a:pt x="2742" y="7589"/>
                  </a:lnTo>
                  <a:lnTo>
                    <a:pt x="2742" y="7580"/>
                  </a:lnTo>
                  <a:cubicBezTo>
                    <a:pt x="2657" y="7605"/>
                    <a:pt x="2581" y="7631"/>
                    <a:pt x="2513" y="7665"/>
                  </a:cubicBezTo>
                  <a:cubicBezTo>
                    <a:pt x="2640" y="7665"/>
                    <a:pt x="2454" y="7707"/>
                    <a:pt x="2471" y="7724"/>
                  </a:cubicBezTo>
                  <a:cubicBezTo>
                    <a:pt x="2420" y="7724"/>
                    <a:pt x="2395" y="7665"/>
                    <a:pt x="2488" y="7622"/>
                  </a:cubicBezTo>
                  <a:cubicBezTo>
                    <a:pt x="2493" y="7625"/>
                    <a:pt x="2500" y="7626"/>
                    <a:pt x="2506" y="7626"/>
                  </a:cubicBezTo>
                  <a:cubicBezTo>
                    <a:pt x="2541" y="7626"/>
                    <a:pt x="2589" y="7596"/>
                    <a:pt x="2632" y="7589"/>
                  </a:cubicBezTo>
                  <a:cubicBezTo>
                    <a:pt x="2589" y="7589"/>
                    <a:pt x="2539" y="7597"/>
                    <a:pt x="2496" y="7614"/>
                  </a:cubicBezTo>
                  <a:cubicBezTo>
                    <a:pt x="2539" y="7589"/>
                    <a:pt x="2429" y="7605"/>
                    <a:pt x="2429" y="7589"/>
                  </a:cubicBezTo>
                  <a:cubicBezTo>
                    <a:pt x="2437" y="7580"/>
                    <a:pt x="2446" y="7546"/>
                    <a:pt x="2513" y="7546"/>
                  </a:cubicBezTo>
                  <a:cubicBezTo>
                    <a:pt x="2527" y="7544"/>
                    <a:pt x="2537" y="7543"/>
                    <a:pt x="2544" y="7543"/>
                  </a:cubicBezTo>
                  <a:cubicBezTo>
                    <a:pt x="2583" y="7543"/>
                    <a:pt x="2543" y="7573"/>
                    <a:pt x="2551" y="7573"/>
                  </a:cubicBezTo>
                  <a:cubicBezTo>
                    <a:pt x="2552" y="7573"/>
                    <a:pt x="2554" y="7572"/>
                    <a:pt x="2556" y="7572"/>
                  </a:cubicBezTo>
                  <a:cubicBezTo>
                    <a:pt x="2562" y="7576"/>
                    <a:pt x="2570" y="7578"/>
                    <a:pt x="2579" y="7578"/>
                  </a:cubicBezTo>
                  <a:cubicBezTo>
                    <a:pt x="2624" y="7578"/>
                    <a:pt x="2701" y="7538"/>
                    <a:pt x="2750" y="7538"/>
                  </a:cubicBezTo>
                  <a:cubicBezTo>
                    <a:pt x="2750" y="7538"/>
                    <a:pt x="2740" y="7543"/>
                    <a:pt x="2732" y="7545"/>
                  </a:cubicBezTo>
                  <a:lnTo>
                    <a:pt x="2732" y="7545"/>
                  </a:lnTo>
                  <a:cubicBezTo>
                    <a:pt x="2785" y="7536"/>
                    <a:pt x="2885" y="7520"/>
                    <a:pt x="2885" y="7496"/>
                  </a:cubicBezTo>
                  <a:lnTo>
                    <a:pt x="2885" y="7496"/>
                  </a:lnTo>
                  <a:lnTo>
                    <a:pt x="2759" y="7538"/>
                  </a:lnTo>
                  <a:cubicBezTo>
                    <a:pt x="2733" y="7529"/>
                    <a:pt x="2792" y="7504"/>
                    <a:pt x="2759" y="7496"/>
                  </a:cubicBezTo>
                  <a:lnTo>
                    <a:pt x="2759" y="7496"/>
                  </a:lnTo>
                  <a:cubicBezTo>
                    <a:pt x="2725" y="7512"/>
                    <a:pt x="2691" y="7521"/>
                    <a:pt x="2657" y="7521"/>
                  </a:cubicBezTo>
                  <a:lnTo>
                    <a:pt x="2657" y="7512"/>
                  </a:lnTo>
                  <a:cubicBezTo>
                    <a:pt x="2564" y="7512"/>
                    <a:pt x="2471" y="7529"/>
                    <a:pt x="2378" y="7555"/>
                  </a:cubicBezTo>
                  <a:cubicBezTo>
                    <a:pt x="2361" y="7614"/>
                    <a:pt x="2336" y="7665"/>
                    <a:pt x="2302" y="7715"/>
                  </a:cubicBezTo>
                  <a:cubicBezTo>
                    <a:pt x="2167" y="7741"/>
                    <a:pt x="2032" y="7766"/>
                    <a:pt x="1897" y="7775"/>
                  </a:cubicBezTo>
                  <a:lnTo>
                    <a:pt x="1897" y="7775"/>
                  </a:lnTo>
                  <a:cubicBezTo>
                    <a:pt x="1897" y="7774"/>
                    <a:pt x="1897" y="7774"/>
                    <a:pt x="1897" y="7774"/>
                  </a:cubicBezTo>
                  <a:lnTo>
                    <a:pt x="1897" y="7774"/>
                  </a:lnTo>
                  <a:cubicBezTo>
                    <a:pt x="1897" y="7774"/>
                    <a:pt x="1896" y="7774"/>
                    <a:pt x="1896" y="7775"/>
                  </a:cubicBezTo>
                  <a:cubicBezTo>
                    <a:pt x="1896" y="7775"/>
                    <a:pt x="1897" y="7775"/>
                    <a:pt x="1897" y="7775"/>
                  </a:cubicBezTo>
                  <a:lnTo>
                    <a:pt x="1897" y="7775"/>
                  </a:lnTo>
                  <a:cubicBezTo>
                    <a:pt x="1901" y="7786"/>
                    <a:pt x="1901" y="7798"/>
                    <a:pt x="1896" y="7809"/>
                  </a:cubicBezTo>
                  <a:cubicBezTo>
                    <a:pt x="1888" y="7805"/>
                    <a:pt x="1878" y="7803"/>
                    <a:pt x="1868" y="7803"/>
                  </a:cubicBezTo>
                  <a:cubicBezTo>
                    <a:pt x="1849" y="7803"/>
                    <a:pt x="1827" y="7807"/>
                    <a:pt x="1811" y="7807"/>
                  </a:cubicBezTo>
                  <a:cubicBezTo>
                    <a:pt x="1796" y="7807"/>
                    <a:pt x="1786" y="7804"/>
                    <a:pt x="1786" y="7792"/>
                  </a:cubicBezTo>
                  <a:cubicBezTo>
                    <a:pt x="1752" y="7825"/>
                    <a:pt x="1633" y="7868"/>
                    <a:pt x="1659" y="7893"/>
                  </a:cubicBezTo>
                  <a:lnTo>
                    <a:pt x="1642" y="7893"/>
                  </a:lnTo>
                  <a:cubicBezTo>
                    <a:pt x="1586" y="7871"/>
                    <a:pt x="1525" y="7859"/>
                    <a:pt x="1464" y="7859"/>
                  </a:cubicBezTo>
                  <a:cubicBezTo>
                    <a:pt x="1433" y="7859"/>
                    <a:pt x="1402" y="7862"/>
                    <a:pt x="1371" y="7868"/>
                  </a:cubicBezTo>
                  <a:cubicBezTo>
                    <a:pt x="1346" y="7876"/>
                    <a:pt x="1346" y="7893"/>
                    <a:pt x="1354" y="7918"/>
                  </a:cubicBezTo>
                  <a:lnTo>
                    <a:pt x="1270" y="7918"/>
                  </a:lnTo>
                  <a:cubicBezTo>
                    <a:pt x="1295" y="7902"/>
                    <a:pt x="1312" y="7885"/>
                    <a:pt x="1346" y="7876"/>
                  </a:cubicBezTo>
                  <a:lnTo>
                    <a:pt x="1346" y="7876"/>
                  </a:lnTo>
                  <a:cubicBezTo>
                    <a:pt x="1270" y="7885"/>
                    <a:pt x="1202" y="7893"/>
                    <a:pt x="1143" y="7893"/>
                  </a:cubicBezTo>
                  <a:lnTo>
                    <a:pt x="1160" y="7876"/>
                  </a:lnTo>
                  <a:lnTo>
                    <a:pt x="1084" y="7902"/>
                  </a:lnTo>
                  <a:cubicBezTo>
                    <a:pt x="1098" y="7899"/>
                    <a:pt x="1115" y="7897"/>
                    <a:pt x="1130" y="7897"/>
                  </a:cubicBezTo>
                  <a:cubicBezTo>
                    <a:pt x="1162" y="7897"/>
                    <a:pt x="1188" y="7904"/>
                    <a:pt x="1177" y="7927"/>
                  </a:cubicBezTo>
                  <a:cubicBezTo>
                    <a:pt x="1134" y="7940"/>
                    <a:pt x="1101" y="7940"/>
                    <a:pt x="1069" y="7940"/>
                  </a:cubicBezTo>
                  <a:cubicBezTo>
                    <a:pt x="1037" y="7940"/>
                    <a:pt x="1007" y="7940"/>
                    <a:pt x="974" y="7952"/>
                  </a:cubicBezTo>
                  <a:cubicBezTo>
                    <a:pt x="982" y="7902"/>
                    <a:pt x="957" y="7893"/>
                    <a:pt x="982" y="7868"/>
                  </a:cubicBezTo>
                  <a:lnTo>
                    <a:pt x="991" y="7868"/>
                  </a:lnTo>
                  <a:cubicBezTo>
                    <a:pt x="1024" y="7834"/>
                    <a:pt x="1058" y="7817"/>
                    <a:pt x="1101" y="7809"/>
                  </a:cubicBezTo>
                  <a:cubicBezTo>
                    <a:pt x="1033" y="7800"/>
                    <a:pt x="1007" y="7800"/>
                    <a:pt x="991" y="7800"/>
                  </a:cubicBezTo>
                  <a:cubicBezTo>
                    <a:pt x="957" y="7800"/>
                    <a:pt x="931" y="7792"/>
                    <a:pt x="906" y="7783"/>
                  </a:cubicBezTo>
                  <a:cubicBezTo>
                    <a:pt x="906" y="7749"/>
                    <a:pt x="991" y="7766"/>
                    <a:pt x="974" y="7741"/>
                  </a:cubicBezTo>
                  <a:lnTo>
                    <a:pt x="974" y="7741"/>
                  </a:lnTo>
                  <a:cubicBezTo>
                    <a:pt x="1007" y="7749"/>
                    <a:pt x="1041" y="7758"/>
                    <a:pt x="1075" y="7758"/>
                  </a:cubicBezTo>
                  <a:cubicBezTo>
                    <a:pt x="1067" y="7758"/>
                    <a:pt x="1050" y="7766"/>
                    <a:pt x="1041" y="7775"/>
                  </a:cubicBezTo>
                  <a:cubicBezTo>
                    <a:pt x="1117" y="7749"/>
                    <a:pt x="1151" y="7775"/>
                    <a:pt x="1219" y="7732"/>
                  </a:cubicBezTo>
                  <a:lnTo>
                    <a:pt x="1219" y="7732"/>
                  </a:lnTo>
                  <a:cubicBezTo>
                    <a:pt x="1261" y="7741"/>
                    <a:pt x="1151" y="7758"/>
                    <a:pt x="1202" y="7758"/>
                  </a:cubicBezTo>
                  <a:cubicBezTo>
                    <a:pt x="1160" y="7775"/>
                    <a:pt x="1134" y="7800"/>
                    <a:pt x="1109" y="7834"/>
                  </a:cubicBezTo>
                  <a:cubicBezTo>
                    <a:pt x="1211" y="7834"/>
                    <a:pt x="1160" y="7792"/>
                    <a:pt x="1244" y="7766"/>
                  </a:cubicBezTo>
                  <a:lnTo>
                    <a:pt x="1320" y="7783"/>
                  </a:lnTo>
                  <a:cubicBezTo>
                    <a:pt x="1363" y="7775"/>
                    <a:pt x="1295" y="7775"/>
                    <a:pt x="1295" y="7766"/>
                  </a:cubicBezTo>
                  <a:cubicBezTo>
                    <a:pt x="1316" y="7762"/>
                    <a:pt x="1335" y="7760"/>
                    <a:pt x="1354" y="7760"/>
                  </a:cubicBezTo>
                  <a:cubicBezTo>
                    <a:pt x="1373" y="7760"/>
                    <a:pt x="1392" y="7762"/>
                    <a:pt x="1414" y="7766"/>
                  </a:cubicBezTo>
                  <a:cubicBezTo>
                    <a:pt x="1397" y="7758"/>
                    <a:pt x="1380" y="7758"/>
                    <a:pt x="1380" y="7741"/>
                  </a:cubicBezTo>
                  <a:lnTo>
                    <a:pt x="1380" y="7741"/>
                  </a:lnTo>
                  <a:cubicBezTo>
                    <a:pt x="1402" y="7746"/>
                    <a:pt x="1424" y="7747"/>
                    <a:pt x="1445" y="7747"/>
                  </a:cubicBezTo>
                  <a:cubicBezTo>
                    <a:pt x="1456" y="7747"/>
                    <a:pt x="1466" y="7747"/>
                    <a:pt x="1477" y="7747"/>
                  </a:cubicBezTo>
                  <a:cubicBezTo>
                    <a:pt x="1509" y="7747"/>
                    <a:pt x="1540" y="7749"/>
                    <a:pt x="1574" y="7766"/>
                  </a:cubicBezTo>
                  <a:cubicBezTo>
                    <a:pt x="1540" y="7749"/>
                    <a:pt x="1608" y="7707"/>
                    <a:pt x="1642" y="7699"/>
                  </a:cubicBezTo>
                  <a:lnTo>
                    <a:pt x="1507" y="7673"/>
                  </a:lnTo>
                  <a:cubicBezTo>
                    <a:pt x="1346" y="7707"/>
                    <a:pt x="1236" y="7715"/>
                    <a:pt x="1101" y="7741"/>
                  </a:cubicBezTo>
                  <a:lnTo>
                    <a:pt x="1109" y="7724"/>
                  </a:lnTo>
                  <a:cubicBezTo>
                    <a:pt x="1073" y="7718"/>
                    <a:pt x="1046" y="7715"/>
                    <a:pt x="1024" y="7715"/>
                  </a:cubicBezTo>
                  <a:cubicBezTo>
                    <a:pt x="985" y="7715"/>
                    <a:pt x="965" y="7724"/>
                    <a:pt x="948" y="7741"/>
                  </a:cubicBezTo>
                  <a:cubicBezTo>
                    <a:pt x="924" y="7759"/>
                    <a:pt x="895" y="7773"/>
                    <a:pt x="865" y="7773"/>
                  </a:cubicBezTo>
                  <a:cubicBezTo>
                    <a:pt x="853" y="7773"/>
                    <a:pt x="842" y="7771"/>
                    <a:pt x="830" y="7766"/>
                  </a:cubicBezTo>
                  <a:cubicBezTo>
                    <a:pt x="847" y="7732"/>
                    <a:pt x="796" y="7749"/>
                    <a:pt x="821" y="7715"/>
                  </a:cubicBezTo>
                  <a:lnTo>
                    <a:pt x="821" y="7715"/>
                  </a:lnTo>
                  <a:cubicBezTo>
                    <a:pt x="826" y="7720"/>
                    <a:pt x="831" y="7722"/>
                    <a:pt x="834" y="7722"/>
                  </a:cubicBezTo>
                  <a:cubicBezTo>
                    <a:pt x="843" y="7722"/>
                    <a:pt x="847" y="7711"/>
                    <a:pt x="847" y="7699"/>
                  </a:cubicBezTo>
                  <a:lnTo>
                    <a:pt x="847" y="7699"/>
                  </a:lnTo>
                  <a:cubicBezTo>
                    <a:pt x="838" y="7703"/>
                    <a:pt x="828" y="7707"/>
                    <a:pt x="818" y="7707"/>
                  </a:cubicBezTo>
                  <a:cubicBezTo>
                    <a:pt x="809" y="7707"/>
                    <a:pt x="800" y="7703"/>
                    <a:pt x="796" y="7690"/>
                  </a:cubicBezTo>
                  <a:cubicBezTo>
                    <a:pt x="811" y="7683"/>
                    <a:pt x="813" y="7663"/>
                    <a:pt x="829" y="7663"/>
                  </a:cubicBezTo>
                  <a:cubicBezTo>
                    <a:pt x="832" y="7663"/>
                    <a:pt x="835" y="7664"/>
                    <a:pt x="838" y="7665"/>
                  </a:cubicBezTo>
                  <a:cubicBezTo>
                    <a:pt x="821" y="7639"/>
                    <a:pt x="796" y="7614"/>
                    <a:pt x="762" y="7614"/>
                  </a:cubicBezTo>
                  <a:cubicBezTo>
                    <a:pt x="728" y="7572"/>
                    <a:pt x="745" y="7555"/>
                    <a:pt x="754" y="7546"/>
                  </a:cubicBezTo>
                  <a:cubicBezTo>
                    <a:pt x="762" y="7538"/>
                    <a:pt x="771" y="7529"/>
                    <a:pt x="754" y="7470"/>
                  </a:cubicBezTo>
                  <a:lnTo>
                    <a:pt x="754" y="7470"/>
                  </a:lnTo>
                  <a:lnTo>
                    <a:pt x="771" y="7487"/>
                  </a:lnTo>
                  <a:cubicBezTo>
                    <a:pt x="762" y="7462"/>
                    <a:pt x="754" y="7436"/>
                    <a:pt x="754" y="7402"/>
                  </a:cubicBezTo>
                  <a:lnTo>
                    <a:pt x="737" y="7436"/>
                  </a:lnTo>
                  <a:cubicBezTo>
                    <a:pt x="720" y="7402"/>
                    <a:pt x="711" y="7369"/>
                    <a:pt x="703" y="7326"/>
                  </a:cubicBezTo>
                  <a:cubicBezTo>
                    <a:pt x="697" y="7312"/>
                    <a:pt x="692" y="7307"/>
                    <a:pt x="688" y="7307"/>
                  </a:cubicBezTo>
                  <a:cubicBezTo>
                    <a:pt x="677" y="7307"/>
                    <a:pt x="674" y="7352"/>
                    <a:pt x="663" y="7352"/>
                  </a:cubicBezTo>
                  <a:cubicBezTo>
                    <a:pt x="662" y="7352"/>
                    <a:pt x="661" y="7352"/>
                    <a:pt x="661" y="7352"/>
                  </a:cubicBezTo>
                  <a:lnTo>
                    <a:pt x="661" y="7352"/>
                  </a:lnTo>
                  <a:lnTo>
                    <a:pt x="694" y="7369"/>
                  </a:lnTo>
                  <a:cubicBezTo>
                    <a:pt x="686" y="7411"/>
                    <a:pt x="720" y="7462"/>
                    <a:pt x="703" y="7479"/>
                  </a:cubicBezTo>
                  <a:cubicBezTo>
                    <a:pt x="686" y="7411"/>
                    <a:pt x="669" y="7428"/>
                    <a:pt x="652" y="7402"/>
                  </a:cubicBezTo>
                  <a:lnTo>
                    <a:pt x="652" y="7402"/>
                  </a:lnTo>
                  <a:cubicBezTo>
                    <a:pt x="661" y="7428"/>
                    <a:pt x="669" y="7445"/>
                    <a:pt x="678" y="7470"/>
                  </a:cubicBezTo>
                  <a:lnTo>
                    <a:pt x="661" y="7496"/>
                  </a:lnTo>
                  <a:cubicBezTo>
                    <a:pt x="669" y="7555"/>
                    <a:pt x="678" y="7597"/>
                    <a:pt x="711" y="7614"/>
                  </a:cubicBezTo>
                  <a:cubicBezTo>
                    <a:pt x="711" y="7589"/>
                    <a:pt x="678" y="7589"/>
                    <a:pt x="686" y="7563"/>
                  </a:cubicBezTo>
                  <a:lnTo>
                    <a:pt x="686" y="7563"/>
                  </a:lnTo>
                  <a:cubicBezTo>
                    <a:pt x="728" y="7580"/>
                    <a:pt x="754" y="7639"/>
                    <a:pt x="788" y="7665"/>
                  </a:cubicBezTo>
                  <a:cubicBezTo>
                    <a:pt x="779" y="7665"/>
                    <a:pt x="788" y="7673"/>
                    <a:pt x="779" y="7682"/>
                  </a:cubicBezTo>
                  <a:cubicBezTo>
                    <a:pt x="771" y="7682"/>
                    <a:pt x="771" y="7673"/>
                    <a:pt x="771" y="7673"/>
                  </a:cubicBezTo>
                  <a:cubicBezTo>
                    <a:pt x="754" y="7682"/>
                    <a:pt x="737" y="7665"/>
                    <a:pt x="754" y="7707"/>
                  </a:cubicBezTo>
                  <a:lnTo>
                    <a:pt x="661" y="7707"/>
                  </a:lnTo>
                  <a:cubicBezTo>
                    <a:pt x="627" y="7673"/>
                    <a:pt x="618" y="7639"/>
                    <a:pt x="610" y="7597"/>
                  </a:cubicBezTo>
                  <a:lnTo>
                    <a:pt x="618" y="7597"/>
                  </a:lnTo>
                  <a:cubicBezTo>
                    <a:pt x="610" y="7563"/>
                    <a:pt x="568" y="7487"/>
                    <a:pt x="593" y="7470"/>
                  </a:cubicBezTo>
                  <a:cubicBezTo>
                    <a:pt x="587" y="7459"/>
                    <a:pt x="578" y="7424"/>
                    <a:pt x="569" y="7424"/>
                  </a:cubicBezTo>
                  <a:cubicBezTo>
                    <a:pt x="565" y="7424"/>
                    <a:pt x="562" y="7432"/>
                    <a:pt x="559" y="7453"/>
                  </a:cubicBezTo>
                  <a:cubicBezTo>
                    <a:pt x="551" y="7419"/>
                    <a:pt x="542" y="7377"/>
                    <a:pt x="534" y="7343"/>
                  </a:cubicBezTo>
                  <a:lnTo>
                    <a:pt x="534" y="7343"/>
                  </a:lnTo>
                  <a:cubicBezTo>
                    <a:pt x="537" y="7344"/>
                    <a:pt x="541" y="7345"/>
                    <a:pt x="544" y="7345"/>
                  </a:cubicBezTo>
                  <a:cubicBezTo>
                    <a:pt x="570" y="7345"/>
                    <a:pt x="581" y="7307"/>
                    <a:pt x="597" y="7307"/>
                  </a:cubicBezTo>
                  <a:cubicBezTo>
                    <a:pt x="605" y="7307"/>
                    <a:pt x="614" y="7315"/>
                    <a:pt x="626" y="7340"/>
                  </a:cubicBezTo>
                  <a:lnTo>
                    <a:pt x="626" y="7340"/>
                  </a:lnTo>
                  <a:cubicBezTo>
                    <a:pt x="622" y="7327"/>
                    <a:pt x="619" y="7308"/>
                    <a:pt x="615" y="7281"/>
                  </a:cubicBezTo>
                  <a:lnTo>
                    <a:pt x="615" y="7281"/>
                  </a:lnTo>
                  <a:cubicBezTo>
                    <a:pt x="621" y="7287"/>
                    <a:pt x="625" y="7290"/>
                    <a:pt x="630" y="7290"/>
                  </a:cubicBezTo>
                  <a:cubicBezTo>
                    <a:pt x="647" y="7290"/>
                    <a:pt x="652" y="7243"/>
                    <a:pt x="652" y="7191"/>
                  </a:cubicBezTo>
                  <a:lnTo>
                    <a:pt x="627" y="7174"/>
                  </a:lnTo>
                  <a:cubicBezTo>
                    <a:pt x="652" y="7123"/>
                    <a:pt x="661" y="7056"/>
                    <a:pt x="652" y="6996"/>
                  </a:cubicBezTo>
                  <a:lnTo>
                    <a:pt x="559" y="6802"/>
                  </a:lnTo>
                  <a:lnTo>
                    <a:pt x="559" y="6743"/>
                  </a:lnTo>
                  <a:cubicBezTo>
                    <a:pt x="573" y="6721"/>
                    <a:pt x="564" y="6659"/>
                    <a:pt x="580" y="6659"/>
                  </a:cubicBezTo>
                  <a:cubicBezTo>
                    <a:pt x="583" y="6659"/>
                    <a:pt x="587" y="6661"/>
                    <a:pt x="593" y="6667"/>
                  </a:cubicBezTo>
                  <a:cubicBezTo>
                    <a:pt x="594" y="6665"/>
                    <a:pt x="595" y="6665"/>
                    <a:pt x="596" y="6665"/>
                  </a:cubicBezTo>
                  <a:cubicBezTo>
                    <a:pt x="601" y="6665"/>
                    <a:pt x="601" y="6689"/>
                    <a:pt x="601" y="6726"/>
                  </a:cubicBezTo>
                  <a:cubicBezTo>
                    <a:pt x="601" y="6726"/>
                    <a:pt x="598" y="6722"/>
                    <a:pt x="595" y="6722"/>
                  </a:cubicBezTo>
                  <a:cubicBezTo>
                    <a:pt x="594" y="6722"/>
                    <a:pt x="593" y="6723"/>
                    <a:pt x="593" y="6726"/>
                  </a:cubicBezTo>
                  <a:cubicBezTo>
                    <a:pt x="599" y="6729"/>
                    <a:pt x="606" y="6732"/>
                    <a:pt x="613" y="6732"/>
                  </a:cubicBezTo>
                  <a:cubicBezTo>
                    <a:pt x="624" y="6732"/>
                    <a:pt x="636" y="6723"/>
                    <a:pt x="652" y="6692"/>
                  </a:cubicBezTo>
                  <a:lnTo>
                    <a:pt x="652" y="6692"/>
                  </a:lnTo>
                  <a:cubicBezTo>
                    <a:pt x="644" y="6726"/>
                    <a:pt x="644" y="6751"/>
                    <a:pt x="652" y="6776"/>
                  </a:cubicBezTo>
                  <a:lnTo>
                    <a:pt x="652" y="6734"/>
                  </a:lnTo>
                  <a:cubicBezTo>
                    <a:pt x="652" y="6802"/>
                    <a:pt x="694" y="6903"/>
                    <a:pt x="711" y="6903"/>
                  </a:cubicBezTo>
                  <a:cubicBezTo>
                    <a:pt x="678" y="6886"/>
                    <a:pt x="711" y="6836"/>
                    <a:pt x="711" y="6802"/>
                  </a:cubicBezTo>
                  <a:cubicBezTo>
                    <a:pt x="718" y="6821"/>
                    <a:pt x="729" y="6859"/>
                    <a:pt x="734" y="6859"/>
                  </a:cubicBezTo>
                  <a:cubicBezTo>
                    <a:pt x="736" y="6859"/>
                    <a:pt x="737" y="6855"/>
                    <a:pt x="737" y="6844"/>
                  </a:cubicBezTo>
                  <a:cubicBezTo>
                    <a:pt x="731" y="6832"/>
                    <a:pt x="720" y="6760"/>
                    <a:pt x="708" y="6760"/>
                  </a:cubicBezTo>
                  <a:cubicBezTo>
                    <a:pt x="703" y="6760"/>
                    <a:pt x="699" y="6769"/>
                    <a:pt x="694" y="6793"/>
                  </a:cubicBezTo>
                  <a:cubicBezTo>
                    <a:pt x="686" y="6751"/>
                    <a:pt x="678" y="6700"/>
                    <a:pt x="686" y="6658"/>
                  </a:cubicBezTo>
                  <a:lnTo>
                    <a:pt x="686" y="6658"/>
                  </a:lnTo>
                  <a:cubicBezTo>
                    <a:pt x="690" y="6683"/>
                    <a:pt x="697" y="6688"/>
                    <a:pt x="704" y="6688"/>
                  </a:cubicBezTo>
                  <a:cubicBezTo>
                    <a:pt x="708" y="6688"/>
                    <a:pt x="712" y="6687"/>
                    <a:pt x="716" y="6687"/>
                  </a:cubicBezTo>
                  <a:cubicBezTo>
                    <a:pt x="720" y="6687"/>
                    <a:pt x="724" y="6688"/>
                    <a:pt x="728" y="6692"/>
                  </a:cubicBezTo>
                  <a:cubicBezTo>
                    <a:pt x="720" y="6667"/>
                    <a:pt x="703" y="6650"/>
                    <a:pt x="678" y="6641"/>
                  </a:cubicBezTo>
                  <a:cubicBezTo>
                    <a:pt x="703" y="6506"/>
                    <a:pt x="762" y="6455"/>
                    <a:pt x="745" y="6311"/>
                  </a:cubicBezTo>
                  <a:cubicBezTo>
                    <a:pt x="745" y="6310"/>
                    <a:pt x="744" y="6309"/>
                    <a:pt x="744" y="6309"/>
                  </a:cubicBezTo>
                  <a:lnTo>
                    <a:pt x="744" y="6309"/>
                  </a:lnTo>
                  <a:cubicBezTo>
                    <a:pt x="739" y="6309"/>
                    <a:pt x="751" y="6388"/>
                    <a:pt x="731" y="6388"/>
                  </a:cubicBezTo>
                  <a:cubicBezTo>
                    <a:pt x="730" y="6388"/>
                    <a:pt x="729" y="6388"/>
                    <a:pt x="728" y="6387"/>
                  </a:cubicBezTo>
                  <a:cubicBezTo>
                    <a:pt x="694" y="6277"/>
                    <a:pt x="771" y="6244"/>
                    <a:pt x="754" y="6150"/>
                  </a:cubicBezTo>
                  <a:lnTo>
                    <a:pt x="754" y="6150"/>
                  </a:lnTo>
                  <a:lnTo>
                    <a:pt x="720" y="6176"/>
                  </a:lnTo>
                  <a:cubicBezTo>
                    <a:pt x="711" y="6150"/>
                    <a:pt x="703" y="6083"/>
                    <a:pt x="703" y="6049"/>
                  </a:cubicBezTo>
                  <a:cubicBezTo>
                    <a:pt x="715" y="6043"/>
                    <a:pt x="732" y="5987"/>
                    <a:pt x="744" y="5987"/>
                  </a:cubicBezTo>
                  <a:cubicBezTo>
                    <a:pt x="748" y="5987"/>
                    <a:pt x="751" y="5995"/>
                    <a:pt x="754" y="6015"/>
                  </a:cubicBezTo>
                  <a:cubicBezTo>
                    <a:pt x="770" y="5870"/>
                    <a:pt x="686" y="5879"/>
                    <a:pt x="685" y="5718"/>
                  </a:cubicBezTo>
                  <a:lnTo>
                    <a:pt x="685" y="5718"/>
                  </a:lnTo>
                  <a:cubicBezTo>
                    <a:pt x="684" y="5763"/>
                    <a:pt x="678" y="5812"/>
                    <a:pt x="678" y="5854"/>
                  </a:cubicBezTo>
                  <a:cubicBezTo>
                    <a:pt x="671" y="5829"/>
                    <a:pt x="668" y="5822"/>
                    <a:pt x="666" y="5822"/>
                  </a:cubicBezTo>
                  <a:cubicBezTo>
                    <a:pt x="663" y="5822"/>
                    <a:pt x="660" y="5838"/>
                    <a:pt x="649" y="5838"/>
                  </a:cubicBezTo>
                  <a:cubicBezTo>
                    <a:pt x="647" y="5838"/>
                    <a:pt x="646" y="5838"/>
                    <a:pt x="644" y="5837"/>
                  </a:cubicBezTo>
                  <a:cubicBezTo>
                    <a:pt x="656" y="5806"/>
                    <a:pt x="650" y="5721"/>
                    <a:pt x="661" y="5721"/>
                  </a:cubicBezTo>
                  <a:cubicBezTo>
                    <a:pt x="664" y="5721"/>
                    <a:pt x="669" y="5730"/>
                    <a:pt x="678" y="5753"/>
                  </a:cubicBezTo>
                  <a:cubicBezTo>
                    <a:pt x="678" y="5685"/>
                    <a:pt x="678" y="5618"/>
                    <a:pt x="661" y="5558"/>
                  </a:cubicBezTo>
                  <a:lnTo>
                    <a:pt x="652" y="5601"/>
                  </a:lnTo>
                  <a:cubicBezTo>
                    <a:pt x="652" y="5533"/>
                    <a:pt x="644" y="5465"/>
                    <a:pt x="610" y="5406"/>
                  </a:cubicBezTo>
                  <a:lnTo>
                    <a:pt x="610" y="5406"/>
                  </a:lnTo>
                  <a:cubicBezTo>
                    <a:pt x="610" y="5508"/>
                    <a:pt x="652" y="5508"/>
                    <a:pt x="652" y="5634"/>
                  </a:cubicBezTo>
                  <a:cubicBezTo>
                    <a:pt x="644" y="5680"/>
                    <a:pt x="639" y="5693"/>
                    <a:pt x="634" y="5693"/>
                  </a:cubicBezTo>
                  <a:cubicBezTo>
                    <a:pt x="626" y="5693"/>
                    <a:pt x="620" y="5665"/>
                    <a:pt x="608" y="5665"/>
                  </a:cubicBezTo>
                  <a:cubicBezTo>
                    <a:pt x="602" y="5665"/>
                    <a:pt x="594" y="5672"/>
                    <a:pt x="585" y="5694"/>
                  </a:cubicBezTo>
                  <a:lnTo>
                    <a:pt x="610" y="5795"/>
                  </a:lnTo>
                  <a:lnTo>
                    <a:pt x="610" y="5744"/>
                  </a:lnTo>
                  <a:cubicBezTo>
                    <a:pt x="651" y="5761"/>
                    <a:pt x="612" y="5889"/>
                    <a:pt x="649" y="5889"/>
                  </a:cubicBezTo>
                  <a:cubicBezTo>
                    <a:pt x="650" y="5889"/>
                    <a:pt x="651" y="5889"/>
                    <a:pt x="652" y="5888"/>
                  </a:cubicBezTo>
                  <a:lnTo>
                    <a:pt x="652" y="5888"/>
                  </a:lnTo>
                  <a:cubicBezTo>
                    <a:pt x="618" y="5990"/>
                    <a:pt x="635" y="6024"/>
                    <a:pt x="610" y="6125"/>
                  </a:cubicBezTo>
                  <a:cubicBezTo>
                    <a:pt x="614" y="6134"/>
                    <a:pt x="618" y="6138"/>
                    <a:pt x="620" y="6138"/>
                  </a:cubicBezTo>
                  <a:cubicBezTo>
                    <a:pt x="627" y="6138"/>
                    <a:pt x="627" y="6108"/>
                    <a:pt x="627" y="6083"/>
                  </a:cubicBezTo>
                  <a:cubicBezTo>
                    <a:pt x="627" y="6142"/>
                    <a:pt x="669" y="6142"/>
                    <a:pt x="644" y="6218"/>
                  </a:cubicBezTo>
                  <a:cubicBezTo>
                    <a:pt x="641" y="6228"/>
                    <a:pt x="642" y="6233"/>
                    <a:pt x="645" y="6233"/>
                  </a:cubicBezTo>
                  <a:cubicBezTo>
                    <a:pt x="652" y="6233"/>
                    <a:pt x="669" y="6206"/>
                    <a:pt x="669" y="6159"/>
                  </a:cubicBezTo>
                  <a:lnTo>
                    <a:pt x="669" y="6337"/>
                  </a:lnTo>
                  <a:lnTo>
                    <a:pt x="694" y="6269"/>
                  </a:lnTo>
                  <a:lnTo>
                    <a:pt x="694" y="6337"/>
                  </a:lnTo>
                  <a:lnTo>
                    <a:pt x="711" y="6277"/>
                  </a:lnTo>
                  <a:lnTo>
                    <a:pt x="711" y="6277"/>
                  </a:lnTo>
                  <a:cubicBezTo>
                    <a:pt x="728" y="6396"/>
                    <a:pt x="711" y="6506"/>
                    <a:pt x="678" y="6616"/>
                  </a:cubicBezTo>
                  <a:cubicBezTo>
                    <a:pt x="644" y="6506"/>
                    <a:pt x="661" y="6328"/>
                    <a:pt x="618" y="6260"/>
                  </a:cubicBezTo>
                  <a:lnTo>
                    <a:pt x="618" y="6260"/>
                  </a:lnTo>
                  <a:cubicBezTo>
                    <a:pt x="601" y="6286"/>
                    <a:pt x="644" y="6354"/>
                    <a:pt x="610" y="6379"/>
                  </a:cubicBezTo>
                  <a:lnTo>
                    <a:pt x="635" y="6413"/>
                  </a:lnTo>
                  <a:cubicBezTo>
                    <a:pt x="644" y="6455"/>
                    <a:pt x="652" y="6540"/>
                    <a:pt x="627" y="6548"/>
                  </a:cubicBezTo>
                  <a:cubicBezTo>
                    <a:pt x="610" y="6489"/>
                    <a:pt x="593" y="6421"/>
                    <a:pt x="559" y="6362"/>
                  </a:cubicBezTo>
                  <a:cubicBezTo>
                    <a:pt x="551" y="6362"/>
                    <a:pt x="551" y="6354"/>
                    <a:pt x="551" y="6337"/>
                  </a:cubicBezTo>
                  <a:cubicBezTo>
                    <a:pt x="551" y="6303"/>
                    <a:pt x="551" y="6269"/>
                    <a:pt x="551" y="6227"/>
                  </a:cubicBezTo>
                  <a:cubicBezTo>
                    <a:pt x="554" y="6213"/>
                    <a:pt x="559" y="6209"/>
                    <a:pt x="563" y="6209"/>
                  </a:cubicBezTo>
                  <a:cubicBezTo>
                    <a:pt x="570" y="6209"/>
                    <a:pt x="576" y="6218"/>
                    <a:pt x="576" y="6218"/>
                  </a:cubicBezTo>
                  <a:cubicBezTo>
                    <a:pt x="610" y="6091"/>
                    <a:pt x="525" y="6007"/>
                    <a:pt x="551" y="5871"/>
                  </a:cubicBezTo>
                  <a:cubicBezTo>
                    <a:pt x="572" y="5871"/>
                    <a:pt x="576" y="5797"/>
                    <a:pt x="587" y="5797"/>
                  </a:cubicBezTo>
                  <a:cubicBezTo>
                    <a:pt x="588" y="5797"/>
                    <a:pt x="591" y="5799"/>
                    <a:pt x="593" y="5804"/>
                  </a:cubicBezTo>
                  <a:cubicBezTo>
                    <a:pt x="593" y="5744"/>
                    <a:pt x="576" y="5685"/>
                    <a:pt x="551" y="5626"/>
                  </a:cubicBezTo>
                  <a:cubicBezTo>
                    <a:pt x="572" y="5619"/>
                    <a:pt x="563" y="5540"/>
                    <a:pt x="575" y="5540"/>
                  </a:cubicBezTo>
                  <a:cubicBezTo>
                    <a:pt x="577" y="5540"/>
                    <a:pt x="580" y="5543"/>
                    <a:pt x="585" y="5550"/>
                  </a:cubicBezTo>
                  <a:lnTo>
                    <a:pt x="551" y="5474"/>
                  </a:lnTo>
                  <a:cubicBezTo>
                    <a:pt x="559" y="5431"/>
                    <a:pt x="542" y="5330"/>
                    <a:pt x="568" y="5313"/>
                  </a:cubicBezTo>
                  <a:cubicBezTo>
                    <a:pt x="559" y="5254"/>
                    <a:pt x="534" y="5296"/>
                    <a:pt x="542" y="5220"/>
                  </a:cubicBezTo>
                  <a:cubicBezTo>
                    <a:pt x="551" y="5220"/>
                    <a:pt x="551" y="5220"/>
                    <a:pt x="551" y="5228"/>
                  </a:cubicBezTo>
                  <a:cubicBezTo>
                    <a:pt x="568" y="5186"/>
                    <a:pt x="568" y="5127"/>
                    <a:pt x="551" y="5085"/>
                  </a:cubicBezTo>
                  <a:cubicBezTo>
                    <a:pt x="542" y="5110"/>
                    <a:pt x="542" y="5135"/>
                    <a:pt x="542" y="5152"/>
                  </a:cubicBezTo>
                  <a:cubicBezTo>
                    <a:pt x="525" y="5152"/>
                    <a:pt x="508" y="5085"/>
                    <a:pt x="525" y="5017"/>
                  </a:cubicBezTo>
                  <a:lnTo>
                    <a:pt x="525" y="5017"/>
                  </a:lnTo>
                  <a:cubicBezTo>
                    <a:pt x="533" y="5038"/>
                    <a:pt x="539" y="5045"/>
                    <a:pt x="543" y="5045"/>
                  </a:cubicBezTo>
                  <a:cubicBezTo>
                    <a:pt x="558" y="5045"/>
                    <a:pt x="562" y="4976"/>
                    <a:pt x="571" y="4976"/>
                  </a:cubicBezTo>
                  <a:cubicBezTo>
                    <a:pt x="572" y="4976"/>
                    <a:pt x="574" y="4978"/>
                    <a:pt x="576" y="4983"/>
                  </a:cubicBezTo>
                  <a:cubicBezTo>
                    <a:pt x="568" y="4856"/>
                    <a:pt x="551" y="4729"/>
                    <a:pt x="500" y="4611"/>
                  </a:cubicBezTo>
                  <a:cubicBezTo>
                    <a:pt x="508" y="4459"/>
                    <a:pt x="500" y="4306"/>
                    <a:pt x="483" y="4154"/>
                  </a:cubicBezTo>
                  <a:lnTo>
                    <a:pt x="483" y="4171"/>
                  </a:lnTo>
                  <a:lnTo>
                    <a:pt x="466" y="4103"/>
                  </a:lnTo>
                  <a:cubicBezTo>
                    <a:pt x="466" y="4061"/>
                    <a:pt x="500" y="4103"/>
                    <a:pt x="491" y="4036"/>
                  </a:cubicBezTo>
                  <a:lnTo>
                    <a:pt x="491" y="4036"/>
                  </a:lnTo>
                  <a:cubicBezTo>
                    <a:pt x="517" y="4061"/>
                    <a:pt x="500" y="4146"/>
                    <a:pt x="517" y="4213"/>
                  </a:cubicBezTo>
                  <a:cubicBezTo>
                    <a:pt x="524" y="4190"/>
                    <a:pt x="530" y="4181"/>
                    <a:pt x="535" y="4181"/>
                  </a:cubicBezTo>
                  <a:cubicBezTo>
                    <a:pt x="548" y="4181"/>
                    <a:pt x="554" y="4256"/>
                    <a:pt x="566" y="4256"/>
                  </a:cubicBezTo>
                  <a:cubicBezTo>
                    <a:pt x="569" y="4256"/>
                    <a:pt x="572" y="4251"/>
                    <a:pt x="576" y="4239"/>
                  </a:cubicBezTo>
                  <a:cubicBezTo>
                    <a:pt x="517" y="4196"/>
                    <a:pt x="568" y="4002"/>
                    <a:pt x="534" y="3909"/>
                  </a:cubicBezTo>
                  <a:cubicBezTo>
                    <a:pt x="536" y="3885"/>
                    <a:pt x="539" y="3877"/>
                    <a:pt x="543" y="3877"/>
                  </a:cubicBezTo>
                  <a:cubicBezTo>
                    <a:pt x="543" y="3877"/>
                    <a:pt x="543" y="3877"/>
                    <a:pt x="544" y="3877"/>
                  </a:cubicBezTo>
                  <a:lnTo>
                    <a:pt x="544" y="3877"/>
                  </a:lnTo>
                  <a:cubicBezTo>
                    <a:pt x="552" y="3840"/>
                    <a:pt x="560" y="3833"/>
                    <a:pt x="568" y="3833"/>
                  </a:cubicBezTo>
                  <a:cubicBezTo>
                    <a:pt x="585" y="3731"/>
                    <a:pt x="576" y="3630"/>
                    <a:pt x="542" y="3537"/>
                  </a:cubicBezTo>
                  <a:lnTo>
                    <a:pt x="542" y="3537"/>
                  </a:lnTo>
                  <a:cubicBezTo>
                    <a:pt x="547" y="3567"/>
                    <a:pt x="547" y="3575"/>
                    <a:pt x="544" y="3575"/>
                  </a:cubicBezTo>
                  <a:cubicBezTo>
                    <a:pt x="541" y="3575"/>
                    <a:pt x="533" y="3560"/>
                    <a:pt x="526" y="3560"/>
                  </a:cubicBezTo>
                  <a:cubicBezTo>
                    <a:pt x="521" y="3560"/>
                    <a:pt x="517" y="3570"/>
                    <a:pt x="517" y="3604"/>
                  </a:cubicBezTo>
                  <a:cubicBezTo>
                    <a:pt x="500" y="3553"/>
                    <a:pt x="491" y="3494"/>
                    <a:pt x="500" y="3435"/>
                  </a:cubicBezTo>
                  <a:lnTo>
                    <a:pt x="500" y="3435"/>
                  </a:lnTo>
                  <a:cubicBezTo>
                    <a:pt x="502" y="3449"/>
                    <a:pt x="504" y="3453"/>
                    <a:pt x="508" y="3453"/>
                  </a:cubicBezTo>
                  <a:cubicBezTo>
                    <a:pt x="515" y="3453"/>
                    <a:pt x="524" y="3430"/>
                    <a:pt x="530" y="3430"/>
                  </a:cubicBezTo>
                  <a:cubicBezTo>
                    <a:pt x="535" y="3430"/>
                    <a:pt x="537" y="3444"/>
                    <a:pt x="534" y="3494"/>
                  </a:cubicBezTo>
                  <a:cubicBezTo>
                    <a:pt x="568" y="3469"/>
                    <a:pt x="534" y="3427"/>
                    <a:pt x="534" y="3359"/>
                  </a:cubicBezTo>
                  <a:lnTo>
                    <a:pt x="534" y="3359"/>
                  </a:lnTo>
                  <a:cubicBezTo>
                    <a:pt x="542" y="3393"/>
                    <a:pt x="551" y="3427"/>
                    <a:pt x="568" y="3460"/>
                  </a:cubicBezTo>
                  <a:cubicBezTo>
                    <a:pt x="525" y="3359"/>
                    <a:pt x="601" y="3156"/>
                    <a:pt x="568" y="3122"/>
                  </a:cubicBezTo>
                  <a:cubicBezTo>
                    <a:pt x="542" y="3046"/>
                    <a:pt x="517" y="2944"/>
                    <a:pt x="491" y="2860"/>
                  </a:cubicBezTo>
                  <a:cubicBezTo>
                    <a:pt x="500" y="2775"/>
                    <a:pt x="508" y="2682"/>
                    <a:pt x="508" y="2589"/>
                  </a:cubicBezTo>
                  <a:lnTo>
                    <a:pt x="517" y="2606"/>
                  </a:lnTo>
                  <a:cubicBezTo>
                    <a:pt x="525" y="2555"/>
                    <a:pt x="508" y="2479"/>
                    <a:pt x="517" y="2395"/>
                  </a:cubicBezTo>
                  <a:lnTo>
                    <a:pt x="542" y="2378"/>
                  </a:lnTo>
                  <a:cubicBezTo>
                    <a:pt x="534" y="2301"/>
                    <a:pt x="534" y="2225"/>
                    <a:pt x="534" y="2141"/>
                  </a:cubicBezTo>
                  <a:cubicBezTo>
                    <a:pt x="520" y="2141"/>
                    <a:pt x="523" y="2192"/>
                    <a:pt x="515" y="2192"/>
                  </a:cubicBezTo>
                  <a:cubicBezTo>
                    <a:pt x="514" y="2192"/>
                    <a:pt x="511" y="2189"/>
                    <a:pt x="508" y="2183"/>
                  </a:cubicBezTo>
                  <a:lnTo>
                    <a:pt x="508" y="2183"/>
                  </a:lnTo>
                  <a:cubicBezTo>
                    <a:pt x="508" y="2218"/>
                    <a:pt x="508" y="2247"/>
                    <a:pt x="518" y="2247"/>
                  </a:cubicBezTo>
                  <a:cubicBezTo>
                    <a:pt x="520" y="2247"/>
                    <a:pt x="522" y="2245"/>
                    <a:pt x="525" y="2242"/>
                  </a:cubicBezTo>
                  <a:lnTo>
                    <a:pt x="525" y="2242"/>
                  </a:lnTo>
                  <a:cubicBezTo>
                    <a:pt x="525" y="2285"/>
                    <a:pt x="500" y="2285"/>
                    <a:pt x="491" y="2318"/>
                  </a:cubicBezTo>
                  <a:lnTo>
                    <a:pt x="475" y="2158"/>
                  </a:lnTo>
                  <a:lnTo>
                    <a:pt x="483" y="2141"/>
                  </a:lnTo>
                  <a:lnTo>
                    <a:pt x="449" y="2132"/>
                  </a:lnTo>
                  <a:cubicBezTo>
                    <a:pt x="456" y="2099"/>
                    <a:pt x="457" y="2087"/>
                    <a:pt x="465" y="2087"/>
                  </a:cubicBezTo>
                  <a:cubicBezTo>
                    <a:pt x="468" y="2087"/>
                    <a:pt x="471" y="2088"/>
                    <a:pt x="475" y="2090"/>
                  </a:cubicBezTo>
                  <a:cubicBezTo>
                    <a:pt x="458" y="1997"/>
                    <a:pt x="424" y="1972"/>
                    <a:pt x="432" y="1879"/>
                  </a:cubicBezTo>
                  <a:lnTo>
                    <a:pt x="432" y="1879"/>
                  </a:lnTo>
                  <a:cubicBezTo>
                    <a:pt x="458" y="1912"/>
                    <a:pt x="475" y="1963"/>
                    <a:pt x="475" y="2005"/>
                  </a:cubicBezTo>
                  <a:lnTo>
                    <a:pt x="475" y="1904"/>
                  </a:lnTo>
                  <a:cubicBezTo>
                    <a:pt x="498" y="1943"/>
                    <a:pt x="492" y="2109"/>
                    <a:pt x="519" y="2109"/>
                  </a:cubicBezTo>
                  <a:cubicBezTo>
                    <a:pt x="521" y="2109"/>
                    <a:pt x="523" y="2109"/>
                    <a:pt x="525" y="2107"/>
                  </a:cubicBezTo>
                  <a:cubicBezTo>
                    <a:pt x="517" y="1972"/>
                    <a:pt x="491" y="1845"/>
                    <a:pt x="458" y="1709"/>
                  </a:cubicBezTo>
                  <a:cubicBezTo>
                    <a:pt x="491" y="1659"/>
                    <a:pt x="458" y="1574"/>
                    <a:pt x="466" y="1489"/>
                  </a:cubicBezTo>
                  <a:cubicBezTo>
                    <a:pt x="473" y="1476"/>
                    <a:pt x="479" y="1458"/>
                    <a:pt x="486" y="1458"/>
                  </a:cubicBezTo>
                  <a:cubicBezTo>
                    <a:pt x="488" y="1458"/>
                    <a:pt x="490" y="1460"/>
                    <a:pt x="491" y="1464"/>
                  </a:cubicBezTo>
                  <a:lnTo>
                    <a:pt x="491" y="1489"/>
                  </a:lnTo>
                  <a:cubicBezTo>
                    <a:pt x="500" y="1371"/>
                    <a:pt x="483" y="1244"/>
                    <a:pt x="458" y="1126"/>
                  </a:cubicBezTo>
                  <a:lnTo>
                    <a:pt x="491" y="1075"/>
                  </a:lnTo>
                  <a:cubicBezTo>
                    <a:pt x="494" y="1009"/>
                    <a:pt x="489" y="994"/>
                    <a:pt x="480" y="994"/>
                  </a:cubicBezTo>
                  <a:cubicBezTo>
                    <a:pt x="473" y="994"/>
                    <a:pt x="464" y="1004"/>
                    <a:pt x="455" y="1004"/>
                  </a:cubicBezTo>
                  <a:cubicBezTo>
                    <a:pt x="445" y="1004"/>
                    <a:pt x="435" y="989"/>
                    <a:pt x="432" y="923"/>
                  </a:cubicBezTo>
                  <a:cubicBezTo>
                    <a:pt x="466" y="880"/>
                    <a:pt x="449" y="694"/>
                    <a:pt x="475" y="686"/>
                  </a:cubicBezTo>
                  <a:cubicBezTo>
                    <a:pt x="475" y="652"/>
                    <a:pt x="475" y="635"/>
                    <a:pt x="458" y="635"/>
                  </a:cubicBezTo>
                  <a:cubicBezTo>
                    <a:pt x="451" y="655"/>
                    <a:pt x="455" y="703"/>
                    <a:pt x="444" y="703"/>
                  </a:cubicBezTo>
                  <a:cubicBezTo>
                    <a:pt x="441" y="703"/>
                    <a:pt x="437" y="701"/>
                    <a:pt x="432" y="694"/>
                  </a:cubicBezTo>
                  <a:cubicBezTo>
                    <a:pt x="432" y="643"/>
                    <a:pt x="432" y="601"/>
                    <a:pt x="441" y="550"/>
                  </a:cubicBezTo>
                  <a:cubicBezTo>
                    <a:pt x="447" y="550"/>
                    <a:pt x="454" y="572"/>
                    <a:pt x="457" y="572"/>
                  </a:cubicBezTo>
                  <a:cubicBezTo>
                    <a:pt x="457" y="572"/>
                    <a:pt x="458" y="571"/>
                    <a:pt x="458" y="567"/>
                  </a:cubicBezTo>
                  <a:cubicBezTo>
                    <a:pt x="449" y="449"/>
                    <a:pt x="449" y="220"/>
                    <a:pt x="398" y="102"/>
                  </a:cubicBezTo>
                  <a:lnTo>
                    <a:pt x="398" y="102"/>
                  </a:lnTo>
                  <a:cubicBezTo>
                    <a:pt x="398" y="144"/>
                    <a:pt x="424" y="144"/>
                    <a:pt x="407" y="204"/>
                  </a:cubicBezTo>
                  <a:cubicBezTo>
                    <a:pt x="390" y="204"/>
                    <a:pt x="398" y="170"/>
                    <a:pt x="390" y="161"/>
                  </a:cubicBezTo>
                  <a:lnTo>
                    <a:pt x="390" y="161"/>
                  </a:lnTo>
                  <a:cubicBezTo>
                    <a:pt x="365" y="170"/>
                    <a:pt x="407" y="220"/>
                    <a:pt x="390" y="280"/>
                  </a:cubicBezTo>
                  <a:lnTo>
                    <a:pt x="356" y="178"/>
                  </a:lnTo>
                  <a:lnTo>
                    <a:pt x="339" y="237"/>
                  </a:lnTo>
                  <a:lnTo>
                    <a:pt x="27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4"/>
            <p:cNvSpPr/>
            <p:nvPr/>
          </p:nvSpPr>
          <p:spPr>
            <a:xfrm>
              <a:off x="4708275" y="4143275"/>
              <a:ext cx="1500" cy="575"/>
            </a:xfrm>
            <a:custGeom>
              <a:rect b="b" l="l" r="r" t="t"/>
              <a:pathLst>
                <a:path extrusionOk="0" h="23" w="60">
                  <a:moveTo>
                    <a:pt x="46" y="0"/>
                  </a:moveTo>
                  <a:cubicBezTo>
                    <a:pt x="31" y="0"/>
                    <a:pt x="13" y="16"/>
                    <a:pt x="0" y="23"/>
                  </a:cubicBezTo>
                  <a:cubicBezTo>
                    <a:pt x="17" y="23"/>
                    <a:pt x="43" y="14"/>
                    <a:pt x="60" y="6"/>
                  </a:cubicBezTo>
                  <a:cubicBezTo>
                    <a:pt x="55" y="2"/>
                    <a:pt x="51" y="0"/>
                    <a:pt x="4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4"/>
            <p:cNvSpPr/>
            <p:nvPr/>
          </p:nvSpPr>
          <p:spPr>
            <a:xfrm>
              <a:off x="4589200" y="4006150"/>
              <a:ext cx="450" cy="11025"/>
            </a:xfrm>
            <a:custGeom>
              <a:rect b="b" l="l" r="r" t="t"/>
              <a:pathLst>
                <a:path extrusionOk="0" h="441" w="18">
                  <a:moveTo>
                    <a:pt x="1" y="1"/>
                  </a:moveTo>
                  <a:lnTo>
                    <a:pt x="13" y="325"/>
                  </a:lnTo>
                  <a:lnTo>
                    <a:pt x="13" y="325"/>
                  </a:lnTo>
                  <a:cubicBezTo>
                    <a:pt x="9" y="195"/>
                    <a:pt x="7" y="100"/>
                    <a:pt x="1" y="1"/>
                  </a:cubicBezTo>
                  <a:close/>
                  <a:moveTo>
                    <a:pt x="13" y="325"/>
                  </a:moveTo>
                  <a:cubicBezTo>
                    <a:pt x="14" y="361"/>
                    <a:pt x="16" y="399"/>
                    <a:pt x="18" y="441"/>
                  </a:cubicBezTo>
                  <a:lnTo>
                    <a:pt x="13" y="325"/>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4"/>
            <p:cNvSpPr/>
            <p:nvPr/>
          </p:nvSpPr>
          <p:spPr>
            <a:xfrm>
              <a:off x="4674000" y="4152075"/>
              <a:ext cx="8075" cy="2975"/>
            </a:xfrm>
            <a:custGeom>
              <a:rect b="b" l="l" r="r" t="t"/>
              <a:pathLst>
                <a:path extrusionOk="0" h="119" w="323">
                  <a:moveTo>
                    <a:pt x="322" y="1"/>
                  </a:moveTo>
                  <a:cubicBezTo>
                    <a:pt x="170" y="1"/>
                    <a:pt x="136" y="102"/>
                    <a:pt x="1" y="102"/>
                  </a:cubicBezTo>
                  <a:lnTo>
                    <a:pt x="60" y="119"/>
                  </a:lnTo>
                  <a:cubicBezTo>
                    <a:pt x="162" y="77"/>
                    <a:pt x="212" y="34"/>
                    <a:pt x="32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4"/>
            <p:cNvSpPr/>
            <p:nvPr/>
          </p:nvSpPr>
          <p:spPr>
            <a:xfrm>
              <a:off x="4673800" y="4151450"/>
              <a:ext cx="2975" cy="1925"/>
            </a:xfrm>
            <a:custGeom>
              <a:rect b="b" l="l" r="r" t="t"/>
              <a:pathLst>
                <a:path extrusionOk="0" h="77" w="119">
                  <a:moveTo>
                    <a:pt x="77" y="0"/>
                  </a:moveTo>
                  <a:cubicBezTo>
                    <a:pt x="102" y="34"/>
                    <a:pt x="0" y="59"/>
                    <a:pt x="17" y="76"/>
                  </a:cubicBezTo>
                  <a:cubicBezTo>
                    <a:pt x="93" y="51"/>
                    <a:pt x="51" y="43"/>
                    <a:pt x="119" y="26"/>
                  </a:cubicBezTo>
                  <a:lnTo>
                    <a:pt x="7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4"/>
            <p:cNvSpPr/>
            <p:nvPr/>
          </p:nvSpPr>
          <p:spPr>
            <a:xfrm>
              <a:off x="4690925" y="4161375"/>
              <a:ext cx="875" cy="675"/>
            </a:xfrm>
            <a:custGeom>
              <a:rect b="b" l="l" r="r" t="t"/>
              <a:pathLst>
                <a:path extrusionOk="0" h="27" w="35">
                  <a:moveTo>
                    <a:pt x="34" y="1"/>
                  </a:moveTo>
                  <a:lnTo>
                    <a:pt x="1" y="26"/>
                  </a:lnTo>
                  <a:lnTo>
                    <a:pt x="26" y="9"/>
                  </a:lnTo>
                  <a:lnTo>
                    <a:pt x="3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4"/>
            <p:cNvSpPr/>
            <p:nvPr/>
          </p:nvSpPr>
          <p:spPr>
            <a:xfrm>
              <a:off x="4661750" y="4154825"/>
              <a:ext cx="1500" cy="225"/>
            </a:xfrm>
            <a:custGeom>
              <a:rect b="b" l="l" r="r" t="t"/>
              <a:pathLst>
                <a:path extrusionOk="0" h="9" w="60">
                  <a:moveTo>
                    <a:pt x="0" y="1"/>
                  </a:moveTo>
                  <a:lnTo>
                    <a:pt x="43" y="9"/>
                  </a:lnTo>
                  <a:lnTo>
                    <a:pt x="5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4"/>
            <p:cNvSpPr/>
            <p:nvPr/>
          </p:nvSpPr>
          <p:spPr>
            <a:xfrm>
              <a:off x="4663225" y="4154625"/>
              <a:ext cx="225" cy="225"/>
            </a:xfrm>
            <a:custGeom>
              <a:rect b="b" l="l" r="r" t="t"/>
              <a:pathLst>
                <a:path extrusionOk="0" h="9" w="9">
                  <a:moveTo>
                    <a:pt x="9" y="0"/>
                  </a:move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4"/>
            <p:cNvSpPr/>
            <p:nvPr/>
          </p:nvSpPr>
          <p:spPr>
            <a:xfrm>
              <a:off x="4691150" y="4162650"/>
              <a:ext cx="1700" cy="650"/>
            </a:xfrm>
            <a:custGeom>
              <a:rect b="b" l="l" r="r" t="t"/>
              <a:pathLst>
                <a:path extrusionOk="0" h="26" w="68">
                  <a:moveTo>
                    <a:pt x="68" y="1"/>
                  </a:moveTo>
                  <a:lnTo>
                    <a:pt x="0" y="26"/>
                  </a:lnTo>
                  <a:lnTo>
                    <a:pt x="51" y="17"/>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4"/>
            <p:cNvSpPr/>
            <p:nvPr/>
          </p:nvSpPr>
          <p:spPr>
            <a:xfrm>
              <a:off x="4677825" y="4161375"/>
              <a:ext cx="1925" cy="450"/>
            </a:xfrm>
            <a:custGeom>
              <a:rect b="b" l="l" r="r" t="t"/>
              <a:pathLst>
                <a:path extrusionOk="0" h="18" w="77">
                  <a:moveTo>
                    <a:pt x="76" y="1"/>
                  </a:moveTo>
                  <a:cubicBezTo>
                    <a:pt x="68" y="1"/>
                    <a:pt x="0" y="9"/>
                    <a:pt x="34" y="18"/>
                  </a:cubicBezTo>
                  <a:lnTo>
                    <a:pt x="7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4"/>
            <p:cNvSpPr/>
            <p:nvPr/>
          </p:nvSpPr>
          <p:spPr>
            <a:xfrm>
              <a:off x="4652850" y="4156525"/>
              <a:ext cx="1525" cy="650"/>
            </a:xfrm>
            <a:custGeom>
              <a:rect b="b" l="l" r="r" t="t"/>
              <a:pathLst>
                <a:path extrusionOk="0" h="26" w="61">
                  <a:moveTo>
                    <a:pt x="52" y="0"/>
                  </a:moveTo>
                  <a:lnTo>
                    <a:pt x="1" y="26"/>
                  </a:lnTo>
                  <a:lnTo>
                    <a:pt x="60" y="9"/>
                  </a:lnTo>
                  <a:lnTo>
                    <a:pt x="52"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4"/>
            <p:cNvSpPr/>
            <p:nvPr/>
          </p:nvSpPr>
          <p:spPr>
            <a:xfrm>
              <a:off x="4668000" y="4166025"/>
              <a:ext cx="2750" cy="875"/>
            </a:xfrm>
            <a:custGeom>
              <a:rect b="b" l="l" r="r" t="t"/>
              <a:pathLst>
                <a:path extrusionOk="0" h="35" w="110">
                  <a:moveTo>
                    <a:pt x="80" y="1"/>
                  </a:moveTo>
                  <a:cubicBezTo>
                    <a:pt x="82" y="5"/>
                    <a:pt x="85" y="7"/>
                    <a:pt x="88" y="10"/>
                  </a:cubicBezTo>
                  <a:lnTo>
                    <a:pt x="88" y="10"/>
                  </a:lnTo>
                  <a:cubicBezTo>
                    <a:pt x="90" y="7"/>
                    <a:pt x="88" y="4"/>
                    <a:pt x="80" y="1"/>
                  </a:cubicBezTo>
                  <a:close/>
                  <a:moveTo>
                    <a:pt x="88" y="10"/>
                  </a:moveTo>
                  <a:lnTo>
                    <a:pt x="88" y="10"/>
                  </a:lnTo>
                  <a:cubicBezTo>
                    <a:pt x="81" y="23"/>
                    <a:pt x="1" y="35"/>
                    <a:pt x="63" y="35"/>
                  </a:cubicBezTo>
                  <a:cubicBezTo>
                    <a:pt x="110" y="21"/>
                    <a:pt x="99" y="19"/>
                    <a:pt x="88" y="1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4"/>
            <p:cNvSpPr/>
            <p:nvPr/>
          </p:nvSpPr>
          <p:spPr>
            <a:xfrm>
              <a:off x="4651600" y="4165600"/>
              <a:ext cx="450" cy="250"/>
            </a:xfrm>
            <a:custGeom>
              <a:rect b="b" l="l" r="r" t="t"/>
              <a:pathLst>
                <a:path extrusionOk="0" h="10" w="18">
                  <a:moveTo>
                    <a:pt x="17" y="1"/>
                  </a:moveTo>
                  <a:cubicBezTo>
                    <a:pt x="9" y="1"/>
                    <a:pt x="0" y="1"/>
                    <a:pt x="0" y="9"/>
                  </a:cubicBezTo>
                  <a:lnTo>
                    <a:pt x="1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4"/>
            <p:cNvSpPr/>
            <p:nvPr/>
          </p:nvSpPr>
          <p:spPr>
            <a:xfrm>
              <a:off x="4652025" y="4165325"/>
              <a:ext cx="1700" cy="300"/>
            </a:xfrm>
            <a:custGeom>
              <a:rect b="b" l="l" r="r" t="t"/>
              <a:pathLst>
                <a:path extrusionOk="0" h="12" w="68">
                  <a:moveTo>
                    <a:pt x="47" y="0"/>
                  </a:moveTo>
                  <a:cubicBezTo>
                    <a:pt x="32" y="0"/>
                    <a:pt x="18" y="6"/>
                    <a:pt x="0" y="12"/>
                  </a:cubicBezTo>
                  <a:cubicBezTo>
                    <a:pt x="25" y="12"/>
                    <a:pt x="51" y="12"/>
                    <a:pt x="68" y="4"/>
                  </a:cubicBezTo>
                  <a:cubicBezTo>
                    <a:pt x="60" y="1"/>
                    <a:pt x="54" y="0"/>
                    <a:pt x="4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4"/>
            <p:cNvSpPr/>
            <p:nvPr/>
          </p:nvSpPr>
          <p:spPr>
            <a:xfrm>
              <a:off x="4644825" y="4166250"/>
              <a:ext cx="1725" cy="1175"/>
            </a:xfrm>
            <a:custGeom>
              <a:rect b="b" l="l" r="r" t="t"/>
              <a:pathLst>
                <a:path extrusionOk="0" h="47" w="69">
                  <a:moveTo>
                    <a:pt x="68" y="0"/>
                  </a:moveTo>
                  <a:lnTo>
                    <a:pt x="51" y="17"/>
                  </a:lnTo>
                  <a:cubicBezTo>
                    <a:pt x="17" y="17"/>
                    <a:pt x="0" y="26"/>
                    <a:pt x="9" y="34"/>
                  </a:cubicBezTo>
                  <a:lnTo>
                    <a:pt x="26" y="34"/>
                  </a:lnTo>
                  <a:cubicBezTo>
                    <a:pt x="17" y="43"/>
                    <a:pt x="15" y="47"/>
                    <a:pt x="17" y="47"/>
                  </a:cubicBezTo>
                  <a:cubicBezTo>
                    <a:pt x="20" y="47"/>
                    <a:pt x="26" y="43"/>
                    <a:pt x="34" y="34"/>
                  </a:cubicBezTo>
                  <a:cubicBezTo>
                    <a:pt x="51" y="26"/>
                    <a:pt x="60" y="17"/>
                    <a:pt x="60" y="17"/>
                  </a:cubicBez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4"/>
            <p:cNvSpPr/>
            <p:nvPr/>
          </p:nvSpPr>
          <p:spPr>
            <a:xfrm>
              <a:off x="4617125" y="4160525"/>
              <a:ext cx="5300" cy="1300"/>
            </a:xfrm>
            <a:custGeom>
              <a:rect b="b" l="l" r="r" t="t"/>
              <a:pathLst>
                <a:path extrusionOk="0" h="52" w="212">
                  <a:moveTo>
                    <a:pt x="212" y="1"/>
                  </a:moveTo>
                  <a:cubicBezTo>
                    <a:pt x="119" y="18"/>
                    <a:pt x="102" y="9"/>
                    <a:pt x="0" y="35"/>
                  </a:cubicBezTo>
                  <a:cubicBezTo>
                    <a:pt x="85" y="35"/>
                    <a:pt x="102" y="35"/>
                    <a:pt x="102" y="52"/>
                  </a:cubicBezTo>
                  <a:cubicBezTo>
                    <a:pt x="186" y="43"/>
                    <a:pt x="169" y="9"/>
                    <a:pt x="21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4"/>
            <p:cNvSpPr/>
            <p:nvPr/>
          </p:nvSpPr>
          <p:spPr>
            <a:xfrm>
              <a:off x="4622400" y="4160325"/>
              <a:ext cx="675" cy="225"/>
            </a:xfrm>
            <a:custGeom>
              <a:rect b="b" l="l" r="r" t="t"/>
              <a:pathLst>
                <a:path extrusionOk="0" h="9" w="27">
                  <a:moveTo>
                    <a:pt x="26" y="0"/>
                  </a:moveTo>
                  <a:cubicBezTo>
                    <a:pt x="18" y="0"/>
                    <a:pt x="9" y="0"/>
                    <a:pt x="1" y="9"/>
                  </a:cubicBez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4"/>
            <p:cNvSpPr/>
            <p:nvPr/>
          </p:nvSpPr>
          <p:spPr>
            <a:xfrm>
              <a:off x="4653275" y="4170700"/>
              <a:ext cx="1100" cy="1075"/>
            </a:xfrm>
            <a:custGeom>
              <a:rect b="b" l="l" r="r" t="t"/>
              <a:pathLst>
                <a:path extrusionOk="0" h="43" w="44">
                  <a:moveTo>
                    <a:pt x="43" y="0"/>
                  </a:moveTo>
                  <a:lnTo>
                    <a:pt x="1" y="42"/>
                  </a:lnTo>
                  <a:lnTo>
                    <a:pt x="18" y="34"/>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4"/>
            <p:cNvSpPr/>
            <p:nvPr/>
          </p:nvSpPr>
          <p:spPr>
            <a:xfrm>
              <a:off x="4613775" y="4161400"/>
              <a:ext cx="1525" cy="225"/>
            </a:xfrm>
            <a:custGeom>
              <a:rect b="b" l="l" r="r" t="t"/>
              <a:pathLst>
                <a:path extrusionOk="0" h="9" w="61">
                  <a:moveTo>
                    <a:pt x="28" y="2"/>
                  </a:moveTo>
                  <a:cubicBezTo>
                    <a:pt x="26" y="2"/>
                    <a:pt x="23" y="3"/>
                    <a:pt x="21" y="3"/>
                  </a:cubicBezTo>
                  <a:lnTo>
                    <a:pt x="21" y="3"/>
                  </a:lnTo>
                  <a:cubicBezTo>
                    <a:pt x="23" y="3"/>
                    <a:pt x="26" y="2"/>
                    <a:pt x="28" y="2"/>
                  </a:cubicBezTo>
                  <a:close/>
                  <a:moveTo>
                    <a:pt x="21" y="3"/>
                  </a:moveTo>
                  <a:cubicBezTo>
                    <a:pt x="9" y="5"/>
                    <a:pt x="0" y="8"/>
                    <a:pt x="7" y="8"/>
                  </a:cubicBezTo>
                  <a:cubicBezTo>
                    <a:pt x="12" y="6"/>
                    <a:pt x="17" y="4"/>
                    <a:pt x="21" y="3"/>
                  </a:cubicBezTo>
                  <a:close/>
                  <a:moveTo>
                    <a:pt x="45" y="1"/>
                  </a:moveTo>
                  <a:cubicBezTo>
                    <a:pt x="40" y="1"/>
                    <a:pt x="34" y="1"/>
                    <a:pt x="28" y="2"/>
                  </a:cubicBezTo>
                  <a:lnTo>
                    <a:pt x="28" y="2"/>
                  </a:lnTo>
                  <a:cubicBezTo>
                    <a:pt x="30" y="2"/>
                    <a:pt x="31" y="2"/>
                    <a:pt x="33" y="2"/>
                  </a:cubicBezTo>
                  <a:cubicBezTo>
                    <a:pt x="41" y="2"/>
                    <a:pt x="50" y="4"/>
                    <a:pt x="58" y="8"/>
                  </a:cubicBezTo>
                  <a:cubicBezTo>
                    <a:pt x="61" y="3"/>
                    <a:pt x="54" y="1"/>
                    <a:pt x="4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4"/>
            <p:cNvSpPr/>
            <p:nvPr/>
          </p:nvSpPr>
          <p:spPr>
            <a:xfrm>
              <a:off x="4623475" y="4169250"/>
              <a:ext cx="2125" cy="500"/>
            </a:xfrm>
            <a:custGeom>
              <a:rect b="b" l="l" r="r" t="t"/>
              <a:pathLst>
                <a:path extrusionOk="0" h="20" w="85">
                  <a:moveTo>
                    <a:pt x="22" y="1"/>
                  </a:moveTo>
                  <a:cubicBezTo>
                    <a:pt x="13" y="1"/>
                    <a:pt x="6" y="4"/>
                    <a:pt x="0" y="16"/>
                  </a:cubicBezTo>
                  <a:cubicBezTo>
                    <a:pt x="3" y="19"/>
                    <a:pt x="10" y="19"/>
                    <a:pt x="20" y="19"/>
                  </a:cubicBezTo>
                  <a:cubicBezTo>
                    <a:pt x="40" y="19"/>
                    <a:pt x="68" y="16"/>
                    <a:pt x="85" y="16"/>
                  </a:cubicBezTo>
                  <a:cubicBezTo>
                    <a:pt x="62" y="16"/>
                    <a:pt x="40" y="1"/>
                    <a:pt x="2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4"/>
            <p:cNvSpPr/>
            <p:nvPr/>
          </p:nvSpPr>
          <p:spPr>
            <a:xfrm>
              <a:off x="4608450" y="4164150"/>
              <a:ext cx="1650" cy="850"/>
            </a:xfrm>
            <a:custGeom>
              <a:rect b="b" l="l" r="r" t="t"/>
              <a:pathLst>
                <a:path extrusionOk="0" h="34" w="66">
                  <a:moveTo>
                    <a:pt x="38" y="0"/>
                  </a:moveTo>
                  <a:cubicBezTo>
                    <a:pt x="30" y="0"/>
                    <a:pt x="18" y="2"/>
                    <a:pt x="0" y="8"/>
                  </a:cubicBezTo>
                  <a:cubicBezTo>
                    <a:pt x="17" y="8"/>
                    <a:pt x="43" y="17"/>
                    <a:pt x="34" y="34"/>
                  </a:cubicBezTo>
                  <a:cubicBezTo>
                    <a:pt x="47" y="27"/>
                    <a:pt x="66" y="0"/>
                    <a:pt x="3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4"/>
            <p:cNvSpPr/>
            <p:nvPr/>
          </p:nvSpPr>
          <p:spPr>
            <a:xfrm>
              <a:off x="4619650" y="4169850"/>
              <a:ext cx="1725" cy="450"/>
            </a:xfrm>
            <a:custGeom>
              <a:rect b="b" l="l" r="r" t="t"/>
              <a:pathLst>
                <a:path extrusionOk="0" h="18" w="69">
                  <a:moveTo>
                    <a:pt x="68" y="0"/>
                  </a:moveTo>
                  <a:lnTo>
                    <a:pt x="1" y="17"/>
                  </a:lnTo>
                  <a:lnTo>
                    <a:pt x="9" y="17"/>
                  </a:ln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4"/>
            <p:cNvSpPr/>
            <p:nvPr/>
          </p:nvSpPr>
          <p:spPr>
            <a:xfrm>
              <a:off x="4622200" y="4174500"/>
              <a:ext cx="5100" cy="1925"/>
            </a:xfrm>
            <a:custGeom>
              <a:rect b="b" l="l" r="r" t="t"/>
              <a:pathLst>
                <a:path extrusionOk="0" h="77" w="204">
                  <a:moveTo>
                    <a:pt x="144" y="0"/>
                  </a:moveTo>
                  <a:cubicBezTo>
                    <a:pt x="0" y="0"/>
                    <a:pt x="161" y="34"/>
                    <a:pt x="60" y="43"/>
                  </a:cubicBezTo>
                  <a:cubicBezTo>
                    <a:pt x="119" y="43"/>
                    <a:pt x="153" y="68"/>
                    <a:pt x="144" y="76"/>
                  </a:cubicBezTo>
                  <a:cubicBezTo>
                    <a:pt x="203" y="43"/>
                    <a:pt x="43" y="43"/>
                    <a:pt x="1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4"/>
            <p:cNvSpPr/>
            <p:nvPr/>
          </p:nvSpPr>
          <p:spPr>
            <a:xfrm>
              <a:off x="4622825" y="4175550"/>
              <a:ext cx="675" cy="25"/>
            </a:xfrm>
            <a:custGeom>
              <a:rect b="b" l="l" r="r" t="t"/>
              <a:pathLst>
                <a:path extrusionOk="0" h="1" w="27">
                  <a:moveTo>
                    <a:pt x="26" y="1"/>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4"/>
            <p:cNvSpPr/>
            <p:nvPr/>
          </p:nvSpPr>
          <p:spPr>
            <a:xfrm>
              <a:off x="4600200" y="4174925"/>
              <a:ext cx="650" cy="225"/>
            </a:xfrm>
            <a:custGeom>
              <a:rect b="b" l="l" r="r" t="t"/>
              <a:pathLst>
                <a:path extrusionOk="0" h="9" w="26">
                  <a:moveTo>
                    <a:pt x="26" y="0"/>
                  </a:moveTo>
                  <a:cubicBezTo>
                    <a:pt x="22" y="0"/>
                    <a:pt x="17" y="2"/>
                    <a:pt x="13" y="4"/>
                  </a:cubicBezTo>
                  <a:lnTo>
                    <a:pt x="13" y="4"/>
                  </a:lnTo>
                  <a:lnTo>
                    <a:pt x="26" y="0"/>
                  </a:lnTo>
                  <a:close/>
                  <a:moveTo>
                    <a:pt x="13" y="4"/>
                  </a:moveTo>
                  <a:lnTo>
                    <a:pt x="1" y="9"/>
                  </a:lnTo>
                  <a:cubicBezTo>
                    <a:pt x="5" y="9"/>
                    <a:pt x="9" y="7"/>
                    <a:pt x="13" y="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4"/>
            <p:cNvSpPr/>
            <p:nvPr/>
          </p:nvSpPr>
          <p:spPr>
            <a:xfrm>
              <a:off x="4611825" y="4176175"/>
              <a:ext cx="5750" cy="2150"/>
            </a:xfrm>
            <a:custGeom>
              <a:rect b="b" l="l" r="r" t="t"/>
              <a:pathLst>
                <a:path extrusionOk="0" h="86" w="230">
                  <a:moveTo>
                    <a:pt x="229" y="1"/>
                  </a:moveTo>
                  <a:cubicBezTo>
                    <a:pt x="162" y="35"/>
                    <a:pt x="1" y="60"/>
                    <a:pt x="18" y="86"/>
                  </a:cubicBezTo>
                  <a:cubicBezTo>
                    <a:pt x="60" y="86"/>
                    <a:pt x="111" y="77"/>
                    <a:pt x="153" y="52"/>
                  </a:cubicBezTo>
                  <a:lnTo>
                    <a:pt x="136" y="52"/>
                  </a:lnTo>
                  <a:lnTo>
                    <a:pt x="22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4"/>
            <p:cNvSpPr/>
            <p:nvPr/>
          </p:nvSpPr>
          <p:spPr>
            <a:xfrm>
              <a:off x="4593450" y="4162025"/>
              <a:ext cx="650" cy="500"/>
            </a:xfrm>
            <a:custGeom>
              <a:rect b="b" l="l" r="r" t="t"/>
              <a:pathLst>
                <a:path extrusionOk="0" h="20" w="26">
                  <a:moveTo>
                    <a:pt x="17" y="0"/>
                  </a:moveTo>
                  <a:cubicBezTo>
                    <a:pt x="17" y="7"/>
                    <a:pt x="0" y="19"/>
                    <a:pt x="3" y="19"/>
                  </a:cubicBezTo>
                  <a:cubicBezTo>
                    <a:pt x="3" y="19"/>
                    <a:pt x="5" y="19"/>
                    <a:pt x="8" y="17"/>
                  </a:cubicBezTo>
                  <a:lnTo>
                    <a:pt x="25" y="17"/>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4"/>
            <p:cNvSpPr/>
            <p:nvPr/>
          </p:nvSpPr>
          <p:spPr>
            <a:xfrm>
              <a:off x="4593850" y="4162025"/>
              <a:ext cx="25" cy="25"/>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4"/>
            <p:cNvSpPr/>
            <p:nvPr/>
          </p:nvSpPr>
          <p:spPr>
            <a:xfrm>
              <a:off x="4604650" y="4173850"/>
              <a:ext cx="2350" cy="450"/>
            </a:xfrm>
            <a:custGeom>
              <a:rect b="b" l="l" r="r" t="t"/>
              <a:pathLst>
                <a:path extrusionOk="0" h="18" w="94">
                  <a:moveTo>
                    <a:pt x="93" y="1"/>
                  </a:moveTo>
                  <a:cubicBezTo>
                    <a:pt x="76" y="1"/>
                    <a:pt x="0" y="1"/>
                    <a:pt x="9" y="18"/>
                  </a:cubicBezTo>
                  <a:cubicBezTo>
                    <a:pt x="34" y="18"/>
                    <a:pt x="68" y="9"/>
                    <a:pt x="9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4"/>
            <p:cNvSpPr/>
            <p:nvPr/>
          </p:nvSpPr>
          <p:spPr>
            <a:xfrm>
              <a:off x="4591100" y="4160525"/>
              <a:ext cx="450" cy="875"/>
            </a:xfrm>
            <a:custGeom>
              <a:rect b="b" l="l" r="r" t="t"/>
              <a:pathLst>
                <a:path extrusionOk="0" h="35" w="18">
                  <a:moveTo>
                    <a:pt x="1" y="1"/>
                  </a:moveTo>
                  <a:lnTo>
                    <a:pt x="1" y="9"/>
                  </a:lnTo>
                  <a:cubicBezTo>
                    <a:pt x="1" y="18"/>
                    <a:pt x="9" y="26"/>
                    <a:pt x="18" y="35"/>
                  </a:cubicBezTo>
                  <a:cubicBezTo>
                    <a:pt x="9" y="26"/>
                    <a:pt x="9" y="9"/>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4"/>
            <p:cNvSpPr/>
            <p:nvPr/>
          </p:nvSpPr>
          <p:spPr>
            <a:xfrm>
              <a:off x="4590900" y="4153550"/>
              <a:ext cx="450" cy="1500"/>
            </a:xfrm>
            <a:custGeom>
              <a:rect b="b" l="l" r="r" t="t"/>
              <a:pathLst>
                <a:path extrusionOk="0" h="60" w="18">
                  <a:moveTo>
                    <a:pt x="9" y="1"/>
                  </a:moveTo>
                  <a:lnTo>
                    <a:pt x="0" y="9"/>
                  </a:lnTo>
                  <a:lnTo>
                    <a:pt x="17" y="60"/>
                  </a:lnTo>
                  <a:lnTo>
                    <a:pt x="17" y="52"/>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4"/>
            <p:cNvSpPr/>
            <p:nvPr/>
          </p:nvSpPr>
          <p:spPr>
            <a:xfrm>
              <a:off x="4578200" y="4168575"/>
              <a:ext cx="2200" cy="2900"/>
            </a:xfrm>
            <a:custGeom>
              <a:rect b="b" l="l" r="r" t="t"/>
              <a:pathLst>
                <a:path extrusionOk="0" h="116" w="88">
                  <a:moveTo>
                    <a:pt x="18" y="0"/>
                  </a:moveTo>
                  <a:lnTo>
                    <a:pt x="18" y="0"/>
                  </a:lnTo>
                  <a:cubicBezTo>
                    <a:pt x="9" y="43"/>
                    <a:pt x="35" y="34"/>
                    <a:pt x="68" y="93"/>
                  </a:cubicBezTo>
                  <a:lnTo>
                    <a:pt x="1" y="43"/>
                  </a:lnTo>
                  <a:lnTo>
                    <a:pt x="1" y="43"/>
                  </a:lnTo>
                  <a:cubicBezTo>
                    <a:pt x="28" y="90"/>
                    <a:pt x="71" y="116"/>
                    <a:pt x="83" y="116"/>
                  </a:cubicBezTo>
                  <a:cubicBezTo>
                    <a:pt x="86" y="116"/>
                    <a:pt x="87" y="114"/>
                    <a:pt x="85" y="110"/>
                  </a:cubicBezTo>
                  <a:cubicBezTo>
                    <a:pt x="60" y="77"/>
                    <a:pt x="35" y="34"/>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4"/>
            <p:cNvSpPr/>
            <p:nvPr/>
          </p:nvSpPr>
          <p:spPr>
            <a:xfrm>
              <a:off x="4587525" y="4064725"/>
              <a:ext cx="4250" cy="42125"/>
            </a:xfrm>
            <a:custGeom>
              <a:rect b="b" l="l" r="r" t="t"/>
              <a:pathLst>
                <a:path extrusionOk="0" h="1685" w="170">
                  <a:moveTo>
                    <a:pt x="25" y="1058"/>
                  </a:moveTo>
                  <a:cubicBezTo>
                    <a:pt x="25" y="1070"/>
                    <a:pt x="27" y="1077"/>
                    <a:pt x="30" y="1082"/>
                  </a:cubicBezTo>
                  <a:lnTo>
                    <a:pt x="30" y="1082"/>
                  </a:lnTo>
                  <a:lnTo>
                    <a:pt x="25" y="1058"/>
                  </a:lnTo>
                  <a:close/>
                  <a:moveTo>
                    <a:pt x="166" y="1281"/>
                  </a:moveTo>
                  <a:cubicBezTo>
                    <a:pt x="167" y="1283"/>
                    <a:pt x="168" y="1285"/>
                    <a:pt x="169" y="1287"/>
                  </a:cubicBezTo>
                  <a:cubicBezTo>
                    <a:pt x="168" y="1285"/>
                    <a:pt x="167" y="1283"/>
                    <a:pt x="166" y="1281"/>
                  </a:cubicBezTo>
                  <a:close/>
                  <a:moveTo>
                    <a:pt x="144" y="1"/>
                  </a:moveTo>
                  <a:cubicBezTo>
                    <a:pt x="144" y="52"/>
                    <a:pt x="127" y="85"/>
                    <a:pt x="118" y="136"/>
                  </a:cubicBezTo>
                  <a:cubicBezTo>
                    <a:pt x="112" y="123"/>
                    <a:pt x="108" y="118"/>
                    <a:pt x="105" y="118"/>
                  </a:cubicBezTo>
                  <a:cubicBezTo>
                    <a:pt x="96" y="118"/>
                    <a:pt x="110" y="197"/>
                    <a:pt x="90" y="197"/>
                  </a:cubicBezTo>
                  <a:cubicBezTo>
                    <a:pt x="88" y="197"/>
                    <a:pt x="86" y="196"/>
                    <a:pt x="85" y="195"/>
                  </a:cubicBezTo>
                  <a:cubicBezTo>
                    <a:pt x="76" y="162"/>
                    <a:pt x="76" y="119"/>
                    <a:pt x="85" y="85"/>
                  </a:cubicBezTo>
                  <a:cubicBezTo>
                    <a:pt x="83" y="85"/>
                    <a:pt x="81" y="84"/>
                    <a:pt x="80" y="84"/>
                  </a:cubicBezTo>
                  <a:cubicBezTo>
                    <a:pt x="66" y="84"/>
                    <a:pt x="52" y="112"/>
                    <a:pt x="38" y="112"/>
                  </a:cubicBezTo>
                  <a:cubicBezTo>
                    <a:pt x="37" y="112"/>
                    <a:pt x="35" y="112"/>
                    <a:pt x="34" y="111"/>
                  </a:cubicBezTo>
                  <a:lnTo>
                    <a:pt x="34" y="111"/>
                  </a:lnTo>
                  <a:cubicBezTo>
                    <a:pt x="17" y="229"/>
                    <a:pt x="93" y="246"/>
                    <a:pt x="76" y="365"/>
                  </a:cubicBezTo>
                  <a:cubicBezTo>
                    <a:pt x="67" y="365"/>
                    <a:pt x="58" y="353"/>
                    <a:pt x="52" y="353"/>
                  </a:cubicBezTo>
                  <a:cubicBezTo>
                    <a:pt x="47" y="353"/>
                    <a:pt x="44" y="360"/>
                    <a:pt x="43" y="383"/>
                  </a:cubicBezTo>
                  <a:lnTo>
                    <a:pt x="43" y="383"/>
                  </a:lnTo>
                  <a:cubicBezTo>
                    <a:pt x="42" y="382"/>
                    <a:pt x="42" y="382"/>
                    <a:pt x="42" y="382"/>
                  </a:cubicBezTo>
                  <a:lnTo>
                    <a:pt x="42" y="382"/>
                  </a:lnTo>
                  <a:lnTo>
                    <a:pt x="42" y="398"/>
                  </a:lnTo>
                  <a:cubicBezTo>
                    <a:pt x="42" y="393"/>
                    <a:pt x="42" y="387"/>
                    <a:pt x="43" y="383"/>
                  </a:cubicBezTo>
                  <a:lnTo>
                    <a:pt x="43" y="383"/>
                  </a:lnTo>
                  <a:cubicBezTo>
                    <a:pt x="67" y="500"/>
                    <a:pt x="0" y="475"/>
                    <a:pt x="51" y="551"/>
                  </a:cubicBezTo>
                  <a:lnTo>
                    <a:pt x="25" y="551"/>
                  </a:lnTo>
                  <a:cubicBezTo>
                    <a:pt x="42" y="618"/>
                    <a:pt x="51" y="695"/>
                    <a:pt x="51" y="771"/>
                  </a:cubicBezTo>
                  <a:cubicBezTo>
                    <a:pt x="68" y="864"/>
                    <a:pt x="68" y="957"/>
                    <a:pt x="68" y="1058"/>
                  </a:cubicBezTo>
                  <a:lnTo>
                    <a:pt x="34" y="965"/>
                  </a:lnTo>
                  <a:lnTo>
                    <a:pt x="34" y="965"/>
                  </a:lnTo>
                  <a:cubicBezTo>
                    <a:pt x="25" y="1033"/>
                    <a:pt x="59" y="1050"/>
                    <a:pt x="51" y="1092"/>
                  </a:cubicBezTo>
                  <a:cubicBezTo>
                    <a:pt x="51" y="1092"/>
                    <a:pt x="49" y="1093"/>
                    <a:pt x="46" y="1093"/>
                  </a:cubicBezTo>
                  <a:cubicBezTo>
                    <a:pt x="41" y="1093"/>
                    <a:pt x="34" y="1091"/>
                    <a:pt x="30" y="1082"/>
                  </a:cubicBezTo>
                  <a:lnTo>
                    <a:pt x="30" y="1082"/>
                  </a:lnTo>
                  <a:lnTo>
                    <a:pt x="68" y="1287"/>
                  </a:lnTo>
                  <a:cubicBezTo>
                    <a:pt x="72" y="1297"/>
                    <a:pt x="75" y="1301"/>
                    <a:pt x="77" y="1301"/>
                  </a:cubicBezTo>
                  <a:cubicBezTo>
                    <a:pt x="86" y="1301"/>
                    <a:pt x="89" y="1261"/>
                    <a:pt x="101" y="1261"/>
                  </a:cubicBezTo>
                  <a:cubicBezTo>
                    <a:pt x="118" y="1287"/>
                    <a:pt x="110" y="1380"/>
                    <a:pt x="93" y="1388"/>
                  </a:cubicBezTo>
                  <a:cubicBezTo>
                    <a:pt x="87" y="1375"/>
                    <a:pt x="80" y="1343"/>
                    <a:pt x="74" y="1343"/>
                  </a:cubicBezTo>
                  <a:cubicBezTo>
                    <a:pt x="72" y="1343"/>
                    <a:pt x="70" y="1346"/>
                    <a:pt x="68" y="1354"/>
                  </a:cubicBezTo>
                  <a:lnTo>
                    <a:pt x="110" y="1430"/>
                  </a:lnTo>
                  <a:cubicBezTo>
                    <a:pt x="102" y="1455"/>
                    <a:pt x="95" y="1465"/>
                    <a:pt x="89" y="1465"/>
                  </a:cubicBezTo>
                  <a:cubicBezTo>
                    <a:pt x="65" y="1465"/>
                    <a:pt x="47" y="1343"/>
                    <a:pt x="34" y="1304"/>
                  </a:cubicBezTo>
                  <a:lnTo>
                    <a:pt x="34" y="1304"/>
                  </a:lnTo>
                  <a:cubicBezTo>
                    <a:pt x="25" y="1405"/>
                    <a:pt x="59" y="1439"/>
                    <a:pt x="59" y="1549"/>
                  </a:cubicBezTo>
                  <a:cubicBezTo>
                    <a:pt x="59" y="1524"/>
                    <a:pt x="68" y="1498"/>
                    <a:pt x="85" y="1481"/>
                  </a:cubicBezTo>
                  <a:cubicBezTo>
                    <a:pt x="110" y="1481"/>
                    <a:pt x="101" y="1583"/>
                    <a:pt x="101" y="1659"/>
                  </a:cubicBezTo>
                  <a:cubicBezTo>
                    <a:pt x="105" y="1639"/>
                    <a:pt x="109" y="1631"/>
                    <a:pt x="114" y="1631"/>
                  </a:cubicBezTo>
                  <a:cubicBezTo>
                    <a:pt x="122" y="1631"/>
                    <a:pt x="130" y="1650"/>
                    <a:pt x="135" y="1676"/>
                  </a:cubicBezTo>
                  <a:cubicBezTo>
                    <a:pt x="135" y="1676"/>
                    <a:pt x="135" y="1684"/>
                    <a:pt x="135" y="1684"/>
                  </a:cubicBezTo>
                  <a:cubicBezTo>
                    <a:pt x="135" y="1684"/>
                    <a:pt x="144" y="1684"/>
                    <a:pt x="152" y="1676"/>
                  </a:cubicBezTo>
                  <a:cubicBezTo>
                    <a:pt x="152" y="1625"/>
                    <a:pt x="161" y="1574"/>
                    <a:pt x="169" y="1524"/>
                  </a:cubicBezTo>
                  <a:lnTo>
                    <a:pt x="169" y="1524"/>
                  </a:lnTo>
                  <a:cubicBezTo>
                    <a:pt x="164" y="1528"/>
                    <a:pt x="160" y="1530"/>
                    <a:pt x="156" y="1530"/>
                  </a:cubicBezTo>
                  <a:cubicBezTo>
                    <a:pt x="127" y="1530"/>
                    <a:pt x="159" y="1383"/>
                    <a:pt x="144" y="1337"/>
                  </a:cubicBezTo>
                  <a:lnTo>
                    <a:pt x="144" y="1278"/>
                  </a:lnTo>
                  <a:lnTo>
                    <a:pt x="144" y="1253"/>
                  </a:lnTo>
                  <a:cubicBezTo>
                    <a:pt x="144" y="1253"/>
                    <a:pt x="151" y="1253"/>
                    <a:pt x="166" y="1281"/>
                  </a:cubicBezTo>
                  <a:lnTo>
                    <a:pt x="166" y="1281"/>
                  </a:lnTo>
                  <a:cubicBezTo>
                    <a:pt x="154" y="1251"/>
                    <a:pt x="159" y="1176"/>
                    <a:pt x="146" y="1176"/>
                  </a:cubicBezTo>
                  <a:cubicBezTo>
                    <a:pt x="145" y="1176"/>
                    <a:pt x="145" y="1176"/>
                    <a:pt x="144" y="1177"/>
                  </a:cubicBezTo>
                  <a:lnTo>
                    <a:pt x="144" y="965"/>
                  </a:lnTo>
                  <a:cubicBezTo>
                    <a:pt x="144" y="957"/>
                    <a:pt x="144" y="948"/>
                    <a:pt x="152" y="948"/>
                  </a:cubicBezTo>
                  <a:cubicBezTo>
                    <a:pt x="152" y="940"/>
                    <a:pt x="144" y="940"/>
                    <a:pt x="144" y="940"/>
                  </a:cubicBezTo>
                  <a:lnTo>
                    <a:pt x="144"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4"/>
            <p:cNvSpPr/>
            <p:nvPr/>
          </p:nvSpPr>
          <p:spPr>
            <a:xfrm>
              <a:off x="4588775" y="4103425"/>
              <a:ext cx="250" cy="1100"/>
            </a:xfrm>
            <a:custGeom>
              <a:rect b="b" l="l" r="r" t="t"/>
              <a:pathLst>
                <a:path extrusionOk="0" h="44" w="10">
                  <a:moveTo>
                    <a:pt x="9" y="1"/>
                  </a:moveTo>
                  <a:cubicBezTo>
                    <a:pt x="1" y="18"/>
                    <a:pt x="1" y="26"/>
                    <a:pt x="9" y="43"/>
                  </a:cubicBezTo>
                  <a:cubicBezTo>
                    <a:pt x="9" y="35"/>
                    <a:pt x="9" y="9"/>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4"/>
            <p:cNvSpPr/>
            <p:nvPr/>
          </p:nvSpPr>
          <p:spPr>
            <a:xfrm>
              <a:off x="4591325" y="4063050"/>
              <a:ext cx="25" cy="1700"/>
            </a:xfrm>
            <a:custGeom>
              <a:rect b="b" l="l" r="r" t="t"/>
              <a:pathLst>
                <a:path extrusionOk="0" h="68" w="1">
                  <a:moveTo>
                    <a:pt x="0" y="0"/>
                  </a:moveTo>
                  <a:lnTo>
                    <a:pt x="0" y="68"/>
                  </a:lnTo>
                  <a:cubicBezTo>
                    <a:pt x="0" y="42"/>
                    <a:pt x="0" y="26"/>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4"/>
            <p:cNvSpPr/>
            <p:nvPr/>
          </p:nvSpPr>
          <p:spPr>
            <a:xfrm>
              <a:off x="4590250" y="4108725"/>
              <a:ext cx="875" cy="3825"/>
            </a:xfrm>
            <a:custGeom>
              <a:rect b="b" l="l" r="r" t="t"/>
              <a:pathLst>
                <a:path extrusionOk="0" h="153" w="35">
                  <a:moveTo>
                    <a:pt x="1" y="0"/>
                  </a:moveTo>
                  <a:lnTo>
                    <a:pt x="9" y="119"/>
                  </a:lnTo>
                  <a:cubicBezTo>
                    <a:pt x="11" y="109"/>
                    <a:pt x="13" y="105"/>
                    <a:pt x="15" y="105"/>
                  </a:cubicBezTo>
                  <a:cubicBezTo>
                    <a:pt x="22" y="105"/>
                    <a:pt x="28" y="146"/>
                    <a:pt x="35" y="153"/>
                  </a:cubicBezTo>
                  <a:lnTo>
                    <a:pt x="35" y="9"/>
                  </a:lnTo>
                  <a:cubicBezTo>
                    <a:pt x="26" y="9"/>
                    <a:pt x="18"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4"/>
            <p:cNvSpPr/>
            <p:nvPr/>
          </p:nvSpPr>
          <p:spPr>
            <a:xfrm>
              <a:off x="4591100" y="4107025"/>
              <a:ext cx="675" cy="1925"/>
            </a:xfrm>
            <a:custGeom>
              <a:rect b="b" l="l" r="r" t="t"/>
              <a:pathLst>
                <a:path extrusionOk="0" h="77" w="27">
                  <a:moveTo>
                    <a:pt x="1" y="1"/>
                  </a:moveTo>
                  <a:lnTo>
                    <a:pt x="1" y="77"/>
                  </a:lnTo>
                  <a:cubicBezTo>
                    <a:pt x="9" y="77"/>
                    <a:pt x="18" y="68"/>
                    <a:pt x="26" y="35"/>
                  </a:cubicBezTo>
                  <a:cubicBezTo>
                    <a:pt x="9" y="26"/>
                    <a:pt x="9" y="18"/>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4"/>
            <p:cNvSpPr/>
            <p:nvPr/>
          </p:nvSpPr>
          <p:spPr>
            <a:xfrm>
              <a:off x="4577150" y="4106600"/>
              <a:ext cx="225" cy="1725"/>
            </a:xfrm>
            <a:custGeom>
              <a:rect b="b" l="l" r="r" t="t"/>
              <a:pathLst>
                <a:path extrusionOk="0" h="69" w="9">
                  <a:moveTo>
                    <a:pt x="0" y="1"/>
                  </a:moveTo>
                  <a:lnTo>
                    <a:pt x="9" y="68"/>
                  </a:lnTo>
                  <a:lnTo>
                    <a:pt x="9" y="43"/>
                  </a:lnTo>
                  <a:lnTo>
                    <a:pt x="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4"/>
            <p:cNvSpPr/>
            <p:nvPr/>
          </p:nvSpPr>
          <p:spPr>
            <a:xfrm>
              <a:off x="4578425" y="4098350"/>
              <a:ext cx="225" cy="2775"/>
            </a:xfrm>
            <a:custGeom>
              <a:rect b="b" l="l" r="r" t="t"/>
              <a:pathLst>
                <a:path extrusionOk="0" h="111" w="9">
                  <a:moveTo>
                    <a:pt x="9" y="1"/>
                  </a:moveTo>
                  <a:cubicBezTo>
                    <a:pt x="0" y="35"/>
                    <a:pt x="0" y="77"/>
                    <a:pt x="9" y="111"/>
                  </a:cubicBezTo>
                  <a:cubicBezTo>
                    <a:pt x="9" y="77"/>
                    <a:pt x="9" y="35"/>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4"/>
            <p:cNvSpPr/>
            <p:nvPr/>
          </p:nvSpPr>
          <p:spPr>
            <a:xfrm>
              <a:off x="4573975" y="4098775"/>
              <a:ext cx="250" cy="1725"/>
            </a:xfrm>
            <a:custGeom>
              <a:rect b="b" l="l" r="r" t="t"/>
              <a:pathLst>
                <a:path extrusionOk="0" h="69" w="10">
                  <a:moveTo>
                    <a:pt x="1" y="1"/>
                  </a:moveTo>
                  <a:lnTo>
                    <a:pt x="1" y="9"/>
                  </a:lnTo>
                  <a:lnTo>
                    <a:pt x="9" y="68"/>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4"/>
            <p:cNvSpPr/>
            <p:nvPr/>
          </p:nvSpPr>
          <p:spPr>
            <a:xfrm>
              <a:off x="4588575" y="4050150"/>
              <a:ext cx="25" cy="850"/>
            </a:xfrm>
            <a:custGeom>
              <a:rect b="b" l="l" r="r" t="t"/>
              <a:pathLst>
                <a:path extrusionOk="0" h="34" w="1">
                  <a:moveTo>
                    <a:pt x="0" y="34"/>
                  </a:moveTo>
                  <a:lnTo>
                    <a:pt x="0" y="0"/>
                  </a:lnTo>
                  <a:cubicBezTo>
                    <a:pt x="0" y="9"/>
                    <a:pt x="0" y="17"/>
                    <a:pt x="0" y="3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4"/>
            <p:cNvSpPr/>
            <p:nvPr/>
          </p:nvSpPr>
          <p:spPr>
            <a:xfrm>
              <a:off x="4588575" y="4041075"/>
              <a:ext cx="2550" cy="24900"/>
            </a:xfrm>
            <a:custGeom>
              <a:rect b="b" l="l" r="r" t="t"/>
              <a:pathLst>
                <a:path extrusionOk="0" h="996" w="102">
                  <a:moveTo>
                    <a:pt x="71" y="1"/>
                  </a:moveTo>
                  <a:cubicBezTo>
                    <a:pt x="62" y="1"/>
                    <a:pt x="52" y="35"/>
                    <a:pt x="40" y="35"/>
                  </a:cubicBezTo>
                  <a:cubicBezTo>
                    <a:pt x="36" y="35"/>
                    <a:pt x="31" y="30"/>
                    <a:pt x="26" y="16"/>
                  </a:cubicBezTo>
                  <a:lnTo>
                    <a:pt x="26" y="16"/>
                  </a:lnTo>
                  <a:cubicBezTo>
                    <a:pt x="26" y="115"/>
                    <a:pt x="2" y="270"/>
                    <a:pt x="39" y="286"/>
                  </a:cubicBezTo>
                  <a:lnTo>
                    <a:pt x="39" y="286"/>
                  </a:lnTo>
                  <a:cubicBezTo>
                    <a:pt x="38" y="286"/>
                    <a:pt x="37" y="286"/>
                    <a:pt x="36" y="286"/>
                  </a:cubicBezTo>
                  <a:cubicBezTo>
                    <a:pt x="30" y="286"/>
                    <a:pt x="22" y="289"/>
                    <a:pt x="17" y="304"/>
                  </a:cubicBezTo>
                  <a:lnTo>
                    <a:pt x="51" y="363"/>
                  </a:lnTo>
                  <a:lnTo>
                    <a:pt x="59" y="304"/>
                  </a:lnTo>
                  <a:cubicBezTo>
                    <a:pt x="85" y="405"/>
                    <a:pt x="85" y="507"/>
                    <a:pt x="59" y="600"/>
                  </a:cubicBezTo>
                  <a:cubicBezTo>
                    <a:pt x="51" y="490"/>
                    <a:pt x="17" y="549"/>
                    <a:pt x="34" y="389"/>
                  </a:cubicBezTo>
                  <a:lnTo>
                    <a:pt x="34" y="389"/>
                  </a:lnTo>
                  <a:cubicBezTo>
                    <a:pt x="29" y="394"/>
                    <a:pt x="20" y="409"/>
                    <a:pt x="12" y="409"/>
                  </a:cubicBezTo>
                  <a:cubicBezTo>
                    <a:pt x="8" y="409"/>
                    <a:pt x="3" y="404"/>
                    <a:pt x="0" y="389"/>
                  </a:cubicBezTo>
                  <a:lnTo>
                    <a:pt x="0" y="389"/>
                  </a:lnTo>
                  <a:cubicBezTo>
                    <a:pt x="0" y="575"/>
                    <a:pt x="9" y="761"/>
                    <a:pt x="26" y="938"/>
                  </a:cubicBezTo>
                  <a:cubicBezTo>
                    <a:pt x="32" y="902"/>
                    <a:pt x="36" y="889"/>
                    <a:pt x="40" y="889"/>
                  </a:cubicBezTo>
                  <a:cubicBezTo>
                    <a:pt x="51" y="889"/>
                    <a:pt x="57" y="996"/>
                    <a:pt x="76" y="996"/>
                  </a:cubicBezTo>
                  <a:cubicBezTo>
                    <a:pt x="79" y="996"/>
                    <a:pt x="82" y="994"/>
                    <a:pt x="85" y="989"/>
                  </a:cubicBezTo>
                  <a:lnTo>
                    <a:pt x="76" y="905"/>
                  </a:lnTo>
                  <a:lnTo>
                    <a:pt x="85" y="913"/>
                  </a:lnTo>
                  <a:lnTo>
                    <a:pt x="85" y="812"/>
                  </a:lnTo>
                  <a:cubicBezTo>
                    <a:pt x="68" y="828"/>
                    <a:pt x="68" y="845"/>
                    <a:pt x="51" y="845"/>
                  </a:cubicBezTo>
                  <a:cubicBezTo>
                    <a:pt x="59" y="710"/>
                    <a:pt x="68" y="795"/>
                    <a:pt x="93" y="702"/>
                  </a:cubicBezTo>
                  <a:lnTo>
                    <a:pt x="93" y="549"/>
                  </a:lnTo>
                  <a:lnTo>
                    <a:pt x="102" y="558"/>
                  </a:lnTo>
                  <a:cubicBezTo>
                    <a:pt x="102" y="558"/>
                    <a:pt x="102" y="549"/>
                    <a:pt x="93" y="541"/>
                  </a:cubicBezTo>
                  <a:lnTo>
                    <a:pt x="85" y="33"/>
                  </a:lnTo>
                  <a:cubicBezTo>
                    <a:pt x="80" y="9"/>
                    <a:pt x="76" y="1"/>
                    <a:pt x="7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4"/>
            <p:cNvSpPr/>
            <p:nvPr/>
          </p:nvSpPr>
          <p:spPr>
            <a:xfrm>
              <a:off x="4588775" y="4017775"/>
              <a:ext cx="250" cy="250"/>
            </a:xfrm>
            <a:custGeom>
              <a:rect b="b" l="l" r="r" t="t"/>
              <a:pathLst>
                <a:path extrusionOk="0" h="10" w="10">
                  <a:moveTo>
                    <a:pt x="1" y="9"/>
                  </a:moveTo>
                  <a:lnTo>
                    <a:pt x="1" y="9"/>
                  </a:lnTo>
                  <a:cubicBezTo>
                    <a:pt x="1" y="9"/>
                    <a:pt x="9" y="1"/>
                    <a:pt x="1"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4"/>
            <p:cNvSpPr/>
            <p:nvPr/>
          </p:nvSpPr>
          <p:spPr>
            <a:xfrm>
              <a:off x="4588775" y="4018000"/>
              <a:ext cx="875" cy="3825"/>
            </a:xfrm>
            <a:custGeom>
              <a:rect b="b" l="l" r="r" t="t"/>
              <a:pathLst>
                <a:path extrusionOk="0" h="153" w="35">
                  <a:moveTo>
                    <a:pt x="9" y="0"/>
                  </a:moveTo>
                  <a:lnTo>
                    <a:pt x="9" y="0"/>
                  </a:lnTo>
                  <a:cubicBezTo>
                    <a:pt x="18" y="26"/>
                    <a:pt x="26" y="60"/>
                    <a:pt x="18" y="85"/>
                  </a:cubicBezTo>
                  <a:lnTo>
                    <a:pt x="1" y="68"/>
                  </a:lnTo>
                  <a:lnTo>
                    <a:pt x="35" y="153"/>
                  </a:lnTo>
                  <a:lnTo>
                    <a:pt x="35" y="17"/>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4"/>
            <p:cNvSpPr/>
            <p:nvPr/>
          </p:nvSpPr>
          <p:spPr>
            <a:xfrm>
              <a:off x="4588350" y="4021600"/>
              <a:ext cx="1925" cy="2775"/>
            </a:xfrm>
            <a:custGeom>
              <a:rect b="b" l="l" r="r" t="t"/>
              <a:pathLst>
                <a:path extrusionOk="0" h="111" w="77">
                  <a:moveTo>
                    <a:pt x="18" y="0"/>
                  </a:moveTo>
                  <a:lnTo>
                    <a:pt x="18" y="0"/>
                  </a:lnTo>
                  <a:cubicBezTo>
                    <a:pt x="1" y="0"/>
                    <a:pt x="9" y="85"/>
                    <a:pt x="18" y="102"/>
                  </a:cubicBezTo>
                  <a:lnTo>
                    <a:pt x="77" y="110"/>
                  </a:lnTo>
                  <a:cubicBezTo>
                    <a:pt x="72" y="69"/>
                    <a:pt x="61" y="53"/>
                    <a:pt x="48" y="53"/>
                  </a:cubicBezTo>
                  <a:cubicBezTo>
                    <a:pt x="37" y="53"/>
                    <a:pt x="26" y="65"/>
                    <a:pt x="18" y="85"/>
                  </a:cubicBezTo>
                  <a:cubicBezTo>
                    <a:pt x="9" y="17"/>
                    <a:pt x="52" y="42"/>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4"/>
            <p:cNvSpPr/>
            <p:nvPr/>
          </p:nvSpPr>
          <p:spPr>
            <a:xfrm>
              <a:off x="4589425" y="4037250"/>
              <a:ext cx="450" cy="1275"/>
            </a:xfrm>
            <a:custGeom>
              <a:rect b="b" l="l" r="r" t="t"/>
              <a:pathLst>
                <a:path extrusionOk="0" h="51" w="18">
                  <a:moveTo>
                    <a:pt x="0" y="0"/>
                  </a:moveTo>
                  <a:lnTo>
                    <a:pt x="0" y="51"/>
                  </a:lnTo>
                  <a:lnTo>
                    <a:pt x="17" y="26"/>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4"/>
            <p:cNvSpPr/>
            <p:nvPr/>
          </p:nvSpPr>
          <p:spPr>
            <a:xfrm>
              <a:off x="4588775" y="4035975"/>
              <a:ext cx="675" cy="1300"/>
            </a:xfrm>
            <a:custGeom>
              <a:rect b="b" l="l" r="r" t="t"/>
              <a:pathLst>
                <a:path extrusionOk="0" h="52" w="27">
                  <a:moveTo>
                    <a:pt x="26" y="0"/>
                  </a:moveTo>
                  <a:cubicBezTo>
                    <a:pt x="18" y="9"/>
                    <a:pt x="9" y="9"/>
                    <a:pt x="1" y="17"/>
                  </a:cubicBezTo>
                  <a:lnTo>
                    <a:pt x="26" y="51"/>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4"/>
            <p:cNvSpPr/>
            <p:nvPr/>
          </p:nvSpPr>
          <p:spPr>
            <a:xfrm>
              <a:off x="4589850" y="4030900"/>
              <a:ext cx="25" cy="1925"/>
            </a:xfrm>
            <a:custGeom>
              <a:rect b="b" l="l" r="r" t="t"/>
              <a:pathLst>
                <a:path extrusionOk="0" h="77" w="1">
                  <a:moveTo>
                    <a:pt x="0" y="76"/>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4"/>
            <p:cNvSpPr/>
            <p:nvPr/>
          </p:nvSpPr>
          <p:spPr>
            <a:xfrm>
              <a:off x="4589625" y="4032800"/>
              <a:ext cx="25" cy="1500"/>
            </a:xfrm>
            <a:custGeom>
              <a:rect b="b" l="l" r="r" t="t"/>
              <a:pathLst>
                <a:path extrusionOk="0" h="60" w="1">
                  <a:moveTo>
                    <a:pt x="1" y="60"/>
                  </a:moveTo>
                  <a:lnTo>
                    <a:pt x="1" y="6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4"/>
            <p:cNvSpPr/>
            <p:nvPr/>
          </p:nvSpPr>
          <p:spPr>
            <a:xfrm>
              <a:off x="4589625" y="4033850"/>
              <a:ext cx="1075" cy="2150"/>
            </a:xfrm>
            <a:custGeom>
              <a:rect b="b" l="l" r="r" t="t"/>
              <a:pathLst>
                <a:path extrusionOk="0" h="86" w="43">
                  <a:moveTo>
                    <a:pt x="34" y="1"/>
                  </a:moveTo>
                  <a:lnTo>
                    <a:pt x="1" y="9"/>
                  </a:lnTo>
                  <a:lnTo>
                    <a:pt x="1" y="85"/>
                  </a:lnTo>
                  <a:cubicBezTo>
                    <a:pt x="17" y="77"/>
                    <a:pt x="43" y="68"/>
                    <a:pt x="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4"/>
            <p:cNvSpPr/>
            <p:nvPr/>
          </p:nvSpPr>
          <p:spPr>
            <a:xfrm>
              <a:off x="4574600" y="4087375"/>
              <a:ext cx="450" cy="1700"/>
            </a:xfrm>
            <a:custGeom>
              <a:rect b="b" l="l" r="r" t="t"/>
              <a:pathLst>
                <a:path extrusionOk="0" h="68" w="18">
                  <a:moveTo>
                    <a:pt x="9" y="0"/>
                  </a:moveTo>
                  <a:lnTo>
                    <a:pt x="1" y="8"/>
                  </a:lnTo>
                  <a:lnTo>
                    <a:pt x="18" y="68"/>
                  </a:lnTo>
                  <a:lnTo>
                    <a:pt x="18" y="5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4"/>
            <p:cNvSpPr/>
            <p:nvPr/>
          </p:nvSpPr>
          <p:spPr>
            <a:xfrm>
              <a:off x="4575250" y="4079750"/>
              <a:ext cx="450" cy="875"/>
            </a:xfrm>
            <a:custGeom>
              <a:rect b="b" l="l" r="r" t="t"/>
              <a:pathLst>
                <a:path extrusionOk="0" h="35" w="18">
                  <a:moveTo>
                    <a:pt x="0" y="0"/>
                  </a:moveTo>
                  <a:cubicBezTo>
                    <a:pt x="0" y="9"/>
                    <a:pt x="9" y="26"/>
                    <a:pt x="17" y="34"/>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4"/>
            <p:cNvSpPr/>
            <p:nvPr/>
          </p:nvSpPr>
          <p:spPr>
            <a:xfrm>
              <a:off x="4571025" y="4070200"/>
              <a:ext cx="4875" cy="9575"/>
            </a:xfrm>
            <a:custGeom>
              <a:rect b="b" l="l" r="r" t="t"/>
              <a:pathLst>
                <a:path extrusionOk="0" h="383" w="195">
                  <a:moveTo>
                    <a:pt x="96" y="1"/>
                  </a:moveTo>
                  <a:cubicBezTo>
                    <a:pt x="71" y="1"/>
                    <a:pt x="44" y="10"/>
                    <a:pt x="17" y="10"/>
                  </a:cubicBezTo>
                  <a:cubicBezTo>
                    <a:pt x="9" y="19"/>
                    <a:pt x="0" y="163"/>
                    <a:pt x="34" y="171"/>
                  </a:cubicBezTo>
                  <a:cubicBezTo>
                    <a:pt x="39" y="158"/>
                    <a:pt x="43" y="154"/>
                    <a:pt x="47" y="154"/>
                  </a:cubicBezTo>
                  <a:cubicBezTo>
                    <a:pt x="57" y="154"/>
                    <a:pt x="63" y="188"/>
                    <a:pt x="68" y="188"/>
                  </a:cubicBezTo>
                  <a:cubicBezTo>
                    <a:pt x="71" y="188"/>
                    <a:pt x="74" y="176"/>
                    <a:pt x="76" y="137"/>
                  </a:cubicBezTo>
                  <a:cubicBezTo>
                    <a:pt x="77" y="137"/>
                    <a:pt x="79" y="136"/>
                    <a:pt x="80" y="136"/>
                  </a:cubicBezTo>
                  <a:cubicBezTo>
                    <a:pt x="96" y="136"/>
                    <a:pt x="118" y="192"/>
                    <a:pt x="110" y="247"/>
                  </a:cubicBezTo>
                  <a:cubicBezTo>
                    <a:pt x="97" y="247"/>
                    <a:pt x="99" y="211"/>
                    <a:pt x="89" y="211"/>
                  </a:cubicBezTo>
                  <a:cubicBezTo>
                    <a:pt x="86" y="211"/>
                    <a:pt x="82" y="214"/>
                    <a:pt x="76" y="222"/>
                  </a:cubicBezTo>
                  <a:cubicBezTo>
                    <a:pt x="96" y="255"/>
                    <a:pt x="90" y="267"/>
                    <a:pt x="102" y="267"/>
                  </a:cubicBezTo>
                  <a:cubicBezTo>
                    <a:pt x="106" y="267"/>
                    <a:pt x="111" y="266"/>
                    <a:pt x="119" y="264"/>
                  </a:cubicBezTo>
                  <a:cubicBezTo>
                    <a:pt x="127" y="306"/>
                    <a:pt x="152" y="340"/>
                    <a:pt x="169" y="382"/>
                  </a:cubicBezTo>
                  <a:cubicBezTo>
                    <a:pt x="161" y="298"/>
                    <a:pt x="195" y="137"/>
                    <a:pt x="152" y="36"/>
                  </a:cubicBezTo>
                  <a:cubicBezTo>
                    <a:pt x="137" y="8"/>
                    <a:pt x="117" y="1"/>
                    <a:pt x="9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4"/>
            <p:cNvSpPr/>
            <p:nvPr/>
          </p:nvSpPr>
          <p:spPr>
            <a:xfrm>
              <a:off x="4570600" y="4077000"/>
              <a:ext cx="650" cy="1725"/>
            </a:xfrm>
            <a:custGeom>
              <a:rect b="b" l="l" r="r" t="t"/>
              <a:pathLst>
                <a:path extrusionOk="0" h="69" w="26">
                  <a:moveTo>
                    <a:pt x="0" y="1"/>
                  </a:moveTo>
                  <a:cubicBezTo>
                    <a:pt x="0" y="26"/>
                    <a:pt x="0" y="43"/>
                    <a:pt x="0" y="68"/>
                  </a:cubicBezTo>
                  <a:cubicBezTo>
                    <a:pt x="26" y="60"/>
                    <a:pt x="0" y="34"/>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4"/>
            <p:cNvSpPr/>
            <p:nvPr/>
          </p:nvSpPr>
          <p:spPr>
            <a:xfrm>
              <a:off x="4579475" y="4057950"/>
              <a:ext cx="650" cy="2150"/>
            </a:xfrm>
            <a:custGeom>
              <a:rect b="b" l="l" r="r" t="t"/>
              <a:pathLst>
                <a:path extrusionOk="0" h="86" w="26">
                  <a:moveTo>
                    <a:pt x="4" y="0"/>
                  </a:moveTo>
                  <a:cubicBezTo>
                    <a:pt x="3" y="0"/>
                    <a:pt x="2" y="1"/>
                    <a:pt x="1" y="1"/>
                  </a:cubicBezTo>
                  <a:lnTo>
                    <a:pt x="9" y="86"/>
                  </a:lnTo>
                  <a:cubicBezTo>
                    <a:pt x="9" y="77"/>
                    <a:pt x="17" y="60"/>
                    <a:pt x="26" y="52"/>
                  </a:cubicBezTo>
                  <a:cubicBezTo>
                    <a:pt x="26" y="52"/>
                    <a:pt x="19" y="0"/>
                    <a:pt x="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4"/>
            <p:cNvSpPr/>
            <p:nvPr/>
          </p:nvSpPr>
          <p:spPr>
            <a:xfrm>
              <a:off x="4579675" y="4060075"/>
              <a:ext cx="250" cy="875"/>
            </a:xfrm>
            <a:custGeom>
              <a:rect b="b" l="l" r="r" t="t"/>
              <a:pathLst>
                <a:path extrusionOk="0" h="35" w="10">
                  <a:moveTo>
                    <a:pt x="9" y="1"/>
                  </a:moveTo>
                  <a:cubicBezTo>
                    <a:pt x="1" y="9"/>
                    <a:pt x="1" y="26"/>
                    <a:pt x="9" y="35"/>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4"/>
            <p:cNvSpPr/>
            <p:nvPr/>
          </p:nvSpPr>
          <p:spPr>
            <a:xfrm>
              <a:off x="4580325" y="4059025"/>
              <a:ext cx="25" cy="225"/>
            </a:xfrm>
            <a:custGeom>
              <a:rect b="b" l="l" r="r" t="t"/>
              <a:pathLst>
                <a:path extrusionOk="0" h="9" w="1">
                  <a:moveTo>
                    <a:pt x="0" y="0"/>
                  </a:moveTo>
                  <a:lnTo>
                    <a:pt x="0" y="0"/>
                  </a:lnTo>
                  <a:cubicBezTo>
                    <a:pt x="0" y="0"/>
                    <a:pt x="0" y="9"/>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4"/>
            <p:cNvSpPr/>
            <p:nvPr/>
          </p:nvSpPr>
          <p:spPr>
            <a:xfrm>
              <a:off x="4590050" y="4026025"/>
              <a:ext cx="450" cy="1500"/>
            </a:xfrm>
            <a:custGeom>
              <a:rect b="b" l="l" r="r" t="t"/>
              <a:pathLst>
                <a:path extrusionOk="0" h="60" w="18">
                  <a:moveTo>
                    <a:pt x="0" y="1"/>
                  </a:moveTo>
                  <a:cubicBezTo>
                    <a:pt x="0" y="18"/>
                    <a:pt x="0" y="43"/>
                    <a:pt x="0" y="60"/>
                  </a:cubicBezTo>
                  <a:cubicBezTo>
                    <a:pt x="17" y="60"/>
                    <a:pt x="0" y="26"/>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4"/>
            <p:cNvSpPr/>
            <p:nvPr/>
          </p:nvSpPr>
          <p:spPr>
            <a:xfrm>
              <a:off x="4589000" y="3990725"/>
              <a:ext cx="225" cy="850"/>
            </a:xfrm>
            <a:custGeom>
              <a:rect b="b" l="l" r="r" t="t"/>
              <a:pathLst>
                <a:path extrusionOk="0" h="34" w="9">
                  <a:moveTo>
                    <a:pt x="9" y="0"/>
                  </a:moveTo>
                  <a:cubicBezTo>
                    <a:pt x="0" y="9"/>
                    <a:pt x="0" y="25"/>
                    <a:pt x="0" y="34"/>
                  </a:cubicBez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4"/>
            <p:cNvSpPr/>
            <p:nvPr/>
          </p:nvSpPr>
          <p:spPr>
            <a:xfrm>
              <a:off x="4579275" y="3978450"/>
              <a:ext cx="225" cy="225"/>
            </a:xfrm>
            <a:custGeom>
              <a:rect b="b" l="l" r="r" t="t"/>
              <a:pathLst>
                <a:path extrusionOk="0" h="9" w="9">
                  <a:moveTo>
                    <a:pt x="9" y="9"/>
                  </a:moveTo>
                  <a:cubicBezTo>
                    <a:pt x="9" y="0"/>
                    <a:pt x="9" y="0"/>
                    <a:pt x="0" y="0"/>
                  </a:cubicBezTo>
                  <a:cubicBezTo>
                    <a:pt x="9" y="0"/>
                    <a:pt x="9" y="0"/>
                    <a:pt x="9"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4"/>
            <p:cNvSpPr/>
            <p:nvPr/>
          </p:nvSpPr>
          <p:spPr>
            <a:xfrm>
              <a:off x="4578850" y="3974225"/>
              <a:ext cx="575" cy="4250"/>
            </a:xfrm>
            <a:custGeom>
              <a:rect b="b" l="l" r="r" t="t"/>
              <a:pathLst>
                <a:path extrusionOk="0" h="170" w="23">
                  <a:moveTo>
                    <a:pt x="9" y="0"/>
                  </a:moveTo>
                  <a:lnTo>
                    <a:pt x="9" y="0"/>
                  </a:lnTo>
                  <a:cubicBezTo>
                    <a:pt x="1" y="54"/>
                    <a:pt x="7" y="100"/>
                    <a:pt x="15" y="153"/>
                  </a:cubicBezTo>
                  <a:lnTo>
                    <a:pt x="15" y="153"/>
                  </a:lnTo>
                  <a:cubicBezTo>
                    <a:pt x="14" y="121"/>
                    <a:pt x="23" y="72"/>
                    <a:pt x="9" y="51"/>
                  </a:cubicBezTo>
                  <a:lnTo>
                    <a:pt x="17" y="51"/>
                  </a:lnTo>
                  <a:lnTo>
                    <a:pt x="9" y="0"/>
                  </a:lnTo>
                  <a:close/>
                  <a:moveTo>
                    <a:pt x="15" y="153"/>
                  </a:moveTo>
                  <a:cubicBezTo>
                    <a:pt x="15" y="159"/>
                    <a:pt x="16" y="165"/>
                    <a:pt x="17" y="169"/>
                  </a:cubicBezTo>
                  <a:cubicBezTo>
                    <a:pt x="16" y="164"/>
                    <a:pt x="15" y="158"/>
                    <a:pt x="15" y="15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1" name="Shape 6111"/>
        <p:cNvGrpSpPr/>
        <p:nvPr/>
      </p:nvGrpSpPr>
      <p:grpSpPr>
        <a:xfrm>
          <a:off x="0" y="0"/>
          <a:ext cx="0" cy="0"/>
          <a:chOff x="0" y="0"/>
          <a:chExt cx="0" cy="0"/>
        </a:xfrm>
      </p:grpSpPr>
      <p:sp>
        <p:nvSpPr>
          <p:cNvPr id="6112" name="Google Shape;6112;p65"/>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WEB</a:t>
            </a:r>
            <a:endParaRPr/>
          </a:p>
        </p:txBody>
      </p:sp>
      <p:sp>
        <p:nvSpPr>
          <p:cNvPr id="6113" name="Google Shape;6113;p65"/>
          <p:cNvSpPr txBox="1"/>
          <p:nvPr>
            <p:ph idx="1" type="subTitle"/>
          </p:nvPr>
        </p:nvSpPr>
        <p:spPr>
          <a:xfrm>
            <a:off x="790325" y="2028925"/>
            <a:ext cx="3348300" cy="1515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replace the image on the screen with your own work. Just delete this one, add yours and center it properly</a:t>
            </a:r>
            <a:endParaRPr/>
          </a:p>
        </p:txBody>
      </p:sp>
      <p:grpSp>
        <p:nvGrpSpPr>
          <p:cNvPr id="6114" name="Google Shape;6114;p65"/>
          <p:cNvGrpSpPr/>
          <p:nvPr/>
        </p:nvGrpSpPr>
        <p:grpSpPr>
          <a:xfrm>
            <a:off x="4707994" y="1295411"/>
            <a:ext cx="3817576" cy="2281586"/>
            <a:chOff x="625050" y="1403275"/>
            <a:chExt cx="4052198" cy="2421809"/>
          </a:xfrm>
        </p:grpSpPr>
        <p:sp>
          <p:nvSpPr>
            <p:cNvPr id="6115" name="Google Shape;6115;p65"/>
            <p:cNvSpPr/>
            <p:nvPr/>
          </p:nvSpPr>
          <p:spPr>
            <a:xfrm>
              <a:off x="781550" y="1403275"/>
              <a:ext cx="3740181" cy="2388231"/>
            </a:xfrm>
            <a:custGeom>
              <a:rect b="b" l="l" r="r" t="t"/>
              <a:pathLst>
                <a:path extrusionOk="0" h="78787" w="119152">
                  <a:moveTo>
                    <a:pt x="5533" y="1"/>
                  </a:moveTo>
                  <a:cubicBezTo>
                    <a:pt x="2463" y="1"/>
                    <a:pt x="1" y="2463"/>
                    <a:pt x="1" y="5533"/>
                  </a:cubicBezTo>
                  <a:lnTo>
                    <a:pt x="1" y="73254"/>
                  </a:lnTo>
                  <a:cubicBezTo>
                    <a:pt x="1" y="76324"/>
                    <a:pt x="2463" y="78786"/>
                    <a:pt x="5533" y="78786"/>
                  </a:cubicBezTo>
                  <a:lnTo>
                    <a:pt x="113620" y="78786"/>
                  </a:lnTo>
                  <a:cubicBezTo>
                    <a:pt x="116690" y="78786"/>
                    <a:pt x="119152" y="76324"/>
                    <a:pt x="119152" y="73254"/>
                  </a:cubicBezTo>
                  <a:lnTo>
                    <a:pt x="119152" y="5533"/>
                  </a:lnTo>
                  <a:cubicBezTo>
                    <a:pt x="119152" y="2463"/>
                    <a:pt x="116690" y="1"/>
                    <a:pt x="1136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5"/>
            <p:cNvSpPr/>
            <p:nvPr/>
          </p:nvSpPr>
          <p:spPr>
            <a:xfrm>
              <a:off x="625050" y="3608461"/>
              <a:ext cx="4052198" cy="216622"/>
            </a:xfrm>
            <a:custGeom>
              <a:rect b="b" l="l" r="r" t="t"/>
              <a:pathLst>
                <a:path extrusionOk="0" h="6901" w="129092">
                  <a:moveTo>
                    <a:pt x="1" y="0"/>
                  </a:moveTo>
                  <a:lnTo>
                    <a:pt x="1" y="152"/>
                  </a:lnTo>
                  <a:cubicBezTo>
                    <a:pt x="1" y="3891"/>
                    <a:pt x="3040" y="6900"/>
                    <a:pt x="6779" y="6900"/>
                  </a:cubicBezTo>
                  <a:lnTo>
                    <a:pt x="122343" y="6900"/>
                  </a:lnTo>
                  <a:cubicBezTo>
                    <a:pt x="126082" y="6900"/>
                    <a:pt x="129091" y="3891"/>
                    <a:pt x="129091" y="152"/>
                  </a:cubicBezTo>
                  <a:lnTo>
                    <a:pt x="1290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117" name="Google Shape;6117;p65"/>
          <p:cNvPicPr preferRelativeResize="0"/>
          <p:nvPr/>
        </p:nvPicPr>
        <p:blipFill rotWithShape="1">
          <a:blip r:embed="rId3">
            <a:alphaModFix/>
          </a:blip>
          <a:srcRect b="0" l="0" r="0" t="0"/>
          <a:stretch/>
        </p:blipFill>
        <p:spPr>
          <a:xfrm>
            <a:off x="4901735" y="1448402"/>
            <a:ext cx="3420000" cy="1923900"/>
          </a:xfrm>
          <a:prstGeom prst="round2SameRect">
            <a:avLst>
              <a:gd fmla="val 2386" name="adj1"/>
              <a:gd fmla="val 0" name="adj2"/>
            </a:avLst>
          </a:prstGeom>
          <a:noFill/>
          <a:ln>
            <a:noFill/>
          </a:ln>
        </p:spPr>
      </p:pic>
      <p:grpSp>
        <p:nvGrpSpPr>
          <p:cNvPr id="6118" name="Google Shape;6118;p65"/>
          <p:cNvGrpSpPr/>
          <p:nvPr/>
        </p:nvGrpSpPr>
        <p:grpSpPr>
          <a:xfrm>
            <a:off x="5069505" y="2080245"/>
            <a:ext cx="1448969" cy="2078031"/>
            <a:chOff x="5220569" y="3043328"/>
            <a:chExt cx="1421115" cy="2038085"/>
          </a:xfrm>
        </p:grpSpPr>
        <p:grpSp>
          <p:nvGrpSpPr>
            <p:cNvPr id="6119" name="Google Shape;6119;p65"/>
            <p:cNvGrpSpPr/>
            <p:nvPr/>
          </p:nvGrpSpPr>
          <p:grpSpPr>
            <a:xfrm>
              <a:off x="5220569" y="3043328"/>
              <a:ext cx="1421115" cy="2038085"/>
              <a:chOff x="1572950" y="1487663"/>
              <a:chExt cx="1511825" cy="2168175"/>
            </a:xfrm>
          </p:grpSpPr>
          <p:sp>
            <p:nvSpPr>
              <p:cNvPr id="6120" name="Google Shape;6120;p65"/>
              <p:cNvSpPr/>
              <p:nvPr/>
            </p:nvSpPr>
            <p:spPr>
              <a:xfrm rot="-5400000">
                <a:off x="2315925" y="1565638"/>
                <a:ext cx="25875" cy="25875"/>
              </a:xfrm>
              <a:custGeom>
                <a:rect b="b" l="l" r="r" t="t"/>
                <a:pathLst>
                  <a:path extrusionOk="0" h="1035" w="1035">
                    <a:moveTo>
                      <a:pt x="518" y="0"/>
                    </a:moveTo>
                    <a:cubicBezTo>
                      <a:pt x="235" y="0"/>
                      <a:pt x="0" y="235"/>
                      <a:pt x="0" y="517"/>
                    </a:cubicBezTo>
                    <a:cubicBezTo>
                      <a:pt x="0" y="800"/>
                      <a:pt x="235" y="1035"/>
                      <a:pt x="518" y="1035"/>
                    </a:cubicBezTo>
                    <a:cubicBezTo>
                      <a:pt x="800" y="1035"/>
                      <a:pt x="1035" y="800"/>
                      <a:pt x="1035" y="517"/>
                    </a:cubicBezTo>
                    <a:cubicBezTo>
                      <a:pt x="1035" y="235"/>
                      <a:pt x="800" y="0"/>
                      <a:pt x="518" y="0"/>
                    </a:cubicBezTo>
                    <a:close/>
                  </a:path>
                </a:pathLst>
              </a:custGeom>
              <a:solidFill>
                <a:srgbClr val="90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5"/>
              <p:cNvSpPr/>
              <p:nvPr/>
            </p:nvSpPr>
            <p:spPr>
              <a:xfrm rot="-5400000">
                <a:off x="1417188" y="1887150"/>
                <a:ext cx="1823750" cy="1376625"/>
              </a:xfrm>
              <a:custGeom>
                <a:rect b="b" l="l" r="r" t="t"/>
                <a:pathLst>
                  <a:path extrusionOk="0" h="55065" w="72950">
                    <a:moveTo>
                      <a:pt x="456" y="0"/>
                    </a:moveTo>
                    <a:cubicBezTo>
                      <a:pt x="205" y="0"/>
                      <a:pt x="1" y="188"/>
                      <a:pt x="1" y="439"/>
                    </a:cubicBezTo>
                    <a:lnTo>
                      <a:pt x="1" y="54610"/>
                    </a:lnTo>
                    <a:cubicBezTo>
                      <a:pt x="1" y="54860"/>
                      <a:pt x="205" y="55064"/>
                      <a:pt x="456" y="55064"/>
                    </a:cubicBezTo>
                    <a:lnTo>
                      <a:pt x="72510" y="55064"/>
                    </a:lnTo>
                    <a:cubicBezTo>
                      <a:pt x="72745" y="55064"/>
                      <a:pt x="72949" y="54860"/>
                      <a:pt x="72949" y="54610"/>
                    </a:cubicBezTo>
                    <a:lnTo>
                      <a:pt x="72949" y="439"/>
                    </a:lnTo>
                    <a:cubicBezTo>
                      <a:pt x="72949" y="188"/>
                      <a:pt x="72745" y="0"/>
                      <a:pt x="72510" y="0"/>
                    </a:cubicBezTo>
                    <a:close/>
                  </a:path>
                </a:pathLst>
              </a:custGeom>
              <a:solidFill>
                <a:srgbClr val="90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5"/>
              <p:cNvSpPr/>
              <p:nvPr/>
            </p:nvSpPr>
            <p:spPr>
              <a:xfrm rot="-5400000">
                <a:off x="1244775" y="1815838"/>
                <a:ext cx="2168175" cy="1511825"/>
              </a:xfrm>
              <a:custGeom>
                <a:rect b="b" l="l" r="r" t="t"/>
                <a:pathLst>
                  <a:path extrusionOk="0" h="60473" w="86727">
                    <a:moveTo>
                      <a:pt x="2979" y="1"/>
                    </a:moveTo>
                    <a:cubicBezTo>
                      <a:pt x="1333" y="1"/>
                      <a:pt x="1" y="1349"/>
                      <a:pt x="1" y="2994"/>
                    </a:cubicBezTo>
                    <a:lnTo>
                      <a:pt x="1" y="57478"/>
                    </a:lnTo>
                    <a:cubicBezTo>
                      <a:pt x="1" y="59140"/>
                      <a:pt x="1333" y="60472"/>
                      <a:pt x="2979" y="60472"/>
                    </a:cubicBezTo>
                    <a:lnTo>
                      <a:pt x="83733" y="60472"/>
                    </a:lnTo>
                    <a:cubicBezTo>
                      <a:pt x="85379" y="60472"/>
                      <a:pt x="86727" y="59140"/>
                      <a:pt x="86727" y="57478"/>
                    </a:cubicBezTo>
                    <a:lnTo>
                      <a:pt x="86727" y="2994"/>
                    </a:lnTo>
                    <a:cubicBezTo>
                      <a:pt x="86727" y="1349"/>
                      <a:pt x="85379" y="1"/>
                      <a:pt x="837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123" name="Google Shape;6123;p65"/>
            <p:cNvPicPr preferRelativeResize="0"/>
            <p:nvPr/>
          </p:nvPicPr>
          <p:blipFill rotWithShape="1">
            <a:blip r:embed="rId4">
              <a:alphaModFix/>
            </a:blip>
            <a:srcRect b="-110" l="0" r="0" t="110"/>
            <a:stretch/>
          </p:blipFill>
          <p:spPr>
            <a:xfrm>
              <a:off x="5305122" y="3227369"/>
              <a:ext cx="1251900" cy="1670100"/>
            </a:xfrm>
            <a:prstGeom prst="roundRect">
              <a:avLst>
                <a:gd fmla="val 2759" name="adj"/>
              </a:avLst>
            </a:prstGeom>
            <a:noFill/>
            <a:ln>
              <a:noFill/>
            </a:ln>
          </p:spPr>
        </p:pic>
      </p:grpSp>
      <p:grpSp>
        <p:nvGrpSpPr>
          <p:cNvPr id="6124" name="Google Shape;6124;p65"/>
          <p:cNvGrpSpPr/>
          <p:nvPr/>
        </p:nvGrpSpPr>
        <p:grpSpPr>
          <a:xfrm>
            <a:off x="7301592" y="2568006"/>
            <a:ext cx="826036" cy="1590080"/>
            <a:chOff x="3859150" y="2512791"/>
            <a:chExt cx="1086318" cy="2091110"/>
          </a:xfrm>
        </p:grpSpPr>
        <p:sp>
          <p:nvSpPr>
            <p:cNvPr id="6125" name="Google Shape;6125;p65"/>
            <p:cNvSpPr/>
            <p:nvPr/>
          </p:nvSpPr>
          <p:spPr>
            <a:xfrm>
              <a:off x="3859150" y="2512791"/>
              <a:ext cx="1086318" cy="2091110"/>
            </a:xfrm>
            <a:custGeom>
              <a:rect b="b" l="l" r="r" t="t"/>
              <a:pathLst>
                <a:path extrusionOk="0" h="46836" w="21380">
                  <a:moveTo>
                    <a:pt x="2179" y="1"/>
                  </a:moveTo>
                  <a:cubicBezTo>
                    <a:pt x="988" y="1"/>
                    <a:pt x="0" y="957"/>
                    <a:pt x="0" y="2148"/>
                  </a:cubicBezTo>
                  <a:lnTo>
                    <a:pt x="0" y="44688"/>
                  </a:lnTo>
                  <a:cubicBezTo>
                    <a:pt x="0" y="45879"/>
                    <a:pt x="988" y="46836"/>
                    <a:pt x="2179" y="46836"/>
                  </a:cubicBezTo>
                  <a:lnTo>
                    <a:pt x="19186" y="46836"/>
                  </a:lnTo>
                  <a:cubicBezTo>
                    <a:pt x="20393" y="46836"/>
                    <a:pt x="21380" y="45879"/>
                    <a:pt x="21380" y="44688"/>
                  </a:cubicBezTo>
                  <a:lnTo>
                    <a:pt x="21380" y="2148"/>
                  </a:lnTo>
                  <a:cubicBezTo>
                    <a:pt x="21380" y="957"/>
                    <a:pt x="20393" y="1"/>
                    <a:pt x="191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126" name="Google Shape;6126;p65"/>
            <p:cNvPicPr preferRelativeResize="0"/>
            <p:nvPr/>
          </p:nvPicPr>
          <p:blipFill rotWithShape="1">
            <a:blip r:embed="rId5">
              <a:alphaModFix/>
            </a:blip>
            <a:srcRect b="0" l="-10" r="0" t="0"/>
            <a:stretch/>
          </p:blipFill>
          <p:spPr>
            <a:xfrm>
              <a:off x="3932595" y="2723357"/>
              <a:ext cx="939300" cy="1670100"/>
            </a:xfrm>
            <a:prstGeom prst="roundRect">
              <a:avLst>
                <a:gd fmla="val 4958" name="adj"/>
              </a:avLst>
            </a:prstGeom>
            <a:noFill/>
            <a:ln>
              <a:noFill/>
            </a:ln>
          </p:spPr>
        </p:pic>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0" name="Shape 6130"/>
        <p:cNvGrpSpPr/>
        <p:nvPr/>
      </p:nvGrpSpPr>
      <p:grpSpPr>
        <a:xfrm>
          <a:off x="0" y="0"/>
          <a:ext cx="0" cy="0"/>
          <a:chOff x="0" y="0"/>
          <a:chExt cx="0" cy="0"/>
        </a:xfrm>
      </p:grpSpPr>
      <p:sp>
        <p:nvSpPr>
          <p:cNvPr id="6131" name="Google Shape;6131;p66"/>
          <p:cNvSpPr txBox="1"/>
          <p:nvPr>
            <p:ph type="title"/>
          </p:nvPr>
        </p:nvSpPr>
        <p:spPr>
          <a:xfrm>
            <a:off x="717050" y="531950"/>
            <a:ext cx="3716400" cy="92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6132" name="Google Shape;6132;p66"/>
          <p:cNvSpPr txBox="1"/>
          <p:nvPr>
            <p:ph idx="1" type="subTitle"/>
          </p:nvPr>
        </p:nvSpPr>
        <p:spPr>
          <a:xfrm>
            <a:off x="717050" y="1455350"/>
            <a:ext cx="3855900" cy="121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have any questions?</a:t>
            </a:r>
            <a:endParaRPr/>
          </a:p>
          <a:p>
            <a:pPr indent="0" lvl="0" marL="0" rtl="0" algn="l">
              <a:spcBef>
                <a:spcPts val="0"/>
              </a:spcBef>
              <a:spcAft>
                <a:spcPts val="0"/>
              </a:spcAft>
              <a:buClr>
                <a:schemeClr val="dk1"/>
              </a:buClr>
              <a:buSzPts val="1100"/>
              <a:buFont typeface="Arial"/>
              <a:buNone/>
            </a:pPr>
            <a:r>
              <a:rPr lang="en"/>
              <a:t>addyouremail@freepik.com</a:t>
            </a:r>
            <a:endParaRPr/>
          </a:p>
          <a:p>
            <a:pPr indent="0" lvl="0" marL="0" rtl="0" algn="l">
              <a:spcBef>
                <a:spcPts val="0"/>
              </a:spcBef>
              <a:spcAft>
                <a:spcPts val="0"/>
              </a:spcAft>
              <a:buClr>
                <a:schemeClr val="dk1"/>
              </a:buClr>
              <a:buSzPts val="1100"/>
              <a:buFont typeface="Arial"/>
              <a:buNone/>
            </a:pPr>
            <a:r>
              <a:rPr lang="en"/>
              <a:t>+91 620 421 838</a:t>
            </a:r>
            <a:endParaRPr/>
          </a:p>
          <a:p>
            <a:pPr indent="0" lvl="0" marL="0" rtl="0" algn="l">
              <a:spcBef>
                <a:spcPts val="0"/>
              </a:spcBef>
              <a:spcAft>
                <a:spcPts val="0"/>
              </a:spcAft>
              <a:buClr>
                <a:schemeClr val="dk1"/>
              </a:buClr>
              <a:buSzPts val="1100"/>
              <a:buFont typeface="Arial"/>
              <a:buNone/>
            </a:pPr>
            <a:r>
              <a:rPr lang="en"/>
              <a:t>yourcompany.com</a:t>
            </a:r>
            <a:endParaRPr/>
          </a:p>
        </p:txBody>
      </p:sp>
      <p:sp>
        <p:nvSpPr>
          <p:cNvPr id="6133" name="Google Shape;6133;p66"/>
          <p:cNvSpPr txBox="1"/>
          <p:nvPr/>
        </p:nvSpPr>
        <p:spPr>
          <a:xfrm>
            <a:off x="677725" y="4161075"/>
            <a:ext cx="4085700" cy="358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600">
                <a:solidFill>
                  <a:schemeClr val="lt1"/>
                </a:solidFill>
                <a:latin typeface="Be Vietnam"/>
                <a:ea typeface="Be Vietnam"/>
                <a:cs typeface="Be Vietnam"/>
                <a:sym typeface="Be Vietnam"/>
              </a:rPr>
              <a:t>Please keep this slide for attribution</a:t>
            </a:r>
            <a:endParaRPr>
              <a:solidFill>
                <a:srgbClr val="FFE6CD"/>
              </a:solidFill>
              <a:latin typeface="Encode Sans"/>
              <a:ea typeface="Encode Sans"/>
              <a:cs typeface="Encode Sans"/>
              <a:sym typeface="Encode Sans"/>
            </a:endParaRPr>
          </a:p>
        </p:txBody>
      </p:sp>
      <p:grpSp>
        <p:nvGrpSpPr>
          <p:cNvPr id="6134" name="Google Shape;6134;p66"/>
          <p:cNvGrpSpPr/>
          <p:nvPr/>
        </p:nvGrpSpPr>
        <p:grpSpPr>
          <a:xfrm>
            <a:off x="801246" y="2752349"/>
            <a:ext cx="480071" cy="472061"/>
            <a:chOff x="2866317" y="3817357"/>
            <a:chExt cx="362920" cy="356865"/>
          </a:xfrm>
        </p:grpSpPr>
        <p:sp>
          <p:nvSpPr>
            <p:cNvPr id="6135" name="Google Shape;6135;p66"/>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6"/>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6"/>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66"/>
          <p:cNvGrpSpPr/>
          <p:nvPr/>
        </p:nvGrpSpPr>
        <p:grpSpPr>
          <a:xfrm>
            <a:off x="1394434" y="2752349"/>
            <a:ext cx="480071" cy="472061"/>
            <a:chOff x="3314750" y="3817357"/>
            <a:chExt cx="362920" cy="356865"/>
          </a:xfrm>
        </p:grpSpPr>
        <p:sp>
          <p:nvSpPr>
            <p:cNvPr id="6139" name="Google Shape;6139;p66"/>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6"/>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6"/>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6"/>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6"/>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4" name="Google Shape;6144;p66"/>
          <p:cNvGrpSpPr/>
          <p:nvPr/>
        </p:nvGrpSpPr>
        <p:grpSpPr>
          <a:xfrm>
            <a:off x="1987622" y="2752349"/>
            <a:ext cx="480591" cy="471679"/>
            <a:chOff x="3763184" y="3817357"/>
            <a:chExt cx="363314" cy="356576"/>
          </a:xfrm>
        </p:grpSpPr>
        <p:sp>
          <p:nvSpPr>
            <p:cNvPr id="6145" name="Google Shape;6145;p66"/>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6"/>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6"/>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6"/>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6"/>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0" name="Google Shape;6150;p66"/>
          <p:cNvGrpSpPr/>
          <p:nvPr/>
        </p:nvGrpSpPr>
        <p:grpSpPr>
          <a:xfrm>
            <a:off x="2581296" y="2752349"/>
            <a:ext cx="480106" cy="471679"/>
            <a:chOff x="4211985" y="3817357"/>
            <a:chExt cx="362947" cy="356576"/>
          </a:xfrm>
        </p:grpSpPr>
        <p:sp>
          <p:nvSpPr>
            <p:cNvPr id="6151" name="Google Shape;6151;p66"/>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6"/>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6"/>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154" name="Google Shape;6154;p66"/>
          <p:cNvPicPr preferRelativeResize="0"/>
          <p:nvPr/>
        </p:nvPicPr>
        <p:blipFill>
          <a:blip r:embed="rId3">
            <a:alphaModFix/>
          </a:blip>
          <a:stretch>
            <a:fillRect/>
          </a:stretch>
        </p:blipFill>
        <p:spPr>
          <a:xfrm>
            <a:off x="4648125" y="254400"/>
            <a:ext cx="4075776" cy="4708593"/>
          </a:xfrm>
          <a:prstGeom prst="rect">
            <a:avLst/>
          </a:prstGeom>
          <a:noFill/>
          <a:ln>
            <a:noFill/>
          </a:ln>
        </p:spPr>
      </p:pic>
      <p:sp>
        <p:nvSpPr>
          <p:cNvPr id="6155" name="Google Shape;6155;p66"/>
          <p:cNvSpPr/>
          <p:nvPr/>
        </p:nvSpPr>
        <p:spPr>
          <a:xfrm rot="-3277916">
            <a:off x="4408370" y="818222"/>
            <a:ext cx="4818078" cy="3618378"/>
          </a:xfrm>
          <a:custGeom>
            <a:rect b="b" l="l" r="r" t="t"/>
            <a:pathLst>
              <a:path extrusionOk="0" h="43765" w="64575">
                <a:moveTo>
                  <a:pt x="50029" y="5401"/>
                </a:moveTo>
                <a:cubicBezTo>
                  <a:pt x="50156" y="5552"/>
                  <a:pt x="50206" y="5612"/>
                  <a:pt x="50205" y="5612"/>
                </a:cubicBezTo>
                <a:cubicBezTo>
                  <a:pt x="50205" y="5612"/>
                  <a:pt x="50130" y="5523"/>
                  <a:pt x="50026" y="5401"/>
                </a:cubicBezTo>
                <a:close/>
                <a:moveTo>
                  <a:pt x="3726" y="8485"/>
                </a:moveTo>
                <a:lnTo>
                  <a:pt x="3726" y="8485"/>
                </a:lnTo>
                <a:cubicBezTo>
                  <a:pt x="3714" y="8495"/>
                  <a:pt x="3703" y="8505"/>
                  <a:pt x="3691" y="8516"/>
                </a:cubicBezTo>
                <a:cubicBezTo>
                  <a:pt x="3702" y="8509"/>
                  <a:pt x="3713" y="8498"/>
                  <a:pt x="3726" y="8485"/>
                </a:cubicBezTo>
                <a:close/>
                <a:moveTo>
                  <a:pt x="3295" y="15861"/>
                </a:moveTo>
                <a:cubicBezTo>
                  <a:pt x="3274" y="15870"/>
                  <a:pt x="3253" y="15881"/>
                  <a:pt x="3233" y="15893"/>
                </a:cubicBezTo>
                <a:lnTo>
                  <a:pt x="3233" y="15893"/>
                </a:lnTo>
                <a:cubicBezTo>
                  <a:pt x="3252" y="15887"/>
                  <a:pt x="3272" y="15876"/>
                  <a:pt x="3295" y="15861"/>
                </a:cubicBezTo>
                <a:close/>
                <a:moveTo>
                  <a:pt x="3569" y="25885"/>
                </a:moveTo>
                <a:cubicBezTo>
                  <a:pt x="3594" y="25885"/>
                  <a:pt x="3644" y="25921"/>
                  <a:pt x="3691" y="25960"/>
                </a:cubicBezTo>
                <a:lnTo>
                  <a:pt x="3655" y="26140"/>
                </a:lnTo>
                <a:cubicBezTo>
                  <a:pt x="3543" y="25946"/>
                  <a:pt x="3535" y="25885"/>
                  <a:pt x="3569" y="25885"/>
                </a:cubicBezTo>
                <a:close/>
                <a:moveTo>
                  <a:pt x="60361" y="26647"/>
                </a:moveTo>
                <a:lnTo>
                  <a:pt x="60361" y="26647"/>
                </a:lnTo>
                <a:cubicBezTo>
                  <a:pt x="60383" y="26678"/>
                  <a:pt x="60408" y="26707"/>
                  <a:pt x="60434" y="26734"/>
                </a:cubicBezTo>
                <a:cubicBezTo>
                  <a:pt x="60401" y="26734"/>
                  <a:pt x="60367" y="26750"/>
                  <a:pt x="60348" y="26750"/>
                </a:cubicBezTo>
                <a:cubicBezTo>
                  <a:pt x="60327" y="26750"/>
                  <a:pt x="60324" y="26730"/>
                  <a:pt x="60361" y="26647"/>
                </a:cubicBezTo>
                <a:close/>
                <a:moveTo>
                  <a:pt x="62446" y="27218"/>
                </a:moveTo>
                <a:cubicBezTo>
                  <a:pt x="62448" y="27225"/>
                  <a:pt x="62449" y="27232"/>
                  <a:pt x="62451" y="27238"/>
                </a:cubicBezTo>
                <a:cubicBezTo>
                  <a:pt x="62450" y="27231"/>
                  <a:pt x="62448" y="27225"/>
                  <a:pt x="62446" y="27218"/>
                </a:cubicBezTo>
                <a:close/>
                <a:moveTo>
                  <a:pt x="62307" y="27616"/>
                </a:moveTo>
                <a:cubicBezTo>
                  <a:pt x="62295" y="27627"/>
                  <a:pt x="62284" y="27638"/>
                  <a:pt x="62273" y="27649"/>
                </a:cubicBezTo>
                <a:lnTo>
                  <a:pt x="62273" y="27649"/>
                </a:lnTo>
                <a:cubicBezTo>
                  <a:pt x="62285" y="27640"/>
                  <a:pt x="62296" y="27629"/>
                  <a:pt x="62307" y="27616"/>
                </a:cubicBezTo>
                <a:close/>
                <a:moveTo>
                  <a:pt x="50371" y="38184"/>
                </a:moveTo>
                <a:cubicBezTo>
                  <a:pt x="50282" y="38286"/>
                  <a:pt x="50138" y="38333"/>
                  <a:pt x="49960" y="38333"/>
                </a:cubicBezTo>
                <a:cubicBezTo>
                  <a:pt x="49886" y="38333"/>
                  <a:pt x="49807" y="38325"/>
                  <a:pt x="49723" y="38310"/>
                </a:cubicBezTo>
                <a:cubicBezTo>
                  <a:pt x="49921" y="38220"/>
                  <a:pt x="50137" y="38184"/>
                  <a:pt x="50371" y="38184"/>
                </a:cubicBezTo>
                <a:close/>
                <a:moveTo>
                  <a:pt x="12746" y="41406"/>
                </a:moveTo>
                <a:cubicBezTo>
                  <a:pt x="12777" y="41411"/>
                  <a:pt x="12807" y="41415"/>
                  <a:pt x="12836" y="41419"/>
                </a:cubicBezTo>
                <a:lnTo>
                  <a:pt x="12836" y="41419"/>
                </a:lnTo>
                <a:cubicBezTo>
                  <a:pt x="12806" y="41414"/>
                  <a:pt x="12776" y="41410"/>
                  <a:pt x="12746" y="41406"/>
                </a:cubicBezTo>
                <a:close/>
                <a:moveTo>
                  <a:pt x="34426" y="41813"/>
                </a:moveTo>
                <a:cubicBezTo>
                  <a:pt x="34544" y="41813"/>
                  <a:pt x="34686" y="41866"/>
                  <a:pt x="34871" y="41892"/>
                </a:cubicBezTo>
                <a:cubicBezTo>
                  <a:pt x="34721" y="41960"/>
                  <a:pt x="34467" y="42133"/>
                  <a:pt x="34274" y="42133"/>
                </a:cubicBezTo>
                <a:cubicBezTo>
                  <a:pt x="34213" y="42133"/>
                  <a:pt x="34158" y="42115"/>
                  <a:pt x="34115" y="42072"/>
                </a:cubicBezTo>
                <a:cubicBezTo>
                  <a:pt x="34207" y="41870"/>
                  <a:pt x="34303" y="41813"/>
                  <a:pt x="34426" y="41813"/>
                </a:cubicBezTo>
                <a:close/>
                <a:moveTo>
                  <a:pt x="30470" y="42434"/>
                </a:moveTo>
                <a:cubicBezTo>
                  <a:pt x="30437" y="42440"/>
                  <a:pt x="30404" y="42445"/>
                  <a:pt x="30371" y="42450"/>
                </a:cubicBezTo>
                <a:cubicBezTo>
                  <a:pt x="30408" y="42447"/>
                  <a:pt x="30442" y="42442"/>
                  <a:pt x="30470" y="42434"/>
                </a:cubicBezTo>
                <a:close/>
                <a:moveTo>
                  <a:pt x="17463" y="1"/>
                </a:moveTo>
                <a:cubicBezTo>
                  <a:pt x="17229" y="397"/>
                  <a:pt x="16707" y="415"/>
                  <a:pt x="16149" y="469"/>
                </a:cubicBezTo>
                <a:cubicBezTo>
                  <a:pt x="15573" y="541"/>
                  <a:pt x="14943" y="667"/>
                  <a:pt x="14583" y="1315"/>
                </a:cubicBezTo>
                <a:cubicBezTo>
                  <a:pt x="14295" y="1315"/>
                  <a:pt x="14709" y="1027"/>
                  <a:pt x="14511" y="955"/>
                </a:cubicBezTo>
                <a:lnTo>
                  <a:pt x="14511" y="955"/>
                </a:lnTo>
                <a:cubicBezTo>
                  <a:pt x="14349" y="1333"/>
                  <a:pt x="14061" y="1567"/>
                  <a:pt x="13376" y="1783"/>
                </a:cubicBezTo>
                <a:lnTo>
                  <a:pt x="13412" y="1675"/>
                </a:lnTo>
                <a:lnTo>
                  <a:pt x="13412" y="1675"/>
                </a:lnTo>
                <a:cubicBezTo>
                  <a:pt x="12728" y="2089"/>
                  <a:pt x="12008" y="2449"/>
                  <a:pt x="11270" y="2773"/>
                </a:cubicBezTo>
                <a:cubicBezTo>
                  <a:pt x="10460" y="3133"/>
                  <a:pt x="9686" y="3529"/>
                  <a:pt x="8912" y="3979"/>
                </a:cubicBezTo>
                <a:lnTo>
                  <a:pt x="9236" y="4141"/>
                </a:lnTo>
                <a:cubicBezTo>
                  <a:pt x="9002" y="4285"/>
                  <a:pt x="8732" y="4393"/>
                  <a:pt x="8462" y="4429"/>
                </a:cubicBezTo>
                <a:cubicBezTo>
                  <a:pt x="8428" y="4578"/>
                  <a:pt x="8456" y="4633"/>
                  <a:pt x="8519" y="4633"/>
                </a:cubicBezTo>
                <a:cubicBezTo>
                  <a:pt x="8699" y="4633"/>
                  <a:pt x="9165" y="4198"/>
                  <a:pt x="9373" y="4198"/>
                </a:cubicBezTo>
                <a:cubicBezTo>
                  <a:pt x="9448" y="4198"/>
                  <a:pt x="9489" y="4256"/>
                  <a:pt x="9470" y="4411"/>
                </a:cubicBezTo>
                <a:cubicBezTo>
                  <a:pt x="9433" y="4404"/>
                  <a:pt x="9395" y="4401"/>
                  <a:pt x="9356" y="4401"/>
                </a:cubicBezTo>
                <a:cubicBezTo>
                  <a:pt x="8909" y="4401"/>
                  <a:pt x="8283" y="4848"/>
                  <a:pt x="7688" y="5311"/>
                </a:cubicBezTo>
                <a:cubicBezTo>
                  <a:pt x="7082" y="5754"/>
                  <a:pt x="6535" y="6226"/>
                  <a:pt x="6130" y="6226"/>
                </a:cubicBezTo>
                <a:cubicBezTo>
                  <a:pt x="6090" y="6226"/>
                  <a:pt x="6051" y="6221"/>
                  <a:pt x="6014" y="6212"/>
                </a:cubicBezTo>
                <a:lnTo>
                  <a:pt x="6014" y="6212"/>
                </a:lnTo>
                <a:cubicBezTo>
                  <a:pt x="5455" y="6716"/>
                  <a:pt x="6428" y="6320"/>
                  <a:pt x="5870" y="6824"/>
                </a:cubicBezTo>
                <a:lnTo>
                  <a:pt x="5600" y="6824"/>
                </a:lnTo>
                <a:lnTo>
                  <a:pt x="5636" y="7148"/>
                </a:lnTo>
                <a:cubicBezTo>
                  <a:pt x="5381" y="7354"/>
                  <a:pt x="5143" y="7429"/>
                  <a:pt x="4976" y="7429"/>
                </a:cubicBezTo>
                <a:cubicBezTo>
                  <a:pt x="4895" y="7429"/>
                  <a:pt x="4831" y="7411"/>
                  <a:pt x="4789" y="7382"/>
                </a:cubicBezTo>
                <a:cubicBezTo>
                  <a:pt x="4879" y="7256"/>
                  <a:pt x="4987" y="7130"/>
                  <a:pt x="5059" y="6986"/>
                </a:cubicBezTo>
                <a:lnTo>
                  <a:pt x="5059" y="6986"/>
                </a:lnTo>
                <a:cubicBezTo>
                  <a:pt x="4466" y="7274"/>
                  <a:pt x="3936" y="8266"/>
                  <a:pt x="3726" y="8485"/>
                </a:cubicBezTo>
                <a:lnTo>
                  <a:pt x="3726" y="8485"/>
                </a:lnTo>
                <a:cubicBezTo>
                  <a:pt x="3897" y="8333"/>
                  <a:pt x="4082" y="8183"/>
                  <a:pt x="4267" y="8048"/>
                </a:cubicBezTo>
                <a:lnTo>
                  <a:pt x="4267" y="8048"/>
                </a:lnTo>
                <a:cubicBezTo>
                  <a:pt x="3655" y="8876"/>
                  <a:pt x="2935" y="9794"/>
                  <a:pt x="2341" y="10802"/>
                </a:cubicBezTo>
                <a:cubicBezTo>
                  <a:pt x="1747" y="11738"/>
                  <a:pt x="1333" y="12782"/>
                  <a:pt x="1135" y="13881"/>
                </a:cubicBezTo>
                <a:lnTo>
                  <a:pt x="1333" y="13791"/>
                </a:lnTo>
                <a:lnTo>
                  <a:pt x="1333" y="13791"/>
                </a:lnTo>
                <a:cubicBezTo>
                  <a:pt x="1279" y="14079"/>
                  <a:pt x="1207" y="14349"/>
                  <a:pt x="1135" y="14637"/>
                </a:cubicBezTo>
                <a:cubicBezTo>
                  <a:pt x="1081" y="14799"/>
                  <a:pt x="1009" y="14961"/>
                  <a:pt x="937" y="15123"/>
                </a:cubicBezTo>
                <a:cubicBezTo>
                  <a:pt x="703" y="15573"/>
                  <a:pt x="559" y="16077"/>
                  <a:pt x="541" y="16581"/>
                </a:cubicBezTo>
                <a:lnTo>
                  <a:pt x="505" y="16509"/>
                </a:lnTo>
                <a:lnTo>
                  <a:pt x="505" y="16509"/>
                </a:lnTo>
                <a:cubicBezTo>
                  <a:pt x="559" y="16707"/>
                  <a:pt x="577" y="16905"/>
                  <a:pt x="595" y="17103"/>
                </a:cubicBezTo>
                <a:cubicBezTo>
                  <a:pt x="595" y="17337"/>
                  <a:pt x="577" y="17553"/>
                  <a:pt x="559" y="17769"/>
                </a:cubicBezTo>
                <a:cubicBezTo>
                  <a:pt x="536" y="17696"/>
                  <a:pt x="509" y="17667"/>
                  <a:pt x="480" y="17667"/>
                </a:cubicBezTo>
                <a:cubicBezTo>
                  <a:pt x="366" y="17667"/>
                  <a:pt x="217" y="18124"/>
                  <a:pt x="99" y="18124"/>
                </a:cubicBezTo>
                <a:cubicBezTo>
                  <a:pt x="63" y="18124"/>
                  <a:pt x="29" y="18081"/>
                  <a:pt x="1" y="17967"/>
                </a:cubicBezTo>
                <a:lnTo>
                  <a:pt x="1" y="17967"/>
                </a:lnTo>
                <a:cubicBezTo>
                  <a:pt x="19" y="18255"/>
                  <a:pt x="55" y="18543"/>
                  <a:pt x="127" y="18831"/>
                </a:cubicBezTo>
                <a:cubicBezTo>
                  <a:pt x="127" y="18939"/>
                  <a:pt x="181" y="19047"/>
                  <a:pt x="235" y="19155"/>
                </a:cubicBezTo>
                <a:cubicBezTo>
                  <a:pt x="433" y="19371"/>
                  <a:pt x="595" y="19623"/>
                  <a:pt x="739" y="19875"/>
                </a:cubicBezTo>
                <a:lnTo>
                  <a:pt x="487" y="20127"/>
                </a:lnTo>
                <a:cubicBezTo>
                  <a:pt x="595" y="20271"/>
                  <a:pt x="685" y="20415"/>
                  <a:pt x="775" y="20559"/>
                </a:cubicBezTo>
                <a:cubicBezTo>
                  <a:pt x="883" y="20793"/>
                  <a:pt x="937" y="21045"/>
                  <a:pt x="973" y="21297"/>
                </a:cubicBezTo>
                <a:cubicBezTo>
                  <a:pt x="912" y="21156"/>
                  <a:pt x="861" y="21106"/>
                  <a:pt x="815" y="21106"/>
                </a:cubicBezTo>
                <a:cubicBezTo>
                  <a:pt x="708" y="21106"/>
                  <a:pt x="628" y="21376"/>
                  <a:pt x="509" y="21376"/>
                </a:cubicBezTo>
                <a:cubicBezTo>
                  <a:pt x="453" y="21376"/>
                  <a:pt x="388" y="21315"/>
                  <a:pt x="307" y="21135"/>
                </a:cubicBezTo>
                <a:lnTo>
                  <a:pt x="307" y="21135"/>
                </a:lnTo>
                <a:cubicBezTo>
                  <a:pt x="145" y="21802"/>
                  <a:pt x="235" y="22522"/>
                  <a:pt x="523" y="23152"/>
                </a:cubicBezTo>
                <a:cubicBezTo>
                  <a:pt x="721" y="23638"/>
                  <a:pt x="865" y="24016"/>
                  <a:pt x="541" y="24484"/>
                </a:cubicBezTo>
                <a:cubicBezTo>
                  <a:pt x="651" y="24562"/>
                  <a:pt x="734" y="24595"/>
                  <a:pt x="796" y="24595"/>
                </a:cubicBezTo>
                <a:cubicBezTo>
                  <a:pt x="977" y="24595"/>
                  <a:pt x="977" y="24307"/>
                  <a:pt x="937" y="23998"/>
                </a:cubicBezTo>
                <a:cubicBezTo>
                  <a:pt x="893" y="23673"/>
                  <a:pt x="812" y="23312"/>
                  <a:pt x="844" y="23312"/>
                </a:cubicBezTo>
                <a:cubicBezTo>
                  <a:pt x="851" y="23312"/>
                  <a:pt x="864" y="23329"/>
                  <a:pt x="883" y="23368"/>
                </a:cubicBezTo>
                <a:cubicBezTo>
                  <a:pt x="910" y="23301"/>
                  <a:pt x="945" y="23273"/>
                  <a:pt x="985" y="23273"/>
                </a:cubicBezTo>
                <a:cubicBezTo>
                  <a:pt x="1184" y="23273"/>
                  <a:pt x="1501" y="23992"/>
                  <a:pt x="1531" y="24412"/>
                </a:cubicBezTo>
                <a:cubicBezTo>
                  <a:pt x="1639" y="24934"/>
                  <a:pt x="865" y="25510"/>
                  <a:pt x="1243" y="26823"/>
                </a:cubicBezTo>
                <a:lnTo>
                  <a:pt x="1243" y="26823"/>
                </a:lnTo>
                <a:cubicBezTo>
                  <a:pt x="1207" y="26698"/>
                  <a:pt x="1153" y="26698"/>
                  <a:pt x="1117" y="26572"/>
                </a:cubicBezTo>
                <a:lnTo>
                  <a:pt x="1117" y="26572"/>
                </a:lnTo>
                <a:cubicBezTo>
                  <a:pt x="1117" y="26824"/>
                  <a:pt x="1207" y="27094"/>
                  <a:pt x="1351" y="27310"/>
                </a:cubicBezTo>
                <a:cubicBezTo>
                  <a:pt x="1495" y="27562"/>
                  <a:pt x="1567" y="27850"/>
                  <a:pt x="1531" y="28156"/>
                </a:cubicBezTo>
                <a:cubicBezTo>
                  <a:pt x="2006" y="28343"/>
                  <a:pt x="1810" y="28865"/>
                  <a:pt x="2236" y="28865"/>
                </a:cubicBezTo>
                <a:cubicBezTo>
                  <a:pt x="2263" y="28865"/>
                  <a:pt x="2292" y="28863"/>
                  <a:pt x="2323" y="28858"/>
                </a:cubicBezTo>
                <a:cubicBezTo>
                  <a:pt x="2143" y="28480"/>
                  <a:pt x="1963" y="28084"/>
                  <a:pt x="1801" y="27706"/>
                </a:cubicBezTo>
                <a:lnTo>
                  <a:pt x="1801" y="27706"/>
                </a:lnTo>
                <a:cubicBezTo>
                  <a:pt x="2017" y="28030"/>
                  <a:pt x="2251" y="28336"/>
                  <a:pt x="2521" y="28606"/>
                </a:cubicBezTo>
                <a:cubicBezTo>
                  <a:pt x="2827" y="28984"/>
                  <a:pt x="3025" y="29434"/>
                  <a:pt x="3097" y="29921"/>
                </a:cubicBezTo>
                <a:cubicBezTo>
                  <a:pt x="2881" y="29794"/>
                  <a:pt x="2683" y="29614"/>
                  <a:pt x="2539" y="29416"/>
                </a:cubicBezTo>
                <a:lnTo>
                  <a:pt x="2539" y="29416"/>
                </a:lnTo>
                <a:cubicBezTo>
                  <a:pt x="2521" y="29794"/>
                  <a:pt x="2881" y="29993"/>
                  <a:pt x="2863" y="30371"/>
                </a:cubicBezTo>
                <a:cubicBezTo>
                  <a:pt x="2845" y="30374"/>
                  <a:pt x="2828" y="30376"/>
                  <a:pt x="2811" y="30376"/>
                </a:cubicBezTo>
                <a:cubicBezTo>
                  <a:pt x="2583" y="30376"/>
                  <a:pt x="2400" y="30052"/>
                  <a:pt x="2233" y="29650"/>
                </a:cubicBezTo>
                <a:cubicBezTo>
                  <a:pt x="2071" y="29218"/>
                  <a:pt x="1873" y="28714"/>
                  <a:pt x="1567" y="28408"/>
                </a:cubicBezTo>
                <a:lnTo>
                  <a:pt x="1567" y="28408"/>
                </a:lnTo>
                <a:cubicBezTo>
                  <a:pt x="1513" y="28624"/>
                  <a:pt x="1729" y="28930"/>
                  <a:pt x="1873" y="29164"/>
                </a:cubicBezTo>
                <a:cubicBezTo>
                  <a:pt x="1994" y="29360"/>
                  <a:pt x="2064" y="29506"/>
                  <a:pt x="1883" y="29506"/>
                </a:cubicBezTo>
                <a:cubicBezTo>
                  <a:pt x="1848" y="29506"/>
                  <a:pt x="1803" y="29500"/>
                  <a:pt x="1747" y="29488"/>
                </a:cubicBezTo>
                <a:lnTo>
                  <a:pt x="1747" y="29488"/>
                </a:lnTo>
                <a:cubicBezTo>
                  <a:pt x="2197" y="29614"/>
                  <a:pt x="2287" y="29939"/>
                  <a:pt x="2395" y="30317"/>
                </a:cubicBezTo>
                <a:cubicBezTo>
                  <a:pt x="2467" y="30767"/>
                  <a:pt x="2719" y="31163"/>
                  <a:pt x="3079" y="31433"/>
                </a:cubicBezTo>
                <a:lnTo>
                  <a:pt x="2755" y="31523"/>
                </a:lnTo>
                <a:cubicBezTo>
                  <a:pt x="2953" y="31685"/>
                  <a:pt x="3133" y="31883"/>
                  <a:pt x="3259" y="32099"/>
                </a:cubicBezTo>
                <a:lnTo>
                  <a:pt x="2665" y="31829"/>
                </a:lnTo>
                <a:lnTo>
                  <a:pt x="2665" y="31829"/>
                </a:lnTo>
                <a:cubicBezTo>
                  <a:pt x="2989" y="32099"/>
                  <a:pt x="3097" y="32459"/>
                  <a:pt x="3187" y="32837"/>
                </a:cubicBezTo>
                <a:cubicBezTo>
                  <a:pt x="3241" y="33215"/>
                  <a:pt x="3403" y="33575"/>
                  <a:pt x="3655" y="33863"/>
                </a:cubicBezTo>
                <a:cubicBezTo>
                  <a:pt x="3241" y="33197"/>
                  <a:pt x="3295" y="33071"/>
                  <a:pt x="3403" y="33017"/>
                </a:cubicBezTo>
                <a:cubicBezTo>
                  <a:pt x="3529" y="32981"/>
                  <a:pt x="3727" y="33017"/>
                  <a:pt x="3673" y="32675"/>
                </a:cubicBezTo>
                <a:lnTo>
                  <a:pt x="3673" y="32675"/>
                </a:lnTo>
                <a:cubicBezTo>
                  <a:pt x="3925" y="32927"/>
                  <a:pt x="4105" y="33215"/>
                  <a:pt x="4231" y="33521"/>
                </a:cubicBezTo>
                <a:cubicBezTo>
                  <a:pt x="4285" y="33719"/>
                  <a:pt x="4303" y="33917"/>
                  <a:pt x="4267" y="34115"/>
                </a:cubicBezTo>
                <a:cubicBezTo>
                  <a:pt x="4249" y="34349"/>
                  <a:pt x="4249" y="34583"/>
                  <a:pt x="4321" y="34799"/>
                </a:cubicBezTo>
                <a:cubicBezTo>
                  <a:pt x="4447" y="35177"/>
                  <a:pt x="4645" y="35519"/>
                  <a:pt x="4933" y="35807"/>
                </a:cubicBezTo>
                <a:cubicBezTo>
                  <a:pt x="4789" y="35645"/>
                  <a:pt x="4681" y="35447"/>
                  <a:pt x="4627" y="35249"/>
                </a:cubicBezTo>
                <a:cubicBezTo>
                  <a:pt x="4590" y="35110"/>
                  <a:pt x="4596" y="35007"/>
                  <a:pt x="4671" y="35007"/>
                </a:cubicBezTo>
                <a:cubicBezTo>
                  <a:pt x="4703" y="35007"/>
                  <a:pt x="4748" y="35026"/>
                  <a:pt x="4807" y="35069"/>
                </a:cubicBezTo>
                <a:cubicBezTo>
                  <a:pt x="5023" y="35447"/>
                  <a:pt x="5185" y="35843"/>
                  <a:pt x="5293" y="36257"/>
                </a:cubicBezTo>
                <a:cubicBezTo>
                  <a:pt x="5582" y="36556"/>
                  <a:pt x="5722" y="36656"/>
                  <a:pt x="5780" y="36656"/>
                </a:cubicBezTo>
                <a:cubicBezTo>
                  <a:pt x="5828" y="36656"/>
                  <a:pt x="5822" y="36590"/>
                  <a:pt x="5798" y="36509"/>
                </a:cubicBezTo>
                <a:cubicBezTo>
                  <a:pt x="5769" y="36366"/>
                  <a:pt x="5718" y="36156"/>
                  <a:pt x="5833" y="36156"/>
                </a:cubicBezTo>
                <a:cubicBezTo>
                  <a:pt x="5863" y="36156"/>
                  <a:pt x="5904" y="36170"/>
                  <a:pt x="5960" y="36203"/>
                </a:cubicBezTo>
                <a:cubicBezTo>
                  <a:pt x="5960" y="36455"/>
                  <a:pt x="6122" y="36653"/>
                  <a:pt x="6356" y="36707"/>
                </a:cubicBezTo>
                <a:cubicBezTo>
                  <a:pt x="6464" y="36743"/>
                  <a:pt x="6572" y="36761"/>
                  <a:pt x="6698" y="36797"/>
                </a:cubicBezTo>
                <a:cubicBezTo>
                  <a:pt x="6842" y="36833"/>
                  <a:pt x="6986" y="36887"/>
                  <a:pt x="7094" y="36959"/>
                </a:cubicBezTo>
                <a:lnTo>
                  <a:pt x="6878" y="37211"/>
                </a:lnTo>
                <a:cubicBezTo>
                  <a:pt x="7022" y="37427"/>
                  <a:pt x="7238" y="37607"/>
                  <a:pt x="7472" y="37715"/>
                </a:cubicBezTo>
                <a:cubicBezTo>
                  <a:pt x="7520" y="37740"/>
                  <a:pt x="7573" y="37750"/>
                  <a:pt x="7624" y="37750"/>
                </a:cubicBezTo>
                <a:cubicBezTo>
                  <a:pt x="7686" y="37750"/>
                  <a:pt x="7746" y="37735"/>
                  <a:pt x="7796" y="37715"/>
                </a:cubicBezTo>
                <a:cubicBezTo>
                  <a:pt x="7858" y="37690"/>
                  <a:pt x="7917" y="37665"/>
                  <a:pt x="7987" y="37665"/>
                </a:cubicBezTo>
                <a:cubicBezTo>
                  <a:pt x="8120" y="37665"/>
                  <a:pt x="8295" y="37753"/>
                  <a:pt x="8624" y="38094"/>
                </a:cubicBezTo>
                <a:lnTo>
                  <a:pt x="7850" y="38094"/>
                </a:lnTo>
                <a:lnTo>
                  <a:pt x="8552" y="38454"/>
                </a:lnTo>
                <a:lnTo>
                  <a:pt x="8192" y="38670"/>
                </a:lnTo>
                <a:cubicBezTo>
                  <a:pt x="9056" y="38940"/>
                  <a:pt x="9236" y="39138"/>
                  <a:pt x="9902" y="39642"/>
                </a:cubicBezTo>
                <a:cubicBezTo>
                  <a:pt x="9866" y="39498"/>
                  <a:pt x="9974" y="39372"/>
                  <a:pt x="10154" y="39354"/>
                </a:cubicBezTo>
                <a:cubicBezTo>
                  <a:pt x="10209" y="39346"/>
                  <a:pt x="10264" y="39343"/>
                  <a:pt x="10317" y="39343"/>
                </a:cubicBezTo>
                <a:cubicBezTo>
                  <a:pt x="10526" y="39343"/>
                  <a:pt x="10724" y="39397"/>
                  <a:pt x="10910" y="39498"/>
                </a:cubicBezTo>
                <a:cubicBezTo>
                  <a:pt x="11270" y="39894"/>
                  <a:pt x="10532" y="39660"/>
                  <a:pt x="11468" y="40056"/>
                </a:cubicBezTo>
                <a:cubicBezTo>
                  <a:pt x="11339" y="40096"/>
                  <a:pt x="11194" y="40148"/>
                  <a:pt x="11052" y="40148"/>
                </a:cubicBezTo>
                <a:cubicBezTo>
                  <a:pt x="10878" y="40148"/>
                  <a:pt x="10707" y="40071"/>
                  <a:pt x="10568" y="39804"/>
                </a:cubicBezTo>
                <a:cubicBezTo>
                  <a:pt x="10478" y="39876"/>
                  <a:pt x="10262" y="39876"/>
                  <a:pt x="10172" y="39930"/>
                </a:cubicBezTo>
                <a:cubicBezTo>
                  <a:pt x="10550" y="40380"/>
                  <a:pt x="11378" y="40596"/>
                  <a:pt x="11720" y="40740"/>
                </a:cubicBezTo>
                <a:cubicBezTo>
                  <a:pt x="11594" y="40686"/>
                  <a:pt x="11468" y="40614"/>
                  <a:pt x="11378" y="40506"/>
                </a:cubicBezTo>
                <a:lnTo>
                  <a:pt x="11378" y="40506"/>
                </a:lnTo>
                <a:cubicBezTo>
                  <a:pt x="11630" y="40560"/>
                  <a:pt x="11900" y="40578"/>
                  <a:pt x="12152" y="40596"/>
                </a:cubicBezTo>
                <a:cubicBezTo>
                  <a:pt x="12404" y="40632"/>
                  <a:pt x="12656" y="40632"/>
                  <a:pt x="12926" y="40650"/>
                </a:cubicBezTo>
                <a:cubicBezTo>
                  <a:pt x="13088" y="40848"/>
                  <a:pt x="12890" y="40884"/>
                  <a:pt x="12692" y="40902"/>
                </a:cubicBezTo>
                <a:cubicBezTo>
                  <a:pt x="12980" y="40974"/>
                  <a:pt x="13232" y="40902"/>
                  <a:pt x="13647" y="41028"/>
                </a:cubicBezTo>
                <a:cubicBezTo>
                  <a:pt x="13494" y="41196"/>
                  <a:pt x="13419" y="41429"/>
                  <a:pt x="13002" y="41429"/>
                </a:cubicBezTo>
                <a:cubicBezTo>
                  <a:pt x="12952" y="41429"/>
                  <a:pt x="12896" y="41426"/>
                  <a:pt x="12836" y="41419"/>
                </a:cubicBezTo>
                <a:lnTo>
                  <a:pt x="12836" y="41419"/>
                </a:lnTo>
                <a:cubicBezTo>
                  <a:pt x="13054" y="41451"/>
                  <a:pt x="13262" y="41482"/>
                  <a:pt x="13484" y="41514"/>
                </a:cubicBezTo>
                <a:cubicBezTo>
                  <a:pt x="13719" y="41532"/>
                  <a:pt x="13953" y="41568"/>
                  <a:pt x="14205" y="41586"/>
                </a:cubicBezTo>
                <a:cubicBezTo>
                  <a:pt x="14259" y="41712"/>
                  <a:pt x="14817" y="42090"/>
                  <a:pt x="14619" y="42126"/>
                </a:cubicBezTo>
                <a:cubicBezTo>
                  <a:pt x="14817" y="42216"/>
                  <a:pt x="15015" y="42270"/>
                  <a:pt x="15249" y="42288"/>
                </a:cubicBezTo>
                <a:cubicBezTo>
                  <a:pt x="15501" y="42306"/>
                  <a:pt x="15753" y="42306"/>
                  <a:pt x="16005" y="42306"/>
                </a:cubicBezTo>
                <a:cubicBezTo>
                  <a:pt x="16144" y="42306"/>
                  <a:pt x="16285" y="42303"/>
                  <a:pt x="16425" y="42303"/>
                </a:cubicBezTo>
                <a:cubicBezTo>
                  <a:pt x="16811" y="42303"/>
                  <a:pt x="17197" y="42323"/>
                  <a:pt x="17553" y="42468"/>
                </a:cubicBezTo>
                <a:cubicBezTo>
                  <a:pt x="17649" y="42413"/>
                  <a:pt x="17746" y="42390"/>
                  <a:pt x="17850" y="42390"/>
                </a:cubicBezTo>
                <a:cubicBezTo>
                  <a:pt x="17882" y="42390"/>
                  <a:pt x="17915" y="42392"/>
                  <a:pt x="17949" y="42396"/>
                </a:cubicBezTo>
                <a:cubicBezTo>
                  <a:pt x="18659" y="42549"/>
                  <a:pt x="19316" y="42842"/>
                  <a:pt x="20110" y="42842"/>
                </a:cubicBezTo>
                <a:cubicBezTo>
                  <a:pt x="20342" y="42842"/>
                  <a:pt x="20586" y="42817"/>
                  <a:pt x="20847" y="42756"/>
                </a:cubicBezTo>
                <a:cubicBezTo>
                  <a:pt x="21045" y="42918"/>
                  <a:pt x="21243" y="43098"/>
                  <a:pt x="21441" y="43278"/>
                </a:cubicBezTo>
                <a:cubicBezTo>
                  <a:pt x="22324" y="43224"/>
                  <a:pt x="20631" y="42630"/>
                  <a:pt x="22090" y="42540"/>
                </a:cubicBezTo>
                <a:cubicBezTo>
                  <a:pt x="22184" y="42530"/>
                  <a:pt x="22265" y="42525"/>
                  <a:pt x="22333" y="42525"/>
                </a:cubicBezTo>
                <a:cubicBezTo>
                  <a:pt x="23001" y="42525"/>
                  <a:pt x="22483" y="42969"/>
                  <a:pt x="22810" y="43116"/>
                </a:cubicBezTo>
                <a:cubicBezTo>
                  <a:pt x="23187" y="42947"/>
                  <a:pt x="23754" y="42664"/>
                  <a:pt x="24392" y="42664"/>
                </a:cubicBezTo>
                <a:cubicBezTo>
                  <a:pt x="24637" y="42664"/>
                  <a:pt x="24891" y="42706"/>
                  <a:pt x="25150" y="42810"/>
                </a:cubicBezTo>
                <a:cubicBezTo>
                  <a:pt x="25037" y="42837"/>
                  <a:pt x="24931" y="42844"/>
                  <a:pt x="24828" y="42844"/>
                </a:cubicBezTo>
                <a:cubicBezTo>
                  <a:pt x="24716" y="42844"/>
                  <a:pt x="24607" y="42835"/>
                  <a:pt x="24495" y="42835"/>
                </a:cubicBezTo>
                <a:cubicBezTo>
                  <a:pt x="24433" y="42835"/>
                  <a:pt x="24369" y="42838"/>
                  <a:pt x="24304" y="42846"/>
                </a:cubicBezTo>
                <a:lnTo>
                  <a:pt x="25024" y="43098"/>
                </a:lnTo>
                <a:cubicBezTo>
                  <a:pt x="24160" y="43548"/>
                  <a:pt x="23512" y="43368"/>
                  <a:pt x="24196" y="43764"/>
                </a:cubicBezTo>
                <a:cubicBezTo>
                  <a:pt x="24250" y="43314"/>
                  <a:pt x="24952" y="43278"/>
                  <a:pt x="25654" y="43260"/>
                </a:cubicBezTo>
                <a:cubicBezTo>
                  <a:pt x="26356" y="43224"/>
                  <a:pt x="27058" y="43170"/>
                  <a:pt x="27076" y="42720"/>
                </a:cubicBezTo>
                <a:lnTo>
                  <a:pt x="27562" y="42882"/>
                </a:lnTo>
                <a:cubicBezTo>
                  <a:pt x="27418" y="42882"/>
                  <a:pt x="27400" y="42936"/>
                  <a:pt x="27274" y="42936"/>
                </a:cubicBezTo>
                <a:cubicBezTo>
                  <a:pt x="27416" y="42993"/>
                  <a:pt x="27530" y="43018"/>
                  <a:pt x="27625" y="43018"/>
                </a:cubicBezTo>
                <a:cubicBezTo>
                  <a:pt x="28141" y="43018"/>
                  <a:pt x="28103" y="42304"/>
                  <a:pt x="29008" y="42304"/>
                </a:cubicBezTo>
                <a:cubicBezTo>
                  <a:pt x="29035" y="42304"/>
                  <a:pt x="29063" y="42305"/>
                  <a:pt x="29092" y="42306"/>
                </a:cubicBezTo>
                <a:cubicBezTo>
                  <a:pt x="29507" y="42342"/>
                  <a:pt x="29795" y="42450"/>
                  <a:pt x="29525" y="42576"/>
                </a:cubicBezTo>
                <a:cubicBezTo>
                  <a:pt x="29831" y="42486"/>
                  <a:pt x="30119" y="42378"/>
                  <a:pt x="30407" y="42288"/>
                </a:cubicBezTo>
                <a:cubicBezTo>
                  <a:pt x="30636" y="42288"/>
                  <a:pt x="30632" y="42392"/>
                  <a:pt x="30470" y="42434"/>
                </a:cubicBezTo>
                <a:lnTo>
                  <a:pt x="30470" y="42434"/>
                </a:lnTo>
                <a:cubicBezTo>
                  <a:pt x="30887" y="42370"/>
                  <a:pt x="31305" y="42319"/>
                  <a:pt x="31739" y="42252"/>
                </a:cubicBezTo>
                <a:lnTo>
                  <a:pt x="31739" y="42270"/>
                </a:lnTo>
                <a:cubicBezTo>
                  <a:pt x="31991" y="42072"/>
                  <a:pt x="32261" y="41892"/>
                  <a:pt x="32531" y="41730"/>
                </a:cubicBezTo>
                <a:lnTo>
                  <a:pt x="32531" y="41730"/>
                </a:lnTo>
                <a:cubicBezTo>
                  <a:pt x="32909" y="41820"/>
                  <a:pt x="32369" y="41838"/>
                  <a:pt x="32477" y="41946"/>
                </a:cubicBezTo>
                <a:lnTo>
                  <a:pt x="33215" y="41640"/>
                </a:lnTo>
                <a:lnTo>
                  <a:pt x="33215" y="41640"/>
                </a:lnTo>
                <a:cubicBezTo>
                  <a:pt x="33539" y="41838"/>
                  <a:pt x="32945" y="42144"/>
                  <a:pt x="32423" y="42180"/>
                </a:cubicBezTo>
                <a:cubicBezTo>
                  <a:pt x="32648" y="42406"/>
                  <a:pt x="32794" y="42482"/>
                  <a:pt x="32922" y="42482"/>
                </a:cubicBezTo>
                <a:cubicBezTo>
                  <a:pt x="33188" y="42482"/>
                  <a:pt x="33373" y="42149"/>
                  <a:pt x="34034" y="42149"/>
                </a:cubicBezTo>
                <a:cubicBezTo>
                  <a:pt x="34193" y="42149"/>
                  <a:pt x="34379" y="42168"/>
                  <a:pt x="34601" y="42216"/>
                </a:cubicBezTo>
                <a:lnTo>
                  <a:pt x="33899" y="42414"/>
                </a:lnTo>
                <a:cubicBezTo>
                  <a:pt x="34439" y="42864"/>
                  <a:pt x="34979" y="42630"/>
                  <a:pt x="35825" y="42828"/>
                </a:cubicBezTo>
                <a:cubicBezTo>
                  <a:pt x="35591" y="42702"/>
                  <a:pt x="34097" y="42234"/>
                  <a:pt x="34889" y="41910"/>
                </a:cubicBezTo>
                <a:lnTo>
                  <a:pt x="34889" y="41910"/>
                </a:lnTo>
                <a:cubicBezTo>
                  <a:pt x="34946" y="41916"/>
                  <a:pt x="35003" y="41919"/>
                  <a:pt x="35060" y="41919"/>
                </a:cubicBezTo>
                <a:cubicBezTo>
                  <a:pt x="35343" y="41919"/>
                  <a:pt x="35618" y="41844"/>
                  <a:pt x="35843" y="41694"/>
                </a:cubicBezTo>
                <a:cubicBezTo>
                  <a:pt x="35869" y="41846"/>
                  <a:pt x="35973" y="41895"/>
                  <a:pt x="36132" y="41895"/>
                </a:cubicBezTo>
                <a:cubicBezTo>
                  <a:pt x="36313" y="41895"/>
                  <a:pt x="36564" y="41832"/>
                  <a:pt x="36851" y="41784"/>
                </a:cubicBezTo>
                <a:lnTo>
                  <a:pt x="36887" y="42216"/>
                </a:lnTo>
                <a:cubicBezTo>
                  <a:pt x="37446" y="42000"/>
                  <a:pt x="37374" y="41784"/>
                  <a:pt x="37680" y="41550"/>
                </a:cubicBezTo>
                <a:cubicBezTo>
                  <a:pt x="37730" y="41546"/>
                  <a:pt x="37778" y="41544"/>
                  <a:pt x="37824" y="41544"/>
                </a:cubicBezTo>
                <a:cubicBezTo>
                  <a:pt x="38356" y="41544"/>
                  <a:pt x="38523" y="41822"/>
                  <a:pt x="38706" y="42054"/>
                </a:cubicBezTo>
                <a:cubicBezTo>
                  <a:pt x="39750" y="41964"/>
                  <a:pt x="37914" y="41640"/>
                  <a:pt x="39120" y="41370"/>
                </a:cubicBezTo>
                <a:lnTo>
                  <a:pt x="39120" y="41370"/>
                </a:lnTo>
                <a:cubicBezTo>
                  <a:pt x="39148" y="41370"/>
                  <a:pt x="39175" y="41371"/>
                  <a:pt x="39202" y="41371"/>
                </a:cubicBezTo>
                <a:cubicBezTo>
                  <a:pt x="40039" y="41371"/>
                  <a:pt x="40609" y="41105"/>
                  <a:pt x="41568" y="40704"/>
                </a:cubicBezTo>
                <a:lnTo>
                  <a:pt x="41568" y="40704"/>
                </a:lnTo>
                <a:cubicBezTo>
                  <a:pt x="42180" y="40758"/>
                  <a:pt x="41496" y="40992"/>
                  <a:pt x="41730" y="41064"/>
                </a:cubicBezTo>
                <a:lnTo>
                  <a:pt x="42198" y="40650"/>
                </a:lnTo>
                <a:cubicBezTo>
                  <a:pt x="42209" y="40648"/>
                  <a:pt x="42219" y="40648"/>
                  <a:pt x="42228" y="40648"/>
                </a:cubicBezTo>
                <a:cubicBezTo>
                  <a:pt x="42337" y="40648"/>
                  <a:pt x="42306" y="40744"/>
                  <a:pt x="42306" y="40794"/>
                </a:cubicBezTo>
                <a:cubicBezTo>
                  <a:pt x="42720" y="40596"/>
                  <a:pt x="42270" y="40362"/>
                  <a:pt x="42954" y="40128"/>
                </a:cubicBezTo>
                <a:cubicBezTo>
                  <a:pt x="42979" y="40013"/>
                  <a:pt x="43074" y="39973"/>
                  <a:pt x="43216" y="39973"/>
                </a:cubicBezTo>
                <a:cubicBezTo>
                  <a:pt x="43512" y="39973"/>
                  <a:pt x="44012" y="40145"/>
                  <a:pt x="44491" y="40145"/>
                </a:cubicBezTo>
                <a:cubicBezTo>
                  <a:pt x="44784" y="40145"/>
                  <a:pt x="45068" y="40081"/>
                  <a:pt x="45295" y="39876"/>
                </a:cubicBezTo>
                <a:lnTo>
                  <a:pt x="45295" y="39876"/>
                </a:lnTo>
                <a:cubicBezTo>
                  <a:pt x="45547" y="39948"/>
                  <a:pt x="45240" y="40146"/>
                  <a:pt x="45349" y="40308"/>
                </a:cubicBezTo>
                <a:cubicBezTo>
                  <a:pt x="45925" y="40020"/>
                  <a:pt x="46159" y="39894"/>
                  <a:pt x="46375" y="39768"/>
                </a:cubicBezTo>
                <a:cubicBezTo>
                  <a:pt x="46663" y="39588"/>
                  <a:pt x="46951" y="39390"/>
                  <a:pt x="47221" y="39156"/>
                </a:cubicBezTo>
                <a:cubicBezTo>
                  <a:pt x="47509" y="39192"/>
                  <a:pt x="47815" y="39210"/>
                  <a:pt x="48121" y="39228"/>
                </a:cubicBezTo>
                <a:cubicBezTo>
                  <a:pt x="47419" y="39066"/>
                  <a:pt x="48121" y="38508"/>
                  <a:pt x="48715" y="38022"/>
                </a:cubicBezTo>
                <a:cubicBezTo>
                  <a:pt x="48445" y="37932"/>
                  <a:pt x="48247" y="37859"/>
                  <a:pt x="48103" y="37823"/>
                </a:cubicBezTo>
                <a:cubicBezTo>
                  <a:pt x="48427" y="37643"/>
                  <a:pt x="48769" y="37463"/>
                  <a:pt x="49093" y="37301"/>
                </a:cubicBezTo>
                <a:lnTo>
                  <a:pt x="49093" y="37301"/>
                </a:lnTo>
                <a:cubicBezTo>
                  <a:pt x="49237" y="37337"/>
                  <a:pt x="49183" y="37499"/>
                  <a:pt x="49057" y="37733"/>
                </a:cubicBezTo>
                <a:cubicBezTo>
                  <a:pt x="49111" y="37679"/>
                  <a:pt x="49165" y="37625"/>
                  <a:pt x="49219" y="37571"/>
                </a:cubicBezTo>
                <a:cubicBezTo>
                  <a:pt x="49633" y="37607"/>
                  <a:pt x="49525" y="37914"/>
                  <a:pt x="49309" y="38220"/>
                </a:cubicBezTo>
                <a:cubicBezTo>
                  <a:pt x="49165" y="38184"/>
                  <a:pt x="49003" y="38130"/>
                  <a:pt x="48859" y="38076"/>
                </a:cubicBezTo>
                <a:cubicBezTo>
                  <a:pt x="48661" y="38400"/>
                  <a:pt x="48481" y="38742"/>
                  <a:pt x="48607" y="38976"/>
                </a:cubicBezTo>
                <a:cubicBezTo>
                  <a:pt x="48697" y="38886"/>
                  <a:pt x="48805" y="38814"/>
                  <a:pt x="48931" y="38760"/>
                </a:cubicBezTo>
                <a:lnTo>
                  <a:pt x="48931" y="38760"/>
                </a:lnTo>
                <a:cubicBezTo>
                  <a:pt x="48877" y="38850"/>
                  <a:pt x="48841" y="38922"/>
                  <a:pt x="48895" y="38958"/>
                </a:cubicBezTo>
                <a:cubicBezTo>
                  <a:pt x="48899" y="38962"/>
                  <a:pt x="48904" y="38964"/>
                  <a:pt x="48910" y="38964"/>
                </a:cubicBezTo>
                <a:cubicBezTo>
                  <a:pt x="48957" y="38964"/>
                  <a:pt x="49056" y="38849"/>
                  <a:pt x="49183" y="38706"/>
                </a:cubicBezTo>
                <a:lnTo>
                  <a:pt x="49561" y="39102"/>
                </a:lnTo>
                <a:lnTo>
                  <a:pt x="49561" y="38904"/>
                </a:lnTo>
                <a:cubicBezTo>
                  <a:pt x="50065" y="38850"/>
                  <a:pt x="50587" y="38796"/>
                  <a:pt x="51091" y="38706"/>
                </a:cubicBezTo>
                <a:cubicBezTo>
                  <a:pt x="51307" y="38508"/>
                  <a:pt x="51523" y="38292"/>
                  <a:pt x="51721" y="38058"/>
                </a:cubicBezTo>
                <a:lnTo>
                  <a:pt x="52315" y="37373"/>
                </a:lnTo>
                <a:cubicBezTo>
                  <a:pt x="52801" y="36833"/>
                  <a:pt x="53324" y="36347"/>
                  <a:pt x="53900" y="35915"/>
                </a:cubicBezTo>
                <a:lnTo>
                  <a:pt x="53900" y="35915"/>
                </a:lnTo>
                <a:cubicBezTo>
                  <a:pt x="53720" y="36437"/>
                  <a:pt x="54098" y="36473"/>
                  <a:pt x="54296" y="36851"/>
                </a:cubicBezTo>
                <a:cubicBezTo>
                  <a:pt x="54247" y="36840"/>
                  <a:pt x="54199" y="36835"/>
                  <a:pt x="54152" y="36835"/>
                </a:cubicBezTo>
                <a:cubicBezTo>
                  <a:pt x="53889" y="36835"/>
                  <a:pt x="53655" y="36997"/>
                  <a:pt x="53396" y="37211"/>
                </a:cubicBezTo>
                <a:cubicBezTo>
                  <a:pt x="53234" y="37355"/>
                  <a:pt x="53071" y="37499"/>
                  <a:pt x="52891" y="37607"/>
                </a:cubicBezTo>
                <a:cubicBezTo>
                  <a:pt x="52711" y="37733"/>
                  <a:pt x="52513" y="37841"/>
                  <a:pt x="52315" y="37914"/>
                </a:cubicBezTo>
                <a:cubicBezTo>
                  <a:pt x="52416" y="37881"/>
                  <a:pt x="52493" y="37868"/>
                  <a:pt x="52552" y="37868"/>
                </a:cubicBezTo>
                <a:cubicBezTo>
                  <a:pt x="52754" y="37868"/>
                  <a:pt x="52727" y="38028"/>
                  <a:pt x="52657" y="38112"/>
                </a:cubicBezTo>
                <a:cubicBezTo>
                  <a:pt x="52891" y="37932"/>
                  <a:pt x="53107" y="37769"/>
                  <a:pt x="53306" y="37589"/>
                </a:cubicBezTo>
                <a:lnTo>
                  <a:pt x="53936" y="37049"/>
                </a:lnTo>
                <a:cubicBezTo>
                  <a:pt x="53980" y="37164"/>
                  <a:pt x="54048" y="37205"/>
                  <a:pt x="54135" y="37205"/>
                </a:cubicBezTo>
                <a:cubicBezTo>
                  <a:pt x="54295" y="37205"/>
                  <a:pt x="54521" y="37071"/>
                  <a:pt x="54800" y="37013"/>
                </a:cubicBezTo>
                <a:cubicBezTo>
                  <a:pt x="54494" y="36779"/>
                  <a:pt x="54710" y="36563"/>
                  <a:pt x="55034" y="36293"/>
                </a:cubicBezTo>
                <a:cubicBezTo>
                  <a:pt x="55196" y="36149"/>
                  <a:pt x="55394" y="36005"/>
                  <a:pt x="55574" y="35861"/>
                </a:cubicBezTo>
                <a:cubicBezTo>
                  <a:pt x="55736" y="35735"/>
                  <a:pt x="55880" y="35591"/>
                  <a:pt x="56006" y="35429"/>
                </a:cubicBezTo>
                <a:cubicBezTo>
                  <a:pt x="56096" y="35519"/>
                  <a:pt x="56132" y="35645"/>
                  <a:pt x="56078" y="35771"/>
                </a:cubicBezTo>
                <a:cubicBezTo>
                  <a:pt x="55934" y="36005"/>
                  <a:pt x="55736" y="36185"/>
                  <a:pt x="55484" y="36293"/>
                </a:cubicBezTo>
                <a:cubicBezTo>
                  <a:pt x="56006" y="36257"/>
                  <a:pt x="56132" y="35915"/>
                  <a:pt x="56222" y="35573"/>
                </a:cubicBezTo>
                <a:cubicBezTo>
                  <a:pt x="56276" y="35411"/>
                  <a:pt x="56330" y="35249"/>
                  <a:pt x="56420" y="35105"/>
                </a:cubicBezTo>
                <a:cubicBezTo>
                  <a:pt x="56510" y="34943"/>
                  <a:pt x="56672" y="34817"/>
                  <a:pt x="56870" y="34781"/>
                </a:cubicBezTo>
                <a:lnTo>
                  <a:pt x="56870" y="34781"/>
                </a:lnTo>
                <a:cubicBezTo>
                  <a:pt x="56726" y="34907"/>
                  <a:pt x="56618" y="34961"/>
                  <a:pt x="56636" y="35087"/>
                </a:cubicBezTo>
                <a:cubicBezTo>
                  <a:pt x="56816" y="34835"/>
                  <a:pt x="57032" y="34601"/>
                  <a:pt x="57302" y="34439"/>
                </a:cubicBezTo>
                <a:cubicBezTo>
                  <a:pt x="57451" y="34325"/>
                  <a:pt x="57592" y="34246"/>
                  <a:pt x="57671" y="34246"/>
                </a:cubicBezTo>
                <a:cubicBezTo>
                  <a:pt x="57716" y="34246"/>
                  <a:pt x="57741" y="34272"/>
                  <a:pt x="57734" y="34331"/>
                </a:cubicBezTo>
                <a:lnTo>
                  <a:pt x="57590" y="34475"/>
                </a:lnTo>
                <a:cubicBezTo>
                  <a:pt x="58238" y="33935"/>
                  <a:pt x="58778" y="33305"/>
                  <a:pt x="59246" y="32603"/>
                </a:cubicBezTo>
                <a:cubicBezTo>
                  <a:pt x="59354" y="32423"/>
                  <a:pt x="59462" y="32243"/>
                  <a:pt x="59552" y="32081"/>
                </a:cubicBezTo>
                <a:cubicBezTo>
                  <a:pt x="59624" y="31919"/>
                  <a:pt x="59696" y="31757"/>
                  <a:pt x="59750" y="31595"/>
                </a:cubicBezTo>
                <a:cubicBezTo>
                  <a:pt x="59840" y="31307"/>
                  <a:pt x="59858" y="31073"/>
                  <a:pt x="59768" y="30965"/>
                </a:cubicBezTo>
                <a:lnTo>
                  <a:pt x="59768" y="30965"/>
                </a:lnTo>
                <a:cubicBezTo>
                  <a:pt x="59966" y="31145"/>
                  <a:pt x="60146" y="31361"/>
                  <a:pt x="60290" y="31613"/>
                </a:cubicBezTo>
                <a:cubicBezTo>
                  <a:pt x="60254" y="31109"/>
                  <a:pt x="60164" y="30605"/>
                  <a:pt x="60074" y="30119"/>
                </a:cubicBezTo>
                <a:cubicBezTo>
                  <a:pt x="59984" y="29650"/>
                  <a:pt x="59840" y="29164"/>
                  <a:pt x="59732" y="28714"/>
                </a:cubicBezTo>
                <a:lnTo>
                  <a:pt x="59732" y="28714"/>
                </a:lnTo>
                <a:cubicBezTo>
                  <a:pt x="59912" y="28912"/>
                  <a:pt x="60344" y="28984"/>
                  <a:pt x="60704" y="29110"/>
                </a:cubicBezTo>
                <a:cubicBezTo>
                  <a:pt x="61082" y="29254"/>
                  <a:pt x="61371" y="29488"/>
                  <a:pt x="61245" y="30029"/>
                </a:cubicBezTo>
                <a:cubicBezTo>
                  <a:pt x="61551" y="29686"/>
                  <a:pt x="61767" y="29254"/>
                  <a:pt x="61821" y="28804"/>
                </a:cubicBezTo>
                <a:lnTo>
                  <a:pt x="61821" y="28804"/>
                </a:lnTo>
                <a:cubicBezTo>
                  <a:pt x="61748" y="28877"/>
                  <a:pt x="61566" y="28921"/>
                  <a:pt x="61395" y="28921"/>
                </a:cubicBezTo>
                <a:cubicBezTo>
                  <a:pt x="61184" y="28921"/>
                  <a:pt x="60989" y="28855"/>
                  <a:pt x="61028" y="28696"/>
                </a:cubicBezTo>
                <a:cubicBezTo>
                  <a:pt x="61263" y="28588"/>
                  <a:pt x="61479" y="28426"/>
                  <a:pt x="61677" y="28246"/>
                </a:cubicBezTo>
                <a:cubicBezTo>
                  <a:pt x="61816" y="28141"/>
                  <a:pt x="61905" y="28003"/>
                  <a:pt x="62273" y="27649"/>
                </a:cubicBezTo>
                <a:lnTo>
                  <a:pt x="62273" y="27649"/>
                </a:lnTo>
                <a:cubicBezTo>
                  <a:pt x="62246" y="27668"/>
                  <a:pt x="62215" y="27676"/>
                  <a:pt x="62182" y="27676"/>
                </a:cubicBezTo>
                <a:cubicBezTo>
                  <a:pt x="61934" y="27676"/>
                  <a:pt x="61544" y="27200"/>
                  <a:pt x="61695" y="26824"/>
                </a:cubicBezTo>
                <a:lnTo>
                  <a:pt x="61695" y="26824"/>
                </a:lnTo>
                <a:cubicBezTo>
                  <a:pt x="61781" y="26945"/>
                  <a:pt x="62385" y="27050"/>
                  <a:pt x="62446" y="27218"/>
                </a:cubicBezTo>
                <a:lnTo>
                  <a:pt x="62446" y="27218"/>
                </a:lnTo>
                <a:cubicBezTo>
                  <a:pt x="62344" y="26778"/>
                  <a:pt x="62227" y="26339"/>
                  <a:pt x="62124" y="25914"/>
                </a:cubicBezTo>
                <a:lnTo>
                  <a:pt x="62124" y="25914"/>
                </a:lnTo>
                <a:cubicBezTo>
                  <a:pt x="62165" y="26020"/>
                  <a:pt x="62281" y="26064"/>
                  <a:pt x="62420" y="26064"/>
                </a:cubicBezTo>
                <a:cubicBezTo>
                  <a:pt x="62607" y="26064"/>
                  <a:pt x="62837" y="25985"/>
                  <a:pt x="62991" y="25870"/>
                </a:cubicBezTo>
                <a:lnTo>
                  <a:pt x="62991" y="25870"/>
                </a:lnTo>
                <a:cubicBezTo>
                  <a:pt x="62984" y="25873"/>
                  <a:pt x="62978" y="25875"/>
                  <a:pt x="62973" y="25875"/>
                </a:cubicBezTo>
                <a:cubicBezTo>
                  <a:pt x="62847" y="25875"/>
                  <a:pt x="63296" y="24831"/>
                  <a:pt x="63279" y="24502"/>
                </a:cubicBezTo>
                <a:lnTo>
                  <a:pt x="63279" y="24502"/>
                </a:lnTo>
                <a:lnTo>
                  <a:pt x="62991" y="24988"/>
                </a:lnTo>
                <a:cubicBezTo>
                  <a:pt x="63153" y="24502"/>
                  <a:pt x="63099" y="23962"/>
                  <a:pt x="62811" y="23548"/>
                </a:cubicBezTo>
                <a:cubicBezTo>
                  <a:pt x="62685" y="23350"/>
                  <a:pt x="62595" y="23152"/>
                  <a:pt x="62523" y="22936"/>
                </a:cubicBezTo>
                <a:cubicBezTo>
                  <a:pt x="62487" y="22828"/>
                  <a:pt x="62469" y="22702"/>
                  <a:pt x="62469" y="22576"/>
                </a:cubicBezTo>
                <a:cubicBezTo>
                  <a:pt x="62451" y="22432"/>
                  <a:pt x="62451" y="22288"/>
                  <a:pt x="62487" y="22144"/>
                </a:cubicBezTo>
                <a:cubicBezTo>
                  <a:pt x="62557" y="22244"/>
                  <a:pt x="62829" y="22400"/>
                  <a:pt x="63087" y="22400"/>
                </a:cubicBezTo>
                <a:cubicBezTo>
                  <a:pt x="63291" y="22400"/>
                  <a:pt x="63487" y="22302"/>
                  <a:pt x="63567" y="22000"/>
                </a:cubicBezTo>
                <a:cubicBezTo>
                  <a:pt x="63477" y="21910"/>
                  <a:pt x="63351" y="21784"/>
                  <a:pt x="63171" y="21585"/>
                </a:cubicBezTo>
                <a:cubicBezTo>
                  <a:pt x="62973" y="21387"/>
                  <a:pt x="62775" y="21171"/>
                  <a:pt x="62559" y="20937"/>
                </a:cubicBezTo>
                <a:cubicBezTo>
                  <a:pt x="62163" y="20451"/>
                  <a:pt x="61731" y="19893"/>
                  <a:pt x="61605" y="19317"/>
                </a:cubicBezTo>
                <a:lnTo>
                  <a:pt x="61821" y="19119"/>
                </a:lnTo>
                <a:cubicBezTo>
                  <a:pt x="61749" y="18831"/>
                  <a:pt x="61659" y="18543"/>
                  <a:pt x="61569" y="18255"/>
                </a:cubicBezTo>
                <a:lnTo>
                  <a:pt x="61569" y="18255"/>
                </a:lnTo>
                <a:cubicBezTo>
                  <a:pt x="62019" y="18669"/>
                  <a:pt x="62415" y="19119"/>
                  <a:pt x="62739" y="19605"/>
                </a:cubicBezTo>
                <a:cubicBezTo>
                  <a:pt x="62955" y="19911"/>
                  <a:pt x="63153" y="20217"/>
                  <a:pt x="63333" y="20505"/>
                </a:cubicBezTo>
                <a:cubicBezTo>
                  <a:pt x="63477" y="20775"/>
                  <a:pt x="63621" y="21045"/>
                  <a:pt x="63747" y="21315"/>
                </a:cubicBezTo>
                <a:cubicBezTo>
                  <a:pt x="63963" y="20829"/>
                  <a:pt x="64017" y="21207"/>
                  <a:pt x="64071" y="20415"/>
                </a:cubicBezTo>
                <a:cubicBezTo>
                  <a:pt x="64103" y="20377"/>
                  <a:pt x="64133" y="20361"/>
                  <a:pt x="64158" y="20361"/>
                </a:cubicBezTo>
                <a:cubicBezTo>
                  <a:pt x="64219" y="20361"/>
                  <a:pt x="64262" y="20451"/>
                  <a:pt x="64287" y="20577"/>
                </a:cubicBezTo>
                <a:cubicBezTo>
                  <a:pt x="64323" y="20757"/>
                  <a:pt x="64341" y="20919"/>
                  <a:pt x="64341" y="21099"/>
                </a:cubicBezTo>
                <a:cubicBezTo>
                  <a:pt x="64449" y="20505"/>
                  <a:pt x="64503" y="19875"/>
                  <a:pt x="64575" y="19263"/>
                </a:cubicBezTo>
                <a:lnTo>
                  <a:pt x="64575" y="19263"/>
                </a:lnTo>
                <a:cubicBezTo>
                  <a:pt x="64564" y="19265"/>
                  <a:pt x="64553" y="19266"/>
                  <a:pt x="64543" y="19266"/>
                </a:cubicBezTo>
                <a:cubicBezTo>
                  <a:pt x="64331" y="19266"/>
                  <a:pt x="64228" y="18922"/>
                  <a:pt x="64125" y="18579"/>
                </a:cubicBezTo>
                <a:cubicBezTo>
                  <a:pt x="64005" y="18253"/>
                  <a:pt x="63901" y="17911"/>
                  <a:pt x="63736" y="17911"/>
                </a:cubicBezTo>
                <a:cubicBezTo>
                  <a:pt x="63727" y="17911"/>
                  <a:pt x="63719" y="17911"/>
                  <a:pt x="63711" y="17913"/>
                </a:cubicBezTo>
                <a:cubicBezTo>
                  <a:pt x="63891" y="18579"/>
                  <a:pt x="64053" y="19227"/>
                  <a:pt x="64161" y="19911"/>
                </a:cubicBezTo>
                <a:cubicBezTo>
                  <a:pt x="64154" y="19912"/>
                  <a:pt x="64148" y="19912"/>
                  <a:pt x="64141" y="19912"/>
                </a:cubicBezTo>
                <a:cubicBezTo>
                  <a:pt x="63927" y="19912"/>
                  <a:pt x="63631" y="19627"/>
                  <a:pt x="63387" y="19173"/>
                </a:cubicBezTo>
                <a:cubicBezTo>
                  <a:pt x="63117" y="18669"/>
                  <a:pt x="62955" y="18093"/>
                  <a:pt x="62955" y="17499"/>
                </a:cubicBezTo>
                <a:cubicBezTo>
                  <a:pt x="62994" y="17416"/>
                  <a:pt x="63062" y="17385"/>
                  <a:pt x="63144" y="17385"/>
                </a:cubicBezTo>
                <a:cubicBezTo>
                  <a:pt x="63391" y="17385"/>
                  <a:pt x="63770" y="17663"/>
                  <a:pt x="63909" y="17663"/>
                </a:cubicBezTo>
                <a:cubicBezTo>
                  <a:pt x="63916" y="17663"/>
                  <a:pt x="63922" y="17662"/>
                  <a:pt x="63927" y="17661"/>
                </a:cubicBezTo>
                <a:cubicBezTo>
                  <a:pt x="63801" y="17445"/>
                  <a:pt x="63711" y="17211"/>
                  <a:pt x="63675" y="16977"/>
                </a:cubicBezTo>
                <a:cubicBezTo>
                  <a:pt x="63603" y="16761"/>
                  <a:pt x="63585" y="16527"/>
                  <a:pt x="63603" y="16293"/>
                </a:cubicBezTo>
                <a:lnTo>
                  <a:pt x="63603" y="16293"/>
                </a:lnTo>
                <a:cubicBezTo>
                  <a:pt x="63711" y="16473"/>
                  <a:pt x="63819" y="16653"/>
                  <a:pt x="63909" y="16833"/>
                </a:cubicBezTo>
                <a:cubicBezTo>
                  <a:pt x="63963" y="16455"/>
                  <a:pt x="63765" y="16149"/>
                  <a:pt x="63603" y="15861"/>
                </a:cubicBezTo>
                <a:cubicBezTo>
                  <a:pt x="63369" y="15537"/>
                  <a:pt x="63297" y="15141"/>
                  <a:pt x="63369" y="14745"/>
                </a:cubicBezTo>
                <a:cubicBezTo>
                  <a:pt x="63369" y="14529"/>
                  <a:pt x="63405" y="14313"/>
                  <a:pt x="63459" y="14097"/>
                </a:cubicBezTo>
                <a:cubicBezTo>
                  <a:pt x="63493" y="13872"/>
                  <a:pt x="63495" y="13681"/>
                  <a:pt x="63384" y="13681"/>
                </a:cubicBezTo>
                <a:cubicBezTo>
                  <a:pt x="63379" y="13681"/>
                  <a:pt x="63374" y="13682"/>
                  <a:pt x="63369" y="13682"/>
                </a:cubicBezTo>
                <a:cubicBezTo>
                  <a:pt x="63098" y="14303"/>
                  <a:pt x="61870" y="14769"/>
                  <a:pt x="61279" y="14769"/>
                </a:cubicBezTo>
                <a:cubicBezTo>
                  <a:pt x="61201" y="14769"/>
                  <a:pt x="61135" y="14761"/>
                  <a:pt x="61082" y="14745"/>
                </a:cubicBezTo>
                <a:cubicBezTo>
                  <a:pt x="61082" y="14709"/>
                  <a:pt x="61100" y="14349"/>
                  <a:pt x="61082" y="13953"/>
                </a:cubicBezTo>
                <a:cubicBezTo>
                  <a:pt x="61064" y="13556"/>
                  <a:pt x="61028" y="13106"/>
                  <a:pt x="61046" y="12908"/>
                </a:cubicBezTo>
                <a:cubicBezTo>
                  <a:pt x="61083" y="12702"/>
                  <a:pt x="61226" y="12643"/>
                  <a:pt x="61409" y="12643"/>
                </a:cubicBezTo>
                <a:cubicBezTo>
                  <a:pt x="61497" y="12643"/>
                  <a:pt x="61595" y="12657"/>
                  <a:pt x="61695" y="12674"/>
                </a:cubicBezTo>
                <a:cubicBezTo>
                  <a:pt x="61829" y="12698"/>
                  <a:pt x="61964" y="12725"/>
                  <a:pt x="62076" y="12725"/>
                </a:cubicBezTo>
                <a:cubicBezTo>
                  <a:pt x="62218" y="12725"/>
                  <a:pt x="62323" y="12681"/>
                  <a:pt x="62343" y="12530"/>
                </a:cubicBezTo>
                <a:lnTo>
                  <a:pt x="62343" y="12530"/>
                </a:lnTo>
                <a:cubicBezTo>
                  <a:pt x="62333" y="12534"/>
                  <a:pt x="62322" y="12535"/>
                  <a:pt x="62310" y="12535"/>
                </a:cubicBezTo>
                <a:cubicBezTo>
                  <a:pt x="62185" y="12535"/>
                  <a:pt x="61939" y="12380"/>
                  <a:pt x="61857" y="12314"/>
                </a:cubicBezTo>
                <a:cubicBezTo>
                  <a:pt x="61749" y="11990"/>
                  <a:pt x="62253" y="12224"/>
                  <a:pt x="61785" y="11648"/>
                </a:cubicBezTo>
                <a:lnTo>
                  <a:pt x="61785" y="11648"/>
                </a:lnTo>
                <a:cubicBezTo>
                  <a:pt x="61759" y="11658"/>
                  <a:pt x="61734" y="11662"/>
                  <a:pt x="61709" y="11662"/>
                </a:cubicBezTo>
                <a:cubicBezTo>
                  <a:pt x="61435" y="11662"/>
                  <a:pt x="61181" y="11150"/>
                  <a:pt x="61150" y="11150"/>
                </a:cubicBezTo>
                <a:lnTo>
                  <a:pt x="61150" y="11150"/>
                </a:lnTo>
                <a:cubicBezTo>
                  <a:pt x="61135" y="11150"/>
                  <a:pt x="61171" y="11267"/>
                  <a:pt x="61281" y="11612"/>
                </a:cubicBezTo>
                <a:cubicBezTo>
                  <a:pt x="61082" y="11450"/>
                  <a:pt x="60938" y="11270"/>
                  <a:pt x="60812" y="11054"/>
                </a:cubicBezTo>
                <a:cubicBezTo>
                  <a:pt x="60686" y="10820"/>
                  <a:pt x="60506" y="10604"/>
                  <a:pt x="60308" y="10424"/>
                </a:cubicBezTo>
                <a:cubicBezTo>
                  <a:pt x="60308" y="10599"/>
                  <a:pt x="60070" y="10661"/>
                  <a:pt x="59767" y="10661"/>
                </a:cubicBezTo>
                <a:cubicBezTo>
                  <a:pt x="59727" y="10661"/>
                  <a:pt x="59685" y="10660"/>
                  <a:pt x="59642" y="10658"/>
                </a:cubicBezTo>
                <a:cubicBezTo>
                  <a:pt x="59264" y="10640"/>
                  <a:pt x="58904" y="10550"/>
                  <a:pt x="58580" y="10388"/>
                </a:cubicBezTo>
                <a:cubicBezTo>
                  <a:pt x="58670" y="10334"/>
                  <a:pt x="58670" y="10118"/>
                  <a:pt x="58652" y="10028"/>
                </a:cubicBezTo>
                <a:cubicBezTo>
                  <a:pt x="57680" y="9182"/>
                  <a:pt x="57266" y="8588"/>
                  <a:pt x="56330" y="7832"/>
                </a:cubicBezTo>
                <a:cubicBezTo>
                  <a:pt x="56312" y="7670"/>
                  <a:pt x="55934" y="7220"/>
                  <a:pt x="56258" y="7202"/>
                </a:cubicBezTo>
                <a:cubicBezTo>
                  <a:pt x="56006" y="7202"/>
                  <a:pt x="55754" y="7112"/>
                  <a:pt x="55538" y="6968"/>
                </a:cubicBezTo>
                <a:cubicBezTo>
                  <a:pt x="55455" y="6774"/>
                  <a:pt x="55460" y="6710"/>
                  <a:pt x="55512" y="6710"/>
                </a:cubicBezTo>
                <a:cubicBezTo>
                  <a:pt x="55612" y="6710"/>
                  <a:pt x="55888" y="6953"/>
                  <a:pt x="56027" y="6953"/>
                </a:cubicBezTo>
                <a:cubicBezTo>
                  <a:pt x="56096" y="6953"/>
                  <a:pt x="56131" y="6893"/>
                  <a:pt x="56096" y="6716"/>
                </a:cubicBezTo>
                <a:lnTo>
                  <a:pt x="56096" y="6716"/>
                </a:lnTo>
                <a:cubicBezTo>
                  <a:pt x="56066" y="6743"/>
                  <a:pt x="56022" y="6755"/>
                  <a:pt x="55967" y="6755"/>
                </a:cubicBezTo>
                <a:cubicBezTo>
                  <a:pt x="55663" y="6755"/>
                  <a:pt x="55026" y="6382"/>
                  <a:pt x="54584" y="6230"/>
                </a:cubicBezTo>
                <a:lnTo>
                  <a:pt x="54584" y="6230"/>
                </a:lnTo>
                <a:cubicBezTo>
                  <a:pt x="54476" y="6644"/>
                  <a:pt x="55502" y="7040"/>
                  <a:pt x="56024" y="7238"/>
                </a:cubicBezTo>
                <a:cubicBezTo>
                  <a:pt x="55880" y="7427"/>
                  <a:pt x="55603" y="7517"/>
                  <a:pt x="55244" y="7517"/>
                </a:cubicBezTo>
                <a:cubicBezTo>
                  <a:pt x="54749" y="7517"/>
                  <a:pt x="54099" y="7345"/>
                  <a:pt x="53432" y="7022"/>
                </a:cubicBezTo>
                <a:cubicBezTo>
                  <a:pt x="52567" y="6536"/>
                  <a:pt x="53324" y="6464"/>
                  <a:pt x="53125" y="6428"/>
                </a:cubicBezTo>
                <a:cubicBezTo>
                  <a:pt x="52693" y="6014"/>
                  <a:pt x="52135" y="5780"/>
                  <a:pt x="51541" y="5762"/>
                </a:cubicBezTo>
                <a:cubicBezTo>
                  <a:pt x="51127" y="5708"/>
                  <a:pt x="50767" y="5654"/>
                  <a:pt x="50263" y="5059"/>
                </a:cubicBezTo>
                <a:cubicBezTo>
                  <a:pt x="49975" y="4393"/>
                  <a:pt x="50659" y="4447"/>
                  <a:pt x="50695" y="4159"/>
                </a:cubicBezTo>
                <a:cubicBezTo>
                  <a:pt x="51451" y="4501"/>
                  <a:pt x="51577" y="5059"/>
                  <a:pt x="52027" y="5383"/>
                </a:cubicBezTo>
                <a:lnTo>
                  <a:pt x="51577" y="4843"/>
                </a:lnTo>
                <a:lnTo>
                  <a:pt x="51577" y="4843"/>
                </a:lnTo>
                <a:cubicBezTo>
                  <a:pt x="51937" y="4915"/>
                  <a:pt x="52279" y="5113"/>
                  <a:pt x="52531" y="5401"/>
                </a:cubicBezTo>
                <a:cubicBezTo>
                  <a:pt x="52405" y="5131"/>
                  <a:pt x="51793" y="4627"/>
                  <a:pt x="51055" y="4087"/>
                </a:cubicBezTo>
                <a:lnTo>
                  <a:pt x="49921" y="3259"/>
                </a:lnTo>
                <a:cubicBezTo>
                  <a:pt x="49579" y="3007"/>
                  <a:pt x="49255" y="2737"/>
                  <a:pt x="48949" y="2449"/>
                </a:cubicBezTo>
                <a:cubicBezTo>
                  <a:pt x="48784" y="2428"/>
                  <a:pt x="48571" y="2372"/>
                  <a:pt x="48437" y="2372"/>
                </a:cubicBezTo>
                <a:cubicBezTo>
                  <a:pt x="48337" y="2372"/>
                  <a:pt x="48281" y="2403"/>
                  <a:pt x="48319" y="2503"/>
                </a:cubicBezTo>
                <a:lnTo>
                  <a:pt x="48733" y="2719"/>
                </a:lnTo>
                <a:cubicBezTo>
                  <a:pt x="48795" y="2866"/>
                  <a:pt x="48726" y="2906"/>
                  <a:pt x="48616" y="2906"/>
                </a:cubicBezTo>
                <a:cubicBezTo>
                  <a:pt x="48477" y="2906"/>
                  <a:pt x="48273" y="2843"/>
                  <a:pt x="48175" y="2843"/>
                </a:cubicBezTo>
                <a:cubicBezTo>
                  <a:pt x="48101" y="2843"/>
                  <a:pt x="48088" y="2879"/>
                  <a:pt x="48211" y="3007"/>
                </a:cubicBezTo>
                <a:cubicBezTo>
                  <a:pt x="47905" y="2935"/>
                  <a:pt x="47563" y="2881"/>
                  <a:pt x="47203" y="2755"/>
                </a:cubicBezTo>
                <a:cubicBezTo>
                  <a:pt x="46843" y="2647"/>
                  <a:pt x="46501" y="2449"/>
                  <a:pt x="46195" y="2197"/>
                </a:cubicBezTo>
                <a:lnTo>
                  <a:pt x="46264" y="1779"/>
                </a:lnTo>
                <a:lnTo>
                  <a:pt x="46264" y="1779"/>
                </a:lnTo>
                <a:cubicBezTo>
                  <a:pt x="46261" y="1902"/>
                  <a:pt x="46637" y="2252"/>
                  <a:pt x="46897" y="2269"/>
                </a:cubicBezTo>
                <a:cubicBezTo>
                  <a:pt x="46699" y="2251"/>
                  <a:pt x="46483" y="1963"/>
                  <a:pt x="46249" y="1711"/>
                </a:cubicBezTo>
                <a:cubicBezTo>
                  <a:pt x="46067" y="1515"/>
                  <a:pt x="45863" y="1341"/>
                  <a:pt x="45637" y="1341"/>
                </a:cubicBezTo>
                <a:cubicBezTo>
                  <a:pt x="45573" y="1341"/>
                  <a:pt x="45507" y="1355"/>
                  <a:pt x="45439" y="1387"/>
                </a:cubicBezTo>
                <a:cubicBezTo>
                  <a:pt x="45565" y="1567"/>
                  <a:pt x="45691" y="1747"/>
                  <a:pt x="45817" y="1945"/>
                </a:cubicBezTo>
                <a:cubicBezTo>
                  <a:pt x="45511" y="1873"/>
                  <a:pt x="45132" y="1855"/>
                  <a:pt x="44754" y="1783"/>
                </a:cubicBezTo>
                <a:cubicBezTo>
                  <a:pt x="44574" y="1747"/>
                  <a:pt x="44394" y="1711"/>
                  <a:pt x="44232" y="1639"/>
                </a:cubicBezTo>
                <a:cubicBezTo>
                  <a:pt x="44052" y="1585"/>
                  <a:pt x="43890" y="1495"/>
                  <a:pt x="43746" y="1387"/>
                </a:cubicBezTo>
                <a:lnTo>
                  <a:pt x="43746" y="1387"/>
                </a:lnTo>
                <a:cubicBezTo>
                  <a:pt x="43854" y="1909"/>
                  <a:pt x="43908" y="1423"/>
                  <a:pt x="44142" y="2089"/>
                </a:cubicBezTo>
                <a:cubicBezTo>
                  <a:pt x="44122" y="1948"/>
                  <a:pt x="44168" y="1895"/>
                  <a:pt x="44255" y="1895"/>
                </a:cubicBezTo>
                <a:cubicBezTo>
                  <a:pt x="44523" y="1895"/>
                  <a:pt x="45171" y="2398"/>
                  <a:pt x="45408" y="2398"/>
                </a:cubicBezTo>
                <a:cubicBezTo>
                  <a:pt x="45476" y="2398"/>
                  <a:pt x="45510" y="2357"/>
                  <a:pt x="45492" y="2250"/>
                </a:cubicBezTo>
                <a:lnTo>
                  <a:pt x="45492" y="2250"/>
                </a:lnTo>
                <a:cubicBezTo>
                  <a:pt x="45697" y="2876"/>
                  <a:pt x="46179" y="2855"/>
                  <a:pt x="46501" y="3583"/>
                </a:cubicBezTo>
                <a:cubicBezTo>
                  <a:pt x="46532" y="3510"/>
                  <a:pt x="46502" y="3399"/>
                  <a:pt x="46569" y="3399"/>
                </a:cubicBezTo>
                <a:cubicBezTo>
                  <a:pt x="46617" y="3399"/>
                  <a:pt x="46713" y="3455"/>
                  <a:pt x="46915" y="3619"/>
                </a:cubicBezTo>
                <a:cubicBezTo>
                  <a:pt x="46969" y="3601"/>
                  <a:pt x="47041" y="3583"/>
                  <a:pt x="47095" y="3583"/>
                </a:cubicBezTo>
                <a:lnTo>
                  <a:pt x="47131" y="3619"/>
                </a:lnTo>
                <a:lnTo>
                  <a:pt x="47113" y="3583"/>
                </a:lnTo>
                <a:cubicBezTo>
                  <a:pt x="47023" y="3475"/>
                  <a:pt x="46969" y="3349"/>
                  <a:pt x="46951" y="3223"/>
                </a:cubicBezTo>
                <a:cubicBezTo>
                  <a:pt x="46989" y="3214"/>
                  <a:pt x="47030" y="3209"/>
                  <a:pt x="47073" y="3209"/>
                </a:cubicBezTo>
                <a:cubicBezTo>
                  <a:pt x="47525" y="3209"/>
                  <a:pt x="48244" y="3678"/>
                  <a:pt x="48589" y="3727"/>
                </a:cubicBezTo>
                <a:cubicBezTo>
                  <a:pt x="48859" y="3997"/>
                  <a:pt x="48373" y="3781"/>
                  <a:pt x="48463" y="4015"/>
                </a:cubicBezTo>
                <a:cubicBezTo>
                  <a:pt x="48643" y="4033"/>
                  <a:pt x="48841" y="4069"/>
                  <a:pt x="49021" y="4087"/>
                </a:cubicBezTo>
                <a:cubicBezTo>
                  <a:pt x="48920" y="4319"/>
                  <a:pt x="49330" y="4818"/>
                  <a:pt x="49065" y="4818"/>
                </a:cubicBezTo>
                <a:cubicBezTo>
                  <a:pt x="49000" y="4818"/>
                  <a:pt x="48895" y="4788"/>
                  <a:pt x="48733" y="4717"/>
                </a:cubicBezTo>
                <a:lnTo>
                  <a:pt x="48733" y="4717"/>
                </a:lnTo>
                <a:lnTo>
                  <a:pt x="49381" y="5167"/>
                </a:lnTo>
                <a:cubicBezTo>
                  <a:pt x="49669" y="5599"/>
                  <a:pt x="50065" y="5924"/>
                  <a:pt x="50533" y="6140"/>
                </a:cubicBezTo>
                <a:cubicBezTo>
                  <a:pt x="50803" y="6410"/>
                  <a:pt x="51487" y="6428"/>
                  <a:pt x="51091" y="6428"/>
                </a:cubicBezTo>
                <a:cubicBezTo>
                  <a:pt x="51469" y="6626"/>
                  <a:pt x="51829" y="6824"/>
                  <a:pt x="52207" y="7022"/>
                </a:cubicBezTo>
                <a:lnTo>
                  <a:pt x="52171" y="7094"/>
                </a:lnTo>
                <a:cubicBezTo>
                  <a:pt x="53125" y="7868"/>
                  <a:pt x="54494" y="8246"/>
                  <a:pt x="55286" y="9560"/>
                </a:cubicBezTo>
                <a:cubicBezTo>
                  <a:pt x="55754" y="9794"/>
                  <a:pt x="56186" y="10100"/>
                  <a:pt x="56564" y="10460"/>
                </a:cubicBezTo>
                <a:lnTo>
                  <a:pt x="56492" y="10748"/>
                </a:lnTo>
                <a:cubicBezTo>
                  <a:pt x="56780" y="10946"/>
                  <a:pt x="57032" y="11180"/>
                  <a:pt x="57248" y="11432"/>
                </a:cubicBezTo>
                <a:cubicBezTo>
                  <a:pt x="57481" y="11666"/>
                  <a:pt x="57669" y="11868"/>
                  <a:pt x="57838" y="11868"/>
                </a:cubicBezTo>
                <a:cubicBezTo>
                  <a:pt x="57851" y="11868"/>
                  <a:pt x="57865" y="11867"/>
                  <a:pt x="57878" y="11864"/>
                </a:cubicBezTo>
                <a:lnTo>
                  <a:pt x="57878" y="11864"/>
                </a:lnTo>
                <a:cubicBezTo>
                  <a:pt x="57842" y="12314"/>
                  <a:pt x="58238" y="12710"/>
                  <a:pt x="58616" y="13088"/>
                </a:cubicBezTo>
                <a:cubicBezTo>
                  <a:pt x="59012" y="13484"/>
                  <a:pt x="59408" y="13863"/>
                  <a:pt x="59498" y="14205"/>
                </a:cubicBezTo>
                <a:lnTo>
                  <a:pt x="59822" y="14061"/>
                </a:lnTo>
                <a:cubicBezTo>
                  <a:pt x="60038" y="14511"/>
                  <a:pt x="60308" y="14925"/>
                  <a:pt x="60614" y="15555"/>
                </a:cubicBezTo>
                <a:lnTo>
                  <a:pt x="60902" y="15447"/>
                </a:lnTo>
                <a:cubicBezTo>
                  <a:pt x="61100" y="15717"/>
                  <a:pt x="61118" y="16113"/>
                  <a:pt x="61118" y="16581"/>
                </a:cubicBezTo>
                <a:cubicBezTo>
                  <a:pt x="61082" y="17067"/>
                  <a:pt x="61064" y="17571"/>
                  <a:pt x="61082" y="18057"/>
                </a:cubicBezTo>
                <a:cubicBezTo>
                  <a:pt x="60956" y="17985"/>
                  <a:pt x="60974" y="17733"/>
                  <a:pt x="61028" y="17553"/>
                </a:cubicBezTo>
                <a:lnTo>
                  <a:pt x="61028" y="17553"/>
                </a:lnTo>
                <a:cubicBezTo>
                  <a:pt x="60722" y="18165"/>
                  <a:pt x="60866" y="18795"/>
                  <a:pt x="60992" y="19443"/>
                </a:cubicBezTo>
                <a:cubicBezTo>
                  <a:pt x="61046" y="19767"/>
                  <a:pt x="61100" y="20073"/>
                  <a:pt x="61118" y="20397"/>
                </a:cubicBezTo>
                <a:cubicBezTo>
                  <a:pt x="61137" y="20703"/>
                  <a:pt x="61064" y="21009"/>
                  <a:pt x="60920" y="21279"/>
                </a:cubicBezTo>
                <a:cubicBezTo>
                  <a:pt x="60992" y="21513"/>
                  <a:pt x="60956" y="21747"/>
                  <a:pt x="60830" y="21964"/>
                </a:cubicBezTo>
                <a:cubicBezTo>
                  <a:pt x="60848" y="21928"/>
                  <a:pt x="60848" y="21910"/>
                  <a:pt x="60830" y="21892"/>
                </a:cubicBezTo>
                <a:cubicBezTo>
                  <a:pt x="60830" y="21928"/>
                  <a:pt x="60830" y="21964"/>
                  <a:pt x="60812" y="22000"/>
                </a:cubicBezTo>
                <a:lnTo>
                  <a:pt x="60596" y="22360"/>
                </a:lnTo>
                <a:cubicBezTo>
                  <a:pt x="60686" y="22270"/>
                  <a:pt x="60758" y="22180"/>
                  <a:pt x="60794" y="22054"/>
                </a:cubicBezTo>
                <a:lnTo>
                  <a:pt x="60794" y="22054"/>
                </a:lnTo>
                <a:cubicBezTo>
                  <a:pt x="60776" y="22360"/>
                  <a:pt x="60776" y="22648"/>
                  <a:pt x="60776" y="22936"/>
                </a:cubicBezTo>
                <a:lnTo>
                  <a:pt x="60434" y="23008"/>
                </a:lnTo>
                <a:lnTo>
                  <a:pt x="60434" y="23098"/>
                </a:lnTo>
                <a:cubicBezTo>
                  <a:pt x="60327" y="23258"/>
                  <a:pt x="60386" y="23323"/>
                  <a:pt x="60507" y="23323"/>
                </a:cubicBezTo>
                <a:cubicBezTo>
                  <a:pt x="60590" y="23323"/>
                  <a:pt x="60703" y="23293"/>
                  <a:pt x="60812" y="23242"/>
                </a:cubicBezTo>
                <a:cubicBezTo>
                  <a:pt x="60830" y="23404"/>
                  <a:pt x="60866" y="23548"/>
                  <a:pt x="60902" y="23692"/>
                </a:cubicBezTo>
                <a:cubicBezTo>
                  <a:pt x="60632" y="23764"/>
                  <a:pt x="60614" y="23980"/>
                  <a:pt x="60614" y="24214"/>
                </a:cubicBezTo>
                <a:cubicBezTo>
                  <a:pt x="60596" y="24448"/>
                  <a:pt x="60560" y="24682"/>
                  <a:pt x="60254" y="24772"/>
                </a:cubicBezTo>
                <a:cubicBezTo>
                  <a:pt x="60362" y="24916"/>
                  <a:pt x="60308" y="25330"/>
                  <a:pt x="60254" y="25726"/>
                </a:cubicBezTo>
                <a:cubicBezTo>
                  <a:pt x="60236" y="25924"/>
                  <a:pt x="60236" y="26122"/>
                  <a:pt x="60254" y="26320"/>
                </a:cubicBezTo>
                <a:cubicBezTo>
                  <a:pt x="60254" y="26442"/>
                  <a:pt x="60295" y="26553"/>
                  <a:pt x="60361" y="26646"/>
                </a:cubicBezTo>
                <a:lnTo>
                  <a:pt x="60361" y="26646"/>
                </a:lnTo>
                <a:cubicBezTo>
                  <a:pt x="60146" y="26934"/>
                  <a:pt x="60020" y="27275"/>
                  <a:pt x="59984" y="27634"/>
                </a:cubicBezTo>
                <a:lnTo>
                  <a:pt x="59534" y="27616"/>
                </a:lnTo>
                <a:lnTo>
                  <a:pt x="59534" y="27616"/>
                </a:lnTo>
                <a:cubicBezTo>
                  <a:pt x="59606" y="27922"/>
                  <a:pt x="59678" y="28246"/>
                  <a:pt x="59714" y="28570"/>
                </a:cubicBezTo>
                <a:cubicBezTo>
                  <a:pt x="59494" y="28729"/>
                  <a:pt x="59325" y="28836"/>
                  <a:pt x="59204" y="28836"/>
                </a:cubicBezTo>
                <a:cubicBezTo>
                  <a:pt x="59078" y="28836"/>
                  <a:pt x="59004" y="28720"/>
                  <a:pt x="58976" y="28426"/>
                </a:cubicBezTo>
                <a:cubicBezTo>
                  <a:pt x="58976" y="28660"/>
                  <a:pt x="58940" y="28876"/>
                  <a:pt x="58904" y="29110"/>
                </a:cubicBezTo>
                <a:cubicBezTo>
                  <a:pt x="58868" y="29254"/>
                  <a:pt x="58832" y="29362"/>
                  <a:pt x="58796" y="29470"/>
                </a:cubicBezTo>
                <a:cubicBezTo>
                  <a:pt x="58760" y="29578"/>
                  <a:pt x="58724" y="29704"/>
                  <a:pt x="58688" y="29812"/>
                </a:cubicBezTo>
                <a:cubicBezTo>
                  <a:pt x="58688" y="29885"/>
                  <a:pt x="58670" y="29975"/>
                  <a:pt x="58652" y="30065"/>
                </a:cubicBezTo>
                <a:cubicBezTo>
                  <a:pt x="58634" y="30173"/>
                  <a:pt x="58616" y="30281"/>
                  <a:pt x="58598" y="30407"/>
                </a:cubicBezTo>
                <a:lnTo>
                  <a:pt x="58400" y="30227"/>
                </a:lnTo>
                <a:cubicBezTo>
                  <a:pt x="58310" y="30407"/>
                  <a:pt x="58238" y="30623"/>
                  <a:pt x="58202" y="30821"/>
                </a:cubicBezTo>
                <a:cubicBezTo>
                  <a:pt x="58130" y="31055"/>
                  <a:pt x="58022" y="31199"/>
                  <a:pt x="57878" y="31235"/>
                </a:cubicBezTo>
                <a:cubicBezTo>
                  <a:pt x="57662" y="31307"/>
                  <a:pt x="57410" y="31541"/>
                  <a:pt x="57086" y="31829"/>
                </a:cubicBezTo>
                <a:cubicBezTo>
                  <a:pt x="56942" y="31973"/>
                  <a:pt x="56780" y="32153"/>
                  <a:pt x="56600" y="32315"/>
                </a:cubicBezTo>
                <a:cubicBezTo>
                  <a:pt x="56420" y="32495"/>
                  <a:pt x="56222" y="32675"/>
                  <a:pt x="56024" y="32873"/>
                </a:cubicBezTo>
                <a:cubicBezTo>
                  <a:pt x="55610" y="33251"/>
                  <a:pt x="55160" y="33611"/>
                  <a:pt x="54674" y="33917"/>
                </a:cubicBezTo>
                <a:cubicBezTo>
                  <a:pt x="54440" y="34079"/>
                  <a:pt x="54188" y="34205"/>
                  <a:pt x="53936" y="34331"/>
                </a:cubicBezTo>
                <a:cubicBezTo>
                  <a:pt x="53702" y="34439"/>
                  <a:pt x="53450" y="34547"/>
                  <a:pt x="53198" y="34619"/>
                </a:cubicBezTo>
                <a:cubicBezTo>
                  <a:pt x="53558" y="34853"/>
                  <a:pt x="53324" y="34907"/>
                  <a:pt x="53017" y="34943"/>
                </a:cubicBezTo>
                <a:cubicBezTo>
                  <a:pt x="52711" y="34997"/>
                  <a:pt x="52333" y="35015"/>
                  <a:pt x="52441" y="35321"/>
                </a:cubicBezTo>
                <a:cubicBezTo>
                  <a:pt x="52261" y="35195"/>
                  <a:pt x="51973" y="35231"/>
                  <a:pt x="52171" y="34943"/>
                </a:cubicBezTo>
                <a:lnTo>
                  <a:pt x="52171" y="34943"/>
                </a:lnTo>
                <a:cubicBezTo>
                  <a:pt x="52009" y="35069"/>
                  <a:pt x="51793" y="35177"/>
                  <a:pt x="51595" y="35249"/>
                </a:cubicBezTo>
                <a:cubicBezTo>
                  <a:pt x="51415" y="35321"/>
                  <a:pt x="51235" y="35375"/>
                  <a:pt x="51073" y="35429"/>
                </a:cubicBezTo>
                <a:cubicBezTo>
                  <a:pt x="50713" y="35501"/>
                  <a:pt x="50425" y="35699"/>
                  <a:pt x="50227" y="36005"/>
                </a:cubicBezTo>
                <a:cubicBezTo>
                  <a:pt x="50047" y="35861"/>
                  <a:pt x="50335" y="35663"/>
                  <a:pt x="50191" y="35609"/>
                </a:cubicBezTo>
                <a:lnTo>
                  <a:pt x="50191" y="35609"/>
                </a:lnTo>
                <a:cubicBezTo>
                  <a:pt x="50145" y="35655"/>
                  <a:pt x="49996" y="35805"/>
                  <a:pt x="49874" y="35805"/>
                </a:cubicBezTo>
                <a:cubicBezTo>
                  <a:pt x="49853" y="35805"/>
                  <a:pt x="49832" y="35800"/>
                  <a:pt x="49813" y="35789"/>
                </a:cubicBezTo>
                <a:cubicBezTo>
                  <a:pt x="49669" y="35717"/>
                  <a:pt x="49903" y="35591"/>
                  <a:pt x="50029" y="35465"/>
                </a:cubicBezTo>
                <a:lnTo>
                  <a:pt x="50029" y="35465"/>
                </a:lnTo>
                <a:cubicBezTo>
                  <a:pt x="49543" y="35663"/>
                  <a:pt x="49327" y="35879"/>
                  <a:pt x="49219" y="36131"/>
                </a:cubicBezTo>
                <a:cubicBezTo>
                  <a:pt x="49147" y="36401"/>
                  <a:pt x="49147" y="36671"/>
                  <a:pt x="49219" y="36941"/>
                </a:cubicBezTo>
                <a:cubicBezTo>
                  <a:pt x="49098" y="36927"/>
                  <a:pt x="48991" y="36919"/>
                  <a:pt x="48896" y="36919"/>
                </a:cubicBezTo>
                <a:cubicBezTo>
                  <a:pt x="48511" y="36919"/>
                  <a:pt x="48312" y="37049"/>
                  <a:pt x="48067" y="37409"/>
                </a:cubicBezTo>
                <a:cubicBezTo>
                  <a:pt x="47851" y="37283"/>
                  <a:pt x="47491" y="37175"/>
                  <a:pt x="48121" y="36959"/>
                </a:cubicBezTo>
                <a:lnTo>
                  <a:pt x="48121" y="36959"/>
                </a:lnTo>
                <a:cubicBezTo>
                  <a:pt x="47941" y="36995"/>
                  <a:pt x="47365" y="37085"/>
                  <a:pt x="46843" y="37175"/>
                </a:cubicBezTo>
                <a:cubicBezTo>
                  <a:pt x="46321" y="37283"/>
                  <a:pt x="45871" y="37517"/>
                  <a:pt x="45889" y="37715"/>
                </a:cubicBezTo>
                <a:cubicBezTo>
                  <a:pt x="45859" y="37697"/>
                  <a:pt x="45819" y="37689"/>
                  <a:pt x="45773" y="37689"/>
                </a:cubicBezTo>
                <a:cubicBezTo>
                  <a:pt x="45600" y="37689"/>
                  <a:pt x="45348" y="37802"/>
                  <a:pt x="45277" y="37859"/>
                </a:cubicBezTo>
                <a:cubicBezTo>
                  <a:pt x="44430" y="37986"/>
                  <a:pt x="44340" y="37968"/>
                  <a:pt x="43512" y="38148"/>
                </a:cubicBezTo>
                <a:lnTo>
                  <a:pt x="43764" y="38184"/>
                </a:lnTo>
                <a:cubicBezTo>
                  <a:pt x="43632" y="38486"/>
                  <a:pt x="43450" y="38530"/>
                  <a:pt x="43211" y="38530"/>
                </a:cubicBezTo>
                <a:cubicBezTo>
                  <a:pt x="43111" y="38530"/>
                  <a:pt x="43002" y="38523"/>
                  <a:pt x="42882" y="38523"/>
                </a:cubicBezTo>
                <a:cubicBezTo>
                  <a:pt x="42741" y="38523"/>
                  <a:pt x="42585" y="38533"/>
                  <a:pt x="42414" y="38580"/>
                </a:cubicBezTo>
                <a:lnTo>
                  <a:pt x="42414" y="38526"/>
                </a:lnTo>
                <a:cubicBezTo>
                  <a:pt x="42215" y="38512"/>
                  <a:pt x="42055" y="38507"/>
                  <a:pt x="41924" y="38507"/>
                </a:cubicBezTo>
                <a:cubicBezTo>
                  <a:pt x="41179" y="38507"/>
                  <a:pt x="41400" y="38691"/>
                  <a:pt x="40793" y="38691"/>
                </a:cubicBezTo>
                <a:cubicBezTo>
                  <a:pt x="40643" y="38691"/>
                  <a:pt x="40443" y="38680"/>
                  <a:pt x="40164" y="38652"/>
                </a:cubicBezTo>
                <a:lnTo>
                  <a:pt x="40164" y="38652"/>
                </a:lnTo>
                <a:lnTo>
                  <a:pt x="40290" y="38958"/>
                </a:lnTo>
                <a:cubicBezTo>
                  <a:pt x="40279" y="39169"/>
                  <a:pt x="40146" y="39235"/>
                  <a:pt x="39942" y="39235"/>
                </a:cubicBezTo>
                <a:cubicBezTo>
                  <a:pt x="39601" y="39235"/>
                  <a:pt x="39062" y="39050"/>
                  <a:pt x="38566" y="39050"/>
                </a:cubicBezTo>
                <a:cubicBezTo>
                  <a:pt x="38373" y="39050"/>
                  <a:pt x="38187" y="39078"/>
                  <a:pt x="38022" y="39156"/>
                </a:cubicBezTo>
                <a:lnTo>
                  <a:pt x="38364" y="39300"/>
                </a:lnTo>
                <a:cubicBezTo>
                  <a:pt x="38306" y="39339"/>
                  <a:pt x="38239" y="39356"/>
                  <a:pt x="38165" y="39356"/>
                </a:cubicBezTo>
                <a:cubicBezTo>
                  <a:pt x="37656" y="39356"/>
                  <a:pt x="36805" y="38559"/>
                  <a:pt x="36365" y="38544"/>
                </a:cubicBezTo>
                <a:cubicBezTo>
                  <a:pt x="36257" y="38508"/>
                  <a:pt x="36527" y="38436"/>
                  <a:pt x="36653" y="38364"/>
                </a:cubicBezTo>
                <a:cubicBezTo>
                  <a:pt x="36466" y="38330"/>
                  <a:pt x="36330" y="38315"/>
                  <a:pt x="36232" y="38315"/>
                </a:cubicBezTo>
                <a:cubicBezTo>
                  <a:pt x="35645" y="38315"/>
                  <a:pt x="36430" y="38844"/>
                  <a:pt x="35627" y="39030"/>
                </a:cubicBezTo>
                <a:cubicBezTo>
                  <a:pt x="35421" y="38840"/>
                  <a:pt x="35741" y="38469"/>
                  <a:pt x="35201" y="38469"/>
                </a:cubicBezTo>
                <a:cubicBezTo>
                  <a:pt x="35177" y="38469"/>
                  <a:pt x="35151" y="38470"/>
                  <a:pt x="35123" y="38472"/>
                </a:cubicBezTo>
                <a:cubicBezTo>
                  <a:pt x="35105" y="38465"/>
                  <a:pt x="35083" y="38462"/>
                  <a:pt x="35059" y="38462"/>
                </a:cubicBezTo>
                <a:cubicBezTo>
                  <a:pt x="34692" y="38462"/>
                  <a:pt x="33678" y="39185"/>
                  <a:pt x="32838" y="39185"/>
                </a:cubicBezTo>
                <a:cubicBezTo>
                  <a:pt x="32700" y="39185"/>
                  <a:pt x="32566" y="39165"/>
                  <a:pt x="32441" y="39120"/>
                </a:cubicBezTo>
                <a:lnTo>
                  <a:pt x="32441" y="39120"/>
                </a:lnTo>
                <a:cubicBezTo>
                  <a:pt x="32657" y="39282"/>
                  <a:pt x="32873" y="39426"/>
                  <a:pt x="32441" y="39606"/>
                </a:cubicBezTo>
                <a:cubicBezTo>
                  <a:pt x="32367" y="39622"/>
                  <a:pt x="32286" y="39628"/>
                  <a:pt x="32199" y="39628"/>
                </a:cubicBezTo>
                <a:cubicBezTo>
                  <a:pt x="31775" y="39628"/>
                  <a:pt x="31223" y="39467"/>
                  <a:pt x="30746" y="39467"/>
                </a:cubicBezTo>
                <a:cubicBezTo>
                  <a:pt x="30450" y="39467"/>
                  <a:pt x="30183" y="39529"/>
                  <a:pt x="29993" y="39732"/>
                </a:cubicBezTo>
                <a:cubicBezTo>
                  <a:pt x="29903" y="39696"/>
                  <a:pt x="29867" y="39660"/>
                  <a:pt x="29867" y="39606"/>
                </a:cubicBezTo>
                <a:cubicBezTo>
                  <a:pt x="29362" y="39804"/>
                  <a:pt x="28210" y="39966"/>
                  <a:pt x="27904" y="40290"/>
                </a:cubicBezTo>
                <a:cubicBezTo>
                  <a:pt x="27768" y="40007"/>
                  <a:pt x="27497" y="39918"/>
                  <a:pt x="27167" y="39918"/>
                </a:cubicBezTo>
                <a:cubicBezTo>
                  <a:pt x="26846" y="39918"/>
                  <a:pt x="26468" y="40003"/>
                  <a:pt x="26104" y="40074"/>
                </a:cubicBezTo>
                <a:cubicBezTo>
                  <a:pt x="25745" y="40153"/>
                  <a:pt x="25398" y="40231"/>
                  <a:pt x="25137" y="40231"/>
                </a:cubicBezTo>
                <a:cubicBezTo>
                  <a:pt x="24862" y="40231"/>
                  <a:pt x="24682" y="40144"/>
                  <a:pt x="24682" y="39876"/>
                </a:cubicBezTo>
                <a:cubicBezTo>
                  <a:pt x="24160" y="39912"/>
                  <a:pt x="23638" y="39894"/>
                  <a:pt x="23116" y="39912"/>
                </a:cubicBezTo>
                <a:lnTo>
                  <a:pt x="23152" y="39804"/>
                </a:lnTo>
                <a:cubicBezTo>
                  <a:pt x="22971" y="39784"/>
                  <a:pt x="22811" y="39775"/>
                  <a:pt x="22667" y="39775"/>
                </a:cubicBezTo>
                <a:cubicBezTo>
                  <a:pt x="22024" y="39775"/>
                  <a:pt x="21715" y="39954"/>
                  <a:pt x="21405" y="40146"/>
                </a:cubicBezTo>
                <a:cubicBezTo>
                  <a:pt x="21189" y="40056"/>
                  <a:pt x="21369" y="39966"/>
                  <a:pt x="21387" y="39912"/>
                </a:cubicBezTo>
                <a:cubicBezTo>
                  <a:pt x="20932" y="39754"/>
                  <a:pt x="20455" y="39673"/>
                  <a:pt x="19979" y="39673"/>
                </a:cubicBezTo>
                <a:cubicBezTo>
                  <a:pt x="19478" y="39673"/>
                  <a:pt x="18978" y="39763"/>
                  <a:pt x="18507" y="39948"/>
                </a:cubicBezTo>
                <a:lnTo>
                  <a:pt x="18435" y="39588"/>
                </a:lnTo>
                <a:cubicBezTo>
                  <a:pt x="18397" y="39592"/>
                  <a:pt x="18358" y="39594"/>
                  <a:pt x="18318" y="39594"/>
                </a:cubicBezTo>
                <a:cubicBezTo>
                  <a:pt x="18190" y="39594"/>
                  <a:pt x="18059" y="39571"/>
                  <a:pt x="17949" y="39516"/>
                </a:cubicBezTo>
                <a:cubicBezTo>
                  <a:pt x="17715" y="39444"/>
                  <a:pt x="17445" y="39336"/>
                  <a:pt x="17121" y="39210"/>
                </a:cubicBezTo>
                <a:cubicBezTo>
                  <a:pt x="16455" y="38922"/>
                  <a:pt x="15753" y="38742"/>
                  <a:pt x="15033" y="38706"/>
                </a:cubicBezTo>
                <a:cubicBezTo>
                  <a:pt x="15087" y="38634"/>
                  <a:pt x="15159" y="38598"/>
                  <a:pt x="15231" y="38598"/>
                </a:cubicBezTo>
                <a:cubicBezTo>
                  <a:pt x="14421" y="38562"/>
                  <a:pt x="13593" y="38040"/>
                  <a:pt x="12926" y="37589"/>
                </a:cubicBezTo>
                <a:cubicBezTo>
                  <a:pt x="12455" y="37292"/>
                  <a:pt x="12043" y="37037"/>
                  <a:pt x="11656" y="37037"/>
                </a:cubicBezTo>
                <a:cubicBezTo>
                  <a:pt x="11481" y="37037"/>
                  <a:pt x="11312" y="37088"/>
                  <a:pt x="11144" y="37211"/>
                </a:cubicBezTo>
                <a:lnTo>
                  <a:pt x="10622" y="37067"/>
                </a:lnTo>
                <a:lnTo>
                  <a:pt x="10100" y="36905"/>
                </a:lnTo>
                <a:lnTo>
                  <a:pt x="10100" y="36905"/>
                </a:lnTo>
                <a:cubicBezTo>
                  <a:pt x="10640" y="37319"/>
                  <a:pt x="10532" y="37409"/>
                  <a:pt x="10334" y="37445"/>
                </a:cubicBezTo>
                <a:cubicBezTo>
                  <a:pt x="10118" y="37499"/>
                  <a:pt x="9830" y="37481"/>
                  <a:pt x="10010" y="37715"/>
                </a:cubicBezTo>
                <a:cubicBezTo>
                  <a:pt x="9758" y="37589"/>
                  <a:pt x="9542" y="37373"/>
                  <a:pt x="9398" y="37121"/>
                </a:cubicBezTo>
                <a:cubicBezTo>
                  <a:pt x="9336" y="36974"/>
                  <a:pt x="9334" y="36868"/>
                  <a:pt x="9431" y="36868"/>
                </a:cubicBezTo>
                <a:cubicBezTo>
                  <a:pt x="9475" y="36868"/>
                  <a:pt x="9541" y="36890"/>
                  <a:pt x="9632" y="36941"/>
                </a:cubicBezTo>
                <a:lnTo>
                  <a:pt x="9686" y="37067"/>
                </a:lnTo>
                <a:cubicBezTo>
                  <a:pt x="9956" y="36869"/>
                  <a:pt x="9650" y="36581"/>
                  <a:pt x="9308" y="36293"/>
                </a:cubicBezTo>
                <a:cubicBezTo>
                  <a:pt x="8984" y="36005"/>
                  <a:pt x="8642" y="35681"/>
                  <a:pt x="8804" y="35519"/>
                </a:cubicBezTo>
                <a:cubicBezTo>
                  <a:pt x="8318" y="35105"/>
                  <a:pt x="7868" y="34619"/>
                  <a:pt x="7490" y="34115"/>
                </a:cubicBezTo>
                <a:cubicBezTo>
                  <a:pt x="7094" y="33611"/>
                  <a:pt x="6752" y="33071"/>
                  <a:pt x="6446" y="32513"/>
                </a:cubicBezTo>
                <a:cubicBezTo>
                  <a:pt x="5852" y="31397"/>
                  <a:pt x="5329" y="30263"/>
                  <a:pt x="4879" y="29074"/>
                </a:cubicBezTo>
                <a:lnTo>
                  <a:pt x="4537" y="29524"/>
                </a:lnTo>
                <a:cubicBezTo>
                  <a:pt x="4429" y="29254"/>
                  <a:pt x="4339" y="28984"/>
                  <a:pt x="4231" y="28696"/>
                </a:cubicBezTo>
                <a:cubicBezTo>
                  <a:pt x="4249" y="28570"/>
                  <a:pt x="4312" y="28467"/>
                  <a:pt x="4396" y="28467"/>
                </a:cubicBezTo>
                <a:cubicBezTo>
                  <a:pt x="4479" y="28467"/>
                  <a:pt x="4582" y="28570"/>
                  <a:pt x="4681" y="28858"/>
                </a:cubicBezTo>
                <a:cubicBezTo>
                  <a:pt x="4753" y="28660"/>
                  <a:pt x="4609" y="28444"/>
                  <a:pt x="4429" y="28264"/>
                </a:cubicBezTo>
                <a:cubicBezTo>
                  <a:pt x="4321" y="28138"/>
                  <a:pt x="4159" y="28030"/>
                  <a:pt x="3997" y="27976"/>
                </a:cubicBezTo>
                <a:cubicBezTo>
                  <a:pt x="3933" y="27610"/>
                  <a:pt x="3971" y="27489"/>
                  <a:pt x="4051" y="27489"/>
                </a:cubicBezTo>
                <a:cubicBezTo>
                  <a:pt x="4105" y="27489"/>
                  <a:pt x="4177" y="27544"/>
                  <a:pt x="4249" y="27616"/>
                </a:cubicBezTo>
                <a:cubicBezTo>
                  <a:pt x="4389" y="27742"/>
                  <a:pt x="4550" y="27943"/>
                  <a:pt x="4590" y="27943"/>
                </a:cubicBezTo>
                <a:cubicBezTo>
                  <a:pt x="4602" y="27943"/>
                  <a:pt x="4603" y="27927"/>
                  <a:pt x="4591" y="27886"/>
                </a:cubicBezTo>
                <a:cubicBezTo>
                  <a:pt x="4519" y="27706"/>
                  <a:pt x="4447" y="27580"/>
                  <a:pt x="4375" y="27418"/>
                </a:cubicBezTo>
                <a:lnTo>
                  <a:pt x="4357" y="27544"/>
                </a:lnTo>
                <a:cubicBezTo>
                  <a:pt x="4051" y="27220"/>
                  <a:pt x="3817" y="27256"/>
                  <a:pt x="3637" y="26518"/>
                </a:cubicBezTo>
                <a:cubicBezTo>
                  <a:pt x="3583" y="26032"/>
                  <a:pt x="3853" y="26194"/>
                  <a:pt x="3817" y="26014"/>
                </a:cubicBezTo>
                <a:cubicBezTo>
                  <a:pt x="3853" y="26014"/>
                  <a:pt x="3853" y="25942"/>
                  <a:pt x="3763" y="25726"/>
                </a:cubicBezTo>
                <a:cubicBezTo>
                  <a:pt x="3673" y="25366"/>
                  <a:pt x="3601" y="25006"/>
                  <a:pt x="3529" y="24646"/>
                </a:cubicBezTo>
                <a:cubicBezTo>
                  <a:pt x="3439" y="24826"/>
                  <a:pt x="3349" y="24988"/>
                  <a:pt x="3259" y="25168"/>
                </a:cubicBezTo>
                <a:cubicBezTo>
                  <a:pt x="3046" y="24866"/>
                  <a:pt x="3025" y="24486"/>
                  <a:pt x="2922" y="24486"/>
                </a:cubicBezTo>
                <a:cubicBezTo>
                  <a:pt x="2878" y="24486"/>
                  <a:pt x="2819" y="24554"/>
                  <a:pt x="2725" y="24726"/>
                </a:cubicBezTo>
                <a:lnTo>
                  <a:pt x="2725" y="24726"/>
                </a:lnTo>
                <a:cubicBezTo>
                  <a:pt x="2969" y="24270"/>
                  <a:pt x="2808" y="23252"/>
                  <a:pt x="2665" y="22288"/>
                </a:cubicBezTo>
                <a:cubicBezTo>
                  <a:pt x="2539" y="21297"/>
                  <a:pt x="2431" y="20343"/>
                  <a:pt x="2521" y="20127"/>
                </a:cubicBezTo>
                <a:cubicBezTo>
                  <a:pt x="2215" y="19443"/>
                  <a:pt x="2233" y="18777"/>
                  <a:pt x="2341" y="17949"/>
                </a:cubicBezTo>
                <a:lnTo>
                  <a:pt x="2341" y="17949"/>
                </a:lnTo>
                <a:cubicBezTo>
                  <a:pt x="2305" y="18027"/>
                  <a:pt x="2211" y="18089"/>
                  <a:pt x="2118" y="18089"/>
                </a:cubicBezTo>
                <a:cubicBezTo>
                  <a:pt x="1977" y="18089"/>
                  <a:pt x="1840" y="17945"/>
                  <a:pt x="1927" y="17499"/>
                </a:cubicBezTo>
                <a:lnTo>
                  <a:pt x="1927" y="17499"/>
                </a:lnTo>
                <a:cubicBezTo>
                  <a:pt x="2014" y="17535"/>
                  <a:pt x="2088" y="17552"/>
                  <a:pt x="2153" y="17552"/>
                </a:cubicBezTo>
                <a:cubicBezTo>
                  <a:pt x="2410" y="17552"/>
                  <a:pt x="2510" y="17290"/>
                  <a:pt x="2611" y="16959"/>
                </a:cubicBezTo>
                <a:cubicBezTo>
                  <a:pt x="2747" y="16584"/>
                  <a:pt x="2884" y="16097"/>
                  <a:pt x="3233" y="15893"/>
                </a:cubicBezTo>
                <a:lnTo>
                  <a:pt x="3233" y="15893"/>
                </a:lnTo>
                <a:cubicBezTo>
                  <a:pt x="3220" y="15897"/>
                  <a:pt x="3208" y="15899"/>
                  <a:pt x="3198" y="15899"/>
                </a:cubicBezTo>
                <a:cubicBezTo>
                  <a:pt x="3047" y="15899"/>
                  <a:pt x="3113" y="15489"/>
                  <a:pt x="3205" y="15105"/>
                </a:cubicBezTo>
                <a:cubicBezTo>
                  <a:pt x="3259" y="14925"/>
                  <a:pt x="3277" y="14727"/>
                  <a:pt x="3277" y="14547"/>
                </a:cubicBezTo>
                <a:cubicBezTo>
                  <a:pt x="3267" y="14466"/>
                  <a:pt x="3234" y="14419"/>
                  <a:pt x="3169" y="14419"/>
                </a:cubicBezTo>
                <a:cubicBezTo>
                  <a:pt x="3118" y="14419"/>
                  <a:pt x="3048" y="14447"/>
                  <a:pt x="2953" y="14511"/>
                </a:cubicBezTo>
                <a:cubicBezTo>
                  <a:pt x="3051" y="14327"/>
                  <a:pt x="3122" y="14277"/>
                  <a:pt x="3186" y="14277"/>
                </a:cubicBezTo>
                <a:cubicBezTo>
                  <a:pt x="3265" y="14277"/>
                  <a:pt x="3333" y="14351"/>
                  <a:pt x="3429" y="14351"/>
                </a:cubicBezTo>
                <a:cubicBezTo>
                  <a:pt x="3486" y="14351"/>
                  <a:pt x="3553" y="14325"/>
                  <a:pt x="3637" y="14241"/>
                </a:cubicBezTo>
                <a:cubicBezTo>
                  <a:pt x="3727" y="13556"/>
                  <a:pt x="4123" y="12872"/>
                  <a:pt x="4609" y="12224"/>
                </a:cubicBezTo>
                <a:cubicBezTo>
                  <a:pt x="5095" y="11576"/>
                  <a:pt x="5672" y="10964"/>
                  <a:pt x="6176" y="10262"/>
                </a:cubicBezTo>
                <a:cubicBezTo>
                  <a:pt x="6104" y="10172"/>
                  <a:pt x="5780" y="10280"/>
                  <a:pt x="5888" y="9866"/>
                </a:cubicBezTo>
                <a:cubicBezTo>
                  <a:pt x="6248" y="9776"/>
                  <a:pt x="6590" y="9668"/>
                  <a:pt x="6932" y="9578"/>
                </a:cubicBezTo>
                <a:cubicBezTo>
                  <a:pt x="7130" y="9308"/>
                  <a:pt x="6662" y="8876"/>
                  <a:pt x="7400" y="8714"/>
                </a:cubicBezTo>
                <a:cubicBezTo>
                  <a:pt x="7274" y="8714"/>
                  <a:pt x="7076" y="8696"/>
                  <a:pt x="7202" y="8498"/>
                </a:cubicBezTo>
                <a:cubicBezTo>
                  <a:pt x="8642" y="7508"/>
                  <a:pt x="9974" y="6338"/>
                  <a:pt x="11468" y="5293"/>
                </a:cubicBezTo>
                <a:cubicBezTo>
                  <a:pt x="12962" y="4267"/>
                  <a:pt x="14583" y="3385"/>
                  <a:pt x="16437" y="3097"/>
                </a:cubicBezTo>
                <a:cubicBezTo>
                  <a:pt x="15897" y="3097"/>
                  <a:pt x="16185" y="2935"/>
                  <a:pt x="16509" y="2773"/>
                </a:cubicBezTo>
                <a:lnTo>
                  <a:pt x="16509" y="2773"/>
                </a:lnTo>
                <a:cubicBezTo>
                  <a:pt x="16491" y="2777"/>
                  <a:pt x="16475" y="2779"/>
                  <a:pt x="16462" y="2779"/>
                </a:cubicBezTo>
                <a:cubicBezTo>
                  <a:pt x="16293" y="2779"/>
                  <a:pt x="16393" y="2494"/>
                  <a:pt x="16293" y="2377"/>
                </a:cubicBezTo>
                <a:cubicBezTo>
                  <a:pt x="16815" y="2287"/>
                  <a:pt x="17337" y="2215"/>
                  <a:pt x="17859" y="2161"/>
                </a:cubicBezTo>
                <a:cubicBezTo>
                  <a:pt x="17931" y="1621"/>
                  <a:pt x="19353" y="1477"/>
                  <a:pt x="19335" y="1027"/>
                </a:cubicBezTo>
                <a:lnTo>
                  <a:pt x="19335" y="1027"/>
                </a:lnTo>
                <a:lnTo>
                  <a:pt x="18921" y="1297"/>
                </a:lnTo>
                <a:cubicBezTo>
                  <a:pt x="19317" y="577"/>
                  <a:pt x="17643" y="613"/>
                  <a:pt x="17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6" name="Google Shape;6156;p66"/>
          <p:cNvGrpSpPr/>
          <p:nvPr/>
        </p:nvGrpSpPr>
        <p:grpSpPr>
          <a:xfrm>
            <a:off x="2345984" y="-1884349"/>
            <a:ext cx="2936479" cy="3339697"/>
            <a:chOff x="2345984" y="-1884349"/>
            <a:chExt cx="2936479" cy="3339697"/>
          </a:xfrm>
        </p:grpSpPr>
        <p:sp>
          <p:nvSpPr>
            <p:cNvPr id="6157" name="Google Shape;6157;p66"/>
            <p:cNvSpPr/>
            <p:nvPr/>
          </p:nvSpPr>
          <p:spPr>
            <a:xfrm rot="2935788">
              <a:off x="4585402" y="1148740"/>
              <a:ext cx="9755" cy="2459"/>
            </a:xfrm>
            <a:custGeom>
              <a:rect b="b" l="l" r="r" t="t"/>
              <a:pathLst>
                <a:path extrusionOk="0" h="60" w="238">
                  <a:moveTo>
                    <a:pt x="237" y="0"/>
                  </a:moveTo>
                  <a:lnTo>
                    <a:pt x="237" y="0"/>
                  </a:lnTo>
                  <a:cubicBezTo>
                    <a:pt x="153" y="17"/>
                    <a:pt x="60" y="42"/>
                    <a:pt x="0" y="59"/>
                  </a:cubicBezTo>
                  <a:lnTo>
                    <a:pt x="23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6"/>
            <p:cNvSpPr/>
            <p:nvPr/>
          </p:nvSpPr>
          <p:spPr>
            <a:xfrm rot="2935788">
              <a:off x="4571983" y="1150546"/>
              <a:ext cx="2090" cy="369"/>
            </a:xfrm>
            <a:custGeom>
              <a:rect b="b" l="l" r="r" t="t"/>
              <a:pathLst>
                <a:path extrusionOk="0" h="9" w="51">
                  <a:moveTo>
                    <a:pt x="51" y="0"/>
                  </a:moveTo>
                  <a:lnTo>
                    <a:pt x="0" y="9"/>
                  </a:lnTo>
                  <a:lnTo>
                    <a:pt x="17" y="9"/>
                  </a:lnTo>
                  <a:lnTo>
                    <a:pt x="5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6"/>
            <p:cNvSpPr/>
            <p:nvPr/>
          </p:nvSpPr>
          <p:spPr>
            <a:xfrm rot="2935788">
              <a:off x="4566534" y="1141598"/>
              <a:ext cx="23608" cy="5369"/>
            </a:xfrm>
            <a:custGeom>
              <a:rect b="b" l="l" r="r" t="t"/>
              <a:pathLst>
                <a:path extrusionOk="0" h="131" w="576">
                  <a:moveTo>
                    <a:pt x="508" y="0"/>
                  </a:moveTo>
                  <a:cubicBezTo>
                    <a:pt x="523" y="16"/>
                    <a:pt x="1" y="130"/>
                    <a:pt x="67" y="130"/>
                  </a:cubicBezTo>
                  <a:cubicBezTo>
                    <a:pt x="73" y="130"/>
                    <a:pt x="84" y="129"/>
                    <a:pt x="102" y="127"/>
                  </a:cubicBezTo>
                  <a:cubicBezTo>
                    <a:pt x="237" y="85"/>
                    <a:pt x="575" y="0"/>
                    <a:pt x="50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6"/>
            <p:cNvSpPr/>
            <p:nvPr/>
          </p:nvSpPr>
          <p:spPr>
            <a:xfrm rot="2935788">
              <a:off x="4575002" y="1146966"/>
              <a:ext cx="17378" cy="4550"/>
            </a:xfrm>
            <a:custGeom>
              <a:rect b="b" l="l" r="r" t="t"/>
              <a:pathLst>
                <a:path extrusionOk="0" h="111" w="424">
                  <a:moveTo>
                    <a:pt x="424" y="1"/>
                  </a:moveTo>
                  <a:lnTo>
                    <a:pt x="1" y="111"/>
                  </a:lnTo>
                  <a:lnTo>
                    <a:pt x="263" y="60"/>
                  </a:lnTo>
                  <a:cubicBezTo>
                    <a:pt x="288" y="43"/>
                    <a:pt x="263" y="43"/>
                    <a:pt x="42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6"/>
            <p:cNvSpPr/>
            <p:nvPr/>
          </p:nvSpPr>
          <p:spPr>
            <a:xfrm rot="2935788">
              <a:off x="4591054" y="1175061"/>
              <a:ext cx="54143" cy="15288"/>
            </a:xfrm>
            <a:custGeom>
              <a:rect b="b" l="l" r="r" t="t"/>
              <a:pathLst>
                <a:path extrusionOk="0" h="373" w="1321">
                  <a:moveTo>
                    <a:pt x="1321" y="0"/>
                  </a:moveTo>
                  <a:cubicBezTo>
                    <a:pt x="1058" y="43"/>
                    <a:pt x="18" y="279"/>
                    <a:pt x="9" y="330"/>
                  </a:cubicBezTo>
                  <a:cubicBezTo>
                    <a:pt x="221" y="262"/>
                    <a:pt x="356" y="220"/>
                    <a:pt x="695" y="136"/>
                  </a:cubicBezTo>
                  <a:lnTo>
                    <a:pt x="695" y="136"/>
                  </a:lnTo>
                  <a:cubicBezTo>
                    <a:pt x="838" y="152"/>
                    <a:pt x="145" y="288"/>
                    <a:pt x="1" y="372"/>
                  </a:cubicBezTo>
                  <a:cubicBezTo>
                    <a:pt x="627" y="220"/>
                    <a:pt x="813" y="136"/>
                    <a:pt x="132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6"/>
            <p:cNvSpPr/>
            <p:nvPr/>
          </p:nvSpPr>
          <p:spPr>
            <a:xfrm rot="2935788">
              <a:off x="4582626" y="1163591"/>
              <a:ext cx="15616" cy="4181"/>
            </a:xfrm>
            <a:custGeom>
              <a:rect b="b" l="l" r="r" t="t"/>
              <a:pathLst>
                <a:path extrusionOk="0" h="102" w="381">
                  <a:moveTo>
                    <a:pt x="347" y="0"/>
                  </a:moveTo>
                  <a:lnTo>
                    <a:pt x="0" y="102"/>
                  </a:lnTo>
                  <a:lnTo>
                    <a:pt x="34" y="93"/>
                  </a:lnTo>
                  <a:lnTo>
                    <a:pt x="38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6"/>
            <p:cNvSpPr/>
            <p:nvPr/>
          </p:nvSpPr>
          <p:spPr>
            <a:xfrm rot="2935788">
              <a:off x="4689625" y="1235308"/>
              <a:ext cx="100581" cy="30207"/>
            </a:xfrm>
            <a:custGeom>
              <a:rect b="b" l="l" r="r" t="t"/>
              <a:pathLst>
                <a:path extrusionOk="0" h="737" w="2454">
                  <a:moveTo>
                    <a:pt x="1109" y="364"/>
                  </a:moveTo>
                  <a:lnTo>
                    <a:pt x="1109" y="364"/>
                  </a:lnTo>
                  <a:cubicBezTo>
                    <a:pt x="1103" y="366"/>
                    <a:pt x="1097" y="368"/>
                    <a:pt x="1091" y="369"/>
                  </a:cubicBezTo>
                  <a:lnTo>
                    <a:pt x="1091" y="369"/>
                  </a:lnTo>
                  <a:cubicBezTo>
                    <a:pt x="1097" y="368"/>
                    <a:pt x="1103" y="366"/>
                    <a:pt x="1109" y="364"/>
                  </a:cubicBezTo>
                  <a:close/>
                  <a:moveTo>
                    <a:pt x="2454" y="1"/>
                  </a:moveTo>
                  <a:lnTo>
                    <a:pt x="1608" y="246"/>
                  </a:lnTo>
                  <a:lnTo>
                    <a:pt x="1650" y="221"/>
                  </a:lnTo>
                  <a:lnTo>
                    <a:pt x="1650" y="221"/>
                  </a:lnTo>
                  <a:cubicBezTo>
                    <a:pt x="1464" y="288"/>
                    <a:pt x="1084" y="390"/>
                    <a:pt x="957" y="424"/>
                  </a:cubicBezTo>
                  <a:cubicBezTo>
                    <a:pt x="973" y="415"/>
                    <a:pt x="958" y="407"/>
                    <a:pt x="1091" y="369"/>
                  </a:cubicBezTo>
                  <a:lnTo>
                    <a:pt x="1091" y="369"/>
                  </a:lnTo>
                  <a:cubicBezTo>
                    <a:pt x="94" y="650"/>
                    <a:pt x="842" y="501"/>
                    <a:pt x="1" y="737"/>
                  </a:cubicBezTo>
                  <a:cubicBezTo>
                    <a:pt x="51" y="728"/>
                    <a:pt x="119" y="711"/>
                    <a:pt x="212" y="686"/>
                  </a:cubicBezTo>
                  <a:cubicBezTo>
                    <a:pt x="366" y="643"/>
                    <a:pt x="502" y="613"/>
                    <a:pt x="535" y="613"/>
                  </a:cubicBezTo>
                  <a:cubicBezTo>
                    <a:pt x="548" y="613"/>
                    <a:pt x="546" y="617"/>
                    <a:pt x="525" y="627"/>
                  </a:cubicBezTo>
                  <a:cubicBezTo>
                    <a:pt x="948" y="483"/>
                    <a:pt x="957" y="500"/>
                    <a:pt x="1007" y="449"/>
                  </a:cubicBezTo>
                  <a:cubicBezTo>
                    <a:pt x="1173" y="390"/>
                    <a:pt x="1351" y="345"/>
                    <a:pt x="1385" y="345"/>
                  </a:cubicBezTo>
                  <a:cubicBezTo>
                    <a:pt x="1404" y="345"/>
                    <a:pt x="1374" y="361"/>
                    <a:pt x="1261" y="398"/>
                  </a:cubicBezTo>
                  <a:lnTo>
                    <a:pt x="2039" y="153"/>
                  </a:lnTo>
                  <a:lnTo>
                    <a:pt x="1566" y="280"/>
                  </a:lnTo>
                  <a:cubicBezTo>
                    <a:pt x="1684" y="212"/>
                    <a:pt x="2319" y="77"/>
                    <a:pt x="245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6"/>
            <p:cNvSpPr/>
            <p:nvPr/>
          </p:nvSpPr>
          <p:spPr>
            <a:xfrm rot="2935788">
              <a:off x="4610173" y="1180959"/>
              <a:ext cx="98040" cy="29182"/>
            </a:xfrm>
            <a:custGeom>
              <a:rect b="b" l="l" r="r" t="t"/>
              <a:pathLst>
                <a:path extrusionOk="0" h="712" w="2392">
                  <a:moveTo>
                    <a:pt x="2256" y="127"/>
                  </a:moveTo>
                  <a:cubicBezTo>
                    <a:pt x="2241" y="132"/>
                    <a:pt x="2227" y="136"/>
                    <a:pt x="2215" y="140"/>
                  </a:cubicBezTo>
                  <a:lnTo>
                    <a:pt x="2215" y="140"/>
                  </a:lnTo>
                  <a:lnTo>
                    <a:pt x="2256" y="127"/>
                  </a:lnTo>
                  <a:close/>
                  <a:moveTo>
                    <a:pt x="2391" y="0"/>
                  </a:moveTo>
                  <a:cubicBezTo>
                    <a:pt x="2154" y="17"/>
                    <a:pt x="1469" y="229"/>
                    <a:pt x="1190" y="288"/>
                  </a:cubicBezTo>
                  <a:cubicBezTo>
                    <a:pt x="1255" y="277"/>
                    <a:pt x="1286" y="273"/>
                    <a:pt x="1298" y="273"/>
                  </a:cubicBezTo>
                  <a:cubicBezTo>
                    <a:pt x="1325" y="273"/>
                    <a:pt x="1242" y="295"/>
                    <a:pt x="1257" y="295"/>
                  </a:cubicBezTo>
                  <a:cubicBezTo>
                    <a:pt x="1269" y="295"/>
                    <a:pt x="1343" y="281"/>
                    <a:pt x="1588" y="229"/>
                  </a:cubicBezTo>
                  <a:lnTo>
                    <a:pt x="1588" y="229"/>
                  </a:lnTo>
                  <a:lnTo>
                    <a:pt x="1241" y="355"/>
                  </a:lnTo>
                  <a:lnTo>
                    <a:pt x="640" y="508"/>
                  </a:lnTo>
                  <a:cubicBezTo>
                    <a:pt x="640" y="521"/>
                    <a:pt x="357" y="600"/>
                    <a:pt x="398" y="600"/>
                  </a:cubicBezTo>
                  <a:cubicBezTo>
                    <a:pt x="408" y="600"/>
                    <a:pt x="438" y="596"/>
                    <a:pt x="496" y="584"/>
                  </a:cubicBezTo>
                  <a:cubicBezTo>
                    <a:pt x="555" y="567"/>
                    <a:pt x="665" y="533"/>
                    <a:pt x="758" y="508"/>
                  </a:cubicBezTo>
                  <a:lnTo>
                    <a:pt x="758" y="508"/>
                  </a:lnTo>
                  <a:cubicBezTo>
                    <a:pt x="709" y="557"/>
                    <a:pt x="1" y="711"/>
                    <a:pt x="137" y="711"/>
                  </a:cubicBezTo>
                  <a:cubicBezTo>
                    <a:pt x="141" y="711"/>
                    <a:pt x="145" y="711"/>
                    <a:pt x="149" y="711"/>
                  </a:cubicBezTo>
                  <a:cubicBezTo>
                    <a:pt x="429" y="643"/>
                    <a:pt x="708" y="567"/>
                    <a:pt x="987" y="474"/>
                  </a:cubicBezTo>
                  <a:cubicBezTo>
                    <a:pt x="1427" y="355"/>
                    <a:pt x="1740" y="279"/>
                    <a:pt x="1951" y="237"/>
                  </a:cubicBezTo>
                  <a:cubicBezTo>
                    <a:pt x="2067" y="198"/>
                    <a:pt x="2084" y="181"/>
                    <a:pt x="2215" y="140"/>
                  </a:cubicBezTo>
                  <a:lnTo>
                    <a:pt x="2215" y="140"/>
                  </a:lnTo>
                  <a:lnTo>
                    <a:pt x="2146" y="161"/>
                  </a:lnTo>
                  <a:lnTo>
                    <a:pt x="2120" y="119"/>
                  </a:lnTo>
                  <a:cubicBezTo>
                    <a:pt x="1985" y="169"/>
                    <a:pt x="1850" y="195"/>
                    <a:pt x="1697" y="237"/>
                  </a:cubicBezTo>
                  <a:lnTo>
                    <a:pt x="239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6"/>
            <p:cNvSpPr/>
            <p:nvPr/>
          </p:nvSpPr>
          <p:spPr>
            <a:xfrm rot="2935788">
              <a:off x="4694641" y="1222381"/>
              <a:ext cx="738" cy="41"/>
            </a:xfrm>
            <a:custGeom>
              <a:rect b="b" l="l" r="r" t="t"/>
              <a:pathLst>
                <a:path extrusionOk="0" h="1" w="18">
                  <a:moveTo>
                    <a:pt x="1" y="0"/>
                  </a:moveTo>
                  <a:lnTo>
                    <a:pt x="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6"/>
            <p:cNvSpPr/>
            <p:nvPr/>
          </p:nvSpPr>
          <p:spPr>
            <a:xfrm rot="2935788">
              <a:off x="4560304" y="1143257"/>
              <a:ext cx="89187" cy="24264"/>
            </a:xfrm>
            <a:custGeom>
              <a:rect b="b" l="l" r="r" t="t"/>
              <a:pathLst>
                <a:path extrusionOk="0" h="592" w="2176">
                  <a:moveTo>
                    <a:pt x="2138" y="1"/>
                  </a:moveTo>
                  <a:cubicBezTo>
                    <a:pt x="2126" y="1"/>
                    <a:pt x="2088" y="8"/>
                    <a:pt x="2006" y="25"/>
                  </a:cubicBezTo>
                  <a:cubicBezTo>
                    <a:pt x="1168" y="237"/>
                    <a:pt x="585" y="406"/>
                    <a:pt x="1" y="592"/>
                  </a:cubicBezTo>
                  <a:cubicBezTo>
                    <a:pt x="475" y="473"/>
                    <a:pt x="1007" y="330"/>
                    <a:pt x="1405" y="245"/>
                  </a:cubicBezTo>
                  <a:lnTo>
                    <a:pt x="1405" y="245"/>
                  </a:lnTo>
                  <a:lnTo>
                    <a:pt x="1244" y="313"/>
                  </a:lnTo>
                  <a:cubicBezTo>
                    <a:pt x="796" y="397"/>
                    <a:pt x="525" y="482"/>
                    <a:pt x="94" y="583"/>
                  </a:cubicBezTo>
                  <a:lnTo>
                    <a:pt x="1075" y="363"/>
                  </a:lnTo>
                  <a:cubicBezTo>
                    <a:pt x="1218" y="335"/>
                    <a:pt x="1288" y="323"/>
                    <a:pt x="1307" y="323"/>
                  </a:cubicBezTo>
                  <a:cubicBezTo>
                    <a:pt x="1348" y="323"/>
                    <a:pt x="1124" y="384"/>
                    <a:pt x="872" y="448"/>
                  </a:cubicBezTo>
                  <a:cubicBezTo>
                    <a:pt x="940" y="431"/>
                    <a:pt x="999" y="414"/>
                    <a:pt x="1067" y="406"/>
                  </a:cubicBezTo>
                  <a:cubicBezTo>
                    <a:pt x="1097" y="393"/>
                    <a:pt x="1648" y="242"/>
                    <a:pt x="1610" y="242"/>
                  </a:cubicBezTo>
                  <a:cubicBezTo>
                    <a:pt x="1595" y="242"/>
                    <a:pt x="1499" y="264"/>
                    <a:pt x="1261" y="321"/>
                  </a:cubicBezTo>
                  <a:cubicBezTo>
                    <a:pt x="1287" y="279"/>
                    <a:pt x="1820" y="169"/>
                    <a:pt x="2048" y="101"/>
                  </a:cubicBezTo>
                  <a:lnTo>
                    <a:pt x="2048" y="101"/>
                  </a:lnTo>
                  <a:cubicBezTo>
                    <a:pt x="2017" y="107"/>
                    <a:pt x="2000" y="110"/>
                    <a:pt x="1993" y="110"/>
                  </a:cubicBezTo>
                  <a:cubicBezTo>
                    <a:pt x="1958" y="110"/>
                    <a:pt x="2115" y="59"/>
                    <a:pt x="2073" y="59"/>
                  </a:cubicBezTo>
                  <a:cubicBezTo>
                    <a:pt x="1955" y="93"/>
                    <a:pt x="1828" y="135"/>
                    <a:pt x="1633" y="177"/>
                  </a:cubicBezTo>
                  <a:cubicBezTo>
                    <a:pt x="1629" y="178"/>
                    <a:pt x="1626" y="178"/>
                    <a:pt x="1623" y="178"/>
                  </a:cubicBezTo>
                  <a:cubicBezTo>
                    <a:pt x="1567" y="178"/>
                    <a:pt x="1839" y="99"/>
                    <a:pt x="2056" y="59"/>
                  </a:cubicBezTo>
                  <a:lnTo>
                    <a:pt x="2056" y="59"/>
                  </a:lnTo>
                  <a:cubicBezTo>
                    <a:pt x="2019" y="66"/>
                    <a:pt x="1998" y="69"/>
                    <a:pt x="1988" y="69"/>
                  </a:cubicBezTo>
                  <a:cubicBezTo>
                    <a:pt x="1942" y="69"/>
                    <a:pt x="2176" y="1"/>
                    <a:pt x="213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6"/>
            <p:cNvSpPr/>
            <p:nvPr/>
          </p:nvSpPr>
          <p:spPr>
            <a:xfrm rot="2935788">
              <a:off x="2175949" y="-827564"/>
              <a:ext cx="3276550" cy="1039707"/>
            </a:xfrm>
            <a:custGeom>
              <a:rect b="b" l="l" r="r" t="t"/>
              <a:pathLst>
                <a:path extrusionOk="0" h="25367" w="79942">
                  <a:moveTo>
                    <a:pt x="178" y="584"/>
                  </a:moveTo>
                  <a:lnTo>
                    <a:pt x="178" y="584"/>
                  </a:lnTo>
                  <a:cubicBezTo>
                    <a:pt x="195" y="719"/>
                    <a:pt x="203" y="796"/>
                    <a:pt x="220" y="880"/>
                  </a:cubicBezTo>
                  <a:lnTo>
                    <a:pt x="178" y="584"/>
                  </a:lnTo>
                  <a:close/>
                  <a:moveTo>
                    <a:pt x="220" y="880"/>
                  </a:moveTo>
                  <a:lnTo>
                    <a:pt x="222" y="889"/>
                  </a:lnTo>
                  <a:lnTo>
                    <a:pt x="222" y="889"/>
                  </a:lnTo>
                  <a:cubicBezTo>
                    <a:pt x="222" y="886"/>
                    <a:pt x="221" y="883"/>
                    <a:pt x="220" y="880"/>
                  </a:cubicBezTo>
                  <a:close/>
                  <a:moveTo>
                    <a:pt x="2868" y="8121"/>
                  </a:moveTo>
                  <a:lnTo>
                    <a:pt x="2868" y="8121"/>
                  </a:lnTo>
                  <a:cubicBezTo>
                    <a:pt x="2892" y="8169"/>
                    <a:pt x="2920" y="8213"/>
                    <a:pt x="2955" y="8252"/>
                  </a:cubicBezTo>
                  <a:lnTo>
                    <a:pt x="2955" y="8252"/>
                  </a:lnTo>
                  <a:cubicBezTo>
                    <a:pt x="2927" y="8210"/>
                    <a:pt x="2898" y="8167"/>
                    <a:pt x="2868" y="8121"/>
                  </a:cubicBezTo>
                  <a:close/>
                  <a:moveTo>
                    <a:pt x="3233" y="8360"/>
                  </a:moveTo>
                  <a:cubicBezTo>
                    <a:pt x="3267" y="8408"/>
                    <a:pt x="3300" y="8456"/>
                    <a:pt x="3333" y="8502"/>
                  </a:cubicBezTo>
                  <a:lnTo>
                    <a:pt x="3249" y="8375"/>
                  </a:lnTo>
                  <a:cubicBezTo>
                    <a:pt x="3242" y="8369"/>
                    <a:pt x="3237" y="8364"/>
                    <a:pt x="3233" y="8360"/>
                  </a:cubicBezTo>
                  <a:close/>
                  <a:moveTo>
                    <a:pt x="5239" y="10862"/>
                  </a:moveTo>
                  <a:lnTo>
                    <a:pt x="5254" y="10879"/>
                  </a:lnTo>
                  <a:lnTo>
                    <a:pt x="5372" y="10998"/>
                  </a:lnTo>
                  <a:cubicBezTo>
                    <a:pt x="5323" y="10949"/>
                    <a:pt x="5279" y="10904"/>
                    <a:pt x="5239" y="10862"/>
                  </a:cubicBezTo>
                  <a:close/>
                  <a:moveTo>
                    <a:pt x="12520" y="16086"/>
                  </a:moveTo>
                  <a:cubicBezTo>
                    <a:pt x="12575" y="16113"/>
                    <a:pt x="12628" y="16136"/>
                    <a:pt x="12676" y="16158"/>
                  </a:cubicBezTo>
                  <a:lnTo>
                    <a:pt x="12676" y="16158"/>
                  </a:lnTo>
                  <a:cubicBezTo>
                    <a:pt x="12641" y="16142"/>
                    <a:pt x="12584" y="16116"/>
                    <a:pt x="12520" y="16086"/>
                  </a:cubicBezTo>
                  <a:close/>
                  <a:moveTo>
                    <a:pt x="12676" y="16158"/>
                  </a:moveTo>
                  <a:cubicBezTo>
                    <a:pt x="12701" y="16169"/>
                    <a:pt x="12716" y="16176"/>
                    <a:pt x="12717" y="16176"/>
                  </a:cubicBezTo>
                  <a:cubicBezTo>
                    <a:pt x="12717" y="16176"/>
                    <a:pt x="12716" y="16175"/>
                    <a:pt x="12715" y="16175"/>
                  </a:cubicBezTo>
                  <a:cubicBezTo>
                    <a:pt x="12702" y="16169"/>
                    <a:pt x="12690" y="16164"/>
                    <a:pt x="12676" y="16158"/>
                  </a:cubicBezTo>
                  <a:close/>
                  <a:moveTo>
                    <a:pt x="15059" y="17333"/>
                  </a:moveTo>
                  <a:cubicBezTo>
                    <a:pt x="15059" y="17333"/>
                    <a:pt x="15058" y="17334"/>
                    <a:pt x="15058" y="17334"/>
                  </a:cubicBezTo>
                  <a:lnTo>
                    <a:pt x="15058" y="17334"/>
                  </a:lnTo>
                  <a:lnTo>
                    <a:pt x="15127" y="17357"/>
                  </a:lnTo>
                  <a:lnTo>
                    <a:pt x="15127" y="17357"/>
                  </a:lnTo>
                  <a:cubicBezTo>
                    <a:pt x="15093" y="17344"/>
                    <a:pt x="15065" y="17333"/>
                    <a:pt x="15059" y="17333"/>
                  </a:cubicBezTo>
                  <a:close/>
                  <a:moveTo>
                    <a:pt x="15127" y="17357"/>
                  </a:moveTo>
                  <a:cubicBezTo>
                    <a:pt x="15194" y="17382"/>
                    <a:pt x="15286" y="17420"/>
                    <a:pt x="15291" y="17420"/>
                  </a:cubicBezTo>
                  <a:cubicBezTo>
                    <a:pt x="15293" y="17420"/>
                    <a:pt x="15278" y="17412"/>
                    <a:pt x="15236" y="17393"/>
                  </a:cubicBezTo>
                  <a:lnTo>
                    <a:pt x="15127" y="17357"/>
                  </a:lnTo>
                  <a:close/>
                  <a:moveTo>
                    <a:pt x="14787" y="17469"/>
                  </a:moveTo>
                  <a:cubicBezTo>
                    <a:pt x="14793" y="17471"/>
                    <a:pt x="14797" y="17473"/>
                    <a:pt x="14801" y="17475"/>
                  </a:cubicBezTo>
                  <a:lnTo>
                    <a:pt x="14801" y="17475"/>
                  </a:lnTo>
                  <a:cubicBezTo>
                    <a:pt x="14796" y="17473"/>
                    <a:pt x="14792" y="17471"/>
                    <a:pt x="14787" y="17469"/>
                  </a:cubicBezTo>
                  <a:close/>
                  <a:moveTo>
                    <a:pt x="19245" y="19357"/>
                  </a:moveTo>
                  <a:lnTo>
                    <a:pt x="19245" y="19357"/>
                  </a:lnTo>
                  <a:cubicBezTo>
                    <a:pt x="19251" y="19359"/>
                    <a:pt x="19257" y="19362"/>
                    <a:pt x="19263" y="19364"/>
                  </a:cubicBezTo>
                  <a:cubicBezTo>
                    <a:pt x="19257" y="19362"/>
                    <a:pt x="19251" y="19359"/>
                    <a:pt x="19245" y="19357"/>
                  </a:cubicBezTo>
                  <a:close/>
                  <a:moveTo>
                    <a:pt x="22902" y="20283"/>
                  </a:moveTo>
                  <a:cubicBezTo>
                    <a:pt x="22923" y="20290"/>
                    <a:pt x="22942" y="20297"/>
                    <a:pt x="22959" y="20303"/>
                  </a:cubicBezTo>
                  <a:cubicBezTo>
                    <a:pt x="22926" y="20291"/>
                    <a:pt x="22910" y="20285"/>
                    <a:pt x="22902" y="20283"/>
                  </a:cubicBezTo>
                  <a:close/>
                  <a:moveTo>
                    <a:pt x="22917" y="20581"/>
                  </a:moveTo>
                  <a:cubicBezTo>
                    <a:pt x="22913" y="20581"/>
                    <a:pt x="22910" y="20581"/>
                    <a:pt x="22909" y="20582"/>
                  </a:cubicBezTo>
                  <a:lnTo>
                    <a:pt x="22933" y="20582"/>
                  </a:lnTo>
                  <a:cubicBezTo>
                    <a:pt x="22927" y="20581"/>
                    <a:pt x="22922" y="20581"/>
                    <a:pt x="22917" y="20581"/>
                  </a:cubicBezTo>
                  <a:close/>
                  <a:moveTo>
                    <a:pt x="24843" y="20851"/>
                  </a:moveTo>
                  <a:lnTo>
                    <a:pt x="24843" y="20851"/>
                  </a:lnTo>
                  <a:cubicBezTo>
                    <a:pt x="24846" y="20852"/>
                    <a:pt x="24850" y="20852"/>
                    <a:pt x="24854" y="20853"/>
                  </a:cubicBezTo>
                  <a:cubicBezTo>
                    <a:pt x="24850" y="20852"/>
                    <a:pt x="24846" y="20851"/>
                    <a:pt x="24843" y="20851"/>
                  </a:cubicBezTo>
                  <a:close/>
                  <a:moveTo>
                    <a:pt x="24017" y="20574"/>
                  </a:moveTo>
                  <a:lnTo>
                    <a:pt x="24017" y="20574"/>
                  </a:lnTo>
                  <a:cubicBezTo>
                    <a:pt x="24537" y="20735"/>
                    <a:pt x="24600" y="20725"/>
                    <a:pt x="25107" y="20862"/>
                  </a:cubicBezTo>
                  <a:lnTo>
                    <a:pt x="25107" y="20862"/>
                  </a:lnTo>
                  <a:cubicBezTo>
                    <a:pt x="24647" y="20728"/>
                    <a:pt x="24208" y="20613"/>
                    <a:pt x="24017" y="20574"/>
                  </a:cubicBezTo>
                  <a:close/>
                  <a:moveTo>
                    <a:pt x="25107" y="20862"/>
                  </a:moveTo>
                  <a:lnTo>
                    <a:pt x="25107" y="20862"/>
                  </a:lnTo>
                  <a:cubicBezTo>
                    <a:pt x="25136" y="20870"/>
                    <a:pt x="25164" y="20878"/>
                    <a:pt x="25193" y="20887"/>
                  </a:cubicBezTo>
                  <a:lnTo>
                    <a:pt x="25170" y="20879"/>
                  </a:lnTo>
                  <a:lnTo>
                    <a:pt x="25170" y="20879"/>
                  </a:lnTo>
                  <a:cubicBezTo>
                    <a:pt x="25148" y="20873"/>
                    <a:pt x="25127" y="20867"/>
                    <a:pt x="25107" y="20862"/>
                  </a:cubicBezTo>
                  <a:close/>
                  <a:moveTo>
                    <a:pt x="78563" y="21978"/>
                  </a:moveTo>
                  <a:cubicBezTo>
                    <a:pt x="78419" y="22013"/>
                    <a:pt x="78314" y="22039"/>
                    <a:pt x="78224" y="22062"/>
                  </a:cubicBezTo>
                  <a:lnTo>
                    <a:pt x="78224" y="22062"/>
                  </a:lnTo>
                  <a:cubicBezTo>
                    <a:pt x="78265" y="22054"/>
                    <a:pt x="78307" y="22045"/>
                    <a:pt x="78351" y="22037"/>
                  </a:cubicBezTo>
                  <a:lnTo>
                    <a:pt x="78351" y="22037"/>
                  </a:lnTo>
                  <a:lnTo>
                    <a:pt x="78292" y="22071"/>
                  </a:lnTo>
                  <a:cubicBezTo>
                    <a:pt x="78334" y="22062"/>
                    <a:pt x="78631" y="21978"/>
                    <a:pt x="78563" y="21978"/>
                  </a:cubicBezTo>
                  <a:close/>
                  <a:moveTo>
                    <a:pt x="78224" y="22062"/>
                  </a:moveTo>
                  <a:lnTo>
                    <a:pt x="78224" y="22062"/>
                  </a:lnTo>
                  <a:cubicBezTo>
                    <a:pt x="78076" y="22093"/>
                    <a:pt x="77949" y="22125"/>
                    <a:pt x="77823" y="22159"/>
                  </a:cubicBezTo>
                  <a:lnTo>
                    <a:pt x="77823" y="22159"/>
                  </a:lnTo>
                  <a:cubicBezTo>
                    <a:pt x="77984" y="22122"/>
                    <a:pt x="78088" y="22096"/>
                    <a:pt x="78224" y="22062"/>
                  </a:cubicBezTo>
                  <a:close/>
                  <a:moveTo>
                    <a:pt x="77116" y="22444"/>
                  </a:moveTo>
                  <a:lnTo>
                    <a:pt x="77082" y="22452"/>
                  </a:lnTo>
                  <a:cubicBezTo>
                    <a:pt x="77093" y="22449"/>
                    <a:pt x="77104" y="22447"/>
                    <a:pt x="77116" y="22444"/>
                  </a:cubicBezTo>
                  <a:close/>
                  <a:moveTo>
                    <a:pt x="74460" y="22739"/>
                  </a:moveTo>
                  <a:lnTo>
                    <a:pt x="74375" y="22756"/>
                  </a:lnTo>
                  <a:cubicBezTo>
                    <a:pt x="74388" y="22754"/>
                    <a:pt x="74401" y="22753"/>
                    <a:pt x="74413" y="22751"/>
                  </a:cubicBezTo>
                  <a:lnTo>
                    <a:pt x="74413" y="22751"/>
                  </a:lnTo>
                  <a:cubicBezTo>
                    <a:pt x="74428" y="22747"/>
                    <a:pt x="74444" y="22743"/>
                    <a:pt x="74460" y="22739"/>
                  </a:cubicBezTo>
                  <a:close/>
                  <a:moveTo>
                    <a:pt x="32386" y="23010"/>
                  </a:moveTo>
                  <a:lnTo>
                    <a:pt x="32569" y="23052"/>
                  </a:lnTo>
                  <a:lnTo>
                    <a:pt x="32527" y="23044"/>
                  </a:lnTo>
                  <a:cubicBezTo>
                    <a:pt x="32468" y="23030"/>
                    <a:pt x="32422" y="23019"/>
                    <a:pt x="32386" y="23010"/>
                  </a:cubicBezTo>
                  <a:close/>
                  <a:moveTo>
                    <a:pt x="33170" y="23179"/>
                  </a:moveTo>
                  <a:lnTo>
                    <a:pt x="33440" y="23238"/>
                  </a:lnTo>
                  <a:lnTo>
                    <a:pt x="33339" y="23238"/>
                  </a:lnTo>
                  <a:cubicBezTo>
                    <a:pt x="33280" y="23230"/>
                    <a:pt x="33221" y="23205"/>
                    <a:pt x="33170" y="23179"/>
                  </a:cubicBezTo>
                  <a:close/>
                  <a:moveTo>
                    <a:pt x="35314" y="23678"/>
                  </a:moveTo>
                  <a:cubicBezTo>
                    <a:pt x="35317" y="23678"/>
                    <a:pt x="35322" y="23678"/>
                    <a:pt x="35327" y="23678"/>
                  </a:cubicBezTo>
                  <a:cubicBezTo>
                    <a:pt x="35784" y="23771"/>
                    <a:pt x="35750" y="23687"/>
                    <a:pt x="36173" y="23805"/>
                  </a:cubicBezTo>
                  <a:cubicBezTo>
                    <a:pt x="36238" y="23789"/>
                    <a:pt x="36139" y="23765"/>
                    <a:pt x="35988" y="23733"/>
                  </a:cubicBezTo>
                  <a:lnTo>
                    <a:pt x="35988" y="23733"/>
                  </a:lnTo>
                  <a:cubicBezTo>
                    <a:pt x="35998" y="23735"/>
                    <a:pt x="36007" y="23735"/>
                    <a:pt x="36016" y="23735"/>
                  </a:cubicBezTo>
                  <a:cubicBezTo>
                    <a:pt x="36031" y="23735"/>
                    <a:pt x="36046" y="23733"/>
                    <a:pt x="36063" y="23729"/>
                  </a:cubicBezTo>
                  <a:lnTo>
                    <a:pt x="36537" y="23814"/>
                  </a:lnTo>
                  <a:cubicBezTo>
                    <a:pt x="36672" y="23839"/>
                    <a:pt x="36790" y="23864"/>
                    <a:pt x="36748" y="23864"/>
                  </a:cubicBezTo>
                  <a:cubicBezTo>
                    <a:pt x="36743" y="23867"/>
                    <a:pt x="36730" y="23869"/>
                    <a:pt x="36712" y="23869"/>
                  </a:cubicBezTo>
                  <a:cubicBezTo>
                    <a:pt x="36577" y="23869"/>
                    <a:pt x="36127" y="23797"/>
                    <a:pt x="35978" y="23797"/>
                  </a:cubicBezTo>
                  <a:cubicBezTo>
                    <a:pt x="35839" y="23788"/>
                    <a:pt x="35219" y="23678"/>
                    <a:pt x="35314" y="23678"/>
                  </a:cubicBezTo>
                  <a:close/>
                  <a:moveTo>
                    <a:pt x="67901" y="24082"/>
                  </a:moveTo>
                  <a:cubicBezTo>
                    <a:pt x="67875" y="24085"/>
                    <a:pt x="67851" y="24089"/>
                    <a:pt x="67828" y="24093"/>
                  </a:cubicBezTo>
                  <a:cubicBezTo>
                    <a:pt x="67853" y="24089"/>
                    <a:pt x="67877" y="24085"/>
                    <a:pt x="67901" y="24082"/>
                  </a:cubicBezTo>
                  <a:close/>
                  <a:moveTo>
                    <a:pt x="37450" y="23847"/>
                  </a:moveTo>
                  <a:lnTo>
                    <a:pt x="38508" y="24008"/>
                  </a:lnTo>
                  <a:cubicBezTo>
                    <a:pt x="38685" y="24042"/>
                    <a:pt x="38863" y="24067"/>
                    <a:pt x="39041" y="24093"/>
                  </a:cubicBezTo>
                  <a:lnTo>
                    <a:pt x="39582" y="24169"/>
                  </a:lnTo>
                  <a:lnTo>
                    <a:pt x="39497" y="24135"/>
                  </a:lnTo>
                  <a:lnTo>
                    <a:pt x="39497" y="24135"/>
                  </a:lnTo>
                  <a:cubicBezTo>
                    <a:pt x="39717" y="24169"/>
                    <a:pt x="39912" y="24177"/>
                    <a:pt x="40039" y="24211"/>
                  </a:cubicBezTo>
                  <a:lnTo>
                    <a:pt x="39853" y="24211"/>
                  </a:lnTo>
                  <a:lnTo>
                    <a:pt x="39421" y="24186"/>
                  </a:lnTo>
                  <a:cubicBezTo>
                    <a:pt x="39252" y="24177"/>
                    <a:pt x="39074" y="24169"/>
                    <a:pt x="38914" y="24160"/>
                  </a:cubicBezTo>
                  <a:lnTo>
                    <a:pt x="38516" y="24127"/>
                  </a:lnTo>
                  <a:cubicBezTo>
                    <a:pt x="38076" y="24067"/>
                    <a:pt x="37602" y="24000"/>
                    <a:pt x="37332" y="23949"/>
                  </a:cubicBezTo>
                  <a:lnTo>
                    <a:pt x="37332" y="23949"/>
                  </a:lnTo>
                  <a:lnTo>
                    <a:pt x="37476" y="23966"/>
                  </a:lnTo>
                  <a:cubicBezTo>
                    <a:pt x="38261" y="24083"/>
                    <a:pt x="38627" y="24131"/>
                    <a:pt x="38712" y="24131"/>
                  </a:cubicBezTo>
                  <a:cubicBezTo>
                    <a:pt x="38854" y="24131"/>
                    <a:pt x="38221" y="24001"/>
                    <a:pt x="37450" y="23847"/>
                  </a:cubicBezTo>
                  <a:close/>
                  <a:moveTo>
                    <a:pt x="38430" y="24346"/>
                  </a:moveTo>
                  <a:cubicBezTo>
                    <a:pt x="38430" y="24346"/>
                    <a:pt x="38431" y="24346"/>
                    <a:pt x="38431" y="24347"/>
                  </a:cubicBezTo>
                  <a:cubicBezTo>
                    <a:pt x="38431" y="24346"/>
                    <a:pt x="38431" y="24346"/>
                    <a:pt x="38430" y="24346"/>
                  </a:cubicBezTo>
                  <a:close/>
                  <a:moveTo>
                    <a:pt x="40427" y="24352"/>
                  </a:moveTo>
                  <a:lnTo>
                    <a:pt x="40427" y="24352"/>
                  </a:lnTo>
                  <a:cubicBezTo>
                    <a:pt x="40432" y="24353"/>
                    <a:pt x="40438" y="24354"/>
                    <a:pt x="40445" y="24355"/>
                  </a:cubicBezTo>
                  <a:lnTo>
                    <a:pt x="40427" y="24352"/>
                  </a:lnTo>
                  <a:close/>
                  <a:moveTo>
                    <a:pt x="40039" y="24321"/>
                  </a:moveTo>
                  <a:lnTo>
                    <a:pt x="40470" y="24372"/>
                  </a:lnTo>
                  <a:cubicBezTo>
                    <a:pt x="40434" y="24372"/>
                    <a:pt x="40444" y="24382"/>
                    <a:pt x="40398" y="24382"/>
                  </a:cubicBezTo>
                  <a:cubicBezTo>
                    <a:pt x="40357" y="24382"/>
                    <a:pt x="40275" y="24374"/>
                    <a:pt x="40081" y="24347"/>
                  </a:cubicBezTo>
                  <a:cubicBezTo>
                    <a:pt x="40115" y="24338"/>
                    <a:pt x="40090" y="24330"/>
                    <a:pt x="40039" y="24321"/>
                  </a:cubicBezTo>
                  <a:close/>
                  <a:moveTo>
                    <a:pt x="46644" y="24583"/>
                  </a:moveTo>
                  <a:cubicBezTo>
                    <a:pt x="46650" y="24586"/>
                    <a:pt x="46667" y="24588"/>
                    <a:pt x="46696" y="24592"/>
                  </a:cubicBezTo>
                  <a:cubicBezTo>
                    <a:pt x="46679" y="24589"/>
                    <a:pt x="46661" y="24586"/>
                    <a:pt x="46644" y="24583"/>
                  </a:cubicBezTo>
                  <a:close/>
                  <a:moveTo>
                    <a:pt x="63350" y="24664"/>
                  </a:moveTo>
                  <a:lnTo>
                    <a:pt x="63285" y="24668"/>
                  </a:lnTo>
                  <a:cubicBezTo>
                    <a:pt x="63301" y="24667"/>
                    <a:pt x="63323" y="24666"/>
                    <a:pt x="63350" y="24664"/>
                  </a:cubicBezTo>
                  <a:close/>
                  <a:moveTo>
                    <a:pt x="50266" y="24668"/>
                  </a:moveTo>
                  <a:lnTo>
                    <a:pt x="50276" y="24674"/>
                  </a:lnTo>
                  <a:lnTo>
                    <a:pt x="50276" y="24674"/>
                  </a:lnTo>
                  <a:cubicBezTo>
                    <a:pt x="50332" y="24674"/>
                    <a:pt x="50388" y="24674"/>
                    <a:pt x="50443" y="24674"/>
                  </a:cubicBezTo>
                  <a:lnTo>
                    <a:pt x="50443" y="24674"/>
                  </a:lnTo>
                  <a:cubicBezTo>
                    <a:pt x="50642" y="24682"/>
                    <a:pt x="50815" y="24694"/>
                    <a:pt x="50961" y="24694"/>
                  </a:cubicBezTo>
                  <a:cubicBezTo>
                    <a:pt x="51028" y="24694"/>
                    <a:pt x="51090" y="24692"/>
                    <a:pt x="51146" y="24685"/>
                  </a:cubicBezTo>
                  <a:lnTo>
                    <a:pt x="50715" y="24685"/>
                  </a:lnTo>
                  <a:lnTo>
                    <a:pt x="50723" y="24676"/>
                  </a:lnTo>
                  <a:cubicBezTo>
                    <a:pt x="50647" y="24674"/>
                    <a:pt x="50565" y="24674"/>
                    <a:pt x="50482" y="24674"/>
                  </a:cubicBezTo>
                  <a:cubicBezTo>
                    <a:pt x="50469" y="24674"/>
                    <a:pt x="50456" y="24674"/>
                    <a:pt x="50443" y="24674"/>
                  </a:cubicBezTo>
                  <a:lnTo>
                    <a:pt x="50443" y="24674"/>
                  </a:lnTo>
                  <a:cubicBezTo>
                    <a:pt x="50386" y="24671"/>
                    <a:pt x="50327" y="24669"/>
                    <a:pt x="50266" y="24668"/>
                  </a:cubicBezTo>
                  <a:close/>
                  <a:moveTo>
                    <a:pt x="54067" y="24734"/>
                  </a:moveTo>
                  <a:lnTo>
                    <a:pt x="54067" y="24734"/>
                  </a:lnTo>
                  <a:cubicBezTo>
                    <a:pt x="54048" y="24735"/>
                    <a:pt x="54030" y="24735"/>
                    <a:pt x="54014" y="24736"/>
                  </a:cubicBezTo>
                  <a:cubicBezTo>
                    <a:pt x="54029" y="24736"/>
                    <a:pt x="54048" y="24735"/>
                    <a:pt x="54067" y="24734"/>
                  </a:cubicBezTo>
                  <a:close/>
                  <a:moveTo>
                    <a:pt x="44336" y="24820"/>
                  </a:moveTo>
                  <a:cubicBezTo>
                    <a:pt x="44322" y="24820"/>
                    <a:pt x="44322" y="24822"/>
                    <a:pt x="44331" y="24824"/>
                  </a:cubicBezTo>
                  <a:lnTo>
                    <a:pt x="44331" y="24824"/>
                  </a:lnTo>
                  <a:cubicBezTo>
                    <a:pt x="44334" y="24823"/>
                    <a:pt x="44336" y="24822"/>
                    <a:pt x="44336" y="24820"/>
                  </a:cubicBezTo>
                  <a:close/>
                  <a:moveTo>
                    <a:pt x="40597" y="24431"/>
                  </a:moveTo>
                  <a:lnTo>
                    <a:pt x="40597" y="24431"/>
                  </a:lnTo>
                  <a:cubicBezTo>
                    <a:pt x="40749" y="24448"/>
                    <a:pt x="41054" y="24465"/>
                    <a:pt x="41037" y="24490"/>
                  </a:cubicBezTo>
                  <a:cubicBezTo>
                    <a:pt x="41054" y="24473"/>
                    <a:pt x="41299" y="24482"/>
                    <a:pt x="40842" y="24440"/>
                  </a:cubicBezTo>
                  <a:lnTo>
                    <a:pt x="40842" y="24440"/>
                  </a:lnTo>
                  <a:cubicBezTo>
                    <a:pt x="40952" y="24448"/>
                    <a:pt x="41071" y="24456"/>
                    <a:pt x="41181" y="24456"/>
                  </a:cubicBezTo>
                  <a:cubicBezTo>
                    <a:pt x="41155" y="24448"/>
                    <a:pt x="41139" y="24448"/>
                    <a:pt x="41113" y="24440"/>
                  </a:cubicBezTo>
                  <a:lnTo>
                    <a:pt x="41113" y="24440"/>
                  </a:lnTo>
                  <a:lnTo>
                    <a:pt x="41418" y="24473"/>
                  </a:lnTo>
                  <a:cubicBezTo>
                    <a:pt x="41545" y="24490"/>
                    <a:pt x="41773" y="24516"/>
                    <a:pt x="41976" y="24558"/>
                  </a:cubicBezTo>
                  <a:cubicBezTo>
                    <a:pt x="41866" y="24558"/>
                    <a:pt x="41765" y="24550"/>
                    <a:pt x="41655" y="24541"/>
                  </a:cubicBezTo>
                  <a:lnTo>
                    <a:pt x="41655" y="24541"/>
                  </a:lnTo>
                  <a:cubicBezTo>
                    <a:pt x="41959" y="24583"/>
                    <a:pt x="42238" y="24609"/>
                    <a:pt x="42416" y="24626"/>
                  </a:cubicBezTo>
                  <a:cubicBezTo>
                    <a:pt x="41934" y="24566"/>
                    <a:pt x="42196" y="24575"/>
                    <a:pt x="42086" y="24541"/>
                  </a:cubicBezTo>
                  <a:lnTo>
                    <a:pt x="42086" y="24541"/>
                  </a:lnTo>
                  <a:cubicBezTo>
                    <a:pt x="42390" y="24566"/>
                    <a:pt x="42873" y="24626"/>
                    <a:pt x="43050" y="24634"/>
                  </a:cubicBezTo>
                  <a:cubicBezTo>
                    <a:pt x="43456" y="24685"/>
                    <a:pt x="43795" y="24736"/>
                    <a:pt x="43524" y="24736"/>
                  </a:cubicBezTo>
                  <a:cubicBezTo>
                    <a:pt x="43786" y="24744"/>
                    <a:pt x="44057" y="24778"/>
                    <a:pt x="44336" y="24778"/>
                  </a:cubicBezTo>
                  <a:cubicBezTo>
                    <a:pt x="43820" y="24761"/>
                    <a:pt x="44336" y="24719"/>
                    <a:pt x="43668" y="24702"/>
                  </a:cubicBezTo>
                  <a:cubicBezTo>
                    <a:pt x="43618" y="24687"/>
                    <a:pt x="43631" y="24680"/>
                    <a:pt x="43683" y="24680"/>
                  </a:cubicBezTo>
                  <a:cubicBezTo>
                    <a:pt x="43835" y="24680"/>
                    <a:pt x="44316" y="24732"/>
                    <a:pt x="44573" y="24769"/>
                  </a:cubicBezTo>
                  <a:cubicBezTo>
                    <a:pt x="44548" y="24768"/>
                    <a:pt x="44530" y="24768"/>
                    <a:pt x="44516" y="24768"/>
                  </a:cubicBezTo>
                  <a:cubicBezTo>
                    <a:pt x="44432" y="24768"/>
                    <a:pt x="44533" y="24788"/>
                    <a:pt x="44497" y="24795"/>
                  </a:cubicBezTo>
                  <a:cubicBezTo>
                    <a:pt x="44593" y="24800"/>
                    <a:pt x="44663" y="24802"/>
                    <a:pt x="44711" y="24802"/>
                  </a:cubicBezTo>
                  <a:cubicBezTo>
                    <a:pt x="44920" y="24802"/>
                    <a:pt x="44707" y="24762"/>
                    <a:pt x="44404" y="24727"/>
                  </a:cubicBezTo>
                  <a:lnTo>
                    <a:pt x="44404" y="24727"/>
                  </a:lnTo>
                  <a:lnTo>
                    <a:pt x="45004" y="24761"/>
                  </a:lnTo>
                  <a:lnTo>
                    <a:pt x="44945" y="24753"/>
                  </a:lnTo>
                  <a:lnTo>
                    <a:pt x="44945" y="24753"/>
                  </a:lnTo>
                  <a:cubicBezTo>
                    <a:pt x="45148" y="24769"/>
                    <a:pt x="45351" y="24778"/>
                    <a:pt x="45554" y="24795"/>
                  </a:cubicBezTo>
                  <a:lnTo>
                    <a:pt x="45546" y="24795"/>
                  </a:lnTo>
                  <a:cubicBezTo>
                    <a:pt x="45602" y="24820"/>
                    <a:pt x="45621" y="24835"/>
                    <a:pt x="45568" y="24835"/>
                  </a:cubicBezTo>
                  <a:cubicBezTo>
                    <a:pt x="45548" y="24835"/>
                    <a:pt x="45519" y="24833"/>
                    <a:pt x="45478" y="24829"/>
                  </a:cubicBezTo>
                  <a:lnTo>
                    <a:pt x="45478" y="24829"/>
                  </a:lnTo>
                  <a:lnTo>
                    <a:pt x="45791" y="24871"/>
                  </a:lnTo>
                  <a:lnTo>
                    <a:pt x="45301" y="24846"/>
                  </a:lnTo>
                  <a:lnTo>
                    <a:pt x="45301" y="24846"/>
                  </a:lnTo>
                  <a:cubicBezTo>
                    <a:pt x="45504" y="24879"/>
                    <a:pt x="45842" y="24888"/>
                    <a:pt x="46104" y="24905"/>
                  </a:cubicBezTo>
                  <a:cubicBezTo>
                    <a:pt x="46177" y="24914"/>
                    <a:pt x="46167" y="24917"/>
                    <a:pt x="46106" y="24917"/>
                  </a:cubicBezTo>
                  <a:cubicBezTo>
                    <a:pt x="45970" y="24917"/>
                    <a:pt x="45579" y="24901"/>
                    <a:pt x="45309" y="24901"/>
                  </a:cubicBezTo>
                  <a:cubicBezTo>
                    <a:pt x="45240" y="24901"/>
                    <a:pt x="45178" y="24902"/>
                    <a:pt x="45131" y="24905"/>
                  </a:cubicBezTo>
                  <a:cubicBezTo>
                    <a:pt x="44883" y="24898"/>
                    <a:pt x="44394" y="24840"/>
                    <a:pt x="44331" y="24824"/>
                  </a:cubicBezTo>
                  <a:lnTo>
                    <a:pt x="44331" y="24824"/>
                  </a:lnTo>
                  <a:cubicBezTo>
                    <a:pt x="44321" y="24829"/>
                    <a:pt x="44295" y="24831"/>
                    <a:pt x="44257" y="24831"/>
                  </a:cubicBezTo>
                  <a:cubicBezTo>
                    <a:pt x="44029" y="24831"/>
                    <a:pt x="43365" y="24760"/>
                    <a:pt x="43084" y="24753"/>
                  </a:cubicBezTo>
                  <a:cubicBezTo>
                    <a:pt x="42264" y="24668"/>
                    <a:pt x="42543" y="24643"/>
                    <a:pt x="41815" y="24583"/>
                  </a:cubicBezTo>
                  <a:lnTo>
                    <a:pt x="41815" y="24583"/>
                  </a:lnTo>
                  <a:lnTo>
                    <a:pt x="42077" y="24634"/>
                  </a:lnTo>
                  <a:cubicBezTo>
                    <a:pt x="41426" y="24566"/>
                    <a:pt x="41147" y="24558"/>
                    <a:pt x="40436" y="24448"/>
                  </a:cubicBezTo>
                  <a:cubicBezTo>
                    <a:pt x="40422" y="24440"/>
                    <a:pt x="40425" y="24437"/>
                    <a:pt x="40439" y="24437"/>
                  </a:cubicBezTo>
                  <a:cubicBezTo>
                    <a:pt x="40502" y="24437"/>
                    <a:pt x="40796" y="24499"/>
                    <a:pt x="40927" y="24499"/>
                  </a:cubicBezTo>
                  <a:lnTo>
                    <a:pt x="40597" y="24431"/>
                  </a:lnTo>
                  <a:close/>
                  <a:moveTo>
                    <a:pt x="56848" y="25066"/>
                  </a:moveTo>
                  <a:cubicBezTo>
                    <a:pt x="56754" y="25075"/>
                    <a:pt x="56653" y="25086"/>
                    <a:pt x="56550" y="25094"/>
                  </a:cubicBezTo>
                  <a:lnTo>
                    <a:pt x="56550" y="25094"/>
                  </a:lnTo>
                  <a:cubicBezTo>
                    <a:pt x="56656" y="25088"/>
                    <a:pt x="56774" y="25080"/>
                    <a:pt x="56848" y="25066"/>
                  </a:cubicBezTo>
                  <a:close/>
                  <a:moveTo>
                    <a:pt x="56550" y="25094"/>
                  </a:moveTo>
                  <a:cubicBezTo>
                    <a:pt x="56488" y="25098"/>
                    <a:pt x="56431" y="25102"/>
                    <a:pt x="56388" y="25105"/>
                  </a:cubicBezTo>
                  <a:lnTo>
                    <a:pt x="56388" y="25105"/>
                  </a:lnTo>
                  <a:cubicBezTo>
                    <a:pt x="56442" y="25103"/>
                    <a:pt x="56496" y="25099"/>
                    <a:pt x="56550" y="25094"/>
                  </a:cubicBezTo>
                  <a:close/>
                  <a:moveTo>
                    <a:pt x="56898" y="25116"/>
                  </a:moveTo>
                  <a:cubicBezTo>
                    <a:pt x="56894" y="25116"/>
                    <a:pt x="56889" y="25116"/>
                    <a:pt x="56885" y="25117"/>
                  </a:cubicBezTo>
                  <a:lnTo>
                    <a:pt x="56885" y="25117"/>
                  </a:lnTo>
                  <a:cubicBezTo>
                    <a:pt x="56889" y="25117"/>
                    <a:pt x="56894" y="25116"/>
                    <a:pt x="56898" y="25116"/>
                  </a:cubicBezTo>
                  <a:close/>
                  <a:moveTo>
                    <a:pt x="51251" y="25207"/>
                  </a:moveTo>
                  <a:lnTo>
                    <a:pt x="51251" y="25207"/>
                  </a:lnTo>
                  <a:cubicBezTo>
                    <a:pt x="51248" y="25207"/>
                    <a:pt x="51246" y="25208"/>
                    <a:pt x="51247" y="25209"/>
                  </a:cubicBezTo>
                  <a:cubicBezTo>
                    <a:pt x="51262" y="25209"/>
                    <a:pt x="51262" y="25208"/>
                    <a:pt x="51251" y="25207"/>
                  </a:cubicBezTo>
                  <a:close/>
                  <a:moveTo>
                    <a:pt x="61416" y="24727"/>
                  </a:moveTo>
                  <a:lnTo>
                    <a:pt x="61390" y="24736"/>
                  </a:lnTo>
                  <a:cubicBezTo>
                    <a:pt x="61043" y="24769"/>
                    <a:pt x="60967" y="24795"/>
                    <a:pt x="61137" y="24795"/>
                  </a:cubicBezTo>
                  <a:lnTo>
                    <a:pt x="60705" y="24837"/>
                  </a:lnTo>
                  <a:cubicBezTo>
                    <a:pt x="60548" y="24851"/>
                    <a:pt x="60160" y="24886"/>
                    <a:pt x="59994" y="24886"/>
                  </a:cubicBezTo>
                  <a:cubicBezTo>
                    <a:pt x="59954" y="24886"/>
                    <a:pt x="59927" y="24884"/>
                    <a:pt x="59918" y="24879"/>
                  </a:cubicBezTo>
                  <a:cubicBezTo>
                    <a:pt x="60324" y="24846"/>
                    <a:pt x="60282" y="24846"/>
                    <a:pt x="60096" y="24846"/>
                  </a:cubicBezTo>
                  <a:cubicBezTo>
                    <a:pt x="59698" y="24896"/>
                    <a:pt x="58937" y="24922"/>
                    <a:pt x="58988" y="24964"/>
                  </a:cubicBezTo>
                  <a:cubicBezTo>
                    <a:pt x="58850" y="24970"/>
                    <a:pt x="58713" y="24976"/>
                    <a:pt x="58575" y="24976"/>
                  </a:cubicBezTo>
                  <a:cubicBezTo>
                    <a:pt x="58518" y="24976"/>
                    <a:pt x="58461" y="24975"/>
                    <a:pt x="58404" y="24973"/>
                  </a:cubicBezTo>
                  <a:cubicBezTo>
                    <a:pt x="58353" y="24964"/>
                    <a:pt x="58497" y="24947"/>
                    <a:pt x="58633" y="24930"/>
                  </a:cubicBezTo>
                  <a:lnTo>
                    <a:pt x="58633" y="24930"/>
                  </a:lnTo>
                  <a:lnTo>
                    <a:pt x="57812" y="24981"/>
                  </a:lnTo>
                  <a:lnTo>
                    <a:pt x="56983" y="25015"/>
                  </a:lnTo>
                  <a:cubicBezTo>
                    <a:pt x="56915" y="25049"/>
                    <a:pt x="58049" y="25006"/>
                    <a:pt x="57482" y="25066"/>
                  </a:cubicBezTo>
                  <a:cubicBezTo>
                    <a:pt x="57290" y="25110"/>
                    <a:pt x="57092" y="25135"/>
                    <a:pt x="56892" y="25135"/>
                  </a:cubicBezTo>
                  <a:cubicBezTo>
                    <a:pt x="56863" y="25135"/>
                    <a:pt x="56834" y="25134"/>
                    <a:pt x="56805" y="25133"/>
                  </a:cubicBezTo>
                  <a:cubicBezTo>
                    <a:pt x="56827" y="25126"/>
                    <a:pt x="56856" y="25119"/>
                    <a:pt x="56885" y="25117"/>
                  </a:cubicBezTo>
                  <a:lnTo>
                    <a:pt x="56885" y="25117"/>
                  </a:lnTo>
                  <a:cubicBezTo>
                    <a:pt x="56635" y="25125"/>
                    <a:pt x="56597" y="25125"/>
                    <a:pt x="56323" y="25125"/>
                  </a:cubicBezTo>
                  <a:cubicBezTo>
                    <a:pt x="56294" y="25116"/>
                    <a:pt x="56326" y="25110"/>
                    <a:pt x="56388" y="25105"/>
                  </a:cubicBezTo>
                  <a:lnTo>
                    <a:pt x="56388" y="25105"/>
                  </a:lnTo>
                  <a:cubicBezTo>
                    <a:pt x="56349" y="25107"/>
                    <a:pt x="56311" y="25108"/>
                    <a:pt x="56272" y="25108"/>
                  </a:cubicBezTo>
                  <a:lnTo>
                    <a:pt x="56323" y="25091"/>
                  </a:lnTo>
                  <a:lnTo>
                    <a:pt x="55731" y="25116"/>
                  </a:lnTo>
                  <a:cubicBezTo>
                    <a:pt x="55659" y="25126"/>
                    <a:pt x="55668" y="25130"/>
                    <a:pt x="55718" y="25130"/>
                  </a:cubicBezTo>
                  <a:cubicBezTo>
                    <a:pt x="55821" y="25130"/>
                    <a:pt x="56099" y="25115"/>
                    <a:pt x="56187" y="25115"/>
                  </a:cubicBezTo>
                  <a:cubicBezTo>
                    <a:pt x="56201" y="25115"/>
                    <a:pt x="56210" y="25116"/>
                    <a:pt x="56213" y="25116"/>
                  </a:cubicBezTo>
                  <a:lnTo>
                    <a:pt x="55832" y="25150"/>
                  </a:lnTo>
                  <a:cubicBezTo>
                    <a:pt x="55556" y="25161"/>
                    <a:pt x="54982" y="25175"/>
                    <a:pt x="54500" y="25175"/>
                  </a:cubicBezTo>
                  <a:cubicBezTo>
                    <a:pt x="54229" y="25175"/>
                    <a:pt x="53988" y="25171"/>
                    <a:pt x="53845" y="25159"/>
                  </a:cubicBezTo>
                  <a:cubicBezTo>
                    <a:pt x="53777" y="25157"/>
                    <a:pt x="53722" y="25157"/>
                    <a:pt x="53678" y="25157"/>
                  </a:cubicBezTo>
                  <a:cubicBezTo>
                    <a:pt x="53392" y="25157"/>
                    <a:pt x="53548" y="25179"/>
                    <a:pt x="53438" y="25201"/>
                  </a:cubicBezTo>
                  <a:cubicBezTo>
                    <a:pt x="53359" y="25205"/>
                    <a:pt x="53280" y="25207"/>
                    <a:pt x="53203" y="25207"/>
                  </a:cubicBezTo>
                  <a:cubicBezTo>
                    <a:pt x="53028" y="25207"/>
                    <a:pt x="52856" y="25199"/>
                    <a:pt x="52683" y="25199"/>
                  </a:cubicBezTo>
                  <a:cubicBezTo>
                    <a:pt x="52639" y="25199"/>
                    <a:pt x="52595" y="25200"/>
                    <a:pt x="52550" y="25201"/>
                  </a:cubicBezTo>
                  <a:cubicBezTo>
                    <a:pt x="52559" y="25218"/>
                    <a:pt x="52212" y="25218"/>
                    <a:pt x="52195" y="25243"/>
                  </a:cubicBezTo>
                  <a:lnTo>
                    <a:pt x="51704" y="25235"/>
                  </a:lnTo>
                  <a:lnTo>
                    <a:pt x="51704" y="25235"/>
                  </a:lnTo>
                  <a:cubicBezTo>
                    <a:pt x="51434" y="25277"/>
                    <a:pt x="52296" y="25252"/>
                    <a:pt x="52423" y="25269"/>
                  </a:cubicBezTo>
                  <a:cubicBezTo>
                    <a:pt x="52677" y="25302"/>
                    <a:pt x="52060" y="25277"/>
                    <a:pt x="52229" y="25302"/>
                  </a:cubicBezTo>
                  <a:cubicBezTo>
                    <a:pt x="52601" y="25294"/>
                    <a:pt x="52635" y="25277"/>
                    <a:pt x="52812" y="25269"/>
                  </a:cubicBezTo>
                  <a:cubicBezTo>
                    <a:pt x="53024" y="25269"/>
                    <a:pt x="53134" y="25277"/>
                    <a:pt x="53134" y="25294"/>
                  </a:cubicBezTo>
                  <a:cubicBezTo>
                    <a:pt x="53032" y="25291"/>
                    <a:pt x="52956" y="25290"/>
                    <a:pt x="52896" y="25290"/>
                  </a:cubicBezTo>
                  <a:cubicBezTo>
                    <a:pt x="52597" y="25290"/>
                    <a:pt x="52722" y="25319"/>
                    <a:pt x="52313" y="25319"/>
                  </a:cubicBezTo>
                  <a:lnTo>
                    <a:pt x="52296" y="25311"/>
                  </a:lnTo>
                  <a:cubicBezTo>
                    <a:pt x="52291" y="25326"/>
                    <a:pt x="52037" y="25329"/>
                    <a:pt x="51777" y="25329"/>
                  </a:cubicBezTo>
                  <a:cubicBezTo>
                    <a:pt x="51604" y="25329"/>
                    <a:pt x="51429" y="25328"/>
                    <a:pt x="51324" y="25328"/>
                  </a:cubicBezTo>
                  <a:cubicBezTo>
                    <a:pt x="50791" y="25277"/>
                    <a:pt x="51764" y="25294"/>
                    <a:pt x="51747" y="25277"/>
                  </a:cubicBezTo>
                  <a:lnTo>
                    <a:pt x="51747" y="25277"/>
                  </a:lnTo>
                  <a:cubicBezTo>
                    <a:pt x="51673" y="25280"/>
                    <a:pt x="51600" y="25281"/>
                    <a:pt x="51527" y="25281"/>
                  </a:cubicBezTo>
                  <a:cubicBezTo>
                    <a:pt x="51381" y="25281"/>
                    <a:pt x="51236" y="25277"/>
                    <a:pt x="51095" y="25277"/>
                  </a:cubicBezTo>
                  <a:cubicBezTo>
                    <a:pt x="51374" y="25269"/>
                    <a:pt x="51087" y="25243"/>
                    <a:pt x="51467" y="25235"/>
                  </a:cubicBezTo>
                  <a:cubicBezTo>
                    <a:pt x="51127" y="25235"/>
                    <a:pt x="51047" y="25216"/>
                    <a:pt x="50791" y="25216"/>
                  </a:cubicBezTo>
                  <a:cubicBezTo>
                    <a:pt x="50749" y="25216"/>
                    <a:pt x="50701" y="25217"/>
                    <a:pt x="50647" y="25218"/>
                  </a:cubicBezTo>
                  <a:cubicBezTo>
                    <a:pt x="51078" y="25184"/>
                    <a:pt x="50114" y="25167"/>
                    <a:pt x="50063" y="25142"/>
                  </a:cubicBezTo>
                  <a:cubicBezTo>
                    <a:pt x="50465" y="25142"/>
                    <a:pt x="51167" y="25194"/>
                    <a:pt x="51251" y="25207"/>
                  </a:cubicBezTo>
                  <a:lnTo>
                    <a:pt x="51251" y="25207"/>
                  </a:lnTo>
                  <a:cubicBezTo>
                    <a:pt x="51260" y="25204"/>
                    <a:pt x="51288" y="25203"/>
                    <a:pt x="51327" y="25203"/>
                  </a:cubicBezTo>
                  <a:cubicBezTo>
                    <a:pt x="51379" y="25203"/>
                    <a:pt x="51451" y="25205"/>
                    <a:pt x="51527" y="25209"/>
                  </a:cubicBezTo>
                  <a:cubicBezTo>
                    <a:pt x="51687" y="25209"/>
                    <a:pt x="51882" y="25209"/>
                    <a:pt x="51983" y="25218"/>
                  </a:cubicBezTo>
                  <a:lnTo>
                    <a:pt x="52296" y="25184"/>
                  </a:lnTo>
                  <a:cubicBezTo>
                    <a:pt x="52178" y="25181"/>
                    <a:pt x="52046" y="25181"/>
                    <a:pt x="51929" y="25181"/>
                  </a:cubicBezTo>
                  <a:cubicBezTo>
                    <a:pt x="51693" y="25181"/>
                    <a:pt x="51513" y="25181"/>
                    <a:pt x="51603" y="25159"/>
                  </a:cubicBezTo>
                  <a:lnTo>
                    <a:pt x="51603" y="25159"/>
                  </a:lnTo>
                  <a:cubicBezTo>
                    <a:pt x="51442" y="25167"/>
                    <a:pt x="51281" y="25167"/>
                    <a:pt x="51121" y="25167"/>
                  </a:cubicBezTo>
                  <a:cubicBezTo>
                    <a:pt x="51611" y="25133"/>
                    <a:pt x="51594" y="25133"/>
                    <a:pt x="52034" y="25108"/>
                  </a:cubicBezTo>
                  <a:cubicBezTo>
                    <a:pt x="51577" y="25091"/>
                    <a:pt x="51171" y="25091"/>
                    <a:pt x="50782" y="25091"/>
                  </a:cubicBezTo>
                  <a:cubicBezTo>
                    <a:pt x="50640" y="25094"/>
                    <a:pt x="50500" y="25096"/>
                    <a:pt x="50361" y="25096"/>
                  </a:cubicBezTo>
                  <a:cubicBezTo>
                    <a:pt x="50121" y="25096"/>
                    <a:pt x="49885" y="25090"/>
                    <a:pt x="49649" y="25074"/>
                  </a:cubicBezTo>
                  <a:lnTo>
                    <a:pt x="49759" y="25074"/>
                  </a:lnTo>
                  <a:cubicBezTo>
                    <a:pt x="49386" y="25066"/>
                    <a:pt x="49082" y="25049"/>
                    <a:pt x="48837" y="25040"/>
                  </a:cubicBezTo>
                  <a:cubicBezTo>
                    <a:pt x="48591" y="25023"/>
                    <a:pt x="48397" y="25006"/>
                    <a:pt x="48236" y="24989"/>
                  </a:cubicBezTo>
                  <a:cubicBezTo>
                    <a:pt x="48016" y="24973"/>
                    <a:pt x="47805" y="24930"/>
                    <a:pt x="47593" y="24879"/>
                  </a:cubicBezTo>
                  <a:lnTo>
                    <a:pt x="47593" y="24879"/>
                  </a:lnTo>
                  <a:lnTo>
                    <a:pt x="48244" y="24905"/>
                  </a:lnTo>
                  <a:lnTo>
                    <a:pt x="48287" y="24930"/>
                  </a:lnTo>
                  <a:cubicBezTo>
                    <a:pt x="48811" y="24956"/>
                    <a:pt x="49251" y="24964"/>
                    <a:pt x="49699" y="24964"/>
                  </a:cubicBezTo>
                  <a:cubicBezTo>
                    <a:pt x="49885" y="24961"/>
                    <a:pt x="50071" y="24959"/>
                    <a:pt x="50263" y="24959"/>
                  </a:cubicBezTo>
                  <a:cubicBezTo>
                    <a:pt x="50534" y="24959"/>
                    <a:pt x="50817" y="24963"/>
                    <a:pt x="51129" y="24973"/>
                  </a:cubicBezTo>
                  <a:cubicBezTo>
                    <a:pt x="51075" y="24982"/>
                    <a:pt x="50990" y="24984"/>
                    <a:pt x="50905" y="24984"/>
                  </a:cubicBezTo>
                  <a:cubicBezTo>
                    <a:pt x="50788" y="24984"/>
                    <a:pt x="50671" y="24979"/>
                    <a:pt x="50636" y="24979"/>
                  </a:cubicBezTo>
                  <a:cubicBezTo>
                    <a:pt x="50625" y="24979"/>
                    <a:pt x="50622" y="24980"/>
                    <a:pt x="50630" y="24981"/>
                  </a:cubicBezTo>
                  <a:cubicBezTo>
                    <a:pt x="50750" y="24986"/>
                    <a:pt x="50844" y="24988"/>
                    <a:pt x="50922" y="24988"/>
                  </a:cubicBezTo>
                  <a:cubicBezTo>
                    <a:pt x="51165" y="24988"/>
                    <a:pt x="51253" y="24970"/>
                    <a:pt x="51469" y="24970"/>
                  </a:cubicBezTo>
                  <a:cubicBezTo>
                    <a:pt x="51557" y="24970"/>
                    <a:pt x="51666" y="24973"/>
                    <a:pt x="51814" y="24981"/>
                  </a:cubicBezTo>
                  <a:cubicBezTo>
                    <a:pt x="50909" y="24989"/>
                    <a:pt x="52381" y="24998"/>
                    <a:pt x="51569" y="25023"/>
                  </a:cubicBezTo>
                  <a:cubicBezTo>
                    <a:pt x="51852" y="25015"/>
                    <a:pt x="52140" y="25011"/>
                    <a:pt x="52424" y="25011"/>
                  </a:cubicBezTo>
                  <a:cubicBezTo>
                    <a:pt x="52709" y="25011"/>
                    <a:pt x="52990" y="25015"/>
                    <a:pt x="53261" y="25023"/>
                  </a:cubicBezTo>
                  <a:lnTo>
                    <a:pt x="54648" y="25023"/>
                  </a:lnTo>
                  <a:cubicBezTo>
                    <a:pt x="54462" y="25006"/>
                    <a:pt x="54953" y="24981"/>
                    <a:pt x="54978" y="24981"/>
                  </a:cubicBezTo>
                  <a:cubicBezTo>
                    <a:pt x="55173" y="24981"/>
                    <a:pt x="55105" y="25006"/>
                    <a:pt x="54953" y="25006"/>
                  </a:cubicBezTo>
                  <a:cubicBezTo>
                    <a:pt x="55342" y="25015"/>
                    <a:pt x="55401" y="25032"/>
                    <a:pt x="55342" y="25057"/>
                  </a:cubicBezTo>
                  <a:lnTo>
                    <a:pt x="54555" y="25074"/>
                  </a:lnTo>
                  <a:cubicBezTo>
                    <a:pt x="54809" y="25074"/>
                    <a:pt x="54944" y="25091"/>
                    <a:pt x="55156" y="25091"/>
                  </a:cubicBezTo>
                  <a:cubicBezTo>
                    <a:pt x="55249" y="25091"/>
                    <a:pt x="55350" y="25091"/>
                    <a:pt x="55477" y="25074"/>
                  </a:cubicBezTo>
                  <a:cubicBezTo>
                    <a:pt x="55613" y="25066"/>
                    <a:pt x="55587" y="25066"/>
                    <a:pt x="55587" y="25049"/>
                  </a:cubicBezTo>
                  <a:cubicBezTo>
                    <a:pt x="55841" y="25032"/>
                    <a:pt x="56154" y="24998"/>
                    <a:pt x="56552" y="24956"/>
                  </a:cubicBezTo>
                  <a:lnTo>
                    <a:pt x="56526" y="24956"/>
                  </a:lnTo>
                  <a:lnTo>
                    <a:pt x="57372" y="24922"/>
                  </a:lnTo>
                  <a:lnTo>
                    <a:pt x="57271" y="24939"/>
                  </a:lnTo>
                  <a:lnTo>
                    <a:pt x="57770" y="24896"/>
                  </a:lnTo>
                  <a:lnTo>
                    <a:pt x="57770" y="24896"/>
                  </a:lnTo>
                  <a:cubicBezTo>
                    <a:pt x="57753" y="24922"/>
                    <a:pt x="57922" y="24905"/>
                    <a:pt x="57888" y="24922"/>
                  </a:cubicBezTo>
                  <a:cubicBezTo>
                    <a:pt x="57929" y="24926"/>
                    <a:pt x="57979" y="24928"/>
                    <a:pt x="58036" y="24928"/>
                  </a:cubicBezTo>
                  <a:cubicBezTo>
                    <a:pt x="58409" y="24928"/>
                    <a:pt x="59085" y="24843"/>
                    <a:pt x="59665" y="24829"/>
                  </a:cubicBezTo>
                  <a:lnTo>
                    <a:pt x="59665" y="24829"/>
                  </a:lnTo>
                  <a:lnTo>
                    <a:pt x="59563" y="24846"/>
                  </a:lnTo>
                  <a:cubicBezTo>
                    <a:pt x="59656" y="24837"/>
                    <a:pt x="59775" y="24829"/>
                    <a:pt x="59927" y="24820"/>
                  </a:cubicBezTo>
                  <a:cubicBezTo>
                    <a:pt x="60071" y="24803"/>
                    <a:pt x="60231" y="24795"/>
                    <a:pt x="60409" y="24786"/>
                  </a:cubicBezTo>
                  <a:lnTo>
                    <a:pt x="61416" y="24727"/>
                  </a:lnTo>
                  <a:close/>
                  <a:moveTo>
                    <a:pt x="0" y="0"/>
                  </a:moveTo>
                  <a:lnTo>
                    <a:pt x="0" y="0"/>
                  </a:lnTo>
                  <a:cubicBezTo>
                    <a:pt x="17" y="305"/>
                    <a:pt x="43" y="567"/>
                    <a:pt x="68" y="804"/>
                  </a:cubicBezTo>
                  <a:cubicBezTo>
                    <a:pt x="102" y="1041"/>
                    <a:pt x="144" y="1244"/>
                    <a:pt x="187" y="1455"/>
                  </a:cubicBezTo>
                  <a:lnTo>
                    <a:pt x="237" y="1752"/>
                  </a:lnTo>
                  <a:lnTo>
                    <a:pt x="313" y="2056"/>
                  </a:lnTo>
                  <a:cubicBezTo>
                    <a:pt x="330" y="2158"/>
                    <a:pt x="356" y="2259"/>
                    <a:pt x="373" y="2369"/>
                  </a:cubicBezTo>
                  <a:cubicBezTo>
                    <a:pt x="398" y="2479"/>
                    <a:pt x="415" y="2597"/>
                    <a:pt x="449" y="2716"/>
                  </a:cubicBezTo>
                  <a:cubicBezTo>
                    <a:pt x="433" y="2670"/>
                    <a:pt x="425" y="2653"/>
                    <a:pt x="422" y="2653"/>
                  </a:cubicBezTo>
                  <a:cubicBezTo>
                    <a:pt x="416" y="2653"/>
                    <a:pt x="432" y="2729"/>
                    <a:pt x="432" y="2758"/>
                  </a:cubicBezTo>
                  <a:lnTo>
                    <a:pt x="576" y="3223"/>
                  </a:lnTo>
                  <a:lnTo>
                    <a:pt x="635" y="3435"/>
                  </a:lnTo>
                  <a:cubicBezTo>
                    <a:pt x="660" y="3494"/>
                    <a:pt x="677" y="3553"/>
                    <a:pt x="703" y="3596"/>
                  </a:cubicBezTo>
                  <a:lnTo>
                    <a:pt x="855" y="4078"/>
                  </a:lnTo>
                  <a:cubicBezTo>
                    <a:pt x="821" y="4027"/>
                    <a:pt x="787" y="3976"/>
                    <a:pt x="779" y="3926"/>
                  </a:cubicBezTo>
                  <a:cubicBezTo>
                    <a:pt x="703" y="3756"/>
                    <a:pt x="643" y="3587"/>
                    <a:pt x="593" y="3410"/>
                  </a:cubicBezTo>
                  <a:lnTo>
                    <a:pt x="593" y="3410"/>
                  </a:lnTo>
                  <a:cubicBezTo>
                    <a:pt x="652" y="3630"/>
                    <a:pt x="728" y="3833"/>
                    <a:pt x="796" y="4036"/>
                  </a:cubicBezTo>
                  <a:cubicBezTo>
                    <a:pt x="829" y="4137"/>
                    <a:pt x="863" y="4239"/>
                    <a:pt x="897" y="4332"/>
                  </a:cubicBezTo>
                  <a:lnTo>
                    <a:pt x="1016" y="4619"/>
                  </a:lnTo>
                  <a:cubicBezTo>
                    <a:pt x="1092" y="4805"/>
                    <a:pt x="1159" y="5000"/>
                    <a:pt x="1244" y="5178"/>
                  </a:cubicBezTo>
                  <a:cubicBezTo>
                    <a:pt x="1329" y="5355"/>
                    <a:pt x="1422" y="5533"/>
                    <a:pt x="1498" y="5711"/>
                  </a:cubicBezTo>
                  <a:cubicBezTo>
                    <a:pt x="1582" y="5897"/>
                    <a:pt x="1675" y="6074"/>
                    <a:pt x="1768" y="6243"/>
                  </a:cubicBezTo>
                  <a:cubicBezTo>
                    <a:pt x="1862" y="6413"/>
                    <a:pt x="1946" y="6599"/>
                    <a:pt x="2056" y="6768"/>
                  </a:cubicBezTo>
                  <a:lnTo>
                    <a:pt x="2369" y="7309"/>
                  </a:lnTo>
                  <a:lnTo>
                    <a:pt x="2445" y="7453"/>
                  </a:lnTo>
                  <a:lnTo>
                    <a:pt x="2538" y="7588"/>
                  </a:lnTo>
                  <a:lnTo>
                    <a:pt x="2707" y="7868"/>
                  </a:lnTo>
                  <a:cubicBezTo>
                    <a:pt x="2712" y="7876"/>
                    <a:pt x="2714" y="7879"/>
                    <a:pt x="2714" y="7879"/>
                  </a:cubicBezTo>
                  <a:cubicBezTo>
                    <a:pt x="2712" y="7879"/>
                    <a:pt x="2631" y="7760"/>
                    <a:pt x="2629" y="7760"/>
                  </a:cubicBezTo>
                  <a:cubicBezTo>
                    <a:pt x="2629" y="7760"/>
                    <a:pt x="2634" y="7769"/>
                    <a:pt x="2648" y="7792"/>
                  </a:cubicBezTo>
                  <a:cubicBezTo>
                    <a:pt x="2758" y="7969"/>
                    <a:pt x="2877" y="8130"/>
                    <a:pt x="3004" y="8299"/>
                  </a:cubicBezTo>
                  <a:cubicBezTo>
                    <a:pt x="2986" y="8284"/>
                    <a:pt x="2970" y="8268"/>
                    <a:pt x="2955" y="8252"/>
                  </a:cubicBezTo>
                  <a:lnTo>
                    <a:pt x="2955" y="8252"/>
                  </a:lnTo>
                  <a:cubicBezTo>
                    <a:pt x="3050" y="8390"/>
                    <a:pt x="3139" y="8512"/>
                    <a:pt x="3223" y="8629"/>
                  </a:cubicBezTo>
                  <a:cubicBezTo>
                    <a:pt x="3325" y="8790"/>
                    <a:pt x="3418" y="8934"/>
                    <a:pt x="3511" y="9052"/>
                  </a:cubicBezTo>
                  <a:cubicBezTo>
                    <a:pt x="3697" y="9306"/>
                    <a:pt x="3858" y="9534"/>
                    <a:pt x="4053" y="9754"/>
                  </a:cubicBezTo>
                  <a:cubicBezTo>
                    <a:pt x="4002" y="9712"/>
                    <a:pt x="3951" y="9661"/>
                    <a:pt x="3917" y="9602"/>
                  </a:cubicBezTo>
                  <a:cubicBezTo>
                    <a:pt x="3883" y="9551"/>
                    <a:pt x="3849" y="9509"/>
                    <a:pt x="3807" y="9466"/>
                  </a:cubicBezTo>
                  <a:lnTo>
                    <a:pt x="3807" y="9466"/>
                  </a:lnTo>
                  <a:cubicBezTo>
                    <a:pt x="3943" y="9653"/>
                    <a:pt x="4078" y="9805"/>
                    <a:pt x="4196" y="9949"/>
                  </a:cubicBezTo>
                  <a:cubicBezTo>
                    <a:pt x="4323" y="10092"/>
                    <a:pt x="4433" y="10219"/>
                    <a:pt x="4552" y="10346"/>
                  </a:cubicBezTo>
                  <a:lnTo>
                    <a:pt x="4932" y="10735"/>
                  </a:lnTo>
                  <a:cubicBezTo>
                    <a:pt x="4991" y="10803"/>
                    <a:pt x="5059" y="10871"/>
                    <a:pt x="5135" y="10947"/>
                  </a:cubicBezTo>
                  <a:lnTo>
                    <a:pt x="5364" y="11175"/>
                  </a:lnTo>
                  <a:cubicBezTo>
                    <a:pt x="5317" y="11136"/>
                    <a:pt x="5295" y="11119"/>
                    <a:pt x="5290" y="11119"/>
                  </a:cubicBezTo>
                  <a:cubicBezTo>
                    <a:pt x="5272" y="11119"/>
                    <a:pt x="5523" y="11376"/>
                    <a:pt x="5651" y="11531"/>
                  </a:cubicBezTo>
                  <a:cubicBezTo>
                    <a:pt x="5787" y="11657"/>
                    <a:pt x="5973" y="11818"/>
                    <a:pt x="6176" y="12004"/>
                  </a:cubicBezTo>
                  <a:cubicBezTo>
                    <a:pt x="6379" y="12190"/>
                    <a:pt x="6616" y="12385"/>
                    <a:pt x="6861" y="12596"/>
                  </a:cubicBezTo>
                  <a:cubicBezTo>
                    <a:pt x="7352" y="13011"/>
                    <a:pt x="7902" y="13425"/>
                    <a:pt x="8358" y="13755"/>
                  </a:cubicBezTo>
                  <a:cubicBezTo>
                    <a:pt x="8341" y="13748"/>
                    <a:pt x="8329" y="13744"/>
                    <a:pt x="8324" y="13744"/>
                  </a:cubicBezTo>
                  <a:cubicBezTo>
                    <a:pt x="8242" y="13744"/>
                    <a:pt x="9403" y="14513"/>
                    <a:pt x="9458" y="14584"/>
                  </a:cubicBezTo>
                  <a:cubicBezTo>
                    <a:pt x="9670" y="14720"/>
                    <a:pt x="9999" y="14931"/>
                    <a:pt x="10042" y="14931"/>
                  </a:cubicBezTo>
                  <a:cubicBezTo>
                    <a:pt x="9906" y="14864"/>
                    <a:pt x="9788" y="14779"/>
                    <a:pt x="9678" y="14677"/>
                  </a:cubicBezTo>
                  <a:lnTo>
                    <a:pt x="9678" y="14677"/>
                  </a:lnTo>
                  <a:lnTo>
                    <a:pt x="9932" y="14847"/>
                  </a:lnTo>
                  <a:lnTo>
                    <a:pt x="10202" y="15007"/>
                  </a:lnTo>
                  <a:cubicBezTo>
                    <a:pt x="10304" y="15075"/>
                    <a:pt x="10414" y="15134"/>
                    <a:pt x="10532" y="15185"/>
                  </a:cubicBezTo>
                  <a:cubicBezTo>
                    <a:pt x="10659" y="15278"/>
                    <a:pt x="10786" y="15363"/>
                    <a:pt x="10913" y="15447"/>
                  </a:cubicBezTo>
                  <a:cubicBezTo>
                    <a:pt x="11048" y="15481"/>
                    <a:pt x="11184" y="15540"/>
                    <a:pt x="11302" y="15625"/>
                  </a:cubicBezTo>
                  <a:cubicBezTo>
                    <a:pt x="11487" y="15752"/>
                    <a:pt x="11520" y="15769"/>
                    <a:pt x="11535" y="15769"/>
                  </a:cubicBezTo>
                  <a:cubicBezTo>
                    <a:pt x="11541" y="15769"/>
                    <a:pt x="11544" y="15767"/>
                    <a:pt x="11552" y="15767"/>
                  </a:cubicBezTo>
                  <a:cubicBezTo>
                    <a:pt x="11577" y="15767"/>
                    <a:pt x="11644" y="15790"/>
                    <a:pt x="11962" y="15980"/>
                  </a:cubicBezTo>
                  <a:cubicBezTo>
                    <a:pt x="11784" y="15913"/>
                    <a:pt x="11641" y="15845"/>
                    <a:pt x="11573" y="15828"/>
                  </a:cubicBezTo>
                  <a:lnTo>
                    <a:pt x="11573" y="15828"/>
                  </a:lnTo>
                  <a:cubicBezTo>
                    <a:pt x="11911" y="16022"/>
                    <a:pt x="11869" y="15980"/>
                    <a:pt x="12114" y="16116"/>
                  </a:cubicBezTo>
                  <a:cubicBezTo>
                    <a:pt x="12123" y="16122"/>
                    <a:pt x="12125" y="16126"/>
                    <a:pt x="12121" y="16126"/>
                  </a:cubicBezTo>
                  <a:cubicBezTo>
                    <a:pt x="12094" y="16126"/>
                    <a:pt x="11817" y="15996"/>
                    <a:pt x="11590" y="15879"/>
                  </a:cubicBezTo>
                  <a:lnTo>
                    <a:pt x="11590" y="15879"/>
                  </a:lnTo>
                  <a:lnTo>
                    <a:pt x="12021" y="16141"/>
                  </a:lnTo>
                  <a:cubicBezTo>
                    <a:pt x="12241" y="16242"/>
                    <a:pt x="12537" y="16378"/>
                    <a:pt x="12876" y="16539"/>
                  </a:cubicBezTo>
                  <a:cubicBezTo>
                    <a:pt x="13206" y="16691"/>
                    <a:pt x="13578" y="16868"/>
                    <a:pt x="13925" y="17038"/>
                  </a:cubicBezTo>
                  <a:cubicBezTo>
                    <a:pt x="13844" y="17015"/>
                    <a:pt x="13712" y="16952"/>
                    <a:pt x="13690" y="16952"/>
                  </a:cubicBezTo>
                  <a:cubicBezTo>
                    <a:pt x="13679" y="16952"/>
                    <a:pt x="13693" y="16966"/>
                    <a:pt x="13747" y="17004"/>
                  </a:cubicBezTo>
                  <a:cubicBezTo>
                    <a:pt x="14041" y="17135"/>
                    <a:pt x="14446" y="17297"/>
                    <a:pt x="14831" y="17483"/>
                  </a:cubicBezTo>
                  <a:lnTo>
                    <a:pt x="14831" y="17483"/>
                  </a:lnTo>
                  <a:cubicBezTo>
                    <a:pt x="14825" y="17482"/>
                    <a:pt x="14821" y="17482"/>
                    <a:pt x="14801" y="17475"/>
                  </a:cubicBezTo>
                  <a:lnTo>
                    <a:pt x="14801" y="17475"/>
                  </a:lnTo>
                  <a:cubicBezTo>
                    <a:pt x="15504" y="17765"/>
                    <a:pt x="15324" y="17725"/>
                    <a:pt x="15963" y="18002"/>
                  </a:cubicBezTo>
                  <a:lnTo>
                    <a:pt x="15929" y="18002"/>
                  </a:lnTo>
                  <a:cubicBezTo>
                    <a:pt x="16065" y="18053"/>
                    <a:pt x="16200" y="18104"/>
                    <a:pt x="16336" y="18154"/>
                  </a:cubicBezTo>
                  <a:cubicBezTo>
                    <a:pt x="17181" y="18459"/>
                    <a:pt x="17258" y="18560"/>
                    <a:pt x="17748" y="18780"/>
                  </a:cubicBezTo>
                  <a:lnTo>
                    <a:pt x="17638" y="18738"/>
                  </a:lnTo>
                  <a:lnTo>
                    <a:pt x="17638" y="18738"/>
                  </a:lnTo>
                  <a:cubicBezTo>
                    <a:pt x="17791" y="18814"/>
                    <a:pt x="18120" y="18941"/>
                    <a:pt x="18459" y="19068"/>
                  </a:cubicBezTo>
                  <a:cubicBezTo>
                    <a:pt x="18776" y="19190"/>
                    <a:pt x="19093" y="19296"/>
                    <a:pt x="19245" y="19357"/>
                  </a:cubicBezTo>
                  <a:lnTo>
                    <a:pt x="19245" y="19357"/>
                  </a:lnTo>
                  <a:cubicBezTo>
                    <a:pt x="18915" y="19223"/>
                    <a:pt x="19140" y="19303"/>
                    <a:pt x="18890" y="19178"/>
                  </a:cubicBezTo>
                  <a:cubicBezTo>
                    <a:pt x="18577" y="19068"/>
                    <a:pt x="18653" y="19136"/>
                    <a:pt x="18137" y="18924"/>
                  </a:cubicBezTo>
                  <a:cubicBezTo>
                    <a:pt x="18214" y="18924"/>
                    <a:pt x="18882" y="19169"/>
                    <a:pt x="19026" y="19195"/>
                  </a:cubicBezTo>
                  <a:cubicBezTo>
                    <a:pt x="19212" y="19246"/>
                    <a:pt x="19381" y="19339"/>
                    <a:pt x="19533" y="19449"/>
                  </a:cubicBezTo>
                  <a:cubicBezTo>
                    <a:pt x="19905" y="19575"/>
                    <a:pt x="20193" y="19685"/>
                    <a:pt x="20498" y="19804"/>
                  </a:cubicBezTo>
                  <a:cubicBezTo>
                    <a:pt x="20811" y="19914"/>
                    <a:pt x="21140" y="20024"/>
                    <a:pt x="21597" y="20176"/>
                  </a:cubicBezTo>
                  <a:cubicBezTo>
                    <a:pt x="21766" y="20218"/>
                    <a:pt x="21919" y="20252"/>
                    <a:pt x="22122" y="20303"/>
                  </a:cubicBezTo>
                  <a:cubicBezTo>
                    <a:pt x="22325" y="20354"/>
                    <a:pt x="22579" y="20438"/>
                    <a:pt x="22959" y="20582"/>
                  </a:cubicBezTo>
                  <a:lnTo>
                    <a:pt x="22933" y="20582"/>
                  </a:lnTo>
                  <a:cubicBezTo>
                    <a:pt x="23020" y="20596"/>
                    <a:pt x="23300" y="20705"/>
                    <a:pt x="23441" y="20734"/>
                  </a:cubicBezTo>
                  <a:cubicBezTo>
                    <a:pt x="23378" y="20708"/>
                    <a:pt x="23365" y="20699"/>
                    <a:pt x="23376" y="20699"/>
                  </a:cubicBezTo>
                  <a:cubicBezTo>
                    <a:pt x="23399" y="20699"/>
                    <a:pt x="23520" y="20734"/>
                    <a:pt x="23547" y="20734"/>
                  </a:cubicBezTo>
                  <a:cubicBezTo>
                    <a:pt x="23563" y="20734"/>
                    <a:pt x="23546" y="20722"/>
                    <a:pt x="23458" y="20684"/>
                  </a:cubicBezTo>
                  <a:lnTo>
                    <a:pt x="23458" y="20684"/>
                  </a:lnTo>
                  <a:cubicBezTo>
                    <a:pt x="23907" y="20819"/>
                    <a:pt x="23974" y="20887"/>
                    <a:pt x="24008" y="20929"/>
                  </a:cubicBezTo>
                  <a:cubicBezTo>
                    <a:pt x="24228" y="20980"/>
                    <a:pt x="24448" y="21039"/>
                    <a:pt x="24660" y="21124"/>
                  </a:cubicBezTo>
                  <a:cubicBezTo>
                    <a:pt x="24930" y="21208"/>
                    <a:pt x="25243" y="21310"/>
                    <a:pt x="25590" y="21394"/>
                  </a:cubicBezTo>
                  <a:cubicBezTo>
                    <a:pt x="25489" y="21381"/>
                    <a:pt x="24987" y="21244"/>
                    <a:pt x="24939" y="21244"/>
                  </a:cubicBezTo>
                  <a:cubicBezTo>
                    <a:pt x="24926" y="21244"/>
                    <a:pt x="24944" y="21253"/>
                    <a:pt x="25006" y="21276"/>
                  </a:cubicBezTo>
                  <a:lnTo>
                    <a:pt x="25912" y="21487"/>
                  </a:lnTo>
                  <a:lnTo>
                    <a:pt x="25912" y="21487"/>
                  </a:lnTo>
                  <a:lnTo>
                    <a:pt x="25514" y="21369"/>
                  </a:lnTo>
                  <a:lnTo>
                    <a:pt x="25514" y="21369"/>
                  </a:lnTo>
                  <a:cubicBezTo>
                    <a:pt x="25937" y="21479"/>
                    <a:pt x="26360" y="21597"/>
                    <a:pt x="26766" y="21749"/>
                  </a:cubicBezTo>
                  <a:cubicBezTo>
                    <a:pt x="26780" y="21756"/>
                    <a:pt x="26783" y="21759"/>
                    <a:pt x="26776" y="21759"/>
                  </a:cubicBezTo>
                  <a:cubicBezTo>
                    <a:pt x="26747" y="21759"/>
                    <a:pt x="26545" y="21706"/>
                    <a:pt x="26394" y="21665"/>
                  </a:cubicBezTo>
                  <a:lnTo>
                    <a:pt x="26394" y="21665"/>
                  </a:lnTo>
                  <a:cubicBezTo>
                    <a:pt x="26597" y="21733"/>
                    <a:pt x="26927" y="21809"/>
                    <a:pt x="27206" y="21876"/>
                  </a:cubicBezTo>
                  <a:cubicBezTo>
                    <a:pt x="27417" y="21910"/>
                    <a:pt x="28128" y="22088"/>
                    <a:pt x="28424" y="22139"/>
                  </a:cubicBezTo>
                  <a:lnTo>
                    <a:pt x="28534" y="22164"/>
                  </a:lnTo>
                  <a:lnTo>
                    <a:pt x="28483" y="22164"/>
                  </a:lnTo>
                  <a:lnTo>
                    <a:pt x="28636" y="22198"/>
                  </a:lnTo>
                  <a:lnTo>
                    <a:pt x="28991" y="22291"/>
                  </a:lnTo>
                  <a:lnTo>
                    <a:pt x="28915" y="22282"/>
                  </a:lnTo>
                  <a:lnTo>
                    <a:pt x="28915" y="22282"/>
                  </a:lnTo>
                  <a:lnTo>
                    <a:pt x="29058" y="22308"/>
                  </a:lnTo>
                  <a:lnTo>
                    <a:pt x="29431" y="22418"/>
                  </a:lnTo>
                  <a:lnTo>
                    <a:pt x="29625" y="22452"/>
                  </a:lnTo>
                  <a:lnTo>
                    <a:pt x="29532" y="22426"/>
                  </a:lnTo>
                  <a:cubicBezTo>
                    <a:pt x="29536" y="22425"/>
                    <a:pt x="29544" y="22424"/>
                    <a:pt x="29554" y="22424"/>
                  </a:cubicBezTo>
                  <a:cubicBezTo>
                    <a:pt x="29660" y="22424"/>
                    <a:pt x="30080" y="22498"/>
                    <a:pt x="30556" y="22621"/>
                  </a:cubicBezTo>
                  <a:lnTo>
                    <a:pt x="29845" y="22435"/>
                  </a:lnTo>
                  <a:lnTo>
                    <a:pt x="29981" y="22460"/>
                  </a:lnTo>
                  <a:cubicBezTo>
                    <a:pt x="30277" y="22528"/>
                    <a:pt x="30564" y="22604"/>
                    <a:pt x="30843" y="22672"/>
                  </a:cubicBezTo>
                  <a:lnTo>
                    <a:pt x="31656" y="22858"/>
                  </a:lnTo>
                  <a:cubicBezTo>
                    <a:pt x="31469" y="22824"/>
                    <a:pt x="31266" y="22782"/>
                    <a:pt x="31030" y="22731"/>
                  </a:cubicBezTo>
                  <a:lnTo>
                    <a:pt x="31030" y="22731"/>
                  </a:lnTo>
                  <a:cubicBezTo>
                    <a:pt x="31588" y="22883"/>
                    <a:pt x="32459" y="23018"/>
                    <a:pt x="32721" y="23120"/>
                  </a:cubicBezTo>
                  <a:cubicBezTo>
                    <a:pt x="31850" y="22968"/>
                    <a:pt x="31444" y="22866"/>
                    <a:pt x="30539" y="22680"/>
                  </a:cubicBezTo>
                  <a:cubicBezTo>
                    <a:pt x="30436" y="22646"/>
                    <a:pt x="30409" y="22632"/>
                    <a:pt x="30428" y="22632"/>
                  </a:cubicBezTo>
                  <a:cubicBezTo>
                    <a:pt x="30452" y="22632"/>
                    <a:pt x="30546" y="22652"/>
                    <a:pt x="30657" y="22680"/>
                  </a:cubicBezTo>
                  <a:cubicBezTo>
                    <a:pt x="30869" y="22722"/>
                    <a:pt x="31139" y="22773"/>
                    <a:pt x="31156" y="22773"/>
                  </a:cubicBezTo>
                  <a:cubicBezTo>
                    <a:pt x="30987" y="22731"/>
                    <a:pt x="30810" y="22688"/>
                    <a:pt x="30640" y="22646"/>
                  </a:cubicBezTo>
                  <a:lnTo>
                    <a:pt x="30640" y="22646"/>
                  </a:lnTo>
                  <a:cubicBezTo>
                    <a:pt x="30646" y="22649"/>
                    <a:pt x="30644" y="22651"/>
                    <a:pt x="30637" y="22651"/>
                  </a:cubicBezTo>
                  <a:cubicBezTo>
                    <a:pt x="30570" y="22651"/>
                    <a:pt x="29959" y="22504"/>
                    <a:pt x="29875" y="22504"/>
                  </a:cubicBezTo>
                  <a:cubicBezTo>
                    <a:pt x="29856" y="22504"/>
                    <a:pt x="29863" y="22511"/>
                    <a:pt x="29904" y="22528"/>
                  </a:cubicBezTo>
                  <a:lnTo>
                    <a:pt x="30742" y="22739"/>
                  </a:lnTo>
                  <a:lnTo>
                    <a:pt x="31562" y="22925"/>
                  </a:lnTo>
                  <a:lnTo>
                    <a:pt x="32358" y="23103"/>
                  </a:lnTo>
                  <a:lnTo>
                    <a:pt x="32747" y="23188"/>
                  </a:lnTo>
                  <a:lnTo>
                    <a:pt x="33119" y="23255"/>
                  </a:lnTo>
                  <a:cubicBezTo>
                    <a:pt x="32789" y="23281"/>
                    <a:pt x="32459" y="23281"/>
                    <a:pt x="32129" y="23289"/>
                  </a:cubicBezTo>
                  <a:lnTo>
                    <a:pt x="32062" y="23289"/>
                  </a:lnTo>
                  <a:cubicBezTo>
                    <a:pt x="32416" y="23367"/>
                    <a:pt x="32575" y="23390"/>
                    <a:pt x="32646" y="23390"/>
                  </a:cubicBezTo>
                  <a:cubicBezTo>
                    <a:pt x="32749" y="23390"/>
                    <a:pt x="32669" y="23342"/>
                    <a:pt x="32728" y="23342"/>
                  </a:cubicBezTo>
                  <a:cubicBezTo>
                    <a:pt x="32739" y="23342"/>
                    <a:pt x="32756" y="23344"/>
                    <a:pt x="32781" y="23348"/>
                  </a:cubicBezTo>
                  <a:cubicBezTo>
                    <a:pt x="32992" y="23382"/>
                    <a:pt x="33178" y="23399"/>
                    <a:pt x="33364" y="23450"/>
                  </a:cubicBezTo>
                  <a:lnTo>
                    <a:pt x="33254" y="23441"/>
                  </a:lnTo>
                  <a:lnTo>
                    <a:pt x="33254" y="23441"/>
                  </a:lnTo>
                  <a:cubicBezTo>
                    <a:pt x="33559" y="23496"/>
                    <a:pt x="33608" y="23496"/>
                    <a:pt x="33648" y="23496"/>
                  </a:cubicBezTo>
                  <a:cubicBezTo>
                    <a:pt x="33688" y="23496"/>
                    <a:pt x="33720" y="23496"/>
                    <a:pt x="33990" y="23551"/>
                  </a:cubicBezTo>
                  <a:cubicBezTo>
                    <a:pt x="34070" y="23562"/>
                    <a:pt x="34107" y="23567"/>
                    <a:pt x="34116" y="23567"/>
                  </a:cubicBezTo>
                  <a:cubicBezTo>
                    <a:pt x="34152" y="23567"/>
                    <a:pt x="33783" y="23504"/>
                    <a:pt x="33824" y="23504"/>
                  </a:cubicBezTo>
                  <a:cubicBezTo>
                    <a:pt x="33831" y="23504"/>
                    <a:pt x="33849" y="23505"/>
                    <a:pt x="33880" y="23509"/>
                  </a:cubicBezTo>
                  <a:cubicBezTo>
                    <a:pt x="34050" y="23543"/>
                    <a:pt x="34219" y="23568"/>
                    <a:pt x="34388" y="23577"/>
                  </a:cubicBezTo>
                  <a:cubicBezTo>
                    <a:pt x="34642" y="23611"/>
                    <a:pt x="34887" y="23653"/>
                    <a:pt x="35132" y="23704"/>
                  </a:cubicBezTo>
                  <a:cubicBezTo>
                    <a:pt x="35110" y="23708"/>
                    <a:pt x="35141" y="23725"/>
                    <a:pt x="35091" y="23725"/>
                  </a:cubicBezTo>
                  <a:cubicBezTo>
                    <a:pt x="35048" y="23725"/>
                    <a:pt x="34947" y="23713"/>
                    <a:pt x="34701" y="23670"/>
                  </a:cubicBezTo>
                  <a:lnTo>
                    <a:pt x="34701" y="23670"/>
                  </a:lnTo>
                  <a:cubicBezTo>
                    <a:pt x="34870" y="23712"/>
                    <a:pt x="35039" y="23746"/>
                    <a:pt x="35208" y="23788"/>
                  </a:cubicBezTo>
                  <a:cubicBezTo>
                    <a:pt x="34608" y="23695"/>
                    <a:pt x="34972" y="23754"/>
                    <a:pt x="34354" y="23644"/>
                  </a:cubicBezTo>
                  <a:cubicBezTo>
                    <a:pt x="34265" y="23637"/>
                    <a:pt x="34209" y="23634"/>
                    <a:pt x="34166" y="23634"/>
                  </a:cubicBezTo>
                  <a:cubicBezTo>
                    <a:pt x="34115" y="23634"/>
                    <a:pt x="34083" y="23638"/>
                    <a:pt x="34035" y="23638"/>
                  </a:cubicBezTo>
                  <a:cubicBezTo>
                    <a:pt x="33995" y="23638"/>
                    <a:pt x="33945" y="23635"/>
                    <a:pt x="33863" y="23627"/>
                  </a:cubicBezTo>
                  <a:lnTo>
                    <a:pt x="33863" y="23627"/>
                  </a:lnTo>
                  <a:cubicBezTo>
                    <a:pt x="34092" y="23670"/>
                    <a:pt x="34058" y="23636"/>
                    <a:pt x="34405" y="23704"/>
                  </a:cubicBezTo>
                  <a:cubicBezTo>
                    <a:pt x="34543" y="23732"/>
                    <a:pt x="34581" y="23741"/>
                    <a:pt x="34568" y="23741"/>
                  </a:cubicBezTo>
                  <a:cubicBezTo>
                    <a:pt x="34542" y="23741"/>
                    <a:pt x="34315" y="23704"/>
                    <a:pt x="34286" y="23704"/>
                  </a:cubicBezTo>
                  <a:cubicBezTo>
                    <a:pt x="34853" y="23780"/>
                    <a:pt x="34904" y="23856"/>
                    <a:pt x="35411" y="23907"/>
                  </a:cubicBezTo>
                  <a:cubicBezTo>
                    <a:pt x="35318" y="23847"/>
                    <a:pt x="35411" y="23873"/>
                    <a:pt x="35065" y="23788"/>
                  </a:cubicBezTo>
                  <a:lnTo>
                    <a:pt x="35065" y="23788"/>
                  </a:lnTo>
                  <a:cubicBezTo>
                    <a:pt x="35420" y="23831"/>
                    <a:pt x="35868" y="23932"/>
                    <a:pt x="35826" y="23957"/>
                  </a:cubicBezTo>
                  <a:lnTo>
                    <a:pt x="35902" y="23940"/>
                  </a:lnTo>
                  <a:cubicBezTo>
                    <a:pt x="35987" y="23966"/>
                    <a:pt x="36266" y="24017"/>
                    <a:pt x="36283" y="24025"/>
                  </a:cubicBezTo>
                  <a:lnTo>
                    <a:pt x="36410" y="24025"/>
                  </a:lnTo>
                  <a:cubicBezTo>
                    <a:pt x="36105" y="23949"/>
                    <a:pt x="35801" y="23890"/>
                    <a:pt x="35488" y="23847"/>
                  </a:cubicBezTo>
                  <a:lnTo>
                    <a:pt x="35488" y="23847"/>
                  </a:lnTo>
                  <a:cubicBezTo>
                    <a:pt x="35495" y="23848"/>
                    <a:pt x="35502" y="23848"/>
                    <a:pt x="35507" y="23848"/>
                  </a:cubicBezTo>
                  <a:cubicBezTo>
                    <a:pt x="35597" y="23848"/>
                    <a:pt x="35463" y="23808"/>
                    <a:pt x="35531" y="23808"/>
                  </a:cubicBezTo>
                  <a:cubicBezTo>
                    <a:pt x="35565" y="23808"/>
                    <a:pt x="35649" y="23818"/>
                    <a:pt x="35834" y="23847"/>
                  </a:cubicBezTo>
                  <a:cubicBezTo>
                    <a:pt x="36088" y="23890"/>
                    <a:pt x="35860" y="23864"/>
                    <a:pt x="35877" y="23881"/>
                  </a:cubicBezTo>
                  <a:cubicBezTo>
                    <a:pt x="37188" y="24084"/>
                    <a:pt x="37188" y="24143"/>
                    <a:pt x="38220" y="24279"/>
                  </a:cubicBezTo>
                  <a:cubicBezTo>
                    <a:pt x="37966" y="24253"/>
                    <a:pt x="37332" y="24143"/>
                    <a:pt x="36833" y="24093"/>
                  </a:cubicBezTo>
                  <a:lnTo>
                    <a:pt x="36833" y="24093"/>
                  </a:lnTo>
                  <a:cubicBezTo>
                    <a:pt x="37129" y="24160"/>
                    <a:pt x="37484" y="24177"/>
                    <a:pt x="37772" y="24228"/>
                  </a:cubicBezTo>
                  <a:cubicBezTo>
                    <a:pt x="37671" y="24218"/>
                    <a:pt x="37603" y="24212"/>
                    <a:pt x="37575" y="24212"/>
                  </a:cubicBezTo>
                  <a:cubicBezTo>
                    <a:pt x="37533" y="24212"/>
                    <a:pt x="37588" y="24226"/>
                    <a:pt x="37772" y="24262"/>
                  </a:cubicBezTo>
                  <a:lnTo>
                    <a:pt x="37899" y="24262"/>
                  </a:lnTo>
                  <a:cubicBezTo>
                    <a:pt x="38073" y="24287"/>
                    <a:pt x="38395" y="24336"/>
                    <a:pt x="38430" y="24346"/>
                  </a:cubicBezTo>
                  <a:lnTo>
                    <a:pt x="38430" y="24346"/>
                  </a:lnTo>
                  <a:cubicBezTo>
                    <a:pt x="38346" y="24321"/>
                    <a:pt x="38270" y="24304"/>
                    <a:pt x="38195" y="24296"/>
                  </a:cubicBezTo>
                  <a:lnTo>
                    <a:pt x="38195" y="24296"/>
                  </a:lnTo>
                  <a:cubicBezTo>
                    <a:pt x="38423" y="24313"/>
                    <a:pt x="38753" y="24355"/>
                    <a:pt x="39125" y="24397"/>
                  </a:cubicBezTo>
                  <a:cubicBezTo>
                    <a:pt x="39506" y="24440"/>
                    <a:pt x="39920" y="24499"/>
                    <a:pt x="40326" y="24558"/>
                  </a:cubicBezTo>
                  <a:cubicBezTo>
                    <a:pt x="40322" y="24560"/>
                    <a:pt x="40311" y="24561"/>
                    <a:pt x="40294" y="24561"/>
                  </a:cubicBezTo>
                  <a:cubicBezTo>
                    <a:pt x="40157" y="24561"/>
                    <a:pt x="39654" y="24497"/>
                    <a:pt x="39588" y="24497"/>
                  </a:cubicBezTo>
                  <a:cubicBezTo>
                    <a:pt x="39563" y="24497"/>
                    <a:pt x="39602" y="24507"/>
                    <a:pt x="39751" y="24533"/>
                  </a:cubicBezTo>
                  <a:cubicBezTo>
                    <a:pt x="40090" y="24566"/>
                    <a:pt x="40360" y="24558"/>
                    <a:pt x="40935" y="24660"/>
                  </a:cubicBezTo>
                  <a:cubicBezTo>
                    <a:pt x="40919" y="24659"/>
                    <a:pt x="40906" y="24659"/>
                    <a:pt x="40896" y="24659"/>
                  </a:cubicBezTo>
                  <a:cubicBezTo>
                    <a:pt x="40755" y="24659"/>
                    <a:pt x="41197" y="24711"/>
                    <a:pt x="41189" y="24719"/>
                  </a:cubicBezTo>
                  <a:lnTo>
                    <a:pt x="41993" y="24761"/>
                  </a:lnTo>
                  <a:cubicBezTo>
                    <a:pt x="42382" y="24803"/>
                    <a:pt x="42830" y="24854"/>
                    <a:pt x="43186" y="24879"/>
                  </a:cubicBezTo>
                  <a:cubicBezTo>
                    <a:pt x="43067" y="24871"/>
                    <a:pt x="42915" y="24854"/>
                    <a:pt x="42720" y="24837"/>
                  </a:cubicBezTo>
                  <a:cubicBezTo>
                    <a:pt x="42856" y="24837"/>
                    <a:pt x="42991" y="24846"/>
                    <a:pt x="43118" y="24854"/>
                  </a:cubicBezTo>
                  <a:cubicBezTo>
                    <a:pt x="43253" y="24871"/>
                    <a:pt x="43380" y="24879"/>
                    <a:pt x="43516" y="24896"/>
                  </a:cubicBezTo>
                  <a:cubicBezTo>
                    <a:pt x="43786" y="24930"/>
                    <a:pt x="44074" y="24964"/>
                    <a:pt x="44421" y="24981"/>
                  </a:cubicBezTo>
                  <a:lnTo>
                    <a:pt x="44108" y="24973"/>
                  </a:lnTo>
                  <a:lnTo>
                    <a:pt x="44108" y="24973"/>
                  </a:lnTo>
                  <a:cubicBezTo>
                    <a:pt x="44632" y="25023"/>
                    <a:pt x="45038" y="25049"/>
                    <a:pt x="45461" y="25057"/>
                  </a:cubicBezTo>
                  <a:lnTo>
                    <a:pt x="45453" y="25082"/>
                  </a:lnTo>
                  <a:cubicBezTo>
                    <a:pt x="45465" y="25074"/>
                    <a:pt x="45532" y="25071"/>
                    <a:pt x="45627" y="25071"/>
                  </a:cubicBezTo>
                  <a:cubicBezTo>
                    <a:pt x="45912" y="25071"/>
                    <a:pt x="46459" y="25099"/>
                    <a:pt x="46612" y="25099"/>
                  </a:cubicBezTo>
                  <a:cubicBezTo>
                    <a:pt x="45326" y="25040"/>
                    <a:pt x="45512" y="25006"/>
                    <a:pt x="44268" y="24930"/>
                  </a:cubicBezTo>
                  <a:cubicBezTo>
                    <a:pt x="44682" y="24930"/>
                    <a:pt x="44995" y="24957"/>
                    <a:pt x="45416" y="24957"/>
                  </a:cubicBezTo>
                  <a:cubicBezTo>
                    <a:pt x="45469" y="24957"/>
                    <a:pt x="45523" y="24957"/>
                    <a:pt x="45580" y="24956"/>
                  </a:cubicBezTo>
                  <a:cubicBezTo>
                    <a:pt x="45681" y="24956"/>
                    <a:pt x="45774" y="24964"/>
                    <a:pt x="45867" y="24989"/>
                  </a:cubicBezTo>
                  <a:cubicBezTo>
                    <a:pt x="45991" y="24977"/>
                    <a:pt x="46115" y="24969"/>
                    <a:pt x="46242" y="24969"/>
                  </a:cubicBezTo>
                  <a:cubicBezTo>
                    <a:pt x="46289" y="24969"/>
                    <a:pt x="46336" y="24970"/>
                    <a:pt x="46383" y="24973"/>
                  </a:cubicBezTo>
                  <a:lnTo>
                    <a:pt x="46468" y="24989"/>
                  </a:lnTo>
                  <a:cubicBezTo>
                    <a:pt x="46739" y="25015"/>
                    <a:pt x="47009" y="25023"/>
                    <a:pt x="47280" y="25023"/>
                  </a:cubicBezTo>
                  <a:cubicBezTo>
                    <a:pt x="47398" y="25016"/>
                    <a:pt x="47516" y="25011"/>
                    <a:pt x="47633" y="25011"/>
                  </a:cubicBezTo>
                  <a:cubicBezTo>
                    <a:pt x="47776" y="25011"/>
                    <a:pt x="47919" y="25018"/>
                    <a:pt x="48058" y="25032"/>
                  </a:cubicBezTo>
                  <a:cubicBezTo>
                    <a:pt x="48143" y="25057"/>
                    <a:pt x="47965" y="25057"/>
                    <a:pt x="47703" y="25057"/>
                  </a:cubicBezTo>
                  <a:lnTo>
                    <a:pt x="47272" y="25057"/>
                  </a:lnTo>
                  <a:lnTo>
                    <a:pt x="46849" y="25040"/>
                  </a:lnTo>
                  <a:lnTo>
                    <a:pt x="46849" y="25040"/>
                  </a:lnTo>
                  <a:cubicBezTo>
                    <a:pt x="46955" y="25056"/>
                    <a:pt x="46943" y="25061"/>
                    <a:pt x="46877" y="25061"/>
                  </a:cubicBezTo>
                  <a:cubicBezTo>
                    <a:pt x="46782" y="25061"/>
                    <a:pt x="46573" y="25051"/>
                    <a:pt x="46460" y="25051"/>
                  </a:cubicBezTo>
                  <a:cubicBezTo>
                    <a:pt x="46368" y="25051"/>
                    <a:pt x="46339" y="25058"/>
                    <a:pt x="46485" y="25082"/>
                  </a:cubicBezTo>
                  <a:lnTo>
                    <a:pt x="46730" y="25074"/>
                  </a:lnTo>
                  <a:cubicBezTo>
                    <a:pt x="46937" y="25088"/>
                    <a:pt x="46958" y="25102"/>
                    <a:pt x="46872" y="25102"/>
                  </a:cubicBezTo>
                  <a:cubicBezTo>
                    <a:pt x="46852" y="25102"/>
                    <a:pt x="46827" y="25101"/>
                    <a:pt x="46798" y="25099"/>
                  </a:cubicBezTo>
                  <a:lnTo>
                    <a:pt x="46798" y="25099"/>
                  </a:lnTo>
                  <a:cubicBezTo>
                    <a:pt x="46872" y="25109"/>
                    <a:pt x="46947" y="25113"/>
                    <a:pt x="47021" y="25113"/>
                  </a:cubicBezTo>
                  <a:cubicBezTo>
                    <a:pt x="47073" y="25113"/>
                    <a:pt x="47126" y="25111"/>
                    <a:pt x="47179" y="25108"/>
                  </a:cubicBezTo>
                  <a:lnTo>
                    <a:pt x="47179" y="25108"/>
                  </a:lnTo>
                  <a:cubicBezTo>
                    <a:pt x="48473" y="25167"/>
                    <a:pt x="47035" y="25150"/>
                    <a:pt x="48304" y="25218"/>
                  </a:cubicBezTo>
                  <a:cubicBezTo>
                    <a:pt x="48273" y="25220"/>
                    <a:pt x="48231" y="25220"/>
                    <a:pt x="48185" y="25220"/>
                  </a:cubicBezTo>
                  <a:cubicBezTo>
                    <a:pt x="48104" y="25220"/>
                    <a:pt x="48010" y="25218"/>
                    <a:pt x="47946" y="25218"/>
                  </a:cubicBezTo>
                  <a:cubicBezTo>
                    <a:pt x="47888" y="25218"/>
                    <a:pt x="47856" y="25220"/>
                    <a:pt x="47881" y="25226"/>
                  </a:cubicBezTo>
                  <a:cubicBezTo>
                    <a:pt x="47661" y="25218"/>
                    <a:pt x="47432" y="25209"/>
                    <a:pt x="47204" y="25192"/>
                  </a:cubicBezTo>
                  <a:lnTo>
                    <a:pt x="47187" y="25218"/>
                  </a:lnTo>
                  <a:cubicBezTo>
                    <a:pt x="47483" y="25235"/>
                    <a:pt x="47777" y="25243"/>
                    <a:pt x="48071" y="25243"/>
                  </a:cubicBezTo>
                  <a:cubicBezTo>
                    <a:pt x="48365" y="25243"/>
                    <a:pt x="48659" y="25235"/>
                    <a:pt x="48955" y="25218"/>
                  </a:cubicBezTo>
                  <a:cubicBezTo>
                    <a:pt x="48177" y="25209"/>
                    <a:pt x="48870" y="25184"/>
                    <a:pt x="48464" y="25150"/>
                  </a:cubicBezTo>
                  <a:cubicBezTo>
                    <a:pt x="48591" y="25150"/>
                    <a:pt x="48718" y="25150"/>
                    <a:pt x="48845" y="25167"/>
                  </a:cubicBezTo>
                  <a:cubicBezTo>
                    <a:pt x="48858" y="25165"/>
                    <a:pt x="48889" y="25165"/>
                    <a:pt x="48927" y="25165"/>
                  </a:cubicBezTo>
                  <a:cubicBezTo>
                    <a:pt x="48995" y="25165"/>
                    <a:pt x="49089" y="25167"/>
                    <a:pt x="49158" y="25167"/>
                  </a:cubicBezTo>
                  <a:cubicBezTo>
                    <a:pt x="49216" y="25167"/>
                    <a:pt x="49255" y="25165"/>
                    <a:pt x="49246" y="25160"/>
                  </a:cubicBezTo>
                  <a:lnTo>
                    <a:pt x="49246" y="25160"/>
                  </a:lnTo>
                  <a:cubicBezTo>
                    <a:pt x="49439" y="25235"/>
                    <a:pt x="51102" y="25277"/>
                    <a:pt x="50723" y="25336"/>
                  </a:cubicBezTo>
                  <a:cubicBezTo>
                    <a:pt x="50884" y="25348"/>
                    <a:pt x="51156" y="25351"/>
                    <a:pt x="51487" y="25351"/>
                  </a:cubicBezTo>
                  <a:cubicBezTo>
                    <a:pt x="52148" y="25351"/>
                    <a:pt x="53041" y="25336"/>
                    <a:pt x="53735" y="25336"/>
                  </a:cubicBezTo>
                  <a:cubicBezTo>
                    <a:pt x="53641" y="25345"/>
                    <a:pt x="53548" y="25353"/>
                    <a:pt x="53455" y="25353"/>
                  </a:cubicBezTo>
                  <a:cubicBezTo>
                    <a:pt x="53656" y="25363"/>
                    <a:pt x="53815" y="25366"/>
                    <a:pt x="53946" y="25366"/>
                  </a:cubicBezTo>
                  <a:cubicBezTo>
                    <a:pt x="54526" y="25366"/>
                    <a:pt x="54536" y="25289"/>
                    <a:pt x="55054" y="25269"/>
                  </a:cubicBezTo>
                  <a:lnTo>
                    <a:pt x="55054" y="25269"/>
                  </a:lnTo>
                  <a:cubicBezTo>
                    <a:pt x="54487" y="25302"/>
                    <a:pt x="55545" y="25286"/>
                    <a:pt x="55773" y="25302"/>
                  </a:cubicBezTo>
                  <a:cubicBezTo>
                    <a:pt x="56272" y="25260"/>
                    <a:pt x="56678" y="25209"/>
                    <a:pt x="57389" y="25192"/>
                  </a:cubicBezTo>
                  <a:cubicBezTo>
                    <a:pt x="57523" y="25228"/>
                    <a:pt x="57666" y="25246"/>
                    <a:pt x="57811" y="25246"/>
                  </a:cubicBezTo>
                  <a:cubicBezTo>
                    <a:pt x="57876" y="25246"/>
                    <a:pt x="57941" y="25243"/>
                    <a:pt x="58007" y="25235"/>
                  </a:cubicBezTo>
                  <a:lnTo>
                    <a:pt x="58311" y="25201"/>
                  </a:lnTo>
                  <a:cubicBezTo>
                    <a:pt x="58759" y="25176"/>
                    <a:pt x="59352" y="25125"/>
                    <a:pt x="59639" y="25125"/>
                  </a:cubicBezTo>
                  <a:lnTo>
                    <a:pt x="59580" y="25125"/>
                  </a:lnTo>
                  <a:cubicBezTo>
                    <a:pt x="60006" y="25111"/>
                    <a:pt x="60086" y="25079"/>
                    <a:pt x="59867" y="25079"/>
                  </a:cubicBezTo>
                  <a:cubicBezTo>
                    <a:pt x="59824" y="25079"/>
                    <a:pt x="59771" y="25080"/>
                    <a:pt x="59707" y="25082"/>
                  </a:cubicBezTo>
                  <a:cubicBezTo>
                    <a:pt x="59868" y="25074"/>
                    <a:pt x="60028" y="25057"/>
                    <a:pt x="60189" y="25040"/>
                  </a:cubicBezTo>
                  <a:lnTo>
                    <a:pt x="60206" y="25040"/>
                  </a:lnTo>
                  <a:cubicBezTo>
                    <a:pt x="60519" y="25015"/>
                    <a:pt x="60824" y="24981"/>
                    <a:pt x="61170" y="24939"/>
                  </a:cubicBezTo>
                  <a:cubicBezTo>
                    <a:pt x="61498" y="24900"/>
                    <a:pt x="61854" y="24868"/>
                    <a:pt x="62298" y="24817"/>
                  </a:cubicBezTo>
                  <a:lnTo>
                    <a:pt x="62298" y="24817"/>
                  </a:lnTo>
                  <a:cubicBezTo>
                    <a:pt x="62250" y="24820"/>
                    <a:pt x="62208" y="24821"/>
                    <a:pt x="62175" y="24821"/>
                  </a:cubicBezTo>
                  <a:cubicBezTo>
                    <a:pt x="62160" y="24821"/>
                    <a:pt x="62146" y="24821"/>
                    <a:pt x="62135" y="24820"/>
                  </a:cubicBezTo>
                  <a:lnTo>
                    <a:pt x="62592" y="24753"/>
                  </a:lnTo>
                  <a:lnTo>
                    <a:pt x="62761" y="24761"/>
                  </a:lnTo>
                  <a:lnTo>
                    <a:pt x="63023" y="24702"/>
                  </a:lnTo>
                  <a:lnTo>
                    <a:pt x="63023" y="24702"/>
                  </a:lnTo>
                  <a:cubicBezTo>
                    <a:pt x="62768" y="24716"/>
                    <a:pt x="62263" y="24756"/>
                    <a:pt x="62041" y="24756"/>
                  </a:cubicBezTo>
                  <a:cubicBezTo>
                    <a:pt x="62005" y="24756"/>
                    <a:pt x="61976" y="24755"/>
                    <a:pt x="61957" y="24753"/>
                  </a:cubicBezTo>
                  <a:cubicBezTo>
                    <a:pt x="62304" y="24719"/>
                    <a:pt x="62744" y="24676"/>
                    <a:pt x="63268" y="24617"/>
                  </a:cubicBezTo>
                  <a:lnTo>
                    <a:pt x="64097" y="24507"/>
                  </a:lnTo>
                  <a:cubicBezTo>
                    <a:pt x="64385" y="24473"/>
                    <a:pt x="64698" y="24423"/>
                    <a:pt x="65019" y="24372"/>
                  </a:cubicBezTo>
                  <a:lnTo>
                    <a:pt x="65019" y="24372"/>
                  </a:lnTo>
                  <a:cubicBezTo>
                    <a:pt x="64994" y="24380"/>
                    <a:pt x="64960" y="24380"/>
                    <a:pt x="64935" y="24389"/>
                  </a:cubicBezTo>
                  <a:cubicBezTo>
                    <a:pt x="65595" y="24313"/>
                    <a:pt x="65654" y="24304"/>
                    <a:pt x="66178" y="24237"/>
                  </a:cubicBezTo>
                  <a:lnTo>
                    <a:pt x="66178" y="24237"/>
                  </a:lnTo>
                  <a:lnTo>
                    <a:pt x="66018" y="24270"/>
                  </a:lnTo>
                  <a:cubicBezTo>
                    <a:pt x="66023" y="24271"/>
                    <a:pt x="66029" y="24271"/>
                    <a:pt x="66036" y="24271"/>
                  </a:cubicBezTo>
                  <a:cubicBezTo>
                    <a:pt x="66163" y="24271"/>
                    <a:pt x="66564" y="24200"/>
                    <a:pt x="66965" y="24143"/>
                  </a:cubicBezTo>
                  <a:cubicBezTo>
                    <a:pt x="67160" y="24101"/>
                    <a:pt x="67346" y="24076"/>
                    <a:pt x="67540" y="24059"/>
                  </a:cubicBezTo>
                  <a:lnTo>
                    <a:pt x="67540" y="24059"/>
                  </a:lnTo>
                  <a:lnTo>
                    <a:pt x="67473" y="24084"/>
                  </a:lnTo>
                  <a:cubicBezTo>
                    <a:pt x="67549" y="24084"/>
                    <a:pt x="67980" y="24034"/>
                    <a:pt x="68454" y="23966"/>
                  </a:cubicBezTo>
                  <a:lnTo>
                    <a:pt x="68454" y="23966"/>
                  </a:lnTo>
                  <a:lnTo>
                    <a:pt x="68259" y="24017"/>
                  </a:lnTo>
                  <a:cubicBezTo>
                    <a:pt x="68166" y="24038"/>
                    <a:pt x="68041" y="24060"/>
                    <a:pt x="67901" y="24082"/>
                  </a:cubicBezTo>
                  <a:lnTo>
                    <a:pt x="67901" y="24082"/>
                  </a:lnTo>
                  <a:cubicBezTo>
                    <a:pt x="67982" y="24071"/>
                    <a:pt x="68079" y="24063"/>
                    <a:pt x="68200" y="24050"/>
                  </a:cubicBezTo>
                  <a:lnTo>
                    <a:pt x="68200" y="24050"/>
                  </a:lnTo>
                  <a:lnTo>
                    <a:pt x="67363" y="24220"/>
                  </a:lnTo>
                  <a:cubicBezTo>
                    <a:pt x="67786" y="24169"/>
                    <a:pt x="67845" y="24110"/>
                    <a:pt x="68361" y="24050"/>
                  </a:cubicBezTo>
                  <a:lnTo>
                    <a:pt x="68361" y="24050"/>
                  </a:lnTo>
                  <a:cubicBezTo>
                    <a:pt x="68335" y="24093"/>
                    <a:pt x="68369" y="24101"/>
                    <a:pt x="67819" y="24203"/>
                  </a:cubicBezTo>
                  <a:cubicBezTo>
                    <a:pt x="67677" y="24220"/>
                    <a:pt x="67619" y="24226"/>
                    <a:pt x="67602" y="24226"/>
                  </a:cubicBezTo>
                  <a:cubicBezTo>
                    <a:pt x="67566" y="24226"/>
                    <a:pt x="67710" y="24200"/>
                    <a:pt x="67645" y="24200"/>
                  </a:cubicBezTo>
                  <a:cubicBezTo>
                    <a:pt x="67634" y="24200"/>
                    <a:pt x="67617" y="24201"/>
                    <a:pt x="67591" y="24203"/>
                  </a:cubicBezTo>
                  <a:cubicBezTo>
                    <a:pt x="67227" y="24287"/>
                    <a:pt x="67117" y="24228"/>
                    <a:pt x="66737" y="24321"/>
                  </a:cubicBezTo>
                  <a:cubicBezTo>
                    <a:pt x="66515" y="24353"/>
                    <a:pt x="66429" y="24360"/>
                    <a:pt x="66385" y="24360"/>
                  </a:cubicBezTo>
                  <a:cubicBezTo>
                    <a:pt x="66344" y="24360"/>
                    <a:pt x="66340" y="24354"/>
                    <a:pt x="66298" y="24354"/>
                  </a:cubicBezTo>
                  <a:cubicBezTo>
                    <a:pt x="66289" y="24354"/>
                    <a:pt x="66277" y="24354"/>
                    <a:pt x="66263" y="24355"/>
                  </a:cubicBezTo>
                  <a:cubicBezTo>
                    <a:pt x="66728" y="24287"/>
                    <a:pt x="66035" y="24347"/>
                    <a:pt x="66618" y="24262"/>
                  </a:cubicBezTo>
                  <a:lnTo>
                    <a:pt x="66618" y="24262"/>
                  </a:lnTo>
                  <a:cubicBezTo>
                    <a:pt x="66144" y="24304"/>
                    <a:pt x="66288" y="24347"/>
                    <a:pt x="65882" y="24380"/>
                  </a:cubicBezTo>
                  <a:lnTo>
                    <a:pt x="65815" y="24355"/>
                  </a:lnTo>
                  <a:cubicBezTo>
                    <a:pt x="65451" y="24380"/>
                    <a:pt x="64656" y="24456"/>
                    <a:pt x="64165" y="24533"/>
                  </a:cubicBezTo>
                  <a:cubicBezTo>
                    <a:pt x="64224" y="24529"/>
                    <a:pt x="64261" y="24527"/>
                    <a:pt x="64282" y="24527"/>
                  </a:cubicBezTo>
                  <a:cubicBezTo>
                    <a:pt x="64407" y="24527"/>
                    <a:pt x="63929" y="24585"/>
                    <a:pt x="63987" y="24592"/>
                  </a:cubicBezTo>
                  <a:cubicBezTo>
                    <a:pt x="64199" y="24550"/>
                    <a:pt x="64419" y="24524"/>
                    <a:pt x="64630" y="24524"/>
                  </a:cubicBezTo>
                  <a:cubicBezTo>
                    <a:pt x="64331" y="24570"/>
                    <a:pt x="63609" y="24644"/>
                    <a:pt x="63350" y="24664"/>
                  </a:cubicBezTo>
                  <a:lnTo>
                    <a:pt x="63350" y="24664"/>
                  </a:lnTo>
                  <a:lnTo>
                    <a:pt x="63920" y="24626"/>
                  </a:lnTo>
                  <a:lnTo>
                    <a:pt x="63920" y="24626"/>
                  </a:lnTo>
                  <a:cubicBezTo>
                    <a:pt x="63700" y="24668"/>
                    <a:pt x="62905" y="24769"/>
                    <a:pt x="62888" y="24778"/>
                  </a:cubicBezTo>
                  <a:cubicBezTo>
                    <a:pt x="62736" y="24783"/>
                    <a:pt x="62542" y="24800"/>
                    <a:pt x="62384" y="24811"/>
                  </a:cubicBezTo>
                  <a:lnTo>
                    <a:pt x="62384" y="24811"/>
                  </a:lnTo>
                  <a:cubicBezTo>
                    <a:pt x="62391" y="24809"/>
                    <a:pt x="62401" y="24806"/>
                    <a:pt x="62414" y="24803"/>
                  </a:cubicBezTo>
                  <a:lnTo>
                    <a:pt x="62414" y="24803"/>
                  </a:lnTo>
                  <a:cubicBezTo>
                    <a:pt x="62375" y="24808"/>
                    <a:pt x="62336" y="24813"/>
                    <a:pt x="62298" y="24817"/>
                  </a:cubicBezTo>
                  <a:lnTo>
                    <a:pt x="62298" y="24817"/>
                  </a:lnTo>
                  <a:cubicBezTo>
                    <a:pt x="62325" y="24815"/>
                    <a:pt x="62354" y="24813"/>
                    <a:pt x="62384" y="24811"/>
                  </a:cubicBezTo>
                  <a:lnTo>
                    <a:pt x="62384" y="24811"/>
                  </a:lnTo>
                  <a:cubicBezTo>
                    <a:pt x="62336" y="24827"/>
                    <a:pt x="62419" y="24829"/>
                    <a:pt x="62505" y="24829"/>
                  </a:cubicBezTo>
                  <a:cubicBezTo>
                    <a:pt x="62534" y="24829"/>
                    <a:pt x="62562" y="24829"/>
                    <a:pt x="62587" y="24829"/>
                  </a:cubicBezTo>
                  <a:lnTo>
                    <a:pt x="62587" y="24829"/>
                  </a:lnTo>
                  <a:cubicBezTo>
                    <a:pt x="62699" y="24829"/>
                    <a:pt x="62731" y="24833"/>
                    <a:pt x="62279" y="24879"/>
                  </a:cubicBezTo>
                  <a:cubicBezTo>
                    <a:pt x="62392" y="24865"/>
                    <a:pt x="62380" y="24861"/>
                    <a:pt x="62326" y="24861"/>
                  </a:cubicBezTo>
                  <a:cubicBezTo>
                    <a:pt x="62274" y="24861"/>
                    <a:pt x="62185" y="24864"/>
                    <a:pt x="62127" y="24864"/>
                  </a:cubicBezTo>
                  <a:cubicBezTo>
                    <a:pt x="62103" y="24864"/>
                    <a:pt x="62085" y="24864"/>
                    <a:pt x="62076" y="24863"/>
                  </a:cubicBezTo>
                  <a:cubicBezTo>
                    <a:pt x="61754" y="24879"/>
                    <a:pt x="61458" y="24930"/>
                    <a:pt x="61314" y="24947"/>
                  </a:cubicBezTo>
                  <a:cubicBezTo>
                    <a:pt x="61424" y="24956"/>
                    <a:pt x="61331" y="24998"/>
                    <a:pt x="61162" y="25032"/>
                  </a:cubicBezTo>
                  <a:cubicBezTo>
                    <a:pt x="61805" y="24947"/>
                    <a:pt x="63624" y="24812"/>
                    <a:pt x="63767" y="24727"/>
                  </a:cubicBezTo>
                  <a:cubicBezTo>
                    <a:pt x="64165" y="24693"/>
                    <a:pt x="64630" y="24634"/>
                    <a:pt x="65104" y="24583"/>
                  </a:cubicBezTo>
                  <a:lnTo>
                    <a:pt x="66508" y="24389"/>
                  </a:lnTo>
                  <a:cubicBezTo>
                    <a:pt x="66486" y="24389"/>
                    <a:pt x="66444" y="24393"/>
                    <a:pt x="66427" y="24393"/>
                  </a:cubicBezTo>
                  <a:cubicBezTo>
                    <a:pt x="66418" y="24393"/>
                    <a:pt x="66415" y="24392"/>
                    <a:pt x="66424" y="24389"/>
                  </a:cubicBezTo>
                  <a:lnTo>
                    <a:pt x="67210" y="24321"/>
                  </a:lnTo>
                  <a:lnTo>
                    <a:pt x="67210" y="24321"/>
                  </a:lnTo>
                  <a:lnTo>
                    <a:pt x="67024" y="24347"/>
                  </a:lnTo>
                  <a:lnTo>
                    <a:pt x="67549" y="24304"/>
                  </a:lnTo>
                  <a:cubicBezTo>
                    <a:pt x="67600" y="24304"/>
                    <a:pt x="67405" y="24347"/>
                    <a:pt x="67193" y="24380"/>
                  </a:cubicBezTo>
                  <a:cubicBezTo>
                    <a:pt x="67124" y="24390"/>
                    <a:pt x="67059" y="24396"/>
                    <a:pt x="67035" y="24396"/>
                  </a:cubicBezTo>
                  <a:cubicBezTo>
                    <a:pt x="67015" y="24396"/>
                    <a:pt x="67022" y="24392"/>
                    <a:pt x="67075" y="24380"/>
                  </a:cubicBezTo>
                  <a:lnTo>
                    <a:pt x="67075" y="24380"/>
                  </a:lnTo>
                  <a:cubicBezTo>
                    <a:pt x="66927" y="24408"/>
                    <a:pt x="66893" y="24417"/>
                    <a:pt x="66914" y="24417"/>
                  </a:cubicBezTo>
                  <a:cubicBezTo>
                    <a:pt x="66954" y="24417"/>
                    <a:pt x="67200" y="24384"/>
                    <a:pt x="67249" y="24384"/>
                  </a:cubicBezTo>
                  <a:cubicBezTo>
                    <a:pt x="67269" y="24384"/>
                    <a:pt x="67255" y="24389"/>
                    <a:pt x="67177" y="24406"/>
                  </a:cubicBezTo>
                  <a:cubicBezTo>
                    <a:pt x="67041" y="24423"/>
                    <a:pt x="66864" y="24448"/>
                    <a:pt x="66770" y="24465"/>
                  </a:cubicBezTo>
                  <a:cubicBezTo>
                    <a:pt x="67405" y="24397"/>
                    <a:pt x="67693" y="24313"/>
                    <a:pt x="68090" y="24304"/>
                  </a:cubicBezTo>
                  <a:cubicBezTo>
                    <a:pt x="68386" y="24237"/>
                    <a:pt x="68995" y="24118"/>
                    <a:pt x="69571" y="24050"/>
                  </a:cubicBezTo>
                  <a:lnTo>
                    <a:pt x="69571" y="24050"/>
                  </a:lnTo>
                  <a:cubicBezTo>
                    <a:pt x="69536" y="24058"/>
                    <a:pt x="69528" y="24062"/>
                    <a:pt x="69537" y="24062"/>
                  </a:cubicBezTo>
                  <a:cubicBezTo>
                    <a:pt x="69575" y="24062"/>
                    <a:pt x="69895" y="24011"/>
                    <a:pt x="69958" y="24011"/>
                  </a:cubicBezTo>
                  <a:cubicBezTo>
                    <a:pt x="69980" y="24011"/>
                    <a:pt x="69972" y="24017"/>
                    <a:pt x="69909" y="24034"/>
                  </a:cubicBezTo>
                  <a:cubicBezTo>
                    <a:pt x="70019" y="24008"/>
                    <a:pt x="70205" y="23983"/>
                    <a:pt x="70374" y="23957"/>
                  </a:cubicBezTo>
                  <a:cubicBezTo>
                    <a:pt x="70493" y="23940"/>
                    <a:pt x="70611" y="23915"/>
                    <a:pt x="70729" y="23890"/>
                  </a:cubicBezTo>
                  <a:lnTo>
                    <a:pt x="70729" y="23890"/>
                  </a:lnTo>
                  <a:cubicBezTo>
                    <a:pt x="70560" y="23924"/>
                    <a:pt x="70400" y="23949"/>
                    <a:pt x="70222" y="23966"/>
                  </a:cubicBezTo>
                  <a:cubicBezTo>
                    <a:pt x="70459" y="23924"/>
                    <a:pt x="70484" y="23898"/>
                    <a:pt x="70772" y="23856"/>
                  </a:cubicBezTo>
                  <a:cubicBezTo>
                    <a:pt x="70786" y="23853"/>
                    <a:pt x="70792" y="23852"/>
                    <a:pt x="70795" y="23852"/>
                  </a:cubicBezTo>
                  <a:cubicBezTo>
                    <a:pt x="70800" y="23852"/>
                    <a:pt x="70789" y="23856"/>
                    <a:pt x="70789" y="23856"/>
                  </a:cubicBezTo>
                  <a:cubicBezTo>
                    <a:pt x="71169" y="23771"/>
                    <a:pt x="70907" y="23763"/>
                    <a:pt x="71567" y="23653"/>
                  </a:cubicBezTo>
                  <a:cubicBezTo>
                    <a:pt x="72034" y="23570"/>
                    <a:pt x="72231" y="23541"/>
                    <a:pt x="72275" y="23541"/>
                  </a:cubicBezTo>
                  <a:cubicBezTo>
                    <a:pt x="72387" y="23541"/>
                    <a:pt x="71479" y="23739"/>
                    <a:pt x="71567" y="23739"/>
                  </a:cubicBezTo>
                  <a:cubicBezTo>
                    <a:pt x="71571" y="23739"/>
                    <a:pt x="71576" y="23738"/>
                    <a:pt x="71584" y="23737"/>
                  </a:cubicBezTo>
                  <a:cubicBezTo>
                    <a:pt x="71643" y="23712"/>
                    <a:pt x="72396" y="23577"/>
                    <a:pt x="72743" y="23526"/>
                  </a:cubicBezTo>
                  <a:lnTo>
                    <a:pt x="72743" y="23526"/>
                  </a:lnTo>
                  <a:lnTo>
                    <a:pt x="72667" y="23551"/>
                  </a:lnTo>
                  <a:cubicBezTo>
                    <a:pt x="72870" y="23501"/>
                    <a:pt x="73073" y="23458"/>
                    <a:pt x="73284" y="23433"/>
                  </a:cubicBezTo>
                  <a:cubicBezTo>
                    <a:pt x="73386" y="23382"/>
                    <a:pt x="73589" y="23323"/>
                    <a:pt x="73707" y="23281"/>
                  </a:cubicBezTo>
                  <a:lnTo>
                    <a:pt x="74477" y="23128"/>
                  </a:lnTo>
                  <a:lnTo>
                    <a:pt x="74477" y="23128"/>
                  </a:lnTo>
                  <a:lnTo>
                    <a:pt x="74325" y="23171"/>
                  </a:lnTo>
                  <a:lnTo>
                    <a:pt x="74325" y="23171"/>
                  </a:lnTo>
                  <a:lnTo>
                    <a:pt x="74807" y="23069"/>
                  </a:lnTo>
                  <a:lnTo>
                    <a:pt x="74807" y="23069"/>
                  </a:lnTo>
                  <a:cubicBezTo>
                    <a:pt x="74875" y="23078"/>
                    <a:pt x="74646" y="23120"/>
                    <a:pt x="74418" y="23171"/>
                  </a:cubicBezTo>
                  <a:lnTo>
                    <a:pt x="74418" y="23171"/>
                  </a:lnTo>
                  <a:cubicBezTo>
                    <a:pt x="74570" y="23162"/>
                    <a:pt x="74731" y="23128"/>
                    <a:pt x="74875" y="23078"/>
                  </a:cubicBezTo>
                  <a:lnTo>
                    <a:pt x="74875" y="23078"/>
                  </a:lnTo>
                  <a:lnTo>
                    <a:pt x="74782" y="23095"/>
                  </a:lnTo>
                  <a:cubicBezTo>
                    <a:pt x="74932" y="23055"/>
                    <a:pt x="75393" y="22941"/>
                    <a:pt x="75333" y="22941"/>
                  </a:cubicBezTo>
                  <a:cubicBezTo>
                    <a:pt x="75315" y="22941"/>
                    <a:pt x="75252" y="22951"/>
                    <a:pt x="75120" y="22976"/>
                  </a:cubicBezTo>
                  <a:cubicBezTo>
                    <a:pt x="75543" y="22866"/>
                    <a:pt x="75687" y="22883"/>
                    <a:pt x="75983" y="22807"/>
                  </a:cubicBezTo>
                  <a:lnTo>
                    <a:pt x="75983" y="22807"/>
                  </a:lnTo>
                  <a:cubicBezTo>
                    <a:pt x="76011" y="22814"/>
                    <a:pt x="75823" y="22863"/>
                    <a:pt x="75855" y="22863"/>
                  </a:cubicBezTo>
                  <a:cubicBezTo>
                    <a:pt x="75861" y="22863"/>
                    <a:pt x="75874" y="22862"/>
                    <a:pt x="75898" y="22858"/>
                  </a:cubicBezTo>
                  <a:cubicBezTo>
                    <a:pt x="76186" y="22807"/>
                    <a:pt x="76372" y="22773"/>
                    <a:pt x="76609" y="22714"/>
                  </a:cubicBezTo>
                  <a:lnTo>
                    <a:pt x="76609" y="22714"/>
                  </a:lnTo>
                  <a:cubicBezTo>
                    <a:pt x="76557" y="22722"/>
                    <a:pt x="76532" y="22724"/>
                    <a:pt x="76519" y="22724"/>
                  </a:cubicBezTo>
                  <a:cubicBezTo>
                    <a:pt x="76497" y="22724"/>
                    <a:pt x="76516" y="22716"/>
                    <a:pt x="76500" y="22716"/>
                  </a:cubicBezTo>
                  <a:cubicBezTo>
                    <a:pt x="76484" y="22716"/>
                    <a:pt x="76439" y="22723"/>
                    <a:pt x="76304" y="22748"/>
                  </a:cubicBezTo>
                  <a:cubicBezTo>
                    <a:pt x="76440" y="22714"/>
                    <a:pt x="76803" y="22629"/>
                    <a:pt x="76786" y="22621"/>
                  </a:cubicBezTo>
                  <a:lnTo>
                    <a:pt x="76786" y="22621"/>
                  </a:lnTo>
                  <a:cubicBezTo>
                    <a:pt x="76660" y="22663"/>
                    <a:pt x="76524" y="22688"/>
                    <a:pt x="76389" y="22705"/>
                  </a:cubicBezTo>
                  <a:cubicBezTo>
                    <a:pt x="76769" y="22621"/>
                    <a:pt x="77176" y="22519"/>
                    <a:pt x="77573" y="22452"/>
                  </a:cubicBezTo>
                  <a:lnTo>
                    <a:pt x="77573" y="22452"/>
                  </a:lnTo>
                  <a:cubicBezTo>
                    <a:pt x="77539" y="22460"/>
                    <a:pt x="77505" y="22469"/>
                    <a:pt x="77480" y="22485"/>
                  </a:cubicBezTo>
                  <a:cubicBezTo>
                    <a:pt x="77979" y="22333"/>
                    <a:pt x="78757" y="22172"/>
                    <a:pt x="79087" y="22046"/>
                  </a:cubicBezTo>
                  <a:lnTo>
                    <a:pt x="79087" y="22046"/>
                  </a:lnTo>
                  <a:lnTo>
                    <a:pt x="78935" y="22079"/>
                  </a:lnTo>
                  <a:cubicBezTo>
                    <a:pt x="78783" y="22130"/>
                    <a:pt x="78622" y="22164"/>
                    <a:pt x="78461" y="22189"/>
                  </a:cubicBezTo>
                  <a:cubicBezTo>
                    <a:pt x="78581" y="22161"/>
                    <a:pt x="78601" y="22153"/>
                    <a:pt x="78582" y="22153"/>
                  </a:cubicBezTo>
                  <a:cubicBezTo>
                    <a:pt x="78560" y="22153"/>
                    <a:pt x="78485" y="22164"/>
                    <a:pt x="78460" y="22164"/>
                  </a:cubicBezTo>
                  <a:cubicBezTo>
                    <a:pt x="78438" y="22164"/>
                    <a:pt x="78455" y="22155"/>
                    <a:pt x="78588" y="22122"/>
                  </a:cubicBezTo>
                  <a:cubicBezTo>
                    <a:pt x="79147" y="21969"/>
                    <a:pt x="79646" y="21876"/>
                    <a:pt x="79942" y="21766"/>
                  </a:cubicBezTo>
                  <a:lnTo>
                    <a:pt x="79942" y="21766"/>
                  </a:lnTo>
                  <a:cubicBezTo>
                    <a:pt x="79409" y="21893"/>
                    <a:pt x="78690" y="22054"/>
                    <a:pt x="78478" y="22122"/>
                  </a:cubicBezTo>
                  <a:cubicBezTo>
                    <a:pt x="78597" y="22096"/>
                    <a:pt x="78707" y="22071"/>
                    <a:pt x="78825" y="22037"/>
                  </a:cubicBezTo>
                  <a:lnTo>
                    <a:pt x="78825" y="22037"/>
                  </a:lnTo>
                  <a:cubicBezTo>
                    <a:pt x="78563" y="22122"/>
                    <a:pt x="78309" y="22189"/>
                    <a:pt x="78047" y="22266"/>
                  </a:cubicBezTo>
                  <a:cubicBezTo>
                    <a:pt x="78046" y="22265"/>
                    <a:pt x="78045" y="22265"/>
                    <a:pt x="78043" y="22265"/>
                  </a:cubicBezTo>
                  <a:cubicBezTo>
                    <a:pt x="77988" y="22265"/>
                    <a:pt x="77461" y="22405"/>
                    <a:pt x="77374" y="22405"/>
                  </a:cubicBezTo>
                  <a:cubicBezTo>
                    <a:pt x="77365" y="22405"/>
                    <a:pt x="77361" y="22404"/>
                    <a:pt x="77362" y="22401"/>
                  </a:cubicBezTo>
                  <a:lnTo>
                    <a:pt x="78089" y="22232"/>
                  </a:lnTo>
                  <a:cubicBezTo>
                    <a:pt x="78040" y="22232"/>
                    <a:pt x="77413" y="22380"/>
                    <a:pt x="77116" y="22444"/>
                  </a:cubicBezTo>
                  <a:lnTo>
                    <a:pt x="77116" y="22444"/>
                  </a:lnTo>
                  <a:lnTo>
                    <a:pt x="77438" y="22375"/>
                  </a:lnTo>
                  <a:lnTo>
                    <a:pt x="77438" y="22375"/>
                  </a:lnTo>
                  <a:cubicBezTo>
                    <a:pt x="77125" y="22460"/>
                    <a:pt x="76761" y="22553"/>
                    <a:pt x="76397" y="22629"/>
                  </a:cubicBezTo>
                  <a:cubicBezTo>
                    <a:pt x="76047" y="22703"/>
                    <a:pt x="75697" y="22776"/>
                    <a:pt x="75400" y="22849"/>
                  </a:cubicBezTo>
                  <a:lnTo>
                    <a:pt x="75400" y="22849"/>
                  </a:lnTo>
                  <a:cubicBezTo>
                    <a:pt x="75476" y="22830"/>
                    <a:pt x="75498" y="22823"/>
                    <a:pt x="75486" y="22823"/>
                  </a:cubicBezTo>
                  <a:cubicBezTo>
                    <a:pt x="75450" y="22823"/>
                    <a:pt x="75090" y="22893"/>
                    <a:pt x="75048" y="22893"/>
                  </a:cubicBezTo>
                  <a:cubicBezTo>
                    <a:pt x="75034" y="22893"/>
                    <a:pt x="75054" y="22886"/>
                    <a:pt x="75128" y="22866"/>
                  </a:cubicBezTo>
                  <a:cubicBezTo>
                    <a:pt x="75238" y="22832"/>
                    <a:pt x="75357" y="22815"/>
                    <a:pt x="75467" y="22798"/>
                  </a:cubicBezTo>
                  <a:cubicBezTo>
                    <a:pt x="75474" y="22794"/>
                    <a:pt x="75471" y="22792"/>
                    <a:pt x="75461" y="22792"/>
                  </a:cubicBezTo>
                  <a:cubicBezTo>
                    <a:pt x="75401" y="22792"/>
                    <a:pt x="75068" y="22867"/>
                    <a:pt x="74959" y="22875"/>
                  </a:cubicBezTo>
                  <a:cubicBezTo>
                    <a:pt x="74910" y="22896"/>
                    <a:pt x="74457" y="22999"/>
                    <a:pt x="74525" y="22999"/>
                  </a:cubicBezTo>
                  <a:cubicBezTo>
                    <a:pt x="74539" y="22999"/>
                    <a:pt x="74574" y="22995"/>
                    <a:pt x="74638" y="22985"/>
                  </a:cubicBezTo>
                  <a:lnTo>
                    <a:pt x="74638" y="22985"/>
                  </a:lnTo>
                  <a:cubicBezTo>
                    <a:pt x="74435" y="23018"/>
                    <a:pt x="73986" y="23120"/>
                    <a:pt x="73699" y="23162"/>
                  </a:cubicBezTo>
                  <a:cubicBezTo>
                    <a:pt x="73783" y="23171"/>
                    <a:pt x="73183" y="23281"/>
                    <a:pt x="73073" y="23314"/>
                  </a:cubicBezTo>
                  <a:cubicBezTo>
                    <a:pt x="72946" y="23331"/>
                    <a:pt x="72844" y="23348"/>
                    <a:pt x="72760" y="23357"/>
                  </a:cubicBezTo>
                  <a:lnTo>
                    <a:pt x="73665" y="23145"/>
                  </a:lnTo>
                  <a:cubicBezTo>
                    <a:pt x="73766" y="23137"/>
                    <a:pt x="73876" y="23111"/>
                    <a:pt x="73969" y="23086"/>
                  </a:cubicBezTo>
                  <a:lnTo>
                    <a:pt x="73969" y="23078"/>
                  </a:lnTo>
                  <a:cubicBezTo>
                    <a:pt x="74629" y="22925"/>
                    <a:pt x="75289" y="22756"/>
                    <a:pt x="75619" y="22672"/>
                  </a:cubicBezTo>
                  <a:lnTo>
                    <a:pt x="75619" y="22672"/>
                  </a:lnTo>
                  <a:lnTo>
                    <a:pt x="75467" y="22722"/>
                  </a:lnTo>
                  <a:cubicBezTo>
                    <a:pt x="75704" y="22655"/>
                    <a:pt x="75949" y="22604"/>
                    <a:pt x="76203" y="22553"/>
                  </a:cubicBezTo>
                  <a:lnTo>
                    <a:pt x="76583" y="22469"/>
                  </a:lnTo>
                  <a:cubicBezTo>
                    <a:pt x="76702" y="22445"/>
                    <a:pt x="76821" y="22414"/>
                    <a:pt x="76932" y="22382"/>
                  </a:cubicBezTo>
                  <a:lnTo>
                    <a:pt x="76932" y="22382"/>
                  </a:lnTo>
                  <a:cubicBezTo>
                    <a:pt x="76940" y="22381"/>
                    <a:pt x="76953" y="22379"/>
                    <a:pt x="76973" y="22375"/>
                  </a:cubicBezTo>
                  <a:cubicBezTo>
                    <a:pt x="77350" y="22295"/>
                    <a:pt x="77586" y="22224"/>
                    <a:pt x="77823" y="22159"/>
                  </a:cubicBezTo>
                  <a:lnTo>
                    <a:pt x="77823" y="22159"/>
                  </a:lnTo>
                  <a:cubicBezTo>
                    <a:pt x="77783" y="22169"/>
                    <a:pt x="77740" y="22178"/>
                    <a:pt x="77692" y="22189"/>
                  </a:cubicBezTo>
                  <a:cubicBezTo>
                    <a:pt x="77835" y="22139"/>
                    <a:pt x="78174" y="22046"/>
                    <a:pt x="78419" y="21995"/>
                  </a:cubicBezTo>
                  <a:lnTo>
                    <a:pt x="78444" y="21961"/>
                  </a:lnTo>
                  <a:cubicBezTo>
                    <a:pt x="78757" y="21859"/>
                    <a:pt x="79087" y="21817"/>
                    <a:pt x="79392" y="21707"/>
                  </a:cubicBezTo>
                  <a:lnTo>
                    <a:pt x="79392" y="21707"/>
                  </a:lnTo>
                  <a:lnTo>
                    <a:pt x="79020" y="21783"/>
                  </a:lnTo>
                  <a:lnTo>
                    <a:pt x="79079" y="21766"/>
                  </a:lnTo>
                  <a:lnTo>
                    <a:pt x="79079" y="21766"/>
                  </a:lnTo>
                  <a:cubicBezTo>
                    <a:pt x="78918" y="21809"/>
                    <a:pt x="78774" y="21851"/>
                    <a:pt x="78732" y="21868"/>
                  </a:cubicBezTo>
                  <a:cubicBezTo>
                    <a:pt x="78419" y="21953"/>
                    <a:pt x="78106" y="22012"/>
                    <a:pt x="77785" y="22046"/>
                  </a:cubicBezTo>
                  <a:cubicBezTo>
                    <a:pt x="77734" y="22055"/>
                    <a:pt x="77706" y="22059"/>
                    <a:pt x="77692" y="22059"/>
                  </a:cubicBezTo>
                  <a:cubicBezTo>
                    <a:pt x="77633" y="22059"/>
                    <a:pt x="77863" y="21985"/>
                    <a:pt x="77835" y="21978"/>
                  </a:cubicBezTo>
                  <a:lnTo>
                    <a:pt x="77835" y="21978"/>
                  </a:lnTo>
                  <a:cubicBezTo>
                    <a:pt x="77412" y="22079"/>
                    <a:pt x="77446" y="22096"/>
                    <a:pt x="77023" y="22206"/>
                  </a:cubicBezTo>
                  <a:cubicBezTo>
                    <a:pt x="76982" y="22214"/>
                    <a:pt x="76961" y="22217"/>
                    <a:pt x="76952" y="22217"/>
                  </a:cubicBezTo>
                  <a:cubicBezTo>
                    <a:pt x="76933" y="22217"/>
                    <a:pt x="76982" y="22201"/>
                    <a:pt x="77023" y="22189"/>
                  </a:cubicBezTo>
                  <a:lnTo>
                    <a:pt x="77023" y="22189"/>
                  </a:lnTo>
                  <a:lnTo>
                    <a:pt x="76719" y="22274"/>
                  </a:lnTo>
                  <a:cubicBezTo>
                    <a:pt x="76706" y="22274"/>
                    <a:pt x="76322" y="22349"/>
                    <a:pt x="76271" y="22349"/>
                  </a:cubicBezTo>
                  <a:cubicBezTo>
                    <a:pt x="76251" y="22349"/>
                    <a:pt x="76280" y="22338"/>
                    <a:pt x="76397" y="22308"/>
                  </a:cubicBezTo>
                  <a:lnTo>
                    <a:pt x="76668" y="22249"/>
                  </a:lnTo>
                  <a:lnTo>
                    <a:pt x="76668" y="22249"/>
                  </a:lnTo>
                  <a:cubicBezTo>
                    <a:pt x="76124" y="22350"/>
                    <a:pt x="75216" y="22515"/>
                    <a:pt x="75091" y="22515"/>
                  </a:cubicBezTo>
                  <a:cubicBezTo>
                    <a:pt x="75080" y="22515"/>
                    <a:pt x="75076" y="22514"/>
                    <a:pt x="75078" y="22511"/>
                  </a:cubicBezTo>
                  <a:lnTo>
                    <a:pt x="75078" y="22511"/>
                  </a:lnTo>
                  <a:cubicBezTo>
                    <a:pt x="74748" y="22570"/>
                    <a:pt x="74841" y="22570"/>
                    <a:pt x="74325" y="22663"/>
                  </a:cubicBezTo>
                  <a:cubicBezTo>
                    <a:pt x="74096" y="22731"/>
                    <a:pt x="74359" y="22705"/>
                    <a:pt x="73800" y="22824"/>
                  </a:cubicBezTo>
                  <a:lnTo>
                    <a:pt x="74249" y="22748"/>
                  </a:lnTo>
                  <a:lnTo>
                    <a:pt x="74511" y="22688"/>
                  </a:lnTo>
                  <a:lnTo>
                    <a:pt x="74046" y="22773"/>
                  </a:lnTo>
                  <a:cubicBezTo>
                    <a:pt x="74342" y="22714"/>
                    <a:pt x="74282" y="22705"/>
                    <a:pt x="74367" y="22672"/>
                  </a:cubicBezTo>
                  <a:cubicBezTo>
                    <a:pt x="75069" y="22528"/>
                    <a:pt x="75272" y="22528"/>
                    <a:pt x="75636" y="22460"/>
                  </a:cubicBezTo>
                  <a:lnTo>
                    <a:pt x="75636" y="22460"/>
                  </a:lnTo>
                  <a:cubicBezTo>
                    <a:pt x="75416" y="22519"/>
                    <a:pt x="75035" y="22595"/>
                    <a:pt x="75188" y="22595"/>
                  </a:cubicBezTo>
                  <a:cubicBezTo>
                    <a:pt x="74835" y="22645"/>
                    <a:pt x="74800" y="22694"/>
                    <a:pt x="74413" y="22751"/>
                  </a:cubicBezTo>
                  <a:lnTo>
                    <a:pt x="74413" y="22751"/>
                  </a:lnTo>
                  <a:cubicBezTo>
                    <a:pt x="74116" y="22822"/>
                    <a:pt x="74058" y="22810"/>
                    <a:pt x="73800" y="22875"/>
                  </a:cubicBezTo>
                  <a:cubicBezTo>
                    <a:pt x="73806" y="22872"/>
                    <a:pt x="73806" y="22871"/>
                    <a:pt x="73802" y="22871"/>
                  </a:cubicBezTo>
                  <a:cubicBezTo>
                    <a:pt x="73795" y="22871"/>
                    <a:pt x="73772" y="22875"/>
                    <a:pt x="73749" y="22875"/>
                  </a:cubicBezTo>
                  <a:cubicBezTo>
                    <a:pt x="73514" y="22921"/>
                    <a:pt x="73492" y="22928"/>
                    <a:pt x="73516" y="22928"/>
                  </a:cubicBezTo>
                  <a:cubicBezTo>
                    <a:pt x="73527" y="22928"/>
                    <a:pt x="73548" y="22927"/>
                    <a:pt x="73562" y="22927"/>
                  </a:cubicBezTo>
                  <a:cubicBezTo>
                    <a:pt x="73595" y="22927"/>
                    <a:pt x="73590" y="22936"/>
                    <a:pt x="73335" y="22993"/>
                  </a:cubicBezTo>
                  <a:cubicBezTo>
                    <a:pt x="73160" y="23026"/>
                    <a:pt x="73078" y="23037"/>
                    <a:pt x="73044" y="23037"/>
                  </a:cubicBezTo>
                  <a:cubicBezTo>
                    <a:pt x="72979" y="23037"/>
                    <a:pt x="73076" y="23000"/>
                    <a:pt x="73029" y="23000"/>
                  </a:cubicBezTo>
                  <a:cubicBezTo>
                    <a:pt x="73024" y="23000"/>
                    <a:pt x="73016" y="23000"/>
                    <a:pt x="73005" y="23001"/>
                  </a:cubicBezTo>
                  <a:cubicBezTo>
                    <a:pt x="73893" y="22798"/>
                    <a:pt x="72971" y="22959"/>
                    <a:pt x="73944" y="22748"/>
                  </a:cubicBezTo>
                  <a:cubicBezTo>
                    <a:pt x="73941" y="22741"/>
                    <a:pt x="73924" y="22738"/>
                    <a:pt x="73897" y="22738"/>
                  </a:cubicBezTo>
                  <a:cubicBezTo>
                    <a:pt x="73778" y="22738"/>
                    <a:pt x="73448" y="22794"/>
                    <a:pt x="73030" y="22883"/>
                  </a:cubicBezTo>
                  <a:cubicBezTo>
                    <a:pt x="73083" y="22875"/>
                    <a:pt x="73114" y="22872"/>
                    <a:pt x="73131" y="22872"/>
                  </a:cubicBezTo>
                  <a:cubicBezTo>
                    <a:pt x="73205" y="22872"/>
                    <a:pt x="73015" y="22931"/>
                    <a:pt x="73121" y="22931"/>
                  </a:cubicBezTo>
                  <a:cubicBezTo>
                    <a:pt x="73148" y="22931"/>
                    <a:pt x="73197" y="22927"/>
                    <a:pt x="73276" y="22917"/>
                  </a:cubicBezTo>
                  <a:lnTo>
                    <a:pt x="73276" y="22917"/>
                  </a:lnTo>
                  <a:cubicBezTo>
                    <a:pt x="72506" y="23078"/>
                    <a:pt x="72582" y="23145"/>
                    <a:pt x="71702" y="23255"/>
                  </a:cubicBezTo>
                  <a:lnTo>
                    <a:pt x="71728" y="23247"/>
                  </a:lnTo>
                  <a:lnTo>
                    <a:pt x="71728" y="23247"/>
                  </a:lnTo>
                  <a:lnTo>
                    <a:pt x="71372" y="23331"/>
                  </a:lnTo>
                  <a:lnTo>
                    <a:pt x="70873" y="23408"/>
                  </a:lnTo>
                  <a:cubicBezTo>
                    <a:pt x="71178" y="23314"/>
                    <a:pt x="71559" y="23272"/>
                    <a:pt x="71795" y="23205"/>
                  </a:cubicBezTo>
                  <a:lnTo>
                    <a:pt x="71795" y="23205"/>
                  </a:lnTo>
                  <a:cubicBezTo>
                    <a:pt x="71186" y="23272"/>
                    <a:pt x="70992" y="23382"/>
                    <a:pt x="70298" y="23492"/>
                  </a:cubicBezTo>
                  <a:cubicBezTo>
                    <a:pt x="70227" y="23498"/>
                    <a:pt x="70184" y="23501"/>
                    <a:pt x="70161" y="23501"/>
                  </a:cubicBezTo>
                  <a:cubicBezTo>
                    <a:pt x="70091" y="23501"/>
                    <a:pt x="70238" y="23474"/>
                    <a:pt x="70425" y="23441"/>
                  </a:cubicBezTo>
                  <a:cubicBezTo>
                    <a:pt x="70620" y="23408"/>
                    <a:pt x="70806" y="23365"/>
                    <a:pt x="70992" y="23314"/>
                  </a:cubicBezTo>
                  <a:lnTo>
                    <a:pt x="70992" y="23314"/>
                  </a:lnTo>
                  <a:cubicBezTo>
                    <a:pt x="70831" y="23348"/>
                    <a:pt x="70670" y="23374"/>
                    <a:pt x="70518" y="23374"/>
                  </a:cubicBezTo>
                  <a:cubicBezTo>
                    <a:pt x="71161" y="23281"/>
                    <a:pt x="70907" y="23289"/>
                    <a:pt x="71635" y="23179"/>
                  </a:cubicBezTo>
                  <a:lnTo>
                    <a:pt x="71635" y="23179"/>
                  </a:lnTo>
                  <a:cubicBezTo>
                    <a:pt x="71496" y="23209"/>
                    <a:pt x="71473" y="23217"/>
                    <a:pt x="71494" y="23217"/>
                  </a:cubicBezTo>
                  <a:cubicBezTo>
                    <a:pt x="71516" y="23217"/>
                    <a:pt x="71592" y="23207"/>
                    <a:pt x="71621" y="23207"/>
                  </a:cubicBezTo>
                  <a:cubicBezTo>
                    <a:pt x="71633" y="23207"/>
                    <a:pt x="71637" y="23209"/>
                    <a:pt x="71626" y="23213"/>
                  </a:cubicBezTo>
                  <a:cubicBezTo>
                    <a:pt x="71728" y="23179"/>
                    <a:pt x="72404" y="23069"/>
                    <a:pt x="72878" y="22976"/>
                  </a:cubicBezTo>
                  <a:cubicBezTo>
                    <a:pt x="72897" y="22967"/>
                    <a:pt x="72895" y="22963"/>
                    <a:pt x="72877" y="22963"/>
                  </a:cubicBezTo>
                  <a:cubicBezTo>
                    <a:pt x="72800" y="22963"/>
                    <a:pt x="72408" y="23043"/>
                    <a:pt x="72159" y="23078"/>
                  </a:cubicBezTo>
                  <a:cubicBezTo>
                    <a:pt x="71592" y="23205"/>
                    <a:pt x="70992" y="23255"/>
                    <a:pt x="70552" y="23357"/>
                  </a:cubicBezTo>
                  <a:cubicBezTo>
                    <a:pt x="70365" y="23390"/>
                    <a:pt x="70287" y="23402"/>
                    <a:pt x="70267" y="23402"/>
                  </a:cubicBezTo>
                  <a:cubicBezTo>
                    <a:pt x="70222" y="23402"/>
                    <a:pt x="70491" y="23340"/>
                    <a:pt x="70467" y="23340"/>
                  </a:cubicBezTo>
                  <a:cubicBezTo>
                    <a:pt x="69909" y="23416"/>
                    <a:pt x="70230" y="23399"/>
                    <a:pt x="70053" y="23433"/>
                  </a:cubicBezTo>
                  <a:cubicBezTo>
                    <a:pt x="69215" y="23585"/>
                    <a:pt x="69114" y="23543"/>
                    <a:pt x="68522" y="23636"/>
                  </a:cubicBezTo>
                  <a:cubicBezTo>
                    <a:pt x="68268" y="23695"/>
                    <a:pt x="67845" y="23754"/>
                    <a:pt x="67371" y="23814"/>
                  </a:cubicBezTo>
                  <a:cubicBezTo>
                    <a:pt x="66897" y="23881"/>
                    <a:pt x="66381" y="23949"/>
                    <a:pt x="65958" y="23991"/>
                  </a:cubicBezTo>
                  <a:cubicBezTo>
                    <a:pt x="66060" y="23966"/>
                    <a:pt x="65941" y="23966"/>
                    <a:pt x="65891" y="23966"/>
                  </a:cubicBezTo>
                  <a:cubicBezTo>
                    <a:pt x="65392" y="24076"/>
                    <a:pt x="65569" y="24034"/>
                    <a:pt x="64935" y="24135"/>
                  </a:cubicBezTo>
                  <a:lnTo>
                    <a:pt x="65476" y="24093"/>
                  </a:lnTo>
                  <a:lnTo>
                    <a:pt x="65476" y="24093"/>
                  </a:lnTo>
                  <a:cubicBezTo>
                    <a:pt x="65045" y="24152"/>
                    <a:pt x="64706" y="24220"/>
                    <a:pt x="64309" y="24237"/>
                  </a:cubicBezTo>
                  <a:cubicBezTo>
                    <a:pt x="64571" y="24237"/>
                    <a:pt x="64402" y="24262"/>
                    <a:pt x="64123" y="24296"/>
                  </a:cubicBezTo>
                  <a:cubicBezTo>
                    <a:pt x="63844" y="24330"/>
                    <a:pt x="63454" y="24363"/>
                    <a:pt x="63294" y="24389"/>
                  </a:cubicBezTo>
                  <a:cubicBezTo>
                    <a:pt x="62854" y="24414"/>
                    <a:pt x="62414" y="24482"/>
                    <a:pt x="62169" y="24482"/>
                  </a:cubicBezTo>
                  <a:lnTo>
                    <a:pt x="62236" y="24473"/>
                  </a:lnTo>
                  <a:lnTo>
                    <a:pt x="62236" y="24473"/>
                  </a:lnTo>
                  <a:cubicBezTo>
                    <a:pt x="62016" y="24490"/>
                    <a:pt x="61805" y="24507"/>
                    <a:pt x="61593" y="24524"/>
                  </a:cubicBezTo>
                  <a:lnTo>
                    <a:pt x="61661" y="24473"/>
                  </a:lnTo>
                  <a:lnTo>
                    <a:pt x="61661" y="24473"/>
                  </a:lnTo>
                  <a:cubicBezTo>
                    <a:pt x="61221" y="24490"/>
                    <a:pt x="60680" y="24566"/>
                    <a:pt x="60840" y="24566"/>
                  </a:cubicBezTo>
                  <a:cubicBezTo>
                    <a:pt x="60732" y="24570"/>
                    <a:pt x="60664" y="24572"/>
                    <a:pt x="60622" y="24572"/>
                  </a:cubicBezTo>
                  <a:cubicBezTo>
                    <a:pt x="60483" y="24572"/>
                    <a:pt x="60630" y="24554"/>
                    <a:pt x="60578" y="24541"/>
                  </a:cubicBezTo>
                  <a:cubicBezTo>
                    <a:pt x="60807" y="24519"/>
                    <a:pt x="61261" y="24452"/>
                    <a:pt x="61480" y="24452"/>
                  </a:cubicBezTo>
                  <a:cubicBezTo>
                    <a:pt x="61512" y="24452"/>
                    <a:pt x="61539" y="24453"/>
                    <a:pt x="61559" y="24456"/>
                  </a:cubicBezTo>
                  <a:cubicBezTo>
                    <a:pt x="61509" y="24456"/>
                    <a:pt x="61450" y="24456"/>
                    <a:pt x="61399" y="24465"/>
                  </a:cubicBezTo>
                  <a:cubicBezTo>
                    <a:pt x="62008" y="24440"/>
                    <a:pt x="62101" y="24414"/>
                    <a:pt x="62118" y="24389"/>
                  </a:cubicBezTo>
                  <a:cubicBezTo>
                    <a:pt x="62143" y="24372"/>
                    <a:pt x="62092" y="24355"/>
                    <a:pt x="62389" y="24321"/>
                  </a:cubicBezTo>
                  <a:lnTo>
                    <a:pt x="62389" y="24321"/>
                  </a:lnTo>
                  <a:cubicBezTo>
                    <a:pt x="62228" y="24338"/>
                    <a:pt x="62092" y="24347"/>
                    <a:pt x="61957" y="24347"/>
                  </a:cubicBezTo>
                  <a:cubicBezTo>
                    <a:pt x="61813" y="24355"/>
                    <a:pt x="61661" y="24372"/>
                    <a:pt x="61509" y="24380"/>
                  </a:cubicBezTo>
                  <a:cubicBezTo>
                    <a:pt x="61356" y="24397"/>
                    <a:pt x="60722" y="24456"/>
                    <a:pt x="60401" y="24499"/>
                  </a:cubicBezTo>
                  <a:cubicBezTo>
                    <a:pt x="60739" y="24465"/>
                    <a:pt x="61077" y="24440"/>
                    <a:pt x="61407" y="24440"/>
                  </a:cubicBezTo>
                  <a:cubicBezTo>
                    <a:pt x="61120" y="24456"/>
                    <a:pt x="61077" y="24490"/>
                    <a:pt x="60824" y="24490"/>
                  </a:cubicBezTo>
                  <a:lnTo>
                    <a:pt x="60908" y="24473"/>
                  </a:lnTo>
                  <a:lnTo>
                    <a:pt x="60908" y="24473"/>
                  </a:lnTo>
                  <a:lnTo>
                    <a:pt x="60587" y="24516"/>
                  </a:lnTo>
                  <a:cubicBezTo>
                    <a:pt x="60579" y="24512"/>
                    <a:pt x="60553" y="24510"/>
                    <a:pt x="60517" y="24510"/>
                  </a:cubicBezTo>
                  <a:cubicBezTo>
                    <a:pt x="60386" y="24510"/>
                    <a:pt x="60116" y="24530"/>
                    <a:pt x="60058" y="24530"/>
                  </a:cubicBezTo>
                  <a:cubicBezTo>
                    <a:pt x="60026" y="24530"/>
                    <a:pt x="60055" y="24525"/>
                    <a:pt x="60198" y="24507"/>
                  </a:cubicBezTo>
                  <a:lnTo>
                    <a:pt x="60198" y="24507"/>
                  </a:lnTo>
                  <a:cubicBezTo>
                    <a:pt x="59758" y="24541"/>
                    <a:pt x="60045" y="24541"/>
                    <a:pt x="59656" y="24575"/>
                  </a:cubicBezTo>
                  <a:cubicBezTo>
                    <a:pt x="59918" y="24566"/>
                    <a:pt x="60172" y="24541"/>
                    <a:pt x="60434" y="24524"/>
                  </a:cubicBezTo>
                  <a:lnTo>
                    <a:pt x="60434" y="24524"/>
                  </a:lnTo>
                  <a:lnTo>
                    <a:pt x="60417" y="24558"/>
                  </a:lnTo>
                  <a:cubicBezTo>
                    <a:pt x="60138" y="24592"/>
                    <a:pt x="60071" y="24583"/>
                    <a:pt x="59758" y="24600"/>
                  </a:cubicBezTo>
                  <a:lnTo>
                    <a:pt x="59783" y="24634"/>
                  </a:lnTo>
                  <a:lnTo>
                    <a:pt x="59233" y="24634"/>
                  </a:lnTo>
                  <a:cubicBezTo>
                    <a:pt x="59301" y="24651"/>
                    <a:pt x="58869" y="24668"/>
                    <a:pt x="58751" y="24676"/>
                  </a:cubicBezTo>
                  <a:cubicBezTo>
                    <a:pt x="58548" y="24676"/>
                    <a:pt x="58567" y="24650"/>
                    <a:pt x="58446" y="24650"/>
                  </a:cubicBezTo>
                  <a:cubicBezTo>
                    <a:pt x="58386" y="24650"/>
                    <a:pt x="58291" y="24657"/>
                    <a:pt x="58117" y="24676"/>
                  </a:cubicBezTo>
                  <a:lnTo>
                    <a:pt x="58159" y="24676"/>
                  </a:lnTo>
                  <a:cubicBezTo>
                    <a:pt x="57863" y="24702"/>
                    <a:pt x="57677" y="24719"/>
                    <a:pt x="57254" y="24727"/>
                  </a:cubicBezTo>
                  <a:cubicBezTo>
                    <a:pt x="57279" y="24719"/>
                    <a:pt x="57397" y="24710"/>
                    <a:pt x="57457" y="24710"/>
                  </a:cubicBezTo>
                  <a:cubicBezTo>
                    <a:pt x="56956" y="24710"/>
                    <a:pt x="56209" y="24769"/>
                    <a:pt x="55817" y="24769"/>
                  </a:cubicBezTo>
                  <a:cubicBezTo>
                    <a:pt x="55739" y="24769"/>
                    <a:pt x="55675" y="24767"/>
                    <a:pt x="55629" y="24761"/>
                  </a:cubicBezTo>
                  <a:cubicBezTo>
                    <a:pt x="55672" y="24736"/>
                    <a:pt x="55926" y="24736"/>
                    <a:pt x="55934" y="24710"/>
                  </a:cubicBezTo>
                  <a:cubicBezTo>
                    <a:pt x="56856" y="24710"/>
                    <a:pt x="56577" y="24643"/>
                    <a:pt x="57660" y="24626"/>
                  </a:cubicBezTo>
                  <a:cubicBezTo>
                    <a:pt x="57670" y="24636"/>
                    <a:pt x="57705" y="24640"/>
                    <a:pt x="57757" y="24640"/>
                  </a:cubicBezTo>
                  <a:cubicBezTo>
                    <a:pt x="57954" y="24640"/>
                    <a:pt x="58394" y="24581"/>
                    <a:pt x="58646" y="24581"/>
                  </a:cubicBezTo>
                  <a:cubicBezTo>
                    <a:pt x="58704" y="24581"/>
                    <a:pt x="58752" y="24584"/>
                    <a:pt x="58785" y="24592"/>
                  </a:cubicBezTo>
                  <a:cubicBezTo>
                    <a:pt x="58480" y="24600"/>
                    <a:pt x="58176" y="24626"/>
                    <a:pt x="57871" y="24676"/>
                  </a:cubicBezTo>
                  <a:cubicBezTo>
                    <a:pt x="58260" y="24651"/>
                    <a:pt x="58810" y="24617"/>
                    <a:pt x="59081" y="24609"/>
                  </a:cubicBezTo>
                  <a:cubicBezTo>
                    <a:pt x="58844" y="24600"/>
                    <a:pt x="58920" y="24566"/>
                    <a:pt x="59089" y="24533"/>
                  </a:cubicBezTo>
                  <a:lnTo>
                    <a:pt x="59089" y="24533"/>
                  </a:lnTo>
                  <a:cubicBezTo>
                    <a:pt x="58776" y="24558"/>
                    <a:pt x="58328" y="24583"/>
                    <a:pt x="57854" y="24592"/>
                  </a:cubicBezTo>
                  <a:cubicBezTo>
                    <a:pt x="57372" y="24609"/>
                    <a:pt x="56856" y="24609"/>
                    <a:pt x="56416" y="24626"/>
                  </a:cubicBezTo>
                  <a:lnTo>
                    <a:pt x="56518" y="24660"/>
                  </a:lnTo>
                  <a:cubicBezTo>
                    <a:pt x="56348" y="24671"/>
                    <a:pt x="56257" y="24675"/>
                    <a:pt x="56213" y="24675"/>
                  </a:cubicBezTo>
                  <a:cubicBezTo>
                    <a:pt x="56083" y="24675"/>
                    <a:pt x="56359" y="24638"/>
                    <a:pt x="56172" y="24638"/>
                  </a:cubicBezTo>
                  <a:cubicBezTo>
                    <a:pt x="56137" y="24638"/>
                    <a:pt x="56085" y="24639"/>
                    <a:pt x="56010" y="24643"/>
                  </a:cubicBezTo>
                  <a:lnTo>
                    <a:pt x="55739" y="24676"/>
                  </a:lnTo>
                  <a:lnTo>
                    <a:pt x="55706" y="24676"/>
                  </a:lnTo>
                  <a:lnTo>
                    <a:pt x="55257" y="24719"/>
                  </a:lnTo>
                  <a:cubicBezTo>
                    <a:pt x="55527" y="24711"/>
                    <a:pt x="55458" y="24692"/>
                    <a:pt x="55654" y="24692"/>
                  </a:cubicBezTo>
                  <a:cubicBezTo>
                    <a:pt x="55686" y="24692"/>
                    <a:pt x="55725" y="24692"/>
                    <a:pt x="55773" y="24693"/>
                  </a:cubicBezTo>
                  <a:cubicBezTo>
                    <a:pt x="56078" y="24693"/>
                    <a:pt x="55765" y="24727"/>
                    <a:pt x="55672" y="24744"/>
                  </a:cubicBezTo>
                  <a:cubicBezTo>
                    <a:pt x="55570" y="24744"/>
                    <a:pt x="55331" y="24748"/>
                    <a:pt x="55176" y="24748"/>
                  </a:cubicBezTo>
                  <a:cubicBezTo>
                    <a:pt x="55020" y="24748"/>
                    <a:pt x="54948" y="24744"/>
                    <a:pt x="55181" y="24727"/>
                  </a:cubicBezTo>
                  <a:lnTo>
                    <a:pt x="55181" y="24727"/>
                  </a:lnTo>
                  <a:lnTo>
                    <a:pt x="54361" y="24778"/>
                  </a:lnTo>
                  <a:cubicBezTo>
                    <a:pt x="54454" y="24761"/>
                    <a:pt x="54538" y="24753"/>
                    <a:pt x="54631" y="24744"/>
                  </a:cubicBezTo>
                  <a:lnTo>
                    <a:pt x="54631" y="24744"/>
                  </a:lnTo>
                  <a:lnTo>
                    <a:pt x="54039" y="24761"/>
                  </a:lnTo>
                  <a:lnTo>
                    <a:pt x="54064" y="24761"/>
                  </a:lnTo>
                  <a:cubicBezTo>
                    <a:pt x="53582" y="24795"/>
                    <a:pt x="52922" y="24786"/>
                    <a:pt x="52559" y="24812"/>
                  </a:cubicBezTo>
                  <a:cubicBezTo>
                    <a:pt x="53371" y="24837"/>
                    <a:pt x="52170" y="24837"/>
                    <a:pt x="52237" y="24863"/>
                  </a:cubicBezTo>
                  <a:cubicBezTo>
                    <a:pt x="51950" y="24854"/>
                    <a:pt x="51865" y="24786"/>
                    <a:pt x="52483" y="24769"/>
                  </a:cubicBezTo>
                  <a:cubicBezTo>
                    <a:pt x="52536" y="24778"/>
                    <a:pt x="52619" y="24781"/>
                    <a:pt x="52717" y="24781"/>
                  </a:cubicBezTo>
                  <a:cubicBezTo>
                    <a:pt x="52913" y="24781"/>
                    <a:pt x="53171" y="24769"/>
                    <a:pt x="53379" y="24769"/>
                  </a:cubicBezTo>
                  <a:cubicBezTo>
                    <a:pt x="53244" y="24761"/>
                    <a:pt x="53141" y="24758"/>
                    <a:pt x="53051" y="24758"/>
                  </a:cubicBezTo>
                  <a:cubicBezTo>
                    <a:pt x="52872" y="24758"/>
                    <a:pt x="52748" y="24769"/>
                    <a:pt x="52533" y="24769"/>
                  </a:cubicBezTo>
                  <a:cubicBezTo>
                    <a:pt x="52753" y="24753"/>
                    <a:pt x="52119" y="24744"/>
                    <a:pt x="52119" y="24727"/>
                  </a:cubicBezTo>
                  <a:cubicBezTo>
                    <a:pt x="52249" y="24705"/>
                    <a:pt x="52378" y="24693"/>
                    <a:pt x="52508" y="24693"/>
                  </a:cubicBezTo>
                  <a:cubicBezTo>
                    <a:pt x="52573" y="24693"/>
                    <a:pt x="52638" y="24696"/>
                    <a:pt x="52703" y="24702"/>
                  </a:cubicBezTo>
                  <a:cubicBezTo>
                    <a:pt x="53303" y="24702"/>
                    <a:pt x="52762" y="24727"/>
                    <a:pt x="52939" y="24727"/>
                  </a:cubicBezTo>
                  <a:cubicBezTo>
                    <a:pt x="53069" y="24740"/>
                    <a:pt x="53199" y="24747"/>
                    <a:pt x="53330" y="24747"/>
                  </a:cubicBezTo>
                  <a:cubicBezTo>
                    <a:pt x="53377" y="24747"/>
                    <a:pt x="53425" y="24746"/>
                    <a:pt x="53472" y="24744"/>
                  </a:cubicBezTo>
                  <a:cubicBezTo>
                    <a:pt x="53709" y="24736"/>
                    <a:pt x="53971" y="24727"/>
                    <a:pt x="54149" y="24727"/>
                  </a:cubicBezTo>
                  <a:cubicBezTo>
                    <a:pt x="54181" y="24727"/>
                    <a:pt x="54123" y="24732"/>
                    <a:pt x="54067" y="24734"/>
                  </a:cubicBezTo>
                  <a:lnTo>
                    <a:pt x="54067" y="24734"/>
                  </a:lnTo>
                  <a:cubicBezTo>
                    <a:pt x="54395" y="24726"/>
                    <a:pt x="54989" y="24717"/>
                    <a:pt x="55037" y="24693"/>
                  </a:cubicBezTo>
                  <a:lnTo>
                    <a:pt x="55037" y="24693"/>
                  </a:lnTo>
                  <a:lnTo>
                    <a:pt x="54251" y="24727"/>
                  </a:lnTo>
                  <a:cubicBezTo>
                    <a:pt x="54081" y="24719"/>
                    <a:pt x="54496" y="24702"/>
                    <a:pt x="54251" y="24693"/>
                  </a:cubicBezTo>
                  <a:lnTo>
                    <a:pt x="54251" y="24693"/>
                  </a:lnTo>
                  <a:cubicBezTo>
                    <a:pt x="54073" y="24702"/>
                    <a:pt x="53853" y="24702"/>
                    <a:pt x="53625" y="24702"/>
                  </a:cubicBezTo>
                  <a:lnTo>
                    <a:pt x="53667" y="24693"/>
                  </a:lnTo>
                  <a:cubicBezTo>
                    <a:pt x="53389" y="24683"/>
                    <a:pt x="53016" y="24679"/>
                    <a:pt x="52644" y="24679"/>
                  </a:cubicBezTo>
                  <a:cubicBezTo>
                    <a:pt x="52381" y="24679"/>
                    <a:pt x="52118" y="24681"/>
                    <a:pt x="51890" y="24685"/>
                  </a:cubicBezTo>
                  <a:cubicBezTo>
                    <a:pt x="51679" y="24744"/>
                    <a:pt x="51459" y="24795"/>
                    <a:pt x="51239" y="24820"/>
                  </a:cubicBezTo>
                  <a:lnTo>
                    <a:pt x="49987" y="24795"/>
                  </a:lnTo>
                  <a:lnTo>
                    <a:pt x="49336" y="24769"/>
                  </a:lnTo>
                  <a:lnTo>
                    <a:pt x="48684" y="24736"/>
                  </a:lnTo>
                  <a:cubicBezTo>
                    <a:pt x="48746" y="24731"/>
                    <a:pt x="48837" y="24729"/>
                    <a:pt x="48950" y="24729"/>
                  </a:cubicBezTo>
                  <a:cubicBezTo>
                    <a:pt x="49222" y="24729"/>
                    <a:pt x="49622" y="24741"/>
                    <a:pt x="50046" y="24753"/>
                  </a:cubicBezTo>
                  <a:lnTo>
                    <a:pt x="49792" y="24761"/>
                  </a:lnTo>
                  <a:cubicBezTo>
                    <a:pt x="49953" y="24767"/>
                    <a:pt x="50081" y="24769"/>
                    <a:pt x="50188" y="24769"/>
                  </a:cubicBezTo>
                  <a:cubicBezTo>
                    <a:pt x="50401" y="24769"/>
                    <a:pt x="50528" y="24761"/>
                    <a:pt x="50664" y="24761"/>
                  </a:cubicBezTo>
                  <a:cubicBezTo>
                    <a:pt x="50638" y="24761"/>
                    <a:pt x="50681" y="24769"/>
                    <a:pt x="50748" y="24778"/>
                  </a:cubicBezTo>
                  <a:cubicBezTo>
                    <a:pt x="51188" y="24778"/>
                    <a:pt x="51417" y="24753"/>
                    <a:pt x="51188" y="24727"/>
                  </a:cubicBezTo>
                  <a:lnTo>
                    <a:pt x="51188" y="24727"/>
                  </a:lnTo>
                  <a:lnTo>
                    <a:pt x="51044" y="24736"/>
                  </a:lnTo>
                  <a:lnTo>
                    <a:pt x="50748" y="24702"/>
                  </a:lnTo>
                  <a:cubicBezTo>
                    <a:pt x="50708" y="24719"/>
                    <a:pt x="50577" y="24725"/>
                    <a:pt x="50404" y="24725"/>
                  </a:cubicBezTo>
                  <a:cubicBezTo>
                    <a:pt x="50113" y="24725"/>
                    <a:pt x="49701" y="24709"/>
                    <a:pt x="49391" y="24709"/>
                  </a:cubicBezTo>
                  <a:cubicBezTo>
                    <a:pt x="49348" y="24709"/>
                    <a:pt x="49307" y="24710"/>
                    <a:pt x="49268" y="24710"/>
                  </a:cubicBezTo>
                  <a:cubicBezTo>
                    <a:pt x="49491" y="24705"/>
                    <a:pt x="49695" y="24683"/>
                    <a:pt x="49938" y="24683"/>
                  </a:cubicBezTo>
                  <a:cubicBezTo>
                    <a:pt x="50053" y="24683"/>
                    <a:pt x="50178" y="24688"/>
                    <a:pt x="50317" y="24702"/>
                  </a:cubicBezTo>
                  <a:lnTo>
                    <a:pt x="50276" y="24674"/>
                  </a:lnTo>
                  <a:lnTo>
                    <a:pt x="50276" y="24674"/>
                  </a:lnTo>
                  <a:cubicBezTo>
                    <a:pt x="50259" y="24674"/>
                    <a:pt x="50243" y="24674"/>
                    <a:pt x="50226" y="24674"/>
                  </a:cubicBezTo>
                  <a:cubicBezTo>
                    <a:pt x="50055" y="24674"/>
                    <a:pt x="49886" y="24672"/>
                    <a:pt x="49742" y="24660"/>
                  </a:cubicBezTo>
                  <a:cubicBezTo>
                    <a:pt x="49551" y="24672"/>
                    <a:pt x="49359" y="24679"/>
                    <a:pt x="49166" y="24679"/>
                  </a:cubicBezTo>
                  <a:cubicBezTo>
                    <a:pt x="48974" y="24679"/>
                    <a:pt x="48782" y="24672"/>
                    <a:pt x="48591" y="24660"/>
                  </a:cubicBezTo>
                  <a:lnTo>
                    <a:pt x="48617" y="24651"/>
                  </a:lnTo>
                  <a:lnTo>
                    <a:pt x="48617" y="24651"/>
                  </a:lnTo>
                  <a:cubicBezTo>
                    <a:pt x="48566" y="24654"/>
                    <a:pt x="48511" y="24655"/>
                    <a:pt x="48453" y="24655"/>
                  </a:cubicBezTo>
                  <a:cubicBezTo>
                    <a:pt x="47989" y="24655"/>
                    <a:pt x="47326" y="24575"/>
                    <a:pt x="47018" y="24575"/>
                  </a:cubicBezTo>
                  <a:cubicBezTo>
                    <a:pt x="46925" y="24592"/>
                    <a:pt x="47102" y="24609"/>
                    <a:pt x="47339" y="24626"/>
                  </a:cubicBezTo>
                  <a:cubicBezTo>
                    <a:pt x="47576" y="24634"/>
                    <a:pt x="47864" y="24643"/>
                    <a:pt x="47974" y="24660"/>
                  </a:cubicBezTo>
                  <a:cubicBezTo>
                    <a:pt x="47947" y="24660"/>
                    <a:pt x="47920" y="24661"/>
                    <a:pt x="47894" y="24661"/>
                  </a:cubicBezTo>
                  <a:cubicBezTo>
                    <a:pt x="47738" y="24661"/>
                    <a:pt x="47591" y="24649"/>
                    <a:pt x="47554" y="24649"/>
                  </a:cubicBezTo>
                  <a:cubicBezTo>
                    <a:pt x="47531" y="24649"/>
                    <a:pt x="47551" y="24653"/>
                    <a:pt x="47635" y="24668"/>
                  </a:cubicBezTo>
                  <a:cubicBezTo>
                    <a:pt x="47458" y="24668"/>
                    <a:pt x="47288" y="24660"/>
                    <a:pt x="47119" y="24634"/>
                  </a:cubicBezTo>
                  <a:cubicBezTo>
                    <a:pt x="46984" y="24609"/>
                    <a:pt x="46840" y="24600"/>
                    <a:pt x="46696" y="24600"/>
                  </a:cubicBezTo>
                  <a:lnTo>
                    <a:pt x="47009" y="24634"/>
                  </a:lnTo>
                  <a:cubicBezTo>
                    <a:pt x="46987" y="24635"/>
                    <a:pt x="46963" y="24635"/>
                    <a:pt x="46938" y="24635"/>
                  </a:cubicBezTo>
                  <a:cubicBezTo>
                    <a:pt x="46716" y="24635"/>
                    <a:pt x="46406" y="24608"/>
                    <a:pt x="46184" y="24608"/>
                  </a:cubicBezTo>
                  <a:cubicBezTo>
                    <a:pt x="46159" y="24608"/>
                    <a:pt x="46135" y="24608"/>
                    <a:pt x="46113" y="24609"/>
                  </a:cubicBezTo>
                  <a:cubicBezTo>
                    <a:pt x="46079" y="24643"/>
                    <a:pt x="46527" y="24634"/>
                    <a:pt x="46984" y="24676"/>
                  </a:cubicBezTo>
                  <a:lnTo>
                    <a:pt x="46772" y="24685"/>
                  </a:lnTo>
                  <a:cubicBezTo>
                    <a:pt x="47085" y="24702"/>
                    <a:pt x="47390" y="24710"/>
                    <a:pt x="47703" y="24710"/>
                  </a:cubicBezTo>
                  <a:cubicBezTo>
                    <a:pt x="47982" y="24685"/>
                    <a:pt x="47728" y="24668"/>
                    <a:pt x="48304" y="24668"/>
                  </a:cubicBezTo>
                  <a:cubicBezTo>
                    <a:pt x="48608" y="24702"/>
                    <a:pt x="48777" y="24761"/>
                    <a:pt x="48650" y="24786"/>
                  </a:cubicBezTo>
                  <a:cubicBezTo>
                    <a:pt x="48397" y="24761"/>
                    <a:pt x="47948" y="24753"/>
                    <a:pt x="47957" y="24719"/>
                  </a:cubicBezTo>
                  <a:lnTo>
                    <a:pt x="47957" y="24719"/>
                  </a:lnTo>
                  <a:cubicBezTo>
                    <a:pt x="47830" y="24736"/>
                    <a:pt x="47568" y="24736"/>
                    <a:pt x="47365" y="24736"/>
                  </a:cubicBezTo>
                  <a:cubicBezTo>
                    <a:pt x="47162" y="24736"/>
                    <a:pt x="47009" y="24736"/>
                    <a:pt x="47085" y="24753"/>
                  </a:cubicBezTo>
                  <a:lnTo>
                    <a:pt x="46984" y="24753"/>
                  </a:lnTo>
                  <a:cubicBezTo>
                    <a:pt x="46671" y="24702"/>
                    <a:pt x="46197" y="24651"/>
                    <a:pt x="45334" y="24592"/>
                  </a:cubicBezTo>
                  <a:cubicBezTo>
                    <a:pt x="45296" y="24590"/>
                    <a:pt x="45266" y="24589"/>
                    <a:pt x="45242" y="24589"/>
                  </a:cubicBezTo>
                  <a:cubicBezTo>
                    <a:pt x="45165" y="24589"/>
                    <a:pt x="45156" y="24600"/>
                    <a:pt x="45182" y="24626"/>
                  </a:cubicBezTo>
                  <a:cubicBezTo>
                    <a:pt x="45004" y="24600"/>
                    <a:pt x="44835" y="24583"/>
                    <a:pt x="44658" y="24566"/>
                  </a:cubicBezTo>
                  <a:cubicBezTo>
                    <a:pt x="44705" y="24564"/>
                    <a:pt x="44751" y="24563"/>
                    <a:pt x="44797" y="24563"/>
                  </a:cubicBezTo>
                  <a:cubicBezTo>
                    <a:pt x="44908" y="24563"/>
                    <a:pt x="45018" y="24569"/>
                    <a:pt x="45131" y="24575"/>
                  </a:cubicBezTo>
                  <a:lnTo>
                    <a:pt x="43803" y="24456"/>
                  </a:lnTo>
                  <a:lnTo>
                    <a:pt x="43913" y="24456"/>
                  </a:lnTo>
                  <a:lnTo>
                    <a:pt x="43380" y="24431"/>
                  </a:lnTo>
                  <a:lnTo>
                    <a:pt x="43380" y="24431"/>
                  </a:lnTo>
                  <a:cubicBezTo>
                    <a:pt x="43676" y="24448"/>
                    <a:pt x="44133" y="24490"/>
                    <a:pt x="44015" y="24507"/>
                  </a:cubicBezTo>
                  <a:cubicBezTo>
                    <a:pt x="43423" y="24482"/>
                    <a:pt x="43084" y="24423"/>
                    <a:pt x="42577" y="24406"/>
                  </a:cubicBezTo>
                  <a:cubicBezTo>
                    <a:pt x="42585" y="24355"/>
                    <a:pt x="42416" y="24330"/>
                    <a:pt x="42585" y="24321"/>
                  </a:cubicBezTo>
                  <a:cubicBezTo>
                    <a:pt x="42619" y="24330"/>
                    <a:pt x="42636" y="24330"/>
                    <a:pt x="42644" y="24330"/>
                  </a:cubicBezTo>
                  <a:cubicBezTo>
                    <a:pt x="42691" y="24325"/>
                    <a:pt x="42752" y="24323"/>
                    <a:pt x="42823" y="24323"/>
                  </a:cubicBezTo>
                  <a:cubicBezTo>
                    <a:pt x="42894" y="24323"/>
                    <a:pt x="42974" y="24325"/>
                    <a:pt x="43059" y="24330"/>
                  </a:cubicBezTo>
                  <a:cubicBezTo>
                    <a:pt x="43220" y="24330"/>
                    <a:pt x="43397" y="24338"/>
                    <a:pt x="43558" y="24347"/>
                  </a:cubicBezTo>
                  <a:cubicBezTo>
                    <a:pt x="43008" y="24296"/>
                    <a:pt x="42797" y="24270"/>
                    <a:pt x="42610" y="24245"/>
                  </a:cubicBezTo>
                  <a:cubicBezTo>
                    <a:pt x="42424" y="24228"/>
                    <a:pt x="42255" y="24211"/>
                    <a:pt x="41773" y="24160"/>
                  </a:cubicBezTo>
                  <a:cubicBezTo>
                    <a:pt x="41758" y="24153"/>
                    <a:pt x="41777" y="24150"/>
                    <a:pt x="41816" y="24150"/>
                  </a:cubicBezTo>
                  <a:cubicBezTo>
                    <a:pt x="41959" y="24150"/>
                    <a:pt x="42371" y="24188"/>
                    <a:pt x="42458" y="24188"/>
                  </a:cubicBezTo>
                  <a:cubicBezTo>
                    <a:pt x="42482" y="24188"/>
                    <a:pt x="42481" y="24185"/>
                    <a:pt x="42441" y="24177"/>
                  </a:cubicBezTo>
                  <a:lnTo>
                    <a:pt x="42441" y="24177"/>
                  </a:lnTo>
                  <a:cubicBezTo>
                    <a:pt x="42746" y="24211"/>
                    <a:pt x="43042" y="24253"/>
                    <a:pt x="43346" y="24279"/>
                  </a:cubicBezTo>
                  <a:cubicBezTo>
                    <a:pt x="43194" y="24270"/>
                    <a:pt x="43169" y="24270"/>
                    <a:pt x="43101" y="24270"/>
                  </a:cubicBezTo>
                  <a:cubicBezTo>
                    <a:pt x="43727" y="24304"/>
                    <a:pt x="43947" y="24355"/>
                    <a:pt x="44421" y="24355"/>
                  </a:cubicBezTo>
                  <a:cubicBezTo>
                    <a:pt x="44506" y="24367"/>
                    <a:pt x="44504" y="24371"/>
                    <a:pt x="44465" y="24371"/>
                  </a:cubicBezTo>
                  <a:cubicBezTo>
                    <a:pt x="44402" y="24371"/>
                    <a:pt x="44243" y="24361"/>
                    <a:pt x="44208" y="24361"/>
                  </a:cubicBezTo>
                  <a:cubicBezTo>
                    <a:pt x="44189" y="24361"/>
                    <a:pt x="44205" y="24364"/>
                    <a:pt x="44285" y="24372"/>
                  </a:cubicBezTo>
                  <a:cubicBezTo>
                    <a:pt x="44171" y="24363"/>
                    <a:pt x="44057" y="24359"/>
                    <a:pt x="43943" y="24359"/>
                  </a:cubicBezTo>
                  <a:cubicBezTo>
                    <a:pt x="43829" y="24359"/>
                    <a:pt x="43714" y="24363"/>
                    <a:pt x="43600" y="24372"/>
                  </a:cubicBezTo>
                  <a:cubicBezTo>
                    <a:pt x="43859" y="24400"/>
                    <a:pt x="43983" y="24407"/>
                    <a:pt x="44066" y="24407"/>
                  </a:cubicBezTo>
                  <a:cubicBezTo>
                    <a:pt x="44164" y="24407"/>
                    <a:pt x="44204" y="24397"/>
                    <a:pt x="44341" y="24397"/>
                  </a:cubicBezTo>
                  <a:cubicBezTo>
                    <a:pt x="44406" y="24397"/>
                    <a:pt x="44492" y="24399"/>
                    <a:pt x="44615" y="24406"/>
                  </a:cubicBezTo>
                  <a:lnTo>
                    <a:pt x="45072" y="24473"/>
                  </a:lnTo>
                  <a:cubicBezTo>
                    <a:pt x="45117" y="24476"/>
                    <a:pt x="45144" y="24477"/>
                    <a:pt x="45158" y="24477"/>
                  </a:cubicBezTo>
                  <a:cubicBezTo>
                    <a:pt x="45233" y="24477"/>
                    <a:pt x="44976" y="24447"/>
                    <a:pt x="44962" y="24440"/>
                  </a:cubicBezTo>
                  <a:lnTo>
                    <a:pt x="44962" y="24440"/>
                  </a:lnTo>
                  <a:cubicBezTo>
                    <a:pt x="45301" y="24465"/>
                    <a:pt x="45427" y="24482"/>
                    <a:pt x="45681" y="24499"/>
                  </a:cubicBezTo>
                  <a:cubicBezTo>
                    <a:pt x="45605" y="24490"/>
                    <a:pt x="45436" y="24473"/>
                    <a:pt x="45478" y="24465"/>
                  </a:cubicBezTo>
                  <a:lnTo>
                    <a:pt x="45478" y="24465"/>
                  </a:lnTo>
                  <a:cubicBezTo>
                    <a:pt x="45874" y="24513"/>
                    <a:pt x="46270" y="24523"/>
                    <a:pt x="46644" y="24583"/>
                  </a:cubicBezTo>
                  <a:lnTo>
                    <a:pt x="46644" y="24583"/>
                  </a:lnTo>
                  <a:cubicBezTo>
                    <a:pt x="46599" y="24566"/>
                    <a:pt x="46982" y="24566"/>
                    <a:pt x="47136" y="24566"/>
                  </a:cubicBezTo>
                  <a:lnTo>
                    <a:pt x="46341" y="24473"/>
                  </a:lnTo>
                  <a:cubicBezTo>
                    <a:pt x="45825" y="24440"/>
                    <a:pt x="45419" y="24414"/>
                    <a:pt x="44996" y="24389"/>
                  </a:cubicBezTo>
                  <a:cubicBezTo>
                    <a:pt x="44573" y="24355"/>
                    <a:pt x="44142" y="24313"/>
                    <a:pt x="43592" y="24279"/>
                  </a:cubicBezTo>
                  <a:lnTo>
                    <a:pt x="43659" y="24270"/>
                  </a:lnTo>
                  <a:lnTo>
                    <a:pt x="43093" y="24211"/>
                  </a:lnTo>
                  <a:cubicBezTo>
                    <a:pt x="42940" y="24194"/>
                    <a:pt x="42805" y="24177"/>
                    <a:pt x="42687" y="24169"/>
                  </a:cubicBezTo>
                  <a:cubicBezTo>
                    <a:pt x="42441" y="24152"/>
                    <a:pt x="42272" y="24135"/>
                    <a:pt x="42103" y="24135"/>
                  </a:cubicBezTo>
                  <a:cubicBezTo>
                    <a:pt x="41655" y="24135"/>
                    <a:pt x="41198" y="24101"/>
                    <a:pt x="40741" y="24042"/>
                  </a:cubicBezTo>
                  <a:cubicBezTo>
                    <a:pt x="40707" y="24000"/>
                    <a:pt x="40064" y="23966"/>
                    <a:pt x="40123" y="23932"/>
                  </a:cubicBezTo>
                  <a:lnTo>
                    <a:pt x="40123" y="23932"/>
                  </a:lnTo>
                  <a:cubicBezTo>
                    <a:pt x="40315" y="23958"/>
                    <a:pt x="40407" y="23968"/>
                    <a:pt x="40439" y="23968"/>
                  </a:cubicBezTo>
                  <a:cubicBezTo>
                    <a:pt x="40482" y="23968"/>
                    <a:pt x="40423" y="23951"/>
                    <a:pt x="40352" y="23932"/>
                  </a:cubicBezTo>
                  <a:cubicBezTo>
                    <a:pt x="40039" y="23924"/>
                    <a:pt x="39734" y="23890"/>
                    <a:pt x="39430" y="23847"/>
                  </a:cubicBezTo>
                  <a:cubicBezTo>
                    <a:pt x="39565" y="23847"/>
                    <a:pt x="39369" y="23812"/>
                    <a:pt x="39441" y="23812"/>
                  </a:cubicBezTo>
                  <a:cubicBezTo>
                    <a:pt x="39468" y="23812"/>
                    <a:pt x="39533" y="23817"/>
                    <a:pt x="39667" y="23831"/>
                  </a:cubicBezTo>
                  <a:cubicBezTo>
                    <a:pt x="38990" y="23737"/>
                    <a:pt x="38626" y="23687"/>
                    <a:pt x="38279" y="23670"/>
                  </a:cubicBezTo>
                  <a:cubicBezTo>
                    <a:pt x="37183" y="23544"/>
                    <a:pt x="37942" y="23576"/>
                    <a:pt x="36900" y="23437"/>
                  </a:cubicBezTo>
                  <a:lnTo>
                    <a:pt x="36900" y="23437"/>
                  </a:lnTo>
                  <a:cubicBezTo>
                    <a:pt x="36940" y="23441"/>
                    <a:pt x="36981" y="23441"/>
                    <a:pt x="37027" y="23441"/>
                  </a:cubicBezTo>
                  <a:cubicBezTo>
                    <a:pt x="36799" y="23416"/>
                    <a:pt x="36570" y="23374"/>
                    <a:pt x="36350" y="23340"/>
                  </a:cubicBezTo>
                  <a:lnTo>
                    <a:pt x="36350" y="23340"/>
                  </a:lnTo>
                  <a:lnTo>
                    <a:pt x="36570" y="23399"/>
                  </a:lnTo>
                  <a:lnTo>
                    <a:pt x="35767" y="23281"/>
                  </a:lnTo>
                  <a:cubicBezTo>
                    <a:pt x="35668" y="23269"/>
                    <a:pt x="35616" y="23264"/>
                    <a:pt x="35595" y="23264"/>
                  </a:cubicBezTo>
                  <a:cubicBezTo>
                    <a:pt x="35513" y="23264"/>
                    <a:pt x="35948" y="23342"/>
                    <a:pt x="35894" y="23348"/>
                  </a:cubicBezTo>
                  <a:lnTo>
                    <a:pt x="36063" y="23348"/>
                  </a:lnTo>
                  <a:cubicBezTo>
                    <a:pt x="36384" y="23408"/>
                    <a:pt x="36850" y="23458"/>
                    <a:pt x="36909" y="23492"/>
                  </a:cubicBezTo>
                  <a:cubicBezTo>
                    <a:pt x="36706" y="23458"/>
                    <a:pt x="36503" y="23433"/>
                    <a:pt x="36291" y="23424"/>
                  </a:cubicBezTo>
                  <a:lnTo>
                    <a:pt x="36291" y="23424"/>
                  </a:lnTo>
                  <a:lnTo>
                    <a:pt x="36799" y="23501"/>
                  </a:lnTo>
                  <a:cubicBezTo>
                    <a:pt x="36850" y="23518"/>
                    <a:pt x="36900" y="23534"/>
                    <a:pt x="36960" y="23551"/>
                  </a:cubicBezTo>
                  <a:cubicBezTo>
                    <a:pt x="37459" y="23627"/>
                    <a:pt x="37848" y="23687"/>
                    <a:pt x="38144" y="23704"/>
                  </a:cubicBezTo>
                  <a:cubicBezTo>
                    <a:pt x="37932" y="23670"/>
                    <a:pt x="37806" y="23678"/>
                    <a:pt x="37619" y="23636"/>
                  </a:cubicBezTo>
                  <a:cubicBezTo>
                    <a:pt x="37873" y="23636"/>
                    <a:pt x="38491" y="23729"/>
                    <a:pt x="39100" y="23797"/>
                  </a:cubicBezTo>
                  <a:cubicBezTo>
                    <a:pt x="39117" y="23805"/>
                    <a:pt x="39303" y="23831"/>
                    <a:pt x="39227" y="23831"/>
                  </a:cubicBezTo>
                  <a:cubicBezTo>
                    <a:pt x="39210" y="23831"/>
                    <a:pt x="39108" y="23822"/>
                    <a:pt x="39049" y="23814"/>
                  </a:cubicBezTo>
                  <a:lnTo>
                    <a:pt x="39049" y="23814"/>
                  </a:lnTo>
                  <a:cubicBezTo>
                    <a:pt x="39091" y="23831"/>
                    <a:pt x="38753" y="23805"/>
                    <a:pt x="39320" y="23881"/>
                  </a:cubicBezTo>
                  <a:lnTo>
                    <a:pt x="38922" y="23873"/>
                  </a:lnTo>
                  <a:lnTo>
                    <a:pt x="38694" y="23873"/>
                  </a:lnTo>
                  <a:cubicBezTo>
                    <a:pt x="38364" y="23831"/>
                    <a:pt x="37899" y="23771"/>
                    <a:pt x="37636" y="23721"/>
                  </a:cubicBezTo>
                  <a:lnTo>
                    <a:pt x="37653" y="23721"/>
                  </a:lnTo>
                  <a:cubicBezTo>
                    <a:pt x="37374" y="23678"/>
                    <a:pt x="36757" y="23611"/>
                    <a:pt x="36714" y="23568"/>
                  </a:cubicBezTo>
                  <a:cubicBezTo>
                    <a:pt x="36601" y="23558"/>
                    <a:pt x="36366" y="23523"/>
                    <a:pt x="36334" y="23523"/>
                  </a:cubicBezTo>
                  <a:cubicBezTo>
                    <a:pt x="36317" y="23523"/>
                    <a:pt x="36366" y="23534"/>
                    <a:pt x="36545" y="23568"/>
                  </a:cubicBezTo>
                  <a:lnTo>
                    <a:pt x="35724" y="23450"/>
                  </a:lnTo>
                  <a:cubicBezTo>
                    <a:pt x="35832" y="23431"/>
                    <a:pt x="35432" y="23346"/>
                    <a:pt x="35560" y="23346"/>
                  </a:cubicBezTo>
                  <a:cubicBezTo>
                    <a:pt x="35604" y="23346"/>
                    <a:pt x="35710" y="23356"/>
                    <a:pt x="35919" y="23382"/>
                  </a:cubicBezTo>
                  <a:lnTo>
                    <a:pt x="35115" y="23264"/>
                  </a:lnTo>
                  <a:lnTo>
                    <a:pt x="35200" y="23264"/>
                  </a:lnTo>
                  <a:cubicBezTo>
                    <a:pt x="35259" y="23272"/>
                    <a:pt x="35318" y="23281"/>
                    <a:pt x="35369" y="23298"/>
                  </a:cubicBezTo>
                  <a:cubicBezTo>
                    <a:pt x="35397" y="23299"/>
                    <a:pt x="35419" y="23300"/>
                    <a:pt x="35435" y="23300"/>
                  </a:cubicBezTo>
                  <a:cubicBezTo>
                    <a:pt x="35584" y="23300"/>
                    <a:pt x="35200" y="23231"/>
                    <a:pt x="34802" y="23162"/>
                  </a:cubicBezTo>
                  <a:lnTo>
                    <a:pt x="34692" y="23162"/>
                  </a:lnTo>
                  <a:cubicBezTo>
                    <a:pt x="34320" y="23078"/>
                    <a:pt x="34092" y="23010"/>
                    <a:pt x="33584" y="22925"/>
                  </a:cubicBezTo>
                  <a:cubicBezTo>
                    <a:pt x="33178" y="22875"/>
                    <a:pt x="32781" y="22841"/>
                    <a:pt x="32375" y="22782"/>
                  </a:cubicBezTo>
                  <a:lnTo>
                    <a:pt x="32028" y="22714"/>
                  </a:lnTo>
                  <a:cubicBezTo>
                    <a:pt x="31887" y="22667"/>
                    <a:pt x="31428" y="22577"/>
                    <a:pt x="31527" y="22577"/>
                  </a:cubicBezTo>
                  <a:cubicBezTo>
                    <a:pt x="31535" y="22577"/>
                    <a:pt x="31546" y="22577"/>
                    <a:pt x="31562" y="22579"/>
                  </a:cubicBezTo>
                  <a:cubicBezTo>
                    <a:pt x="31551" y="22573"/>
                    <a:pt x="31551" y="22570"/>
                    <a:pt x="31562" y="22570"/>
                  </a:cubicBezTo>
                  <a:cubicBezTo>
                    <a:pt x="31598" y="22570"/>
                    <a:pt x="31743" y="22599"/>
                    <a:pt x="31918" y="22638"/>
                  </a:cubicBezTo>
                  <a:cubicBezTo>
                    <a:pt x="31935" y="22646"/>
                    <a:pt x="31928" y="22646"/>
                    <a:pt x="31922" y="22646"/>
                  </a:cubicBezTo>
                  <a:cubicBezTo>
                    <a:pt x="31916" y="22646"/>
                    <a:pt x="31909" y="22646"/>
                    <a:pt x="31926" y="22655"/>
                  </a:cubicBezTo>
                  <a:cubicBezTo>
                    <a:pt x="32002" y="22646"/>
                    <a:pt x="32028" y="22638"/>
                    <a:pt x="31757" y="22562"/>
                  </a:cubicBezTo>
                  <a:lnTo>
                    <a:pt x="31757" y="22562"/>
                  </a:lnTo>
                  <a:cubicBezTo>
                    <a:pt x="32036" y="22621"/>
                    <a:pt x="32070" y="22629"/>
                    <a:pt x="32273" y="22663"/>
                  </a:cubicBezTo>
                  <a:lnTo>
                    <a:pt x="32012" y="22602"/>
                  </a:lnTo>
                  <a:lnTo>
                    <a:pt x="32012" y="22602"/>
                  </a:lnTo>
                  <a:cubicBezTo>
                    <a:pt x="32220" y="22650"/>
                    <a:pt x="32485" y="22690"/>
                    <a:pt x="32688" y="22722"/>
                  </a:cubicBezTo>
                  <a:cubicBezTo>
                    <a:pt x="32785" y="22743"/>
                    <a:pt x="32888" y="22758"/>
                    <a:pt x="32992" y="22758"/>
                  </a:cubicBezTo>
                  <a:cubicBezTo>
                    <a:pt x="33015" y="22758"/>
                    <a:pt x="33037" y="22758"/>
                    <a:pt x="33060" y="22756"/>
                  </a:cubicBezTo>
                  <a:lnTo>
                    <a:pt x="33060" y="22756"/>
                  </a:lnTo>
                  <a:cubicBezTo>
                    <a:pt x="33053" y="22757"/>
                    <a:pt x="33047" y="22757"/>
                    <a:pt x="33040" y="22757"/>
                  </a:cubicBezTo>
                  <a:cubicBezTo>
                    <a:pt x="32900" y="22757"/>
                    <a:pt x="32651" y="22677"/>
                    <a:pt x="32434" y="22621"/>
                  </a:cubicBezTo>
                  <a:lnTo>
                    <a:pt x="32434" y="22621"/>
                  </a:lnTo>
                  <a:cubicBezTo>
                    <a:pt x="32557" y="22644"/>
                    <a:pt x="32773" y="22680"/>
                    <a:pt x="32799" y="22680"/>
                  </a:cubicBezTo>
                  <a:cubicBezTo>
                    <a:pt x="32810" y="22680"/>
                    <a:pt x="32784" y="22673"/>
                    <a:pt x="32696" y="22655"/>
                  </a:cubicBezTo>
                  <a:cubicBezTo>
                    <a:pt x="32625" y="22649"/>
                    <a:pt x="32232" y="22573"/>
                    <a:pt x="32181" y="22573"/>
                  </a:cubicBezTo>
                  <a:cubicBezTo>
                    <a:pt x="32158" y="22573"/>
                    <a:pt x="32201" y="22588"/>
                    <a:pt x="32366" y="22629"/>
                  </a:cubicBezTo>
                  <a:cubicBezTo>
                    <a:pt x="32129" y="22587"/>
                    <a:pt x="31816" y="22528"/>
                    <a:pt x="31554" y="22469"/>
                  </a:cubicBezTo>
                  <a:lnTo>
                    <a:pt x="31554" y="22469"/>
                  </a:lnTo>
                  <a:cubicBezTo>
                    <a:pt x="31658" y="22485"/>
                    <a:pt x="31705" y="22491"/>
                    <a:pt x="31725" y="22491"/>
                  </a:cubicBezTo>
                  <a:cubicBezTo>
                    <a:pt x="31765" y="22491"/>
                    <a:pt x="31695" y="22469"/>
                    <a:pt x="31757" y="22469"/>
                  </a:cubicBezTo>
                  <a:cubicBezTo>
                    <a:pt x="31691" y="22452"/>
                    <a:pt x="31622" y="22443"/>
                    <a:pt x="31554" y="22443"/>
                  </a:cubicBezTo>
                  <a:cubicBezTo>
                    <a:pt x="31517" y="22443"/>
                    <a:pt x="31480" y="22446"/>
                    <a:pt x="31444" y="22452"/>
                  </a:cubicBezTo>
                  <a:cubicBezTo>
                    <a:pt x="30657" y="22257"/>
                    <a:pt x="30361" y="22122"/>
                    <a:pt x="29473" y="21927"/>
                  </a:cubicBezTo>
                  <a:cubicBezTo>
                    <a:pt x="29466" y="21926"/>
                    <a:pt x="29462" y="21926"/>
                    <a:pt x="29460" y="21926"/>
                  </a:cubicBezTo>
                  <a:cubicBezTo>
                    <a:pt x="29429" y="21926"/>
                    <a:pt x="30001" y="22046"/>
                    <a:pt x="29921" y="22046"/>
                  </a:cubicBezTo>
                  <a:cubicBezTo>
                    <a:pt x="29270" y="21927"/>
                    <a:pt x="29092" y="21817"/>
                    <a:pt x="28534" y="21690"/>
                  </a:cubicBezTo>
                  <a:lnTo>
                    <a:pt x="28534" y="21690"/>
                  </a:lnTo>
                  <a:lnTo>
                    <a:pt x="28678" y="21766"/>
                  </a:lnTo>
                  <a:cubicBezTo>
                    <a:pt x="28500" y="21724"/>
                    <a:pt x="28086" y="21623"/>
                    <a:pt x="27874" y="21572"/>
                  </a:cubicBezTo>
                  <a:cubicBezTo>
                    <a:pt x="27835" y="21552"/>
                    <a:pt x="27475" y="21436"/>
                    <a:pt x="27520" y="21436"/>
                  </a:cubicBezTo>
                  <a:cubicBezTo>
                    <a:pt x="27534" y="21436"/>
                    <a:pt x="27581" y="21446"/>
                    <a:pt x="27680" y="21470"/>
                  </a:cubicBezTo>
                  <a:cubicBezTo>
                    <a:pt x="27375" y="21377"/>
                    <a:pt x="27071" y="21310"/>
                    <a:pt x="26758" y="21259"/>
                  </a:cubicBezTo>
                  <a:cubicBezTo>
                    <a:pt x="26411" y="21191"/>
                    <a:pt x="26072" y="21107"/>
                    <a:pt x="25734" y="21005"/>
                  </a:cubicBezTo>
                  <a:lnTo>
                    <a:pt x="25734" y="21005"/>
                  </a:lnTo>
                  <a:cubicBezTo>
                    <a:pt x="26233" y="21157"/>
                    <a:pt x="26292" y="21166"/>
                    <a:pt x="26690" y="21284"/>
                  </a:cubicBezTo>
                  <a:cubicBezTo>
                    <a:pt x="26545" y="21249"/>
                    <a:pt x="26491" y="21238"/>
                    <a:pt x="26482" y="21238"/>
                  </a:cubicBezTo>
                  <a:cubicBezTo>
                    <a:pt x="26463" y="21238"/>
                    <a:pt x="26605" y="21282"/>
                    <a:pt x="26571" y="21293"/>
                  </a:cubicBezTo>
                  <a:cubicBezTo>
                    <a:pt x="26376" y="21215"/>
                    <a:pt x="25844" y="21071"/>
                    <a:pt x="25869" y="21071"/>
                  </a:cubicBezTo>
                  <a:cubicBezTo>
                    <a:pt x="25877" y="21071"/>
                    <a:pt x="25934" y="21084"/>
                    <a:pt x="26064" y="21115"/>
                  </a:cubicBezTo>
                  <a:cubicBezTo>
                    <a:pt x="25734" y="21014"/>
                    <a:pt x="25057" y="20819"/>
                    <a:pt x="24896" y="20785"/>
                  </a:cubicBezTo>
                  <a:lnTo>
                    <a:pt x="24896" y="20785"/>
                  </a:lnTo>
                  <a:lnTo>
                    <a:pt x="25170" y="20879"/>
                  </a:lnTo>
                  <a:lnTo>
                    <a:pt x="25170" y="20879"/>
                  </a:lnTo>
                  <a:cubicBezTo>
                    <a:pt x="25232" y="20896"/>
                    <a:pt x="25302" y="20915"/>
                    <a:pt x="25379" y="20937"/>
                  </a:cubicBezTo>
                  <a:cubicBezTo>
                    <a:pt x="25669" y="21029"/>
                    <a:pt x="25731" y="21053"/>
                    <a:pt x="25712" y="21053"/>
                  </a:cubicBezTo>
                  <a:cubicBezTo>
                    <a:pt x="25692" y="21053"/>
                    <a:pt x="25585" y="21027"/>
                    <a:pt x="25555" y="21027"/>
                  </a:cubicBezTo>
                  <a:cubicBezTo>
                    <a:pt x="25532" y="21027"/>
                    <a:pt x="25557" y="21043"/>
                    <a:pt x="25709" y="21098"/>
                  </a:cubicBezTo>
                  <a:lnTo>
                    <a:pt x="26309" y="21242"/>
                  </a:lnTo>
                  <a:lnTo>
                    <a:pt x="26309" y="21242"/>
                  </a:lnTo>
                  <a:lnTo>
                    <a:pt x="26030" y="21157"/>
                  </a:lnTo>
                  <a:cubicBezTo>
                    <a:pt x="26032" y="21157"/>
                    <a:pt x="26033" y="21157"/>
                    <a:pt x="26035" y="21157"/>
                  </a:cubicBezTo>
                  <a:cubicBezTo>
                    <a:pt x="26142" y="21157"/>
                    <a:pt x="26778" y="21371"/>
                    <a:pt x="26875" y="21371"/>
                  </a:cubicBezTo>
                  <a:cubicBezTo>
                    <a:pt x="26887" y="21371"/>
                    <a:pt x="26891" y="21368"/>
                    <a:pt x="26884" y="21360"/>
                  </a:cubicBezTo>
                  <a:lnTo>
                    <a:pt x="26884" y="21360"/>
                  </a:lnTo>
                  <a:cubicBezTo>
                    <a:pt x="27477" y="21546"/>
                    <a:pt x="27663" y="21580"/>
                    <a:pt x="28323" y="21783"/>
                  </a:cubicBezTo>
                  <a:cubicBezTo>
                    <a:pt x="28347" y="21787"/>
                    <a:pt x="28362" y="21789"/>
                    <a:pt x="28369" y="21789"/>
                  </a:cubicBezTo>
                  <a:cubicBezTo>
                    <a:pt x="28407" y="21789"/>
                    <a:pt x="28271" y="21749"/>
                    <a:pt x="28127" y="21710"/>
                  </a:cubicBezTo>
                  <a:lnTo>
                    <a:pt x="28127" y="21710"/>
                  </a:lnTo>
                  <a:cubicBezTo>
                    <a:pt x="28398" y="21779"/>
                    <a:pt x="28458" y="21760"/>
                    <a:pt x="28855" y="21885"/>
                  </a:cubicBezTo>
                  <a:cubicBezTo>
                    <a:pt x="28914" y="21900"/>
                    <a:pt x="28948" y="21907"/>
                    <a:pt x="28960" y="21907"/>
                  </a:cubicBezTo>
                  <a:cubicBezTo>
                    <a:pt x="28988" y="21907"/>
                    <a:pt x="28881" y="21866"/>
                    <a:pt x="28670" y="21808"/>
                  </a:cubicBezTo>
                  <a:lnTo>
                    <a:pt x="28670" y="21808"/>
                  </a:lnTo>
                  <a:cubicBezTo>
                    <a:pt x="28964" y="21883"/>
                    <a:pt x="29257" y="21940"/>
                    <a:pt x="29583" y="22029"/>
                  </a:cubicBezTo>
                  <a:lnTo>
                    <a:pt x="29202" y="21910"/>
                  </a:lnTo>
                  <a:lnTo>
                    <a:pt x="29202" y="21910"/>
                  </a:lnTo>
                  <a:lnTo>
                    <a:pt x="29600" y="22003"/>
                  </a:lnTo>
                  <a:lnTo>
                    <a:pt x="29270" y="21910"/>
                  </a:lnTo>
                  <a:lnTo>
                    <a:pt x="29270" y="21910"/>
                  </a:lnTo>
                  <a:cubicBezTo>
                    <a:pt x="30031" y="22088"/>
                    <a:pt x="30903" y="22308"/>
                    <a:pt x="31300" y="22418"/>
                  </a:cubicBezTo>
                  <a:cubicBezTo>
                    <a:pt x="31131" y="22392"/>
                    <a:pt x="30936" y="22359"/>
                    <a:pt x="30733" y="22316"/>
                  </a:cubicBezTo>
                  <a:lnTo>
                    <a:pt x="30124" y="22172"/>
                  </a:lnTo>
                  <a:cubicBezTo>
                    <a:pt x="29718" y="22088"/>
                    <a:pt x="29346" y="22003"/>
                    <a:pt x="29152" y="21978"/>
                  </a:cubicBezTo>
                  <a:lnTo>
                    <a:pt x="29152" y="21978"/>
                  </a:lnTo>
                  <a:cubicBezTo>
                    <a:pt x="29295" y="22029"/>
                    <a:pt x="29684" y="22079"/>
                    <a:pt x="29862" y="22156"/>
                  </a:cubicBezTo>
                  <a:lnTo>
                    <a:pt x="30074" y="22181"/>
                  </a:lnTo>
                  <a:cubicBezTo>
                    <a:pt x="30353" y="22232"/>
                    <a:pt x="30623" y="22299"/>
                    <a:pt x="30886" y="22384"/>
                  </a:cubicBezTo>
                  <a:cubicBezTo>
                    <a:pt x="30251" y="22257"/>
                    <a:pt x="30082" y="22232"/>
                    <a:pt x="29752" y="22181"/>
                  </a:cubicBezTo>
                  <a:cubicBezTo>
                    <a:pt x="29701" y="22172"/>
                    <a:pt x="29642" y="22164"/>
                    <a:pt x="29591" y="22147"/>
                  </a:cubicBezTo>
                  <a:cubicBezTo>
                    <a:pt x="29405" y="22105"/>
                    <a:pt x="29101" y="22029"/>
                    <a:pt x="28923" y="21995"/>
                  </a:cubicBezTo>
                  <a:cubicBezTo>
                    <a:pt x="28800" y="21963"/>
                    <a:pt x="28790" y="21956"/>
                    <a:pt x="28811" y="21956"/>
                  </a:cubicBezTo>
                  <a:cubicBezTo>
                    <a:pt x="28829" y="21956"/>
                    <a:pt x="28869" y="21961"/>
                    <a:pt x="28881" y="21961"/>
                  </a:cubicBezTo>
                  <a:cubicBezTo>
                    <a:pt x="28128" y="21733"/>
                    <a:pt x="27578" y="21673"/>
                    <a:pt x="26783" y="21436"/>
                  </a:cubicBezTo>
                  <a:cubicBezTo>
                    <a:pt x="26783" y="21421"/>
                    <a:pt x="26284" y="21270"/>
                    <a:pt x="26324" y="21270"/>
                  </a:cubicBezTo>
                  <a:cubicBezTo>
                    <a:pt x="26329" y="21270"/>
                    <a:pt x="26340" y="21271"/>
                    <a:pt x="26360" y="21276"/>
                  </a:cubicBezTo>
                  <a:cubicBezTo>
                    <a:pt x="25895" y="21140"/>
                    <a:pt x="25632" y="21090"/>
                    <a:pt x="25319" y="21022"/>
                  </a:cubicBezTo>
                  <a:cubicBezTo>
                    <a:pt x="25267" y="20984"/>
                    <a:pt x="24745" y="20846"/>
                    <a:pt x="24804" y="20846"/>
                  </a:cubicBezTo>
                  <a:cubicBezTo>
                    <a:pt x="24810" y="20846"/>
                    <a:pt x="24823" y="20848"/>
                    <a:pt x="24843" y="20851"/>
                  </a:cubicBezTo>
                  <a:lnTo>
                    <a:pt x="24843" y="20851"/>
                  </a:lnTo>
                  <a:cubicBezTo>
                    <a:pt x="24695" y="20826"/>
                    <a:pt x="24554" y="20793"/>
                    <a:pt x="24414" y="20760"/>
                  </a:cubicBezTo>
                  <a:cubicBezTo>
                    <a:pt x="24127" y="20658"/>
                    <a:pt x="23518" y="20481"/>
                    <a:pt x="23425" y="20430"/>
                  </a:cubicBezTo>
                  <a:cubicBezTo>
                    <a:pt x="23103" y="20337"/>
                    <a:pt x="23323" y="20438"/>
                    <a:pt x="22883" y="20286"/>
                  </a:cubicBezTo>
                  <a:cubicBezTo>
                    <a:pt x="22896" y="20286"/>
                    <a:pt x="22892" y="20282"/>
                    <a:pt x="22896" y="20282"/>
                  </a:cubicBezTo>
                  <a:cubicBezTo>
                    <a:pt x="22897" y="20282"/>
                    <a:pt x="22899" y="20282"/>
                    <a:pt x="22902" y="20283"/>
                  </a:cubicBezTo>
                  <a:lnTo>
                    <a:pt x="22902" y="20283"/>
                  </a:lnTo>
                  <a:cubicBezTo>
                    <a:pt x="22682" y="20207"/>
                    <a:pt x="22264" y="20062"/>
                    <a:pt x="22071" y="20015"/>
                  </a:cubicBezTo>
                  <a:lnTo>
                    <a:pt x="22071" y="20015"/>
                  </a:lnTo>
                  <a:cubicBezTo>
                    <a:pt x="22376" y="20125"/>
                    <a:pt x="22139" y="20041"/>
                    <a:pt x="22502" y="20176"/>
                  </a:cubicBezTo>
                  <a:cubicBezTo>
                    <a:pt x="22409" y="20159"/>
                    <a:pt x="22325" y="20134"/>
                    <a:pt x="22232" y="20100"/>
                  </a:cubicBezTo>
                  <a:cubicBezTo>
                    <a:pt x="22071" y="20049"/>
                    <a:pt x="21868" y="19981"/>
                    <a:pt x="21657" y="19905"/>
                  </a:cubicBezTo>
                  <a:lnTo>
                    <a:pt x="21657" y="19905"/>
                  </a:lnTo>
                  <a:cubicBezTo>
                    <a:pt x="21767" y="19936"/>
                    <a:pt x="21819" y="19948"/>
                    <a:pt x="21833" y="19948"/>
                  </a:cubicBezTo>
                  <a:cubicBezTo>
                    <a:pt x="21885" y="19948"/>
                    <a:pt x="21421" y="19784"/>
                    <a:pt x="21450" y="19784"/>
                  </a:cubicBezTo>
                  <a:cubicBezTo>
                    <a:pt x="21454" y="19784"/>
                    <a:pt x="21468" y="19788"/>
                    <a:pt x="21496" y="19795"/>
                  </a:cubicBezTo>
                  <a:cubicBezTo>
                    <a:pt x="20591" y="19491"/>
                    <a:pt x="20066" y="19330"/>
                    <a:pt x="19305" y="19093"/>
                  </a:cubicBezTo>
                  <a:cubicBezTo>
                    <a:pt x="18417" y="18780"/>
                    <a:pt x="17334" y="18340"/>
                    <a:pt x="16649" y="18078"/>
                  </a:cubicBezTo>
                  <a:lnTo>
                    <a:pt x="16649" y="18078"/>
                  </a:lnTo>
                  <a:lnTo>
                    <a:pt x="16733" y="18120"/>
                  </a:lnTo>
                  <a:lnTo>
                    <a:pt x="16319" y="17968"/>
                  </a:lnTo>
                  <a:cubicBezTo>
                    <a:pt x="16090" y="17875"/>
                    <a:pt x="16327" y="17934"/>
                    <a:pt x="15963" y="17791"/>
                  </a:cubicBezTo>
                  <a:lnTo>
                    <a:pt x="15963" y="17791"/>
                  </a:lnTo>
                  <a:cubicBezTo>
                    <a:pt x="16099" y="17816"/>
                    <a:pt x="16598" y="18053"/>
                    <a:pt x="16978" y="18180"/>
                  </a:cubicBezTo>
                  <a:cubicBezTo>
                    <a:pt x="16832" y="18112"/>
                    <a:pt x="16787" y="18088"/>
                    <a:pt x="16799" y="18088"/>
                  </a:cubicBezTo>
                  <a:cubicBezTo>
                    <a:pt x="16829" y="18088"/>
                    <a:pt x="17223" y="18243"/>
                    <a:pt x="17251" y="18243"/>
                  </a:cubicBezTo>
                  <a:cubicBezTo>
                    <a:pt x="17259" y="18243"/>
                    <a:pt x="17236" y="18230"/>
                    <a:pt x="17165" y="18197"/>
                  </a:cubicBezTo>
                  <a:cubicBezTo>
                    <a:pt x="16877" y="18112"/>
                    <a:pt x="16589" y="18010"/>
                    <a:pt x="16319" y="17884"/>
                  </a:cubicBezTo>
                  <a:cubicBezTo>
                    <a:pt x="15938" y="17714"/>
                    <a:pt x="15523" y="17537"/>
                    <a:pt x="15244" y="17427"/>
                  </a:cubicBezTo>
                  <a:cubicBezTo>
                    <a:pt x="15103" y="17361"/>
                    <a:pt x="15056" y="17336"/>
                    <a:pt x="15058" y="17334"/>
                  </a:cubicBezTo>
                  <a:lnTo>
                    <a:pt x="15058" y="17334"/>
                  </a:lnTo>
                  <a:lnTo>
                    <a:pt x="15058" y="17334"/>
                  </a:lnTo>
                  <a:cubicBezTo>
                    <a:pt x="14855" y="17232"/>
                    <a:pt x="14787" y="17198"/>
                    <a:pt x="14796" y="17181"/>
                  </a:cubicBezTo>
                  <a:cubicBezTo>
                    <a:pt x="14517" y="17055"/>
                    <a:pt x="14221" y="16911"/>
                    <a:pt x="13933" y="16775"/>
                  </a:cubicBezTo>
                  <a:cubicBezTo>
                    <a:pt x="13637" y="16640"/>
                    <a:pt x="13366" y="16513"/>
                    <a:pt x="13121" y="16412"/>
                  </a:cubicBezTo>
                  <a:lnTo>
                    <a:pt x="13121" y="16412"/>
                  </a:lnTo>
                  <a:cubicBezTo>
                    <a:pt x="13323" y="16504"/>
                    <a:pt x="13368" y="16527"/>
                    <a:pt x="13359" y="16527"/>
                  </a:cubicBezTo>
                  <a:cubicBezTo>
                    <a:pt x="13351" y="16527"/>
                    <a:pt x="13291" y="16505"/>
                    <a:pt x="13276" y="16505"/>
                  </a:cubicBezTo>
                  <a:cubicBezTo>
                    <a:pt x="13261" y="16505"/>
                    <a:pt x="13298" y="16530"/>
                    <a:pt x="13502" y="16632"/>
                  </a:cubicBezTo>
                  <a:cubicBezTo>
                    <a:pt x="13409" y="16589"/>
                    <a:pt x="13256" y="16530"/>
                    <a:pt x="13096" y="16445"/>
                  </a:cubicBezTo>
                  <a:cubicBezTo>
                    <a:pt x="12935" y="16361"/>
                    <a:pt x="12749" y="16268"/>
                    <a:pt x="12571" y="16175"/>
                  </a:cubicBezTo>
                  <a:lnTo>
                    <a:pt x="12571" y="16175"/>
                  </a:lnTo>
                  <a:cubicBezTo>
                    <a:pt x="12630" y="16203"/>
                    <a:pt x="12656" y="16214"/>
                    <a:pt x="12662" y="16214"/>
                  </a:cubicBezTo>
                  <a:cubicBezTo>
                    <a:pt x="12681" y="16214"/>
                    <a:pt x="12531" y="16122"/>
                    <a:pt x="12544" y="16122"/>
                  </a:cubicBezTo>
                  <a:cubicBezTo>
                    <a:pt x="12553" y="16122"/>
                    <a:pt x="12636" y="16163"/>
                    <a:pt x="12893" y="16302"/>
                  </a:cubicBezTo>
                  <a:cubicBezTo>
                    <a:pt x="12800" y="16217"/>
                    <a:pt x="12503" y="16107"/>
                    <a:pt x="12165" y="15921"/>
                  </a:cubicBezTo>
                  <a:lnTo>
                    <a:pt x="12165" y="15921"/>
                  </a:lnTo>
                  <a:cubicBezTo>
                    <a:pt x="12254" y="15963"/>
                    <a:pt x="12400" y="16031"/>
                    <a:pt x="12520" y="16086"/>
                  </a:cubicBezTo>
                  <a:lnTo>
                    <a:pt x="12520" y="16086"/>
                  </a:lnTo>
                  <a:cubicBezTo>
                    <a:pt x="12429" y="16043"/>
                    <a:pt x="12329" y="15991"/>
                    <a:pt x="12224" y="15929"/>
                  </a:cubicBezTo>
                  <a:cubicBezTo>
                    <a:pt x="12047" y="15828"/>
                    <a:pt x="11852" y="15718"/>
                    <a:pt x="11666" y="15616"/>
                  </a:cubicBezTo>
                  <a:cubicBezTo>
                    <a:pt x="11302" y="15397"/>
                    <a:pt x="10981" y="15193"/>
                    <a:pt x="10879" y="15151"/>
                  </a:cubicBezTo>
                  <a:cubicBezTo>
                    <a:pt x="10499" y="14957"/>
                    <a:pt x="9932" y="14627"/>
                    <a:pt x="9483" y="14364"/>
                  </a:cubicBezTo>
                  <a:lnTo>
                    <a:pt x="8832" y="13891"/>
                  </a:lnTo>
                  <a:cubicBezTo>
                    <a:pt x="8595" y="13730"/>
                    <a:pt x="8367" y="13561"/>
                    <a:pt x="8138" y="13383"/>
                  </a:cubicBezTo>
                  <a:lnTo>
                    <a:pt x="8138" y="13383"/>
                  </a:lnTo>
                  <a:lnTo>
                    <a:pt x="8231" y="13434"/>
                  </a:lnTo>
                  <a:cubicBezTo>
                    <a:pt x="7969" y="13239"/>
                    <a:pt x="7563" y="12926"/>
                    <a:pt x="7191" y="12613"/>
                  </a:cubicBezTo>
                  <a:lnTo>
                    <a:pt x="7123" y="12529"/>
                  </a:lnTo>
                  <a:lnTo>
                    <a:pt x="6616" y="12097"/>
                  </a:lnTo>
                  <a:cubicBezTo>
                    <a:pt x="6421" y="11928"/>
                    <a:pt x="6218" y="11734"/>
                    <a:pt x="6032" y="11556"/>
                  </a:cubicBezTo>
                  <a:lnTo>
                    <a:pt x="6032" y="11556"/>
                  </a:lnTo>
                  <a:cubicBezTo>
                    <a:pt x="6018" y="11563"/>
                    <a:pt x="6250" y="11776"/>
                    <a:pt x="6234" y="11776"/>
                  </a:cubicBezTo>
                  <a:cubicBezTo>
                    <a:pt x="6231" y="11776"/>
                    <a:pt x="6216" y="11766"/>
                    <a:pt x="6184" y="11742"/>
                  </a:cubicBezTo>
                  <a:lnTo>
                    <a:pt x="6184" y="11742"/>
                  </a:lnTo>
                  <a:cubicBezTo>
                    <a:pt x="6338" y="11882"/>
                    <a:pt x="6475" y="12004"/>
                    <a:pt x="6484" y="12004"/>
                  </a:cubicBezTo>
                  <a:cubicBezTo>
                    <a:pt x="6486" y="12004"/>
                    <a:pt x="6482" y="11999"/>
                    <a:pt x="6472" y="11987"/>
                  </a:cubicBezTo>
                  <a:lnTo>
                    <a:pt x="6472" y="11987"/>
                  </a:lnTo>
                  <a:cubicBezTo>
                    <a:pt x="6658" y="12157"/>
                    <a:pt x="6658" y="12173"/>
                    <a:pt x="6802" y="12326"/>
                  </a:cubicBezTo>
                  <a:cubicBezTo>
                    <a:pt x="6548" y="12114"/>
                    <a:pt x="6311" y="11894"/>
                    <a:pt x="6066" y="11674"/>
                  </a:cubicBezTo>
                  <a:cubicBezTo>
                    <a:pt x="6040" y="11649"/>
                    <a:pt x="6015" y="11624"/>
                    <a:pt x="5990" y="11598"/>
                  </a:cubicBezTo>
                  <a:lnTo>
                    <a:pt x="5914" y="11564"/>
                  </a:lnTo>
                  <a:cubicBezTo>
                    <a:pt x="5762" y="11413"/>
                    <a:pt x="5703" y="11347"/>
                    <a:pt x="5715" y="11347"/>
                  </a:cubicBezTo>
                  <a:cubicBezTo>
                    <a:pt x="5717" y="11347"/>
                    <a:pt x="5721" y="11349"/>
                    <a:pt x="5727" y="11353"/>
                  </a:cubicBezTo>
                  <a:cubicBezTo>
                    <a:pt x="5524" y="11158"/>
                    <a:pt x="5389" y="11040"/>
                    <a:pt x="5254" y="10913"/>
                  </a:cubicBezTo>
                  <a:cubicBezTo>
                    <a:pt x="5118" y="10778"/>
                    <a:pt x="4983" y="10634"/>
                    <a:pt x="4788" y="10422"/>
                  </a:cubicBezTo>
                  <a:lnTo>
                    <a:pt x="4788" y="10422"/>
                  </a:lnTo>
                  <a:cubicBezTo>
                    <a:pt x="4882" y="10507"/>
                    <a:pt x="4949" y="10575"/>
                    <a:pt x="5042" y="10659"/>
                  </a:cubicBezTo>
                  <a:cubicBezTo>
                    <a:pt x="5098" y="10715"/>
                    <a:pt x="5161" y="10782"/>
                    <a:pt x="5239" y="10862"/>
                  </a:cubicBezTo>
                  <a:lnTo>
                    <a:pt x="5239" y="10862"/>
                  </a:lnTo>
                  <a:lnTo>
                    <a:pt x="5144" y="10752"/>
                  </a:lnTo>
                  <a:lnTo>
                    <a:pt x="4915" y="10507"/>
                  </a:lnTo>
                  <a:lnTo>
                    <a:pt x="4915" y="10507"/>
                  </a:lnTo>
                  <a:cubicBezTo>
                    <a:pt x="5107" y="10706"/>
                    <a:pt x="5793" y="11393"/>
                    <a:pt x="5837" y="11393"/>
                  </a:cubicBezTo>
                  <a:cubicBezTo>
                    <a:pt x="5841" y="11393"/>
                    <a:pt x="5839" y="11386"/>
                    <a:pt x="5829" y="11370"/>
                  </a:cubicBezTo>
                  <a:cubicBezTo>
                    <a:pt x="5288" y="10879"/>
                    <a:pt x="4560" y="10109"/>
                    <a:pt x="4137" y="9627"/>
                  </a:cubicBezTo>
                  <a:cubicBezTo>
                    <a:pt x="4044" y="9492"/>
                    <a:pt x="3917" y="9323"/>
                    <a:pt x="3773" y="9137"/>
                  </a:cubicBezTo>
                  <a:lnTo>
                    <a:pt x="3536" y="8840"/>
                  </a:lnTo>
                  <a:cubicBezTo>
                    <a:pt x="3460" y="8739"/>
                    <a:pt x="3384" y="8621"/>
                    <a:pt x="3308" y="8511"/>
                  </a:cubicBezTo>
                  <a:cubicBezTo>
                    <a:pt x="3274" y="8456"/>
                    <a:pt x="3208" y="8354"/>
                    <a:pt x="3222" y="8354"/>
                  </a:cubicBezTo>
                  <a:cubicBezTo>
                    <a:pt x="3224" y="8354"/>
                    <a:pt x="3227" y="8356"/>
                    <a:pt x="3233" y="8360"/>
                  </a:cubicBezTo>
                  <a:lnTo>
                    <a:pt x="3233" y="8360"/>
                  </a:lnTo>
                  <a:cubicBezTo>
                    <a:pt x="2834" y="7791"/>
                    <a:pt x="2436" y="7139"/>
                    <a:pt x="2124" y="6624"/>
                  </a:cubicBezTo>
                  <a:lnTo>
                    <a:pt x="1997" y="6311"/>
                  </a:lnTo>
                  <a:cubicBezTo>
                    <a:pt x="1819" y="5956"/>
                    <a:pt x="1770" y="5878"/>
                    <a:pt x="1762" y="5878"/>
                  </a:cubicBezTo>
                  <a:cubicBezTo>
                    <a:pt x="1759" y="5878"/>
                    <a:pt x="1763" y="5892"/>
                    <a:pt x="1768" y="5905"/>
                  </a:cubicBezTo>
                  <a:cubicBezTo>
                    <a:pt x="1771" y="5921"/>
                    <a:pt x="1773" y="5937"/>
                    <a:pt x="1767" y="5937"/>
                  </a:cubicBezTo>
                  <a:cubicBezTo>
                    <a:pt x="1754" y="5937"/>
                    <a:pt x="1702" y="5852"/>
                    <a:pt x="1532" y="5482"/>
                  </a:cubicBezTo>
                  <a:cubicBezTo>
                    <a:pt x="1439" y="5220"/>
                    <a:pt x="1007" y="4162"/>
                    <a:pt x="1032" y="4112"/>
                  </a:cubicBezTo>
                  <a:cubicBezTo>
                    <a:pt x="956" y="3909"/>
                    <a:pt x="931" y="3816"/>
                    <a:pt x="906" y="3790"/>
                  </a:cubicBezTo>
                  <a:lnTo>
                    <a:pt x="906" y="3790"/>
                  </a:lnTo>
                  <a:cubicBezTo>
                    <a:pt x="953" y="3938"/>
                    <a:pt x="1054" y="4226"/>
                    <a:pt x="1041" y="4226"/>
                  </a:cubicBezTo>
                  <a:cubicBezTo>
                    <a:pt x="1038" y="4226"/>
                    <a:pt x="1028" y="4207"/>
                    <a:pt x="1007" y="4162"/>
                  </a:cubicBezTo>
                  <a:cubicBezTo>
                    <a:pt x="886" y="3809"/>
                    <a:pt x="835" y="3631"/>
                    <a:pt x="757" y="3360"/>
                  </a:cubicBezTo>
                  <a:lnTo>
                    <a:pt x="757" y="3360"/>
                  </a:lnTo>
                  <a:cubicBezTo>
                    <a:pt x="765" y="3379"/>
                    <a:pt x="775" y="3402"/>
                    <a:pt x="787" y="3418"/>
                  </a:cubicBezTo>
                  <a:cubicBezTo>
                    <a:pt x="797" y="3443"/>
                    <a:pt x="804" y="3461"/>
                    <a:pt x="805" y="3461"/>
                  </a:cubicBezTo>
                  <a:cubicBezTo>
                    <a:pt x="805" y="3461"/>
                    <a:pt x="803" y="3451"/>
                    <a:pt x="796" y="3426"/>
                  </a:cubicBezTo>
                  <a:cubicBezTo>
                    <a:pt x="736" y="3240"/>
                    <a:pt x="677" y="3020"/>
                    <a:pt x="610" y="2775"/>
                  </a:cubicBezTo>
                  <a:lnTo>
                    <a:pt x="559" y="2589"/>
                  </a:lnTo>
                  <a:lnTo>
                    <a:pt x="516" y="2394"/>
                  </a:lnTo>
                  <a:lnTo>
                    <a:pt x="432" y="2005"/>
                  </a:lnTo>
                  <a:cubicBezTo>
                    <a:pt x="364" y="1743"/>
                    <a:pt x="330" y="1472"/>
                    <a:pt x="288" y="1227"/>
                  </a:cubicBezTo>
                  <a:lnTo>
                    <a:pt x="222" y="889"/>
                  </a:lnTo>
                  <a:lnTo>
                    <a:pt x="222" y="889"/>
                  </a:lnTo>
                  <a:cubicBezTo>
                    <a:pt x="238" y="972"/>
                    <a:pt x="247" y="1073"/>
                    <a:pt x="271" y="1244"/>
                  </a:cubicBezTo>
                  <a:cubicBezTo>
                    <a:pt x="246" y="1159"/>
                    <a:pt x="229" y="1066"/>
                    <a:pt x="212" y="973"/>
                  </a:cubicBezTo>
                  <a:lnTo>
                    <a:pt x="212" y="973"/>
                  </a:lnTo>
                  <a:cubicBezTo>
                    <a:pt x="195" y="1016"/>
                    <a:pt x="280" y="1345"/>
                    <a:pt x="313" y="1726"/>
                  </a:cubicBezTo>
                  <a:lnTo>
                    <a:pt x="195" y="1092"/>
                  </a:lnTo>
                  <a:lnTo>
                    <a:pt x="220" y="1455"/>
                  </a:lnTo>
                  <a:lnTo>
                    <a:pt x="153" y="1092"/>
                  </a:lnTo>
                  <a:cubicBezTo>
                    <a:pt x="127" y="973"/>
                    <a:pt x="110" y="855"/>
                    <a:pt x="94" y="728"/>
                  </a:cubicBez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6"/>
            <p:cNvSpPr/>
            <p:nvPr/>
          </p:nvSpPr>
          <p:spPr>
            <a:xfrm rot="2935788">
              <a:off x="4833616" y="1361975"/>
              <a:ext cx="13362" cy="11517"/>
            </a:xfrm>
            <a:custGeom>
              <a:rect b="b" l="l" r="r" t="t"/>
              <a:pathLst>
                <a:path extrusionOk="0" h="281" w="326">
                  <a:moveTo>
                    <a:pt x="321" y="1"/>
                  </a:moveTo>
                  <a:cubicBezTo>
                    <a:pt x="305" y="15"/>
                    <a:pt x="294" y="26"/>
                    <a:pt x="287" y="35"/>
                  </a:cubicBezTo>
                  <a:lnTo>
                    <a:pt x="287" y="35"/>
                  </a:lnTo>
                  <a:cubicBezTo>
                    <a:pt x="287" y="35"/>
                    <a:pt x="288" y="35"/>
                    <a:pt x="288" y="35"/>
                  </a:cubicBezTo>
                  <a:cubicBezTo>
                    <a:pt x="305" y="26"/>
                    <a:pt x="313" y="18"/>
                    <a:pt x="321" y="1"/>
                  </a:cubicBezTo>
                  <a:close/>
                  <a:moveTo>
                    <a:pt x="287" y="35"/>
                  </a:moveTo>
                  <a:cubicBezTo>
                    <a:pt x="272" y="45"/>
                    <a:pt x="253" y="52"/>
                    <a:pt x="243" y="52"/>
                  </a:cubicBezTo>
                  <a:cubicBezTo>
                    <a:pt x="237" y="52"/>
                    <a:pt x="234" y="50"/>
                    <a:pt x="237" y="43"/>
                  </a:cubicBezTo>
                  <a:lnTo>
                    <a:pt x="237" y="43"/>
                  </a:lnTo>
                  <a:cubicBezTo>
                    <a:pt x="186" y="102"/>
                    <a:pt x="178" y="85"/>
                    <a:pt x="186" y="119"/>
                  </a:cubicBezTo>
                  <a:cubicBezTo>
                    <a:pt x="173" y="141"/>
                    <a:pt x="150" y="154"/>
                    <a:pt x="137" y="154"/>
                  </a:cubicBezTo>
                  <a:cubicBezTo>
                    <a:pt x="124" y="154"/>
                    <a:pt x="119" y="144"/>
                    <a:pt x="135" y="119"/>
                  </a:cubicBezTo>
                  <a:lnTo>
                    <a:pt x="135" y="119"/>
                  </a:lnTo>
                  <a:lnTo>
                    <a:pt x="42" y="212"/>
                  </a:lnTo>
                  <a:lnTo>
                    <a:pt x="110" y="179"/>
                  </a:lnTo>
                  <a:lnTo>
                    <a:pt x="110" y="179"/>
                  </a:lnTo>
                  <a:cubicBezTo>
                    <a:pt x="110" y="212"/>
                    <a:pt x="0" y="238"/>
                    <a:pt x="0" y="280"/>
                  </a:cubicBezTo>
                  <a:lnTo>
                    <a:pt x="118" y="195"/>
                  </a:lnTo>
                  <a:lnTo>
                    <a:pt x="118" y="212"/>
                  </a:lnTo>
                  <a:cubicBezTo>
                    <a:pt x="144" y="179"/>
                    <a:pt x="178" y="162"/>
                    <a:pt x="212" y="145"/>
                  </a:cubicBezTo>
                  <a:lnTo>
                    <a:pt x="212" y="145"/>
                  </a:lnTo>
                  <a:cubicBezTo>
                    <a:pt x="212" y="153"/>
                    <a:pt x="220" y="153"/>
                    <a:pt x="203" y="170"/>
                  </a:cubicBezTo>
                  <a:cubicBezTo>
                    <a:pt x="326" y="83"/>
                    <a:pt x="245" y="89"/>
                    <a:pt x="287" y="3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6"/>
            <p:cNvSpPr/>
            <p:nvPr/>
          </p:nvSpPr>
          <p:spPr>
            <a:xfrm rot="2935788">
              <a:off x="4848560" y="1365342"/>
              <a:ext cx="13198" cy="13567"/>
            </a:xfrm>
            <a:custGeom>
              <a:rect b="b" l="l" r="r" t="t"/>
              <a:pathLst>
                <a:path extrusionOk="0" h="331" w="322">
                  <a:moveTo>
                    <a:pt x="280" y="0"/>
                  </a:moveTo>
                  <a:lnTo>
                    <a:pt x="280" y="0"/>
                  </a:lnTo>
                  <a:cubicBezTo>
                    <a:pt x="220" y="51"/>
                    <a:pt x="204" y="60"/>
                    <a:pt x="170" y="102"/>
                  </a:cubicBezTo>
                  <a:cubicBezTo>
                    <a:pt x="127" y="136"/>
                    <a:pt x="77" y="170"/>
                    <a:pt x="26" y="187"/>
                  </a:cubicBezTo>
                  <a:cubicBezTo>
                    <a:pt x="17" y="204"/>
                    <a:pt x="17" y="220"/>
                    <a:pt x="0" y="237"/>
                  </a:cubicBezTo>
                  <a:lnTo>
                    <a:pt x="17" y="229"/>
                  </a:lnTo>
                  <a:lnTo>
                    <a:pt x="43" y="263"/>
                  </a:lnTo>
                  <a:cubicBezTo>
                    <a:pt x="60" y="246"/>
                    <a:pt x="77" y="229"/>
                    <a:pt x="102" y="212"/>
                  </a:cubicBezTo>
                  <a:lnTo>
                    <a:pt x="102" y="212"/>
                  </a:lnTo>
                  <a:lnTo>
                    <a:pt x="34" y="330"/>
                  </a:lnTo>
                  <a:cubicBezTo>
                    <a:pt x="37" y="331"/>
                    <a:pt x="39" y="331"/>
                    <a:pt x="42" y="331"/>
                  </a:cubicBezTo>
                  <a:cubicBezTo>
                    <a:pt x="93" y="331"/>
                    <a:pt x="172" y="253"/>
                    <a:pt x="220" y="237"/>
                  </a:cubicBezTo>
                  <a:cubicBezTo>
                    <a:pt x="175" y="237"/>
                    <a:pt x="202" y="219"/>
                    <a:pt x="192" y="219"/>
                  </a:cubicBezTo>
                  <a:cubicBezTo>
                    <a:pt x="187" y="219"/>
                    <a:pt x="173" y="223"/>
                    <a:pt x="136" y="237"/>
                  </a:cubicBezTo>
                  <a:lnTo>
                    <a:pt x="161" y="170"/>
                  </a:lnTo>
                  <a:lnTo>
                    <a:pt x="254" y="119"/>
                  </a:lnTo>
                  <a:cubicBezTo>
                    <a:pt x="247" y="104"/>
                    <a:pt x="284" y="65"/>
                    <a:pt x="267" y="65"/>
                  </a:cubicBezTo>
                  <a:cubicBezTo>
                    <a:pt x="264" y="65"/>
                    <a:pt x="260" y="66"/>
                    <a:pt x="254" y="68"/>
                  </a:cubicBezTo>
                  <a:cubicBezTo>
                    <a:pt x="246" y="85"/>
                    <a:pt x="229" y="94"/>
                    <a:pt x="220" y="102"/>
                  </a:cubicBezTo>
                  <a:cubicBezTo>
                    <a:pt x="212" y="68"/>
                    <a:pt x="322" y="9"/>
                    <a:pt x="28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6"/>
            <p:cNvSpPr/>
            <p:nvPr/>
          </p:nvSpPr>
          <p:spPr>
            <a:xfrm rot="2935788">
              <a:off x="4848592" y="1369084"/>
              <a:ext cx="41" cy="41"/>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6"/>
            <p:cNvSpPr/>
            <p:nvPr/>
          </p:nvSpPr>
          <p:spPr>
            <a:xfrm rot="2935788">
              <a:off x="4858005" y="1207016"/>
              <a:ext cx="15288" cy="3853"/>
            </a:xfrm>
            <a:custGeom>
              <a:rect b="b" l="l" r="r" t="t"/>
              <a:pathLst>
                <a:path extrusionOk="0" h="94" w="373">
                  <a:moveTo>
                    <a:pt x="186" y="0"/>
                  </a:moveTo>
                  <a:lnTo>
                    <a:pt x="0" y="77"/>
                  </a:lnTo>
                  <a:cubicBezTo>
                    <a:pt x="10" y="79"/>
                    <a:pt x="18" y="81"/>
                    <a:pt x="25" y="81"/>
                  </a:cubicBezTo>
                  <a:cubicBezTo>
                    <a:pt x="53" y="81"/>
                    <a:pt x="56" y="58"/>
                    <a:pt x="106" y="58"/>
                  </a:cubicBezTo>
                  <a:cubicBezTo>
                    <a:pt x="106" y="58"/>
                    <a:pt x="107" y="58"/>
                    <a:pt x="107" y="58"/>
                  </a:cubicBezTo>
                  <a:lnTo>
                    <a:pt x="107" y="58"/>
                  </a:lnTo>
                  <a:cubicBezTo>
                    <a:pt x="102" y="62"/>
                    <a:pt x="98" y="68"/>
                    <a:pt x="93" y="77"/>
                  </a:cubicBezTo>
                  <a:lnTo>
                    <a:pt x="372" y="93"/>
                  </a:lnTo>
                  <a:cubicBezTo>
                    <a:pt x="364" y="77"/>
                    <a:pt x="288" y="60"/>
                    <a:pt x="339" y="60"/>
                  </a:cubicBezTo>
                  <a:cubicBezTo>
                    <a:pt x="322" y="51"/>
                    <a:pt x="305" y="47"/>
                    <a:pt x="288" y="47"/>
                  </a:cubicBezTo>
                  <a:cubicBezTo>
                    <a:pt x="271" y="47"/>
                    <a:pt x="254" y="51"/>
                    <a:pt x="237" y="60"/>
                  </a:cubicBezTo>
                  <a:lnTo>
                    <a:pt x="254" y="43"/>
                  </a:lnTo>
                  <a:lnTo>
                    <a:pt x="254" y="43"/>
                  </a:lnTo>
                  <a:cubicBezTo>
                    <a:pt x="243" y="45"/>
                    <a:pt x="233" y="47"/>
                    <a:pt x="224" y="47"/>
                  </a:cubicBezTo>
                  <a:cubicBezTo>
                    <a:pt x="177" y="47"/>
                    <a:pt x="158" y="15"/>
                    <a:pt x="18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6"/>
            <p:cNvSpPr/>
            <p:nvPr/>
          </p:nvSpPr>
          <p:spPr>
            <a:xfrm rot="2935788">
              <a:off x="4855157" y="1201972"/>
              <a:ext cx="2459" cy="1107"/>
            </a:xfrm>
            <a:custGeom>
              <a:rect b="b" l="l" r="r" t="t"/>
              <a:pathLst>
                <a:path extrusionOk="0" h="27" w="60">
                  <a:moveTo>
                    <a:pt x="59" y="1"/>
                  </a:moveTo>
                  <a:lnTo>
                    <a:pt x="30" y="14"/>
                  </a:lnTo>
                  <a:lnTo>
                    <a:pt x="30" y="14"/>
                  </a:lnTo>
                  <a:cubicBezTo>
                    <a:pt x="40" y="9"/>
                    <a:pt x="51" y="5"/>
                    <a:pt x="59" y="1"/>
                  </a:cubicBezTo>
                  <a:close/>
                  <a:moveTo>
                    <a:pt x="30" y="14"/>
                  </a:moveTo>
                  <a:lnTo>
                    <a:pt x="30" y="14"/>
                  </a:lnTo>
                  <a:cubicBezTo>
                    <a:pt x="19" y="18"/>
                    <a:pt x="9" y="22"/>
                    <a:pt x="0" y="26"/>
                  </a:cubicBezTo>
                  <a:lnTo>
                    <a:pt x="30" y="14"/>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6"/>
            <p:cNvSpPr/>
            <p:nvPr/>
          </p:nvSpPr>
          <p:spPr>
            <a:xfrm rot="2935788">
              <a:off x="4880248" y="1205005"/>
              <a:ext cx="1066" cy="369"/>
            </a:xfrm>
            <a:custGeom>
              <a:rect b="b" l="l" r="r" t="t"/>
              <a:pathLst>
                <a:path extrusionOk="0" h="9" w="26">
                  <a:moveTo>
                    <a:pt x="25" y="0"/>
                  </a:moveTo>
                  <a:lnTo>
                    <a:pt x="25" y="0"/>
                  </a:lnTo>
                  <a:lnTo>
                    <a:pt x="0" y="9"/>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6"/>
            <p:cNvSpPr/>
            <p:nvPr/>
          </p:nvSpPr>
          <p:spPr>
            <a:xfrm rot="2935788">
              <a:off x="4822441" y="1163322"/>
              <a:ext cx="41" cy="41"/>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6"/>
            <p:cNvSpPr/>
            <p:nvPr/>
          </p:nvSpPr>
          <p:spPr>
            <a:xfrm rot="2935788">
              <a:off x="4893778" y="1221162"/>
              <a:ext cx="12501" cy="3935"/>
            </a:xfrm>
            <a:custGeom>
              <a:rect b="b" l="l" r="r" t="t"/>
              <a:pathLst>
                <a:path extrusionOk="0" h="96" w="305">
                  <a:moveTo>
                    <a:pt x="161" y="0"/>
                  </a:moveTo>
                  <a:cubicBezTo>
                    <a:pt x="152" y="0"/>
                    <a:pt x="102" y="0"/>
                    <a:pt x="119" y="9"/>
                  </a:cubicBezTo>
                  <a:lnTo>
                    <a:pt x="144" y="9"/>
                  </a:lnTo>
                  <a:cubicBezTo>
                    <a:pt x="76" y="43"/>
                    <a:pt x="110" y="60"/>
                    <a:pt x="0" y="76"/>
                  </a:cubicBezTo>
                  <a:cubicBezTo>
                    <a:pt x="21" y="89"/>
                    <a:pt x="45" y="96"/>
                    <a:pt x="68" y="96"/>
                  </a:cubicBezTo>
                  <a:cubicBezTo>
                    <a:pt x="91" y="96"/>
                    <a:pt x="114" y="89"/>
                    <a:pt x="136" y="76"/>
                  </a:cubicBezTo>
                  <a:lnTo>
                    <a:pt x="169" y="76"/>
                  </a:lnTo>
                  <a:lnTo>
                    <a:pt x="271" y="34"/>
                  </a:lnTo>
                  <a:lnTo>
                    <a:pt x="305" y="0"/>
                  </a:lnTo>
                  <a:lnTo>
                    <a:pt x="178" y="26"/>
                  </a:lnTo>
                  <a:cubicBezTo>
                    <a:pt x="195" y="9"/>
                    <a:pt x="136" y="9"/>
                    <a:pt x="16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6"/>
            <p:cNvSpPr/>
            <p:nvPr/>
          </p:nvSpPr>
          <p:spPr>
            <a:xfrm rot="2935788">
              <a:off x="4771480" y="1067904"/>
              <a:ext cx="41" cy="41"/>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6"/>
            <p:cNvSpPr/>
            <p:nvPr/>
          </p:nvSpPr>
          <p:spPr>
            <a:xfrm rot="2935788">
              <a:off x="4771503" y="1067852"/>
              <a:ext cx="1435" cy="738"/>
            </a:xfrm>
            <a:custGeom>
              <a:rect b="b" l="l" r="r" t="t"/>
              <a:pathLst>
                <a:path extrusionOk="0" h="18" w="35">
                  <a:moveTo>
                    <a:pt x="9" y="0"/>
                  </a:moveTo>
                  <a:lnTo>
                    <a:pt x="1" y="17"/>
                  </a:lnTo>
                  <a:cubicBezTo>
                    <a:pt x="9" y="9"/>
                    <a:pt x="34"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6"/>
            <p:cNvSpPr/>
            <p:nvPr/>
          </p:nvSpPr>
          <p:spPr>
            <a:xfrm rot="2935788">
              <a:off x="4857654" y="1202866"/>
              <a:ext cx="1762" cy="1066"/>
            </a:xfrm>
            <a:custGeom>
              <a:rect b="b" l="l" r="r" t="t"/>
              <a:pathLst>
                <a:path extrusionOk="0" h="26" w="43">
                  <a:moveTo>
                    <a:pt x="26" y="1"/>
                  </a:moveTo>
                  <a:cubicBezTo>
                    <a:pt x="17" y="9"/>
                    <a:pt x="9" y="17"/>
                    <a:pt x="0" y="26"/>
                  </a:cubicBez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6"/>
            <p:cNvSpPr/>
            <p:nvPr/>
          </p:nvSpPr>
          <p:spPr>
            <a:xfrm rot="2935788">
              <a:off x="4863354" y="1205919"/>
              <a:ext cx="5943" cy="738"/>
            </a:xfrm>
            <a:custGeom>
              <a:rect b="b" l="l" r="r" t="t"/>
              <a:pathLst>
                <a:path extrusionOk="0" h="18" w="145">
                  <a:moveTo>
                    <a:pt x="144" y="0"/>
                  </a:moveTo>
                  <a:lnTo>
                    <a:pt x="144" y="0"/>
                  </a:lnTo>
                  <a:cubicBezTo>
                    <a:pt x="102" y="17"/>
                    <a:pt x="51" y="17"/>
                    <a:pt x="0" y="17"/>
                  </a:cubicBezTo>
                  <a:lnTo>
                    <a:pt x="102" y="17"/>
                  </a:lnTo>
                  <a:lnTo>
                    <a:pt x="14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6"/>
            <p:cNvSpPr/>
            <p:nvPr/>
          </p:nvSpPr>
          <p:spPr>
            <a:xfrm rot="2935788">
              <a:off x="4795870" y="1171148"/>
              <a:ext cx="70333" cy="10493"/>
            </a:xfrm>
            <a:custGeom>
              <a:rect b="b" l="l" r="r" t="t"/>
              <a:pathLst>
                <a:path extrusionOk="0" h="256" w="1716">
                  <a:moveTo>
                    <a:pt x="806" y="66"/>
                  </a:moveTo>
                  <a:lnTo>
                    <a:pt x="827" y="68"/>
                  </a:lnTo>
                  <a:cubicBezTo>
                    <a:pt x="820" y="67"/>
                    <a:pt x="813" y="66"/>
                    <a:pt x="806" y="66"/>
                  </a:cubicBezTo>
                  <a:close/>
                  <a:moveTo>
                    <a:pt x="1715" y="76"/>
                  </a:moveTo>
                  <a:lnTo>
                    <a:pt x="1706" y="80"/>
                  </a:lnTo>
                  <a:lnTo>
                    <a:pt x="1706" y="80"/>
                  </a:lnTo>
                  <a:cubicBezTo>
                    <a:pt x="1709" y="79"/>
                    <a:pt x="1712" y="78"/>
                    <a:pt x="1715" y="76"/>
                  </a:cubicBezTo>
                  <a:close/>
                  <a:moveTo>
                    <a:pt x="585" y="167"/>
                  </a:moveTo>
                  <a:cubicBezTo>
                    <a:pt x="575" y="168"/>
                    <a:pt x="566" y="170"/>
                    <a:pt x="556" y="171"/>
                  </a:cubicBezTo>
                  <a:lnTo>
                    <a:pt x="556" y="171"/>
                  </a:lnTo>
                  <a:cubicBezTo>
                    <a:pt x="566" y="170"/>
                    <a:pt x="576" y="169"/>
                    <a:pt x="585" y="167"/>
                  </a:cubicBezTo>
                  <a:close/>
                  <a:moveTo>
                    <a:pt x="143" y="192"/>
                  </a:moveTo>
                  <a:cubicBezTo>
                    <a:pt x="145" y="198"/>
                    <a:pt x="152" y="203"/>
                    <a:pt x="159" y="203"/>
                  </a:cubicBezTo>
                  <a:cubicBezTo>
                    <a:pt x="155" y="199"/>
                    <a:pt x="150" y="195"/>
                    <a:pt x="143" y="192"/>
                  </a:cubicBezTo>
                  <a:close/>
                  <a:moveTo>
                    <a:pt x="133" y="110"/>
                  </a:moveTo>
                  <a:cubicBezTo>
                    <a:pt x="57" y="110"/>
                    <a:pt x="57" y="127"/>
                    <a:pt x="15" y="144"/>
                  </a:cubicBezTo>
                  <a:cubicBezTo>
                    <a:pt x="0" y="173"/>
                    <a:pt x="99" y="171"/>
                    <a:pt x="143" y="192"/>
                  </a:cubicBezTo>
                  <a:lnTo>
                    <a:pt x="143" y="192"/>
                  </a:lnTo>
                  <a:cubicBezTo>
                    <a:pt x="142" y="190"/>
                    <a:pt x="142" y="188"/>
                    <a:pt x="142" y="186"/>
                  </a:cubicBezTo>
                  <a:lnTo>
                    <a:pt x="142" y="186"/>
                  </a:lnTo>
                  <a:lnTo>
                    <a:pt x="209" y="203"/>
                  </a:lnTo>
                  <a:cubicBezTo>
                    <a:pt x="150" y="186"/>
                    <a:pt x="226" y="161"/>
                    <a:pt x="260" y="161"/>
                  </a:cubicBezTo>
                  <a:cubicBezTo>
                    <a:pt x="294" y="161"/>
                    <a:pt x="336" y="161"/>
                    <a:pt x="328" y="178"/>
                  </a:cubicBezTo>
                  <a:lnTo>
                    <a:pt x="286" y="178"/>
                  </a:lnTo>
                  <a:cubicBezTo>
                    <a:pt x="295" y="181"/>
                    <a:pt x="304" y="182"/>
                    <a:pt x="314" y="182"/>
                  </a:cubicBezTo>
                  <a:cubicBezTo>
                    <a:pt x="346" y="182"/>
                    <a:pt x="382" y="170"/>
                    <a:pt x="415" y="170"/>
                  </a:cubicBezTo>
                  <a:cubicBezTo>
                    <a:pt x="429" y="170"/>
                    <a:pt x="442" y="172"/>
                    <a:pt x="455" y="178"/>
                  </a:cubicBezTo>
                  <a:cubicBezTo>
                    <a:pt x="455" y="186"/>
                    <a:pt x="438" y="186"/>
                    <a:pt x="429" y="195"/>
                  </a:cubicBezTo>
                  <a:cubicBezTo>
                    <a:pt x="472" y="184"/>
                    <a:pt x="514" y="177"/>
                    <a:pt x="556" y="171"/>
                  </a:cubicBezTo>
                  <a:lnTo>
                    <a:pt x="556" y="171"/>
                  </a:lnTo>
                  <a:cubicBezTo>
                    <a:pt x="547" y="172"/>
                    <a:pt x="537" y="172"/>
                    <a:pt x="528" y="172"/>
                  </a:cubicBezTo>
                  <a:cubicBezTo>
                    <a:pt x="496" y="172"/>
                    <a:pt x="462" y="168"/>
                    <a:pt x="438" y="161"/>
                  </a:cubicBezTo>
                  <a:cubicBezTo>
                    <a:pt x="379" y="127"/>
                    <a:pt x="506" y="144"/>
                    <a:pt x="522" y="110"/>
                  </a:cubicBezTo>
                  <a:cubicBezTo>
                    <a:pt x="446" y="110"/>
                    <a:pt x="463" y="119"/>
                    <a:pt x="429" y="136"/>
                  </a:cubicBezTo>
                  <a:cubicBezTo>
                    <a:pt x="410" y="132"/>
                    <a:pt x="390" y="131"/>
                    <a:pt x="370" y="131"/>
                  </a:cubicBezTo>
                  <a:cubicBezTo>
                    <a:pt x="327" y="131"/>
                    <a:pt x="282" y="136"/>
                    <a:pt x="241" y="136"/>
                  </a:cubicBezTo>
                  <a:cubicBezTo>
                    <a:pt x="199" y="136"/>
                    <a:pt x="161" y="131"/>
                    <a:pt x="133" y="110"/>
                  </a:cubicBezTo>
                  <a:close/>
                  <a:moveTo>
                    <a:pt x="1504" y="0"/>
                  </a:moveTo>
                  <a:cubicBezTo>
                    <a:pt x="1284" y="17"/>
                    <a:pt x="1132" y="102"/>
                    <a:pt x="920" y="136"/>
                  </a:cubicBezTo>
                  <a:cubicBezTo>
                    <a:pt x="912" y="110"/>
                    <a:pt x="751" y="110"/>
                    <a:pt x="675" y="93"/>
                  </a:cubicBezTo>
                  <a:cubicBezTo>
                    <a:pt x="706" y="74"/>
                    <a:pt x="743" y="65"/>
                    <a:pt x="784" y="65"/>
                  </a:cubicBezTo>
                  <a:cubicBezTo>
                    <a:pt x="791" y="65"/>
                    <a:pt x="799" y="65"/>
                    <a:pt x="806" y="66"/>
                  </a:cubicBezTo>
                  <a:lnTo>
                    <a:pt x="806" y="66"/>
                  </a:lnTo>
                  <a:lnTo>
                    <a:pt x="675" y="51"/>
                  </a:lnTo>
                  <a:lnTo>
                    <a:pt x="649" y="110"/>
                  </a:lnTo>
                  <a:cubicBezTo>
                    <a:pt x="429" y="102"/>
                    <a:pt x="709" y="76"/>
                    <a:pt x="607" y="51"/>
                  </a:cubicBezTo>
                  <a:lnTo>
                    <a:pt x="607" y="51"/>
                  </a:lnTo>
                  <a:cubicBezTo>
                    <a:pt x="565" y="59"/>
                    <a:pt x="522" y="68"/>
                    <a:pt x="480" y="76"/>
                  </a:cubicBezTo>
                  <a:cubicBezTo>
                    <a:pt x="658" y="76"/>
                    <a:pt x="455" y="144"/>
                    <a:pt x="632" y="144"/>
                  </a:cubicBezTo>
                  <a:cubicBezTo>
                    <a:pt x="624" y="155"/>
                    <a:pt x="607" y="163"/>
                    <a:pt x="585" y="167"/>
                  </a:cubicBezTo>
                  <a:lnTo>
                    <a:pt x="585" y="167"/>
                  </a:lnTo>
                  <a:cubicBezTo>
                    <a:pt x="601" y="165"/>
                    <a:pt x="617" y="163"/>
                    <a:pt x="632" y="161"/>
                  </a:cubicBezTo>
                  <a:lnTo>
                    <a:pt x="632" y="161"/>
                  </a:lnTo>
                  <a:lnTo>
                    <a:pt x="582" y="195"/>
                  </a:lnTo>
                  <a:cubicBezTo>
                    <a:pt x="625" y="185"/>
                    <a:pt x="670" y="180"/>
                    <a:pt x="715" y="180"/>
                  </a:cubicBezTo>
                  <a:cubicBezTo>
                    <a:pt x="784" y="180"/>
                    <a:pt x="853" y="191"/>
                    <a:pt x="920" y="212"/>
                  </a:cubicBezTo>
                  <a:cubicBezTo>
                    <a:pt x="912" y="203"/>
                    <a:pt x="886" y="203"/>
                    <a:pt x="903" y="195"/>
                  </a:cubicBezTo>
                  <a:cubicBezTo>
                    <a:pt x="962" y="195"/>
                    <a:pt x="1013" y="220"/>
                    <a:pt x="979" y="237"/>
                  </a:cubicBezTo>
                  <a:cubicBezTo>
                    <a:pt x="990" y="233"/>
                    <a:pt x="1004" y="231"/>
                    <a:pt x="1020" y="231"/>
                  </a:cubicBezTo>
                  <a:cubicBezTo>
                    <a:pt x="1081" y="231"/>
                    <a:pt x="1169" y="255"/>
                    <a:pt x="1243" y="255"/>
                  </a:cubicBezTo>
                  <a:cubicBezTo>
                    <a:pt x="1267" y="255"/>
                    <a:pt x="1290" y="253"/>
                    <a:pt x="1309" y="246"/>
                  </a:cubicBezTo>
                  <a:lnTo>
                    <a:pt x="1706" y="80"/>
                  </a:lnTo>
                  <a:lnTo>
                    <a:pt x="1706" y="80"/>
                  </a:lnTo>
                  <a:cubicBezTo>
                    <a:pt x="1692" y="85"/>
                    <a:pt x="1678" y="85"/>
                    <a:pt x="1664" y="85"/>
                  </a:cubicBezTo>
                  <a:cubicBezTo>
                    <a:pt x="1631" y="51"/>
                    <a:pt x="1614" y="51"/>
                    <a:pt x="1681" y="26"/>
                  </a:cubicBezTo>
                  <a:lnTo>
                    <a:pt x="1681" y="26"/>
                  </a:lnTo>
                  <a:cubicBezTo>
                    <a:pt x="1623" y="40"/>
                    <a:pt x="1634" y="61"/>
                    <a:pt x="1578" y="61"/>
                  </a:cubicBezTo>
                  <a:cubicBezTo>
                    <a:pt x="1569" y="61"/>
                    <a:pt x="1559" y="61"/>
                    <a:pt x="1546" y="59"/>
                  </a:cubicBezTo>
                  <a:cubicBezTo>
                    <a:pt x="1580" y="51"/>
                    <a:pt x="1597" y="9"/>
                    <a:pt x="150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6"/>
            <p:cNvSpPr/>
            <p:nvPr/>
          </p:nvSpPr>
          <p:spPr>
            <a:xfrm rot="2935788">
              <a:off x="4840834" y="1183769"/>
              <a:ext cx="738" cy="41"/>
            </a:xfrm>
            <a:custGeom>
              <a:rect b="b" l="l" r="r" t="t"/>
              <a:pathLst>
                <a:path extrusionOk="0" h="1" w="18">
                  <a:moveTo>
                    <a:pt x="17" y="0"/>
                  </a:moveTo>
                  <a:cubicBezTo>
                    <a:pt x="17" y="0"/>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6"/>
            <p:cNvSpPr/>
            <p:nvPr/>
          </p:nvSpPr>
          <p:spPr>
            <a:xfrm rot="2935788">
              <a:off x="4831672" y="1174292"/>
              <a:ext cx="697" cy="41"/>
            </a:xfrm>
            <a:custGeom>
              <a:rect b="b" l="l" r="r" t="t"/>
              <a:pathLst>
                <a:path extrusionOk="0" h="1" w="17">
                  <a:moveTo>
                    <a:pt x="17" y="0"/>
                  </a:moveTo>
                  <a:lnTo>
                    <a:pt x="17" y="0"/>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6"/>
            <p:cNvSpPr/>
            <p:nvPr/>
          </p:nvSpPr>
          <p:spPr>
            <a:xfrm rot="2935788">
              <a:off x="4859210" y="1199826"/>
              <a:ext cx="1762" cy="738"/>
            </a:xfrm>
            <a:custGeom>
              <a:rect b="b" l="l" r="r" t="t"/>
              <a:pathLst>
                <a:path extrusionOk="0" h="18" w="43">
                  <a:moveTo>
                    <a:pt x="18" y="0"/>
                  </a:moveTo>
                  <a:cubicBezTo>
                    <a:pt x="9" y="9"/>
                    <a:pt x="1" y="9"/>
                    <a:pt x="9" y="17"/>
                  </a:cubicBezTo>
                  <a:cubicBezTo>
                    <a:pt x="26" y="9"/>
                    <a:pt x="34"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6"/>
            <p:cNvSpPr/>
            <p:nvPr/>
          </p:nvSpPr>
          <p:spPr>
            <a:xfrm rot="2935788">
              <a:off x="4858817" y="1202382"/>
              <a:ext cx="738" cy="410"/>
            </a:xfrm>
            <a:custGeom>
              <a:rect b="b" l="l" r="r" t="t"/>
              <a:pathLst>
                <a:path extrusionOk="0" h="10" w="18">
                  <a:moveTo>
                    <a:pt x="9" y="1"/>
                  </a:moveTo>
                  <a:lnTo>
                    <a:pt x="1" y="9"/>
                  </a:lnTo>
                  <a:lnTo>
                    <a:pt x="18" y="9"/>
                  </a:lnTo>
                  <a:cubicBezTo>
                    <a:pt x="18" y="9"/>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6"/>
            <p:cNvSpPr/>
            <p:nvPr/>
          </p:nvSpPr>
          <p:spPr>
            <a:xfrm rot="2935788">
              <a:off x="4811885" y="1135949"/>
              <a:ext cx="1066" cy="41"/>
            </a:xfrm>
            <a:custGeom>
              <a:rect b="b" l="l" r="r" t="t"/>
              <a:pathLst>
                <a:path extrusionOk="0" h="1" w="26">
                  <a:moveTo>
                    <a:pt x="26" y="1"/>
                  </a:moveTo>
                  <a:lnTo>
                    <a:pt x="0" y="1"/>
                  </a:lnTo>
                  <a:cubicBezTo>
                    <a:pt x="9" y="1"/>
                    <a:pt x="17"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6"/>
            <p:cNvSpPr/>
            <p:nvPr/>
          </p:nvSpPr>
          <p:spPr>
            <a:xfrm rot="2935788">
              <a:off x="4811580" y="1167973"/>
              <a:ext cx="38281" cy="4017"/>
            </a:xfrm>
            <a:custGeom>
              <a:rect b="b" l="l" r="r" t="t"/>
              <a:pathLst>
                <a:path extrusionOk="0" h="98" w="934">
                  <a:moveTo>
                    <a:pt x="55" y="1"/>
                  </a:moveTo>
                  <a:cubicBezTo>
                    <a:pt x="22" y="1"/>
                    <a:pt x="1" y="7"/>
                    <a:pt x="1" y="27"/>
                  </a:cubicBezTo>
                  <a:cubicBezTo>
                    <a:pt x="13" y="29"/>
                    <a:pt x="26" y="30"/>
                    <a:pt x="40" y="30"/>
                  </a:cubicBezTo>
                  <a:cubicBezTo>
                    <a:pt x="73" y="30"/>
                    <a:pt x="109" y="24"/>
                    <a:pt x="144" y="18"/>
                  </a:cubicBezTo>
                  <a:lnTo>
                    <a:pt x="144" y="18"/>
                  </a:lnTo>
                  <a:lnTo>
                    <a:pt x="136" y="69"/>
                  </a:lnTo>
                  <a:cubicBezTo>
                    <a:pt x="211" y="69"/>
                    <a:pt x="154" y="36"/>
                    <a:pt x="259" y="35"/>
                  </a:cubicBezTo>
                  <a:lnTo>
                    <a:pt x="259" y="35"/>
                  </a:lnTo>
                  <a:cubicBezTo>
                    <a:pt x="350" y="35"/>
                    <a:pt x="442" y="37"/>
                    <a:pt x="534" y="52"/>
                  </a:cubicBezTo>
                  <a:cubicBezTo>
                    <a:pt x="525" y="69"/>
                    <a:pt x="584" y="69"/>
                    <a:pt x="576" y="94"/>
                  </a:cubicBezTo>
                  <a:cubicBezTo>
                    <a:pt x="589" y="96"/>
                    <a:pt x="602" y="98"/>
                    <a:pt x="615" y="98"/>
                  </a:cubicBezTo>
                  <a:cubicBezTo>
                    <a:pt x="656" y="98"/>
                    <a:pt x="699" y="88"/>
                    <a:pt x="737" y="69"/>
                  </a:cubicBezTo>
                  <a:cubicBezTo>
                    <a:pt x="754" y="73"/>
                    <a:pt x="779" y="73"/>
                    <a:pt x="805" y="73"/>
                  </a:cubicBezTo>
                  <a:cubicBezTo>
                    <a:pt x="832" y="73"/>
                    <a:pt x="859" y="73"/>
                    <a:pt x="880" y="77"/>
                  </a:cubicBezTo>
                  <a:cubicBezTo>
                    <a:pt x="866" y="63"/>
                    <a:pt x="933" y="42"/>
                    <a:pt x="876" y="42"/>
                  </a:cubicBezTo>
                  <a:cubicBezTo>
                    <a:pt x="867" y="42"/>
                    <a:pt x="856" y="42"/>
                    <a:pt x="842" y="43"/>
                  </a:cubicBezTo>
                  <a:lnTo>
                    <a:pt x="842" y="43"/>
                  </a:lnTo>
                  <a:cubicBezTo>
                    <a:pt x="843" y="43"/>
                    <a:pt x="841" y="41"/>
                    <a:pt x="847" y="35"/>
                  </a:cubicBezTo>
                  <a:cubicBezTo>
                    <a:pt x="825" y="28"/>
                    <a:pt x="808" y="26"/>
                    <a:pt x="792" y="26"/>
                  </a:cubicBezTo>
                  <a:cubicBezTo>
                    <a:pt x="759" y="26"/>
                    <a:pt x="733" y="37"/>
                    <a:pt x="694" y="37"/>
                  </a:cubicBezTo>
                  <a:cubicBezTo>
                    <a:pt x="686" y="37"/>
                    <a:pt x="678" y="36"/>
                    <a:pt x="669" y="35"/>
                  </a:cubicBezTo>
                  <a:cubicBezTo>
                    <a:pt x="635" y="18"/>
                    <a:pt x="737" y="18"/>
                    <a:pt x="703" y="10"/>
                  </a:cubicBezTo>
                  <a:lnTo>
                    <a:pt x="703" y="10"/>
                  </a:lnTo>
                  <a:cubicBezTo>
                    <a:pt x="695" y="11"/>
                    <a:pt x="686" y="11"/>
                    <a:pt x="676" y="11"/>
                  </a:cubicBezTo>
                  <a:cubicBezTo>
                    <a:pt x="625" y="11"/>
                    <a:pt x="556" y="1"/>
                    <a:pt x="506" y="1"/>
                  </a:cubicBezTo>
                  <a:cubicBezTo>
                    <a:pt x="468" y="1"/>
                    <a:pt x="441" y="7"/>
                    <a:pt x="441" y="27"/>
                  </a:cubicBezTo>
                  <a:cubicBezTo>
                    <a:pt x="381" y="27"/>
                    <a:pt x="373" y="18"/>
                    <a:pt x="356" y="1"/>
                  </a:cubicBezTo>
                  <a:cubicBezTo>
                    <a:pt x="332" y="13"/>
                    <a:pt x="300" y="17"/>
                    <a:pt x="265" y="17"/>
                  </a:cubicBezTo>
                  <a:cubicBezTo>
                    <a:pt x="193" y="17"/>
                    <a:pt x="109" y="1"/>
                    <a:pt x="5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6"/>
            <p:cNvSpPr/>
            <p:nvPr/>
          </p:nvSpPr>
          <p:spPr>
            <a:xfrm rot="2935788">
              <a:off x="4856343" y="1195865"/>
              <a:ext cx="41" cy="41"/>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6"/>
            <p:cNvSpPr/>
            <p:nvPr/>
          </p:nvSpPr>
          <p:spPr>
            <a:xfrm rot="2935788">
              <a:off x="4842882" y="1212975"/>
              <a:ext cx="38527" cy="7664"/>
            </a:xfrm>
            <a:custGeom>
              <a:rect b="b" l="l" r="r" t="t"/>
              <a:pathLst>
                <a:path extrusionOk="0" h="187" w="940">
                  <a:moveTo>
                    <a:pt x="787" y="136"/>
                  </a:moveTo>
                  <a:lnTo>
                    <a:pt x="847" y="144"/>
                  </a:lnTo>
                  <a:cubicBezTo>
                    <a:pt x="821" y="144"/>
                    <a:pt x="804" y="144"/>
                    <a:pt x="787" y="136"/>
                  </a:cubicBezTo>
                  <a:close/>
                  <a:moveTo>
                    <a:pt x="644" y="0"/>
                  </a:moveTo>
                  <a:lnTo>
                    <a:pt x="644" y="0"/>
                  </a:lnTo>
                  <a:cubicBezTo>
                    <a:pt x="457" y="17"/>
                    <a:pt x="635" y="93"/>
                    <a:pt x="474" y="93"/>
                  </a:cubicBezTo>
                  <a:lnTo>
                    <a:pt x="364" y="76"/>
                  </a:lnTo>
                  <a:lnTo>
                    <a:pt x="322" y="119"/>
                  </a:lnTo>
                  <a:cubicBezTo>
                    <a:pt x="263" y="119"/>
                    <a:pt x="373" y="85"/>
                    <a:pt x="271" y="85"/>
                  </a:cubicBezTo>
                  <a:cubicBezTo>
                    <a:pt x="262" y="89"/>
                    <a:pt x="250" y="91"/>
                    <a:pt x="237" y="91"/>
                  </a:cubicBezTo>
                  <a:cubicBezTo>
                    <a:pt x="217" y="91"/>
                    <a:pt x="194" y="87"/>
                    <a:pt x="177" y="87"/>
                  </a:cubicBezTo>
                  <a:cubicBezTo>
                    <a:pt x="166" y="87"/>
                    <a:pt x="158" y="89"/>
                    <a:pt x="153" y="93"/>
                  </a:cubicBezTo>
                  <a:cubicBezTo>
                    <a:pt x="153" y="76"/>
                    <a:pt x="161" y="68"/>
                    <a:pt x="111" y="68"/>
                  </a:cubicBezTo>
                  <a:cubicBezTo>
                    <a:pt x="102" y="68"/>
                    <a:pt x="102" y="85"/>
                    <a:pt x="68" y="85"/>
                  </a:cubicBezTo>
                  <a:cubicBezTo>
                    <a:pt x="56" y="64"/>
                    <a:pt x="81" y="64"/>
                    <a:pt x="104" y="64"/>
                  </a:cubicBezTo>
                  <a:cubicBezTo>
                    <a:pt x="128" y="64"/>
                    <a:pt x="149" y="64"/>
                    <a:pt x="128" y="43"/>
                  </a:cubicBezTo>
                  <a:cubicBezTo>
                    <a:pt x="110" y="40"/>
                    <a:pt x="95" y="39"/>
                    <a:pt x="84" y="39"/>
                  </a:cubicBezTo>
                  <a:cubicBezTo>
                    <a:pt x="13" y="39"/>
                    <a:pt x="48" y="78"/>
                    <a:pt x="26" y="85"/>
                  </a:cubicBezTo>
                  <a:lnTo>
                    <a:pt x="51" y="85"/>
                  </a:lnTo>
                  <a:cubicBezTo>
                    <a:pt x="51" y="93"/>
                    <a:pt x="39" y="93"/>
                    <a:pt x="26" y="93"/>
                  </a:cubicBezTo>
                  <a:cubicBezTo>
                    <a:pt x="13" y="93"/>
                    <a:pt x="1" y="93"/>
                    <a:pt x="1" y="102"/>
                  </a:cubicBezTo>
                  <a:cubicBezTo>
                    <a:pt x="13" y="106"/>
                    <a:pt x="24" y="108"/>
                    <a:pt x="33" y="108"/>
                  </a:cubicBezTo>
                  <a:cubicBezTo>
                    <a:pt x="43" y="108"/>
                    <a:pt x="51" y="106"/>
                    <a:pt x="60" y="102"/>
                  </a:cubicBezTo>
                  <a:lnTo>
                    <a:pt x="60" y="102"/>
                  </a:lnTo>
                  <a:cubicBezTo>
                    <a:pt x="26" y="119"/>
                    <a:pt x="119" y="144"/>
                    <a:pt x="153" y="144"/>
                  </a:cubicBezTo>
                  <a:cubicBezTo>
                    <a:pt x="202" y="141"/>
                    <a:pt x="252" y="138"/>
                    <a:pt x="303" y="138"/>
                  </a:cubicBezTo>
                  <a:cubicBezTo>
                    <a:pt x="375" y="138"/>
                    <a:pt x="447" y="143"/>
                    <a:pt x="517" y="152"/>
                  </a:cubicBezTo>
                  <a:cubicBezTo>
                    <a:pt x="508" y="152"/>
                    <a:pt x="483" y="152"/>
                    <a:pt x="500" y="161"/>
                  </a:cubicBezTo>
                  <a:cubicBezTo>
                    <a:pt x="660" y="169"/>
                    <a:pt x="720" y="186"/>
                    <a:pt x="906" y="186"/>
                  </a:cubicBezTo>
                  <a:lnTo>
                    <a:pt x="940" y="144"/>
                  </a:lnTo>
                  <a:cubicBezTo>
                    <a:pt x="940" y="140"/>
                    <a:pt x="931" y="140"/>
                    <a:pt x="917" y="140"/>
                  </a:cubicBezTo>
                  <a:cubicBezTo>
                    <a:pt x="904" y="140"/>
                    <a:pt x="885" y="140"/>
                    <a:pt x="864" y="136"/>
                  </a:cubicBezTo>
                  <a:cubicBezTo>
                    <a:pt x="872" y="127"/>
                    <a:pt x="880" y="110"/>
                    <a:pt x="838" y="110"/>
                  </a:cubicBezTo>
                  <a:cubicBezTo>
                    <a:pt x="818" y="104"/>
                    <a:pt x="800" y="102"/>
                    <a:pt x="783" y="102"/>
                  </a:cubicBezTo>
                  <a:cubicBezTo>
                    <a:pt x="735" y="102"/>
                    <a:pt x="697" y="120"/>
                    <a:pt x="654" y="120"/>
                  </a:cubicBezTo>
                  <a:cubicBezTo>
                    <a:pt x="648" y="120"/>
                    <a:pt x="641" y="119"/>
                    <a:pt x="635" y="119"/>
                  </a:cubicBezTo>
                  <a:lnTo>
                    <a:pt x="660" y="119"/>
                  </a:lnTo>
                  <a:cubicBezTo>
                    <a:pt x="631" y="110"/>
                    <a:pt x="599" y="106"/>
                    <a:pt x="567" y="106"/>
                  </a:cubicBezTo>
                  <a:cubicBezTo>
                    <a:pt x="536" y="106"/>
                    <a:pt x="504" y="110"/>
                    <a:pt x="474" y="119"/>
                  </a:cubicBezTo>
                  <a:cubicBezTo>
                    <a:pt x="459" y="107"/>
                    <a:pt x="477" y="104"/>
                    <a:pt x="503" y="104"/>
                  </a:cubicBezTo>
                  <a:cubicBezTo>
                    <a:pt x="520" y="104"/>
                    <a:pt x="540" y="105"/>
                    <a:pt x="556" y="105"/>
                  </a:cubicBezTo>
                  <a:cubicBezTo>
                    <a:pt x="583" y="105"/>
                    <a:pt x="597" y="102"/>
                    <a:pt x="559" y="85"/>
                  </a:cubicBezTo>
                  <a:lnTo>
                    <a:pt x="559" y="85"/>
                  </a:lnTo>
                  <a:cubicBezTo>
                    <a:pt x="593" y="89"/>
                    <a:pt x="629" y="91"/>
                    <a:pt x="665" y="91"/>
                  </a:cubicBezTo>
                  <a:cubicBezTo>
                    <a:pt x="701" y="91"/>
                    <a:pt x="737" y="89"/>
                    <a:pt x="770" y="85"/>
                  </a:cubicBezTo>
                  <a:cubicBezTo>
                    <a:pt x="686" y="68"/>
                    <a:pt x="618" y="26"/>
                    <a:pt x="6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6"/>
            <p:cNvSpPr/>
            <p:nvPr/>
          </p:nvSpPr>
          <p:spPr>
            <a:xfrm rot="2935788">
              <a:off x="4885027" y="1379190"/>
              <a:ext cx="738" cy="369"/>
            </a:xfrm>
            <a:custGeom>
              <a:rect b="b" l="l" r="r" t="t"/>
              <a:pathLst>
                <a:path extrusionOk="0" h="9" w="18">
                  <a:moveTo>
                    <a:pt x="17" y="0"/>
                  </a:moveTo>
                  <a:lnTo>
                    <a:pt x="0" y="9"/>
                  </a:lnTo>
                  <a:cubicBezTo>
                    <a:pt x="9" y="9"/>
                    <a:pt x="17" y="9"/>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6"/>
            <p:cNvSpPr/>
            <p:nvPr/>
          </p:nvSpPr>
          <p:spPr>
            <a:xfrm rot="2935788">
              <a:off x="4943084" y="1289346"/>
              <a:ext cx="1435" cy="41"/>
            </a:xfrm>
            <a:custGeom>
              <a:rect b="b" l="l" r="r" t="t"/>
              <a:pathLst>
                <a:path extrusionOk="0" h="1" w="35">
                  <a:moveTo>
                    <a:pt x="1" y="1"/>
                  </a:moveTo>
                  <a:lnTo>
                    <a:pt x="3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6"/>
            <p:cNvSpPr/>
            <p:nvPr/>
          </p:nvSpPr>
          <p:spPr>
            <a:xfrm rot="2935788">
              <a:off x="4966695" y="1310627"/>
              <a:ext cx="2131" cy="369"/>
            </a:xfrm>
            <a:custGeom>
              <a:rect b="b" l="l" r="r" t="t"/>
              <a:pathLst>
                <a:path extrusionOk="0" h="9" w="52">
                  <a:moveTo>
                    <a:pt x="51" y="0"/>
                  </a:moveTo>
                  <a:cubicBezTo>
                    <a:pt x="43" y="0"/>
                    <a:pt x="34" y="2"/>
                    <a:pt x="26" y="5"/>
                  </a:cubicBezTo>
                  <a:lnTo>
                    <a:pt x="26" y="5"/>
                  </a:lnTo>
                  <a:lnTo>
                    <a:pt x="51" y="0"/>
                  </a:lnTo>
                  <a:close/>
                  <a:moveTo>
                    <a:pt x="26" y="5"/>
                  </a:moveTo>
                  <a:lnTo>
                    <a:pt x="1" y="9"/>
                  </a:lnTo>
                  <a:cubicBezTo>
                    <a:pt x="9" y="9"/>
                    <a:pt x="18" y="7"/>
                    <a:pt x="26"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6"/>
            <p:cNvSpPr/>
            <p:nvPr/>
          </p:nvSpPr>
          <p:spPr>
            <a:xfrm rot="2935788">
              <a:off x="4902335" y="1381945"/>
              <a:ext cx="369" cy="410"/>
            </a:xfrm>
            <a:custGeom>
              <a:rect b="b" l="l" r="r" t="t"/>
              <a:pathLst>
                <a:path extrusionOk="0" h="10" w="9">
                  <a:moveTo>
                    <a:pt x="0" y="9"/>
                  </a:moveTo>
                  <a:lnTo>
                    <a:pt x="0" y="9"/>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6"/>
            <p:cNvSpPr/>
            <p:nvPr/>
          </p:nvSpPr>
          <p:spPr>
            <a:xfrm rot="2935788">
              <a:off x="5009534" y="1375237"/>
              <a:ext cx="1435" cy="369"/>
            </a:xfrm>
            <a:custGeom>
              <a:rect b="b" l="l" r="r" t="t"/>
              <a:pathLst>
                <a:path extrusionOk="0" h="9" w="35">
                  <a:moveTo>
                    <a:pt x="1" y="0"/>
                  </a:moveTo>
                  <a:lnTo>
                    <a:pt x="1" y="0"/>
                  </a:lnTo>
                  <a:cubicBezTo>
                    <a:pt x="9" y="9"/>
                    <a:pt x="18" y="9"/>
                    <a:pt x="26" y="9"/>
                  </a:cubicBezTo>
                  <a:cubicBezTo>
                    <a:pt x="34" y="9"/>
                    <a:pt x="18" y="9"/>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6"/>
            <p:cNvSpPr/>
            <p:nvPr/>
          </p:nvSpPr>
          <p:spPr>
            <a:xfrm rot="2935788">
              <a:off x="4966659" y="1309987"/>
              <a:ext cx="369" cy="41"/>
            </a:xfrm>
            <a:custGeom>
              <a:rect b="b" l="l" r="r" t="t"/>
              <a:pathLst>
                <a:path extrusionOk="0" h="1" w="9">
                  <a:moveTo>
                    <a:pt x="0" y="1"/>
                  </a:moveTo>
                  <a:lnTo>
                    <a:pt x="0" y="1"/>
                  </a:ln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6"/>
            <p:cNvSpPr/>
            <p:nvPr/>
          </p:nvSpPr>
          <p:spPr>
            <a:xfrm rot="2935788">
              <a:off x="4938799" y="1274546"/>
              <a:ext cx="738" cy="41"/>
            </a:xfrm>
            <a:custGeom>
              <a:rect b="b" l="l" r="r" t="t"/>
              <a:pathLst>
                <a:path extrusionOk="0" h="1" w="18">
                  <a:moveTo>
                    <a:pt x="17" y="1"/>
                  </a:moveTo>
                  <a:lnTo>
                    <a:pt x="0" y="1"/>
                  </a:lnTo>
                  <a:cubicBezTo>
                    <a:pt x="0" y="1"/>
                    <a:pt x="9" y="1"/>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6"/>
            <p:cNvSpPr/>
            <p:nvPr/>
          </p:nvSpPr>
          <p:spPr>
            <a:xfrm rot="2935788">
              <a:off x="4935487" y="1279356"/>
              <a:ext cx="1066" cy="41"/>
            </a:xfrm>
            <a:custGeom>
              <a:rect b="b" l="l" r="r" t="t"/>
              <a:pathLst>
                <a:path extrusionOk="0" h="1" w="26">
                  <a:moveTo>
                    <a:pt x="26" y="1"/>
                  </a:moveTo>
                  <a:cubicBezTo>
                    <a:pt x="17" y="1"/>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6"/>
            <p:cNvSpPr/>
            <p:nvPr/>
          </p:nvSpPr>
          <p:spPr>
            <a:xfrm rot="2935788">
              <a:off x="4908924" y="1238728"/>
              <a:ext cx="1762" cy="41"/>
            </a:xfrm>
            <a:custGeom>
              <a:rect b="b" l="l" r="r" t="t"/>
              <a:pathLst>
                <a:path extrusionOk="0" h="1" w="43">
                  <a:moveTo>
                    <a:pt x="43" y="1"/>
                  </a:moveTo>
                  <a:lnTo>
                    <a:pt x="0" y="1"/>
                  </a:lnTo>
                  <a:cubicBezTo>
                    <a:pt x="9"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6"/>
            <p:cNvSpPr/>
            <p:nvPr/>
          </p:nvSpPr>
          <p:spPr>
            <a:xfrm rot="2935788">
              <a:off x="4934012" y="1274762"/>
              <a:ext cx="410" cy="410"/>
            </a:xfrm>
            <a:custGeom>
              <a:rect b="b" l="l" r="r" t="t"/>
              <a:pathLst>
                <a:path extrusionOk="0" h="10" w="10">
                  <a:moveTo>
                    <a:pt x="9" y="1"/>
                  </a:moveTo>
                  <a:lnTo>
                    <a:pt x="1" y="9"/>
                  </a:lnTo>
                  <a:cubicBezTo>
                    <a:pt x="9" y="9"/>
                    <a:pt x="9" y="1"/>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6"/>
            <p:cNvSpPr/>
            <p:nvPr/>
          </p:nvSpPr>
          <p:spPr>
            <a:xfrm rot="2935788">
              <a:off x="4874704" y="1372099"/>
              <a:ext cx="41" cy="41"/>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6"/>
            <p:cNvSpPr/>
            <p:nvPr/>
          </p:nvSpPr>
          <p:spPr>
            <a:xfrm rot="2935788">
              <a:off x="4868362" y="1373289"/>
              <a:ext cx="1394" cy="1066"/>
            </a:xfrm>
            <a:custGeom>
              <a:rect b="b" l="l" r="r" t="t"/>
              <a:pathLst>
                <a:path extrusionOk="0" h="26" w="34">
                  <a:moveTo>
                    <a:pt x="34" y="0"/>
                  </a:moveTo>
                  <a:lnTo>
                    <a:pt x="0" y="26"/>
                  </a:lnTo>
                  <a:cubicBezTo>
                    <a:pt x="17" y="17"/>
                    <a:pt x="25" y="9"/>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6"/>
            <p:cNvSpPr/>
            <p:nvPr/>
          </p:nvSpPr>
          <p:spPr>
            <a:xfrm rot="2935788">
              <a:off x="4982705" y="1383254"/>
              <a:ext cx="2213" cy="1762"/>
            </a:xfrm>
            <a:custGeom>
              <a:rect b="b" l="l" r="r" t="t"/>
              <a:pathLst>
                <a:path extrusionOk="0" h="43" w="54">
                  <a:moveTo>
                    <a:pt x="3" y="26"/>
                  </a:moveTo>
                  <a:cubicBezTo>
                    <a:pt x="2" y="28"/>
                    <a:pt x="1" y="29"/>
                    <a:pt x="2" y="30"/>
                  </a:cubicBezTo>
                  <a:lnTo>
                    <a:pt x="2" y="30"/>
                  </a:lnTo>
                  <a:cubicBezTo>
                    <a:pt x="2" y="29"/>
                    <a:pt x="2" y="27"/>
                    <a:pt x="3" y="26"/>
                  </a:cubicBezTo>
                  <a:close/>
                  <a:moveTo>
                    <a:pt x="54" y="0"/>
                  </a:moveTo>
                  <a:lnTo>
                    <a:pt x="54" y="0"/>
                  </a:lnTo>
                  <a:cubicBezTo>
                    <a:pt x="33" y="7"/>
                    <a:pt x="7" y="30"/>
                    <a:pt x="2" y="30"/>
                  </a:cubicBezTo>
                  <a:cubicBezTo>
                    <a:pt x="2" y="30"/>
                    <a:pt x="2" y="30"/>
                    <a:pt x="2" y="30"/>
                  </a:cubicBezTo>
                  <a:lnTo>
                    <a:pt x="2" y="30"/>
                  </a:lnTo>
                  <a:cubicBezTo>
                    <a:pt x="0" y="38"/>
                    <a:pt x="3" y="42"/>
                    <a:pt x="8" y="42"/>
                  </a:cubicBezTo>
                  <a:cubicBezTo>
                    <a:pt x="17" y="42"/>
                    <a:pt x="34" y="30"/>
                    <a:pt x="5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6"/>
            <p:cNvSpPr/>
            <p:nvPr/>
          </p:nvSpPr>
          <p:spPr>
            <a:xfrm rot="2935788">
              <a:off x="4884978" y="1362235"/>
              <a:ext cx="615" cy="1148"/>
            </a:xfrm>
            <a:custGeom>
              <a:rect b="b" l="l" r="r" t="t"/>
              <a:pathLst>
                <a:path extrusionOk="0" h="28" w="15">
                  <a:moveTo>
                    <a:pt x="12" y="0"/>
                  </a:moveTo>
                  <a:cubicBezTo>
                    <a:pt x="12" y="0"/>
                    <a:pt x="11" y="1"/>
                    <a:pt x="9" y="3"/>
                  </a:cubicBezTo>
                  <a:cubicBezTo>
                    <a:pt x="9" y="11"/>
                    <a:pt x="1" y="20"/>
                    <a:pt x="1" y="28"/>
                  </a:cubicBezTo>
                  <a:cubicBezTo>
                    <a:pt x="8" y="14"/>
                    <a:pt x="15" y="0"/>
                    <a:pt x="1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6"/>
            <p:cNvSpPr/>
            <p:nvPr/>
          </p:nvSpPr>
          <p:spPr>
            <a:xfrm rot="2935788">
              <a:off x="4883665" y="1362524"/>
              <a:ext cx="738" cy="1066"/>
            </a:xfrm>
            <a:custGeom>
              <a:rect b="b" l="l" r="r" t="t"/>
              <a:pathLst>
                <a:path extrusionOk="0" h="26" w="18">
                  <a:moveTo>
                    <a:pt x="18" y="0"/>
                  </a:moveTo>
                  <a:lnTo>
                    <a:pt x="18" y="0"/>
                  </a:lnTo>
                  <a:cubicBezTo>
                    <a:pt x="14" y="4"/>
                    <a:pt x="11" y="8"/>
                    <a:pt x="9" y="13"/>
                  </a:cubicBezTo>
                  <a:lnTo>
                    <a:pt x="9" y="13"/>
                  </a:lnTo>
                  <a:lnTo>
                    <a:pt x="18" y="0"/>
                  </a:lnTo>
                  <a:close/>
                  <a:moveTo>
                    <a:pt x="9" y="13"/>
                  </a:moveTo>
                  <a:lnTo>
                    <a:pt x="1" y="25"/>
                  </a:lnTo>
                  <a:cubicBezTo>
                    <a:pt x="5" y="21"/>
                    <a:pt x="7" y="17"/>
                    <a:pt x="9" y="13"/>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6"/>
            <p:cNvSpPr/>
            <p:nvPr/>
          </p:nvSpPr>
          <p:spPr>
            <a:xfrm rot="2935788">
              <a:off x="4979102" y="1368923"/>
              <a:ext cx="738" cy="369"/>
            </a:xfrm>
            <a:custGeom>
              <a:rect b="b" l="l" r="r" t="t"/>
              <a:pathLst>
                <a:path extrusionOk="0" h="9" w="18">
                  <a:moveTo>
                    <a:pt x="18" y="0"/>
                  </a:moveTo>
                  <a:cubicBezTo>
                    <a:pt x="14" y="0"/>
                    <a:pt x="12" y="3"/>
                    <a:pt x="9" y="5"/>
                  </a:cubicBezTo>
                  <a:lnTo>
                    <a:pt x="18" y="0"/>
                  </a:lnTo>
                  <a:close/>
                  <a:moveTo>
                    <a:pt x="9" y="5"/>
                  </a:moveTo>
                  <a:lnTo>
                    <a:pt x="1" y="9"/>
                  </a:lnTo>
                  <a:cubicBezTo>
                    <a:pt x="5" y="9"/>
                    <a:pt x="7" y="7"/>
                    <a:pt x="9"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6"/>
            <p:cNvSpPr/>
            <p:nvPr/>
          </p:nvSpPr>
          <p:spPr>
            <a:xfrm rot="2935788">
              <a:off x="4860030" y="1371169"/>
              <a:ext cx="11476" cy="11476"/>
            </a:xfrm>
            <a:custGeom>
              <a:rect b="b" l="l" r="r" t="t"/>
              <a:pathLst>
                <a:path extrusionOk="0" h="280" w="280">
                  <a:moveTo>
                    <a:pt x="119" y="43"/>
                  </a:moveTo>
                  <a:cubicBezTo>
                    <a:pt x="118" y="44"/>
                    <a:pt x="117" y="45"/>
                    <a:pt x="116" y="46"/>
                  </a:cubicBezTo>
                  <a:lnTo>
                    <a:pt x="116" y="46"/>
                  </a:lnTo>
                  <a:cubicBezTo>
                    <a:pt x="117" y="45"/>
                    <a:pt x="118" y="44"/>
                    <a:pt x="119" y="43"/>
                  </a:cubicBezTo>
                  <a:close/>
                  <a:moveTo>
                    <a:pt x="96" y="118"/>
                  </a:moveTo>
                  <a:cubicBezTo>
                    <a:pt x="95" y="118"/>
                    <a:pt x="94" y="118"/>
                    <a:pt x="94" y="119"/>
                  </a:cubicBezTo>
                  <a:lnTo>
                    <a:pt x="94" y="129"/>
                  </a:lnTo>
                  <a:lnTo>
                    <a:pt x="94" y="129"/>
                  </a:lnTo>
                  <a:cubicBezTo>
                    <a:pt x="95" y="125"/>
                    <a:pt x="96" y="121"/>
                    <a:pt x="96" y="118"/>
                  </a:cubicBezTo>
                  <a:close/>
                  <a:moveTo>
                    <a:pt x="254" y="0"/>
                  </a:moveTo>
                  <a:lnTo>
                    <a:pt x="111" y="93"/>
                  </a:lnTo>
                  <a:cubicBezTo>
                    <a:pt x="92" y="100"/>
                    <a:pt x="81" y="102"/>
                    <a:pt x="75" y="102"/>
                  </a:cubicBezTo>
                  <a:cubicBezTo>
                    <a:pt x="55" y="102"/>
                    <a:pt x="85" y="77"/>
                    <a:pt x="116" y="46"/>
                  </a:cubicBezTo>
                  <a:lnTo>
                    <a:pt x="116" y="46"/>
                  </a:lnTo>
                  <a:cubicBezTo>
                    <a:pt x="109" y="53"/>
                    <a:pt x="101" y="60"/>
                    <a:pt x="94" y="60"/>
                  </a:cubicBezTo>
                  <a:cubicBezTo>
                    <a:pt x="94" y="66"/>
                    <a:pt x="22" y="139"/>
                    <a:pt x="40" y="139"/>
                  </a:cubicBezTo>
                  <a:cubicBezTo>
                    <a:pt x="46" y="139"/>
                    <a:pt x="62" y="131"/>
                    <a:pt x="94" y="110"/>
                  </a:cubicBezTo>
                  <a:lnTo>
                    <a:pt x="94" y="110"/>
                  </a:lnTo>
                  <a:cubicBezTo>
                    <a:pt x="95" y="113"/>
                    <a:pt x="96" y="115"/>
                    <a:pt x="96" y="118"/>
                  </a:cubicBezTo>
                  <a:lnTo>
                    <a:pt x="96" y="118"/>
                  </a:lnTo>
                  <a:cubicBezTo>
                    <a:pt x="154" y="84"/>
                    <a:pt x="213" y="51"/>
                    <a:pt x="254" y="0"/>
                  </a:cubicBezTo>
                  <a:close/>
                  <a:moveTo>
                    <a:pt x="280" y="9"/>
                  </a:moveTo>
                  <a:lnTo>
                    <a:pt x="280" y="9"/>
                  </a:lnTo>
                  <a:cubicBezTo>
                    <a:pt x="229" y="68"/>
                    <a:pt x="161" y="119"/>
                    <a:pt x="94" y="153"/>
                  </a:cubicBezTo>
                  <a:lnTo>
                    <a:pt x="94" y="129"/>
                  </a:lnTo>
                  <a:lnTo>
                    <a:pt x="94" y="129"/>
                  </a:lnTo>
                  <a:cubicBezTo>
                    <a:pt x="81" y="157"/>
                    <a:pt x="21" y="184"/>
                    <a:pt x="1" y="212"/>
                  </a:cubicBezTo>
                  <a:cubicBezTo>
                    <a:pt x="3" y="211"/>
                    <a:pt x="6" y="211"/>
                    <a:pt x="7" y="211"/>
                  </a:cubicBezTo>
                  <a:cubicBezTo>
                    <a:pt x="21" y="211"/>
                    <a:pt x="3" y="237"/>
                    <a:pt x="18" y="237"/>
                  </a:cubicBezTo>
                  <a:cubicBezTo>
                    <a:pt x="26" y="220"/>
                    <a:pt x="43" y="203"/>
                    <a:pt x="68" y="187"/>
                  </a:cubicBezTo>
                  <a:cubicBezTo>
                    <a:pt x="85" y="187"/>
                    <a:pt x="60" y="229"/>
                    <a:pt x="18" y="246"/>
                  </a:cubicBezTo>
                  <a:cubicBezTo>
                    <a:pt x="23" y="244"/>
                    <a:pt x="27" y="243"/>
                    <a:pt x="29" y="243"/>
                  </a:cubicBezTo>
                  <a:cubicBezTo>
                    <a:pt x="49" y="243"/>
                    <a:pt x="18" y="280"/>
                    <a:pt x="31" y="280"/>
                  </a:cubicBezTo>
                  <a:cubicBezTo>
                    <a:pt x="34" y="280"/>
                    <a:pt x="40" y="277"/>
                    <a:pt x="51" y="271"/>
                  </a:cubicBezTo>
                  <a:cubicBezTo>
                    <a:pt x="144" y="203"/>
                    <a:pt x="221" y="110"/>
                    <a:pt x="280" y="9"/>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6"/>
            <p:cNvSpPr/>
            <p:nvPr/>
          </p:nvSpPr>
          <p:spPr>
            <a:xfrm rot="2935788">
              <a:off x="4873414" y="1363851"/>
              <a:ext cx="41" cy="410"/>
            </a:xfrm>
            <a:custGeom>
              <a:rect b="b" l="l" r="r" t="t"/>
              <a:pathLst>
                <a:path extrusionOk="0" h="10" w="1">
                  <a:moveTo>
                    <a:pt x="0" y="1"/>
                  </a:moveTo>
                  <a:lnTo>
                    <a:pt x="0" y="1"/>
                  </a:ln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6"/>
            <p:cNvSpPr/>
            <p:nvPr/>
          </p:nvSpPr>
          <p:spPr>
            <a:xfrm rot="2935788">
              <a:off x="4890934" y="1253517"/>
              <a:ext cx="738" cy="369"/>
            </a:xfrm>
            <a:custGeom>
              <a:rect b="b" l="l" r="r" t="t"/>
              <a:pathLst>
                <a:path extrusionOk="0" h="9" w="18">
                  <a:moveTo>
                    <a:pt x="18" y="0"/>
                  </a:moveTo>
                  <a:lnTo>
                    <a:pt x="1" y="8"/>
                  </a:lnTo>
                  <a:cubicBezTo>
                    <a:pt x="18" y="8"/>
                    <a:pt x="18" y="8"/>
                    <a:pt x="1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6"/>
            <p:cNvSpPr/>
            <p:nvPr/>
          </p:nvSpPr>
          <p:spPr>
            <a:xfrm rot="2935788">
              <a:off x="4876285" y="1370232"/>
              <a:ext cx="41" cy="41"/>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6"/>
            <p:cNvSpPr/>
            <p:nvPr/>
          </p:nvSpPr>
          <p:spPr>
            <a:xfrm rot="2935788">
              <a:off x="4900201" y="1265725"/>
              <a:ext cx="41" cy="41"/>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6"/>
            <p:cNvSpPr/>
            <p:nvPr/>
          </p:nvSpPr>
          <p:spPr>
            <a:xfrm rot="2935788">
              <a:off x="4922631" y="1253160"/>
              <a:ext cx="369" cy="41"/>
            </a:xfrm>
            <a:custGeom>
              <a:rect b="b" l="l" r="r" t="t"/>
              <a:pathLst>
                <a:path extrusionOk="0" h="1" w="9">
                  <a:moveTo>
                    <a:pt x="9" y="0"/>
                  </a:moveTo>
                  <a:lnTo>
                    <a:pt x="9" y="0"/>
                  </a:lnTo>
                  <a:cubicBezTo>
                    <a:pt x="0" y="0"/>
                    <a:pt x="0" y="0"/>
                    <a:pt x="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6"/>
            <p:cNvSpPr/>
            <p:nvPr/>
          </p:nvSpPr>
          <p:spPr>
            <a:xfrm rot="2935788">
              <a:off x="4900449" y="1265510"/>
              <a:ext cx="41" cy="41"/>
            </a:xfrm>
            <a:custGeom>
              <a:rect b="b" l="l" r="r" t="t"/>
              <a:pathLst>
                <a:path extrusionOk="0" h="1" w="1">
                  <a:moveTo>
                    <a:pt x="0" y="0"/>
                  </a:moveTo>
                  <a:lnTo>
                    <a:pt x="0" y="0"/>
                  </a:lnTo>
                  <a:cubicBezTo>
                    <a:pt x="0" y="0"/>
                    <a:pt x="0"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6"/>
            <p:cNvSpPr/>
            <p:nvPr/>
          </p:nvSpPr>
          <p:spPr>
            <a:xfrm rot="2935788">
              <a:off x="4945510" y="1318194"/>
              <a:ext cx="697" cy="410"/>
            </a:xfrm>
            <a:custGeom>
              <a:rect b="b" l="l" r="r" t="t"/>
              <a:pathLst>
                <a:path extrusionOk="0" h="10" w="17">
                  <a:moveTo>
                    <a:pt x="0" y="1"/>
                  </a:moveTo>
                  <a:cubicBezTo>
                    <a:pt x="0" y="1"/>
                    <a:pt x="0" y="1"/>
                    <a:pt x="17" y="9"/>
                  </a:cubicBezTo>
                  <a:cubicBezTo>
                    <a:pt x="17" y="9"/>
                    <a:pt x="8"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6"/>
            <p:cNvSpPr/>
            <p:nvPr/>
          </p:nvSpPr>
          <p:spPr>
            <a:xfrm rot="2935788">
              <a:off x="4939156" y="1306750"/>
              <a:ext cx="41" cy="41"/>
            </a:xfrm>
            <a:custGeom>
              <a:rect b="b" l="l" r="r" t="t"/>
              <a:pathLst>
                <a:path extrusionOk="0" h="1" w="1">
                  <a:moveTo>
                    <a:pt x="0"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6"/>
            <p:cNvSpPr/>
            <p:nvPr/>
          </p:nvSpPr>
          <p:spPr>
            <a:xfrm rot="2935788">
              <a:off x="4995699" y="1387770"/>
              <a:ext cx="1435" cy="2131"/>
            </a:xfrm>
            <a:custGeom>
              <a:rect b="b" l="l" r="r" t="t"/>
              <a:pathLst>
                <a:path extrusionOk="0" h="52" w="35">
                  <a:moveTo>
                    <a:pt x="35" y="1"/>
                  </a:moveTo>
                  <a:lnTo>
                    <a:pt x="35" y="1"/>
                  </a:lnTo>
                  <a:cubicBezTo>
                    <a:pt x="26" y="17"/>
                    <a:pt x="9" y="26"/>
                    <a:pt x="1" y="51"/>
                  </a:cubicBezTo>
                  <a:cubicBezTo>
                    <a:pt x="9" y="34"/>
                    <a:pt x="26" y="17"/>
                    <a:pt x="3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6"/>
            <p:cNvSpPr/>
            <p:nvPr/>
          </p:nvSpPr>
          <p:spPr>
            <a:xfrm rot="2935788">
              <a:off x="4899243" y="1265121"/>
              <a:ext cx="738" cy="410"/>
            </a:xfrm>
            <a:custGeom>
              <a:rect b="b" l="l" r="r" t="t"/>
              <a:pathLst>
                <a:path extrusionOk="0" h="10" w="18">
                  <a:moveTo>
                    <a:pt x="18" y="1"/>
                  </a:moveTo>
                  <a:lnTo>
                    <a:pt x="1" y="9"/>
                  </a:lnTo>
                  <a:cubicBezTo>
                    <a:pt x="9" y="9"/>
                    <a:pt x="18" y="1"/>
                    <a:pt x="1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6"/>
            <p:cNvSpPr/>
            <p:nvPr/>
          </p:nvSpPr>
          <p:spPr>
            <a:xfrm rot="2935788">
              <a:off x="4963020" y="1331813"/>
              <a:ext cx="410" cy="369"/>
            </a:xfrm>
            <a:custGeom>
              <a:rect b="b" l="l" r="r" t="t"/>
              <a:pathLst>
                <a:path extrusionOk="0" h="9" w="10">
                  <a:moveTo>
                    <a:pt x="1" y="0"/>
                  </a:moveTo>
                  <a:lnTo>
                    <a:pt x="1"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6"/>
            <p:cNvSpPr/>
            <p:nvPr/>
          </p:nvSpPr>
          <p:spPr>
            <a:xfrm rot="2935788">
              <a:off x="4958812" y="1335125"/>
              <a:ext cx="17009" cy="3197"/>
            </a:xfrm>
            <a:custGeom>
              <a:rect b="b" l="l" r="r" t="t"/>
              <a:pathLst>
                <a:path extrusionOk="0" h="78" w="415">
                  <a:moveTo>
                    <a:pt x="0" y="1"/>
                  </a:moveTo>
                  <a:lnTo>
                    <a:pt x="85" y="9"/>
                  </a:lnTo>
                  <a:lnTo>
                    <a:pt x="59" y="43"/>
                  </a:lnTo>
                  <a:lnTo>
                    <a:pt x="68" y="43"/>
                  </a:lnTo>
                  <a:cubicBezTo>
                    <a:pt x="82" y="42"/>
                    <a:pt x="93" y="42"/>
                    <a:pt x="103" y="42"/>
                  </a:cubicBezTo>
                  <a:cubicBezTo>
                    <a:pt x="188" y="42"/>
                    <a:pt x="117" y="69"/>
                    <a:pt x="202" y="69"/>
                  </a:cubicBezTo>
                  <a:cubicBezTo>
                    <a:pt x="211" y="69"/>
                    <a:pt x="222" y="69"/>
                    <a:pt x="236" y="68"/>
                  </a:cubicBezTo>
                  <a:lnTo>
                    <a:pt x="236" y="68"/>
                  </a:lnTo>
                  <a:cubicBezTo>
                    <a:pt x="228" y="69"/>
                    <a:pt x="220" y="77"/>
                    <a:pt x="220" y="77"/>
                  </a:cubicBezTo>
                  <a:cubicBezTo>
                    <a:pt x="231" y="75"/>
                    <a:pt x="243" y="75"/>
                    <a:pt x="255" y="75"/>
                  </a:cubicBezTo>
                  <a:cubicBezTo>
                    <a:pt x="287" y="75"/>
                    <a:pt x="322" y="78"/>
                    <a:pt x="351" y="78"/>
                  </a:cubicBezTo>
                  <a:cubicBezTo>
                    <a:pt x="383" y="78"/>
                    <a:pt x="407" y="74"/>
                    <a:pt x="415" y="60"/>
                  </a:cubicBezTo>
                  <a:cubicBezTo>
                    <a:pt x="389" y="60"/>
                    <a:pt x="279" y="34"/>
                    <a:pt x="305" y="17"/>
                  </a:cubicBezTo>
                  <a:cubicBezTo>
                    <a:pt x="262" y="17"/>
                    <a:pt x="203" y="1"/>
                    <a:pt x="178" y="1"/>
                  </a:cubicBezTo>
                  <a:cubicBezTo>
                    <a:pt x="246" y="17"/>
                    <a:pt x="186" y="26"/>
                    <a:pt x="136" y="34"/>
                  </a:cubicBezTo>
                  <a:cubicBezTo>
                    <a:pt x="93" y="17"/>
                    <a:pt x="144" y="9"/>
                    <a:pt x="11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6"/>
            <p:cNvSpPr/>
            <p:nvPr/>
          </p:nvSpPr>
          <p:spPr>
            <a:xfrm rot="2935788">
              <a:off x="4965604" y="1337713"/>
              <a:ext cx="1107" cy="41"/>
            </a:xfrm>
            <a:custGeom>
              <a:rect b="b" l="l" r="r" t="t"/>
              <a:pathLst>
                <a:path extrusionOk="0" h="1" w="27">
                  <a:moveTo>
                    <a:pt x="26" y="1"/>
                  </a:moveTo>
                  <a:cubicBezTo>
                    <a:pt x="18" y="1"/>
                    <a:pt x="9" y="1"/>
                    <a:pt x="1" y="1"/>
                  </a:cubicBezTo>
                  <a:cubicBezTo>
                    <a:pt x="9" y="1"/>
                    <a:pt x="18"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6"/>
            <p:cNvSpPr/>
            <p:nvPr/>
          </p:nvSpPr>
          <p:spPr>
            <a:xfrm rot="2935788">
              <a:off x="4978494" y="1357785"/>
              <a:ext cx="1066" cy="41"/>
            </a:xfrm>
            <a:custGeom>
              <a:rect b="b" l="l" r="r" t="t"/>
              <a:pathLst>
                <a:path extrusionOk="0" h="1" w="26">
                  <a:moveTo>
                    <a:pt x="0" y="0"/>
                  </a:moveTo>
                  <a:lnTo>
                    <a:pt x="2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6"/>
            <p:cNvSpPr/>
            <p:nvPr/>
          </p:nvSpPr>
          <p:spPr>
            <a:xfrm rot="2935788">
              <a:off x="4869328" y="1211949"/>
              <a:ext cx="3484" cy="1066"/>
            </a:xfrm>
            <a:custGeom>
              <a:rect b="b" l="l" r="r" t="t"/>
              <a:pathLst>
                <a:path extrusionOk="0" h="26" w="85">
                  <a:moveTo>
                    <a:pt x="9" y="1"/>
                  </a:moveTo>
                  <a:lnTo>
                    <a:pt x="0" y="9"/>
                  </a:lnTo>
                  <a:cubicBezTo>
                    <a:pt x="0" y="15"/>
                    <a:pt x="41" y="25"/>
                    <a:pt x="66" y="25"/>
                  </a:cubicBezTo>
                  <a:cubicBezTo>
                    <a:pt x="77" y="25"/>
                    <a:pt x="85" y="23"/>
                    <a:pt x="85" y="18"/>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6"/>
            <p:cNvSpPr/>
            <p:nvPr/>
          </p:nvSpPr>
          <p:spPr>
            <a:xfrm rot="2935788">
              <a:off x="4951782" y="1377592"/>
              <a:ext cx="1066" cy="1435"/>
            </a:xfrm>
            <a:custGeom>
              <a:rect b="b" l="l" r="r" t="t"/>
              <a:pathLst>
                <a:path extrusionOk="0" h="35" w="26">
                  <a:moveTo>
                    <a:pt x="26" y="1"/>
                  </a:moveTo>
                  <a:cubicBezTo>
                    <a:pt x="17" y="9"/>
                    <a:pt x="9" y="18"/>
                    <a:pt x="0" y="35"/>
                  </a:cubicBezTo>
                  <a:lnTo>
                    <a:pt x="26" y="9"/>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6"/>
            <p:cNvSpPr/>
            <p:nvPr/>
          </p:nvSpPr>
          <p:spPr>
            <a:xfrm rot="2935788">
              <a:off x="4970528" y="1339218"/>
              <a:ext cx="1107" cy="410"/>
            </a:xfrm>
            <a:custGeom>
              <a:rect b="b" l="l" r="r" t="t"/>
              <a:pathLst>
                <a:path extrusionOk="0" h="10" w="27">
                  <a:moveTo>
                    <a:pt x="26" y="1"/>
                  </a:moveTo>
                  <a:cubicBezTo>
                    <a:pt x="18" y="1"/>
                    <a:pt x="9" y="9"/>
                    <a:pt x="1" y="9"/>
                  </a:cubicBezTo>
                  <a:cubicBezTo>
                    <a:pt x="9" y="9"/>
                    <a:pt x="18" y="9"/>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6"/>
            <p:cNvSpPr/>
            <p:nvPr/>
          </p:nvSpPr>
          <p:spPr>
            <a:xfrm rot="2935788">
              <a:off x="4947694" y="1374464"/>
              <a:ext cx="3156" cy="2828"/>
            </a:xfrm>
            <a:custGeom>
              <a:rect b="b" l="l" r="r" t="t"/>
              <a:pathLst>
                <a:path extrusionOk="0" h="69" w="77">
                  <a:moveTo>
                    <a:pt x="77" y="1"/>
                  </a:moveTo>
                  <a:cubicBezTo>
                    <a:pt x="69" y="1"/>
                    <a:pt x="43" y="9"/>
                    <a:pt x="35" y="9"/>
                  </a:cubicBezTo>
                  <a:cubicBezTo>
                    <a:pt x="26" y="26"/>
                    <a:pt x="9" y="43"/>
                    <a:pt x="1" y="69"/>
                  </a:cubicBezTo>
                  <a:cubicBezTo>
                    <a:pt x="26" y="43"/>
                    <a:pt x="52" y="18"/>
                    <a:pt x="7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6"/>
            <p:cNvSpPr/>
            <p:nvPr/>
          </p:nvSpPr>
          <p:spPr>
            <a:xfrm rot="2935788">
              <a:off x="4947177" y="1375599"/>
              <a:ext cx="41" cy="41"/>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6"/>
            <p:cNvSpPr/>
            <p:nvPr/>
          </p:nvSpPr>
          <p:spPr>
            <a:xfrm rot="2935788">
              <a:off x="4581867" y="1160750"/>
              <a:ext cx="493438" cy="131075"/>
            </a:xfrm>
            <a:custGeom>
              <a:rect b="b" l="l" r="r" t="t"/>
              <a:pathLst>
                <a:path extrusionOk="0" h="3198" w="12039">
                  <a:moveTo>
                    <a:pt x="3520" y="102"/>
                  </a:moveTo>
                  <a:lnTo>
                    <a:pt x="3520" y="102"/>
                  </a:lnTo>
                  <a:cubicBezTo>
                    <a:pt x="3513" y="103"/>
                    <a:pt x="3506" y="105"/>
                    <a:pt x="3500" y="107"/>
                  </a:cubicBezTo>
                  <a:lnTo>
                    <a:pt x="3500" y="107"/>
                  </a:lnTo>
                  <a:cubicBezTo>
                    <a:pt x="3507" y="105"/>
                    <a:pt x="3513" y="104"/>
                    <a:pt x="3520" y="102"/>
                  </a:cubicBezTo>
                  <a:close/>
                  <a:moveTo>
                    <a:pt x="3976" y="136"/>
                  </a:moveTo>
                  <a:lnTo>
                    <a:pt x="3951" y="148"/>
                  </a:lnTo>
                  <a:lnTo>
                    <a:pt x="3951" y="148"/>
                  </a:lnTo>
                  <a:cubicBezTo>
                    <a:pt x="3967" y="142"/>
                    <a:pt x="4007" y="136"/>
                    <a:pt x="3976" y="136"/>
                  </a:cubicBezTo>
                  <a:close/>
                  <a:moveTo>
                    <a:pt x="3951" y="148"/>
                  </a:moveTo>
                  <a:cubicBezTo>
                    <a:pt x="3949" y="149"/>
                    <a:pt x="3948" y="150"/>
                    <a:pt x="3946" y="151"/>
                  </a:cubicBezTo>
                  <a:lnTo>
                    <a:pt x="3946" y="151"/>
                  </a:lnTo>
                  <a:lnTo>
                    <a:pt x="3951" y="148"/>
                  </a:lnTo>
                  <a:close/>
                  <a:moveTo>
                    <a:pt x="3905" y="406"/>
                  </a:moveTo>
                  <a:cubicBezTo>
                    <a:pt x="3904" y="406"/>
                    <a:pt x="3902" y="406"/>
                    <a:pt x="3900" y="406"/>
                  </a:cubicBezTo>
                  <a:cubicBezTo>
                    <a:pt x="3904" y="406"/>
                    <a:pt x="3904" y="406"/>
                    <a:pt x="3905" y="406"/>
                  </a:cubicBezTo>
                  <a:close/>
                  <a:moveTo>
                    <a:pt x="9274" y="427"/>
                  </a:moveTo>
                  <a:lnTo>
                    <a:pt x="9274" y="427"/>
                  </a:lnTo>
                  <a:cubicBezTo>
                    <a:pt x="9276" y="429"/>
                    <a:pt x="9278" y="430"/>
                    <a:pt x="9280" y="432"/>
                  </a:cubicBezTo>
                  <a:cubicBezTo>
                    <a:pt x="9278" y="430"/>
                    <a:pt x="9276" y="429"/>
                    <a:pt x="9274" y="427"/>
                  </a:cubicBezTo>
                  <a:close/>
                  <a:moveTo>
                    <a:pt x="4108" y="439"/>
                  </a:moveTo>
                  <a:lnTo>
                    <a:pt x="4103" y="440"/>
                  </a:lnTo>
                  <a:cubicBezTo>
                    <a:pt x="4105" y="440"/>
                    <a:pt x="4106" y="440"/>
                    <a:pt x="4108" y="439"/>
                  </a:cubicBezTo>
                  <a:close/>
                  <a:moveTo>
                    <a:pt x="6592" y="507"/>
                  </a:moveTo>
                  <a:cubicBezTo>
                    <a:pt x="6595" y="508"/>
                    <a:pt x="6598" y="508"/>
                    <a:pt x="6599" y="508"/>
                  </a:cubicBezTo>
                  <a:cubicBezTo>
                    <a:pt x="6597" y="508"/>
                    <a:pt x="6594" y="507"/>
                    <a:pt x="6592" y="507"/>
                  </a:cubicBezTo>
                  <a:close/>
                  <a:moveTo>
                    <a:pt x="5317" y="513"/>
                  </a:moveTo>
                  <a:cubicBezTo>
                    <a:pt x="5315" y="513"/>
                    <a:pt x="5314" y="515"/>
                    <a:pt x="5313" y="516"/>
                  </a:cubicBezTo>
                  <a:lnTo>
                    <a:pt x="5317" y="513"/>
                  </a:lnTo>
                  <a:close/>
                  <a:moveTo>
                    <a:pt x="7081" y="592"/>
                  </a:moveTo>
                  <a:lnTo>
                    <a:pt x="7064" y="609"/>
                  </a:lnTo>
                  <a:cubicBezTo>
                    <a:pt x="7056" y="601"/>
                    <a:pt x="7039" y="601"/>
                    <a:pt x="7039" y="592"/>
                  </a:cubicBezTo>
                  <a:close/>
                  <a:moveTo>
                    <a:pt x="10913" y="457"/>
                  </a:moveTo>
                  <a:lnTo>
                    <a:pt x="10820" y="482"/>
                  </a:lnTo>
                  <a:lnTo>
                    <a:pt x="10812" y="482"/>
                  </a:lnTo>
                  <a:lnTo>
                    <a:pt x="10676" y="508"/>
                  </a:lnTo>
                  <a:cubicBezTo>
                    <a:pt x="10738" y="508"/>
                    <a:pt x="10748" y="497"/>
                    <a:pt x="10772" y="497"/>
                  </a:cubicBezTo>
                  <a:cubicBezTo>
                    <a:pt x="10784" y="497"/>
                    <a:pt x="10800" y="499"/>
                    <a:pt x="10829" y="508"/>
                  </a:cubicBezTo>
                  <a:cubicBezTo>
                    <a:pt x="10897" y="522"/>
                    <a:pt x="10843" y="530"/>
                    <a:pt x="10807" y="541"/>
                  </a:cubicBezTo>
                  <a:lnTo>
                    <a:pt x="10807" y="541"/>
                  </a:lnTo>
                  <a:cubicBezTo>
                    <a:pt x="10832" y="540"/>
                    <a:pt x="10860" y="541"/>
                    <a:pt x="10871" y="525"/>
                  </a:cubicBezTo>
                  <a:cubicBezTo>
                    <a:pt x="10913" y="535"/>
                    <a:pt x="10958" y="542"/>
                    <a:pt x="11004" y="542"/>
                  </a:cubicBezTo>
                  <a:cubicBezTo>
                    <a:pt x="11033" y="542"/>
                    <a:pt x="11062" y="540"/>
                    <a:pt x="11091" y="533"/>
                  </a:cubicBezTo>
                  <a:cubicBezTo>
                    <a:pt x="11137" y="525"/>
                    <a:pt x="11184" y="520"/>
                    <a:pt x="11230" y="520"/>
                  </a:cubicBezTo>
                  <a:cubicBezTo>
                    <a:pt x="11277" y="520"/>
                    <a:pt x="11323" y="525"/>
                    <a:pt x="11370" y="533"/>
                  </a:cubicBezTo>
                  <a:cubicBezTo>
                    <a:pt x="11345" y="559"/>
                    <a:pt x="11412" y="559"/>
                    <a:pt x="11488" y="559"/>
                  </a:cubicBezTo>
                  <a:cubicBezTo>
                    <a:pt x="11517" y="559"/>
                    <a:pt x="11545" y="558"/>
                    <a:pt x="11569" y="558"/>
                  </a:cubicBezTo>
                  <a:cubicBezTo>
                    <a:pt x="11618" y="558"/>
                    <a:pt x="11652" y="561"/>
                    <a:pt x="11641" y="584"/>
                  </a:cubicBezTo>
                  <a:cubicBezTo>
                    <a:pt x="11605" y="577"/>
                    <a:pt x="11570" y="575"/>
                    <a:pt x="11534" y="575"/>
                  </a:cubicBezTo>
                  <a:cubicBezTo>
                    <a:pt x="11477" y="575"/>
                    <a:pt x="11419" y="582"/>
                    <a:pt x="11362" y="592"/>
                  </a:cubicBezTo>
                  <a:cubicBezTo>
                    <a:pt x="11463" y="601"/>
                    <a:pt x="11565" y="609"/>
                    <a:pt x="11666" y="626"/>
                  </a:cubicBezTo>
                  <a:cubicBezTo>
                    <a:pt x="11632" y="601"/>
                    <a:pt x="11700" y="575"/>
                    <a:pt x="11784" y="559"/>
                  </a:cubicBezTo>
                  <a:cubicBezTo>
                    <a:pt x="11666" y="550"/>
                    <a:pt x="11556" y="542"/>
                    <a:pt x="11446" y="516"/>
                  </a:cubicBezTo>
                  <a:cubicBezTo>
                    <a:pt x="11311" y="499"/>
                    <a:pt x="11167" y="482"/>
                    <a:pt x="11032" y="466"/>
                  </a:cubicBezTo>
                  <a:lnTo>
                    <a:pt x="11032" y="466"/>
                  </a:lnTo>
                  <a:cubicBezTo>
                    <a:pt x="11040" y="482"/>
                    <a:pt x="11040" y="491"/>
                    <a:pt x="11040" y="508"/>
                  </a:cubicBezTo>
                  <a:cubicBezTo>
                    <a:pt x="11019" y="509"/>
                    <a:pt x="11002" y="509"/>
                    <a:pt x="10988" y="509"/>
                  </a:cubicBezTo>
                  <a:cubicBezTo>
                    <a:pt x="10851" y="509"/>
                    <a:pt x="11075" y="472"/>
                    <a:pt x="10913" y="457"/>
                  </a:cubicBezTo>
                  <a:close/>
                  <a:moveTo>
                    <a:pt x="7741" y="542"/>
                  </a:moveTo>
                  <a:lnTo>
                    <a:pt x="8096" y="592"/>
                  </a:lnTo>
                  <a:lnTo>
                    <a:pt x="8096" y="592"/>
                  </a:lnTo>
                  <a:lnTo>
                    <a:pt x="8079" y="567"/>
                  </a:lnTo>
                  <a:lnTo>
                    <a:pt x="8079" y="567"/>
                  </a:lnTo>
                  <a:cubicBezTo>
                    <a:pt x="8089" y="569"/>
                    <a:pt x="8098" y="570"/>
                    <a:pt x="8106" y="570"/>
                  </a:cubicBezTo>
                  <a:cubicBezTo>
                    <a:pt x="8120" y="570"/>
                    <a:pt x="8132" y="568"/>
                    <a:pt x="8143" y="568"/>
                  </a:cubicBezTo>
                  <a:cubicBezTo>
                    <a:pt x="8154" y="568"/>
                    <a:pt x="8163" y="569"/>
                    <a:pt x="8172" y="575"/>
                  </a:cubicBezTo>
                  <a:cubicBezTo>
                    <a:pt x="8088" y="618"/>
                    <a:pt x="8003" y="652"/>
                    <a:pt x="7919" y="677"/>
                  </a:cubicBezTo>
                  <a:cubicBezTo>
                    <a:pt x="7851" y="677"/>
                    <a:pt x="7783" y="669"/>
                    <a:pt x="7724" y="660"/>
                  </a:cubicBezTo>
                  <a:lnTo>
                    <a:pt x="7741" y="660"/>
                  </a:lnTo>
                  <a:cubicBezTo>
                    <a:pt x="7796" y="664"/>
                    <a:pt x="7839" y="666"/>
                    <a:pt x="7871" y="666"/>
                  </a:cubicBezTo>
                  <a:cubicBezTo>
                    <a:pt x="8041" y="666"/>
                    <a:pt x="7912" y="613"/>
                    <a:pt x="7741" y="542"/>
                  </a:cubicBezTo>
                  <a:close/>
                  <a:moveTo>
                    <a:pt x="8232" y="685"/>
                  </a:moveTo>
                  <a:cubicBezTo>
                    <a:pt x="8226" y="697"/>
                    <a:pt x="8232" y="709"/>
                    <a:pt x="8213" y="709"/>
                  </a:cubicBezTo>
                  <a:cubicBezTo>
                    <a:pt x="8205" y="709"/>
                    <a:pt x="8192" y="707"/>
                    <a:pt x="8172" y="702"/>
                  </a:cubicBezTo>
                  <a:cubicBezTo>
                    <a:pt x="8172" y="694"/>
                    <a:pt x="8172" y="694"/>
                    <a:pt x="8164" y="685"/>
                  </a:cubicBezTo>
                  <a:close/>
                  <a:moveTo>
                    <a:pt x="10040" y="718"/>
                  </a:moveTo>
                  <a:lnTo>
                    <a:pt x="10040" y="718"/>
                  </a:lnTo>
                  <a:cubicBezTo>
                    <a:pt x="10038" y="719"/>
                    <a:pt x="10035" y="719"/>
                    <a:pt x="10033" y="719"/>
                  </a:cubicBezTo>
                  <a:cubicBezTo>
                    <a:pt x="10036" y="719"/>
                    <a:pt x="10038" y="719"/>
                    <a:pt x="10040" y="718"/>
                  </a:cubicBezTo>
                  <a:close/>
                  <a:moveTo>
                    <a:pt x="7512" y="635"/>
                  </a:moveTo>
                  <a:lnTo>
                    <a:pt x="7589" y="643"/>
                  </a:lnTo>
                  <a:cubicBezTo>
                    <a:pt x="7614" y="652"/>
                    <a:pt x="7631" y="652"/>
                    <a:pt x="7622" y="660"/>
                  </a:cubicBezTo>
                  <a:cubicBezTo>
                    <a:pt x="7614" y="694"/>
                    <a:pt x="7521" y="694"/>
                    <a:pt x="7496" y="719"/>
                  </a:cubicBezTo>
                  <a:cubicBezTo>
                    <a:pt x="7489" y="721"/>
                    <a:pt x="7478" y="722"/>
                    <a:pt x="7464" y="722"/>
                  </a:cubicBezTo>
                  <a:cubicBezTo>
                    <a:pt x="7424" y="722"/>
                    <a:pt x="7367" y="713"/>
                    <a:pt x="7386" y="694"/>
                  </a:cubicBezTo>
                  <a:lnTo>
                    <a:pt x="7386" y="694"/>
                  </a:lnTo>
                  <a:cubicBezTo>
                    <a:pt x="7393" y="696"/>
                    <a:pt x="7401" y="696"/>
                    <a:pt x="7407" y="696"/>
                  </a:cubicBezTo>
                  <a:cubicBezTo>
                    <a:pt x="7447" y="696"/>
                    <a:pt x="7461" y="668"/>
                    <a:pt x="7488" y="668"/>
                  </a:cubicBezTo>
                  <a:cubicBezTo>
                    <a:pt x="7499" y="668"/>
                    <a:pt x="7512" y="672"/>
                    <a:pt x="7529" y="685"/>
                  </a:cubicBezTo>
                  <a:cubicBezTo>
                    <a:pt x="7538" y="669"/>
                    <a:pt x="7521" y="660"/>
                    <a:pt x="7496" y="652"/>
                  </a:cubicBezTo>
                  <a:cubicBezTo>
                    <a:pt x="7504" y="643"/>
                    <a:pt x="7512" y="635"/>
                    <a:pt x="7512" y="635"/>
                  </a:cubicBezTo>
                  <a:close/>
                  <a:moveTo>
                    <a:pt x="8866" y="779"/>
                  </a:moveTo>
                  <a:lnTo>
                    <a:pt x="8866" y="779"/>
                  </a:lnTo>
                  <a:cubicBezTo>
                    <a:pt x="8864" y="780"/>
                    <a:pt x="8864" y="782"/>
                    <a:pt x="8864" y="784"/>
                  </a:cubicBezTo>
                  <a:lnTo>
                    <a:pt x="8864" y="784"/>
                  </a:lnTo>
                  <a:cubicBezTo>
                    <a:pt x="8865" y="782"/>
                    <a:pt x="8866" y="780"/>
                    <a:pt x="8866" y="779"/>
                  </a:cubicBezTo>
                  <a:close/>
                  <a:moveTo>
                    <a:pt x="9069" y="677"/>
                  </a:moveTo>
                  <a:cubicBezTo>
                    <a:pt x="9076" y="705"/>
                    <a:pt x="9077" y="721"/>
                    <a:pt x="9063" y="721"/>
                  </a:cubicBezTo>
                  <a:cubicBezTo>
                    <a:pt x="9060" y="721"/>
                    <a:pt x="9056" y="721"/>
                    <a:pt x="9052" y="719"/>
                  </a:cubicBezTo>
                  <a:lnTo>
                    <a:pt x="9052" y="719"/>
                  </a:lnTo>
                  <a:lnTo>
                    <a:pt x="9103" y="745"/>
                  </a:lnTo>
                  <a:lnTo>
                    <a:pt x="9027" y="745"/>
                  </a:lnTo>
                  <a:cubicBezTo>
                    <a:pt x="9042" y="760"/>
                    <a:pt x="9069" y="763"/>
                    <a:pt x="9098" y="763"/>
                  </a:cubicBezTo>
                  <a:cubicBezTo>
                    <a:pt x="9117" y="763"/>
                    <a:pt x="9137" y="762"/>
                    <a:pt x="9154" y="762"/>
                  </a:cubicBezTo>
                  <a:cubicBezTo>
                    <a:pt x="9204" y="779"/>
                    <a:pt x="9044" y="770"/>
                    <a:pt x="8993" y="804"/>
                  </a:cubicBezTo>
                  <a:cubicBezTo>
                    <a:pt x="8981" y="808"/>
                    <a:pt x="8967" y="809"/>
                    <a:pt x="8953" y="809"/>
                  </a:cubicBezTo>
                  <a:cubicBezTo>
                    <a:pt x="8911" y="809"/>
                    <a:pt x="8866" y="796"/>
                    <a:pt x="8864" y="784"/>
                  </a:cubicBezTo>
                  <a:lnTo>
                    <a:pt x="8864" y="784"/>
                  </a:lnTo>
                  <a:cubicBezTo>
                    <a:pt x="8845" y="819"/>
                    <a:pt x="8711" y="796"/>
                    <a:pt x="8654" y="812"/>
                  </a:cubicBezTo>
                  <a:cubicBezTo>
                    <a:pt x="8519" y="804"/>
                    <a:pt x="8570" y="753"/>
                    <a:pt x="8451" y="753"/>
                  </a:cubicBezTo>
                  <a:lnTo>
                    <a:pt x="8494" y="779"/>
                  </a:lnTo>
                  <a:cubicBezTo>
                    <a:pt x="8467" y="781"/>
                    <a:pt x="8439" y="782"/>
                    <a:pt x="8412" y="782"/>
                  </a:cubicBezTo>
                  <a:cubicBezTo>
                    <a:pt x="8347" y="782"/>
                    <a:pt x="8283" y="776"/>
                    <a:pt x="8223" y="770"/>
                  </a:cubicBezTo>
                  <a:cubicBezTo>
                    <a:pt x="8221" y="760"/>
                    <a:pt x="8224" y="757"/>
                    <a:pt x="8231" y="757"/>
                  </a:cubicBezTo>
                  <a:cubicBezTo>
                    <a:pt x="8245" y="757"/>
                    <a:pt x="8274" y="771"/>
                    <a:pt x="8297" y="771"/>
                  </a:cubicBezTo>
                  <a:cubicBezTo>
                    <a:pt x="8301" y="771"/>
                    <a:pt x="8304" y="771"/>
                    <a:pt x="8308" y="770"/>
                  </a:cubicBezTo>
                  <a:lnTo>
                    <a:pt x="8248" y="736"/>
                  </a:lnTo>
                  <a:cubicBezTo>
                    <a:pt x="8264" y="736"/>
                    <a:pt x="8288" y="727"/>
                    <a:pt x="8305" y="727"/>
                  </a:cubicBezTo>
                  <a:cubicBezTo>
                    <a:pt x="8316" y="727"/>
                    <a:pt x="8325" y="731"/>
                    <a:pt x="8325" y="745"/>
                  </a:cubicBezTo>
                  <a:cubicBezTo>
                    <a:pt x="8325" y="728"/>
                    <a:pt x="8367" y="711"/>
                    <a:pt x="8291" y="711"/>
                  </a:cubicBezTo>
                  <a:lnTo>
                    <a:pt x="8350" y="694"/>
                  </a:lnTo>
                  <a:cubicBezTo>
                    <a:pt x="8350" y="694"/>
                    <a:pt x="8341" y="694"/>
                    <a:pt x="8341" y="685"/>
                  </a:cubicBezTo>
                  <a:lnTo>
                    <a:pt x="8384" y="685"/>
                  </a:lnTo>
                  <a:cubicBezTo>
                    <a:pt x="8418" y="694"/>
                    <a:pt x="8451" y="711"/>
                    <a:pt x="8477" y="728"/>
                  </a:cubicBezTo>
                  <a:cubicBezTo>
                    <a:pt x="8477" y="736"/>
                    <a:pt x="8443" y="736"/>
                    <a:pt x="8426" y="736"/>
                  </a:cubicBezTo>
                  <a:cubicBezTo>
                    <a:pt x="8450" y="742"/>
                    <a:pt x="8478" y="748"/>
                    <a:pt x="8508" y="748"/>
                  </a:cubicBezTo>
                  <a:cubicBezTo>
                    <a:pt x="8520" y="748"/>
                    <a:pt x="8532" y="747"/>
                    <a:pt x="8545" y="745"/>
                  </a:cubicBezTo>
                  <a:cubicBezTo>
                    <a:pt x="8468" y="736"/>
                    <a:pt x="8511" y="728"/>
                    <a:pt x="8494" y="702"/>
                  </a:cubicBezTo>
                  <a:cubicBezTo>
                    <a:pt x="8511" y="700"/>
                    <a:pt x="8530" y="699"/>
                    <a:pt x="8550" y="699"/>
                  </a:cubicBezTo>
                  <a:cubicBezTo>
                    <a:pt x="8591" y="699"/>
                    <a:pt x="8632" y="702"/>
                    <a:pt x="8654" y="702"/>
                  </a:cubicBezTo>
                  <a:cubicBezTo>
                    <a:pt x="8722" y="711"/>
                    <a:pt x="8773" y="745"/>
                    <a:pt x="8731" y="762"/>
                  </a:cubicBezTo>
                  <a:cubicBezTo>
                    <a:pt x="8741" y="759"/>
                    <a:pt x="8752" y="759"/>
                    <a:pt x="8762" y="759"/>
                  </a:cubicBezTo>
                  <a:cubicBezTo>
                    <a:pt x="8773" y="759"/>
                    <a:pt x="8784" y="759"/>
                    <a:pt x="8795" y="759"/>
                  </a:cubicBezTo>
                  <a:cubicBezTo>
                    <a:pt x="8817" y="759"/>
                    <a:pt x="8841" y="757"/>
                    <a:pt x="8866" y="745"/>
                  </a:cubicBezTo>
                  <a:lnTo>
                    <a:pt x="8866" y="745"/>
                  </a:lnTo>
                  <a:cubicBezTo>
                    <a:pt x="8855" y="748"/>
                    <a:pt x="8846" y="749"/>
                    <a:pt x="8840" y="749"/>
                  </a:cubicBezTo>
                  <a:cubicBezTo>
                    <a:pt x="8808" y="749"/>
                    <a:pt x="8835" y="711"/>
                    <a:pt x="8797" y="711"/>
                  </a:cubicBezTo>
                  <a:cubicBezTo>
                    <a:pt x="8788" y="711"/>
                    <a:pt x="8775" y="714"/>
                    <a:pt x="8756" y="719"/>
                  </a:cubicBezTo>
                  <a:cubicBezTo>
                    <a:pt x="8745" y="701"/>
                    <a:pt x="8762" y="694"/>
                    <a:pt x="8788" y="694"/>
                  </a:cubicBezTo>
                  <a:cubicBezTo>
                    <a:pt x="8822" y="694"/>
                    <a:pt x="8871" y="705"/>
                    <a:pt x="8900" y="719"/>
                  </a:cubicBezTo>
                  <a:cubicBezTo>
                    <a:pt x="8874" y="719"/>
                    <a:pt x="8900" y="736"/>
                    <a:pt x="8891" y="745"/>
                  </a:cubicBezTo>
                  <a:cubicBezTo>
                    <a:pt x="8976" y="736"/>
                    <a:pt x="8934" y="711"/>
                    <a:pt x="8874" y="694"/>
                  </a:cubicBezTo>
                  <a:lnTo>
                    <a:pt x="8976" y="677"/>
                  </a:lnTo>
                  <a:close/>
                  <a:moveTo>
                    <a:pt x="7667" y="836"/>
                  </a:moveTo>
                  <a:cubicBezTo>
                    <a:pt x="7654" y="836"/>
                    <a:pt x="7642" y="836"/>
                    <a:pt x="7631" y="838"/>
                  </a:cubicBezTo>
                  <a:cubicBezTo>
                    <a:pt x="7645" y="846"/>
                    <a:pt x="7661" y="849"/>
                    <a:pt x="7678" y="849"/>
                  </a:cubicBezTo>
                  <a:cubicBezTo>
                    <a:pt x="7701" y="849"/>
                    <a:pt x="7725" y="844"/>
                    <a:pt x="7749" y="841"/>
                  </a:cubicBezTo>
                  <a:lnTo>
                    <a:pt x="7749" y="841"/>
                  </a:lnTo>
                  <a:cubicBezTo>
                    <a:pt x="7757" y="841"/>
                    <a:pt x="7765" y="842"/>
                    <a:pt x="7772" y="842"/>
                  </a:cubicBezTo>
                  <a:lnTo>
                    <a:pt x="7772" y="842"/>
                  </a:lnTo>
                  <a:cubicBezTo>
                    <a:pt x="7776" y="841"/>
                    <a:pt x="7779" y="839"/>
                    <a:pt x="7783" y="838"/>
                  </a:cubicBezTo>
                  <a:cubicBezTo>
                    <a:pt x="7772" y="838"/>
                    <a:pt x="7761" y="839"/>
                    <a:pt x="7749" y="841"/>
                  </a:cubicBezTo>
                  <a:lnTo>
                    <a:pt x="7749" y="841"/>
                  </a:lnTo>
                  <a:cubicBezTo>
                    <a:pt x="7722" y="838"/>
                    <a:pt x="7694" y="836"/>
                    <a:pt x="7667" y="836"/>
                  </a:cubicBezTo>
                  <a:close/>
                  <a:moveTo>
                    <a:pt x="10862" y="888"/>
                  </a:moveTo>
                  <a:cubicBezTo>
                    <a:pt x="10855" y="891"/>
                    <a:pt x="10846" y="894"/>
                    <a:pt x="10838" y="896"/>
                  </a:cubicBezTo>
                  <a:lnTo>
                    <a:pt x="10838" y="896"/>
                  </a:lnTo>
                  <a:cubicBezTo>
                    <a:pt x="10846" y="894"/>
                    <a:pt x="10855" y="892"/>
                    <a:pt x="10862" y="888"/>
                  </a:cubicBezTo>
                  <a:close/>
                  <a:moveTo>
                    <a:pt x="10837" y="939"/>
                  </a:moveTo>
                  <a:cubicBezTo>
                    <a:pt x="10832" y="939"/>
                    <a:pt x="10826" y="939"/>
                    <a:pt x="10823" y="942"/>
                  </a:cubicBezTo>
                  <a:lnTo>
                    <a:pt x="10823" y="942"/>
                  </a:lnTo>
                  <a:cubicBezTo>
                    <a:pt x="10827" y="941"/>
                    <a:pt x="10832" y="941"/>
                    <a:pt x="10837" y="939"/>
                  </a:cubicBezTo>
                  <a:close/>
                  <a:moveTo>
                    <a:pt x="11268" y="1108"/>
                  </a:moveTo>
                  <a:lnTo>
                    <a:pt x="11268" y="1108"/>
                  </a:lnTo>
                  <a:cubicBezTo>
                    <a:pt x="11175" y="1235"/>
                    <a:pt x="11099" y="1371"/>
                    <a:pt x="11040" y="1514"/>
                  </a:cubicBezTo>
                  <a:cubicBezTo>
                    <a:pt x="11040" y="1506"/>
                    <a:pt x="11040" y="1498"/>
                    <a:pt x="11040" y="1498"/>
                  </a:cubicBezTo>
                  <a:cubicBezTo>
                    <a:pt x="10964" y="1591"/>
                    <a:pt x="10955" y="1591"/>
                    <a:pt x="10913" y="1650"/>
                  </a:cubicBezTo>
                  <a:lnTo>
                    <a:pt x="10913" y="1616"/>
                  </a:lnTo>
                  <a:cubicBezTo>
                    <a:pt x="10888" y="1616"/>
                    <a:pt x="10854" y="1684"/>
                    <a:pt x="10812" y="1734"/>
                  </a:cubicBezTo>
                  <a:cubicBezTo>
                    <a:pt x="10803" y="1768"/>
                    <a:pt x="10786" y="1802"/>
                    <a:pt x="10752" y="1811"/>
                  </a:cubicBezTo>
                  <a:lnTo>
                    <a:pt x="10752" y="1794"/>
                  </a:lnTo>
                  <a:cubicBezTo>
                    <a:pt x="10736" y="1794"/>
                    <a:pt x="10685" y="1844"/>
                    <a:pt x="10634" y="1904"/>
                  </a:cubicBezTo>
                  <a:lnTo>
                    <a:pt x="10642" y="1870"/>
                  </a:lnTo>
                  <a:cubicBezTo>
                    <a:pt x="10651" y="1844"/>
                    <a:pt x="10659" y="1819"/>
                    <a:pt x="10676" y="1794"/>
                  </a:cubicBezTo>
                  <a:lnTo>
                    <a:pt x="10676" y="1794"/>
                  </a:lnTo>
                  <a:cubicBezTo>
                    <a:pt x="10659" y="1819"/>
                    <a:pt x="10651" y="1827"/>
                    <a:pt x="10626" y="1836"/>
                  </a:cubicBezTo>
                  <a:lnTo>
                    <a:pt x="10676" y="1701"/>
                  </a:lnTo>
                  <a:lnTo>
                    <a:pt x="10676" y="1701"/>
                  </a:lnTo>
                  <a:cubicBezTo>
                    <a:pt x="10626" y="1743"/>
                    <a:pt x="10659" y="1785"/>
                    <a:pt x="10592" y="1844"/>
                  </a:cubicBezTo>
                  <a:cubicBezTo>
                    <a:pt x="10575" y="1811"/>
                    <a:pt x="10558" y="1811"/>
                    <a:pt x="10600" y="1726"/>
                  </a:cubicBezTo>
                  <a:cubicBezTo>
                    <a:pt x="10617" y="1712"/>
                    <a:pt x="10626" y="1707"/>
                    <a:pt x="10630" y="1707"/>
                  </a:cubicBezTo>
                  <a:cubicBezTo>
                    <a:pt x="10640" y="1707"/>
                    <a:pt x="10631" y="1729"/>
                    <a:pt x="10642" y="1729"/>
                  </a:cubicBezTo>
                  <a:cubicBezTo>
                    <a:pt x="10644" y="1729"/>
                    <a:pt x="10647" y="1728"/>
                    <a:pt x="10651" y="1726"/>
                  </a:cubicBezTo>
                  <a:cubicBezTo>
                    <a:pt x="10659" y="1658"/>
                    <a:pt x="10727" y="1692"/>
                    <a:pt x="10736" y="1616"/>
                  </a:cubicBezTo>
                  <a:cubicBezTo>
                    <a:pt x="10761" y="1586"/>
                    <a:pt x="10774" y="1580"/>
                    <a:pt x="10783" y="1580"/>
                  </a:cubicBezTo>
                  <a:cubicBezTo>
                    <a:pt x="10790" y="1580"/>
                    <a:pt x="10796" y="1584"/>
                    <a:pt x="10803" y="1584"/>
                  </a:cubicBezTo>
                  <a:cubicBezTo>
                    <a:pt x="10806" y="1584"/>
                    <a:pt x="10808" y="1583"/>
                    <a:pt x="10812" y="1582"/>
                  </a:cubicBezTo>
                  <a:lnTo>
                    <a:pt x="10812" y="1582"/>
                  </a:lnTo>
                  <a:cubicBezTo>
                    <a:pt x="10761" y="1641"/>
                    <a:pt x="10862" y="1582"/>
                    <a:pt x="10803" y="1658"/>
                  </a:cubicBezTo>
                  <a:cubicBezTo>
                    <a:pt x="10862" y="1608"/>
                    <a:pt x="10812" y="1591"/>
                    <a:pt x="10862" y="1548"/>
                  </a:cubicBezTo>
                  <a:lnTo>
                    <a:pt x="10896" y="1565"/>
                  </a:lnTo>
                  <a:cubicBezTo>
                    <a:pt x="10930" y="1540"/>
                    <a:pt x="10964" y="1514"/>
                    <a:pt x="10989" y="1481"/>
                  </a:cubicBezTo>
                  <a:cubicBezTo>
                    <a:pt x="11023" y="1447"/>
                    <a:pt x="11049" y="1413"/>
                    <a:pt x="11074" y="1379"/>
                  </a:cubicBezTo>
                  <a:lnTo>
                    <a:pt x="11074" y="1379"/>
                  </a:lnTo>
                  <a:cubicBezTo>
                    <a:pt x="11059" y="1388"/>
                    <a:pt x="11051" y="1392"/>
                    <a:pt x="11047" y="1392"/>
                  </a:cubicBezTo>
                  <a:cubicBezTo>
                    <a:pt x="11031" y="1392"/>
                    <a:pt x="11067" y="1345"/>
                    <a:pt x="11040" y="1345"/>
                  </a:cubicBezTo>
                  <a:cubicBezTo>
                    <a:pt x="11072" y="1361"/>
                    <a:pt x="11000" y="1414"/>
                    <a:pt x="10983" y="1414"/>
                  </a:cubicBezTo>
                  <a:cubicBezTo>
                    <a:pt x="10982" y="1414"/>
                    <a:pt x="10981" y="1414"/>
                    <a:pt x="10981" y="1413"/>
                  </a:cubicBezTo>
                  <a:cubicBezTo>
                    <a:pt x="11015" y="1362"/>
                    <a:pt x="11048" y="1311"/>
                    <a:pt x="11091" y="1269"/>
                  </a:cubicBezTo>
                  <a:lnTo>
                    <a:pt x="11091" y="1269"/>
                  </a:lnTo>
                  <a:cubicBezTo>
                    <a:pt x="11065" y="1295"/>
                    <a:pt x="11040" y="1311"/>
                    <a:pt x="11015" y="1328"/>
                  </a:cubicBezTo>
                  <a:cubicBezTo>
                    <a:pt x="11015" y="1303"/>
                    <a:pt x="11032" y="1235"/>
                    <a:pt x="11023" y="1235"/>
                  </a:cubicBezTo>
                  <a:cubicBezTo>
                    <a:pt x="11065" y="1210"/>
                    <a:pt x="11082" y="1176"/>
                    <a:pt x="11125" y="1159"/>
                  </a:cubicBezTo>
                  <a:lnTo>
                    <a:pt x="11125" y="1193"/>
                  </a:lnTo>
                  <a:lnTo>
                    <a:pt x="11074" y="1218"/>
                  </a:lnTo>
                  <a:cubicBezTo>
                    <a:pt x="11082" y="1227"/>
                    <a:pt x="11091" y="1235"/>
                    <a:pt x="11091" y="1244"/>
                  </a:cubicBezTo>
                  <a:cubicBezTo>
                    <a:pt x="11150" y="1193"/>
                    <a:pt x="11201" y="1151"/>
                    <a:pt x="11268" y="1108"/>
                  </a:cubicBezTo>
                  <a:close/>
                  <a:moveTo>
                    <a:pt x="10203" y="1916"/>
                  </a:moveTo>
                  <a:cubicBezTo>
                    <a:pt x="10200" y="1919"/>
                    <a:pt x="10197" y="1922"/>
                    <a:pt x="10194" y="1926"/>
                  </a:cubicBezTo>
                  <a:lnTo>
                    <a:pt x="10194" y="1926"/>
                  </a:lnTo>
                  <a:cubicBezTo>
                    <a:pt x="10197" y="1923"/>
                    <a:pt x="10200" y="1919"/>
                    <a:pt x="10203" y="1916"/>
                  </a:cubicBezTo>
                  <a:close/>
                  <a:moveTo>
                    <a:pt x="10194" y="1926"/>
                  </a:moveTo>
                  <a:cubicBezTo>
                    <a:pt x="10184" y="1937"/>
                    <a:pt x="10177" y="1946"/>
                    <a:pt x="10177" y="1954"/>
                  </a:cubicBezTo>
                  <a:cubicBezTo>
                    <a:pt x="10180" y="1945"/>
                    <a:pt x="10186" y="1935"/>
                    <a:pt x="10194" y="1926"/>
                  </a:cubicBezTo>
                  <a:close/>
                  <a:moveTo>
                    <a:pt x="9493" y="2996"/>
                  </a:moveTo>
                  <a:cubicBezTo>
                    <a:pt x="9492" y="2997"/>
                    <a:pt x="9491" y="2998"/>
                    <a:pt x="9489" y="3000"/>
                  </a:cubicBezTo>
                  <a:lnTo>
                    <a:pt x="9489" y="3000"/>
                  </a:lnTo>
                  <a:cubicBezTo>
                    <a:pt x="9491" y="2998"/>
                    <a:pt x="9492" y="2997"/>
                    <a:pt x="9493" y="2996"/>
                  </a:cubicBezTo>
                  <a:close/>
                  <a:moveTo>
                    <a:pt x="9711" y="3000"/>
                  </a:moveTo>
                  <a:lnTo>
                    <a:pt x="9703" y="3012"/>
                  </a:lnTo>
                  <a:cubicBezTo>
                    <a:pt x="9707" y="3008"/>
                    <a:pt x="9710" y="3004"/>
                    <a:pt x="9711" y="3000"/>
                  </a:cubicBezTo>
                  <a:close/>
                  <a:moveTo>
                    <a:pt x="9489" y="3000"/>
                  </a:moveTo>
                  <a:cubicBezTo>
                    <a:pt x="9477" y="3011"/>
                    <a:pt x="9461" y="3021"/>
                    <a:pt x="9441" y="3029"/>
                  </a:cubicBezTo>
                  <a:lnTo>
                    <a:pt x="9441" y="3012"/>
                  </a:lnTo>
                  <a:cubicBezTo>
                    <a:pt x="9441" y="3012"/>
                    <a:pt x="9407" y="3054"/>
                    <a:pt x="9424" y="3063"/>
                  </a:cubicBezTo>
                  <a:cubicBezTo>
                    <a:pt x="9445" y="3042"/>
                    <a:pt x="9466" y="3021"/>
                    <a:pt x="9489" y="3000"/>
                  </a:cubicBezTo>
                  <a:close/>
                  <a:moveTo>
                    <a:pt x="711" y="0"/>
                  </a:moveTo>
                  <a:cubicBezTo>
                    <a:pt x="677" y="0"/>
                    <a:pt x="652" y="0"/>
                    <a:pt x="652" y="17"/>
                  </a:cubicBezTo>
                  <a:cubicBezTo>
                    <a:pt x="686" y="26"/>
                    <a:pt x="753" y="26"/>
                    <a:pt x="711" y="43"/>
                  </a:cubicBezTo>
                  <a:cubicBezTo>
                    <a:pt x="669" y="43"/>
                    <a:pt x="618" y="34"/>
                    <a:pt x="567" y="26"/>
                  </a:cubicBezTo>
                  <a:cubicBezTo>
                    <a:pt x="576" y="26"/>
                    <a:pt x="610" y="9"/>
                    <a:pt x="593" y="9"/>
                  </a:cubicBezTo>
                  <a:cubicBezTo>
                    <a:pt x="466" y="17"/>
                    <a:pt x="237" y="0"/>
                    <a:pt x="111" y="43"/>
                  </a:cubicBezTo>
                  <a:cubicBezTo>
                    <a:pt x="140" y="37"/>
                    <a:pt x="153" y="31"/>
                    <a:pt x="179" y="31"/>
                  </a:cubicBezTo>
                  <a:cubicBezTo>
                    <a:pt x="190" y="31"/>
                    <a:pt x="203" y="32"/>
                    <a:pt x="220" y="34"/>
                  </a:cubicBezTo>
                  <a:cubicBezTo>
                    <a:pt x="212" y="51"/>
                    <a:pt x="187" y="43"/>
                    <a:pt x="170" y="51"/>
                  </a:cubicBezTo>
                  <a:cubicBezTo>
                    <a:pt x="172" y="58"/>
                    <a:pt x="179" y="61"/>
                    <a:pt x="189" y="61"/>
                  </a:cubicBezTo>
                  <a:cubicBezTo>
                    <a:pt x="206" y="61"/>
                    <a:pt x="231" y="54"/>
                    <a:pt x="258" y="54"/>
                  </a:cubicBezTo>
                  <a:cubicBezTo>
                    <a:pt x="271" y="54"/>
                    <a:pt x="284" y="56"/>
                    <a:pt x="297" y="59"/>
                  </a:cubicBezTo>
                  <a:lnTo>
                    <a:pt x="187" y="85"/>
                  </a:lnTo>
                  <a:lnTo>
                    <a:pt x="246" y="110"/>
                  </a:lnTo>
                  <a:lnTo>
                    <a:pt x="1" y="169"/>
                  </a:lnTo>
                  <a:cubicBezTo>
                    <a:pt x="27" y="173"/>
                    <a:pt x="51" y="174"/>
                    <a:pt x="75" y="174"/>
                  </a:cubicBezTo>
                  <a:cubicBezTo>
                    <a:pt x="188" y="174"/>
                    <a:pt x="269" y="140"/>
                    <a:pt x="360" y="140"/>
                  </a:cubicBezTo>
                  <a:cubicBezTo>
                    <a:pt x="388" y="140"/>
                    <a:pt x="417" y="144"/>
                    <a:pt x="449" y="153"/>
                  </a:cubicBezTo>
                  <a:cubicBezTo>
                    <a:pt x="424" y="161"/>
                    <a:pt x="449" y="169"/>
                    <a:pt x="449" y="178"/>
                  </a:cubicBezTo>
                  <a:cubicBezTo>
                    <a:pt x="500" y="169"/>
                    <a:pt x="550" y="169"/>
                    <a:pt x="601" y="153"/>
                  </a:cubicBezTo>
                  <a:lnTo>
                    <a:pt x="624" y="155"/>
                  </a:lnTo>
                  <a:lnTo>
                    <a:pt x="624" y="155"/>
                  </a:lnTo>
                  <a:cubicBezTo>
                    <a:pt x="616" y="161"/>
                    <a:pt x="610" y="162"/>
                    <a:pt x="610" y="169"/>
                  </a:cubicBezTo>
                  <a:cubicBezTo>
                    <a:pt x="622" y="169"/>
                    <a:pt x="625" y="160"/>
                    <a:pt x="626" y="155"/>
                  </a:cubicBezTo>
                  <a:lnTo>
                    <a:pt x="626" y="155"/>
                  </a:lnTo>
                  <a:lnTo>
                    <a:pt x="677" y="161"/>
                  </a:lnTo>
                  <a:cubicBezTo>
                    <a:pt x="677" y="178"/>
                    <a:pt x="643" y="203"/>
                    <a:pt x="559" y="203"/>
                  </a:cubicBezTo>
                  <a:cubicBezTo>
                    <a:pt x="603" y="206"/>
                    <a:pt x="645" y="207"/>
                    <a:pt x="687" y="207"/>
                  </a:cubicBezTo>
                  <a:cubicBezTo>
                    <a:pt x="833" y="207"/>
                    <a:pt x="967" y="194"/>
                    <a:pt x="1108" y="194"/>
                  </a:cubicBezTo>
                  <a:cubicBezTo>
                    <a:pt x="1190" y="194"/>
                    <a:pt x="1273" y="199"/>
                    <a:pt x="1362" y="212"/>
                  </a:cubicBezTo>
                  <a:cubicBezTo>
                    <a:pt x="1379" y="229"/>
                    <a:pt x="1320" y="220"/>
                    <a:pt x="1346" y="229"/>
                  </a:cubicBezTo>
                  <a:cubicBezTo>
                    <a:pt x="1388" y="220"/>
                    <a:pt x="1456" y="203"/>
                    <a:pt x="1456" y="203"/>
                  </a:cubicBezTo>
                  <a:lnTo>
                    <a:pt x="1456" y="203"/>
                  </a:lnTo>
                  <a:cubicBezTo>
                    <a:pt x="1447" y="212"/>
                    <a:pt x="1439" y="220"/>
                    <a:pt x="1413" y="220"/>
                  </a:cubicBezTo>
                  <a:cubicBezTo>
                    <a:pt x="1552" y="220"/>
                    <a:pt x="1627" y="255"/>
                    <a:pt x="1716" y="255"/>
                  </a:cubicBezTo>
                  <a:cubicBezTo>
                    <a:pt x="1725" y="255"/>
                    <a:pt x="1734" y="255"/>
                    <a:pt x="1743" y="254"/>
                  </a:cubicBezTo>
                  <a:lnTo>
                    <a:pt x="1743" y="254"/>
                  </a:lnTo>
                  <a:cubicBezTo>
                    <a:pt x="1743" y="258"/>
                    <a:pt x="1724" y="258"/>
                    <a:pt x="1706" y="258"/>
                  </a:cubicBezTo>
                  <a:cubicBezTo>
                    <a:pt x="1688" y="258"/>
                    <a:pt x="1671" y="258"/>
                    <a:pt x="1675" y="262"/>
                  </a:cubicBezTo>
                  <a:cubicBezTo>
                    <a:pt x="1711" y="268"/>
                    <a:pt x="1743" y="271"/>
                    <a:pt x="1773" y="271"/>
                  </a:cubicBezTo>
                  <a:cubicBezTo>
                    <a:pt x="1856" y="271"/>
                    <a:pt x="1922" y="253"/>
                    <a:pt x="2015" y="253"/>
                  </a:cubicBezTo>
                  <a:cubicBezTo>
                    <a:pt x="2028" y="253"/>
                    <a:pt x="2042" y="253"/>
                    <a:pt x="2056" y="254"/>
                  </a:cubicBezTo>
                  <a:cubicBezTo>
                    <a:pt x="2005" y="271"/>
                    <a:pt x="2090" y="279"/>
                    <a:pt x="2124" y="296"/>
                  </a:cubicBezTo>
                  <a:cubicBezTo>
                    <a:pt x="2166" y="294"/>
                    <a:pt x="2223" y="293"/>
                    <a:pt x="2288" y="293"/>
                  </a:cubicBezTo>
                  <a:cubicBezTo>
                    <a:pt x="2417" y="293"/>
                    <a:pt x="2575" y="296"/>
                    <a:pt x="2699" y="296"/>
                  </a:cubicBezTo>
                  <a:cubicBezTo>
                    <a:pt x="2648" y="356"/>
                    <a:pt x="2902" y="313"/>
                    <a:pt x="2919" y="364"/>
                  </a:cubicBezTo>
                  <a:cubicBezTo>
                    <a:pt x="2928" y="366"/>
                    <a:pt x="2940" y="367"/>
                    <a:pt x="2952" y="367"/>
                  </a:cubicBezTo>
                  <a:cubicBezTo>
                    <a:pt x="2985" y="367"/>
                    <a:pt x="3023" y="359"/>
                    <a:pt x="3029" y="347"/>
                  </a:cubicBezTo>
                  <a:lnTo>
                    <a:pt x="3029" y="347"/>
                  </a:lnTo>
                  <a:cubicBezTo>
                    <a:pt x="3025" y="348"/>
                    <a:pt x="3021" y="349"/>
                    <a:pt x="3017" y="349"/>
                  </a:cubicBezTo>
                  <a:cubicBezTo>
                    <a:pt x="2990" y="349"/>
                    <a:pt x="2953" y="329"/>
                    <a:pt x="2953" y="322"/>
                  </a:cubicBezTo>
                  <a:cubicBezTo>
                    <a:pt x="2977" y="322"/>
                    <a:pt x="3007" y="323"/>
                    <a:pt x="3036" y="323"/>
                  </a:cubicBezTo>
                  <a:cubicBezTo>
                    <a:pt x="3078" y="323"/>
                    <a:pt x="3117" y="320"/>
                    <a:pt x="3122" y="305"/>
                  </a:cubicBezTo>
                  <a:lnTo>
                    <a:pt x="3190" y="339"/>
                  </a:lnTo>
                  <a:cubicBezTo>
                    <a:pt x="3207" y="305"/>
                    <a:pt x="3232" y="296"/>
                    <a:pt x="3266" y="296"/>
                  </a:cubicBezTo>
                  <a:cubicBezTo>
                    <a:pt x="3287" y="311"/>
                    <a:pt x="3297" y="317"/>
                    <a:pt x="3302" y="317"/>
                  </a:cubicBezTo>
                  <a:cubicBezTo>
                    <a:pt x="3314" y="317"/>
                    <a:pt x="3300" y="289"/>
                    <a:pt x="3338" y="289"/>
                  </a:cubicBezTo>
                  <a:cubicBezTo>
                    <a:pt x="3349" y="289"/>
                    <a:pt x="3364" y="291"/>
                    <a:pt x="3384" y="296"/>
                  </a:cubicBezTo>
                  <a:cubicBezTo>
                    <a:pt x="3359" y="313"/>
                    <a:pt x="3334" y="322"/>
                    <a:pt x="3317" y="347"/>
                  </a:cubicBezTo>
                  <a:cubicBezTo>
                    <a:pt x="3336" y="350"/>
                    <a:pt x="3349" y="351"/>
                    <a:pt x="3358" y="351"/>
                  </a:cubicBezTo>
                  <a:cubicBezTo>
                    <a:pt x="3377" y="351"/>
                    <a:pt x="3384" y="347"/>
                    <a:pt x="3418" y="347"/>
                  </a:cubicBezTo>
                  <a:cubicBezTo>
                    <a:pt x="3427" y="364"/>
                    <a:pt x="3367" y="381"/>
                    <a:pt x="3317" y="389"/>
                  </a:cubicBezTo>
                  <a:lnTo>
                    <a:pt x="3401" y="406"/>
                  </a:lnTo>
                  <a:cubicBezTo>
                    <a:pt x="3482" y="382"/>
                    <a:pt x="3567" y="366"/>
                    <a:pt x="3653" y="366"/>
                  </a:cubicBezTo>
                  <a:cubicBezTo>
                    <a:pt x="3685" y="366"/>
                    <a:pt x="3716" y="368"/>
                    <a:pt x="3748" y="372"/>
                  </a:cubicBezTo>
                  <a:cubicBezTo>
                    <a:pt x="3723" y="389"/>
                    <a:pt x="3680" y="381"/>
                    <a:pt x="3714" y="406"/>
                  </a:cubicBezTo>
                  <a:cubicBezTo>
                    <a:pt x="3754" y="396"/>
                    <a:pt x="3793" y="392"/>
                    <a:pt x="3833" y="392"/>
                  </a:cubicBezTo>
                  <a:cubicBezTo>
                    <a:pt x="3861" y="392"/>
                    <a:pt x="3889" y="394"/>
                    <a:pt x="3917" y="398"/>
                  </a:cubicBezTo>
                  <a:cubicBezTo>
                    <a:pt x="3907" y="403"/>
                    <a:pt x="3906" y="405"/>
                    <a:pt x="3905" y="406"/>
                  </a:cubicBezTo>
                  <a:lnTo>
                    <a:pt x="3905" y="406"/>
                  </a:lnTo>
                  <a:cubicBezTo>
                    <a:pt x="3929" y="403"/>
                    <a:pt x="3948" y="402"/>
                    <a:pt x="3963" y="402"/>
                  </a:cubicBezTo>
                  <a:cubicBezTo>
                    <a:pt x="4028" y="402"/>
                    <a:pt x="4023" y="425"/>
                    <a:pt x="4112" y="432"/>
                  </a:cubicBezTo>
                  <a:cubicBezTo>
                    <a:pt x="4112" y="432"/>
                    <a:pt x="4112" y="437"/>
                    <a:pt x="4108" y="439"/>
                  </a:cubicBezTo>
                  <a:lnTo>
                    <a:pt x="4108" y="439"/>
                  </a:lnTo>
                  <a:lnTo>
                    <a:pt x="4179" y="423"/>
                  </a:lnTo>
                  <a:cubicBezTo>
                    <a:pt x="4205" y="417"/>
                    <a:pt x="4226" y="415"/>
                    <a:pt x="4245" y="415"/>
                  </a:cubicBezTo>
                  <a:cubicBezTo>
                    <a:pt x="4331" y="415"/>
                    <a:pt x="4355" y="470"/>
                    <a:pt x="4425" y="491"/>
                  </a:cubicBezTo>
                  <a:lnTo>
                    <a:pt x="4408" y="491"/>
                  </a:lnTo>
                  <a:cubicBezTo>
                    <a:pt x="4459" y="525"/>
                    <a:pt x="4636" y="508"/>
                    <a:pt x="4687" y="525"/>
                  </a:cubicBezTo>
                  <a:cubicBezTo>
                    <a:pt x="4619" y="499"/>
                    <a:pt x="4670" y="508"/>
                    <a:pt x="4619" y="474"/>
                  </a:cubicBezTo>
                  <a:cubicBezTo>
                    <a:pt x="4579" y="474"/>
                    <a:pt x="4581" y="496"/>
                    <a:pt x="4537" y="496"/>
                  </a:cubicBezTo>
                  <a:cubicBezTo>
                    <a:pt x="4525" y="496"/>
                    <a:pt x="4511" y="494"/>
                    <a:pt x="4492" y="491"/>
                  </a:cubicBezTo>
                  <a:cubicBezTo>
                    <a:pt x="4509" y="466"/>
                    <a:pt x="4619" y="457"/>
                    <a:pt x="4645" y="440"/>
                  </a:cubicBezTo>
                  <a:cubicBezTo>
                    <a:pt x="4687" y="440"/>
                    <a:pt x="4721" y="474"/>
                    <a:pt x="4729" y="508"/>
                  </a:cubicBezTo>
                  <a:cubicBezTo>
                    <a:pt x="4865" y="516"/>
                    <a:pt x="4932" y="533"/>
                    <a:pt x="5085" y="533"/>
                  </a:cubicBezTo>
                  <a:cubicBezTo>
                    <a:pt x="5127" y="521"/>
                    <a:pt x="5165" y="488"/>
                    <a:pt x="5229" y="488"/>
                  </a:cubicBezTo>
                  <a:cubicBezTo>
                    <a:pt x="5255" y="488"/>
                    <a:pt x="5285" y="493"/>
                    <a:pt x="5321" y="508"/>
                  </a:cubicBezTo>
                  <a:lnTo>
                    <a:pt x="5317" y="513"/>
                  </a:lnTo>
                  <a:lnTo>
                    <a:pt x="5317" y="513"/>
                  </a:lnTo>
                  <a:cubicBezTo>
                    <a:pt x="5318" y="512"/>
                    <a:pt x="5321" y="511"/>
                    <a:pt x="5324" y="511"/>
                  </a:cubicBezTo>
                  <a:cubicBezTo>
                    <a:pt x="5337" y="511"/>
                    <a:pt x="5361" y="521"/>
                    <a:pt x="5383" y="521"/>
                  </a:cubicBezTo>
                  <a:cubicBezTo>
                    <a:pt x="5391" y="521"/>
                    <a:pt x="5399" y="520"/>
                    <a:pt x="5406" y="516"/>
                  </a:cubicBezTo>
                  <a:cubicBezTo>
                    <a:pt x="5355" y="482"/>
                    <a:pt x="5457" y="499"/>
                    <a:pt x="5406" y="466"/>
                  </a:cubicBezTo>
                  <a:cubicBezTo>
                    <a:pt x="5448" y="466"/>
                    <a:pt x="5491" y="491"/>
                    <a:pt x="5499" y="542"/>
                  </a:cubicBezTo>
                  <a:cubicBezTo>
                    <a:pt x="5510" y="532"/>
                    <a:pt x="5524" y="529"/>
                    <a:pt x="5539" y="529"/>
                  </a:cubicBezTo>
                  <a:cubicBezTo>
                    <a:pt x="5586" y="529"/>
                    <a:pt x="5649" y="561"/>
                    <a:pt x="5726" y="561"/>
                  </a:cubicBezTo>
                  <a:cubicBezTo>
                    <a:pt x="5737" y="561"/>
                    <a:pt x="5749" y="560"/>
                    <a:pt x="5761" y="559"/>
                  </a:cubicBezTo>
                  <a:lnTo>
                    <a:pt x="5761" y="559"/>
                  </a:lnTo>
                  <a:cubicBezTo>
                    <a:pt x="5744" y="575"/>
                    <a:pt x="5609" y="567"/>
                    <a:pt x="5660" y="592"/>
                  </a:cubicBezTo>
                  <a:lnTo>
                    <a:pt x="5821" y="550"/>
                  </a:lnTo>
                  <a:lnTo>
                    <a:pt x="5753" y="550"/>
                  </a:lnTo>
                  <a:cubicBezTo>
                    <a:pt x="5769" y="548"/>
                    <a:pt x="5785" y="547"/>
                    <a:pt x="5802" y="547"/>
                  </a:cubicBezTo>
                  <a:cubicBezTo>
                    <a:pt x="5856" y="547"/>
                    <a:pt x="5913" y="558"/>
                    <a:pt x="5964" y="584"/>
                  </a:cubicBezTo>
                  <a:cubicBezTo>
                    <a:pt x="5973" y="601"/>
                    <a:pt x="5931" y="601"/>
                    <a:pt x="5897" y="601"/>
                  </a:cubicBezTo>
                  <a:lnTo>
                    <a:pt x="6032" y="601"/>
                  </a:lnTo>
                  <a:cubicBezTo>
                    <a:pt x="6074" y="592"/>
                    <a:pt x="6193" y="584"/>
                    <a:pt x="6244" y="559"/>
                  </a:cubicBezTo>
                  <a:lnTo>
                    <a:pt x="6277" y="559"/>
                  </a:lnTo>
                  <a:lnTo>
                    <a:pt x="6337" y="575"/>
                  </a:lnTo>
                  <a:lnTo>
                    <a:pt x="6354" y="575"/>
                  </a:lnTo>
                  <a:lnTo>
                    <a:pt x="6413" y="559"/>
                  </a:lnTo>
                  <a:lnTo>
                    <a:pt x="6447" y="550"/>
                  </a:lnTo>
                  <a:lnTo>
                    <a:pt x="6430" y="550"/>
                  </a:lnTo>
                  <a:cubicBezTo>
                    <a:pt x="6437" y="522"/>
                    <a:pt x="6490" y="506"/>
                    <a:pt x="6556" y="506"/>
                  </a:cubicBezTo>
                  <a:cubicBezTo>
                    <a:pt x="6568" y="506"/>
                    <a:pt x="6580" y="506"/>
                    <a:pt x="6592" y="507"/>
                  </a:cubicBezTo>
                  <a:lnTo>
                    <a:pt x="6592" y="507"/>
                  </a:lnTo>
                  <a:cubicBezTo>
                    <a:pt x="6576" y="505"/>
                    <a:pt x="6537" y="498"/>
                    <a:pt x="6480" y="491"/>
                  </a:cubicBezTo>
                  <a:lnTo>
                    <a:pt x="6506" y="482"/>
                  </a:lnTo>
                  <a:lnTo>
                    <a:pt x="6785" y="516"/>
                  </a:lnTo>
                  <a:cubicBezTo>
                    <a:pt x="6768" y="520"/>
                    <a:pt x="6751" y="523"/>
                    <a:pt x="6733" y="523"/>
                  </a:cubicBezTo>
                  <a:cubicBezTo>
                    <a:pt x="6715" y="523"/>
                    <a:pt x="6696" y="520"/>
                    <a:pt x="6675" y="516"/>
                  </a:cubicBezTo>
                  <a:lnTo>
                    <a:pt x="6675" y="516"/>
                  </a:lnTo>
                  <a:cubicBezTo>
                    <a:pt x="6722" y="542"/>
                    <a:pt x="6783" y="542"/>
                    <a:pt x="6837" y="542"/>
                  </a:cubicBezTo>
                  <a:cubicBezTo>
                    <a:pt x="6891" y="542"/>
                    <a:pt x="6937" y="542"/>
                    <a:pt x="6954" y="567"/>
                  </a:cubicBezTo>
                  <a:cubicBezTo>
                    <a:pt x="6885" y="577"/>
                    <a:pt x="6815" y="581"/>
                    <a:pt x="6744" y="581"/>
                  </a:cubicBezTo>
                  <a:cubicBezTo>
                    <a:pt x="6694" y="581"/>
                    <a:pt x="6643" y="579"/>
                    <a:pt x="6590" y="575"/>
                  </a:cubicBezTo>
                  <a:cubicBezTo>
                    <a:pt x="6523" y="533"/>
                    <a:pt x="6692" y="559"/>
                    <a:pt x="6700" y="542"/>
                  </a:cubicBezTo>
                  <a:lnTo>
                    <a:pt x="6616" y="525"/>
                  </a:lnTo>
                  <a:lnTo>
                    <a:pt x="6616" y="525"/>
                  </a:lnTo>
                  <a:cubicBezTo>
                    <a:pt x="6624" y="542"/>
                    <a:pt x="6447" y="525"/>
                    <a:pt x="6489" y="575"/>
                  </a:cubicBezTo>
                  <a:cubicBezTo>
                    <a:pt x="6667" y="601"/>
                    <a:pt x="6853" y="618"/>
                    <a:pt x="7013" y="635"/>
                  </a:cubicBezTo>
                  <a:lnTo>
                    <a:pt x="6844" y="855"/>
                  </a:lnTo>
                  <a:cubicBezTo>
                    <a:pt x="6844" y="855"/>
                    <a:pt x="6844" y="863"/>
                    <a:pt x="6836" y="872"/>
                  </a:cubicBezTo>
                  <a:cubicBezTo>
                    <a:pt x="6842" y="872"/>
                    <a:pt x="6848" y="872"/>
                    <a:pt x="6854" y="872"/>
                  </a:cubicBezTo>
                  <a:cubicBezTo>
                    <a:pt x="6991" y="872"/>
                    <a:pt x="6922" y="779"/>
                    <a:pt x="6954" y="779"/>
                  </a:cubicBezTo>
                  <a:cubicBezTo>
                    <a:pt x="6977" y="779"/>
                    <a:pt x="6999" y="771"/>
                    <a:pt x="7022" y="771"/>
                  </a:cubicBezTo>
                  <a:cubicBezTo>
                    <a:pt x="7033" y="771"/>
                    <a:pt x="7044" y="773"/>
                    <a:pt x="7056" y="779"/>
                  </a:cubicBezTo>
                  <a:lnTo>
                    <a:pt x="7039" y="787"/>
                  </a:lnTo>
                  <a:cubicBezTo>
                    <a:pt x="7119" y="787"/>
                    <a:pt x="7080" y="768"/>
                    <a:pt x="7126" y="768"/>
                  </a:cubicBezTo>
                  <a:cubicBezTo>
                    <a:pt x="7134" y="768"/>
                    <a:pt x="7144" y="769"/>
                    <a:pt x="7157" y="770"/>
                  </a:cubicBezTo>
                  <a:cubicBezTo>
                    <a:pt x="7233" y="753"/>
                    <a:pt x="7098" y="762"/>
                    <a:pt x="7140" y="745"/>
                  </a:cubicBezTo>
                  <a:lnTo>
                    <a:pt x="7140" y="745"/>
                  </a:lnTo>
                  <a:cubicBezTo>
                    <a:pt x="7151" y="746"/>
                    <a:pt x="7160" y="747"/>
                    <a:pt x="7168" y="747"/>
                  </a:cubicBezTo>
                  <a:cubicBezTo>
                    <a:pt x="7220" y="747"/>
                    <a:pt x="7225" y="715"/>
                    <a:pt x="7279" y="715"/>
                  </a:cubicBezTo>
                  <a:cubicBezTo>
                    <a:pt x="7296" y="715"/>
                    <a:pt x="7320" y="718"/>
                    <a:pt x="7352" y="728"/>
                  </a:cubicBezTo>
                  <a:cubicBezTo>
                    <a:pt x="7343" y="736"/>
                    <a:pt x="7369" y="762"/>
                    <a:pt x="7276" y="762"/>
                  </a:cubicBezTo>
                  <a:lnTo>
                    <a:pt x="7360" y="787"/>
                  </a:lnTo>
                  <a:cubicBezTo>
                    <a:pt x="7339" y="791"/>
                    <a:pt x="7316" y="793"/>
                    <a:pt x="7291" y="793"/>
                  </a:cubicBezTo>
                  <a:cubicBezTo>
                    <a:pt x="7267" y="793"/>
                    <a:pt x="7242" y="791"/>
                    <a:pt x="7216" y="787"/>
                  </a:cubicBezTo>
                  <a:cubicBezTo>
                    <a:pt x="7174" y="821"/>
                    <a:pt x="7183" y="838"/>
                    <a:pt x="7132" y="863"/>
                  </a:cubicBezTo>
                  <a:cubicBezTo>
                    <a:pt x="7169" y="863"/>
                    <a:pt x="7160" y="836"/>
                    <a:pt x="7205" y="836"/>
                  </a:cubicBezTo>
                  <a:cubicBezTo>
                    <a:pt x="7211" y="836"/>
                    <a:pt x="7217" y="837"/>
                    <a:pt x="7225" y="838"/>
                  </a:cubicBezTo>
                  <a:cubicBezTo>
                    <a:pt x="7293" y="855"/>
                    <a:pt x="7216" y="855"/>
                    <a:pt x="7208" y="863"/>
                  </a:cubicBezTo>
                  <a:cubicBezTo>
                    <a:pt x="7223" y="859"/>
                    <a:pt x="7236" y="857"/>
                    <a:pt x="7248" y="857"/>
                  </a:cubicBezTo>
                  <a:cubicBezTo>
                    <a:pt x="7291" y="857"/>
                    <a:pt x="7312" y="881"/>
                    <a:pt x="7350" y="881"/>
                  </a:cubicBezTo>
                  <a:cubicBezTo>
                    <a:pt x="7362" y="881"/>
                    <a:pt x="7376" y="879"/>
                    <a:pt x="7394" y="872"/>
                  </a:cubicBezTo>
                  <a:cubicBezTo>
                    <a:pt x="7377" y="838"/>
                    <a:pt x="7394" y="838"/>
                    <a:pt x="7335" y="812"/>
                  </a:cubicBezTo>
                  <a:cubicBezTo>
                    <a:pt x="7343" y="811"/>
                    <a:pt x="7351" y="811"/>
                    <a:pt x="7359" y="811"/>
                  </a:cubicBezTo>
                  <a:cubicBezTo>
                    <a:pt x="7413" y="811"/>
                    <a:pt x="7469" y="834"/>
                    <a:pt x="7462" y="863"/>
                  </a:cubicBezTo>
                  <a:lnTo>
                    <a:pt x="7470" y="838"/>
                  </a:lnTo>
                  <a:cubicBezTo>
                    <a:pt x="7487" y="846"/>
                    <a:pt x="7538" y="846"/>
                    <a:pt x="7538" y="855"/>
                  </a:cubicBezTo>
                  <a:lnTo>
                    <a:pt x="7555" y="846"/>
                  </a:lnTo>
                  <a:cubicBezTo>
                    <a:pt x="7522" y="820"/>
                    <a:pt x="7485" y="809"/>
                    <a:pt x="7447" y="809"/>
                  </a:cubicBezTo>
                  <a:cubicBezTo>
                    <a:pt x="7435" y="809"/>
                    <a:pt x="7423" y="810"/>
                    <a:pt x="7411" y="812"/>
                  </a:cubicBezTo>
                  <a:cubicBezTo>
                    <a:pt x="7436" y="795"/>
                    <a:pt x="7369" y="753"/>
                    <a:pt x="7470" y="753"/>
                  </a:cubicBezTo>
                  <a:cubicBezTo>
                    <a:pt x="7504" y="762"/>
                    <a:pt x="7470" y="770"/>
                    <a:pt x="7470" y="779"/>
                  </a:cubicBezTo>
                  <a:cubicBezTo>
                    <a:pt x="7677" y="779"/>
                    <a:pt x="7682" y="838"/>
                    <a:pt x="7823" y="838"/>
                  </a:cubicBezTo>
                  <a:cubicBezTo>
                    <a:pt x="7832" y="838"/>
                    <a:pt x="7841" y="838"/>
                    <a:pt x="7851" y="838"/>
                  </a:cubicBezTo>
                  <a:lnTo>
                    <a:pt x="7851" y="838"/>
                  </a:lnTo>
                  <a:cubicBezTo>
                    <a:pt x="7840" y="842"/>
                    <a:pt x="7825" y="844"/>
                    <a:pt x="7807" y="844"/>
                  </a:cubicBezTo>
                  <a:cubicBezTo>
                    <a:pt x="7796" y="844"/>
                    <a:pt x="7785" y="843"/>
                    <a:pt x="7772" y="842"/>
                  </a:cubicBezTo>
                  <a:lnTo>
                    <a:pt x="7772" y="842"/>
                  </a:lnTo>
                  <a:cubicBezTo>
                    <a:pt x="7740" y="856"/>
                    <a:pt x="7737" y="865"/>
                    <a:pt x="7783" y="880"/>
                  </a:cubicBezTo>
                  <a:lnTo>
                    <a:pt x="7800" y="863"/>
                  </a:lnTo>
                  <a:cubicBezTo>
                    <a:pt x="7827" y="863"/>
                    <a:pt x="7865" y="874"/>
                    <a:pt x="7879" y="874"/>
                  </a:cubicBezTo>
                  <a:cubicBezTo>
                    <a:pt x="7883" y="874"/>
                    <a:pt x="7885" y="873"/>
                    <a:pt x="7885" y="872"/>
                  </a:cubicBezTo>
                  <a:cubicBezTo>
                    <a:pt x="7893" y="872"/>
                    <a:pt x="7876" y="863"/>
                    <a:pt x="7851" y="855"/>
                  </a:cubicBezTo>
                  <a:cubicBezTo>
                    <a:pt x="7910" y="842"/>
                    <a:pt x="7969" y="836"/>
                    <a:pt x="8027" y="836"/>
                  </a:cubicBezTo>
                  <a:cubicBezTo>
                    <a:pt x="8086" y="836"/>
                    <a:pt x="8143" y="842"/>
                    <a:pt x="8198" y="855"/>
                  </a:cubicBezTo>
                  <a:cubicBezTo>
                    <a:pt x="8189" y="888"/>
                    <a:pt x="8012" y="863"/>
                    <a:pt x="8105" y="897"/>
                  </a:cubicBezTo>
                  <a:cubicBezTo>
                    <a:pt x="8141" y="897"/>
                    <a:pt x="8177" y="875"/>
                    <a:pt x="8229" y="875"/>
                  </a:cubicBezTo>
                  <a:cubicBezTo>
                    <a:pt x="8249" y="875"/>
                    <a:pt x="8273" y="879"/>
                    <a:pt x="8299" y="888"/>
                  </a:cubicBezTo>
                  <a:cubicBezTo>
                    <a:pt x="8257" y="905"/>
                    <a:pt x="8341" y="914"/>
                    <a:pt x="8341" y="922"/>
                  </a:cubicBezTo>
                  <a:lnTo>
                    <a:pt x="8468" y="888"/>
                  </a:lnTo>
                  <a:cubicBezTo>
                    <a:pt x="8516" y="894"/>
                    <a:pt x="8564" y="900"/>
                    <a:pt x="8609" y="900"/>
                  </a:cubicBezTo>
                  <a:cubicBezTo>
                    <a:pt x="8628" y="900"/>
                    <a:pt x="8646" y="899"/>
                    <a:pt x="8663" y="897"/>
                  </a:cubicBezTo>
                  <a:lnTo>
                    <a:pt x="8587" y="897"/>
                  </a:lnTo>
                  <a:cubicBezTo>
                    <a:pt x="8609" y="887"/>
                    <a:pt x="8631" y="883"/>
                    <a:pt x="8652" y="883"/>
                  </a:cubicBezTo>
                  <a:cubicBezTo>
                    <a:pt x="8713" y="883"/>
                    <a:pt x="8772" y="915"/>
                    <a:pt x="8847" y="915"/>
                  </a:cubicBezTo>
                  <a:cubicBezTo>
                    <a:pt x="8853" y="915"/>
                    <a:pt x="8859" y="914"/>
                    <a:pt x="8866" y="914"/>
                  </a:cubicBezTo>
                  <a:lnTo>
                    <a:pt x="8866" y="914"/>
                  </a:lnTo>
                  <a:lnTo>
                    <a:pt x="8815" y="922"/>
                  </a:lnTo>
                  <a:cubicBezTo>
                    <a:pt x="8853" y="931"/>
                    <a:pt x="8889" y="935"/>
                    <a:pt x="8925" y="935"/>
                  </a:cubicBezTo>
                  <a:cubicBezTo>
                    <a:pt x="8961" y="935"/>
                    <a:pt x="8997" y="931"/>
                    <a:pt x="9035" y="922"/>
                  </a:cubicBezTo>
                  <a:lnTo>
                    <a:pt x="9035" y="948"/>
                  </a:lnTo>
                  <a:cubicBezTo>
                    <a:pt x="9044" y="914"/>
                    <a:pt x="9196" y="914"/>
                    <a:pt x="9230" y="905"/>
                  </a:cubicBezTo>
                  <a:lnTo>
                    <a:pt x="9230" y="905"/>
                  </a:lnTo>
                  <a:cubicBezTo>
                    <a:pt x="9213" y="906"/>
                    <a:pt x="9198" y="906"/>
                    <a:pt x="9185" y="906"/>
                  </a:cubicBezTo>
                  <a:cubicBezTo>
                    <a:pt x="9048" y="906"/>
                    <a:pt x="9036" y="877"/>
                    <a:pt x="8924" y="877"/>
                  </a:cubicBezTo>
                  <a:cubicBezTo>
                    <a:pt x="8903" y="877"/>
                    <a:pt x="8878" y="878"/>
                    <a:pt x="8849" y="880"/>
                  </a:cubicBezTo>
                  <a:cubicBezTo>
                    <a:pt x="8925" y="846"/>
                    <a:pt x="8984" y="838"/>
                    <a:pt x="9069" y="812"/>
                  </a:cubicBezTo>
                  <a:cubicBezTo>
                    <a:pt x="9094" y="812"/>
                    <a:pt x="9111" y="821"/>
                    <a:pt x="9111" y="829"/>
                  </a:cubicBezTo>
                  <a:cubicBezTo>
                    <a:pt x="9137" y="821"/>
                    <a:pt x="9145" y="795"/>
                    <a:pt x="9196" y="787"/>
                  </a:cubicBezTo>
                  <a:lnTo>
                    <a:pt x="9213" y="804"/>
                  </a:lnTo>
                  <a:cubicBezTo>
                    <a:pt x="9232" y="808"/>
                    <a:pt x="9249" y="809"/>
                    <a:pt x="9264" y="809"/>
                  </a:cubicBezTo>
                  <a:cubicBezTo>
                    <a:pt x="9339" y="809"/>
                    <a:pt x="9356" y="768"/>
                    <a:pt x="9438" y="768"/>
                  </a:cubicBezTo>
                  <a:cubicBezTo>
                    <a:pt x="9449" y="768"/>
                    <a:pt x="9461" y="768"/>
                    <a:pt x="9475" y="770"/>
                  </a:cubicBezTo>
                  <a:cubicBezTo>
                    <a:pt x="9492" y="812"/>
                    <a:pt x="9357" y="812"/>
                    <a:pt x="9272" y="829"/>
                  </a:cubicBezTo>
                  <a:cubicBezTo>
                    <a:pt x="9331" y="863"/>
                    <a:pt x="9137" y="838"/>
                    <a:pt x="9213" y="888"/>
                  </a:cubicBezTo>
                  <a:lnTo>
                    <a:pt x="9247" y="863"/>
                  </a:lnTo>
                  <a:cubicBezTo>
                    <a:pt x="9289" y="872"/>
                    <a:pt x="9289" y="888"/>
                    <a:pt x="9264" y="888"/>
                  </a:cubicBezTo>
                  <a:cubicBezTo>
                    <a:pt x="9314" y="888"/>
                    <a:pt x="9297" y="888"/>
                    <a:pt x="9323" y="872"/>
                  </a:cubicBezTo>
                  <a:lnTo>
                    <a:pt x="9323" y="872"/>
                  </a:lnTo>
                  <a:cubicBezTo>
                    <a:pt x="9534" y="888"/>
                    <a:pt x="9297" y="922"/>
                    <a:pt x="9500" y="948"/>
                  </a:cubicBezTo>
                  <a:cubicBezTo>
                    <a:pt x="9475" y="956"/>
                    <a:pt x="9424" y="948"/>
                    <a:pt x="9433" y="973"/>
                  </a:cubicBezTo>
                  <a:lnTo>
                    <a:pt x="9323" y="956"/>
                  </a:lnTo>
                  <a:lnTo>
                    <a:pt x="9323" y="982"/>
                  </a:lnTo>
                  <a:cubicBezTo>
                    <a:pt x="9344" y="985"/>
                    <a:pt x="9365" y="987"/>
                    <a:pt x="9386" y="987"/>
                  </a:cubicBezTo>
                  <a:cubicBezTo>
                    <a:pt x="9466" y="987"/>
                    <a:pt x="9545" y="962"/>
                    <a:pt x="9619" y="922"/>
                  </a:cubicBezTo>
                  <a:lnTo>
                    <a:pt x="9619" y="922"/>
                  </a:lnTo>
                  <a:cubicBezTo>
                    <a:pt x="9598" y="925"/>
                    <a:pt x="9584" y="926"/>
                    <a:pt x="9574" y="926"/>
                  </a:cubicBezTo>
                  <a:cubicBezTo>
                    <a:pt x="9523" y="926"/>
                    <a:pt x="9592" y="894"/>
                    <a:pt x="9543" y="880"/>
                  </a:cubicBezTo>
                  <a:cubicBezTo>
                    <a:pt x="9551" y="876"/>
                    <a:pt x="9562" y="874"/>
                    <a:pt x="9572" y="874"/>
                  </a:cubicBezTo>
                  <a:cubicBezTo>
                    <a:pt x="9583" y="874"/>
                    <a:pt x="9593" y="876"/>
                    <a:pt x="9602" y="880"/>
                  </a:cubicBezTo>
                  <a:cubicBezTo>
                    <a:pt x="9610" y="880"/>
                    <a:pt x="9669" y="873"/>
                    <a:pt x="9670" y="865"/>
                  </a:cubicBezTo>
                  <a:lnTo>
                    <a:pt x="9670" y="865"/>
                  </a:lnTo>
                  <a:cubicBezTo>
                    <a:pt x="9700" y="931"/>
                    <a:pt x="9965" y="948"/>
                    <a:pt x="9898" y="1015"/>
                  </a:cubicBezTo>
                  <a:cubicBezTo>
                    <a:pt x="9923" y="1017"/>
                    <a:pt x="9947" y="1018"/>
                    <a:pt x="9972" y="1019"/>
                  </a:cubicBezTo>
                  <a:lnTo>
                    <a:pt x="9972" y="1019"/>
                  </a:lnTo>
                  <a:cubicBezTo>
                    <a:pt x="9913" y="990"/>
                    <a:pt x="10059" y="990"/>
                    <a:pt x="10059" y="982"/>
                  </a:cubicBezTo>
                  <a:lnTo>
                    <a:pt x="9949" y="982"/>
                  </a:lnTo>
                  <a:cubicBezTo>
                    <a:pt x="10000" y="965"/>
                    <a:pt x="9949" y="939"/>
                    <a:pt x="10016" y="931"/>
                  </a:cubicBezTo>
                  <a:cubicBezTo>
                    <a:pt x="9966" y="931"/>
                    <a:pt x="9948" y="917"/>
                    <a:pt x="9918" y="917"/>
                  </a:cubicBezTo>
                  <a:cubicBezTo>
                    <a:pt x="9908" y="917"/>
                    <a:pt x="9896" y="918"/>
                    <a:pt x="9881" y="922"/>
                  </a:cubicBezTo>
                  <a:cubicBezTo>
                    <a:pt x="9957" y="888"/>
                    <a:pt x="9797" y="880"/>
                    <a:pt x="9788" y="855"/>
                  </a:cubicBezTo>
                  <a:cubicBezTo>
                    <a:pt x="9856" y="855"/>
                    <a:pt x="9923" y="872"/>
                    <a:pt x="9983" y="905"/>
                  </a:cubicBezTo>
                  <a:cubicBezTo>
                    <a:pt x="10016" y="905"/>
                    <a:pt x="10059" y="905"/>
                    <a:pt x="10101" y="922"/>
                  </a:cubicBezTo>
                  <a:lnTo>
                    <a:pt x="10152" y="888"/>
                  </a:lnTo>
                  <a:cubicBezTo>
                    <a:pt x="10093" y="880"/>
                    <a:pt x="10016" y="897"/>
                    <a:pt x="10042" y="863"/>
                  </a:cubicBezTo>
                  <a:lnTo>
                    <a:pt x="10042" y="863"/>
                  </a:lnTo>
                  <a:lnTo>
                    <a:pt x="9957" y="872"/>
                  </a:lnTo>
                  <a:cubicBezTo>
                    <a:pt x="10008" y="846"/>
                    <a:pt x="10059" y="821"/>
                    <a:pt x="10118" y="812"/>
                  </a:cubicBezTo>
                  <a:cubicBezTo>
                    <a:pt x="10077" y="799"/>
                    <a:pt x="10038" y="794"/>
                    <a:pt x="10001" y="794"/>
                  </a:cubicBezTo>
                  <a:cubicBezTo>
                    <a:pt x="9934" y="794"/>
                    <a:pt x="9873" y="809"/>
                    <a:pt x="9813" y="809"/>
                  </a:cubicBezTo>
                  <a:cubicBezTo>
                    <a:pt x="9785" y="809"/>
                    <a:pt x="9757" y="805"/>
                    <a:pt x="9729" y="795"/>
                  </a:cubicBezTo>
                  <a:lnTo>
                    <a:pt x="9746" y="795"/>
                  </a:lnTo>
                  <a:cubicBezTo>
                    <a:pt x="9509" y="787"/>
                    <a:pt x="9450" y="728"/>
                    <a:pt x="9399" y="669"/>
                  </a:cubicBezTo>
                  <a:lnTo>
                    <a:pt x="9500" y="669"/>
                  </a:lnTo>
                  <a:lnTo>
                    <a:pt x="9500" y="694"/>
                  </a:lnTo>
                  <a:cubicBezTo>
                    <a:pt x="9532" y="699"/>
                    <a:pt x="9561" y="700"/>
                    <a:pt x="9590" y="700"/>
                  </a:cubicBezTo>
                  <a:cubicBezTo>
                    <a:pt x="9689" y="700"/>
                    <a:pt x="9777" y="679"/>
                    <a:pt x="9876" y="679"/>
                  </a:cubicBezTo>
                  <a:cubicBezTo>
                    <a:pt x="9905" y="679"/>
                    <a:pt x="9935" y="681"/>
                    <a:pt x="9966" y="685"/>
                  </a:cubicBezTo>
                  <a:cubicBezTo>
                    <a:pt x="9953" y="694"/>
                    <a:pt x="9930" y="694"/>
                    <a:pt x="9911" y="694"/>
                  </a:cubicBezTo>
                  <a:cubicBezTo>
                    <a:pt x="9892" y="694"/>
                    <a:pt x="9877" y="694"/>
                    <a:pt x="9881" y="702"/>
                  </a:cubicBezTo>
                  <a:cubicBezTo>
                    <a:pt x="9888" y="703"/>
                    <a:pt x="9894" y="703"/>
                    <a:pt x="9900" y="703"/>
                  </a:cubicBezTo>
                  <a:cubicBezTo>
                    <a:pt x="9967" y="703"/>
                    <a:pt x="9983" y="671"/>
                    <a:pt x="10023" y="671"/>
                  </a:cubicBezTo>
                  <a:cubicBezTo>
                    <a:pt x="10037" y="671"/>
                    <a:pt x="10053" y="675"/>
                    <a:pt x="10076" y="685"/>
                  </a:cubicBezTo>
                  <a:cubicBezTo>
                    <a:pt x="9934" y="685"/>
                    <a:pt x="10161" y="702"/>
                    <a:pt x="10040" y="718"/>
                  </a:cubicBezTo>
                  <a:lnTo>
                    <a:pt x="10040" y="718"/>
                  </a:lnTo>
                  <a:cubicBezTo>
                    <a:pt x="10067" y="715"/>
                    <a:pt x="10094" y="714"/>
                    <a:pt x="10122" y="714"/>
                  </a:cubicBezTo>
                  <a:cubicBezTo>
                    <a:pt x="10279" y="714"/>
                    <a:pt x="10433" y="762"/>
                    <a:pt x="10532" y="762"/>
                  </a:cubicBezTo>
                  <a:cubicBezTo>
                    <a:pt x="10507" y="745"/>
                    <a:pt x="10592" y="745"/>
                    <a:pt x="10592" y="736"/>
                  </a:cubicBezTo>
                  <a:cubicBezTo>
                    <a:pt x="10626" y="745"/>
                    <a:pt x="10617" y="753"/>
                    <a:pt x="10592" y="753"/>
                  </a:cubicBezTo>
                  <a:cubicBezTo>
                    <a:pt x="10651" y="779"/>
                    <a:pt x="10659" y="795"/>
                    <a:pt x="10651" y="821"/>
                  </a:cubicBezTo>
                  <a:lnTo>
                    <a:pt x="10524" y="812"/>
                  </a:lnTo>
                  <a:lnTo>
                    <a:pt x="10524" y="812"/>
                  </a:lnTo>
                  <a:cubicBezTo>
                    <a:pt x="10566" y="821"/>
                    <a:pt x="10583" y="838"/>
                    <a:pt x="10617" y="846"/>
                  </a:cubicBezTo>
                  <a:lnTo>
                    <a:pt x="10668" y="846"/>
                  </a:lnTo>
                  <a:cubicBezTo>
                    <a:pt x="10693" y="838"/>
                    <a:pt x="10693" y="838"/>
                    <a:pt x="10693" y="821"/>
                  </a:cubicBezTo>
                  <a:cubicBezTo>
                    <a:pt x="10736" y="812"/>
                    <a:pt x="10803" y="795"/>
                    <a:pt x="10888" y="770"/>
                  </a:cubicBezTo>
                  <a:lnTo>
                    <a:pt x="11049" y="770"/>
                  </a:lnTo>
                  <a:lnTo>
                    <a:pt x="11023" y="779"/>
                  </a:lnTo>
                  <a:lnTo>
                    <a:pt x="11133" y="770"/>
                  </a:lnTo>
                  <a:lnTo>
                    <a:pt x="11133" y="770"/>
                  </a:lnTo>
                  <a:cubicBezTo>
                    <a:pt x="11108" y="795"/>
                    <a:pt x="11150" y="779"/>
                    <a:pt x="11125" y="804"/>
                  </a:cubicBezTo>
                  <a:cubicBezTo>
                    <a:pt x="11125" y="821"/>
                    <a:pt x="11184" y="821"/>
                    <a:pt x="11252" y="821"/>
                  </a:cubicBezTo>
                  <a:cubicBezTo>
                    <a:pt x="11276" y="817"/>
                    <a:pt x="11302" y="815"/>
                    <a:pt x="11329" y="815"/>
                  </a:cubicBezTo>
                  <a:cubicBezTo>
                    <a:pt x="11367" y="815"/>
                    <a:pt x="11406" y="819"/>
                    <a:pt x="11446" y="829"/>
                  </a:cubicBezTo>
                  <a:lnTo>
                    <a:pt x="11404" y="838"/>
                  </a:lnTo>
                  <a:lnTo>
                    <a:pt x="11556" y="838"/>
                  </a:lnTo>
                  <a:cubicBezTo>
                    <a:pt x="11556" y="838"/>
                    <a:pt x="11573" y="838"/>
                    <a:pt x="11556" y="846"/>
                  </a:cubicBezTo>
                  <a:lnTo>
                    <a:pt x="11421" y="998"/>
                  </a:lnTo>
                  <a:lnTo>
                    <a:pt x="11412" y="998"/>
                  </a:lnTo>
                  <a:cubicBezTo>
                    <a:pt x="11421" y="976"/>
                    <a:pt x="11421" y="966"/>
                    <a:pt x="11412" y="966"/>
                  </a:cubicBezTo>
                  <a:cubicBezTo>
                    <a:pt x="11404" y="966"/>
                    <a:pt x="11390" y="974"/>
                    <a:pt x="11370" y="990"/>
                  </a:cubicBezTo>
                  <a:cubicBezTo>
                    <a:pt x="11370" y="973"/>
                    <a:pt x="11387" y="956"/>
                    <a:pt x="11387" y="948"/>
                  </a:cubicBezTo>
                  <a:lnTo>
                    <a:pt x="11404" y="922"/>
                  </a:lnTo>
                  <a:lnTo>
                    <a:pt x="11412" y="905"/>
                  </a:lnTo>
                  <a:lnTo>
                    <a:pt x="11395" y="905"/>
                  </a:lnTo>
                  <a:cubicBezTo>
                    <a:pt x="11378" y="905"/>
                    <a:pt x="11362" y="897"/>
                    <a:pt x="11378" y="888"/>
                  </a:cubicBezTo>
                  <a:cubicBezTo>
                    <a:pt x="11446" y="888"/>
                    <a:pt x="11446" y="888"/>
                    <a:pt x="11446" y="872"/>
                  </a:cubicBezTo>
                  <a:lnTo>
                    <a:pt x="11446" y="872"/>
                  </a:lnTo>
                  <a:cubicBezTo>
                    <a:pt x="11409" y="877"/>
                    <a:pt x="11375" y="878"/>
                    <a:pt x="11343" y="878"/>
                  </a:cubicBezTo>
                  <a:cubicBezTo>
                    <a:pt x="11327" y="878"/>
                    <a:pt x="11311" y="878"/>
                    <a:pt x="11297" y="878"/>
                  </a:cubicBezTo>
                  <a:cubicBezTo>
                    <a:pt x="11254" y="878"/>
                    <a:pt x="11218" y="880"/>
                    <a:pt x="11192" y="897"/>
                  </a:cubicBezTo>
                  <a:cubicBezTo>
                    <a:pt x="11099" y="897"/>
                    <a:pt x="11175" y="888"/>
                    <a:pt x="11133" y="872"/>
                  </a:cubicBezTo>
                  <a:cubicBezTo>
                    <a:pt x="11133" y="863"/>
                    <a:pt x="11167" y="855"/>
                    <a:pt x="11209" y="846"/>
                  </a:cubicBezTo>
                  <a:lnTo>
                    <a:pt x="10913" y="846"/>
                  </a:lnTo>
                  <a:cubicBezTo>
                    <a:pt x="10888" y="880"/>
                    <a:pt x="11057" y="888"/>
                    <a:pt x="10939" y="914"/>
                  </a:cubicBezTo>
                  <a:cubicBezTo>
                    <a:pt x="10917" y="921"/>
                    <a:pt x="10890" y="952"/>
                    <a:pt x="10847" y="952"/>
                  </a:cubicBezTo>
                  <a:cubicBezTo>
                    <a:pt x="10839" y="952"/>
                    <a:pt x="10830" y="950"/>
                    <a:pt x="10820" y="948"/>
                  </a:cubicBezTo>
                  <a:cubicBezTo>
                    <a:pt x="10820" y="945"/>
                    <a:pt x="10821" y="943"/>
                    <a:pt x="10823" y="942"/>
                  </a:cubicBezTo>
                  <a:lnTo>
                    <a:pt x="10823" y="942"/>
                  </a:lnTo>
                  <a:cubicBezTo>
                    <a:pt x="10822" y="942"/>
                    <a:pt x="10821" y="942"/>
                    <a:pt x="10820" y="942"/>
                  </a:cubicBezTo>
                  <a:cubicBezTo>
                    <a:pt x="10802" y="942"/>
                    <a:pt x="10796" y="931"/>
                    <a:pt x="10769" y="931"/>
                  </a:cubicBezTo>
                  <a:cubicBezTo>
                    <a:pt x="10769" y="910"/>
                    <a:pt x="10783" y="904"/>
                    <a:pt x="10801" y="900"/>
                  </a:cubicBezTo>
                  <a:lnTo>
                    <a:pt x="10801" y="900"/>
                  </a:lnTo>
                  <a:cubicBezTo>
                    <a:pt x="10801" y="900"/>
                    <a:pt x="10802" y="900"/>
                    <a:pt x="10802" y="900"/>
                  </a:cubicBezTo>
                  <a:cubicBezTo>
                    <a:pt x="10814" y="900"/>
                    <a:pt x="10826" y="898"/>
                    <a:pt x="10838" y="896"/>
                  </a:cubicBezTo>
                  <a:lnTo>
                    <a:pt x="10838" y="896"/>
                  </a:lnTo>
                  <a:cubicBezTo>
                    <a:pt x="10825" y="898"/>
                    <a:pt x="10812" y="898"/>
                    <a:pt x="10801" y="900"/>
                  </a:cubicBezTo>
                  <a:lnTo>
                    <a:pt x="10801" y="900"/>
                  </a:lnTo>
                  <a:cubicBezTo>
                    <a:pt x="10793" y="900"/>
                    <a:pt x="10785" y="899"/>
                    <a:pt x="10778" y="897"/>
                  </a:cubicBezTo>
                  <a:lnTo>
                    <a:pt x="10786" y="888"/>
                  </a:lnTo>
                  <a:lnTo>
                    <a:pt x="10702" y="888"/>
                  </a:lnTo>
                  <a:cubicBezTo>
                    <a:pt x="10659" y="914"/>
                    <a:pt x="10761" y="897"/>
                    <a:pt x="10761" y="914"/>
                  </a:cubicBezTo>
                  <a:lnTo>
                    <a:pt x="10702" y="931"/>
                  </a:lnTo>
                  <a:cubicBezTo>
                    <a:pt x="10685" y="932"/>
                    <a:pt x="10668" y="933"/>
                    <a:pt x="10651" y="933"/>
                  </a:cubicBezTo>
                  <a:cubicBezTo>
                    <a:pt x="10567" y="933"/>
                    <a:pt x="10483" y="915"/>
                    <a:pt x="10406" y="880"/>
                  </a:cubicBezTo>
                  <a:cubicBezTo>
                    <a:pt x="10389" y="877"/>
                    <a:pt x="10378" y="875"/>
                    <a:pt x="10369" y="875"/>
                  </a:cubicBezTo>
                  <a:cubicBezTo>
                    <a:pt x="10332" y="875"/>
                    <a:pt x="10350" y="900"/>
                    <a:pt x="10329" y="914"/>
                  </a:cubicBezTo>
                  <a:cubicBezTo>
                    <a:pt x="10319" y="917"/>
                    <a:pt x="10309" y="919"/>
                    <a:pt x="10299" y="919"/>
                  </a:cubicBezTo>
                  <a:cubicBezTo>
                    <a:pt x="10266" y="919"/>
                    <a:pt x="10236" y="904"/>
                    <a:pt x="10203" y="904"/>
                  </a:cubicBezTo>
                  <a:cubicBezTo>
                    <a:pt x="10197" y="904"/>
                    <a:pt x="10191" y="904"/>
                    <a:pt x="10186" y="905"/>
                  </a:cubicBezTo>
                  <a:cubicBezTo>
                    <a:pt x="10186" y="931"/>
                    <a:pt x="10126" y="922"/>
                    <a:pt x="10126" y="948"/>
                  </a:cubicBezTo>
                  <a:lnTo>
                    <a:pt x="10050" y="939"/>
                  </a:lnTo>
                  <a:lnTo>
                    <a:pt x="10050" y="939"/>
                  </a:lnTo>
                  <a:cubicBezTo>
                    <a:pt x="10000" y="973"/>
                    <a:pt x="10143" y="956"/>
                    <a:pt x="10160" y="973"/>
                  </a:cubicBezTo>
                  <a:cubicBezTo>
                    <a:pt x="10181" y="994"/>
                    <a:pt x="10167" y="996"/>
                    <a:pt x="10150" y="996"/>
                  </a:cubicBezTo>
                  <a:cubicBezTo>
                    <a:pt x="10145" y="996"/>
                    <a:pt x="10141" y="996"/>
                    <a:pt x="10137" y="996"/>
                  </a:cubicBezTo>
                  <a:cubicBezTo>
                    <a:pt x="10125" y="996"/>
                    <a:pt x="10117" y="997"/>
                    <a:pt x="10126" y="1007"/>
                  </a:cubicBezTo>
                  <a:cubicBezTo>
                    <a:pt x="10194" y="1007"/>
                    <a:pt x="10194" y="982"/>
                    <a:pt x="10228" y="982"/>
                  </a:cubicBezTo>
                  <a:cubicBezTo>
                    <a:pt x="10262" y="982"/>
                    <a:pt x="10279" y="990"/>
                    <a:pt x="10279" y="1007"/>
                  </a:cubicBezTo>
                  <a:cubicBezTo>
                    <a:pt x="10260" y="1002"/>
                    <a:pt x="10246" y="1000"/>
                    <a:pt x="10236" y="1000"/>
                  </a:cubicBezTo>
                  <a:cubicBezTo>
                    <a:pt x="10199" y="1000"/>
                    <a:pt x="10203" y="1025"/>
                    <a:pt x="10159" y="1025"/>
                  </a:cubicBezTo>
                  <a:cubicBezTo>
                    <a:pt x="10155" y="1025"/>
                    <a:pt x="10149" y="1024"/>
                    <a:pt x="10143" y="1024"/>
                  </a:cubicBezTo>
                  <a:lnTo>
                    <a:pt x="10143" y="1015"/>
                  </a:lnTo>
                  <a:cubicBezTo>
                    <a:pt x="10143" y="1021"/>
                    <a:pt x="10138" y="1024"/>
                    <a:pt x="10129" y="1026"/>
                  </a:cubicBezTo>
                  <a:lnTo>
                    <a:pt x="10129" y="1026"/>
                  </a:lnTo>
                  <a:cubicBezTo>
                    <a:pt x="10076" y="1024"/>
                    <a:pt x="10024" y="1022"/>
                    <a:pt x="9972" y="1019"/>
                  </a:cubicBezTo>
                  <a:lnTo>
                    <a:pt x="9972" y="1019"/>
                  </a:lnTo>
                  <a:cubicBezTo>
                    <a:pt x="9975" y="1021"/>
                    <a:pt x="9979" y="1022"/>
                    <a:pt x="9983" y="1024"/>
                  </a:cubicBezTo>
                  <a:cubicBezTo>
                    <a:pt x="9989" y="1023"/>
                    <a:pt x="9998" y="1022"/>
                    <a:pt x="10007" y="1022"/>
                  </a:cubicBezTo>
                  <a:cubicBezTo>
                    <a:pt x="10037" y="1022"/>
                    <a:pt x="10078" y="1027"/>
                    <a:pt x="10107" y="1027"/>
                  </a:cubicBezTo>
                  <a:cubicBezTo>
                    <a:pt x="10116" y="1027"/>
                    <a:pt x="10123" y="1027"/>
                    <a:pt x="10129" y="1026"/>
                  </a:cubicBezTo>
                  <a:lnTo>
                    <a:pt x="10129" y="1026"/>
                  </a:lnTo>
                  <a:cubicBezTo>
                    <a:pt x="10168" y="1027"/>
                    <a:pt x="10207" y="1027"/>
                    <a:pt x="10246" y="1027"/>
                  </a:cubicBezTo>
                  <a:cubicBezTo>
                    <a:pt x="10294" y="1027"/>
                    <a:pt x="10342" y="1026"/>
                    <a:pt x="10389" y="1024"/>
                  </a:cubicBezTo>
                  <a:lnTo>
                    <a:pt x="10389" y="1024"/>
                  </a:lnTo>
                  <a:lnTo>
                    <a:pt x="10338" y="1041"/>
                  </a:lnTo>
                  <a:cubicBezTo>
                    <a:pt x="10382" y="1057"/>
                    <a:pt x="10414" y="1064"/>
                    <a:pt x="10439" y="1064"/>
                  </a:cubicBezTo>
                  <a:cubicBezTo>
                    <a:pt x="10514" y="1064"/>
                    <a:pt x="10524" y="1005"/>
                    <a:pt x="10600" y="998"/>
                  </a:cubicBezTo>
                  <a:lnTo>
                    <a:pt x="10600" y="998"/>
                  </a:lnTo>
                  <a:cubicBezTo>
                    <a:pt x="10558" y="1007"/>
                    <a:pt x="10575" y="1015"/>
                    <a:pt x="10609" y="1024"/>
                  </a:cubicBezTo>
                  <a:lnTo>
                    <a:pt x="10642" y="1024"/>
                  </a:lnTo>
                  <a:lnTo>
                    <a:pt x="10651" y="1032"/>
                  </a:lnTo>
                  <a:cubicBezTo>
                    <a:pt x="10659" y="1032"/>
                    <a:pt x="10668" y="1041"/>
                    <a:pt x="10676" y="1049"/>
                  </a:cubicBezTo>
                  <a:cubicBezTo>
                    <a:pt x="10711" y="1021"/>
                    <a:pt x="10758" y="1005"/>
                    <a:pt x="10807" y="1005"/>
                  </a:cubicBezTo>
                  <a:cubicBezTo>
                    <a:pt x="10817" y="1005"/>
                    <a:pt x="10827" y="1005"/>
                    <a:pt x="10837" y="1007"/>
                  </a:cubicBezTo>
                  <a:cubicBezTo>
                    <a:pt x="10829" y="1032"/>
                    <a:pt x="10786" y="1075"/>
                    <a:pt x="10812" y="1075"/>
                  </a:cubicBezTo>
                  <a:lnTo>
                    <a:pt x="10862" y="1058"/>
                  </a:lnTo>
                  <a:cubicBezTo>
                    <a:pt x="10868" y="1060"/>
                    <a:pt x="10877" y="1060"/>
                    <a:pt x="10886" y="1060"/>
                  </a:cubicBezTo>
                  <a:cubicBezTo>
                    <a:pt x="10903" y="1060"/>
                    <a:pt x="10923" y="1058"/>
                    <a:pt x="10937" y="1058"/>
                  </a:cubicBezTo>
                  <a:cubicBezTo>
                    <a:pt x="10950" y="1058"/>
                    <a:pt x="10959" y="1060"/>
                    <a:pt x="10955" y="1066"/>
                  </a:cubicBezTo>
                  <a:lnTo>
                    <a:pt x="10947" y="1066"/>
                  </a:lnTo>
                  <a:cubicBezTo>
                    <a:pt x="10949" y="1067"/>
                    <a:pt x="10951" y="1067"/>
                    <a:pt x="10954" y="1067"/>
                  </a:cubicBezTo>
                  <a:cubicBezTo>
                    <a:pt x="10979" y="1067"/>
                    <a:pt x="11037" y="1040"/>
                    <a:pt x="11015" y="1032"/>
                  </a:cubicBezTo>
                  <a:lnTo>
                    <a:pt x="11091" y="1024"/>
                  </a:lnTo>
                  <a:lnTo>
                    <a:pt x="11074" y="1032"/>
                  </a:lnTo>
                  <a:cubicBezTo>
                    <a:pt x="11081" y="1030"/>
                    <a:pt x="11087" y="1029"/>
                    <a:pt x="11090" y="1029"/>
                  </a:cubicBezTo>
                  <a:cubicBezTo>
                    <a:pt x="11099" y="1029"/>
                    <a:pt x="11099" y="1035"/>
                    <a:pt x="11099" y="1041"/>
                  </a:cubicBezTo>
                  <a:cubicBezTo>
                    <a:pt x="11108" y="1049"/>
                    <a:pt x="11108" y="1058"/>
                    <a:pt x="11108" y="1066"/>
                  </a:cubicBezTo>
                  <a:cubicBezTo>
                    <a:pt x="11116" y="1100"/>
                    <a:pt x="11099" y="1134"/>
                    <a:pt x="11082" y="1159"/>
                  </a:cubicBezTo>
                  <a:cubicBezTo>
                    <a:pt x="11080" y="1158"/>
                    <a:pt x="11077" y="1157"/>
                    <a:pt x="11073" y="1157"/>
                  </a:cubicBezTo>
                  <a:cubicBezTo>
                    <a:pt x="11050" y="1157"/>
                    <a:pt x="11006" y="1186"/>
                    <a:pt x="10992" y="1186"/>
                  </a:cubicBezTo>
                  <a:cubicBezTo>
                    <a:pt x="10985" y="1186"/>
                    <a:pt x="10985" y="1179"/>
                    <a:pt x="10998" y="1159"/>
                  </a:cubicBezTo>
                  <a:cubicBezTo>
                    <a:pt x="10999" y="1162"/>
                    <a:pt x="11002" y="1164"/>
                    <a:pt x="11006" y="1164"/>
                  </a:cubicBezTo>
                  <a:cubicBezTo>
                    <a:pt x="11022" y="1164"/>
                    <a:pt x="11053" y="1141"/>
                    <a:pt x="11074" y="1134"/>
                  </a:cubicBezTo>
                  <a:cubicBezTo>
                    <a:pt x="11099" y="1100"/>
                    <a:pt x="11074" y="1092"/>
                    <a:pt x="11074" y="1083"/>
                  </a:cubicBezTo>
                  <a:cubicBezTo>
                    <a:pt x="11032" y="1100"/>
                    <a:pt x="10989" y="1108"/>
                    <a:pt x="10947" y="1117"/>
                  </a:cubicBezTo>
                  <a:cubicBezTo>
                    <a:pt x="10972" y="1117"/>
                    <a:pt x="10947" y="1159"/>
                    <a:pt x="10922" y="1193"/>
                  </a:cubicBezTo>
                  <a:cubicBezTo>
                    <a:pt x="10905" y="1227"/>
                    <a:pt x="10888" y="1261"/>
                    <a:pt x="10922" y="1269"/>
                  </a:cubicBezTo>
                  <a:cubicBezTo>
                    <a:pt x="10896" y="1303"/>
                    <a:pt x="10871" y="1337"/>
                    <a:pt x="10845" y="1371"/>
                  </a:cubicBezTo>
                  <a:lnTo>
                    <a:pt x="10820" y="1405"/>
                  </a:lnTo>
                  <a:lnTo>
                    <a:pt x="10786" y="1447"/>
                  </a:lnTo>
                  <a:cubicBezTo>
                    <a:pt x="10761" y="1472"/>
                    <a:pt x="10736" y="1498"/>
                    <a:pt x="10710" y="1523"/>
                  </a:cubicBezTo>
                  <a:cubicBezTo>
                    <a:pt x="10716" y="1523"/>
                    <a:pt x="10725" y="1519"/>
                    <a:pt x="10731" y="1519"/>
                  </a:cubicBezTo>
                  <a:cubicBezTo>
                    <a:pt x="10734" y="1519"/>
                    <a:pt x="10736" y="1520"/>
                    <a:pt x="10736" y="1523"/>
                  </a:cubicBezTo>
                  <a:lnTo>
                    <a:pt x="10626" y="1599"/>
                  </a:lnTo>
                  <a:lnTo>
                    <a:pt x="10642" y="1574"/>
                  </a:lnTo>
                  <a:lnTo>
                    <a:pt x="10566" y="1616"/>
                  </a:lnTo>
                  <a:cubicBezTo>
                    <a:pt x="10549" y="1616"/>
                    <a:pt x="10575" y="1574"/>
                    <a:pt x="10583" y="1557"/>
                  </a:cubicBezTo>
                  <a:cubicBezTo>
                    <a:pt x="10594" y="1546"/>
                    <a:pt x="10604" y="1539"/>
                    <a:pt x="10609" y="1539"/>
                  </a:cubicBezTo>
                  <a:cubicBezTo>
                    <a:pt x="10611" y="1539"/>
                    <a:pt x="10612" y="1542"/>
                    <a:pt x="10609" y="1548"/>
                  </a:cubicBezTo>
                  <a:cubicBezTo>
                    <a:pt x="10619" y="1527"/>
                    <a:pt x="10621" y="1520"/>
                    <a:pt x="10617" y="1520"/>
                  </a:cubicBezTo>
                  <a:cubicBezTo>
                    <a:pt x="10610" y="1520"/>
                    <a:pt x="10578" y="1555"/>
                    <a:pt x="10568" y="1555"/>
                  </a:cubicBezTo>
                  <a:cubicBezTo>
                    <a:pt x="10564" y="1555"/>
                    <a:pt x="10563" y="1551"/>
                    <a:pt x="10566" y="1540"/>
                  </a:cubicBezTo>
                  <a:cubicBezTo>
                    <a:pt x="10583" y="1523"/>
                    <a:pt x="10600" y="1506"/>
                    <a:pt x="10609" y="1489"/>
                  </a:cubicBezTo>
                  <a:lnTo>
                    <a:pt x="10609" y="1489"/>
                  </a:lnTo>
                  <a:cubicBezTo>
                    <a:pt x="10532" y="1548"/>
                    <a:pt x="10532" y="1616"/>
                    <a:pt x="10456" y="1633"/>
                  </a:cubicBezTo>
                  <a:cubicBezTo>
                    <a:pt x="10431" y="1709"/>
                    <a:pt x="10380" y="1777"/>
                    <a:pt x="10313" y="1827"/>
                  </a:cubicBezTo>
                  <a:cubicBezTo>
                    <a:pt x="10315" y="1823"/>
                    <a:pt x="10315" y="1821"/>
                    <a:pt x="10315" y="1821"/>
                  </a:cubicBezTo>
                  <a:lnTo>
                    <a:pt x="10315" y="1821"/>
                  </a:lnTo>
                  <a:cubicBezTo>
                    <a:pt x="10311" y="1821"/>
                    <a:pt x="10279" y="1862"/>
                    <a:pt x="10267" y="1862"/>
                  </a:cubicBezTo>
                  <a:cubicBezTo>
                    <a:pt x="10262" y="1862"/>
                    <a:pt x="10260" y="1857"/>
                    <a:pt x="10262" y="1844"/>
                  </a:cubicBezTo>
                  <a:lnTo>
                    <a:pt x="10262" y="1844"/>
                  </a:lnTo>
                  <a:cubicBezTo>
                    <a:pt x="10252" y="1869"/>
                    <a:pt x="10224" y="1894"/>
                    <a:pt x="10203" y="1916"/>
                  </a:cubicBezTo>
                  <a:lnTo>
                    <a:pt x="10203" y="1916"/>
                  </a:lnTo>
                  <a:cubicBezTo>
                    <a:pt x="10213" y="1907"/>
                    <a:pt x="10225" y="1899"/>
                    <a:pt x="10236" y="1895"/>
                  </a:cubicBezTo>
                  <a:lnTo>
                    <a:pt x="10236" y="1895"/>
                  </a:lnTo>
                  <a:cubicBezTo>
                    <a:pt x="10211" y="1929"/>
                    <a:pt x="10219" y="1946"/>
                    <a:pt x="10186" y="1971"/>
                  </a:cubicBezTo>
                  <a:lnTo>
                    <a:pt x="10177" y="1971"/>
                  </a:lnTo>
                  <a:cubicBezTo>
                    <a:pt x="10152" y="2030"/>
                    <a:pt x="10211" y="2039"/>
                    <a:pt x="10135" y="2115"/>
                  </a:cubicBezTo>
                  <a:cubicBezTo>
                    <a:pt x="10086" y="2168"/>
                    <a:pt x="10062" y="2188"/>
                    <a:pt x="10051" y="2188"/>
                  </a:cubicBezTo>
                  <a:cubicBezTo>
                    <a:pt x="10024" y="2188"/>
                    <a:pt x="10100" y="2047"/>
                    <a:pt x="10079" y="2047"/>
                  </a:cubicBezTo>
                  <a:cubicBezTo>
                    <a:pt x="10078" y="2047"/>
                    <a:pt x="10077" y="2047"/>
                    <a:pt x="10076" y="2047"/>
                  </a:cubicBezTo>
                  <a:cubicBezTo>
                    <a:pt x="10084" y="2064"/>
                    <a:pt x="10000" y="2166"/>
                    <a:pt x="9949" y="2191"/>
                  </a:cubicBezTo>
                  <a:lnTo>
                    <a:pt x="9949" y="2174"/>
                  </a:lnTo>
                  <a:cubicBezTo>
                    <a:pt x="9932" y="2200"/>
                    <a:pt x="9915" y="2234"/>
                    <a:pt x="9881" y="2242"/>
                  </a:cubicBezTo>
                  <a:cubicBezTo>
                    <a:pt x="9890" y="2276"/>
                    <a:pt x="9890" y="2310"/>
                    <a:pt x="9881" y="2343"/>
                  </a:cubicBezTo>
                  <a:lnTo>
                    <a:pt x="9788" y="2428"/>
                  </a:lnTo>
                  <a:lnTo>
                    <a:pt x="9788" y="2428"/>
                  </a:lnTo>
                  <a:lnTo>
                    <a:pt x="9797" y="2403"/>
                  </a:lnTo>
                  <a:lnTo>
                    <a:pt x="9797" y="2403"/>
                  </a:lnTo>
                  <a:cubicBezTo>
                    <a:pt x="9788" y="2428"/>
                    <a:pt x="9763" y="2445"/>
                    <a:pt x="9746" y="2462"/>
                  </a:cubicBezTo>
                  <a:cubicBezTo>
                    <a:pt x="9729" y="2453"/>
                    <a:pt x="9754" y="2437"/>
                    <a:pt x="9780" y="2403"/>
                  </a:cubicBezTo>
                  <a:cubicBezTo>
                    <a:pt x="9754" y="2403"/>
                    <a:pt x="9737" y="2420"/>
                    <a:pt x="9729" y="2453"/>
                  </a:cubicBezTo>
                  <a:lnTo>
                    <a:pt x="9737" y="2445"/>
                  </a:lnTo>
                  <a:lnTo>
                    <a:pt x="9737" y="2445"/>
                  </a:lnTo>
                  <a:cubicBezTo>
                    <a:pt x="9724" y="2465"/>
                    <a:pt x="9677" y="2535"/>
                    <a:pt x="9699" y="2535"/>
                  </a:cubicBezTo>
                  <a:cubicBezTo>
                    <a:pt x="9705" y="2535"/>
                    <a:pt x="9714" y="2531"/>
                    <a:pt x="9729" y="2521"/>
                  </a:cubicBezTo>
                  <a:lnTo>
                    <a:pt x="9729" y="2521"/>
                  </a:lnTo>
                  <a:cubicBezTo>
                    <a:pt x="9687" y="2580"/>
                    <a:pt x="9644" y="2563"/>
                    <a:pt x="9610" y="2606"/>
                  </a:cubicBezTo>
                  <a:cubicBezTo>
                    <a:pt x="9602" y="2589"/>
                    <a:pt x="9627" y="2563"/>
                    <a:pt x="9602" y="2563"/>
                  </a:cubicBezTo>
                  <a:cubicBezTo>
                    <a:pt x="9568" y="2589"/>
                    <a:pt x="9543" y="2614"/>
                    <a:pt x="9517" y="2640"/>
                  </a:cubicBezTo>
                  <a:cubicBezTo>
                    <a:pt x="9523" y="2637"/>
                    <a:pt x="9527" y="2635"/>
                    <a:pt x="9530" y="2635"/>
                  </a:cubicBezTo>
                  <a:cubicBezTo>
                    <a:pt x="9537" y="2635"/>
                    <a:pt x="9534" y="2645"/>
                    <a:pt x="9541" y="2645"/>
                  </a:cubicBezTo>
                  <a:cubicBezTo>
                    <a:pt x="9545" y="2645"/>
                    <a:pt x="9553" y="2641"/>
                    <a:pt x="9568" y="2631"/>
                  </a:cubicBezTo>
                  <a:lnTo>
                    <a:pt x="9568" y="2631"/>
                  </a:lnTo>
                  <a:cubicBezTo>
                    <a:pt x="9560" y="2656"/>
                    <a:pt x="9517" y="2690"/>
                    <a:pt x="9526" y="2699"/>
                  </a:cubicBezTo>
                  <a:cubicBezTo>
                    <a:pt x="9534" y="2682"/>
                    <a:pt x="9551" y="2665"/>
                    <a:pt x="9577" y="2656"/>
                  </a:cubicBezTo>
                  <a:lnTo>
                    <a:pt x="9577" y="2656"/>
                  </a:lnTo>
                  <a:cubicBezTo>
                    <a:pt x="9534" y="2707"/>
                    <a:pt x="9475" y="2750"/>
                    <a:pt x="9424" y="2775"/>
                  </a:cubicBezTo>
                  <a:cubicBezTo>
                    <a:pt x="9424" y="2766"/>
                    <a:pt x="9424" y="2766"/>
                    <a:pt x="9424" y="2758"/>
                  </a:cubicBezTo>
                  <a:cubicBezTo>
                    <a:pt x="9382" y="2834"/>
                    <a:pt x="9280" y="2910"/>
                    <a:pt x="9255" y="2969"/>
                  </a:cubicBezTo>
                  <a:lnTo>
                    <a:pt x="9280" y="2961"/>
                  </a:lnTo>
                  <a:cubicBezTo>
                    <a:pt x="9289" y="2936"/>
                    <a:pt x="9314" y="2919"/>
                    <a:pt x="9340" y="2910"/>
                  </a:cubicBezTo>
                  <a:lnTo>
                    <a:pt x="9340" y="2910"/>
                  </a:lnTo>
                  <a:cubicBezTo>
                    <a:pt x="9319" y="2936"/>
                    <a:pt x="9331" y="2936"/>
                    <a:pt x="9344" y="2936"/>
                  </a:cubicBezTo>
                  <a:cubicBezTo>
                    <a:pt x="9357" y="2936"/>
                    <a:pt x="9369" y="2936"/>
                    <a:pt x="9348" y="2961"/>
                  </a:cubicBezTo>
                  <a:cubicBezTo>
                    <a:pt x="9289" y="3029"/>
                    <a:pt x="9196" y="3054"/>
                    <a:pt x="9179" y="3113"/>
                  </a:cubicBezTo>
                  <a:cubicBezTo>
                    <a:pt x="9255" y="3063"/>
                    <a:pt x="9357" y="3003"/>
                    <a:pt x="9374" y="2969"/>
                  </a:cubicBezTo>
                  <a:lnTo>
                    <a:pt x="9374" y="2969"/>
                  </a:lnTo>
                  <a:lnTo>
                    <a:pt x="9331" y="3003"/>
                  </a:lnTo>
                  <a:lnTo>
                    <a:pt x="9407" y="2885"/>
                  </a:lnTo>
                  <a:cubicBezTo>
                    <a:pt x="9408" y="2885"/>
                    <a:pt x="9408" y="2885"/>
                    <a:pt x="9409" y="2885"/>
                  </a:cubicBezTo>
                  <a:cubicBezTo>
                    <a:pt x="9421" y="2885"/>
                    <a:pt x="9473" y="2823"/>
                    <a:pt x="9495" y="2823"/>
                  </a:cubicBezTo>
                  <a:cubicBezTo>
                    <a:pt x="9497" y="2823"/>
                    <a:pt x="9499" y="2824"/>
                    <a:pt x="9500" y="2826"/>
                  </a:cubicBezTo>
                  <a:cubicBezTo>
                    <a:pt x="9467" y="2860"/>
                    <a:pt x="9441" y="2885"/>
                    <a:pt x="9416" y="2910"/>
                  </a:cubicBezTo>
                  <a:cubicBezTo>
                    <a:pt x="9416" y="2911"/>
                    <a:pt x="9417" y="2911"/>
                    <a:pt x="9418" y="2911"/>
                  </a:cubicBezTo>
                  <a:cubicBezTo>
                    <a:pt x="9433" y="2911"/>
                    <a:pt x="9511" y="2841"/>
                    <a:pt x="9551" y="2809"/>
                  </a:cubicBezTo>
                  <a:lnTo>
                    <a:pt x="9551" y="2809"/>
                  </a:lnTo>
                  <a:lnTo>
                    <a:pt x="9500" y="2843"/>
                  </a:lnTo>
                  <a:cubicBezTo>
                    <a:pt x="9560" y="2758"/>
                    <a:pt x="9670" y="2673"/>
                    <a:pt x="9737" y="2597"/>
                  </a:cubicBezTo>
                  <a:lnTo>
                    <a:pt x="9737" y="2597"/>
                  </a:lnTo>
                  <a:cubicBezTo>
                    <a:pt x="9726" y="2612"/>
                    <a:pt x="9724" y="2618"/>
                    <a:pt x="9728" y="2618"/>
                  </a:cubicBezTo>
                  <a:cubicBezTo>
                    <a:pt x="9738" y="2618"/>
                    <a:pt x="9786" y="2581"/>
                    <a:pt x="9798" y="2581"/>
                  </a:cubicBezTo>
                  <a:cubicBezTo>
                    <a:pt x="9803" y="2581"/>
                    <a:pt x="9803" y="2585"/>
                    <a:pt x="9797" y="2597"/>
                  </a:cubicBezTo>
                  <a:cubicBezTo>
                    <a:pt x="9780" y="2631"/>
                    <a:pt x="9737" y="2640"/>
                    <a:pt x="9754" y="2640"/>
                  </a:cubicBezTo>
                  <a:cubicBezTo>
                    <a:pt x="9756" y="2644"/>
                    <a:pt x="9758" y="2645"/>
                    <a:pt x="9760" y="2645"/>
                  </a:cubicBezTo>
                  <a:cubicBezTo>
                    <a:pt x="9773" y="2645"/>
                    <a:pt x="9802" y="2597"/>
                    <a:pt x="9830" y="2597"/>
                  </a:cubicBezTo>
                  <a:cubicBezTo>
                    <a:pt x="9823" y="2583"/>
                    <a:pt x="9878" y="2524"/>
                    <a:pt x="9856" y="2524"/>
                  </a:cubicBezTo>
                  <a:cubicBezTo>
                    <a:pt x="9853" y="2524"/>
                    <a:pt x="9847" y="2526"/>
                    <a:pt x="9839" y="2530"/>
                  </a:cubicBezTo>
                  <a:cubicBezTo>
                    <a:pt x="9873" y="2513"/>
                    <a:pt x="9915" y="2445"/>
                    <a:pt x="9957" y="2428"/>
                  </a:cubicBezTo>
                  <a:cubicBezTo>
                    <a:pt x="9923" y="2411"/>
                    <a:pt x="10008" y="2352"/>
                    <a:pt x="10008" y="2335"/>
                  </a:cubicBezTo>
                  <a:cubicBezTo>
                    <a:pt x="10025" y="2318"/>
                    <a:pt x="10042" y="2310"/>
                    <a:pt x="10059" y="2310"/>
                  </a:cubicBezTo>
                  <a:cubicBezTo>
                    <a:pt x="10033" y="2343"/>
                    <a:pt x="10008" y="2386"/>
                    <a:pt x="9974" y="2437"/>
                  </a:cubicBezTo>
                  <a:cubicBezTo>
                    <a:pt x="9957" y="2445"/>
                    <a:pt x="9923" y="2470"/>
                    <a:pt x="9940" y="2470"/>
                  </a:cubicBezTo>
                  <a:lnTo>
                    <a:pt x="9940" y="2479"/>
                  </a:lnTo>
                  <a:cubicBezTo>
                    <a:pt x="9881" y="2572"/>
                    <a:pt x="9813" y="2665"/>
                    <a:pt x="9780" y="2707"/>
                  </a:cubicBezTo>
                  <a:lnTo>
                    <a:pt x="9788" y="2682"/>
                  </a:lnTo>
                  <a:lnTo>
                    <a:pt x="9788" y="2682"/>
                  </a:lnTo>
                  <a:cubicBezTo>
                    <a:pt x="9754" y="2758"/>
                    <a:pt x="9661" y="2792"/>
                    <a:pt x="9619" y="2868"/>
                  </a:cubicBezTo>
                  <a:cubicBezTo>
                    <a:pt x="9619" y="2868"/>
                    <a:pt x="9619" y="2860"/>
                    <a:pt x="9616" y="2860"/>
                  </a:cubicBezTo>
                  <a:cubicBezTo>
                    <a:pt x="9615" y="2860"/>
                    <a:pt x="9613" y="2862"/>
                    <a:pt x="9610" y="2868"/>
                  </a:cubicBezTo>
                  <a:cubicBezTo>
                    <a:pt x="9548" y="2912"/>
                    <a:pt x="9532" y="2960"/>
                    <a:pt x="9493" y="2996"/>
                  </a:cubicBezTo>
                  <a:lnTo>
                    <a:pt x="9493" y="2996"/>
                  </a:lnTo>
                  <a:cubicBezTo>
                    <a:pt x="9506" y="2984"/>
                    <a:pt x="9520" y="2973"/>
                    <a:pt x="9534" y="2961"/>
                  </a:cubicBezTo>
                  <a:lnTo>
                    <a:pt x="9534" y="2961"/>
                  </a:lnTo>
                  <a:cubicBezTo>
                    <a:pt x="9517" y="3003"/>
                    <a:pt x="9484" y="3037"/>
                    <a:pt x="9450" y="3063"/>
                  </a:cubicBezTo>
                  <a:lnTo>
                    <a:pt x="9467" y="3088"/>
                  </a:lnTo>
                  <a:cubicBezTo>
                    <a:pt x="9441" y="3147"/>
                    <a:pt x="9374" y="3147"/>
                    <a:pt x="9348" y="3198"/>
                  </a:cubicBezTo>
                  <a:lnTo>
                    <a:pt x="9407" y="3173"/>
                  </a:lnTo>
                  <a:lnTo>
                    <a:pt x="9407" y="3181"/>
                  </a:lnTo>
                  <a:cubicBezTo>
                    <a:pt x="9424" y="3173"/>
                    <a:pt x="9433" y="3156"/>
                    <a:pt x="9441" y="3139"/>
                  </a:cubicBezTo>
                  <a:cubicBezTo>
                    <a:pt x="9478" y="3094"/>
                    <a:pt x="9522" y="3069"/>
                    <a:pt x="9571" y="3069"/>
                  </a:cubicBezTo>
                  <a:cubicBezTo>
                    <a:pt x="9579" y="3069"/>
                    <a:pt x="9586" y="3070"/>
                    <a:pt x="9593" y="3071"/>
                  </a:cubicBezTo>
                  <a:cubicBezTo>
                    <a:pt x="9601" y="3067"/>
                    <a:pt x="9606" y="3065"/>
                    <a:pt x="9609" y="3065"/>
                  </a:cubicBezTo>
                  <a:cubicBezTo>
                    <a:pt x="9626" y="3065"/>
                    <a:pt x="9605" y="3106"/>
                    <a:pt x="9619" y="3113"/>
                  </a:cubicBezTo>
                  <a:cubicBezTo>
                    <a:pt x="9670" y="3071"/>
                    <a:pt x="9644" y="3046"/>
                    <a:pt x="9695" y="2995"/>
                  </a:cubicBezTo>
                  <a:cubicBezTo>
                    <a:pt x="9700" y="2993"/>
                    <a:pt x="9703" y="2993"/>
                    <a:pt x="9706" y="2993"/>
                  </a:cubicBezTo>
                  <a:cubicBezTo>
                    <a:pt x="9712" y="2993"/>
                    <a:pt x="9713" y="2996"/>
                    <a:pt x="9711" y="3000"/>
                  </a:cubicBezTo>
                  <a:lnTo>
                    <a:pt x="9711" y="3000"/>
                  </a:lnTo>
                  <a:lnTo>
                    <a:pt x="9737" y="2961"/>
                  </a:lnTo>
                  <a:cubicBezTo>
                    <a:pt x="9738" y="2961"/>
                    <a:pt x="9738" y="2962"/>
                    <a:pt x="9739" y="2962"/>
                  </a:cubicBezTo>
                  <a:cubicBezTo>
                    <a:pt x="9751" y="2962"/>
                    <a:pt x="9794" y="2930"/>
                    <a:pt x="9805" y="2930"/>
                  </a:cubicBezTo>
                  <a:cubicBezTo>
                    <a:pt x="9810" y="2930"/>
                    <a:pt x="9809" y="2936"/>
                    <a:pt x="9797" y="2953"/>
                  </a:cubicBezTo>
                  <a:lnTo>
                    <a:pt x="9763" y="2986"/>
                  </a:lnTo>
                  <a:cubicBezTo>
                    <a:pt x="9843" y="2943"/>
                    <a:pt x="9961" y="2861"/>
                    <a:pt x="10003" y="2861"/>
                  </a:cubicBezTo>
                  <a:cubicBezTo>
                    <a:pt x="10009" y="2861"/>
                    <a:pt x="10014" y="2863"/>
                    <a:pt x="10016" y="2868"/>
                  </a:cubicBezTo>
                  <a:cubicBezTo>
                    <a:pt x="10059" y="2834"/>
                    <a:pt x="10042" y="2834"/>
                    <a:pt x="10110" y="2783"/>
                  </a:cubicBezTo>
                  <a:cubicBezTo>
                    <a:pt x="10126" y="2741"/>
                    <a:pt x="10076" y="2750"/>
                    <a:pt x="10135" y="2673"/>
                  </a:cubicBezTo>
                  <a:lnTo>
                    <a:pt x="10135" y="2673"/>
                  </a:lnTo>
                  <a:lnTo>
                    <a:pt x="10076" y="2716"/>
                  </a:lnTo>
                  <a:cubicBezTo>
                    <a:pt x="10067" y="2733"/>
                    <a:pt x="10059" y="2741"/>
                    <a:pt x="10050" y="2758"/>
                  </a:cubicBezTo>
                  <a:lnTo>
                    <a:pt x="10110" y="2707"/>
                  </a:lnTo>
                  <a:lnTo>
                    <a:pt x="10110" y="2707"/>
                  </a:lnTo>
                  <a:cubicBezTo>
                    <a:pt x="10076" y="2741"/>
                    <a:pt x="10093" y="2750"/>
                    <a:pt x="10093" y="2775"/>
                  </a:cubicBezTo>
                  <a:cubicBezTo>
                    <a:pt x="10042" y="2817"/>
                    <a:pt x="9974" y="2851"/>
                    <a:pt x="9906" y="2876"/>
                  </a:cubicBezTo>
                  <a:cubicBezTo>
                    <a:pt x="9923" y="2843"/>
                    <a:pt x="9974" y="2800"/>
                    <a:pt x="9932" y="2800"/>
                  </a:cubicBezTo>
                  <a:cubicBezTo>
                    <a:pt x="10000" y="2775"/>
                    <a:pt x="9974" y="2733"/>
                    <a:pt x="10042" y="2707"/>
                  </a:cubicBezTo>
                  <a:lnTo>
                    <a:pt x="10042" y="2724"/>
                  </a:lnTo>
                  <a:cubicBezTo>
                    <a:pt x="10067" y="2665"/>
                    <a:pt x="10093" y="2682"/>
                    <a:pt x="10118" y="2640"/>
                  </a:cubicBezTo>
                  <a:lnTo>
                    <a:pt x="10126" y="2640"/>
                  </a:lnTo>
                  <a:cubicBezTo>
                    <a:pt x="10154" y="2605"/>
                    <a:pt x="10153" y="2600"/>
                    <a:pt x="10147" y="2600"/>
                  </a:cubicBezTo>
                  <a:cubicBezTo>
                    <a:pt x="10145" y="2600"/>
                    <a:pt x="10141" y="2601"/>
                    <a:pt x="10139" y="2601"/>
                  </a:cubicBezTo>
                  <a:cubicBezTo>
                    <a:pt x="10131" y="2601"/>
                    <a:pt x="10126" y="2595"/>
                    <a:pt x="10152" y="2555"/>
                  </a:cubicBezTo>
                  <a:cubicBezTo>
                    <a:pt x="10171" y="2538"/>
                    <a:pt x="10183" y="2532"/>
                    <a:pt x="10192" y="2532"/>
                  </a:cubicBezTo>
                  <a:cubicBezTo>
                    <a:pt x="10212" y="2532"/>
                    <a:pt x="10210" y="2564"/>
                    <a:pt x="10224" y="2564"/>
                  </a:cubicBezTo>
                  <a:cubicBezTo>
                    <a:pt x="10225" y="2564"/>
                    <a:pt x="10227" y="2564"/>
                    <a:pt x="10228" y="2563"/>
                  </a:cubicBezTo>
                  <a:lnTo>
                    <a:pt x="10228" y="2563"/>
                  </a:lnTo>
                  <a:cubicBezTo>
                    <a:pt x="10143" y="2690"/>
                    <a:pt x="10270" y="2597"/>
                    <a:pt x="10160" y="2724"/>
                  </a:cubicBezTo>
                  <a:cubicBezTo>
                    <a:pt x="10166" y="2732"/>
                    <a:pt x="10174" y="2736"/>
                    <a:pt x="10183" y="2736"/>
                  </a:cubicBezTo>
                  <a:cubicBezTo>
                    <a:pt x="10211" y="2736"/>
                    <a:pt x="10253" y="2699"/>
                    <a:pt x="10304" y="2648"/>
                  </a:cubicBezTo>
                  <a:lnTo>
                    <a:pt x="10304" y="2648"/>
                  </a:lnTo>
                  <a:cubicBezTo>
                    <a:pt x="10295" y="2653"/>
                    <a:pt x="10288" y="2656"/>
                    <a:pt x="10283" y="2656"/>
                  </a:cubicBezTo>
                  <a:cubicBezTo>
                    <a:pt x="10261" y="2656"/>
                    <a:pt x="10270" y="2615"/>
                    <a:pt x="10244" y="2615"/>
                  </a:cubicBezTo>
                  <a:cubicBezTo>
                    <a:pt x="10238" y="2615"/>
                    <a:pt x="10230" y="2617"/>
                    <a:pt x="10219" y="2623"/>
                  </a:cubicBezTo>
                  <a:cubicBezTo>
                    <a:pt x="10304" y="2521"/>
                    <a:pt x="10245" y="2470"/>
                    <a:pt x="10372" y="2394"/>
                  </a:cubicBezTo>
                  <a:lnTo>
                    <a:pt x="10372" y="2403"/>
                  </a:lnTo>
                  <a:lnTo>
                    <a:pt x="10397" y="2343"/>
                  </a:lnTo>
                  <a:lnTo>
                    <a:pt x="10465" y="2293"/>
                  </a:lnTo>
                  <a:lnTo>
                    <a:pt x="10465" y="2293"/>
                  </a:lnTo>
                  <a:cubicBezTo>
                    <a:pt x="10456" y="2360"/>
                    <a:pt x="10397" y="2386"/>
                    <a:pt x="10389" y="2428"/>
                  </a:cubicBezTo>
                  <a:lnTo>
                    <a:pt x="10389" y="2428"/>
                  </a:lnTo>
                  <a:cubicBezTo>
                    <a:pt x="10482" y="2386"/>
                    <a:pt x="10456" y="2310"/>
                    <a:pt x="10541" y="2234"/>
                  </a:cubicBezTo>
                  <a:cubicBezTo>
                    <a:pt x="10554" y="2228"/>
                    <a:pt x="10562" y="2226"/>
                    <a:pt x="10567" y="2226"/>
                  </a:cubicBezTo>
                  <a:cubicBezTo>
                    <a:pt x="10603" y="2226"/>
                    <a:pt x="10476" y="2338"/>
                    <a:pt x="10499" y="2360"/>
                  </a:cubicBezTo>
                  <a:cubicBezTo>
                    <a:pt x="10506" y="2340"/>
                    <a:pt x="10552" y="2314"/>
                    <a:pt x="10569" y="2314"/>
                  </a:cubicBezTo>
                  <a:cubicBezTo>
                    <a:pt x="10572" y="2314"/>
                    <a:pt x="10575" y="2315"/>
                    <a:pt x="10575" y="2318"/>
                  </a:cubicBezTo>
                  <a:cubicBezTo>
                    <a:pt x="10482" y="2386"/>
                    <a:pt x="10541" y="2377"/>
                    <a:pt x="10439" y="2453"/>
                  </a:cubicBezTo>
                  <a:cubicBezTo>
                    <a:pt x="10453" y="2433"/>
                    <a:pt x="10453" y="2427"/>
                    <a:pt x="10448" y="2427"/>
                  </a:cubicBezTo>
                  <a:cubicBezTo>
                    <a:pt x="10443" y="2427"/>
                    <a:pt x="10433" y="2432"/>
                    <a:pt x="10427" y="2432"/>
                  </a:cubicBezTo>
                  <a:cubicBezTo>
                    <a:pt x="10424" y="2432"/>
                    <a:pt x="10423" y="2431"/>
                    <a:pt x="10423" y="2428"/>
                  </a:cubicBezTo>
                  <a:cubicBezTo>
                    <a:pt x="10380" y="2487"/>
                    <a:pt x="10329" y="2538"/>
                    <a:pt x="10279" y="2580"/>
                  </a:cubicBezTo>
                  <a:cubicBezTo>
                    <a:pt x="10279" y="2588"/>
                    <a:pt x="10281" y="2591"/>
                    <a:pt x="10286" y="2591"/>
                  </a:cubicBezTo>
                  <a:cubicBezTo>
                    <a:pt x="10303" y="2591"/>
                    <a:pt x="10347" y="2550"/>
                    <a:pt x="10380" y="2530"/>
                  </a:cubicBezTo>
                  <a:cubicBezTo>
                    <a:pt x="10431" y="2437"/>
                    <a:pt x="10541" y="2403"/>
                    <a:pt x="10566" y="2327"/>
                  </a:cubicBezTo>
                  <a:cubicBezTo>
                    <a:pt x="10590" y="2303"/>
                    <a:pt x="10601" y="2295"/>
                    <a:pt x="10606" y="2295"/>
                  </a:cubicBezTo>
                  <a:cubicBezTo>
                    <a:pt x="10617" y="2295"/>
                    <a:pt x="10594" y="2335"/>
                    <a:pt x="10600" y="2335"/>
                  </a:cubicBezTo>
                  <a:cubicBezTo>
                    <a:pt x="10676" y="2284"/>
                    <a:pt x="10609" y="2293"/>
                    <a:pt x="10626" y="2267"/>
                  </a:cubicBezTo>
                  <a:cubicBezTo>
                    <a:pt x="10710" y="2157"/>
                    <a:pt x="10761" y="2174"/>
                    <a:pt x="10829" y="2107"/>
                  </a:cubicBezTo>
                  <a:cubicBezTo>
                    <a:pt x="10913" y="1980"/>
                    <a:pt x="11006" y="1870"/>
                    <a:pt x="11108" y="1768"/>
                  </a:cubicBezTo>
                  <a:cubicBezTo>
                    <a:pt x="11108" y="1783"/>
                    <a:pt x="11114" y="1787"/>
                    <a:pt x="11122" y="1787"/>
                  </a:cubicBezTo>
                  <a:cubicBezTo>
                    <a:pt x="11128" y="1787"/>
                    <a:pt x="11135" y="1785"/>
                    <a:pt x="11142" y="1785"/>
                  </a:cubicBezTo>
                  <a:cubicBezTo>
                    <a:pt x="11142" y="1760"/>
                    <a:pt x="11150" y="1734"/>
                    <a:pt x="11158" y="1709"/>
                  </a:cubicBezTo>
                  <a:cubicBezTo>
                    <a:pt x="11167" y="1684"/>
                    <a:pt x="11192" y="1658"/>
                    <a:pt x="11226" y="1591"/>
                  </a:cubicBezTo>
                  <a:lnTo>
                    <a:pt x="11226" y="1591"/>
                  </a:lnTo>
                  <a:lnTo>
                    <a:pt x="11125" y="1684"/>
                  </a:lnTo>
                  <a:cubicBezTo>
                    <a:pt x="11192" y="1599"/>
                    <a:pt x="11209" y="1514"/>
                    <a:pt x="11294" y="1455"/>
                  </a:cubicBezTo>
                  <a:lnTo>
                    <a:pt x="11294" y="1455"/>
                  </a:lnTo>
                  <a:cubicBezTo>
                    <a:pt x="11275" y="1466"/>
                    <a:pt x="11264" y="1471"/>
                    <a:pt x="11257" y="1471"/>
                  </a:cubicBezTo>
                  <a:cubicBezTo>
                    <a:pt x="11220" y="1471"/>
                    <a:pt x="11365" y="1304"/>
                    <a:pt x="11387" y="1261"/>
                  </a:cubicBezTo>
                  <a:cubicBezTo>
                    <a:pt x="11471" y="1176"/>
                    <a:pt x="11488" y="1108"/>
                    <a:pt x="11556" y="1058"/>
                  </a:cubicBezTo>
                  <a:lnTo>
                    <a:pt x="11556" y="1066"/>
                  </a:lnTo>
                  <a:lnTo>
                    <a:pt x="11658" y="948"/>
                  </a:lnTo>
                  <a:lnTo>
                    <a:pt x="11717" y="948"/>
                  </a:lnTo>
                  <a:cubicBezTo>
                    <a:pt x="11793" y="865"/>
                    <a:pt x="11824" y="793"/>
                    <a:pt x="11805" y="793"/>
                  </a:cubicBezTo>
                  <a:cubicBezTo>
                    <a:pt x="11800" y="793"/>
                    <a:pt x="11794" y="796"/>
                    <a:pt x="11784" y="804"/>
                  </a:cubicBezTo>
                  <a:cubicBezTo>
                    <a:pt x="11878" y="711"/>
                    <a:pt x="11844" y="753"/>
                    <a:pt x="11894" y="728"/>
                  </a:cubicBezTo>
                  <a:lnTo>
                    <a:pt x="11894" y="728"/>
                  </a:lnTo>
                  <a:cubicBezTo>
                    <a:pt x="11878" y="802"/>
                    <a:pt x="11838" y="868"/>
                    <a:pt x="11773" y="910"/>
                  </a:cubicBezTo>
                  <a:lnTo>
                    <a:pt x="11773" y="910"/>
                  </a:lnTo>
                  <a:cubicBezTo>
                    <a:pt x="11786" y="900"/>
                    <a:pt x="11793" y="880"/>
                    <a:pt x="11793" y="880"/>
                  </a:cubicBezTo>
                  <a:lnTo>
                    <a:pt x="11793" y="880"/>
                  </a:lnTo>
                  <a:cubicBezTo>
                    <a:pt x="11690" y="1003"/>
                    <a:pt x="11693" y="1021"/>
                    <a:pt x="11714" y="1021"/>
                  </a:cubicBezTo>
                  <a:cubicBezTo>
                    <a:pt x="11722" y="1021"/>
                    <a:pt x="11733" y="1018"/>
                    <a:pt x="11741" y="1018"/>
                  </a:cubicBezTo>
                  <a:cubicBezTo>
                    <a:pt x="11755" y="1018"/>
                    <a:pt x="11761" y="1026"/>
                    <a:pt x="11734" y="1066"/>
                  </a:cubicBezTo>
                  <a:cubicBezTo>
                    <a:pt x="11793" y="1007"/>
                    <a:pt x="11852" y="939"/>
                    <a:pt x="11903" y="872"/>
                  </a:cubicBezTo>
                  <a:cubicBezTo>
                    <a:pt x="11945" y="795"/>
                    <a:pt x="11987" y="728"/>
                    <a:pt x="12030" y="643"/>
                  </a:cubicBezTo>
                  <a:lnTo>
                    <a:pt x="12030" y="643"/>
                  </a:lnTo>
                  <a:cubicBezTo>
                    <a:pt x="11979" y="728"/>
                    <a:pt x="11911" y="804"/>
                    <a:pt x="11835" y="872"/>
                  </a:cubicBezTo>
                  <a:cubicBezTo>
                    <a:pt x="11894" y="804"/>
                    <a:pt x="11852" y="812"/>
                    <a:pt x="11920" y="753"/>
                  </a:cubicBezTo>
                  <a:lnTo>
                    <a:pt x="11920" y="762"/>
                  </a:lnTo>
                  <a:lnTo>
                    <a:pt x="11945" y="711"/>
                  </a:lnTo>
                  <a:cubicBezTo>
                    <a:pt x="11962" y="694"/>
                    <a:pt x="11979" y="685"/>
                    <a:pt x="11987" y="669"/>
                  </a:cubicBezTo>
                  <a:lnTo>
                    <a:pt x="12013" y="635"/>
                  </a:lnTo>
                  <a:lnTo>
                    <a:pt x="11996" y="635"/>
                  </a:lnTo>
                  <a:cubicBezTo>
                    <a:pt x="11962" y="626"/>
                    <a:pt x="11945" y="618"/>
                    <a:pt x="12038" y="618"/>
                  </a:cubicBezTo>
                  <a:cubicBezTo>
                    <a:pt x="12013" y="616"/>
                    <a:pt x="11994" y="615"/>
                    <a:pt x="11980" y="615"/>
                  </a:cubicBezTo>
                  <a:cubicBezTo>
                    <a:pt x="11922" y="615"/>
                    <a:pt x="11930" y="626"/>
                    <a:pt x="11835" y="626"/>
                  </a:cubicBezTo>
                  <a:lnTo>
                    <a:pt x="11928" y="643"/>
                  </a:lnTo>
                  <a:cubicBezTo>
                    <a:pt x="11954" y="652"/>
                    <a:pt x="12013" y="635"/>
                    <a:pt x="11962" y="677"/>
                  </a:cubicBezTo>
                  <a:lnTo>
                    <a:pt x="11920" y="694"/>
                  </a:lnTo>
                  <a:cubicBezTo>
                    <a:pt x="11920" y="694"/>
                    <a:pt x="11920" y="685"/>
                    <a:pt x="11920" y="685"/>
                  </a:cubicBezTo>
                  <a:lnTo>
                    <a:pt x="11869" y="685"/>
                  </a:lnTo>
                  <a:cubicBezTo>
                    <a:pt x="11844" y="677"/>
                    <a:pt x="11818" y="669"/>
                    <a:pt x="11793" y="669"/>
                  </a:cubicBezTo>
                  <a:lnTo>
                    <a:pt x="11751" y="694"/>
                  </a:lnTo>
                  <a:lnTo>
                    <a:pt x="11658" y="660"/>
                  </a:lnTo>
                  <a:cubicBezTo>
                    <a:pt x="11652" y="666"/>
                    <a:pt x="11639" y="668"/>
                    <a:pt x="11622" y="668"/>
                  </a:cubicBezTo>
                  <a:cubicBezTo>
                    <a:pt x="11590" y="668"/>
                    <a:pt x="11545" y="660"/>
                    <a:pt x="11522" y="660"/>
                  </a:cubicBezTo>
                  <a:cubicBezTo>
                    <a:pt x="11473" y="646"/>
                    <a:pt x="11542" y="614"/>
                    <a:pt x="11466" y="614"/>
                  </a:cubicBezTo>
                  <a:cubicBezTo>
                    <a:pt x="11451" y="614"/>
                    <a:pt x="11431" y="615"/>
                    <a:pt x="11404" y="618"/>
                  </a:cubicBezTo>
                  <a:lnTo>
                    <a:pt x="11412" y="618"/>
                  </a:lnTo>
                  <a:cubicBezTo>
                    <a:pt x="11390" y="620"/>
                    <a:pt x="11368" y="621"/>
                    <a:pt x="11345" y="621"/>
                  </a:cubicBezTo>
                  <a:cubicBezTo>
                    <a:pt x="11291" y="621"/>
                    <a:pt x="11235" y="615"/>
                    <a:pt x="11175" y="609"/>
                  </a:cubicBezTo>
                  <a:cubicBezTo>
                    <a:pt x="11201" y="601"/>
                    <a:pt x="11218" y="601"/>
                    <a:pt x="11243" y="601"/>
                  </a:cubicBezTo>
                  <a:cubicBezTo>
                    <a:pt x="11150" y="592"/>
                    <a:pt x="11065" y="584"/>
                    <a:pt x="10972" y="584"/>
                  </a:cubicBezTo>
                  <a:cubicBezTo>
                    <a:pt x="10956" y="586"/>
                    <a:pt x="10940" y="587"/>
                    <a:pt x="10924" y="587"/>
                  </a:cubicBezTo>
                  <a:cubicBezTo>
                    <a:pt x="10873" y="587"/>
                    <a:pt x="10821" y="576"/>
                    <a:pt x="10769" y="550"/>
                  </a:cubicBezTo>
                  <a:cubicBezTo>
                    <a:pt x="10770" y="549"/>
                    <a:pt x="10772" y="549"/>
                    <a:pt x="10773" y="548"/>
                  </a:cubicBezTo>
                  <a:lnTo>
                    <a:pt x="10773" y="548"/>
                  </a:lnTo>
                  <a:lnTo>
                    <a:pt x="10786" y="550"/>
                  </a:lnTo>
                  <a:cubicBezTo>
                    <a:pt x="10791" y="547"/>
                    <a:pt x="10798" y="544"/>
                    <a:pt x="10807" y="541"/>
                  </a:cubicBezTo>
                  <a:lnTo>
                    <a:pt x="10807" y="541"/>
                  </a:lnTo>
                  <a:cubicBezTo>
                    <a:pt x="10794" y="542"/>
                    <a:pt x="10782" y="544"/>
                    <a:pt x="10773" y="548"/>
                  </a:cubicBezTo>
                  <a:lnTo>
                    <a:pt x="10773" y="548"/>
                  </a:lnTo>
                  <a:lnTo>
                    <a:pt x="10727" y="542"/>
                  </a:lnTo>
                  <a:cubicBezTo>
                    <a:pt x="10702" y="542"/>
                    <a:pt x="10668" y="533"/>
                    <a:pt x="10659" y="533"/>
                  </a:cubicBezTo>
                  <a:cubicBezTo>
                    <a:pt x="10634" y="525"/>
                    <a:pt x="10626" y="525"/>
                    <a:pt x="10659" y="516"/>
                  </a:cubicBezTo>
                  <a:lnTo>
                    <a:pt x="10659" y="516"/>
                  </a:lnTo>
                  <a:lnTo>
                    <a:pt x="10524" y="542"/>
                  </a:lnTo>
                  <a:cubicBezTo>
                    <a:pt x="10524" y="525"/>
                    <a:pt x="10558" y="525"/>
                    <a:pt x="10575" y="516"/>
                  </a:cubicBezTo>
                  <a:lnTo>
                    <a:pt x="10473" y="516"/>
                  </a:lnTo>
                  <a:cubicBezTo>
                    <a:pt x="10389" y="516"/>
                    <a:pt x="10313" y="525"/>
                    <a:pt x="10228" y="542"/>
                  </a:cubicBezTo>
                  <a:cubicBezTo>
                    <a:pt x="10355" y="575"/>
                    <a:pt x="10160" y="567"/>
                    <a:pt x="10169" y="592"/>
                  </a:cubicBezTo>
                  <a:lnTo>
                    <a:pt x="10169" y="592"/>
                  </a:lnTo>
                  <a:cubicBezTo>
                    <a:pt x="10126" y="584"/>
                    <a:pt x="10110" y="516"/>
                    <a:pt x="10219" y="499"/>
                  </a:cubicBezTo>
                  <a:cubicBezTo>
                    <a:pt x="10228" y="505"/>
                    <a:pt x="10241" y="507"/>
                    <a:pt x="10257" y="507"/>
                  </a:cubicBezTo>
                  <a:cubicBezTo>
                    <a:pt x="10288" y="507"/>
                    <a:pt x="10329" y="499"/>
                    <a:pt x="10363" y="499"/>
                  </a:cubicBezTo>
                  <a:cubicBezTo>
                    <a:pt x="10342" y="495"/>
                    <a:pt x="10319" y="493"/>
                    <a:pt x="10296" y="493"/>
                  </a:cubicBezTo>
                  <a:cubicBezTo>
                    <a:pt x="10272" y="493"/>
                    <a:pt x="10249" y="495"/>
                    <a:pt x="10228" y="499"/>
                  </a:cubicBezTo>
                  <a:cubicBezTo>
                    <a:pt x="10270" y="482"/>
                    <a:pt x="10152" y="466"/>
                    <a:pt x="10160" y="457"/>
                  </a:cubicBezTo>
                  <a:cubicBezTo>
                    <a:pt x="10167" y="450"/>
                    <a:pt x="10185" y="427"/>
                    <a:pt x="10227" y="427"/>
                  </a:cubicBezTo>
                  <a:cubicBezTo>
                    <a:pt x="10237" y="427"/>
                    <a:pt x="10249" y="428"/>
                    <a:pt x="10262" y="432"/>
                  </a:cubicBezTo>
                  <a:cubicBezTo>
                    <a:pt x="10355" y="440"/>
                    <a:pt x="10270" y="466"/>
                    <a:pt x="10296" y="466"/>
                  </a:cubicBezTo>
                  <a:cubicBezTo>
                    <a:pt x="10305" y="478"/>
                    <a:pt x="10326" y="481"/>
                    <a:pt x="10352" y="481"/>
                  </a:cubicBezTo>
                  <a:cubicBezTo>
                    <a:pt x="10380" y="481"/>
                    <a:pt x="10413" y="477"/>
                    <a:pt x="10444" y="477"/>
                  </a:cubicBezTo>
                  <a:cubicBezTo>
                    <a:pt x="10461" y="477"/>
                    <a:pt x="10477" y="479"/>
                    <a:pt x="10490" y="482"/>
                  </a:cubicBezTo>
                  <a:cubicBezTo>
                    <a:pt x="10499" y="491"/>
                    <a:pt x="10482" y="491"/>
                    <a:pt x="10465" y="491"/>
                  </a:cubicBezTo>
                  <a:cubicBezTo>
                    <a:pt x="10488" y="491"/>
                    <a:pt x="10519" y="492"/>
                    <a:pt x="10548" y="492"/>
                  </a:cubicBezTo>
                  <a:cubicBezTo>
                    <a:pt x="10590" y="492"/>
                    <a:pt x="10629" y="489"/>
                    <a:pt x="10634" y="474"/>
                  </a:cubicBezTo>
                  <a:lnTo>
                    <a:pt x="10634" y="474"/>
                  </a:lnTo>
                  <a:lnTo>
                    <a:pt x="10507" y="482"/>
                  </a:lnTo>
                  <a:cubicBezTo>
                    <a:pt x="10482" y="474"/>
                    <a:pt x="10549" y="466"/>
                    <a:pt x="10507" y="449"/>
                  </a:cubicBezTo>
                  <a:lnTo>
                    <a:pt x="10507" y="449"/>
                  </a:lnTo>
                  <a:cubicBezTo>
                    <a:pt x="10490" y="453"/>
                    <a:pt x="10473" y="455"/>
                    <a:pt x="10456" y="455"/>
                  </a:cubicBezTo>
                  <a:cubicBezTo>
                    <a:pt x="10439" y="455"/>
                    <a:pt x="10423" y="453"/>
                    <a:pt x="10406" y="449"/>
                  </a:cubicBezTo>
                  <a:lnTo>
                    <a:pt x="10414" y="440"/>
                  </a:lnTo>
                  <a:cubicBezTo>
                    <a:pt x="10338" y="421"/>
                    <a:pt x="10267" y="412"/>
                    <a:pt x="10193" y="412"/>
                  </a:cubicBezTo>
                  <a:cubicBezTo>
                    <a:pt x="10168" y="412"/>
                    <a:pt x="10143" y="413"/>
                    <a:pt x="10118" y="415"/>
                  </a:cubicBezTo>
                  <a:cubicBezTo>
                    <a:pt x="10101" y="466"/>
                    <a:pt x="10050" y="499"/>
                    <a:pt x="10008" y="550"/>
                  </a:cubicBezTo>
                  <a:cubicBezTo>
                    <a:pt x="9873" y="542"/>
                    <a:pt x="9729" y="533"/>
                    <a:pt x="9593" y="516"/>
                  </a:cubicBezTo>
                  <a:cubicBezTo>
                    <a:pt x="9644" y="497"/>
                    <a:pt x="9700" y="488"/>
                    <a:pt x="9756" y="488"/>
                  </a:cubicBezTo>
                  <a:cubicBezTo>
                    <a:pt x="9775" y="488"/>
                    <a:pt x="9794" y="489"/>
                    <a:pt x="9813" y="491"/>
                  </a:cubicBezTo>
                  <a:lnTo>
                    <a:pt x="9771" y="508"/>
                  </a:lnTo>
                  <a:cubicBezTo>
                    <a:pt x="9785" y="510"/>
                    <a:pt x="9798" y="511"/>
                    <a:pt x="9812" y="511"/>
                  </a:cubicBezTo>
                  <a:cubicBezTo>
                    <a:pt x="9848" y="511"/>
                    <a:pt x="9884" y="503"/>
                    <a:pt x="9915" y="491"/>
                  </a:cubicBezTo>
                  <a:cubicBezTo>
                    <a:pt x="9915" y="491"/>
                    <a:pt x="9915" y="499"/>
                    <a:pt x="9932" y="508"/>
                  </a:cubicBezTo>
                  <a:cubicBezTo>
                    <a:pt x="10008" y="508"/>
                    <a:pt x="10042" y="474"/>
                    <a:pt x="10008" y="457"/>
                  </a:cubicBezTo>
                  <a:lnTo>
                    <a:pt x="10008" y="457"/>
                  </a:lnTo>
                  <a:lnTo>
                    <a:pt x="9983" y="466"/>
                  </a:lnTo>
                  <a:lnTo>
                    <a:pt x="9932" y="432"/>
                  </a:lnTo>
                  <a:cubicBezTo>
                    <a:pt x="9925" y="453"/>
                    <a:pt x="9897" y="458"/>
                    <a:pt x="9860" y="458"/>
                  </a:cubicBezTo>
                  <a:cubicBezTo>
                    <a:pt x="9824" y="458"/>
                    <a:pt x="9780" y="453"/>
                    <a:pt x="9739" y="453"/>
                  </a:cubicBezTo>
                  <a:cubicBezTo>
                    <a:pt x="9721" y="453"/>
                    <a:pt x="9702" y="454"/>
                    <a:pt x="9687" y="457"/>
                  </a:cubicBezTo>
                  <a:cubicBezTo>
                    <a:pt x="9730" y="445"/>
                    <a:pt x="9768" y="419"/>
                    <a:pt x="9812" y="419"/>
                  </a:cubicBezTo>
                  <a:cubicBezTo>
                    <a:pt x="9829" y="419"/>
                    <a:pt x="9846" y="422"/>
                    <a:pt x="9864" y="432"/>
                  </a:cubicBezTo>
                  <a:lnTo>
                    <a:pt x="9856" y="406"/>
                  </a:lnTo>
                  <a:cubicBezTo>
                    <a:pt x="9899" y="406"/>
                    <a:pt x="9937" y="424"/>
                    <a:pt x="9968" y="424"/>
                  </a:cubicBezTo>
                  <a:cubicBezTo>
                    <a:pt x="9980" y="424"/>
                    <a:pt x="9990" y="422"/>
                    <a:pt x="10000" y="415"/>
                  </a:cubicBezTo>
                  <a:lnTo>
                    <a:pt x="9932" y="415"/>
                  </a:lnTo>
                  <a:lnTo>
                    <a:pt x="9932" y="398"/>
                  </a:lnTo>
                  <a:cubicBezTo>
                    <a:pt x="9906" y="402"/>
                    <a:pt x="9879" y="404"/>
                    <a:pt x="9852" y="404"/>
                  </a:cubicBezTo>
                  <a:cubicBezTo>
                    <a:pt x="9824" y="404"/>
                    <a:pt x="9797" y="402"/>
                    <a:pt x="9771" y="398"/>
                  </a:cubicBezTo>
                  <a:cubicBezTo>
                    <a:pt x="9732" y="420"/>
                    <a:pt x="9688" y="432"/>
                    <a:pt x="9644" y="432"/>
                  </a:cubicBezTo>
                  <a:cubicBezTo>
                    <a:pt x="9622" y="432"/>
                    <a:pt x="9599" y="429"/>
                    <a:pt x="9577" y="423"/>
                  </a:cubicBezTo>
                  <a:cubicBezTo>
                    <a:pt x="9561" y="432"/>
                    <a:pt x="9543" y="435"/>
                    <a:pt x="9525" y="435"/>
                  </a:cubicBezTo>
                  <a:cubicBezTo>
                    <a:pt x="9460" y="435"/>
                    <a:pt x="9384" y="396"/>
                    <a:pt x="9339" y="396"/>
                  </a:cubicBezTo>
                  <a:cubicBezTo>
                    <a:pt x="9333" y="396"/>
                    <a:pt x="9328" y="396"/>
                    <a:pt x="9323" y="398"/>
                  </a:cubicBezTo>
                  <a:cubicBezTo>
                    <a:pt x="9280" y="440"/>
                    <a:pt x="9441" y="423"/>
                    <a:pt x="9475" y="449"/>
                  </a:cubicBezTo>
                  <a:cubicBezTo>
                    <a:pt x="9460" y="454"/>
                    <a:pt x="9446" y="455"/>
                    <a:pt x="9434" y="455"/>
                  </a:cubicBezTo>
                  <a:cubicBezTo>
                    <a:pt x="9421" y="455"/>
                    <a:pt x="9412" y="453"/>
                    <a:pt x="9407" y="453"/>
                  </a:cubicBezTo>
                  <a:cubicBezTo>
                    <a:pt x="9401" y="453"/>
                    <a:pt x="9403" y="456"/>
                    <a:pt x="9416" y="466"/>
                  </a:cubicBezTo>
                  <a:cubicBezTo>
                    <a:pt x="9402" y="468"/>
                    <a:pt x="9390" y="469"/>
                    <a:pt x="9381" y="469"/>
                  </a:cubicBezTo>
                  <a:cubicBezTo>
                    <a:pt x="9330" y="469"/>
                    <a:pt x="9337" y="442"/>
                    <a:pt x="9302" y="442"/>
                  </a:cubicBezTo>
                  <a:cubicBezTo>
                    <a:pt x="9293" y="442"/>
                    <a:pt x="9280" y="444"/>
                    <a:pt x="9264" y="449"/>
                  </a:cubicBezTo>
                  <a:lnTo>
                    <a:pt x="9314" y="466"/>
                  </a:lnTo>
                  <a:cubicBezTo>
                    <a:pt x="9293" y="474"/>
                    <a:pt x="9266" y="474"/>
                    <a:pt x="9239" y="474"/>
                  </a:cubicBezTo>
                  <a:cubicBezTo>
                    <a:pt x="9213" y="474"/>
                    <a:pt x="9187" y="474"/>
                    <a:pt x="9171" y="482"/>
                  </a:cubicBezTo>
                  <a:cubicBezTo>
                    <a:pt x="9166" y="499"/>
                    <a:pt x="9181" y="501"/>
                    <a:pt x="9206" y="501"/>
                  </a:cubicBezTo>
                  <a:cubicBezTo>
                    <a:pt x="9215" y="501"/>
                    <a:pt x="9225" y="501"/>
                    <a:pt x="9235" y="501"/>
                  </a:cubicBezTo>
                  <a:cubicBezTo>
                    <a:pt x="9256" y="501"/>
                    <a:pt x="9280" y="502"/>
                    <a:pt x="9306" y="508"/>
                  </a:cubicBezTo>
                  <a:lnTo>
                    <a:pt x="9272" y="525"/>
                  </a:lnTo>
                  <a:lnTo>
                    <a:pt x="9424" y="508"/>
                  </a:lnTo>
                  <a:cubicBezTo>
                    <a:pt x="9475" y="474"/>
                    <a:pt x="9433" y="466"/>
                    <a:pt x="9534" y="449"/>
                  </a:cubicBezTo>
                  <a:cubicBezTo>
                    <a:pt x="9577" y="474"/>
                    <a:pt x="9602" y="525"/>
                    <a:pt x="9577" y="550"/>
                  </a:cubicBezTo>
                  <a:cubicBezTo>
                    <a:pt x="9543" y="533"/>
                    <a:pt x="9475" y="542"/>
                    <a:pt x="9475" y="516"/>
                  </a:cubicBezTo>
                  <a:cubicBezTo>
                    <a:pt x="9433" y="542"/>
                    <a:pt x="9306" y="550"/>
                    <a:pt x="9331" y="584"/>
                  </a:cubicBezTo>
                  <a:lnTo>
                    <a:pt x="9314" y="584"/>
                  </a:lnTo>
                  <a:cubicBezTo>
                    <a:pt x="9230" y="533"/>
                    <a:pt x="9137" y="508"/>
                    <a:pt x="9044" y="499"/>
                  </a:cubicBezTo>
                  <a:cubicBezTo>
                    <a:pt x="9018" y="499"/>
                    <a:pt x="9018" y="516"/>
                    <a:pt x="9018" y="542"/>
                  </a:cubicBezTo>
                  <a:cubicBezTo>
                    <a:pt x="8993" y="533"/>
                    <a:pt x="8967" y="525"/>
                    <a:pt x="8934" y="525"/>
                  </a:cubicBezTo>
                  <a:cubicBezTo>
                    <a:pt x="8959" y="508"/>
                    <a:pt x="8984" y="499"/>
                    <a:pt x="9010" y="499"/>
                  </a:cubicBezTo>
                  <a:lnTo>
                    <a:pt x="8798" y="474"/>
                  </a:lnTo>
                  <a:lnTo>
                    <a:pt x="8815" y="457"/>
                  </a:lnTo>
                  <a:lnTo>
                    <a:pt x="8731" y="474"/>
                  </a:lnTo>
                  <a:cubicBezTo>
                    <a:pt x="8781" y="474"/>
                    <a:pt x="8858" y="482"/>
                    <a:pt x="8841" y="508"/>
                  </a:cubicBezTo>
                  <a:cubicBezTo>
                    <a:pt x="8825" y="509"/>
                    <a:pt x="8810" y="510"/>
                    <a:pt x="8797" y="510"/>
                  </a:cubicBezTo>
                  <a:cubicBezTo>
                    <a:pt x="8754" y="510"/>
                    <a:pt x="8720" y="505"/>
                    <a:pt x="8685" y="505"/>
                  </a:cubicBezTo>
                  <a:cubicBezTo>
                    <a:pt x="8660" y="505"/>
                    <a:pt x="8634" y="507"/>
                    <a:pt x="8604" y="516"/>
                  </a:cubicBezTo>
                  <a:cubicBezTo>
                    <a:pt x="8604" y="466"/>
                    <a:pt x="8570" y="457"/>
                    <a:pt x="8604" y="432"/>
                  </a:cubicBezTo>
                  <a:lnTo>
                    <a:pt x="8612" y="432"/>
                  </a:lnTo>
                  <a:cubicBezTo>
                    <a:pt x="8654" y="398"/>
                    <a:pt x="8714" y="381"/>
                    <a:pt x="8764" y="381"/>
                  </a:cubicBezTo>
                  <a:cubicBezTo>
                    <a:pt x="8587" y="347"/>
                    <a:pt x="8629" y="372"/>
                    <a:pt x="8477" y="347"/>
                  </a:cubicBezTo>
                  <a:cubicBezTo>
                    <a:pt x="8460" y="322"/>
                    <a:pt x="8621" y="330"/>
                    <a:pt x="8587" y="305"/>
                  </a:cubicBezTo>
                  <a:lnTo>
                    <a:pt x="8587" y="305"/>
                  </a:lnTo>
                  <a:lnTo>
                    <a:pt x="8731" y="330"/>
                  </a:lnTo>
                  <a:cubicBezTo>
                    <a:pt x="8722" y="330"/>
                    <a:pt x="8705" y="330"/>
                    <a:pt x="8688" y="339"/>
                  </a:cubicBezTo>
                  <a:cubicBezTo>
                    <a:pt x="8705" y="337"/>
                    <a:pt x="8721" y="337"/>
                    <a:pt x="8734" y="337"/>
                  </a:cubicBezTo>
                  <a:cubicBezTo>
                    <a:pt x="8778" y="337"/>
                    <a:pt x="8808" y="342"/>
                    <a:pt x="8838" y="342"/>
                  </a:cubicBezTo>
                  <a:cubicBezTo>
                    <a:pt x="8860" y="342"/>
                    <a:pt x="8881" y="339"/>
                    <a:pt x="8908" y="330"/>
                  </a:cubicBezTo>
                  <a:lnTo>
                    <a:pt x="8908" y="330"/>
                  </a:lnTo>
                  <a:cubicBezTo>
                    <a:pt x="8959" y="347"/>
                    <a:pt x="8832" y="347"/>
                    <a:pt x="8883" y="356"/>
                  </a:cubicBezTo>
                  <a:cubicBezTo>
                    <a:pt x="8841" y="356"/>
                    <a:pt x="8798" y="372"/>
                    <a:pt x="8773" y="406"/>
                  </a:cubicBezTo>
                  <a:cubicBezTo>
                    <a:pt x="8789" y="409"/>
                    <a:pt x="8801" y="410"/>
                    <a:pt x="8812" y="410"/>
                  </a:cubicBezTo>
                  <a:cubicBezTo>
                    <a:pt x="8874" y="410"/>
                    <a:pt x="8855" y="372"/>
                    <a:pt x="8942" y="372"/>
                  </a:cubicBezTo>
                  <a:lnTo>
                    <a:pt x="9010" y="398"/>
                  </a:lnTo>
                  <a:cubicBezTo>
                    <a:pt x="9061" y="398"/>
                    <a:pt x="8993" y="381"/>
                    <a:pt x="8993" y="372"/>
                  </a:cubicBezTo>
                  <a:cubicBezTo>
                    <a:pt x="9035" y="372"/>
                    <a:pt x="9077" y="381"/>
                    <a:pt x="9111" y="398"/>
                  </a:cubicBezTo>
                  <a:cubicBezTo>
                    <a:pt x="9103" y="389"/>
                    <a:pt x="9069" y="381"/>
                    <a:pt x="9077" y="364"/>
                  </a:cubicBezTo>
                  <a:lnTo>
                    <a:pt x="9077" y="364"/>
                  </a:lnTo>
                  <a:cubicBezTo>
                    <a:pt x="9143" y="397"/>
                    <a:pt x="9209" y="382"/>
                    <a:pt x="9274" y="427"/>
                  </a:cubicBezTo>
                  <a:lnTo>
                    <a:pt x="9274" y="427"/>
                  </a:lnTo>
                  <a:cubicBezTo>
                    <a:pt x="9248" y="403"/>
                    <a:pt x="9325" y="381"/>
                    <a:pt x="9357" y="381"/>
                  </a:cubicBezTo>
                  <a:lnTo>
                    <a:pt x="9221" y="330"/>
                  </a:lnTo>
                  <a:cubicBezTo>
                    <a:pt x="9084" y="330"/>
                    <a:pt x="8989" y="312"/>
                    <a:pt x="8848" y="312"/>
                  </a:cubicBezTo>
                  <a:cubicBezTo>
                    <a:pt x="8824" y="312"/>
                    <a:pt x="8800" y="312"/>
                    <a:pt x="8773" y="313"/>
                  </a:cubicBezTo>
                  <a:lnTo>
                    <a:pt x="8790" y="296"/>
                  </a:lnTo>
                  <a:cubicBezTo>
                    <a:pt x="8730" y="282"/>
                    <a:pt x="8685" y="276"/>
                    <a:pt x="8648" y="276"/>
                  </a:cubicBezTo>
                  <a:cubicBezTo>
                    <a:pt x="8524" y="276"/>
                    <a:pt x="8498" y="340"/>
                    <a:pt x="8350" y="340"/>
                  </a:cubicBezTo>
                  <a:cubicBezTo>
                    <a:pt x="8337" y="340"/>
                    <a:pt x="8323" y="340"/>
                    <a:pt x="8308" y="339"/>
                  </a:cubicBezTo>
                  <a:cubicBezTo>
                    <a:pt x="8303" y="317"/>
                    <a:pt x="8274" y="317"/>
                    <a:pt x="8247" y="317"/>
                  </a:cubicBezTo>
                  <a:cubicBezTo>
                    <a:pt x="8221" y="317"/>
                    <a:pt x="8198" y="317"/>
                    <a:pt x="8206" y="296"/>
                  </a:cubicBezTo>
                  <a:lnTo>
                    <a:pt x="8206" y="296"/>
                  </a:lnTo>
                  <a:cubicBezTo>
                    <a:pt x="8219" y="298"/>
                    <a:pt x="8228" y="299"/>
                    <a:pt x="8236" y="299"/>
                  </a:cubicBezTo>
                  <a:cubicBezTo>
                    <a:pt x="8270" y="299"/>
                    <a:pt x="8262" y="285"/>
                    <a:pt x="8248" y="271"/>
                  </a:cubicBezTo>
                  <a:lnTo>
                    <a:pt x="8248" y="271"/>
                  </a:lnTo>
                  <a:cubicBezTo>
                    <a:pt x="8216" y="287"/>
                    <a:pt x="8179" y="297"/>
                    <a:pt x="8144" y="297"/>
                  </a:cubicBezTo>
                  <a:cubicBezTo>
                    <a:pt x="8125" y="297"/>
                    <a:pt x="8106" y="294"/>
                    <a:pt x="8088" y="288"/>
                  </a:cubicBezTo>
                  <a:cubicBezTo>
                    <a:pt x="8113" y="271"/>
                    <a:pt x="8045" y="246"/>
                    <a:pt x="8130" y="246"/>
                  </a:cubicBezTo>
                  <a:cubicBezTo>
                    <a:pt x="8098" y="239"/>
                    <a:pt x="8065" y="234"/>
                    <a:pt x="8032" y="234"/>
                  </a:cubicBezTo>
                  <a:cubicBezTo>
                    <a:pt x="7985" y="234"/>
                    <a:pt x="7938" y="243"/>
                    <a:pt x="7893" y="262"/>
                  </a:cubicBezTo>
                  <a:cubicBezTo>
                    <a:pt x="7873" y="264"/>
                    <a:pt x="7857" y="265"/>
                    <a:pt x="7844" y="265"/>
                  </a:cubicBezTo>
                  <a:cubicBezTo>
                    <a:pt x="7747" y="265"/>
                    <a:pt x="7812" y="219"/>
                    <a:pt x="7693" y="219"/>
                  </a:cubicBezTo>
                  <a:cubicBezTo>
                    <a:pt x="7685" y="219"/>
                    <a:pt x="7675" y="220"/>
                    <a:pt x="7665" y="220"/>
                  </a:cubicBezTo>
                  <a:lnTo>
                    <a:pt x="7690" y="212"/>
                  </a:lnTo>
                  <a:lnTo>
                    <a:pt x="7580" y="212"/>
                  </a:lnTo>
                  <a:lnTo>
                    <a:pt x="7614" y="229"/>
                  </a:lnTo>
                  <a:lnTo>
                    <a:pt x="7487" y="246"/>
                  </a:lnTo>
                  <a:cubicBezTo>
                    <a:pt x="7394" y="262"/>
                    <a:pt x="7512" y="271"/>
                    <a:pt x="7504" y="288"/>
                  </a:cubicBezTo>
                  <a:lnTo>
                    <a:pt x="7529" y="262"/>
                  </a:lnTo>
                  <a:cubicBezTo>
                    <a:pt x="7541" y="264"/>
                    <a:pt x="7554" y="265"/>
                    <a:pt x="7568" y="265"/>
                  </a:cubicBezTo>
                  <a:cubicBezTo>
                    <a:pt x="7592" y="265"/>
                    <a:pt x="7618" y="263"/>
                    <a:pt x="7638" y="263"/>
                  </a:cubicBezTo>
                  <a:cubicBezTo>
                    <a:pt x="7657" y="263"/>
                    <a:pt x="7670" y="265"/>
                    <a:pt x="7673" y="271"/>
                  </a:cubicBezTo>
                  <a:cubicBezTo>
                    <a:pt x="7580" y="271"/>
                    <a:pt x="7606" y="296"/>
                    <a:pt x="7563" y="305"/>
                  </a:cubicBezTo>
                  <a:lnTo>
                    <a:pt x="7648" y="296"/>
                  </a:lnTo>
                  <a:lnTo>
                    <a:pt x="7673" y="322"/>
                  </a:lnTo>
                  <a:cubicBezTo>
                    <a:pt x="7707" y="330"/>
                    <a:pt x="7741" y="334"/>
                    <a:pt x="7774" y="334"/>
                  </a:cubicBezTo>
                  <a:cubicBezTo>
                    <a:pt x="7806" y="334"/>
                    <a:pt x="7838" y="330"/>
                    <a:pt x="7868" y="322"/>
                  </a:cubicBezTo>
                  <a:cubicBezTo>
                    <a:pt x="7864" y="320"/>
                    <a:pt x="7860" y="320"/>
                    <a:pt x="7856" y="320"/>
                  </a:cubicBezTo>
                  <a:cubicBezTo>
                    <a:pt x="7841" y="320"/>
                    <a:pt x="7826" y="328"/>
                    <a:pt x="7808" y="328"/>
                  </a:cubicBezTo>
                  <a:cubicBezTo>
                    <a:pt x="7800" y="328"/>
                    <a:pt x="7792" y="326"/>
                    <a:pt x="7783" y="322"/>
                  </a:cubicBezTo>
                  <a:cubicBezTo>
                    <a:pt x="7846" y="301"/>
                    <a:pt x="7914" y="286"/>
                    <a:pt x="7984" y="286"/>
                  </a:cubicBezTo>
                  <a:cubicBezTo>
                    <a:pt x="7999" y="286"/>
                    <a:pt x="8014" y="286"/>
                    <a:pt x="8029" y="288"/>
                  </a:cubicBezTo>
                  <a:cubicBezTo>
                    <a:pt x="8037" y="296"/>
                    <a:pt x="8054" y="305"/>
                    <a:pt x="8054" y="305"/>
                  </a:cubicBezTo>
                  <a:lnTo>
                    <a:pt x="8020" y="305"/>
                  </a:lnTo>
                  <a:cubicBezTo>
                    <a:pt x="8029" y="322"/>
                    <a:pt x="7969" y="330"/>
                    <a:pt x="8062" y="347"/>
                  </a:cubicBezTo>
                  <a:cubicBezTo>
                    <a:pt x="8029" y="372"/>
                    <a:pt x="7961" y="406"/>
                    <a:pt x="7961" y="415"/>
                  </a:cubicBezTo>
                  <a:cubicBezTo>
                    <a:pt x="7943" y="417"/>
                    <a:pt x="7926" y="418"/>
                    <a:pt x="7909" y="418"/>
                  </a:cubicBezTo>
                  <a:cubicBezTo>
                    <a:pt x="7867" y="418"/>
                    <a:pt x="7825" y="412"/>
                    <a:pt x="7783" y="406"/>
                  </a:cubicBezTo>
                  <a:lnTo>
                    <a:pt x="7783" y="398"/>
                  </a:lnTo>
                  <a:cubicBezTo>
                    <a:pt x="7770" y="396"/>
                    <a:pt x="7755" y="395"/>
                    <a:pt x="7738" y="395"/>
                  </a:cubicBezTo>
                  <a:cubicBezTo>
                    <a:pt x="7721" y="395"/>
                    <a:pt x="7704" y="396"/>
                    <a:pt x="7688" y="396"/>
                  </a:cubicBezTo>
                  <a:cubicBezTo>
                    <a:pt x="7656" y="396"/>
                    <a:pt x="7631" y="394"/>
                    <a:pt x="7631" y="381"/>
                  </a:cubicBezTo>
                  <a:cubicBezTo>
                    <a:pt x="7597" y="389"/>
                    <a:pt x="7521" y="389"/>
                    <a:pt x="7597" y="406"/>
                  </a:cubicBezTo>
                  <a:lnTo>
                    <a:pt x="7462" y="406"/>
                  </a:lnTo>
                  <a:cubicBezTo>
                    <a:pt x="7487" y="364"/>
                    <a:pt x="7360" y="347"/>
                    <a:pt x="7496" y="322"/>
                  </a:cubicBezTo>
                  <a:lnTo>
                    <a:pt x="7413" y="322"/>
                  </a:lnTo>
                  <a:cubicBezTo>
                    <a:pt x="7441" y="295"/>
                    <a:pt x="7379" y="287"/>
                    <a:pt x="7309" y="279"/>
                  </a:cubicBezTo>
                  <a:lnTo>
                    <a:pt x="7293" y="305"/>
                  </a:lnTo>
                  <a:cubicBezTo>
                    <a:pt x="7233" y="279"/>
                    <a:pt x="7174" y="262"/>
                    <a:pt x="7106" y="262"/>
                  </a:cubicBezTo>
                  <a:lnTo>
                    <a:pt x="6903" y="347"/>
                  </a:lnTo>
                  <a:lnTo>
                    <a:pt x="6844" y="347"/>
                  </a:lnTo>
                  <a:cubicBezTo>
                    <a:pt x="6827" y="330"/>
                    <a:pt x="6734" y="330"/>
                    <a:pt x="6768" y="305"/>
                  </a:cubicBezTo>
                  <a:cubicBezTo>
                    <a:pt x="6768" y="299"/>
                    <a:pt x="6781" y="293"/>
                    <a:pt x="6800" y="293"/>
                  </a:cubicBezTo>
                  <a:cubicBezTo>
                    <a:pt x="6808" y="293"/>
                    <a:pt x="6817" y="294"/>
                    <a:pt x="6827" y="296"/>
                  </a:cubicBezTo>
                  <a:cubicBezTo>
                    <a:pt x="6827" y="305"/>
                    <a:pt x="6827" y="305"/>
                    <a:pt x="6827" y="305"/>
                  </a:cubicBezTo>
                  <a:cubicBezTo>
                    <a:pt x="6844" y="288"/>
                    <a:pt x="6853" y="271"/>
                    <a:pt x="6802" y="254"/>
                  </a:cubicBezTo>
                  <a:lnTo>
                    <a:pt x="6802" y="254"/>
                  </a:lnTo>
                  <a:cubicBezTo>
                    <a:pt x="6815" y="258"/>
                    <a:pt x="6829" y="260"/>
                    <a:pt x="6844" y="260"/>
                  </a:cubicBezTo>
                  <a:cubicBezTo>
                    <a:pt x="6859" y="260"/>
                    <a:pt x="6874" y="258"/>
                    <a:pt x="6886" y="254"/>
                  </a:cubicBezTo>
                  <a:lnTo>
                    <a:pt x="6844" y="246"/>
                  </a:lnTo>
                  <a:cubicBezTo>
                    <a:pt x="6920" y="246"/>
                    <a:pt x="7022" y="212"/>
                    <a:pt x="7022" y="195"/>
                  </a:cubicBezTo>
                  <a:lnTo>
                    <a:pt x="7022" y="195"/>
                  </a:lnTo>
                  <a:cubicBezTo>
                    <a:pt x="7015" y="202"/>
                    <a:pt x="7007" y="204"/>
                    <a:pt x="6999" y="204"/>
                  </a:cubicBezTo>
                  <a:cubicBezTo>
                    <a:pt x="6975" y="204"/>
                    <a:pt x="6945" y="184"/>
                    <a:pt x="6920" y="178"/>
                  </a:cubicBezTo>
                  <a:cubicBezTo>
                    <a:pt x="6946" y="178"/>
                    <a:pt x="7013" y="161"/>
                    <a:pt x="6963" y="153"/>
                  </a:cubicBezTo>
                  <a:lnTo>
                    <a:pt x="6963" y="153"/>
                  </a:lnTo>
                  <a:cubicBezTo>
                    <a:pt x="6946" y="169"/>
                    <a:pt x="6819" y="178"/>
                    <a:pt x="6903" y="195"/>
                  </a:cubicBezTo>
                  <a:cubicBezTo>
                    <a:pt x="6882" y="199"/>
                    <a:pt x="6861" y="201"/>
                    <a:pt x="6839" y="201"/>
                  </a:cubicBezTo>
                  <a:cubicBezTo>
                    <a:pt x="6817" y="201"/>
                    <a:pt x="6793" y="199"/>
                    <a:pt x="6768" y="195"/>
                  </a:cubicBezTo>
                  <a:cubicBezTo>
                    <a:pt x="6819" y="186"/>
                    <a:pt x="6793" y="169"/>
                    <a:pt x="6802" y="153"/>
                  </a:cubicBezTo>
                  <a:cubicBezTo>
                    <a:pt x="6777" y="153"/>
                    <a:pt x="6760" y="178"/>
                    <a:pt x="6751" y="195"/>
                  </a:cubicBezTo>
                  <a:cubicBezTo>
                    <a:pt x="6633" y="163"/>
                    <a:pt x="6580" y="109"/>
                    <a:pt x="6450" y="109"/>
                  </a:cubicBezTo>
                  <a:cubicBezTo>
                    <a:pt x="6441" y="109"/>
                    <a:pt x="6431" y="110"/>
                    <a:pt x="6421" y="110"/>
                  </a:cubicBezTo>
                  <a:cubicBezTo>
                    <a:pt x="6404" y="119"/>
                    <a:pt x="6514" y="110"/>
                    <a:pt x="6497" y="127"/>
                  </a:cubicBezTo>
                  <a:cubicBezTo>
                    <a:pt x="6477" y="133"/>
                    <a:pt x="6460" y="136"/>
                    <a:pt x="6444" y="136"/>
                  </a:cubicBezTo>
                  <a:cubicBezTo>
                    <a:pt x="6380" y="136"/>
                    <a:pt x="6349" y="93"/>
                    <a:pt x="6283" y="93"/>
                  </a:cubicBezTo>
                  <a:cubicBezTo>
                    <a:pt x="6279" y="93"/>
                    <a:pt x="6274" y="93"/>
                    <a:pt x="6269" y="93"/>
                  </a:cubicBezTo>
                  <a:lnTo>
                    <a:pt x="6286" y="127"/>
                  </a:lnTo>
                  <a:lnTo>
                    <a:pt x="6151" y="127"/>
                  </a:lnTo>
                  <a:cubicBezTo>
                    <a:pt x="6142" y="119"/>
                    <a:pt x="6049" y="76"/>
                    <a:pt x="6125" y="76"/>
                  </a:cubicBezTo>
                  <a:cubicBezTo>
                    <a:pt x="6102" y="71"/>
                    <a:pt x="6082" y="69"/>
                    <a:pt x="6065" y="69"/>
                  </a:cubicBezTo>
                  <a:cubicBezTo>
                    <a:pt x="5976" y="69"/>
                    <a:pt x="5953" y="123"/>
                    <a:pt x="5849" y="123"/>
                  </a:cubicBezTo>
                  <a:cubicBezTo>
                    <a:pt x="5833" y="123"/>
                    <a:pt x="5815" y="122"/>
                    <a:pt x="5795" y="119"/>
                  </a:cubicBezTo>
                  <a:lnTo>
                    <a:pt x="5795" y="119"/>
                  </a:lnTo>
                  <a:cubicBezTo>
                    <a:pt x="5846" y="127"/>
                    <a:pt x="5897" y="136"/>
                    <a:pt x="5956" y="136"/>
                  </a:cubicBezTo>
                  <a:cubicBezTo>
                    <a:pt x="5880" y="153"/>
                    <a:pt x="5939" y="153"/>
                    <a:pt x="5931" y="178"/>
                  </a:cubicBezTo>
                  <a:cubicBezTo>
                    <a:pt x="5888" y="153"/>
                    <a:pt x="5753" y="161"/>
                    <a:pt x="5846" y="136"/>
                  </a:cubicBezTo>
                  <a:cubicBezTo>
                    <a:pt x="5812" y="131"/>
                    <a:pt x="5778" y="129"/>
                    <a:pt x="5746" y="129"/>
                  </a:cubicBezTo>
                  <a:cubicBezTo>
                    <a:pt x="5713" y="129"/>
                    <a:pt x="5681" y="131"/>
                    <a:pt x="5651" y="136"/>
                  </a:cubicBezTo>
                  <a:lnTo>
                    <a:pt x="5694" y="153"/>
                  </a:lnTo>
                  <a:cubicBezTo>
                    <a:pt x="5682" y="151"/>
                    <a:pt x="5670" y="150"/>
                    <a:pt x="5658" y="150"/>
                  </a:cubicBezTo>
                  <a:cubicBezTo>
                    <a:pt x="5602" y="150"/>
                    <a:pt x="5548" y="165"/>
                    <a:pt x="5499" y="186"/>
                  </a:cubicBezTo>
                  <a:cubicBezTo>
                    <a:pt x="5584" y="186"/>
                    <a:pt x="5598" y="157"/>
                    <a:pt x="5674" y="157"/>
                  </a:cubicBezTo>
                  <a:cubicBezTo>
                    <a:pt x="5689" y="157"/>
                    <a:pt x="5706" y="158"/>
                    <a:pt x="5728" y="161"/>
                  </a:cubicBezTo>
                  <a:cubicBezTo>
                    <a:pt x="5871" y="195"/>
                    <a:pt x="5694" y="178"/>
                    <a:pt x="5787" y="220"/>
                  </a:cubicBezTo>
                  <a:lnTo>
                    <a:pt x="5888" y="203"/>
                  </a:lnTo>
                  <a:lnTo>
                    <a:pt x="5846" y="195"/>
                  </a:lnTo>
                  <a:cubicBezTo>
                    <a:pt x="5851" y="188"/>
                    <a:pt x="5864" y="186"/>
                    <a:pt x="5880" y="186"/>
                  </a:cubicBezTo>
                  <a:cubicBezTo>
                    <a:pt x="5902" y="186"/>
                    <a:pt x="5929" y="189"/>
                    <a:pt x="5952" y="189"/>
                  </a:cubicBezTo>
                  <a:cubicBezTo>
                    <a:pt x="5975" y="189"/>
                    <a:pt x="5993" y="186"/>
                    <a:pt x="5990" y="169"/>
                  </a:cubicBezTo>
                  <a:lnTo>
                    <a:pt x="5990" y="169"/>
                  </a:lnTo>
                  <a:cubicBezTo>
                    <a:pt x="6091" y="212"/>
                    <a:pt x="6125" y="186"/>
                    <a:pt x="6227" y="229"/>
                  </a:cubicBezTo>
                  <a:cubicBezTo>
                    <a:pt x="6254" y="222"/>
                    <a:pt x="6232" y="215"/>
                    <a:pt x="6205" y="213"/>
                  </a:cubicBezTo>
                  <a:lnTo>
                    <a:pt x="6205" y="213"/>
                  </a:lnTo>
                  <a:cubicBezTo>
                    <a:pt x="6233" y="211"/>
                    <a:pt x="6248" y="198"/>
                    <a:pt x="6273" y="198"/>
                  </a:cubicBezTo>
                  <a:cubicBezTo>
                    <a:pt x="6285" y="198"/>
                    <a:pt x="6300" y="202"/>
                    <a:pt x="6320" y="212"/>
                  </a:cubicBezTo>
                  <a:cubicBezTo>
                    <a:pt x="6324" y="212"/>
                    <a:pt x="6327" y="213"/>
                    <a:pt x="6330" y="213"/>
                  </a:cubicBezTo>
                  <a:cubicBezTo>
                    <a:pt x="6352" y="213"/>
                    <a:pt x="6338" y="189"/>
                    <a:pt x="6299" y="181"/>
                  </a:cubicBezTo>
                  <a:lnTo>
                    <a:pt x="6299" y="181"/>
                  </a:lnTo>
                  <a:cubicBezTo>
                    <a:pt x="6318" y="182"/>
                    <a:pt x="6336" y="182"/>
                    <a:pt x="6354" y="182"/>
                  </a:cubicBezTo>
                  <a:cubicBezTo>
                    <a:pt x="6381" y="182"/>
                    <a:pt x="6409" y="182"/>
                    <a:pt x="6438" y="186"/>
                  </a:cubicBezTo>
                  <a:lnTo>
                    <a:pt x="6379" y="153"/>
                  </a:lnTo>
                  <a:lnTo>
                    <a:pt x="6447" y="153"/>
                  </a:lnTo>
                  <a:lnTo>
                    <a:pt x="6387" y="136"/>
                  </a:lnTo>
                  <a:cubicBezTo>
                    <a:pt x="6506" y="136"/>
                    <a:pt x="6624" y="153"/>
                    <a:pt x="6726" y="195"/>
                  </a:cubicBezTo>
                  <a:cubicBezTo>
                    <a:pt x="6616" y="220"/>
                    <a:pt x="6438" y="195"/>
                    <a:pt x="6370" y="237"/>
                  </a:cubicBezTo>
                  <a:cubicBezTo>
                    <a:pt x="6372" y="238"/>
                    <a:pt x="6374" y="238"/>
                    <a:pt x="6377" y="238"/>
                  </a:cubicBezTo>
                  <a:cubicBezTo>
                    <a:pt x="6391" y="238"/>
                    <a:pt x="6419" y="226"/>
                    <a:pt x="6445" y="226"/>
                  </a:cubicBezTo>
                  <a:cubicBezTo>
                    <a:pt x="6461" y="226"/>
                    <a:pt x="6477" y="231"/>
                    <a:pt x="6489" y="246"/>
                  </a:cubicBezTo>
                  <a:lnTo>
                    <a:pt x="6523" y="229"/>
                  </a:lnTo>
                  <a:cubicBezTo>
                    <a:pt x="6542" y="225"/>
                    <a:pt x="6569" y="221"/>
                    <a:pt x="6594" y="221"/>
                  </a:cubicBezTo>
                  <a:cubicBezTo>
                    <a:pt x="6625" y="221"/>
                    <a:pt x="6653" y="227"/>
                    <a:pt x="6658" y="246"/>
                  </a:cubicBezTo>
                  <a:cubicBezTo>
                    <a:pt x="6590" y="246"/>
                    <a:pt x="6523" y="262"/>
                    <a:pt x="6464" y="288"/>
                  </a:cubicBezTo>
                  <a:cubicBezTo>
                    <a:pt x="6464" y="296"/>
                    <a:pt x="6455" y="296"/>
                    <a:pt x="6438" y="296"/>
                  </a:cubicBezTo>
                  <a:lnTo>
                    <a:pt x="6328" y="296"/>
                  </a:lnTo>
                  <a:cubicBezTo>
                    <a:pt x="6286" y="288"/>
                    <a:pt x="6320" y="271"/>
                    <a:pt x="6320" y="271"/>
                  </a:cubicBezTo>
                  <a:cubicBezTo>
                    <a:pt x="6291" y="261"/>
                    <a:pt x="6263" y="258"/>
                    <a:pt x="6237" y="258"/>
                  </a:cubicBezTo>
                  <a:cubicBezTo>
                    <a:pt x="6170" y="258"/>
                    <a:pt x="6109" y="280"/>
                    <a:pt x="6038" y="280"/>
                  </a:cubicBezTo>
                  <a:cubicBezTo>
                    <a:pt x="6015" y="280"/>
                    <a:pt x="5990" y="277"/>
                    <a:pt x="5964" y="271"/>
                  </a:cubicBezTo>
                  <a:cubicBezTo>
                    <a:pt x="5964" y="254"/>
                    <a:pt x="5863" y="237"/>
                    <a:pt x="5897" y="229"/>
                  </a:cubicBezTo>
                  <a:cubicBezTo>
                    <a:pt x="5886" y="227"/>
                    <a:pt x="5875" y="226"/>
                    <a:pt x="5864" y="226"/>
                  </a:cubicBezTo>
                  <a:cubicBezTo>
                    <a:pt x="5816" y="226"/>
                    <a:pt x="5767" y="240"/>
                    <a:pt x="5719" y="254"/>
                  </a:cubicBezTo>
                  <a:cubicBezTo>
                    <a:pt x="5711" y="237"/>
                    <a:pt x="5601" y="237"/>
                    <a:pt x="5643" y="220"/>
                  </a:cubicBezTo>
                  <a:lnTo>
                    <a:pt x="5643" y="220"/>
                  </a:lnTo>
                  <a:lnTo>
                    <a:pt x="5567" y="246"/>
                  </a:lnTo>
                  <a:cubicBezTo>
                    <a:pt x="5516" y="237"/>
                    <a:pt x="5415" y="246"/>
                    <a:pt x="5398" y="220"/>
                  </a:cubicBezTo>
                  <a:cubicBezTo>
                    <a:pt x="5350" y="220"/>
                    <a:pt x="5368" y="242"/>
                    <a:pt x="5338" y="242"/>
                  </a:cubicBezTo>
                  <a:cubicBezTo>
                    <a:pt x="5330" y="242"/>
                    <a:pt x="5320" y="240"/>
                    <a:pt x="5305" y="237"/>
                  </a:cubicBezTo>
                  <a:cubicBezTo>
                    <a:pt x="5305" y="229"/>
                    <a:pt x="5305" y="229"/>
                    <a:pt x="5321" y="229"/>
                  </a:cubicBezTo>
                  <a:cubicBezTo>
                    <a:pt x="5292" y="219"/>
                    <a:pt x="5259" y="215"/>
                    <a:pt x="5229" y="215"/>
                  </a:cubicBezTo>
                  <a:cubicBezTo>
                    <a:pt x="5207" y="215"/>
                    <a:pt x="5187" y="217"/>
                    <a:pt x="5169" y="220"/>
                  </a:cubicBezTo>
                  <a:cubicBezTo>
                    <a:pt x="5186" y="229"/>
                    <a:pt x="5212" y="237"/>
                    <a:pt x="5237" y="237"/>
                  </a:cubicBezTo>
                  <a:cubicBezTo>
                    <a:pt x="5237" y="248"/>
                    <a:pt x="5210" y="259"/>
                    <a:pt x="5171" y="259"/>
                  </a:cubicBezTo>
                  <a:cubicBezTo>
                    <a:pt x="5148" y="259"/>
                    <a:pt x="5121" y="255"/>
                    <a:pt x="5093" y="246"/>
                  </a:cubicBezTo>
                  <a:cubicBezTo>
                    <a:pt x="5195" y="220"/>
                    <a:pt x="5017" y="212"/>
                    <a:pt x="5068" y="195"/>
                  </a:cubicBezTo>
                  <a:cubicBezTo>
                    <a:pt x="5046" y="193"/>
                    <a:pt x="5024" y="193"/>
                    <a:pt x="5002" y="193"/>
                  </a:cubicBezTo>
                  <a:cubicBezTo>
                    <a:pt x="4897" y="193"/>
                    <a:pt x="4792" y="209"/>
                    <a:pt x="4687" y="237"/>
                  </a:cubicBezTo>
                  <a:cubicBezTo>
                    <a:pt x="4579" y="231"/>
                    <a:pt x="4472" y="225"/>
                    <a:pt x="4361" y="225"/>
                  </a:cubicBezTo>
                  <a:cubicBezTo>
                    <a:pt x="4315" y="225"/>
                    <a:pt x="4269" y="226"/>
                    <a:pt x="4222" y="229"/>
                  </a:cubicBezTo>
                  <a:lnTo>
                    <a:pt x="4239" y="229"/>
                  </a:lnTo>
                  <a:lnTo>
                    <a:pt x="4171" y="246"/>
                  </a:lnTo>
                  <a:cubicBezTo>
                    <a:pt x="4129" y="246"/>
                    <a:pt x="4171" y="212"/>
                    <a:pt x="4103" y="212"/>
                  </a:cubicBezTo>
                  <a:cubicBezTo>
                    <a:pt x="4113" y="199"/>
                    <a:pt x="4130" y="196"/>
                    <a:pt x="4152" y="196"/>
                  </a:cubicBezTo>
                  <a:cubicBezTo>
                    <a:pt x="4176" y="196"/>
                    <a:pt x="4204" y="200"/>
                    <a:pt x="4233" y="200"/>
                  </a:cubicBezTo>
                  <a:cubicBezTo>
                    <a:pt x="4249" y="200"/>
                    <a:pt x="4266" y="199"/>
                    <a:pt x="4281" y="195"/>
                  </a:cubicBezTo>
                  <a:cubicBezTo>
                    <a:pt x="4171" y="161"/>
                    <a:pt x="4391" y="169"/>
                    <a:pt x="4315" y="144"/>
                  </a:cubicBezTo>
                  <a:lnTo>
                    <a:pt x="4315" y="144"/>
                  </a:lnTo>
                  <a:cubicBezTo>
                    <a:pt x="4301" y="163"/>
                    <a:pt x="4272" y="169"/>
                    <a:pt x="4236" y="169"/>
                  </a:cubicBezTo>
                  <a:cubicBezTo>
                    <a:pt x="4179" y="169"/>
                    <a:pt x="4104" y="155"/>
                    <a:pt x="4038" y="155"/>
                  </a:cubicBezTo>
                  <a:cubicBezTo>
                    <a:pt x="4016" y="155"/>
                    <a:pt x="3995" y="157"/>
                    <a:pt x="3976" y="161"/>
                  </a:cubicBezTo>
                  <a:cubicBezTo>
                    <a:pt x="3945" y="158"/>
                    <a:pt x="3941" y="154"/>
                    <a:pt x="3946" y="151"/>
                  </a:cubicBezTo>
                  <a:lnTo>
                    <a:pt x="3946" y="151"/>
                  </a:lnTo>
                  <a:lnTo>
                    <a:pt x="3943" y="153"/>
                  </a:lnTo>
                  <a:cubicBezTo>
                    <a:pt x="3909" y="144"/>
                    <a:pt x="3900" y="136"/>
                    <a:pt x="3900" y="119"/>
                  </a:cubicBezTo>
                  <a:cubicBezTo>
                    <a:pt x="3855" y="111"/>
                    <a:pt x="3809" y="107"/>
                    <a:pt x="3763" y="107"/>
                  </a:cubicBezTo>
                  <a:cubicBezTo>
                    <a:pt x="3708" y="107"/>
                    <a:pt x="3652" y="113"/>
                    <a:pt x="3596" y="127"/>
                  </a:cubicBezTo>
                  <a:cubicBezTo>
                    <a:pt x="3608" y="126"/>
                    <a:pt x="3617" y="126"/>
                    <a:pt x="3623" y="126"/>
                  </a:cubicBezTo>
                  <a:cubicBezTo>
                    <a:pt x="3677" y="126"/>
                    <a:pt x="3573" y="153"/>
                    <a:pt x="3663" y="161"/>
                  </a:cubicBezTo>
                  <a:cubicBezTo>
                    <a:pt x="3622" y="167"/>
                    <a:pt x="3584" y="173"/>
                    <a:pt x="3545" y="173"/>
                  </a:cubicBezTo>
                  <a:cubicBezTo>
                    <a:pt x="3528" y="173"/>
                    <a:pt x="3512" y="172"/>
                    <a:pt x="3494" y="169"/>
                  </a:cubicBezTo>
                  <a:cubicBezTo>
                    <a:pt x="3551" y="162"/>
                    <a:pt x="3454" y="132"/>
                    <a:pt x="3504" y="132"/>
                  </a:cubicBezTo>
                  <a:cubicBezTo>
                    <a:pt x="3514" y="132"/>
                    <a:pt x="3530" y="133"/>
                    <a:pt x="3553" y="136"/>
                  </a:cubicBezTo>
                  <a:cubicBezTo>
                    <a:pt x="3548" y="124"/>
                    <a:pt x="3537" y="120"/>
                    <a:pt x="3522" y="120"/>
                  </a:cubicBezTo>
                  <a:cubicBezTo>
                    <a:pt x="3500" y="120"/>
                    <a:pt x="3470" y="129"/>
                    <a:pt x="3439" y="129"/>
                  </a:cubicBezTo>
                  <a:cubicBezTo>
                    <a:pt x="3432" y="129"/>
                    <a:pt x="3425" y="128"/>
                    <a:pt x="3418" y="127"/>
                  </a:cubicBezTo>
                  <a:cubicBezTo>
                    <a:pt x="3445" y="120"/>
                    <a:pt x="3473" y="114"/>
                    <a:pt x="3500" y="107"/>
                  </a:cubicBezTo>
                  <a:lnTo>
                    <a:pt x="3500" y="107"/>
                  </a:lnTo>
                  <a:cubicBezTo>
                    <a:pt x="3487" y="109"/>
                    <a:pt x="3474" y="110"/>
                    <a:pt x="3459" y="110"/>
                  </a:cubicBezTo>
                  <a:cubicBezTo>
                    <a:pt x="3375" y="110"/>
                    <a:pt x="3267" y="77"/>
                    <a:pt x="3208" y="77"/>
                  </a:cubicBezTo>
                  <a:cubicBezTo>
                    <a:pt x="3192" y="77"/>
                    <a:pt x="3180" y="79"/>
                    <a:pt x="3173" y="85"/>
                  </a:cubicBezTo>
                  <a:cubicBezTo>
                    <a:pt x="3105" y="102"/>
                    <a:pt x="2995" y="119"/>
                    <a:pt x="2911" y="144"/>
                  </a:cubicBezTo>
                  <a:cubicBezTo>
                    <a:pt x="2818" y="119"/>
                    <a:pt x="2733" y="110"/>
                    <a:pt x="2640" y="110"/>
                  </a:cubicBezTo>
                  <a:lnTo>
                    <a:pt x="2657" y="93"/>
                  </a:lnTo>
                  <a:cubicBezTo>
                    <a:pt x="2631" y="89"/>
                    <a:pt x="2598" y="89"/>
                    <a:pt x="2561" y="89"/>
                  </a:cubicBezTo>
                  <a:cubicBezTo>
                    <a:pt x="2524" y="89"/>
                    <a:pt x="2483" y="89"/>
                    <a:pt x="2445" y="85"/>
                  </a:cubicBezTo>
                  <a:lnTo>
                    <a:pt x="2428" y="59"/>
                  </a:lnTo>
                  <a:cubicBezTo>
                    <a:pt x="2352" y="59"/>
                    <a:pt x="2268" y="59"/>
                    <a:pt x="2192" y="51"/>
                  </a:cubicBezTo>
                  <a:lnTo>
                    <a:pt x="2192" y="51"/>
                  </a:lnTo>
                  <a:cubicBezTo>
                    <a:pt x="2183" y="59"/>
                    <a:pt x="2268" y="68"/>
                    <a:pt x="2225" y="76"/>
                  </a:cubicBezTo>
                  <a:cubicBezTo>
                    <a:pt x="2243" y="80"/>
                    <a:pt x="2259" y="82"/>
                    <a:pt x="2271" y="82"/>
                  </a:cubicBezTo>
                  <a:cubicBezTo>
                    <a:pt x="2288" y="82"/>
                    <a:pt x="2298" y="78"/>
                    <a:pt x="2293" y="68"/>
                  </a:cubicBezTo>
                  <a:cubicBezTo>
                    <a:pt x="2327" y="68"/>
                    <a:pt x="2327" y="93"/>
                    <a:pt x="2361" y="110"/>
                  </a:cubicBezTo>
                  <a:lnTo>
                    <a:pt x="2200" y="110"/>
                  </a:lnTo>
                  <a:lnTo>
                    <a:pt x="2183" y="102"/>
                  </a:lnTo>
                  <a:lnTo>
                    <a:pt x="2175" y="127"/>
                  </a:lnTo>
                  <a:cubicBezTo>
                    <a:pt x="2124" y="119"/>
                    <a:pt x="2115" y="110"/>
                    <a:pt x="2124" y="102"/>
                  </a:cubicBezTo>
                  <a:lnTo>
                    <a:pt x="2124" y="102"/>
                  </a:lnTo>
                  <a:cubicBezTo>
                    <a:pt x="2051" y="109"/>
                    <a:pt x="2016" y="129"/>
                    <a:pt x="1943" y="129"/>
                  </a:cubicBezTo>
                  <a:cubicBezTo>
                    <a:pt x="1931" y="129"/>
                    <a:pt x="1918" y="128"/>
                    <a:pt x="1904" y="127"/>
                  </a:cubicBezTo>
                  <a:cubicBezTo>
                    <a:pt x="1946" y="102"/>
                    <a:pt x="1997" y="93"/>
                    <a:pt x="2048" y="93"/>
                  </a:cubicBezTo>
                  <a:lnTo>
                    <a:pt x="1938" y="93"/>
                  </a:lnTo>
                  <a:cubicBezTo>
                    <a:pt x="1988" y="68"/>
                    <a:pt x="2175" y="85"/>
                    <a:pt x="2149" y="51"/>
                  </a:cubicBezTo>
                  <a:cubicBezTo>
                    <a:pt x="2014" y="51"/>
                    <a:pt x="1879" y="68"/>
                    <a:pt x="1752" y="93"/>
                  </a:cubicBezTo>
                  <a:cubicBezTo>
                    <a:pt x="1722" y="76"/>
                    <a:pt x="1686" y="74"/>
                    <a:pt x="1647" y="74"/>
                  </a:cubicBezTo>
                  <a:cubicBezTo>
                    <a:pt x="1634" y="74"/>
                    <a:pt x="1621" y="74"/>
                    <a:pt x="1607" y="74"/>
                  </a:cubicBezTo>
                  <a:cubicBezTo>
                    <a:pt x="1580" y="74"/>
                    <a:pt x="1551" y="74"/>
                    <a:pt x="1523" y="68"/>
                  </a:cubicBezTo>
                  <a:cubicBezTo>
                    <a:pt x="1506" y="59"/>
                    <a:pt x="1481" y="51"/>
                    <a:pt x="1498" y="43"/>
                  </a:cubicBezTo>
                  <a:lnTo>
                    <a:pt x="1523" y="43"/>
                  </a:lnTo>
                  <a:cubicBezTo>
                    <a:pt x="1478" y="36"/>
                    <a:pt x="1432" y="33"/>
                    <a:pt x="1385" y="33"/>
                  </a:cubicBezTo>
                  <a:cubicBezTo>
                    <a:pt x="1309" y="33"/>
                    <a:pt x="1233" y="41"/>
                    <a:pt x="1159" y="51"/>
                  </a:cubicBezTo>
                  <a:lnTo>
                    <a:pt x="1100" y="17"/>
                  </a:lnTo>
                  <a:cubicBezTo>
                    <a:pt x="1075" y="14"/>
                    <a:pt x="1057" y="12"/>
                    <a:pt x="1045" y="12"/>
                  </a:cubicBezTo>
                  <a:cubicBezTo>
                    <a:pt x="980" y="12"/>
                    <a:pt x="1092" y="60"/>
                    <a:pt x="974" y="60"/>
                  </a:cubicBezTo>
                  <a:cubicBezTo>
                    <a:pt x="967" y="60"/>
                    <a:pt x="958" y="60"/>
                    <a:pt x="948" y="59"/>
                  </a:cubicBezTo>
                  <a:cubicBezTo>
                    <a:pt x="906" y="26"/>
                    <a:pt x="720" y="34"/>
                    <a:pt x="71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6"/>
            <p:cNvSpPr/>
            <p:nvPr/>
          </p:nvSpPr>
          <p:spPr>
            <a:xfrm rot="2935788">
              <a:off x="4869775" y="1371071"/>
              <a:ext cx="4181" cy="2459"/>
            </a:xfrm>
            <a:custGeom>
              <a:rect b="b" l="l" r="r" t="t"/>
              <a:pathLst>
                <a:path extrusionOk="0" h="60" w="102">
                  <a:moveTo>
                    <a:pt x="59" y="0"/>
                  </a:moveTo>
                  <a:cubicBezTo>
                    <a:pt x="51" y="17"/>
                    <a:pt x="0" y="51"/>
                    <a:pt x="26" y="60"/>
                  </a:cubicBezTo>
                  <a:cubicBezTo>
                    <a:pt x="9" y="51"/>
                    <a:pt x="102" y="0"/>
                    <a:pt x="5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6"/>
            <p:cNvSpPr/>
            <p:nvPr/>
          </p:nvSpPr>
          <p:spPr>
            <a:xfrm rot="2935788">
              <a:off x="4869494" y="1369675"/>
              <a:ext cx="2459" cy="2131"/>
            </a:xfrm>
            <a:custGeom>
              <a:rect b="b" l="l" r="r" t="t"/>
              <a:pathLst>
                <a:path extrusionOk="0" h="52" w="60">
                  <a:moveTo>
                    <a:pt x="60" y="0"/>
                  </a:moveTo>
                  <a:lnTo>
                    <a:pt x="18" y="26"/>
                  </a:lnTo>
                  <a:cubicBezTo>
                    <a:pt x="18" y="30"/>
                    <a:pt x="20" y="32"/>
                    <a:pt x="18" y="36"/>
                  </a:cubicBezTo>
                  <a:lnTo>
                    <a:pt x="18" y="36"/>
                  </a:lnTo>
                  <a:lnTo>
                    <a:pt x="60" y="0"/>
                  </a:lnTo>
                  <a:close/>
                  <a:moveTo>
                    <a:pt x="18" y="36"/>
                  </a:moveTo>
                  <a:lnTo>
                    <a:pt x="1" y="51"/>
                  </a:lnTo>
                  <a:cubicBezTo>
                    <a:pt x="13" y="43"/>
                    <a:pt x="17" y="39"/>
                    <a:pt x="18" y="3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6"/>
            <p:cNvSpPr/>
            <p:nvPr/>
          </p:nvSpPr>
          <p:spPr>
            <a:xfrm rot="2935788">
              <a:off x="4861410" y="1359033"/>
              <a:ext cx="7992" cy="6968"/>
            </a:xfrm>
            <a:custGeom>
              <a:rect b="b" l="l" r="r" t="t"/>
              <a:pathLst>
                <a:path extrusionOk="0" h="170" w="195">
                  <a:moveTo>
                    <a:pt x="144" y="0"/>
                  </a:moveTo>
                  <a:lnTo>
                    <a:pt x="144" y="0"/>
                  </a:lnTo>
                  <a:cubicBezTo>
                    <a:pt x="59" y="59"/>
                    <a:pt x="68" y="119"/>
                    <a:pt x="0" y="169"/>
                  </a:cubicBezTo>
                  <a:cubicBezTo>
                    <a:pt x="43" y="169"/>
                    <a:pt x="195" y="76"/>
                    <a:pt x="169" y="43"/>
                  </a:cubicBezTo>
                  <a:lnTo>
                    <a:pt x="169" y="43"/>
                  </a:lnTo>
                  <a:cubicBezTo>
                    <a:pt x="153" y="76"/>
                    <a:pt x="127" y="110"/>
                    <a:pt x="93" y="127"/>
                  </a:cubicBezTo>
                  <a:cubicBezTo>
                    <a:pt x="43" y="93"/>
                    <a:pt x="161" y="59"/>
                    <a:pt x="1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6"/>
            <p:cNvSpPr/>
            <p:nvPr/>
          </p:nvSpPr>
          <p:spPr>
            <a:xfrm rot="2935788">
              <a:off x="4869173" y="1360337"/>
              <a:ext cx="1762" cy="1803"/>
            </a:xfrm>
            <a:custGeom>
              <a:rect b="b" l="l" r="r" t="t"/>
              <a:pathLst>
                <a:path extrusionOk="0" h="44" w="43">
                  <a:moveTo>
                    <a:pt x="34" y="1"/>
                  </a:moveTo>
                  <a:lnTo>
                    <a:pt x="0" y="43"/>
                  </a:lnTo>
                  <a:lnTo>
                    <a:pt x="9" y="43"/>
                  </a:lnTo>
                  <a:lnTo>
                    <a:pt x="42"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6"/>
            <p:cNvSpPr/>
            <p:nvPr/>
          </p:nvSpPr>
          <p:spPr>
            <a:xfrm rot="2935788">
              <a:off x="4920155" y="1386685"/>
              <a:ext cx="1803" cy="1844"/>
            </a:xfrm>
            <a:custGeom>
              <a:rect b="b" l="l" r="r" t="t"/>
              <a:pathLst>
                <a:path extrusionOk="0" h="45" w="44">
                  <a:moveTo>
                    <a:pt x="43" y="1"/>
                  </a:moveTo>
                  <a:lnTo>
                    <a:pt x="43" y="1"/>
                  </a:lnTo>
                  <a:cubicBezTo>
                    <a:pt x="26" y="9"/>
                    <a:pt x="9" y="26"/>
                    <a:pt x="1" y="43"/>
                  </a:cubicBezTo>
                  <a:cubicBezTo>
                    <a:pt x="3" y="44"/>
                    <a:pt x="5" y="45"/>
                    <a:pt x="6" y="45"/>
                  </a:cubicBezTo>
                  <a:cubicBezTo>
                    <a:pt x="21" y="45"/>
                    <a:pt x="36" y="16"/>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6"/>
            <p:cNvSpPr/>
            <p:nvPr/>
          </p:nvSpPr>
          <p:spPr>
            <a:xfrm rot="2935788">
              <a:off x="4756374" y="1047276"/>
              <a:ext cx="18075" cy="369"/>
            </a:xfrm>
            <a:custGeom>
              <a:rect b="b" l="l" r="r" t="t"/>
              <a:pathLst>
                <a:path extrusionOk="0" h="9" w="441">
                  <a:moveTo>
                    <a:pt x="1" y="0"/>
                  </a:moveTo>
                  <a:lnTo>
                    <a:pt x="152" y="3"/>
                  </a:lnTo>
                  <a:lnTo>
                    <a:pt x="152" y="3"/>
                  </a:lnTo>
                  <a:cubicBezTo>
                    <a:pt x="100" y="2"/>
                    <a:pt x="51" y="0"/>
                    <a:pt x="1" y="0"/>
                  </a:cubicBezTo>
                  <a:close/>
                  <a:moveTo>
                    <a:pt x="152" y="3"/>
                  </a:moveTo>
                  <a:cubicBezTo>
                    <a:pt x="233" y="6"/>
                    <a:pt x="323" y="9"/>
                    <a:pt x="441" y="9"/>
                  </a:cubicBezTo>
                  <a:lnTo>
                    <a:pt x="152" y="3"/>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6"/>
            <p:cNvSpPr/>
            <p:nvPr/>
          </p:nvSpPr>
          <p:spPr>
            <a:xfrm rot="2935788">
              <a:off x="4976852" y="1377373"/>
              <a:ext cx="12542" cy="16682"/>
            </a:xfrm>
            <a:custGeom>
              <a:rect b="b" l="l" r="r" t="t"/>
              <a:pathLst>
                <a:path extrusionOk="0" h="407" w="306">
                  <a:moveTo>
                    <a:pt x="305" y="0"/>
                  </a:moveTo>
                  <a:lnTo>
                    <a:pt x="212" y="68"/>
                  </a:lnTo>
                  <a:cubicBezTo>
                    <a:pt x="153" y="187"/>
                    <a:pt x="77" y="297"/>
                    <a:pt x="1" y="406"/>
                  </a:cubicBezTo>
                  <a:cubicBezTo>
                    <a:pt x="69" y="347"/>
                    <a:pt x="128" y="271"/>
                    <a:pt x="170" y="187"/>
                  </a:cubicBezTo>
                  <a:cubicBezTo>
                    <a:pt x="195" y="119"/>
                    <a:pt x="246" y="51"/>
                    <a:pt x="30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6"/>
            <p:cNvSpPr/>
            <p:nvPr/>
          </p:nvSpPr>
          <p:spPr>
            <a:xfrm rot="2935788">
              <a:off x="4989350" y="1384727"/>
              <a:ext cx="4017" cy="5779"/>
            </a:xfrm>
            <a:custGeom>
              <a:rect b="b" l="l" r="r" t="t"/>
              <a:pathLst>
                <a:path extrusionOk="0" h="141" w="98">
                  <a:moveTo>
                    <a:pt x="80" y="0"/>
                  </a:moveTo>
                  <a:cubicBezTo>
                    <a:pt x="77" y="0"/>
                    <a:pt x="74" y="2"/>
                    <a:pt x="68" y="5"/>
                  </a:cubicBezTo>
                  <a:cubicBezTo>
                    <a:pt x="9" y="98"/>
                    <a:pt x="77" y="48"/>
                    <a:pt x="1" y="141"/>
                  </a:cubicBezTo>
                  <a:lnTo>
                    <a:pt x="85" y="90"/>
                  </a:lnTo>
                  <a:lnTo>
                    <a:pt x="85" y="90"/>
                  </a:lnTo>
                  <a:cubicBezTo>
                    <a:pt x="80" y="92"/>
                    <a:pt x="75" y="93"/>
                    <a:pt x="72" y="93"/>
                  </a:cubicBezTo>
                  <a:cubicBezTo>
                    <a:pt x="38" y="93"/>
                    <a:pt x="98" y="0"/>
                    <a:pt x="8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6"/>
            <p:cNvSpPr/>
            <p:nvPr/>
          </p:nvSpPr>
          <p:spPr>
            <a:xfrm rot="2935788">
              <a:off x="4957693" y="1367332"/>
              <a:ext cx="738" cy="1394"/>
            </a:xfrm>
            <a:custGeom>
              <a:rect b="b" l="l" r="r" t="t"/>
              <a:pathLst>
                <a:path extrusionOk="0" h="34" w="18">
                  <a:moveTo>
                    <a:pt x="17" y="0"/>
                  </a:moveTo>
                  <a:lnTo>
                    <a:pt x="0" y="26"/>
                  </a:lnTo>
                  <a:lnTo>
                    <a:pt x="9" y="34"/>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6"/>
            <p:cNvSpPr/>
            <p:nvPr/>
          </p:nvSpPr>
          <p:spPr>
            <a:xfrm rot="2935788">
              <a:off x="5013722" y="1379218"/>
              <a:ext cx="3525" cy="738"/>
            </a:xfrm>
            <a:custGeom>
              <a:rect b="b" l="l" r="r" t="t"/>
              <a:pathLst>
                <a:path extrusionOk="0" h="18" w="86">
                  <a:moveTo>
                    <a:pt x="1" y="0"/>
                  </a:moveTo>
                  <a:lnTo>
                    <a:pt x="52" y="17"/>
                  </a:lnTo>
                  <a:lnTo>
                    <a:pt x="86" y="17"/>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6"/>
            <p:cNvSpPr/>
            <p:nvPr/>
          </p:nvSpPr>
          <p:spPr>
            <a:xfrm rot="2935788">
              <a:off x="5016385" y="1381391"/>
              <a:ext cx="1435" cy="41"/>
            </a:xfrm>
            <a:custGeom>
              <a:rect b="b" l="l" r="r" t="t"/>
              <a:pathLst>
                <a:path extrusionOk="0" h="1" w="35">
                  <a:moveTo>
                    <a:pt x="34" y="1"/>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6"/>
            <p:cNvSpPr/>
            <p:nvPr/>
          </p:nvSpPr>
          <p:spPr>
            <a:xfrm rot="2935788">
              <a:off x="4956806" y="1364532"/>
              <a:ext cx="1803" cy="2500"/>
            </a:xfrm>
            <a:custGeom>
              <a:rect b="b" l="l" r="r" t="t"/>
              <a:pathLst>
                <a:path extrusionOk="0" h="61" w="44">
                  <a:moveTo>
                    <a:pt x="43" y="1"/>
                  </a:moveTo>
                  <a:lnTo>
                    <a:pt x="1" y="35"/>
                  </a:lnTo>
                  <a:lnTo>
                    <a:pt x="1" y="60"/>
                  </a:lnTo>
                  <a:lnTo>
                    <a:pt x="4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6"/>
            <p:cNvSpPr/>
            <p:nvPr/>
          </p:nvSpPr>
          <p:spPr>
            <a:xfrm rot="2935788">
              <a:off x="4973894" y="1372329"/>
              <a:ext cx="1476" cy="1230"/>
            </a:xfrm>
            <a:custGeom>
              <a:rect b="b" l="l" r="r" t="t"/>
              <a:pathLst>
                <a:path extrusionOk="0" h="30" w="36">
                  <a:moveTo>
                    <a:pt x="23" y="0"/>
                  </a:moveTo>
                  <a:cubicBezTo>
                    <a:pt x="20" y="0"/>
                    <a:pt x="16" y="1"/>
                    <a:pt x="9" y="4"/>
                  </a:cubicBezTo>
                  <a:lnTo>
                    <a:pt x="0" y="30"/>
                  </a:lnTo>
                  <a:cubicBezTo>
                    <a:pt x="0" y="30"/>
                    <a:pt x="35" y="0"/>
                    <a:pt x="2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6"/>
            <p:cNvSpPr/>
            <p:nvPr/>
          </p:nvSpPr>
          <p:spPr>
            <a:xfrm rot="2935788">
              <a:off x="4997640" y="1358821"/>
              <a:ext cx="4877" cy="369"/>
            </a:xfrm>
            <a:custGeom>
              <a:rect b="b" l="l" r="r" t="t"/>
              <a:pathLst>
                <a:path extrusionOk="0" h="9" w="119">
                  <a:moveTo>
                    <a:pt x="0" y="0"/>
                  </a:moveTo>
                  <a:lnTo>
                    <a:pt x="8" y="8"/>
                  </a:lnTo>
                  <a:lnTo>
                    <a:pt x="11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6"/>
            <p:cNvSpPr/>
            <p:nvPr/>
          </p:nvSpPr>
          <p:spPr>
            <a:xfrm rot="2935788">
              <a:off x="4978008" y="1367166"/>
              <a:ext cx="2008" cy="1148"/>
            </a:xfrm>
            <a:custGeom>
              <a:rect b="b" l="l" r="r" t="t"/>
              <a:pathLst>
                <a:path extrusionOk="0" h="28" w="49">
                  <a:moveTo>
                    <a:pt x="30" y="1"/>
                  </a:moveTo>
                  <a:cubicBezTo>
                    <a:pt x="28" y="1"/>
                    <a:pt x="22" y="4"/>
                    <a:pt x="7" y="15"/>
                  </a:cubicBezTo>
                  <a:cubicBezTo>
                    <a:pt x="0" y="24"/>
                    <a:pt x="1" y="28"/>
                    <a:pt x="6" y="28"/>
                  </a:cubicBezTo>
                  <a:cubicBezTo>
                    <a:pt x="13" y="28"/>
                    <a:pt x="33" y="17"/>
                    <a:pt x="49" y="7"/>
                  </a:cubicBezTo>
                  <a:lnTo>
                    <a:pt x="49" y="7"/>
                  </a:lnTo>
                  <a:cubicBezTo>
                    <a:pt x="36" y="14"/>
                    <a:pt x="30" y="16"/>
                    <a:pt x="27" y="16"/>
                  </a:cubicBezTo>
                  <a:cubicBezTo>
                    <a:pt x="20" y="16"/>
                    <a:pt x="34" y="1"/>
                    <a:pt x="3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6"/>
            <p:cNvSpPr/>
            <p:nvPr/>
          </p:nvSpPr>
          <p:spPr>
            <a:xfrm rot="2935788">
              <a:off x="4979680" y="1354904"/>
              <a:ext cx="1066" cy="41"/>
            </a:xfrm>
            <a:custGeom>
              <a:rect b="b" l="l" r="r" t="t"/>
              <a:pathLst>
                <a:path extrusionOk="0" h="1" w="26">
                  <a:moveTo>
                    <a:pt x="26" y="1"/>
                  </a:moveTo>
                  <a:cubicBezTo>
                    <a:pt x="17" y="1"/>
                    <a:pt x="9"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6"/>
            <p:cNvSpPr/>
            <p:nvPr/>
          </p:nvSpPr>
          <p:spPr>
            <a:xfrm rot="2935788">
              <a:off x="4980022" y="1356036"/>
              <a:ext cx="2459" cy="533"/>
            </a:xfrm>
            <a:custGeom>
              <a:rect b="b" l="l" r="r" t="t"/>
              <a:pathLst>
                <a:path extrusionOk="0" h="13" w="60">
                  <a:moveTo>
                    <a:pt x="17" y="0"/>
                  </a:moveTo>
                  <a:cubicBezTo>
                    <a:pt x="11" y="0"/>
                    <a:pt x="6" y="1"/>
                    <a:pt x="1" y="4"/>
                  </a:cubicBezTo>
                  <a:cubicBezTo>
                    <a:pt x="17" y="4"/>
                    <a:pt x="34" y="12"/>
                    <a:pt x="60" y="12"/>
                  </a:cubicBezTo>
                  <a:cubicBezTo>
                    <a:pt x="48" y="6"/>
                    <a:pt x="32" y="0"/>
                    <a:pt x="1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6"/>
            <p:cNvSpPr/>
            <p:nvPr/>
          </p:nvSpPr>
          <p:spPr>
            <a:xfrm rot="2935788">
              <a:off x="4972847" y="1346518"/>
              <a:ext cx="2500" cy="779"/>
            </a:xfrm>
            <a:custGeom>
              <a:rect b="b" l="l" r="r" t="t"/>
              <a:pathLst>
                <a:path extrusionOk="0" h="19" w="61">
                  <a:moveTo>
                    <a:pt x="60" y="0"/>
                  </a:moveTo>
                  <a:cubicBezTo>
                    <a:pt x="18" y="0"/>
                    <a:pt x="1" y="0"/>
                    <a:pt x="9" y="9"/>
                  </a:cubicBezTo>
                  <a:lnTo>
                    <a:pt x="26" y="9"/>
                  </a:lnTo>
                  <a:cubicBezTo>
                    <a:pt x="16" y="16"/>
                    <a:pt x="12" y="18"/>
                    <a:pt x="14" y="18"/>
                  </a:cubicBezTo>
                  <a:cubicBezTo>
                    <a:pt x="15" y="18"/>
                    <a:pt x="25" y="14"/>
                    <a:pt x="35" y="9"/>
                  </a:cubicBezTo>
                  <a:cubicBezTo>
                    <a:pt x="47" y="4"/>
                    <a:pt x="54" y="4"/>
                    <a:pt x="57" y="4"/>
                  </a:cubicBezTo>
                  <a:cubicBezTo>
                    <a:pt x="60" y="4"/>
                    <a:pt x="60" y="4"/>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6"/>
            <p:cNvSpPr/>
            <p:nvPr/>
          </p:nvSpPr>
          <p:spPr>
            <a:xfrm rot="2935788">
              <a:off x="4957936" y="1303525"/>
              <a:ext cx="9427" cy="1844"/>
            </a:xfrm>
            <a:custGeom>
              <a:rect b="b" l="l" r="r" t="t"/>
              <a:pathLst>
                <a:path extrusionOk="0" h="45" w="230">
                  <a:moveTo>
                    <a:pt x="1" y="1"/>
                  </a:moveTo>
                  <a:cubicBezTo>
                    <a:pt x="86" y="18"/>
                    <a:pt x="111" y="26"/>
                    <a:pt x="111" y="43"/>
                  </a:cubicBezTo>
                  <a:cubicBezTo>
                    <a:pt x="119" y="44"/>
                    <a:pt x="127" y="45"/>
                    <a:pt x="133" y="45"/>
                  </a:cubicBezTo>
                  <a:cubicBezTo>
                    <a:pt x="186" y="45"/>
                    <a:pt x="184" y="18"/>
                    <a:pt x="229" y="18"/>
                  </a:cubicBezTo>
                  <a:cubicBezTo>
                    <a:pt x="128" y="18"/>
                    <a:pt x="11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6"/>
            <p:cNvSpPr/>
            <p:nvPr/>
          </p:nvSpPr>
          <p:spPr>
            <a:xfrm rot="2935788">
              <a:off x="4965625" y="1307552"/>
              <a:ext cx="41" cy="41"/>
            </a:xfrm>
            <a:custGeom>
              <a:rect b="b" l="l" r="r" t="t"/>
              <a:pathLst>
                <a:path extrusionOk="0" h="1" w="1">
                  <a:moveTo>
                    <a:pt x="1" y="1"/>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6"/>
            <p:cNvSpPr/>
            <p:nvPr/>
          </p:nvSpPr>
          <p:spPr>
            <a:xfrm rot="2935788">
              <a:off x="4969661" y="1357300"/>
              <a:ext cx="1762" cy="1066"/>
            </a:xfrm>
            <a:custGeom>
              <a:rect b="b" l="l" r="r" t="t"/>
              <a:pathLst>
                <a:path extrusionOk="0" h="26" w="43">
                  <a:moveTo>
                    <a:pt x="43" y="0"/>
                  </a:moveTo>
                  <a:cubicBezTo>
                    <a:pt x="26" y="9"/>
                    <a:pt x="17" y="17"/>
                    <a:pt x="0" y="25"/>
                  </a:cubicBezTo>
                  <a:lnTo>
                    <a:pt x="9" y="25"/>
                  </a:lnTo>
                  <a:lnTo>
                    <a:pt x="4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6"/>
            <p:cNvSpPr/>
            <p:nvPr/>
          </p:nvSpPr>
          <p:spPr>
            <a:xfrm rot="2935788">
              <a:off x="4956530" y="1296586"/>
              <a:ext cx="2828" cy="492"/>
            </a:xfrm>
            <a:custGeom>
              <a:rect b="b" l="l" r="r" t="t"/>
              <a:pathLst>
                <a:path extrusionOk="0" h="12" w="69">
                  <a:moveTo>
                    <a:pt x="32" y="1"/>
                  </a:moveTo>
                  <a:cubicBezTo>
                    <a:pt x="15" y="1"/>
                    <a:pt x="1" y="3"/>
                    <a:pt x="9" y="3"/>
                  </a:cubicBezTo>
                  <a:cubicBezTo>
                    <a:pt x="26" y="3"/>
                    <a:pt x="51" y="3"/>
                    <a:pt x="68" y="12"/>
                  </a:cubicBezTo>
                  <a:cubicBezTo>
                    <a:pt x="68" y="3"/>
                    <a:pt x="49" y="1"/>
                    <a:pt x="3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6"/>
            <p:cNvSpPr/>
            <p:nvPr/>
          </p:nvSpPr>
          <p:spPr>
            <a:xfrm rot="2935788">
              <a:off x="4952524" y="1316944"/>
              <a:ext cx="3525" cy="1107"/>
            </a:xfrm>
            <a:custGeom>
              <a:rect b="b" l="l" r="r" t="t"/>
              <a:pathLst>
                <a:path extrusionOk="0" h="27" w="86">
                  <a:moveTo>
                    <a:pt x="22" y="0"/>
                  </a:moveTo>
                  <a:cubicBezTo>
                    <a:pt x="15" y="0"/>
                    <a:pt x="7" y="3"/>
                    <a:pt x="1" y="10"/>
                  </a:cubicBezTo>
                  <a:cubicBezTo>
                    <a:pt x="9" y="18"/>
                    <a:pt x="60" y="18"/>
                    <a:pt x="85" y="27"/>
                  </a:cubicBezTo>
                  <a:cubicBezTo>
                    <a:pt x="67" y="20"/>
                    <a:pt x="43" y="0"/>
                    <a:pt x="2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6"/>
            <p:cNvSpPr/>
            <p:nvPr/>
          </p:nvSpPr>
          <p:spPr>
            <a:xfrm rot="2935788">
              <a:off x="4947838" y="1290857"/>
              <a:ext cx="3238" cy="1517"/>
            </a:xfrm>
            <a:custGeom>
              <a:rect b="b" l="l" r="r" t="t"/>
              <a:pathLst>
                <a:path extrusionOk="0" h="37" w="79">
                  <a:moveTo>
                    <a:pt x="24" y="1"/>
                  </a:moveTo>
                  <a:cubicBezTo>
                    <a:pt x="18" y="1"/>
                    <a:pt x="10" y="1"/>
                    <a:pt x="1" y="2"/>
                  </a:cubicBezTo>
                  <a:cubicBezTo>
                    <a:pt x="18" y="2"/>
                    <a:pt x="35" y="19"/>
                    <a:pt x="26" y="36"/>
                  </a:cubicBezTo>
                  <a:cubicBezTo>
                    <a:pt x="49" y="29"/>
                    <a:pt x="78" y="1"/>
                    <a:pt x="2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6"/>
            <p:cNvSpPr/>
            <p:nvPr/>
          </p:nvSpPr>
          <p:spPr>
            <a:xfrm rot="2935788">
              <a:off x="4949061" y="1311888"/>
              <a:ext cx="2828" cy="410"/>
            </a:xfrm>
            <a:custGeom>
              <a:rect b="b" l="l" r="r" t="t"/>
              <a:pathLst>
                <a:path extrusionOk="0" h="10" w="69">
                  <a:moveTo>
                    <a:pt x="0" y="1"/>
                  </a:moveTo>
                  <a:lnTo>
                    <a:pt x="9"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6"/>
            <p:cNvSpPr/>
            <p:nvPr/>
          </p:nvSpPr>
          <p:spPr>
            <a:xfrm rot="2935788">
              <a:off x="4942649" y="1321415"/>
              <a:ext cx="7009" cy="3566"/>
            </a:xfrm>
            <a:custGeom>
              <a:rect b="b" l="l" r="r" t="t"/>
              <a:pathLst>
                <a:path extrusionOk="0" h="87" w="171">
                  <a:moveTo>
                    <a:pt x="64" y="1"/>
                  </a:moveTo>
                  <a:cubicBezTo>
                    <a:pt x="29" y="1"/>
                    <a:pt x="94" y="36"/>
                    <a:pt x="35" y="36"/>
                  </a:cubicBezTo>
                  <a:cubicBezTo>
                    <a:pt x="30" y="36"/>
                    <a:pt x="24" y="36"/>
                    <a:pt x="18" y="36"/>
                  </a:cubicBezTo>
                  <a:lnTo>
                    <a:pt x="18" y="36"/>
                  </a:lnTo>
                  <a:cubicBezTo>
                    <a:pt x="77" y="44"/>
                    <a:pt x="111" y="78"/>
                    <a:pt x="102" y="86"/>
                  </a:cubicBezTo>
                  <a:cubicBezTo>
                    <a:pt x="170" y="69"/>
                    <a:pt x="1" y="19"/>
                    <a:pt x="119" y="10"/>
                  </a:cubicBezTo>
                  <a:cubicBezTo>
                    <a:pt x="90" y="3"/>
                    <a:pt x="73" y="1"/>
                    <a:pt x="6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6"/>
            <p:cNvSpPr/>
            <p:nvPr/>
          </p:nvSpPr>
          <p:spPr>
            <a:xfrm rot="2935788">
              <a:off x="4943792" y="1320271"/>
              <a:ext cx="1066" cy="287"/>
            </a:xfrm>
            <a:custGeom>
              <a:rect b="b" l="l" r="r" t="t"/>
              <a:pathLst>
                <a:path extrusionOk="0" h="7" w="26">
                  <a:moveTo>
                    <a:pt x="13" y="0"/>
                  </a:moveTo>
                  <a:cubicBezTo>
                    <a:pt x="9" y="0"/>
                    <a:pt x="5" y="2"/>
                    <a:pt x="0" y="7"/>
                  </a:cubicBezTo>
                  <a:lnTo>
                    <a:pt x="26" y="7"/>
                  </a:lnTo>
                  <a:cubicBezTo>
                    <a:pt x="22" y="2"/>
                    <a:pt x="17" y="0"/>
                    <a:pt x="1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6"/>
            <p:cNvSpPr/>
            <p:nvPr/>
          </p:nvSpPr>
          <p:spPr>
            <a:xfrm rot="2935788">
              <a:off x="4926448" y="1287047"/>
              <a:ext cx="1066" cy="410"/>
            </a:xfrm>
            <a:custGeom>
              <a:rect b="b" l="l" r="r" t="t"/>
              <a:pathLst>
                <a:path extrusionOk="0" h="10" w="26">
                  <a:moveTo>
                    <a:pt x="0" y="9"/>
                  </a:move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6"/>
            <p:cNvSpPr/>
            <p:nvPr/>
          </p:nvSpPr>
          <p:spPr>
            <a:xfrm rot="2935788">
              <a:off x="4930550" y="1308528"/>
              <a:ext cx="9386" cy="1926"/>
            </a:xfrm>
            <a:custGeom>
              <a:rect b="b" l="l" r="r" t="t"/>
              <a:pathLst>
                <a:path extrusionOk="0" h="47" w="229">
                  <a:moveTo>
                    <a:pt x="229" y="1"/>
                  </a:moveTo>
                  <a:cubicBezTo>
                    <a:pt x="161" y="18"/>
                    <a:pt x="0" y="1"/>
                    <a:pt x="9" y="43"/>
                  </a:cubicBezTo>
                  <a:cubicBezTo>
                    <a:pt x="21" y="45"/>
                    <a:pt x="34" y="46"/>
                    <a:pt x="48" y="46"/>
                  </a:cubicBezTo>
                  <a:cubicBezTo>
                    <a:pt x="81" y="46"/>
                    <a:pt x="117" y="41"/>
                    <a:pt x="152" y="35"/>
                  </a:cubicBezTo>
                  <a:lnTo>
                    <a:pt x="127" y="26"/>
                  </a:lnTo>
                  <a:lnTo>
                    <a:pt x="22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6"/>
            <p:cNvSpPr/>
            <p:nvPr/>
          </p:nvSpPr>
          <p:spPr>
            <a:xfrm rot="2935788">
              <a:off x="4927438" y="1257411"/>
              <a:ext cx="2377" cy="820"/>
            </a:xfrm>
            <a:custGeom>
              <a:rect b="b" l="l" r="r" t="t"/>
              <a:pathLst>
                <a:path extrusionOk="0" h="20" w="58">
                  <a:moveTo>
                    <a:pt x="7" y="0"/>
                  </a:moveTo>
                  <a:lnTo>
                    <a:pt x="7" y="0"/>
                  </a:lnTo>
                  <a:cubicBezTo>
                    <a:pt x="20" y="7"/>
                    <a:pt x="1" y="19"/>
                    <a:pt x="6" y="19"/>
                  </a:cubicBezTo>
                  <a:cubicBezTo>
                    <a:pt x="8" y="19"/>
                    <a:pt x="10" y="19"/>
                    <a:pt x="15" y="17"/>
                  </a:cubicBezTo>
                  <a:lnTo>
                    <a:pt x="58" y="8"/>
                  </a:lnTo>
                  <a:lnTo>
                    <a:pt x="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6"/>
            <p:cNvSpPr/>
            <p:nvPr/>
          </p:nvSpPr>
          <p:spPr>
            <a:xfrm rot="2935788">
              <a:off x="4928078" y="1256602"/>
              <a:ext cx="41" cy="41"/>
            </a:xfrm>
            <a:custGeom>
              <a:rect b="b" l="l" r="r" t="t"/>
              <a:pathLst>
                <a:path extrusionOk="0" h="1" w="1">
                  <a:moveTo>
                    <a:pt x="0"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6"/>
            <p:cNvSpPr/>
            <p:nvPr/>
          </p:nvSpPr>
          <p:spPr>
            <a:xfrm rot="2935788">
              <a:off x="4931196" y="1293490"/>
              <a:ext cx="3484" cy="574"/>
            </a:xfrm>
            <a:custGeom>
              <a:rect b="b" l="l" r="r" t="t"/>
              <a:pathLst>
                <a:path extrusionOk="0" h="14" w="85">
                  <a:moveTo>
                    <a:pt x="20" y="0"/>
                  </a:moveTo>
                  <a:cubicBezTo>
                    <a:pt x="9" y="0"/>
                    <a:pt x="0" y="2"/>
                    <a:pt x="0" y="8"/>
                  </a:cubicBezTo>
                  <a:cubicBezTo>
                    <a:pt x="17" y="12"/>
                    <a:pt x="32" y="14"/>
                    <a:pt x="46" y="14"/>
                  </a:cubicBezTo>
                  <a:cubicBezTo>
                    <a:pt x="60" y="14"/>
                    <a:pt x="72" y="12"/>
                    <a:pt x="85" y="8"/>
                  </a:cubicBezTo>
                  <a:cubicBezTo>
                    <a:pt x="79" y="8"/>
                    <a:pt x="44" y="0"/>
                    <a:pt x="2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6"/>
            <p:cNvSpPr/>
            <p:nvPr/>
          </p:nvSpPr>
          <p:spPr>
            <a:xfrm rot="2935788">
              <a:off x="4918491" y="1250008"/>
              <a:ext cx="3156" cy="41"/>
            </a:xfrm>
            <a:custGeom>
              <a:rect b="b" l="l" r="r" t="t"/>
              <a:pathLst>
                <a:path extrusionOk="0" h="1" w="77">
                  <a:moveTo>
                    <a:pt x="9" y="0"/>
                  </a:moveTo>
                  <a:lnTo>
                    <a:pt x="77" y="0"/>
                  </a:ln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6"/>
            <p:cNvSpPr/>
            <p:nvPr/>
          </p:nvSpPr>
          <p:spPr>
            <a:xfrm rot="2935788">
              <a:off x="4910437" y="1235455"/>
              <a:ext cx="2828" cy="738"/>
            </a:xfrm>
            <a:custGeom>
              <a:rect b="b" l="l" r="r" t="t"/>
              <a:pathLst>
                <a:path extrusionOk="0" h="18" w="69">
                  <a:moveTo>
                    <a:pt x="60" y="1"/>
                  </a:moveTo>
                  <a:lnTo>
                    <a:pt x="1" y="9"/>
                  </a:lnTo>
                  <a:lnTo>
                    <a:pt x="9" y="18"/>
                  </a:lnTo>
                  <a:lnTo>
                    <a:pt x="68" y="9"/>
                  </a:lnTo>
                  <a:lnTo>
                    <a:pt x="6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6"/>
            <p:cNvSpPr/>
            <p:nvPr/>
          </p:nvSpPr>
          <p:spPr>
            <a:xfrm rot="2935788">
              <a:off x="4900547" y="1267487"/>
              <a:ext cx="4468" cy="1517"/>
            </a:xfrm>
            <a:custGeom>
              <a:rect b="b" l="l" r="r" t="t"/>
              <a:pathLst>
                <a:path extrusionOk="0" h="37" w="109">
                  <a:moveTo>
                    <a:pt x="1" y="0"/>
                  </a:moveTo>
                  <a:lnTo>
                    <a:pt x="1" y="0"/>
                  </a:lnTo>
                  <a:cubicBezTo>
                    <a:pt x="10" y="13"/>
                    <a:pt x="16" y="16"/>
                    <a:pt x="23" y="16"/>
                  </a:cubicBezTo>
                  <a:cubicBezTo>
                    <a:pt x="29" y="16"/>
                    <a:pt x="37" y="12"/>
                    <a:pt x="50" y="12"/>
                  </a:cubicBezTo>
                  <a:cubicBezTo>
                    <a:pt x="57" y="12"/>
                    <a:pt x="66" y="14"/>
                    <a:pt x="77" y="17"/>
                  </a:cubicBezTo>
                  <a:lnTo>
                    <a:pt x="18" y="34"/>
                  </a:lnTo>
                  <a:cubicBezTo>
                    <a:pt x="25" y="35"/>
                    <a:pt x="32" y="36"/>
                    <a:pt x="39" y="36"/>
                  </a:cubicBezTo>
                  <a:cubicBezTo>
                    <a:pt x="79" y="36"/>
                    <a:pt x="109" y="16"/>
                    <a:pt x="94" y="9"/>
                  </a:cubicBezTo>
                  <a:lnTo>
                    <a:pt x="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6"/>
            <p:cNvSpPr/>
            <p:nvPr/>
          </p:nvSpPr>
          <p:spPr>
            <a:xfrm rot="2935788">
              <a:off x="4805588" y="1141326"/>
              <a:ext cx="70087" cy="7746"/>
            </a:xfrm>
            <a:custGeom>
              <a:rect b="b" l="l" r="r" t="t"/>
              <a:pathLst>
                <a:path extrusionOk="0" h="189" w="1710">
                  <a:moveTo>
                    <a:pt x="0" y="0"/>
                  </a:moveTo>
                  <a:lnTo>
                    <a:pt x="29" y="2"/>
                  </a:lnTo>
                  <a:lnTo>
                    <a:pt x="29" y="2"/>
                  </a:lnTo>
                  <a:cubicBezTo>
                    <a:pt x="20" y="1"/>
                    <a:pt x="10" y="0"/>
                    <a:pt x="0" y="0"/>
                  </a:cubicBezTo>
                  <a:close/>
                  <a:moveTo>
                    <a:pt x="1312" y="60"/>
                  </a:moveTo>
                  <a:cubicBezTo>
                    <a:pt x="1310" y="60"/>
                    <a:pt x="1308" y="60"/>
                    <a:pt x="1306" y="61"/>
                  </a:cubicBezTo>
                  <a:lnTo>
                    <a:pt x="1306" y="61"/>
                  </a:lnTo>
                  <a:cubicBezTo>
                    <a:pt x="1308" y="60"/>
                    <a:pt x="1310" y="60"/>
                    <a:pt x="1312" y="60"/>
                  </a:cubicBezTo>
                  <a:close/>
                  <a:moveTo>
                    <a:pt x="384" y="119"/>
                  </a:moveTo>
                  <a:cubicBezTo>
                    <a:pt x="383" y="119"/>
                    <a:pt x="382" y="119"/>
                    <a:pt x="381" y="119"/>
                  </a:cubicBezTo>
                  <a:lnTo>
                    <a:pt x="398" y="119"/>
                  </a:lnTo>
                  <a:cubicBezTo>
                    <a:pt x="393" y="119"/>
                    <a:pt x="388" y="119"/>
                    <a:pt x="384" y="119"/>
                  </a:cubicBezTo>
                  <a:close/>
                  <a:moveTo>
                    <a:pt x="1078" y="185"/>
                  </a:moveTo>
                  <a:lnTo>
                    <a:pt x="1066" y="186"/>
                  </a:lnTo>
                  <a:cubicBezTo>
                    <a:pt x="1071" y="186"/>
                    <a:pt x="1075" y="186"/>
                    <a:pt x="1078" y="185"/>
                  </a:cubicBezTo>
                  <a:close/>
                  <a:moveTo>
                    <a:pt x="29" y="2"/>
                  </a:moveTo>
                  <a:cubicBezTo>
                    <a:pt x="65" y="7"/>
                    <a:pt x="95" y="19"/>
                    <a:pt x="136" y="26"/>
                  </a:cubicBezTo>
                  <a:cubicBezTo>
                    <a:pt x="60" y="60"/>
                    <a:pt x="212" y="43"/>
                    <a:pt x="187" y="68"/>
                  </a:cubicBezTo>
                  <a:cubicBezTo>
                    <a:pt x="173" y="72"/>
                    <a:pt x="159" y="74"/>
                    <a:pt x="145" y="74"/>
                  </a:cubicBezTo>
                  <a:cubicBezTo>
                    <a:pt x="125" y="74"/>
                    <a:pt x="105" y="69"/>
                    <a:pt x="85" y="60"/>
                  </a:cubicBezTo>
                  <a:lnTo>
                    <a:pt x="85" y="60"/>
                  </a:lnTo>
                  <a:cubicBezTo>
                    <a:pt x="77" y="76"/>
                    <a:pt x="110" y="93"/>
                    <a:pt x="110" y="110"/>
                  </a:cubicBezTo>
                  <a:cubicBezTo>
                    <a:pt x="131" y="117"/>
                    <a:pt x="148" y="119"/>
                    <a:pt x="164" y="119"/>
                  </a:cubicBezTo>
                  <a:cubicBezTo>
                    <a:pt x="224" y="119"/>
                    <a:pt x="259" y="82"/>
                    <a:pt x="331" y="82"/>
                  </a:cubicBezTo>
                  <a:cubicBezTo>
                    <a:pt x="341" y="82"/>
                    <a:pt x="352" y="83"/>
                    <a:pt x="364" y="85"/>
                  </a:cubicBezTo>
                  <a:cubicBezTo>
                    <a:pt x="356" y="101"/>
                    <a:pt x="326" y="117"/>
                    <a:pt x="384" y="119"/>
                  </a:cubicBezTo>
                  <a:lnTo>
                    <a:pt x="384" y="119"/>
                  </a:lnTo>
                  <a:cubicBezTo>
                    <a:pt x="391" y="118"/>
                    <a:pt x="398" y="118"/>
                    <a:pt x="403" y="118"/>
                  </a:cubicBezTo>
                  <a:cubicBezTo>
                    <a:pt x="465" y="118"/>
                    <a:pt x="475" y="140"/>
                    <a:pt x="498" y="140"/>
                  </a:cubicBezTo>
                  <a:cubicBezTo>
                    <a:pt x="510" y="140"/>
                    <a:pt x="524" y="134"/>
                    <a:pt x="550" y="119"/>
                  </a:cubicBezTo>
                  <a:lnTo>
                    <a:pt x="550" y="153"/>
                  </a:lnTo>
                  <a:cubicBezTo>
                    <a:pt x="626" y="136"/>
                    <a:pt x="703" y="136"/>
                    <a:pt x="779" y="136"/>
                  </a:cubicBezTo>
                  <a:cubicBezTo>
                    <a:pt x="825" y="131"/>
                    <a:pt x="874" y="129"/>
                    <a:pt x="923" y="129"/>
                  </a:cubicBezTo>
                  <a:cubicBezTo>
                    <a:pt x="971" y="129"/>
                    <a:pt x="1020" y="131"/>
                    <a:pt x="1066" y="136"/>
                  </a:cubicBezTo>
                  <a:lnTo>
                    <a:pt x="973" y="170"/>
                  </a:lnTo>
                  <a:cubicBezTo>
                    <a:pt x="987" y="173"/>
                    <a:pt x="998" y="174"/>
                    <a:pt x="1008" y="174"/>
                  </a:cubicBezTo>
                  <a:cubicBezTo>
                    <a:pt x="1049" y="174"/>
                    <a:pt x="1066" y="153"/>
                    <a:pt x="1100" y="153"/>
                  </a:cubicBezTo>
                  <a:cubicBezTo>
                    <a:pt x="1100" y="153"/>
                    <a:pt x="1100" y="178"/>
                    <a:pt x="1078" y="185"/>
                  </a:cubicBezTo>
                  <a:lnTo>
                    <a:pt x="1078" y="185"/>
                  </a:lnTo>
                  <a:lnTo>
                    <a:pt x="1303" y="153"/>
                  </a:lnTo>
                  <a:cubicBezTo>
                    <a:pt x="1346" y="136"/>
                    <a:pt x="1278" y="127"/>
                    <a:pt x="1269" y="119"/>
                  </a:cubicBezTo>
                  <a:cubicBezTo>
                    <a:pt x="1277" y="114"/>
                    <a:pt x="1291" y="112"/>
                    <a:pt x="1307" y="112"/>
                  </a:cubicBezTo>
                  <a:cubicBezTo>
                    <a:pt x="1346" y="112"/>
                    <a:pt x="1396" y="124"/>
                    <a:pt x="1396" y="136"/>
                  </a:cubicBezTo>
                  <a:cubicBezTo>
                    <a:pt x="1388" y="136"/>
                    <a:pt x="1329" y="144"/>
                    <a:pt x="1362" y="161"/>
                  </a:cubicBezTo>
                  <a:lnTo>
                    <a:pt x="1447" y="119"/>
                  </a:lnTo>
                  <a:lnTo>
                    <a:pt x="1447" y="119"/>
                  </a:lnTo>
                  <a:cubicBezTo>
                    <a:pt x="1549" y="153"/>
                    <a:pt x="1362" y="170"/>
                    <a:pt x="1312" y="186"/>
                  </a:cubicBezTo>
                  <a:cubicBezTo>
                    <a:pt x="1327" y="188"/>
                    <a:pt x="1341" y="188"/>
                    <a:pt x="1353" y="188"/>
                  </a:cubicBezTo>
                  <a:cubicBezTo>
                    <a:pt x="1403" y="188"/>
                    <a:pt x="1437" y="180"/>
                    <a:pt x="1487" y="180"/>
                  </a:cubicBezTo>
                  <a:cubicBezTo>
                    <a:pt x="1509" y="180"/>
                    <a:pt x="1534" y="182"/>
                    <a:pt x="1565" y="186"/>
                  </a:cubicBezTo>
                  <a:cubicBezTo>
                    <a:pt x="1540" y="178"/>
                    <a:pt x="1515" y="170"/>
                    <a:pt x="1489" y="153"/>
                  </a:cubicBezTo>
                  <a:cubicBezTo>
                    <a:pt x="1489" y="139"/>
                    <a:pt x="1507" y="135"/>
                    <a:pt x="1533" y="135"/>
                  </a:cubicBezTo>
                  <a:cubicBezTo>
                    <a:pt x="1572" y="135"/>
                    <a:pt x="1630" y="144"/>
                    <a:pt x="1675" y="144"/>
                  </a:cubicBezTo>
                  <a:cubicBezTo>
                    <a:pt x="1625" y="127"/>
                    <a:pt x="1659" y="119"/>
                    <a:pt x="1692" y="110"/>
                  </a:cubicBezTo>
                  <a:lnTo>
                    <a:pt x="1709" y="110"/>
                  </a:lnTo>
                  <a:cubicBezTo>
                    <a:pt x="1709" y="110"/>
                    <a:pt x="1709" y="102"/>
                    <a:pt x="1701" y="93"/>
                  </a:cubicBezTo>
                  <a:cubicBezTo>
                    <a:pt x="1650" y="93"/>
                    <a:pt x="1599" y="85"/>
                    <a:pt x="1549" y="68"/>
                  </a:cubicBezTo>
                  <a:lnTo>
                    <a:pt x="1549" y="68"/>
                  </a:lnTo>
                  <a:cubicBezTo>
                    <a:pt x="1561" y="86"/>
                    <a:pt x="1546" y="91"/>
                    <a:pt x="1520" y="91"/>
                  </a:cubicBezTo>
                  <a:cubicBezTo>
                    <a:pt x="1484" y="91"/>
                    <a:pt x="1426" y="81"/>
                    <a:pt x="1385" y="81"/>
                  </a:cubicBezTo>
                  <a:cubicBezTo>
                    <a:pt x="1373" y="81"/>
                    <a:pt x="1362" y="82"/>
                    <a:pt x="1354" y="85"/>
                  </a:cubicBezTo>
                  <a:lnTo>
                    <a:pt x="1269" y="85"/>
                  </a:lnTo>
                  <a:cubicBezTo>
                    <a:pt x="1269" y="77"/>
                    <a:pt x="1269" y="69"/>
                    <a:pt x="1306" y="61"/>
                  </a:cubicBezTo>
                  <a:lnTo>
                    <a:pt x="1306" y="61"/>
                  </a:lnTo>
                  <a:cubicBezTo>
                    <a:pt x="1269" y="67"/>
                    <a:pt x="1185" y="60"/>
                    <a:pt x="1193" y="76"/>
                  </a:cubicBezTo>
                  <a:lnTo>
                    <a:pt x="973" y="60"/>
                  </a:lnTo>
                  <a:cubicBezTo>
                    <a:pt x="965" y="60"/>
                    <a:pt x="965" y="51"/>
                    <a:pt x="956" y="51"/>
                  </a:cubicBezTo>
                  <a:cubicBezTo>
                    <a:pt x="948" y="51"/>
                    <a:pt x="948" y="51"/>
                    <a:pt x="948" y="60"/>
                  </a:cubicBezTo>
                  <a:lnTo>
                    <a:pt x="29" y="2"/>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6"/>
            <p:cNvSpPr/>
            <p:nvPr/>
          </p:nvSpPr>
          <p:spPr>
            <a:xfrm rot="2935788">
              <a:off x="4856603" y="1170262"/>
              <a:ext cx="1762" cy="41"/>
            </a:xfrm>
            <a:custGeom>
              <a:rect b="b" l="l" r="r" t="t"/>
              <a:pathLst>
                <a:path extrusionOk="0" h="1" w="43">
                  <a:moveTo>
                    <a:pt x="0" y="0"/>
                  </a:moveTo>
                  <a:cubicBezTo>
                    <a:pt x="9" y="0"/>
                    <a:pt x="26" y="0"/>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6"/>
            <p:cNvSpPr/>
            <p:nvPr/>
          </p:nvSpPr>
          <p:spPr>
            <a:xfrm rot="2935788">
              <a:off x="4819306" y="1114632"/>
              <a:ext cx="2459" cy="41"/>
            </a:xfrm>
            <a:custGeom>
              <a:rect b="b" l="l" r="r" t="t"/>
              <a:pathLst>
                <a:path extrusionOk="0" h="1" w="60">
                  <a:moveTo>
                    <a:pt x="0" y="1"/>
                  </a:moveTo>
                  <a:lnTo>
                    <a:pt x="59" y="1"/>
                  </a:lnTo>
                  <a:cubicBezTo>
                    <a:pt x="43" y="1"/>
                    <a:pt x="17"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6"/>
            <p:cNvSpPr/>
            <p:nvPr/>
          </p:nvSpPr>
          <p:spPr>
            <a:xfrm rot="2935788">
              <a:off x="4863855" y="1176232"/>
              <a:ext cx="6271" cy="1435"/>
            </a:xfrm>
            <a:custGeom>
              <a:rect b="b" l="l" r="r" t="t"/>
              <a:pathLst>
                <a:path extrusionOk="0" h="35" w="153">
                  <a:moveTo>
                    <a:pt x="9" y="1"/>
                  </a:moveTo>
                  <a:cubicBezTo>
                    <a:pt x="9" y="9"/>
                    <a:pt x="0" y="26"/>
                    <a:pt x="0" y="35"/>
                  </a:cubicBezTo>
                  <a:lnTo>
                    <a:pt x="119" y="35"/>
                  </a:lnTo>
                  <a:cubicBezTo>
                    <a:pt x="77" y="18"/>
                    <a:pt x="144" y="18"/>
                    <a:pt x="153" y="9"/>
                  </a:cubicBezTo>
                  <a:lnTo>
                    <a:pt x="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6"/>
            <p:cNvSpPr/>
            <p:nvPr/>
          </p:nvSpPr>
          <p:spPr>
            <a:xfrm rot="2935788">
              <a:off x="4863594" y="1172402"/>
              <a:ext cx="3156" cy="738"/>
            </a:xfrm>
            <a:custGeom>
              <a:rect b="b" l="l" r="r" t="t"/>
              <a:pathLst>
                <a:path extrusionOk="0" h="18" w="77">
                  <a:moveTo>
                    <a:pt x="43" y="0"/>
                  </a:moveTo>
                  <a:cubicBezTo>
                    <a:pt x="26" y="9"/>
                    <a:pt x="18" y="17"/>
                    <a:pt x="1" y="17"/>
                  </a:cubicBezTo>
                  <a:lnTo>
                    <a:pt x="77" y="17"/>
                  </a:lnTo>
                  <a:cubicBezTo>
                    <a:pt x="77" y="17"/>
                    <a:pt x="68"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6"/>
            <p:cNvSpPr/>
            <p:nvPr/>
          </p:nvSpPr>
          <p:spPr>
            <a:xfrm rot="2935788">
              <a:off x="4844632" y="1186242"/>
              <a:ext cx="2828" cy="410"/>
            </a:xfrm>
            <a:custGeom>
              <a:rect b="b" l="l" r="r" t="t"/>
              <a:pathLst>
                <a:path extrusionOk="0" h="10" w="69">
                  <a:moveTo>
                    <a:pt x="43" y="1"/>
                  </a:moveTo>
                  <a:lnTo>
                    <a:pt x="1" y="9"/>
                  </a:lnTo>
                  <a:lnTo>
                    <a:pt x="6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6"/>
            <p:cNvSpPr/>
            <p:nvPr/>
          </p:nvSpPr>
          <p:spPr>
            <a:xfrm rot="2935788">
              <a:off x="4837813" y="1174504"/>
              <a:ext cx="4181" cy="615"/>
            </a:xfrm>
            <a:custGeom>
              <a:rect b="b" l="l" r="r" t="t"/>
              <a:pathLst>
                <a:path extrusionOk="0" h="15" w="102">
                  <a:moveTo>
                    <a:pt x="0" y="1"/>
                  </a:moveTo>
                  <a:cubicBezTo>
                    <a:pt x="20" y="10"/>
                    <a:pt x="40" y="15"/>
                    <a:pt x="60" y="15"/>
                  </a:cubicBezTo>
                  <a:cubicBezTo>
                    <a:pt x="74" y="15"/>
                    <a:pt x="88" y="13"/>
                    <a:pt x="102" y="9"/>
                  </a:cubicBezTo>
                  <a:cubicBezTo>
                    <a:pt x="68" y="1"/>
                    <a:pt x="34"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6"/>
            <p:cNvSpPr/>
            <p:nvPr/>
          </p:nvSpPr>
          <p:spPr>
            <a:xfrm rot="2935788">
              <a:off x="4832644" y="1178813"/>
              <a:ext cx="2787" cy="369"/>
            </a:xfrm>
            <a:custGeom>
              <a:rect b="b" l="l" r="r" t="t"/>
              <a:pathLst>
                <a:path extrusionOk="0" h="9" w="68">
                  <a:moveTo>
                    <a:pt x="68" y="0"/>
                  </a:moveTo>
                  <a:lnTo>
                    <a:pt x="0" y="9"/>
                  </a:lnTo>
                  <a:lnTo>
                    <a:pt x="9" y="9"/>
                  </a:lnTo>
                  <a:lnTo>
                    <a:pt x="6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6"/>
            <p:cNvSpPr/>
            <p:nvPr/>
          </p:nvSpPr>
          <p:spPr>
            <a:xfrm rot="2935788">
              <a:off x="4803663" y="1100096"/>
              <a:ext cx="41" cy="41"/>
            </a:xfrm>
            <a:custGeom>
              <a:rect b="b" l="l" r="r" t="t"/>
              <a:pathLst>
                <a:path extrusionOk="0" h="1" w="1">
                  <a:moveTo>
                    <a:pt x="1" y="0"/>
                  </a:move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6"/>
            <p:cNvSpPr/>
            <p:nvPr/>
          </p:nvSpPr>
          <p:spPr>
            <a:xfrm rot="2935788">
              <a:off x="4785140" y="1099795"/>
              <a:ext cx="45454" cy="4877"/>
            </a:xfrm>
            <a:custGeom>
              <a:rect b="b" l="l" r="r" t="t"/>
              <a:pathLst>
                <a:path extrusionOk="0" h="119" w="1109">
                  <a:moveTo>
                    <a:pt x="93" y="1"/>
                  </a:moveTo>
                  <a:lnTo>
                    <a:pt x="93" y="1"/>
                  </a:lnTo>
                  <a:cubicBezTo>
                    <a:pt x="0" y="9"/>
                    <a:pt x="144" y="43"/>
                    <a:pt x="76" y="68"/>
                  </a:cubicBezTo>
                  <a:cubicBezTo>
                    <a:pt x="140" y="74"/>
                    <a:pt x="226" y="85"/>
                    <a:pt x="284" y="85"/>
                  </a:cubicBezTo>
                  <a:cubicBezTo>
                    <a:pt x="316" y="85"/>
                    <a:pt x="340" y="82"/>
                    <a:pt x="346" y="71"/>
                  </a:cubicBezTo>
                  <a:lnTo>
                    <a:pt x="346" y="71"/>
                  </a:lnTo>
                  <a:cubicBezTo>
                    <a:pt x="346" y="75"/>
                    <a:pt x="348" y="80"/>
                    <a:pt x="364" y="85"/>
                  </a:cubicBezTo>
                  <a:lnTo>
                    <a:pt x="423" y="60"/>
                  </a:lnTo>
                  <a:lnTo>
                    <a:pt x="364" y="43"/>
                  </a:lnTo>
                  <a:cubicBezTo>
                    <a:pt x="406" y="36"/>
                    <a:pt x="450" y="32"/>
                    <a:pt x="493" y="32"/>
                  </a:cubicBezTo>
                  <a:cubicBezTo>
                    <a:pt x="554" y="32"/>
                    <a:pt x="614" y="40"/>
                    <a:pt x="669" y="60"/>
                  </a:cubicBezTo>
                  <a:cubicBezTo>
                    <a:pt x="578" y="60"/>
                    <a:pt x="592" y="85"/>
                    <a:pt x="530" y="85"/>
                  </a:cubicBezTo>
                  <a:cubicBezTo>
                    <a:pt x="511" y="85"/>
                    <a:pt x="486" y="83"/>
                    <a:pt x="449" y="77"/>
                  </a:cubicBezTo>
                  <a:lnTo>
                    <a:pt x="449" y="77"/>
                  </a:lnTo>
                  <a:cubicBezTo>
                    <a:pt x="457" y="85"/>
                    <a:pt x="483" y="102"/>
                    <a:pt x="449" y="111"/>
                  </a:cubicBezTo>
                  <a:cubicBezTo>
                    <a:pt x="635" y="119"/>
                    <a:pt x="821" y="119"/>
                    <a:pt x="1007" y="119"/>
                  </a:cubicBezTo>
                  <a:cubicBezTo>
                    <a:pt x="855" y="77"/>
                    <a:pt x="1109" y="94"/>
                    <a:pt x="1066" y="51"/>
                  </a:cubicBezTo>
                  <a:lnTo>
                    <a:pt x="1066" y="51"/>
                  </a:lnTo>
                  <a:lnTo>
                    <a:pt x="982" y="60"/>
                  </a:lnTo>
                  <a:lnTo>
                    <a:pt x="990" y="51"/>
                  </a:lnTo>
                  <a:lnTo>
                    <a:pt x="880" y="51"/>
                  </a:lnTo>
                  <a:cubicBezTo>
                    <a:pt x="897" y="68"/>
                    <a:pt x="914" y="77"/>
                    <a:pt x="914" y="94"/>
                  </a:cubicBezTo>
                  <a:cubicBezTo>
                    <a:pt x="779" y="77"/>
                    <a:pt x="872" y="68"/>
                    <a:pt x="770" y="34"/>
                  </a:cubicBezTo>
                  <a:lnTo>
                    <a:pt x="618" y="26"/>
                  </a:lnTo>
                  <a:lnTo>
                    <a:pt x="609" y="26"/>
                  </a:lnTo>
                  <a:lnTo>
                    <a:pt x="93"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6"/>
            <p:cNvSpPr/>
            <p:nvPr/>
          </p:nvSpPr>
          <p:spPr>
            <a:xfrm rot="2935788">
              <a:off x="4770841" y="1056065"/>
              <a:ext cx="41" cy="41"/>
            </a:xfrm>
            <a:custGeom>
              <a:rect b="b" l="l" r="r" t="t"/>
              <a:pathLst>
                <a:path extrusionOk="0" h="1" w="1">
                  <a:moveTo>
                    <a:pt x="0" y="1"/>
                  </a:moveTo>
                  <a:lnTo>
                    <a:pt x="0" y="1"/>
                  </a:lnTo>
                  <a:cubicBezTo>
                    <a:pt x="0" y="1"/>
                    <a:pt x="0"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6"/>
            <p:cNvSpPr/>
            <p:nvPr/>
          </p:nvSpPr>
          <p:spPr>
            <a:xfrm rot="2935788">
              <a:off x="4770235" y="1057749"/>
              <a:ext cx="6271" cy="1435"/>
            </a:xfrm>
            <a:custGeom>
              <a:rect b="b" l="l" r="r" t="t"/>
              <a:pathLst>
                <a:path extrusionOk="0" h="35" w="153">
                  <a:moveTo>
                    <a:pt x="9" y="0"/>
                  </a:moveTo>
                  <a:lnTo>
                    <a:pt x="1" y="26"/>
                  </a:lnTo>
                  <a:cubicBezTo>
                    <a:pt x="13" y="21"/>
                    <a:pt x="26" y="19"/>
                    <a:pt x="39" y="19"/>
                  </a:cubicBezTo>
                  <a:cubicBezTo>
                    <a:pt x="51" y="19"/>
                    <a:pt x="64" y="21"/>
                    <a:pt x="77" y="26"/>
                  </a:cubicBezTo>
                  <a:lnTo>
                    <a:pt x="60" y="34"/>
                  </a:lnTo>
                  <a:lnTo>
                    <a:pt x="60" y="34"/>
                  </a:lnTo>
                  <a:lnTo>
                    <a:pt x="153" y="9"/>
                  </a:lnTo>
                  <a:lnTo>
                    <a:pt x="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6"/>
            <p:cNvSpPr/>
            <p:nvPr/>
          </p:nvSpPr>
          <p:spPr>
            <a:xfrm rot="2935788">
              <a:off x="4774212" y="1061241"/>
              <a:ext cx="4877" cy="2541"/>
            </a:xfrm>
            <a:custGeom>
              <a:rect b="b" l="l" r="r" t="t"/>
              <a:pathLst>
                <a:path extrusionOk="0" h="62" w="119">
                  <a:moveTo>
                    <a:pt x="119" y="1"/>
                  </a:moveTo>
                  <a:lnTo>
                    <a:pt x="119" y="1"/>
                  </a:lnTo>
                  <a:cubicBezTo>
                    <a:pt x="43" y="9"/>
                    <a:pt x="43" y="35"/>
                    <a:pt x="85" y="51"/>
                  </a:cubicBezTo>
                  <a:cubicBezTo>
                    <a:pt x="79" y="52"/>
                    <a:pt x="73" y="53"/>
                    <a:pt x="68" y="53"/>
                  </a:cubicBezTo>
                  <a:cubicBezTo>
                    <a:pt x="35" y="53"/>
                    <a:pt x="39" y="35"/>
                    <a:pt x="25" y="35"/>
                  </a:cubicBezTo>
                  <a:cubicBezTo>
                    <a:pt x="20" y="35"/>
                    <a:pt x="12" y="37"/>
                    <a:pt x="0" y="43"/>
                  </a:cubicBezTo>
                  <a:cubicBezTo>
                    <a:pt x="0" y="58"/>
                    <a:pt x="31" y="61"/>
                    <a:pt x="61" y="61"/>
                  </a:cubicBezTo>
                  <a:cubicBezTo>
                    <a:pt x="81" y="61"/>
                    <a:pt x="100" y="60"/>
                    <a:pt x="110" y="60"/>
                  </a:cubicBezTo>
                  <a:lnTo>
                    <a:pt x="11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6"/>
            <p:cNvSpPr/>
            <p:nvPr/>
          </p:nvSpPr>
          <p:spPr>
            <a:xfrm rot="2935788">
              <a:off x="4791101" y="1081758"/>
              <a:ext cx="2131" cy="738"/>
            </a:xfrm>
            <a:custGeom>
              <a:rect b="b" l="l" r="r" t="t"/>
              <a:pathLst>
                <a:path extrusionOk="0" h="18" w="52">
                  <a:moveTo>
                    <a:pt x="17" y="0"/>
                  </a:moveTo>
                  <a:lnTo>
                    <a:pt x="0" y="17"/>
                  </a:lnTo>
                  <a:lnTo>
                    <a:pt x="51" y="17"/>
                  </a:lnTo>
                  <a:lnTo>
                    <a:pt x="1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6"/>
            <p:cNvSpPr/>
            <p:nvPr/>
          </p:nvSpPr>
          <p:spPr>
            <a:xfrm rot="2935788">
              <a:off x="4789341" y="1080334"/>
              <a:ext cx="2131" cy="1107"/>
            </a:xfrm>
            <a:custGeom>
              <a:rect b="b" l="l" r="r" t="t"/>
              <a:pathLst>
                <a:path extrusionOk="0" h="27" w="52">
                  <a:moveTo>
                    <a:pt x="1" y="1"/>
                  </a:moveTo>
                  <a:cubicBezTo>
                    <a:pt x="1" y="9"/>
                    <a:pt x="1" y="18"/>
                    <a:pt x="9" y="26"/>
                  </a:cubicBezTo>
                  <a:lnTo>
                    <a:pt x="51" y="9"/>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6"/>
            <p:cNvSpPr/>
            <p:nvPr/>
          </p:nvSpPr>
          <p:spPr>
            <a:xfrm rot="2935788">
              <a:off x="4784782" y="1073438"/>
              <a:ext cx="3156" cy="369"/>
            </a:xfrm>
            <a:custGeom>
              <a:rect b="b" l="l" r="r" t="t"/>
              <a:pathLst>
                <a:path extrusionOk="0" h="9" w="77">
                  <a:moveTo>
                    <a:pt x="76" y="9"/>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6"/>
            <p:cNvSpPr/>
            <p:nvPr/>
          </p:nvSpPr>
          <p:spPr>
            <a:xfrm rot="2935788">
              <a:off x="4786175" y="1076197"/>
              <a:ext cx="2459" cy="369"/>
            </a:xfrm>
            <a:custGeom>
              <a:rect b="b" l="l" r="r" t="t"/>
              <a:pathLst>
                <a:path extrusionOk="0" h="9" w="60">
                  <a:moveTo>
                    <a:pt x="59" y="9"/>
                  </a:moveTo>
                  <a:lnTo>
                    <a:pt x="59" y="9"/>
                  </a:ln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6"/>
            <p:cNvSpPr/>
            <p:nvPr/>
          </p:nvSpPr>
          <p:spPr>
            <a:xfrm rot="2935788">
              <a:off x="4787716" y="1076594"/>
              <a:ext cx="3853" cy="2090"/>
            </a:xfrm>
            <a:custGeom>
              <a:rect b="b" l="l" r="r" t="t"/>
              <a:pathLst>
                <a:path extrusionOk="0" h="51" w="94">
                  <a:moveTo>
                    <a:pt x="0" y="0"/>
                  </a:moveTo>
                  <a:lnTo>
                    <a:pt x="17" y="34"/>
                  </a:lnTo>
                  <a:lnTo>
                    <a:pt x="94" y="51"/>
                  </a:lnTo>
                  <a:cubicBezTo>
                    <a:pt x="85" y="26"/>
                    <a:pt x="77"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6"/>
            <p:cNvSpPr/>
            <p:nvPr/>
          </p:nvSpPr>
          <p:spPr>
            <a:xfrm rot="2935788">
              <a:off x="4822177" y="1163069"/>
              <a:ext cx="2787" cy="410"/>
            </a:xfrm>
            <a:custGeom>
              <a:rect b="b" l="l" r="r" t="t"/>
              <a:pathLst>
                <a:path extrusionOk="0" h="10" w="68">
                  <a:moveTo>
                    <a:pt x="59" y="1"/>
                  </a:moveTo>
                  <a:lnTo>
                    <a:pt x="0" y="9"/>
                  </a:lnTo>
                  <a:lnTo>
                    <a:pt x="9" y="9"/>
                  </a:lnTo>
                  <a:lnTo>
                    <a:pt x="6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6"/>
            <p:cNvSpPr/>
            <p:nvPr/>
          </p:nvSpPr>
          <p:spPr>
            <a:xfrm rot="2935788">
              <a:off x="4815222" y="1151880"/>
              <a:ext cx="1762" cy="410"/>
            </a:xfrm>
            <a:custGeom>
              <a:rect b="b" l="l" r="r" t="t"/>
              <a:pathLst>
                <a:path extrusionOk="0" h="10" w="43">
                  <a:moveTo>
                    <a:pt x="43" y="1"/>
                  </a:moveTo>
                  <a:cubicBezTo>
                    <a:pt x="34" y="1"/>
                    <a:pt x="28" y="3"/>
                    <a:pt x="21" y="5"/>
                  </a:cubicBezTo>
                  <a:lnTo>
                    <a:pt x="21" y="5"/>
                  </a:lnTo>
                  <a:lnTo>
                    <a:pt x="43" y="1"/>
                  </a:lnTo>
                  <a:close/>
                  <a:moveTo>
                    <a:pt x="21" y="5"/>
                  </a:moveTo>
                  <a:lnTo>
                    <a:pt x="0" y="9"/>
                  </a:lnTo>
                  <a:cubicBezTo>
                    <a:pt x="9" y="9"/>
                    <a:pt x="15" y="7"/>
                    <a:pt x="21"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6"/>
            <p:cNvSpPr/>
            <p:nvPr/>
          </p:nvSpPr>
          <p:spPr>
            <a:xfrm rot="2935788">
              <a:off x="4799309" y="1143650"/>
              <a:ext cx="17050" cy="6435"/>
            </a:xfrm>
            <a:custGeom>
              <a:rect b="b" l="l" r="r" t="t"/>
              <a:pathLst>
                <a:path extrusionOk="0" h="157" w="416">
                  <a:moveTo>
                    <a:pt x="163" y="1"/>
                  </a:moveTo>
                  <a:cubicBezTo>
                    <a:pt x="126" y="1"/>
                    <a:pt x="90" y="4"/>
                    <a:pt x="60" y="14"/>
                  </a:cubicBezTo>
                  <a:cubicBezTo>
                    <a:pt x="1" y="40"/>
                    <a:pt x="35" y="90"/>
                    <a:pt x="26" y="141"/>
                  </a:cubicBezTo>
                  <a:cubicBezTo>
                    <a:pt x="36" y="146"/>
                    <a:pt x="87" y="156"/>
                    <a:pt x="131" y="156"/>
                  </a:cubicBezTo>
                  <a:cubicBezTo>
                    <a:pt x="164" y="156"/>
                    <a:pt x="192" y="151"/>
                    <a:pt x="195" y="133"/>
                  </a:cubicBezTo>
                  <a:cubicBezTo>
                    <a:pt x="128" y="107"/>
                    <a:pt x="288" y="107"/>
                    <a:pt x="161" y="90"/>
                  </a:cubicBezTo>
                  <a:cubicBezTo>
                    <a:pt x="155" y="77"/>
                    <a:pt x="188" y="59"/>
                    <a:pt x="231" y="59"/>
                  </a:cubicBezTo>
                  <a:cubicBezTo>
                    <a:pt x="244" y="59"/>
                    <a:pt x="258" y="61"/>
                    <a:pt x="271" y="65"/>
                  </a:cubicBezTo>
                  <a:cubicBezTo>
                    <a:pt x="263" y="82"/>
                    <a:pt x="212" y="73"/>
                    <a:pt x="246" y="90"/>
                  </a:cubicBezTo>
                  <a:cubicBezTo>
                    <a:pt x="288" y="73"/>
                    <a:pt x="305" y="90"/>
                    <a:pt x="288" y="56"/>
                  </a:cubicBezTo>
                  <a:cubicBezTo>
                    <a:pt x="331" y="48"/>
                    <a:pt x="373" y="31"/>
                    <a:pt x="415" y="14"/>
                  </a:cubicBezTo>
                  <a:lnTo>
                    <a:pt x="415" y="14"/>
                  </a:lnTo>
                  <a:cubicBezTo>
                    <a:pt x="407" y="15"/>
                    <a:pt x="399" y="15"/>
                    <a:pt x="389" y="15"/>
                  </a:cubicBezTo>
                  <a:cubicBezTo>
                    <a:pt x="329" y="15"/>
                    <a:pt x="242" y="1"/>
                    <a:pt x="16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6"/>
            <p:cNvSpPr/>
            <p:nvPr/>
          </p:nvSpPr>
          <p:spPr>
            <a:xfrm rot="2935788">
              <a:off x="4806391" y="1153314"/>
              <a:ext cx="2500" cy="328"/>
            </a:xfrm>
            <a:custGeom>
              <a:rect b="b" l="l" r="r" t="t"/>
              <a:pathLst>
                <a:path extrusionOk="0" h="8" w="61">
                  <a:moveTo>
                    <a:pt x="50" y="0"/>
                  </a:moveTo>
                  <a:cubicBezTo>
                    <a:pt x="38" y="0"/>
                    <a:pt x="18" y="8"/>
                    <a:pt x="1" y="8"/>
                  </a:cubicBezTo>
                  <a:lnTo>
                    <a:pt x="60" y="8"/>
                  </a:lnTo>
                  <a:cubicBezTo>
                    <a:pt x="60" y="2"/>
                    <a:pt x="56" y="0"/>
                    <a:pt x="5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6"/>
            <p:cNvSpPr/>
            <p:nvPr/>
          </p:nvSpPr>
          <p:spPr>
            <a:xfrm rot="2935788">
              <a:off x="4798492" y="1118765"/>
              <a:ext cx="3853" cy="1066"/>
            </a:xfrm>
            <a:custGeom>
              <a:rect b="b" l="l" r="r" t="t"/>
              <a:pathLst>
                <a:path extrusionOk="0" h="26" w="94">
                  <a:moveTo>
                    <a:pt x="60" y="0"/>
                  </a:moveTo>
                  <a:cubicBezTo>
                    <a:pt x="60" y="9"/>
                    <a:pt x="0" y="9"/>
                    <a:pt x="9" y="26"/>
                  </a:cubicBezTo>
                  <a:lnTo>
                    <a:pt x="94" y="26"/>
                  </a:lnTo>
                  <a:cubicBezTo>
                    <a:pt x="85" y="26"/>
                    <a:pt x="68" y="17"/>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6"/>
            <p:cNvSpPr/>
            <p:nvPr/>
          </p:nvSpPr>
          <p:spPr>
            <a:xfrm rot="2935788">
              <a:off x="4800969" y="1121700"/>
              <a:ext cx="1762" cy="41"/>
            </a:xfrm>
            <a:custGeom>
              <a:rect b="b" l="l" r="r" t="t"/>
              <a:pathLst>
                <a:path extrusionOk="0" h="1" w="43">
                  <a:moveTo>
                    <a:pt x="43" y="1"/>
                  </a:moveTo>
                  <a:lnTo>
                    <a:pt x="1" y="1"/>
                  </a:lnTo>
                  <a:cubicBezTo>
                    <a:pt x="17" y="1"/>
                    <a:pt x="26" y="1"/>
                    <a:pt x="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6"/>
            <p:cNvSpPr/>
            <p:nvPr/>
          </p:nvSpPr>
          <p:spPr>
            <a:xfrm rot="2935788">
              <a:off x="4801058" y="1119466"/>
              <a:ext cx="410" cy="41"/>
            </a:xfrm>
            <a:custGeom>
              <a:rect b="b" l="l" r="r" t="t"/>
              <a:pathLst>
                <a:path extrusionOk="0" h="1" w="10">
                  <a:moveTo>
                    <a:pt x="1" y="0"/>
                  </a:moveTo>
                  <a:lnTo>
                    <a:pt x="1" y="0"/>
                  </a:lnTo>
                  <a:cubicBezTo>
                    <a:pt x="1" y="0"/>
                    <a:pt x="9" y="0"/>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6"/>
            <p:cNvSpPr/>
            <p:nvPr/>
          </p:nvSpPr>
          <p:spPr>
            <a:xfrm rot="2935788">
              <a:off x="4780408" y="1066510"/>
              <a:ext cx="2459" cy="328"/>
            </a:xfrm>
            <a:custGeom>
              <a:rect b="b" l="l" r="r" t="t"/>
              <a:pathLst>
                <a:path extrusionOk="0" h="8" w="60">
                  <a:moveTo>
                    <a:pt x="40" y="1"/>
                  </a:moveTo>
                  <a:cubicBezTo>
                    <a:pt x="28" y="1"/>
                    <a:pt x="13" y="3"/>
                    <a:pt x="0" y="7"/>
                  </a:cubicBezTo>
                  <a:lnTo>
                    <a:pt x="60" y="7"/>
                  </a:lnTo>
                  <a:cubicBezTo>
                    <a:pt x="60" y="3"/>
                    <a:pt x="51" y="1"/>
                    <a:pt x="4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6"/>
            <p:cNvSpPr/>
            <p:nvPr/>
          </p:nvSpPr>
          <p:spPr>
            <a:xfrm rot="2935788">
              <a:off x="4743562" y="1020438"/>
              <a:ext cx="1435" cy="738"/>
            </a:xfrm>
            <a:custGeom>
              <a:rect b="b" l="l" r="r" t="t"/>
              <a:pathLst>
                <a:path extrusionOk="0" h="18" w="35">
                  <a:moveTo>
                    <a:pt x="1" y="1"/>
                  </a:moveTo>
                  <a:lnTo>
                    <a:pt x="1" y="1"/>
                  </a:lnTo>
                  <a:cubicBezTo>
                    <a:pt x="9" y="9"/>
                    <a:pt x="18" y="18"/>
                    <a:pt x="35" y="18"/>
                  </a:cubicBez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91" name="Shape 6291"/>
        <p:cNvGrpSpPr/>
        <p:nvPr/>
      </p:nvGrpSpPr>
      <p:grpSpPr>
        <a:xfrm>
          <a:off x="0" y="0"/>
          <a:ext cx="0" cy="0"/>
          <a:chOff x="0" y="0"/>
          <a:chExt cx="0" cy="0"/>
        </a:xfrm>
      </p:grpSpPr>
      <p:sp>
        <p:nvSpPr>
          <p:cNvPr id="6292" name="Google Shape;6292;p67"/>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6293" name="Google Shape;6293;p67"/>
          <p:cNvSpPr txBox="1"/>
          <p:nvPr/>
        </p:nvSpPr>
        <p:spPr>
          <a:xfrm>
            <a:off x="717050" y="1138425"/>
            <a:ext cx="3855000" cy="1490400"/>
          </a:xfrm>
          <a:prstGeom prst="rect">
            <a:avLst/>
          </a:prstGeom>
          <a:noFill/>
          <a:ln>
            <a:noFill/>
          </a:ln>
        </p:spPr>
        <p:txBody>
          <a:bodyPr anchorCtr="0" anchor="t" bIns="91425" lIns="91425" spcFirstLastPara="1" rIns="91425" wrap="square" tIns="91425">
            <a:noAutofit/>
          </a:bodyPr>
          <a:lstStyle/>
          <a:p>
            <a:pPr indent="0" lvl="0" marL="0" marR="50800" rtl="0" algn="l">
              <a:lnSpc>
                <a:spcPct val="100000"/>
              </a:lnSpc>
              <a:spcBef>
                <a:spcPts val="0"/>
              </a:spcBef>
              <a:spcAft>
                <a:spcPts val="0"/>
              </a:spcAft>
              <a:buClr>
                <a:srgbClr val="000000"/>
              </a:buClr>
              <a:buSzPts val="1100"/>
              <a:buFont typeface="Arial"/>
              <a:buNone/>
            </a:pPr>
            <a:r>
              <a:rPr b="1" lang="en" sz="2200">
                <a:solidFill>
                  <a:srgbClr val="D19A78"/>
                </a:solidFill>
                <a:latin typeface="Poiret One"/>
                <a:ea typeface="Poiret One"/>
                <a:cs typeface="Poiret One"/>
                <a:sym typeface="Poiret One"/>
              </a:rPr>
              <a:t>PHOTOS</a:t>
            </a:r>
            <a:endParaRPr>
              <a:solidFill>
                <a:srgbClr val="374957"/>
              </a:solidFill>
              <a:latin typeface="Be Vietnam"/>
              <a:ea typeface="Be Vietnam"/>
              <a:cs typeface="Be Vietnam"/>
              <a:sym typeface="Be Vietnam"/>
            </a:endParaRPr>
          </a:p>
          <a:p>
            <a:pPr indent="0" lvl="0" marL="0" marR="50800" rtl="0" algn="l">
              <a:lnSpc>
                <a:spcPct val="166000"/>
              </a:lnSpc>
              <a:spcBef>
                <a:spcPts val="0"/>
              </a:spcBef>
              <a:spcAft>
                <a:spcPts val="0"/>
              </a:spcAft>
              <a:buClr>
                <a:schemeClr val="dk1"/>
              </a:buClr>
              <a:buSzPts val="1100"/>
              <a:buFont typeface="Arial"/>
              <a:buNone/>
            </a:pPr>
            <a:r>
              <a:t/>
            </a:r>
            <a:endParaRPr sz="1200">
              <a:solidFill>
                <a:srgbClr val="374957"/>
              </a:solidFill>
              <a:latin typeface="Be Vietnam"/>
              <a:ea typeface="Be Vietnam"/>
              <a:cs typeface="Be Vietnam"/>
              <a:sym typeface="Be Vietnam"/>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chemeClr val="lt1"/>
                </a:solidFill>
                <a:uFill>
                  <a:noFill/>
                </a:uFill>
                <a:latin typeface="Be Vietnam"/>
                <a:ea typeface="Be Vietnam"/>
                <a:cs typeface="Be Vietnam"/>
                <a:sym typeface="Be Vietnam"/>
                <a:hlinkClick r:id="rId3">
                  <a:extLst>
                    <a:ext uri="{A12FA001-AC4F-418D-AE19-62706E023703}">
                      <ahyp:hlinkClr val="tx"/>
                    </a:ext>
                  </a:extLst>
                </a:hlinkClick>
              </a:rPr>
              <a:t>Top view stethoscope with copy-space</a:t>
            </a:r>
            <a:r>
              <a:rPr lang="en" sz="1200">
                <a:solidFill>
                  <a:schemeClr val="lt1"/>
                </a:solidFill>
                <a:latin typeface="Be Vietnam"/>
                <a:ea typeface="Be Vietnam"/>
                <a:cs typeface="Be Vietnam"/>
                <a:sym typeface="Be Vietnam"/>
              </a:rPr>
              <a:t>s</a:t>
            </a:r>
            <a:endParaRPr sz="1200">
              <a:solidFill>
                <a:schemeClr val="lt1"/>
              </a:solidFill>
              <a:latin typeface="Be Vietnam"/>
              <a:ea typeface="Be Vietnam"/>
              <a:cs typeface="Be Vietnam"/>
              <a:sym typeface="Be Vietnam"/>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chemeClr val="lt1"/>
                </a:solidFill>
                <a:uFill>
                  <a:noFill/>
                </a:uFill>
                <a:latin typeface="Be Vietnam"/>
                <a:ea typeface="Be Vietnam"/>
                <a:cs typeface="Be Vietnam"/>
                <a:sym typeface="Be Vietnam"/>
                <a:hlinkClick r:id="rId4">
                  <a:extLst>
                    <a:ext uri="{A12FA001-AC4F-418D-AE19-62706E023703}">
                      <ahyp:hlinkClr val="tx"/>
                    </a:ext>
                  </a:extLst>
                </a:hlinkClick>
              </a:rPr>
              <a:t>Portrait of doctor talking on the phone</a:t>
            </a:r>
            <a:endParaRPr sz="1200">
              <a:solidFill>
                <a:schemeClr val="lt1"/>
              </a:solidFill>
              <a:latin typeface="Be Vietnam"/>
              <a:ea typeface="Be Vietnam"/>
              <a:cs typeface="Be Vietnam"/>
              <a:sym typeface="Be Vietnam"/>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chemeClr val="hlink"/>
                </a:solidFill>
                <a:uFill>
                  <a:noFill/>
                </a:uFill>
                <a:latin typeface="Be Vietnam"/>
                <a:ea typeface="Be Vietnam"/>
                <a:cs typeface="Be Vietnam"/>
                <a:sym typeface="Be Vietnam"/>
                <a:hlinkClick r:id="rId5"/>
              </a:rPr>
              <a:t>Doctor writing medical prescription</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Clr>
                <a:srgbClr val="000000"/>
              </a:buClr>
              <a:buSzPts val="1100"/>
              <a:buFont typeface="Arial"/>
              <a:buNone/>
            </a:pPr>
            <a:r>
              <a:t/>
            </a:r>
            <a:endParaRPr sz="1200">
              <a:solidFill>
                <a:srgbClr val="374957"/>
              </a:solidFill>
              <a:latin typeface="Be Vietnam"/>
              <a:ea typeface="Be Vietnam"/>
              <a:cs typeface="Be Vietnam"/>
              <a:sym typeface="Be Vietnam"/>
            </a:endParaRPr>
          </a:p>
          <a:p>
            <a:pPr indent="0" lvl="0" marL="0" rtl="0" algn="l">
              <a:lnSpc>
                <a:spcPct val="100000"/>
              </a:lnSpc>
              <a:spcBef>
                <a:spcPts val="0"/>
              </a:spcBef>
              <a:spcAft>
                <a:spcPts val="0"/>
              </a:spcAft>
              <a:buNone/>
            </a:pPr>
            <a:r>
              <a:t/>
            </a:r>
            <a:endParaRPr>
              <a:latin typeface="Be Vietnam"/>
              <a:ea typeface="Be Vietnam"/>
              <a:cs typeface="Be Vietnam"/>
              <a:sym typeface="Be Vietnam"/>
            </a:endParaRPr>
          </a:p>
        </p:txBody>
      </p:sp>
      <p:sp>
        <p:nvSpPr>
          <p:cNvPr id="6294" name="Google Shape;6294;p67"/>
          <p:cNvSpPr txBox="1"/>
          <p:nvPr/>
        </p:nvSpPr>
        <p:spPr>
          <a:xfrm>
            <a:off x="4572000" y="1138425"/>
            <a:ext cx="3855000" cy="1490400"/>
          </a:xfrm>
          <a:prstGeom prst="rect">
            <a:avLst/>
          </a:prstGeom>
          <a:noFill/>
          <a:ln>
            <a:noFill/>
          </a:ln>
        </p:spPr>
        <p:txBody>
          <a:bodyPr anchorCtr="0" anchor="t" bIns="91425" lIns="91425" spcFirstLastPara="1" rIns="91425" wrap="square" tIns="91425">
            <a:noAutofit/>
          </a:bodyPr>
          <a:lstStyle/>
          <a:p>
            <a:pPr indent="0" lvl="0" marL="0" marR="50800" rtl="0" algn="l">
              <a:lnSpc>
                <a:spcPct val="100000"/>
              </a:lnSpc>
              <a:spcBef>
                <a:spcPts val="0"/>
              </a:spcBef>
              <a:spcAft>
                <a:spcPts val="0"/>
              </a:spcAft>
              <a:buClr>
                <a:srgbClr val="000000"/>
              </a:buClr>
              <a:buSzPts val="1100"/>
              <a:buFont typeface="Arial"/>
              <a:buNone/>
            </a:pPr>
            <a:r>
              <a:rPr b="1" lang="en" sz="2200">
                <a:solidFill>
                  <a:srgbClr val="D19A78"/>
                </a:solidFill>
                <a:latin typeface="Poiret One"/>
                <a:ea typeface="Poiret One"/>
                <a:cs typeface="Poiret One"/>
                <a:sym typeface="Poiret One"/>
              </a:rPr>
              <a:t>VECTORS</a:t>
            </a:r>
            <a:endParaRPr>
              <a:solidFill>
                <a:srgbClr val="374957"/>
              </a:solidFill>
              <a:latin typeface="Be Vietnam"/>
              <a:ea typeface="Be Vietnam"/>
              <a:cs typeface="Be Vietnam"/>
              <a:sym typeface="Be Vietnam"/>
            </a:endParaRPr>
          </a:p>
          <a:p>
            <a:pPr indent="0" lvl="0" marL="0" marR="50800" rtl="0" algn="l">
              <a:lnSpc>
                <a:spcPct val="166000"/>
              </a:lnSpc>
              <a:spcBef>
                <a:spcPts val="0"/>
              </a:spcBef>
              <a:spcAft>
                <a:spcPts val="0"/>
              </a:spcAft>
              <a:buClr>
                <a:schemeClr val="dk1"/>
              </a:buClr>
              <a:buSzPts val="1100"/>
              <a:buFont typeface="Arial"/>
              <a:buNone/>
            </a:pPr>
            <a:r>
              <a:t/>
            </a:r>
            <a:endParaRPr sz="1200">
              <a:solidFill>
                <a:srgbClr val="374957"/>
              </a:solidFill>
              <a:latin typeface="Be Vietnam"/>
              <a:ea typeface="Be Vietnam"/>
              <a:cs typeface="Be Vietnam"/>
              <a:sym typeface="Be Vietnam"/>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chemeClr val="hlink"/>
                </a:solidFill>
                <a:uFill>
                  <a:noFill/>
                </a:uFill>
                <a:latin typeface="Be Vietnam"/>
                <a:ea typeface="Be Vietnam"/>
                <a:cs typeface="Be Vietnam"/>
                <a:sym typeface="Be Vietnam"/>
                <a:hlinkClick r:id="rId6"/>
              </a:rPr>
              <a:t>Ink brush stroke </a:t>
            </a:r>
            <a:r>
              <a:rPr lang="en" sz="1200">
                <a:solidFill>
                  <a:schemeClr val="hlink"/>
                </a:solidFill>
                <a:uFill>
                  <a:noFill/>
                </a:uFill>
                <a:latin typeface="Be Vietnam"/>
                <a:ea typeface="Be Vietnam"/>
                <a:cs typeface="Be Vietnam"/>
                <a:sym typeface="Be Vietnam"/>
                <a:hlinkClick r:id="rId7"/>
              </a:rPr>
              <a:t>collection</a:t>
            </a:r>
            <a:endParaRPr sz="1200">
              <a:solidFill>
                <a:srgbClr val="374957"/>
              </a:solidFill>
              <a:highlight>
                <a:srgbClr val="FFFFFF"/>
              </a:highlight>
              <a:latin typeface="Proxima Nova"/>
              <a:ea typeface="Proxima Nova"/>
              <a:cs typeface="Proxima Nova"/>
              <a:sym typeface="Proxima Nova"/>
            </a:endParaRPr>
          </a:p>
          <a:p>
            <a:pPr indent="0" lvl="0" marL="0" marR="50800" rtl="0" algn="l">
              <a:lnSpc>
                <a:spcPct val="100000"/>
              </a:lnSpc>
              <a:spcBef>
                <a:spcPts val="0"/>
              </a:spcBef>
              <a:spcAft>
                <a:spcPts val="0"/>
              </a:spcAft>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Clr>
                <a:srgbClr val="000000"/>
              </a:buClr>
              <a:buSzPts val="1100"/>
              <a:buFont typeface="Arial"/>
              <a:buNone/>
            </a:pPr>
            <a:r>
              <a:t/>
            </a:r>
            <a:endParaRPr sz="1200">
              <a:solidFill>
                <a:srgbClr val="374957"/>
              </a:solidFill>
              <a:latin typeface="Be Vietnam"/>
              <a:ea typeface="Be Vietnam"/>
              <a:cs typeface="Be Vietnam"/>
              <a:sym typeface="Be Vietnam"/>
            </a:endParaRPr>
          </a:p>
          <a:p>
            <a:pPr indent="0" lvl="0" marL="0" rtl="0" algn="l">
              <a:lnSpc>
                <a:spcPct val="100000"/>
              </a:lnSpc>
              <a:spcBef>
                <a:spcPts val="0"/>
              </a:spcBef>
              <a:spcAft>
                <a:spcPts val="0"/>
              </a:spcAft>
              <a:buNone/>
            </a:pPr>
            <a:r>
              <a:t/>
            </a:r>
            <a:endParaRPr>
              <a:latin typeface="Be Vietnam"/>
              <a:ea typeface="Be Vietnam"/>
              <a:cs typeface="Be Vietnam"/>
              <a:sym typeface="Be Vietnam"/>
            </a:endParaRPr>
          </a:p>
        </p:txBody>
      </p:sp>
      <p:grpSp>
        <p:nvGrpSpPr>
          <p:cNvPr id="6295" name="Google Shape;6295;p67"/>
          <p:cNvGrpSpPr/>
          <p:nvPr/>
        </p:nvGrpSpPr>
        <p:grpSpPr>
          <a:xfrm>
            <a:off x="691425" y="2794400"/>
            <a:ext cx="2366225" cy="871350"/>
            <a:chOff x="510250" y="2970125"/>
            <a:chExt cx="2366225" cy="871350"/>
          </a:xfrm>
        </p:grpSpPr>
        <p:sp>
          <p:nvSpPr>
            <p:cNvPr id="6296" name="Google Shape;6296;p67"/>
            <p:cNvSpPr/>
            <p:nvPr/>
          </p:nvSpPr>
          <p:spPr>
            <a:xfrm>
              <a:off x="692525" y="3052000"/>
              <a:ext cx="2183950" cy="732575"/>
            </a:xfrm>
            <a:custGeom>
              <a:rect b="b" l="l" r="r" t="t"/>
              <a:pathLst>
                <a:path extrusionOk="0" h="29303" w="87358">
                  <a:moveTo>
                    <a:pt x="74879" y="4976"/>
                  </a:moveTo>
                  <a:cubicBezTo>
                    <a:pt x="74905" y="4976"/>
                    <a:pt x="74931" y="4995"/>
                    <a:pt x="74956" y="5046"/>
                  </a:cubicBezTo>
                  <a:cubicBezTo>
                    <a:pt x="74956" y="5107"/>
                    <a:pt x="74956" y="5168"/>
                    <a:pt x="74956" y="5229"/>
                  </a:cubicBezTo>
                  <a:lnTo>
                    <a:pt x="74501" y="5654"/>
                  </a:lnTo>
                  <a:cubicBezTo>
                    <a:pt x="74379" y="5594"/>
                    <a:pt x="74349" y="5472"/>
                    <a:pt x="74440" y="5350"/>
                  </a:cubicBezTo>
                  <a:cubicBezTo>
                    <a:pt x="74531" y="5259"/>
                    <a:pt x="74652" y="5138"/>
                    <a:pt x="74774" y="5046"/>
                  </a:cubicBezTo>
                  <a:cubicBezTo>
                    <a:pt x="74809" y="5011"/>
                    <a:pt x="74844" y="4976"/>
                    <a:pt x="74879" y="4976"/>
                  </a:cubicBezTo>
                  <a:close/>
                  <a:moveTo>
                    <a:pt x="17235" y="5138"/>
                  </a:moveTo>
                  <a:cubicBezTo>
                    <a:pt x="17387" y="5259"/>
                    <a:pt x="17326" y="5381"/>
                    <a:pt x="17326" y="5502"/>
                  </a:cubicBezTo>
                  <a:cubicBezTo>
                    <a:pt x="17353" y="5581"/>
                    <a:pt x="17310" y="5660"/>
                    <a:pt x="17239" y="5660"/>
                  </a:cubicBezTo>
                  <a:cubicBezTo>
                    <a:pt x="17228" y="5660"/>
                    <a:pt x="17217" y="5658"/>
                    <a:pt x="17205" y="5654"/>
                  </a:cubicBezTo>
                  <a:cubicBezTo>
                    <a:pt x="17113" y="5654"/>
                    <a:pt x="17022" y="5624"/>
                    <a:pt x="16992" y="5563"/>
                  </a:cubicBezTo>
                  <a:cubicBezTo>
                    <a:pt x="16961" y="5502"/>
                    <a:pt x="16992" y="5411"/>
                    <a:pt x="17053" y="5350"/>
                  </a:cubicBezTo>
                  <a:cubicBezTo>
                    <a:pt x="17113" y="5259"/>
                    <a:pt x="17174" y="5198"/>
                    <a:pt x="17235" y="5138"/>
                  </a:cubicBezTo>
                  <a:close/>
                  <a:moveTo>
                    <a:pt x="62423" y="1"/>
                  </a:moveTo>
                  <a:cubicBezTo>
                    <a:pt x="62385" y="1"/>
                    <a:pt x="62334" y="33"/>
                    <a:pt x="62251" y="92"/>
                  </a:cubicBezTo>
                  <a:cubicBezTo>
                    <a:pt x="62129" y="183"/>
                    <a:pt x="61977" y="214"/>
                    <a:pt x="61825" y="214"/>
                  </a:cubicBezTo>
                  <a:cubicBezTo>
                    <a:pt x="61552" y="244"/>
                    <a:pt x="61278" y="396"/>
                    <a:pt x="61126" y="639"/>
                  </a:cubicBezTo>
                  <a:cubicBezTo>
                    <a:pt x="61035" y="791"/>
                    <a:pt x="60883" y="913"/>
                    <a:pt x="60701" y="943"/>
                  </a:cubicBezTo>
                  <a:cubicBezTo>
                    <a:pt x="60622" y="963"/>
                    <a:pt x="60544" y="1058"/>
                    <a:pt x="60457" y="1058"/>
                  </a:cubicBezTo>
                  <a:cubicBezTo>
                    <a:pt x="60410" y="1058"/>
                    <a:pt x="60360" y="1029"/>
                    <a:pt x="60306" y="943"/>
                  </a:cubicBezTo>
                  <a:cubicBezTo>
                    <a:pt x="60306" y="935"/>
                    <a:pt x="60293" y="931"/>
                    <a:pt x="60272" y="931"/>
                  </a:cubicBezTo>
                  <a:cubicBezTo>
                    <a:pt x="60217" y="931"/>
                    <a:pt x="60107" y="959"/>
                    <a:pt x="60063" y="1004"/>
                  </a:cubicBezTo>
                  <a:cubicBezTo>
                    <a:pt x="59911" y="1095"/>
                    <a:pt x="59819" y="1277"/>
                    <a:pt x="59850" y="1460"/>
                  </a:cubicBezTo>
                  <a:cubicBezTo>
                    <a:pt x="59850" y="1521"/>
                    <a:pt x="59819" y="1581"/>
                    <a:pt x="59789" y="1673"/>
                  </a:cubicBezTo>
                  <a:lnTo>
                    <a:pt x="59242" y="1156"/>
                  </a:lnTo>
                  <a:cubicBezTo>
                    <a:pt x="59242" y="1146"/>
                    <a:pt x="59238" y="1142"/>
                    <a:pt x="59233" y="1142"/>
                  </a:cubicBezTo>
                  <a:cubicBezTo>
                    <a:pt x="59222" y="1142"/>
                    <a:pt x="59201" y="1156"/>
                    <a:pt x="59181" y="1156"/>
                  </a:cubicBezTo>
                  <a:lnTo>
                    <a:pt x="59059" y="1277"/>
                  </a:lnTo>
                  <a:cubicBezTo>
                    <a:pt x="58896" y="1168"/>
                    <a:pt x="58805" y="1108"/>
                    <a:pt x="58742" y="1108"/>
                  </a:cubicBezTo>
                  <a:cubicBezTo>
                    <a:pt x="58664" y="1108"/>
                    <a:pt x="58626" y="1198"/>
                    <a:pt x="58543" y="1399"/>
                  </a:cubicBezTo>
                  <a:cubicBezTo>
                    <a:pt x="58543" y="1429"/>
                    <a:pt x="58512" y="1460"/>
                    <a:pt x="58482" y="1490"/>
                  </a:cubicBezTo>
                  <a:cubicBezTo>
                    <a:pt x="58300" y="1247"/>
                    <a:pt x="58482" y="852"/>
                    <a:pt x="58087" y="761"/>
                  </a:cubicBezTo>
                  <a:lnTo>
                    <a:pt x="57844" y="1004"/>
                  </a:lnTo>
                  <a:lnTo>
                    <a:pt x="57844" y="1399"/>
                  </a:lnTo>
                  <a:cubicBezTo>
                    <a:pt x="57722" y="1521"/>
                    <a:pt x="57449" y="1581"/>
                    <a:pt x="57327" y="1703"/>
                  </a:cubicBezTo>
                  <a:cubicBezTo>
                    <a:pt x="57236" y="1825"/>
                    <a:pt x="57145" y="2037"/>
                    <a:pt x="56932" y="2037"/>
                  </a:cubicBezTo>
                  <a:lnTo>
                    <a:pt x="56932" y="2280"/>
                  </a:lnTo>
                  <a:cubicBezTo>
                    <a:pt x="56749" y="2432"/>
                    <a:pt x="56628" y="2645"/>
                    <a:pt x="56445" y="2767"/>
                  </a:cubicBezTo>
                  <a:lnTo>
                    <a:pt x="56324" y="2767"/>
                  </a:lnTo>
                  <a:cubicBezTo>
                    <a:pt x="55990" y="2736"/>
                    <a:pt x="55929" y="2676"/>
                    <a:pt x="56111" y="2402"/>
                  </a:cubicBezTo>
                  <a:cubicBezTo>
                    <a:pt x="56172" y="2280"/>
                    <a:pt x="56202" y="2128"/>
                    <a:pt x="56202" y="2007"/>
                  </a:cubicBezTo>
                  <a:cubicBezTo>
                    <a:pt x="56172" y="1855"/>
                    <a:pt x="56476" y="1825"/>
                    <a:pt x="56324" y="1703"/>
                  </a:cubicBezTo>
                  <a:cubicBezTo>
                    <a:pt x="56258" y="1675"/>
                    <a:pt x="56189" y="1661"/>
                    <a:pt x="56122" y="1661"/>
                  </a:cubicBezTo>
                  <a:cubicBezTo>
                    <a:pt x="55972" y="1661"/>
                    <a:pt x="55830" y="1729"/>
                    <a:pt x="55746" y="1855"/>
                  </a:cubicBezTo>
                  <a:cubicBezTo>
                    <a:pt x="55701" y="1840"/>
                    <a:pt x="55664" y="1833"/>
                    <a:pt x="55633" y="1833"/>
                  </a:cubicBezTo>
                  <a:cubicBezTo>
                    <a:pt x="55414" y="1833"/>
                    <a:pt x="55511" y="2163"/>
                    <a:pt x="55351" y="2189"/>
                  </a:cubicBezTo>
                  <a:lnTo>
                    <a:pt x="55078" y="1946"/>
                  </a:lnTo>
                  <a:cubicBezTo>
                    <a:pt x="55047" y="1764"/>
                    <a:pt x="55047" y="1581"/>
                    <a:pt x="55078" y="1399"/>
                  </a:cubicBezTo>
                  <a:cubicBezTo>
                    <a:pt x="55169" y="1156"/>
                    <a:pt x="54804" y="1065"/>
                    <a:pt x="54895" y="852"/>
                  </a:cubicBezTo>
                  <a:cubicBezTo>
                    <a:pt x="54986" y="639"/>
                    <a:pt x="54713" y="578"/>
                    <a:pt x="54713" y="396"/>
                  </a:cubicBezTo>
                  <a:cubicBezTo>
                    <a:pt x="54703" y="394"/>
                    <a:pt x="54693" y="393"/>
                    <a:pt x="54684" y="393"/>
                  </a:cubicBezTo>
                  <a:cubicBezTo>
                    <a:pt x="54557" y="393"/>
                    <a:pt x="54527" y="582"/>
                    <a:pt x="54470" y="639"/>
                  </a:cubicBezTo>
                  <a:cubicBezTo>
                    <a:pt x="54409" y="730"/>
                    <a:pt x="54409" y="882"/>
                    <a:pt x="54348" y="943"/>
                  </a:cubicBezTo>
                  <a:cubicBezTo>
                    <a:pt x="54257" y="1034"/>
                    <a:pt x="54105" y="1034"/>
                    <a:pt x="54044" y="1095"/>
                  </a:cubicBezTo>
                  <a:cubicBezTo>
                    <a:pt x="53953" y="1125"/>
                    <a:pt x="53862" y="1217"/>
                    <a:pt x="53862" y="1277"/>
                  </a:cubicBezTo>
                  <a:cubicBezTo>
                    <a:pt x="53831" y="1429"/>
                    <a:pt x="53771" y="1521"/>
                    <a:pt x="53619" y="1551"/>
                  </a:cubicBezTo>
                  <a:cubicBezTo>
                    <a:pt x="53467" y="1612"/>
                    <a:pt x="53345" y="1764"/>
                    <a:pt x="53284" y="1946"/>
                  </a:cubicBezTo>
                  <a:cubicBezTo>
                    <a:pt x="53163" y="2189"/>
                    <a:pt x="53102" y="2432"/>
                    <a:pt x="53102" y="2706"/>
                  </a:cubicBezTo>
                  <a:lnTo>
                    <a:pt x="52464" y="3405"/>
                  </a:lnTo>
                  <a:lnTo>
                    <a:pt x="52099" y="3405"/>
                  </a:lnTo>
                  <a:cubicBezTo>
                    <a:pt x="51916" y="3527"/>
                    <a:pt x="51856" y="3770"/>
                    <a:pt x="51582" y="3770"/>
                  </a:cubicBezTo>
                  <a:cubicBezTo>
                    <a:pt x="51542" y="3770"/>
                    <a:pt x="51501" y="3773"/>
                    <a:pt x="51463" y="3773"/>
                  </a:cubicBezTo>
                  <a:cubicBezTo>
                    <a:pt x="51386" y="3773"/>
                    <a:pt x="51319" y="3760"/>
                    <a:pt x="51278" y="3679"/>
                  </a:cubicBezTo>
                  <a:lnTo>
                    <a:pt x="51278" y="3283"/>
                  </a:lnTo>
                  <a:cubicBezTo>
                    <a:pt x="51552" y="3132"/>
                    <a:pt x="51673" y="2797"/>
                    <a:pt x="52008" y="2676"/>
                  </a:cubicBezTo>
                  <a:cubicBezTo>
                    <a:pt x="51977" y="2584"/>
                    <a:pt x="52068" y="2432"/>
                    <a:pt x="51947" y="2341"/>
                  </a:cubicBezTo>
                  <a:cubicBezTo>
                    <a:pt x="51811" y="2423"/>
                    <a:pt x="51700" y="2528"/>
                    <a:pt x="51526" y="2528"/>
                  </a:cubicBezTo>
                  <a:cubicBezTo>
                    <a:pt x="51505" y="2528"/>
                    <a:pt x="51483" y="2527"/>
                    <a:pt x="51461" y="2524"/>
                  </a:cubicBezTo>
                  <a:cubicBezTo>
                    <a:pt x="51369" y="2493"/>
                    <a:pt x="51309" y="2493"/>
                    <a:pt x="51278" y="2372"/>
                  </a:cubicBezTo>
                  <a:cubicBezTo>
                    <a:pt x="51248" y="2250"/>
                    <a:pt x="51278" y="2128"/>
                    <a:pt x="51461" y="2128"/>
                  </a:cubicBezTo>
                  <a:lnTo>
                    <a:pt x="51521" y="2128"/>
                  </a:lnTo>
                  <a:cubicBezTo>
                    <a:pt x="51643" y="2068"/>
                    <a:pt x="51673" y="1885"/>
                    <a:pt x="51613" y="1825"/>
                  </a:cubicBezTo>
                  <a:cubicBezTo>
                    <a:pt x="51570" y="1803"/>
                    <a:pt x="51481" y="1782"/>
                    <a:pt x="51422" y="1782"/>
                  </a:cubicBezTo>
                  <a:cubicBezTo>
                    <a:pt x="51398" y="1782"/>
                    <a:pt x="51378" y="1785"/>
                    <a:pt x="51369" y="1794"/>
                  </a:cubicBezTo>
                  <a:cubicBezTo>
                    <a:pt x="51268" y="1896"/>
                    <a:pt x="51176" y="1959"/>
                    <a:pt x="51083" y="1959"/>
                  </a:cubicBezTo>
                  <a:cubicBezTo>
                    <a:pt x="51008" y="1959"/>
                    <a:pt x="50934" y="1919"/>
                    <a:pt x="50853" y="1825"/>
                  </a:cubicBezTo>
                  <a:cubicBezTo>
                    <a:pt x="50807" y="1794"/>
                    <a:pt x="50761" y="1779"/>
                    <a:pt x="50720" y="1779"/>
                  </a:cubicBezTo>
                  <a:cubicBezTo>
                    <a:pt x="50678" y="1779"/>
                    <a:pt x="50640" y="1794"/>
                    <a:pt x="50609" y="1825"/>
                  </a:cubicBezTo>
                  <a:cubicBezTo>
                    <a:pt x="50488" y="2007"/>
                    <a:pt x="50275" y="1916"/>
                    <a:pt x="50123" y="1976"/>
                  </a:cubicBezTo>
                  <a:cubicBezTo>
                    <a:pt x="49985" y="2032"/>
                    <a:pt x="49846" y="2163"/>
                    <a:pt x="49685" y="2163"/>
                  </a:cubicBezTo>
                  <a:cubicBezTo>
                    <a:pt x="49669" y="2163"/>
                    <a:pt x="49653" y="2162"/>
                    <a:pt x="49637" y="2159"/>
                  </a:cubicBezTo>
                  <a:cubicBezTo>
                    <a:pt x="49586" y="2149"/>
                    <a:pt x="49532" y="2149"/>
                    <a:pt x="49474" y="2149"/>
                  </a:cubicBezTo>
                  <a:lnTo>
                    <a:pt x="49474" y="2149"/>
                  </a:lnTo>
                  <a:cubicBezTo>
                    <a:pt x="49357" y="2149"/>
                    <a:pt x="49221" y="2149"/>
                    <a:pt x="49059" y="2068"/>
                  </a:cubicBezTo>
                  <a:cubicBezTo>
                    <a:pt x="49242" y="1642"/>
                    <a:pt x="48847" y="1490"/>
                    <a:pt x="48573" y="1217"/>
                  </a:cubicBezTo>
                  <a:lnTo>
                    <a:pt x="48482" y="1794"/>
                  </a:lnTo>
                  <a:lnTo>
                    <a:pt x="47540" y="1794"/>
                  </a:lnTo>
                  <a:lnTo>
                    <a:pt x="47266" y="2068"/>
                  </a:lnTo>
                  <a:lnTo>
                    <a:pt x="47418" y="2250"/>
                  </a:lnTo>
                  <a:lnTo>
                    <a:pt x="47175" y="2524"/>
                  </a:lnTo>
                  <a:lnTo>
                    <a:pt x="46658" y="2524"/>
                  </a:lnTo>
                  <a:lnTo>
                    <a:pt x="46111" y="3071"/>
                  </a:lnTo>
                  <a:cubicBezTo>
                    <a:pt x="46088" y="3075"/>
                    <a:pt x="46063" y="3076"/>
                    <a:pt x="46037" y="3076"/>
                  </a:cubicBezTo>
                  <a:cubicBezTo>
                    <a:pt x="45970" y="3076"/>
                    <a:pt x="45895" y="3066"/>
                    <a:pt x="45822" y="3066"/>
                  </a:cubicBezTo>
                  <a:cubicBezTo>
                    <a:pt x="45702" y="3066"/>
                    <a:pt x="45585" y="3092"/>
                    <a:pt x="45503" y="3223"/>
                  </a:cubicBezTo>
                  <a:cubicBezTo>
                    <a:pt x="45389" y="3223"/>
                    <a:pt x="45261" y="3250"/>
                    <a:pt x="45138" y="3250"/>
                  </a:cubicBezTo>
                  <a:cubicBezTo>
                    <a:pt x="45001" y="3250"/>
                    <a:pt x="44870" y="3216"/>
                    <a:pt x="44774" y="3071"/>
                  </a:cubicBezTo>
                  <a:cubicBezTo>
                    <a:pt x="44682" y="3056"/>
                    <a:pt x="44591" y="3048"/>
                    <a:pt x="44500" y="3048"/>
                  </a:cubicBezTo>
                  <a:cubicBezTo>
                    <a:pt x="44409" y="3048"/>
                    <a:pt x="44318" y="3056"/>
                    <a:pt x="44226" y="3071"/>
                  </a:cubicBezTo>
                  <a:cubicBezTo>
                    <a:pt x="44203" y="3076"/>
                    <a:pt x="44182" y="3078"/>
                    <a:pt x="44161" y="3078"/>
                  </a:cubicBezTo>
                  <a:cubicBezTo>
                    <a:pt x="43957" y="3078"/>
                    <a:pt x="43862" y="2851"/>
                    <a:pt x="43700" y="2851"/>
                  </a:cubicBezTo>
                  <a:cubicBezTo>
                    <a:pt x="43684" y="2851"/>
                    <a:pt x="43667" y="2853"/>
                    <a:pt x="43649" y="2858"/>
                  </a:cubicBezTo>
                  <a:cubicBezTo>
                    <a:pt x="43603" y="2878"/>
                    <a:pt x="43559" y="2886"/>
                    <a:pt x="43518" y="2886"/>
                  </a:cubicBezTo>
                  <a:cubicBezTo>
                    <a:pt x="43367" y="2886"/>
                    <a:pt x="43238" y="2777"/>
                    <a:pt x="43071" y="2706"/>
                  </a:cubicBezTo>
                  <a:cubicBezTo>
                    <a:pt x="42859" y="2554"/>
                    <a:pt x="42615" y="2493"/>
                    <a:pt x="42342" y="2493"/>
                  </a:cubicBezTo>
                  <a:cubicBezTo>
                    <a:pt x="42144" y="2508"/>
                    <a:pt x="41939" y="2516"/>
                    <a:pt x="41734" y="2516"/>
                  </a:cubicBezTo>
                  <a:cubicBezTo>
                    <a:pt x="41529" y="2516"/>
                    <a:pt x="41324" y="2508"/>
                    <a:pt x="41126" y="2493"/>
                  </a:cubicBezTo>
                  <a:cubicBezTo>
                    <a:pt x="41035" y="2554"/>
                    <a:pt x="40974" y="2645"/>
                    <a:pt x="40883" y="2706"/>
                  </a:cubicBezTo>
                  <a:cubicBezTo>
                    <a:pt x="40852" y="2797"/>
                    <a:pt x="40883" y="2858"/>
                    <a:pt x="40822" y="2949"/>
                  </a:cubicBezTo>
                  <a:cubicBezTo>
                    <a:pt x="40806" y="3014"/>
                    <a:pt x="40755" y="3045"/>
                    <a:pt x="40692" y="3045"/>
                  </a:cubicBezTo>
                  <a:cubicBezTo>
                    <a:pt x="40638" y="3045"/>
                    <a:pt x="40575" y="3022"/>
                    <a:pt x="40518" y="2980"/>
                  </a:cubicBezTo>
                  <a:cubicBezTo>
                    <a:pt x="40457" y="2949"/>
                    <a:pt x="40427" y="2919"/>
                    <a:pt x="40397" y="2858"/>
                  </a:cubicBezTo>
                  <a:cubicBezTo>
                    <a:pt x="39819" y="2858"/>
                    <a:pt x="39849" y="2858"/>
                    <a:pt x="39150" y="3162"/>
                  </a:cubicBezTo>
                  <a:cubicBezTo>
                    <a:pt x="39084" y="3215"/>
                    <a:pt x="39005" y="3239"/>
                    <a:pt x="38926" y="3239"/>
                  </a:cubicBezTo>
                  <a:cubicBezTo>
                    <a:pt x="38823" y="3239"/>
                    <a:pt x="38719" y="3200"/>
                    <a:pt x="38634" y="3132"/>
                  </a:cubicBezTo>
                  <a:cubicBezTo>
                    <a:pt x="38725" y="3010"/>
                    <a:pt x="38573" y="2828"/>
                    <a:pt x="38725" y="2706"/>
                  </a:cubicBezTo>
                  <a:cubicBezTo>
                    <a:pt x="38816" y="2767"/>
                    <a:pt x="38907" y="2797"/>
                    <a:pt x="38998" y="2858"/>
                  </a:cubicBezTo>
                  <a:cubicBezTo>
                    <a:pt x="39010" y="2858"/>
                    <a:pt x="39032" y="2863"/>
                    <a:pt x="39056" y="2863"/>
                  </a:cubicBezTo>
                  <a:cubicBezTo>
                    <a:pt x="39092" y="2863"/>
                    <a:pt x="39132" y="2852"/>
                    <a:pt x="39150" y="2797"/>
                  </a:cubicBezTo>
                  <a:cubicBezTo>
                    <a:pt x="39181" y="2736"/>
                    <a:pt x="39211" y="2615"/>
                    <a:pt x="39181" y="2584"/>
                  </a:cubicBezTo>
                  <a:cubicBezTo>
                    <a:pt x="39029" y="2402"/>
                    <a:pt x="38907" y="2220"/>
                    <a:pt x="38755" y="2068"/>
                  </a:cubicBezTo>
                  <a:lnTo>
                    <a:pt x="38603" y="2493"/>
                  </a:lnTo>
                  <a:lnTo>
                    <a:pt x="37904" y="2493"/>
                  </a:lnTo>
                  <a:cubicBezTo>
                    <a:pt x="37843" y="2493"/>
                    <a:pt x="37782" y="2432"/>
                    <a:pt x="37752" y="2402"/>
                  </a:cubicBezTo>
                  <a:cubicBezTo>
                    <a:pt x="37661" y="2220"/>
                    <a:pt x="37843" y="2159"/>
                    <a:pt x="37904" y="2037"/>
                  </a:cubicBezTo>
                  <a:lnTo>
                    <a:pt x="37661" y="1764"/>
                  </a:lnTo>
                  <a:cubicBezTo>
                    <a:pt x="37539" y="1931"/>
                    <a:pt x="37380" y="1961"/>
                    <a:pt x="37205" y="1961"/>
                  </a:cubicBezTo>
                  <a:cubicBezTo>
                    <a:pt x="37105" y="1961"/>
                    <a:pt x="37000" y="1951"/>
                    <a:pt x="36895" y="1951"/>
                  </a:cubicBezTo>
                  <a:cubicBezTo>
                    <a:pt x="36816" y="1951"/>
                    <a:pt x="36736" y="1957"/>
                    <a:pt x="36658" y="1976"/>
                  </a:cubicBezTo>
                  <a:lnTo>
                    <a:pt x="36384" y="2311"/>
                  </a:lnTo>
                  <a:cubicBezTo>
                    <a:pt x="36354" y="2306"/>
                    <a:pt x="36324" y="2304"/>
                    <a:pt x="36296" y="2304"/>
                  </a:cubicBezTo>
                  <a:cubicBezTo>
                    <a:pt x="36238" y="2304"/>
                    <a:pt x="36184" y="2311"/>
                    <a:pt x="36134" y="2311"/>
                  </a:cubicBezTo>
                  <a:cubicBezTo>
                    <a:pt x="36058" y="2311"/>
                    <a:pt x="35989" y="2296"/>
                    <a:pt x="35928" y="2220"/>
                  </a:cubicBezTo>
                  <a:cubicBezTo>
                    <a:pt x="35902" y="2033"/>
                    <a:pt x="35852" y="1940"/>
                    <a:pt x="35738" y="1940"/>
                  </a:cubicBezTo>
                  <a:cubicBezTo>
                    <a:pt x="35722" y="1940"/>
                    <a:pt x="35704" y="1942"/>
                    <a:pt x="35685" y="1946"/>
                  </a:cubicBezTo>
                  <a:cubicBezTo>
                    <a:pt x="35533" y="1976"/>
                    <a:pt x="35564" y="2128"/>
                    <a:pt x="35564" y="2220"/>
                  </a:cubicBezTo>
                  <a:lnTo>
                    <a:pt x="35564" y="2402"/>
                  </a:lnTo>
                  <a:lnTo>
                    <a:pt x="35108" y="2858"/>
                  </a:lnTo>
                  <a:lnTo>
                    <a:pt x="34196" y="2858"/>
                  </a:lnTo>
                  <a:cubicBezTo>
                    <a:pt x="33922" y="3071"/>
                    <a:pt x="33709" y="3314"/>
                    <a:pt x="33497" y="3587"/>
                  </a:cubicBezTo>
                  <a:cubicBezTo>
                    <a:pt x="33345" y="3861"/>
                    <a:pt x="33132" y="4135"/>
                    <a:pt x="32889" y="4347"/>
                  </a:cubicBezTo>
                  <a:lnTo>
                    <a:pt x="31825" y="4347"/>
                  </a:lnTo>
                  <a:lnTo>
                    <a:pt x="31551" y="4621"/>
                  </a:lnTo>
                  <a:lnTo>
                    <a:pt x="31551" y="5138"/>
                  </a:lnTo>
                  <a:lnTo>
                    <a:pt x="30913" y="5806"/>
                  </a:lnTo>
                  <a:lnTo>
                    <a:pt x="30153" y="5806"/>
                  </a:lnTo>
                  <a:cubicBezTo>
                    <a:pt x="30092" y="5654"/>
                    <a:pt x="30032" y="5533"/>
                    <a:pt x="29971" y="5411"/>
                  </a:cubicBezTo>
                  <a:cubicBezTo>
                    <a:pt x="29880" y="5290"/>
                    <a:pt x="29697" y="5259"/>
                    <a:pt x="29697" y="5077"/>
                  </a:cubicBezTo>
                  <a:lnTo>
                    <a:pt x="29332" y="5077"/>
                  </a:lnTo>
                  <a:cubicBezTo>
                    <a:pt x="29139" y="4994"/>
                    <a:pt x="28970" y="4860"/>
                    <a:pt x="28734" y="4860"/>
                  </a:cubicBezTo>
                  <a:cubicBezTo>
                    <a:pt x="28712" y="4860"/>
                    <a:pt x="28688" y="4861"/>
                    <a:pt x="28664" y="4864"/>
                  </a:cubicBezTo>
                  <a:cubicBezTo>
                    <a:pt x="28407" y="4778"/>
                    <a:pt x="28295" y="4741"/>
                    <a:pt x="28186" y="4741"/>
                  </a:cubicBezTo>
                  <a:cubicBezTo>
                    <a:pt x="28102" y="4741"/>
                    <a:pt x="28019" y="4763"/>
                    <a:pt x="27873" y="4803"/>
                  </a:cubicBezTo>
                  <a:cubicBezTo>
                    <a:pt x="27873" y="5046"/>
                    <a:pt x="27904" y="5320"/>
                    <a:pt x="27873" y="5563"/>
                  </a:cubicBezTo>
                  <a:cubicBezTo>
                    <a:pt x="27782" y="5594"/>
                    <a:pt x="27752" y="5594"/>
                    <a:pt x="27752" y="5594"/>
                  </a:cubicBezTo>
                  <a:cubicBezTo>
                    <a:pt x="27661" y="5563"/>
                    <a:pt x="27570" y="5533"/>
                    <a:pt x="27509" y="5502"/>
                  </a:cubicBezTo>
                  <a:cubicBezTo>
                    <a:pt x="27394" y="5445"/>
                    <a:pt x="27320" y="5415"/>
                    <a:pt x="27248" y="5415"/>
                  </a:cubicBezTo>
                  <a:cubicBezTo>
                    <a:pt x="27168" y="5415"/>
                    <a:pt x="27090" y="5453"/>
                    <a:pt x="26962" y="5533"/>
                  </a:cubicBezTo>
                  <a:cubicBezTo>
                    <a:pt x="26892" y="5579"/>
                    <a:pt x="26840" y="5599"/>
                    <a:pt x="26794" y="5599"/>
                  </a:cubicBezTo>
                  <a:cubicBezTo>
                    <a:pt x="26720" y="5599"/>
                    <a:pt x="26660" y="5547"/>
                    <a:pt x="26566" y="5472"/>
                  </a:cubicBezTo>
                  <a:cubicBezTo>
                    <a:pt x="26506" y="5426"/>
                    <a:pt x="26468" y="5404"/>
                    <a:pt x="26426" y="5404"/>
                  </a:cubicBezTo>
                  <a:cubicBezTo>
                    <a:pt x="26384" y="5404"/>
                    <a:pt x="26339" y="5426"/>
                    <a:pt x="26263" y="5472"/>
                  </a:cubicBezTo>
                  <a:cubicBezTo>
                    <a:pt x="26207" y="5546"/>
                    <a:pt x="26130" y="5586"/>
                    <a:pt x="26050" y="5586"/>
                  </a:cubicBezTo>
                  <a:cubicBezTo>
                    <a:pt x="25998" y="5586"/>
                    <a:pt x="25946" y="5569"/>
                    <a:pt x="25898" y="5533"/>
                  </a:cubicBezTo>
                  <a:cubicBezTo>
                    <a:pt x="25619" y="5347"/>
                    <a:pt x="25330" y="5196"/>
                    <a:pt x="25029" y="5196"/>
                  </a:cubicBezTo>
                  <a:cubicBezTo>
                    <a:pt x="24837" y="5196"/>
                    <a:pt x="24640" y="5257"/>
                    <a:pt x="24439" y="5411"/>
                  </a:cubicBezTo>
                  <a:cubicBezTo>
                    <a:pt x="24419" y="5421"/>
                    <a:pt x="24391" y="5425"/>
                    <a:pt x="24362" y="5425"/>
                  </a:cubicBezTo>
                  <a:cubicBezTo>
                    <a:pt x="24304" y="5425"/>
                    <a:pt x="24236" y="5411"/>
                    <a:pt x="24196" y="5411"/>
                  </a:cubicBezTo>
                  <a:lnTo>
                    <a:pt x="23831" y="5016"/>
                  </a:lnTo>
                  <a:lnTo>
                    <a:pt x="23071" y="5016"/>
                  </a:lnTo>
                  <a:lnTo>
                    <a:pt x="22889" y="4864"/>
                  </a:lnTo>
                  <a:cubicBezTo>
                    <a:pt x="22745" y="4979"/>
                    <a:pt x="22656" y="5201"/>
                    <a:pt x="22392" y="5201"/>
                  </a:cubicBezTo>
                  <a:cubicBezTo>
                    <a:pt x="22376" y="5201"/>
                    <a:pt x="22359" y="5200"/>
                    <a:pt x="22341" y="5198"/>
                  </a:cubicBezTo>
                  <a:cubicBezTo>
                    <a:pt x="22281" y="5138"/>
                    <a:pt x="22159" y="5077"/>
                    <a:pt x="22129" y="4986"/>
                  </a:cubicBezTo>
                  <a:cubicBezTo>
                    <a:pt x="22068" y="4803"/>
                    <a:pt x="22038" y="4651"/>
                    <a:pt x="22038" y="4469"/>
                  </a:cubicBezTo>
                  <a:cubicBezTo>
                    <a:pt x="21976" y="4484"/>
                    <a:pt x="21918" y="4491"/>
                    <a:pt x="21863" y="4491"/>
                  </a:cubicBezTo>
                  <a:cubicBezTo>
                    <a:pt x="21591" y="4491"/>
                    <a:pt x="21389" y="4327"/>
                    <a:pt x="21186" y="4226"/>
                  </a:cubicBezTo>
                  <a:cubicBezTo>
                    <a:pt x="21004" y="4135"/>
                    <a:pt x="20882" y="3922"/>
                    <a:pt x="20731" y="3800"/>
                  </a:cubicBezTo>
                  <a:cubicBezTo>
                    <a:pt x="20685" y="3770"/>
                    <a:pt x="20639" y="3755"/>
                    <a:pt x="20598" y="3755"/>
                  </a:cubicBezTo>
                  <a:cubicBezTo>
                    <a:pt x="20556" y="3755"/>
                    <a:pt x="20518" y="3770"/>
                    <a:pt x="20487" y="3800"/>
                  </a:cubicBezTo>
                  <a:cubicBezTo>
                    <a:pt x="20457" y="3861"/>
                    <a:pt x="20427" y="3952"/>
                    <a:pt x="20457" y="4013"/>
                  </a:cubicBezTo>
                  <a:cubicBezTo>
                    <a:pt x="20457" y="4104"/>
                    <a:pt x="20548" y="4135"/>
                    <a:pt x="20579" y="4195"/>
                  </a:cubicBezTo>
                  <a:lnTo>
                    <a:pt x="20335" y="4469"/>
                  </a:lnTo>
                  <a:cubicBezTo>
                    <a:pt x="20244" y="4469"/>
                    <a:pt x="20153" y="4476"/>
                    <a:pt x="20064" y="4476"/>
                  </a:cubicBezTo>
                  <a:cubicBezTo>
                    <a:pt x="19886" y="4476"/>
                    <a:pt x="19717" y="4449"/>
                    <a:pt x="19575" y="4287"/>
                  </a:cubicBezTo>
                  <a:cubicBezTo>
                    <a:pt x="19439" y="4271"/>
                    <a:pt x="19302" y="4264"/>
                    <a:pt x="19169" y="4264"/>
                  </a:cubicBezTo>
                  <a:cubicBezTo>
                    <a:pt x="19036" y="4264"/>
                    <a:pt x="18907" y="4271"/>
                    <a:pt x="18785" y="4287"/>
                  </a:cubicBezTo>
                  <a:cubicBezTo>
                    <a:pt x="18603" y="4317"/>
                    <a:pt x="18451" y="4378"/>
                    <a:pt x="18329" y="4499"/>
                  </a:cubicBezTo>
                  <a:cubicBezTo>
                    <a:pt x="18217" y="4630"/>
                    <a:pt x="18094" y="4646"/>
                    <a:pt x="17966" y="4646"/>
                  </a:cubicBezTo>
                  <a:cubicBezTo>
                    <a:pt x="17924" y="4646"/>
                    <a:pt x="17882" y="4644"/>
                    <a:pt x="17839" y="4644"/>
                  </a:cubicBezTo>
                  <a:cubicBezTo>
                    <a:pt x="17800" y="4644"/>
                    <a:pt x="17761" y="4646"/>
                    <a:pt x="17721" y="4651"/>
                  </a:cubicBezTo>
                  <a:lnTo>
                    <a:pt x="17661" y="4651"/>
                  </a:lnTo>
                  <a:cubicBezTo>
                    <a:pt x="17414" y="4761"/>
                    <a:pt x="17365" y="4994"/>
                    <a:pt x="17068" y="4994"/>
                  </a:cubicBezTo>
                  <a:cubicBezTo>
                    <a:pt x="17035" y="4994"/>
                    <a:pt x="17000" y="4992"/>
                    <a:pt x="16961" y="4986"/>
                  </a:cubicBezTo>
                  <a:lnTo>
                    <a:pt x="16718" y="4621"/>
                  </a:lnTo>
                  <a:cubicBezTo>
                    <a:pt x="16683" y="4625"/>
                    <a:pt x="16648" y="4626"/>
                    <a:pt x="16614" y="4626"/>
                  </a:cubicBezTo>
                  <a:cubicBezTo>
                    <a:pt x="16523" y="4626"/>
                    <a:pt x="16434" y="4617"/>
                    <a:pt x="16349" y="4617"/>
                  </a:cubicBezTo>
                  <a:cubicBezTo>
                    <a:pt x="16212" y="4617"/>
                    <a:pt x="16087" y="4642"/>
                    <a:pt x="15989" y="4773"/>
                  </a:cubicBezTo>
                  <a:lnTo>
                    <a:pt x="15502" y="4803"/>
                  </a:lnTo>
                  <a:lnTo>
                    <a:pt x="14955" y="4378"/>
                  </a:lnTo>
                  <a:cubicBezTo>
                    <a:pt x="15016" y="4104"/>
                    <a:pt x="14895" y="3831"/>
                    <a:pt x="14682" y="3709"/>
                  </a:cubicBezTo>
                  <a:lnTo>
                    <a:pt x="14256" y="3709"/>
                  </a:lnTo>
                  <a:lnTo>
                    <a:pt x="13983" y="3344"/>
                  </a:lnTo>
                  <a:cubicBezTo>
                    <a:pt x="13831" y="3344"/>
                    <a:pt x="13709" y="3344"/>
                    <a:pt x="13557" y="3405"/>
                  </a:cubicBezTo>
                  <a:cubicBezTo>
                    <a:pt x="13481" y="3430"/>
                    <a:pt x="13426" y="3541"/>
                    <a:pt x="13321" y="3541"/>
                  </a:cubicBezTo>
                  <a:cubicBezTo>
                    <a:pt x="13301" y="3541"/>
                    <a:pt x="13278" y="3537"/>
                    <a:pt x="13253" y="3527"/>
                  </a:cubicBezTo>
                  <a:cubicBezTo>
                    <a:pt x="13162" y="3466"/>
                    <a:pt x="13071" y="3405"/>
                    <a:pt x="12980" y="3344"/>
                  </a:cubicBezTo>
                  <a:lnTo>
                    <a:pt x="12980" y="4195"/>
                  </a:lnTo>
                  <a:cubicBezTo>
                    <a:pt x="12645" y="4347"/>
                    <a:pt x="12311" y="4439"/>
                    <a:pt x="11946" y="4439"/>
                  </a:cubicBezTo>
                  <a:cubicBezTo>
                    <a:pt x="11934" y="4441"/>
                    <a:pt x="11922" y="4442"/>
                    <a:pt x="11911" y="4442"/>
                  </a:cubicBezTo>
                  <a:cubicBezTo>
                    <a:pt x="11763" y="4442"/>
                    <a:pt x="11677" y="4284"/>
                    <a:pt x="11575" y="4284"/>
                  </a:cubicBezTo>
                  <a:cubicBezTo>
                    <a:pt x="11567" y="4284"/>
                    <a:pt x="11559" y="4285"/>
                    <a:pt x="11551" y="4287"/>
                  </a:cubicBezTo>
                  <a:cubicBezTo>
                    <a:pt x="11526" y="4290"/>
                    <a:pt x="11501" y="4291"/>
                    <a:pt x="11477" y="4291"/>
                  </a:cubicBezTo>
                  <a:cubicBezTo>
                    <a:pt x="11259" y="4291"/>
                    <a:pt x="11052" y="4174"/>
                    <a:pt x="10943" y="3983"/>
                  </a:cubicBezTo>
                  <a:cubicBezTo>
                    <a:pt x="10822" y="3831"/>
                    <a:pt x="10670" y="3922"/>
                    <a:pt x="10457" y="3861"/>
                  </a:cubicBezTo>
                  <a:cubicBezTo>
                    <a:pt x="10396" y="3952"/>
                    <a:pt x="10305" y="4074"/>
                    <a:pt x="10214" y="4195"/>
                  </a:cubicBezTo>
                  <a:cubicBezTo>
                    <a:pt x="10092" y="4347"/>
                    <a:pt x="10031" y="4499"/>
                    <a:pt x="9940" y="4621"/>
                  </a:cubicBezTo>
                  <a:lnTo>
                    <a:pt x="9484" y="4621"/>
                  </a:lnTo>
                  <a:lnTo>
                    <a:pt x="9150" y="4135"/>
                  </a:lnTo>
                  <a:cubicBezTo>
                    <a:pt x="9013" y="4408"/>
                    <a:pt x="8825" y="4442"/>
                    <a:pt x="8624" y="4442"/>
                  </a:cubicBezTo>
                  <a:cubicBezTo>
                    <a:pt x="8557" y="4442"/>
                    <a:pt x="8489" y="4439"/>
                    <a:pt x="8420" y="4439"/>
                  </a:cubicBezTo>
                  <a:cubicBezTo>
                    <a:pt x="8390" y="4433"/>
                    <a:pt x="8359" y="4431"/>
                    <a:pt x="8329" y="4431"/>
                  </a:cubicBezTo>
                  <a:cubicBezTo>
                    <a:pt x="8179" y="4431"/>
                    <a:pt x="8035" y="4494"/>
                    <a:pt x="7934" y="4621"/>
                  </a:cubicBezTo>
                  <a:cubicBezTo>
                    <a:pt x="7924" y="4631"/>
                    <a:pt x="7904" y="4634"/>
                    <a:pt x="7878" y="4634"/>
                  </a:cubicBezTo>
                  <a:cubicBezTo>
                    <a:pt x="7826" y="4634"/>
                    <a:pt x="7752" y="4621"/>
                    <a:pt x="7691" y="4621"/>
                  </a:cubicBezTo>
                  <a:cubicBezTo>
                    <a:pt x="7537" y="4595"/>
                    <a:pt x="7405" y="4418"/>
                    <a:pt x="7221" y="4418"/>
                  </a:cubicBezTo>
                  <a:cubicBezTo>
                    <a:pt x="7187" y="4418"/>
                    <a:pt x="7151" y="4424"/>
                    <a:pt x="7113" y="4439"/>
                  </a:cubicBezTo>
                  <a:cubicBezTo>
                    <a:pt x="7083" y="4439"/>
                    <a:pt x="6992" y="4408"/>
                    <a:pt x="6961" y="4347"/>
                  </a:cubicBezTo>
                  <a:cubicBezTo>
                    <a:pt x="6894" y="4264"/>
                    <a:pt x="6782" y="4217"/>
                    <a:pt x="6669" y="4217"/>
                  </a:cubicBezTo>
                  <a:cubicBezTo>
                    <a:pt x="6576" y="4217"/>
                    <a:pt x="6483" y="4248"/>
                    <a:pt x="6414" y="4317"/>
                  </a:cubicBezTo>
                  <a:cubicBezTo>
                    <a:pt x="6414" y="4499"/>
                    <a:pt x="6323" y="4682"/>
                    <a:pt x="6505" y="4834"/>
                  </a:cubicBezTo>
                  <a:cubicBezTo>
                    <a:pt x="6536" y="4834"/>
                    <a:pt x="6566" y="4894"/>
                    <a:pt x="6566" y="4894"/>
                  </a:cubicBezTo>
                  <a:cubicBezTo>
                    <a:pt x="6445" y="4986"/>
                    <a:pt x="6384" y="5107"/>
                    <a:pt x="6384" y="5259"/>
                  </a:cubicBezTo>
                  <a:cubicBezTo>
                    <a:pt x="6353" y="5320"/>
                    <a:pt x="6171" y="5350"/>
                    <a:pt x="6019" y="5411"/>
                  </a:cubicBezTo>
                  <a:lnTo>
                    <a:pt x="6019" y="6657"/>
                  </a:lnTo>
                  <a:cubicBezTo>
                    <a:pt x="6019" y="6688"/>
                    <a:pt x="5989" y="6749"/>
                    <a:pt x="5958" y="6809"/>
                  </a:cubicBezTo>
                  <a:lnTo>
                    <a:pt x="5441" y="6809"/>
                  </a:lnTo>
                  <a:cubicBezTo>
                    <a:pt x="5016" y="7053"/>
                    <a:pt x="4925" y="7539"/>
                    <a:pt x="4560" y="7843"/>
                  </a:cubicBezTo>
                  <a:lnTo>
                    <a:pt x="4560" y="8177"/>
                  </a:lnTo>
                  <a:lnTo>
                    <a:pt x="4286" y="8481"/>
                  </a:lnTo>
                  <a:lnTo>
                    <a:pt x="4195" y="8086"/>
                  </a:lnTo>
                  <a:lnTo>
                    <a:pt x="3770" y="7539"/>
                  </a:lnTo>
                  <a:cubicBezTo>
                    <a:pt x="3739" y="7544"/>
                    <a:pt x="3707" y="7546"/>
                    <a:pt x="3675" y="7546"/>
                  </a:cubicBezTo>
                  <a:cubicBezTo>
                    <a:pt x="3610" y="7546"/>
                    <a:pt x="3543" y="7539"/>
                    <a:pt x="3485" y="7539"/>
                  </a:cubicBezTo>
                  <a:cubicBezTo>
                    <a:pt x="3397" y="7539"/>
                    <a:pt x="3329" y="7554"/>
                    <a:pt x="3314" y="7630"/>
                  </a:cubicBezTo>
                  <a:cubicBezTo>
                    <a:pt x="3283" y="7873"/>
                    <a:pt x="3040" y="8025"/>
                    <a:pt x="3101" y="8299"/>
                  </a:cubicBezTo>
                  <a:cubicBezTo>
                    <a:pt x="3131" y="8512"/>
                    <a:pt x="3131" y="8724"/>
                    <a:pt x="3101" y="8907"/>
                  </a:cubicBezTo>
                  <a:cubicBezTo>
                    <a:pt x="2979" y="8967"/>
                    <a:pt x="2858" y="9059"/>
                    <a:pt x="2736" y="9119"/>
                  </a:cubicBezTo>
                  <a:cubicBezTo>
                    <a:pt x="2584" y="9211"/>
                    <a:pt x="2463" y="9363"/>
                    <a:pt x="2371" y="9515"/>
                  </a:cubicBezTo>
                  <a:cubicBezTo>
                    <a:pt x="2371" y="9793"/>
                    <a:pt x="2346" y="9902"/>
                    <a:pt x="2251" y="9902"/>
                  </a:cubicBezTo>
                  <a:cubicBezTo>
                    <a:pt x="2201" y="9902"/>
                    <a:pt x="2132" y="9871"/>
                    <a:pt x="2037" y="9819"/>
                  </a:cubicBezTo>
                  <a:cubicBezTo>
                    <a:pt x="1992" y="9788"/>
                    <a:pt x="1961" y="9773"/>
                    <a:pt x="1931" y="9773"/>
                  </a:cubicBezTo>
                  <a:cubicBezTo>
                    <a:pt x="1900" y="9773"/>
                    <a:pt x="1870" y="9788"/>
                    <a:pt x="1824" y="9819"/>
                  </a:cubicBezTo>
                  <a:cubicBezTo>
                    <a:pt x="1703" y="9879"/>
                    <a:pt x="1612" y="9940"/>
                    <a:pt x="1490" y="10001"/>
                  </a:cubicBezTo>
                  <a:cubicBezTo>
                    <a:pt x="1460" y="10274"/>
                    <a:pt x="1551" y="10548"/>
                    <a:pt x="1308" y="10761"/>
                  </a:cubicBezTo>
                  <a:cubicBezTo>
                    <a:pt x="1429" y="10882"/>
                    <a:pt x="1581" y="10974"/>
                    <a:pt x="1672" y="11186"/>
                  </a:cubicBezTo>
                  <a:lnTo>
                    <a:pt x="1308" y="11855"/>
                  </a:lnTo>
                  <a:lnTo>
                    <a:pt x="1460" y="12007"/>
                  </a:lnTo>
                  <a:cubicBezTo>
                    <a:pt x="1277" y="12189"/>
                    <a:pt x="1095" y="12372"/>
                    <a:pt x="943" y="12554"/>
                  </a:cubicBezTo>
                  <a:cubicBezTo>
                    <a:pt x="1125" y="12797"/>
                    <a:pt x="1095" y="12767"/>
                    <a:pt x="973" y="13040"/>
                  </a:cubicBezTo>
                  <a:cubicBezTo>
                    <a:pt x="943" y="13192"/>
                    <a:pt x="913" y="13344"/>
                    <a:pt x="913" y="13496"/>
                  </a:cubicBezTo>
                  <a:lnTo>
                    <a:pt x="183" y="14196"/>
                  </a:lnTo>
                  <a:cubicBezTo>
                    <a:pt x="213" y="14347"/>
                    <a:pt x="213" y="14499"/>
                    <a:pt x="183" y="14621"/>
                  </a:cubicBezTo>
                  <a:cubicBezTo>
                    <a:pt x="153" y="14773"/>
                    <a:pt x="92" y="14895"/>
                    <a:pt x="31" y="15016"/>
                  </a:cubicBezTo>
                  <a:cubicBezTo>
                    <a:pt x="1" y="15077"/>
                    <a:pt x="31" y="15138"/>
                    <a:pt x="92" y="15168"/>
                  </a:cubicBezTo>
                  <a:cubicBezTo>
                    <a:pt x="153" y="15168"/>
                    <a:pt x="244" y="15199"/>
                    <a:pt x="335" y="15199"/>
                  </a:cubicBezTo>
                  <a:cubicBezTo>
                    <a:pt x="426" y="15229"/>
                    <a:pt x="487" y="15259"/>
                    <a:pt x="548" y="15259"/>
                  </a:cubicBezTo>
                  <a:lnTo>
                    <a:pt x="548" y="15746"/>
                  </a:lnTo>
                  <a:lnTo>
                    <a:pt x="244" y="15958"/>
                  </a:lnTo>
                  <a:cubicBezTo>
                    <a:pt x="305" y="16080"/>
                    <a:pt x="335" y="16202"/>
                    <a:pt x="365" y="16323"/>
                  </a:cubicBezTo>
                  <a:cubicBezTo>
                    <a:pt x="426" y="16566"/>
                    <a:pt x="426" y="16810"/>
                    <a:pt x="365" y="17053"/>
                  </a:cubicBezTo>
                  <a:cubicBezTo>
                    <a:pt x="305" y="17387"/>
                    <a:pt x="578" y="17569"/>
                    <a:pt x="578" y="17813"/>
                  </a:cubicBezTo>
                  <a:lnTo>
                    <a:pt x="578" y="18025"/>
                  </a:lnTo>
                  <a:lnTo>
                    <a:pt x="943" y="18390"/>
                  </a:lnTo>
                  <a:lnTo>
                    <a:pt x="943" y="18785"/>
                  </a:lnTo>
                  <a:cubicBezTo>
                    <a:pt x="1064" y="18816"/>
                    <a:pt x="1247" y="18846"/>
                    <a:pt x="1247" y="18876"/>
                  </a:cubicBezTo>
                  <a:cubicBezTo>
                    <a:pt x="1277" y="19120"/>
                    <a:pt x="1551" y="19241"/>
                    <a:pt x="1490" y="19515"/>
                  </a:cubicBezTo>
                  <a:cubicBezTo>
                    <a:pt x="1490" y="19636"/>
                    <a:pt x="1460" y="19788"/>
                    <a:pt x="1520" y="19849"/>
                  </a:cubicBezTo>
                  <a:cubicBezTo>
                    <a:pt x="1733" y="20062"/>
                    <a:pt x="1703" y="20214"/>
                    <a:pt x="1520" y="20366"/>
                  </a:cubicBezTo>
                  <a:cubicBezTo>
                    <a:pt x="1429" y="20457"/>
                    <a:pt x="1490" y="20639"/>
                    <a:pt x="1612" y="20670"/>
                  </a:cubicBezTo>
                  <a:cubicBezTo>
                    <a:pt x="1679" y="20670"/>
                    <a:pt x="1747" y="20658"/>
                    <a:pt x="1812" y="20658"/>
                  </a:cubicBezTo>
                  <a:cubicBezTo>
                    <a:pt x="1893" y="20658"/>
                    <a:pt x="1970" y="20677"/>
                    <a:pt x="2037" y="20761"/>
                  </a:cubicBezTo>
                  <a:cubicBezTo>
                    <a:pt x="1976" y="20842"/>
                    <a:pt x="1902" y="20856"/>
                    <a:pt x="1823" y="20856"/>
                  </a:cubicBezTo>
                  <a:cubicBezTo>
                    <a:pt x="1784" y="20856"/>
                    <a:pt x="1743" y="20852"/>
                    <a:pt x="1703" y="20852"/>
                  </a:cubicBezTo>
                  <a:cubicBezTo>
                    <a:pt x="1460" y="20883"/>
                    <a:pt x="1429" y="20913"/>
                    <a:pt x="1581" y="21186"/>
                  </a:cubicBezTo>
                  <a:cubicBezTo>
                    <a:pt x="1612" y="21278"/>
                    <a:pt x="1672" y="21338"/>
                    <a:pt x="1672" y="21430"/>
                  </a:cubicBezTo>
                  <a:cubicBezTo>
                    <a:pt x="1642" y="21673"/>
                    <a:pt x="1794" y="21794"/>
                    <a:pt x="1976" y="21946"/>
                  </a:cubicBezTo>
                  <a:lnTo>
                    <a:pt x="2432" y="21946"/>
                  </a:lnTo>
                  <a:lnTo>
                    <a:pt x="3101" y="22585"/>
                  </a:lnTo>
                  <a:cubicBezTo>
                    <a:pt x="3131" y="22737"/>
                    <a:pt x="3131" y="22858"/>
                    <a:pt x="3131" y="22949"/>
                  </a:cubicBezTo>
                  <a:cubicBezTo>
                    <a:pt x="3131" y="22980"/>
                    <a:pt x="3162" y="23010"/>
                    <a:pt x="3223" y="23041"/>
                  </a:cubicBezTo>
                  <a:cubicBezTo>
                    <a:pt x="3261" y="23032"/>
                    <a:pt x="3301" y="23029"/>
                    <a:pt x="3343" y="23029"/>
                  </a:cubicBezTo>
                  <a:cubicBezTo>
                    <a:pt x="3457" y="23029"/>
                    <a:pt x="3579" y="23052"/>
                    <a:pt x="3699" y="23052"/>
                  </a:cubicBezTo>
                  <a:cubicBezTo>
                    <a:pt x="3846" y="23052"/>
                    <a:pt x="3989" y="23017"/>
                    <a:pt x="4104" y="22858"/>
                  </a:cubicBezTo>
                  <a:cubicBezTo>
                    <a:pt x="4378" y="23375"/>
                    <a:pt x="4378" y="23375"/>
                    <a:pt x="4864" y="23436"/>
                  </a:cubicBezTo>
                  <a:lnTo>
                    <a:pt x="5593" y="24135"/>
                  </a:lnTo>
                  <a:cubicBezTo>
                    <a:pt x="5715" y="24135"/>
                    <a:pt x="5867" y="24165"/>
                    <a:pt x="5867" y="24287"/>
                  </a:cubicBezTo>
                  <a:lnTo>
                    <a:pt x="5867" y="24652"/>
                  </a:lnTo>
                  <a:lnTo>
                    <a:pt x="6657" y="24652"/>
                  </a:lnTo>
                  <a:cubicBezTo>
                    <a:pt x="6779" y="24804"/>
                    <a:pt x="6961" y="24864"/>
                    <a:pt x="6961" y="25047"/>
                  </a:cubicBezTo>
                  <a:cubicBezTo>
                    <a:pt x="6931" y="25138"/>
                    <a:pt x="6992" y="25229"/>
                    <a:pt x="7083" y="25229"/>
                  </a:cubicBezTo>
                  <a:cubicBezTo>
                    <a:pt x="7111" y="25224"/>
                    <a:pt x="7139" y="25222"/>
                    <a:pt x="7166" y="25222"/>
                  </a:cubicBezTo>
                  <a:cubicBezTo>
                    <a:pt x="7420" y="25222"/>
                    <a:pt x="7629" y="25427"/>
                    <a:pt x="7897" y="25427"/>
                  </a:cubicBezTo>
                  <a:cubicBezTo>
                    <a:pt x="7938" y="25427"/>
                    <a:pt x="7981" y="25423"/>
                    <a:pt x="8025" y="25411"/>
                  </a:cubicBezTo>
                  <a:cubicBezTo>
                    <a:pt x="8034" y="25409"/>
                    <a:pt x="8044" y="25408"/>
                    <a:pt x="8053" y="25408"/>
                  </a:cubicBezTo>
                  <a:cubicBezTo>
                    <a:pt x="8161" y="25408"/>
                    <a:pt x="8243" y="25563"/>
                    <a:pt x="8299" y="25563"/>
                  </a:cubicBezTo>
                  <a:cubicBezTo>
                    <a:pt x="8319" y="25558"/>
                    <a:pt x="8338" y="25556"/>
                    <a:pt x="8357" y="25556"/>
                  </a:cubicBezTo>
                  <a:cubicBezTo>
                    <a:pt x="8540" y="25556"/>
                    <a:pt x="8635" y="25784"/>
                    <a:pt x="8818" y="25784"/>
                  </a:cubicBezTo>
                  <a:cubicBezTo>
                    <a:pt x="8836" y="25784"/>
                    <a:pt x="8856" y="25781"/>
                    <a:pt x="8876" y="25776"/>
                  </a:cubicBezTo>
                  <a:cubicBezTo>
                    <a:pt x="8927" y="25756"/>
                    <a:pt x="8981" y="25746"/>
                    <a:pt x="9035" y="25746"/>
                  </a:cubicBezTo>
                  <a:cubicBezTo>
                    <a:pt x="9143" y="25746"/>
                    <a:pt x="9251" y="25786"/>
                    <a:pt x="9332" y="25867"/>
                  </a:cubicBezTo>
                  <a:lnTo>
                    <a:pt x="9332" y="26567"/>
                  </a:lnTo>
                  <a:cubicBezTo>
                    <a:pt x="9028" y="26810"/>
                    <a:pt x="9180" y="27174"/>
                    <a:pt x="9119" y="27570"/>
                  </a:cubicBezTo>
                  <a:lnTo>
                    <a:pt x="9697" y="27995"/>
                  </a:lnTo>
                  <a:lnTo>
                    <a:pt x="9697" y="28785"/>
                  </a:lnTo>
                  <a:lnTo>
                    <a:pt x="9940" y="29059"/>
                  </a:lnTo>
                  <a:cubicBezTo>
                    <a:pt x="10031" y="28998"/>
                    <a:pt x="10092" y="28877"/>
                    <a:pt x="10153" y="28877"/>
                  </a:cubicBezTo>
                  <a:cubicBezTo>
                    <a:pt x="10169" y="28879"/>
                    <a:pt x="10184" y="28880"/>
                    <a:pt x="10198" y="28880"/>
                  </a:cubicBezTo>
                  <a:cubicBezTo>
                    <a:pt x="10404" y="28880"/>
                    <a:pt x="10467" y="28688"/>
                    <a:pt x="10609" y="28603"/>
                  </a:cubicBezTo>
                  <a:cubicBezTo>
                    <a:pt x="10578" y="28269"/>
                    <a:pt x="10913" y="28177"/>
                    <a:pt x="11034" y="27995"/>
                  </a:cubicBezTo>
                  <a:cubicBezTo>
                    <a:pt x="11105" y="27965"/>
                    <a:pt x="11176" y="27958"/>
                    <a:pt x="11247" y="27958"/>
                  </a:cubicBezTo>
                  <a:cubicBezTo>
                    <a:pt x="11304" y="27958"/>
                    <a:pt x="11361" y="27962"/>
                    <a:pt x="11417" y="27962"/>
                  </a:cubicBezTo>
                  <a:cubicBezTo>
                    <a:pt x="11502" y="27962"/>
                    <a:pt x="11587" y="27953"/>
                    <a:pt x="11673" y="27904"/>
                  </a:cubicBezTo>
                  <a:cubicBezTo>
                    <a:pt x="11703" y="27813"/>
                    <a:pt x="11733" y="27691"/>
                    <a:pt x="11764" y="27570"/>
                  </a:cubicBezTo>
                  <a:cubicBezTo>
                    <a:pt x="11866" y="27672"/>
                    <a:pt x="11955" y="27788"/>
                    <a:pt x="12057" y="27788"/>
                  </a:cubicBezTo>
                  <a:cubicBezTo>
                    <a:pt x="12107" y="27788"/>
                    <a:pt x="12160" y="27761"/>
                    <a:pt x="12220" y="27691"/>
                  </a:cubicBezTo>
                  <a:cubicBezTo>
                    <a:pt x="12296" y="27615"/>
                    <a:pt x="12402" y="27577"/>
                    <a:pt x="12508" y="27577"/>
                  </a:cubicBezTo>
                  <a:cubicBezTo>
                    <a:pt x="12615" y="27577"/>
                    <a:pt x="12721" y="27615"/>
                    <a:pt x="12797" y="27691"/>
                  </a:cubicBezTo>
                  <a:lnTo>
                    <a:pt x="12797" y="28238"/>
                  </a:lnTo>
                  <a:cubicBezTo>
                    <a:pt x="12220" y="28542"/>
                    <a:pt x="12189" y="28573"/>
                    <a:pt x="12311" y="28877"/>
                  </a:cubicBezTo>
                  <a:cubicBezTo>
                    <a:pt x="12364" y="28731"/>
                    <a:pt x="12474" y="28712"/>
                    <a:pt x="12594" y="28712"/>
                  </a:cubicBezTo>
                  <a:cubicBezTo>
                    <a:pt x="12637" y="28712"/>
                    <a:pt x="12681" y="28715"/>
                    <a:pt x="12724" y="28715"/>
                  </a:cubicBezTo>
                  <a:cubicBezTo>
                    <a:pt x="12839" y="28715"/>
                    <a:pt x="12947" y="28698"/>
                    <a:pt x="13010" y="28573"/>
                  </a:cubicBezTo>
                  <a:lnTo>
                    <a:pt x="14104" y="28512"/>
                  </a:lnTo>
                  <a:cubicBezTo>
                    <a:pt x="14378" y="28633"/>
                    <a:pt x="14408" y="28877"/>
                    <a:pt x="14530" y="29089"/>
                  </a:cubicBezTo>
                  <a:cubicBezTo>
                    <a:pt x="14604" y="29052"/>
                    <a:pt x="14676" y="29037"/>
                    <a:pt x="14746" y="29037"/>
                  </a:cubicBezTo>
                  <a:cubicBezTo>
                    <a:pt x="14967" y="29037"/>
                    <a:pt x="15174" y="29187"/>
                    <a:pt x="15381" y="29302"/>
                  </a:cubicBezTo>
                  <a:lnTo>
                    <a:pt x="15806" y="28877"/>
                  </a:lnTo>
                  <a:lnTo>
                    <a:pt x="17053" y="28877"/>
                  </a:lnTo>
                  <a:cubicBezTo>
                    <a:pt x="17170" y="28789"/>
                    <a:pt x="17230" y="28743"/>
                    <a:pt x="17316" y="28743"/>
                  </a:cubicBezTo>
                  <a:cubicBezTo>
                    <a:pt x="17408" y="28743"/>
                    <a:pt x="17530" y="28796"/>
                    <a:pt x="17782" y="28907"/>
                  </a:cubicBezTo>
                  <a:lnTo>
                    <a:pt x="18329" y="28329"/>
                  </a:lnTo>
                  <a:cubicBezTo>
                    <a:pt x="18360" y="28338"/>
                    <a:pt x="18388" y="28342"/>
                    <a:pt x="18413" y="28342"/>
                  </a:cubicBezTo>
                  <a:cubicBezTo>
                    <a:pt x="18671" y="28342"/>
                    <a:pt x="18722" y="27965"/>
                    <a:pt x="18998" y="27965"/>
                  </a:cubicBezTo>
                  <a:cubicBezTo>
                    <a:pt x="19191" y="28126"/>
                    <a:pt x="19402" y="28159"/>
                    <a:pt x="19615" y="28159"/>
                  </a:cubicBezTo>
                  <a:cubicBezTo>
                    <a:pt x="19764" y="28159"/>
                    <a:pt x="19915" y="28143"/>
                    <a:pt x="20062" y="28143"/>
                  </a:cubicBezTo>
                  <a:cubicBezTo>
                    <a:pt x="20103" y="28143"/>
                    <a:pt x="20143" y="28144"/>
                    <a:pt x="20183" y="28147"/>
                  </a:cubicBezTo>
                  <a:lnTo>
                    <a:pt x="20335" y="27782"/>
                  </a:lnTo>
                  <a:cubicBezTo>
                    <a:pt x="20411" y="27798"/>
                    <a:pt x="20495" y="27805"/>
                    <a:pt x="20582" y="27805"/>
                  </a:cubicBezTo>
                  <a:cubicBezTo>
                    <a:pt x="20670" y="27805"/>
                    <a:pt x="20761" y="27798"/>
                    <a:pt x="20852" y="27782"/>
                  </a:cubicBezTo>
                  <a:cubicBezTo>
                    <a:pt x="21034" y="27722"/>
                    <a:pt x="21217" y="27600"/>
                    <a:pt x="21369" y="27478"/>
                  </a:cubicBezTo>
                  <a:cubicBezTo>
                    <a:pt x="21445" y="27418"/>
                    <a:pt x="21521" y="27410"/>
                    <a:pt x="21601" y="27410"/>
                  </a:cubicBezTo>
                  <a:cubicBezTo>
                    <a:pt x="21627" y="27410"/>
                    <a:pt x="21654" y="27411"/>
                    <a:pt x="21682" y="27411"/>
                  </a:cubicBezTo>
                  <a:cubicBezTo>
                    <a:pt x="21737" y="27411"/>
                    <a:pt x="21794" y="27407"/>
                    <a:pt x="21855" y="27387"/>
                  </a:cubicBezTo>
                  <a:lnTo>
                    <a:pt x="22402" y="27965"/>
                  </a:lnTo>
                  <a:cubicBezTo>
                    <a:pt x="22615" y="27904"/>
                    <a:pt x="22645" y="27904"/>
                    <a:pt x="22615" y="27782"/>
                  </a:cubicBezTo>
                  <a:cubicBezTo>
                    <a:pt x="22554" y="27570"/>
                    <a:pt x="22676" y="27357"/>
                    <a:pt x="22889" y="27266"/>
                  </a:cubicBezTo>
                  <a:cubicBezTo>
                    <a:pt x="23041" y="27205"/>
                    <a:pt x="23193" y="27114"/>
                    <a:pt x="23314" y="26992"/>
                  </a:cubicBezTo>
                  <a:cubicBezTo>
                    <a:pt x="23405" y="26901"/>
                    <a:pt x="23497" y="26810"/>
                    <a:pt x="23588" y="26718"/>
                  </a:cubicBezTo>
                  <a:cubicBezTo>
                    <a:pt x="23679" y="26658"/>
                    <a:pt x="23709" y="26536"/>
                    <a:pt x="23800" y="26536"/>
                  </a:cubicBezTo>
                  <a:cubicBezTo>
                    <a:pt x="23892" y="26597"/>
                    <a:pt x="23952" y="26658"/>
                    <a:pt x="24044" y="26688"/>
                  </a:cubicBezTo>
                  <a:cubicBezTo>
                    <a:pt x="24104" y="26688"/>
                    <a:pt x="24179" y="26675"/>
                    <a:pt x="24240" y="26675"/>
                  </a:cubicBezTo>
                  <a:cubicBezTo>
                    <a:pt x="24270" y="26675"/>
                    <a:pt x="24297" y="26678"/>
                    <a:pt x="24317" y="26688"/>
                  </a:cubicBezTo>
                  <a:cubicBezTo>
                    <a:pt x="24408" y="26718"/>
                    <a:pt x="24439" y="26810"/>
                    <a:pt x="24530" y="26840"/>
                  </a:cubicBezTo>
                  <a:cubicBezTo>
                    <a:pt x="24576" y="26855"/>
                    <a:pt x="24621" y="26863"/>
                    <a:pt x="24667" y="26863"/>
                  </a:cubicBezTo>
                  <a:cubicBezTo>
                    <a:pt x="24712" y="26863"/>
                    <a:pt x="24758" y="26855"/>
                    <a:pt x="24804" y="26840"/>
                  </a:cubicBezTo>
                  <a:cubicBezTo>
                    <a:pt x="24864" y="26840"/>
                    <a:pt x="24939" y="26867"/>
                    <a:pt x="24999" y="26867"/>
                  </a:cubicBezTo>
                  <a:cubicBezTo>
                    <a:pt x="25030" y="26867"/>
                    <a:pt x="25057" y="26860"/>
                    <a:pt x="25077" y="26840"/>
                  </a:cubicBezTo>
                  <a:cubicBezTo>
                    <a:pt x="25192" y="26696"/>
                    <a:pt x="25335" y="26661"/>
                    <a:pt x="25485" y="26661"/>
                  </a:cubicBezTo>
                  <a:cubicBezTo>
                    <a:pt x="25626" y="26661"/>
                    <a:pt x="25774" y="26692"/>
                    <a:pt x="25912" y="26692"/>
                  </a:cubicBezTo>
                  <a:cubicBezTo>
                    <a:pt x="25938" y="26692"/>
                    <a:pt x="25964" y="26691"/>
                    <a:pt x="25989" y="26688"/>
                  </a:cubicBezTo>
                  <a:cubicBezTo>
                    <a:pt x="26019" y="26688"/>
                    <a:pt x="26050" y="26718"/>
                    <a:pt x="26050" y="26749"/>
                  </a:cubicBezTo>
                  <a:cubicBezTo>
                    <a:pt x="26080" y="26870"/>
                    <a:pt x="26141" y="27022"/>
                    <a:pt x="26232" y="27114"/>
                  </a:cubicBezTo>
                  <a:cubicBezTo>
                    <a:pt x="26354" y="27266"/>
                    <a:pt x="26627" y="27114"/>
                    <a:pt x="26627" y="27387"/>
                  </a:cubicBezTo>
                  <a:cubicBezTo>
                    <a:pt x="26627" y="27570"/>
                    <a:pt x="26840" y="27722"/>
                    <a:pt x="26901" y="27752"/>
                  </a:cubicBezTo>
                  <a:cubicBezTo>
                    <a:pt x="26916" y="27767"/>
                    <a:pt x="26954" y="27767"/>
                    <a:pt x="27000" y="27767"/>
                  </a:cubicBezTo>
                  <a:cubicBezTo>
                    <a:pt x="27045" y="27767"/>
                    <a:pt x="27098" y="27767"/>
                    <a:pt x="27144" y="27782"/>
                  </a:cubicBezTo>
                  <a:cubicBezTo>
                    <a:pt x="27266" y="27813"/>
                    <a:pt x="27357" y="27874"/>
                    <a:pt x="27478" y="27934"/>
                  </a:cubicBezTo>
                  <a:cubicBezTo>
                    <a:pt x="27661" y="27813"/>
                    <a:pt x="27722" y="27600"/>
                    <a:pt x="27843" y="27387"/>
                  </a:cubicBezTo>
                  <a:cubicBezTo>
                    <a:pt x="27922" y="27399"/>
                    <a:pt x="28002" y="27405"/>
                    <a:pt x="28083" y="27405"/>
                  </a:cubicBezTo>
                  <a:cubicBezTo>
                    <a:pt x="28405" y="27405"/>
                    <a:pt x="28731" y="27308"/>
                    <a:pt x="28998" y="27114"/>
                  </a:cubicBezTo>
                  <a:cubicBezTo>
                    <a:pt x="29089" y="27053"/>
                    <a:pt x="29211" y="27022"/>
                    <a:pt x="29332" y="27022"/>
                  </a:cubicBezTo>
                  <a:lnTo>
                    <a:pt x="29910" y="27022"/>
                  </a:lnTo>
                  <a:lnTo>
                    <a:pt x="30579" y="27752"/>
                  </a:lnTo>
                  <a:cubicBezTo>
                    <a:pt x="30761" y="27782"/>
                    <a:pt x="30943" y="27722"/>
                    <a:pt x="31095" y="27904"/>
                  </a:cubicBezTo>
                  <a:cubicBezTo>
                    <a:pt x="31156" y="27965"/>
                    <a:pt x="31369" y="27965"/>
                    <a:pt x="31491" y="27965"/>
                  </a:cubicBezTo>
                  <a:lnTo>
                    <a:pt x="32038" y="27418"/>
                  </a:lnTo>
                  <a:cubicBezTo>
                    <a:pt x="32140" y="27418"/>
                    <a:pt x="32248" y="27396"/>
                    <a:pt x="32356" y="27396"/>
                  </a:cubicBezTo>
                  <a:cubicBezTo>
                    <a:pt x="32506" y="27396"/>
                    <a:pt x="32657" y="27437"/>
                    <a:pt x="32798" y="27630"/>
                  </a:cubicBezTo>
                  <a:lnTo>
                    <a:pt x="33071" y="27235"/>
                  </a:lnTo>
                  <a:lnTo>
                    <a:pt x="33892" y="27235"/>
                  </a:lnTo>
                  <a:cubicBezTo>
                    <a:pt x="33922" y="27387"/>
                    <a:pt x="34135" y="27448"/>
                    <a:pt x="34105" y="27630"/>
                  </a:cubicBezTo>
                  <a:cubicBezTo>
                    <a:pt x="34074" y="27874"/>
                    <a:pt x="34226" y="27995"/>
                    <a:pt x="34378" y="28147"/>
                  </a:cubicBezTo>
                  <a:lnTo>
                    <a:pt x="36597" y="28147"/>
                  </a:lnTo>
                  <a:cubicBezTo>
                    <a:pt x="36719" y="28025"/>
                    <a:pt x="36840" y="27904"/>
                    <a:pt x="37023" y="27691"/>
                  </a:cubicBezTo>
                  <a:cubicBezTo>
                    <a:pt x="37175" y="27509"/>
                    <a:pt x="37509" y="27722"/>
                    <a:pt x="37661" y="27448"/>
                  </a:cubicBezTo>
                  <a:lnTo>
                    <a:pt x="38238" y="27418"/>
                  </a:lnTo>
                  <a:cubicBezTo>
                    <a:pt x="38269" y="27357"/>
                    <a:pt x="38299" y="27296"/>
                    <a:pt x="38299" y="27235"/>
                  </a:cubicBezTo>
                  <a:cubicBezTo>
                    <a:pt x="38299" y="27114"/>
                    <a:pt x="38390" y="27053"/>
                    <a:pt x="38482" y="27053"/>
                  </a:cubicBezTo>
                  <a:cubicBezTo>
                    <a:pt x="38573" y="27053"/>
                    <a:pt x="38664" y="27083"/>
                    <a:pt x="38664" y="27174"/>
                  </a:cubicBezTo>
                  <a:lnTo>
                    <a:pt x="38664" y="27266"/>
                  </a:lnTo>
                  <a:cubicBezTo>
                    <a:pt x="38711" y="27361"/>
                    <a:pt x="38814" y="27437"/>
                    <a:pt x="38886" y="27437"/>
                  </a:cubicBezTo>
                  <a:cubicBezTo>
                    <a:pt x="38906" y="27437"/>
                    <a:pt x="38924" y="27431"/>
                    <a:pt x="38938" y="27418"/>
                  </a:cubicBezTo>
                  <a:cubicBezTo>
                    <a:pt x="39039" y="27291"/>
                    <a:pt x="39182" y="27228"/>
                    <a:pt x="39333" y="27228"/>
                  </a:cubicBezTo>
                  <a:cubicBezTo>
                    <a:pt x="39363" y="27228"/>
                    <a:pt x="39393" y="27230"/>
                    <a:pt x="39424" y="27235"/>
                  </a:cubicBezTo>
                  <a:lnTo>
                    <a:pt x="40062" y="27235"/>
                  </a:lnTo>
                  <a:cubicBezTo>
                    <a:pt x="40153" y="27083"/>
                    <a:pt x="40275" y="27053"/>
                    <a:pt x="40427" y="27053"/>
                  </a:cubicBezTo>
                  <a:cubicBezTo>
                    <a:pt x="40443" y="27051"/>
                    <a:pt x="40458" y="27050"/>
                    <a:pt x="40473" y="27050"/>
                  </a:cubicBezTo>
                  <a:cubicBezTo>
                    <a:pt x="40678" y="27050"/>
                    <a:pt x="40739" y="27241"/>
                    <a:pt x="40852" y="27326"/>
                  </a:cubicBezTo>
                  <a:cubicBezTo>
                    <a:pt x="40883" y="27539"/>
                    <a:pt x="40792" y="27752"/>
                    <a:pt x="40944" y="27934"/>
                  </a:cubicBezTo>
                  <a:cubicBezTo>
                    <a:pt x="40987" y="27956"/>
                    <a:pt x="41030" y="27977"/>
                    <a:pt x="41062" y="27977"/>
                  </a:cubicBezTo>
                  <a:cubicBezTo>
                    <a:pt x="41075" y="27977"/>
                    <a:pt x="41087" y="27974"/>
                    <a:pt x="41096" y="27965"/>
                  </a:cubicBezTo>
                  <a:cubicBezTo>
                    <a:pt x="41430" y="27843"/>
                    <a:pt x="41400" y="27387"/>
                    <a:pt x="41704" y="27235"/>
                  </a:cubicBezTo>
                  <a:cubicBezTo>
                    <a:pt x="41886" y="27114"/>
                    <a:pt x="41673" y="26870"/>
                    <a:pt x="41825" y="26718"/>
                  </a:cubicBezTo>
                  <a:lnTo>
                    <a:pt x="42342" y="26627"/>
                  </a:lnTo>
                  <a:cubicBezTo>
                    <a:pt x="42251" y="26475"/>
                    <a:pt x="41977" y="26384"/>
                    <a:pt x="42251" y="26141"/>
                  </a:cubicBezTo>
                  <a:cubicBezTo>
                    <a:pt x="42300" y="26133"/>
                    <a:pt x="42348" y="26129"/>
                    <a:pt x="42398" y="26129"/>
                  </a:cubicBezTo>
                  <a:cubicBezTo>
                    <a:pt x="42533" y="26129"/>
                    <a:pt x="42672" y="26157"/>
                    <a:pt x="42828" y="26202"/>
                  </a:cubicBezTo>
                  <a:cubicBezTo>
                    <a:pt x="43071" y="26293"/>
                    <a:pt x="43345" y="26445"/>
                    <a:pt x="43588" y="26567"/>
                  </a:cubicBezTo>
                  <a:cubicBezTo>
                    <a:pt x="43634" y="26612"/>
                    <a:pt x="43667" y="26628"/>
                    <a:pt x="43695" y="26628"/>
                  </a:cubicBezTo>
                  <a:cubicBezTo>
                    <a:pt x="43741" y="26628"/>
                    <a:pt x="43774" y="26585"/>
                    <a:pt x="43831" y="26567"/>
                  </a:cubicBezTo>
                  <a:cubicBezTo>
                    <a:pt x="43903" y="26509"/>
                    <a:pt x="43988" y="26479"/>
                    <a:pt x="44074" y="26479"/>
                  </a:cubicBezTo>
                  <a:cubicBezTo>
                    <a:pt x="44171" y="26479"/>
                    <a:pt x="44268" y="26517"/>
                    <a:pt x="44348" y="26597"/>
                  </a:cubicBezTo>
                  <a:lnTo>
                    <a:pt x="44348" y="27326"/>
                  </a:lnTo>
                  <a:cubicBezTo>
                    <a:pt x="44348" y="27326"/>
                    <a:pt x="44378" y="27357"/>
                    <a:pt x="44378" y="27387"/>
                  </a:cubicBezTo>
                  <a:cubicBezTo>
                    <a:pt x="44652" y="27387"/>
                    <a:pt x="44682" y="27387"/>
                    <a:pt x="44682" y="27326"/>
                  </a:cubicBezTo>
                  <a:cubicBezTo>
                    <a:pt x="44652" y="27083"/>
                    <a:pt x="44956" y="26992"/>
                    <a:pt x="44895" y="26749"/>
                  </a:cubicBezTo>
                  <a:cubicBezTo>
                    <a:pt x="44956" y="26718"/>
                    <a:pt x="44986" y="26688"/>
                    <a:pt x="45047" y="26688"/>
                  </a:cubicBezTo>
                  <a:cubicBezTo>
                    <a:pt x="45057" y="26686"/>
                    <a:pt x="45066" y="26686"/>
                    <a:pt x="45075" y="26686"/>
                  </a:cubicBezTo>
                  <a:cubicBezTo>
                    <a:pt x="45222" y="26686"/>
                    <a:pt x="45311" y="26879"/>
                    <a:pt x="45473" y="26879"/>
                  </a:cubicBezTo>
                  <a:cubicBezTo>
                    <a:pt x="45492" y="26879"/>
                    <a:pt x="45512" y="26877"/>
                    <a:pt x="45533" y="26870"/>
                  </a:cubicBezTo>
                  <a:cubicBezTo>
                    <a:pt x="45625" y="26992"/>
                    <a:pt x="45746" y="27083"/>
                    <a:pt x="45777" y="27205"/>
                  </a:cubicBezTo>
                  <a:cubicBezTo>
                    <a:pt x="45837" y="27539"/>
                    <a:pt x="46202" y="27387"/>
                    <a:pt x="46293" y="27630"/>
                  </a:cubicBezTo>
                  <a:cubicBezTo>
                    <a:pt x="46324" y="27691"/>
                    <a:pt x="46415" y="27752"/>
                    <a:pt x="46506" y="27782"/>
                  </a:cubicBezTo>
                  <a:cubicBezTo>
                    <a:pt x="46541" y="27782"/>
                    <a:pt x="46580" y="27785"/>
                    <a:pt x="46622" y="27785"/>
                  </a:cubicBezTo>
                  <a:cubicBezTo>
                    <a:pt x="46724" y="27785"/>
                    <a:pt x="46836" y="27769"/>
                    <a:pt x="46901" y="27661"/>
                  </a:cubicBezTo>
                  <a:cubicBezTo>
                    <a:pt x="46962" y="27600"/>
                    <a:pt x="47053" y="27509"/>
                    <a:pt x="47053" y="27448"/>
                  </a:cubicBezTo>
                  <a:cubicBezTo>
                    <a:pt x="47023" y="27174"/>
                    <a:pt x="47327" y="27296"/>
                    <a:pt x="47418" y="27174"/>
                  </a:cubicBezTo>
                  <a:lnTo>
                    <a:pt x="47236" y="26901"/>
                  </a:lnTo>
                  <a:cubicBezTo>
                    <a:pt x="47393" y="26887"/>
                    <a:pt x="47530" y="26859"/>
                    <a:pt x="47657" y="26859"/>
                  </a:cubicBezTo>
                  <a:cubicBezTo>
                    <a:pt x="47799" y="26859"/>
                    <a:pt x="47928" y="26894"/>
                    <a:pt x="48056" y="27022"/>
                  </a:cubicBezTo>
                  <a:cubicBezTo>
                    <a:pt x="48087" y="27053"/>
                    <a:pt x="48120" y="27066"/>
                    <a:pt x="48155" y="27066"/>
                  </a:cubicBezTo>
                  <a:cubicBezTo>
                    <a:pt x="48225" y="27066"/>
                    <a:pt x="48299" y="27012"/>
                    <a:pt x="48360" y="26931"/>
                  </a:cubicBezTo>
                  <a:cubicBezTo>
                    <a:pt x="48415" y="26877"/>
                    <a:pt x="48470" y="26866"/>
                    <a:pt x="48537" y="26866"/>
                  </a:cubicBezTo>
                  <a:cubicBezTo>
                    <a:pt x="48583" y="26866"/>
                    <a:pt x="48634" y="26870"/>
                    <a:pt x="48695" y="26870"/>
                  </a:cubicBezTo>
                  <a:cubicBezTo>
                    <a:pt x="48714" y="26867"/>
                    <a:pt x="48732" y="26865"/>
                    <a:pt x="48749" y="26865"/>
                  </a:cubicBezTo>
                  <a:cubicBezTo>
                    <a:pt x="48861" y="26865"/>
                    <a:pt x="48907" y="26951"/>
                    <a:pt x="48907" y="27083"/>
                  </a:cubicBezTo>
                  <a:cubicBezTo>
                    <a:pt x="48907" y="27144"/>
                    <a:pt x="48938" y="27174"/>
                    <a:pt x="48968" y="27235"/>
                  </a:cubicBezTo>
                  <a:lnTo>
                    <a:pt x="49333" y="27235"/>
                  </a:lnTo>
                  <a:cubicBezTo>
                    <a:pt x="49515" y="27326"/>
                    <a:pt x="49576" y="27539"/>
                    <a:pt x="49819" y="27600"/>
                  </a:cubicBezTo>
                  <a:cubicBezTo>
                    <a:pt x="50002" y="27691"/>
                    <a:pt x="50184" y="27813"/>
                    <a:pt x="50306" y="27965"/>
                  </a:cubicBezTo>
                  <a:cubicBezTo>
                    <a:pt x="50488" y="27904"/>
                    <a:pt x="50670" y="27813"/>
                    <a:pt x="50853" y="27722"/>
                  </a:cubicBezTo>
                  <a:cubicBezTo>
                    <a:pt x="51126" y="27570"/>
                    <a:pt x="51157" y="27357"/>
                    <a:pt x="50974" y="27053"/>
                  </a:cubicBezTo>
                  <a:cubicBezTo>
                    <a:pt x="50883" y="26931"/>
                    <a:pt x="50883" y="26810"/>
                    <a:pt x="50974" y="26688"/>
                  </a:cubicBezTo>
                  <a:lnTo>
                    <a:pt x="52433" y="26688"/>
                  </a:lnTo>
                  <a:lnTo>
                    <a:pt x="52737" y="26415"/>
                  </a:lnTo>
                  <a:cubicBezTo>
                    <a:pt x="52616" y="26263"/>
                    <a:pt x="52433" y="26171"/>
                    <a:pt x="52616" y="25959"/>
                  </a:cubicBezTo>
                  <a:cubicBezTo>
                    <a:pt x="52707" y="25837"/>
                    <a:pt x="52768" y="25715"/>
                    <a:pt x="52828" y="25594"/>
                  </a:cubicBezTo>
                  <a:lnTo>
                    <a:pt x="53558" y="25594"/>
                  </a:lnTo>
                  <a:cubicBezTo>
                    <a:pt x="53558" y="25594"/>
                    <a:pt x="53649" y="25624"/>
                    <a:pt x="53619" y="25655"/>
                  </a:cubicBezTo>
                  <a:cubicBezTo>
                    <a:pt x="53588" y="25685"/>
                    <a:pt x="53558" y="25746"/>
                    <a:pt x="53527" y="25746"/>
                  </a:cubicBezTo>
                  <a:cubicBezTo>
                    <a:pt x="53515" y="25744"/>
                    <a:pt x="53503" y="25743"/>
                    <a:pt x="53491" y="25743"/>
                  </a:cubicBezTo>
                  <a:cubicBezTo>
                    <a:pt x="53301" y="25743"/>
                    <a:pt x="53188" y="25964"/>
                    <a:pt x="53102" y="26050"/>
                  </a:cubicBezTo>
                  <a:cubicBezTo>
                    <a:pt x="53011" y="26111"/>
                    <a:pt x="53102" y="26323"/>
                    <a:pt x="53224" y="26323"/>
                  </a:cubicBezTo>
                  <a:cubicBezTo>
                    <a:pt x="53255" y="26330"/>
                    <a:pt x="53287" y="26333"/>
                    <a:pt x="53318" y="26333"/>
                  </a:cubicBezTo>
                  <a:cubicBezTo>
                    <a:pt x="53588" y="26333"/>
                    <a:pt x="53831" y="26109"/>
                    <a:pt x="53831" y="25837"/>
                  </a:cubicBezTo>
                  <a:cubicBezTo>
                    <a:pt x="53831" y="25746"/>
                    <a:pt x="53862" y="25685"/>
                    <a:pt x="53862" y="25594"/>
                  </a:cubicBezTo>
                  <a:cubicBezTo>
                    <a:pt x="53963" y="25581"/>
                    <a:pt x="54058" y="25574"/>
                    <a:pt x="54148" y="25574"/>
                  </a:cubicBezTo>
                  <a:cubicBezTo>
                    <a:pt x="54276" y="25574"/>
                    <a:pt x="54393" y="25589"/>
                    <a:pt x="54500" y="25624"/>
                  </a:cubicBezTo>
                  <a:lnTo>
                    <a:pt x="54622" y="26141"/>
                  </a:lnTo>
                  <a:lnTo>
                    <a:pt x="54926" y="26141"/>
                  </a:lnTo>
                  <a:lnTo>
                    <a:pt x="54926" y="25655"/>
                  </a:lnTo>
                  <a:cubicBezTo>
                    <a:pt x="54986" y="25594"/>
                    <a:pt x="55047" y="25563"/>
                    <a:pt x="55100" y="25563"/>
                  </a:cubicBezTo>
                  <a:cubicBezTo>
                    <a:pt x="55154" y="25563"/>
                    <a:pt x="55199" y="25594"/>
                    <a:pt x="55230" y="25655"/>
                  </a:cubicBezTo>
                  <a:cubicBezTo>
                    <a:pt x="55290" y="25715"/>
                    <a:pt x="55290" y="25807"/>
                    <a:pt x="55230" y="25867"/>
                  </a:cubicBezTo>
                  <a:cubicBezTo>
                    <a:pt x="55138" y="25959"/>
                    <a:pt x="55078" y="26111"/>
                    <a:pt x="54926" y="26111"/>
                  </a:cubicBezTo>
                  <a:cubicBezTo>
                    <a:pt x="55169" y="26475"/>
                    <a:pt x="55169" y="26475"/>
                    <a:pt x="55746" y="26658"/>
                  </a:cubicBezTo>
                  <a:cubicBezTo>
                    <a:pt x="55777" y="26597"/>
                    <a:pt x="55807" y="26536"/>
                    <a:pt x="55838" y="26445"/>
                  </a:cubicBezTo>
                  <a:cubicBezTo>
                    <a:pt x="55868" y="26354"/>
                    <a:pt x="55959" y="26293"/>
                    <a:pt x="56020" y="26293"/>
                  </a:cubicBezTo>
                  <a:cubicBezTo>
                    <a:pt x="56081" y="26323"/>
                    <a:pt x="56172" y="26354"/>
                    <a:pt x="56172" y="26354"/>
                  </a:cubicBezTo>
                  <a:cubicBezTo>
                    <a:pt x="56172" y="26627"/>
                    <a:pt x="56385" y="26870"/>
                    <a:pt x="56658" y="26870"/>
                  </a:cubicBezTo>
                  <a:cubicBezTo>
                    <a:pt x="56734" y="27007"/>
                    <a:pt x="56848" y="27015"/>
                    <a:pt x="56966" y="27015"/>
                  </a:cubicBezTo>
                  <a:cubicBezTo>
                    <a:pt x="56981" y="27015"/>
                    <a:pt x="56995" y="27015"/>
                    <a:pt x="57010" y="27015"/>
                  </a:cubicBezTo>
                  <a:cubicBezTo>
                    <a:pt x="57114" y="27015"/>
                    <a:pt x="57217" y="27021"/>
                    <a:pt x="57297" y="27114"/>
                  </a:cubicBezTo>
                  <a:cubicBezTo>
                    <a:pt x="57356" y="27193"/>
                    <a:pt x="57409" y="27224"/>
                    <a:pt x="57460" y="27224"/>
                  </a:cubicBezTo>
                  <a:cubicBezTo>
                    <a:pt x="57565" y="27224"/>
                    <a:pt x="57660" y="27094"/>
                    <a:pt x="57783" y="26992"/>
                  </a:cubicBezTo>
                  <a:lnTo>
                    <a:pt x="58056" y="27357"/>
                  </a:lnTo>
                  <a:lnTo>
                    <a:pt x="58573" y="26931"/>
                  </a:lnTo>
                  <a:lnTo>
                    <a:pt x="58391" y="26718"/>
                  </a:lnTo>
                  <a:cubicBezTo>
                    <a:pt x="58604" y="26597"/>
                    <a:pt x="58695" y="26323"/>
                    <a:pt x="58999" y="26263"/>
                  </a:cubicBezTo>
                  <a:lnTo>
                    <a:pt x="59303" y="26688"/>
                  </a:lnTo>
                  <a:lnTo>
                    <a:pt x="59303" y="27022"/>
                  </a:lnTo>
                  <a:lnTo>
                    <a:pt x="59303" y="27114"/>
                  </a:lnTo>
                  <a:lnTo>
                    <a:pt x="59546" y="27387"/>
                  </a:lnTo>
                  <a:lnTo>
                    <a:pt x="59819" y="27387"/>
                  </a:lnTo>
                  <a:cubicBezTo>
                    <a:pt x="59921" y="27387"/>
                    <a:pt x="60022" y="27441"/>
                    <a:pt x="60123" y="27441"/>
                  </a:cubicBezTo>
                  <a:cubicBezTo>
                    <a:pt x="60174" y="27441"/>
                    <a:pt x="60225" y="27428"/>
                    <a:pt x="60275" y="27387"/>
                  </a:cubicBezTo>
                  <a:cubicBezTo>
                    <a:pt x="60397" y="27266"/>
                    <a:pt x="60579" y="27235"/>
                    <a:pt x="60731" y="27144"/>
                  </a:cubicBezTo>
                  <a:cubicBezTo>
                    <a:pt x="60762" y="27114"/>
                    <a:pt x="60792" y="27083"/>
                    <a:pt x="60853" y="27053"/>
                  </a:cubicBezTo>
                  <a:cubicBezTo>
                    <a:pt x="60933" y="27198"/>
                    <a:pt x="61048" y="27232"/>
                    <a:pt x="61169" y="27232"/>
                  </a:cubicBezTo>
                  <a:cubicBezTo>
                    <a:pt x="61277" y="27232"/>
                    <a:pt x="61391" y="27205"/>
                    <a:pt x="61491" y="27205"/>
                  </a:cubicBezTo>
                  <a:cubicBezTo>
                    <a:pt x="61523" y="27201"/>
                    <a:pt x="61555" y="27199"/>
                    <a:pt x="61587" y="27199"/>
                  </a:cubicBezTo>
                  <a:cubicBezTo>
                    <a:pt x="61797" y="27199"/>
                    <a:pt x="62001" y="27282"/>
                    <a:pt x="62160" y="27387"/>
                  </a:cubicBezTo>
                  <a:cubicBezTo>
                    <a:pt x="62180" y="27407"/>
                    <a:pt x="62207" y="27414"/>
                    <a:pt x="62238" y="27414"/>
                  </a:cubicBezTo>
                  <a:cubicBezTo>
                    <a:pt x="62298" y="27414"/>
                    <a:pt x="62373" y="27387"/>
                    <a:pt x="62433" y="27387"/>
                  </a:cubicBezTo>
                  <a:lnTo>
                    <a:pt x="62920" y="26840"/>
                  </a:lnTo>
                  <a:lnTo>
                    <a:pt x="63376" y="26840"/>
                  </a:lnTo>
                  <a:cubicBezTo>
                    <a:pt x="63497" y="26992"/>
                    <a:pt x="63649" y="27083"/>
                    <a:pt x="63680" y="27296"/>
                  </a:cubicBezTo>
                  <a:cubicBezTo>
                    <a:pt x="63707" y="27460"/>
                    <a:pt x="63881" y="27574"/>
                    <a:pt x="64048" y="27574"/>
                  </a:cubicBezTo>
                  <a:cubicBezTo>
                    <a:pt x="64067" y="27574"/>
                    <a:pt x="64086" y="27573"/>
                    <a:pt x="64105" y="27570"/>
                  </a:cubicBezTo>
                  <a:lnTo>
                    <a:pt x="64592" y="27022"/>
                  </a:lnTo>
                  <a:lnTo>
                    <a:pt x="65564" y="27022"/>
                  </a:lnTo>
                  <a:cubicBezTo>
                    <a:pt x="65655" y="27144"/>
                    <a:pt x="65777" y="27266"/>
                    <a:pt x="65899" y="27357"/>
                  </a:cubicBezTo>
                  <a:cubicBezTo>
                    <a:pt x="66050" y="27387"/>
                    <a:pt x="66233" y="27448"/>
                    <a:pt x="66385" y="27448"/>
                  </a:cubicBezTo>
                  <a:cubicBezTo>
                    <a:pt x="66415" y="27539"/>
                    <a:pt x="66415" y="27661"/>
                    <a:pt x="66385" y="27752"/>
                  </a:cubicBezTo>
                  <a:cubicBezTo>
                    <a:pt x="66385" y="27843"/>
                    <a:pt x="66446" y="27934"/>
                    <a:pt x="66537" y="27934"/>
                  </a:cubicBezTo>
                  <a:cubicBezTo>
                    <a:pt x="66598" y="27934"/>
                    <a:pt x="66689" y="27934"/>
                    <a:pt x="66689" y="27904"/>
                  </a:cubicBezTo>
                  <a:cubicBezTo>
                    <a:pt x="66750" y="27813"/>
                    <a:pt x="66780" y="27661"/>
                    <a:pt x="66841" y="27600"/>
                  </a:cubicBezTo>
                  <a:cubicBezTo>
                    <a:pt x="66932" y="27539"/>
                    <a:pt x="67084" y="27539"/>
                    <a:pt x="67145" y="27448"/>
                  </a:cubicBezTo>
                  <a:cubicBezTo>
                    <a:pt x="67236" y="27357"/>
                    <a:pt x="67327" y="27296"/>
                    <a:pt x="67297" y="27174"/>
                  </a:cubicBezTo>
                  <a:cubicBezTo>
                    <a:pt x="67266" y="26901"/>
                    <a:pt x="67449" y="26779"/>
                    <a:pt x="67601" y="26658"/>
                  </a:cubicBezTo>
                  <a:cubicBezTo>
                    <a:pt x="67613" y="26659"/>
                    <a:pt x="67625" y="26659"/>
                    <a:pt x="67636" y="26659"/>
                  </a:cubicBezTo>
                  <a:cubicBezTo>
                    <a:pt x="67910" y="26659"/>
                    <a:pt x="67974" y="26322"/>
                    <a:pt x="68178" y="26293"/>
                  </a:cubicBezTo>
                  <a:cubicBezTo>
                    <a:pt x="68251" y="26283"/>
                    <a:pt x="68323" y="26277"/>
                    <a:pt x="68394" y="26277"/>
                  </a:cubicBezTo>
                  <a:cubicBezTo>
                    <a:pt x="68738" y="26277"/>
                    <a:pt x="69056" y="26395"/>
                    <a:pt x="69333" y="26597"/>
                  </a:cubicBezTo>
                  <a:cubicBezTo>
                    <a:pt x="69409" y="26642"/>
                    <a:pt x="69493" y="26665"/>
                    <a:pt x="69576" y="26665"/>
                  </a:cubicBezTo>
                  <a:cubicBezTo>
                    <a:pt x="69660" y="26665"/>
                    <a:pt x="69744" y="26642"/>
                    <a:pt x="69820" y="26597"/>
                  </a:cubicBezTo>
                  <a:cubicBezTo>
                    <a:pt x="69880" y="26567"/>
                    <a:pt x="69911" y="26475"/>
                    <a:pt x="69941" y="26475"/>
                  </a:cubicBezTo>
                  <a:cubicBezTo>
                    <a:pt x="69975" y="26472"/>
                    <a:pt x="70008" y="26470"/>
                    <a:pt x="70042" y="26470"/>
                  </a:cubicBezTo>
                  <a:cubicBezTo>
                    <a:pt x="70157" y="26470"/>
                    <a:pt x="70271" y="26487"/>
                    <a:pt x="70383" y="26487"/>
                  </a:cubicBezTo>
                  <a:cubicBezTo>
                    <a:pt x="70503" y="26487"/>
                    <a:pt x="70621" y="26467"/>
                    <a:pt x="70731" y="26384"/>
                  </a:cubicBezTo>
                  <a:cubicBezTo>
                    <a:pt x="70856" y="26301"/>
                    <a:pt x="70975" y="26281"/>
                    <a:pt x="71092" y="26281"/>
                  </a:cubicBezTo>
                  <a:cubicBezTo>
                    <a:pt x="71201" y="26281"/>
                    <a:pt x="71310" y="26298"/>
                    <a:pt x="71422" y="26298"/>
                  </a:cubicBezTo>
                  <a:cubicBezTo>
                    <a:pt x="71455" y="26298"/>
                    <a:pt x="71488" y="26297"/>
                    <a:pt x="71522" y="26293"/>
                  </a:cubicBezTo>
                  <a:lnTo>
                    <a:pt x="71765" y="26293"/>
                  </a:lnTo>
                  <a:lnTo>
                    <a:pt x="72312" y="25746"/>
                  </a:lnTo>
                  <a:cubicBezTo>
                    <a:pt x="72388" y="25872"/>
                    <a:pt x="72527" y="25936"/>
                    <a:pt x="72677" y="25936"/>
                  </a:cubicBezTo>
                  <a:cubicBezTo>
                    <a:pt x="72707" y="25936"/>
                    <a:pt x="72738" y="25933"/>
                    <a:pt x="72768" y="25928"/>
                  </a:cubicBezTo>
                  <a:cubicBezTo>
                    <a:pt x="72799" y="25923"/>
                    <a:pt x="72831" y="25920"/>
                    <a:pt x="72861" y="25920"/>
                  </a:cubicBezTo>
                  <a:cubicBezTo>
                    <a:pt x="73010" y="25920"/>
                    <a:pt x="73148" y="25979"/>
                    <a:pt x="73224" y="26080"/>
                  </a:cubicBezTo>
                  <a:cubicBezTo>
                    <a:pt x="73376" y="25898"/>
                    <a:pt x="73376" y="25624"/>
                    <a:pt x="73589" y="25563"/>
                  </a:cubicBezTo>
                  <a:lnTo>
                    <a:pt x="74349" y="25563"/>
                  </a:lnTo>
                  <a:lnTo>
                    <a:pt x="74713" y="25959"/>
                  </a:lnTo>
                  <a:lnTo>
                    <a:pt x="75291" y="25959"/>
                  </a:lnTo>
                  <a:cubicBezTo>
                    <a:pt x="75321" y="26019"/>
                    <a:pt x="75321" y="26080"/>
                    <a:pt x="75321" y="26141"/>
                  </a:cubicBezTo>
                  <a:lnTo>
                    <a:pt x="75321" y="26323"/>
                  </a:lnTo>
                  <a:cubicBezTo>
                    <a:pt x="75321" y="26402"/>
                    <a:pt x="75390" y="26481"/>
                    <a:pt x="75467" y="26481"/>
                  </a:cubicBezTo>
                  <a:cubicBezTo>
                    <a:pt x="75479" y="26481"/>
                    <a:pt x="75491" y="26479"/>
                    <a:pt x="75504" y="26475"/>
                  </a:cubicBezTo>
                  <a:cubicBezTo>
                    <a:pt x="75656" y="26475"/>
                    <a:pt x="75747" y="26354"/>
                    <a:pt x="75686" y="26232"/>
                  </a:cubicBezTo>
                  <a:cubicBezTo>
                    <a:pt x="75656" y="26171"/>
                    <a:pt x="75595" y="26080"/>
                    <a:pt x="75534" y="26019"/>
                  </a:cubicBezTo>
                  <a:cubicBezTo>
                    <a:pt x="75625" y="25959"/>
                    <a:pt x="75747" y="25898"/>
                    <a:pt x="75868" y="25837"/>
                  </a:cubicBezTo>
                  <a:cubicBezTo>
                    <a:pt x="75990" y="25776"/>
                    <a:pt x="76020" y="25594"/>
                    <a:pt x="76203" y="25594"/>
                  </a:cubicBezTo>
                  <a:lnTo>
                    <a:pt x="76294" y="25928"/>
                  </a:lnTo>
                  <a:lnTo>
                    <a:pt x="76871" y="25928"/>
                  </a:lnTo>
                  <a:cubicBezTo>
                    <a:pt x="77145" y="25594"/>
                    <a:pt x="77662" y="25503"/>
                    <a:pt x="77874" y="25077"/>
                  </a:cubicBezTo>
                  <a:cubicBezTo>
                    <a:pt x="77874" y="24834"/>
                    <a:pt x="77814" y="24560"/>
                    <a:pt x="78057" y="24348"/>
                  </a:cubicBezTo>
                  <a:cubicBezTo>
                    <a:pt x="77966" y="23922"/>
                    <a:pt x="78270" y="23801"/>
                    <a:pt x="78604" y="23679"/>
                  </a:cubicBezTo>
                  <a:cubicBezTo>
                    <a:pt x="78543" y="23557"/>
                    <a:pt x="78330" y="23436"/>
                    <a:pt x="78452" y="23314"/>
                  </a:cubicBezTo>
                  <a:cubicBezTo>
                    <a:pt x="78634" y="23132"/>
                    <a:pt x="78574" y="22767"/>
                    <a:pt x="78908" y="22645"/>
                  </a:cubicBezTo>
                  <a:lnTo>
                    <a:pt x="79303" y="23132"/>
                  </a:lnTo>
                  <a:cubicBezTo>
                    <a:pt x="79407" y="23173"/>
                    <a:pt x="79497" y="23190"/>
                    <a:pt x="79576" y="23190"/>
                  </a:cubicBezTo>
                  <a:cubicBezTo>
                    <a:pt x="79845" y="23190"/>
                    <a:pt x="79997" y="23003"/>
                    <a:pt x="80184" y="22980"/>
                  </a:cubicBezTo>
                  <a:cubicBezTo>
                    <a:pt x="80215" y="22980"/>
                    <a:pt x="80245" y="22889"/>
                    <a:pt x="80245" y="22828"/>
                  </a:cubicBezTo>
                  <a:cubicBezTo>
                    <a:pt x="80245" y="22645"/>
                    <a:pt x="80428" y="22615"/>
                    <a:pt x="80519" y="22463"/>
                  </a:cubicBezTo>
                  <a:cubicBezTo>
                    <a:pt x="80792" y="22463"/>
                    <a:pt x="80884" y="22220"/>
                    <a:pt x="81066" y="22098"/>
                  </a:cubicBezTo>
                  <a:cubicBezTo>
                    <a:pt x="81461" y="22433"/>
                    <a:pt x="81461" y="22433"/>
                    <a:pt x="81826" y="22433"/>
                  </a:cubicBezTo>
                  <a:cubicBezTo>
                    <a:pt x="81887" y="22220"/>
                    <a:pt x="82099" y="22038"/>
                    <a:pt x="82099" y="21794"/>
                  </a:cubicBezTo>
                  <a:cubicBezTo>
                    <a:pt x="82403" y="21612"/>
                    <a:pt x="82191" y="21308"/>
                    <a:pt x="82282" y="21065"/>
                  </a:cubicBezTo>
                  <a:lnTo>
                    <a:pt x="82616" y="20761"/>
                  </a:lnTo>
                  <a:cubicBezTo>
                    <a:pt x="82616" y="20609"/>
                    <a:pt x="82616" y="20396"/>
                    <a:pt x="82677" y="20335"/>
                  </a:cubicBezTo>
                  <a:cubicBezTo>
                    <a:pt x="82829" y="20183"/>
                    <a:pt x="82799" y="19910"/>
                    <a:pt x="82981" y="19788"/>
                  </a:cubicBezTo>
                  <a:cubicBezTo>
                    <a:pt x="83094" y="19751"/>
                    <a:pt x="83195" y="19725"/>
                    <a:pt x="83299" y="19725"/>
                  </a:cubicBezTo>
                  <a:cubicBezTo>
                    <a:pt x="83363" y="19725"/>
                    <a:pt x="83428" y="19735"/>
                    <a:pt x="83498" y="19758"/>
                  </a:cubicBezTo>
                  <a:lnTo>
                    <a:pt x="83802" y="20092"/>
                  </a:lnTo>
                  <a:lnTo>
                    <a:pt x="84014" y="20092"/>
                  </a:lnTo>
                  <a:lnTo>
                    <a:pt x="84379" y="19332"/>
                  </a:lnTo>
                  <a:lnTo>
                    <a:pt x="84926" y="19332"/>
                  </a:lnTo>
                  <a:cubicBezTo>
                    <a:pt x="85200" y="19211"/>
                    <a:pt x="85230" y="18907"/>
                    <a:pt x="85352" y="18694"/>
                  </a:cubicBezTo>
                  <a:cubicBezTo>
                    <a:pt x="85534" y="18481"/>
                    <a:pt x="85595" y="18208"/>
                    <a:pt x="85565" y="17934"/>
                  </a:cubicBezTo>
                  <a:cubicBezTo>
                    <a:pt x="85504" y="17691"/>
                    <a:pt x="85656" y="17387"/>
                    <a:pt x="85443" y="17174"/>
                  </a:cubicBezTo>
                  <a:cubicBezTo>
                    <a:pt x="85169" y="16840"/>
                    <a:pt x="85777" y="16658"/>
                    <a:pt x="85565" y="16354"/>
                  </a:cubicBezTo>
                  <a:lnTo>
                    <a:pt x="85899" y="15989"/>
                  </a:lnTo>
                  <a:cubicBezTo>
                    <a:pt x="85717" y="15746"/>
                    <a:pt x="85717" y="15746"/>
                    <a:pt x="85808" y="15533"/>
                  </a:cubicBezTo>
                  <a:cubicBezTo>
                    <a:pt x="85868" y="15472"/>
                    <a:pt x="85899" y="15381"/>
                    <a:pt x="85899" y="15320"/>
                  </a:cubicBezTo>
                  <a:cubicBezTo>
                    <a:pt x="85899" y="14986"/>
                    <a:pt x="85960" y="14682"/>
                    <a:pt x="86081" y="14378"/>
                  </a:cubicBezTo>
                  <a:cubicBezTo>
                    <a:pt x="86172" y="14044"/>
                    <a:pt x="86446" y="13770"/>
                    <a:pt x="86780" y="13709"/>
                  </a:cubicBezTo>
                  <a:cubicBezTo>
                    <a:pt x="86872" y="13679"/>
                    <a:pt x="86963" y="13648"/>
                    <a:pt x="87024" y="13588"/>
                  </a:cubicBezTo>
                  <a:cubicBezTo>
                    <a:pt x="87145" y="13496"/>
                    <a:pt x="87267" y="13344"/>
                    <a:pt x="87358" y="13253"/>
                  </a:cubicBezTo>
                  <a:lnTo>
                    <a:pt x="87358" y="12159"/>
                  </a:lnTo>
                  <a:cubicBezTo>
                    <a:pt x="87206" y="11885"/>
                    <a:pt x="86872" y="11916"/>
                    <a:pt x="86720" y="11673"/>
                  </a:cubicBezTo>
                  <a:cubicBezTo>
                    <a:pt x="86628" y="11581"/>
                    <a:pt x="86628" y="11460"/>
                    <a:pt x="86720" y="11369"/>
                  </a:cubicBezTo>
                  <a:cubicBezTo>
                    <a:pt x="86750" y="11308"/>
                    <a:pt x="86780" y="11278"/>
                    <a:pt x="86811" y="11247"/>
                  </a:cubicBezTo>
                  <a:lnTo>
                    <a:pt x="86568" y="10974"/>
                  </a:lnTo>
                  <a:cubicBezTo>
                    <a:pt x="86542" y="10969"/>
                    <a:pt x="86517" y="10967"/>
                    <a:pt x="86492" y="10967"/>
                  </a:cubicBezTo>
                  <a:cubicBezTo>
                    <a:pt x="86441" y="10967"/>
                    <a:pt x="86390" y="10974"/>
                    <a:pt x="86340" y="10974"/>
                  </a:cubicBezTo>
                  <a:cubicBezTo>
                    <a:pt x="86264" y="10974"/>
                    <a:pt x="86188" y="10958"/>
                    <a:pt x="86112" y="10882"/>
                  </a:cubicBezTo>
                  <a:lnTo>
                    <a:pt x="86112" y="10457"/>
                  </a:lnTo>
                  <a:lnTo>
                    <a:pt x="86811" y="9788"/>
                  </a:lnTo>
                  <a:cubicBezTo>
                    <a:pt x="86780" y="9727"/>
                    <a:pt x="86689" y="9697"/>
                    <a:pt x="86689" y="9636"/>
                  </a:cubicBezTo>
                  <a:cubicBezTo>
                    <a:pt x="86689" y="9454"/>
                    <a:pt x="86659" y="9302"/>
                    <a:pt x="86628" y="9119"/>
                  </a:cubicBezTo>
                  <a:cubicBezTo>
                    <a:pt x="86568" y="8937"/>
                    <a:pt x="86385" y="8815"/>
                    <a:pt x="86476" y="8542"/>
                  </a:cubicBezTo>
                  <a:cubicBezTo>
                    <a:pt x="86537" y="8299"/>
                    <a:pt x="86324" y="8177"/>
                    <a:pt x="86142" y="8056"/>
                  </a:cubicBezTo>
                  <a:lnTo>
                    <a:pt x="85473" y="8056"/>
                  </a:lnTo>
                  <a:lnTo>
                    <a:pt x="85321" y="7752"/>
                  </a:lnTo>
                  <a:cubicBezTo>
                    <a:pt x="85243" y="7706"/>
                    <a:pt x="85175" y="7688"/>
                    <a:pt x="85115" y="7688"/>
                  </a:cubicBezTo>
                  <a:cubicBezTo>
                    <a:pt x="84917" y="7688"/>
                    <a:pt x="84799" y="7880"/>
                    <a:pt x="84619" y="7880"/>
                  </a:cubicBezTo>
                  <a:cubicBezTo>
                    <a:pt x="84601" y="7880"/>
                    <a:pt x="84581" y="7878"/>
                    <a:pt x="84561" y="7873"/>
                  </a:cubicBezTo>
                  <a:cubicBezTo>
                    <a:pt x="84470" y="7721"/>
                    <a:pt x="84410" y="7600"/>
                    <a:pt x="84318" y="7448"/>
                  </a:cubicBezTo>
                  <a:cubicBezTo>
                    <a:pt x="84227" y="7265"/>
                    <a:pt x="84349" y="7174"/>
                    <a:pt x="84470" y="7053"/>
                  </a:cubicBezTo>
                  <a:cubicBezTo>
                    <a:pt x="84501" y="6840"/>
                    <a:pt x="84501" y="6597"/>
                    <a:pt x="84440" y="6353"/>
                  </a:cubicBezTo>
                  <a:cubicBezTo>
                    <a:pt x="84410" y="6201"/>
                    <a:pt x="84288" y="6080"/>
                    <a:pt x="84227" y="5867"/>
                  </a:cubicBezTo>
                  <a:lnTo>
                    <a:pt x="83102" y="5867"/>
                  </a:lnTo>
                  <a:lnTo>
                    <a:pt x="82555" y="5320"/>
                  </a:lnTo>
                  <a:cubicBezTo>
                    <a:pt x="82474" y="5320"/>
                    <a:pt x="82366" y="5293"/>
                    <a:pt x="82285" y="5293"/>
                  </a:cubicBezTo>
                  <a:cubicBezTo>
                    <a:pt x="82245" y="5293"/>
                    <a:pt x="82211" y="5300"/>
                    <a:pt x="82191" y="5320"/>
                  </a:cubicBezTo>
                  <a:cubicBezTo>
                    <a:pt x="81917" y="5594"/>
                    <a:pt x="81522" y="5594"/>
                    <a:pt x="81279" y="5837"/>
                  </a:cubicBezTo>
                  <a:cubicBezTo>
                    <a:pt x="80884" y="5654"/>
                    <a:pt x="81036" y="5290"/>
                    <a:pt x="81005" y="5077"/>
                  </a:cubicBezTo>
                  <a:lnTo>
                    <a:pt x="80549" y="4591"/>
                  </a:lnTo>
                  <a:lnTo>
                    <a:pt x="80002" y="4591"/>
                  </a:lnTo>
                  <a:lnTo>
                    <a:pt x="79273" y="5320"/>
                  </a:lnTo>
                  <a:cubicBezTo>
                    <a:pt x="79241" y="5316"/>
                    <a:pt x="79208" y="5315"/>
                    <a:pt x="79175" y="5315"/>
                  </a:cubicBezTo>
                  <a:cubicBezTo>
                    <a:pt x="79099" y="5315"/>
                    <a:pt x="79021" y="5322"/>
                    <a:pt x="78944" y="5322"/>
                  </a:cubicBezTo>
                  <a:cubicBezTo>
                    <a:pt x="78793" y="5322"/>
                    <a:pt x="78648" y="5295"/>
                    <a:pt x="78543" y="5138"/>
                  </a:cubicBezTo>
                  <a:lnTo>
                    <a:pt x="77814" y="5138"/>
                  </a:lnTo>
                  <a:cubicBezTo>
                    <a:pt x="77672" y="5263"/>
                    <a:pt x="77604" y="5324"/>
                    <a:pt x="77537" y="5324"/>
                  </a:cubicBezTo>
                  <a:cubicBezTo>
                    <a:pt x="77475" y="5324"/>
                    <a:pt x="77414" y="5271"/>
                    <a:pt x="77297" y="5168"/>
                  </a:cubicBezTo>
                  <a:lnTo>
                    <a:pt x="77175" y="5046"/>
                  </a:lnTo>
                  <a:lnTo>
                    <a:pt x="77175" y="4499"/>
                  </a:lnTo>
                  <a:cubicBezTo>
                    <a:pt x="77175" y="4469"/>
                    <a:pt x="77145" y="4439"/>
                    <a:pt x="77084" y="4408"/>
                  </a:cubicBezTo>
                  <a:lnTo>
                    <a:pt x="76659" y="4408"/>
                  </a:lnTo>
                  <a:cubicBezTo>
                    <a:pt x="76537" y="4378"/>
                    <a:pt x="76476" y="4256"/>
                    <a:pt x="76294" y="4226"/>
                  </a:cubicBezTo>
                  <a:cubicBezTo>
                    <a:pt x="76111" y="4226"/>
                    <a:pt x="75929" y="4226"/>
                    <a:pt x="75808" y="4043"/>
                  </a:cubicBezTo>
                  <a:cubicBezTo>
                    <a:pt x="75788" y="4048"/>
                    <a:pt x="75767" y="4050"/>
                    <a:pt x="75745" y="4050"/>
                  </a:cubicBezTo>
                  <a:cubicBezTo>
                    <a:pt x="75689" y="4050"/>
                    <a:pt x="75626" y="4039"/>
                    <a:pt x="75564" y="4039"/>
                  </a:cubicBezTo>
                  <a:cubicBezTo>
                    <a:pt x="75499" y="4039"/>
                    <a:pt x="75435" y="4052"/>
                    <a:pt x="75382" y="4104"/>
                  </a:cubicBezTo>
                  <a:cubicBezTo>
                    <a:pt x="75311" y="4193"/>
                    <a:pt x="75189" y="4240"/>
                    <a:pt x="75069" y="4240"/>
                  </a:cubicBezTo>
                  <a:cubicBezTo>
                    <a:pt x="74983" y="4240"/>
                    <a:pt x="74898" y="4216"/>
                    <a:pt x="74835" y="4165"/>
                  </a:cubicBezTo>
                  <a:cubicBezTo>
                    <a:pt x="74774" y="4104"/>
                    <a:pt x="74683" y="4074"/>
                    <a:pt x="74592" y="4043"/>
                  </a:cubicBezTo>
                  <a:lnTo>
                    <a:pt x="74014" y="4043"/>
                  </a:lnTo>
                  <a:lnTo>
                    <a:pt x="73528" y="4499"/>
                  </a:lnTo>
                  <a:cubicBezTo>
                    <a:pt x="73497" y="4651"/>
                    <a:pt x="73589" y="4834"/>
                    <a:pt x="73467" y="4925"/>
                  </a:cubicBezTo>
                  <a:cubicBezTo>
                    <a:pt x="73427" y="4945"/>
                    <a:pt x="73386" y="4955"/>
                    <a:pt x="73347" y="4955"/>
                  </a:cubicBezTo>
                  <a:cubicBezTo>
                    <a:pt x="73268" y="4955"/>
                    <a:pt x="73193" y="4915"/>
                    <a:pt x="73133" y="4834"/>
                  </a:cubicBezTo>
                  <a:cubicBezTo>
                    <a:pt x="72798" y="4560"/>
                    <a:pt x="72616" y="4135"/>
                    <a:pt x="72586" y="3679"/>
                  </a:cubicBezTo>
                  <a:lnTo>
                    <a:pt x="70944" y="3679"/>
                  </a:lnTo>
                  <a:cubicBezTo>
                    <a:pt x="70883" y="3679"/>
                    <a:pt x="70853" y="3739"/>
                    <a:pt x="70792" y="3770"/>
                  </a:cubicBezTo>
                  <a:cubicBezTo>
                    <a:pt x="70762" y="3922"/>
                    <a:pt x="70853" y="4074"/>
                    <a:pt x="70731" y="4195"/>
                  </a:cubicBezTo>
                  <a:cubicBezTo>
                    <a:pt x="70427" y="4135"/>
                    <a:pt x="70154" y="4013"/>
                    <a:pt x="69911" y="3800"/>
                  </a:cubicBezTo>
                  <a:cubicBezTo>
                    <a:pt x="69698" y="3679"/>
                    <a:pt x="69637" y="3405"/>
                    <a:pt x="69759" y="3162"/>
                  </a:cubicBezTo>
                  <a:cubicBezTo>
                    <a:pt x="70184" y="3071"/>
                    <a:pt x="70579" y="2797"/>
                    <a:pt x="70823" y="2402"/>
                  </a:cubicBezTo>
                  <a:lnTo>
                    <a:pt x="69972" y="2402"/>
                  </a:lnTo>
                  <a:cubicBezTo>
                    <a:pt x="69873" y="2254"/>
                    <a:pt x="69739" y="2231"/>
                    <a:pt x="69598" y="2231"/>
                  </a:cubicBezTo>
                  <a:cubicBezTo>
                    <a:pt x="69532" y="2231"/>
                    <a:pt x="69465" y="2236"/>
                    <a:pt x="69400" y="2236"/>
                  </a:cubicBezTo>
                  <a:cubicBezTo>
                    <a:pt x="69345" y="2236"/>
                    <a:pt x="69292" y="2232"/>
                    <a:pt x="69242" y="2220"/>
                  </a:cubicBezTo>
                  <a:lnTo>
                    <a:pt x="68513" y="1490"/>
                  </a:lnTo>
                  <a:cubicBezTo>
                    <a:pt x="68411" y="1490"/>
                    <a:pt x="68283" y="1463"/>
                    <a:pt x="68164" y="1463"/>
                  </a:cubicBezTo>
                  <a:cubicBezTo>
                    <a:pt x="68104" y="1463"/>
                    <a:pt x="68046" y="1470"/>
                    <a:pt x="67996" y="1490"/>
                  </a:cubicBezTo>
                  <a:cubicBezTo>
                    <a:pt x="67844" y="1581"/>
                    <a:pt x="67692" y="1642"/>
                    <a:pt x="67509" y="1733"/>
                  </a:cubicBezTo>
                  <a:cubicBezTo>
                    <a:pt x="67509" y="1885"/>
                    <a:pt x="67509" y="2037"/>
                    <a:pt x="67509" y="2189"/>
                  </a:cubicBezTo>
                  <a:cubicBezTo>
                    <a:pt x="67540" y="2311"/>
                    <a:pt x="67601" y="2432"/>
                    <a:pt x="67661" y="2554"/>
                  </a:cubicBezTo>
                  <a:cubicBezTo>
                    <a:pt x="67596" y="2587"/>
                    <a:pt x="67534" y="2600"/>
                    <a:pt x="67475" y="2600"/>
                  </a:cubicBezTo>
                  <a:cubicBezTo>
                    <a:pt x="67239" y="2600"/>
                    <a:pt x="67046" y="2389"/>
                    <a:pt x="66816" y="2389"/>
                  </a:cubicBezTo>
                  <a:cubicBezTo>
                    <a:pt x="66784" y="2389"/>
                    <a:pt x="66752" y="2393"/>
                    <a:pt x="66719" y="2402"/>
                  </a:cubicBezTo>
                  <a:lnTo>
                    <a:pt x="66233" y="2949"/>
                  </a:lnTo>
                  <a:lnTo>
                    <a:pt x="64865" y="2949"/>
                  </a:lnTo>
                  <a:cubicBezTo>
                    <a:pt x="64835" y="2949"/>
                    <a:pt x="64835" y="2888"/>
                    <a:pt x="64804" y="2888"/>
                  </a:cubicBezTo>
                  <a:lnTo>
                    <a:pt x="64743" y="2463"/>
                  </a:lnTo>
                  <a:cubicBezTo>
                    <a:pt x="64646" y="2430"/>
                    <a:pt x="64549" y="2398"/>
                    <a:pt x="64460" y="2398"/>
                  </a:cubicBezTo>
                  <a:cubicBezTo>
                    <a:pt x="64384" y="2398"/>
                    <a:pt x="64314" y="2422"/>
                    <a:pt x="64257" y="2493"/>
                  </a:cubicBezTo>
                  <a:cubicBezTo>
                    <a:pt x="64196" y="2554"/>
                    <a:pt x="64120" y="2584"/>
                    <a:pt x="64048" y="2584"/>
                  </a:cubicBezTo>
                  <a:cubicBezTo>
                    <a:pt x="63976" y="2584"/>
                    <a:pt x="63908" y="2554"/>
                    <a:pt x="63862" y="2493"/>
                  </a:cubicBezTo>
                  <a:cubicBezTo>
                    <a:pt x="63740" y="2372"/>
                    <a:pt x="63649" y="2189"/>
                    <a:pt x="63436" y="2189"/>
                  </a:cubicBezTo>
                  <a:cubicBezTo>
                    <a:pt x="63345" y="2189"/>
                    <a:pt x="63254" y="2037"/>
                    <a:pt x="63163" y="1976"/>
                  </a:cubicBezTo>
                  <a:cubicBezTo>
                    <a:pt x="63102" y="1885"/>
                    <a:pt x="63133" y="1673"/>
                    <a:pt x="63224" y="1673"/>
                  </a:cubicBezTo>
                  <a:cubicBezTo>
                    <a:pt x="63467" y="1673"/>
                    <a:pt x="63528" y="1490"/>
                    <a:pt x="63680" y="1399"/>
                  </a:cubicBezTo>
                  <a:cubicBezTo>
                    <a:pt x="63649" y="1277"/>
                    <a:pt x="63467" y="1247"/>
                    <a:pt x="63497" y="1125"/>
                  </a:cubicBezTo>
                  <a:lnTo>
                    <a:pt x="63497" y="1125"/>
                  </a:lnTo>
                  <a:lnTo>
                    <a:pt x="63224" y="1277"/>
                  </a:lnTo>
                  <a:lnTo>
                    <a:pt x="62950" y="1034"/>
                  </a:lnTo>
                  <a:cubicBezTo>
                    <a:pt x="63041" y="943"/>
                    <a:pt x="63133" y="920"/>
                    <a:pt x="63224" y="920"/>
                  </a:cubicBezTo>
                  <a:cubicBezTo>
                    <a:pt x="63315" y="920"/>
                    <a:pt x="63406" y="943"/>
                    <a:pt x="63497" y="943"/>
                  </a:cubicBezTo>
                  <a:cubicBezTo>
                    <a:pt x="63406" y="669"/>
                    <a:pt x="63254" y="426"/>
                    <a:pt x="63041" y="214"/>
                  </a:cubicBezTo>
                  <a:cubicBezTo>
                    <a:pt x="63011" y="244"/>
                    <a:pt x="62981" y="274"/>
                    <a:pt x="62920" y="305"/>
                  </a:cubicBezTo>
                  <a:cubicBezTo>
                    <a:pt x="62856" y="355"/>
                    <a:pt x="62798" y="380"/>
                    <a:pt x="62748" y="380"/>
                  </a:cubicBezTo>
                  <a:cubicBezTo>
                    <a:pt x="62677" y="380"/>
                    <a:pt x="62621" y="332"/>
                    <a:pt x="62585" y="244"/>
                  </a:cubicBezTo>
                  <a:cubicBezTo>
                    <a:pt x="62511" y="77"/>
                    <a:pt x="62482" y="1"/>
                    <a:pt x="624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7"/>
            <p:cNvSpPr/>
            <p:nvPr/>
          </p:nvSpPr>
          <p:spPr>
            <a:xfrm>
              <a:off x="565625" y="3112050"/>
              <a:ext cx="66125" cy="63650"/>
            </a:xfrm>
            <a:custGeom>
              <a:rect b="b" l="l" r="r" t="t"/>
              <a:pathLst>
                <a:path extrusionOk="0" h="2546" w="2645">
                  <a:moveTo>
                    <a:pt x="669" y="0"/>
                  </a:moveTo>
                  <a:lnTo>
                    <a:pt x="1" y="608"/>
                  </a:lnTo>
                  <a:lnTo>
                    <a:pt x="1" y="1368"/>
                  </a:lnTo>
                  <a:cubicBezTo>
                    <a:pt x="305" y="1520"/>
                    <a:pt x="61" y="1945"/>
                    <a:pt x="365" y="2128"/>
                  </a:cubicBezTo>
                  <a:cubicBezTo>
                    <a:pt x="426" y="2189"/>
                    <a:pt x="821" y="2523"/>
                    <a:pt x="912" y="2523"/>
                  </a:cubicBezTo>
                  <a:cubicBezTo>
                    <a:pt x="1064" y="2538"/>
                    <a:pt x="1216" y="2546"/>
                    <a:pt x="1368" y="2546"/>
                  </a:cubicBezTo>
                  <a:cubicBezTo>
                    <a:pt x="1520" y="2546"/>
                    <a:pt x="1672" y="2538"/>
                    <a:pt x="1824" y="2523"/>
                  </a:cubicBezTo>
                  <a:cubicBezTo>
                    <a:pt x="2007" y="2462"/>
                    <a:pt x="2189" y="2401"/>
                    <a:pt x="2341" y="2280"/>
                  </a:cubicBezTo>
                  <a:cubicBezTo>
                    <a:pt x="2280" y="2067"/>
                    <a:pt x="2554" y="1976"/>
                    <a:pt x="2554" y="1824"/>
                  </a:cubicBezTo>
                  <a:lnTo>
                    <a:pt x="2554" y="1277"/>
                  </a:lnTo>
                  <a:cubicBezTo>
                    <a:pt x="2554" y="1155"/>
                    <a:pt x="2645" y="1033"/>
                    <a:pt x="2493" y="942"/>
                  </a:cubicBezTo>
                  <a:cubicBezTo>
                    <a:pt x="2311" y="821"/>
                    <a:pt x="2402" y="608"/>
                    <a:pt x="2250" y="486"/>
                  </a:cubicBezTo>
                  <a:cubicBezTo>
                    <a:pt x="2067" y="334"/>
                    <a:pt x="1915" y="182"/>
                    <a:pt x="17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7"/>
            <p:cNvSpPr/>
            <p:nvPr/>
          </p:nvSpPr>
          <p:spPr>
            <a:xfrm>
              <a:off x="689500" y="3704525"/>
              <a:ext cx="48650" cy="53950"/>
            </a:xfrm>
            <a:custGeom>
              <a:rect b="b" l="l" r="r" t="t"/>
              <a:pathLst>
                <a:path extrusionOk="0" h="2158" w="1946">
                  <a:moveTo>
                    <a:pt x="882" y="1"/>
                  </a:moveTo>
                  <a:cubicBezTo>
                    <a:pt x="710" y="1"/>
                    <a:pt x="614" y="222"/>
                    <a:pt x="395" y="222"/>
                  </a:cubicBezTo>
                  <a:cubicBezTo>
                    <a:pt x="274" y="222"/>
                    <a:pt x="365" y="496"/>
                    <a:pt x="213" y="587"/>
                  </a:cubicBezTo>
                  <a:cubicBezTo>
                    <a:pt x="61" y="678"/>
                    <a:pt x="152" y="861"/>
                    <a:pt x="152" y="1013"/>
                  </a:cubicBezTo>
                  <a:cubicBezTo>
                    <a:pt x="152" y="1134"/>
                    <a:pt x="91" y="1256"/>
                    <a:pt x="0" y="1347"/>
                  </a:cubicBezTo>
                  <a:lnTo>
                    <a:pt x="608" y="1985"/>
                  </a:lnTo>
                  <a:cubicBezTo>
                    <a:pt x="790" y="2016"/>
                    <a:pt x="1003" y="2016"/>
                    <a:pt x="1094" y="2137"/>
                  </a:cubicBezTo>
                  <a:cubicBezTo>
                    <a:pt x="1113" y="2152"/>
                    <a:pt x="1130" y="2158"/>
                    <a:pt x="1146" y="2158"/>
                  </a:cubicBezTo>
                  <a:cubicBezTo>
                    <a:pt x="1228" y="2158"/>
                    <a:pt x="1265" y="1985"/>
                    <a:pt x="1368" y="1985"/>
                  </a:cubicBezTo>
                  <a:cubicBezTo>
                    <a:pt x="1411" y="1996"/>
                    <a:pt x="1450" y="2007"/>
                    <a:pt x="1484" y="2007"/>
                  </a:cubicBezTo>
                  <a:cubicBezTo>
                    <a:pt x="1546" y="2007"/>
                    <a:pt x="1591" y="1971"/>
                    <a:pt x="1611" y="1833"/>
                  </a:cubicBezTo>
                  <a:cubicBezTo>
                    <a:pt x="1611" y="1590"/>
                    <a:pt x="1885" y="1529"/>
                    <a:pt x="1945" y="1347"/>
                  </a:cubicBezTo>
                  <a:lnTo>
                    <a:pt x="1945" y="678"/>
                  </a:lnTo>
                  <a:lnTo>
                    <a:pt x="1337" y="10"/>
                  </a:lnTo>
                  <a:lnTo>
                    <a:pt x="942" y="10"/>
                  </a:lnTo>
                  <a:cubicBezTo>
                    <a:pt x="921" y="3"/>
                    <a:pt x="901" y="1"/>
                    <a:pt x="8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7"/>
            <p:cNvSpPr/>
            <p:nvPr/>
          </p:nvSpPr>
          <p:spPr>
            <a:xfrm>
              <a:off x="552700" y="3316450"/>
              <a:ext cx="49425" cy="37300"/>
            </a:xfrm>
            <a:custGeom>
              <a:rect b="b" l="l" r="r" t="t"/>
              <a:pathLst>
                <a:path extrusionOk="0" h="1492" w="1977">
                  <a:moveTo>
                    <a:pt x="426" y="0"/>
                  </a:moveTo>
                  <a:cubicBezTo>
                    <a:pt x="274" y="122"/>
                    <a:pt x="92" y="244"/>
                    <a:pt x="122" y="517"/>
                  </a:cubicBezTo>
                  <a:cubicBezTo>
                    <a:pt x="122" y="639"/>
                    <a:pt x="31" y="760"/>
                    <a:pt x="1" y="882"/>
                  </a:cubicBezTo>
                  <a:cubicBezTo>
                    <a:pt x="153" y="943"/>
                    <a:pt x="92" y="1125"/>
                    <a:pt x="183" y="1247"/>
                  </a:cubicBezTo>
                  <a:cubicBezTo>
                    <a:pt x="292" y="1377"/>
                    <a:pt x="477" y="1491"/>
                    <a:pt x="630" y="1491"/>
                  </a:cubicBezTo>
                  <a:cubicBezTo>
                    <a:pt x="691" y="1491"/>
                    <a:pt x="747" y="1473"/>
                    <a:pt x="791" y="1429"/>
                  </a:cubicBezTo>
                  <a:cubicBezTo>
                    <a:pt x="913" y="1323"/>
                    <a:pt x="1042" y="1307"/>
                    <a:pt x="1171" y="1307"/>
                  </a:cubicBezTo>
                  <a:cubicBezTo>
                    <a:pt x="1223" y="1307"/>
                    <a:pt x="1274" y="1310"/>
                    <a:pt x="1326" y="1310"/>
                  </a:cubicBezTo>
                  <a:cubicBezTo>
                    <a:pt x="1402" y="1310"/>
                    <a:pt x="1478" y="1304"/>
                    <a:pt x="1551" y="1277"/>
                  </a:cubicBezTo>
                  <a:lnTo>
                    <a:pt x="1916" y="882"/>
                  </a:lnTo>
                  <a:cubicBezTo>
                    <a:pt x="1946" y="852"/>
                    <a:pt x="1946" y="852"/>
                    <a:pt x="1977" y="821"/>
                  </a:cubicBezTo>
                  <a:cubicBezTo>
                    <a:pt x="1946" y="456"/>
                    <a:pt x="1946" y="456"/>
                    <a:pt x="1521" y="31"/>
                  </a:cubicBezTo>
                  <a:lnTo>
                    <a:pt x="4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7"/>
            <p:cNvSpPr/>
            <p:nvPr/>
          </p:nvSpPr>
          <p:spPr>
            <a:xfrm>
              <a:off x="586900" y="3398425"/>
              <a:ext cx="47150" cy="42100"/>
            </a:xfrm>
            <a:custGeom>
              <a:rect b="b" l="l" r="r" t="t"/>
              <a:pathLst>
                <a:path extrusionOk="0" h="1684" w="1886">
                  <a:moveTo>
                    <a:pt x="700" y="369"/>
                  </a:moveTo>
                  <a:lnTo>
                    <a:pt x="700" y="399"/>
                  </a:lnTo>
                  <a:cubicBezTo>
                    <a:pt x="791" y="490"/>
                    <a:pt x="882" y="582"/>
                    <a:pt x="973" y="703"/>
                  </a:cubicBezTo>
                  <a:cubicBezTo>
                    <a:pt x="973" y="764"/>
                    <a:pt x="973" y="794"/>
                    <a:pt x="943" y="855"/>
                  </a:cubicBezTo>
                  <a:cubicBezTo>
                    <a:pt x="882" y="886"/>
                    <a:pt x="852" y="916"/>
                    <a:pt x="791" y="916"/>
                  </a:cubicBezTo>
                  <a:cubicBezTo>
                    <a:pt x="775" y="921"/>
                    <a:pt x="759" y="924"/>
                    <a:pt x="743" y="924"/>
                  </a:cubicBezTo>
                  <a:cubicBezTo>
                    <a:pt x="670" y="924"/>
                    <a:pt x="609" y="869"/>
                    <a:pt x="609" y="794"/>
                  </a:cubicBezTo>
                  <a:cubicBezTo>
                    <a:pt x="609" y="642"/>
                    <a:pt x="548" y="490"/>
                    <a:pt x="700" y="369"/>
                  </a:cubicBezTo>
                  <a:close/>
                  <a:moveTo>
                    <a:pt x="848" y="0"/>
                  </a:moveTo>
                  <a:cubicBezTo>
                    <a:pt x="747" y="0"/>
                    <a:pt x="647" y="12"/>
                    <a:pt x="548" y="35"/>
                  </a:cubicBezTo>
                  <a:lnTo>
                    <a:pt x="92" y="430"/>
                  </a:lnTo>
                  <a:cubicBezTo>
                    <a:pt x="1" y="734"/>
                    <a:pt x="61" y="1068"/>
                    <a:pt x="213" y="1342"/>
                  </a:cubicBezTo>
                  <a:cubicBezTo>
                    <a:pt x="244" y="1402"/>
                    <a:pt x="305" y="1463"/>
                    <a:pt x="396" y="1494"/>
                  </a:cubicBezTo>
                  <a:cubicBezTo>
                    <a:pt x="598" y="1620"/>
                    <a:pt x="843" y="1684"/>
                    <a:pt x="1095" y="1684"/>
                  </a:cubicBezTo>
                  <a:cubicBezTo>
                    <a:pt x="1146" y="1684"/>
                    <a:pt x="1196" y="1681"/>
                    <a:pt x="1247" y="1676"/>
                  </a:cubicBezTo>
                  <a:lnTo>
                    <a:pt x="1885" y="1038"/>
                  </a:lnTo>
                  <a:lnTo>
                    <a:pt x="1885" y="946"/>
                  </a:lnTo>
                  <a:cubicBezTo>
                    <a:pt x="1794" y="734"/>
                    <a:pt x="1612" y="551"/>
                    <a:pt x="1703" y="308"/>
                  </a:cubicBezTo>
                  <a:cubicBezTo>
                    <a:pt x="1452" y="103"/>
                    <a:pt x="1150" y="0"/>
                    <a:pt x="8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7"/>
            <p:cNvSpPr/>
            <p:nvPr/>
          </p:nvSpPr>
          <p:spPr>
            <a:xfrm>
              <a:off x="871100" y="3047625"/>
              <a:ext cx="27375" cy="33275"/>
            </a:xfrm>
            <a:custGeom>
              <a:rect b="b" l="l" r="r" t="t"/>
              <a:pathLst>
                <a:path extrusionOk="0" h="1331" w="1095">
                  <a:moveTo>
                    <a:pt x="514" y="0"/>
                  </a:moveTo>
                  <a:cubicBezTo>
                    <a:pt x="311" y="0"/>
                    <a:pt x="122" y="54"/>
                    <a:pt x="1" y="297"/>
                  </a:cubicBezTo>
                  <a:lnTo>
                    <a:pt x="1" y="844"/>
                  </a:lnTo>
                  <a:cubicBezTo>
                    <a:pt x="213" y="996"/>
                    <a:pt x="305" y="1240"/>
                    <a:pt x="609" y="1331"/>
                  </a:cubicBezTo>
                  <a:cubicBezTo>
                    <a:pt x="761" y="1179"/>
                    <a:pt x="912" y="996"/>
                    <a:pt x="1095" y="844"/>
                  </a:cubicBezTo>
                  <a:lnTo>
                    <a:pt x="1095" y="297"/>
                  </a:lnTo>
                  <a:lnTo>
                    <a:pt x="821" y="24"/>
                  </a:lnTo>
                  <a:cubicBezTo>
                    <a:pt x="720" y="14"/>
                    <a:pt x="615" y="0"/>
                    <a:pt x="5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7"/>
            <p:cNvSpPr/>
            <p:nvPr/>
          </p:nvSpPr>
          <p:spPr>
            <a:xfrm>
              <a:off x="647700" y="3504275"/>
              <a:ext cx="26625" cy="27250"/>
            </a:xfrm>
            <a:custGeom>
              <a:rect b="b" l="l" r="r" t="t"/>
              <a:pathLst>
                <a:path extrusionOk="0" h="1090" w="1065">
                  <a:moveTo>
                    <a:pt x="389" y="0"/>
                  </a:moveTo>
                  <a:cubicBezTo>
                    <a:pt x="269" y="0"/>
                    <a:pt x="186" y="83"/>
                    <a:pt x="0" y="269"/>
                  </a:cubicBezTo>
                  <a:lnTo>
                    <a:pt x="0" y="816"/>
                  </a:lnTo>
                  <a:lnTo>
                    <a:pt x="274" y="1089"/>
                  </a:lnTo>
                  <a:cubicBezTo>
                    <a:pt x="315" y="1076"/>
                    <a:pt x="358" y="1071"/>
                    <a:pt x="402" y="1071"/>
                  </a:cubicBezTo>
                  <a:cubicBezTo>
                    <a:pt x="480" y="1071"/>
                    <a:pt x="560" y="1085"/>
                    <a:pt x="640" y="1085"/>
                  </a:cubicBezTo>
                  <a:cubicBezTo>
                    <a:pt x="712" y="1085"/>
                    <a:pt x="784" y="1074"/>
                    <a:pt x="851" y="1029"/>
                  </a:cubicBezTo>
                  <a:lnTo>
                    <a:pt x="1064" y="816"/>
                  </a:lnTo>
                  <a:lnTo>
                    <a:pt x="1064" y="208"/>
                  </a:lnTo>
                  <a:cubicBezTo>
                    <a:pt x="973" y="208"/>
                    <a:pt x="882" y="178"/>
                    <a:pt x="821" y="147"/>
                  </a:cubicBezTo>
                  <a:cubicBezTo>
                    <a:pt x="605" y="53"/>
                    <a:pt x="485" y="0"/>
                    <a:pt x="3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7"/>
            <p:cNvSpPr/>
            <p:nvPr/>
          </p:nvSpPr>
          <p:spPr>
            <a:xfrm>
              <a:off x="1434950" y="3143175"/>
              <a:ext cx="25850" cy="32725"/>
            </a:xfrm>
            <a:custGeom>
              <a:rect b="b" l="l" r="r" t="t"/>
              <a:pathLst>
                <a:path extrusionOk="0" h="1309" w="1034">
                  <a:moveTo>
                    <a:pt x="418" y="0"/>
                  </a:moveTo>
                  <a:cubicBezTo>
                    <a:pt x="350" y="0"/>
                    <a:pt x="303" y="74"/>
                    <a:pt x="243" y="214"/>
                  </a:cubicBezTo>
                  <a:cubicBezTo>
                    <a:pt x="152" y="396"/>
                    <a:pt x="0" y="579"/>
                    <a:pt x="31" y="852"/>
                  </a:cubicBezTo>
                  <a:cubicBezTo>
                    <a:pt x="61" y="1004"/>
                    <a:pt x="61" y="1156"/>
                    <a:pt x="31" y="1308"/>
                  </a:cubicBezTo>
                  <a:cubicBezTo>
                    <a:pt x="395" y="1217"/>
                    <a:pt x="699" y="1065"/>
                    <a:pt x="973" y="822"/>
                  </a:cubicBezTo>
                  <a:cubicBezTo>
                    <a:pt x="912" y="640"/>
                    <a:pt x="1034" y="457"/>
                    <a:pt x="912" y="244"/>
                  </a:cubicBezTo>
                  <a:cubicBezTo>
                    <a:pt x="760" y="214"/>
                    <a:pt x="639" y="153"/>
                    <a:pt x="547" y="62"/>
                  </a:cubicBezTo>
                  <a:cubicBezTo>
                    <a:pt x="495" y="20"/>
                    <a:pt x="454" y="0"/>
                    <a:pt x="4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7"/>
            <p:cNvSpPr/>
            <p:nvPr/>
          </p:nvSpPr>
          <p:spPr>
            <a:xfrm>
              <a:off x="665925" y="3102925"/>
              <a:ext cx="24350" cy="22625"/>
            </a:xfrm>
            <a:custGeom>
              <a:rect b="b" l="l" r="r" t="t"/>
              <a:pathLst>
                <a:path extrusionOk="0" h="905" w="974">
                  <a:moveTo>
                    <a:pt x="274" y="0"/>
                  </a:moveTo>
                  <a:lnTo>
                    <a:pt x="1" y="274"/>
                  </a:lnTo>
                  <a:lnTo>
                    <a:pt x="1" y="608"/>
                  </a:lnTo>
                  <a:cubicBezTo>
                    <a:pt x="214" y="806"/>
                    <a:pt x="335" y="905"/>
                    <a:pt x="457" y="905"/>
                  </a:cubicBezTo>
                  <a:cubicBezTo>
                    <a:pt x="578" y="905"/>
                    <a:pt x="700" y="806"/>
                    <a:pt x="913" y="608"/>
                  </a:cubicBezTo>
                  <a:cubicBezTo>
                    <a:pt x="882" y="395"/>
                    <a:pt x="973" y="183"/>
                    <a:pt x="8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7"/>
            <p:cNvSpPr/>
            <p:nvPr/>
          </p:nvSpPr>
          <p:spPr>
            <a:xfrm>
              <a:off x="510925" y="3590675"/>
              <a:ext cx="22800" cy="23050"/>
            </a:xfrm>
            <a:custGeom>
              <a:rect b="b" l="l" r="r" t="t"/>
              <a:pathLst>
                <a:path extrusionOk="0" h="922" w="912">
                  <a:moveTo>
                    <a:pt x="508" y="1"/>
                  </a:moveTo>
                  <a:cubicBezTo>
                    <a:pt x="491" y="1"/>
                    <a:pt x="474" y="2"/>
                    <a:pt x="456" y="4"/>
                  </a:cubicBezTo>
                  <a:cubicBezTo>
                    <a:pt x="304" y="217"/>
                    <a:pt x="30" y="308"/>
                    <a:pt x="0" y="582"/>
                  </a:cubicBezTo>
                  <a:cubicBezTo>
                    <a:pt x="124" y="849"/>
                    <a:pt x="317" y="922"/>
                    <a:pt x="551" y="922"/>
                  </a:cubicBezTo>
                  <a:cubicBezTo>
                    <a:pt x="663" y="922"/>
                    <a:pt x="784" y="905"/>
                    <a:pt x="912" y="886"/>
                  </a:cubicBezTo>
                  <a:lnTo>
                    <a:pt x="912" y="278"/>
                  </a:lnTo>
                  <a:cubicBezTo>
                    <a:pt x="771" y="165"/>
                    <a:pt x="709" y="1"/>
                    <a:pt x="5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7"/>
            <p:cNvSpPr/>
            <p:nvPr/>
          </p:nvSpPr>
          <p:spPr>
            <a:xfrm>
              <a:off x="2251075" y="3781875"/>
              <a:ext cx="23575" cy="23200"/>
            </a:xfrm>
            <a:custGeom>
              <a:rect b="b" l="l" r="r" t="t"/>
              <a:pathLst>
                <a:path extrusionOk="0" h="928" w="943">
                  <a:moveTo>
                    <a:pt x="461" y="0"/>
                  </a:moveTo>
                  <a:cubicBezTo>
                    <a:pt x="419" y="0"/>
                    <a:pt x="376" y="5"/>
                    <a:pt x="335" y="16"/>
                  </a:cubicBezTo>
                  <a:cubicBezTo>
                    <a:pt x="152" y="77"/>
                    <a:pt x="31" y="229"/>
                    <a:pt x="31" y="411"/>
                  </a:cubicBezTo>
                  <a:cubicBezTo>
                    <a:pt x="0" y="654"/>
                    <a:pt x="152" y="897"/>
                    <a:pt x="426" y="928"/>
                  </a:cubicBezTo>
                  <a:lnTo>
                    <a:pt x="942" y="654"/>
                  </a:lnTo>
                  <a:lnTo>
                    <a:pt x="942" y="320"/>
                  </a:lnTo>
                  <a:cubicBezTo>
                    <a:pt x="867" y="118"/>
                    <a:pt x="666" y="0"/>
                    <a:pt x="4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7"/>
            <p:cNvSpPr/>
            <p:nvPr/>
          </p:nvSpPr>
          <p:spPr>
            <a:xfrm>
              <a:off x="605900" y="3335450"/>
              <a:ext cx="24350" cy="22050"/>
            </a:xfrm>
            <a:custGeom>
              <a:rect b="b" l="l" r="r" t="t"/>
              <a:pathLst>
                <a:path extrusionOk="0" h="882" w="974">
                  <a:moveTo>
                    <a:pt x="304" y="0"/>
                  </a:moveTo>
                  <a:cubicBezTo>
                    <a:pt x="152" y="122"/>
                    <a:pt x="1" y="304"/>
                    <a:pt x="31" y="487"/>
                  </a:cubicBezTo>
                  <a:cubicBezTo>
                    <a:pt x="31" y="699"/>
                    <a:pt x="183" y="791"/>
                    <a:pt x="304" y="882"/>
                  </a:cubicBezTo>
                  <a:cubicBezTo>
                    <a:pt x="456" y="699"/>
                    <a:pt x="760" y="699"/>
                    <a:pt x="882" y="487"/>
                  </a:cubicBezTo>
                  <a:cubicBezTo>
                    <a:pt x="973" y="395"/>
                    <a:pt x="943" y="274"/>
                    <a:pt x="852" y="183"/>
                  </a:cubicBezTo>
                  <a:cubicBezTo>
                    <a:pt x="791" y="122"/>
                    <a:pt x="730" y="61"/>
                    <a:pt x="6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7"/>
            <p:cNvSpPr/>
            <p:nvPr/>
          </p:nvSpPr>
          <p:spPr>
            <a:xfrm>
              <a:off x="664400" y="3362800"/>
              <a:ext cx="22075" cy="18275"/>
            </a:xfrm>
            <a:custGeom>
              <a:rect b="b" l="l" r="r" t="t"/>
              <a:pathLst>
                <a:path extrusionOk="0" h="731" w="883">
                  <a:moveTo>
                    <a:pt x="335" y="1"/>
                  </a:moveTo>
                  <a:cubicBezTo>
                    <a:pt x="244" y="1"/>
                    <a:pt x="153" y="31"/>
                    <a:pt x="92" y="31"/>
                  </a:cubicBezTo>
                  <a:cubicBezTo>
                    <a:pt x="62" y="274"/>
                    <a:pt x="1" y="517"/>
                    <a:pt x="153" y="730"/>
                  </a:cubicBezTo>
                  <a:lnTo>
                    <a:pt x="730" y="730"/>
                  </a:lnTo>
                  <a:cubicBezTo>
                    <a:pt x="882" y="456"/>
                    <a:pt x="761" y="122"/>
                    <a:pt x="4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7"/>
            <p:cNvSpPr/>
            <p:nvPr/>
          </p:nvSpPr>
          <p:spPr>
            <a:xfrm>
              <a:off x="646925" y="3691075"/>
              <a:ext cx="19800" cy="18250"/>
            </a:xfrm>
            <a:custGeom>
              <a:rect b="b" l="l" r="r" t="t"/>
              <a:pathLst>
                <a:path extrusionOk="0" h="730" w="792">
                  <a:moveTo>
                    <a:pt x="305" y="0"/>
                  </a:moveTo>
                  <a:cubicBezTo>
                    <a:pt x="244" y="31"/>
                    <a:pt x="183" y="92"/>
                    <a:pt x="122" y="152"/>
                  </a:cubicBezTo>
                  <a:cubicBezTo>
                    <a:pt x="1" y="335"/>
                    <a:pt x="1" y="365"/>
                    <a:pt x="122" y="517"/>
                  </a:cubicBezTo>
                  <a:lnTo>
                    <a:pt x="305" y="730"/>
                  </a:lnTo>
                  <a:cubicBezTo>
                    <a:pt x="341" y="716"/>
                    <a:pt x="377" y="711"/>
                    <a:pt x="412" y="711"/>
                  </a:cubicBezTo>
                  <a:cubicBezTo>
                    <a:pt x="461" y="711"/>
                    <a:pt x="510" y="719"/>
                    <a:pt x="556" y="719"/>
                  </a:cubicBezTo>
                  <a:cubicBezTo>
                    <a:pt x="618" y="719"/>
                    <a:pt x="677" y="705"/>
                    <a:pt x="730" y="639"/>
                  </a:cubicBezTo>
                  <a:cubicBezTo>
                    <a:pt x="791" y="426"/>
                    <a:pt x="791" y="183"/>
                    <a:pt x="7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7"/>
            <p:cNvSpPr/>
            <p:nvPr/>
          </p:nvSpPr>
          <p:spPr>
            <a:xfrm>
              <a:off x="715325" y="3271625"/>
              <a:ext cx="25100" cy="17500"/>
            </a:xfrm>
            <a:custGeom>
              <a:rect b="b" l="l" r="r" t="t"/>
              <a:pathLst>
                <a:path extrusionOk="0" h="700" w="1004">
                  <a:moveTo>
                    <a:pt x="700" y="0"/>
                  </a:moveTo>
                  <a:cubicBezTo>
                    <a:pt x="608" y="91"/>
                    <a:pt x="487" y="122"/>
                    <a:pt x="396" y="182"/>
                  </a:cubicBezTo>
                  <a:cubicBezTo>
                    <a:pt x="213" y="213"/>
                    <a:pt x="152" y="334"/>
                    <a:pt x="61" y="456"/>
                  </a:cubicBezTo>
                  <a:cubicBezTo>
                    <a:pt x="1" y="486"/>
                    <a:pt x="61" y="608"/>
                    <a:pt x="61" y="699"/>
                  </a:cubicBezTo>
                  <a:lnTo>
                    <a:pt x="669" y="699"/>
                  </a:lnTo>
                  <a:cubicBezTo>
                    <a:pt x="730" y="638"/>
                    <a:pt x="791" y="608"/>
                    <a:pt x="821" y="547"/>
                  </a:cubicBezTo>
                  <a:cubicBezTo>
                    <a:pt x="1004" y="365"/>
                    <a:pt x="1004" y="334"/>
                    <a:pt x="821" y="122"/>
                  </a:cubicBezTo>
                  <a:lnTo>
                    <a:pt x="7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7"/>
            <p:cNvSpPr/>
            <p:nvPr/>
          </p:nvSpPr>
          <p:spPr>
            <a:xfrm>
              <a:off x="2210800" y="3006700"/>
              <a:ext cx="17500" cy="18725"/>
            </a:xfrm>
            <a:custGeom>
              <a:rect b="b" l="l" r="r" t="t"/>
              <a:pathLst>
                <a:path extrusionOk="0" h="749" w="700">
                  <a:moveTo>
                    <a:pt x="225" y="1"/>
                  </a:moveTo>
                  <a:cubicBezTo>
                    <a:pt x="180" y="1"/>
                    <a:pt x="135" y="7"/>
                    <a:pt x="91" y="19"/>
                  </a:cubicBezTo>
                  <a:cubicBezTo>
                    <a:pt x="61" y="19"/>
                    <a:pt x="61" y="50"/>
                    <a:pt x="0" y="80"/>
                  </a:cubicBezTo>
                  <a:lnTo>
                    <a:pt x="0" y="749"/>
                  </a:lnTo>
                  <a:lnTo>
                    <a:pt x="456" y="749"/>
                  </a:lnTo>
                  <a:lnTo>
                    <a:pt x="699" y="263"/>
                  </a:lnTo>
                  <a:cubicBezTo>
                    <a:pt x="578" y="93"/>
                    <a:pt x="400" y="1"/>
                    <a:pt x="2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7"/>
            <p:cNvSpPr/>
            <p:nvPr/>
          </p:nvSpPr>
          <p:spPr>
            <a:xfrm>
              <a:off x="2368850" y="3780750"/>
              <a:ext cx="21300" cy="19950"/>
            </a:xfrm>
            <a:custGeom>
              <a:rect b="b" l="l" r="r" t="t"/>
              <a:pathLst>
                <a:path extrusionOk="0" h="798" w="852">
                  <a:moveTo>
                    <a:pt x="426" y="0"/>
                  </a:moveTo>
                  <a:cubicBezTo>
                    <a:pt x="305" y="91"/>
                    <a:pt x="244" y="152"/>
                    <a:pt x="183" y="213"/>
                  </a:cubicBezTo>
                  <a:cubicBezTo>
                    <a:pt x="1" y="395"/>
                    <a:pt x="1" y="456"/>
                    <a:pt x="183" y="669"/>
                  </a:cubicBezTo>
                  <a:lnTo>
                    <a:pt x="274" y="730"/>
                  </a:lnTo>
                  <a:cubicBezTo>
                    <a:pt x="305" y="775"/>
                    <a:pt x="358" y="798"/>
                    <a:pt x="415" y="798"/>
                  </a:cubicBezTo>
                  <a:cubicBezTo>
                    <a:pt x="472" y="798"/>
                    <a:pt x="532" y="775"/>
                    <a:pt x="578" y="730"/>
                  </a:cubicBezTo>
                  <a:cubicBezTo>
                    <a:pt x="852" y="486"/>
                    <a:pt x="852" y="395"/>
                    <a:pt x="608" y="152"/>
                  </a:cubicBezTo>
                  <a:cubicBezTo>
                    <a:pt x="548" y="91"/>
                    <a:pt x="487" y="61"/>
                    <a:pt x="4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7"/>
            <p:cNvSpPr/>
            <p:nvPr/>
          </p:nvSpPr>
          <p:spPr>
            <a:xfrm>
              <a:off x="769275" y="3160675"/>
              <a:ext cx="21300" cy="19975"/>
            </a:xfrm>
            <a:custGeom>
              <a:rect b="b" l="l" r="r" t="t"/>
              <a:pathLst>
                <a:path extrusionOk="0" h="799" w="852">
                  <a:moveTo>
                    <a:pt x="426" y="0"/>
                  </a:moveTo>
                  <a:cubicBezTo>
                    <a:pt x="305" y="92"/>
                    <a:pt x="244" y="152"/>
                    <a:pt x="183" y="213"/>
                  </a:cubicBezTo>
                  <a:cubicBezTo>
                    <a:pt x="1" y="395"/>
                    <a:pt x="1" y="456"/>
                    <a:pt x="183" y="669"/>
                  </a:cubicBezTo>
                  <a:lnTo>
                    <a:pt x="274" y="730"/>
                  </a:lnTo>
                  <a:cubicBezTo>
                    <a:pt x="305" y="775"/>
                    <a:pt x="358" y="798"/>
                    <a:pt x="415" y="798"/>
                  </a:cubicBezTo>
                  <a:cubicBezTo>
                    <a:pt x="472" y="798"/>
                    <a:pt x="533" y="775"/>
                    <a:pt x="578" y="730"/>
                  </a:cubicBezTo>
                  <a:cubicBezTo>
                    <a:pt x="852" y="487"/>
                    <a:pt x="852" y="395"/>
                    <a:pt x="609" y="152"/>
                  </a:cubicBezTo>
                  <a:cubicBezTo>
                    <a:pt x="548" y="92"/>
                    <a:pt x="487" y="61"/>
                    <a:pt x="4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7"/>
            <p:cNvSpPr/>
            <p:nvPr/>
          </p:nvSpPr>
          <p:spPr>
            <a:xfrm>
              <a:off x="752550" y="3175875"/>
              <a:ext cx="18275" cy="23575"/>
            </a:xfrm>
            <a:custGeom>
              <a:rect b="b" l="l" r="r" t="t"/>
              <a:pathLst>
                <a:path extrusionOk="0" h="943" w="731">
                  <a:moveTo>
                    <a:pt x="335" y="0"/>
                  </a:moveTo>
                  <a:lnTo>
                    <a:pt x="1" y="243"/>
                  </a:lnTo>
                  <a:lnTo>
                    <a:pt x="1" y="639"/>
                  </a:lnTo>
                  <a:lnTo>
                    <a:pt x="335" y="943"/>
                  </a:lnTo>
                  <a:cubicBezTo>
                    <a:pt x="396" y="851"/>
                    <a:pt x="457" y="760"/>
                    <a:pt x="518" y="669"/>
                  </a:cubicBezTo>
                  <a:cubicBezTo>
                    <a:pt x="578" y="578"/>
                    <a:pt x="730" y="547"/>
                    <a:pt x="609" y="517"/>
                  </a:cubicBezTo>
                  <a:lnTo>
                    <a:pt x="33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7"/>
            <p:cNvSpPr/>
            <p:nvPr/>
          </p:nvSpPr>
          <p:spPr>
            <a:xfrm>
              <a:off x="2279950" y="3749575"/>
              <a:ext cx="22050" cy="19025"/>
            </a:xfrm>
            <a:custGeom>
              <a:rect b="b" l="l" r="r" t="t"/>
              <a:pathLst>
                <a:path extrusionOk="0" h="761" w="882">
                  <a:moveTo>
                    <a:pt x="243" y="1"/>
                  </a:moveTo>
                  <a:lnTo>
                    <a:pt x="0" y="305"/>
                  </a:lnTo>
                  <a:lnTo>
                    <a:pt x="570" y="755"/>
                  </a:lnTo>
                  <a:lnTo>
                    <a:pt x="570" y="755"/>
                  </a:lnTo>
                  <a:cubicBezTo>
                    <a:pt x="587" y="751"/>
                    <a:pt x="613" y="743"/>
                    <a:pt x="639" y="730"/>
                  </a:cubicBezTo>
                  <a:cubicBezTo>
                    <a:pt x="851" y="730"/>
                    <a:pt x="882" y="670"/>
                    <a:pt x="882" y="548"/>
                  </a:cubicBezTo>
                  <a:cubicBezTo>
                    <a:pt x="882" y="457"/>
                    <a:pt x="821" y="396"/>
                    <a:pt x="730" y="396"/>
                  </a:cubicBezTo>
                  <a:cubicBezTo>
                    <a:pt x="487" y="396"/>
                    <a:pt x="426" y="122"/>
                    <a:pt x="243" y="1"/>
                  </a:cubicBezTo>
                  <a:close/>
                  <a:moveTo>
                    <a:pt x="570" y="755"/>
                  </a:moveTo>
                  <a:cubicBezTo>
                    <a:pt x="548" y="761"/>
                    <a:pt x="543" y="761"/>
                    <a:pt x="578" y="761"/>
                  </a:cubicBezTo>
                  <a:lnTo>
                    <a:pt x="570" y="755"/>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7"/>
            <p:cNvSpPr/>
            <p:nvPr/>
          </p:nvSpPr>
          <p:spPr>
            <a:xfrm>
              <a:off x="672775" y="3430600"/>
              <a:ext cx="17500" cy="18850"/>
            </a:xfrm>
            <a:custGeom>
              <a:rect b="b" l="l" r="r" t="t"/>
              <a:pathLst>
                <a:path extrusionOk="0" h="754" w="700">
                  <a:moveTo>
                    <a:pt x="349" y="1"/>
                  </a:moveTo>
                  <a:cubicBezTo>
                    <a:pt x="174" y="1"/>
                    <a:pt x="45" y="63"/>
                    <a:pt x="0" y="176"/>
                  </a:cubicBezTo>
                  <a:lnTo>
                    <a:pt x="335" y="754"/>
                  </a:lnTo>
                  <a:cubicBezTo>
                    <a:pt x="578" y="632"/>
                    <a:pt x="699" y="359"/>
                    <a:pt x="608" y="85"/>
                  </a:cubicBezTo>
                  <a:cubicBezTo>
                    <a:pt x="608" y="85"/>
                    <a:pt x="578" y="55"/>
                    <a:pt x="547" y="24"/>
                  </a:cubicBezTo>
                  <a:cubicBezTo>
                    <a:pt x="477" y="8"/>
                    <a:pt x="410" y="1"/>
                    <a:pt x="3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7"/>
            <p:cNvSpPr/>
            <p:nvPr/>
          </p:nvSpPr>
          <p:spPr>
            <a:xfrm>
              <a:off x="2004100" y="3084200"/>
              <a:ext cx="17500" cy="18750"/>
            </a:xfrm>
            <a:custGeom>
              <a:rect b="b" l="l" r="r" t="t"/>
              <a:pathLst>
                <a:path extrusionOk="0" h="750" w="700">
                  <a:moveTo>
                    <a:pt x="288" y="0"/>
                  </a:moveTo>
                  <a:cubicBezTo>
                    <a:pt x="210" y="0"/>
                    <a:pt x="132" y="26"/>
                    <a:pt x="61" y="111"/>
                  </a:cubicBezTo>
                  <a:cubicBezTo>
                    <a:pt x="122" y="293"/>
                    <a:pt x="1" y="506"/>
                    <a:pt x="122" y="719"/>
                  </a:cubicBezTo>
                  <a:cubicBezTo>
                    <a:pt x="170" y="740"/>
                    <a:pt x="211" y="749"/>
                    <a:pt x="248" y="749"/>
                  </a:cubicBezTo>
                  <a:cubicBezTo>
                    <a:pt x="421" y="749"/>
                    <a:pt x="488" y="546"/>
                    <a:pt x="639" y="445"/>
                  </a:cubicBezTo>
                  <a:cubicBezTo>
                    <a:pt x="548" y="324"/>
                    <a:pt x="700" y="172"/>
                    <a:pt x="548" y="50"/>
                  </a:cubicBezTo>
                  <a:cubicBezTo>
                    <a:pt x="467" y="34"/>
                    <a:pt x="377" y="0"/>
                    <a:pt x="2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7"/>
            <p:cNvSpPr/>
            <p:nvPr/>
          </p:nvSpPr>
          <p:spPr>
            <a:xfrm>
              <a:off x="2260175" y="3824050"/>
              <a:ext cx="14475" cy="17425"/>
            </a:xfrm>
            <a:custGeom>
              <a:rect b="b" l="l" r="r" t="t"/>
              <a:pathLst>
                <a:path extrusionOk="0" h="697" w="579">
                  <a:moveTo>
                    <a:pt x="275" y="1"/>
                  </a:moveTo>
                  <a:cubicBezTo>
                    <a:pt x="92" y="122"/>
                    <a:pt x="1" y="365"/>
                    <a:pt x="31" y="609"/>
                  </a:cubicBezTo>
                  <a:cubicBezTo>
                    <a:pt x="31" y="639"/>
                    <a:pt x="62" y="639"/>
                    <a:pt x="92" y="669"/>
                  </a:cubicBezTo>
                  <a:cubicBezTo>
                    <a:pt x="175" y="669"/>
                    <a:pt x="267" y="697"/>
                    <a:pt x="358" y="697"/>
                  </a:cubicBezTo>
                  <a:cubicBezTo>
                    <a:pt x="434" y="697"/>
                    <a:pt x="509" y="678"/>
                    <a:pt x="578" y="609"/>
                  </a:cubicBezTo>
                  <a:lnTo>
                    <a:pt x="578" y="213"/>
                  </a:lnTo>
                  <a:cubicBezTo>
                    <a:pt x="457" y="183"/>
                    <a:pt x="427" y="1"/>
                    <a:pt x="2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7"/>
            <p:cNvSpPr/>
            <p:nvPr/>
          </p:nvSpPr>
          <p:spPr>
            <a:xfrm>
              <a:off x="1764725" y="3722450"/>
              <a:ext cx="19025" cy="14550"/>
            </a:xfrm>
            <a:custGeom>
              <a:rect b="b" l="l" r="r" t="t"/>
              <a:pathLst>
                <a:path extrusionOk="0" h="582" w="761">
                  <a:moveTo>
                    <a:pt x="549" y="0"/>
                  </a:moveTo>
                  <a:cubicBezTo>
                    <a:pt x="475" y="0"/>
                    <a:pt x="388" y="34"/>
                    <a:pt x="311" y="34"/>
                  </a:cubicBezTo>
                  <a:cubicBezTo>
                    <a:pt x="288" y="34"/>
                    <a:pt x="265" y="30"/>
                    <a:pt x="244" y="22"/>
                  </a:cubicBezTo>
                  <a:lnTo>
                    <a:pt x="1" y="296"/>
                  </a:lnTo>
                  <a:cubicBezTo>
                    <a:pt x="62" y="387"/>
                    <a:pt x="123" y="448"/>
                    <a:pt x="183" y="508"/>
                  </a:cubicBezTo>
                  <a:cubicBezTo>
                    <a:pt x="250" y="553"/>
                    <a:pt x="333" y="581"/>
                    <a:pt x="385" y="581"/>
                  </a:cubicBezTo>
                  <a:cubicBezTo>
                    <a:pt x="404" y="581"/>
                    <a:pt x="418" y="577"/>
                    <a:pt x="427" y="569"/>
                  </a:cubicBezTo>
                  <a:cubicBezTo>
                    <a:pt x="548" y="448"/>
                    <a:pt x="761" y="356"/>
                    <a:pt x="700" y="144"/>
                  </a:cubicBezTo>
                  <a:cubicBezTo>
                    <a:pt x="675" y="29"/>
                    <a:pt x="618" y="0"/>
                    <a:pt x="5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7"/>
            <p:cNvSpPr/>
            <p:nvPr/>
          </p:nvSpPr>
          <p:spPr>
            <a:xfrm>
              <a:off x="2392400" y="3754900"/>
              <a:ext cx="14475" cy="18750"/>
            </a:xfrm>
            <a:custGeom>
              <a:rect b="b" l="l" r="r" t="t"/>
              <a:pathLst>
                <a:path extrusionOk="0" h="750" w="579">
                  <a:moveTo>
                    <a:pt x="305" y="1"/>
                  </a:moveTo>
                  <a:cubicBezTo>
                    <a:pt x="244" y="61"/>
                    <a:pt x="183" y="122"/>
                    <a:pt x="122" y="153"/>
                  </a:cubicBezTo>
                  <a:cubicBezTo>
                    <a:pt x="1" y="335"/>
                    <a:pt x="1" y="396"/>
                    <a:pt x="122" y="548"/>
                  </a:cubicBezTo>
                  <a:cubicBezTo>
                    <a:pt x="183" y="609"/>
                    <a:pt x="244" y="669"/>
                    <a:pt x="305" y="730"/>
                  </a:cubicBezTo>
                  <a:cubicBezTo>
                    <a:pt x="325" y="744"/>
                    <a:pt x="349" y="750"/>
                    <a:pt x="375" y="750"/>
                  </a:cubicBezTo>
                  <a:cubicBezTo>
                    <a:pt x="467" y="750"/>
                    <a:pt x="578" y="673"/>
                    <a:pt x="578" y="578"/>
                  </a:cubicBezTo>
                  <a:cubicBezTo>
                    <a:pt x="578" y="487"/>
                    <a:pt x="578" y="365"/>
                    <a:pt x="578" y="274"/>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7"/>
            <p:cNvSpPr/>
            <p:nvPr/>
          </p:nvSpPr>
          <p:spPr>
            <a:xfrm>
              <a:off x="2373400" y="3764025"/>
              <a:ext cx="15225" cy="12950"/>
            </a:xfrm>
            <a:custGeom>
              <a:rect b="b" l="l" r="r" t="t"/>
              <a:pathLst>
                <a:path extrusionOk="0" h="518" w="609">
                  <a:moveTo>
                    <a:pt x="214" y="0"/>
                  </a:moveTo>
                  <a:cubicBezTo>
                    <a:pt x="92" y="0"/>
                    <a:pt x="1" y="183"/>
                    <a:pt x="62" y="244"/>
                  </a:cubicBezTo>
                  <a:cubicBezTo>
                    <a:pt x="123" y="335"/>
                    <a:pt x="214" y="426"/>
                    <a:pt x="305" y="517"/>
                  </a:cubicBezTo>
                  <a:lnTo>
                    <a:pt x="548" y="517"/>
                  </a:lnTo>
                  <a:cubicBezTo>
                    <a:pt x="578" y="487"/>
                    <a:pt x="609" y="396"/>
                    <a:pt x="609" y="365"/>
                  </a:cubicBezTo>
                  <a:cubicBezTo>
                    <a:pt x="609" y="244"/>
                    <a:pt x="609" y="152"/>
                    <a:pt x="609" y="31"/>
                  </a:cubicBezTo>
                  <a:cubicBezTo>
                    <a:pt x="487" y="31"/>
                    <a:pt x="457" y="0"/>
                    <a:pt x="3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7"/>
            <p:cNvSpPr/>
            <p:nvPr/>
          </p:nvSpPr>
          <p:spPr>
            <a:xfrm>
              <a:off x="2333900" y="3772575"/>
              <a:ext cx="13700" cy="14275"/>
            </a:xfrm>
            <a:custGeom>
              <a:rect b="b" l="l" r="r" t="t"/>
              <a:pathLst>
                <a:path extrusionOk="0" h="571" w="548">
                  <a:moveTo>
                    <a:pt x="320" y="0"/>
                  </a:moveTo>
                  <a:cubicBezTo>
                    <a:pt x="244" y="0"/>
                    <a:pt x="168" y="8"/>
                    <a:pt x="92" y="23"/>
                  </a:cubicBezTo>
                  <a:cubicBezTo>
                    <a:pt x="31" y="84"/>
                    <a:pt x="0" y="145"/>
                    <a:pt x="0" y="236"/>
                  </a:cubicBezTo>
                  <a:cubicBezTo>
                    <a:pt x="61" y="418"/>
                    <a:pt x="183" y="540"/>
                    <a:pt x="365" y="570"/>
                  </a:cubicBezTo>
                  <a:cubicBezTo>
                    <a:pt x="426" y="570"/>
                    <a:pt x="517" y="540"/>
                    <a:pt x="517" y="510"/>
                  </a:cubicBezTo>
                  <a:cubicBezTo>
                    <a:pt x="547" y="358"/>
                    <a:pt x="547" y="206"/>
                    <a:pt x="547" y="23"/>
                  </a:cubicBezTo>
                  <a:cubicBezTo>
                    <a:pt x="471" y="8"/>
                    <a:pt x="395" y="0"/>
                    <a:pt x="3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7"/>
            <p:cNvSpPr/>
            <p:nvPr/>
          </p:nvSpPr>
          <p:spPr>
            <a:xfrm>
              <a:off x="2308825" y="2970125"/>
              <a:ext cx="17500" cy="13825"/>
            </a:xfrm>
            <a:custGeom>
              <a:rect b="b" l="l" r="r" t="t"/>
              <a:pathLst>
                <a:path extrusionOk="0" h="553" w="700">
                  <a:moveTo>
                    <a:pt x="228" y="1"/>
                  </a:moveTo>
                  <a:cubicBezTo>
                    <a:pt x="213" y="1"/>
                    <a:pt x="198" y="8"/>
                    <a:pt x="183" y="23"/>
                  </a:cubicBezTo>
                  <a:cubicBezTo>
                    <a:pt x="0" y="145"/>
                    <a:pt x="91" y="327"/>
                    <a:pt x="122" y="510"/>
                  </a:cubicBezTo>
                  <a:cubicBezTo>
                    <a:pt x="143" y="531"/>
                    <a:pt x="180" y="553"/>
                    <a:pt x="221" y="553"/>
                  </a:cubicBezTo>
                  <a:cubicBezTo>
                    <a:pt x="238" y="553"/>
                    <a:pt x="256" y="549"/>
                    <a:pt x="274" y="540"/>
                  </a:cubicBezTo>
                  <a:cubicBezTo>
                    <a:pt x="487" y="510"/>
                    <a:pt x="699" y="358"/>
                    <a:pt x="639" y="145"/>
                  </a:cubicBezTo>
                  <a:cubicBezTo>
                    <a:pt x="606" y="30"/>
                    <a:pt x="538" y="4"/>
                    <a:pt x="463" y="4"/>
                  </a:cubicBezTo>
                  <a:cubicBezTo>
                    <a:pt x="399" y="4"/>
                    <a:pt x="330" y="23"/>
                    <a:pt x="274" y="23"/>
                  </a:cubicBezTo>
                  <a:cubicBezTo>
                    <a:pt x="259" y="8"/>
                    <a:pt x="243" y="1"/>
                    <a:pt x="2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7"/>
            <p:cNvSpPr/>
            <p:nvPr/>
          </p:nvSpPr>
          <p:spPr>
            <a:xfrm>
              <a:off x="2479800" y="3754425"/>
              <a:ext cx="13700" cy="13725"/>
            </a:xfrm>
            <a:custGeom>
              <a:rect b="b" l="l" r="r" t="t"/>
              <a:pathLst>
                <a:path extrusionOk="0" h="549" w="548">
                  <a:moveTo>
                    <a:pt x="359" y="0"/>
                  </a:moveTo>
                  <a:cubicBezTo>
                    <a:pt x="337" y="0"/>
                    <a:pt x="318" y="6"/>
                    <a:pt x="304" y="20"/>
                  </a:cubicBezTo>
                  <a:cubicBezTo>
                    <a:pt x="183" y="111"/>
                    <a:pt x="92" y="172"/>
                    <a:pt x="0" y="293"/>
                  </a:cubicBezTo>
                  <a:cubicBezTo>
                    <a:pt x="61" y="354"/>
                    <a:pt x="152" y="445"/>
                    <a:pt x="213" y="506"/>
                  </a:cubicBezTo>
                  <a:cubicBezTo>
                    <a:pt x="278" y="528"/>
                    <a:pt x="327" y="549"/>
                    <a:pt x="382" y="549"/>
                  </a:cubicBezTo>
                  <a:cubicBezTo>
                    <a:pt x="405" y="549"/>
                    <a:pt x="430" y="545"/>
                    <a:pt x="456" y="536"/>
                  </a:cubicBezTo>
                  <a:cubicBezTo>
                    <a:pt x="517" y="536"/>
                    <a:pt x="517" y="415"/>
                    <a:pt x="547" y="324"/>
                  </a:cubicBezTo>
                  <a:cubicBezTo>
                    <a:pt x="547" y="263"/>
                    <a:pt x="547" y="202"/>
                    <a:pt x="547" y="172"/>
                  </a:cubicBezTo>
                  <a:cubicBezTo>
                    <a:pt x="547" y="77"/>
                    <a:pt x="436" y="0"/>
                    <a:pt x="3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7"/>
            <p:cNvSpPr/>
            <p:nvPr/>
          </p:nvSpPr>
          <p:spPr>
            <a:xfrm>
              <a:off x="2136325" y="3741225"/>
              <a:ext cx="15225" cy="13725"/>
            </a:xfrm>
            <a:custGeom>
              <a:rect b="b" l="l" r="r" t="t"/>
              <a:pathLst>
                <a:path extrusionOk="0" h="549" w="609">
                  <a:moveTo>
                    <a:pt x="183" y="1"/>
                  </a:moveTo>
                  <a:cubicBezTo>
                    <a:pt x="152" y="1"/>
                    <a:pt x="92" y="31"/>
                    <a:pt x="61" y="92"/>
                  </a:cubicBezTo>
                  <a:cubicBezTo>
                    <a:pt x="0" y="274"/>
                    <a:pt x="152" y="335"/>
                    <a:pt x="244" y="456"/>
                  </a:cubicBezTo>
                  <a:cubicBezTo>
                    <a:pt x="283" y="515"/>
                    <a:pt x="360" y="549"/>
                    <a:pt x="435" y="549"/>
                  </a:cubicBezTo>
                  <a:cubicBezTo>
                    <a:pt x="475" y="549"/>
                    <a:pt x="515" y="539"/>
                    <a:pt x="548" y="517"/>
                  </a:cubicBezTo>
                  <a:cubicBezTo>
                    <a:pt x="578" y="487"/>
                    <a:pt x="578" y="396"/>
                    <a:pt x="608" y="365"/>
                  </a:cubicBezTo>
                  <a:cubicBezTo>
                    <a:pt x="578" y="153"/>
                    <a:pt x="396" y="1"/>
                    <a:pt x="1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7"/>
            <p:cNvSpPr/>
            <p:nvPr/>
          </p:nvSpPr>
          <p:spPr>
            <a:xfrm>
              <a:off x="623500" y="3317200"/>
              <a:ext cx="16625" cy="14700"/>
            </a:xfrm>
            <a:custGeom>
              <a:rect b="b" l="l" r="r" t="t"/>
              <a:pathLst>
                <a:path extrusionOk="0" h="588" w="665">
                  <a:moveTo>
                    <a:pt x="330" y="1"/>
                  </a:moveTo>
                  <a:cubicBezTo>
                    <a:pt x="239" y="92"/>
                    <a:pt x="148" y="183"/>
                    <a:pt x="56" y="274"/>
                  </a:cubicBezTo>
                  <a:cubicBezTo>
                    <a:pt x="0" y="387"/>
                    <a:pt x="74" y="551"/>
                    <a:pt x="206" y="551"/>
                  </a:cubicBezTo>
                  <a:cubicBezTo>
                    <a:pt x="216" y="551"/>
                    <a:pt x="227" y="550"/>
                    <a:pt x="239" y="548"/>
                  </a:cubicBezTo>
                  <a:cubicBezTo>
                    <a:pt x="308" y="548"/>
                    <a:pt x="378" y="588"/>
                    <a:pt x="442" y="588"/>
                  </a:cubicBezTo>
                  <a:cubicBezTo>
                    <a:pt x="489" y="588"/>
                    <a:pt x="534" y="565"/>
                    <a:pt x="573" y="487"/>
                  </a:cubicBezTo>
                  <a:cubicBezTo>
                    <a:pt x="664" y="305"/>
                    <a:pt x="543" y="214"/>
                    <a:pt x="452" y="122"/>
                  </a:cubicBezTo>
                  <a:lnTo>
                    <a:pt x="33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7"/>
            <p:cNvSpPr/>
            <p:nvPr/>
          </p:nvSpPr>
          <p:spPr>
            <a:xfrm>
              <a:off x="2633475" y="3713775"/>
              <a:ext cx="16550" cy="13800"/>
            </a:xfrm>
            <a:custGeom>
              <a:rect b="b" l="l" r="r" t="t"/>
              <a:pathLst>
                <a:path extrusionOk="0" h="552" w="662">
                  <a:moveTo>
                    <a:pt x="203" y="1"/>
                  </a:moveTo>
                  <a:cubicBezTo>
                    <a:pt x="72" y="1"/>
                    <a:pt x="0" y="165"/>
                    <a:pt x="84" y="278"/>
                  </a:cubicBezTo>
                  <a:cubicBezTo>
                    <a:pt x="145" y="369"/>
                    <a:pt x="236" y="460"/>
                    <a:pt x="328" y="551"/>
                  </a:cubicBezTo>
                  <a:cubicBezTo>
                    <a:pt x="419" y="460"/>
                    <a:pt x="510" y="399"/>
                    <a:pt x="571" y="308"/>
                  </a:cubicBezTo>
                  <a:cubicBezTo>
                    <a:pt x="662" y="187"/>
                    <a:pt x="571" y="4"/>
                    <a:pt x="419" y="4"/>
                  </a:cubicBezTo>
                  <a:lnTo>
                    <a:pt x="236" y="4"/>
                  </a:lnTo>
                  <a:cubicBezTo>
                    <a:pt x="225" y="2"/>
                    <a:pt x="214" y="1"/>
                    <a:pt x="2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7"/>
            <p:cNvSpPr/>
            <p:nvPr/>
          </p:nvSpPr>
          <p:spPr>
            <a:xfrm>
              <a:off x="1991950" y="3111275"/>
              <a:ext cx="14450" cy="14475"/>
            </a:xfrm>
            <a:custGeom>
              <a:rect b="b" l="l" r="r" t="t"/>
              <a:pathLst>
                <a:path extrusionOk="0" h="579" w="578">
                  <a:moveTo>
                    <a:pt x="487" y="1"/>
                  </a:moveTo>
                  <a:cubicBezTo>
                    <a:pt x="381" y="133"/>
                    <a:pt x="229" y="219"/>
                    <a:pt x="71" y="219"/>
                  </a:cubicBezTo>
                  <a:cubicBezTo>
                    <a:pt x="47" y="219"/>
                    <a:pt x="24" y="217"/>
                    <a:pt x="0" y="213"/>
                  </a:cubicBezTo>
                  <a:lnTo>
                    <a:pt x="0" y="213"/>
                  </a:lnTo>
                  <a:cubicBezTo>
                    <a:pt x="0" y="305"/>
                    <a:pt x="0" y="396"/>
                    <a:pt x="31" y="487"/>
                  </a:cubicBezTo>
                  <a:cubicBezTo>
                    <a:pt x="61" y="517"/>
                    <a:pt x="91" y="548"/>
                    <a:pt x="152" y="578"/>
                  </a:cubicBezTo>
                  <a:cubicBezTo>
                    <a:pt x="365" y="578"/>
                    <a:pt x="456" y="396"/>
                    <a:pt x="547" y="274"/>
                  </a:cubicBezTo>
                  <a:cubicBezTo>
                    <a:pt x="578" y="213"/>
                    <a:pt x="517" y="92"/>
                    <a:pt x="4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7"/>
            <p:cNvSpPr/>
            <p:nvPr/>
          </p:nvSpPr>
          <p:spPr>
            <a:xfrm>
              <a:off x="1335400" y="3166175"/>
              <a:ext cx="14450" cy="9725"/>
            </a:xfrm>
            <a:custGeom>
              <a:rect b="b" l="l" r="r" t="t"/>
              <a:pathLst>
                <a:path extrusionOk="0" h="389" w="578">
                  <a:moveTo>
                    <a:pt x="278" y="1"/>
                  </a:moveTo>
                  <a:cubicBezTo>
                    <a:pt x="183" y="1"/>
                    <a:pt x="92" y="39"/>
                    <a:pt x="31" y="115"/>
                  </a:cubicBezTo>
                  <a:cubicBezTo>
                    <a:pt x="0" y="206"/>
                    <a:pt x="31" y="267"/>
                    <a:pt x="92" y="327"/>
                  </a:cubicBezTo>
                  <a:cubicBezTo>
                    <a:pt x="122" y="388"/>
                    <a:pt x="244" y="388"/>
                    <a:pt x="304" y="388"/>
                  </a:cubicBezTo>
                  <a:cubicBezTo>
                    <a:pt x="325" y="381"/>
                    <a:pt x="343" y="379"/>
                    <a:pt x="358" y="379"/>
                  </a:cubicBezTo>
                  <a:cubicBezTo>
                    <a:pt x="386" y="379"/>
                    <a:pt x="407" y="386"/>
                    <a:pt x="427" y="386"/>
                  </a:cubicBezTo>
                  <a:cubicBezTo>
                    <a:pt x="446" y="386"/>
                    <a:pt x="464" y="380"/>
                    <a:pt x="487" y="358"/>
                  </a:cubicBezTo>
                  <a:cubicBezTo>
                    <a:pt x="548" y="267"/>
                    <a:pt x="578" y="175"/>
                    <a:pt x="548" y="115"/>
                  </a:cubicBezTo>
                  <a:cubicBezTo>
                    <a:pt x="472" y="39"/>
                    <a:pt x="373" y="1"/>
                    <a:pt x="2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7"/>
            <p:cNvSpPr/>
            <p:nvPr/>
          </p:nvSpPr>
          <p:spPr>
            <a:xfrm>
              <a:off x="653025" y="3608925"/>
              <a:ext cx="13700" cy="13775"/>
            </a:xfrm>
            <a:custGeom>
              <a:rect b="b" l="l" r="r" t="t"/>
              <a:pathLst>
                <a:path extrusionOk="0" h="551" w="548">
                  <a:moveTo>
                    <a:pt x="295" y="0"/>
                  </a:moveTo>
                  <a:cubicBezTo>
                    <a:pt x="143" y="0"/>
                    <a:pt x="84" y="160"/>
                    <a:pt x="0" y="217"/>
                  </a:cubicBezTo>
                  <a:lnTo>
                    <a:pt x="0" y="308"/>
                  </a:lnTo>
                  <a:lnTo>
                    <a:pt x="243" y="551"/>
                  </a:lnTo>
                  <a:cubicBezTo>
                    <a:pt x="274" y="520"/>
                    <a:pt x="304" y="460"/>
                    <a:pt x="334" y="429"/>
                  </a:cubicBezTo>
                  <a:cubicBezTo>
                    <a:pt x="456" y="308"/>
                    <a:pt x="547" y="217"/>
                    <a:pt x="456" y="65"/>
                  </a:cubicBezTo>
                  <a:cubicBezTo>
                    <a:pt x="456" y="34"/>
                    <a:pt x="365" y="4"/>
                    <a:pt x="334" y="4"/>
                  </a:cubicBezTo>
                  <a:cubicBezTo>
                    <a:pt x="321" y="1"/>
                    <a:pt x="307" y="0"/>
                    <a:pt x="2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7"/>
            <p:cNvSpPr/>
            <p:nvPr/>
          </p:nvSpPr>
          <p:spPr>
            <a:xfrm>
              <a:off x="2324025" y="3089425"/>
              <a:ext cx="14450" cy="12750"/>
            </a:xfrm>
            <a:custGeom>
              <a:rect b="b" l="l" r="r" t="t"/>
              <a:pathLst>
                <a:path extrusionOk="0" h="510" w="578">
                  <a:moveTo>
                    <a:pt x="202" y="1"/>
                  </a:moveTo>
                  <a:cubicBezTo>
                    <a:pt x="160" y="1"/>
                    <a:pt x="122" y="8"/>
                    <a:pt x="91" y="24"/>
                  </a:cubicBezTo>
                  <a:cubicBezTo>
                    <a:pt x="0" y="54"/>
                    <a:pt x="31" y="236"/>
                    <a:pt x="91" y="328"/>
                  </a:cubicBezTo>
                  <a:cubicBezTo>
                    <a:pt x="152" y="388"/>
                    <a:pt x="213" y="510"/>
                    <a:pt x="304" y="510"/>
                  </a:cubicBezTo>
                  <a:lnTo>
                    <a:pt x="578" y="267"/>
                  </a:lnTo>
                  <a:cubicBezTo>
                    <a:pt x="517" y="176"/>
                    <a:pt x="426" y="84"/>
                    <a:pt x="335" y="24"/>
                  </a:cubicBezTo>
                  <a:cubicBezTo>
                    <a:pt x="289" y="8"/>
                    <a:pt x="243" y="1"/>
                    <a:pt x="2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7"/>
            <p:cNvSpPr/>
            <p:nvPr/>
          </p:nvSpPr>
          <p:spPr>
            <a:xfrm>
              <a:off x="803475" y="3673600"/>
              <a:ext cx="19775" cy="12950"/>
            </a:xfrm>
            <a:custGeom>
              <a:rect b="b" l="l" r="r" t="t"/>
              <a:pathLst>
                <a:path extrusionOk="0" h="518" w="791">
                  <a:moveTo>
                    <a:pt x="396" y="0"/>
                  </a:moveTo>
                  <a:cubicBezTo>
                    <a:pt x="335" y="213"/>
                    <a:pt x="213" y="395"/>
                    <a:pt x="0" y="517"/>
                  </a:cubicBezTo>
                  <a:lnTo>
                    <a:pt x="548" y="517"/>
                  </a:lnTo>
                  <a:cubicBezTo>
                    <a:pt x="700" y="487"/>
                    <a:pt x="791" y="335"/>
                    <a:pt x="700" y="244"/>
                  </a:cubicBezTo>
                  <a:cubicBezTo>
                    <a:pt x="608" y="152"/>
                    <a:pt x="548" y="31"/>
                    <a:pt x="3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7"/>
            <p:cNvSpPr/>
            <p:nvPr/>
          </p:nvSpPr>
          <p:spPr>
            <a:xfrm>
              <a:off x="2301975" y="3740850"/>
              <a:ext cx="18275" cy="10200"/>
            </a:xfrm>
            <a:custGeom>
              <a:rect b="b" l="l" r="r" t="t"/>
              <a:pathLst>
                <a:path extrusionOk="0" h="408" w="731">
                  <a:moveTo>
                    <a:pt x="331" y="0"/>
                  </a:moveTo>
                  <a:cubicBezTo>
                    <a:pt x="229" y="0"/>
                    <a:pt x="122" y="16"/>
                    <a:pt x="1" y="76"/>
                  </a:cubicBezTo>
                  <a:cubicBezTo>
                    <a:pt x="122" y="228"/>
                    <a:pt x="365" y="198"/>
                    <a:pt x="457" y="380"/>
                  </a:cubicBezTo>
                  <a:cubicBezTo>
                    <a:pt x="469" y="399"/>
                    <a:pt x="488" y="408"/>
                    <a:pt x="510" y="408"/>
                  </a:cubicBezTo>
                  <a:cubicBezTo>
                    <a:pt x="596" y="408"/>
                    <a:pt x="730" y="282"/>
                    <a:pt x="730" y="137"/>
                  </a:cubicBezTo>
                  <a:cubicBezTo>
                    <a:pt x="730" y="107"/>
                    <a:pt x="669" y="46"/>
                    <a:pt x="639" y="16"/>
                  </a:cubicBezTo>
                  <a:cubicBezTo>
                    <a:pt x="533" y="16"/>
                    <a:pt x="434" y="0"/>
                    <a:pt x="3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7"/>
            <p:cNvSpPr/>
            <p:nvPr/>
          </p:nvSpPr>
          <p:spPr>
            <a:xfrm>
              <a:off x="2428125" y="3741025"/>
              <a:ext cx="11425" cy="13900"/>
            </a:xfrm>
            <a:custGeom>
              <a:rect b="b" l="l" r="r" t="t"/>
              <a:pathLst>
                <a:path extrusionOk="0" h="556" w="457">
                  <a:moveTo>
                    <a:pt x="190" y="0"/>
                  </a:moveTo>
                  <a:cubicBezTo>
                    <a:pt x="177" y="0"/>
                    <a:pt x="164" y="3"/>
                    <a:pt x="152" y="9"/>
                  </a:cubicBezTo>
                  <a:cubicBezTo>
                    <a:pt x="0" y="161"/>
                    <a:pt x="0" y="404"/>
                    <a:pt x="152" y="556"/>
                  </a:cubicBezTo>
                  <a:cubicBezTo>
                    <a:pt x="244" y="556"/>
                    <a:pt x="304" y="556"/>
                    <a:pt x="396" y="495"/>
                  </a:cubicBezTo>
                  <a:cubicBezTo>
                    <a:pt x="426" y="434"/>
                    <a:pt x="426" y="313"/>
                    <a:pt x="426" y="282"/>
                  </a:cubicBezTo>
                  <a:cubicBezTo>
                    <a:pt x="426" y="191"/>
                    <a:pt x="456" y="130"/>
                    <a:pt x="396" y="69"/>
                  </a:cubicBezTo>
                  <a:cubicBezTo>
                    <a:pt x="322" y="45"/>
                    <a:pt x="248" y="0"/>
                    <a:pt x="1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7"/>
            <p:cNvSpPr/>
            <p:nvPr/>
          </p:nvSpPr>
          <p:spPr>
            <a:xfrm>
              <a:off x="1368075" y="3148525"/>
              <a:ext cx="12950" cy="13700"/>
            </a:xfrm>
            <a:custGeom>
              <a:rect b="b" l="l" r="r" t="t"/>
              <a:pathLst>
                <a:path extrusionOk="0" h="548" w="518">
                  <a:moveTo>
                    <a:pt x="274" y="0"/>
                  </a:moveTo>
                  <a:lnTo>
                    <a:pt x="0" y="274"/>
                  </a:lnTo>
                  <a:lnTo>
                    <a:pt x="274" y="547"/>
                  </a:lnTo>
                  <a:lnTo>
                    <a:pt x="517" y="274"/>
                  </a:lnTo>
                  <a:lnTo>
                    <a:pt x="27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7"/>
            <p:cNvSpPr/>
            <p:nvPr/>
          </p:nvSpPr>
          <p:spPr>
            <a:xfrm>
              <a:off x="2237400" y="2979625"/>
              <a:ext cx="10650" cy="9325"/>
            </a:xfrm>
            <a:custGeom>
              <a:rect b="b" l="l" r="r" t="t"/>
              <a:pathLst>
                <a:path extrusionOk="0" h="373" w="426">
                  <a:moveTo>
                    <a:pt x="165" y="0"/>
                  </a:moveTo>
                  <a:cubicBezTo>
                    <a:pt x="92" y="0"/>
                    <a:pt x="30" y="55"/>
                    <a:pt x="30" y="130"/>
                  </a:cubicBezTo>
                  <a:cubicBezTo>
                    <a:pt x="0" y="282"/>
                    <a:pt x="61" y="373"/>
                    <a:pt x="274" y="373"/>
                  </a:cubicBezTo>
                  <a:cubicBezTo>
                    <a:pt x="304" y="343"/>
                    <a:pt x="365" y="282"/>
                    <a:pt x="395" y="221"/>
                  </a:cubicBezTo>
                  <a:cubicBezTo>
                    <a:pt x="426" y="99"/>
                    <a:pt x="334" y="8"/>
                    <a:pt x="213" y="8"/>
                  </a:cubicBezTo>
                  <a:cubicBezTo>
                    <a:pt x="197" y="3"/>
                    <a:pt x="181" y="0"/>
                    <a:pt x="1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7"/>
            <p:cNvSpPr/>
            <p:nvPr/>
          </p:nvSpPr>
          <p:spPr>
            <a:xfrm>
              <a:off x="2082375" y="3066250"/>
              <a:ext cx="10650" cy="9350"/>
            </a:xfrm>
            <a:custGeom>
              <a:rect b="b" l="l" r="r" t="t"/>
              <a:pathLst>
                <a:path extrusionOk="0" h="374" w="426">
                  <a:moveTo>
                    <a:pt x="165" y="0"/>
                  </a:moveTo>
                  <a:cubicBezTo>
                    <a:pt x="93" y="0"/>
                    <a:pt x="31" y="55"/>
                    <a:pt x="31" y="130"/>
                  </a:cubicBezTo>
                  <a:cubicBezTo>
                    <a:pt x="0" y="282"/>
                    <a:pt x="92" y="373"/>
                    <a:pt x="274" y="373"/>
                  </a:cubicBezTo>
                  <a:cubicBezTo>
                    <a:pt x="304" y="343"/>
                    <a:pt x="365" y="282"/>
                    <a:pt x="396" y="221"/>
                  </a:cubicBezTo>
                  <a:cubicBezTo>
                    <a:pt x="426" y="99"/>
                    <a:pt x="365" y="8"/>
                    <a:pt x="213" y="8"/>
                  </a:cubicBezTo>
                  <a:cubicBezTo>
                    <a:pt x="197" y="3"/>
                    <a:pt x="181" y="0"/>
                    <a:pt x="1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7"/>
            <p:cNvSpPr/>
            <p:nvPr/>
          </p:nvSpPr>
          <p:spPr>
            <a:xfrm>
              <a:off x="2013975" y="3070825"/>
              <a:ext cx="9900" cy="9475"/>
            </a:xfrm>
            <a:custGeom>
              <a:rect b="b" l="l" r="r" t="t"/>
              <a:pathLst>
                <a:path extrusionOk="0" h="379" w="396">
                  <a:moveTo>
                    <a:pt x="240" y="0"/>
                  </a:moveTo>
                  <a:cubicBezTo>
                    <a:pt x="222" y="0"/>
                    <a:pt x="203" y="3"/>
                    <a:pt x="183" y="8"/>
                  </a:cubicBezTo>
                  <a:cubicBezTo>
                    <a:pt x="92" y="8"/>
                    <a:pt x="1" y="99"/>
                    <a:pt x="31" y="190"/>
                  </a:cubicBezTo>
                  <a:cubicBezTo>
                    <a:pt x="31" y="296"/>
                    <a:pt x="100" y="378"/>
                    <a:pt x="198" y="378"/>
                  </a:cubicBezTo>
                  <a:cubicBezTo>
                    <a:pt x="212" y="378"/>
                    <a:pt x="228" y="376"/>
                    <a:pt x="244" y="372"/>
                  </a:cubicBezTo>
                  <a:cubicBezTo>
                    <a:pt x="335" y="342"/>
                    <a:pt x="366" y="251"/>
                    <a:pt x="396" y="220"/>
                  </a:cubicBezTo>
                  <a:cubicBezTo>
                    <a:pt x="396" y="68"/>
                    <a:pt x="332" y="0"/>
                    <a:pt x="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7"/>
            <p:cNvSpPr/>
            <p:nvPr/>
          </p:nvSpPr>
          <p:spPr>
            <a:xfrm>
              <a:off x="2105925" y="3093800"/>
              <a:ext cx="9150" cy="9150"/>
            </a:xfrm>
            <a:custGeom>
              <a:rect b="b" l="l" r="r" t="t"/>
              <a:pathLst>
                <a:path extrusionOk="0" h="366" w="366">
                  <a:moveTo>
                    <a:pt x="153" y="1"/>
                  </a:moveTo>
                  <a:cubicBezTo>
                    <a:pt x="61" y="1"/>
                    <a:pt x="1" y="61"/>
                    <a:pt x="1" y="153"/>
                  </a:cubicBezTo>
                  <a:cubicBezTo>
                    <a:pt x="1" y="274"/>
                    <a:pt x="31" y="365"/>
                    <a:pt x="183" y="365"/>
                  </a:cubicBezTo>
                  <a:lnTo>
                    <a:pt x="365" y="365"/>
                  </a:lnTo>
                  <a:cubicBezTo>
                    <a:pt x="365" y="304"/>
                    <a:pt x="365" y="244"/>
                    <a:pt x="365" y="183"/>
                  </a:cubicBezTo>
                  <a:cubicBezTo>
                    <a:pt x="365" y="31"/>
                    <a:pt x="274" y="1"/>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7"/>
            <p:cNvSpPr/>
            <p:nvPr/>
          </p:nvSpPr>
          <p:spPr>
            <a:xfrm>
              <a:off x="1822500" y="3102725"/>
              <a:ext cx="10650" cy="9350"/>
            </a:xfrm>
            <a:custGeom>
              <a:rect b="b" l="l" r="r" t="t"/>
              <a:pathLst>
                <a:path extrusionOk="0" h="374" w="426">
                  <a:moveTo>
                    <a:pt x="165" y="0"/>
                  </a:moveTo>
                  <a:cubicBezTo>
                    <a:pt x="92" y="0"/>
                    <a:pt x="30" y="55"/>
                    <a:pt x="30" y="130"/>
                  </a:cubicBezTo>
                  <a:cubicBezTo>
                    <a:pt x="0" y="282"/>
                    <a:pt x="91" y="373"/>
                    <a:pt x="213" y="373"/>
                  </a:cubicBezTo>
                  <a:cubicBezTo>
                    <a:pt x="304" y="343"/>
                    <a:pt x="365" y="282"/>
                    <a:pt x="395" y="282"/>
                  </a:cubicBezTo>
                  <a:cubicBezTo>
                    <a:pt x="426" y="69"/>
                    <a:pt x="365" y="8"/>
                    <a:pt x="213" y="8"/>
                  </a:cubicBezTo>
                  <a:cubicBezTo>
                    <a:pt x="197" y="3"/>
                    <a:pt x="181" y="0"/>
                    <a:pt x="1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7"/>
            <p:cNvSpPr/>
            <p:nvPr/>
          </p:nvSpPr>
          <p:spPr>
            <a:xfrm>
              <a:off x="510250" y="3408250"/>
              <a:ext cx="10575" cy="9300"/>
            </a:xfrm>
            <a:custGeom>
              <a:rect b="b" l="l" r="r" t="t"/>
              <a:pathLst>
                <a:path extrusionOk="0" h="372" w="423">
                  <a:moveTo>
                    <a:pt x="155" y="0"/>
                  </a:moveTo>
                  <a:cubicBezTo>
                    <a:pt x="43" y="0"/>
                    <a:pt x="1" y="87"/>
                    <a:pt x="27" y="219"/>
                  </a:cubicBezTo>
                  <a:cubicBezTo>
                    <a:pt x="27" y="310"/>
                    <a:pt x="118" y="371"/>
                    <a:pt x="209" y="371"/>
                  </a:cubicBezTo>
                  <a:cubicBezTo>
                    <a:pt x="331" y="341"/>
                    <a:pt x="422" y="280"/>
                    <a:pt x="392" y="97"/>
                  </a:cubicBezTo>
                  <a:cubicBezTo>
                    <a:pt x="331" y="67"/>
                    <a:pt x="270" y="6"/>
                    <a:pt x="209" y="6"/>
                  </a:cubicBezTo>
                  <a:cubicBezTo>
                    <a:pt x="190" y="2"/>
                    <a:pt x="172" y="0"/>
                    <a:pt x="1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7"/>
            <p:cNvSpPr/>
            <p:nvPr/>
          </p:nvSpPr>
          <p:spPr>
            <a:xfrm>
              <a:off x="2520075" y="3722425"/>
              <a:ext cx="13700" cy="8950"/>
            </a:xfrm>
            <a:custGeom>
              <a:rect b="b" l="l" r="r" t="t"/>
              <a:pathLst>
                <a:path extrusionOk="0" h="358" w="548">
                  <a:moveTo>
                    <a:pt x="274" y="0"/>
                  </a:moveTo>
                  <a:cubicBezTo>
                    <a:pt x="175" y="0"/>
                    <a:pt x="76" y="38"/>
                    <a:pt x="0" y="114"/>
                  </a:cubicBezTo>
                  <a:lnTo>
                    <a:pt x="304" y="357"/>
                  </a:lnTo>
                  <a:lnTo>
                    <a:pt x="547" y="114"/>
                  </a:lnTo>
                  <a:cubicBezTo>
                    <a:pt x="471" y="38"/>
                    <a:pt x="373" y="0"/>
                    <a:pt x="2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7"/>
            <p:cNvSpPr/>
            <p:nvPr/>
          </p:nvSpPr>
          <p:spPr>
            <a:xfrm>
              <a:off x="2246500" y="3768375"/>
              <a:ext cx="10675" cy="9350"/>
            </a:xfrm>
            <a:custGeom>
              <a:rect b="b" l="l" r="r" t="t"/>
              <a:pathLst>
                <a:path extrusionOk="0" h="374" w="427">
                  <a:moveTo>
                    <a:pt x="166" y="1"/>
                  </a:moveTo>
                  <a:cubicBezTo>
                    <a:pt x="93" y="1"/>
                    <a:pt x="31" y="55"/>
                    <a:pt x="31" y="130"/>
                  </a:cubicBezTo>
                  <a:cubicBezTo>
                    <a:pt x="1" y="282"/>
                    <a:pt x="62" y="374"/>
                    <a:pt x="274" y="374"/>
                  </a:cubicBezTo>
                  <a:cubicBezTo>
                    <a:pt x="305" y="343"/>
                    <a:pt x="366" y="282"/>
                    <a:pt x="396" y="222"/>
                  </a:cubicBezTo>
                  <a:cubicBezTo>
                    <a:pt x="426" y="100"/>
                    <a:pt x="335" y="9"/>
                    <a:pt x="214" y="9"/>
                  </a:cubicBezTo>
                  <a:cubicBezTo>
                    <a:pt x="197" y="3"/>
                    <a:pt x="181" y="1"/>
                    <a:pt x="1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7"/>
            <p:cNvSpPr/>
            <p:nvPr/>
          </p:nvSpPr>
          <p:spPr>
            <a:xfrm>
              <a:off x="2205475" y="3030725"/>
              <a:ext cx="10675" cy="8425"/>
            </a:xfrm>
            <a:custGeom>
              <a:rect b="b" l="l" r="r" t="t"/>
              <a:pathLst>
                <a:path extrusionOk="0" h="337" w="427">
                  <a:moveTo>
                    <a:pt x="335" y="1"/>
                  </a:moveTo>
                  <a:lnTo>
                    <a:pt x="0" y="213"/>
                  </a:lnTo>
                  <a:cubicBezTo>
                    <a:pt x="86" y="299"/>
                    <a:pt x="162" y="336"/>
                    <a:pt x="223" y="336"/>
                  </a:cubicBezTo>
                  <a:cubicBezTo>
                    <a:pt x="270" y="336"/>
                    <a:pt x="308" y="314"/>
                    <a:pt x="335" y="274"/>
                  </a:cubicBezTo>
                  <a:cubicBezTo>
                    <a:pt x="426" y="183"/>
                    <a:pt x="426" y="61"/>
                    <a:pt x="3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7"/>
            <p:cNvSpPr/>
            <p:nvPr/>
          </p:nvSpPr>
          <p:spPr>
            <a:xfrm>
              <a:off x="2060325" y="3053050"/>
              <a:ext cx="8400" cy="8850"/>
            </a:xfrm>
            <a:custGeom>
              <a:rect b="b" l="l" r="r" t="t"/>
              <a:pathLst>
                <a:path extrusionOk="0" h="354" w="336">
                  <a:moveTo>
                    <a:pt x="104" y="0"/>
                  </a:moveTo>
                  <a:cubicBezTo>
                    <a:pt x="1" y="0"/>
                    <a:pt x="1" y="87"/>
                    <a:pt x="1" y="354"/>
                  </a:cubicBezTo>
                  <a:cubicBezTo>
                    <a:pt x="153" y="293"/>
                    <a:pt x="274" y="202"/>
                    <a:pt x="335" y="50"/>
                  </a:cubicBezTo>
                  <a:cubicBezTo>
                    <a:pt x="227" y="20"/>
                    <a:pt x="153" y="0"/>
                    <a:pt x="1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7"/>
            <p:cNvSpPr/>
            <p:nvPr/>
          </p:nvSpPr>
          <p:spPr>
            <a:xfrm>
              <a:off x="2165950" y="3029975"/>
              <a:ext cx="9150" cy="9325"/>
            </a:xfrm>
            <a:custGeom>
              <a:rect b="b" l="l" r="r" t="t"/>
              <a:pathLst>
                <a:path extrusionOk="0" h="373" w="366">
                  <a:moveTo>
                    <a:pt x="244" y="0"/>
                  </a:moveTo>
                  <a:cubicBezTo>
                    <a:pt x="183" y="91"/>
                    <a:pt x="31" y="152"/>
                    <a:pt x="1" y="304"/>
                  </a:cubicBezTo>
                  <a:cubicBezTo>
                    <a:pt x="62" y="350"/>
                    <a:pt x="115" y="373"/>
                    <a:pt x="164" y="373"/>
                  </a:cubicBezTo>
                  <a:cubicBezTo>
                    <a:pt x="214" y="373"/>
                    <a:pt x="259" y="350"/>
                    <a:pt x="305" y="304"/>
                  </a:cubicBezTo>
                  <a:cubicBezTo>
                    <a:pt x="366" y="183"/>
                    <a:pt x="335" y="61"/>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7"/>
            <p:cNvSpPr/>
            <p:nvPr/>
          </p:nvSpPr>
          <p:spPr>
            <a:xfrm>
              <a:off x="2355925" y="3777225"/>
              <a:ext cx="9150" cy="9625"/>
            </a:xfrm>
            <a:custGeom>
              <a:rect b="b" l="l" r="r" t="t"/>
              <a:pathLst>
                <a:path extrusionOk="0" h="385" w="366">
                  <a:moveTo>
                    <a:pt x="202" y="0"/>
                  </a:moveTo>
                  <a:cubicBezTo>
                    <a:pt x="153" y="0"/>
                    <a:pt x="104" y="24"/>
                    <a:pt x="62" y="80"/>
                  </a:cubicBezTo>
                  <a:cubicBezTo>
                    <a:pt x="1" y="172"/>
                    <a:pt x="1" y="293"/>
                    <a:pt x="122" y="384"/>
                  </a:cubicBezTo>
                  <a:cubicBezTo>
                    <a:pt x="183" y="263"/>
                    <a:pt x="366" y="232"/>
                    <a:pt x="366" y="80"/>
                  </a:cubicBezTo>
                  <a:cubicBezTo>
                    <a:pt x="317" y="32"/>
                    <a:pt x="259" y="0"/>
                    <a:pt x="2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7"/>
            <p:cNvSpPr/>
            <p:nvPr/>
          </p:nvSpPr>
          <p:spPr>
            <a:xfrm>
              <a:off x="2114275" y="3039100"/>
              <a:ext cx="10675" cy="9050"/>
            </a:xfrm>
            <a:custGeom>
              <a:rect b="b" l="l" r="r" t="t"/>
              <a:pathLst>
                <a:path extrusionOk="0" h="362" w="427">
                  <a:moveTo>
                    <a:pt x="335" y="0"/>
                  </a:moveTo>
                  <a:lnTo>
                    <a:pt x="1" y="243"/>
                  </a:lnTo>
                  <a:cubicBezTo>
                    <a:pt x="81" y="323"/>
                    <a:pt x="153" y="361"/>
                    <a:pt x="212" y="361"/>
                  </a:cubicBezTo>
                  <a:cubicBezTo>
                    <a:pt x="264" y="361"/>
                    <a:pt x="307" y="331"/>
                    <a:pt x="335" y="274"/>
                  </a:cubicBezTo>
                  <a:cubicBezTo>
                    <a:pt x="427" y="213"/>
                    <a:pt x="427" y="91"/>
                    <a:pt x="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7"/>
            <p:cNvSpPr/>
            <p:nvPr/>
          </p:nvSpPr>
          <p:spPr>
            <a:xfrm>
              <a:off x="2469925" y="3746550"/>
              <a:ext cx="5325" cy="12175"/>
            </a:xfrm>
            <a:custGeom>
              <a:rect b="b" l="l" r="r" t="t"/>
              <a:pathLst>
                <a:path extrusionOk="0" h="487" w="213">
                  <a:moveTo>
                    <a:pt x="122" y="0"/>
                  </a:moveTo>
                  <a:cubicBezTo>
                    <a:pt x="91" y="31"/>
                    <a:pt x="31" y="61"/>
                    <a:pt x="31" y="61"/>
                  </a:cubicBezTo>
                  <a:cubicBezTo>
                    <a:pt x="0" y="183"/>
                    <a:pt x="0" y="304"/>
                    <a:pt x="31" y="426"/>
                  </a:cubicBezTo>
                  <a:cubicBezTo>
                    <a:pt x="31" y="426"/>
                    <a:pt x="61" y="487"/>
                    <a:pt x="91" y="487"/>
                  </a:cubicBezTo>
                  <a:cubicBezTo>
                    <a:pt x="122" y="456"/>
                    <a:pt x="213" y="456"/>
                    <a:pt x="213" y="395"/>
                  </a:cubicBezTo>
                  <a:cubicBezTo>
                    <a:pt x="213" y="335"/>
                    <a:pt x="213" y="274"/>
                    <a:pt x="213" y="243"/>
                  </a:cubicBezTo>
                  <a:cubicBezTo>
                    <a:pt x="213" y="183"/>
                    <a:pt x="213" y="122"/>
                    <a:pt x="183" y="61"/>
                  </a:cubicBezTo>
                  <a:cubicBezTo>
                    <a:pt x="183" y="31"/>
                    <a:pt x="183" y="0"/>
                    <a:pt x="1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7"/>
            <p:cNvSpPr/>
            <p:nvPr/>
          </p:nvSpPr>
          <p:spPr>
            <a:xfrm>
              <a:off x="1836925" y="3106925"/>
              <a:ext cx="10675" cy="8925"/>
            </a:xfrm>
            <a:custGeom>
              <a:rect b="b" l="l" r="r" t="t"/>
              <a:pathLst>
                <a:path extrusionOk="0" h="357" w="427">
                  <a:moveTo>
                    <a:pt x="178" y="0"/>
                  </a:moveTo>
                  <a:cubicBezTo>
                    <a:pt x="108" y="0"/>
                    <a:pt x="37" y="40"/>
                    <a:pt x="1" y="114"/>
                  </a:cubicBezTo>
                  <a:cubicBezTo>
                    <a:pt x="122" y="175"/>
                    <a:pt x="153" y="327"/>
                    <a:pt x="305" y="357"/>
                  </a:cubicBezTo>
                  <a:cubicBezTo>
                    <a:pt x="396" y="235"/>
                    <a:pt x="426" y="114"/>
                    <a:pt x="305" y="53"/>
                  </a:cubicBezTo>
                  <a:cubicBezTo>
                    <a:pt x="269" y="17"/>
                    <a:pt x="223" y="0"/>
                    <a:pt x="1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7"/>
            <p:cNvSpPr/>
            <p:nvPr/>
          </p:nvSpPr>
          <p:spPr>
            <a:xfrm>
              <a:off x="1489650" y="3075375"/>
              <a:ext cx="9150" cy="9325"/>
            </a:xfrm>
            <a:custGeom>
              <a:rect b="b" l="l" r="r" t="t"/>
              <a:pathLst>
                <a:path extrusionOk="0" h="373" w="366">
                  <a:moveTo>
                    <a:pt x="213" y="0"/>
                  </a:moveTo>
                  <a:cubicBezTo>
                    <a:pt x="160" y="0"/>
                    <a:pt x="107" y="23"/>
                    <a:pt x="62" y="69"/>
                  </a:cubicBezTo>
                  <a:cubicBezTo>
                    <a:pt x="1" y="160"/>
                    <a:pt x="31" y="282"/>
                    <a:pt x="153" y="373"/>
                  </a:cubicBezTo>
                  <a:cubicBezTo>
                    <a:pt x="183" y="251"/>
                    <a:pt x="365" y="221"/>
                    <a:pt x="365" y="69"/>
                  </a:cubicBezTo>
                  <a:cubicBezTo>
                    <a:pt x="320" y="23"/>
                    <a:pt x="267" y="0"/>
                    <a:pt x="2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7"/>
            <p:cNvSpPr/>
            <p:nvPr/>
          </p:nvSpPr>
          <p:spPr>
            <a:xfrm>
              <a:off x="1982825" y="3058075"/>
              <a:ext cx="10675" cy="8425"/>
            </a:xfrm>
            <a:custGeom>
              <a:rect b="b" l="l" r="r" t="t"/>
              <a:pathLst>
                <a:path extrusionOk="0" h="337" w="427">
                  <a:moveTo>
                    <a:pt x="304" y="1"/>
                  </a:moveTo>
                  <a:cubicBezTo>
                    <a:pt x="153" y="31"/>
                    <a:pt x="122" y="153"/>
                    <a:pt x="1" y="244"/>
                  </a:cubicBezTo>
                  <a:cubicBezTo>
                    <a:pt x="40" y="303"/>
                    <a:pt x="117" y="337"/>
                    <a:pt x="191" y="337"/>
                  </a:cubicBezTo>
                  <a:cubicBezTo>
                    <a:pt x="232" y="337"/>
                    <a:pt x="272" y="326"/>
                    <a:pt x="304" y="305"/>
                  </a:cubicBezTo>
                  <a:cubicBezTo>
                    <a:pt x="426" y="214"/>
                    <a:pt x="396" y="92"/>
                    <a:pt x="3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7"/>
            <p:cNvSpPr/>
            <p:nvPr/>
          </p:nvSpPr>
          <p:spPr>
            <a:xfrm>
              <a:off x="2460800" y="3792150"/>
              <a:ext cx="6100" cy="7625"/>
            </a:xfrm>
            <a:custGeom>
              <a:rect b="b" l="l" r="r" t="t"/>
              <a:pathLst>
                <a:path extrusionOk="0" h="305" w="244">
                  <a:moveTo>
                    <a:pt x="92" y="0"/>
                  </a:moveTo>
                  <a:cubicBezTo>
                    <a:pt x="0" y="61"/>
                    <a:pt x="0" y="213"/>
                    <a:pt x="92" y="304"/>
                  </a:cubicBezTo>
                  <a:lnTo>
                    <a:pt x="152" y="304"/>
                  </a:lnTo>
                  <a:cubicBezTo>
                    <a:pt x="244" y="213"/>
                    <a:pt x="244" y="61"/>
                    <a:pt x="1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7"/>
            <p:cNvSpPr/>
            <p:nvPr/>
          </p:nvSpPr>
          <p:spPr>
            <a:xfrm>
              <a:off x="2241200" y="3827100"/>
              <a:ext cx="7625" cy="9900"/>
            </a:xfrm>
            <a:custGeom>
              <a:rect b="b" l="l" r="r" t="t"/>
              <a:pathLst>
                <a:path extrusionOk="0" h="396" w="305">
                  <a:moveTo>
                    <a:pt x="152" y="0"/>
                  </a:moveTo>
                  <a:cubicBezTo>
                    <a:pt x="0" y="91"/>
                    <a:pt x="0" y="304"/>
                    <a:pt x="152" y="395"/>
                  </a:cubicBezTo>
                  <a:cubicBezTo>
                    <a:pt x="304" y="304"/>
                    <a:pt x="304" y="91"/>
                    <a:pt x="1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7"/>
            <p:cNvSpPr/>
            <p:nvPr/>
          </p:nvSpPr>
          <p:spPr>
            <a:xfrm>
              <a:off x="1585400" y="3044400"/>
              <a:ext cx="6100" cy="7025"/>
            </a:xfrm>
            <a:custGeom>
              <a:rect b="b" l="l" r="r" t="t"/>
              <a:pathLst>
                <a:path extrusionOk="0" h="281" w="244">
                  <a:moveTo>
                    <a:pt x="92" y="1"/>
                  </a:moveTo>
                  <a:cubicBezTo>
                    <a:pt x="1" y="62"/>
                    <a:pt x="1" y="244"/>
                    <a:pt x="92" y="274"/>
                  </a:cubicBezTo>
                  <a:cubicBezTo>
                    <a:pt x="96" y="279"/>
                    <a:pt x="101" y="280"/>
                    <a:pt x="106" y="280"/>
                  </a:cubicBezTo>
                  <a:cubicBezTo>
                    <a:pt x="139" y="280"/>
                    <a:pt x="191" y="205"/>
                    <a:pt x="244" y="153"/>
                  </a:cubicBezTo>
                  <a:cubicBezTo>
                    <a:pt x="213" y="122"/>
                    <a:pt x="183" y="62"/>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7"/>
            <p:cNvSpPr/>
            <p:nvPr/>
          </p:nvSpPr>
          <p:spPr>
            <a:xfrm>
              <a:off x="735075" y="3198475"/>
              <a:ext cx="7625" cy="4975"/>
            </a:xfrm>
            <a:custGeom>
              <a:rect b="b" l="l" r="r" t="t"/>
              <a:pathLst>
                <a:path extrusionOk="0" h="199" w="305">
                  <a:moveTo>
                    <a:pt x="141" y="1"/>
                  </a:moveTo>
                  <a:cubicBezTo>
                    <a:pt x="84" y="1"/>
                    <a:pt x="31" y="23"/>
                    <a:pt x="1" y="69"/>
                  </a:cubicBezTo>
                  <a:cubicBezTo>
                    <a:pt x="1" y="69"/>
                    <a:pt x="1" y="99"/>
                    <a:pt x="1" y="130"/>
                  </a:cubicBezTo>
                  <a:cubicBezTo>
                    <a:pt x="31" y="175"/>
                    <a:pt x="84" y="198"/>
                    <a:pt x="141" y="198"/>
                  </a:cubicBezTo>
                  <a:cubicBezTo>
                    <a:pt x="198" y="198"/>
                    <a:pt x="259" y="175"/>
                    <a:pt x="305" y="130"/>
                  </a:cubicBezTo>
                  <a:cubicBezTo>
                    <a:pt x="305" y="99"/>
                    <a:pt x="305" y="69"/>
                    <a:pt x="305" y="69"/>
                  </a:cubicBezTo>
                  <a:cubicBezTo>
                    <a:pt x="259" y="23"/>
                    <a:pt x="198" y="1"/>
                    <a:pt x="1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7"/>
            <p:cNvSpPr/>
            <p:nvPr/>
          </p:nvSpPr>
          <p:spPr>
            <a:xfrm>
              <a:off x="641625" y="3330875"/>
              <a:ext cx="7625" cy="9150"/>
            </a:xfrm>
            <a:custGeom>
              <a:rect b="b" l="l" r="r" t="t"/>
              <a:pathLst>
                <a:path extrusionOk="0" h="366" w="305">
                  <a:moveTo>
                    <a:pt x="152" y="1"/>
                  </a:moveTo>
                  <a:cubicBezTo>
                    <a:pt x="0" y="92"/>
                    <a:pt x="0" y="275"/>
                    <a:pt x="152" y="366"/>
                  </a:cubicBezTo>
                  <a:cubicBezTo>
                    <a:pt x="304" y="275"/>
                    <a:pt x="304" y="62"/>
                    <a:pt x="1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7"/>
            <p:cNvSpPr/>
            <p:nvPr/>
          </p:nvSpPr>
          <p:spPr>
            <a:xfrm>
              <a:off x="700875" y="3353675"/>
              <a:ext cx="6875" cy="9150"/>
            </a:xfrm>
            <a:custGeom>
              <a:rect b="b" l="l" r="r" t="t"/>
              <a:pathLst>
                <a:path extrusionOk="0" h="366" w="275">
                  <a:moveTo>
                    <a:pt x="153" y="1"/>
                  </a:moveTo>
                  <a:cubicBezTo>
                    <a:pt x="1" y="92"/>
                    <a:pt x="1" y="274"/>
                    <a:pt x="153" y="366"/>
                  </a:cubicBezTo>
                  <a:cubicBezTo>
                    <a:pt x="275" y="274"/>
                    <a:pt x="275" y="92"/>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7"/>
            <p:cNvSpPr/>
            <p:nvPr/>
          </p:nvSpPr>
          <p:spPr>
            <a:xfrm>
              <a:off x="529900" y="3467475"/>
              <a:ext cx="7625" cy="4975"/>
            </a:xfrm>
            <a:custGeom>
              <a:rect b="b" l="l" r="r" t="t"/>
              <a:pathLst>
                <a:path extrusionOk="0" h="199" w="305">
                  <a:moveTo>
                    <a:pt x="153" y="1"/>
                  </a:moveTo>
                  <a:cubicBezTo>
                    <a:pt x="100" y="1"/>
                    <a:pt x="47" y="23"/>
                    <a:pt x="1" y="69"/>
                  </a:cubicBezTo>
                  <a:cubicBezTo>
                    <a:pt x="1" y="69"/>
                    <a:pt x="1" y="99"/>
                    <a:pt x="1" y="130"/>
                  </a:cubicBezTo>
                  <a:cubicBezTo>
                    <a:pt x="47" y="175"/>
                    <a:pt x="100" y="198"/>
                    <a:pt x="153" y="198"/>
                  </a:cubicBezTo>
                  <a:cubicBezTo>
                    <a:pt x="206" y="198"/>
                    <a:pt x="259" y="175"/>
                    <a:pt x="305" y="130"/>
                  </a:cubicBezTo>
                  <a:cubicBezTo>
                    <a:pt x="305" y="99"/>
                    <a:pt x="305" y="69"/>
                    <a:pt x="305" y="69"/>
                  </a:cubicBezTo>
                  <a:cubicBezTo>
                    <a:pt x="259" y="23"/>
                    <a:pt x="206" y="1"/>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7"/>
            <p:cNvSpPr/>
            <p:nvPr/>
          </p:nvSpPr>
          <p:spPr>
            <a:xfrm>
              <a:off x="2339225" y="3052575"/>
              <a:ext cx="7625" cy="4775"/>
            </a:xfrm>
            <a:custGeom>
              <a:rect b="b" l="l" r="r" t="t"/>
              <a:pathLst>
                <a:path extrusionOk="0" h="191" w="305">
                  <a:moveTo>
                    <a:pt x="141" y="1"/>
                  </a:moveTo>
                  <a:cubicBezTo>
                    <a:pt x="76" y="1"/>
                    <a:pt x="15" y="23"/>
                    <a:pt x="0" y="69"/>
                  </a:cubicBezTo>
                  <a:cubicBezTo>
                    <a:pt x="0" y="99"/>
                    <a:pt x="91" y="160"/>
                    <a:pt x="122" y="191"/>
                  </a:cubicBezTo>
                  <a:cubicBezTo>
                    <a:pt x="213" y="160"/>
                    <a:pt x="304" y="130"/>
                    <a:pt x="304" y="130"/>
                  </a:cubicBezTo>
                  <a:lnTo>
                    <a:pt x="304" y="69"/>
                  </a:lnTo>
                  <a:cubicBezTo>
                    <a:pt x="274" y="23"/>
                    <a:pt x="205" y="1"/>
                    <a:pt x="1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7"/>
            <p:cNvSpPr/>
            <p:nvPr/>
          </p:nvSpPr>
          <p:spPr>
            <a:xfrm>
              <a:off x="1744975" y="3090000"/>
              <a:ext cx="6100" cy="7975"/>
            </a:xfrm>
            <a:custGeom>
              <a:rect b="b" l="l" r="r" t="t"/>
              <a:pathLst>
                <a:path extrusionOk="0" h="319" w="244">
                  <a:moveTo>
                    <a:pt x="92" y="1"/>
                  </a:moveTo>
                  <a:cubicBezTo>
                    <a:pt x="1" y="31"/>
                    <a:pt x="1" y="244"/>
                    <a:pt x="92" y="305"/>
                  </a:cubicBezTo>
                  <a:cubicBezTo>
                    <a:pt x="112" y="305"/>
                    <a:pt x="119" y="318"/>
                    <a:pt x="130" y="318"/>
                  </a:cubicBezTo>
                  <a:cubicBezTo>
                    <a:pt x="136" y="318"/>
                    <a:pt x="143" y="315"/>
                    <a:pt x="153" y="305"/>
                  </a:cubicBezTo>
                  <a:cubicBezTo>
                    <a:pt x="183" y="244"/>
                    <a:pt x="213" y="183"/>
                    <a:pt x="244" y="122"/>
                  </a:cubicBezTo>
                  <a:cubicBezTo>
                    <a:pt x="183" y="92"/>
                    <a:pt x="153" y="1"/>
                    <a:pt x="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7"/>
            <p:cNvSpPr/>
            <p:nvPr/>
          </p:nvSpPr>
          <p:spPr>
            <a:xfrm>
              <a:off x="2051975" y="3722800"/>
              <a:ext cx="7625" cy="4775"/>
            </a:xfrm>
            <a:custGeom>
              <a:rect b="b" l="l" r="r" t="t"/>
              <a:pathLst>
                <a:path extrusionOk="0" h="191" w="305">
                  <a:moveTo>
                    <a:pt x="141" y="0"/>
                  </a:moveTo>
                  <a:cubicBezTo>
                    <a:pt x="77" y="0"/>
                    <a:pt x="16" y="23"/>
                    <a:pt x="1" y="69"/>
                  </a:cubicBezTo>
                  <a:cubicBezTo>
                    <a:pt x="1" y="99"/>
                    <a:pt x="92" y="160"/>
                    <a:pt x="122" y="190"/>
                  </a:cubicBezTo>
                  <a:lnTo>
                    <a:pt x="305" y="130"/>
                  </a:lnTo>
                  <a:cubicBezTo>
                    <a:pt x="305" y="99"/>
                    <a:pt x="305" y="99"/>
                    <a:pt x="305" y="69"/>
                  </a:cubicBezTo>
                  <a:cubicBezTo>
                    <a:pt x="274" y="23"/>
                    <a:pt x="206" y="0"/>
                    <a:pt x="1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7"/>
            <p:cNvSpPr/>
            <p:nvPr/>
          </p:nvSpPr>
          <p:spPr>
            <a:xfrm>
              <a:off x="2088450" y="3052575"/>
              <a:ext cx="7625" cy="4975"/>
            </a:xfrm>
            <a:custGeom>
              <a:rect b="b" l="l" r="r" t="t"/>
              <a:pathLst>
                <a:path extrusionOk="0" h="199" w="305">
                  <a:moveTo>
                    <a:pt x="153" y="1"/>
                  </a:moveTo>
                  <a:cubicBezTo>
                    <a:pt x="99" y="1"/>
                    <a:pt x="46" y="23"/>
                    <a:pt x="1" y="69"/>
                  </a:cubicBezTo>
                  <a:cubicBezTo>
                    <a:pt x="1" y="99"/>
                    <a:pt x="1" y="99"/>
                    <a:pt x="1" y="130"/>
                  </a:cubicBezTo>
                  <a:cubicBezTo>
                    <a:pt x="46" y="175"/>
                    <a:pt x="99" y="198"/>
                    <a:pt x="153" y="198"/>
                  </a:cubicBezTo>
                  <a:cubicBezTo>
                    <a:pt x="206" y="198"/>
                    <a:pt x="259" y="175"/>
                    <a:pt x="304" y="130"/>
                  </a:cubicBezTo>
                  <a:lnTo>
                    <a:pt x="304" y="69"/>
                  </a:lnTo>
                  <a:cubicBezTo>
                    <a:pt x="259" y="23"/>
                    <a:pt x="206" y="1"/>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7"/>
            <p:cNvSpPr/>
            <p:nvPr/>
          </p:nvSpPr>
          <p:spPr>
            <a:xfrm>
              <a:off x="2196350" y="3062650"/>
              <a:ext cx="6100" cy="7625"/>
            </a:xfrm>
            <a:custGeom>
              <a:rect b="b" l="l" r="r" t="t"/>
              <a:pathLst>
                <a:path extrusionOk="0" h="305" w="244">
                  <a:moveTo>
                    <a:pt x="92" y="0"/>
                  </a:moveTo>
                  <a:cubicBezTo>
                    <a:pt x="1" y="61"/>
                    <a:pt x="1" y="213"/>
                    <a:pt x="92" y="304"/>
                  </a:cubicBezTo>
                  <a:lnTo>
                    <a:pt x="153" y="304"/>
                  </a:lnTo>
                  <a:cubicBezTo>
                    <a:pt x="244" y="213"/>
                    <a:pt x="244" y="61"/>
                    <a:pt x="1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7"/>
            <p:cNvSpPr/>
            <p:nvPr/>
          </p:nvSpPr>
          <p:spPr>
            <a:xfrm>
              <a:off x="1235850" y="3148325"/>
              <a:ext cx="8375" cy="4950"/>
            </a:xfrm>
            <a:custGeom>
              <a:rect b="b" l="l" r="r" t="t"/>
              <a:pathLst>
                <a:path extrusionOk="0" h="198" w="335">
                  <a:moveTo>
                    <a:pt x="172" y="0"/>
                  </a:moveTo>
                  <a:cubicBezTo>
                    <a:pt x="115" y="0"/>
                    <a:pt x="61" y="23"/>
                    <a:pt x="31" y="69"/>
                  </a:cubicBezTo>
                  <a:cubicBezTo>
                    <a:pt x="1" y="69"/>
                    <a:pt x="1" y="99"/>
                    <a:pt x="31" y="130"/>
                  </a:cubicBezTo>
                  <a:cubicBezTo>
                    <a:pt x="61" y="175"/>
                    <a:pt x="115" y="198"/>
                    <a:pt x="172" y="198"/>
                  </a:cubicBezTo>
                  <a:cubicBezTo>
                    <a:pt x="229" y="198"/>
                    <a:pt x="289" y="175"/>
                    <a:pt x="335" y="130"/>
                  </a:cubicBezTo>
                  <a:cubicBezTo>
                    <a:pt x="335" y="99"/>
                    <a:pt x="335" y="69"/>
                    <a:pt x="335" y="69"/>
                  </a:cubicBezTo>
                  <a:cubicBezTo>
                    <a:pt x="289" y="23"/>
                    <a:pt x="229" y="0"/>
                    <a:pt x="1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7"/>
            <p:cNvSpPr/>
            <p:nvPr/>
          </p:nvSpPr>
          <p:spPr>
            <a:xfrm>
              <a:off x="2434950" y="3727350"/>
              <a:ext cx="7625" cy="4775"/>
            </a:xfrm>
            <a:custGeom>
              <a:rect b="b" l="l" r="r" t="t"/>
              <a:pathLst>
                <a:path extrusionOk="0" h="191" w="305">
                  <a:moveTo>
                    <a:pt x="130" y="1"/>
                  </a:moveTo>
                  <a:cubicBezTo>
                    <a:pt x="69" y="1"/>
                    <a:pt x="16" y="24"/>
                    <a:pt x="1" y="69"/>
                  </a:cubicBezTo>
                  <a:cubicBezTo>
                    <a:pt x="1" y="100"/>
                    <a:pt x="92" y="160"/>
                    <a:pt x="123" y="191"/>
                  </a:cubicBezTo>
                  <a:lnTo>
                    <a:pt x="305" y="130"/>
                  </a:lnTo>
                  <a:cubicBezTo>
                    <a:pt x="305" y="100"/>
                    <a:pt x="305" y="100"/>
                    <a:pt x="305" y="69"/>
                  </a:cubicBezTo>
                  <a:cubicBezTo>
                    <a:pt x="259" y="24"/>
                    <a:pt x="191" y="1"/>
                    <a:pt x="1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7"/>
            <p:cNvSpPr/>
            <p:nvPr/>
          </p:nvSpPr>
          <p:spPr>
            <a:xfrm>
              <a:off x="1298175" y="3149275"/>
              <a:ext cx="6100" cy="7625"/>
            </a:xfrm>
            <a:custGeom>
              <a:rect b="b" l="l" r="r" t="t"/>
              <a:pathLst>
                <a:path extrusionOk="0" h="305" w="244">
                  <a:moveTo>
                    <a:pt x="91" y="0"/>
                  </a:moveTo>
                  <a:cubicBezTo>
                    <a:pt x="0" y="92"/>
                    <a:pt x="0" y="213"/>
                    <a:pt x="91" y="304"/>
                  </a:cubicBezTo>
                  <a:lnTo>
                    <a:pt x="152" y="304"/>
                  </a:lnTo>
                  <a:cubicBezTo>
                    <a:pt x="243" y="213"/>
                    <a:pt x="243" y="92"/>
                    <a:pt x="1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7"/>
            <p:cNvSpPr/>
            <p:nvPr/>
          </p:nvSpPr>
          <p:spPr>
            <a:xfrm>
              <a:off x="2207000" y="3745600"/>
              <a:ext cx="7625" cy="4775"/>
            </a:xfrm>
            <a:custGeom>
              <a:rect b="b" l="l" r="r" t="t"/>
              <a:pathLst>
                <a:path extrusionOk="0" h="191" w="305">
                  <a:moveTo>
                    <a:pt x="141" y="0"/>
                  </a:moveTo>
                  <a:cubicBezTo>
                    <a:pt x="76" y="0"/>
                    <a:pt x="15" y="23"/>
                    <a:pt x="0" y="69"/>
                  </a:cubicBezTo>
                  <a:cubicBezTo>
                    <a:pt x="0" y="99"/>
                    <a:pt x="91" y="160"/>
                    <a:pt x="122" y="190"/>
                  </a:cubicBezTo>
                  <a:lnTo>
                    <a:pt x="304" y="130"/>
                  </a:lnTo>
                  <a:cubicBezTo>
                    <a:pt x="304" y="99"/>
                    <a:pt x="304" y="99"/>
                    <a:pt x="304" y="69"/>
                  </a:cubicBezTo>
                  <a:cubicBezTo>
                    <a:pt x="274" y="23"/>
                    <a:pt x="205" y="0"/>
                    <a:pt x="1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7"/>
            <p:cNvSpPr/>
            <p:nvPr/>
          </p:nvSpPr>
          <p:spPr>
            <a:xfrm>
              <a:off x="2439525" y="3772950"/>
              <a:ext cx="7625" cy="4775"/>
            </a:xfrm>
            <a:custGeom>
              <a:rect b="b" l="l" r="r" t="t"/>
              <a:pathLst>
                <a:path extrusionOk="0" h="191" w="305">
                  <a:moveTo>
                    <a:pt x="130" y="1"/>
                  </a:moveTo>
                  <a:cubicBezTo>
                    <a:pt x="69" y="1"/>
                    <a:pt x="16" y="23"/>
                    <a:pt x="0" y="69"/>
                  </a:cubicBezTo>
                  <a:cubicBezTo>
                    <a:pt x="0" y="99"/>
                    <a:pt x="92" y="160"/>
                    <a:pt x="122" y="191"/>
                  </a:cubicBezTo>
                  <a:lnTo>
                    <a:pt x="304" y="130"/>
                  </a:lnTo>
                  <a:cubicBezTo>
                    <a:pt x="304" y="99"/>
                    <a:pt x="304" y="99"/>
                    <a:pt x="304" y="69"/>
                  </a:cubicBezTo>
                  <a:cubicBezTo>
                    <a:pt x="259" y="23"/>
                    <a:pt x="190" y="1"/>
                    <a:pt x="1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0" name="Google Shape;6370;p67"/>
          <p:cNvSpPr/>
          <p:nvPr/>
        </p:nvSpPr>
        <p:spPr>
          <a:xfrm>
            <a:off x="903346" y="3831400"/>
            <a:ext cx="2010712" cy="792846"/>
          </a:xfrm>
          <a:custGeom>
            <a:rect b="b" l="l" r="r" t="t"/>
            <a:pathLst>
              <a:path extrusionOk="0" h="28768" w="72951">
                <a:moveTo>
                  <a:pt x="6353" y="10105"/>
                </a:moveTo>
                <a:lnTo>
                  <a:pt x="6627" y="10561"/>
                </a:lnTo>
                <a:cubicBezTo>
                  <a:pt x="6581" y="10591"/>
                  <a:pt x="6520" y="10607"/>
                  <a:pt x="6460" y="10607"/>
                </a:cubicBezTo>
                <a:cubicBezTo>
                  <a:pt x="6399" y="10607"/>
                  <a:pt x="6338" y="10591"/>
                  <a:pt x="6292" y="10561"/>
                </a:cubicBezTo>
                <a:cubicBezTo>
                  <a:pt x="6171" y="10439"/>
                  <a:pt x="6171" y="10318"/>
                  <a:pt x="6353" y="10105"/>
                </a:cubicBezTo>
                <a:close/>
                <a:moveTo>
                  <a:pt x="4347" y="12354"/>
                </a:moveTo>
                <a:cubicBezTo>
                  <a:pt x="4469" y="12446"/>
                  <a:pt x="4499" y="12628"/>
                  <a:pt x="4408" y="12749"/>
                </a:cubicBezTo>
                <a:cubicBezTo>
                  <a:pt x="4351" y="12806"/>
                  <a:pt x="4295" y="12830"/>
                  <a:pt x="4238" y="12830"/>
                </a:cubicBezTo>
                <a:cubicBezTo>
                  <a:pt x="4173" y="12830"/>
                  <a:pt x="4108" y="12798"/>
                  <a:pt x="4043" y="12749"/>
                </a:cubicBezTo>
                <a:cubicBezTo>
                  <a:pt x="4074" y="12567"/>
                  <a:pt x="4256" y="12506"/>
                  <a:pt x="4347" y="12354"/>
                </a:cubicBezTo>
                <a:close/>
                <a:moveTo>
                  <a:pt x="70579" y="11716"/>
                </a:moveTo>
                <a:cubicBezTo>
                  <a:pt x="70762" y="11959"/>
                  <a:pt x="70579" y="12233"/>
                  <a:pt x="70701" y="12537"/>
                </a:cubicBezTo>
                <a:lnTo>
                  <a:pt x="70853" y="12689"/>
                </a:lnTo>
                <a:lnTo>
                  <a:pt x="70549" y="13297"/>
                </a:lnTo>
                <a:lnTo>
                  <a:pt x="70215" y="12932"/>
                </a:lnTo>
                <a:cubicBezTo>
                  <a:pt x="70154" y="12658"/>
                  <a:pt x="70367" y="12324"/>
                  <a:pt x="70032" y="12050"/>
                </a:cubicBezTo>
                <a:cubicBezTo>
                  <a:pt x="69880" y="11959"/>
                  <a:pt x="70032" y="11716"/>
                  <a:pt x="70275" y="11716"/>
                </a:cubicBezTo>
                <a:close/>
                <a:moveTo>
                  <a:pt x="71166" y="13258"/>
                </a:moveTo>
                <a:cubicBezTo>
                  <a:pt x="71238" y="13258"/>
                  <a:pt x="71350" y="13313"/>
                  <a:pt x="71400" y="13388"/>
                </a:cubicBezTo>
                <a:cubicBezTo>
                  <a:pt x="71461" y="13449"/>
                  <a:pt x="71370" y="13449"/>
                  <a:pt x="71309" y="13479"/>
                </a:cubicBezTo>
                <a:cubicBezTo>
                  <a:pt x="71111" y="13567"/>
                  <a:pt x="71024" y="13751"/>
                  <a:pt x="71049" y="13811"/>
                </a:cubicBezTo>
                <a:lnTo>
                  <a:pt x="71049" y="13811"/>
                </a:lnTo>
                <a:cubicBezTo>
                  <a:pt x="71045" y="13812"/>
                  <a:pt x="71040" y="13812"/>
                  <a:pt x="71035" y="13813"/>
                </a:cubicBezTo>
                <a:cubicBezTo>
                  <a:pt x="70904" y="13863"/>
                  <a:pt x="70819" y="13883"/>
                  <a:pt x="70765" y="13883"/>
                </a:cubicBezTo>
                <a:cubicBezTo>
                  <a:pt x="70620" y="13883"/>
                  <a:pt x="70701" y="13734"/>
                  <a:pt x="70701" y="13601"/>
                </a:cubicBezTo>
                <a:cubicBezTo>
                  <a:pt x="70853" y="13479"/>
                  <a:pt x="70974" y="13357"/>
                  <a:pt x="71126" y="13266"/>
                </a:cubicBezTo>
                <a:cubicBezTo>
                  <a:pt x="71137" y="13261"/>
                  <a:pt x="71151" y="13258"/>
                  <a:pt x="71166" y="13258"/>
                </a:cubicBezTo>
                <a:close/>
                <a:moveTo>
                  <a:pt x="63224" y="15880"/>
                </a:moveTo>
                <a:lnTo>
                  <a:pt x="63224" y="15911"/>
                </a:lnTo>
                <a:cubicBezTo>
                  <a:pt x="63315" y="16002"/>
                  <a:pt x="63406" y="16093"/>
                  <a:pt x="63467" y="16215"/>
                </a:cubicBezTo>
                <a:cubicBezTo>
                  <a:pt x="63497" y="16245"/>
                  <a:pt x="63436" y="16367"/>
                  <a:pt x="63406" y="16367"/>
                </a:cubicBezTo>
                <a:cubicBezTo>
                  <a:pt x="63315" y="16336"/>
                  <a:pt x="63193" y="16336"/>
                  <a:pt x="63132" y="16275"/>
                </a:cubicBezTo>
                <a:cubicBezTo>
                  <a:pt x="63072" y="16215"/>
                  <a:pt x="63102" y="16093"/>
                  <a:pt x="63102" y="16002"/>
                </a:cubicBezTo>
                <a:cubicBezTo>
                  <a:pt x="63102" y="15971"/>
                  <a:pt x="63163" y="15941"/>
                  <a:pt x="63224" y="15880"/>
                </a:cubicBezTo>
                <a:close/>
                <a:moveTo>
                  <a:pt x="66032" y="17274"/>
                </a:moveTo>
                <a:cubicBezTo>
                  <a:pt x="66070" y="17274"/>
                  <a:pt x="66148" y="17373"/>
                  <a:pt x="66202" y="17400"/>
                </a:cubicBezTo>
                <a:cubicBezTo>
                  <a:pt x="66202" y="17522"/>
                  <a:pt x="66202" y="17582"/>
                  <a:pt x="66172" y="17582"/>
                </a:cubicBezTo>
                <a:cubicBezTo>
                  <a:pt x="65959" y="17704"/>
                  <a:pt x="65716" y="17826"/>
                  <a:pt x="65473" y="17917"/>
                </a:cubicBezTo>
                <a:cubicBezTo>
                  <a:pt x="65442" y="17917"/>
                  <a:pt x="65321" y="17856"/>
                  <a:pt x="65290" y="17795"/>
                </a:cubicBezTo>
                <a:cubicBezTo>
                  <a:pt x="65290" y="17765"/>
                  <a:pt x="65260" y="17613"/>
                  <a:pt x="65290" y="17613"/>
                </a:cubicBezTo>
                <a:cubicBezTo>
                  <a:pt x="65534" y="17461"/>
                  <a:pt x="65777" y="17370"/>
                  <a:pt x="66020" y="17278"/>
                </a:cubicBezTo>
                <a:cubicBezTo>
                  <a:pt x="66023" y="17275"/>
                  <a:pt x="66027" y="17274"/>
                  <a:pt x="66032" y="17274"/>
                </a:cubicBezTo>
                <a:close/>
                <a:moveTo>
                  <a:pt x="61384" y="15691"/>
                </a:moveTo>
                <a:cubicBezTo>
                  <a:pt x="61501" y="15691"/>
                  <a:pt x="61526" y="15762"/>
                  <a:pt x="61552" y="15941"/>
                </a:cubicBezTo>
                <a:cubicBezTo>
                  <a:pt x="61570" y="16072"/>
                  <a:pt x="61635" y="16134"/>
                  <a:pt x="61732" y="16134"/>
                </a:cubicBezTo>
                <a:cubicBezTo>
                  <a:pt x="61792" y="16134"/>
                  <a:pt x="61865" y="16109"/>
                  <a:pt x="61947" y="16063"/>
                </a:cubicBezTo>
                <a:cubicBezTo>
                  <a:pt x="61977" y="16032"/>
                  <a:pt x="62038" y="15971"/>
                  <a:pt x="62069" y="15941"/>
                </a:cubicBezTo>
                <a:cubicBezTo>
                  <a:pt x="62312" y="16063"/>
                  <a:pt x="62494" y="16184"/>
                  <a:pt x="62707" y="16306"/>
                </a:cubicBezTo>
                <a:cubicBezTo>
                  <a:pt x="62889" y="16427"/>
                  <a:pt x="63041" y="16610"/>
                  <a:pt x="63102" y="16823"/>
                </a:cubicBezTo>
                <a:cubicBezTo>
                  <a:pt x="63193" y="17035"/>
                  <a:pt x="63284" y="17248"/>
                  <a:pt x="63406" y="17461"/>
                </a:cubicBezTo>
                <a:cubicBezTo>
                  <a:pt x="63477" y="17469"/>
                  <a:pt x="63547" y="17475"/>
                  <a:pt x="63614" y="17475"/>
                </a:cubicBezTo>
                <a:cubicBezTo>
                  <a:pt x="63802" y="17475"/>
                  <a:pt x="63970" y="17428"/>
                  <a:pt x="64105" y="17248"/>
                </a:cubicBezTo>
                <a:lnTo>
                  <a:pt x="64652" y="17795"/>
                </a:lnTo>
                <a:lnTo>
                  <a:pt x="64439" y="18038"/>
                </a:lnTo>
                <a:lnTo>
                  <a:pt x="64865" y="18281"/>
                </a:lnTo>
                <a:cubicBezTo>
                  <a:pt x="64804" y="18525"/>
                  <a:pt x="65138" y="18616"/>
                  <a:pt x="65108" y="18859"/>
                </a:cubicBezTo>
                <a:cubicBezTo>
                  <a:pt x="65078" y="19041"/>
                  <a:pt x="65078" y="19193"/>
                  <a:pt x="65108" y="19376"/>
                </a:cubicBezTo>
                <a:cubicBezTo>
                  <a:pt x="65260" y="19437"/>
                  <a:pt x="65382" y="19497"/>
                  <a:pt x="65503" y="19558"/>
                </a:cubicBezTo>
                <a:cubicBezTo>
                  <a:pt x="65442" y="19832"/>
                  <a:pt x="65047" y="19892"/>
                  <a:pt x="65108" y="20227"/>
                </a:cubicBezTo>
                <a:lnTo>
                  <a:pt x="64470" y="20804"/>
                </a:lnTo>
                <a:lnTo>
                  <a:pt x="63801" y="20804"/>
                </a:lnTo>
                <a:cubicBezTo>
                  <a:pt x="63767" y="20799"/>
                  <a:pt x="63731" y="20797"/>
                  <a:pt x="63696" y="20797"/>
                </a:cubicBezTo>
                <a:cubicBezTo>
                  <a:pt x="63512" y="20797"/>
                  <a:pt x="63320" y="20864"/>
                  <a:pt x="63193" y="21017"/>
                </a:cubicBezTo>
                <a:cubicBezTo>
                  <a:pt x="63193" y="21025"/>
                  <a:pt x="63178" y="21029"/>
                  <a:pt x="63154" y="21029"/>
                </a:cubicBezTo>
                <a:cubicBezTo>
                  <a:pt x="63090" y="21029"/>
                  <a:pt x="62964" y="21001"/>
                  <a:pt x="62920" y="20956"/>
                </a:cubicBezTo>
                <a:cubicBezTo>
                  <a:pt x="62808" y="20826"/>
                  <a:pt x="62684" y="20810"/>
                  <a:pt x="62550" y="20810"/>
                </a:cubicBezTo>
                <a:cubicBezTo>
                  <a:pt x="62505" y="20810"/>
                  <a:pt x="62460" y="20811"/>
                  <a:pt x="62413" y="20811"/>
                </a:cubicBezTo>
                <a:cubicBezTo>
                  <a:pt x="62370" y="20811"/>
                  <a:pt x="62326" y="20810"/>
                  <a:pt x="62281" y="20804"/>
                </a:cubicBezTo>
                <a:lnTo>
                  <a:pt x="62160" y="20379"/>
                </a:lnTo>
                <a:lnTo>
                  <a:pt x="61400" y="20379"/>
                </a:lnTo>
                <a:lnTo>
                  <a:pt x="61248" y="19923"/>
                </a:lnTo>
                <a:lnTo>
                  <a:pt x="60306" y="19923"/>
                </a:lnTo>
                <a:cubicBezTo>
                  <a:pt x="60123" y="19497"/>
                  <a:pt x="60123" y="19497"/>
                  <a:pt x="59606" y="19437"/>
                </a:cubicBezTo>
                <a:cubicBezTo>
                  <a:pt x="59424" y="19254"/>
                  <a:pt x="59637" y="18950"/>
                  <a:pt x="59394" y="18768"/>
                </a:cubicBezTo>
                <a:cubicBezTo>
                  <a:pt x="59211" y="18616"/>
                  <a:pt x="59303" y="18373"/>
                  <a:pt x="59303" y="18130"/>
                </a:cubicBezTo>
                <a:lnTo>
                  <a:pt x="59303" y="17278"/>
                </a:lnTo>
                <a:cubicBezTo>
                  <a:pt x="59211" y="17278"/>
                  <a:pt x="59120" y="17278"/>
                  <a:pt x="59029" y="17248"/>
                </a:cubicBezTo>
                <a:cubicBezTo>
                  <a:pt x="58847" y="17157"/>
                  <a:pt x="58816" y="16823"/>
                  <a:pt x="58968" y="16823"/>
                </a:cubicBezTo>
                <a:cubicBezTo>
                  <a:pt x="59333" y="16823"/>
                  <a:pt x="59424" y="16488"/>
                  <a:pt x="59667" y="16367"/>
                </a:cubicBezTo>
                <a:lnTo>
                  <a:pt x="59910" y="16579"/>
                </a:lnTo>
                <a:cubicBezTo>
                  <a:pt x="60336" y="16488"/>
                  <a:pt x="60670" y="16215"/>
                  <a:pt x="61035" y="16093"/>
                </a:cubicBezTo>
                <a:cubicBezTo>
                  <a:pt x="61096" y="16063"/>
                  <a:pt x="61096" y="15971"/>
                  <a:pt x="61096" y="15880"/>
                </a:cubicBezTo>
                <a:cubicBezTo>
                  <a:pt x="61096" y="15789"/>
                  <a:pt x="61187" y="15698"/>
                  <a:pt x="61309" y="15698"/>
                </a:cubicBezTo>
                <a:cubicBezTo>
                  <a:pt x="61337" y="15693"/>
                  <a:pt x="61363" y="15691"/>
                  <a:pt x="61384" y="15691"/>
                </a:cubicBezTo>
                <a:close/>
                <a:moveTo>
                  <a:pt x="65317" y="25683"/>
                </a:moveTo>
                <a:cubicBezTo>
                  <a:pt x="65404" y="25683"/>
                  <a:pt x="65488" y="25728"/>
                  <a:pt x="65534" y="25820"/>
                </a:cubicBezTo>
                <a:cubicBezTo>
                  <a:pt x="65488" y="25896"/>
                  <a:pt x="65404" y="25934"/>
                  <a:pt x="65317" y="25934"/>
                </a:cubicBezTo>
                <a:cubicBezTo>
                  <a:pt x="65230" y="25934"/>
                  <a:pt x="65138" y="25896"/>
                  <a:pt x="65078" y="25820"/>
                </a:cubicBezTo>
                <a:cubicBezTo>
                  <a:pt x="65138" y="25728"/>
                  <a:pt x="65230" y="25683"/>
                  <a:pt x="65317" y="25683"/>
                </a:cubicBezTo>
                <a:close/>
                <a:moveTo>
                  <a:pt x="60336" y="27279"/>
                </a:moveTo>
                <a:cubicBezTo>
                  <a:pt x="60458" y="27370"/>
                  <a:pt x="60458" y="27613"/>
                  <a:pt x="60336" y="27643"/>
                </a:cubicBezTo>
                <a:cubicBezTo>
                  <a:pt x="60333" y="27647"/>
                  <a:pt x="60329" y="27648"/>
                  <a:pt x="60325" y="27648"/>
                </a:cubicBezTo>
                <a:cubicBezTo>
                  <a:pt x="60292" y="27648"/>
                  <a:pt x="60238" y="27546"/>
                  <a:pt x="60184" y="27491"/>
                </a:cubicBezTo>
                <a:cubicBezTo>
                  <a:pt x="60245" y="27400"/>
                  <a:pt x="60245" y="27339"/>
                  <a:pt x="60275" y="27279"/>
                </a:cubicBezTo>
                <a:close/>
                <a:moveTo>
                  <a:pt x="30652" y="0"/>
                </a:moveTo>
                <a:cubicBezTo>
                  <a:pt x="30606" y="0"/>
                  <a:pt x="30558" y="14"/>
                  <a:pt x="30518" y="44"/>
                </a:cubicBezTo>
                <a:cubicBezTo>
                  <a:pt x="30396" y="166"/>
                  <a:pt x="30275" y="287"/>
                  <a:pt x="30123" y="409"/>
                </a:cubicBezTo>
                <a:cubicBezTo>
                  <a:pt x="30006" y="350"/>
                  <a:pt x="29889" y="217"/>
                  <a:pt x="29756" y="217"/>
                </a:cubicBezTo>
                <a:cubicBezTo>
                  <a:pt x="29681" y="217"/>
                  <a:pt x="29602" y="259"/>
                  <a:pt x="29515" y="378"/>
                </a:cubicBezTo>
                <a:cubicBezTo>
                  <a:pt x="29393" y="530"/>
                  <a:pt x="29180" y="409"/>
                  <a:pt x="29059" y="591"/>
                </a:cubicBezTo>
                <a:cubicBezTo>
                  <a:pt x="28937" y="743"/>
                  <a:pt x="28816" y="865"/>
                  <a:pt x="28664" y="986"/>
                </a:cubicBezTo>
                <a:cubicBezTo>
                  <a:pt x="28633" y="1017"/>
                  <a:pt x="28572" y="1047"/>
                  <a:pt x="28512" y="1047"/>
                </a:cubicBezTo>
                <a:cubicBezTo>
                  <a:pt x="28431" y="885"/>
                  <a:pt x="28296" y="858"/>
                  <a:pt x="28142" y="858"/>
                </a:cubicBezTo>
                <a:cubicBezTo>
                  <a:pt x="28066" y="858"/>
                  <a:pt x="27985" y="865"/>
                  <a:pt x="27904" y="865"/>
                </a:cubicBezTo>
                <a:lnTo>
                  <a:pt x="27448" y="439"/>
                </a:lnTo>
                <a:cubicBezTo>
                  <a:pt x="27326" y="530"/>
                  <a:pt x="27265" y="652"/>
                  <a:pt x="27083" y="652"/>
                </a:cubicBezTo>
                <a:cubicBezTo>
                  <a:pt x="27071" y="651"/>
                  <a:pt x="27060" y="650"/>
                  <a:pt x="27050" y="650"/>
                </a:cubicBezTo>
                <a:cubicBezTo>
                  <a:pt x="26825" y="650"/>
                  <a:pt x="26985" y="960"/>
                  <a:pt x="26840" y="1047"/>
                </a:cubicBezTo>
                <a:cubicBezTo>
                  <a:pt x="26779" y="1062"/>
                  <a:pt x="26726" y="1070"/>
                  <a:pt x="26677" y="1070"/>
                </a:cubicBezTo>
                <a:cubicBezTo>
                  <a:pt x="26627" y="1070"/>
                  <a:pt x="26582" y="1062"/>
                  <a:pt x="26536" y="1047"/>
                </a:cubicBezTo>
                <a:cubicBezTo>
                  <a:pt x="26445" y="1017"/>
                  <a:pt x="26354" y="956"/>
                  <a:pt x="26293" y="895"/>
                </a:cubicBezTo>
                <a:cubicBezTo>
                  <a:pt x="26206" y="1034"/>
                  <a:pt x="26089" y="1044"/>
                  <a:pt x="25971" y="1044"/>
                </a:cubicBezTo>
                <a:cubicBezTo>
                  <a:pt x="25952" y="1044"/>
                  <a:pt x="25932" y="1044"/>
                  <a:pt x="25912" y="1044"/>
                </a:cubicBezTo>
                <a:cubicBezTo>
                  <a:pt x="25844" y="1044"/>
                  <a:pt x="25776" y="1047"/>
                  <a:pt x="25715" y="1078"/>
                </a:cubicBezTo>
                <a:cubicBezTo>
                  <a:pt x="25533" y="1169"/>
                  <a:pt x="25351" y="1260"/>
                  <a:pt x="25168" y="1382"/>
                </a:cubicBezTo>
                <a:cubicBezTo>
                  <a:pt x="25059" y="1477"/>
                  <a:pt x="24918" y="1524"/>
                  <a:pt x="24778" y="1524"/>
                </a:cubicBezTo>
                <a:cubicBezTo>
                  <a:pt x="24606" y="1524"/>
                  <a:pt x="24434" y="1454"/>
                  <a:pt x="24317" y="1321"/>
                </a:cubicBezTo>
                <a:cubicBezTo>
                  <a:pt x="24219" y="1419"/>
                  <a:pt x="24146" y="1530"/>
                  <a:pt x="24024" y="1530"/>
                </a:cubicBezTo>
                <a:cubicBezTo>
                  <a:pt x="23958" y="1530"/>
                  <a:pt x="23877" y="1498"/>
                  <a:pt x="23770" y="1412"/>
                </a:cubicBezTo>
                <a:cubicBezTo>
                  <a:pt x="23638" y="1310"/>
                  <a:pt x="23549" y="1264"/>
                  <a:pt x="23461" y="1264"/>
                </a:cubicBezTo>
                <a:cubicBezTo>
                  <a:pt x="23367" y="1264"/>
                  <a:pt x="23274" y="1317"/>
                  <a:pt x="23132" y="1412"/>
                </a:cubicBezTo>
                <a:cubicBezTo>
                  <a:pt x="23032" y="1481"/>
                  <a:pt x="22956" y="1509"/>
                  <a:pt x="22892" y="1509"/>
                </a:cubicBezTo>
                <a:cubicBezTo>
                  <a:pt x="22762" y="1509"/>
                  <a:pt x="22687" y="1393"/>
                  <a:pt x="22585" y="1290"/>
                </a:cubicBezTo>
                <a:lnTo>
                  <a:pt x="22129" y="1716"/>
                </a:lnTo>
                <a:lnTo>
                  <a:pt x="21004" y="1716"/>
                </a:lnTo>
                <a:cubicBezTo>
                  <a:pt x="20885" y="1692"/>
                  <a:pt x="20859" y="1557"/>
                  <a:pt x="20752" y="1557"/>
                </a:cubicBezTo>
                <a:cubicBezTo>
                  <a:pt x="20722" y="1557"/>
                  <a:pt x="20686" y="1568"/>
                  <a:pt x="20639" y="1594"/>
                </a:cubicBezTo>
                <a:cubicBezTo>
                  <a:pt x="20378" y="1832"/>
                  <a:pt x="20060" y="1958"/>
                  <a:pt x="19745" y="1958"/>
                </a:cubicBezTo>
                <a:cubicBezTo>
                  <a:pt x="19658" y="1958"/>
                  <a:pt x="19570" y="1949"/>
                  <a:pt x="19484" y="1929"/>
                </a:cubicBezTo>
                <a:cubicBezTo>
                  <a:pt x="19150" y="2141"/>
                  <a:pt x="18967" y="2537"/>
                  <a:pt x="18724" y="2597"/>
                </a:cubicBezTo>
                <a:cubicBezTo>
                  <a:pt x="18705" y="2602"/>
                  <a:pt x="18687" y="2603"/>
                  <a:pt x="18670" y="2603"/>
                </a:cubicBezTo>
                <a:cubicBezTo>
                  <a:pt x="18511" y="2603"/>
                  <a:pt x="18406" y="2448"/>
                  <a:pt x="18293" y="2448"/>
                </a:cubicBezTo>
                <a:cubicBezTo>
                  <a:pt x="18238" y="2448"/>
                  <a:pt x="18182" y="2485"/>
                  <a:pt x="18116" y="2597"/>
                </a:cubicBezTo>
                <a:cubicBezTo>
                  <a:pt x="17904" y="2597"/>
                  <a:pt x="17721" y="2719"/>
                  <a:pt x="17600" y="2901"/>
                </a:cubicBezTo>
                <a:cubicBezTo>
                  <a:pt x="17448" y="3114"/>
                  <a:pt x="17113" y="3053"/>
                  <a:pt x="16992" y="3296"/>
                </a:cubicBezTo>
                <a:cubicBezTo>
                  <a:pt x="16870" y="3205"/>
                  <a:pt x="16749" y="3084"/>
                  <a:pt x="16657" y="2962"/>
                </a:cubicBezTo>
                <a:cubicBezTo>
                  <a:pt x="16505" y="2810"/>
                  <a:pt x="16232" y="2901"/>
                  <a:pt x="16141" y="2658"/>
                </a:cubicBezTo>
                <a:cubicBezTo>
                  <a:pt x="15958" y="2780"/>
                  <a:pt x="15745" y="2810"/>
                  <a:pt x="15593" y="2932"/>
                </a:cubicBezTo>
                <a:cubicBezTo>
                  <a:pt x="15457" y="3069"/>
                  <a:pt x="15303" y="3086"/>
                  <a:pt x="15145" y="3086"/>
                </a:cubicBezTo>
                <a:cubicBezTo>
                  <a:pt x="15092" y="3086"/>
                  <a:pt x="15039" y="3084"/>
                  <a:pt x="14986" y="3084"/>
                </a:cubicBezTo>
                <a:lnTo>
                  <a:pt x="14530" y="2628"/>
                </a:lnTo>
                <a:lnTo>
                  <a:pt x="13709" y="2628"/>
                </a:lnTo>
                <a:cubicBezTo>
                  <a:pt x="13587" y="2537"/>
                  <a:pt x="13466" y="2445"/>
                  <a:pt x="13435" y="2445"/>
                </a:cubicBezTo>
                <a:cubicBezTo>
                  <a:pt x="13327" y="2527"/>
                  <a:pt x="13242" y="2633"/>
                  <a:pt x="13117" y="2633"/>
                </a:cubicBezTo>
                <a:cubicBezTo>
                  <a:pt x="13102" y="2633"/>
                  <a:pt x="13087" y="2631"/>
                  <a:pt x="13071" y="2628"/>
                </a:cubicBezTo>
                <a:cubicBezTo>
                  <a:pt x="13035" y="2620"/>
                  <a:pt x="12999" y="2616"/>
                  <a:pt x="12964" y="2616"/>
                </a:cubicBezTo>
                <a:cubicBezTo>
                  <a:pt x="12729" y="2616"/>
                  <a:pt x="12516" y="2785"/>
                  <a:pt x="12463" y="3023"/>
                </a:cubicBezTo>
                <a:cubicBezTo>
                  <a:pt x="12372" y="3296"/>
                  <a:pt x="12280" y="3479"/>
                  <a:pt x="12007" y="3509"/>
                </a:cubicBezTo>
                <a:cubicBezTo>
                  <a:pt x="11855" y="3540"/>
                  <a:pt x="11794" y="3600"/>
                  <a:pt x="11794" y="3722"/>
                </a:cubicBezTo>
                <a:cubicBezTo>
                  <a:pt x="11824" y="3965"/>
                  <a:pt x="11520" y="4026"/>
                  <a:pt x="11551" y="4300"/>
                </a:cubicBezTo>
                <a:cubicBezTo>
                  <a:pt x="11567" y="4348"/>
                  <a:pt x="11531" y="4380"/>
                  <a:pt x="11448" y="4380"/>
                </a:cubicBezTo>
                <a:cubicBezTo>
                  <a:pt x="11375" y="4380"/>
                  <a:pt x="11267" y="4356"/>
                  <a:pt x="11125" y="4300"/>
                </a:cubicBezTo>
                <a:cubicBezTo>
                  <a:pt x="11277" y="4117"/>
                  <a:pt x="11520" y="3996"/>
                  <a:pt x="11217" y="3692"/>
                </a:cubicBezTo>
                <a:lnTo>
                  <a:pt x="11217" y="3692"/>
                </a:lnTo>
                <a:cubicBezTo>
                  <a:pt x="11171" y="3920"/>
                  <a:pt x="11042" y="3950"/>
                  <a:pt x="10897" y="3950"/>
                </a:cubicBezTo>
                <a:cubicBezTo>
                  <a:pt x="10845" y="3950"/>
                  <a:pt x="10790" y="3946"/>
                  <a:pt x="10737" y="3946"/>
                </a:cubicBezTo>
                <a:cubicBezTo>
                  <a:pt x="10644" y="3946"/>
                  <a:pt x="10555" y="3958"/>
                  <a:pt x="10487" y="4026"/>
                </a:cubicBezTo>
                <a:cubicBezTo>
                  <a:pt x="10426" y="4300"/>
                  <a:pt x="10517" y="4634"/>
                  <a:pt x="10183" y="4786"/>
                </a:cubicBezTo>
                <a:cubicBezTo>
                  <a:pt x="10031" y="4847"/>
                  <a:pt x="9849" y="4847"/>
                  <a:pt x="9788" y="4968"/>
                </a:cubicBezTo>
                <a:cubicBezTo>
                  <a:pt x="9758" y="5090"/>
                  <a:pt x="9697" y="5211"/>
                  <a:pt x="9636" y="5333"/>
                </a:cubicBezTo>
                <a:cubicBezTo>
                  <a:pt x="9484" y="5515"/>
                  <a:pt x="9514" y="5637"/>
                  <a:pt x="9727" y="5789"/>
                </a:cubicBezTo>
                <a:cubicBezTo>
                  <a:pt x="9788" y="5850"/>
                  <a:pt x="9879" y="5910"/>
                  <a:pt x="9970" y="5971"/>
                </a:cubicBezTo>
                <a:cubicBezTo>
                  <a:pt x="9991" y="5971"/>
                  <a:pt x="10024" y="5958"/>
                  <a:pt x="10054" y="5958"/>
                </a:cubicBezTo>
                <a:cubicBezTo>
                  <a:pt x="10068" y="5958"/>
                  <a:pt x="10082" y="5961"/>
                  <a:pt x="10092" y="5971"/>
                </a:cubicBezTo>
                <a:cubicBezTo>
                  <a:pt x="10213" y="6062"/>
                  <a:pt x="10396" y="6214"/>
                  <a:pt x="10426" y="6336"/>
                </a:cubicBezTo>
                <a:cubicBezTo>
                  <a:pt x="10457" y="6458"/>
                  <a:pt x="10305" y="6610"/>
                  <a:pt x="10274" y="6762"/>
                </a:cubicBezTo>
                <a:lnTo>
                  <a:pt x="10426" y="6944"/>
                </a:lnTo>
                <a:lnTo>
                  <a:pt x="10001" y="7400"/>
                </a:lnTo>
                <a:cubicBezTo>
                  <a:pt x="10031" y="7582"/>
                  <a:pt x="9909" y="7765"/>
                  <a:pt x="10092" y="7917"/>
                </a:cubicBezTo>
                <a:cubicBezTo>
                  <a:pt x="10274" y="7795"/>
                  <a:pt x="10396" y="7727"/>
                  <a:pt x="10498" y="7727"/>
                </a:cubicBezTo>
                <a:cubicBezTo>
                  <a:pt x="10601" y="7727"/>
                  <a:pt x="10685" y="7795"/>
                  <a:pt x="10791" y="7947"/>
                </a:cubicBezTo>
                <a:cubicBezTo>
                  <a:pt x="10882" y="8129"/>
                  <a:pt x="10973" y="8342"/>
                  <a:pt x="11065" y="8525"/>
                </a:cubicBezTo>
                <a:cubicBezTo>
                  <a:pt x="10973" y="8616"/>
                  <a:pt x="10943" y="8676"/>
                  <a:pt x="10882" y="8707"/>
                </a:cubicBezTo>
                <a:lnTo>
                  <a:pt x="11429" y="9284"/>
                </a:lnTo>
                <a:lnTo>
                  <a:pt x="12098" y="9284"/>
                </a:lnTo>
                <a:cubicBezTo>
                  <a:pt x="12280" y="9436"/>
                  <a:pt x="12432" y="9649"/>
                  <a:pt x="12463" y="9892"/>
                </a:cubicBezTo>
                <a:lnTo>
                  <a:pt x="12007" y="10287"/>
                </a:lnTo>
                <a:cubicBezTo>
                  <a:pt x="12098" y="10531"/>
                  <a:pt x="11794" y="10622"/>
                  <a:pt x="11764" y="10835"/>
                </a:cubicBezTo>
                <a:cubicBezTo>
                  <a:pt x="11745" y="10987"/>
                  <a:pt x="11678" y="11056"/>
                  <a:pt x="11578" y="11056"/>
                </a:cubicBezTo>
                <a:cubicBezTo>
                  <a:pt x="11518" y="11056"/>
                  <a:pt x="11448" y="11032"/>
                  <a:pt x="11368" y="10987"/>
                </a:cubicBezTo>
                <a:cubicBezTo>
                  <a:pt x="11227" y="10902"/>
                  <a:pt x="11152" y="10857"/>
                  <a:pt x="11081" y="10857"/>
                </a:cubicBezTo>
                <a:cubicBezTo>
                  <a:pt x="10999" y="10857"/>
                  <a:pt x="10923" y="10917"/>
                  <a:pt x="10761" y="11047"/>
                </a:cubicBezTo>
                <a:lnTo>
                  <a:pt x="10365" y="10196"/>
                </a:lnTo>
                <a:cubicBezTo>
                  <a:pt x="10297" y="10166"/>
                  <a:pt x="10221" y="10158"/>
                  <a:pt x="10142" y="10158"/>
                </a:cubicBezTo>
                <a:cubicBezTo>
                  <a:pt x="10062" y="10158"/>
                  <a:pt x="9980" y="10166"/>
                  <a:pt x="9898" y="10166"/>
                </a:cubicBezTo>
                <a:cubicBezTo>
                  <a:pt x="9735" y="10166"/>
                  <a:pt x="9575" y="10135"/>
                  <a:pt x="9454" y="9953"/>
                </a:cubicBezTo>
                <a:cubicBezTo>
                  <a:pt x="9423" y="9983"/>
                  <a:pt x="9362" y="10014"/>
                  <a:pt x="9302" y="10075"/>
                </a:cubicBezTo>
                <a:cubicBezTo>
                  <a:pt x="9241" y="10135"/>
                  <a:pt x="9180" y="10227"/>
                  <a:pt x="9119" y="10257"/>
                </a:cubicBezTo>
                <a:cubicBezTo>
                  <a:pt x="9210" y="10379"/>
                  <a:pt x="9302" y="10470"/>
                  <a:pt x="9302" y="10561"/>
                </a:cubicBezTo>
                <a:cubicBezTo>
                  <a:pt x="9332" y="10652"/>
                  <a:pt x="9271" y="10804"/>
                  <a:pt x="9210" y="10804"/>
                </a:cubicBezTo>
                <a:cubicBezTo>
                  <a:pt x="9152" y="10824"/>
                  <a:pt x="9098" y="10832"/>
                  <a:pt x="9047" y="10832"/>
                </a:cubicBezTo>
                <a:cubicBezTo>
                  <a:pt x="8856" y="10832"/>
                  <a:pt x="8703" y="10717"/>
                  <a:pt x="8511" y="10622"/>
                </a:cubicBezTo>
                <a:cubicBezTo>
                  <a:pt x="8489" y="10613"/>
                  <a:pt x="8467" y="10610"/>
                  <a:pt x="8445" y="10610"/>
                </a:cubicBezTo>
                <a:cubicBezTo>
                  <a:pt x="8262" y="10610"/>
                  <a:pt x="8090" y="10866"/>
                  <a:pt x="7859" y="10866"/>
                </a:cubicBezTo>
                <a:cubicBezTo>
                  <a:pt x="7815" y="10866"/>
                  <a:pt x="7769" y="10857"/>
                  <a:pt x="7721" y="10835"/>
                </a:cubicBezTo>
                <a:cubicBezTo>
                  <a:pt x="7630" y="10774"/>
                  <a:pt x="7539" y="10713"/>
                  <a:pt x="7478" y="10622"/>
                </a:cubicBezTo>
                <a:cubicBezTo>
                  <a:pt x="7326" y="10409"/>
                  <a:pt x="7052" y="10439"/>
                  <a:pt x="6900" y="10257"/>
                </a:cubicBezTo>
                <a:cubicBezTo>
                  <a:pt x="7022" y="10135"/>
                  <a:pt x="7143" y="10044"/>
                  <a:pt x="7235" y="9923"/>
                </a:cubicBezTo>
                <a:cubicBezTo>
                  <a:pt x="7326" y="9771"/>
                  <a:pt x="7508" y="9680"/>
                  <a:pt x="7691" y="9680"/>
                </a:cubicBezTo>
                <a:cubicBezTo>
                  <a:pt x="7721" y="9680"/>
                  <a:pt x="7751" y="9558"/>
                  <a:pt x="7782" y="9497"/>
                </a:cubicBezTo>
                <a:lnTo>
                  <a:pt x="7964" y="9163"/>
                </a:lnTo>
                <a:cubicBezTo>
                  <a:pt x="7812" y="9011"/>
                  <a:pt x="7691" y="8828"/>
                  <a:pt x="7569" y="8646"/>
                </a:cubicBezTo>
                <a:cubicBezTo>
                  <a:pt x="7508" y="8555"/>
                  <a:pt x="7539" y="8373"/>
                  <a:pt x="7782" y="8373"/>
                </a:cubicBezTo>
                <a:cubicBezTo>
                  <a:pt x="7873" y="8251"/>
                  <a:pt x="7934" y="8069"/>
                  <a:pt x="7995" y="7917"/>
                </a:cubicBezTo>
                <a:cubicBezTo>
                  <a:pt x="7995" y="7704"/>
                  <a:pt x="8086" y="7491"/>
                  <a:pt x="7873" y="7278"/>
                </a:cubicBezTo>
                <a:lnTo>
                  <a:pt x="6414" y="7278"/>
                </a:lnTo>
                <a:cubicBezTo>
                  <a:pt x="6402" y="7274"/>
                  <a:pt x="6389" y="7272"/>
                  <a:pt x="6377" y="7272"/>
                </a:cubicBezTo>
                <a:cubicBezTo>
                  <a:pt x="6293" y="7272"/>
                  <a:pt x="6205" y="7355"/>
                  <a:pt x="6232" y="7461"/>
                </a:cubicBezTo>
                <a:cubicBezTo>
                  <a:pt x="6217" y="7616"/>
                  <a:pt x="6177" y="7667"/>
                  <a:pt x="6125" y="7667"/>
                </a:cubicBezTo>
                <a:cubicBezTo>
                  <a:pt x="6066" y="7667"/>
                  <a:pt x="5993" y="7601"/>
                  <a:pt x="5928" y="7552"/>
                </a:cubicBezTo>
                <a:cubicBezTo>
                  <a:pt x="5881" y="7505"/>
                  <a:pt x="5830" y="7486"/>
                  <a:pt x="5778" y="7486"/>
                </a:cubicBezTo>
                <a:cubicBezTo>
                  <a:pt x="5694" y="7486"/>
                  <a:pt x="5608" y="7538"/>
                  <a:pt x="5533" y="7613"/>
                </a:cubicBezTo>
                <a:cubicBezTo>
                  <a:pt x="5491" y="7670"/>
                  <a:pt x="5457" y="7692"/>
                  <a:pt x="5426" y="7692"/>
                </a:cubicBezTo>
                <a:cubicBezTo>
                  <a:pt x="5343" y="7692"/>
                  <a:pt x="5287" y="7535"/>
                  <a:pt x="5198" y="7491"/>
                </a:cubicBezTo>
                <a:cubicBezTo>
                  <a:pt x="4985" y="7734"/>
                  <a:pt x="4773" y="7977"/>
                  <a:pt x="4621" y="8160"/>
                </a:cubicBezTo>
                <a:lnTo>
                  <a:pt x="4043" y="8160"/>
                </a:lnTo>
                <a:cubicBezTo>
                  <a:pt x="3526" y="8312"/>
                  <a:pt x="3618" y="8889"/>
                  <a:pt x="3162" y="8889"/>
                </a:cubicBezTo>
                <a:cubicBezTo>
                  <a:pt x="3131" y="8980"/>
                  <a:pt x="3101" y="9072"/>
                  <a:pt x="3131" y="9163"/>
                </a:cubicBezTo>
                <a:cubicBezTo>
                  <a:pt x="3162" y="9254"/>
                  <a:pt x="3253" y="9315"/>
                  <a:pt x="3314" y="9406"/>
                </a:cubicBezTo>
                <a:cubicBezTo>
                  <a:pt x="3232" y="9487"/>
                  <a:pt x="3164" y="9518"/>
                  <a:pt x="3105" y="9518"/>
                </a:cubicBezTo>
                <a:cubicBezTo>
                  <a:pt x="2965" y="9518"/>
                  <a:pt x="2873" y="9348"/>
                  <a:pt x="2766" y="9284"/>
                </a:cubicBezTo>
                <a:cubicBezTo>
                  <a:pt x="2736" y="9284"/>
                  <a:pt x="2675" y="9284"/>
                  <a:pt x="2675" y="9376"/>
                </a:cubicBezTo>
                <a:lnTo>
                  <a:pt x="2675" y="9680"/>
                </a:lnTo>
                <a:cubicBezTo>
                  <a:pt x="2675" y="9953"/>
                  <a:pt x="2463" y="9923"/>
                  <a:pt x="2311" y="9953"/>
                </a:cubicBezTo>
                <a:cubicBezTo>
                  <a:pt x="2280" y="9983"/>
                  <a:pt x="2250" y="10014"/>
                  <a:pt x="2219" y="10044"/>
                </a:cubicBezTo>
                <a:lnTo>
                  <a:pt x="2219" y="10470"/>
                </a:lnTo>
                <a:cubicBezTo>
                  <a:pt x="2007" y="10652"/>
                  <a:pt x="1672" y="10652"/>
                  <a:pt x="1581" y="10956"/>
                </a:cubicBezTo>
                <a:cubicBezTo>
                  <a:pt x="1703" y="11078"/>
                  <a:pt x="1855" y="11199"/>
                  <a:pt x="1733" y="11412"/>
                </a:cubicBezTo>
                <a:cubicBezTo>
                  <a:pt x="1703" y="11503"/>
                  <a:pt x="1551" y="11594"/>
                  <a:pt x="1551" y="11686"/>
                </a:cubicBezTo>
                <a:cubicBezTo>
                  <a:pt x="1551" y="11929"/>
                  <a:pt x="1551" y="12172"/>
                  <a:pt x="1551" y="12446"/>
                </a:cubicBezTo>
                <a:cubicBezTo>
                  <a:pt x="1247" y="12598"/>
                  <a:pt x="1399" y="12962"/>
                  <a:pt x="1247" y="13236"/>
                </a:cubicBezTo>
                <a:cubicBezTo>
                  <a:pt x="1212" y="13233"/>
                  <a:pt x="1178" y="13232"/>
                  <a:pt x="1145" y="13232"/>
                </a:cubicBezTo>
                <a:cubicBezTo>
                  <a:pt x="413" y="13232"/>
                  <a:pt x="262" y="13868"/>
                  <a:pt x="0" y="14421"/>
                </a:cubicBezTo>
                <a:cubicBezTo>
                  <a:pt x="396" y="14786"/>
                  <a:pt x="669" y="15303"/>
                  <a:pt x="700" y="15880"/>
                </a:cubicBezTo>
                <a:cubicBezTo>
                  <a:pt x="777" y="15908"/>
                  <a:pt x="858" y="15917"/>
                  <a:pt x="938" y="15917"/>
                </a:cubicBezTo>
                <a:cubicBezTo>
                  <a:pt x="1065" y="15917"/>
                  <a:pt x="1192" y="15896"/>
                  <a:pt x="1305" y="15896"/>
                </a:cubicBezTo>
                <a:cubicBezTo>
                  <a:pt x="1430" y="15896"/>
                  <a:pt x="1538" y="15922"/>
                  <a:pt x="1611" y="16032"/>
                </a:cubicBezTo>
                <a:lnTo>
                  <a:pt x="1915" y="15880"/>
                </a:lnTo>
                <a:cubicBezTo>
                  <a:pt x="2037" y="15303"/>
                  <a:pt x="1915" y="14725"/>
                  <a:pt x="1551" y="14239"/>
                </a:cubicBezTo>
                <a:cubicBezTo>
                  <a:pt x="1794" y="14178"/>
                  <a:pt x="2067" y="14208"/>
                  <a:pt x="1976" y="13874"/>
                </a:cubicBezTo>
                <a:cubicBezTo>
                  <a:pt x="2219" y="13753"/>
                  <a:pt x="2159" y="13479"/>
                  <a:pt x="2280" y="13327"/>
                </a:cubicBezTo>
                <a:cubicBezTo>
                  <a:pt x="2373" y="13304"/>
                  <a:pt x="2470" y="13294"/>
                  <a:pt x="2569" y="13294"/>
                </a:cubicBezTo>
                <a:cubicBezTo>
                  <a:pt x="2728" y="13294"/>
                  <a:pt x="2890" y="13320"/>
                  <a:pt x="3040" y="13357"/>
                </a:cubicBezTo>
                <a:cubicBezTo>
                  <a:pt x="3374" y="13722"/>
                  <a:pt x="3374" y="13722"/>
                  <a:pt x="3101" y="14087"/>
                </a:cubicBezTo>
                <a:cubicBezTo>
                  <a:pt x="3162" y="14178"/>
                  <a:pt x="3253" y="14269"/>
                  <a:pt x="3374" y="14360"/>
                </a:cubicBezTo>
                <a:cubicBezTo>
                  <a:pt x="3587" y="14482"/>
                  <a:pt x="3466" y="14725"/>
                  <a:pt x="3618" y="14816"/>
                </a:cubicBezTo>
                <a:cubicBezTo>
                  <a:pt x="3830" y="14999"/>
                  <a:pt x="3648" y="15303"/>
                  <a:pt x="3770" y="15424"/>
                </a:cubicBezTo>
                <a:cubicBezTo>
                  <a:pt x="4104" y="15728"/>
                  <a:pt x="3952" y="15880"/>
                  <a:pt x="3709" y="16123"/>
                </a:cubicBezTo>
                <a:cubicBezTo>
                  <a:pt x="3557" y="16306"/>
                  <a:pt x="3435" y="16519"/>
                  <a:pt x="3344" y="16731"/>
                </a:cubicBezTo>
                <a:cubicBezTo>
                  <a:pt x="3314" y="16792"/>
                  <a:pt x="3314" y="16914"/>
                  <a:pt x="3344" y="16944"/>
                </a:cubicBezTo>
                <a:cubicBezTo>
                  <a:pt x="3678" y="17187"/>
                  <a:pt x="3526" y="17552"/>
                  <a:pt x="3557" y="17886"/>
                </a:cubicBezTo>
                <a:cubicBezTo>
                  <a:pt x="3982" y="18221"/>
                  <a:pt x="4286" y="18768"/>
                  <a:pt x="4894" y="18950"/>
                </a:cubicBezTo>
                <a:cubicBezTo>
                  <a:pt x="4621" y="19133"/>
                  <a:pt x="4651" y="19376"/>
                  <a:pt x="4651" y="19649"/>
                </a:cubicBezTo>
                <a:cubicBezTo>
                  <a:pt x="4529" y="19771"/>
                  <a:pt x="4408" y="19892"/>
                  <a:pt x="4286" y="20014"/>
                </a:cubicBezTo>
                <a:cubicBezTo>
                  <a:pt x="4256" y="20044"/>
                  <a:pt x="4225" y="20105"/>
                  <a:pt x="4225" y="20136"/>
                </a:cubicBezTo>
                <a:cubicBezTo>
                  <a:pt x="4225" y="20318"/>
                  <a:pt x="4165" y="20592"/>
                  <a:pt x="4286" y="20744"/>
                </a:cubicBezTo>
                <a:cubicBezTo>
                  <a:pt x="4438" y="20987"/>
                  <a:pt x="4469" y="21291"/>
                  <a:pt x="4742" y="21473"/>
                </a:cubicBezTo>
                <a:cubicBezTo>
                  <a:pt x="4925" y="21595"/>
                  <a:pt x="5077" y="21747"/>
                  <a:pt x="5259" y="21929"/>
                </a:cubicBezTo>
                <a:cubicBezTo>
                  <a:pt x="5502" y="22415"/>
                  <a:pt x="5168" y="22628"/>
                  <a:pt x="5107" y="22902"/>
                </a:cubicBezTo>
                <a:cubicBezTo>
                  <a:pt x="5016" y="23206"/>
                  <a:pt x="5472" y="23358"/>
                  <a:pt x="5350" y="23692"/>
                </a:cubicBezTo>
                <a:cubicBezTo>
                  <a:pt x="5320" y="23753"/>
                  <a:pt x="5381" y="23813"/>
                  <a:pt x="5381" y="23874"/>
                </a:cubicBezTo>
                <a:cubicBezTo>
                  <a:pt x="5533" y="24057"/>
                  <a:pt x="5684" y="24209"/>
                  <a:pt x="5867" y="24361"/>
                </a:cubicBezTo>
                <a:cubicBezTo>
                  <a:pt x="5988" y="24482"/>
                  <a:pt x="6140" y="24604"/>
                  <a:pt x="6292" y="24634"/>
                </a:cubicBezTo>
                <a:cubicBezTo>
                  <a:pt x="6475" y="24665"/>
                  <a:pt x="6627" y="24908"/>
                  <a:pt x="6779" y="25029"/>
                </a:cubicBezTo>
                <a:cubicBezTo>
                  <a:pt x="6870" y="24938"/>
                  <a:pt x="7022" y="24877"/>
                  <a:pt x="7143" y="24847"/>
                </a:cubicBezTo>
                <a:cubicBezTo>
                  <a:pt x="7197" y="24832"/>
                  <a:pt x="7252" y="24828"/>
                  <a:pt x="7307" y="24828"/>
                </a:cubicBezTo>
                <a:cubicBezTo>
                  <a:pt x="7363" y="24828"/>
                  <a:pt x="7419" y="24832"/>
                  <a:pt x="7474" y="24832"/>
                </a:cubicBezTo>
                <a:cubicBezTo>
                  <a:pt x="7584" y="24832"/>
                  <a:pt x="7691" y="24817"/>
                  <a:pt x="7782" y="24725"/>
                </a:cubicBezTo>
                <a:cubicBezTo>
                  <a:pt x="7828" y="24673"/>
                  <a:pt x="7868" y="24653"/>
                  <a:pt x="7905" y="24653"/>
                </a:cubicBezTo>
                <a:cubicBezTo>
                  <a:pt x="8023" y="24653"/>
                  <a:pt x="8109" y="24859"/>
                  <a:pt x="8242" y="24859"/>
                </a:cubicBezTo>
                <a:cubicBezTo>
                  <a:pt x="8260" y="24859"/>
                  <a:pt x="8279" y="24855"/>
                  <a:pt x="8299" y="24847"/>
                </a:cubicBezTo>
                <a:cubicBezTo>
                  <a:pt x="8420" y="24786"/>
                  <a:pt x="8572" y="24847"/>
                  <a:pt x="8663" y="24695"/>
                </a:cubicBezTo>
                <a:cubicBezTo>
                  <a:pt x="8697" y="24645"/>
                  <a:pt x="8730" y="24622"/>
                  <a:pt x="8764" y="24622"/>
                </a:cubicBezTo>
                <a:cubicBezTo>
                  <a:pt x="8791" y="24622"/>
                  <a:pt x="8818" y="24637"/>
                  <a:pt x="8846" y="24665"/>
                </a:cubicBezTo>
                <a:cubicBezTo>
                  <a:pt x="9028" y="24999"/>
                  <a:pt x="9514" y="24634"/>
                  <a:pt x="9697" y="25060"/>
                </a:cubicBezTo>
                <a:lnTo>
                  <a:pt x="9879" y="25060"/>
                </a:lnTo>
                <a:cubicBezTo>
                  <a:pt x="9991" y="24903"/>
                  <a:pt x="10187" y="24812"/>
                  <a:pt x="10379" y="24812"/>
                </a:cubicBezTo>
                <a:cubicBezTo>
                  <a:pt x="10447" y="24812"/>
                  <a:pt x="10515" y="24823"/>
                  <a:pt x="10578" y="24847"/>
                </a:cubicBezTo>
                <a:cubicBezTo>
                  <a:pt x="10628" y="24851"/>
                  <a:pt x="10677" y="24853"/>
                  <a:pt x="10726" y="24853"/>
                </a:cubicBezTo>
                <a:cubicBezTo>
                  <a:pt x="11071" y="24853"/>
                  <a:pt x="11410" y="24760"/>
                  <a:pt x="11703" y="24573"/>
                </a:cubicBezTo>
                <a:cubicBezTo>
                  <a:pt x="11974" y="24455"/>
                  <a:pt x="12103" y="24393"/>
                  <a:pt x="12244" y="24393"/>
                </a:cubicBezTo>
                <a:cubicBezTo>
                  <a:pt x="12355" y="24393"/>
                  <a:pt x="12474" y="24432"/>
                  <a:pt x="12676" y="24513"/>
                </a:cubicBezTo>
                <a:cubicBezTo>
                  <a:pt x="12806" y="24585"/>
                  <a:pt x="12957" y="24623"/>
                  <a:pt x="13110" y="24623"/>
                </a:cubicBezTo>
                <a:cubicBezTo>
                  <a:pt x="13276" y="24623"/>
                  <a:pt x="13444" y="24578"/>
                  <a:pt x="13587" y="24482"/>
                </a:cubicBezTo>
                <a:cubicBezTo>
                  <a:pt x="13709" y="24391"/>
                  <a:pt x="13861" y="24391"/>
                  <a:pt x="13952" y="24300"/>
                </a:cubicBezTo>
                <a:cubicBezTo>
                  <a:pt x="14104" y="24209"/>
                  <a:pt x="14226" y="24057"/>
                  <a:pt x="14347" y="23935"/>
                </a:cubicBezTo>
                <a:cubicBezTo>
                  <a:pt x="14378" y="23996"/>
                  <a:pt x="14408" y="24026"/>
                  <a:pt x="14438" y="24026"/>
                </a:cubicBezTo>
                <a:cubicBezTo>
                  <a:pt x="14621" y="24117"/>
                  <a:pt x="14818" y="24163"/>
                  <a:pt x="15016" y="24163"/>
                </a:cubicBezTo>
                <a:cubicBezTo>
                  <a:pt x="15214" y="24163"/>
                  <a:pt x="15411" y="24117"/>
                  <a:pt x="15593" y="24026"/>
                </a:cubicBezTo>
                <a:cubicBezTo>
                  <a:pt x="15672" y="24000"/>
                  <a:pt x="15728" y="23929"/>
                  <a:pt x="15819" y="23929"/>
                </a:cubicBezTo>
                <a:cubicBezTo>
                  <a:pt x="15834" y="23929"/>
                  <a:pt x="15850" y="23931"/>
                  <a:pt x="15867" y="23935"/>
                </a:cubicBezTo>
                <a:cubicBezTo>
                  <a:pt x="15989" y="23965"/>
                  <a:pt x="16110" y="24117"/>
                  <a:pt x="16232" y="24148"/>
                </a:cubicBezTo>
                <a:cubicBezTo>
                  <a:pt x="16414" y="24148"/>
                  <a:pt x="16566" y="24209"/>
                  <a:pt x="16718" y="24269"/>
                </a:cubicBezTo>
                <a:cubicBezTo>
                  <a:pt x="16853" y="24350"/>
                  <a:pt x="16993" y="24389"/>
                  <a:pt x="17132" y="24389"/>
                </a:cubicBezTo>
                <a:cubicBezTo>
                  <a:pt x="17306" y="24389"/>
                  <a:pt x="17478" y="24327"/>
                  <a:pt x="17630" y="24209"/>
                </a:cubicBezTo>
                <a:cubicBezTo>
                  <a:pt x="17715" y="24166"/>
                  <a:pt x="17767" y="24144"/>
                  <a:pt x="17813" y="24144"/>
                </a:cubicBezTo>
                <a:cubicBezTo>
                  <a:pt x="17867" y="24144"/>
                  <a:pt x="17913" y="24174"/>
                  <a:pt x="17995" y="24239"/>
                </a:cubicBezTo>
                <a:cubicBezTo>
                  <a:pt x="18103" y="24311"/>
                  <a:pt x="18190" y="24373"/>
                  <a:pt x="18274" y="24373"/>
                </a:cubicBezTo>
                <a:cubicBezTo>
                  <a:pt x="18332" y="24373"/>
                  <a:pt x="18389" y="24344"/>
                  <a:pt x="18451" y="24269"/>
                </a:cubicBezTo>
                <a:cubicBezTo>
                  <a:pt x="18481" y="24239"/>
                  <a:pt x="18511" y="24209"/>
                  <a:pt x="18542" y="24178"/>
                </a:cubicBezTo>
                <a:cubicBezTo>
                  <a:pt x="18582" y="24158"/>
                  <a:pt x="18626" y="24148"/>
                  <a:pt x="18671" y="24148"/>
                </a:cubicBezTo>
                <a:cubicBezTo>
                  <a:pt x="18761" y="24148"/>
                  <a:pt x="18856" y="24188"/>
                  <a:pt x="18937" y="24269"/>
                </a:cubicBezTo>
                <a:cubicBezTo>
                  <a:pt x="19028" y="24391"/>
                  <a:pt x="19119" y="24543"/>
                  <a:pt x="19180" y="24725"/>
                </a:cubicBezTo>
                <a:cubicBezTo>
                  <a:pt x="19210" y="24794"/>
                  <a:pt x="19261" y="24812"/>
                  <a:pt x="19324" y="24812"/>
                </a:cubicBezTo>
                <a:cubicBezTo>
                  <a:pt x="19393" y="24812"/>
                  <a:pt x="19474" y="24791"/>
                  <a:pt x="19554" y="24791"/>
                </a:cubicBezTo>
                <a:cubicBezTo>
                  <a:pt x="19627" y="24791"/>
                  <a:pt x="19699" y="24809"/>
                  <a:pt x="19758" y="24877"/>
                </a:cubicBezTo>
                <a:cubicBezTo>
                  <a:pt x="19854" y="25013"/>
                  <a:pt x="19988" y="25037"/>
                  <a:pt x="20127" y="25037"/>
                </a:cubicBezTo>
                <a:cubicBezTo>
                  <a:pt x="20207" y="25037"/>
                  <a:pt x="20288" y="25029"/>
                  <a:pt x="20366" y="25029"/>
                </a:cubicBezTo>
                <a:cubicBezTo>
                  <a:pt x="20578" y="25181"/>
                  <a:pt x="20670" y="25424"/>
                  <a:pt x="20943" y="25485"/>
                </a:cubicBezTo>
                <a:cubicBezTo>
                  <a:pt x="21247" y="25546"/>
                  <a:pt x="21126" y="26032"/>
                  <a:pt x="21521" y="26154"/>
                </a:cubicBezTo>
                <a:cubicBezTo>
                  <a:pt x="21560" y="26145"/>
                  <a:pt x="21603" y="26142"/>
                  <a:pt x="21648" y="26142"/>
                </a:cubicBezTo>
                <a:cubicBezTo>
                  <a:pt x="21762" y="26142"/>
                  <a:pt x="21893" y="26162"/>
                  <a:pt x="22026" y="26162"/>
                </a:cubicBezTo>
                <a:cubicBezTo>
                  <a:pt x="22212" y="26162"/>
                  <a:pt x="22402" y="26124"/>
                  <a:pt x="22554" y="25941"/>
                </a:cubicBezTo>
                <a:cubicBezTo>
                  <a:pt x="22736" y="26078"/>
                  <a:pt x="22828" y="26146"/>
                  <a:pt x="22915" y="26146"/>
                </a:cubicBezTo>
                <a:cubicBezTo>
                  <a:pt x="23002" y="26146"/>
                  <a:pt x="23086" y="26078"/>
                  <a:pt x="23253" y="25941"/>
                </a:cubicBezTo>
                <a:lnTo>
                  <a:pt x="23648" y="26306"/>
                </a:lnTo>
                <a:cubicBezTo>
                  <a:pt x="23845" y="26191"/>
                  <a:pt x="24050" y="26103"/>
                  <a:pt x="24255" y="26103"/>
                </a:cubicBezTo>
                <a:cubicBezTo>
                  <a:pt x="24430" y="26103"/>
                  <a:pt x="24605" y="26168"/>
                  <a:pt x="24773" y="26336"/>
                </a:cubicBezTo>
                <a:cubicBezTo>
                  <a:pt x="24810" y="26313"/>
                  <a:pt x="24844" y="26303"/>
                  <a:pt x="24874" y="26303"/>
                </a:cubicBezTo>
                <a:cubicBezTo>
                  <a:pt x="25020" y="26303"/>
                  <a:pt x="25096" y="26532"/>
                  <a:pt x="25253" y="26532"/>
                </a:cubicBezTo>
                <a:cubicBezTo>
                  <a:pt x="25274" y="26532"/>
                  <a:pt x="25296" y="26528"/>
                  <a:pt x="25320" y="26519"/>
                </a:cubicBezTo>
                <a:lnTo>
                  <a:pt x="25381" y="25941"/>
                </a:lnTo>
                <a:cubicBezTo>
                  <a:pt x="25578" y="25911"/>
                  <a:pt x="25784" y="25911"/>
                  <a:pt x="25985" y="25911"/>
                </a:cubicBezTo>
                <a:cubicBezTo>
                  <a:pt x="26186" y="25911"/>
                  <a:pt x="26384" y="25911"/>
                  <a:pt x="26566" y="25880"/>
                </a:cubicBezTo>
                <a:lnTo>
                  <a:pt x="26810" y="25698"/>
                </a:lnTo>
                <a:cubicBezTo>
                  <a:pt x="26840" y="25728"/>
                  <a:pt x="26901" y="25728"/>
                  <a:pt x="26901" y="25789"/>
                </a:cubicBezTo>
                <a:cubicBezTo>
                  <a:pt x="26901" y="25880"/>
                  <a:pt x="26870" y="25941"/>
                  <a:pt x="26901" y="26002"/>
                </a:cubicBezTo>
                <a:cubicBezTo>
                  <a:pt x="26927" y="26069"/>
                  <a:pt x="26960" y="26095"/>
                  <a:pt x="26993" y="26095"/>
                </a:cubicBezTo>
                <a:cubicBezTo>
                  <a:pt x="27036" y="26095"/>
                  <a:pt x="27079" y="26053"/>
                  <a:pt x="27113" y="26002"/>
                </a:cubicBezTo>
                <a:cubicBezTo>
                  <a:pt x="27188" y="25927"/>
                  <a:pt x="27274" y="25909"/>
                  <a:pt x="27363" y="25909"/>
                </a:cubicBezTo>
                <a:cubicBezTo>
                  <a:pt x="27450" y="25909"/>
                  <a:pt x="27540" y="25926"/>
                  <a:pt x="27629" y="25926"/>
                </a:cubicBezTo>
                <a:cubicBezTo>
                  <a:pt x="27670" y="25926"/>
                  <a:pt x="27712" y="25922"/>
                  <a:pt x="27752" y="25911"/>
                </a:cubicBezTo>
                <a:cubicBezTo>
                  <a:pt x="27904" y="25850"/>
                  <a:pt x="28056" y="25789"/>
                  <a:pt x="28208" y="25698"/>
                </a:cubicBezTo>
                <a:lnTo>
                  <a:pt x="28937" y="25698"/>
                </a:lnTo>
                <a:lnTo>
                  <a:pt x="29180" y="25911"/>
                </a:lnTo>
                <a:cubicBezTo>
                  <a:pt x="29241" y="25850"/>
                  <a:pt x="29272" y="25789"/>
                  <a:pt x="29332" y="25759"/>
                </a:cubicBezTo>
                <a:cubicBezTo>
                  <a:pt x="29576" y="25637"/>
                  <a:pt x="29910" y="25759"/>
                  <a:pt x="30123" y="25485"/>
                </a:cubicBezTo>
                <a:cubicBezTo>
                  <a:pt x="30138" y="25455"/>
                  <a:pt x="30183" y="25440"/>
                  <a:pt x="30240" y="25440"/>
                </a:cubicBezTo>
                <a:cubicBezTo>
                  <a:pt x="30297" y="25440"/>
                  <a:pt x="30366" y="25455"/>
                  <a:pt x="30427" y="25485"/>
                </a:cubicBezTo>
                <a:cubicBezTo>
                  <a:pt x="30539" y="25513"/>
                  <a:pt x="30625" y="25671"/>
                  <a:pt x="30758" y="25671"/>
                </a:cubicBezTo>
                <a:cubicBezTo>
                  <a:pt x="30768" y="25671"/>
                  <a:pt x="30780" y="25670"/>
                  <a:pt x="30791" y="25668"/>
                </a:cubicBezTo>
                <a:cubicBezTo>
                  <a:pt x="30943" y="25668"/>
                  <a:pt x="31126" y="25485"/>
                  <a:pt x="31247" y="25485"/>
                </a:cubicBezTo>
                <a:cubicBezTo>
                  <a:pt x="31369" y="25485"/>
                  <a:pt x="31490" y="25607"/>
                  <a:pt x="31703" y="25698"/>
                </a:cubicBezTo>
                <a:cubicBezTo>
                  <a:pt x="31845" y="25698"/>
                  <a:pt x="32014" y="25712"/>
                  <a:pt x="32201" y="25712"/>
                </a:cubicBezTo>
                <a:cubicBezTo>
                  <a:pt x="32294" y="25712"/>
                  <a:pt x="32392" y="25708"/>
                  <a:pt x="32494" y="25698"/>
                </a:cubicBezTo>
                <a:cubicBezTo>
                  <a:pt x="32507" y="25697"/>
                  <a:pt x="32520" y="25696"/>
                  <a:pt x="32533" y="25696"/>
                </a:cubicBezTo>
                <a:cubicBezTo>
                  <a:pt x="32789" y="25696"/>
                  <a:pt x="32961" y="25949"/>
                  <a:pt x="33210" y="25949"/>
                </a:cubicBezTo>
                <a:cubicBezTo>
                  <a:pt x="33234" y="25949"/>
                  <a:pt x="33258" y="25946"/>
                  <a:pt x="33284" y="25941"/>
                </a:cubicBezTo>
                <a:cubicBezTo>
                  <a:pt x="33295" y="25939"/>
                  <a:pt x="33307" y="25938"/>
                  <a:pt x="33319" y="25938"/>
                </a:cubicBezTo>
                <a:cubicBezTo>
                  <a:pt x="33459" y="25938"/>
                  <a:pt x="33602" y="26095"/>
                  <a:pt x="33770" y="26124"/>
                </a:cubicBezTo>
                <a:cubicBezTo>
                  <a:pt x="33877" y="26139"/>
                  <a:pt x="33983" y="26146"/>
                  <a:pt x="34093" y="26146"/>
                </a:cubicBezTo>
                <a:cubicBezTo>
                  <a:pt x="34203" y="26146"/>
                  <a:pt x="34317" y="26139"/>
                  <a:pt x="34439" y="26124"/>
                </a:cubicBezTo>
                <a:lnTo>
                  <a:pt x="34712" y="26124"/>
                </a:lnTo>
                <a:cubicBezTo>
                  <a:pt x="34864" y="26276"/>
                  <a:pt x="34986" y="26428"/>
                  <a:pt x="35138" y="26549"/>
                </a:cubicBezTo>
                <a:cubicBezTo>
                  <a:pt x="35260" y="26610"/>
                  <a:pt x="35381" y="26671"/>
                  <a:pt x="35533" y="26701"/>
                </a:cubicBezTo>
                <a:cubicBezTo>
                  <a:pt x="35648" y="26758"/>
                  <a:pt x="35681" y="26977"/>
                  <a:pt x="35862" y="26977"/>
                </a:cubicBezTo>
                <a:cubicBezTo>
                  <a:pt x="35874" y="26977"/>
                  <a:pt x="35885" y="26976"/>
                  <a:pt x="35898" y="26975"/>
                </a:cubicBezTo>
                <a:cubicBezTo>
                  <a:pt x="35959" y="26610"/>
                  <a:pt x="35928" y="26215"/>
                  <a:pt x="36475" y="26124"/>
                </a:cubicBezTo>
                <a:cubicBezTo>
                  <a:pt x="36719" y="26336"/>
                  <a:pt x="36962" y="26610"/>
                  <a:pt x="37235" y="26853"/>
                </a:cubicBezTo>
                <a:cubicBezTo>
                  <a:pt x="37326" y="26975"/>
                  <a:pt x="37448" y="27035"/>
                  <a:pt x="37600" y="27035"/>
                </a:cubicBezTo>
                <a:cubicBezTo>
                  <a:pt x="37691" y="27066"/>
                  <a:pt x="37691" y="27279"/>
                  <a:pt x="37782" y="27400"/>
                </a:cubicBezTo>
                <a:cubicBezTo>
                  <a:pt x="37782" y="27431"/>
                  <a:pt x="37904" y="27461"/>
                  <a:pt x="37965" y="27461"/>
                </a:cubicBezTo>
                <a:lnTo>
                  <a:pt x="38269" y="27461"/>
                </a:lnTo>
                <a:lnTo>
                  <a:pt x="39181" y="26549"/>
                </a:lnTo>
                <a:cubicBezTo>
                  <a:pt x="39248" y="26594"/>
                  <a:pt x="39311" y="26612"/>
                  <a:pt x="39372" y="26612"/>
                </a:cubicBezTo>
                <a:cubicBezTo>
                  <a:pt x="39614" y="26612"/>
                  <a:pt x="39814" y="26326"/>
                  <a:pt x="40070" y="26326"/>
                </a:cubicBezTo>
                <a:cubicBezTo>
                  <a:pt x="40097" y="26326"/>
                  <a:pt x="40125" y="26329"/>
                  <a:pt x="40153" y="26336"/>
                </a:cubicBezTo>
                <a:cubicBezTo>
                  <a:pt x="40244" y="26336"/>
                  <a:pt x="40305" y="26336"/>
                  <a:pt x="40336" y="26276"/>
                </a:cubicBezTo>
                <a:cubicBezTo>
                  <a:pt x="40488" y="26063"/>
                  <a:pt x="40761" y="26154"/>
                  <a:pt x="40913" y="25972"/>
                </a:cubicBezTo>
                <a:cubicBezTo>
                  <a:pt x="40974" y="25850"/>
                  <a:pt x="41217" y="25850"/>
                  <a:pt x="41369" y="25728"/>
                </a:cubicBezTo>
                <a:cubicBezTo>
                  <a:pt x="41551" y="25668"/>
                  <a:pt x="41734" y="25607"/>
                  <a:pt x="41947" y="25607"/>
                </a:cubicBezTo>
                <a:cubicBezTo>
                  <a:pt x="41916" y="25333"/>
                  <a:pt x="42007" y="25120"/>
                  <a:pt x="41764" y="24969"/>
                </a:cubicBezTo>
                <a:cubicBezTo>
                  <a:pt x="41764" y="24938"/>
                  <a:pt x="41825" y="24817"/>
                  <a:pt x="41825" y="24817"/>
                </a:cubicBezTo>
                <a:lnTo>
                  <a:pt x="41916" y="24817"/>
                </a:lnTo>
                <a:cubicBezTo>
                  <a:pt x="41977" y="24817"/>
                  <a:pt x="42068" y="24847"/>
                  <a:pt x="42129" y="24877"/>
                </a:cubicBezTo>
                <a:cubicBezTo>
                  <a:pt x="42433" y="25090"/>
                  <a:pt x="42767" y="25272"/>
                  <a:pt x="43132" y="25394"/>
                </a:cubicBezTo>
                <a:cubicBezTo>
                  <a:pt x="43406" y="25462"/>
                  <a:pt x="43713" y="25497"/>
                  <a:pt x="44017" y="25497"/>
                </a:cubicBezTo>
                <a:cubicBezTo>
                  <a:pt x="44118" y="25497"/>
                  <a:pt x="44219" y="25493"/>
                  <a:pt x="44317" y="25485"/>
                </a:cubicBezTo>
                <a:cubicBezTo>
                  <a:pt x="44378" y="25455"/>
                  <a:pt x="44439" y="25455"/>
                  <a:pt x="44500" y="25455"/>
                </a:cubicBezTo>
                <a:cubicBezTo>
                  <a:pt x="44582" y="25414"/>
                  <a:pt x="44665" y="25288"/>
                  <a:pt x="44729" y="25288"/>
                </a:cubicBezTo>
                <a:cubicBezTo>
                  <a:pt x="44759" y="25288"/>
                  <a:pt x="44784" y="25316"/>
                  <a:pt x="44804" y="25394"/>
                </a:cubicBezTo>
                <a:cubicBezTo>
                  <a:pt x="44865" y="25576"/>
                  <a:pt x="44986" y="25789"/>
                  <a:pt x="45169" y="25911"/>
                </a:cubicBezTo>
                <a:lnTo>
                  <a:pt x="45807" y="25911"/>
                </a:lnTo>
                <a:cubicBezTo>
                  <a:pt x="45851" y="25916"/>
                  <a:pt x="45894" y="25917"/>
                  <a:pt x="45936" y="25917"/>
                </a:cubicBezTo>
                <a:cubicBezTo>
                  <a:pt x="46044" y="25917"/>
                  <a:pt x="46147" y="25906"/>
                  <a:pt x="46248" y="25906"/>
                </a:cubicBezTo>
                <a:cubicBezTo>
                  <a:pt x="46356" y="25906"/>
                  <a:pt x="46461" y="25919"/>
                  <a:pt x="46567" y="25972"/>
                </a:cubicBezTo>
                <a:cubicBezTo>
                  <a:pt x="46567" y="26184"/>
                  <a:pt x="46263" y="26276"/>
                  <a:pt x="46506" y="26579"/>
                </a:cubicBezTo>
                <a:cubicBezTo>
                  <a:pt x="46545" y="26565"/>
                  <a:pt x="46586" y="26560"/>
                  <a:pt x="46629" y="26560"/>
                </a:cubicBezTo>
                <a:cubicBezTo>
                  <a:pt x="46738" y="26560"/>
                  <a:pt x="46859" y="26593"/>
                  <a:pt x="46980" y="26593"/>
                </a:cubicBezTo>
                <a:cubicBezTo>
                  <a:pt x="47109" y="26593"/>
                  <a:pt x="47239" y="26555"/>
                  <a:pt x="47357" y="26397"/>
                </a:cubicBezTo>
                <a:cubicBezTo>
                  <a:pt x="47418" y="26428"/>
                  <a:pt x="47448" y="26428"/>
                  <a:pt x="47509" y="26488"/>
                </a:cubicBezTo>
                <a:cubicBezTo>
                  <a:pt x="47594" y="26573"/>
                  <a:pt x="47686" y="26599"/>
                  <a:pt x="47781" y="26599"/>
                </a:cubicBezTo>
                <a:cubicBezTo>
                  <a:pt x="47890" y="26599"/>
                  <a:pt x="48003" y="26565"/>
                  <a:pt x="48117" y="26549"/>
                </a:cubicBezTo>
                <a:lnTo>
                  <a:pt x="48238" y="25880"/>
                </a:lnTo>
                <a:lnTo>
                  <a:pt x="48725" y="26367"/>
                </a:lnTo>
                <a:cubicBezTo>
                  <a:pt x="48934" y="26210"/>
                  <a:pt x="49023" y="26143"/>
                  <a:pt x="49221" y="26143"/>
                </a:cubicBezTo>
                <a:cubicBezTo>
                  <a:pt x="49369" y="26143"/>
                  <a:pt x="49577" y="26180"/>
                  <a:pt x="49941" y="26245"/>
                </a:cubicBezTo>
                <a:lnTo>
                  <a:pt x="49728" y="26488"/>
                </a:lnTo>
                <a:cubicBezTo>
                  <a:pt x="50005" y="26690"/>
                  <a:pt x="50344" y="26808"/>
                  <a:pt x="50695" y="26808"/>
                </a:cubicBezTo>
                <a:cubicBezTo>
                  <a:pt x="50767" y="26808"/>
                  <a:pt x="50840" y="26803"/>
                  <a:pt x="50913" y="26792"/>
                </a:cubicBezTo>
                <a:lnTo>
                  <a:pt x="51248" y="26792"/>
                </a:lnTo>
                <a:cubicBezTo>
                  <a:pt x="51339" y="26823"/>
                  <a:pt x="51430" y="26853"/>
                  <a:pt x="51491" y="26883"/>
                </a:cubicBezTo>
                <a:cubicBezTo>
                  <a:pt x="51612" y="27066"/>
                  <a:pt x="51734" y="27279"/>
                  <a:pt x="51856" y="27461"/>
                </a:cubicBezTo>
                <a:cubicBezTo>
                  <a:pt x="51906" y="27441"/>
                  <a:pt x="51954" y="27432"/>
                  <a:pt x="52000" y="27432"/>
                </a:cubicBezTo>
                <a:cubicBezTo>
                  <a:pt x="52232" y="27432"/>
                  <a:pt x="52418" y="27648"/>
                  <a:pt x="52646" y="27674"/>
                </a:cubicBezTo>
                <a:cubicBezTo>
                  <a:pt x="52798" y="27689"/>
                  <a:pt x="52957" y="27697"/>
                  <a:pt x="53117" y="27697"/>
                </a:cubicBezTo>
                <a:cubicBezTo>
                  <a:pt x="53277" y="27697"/>
                  <a:pt x="53436" y="27689"/>
                  <a:pt x="53588" y="27674"/>
                </a:cubicBezTo>
                <a:cubicBezTo>
                  <a:pt x="53697" y="27739"/>
                  <a:pt x="53744" y="27867"/>
                  <a:pt x="53828" y="27867"/>
                </a:cubicBezTo>
                <a:cubicBezTo>
                  <a:pt x="53862" y="27867"/>
                  <a:pt x="53901" y="27847"/>
                  <a:pt x="53953" y="27795"/>
                </a:cubicBezTo>
                <a:cubicBezTo>
                  <a:pt x="54065" y="27696"/>
                  <a:pt x="54177" y="27652"/>
                  <a:pt x="54285" y="27652"/>
                </a:cubicBezTo>
                <a:cubicBezTo>
                  <a:pt x="54440" y="27652"/>
                  <a:pt x="54587" y="27743"/>
                  <a:pt x="54713" y="27886"/>
                </a:cubicBezTo>
                <a:cubicBezTo>
                  <a:pt x="54743" y="27886"/>
                  <a:pt x="54804" y="27856"/>
                  <a:pt x="54804" y="27826"/>
                </a:cubicBezTo>
                <a:cubicBezTo>
                  <a:pt x="54890" y="27480"/>
                  <a:pt x="55059" y="27215"/>
                  <a:pt x="55466" y="27215"/>
                </a:cubicBezTo>
                <a:cubicBezTo>
                  <a:pt x="55488" y="27215"/>
                  <a:pt x="55510" y="27216"/>
                  <a:pt x="55533" y="27218"/>
                </a:cubicBezTo>
                <a:cubicBezTo>
                  <a:pt x="55543" y="27221"/>
                  <a:pt x="55553" y="27223"/>
                  <a:pt x="55562" y="27223"/>
                </a:cubicBezTo>
                <a:cubicBezTo>
                  <a:pt x="55638" y="27223"/>
                  <a:pt x="55695" y="27120"/>
                  <a:pt x="55777" y="27066"/>
                </a:cubicBezTo>
                <a:cubicBezTo>
                  <a:pt x="55797" y="27059"/>
                  <a:pt x="55815" y="27056"/>
                  <a:pt x="55832" y="27056"/>
                </a:cubicBezTo>
                <a:cubicBezTo>
                  <a:pt x="55967" y="27056"/>
                  <a:pt x="56003" y="27248"/>
                  <a:pt x="56111" y="27248"/>
                </a:cubicBezTo>
                <a:cubicBezTo>
                  <a:pt x="56233" y="27218"/>
                  <a:pt x="56324" y="27187"/>
                  <a:pt x="56415" y="27127"/>
                </a:cubicBezTo>
                <a:cubicBezTo>
                  <a:pt x="56490" y="27051"/>
                  <a:pt x="56577" y="27000"/>
                  <a:pt x="56654" y="27000"/>
                </a:cubicBezTo>
                <a:cubicBezTo>
                  <a:pt x="56701" y="27000"/>
                  <a:pt x="56745" y="27019"/>
                  <a:pt x="56780" y="27066"/>
                </a:cubicBezTo>
                <a:cubicBezTo>
                  <a:pt x="56962" y="27279"/>
                  <a:pt x="57296" y="27187"/>
                  <a:pt x="57418" y="27461"/>
                </a:cubicBezTo>
                <a:cubicBezTo>
                  <a:pt x="57560" y="27461"/>
                  <a:pt x="57729" y="27420"/>
                  <a:pt x="57871" y="27420"/>
                </a:cubicBezTo>
                <a:cubicBezTo>
                  <a:pt x="57941" y="27420"/>
                  <a:pt x="58006" y="27431"/>
                  <a:pt x="58056" y="27461"/>
                </a:cubicBezTo>
                <a:cubicBezTo>
                  <a:pt x="58239" y="27613"/>
                  <a:pt x="58421" y="27674"/>
                  <a:pt x="58664" y="27674"/>
                </a:cubicBezTo>
                <a:lnTo>
                  <a:pt x="59546" y="27674"/>
                </a:lnTo>
                <a:lnTo>
                  <a:pt x="60245" y="28373"/>
                </a:lnTo>
                <a:lnTo>
                  <a:pt x="61430" y="28373"/>
                </a:lnTo>
                <a:lnTo>
                  <a:pt x="61856" y="28768"/>
                </a:lnTo>
                <a:lnTo>
                  <a:pt x="64257" y="28768"/>
                </a:lnTo>
                <a:cubicBezTo>
                  <a:pt x="64531" y="28525"/>
                  <a:pt x="64804" y="28282"/>
                  <a:pt x="65078" y="28008"/>
                </a:cubicBezTo>
                <a:cubicBezTo>
                  <a:pt x="64926" y="27856"/>
                  <a:pt x="64531" y="27917"/>
                  <a:pt x="64591" y="27552"/>
                </a:cubicBezTo>
                <a:cubicBezTo>
                  <a:pt x="64591" y="27491"/>
                  <a:pt x="64470" y="27431"/>
                  <a:pt x="64439" y="27400"/>
                </a:cubicBezTo>
                <a:cubicBezTo>
                  <a:pt x="64439" y="27339"/>
                  <a:pt x="64500" y="27279"/>
                  <a:pt x="64531" y="27248"/>
                </a:cubicBezTo>
                <a:lnTo>
                  <a:pt x="64956" y="27248"/>
                </a:lnTo>
                <a:cubicBezTo>
                  <a:pt x="65169" y="27096"/>
                  <a:pt x="65260" y="26792"/>
                  <a:pt x="65564" y="26792"/>
                </a:cubicBezTo>
                <a:lnTo>
                  <a:pt x="65898" y="26975"/>
                </a:lnTo>
                <a:lnTo>
                  <a:pt x="66172" y="26701"/>
                </a:lnTo>
                <a:lnTo>
                  <a:pt x="65777" y="26032"/>
                </a:lnTo>
                <a:cubicBezTo>
                  <a:pt x="65777" y="26002"/>
                  <a:pt x="65746" y="25972"/>
                  <a:pt x="65746" y="25941"/>
                </a:cubicBezTo>
                <a:lnTo>
                  <a:pt x="65746" y="24908"/>
                </a:lnTo>
                <a:cubicBezTo>
                  <a:pt x="65929" y="24725"/>
                  <a:pt x="66050" y="24634"/>
                  <a:pt x="66142" y="24513"/>
                </a:cubicBezTo>
                <a:cubicBezTo>
                  <a:pt x="66172" y="24482"/>
                  <a:pt x="66202" y="24421"/>
                  <a:pt x="66202" y="24330"/>
                </a:cubicBezTo>
                <a:cubicBezTo>
                  <a:pt x="66263" y="23996"/>
                  <a:pt x="66749" y="23905"/>
                  <a:pt x="66689" y="23540"/>
                </a:cubicBezTo>
                <a:cubicBezTo>
                  <a:pt x="66689" y="23510"/>
                  <a:pt x="66749" y="23449"/>
                  <a:pt x="66780" y="23449"/>
                </a:cubicBezTo>
                <a:cubicBezTo>
                  <a:pt x="66805" y="23453"/>
                  <a:pt x="66829" y="23456"/>
                  <a:pt x="66852" y="23456"/>
                </a:cubicBezTo>
                <a:cubicBezTo>
                  <a:pt x="67129" y="23456"/>
                  <a:pt x="67224" y="23136"/>
                  <a:pt x="67449" y="23023"/>
                </a:cubicBezTo>
                <a:cubicBezTo>
                  <a:pt x="67509" y="23084"/>
                  <a:pt x="67570" y="23175"/>
                  <a:pt x="67631" y="23175"/>
                </a:cubicBezTo>
                <a:cubicBezTo>
                  <a:pt x="67732" y="23226"/>
                  <a:pt x="67845" y="23250"/>
                  <a:pt x="67958" y="23250"/>
                </a:cubicBezTo>
                <a:cubicBezTo>
                  <a:pt x="68117" y="23250"/>
                  <a:pt x="68280" y="23203"/>
                  <a:pt x="68421" y="23114"/>
                </a:cubicBezTo>
                <a:cubicBezTo>
                  <a:pt x="68664" y="22902"/>
                  <a:pt x="69029" y="23145"/>
                  <a:pt x="69181" y="22810"/>
                </a:cubicBezTo>
                <a:lnTo>
                  <a:pt x="70215" y="22810"/>
                </a:lnTo>
                <a:lnTo>
                  <a:pt x="70944" y="21899"/>
                </a:lnTo>
                <a:lnTo>
                  <a:pt x="71278" y="21899"/>
                </a:lnTo>
                <a:cubicBezTo>
                  <a:pt x="71582" y="21899"/>
                  <a:pt x="71643" y="21777"/>
                  <a:pt x="71461" y="21503"/>
                </a:cubicBezTo>
                <a:cubicBezTo>
                  <a:pt x="71339" y="21351"/>
                  <a:pt x="71278" y="21230"/>
                  <a:pt x="71400" y="21047"/>
                </a:cubicBezTo>
                <a:cubicBezTo>
                  <a:pt x="71522" y="20774"/>
                  <a:pt x="71674" y="20531"/>
                  <a:pt x="71886" y="20348"/>
                </a:cubicBezTo>
                <a:cubicBezTo>
                  <a:pt x="72038" y="20257"/>
                  <a:pt x="72038" y="20075"/>
                  <a:pt x="71917" y="19953"/>
                </a:cubicBezTo>
                <a:cubicBezTo>
                  <a:pt x="71795" y="19862"/>
                  <a:pt x="71734" y="19740"/>
                  <a:pt x="71765" y="19588"/>
                </a:cubicBezTo>
                <a:cubicBezTo>
                  <a:pt x="71826" y="19254"/>
                  <a:pt x="71400" y="19041"/>
                  <a:pt x="71522" y="18677"/>
                </a:cubicBezTo>
                <a:cubicBezTo>
                  <a:pt x="71552" y="18677"/>
                  <a:pt x="71491" y="18616"/>
                  <a:pt x="71461" y="18616"/>
                </a:cubicBezTo>
                <a:cubicBezTo>
                  <a:pt x="71218" y="18403"/>
                  <a:pt x="71309" y="18221"/>
                  <a:pt x="71491" y="18069"/>
                </a:cubicBezTo>
                <a:cubicBezTo>
                  <a:pt x="71765" y="17826"/>
                  <a:pt x="71917" y="17491"/>
                  <a:pt x="71978" y="17157"/>
                </a:cubicBezTo>
                <a:cubicBezTo>
                  <a:pt x="72008" y="16914"/>
                  <a:pt x="72008" y="16640"/>
                  <a:pt x="71978" y="16397"/>
                </a:cubicBezTo>
                <a:cubicBezTo>
                  <a:pt x="71917" y="16093"/>
                  <a:pt x="72160" y="15911"/>
                  <a:pt x="72221" y="15698"/>
                </a:cubicBezTo>
                <a:cubicBezTo>
                  <a:pt x="72251" y="15485"/>
                  <a:pt x="72160" y="15272"/>
                  <a:pt x="72312" y="15060"/>
                </a:cubicBezTo>
                <a:lnTo>
                  <a:pt x="72373" y="15120"/>
                </a:lnTo>
                <a:lnTo>
                  <a:pt x="72950" y="14938"/>
                </a:lnTo>
                <a:lnTo>
                  <a:pt x="72464" y="14725"/>
                </a:lnTo>
                <a:lnTo>
                  <a:pt x="72829" y="14026"/>
                </a:lnTo>
                <a:lnTo>
                  <a:pt x="72281" y="13753"/>
                </a:lnTo>
                <a:lnTo>
                  <a:pt x="71856" y="14148"/>
                </a:lnTo>
                <a:cubicBezTo>
                  <a:pt x="71701" y="13941"/>
                  <a:pt x="71436" y="13800"/>
                  <a:pt x="71173" y="13800"/>
                </a:cubicBezTo>
                <a:cubicBezTo>
                  <a:pt x="71162" y="13800"/>
                  <a:pt x="71150" y="13800"/>
                  <a:pt x="71139" y="13801"/>
                </a:cubicBezTo>
                <a:lnTo>
                  <a:pt x="71139" y="13801"/>
                </a:lnTo>
                <a:cubicBezTo>
                  <a:pt x="71287" y="13653"/>
                  <a:pt x="71435" y="13506"/>
                  <a:pt x="71582" y="13388"/>
                </a:cubicBezTo>
                <a:cubicBezTo>
                  <a:pt x="71613" y="13023"/>
                  <a:pt x="71765" y="12658"/>
                  <a:pt x="72008" y="12354"/>
                </a:cubicBezTo>
                <a:cubicBezTo>
                  <a:pt x="72129" y="12202"/>
                  <a:pt x="72069" y="11990"/>
                  <a:pt x="71917" y="11868"/>
                </a:cubicBezTo>
                <a:cubicBezTo>
                  <a:pt x="71795" y="11777"/>
                  <a:pt x="71795" y="11594"/>
                  <a:pt x="71917" y="11503"/>
                </a:cubicBezTo>
                <a:cubicBezTo>
                  <a:pt x="72038" y="11412"/>
                  <a:pt x="72129" y="11260"/>
                  <a:pt x="72281" y="11260"/>
                </a:cubicBezTo>
                <a:cubicBezTo>
                  <a:pt x="72464" y="11230"/>
                  <a:pt x="72494" y="11139"/>
                  <a:pt x="72525" y="10987"/>
                </a:cubicBezTo>
                <a:cubicBezTo>
                  <a:pt x="72555" y="10652"/>
                  <a:pt x="72312" y="10531"/>
                  <a:pt x="72129" y="10348"/>
                </a:cubicBezTo>
                <a:lnTo>
                  <a:pt x="71430" y="10348"/>
                </a:lnTo>
                <a:cubicBezTo>
                  <a:pt x="71400" y="10166"/>
                  <a:pt x="71430" y="9923"/>
                  <a:pt x="71157" y="9832"/>
                </a:cubicBezTo>
                <a:cubicBezTo>
                  <a:pt x="70883" y="9710"/>
                  <a:pt x="70701" y="9497"/>
                  <a:pt x="70397" y="9497"/>
                </a:cubicBezTo>
                <a:cubicBezTo>
                  <a:pt x="70215" y="9467"/>
                  <a:pt x="70063" y="9406"/>
                  <a:pt x="69941" y="9284"/>
                </a:cubicBezTo>
                <a:cubicBezTo>
                  <a:pt x="69637" y="9072"/>
                  <a:pt x="69637" y="8707"/>
                  <a:pt x="69394" y="8494"/>
                </a:cubicBezTo>
                <a:cubicBezTo>
                  <a:pt x="69303" y="8373"/>
                  <a:pt x="69394" y="8221"/>
                  <a:pt x="69485" y="8099"/>
                </a:cubicBezTo>
                <a:cubicBezTo>
                  <a:pt x="69698" y="7856"/>
                  <a:pt x="69637" y="7795"/>
                  <a:pt x="69303" y="7673"/>
                </a:cubicBezTo>
                <a:cubicBezTo>
                  <a:pt x="69242" y="7643"/>
                  <a:pt x="69181" y="7613"/>
                  <a:pt x="69151" y="7582"/>
                </a:cubicBezTo>
                <a:cubicBezTo>
                  <a:pt x="69120" y="7461"/>
                  <a:pt x="69120" y="7339"/>
                  <a:pt x="69151" y="7248"/>
                </a:cubicBezTo>
                <a:cubicBezTo>
                  <a:pt x="69181" y="7066"/>
                  <a:pt x="69303" y="6944"/>
                  <a:pt x="69363" y="6762"/>
                </a:cubicBezTo>
                <a:cubicBezTo>
                  <a:pt x="69394" y="6610"/>
                  <a:pt x="69303" y="6397"/>
                  <a:pt x="69363" y="6214"/>
                </a:cubicBezTo>
                <a:cubicBezTo>
                  <a:pt x="69485" y="5880"/>
                  <a:pt x="69212" y="5698"/>
                  <a:pt x="69120" y="5424"/>
                </a:cubicBezTo>
                <a:cubicBezTo>
                  <a:pt x="69060" y="5181"/>
                  <a:pt x="68816" y="4999"/>
                  <a:pt x="68573" y="4999"/>
                </a:cubicBezTo>
                <a:cubicBezTo>
                  <a:pt x="68512" y="4938"/>
                  <a:pt x="68482" y="4816"/>
                  <a:pt x="68482" y="4725"/>
                </a:cubicBezTo>
                <a:cubicBezTo>
                  <a:pt x="68512" y="4634"/>
                  <a:pt x="68634" y="4573"/>
                  <a:pt x="68695" y="4482"/>
                </a:cubicBezTo>
                <a:cubicBezTo>
                  <a:pt x="68756" y="4391"/>
                  <a:pt x="68604" y="4178"/>
                  <a:pt x="68512" y="4148"/>
                </a:cubicBezTo>
                <a:cubicBezTo>
                  <a:pt x="68421" y="4087"/>
                  <a:pt x="68269" y="4056"/>
                  <a:pt x="68269" y="4026"/>
                </a:cubicBezTo>
                <a:cubicBezTo>
                  <a:pt x="68300" y="3600"/>
                  <a:pt x="67783" y="3509"/>
                  <a:pt x="67753" y="3114"/>
                </a:cubicBezTo>
                <a:cubicBezTo>
                  <a:pt x="67703" y="2867"/>
                  <a:pt x="67433" y="2801"/>
                  <a:pt x="67138" y="2801"/>
                </a:cubicBezTo>
                <a:cubicBezTo>
                  <a:pt x="67070" y="2801"/>
                  <a:pt x="67000" y="2804"/>
                  <a:pt x="66932" y="2810"/>
                </a:cubicBezTo>
                <a:lnTo>
                  <a:pt x="66597" y="2324"/>
                </a:lnTo>
                <a:cubicBezTo>
                  <a:pt x="66504" y="2349"/>
                  <a:pt x="66411" y="2353"/>
                  <a:pt x="66320" y="2353"/>
                </a:cubicBezTo>
                <a:cubicBezTo>
                  <a:pt x="66276" y="2353"/>
                  <a:pt x="66234" y="2352"/>
                  <a:pt x="66192" y="2352"/>
                </a:cubicBezTo>
                <a:cubicBezTo>
                  <a:pt x="66008" y="2352"/>
                  <a:pt x="65841" y="2371"/>
                  <a:pt x="65716" y="2567"/>
                </a:cubicBezTo>
                <a:cubicBezTo>
                  <a:pt x="65689" y="2576"/>
                  <a:pt x="65660" y="2580"/>
                  <a:pt x="65630" y="2580"/>
                </a:cubicBezTo>
                <a:cubicBezTo>
                  <a:pt x="65559" y="2580"/>
                  <a:pt x="65485" y="2558"/>
                  <a:pt x="65442" y="2537"/>
                </a:cubicBezTo>
                <a:cubicBezTo>
                  <a:pt x="65290" y="2324"/>
                  <a:pt x="65017" y="2385"/>
                  <a:pt x="64865" y="2233"/>
                </a:cubicBezTo>
                <a:cubicBezTo>
                  <a:pt x="64793" y="2161"/>
                  <a:pt x="64742" y="2130"/>
                  <a:pt x="64691" y="2130"/>
                </a:cubicBezTo>
                <a:cubicBezTo>
                  <a:pt x="64635" y="2130"/>
                  <a:pt x="64580" y="2168"/>
                  <a:pt x="64500" y="2233"/>
                </a:cubicBezTo>
                <a:cubicBezTo>
                  <a:pt x="64394" y="2303"/>
                  <a:pt x="64319" y="2353"/>
                  <a:pt x="64233" y="2353"/>
                </a:cubicBezTo>
                <a:cubicBezTo>
                  <a:pt x="64171" y="2353"/>
                  <a:pt x="64103" y="2327"/>
                  <a:pt x="64014" y="2263"/>
                </a:cubicBezTo>
                <a:cubicBezTo>
                  <a:pt x="63892" y="2172"/>
                  <a:pt x="63733" y="2126"/>
                  <a:pt x="63573" y="2126"/>
                </a:cubicBezTo>
                <a:cubicBezTo>
                  <a:pt x="63414" y="2126"/>
                  <a:pt x="63254" y="2172"/>
                  <a:pt x="63132" y="2263"/>
                </a:cubicBezTo>
                <a:cubicBezTo>
                  <a:pt x="63011" y="2324"/>
                  <a:pt x="62859" y="2385"/>
                  <a:pt x="62737" y="2385"/>
                </a:cubicBezTo>
                <a:cubicBezTo>
                  <a:pt x="62577" y="2411"/>
                  <a:pt x="62418" y="2578"/>
                  <a:pt x="62319" y="2578"/>
                </a:cubicBezTo>
                <a:cubicBezTo>
                  <a:pt x="62305" y="2578"/>
                  <a:pt x="62293" y="2575"/>
                  <a:pt x="62281" y="2567"/>
                </a:cubicBezTo>
                <a:cubicBezTo>
                  <a:pt x="62235" y="2552"/>
                  <a:pt x="62193" y="2545"/>
                  <a:pt x="62153" y="2545"/>
                </a:cubicBezTo>
                <a:cubicBezTo>
                  <a:pt x="61887" y="2545"/>
                  <a:pt x="61738" y="2842"/>
                  <a:pt x="61492" y="2842"/>
                </a:cubicBezTo>
                <a:cubicBezTo>
                  <a:pt x="61481" y="2842"/>
                  <a:pt x="61471" y="2842"/>
                  <a:pt x="61461" y="2841"/>
                </a:cubicBezTo>
                <a:cubicBezTo>
                  <a:pt x="61400" y="2825"/>
                  <a:pt x="61337" y="2818"/>
                  <a:pt x="61274" y="2818"/>
                </a:cubicBezTo>
                <a:cubicBezTo>
                  <a:pt x="61086" y="2818"/>
                  <a:pt x="60898" y="2886"/>
                  <a:pt x="60762" y="3023"/>
                </a:cubicBezTo>
                <a:cubicBezTo>
                  <a:pt x="60737" y="3053"/>
                  <a:pt x="60712" y="3065"/>
                  <a:pt x="60686" y="3065"/>
                </a:cubicBezTo>
                <a:cubicBezTo>
                  <a:pt x="60579" y="3065"/>
                  <a:pt x="60452" y="2865"/>
                  <a:pt x="60306" y="2841"/>
                </a:cubicBezTo>
                <a:cubicBezTo>
                  <a:pt x="60199" y="2810"/>
                  <a:pt x="60093" y="2795"/>
                  <a:pt x="59986" y="2795"/>
                </a:cubicBezTo>
                <a:cubicBezTo>
                  <a:pt x="59880" y="2795"/>
                  <a:pt x="59774" y="2810"/>
                  <a:pt x="59667" y="2841"/>
                </a:cubicBezTo>
                <a:cubicBezTo>
                  <a:pt x="59653" y="2842"/>
                  <a:pt x="59639" y="2843"/>
                  <a:pt x="59626" y="2843"/>
                </a:cubicBezTo>
                <a:cubicBezTo>
                  <a:pt x="59387" y="2843"/>
                  <a:pt x="59320" y="2597"/>
                  <a:pt x="59090" y="2597"/>
                </a:cubicBezTo>
                <a:cubicBezTo>
                  <a:pt x="58994" y="2621"/>
                  <a:pt x="58899" y="2633"/>
                  <a:pt x="58805" y="2633"/>
                </a:cubicBezTo>
                <a:cubicBezTo>
                  <a:pt x="58538" y="2633"/>
                  <a:pt x="58281" y="2542"/>
                  <a:pt x="58056" y="2385"/>
                </a:cubicBezTo>
                <a:cubicBezTo>
                  <a:pt x="58002" y="2363"/>
                  <a:pt x="57949" y="2353"/>
                  <a:pt x="57897" y="2353"/>
                </a:cubicBezTo>
                <a:cubicBezTo>
                  <a:pt x="57804" y="2353"/>
                  <a:pt x="57720" y="2387"/>
                  <a:pt x="57661" y="2445"/>
                </a:cubicBezTo>
                <a:cubicBezTo>
                  <a:pt x="57509" y="2567"/>
                  <a:pt x="57296" y="2537"/>
                  <a:pt x="57175" y="2658"/>
                </a:cubicBezTo>
                <a:cubicBezTo>
                  <a:pt x="57064" y="2769"/>
                  <a:pt x="56907" y="2835"/>
                  <a:pt x="56753" y="2835"/>
                </a:cubicBezTo>
                <a:cubicBezTo>
                  <a:pt x="56655" y="2835"/>
                  <a:pt x="56559" y="2809"/>
                  <a:pt x="56476" y="2749"/>
                </a:cubicBezTo>
                <a:cubicBezTo>
                  <a:pt x="56476" y="2567"/>
                  <a:pt x="56415" y="2415"/>
                  <a:pt x="56263" y="2293"/>
                </a:cubicBezTo>
                <a:cubicBezTo>
                  <a:pt x="56177" y="2207"/>
                  <a:pt x="56101" y="2151"/>
                  <a:pt x="56017" y="2151"/>
                </a:cubicBezTo>
                <a:cubicBezTo>
                  <a:pt x="55954" y="2151"/>
                  <a:pt x="55886" y="2184"/>
                  <a:pt x="55807" y="2263"/>
                </a:cubicBezTo>
                <a:cubicBezTo>
                  <a:pt x="55716" y="2324"/>
                  <a:pt x="55625" y="2354"/>
                  <a:pt x="55533" y="2385"/>
                </a:cubicBezTo>
                <a:cubicBezTo>
                  <a:pt x="55502" y="2381"/>
                  <a:pt x="55469" y="2379"/>
                  <a:pt x="55437" y="2379"/>
                </a:cubicBezTo>
                <a:cubicBezTo>
                  <a:pt x="55364" y="2379"/>
                  <a:pt x="55289" y="2386"/>
                  <a:pt x="55216" y="2386"/>
                </a:cubicBezTo>
                <a:cubicBezTo>
                  <a:pt x="55074" y="2386"/>
                  <a:pt x="54939" y="2360"/>
                  <a:pt x="54834" y="2202"/>
                </a:cubicBezTo>
                <a:lnTo>
                  <a:pt x="54074" y="2111"/>
                </a:lnTo>
                <a:cubicBezTo>
                  <a:pt x="53948" y="1973"/>
                  <a:pt x="53825" y="1922"/>
                  <a:pt x="53706" y="1922"/>
                </a:cubicBezTo>
                <a:cubicBezTo>
                  <a:pt x="53510" y="1922"/>
                  <a:pt x="53321" y="2059"/>
                  <a:pt x="53132" y="2172"/>
                </a:cubicBezTo>
                <a:cubicBezTo>
                  <a:pt x="53103" y="2155"/>
                  <a:pt x="53077" y="2148"/>
                  <a:pt x="53054" y="2148"/>
                </a:cubicBezTo>
                <a:cubicBezTo>
                  <a:pt x="52936" y="2148"/>
                  <a:pt x="52882" y="2329"/>
                  <a:pt x="52769" y="2329"/>
                </a:cubicBezTo>
                <a:cubicBezTo>
                  <a:pt x="52742" y="2329"/>
                  <a:pt x="52711" y="2319"/>
                  <a:pt x="52676" y="2293"/>
                </a:cubicBezTo>
                <a:cubicBezTo>
                  <a:pt x="52676" y="2141"/>
                  <a:pt x="52676" y="2020"/>
                  <a:pt x="52676" y="1868"/>
                </a:cubicBezTo>
                <a:cubicBezTo>
                  <a:pt x="52646" y="1807"/>
                  <a:pt x="52646" y="1716"/>
                  <a:pt x="52524" y="1716"/>
                </a:cubicBezTo>
                <a:cubicBezTo>
                  <a:pt x="52433" y="1716"/>
                  <a:pt x="52251" y="1777"/>
                  <a:pt x="52251" y="1807"/>
                </a:cubicBezTo>
                <a:cubicBezTo>
                  <a:pt x="52223" y="2053"/>
                  <a:pt x="52147" y="2176"/>
                  <a:pt x="51932" y="2176"/>
                </a:cubicBezTo>
                <a:cubicBezTo>
                  <a:pt x="51908" y="2176"/>
                  <a:pt x="51883" y="2175"/>
                  <a:pt x="51856" y="2172"/>
                </a:cubicBezTo>
                <a:cubicBezTo>
                  <a:pt x="51831" y="2168"/>
                  <a:pt x="51808" y="2166"/>
                  <a:pt x="51787" y="2166"/>
                </a:cubicBezTo>
                <a:cubicBezTo>
                  <a:pt x="51648" y="2166"/>
                  <a:pt x="51566" y="2245"/>
                  <a:pt x="51460" y="2324"/>
                </a:cubicBezTo>
                <a:cubicBezTo>
                  <a:pt x="51456" y="2328"/>
                  <a:pt x="51451" y="2330"/>
                  <a:pt x="51444" y="2330"/>
                </a:cubicBezTo>
                <a:cubicBezTo>
                  <a:pt x="51398" y="2330"/>
                  <a:pt x="51296" y="2251"/>
                  <a:pt x="51217" y="2172"/>
                </a:cubicBezTo>
                <a:lnTo>
                  <a:pt x="51004" y="2385"/>
                </a:lnTo>
                <a:lnTo>
                  <a:pt x="49789" y="2385"/>
                </a:lnTo>
                <a:lnTo>
                  <a:pt x="49029" y="1503"/>
                </a:lnTo>
                <a:cubicBezTo>
                  <a:pt x="48953" y="1488"/>
                  <a:pt x="48877" y="1480"/>
                  <a:pt x="48805" y="1480"/>
                </a:cubicBezTo>
                <a:cubicBezTo>
                  <a:pt x="48732" y="1480"/>
                  <a:pt x="48664" y="1488"/>
                  <a:pt x="48603" y="1503"/>
                </a:cubicBezTo>
                <a:cubicBezTo>
                  <a:pt x="48421" y="1534"/>
                  <a:pt x="48390" y="1716"/>
                  <a:pt x="48147" y="1716"/>
                </a:cubicBezTo>
                <a:cubicBezTo>
                  <a:pt x="48129" y="1718"/>
                  <a:pt x="48112" y="1719"/>
                  <a:pt x="48095" y="1719"/>
                </a:cubicBezTo>
                <a:cubicBezTo>
                  <a:pt x="47861" y="1719"/>
                  <a:pt x="47768" y="1532"/>
                  <a:pt x="47570" y="1503"/>
                </a:cubicBezTo>
                <a:cubicBezTo>
                  <a:pt x="47479" y="1473"/>
                  <a:pt x="47418" y="1412"/>
                  <a:pt x="47327" y="1382"/>
                </a:cubicBezTo>
                <a:cubicBezTo>
                  <a:pt x="47296" y="1078"/>
                  <a:pt x="47448" y="804"/>
                  <a:pt x="47175" y="561"/>
                </a:cubicBezTo>
                <a:cubicBezTo>
                  <a:pt x="47023" y="652"/>
                  <a:pt x="46810" y="804"/>
                  <a:pt x="46628" y="804"/>
                </a:cubicBezTo>
                <a:cubicBezTo>
                  <a:pt x="46604" y="802"/>
                  <a:pt x="46581" y="802"/>
                  <a:pt x="46558" y="802"/>
                </a:cubicBezTo>
                <a:cubicBezTo>
                  <a:pt x="46143" y="802"/>
                  <a:pt x="45876" y="1055"/>
                  <a:pt x="45472" y="1199"/>
                </a:cubicBezTo>
                <a:cubicBezTo>
                  <a:pt x="45047" y="1321"/>
                  <a:pt x="44925" y="1594"/>
                  <a:pt x="44773" y="1929"/>
                </a:cubicBezTo>
                <a:lnTo>
                  <a:pt x="44135" y="1929"/>
                </a:lnTo>
                <a:cubicBezTo>
                  <a:pt x="44000" y="2115"/>
                  <a:pt x="43826" y="2150"/>
                  <a:pt x="43647" y="2150"/>
                </a:cubicBezTo>
                <a:cubicBezTo>
                  <a:pt x="43537" y="2150"/>
                  <a:pt x="43425" y="2137"/>
                  <a:pt x="43319" y="2137"/>
                </a:cubicBezTo>
                <a:cubicBezTo>
                  <a:pt x="43286" y="2137"/>
                  <a:pt x="43254" y="2138"/>
                  <a:pt x="43223" y="2141"/>
                </a:cubicBezTo>
                <a:lnTo>
                  <a:pt x="42767" y="2141"/>
                </a:lnTo>
                <a:cubicBezTo>
                  <a:pt x="42640" y="2333"/>
                  <a:pt x="42487" y="2373"/>
                  <a:pt x="42327" y="2373"/>
                </a:cubicBezTo>
                <a:cubicBezTo>
                  <a:pt x="42208" y="2373"/>
                  <a:pt x="42084" y="2351"/>
                  <a:pt x="41963" y="2351"/>
                </a:cubicBezTo>
                <a:cubicBezTo>
                  <a:pt x="41937" y="2351"/>
                  <a:pt x="41911" y="2352"/>
                  <a:pt x="41886" y="2354"/>
                </a:cubicBezTo>
                <a:lnTo>
                  <a:pt x="41217" y="1837"/>
                </a:lnTo>
                <a:cubicBezTo>
                  <a:pt x="41035" y="1898"/>
                  <a:pt x="40852" y="1989"/>
                  <a:pt x="40700" y="2081"/>
                </a:cubicBezTo>
                <a:cubicBezTo>
                  <a:pt x="40518" y="2202"/>
                  <a:pt x="40427" y="2476"/>
                  <a:pt x="40153" y="2476"/>
                </a:cubicBezTo>
                <a:cubicBezTo>
                  <a:pt x="40001" y="2445"/>
                  <a:pt x="39910" y="2263"/>
                  <a:pt x="39788" y="2141"/>
                </a:cubicBezTo>
                <a:cubicBezTo>
                  <a:pt x="39696" y="2049"/>
                  <a:pt x="39585" y="2009"/>
                  <a:pt x="39484" y="2009"/>
                </a:cubicBezTo>
                <a:cubicBezTo>
                  <a:pt x="39452" y="2009"/>
                  <a:pt x="39422" y="2013"/>
                  <a:pt x="39393" y="2020"/>
                </a:cubicBezTo>
                <a:cubicBezTo>
                  <a:pt x="39211" y="2081"/>
                  <a:pt x="39089" y="2172"/>
                  <a:pt x="38907" y="2233"/>
                </a:cubicBezTo>
                <a:cubicBezTo>
                  <a:pt x="38861" y="2248"/>
                  <a:pt x="38808" y="2255"/>
                  <a:pt x="38751" y="2255"/>
                </a:cubicBezTo>
                <a:cubicBezTo>
                  <a:pt x="38694" y="2255"/>
                  <a:pt x="38633" y="2248"/>
                  <a:pt x="38573" y="2233"/>
                </a:cubicBezTo>
                <a:lnTo>
                  <a:pt x="37904" y="2233"/>
                </a:lnTo>
                <a:cubicBezTo>
                  <a:pt x="37843" y="2233"/>
                  <a:pt x="37768" y="2237"/>
                  <a:pt x="37691" y="2237"/>
                </a:cubicBezTo>
                <a:cubicBezTo>
                  <a:pt x="37577" y="2237"/>
                  <a:pt x="37460" y="2227"/>
                  <a:pt x="37387" y="2172"/>
                </a:cubicBezTo>
                <a:cubicBezTo>
                  <a:pt x="37205" y="1989"/>
                  <a:pt x="36901" y="2050"/>
                  <a:pt x="36779" y="1777"/>
                </a:cubicBezTo>
                <a:cubicBezTo>
                  <a:pt x="36719" y="1837"/>
                  <a:pt x="36658" y="1898"/>
                  <a:pt x="36597" y="1959"/>
                </a:cubicBezTo>
                <a:cubicBezTo>
                  <a:pt x="36597" y="1959"/>
                  <a:pt x="36567" y="1989"/>
                  <a:pt x="36536" y="1989"/>
                </a:cubicBezTo>
                <a:cubicBezTo>
                  <a:pt x="36372" y="1864"/>
                  <a:pt x="36271" y="1790"/>
                  <a:pt x="36192" y="1790"/>
                </a:cubicBezTo>
                <a:cubicBezTo>
                  <a:pt x="36079" y="1790"/>
                  <a:pt x="36010" y="1937"/>
                  <a:pt x="35867" y="2293"/>
                </a:cubicBezTo>
                <a:lnTo>
                  <a:pt x="35624" y="1868"/>
                </a:lnTo>
                <a:cubicBezTo>
                  <a:pt x="35411" y="1792"/>
                  <a:pt x="35237" y="1792"/>
                  <a:pt x="35089" y="1792"/>
                </a:cubicBezTo>
                <a:cubicBezTo>
                  <a:pt x="34940" y="1792"/>
                  <a:pt x="34819" y="1792"/>
                  <a:pt x="34712" y="1716"/>
                </a:cubicBezTo>
                <a:lnTo>
                  <a:pt x="34591" y="1169"/>
                </a:lnTo>
                <a:cubicBezTo>
                  <a:pt x="34515" y="1126"/>
                  <a:pt x="34429" y="1106"/>
                  <a:pt x="34340" y="1106"/>
                </a:cubicBezTo>
                <a:cubicBezTo>
                  <a:pt x="34178" y="1106"/>
                  <a:pt x="34009" y="1173"/>
                  <a:pt x="33892" y="1290"/>
                </a:cubicBezTo>
                <a:cubicBezTo>
                  <a:pt x="33770" y="1230"/>
                  <a:pt x="33649" y="1169"/>
                  <a:pt x="33527" y="1138"/>
                </a:cubicBezTo>
                <a:cubicBezTo>
                  <a:pt x="33421" y="1138"/>
                  <a:pt x="33337" y="1301"/>
                  <a:pt x="33237" y="1301"/>
                </a:cubicBezTo>
                <a:cubicBezTo>
                  <a:pt x="33223" y="1301"/>
                  <a:pt x="33208" y="1298"/>
                  <a:pt x="33193" y="1290"/>
                </a:cubicBezTo>
                <a:cubicBezTo>
                  <a:pt x="33082" y="1235"/>
                  <a:pt x="32996" y="1104"/>
                  <a:pt x="32844" y="1104"/>
                </a:cubicBezTo>
                <a:cubicBezTo>
                  <a:pt x="32829" y="1104"/>
                  <a:pt x="32814" y="1105"/>
                  <a:pt x="32797" y="1108"/>
                </a:cubicBezTo>
                <a:cubicBezTo>
                  <a:pt x="32729" y="1129"/>
                  <a:pt x="32664" y="1138"/>
                  <a:pt x="32602" y="1138"/>
                </a:cubicBezTo>
                <a:cubicBezTo>
                  <a:pt x="32306" y="1138"/>
                  <a:pt x="32076" y="930"/>
                  <a:pt x="31825" y="804"/>
                </a:cubicBezTo>
                <a:cubicBezTo>
                  <a:pt x="31551" y="713"/>
                  <a:pt x="31308" y="561"/>
                  <a:pt x="31065" y="470"/>
                </a:cubicBezTo>
                <a:cubicBezTo>
                  <a:pt x="30852" y="409"/>
                  <a:pt x="30913" y="287"/>
                  <a:pt x="30852" y="135"/>
                </a:cubicBezTo>
                <a:cubicBezTo>
                  <a:pt x="30832" y="54"/>
                  <a:pt x="30744" y="0"/>
                  <a:pt x="306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7"/>
          <p:cNvSpPr/>
          <p:nvPr/>
        </p:nvSpPr>
        <p:spPr>
          <a:xfrm>
            <a:off x="2593150" y="4566900"/>
            <a:ext cx="17500" cy="16875"/>
          </a:xfrm>
          <a:custGeom>
            <a:rect b="b" l="l" r="r" t="t"/>
            <a:pathLst>
              <a:path extrusionOk="0" h="675" w="700">
                <a:moveTo>
                  <a:pt x="297" y="1"/>
                </a:moveTo>
                <a:cubicBezTo>
                  <a:pt x="198" y="1"/>
                  <a:pt x="107" y="31"/>
                  <a:pt x="31" y="138"/>
                </a:cubicBezTo>
                <a:cubicBezTo>
                  <a:pt x="92" y="199"/>
                  <a:pt x="183" y="290"/>
                  <a:pt x="244" y="351"/>
                </a:cubicBezTo>
                <a:lnTo>
                  <a:pt x="0" y="594"/>
                </a:lnTo>
                <a:cubicBezTo>
                  <a:pt x="93" y="617"/>
                  <a:pt x="185" y="675"/>
                  <a:pt x="251" y="675"/>
                </a:cubicBezTo>
                <a:cubicBezTo>
                  <a:pt x="272" y="675"/>
                  <a:pt x="290" y="669"/>
                  <a:pt x="304" y="654"/>
                </a:cubicBezTo>
                <a:cubicBezTo>
                  <a:pt x="487" y="563"/>
                  <a:pt x="700" y="472"/>
                  <a:pt x="700" y="229"/>
                </a:cubicBezTo>
                <a:cubicBezTo>
                  <a:pt x="700" y="168"/>
                  <a:pt x="639" y="47"/>
                  <a:pt x="608" y="47"/>
                </a:cubicBezTo>
                <a:cubicBezTo>
                  <a:pt x="502" y="31"/>
                  <a:pt x="396" y="1"/>
                  <a:pt x="2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7"/>
          <p:cNvSpPr/>
          <p:nvPr/>
        </p:nvSpPr>
        <p:spPr>
          <a:xfrm>
            <a:off x="2359850" y="4600725"/>
            <a:ext cx="12950" cy="10825"/>
          </a:xfrm>
          <a:custGeom>
            <a:rect b="b" l="l" r="r" t="t"/>
            <a:pathLst>
              <a:path extrusionOk="0" h="433" w="518">
                <a:moveTo>
                  <a:pt x="305" y="1"/>
                </a:moveTo>
                <a:cubicBezTo>
                  <a:pt x="92" y="1"/>
                  <a:pt x="1" y="92"/>
                  <a:pt x="31" y="274"/>
                </a:cubicBezTo>
                <a:cubicBezTo>
                  <a:pt x="31" y="353"/>
                  <a:pt x="100" y="432"/>
                  <a:pt x="197" y="432"/>
                </a:cubicBezTo>
                <a:cubicBezTo>
                  <a:pt x="212" y="432"/>
                  <a:pt x="228" y="430"/>
                  <a:pt x="244" y="426"/>
                </a:cubicBezTo>
                <a:cubicBezTo>
                  <a:pt x="396" y="426"/>
                  <a:pt x="518" y="335"/>
                  <a:pt x="457" y="153"/>
                </a:cubicBezTo>
                <a:cubicBezTo>
                  <a:pt x="427" y="92"/>
                  <a:pt x="335" y="31"/>
                  <a:pt x="3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7"/>
          <p:cNvSpPr/>
          <p:nvPr/>
        </p:nvSpPr>
        <p:spPr>
          <a:xfrm>
            <a:off x="1383400" y="3944950"/>
            <a:ext cx="12175" cy="11900"/>
          </a:xfrm>
          <a:custGeom>
            <a:rect b="b" l="l" r="r" t="t"/>
            <a:pathLst>
              <a:path extrusionOk="0" h="476" w="487">
                <a:moveTo>
                  <a:pt x="304" y="0"/>
                </a:moveTo>
                <a:cubicBezTo>
                  <a:pt x="244" y="183"/>
                  <a:pt x="31" y="213"/>
                  <a:pt x="1" y="395"/>
                </a:cubicBezTo>
                <a:cubicBezTo>
                  <a:pt x="82" y="444"/>
                  <a:pt x="163" y="476"/>
                  <a:pt x="235" y="476"/>
                </a:cubicBezTo>
                <a:cubicBezTo>
                  <a:pt x="298" y="476"/>
                  <a:pt x="353" y="452"/>
                  <a:pt x="396" y="395"/>
                </a:cubicBezTo>
                <a:cubicBezTo>
                  <a:pt x="487" y="274"/>
                  <a:pt x="456" y="122"/>
                  <a:pt x="3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7"/>
          <p:cNvSpPr/>
          <p:nvPr/>
        </p:nvSpPr>
        <p:spPr>
          <a:xfrm>
            <a:off x="1154850" y="4095125"/>
            <a:ext cx="11250" cy="5625"/>
          </a:xfrm>
          <a:custGeom>
            <a:rect b="b" l="l" r="r" t="t"/>
            <a:pathLst>
              <a:path extrusionOk="0" h="225" w="450">
                <a:moveTo>
                  <a:pt x="58" y="0"/>
                </a:moveTo>
                <a:cubicBezTo>
                  <a:pt x="12" y="0"/>
                  <a:pt x="1" y="34"/>
                  <a:pt x="24" y="103"/>
                </a:cubicBezTo>
                <a:cubicBezTo>
                  <a:pt x="24" y="133"/>
                  <a:pt x="54" y="164"/>
                  <a:pt x="85" y="194"/>
                </a:cubicBezTo>
                <a:cubicBezTo>
                  <a:pt x="145" y="224"/>
                  <a:pt x="206" y="224"/>
                  <a:pt x="267" y="224"/>
                </a:cubicBezTo>
                <a:cubicBezTo>
                  <a:pt x="328" y="194"/>
                  <a:pt x="389" y="164"/>
                  <a:pt x="449" y="133"/>
                </a:cubicBezTo>
                <a:cubicBezTo>
                  <a:pt x="389" y="103"/>
                  <a:pt x="389" y="12"/>
                  <a:pt x="328" y="12"/>
                </a:cubicBezTo>
                <a:lnTo>
                  <a:pt x="115" y="12"/>
                </a:lnTo>
                <a:cubicBezTo>
                  <a:pt x="92" y="4"/>
                  <a:pt x="73" y="0"/>
                  <a:pt x="58" y="0"/>
                </a:cubicBezTo>
                <a:close/>
              </a:path>
            </a:pathLst>
          </a:custGeom>
          <a:solidFill>
            <a:srgbClr val="3A77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7"/>
          <p:cNvSpPr/>
          <p:nvPr/>
        </p:nvSpPr>
        <p:spPr>
          <a:xfrm>
            <a:off x="4099450" y="4179550"/>
            <a:ext cx="5350" cy="7625"/>
          </a:xfrm>
          <a:custGeom>
            <a:rect b="b" l="l" r="r" t="t"/>
            <a:pathLst>
              <a:path extrusionOk="0" h="305" w="214">
                <a:moveTo>
                  <a:pt x="213" y="1"/>
                </a:moveTo>
                <a:lnTo>
                  <a:pt x="0" y="153"/>
                </a:lnTo>
                <a:lnTo>
                  <a:pt x="213" y="305"/>
                </a:lnTo>
                <a:lnTo>
                  <a:pt x="2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6" name="Google Shape;6376;p67"/>
          <p:cNvGrpSpPr/>
          <p:nvPr/>
        </p:nvGrpSpPr>
        <p:grpSpPr>
          <a:xfrm>
            <a:off x="3289189" y="2911987"/>
            <a:ext cx="780636" cy="1759856"/>
            <a:chOff x="3289189" y="2911987"/>
            <a:chExt cx="780636" cy="1759856"/>
          </a:xfrm>
        </p:grpSpPr>
        <p:sp>
          <p:nvSpPr>
            <p:cNvPr id="6377" name="Google Shape;6377;p67"/>
            <p:cNvSpPr/>
            <p:nvPr/>
          </p:nvSpPr>
          <p:spPr>
            <a:xfrm>
              <a:off x="3289189" y="2911987"/>
              <a:ext cx="603835" cy="1759856"/>
            </a:xfrm>
            <a:custGeom>
              <a:rect b="b" l="l" r="r" t="t"/>
              <a:pathLst>
                <a:path extrusionOk="0" h="63786" w="21886">
                  <a:moveTo>
                    <a:pt x="8998" y="399"/>
                  </a:moveTo>
                  <a:lnTo>
                    <a:pt x="8877" y="703"/>
                  </a:lnTo>
                  <a:lnTo>
                    <a:pt x="8755" y="551"/>
                  </a:lnTo>
                  <a:lnTo>
                    <a:pt x="8998" y="399"/>
                  </a:lnTo>
                  <a:close/>
                  <a:moveTo>
                    <a:pt x="9302" y="460"/>
                  </a:moveTo>
                  <a:cubicBezTo>
                    <a:pt x="9332" y="642"/>
                    <a:pt x="9241" y="673"/>
                    <a:pt x="9120" y="703"/>
                  </a:cubicBezTo>
                  <a:cubicBezTo>
                    <a:pt x="9089" y="551"/>
                    <a:pt x="9181" y="490"/>
                    <a:pt x="9302" y="460"/>
                  </a:cubicBezTo>
                  <a:close/>
                  <a:moveTo>
                    <a:pt x="8755" y="1037"/>
                  </a:moveTo>
                  <a:lnTo>
                    <a:pt x="8755" y="1463"/>
                  </a:lnTo>
                  <a:lnTo>
                    <a:pt x="8573" y="1463"/>
                  </a:lnTo>
                  <a:cubicBezTo>
                    <a:pt x="8573" y="1189"/>
                    <a:pt x="8573" y="1189"/>
                    <a:pt x="8755" y="1037"/>
                  </a:cubicBezTo>
                  <a:close/>
                  <a:moveTo>
                    <a:pt x="10153" y="1463"/>
                  </a:moveTo>
                  <a:lnTo>
                    <a:pt x="10214" y="1767"/>
                  </a:lnTo>
                  <a:lnTo>
                    <a:pt x="10062" y="1858"/>
                  </a:lnTo>
                  <a:lnTo>
                    <a:pt x="9940" y="1736"/>
                  </a:lnTo>
                  <a:lnTo>
                    <a:pt x="10153" y="1463"/>
                  </a:lnTo>
                  <a:close/>
                  <a:moveTo>
                    <a:pt x="8222" y="1700"/>
                  </a:moveTo>
                  <a:cubicBezTo>
                    <a:pt x="8315" y="1700"/>
                    <a:pt x="8368" y="1787"/>
                    <a:pt x="8421" y="1919"/>
                  </a:cubicBezTo>
                  <a:lnTo>
                    <a:pt x="8177" y="1919"/>
                  </a:lnTo>
                  <a:lnTo>
                    <a:pt x="8177" y="1706"/>
                  </a:lnTo>
                  <a:cubicBezTo>
                    <a:pt x="8193" y="1702"/>
                    <a:pt x="8208" y="1700"/>
                    <a:pt x="8222" y="1700"/>
                  </a:cubicBezTo>
                  <a:close/>
                  <a:moveTo>
                    <a:pt x="7478" y="2223"/>
                  </a:moveTo>
                  <a:cubicBezTo>
                    <a:pt x="7661" y="2284"/>
                    <a:pt x="7691" y="2375"/>
                    <a:pt x="7661" y="2527"/>
                  </a:cubicBezTo>
                  <a:lnTo>
                    <a:pt x="7357" y="2527"/>
                  </a:lnTo>
                  <a:cubicBezTo>
                    <a:pt x="7357" y="2466"/>
                    <a:pt x="7387" y="2436"/>
                    <a:pt x="7387" y="2375"/>
                  </a:cubicBezTo>
                  <a:cubicBezTo>
                    <a:pt x="7418" y="2314"/>
                    <a:pt x="7448" y="2284"/>
                    <a:pt x="7478" y="2223"/>
                  </a:cubicBezTo>
                  <a:close/>
                  <a:moveTo>
                    <a:pt x="10305" y="2284"/>
                  </a:moveTo>
                  <a:lnTo>
                    <a:pt x="10457" y="2466"/>
                  </a:lnTo>
                  <a:lnTo>
                    <a:pt x="10336" y="2679"/>
                  </a:lnTo>
                  <a:lnTo>
                    <a:pt x="10153" y="2466"/>
                  </a:lnTo>
                  <a:lnTo>
                    <a:pt x="10305" y="2284"/>
                  </a:lnTo>
                  <a:close/>
                  <a:moveTo>
                    <a:pt x="8451" y="2817"/>
                  </a:moveTo>
                  <a:lnTo>
                    <a:pt x="8451" y="2817"/>
                  </a:lnTo>
                  <a:cubicBezTo>
                    <a:pt x="8618" y="2846"/>
                    <a:pt x="8664" y="2914"/>
                    <a:pt x="8664" y="3043"/>
                  </a:cubicBezTo>
                  <a:lnTo>
                    <a:pt x="8451" y="2922"/>
                  </a:lnTo>
                  <a:lnTo>
                    <a:pt x="8451" y="2817"/>
                  </a:lnTo>
                  <a:close/>
                  <a:moveTo>
                    <a:pt x="8360" y="2344"/>
                  </a:moveTo>
                  <a:cubicBezTo>
                    <a:pt x="8451" y="2527"/>
                    <a:pt x="8329" y="2618"/>
                    <a:pt x="8238" y="2740"/>
                  </a:cubicBezTo>
                  <a:lnTo>
                    <a:pt x="8390" y="2740"/>
                  </a:lnTo>
                  <a:cubicBezTo>
                    <a:pt x="8421" y="2740"/>
                    <a:pt x="8451" y="2770"/>
                    <a:pt x="8451" y="2770"/>
                  </a:cubicBezTo>
                  <a:lnTo>
                    <a:pt x="8421" y="2800"/>
                  </a:lnTo>
                  <a:lnTo>
                    <a:pt x="8177" y="2800"/>
                  </a:lnTo>
                  <a:cubicBezTo>
                    <a:pt x="8271" y="2800"/>
                    <a:pt x="8348" y="2804"/>
                    <a:pt x="8410" y="2811"/>
                  </a:cubicBezTo>
                  <a:lnTo>
                    <a:pt x="8410" y="2811"/>
                  </a:lnTo>
                  <a:cubicBezTo>
                    <a:pt x="8184" y="2878"/>
                    <a:pt x="7987" y="3023"/>
                    <a:pt x="7843" y="3195"/>
                  </a:cubicBezTo>
                  <a:lnTo>
                    <a:pt x="7722" y="3074"/>
                  </a:lnTo>
                  <a:lnTo>
                    <a:pt x="7965" y="2740"/>
                  </a:lnTo>
                  <a:lnTo>
                    <a:pt x="8177" y="2740"/>
                  </a:lnTo>
                  <a:lnTo>
                    <a:pt x="8177" y="2344"/>
                  </a:lnTo>
                  <a:close/>
                  <a:moveTo>
                    <a:pt x="9697" y="3013"/>
                  </a:moveTo>
                  <a:cubicBezTo>
                    <a:pt x="9728" y="3074"/>
                    <a:pt x="9849" y="3074"/>
                    <a:pt x="9758" y="3195"/>
                  </a:cubicBezTo>
                  <a:cubicBezTo>
                    <a:pt x="9728" y="3256"/>
                    <a:pt x="9728" y="3378"/>
                    <a:pt x="9728" y="3499"/>
                  </a:cubicBezTo>
                  <a:lnTo>
                    <a:pt x="9332" y="3499"/>
                  </a:lnTo>
                  <a:cubicBezTo>
                    <a:pt x="9332" y="3378"/>
                    <a:pt x="9272" y="3226"/>
                    <a:pt x="9393" y="3135"/>
                  </a:cubicBezTo>
                  <a:cubicBezTo>
                    <a:pt x="9484" y="3104"/>
                    <a:pt x="9576" y="3043"/>
                    <a:pt x="9697" y="3013"/>
                  </a:cubicBezTo>
                  <a:close/>
                  <a:moveTo>
                    <a:pt x="8056" y="3347"/>
                  </a:moveTo>
                  <a:cubicBezTo>
                    <a:pt x="8117" y="3378"/>
                    <a:pt x="8117" y="3378"/>
                    <a:pt x="8086" y="3773"/>
                  </a:cubicBezTo>
                  <a:lnTo>
                    <a:pt x="7904" y="3591"/>
                  </a:lnTo>
                  <a:lnTo>
                    <a:pt x="8025" y="3530"/>
                  </a:lnTo>
                  <a:lnTo>
                    <a:pt x="8056" y="3347"/>
                  </a:lnTo>
                  <a:close/>
                  <a:moveTo>
                    <a:pt x="8542" y="3347"/>
                  </a:moveTo>
                  <a:lnTo>
                    <a:pt x="8481" y="3773"/>
                  </a:lnTo>
                  <a:cubicBezTo>
                    <a:pt x="8481" y="3803"/>
                    <a:pt x="8451" y="3803"/>
                    <a:pt x="8421" y="3803"/>
                  </a:cubicBezTo>
                  <a:lnTo>
                    <a:pt x="8329" y="3803"/>
                  </a:lnTo>
                  <a:lnTo>
                    <a:pt x="8329" y="3530"/>
                  </a:lnTo>
                  <a:cubicBezTo>
                    <a:pt x="8390" y="3469"/>
                    <a:pt x="8421" y="3347"/>
                    <a:pt x="8542" y="3347"/>
                  </a:cubicBezTo>
                  <a:close/>
                  <a:moveTo>
                    <a:pt x="8725" y="4259"/>
                  </a:moveTo>
                  <a:cubicBezTo>
                    <a:pt x="8680" y="4304"/>
                    <a:pt x="8686" y="4335"/>
                    <a:pt x="8712" y="4357"/>
                  </a:cubicBezTo>
                  <a:lnTo>
                    <a:pt x="8712" y="4357"/>
                  </a:lnTo>
                  <a:cubicBezTo>
                    <a:pt x="8712" y="4329"/>
                    <a:pt x="8715" y="4297"/>
                    <a:pt x="8725" y="4259"/>
                  </a:cubicBezTo>
                  <a:close/>
                  <a:moveTo>
                    <a:pt x="12463" y="3986"/>
                  </a:moveTo>
                  <a:lnTo>
                    <a:pt x="12706" y="4290"/>
                  </a:lnTo>
                  <a:lnTo>
                    <a:pt x="12281" y="4533"/>
                  </a:lnTo>
                  <a:lnTo>
                    <a:pt x="12342" y="4290"/>
                  </a:lnTo>
                  <a:lnTo>
                    <a:pt x="12007" y="4168"/>
                  </a:lnTo>
                  <a:cubicBezTo>
                    <a:pt x="12072" y="4136"/>
                    <a:pt x="12129" y="4103"/>
                    <a:pt x="12181" y="4103"/>
                  </a:cubicBezTo>
                  <a:cubicBezTo>
                    <a:pt x="12226" y="4103"/>
                    <a:pt x="12269" y="4128"/>
                    <a:pt x="12311" y="4199"/>
                  </a:cubicBezTo>
                  <a:lnTo>
                    <a:pt x="12463" y="3986"/>
                  </a:lnTo>
                  <a:close/>
                  <a:moveTo>
                    <a:pt x="9363" y="4168"/>
                  </a:moveTo>
                  <a:lnTo>
                    <a:pt x="9363" y="4594"/>
                  </a:lnTo>
                  <a:lnTo>
                    <a:pt x="9150" y="4442"/>
                  </a:lnTo>
                  <a:lnTo>
                    <a:pt x="9363" y="4168"/>
                  </a:lnTo>
                  <a:close/>
                  <a:moveTo>
                    <a:pt x="10548" y="4259"/>
                  </a:moveTo>
                  <a:lnTo>
                    <a:pt x="10579" y="4654"/>
                  </a:lnTo>
                  <a:lnTo>
                    <a:pt x="10427" y="4594"/>
                  </a:lnTo>
                  <a:lnTo>
                    <a:pt x="10548" y="4259"/>
                  </a:lnTo>
                  <a:close/>
                  <a:moveTo>
                    <a:pt x="11278" y="3955"/>
                  </a:moveTo>
                  <a:lnTo>
                    <a:pt x="11612" y="4168"/>
                  </a:lnTo>
                  <a:cubicBezTo>
                    <a:pt x="11643" y="4107"/>
                    <a:pt x="11643" y="4077"/>
                    <a:pt x="11673" y="4016"/>
                  </a:cubicBezTo>
                  <a:lnTo>
                    <a:pt x="11825" y="4381"/>
                  </a:lnTo>
                  <a:lnTo>
                    <a:pt x="11430" y="4654"/>
                  </a:lnTo>
                  <a:lnTo>
                    <a:pt x="11521" y="4320"/>
                  </a:lnTo>
                  <a:lnTo>
                    <a:pt x="11430" y="4199"/>
                  </a:lnTo>
                  <a:cubicBezTo>
                    <a:pt x="11384" y="4259"/>
                    <a:pt x="11337" y="4280"/>
                    <a:pt x="11288" y="4280"/>
                  </a:cubicBezTo>
                  <a:cubicBezTo>
                    <a:pt x="11180" y="4280"/>
                    <a:pt x="11066" y="4179"/>
                    <a:pt x="10949" y="4179"/>
                  </a:cubicBezTo>
                  <a:cubicBezTo>
                    <a:pt x="10907" y="4179"/>
                    <a:pt x="10864" y="4192"/>
                    <a:pt x="10822" y="4229"/>
                  </a:cubicBezTo>
                  <a:cubicBezTo>
                    <a:pt x="10852" y="4199"/>
                    <a:pt x="10883" y="4107"/>
                    <a:pt x="10913" y="4107"/>
                  </a:cubicBezTo>
                  <a:cubicBezTo>
                    <a:pt x="11035" y="4047"/>
                    <a:pt x="11156" y="4016"/>
                    <a:pt x="11278" y="3955"/>
                  </a:cubicBezTo>
                  <a:close/>
                  <a:moveTo>
                    <a:pt x="10214" y="4290"/>
                  </a:moveTo>
                  <a:lnTo>
                    <a:pt x="10153" y="4411"/>
                  </a:lnTo>
                  <a:lnTo>
                    <a:pt x="10275" y="4442"/>
                  </a:lnTo>
                  <a:lnTo>
                    <a:pt x="10184" y="4563"/>
                  </a:lnTo>
                  <a:lnTo>
                    <a:pt x="10092" y="4502"/>
                  </a:lnTo>
                  <a:lnTo>
                    <a:pt x="10032" y="4685"/>
                  </a:lnTo>
                  <a:lnTo>
                    <a:pt x="9880" y="4563"/>
                  </a:lnTo>
                  <a:lnTo>
                    <a:pt x="9971" y="4290"/>
                  </a:lnTo>
                  <a:close/>
                  <a:moveTo>
                    <a:pt x="8907" y="5019"/>
                  </a:moveTo>
                  <a:lnTo>
                    <a:pt x="9181" y="5202"/>
                  </a:lnTo>
                  <a:lnTo>
                    <a:pt x="9089" y="5414"/>
                  </a:lnTo>
                  <a:cubicBezTo>
                    <a:pt x="9061" y="5422"/>
                    <a:pt x="9030" y="5425"/>
                    <a:pt x="9000" y="5425"/>
                  </a:cubicBezTo>
                  <a:cubicBezTo>
                    <a:pt x="8903" y="5425"/>
                    <a:pt x="8809" y="5386"/>
                    <a:pt x="8785" y="5293"/>
                  </a:cubicBezTo>
                  <a:cubicBezTo>
                    <a:pt x="8755" y="5202"/>
                    <a:pt x="8785" y="5110"/>
                    <a:pt x="8907" y="5019"/>
                  </a:cubicBezTo>
                  <a:close/>
                  <a:moveTo>
                    <a:pt x="7752" y="5262"/>
                  </a:moveTo>
                  <a:cubicBezTo>
                    <a:pt x="7934" y="5262"/>
                    <a:pt x="7965" y="5384"/>
                    <a:pt x="8086" y="5475"/>
                  </a:cubicBezTo>
                  <a:lnTo>
                    <a:pt x="7769" y="5475"/>
                  </a:lnTo>
                  <a:cubicBezTo>
                    <a:pt x="7793" y="5434"/>
                    <a:pt x="7818" y="5409"/>
                    <a:pt x="7843" y="5384"/>
                  </a:cubicBezTo>
                  <a:lnTo>
                    <a:pt x="7752" y="5262"/>
                  </a:lnTo>
                  <a:close/>
                  <a:moveTo>
                    <a:pt x="11582" y="5506"/>
                  </a:moveTo>
                  <a:lnTo>
                    <a:pt x="11582" y="5536"/>
                  </a:lnTo>
                  <a:cubicBezTo>
                    <a:pt x="11612" y="5688"/>
                    <a:pt x="11521" y="5718"/>
                    <a:pt x="11399" y="5749"/>
                  </a:cubicBezTo>
                  <a:lnTo>
                    <a:pt x="11399" y="5506"/>
                  </a:lnTo>
                  <a:close/>
                  <a:moveTo>
                    <a:pt x="6327" y="5893"/>
                  </a:moveTo>
                  <a:cubicBezTo>
                    <a:pt x="6344" y="5893"/>
                    <a:pt x="6363" y="5895"/>
                    <a:pt x="6384" y="5901"/>
                  </a:cubicBezTo>
                  <a:cubicBezTo>
                    <a:pt x="6506" y="5931"/>
                    <a:pt x="6506" y="6053"/>
                    <a:pt x="6506" y="6174"/>
                  </a:cubicBezTo>
                  <a:cubicBezTo>
                    <a:pt x="6448" y="6186"/>
                    <a:pt x="6395" y="6197"/>
                    <a:pt x="6348" y="6197"/>
                  </a:cubicBezTo>
                  <a:cubicBezTo>
                    <a:pt x="6270" y="6197"/>
                    <a:pt x="6209" y="6166"/>
                    <a:pt x="6171" y="6053"/>
                  </a:cubicBezTo>
                  <a:cubicBezTo>
                    <a:pt x="6197" y="5952"/>
                    <a:pt x="6243" y="5893"/>
                    <a:pt x="6327" y="5893"/>
                  </a:cubicBezTo>
                  <a:close/>
                  <a:moveTo>
                    <a:pt x="11795" y="6174"/>
                  </a:moveTo>
                  <a:cubicBezTo>
                    <a:pt x="11886" y="6205"/>
                    <a:pt x="11886" y="6235"/>
                    <a:pt x="11916" y="6326"/>
                  </a:cubicBezTo>
                  <a:lnTo>
                    <a:pt x="11612" y="6235"/>
                  </a:lnTo>
                  <a:lnTo>
                    <a:pt x="11795" y="6174"/>
                  </a:lnTo>
                  <a:close/>
                  <a:moveTo>
                    <a:pt x="13071" y="6174"/>
                  </a:moveTo>
                  <a:lnTo>
                    <a:pt x="13071" y="6417"/>
                  </a:lnTo>
                  <a:lnTo>
                    <a:pt x="12858" y="6417"/>
                  </a:lnTo>
                  <a:cubicBezTo>
                    <a:pt x="12858" y="6265"/>
                    <a:pt x="12919" y="6235"/>
                    <a:pt x="13071" y="6174"/>
                  </a:cubicBezTo>
                  <a:close/>
                  <a:moveTo>
                    <a:pt x="9880" y="6144"/>
                  </a:moveTo>
                  <a:lnTo>
                    <a:pt x="9971" y="6387"/>
                  </a:lnTo>
                  <a:cubicBezTo>
                    <a:pt x="9940" y="6478"/>
                    <a:pt x="9849" y="6569"/>
                    <a:pt x="9758" y="6600"/>
                  </a:cubicBezTo>
                  <a:lnTo>
                    <a:pt x="9636" y="6448"/>
                  </a:lnTo>
                  <a:lnTo>
                    <a:pt x="9849" y="6417"/>
                  </a:lnTo>
                  <a:lnTo>
                    <a:pt x="9880" y="6144"/>
                  </a:lnTo>
                  <a:close/>
                  <a:moveTo>
                    <a:pt x="11247" y="6205"/>
                  </a:moveTo>
                  <a:lnTo>
                    <a:pt x="11247" y="6205"/>
                  </a:lnTo>
                  <a:cubicBezTo>
                    <a:pt x="11339" y="6417"/>
                    <a:pt x="11156" y="6478"/>
                    <a:pt x="11065" y="6630"/>
                  </a:cubicBezTo>
                  <a:lnTo>
                    <a:pt x="10913" y="6448"/>
                  </a:lnTo>
                  <a:cubicBezTo>
                    <a:pt x="10974" y="6417"/>
                    <a:pt x="11065" y="6387"/>
                    <a:pt x="11156" y="6357"/>
                  </a:cubicBezTo>
                  <a:cubicBezTo>
                    <a:pt x="11187" y="6326"/>
                    <a:pt x="11217" y="6265"/>
                    <a:pt x="11247" y="6205"/>
                  </a:cubicBezTo>
                  <a:close/>
                  <a:moveTo>
                    <a:pt x="8177" y="6509"/>
                  </a:moveTo>
                  <a:lnTo>
                    <a:pt x="8147" y="6691"/>
                  </a:lnTo>
                  <a:lnTo>
                    <a:pt x="7873" y="6509"/>
                  </a:lnTo>
                  <a:close/>
                  <a:moveTo>
                    <a:pt x="6123" y="6827"/>
                  </a:moveTo>
                  <a:cubicBezTo>
                    <a:pt x="6224" y="6827"/>
                    <a:pt x="6296" y="6912"/>
                    <a:pt x="6384" y="6934"/>
                  </a:cubicBezTo>
                  <a:cubicBezTo>
                    <a:pt x="6384" y="7116"/>
                    <a:pt x="6536" y="6995"/>
                    <a:pt x="6597" y="7086"/>
                  </a:cubicBezTo>
                  <a:cubicBezTo>
                    <a:pt x="6566" y="7116"/>
                    <a:pt x="6597" y="7147"/>
                    <a:pt x="6536" y="7177"/>
                  </a:cubicBezTo>
                  <a:cubicBezTo>
                    <a:pt x="6523" y="7182"/>
                    <a:pt x="6510" y="7183"/>
                    <a:pt x="6497" y="7183"/>
                  </a:cubicBezTo>
                  <a:cubicBezTo>
                    <a:pt x="6421" y="7183"/>
                    <a:pt x="6354" y="7116"/>
                    <a:pt x="6354" y="7116"/>
                  </a:cubicBezTo>
                  <a:lnTo>
                    <a:pt x="6293" y="7116"/>
                  </a:lnTo>
                  <a:cubicBezTo>
                    <a:pt x="6202" y="7056"/>
                    <a:pt x="6141" y="6965"/>
                    <a:pt x="6019" y="6873"/>
                  </a:cubicBezTo>
                  <a:lnTo>
                    <a:pt x="5989" y="6873"/>
                  </a:lnTo>
                  <a:cubicBezTo>
                    <a:pt x="6040" y="6840"/>
                    <a:pt x="6083" y="6827"/>
                    <a:pt x="6123" y="6827"/>
                  </a:cubicBezTo>
                  <a:close/>
                  <a:moveTo>
                    <a:pt x="11764" y="6752"/>
                  </a:moveTo>
                  <a:cubicBezTo>
                    <a:pt x="11764" y="6934"/>
                    <a:pt x="11886" y="7147"/>
                    <a:pt x="11612" y="7208"/>
                  </a:cubicBezTo>
                  <a:cubicBezTo>
                    <a:pt x="11551" y="7025"/>
                    <a:pt x="11673" y="6904"/>
                    <a:pt x="11764" y="6752"/>
                  </a:cubicBezTo>
                  <a:close/>
                  <a:moveTo>
                    <a:pt x="11399" y="7025"/>
                  </a:moveTo>
                  <a:lnTo>
                    <a:pt x="11247" y="7268"/>
                  </a:lnTo>
                  <a:lnTo>
                    <a:pt x="11126" y="7025"/>
                  </a:lnTo>
                  <a:close/>
                  <a:moveTo>
                    <a:pt x="9849" y="6813"/>
                  </a:moveTo>
                  <a:cubicBezTo>
                    <a:pt x="9940" y="6934"/>
                    <a:pt x="10001" y="7116"/>
                    <a:pt x="10001" y="7299"/>
                  </a:cubicBezTo>
                  <a:lnTo>
                    <a:pt x="9819" y="7116"/>
                  </a:lnTo>
                  <a:cubicBezTo>
                    <a:pt x="9724" y="7140"/>
                    <a:pt x="9666" y="7275"/>
                    <a:pt x="9558" y="7275"/>
                  </a:cubicBezTo>
                  <a:cubicBezTo>
                    <a:pt x="9528" y="7275"/>
                    <a:pt x="9494" y="7265"/>
                    <a:pt x="9454" y="7238"/>
                  </a:cubicBezTo>
                  <a:lnTo>
                    <a:pt x="9636" y="6813"/>
                  </a:lnTo>
                  <a:close/>
                  <a:moveTo>
                    <a:pt x="9241" y="6752"/>
                  </a:moveTo>
                  <a:lnTo>
                    <a:pt x="9332" y="6904"/>
                  </a:lnTo>
                  <a:lnTo>
                    <a:pt x="9150" y="7177"/>
                  </a:lnTo>
                  <a:lnTo>
                    <a:pt x="8877" y="7056"/>
                  </a:lnTo>
                  <a:lnTo>
                    <a:pt x="8877" y="7360"/>
                  </a:lnTo>
                  <a:lnTo>
                    <a:pt x="8664" y="7360"/>
                  </a:lnTo>
                  <a:cubicBezTo>
                    <a:pt x="8664" y="7299"/>
                    <a:pt x="8664" y="7238"/>
                    <a:pt x="8664" y="7177"/>
                  </a:cubicBezTo>
                  <a:cubicBezTo>
                    <a:pt x="8725" y="7086"/>
                    <a:pt x="8785" y="6965"/>
                    <a:pt x="8846" y="6873"/>
                  </a:cubicBezTo>
                  <a:lnTo>
                    <a:pt x="9059" y="6965"/>
                  </a:lnTo>
                  <a:lnTo>
                    <a:pt x="9241" y="6752"/>
                  </a:lnTo>
                  <a:close/>
                  <a:moveTo>
                    <a:pt x="8208" y="7147"/>
                  </a:moveTo>
                  <a:cubicBezTo>
                    <a:pt x="8238" y="7208"/>
                    <a:pt x="8269" y="7238"/>
                    <a:pt x="8329" y="7299"/>
                  </a:cubicBezTo>
                  <a:cubicBezTo>
                    <a:pt x="8360" y="7329"/>
                    <a:pt x="8360" y="7390"/>
                    <a:pt x="8329" y="7451"/>
                  </a:cubicBezTo>
                  <a:lnTo>
                    <a:pt x="8086" y="7268"/>
                  </a:lnTo>
                  <a:lnTo>
                    <a:pt x="7965" y="7390"/>
                  </a:lnTo>
                  <a:lnTo>
                    <a:pt x="7995" y="7147"/>
                  </a:lnTo>
                  <a:close/>
                  <a:moveTo>
                    <a:pt x="10913" y="7299"/>
                  </a:moveTo>
                  <a:lnTo>
                    <a:pt x="10913" y="7451"/>
                  </a:lnTo>
                  <a:lnTo>
                    <a:pt x="10731" y="7451"/>
                  </a:lnTo>
                  <a:lnTo>
                    <a:pt x="10731" y="7299"/>
                  </a:lnTo>
                  <a:close/>
                  <a:moveTo>
                    <a:pt x="7435" y="6442"/>
                  </a:moveTo>
                  <a:cubicBezTo>
                    <a:pt x="7481" y="6442"/>
                    <a:pt x="7582" y="6513"/>
                    <a:pt x="7661" y="6539"/>
                  </a:cubicBezTo>
                  <a:lnTo>
                    <a:pt x="7570" y="6691"/>
                  </a:lnTo>
                  <a:cubicBezTo>
                    <a:pt x="7626" y="6691"/>
                    <a:pt x="7682" y="6672"/>
                    <a:pt x="7735" y="6672"/>
                  </a:cubicBezTo>
                  <a:cubicBezTo>
                    <a:pt x="7797" y="6672"/>
                    <a:pt x="7855" y="6698"/>
                    <a:pt x="7904" y="6813"/>
                  </a:cubicBezTo>
                  <a:cubicBezTo>
                    <a:pt x="7863" y="6829"/>
                    <a:pt x="7822" y="6836"/>
                    <a:pt x="7783" y="6836"/>
                  </a:cubicBezTo>
                  <a:cubicBezTo>
                    <a:pt x="7677" y="6836"/>
                    <a:pt x="7584" y="6780"/>
                    <a:pt x="7539" y="6691"/>
                  </a:cubicBezTo>
                  <a:cubicBezTo>
                    <a:pt x="7509" y="6630"/>
                    <a:pt x="7478" y="6630"/>
                    <a:pt x="7448" y="6600"/>
                  </a:cubicBezTo>
                  <a:lnTo>
                    <a:pt x="7448" y="6813"/>
                  </a:lnTo>
                  <a:lnTo>
                    <a:pt x="7691" y="6934"/>
                  </a:lnTo>
                  <a:cubicBezTo>
                    <a:pt x="7691" y="7025"/>
                    <a:pt x="7600" y="7086"/>
                    <a:pt x="7509" y="7086"/>
                  </a:cubicBezTo>
                  <a:lnTo>
                    <a:pt x="7600" y="7238"/>
                  </a:lnTo>
                  <a:lnTo>
                    <a:pt x="7691" y="7147"/>
                  </a:lnTo>
                  <a:cubicBezTo>
                    <a:pt x="7722" y="7147"/>
                    <a:pt x="7752" y="7177"/>
                    <a:pt x="7752" y="7177"/>
                  </a:cubicBezTo>
                  <a:cubicBezTo>
                    <a:pt x="7904" y="7329"/>
                    <a:pt x="7904" y="7329"/>
                    <a:pt x="7904" y="7512"/>
                  </a:cubicBezTo>
                  <a:cubicBezTo>
                    <a:pt x="7857" y="7488"/>
                    <a:pt x="7814" y="7479"/>
                    <a:pt x="7774" y="7479"/>
                  </a:cubicBezTo>
                  <a:cubicBezTo>
                    <a:pt x="7659" y="7479"/>
                    <a:pt x="7569" y="7558"/>
                    <a:pt x="7478" y="7603"/>
                  </a:cubicBezTo>
                  <a:cubicBezTo>
                    <a:pt x="7369" y="7412"/>
                    <a:pt x="7162" y="7294"/>
                    <a:pt x="6945" y="7294"/>
                  </a:cubicBezTo>
                  <a:cubicBezTo>
                    <a:pt x="6920" y="7294"/>
                    <a:pt x="6895" y="7296"/>
                    <a:pt x="6870" y="7299"/>
                  </a:cubicBezTo>
                  <a:lnTo>
                    <a:pt x="6749" y="7025"/>
                  </a:lnTo>
                  <a:cubicBezTo>
                    <a:pt x="6782" y="7005"/>
                    <a:pt x="6810" y="6997"/>
                    <a:pt x="6833" y="6997"/>
                  </a:cubicBezTo>
                  <a:cubicBezTo>
                    <a:pt x="6916" y="6997"/>
                    <a:pt x="6945" y="7100"/>
                    <a:pt x="6992" y="7147"/>
                  </a:cubicBezTo>
                  <a:cubicBezTo>
                    <a:pt x="7023" y="7152"/>
                    <a:pt x="7054" y="7155"/>
                    <a:pt x="7083" y="7155"/>
                  </a:cubicBezTo>
                  <a:cubicBezTo>
                    <a:pt x="7226" y="7155"/>
                    <a:pt x="7347" y="7096"/>
                    <a:pt x="7448" y="6995"/>
                  </a:cubicBezTo>
                  <a:lnTo>
                    <a:pt x="7266" y="6782"/>
                  </a:lnTo>
                  <a:cubicBezTo>
                    <a:pt x="7174" y="6630"/>
                    <a:pt x="7357" y="6509"/>
                    <a:pt x="7418" y="6448"/>
                  </a:cubicBezTo>
                  <a:cubicBezTo>
                    <a:pt x="7422" y="6444"/>
                    <a:pt x="7428" y="6442"/>
                    <a:pt x="7435" y="6442"/>
                  </a:cubicBezTo>
                  <a:close/>
                  <a:moveTo>
                    <a:pt x="9241" y="7360"/>
                  </a:moveTo>
                  <a:lnTo>
                    <a:pt x="9241" y="7755"/>
                  </a:lnTo>
                  <a:lnTo>
                    <a:pt x="9150" y="7755"/>
                  </a:lnTo>
                  <a:cubicBezTo>
                    <a:pt x="9120" y="7724"/>
                    <a:pt x="9059" y="7664"/>
                    <a:pt x="9029" y="7633"/>
                  </a:cubicBezTo>
                  <a:lnTo>
                    <a:pt x="9241" y="7360"/>
                  </a:lnTo>
                  <a:close/>
                  <a:moveTo>
                    <a:pt x="9910" y="7390"/>
                  </a:moveTo>
                  <a:cubicBezTo>
                    <a:pt x="10032" y="7542"/>
                    <a:pt x="10032" y="7542"/>
                    <a:pt x="9880" y="7755"/>
                  </a:cubicBezTo>
                  <a:lnTo>
                    <a:pt x="9728" y="7481"/>
                  </a:lnTo>
                  <a:lnTo>
                    <a:pt x="9545" y="7664"/>
                  </a:lnTo>
                  <a:cubicBezTo>
                    <a:pt x="9515" y="7633"/>
                    <a:pt x="9484" y="7664"/>
                    <a:pt x="9515" y="7572"/>
                  </a:cubicBezTo>
                  <a:cubicBezTo>
                    <a:pt x="9545" y="7512"/>
                    <a:pt x="9606" y="7451"/>
                    <a:pt x="9697" y="7451"/>
                  </a:cubicBezTo>
                  <a:cubicBezTo>
                    <a:pt x="9758" y="7420"/>
                    <a:pt x="9819" y="7420"/>
                    <a:pt x="9910" y="7390"/>
                  </a:cubicBezTo>
                  <a:close/>
                  <a:moveTo>
                    <a:pt x="6749" y="7329"/>
                  </a:moveTo>
                  <a:lnTo>
                    <a:pt x="7022" y="7451"/>
                  </a:lnTo>
                  <a:cubicBezTo>
                    <a:pt x="7114" y="7664"/>
                    <a:pt x="6931" y="7724"/>
                    <a:pt x="6840" y="7876"/>
                  </a:cubicBezTo>
                  <a:lnTo>
                    <a:pt x="6658" y="7572"/>
                  </a:lnTo>
                  <a:lnTo>
                    <a:pt x="6749" y="7329"/>
                  </a:lnTo>
                  <a:close/>
                  <a:moveTo>
                    <a:pt x="4315" y="8369"/>
                  </a:moveTo>
                  <a:cubicBezTo>
                    <a:pt x="4382" y="8369"/>
                    <a:pt x="4425" y="8419"/>
                    <a:pt x="4469" y="8484"/>
                  </a:cubicBezTo>
                  <a:lnTo>
                    <a:pt x="4408" y="8667"/>
                  </a:lnTo>
                  <a:lnTo>
                    <a:pt x="4226" y="8667"/>
                  </a:lnTo>
                  <a:lnTo>
                    <a:pt x="4226" y="8393"/>
                  </a:lnTo>
                  <a:cubicBezTo>
                    <a:pt x="4260" y="8376"/>
                    <a:pt x="4289" y="8369"/>
                    <a:pt x="4315" y="8369"/>
                  </a:cubicBezTo>
                  <a:close/>
                  <a:moveTo>
                    <a:pt x="9515" y="8454"/>
                  </a:moveTo>
                  <a:lnTo>
                    <a:pt x="9515" y="8667"/>
                  </a:lnTo>
                  <a:cubicBezTo>
                    <a:pt x="9481" y="8684"/>
                    <a:pt x="9452" y="8691"/>
                    <a:pt x="9425" y="8691"/>
                  </a:cubicBezTo>
                  <a:cubicBezTo>
                    <a:pt x="9357" y="8691"/>
                    <a:pt x="9307" y="8641"/>
                    <a:pt x="9241" y="8575"/>
                  </a:cubicBezTo>
                  <a:lnTo>
                    <a:pt x="9515" y="8454"/>
                  </a:lnTo>
                  <a:close/>
                  <a:moveTo>
                    <a:pt x="10153" y="8211"/>
                  </a:moveTo>
                  <a:lnTo>
                    <a:pt x="10396" y="8575"/>
                  </a:lnTo>
                  <a:cubicBezTo>
                    <a:pt x="10266" y="8597"/>
                    <a:pt x="10152" y="8774"/>
                    <a:pt x="10019" y="8774"/>
                  </a:cubicBezTo>
                  <a:cubicBezTo>
                    <a:pt x="9966" y="8774"/>
                    <a:pt x="9910" y="8745"/>
                    <a:pt x="9849" y="8667"/>
                  </a:cubicBezTo>
                  <a:lnTo>
                    <a:pt x="9849" y="8302"/>
                  </a:lnTo>
                  <a:lnTo>
                    <a:pt x="10153" y="8211"/>
                  </a:lnTo>
                  <a:close/>
                  <a:moveTo>
                    <a:pt x="6080" y="8424"/>
                  </a:moveTo>
                  <a:cubicBezTo>
                    <a:pt x="6202" y="8454"/>
                    <a:pt x="6232" y="8575"/>
                    <a:pt x="6232" y="8727"/>
                  </a:cubicBezTo>
                  <a:lnTo>
                    <a:pt x="5898" y="8819"/>
                  </a:lnTo>
                  <a:cubicBezTo>
                    <a:pt x="5898" y="8667"/>
                    <a:pt x="5959" y="8545"/>
                    <a:pt x="6080" y="8424"/>
                  </a:cubicBezTo>
                  <a:close/>
                  <a:moveTo>
                    <a:pt x="12615" y="8545"/>
                  </a:moveTo>
                  <a:cubicBezTo>
                    <a:pt x="12615" y="8606"/>
                    <a:pt x="12585" y="8667"/>
                    <a:pt x="12585" y="8758"/>
                  </a:cubicBezTo>
                  <a:cubicBezTo>
                    <a:pt x="12545" y="8811"/>
                    <a:pt x="12517" y="8835"/>
                    <a:pt x="12482" y="8835"/>
                  </a:cubicBezTo>
                  <a:cubicBezTo>
                    <a:pt x="12438" y="8835"/>
                    <a:pt x="12383" y="8796"/>
                    <a:pt x="12281" y="8727"/>
                  </a:cubicBezTo>
                  <a:lnTo>
                    <a:pt x="12372" y="8545"/>
                  </a:lnTo>
                  <a:close/>
                  <a:moveTo>
                    <a:pt x="7995" y="8302"/>
                  </a:moveTo>
                  <a:lnTo>
                    <a:pt x="7904" y="8515"/>
                  </a:lnTo>
                  <a:cubicBezTo>
                    <a:pt x="7948" y="8504"/>
                    <a:pt x="7989" y="8497"/>
                    <a:pt x="8025" y="8497"/>
                  </a:cubicBezTo>
                  <a:cubicBezTo>
                    <a:pt x="8088" y="8497"/>
                    <a:pt x="8139" y="8518"/>
                    <a:pt x="8177" y="8575"/>
                  </a:cubicBezTo>
                  <a:lnTo>
                    <a:pt x="8177" y="8727"/>
                  </a:lnTo>
                  <a:cubicBezTo>
                    <a:pt x="8095" y="8748"/>
                    <a:pt x="8027" y="8838"/>
                    <a:pt x="7945" y="8838"/>
                  </a:cubicBezTo>
                  <a:cubicBezTo>
                    <a:pt x="7905" y="8838"/>
                    <a:pt x="7862" y="8817"/>
                    <a:pt x="7813" y="8758"/>
                  </a:cubicBezTo>
                  <a:cubicBezTo>
                    <a:pt x="7813" y="8758"/>
                    <a:pt x="7722" y="8819"/>
                    <a:pt x="7661" y="8879"/>
                  </a:cubicBezTo>
                  <a:lnTo>
                    <a:pt x="7661" y="8879"/>
                  </a:lnTo>
                  <a:cubicBezTo>
                    <a:pt x="7691" y="8758"/>
                    <a:pt x="7752" y="8606"/>
                    <a:pt x="7722" y="8575"/>
                  </a:cubicBezTo>
                  <a:cubicBezTo>
                    <a:pt x="7600" y="8484"/>
                    <a:pt x="7752" y="8424"/>
                    <a:pt x="7722" y="8302"/>
                  </a:cubicBezTo>
                  <a:close/>
                  <a:moveTo>
                    <a:pt x="4864" y="9001"/>
                  </a:moveTo>
                  <a:lnTo>
                    <a:pt x="5077" y="9153"/>
                  </a:lnTo>
                  <a:lnTo>
                    <a:pt x="4864" y="9335"/>
                  </a:lnTo>
                  <a:lnTo>
                    <a:pt x="4864" y="9001"/>
                  </a:lnTo>
                  <a:close/>
                  <a:moveTo>
                    <a:pt x="11943" y="9153"/>
                  </a:moveTo>
                  <a:cubicBezTo>
                    <a:pt x="11985" y="9153"/>
                    <a:pt x="12023" y="9183"/>
                    <a:pt x="12068" y="9214"/>
                  </a:cubicBezTo>
                  <a:cubicBezTo>
                    <a:pt x="12036" y="9279"/>
                    <a:pt x="12020" y="9309"/>
                    <a:pt x="11995" y="9309"/>
                  </a:cubicBezTo>
                  <a:cubicBezTo>
                    <a:pt x="11972" y="9309"/>
                    <a:pt x="11942" y="9287"/>
                    <a:pt x="11886" y="9244"/>
                  </a:cubicBezTo>
                  <a:lnTo>
                    <a:pt x="11825" y="9335"/>
                  </a:lnTo>
                  <a:cubicBezTo>
                    <a:pt x="11804" y="9315"/>
                    <a:pt x="11798" y="9294"/>
                    <a:pt x="11796" y="9273"/>
                  </a:cubicBezTo>
                  <a:lnTo>
                    <a:pt x="11796" y="9273"/>
                  </a:lnTo>
                  <a:cubicBezTo>
                    <a:pt x="11856" y="9183"/>
                    <a:pt x="11901" y="9153"/>
                    <a:pt x="11943" y="9153"/>
                  </a:cubicBezTo>
                  <a:close/>
                  <a:moveTo>
                    <a:pt x="9971" y="9123"/>
                  </a:moveTo>
                  <a:cubicBezTo>
                    <a:pt x="10032" y="9153"/>
                    <a:pt x="10092" y="9214"/>
                    <a:pt x="10153" y="9275"/>
                  </a:cubicBezTo>
                  <a:cubicBezTo>
                    <a:pt x="10062" y="9396"/>
                    <a:pt x="10016" y="9457"/>
                    <a:pt x="9967" y="9457"/>
                  </a:cubicBezTo>
                  <a:cubicBezTo>
                    <a:pt x="9918" y="9457"/>
                    <a:pt x="9864" y="9396"/>
                    <a:pt x="9758" y="9275"/>
                  </a:cubicBezTo>
                  <a:lnTo>
                    <a:pt x="9728" y="9275"/>
                  </a:lnTo>
                  <a:cubicBezTo>
                    <a:pt x="9849" y="9214"/>
                    <a:pt x="9910" y="9123"/>
                    <a:pt x="9971" y="9123"/>
                  </a:cubicBezTo>
                  <a:close/>
                  <a:moveTo>
                    <a:pt x="11612" y="9457"/>
                  </a:moveTo>
                  <a:lnTo>
                    <a:pt x="11612" y="9457"/>
                  </a:lnTo>
                  <a:lnTo>
                    <a:pt x="11612" y="9457"/>
                  </a:lnTo>
                  <a:close/>
                  <a:moveTo>
                    <a:pt x="4743" y="9305"/>
                  </a:moveTo>
                  <a:lnTo>
                    <a:pt x="4743" y="9670"/>
                  </a:lnTo>
                  <a:cubicBezTo>
                    <a:pt x="4591" y="9609"/>
                    <a:pt x="4530" y="9457"/>
                    <a:pt x="4560" y="9305"/>
                  </a:cubicBezTo>
                  <a:close/>
                  <a:moveTo>
                    <a:pt x="6749" y="8697"/>
                  </a:moveTo>
                  <a:cubicBezTo>
                    <a:pt x="6870" y="8788"/>
                    <a:pt x="6840" y="9031"/>
                    <a:pt x="7022" y="9031"/>
                  </a:cubicBezTo>
                  <a:cubicBezTo>
                    <a:pt x="6962" y="9092"/>
                    <a:pt x="6931" y="9153"/>
                    <a:pt x="6901" y="9214"/>
                  </a:cubicBezTo>
                  <a:cubicBezTo>
                    <a:pt x="6870" y="9275"/>
                    <a:pt x="6870" y="9335"/>
                    <a:pt x="6901" y="9396"/>
                  </a:cubicBezTo>
                  <a:lnTo>
                    <a:pt x="7144" y="9396"/>
                  </a:lnTo>
                  <a:lnTo>
                    <a:pt x="7174" y="9548"/>
                  </a:lnTo>
                  <a:cubicBezTo>
                    <a:pt x="7196" y="9553"/>
                    <a:pt x="7217" y="9555"/>
                    <a:pt x="7238" y="9555"/>
                  </a:cubicBezTo>
                  <a:cubicBezTo>
                    <a:pt x="7270" y="9555"/>
                    <a:pt x="7301" y="9551"/>
                    <a:pt x="7330" y="9551"/>
                  </a:cubicBezTo>
                  <a:cubicBezTo>
                    <a:pt x="7391" y="9551"/>
                    <a:pt x="7444" y="9568"/>
                    <a:pt x="7478" y="9670"/>
                  </a:cubicBezTo>
                  <a:lnTo>
                    <a:pt x="7418" y="9852"/>
                  </a:lnTo>
                  <a:lnTo>
                    <a:pt x="7266" y="9852"/>
                  </a:lnTo>
                  <a:cubicBezTo>
                    <a:pt x="7187" y="9826"/>
                    <a:pt x="7131" y="9621"/>
                    <a:pt x="7002" y="9621"/>
                  </a:cubicBezTo>
                  <a:cubicBezTo>
                    <a:pt x="6980" y="9621"/>
                    <a:pt x="6957" y="9626"/>
                    <a:pt x="6931" y="9639"/>
                  </a:cubicBezTo>
                  <a:cubicBezTo>
                    <a:pt x="6883" y="9703"/>
                    <a:pt x="6903" y="9792"/>
                    <a:pt x="6901" y="9880"/>
                  </a:cubicBezTo>
                  <a:lnTo>
                    <a:pt x="6901" y="9880"/>
                  </a:lnTo>
                  <a:cubicBezTo>
                    <a:pt x="6667" y="9966"/>
                    <a:pt x="6565" y="9962"/>
                    <a:pt x="6445" y="10034"/>
                  </a:cubicBezTo>
                  <a:cubicBezTo>
                    <a:pt x="6429" y="10040"/>
                    <a:pt x="6413" y="10042"/>
                    <a:pt x="6397" y="10042"/>
                  </a:cubicBezTo>
                  <a:cubicBezTo>
                    <a:pt x="6323" y="10042"/>
                    <a:pt x="6257" y="9988"/>
                    <a:pt x="6232" y="9913"/>
                  </a:cubicBezTo>
                  <a:lnTo>
                    <a:pt x="6293" y="9822"/>
                  </a:lnTo>
                  <a:lnTo>
                    <a:pt x="6141" y="9518"/>
                  </a:lnTo>
                  <a:cubicBezTo>
                    <a:pt x="6111" y="9457"/>
                    <a:pt x="6080" y="9366"/>
                    <a:pt x="6019" y="9275"/>
                  </a:cubicBezTo>
                  <a:lnTo>
                    <a:pt x="6111" y="9183"/>
                  </a:lnTo>
                  <a:lnTo>
                    <a:pt x="5928" y="8940"/>
                  </a:lnTo>
                  <a:cubicBezTo>
                    <a:pt x="6019" y="8910"/>
                    <a:pt x="6080" y="8879"/>
                    <a:pt x="6171" y="8879"/>
                  </a:cubicBezTo>
                  <a:cubicBezTo>
                    <a:pt x="6293" y="8910"/>
                    <a:pt x="6384" y="8971"/>
                    <a:pt x="6506" y="9031"/>
                  </a:cubicBezTo>
                  <a:lnTo>
                    <a:pt x="6749" y="8697"/>
                  </a:lnTo>
                  <a:close/>
                  <a:moveTo>
                    <a:pt x="10168" y="9684"/>
                  </a:moveTo>
                  <a:cubicBezTo>
                    <a:pt x="10191" y="9684"/>
                    <a:pt x="10216" y="9689"/>
                    <a:pt x="10244" y="9700"/>
                  </a:cubicBezTo>
                  <a:cubicBezTo>
                    <a:pt x="10305" y="9852"/>
                    <a:pt x="10184" y="9974"/>
                    <a:pt x="10153" y="10095"/>
                  </a:cubicBezTo>
                  <a:lnTo>
                    <a:pt x="9940" y="9943"/>
                  </a:lnTo>
                  <a:lnTo>
                    <a:pt x="9849" y="10156"/>
                  </a:lnTo>
                  <a:cubicBezTo>
                    <a:pt x="9788" y="10126"/>
                    <a:pt x="9758" y="10095"/>
                    <a:pt x="9728" y="10095"/>
                  </a:cubicBezTo>
                  <a:cubicBezTo>
                    <a:pt x="9576" y="10065"/>
                    <a:pt x="9576" y="9943"/>
                    <a:pt x="9576" y="9822"/>
                  </a:cubicBezTo>
                  <a:lnTo>
                    <a:pt x="9758" y="9731"/>
                  </a:lnTo>
                  <a:lnTo>
                    <a:pt x="9971" y="9822"/>
                  </a:lnTo>
                  <a:lnTo>
                    <a:pt x="9971" y="9852"/>
                  </a:lnTo>
                  <a:cubicBezTo>
                    <a:pt x="10020" y="9778"/>
                    <a:pt x="10070" y="9684"/>
                    <a:pt x="10168" y="9684"/>
                  </a:cubicBezTo>
                  <a:close/>
                  <a:moveTo>
                    <a:pt x="11339" y="9183"/>
                  </a:moveTo>
                  <a:lnTo>
                    <a:pt x="11612" y="9457"/>
                  </a:lnTo>
                  <a:lnTo>
                    <a:pt x="11785" y="9284"/>
                  </a:lnTo>
                  <a:lnTo>
                    <a:pt x="11785" y="9284"/>
                  </a:lnTo>
                  <a:cubicBezTo>
                    <a:pt x="11780" y="9532"/>
                    <a:pt x="11793" y="9671"/>
                    <a:pt x="11673" y="9791"/>
                  </a:cubicBezTo>
                  <a:lnTo>
                    <a:pt x="11916" y="9731"/>
                  </a:lnTo>
                  <a:lnTo>
                    <a:pt x="11916" y="9731"/>
                  </a:lnTo>
                  <a:cubicBezTo>
                    <a:pt x="11886" y="9761"/>
                    <a:pt x="11886" y="9822"/>
                    <a:pt x="11886" y="9852"/>
                  </a:cubicBezTo>
                  <a:cubicBezTo>
                    <a:pt x="11825" y="9974"/>
                    <a:pt x="11734" y="10065"/>
                    <a:pt x="11673" y="10156"/>
                  </a:cubicBezTo>
                  <a:lnTo>
                    <a:pt x="11430" y="10156"/>
                  </a:lnTo>
                  <a:cubicBezTo>
                    <a:pt x="11187" y="10034"/>
                    <a:pt x="11247" y="9670"/>
                    <a:pt x="11065" y="9518"/>
                  </a:cubicBezTo>
                  <a:lnTo>
                    <a:pt x="11339" y="9183"/>
                  </a:lnTo>
                  <a:close/>
                  <a:moveTo>
                    <a:pt x="5168" y="9913"/>
                  </a:moveTo>
                  <a:lnTo>
                    <a:pt x="5047" y="10186"/>
                  </a:lnTo>
                  <a:lnTo>
                    <a:pt x="4925" y="9913"/>
                  </a:lnTo>
                  <a:close/>
                  <a:moveTo>
                    <a:pt x="5609" y="9984"/>
                  </a:moveTo>
                  <a:cubicBezTo>
                    <a:pt x="5675" y="9984"/>
                    <a:pt x="5744" y="9991"/>
                    <a:pt x="5807" y="10004"/>
                  </a:cubicBezTo>
                  <a:cubicBezTo>
                    <a:pt x="5755" y="10090"/>
                    <a:pt x="5733" y="10127"/>
                    <a:pt x="5701" y="10127"/>
                  </a:cubicBezTo>
                  <a:cubicBezTo>
                    <a:pt x="5677" y="10127"/>
                    <a:pt x="5647" y="10105"/>
                    <a:pt x="5594" y="10065"/>
                  </a:cubicBezTo>
                  <a:lnTo>
                    <a:pt x="5442" y="10338"/>
                  </a:lnTo>
                  <a:lnTo>
                    <a:pt x="5351" y="10034"/>
                  </a:lnTo>
                  <a:cubicBezTo>
                    <a:pt x="5422" y="9999"/>
                    <a:pt x="5514" y="9984"/>
                    <a:pt x="5609" y="9984"/>
                  </a:cubicBezTo>
                  <a:close/>
                  <a:moveTo>
                    <a:pt x="7112" y="9990"/>
                  </a:moveTo>
                  <a:cubicBezTo>
                    <a:pt x="7200" y="9990"/>
                    <a:pt x="7218" y="10043"/>
                    <a:pt x="7235" y="10095"/>
                  </a:cubicBezTo>
                  <a:lnTo>
                    <a:pt x="7174" y="10156"/>
                  </a:lnTo>
                  <a:cubicBezTo>
                    <a:pt x="7144" y="10247"/>
                    <a:pt x="6992" y="10247"/>
                    <a:pt x="6992" y="10399"/>
                  </a:cubicBezTo>
                  <a:lnTo>
                    <a:pt x="6840" y="10186"/>
                  </a:lnTo>
                  <a:lnTo>
                    <a:pt x="6962" y="10126"/>
                  </a:lnTo>
                  <a:cubicBezTo>
                    <a:pt x="6931" y="10095"/>
                    <a:pt x="6931" y="10095"/>
                    <a:pt x="6931" y="10065"/>
                  </a:cubicBezTo>
                  <a:cubicBezTo>
                    <a:pt x="6919" y="10053"/>
                    <a:pt x="6912" y="10046"/>
                    <a:pt x="6910" y="10040"/>
                  </a:cubicBezTo>
                  <a:lnTo>
                    <a:pt x="6910" y="10040"/>
                  </a:lnTo>
                  <a:cubicBezTo>
                    <a:pt x="7003" y="10004"/>
                    <a:pt x="7067" y="9990"/>
                    <a:pt x="7112" y="9990"/>
                  </a:cubicBezTo>
                  <a:close/>
                  <a:moveTo>
                    <a:pt x="4348" y="10308"/>
                  </a:moveTo>
                  <a:cubicBezTo>
                    <a:pt x="4348" y="10394"/>
                    <a:pt x="4348" y="10431"/>
                    <a:pt x="4315" y="10431"/>
                  </a:cubicBezTo>
                  <a:cubicBezTo>
                    <a:pt x="4290" y="10431"/>
                    <a:pt x="4245" y="10409"/>
                    <a:pt x="4165" y="10369"/>
                  </a:cubicBezTo>
                  <a:lnTo>
                    <a:pt x="4348" y="10308"/>
                  </a:lnTo>
                  <a:close/>
                  <a:moveTo>
                    <a:pt x="6445" y="10308"/>
                  </a:moveTo>
                  <a:cubicBezTo>
                    <a:pt x="6475" y="10338"/>
                    <a:pt x="6536" y="10369"/>
                    <a:pt x="6566" y="10399"/>
                  </a:cubicBezTo>
                  <a:cubicBezTo>
                    <a:pt x="6597" y="10399"/>
                    <a:pt x="6658" y="10399"/>
                    <a:pt x="6688" y="10430"/>
                  </a:cubicBezTo>
                  <a:lnTo>
                    <a:pt x="6445" y="10521"/>
                  </a:lnTo>
                  <a:lnTo>
                    <a:pt x="6445" y="10308"/>
                  </a:lnTo>
                  <a:close/>
                  <a:moveTo>
                    <a:pt x="8056" y="9305"/>
                  </a:moveTo>
                  <a:lnTo>
                    <a:pt x="8208" y="9457"/>
                  </a:lnTo>
                  <a:cubicBezTo>
                    <a:pt x="8299" y="9427"/>
                    <a:pt x="8390" y="9335"/>
                    <a:pt x="8512" y="9335"/>
                  </a:cubicBezTo>
                  <a:cubicBezTo>
                    <a:pt x="8603" y="9366"/>
                    <a:pt x="8785" y="9396"/>
                    <a:pt x="8846" y="9487"/>
                  </a:cubicBezTo>
                  <a:cubicBezTo>
                    <a:pt x="8877" y="9609"/>
                    <a:pt x="9029" y="9670"/>
                    <a:pt x="9029" y="9852"/>
                  </a:cubicBezTo>
                  <a:cubicBezTo>
                    <a:pt x="8947" y="9771"/>
                    <a:pt x="8853" y="9758"/>
                    <a:pt x="8754" y="9758"/>
                  </a:cubicBezTo>
                  <a:cubicBezTo>
                    <a:pt x="8704" y="9758"/>
                    <a:pt x="8654" y="9761"/>
                    <a:pt x="8603" y="9761"/>
                  </a:cubicBezTo>
                  <a:lnTo>
                    <a:pt x="8694" y="9974"/>
                  </a:lnTo>
                  <a:lnTo>
                    <a:pt x="8542" y="10095"/>
                  </a:lnTo>
                  <a:cubicBezTo>
                    <a:pt x="8588" y="10126"/>
                    <a:pt x="8628" y="10137"/>
                    <a:pt x="8664" y="10137"/>
                  </a:cubicBezTo>
                  <a:cubicBezTo>
                    <a:pt x="8772" y="10137"/>
                    <a:pt x="8846" y="10034"/>
                    <a:pt x="8937" y="10034"/>
                  </a:cubicBezTo>
                  <a:cubicBezTo>
                    <a:pt x="8937" y="10095"/>
                    <a:pt x="9059" y="10186"/>
                    <a:pt x="8877" y="10247"/>
                  </a:cubicBezTo>
                  <a:cubicBezTo>
                    <a:pt x="8785" y="10278"/>
                    <a:pt x="8755" y="10430"/>
                    <a:pt x="8664" y="10521"/>
                  </a:cubicBezTo>
                  <a:cubicBezTo>
                    <a:pt x="8633" y="10582"/>
                    <a:pt x="8603" y="10612"/>
                    <a:pt x="8542" y="10612"/>
                  </a:cubicBezTo>
                  <a:cubicBezTo>
                    <a:pt x="8451" y="10642"/>
                    <a:pt x="8390" y="10673"/>
                    <a:pt x="8360" y="10794"/>
                  </a:cubicBezTo>
                  <a:cubicBezTo>
                    <a:pt x="8312" y="10890"/>
                    <a:pt x="8273" y="10935"/>
                    <a:pt x="8220" y="10935"/>
                  </a:cubicBezTo>
                  <a:cubicBezTo>
                    <a:pt x="8172" y="10935"/>
                    <a:pt x="8113" y="10897"/>
                    <a:pt x="8025" y="10825"/>
                  </a:cubicBezTo>
                  <a:cubicBezTo>
                    <a:pt x="8056" y="10582"/>
                    <a:pt x="8329" y="10430"/>
                    <a:pt x="8269" y="10156"/>
                  </a:cubicBezTo>
                  <a:lnTo>
                    <a:pt x="8117" y="9943"/>
                  </a:lnTo>
                  <a:lnTo>
                    <a:pt x="8025" y="10034"/>
                  </a:lnTo>
                  <a:lnTo>
                    <a:pt x="7813" y="9822"/>
                  </a:lnTo>
                  <a:lnTo>
                    <a:pt x="7965" y="9639"/>
                  </a:lnTo>
                  <a:lnTo>
                    <a:pt x="7873" y="9427"/>
                  </a:lnTo>
                  <a:lnTo>
                    <a:pt x="8056" y="9305"/>
                  </a:lnTo>
                  <a:close/>
                  <a:moveTo>
                    <a:pt x="6354" y="10612"/>
                  </a:moveTo>
                  <a:cubicBezTo>
                    <a:pt x="6454" y="10696"/>
                    <a:pt x="6572" y="10742"/>
                    <a:pt x="6694" y="10742"/>
                  </a:cubicBezTo>
                  <a:cubicBezTo>
                    <a:pt x="6794" y="10742"/>
                    <a:pt x="6896" y="10711"/>
                    <a:pt x="6992" y="10642"/>
                  </a:cubicBezTo>
                  <a:lnTo>
                    <a:pt x="6992" y="10642"/>
                  </a:lnTo>
                  <a:cubicBezTo>
                    <a:pt x="6898" y="10831"/>
                    <a:pt x="6822" y="10946"/>
                    <a:pt x="6722" y="10946"/>
                  </a:cubicBezTo>
                  <a:cubicBezTo>
                    <a:pt x="6693" y="10946"/>
                    <a:pt x="6661" y="10936"/>
                    <a:pt x="6627" y="10916"/>
                  </a:cubicBezTo>
                  <a:cubicBezTo>
                    <a:pt x="6566" y="10870"/>
                    <a:pt x="6498" y="10870"/>
                    <a:pt x="6433" y="10870"/>
                  </a:cubicBezTo>
                  <a:cubicBezTo>
                    <a:pt x="6369" y="10870"/>
                    <a:pt x="6308" y="10870"/>
                    <a:pt x="6263" y="10825"/>
                  </a:cubicBezTo>
                  <a:lnTo>
                    <a:pt x="6263" y="10764"/>
                  </a:lnTo>
                  <a:cubicBezTo>
                    <a:pt x="6263" y="10703"/>
                    <a:pt x="6293" y="10673"/>
                    <a:pt x="6354" y="10612"/>
                  </a:cubicBezTo>
                  <a:close/>
                  <a:moveTo>
                    <a:pt x="4378" y="11038"/>
                  </a:moveTo>
                  <a:lnTo>
                    <a:pt x="4439" y="11250"/>
                  </a:lnTo>
                  <a:lnTo>
                    <a:pt x="4256" y="11554"/>
                  </a:lnTo>
                  <a:cubicBezTo>
                    <a:pt x="4196" y="11311"/>
                    <a:pt x="4196" y="11159"/>
                    <a:pt x="4378" y="11038"/>
                  </a:cubicBezTo>
                  <a:close/>
                  <a:moveTo>
                    <a:pt x="10366" y="11190"/>
                  </a:moveTo>
                  <a:lnTo>
                    <a:pt x="10579" y="11524"/>
                  </a:lnTo>
                  <a:cubicBezTo>
                    <a:pt x="10500" y="11629"/>
                    <a:pt x="10374" y="11712"/>
                    <a:pt x="10223" y="11712"/>
                  </a:cubicBezTo>
                  <a:cubicBezTo>
                    <a:pt x="10201" y="11712"/>
                    <a:pt x="10177" y="11710"/>
                    <a:pt x="10153" y="11706"/>
                  </a:cubicBezTo>
                  <a:cubicBezTo>
                    <a:pt x="10062" y="11554"/>
                    <a:pt x="10001" y="11372"/>
                    <a:pt x="10062" y="11190"/>
                  </a:cubicBezTo>
                  <a:close/>
                  <a:moveTo>
                    <a:pt x="12646" y="11372"/>
                  </a:moveTo>
                  <a:cubicBezTo>
                    <a:pt x="12889" y="11554"/>
                    <a:pt x="12889" y="11645"/>
                    <a:pt x="12646" y="11797"/>
                  </a:cubicBezTo>
                  <a:lnTo>
                    <a:pt x="12615" y="11797"/>
                  </a:lnTo>
                  <a:cubicBezTo>
                    <a:pt x="12585" y="11737"/>
                    <a:pt x="12524" y="11676"/>
                    <a:pt x="12554" y="11585"/>
                  </a:cubicBezTo>
                  <a:cubicBezTo>
                    <a:pt x="12554" y="11524"/>
                    <a:pt x="12585" y="11433"/>
                    <a:pt x="12646" y="11372"/>
                  </a:cubicBezTo>
                  <a:close/>
                  <a:moveTo>
                    <a:pt x="6828" y="11553"/>
                  </a:moveTo>
                  <a:cubicBezTo>
                    <a:pt x="6867" y="11553"/>
                    <a:pt x="6911" y="11563"/>
                    <a:pt x="6962" y="11585"/>
                  </a:cubicBezTo>
                  <a:lnTo>
                    <a:pt x="7174" y="11858"/>
                  </a:lnTo>
                  <a:lnTo>
                    <a:pt x="7174" y="12101"/>
                  </a:lnTo>
                  <a:cubicBezTo>
                    <a:pt x="7083" y="12162"/>
                    <a:pt x="7022" y="12193"/>
                    <a:pt x="6962" y="12253"/>
                  </a:cubicBezTo>
                  <a:lnTo>
                    <a:pt x="6749" y="12253"/>
                  </a:lnTo>
                  <a:cubicBezTo>
                    <a:pt x="6676" y="12253"/>
                    <a:pt x="6642" y="12098"/>
                    <a:pt x="6584" y="12098"/>
                  </a:cubicBezTo>
                  <a:cubicBezTo>
                    <a:pt x="6570" y="12098"/>
                    <a:pt x="6554" y="12107"/>
                    <a:pt x="6536" y="12132"/>
                  </a:cubicBezTo>
                  <a:cubicBezTo>
                    <a:pt x="6515" y="12153"/>
                    <a:pt x="6498" y="12161"/>
                    <a:pt x="6483" y="12161"/>
                  </a:cubicBezTo>
                  <a:cubicBezTo>
                    <a:pt x="6427" y="12161"/>
                    <a:pt x="6410" y="12042"/>
                    <a:pt x="6381" y="12042"/>
                  </a:cubicBezTo>
                  <a:cubicBezTo>
                    <a:pt x="6380" y="12042"/>
                    <a:pt x="6380" y="12042"/>
                    <a:pt x="6379" y="12042"/>
                  </a:cubicBezTo>
                  <a:lnTo>
                    <a:pt x="6379" y="12042"/>
                  </a:lnTo>
                  <a:cubicBezTo>
                    <a:pt x="6397" y="12011"/>
                    <a:pt x="6421" y="11968"/>
                    <a:pt x="6461" y="11968"/>
                  </a:cubicBezTo>
                  <a:cubicBezTo>
                    <a:pt x="6481" y="11968"/>
                    <a:pt x="6506" y="11980"/>
                    <a:pt x="6536" y="12010"/>
                  </a:cubicBezTo>
                  <a:cubicBezTo>
                    <a:pt x="6536" y="11980"/>
                    <a:pt x="6566" y="11980"/>
                    <a:pt x="6566" y="11949"/>
                  </a:cubicBezTo>
                  <a:cubicBezTo>
                    <a:pt x="6566" y="11889"/>
                    <a:pt x="6566" y="11828"/>
                    <a:pt x="6566" y="11767"/>
                  </a:cubicBezTo>
                  <a:cubicBezTo>
                    <a:pt x="6636" y="11651"/>
                    <a:pt x="6705" y="11553"/>
                    <a:pt x="6828" y="11553"/>
                  </a:cubicBezTo>
                  <a:close/>
                  <a:moveTo>
                    <a:pt x="16141" y="12041"/>
                  </a:moveTo>
                  <a:cubicBezTo>
                    <a:pt x="16172" y="12162"/>
                    <a:pt x="16080" y="12193"/>
                    <a:pt x="15959" y="12284"/>
                  </a:cubicBezTo>
                  <a:lnTo>
                    <a:pt x="15928" y="12041"/>
                  </a:lnTo>
                  <a:close/>
                  <a:moveTo>
                    <a:pt x="12311" y="12253"/>
                  </a:moveTo>
                  <a:lnTo>
                    <a:pt x="12311" y="12405"/>
                  </a:lnTo>
                  <a:cubicBezTo>
                    <a:pt x="12311" y="12405"/>
                    <a:pt x="12363" y="12561"/>
                    <a:pt x="12251" y="12561"/>
                  </a:cubicBezTo>
                  <a:cubicBezTo>
                    <a:pt x="12242" y="12561"/>
                    <a:pt x="12232" y="12560"/>
                    <a:pt x="12220" y="12557"/>
                  </a:cubicBezTo>
                  <a:cubicBezTo>
                    <a:pt x="12159" y="12436"/>
                    <a:pt x="12190" y="12345"/>
                    <a:pt x="12311" y="12253"/>
                  </a:cubicBezTo>
                  <a:close/>
                  <a:moveTo>
                    <a:pt x="9393" y="12101"/>
                  </a:moveTo>
                  <a:cubicBezTo>
                    <a:pt x="9515" y="12193"/>
                    <a:pt x="9697" y="12193"/>
                    <a:pt x="9636" y="12466"/>
                  </a:cubicBezTo>
                  <a:lnTo>
                    <a:pt x="9424" y="12588"/>
                  </a:lnTo>
                  <a:lnTo>
                    <a:pt x="9302" y="12314"/>
                  </a:lnTo>
                  <a:lnTo>
                    <a:pt x="9393" y="12101"/>
                  </a:lnTo>
                  <a:close/>
                  <a:moveTo>
                    <a:pt x="6445" y="12588"/>
                  </a:moveTo>
                  <a:lnTo>
                    <a:pt x="6445" y="12922"/>
                  </a:lnTo>
                  <a:lnTo>
                    <a:pt x="6171" y="12922"/>
                  </a:lnTo>
                  <a:cubicBezTo>
                    <a:pt x="6171" y="12831"/>
                    <a:pt x="6202" y="12770"/>
                    <a:pt x="6232" y="12679"/>
                  </a:cubicBezTo>
                  <a:cubicBezTo>
                    <a:pt x="6263" y="12648"/>
                    <a:pt x="6354" y="12648"/>
                    <a:pt x="6445" y="12588"/>
                  </a:cubicBezTo>
                  <a:close/>
                  <a:moveTo>
                    <a:pt x="10053" y="12708"/>
                  </a:moveTo>
                  <a:cubicBezTo>
                    <a:pt x="10086" y="12708"/>
                    <a:pt x="10119" y="12709"/>
                    <a:pt x="10153" y="12709"/>
                  </a:cubicBezTo>
                  <a:lnTo>
                    <a:pt x="10153" y="13013"/>
                  </a:lnTo>
                  <a:cubicBezTo>
                    <a:pt x="10092" y="13013"/>
                    <a:pt x="10036" y="13023"/>
                    <a:pt x="9987" y="13023"/>
                  </a:cubicBezTo>
                  <a:cubicBezTo>
                    <a:pt x="9914" y="13023"/>
                    <a:pt x="9855" y="13001"/>
                    <a:pt x="9819" y="12892"/>
                  </a:cubicBezTo>
                  <a:cubicBezTo>
                    <a:pt x="9842" y="12726"/>
                    <a:pt x="9940" y="12708"/>
                    <a:pt x="10053" y="12708"/>
                  </a:cubicBezTo>
                  <a:close/>
                  <a:moveTo>
                    <a:pt x="11095" y="12709"/>
                  </a:moveTo>
                  <a:lnTo>
                    <a:pt x="11339" y="12831"/>
                  </a:lnTo>
                  <a:cubicBezTo>
                    <a:pt x="11247" y="12892"/>
                    <a:pt x="11187" y="12922"/>
                    <a:pt x="11156" y="12983"/>
                  </a:cubicBezTo>
                  <a:cubicBezTo>
                    <a:pt x="11126" y="13044"/>
                    <a:pt x="11095" y="13135"/>
                    <a:pt x="11095" y="13196"/>
                  </a:cubicBezTo>
                  <a:cubicBezTo>
                    <a:pt x="10974" y="13074"/>
                    <a:pt x="11156" y="12922"/>
                    <a:pt x="11095" y="12709"/>
                  </a:cubicBezTo>
                  <a:close/>
                  <a:moveTo>
                    <a:pt x="7661" y="12952"/>
                  </a:moveTo>
                  <a:lnTo>
                    <a:pt x="7661" y="13135"/>
                  </a:lnTo>
                  <a:cubicBezTo>
                    <a:pt x="7577" y="13177"/>
                    <a:pt x="7494" y="13261"/>
                    <a:pt x="7391" y="13261"/>
                  </a:cubicBezTo>
                  <a:cubicBezTo>
                    <a:pt x="7344" y="13261"/>
                    <a:pt x="7292" y="13243"/>
                    <a:pt x="7235" y="13196"/>
                  </a:cubicBezTo>
                  <a:lnTo>
                    <a:pt x="7326" y="12952"/>
                  </a:lnTo>
                  <a:close/>
                  <a:moveTo>
                    <a:pt x="8769" y="13038"/>
                  </a:moveTo>
                  <a:cubicBezTo>
                    <a:pt x="8855" y="13038"/>
                    <a:pt x="8885" y="13117"/>
                    <a:pt x="8937" y="13196"/>
                  </a:cubicBezTo>
                  <a:lnTo>
                    <a:pt x="8725" y="13408"/>
                  </a:lnTo>
                  <a:lnTo>
                    <a:pt x="8725" y="13044"/>
                  </a:lnTo>
                  <a:cubicBezTo>
                    <a:pt x="8741" y="13040"/>
                    <a:pt x="8756" y="13038"/>
                    <a:pt x="8769" y="13038"/>
                  </a:cubicBezTo>
                  <a:close/>
                  <a:moveTo>
                    <a:pt x="10791" y="13044"/>
                  </a:moveTo>
                  <a:cubicBezTo>
                    <a:pt x="10822" y="13104"/>
                    <a:pt x="10822" y="13196"/>
                    <a:pt x="10791" y="13256"/>
                  </a:cubicBezTo>
                  <a:cubicBezTo>
                    <a:pt x="10768" y="13374"/>
                    <a:pt x="10708" y="13419"/>
                    <a:pt x="10625" y="13419"/>
                  </a:cubicBezTo>
                  <a:cubicBezTo>
                    <a:pt x="10601" y="13419"/>
                    <a:pt x="10576" y="13415"/>
                    <a:pt x="10548" y="13408"/>
                  </a:cubicBezTo>
                  <a:lnTo>
                    <a:pt x="10640" y="13044"/>
                  </a:lnTo>
                  <a:close/>
                  <a:moveTo>
                    <a:pt x="6536" y="13287"/>
                  </a:moveTo>
                  <a:cubicBezTo>
                    <a:pt x="6536" y="13408"/>
                    <a:pt x="6597" y="13530"/>
                    <a:pt x="6475" y="13621"/>
                  </a:cubicBezTo>
                  <a:cubicBezTo>
                    <a:pt x="6432" y="13643"/>
                    <a:pt x="6389" y="13664"/>
                    <a:pt x="6357" y="13664"/>
                  </a:cubicBezTo>
                  <a:cubicBezTo>
                    <a:pt x="6344" y="13664"/>
                    <a:pt x="6332" y="13660"/>
                    <a:pt x="6323" y="13652"/>
                  </a:cubicBezTo>
                  <a:cubicBezTo>
                    <a:pt x="6171" y="13560"/>
                    <a:pt x="6202" y="13439"/>
                    <a:pt x="6232" y="13287"/>
                  </a:cubicBezTo>
                  <a:close/>
                  <a:moveTo>
                    <a:pt x="11278" y="13439"/>
                  </a:moveTo>
                  <a:cubicBezTo>
                    <a:pt x="11430" y="13500"/>
                    <a:pt x="11430" y="13500"/>
                    <a:pt x="11430" y="13743"/>
                  </a:cubicBezTo>
                  <a:lnTo>
                    <a:pt x="11278" y="13743"/>
                  </a:lnTo>
                  <a:lnTo>
                    <a:pt x="11278" y="13439"/>
                  </a:lnTo>
                  <a:close/>
                  <a:moveTo>
                    <a:pt x="16716" y="13956"/>
                  </a:moveTo>
                  <a:cubicBezTo>
                    <a:pt x="16840" y="13956"/>
                    <a:pt x="16840" y="14036"/>
                    <a:pt x="16840" y="14320"/>
                  </a:cubicBezTo>
                  <a:lnTo>
                    <a:pt x="16597" y="14442"/>
                  </a:lnTo>
                  <a:lnTo>
                    <a:pt x="16415" y="14199"/>
                  </a:lnTo>
                  <a:lnTo>
                    <a:pt x="16506" y="13986"/>
                  </a:lnTo>
                  <a:cubicBezTo>
                    <a:pt x="16600" y="13969"/>
                    <a:pt x="16668" y="13956"/>
                    <a:pt x="16716" y="13956"/>
                  </a:cubicBezTo>
                  <a:close/>
                  <a:moveTo>
                    <a:pt x="12433" y="14563"/>
                  </a:moveTo>
                  <a:lnTo>
                    <a:pt x="12646" y="14655"/>
                  </a:lnTo>
                  <a:lnTo>
                    <a:pt x="12585" y="14867"/>
                  </a:lnTo>
                  <a:cubicBezTo>
                    <a:pt x="12551" y="14884"/>
                    <a:pt x="12519" y="14892"/>
                    <a:pt x="12490" y="14892"/>
                  </a:cubicBezTo>
                  <a:cubicBezTo>
                    <a:pt x="12415" y="14892"/>
                    <a:pt x="12355" y="14842"/>
                    <a:pt x="12311" y="14776"/>
                  </a:cubicBezTo>
                  <a:lnTo>
                    <a:pt x="12433" y="14563"/>
                  </a:lnTo>
                  <a:close/>
                  <a:moveTo>
                    <a:pt x="10336" y="15270"/>
                  </a:moveTo>
                  <a:cubicBezTo>
                    <a:pt x="10454" y="15270"/>
                    <a:pt x="10572" y="15332"/>
                    <a:pt x="10640" y="15445"/>
                  </a:cubicBezTo>
                  <a:lnTo>
                    <a:pt x="10396" y="15749"/>
                  </a:lnTo>
                  <a:cubicBezTo>
                    <a:pt x="10184" y="15688"/>
                    <a:pt x="10153" y="15718"/>
                    <a:pt x="10214" y="15293"/>
                  </a:cubicBezTo>
                  <a:cubicBezTo>
                    <a:pt x="10253" y="15277"/>
                    <a:pt x="10295" y="15270"/>
                    <a:pt x="10336" y="15270"/>
                  </a:cubicBezTo>
                  <a:close/>
                  <a:moveTo>
                    <a:pt x="6931" y="15019"/>
                  </a:moveTo>
                  <a:lnTo>
                    <a:pt x="7144" y="15202"/>
                  </a:lnTo>
                  <a:cubicBezTo>
                    <a:pt x="7205" y="15171"/>
                    <a:pt x="7266" y="15171"/>
                    <a:pt x="7326" y="15141"/>
                  </a:cubicBezTo>
                  <a:cubicBezTo>
                    <a:pt x="7340" y="15132"/>
                    <a:pt x="7352" y="15128"/>
                    <a:pt x="7364" y="15128"/>
                  </a:cubicBezTo>
                  <a:cubicBezTo>
                    <a:pt x="7408" y="15128"/>
                    <a:pt x="7438" y="15184"/>
                    <a:pt x="7478" y="15184"/>
                  </a:cubicBezTo>
                  <a:cubicBezTo>
                    <a:pt x="7496" y="15184"/>
                    <a:pt x="7515" y="15173"/>
                    <a:pt x="7539" y="15141"/>
                  </a:cubicBezTo>
                  <a:lnTo>
                    <a:pt x="7539" y="15141"/>
                  </a:lnTo>
                  <a:lnTo>
                    <a:pt x="7509" y="15323"/>
                  </a:lnTo>
                  <a:lnTo>
                    <a:pt x="7630" y="15566"/>
                  </a:lnTo>
                  <a:lnTo>
                    <a:pt x="6992" y="16083"/>
                  </a:lnTo>
                  <a:lnTo>
                    <a:pt x="6901" y="15901"/>
                  </a:lnTo>
                  <a:cubicBezTo>
                    <a:pt x="6931" y="15901"/>
                    <a:pt x="6931" y="15901"/>
                    <a:pt x="6931" y="15870"/>
                  </a:cubicBezTo>
                  <a:lnTo>
                    <a:pt x="6718" y="15597"/>
                  </a:lnTo>
                  <a:lnTo>
                    <a:pt x="6658" y="15688"/>
                  </a:lnTo>
                  <a:cubicBezTo>
                    <a:pt x="6597" y="15566"/>
                    <a:pt x="6566" y="15475"/>
                    <a:pt x="6566" y="15354"/>
                  </a:cubicBezTo>
                  <a:cubicBezTo>
                    <a:pt x="6566" y="15263"/>
                    <a:pt x="6597" y="15141"/>
                    <a:pt x="6658" y="15019"/>
                  </a:cubicBezTo>
                  <a:lnTo>
                    <a:pt x="6870" y="15202"/>
                  </a:lnTo>
                  <a:lnTo>
                    <a:pt x="6931" y="15019"/>
                  </a:lnTo>
                  <a:close/>
                  <a:moveTo>
                    <a:pt x="15624" y="16114"/>
                  </a:moveTo>
                  <a:cubicBezTo>
                    <a:pt x="15716" y="16235"/>
                    <a:pt x="15868" y="16174"/>
                    <a:pt x="15868" y="16387"/>
                  </a:cubicBezTo>
                  <a:cubicBezTo>
                    <a:pt x="15776" y="16326"/>
                    <a:pt x="15624" y="16357"/>
                    <a:pt x="15624" y="16114"/>
                  </a:cubicBezTo>
                  <a:close/>
                  <a:moveTo>
                    <a:pt x="10579" y="16752"/>
                  </a:moveTo>
                  <a:lnTo>
                    <a:pt x="10670" y="16934"/>
                  </a:lnTo>
                  <a:lnTo>
                    <a:pt x="10640" y="16965"/>
                  </a:lnTo>
                  <a:cubicBezTo>
                    <a:pt x="10558" y="17019"/>
                    <a:pt x="10512" y="17049"/>
                    <a:pt x="10477" y="17049"/>
                  </a:cubicBezTo>
                  <a:cubicBezTo>
                    <a:pt x="10433" y="17049"/>
                    <a:pt x="10402" y="17004"/>
                    <a:pt x="10336" y="16904"/>
                  </a:cubicBezTo>
                  <a:cubicBezTo>
                    <a:pt x="10427" y="16752"/>
                    <a:pt x="10427" y="16752"/>
                    <a:pt x="10579" y="16752"/>
                  </a:cubicBezTo>
                  <a:close/>
                  <a:moveTo>
                    <a:pt x="14287" y="17238"/>
                  </a:moveTo>
                  <a:lnTo>
                    <a:pt x="14348" y="17360"/>
                  </a:lnTo>
                  <a:lnTo>
                    <a:pt x="14439" y="17269"/>
                  </a:lnTo>
                  <a:cubicBezTo>
                    <a:pt x="14469" y="17299"/>
                    <a:pt x="14469" y="17329"/>
                    <a:pt x="14469" y="17329"/>
                  </a:cubicBezTo>
                  <a:cubicBezTo>
                    <a:pt x="14409" y="17451"/>
                    <a:pt x="14409" y="17451"/>
                    <a:pt x="14287" y="17512"/>
                  </a:cubicBezTo>
                  <a:lnTo>
                    <a:pt x="14287" y="17238"/>
                  </a:lnTo>
                  <a:close/>
                  <a:moveTo>
                    <a:pt x="8269" y="17998"/>
                  </a:moveTo>
                  <a:lnTo>
                    <a:pt x="8269" y="18211"/>
                  </a:lnTo>
                  <a:lnTo>
                    <a:pt x="8177" y="18211"/>
                  </a:lnTo>
                  <a:lnTo>
                    <a:pt x="8177" y="17998"/>
                  </a:lnTo>
                  <a:close/>
                  <a:moveTo>
                    <a:pt x="14743" y="18332"/>
                  </a:moveTo>
                  <a:lnTo>
                    <a:pt x="14925" y="18454"/>
                  </a:lnTo>
                  <a:lnTo>
                    <a:pt x="14865" y="18758"/>
                  </a:lnTo>
                  <a:lnTo>
                    <a:pt x="14682" y="18849"/>
                  </a:lnTo>
                  <a:cubicBezTo>
                    <a:pt x="14500" y="18758"/>
                    <a:pt x="14561" y="18576"/>
                    <a:pt x="14561" y="18424"/>
                  </a:cubicBezTo>
                  <a:lnTo>
                    <a:pt x="14743" y="18332"/>
                  </a:lnTo>
                  <a:close/>
                  <a:moveTo>
                    <a:pt x="3298" y="19034"/>
                  </a:moveTo>
                  <a:cubicBezTo>
                    <a:pt x="3284" y="19046"/>
                    <a:pt x="3269" y="19061"/>
                    <a:pt x="3253" y="19078"/>
                  </a:cubicBezTo>
                  <a:lnTo>
                    <a:pt x="3253" y="19078"/>
                  </a:lnTo>
                  <a:cubicBezTo>
                    <a:pt x="3290" y="19073"/>
                    <a:pt x="3330" y="19067"/>
                    <a:pt x="3375" y="19062"/>
                  </a:cubicBezTo>
                  <a:cubicBezTo>
                    <a:pt x="3349" y="19056"/>
                    <a:pt x="3323" y="19046"/>
                    <a:pt x="3298" y="19034"/>
                  </a:cubicBezTo>
                  <a:close/>
                  <a:moveTo>
                    <a:pt x="16901" y="18849"/>
                  </a:moveTo>
                  <a:lnTo>
                    <a:pt x="16962" y="19123"/>
                  </a:lnTo>
                  <a:lnTo>
                    <a:pt x="16871" y="19153"/>
                  </a:lnTo>
                  <a:lnTo>
                    <a:pt x="16719" y="19032"/>
                  </a:lnTo>
                  <a:lnTo>
                    <a:pt x="16901" y="18849"/>
                  </a:lnTo>
                  <a:close/>
                  <a:moveTo>
                    <a:pt x="11977" y="19032"/>
                  </a:moveTo>
                  <a:lnTo>
                    <a:pt x="11977" y="19214"/>
                  </a:lnTo>
                  <a:lnTo>
                    <a:pt x="11795" y="19214"/>
                  </a:lnTo>
                  <a:lnTo>
                    <a:pt x="11795" y="19032"/>
                  </a:lnTo>
                  <a:close/>
                  <a:moveTo>
                    <a:pt x="15199" y="19153"/>
                  </a:moveTo>
                  <a:lnTo>
                    <a:pt x="15199" y="19518"/>
                  </a:lnTo>
                  <a:lnTo>
                    <a:pt x="15016" y="19609"/>
                  </a:lnTo>
                  <a:lnTo>
                    <a:pt x="14865" y="19396"/>
                  </a:lnTo>
                  <a:lnTo>
                    <a:pt x="14956" y="19153"/>
                  </a:lnTo>
                  <a:close/>
                  <a:moveTo>
                    <a:pt x="16810" y="19396"/>
                  </a:moveTo>
                  <a:lnTo>
                    <a:pt x="16810" y="19639"/>
                  </a:lnTo>
                  <a:cubicBezTo>
                    <a:pt x="16794" y="19634"/>
                    <a:pt x="16777" y="19633"/>
                    <a:pt x="16760" y="19633"/>
                  </a:cubicBezTo>
                  <a:cubicBezTo>
                    <a:pt x="16733" y="19633"/>
                    <a:pt x="16705" y="19636"/>
                    <a:pt x="16677" y="19636"/>
                  </a:cubicBezTo>
                  <a:cubicBezTo>
                    <a:pt x="16617" y="19636"/>
                    <a:pt x="16557" y="19620"/>
                    <a:pt x="16506" y="19518"/>
                  </a:cubicBezTo>
                  <a:lnTo>
                    <a:pt x="16810" y="19396"/>
                  </a:lnTo>
                  <a:close/>
                  <a:moveTo>
                    <a:pt x="18146" y="18978"/>
                  </a:moveTo>
                  <a:cubicBezTo>
                    <a:pt x="18195" y="18978"/>
                    <a:pt x="18246" y="18986"/>
                    <a:pt x="18299" y="19001"/>
                  </a:cubicBezTo>
                  <a:cubicBezTo>
                    <a:pt x="18299" y="19184"/>
                    <a:pt x="18299" y="19366"/>
                    <a:pt x="18238" y="19518"/>
                  </a:cubicBezTo>
                  <a:cubicBezTo>
                    <a:pt x="18173" y="19633"/>
                    <a:pt x="18133" y="19686"/>
                    <a:pt x="18082" y="19686"/>
                  </a:cubicBezTo>
                  <a:cubicBezTo>
                    <a:pt x="18039" y="19686"/>
                    <a:pt x="17988" y="19648"/>
                    <a:pt x="17904" y="19579"/>
                  </a:cubicBezTo>
                  <a:cubicBezTo>
                    <a:pt x="17874" y="19548"/>
                    <a:pt x="17813" y="19518"/>
                    <a:pt x="17782" y="19487"/>
                  </a:cubicBezTo>
                  <a:lnTo>
                    <a:pt x="17782" y="19184"/>
                  </a:lnTo>
                  <a:cubicBezTo>
                    <a:pt x="17874" y="19047"/>
                    <a:pt x="17999" y="18978"/>
                    <a:pt x="18146" y="18978"/>
                  </a:cubicBezTo>
                  <a:close/>
                  <a:moveTo>
                    <a:pt x="16275" y="19484"/>
                  </a:moveTo>
                  <a:cubicBezTo>
                    <a:pt x="16399" y="19484"/>
                    <a:pt x="16326" y="19617"/>
                    <a:pt x="16354" y="19700"/>
                  </a:cubicBezTo>
                  <a:lnTo>
                    <a:pt x="16232" y="19700"/>
                  </a:lnTo>
                  <a:lnTo>
                    <a:pt x="16232" y="19487"/>
                  </a:lnTo>
                  <a:cubicBezTo>
                    <a:pt x="16248" y="19485"/>
                    <a:pt x="16262" y="19484"/>
                    <a:pt x="16275" y="19484"/>
                  </a:cubicBezTo>
                  <a:close/>
                  <a:moveTo>
                    <a:pt x="14779" y="20081"/>
                  </a:moveTo>
                  <a:cubicBezTo>
                    <a:pt x="14885" y="20081"/>
                    <a:pt x="14940" y="20201"/>
                    <a:pt x="15016" y="20278"/>
                  </a:cubicBezTo>
                  <a:cubicBezTo>
                    <a:pt x="15016" y="20764"/>
                    <a:pt x="15016" y="20764"/>
                    <a:pt x="14743" y="20764"/>
                  </a:cubicBezTo>
                  <a:lnTo>
                    <a:pt x="14773" y="20491"/>
                  </a:lnTo>
                  <a:lnTo>
                    <a:pt x="14682" y="20399"/>
                  </a:lnTo>
                  <a:lnTo>
                    <a:pt x="14652" y="20612"/>
                  </a:lnTo>
                  <a:lnTo>
                    <a:pt x="14500" y="20612"/>
                  </a:lnTo>
                  <a:lnTo>
                    <a:pt x="14500" y="20369"/>
                  </a:lnTo>
                  <a:lnTo>
                    <a:pt x="14713" y="20095"/>
                  </a:lnTo>
                  <a:cubicBezTo>
                    <a:pt x="14737" y="20086"/>
                    <a:pt x="14759" y="20081"/>
                    <a:pt x="14779" y="20081"/>
                  </a:cubicBezTo>
                  <a:close/>
                  <a:moveTo>
                    <a:pt x="3041" y="20795"/>
                  </a:moveTo>
                  <a:lnTo>
                    <a:pt x="2737" y="20977"/>
                  </a:lnTo>
                  <a:lnTo>
                    <a:pt x="2737" y="20795"/>
                  </a:lnTo>
                  <a:close/>
                  <a:moveTo>
                    <a:pt x="18938" y="20673"/>
                  </a:moveTo>
                  <a:lnTo>
                    <a:pt x="18938" y="20977"/>
                  </a:lnTo>
                  <a:lnTo>
                    <a:pt x="18755" y="20825"/>
                  </a:lnTo>
                  <a:lnTo>
                    <a:pt x="18938" y="20673"/>
                  </a:lnTo>
                  <a:close/>
                  <a:moveTo>
                    <a:pt x="16597" y="20946"/>
                  </a:moveTo>
                  <a:lnTo>
                    <a:pt x="16597" y="21190"/>
                  </a:lnTo>
                  <a:lnTo>
                    <a:pt x="16475" y="21190"/>
                  </a:lnTo>
                  <a:lnTo>
                    <a:pt x="16475" y="20946"/>
                  </a:lnTo>
                  <a:close/>
                  <a:moveTo>
                    <a:pt x="17479" y="20339"/>
                  </a:moveTo>
                  <a:cubicBezTo>
                    <a:pt x="17509" y="20521"/>
                    <a:pt x="17539" y="20703"/>
                    <a:pt x="17509" y="20886"/>
                  </a:cubicBezTo>
                  <a:lnTo>
                    <a:pt x="17327" y="20795"/>
                  </a:lnTo>
                  <a:cubicBezTo>
                    <a:pt x="17296" y="20977"/>
                    <a:pt x="17083" y="20977"/>
                    <a:pt x="17053" y="21190"/>
                  </a:cubicBezTo>
                  <a:lnTo>
                    <a:pt x="17114" y="21311"/>
                  </a:lnTo>
                  <a:lnTo>
                    <a:pt x="16749" y="21311"/>
                  </a:lnTo>
                  <a:lnTo>
                    <a:pt x="16992" y="21129"/>
                  </a:lnTo>
                  <a:lnTo>
                    <a:pt x="16779" y="20946"/>
                  </a:lnTo>
                  <a:cubicBezTo>
                    <a:pt x="16719" y="20643"/>
                    <a:pt x="16962" y="20673"/>
                    <a:pt x="17053" y="20521"/>
                  </a:cubicBezTo>
                  <a:cubicBezTo>
                    <a:pt x="17063" y="20501"/>
                    <a:pt x="17083" y="20494"/>
                    <a:pt x="17109" y="20494"/>
                  </a:cubicBezTo>
                  <a:cubicBezTo>
                    <a:pt x="17161" y="20494"/>
                    <a:pt x="17235" y="20521"/>
                    <a:pt x="17296" y="20521"/>
                  </a:cubicBezTo>
                  <a:cubicBezTo>
                    <a:pt x="17327" y="20430"/>
                    <a:pt x="17327" y="20339"/>
                    <a:pt x="17479" y="20339"/>
                  </a:cubicBezTo>
                  <a:close/>
                  <a:moveTo>
                    <a:pt x="18269" y="20612"/>
                  </a:moveTo>
                  <a:cubicBezTo>
                    <a:pt x="18451" y="20673"/>
                    <a:pt x="18603" y="20825"/>
                    <a:pt x="18694" y="21007"/>
                  </a:cubicBezTo>
                  <a:cubicBezTo>
                    <a:pt x="18786" y="21281"/>
                    <a:pt x="18816" y="21250"/>
                    <a:pt x="18603" y="21402"/>
                  </a:cubicBezTo>
                  <a:cubicBezTo>
                    <a:pt x="18573" y="21402"/>
                    <a:pt x="18542" y="21433"/>
                    <a:pt x="18542" y="21463"/>
                  </a:cubicBezTo>
                  <a:cubicBezTo>
                    <a:pt x="18269" y="21372"/>
                    <a:pt x="18086" y="21129"/>
                    <a:pt x="18117" y="20886"/>
                  </a:cubicBezTo>
                  <a:lnTo>
                    <a:pt x="18269" y="20612"/>
                  </a:lnTo>
                  <a:close/>
                  <a:moveTo>
                    <a:pt x="12152" y="21170"/>
                  </a:moveTo>
                  <a:cubicBezTo>
                    <a:pt x="12184" y="21170"/>
                    <a:pt x="12227" y="21184"/>
                    <a:pt x="12281" y="21220"/>
                  </a:cubicBezTo>
                  <a:cubicBezTo>
                    <a:pt x="12372" y="21250"/>
                    <a:pt x="12372" y="21372"/>
                    <a:pt x="12342" y="21463"/>
                  </a:cubicBezTo>
                  <a:cubicBezTo>
                    <a:pt x="12311" y="21524"/>
                    <a:pt x="12281" y="21585"/>
                    <a:pt x="12250" y="21646"/>
                  </a:cubicBezTo>
                  <a:lnTo>
                    <a:pt x="12038" y="21646"/>
                  </a:lnTo>
                  <a:lnTo>
                    <a:pt x="11916" y="21402"/>
                  </a:lnTo>
                  <a:cubicBezTo>
                    <a:pt x="11977" y="21311"/>
                    <a:pt x="12038" y="21250"/>
                    <a:pt x="12098" y="21190"/>
                  </a:cubicBezTo>
                  <a:cubicBezTo>
                    <a:pt x="12111" y="21177"/>
                    <a:pt x="12129" y="21170"/>
                    <a:pt x="12152" y="21170"/>
                  </a:cubicBezTo>
                  <a:close/>
                  <a:moveTo>
                    <a:pt x="3557" y="21615"/>
                  </a:moveTo>
                  <a:lnTo>
                    <a:pt x="3588" y="21676"/>
                  </a:lnTo>
                  <a:lnTo>
                    <a:pt x="3527" y="21950"/>
                  </a:lnTo>
                  <a:lnTo>
                    <a:pt x="3375" y="21828"/>
                  </a:lnTo>
                  <a:lnTo>
                    <a:pt x="3557" y="21615"/>
                  </a:lnTo>
                  <a:close/>
                  <a:moveTo>
                    <a:pt x="17205" y="21615"/>
                  </a:moveTo>
                  <a:cubicBezTo>
                    <a:pt x="17266" y="21646"/>
                    <a:pt x="17357" y="21646"/>
                    <a:pt x="17448" y="21676"/>
                  </a:cubicBezTo>
                  <a:cubicBezTo>
                    <a:pt x="17479" y="21737"/>
                    <a:pt x="17509" y="21828"/>
                    <a:pt x="17509" y="21889"/>
                  </a:cubicBezTo>
                  <a:cubicBezTo>
                    <a:pt x="17509" y="21950"/>
                    <a:pt x="17479" y="22041"/>
                    <a:pt x="17448" y="22041"/>
                  </a:cubicBezTo>
                  <a:cubicBezTo>
                    <a:pt x="17357" y="22071"/>
                    <a:pt x="17296" y="22102"/>
                    <a:pt x="17205" y="22102"/>
                  </a:cubicBezTo>
                  <a:cubicBezTo>
                    <a:pt x="17083" y="21980"/>
                    <a:pt x="17083" y="21767"/>
                    <a:pt x="17205" y="21615"/>
                  </a:cubicBezTo>
                  <a:close/>
                  <a:moveTo>
                    <a:pt x="15774" y="21851"/>
                  </a:moveTo>
                  <a:cubicBezTo>
                    <a:pt x="15867" y="21851"/>
                    <a:pt x="15938" y="21914"/>
                    <a:pt x="15989" y="22041"/>
                  </a:cubicBezTo>
                  <a:lnTo>
                    <a:pt x="15959" y="22041"/>
                  </a:lnTo>
                  <a:cubicBezTo>
                    <a:pt x="15879" y="22121"/>
                    <a:pt x="15841" y="22159"/>
                    <a:pt x="15800" y="22159"/>
                  </a:cubicBezTo>
                  <a:cubicBezTo>
                    <a:pt x="15764" y="22159"/>
                    <a:pt x="15727" y="22129"/>
                    <a:pt x="15655" y="22071"/>
                  </a:cubicBezTo>
                  <a:lnTo>
                    <a:pt x="15716" y="21858"/>
                  </a:lnTo>
                  <a:cubicBezTo>
                    <a:pt x="15736" y="21853"/>
                    <a:pt x="15755" y="21851"/>
                    <a:pt x="15774" y="21851"/>
                  </a:cubicBezTo>
                  <a:close/>
                  <a:moveTo>
                    <a:pt x="15565" y="22555"/>
                  </a:moveTo>
                  <a:cubicBezTo>
                    <a:pt x="15574" y="22555"/>
                    <a:pt x="15583" y="22556"/>
                    <a:pt x="15594" y="22557"/>
                  </a:cubicBezTo>
                  <a:cubicBezTo>
                    <a:pt x="15655" y="22709"/>
                    <a:pt x="15655" y="22831"/>
                    <a:pt x="15533" y="22922"/>
                  </a:cubicBezTo>
                  <a:cubicBezTo>
                    <a:pt x="15518" y="22937"/>
                    <a:pt x="15495" y="22945"/>
                    <a:pt x="15469" y="22945"/>
                  </a:cubicBezTo>
                  <a:cubicBezTo>
                    <a:pt x="15442" y="22945"/>
                    <a:pt x="15412" y="22937"/>
                    <a:pt x="15381" y="22922"/>
                  </a:cubicBezTo>
                  <a:cubicBezTo>
                    <a:pt x="15320" y="22922"/>
                    <a:pt x="15320" y="22801"/>
                    <a:pt x="15320" y="22649"/>
                  </a:cubicBezTo>
                  <a:lnTo>
                    <a:pt x="15320" y="22649"/>
                  </a:lnTo>
                  <a:lnTo>
                    <a:pt x="15412" y="22801"/>
                  </a:lnTo>
                  <a:lnTo>
                    <a:pt x="15412" y="22831"/>
                  </a:lnTo>
                  <a:cubicBezTo>
                    <a:pt x="15526" y="22774"/>
                    <a:pt x="15425" y="22555"/>
                    <a:pt x="15565" y="22555"/>
                  </a:cubicBezTo>
                  <a:close/>
                  <a:moveTo>
                    <a:pt x="16475" y="22679"/>
                  </a:moveTo>
                  <a:lnTo>
                    <a:pt x="16475" y="22922"/>
                  </a:lnTo>
                  <a:lnTo>
                    <a:pt x="16323" y="23044"/>
                  </a:lnTo>
                  <a:lnTo>
                    <a:pt x="16232" y="22922"/>
                  </a:lnTo>
                  <a:lnTo>
                    <a:pt x="16415" y="22892"/>
                  </a:lnTo>
                  <a:lnTo>
                    <a:pt x="16475" y="22679"/>
                  </a:lnTo>
                  <a:close/>
                  <a:moveTo>
                    <a:pt x="17357" y="22740"/>
                  </a:moveTo>
                  <a:cubicBezTo>
                    <a:pt x="17539" y="22801"/>
                    <a:pt x="17539" y="23044"/>
                    <a:pt x="17357" y="23105"/>
                  </a:cubicBezTo>
                  <a:lnTo>
                    <a:pt x="17327" y="23105"/>
                  </a:lnTo>
                  <a:cubicBezTo>
                    <a:pt x="17235" y="23105"/>
                    <a:pt x="17175" y="23044"/>
                    <a:pt x="17175" y="22953"/>
                  </a:cubicBezTo>
                  <a:cubicBezTo>
                    <a:pt x="17175" y="22831"/>
                    <a:pt x="17235" y="22740"/>
                    <a:pt x="17357" y="22740"/>
                  </a:cubicBezTo>
                  <a:close/>
                  <a:moveTo>
                    <a:pt x="16567" y="23287"/>
                  </a:moveTo>
                  <a:lnTo>
                    <a:pt x="16810" y="23469"/>
                  </a:lnTo>
                  <a:cubicBezTo>
                    <a:pt x="16716" y="23595"/>
                    <a:pt x="16670" y="23656"/>
                    <a:pt x="16619" y="23656"/>
                  </a:cubicBezTo>
                  <a:cubicBezTo>
                    <a:pt x="16571" y="23656"/>
                    <a:pt x="16518" y="23603"/>
                    <a:pt x="16415" y="23500"/>
                  </a:cubicBezTo>
                  <a:lnTo>
                    <a:pt x="16567" y="23287"/>
                  </a:lnTo>
                  <a:close/>
                  <a:moveTo>
                    <a:pt x="14287" y="23074"/>
                  </a:moveTo>
                  <a:lnTo>
                    <a:pt x="14469" y="23226"/>
                  </a:lnTo>
                  <a:cubicBezTo>
                    <a:pt x="14439" y="23287"/>
                    <a:pt x="14409" y="23378"/>
                    <a:pt x="14378" y="23439"/>
                  </a:cubicBezTo>
                  <a:lnTo>
                    <a:pt x="14378" y="23621"/>
                  </a:lnTo>
                  <a:lnTo>
                    <a:pt x="14226" y="23712"/>
                  </a:lnTo>
                  <a:lnTo>
                    <a:pt x="14105" y="23378"/>
                  </a:lnTo>
                  <a:cubicBezTo>
                    <a:pt x="14165" y="23348"/>
                    <a:pt x="14196" y="23287"/>
                    <a:pt x="14226" y="23257"/>
                  </a:cubicBezTo>
                  <a:cubicBezTo>
                    <a:pt x="14257" y="23196"/>
                    <a:pt x="14287" y="23135"/>
                    <a:pt x="14287" y="23074"/>
                  </a:cubicBezTo>
                  <a:close/>
                  <a:moveTo>
                    <a:pt x="13740" y="23287"/>
                  </a:moveTo>
                  <a:cubicBezTo>
                    <a:pt x="13770" y="23287"/>
                    <a:pt x="13801" y="23317"/>
                    <a:pt x="13801" y="23317"/>
                  </a:cubicBezTo>
                  <a:lnTo>
                    <a:pt x="13801" y="23804"/>
                  </a:lnTo>
                  <a:lnTo>
                    <a:pt x="13740" y="23804"/>
                  </a:lnTo>
                  <a:lnTo>
                    <a:pt x="13740" y="23287"/>
                  </a:lnTo>
                  <a:close/>
                  <a:moveTo>
                    <a:pt x="13709" y="23895"/>
                  </a:moveTo>
                  <a:lnTo>
                    <a:pt x="13740" y="23986"/>
                  </a:lnTo>
                  <a:cubicBezTo>
                    <a:pt x="13715" y="24024"/>
                    <a:pt x="13690" y="24046"/>
                    <a:pt x="13656" y="24046"/>
                  </a:cubicBezTo>
                  <a:cubicBezTo>
                    <a:pt x="13608" y="24046"/>
                    <a:pt x="13543" y="24002"/>
                    <a:pt x="13436" y="23895"/>
                  </a:cubicBezTo>
                  <a:close/>
                  <a:moveTo>
                    <a:pt x="18238" y="23621"/>
                  </a:moveTo>
                  <a:cubicBezTo>
                    <a:pt x="18238" y="23773"/>
                    <a:pt x="18421" y="23864"/>
                    <a:pt x="18269" y="24047"/>
                  </a:cubicBezTo>
                  <a:cubicBezTo>
                    <a:pt x="18222" y="24103"/>
                    <a:pt x="18181" y="24122"/>
                    <a:pt x="18143" y="24122"/>
                  </a:cubicBezTo>
                  <a:cubicBezTo>
                    <a:pt x="18066" y="24122"/>
                    <a:pt x="18002" y="24044"/>
                    <a:pt x="17929" y="24044"/>
                  </a:cubicBezTo>
                  <a:cubicBezTo>
                    <a:pt x="17921" y="24044"/>
                    <a:pt x="17912" y="24045"/>
                    <a:pt x="17904" y="24047"/>
                  </a:cubicBezTo>
                  <a:lnTo>
                    <a:pt x="17874" y="24047"/>
                  </a:lnTo>
                  <a:cubicBezTo>
                    <a:pt x="17934" y="23804"/>
                    <a:pt x="17934" y="23804"/>
                    <a:pt x="18238" y="23621"/>
                  </a:cubicBezTo>
                  <a:close/>
                  <a:moveTo>
                    <a:pt x="12372" y="24229"/>
                  </a:moveTo>
                  <a:lnTo>
                    <a:pt x="12372" y="24229"/>
                  </a:lnTo>
                  <a:cubicBezTo>
                    <a:pt x="12433" y="24412"/>
                    <a:pt x="12433" y="24564"/>
                    <a:pt x="12281" y="24685"/>
                  </a:cubicBezTo>
                  <a:cubicBezTo>
                    <a:pt x="12220" y="24594"/>
                    <a:pt x="12220" y="24503"/>
                    <a:pt x="12190" y="24412"/>
                  </a:cubicBezTo>
                  <a:cubicBezTo>
                    <a:pt x="12220" y="24351"/>
                    <a:pt x="12281" y="24290"/>
                    <a:pt x="12372" y="24229"/>
                  </a:cubicBezTo>
                  <a:close/>
                  <a:moveTo>
                    <a:pt x="17448" y="24358"/>
                  </a:moveTo>
                  <a:cubicBezTo>
                    <a:pt x="17489" y="24358"/>
                    <a:pt x="17530" y="24365"/>
                    <a:pt x="17570" y="24381"/>
                  </a:cubicBezTo>
                  <a:lnTo>
                    <a:pt x="17722" y="24746"/>
                  </a:lnTo>
                  <a:lnTo>
                    <a:pt x="17448" y="24959"/>
                  </a:lnTo>
                  <a:cubicBezTo>
                    <a:pt x="17327" y="24898"/>
                    <a:pt x="17083" y="24898"/>
                    <a:pt x="17175" y="24533"/>
                  </a:cubicBezTo>
                  <a:cubicBezTo>
                    <a:pt x="17220" y="24420"/>
                    <a:pt x="17332" y="24358"/>
                    <a:pt x="17448" y="24358"/>
                  </a:cubicBezTo>
                  <a:close/>
                  <a:moveTo>
                    <a:pt x="17934" y="24776"/>
                  </a:moveTo>
                  <a:lnTo>
                    <a:pt x="18147" y="24898"/>
                  </a:lnTo>
                  <a:lnTo>
                    <a:pt x="18178" y="25111"/>
                  </a:lnTo>
                  <a:lnTo>
                    <a:pt x="18299" y="25111"/>
                  </a:lnTo>
                  <a:lnTo>
                    <a:pt x="18238" y="24898"/>
                  </a:lnTo>
                  <a:cubicBezTo>
                    <a:pt x="18287" y="24898"/>
                    <a:pt x="18341" y="24883"/>
                    <a:pt x="18391" y="24883"/>
                  </a:cubicBezTo>
                  <a:cubicBezTo>
                    <a:pt x="18467" y="24883"/>
                    <a:pt x="18536" y="24916"/>
                    <a:pt x="18573" y="25080"/>
                  </a:cubicBezTo>
                  <a:lnTo>
                    <a:pt x="18451" y="25141"/>
                  </a:lnTo>
                  <a:lnTo>
                    <a:pt x="18603" y="25384"/>
                  </a:lnTo>
                  <a:lnTo>
                    <a:pt x="18299" y="25597"/>
                  </a:lnTo>
                  <a:lnTo>
                    <a:pt x="18117" y="25232"/>
                  </a:lnTo>
                  <a:cubicBezTo>
                    <a:pt x="18086" y="25232"/>
                    <a:pt x="18026" y="25263"/>
                    <a:pt x="17995" y="25263"/>
                  </a:cubicBezTo>
                  <a:lnTo>
                    <a:pt x="17843" y="25263"/>
                  </a:lnTo>
                  <a:lnTo>
                    <a:pt x="17782" y="25050"/>
                  </a:lnTo>
                  <a:lnTo>
                    <a:pt x="17934" y="24776"/>
                  </a:lnTo>
                  <a:close/>
                  <a:moveTo>
                    <a:pt x="17023" y="25184"/>
                  </a:moveTo>
                  <a:cubicBezTo>
                    <a:pt x="17078" y="25184"/>
                    <a:pt x="17142" y="25230"/>
                    <a:pt x="17235" y="25323"/>
                  </a:cubicBezTo>
                  <a:lnTo>
                    <a:pt x="17235" y="25658"/>
                  </a:lnTo>
                  <a:lnTo>
                    <a:pt x="17053" y="25688"/>
                  </a:lnTo>
                  <a:lnTo>
                    <a:pt x="16810" y="25415"/>
                  </a:lnTo>
                  <a:cubicBezTo>
                    <a:pt x="16895" y="25261"/>
                    <a:pt x="16952" y="25184"/>
                    <a:pt x="17023" y="25184"/>
                  </a:cubicBezTo>
                  <a:close/>
                  <a:moveTo>
                    <a:pt x="14298" y="25446"/>
                  </a:moveTo>
                  <a:cubicBezTo>
                    <a:pt x="14361" y="25446"/>
                    <a:pt x="14400" y="25497"/>
                    <a:pt x="14439" y="25536"/>
                  </a:cubicBezTo>
                  <a:lnTo>
                    <a:pt x="14348" y="25719"/>
                  </a:lnTo>
                  <a:lnTo>
                    <a:pt x="14165" y="25506"/>
                  </a:lnTo>
                  <a:cubicBezTo>
                    <a:pt x="14220" y="25462"/>
                    <a:pt x="14263" y="25446"/>
                    <a:pt x="14298" y="25446"/>
                  </a:cubicBezTo>
                  <a:close/>
                  <a:moveTo>
                    <a:pt x="2372" y="25597"/>
                  </a:moveTo>
                  <a:cubicBezTo>
                    <a:pt x="2433" y="25688"/>
                    <a:pt x="2524" y="25749"/>
                    <a:pt x="2554" y="25901"/>
                  </a:cubicBezTo>
                  <a:lnTo>
                    <a:pt x="2281" y="25901"/>
                  </a:lnTo>
                  <a:lnTo>
                    <a:pt x="2372" y="25597"/>
                  </a:lnTo>
                  <a:close/>
                  <a:moveTo>
                    <a:pt x="15260" y="26114"/>
                  </a:moveTo>
                  <a:lnTo>
                    <a:pt x="15381" y="26357"/>
                  </a:lnTo>
                  <a:lnTo>
                    <a:pt x="15290" y="26600"/>
                  </a:lnTo>
                  <a:lnTo>
                    <a:pt x="15047" y="26509"/>
                  </a:lnTo>
                  <a:lnTo>
                    <a:pt x="15047" y="26266"/>
                  </a:lnTo>
                  <a:lnTo>
                    <a:pt x="15260" y="26114"/>
                  </a:lnTo>
                  <a:close/>
                  <a:moveTo>
                    <a:pt x="14895" y="26539"/>
                  </a:moveTo>
                  <a:lnTo>
                    <a:pt x="15077" y="26691"/>
                  </a:lnTo>
                  <a:lnTo>
                    <a:pt x="14895" y="26843"/>
                  </a:lnTo>
                  <a:lnTo>
                    <a:pt x="14743" y="26722"/>
                  </a:lnTo>
                  <a:lnTo>
                    <a:pt x="14895" y="26539"/>
                  </a:lnTo>
                  <a:close/>
                  <a:moveTo>
                    <a:pt x="18178" y="26691"/>
                  </a:moveTo>
                  <a:lnTo>
                    <a:pt x="18269" y="27026"/>
                  </a:lnTo>
                  <a:lnTo>
                    <a:pt x="18086" y="27117"/>
                  </a:lnTo>
                  <a:lnTo>
                    <a:pt x="18026" y="26995"/>
                  </a:lnTo>
                  <a:lnTo>
                    <a:pt x="18147" y="26965"/>
                  </a:lnTo>
                  <a:lnTo>
                    <a:pt x="18178" y="26691"/>
                  </a:lnTo>
                  <a:close/>
                  <a:moveTo>
                    <a:pt x="6749" y="27086"/>
                  </a:moveTo>
                  <a:lnTo>
                    <a:pt x="6749" y="27360"/>
                  </a:lnTo>
                  <a:lnTo>
                    <a:pt x="6658" y="27360"/>
                  </a:lnTo>
                  <a:cubicBezTo>
                    <a:pt x="6597" y="27269"/>
                    <a:pt x="6627" y="27117"/>
                    <a:pt x="6749" y="27086"/>
                  </a:cubicBezTo>
                  <a:close/>
                  <a:moveTo>
                    <a:pt x="17661" y="27542"/>
                  </a:moveTo>
                  <a:cubicBezTo>
                    <a:pt x="17752" y="27664"/>
                    <a:pt x="17874" y="27725"/>
                    <a:pt x="17782" y="27907"/>
                  </a:cubicBezTo>
                  <a:cubicBezTo>
                    <a:pt x="17758" y="27957"/>
                    <a:pt x="17713" y="28006"/>
                    <a:pt x="17647" y="28006"/>
                  </a:cubicBezTo>
                  <a:cubicBezTo>
                    <a:pt x="17633" y="28006"/>
                    <a:pt x="17617" y="28004"/>
                    <a:pt x="17600" y="27998"/>
                  </a:cubicBezTo>
                  <a:cubicBezTo>
                    <a:pt x="17448" y="27937"/>
                    <a:pt x="17479" y="27785"/>
                    <a:pt x="17479" y="27664"/>
                  </a:cubicBezTo>
                  <a:lnTo>
                    <a:pt x="17661" y="27542"/>
                  </a:lnTo>
                  <a:close/>
                  <a:moveTo>
                    <a:pt x="8086" y="27816"/>
                  </a:moveTo>
                  <a:lnTo>
                    <a:pt x="8238" y="27968"/>
                  </a:lnTo>
                  <a:lnTo>
                    <a:pt x="8056" y="28120"/>
                  </a:lnTo>
                  <a:lnTo>
                    <a:pt x="8025" y="27846"/>
                  </a:lnTo>
                  <a:lnTo>
                    <a:pt x="8086" y="27816"/>
                  </a:lnTo>
                  <a:close/>
                  <a:moveTo>
                    <a:pt x="14013" y="28606"/>
                  </a:moveTo>
                  <a:lnTo>
                    <a:pt x="14044" y="28880"/>
                  </a:lnTo>
                  <a:lnTo>
                    <a:pt x="13983" y="28910"/>
                  </a:lnTo>
                  <a:lnTo>
                    <a:pt x="13831" y="28758"/>
                  </a:lnTo>
                  <a:lnTo>
                    <a:pt x="14013" y="28606"/>
                  </a:lnTo>
                  <a:close/>
                  <a:moveTo>
                    <a:pt x="6729" y="28765"/>
                  </a:moveTo>
                  <a:cubicBezTo>
                    <a:pt x="6813" y="28765"/>
                    <a:pt x="6864" y="28828"/>
                    <a:pt x="6931" y="28941"/>
                  </a:cubicBezTo>
                  <a:lnTo>
                    <a:pt x="6779" y="29092"/>
                  </a:lnTo>
                  <a:lnTo>
                    <a:pt x="6627" y="28789"/>
                  </a:lnTo>
                  <a:cubicBezTo>
                    <a:pt x="6667" y="28773"/>
                    <a:pt x="6700" y="28765"/>
                    <a:pt x="6729" y="28765"/>
                  </a:cubicBezTo>
                  <a:close/>
                  <a:moveTo>
                    <a:pt x="5016" y="29305"/>
                  </a:moveTo>
                  <a:lnTo>
                    <a:pt x="5016" y="29548"/>
                  </a:lnTo>
                  <a:cubicBezTo>
                    <a:pt x="4895" y="29548"/>
                    <a:pt x="4834" y="29488"/>
                    <a:pt x="4834" y="29336"/>
                  </a:cubicBezTo>
                  <a:lnTo>
                    <a:pt x="5016" y="29305"/>
                  </a:lnTo>
                  <a:close/>
                  <a:moveTo>
                    <a:pt x="14773" y="29457"/>
                  </a:moveTo>
                  <a:lnTo>
                    <a:pt x="14986" y="29609"/>
                  </a:lnTo>
                  <a:lnTo>
                    <a:pt x="14773" y="29792"/>
                  </a:lnTo>
                  <a:lnTo>
                    <a:pt x="14773" y="29457"/>
                  </a:lnTo>
                  <a:close/>
                  <a:moveTo>
                    <a:pt x="12828" y="29244"/>
                  </a:moveTo>
                  <a:cubicBezTo>
                    <a:pt x="12950" y="29366"/>
                    <a:pt x="12980" y="29548"/>
                    <a:pt x="12919" y="29700"/>
                  </a:cubicBezTo>
                  <a:cubicBezTo>
                    <a:pt x="12879" y="29781"/>
                    <a:pt x="12811" y="29795"/>
                    <a:pt x="12744" y="29795"/>
                  </a:cubicBezTo>
                  <a:cubicBezTo>
                    <a:pt x="12710" y="29795"/>
                    <a:pt x="12676" y="29792"/>
                    <a:pt x="12646" y="29792"/>
                  </a:cubicBezTo>
                  <a:lnTo>
                    <a:pt x="12433" y="29579"/>
                  </a:lnTo>
                  <a:lnTo>
                    <a:pt x="12554" y="29244"/>
                  </a:lnTo>
                  <a:close/>
                  <a:moveTo>
                    <a:pt x="7022" y="29700"/>
                  </a:moveTo>
                  <a:lnTo>
                    <a:pt x="7174" y="29944"/>
                  </a:lnTo>
                  <a:lnTo>
                    <a:pt x="6931" y="29944"/>
                  </a:lnTo>
                  <a:lnTo>
                    <a:pt x="7022" y="29700"/>
                  </a:lnTo>
                  <a:close/>
                  <a:moveTo>
                    <a:pt x="4002" y="30028"/>
                  </a:moveTo>
                  <a:cubicBezTo>
                    <a:pt x="4033" y="30028"/>
                    <a:pt x="4067" y="30030"/>
                    <a:pt x="4104" y="30035"/>
                  </a:cubicBezTo>
                  <a:lnTo>
                    <a:pt x="4074" y="30035"/>
                  </a:lnTo>
                  <a:cubicBezTo>
                    <a:pt x="4135" y="30217"/>
                    <a:pt x="3892" y="30156"/>
                    <a:pt x="3952" y="30308"/>
                  </a:cubicBezTo>
                  <a:cubicBezTo>
                    <a:pt x="3930" y="30270"/>
                    <a:pt x="3909" y="30257"/>
                    <a:pt x="3889" y="30257"/>
                  </a:cubicBezTo>
                  <a:cubicBezTo>
                    <a:pt x="3842" y="30257"/>
                    <a:pt x="3801" y="30329"/>
                    <a:pt x="3753" y="30329"/>
                  </a:cubicBezTo>
                  <a:cubicBezTo>
                    <a:pt x="3739" y="30329"/>
                    <a:pt x="3724" y="30324"/>
                    <a:pt x="3709" y="30308"/>
                  </a:cubicBezTo>
                  <a:cubicBezTo>
                    <a:pt x="3761" y="30103"/>
                    <a:pt x="3834" y="30028"/>
                    <a:pt x="4002" y="30028"/>
                  </a:cubicBezTo>
                  <a:close/>
                  <a:moveTo>
                    <a:pt x="2402" y="30096"/>
                  </a:moveTo>
                  <a:lnTo>
                    <a:pt x="2615" y="30248"/>
                  </a:lnTo>
                  <a:lnTo>
                    <a:pt x="2402" y="30400"/>
                  </a:lnTo>
                  <a:lnTo>
                    <a:pt x="2402" y="30096"/>
                  </a:lnTo>
                  <a:close/>
                  <a:moveTo>
                    <a:pt x="3588" y="30400"/>
                  </a:moveTo>
                  <a:lnTo>
                    <a:pt x="3588" y="30400"/>
                  </a:lnTo>
                  <a:cubicBezTo>
                    <a:pt x="3740" y="30643"/>
                    <a:pt x="3740" y="30703"/>
                    <a:pt x="3527" y="30886"/>
                  </a:cubicBezTo>
                  <a:cubicBezTo>
                    <a:pt x="3497" y="30703"/>
                    <a:pt x="3436" y="30551"/>
                    <a:pt x="3588" y="30400"/>
                  </a:cubicBezTo>
                  <a:close/>
                  <a:moveTo>
                    <a:pt x="18634" y="31068"/>
                  </a:moveTo>
                  <a:lnTo>
                    <a:pt x="18634" y="31311"/>
                  </a:lnTo>
                  <a:lnTo>
                    <a:pt x="18451" y="31311"/>
                  </a:lnTo>
                  <a:cubicBezTo>
                    <a:pt x="18421" y="31159"/>
                    <a:pt x="18512" y="31099"/>
                    <a:pt x="18634" y="31068"/>
                  </a:cubicBezTo>
                  <a:close/>
                  <a:moveTo>
                    <a:pt x="4135" y="31038"/>
                  </a:moveTo>
                  <a:lnTo>
                    <a:pt x="4074" y="31403"/>
                  </a:lnTo>
                  <a:cubicBezTo>
                    <a:pt x="4057" y="31407"/>
                    <a:pt x="4043" y="31409"/>
                    <a:pt x="4031" y="31409"/>
                  </a:cubicBezTo>
                  <a:cubicBezTo>
                    <a:pt x="3952" y="31409"/>
                    <a:pt x="3952" y="31333"/>
                    <a:pt x="3952" y="31281"/>
                  </a:cubicBezTo>
                  <a:cubicBezTo>
                    <a:pt x="3952" y="31190"/>
                    <a:pt x="3983" y="31129"/>
                    <a:pt x="3983" y="31038"/>
                  </a:cubicBezTo>
                  <a:close/>
                  <a:moveTo>
                    <a:pt x="5662" y="31345"/>
                  </a:moveTo>
                  <a:cubicBezTo>
                    <a:pt x="5705" y="31345"/>
                    <a:pt x="5751" y="31376"/>
                    <a:pt x="5837" y="31433"/>
                  </a:cubicBezTo>
                  <a:lnTo>
                    <a:pt x="5746" y="31646"/>
                  </a:lnTo>
                  <a:cubicBezTo>
                    <a:pt x="5624" y="31646"/>
                    <a:pt x="5563" y="31615"/>
                    <a:pt x="5503" y="31463"/>
                  </a:cubicBezTo>
                  <a:lnTo>
                    <a:pt x="5472" y="31463"/>
                  </a:lnTo>
                  <a:cubicBezTo>
                    <a:pt x="5568" y="31383"/>
                    <a:pt x="5614" y="31345"/>
                    <a:pt x="5662" y="31345"/>
                  </a:cubicBezTo>
                  <a:close/>
                  <a:moveTo>
                    <a:pt x="9819" y="31585"/>
                  </a:moveTo>
                  <a:lnTo>
                    <a:pt x="9940" y="31767"/>
                  </a:lnTo>
                  <a:lnTo>
                    <a:pt x="9667" y="31889"/>
                  </a:lnTo>
                  <a:lnTo>
                    <a:pt x="9606" y="31798"/>
                  </a:lnTo>
                  <a:lnTo>
                    <a:pt x="9667" y="31585"/>
                  </a:lnTo>
                  <a:lnTo>
                    <a:pt x="9758" y="31737"/>
                  </a:lnTo>
                  <a:lnTo>
                    <a:pt x="9819" y="31585"/>
                  </a:lnTo>
                  <a:close/>
                  <a:moveTo>
                    <a:pt x="13436" y="30947"/>
                  </a:moveTo>
                  <a:cubicBezTo>
                    <a:pt x="13557" y="30947"/>
                    <a:pt x="13649" y="30977"/>
                    <a:pt x="13740" y="31038"/>
                  </a:cubicBezTo>
                  <a:cubicBezTo>
                    <a:pt x="13831" y="31099"/>
                    <a:pt x="13892" y="31190"/>
                    <a:pt x="13922" y="31281"/>
                  </a:cubicBezTo>
                  <a:cubicBezTo>
                    <a:pt x="13922" y="31372"/>
                    <a:pt x="13922" y="31463"/>
                    <a:pt x="13922" y="31555"/>
                  </a:cubicBezTo>
                  <a:cubicBezTo>
                    <a:pt x="13861" y="31676"/>
                    <a:pt x="13861" y="31798"/>
                    <a:pt x="13953" y="31919"/>
                  </a:cubicBezTo>
                  <a:cubicBezTo>
                    <a:pt x="13850" y="31996"/>
                    <a:pt x="13813" y="32116"/>
                    <a:pt x="13713" y="32116"/>
                  </a:cubicBezTo>
                  <a:cubicBezTo>
                    <a:pt x="13694" y="32116"/>
                    <a:pt x="13673" y="32111"/>
                    <a:pt x="13649" y="32102"/>
                  </a:cubicBezTo>
                  <a:cubicBezTo>
                    <a:pt x="13497" y="32041"/>
                    <a:pt x="13527" y="31889"/>
                    <a:pt x="13527" y="31707"/>
                  </a:cubicBezTo>
                  <a:lnTo>
                    <a:pt x="13527" y="31707"/>
                  </a:lnTo>
                  <a:cubicBezTo>
                    <a:pt x="13497" y="31722"/>
                    <a:pt x="13466" y="31729"/>
                    <a:pt x="13440" y="31729"/>
                  </a:cubicBezTo>
                  <a:cubicBezTo>
                    <a:pt x="13413" y="31729"/>
                    <a:pt x="13390" y="31722"/>
                    <a:pt x="13375" y="31707"/>
                  </a:cubicBezTo>
                  <a:cubicBezTo>
                    <a:pt x="13193" y="31707"/>
                    <a:pt x="13162" y="31585"/>
                    <a:pt x="13193" y="31433"/>
                  </a:cubicBezTo>
                  <a:cubicBezTo>
                    <a:pt x="13223" y="31372"/>
                    <a:pt x="13223" y="31311"/>
                    <a:pt x="13254" y="31281"/>
                  </a:cubicBezTo>
                  <a:cubicBezTo>
                    <a:pt x="13314" y="31159"/>
                    <a:pt x="13314" y="30977"/>
                    <a:pt x="13436" y="30947"/>
                  </a:cubicBezTo>
                  <a:close/>
                  <a:moveTo>
                    <a:pt x="6080" y="32527"/>
                  </a:moveTo>
                  <a:lnTo>
                    <a:pt x="6080" y="32740"/>
                  </a:lnTo>
                  <a:lnTo>
                    <a:pt x="5959" y="32740"/>
                  </a:lnTo>
                  <a:lnTo>
                    <a:pt x="5959" y="32527"/>
                  </a:lnTo>
                  <a:close/>
                  <a:moveTo>
                    <a:pt x="3878" y="32580"/>
                  </a:moveTo>
                  <a:cubicBezTo>
                    <a:pt x="3943" y="32580"/>
                    <a:pt x="3988" y="32630"/>
                    <a:pt x="4013" y="32679"/>
                  </a:cubicBezTo>
                  <a:cubicBezTo>
                    <a:pt x="4044" y="32740"/>
                    <a:pt x="4044" y="32801"/>
                    <a:pt x="4013" y="32862"/>
                  </a:cubicBezTo>
                  <a:cubicBezTo>
                    <a:pt x="3949" y="32947"/>
                    <a:pt x="3885" y="33047"/>
                    <a:pt x="3790" y="33047"/>
                  </a:cubicBezTo>
                  <a:cubicBezTo>
                    <a:pt x="3749" y="33047"/>
                    <a:pt x="3703" y="33029"/>
                    <a:pt x="3648" y="32983"/>
                  </a:cubicBezTo>
                  <a:lnTo>
                    <a:pt x="3557" y="32710"/>
                  </a:lnTo>
                  <a:cubicBezTo>
                    <a:pt x="3648" y="32618"/>
                    <a:pt x="3740" y="32649"/>
                    <a:pt x="3831" y="32588"/>
                  </a:cubicBezTo>
                  <a:cubicBezTo>
                    <a:pt x="3848" y="32582"/>
                    <a:pt x="3863" y="32580"/>
                    <a:pt x="3878" y="32580"/>
                  </a:cubicBezTo>
                  <a:close/>
                  <a:moveTo>
                    <a:pt x="2189" y="32983"/>
                  </a:moveTo>
                  <a:cubicBezTo>
                    <a:pt x="2098" y="33135"/>
                    <a:pt x="2038" y="33257"/>
                    <a:pt x="1886" y="33287"/>
                  </a:cubicBezTo>
                  <a:lnTo>
                    <a:pt x="1886" y="32983"/>
                  </a:lnTo>
                  <a:close/>
                  <a:moveTo>
                    <a:pt x="4360" y="33030"/>
                  </a:moveTo>
                  <a:cubicBezTo>
                    <a:pt x="4419" y="33030"/>
                    <a:pt x="4459" y="33084"/>
                    <a:pt x="4500" y="33166"/>
                  </a:cubicBezTo>
                  <a:cubicBezTo>
                    <a:pt x="4474" y="33292"/>
                    <a:pt x="4428" y="33355"/>
                    <a:pt x="4325" y="33355"/>
                  </a:cubicBezTo>
                  <a:cubicBezTo>
                    <a:pt x="4305" y="33355"/>
                    <a:pt x="4282" y="33353"/>
                    <a:pt x="4256" y="33348"/>
                  </a:cubicBezTo>
                  <a:lnTo>
                    <a:pt x="4256" y="33074"/>
                  </a:lnTo>
                  <a:cubicBezTo>
                    <a:pt x="4297" y="33044"/>
                    <a:pt x="4331" y="33030"/>
                    <a:pt x="4360" y="33030"/>
                  </a:cubicBezTo>
                  <a:close/>
                  <a:moveTo>
                    <a:pt x="16849" y="33186"/>
                  </a:moveTo>
                  <a:cubicBezTo>
                    <a:pt x="17018" y="33186"/>
                    <a:pt x="17005" y="33395"/>
                    <a:pt x="17114" y="33530"/>
                  </a:cubicBezTo>
                  <a:lnTo>
                    <a:pt x="16810" y="33652"/>
                  </a:lnTo>
                  <a:lnTo>
                    <a:pt x="16658" y="33439"/>
                  </a:lnTo>
                  <a:lnTo>
                    <a:pt x="16779" y="33196"/>
                  </a:lnTo>
                  <a:cubicBezTo>
                    <a:pt x="16806" y="33189"/>
                    <a:pt x="16829" y="33186"/>
                    <a:pt x="16849" y="33186"/>
                  </a:cubicBezTo>
                  <a:close/>
                  <a:moveTo>
                    <a:pt x="5186" y="33195"/>
                  </a:moveTo>
                  <a:cubicBezTo>
                    <a:pt x="5244" y="33195"/>
                    <a:pt x="5299" y="33225"/>
                    <a:pt x="5351" y="33317"/>
                  </a:cubicBezTo>
                  <a:cubicBezTo>
                    <a:pt x="5290" y="33348"/>
                    <a:pt x="5229" y="33409"/>
                    <a:pt x="5168" y="33469"/>
                  </a:cubicBezTo>
                  <a:cubicBezTo>
                    <a:pt x="5290" y="33561"/>
                    <a:pt x="5229" y="33682"/>
                    <a:pt x="5199" y="33834"/>
                  </a:cubicBezTo>
                  <a:lnTo>
                    <a:pt x="5016" y="33348"/>
                  </a:lnTo>
                  <a:lnTo>
                    <a:pt x="4864" y="33591"/>
                  </a:lnTo>
                  <a:lnTo>
                    <a:pt x="4834" y="33287"/>
                  </a:lnTo>
                  <a:lnTo>
                    <a:pt x="4834" y="33287"/>
                  </a:lnTo>
                  <a:cubicBezTo>
                    <a:pt x="4844" y="33289"/>
                    <a:pt x="4854" y="33289"/>
                    <a:pt x="4864" y="33289"/>
                  </a:cubicBezTo>
                  <a:cubicBezTo>
                    <a:pt x="4974" y="33289"/>
                    <a:pt x="5084" y="33195"/>
                    <a:pt x="5186" y="33195"/>
                  </a:cubicBezTo>
                  <a:close/>
                  <a:moveTo>
                    <a:pt x="4793" y="33602"/>
                  </a:moveTo>
                  <a:cubicBezTo>
                    <a:pt x="4898" y="33665"/>
                    <a:pt x="4923" y="33780"/>
                    <a:pt x="4895" y="33895"/>
                  </a:cubicBezTo>
                  <a:cubicBezTo>
                    <a:pt x="4895" y="33956"/>
                    <a:pt x="4804" y="34017"/>
                    <a:pt x="4712" y="34108"/>
                  </a:cubicBezTo>
                  <a:lnTo>
                    <a:pt x="4712" y="33682"/>
                  </a:lnTo>
                  <a:lnTo>
                    <a:pt x="4793" y="33602"/>
                  </a:lnTo>
                  <a:close/>
                  <a:moveTo>
                    <a:pt x="9576" y="33865"/>
                  </a:moveTo>
                  <a:lnTo>
                    <a:pt x="9728" y="34077"/>
                  </a:lnTo>
                  <a:lnTo>
                    <a:pt x="9515" y="34108"/>
                  </a:lnTo>
                  <a:lnTo>
                    <a:pt x="9484" y="34047"/>
                  </a:lnTo>
                  <a:lnTo>
                    <a:pt x="9576" y="33865"/>
                  </a:lnTo>
                  <a:close/>
                  <a:moveTo>
                    <a:pt x="11036" y="33581"/>
                  </a:moveTo>
                  <a:cubicBezTo>
                    <a:pt x="11188" y="33581"/>
                    <a:pt x="11196" y="33787"/>
                    <a:pt x="11278" y="33895"/>
                  </a:cubicBezTo>
                  <a:lnTo>
                    <a:pt x="11065" y="34138"/>
                  </a:lnTo>
                  <a:lnTo>
                    <a:pt x="10822" y="34017"/>
                  </a:lnTo>
                  <a:cubicBezTo>
                    <a:pt x="10761" y="33865"/>
                    <a:pt x="10822" y="33682"/>
                    <a:pt x="10974" y="33591"/>
                  </a:cubicBezTo>
                  <a:cubicBezTo>
                    <a:pt x="10997" y="33584"/>
                    <a:pt x="11017" y="33581"/>
                    <a:pt x="11036" y="33581"/>
                  </a:cubicBezTo>
                  <a:close/>
                  <a:moveTo>
                    <a:pt x="2767" y="33682"/>
                  </a:moveTo>
                  <a:lnTo>
                    <a:pt x="2767" y="33682"/>
                  </a:lnTo>
                  <a:cubicBezTo>
                    <a:pt x="2797" y="33895"/>
                    <a:pt x="2797" y="33895"/>
                    <a:pt x="2615" y="34229"/>
                  </a:cubicBezTo>
                  <a:lnTo>
                    <a:pt x="2372" y="34017"/>
                  </a:lnTo>
                  <a:lnTo>
                    <a:pt x="2402" y="34017"/>
                  </a:lnTo>
                  <a:cubicBezTo>
                    <a:pt x="2463" y="33743"/>
                    <a:pt x="2676" y="33865"/>
                    <a:pt x="2767" y="33682"/>
                  </a:cubicBezTo>
                  <a:close/>
                  <a:moveTo>
                    <a:pt x="4196" y="33925"/>
                  </a:moveTo>
                  <a:lnTo>
                    <a:pt x="4317" y="34108"/>
                  </a:lnTo>
                  <a:lnTo>
                    <a:pt x="4287" y="34260"/>
                  </a:lnTo>
                  <a:cubicBezTo>
                    <a:pt x="4044" y="34260"/>
                    <a:pt x="4044" y="34260"/>
                    <a:pt x="4013" y="33986"/>
                  </a:cubicBezTo>
                  <a:lnTo>
                    <a:pt x="4196" y="33925"/>
                  </a:lnTo>
                  <a:close/>
                  <a:moveTo>
                    <a:pt x="12129" y="34169"/>
                  </a:moveTo>
                  <a:lnTo>
                    <a:pt x="12129" y="34412"/>
                  </a:lnTo>
                  <a:cubicBezTo>
                    <a:pt x="12090" y="34431"/>
                    <a:pt x="12058" y="34441"/>
                    <a:pt x="12029" y="34441"/>
                  </a:cubicBezTo>
                  <a:cubicBezTo>
                    <a:pt x="11966" y="34441"/>
                    <a:pt x="11918" y="34394"/>
                    <a:pt x="11855" y="34290"/>
                  </a:cubicBezTo>
                  <a:lnTo>
                    <a:pt x="12129" y="34169"/>
                  </a:lnTo>
                  <a:close/>
                  <a:moveTo>
                    <a:pt x="3193" y="34108"/>
                  </a:moveTo>
                  <a:cubicBezTo>
                    <a:pt x="3314" y="34199"/>
                    <a:pt x="3314" y="34351"/>
                    <a:pt x="3405" y="34473"/>
                  </a:cubicBezTo>
                  <a:lnTo>
                    <a:pt x="3375" y="34503"/>
                  </a:lnTo>
                  <a:cubicBezTo>
                    <a:pt x="3319" y="34512"/>
                    <a:pt x="3268" y="34519"/>
                    <a:pt x="3224" y="34519"/>
                  </a:cubicBezTo>
                  <a:cubicBezTo>
                    <a:pt x="3126" y="34519"/>
                    <a:pt x="3062" y="34486"/>
                    <a:pt x="3041" y="34381"/>
                  </a:cubicBezTo>
                  <a:cubicBezTo>
                    <a:pt x="3010" y="34321"/>
                    <a:pt x="3071" y="34229"/>
                    <a:pt x="3193" y="34108"/>
                  </a:cubicBezTo>
                  <a:close/>
                  <a:moveTo>
                    <a:pt x="2463" y="34533"/>
                  </a:moveTo>
                  <a:cubicBezTo>
                    <a:pt x="2554" y="34624"/>
                    <a:pt x="2341" y="34716"/>
                    <a:pt x="2524" y="34807"/>
                  </a:cubicBezTo>
                  <a:lnTo>
                    <a:pt x="2250" y="34837"/>
                  </a:lnTo>
                  <a:lnTo>
                    <a:pt x="2341" y="34716"/>
                  </a:lnTo>
                  <a:lnTo>
                    <a:pt x="2189" y="34533"/>
                  </a:lnTo>
                  <a:close/>
                  <a:moveTo>
                    <a:pt x="6658" y="34503"/>
                  </a:moveTo>
                  <a:lnTo>
                    <a:pt x="6840" y="34716"/>
                  </a:lnTo>
                  <a:lnTo>
                    <a:pt x="6658" y="34868"/>
                  </a:lnTo>
                  <a:cubicBezTo>
                    <a:pt x="6536" y="34716"/>
                    <a:pt x="6536" y="34716"/>
                    <a:pt x="6658" y="34503"/>
                  </a:cubicBezTo>
                  <a:close/>
                  <a:moveTo>
                    <a:pt x="14317" y="34290"/>
                  </a:moveTo>
                  <a:cubicBezTo>
                    <a:pt x="14439" y="34473"/>
                    <a:pt x="14469" y="34746"/>
                    <a:pt x="14348" y="34959"/>
                  </a:cubicBezTo>
                  <a:lnTo>
                    <a:pt x="14135" y="34685"/>
                  </a:lnTo>
                  <a:cubicBezTo>
                    <a:pt x="14226" y="34624"/>
                    <a:pt x="14044" y="34321"/>
                    <a:pt x="14317" y="34290"/>
                  </a:cubicBezTo>
                  <a:close/>
                  <a:moveTo>
                    <a:pt x="1977" y="34746"/>
                  </a:moveTo>
                  <a:lnTo>
                    <a:pt x="2098" y="34989"/>
                  </a:lnTo>
                  <a:lnTo>
                    <a:pt x="1855" y="34959"/>
                  </a:lnTo>
                  <a:lnTo>
                    <a:pt x="1977" y="34746"/>
                  </a:lnTo>
                  <a:close/>
                  <a:moveTo>
                    <a:pt x="8390" y="34685"/>
                  </a:moveTo>
                  <a:lnTo>
                    <a:pt x="8451" y="34989"/>
                  </a:lnTo>
                  <a:lnTo>
                    <a:pt x="8208" y="34837"/>
                  </a:lnTo>
                  <a:lnTo>
                    <a:pt x="8390" y="34685"/>
                  </a:lnTo>
                  <a:close/>
                  <a:moveTo>
                    <a:pt x="10427" y="34503"/>
                  </a:moveTo>
                  <a:cubicBezTo>
                    <a:pt x="10488" y="34503"/>
                    <a:pt x="10548" y="34564"/>
                    <a:pt x="10609" y="34564"/>
                  </a:cubicBezTo>
                  <a:cubicBezTo>
                    <a:pt x="10791" y="34655"/>
                    <a:pt x="10791" y="34655"/>
                    <a:pt x="10791" y="34837"/>
                  </a:cubicBezTo>
                  <a:cubicBezTo>
                    <a:pt x="10791" y="35050"/>
                    <a:pt x="10791" y="35050"/>
                    <a:pt x="10609" y="35111"/>
                  </a:cubicBezTo>
                  <a:cubicBezTo>
                    <a:pt x="10548" y="35141"/>
                    <a:pt x="10488" y="35172"/>
                    <a:pt x="10427" y="35202"/>
                  </a:cubicBezTo>
                  <a:lnTo>
                    <a:pt x="10427" y="35232"/>
                  </a:lnTo>
                  <a:cubicBezTo>
                    <a:pt x="10396" y="35172"/>
                    <a:pt x="10396" y="35172"/>
                    <a:pt x="10396" y="35111"/>
                  </a:cubicBezTo>
                  <a:cubicBezTo>
                    <a:pt x="10214" y="34807"/>
                    <a:pt x="10214" y="34807"/>
                    <a:pt x="10427" y="34503"/>
                  </a:cubicBezTo>
                  <a:close/>
                  <a:moveTo>
                    <a:pt x="4044" y="35050"/>
                  </a:moveTo>
                  <a:lnTo>
                    <a:pt x="4044" y="35263"/>
                  </a:lnTo>
                  <a:lnTo>
                    <a:pt x="3861" y="35263"/>
                  </a:lnTo>
                  <a:lnTo>
                    <a:pt x="3861" y="35080"/>
                  </a:lnTo>
                  <a:lnTo>
                    <a:pt x="4044" y="35050"/>
                  </a:lnTo>
                  <a:close/>
                  <a:moveTo>
                    <a:pt x="5503" y="34807"/>
                  </a:moveTo>
                  <a:lnTo>
                    <a:pt x="5715" y="35080"/>
                  </a:lnTo>
                  <a:lnTo>
                    <a:pt x="5685" y="35141"/>
                  </a:lnTo>
                  <a:lnTo>
                    <a:pt x="5594" y="35080"/>
                  </a:lnTo>
                  <a:lnTo>
                    <a:pt x="5472" y="35263"/>
                  </a:lnTo>
                  <a:cubicBezTo>
                    <a:pt x="5442" y="35111"/>
                    <a:pt x="5411" y="34989"/>
                    <a:pt x="5411" y="34837"/>
                  </a:cubicBezTo>
                  <a:lnTo>
                    <a:pt x="5503" y="34807"/>
                  </a:lnTo>
                  <a:close/>
                  <a:moveTo>
                    <a:pt x="2814" y="34979"/>
                  </a:moveTo>
                  <a:cubicBezTo>
                    <a:pt x="2845" y="34979"/>
                    <a:pt x="2880" y="34983"/>
                    <a:pt x="2919" y="34989"/>
                  </a:cubicBezTo>
                  <a:lnTo>
                    <a:pt x="2828" y="35293"/>
                  </a:lnTo>
                  <a:lnTo>
                    <a:pt x="2615" y="35172"/>
                  </a:lnTo>
                  <a:cubicBezTo>
                    <a:pt x="2639" y="35028"/>
                    <a:pt x="2700" y="34979"/>
                    <a:pt x="2814" y="34979"/>
                  </a:cubicBezTo>
                  <a:close/>
                  <a:moveTo>
                    <a:pt x="12969" y="35301"/>
                  </a:moveTo>
                  <a:cubicBezTo>
                    <a:pt x="12999" y="35301"/>
                    <a:pt x="13033" y="35308"/>
                    <a:pt x="13071" y="35324"/>
                  </a:cubicBezTo>
                  <a:lnTo>
                    <a:pt x="13071" y="35536"/>
                  </a:lnTo>
                  <a:lnTo>
                    <a:pt x="12798" y="35536"/>
                  </a:lnTo>
                  <a:lnTo>
                    <a:pt x="12798" y="35506"/>
                  </a:lnTo>
                  <a:cubicBezTo>
                    <a:pt x="12820" y="35369"/>
                    <a:pt x="12877" y="35301"/>
                    <a:pt x="12969" y="35301"/>
                  </a:cubicBezTo>
                  <a:close/>
                  <a:moveTo>
                    <a:pt x="13770" y="35445"/>
                  </a:moveTo>
                  <a:lnTo>
                    <a:pt x="13861" y="35658"/>
                  </a:lnTo>
                  <a:lnTo>
                    <a:pt x="13527" y="35658"/>
                  </a:lnTo>
                  <a:lnTo>
                    <a:pt x="13770" y="35445"/>
                  </a:lnTo>
                  <a:close/>
                  <a:moveTo>
                    <a:pt x="2311" y="35688"/>
                  </a:moveTo>
                  <a:lnTo>
                    <a:pt x="2341" y="35901"/>
                  </a:lnTo>
                  <a:lnTo>
                    <a:pt x="2098" y="36023"/>
                  </a:lnTo>
                  <a:lnTo>
                    <a:pt x="2220" y="35749"/>
                  </a:lnTo>
                  <a:lnTo>
                    <a:pt x="2311" y="35688"/>
                  </a:lnTo>
                  <a:close/>
                  <a:moveTo>
                    <a:pt x="7205" y="35901"/>
                  </a:moveTo>
                  <a:lnTo>
                    <a:pt x="7205" y="36114"/>
                  </a:lnTo>
                  <a:lnTo>
                    <a:pt x="7235" y="36114"/>
                  </a:lnTo>
                  <a:cubicBezTo>
                    <a:pt x="7357" y="36144"/>
                    <a:pt x="7418" y="36175"/>
                    <a:pt x="7326" y="36266"/>
                  </a:cubicBezTo>
                  <a:lnTo>
                    <a:pt x="7266" y="36266"/>
                  </a:lnTo>
                  <a:cubicBezTo>
                    <a:pt x="7174" y="36205"/>
                    <a:pt x="7114" y="36144"/>
                    <a:pt x="7022" y="36083"/>
                  </a:cubicBezTo>
                  <a:lnTo>
                    <a:pt x="7022" y="35901"/>
                  </a:lnTo>
                  <a:close/>
                  <a:moveTo>
                    <a:pt x="4925" y="35780"/>
                  </a:moveTo>
                  <a:lnTo>
                    <a:pt x="5229" y="35932"/>
                  </a:lnTo>
                  <a:lnTo>
                    <a:pt x="5016" y="36357"/>
                  </a:lnTo>
                  <a:lnTo>
                    <a:pt x="4712" y="36296"/>
                  </a:lnTo>
                  <a:lnTo>
                    <a:pt x="4621" y="36053"/>
                  </a:lnTo>
                  <a:cubicBezTo>
                    <a:pt x="4682" y="35932"/>
                    <a:pt x="4773" y="35810"/>
                    <a:pt x="4925" y="35780"/>
                  </a:cubicBezTo>
                  <a:close/>
                  <a:moveTo>
                    <a:pt x="3071" y="36296"/>
                  </a:moveTo>
                  <a:cubicBezTo>
                    <a:pt x="3071" y="36382"/>
                    <a:pt x="3071" y="36419"/>
                    <a:pt x="3033" y="36419"/>
                  </a:cubicBezTo>
                  <a:cubicBezTo>
                    <a:pt x="3003" y="36419"/>
                    <a:pt x="2951" y="36397"/>
                    <a:pt x="2858" y="36357"/>
                  </a:cubicBezTo>
                  <a:lnTo>
                    <a:pt x="3071" y="36296"/>
                  </a:lnTo>
                  <a:close/>
                  <a:moveTo>
                    <a:pt x="4378" y="36205"/>
                  </a:moveTo>
                  <a:cubicBezTo>
                    <a:pt x="4439" y="36235"/>
                    <a:pt x="4500" y="36235"/>
                    <a:pt x="4500" y="36266"/>
                  </a:cubicBezTo>
                  <a:cubicBezTo>
                    <a:pt x="4500" y="36357"/>
                    <a:pt x="4500" y="36448"/>
                    <a:pt x="4500" y="36539"/>
                  </a:cubicBezTo>
                  <a:lnTo>
                    <a:pt x="4317" y="36539"/>
                  </a:lnTo>
                  <a:cubicBezTo>
                    <a:pt x="4348" y="36479"/>
                    <a:pt x="4348" y="36418"/>
                    <a:pt x="4378" y="36357"/>
                  </a:cubicBezTo>
                  <a:cubicBezTo>
                    <a:pt x="4378" y="36296"/>
                    <a:pt x="4378" y="36235"/>
                    <a:pt x="4378" y="36205"/>
                  </a:cubicBezTo>
                  <a:close/>
                  <a:moveTo>
                    <a:pt x="7036" y="36511"/>
                  </a:moveTo>
                  <a:cubicBezTo>
                    <a:pt x="7054" y="36511"/>
                    <a:pt x="7079" y="36519"/>
                    <a:pt x="7114" y="36539"/>
                  </a:cubicBezTo>
                  <a:lnTo>
                    <a:pt x="7114" y="36691"/>
                  </a:lnTo>
                  <a:lnTo>
                    <a:pt x="6931" y="36904"/>
                  </a:lnTo>
                  <a:lnTo>
                    <a:pt x="6718" y="36600"/>
                  </a:lnTo>
                  <a:lnTo>
                    <a:pt x="6962" y="36631"/>
                  </a:lnTo>
                  <a:cubicBezTo>
                    <a:pt x="6985" y="36607"/>
                    <a:pt x="6972" y="36511"/>
                    <a:pt x="7036" y="36511"/>
                  </a:cubicBezTo>
                  <a:close/>
                  <a:moveTo>
                    <a:pt x="12471" y="36605"/>
                  </a:moveTo>
                  <a:cubicBezTo>
                    <a:pt x="12703" y="36755"/>
                    <a:pt x="12554" y="36906"/>
                    <a:pt x="12524" y="37056"/>
                  </a:cubicBezTo>
                  <a:lnTo>
                    <a:pt x="12372" y="36965"/>
                  </a:lnTo>
                  <a:cubicBezTo>
                    <a:pt x="12343" y="36820"/>
                    <a:pt x="12314" y="36647"/>
                    <a:pt x="12471" y="36605"/>
                  </a:cubicBezTo>
                  <a:close/>
                  <a:moveTo>
                    <a:pt x="5320" y="36783"/>
                  </a:moveTo>
                  <a:cubicBezTo>
                    <a:pt x="5351" y="36813"/>
                    <a:pt x="5411" y="36813"/>
                    <a:pt x="5472" y="36843"/>
                  </a:cubicBezTo>
                  <a:lnTo>
                    <a:pt x="5624" y="36843"/>
                  </a:lnTo>
                  <a:cubicBezTo>
                    <a:pt x="5685" y="37087"/>
                    <a:pt x="5381" y="37178"/>
                    <a:pt x="5533" y="37451"/>
                  </a:cubicBezTo>
                  <a:lnTo>
                    <a:pt x="5229" y="37451"/>
                  </a:lnTo>
                  <a:lnTo>
                    <a:pt x="5320" y="36783"/>
                  </a:lnTo>
                  <a:close/>
                  <a:moveTo>
                    <a:pt x="11156" y="36509"/>
                  </a:moveTo>
                  <a:lnTo>
                    <a:pt x="11491" y="36691"/>
                  </a:lnTo>
                  <a:lnTo>
                    <a:pt x="11643" y="37087"/>
                  </a:lnTo>
                  <a:cubicBezTo>
                    <a:pt x="11612" y="37269"/>
                    <a:pt x="11460" y="37421"/>
                    <a:pt x="11278" y="37451"/>
                  </a:cubicBezTo>
                  <a:lnTo>
                    <a:pt x="11278" y="36874"/>
                  </a:lnTo>
                  <a:cubicBezTo>
                    <a:pt x="11217" y="36904"/>
                    <a:pt x="11187" y="36935"/>
                    <a:pt x="11126" y="36965"/>
                  </a:cubicBezTo>
                  <a:cubicBezTo>
                    <a:pt x="11126" y="37087"/>
                    <a:pt x="11126" y="37208"/>
                    <a:pt x="11126" y="37360"/>
                  </a:cubicBezTo>
                  <a:cubicBezTo>
                    <a:pt x="11087" y="37386"/>
                    <a:pt x="11054" y="37397"/>
                    <a:pt x="11025" y="37397"/>
                  </a:cubicBezTo>
                  <a:cubicBezTo>
                    <a:pt x="10916" y="37397"/>
                    <a:pt x="10863" y="37250"/>
                    <a:pt x="10791" y="37178"/>
                  </a:cubicBezTo>
                  <a:cubicBezTo>
                    <a:pt x="10852" y="36874"/>
                    <a:pt x="10852" y="36874"/>
                    <a:pt x="11156" y="36509"/>
                  </a:cubicBezTo>
                  <a:close/>
                  <a:moveTo>
                    <a:pt x="5866" y="37330"/>
                  </a:moveTo>
                  <a:cubicBezTo>
                    <a:pt x="5925" y="37330"/>
                    <a:pt x="5979" y="37370"/>
                    <a:pt x="6019" y="37451"/>
                  </a:cubicBezTo>
                  <a:lnTo>
                    <a:pt x="5807" y="37664"/>
                  </a:lnTo>
                  <a:cubicBezTo>
                    <a:pt x="5776" y="37603"/>
                    <a:pt x="5776" y="37634"/>
                    <a:pt x="5776" y="37573"/>
                  </a:cubicBezTo>
                  <a:lnTo>
                    <a:pt x="5776" y="37360"/>
                  </a:lnTo>
                  <a:cubicBezTo>
                    <a:pt x="5807" y="37340"/>
                    <a:pt x="5837" y="37330"/>
                    <a:pt x="5866" y="37330"/>
                  </a:cubicBezTo>
                  <a:close/>
                  <a:moveTo>
                    <a:pt x="15138" y="37451"/>
                  </a:moveTo>
                  <a:lnTo>
                    <a:pt x="15138" y="37482"/>
                  </a:lnTo>
                  <a:cubicBezTo>
                    <a:pt x="15168" y="37634"/>
                    <a:pt x="15077" y="37694"/>
                    <a:pt x="14956" y="37694"/>
                  </a:cubicBezTo>
                  <a:lnTo>
                    <a:pt x="14956" y="37451"/>
                  </a:lnTo>
                  <a:close/>
                  <a:moveTo>
                    <a:pt x="4135" y="37907"/>
                  </a:moveTo>
                  <a:lnTo>
                    <a:pt x="4378" y="38059"/>
                  </a:lnTo>
                  <a:cubicBezTo>
                    <a:pt x="4469" y="38150"/>
                    <a:pt x="4378" y="38150"/>
                    <a:pt x="4378" y="38181"/>
                  </a:cubicBezTo>
                  <a:cubicBezTo>
                    <a:pt x="4378" y="38211"/>
                    <a:pt x="4378" y="38272"/>
                    <a:pt x="4378" y="38302"/>
                  </a:cubicBezTo>
                  <a:lnTo>
                    <a:pt x="4348" y="38302"/>
                  </a:lnTo>
                  <a:cubicBezTo>
                    <a:pt x="4074" y="38272"/>
                    <a:pt x="4074" y="38272"/>
                    <a:pt x="4135" y="37907"/>
                  </a:cubicBezTo>
                  <a:close/>
                  <a:moveTo>
                    <a:pt x="5746" y="37998"/>
                  </a:moveTo>
                  <a:cubicBezTo>
                    <a:pt x="5807" y="38150"/>
                    <a:pt x="5746" y="38242"/>
                    <a:pt x="5624" y="38333"/>
                  </a:cubicBezTo>
                  <a:lnTo>
                    <a:pt x="5533" y="37998"/>
                  </a:lnTo>
                  <a:close/>
                  <a:moveTo>
                    <a:pt x="3740" y="38941"/>
                  </a:moveTo>
                  <a:lnTo>
                    <a:pt x="3740" y="39153"/>
                  </a:lnTo>
                  <a:lnTo>
                    <a:pt x="3618" y="39153"/>
                  </a:lnTo>
                  <a:lnTo>
                    <a:pt x="3618" y="38941"/>
                  </a:lnTo>
                  <a:close/>
                  <a:moveTo>
                    <a:pt x="2767" y="39001"/>
                  </a:moveTo>
                  <a:lnTo>
                    <a:pt x="3010" y="39123"/>
                  </a:lnTo>
                  <a:lnTo>
                    <a:pt x="2919" y="39336"/>
                  </a:lnTo>
                  <a:lnTo>
                    <a:pt x="2767" y="39336"/>
                  </a:lnTo>
                  <a:lnTo>
                    <a:pt x="2767" y="39001"/>
                  </a:lnTo>
                  <a:close/>
                  <a:moveTo>
                    <a:pt x="4226" y="39093"/>
                  </a:moveTo>
                  <a:lnTo>
                    <a:pt x="4408" y="39123"/>
                  </a:lnTo>
                  <a:lnTo>
                    <a:pt x="4408" y="39336"/>
                  </a:lnTo>
                  <a:lnTo>
                    <a:pt x="4226" y="39336"/>
                  </a:lnTo>
                  <a:lnTo>
                    <a:pt x="4226" y="39093"/>
                  </a:lnTo>
                  <a:close/>
                  <a:moveTo>
                    <a:pt x="8208" y="39032"/>
                  </a:moveTo>
                  <a:cubicBezTo>
                    <a:pt x="8329" y="39184"/>
                    <a:pt x="8329" y="39397"/>
                    <a:pt x="8208" y="39549"/>
                  </a:cubicBezTo>
                  <a:lnTo>
                    <a:pt x="7934" y="39549"/>
                  </a:lnTo>
                  <a:lnTo>
                    <a:pt x="7782" y="39336"/>
                  </a:lnTo>
                  <a:lnTo>
                    <a:pt x="7873" y="39032"/>
                  </a:lnTo>
                  <a:close/>
                  <a:moveTo>
                    <a:pt x="4621" y="39336"/>
                  </a:moveTo>
                  <a:cubicBezTo>
                    <a:pt x="4652" y="39366"/>
                    <a:pt x="4682" y="39397"/>
                    <a:pt x="4682" y="39397"/>
                  </a:cubicBezTo>
                  <a:lnTo>
                    <a:pt x="4682" y="39701"/>
                  </a:lnTo>
                  <a:lnTo>
                    <a:pt x="4469" y="39488"/>
                  </a:lnTo>
                  <a:lnTo>
                    <a:pt x="4621" y="39336"/>
                  </a:lnTo>
                  <a:close/>
                  <a:moveTo>
                    <a:pt x="10670" y="39761"/>
                  </a:moveTo>
                  <a:lnTo>
                    <a:pt x="10791" y="39913"/>
                  </a:lnTo>
                  <a:lnTo>
                    <a:pt x="10640" y="40035"/>
                  </a:lnTo>
                  <a:lnTo>
                    <a:pt x="10579" y="39974"/>
                  </a:lnTo>
                  <a:lnTo>
                    <a:pt x="10670" y="39761"/>
                  </a:lnTo>
                  <a:close/>
                  <a:moveTo>
                    <a:pt x="17418" y="39640"/>
                  </a:moveTo>
                  <a:cubicBezTo>
                    <a:pt x="17448" y="39670"/>
                    <a:pt x="17479" y="39670"/>
                    <a:pt x="17479" y="39670"/>
                  </a:cubicBezTo>
                  <a:cubicBezTo>
                    <a:pt x="17570" y="39853"/>
                    <a:pt x="17570" y="39853"/>
                    <a:pt x="17448" y="40035"/>
                  </a:cubicBezTo>
                  <a:lnTo>
                    <a:pt x="17357" y="39731"/>
                  </a:lnTo>
                  <a:lnTo>
                    <a:pt x="17418" y="39640"/>
                  </a:lnTo>
                  <a:close/>
                  <a:moveTo>
                    <a:pt x="5107" y="39761"/>
                  </a:moveTo>
                  <a:lnTo>
                    <a:pt x="5107" y="40005"/>
                  </a:lnTo>
                  <a:cubicBezTo>
                    <a:pt x="5073" y="40030"/>
                    <a:pt x="5043" y="40042"/>
                    <a:pt x="5017" y="40042"/>
                  </a:cubicBezTo>
                  <a:cubicBezTo>
                    <a:pt x="4949" y="40042"/>
                    <a:pt x="4899" y="39970"/>
                    <a:pt x="4834" y="39883"/>
                  </a:cubicBezTo>
                  <a:lnTo>
                    <a:pt x="5107" y="39761"/>
                  </a:lnTo>
                  <a:close/>
                  <a:moveTo>
                    <a:pt x="18208" y="39792"/>
                  </a:moveTo>
                  <a:lnTo>
                    <a:pt x="18360" y="39913"/>
                  </a:lnTo>
                  <a:lnTo>
                    <a:pt x="18360" y="40096"/>
                  </a:lnTo>
                  <a:cubicBezTo>
                    <a:pt x="18238" y="40096"/>
                    <a:pt x="18208" y="40005"/>
                    <a:pt x="18208" y="39792"/>
                  </a:cubicBezTo>
                  <a:close/>
                  <a:moveTo>
                    <a:pt x="14610" y="39630"/>
                  </a:moveTo>
                  <a:cubicBezTo>
                    <a:pt x="14633" y="39630"/>
                    <a:pt x="14657" y="39633"/>
                    <a:pt x="14682" y="39640"/>
                  </a:cubicBezTo>
                  <a:cubicBezTo>
                    <a:pt x="14804" y="39670"/>
                    <a:pt x="14804" y="39731"/>
                    <a:pt x="14804" y="40005"/>
                  </a:cubicBezTo>
                  <a:lnTo>
                    <a:pt x="14591" y="40126"/>
                  </a:lnTo>
                  <a:lnTo>
                    <a:pt x="14409" y="39853"/>
                  </a:lnTo>
                  <a:cubicBezTo>
                    <a:pt x="14457" y="39684"/>
                    <a:pt x="14524" y="39630"/>
                    <a:pt x="14610" y="39630"/>
                  </a:cubicBezTo>
                  <a:close/>
                  <a:moveTo>
                    <a:pt x="11035" y="40278"/>
                  </a:moveTo>
                  <a:lnTo>
                    <a:pt x="11035" y="40491"/>
                  </a:lnTo>
                  <a:cubicBezTo>
                    <a:pt x="10852" y="40491"/>
                    <a:pt x="10913" y="40369"/>
                    <a:pt x="10913" y="40278"/>
                  </a:cubicBezTo>
                  <a:close/>
                  <a:moveTo>
                    <a:pt x="11703" y="40339"/>
                  </a:moveTo>
                  <a:lnTo>
                    <a:pt x="11703" y="40916"/>
                  </a:lnTo>
                  <a:lnTo>
                    <a:pt x="11886" y="41008"/>
                  </a:lnTo>
                  <a:lnTo>
                    <a:pt x="11521" y="41068"/>
                  </a:lnTo>
                  <a:cubicBezTo>
                    <a:pt x="11308" y="40886"/>
                    <a:pt x="11399" y="40612"/>
                    <a:pt x="11491" y="40339"/>
                  </a:cubicBezTo>
                  <a:close/>
                  <a:moveTo>
                    <a:pt x="10883" y="40856"/>
                  </a:moveTo>
                  <a:lnTo>
                    <a:pt x="10974" y="41068"/>
                  </a:lnTo>
                  <a:lnTo>
                    <a:pt x="10935" y="41146"/>
                  </a:lnTo>
                  <a:lnTo>
                    <a:pt x="10935" y="41146"/>
                  </a:lnTo>
                  <a:cubicBezTo>
                    <a:pt x="10855" y="41068"/>
                    <a:pt x="10730" y="40983"/>
                    <a:pt x="10883" y="40856"/>
                  </a:cubicBezTo>
                  <a:close/>
                  <a:moveTo>
                    <a:pt x="18406" y="40961"/>
                  </a:moveTo>
                  <a:cubicBezTo>
                    <a:pt x="18454" y="40961"/>
                    <a:pt x="18460" y="41046"/>
                    <a:pt x="18482" y="41068"/>
                  </a:cubicBezTo>
                  <a:lnTo>
                    <a:pt x="18238" y="41160"/>
                  </a:lnTo>
                  <a:lnTo>
                    <a:pt x="18147" y="41008"/>
                  </a:lnTo>
                  <a:cubicBezTo>
                    <a:pt x="18169" y="40986"/>
                    <a:pt x="18160" y="40965"/>
                    <a:pt x="18174" y="40965"/>
                  </a:cubicBezTo>
                  <a:cubicBezTo>
                    <a:pt x="18180" y="40965"/>
                    <a:pt x="18190" y="40968"/>
                    <a:pt x="18208" y="40977"/>
                  </a:cubicBezTo>
                  <a:cubicBezTo>
                    <a:pt x="18238" y="40977"/>
                    <a:pt x="18330" y="41008"/>
                    <a:pt x="18330" y="41008"/>
                  </a:cubicBezTo>
                  <a:cubicBezTo>
                    <a:pt x="18363" y="40974"/>
                    <a:pt x="18388" y="40961"/>
                    <a:pt x="18406" y="40961"/>
                  </a:cubicBezTo>
                  <a:close/>
                  <a:moveTo>
                    <a:pt x="10943" y="41331"/>
                  </a:moveTo>
                  <a:lnTo>
                    <a:pt x="10943" y="41331"/>
                  </a:lnTo>
                  <a:cubicBezTo>
                    <a:pt x="10988" y="41411"/>
                    <a:pt x="11004" y="41512"/>
                    <a:pt x="11004" y="41646"/>
                  </a:cubicBezTo>
                  <a:lnTo>
                    <a:pt x="11156" y="41707"/>
                  </a:lnTo>
                  <a:cubicBezTo>
                    <a:pt x="10984" y="41728"/>
                    <a:pt x="10828" y="41750"/>
                    <a:pt x="10664" y="41750"/>
                  </a:cubicBezTo>
                  <a:cubicBezTo>
                    <a:pt x="10597" y="41750"/>
                    <a:pt x="10528" y="41746"/>
                    <a:pt x="10457" y="41737"/>
                  </a:cubicBezTo>
                  <a:lnTo>
                    <a:pt x="10943" y="41494"/>
                  </a:lnTo>
                  <a:lnTo>
                    <a:pt x="10943" y="41331"/>
                  </a:lnTo>
                  <a:close/>
                  <a:moveTo>
                    <a:pt x="18724" y="41500"/>
                  </a:moveTo>
                  <a:lnTo>
                    <a:pt x="18664" y="41889"/>
                  </a:lnTo>
                  <a:lnTo>
                    <a:pt x="18512" y="41889"/>
                  </a:lnTo>
                  <a:cubicBezTo>
                    <a:pt x="18570" y="41745"/>
                    <a:pt x="18545" y="41546"/>
                    <a:pt x="18724" y="41500"/>
                  </a:cubicBezTo>
                  <a:close/>
                  <a:moveTo>
                    <a:pt x="3983" y="41889"/>
                  </a:moveTo>
                  <a:lnTo>
                    <a:pt x="3983" y="42102"/>
                  </a:lnTo>
                  <a:lnTo>
                    <a:pt x="3800" y="42102"/>
                  </a:lnTo>
                  <a:lnTo>
                    <a:pt x="3800" y="41889"/>
                  </a:lnTo>
                  <a:close/>
                  <a:moveTo>
                    <a:pt x="9211" y="42497"/>
                  </a:moveTo>
                  <a:cubicBezTo>
                    <a:pt x="9393" y="42497"/>
                    <a:pt x="9332" y="42740"/>
                    <a:pt x="9515" y="42831"/>
                  </a:cubicBezTo>
                  <a:cubicBezTo>
                    <a:pt x="9393" y="42892"/>
                    <a:pt x="9272" y="42922"/>
                    <a:pt x="9150" y="42953"/>
                  </a:cubicBezTo>
                  <a:cubicBezTo>
                    <a:pt x="9120" y="42953"/>
                    <a:pt x="9059" y="42892"/>
                    <a:pt x="9029" y="42831"/>
                  </a:cubicBezTo>
                  <a:lnTo>
                    <a:pt x="9211" y="42497"/>
                  </a:lnTo>
                  <a:close/>
                  <a:moveTo>
                    <a:pt x="18846" y="41312"/>
                  </a:moveTo>
                  <a:cubicBezTo>
                    <a:pt x="18901" y="41421"/>
                    <a:pt x="19006" y="41506"/>
                    <a:pt x="19137" y="41522"/>
                  </a:cubicBezTo>
                  <a:lnTo>
                    <a:pt x="19137" y="41522"/>
                  </a:lnTo>
                  <a:cubicBezTo>
                    <a:pt x="19085" y="41637"/>
                    <a:pt x="19052" y="41767"/>
                    <a:pt x="18968" y="41767"/>
                  </a:cubicBezTo>
                  <a:cubicBezTo>
                    <a:pt x="18998" y="41859"/>
                    <a:pt x="18998" y="41950"/>
                    <a:pt x="19029" y="42041"/>
                  </a:cubicBezTo>
                  <a:cubicBezTo>
                    <a:pt x="18998" y="42193"/>
                    <a:pt x="19090" y="42223"/>
                    <a:pt x="19150" y="42315"/>
                  </a:cubicBezTo>
                  <a:cubicBezTo>
                    <a:pt x="19181" y="42375"/>
                    <a:pt x="19241" y="42467"/>
                    <a:pt x="19302" y="42527"/>
                  </a:cubicBezTo>
                  <a:cubicBezTo>
                    <a:pt x="19120" y="42710"/>
                    <a:pt x="19393" y="42862"/>
                    <a:pt x="19272" y="43014"/>
                  </a:cubicBezTo>
                  <a:cubicBezTo>
                    <a:pt x="19211" y="43014"/>
                    <a:pt x="19150" y="42983"/>
                    <a:pt x="19090" y="42983"/>
                  </a:cubicBezTo>
                  <a:cubicBezTo>
                    <a:pt x="19039" y="42990"/>
                    <a:pt x="18997" y="42993"/>
                    <a:pt x="18960" y="42993"/>
                  </a:cubicBezTo>
                  <a:cubicBezTo>
                    <a:pt x="18820" y="42993"/>
                    <a:pt x="18767" y="42939"/>
                    <a:pt x="18694" y="42771"/>
                  </a:cubicBezTo>
                  <a:cubicBezTo>
                    <a:pt x="18664" y="42710"/>
                    <a:pt x="18664" y="42649"/>
                    <a:pt x="18664" y="42619"/>
                  </a:cubicBezTo>
                  <a:lnTo>
                    <a:pt x="18482" y="42892"/>
                  </a:lnTo>
                  <a:lnTo>
                    <a:pt x="18360" y="42771"/>
                  </a:lnTo>
                  <a:lnTo>
                    <a:pt x="18360" y="42558"/>
                  </a:lnTo>
                  <a:cubicBezTo>
                    <a:pt x="18390" y="42497"/>
                    <a:pt x="18421" y="42467"/>
                    <a:pt x="18482" y="42436"/>
                  </a:cubicBezTo>
                  <a:cubicBezTo>
                    <a:pt x="18512" y="42375"/>
                    <a:pt x="18603" y="42315"/>
                    <a:pt x="18603" y="42254"/>
                  </a:cubicBezTo>
                  <a:cubicBezTo>
                    <a:pt x="18603" y="42163"/>
                    <a:pt x="18664" y="42071"/>
                    <a:pt x="18755" y="42041"/>
                  </a:cubicBezTo>
                  <a:cubicBezTo>
                    <a:pt x="18846" y="41980"/>
                    <a:pt x="18907" y="41859"/>
                    <a:pt x="18877" y="41737"/>
                  </a:cubicBezTo>
                  <a:cubicBezTo>
                    <a:pt x="18877" y="41677"/>
                    <a:pt x="18788" y="41617"/>
                    <a:pt x="18727" y="41499"/>
                  </a:cubicBezTo>
                  <a:lnTo>
                    <a:pt x="18727" y="41499"/>
                  </a:lnTo>
                  <a:cubicBezTo>
                    <a:pt x="18736" y="41497"/>
                    <a:pt x="18745" y="41495"/>
                    <a:pt x="18755" y="41494"/>
                  </a:cubicBezTo>
                  <a:lnTo>
                    <a:pt x="18694" y="41403"/>
                  </a:lnTo>
                  <a:lnTo>
                    <a:pt x="18846" y="41312"/>
                  </a:lnTo>
                  <a:close/>
                  <a:moveTo>
                    <a:pt x="19181" y="43439"/>
                  </a:moveTo>
                  <a:lnTo>
                    <a:pt x="19181" y="43530"/>
                  </a:lnTo>
                  <a:cubicBezTo>
                    <a:pt x="19132" y="43596"/>
                    <a:pt x="19100" y="43626"/>
                    <a:pt x="19063" y="43626"/>
                  </a:cubicBezTo>
                  <a:cubicBezTo>
                    <a:pt x="19031" y="43626"/>
                    <a:pt x="18994" y="43603"/>
                    <a:pt x="18938" y="43561"/>
                  </a:cubicBezTo>
                  <a:lnTo>
                    <a:pt x="19181" y="43439"/>
                  </a:lnTo>
                  <a:close/>
                  <a:moveTo>
                    <a:pt x="18877" y="43743"/>
                  </a:moveTo>
                  <a:lnTo>
                    <a:pt x="19029" y="43956"/>
                  </a:lnTo>
                  <a:lnTo>
                    <a:pt x="18968" y="44017"/>
                  </a:lnTo>
                  <a:lnTo>
                    <a:pt x="19302" y="44169"/>
                  </a:lnTo>
                  <a:lnTo>
                    <a:pt x="19302" y="44381"/>
                  </a:lnTo>
                  <a:lnTo>
                    <a:pt x="18877" y="44169"/>
                  </a:lnTo>
                  <a:lnTo>
                    <a:pt x="18786" y="43834"/>
                  </a:lnTo>
                  <a:lnTo>
                    <a:pt x="18877" y="43743"/>
                  </a:lnTo>
                  <a:close/>
                  <a:moveTo>
                    <a:pt x="3193" y="43652"/>
                  </a:moveTo>
                  <a:lnTo>
                    <a:pt x="3679" y="43956"/>
                  </a:lnTo>
                  <a:lnTo>
                    <a:pt x="3466" y="44108"/>
                  </a:lnTo>
                  <a:lnTo>
                    <a:pt x="3740" y="44138"/>
                  </a:lnTo>
                  <a:lnTo>
                    <a:pt x="3800" y="44412"/>
                  </a:lnTo>
                  <a:cubicBezTo>
                    <a:pt x="3780" y="44412"/>
                    <a:pt x="3760" y="44425"/>
                    <a:pt x="3740" y="44425"/>
                  </a:cubicBezTo>
                  <a:cubicBezTo>
                    <a:pt x="3730" y="44425"/>
                    <a:pt x="3719" y="44422"/>
                    <a:pt x="3709" y="44412"/>
                  </a:cubicBezTo>
                  <a:cubicBezTo>
                    <a:pt x="3679" y="44351"/>
                    <a:pt x="3618" y="44321"/>
                    <a:pt x="3618" y="44260"/>
                  </a:cubicBezTo>
                  <a:lnTo>
                    <a:pt x="3527" y="44473"/>
                  </a:lnTo>
                  <a:lnTo>
                    <a:pt x="3345" y="44199"/>
                  </a:lnTo>
                  <a:lnTo>
                    <a:pt x="3162" y="44199"/>
                  </a:lnTo>
                  <a:cubicBezTo>
                    <a:pt x="3162" y="44108"/>
                    <a:pt x="3193" y="44078"/>
                    <a:pt x="3284" y="44017"/>
                  </a:cubicBezTo>
                  <a:cubicBezTo>
                    <a:pt x="3253" y="43895"/>
                    <a:pt x="3223" y="43804"/>
                    <a:pt x="3193" y="43652"/>
                  </a:cubicBezTo>
                  <a:close/>
                  <a:moveTo>
                    <a:pt x="19971" y="44746"/>
                  </a:moveTo>
                  <a:lnTo>
                    <a:pt x="19971" y="45050"/>
                  </a:lnTo>
                  <a:lnTo>
                    <a:pt x="19728" y="45020"/>
                  </a:lnTo>
                  <a:lnTo>
                    <a:pt x="19971" y="44746"/>
                  </a:lnTo>
                  <a:close/>
                  <a:moveTo>
                    <a:pt x="19860" y="45925"/>
                  </a:moveTo>
                  <a:cubicBezTo>
                    <a:pt x="19914" y="45925"/>
                    <a:pt x="19970" y="45953"/>
                    <a:pt x="20033" y="45953"/>
                  </a:cubicBezTo>
                  <a:cubicBezTo>
                    <a:pt x="20061" y="45953"/>
                    <a:pt x="20091" y="45948"/>
                    <a:pt x="20123" y="45932"/>
                  </a:cubicBezTo>
                  <a:lnTo>
                    <a:pt x="20123" y="45932"/>
                  </a:lnTo>
                  <a:lnTo>
                    <a:pt x="20032" y="46205"/>
                  </a:lnTo>
                  <a:lnTo>
                    <a:pt x="20214" y="46266"/>
                  </a:lnTo>
                  <a:lnTo>
                    <a:pt x="20032" y="46418"/>
                  </a:lnTo>
                  <a:lnTo>
                    <a:pt x="20153" y="46479"/>
                  </a:lnTo>
                  <a:lnTo>
                    <a:pt x="20123" y="46509"/>
                  </a:lnTo>
                  <a:lnTo>
                    <a:pt x="20153" y="46540"/>
                  </a:lnTo>
                  <a:cubicBezTo>
                    <a:pt x="20245" y="46418"/>
                    <a:pt x="20427" y="46418"/>
                    <a:pt x="20427" y="46236"/>
                  </a:cubicBezTo>
                  <a:lnTo>
                    <a:pt x="20518" y="46692"/>
                  </a:lnTo>
                  <a:lnTo>
                    <a:pt x="20518" y="46692"/>
                  </a:lnTo>
                  <a:lnTo>
                    <a:pt x="20336" y="46631"/>
                  </a:lnTo>
                  <a:cubicBezTo>
                    <a:pt x="20305" y="46692"/>
                    <a:pt x="20245" y="46752"/>
                    <a:pt x="20153" y="46874"/>
                  </a:cubicBezTo>
                  <a:cubicBezTo>
                    <a:pt x="20111" y="46958"/>
                    <a:pt x="20040" y="47086"/>
                    <a:pt x="19940" y="47086"/>
                  </a:cubicBezTo>
                  <a:cubicBezTo>
                    <a:pt x="19895" y="47086"/>
                    <a:pt x="19845" y="47061"/>
                    <a:pt x="19789" y="46995"/>
                  </a:cubicBezTo>
                  <a:lnTo>
                    <a:pt x="19667" y="47117"/>
                  </a:lnTo>
                  <a:lnTo>
                    <a:pt x="19728" y="46874"/>
                  </a:lnTo>
                  <a:cubicBezTo>
                    <a:pt x="19599" y="46745"/>
                    <a:pt x="19524" y="46683"/>
                    <a:pt x="19448" y="46683"/>
                  </a:cubicBezTo>
                  <a:cubicBezTo>
                    <a:pt x="19365" y="46683"/>
                    <a:pt x="19280" y="46760"/>
                    <a:pt x="19120" y="46904"/>
                  </a:cubicBezTo>
                  <a:cubicBezTo>
                    <a:pt x="19120" y="46752"/>
                    <a:pt x="19120" y="46752"/>
                    <a:pt x="19302" y="46631"/>
                  </a:cubicBezTo>
                  <a:lnTo>
                    <a:pt x="19241" y="46388"/>
                  </a:lnTo>
                  <a:lnTo>
                    <a:pt x="19545" y="46023"/>
                  </a:lnTo>
                  <a:lnTo>
                    <a:pt x="19576" y="46175"/>
                  </a:lnTo>
                  <a:cubicBezTo>
                    <a:pt x="19606" y="46053"/>
                    <a:pt x="19697" y="45962"/>
                    <a:pt x="19819" y="45932"/>
                  </a:cubicBezTo>
                  <a:cubicBezTo>
                    <a:pt x="19833" y="45927"/>
                    <a:pt x="19846" y="45925"/>
                    <a:pt x="19860" y="45925"/>
                  </a:cubicBezTo>
                  <a:close/>
                  <a:moveTo>
                    <a:pt x="19333" y="47999"/>
                  </a:moveTo>
                  <a:lnTo>
                    <a:pt x="19424" y="48120"/>
                  </a:lnTo>
                  <a:cubicBezTo>
                    <a:pt x="19350" y="48194"/>
                    <a:pt x="19296" y="48327"/>
                    <a:pt x="19198" y="48327"/>
                  </a:cubicBezTo>
                  <a:cubicBezTo>
                    <a:pt x="19175" y="48327"/>
                    <a:pt x="19149" y="48320"/>
                    <a:pt x="19120" y="48303"/>
                  </a:cubicBezTo>
                  <a:cubicBezTo>
                    <a:pt x="19090" y="48090"/>
                    <a:pt x="19272" y="48120"/>
                    <a:pt x="19333" y="47999"/>
                  </a:cubicBezTo>
                  <a:close/>
                  <a:moveTo>
                    <a:pt x="20700" y="48120"/>
                  </a:moveTo>
                  <a:cubicBezTo>
                    <a:pt x="20670" y="48272"/>
                    <a:pt x="20640" y="48394"/>
                    <a:pt x="20609" y="48546"/>
                  </a:cubicBezTo>
                  <a:lnTo>
                    <a:pt x="20548" y="48454"/>
                  </a:lnTo>
                  <a:lnTo>
                    <a:pt x="20397" y="48698"/>
                  </a:lnTo>
                  <a:cubicBezTo>
                    <a:pt x="20275" y="48576"/>
                    <a:pt x="20275" y="48546"/>
                    <a:pt x="20366" y="48242"/>
                  </a:cubicBezTo>
                  <a:lnTo>
                    <a:pt x="20700" y="48120"/>
                  </a:lnTo>
                  <a:close/>
                  <a:moveTo>
                    <a:pt x="4378" y="48910"/>
                  </a:moveTo>
                  <a:cubicBezTo>
                    <a:pt x="4408" y="48941"/>
                    <a:pt x="4408" y="49002"/>
                    <a:pt x="4408" y="49002"/>
                  </a:cubicBezTo>
                  <a:cubicBezTo>
                    <a:pt x="4378" y="49123"/>
                    <a:pt x="4317" y="49214"/>
                    <a:pt x="4256" y="49366"/>
                  </a:cubicBezTo>
                  <a:lnTo>
                    <a:pt x="4165" y="49214"/>
                  </a:lnTo>
                  <a:lnTo>
                    <a:pt x="4196" y="49032"/>
                  </a:lnTo>
                  <a:lnTo>
                    <a:pt x="4378" y="48910"/>
                  </a:lnTo>
                  <a:close/>
                  <a:moveTo>
                    <a:pt x="18938" y="51403"/>
                  </a:moveTo>
                  <a:lnTo>
                    <a:pt x="18968" y="51585"/>
                  </a:lnTo>
                  <a:lnTo>
                    <a:pt x="18634" y="51585"/>
                  </a:lnTo>
                  <a:lnTo>
                    <a:pt x="18938" y="51403"/>
                  </a:lnTo>
                  <a:close/>
                  <a:moveTo>
                    <a:pt x="9576" y="53471"/>
                  </a:moveTo>
                  <a:cubicBezTo>
                    <a:pt x="9653" y="53471"/>
                    <a:pt x="9723" y="53504"/>
                    <a:pt x="9788" y="53622"/>
                  </a:cubicBezTo>
                  <a:lnTo>
                    <a:pt x="9545" y="53713"/>
                  </a:lnTo>
                  <a:lnTo>
                    <a:pt x="9515" y="53591"/>
                  </a:lnTo>
                  <a:lnTo>
                    <a:pt x="9272" y="53683"/>
                  </a:lnTo>
                  <a:lnTo>
                    <a:pt x="9241" y="53531"/>
                  </a:lnTo>
                  <a:cubicBezTo>
                    <a:pt x="9363" y="53531"/>
                    <a:pt x="9475" y="53471"/>
                    <a:pt x="9576" y="53471"/>
                  </a:cubicBezTo>
                  <a:close/>
                  <a:moveTo>
                    <a:pt x="10184" y="53834"/>
                  </a:moveTo>
                  <a:lnTo>
                    <a:pt x="10184" y="53956"/>
                  </a:lnTo>
                  <a:cubicBezTo>
                    <a:pt x="10145" y="53975"/>
                    <a:pt x="10110" y="53985"/>
                    <a:pt x="10077" y="53985"/>
                  </a:cubicBezTo>
                  <a:cubicBezTo>
                    <a:pt x="10007" y="53985"/>
                    <a:pt x="9952" y="53938"/>
                    <a:pt x="9910" y="53834"/>
                  </a:cubicBezTo>
                  <a:close/>
                  <a:moveTo>
                    <a:pt x="5107" y="54442"/>
                  </a:moveTo>
                  <a:lnTo>
                    <a:pt x="5047" y="54564"/>
                  </a:lnTo>
                  <a:lnTo>
                    <a:pt x="5259" y="54959"/>
                  </a:lnTo>
                  <a:lnTo>
                    <a:pt x="5077" y="55081"/>
                  </a:lnTo>
                  <a:lnTo>
                    <a:pt x="5077" y="55142"/>
                  </a:lnTo>
                  <a:lnTo>
                    <a:pt x="4834" y="55142"/>
                  </a:lnTo>
                  <a:lnTo>
                    <a:pt x="4925" y="54442"/>
                  </a:lnTo>
                  <a:close/>
                  <a:moveTo>
                    <a:pt x="5290" y="55354"/>
                  </a:moveTo>
                  <a:cubicBezTo>
                    <a:pt x="5503" y="55354"/>
                    <a:pt x="5563" y="55415"/>
                    <a:pt x="5594" y="55537"/>
                  </a:cubicBezTo>
                  <a:lnTo>
                    <a:pt x="5290" y="55445"/>
                  </a:lnTo>
                  <a:lnTo>
                    <a:pt x="5290" y="55354"/>
                  </a:lnTo>
                  <a:close/>
                  <a:moveTo>
                    <a:pt x="16536" y="55689"/>
                  </a:moveTo>
                  <a:lnTo>
                    <a:pt x="16749" y="55841"/>
                  </a:lnTo>
                  <a:lnTo>
                    <a:pt x="16627" y="56084"/>
                  </a:lnTo>
                  <a:lnTo>
                    <a:pt x="16567" y="56084"/>
                  </a:lnTo>
                  <a:lnTo>
                    <a:pt x="16536" y="55689"/>
                  </a:lnTo>
                  <a:close/>
                  <a:moveTo>
                    <a:pt x="15564" y="56266"/>
                  </a:moveTo>
                  <a:lnTo>
                    <a:pt x="15655" y="56509"/>
                  </a:lnTo>
                  <a:lnTo>
                    <a:pt x="15533" y="56631"/>
                  </a:lnTo>
                  <a:lnTo>
                    <a:pt x="15472" y="56570"/>
                  </a:lnTo>
                  <a:lnTo>
                    <a:pt x="15564" y="56266"/>
                  </a:lnTo>
                  <a:close/>
                  <a:moveTo>
                    <a:pt x="8056" y="58363"/>
                  </a:moveTo>
                  <a:lnTo>
                    <a:pt x="7813" y="58546"/>
                  </a:lnTo>
                  <a:lnTo>
                    <a:pt x="7722" y="58455"/>
                  </a:lnTo>
                  <a:cubicBezTo>
                    <a:pt x="7722" y="58394"/>
                    <a:pt x="7813" y="58363"/>
                    <a:pt x="8056" y="58363"/>
                  </a:cubicBezTo>
                  <a:close/>
                  <a:moveTo>
                    <a:pt x="12342" y="58485"/>
                  </a:moveTo>
                  <a:lnTo>
                    <a:pt x="12494" y="58850"/>
                  </a:lnTo>
                  <a:cubicBezTo>
                    <a:pt x="12448" y="58931"/>
                    <a:pt x="12403" y="58959"/>
                    <a:pt x="12358" y="58959"/>
                  </a:cubicBezTo>
                  <a:cubicBezTo>
                    <a:pt x="12264" y="58959"/>
                    <a:pt x="12171" y="58842"/>
                    <a:pt x="12077" y="58842"/>
                  </a:cubicBezTo>
                  <a:cubicBezTo>
                    <a:pt x="12064" y="58842"/>
                    <a:pt x="12051" y="58845"/>
                    <a:pt x="12038" y="58850"/>
                  </a:cubicBezTo>
                  <a:lnTo>
                    <a:pt x="12038" y="58759"/>
                  </a:lnTo>
                  <a:lnTo>
                    <a:pt x="12159" y="58698"/>
                  </a:lnTo>
                  <a:lnTo>
                    <a:pt x="12159" y="58485"/>
                  </a:lnTo>
                  <a:close/>
                  <a:moveTo>
                    <a:pt x="11156" y="61221"/>
                  </a:moveTo>
                  <a:lnTo>
                    <a:pt x="11521" y="61312"/>
                  </a:lnTo>
                  <a:cubicBezTo>
                    <a:pt x="11408" y="61350"/>
                    <a:pt x="11341" y="61372"/>
                    <a:pt x="11296" y="61372"/>
                  </a:cubicBezTo>
                  <a:cubicBezTo>
                    <a:pt x="11232" y="61372"/>
                    <a:pt x="11210" y="61327"/>
                    <a:pt x="11156" y="61221"/>
                  </a:cubicBezTo>
                  <a:close/>
                  <a:moveTo>
                    <a:pt x="6696" y="61539"/>
                  </a:moveTo>
                  <a:cubicBezTo>
                    <a:pt x="6735" y="61539"/>
                    <a:pt x="6781" y="61579"/>
                    <a:pt x="6834" y="61579"/>
                  </a:cubicBezTo>
                  <a:cubicBezTo>
                    <a:pt x="6855" y="61579"/>
                    <a:pt x="6877" y="61573"/>
                    <a:pt x="6901" y="61555"/>
                  </a:cubicBezTo>
                  <a:lnTo>
                    <a:pt x="6901" y="61555"/>
                  </a:lnTo>
                  <a:lnTo>
                    <a:pt x="6749" y="61859"/>
                  </a:lnTo>
                  <a:lnTo>
                    <a:pt x="6627" y="61616"/>
                  </a:lnTo>
                  <a:cubicBezTo>
                    <a:pt x="6647" y="61557"/>
                    <a:pt x="6670" y="61539"/>
                    <a:pt x="6696" y="61539"/>
                  </a:cubicBezTo>
                  <a:close/>
                  <a:moveTo>
                    <a:pt x="10032" y="63044"/>
                  </a:moveTo>
                  <a:cubicBezTo>
                    <a:pt x="10123" y="63044"/>
                    <a:pt x="10123" y="63105"/>
                    <a:pt x="10062" y="63166"/>
                  </a:cubicBezTo>
                  <a:cubicBezTo>
                    <a:pt x="10153" y="63257"/>
                    <a:pt x="10123" y="63379"/>
                    <a:pt x="10123" y="63591"/>
                  </a:cubicBezTo>
                  <a:lnTo>
                    <a:pt x="9940" y="63257"/>
                  </a:lnTo>
                  <a:lnTo>
                    <a:pt x="10032" y="63044"/>
                  </a:lnTo>
                  <a:close/>
                  <a:moveTo>
                    <a:pt x="9808" y="1"/>
                  </a:moveTo>
                  <a:cubicBezTo>
                    <a:pt x="9745" y="1"/>
                    <a:pt x="9717" y="55"/>
                    <a:pt x="9636" y="217"/>
                  </a:cubicBezTo>
                  <a:cubicBezTo>
                    <a:pt x="9424" y="217"/>
                    <a:pt x="9424" y="217"/>
                    <a:pt x="9241" y="369"/>
                  </a:cubicBezTo>
                  <a:cubicBezTo>
                    <a:pt x="9089" y="338"/>
                    <a:pt x="9150" y="156"/>
                    <a:pt x="9089" y="34"/>
                  </a:cubicBezTo>
                  <a:cubicBezTo>
                    <a:pt x="8998" y="95"/>
                    <a:pt x="8877" y="126"/>
                    <a:pt x="8755" y="126"/>
                  </a:cubicBezTo>
                  <a:cubicBezTo>
                    <a:pt x="8633" y="126"/>
                    <a:pt x="8542" y="217"/>
                    <a:pt x="8421" y="217"/>
                  </a:cubicBezTo>
                  <a:cubicBezTo>
                    <a:pt x="8412" y="215"/>
                    <a:pt x="8403" y="214"/>
                    <a:pt x="8396" y="214"/>
                  </a:cubicBezTo>
                  <a:cubicBezTo>
                    <a:pt x="8272" y="214"/>
                    <a:pt x="8292" y="431"/>
                    <a:pt x="8177" y="460"/>
                  </a:cubicBezTo>
                  <a:lnTo>
                    <a:pt x="8086" y="369"/>
                  </a:lnTo>
                  <a:lnTo>
                    <a:pt x="8025" y="521"/>
                  </a:lnTo>
                  <a:lnTo>
                    <a:pt x="7873" y="429"/>
                  </a:lnTo>
                  <a:lnTo>
                    <a:pt x="7752" y="673"/>
                  </a:lnTo>
                  <a:lnTo>
                    <a:pt x="7691" y="490"/>
                  </a:lnTo>
                  <a:cubicBezTo>
                    <a:pt x="7600" y="703"/>
                    <a:pt x="7357" y="673"/>
                    <a:pt x="7357" y="916"/>
                  </a:cubicBezTo>
                  <a:cubicBezTo>
                    <a:pt x="7327" y="907"/>
                    <a:pt x="7299" y="904"/>
                    <a:pt x="7272" y="904"/>
                  </a:cubicBezTo>
                  <a:cubicBezTo>
                    <a:pt x="7101" y="904"/>
                    <a:pt x="6963" y="1050"/>
                    <a:pt x="6779" y="1129"/>
                  </a:cubicBezTo>
                  <a:lnTo>
                    <a:pt x="6931" y="1281"/>
                  </a:lnTo>
                  <a:lnTo>
                    <a:pt x="7053" y="1220"/>
                  </a:lnTo>
                  <a:lnTo>
                    <a:pt x="7053" y="1433"/>
                  </a:lnTo>
                  <a:cubicBezTo>
                    <a:pt x="6931" y="1463"/>
                    <a:pt x="6779" y="1463"/>
                    <a:pt x="6718" y="1615"/>
                  </a:cubicBezTo>
                  <a:cubicBezTo>
                    <a:pt x="6627" y="1736"/>
                    <a:pt x="6566" y="1888"/>
                    <a:pt x="6566" y="2040"/>
                  </a:cubicBezTo>
                  <a:cubicBezTo>
                    <a:pt x="6597" y="2101"/>
                    <a:pt x="6536" y="2192"/>
                    <a:pt x="6536" y="2253"/>
                  </a:cubicBezTo>
                  <a:cubicBezTo>
                    <a:pt x="6536" y="2314"/>
                    <a:pt x="6536" y="2405"/>
                    <a:pt x="6566" y="2466"/>
                  </a:cubicBezTo>
                  <a:lnTo>
                    <a:pt x="6779" y="2375"/>
                  </a:lnTo>
                  <a:lnTo>
                    <a:pt x="6779" y="2375"/>
                  </a:lnTo>
                  <a:cubicBezTo>
                    <a:pt x="6749" y="2436"/>
                    <a:pt x="6688" y="2496"/>
                    <a:pt x="6658" y="2527"/>
                  </a:cubicBezTo>
                  <a:cubicBezTo>
                    <a:pt x="6597" y="2588"/>
                    <a:pt x="6566" y="2618"/>
                    <a:pt x="6506" y="2618"/>
                  </a:cubicBezTo>
                  <a:lnTo>
                    <a:pt x="6688" y="2740"/>
                  </a:lnTo>
                  <a:cubicBezTo>
                    <a:pt x="6714" y="2701"/>
                    <a:pt x="6739" y="2684"/>
                    <a:pt x="6764" y="2684"/>
                  </a:cubicBezTo>
                  <a:cubicBezTo>
                    <a:pt x="6800" y="2684"/>
                    <a:pt x="6835" y="2717"/>
                    <a:pt x="6870" y="2770"/>
                  </a:cubicBezTo>
                  <a:cubicBezTo>
                    <a:pt x="6901" y="2800"/>
                    <a:pt x="6901" y="2831"/>
                    <a:pt x="6870" y="2831"/>
                  </a:cubicBezTo>
                  <a:lnTo>
                    <a:pt x="6779" y="2892"/>
                  </a:lnTo>
                  <a:cubicBezTo>
                    <a:pt x="6870" y="3074"/>
                    <a:pt x="6870" y="3074"/>
                    <a:pt x="6749" y="3165"/>
                  </a:cubicBezTo>
                  <a:lnTo>
                    <a:pt x="6658" y="2983"/>
                  </a:lnTo>
                  <a:cubicBezTo>
                    <a:pt x="6627" y="3043"/>
                    <a:pt x="6597" y="3074"/>
                    <a:pt x="6566" y="3104"/>
                  </a:cubicBezTo>
                  <a:cubicBezTo>
                    <a:pt x="6566" y="3135"/>
                    <a:pt x="6566" y="3165"/>
                    <a:pt x="6566" y="3195"/>
                  </a:cubicBezTo>
                  <a:cubicBezTo>
                    <a:pt x="6658" y="3226"/>
                    <a:pt x="6718" y="3256"/>
                    <a:pt x="6810" y="3317"/>
                  </a:cubicBezTo>
                  <a:cubicBezTo>
                    <a:pt x="6840" y="3347"/>
                    <a:pt x="6962" y="3408"/>
                    <a:pt x="6870" y="3560"/>
                  </a:cubicBezTo>
                  <a:lnTo>
                    <a:pt x="6810" y="3469"/>
                  </a:lnTo>
                  <a:cubicBezTo>
                    <a:pt x="6779" y="3560"/>
                    <a:pt x="6749" y="3682"/>
                    <a:pt x="6718" y="3773"/>
                  </a:cubicBezTo>
                  <a:cubicBezTo>
                    <a:pt x="6688" y="3864"/>
                    <a:pt x="6445" y="4077"/>
                    <a:pt x="6384" y="4077"/>
                  </a:cubicBezTo>
                  <a:cubicBezTo>
                    <a:pt x="6293" y="4077"/>
                    <a:pt x="6202" y="4077"/>
                    <a:pt x="6141" y="4138"/>
                  </a:cubicBezTo>
                  <a:lnTo>
                    <a:pt x="6506" y="4290"/>
                  </a:lnTo>
                  <a:cubicBezTo>
                    <a:pt x="6414" y="4381"/>
                    <a:pt x="6354" y="4442"/>
                    <a:pt x="6323" y="4502"/>
                  </a:cubicBezTo>
                  <a:cubicBezTo>
                    <a:pt x="6323" y="4563"/>
                    <a:pt x="6323" y="4654"/>
                    <a:pt x="6323" y="4715"/>
                  </a:cubicBezTo>
                  <a:cubicBezTo>
                    <a:pt x="6335" y="4713"/>
                    <a:pt x="6346" y="4712"/>
                    <a:pt x="6356" y="4712"/>
                  </a:cubicBezTo>
                  <a:cubicBezTo>
                    <a:pt x="6491" y="4712"/>
                    <a:pt x="6392" y="4902"/>
                    <a:pt x="6506" y="4958"/>
                  </a:cubicBezTo>
                  <a:cubicBezTo>
                    <a:pt x="6536" y="4898"/>
                    <a:pt x="6566" y="4806"/>
                    <a:pt x="6566" y="4715"/>
                  </a:cubicBezTo>
                  <a:cubicBezTo>
                    <a:pt x="6536" y="4624"/>
                    <a:pt x="6627" y="4502"/>
                    <a:pt x="6718" y="4472"/>
                  </a:cubicBezTo>
                  <a:cubicBezTo>
                    <a:pt x="6931" y="4411"/>
                    <a:pt x="6931" y="4381"/>
                    <a:pt x="6840" y="4107"/>
                  </a:cubicBezTo>
                  <a:cubicBezTo>
                    <a:pt x="6901" y="4077"/>
                    <a:pt x="6962" y="4047"/>
                    <a:pt x="7053" y="4016"/>
                  </a:cubicBezTo>
                  <a:cubicBezTo>
                    <a:pt x="7114" y="3955"/>
                    <a:pt x="7174" y="3895"/>
                    <a:pt x="7235" y="3803"/>
                  </a:cubicBezTo>
                  <a:lnTo>
                    <a:pt x="7235" y="4077"/>
                  </a:lnTo>
                  <a:lnTo>
                    <a:pt x="7022" y="4229"/>
                  </a:lnTo>
                  <a:lnTo>
                    <a:pt x="7296" y="4472"/>
                  </a:lnTo>
                  <a:lnTo>
                    <a:pt x="7326" y="4077"/>
                  </a:lnTo>
                  <a:lnTo>
                    <a:pt x="7478" y="4229"/>
                  </a:lnTo>
                  <a:cubicBezTo>
                    <a:pt x="7387" y="4077"/>
                    <a:pt x="7691" y="4138"/>
                    <a:pt x="7600" y="3986"/>
                  </a:cubicBezTo>
                  <a:cubicBezTo>
                    <a:pt x="7661" y="3925"/>
                    <a:pt x="7661" y="3803"/>
                    <a:pt x="7782" y="3803"/>
                  </a:cubicBezTo>
                  <a:cubicBezTo>
                    <a:pt x="7843" y="3834"/>
                    <a:pt x="7904" y="3834"/>
                    <a:pt x="7995" y="3864"/>
                  </a:cubicBezTo>
                  <a:cubicBezTo>
                    <a:pt x="8008" y="3861"/>
                    <a:pt x="8020" y="3859"/>
                    <a:pt x="8031" y="3859"/>
                  </a:cubicBezTo>
                  <a:cubicBezTo>
                    <a:pt x="8124" y="3859"/>
                    <a:pt x="8154" y="3962"/>
                    <a:pt x="8208" y="4016"/>
                  </a:cubicBezTo>
                  <a:cubicBezTo>
                    <a:pt x="8279" y="3969"/>
                    <a:pt x="8295" y="3866"/>
                    <a:pt x="8370" y="3866"/>
                  </a:cubicBezTo>
                  <a:cubicBezTo>
                    <a:pt x="8391" y="3866"/>
                    <a:pt x="8417" y="3874"/>
                    <a:pt x="8451" y="3895"/>
                  </a:cubicBezTo>
                  <a:lnTo>
                    <a:pt x="8299" y="4199"/>
                  </a:lnTo>
                  <a:lnTo>
                    <a:pt x="8481" y="4320"/>
                  </a:lnTo>
                  <a:lnTo>
                    <a:pt x="8542" y="4168"/>
                  </a:lnTo>
                  <a:cubicBezTo>
                    <a:pt x="8603" y="4229"/>
                    <a:pt x="8664" y="4259"/>
                    <a:pt x="8725" y="4259"/>
                  </a:cubicBezTo>
                  <a:cubicBezTo>
                    <a:pt x="8846" y="4168"/>
                    <a:pt x="8968" y="4107"/>
                    <a:pt x="9120" y="4107"/>
                  </a:cubicBezTo>
                  <a:lnTo>
                    <a:pt x="9120" y="4229"/>
                  </a:lnTo>
                  <a:lnTo>
                    <a:pt x="9120" y="4411"/>
                  </a:lnTo>
                  <a:lnTo>
                    <a:pt x="8816" y="4411"/>
                  </a:lnTo>
                  <a:cubicBezTo>
                    <a:pt x="8785" y="4396"/>
                    <a:pt x="8739" y="4381"/>
                    <a:pt x="8712" y="4357"/>
                  </a:cubicBezTo>
                  <a:lnTo>
                    <a:pt x="8712" y="4357"/>
                  </a:lnTo>
                  <a:cubicBezTo>
                    <a:pt x="8715" y="4515"/>
                    <a:pt x="8846" y="4556"/>
                    <a:pt x="8846" y="4685"/>
                  </a:cubicBezTo>
                  <a:cubicBezTo>
                    <a:pt x="8725" y="4776"/>
                    <a:pt x="8664" y="4928"/>
                    <a:pt x="8694" y="5080"/>
                  </a:cubicBezTo>
                  <a:cubicBezTo>
                    <a:pt x="8646" y="5099"/>
                    <a:pt x="8592" y="5109"/>
                    <a:pt x="8536" y="5109"/>
                  </a:cubicBezTo>
                  <a:cubicBezTo>
                    <a:pt x="8417" y="5109"/>
                    <a:pt x="8291" y="5062"/>
                    <a:pt x="8208" y="4958"/>
                  </a:cubicBezTo>
                  <a:lnTo>
                    <a:pt x="8025" y="5080"/>
                  </a:lnTo>
                  <a:lnTo>
                    <a:pt x="8269" y="5262"/>
                  </a:lnTo>
                  <a:cubicBezTo>
                    <a:pt x="8226" y="5262"/>
                    <a:pt x="8185" y="5264"/>
                    <a:pt x="8145" y="5264"/>
                  </a:cubicBezTo>
                  <a:cubicBezTo>
                    <a:pt x="7988" y="5264"/>
                    <a:pt x="7861" y="5244"/>
                    <a:pt x="7813" y="5050"/>
                  </a:cubicBezTo>
                  <a:lnTo>
                    <a:pt x="7630" y="5202"/>
                  </a:lnTo>
                  <a:lnTo>
                    <a:pt x="7509" y="5110"/>
                  </a:lnTo>
                  <a:lnTo>
                    <a:pt x="7478" y="5232"/>
                  </a:lnTo>
                  <a:lnTo>
                    <a:pt x="7235" y="5232"/>
                  </a:lnTo>
                  <a:lnTo>
                    <a:pt x="7326" y="5080"/>
                  </a:lnTo>
                  <a:lnTo>
                    <a:pt x="7144" y="4958"/>
                  </a:lnTo>
                  <a:cubicBezTo>
                    <a:pt x="7083" y="5050"/>
                    <a:pt x="6901" y="5019"/>
                    <a:pt x="6901" y="5232"/>
                  </a:cubicBezTo>
                  <a:cubicBezTo>
                    <a:pt x="7053" y="5293"/>
                    <a:pt x="7235" y="5354"/>
                    <a:pt x="7387" y="5414"/>
                  </a:cubicBezTo>
                  <a:cubicBezTo>
                    <a:pt x="7418" y="5414"/>
                    <a:pt x="7509" y="5354"/>
                    <a:pt x="7509" y="5354"/>
                  </a:cubicBezTo>
                  <a:cubicBezTo>
                    <a:pt x="7539" y="5384"/>
                    <a:pt x="7600" y="5445"/>
                    <a:pt x="7630" y="5506"/>
                  </a:cubicBezTo>
                  <a:lnTo>
                    <a:pt x="7752" y="5506"/>
                  </a:lnTo>
                  <a:cubicBezTo>
                    <a:pt x="7755" y="5499"/>
                    <a:pt x="7758" y="5493"/>
                    <a:pt x="7761" y="5488"/>
                  </a:cubicBezTo>
                  <a:lnTo>
                    <a:pt x="7761" y="5488"/>
                  </a:lnTo>
                  <a:cubicBezTo>
                    <a:pt x="7849" y="5603"/>
                    <a:pt x="7937" y="5691"/>
                    <a:pt x="8025" y="5779"/>
                  </a:cubicBezTo>
                  <a:lnTo>
                    <a:pt x="7873" y="6083"/>
                  </a:lnTo>
                  <a:lnTo>
                    <a:pt x="7843" y="5809"/>
                  </a:lnTo>
                  <a:lnTo>
                    <a:pt x="7661" y="5901"/>
                  </a:lnTo>
                  <a:lnTo>
                    <a:pt x="7630" y="6235"/>
                  </a:lnTo>
                  <a:lnTo>
                    <a:pt x="7539" y="6022"/>
                  </a:lnTo>
                  <a:lnTo>
                    <a:pt x="7478" y="6205"/>
                  </a:lnTo>
                  <a:lnTo>
                    <a:pt x="7418" y="6053"/>
                  </a:lnTo>
                  <a:lnTo>
                    <a:pt x="7235" y="6022"/>
                  </a:lnTo>
                  <a:lnTo>
                    <a:pt x="7296" y="5931"/>
                  </a:lnTo>
                  <a:cubicBezTo>
                    <a:pt x="7144" y="5870"/>
                    <a:pt x="7114" y="5749"/>
                    <a:pt x="7114" y="5536"/>
                  </a:cubicBezTo>
                  <a:lnTo>
                    <a:pt x="6779" y="5718"/>
                  </a:lnTo>
                  <a:lnTo>
                    <a:pt x="6263" y="5232"/>
                  </a:lnTo>
                  <a:cubicBezTo>
                    <a:pt x="6111" y="5414"/>
                    <a:pt x="5898" y="5566"/>
                    <a:pt x="5685" y="5597"/>
                  </a:cubicBezTo>
                  <a:lnTo>
                    <a:pt x="5685" y="5779"/>
                  </a:lnTo>
                  <a:lnTo>
                    <a:pt x="5807" y="5840"/>
                  </a:lnTo>
                  <a:lnTo>
                    <a:pt x="5807" y="5870"/>
                  </a:lnTo>
                  <a:lnTo>
                    <a:pt x="5563" y="5870"/>
                  </a:lnTo>
                  <a:cubicBezTo>
                    <a:pt x="5533" y="5809"/>
                    <a:pt x="5503" y="5749"/>
                    <a:pt x="5472" y="5688"/>
                  </a:cubicBezTo>
                  <a:cubicBezTo>
                    <a:pt x="5457" y="5650"/>
                    <a:pt x="5442" y="5637"/>
                    <a:pt x="5426" y="5637"/>
                  </a:cubicBezTo>
                  <a:cubicBezTo>
                    <a:pt x="5390" y="5637"/>
                    <a:pt x="5350" y="5709"/>
                    <a:pt x="5303" y="5709"/>
                  </a:cubicBezTo>
                  <a:cubicBezTo>
                    <a:pt x="5289" y="5709"/>
                    <a:pt x="5275" y="5703"/>
                    <a:pt x="5259" y="5688"/>
                  </a:cubicBezTo>
                  <a:cubicBezTo>
                    <a:pt x="5238" y="5666"/>
                    <a:pt x="5171" y="5645"/>
                    <a:pt x="5133" y="5645"/>
                  </a:cubicBezTo>
                  <a:cubicBezTo>
                    <a:pt x="5118" y="5645"/>
                    <a:pt x="5107" y="5649"/>
                    <a:pt x="5107" y="5658"/>
                  </a:cubicBezTo>
                  <a:cubicBezTo>
                    <a:pt x="5062" y="5718"/>
                    <a:pt x="5009" y="5726"/>
                    <a:pt x="4952" y="5726"/>
                  </a:cubicBezTo>
                  <a:cubicBezTo>
                    <a:pt x="4933" y="5726"/>
                    <a:pt x="4913" y="5725"/>
                    <a:pt x="4894" y="5725"/>
                  </a:cubicBezTo>
                  <a:cubicBezTo>
                    <a:pt x="4854" y="5725"/>
                    <a:pt x="4814" y="5728"/>
                    <a:pt x="4773" y="5749"/>
                  </a:cubicBezTo>
                  <a:cubicBezTo>
                    <a:pt x="4621" y="5901"/>
                    <a:pt x="4469" y="6053"/>
                    <a:pt x="4348" y="6235"/>
                  </a:cubicBezTo>
                  <a:cubicBezTo>
                    <a:pt x="4256" y="6357"/>
                    <a:pt x="4196" y="6509"/>
                    <a:pt x="4135" y="6661"/>
                  </a:cubicBezTo>
                  <a:lnTo>
                    <a:pt x="4226" y="6569"/>
                  </a:lnTo>
                  <a:cubicBezTo>
                    <a:pt x="4292" y="6530"/>
                    <a:pt x="4330" y="6507"/>
                    <a:pt x="4363" y="6507"/>
                  </a:cubicBezTo>
                  <a:cubicBezTo>
                    <a:pt x="4407" y="6507"/>
                    <a:pt x="4444" y="6545"/>
                    <a:pt x="4530" y="6630"/>
                  </a:cubicBezTo>
                  <a:lnTo>
                    <a:pt x="4074" y="6873"/>
                  </a:lnTo>
                  <a:lnTo>
                    <a:pt x="4013" y="6752"/>
                  </a:lnTo>
                  <a:lnTo>
                    <a:pt x="3831" y="6873"/>
                  </a:lnTo>
                  <a:cubicBezTo>
                    <a:pt x="3805" y="6840"/>
                    <a:pt x="3785" y="6827"/>
                    <a:pt x="3768" y="6827"/>
                  </a:cubicBezTo>
                  <a:cubicBezTo>
                    <a:pt x="3723" y="6827"/>
                    <a:pt x="3701" y="6912"/>
                    <a:pt x="3679" y="6934"/>
                  </a:cubicBezTo>
                  <a:cubicBezTo>
                    <a:pt x="3712" y="6968"/>
                    <a:pt x="3750" y="6981"/>
                    <a:pt x="3790" y="6981"/>
                  </a:cubicBezTo>
                  <a:cubicBezTo>
                    <a:pt x="3859" y="6981"/>
                    <a:pt x="3936" y="6942"/>
                    <a:pt x="4013" y="6904"/>
                  </a:cubicBezTo>
                  <a:lnTo>
                    <a:pt x="4013" y="6904"/>
                  </a:lnTo>
                  <a:cubicBezTo>
                    <a:pt x="3922" y="7208"/>
                    <a:pt x="3679" y="7390"/>
                    <a:pt x="3527" y="7664"/>
                  </a:cubicBezTo>
                  <a:cubicBezTo>
                    <a:pt x="3588" y="7633"/>
                    <a:pt x="3679" y="7633"/>
                    <a:pt x="3740" y="7633"/>
                  </a:cubicBezTo>
                  <a:cubicBezTo>
                    <a:pt x="3800" y="7664"/>
                    <a:pt x="3892" y="7664"/>
                    <a:pt x="3952" y="7694"/>
                  </a:cubicBezTo>
                  <a:cubicBezTo>
                    <a:pt x="3892" y="7755"/>
                    <a:pt x="3861" y="7785"/>
                    <a:pt x="3800" y="7816"/>
                  </a:cubicBezTo>
                  <a:cubicBezTo>
                    <a:pt x="3770" y="7846"/>
                    <a:pt x="3709" y="7846"/>
                    <a:pt x="3679" y="7846"/>
                  </a:cubicBezTo>
                  <a:lnTo>
                    <a:pt x="3679" y="8028"/>
                  </a:lnTo>
                  <a:cubicBezTo>
                    <a:pt x="3770" y="8089"/>
                    <a:pt x="3892" y="8028"/>
                    <a:pt x="3922" y="8211"/>
                  </a:cubicBezTo>
                  <a:lnTo>
                    <a:pt x="3861" y="8393"/>
                  </a:lnTo>
                  <a:lnTo>
                    <a:pt x="4013" y="8484"/>
                  </a:lnTo>
                  <a:lnTo>
                    <a:pt x="3740" y="8636"/>
                  </a:lnTo>
                  <a:lnTo>
                    <a:pt x="3740" y="8849"/>
                  </a:lnTo>
                  <a:cubicBezTo>
                    <a:pt x="3824" y="8807"/>
                    <a:pt x="3909" y="8750"/>
                    <a:pt x="3994" y="8750"/>
                  </a:cubicBezTo>
                  <a:cubicBezTo>
                    <a:pt x="4031" y="8750"/>
                    <a:pt x="4067" y="8761"/>
                    <a:pt x="4104" y="8788"/>
                  </a:cubicBezTo>
                  <a:lnTo>
                    <a:pt x="4104" y="8879"/>
                  </a:lnTo>
                  <a:cubicBezTo>
                    <a:pt x="4002" y="8900"/>
                    <a:pt x="3899" y="8990"/>
                    <a:pt x="3787" y="8990"/>
                  </a:cubicBezTo>
                  <a:cubicBezTo>
                    <a:pt x="3733" y="8990"/>
                    <a:pt x="3677" y="8969"/>
                    <a:pt x="3618" y="8910"/>
                  </a:cubicBezTo>
                  <a:lnTo>
                    <a:pt x="3436" y="9123"/>
                  </a:lnTo>
                  <a:lnTo>
                    <a:pt x="3223" y="9031"/>
                  </a:lnTo>
                  <a:lnTo>
                    <a:pt x="3314" y="9275"/>
                  </a:lnTo>
                  <a:lnTo>
                    <a:pt x="2980" y="9396"/>
                  </a:lnTo>
                  <a:cubicBezTo>
                    <a:pt x="3041" y="9457"/>
                    <a:pt x="3010" y="9518"/>
                    <a:pt x="3010" y="9579"/>
                  </a:cubicBezTo>
                  <a:cubicBezTo>
                    <a:pt x="2980" y="9609"/>
                    <a:pt x="3041" y="9700"/>
                    <a:pt x="3041" y="9761"/>
                  </a:cubicBezTo>
                  <a:cubicBezTo>
                    <a:pt x="3041" y="9791"/>
                    <a:pt x="3010" y="9852"/>
                    <a:pt x="2980" y="9913"/>
                  </a:cubicBezTo>
                  <a:cubicBezTo>
                    <a:pt x="3000" y="9906"/>
                    <a:pt x="3018" y="9903"/>
                    <a:pt x="3035" y="9903"/>
                  </a:cubicBezTo>
                  <a:cubicBezTo>
                    <a:pt x="3170" y="9903"/>
                    <a:pt x="3209" y="10099"/>
                    <a:pt x="3345" y="10126"/>
                  </a:cubicBezTo>
                  <a:lnTo>
                    <a:pt x="3132" y="10278"/>
                  </a:lnTo>
                  <a:lnTo>
                    <a:pt x="3132" y="10430"/>
                  </a:lnTo>
                  <a:lnTo>
                    <a:pt x="2919" y="10551"/>
                  </a:lnTo>
                  <a:lnTo>
                    <a:pt x="3405" y="10916"/>
                  </a:lnTo>
                  <a:lnTo>
                    <a:pt x="3527" y="10642"/>
                  </a:lnTo>
                  <a:lnTo>
                    <a:pt x="3314" y="10490"/>
                  </a:lnTo>
                  <a:lnTo>
                    <a:pt x="3223" y="10521"/>
                  </a:lnTo>
                  <a:lnTo>
                    <a:pt x="3193" y="10460"/>
                  </a:lnTo>
                  <a:cubicBezTo>
                    <a:pt x="3253" y="10399"/>
                    <a:pt x="3314" y="10308"/>
                    <a:pt x="3345" y="10247"/>
                  </a:cubicBezTo>
                  <a:cubicBezTo>
                    <a:pt x="3405" y="10186"/>
                    <a:pt x="3436" y="10126"/>
                    <a:pt x="3466" y="10034"/>
                  </a:cubicBezTo>
                  <a:lnTo>
                    <a:pt x="3648" y="10278"/>
                  </a:lnTo>
                  <a:lnTo>
                    <a:pt x="3527" y="10369"/>
                  </a:lnTo>
                  <a:cubicBezTo>
                    <a:pt x="3588" y="10490"/>
                    <a:pt x="3770" y="10521"/>
                    <a:pt x="3770" y="10673"/>
                  </a:cubicBezTo>
                  <a:cubicBezTo>
                    <a:pt x="3740" y="10855"/>
                    <a:pt x="3648" y="10916"/>
                    <a:pt x="3557" y="11007"/>
                  </a:cubicBezTo>
                  <a:lnTo>
                    <a:pt x="3405" y="10916"/>
                  </a:lnTo>
                  <a:cubicBezTo>
                    <a:pt x="3375" y="10977"/>
                    <a:pt x="3314" y="11007"/>
                    <a:pt x="3253" y="11068"/>
                  </a:cubicBezTo>
                  <a:cubicBezTo>
                    <a:pt x="3436" y="11068"/>
                    <a:pt x="3527" y="11159"/>
                    <a:pt x="3466" y="11372"/>
                  </a:cubicBezTo>
                  <a:cubicBezTo>
                    <a:pt x="3162" y="11554"/>
                    <a:pt x="3253" y="11554"/>
                    <a:pt x="3405" y="11889"/>
                  </a:cubicBezTo>
                  <a:lnTo>
                    <a:pt x="3588" y="11706"/>
                  </a:lnTo>
                  <a:cubicBezTo>
                    <a:pt x="3618" y="11767"/>
                    <a:pt x="3648" y="11828"/>
                    <a:pt x="3709" y="11919"/>
                  </a:cubicBezTo>
                  <a:lnTo>
                    <a:pt x="3800" y="11919"/>
                  </a:lnTo>
                  <a:lnTo>
                    <a:pt x="3892" y="11676"/>
                  </a:lnTo>
                  <a:cubicBezTo>
                    <a:pt x="3831" y="11615"/>
                    <a:pt x="3800" y="11554"/>
                    <a:pt x="3770" y="11554"/>
                  </a:cubicBezTo>
                  <a:cubicBezTo>
                    <a:pt x="3758" y="11548"/>
                    <a:pt x="3748" y="11546"/>
                    <a:pt x="3738" y="11546"/>
                  </a:cubicBezTo>
                  <a:cubicBezTo>
                    <a:pt x="3697" y="11546"/>
                    <a:pt x="3667" y="11590"/>
                    <a:pt x="3618" y="11615"/>
                  </a:cubicBezTo>
                  <a:lnTo>
                    <a:pt x="3618" y="11463"/>
                  </a:lnTo>
                  <a:lnTo>
                    <a:pt x="3861" y="11463"/>
                  </a:lnTo>
                  <a:lnTo>
                    <a:pt x="3952" y="11250"/>
                  </a:lnTo>
                  <a:lnTo>
                    <a:pt x="4074" y="11524"/>
                  </a:lnTo>
                  <a:cubicBezTo>
                    <a:pt x="4013" y="11645"/>
                    <a:pt x="4013" y="11645"/>
                    <a:pt x="4135" y="11797"/>
                  </a:cubicBezTo>
                  <a:lnTo>
                    <a:pt x="4469" y="11797"/>
                  </a:lnTo>
                  <a:cubicBezTo>
                    <a:pt x="4439" y="11889"/>
                    <a:pt x="4469" y="11949"/>
                    <a:pt x="4408" y="12010"/>
                  </a:cubicBezTo>
                  <a:cubicBezTo>
                    <a:pt x="4348" y="12101"/>
                    <a:pt x="4408" y="12162"/>
                    <a:pt x="4408" y="12223"/>
                  </a:cubicBezTo>
                  <a:lnTo>
                    <a:pt x="4226" y="12223"/>
                  </a:lnTo>
                  <a:lnTo>
                    <a:pt x="3770" y="12709"/>
                  </a:lnTo>
                  <a:cubicBezTo>
                    <a:pt x="3952" y="12831"/>
                    <a:pt x="3800" y="13104"/>
                    <a:pt x="3983" y="13256"/>
                  </a:cubicBezTo>
                  <a:lnTo>
                    <a:pt x="4196" y="12770"/>
                  </a:lnTo>
                  <a:lnTo>
                    <a:pt x="4226" y="13013"/>
                  </a:lnTo>
                  <a:lnTo>
                    <a:pt x="4591" y="13013"/>
                  </a:lnTo>
                  <a:cubicBezTo>
                    <a:pt x="4682" y="12922"/>
                    <a:pt x="4743" y="12770"/>
                    <a:pt x="4834" y="12740"/>
                  </a:cubicBezTo>
                  <a:cubicBezTo>
                    <a:pt x="4925" y="12679"/>
                    <a:pt x="4925" y="12557"/>
                    <a:pt x="4864" y="12466"/>
                  </a:cubicBezTo>
                  <a:lnTo>
                    <a:pt x="4682" y="12466"/>
                  </a:lnTo>
                  <a:cubicBezTo>
                    <a:pt x="4652" y="12527"/>
                    <a:pt x="4591" y="12588"/>
                    <a:pt x="4560" y="12648"/>
                  </a:cubicBezTo>
                  <a:lnTo>
                    <a:pt x="4408" y="12466"/>
                  </a:lnTo>
                  <a:lnTo>
                    <a:pt x="4682" y="12466"/>
                  </a:lnTo>
                  <a:cubicBezTo>
                    <a:pt x="4712" y="12375"/>
                    <a:pt x="4743" y="12284"/>
                    <a:pt x="4804" y="12193"/>
                  </a:cubicBezTo>
                  <a:lnTo>
                    <a:pt x="4560" y="11980"/>
                  </a:lnTo>
                  <a:lnTo>
                    <a:pt x="4560" y="11645"/>
                  </a:lnTo>
                  <a:cubicBezTo>
                    <a:pt x="4621" y="11585"/>
                    <a:pt x="4682" y="11554"/>
                    <a:pt x="4743" y="11493"/>
                  </a:cubicBezTo>
                  <a:cubicBezTo>
                    <a:pt x="4804" y="11433"/>
                    <a:pt x="4834" y="11372"/>
                    <a:pt x="4864" y="11311"/>
                  </a:cubicBezTo>
                  <a:cubicBezTo>
                    <a:pt x="4877" y="11309"/>
                    <a:pt x="4888" y="11308"/>
                    <a:pt x="4900" y="11308"/>
                  </a:cubicBezTo>
                  <a:cubicBezTo>
                    <a:pt x="5081" y="11308"/>
                    <a:pt x="5116" y="11529"/>
                    <a:pt x="5259" y="11615"/>
                  </a:cubicBezTo>
                  <a:cubicBezTo>
                    <a:pt x="5411" y="11402"/>
                    <a:pt x="5411" y="11402"/>
                    <a:pt x="5199" y="11250"/>
                  </a:cubicBezTo>
                  <a:lnTo>
                    <a:pt x="5107" y="11402"/>
                  </a:lnTo>
                  <a:lnTo>
                    <a:pt x="5107" y="11159"/>
                  </a:lnTo>
                  <a:cubicBezTo>
                    <a:pt x="5290" y="11159"/>
                    <a:pt x="5411" y="11068"/>
                    <a:pt x="5442" y="10916"/>
                  </a:cubicBezTo>
                  <a:lnTo>
                    <a:pt x="5320" y="10703"/>
                  </a:lnTo>
                  <a:lnTo>
                    <a:pt x="5107" y="10764"/>
                  </a:lnTo>
                  <a:cubicBezTo>
                    <a:pt x="4986" y="10703"/>
                    <a:pt x="4955" y="10642"/>
                    <a:pt x="4986" y="10490"/>
                  </a:cubicBezTo>
                  <a:lnTo>
                    <a:pt x="5381" y="10490"/>
                  </a:lnTo>
                  <a:lnTo>
                    <a:pt x="5381" y="10612"/>
                  </a:lnTo>
                  <a:cubicBezTo>
                    <a:pt x="5401" y="10632"/>
                    <a:pt x="5422" y="10639"/>
                    <a:pt x="5443" y="10639"/>
                  </a:cubicBezTo>
                  <a:cubicBezTo>
                    <a:pt x="5486" y="10639"/>
                    <a:pt x="5533" y="10612"/>
                    <a:pt x="5594" y="10612"/>
                  </a:cubicBezTo>
                  <a:cubicBezTo>
                    <a:pt x="5638" y="10612"/>
                    <a:pt x="5698" y="10676"/>
                    <a:pt x="5763" y="10676"/>
                  </a:cubicBezTo>
                  <a:cubicBezTo>
                    <a:pt x="5787" y="10676"/>
                    <a:pt x="5812" y="10667"/>
                    <a:pt x="5837" y="10642"/>
                  </a:cubicBezTo>
                  <a:cubicBezTo>
                    <a:pt x="5776" y="10551"/>
                    <a:pt x="5594" y="10582"/>
                    <a:pt x="5655" y="10338"/>
                  </a:cubicBezTo>
                  <a:lnTo>
                    <a:pt x="5655" y="10338"/>
                  </a:lnTo>
                  <a:cubicBezTo>
                    <a:pt x="5746" y="10399"/>
                    <a:pt x="5807" y="10460"/>
                    <a:pt x="5867" y="10490"/>
                  </a:cubicBezTo>
                  <a:cubicBezTo>
                    <a:pt x="5928" y="10521"/>
                    <a:pt x="6019" y="10551"/>
                    <a:pt x="6111" y="10551"/>
                  </a:cubicBezTo>
                  <a:lnTo>
                    <a:pt x="6019" y="10673"/>
                  </a:lnTo>
                  <a:lnTo>
                    <a:pt x="6202" y="10977"/>
                  </a:lnTo>
                  <a:lnTo>
                    <a:pt x="5989" y="11007"/>
                  </a:lnTo>
                  <a:lnTo>
                    <a:pt x="5928" y="11159"/>
                  </a:lnTo>
                  <a:lnTo>
                    <a:pt x="6050" y="11372"/>
                  </a:lnTo>
                  <a:lnTo>
                    <a:pt x="6445" y="11372"/>
                  </a:lnTo>
                  <a:lnTo>
                    <a:pt x="6445" y="11554"/>
                  </a:lnTo>
                  <a:lnTo>
                    <a:pt x="6414" y="11493"/>
                  </a:lnTo>
                  <a:lnTo>
                    <a:pt x="6141" y="11828"/>
                  </a:lnTo>
                  <a:lnTo>
                    <a:pt x="6080" y="11767"/>
                  </a:lnTo>
                  <a:lnTo>
                    <a:pt x="5867" y="11980"/>
                  </a:lnTo>
                  <a:lnTo>
                    <a:pt x="5563" y="11676"/>
                  </a:lnTo>
                  <a:lnTo>
                    <a:pt x="5411" y="11676"/>
                  </a:lnTo>
                  <a:lnTo>
                    <a:pt x="5290" y="11797"/>
                  </a:lnTo>
                  <a:lnTo>
                    <a:pt x="5594" y="11949"/>
                  </a:lnTo>
                  <a:lnTo>
                    <a:pt x="5594" y="12132"/>
                  </a:lnTo>
                  <a:lnTo>
                    <a:pt x="5746" y="12041"/>
                  </a:lnTo>
                  <a:lnTo>
                    <a:pt x="5928" y="12314"/>
                  </a:lnTo>
                  <a:lnTo>
                    <a:pt x="6232" y="12314"/>
                  </a:lnTo>
                  <a:lnTo>
                    <a:pt x="6050" y="12405"/>
                  </a:lnTo>
                  <a:lnTo>
                    <a:pt x="6111" y="12497"/>
                  </a:lnTo>
                  <a:lnTo>
                    <a:pt x="5837" y="12618"/>
                  </a:lnTo>
                  <a:cubicBezTo>
                    <a:pt x="5837" y="12679"/>
                    <a:pt x="5807" y="12770"/>
                    <a:pt x="5807" y="12831"/>
                  </a:cubicBezTo>
                  <a:lnTo>
                    <a:pt x="5533" y="12831"/>
                  </a:lnTo>
                  <a:cubicBezTo>
                    <a:pt x="5481" y="12909"/>
                    <a:pt x="5473" y="13056"/>
                    <a:pt x="5356" y="13056"/>
                  </a:cubicBezTo>
                  <a:cubicBezTo>
                    <a:pt x="5337" y="13056"/>
                    <a:pt x="5315" y="13052"/>
                    <a:pt x="5290" y="13044"/>
                  </a:cubicBezTo>
                  <a:cubicBezTo>
                    <a:pt x="5320" y="12922"/>
                    <a:pt x="5442" y="12800"/>
                    <a:pt x="5351" y="12679"/>
                  </a:cubicBezTo>
                  <a:lnTo>
                    <a:pt x="5351" y="12679"/>
                  </a:lnTo>
                  <a:cubicBezTo>
                    <a:pt x="5290" y="12770"/>
                    <a:pt x="5138" y="12770"/>
                    <a:pt x="5138" y="12922"/>
                  </a:cubicBezTo>
                  <a:cubicBezTo>
                    <a:pt x="5119" y="12884"/>
                    <a:pt x="5089" y="12859"/>
                    <a:pt x="5061" y="12859"/>
                  </a:cubicBezTo>
                  <a:cubicBezTo>
                    <a:pt x="5044" y="12859"/>
                    <a:pt x="5028" y="12868"/>
                    <a:pt x="5016" y="12892"/>
                  </a:cubicBezTo>
                  <a:cubicBezTo>
                    <a:pt x="4986" y="12922"/>
                    <a:pt x="4955" y="12952"/>
                    <a:pt x="4895" y="12983"/>
                  </a:cubicBezTo>
                  <a:cubicBezTo>
                    <a:pt x="4864" y="13013"/>
                    <a:pt x="4834" y="13104"/>
                    <a:pt x="4804" y="13135"/>
                  </a:cubicBezTo>
                  <a:cubicBezTo>
                    <a:pt x="4773" y="13165"/>
                    <a:pt x="4712" y="13165"/>
                    <a:pt x="4682" y="13226"/>
                  </a:cubicBezTo>
                  <a:cubicBezTo>
                    <a:pt x="4682" y="13287"/>
                    <a:pt x="4652" y="13317"/>
                    <a:pt x="4591" y="13378"/>
                  </a:cubicBezTo>
                  <a:lnTo>
                    <a:pt x="4135" y="13287"/>
                  </a:lnTo>
                  <a:lnTo>
                    <a:pt x="4044" y="13500"/>
                  </a:lnTo>
                  <a:cubicBezTo>
                    <a:pt x="4097" y="13606"/>
                    <a:pt x="4151" y="13784"/>
                    <a:pt x="4287" y="13784"/>
                  </a:cubicBezTo>
                  <a:cubicBezTo>
                    <a:pt x="4305" y="13784"/>
                    <a:pt x="4326" y="13780"/>
                    <a:pt x="4348" y="13773"/>
                  </a:cubicBezTo>
                  <a:cubicBezTo>
                    <a:pt x="4383" y="13809"/>
                    <a:pt x="4419" y="13821"/>
                    <a:pt x="4455" y="13821"/>
                  </a:cubicBezTo>
                  <a:cubicBezTo>
                    <a:pt x="4529" y="13821"/>
                    <a:pt x="4604" y="13769"/>
                    <a:pt x="4678" y="13769"/>
                  </a:cubicBezTo>
                  <a:cubicBezTo>
                    <a:pt x="4689" y="13769"/>
                    <a:pt x="4701" y="13770"/>
                    <a:pt x="4712" y="13773"/>
                  </a:cubicBezTo>
                  <a:cubicBezTo>
                    <a:pt x="4591" y="13500"/>
                    <a:pt x="4591" y="13500"/>
                    <a:pt x="4773" y="13439"/>
                  </a:cubicBezTo>
                  <a:lnTo>
                    <a:pt x="4773" y="13439"/>
                  </a:lnTo>
                  <a:cubicBezTo>
                    <a:pt x="4773" y="13560"/>
                    <a:pt x="4804" y="13652"/>
                    <a:pt x="4712" y="13773"/>
                  </a:cubicBezTo>
                  <a:lnTo>
                    <a:pt x="4712" y="14047"/>
                  </a:lnTo>
                  <a:lnTo>
                    <a:pt x="5077" y="14047"/>
                  </a:lnTo>
                  <a:lnTo>
                    <a:pt x="5168" y="14259"/>
                  </a:lnTo>
                  <a:lnTo>
                    <a:pt x="5047" y="14320"/>
                  </a:lnTo>
                  <a:cubicBezTo>
                    <a:pt x="5077" y="14503"/>
                    <a:pt x="5259" y="14351"/>
                    <a:pt x="5290" y="14503"/>
                  </a:cubicBezTo>
                  <a:cubicBezTo>
                    <a:pt x="5351" y="14655"/>
                    <a:pt x="5472" y="14624"/>
                    <a:pt x="5533" y="14685"/>
                  </a:cubicBezTo>
                  <a:lnTo>
                    <a:pt x="5624" y="14472"/>
                  </a:lnTo>
                  <a:lnTo>
                    <a:pt x="5655" y="14776"/>
                  </a:lnTo>
                  <a:lnTo>
                    <a:pt x="5959" y="14776"/>
                  </a:lnTo>
                  <a:lnTo>
                    <a:pt x="5989" y="14898"/>
                  </a:lnTo>
                  <a:cubicBezTo>
                    <a:pt x="6040" y="14847"/>
                    <a:pt x="6090" y="14823"/>
                    <a:pt x="6139" y="14823"/>
                  </a:cubicBezTo>
                  <a:cubicBezTo>
                    <a:pt x="6207" y="14823"/>
                    <a:pt x="6270" y="14870"/>
                    <a:pt x="6323" y="14959"/>
                  </a:cubicBezTo>
                  <a:lnTo>
                    <a:pt x="6323" y="15202"/>
                  </a:lnTo>
                  <a:lnTo>
                    <a:pt x="6506" y="15506"/>
                  </a:lnTo>
                  <a:lnTo>
                    <a:pt x="6384" y="15536"/>
                  </a:lnTo>
                  <a:lnTo>
                    <a:pt x="6475" y="15779"/>
                  </a:lnTo>
                  <a:lnTo>
                    <a:pt x="6779" y="15779"/>
                  </a:lnTo>
                  <a:lnTo>
                    <a:pt x="6506" y="15992"/>
                  </a:lnTo>
                  <a:lnTo>
                    <a:pt x="6141" y="15992"/>
                  </a:lnTo>
                  <a:lnTo>
                    <a:pt x="5959" y="16205"/>
                  </a:lnTo>
                  <a:lnTo>
                    <a:pt x="5685" y="16205"/>
                  </a:lnTo>
                  <a:lnTo>
                    <a:pt x="5776" y="16022"/>
                  </a:lnTo>
                  <a:lnTo>
                    <a:pt x="5411" y="16022"/>
                  </a:lnTo>
                  <a:lnTo>
                    <a:pt x="5411" y="16235"/>
                  </a:lnTo>
                  <a:lnTo>
                    <a:pt x="5594" y="16235"/>
                  </a:lnTo>
                  <a:lnTo>
                    <a:pt x="5594" y="16448"/>
                  </a:lnTo>
                  <a:lnTo>
                    <a:pt x="5411" y="16448"/>
                  </a:lnTo>
                  <a:cubicBezTo>
                    <a:pt x="5259" y="16570"/>
                    <a:pt x="5107" y="16661"/>
                    <a:pt x="4955" y="16691"/>
                  </a:cubicBezTo>
                  <a:cubicBezTo>
                    <a:pt x="4955" y="16661"/>
                    <a:pt x="4925" y="16661"/>
                    <a:pt x="4925" y="16661"/>
                  </a:cubicBezTo>
                  <a:cubicBezTo>
                    <a:pt x="4925" y="16630"/>
                    <a:pt x="4925" y="16630"/>
                    <a:pt x="4925" y="16630"/>
                  </a:cubicBezTo>
                  <a:lnTo>
                    <a:pt x="4804" y="16630"/>
                  </a:lnTo>
                  <a:cubicBezTo>
                    <a:pt x="4834" y="16752"/>
                    <a:pt x="4712" y="16752"/>
                    <a:pt x="4682" y="16813"/>
                  </a:cubicBezTo>
                  <a:lnTo>
                    <a:pt x="4712" y="16904"/>
                  </a:lnTo>
                  <a:lnTo>
                    <a:pt x="4712" y="16934"/>
                  </a:lnTo>
                  <a:lnTo>
                    <a:pt x="4408" y="16782"/>
                  </a:lnTo>
                  <a:cubicBezTo>
                    <a:pt x="4348" y="16478"/>
                    <a:pt x="4591" y="16266"/>
                    <a:pt x="4530" y="15962"/>
                  </a:cubicBezTo>
                  <a:lnTo>
                    <a:pt x="4530" y="15962"/>
                  </a:lnTo>
                  <a:cubicBezTo>
                    <a:pt x="4600" y="16043"/>
                    <a:pt x="4656" y="16071"/>
                    <a:pt x="4706" y="16071"/>
                  </a:cubicBezTo>
                  <a:cubicBezTo>
                    <a:pt x="4787" y="16071"/>
                    <a:pt x="4850" y="15999"/>
                    <a:pt x="4925" y="15962"/>
                  </a:cubicBezTo>
                  <a:cubicBezTo>
                    <a:pt x="5047" y="15901"/>
                    <a:pt x="5016" y="15779"/>
                    <a:pt x="5016" y="15658"/>
                  </a:cubicBezTo>
                  <a:cubicBezTo>
                    <a:pt x="4864" y="15384"/>
                    <a:pt x="4621" y="15384"/>
                    <a:pt x="4500" y="15232"/>
                  </a:cubicBezTo>
                  <a:lnTo>
                    <a:pt x="4165" y="15232"/>
                  </a:lnTo>
                  <a:cubicBezTo>
                    <a:pt x="4104" y="15445"/>
                    <a:pt x="3952" y="15414"/>
                    <a:pt x="3831" y="15475"/>
                  </a:cubicBezTo>
                  <a:lnTo>
                    <a:pt x="3800" y="15718"/>
                  </a:lnTo>
                  <a:cubicBezTo>
                    <a:pt x="3952" y="15810"/>
                    <a:pt x="4013" y="16022"/>
                    <a:pt x="4226" y="16022"/>
                  </a:cubicBezTo>
                  <a:lnTo>
                    <a:pt x="4013" y="16357"/>
                  </a:lnTo>
                  <a:lnTo>
                    <a:pt x="4013" y="16600"/>
                  </a:lnTo>
                  <a:lnTo>
                    <a:pt x="4196" y="16630"/>
                  </a:lnTo>
                  <a:lnTo>
                    <a:pt x="4378" y="17147"/>
                  </a:lnTo>
                  <a:lnTo>
                    <a:pt x="4469" y="16934"/>
                  </a:lnTo>
                  <a:lnTo>
                    <a:pt x="4591" y="17177"/>
                  </a:lnTo>
                  <a:lnTo>
                    <a:pt x="4864" y="16995"/>
                  </a:lnTo>
                  <a:lnTo>
                    <a:pt x="4804" y="17451"/>
                  </a:lnTo>
                  <a:lnTo>
                    <a:pt x="5016" y="17481"/>
                  </a:lnTo>
                  <a:lnTo>
                    <a:pt x="4895" y="17633"/>
                  </a:lnTo>
                  <a:lnTo>
                    <a:pt x="4834" y="17542"/>
                  </a:lnTo>
                  <a:lnTo>
                    <a:pt x="4743" y="17633"/>
                  </a:lnTo>
                  <a:lnTo>
                    <a:pt x="4652" y="17390"/>
                  </a:lnTo>
                  <a:lnTo>
                    <a:pt x="4500" y="17512"/>
                  </a:lnTo>
                  <a:lnTo>
                    <a:pt x="4652" y="17785"/>
                  </a:lnTo>
                  <a:lnTo>
                    <a:pt x="4135" y="17755"/>
                  </a:lnTo>
                  <a:cubicBezTo>
                    <a:pt x="4104" y="17816"/>
                    <a:pt x="3983" y="17816"/>
                    <a:pt x="4013" y="17968"/>
                  </a:cubicBezTo>
                  <a:lnTo>
                    <a:pt x="4196" y="18059"/>
                  </a:lnTo>
                  <a:lnTo>
                    <a:pt x="3831" y="18059"/>
                  </a:lnTo>
                  <a:cubicBezTo>
                    <a:pt x="3800" y="17907"/>
                    <a:pt x="3588" y="17998"/>
                    <a:pt x="3527" y="17846"/>
                  </a:cubicBezTo>
                  <a:lnTo>
                    <a:pt x="3466" y="17785"/>
                  </a:lnTo>
                  <a:cubicBezTo>
                    <a:pt x="3436" y="17664"/>
                    <a:pt x="3253" y="17785"/>
                    <a:pt x="3253" y="17603"/>
                  </a:cubicBezTo>
                  <a:cubicBezTo>
                    <a:pt x="3149" y="17524"/>
                    <a:pt x="3066" y="17378"/>
                    <a:pt x="2909" y="17378"/>
                  </a:cubicBezTo>
                  <a:cubicBezTo>
                    <a:pt x="2884" y="17378"/>
                    <a:pt x="2857" y="17382"/>
                    <a:pt x="2828" y="17390"/>
                  </a:cubicBezTo>
                  <a:cubicBezTo>
                    <a:pt x="2797" y="17390"/>
                    <a:pt x="2797" y="17421"/>
                    <a:pt x="2797" y="17421"/>
                  </a:cubicBezTo>
                  <a:lnTo>
                    <a:pt x="3010" y="17573"/>
                  </a:lnTo>
                  <a:lnTo>
                    <a:pt x="2858" y="17633"/>
                  </a:lnTo>
                  <a:lnTo>
                    <a:pt x="2858" y="17846"/>
                  </a:lnTo>
                  <a:lnTo>
                    <a:pt x="2585" y="17877"/>
                  </a:lnTo>
                  <a:lnTo>
                    <a:pt x="2737" y="18332"/>
                  </a:lnTo>
                  <a:lnTo>
                    <a:pt x="2433" y="18272"/>
                  </a:lnTo>
                  <a:lnTo>
                    <a:pt x="2341" y="18788"/>
                  </a:lnTo>
                  <a:cubicBezTo>
                    <a:pt x="2433" y="18819"/>
                    <a:pt x="2524" y="18819"/>
                    <a:pt x="2585" y="18880"/>
                  </a:cubicBezTo>
                  <a:cubicBezTo>
                    <a:pt x="2629" y="18924"/>
                    <a:pt x="2690" y="18952"/>
                    <a:pt x="2755" y="18952"/>
                  </a:cubicBezTo>
                  <a:cubicBezTo>
                    <a:pt x="2779" y="18952"/>
                    <a:pt x="2803" y="18949"/>
                    <a:pt x="2828" y="18940"/>
                  </a:cubicBezTo>
                  <a:cubicBezTo>
                    <a:pt x="2919" y="18910"/>
                    <a:pt x="3010" y="18849"/>
                    <a:pt x="3071" y="18788"/>
                  </a:cubicBezTo>
                  <a:cubicBezTo>
                    <a:pt x="3119" y="18908"/>
                    <a:pt x="3204" y="18990"/>
                    <a:pt x="3298" y="19034"/>
                  </a:cubicBezTo>
                  <a:lnTo>
                    <a:pt x="3298" y="19034"/>
                  </a:lnTo>
                  <a:cubicBezTo>
                    <a:pt x="3314" y="19021"/>
                    <a:pt x="3328" y="19013"/>
                    <a:pt x="3340" y="19013"/>
                  </a:cubicBezTo>
                  <a:cubicBezTo>
                    <a:pt x="3356" y="19013"/>
                    <a:pt x="3368" y="19027"/>
                    <a:pt x="3375" y="19062"/>
                  </a:cubicBezTo>
                  <a:cubicBezTo>
                    <a:pt x="3527" y="19123"/>
                    <a:pt x="3497" y="19214"/>
                    <a:pt x="3466" y="19305"/>
                  </a:cubicBezTo>
                  <a:lnTo>
                    <a:pt x="3193" y="19396"/>
                  </a:lnTo>
                  <a:lnTo>
                    <a:pt x="3101" y="19214"/>
                  </a:lnTo>
                  <a:cubicBezTo>
                    <a:pt x="3154" y="19187"/>
                    <a:pt x="3207" y="19126"/>
                    <a:pt x="3253" y="19078"/>
                  </a:cubicBezTo>
                  <a:lnTo>
                    <a:pt x="3253" y="19078"/>
                  </a:lnTo>
                  <a:cubicBezTo>
                    <a:pt x="3166" y="19092"/>
                    <a:pt x="3099" y="19104"/>
                    <a:pt x="3048" y="19104"/>
                  </a:cubicBezTo>
                  <a:cubicBezTo>
                    <a:pt x="2987" y="19104"/>
                    <a:pt x="2947" y="19087"/>
                    <a:pt x="2919" y="19032"/>
                  </a:cubicBezTo>
                  <a:lnTo>
                    <a:pt x="2889" y="19032"/>
                  </a:lnTo>
                  <a:lnTo>
                    <a:pt x="2889" y="19305"/>
                  </a:lnTo>
                  <a:lnTo>
                    <a:pt x="3041" y="19366"/>
                  </a:lnTo>
                  <a:lnTo>
                    <a:pt x="2949" y="19518"/>
                  </a:lnTo>
                  <a:cubicBezTo>
                    <a:pt x="2980" y="19548"/>
                    <a:pt x="3041" y="19579"/>
                    <a:pt x="2980" y="19639"/>
                  </a:cubicBezTo>
                  <a:lnTo>
                    <a:pt x="2797" y="19548"/>
                  </a:lnTo>
                  <a:lnTo>
                    <a:pt x="2585" y="19791"/>
                  </a:lnTo>
                  <a:lnTo>
                    <a:pt x="2797" y="20004"/>
                  </a:lnTo>
                  <a:cubicBezTo>
                    <a:pt x="2645" y="20065"/>
                    <a:pt x="2828" y="20247"/>
                    <a:pt x="2767" y="20339"/>
                  </a:cubicBezTo>
                  <a:cubicBezTo>
                    <a:pt x="2706" y="20399"/>
                    <a:pt x="2737" y="20582"/>
                    <a:pt x="2737" y="20764"/>
                  </a:cubicBezTo>
                  <a:lnTo>
                    <a:pt x="2585" y="20582"/>
                  </a:lnTo>
                  <a:lnTo>
                    <a:pt x="2372" y="20673"/>
                  </a:lnTo>
                  <a:lnTo>
                    <a:pt x="2372" y="20703"/>
                  </a:lnTo>
                  <a:lnTo>
                    <a:pt x="2372" y="20946"/>
                  </a:lnTo>
                  <a:lnTo>
                    <a:pt x="2524" y="21342"/>
                  </a:lnTo>
                  <a:lnTo>
                    <a:pt x="2858" y="21038"/>
                  </a:lnTo>
                  <a:lnTo>
                    <a:pt x="2858" y="21038"/>
                  </a:lnTo>
                  <a:cubicBezTo>
                    <a:pt x="2797" y="21250"/>
                    <a:pt x="2828" y="21372"/>
                    <a:pt x="2949" y="21402"/>
                  </a:cubicBezTo>
                  <a:cubicBezTo>
                    <a:pt x="3068" y="21355"/>
                    <a:pt x="3168" y="21252"/>
                    <a:pt x="3307" y="21252"/>
                  </a:cubicBezTo>
                  <a:cubicBezTo>
                    <a:pt x="3346" y="21252"/>
                    <a:pt x="3389" y="21261"/>
                    <a:pt x="3436" y="21281"/>
                  </a:cubicBezTo>
                  <a:lnTo>
                    <a:pt x="3345" y="21433"/>
                  </a:lnTo>
                  <a:lnTo>
                    <a:pt x="3497" y="21524"/>
                  </a:lnTo>
                  <a:lnTo>
                    <a:pt x="3345" y="21615"/>
                  </a:lnTo>
                  <a:lnTo>
                    <a:pt x="3345" y="21767"/>
                  </a:lnTo>
                  <a:lnTo>
                    <a:pt x="3071" y="21919"/>
                  </a:lnTo>
                  <a:lnTo>
                    <a:pt x="3497" y="22132"/>
                  </a:lnTo>
                  <a:cubicBezTo>
                    <a:pt x="3445" y="22235"/>
                    <a:pt x="3393" y="22270"/>
                    <a:pt x="3336" y="22270"/>
                  </a:cubicBezTo>
                  <a:cubicBezTo>
                    <a:pt x="3292" y="22270"/>
                    <a:pt x="3245" y="22249"/>
                    <a:pt x="3193" y="22223"/>
                  </a:cubicBezTo>
                  <a:lnTo>
                    <a:pt x="3101" y="22345"/>
                  </a:lnTo>
                  <a:cubicBezTo>
                    <a:pt x="3101" y="22405"/>
                    <a:pt x="3071" y="22497"/>
                    <a:pt x="3071" y="22557"/>
                  </a:cubicBezTo>
                  <a:cubicBezTo>
                    <a:pt x="3041" y="22649"/>
                    <a:pt x="2949" y="22649"/>
                    <a:pt x="2858" y="22649"/>
                  </a:cubicBezTo>
                  <a:cubicBezTo>
                    <a:pt x="2797" y="22679"/>
                    <a:pt x="2737" y="22709"/>
                    <a:pt x="2676" y="22740"/>
                  </a:cubicBezTo>
                  <a:lnTo>
                    <a:pt x="2524" y="23074"/>
                  </a:lnTo>
                  <a:cubicBezTo>
                    <a:pt x="2524" y="23135"/>
                    <a:pt x="2554" y="23196"/>
                    <a:pt x="2554" y="23257"/>
                  </a:cubicBezTo>
                  <a:lnTo>
                    <a:pt x="2919" y="23409"/>
                  </a:lnTo>
                  <a:lnTo>
                    <a:pt x="2585" y="23500"/>
                  </a:lnTo>
                  <a:lnTo>
                    <a:pt x="2585" y="23287"/>
                  </a:lnTo>
                  <a:lnTo>
                    <a:pt x="2372" y="23287"/>
                  </a:lnTo>
                  <a:cubicBezTo>
                    <a:pt x="2341" y="23378"/>
                    <a:pt x="2372" y="23500"/>
                    <a:pt x="2433" y="23591"/>
                  </a:cubicBezTo>
                  <a:cubicBezTo>
                    <a:pt x="2615" y="23712"/>
                    <a:pt x="2737" y="23925"/>
                    <a:pt x="2828" y="24138"/>
                  </a:cubicBezTo>
                  <a:lnTo>
                    <a:pt x="2645" y="24168"/>
                  </a:lnTo>
                  <a:lnTo>
                    <a:pt x="2706" y="24503"/>
                  </a:lnTo>
                  <a:cubicBezTo>
                    <a:pt x="2645" y="24472"/>
                    <a:pt x="2585" y="24442"/>
                    <a:pt x="2554" y="24381"/>
                  </a:cubicBezTo>
                  <a:cubicBezTo>
                    <a:pt x="2493" y="24320"/>
                    <a:pt x="2463" y="24260"/>
                    <a:pt x="2433" y="24199"/>
                  </a:cubicBezTo>
                  <a:cubicBezTo>
                    <a:pt x="2341" y="24351"/>
                    <a:pt x="2220" y="24472"/>
                    <a:pt x="2341" y="24655"/>
                  </a:cubicBezTo>
                  <a:lnTo>
                    <a:pt x="2159" y="24928"/>
                  </a:lnTo>
                  <a:lnTo>
                    <a:pt x="2433" y="24928"/>
                  </a:lnTo>
                  <a:lnTo>
                    <a:pt x="1977" y="25323"/>
                  </a:lnTo>
                  <a:lnTo>
                    <a:pt x="2038" y="25445"/>
                  </a:lnTo>
                  <a:lnTo>
                    <a:pt x="1916" y="25536"/>
                  </a:lnTo>
                  <a:lnTo>
                    <a:pt x="1977" y="25810"/>
                  </a:lnTo>
                  <a:cubicBezTo>
                    <a:pt x="1946" y="25785"/>
                    <a:pt x="1917" y="25776"/>
                    <a:pt x="1889" y="25776"/>
                  </a:cubicBezTo>
                  <a:cubicBezTo>
                    <a:pt x="1776" y="25776"/>
                    <a:pt x="1679" y="25931"/>
                    <a:pt x="1582" y="25931"/>
                  </a:cubicBezTo>
                  <a:cubicBezTo>
                    <a:pt x="1501" y="25931"/>
                    <a:pt x="1419" y="25877"/>
                    <a:pt x="1338" y="25877"/>
                  </a:cubicBezTo>
                  <a:cubicBezTo>
                    <a:pt x="1298" y="25877"/>
                    <a:pt x="1257" y="25891"/>
                    <a:pt x="1217" y="25931"/>
                  </a:cubicBezTo>
                  <a:lnTo>
                    <a:pt x="1217" y="26114"/>
                  </a:lnTo>
                  <a:lnTo>
                    <a:pt x="1430" y="26144"/>
                  </a:lnTo>
                  <a:cubicBezTo>
                    <a:pt x="1278" y="26205"/>
                    <a:pt x="1399" y="26296"/>
                    <a:pt x="1369" y="26357"/>
                  </a:cubicBezTo>
                  <a:cubicBezTo>
                    <a:pt x="1308" y="26418"/>
                    <a:pt x="1278" y="26478"/>
                    <a:pt x="1278" y="26570"/>
                  </a:cubicBezTo>
                  <a:cubicBezTo>
                    <a:pt x="1278" y="26630"/>
                    <a:pt x="1338" y="26722"/>
                    <a:pt x="1308" y="26782"/>
                  </a:cubicBezTo>
                  <a:cubicBezTo>
                    <a:pt x="1308" y="26843"/>
                    <a:pt x="1247" y="26904"/>
                    <a:pt x="1186" y="26965"/>
                  </a:cubicBezTo>
                  <a:lnTo>
                    <a:pt x="1247" y="26995"/>
                  </a:lnTo>
                  <a:lnTo>
                    <a:pt x="1430" y="26843"/>
                  </a:lnTo>
                  <a:lnTo>
                    <a:pt x="1551" y="27056"/>
                  </a:lnTo>
                  <a:lnTo>
                    <a:pt x="1855" y="27056"/>
                  </a:lnTo>
                  <a:lnTo>
                    <a:pt x="1855" y="27117"/>
                  </a:lnTo>
                  <a:lnTo>
                    <a:pt x="1642" y="27147"/>
                  </a:lnTo>
                  <a:lnTo>
                    <a:pt x="1794" y="27421"/>
                  </a:lnTo>
                  <a:lnTo>
                    <a:pt x="1642" y="27482"/>
                  </a:lnTo>
                  <a:cubicBezTo>
                    <a:pt x="1764" y="27542"/>
                    <a:pt x="1855" y="27542"/>
                    <a:pt x="1855" y="27725"/>
                  </a:cubicBezTo>
                  <a:lnTo>
                    <a:pt x="1703" y="27785"/>
                  </a:lnTo>
                  <a:lnTo>
                    <a:pt x="1825" y="27998"/>
                  </a:lnTo>
                  <a:lnTo>
                    <a:pt x="1916" y="27816"/>
                  </a:lnTo>
                  <a:lnTo>
                    <a:pt x="2281" y="27877"/>
                  </a:lnTo>
                  <a:lnTo>
                    <a:pt x="2372" y="27694"/>
                  </a:lnTo>
                  <a:lnTo>
                    <a:pt x="2615" y="27907"/>
                  </a:lnTo>
                  <a:lnTo>
                    <a:pt x="2493" y="28120"/>
                  </a:lnTo>
                  <a:lnTo>
                    <a:pt x="2554" y="28181"/>
                  </a:lnTo>
                  <a:lnTo>
                    <a:pt x="2250" y="28485"/>
                  </a:lnTo>
                  <a:lnTo>
                    <a:pt x="2159" y="28272"/>
                  </a:lnTo>
                  <a:lnTo>
                    <a:pt x="2007" y="28272"/>
                  </a:lnTo>
                  <a:lnTo>
                    <a:pt x="1977" y="28120"/>
                  </a:lnTo>
                  <a:cubicBezTo>
                    <a:pt x="1943" y="28198"/>
                    <a:pt x="1910" y="28223"/>
                    <a:pt x="1876" y="28223"/>
                  </a:cubicBezTo>
                  <a:cubicBezTo>
                    <a:pt x="1818" y="28223"/>
                    <a:pt x="1761" y="28150"/>
                    <a:pt x="1703" y="28150"/>
                  </a:cubicBezTo>
                  <a:lnTo>
                    <a:pt x="1490" y="28393"/>
                  </a:lnTo>
                  <a:lnTo>
                    <a:pt x="1278" y="28272"/>
                  </a:lnTo>
                  <a:lnTo>
                    <a:pt x="1278" y="28272"/>
                  </a:lnTo>
                  <a:cubicBezTo>
                    <a:pt x="1308" y="28606"/>
                    <a:pt x="1126" y="28667"/>
                    <a:pt x="943" y="28728"/>
                  </a:cubicBezTo>
                  <a:cubicBezTo>
                    <a:pt x="1126" y="28819"/>
                    <a:pt x="1126" y="28819"/>
                    <a:pt x="1126" y="28971"/>
                  </a:cubicBezTo>
                  <a:cubicBezTo>
                    <a:pt x="1156" y="29092"/>
                    <a:pt x="1186" y="29214"/>
                    <a:pt x="1217" y="29336"/>
                  </a:cubicBezTo>
                  <a:cubicBezTo>
                    <a:pt x="1217" y="29396"/>
                    <a:pt x="1308" y="29396"/>
                    <a:pt x="1369" y="29457"/>
                  </a:cubicBezTo>
                  <a:cubicBezTo>
                    <a:pt x="1369" y="29488"/>
                    <a:pt x="1399" y="29518"/>
                    <a:pt x="1399" y="29548"/>
                  </a:cubicBezTo>
                  <a:cubicBezTo>
                    <a:pt x="1383" y="29588"/>
                    <a:pt x="1366" y="29601"/>
                    <a:pt x="1346" y="29601"/>
                  </a:cubicBezTo>
                  <a:cubicBezTo>
                    <a:pt x="1310" y="29601"/>
                    <a:pt x="1269" y="29557"/>
                    <a:pt x="1227" y="29557"/>
                  </a:cubicBezTo>
                  <a:cubicBezTo>
                    <a:pt x="1203" y="29557"/>
                    <a:pt x="1180" y="29570"/>
                    <a:pt x="1156" y="29609"/>
                  </a:cubicBezTo>
                  <a:lnTo>
                    <a:pt x="913" y="29305"/>
                  </a:lnTo>
                  <a:cubicBezTo>
                    <a:pt x="822" y="29366"/>
                    <a:pt x="730" y="29396"/>
                    <a:pt x="700" y="29518"/>
                  </a:cubicBezTo>
                  <a:cubicBezTo>
                    <a:pt x="548" y="29366"/>
                    <a:pt x="366" y="29427"/>
                    <a:pt x="183" y="29305"/>
                  </a:cubicBezTo>
                  <a:cubicBezTo>
                    <a:pt x="170" y="29292"/>
                    <a:pt x="154" y="29286"/>
                    <a:pt x="139" y="29286"/>
                  </a:cubicBezTo>
                  <a:cubicBezTo>
                    <a:pt x="85" y="29286"/>
                    <a:pt x="25" y="29356"/>
                    <a:pt x="1" y="29427"/>
                  </a:cubicBezTo>
                  <a:cubicBezTo>
                    <a:pt x="62" y="29457"/>
                    <a:pt x="123" y="29457"/>
                    <a:pt x="123" y="29488"/>
                  </a:cubicBezTo>
                  <a:cubicBezTo>
                    <a:pt x="153" y="29640"/>
                    <a:pt x="275" y="29792"/>
                    <a:pt x="457" y="29792"/>
                  </a:cubicBezTo>
                  <a:cubicBezTo>
                    <a:pt x="487" y="29792"/>
                    <a:pt x="548" y="29822"/>
                    <a:pt x="609" y="29852"/>
                  </a:cubicBezTo>
                  <a:cubicBezTo>
                    <a:pt x="639" y="29883"/>
                    <a:pt x="670" y="29944"/>
                    <a:pt x="700" y="30004"/>
                  </a:cubicBezTo>
                  <a:lnTo>
                    <a:pt x="791" y="29913"/>
                  </a:lnTo>
                  <a:lnTo>
                    <a:pt x="1065" y="30065"/>
                  </a:lnTo>
                  <a:lnTo>
                    <a:pt x="1582" y="29913"/>
                  </a:lnTo>
                  <a:lnTo>
                    <a:pt x="1642" y="30156"/>
                  </a:lnTo>
                  <a:lnTo>
                    <a:pt x="1794" y="30156"/>
                  </a:lnTo>
                  <a:lnTo>
                    <a:pt x="1642" y="30551"/>
                  </a:lnTo>
                  <a:lnTo>
                    <a:pt x="1430" y="30551"/>
                  </a:lnTo>
                  <a:lnTo>
                    <a:pt x="1338" y="30825"/>
                  </a:lnTo>
                  <a:lnTo>
                    <a:pt x="1825" y="30947"/>
                  </a:lnTo>
                  <a:lnTo>
                    <a:pt x="1977" y="31159"/>
                  </a:lnTo>
                  <a:cubicBezTo>
                    <a:pt x="2001" y="31124"/>
                    <a:pt x="2020" y="31111"/>
                    <a:pt x="2036" y="31111"/>
                  </a:cubicBezTo>
                  <a:cubicBezTo>
                    <a:pt x="2061" y="31111"/>
                    <a:pt x="2080" y="31141"/>
                    <a:pt x="2098" y="31159"/>
                  </a:cubicBezTo>
                  <a:cubicBezTo>
                    <a:pt x="2159" y="31190"/>
                    <a:pt x="2220" y="31190"/>
                    <a:pt x="2281" y="31220"/>
                  </a:cubicBezTo>
                  <a:cubicBezTo>
                    <a:pt x="2311" y="31228"/>
                    <a:pt x="2341" y="31232"/>
                    <a:pt x="2371" y="31232"/>
                  </a:cubicBezTo>
                  <a:cubicBezTo>
                    <a:pt x="2461" y="31232"/>
                    <a:pt x="2547" y="31197"/>
                    <a:pt x="2615" y="31129"/>
                  </a:cubicBezTo>
                  <a:cubicBezTo>
                    <a:pt x="2645" y="31099"/>
                    <a:pt x="2676" y="31099"/>
                    <a:pt x="2737" y="31099"/>
                  </a:cubicBezTo>
                  <a:lnTo>
                    <a:pt x="2706" y="31311"/>
                  </a:lnTo>
                  <a:cubicBezTo>
                    <a:pt x="2828" y="31403"/>
                    <a:pt x="2919" y="31585"/>
                    <a:pt x="2889" y="31737"/>
                  </a:cubicBezTo>
                  <a:cubicBezTo>
                    <a:pt x="2944" y="31644"/>
                    <a:pt x="3035" y="31608"/>
                    <a:pt x="3096" y="31608"/>
                  </a:cubicBezTo>
                  <a:cubicBezTo>
                    <a:pt x="3135" y="31608"/>
                    <a:pt x="3162" y="31622"/>
                    <a:pt x="3162" y="31646"/>
                  </a:cubicBezTo>
                  <a:cubicBezTo>
                    <a:pt x="3188" y="31689"/>
                    <a:pt x="3217" y="31703"/>
                    <a:pt x="3246" y="31703"/>
                  </a:cubicBezTo>
                  <a:cubicBezTo>
                    <a:pt x="3294" y="31703"/>
                    <a:pt x="3342" y="31667"/>
                    <a:pt x="3382" y="31667"/>
                  </a:cubicBezTo>
                  <a:cubicBezTo>
                    <a:pt x="3402" y="31667"/>
                    <a:pt x="3421" y="31677"/>
                    <a:pt x="3436" y="31707"/>
                  </a:cubicBezTo>
                  <a:cubicBezTo>
                    <a:pt x="3557" y="31646"/>
                    <a:pt x="3648" y="31555"/>
                    <a:pt x="3679" y="31433"/>
                  </a:cubicBezTo>
                  <a:cubicBezTo>
                    <a:pt x="3679" y="31433"/>
                    <a:pt x="3709" y="31403"/>
                    <a:pt x="3770" y="31372"/>
                  </a:cubicBezTo>
                  <a:lnTo>
                    <a:pt x="3770" y="31372"/>
                  </a:lnTo>
                  <a:cubicBezTo>
                    <a:pt x="3740" y="31433"/>
                    <a:pt x="3709" y="31494"/>
                    <a:pt x="3709" y="31555"/>
                  </a:cubicBezTo>
                  <a:cubicBezTo>
                    <a:pt x="3679" y="31646"/>
                    <a:pt x="3679" y="31707"/>
                    <a:pt x="3679" y="31798"/>
                  </a:cubicBezTo>
                  <a:lnTo>
                    <a:pt x="3618" y="31737"/>
                  </a:lnTo>
                  <a:lnTo>
                    <a:pt x="3466" y="31828"/>
                  </a:lnTo>
                  <a:lnTo>
                    <a:pt x="3679" y="32193"/>
                  </a:lnTo>
                  <a:lnTo>
                    <a:pt x="3588" y="32406"/>
                  </a:lnTo>
                  <a:lnTo>
                    <a:pt x="3527" y="32314"/>
                  </a:lnTo>
                  <a:lnTo>
                    <a:pt x="3405" y="32466"/>
                  </a:lnTo>
                  <a:cubicBezTo>
                    <a:pt x="3355" y="32416"/>
                    <a:pt x="3296" y="32394"/>
                    <a:pt x="3232" y="32394"/>
                  </a:cubicBezTo>
                  <a:cubicBezTo>
                    <a:pt x="3180" y="32394"/>
                    <a:pt x="3126" y="32409"/>
                    <a:pt x="3071" y="32436"/>
                  </a:cubicBezTo>
                  <a:lnTo>
                    <a:pt x="3162" y="32527"/>
                  </a:lnTo>
                  <a:cubicBezTo>
                    <a:pt x="3140" y="32535"/>
                    <a:pt x="3120" y="32538"/>
                    <a:pt x="3102" y="32538"/>
                  </a:cubicBezTo>
                  <a:cubicBezTo>
                    <a:pt x="2978" y="32538"/>
                    <a:pt x="2968" y="32371"/>
                    <a:pt x="2889" y="32345"/>
                  </a:cubicBezTo>
                  <a:cubicBezTo>
                    <a:pt x="2797" y="32345"/>
                    <a:pt x="2615" y="32345"/>
                    <a:pt x="2615" y="32193"/>
                  </a:cubicBezTo>
                  <a:lnTo>
                    <a:pt x="2676" y="31980"/>
                  </a:lnTo>
                  <a:lnTo>
                    <a:pt x="2676" y="31980"/>
                  </a:lnTo>
                  <a:cubicBezTo>
                    <a:pt x="2423" y="32008"/>
                    <a:pt x="2248" y="32166"/>
                    <a:pt x="2008" y="32166"/>
                  </a:cubicBezTo>
                  <a:cubicBezTo>
                    <a:pt x="1988" y="32166"/>
                    <a:pt x="1967" y="32165"/>
                    <a:pt x="1946" y="32162"/>
                  </a:cubicBezTo>
                  <a:cubicBezTo>
                    <a:pt x="1794" y="32162"/>
                    <a:pt x="1703" y="32254"/>
                    <a:pt x="1612" y="32436"/>
                  </a:cubicBezTo>
                  <a:cubicBezTo>
                    <a:pt x="1582" y="32527"/>
                    <a:pt x="1582" y="32618"/>
                    <a:pt x="1460" y="32649"/>
                  </a:cubicBezTo>
                  <a:lnTo>
                    <a:pt x="1308" y="32527"/>
                  </a:lnTo>
                  <a:cubicBezTo>
                    <a:pt x="1278" y="32618"/>
                    <a:pt x="1278" y="32710"/>
                    <a:pt x="1247" y="32770"/>
                  </a:cubicBezTo>
                  <a:cubicBezTo>
                    <a:pt x="1247" y="32862"/>
                    <a:pt x="1186" y="32922"/>
                    <a:pt x="1186" y="33014"/>
                  </a:cubicBezTo>
                  <a:lnTo>
                    <a:pt x="1338" y="33044"/>
                  </a:lnTo>
                  <a:lnTo>
                    <a:pt x="1278" y="33135"/>
                  </a:lnTo>
                  <a:cubicBezTo>
                    <a:pt x="1551" y="33226"/>
                    <a:pt x="1734" y="33439"/>
                    <a:pt x="2007" y="33621"/>
                  </a:cubicBezTo>
                  <a:lnTo>
                    <a:pt x="1794" y="33743"/>
                  </a:lnTo>
                  <a:cubicBezTo>
                    <a:pt x="1946" y="33834"/>
                    <a:pt x="2098" y="33986"/>
                    <a:pt x="2220" y="34138"/>
                  </a:cubicBezTo>
                  <a:cubicBezTo>
                    <a:pt x="1946" y="34229"/>
                    <a:pt x="1642" y="34199"/>
                    <a:pt x="1430" y="34503"/>
                  </a:cubicBezTo>
                  <a:cubicBezTo>
                    <a:pt x="1490" y="34533"/>
                    <a:pt x="1551" y="34594"/>
                    <a:pt x="1582" y="34655"/>
                  </a:cubicBezTo>
                  <a:cubicBezTo>
                    <a:pt x="1612" y="34746"/>
                    <a:pt x="1612" y="34807"/>
                    <a:pt x="1642" y="34898"/>
                  </a:cubicBezTo>
                  <a:cubicBezTo>
                    <a:pt x="1680" y="34803"/>
                    <a:pt x="1706" y="34756"/>
                    <a:pt x="1743" y="34756"/>
                  </a:cubicBezTo>
                  <a:cubicBezTo>
                    <a:pt x="1765" y="34756"/>
                    <a:pt x="1791" y="34773"/>
                    <a:pt x="1825" y="34807"/>
                  </a:cubicBezTo>
                  <a:lnTo>
                    <a:pt x="1673" y="35020"/>
                  </a:lnTo>
                  <a:cubicBezTo>
                    <a:pt x="1689" y="35016"/>
                    <a:pt x="1704" y="35015"/>
                    <a:pt x="1719" y="35015"/>
                  </a:cubicBezTo>
                  <a:cubicBezTo>
                    <a:pt x="1849" y="35015"/>
                    <a:pt x="1953" y="35127"/>
                    <a:pt x="2007" y="35263"/>
                  </a:cubicBezTo>
                  <a:cubicBezTo>
                    <a:pt x="1900" y="35263"/>
                    <a:pt x="1808" y="35172"/>
                    <a:pt x="1720" y="35172"/>
                  </a:cubicBezTo>
                  <a:cubicBezTo>
                    <a:pt x="1683" y="35172"/>
                    <a:pt x="1648" y="35188"/>
                    <a:pt x="1612" y="35232"/>
                  </a:cubicBezTo>
                  <a:cubicBezTo>
                    <a:pt x="1734" y="35232"/>
                    <a:pt x="1734" y="35384"/>
                    <a:pt x="1794" y="35476"/>
                  </a:cubicBezTo>
                  <a:lnTo>
                    <a:pt x="1490" y="35719"/>
                  </a:lnTo>
                  <a:lnTo>
                    <a:pt x="2068" y="35719"/>
                  </a:lnTo>
                  <a:lnTo>
                    <a:pt x="2068" y="35780"/>
                  </a:lnTo>
                  <a:lnTo>
                    <a:pt x="1734" y="35932"/>
                  </a:lnTo>
                  <a:cubicBezTo>
                    <a:pt x="1825" y="35962"/>
                    <a:pt x="1946" y="36053"/>
                    <a:pt x="2038" y="36053"/>
                  </a:cubicBezTo>
                  <a:cubicBezTo>
                    <a:pt x="2047" y="36050"/>
                    <a:pt x="2057" y="36048"/>
                    <a:pt x="2066" y="36048"/>
                  </a:cubicBezTo>
                  <a:cubicBezTo>
                    <a:pt x="2141" y="36048"/>
                    <a:pt x="2193" y="36151"/>
                    <a:pt x="2220" y="36205"/>
                  </a:cubicBezTo>
                  <a:cubicBezTo>
                    <a:pt x="2220" y="36296"/>
                    <a:pt x="2250" y="36357"/>
                    <a:pt x="2250" y="36418"/>
                  </a:cubicBezTo>
                  <a:cubicBezTo>
                    <a:pt x="2098" y="36600"/>
                    <a:pt x="1855" y="36631"/>
                    <a:pt x="1764" y="36843"/>
                  </a:cubicBezTo>
                  <a:lnTo>
                    <a:pt x="1521" y="36965"/>
                  </a:lnTo>
                  <a:cubicBezTo>
                    <a:pt x="1490" y="37147"/>
                    <a:pt x="1612" y="37239"/>
                    <a:pt x="1551" y="37390"/>
                  </a:cubicBezTo>
                  <a:cubicBezTo>
                    <a:pt x="1703" y="37482"/>
                    <a:pt x="1430" y="37664"/>
                    <a:pt x="1582" y="37786"/>
                  </a:cubicBezTo>
                  <a:cubicBezTo>
                    <a:pt x="1460" y="37938"/>
                    <a:pt x="1217" y="37907"/>
                    <a:pt x="1065" y="38090"/>
                  </a:cubicBezTo>
                  <a:lnTo>
                    <a:pt x="1673" y="38302"/>
                  </a:lnTo>
                  <a:lnTo>
                    <a:pt x="1582" y="38454"/>
                  </a:lnTo>
                  <a:lnTo>
                    <a:pt x="1825" y="38728"/>
                  </a:lnTo>
                  <a:lnTo>
                    <a:pt x="1642" y="38789"/>
                  </a:lnTo>
                  <a:cubicBezTo>
                    <a:pt x="1855" y="39001"/>
                    <a:pt x="2098" y="39184"/>
                    <a:pt x="2341" y="39366"/>
                  </a:cubicBezTo>
                  <a:cubicBezTo>
                    <a:pt x="2585" y="39579"/>
                    <a:pt x="2767" y="39853"/>
                    <a:pt x="2889" y="40156"/>
                  </a:cubicBezTo>
                  <a:cubicBezTo>
                    <a:pt x="2889" y="40187"/>
                    <a:pt x="2858" y="40217"/>
                    <a:pt x="2858" y="40217"/>
                  </a:cubicBezTo>
                  <a:lnTo>
                    <a:pt x="2676" y="40156"/>
                  </a:lnTo>
                  <a:lnTo>
                    <a:pt x="2676" y="40248"/>
                  </a:lnTo>
                  <a:cubicBezTo>
                    <a:pt x="2737" y="40369"/>
                    <a:pt x="2889" y="40400"/>
                    <a:pt x="2980" y="40460"/>
                  </a:cubicBezTo>
                  <a:cubicBezTo>
                    <a:pt x="3041" y="40552"/>
                    <a:pt x="3071" y="40704"/>
                    <a:pt x="3193" y="40734"/>
                  </a:cubicBezTo>
                  <a:cubicBezTo>
                    <a:pt x="3253" y="40734"/>
                    <a:pt x="3314" y="40764"/>
                    <a:pt x="3345" y="40764"/>
                  </a:cubicBezTo>
                  <a:lnTo>
                    <a:pt x="3588" y="40764"/>
                  </a:lnTo>
                  <a:cubicBezTo>
                    <a:pt x="3557" y="40886"/>
                    <a:pt x="3527" y="40947"/>
                    <a:pt x="3497" y="41008"/>
                  </a:cubicBezTo>
                  <a:cubicBezTo>
                    <a:pt x="3466" y="41099"/>
                    <a:pt x="3466" y="41190"/>
                    <a:pt x="3527" y="41251"/>
                  </a:cubicBezTo>
                  <a:cubicBezTo>
                    <a:pt x="3557" y="41281"/>
                    <a:pt x="3466" y="41372"/>
                    <a:pt x="3466" y="41433"/>
                  </a:cubicBezTo>
                  <a:lnTo>
                    <a:pt x="3831" y="41615"/>
                  </a:lnTo>
                  <a:lnTo>
                    <a:pt x="3253" y="41767"/>
                  </a:lnTo>
                  <a:lnTo>
                    <a:pt x="3345" y="41646"/>
                  </a:lnTo>
                  <a:cubicBezTo>
                    <a:pt x="3284" y="41555"/>
                    <a:pt x="3193" y="41494"/>
                    <a:pt x="3132" y="41403"/>
                  </a:cubicBezTo>
                  <a:cubicBezTo>
                    <a:pt x="3111" y="41393"/>
                    <a:pt x="3091" y="41389"/>
                    <a:pt x="3071" y="41389"/>
                  </a:cubicBezTo>
                  <a:cubicBezTo>
                    <a:pt x="3030" y="41389"/>
                    <a:pt x="2990" y="41403"/>
                    <a:pt x="2949" y="41403"/>
                  </a:cubicBezTo>
                  <a:lnTo>
                    <a:pt x="3041" y="41585"/>
                  </a:lnTo>
                  <a:lnTo>
                    <a:pt x="2737" y="41737"/>
                  </a:lnTo>
                  <a:lnTo>
                    <a:pt x="2737" y="41767"/>
                  </a:lnTo>
                  <a:lnTo>
                    <a:pt x="3041" y="41767"/>
                  </a:lnTo>
                  <a:lnTo>
                    <a:pt x="2949" y="41889"/>
                  </a:lnTo>
                  <a:lnTo>
                    <a:pt x="3010" y="42011"/>
                  </a:lnTo>
                  <a:lnTo>
                    <a:pt x="2706" y="42011"/>
                  </a:lnTo>
                  <a:lnTo>
                    <a:pt x="2615" y="42223"/>
                  </a:lnTo>
                  <a:lnTo>
                    <a:pt x="2737" y="42345"/>
                  </a:lnTo>
                  <a:lnTo>
                    <a:pt x="2585" y="42588"/>
                  </a:lnTo>
                  <a:lnTo>
                    <a:pt x="2797" y="42649"/>
                  </a:lnTo>
                  <a:lnTo>
                    <a:pt x="2797" y="42710"/>
                  </a:lnTo>
                  <a:lnTo>
                    <a:pt x="2554" y="42710"/>
                  </a:lnTo>
                  <a:lnTo>
                    <a:pt x="2493" y="43074"/>
                  </a:lnTo>
                  <a:lnTo>
                    <a:pt x="2737" y="43318"/>
                  </a:lnTo>
                  <a:lnTo>
                    <a:pt x="2645" y="43439"/>
                  </a:lnTo>
                  <a:cubicBezTo>
                    <a:pt x="2737" y="43561"/>
                    <a:pt x="2889" y="43622"/>
                    <a:pt x="3010" y="43682"/>
                  </a:cubicBezTo>
                  <a:lnTo>
                    <a:pt x="2889" y="43834"/>
                  </a:lnTo>
                  <a:lnTo>
                    <a:pt x="3071" y="43986"/>
                  </a:lnTo>
                  <a:lnTo>
                    <a:pt x="2949" y="44138"/>
                  </a:lnTo>
                  <a:cubicBezTo>
                    <a:pt x="3010" y="44260"/>
                    <a:pt x="3071" y="44351"/>
                    <a:pt x="3162" y="44412"/>
                  </a:cubicBezTo>
                  <a:cubicBezTo>
                    <a:pt x="3223" y="44473"/>
                    <a:pt x="3284" y="44533"/>
                    <a:pt x="3345" y="44564"/>
                  </a:cubicBezTo>
                  <a:cubicBezTo>
                    <a:pt x="3352" y="44567"/>
                    <a:pt x="3359" y="44569"/>
                    <a:pt x="3366" y="44569"/>
                  </a:cubicBezTo>
                  <a:cubicBezTo>
                    <a:pt x="3398" y="44569"/>
                    <a:pt x="3431" y="44539"/>
                    <a:pt x="3463" y="44539"/>
                  </a:cubicBezTo>
                  <a:cubicBezTo>
                    <a:pt x="3484" y="44539"/>
                    <a:pt x="3506" y="44552"/>
                    <a:pt x="3527" y="44594"/>
                  </a:cubicBezTo>
                  <a:cubicBezTo>
                    <a:pt x="3544" y="44586"/>
                    <a:pt x="3558" y="44582"/>
                    <a:pt x="3569" y="44582"/>
                  </a:cubicBezTo>
                  <a:cubicBezTo>
                    <a:pt x="3635" y="44582"/>
                    <a:pt x="3605" y="44720"/>
                    <a:pt x="3709" y="44746"/>
                  </a:cubicBezTo>
                  <a:lnTo>
                    <a:pt x="3770" y="44564"/>
                  </a:lnTo>
                  <a:lnTo>
                    <a:pt x="3770" y="44564"/>
                  </a:lnTo>
                  <a:cubicBezTo>
                    <a:pt x="3770" y="44746"/>
                    <a:pt x="3740" y="44898"/>
                    <a:pt x="3709" y="45050"/>
                  </a:cubicBezTo>
                  <a:lnTo>
                    <a:pt x="3679" y="45050"/>
                  </a:lnTo>
                  <a:cubicBezTo>
                    <a:pt x="3709" y="45202"/>
                    <a:pt x="3831" y="45293"/>
                    <a:pt x="3983" y="45324"/>
                  </a:cubicBezTo>
                  <a:lnTo>
                    <a:pt x="4044" y="45141"/>
                  </a:lnTo>
                  <a:lnTo>
                    <a:pt x="4196" y="45233"/>
                  </a:lnTo>
                  <a:cubicBezTo>
                    <a:pt x="4196" y="45172"/>
                    <a:pt x="4226" y="45111"/>
                    <a:pt x="4256" y="45050"/>
                  </a:cubicBezTo>
                  <a:lnTo>
                    <a:pt x="4378" y="45141"/>
                  </a:lnTo>
                  <a:cubicBezTo>
                    <a:pt x="4439" y="44929"/>
                    <a:pt x="4621" y="44959"/>
                    <a:pt x="4773" y="44898"/>
                  </a:cubicBezTo>
                  <a:lnTo>
                    <a:pt x="4834" y="45081"/>
                  </a:lnTo>
                  <a:lnTo>
                    <a:pt x="4955" y="45081"/>
                  </a:lnTo>
                  <a:lnTo>
                    <a:pt x="5199" y="45354"/>
                  </a:lnTo>
                  <a:cubicBezTo>
                    <a:pt x="5177" y="45390"/>
                    <a:pt x="5155" y="45402"/>
                    <a:pt x="5131" y="45402"/>
                  </a:cubicBezTo>
                  <a:cubicBezTo>
                    <a:pt x="5076" y="45402"/>
                    <a:pt x="5017" y="45337"/>
                    <a:pt x="4963" y="45337"/>
                  </a:cubicBezTo>
                  <a:cubicBezTo>
                    <a:pt x="4939" y="45337"/>
                    <a:pt x="4916" y="45349"/>
                    <a:pt x="4895" y="45385"/>
                  </a:cubicBezTo>
                  <a:cubicBezTo>
                    <a:pt x="4864" y="45354"/>
                    <a:pt x="4834" y="45324"/>
                    <a:pt x="4834" y="45324"/>
                  </a:cubicBezTo>
                  <a:cubicBezTo>
                    <a:pt x="4819" y="45316"/>
                    <a:pt x="4804" y="45312"/>
                    <a:pt x="4789" y="45312"/>
                  </a:cubicBezTo>
                  <a:cubicBezTo>
                    <a:pt x="4747" y="45312"/>
                    <a:pt x="4712" y="45347"/>
                    <a:pt x="4712" y="45415"/>
                  </a:cubicBezTo>
                  <a:lnTo>
                    <a:pt x="5047" y="45688"/>
                  </a:lnTo>
                  <a:cubicBezTo>
                    <a:pt x="5054" y="45691"/>
                    <a:pt x="5061" y="45692"/>
                    <a:pt x="5067" y="45692"/>
                  </a:cubicBezTo>
                  <a:cubicBezTo>
                    <a:pt x="5122" y="45692"/>
                    <a:pt x="5154" y="45616"/>
                    <a:pt x="5199" y="45616"/>
                  </a:cubicBezTo>
                  <a:cubicBezTo>
                    <a:pt x="5217" y="45616"/>
                    <a:pt x="5236" y="45627"/>
                    <a:pt x="5259" y="45658"/>
                  </a:cubicBezTo>
                  <a:cubicBezTo>
                    <a:pt x="5291" y="45690"/>
                    <a:pt x="5319" y="45703"/>
                    <a:pt x="5346" y="45703"/>
                  </a:cubicBezTo>
                  <a:cubicBezTo>
                    <a:pt x="5397" y="45703"/>
                    <a:pt x="5443" y="45657"/>
                    <a:pt x="5503" y="45597"/>
                  </a:cubicBezTo>
                  <a:cubicBezTo>
                    <a:pt x="5584" y="45516"/>
                    <a:pt x="5705" y="45476"/>
                    <a:pt x="5822" y="45476"/>
                  </a:cubicBezTo>
                  <a:cubicBezTo>
                    <a:pt x="5881" y="45476"/>
                    <a:pt x="5938" y="45486"/>
                    <a:pt x="5989" y="45506"/>
                  </a:cubicBezTo>
                  <a:lnTo>
                    <a:pt x="5807" y="45658"/>
                  </a:lnTo>
                  <a:cubicBezTo>
                    <a:pt x="5807" y="45871"/>
                    <a:pt x="5776" y="46084"/>
                    <a:pt x="5655" y="46266"/>
                  </a:cubicBezTo>
                  <a:cubicBezTo>
                    <a:pt x="5837" y="46266"/>
                    <a:pt x="5989" y="46296"/>
                    <a:pt x="6111" y="46479"/>
                  </a:cubicBezTo>
                  <a:cubicBezTo>
                    <a:pt x="6153" y="46436"/>
                    <a:pt x="6176" y="46414"/>
                    <a:pt x="6200" y="46414"/>
                  </a:cubicBezTo>
                  <a:cubicBezTo>
                    <a:pt x="6228" y="46414"/>
                    <a:pt x="6258" y="46444"/>
                    <a:pt x="6323" y="46509"/>
                  </a:cubicBezTo>
                  <a:cubicBezTo>
                    <a:pt x="6232" y="46661"/>
                    <a:pt x="6293" y="46874"/>
                    <a:pt x="6414" y="46995"/>
                  </a:cubicBezTo>
                  <a:lnTo>
                    <a:pt x="6658" y="46995"/>
                  </a:lnTo>
                  <a:lnTo>
                    <a:pt x="6658" y="46904"/>
                  </a:lnTo>
                  <a:lnTo>
                    <a:pt x="6962" y="46935"/>
                  </a:lnTo>
                  <a:lnTo>
                    <a:pt x="7174" y="47117"/>
                  </a:lnTo>
                  <a:lnTo>
                    <a:pt x="7114" y="47634"/>
                  </a:lnTo>
                  <a:cubicBezTo>
                    <a:pt x="7049" y="47677"/>
                    <a:pt x="7000" y="47720"/>
                    <a:pt x="6944" y="47720"/>
                  </a:cubicBezTo>
                  <a:cubicBezTo>
                    <a:pt x="6921" y="47720"/>
                    <a:pt x="6897" y="47712"/>
                    <a:pt x="6870" y="47695"/>
                  </a:cubicBezTo>
                  <a:lnTo>
                    <a:pt x="6840" y="47573"/>
                  </a:lnTo>
                  <a:cubicBezTo>
                    <a:pt x="6782" y="47559"/>
                    <a:pt x="6727" y="47554"/>
                    <a:pt x="6672" y="47554"/>
                  </a:cubicBezTo>
                  <a:cubicBezTo>
                    <a:pt x="6597" y="47554"/>
                    <a:pt x="6524" y="47562"/>
                    <a:pt x="6453" y="47562"/>
                  </a:cubicBezTo>
                  <a:cubicBezTo>
                    <a:pt x="6357" y="47562"/>
                    <a:pt x="6264" y="47548"/>
                    <a:pt x="6171" y="47482"/>
                  </a:cubicBezTo>
                  <a:cubicBezTo>
                    <a:pt x="5959" y="47695"/>
                    <a:pt x="5715" y="47634"/>
                    <a:pt x="5472" y="47664"/>
                  </a:cubicBezTo>
                  <a:cubicBezTo>
                    <a:pt x="5381" y="47695"/>
                    <a:pt x="5290" y="47755"/>
                    <a:pt x="5199" y="47847"/>
                  </a:cubicBezTo>
                  <a:cubicBezTo>
                    <a:pt x="5107" y="47938"/>
                    <a:pt x="5016" y="48029"/>
                    <a:pt x="4955" y="48151"/>
                  </a:cubicBezTo>
                  <a:cubicBezTo>
                    <a:pt x="4834" y="48181"/>
                    <a:pt x="4712" y="48211"/>
                    <a:pt x="4621" y="48272"/>
                  </a:cubicBezTo>
                  <a:cubicBezTo>
                    <a:pt x="4525" y="48330"/>
                    <a:pt x="4477" y="48351"/>
                    <a:pt x="4417" y="48351"/>
                  </a:cubicBezTo>
                  <a:cubicBezTo>
                    <a:pt x="4382" y="48351"/>
                    <a:pt x="4342" y="48344"/>
                    <a:pt x="4287" y="48333"/>
                  </a:cubicBezTo>
                  <a:cubicBezTo>
                    <a:pt x="4226" y="48333"/>
                    <a:pt x="4165" y="48363"/>
                    <a:pt x="4104" y="48394"/>
                  </a:cubicBezTo>
                  <a:cubicBezTo>
                    <a:pt x="4044" y="48424"/>
                    <a:pt x="3983" y="48454"/>
                    <a:pt x="3952" y="48515"/>
                  </a:cubicBezTo>
                  <a:cubicBezTo>
                    <a:pt x="4044" y="48637"/>
                    <a:pt x="4104" y="48819"/>
                    <a:pt x="4256" y="48910"/>
                  </a:cubicBezTo>
                  <a:lnTo>
                    <a:pt x="4074" y="49002"/>
                  </a:lnTo>
                  <a:lnTo>
                    <a:pt x="3800" y="48850"/>
                  </a:lnTo>
                  <a:lnTo>
                    <a:pt x="3709" y="49458"/>
                  </a:lnTo>
                  <a:lnTo>
                    <a:pt x="4104" y="49214"/>
                  </a:lnTo>
                  <a:lnTo>
                    <a:pt x="4104" y="49488"/>
                  </a:lnTo>
                  <a:lnTo>
                    <a:pt x="3922" y="49549"/>
                  </a:lnTo>
                  <a:lnTo>
                    <a:pt x="4044" y="49731"/>
                  </a:lnTo>
                  <a:lnTo>
                    <a:pt x="4074" y="49974"/>
                  </a:lnTo>
                  <a:lnTo>
                    <a:pt x="3952" y="50065"/>
                  </a:lnTo>
                  <a:cubicBezTo>
                    <a:pt x="4044" y="50157"/>
                    <a:pt x="4104" y="50278"/>
                    <a:pt x="4104" y="50400"/>
                  </a:cubicBezTo>
                  <a:lnTo>
                    <a:pt x="3952" y="50491"/>
                  </a:lnTo>
                  <a:cubicBezTo>
                    <a:pt x="4044" y="50643"/>
                    <a:pt x="4165" y="50704"/>
                    <a:pt x="4226" y="50825"/>
                  </a:cubicBezTo>
                  <a:cubicBezTo>
                    <a:pt x="4287" y="50917"/>
                    <a:pt x="4348" y="50977"/>
                    <a:pt x="4439" y="51038"/>
                  </a:cubicBezTo>
                  <a:cubicBezTo>
                    <a:pt x="4591" y="51129"/>
                    <a:pt x="4743" y="51190"/>
                    <a:pt x="4925" y="51220"/>
                  </a:cubicBezTo>
                  <a:lnTo>
                    <a:pt x="4955" y="51220"/>
                  </a:lnTo>
                  <a:lnTo>
                    <a:pt x="4986" y="51342"/>
                  </a:lnTo>
                  <a:cubicBezTo>
                    <a:pt x="5048" y="51321"/>
                    <a:pt x="5096" y="51272"/>
                    <a:pt x="5150" y="51272"/>
                  </a:cubicBezTo>
                  <a:cubicBezTo>
                    <a:pt x="5174" y="51272"/>
                    <a:pt x="5200" y="51283"/>
                    <a:pt x="5229" y="51312"/>
                  </a:cubicBezTo>
                  <a:lnTo>
                    <a:pt x="5168" y="51403"/>
                  </a:lnTo>
                  <a:cubicBezTo>
                    <a:pt x="5229" y="51494"/>
                    <a:pt x="5381" y="51555"/>
                    <a:pt x="5290" y="51737"/>
                  </a:cubicBezTo>
                  <a:cubicBezTo>
                    <a:pt x="5199" y="51737"/>
                    <a:pt x="5138" y="51768"/>
                    <a:pt x="5047" y="51798"/>
                  </a:cubicBezTo>
                  <a:cubicBezTo>
                    <a:pt x="4955" y="51828"/>
                    <a:pt x="4955" y="51950"/>
                    <a:pt x="4986" y="52072"/>
                  </a:cubicBezTo>
                  <a:cubicBezTo>
                    <a:pt x="5016" y="52048"/>
                    <a:pt x="5042" y="52038"/>
                    <a:pt x="5066" y="52038"/>
                  </a:cubicBezTo>
                  <a:cubicBezTo>
                    <a:pt x="5162" y="52038"/>
                    <a:pt x="5211" y="52199"/>
                    <a:pt x="5259" y="52224"/>
                  </a:cubicBezTo>
                  <a:cubicBezTo>
                    <a:pt x="5320" y="52254"/>
                    <a:pt x="5320" y="52406"/>
                    <a:pt x="5351" y="52527"/>
                  </a:cubicBezTo>
                  <a:cubicBezTo>
                    <a:pt x="5366" y="52512"/>
                    <a:pt x="5381" y="52507"/>
                    <a:pt x="5396" y="52507"/>
                  </a:cubicBezTo>
                  <a:cubicBezTo>
                    <a:pt x="5452" y="52507"/>
                    <a:pt x="5507" y="52593"/>
                    <a:pt x="5552" y="52593"/>
                  </a:cubicBezTo>
                  <a:cubicBezTo>
                    <a:pt x="5567" y="52593"/>
                    <a:pt x="5581" y="52583"/>
                    <a:pt x="5594" y="52558"/>
                  </a:cubicBezTo>
                  <a:cubicBezTo>
                    <a:pt x="5655" y="52649"/>
                    <a:pt x="5746" y="52771"/>
                    <a:pt x="5746" y="52923"/>
                  </a:cubicBezTo>
                  <a:cubicBezTo>
                    <a:pt x="5715" y="53075"/>
                    <a:pt x="5807" y="53166"/>
                    <a:pt x="5837" y="53318"/>
                  </a:cubicBezTo>
                  <a:lnTo>
                    <a:pt x="5563" y="53318"/>
                  </a:lnTo>
                  <a:lnTo>
                    <a:pt x="5563" y="53470"/>
                  </a:lnTo>
                  <a:lnTo>
                    <a:pt x="5107" y="53865"/>
                  </a:lnTo>
                  <a:lnTo>
                    <a:pt x="5077" y="54230"/>
                  </a:lnTo>
                  <a:cubicBezTo>
                    <a:pt x="5047" y="54230"/>
                    <a:pt x="5016" y="54199"/>
                    <a:pt x="4986" y="54169"/>
                  </a:cubicBezTo>
                  <a:cubicBezTo>
                    <a:pt x="4933" y="54116"/>
                    <a:pt x="4881" y="54041"/>
                    <a:pt x="4789" y="54041"/>
                  </a:cubicBezTo>
                  <a:cubicBezTo>
                    <a:pt x="4775" y="54041"/>
                    <a:pt x="4759" y="54043"/>
                    <a:pt x="4743" y="54047"/>
                  </a:cubicBezTo>
                  <a:cubicBezTo>
                    <a:pt x="4652" y="54108"/>
                    <a:pt x="4560" y="54138"/>
                    <a:pt x="4469" y="54230"/>
                  </a:cubicBezTo>
                  <a:cubicBezTo>
                    <a:pt x="4408" y="54321"/>
                    <a:pt x="4348" y="54442"/>
                    <a:pt x="4287" y="54564"/>
                  </a:cubicBezTo>
                  <a:lnTo>
                    <a:pt x="4074" y="54534"/>
                  </a:lnTo>
                  <a:lnTo>
                    <a:pt x="3983" y="55020"/>
                  </a:lnTo>
                  <a:cubicBezTo>
                    <a:pt x="4044" y="55081"/>
                    <a:pt x="4135" y="55172"/>
                    <a:pt x="4226" y="55233"/>
                  </a:cubicBezTo>
                  <a:cubicBezTo>
                    <a:pt x="4246" y="55243"/>
                    <a:pt x="4264" y="55247"/>
                    <a:pt x="4280" y="55247"/>
                  </a:cubicBezTo>
                  <a:cubicBezTo>
                    <a:pt x="4366" y="55247"/>
                    <a:pt x="4413" y="55132"/>
                    <a:pt x="4439" y="55081"/>
                  </a:cubicBezTo>
                  <a:lnTo>
                    <a:pt x="5168" y="55324"/>
                  </a:lnTo>
                  <a:lnTo>
                    <a:pt x="5168" y="55506"/>
                  </a:lnTo>
                  <a:lnTo>
                    <a:pt x="4986" y="55506"/>
                  </a:lnTo>
                  <a:lnTo>
                    <a:pt x="4895" y="55871"/>
                  </a:lnTo>
                  <a:lnTo>
                    <a:pt x="5016" y="55962"/>
                  </a:lnTo>
                  <a:lnTo>
                    <a:pt x="5077" y="55901"/>
                  </a:lnTo>
                  <a:lnTo>
                    <a:pt x="5229" y="56053"/>
                  </a:lnTo>
                  <a:lnTo>
                    <a:pt x="5077" y="56266"/>
                  </a:lnTo>
                  <a:lnTo>
                    <a:pt x="4773" y="56205"/>
                  </a:lnTo>
                  <a:lnTo>
                    <a:pt x="4530" y="56570"/>
                  </a:lnTo>
                  <a:cubicBezTo>
                    <a:pt x="4712" y="56600"/>
                    <a:pt x="4864" y="56661"/>
                    <a:pt x="5047" y="56692"/>
                  </a:cubicBezTo>
                  <a:cubicBezTo>
                    <a:pt x="5116" y="56692"/>
                    <a:pt x="5186" y="56751"/>
                    <a:pt x="5238" y="56751"/>
                  </a:cubicBezTo>
                  <a:cubicBezTo>
                    <a:pt x="5277" y="56751"/>
                    <a:pt x="5307" y="56718"/>
                    <a:pt x="5320" y="56600"/>
                  </a:cubicBezTo>
                  <a:cubicBezTo>
                    <a:pt x="5563" y="56570"/>
                    <a:pt x="5715" y="56327"/>
                    <a:pt x="5928" y="56297"/>
                  </a:cubicBezTo>
                  <a:cubicBezTo>
                    <a:pt x="6050" y="56388"/>
                    <a:pt x="6263" y="56357"/>
                    <a:pt x="6293" y="56600"/>
                  </a:cubicBezTo>
                  <a:cubicBezTo>
                    <a:pt x="6293" y="56600"/>
                    <a:pt x="6263" y="56813"/>
                    <a:pt x="6263" y="56813"/>
                  </a:cubicBezTo>
                  <a:lnTo>
                    <a:pt x="6263" y="57148"/>
                  </a:lnTo>
                  <a:cubicBezTo>
                    <a:pt x="6293" y="57193"/>
                    <a:pt x="6323" y="57201"/>
                    <a:pt x="6365" y="57201"/>
                  </a:cubicBezTo>
                  <a:cubicBezTo>
                    <a:pt x="6386" y="57201"/>
                    <a:pt x="6410" y="57199"/>
                    <a:pt x="6438" y="57199"/>
                  </a:cubicBezTo>
                  <a:cubicBezTo>
                    <a:pt x="6466" y="57199"/>
                    <a:pt x="6498" y="57201"/>
                    <a:pt x="6536" y="57208"/>
                  </a:cubicBezTo>
                  <a:cubicBezTo>
                    <a:pt x="6658" y="57239"/>
                    <a:pt x="6718" y="57360"/>
                    <a:pt x="6779" y="57452"/>
                  </a:cubicBezTo>
                  <a:lnTo>
                    <a:pt x="6688" y="57634"/>
                  </a:lnTo>
                  <a:lnTo>
                    <a:pt x="7083" y="57543"/>
                  </a:lnTo>
                  <a:lnTo>
                    <a:pt x="7083" y="57543"/>
                  </a:lnTo>
                  <a:cubicBezTo>
                    <a:pt x="7144" y="57695"/>
                    <a:pt x="7053" y="57664"/>
                    <a:pt x="6962" y="57695"/>
                  </a:cubicBezTo>
                  <a:lnTo>
                    <a:pt x="7144" y="58029"/>
                  </a:lnTo>
                  <a:cubicBezTo>
                    <a:pt x="7168" y="57809"/>
                    <a:pt x="7272" y="57746"/>
                    <a:pt x="7391" y="57746"/>
                  </a:cubicBezTo>
                  <a:cubicBezTo>
                    <a:pt x="7419" y="57746"/>
                    <a:pt x="7449" y="57750"/>
                    <a:pt x="7478" y="57756"/>
                  </a:cubicBezTo>
                  <a:cubicBezTo>
                    <a:pt x="7570" y="57634"/>
                    <a:pt x="7691" y="57512"/>
                    <a:pt x="7782" y="57391"/>
                  </a:cubicBezTo>
                  <a:cubicBezTo>
                    <a:pt x="7904" y="57300"/>
                    <a:pt x="7995" y="57239"/>
                    <a:pt x="8117" y="57208"/>
                  </a:cubicBezTo>
                  <a:lnTo>
                    <a:pt x="8299" y="57421"/>
                  </a:lnTo>
                  <a:cubicBezTo>
                    <a:pt x="8208" y="57543"/>
                    <a:pt x="8117" y="57695"/>
                    <a:pt x="7904" y="57695"/>
                  </a:cubicBezTo>
                  <a:cubicBezTo>
                    <a:pt x="7934" y="57847"/>
                    <a:pt x="7934" y="57999"/>
                    <a:pt x="7873" y="58120"/>
                  </a:cubicBezTo>
                  <a:lnTo>
                    <a:pt x="7843" y="58090"/>
                  </a:lnTo>
                  <a:lnTo>
                    <a:pt x="7448" y="58546"/>
                  </a:lnTo>
                  <a:cubicBezTo>
                    <a:pt x="7372" y="58500"/>
                    <a:pt x="7334" y="58477"/>
                    <a:pt x="7269" y="58477"/>
                  </a:cubicBezTo>
                  <a:cubicBezTo>
                    <a:pt x="7205" y="58477"/>
                    <a:pt x="7114" y="58500"/>
                    <a:pt x="6931" y="58546"/>
                  </a:cubicBezTo>
                  <a:cubicBezTo>
                    <a:pt x="7144" y="58971"/>
                    <a:pt x="7144" y="58971"/>
                    <a:pt x="7296" y="59002"/>
                  </a:cubicBezTo>
                  <a:lnTo>
                    <a:pt x="7114" y="59306"/>
                  </a:lnTo>
                  <a:lnTo>
                    <a:pt x="7326" y="59245"/>
                  </a:lnTo>
                  <a:lnTo>
                    <a:pt x="7448" y="59336"/>
                  </a:lnTo>
                  <a:lnTo>
                    <a:pt x="7296" y="59518"/>
                  </a:lnTo>
                  <a:lnTo>
                    <a:pt x="7418" y="59610"/>
                  </a:lnTo>
                  <a:cubicBezTo>
                    <a:pt x="7478" y="59670"/>
                    <a:pt x="7539" y="59701"/>
                    <a:pt x="7600" y="59731"/>
                  </a:cubicBezTo>
                  <a:cubicBezTo>
                    <a:pt x="7570" y="59731"/>
                    <a:pt x="7509" y="59762"/>
                    <a:pt x="7478" y="59762"/>
                  </a:cubicBezTo>
                  <a:cubicBezTo>
                    <a:pt x="7448" y="59792"/>
                    <a:pt x="7418" y="59853"/>
                    <a:pt x="7387" y="59883"/>
                  </a:cubicBezTo>
                  <a:cubicBezTo>
                    <a:pt x="7460" y="59908"/>
                    <a:pt x="7455" y="60030"/>
                    <a:pt x="7529" y="60030"/>
                  </a:cubicBezTo>
                  <a:cubicBezTo>
                    <a:pt x="7547" y="60030"/>
                    <a:pt x="7570" y="60023"/>
                    <a:pt x="7600" y="60005"/>
                  </a:cubicBezTo>
                  <a:cubicBezTo>
                    <a:pt x="7630" y="60005"/>
                    <a:pt x="7752" y="60096"/>
                    <a:pt x="7691" y="60187"/>
                  </a:cubicBezTo>
                  <a:cubicBezTo>
                    <a:pt x="7691" y="60218"/>
                    <a:pt x="7691" y="60248"/>
                    <a:pt x="7661" y="60278"/>
                  </a:cubicBezTo>
                  <a:lnTo>
                    <a:pt x="7782" y="60430"/>
                  </a:lnTo>
                  <a:cubicBezTo>
                    <a:pt x="7752" y="60552"/>
                    <a:pt x="7752" y="60674"/>
                    <a:pt x="7722" y="60765"/>
                  </a:cubicBezTo>
                  <a:cubicBezTo>
                    <a:pt x="7722" y="60947"/>
                    <a:pt x="7904" y="60917"/>
                    <a:pt x="7965" y="61008"/>
                  </a:cubicBezTo>
                  <a:cubicBezTo>
                    <a:pt x="7965" y="61035"/>
                    <a:pt x="7965" y="61062"/>
                    <a:pt x="7986" y="61068"/>
                  </a:cubicBezTo>
                  <a:lnTo>
                    <a:pt x="7986" y="61068"/>
                  </a:lnTo>
                  <a:cubicBezTo>
                    <a:pt x="7978" y="61067"/>
                    <a:pt x="7970" y="61066"/>
                    <a:pt x="7962" y="61066"/>
                  </a:cubicBezTo>
                  <a:cubicBezTo>
                    <a:pt x="7804" y="61066"/>
                    <a:pt x="7679" y="61222"/>
                    <a:pt x="7546" y="61222"/>
                  </a:cubicBezTo>
                  <a:cubicBezTo>
                    <a:pt x="7514" y="61222"/>
                    <a:pt x="7481" y="61213"/>
                    <a:pt x="7448" y="61190"/>
                  </a:cubicBezTo>
                  <a:lnTo>
                    <a:pt x="7296" y="61281"/>
                  </a:lnTo>
                  <a:lnTo>
                    <a:pt x="7600" y="61403"/>
                  </a:lnTo>
                  <a:lnTo>
                    <a:pt x="7722" y="61646"/>
                  </a:lnTo>
                  <a:cubicBezTo>
                    <a:pt x="7722" y="61677"/>
                    <a:pt x="7691" y="61677"/>
                    <a:pt x="7691" y="61677"/>
                  </a:cubicBezTo>
                  <a:cubicBezTo>
                    <a:pt x="7648" y="61720"/>
                    <a:pt x="7590" y="61763"/>
                    <a:pt x="7538" y="61763"/>
                  </a:cubicBezTo>
                  <a:cubicBezTo>
                    <a:pt x="7517" y="61763"/>
                    <a:pt x="7496" y="61755"/>
                    <a:pt x="7478" y="61737"/>
                  </a:cubicBezTo>
                  <a:lnTo>
                    <a:pt x="7418" y="61920"/>
                  </a:lnTo>
                  <a:lnTo>
                    <a:pt x="7357" y="61525"/>
                  </a:lnTo>
                  <a:lnTo>
                    <a:pt x="7114" y="61525"/>
                  </a:lnTo>
                  <a:lnTo>
                    <a:pt x="7114" y="61403"/>
                  </a:lnTo>
                  <a:lnTo>
                    <a:pt x="6779" y="61403"/>
                  </a:lnTo>
                  <a:lnTo>
                    <a:pt x="6597" y="61099"/>
                  </a:lnTo>
                  <a:lnTo>
                    <a:pt x="6141" y="61008"/>
                  </a:lnTo>
                  <a:lnTo>
                    <a:pt x="6141" y="61221"/>
                  </a:lnTo>
                  <a:lnTo>
                    <a:pt x="6232" y="61281"/>
                  </a:lnTo>
                  <a:lnTo>
                    <a:pt x="6232" y="61403"/>
                  </a:lnTo>
                  <a:lnTo>
                    <a:pt x="6384" y="61403"/>
                  </a:lnTo>
                  <a:lnTo>
                    <a:pt x="6475" y="61585"/>
                  </a:lnTo>
                  <a:lnTo>
                    <a:pt x="6354" y="61737"/>
                  </a:lnTo>
                  <a:cubicBezTo>
                    <a:pt x="6293" y="61616"/>
                    <a:pt x="6263" y="61494"/>
                    <a:pt x="6232" y="61403"/>
                  </a:cubicBezTo>
                  <a:lnTo>
                    <a:pt x="6111" y="61494"/>
                  </a:lnTo>
                  <a:cubicBezTo>
                    <a:pt x="6050" y="61525"/>
                    <a:pt x="5989" y="61555"/>
                    <a:pt x="5959" y="61585"/>
                  </a:cubicBezTo>
                  <a:cubicBezTo>
                    <a:pt x="5983" y="61683"/>
                    <a:pt x="6007" y="61712"/>
                    <a:pt x="6032" y="61712"/>
                  </a:cubicBezTo>
                  <a:cubicBezTo>
                    <a:pt x="6068" y="61712"/>
                    <a:pt x="6104" y="61646"/>
                    <a:pt x="6141" y="61646"/>
                  </a:cubicBezTo>
                  <a:cubicBezTo>
                    <a:pt x="6263" y="61737"/>
                    <a:pt x="6232" y="61859"/>
                    <a:pt x="6171" y="61981"/>
                  </a:cubicBezTo>
                  <a:lnTo>
                    <a:pt x="6354" y="62193"/>
                  </a:lnTo>
                  <a:lnTo>
                    <a:pt x="6293" y="62284"/>
                  </a:lnTo>
                  <a:cubicBezTo>
                    <a:pt x="6323" y="62315"/>
                    <a:pt x="6354" y="62376"/>
                    <a:pt x="6384" y="62406"/>
                  </a:cubicBezTo>
                  <a:cubicBezTo>
                    <a:pt x="6566" y="62467"/>
                    <a:pt x="6688" y="62588"/>
                    <a:pt x="6810" y="62710"/>
                  </a:cubicBezTo>
                  <a:cubicBezTo>
                    <a:pt x="6941" y="62815"/>
                    <a:pt x="7072" y="62965"/>
                    <a:pt x="7242" y="62965"/>
                  </a:cubicBezTo>
                  <a:cubicBezTo>
                    <a:pt x="7269" y="62965"/>
                    <a:pt x="7297" y="62961"/>
                    <a:pt x="7326" y="62953"/>
                  </a:cubicBezTo>
                  <a:cubicBezTo>
                    <a:pt x="7357" y="62923"/>
                    <a:pt x="7357" y="62892"/>
                    <a:pt x="7357" y="62862"/>
                  </a:cubicBezTo>
                  <a:lnTo>
                    <a:pt x="7205" y="62862"/>
                  </a:lnTo>
                  <a:cubicBezTo>
                    <a:pt x="7144" y="62710"/>
                    <a:pt x="7083" y="62558"/>
                    <a:pt x="6870" y="62558"/>
                  </a:cubicBezTo>
                  <a:cubicBezTo>
                    <a:pt x="6840" y="62558"/>
                    <a:pt x="6779" y="62436"/>
                    <a:pt x="6718" y="62345"/>
                  </a:cubicBezTo>
                  <a:lnTo>
                    <a:pt x="7083" y="62345"/>
                  </a:lnTo>
                  <a:cubicBezTo>
                    <a:pt x="7083" y="62072"/>
                    <a:pt x="6840" y="62163"/>
                    <a:pt x="6718" y="62011"/>
                  </a:cubicBezTo>
                  <a:lnTo>
                    <a:pt x="6992" y="61859"/>
                  </a:lnTo>
                  <a:lnTo>
                    <a:pt x="7053" y="62041"/>
                  </a:lnTo>
                  <a:lnTo>
                    <a:pt x="7235" y="61950"/>
                  </a:lnTo>
                  <a:lnTo>
                    <a:pt x="7144" y="62284"/>
                  </a:lnTo>
                  <a:cubicBezTo>
                    <a:pt x="7235" y="62254"/>
                    <a:pt x="7326" y="62254"/>
                    <a:pt x="7448" y="62224"/>
                  </a:cubicBezTo>
                  <a:cubicBezTo>
                    <a:pt x="7509" y="62193"/>
                    <a:pt x="7600" y="62163"/>
                    <a:pt x="7722" y="62132"/>
                  </a:cubicBezTo>
                  <a:lnTo>
                    <a:pt x="7813" y="62436"/>
                  </a:lnTo>
                  <a:lnTo>
                    <a:pt x="7965" y="62345"/>
                  </a:lnTo>
                  <a:cubicBezTo>
                    <a:pt x="8025" y="62406"/>
                    <a:pt x="8086" y="62436"/>
                    <a:pt x="8177" y="62497"/>
                  </a:cubicBezTo>
                  <a:cubicBezTo>
                    <a:pt x="8238" y="62528"/>
                    <a:pt x="8329" y="62558"/>
                    <a:pt x="8390" y="62588"/>
                  </a:cubicBezTo>
                  <a:cubicBezTo>
                    <a:pt x="8421" y="62588"/>
                    <a:pt x="8421" y="62649"/>
                    <a:pt x="8451" y="62710"/>
                  </a:cubicBezTo>
                  <a:lnTo>
                    <a:pt x="8269" y="62740"/>
                  </a:lnTo>
                  <a:cubicBezTo>
                    <a:pt x="8238" y="62801"/>
                    <a:pt x="8208" y="62892"/>
                    <a:pt x="8147" y="62953"/>
                  </a:cubicBezTo>
                  <a:cubicBezTo>
                    <a:pt x="8131" y="62961"/>
                    <a:pt x="8112" y="62965"/>
                    <a:pt x="8093" y="62965"/>
                  </a:cubicBezTo>
                  <a:cubicBezTo>
                    <a:pt x="8040" y="62965"/>
                    <a:pt x="7979" y="62937"/>
                    <a:pt x="7934" y="62892"/>
                  </a:cubicBezTo>
                  <a:cubicBezTo>
                    <a:pt x="7914" y="62882"/>
                    <a:pt x="7890" y="62879"/>
                    <a:pt x="7864" y="62879"/>
                  </a:cubicBezTo>
                  <a:cubicBezTo>
                    <a:pt x="7813" y="62879"/>
                    <a:pt x="7752" y="62892"/>
                    <a:pt x="7691" y="62892"/>
                  </a:cubicBezTo>
                  <a:lnTo>
                    <a:pt x="7691" y="62984"/>
                  </a:lnTo>
                  <a:cubicBezTo>
                    <a:pt x="7758" y="63006"/>
                    <a:pt x="7792" y="63078"/>
                    <a:pt x="7842" y="63078"/>
                  </a:cubicBezTo>
                  <a:cubicBezTo>
                    <a:pt x="7860" y="63078"/>
                    <a:pt x="7880" y="63068"/>
                    <a:pt x="7904" y="63044"/>
                  </a:cubicBezTo>
                  <a:cubicBezTo>
                    <a:pt x="7926" y="63030"/>
                    <a:pt x="7946" y="63024"/>
                    <a:pt x="7965" y="63024"/>
                  </a:cubicBezTo>
                  <a:cubicBezTo>
                    <a:pt x="8026" y="63024"/>
                    <a:pt x="8078" y="63082"/>
                    <a:pt x="8147" y="63105"/>
                  </a:cubicBezTo>
                  <a:cubicBezTo>
                    <a:pt x="8174" y="63119"/>
                    <a:pt x="8214" y="63132"/>
                    <a:pt x="8254" y="63132"/>
                  </a:cubicBezTo>
                  <a:cubicBezTo>
                    <a:pt x="8304" y="63132"/>
                    <a:pt x="8357" y="63112"/>
                    <a:pt x="8390" y="63044"/>
                  </a:cubicBezTo>
                  <a:lnTo>
                    <a:pt x="8451" y="63166"/>
                  </a:lnTo>
                  <a:lnTo>
                    <a:pt x="8694" y="63227"/>
                  </a:lnTo>
                  <a:lnTo>
                    <a:pt x="8481" y="63409"/>
                  </a:lnTo>
                  <a:lnTo>
                    <a:pt x="8785" y="63591"/>
                  </a:lnTo>
                  <a:lnTo>
                    <a:pt x="8937" y="63257"/>
                  </a:lnTo>
                  <a:lnTo>
                    <a:pt x="9211" y="63379"/>
                  </a:lnTo>
                  <a:cubicBezTo>
                    <a:pt x="9150" y="63531"/>
                    <a:pt x="8907" y="63470"/>
                    <a:pt x="8907" y="63713"/>
                  </a:cubicBezTo>
                  <a:cubicBezTo>
                    <a:pt x="8948" y="63768"/>
                    <a:pt x="8996" y="63786"/>
                    <a:pt x="9041" y="63786"/>
                  </a:cubicBezTo>
                  <a:cubicBezTo>
                    <a:pt x="9096" y="63786"/>
                    <a:pt x="9147" y="63760"/>
                    <a:pt x="9181" y="63743"/>
                  </a:cubicBezTo>
                  <a:cubicBezTo>
                    <a:pt x="9211" y="63713"/>
                    <a:pt x="9272" y="63652"/>
                    <a:pt x="9302" y="63652"/>
                  </a:cubicBezTo>
                  <a:cubicBezTo>
                    <a:pt x="9338" y="63688"/>
                    <a:pt x="9374" y="63700"/>
                    <a:pt x="9410" y="63700"/>
                  </a:cubicBezTo>
                  <a:cubicBezTo>
                    <a:pt x="9484" y="63700"/>
                    <a:pt x="9558" y="63648"/>
                    <a:pt x="9632" y="63648"/>
                  </a:cubicBezTo>
                  <a:cubicBezTo>
                    <a:pt x="9644" y="63648"/>
                    <a:pt x="9655" y="63649"/>
                    <a:pt x="9667" y="63652"/>
                  </a:cubicBezTo>
                  <a:cubicBezTo>
                    <a:pt x="9676" y="63657"/>
                    <a:pt x="9685" y="63658"/>
                    <a:pt x="9696" y="63658"/>
                  </a:cubicBezTo>
                  <a:cubicBezTo>
                    <a:pt x="9761" y="63658"/>
                    <a:pt x="9854" y="63591"/>
                    <a:pt x="9880" y="63591"/>
                  </a:cubicBezTo>
                  <a:cubicBezTo>
                    <a:pt x="9890" y="63581"/>
                    <a:pt x="9900" y="63578"/>
                    <a:pt x="9909" y="63578"/>
                  </a:cubicBezTo>
                  <a:cubicBezTo>
                    <a:pt x="9927" y="63578"/>
                    <a:pt x="9940" y="63591"/>
                    <a:pt x="9940" y="63591"/>
                  </a:cubicBezTo>
                  <a:lnTo>
                    <a:pt x="9971" y="63713"/>
                  </a:lnTo>
                  <a:cubicBezTo>
                    <a:pt x="9997" y="63726"/>
                    <a:pt x="10019" y="63732"/>
                    <a:pt x="10039" y="63732"/>
                  </a:cubicBezTo>
                  <a:cubicBezTo>
                    <a:pt x="10156" y="63732"/>
                    <a:pt x="10171" y="63531"/>
                    <a:pt x="10275" y="63531"/>
                  </a:cubicBezTo>
                  <a:lnTo>
                    <a:pt x="10214" y="63348"/>
                  </a:lnTo>
                  <a:lnTo>
                    <a:pt x="10640" y="63500"/>
                  </a:lnTo>
                  <a:cubicBezTo>
                    <a:pt x="10548" y="63227"/>
                    <a:pt x="10731" y="62984"/>
                    <a:pt x="10579" y="62740"/>
                  </a:cubicBezTo>
                  <a:lnTo>
                    <a:pt x="10731" y="62588"/>
                  </a:lnTo>
                  <a:cubicBezTo>
                    <a:pt x="10518" y="62376"/>
                    <a:pt x="10700" y="62163"/>
                    <a:pt x="10731" y="61950"/>
                  </a:cubicBezTo>
                  <a:lnTo>
                    <a:pt x="10883" y="61950"/>
                  </a:lnTo>
                  <a:lnTo>
                    <a:pt x="10943" y="62102"/>
                  </a:lnTo>
                  <a:lnTo>
                    <a:pt x="11035" y="61981"/>
                  </a:lnTo>
                  <a:lnTo>
                    <a:pt x="11035" y="61950"/>
                  </a:lnTo>
                  <a:lnTo>
                    <a:pt x="11004" y="61950"/>
                  </a:lnTo>
                  <a:cubicBezTo>
                    <a:pt x="11035" y="61798"/>
                    <a:pt x="11065" y="61677"/>
                    <a:pt x="11095" y="61525"/>
                  </a:cubicBezTo>
                  <a:lnTo>
                    <a:pt x="11187" y="61737"/>
                  </a:lnTo>
                  <a:cubicBezTo>
                    <a:pt x="11217" y="61798"/>
                    <a:pt x="11247" y="61859"/>
                    <a:pt x="11278" y="61920"/>
                  </a:cubicBezTo>
                  <a:cubicBezTo>
                    <a:pt x="11278" y="61950"/>
                    <a:pt x="11339" y="61950"/>
                    <a:pt x="11369" y="61950"/>
                  </a:cubicBezTo>
                  <a:lnTo>
                    <a:pt x="11399" y="61616"/>
                  </a:lnTo>
                  <a:lnTo>
                    <a:pt x="11491" y="61707"/>
                  </a:lnTo>
                  <a:cubicBezTo>
                    <a:pt x="11582" y="61616"/>
                    <a:pt x="11643" y="61494"/>
                    <a:pt x="11734" y="61403"/>
                  </a:cubicBezTo>
                  <a:cubicBezTo>
                    <a:pt x="11825" y="61312"/>
                    <a:pt x="11947" y="61221"/>
                    <a:pt x="12038" y="61160"/>
                  </a:cubicBezTo>
                  <a:lnTo>
                    <a:pt x="12038" y="60734"/>
                  </a:lnTo>
                  <a:lnTo>
                    <a:pt x="11916" y="60643"/>
                  </a:lnTo>
                  <a:cubicBezTo>
                    <a:pt x="11947" y="60613"/>
                    <a:pt x="11977" y="60552"/>
                    <a:pt x="12007" y="60552"/>
                  </a:cubicBezTo>
                  <a:cubicBezTo>
                    <a:pt x="12159" y="60491"/>
                    <a:pt x="11977" y="60400"/>
                    <a:pt x="12007" y="60309"/>
                  </a:cubicBezTo>
                  <a:cubicBezTo>
                    <a:pt x="12072" y="60309"/>
                    <a:pt x="12146" y="60343"/>
                    <a:pt x="12223" y="60343"/>
                  </a:cubicBezTo>
                  <a:cubicBezTo>
                    <a:pt x="12291" y="60343"/>
                    <a:pt x="12362" y="60317"/>
                    <a:pt x="12433" y="60218"/>
                  </a:cubicBezTo>
                  <a:lnTo>
                    <a:pt x="12250" y="60126"/>
                  </a:lnTo>
                  <a:lnTo>
                    <a:pt x="12250" y="60126"/>
                  </a:lnTo>
                  <a:cubicBezTo>
                    <a:pt x="12362" y="60137"/>
                    <a:pt x="12436" y="60143"/>
                    <a:pt x="12494" y="60143"/>
                  </a:cubicBezTo>
                  <a:cubicBezTo>
                    <a:pt x="12608" y="60143"/>
                    <a:pt x="12656" y="60116"/>
                    <a:pt x="12798" y="60035"/>
                  </a:cubicBezTo>
                  <a:cubicBezTo>
                    <a:pt x="12706" y="59974"/>
                    <a:pt x="12585" y="59974"/>
                    <a:pt x="12615" y="59762"/>
                  </a:cubicBezTo>
                  <a:lnTo>
                    <a:pt x="12615" y="59762"/>
                  </a:lnTo>
                  <a:cubicBezTo>
                    <a:pt x="12651" y="59769"/>
                    <a:pt x="12689" y="59773"/>
                    <a:pt x="12727" y="59773"/>
                  </a:cubicBezTo>
                  <a:cubicBezTo>
                    <a:pt x="12850" y="59773"/>
                    <a:pt x="12978" y="59733"/>
                    <a:pt x="13071" y="59640"/>
                  </a:cubicBezTo>
                  <a:lnTo>
                    <a:pt x="13010" y="59184"/>
                  </a:lnTo>
                  <a:lnTo>
                    <a:pt x="13284" y="59123"/>
                  </a:lnTo>
                  <a:cubicBezTo>
                    <a:pt x="13162" y="59063"/>
                    <a:pt x="13071" y="58941"/>
                    <a:pt x="13071" y="58819"/>
                  </a:cubicBezTo>
                  <a:lnTo>
                    <a:pt x="13223" y="58728"/>
                  </a:lnTo>
                  <a:cubicBezTo>
                    <a:pt x="13375" y="58607"/>
                    <a:pt x="13557" y="58424"/>
                    <a:pt x="13770" y="58363"/>
                  </a:cubicBezTo>
                  <a:cubicBezTo>
                    <a:pt x="13801" y="58363"/>
                    <a:pt x="13831" y="58242"/>
                    <a:pt x="13861" y="58242"/>
                  </a:cubicBezTo>
                  <a:cubicBezTo>
                    <a:pt x="14013" y="58211"/>
                    <a:pt x="14074" y="58151"/>
                    <a:pt x="14074" y="57999"/>
                  </a:cubicBezTo>
                  <a:lnTo>
                    <a:pt x="14105" y="57695"/>
                  </a:lnTo>
                  <a:lnTo>
                    <a:pt x="14196" y="57695"/>
                  </a:lnTo>
                  <a:cubicBezTo>
                    <a:pt x="14257" y="57847"/>
                    <a:pt x="14135" y="58059"/>
                    <a:pt x="14348" y="58151"/>
                  </a:cubicBezTo>
                  <a:cubicBezTo>
                    <a:pt x="14469" y="58059"/>
                    <a:pt x="14530" y="57908"/>
                    <a:pt x="14530" y="57756"/>
                  </a:cubicBezTo>
                  <a:cubicBezTo>
                    <a:pt x="14530" y="57695"/>
                    <a:pt x="14561" y="57634"/>
                    <a:pt x="14621" y="57573"/>
                  </a:cubicBezTo>
                  <a:cubicBezTo>
                    <a:pt x="14621" y="57573"/>
                    <a:pt x="14652" y="57543"/>
                    <a:pt x="14652" y="57543"/>
                  </a:cubicBezTo>
                  <a:lnTo>
                    <a:pt x="14713" y="57664"/>
                  </a:lnTo>
                  <a:lnTo>
                    <a:pt x="14865" y="57664"/>
                  </a:lnTo>
                  <a:lnTo>
                    <a:pt x="14713" y="57421"/>
                  </a:lnTo>
                  <a:cubicBezTo>
                    <a:pt x="14773" y="57391"/>
                    <a:pt x="14834" y="57391"/>
                    <a:pt x="14834" y="57360"/>
                  </a:cubicBezTo>
                  <a:cubicBezTo>
                    <a:pt x="14862" y="57250"/>
                    <a:pt x="14902" y="57215"/>
                    <a:pt x="14949" y="57215"/>
                  </a:cubicBezTo>
                  <a:cubicBezTo>
                    <a:pt x="15005" y="57215"/>
                    <a:pt x="15072" y="57266"/>
                    <a:pt x="15138" y="57300"/>
                  </a:cubicBezTo>
                  <a:lnTo>
                    <a:pt x="15168" y="57056"/>
                  </a:lnTo>
                  <a:lnTo>
                    <a:pt x="15229" y="57148"/>
                  </a:lnTo>
                  <a:cubicBezTo>
                    <a:pt x="15381" y="57056"/>
                    <a:pt x="15199" y="56935"/>
                    <a:pt x="15229" y="56813"/>
                  </a:cubicBezTo>
                  <a:cubicBezTo>
                    <a:pt x="15290" y="56722"/>
                    <a:pt x="15290" y="56570"/>
                    <a:pt x="15290" y="56540"/>
                  </a:cubicBezTo>
                  <a:lnTo>
                    <a:pt x="15533" y="56783"/>
                  </a:lnTo>
                  <a:cubicBezTo>
                    <a:pt x="15655" y="56692"/>
                    <a:pt x="15807" y="56722"/>
                    <a:pt x="15898" y="56631"/>
                  </a:cubicBezTo>
                  <a:cubicBezTo>
                    <a:pt x="15989" y="56540"/>
                    <a:pt x="16141" y="56540"/>
                    <a:pt x="16202" y="56357"/>
                  </a:cubicBezTo>
                  <a:cubicBezTo>
                    <a:pt x="16255" y="56393"/>
                    <a:pt x="16319" y="56408"/>
                    <a:pt x="16375" y="56408"/>
                  </a:cubicBezTo>
                  <a:cubicBezTo>
                    <a:pt x="16415" y="56408"/>
                    <a:pt x="16450" y="56400"/>
                    <a:pt x="16475" y="56388"/>
                  </a:cubicBezTo>
                  <a:cubicBezTo>
                    <a:pt x="16491" y="56373"/>
                    <a:pt x="16512" y="56367"/>
                    <a:pt x="16535" y="56367"/>
                  </a:cubicBezTo>
                  <a:cubicBezTo>
                    <a:pt x="16605" y="56367"/>
                    <a:pt x="16696" y="56418"/>
                    <a:pt x="16719" y="56418"/>
                  </a:cubicBezTo>
                  <a:lnTo>
                    <a:pt x="16901" y="56205"/>
                  </a:lnTo>
                  <a:lnTo>
                    <a:pt x="16871" y="56175"/>
                  </a:lnTo>
                  <a:lnTo>
                    <a:pt x="17023" y="55993"/>
                  </a:lnTo>
                  <a:lnTo>
                    <a:pt x="16962" y="55841"/>
                  </a:lnTo>
                  <a:lnTo>
                    <a:pt x="17144" y="55841"/>
                  </a:lnTo>
                  <a:lnTo>
                    <a:pt x="17175" y="55993"/>
                  </a:lnTo>
                  <a:cubicBezTo>
                    <a:pt x="17203" y="55926"/>
                    <a:pt x="17226" y="55901"/>
                    <a:pt x="17247" y="55901"/>
                  </a:cubicBezTo>
                  <a:cubicBezTo>
                    <a:pt x="17294" y="55901"/>
                    <a:pt x="17334" y="56021"/>
                    <a:pt x="17418" y="56084"/>
                  </a:cubicBezTo>
                  <a:lnTo>
                    <a:pt x="17175" y="56175"/>
                  </a:lnTo>
                  <a:cubicBezTo>
                    <a:pt x="17327" y="56236"/>
                    <a:pt x="17509" y="56266"/>
                    <a:pt x="17691" y="56297"/>
                  </a:cubicBezTo>
                  <a:cubicBezTo>
                    <a:pt x="17874" y="56236"/>
                    <a:pt x="18026" y="56175"/>
                    <a:pt x="18147" y="56114"/>
                  </a:cubicBezTo>
                  <a:lnTo>
                    <a:pt x="18056" y="55445"/>
                  </a:lnTo>
                  <a:cubicBezTo>
                    <a:pt x="17904" y="55415"/>
                    <a:pt x="17904" y="55415"/>
                    <a:pt x="17722" y="55172"/>
                  </a:cubicBezTo>
                  <a:lnTo>
                    <a:pt x="17722" y="55172"/>
                  </a:lnTo>
                  <a:cubicBezTo>
                    <a:pt x="17823" y="55253"/>
                    <a:pt x="17951" y="55293"/>
                    <a:pt x="18071" y="55293"/>
                  </a:cubicBezTo>
                  <a:cubicBezTo>
                    <a:pt x="18130" y="55293"/>
                    <a:pt x="18188" y="55283"/>
                    <a:pt x="18238" y="55263"/>
                  </a:cubicBezTo>
                  <a:lnTo>
                    <a:pt x="18056" y="55111"/>
                  </a:lnTo>
                  <a:lnTo>
                    <a:pt x="18117" y="54898"/>
                  </a:lnTo>
                  <a:lnTo>
                    <a:pt x="17843" y="54959"/>
                  </a:lnTo>
                  <a:lnTo>
                    <a:pt x="17843" y="54746"/>
                  </a:lnTo>
                  <a:lnTo>
                    <a:pt x="17995" y="54716"/>
                  </a:lnTo>
                  <a:lnTo>
                    <a:pt x="17995" y="54503"/>
                  </a:lnTo>
                  <a:cubicBezTo>
                    <a:pt x="17813" y="54442"/>
                    <a:pt x="17782" y="54230"/>
                    <a:pt x="17691" y="54078"/>
                  </a:cubicBezTo>
                  <a:lnTo>
                    <a:pt x="17782" y="53956"/>
                  </a:lnTo>
                  <a:lnTo>
                    <a:pt x="17965" y="54047"/>
                  </a:lnTo>
                  <a:lnTo>
                    <a:pt x="18147" y="53926"/>
                  </a:lnTo>
                  <a:lnTo>
                    <a:pt x="18147" y="53743"/>
                  </a:lnTo>
                  <a:lnTo>
                    <a:pt x="18056" y="53713"/>
                  </a:lnTo>
                  <a:lnTo>
                    <a:pt x="18117" y="53591"/>
                  </a:lnTo>
                  <a:cubicBezTo>
                    <a:pt x="18330" y="53622"/>
                    <a:pt x="18269" y="53804"/>
                    <a:pt x="18299" y="53986"/>
                  </a:cubicBezTo>
                  <a:cubicBezTo>
                    <a:pt x="18331" y="53974"/>
                    <a:pt x="18360" y="53968"/>
                    <a:pt x="18386" y="53968"/>
                  </a:cubicBezTo>
                  <a:cubicBezTo>
                    <a:pt x="18487" y="53968"/>
                    <a:pt x="18549" y="54055"/>
                    <a:pt x="18573" y="54199"/>
                  </a:cubicBezTo>
                  <a:cubicBezTo>
                    <a:pt x="18608" y="54199"/>
                    <a:pt x="18642" y="54202"/>
                    <a:pt x="18676" y="54202"/>
                  </a:cubicBezTo>
                  <a:cubicBezTo>
                    <a:pt x="18759" y="54202"/>
                    <a:pt x="18833" y="54186"/>
                    <a:pt x="18877" y="54078"/>
                  </a:cubicBezTo>
                  <a:lnTo>
                    <a:pt x="18755" y="53926"/>
                  </a:lnTo>
                  <a:cubicBezTo>
                    <a:pt x="18786" y="53865"/>
                    <a:pt x="18846" y="53834"/>
                    <a:pt x="18786" y="53713"/>
                  </a:cubicBezTo>
                  <a:cubicBezTo>
                    <a:pt x="18694" y="53561"/>
                    <a:pt x="18694" y="53348"/>
                    <a:pt x="18725" y="53166"/>
                  </a:cubicBezTo>
                  <a:cubicBezTo>
                    <a:pt x="18725" y="53044"/>
                    <a:pt x="18694" y="52923"/>
                    <a:pt x="18664" y="52831"/>
                  </a:cubicBezTo>
                  <a:lnTo>
                    <a:pt x="18634" y="52831"/>
                  </a:lnTo>
                  <a:lnTo>
                    <a:pt x="18573" y="52983"/>
                  </a:lnTo>
                  <a:lnTo>
                    <a:pt x="18421" y="52892"/>
                  </a:lnTo>
                  <a:lnTo>
                    <a:pt x="18360" y="52831"/>
                  </a:lnTo>
                  <a:lnTo>
                    <a:pt x="18330" y="53075"/>
                  </a:lnTo>
                  <a:cubicBezTo>
                    <a:pt x="18238" y="53044"/>
                    <a:pt x="18178" y="52983"/>
                    <a:pt x="18086" y="52923"/>
                  </a:cubicBezTo>
                  <a:cubicBezTo>
                    <a:pt x="18086" y="52923"/>
                    <a:pt x="18086" y="52862"/>
                    <a:pt x="18086" y="52831"/>
                  </a:cubicBezTo>
                  <a:cubicBezTo>
                    <a:pt x="18149" y="52852"/>
                    <a:pt x="18197" y="52901"/>
                    <a:pt x="18250" y="52901"/>
                  </a:cubicBezTo>
                  <a:cubicBezTo>
                    <a:pt x="18275" y="52901"/>
                    <a:pt x="18301" y="52891"/>
                    <a:pt x="18330" y="52862"/>
                  </a:cubicBezTo>
                  <a:lnTo>
                    <a:pt x="18238" y="52649"/>
                  </a:lnTo>
                  <a:lnTo>
                    <a:pt x="18086" y="52649"/>
                  </a:lnTo>
                  <a:lnTo>
                    <a:pt x="18086" y="52345"/>
                  </a:lnTo>
                  <a:lnTo>
                    <a:pt x="18238" y="52224"/>
                  </a:lnTo>
                  <a:lnTo>
                    <a:pt x="18026" y="52041"/>
                  </a:lnTo>
                  <a:lnTo>
                    <a:pt x="17722" y="52072"/>
                  </a:lnTo>
                  <a:cubicBezTo>
                    <a:pt x="17813" y="51920"/>
                    <a:pt x="17874" y="51859"/>
                    <a:pt x="17934" y="51737"/>
                  </a:cubicBezTo>
                  <a:cubicBezTo>
                    <a:pt x="17995" y="51616"/>
                    <a:pt x="17995" y="51646"/>
                    <a:pt x="18117" y="51585"/>
                  </a:cubicBezTo>
                  <a:cubicBezTo>
                    <a:pt x="18174" y="51566"/>
                    <a:pt x="18230" y="51524"/>
                    <a:pt x="18287" y="51524"/>
                  </a:cubicBezTo>
                  <a:cubicBezTo>
                    <a:pt x="18322" y="51524"/>
                    <a:pt x="18356" y="51539"/>
                    <a:pt x="18390" y="51585"/>
                  </a:cubicBezTo>
                  <a:cubicBezTo>
                    <a:pt x="18421" y="51646"/>
                    <a:pt x="18482" y="51676"/>
                    <a:pt x="18542" y="51676"/>
                  </a:cubicBezTo>
                  <a:cubicBezTo>
                    <a:pt x="18649" y="51692"/>
                    <a:pt x="18748" y="51699"/>
                    <a:pt x="18846" y="51699"/>
                  </a:cubicBezTo>
                  <a:cubicBezTo>
                    <a:pt x="18945" y="51699"/>
                    <a:pt x="19044" y="51692"/>
                    <a:pt x="19150" y="51676"/>
                  </a:cubicBezTo>
                  <a:cubicBezTo>
                    <a:pt x="19195" y="51665"/>
                    <a:pt x="19239" y="51658"/>
                    <a:pt x="19282" y="51658"/>
                  </a:cubicBezTo>
                  <a:cubicBezTo>
                    <a:pt x="19357" y="51658"/>
                    <a:pt x="19427" y="51679"/>
                    <a:pt x="19485" y="51737"/>
                  </a:cubicBezTo>
                  <a:lnTo>
                    <a:pt x="19485" y="51920"/>
                  </a:lnTo>
                  <a:lnTo>
                    <a:pt x="19758" y="52011"/>
                  </a:lnTo>
                  <a:lnTo>
                    <a:pt x="19880" y="51798"/>
                  </a:lnTo>
                  <a:lnTo>
                    <a:pt x="20032" y="51889"/>
                  </a:lnTo>
                  <a:lnTo>
                    <a:pt x="19971" y="52163"/>
                  </a:lnTo>
                  <a:lnTo>
                    <a:pt x="20032" y="52224"/>
                  </a:lnTo>
                  <a:cubicBezTo>
                    <a:pt x="20275" y="52467"/>
                    <a:pt x="20457" y="52771"/>
                    <a:pt x="20548" y="53105"/>
                  </a:cubicBezTo>
                  <a:cubicBezTo>
                    <a:pt x="20640" y="53287"/>
                    <a:pt x="20700" y="53470"/>
                    <a:pt x="20761" y="53652"/>
                  </a:cubicBezTo>
                  <a:cubicBezTo>
                    <a:pt x="20810" y="53603"/>
                    <a:pt x="20859" y="53572"/>
                    <a:pt x="20903" y="53572"/>
                  </a:cubicBezTo>
                  <a:cubicBezTo>
                    <a:pt x="20941" y="53572"/>
                    <a:pt x="20976" y="53596"/>
                    <a:pt x="21004" y="53652"/>
                  </a:cubicBezTo>
                  <a:cubicBezTo>
                    <a:pt x="21035" y="53591"/>
                    <a:pt x="21065" y="53531"/>
                    <a:pt x="21096" y="53470"/>
                  </a:cubicBezTo>
                  <a:cubicBezTo>
                    <a:pt x="21126" y="53379"/>
                    <a:pt x="21126" y="53257"/>
                    <a:pt x="21156" y="53166"/>
                  </a:cubicBezTo>
                  <a:cubicBezTo>
                    <a:pt x="21187" y="53105"/>
                    <a:pt x="21248" y="53014"/>
                    <a:pt x="21248" y="52953"/>
                  </a:cubicBezTo>
                  <a:cubicBezTo>
                    <a:pt x="21248" y="52801"/>
                    <a:pt x="21308" y="52771"/>
                    <a:pt x="21400" y="52771"/>
                  </a:cubicBezTo>
                  <a:cubicBezTo>
                    <a:pt x="21430" y="52771"/>
                    <a:pt x="21430" y="52740"/>
                    <a:pt x="21430" y="52710"/>
                  </a:cubicBezTo>
                  <a:cubicBezTo>
                    <a:pt x="21400" y="52527"/>
                    <a:pt x="21582" y="52497"/>
                    <a:pt x="21582" y="52315"/>
                  </a:cubicBezTo>
                  <a:cubicBezTo>
                    <a:pt x="21628" y="52369"/>
                    <a:pt x="21665" y="52389"/>
                    <a:pt x="21697" y="52389"/>
                  </a:cubicBezTo>
                  <a:cubicBezTo>
                    <a:pt x="21773" y="52389"/>
                    <a:pt x="21822" y="52284"/>
                    <a:pt x="21886" y="52284"/>
                  </a:cubicBezTo>
                  <a:lnTo>
                    <a:pt x="21825" y="51920"/>
                  </a:lnTo>
                  <a:cubicBezTo>
                    <a:pt x="21825" y="51889"/>
                    <a:pt x="21795" y="51889"/>
                    <a:pt x="21795" y="51889"/>
                  </a:cubicBezTo>
                  <a:lnTo>
                    <a:pt x="21582" y="52011"/>
                  </a:lnTo>
                  <a:cubicBezTo>
                    <a:pt x="21552" y="51859"/>
                    <a:pt x="21521" y="51707"/>
                    <a:pt x="21460" y="51555"/>
                  </a:cubicBezTo>
                  <a:cubicBezTo>
                    <a:pt x="21430" y="51403"/>
                    <a:pt x="21552" y="51281"/>
                    <a:pt x="21491" y="51129"/>
                  </a:cubicBezTo>
                  <a:lnTo>
                    <a:pt x="21612" y="51068"/>
                  </a:lnTo>
                  <a:lnTo>
                    <a:pt x="21612" y="50886"/>
                  </a:lnTo>
                  <a:cubicBezTo>
                    <a:pt x="21521" y="50856"/>
                    <a:pt x="21400" y="50856"/>
                    <a:pt x="21369" y="50734"/>
                  </a:cubicBezTo>
                  <a:cubicBezTo>
                    <a:pt x="21369" y="50643"/>
                    <a:pt x="21400" y="50521"/>
                    <a:pt x="21430" y="50430"/>
                  </a:cubicBezTo>
                  <a:cubicBezTo>
                    <a:pt x="21339" y="50309"/>
                    <a:pt x="21217" y="50217"/>
                    <a:pt x="21156" y="50065"/>
                  </a:cubicBezTo>
                  <a:lnTo>
                    <a:pt x="21308" y="49974"/>
                  </a:lnTo>
                  <a:cubicBezTo>
                    <a:pt x="21308" y="49883"/>
                    <a:pt x="21278" y="49822"/>
                    <a:pt x="21248" y="49761"/>
                  </a:cubicBezTo>
                  <a:cubicBezTo>
                    <a:pt x="21217" y="49761"/>
                    <a:pt x="21187" y="49731"/>
                    <a:pt x="21156" y="49731"/>
                  </a:cubicBezTo>
                  <a:cubicBezTo>
                    <a:pt x="21248" y="49610"/>
                    <a:pt x="21004" y="49458"/>
                    <a:pt x="21156" y="49336"/>
                  </a:cubicBezTo>
                  <a:cubicBezTo>
                    <a:pt x="21187" y="49306"/>
                    <a:pt x="21217" y="49154"/>
                    <a:pt x="21065" y="49154"/>
                  </a:cubicBezTo>
                  <a:cubicBezTo>
                    <a:pt x="21035" y="49123"/>
                    <a:pt x="21035" y="49093"/>
                    <a:pt x="21035" y="49062"/>
                  </a:cubicBezTo>
                  <a:cubicBezTo>
                    <a:pt x="21065" y="48880"/>
                    <a:pt x="20913" y="48880"/>
                    <a:pt x="20852" y="48819"/>
                  </a:cubicBezTo>
                  <a:cubicBezTo>
                    <a:pt x="20883" y="48758"/>
                    <a:pt x="20883" y="48637"/>
                    <a:pt x="20913" y="48637"/>
                  </a:cubicBezTo>
                  <a:cubicBezTo>
                    <a:pt x="21004" y="48606"/>
                    <a:pt x="21065" y="48515"/>
                    <a:pt x="21035" y="48454"/>
                  </a:cubicBezTo>
                  <a:cubicBezTo>
                    <a:pt x="21004" y="48363"/>
                    <a:pt x="20974" y="48272"/>
                    <a:pt x="20913" y="48211"/>
                  </a:cubicBezTo>
                  <a:cubicBezTo>
                    <a:pt x="20852" y="48181"/>
                    <a:pt x="20761" y="48181"/>
                    <a:pt x="20700" y="48120"/>
                  </a:cubicBezTo>
                  <a:cubicBezTo>
                    <a:pt x="20670" y="48120"/>
                    <a:pt x="20670" y="48059"/>
                    <a:pt x="20640" y="48059"/>
                  </a:cubicBezTo>
                  <a:lnTo>
                    <a:pt x="20336" y="48059"/>
                  </a:lnTo>
                  <a:cubicBezTo>
                    <a:pt x="20336" y="48059"/>
                    <a:pt x="20305" y="48029"/>
                    <a:pt x="20305" y="48029"/>
                  </a:cubicBezTo>
                  <a:lnTo>
                    <a:pt x="20305" y="47907"/>
                  </a:lnTo>
                  <a:lnTo>
                    <a:pt x="20579" y="47907"/>
                  </a:lnTo>
                  <a:cubicBezTo>
                    <a:pt x="20548" y="47603"/>
                    <a:pt x="20457" y="47299"/>
                    <a:pt x="20336" y="47026"/>
                  </a:cubicBezTo>
                  <a:lnTo>
                    <a:pt x="20640" y="46965"/>
                  </a:lnTo>
                  <a:lnTo>
                    <a:pt x="20548" y="46722"/>
                  </a:lnTo>
                  <a:lnTo>
                    <a:pt x="20640" y="46600"/>
                  </a:lnTo>
                  <a:cubicBezTo>
                    <a:pt x="20755" y="46658"/>
                    <a:pt x="20831" y="46690"/>
                    <a:pt x="20885" y="46690"/>
                  </a:cubicBezTo>
                  <a:cubicBezTo>
                    <a:pt x="20971" y="46690"/>
                    <a:pt x="20997" y="46606"/>
                    <a:pt x="21035" y="46418"/>
                  </a:cubicBezTo>
                  <a:cubicBezTo>
                    <a:pt x="21065" y="46296"/>
                    <a:pt x="21126" y="46205"/>
                    <a:pt x="21217" y="46114"/>
                  </a:cubicBezTo>
                  <a:cubicBezTo>
                    <a:pt x="21217" y="46114"/>
                    <a:pt x="21217" y="46084"/>
                    <a:pt x="21217" y="46053"/>
                  </a:cubicBezTo>
                  <a:lnTo>
                    <a:pt x="21156" y="45901"/>
                  </a:lnTo>
                  <a:lnTo>
                    <a:pt x="21278" y="45780"/>
                  </a:lnTo>
                  <a:cubicBezTo>
                    <a:pt x="21301" y="45803"/>
                    <a:pt x="21289" y="45912"/>
                    <a:pt x="21348" y="45912"/>
                  </a:cubicBezTo>
                  <a:cubicBezTo>
                    <a:pt x="21366" y="45912"/>
                    <a:pt x="21393" y="45901"/>
                    <a:pt x="21430" y="45871"/>
                  </a:cubicBezTo>
                  <a:lnTo>
                    <a:pt x="21430" y="45719"/>
                  </a:lnTo>
                  <a:cubicBezTo>
                    <a:pt x="21582" y="45628"/>
                    <a:pt x="21612" y="45415"/>
                    <a:pt x="21764" y="45324"/>
                  </a:cubicBezTo>
                  <a:cubicBezTo>
                    <a:pt x="21734" y="45111"/>
                    <a:pt x="21582" y="44929"/>
                    <a:pt x="21400" y="44837"/>
                  </a:cubicBezTo>
                  <a:cubicBezTo>
                    <a:pt x="21339" y="44807"/>
                    <a:pt x="21278" y="44837"/>
                    <a:pt x="21278" y="44746"/>
                  </a:cubicBezTo>
                  <a:cubicBezTo>
                    <a:pt x="21248" y="44655"/>
                    <a:pt x="21217" y="44594"/>
                    <a:pt x="21156" y="44533"/>
                  </a:cubicBezTo>
                  <a:cubicBezTo>
                    <a:pt x="21308" y="44442"/>
                    <a:pt x="21096" y="44412"/>
                    <a:pt x="21156" y="44321"/>
                  </a:cubicBezTo>
                  <a:lnTo>
                    <a:pt x="21308" y="44229"/>
                  </a:lnTo>
                  <a:cubicBezTo>
                    <a:pt x="21156" y="44229"/>
                    <a:pt x="21156" y="43986"/>
                    <a:pt x="21065" y="43956"/>
                  </a:cubicBezTo>
                  <a:cubicBezTo>
                    <a:pt x="20974" y="43926"/>
                    <a:pt x="20913" y="43743"/>
                    <a:pt x="20822" y="43622"/>
                  </a:cubicBezTo>
                  <a:cubicBezTo>
                    <a:pt x="20974" y="43530"/>
                    <a:pt x="21004" y="43318"/>
                    <a:pt x="20913" y="43166"/>
                  </a:cubicBezTo>
                  <a:lnTo>
                    <a:pt x="20913" y="43166"/>
                  </a:lnTo>
                  <a:lnTo>
                    <a:pt x="20792" y="43287"/>
                  </a:lnTo>
                  <a:lnTo>
                    <a:pt x="20609" y="43378"/>
                  </a:lnTo>
                  <a:lnTo>
                    <a:pt x="20609" y="43470"/>
                  </a:lnTo>
                  <a:cubicBezTo>
                    <a:pt x="20609" y="43865"/>
                    <a:pt x="20548" y="43926"/>
                    <a:pt x="20214" y="44047"/>
                  </a:cubicBezTo>
                  <a:cubicBezTo>
                    <a:pt x="20184" y="44078"/>
                    <a:pt x="20123" y="44138"/>
                    <a:pt x="20093" y="44199"/>
                  </a:cubicBezTo>
                  <a:cubicBezTo>
                    <a:pt x="20062" y="44260"/>
                    <a:pt x="20032" y="44290"/>
                    <a:pt x="20001" y="44351"/>
                  </a:cubicBezTo>
                  <a:lnTo>
                    <a:pt x="19941" y="44138"/>
                  </a:lnTo>
                  <a:lnTo>
                    <a:pt x="19728" y="44321"/>
                  </a:lnTo>
                  <a:cubicBezTo>
                    <a:pt x="19606" y="44078"/>
                    <a:pt x="19880" y="44138"/>
                    <a:pt x="19880" y="44017"/>
                  </a:cubicBezTo>
                  <a:cubicBezTo>
                    <a:pt x="19880" y="43865"/>
                    <a:pt x="19880" y="43682"/>
                    <a:pt x="19941" y="43530"/>
                  </a:cubicBezTo>
                  <a:cubicBezTo>
                    <a:pt x="20032" y="43409"/>
                    <a:pt x="20093" y="43257"/>
                    <a:pt x="20153" y="43105"/>
                  </a:cubicBezTo>
                  <a:cubicBezTo>
                    <a:pt x="20123" y="42983"/>
                    <a:pt x="19941" y="43014"/>
                    <a:pt x="20032" y="42831"/>
                  </a:cubicBezTo>
                  <a:cubicBezTo>
                    <a:pt x="20093" y="42619"/>
                    <a:pt x="20062" y="42436"/>
                    <a:pt x="20093" y="42254"/>
                  </a:cubicBezTo>
                  <a:lnTo>
                    <a:pt x="20366" y="42558"/>
                  </a:lnTo>
                  <a:lnTo>
                    <a:pt x="20457" y="42345"/>
                  </a:lnTo>
                  <a:lnTo>
                    <a:pt x="20427" y="42223"/>
                  </a:lnTo>
                  <a:lnTo>
                    <a:pt x="20427" y="42223"/>
                  </a:lnTo>
                  <a:cubicBezTo>
                    <a:pt x="20477" y="42265"/>
                    <a:pt x="20521" y="42282"/>
                    <a:pt x="20559" y="42282"/>
                  </a:cubicBezTo>
                  <a:cubicBezTo>
                    <a:pt x="20660" y="42282"/>
                    <a:pt x="20726" y="42168"/>
                    <a:pt x="20792" y="42102"/>
                  </a:cubicBezTo>
                  <a:lnTo>
                    <a:pt x="20974" y="42223"/>
                  </a:lnTo>
                  <a:cubicBezTo>
                    <a:pt x="21004" y="42132"/>
                    <a:pt x="21035" y="42071"/>
                    <a:pt x="21065" y="41980"/>
                  </a:cubicBezTo>
                  <a:cubicBezTo>
                    <a:pt x="21096" y="41950"/>
                    <a:pt x="21065" y="41919"/>
                    <a:pt x="21065" y="41889"/>
                  </a:cubicBezTo>
                  <a:lnTo>
                    <a:pt x="20852" y="41889"/>
                  </a:lnTo>
                  <a:lnTo>
                    <a:pt x="20822" y="42011"/>
                  </a:lnTo>
                  <a:lnTo>
                    <a:pt x="20366" y="42102"/>
                  </a:lnTo>
                  <a:cubicBezTo>
                    <a:pt x="20291" y="42001"/>
                    <a:pt x="20173" y="41942"/>
                    <a:pt x="20032" y="41942"/>
                  </a:cubicBezTo>
                  <a:cubicBezTo>
                    <a:pt x="20002" y="41942"/>
                    <a:pt x="19972" y="41945"/>
                    <a:pt x="19941" y="41950"/>
                  </a:cubicBezTo>
                  <a:lnTo>
                    <a:pt x="19728" y="41798"/>
                  </a:lnTo>
                  <a:lnTo>
                    <a:pt x="19728" y="41798"/>
                  </a:lnTo>
                  <a:cubicBezTo>
                    <a:pt x="19637" y="41950"/>
                    <a:pt x="19758" y="41950"/>
                    <a:pt x="19819" y="41980"/>
                  </a:cubicBezTo>
                  <a:lnTo>
                    <a:pt x="19606" y="42284"/>
                  </a:lnTo>
                  <a:lnTo>
                    <a:pt x="19606" y="42011"/>
                  </a:lnTo>
                  <a:lnTo>
                    <a:pt x="19241" y="41798"/>
                  </a:lnTo>
                  <a:cubicBezTo>
                    <a:pt x="19241" y="41716"/>
                    <a:pt x="19217" y="41611"/>
                    <a:pt x="19169" y="41524"/>
                  </a:cubicBezTo>
                  <a:lnTo>
                    <a:pt x="19169" y="41524"/>
                  </a:lnTo>
                  <a:cubicBezTo>
                    <a:pt x="19173" y="41524"/>
                    <a:pt x="19177" y="41524"/>
                    <a:pt x="19181" y="41524"/>
                  </a:cubicBezTo>
                  <a:cubicBezTo>
                    <a:pt x="19150" y="41312"/>
                    <a:pt x="18968" y="41160"/>
                    <a:pt x="18907" y="40977"/>
                  </a:cubicBezTo>
                  <a:cubicBezTo>
                    <a:pt x="18907" y="40947"/>
                    <a:pt x="18846" y="40947"/>
                    <a:pt x="18816" y="40947"/>
                  </a:cubicBezTo>
                  <a:lnTo>
                    <a:pt x="18816" y="40673"/>
                  </a:lnTo>
                  <a:lnTo>
                    <a:pt x="18968" y="40612"/>
                  </a:lnTo>
                  <a:lnTo>
                    <a:pt x="18907" y="40460"/>
                  </a:lnTo>
                  <a:lnTo>
                    <a:pt x="19150" y="40248"/>
                  </a:lnTo>
                  <a:lnTo>
                    <a:pt x="19181" y="39944"/>
                  </a:lnTo>
                  <a:lnTo>
                    <a:pt x="19272" y="40065"/>
                  </a:lnTo>
                  <a:cubicBezTo>
                    <a:pt x="19120" y="40308"/>
                    <a:pt x="19333" y="40460"/>
                    <a:pt x="19363" y="40704"/>
                  </a:cubicBezTo>
                  <a:cubicBezTo>
                    <a:pt x="19302" y="40795"/>
                    <a:pt x="19181" y="40856"/>
                    <a:pt x="19241" y="41008"/>
                  </a:cubicBezTo>
                  <a:cubicBezTo>
                    <a:pt x="19272" y="41099"/>
                    <a:pt x="19333" y="41190"/>
                    <a:pt x="19393" y="41281"/>
                  </a:cubicBezTo>
                  <a:cubicBezTo>
                    <a:pt x="19515" y="41281"/>
                    <a:pt x="19637" y="41281"/>
                    <a:pt x="19637" y="41129"/>
                  </a:cubicBezTo>
                  <a:cubicBezTo>
                    <a:pt x="19606" y="40947"/>
                    <a:pt x="19454" y="41008"/>
                    <a:pt x="19333" y="40916"/>
                  </a:cubicBezTo>
                  <a:cubicBezTo>
                    <a:pt x="19485" y="40886"/>
                    <a:pt x="19576" y="40886"/>
                    <a:pt x="19637" y="40704"/>
                  </a:cubicBezTo>
                  <a:cubicBezTo>
                    <a:pt x="19697" y="40582"/>
                    <a:pt x="19697" y="40430"/>
                    <a:pt x="19637" y="40308"/>
                  </a:cubicBezTo>
                  <a:cubicBezTo>
                    <a:pt x="19728" y="40217"/>
                    <a:pt x="19819" y="40126"/>
                    <a:pt x="19728" y="39944"/>
                  </a:cubicBezTo>
                  <a:lnTo>
                    <a:pt x="19515" y="39944"/>
                  </a:lnTo>
                  <a:lnTo>
                    <a:pt x="19515" y="39761"/>
                  </a:lnTo>
                  <a:lnTo>
                    <a:pt x="19728" y="39701"/>
                  </a:lnTo>
                  <a:lnTo>
                    <a:pt x="19637" y="39366"/>
                  </a:lnTo>
                  <a:lnTo>
                    <a:pt x="19302" y="39366"/>
                  </a:lnTo>
                  <a:cubicBezTo>
                    <a:pt x="19272" y="39427"/>
                    <a:pt x="19181" y="39549"/>
                    <a:pt x="19181" y="39609"/>
                  </a:cubicBezTo>
                  <a:cubicBezTo>
                    <a:pt x="19241" y="39731"/>
                    <a:pt x="19150" y="39792"/>
                    <a:pt x="19150" y="39883"/>
                  </a:cubicBezTo>
                  <a:lnTo>
                    <a:pt x="18998" y="39883"/>
                  </a:lnTo>
                  <a:lnTo>
                    <a:pt x="18877" y="40096"/>
                  </a:lnTo>
                  <a:cubicBezTo>
                    <a:pt x="18877" y="39944"/>
                    <a:pt x="18725" y="39853"/>
                    <a:pt x="18725" y="39761"/>
                  </a:cubicBezTo>
                  <a:cubicBezTo>
                    <a:pt x="18664" y="39579"/>
                    <a:pt x="18634" y="39488"/>
                    <a:pt x="18512" y="39457"/>
                  </a:cubicBezTo>
                  <a:lnTo>
                    <a:pt x="18664" y="39184"/>
                  </a:lnTo>
                  <a:cubicBezTo>
                    <a:pt x="18583" y="39184"/>
                    <a:pt x="18515" y="39157"/>
                    <a:pt x="18461" y="39157"/>
                  </a:cubicBezTo>
                  <a:cubicBezTo>
                    <a:pt x="18434" y="39157"/>
                    <a:pt x="18411" y="39164"/>
                    <a:pt x="18390" y="39184"/>
                  </a:cubicBezTo>
                  <a:cubicBezTo>
                    <a:pt x="18330" y="39214"/>
                    <a:pt x="18299" y="39305"/>
                    <a:pt x="18269" y="39366"/>
                  </a:cubicBezTo>
                  <a:lnTo>
                    <a:pt x="18026" y="39184"/>
                  </a:lnTo>
                  <a:lnTo>
                    <a:pt x="17995" y="38758"/>
                  </a:lnTo>
                  <a:lnTo>
                    <a:pt x="17995" y="38758"/>
                  </a:lnTo>
                  <a:lnTo>
                    <a:pt x="18269" y="38849"/>
                  </a:lnTo>
                  <a:lnTo>
                    <a:pt x="18360" y="38576"/>
                  </a:lnTo>
                  <a:cubicBezTo>
                    <a:pt x="18240" y="38432"/>
                    <a:pt x="18081" y="38344"/>
                    <a:pt x="17900" y="38344"/>
                  </a:cubicBezTo>
                  <a:cubicBezTo>
                    <a:pt x="17852" y="38344"/>
                    <a:pt x="17803" y="38350"/>
                    <a:pt x="17752" y="38363"/>
                  </a:cubicBezTo>
                  <a:cubicBezTo>
                    <a:pt x="17600" y="38242"/>
                    <a:pt x="17722" y="38029"/>
                    <a:pt x="17691" y="37877"/>
                  </a:cubicBezTo>
                  <a:cubicBezTo>
                    <a:pt x="17509" y="37664"/>
                    <a:pt x="17509" y="37664"/>
                    <a:pt x="17691" y="37421"/>
                  </a:cubicBezTo>
                  <a:cubicBezTo>
                    <a:pt x="17691" y="37330"/>
                    <a:pt x="17691" y="37269"/>
                    <a:pt x="17691" y="37208"/>
                  </a:cubicBezTo>
                  <a:cubicBezTo>
                    <a:pt x="17631" y="37117"/>
                    <a:pt x="17813" y="37087"/>
                    <a:pt x="17722" y="36965"/>
                  </a:cubicBezTo>
                  <a:cubicBezTo>
                    <a:pt x="17691" y="36935"/>
                    <a:pt x="17691" y="36843"/>
                    <a:pt x="17631" y="36783"/>
                  </a:cubicBezTo>
                  <a:cubicBezTo>
                    <a:pt x="17570" y="36691"/>
                    <a:pt x="17539" y="36600"/>
                    <a:pt x="17570" y="36509"/>
                  </a:cubicBezTo>
                  <a:lnTo>
                    <a:pt x="17570" y="36509"/>
                  </a:lnTo>
                  <a:lnTo>
                    <a:pt x="17782" y="36631"/>
                  </a:lnTo>
                  <a:cubicBezTo>
                    <a:pt x="17722" y="36661"/>
                    <a:pt x="17661" y="36722"/>
                    <a:pt x="17631" y="36783"/>
                  </a:cubicBezTo>
                  <a:cubicBezTo>
                    <a:pt x="17722" y="36783"/>
                    <a:pt x="17813" y="36813"/>
                    <a:pt x="17934" y="36843"/>
                  </a:cubicBezTo>
                  <a:lnTo>
                    <a:pt x="18238" y="36843"/>
                  </a:lnTo>
                  <a:lnTo>
                    <a:pt x="18299" y="36661"/>
                  </a:lnTo>
                  <a:cubicBezTo>
                    <a:pt x="18421" y="36783"/>
                    <a:pt x="18451" y="36904"/>
                    <a:pt x="18573" y="36965"/>
                  </a:cubicBezTo>
                  <a:cubicBezTo>
                    <a:pt x="18664" y="36995"/>
                    <a:pt x="18694" y="37147"/>
                    <a:pt x="18694" y="37269"/>
                  </a:cubicBezTo>
                  <a:cubicBezTo>
                    <a:pt x="18846" y="37299"/>
                    <a:pt x="18846" y="37451"/>
                    <a:pt x="18907" y="37542"/>
                  </a:cubicBezTo>
                  <a:lnTo>
                    <a:pt x="18816" y="37664"/>
                  </a:lnTo>
                  <a:lnTo>
                    <a:pt x="18998" y="37968"/>
                  </a:lnTo>
                  <a:lnTo>
                    <a:pt x="19211" y="37968"/>
                  </a:lnTo>
                  <a:lnTo>
                    <a:pt x="19029" y="37877"/>
                  </a:lnTo>
                  <a:cubicBezTo>
                    <a:pt x="19029" y="37816"/>
                    <a:pt x="19029" y="37725"/>
                    <a:pt x="19059" y="37694"/>
                  </a:cubicBezTo>
                  <a:cubicBezTo>
                    <a:pt x="19181" y="37573"/>
                    <a:pt x="19150" y="37360"/>
                    <a:pt x="19302" y="37239"/>
                  </a:cubicBezTo>
                  <a:cubicBezTo>
                    <a:pt x="19272" y="36995"/>
                    <a:pt x="19424" y="36935"/>
                    <a:pt x="19576" y="36874"/>
                  </a:cubicBezTo>
                  <a:lnTo>
                    <a:pt x="19576" y="36023"/>
                  </a:lnTo>
                  <a:lnTo>
                    <a:pt x="19728" y="35840"/>
                  </a:lnTo>
                  <a:lnTo>
                    <a:pt x="19485" y="35780"/>
                  </a:lnTo>
                  <a:cubicBezTo>
                    <a:pt x="19545" y="35658"/>
                    <a:pt x="19545" y="35476"/>
                    <a:pt x="19454" y="35445"/>
                  </a:cubicBezTo>
                  <a:cubicBezTo>
                    <a:pt x="19302" y="35415"/>
                    <a:pt x="19393" y="35263"/>
                    <a:pt x="19333" y="35202"/>
                  </a:cubicBezTo>
                  <a:lnTo>
                    <a:pt x="19181" y="35202"/>
                  </a:lnTo>
                  <a:lnTo>
                    <a:pt x="19150" y="35354"/>
                  </a:lnTo>
                  <a:lnTo>
                    <a:pt x="19029" y="35232"/>
                  </a:lnTo>
                  <a:lnTo>
                    <a:pt x="19181" y="35080"/>
                  </a:lnTo>
                  <a:lnTo>
                    <a:pt x="19120" y="34503"/>
                  </a:lnTo>
                  <a:lnTo>
                    <a:pt x="19181" y="34412"/>
                  </a:lnTo>
                  <a:lnTo>
                    <a:pt x="19272" y="34594"/>
                  </a:lnTo>
                  <a:lnTo>
                    <a:pt x="19424" y="34503"/>
                  </a:lnTo>
                  <a:lnTo>
                    <a:pt x="19576" y="34746"/>
                  </a:lnTo>
                  <a:cubicBezTo>
                    <a:pt x="19576" y="34655"/>
                    <a:pt x="19576" y="34594"/>
                    <a:pt x="19576" y="34533"/>
                  </a:cubicBezTo>
                  <a:cubicBezTo>
                    <a:pt x="19485" y="34229"/>
                    <a:pt x="19485" y="34229"/>
                    <a:pt x="19697" y="34047"/>
                  </a:cubicBezTo>
                  <a:lnTo>
                    <a:pt x="19819" y="33834"/>
                  </a:lnTo>
                  <a:cubicBezTo>
                    <a:pt x="19893" y="33896"/>
                    <a:pt x="19961" y="33922"/>
                    <a:pt x="20027" y="33922"/>
                  </a:cubicBezTo>
                  <a:cubicBezTo>
                    <a:pt x="20124" y="33922"/>
                    <a:pt x="20215" y="33864"/>
                    <a:pt x="20305" y="33773"/>
                  </a:cubicBezTo>
                  <a:cubicBezTo>
                    <a:pt x="20275" y="33713"/>
                    <a:pt x="20245" y="33682"/>
                    <a:pt x="20214" y="33621"/>
                  </a:cubicBezTo>
                  <a:cubicBezTo>
                    <a:pt x="20214" y="33561"/>
                    <a:pt x="20275" y="33530"/>
                    <a:pt x="20275" y="33469"/>
                  </a:cubicBezTo>
                  <a:lnTo>
                    <a:pt x="20123" y="33469"/>
                  </a:lnTo>
                  <a:cubicBezTo>
                    <a:pt x="20062" y="33439"/>
                    <a:pt x="20032" y="33409"/>
                    <a:pt x="20001" y="33348"/>
                  </a:cubicBezTo>
                  <a:lnTo>
                    <a:pt x="20336" y="33196"/>
                  </a:lnTo>
                  <a:lnTo>
                    <a:pt x="20032" y="32953"/>
                  </a:lnTo>
                  <a:lnTo>
                    <a:pt x="20123" y="32831"/>
                  </a:lnTo>
                  <a:lnTo>
                    <a:pt x="19941" y="32588"/>
                  </a:lnTo>
                  <a:lnTo>
                    <a:pt x="20032" y="32497"/>
                  </a:lnTo>
                  <a:lnTo>
                    <a:pt x="20305" y="32527"/>
                  </a:lnTo>
                  <a:lnTo>
                    <a:pt x="20305" y="32527"/>
                  </a:lnTo>
                  <a:lnTo>
                    <a:pt x="20214" y="32406"/>
                  </a:lnTo>
                  <a:lnTo>
                    <a:pt x="20305" y="32314"/>
                  </a:lnTo>
                  <a:lnTo>
                    <a:pt x="20032" y="32193"/>
                  </a:lnTo>
                  <a:lnTo>
                    <a:pt x="20093" y="31798"/>
                  </a:lnTo>
                  <a:lnTo>
                    <a:pt x="20093" y="31798"/>
                  </a:lnTo>
                  <a:lnTo>
                    <a:pt x="19728" y="31889"/>
                  </a:lnTo>
                  <a:lnTo>
                    <a:pt x="19637" y="31646"/>
                  </a:lnTo>
                  <a:lnTo>
                    <a:pt x="19819" y="31281"/>
                  </a:lnTo>
                  <a:lnTo>
                    <a:pt x="20093" y="31372"/>
                  </a:lnTo>
                  <a:cubicBezTo>
                    <a:pt x="19971" y="31159"/>
                    <a:pt x="19971" y="30916"/>
                    <a:pt x="19819" y="30825"/>
                  </a:cubicBezTo>
                  <a:lnTo>
                    <a:pt x="19515" y="31068"/>
                  </a:lnTo>
                  <a:lnTo>
                    <a:pt x="19576" y="31190"/>
                  </a:lnTo>
                  <a:lnTo>
                    <a:pt x="19363" y="31311"/>
                  </a:lnTo>
                  <a:cubicBezTo>
                    <a:pt x="19333" y="31463"/>
                    <a:pt x="19606" y="31403"/>
                    <a:pt x="19454" y="31585"/>
                  </a:cubicBezTo>
                  <a:cubicBezTo>
                    <a:pt x="19424" y="31494"/>
                    <a:pt x="19302" y="31555"/>
                    <a:pt x="19302" y="31342"/>
                  </a:cubicBezTo>
                  <a:cubicBezTo>
                    <a:pt x="19302" y="31251"/>
                    <a:pt x="19150" y="31159"/>
                    <a:pt x="19059" y="31038"/>
                  </a:cubicBezTo>
                  <a:lnTo>
                    <a:pt x="18998" y="31129"/>
                  </a:lnTo>
                  <a:lnTo>
                    <a:pt x="18786" y="30886"/>
                  </a:lnTo>
                  <a:lnTo>
                    <a:pt x="18421" y="30886"/>
                  </a:lnTo>
                  <a:cubicBezTo>
                    <a:pt x="18451" y="30703"/>
                    <a:pt x="18330" y="30612"/>
                    <a:pt x="18269" y="30521"/>
                  </a:cubicBezTo>
                  <a:cubicBezTo>
                    <a:pt x="18241" y="30549"/>
                    <a:pt x="18216" y="30560"/>
                    <a:pt x="18194" y="30560"/>
                  </a:cubicBezTo>
                  <a:cubicBezTo>
                    <a:pt x="18143" y="30560"/>
                    <a:pt x="18108" y="30503"/>
                    <a:pt x="18086" y="30460"/>
                  </a:cubicBezTo>
                  <a:cubicBezTo>
                    <a:pt x="18056" y="30430"/>
                    <a:pt x="18026" y="30430"/>
                    <a:pt x="17995" y="30430"/>
                  </a:cubicBezTo>
                  <a:lnTo>
                    <a:pt x="17874" y="30582"/>
                  </a:lnTo>
                  <a:lnTo>
                    <a:pt x="18026" y="30795"/>
                  </a:lnTo>
                  <a:cubicBezTo>
                    <a:pt x="18002" y="30801"/>
                    <a:pt x="17980" y="30803"/>
                    <a:pt x="17959" y="30803"/>
                  </a:cubicBezTo>
                  <a:cubicBezTo>
                    <a:pt x="17770" y="30803"/>
                    <a:pt x="17707" y="30573"/>
                    <a:pt x="17570" y="30491"/>
                  </a:cubicBezTo>
                  <a:lnTo>
                    <a:pt x="17479" y="30491"/>
                  </a:lnTo>
                  <a:cubicBezTo>
                    <a:pt x="17418" y="30521"/>
                    <a:pt x="17387" y="30551"/>
                    <a:pt x="17357" y="30582"/>
                  </a:cubicBezTo>
                  <a:cubicBezTo>
                    <a:pt x="17357" y="30460"/>
                    <a:pt x="17327" y="30339"/>
                    <a:pt x="17327" y="30248"/>
                  </a:cubicBezTo>
                  <a:lnTo>
                    <a:pt x="17114" y="30035"/>
                  </a:lnTo>
                  <a:lnTo>
                    <a:pt x="17570" y="29944"/>
                  </a:lnTo>
                  <a:lnTo>
                    <a:pt x="17631" y="30126"/>
                  </a:lnTo>
                  <a:lnTo>
                    <a:pt x="17965" y="30004"/>
                  </a:lnTo>
                  <a:cubicBezTo>
                    <a:pt x="17874" y="29761"/>
                    <a:pt x="17874" y="29761"/>
                    <a:pt x="18026" y="29427"/>
                  </a:cubicBezTo>
                  <a:lnTo>
                    <a:pt x="17782" y="29396"/>
                  </a:lnTo>
                  <a:lnTo>
                    <a:pt x="18026" y="29244"/>
                  </a:lnTo>
                  <a:cubicBezTo>
                    <a:pt x="17782" y="29184"/>
                    <a:pt x="17600" y="29001"/>
                    <a:pt x="17539" y="28758"/>
                  </a:cubicBezTo>
                  <a:lnTo>
                    <a:pt x="17600" y="28697"/>
                  </a:lnTo>
                  <a:lnTo>
                    <a:pt x="17479" y="28363"/>
                  </a:lnTo>
                  <a:cubicBezTo>
                    <a:pt x="17539" y="28363"/>
                    <a:pt x="17570" y="28393"/>
                    <a:pt x="17600" y="28454"/>
                  </a:cubicBezTo>
                  <a:cubicBezTo>
                    <a:pt x="17631" y="28485"/>
                    <a:pt x="17691" y="28545"/>
                    <a:pt x="17691" y="28576"/>
                  </a:cubicBezTo>
                  <a:cubicBezTo>
                    <a:pt x="17858" y="28545"/>
                    <a:pt x="17942" y="28530"/>
                    <a:pt x="18003" y="28530"/>
                  </a:cubicBezTo>
                  <a:cubicBezTo>
                    <a:pt x="18064" y="28530"/>
                    <a:pt x="18102" y="28545"/>
                    <a:pt x="18178" y="28576"/>
                  </a:cubicBezTo>
                  <a:cubicBezTo>
                    <a:pt x="18238" y="28545"/>
                    <a:pt x="18269" y="28485"/>
                    <a:pt x="18299" y="28424"/>
                  </a:cubicBezTo>
                  <a:cubicBezTo>
                    <a:pt x="18379" y="28265"/>
                    <a:pt x="18528" y="28175"/>
                    <a:pt x="18706" y="28175"/>
                  </a:cubicBezTo>
                  <a:cubicBezTo>
                    <a:pt x="18732" y="28175"/>
                    <a:pt x="18759" y="28177"/>
                    <a:pt x="18786" y="28181"/>
                  </a:cubicBezTo>
                  <a:cubicBezTo>
                    <a:pt x="18816" y="28181"/>
                    <a:pt x="18846" y="28211"/>
                    <a:pt x="18877" y="28241"/>
                  </a:cubicBezTo>
                  <a:cubicBezTo>
                    <a:pt x="19059" y="28363"/>
                    <a:pt x="19241" y="28424"/>
                    <a:pt x="19454" y="28424"/>
                  </a:cubicBezTo>
                  <a:cubicBezTo>
                    <a:pt x="19545" y="28393"/>
                    <a:pt x="19606" y="28333"/>
                    <a:pt x="19667" y="28302"/>
                  </a:cubicBezTo>
                  <a:cubicBezTo>
                    <a:pt x="19606" y="28241"/>
                    <a:pt x="19515" y="28211"/>
                    <a:pt x="19424" y="28181"/>
                  </a:cubicBezTo>
                  <a:lnTo>
                    <a:pt x="19059" y="28181"/>
                  </a:lnTo>
                  <a:cubicBezTo>
                    <a:pt x="19029" y="28181"/>
                    <a:pt x="19029" y="28150"/>
                    <a:pt x="18998" y="28120"/>
                  </a:cubicBezTo>
                  <a:lnTo>
                    <a:pt x="19059" y="27998"/>
                  </a:lnTo>
                  <a:lnTo>
                    <a:pt x="18786" y="27512"/>
                  </a:lnTo>
                  <a:lnTo>
                    <a:pt x="19120" y="27299"/>
                  </a:lnTo>
                  <a:lnTo>
                    <a:pt x="19241" y="27482"/>
                  </a:lnTo>
                  <a:cubicBezTo>
                    <a:pt x="19363" y="27421"/>
                    <a:pt x="19485" y="27299"/>
                    <a:pt x="19576" y="27147"/>
                  </a:cubicBezTo>
                  <a:lnTo>
                    <a:pt x="19393" y="27056"/>
                  </a:lnTo>
                  <a:lnTo>
                    <a:pt x="19515" y="26874"/>
                  </a:lnTo>
                  <a:lnTo>
                    <a:pt x="19667" y="27117"/>
                  </a:lnTo>
                  <a:lnTo>
                    <a:pt x="19880" y="26934"/>
                  </a:lnTo>
                  <a:lnTo>
                    <a:pt x="19941" y="26661"/>
                  </a:lnTo>
                  <a:cubicBezTo>
                    <a:pt x="19728" y="26630"/>
                    <a:pt x="19667" y="26387"/>
                    <a:pt x="19515" y="26266"/>
                  </a:cubicBezTo>
                  <a:cubicBezTo>
                    <a:pt x="19462" y="26318"/>
                    <a:pt x="19410" y="26331"/>
                    <a:pt x="19360" y="26331"/>
                  </a:cubicBezTo>
                  <a:cubicBezTo>
                    <a:pt x="19312" y="26331"/>
                    <a:pt x="19267" y="26320"/>
                    <a:pt x="19227" y="26320"/>
                  </a:cubicBezTo>
                  <a:cubicBezTo>
                    <a:pt x="19211" y="26320"/>
                    <a:pt x="19195" y="26322"/>
                    <a:pt x="19181" y="26327"/>
                  </a:cubicBezTo>
                  <a:lnTo>
                    <a:pt x="19059" y="26083"/>
                  </a:lnTo>
                  <a:lnTo>
                    <a:pt x="19241" y="25871"/>
                  </a:lnTo>
                  <a:cubicBezTo>
                    <a:pt x="19150" y="25749"/>
                    <a:pt x="19272" y="25719"/>
                    <a:pt x="19302" y="25627"/>
                  </a:cubicBezTo>
                  <a:lnTo>
                    <a:pt x="19393" y="25719"/>
                  </a:lnTo>
                  <a:lnTo>
                    <a:pt x="19454" y="25536"/>
                  </a:lnTo>
                  <a:lnTo>
                    <a:pt x="19637" y="25658"/>
                  </a:lnTo>
                  <a:lnTo>
                    <a:pt x="19758" y="25445"/>
                  </a:lnTo>
                  <a:cubicBezTo>
                    <a:pt x="19691" y="25395"/>
                    <a:pt x="19615" y="25372"/>
                    <a:pt x="19540" y="25372"/>
                  </a:cubicBezTo>
                  <a:cubicBezTo>
                    <a:pt x="19479" y="25372"/>
                    <a:pt x="19418" y="25387"/>
                    <a:pt x="19363" y="25415"/>
                  </a:cubicBezTo>
                  <a:lnTo>
                    <a:pt x="19333" y="25171"/>
                  </a:lnTo>
                  <a:cubicBezTo>
                    <a:pt x="19181" y="25232"/>
                    <a:pt x="19181" y="25232"/>
                    <a:pt x="19272" y="25445"/>
                  </a:cubicBezTo>
                  <a:cubicBezTo>
                    <a:pt x="19241" y="25475"/>
                    <a:pt x="19204" y="25489"/>
                    <a:pt x="19168" y="25489"/>
                  </a:cubicBezTo>
                  <a:cubicBezTo>
                    <a:pt x="19096" y="25489"/>
                    <a:pt x="19029" y="25435"/>
                    <a:pt x="19029" y="25354"/>
                  </a:cubicBezTo>
                  <a:cubicBezTo>
                    <a:pt x="18998" y="25171"/>
                    <a:pt x="19029" y="24928"/>
                    <a:pt x="19150" y="24868"/>
                  </a:cubicBezTo>
                  <a:cubicBezTo>
                    <a:pt x="19272" y="24776"/>
                    <a:pt x="19181" y="24716"/>
                    <a:pt x="19181" y="24624"/>
                  </a:cubicBezTo>
                  <a:lnTo>
                    <a:pt x="19059" y="24594"/>
                  </a:lnTo>
                  <a:cubicBezTo>
                    <a:pt x="19090" y="24290"/>
                    <a:pt x="19029" y="23986"/>
                    <a:pt x="18907" y="23712"/>
                  </a:cubicBezTo>
                  <a:cubicBezTo>
                    <a:pt x="18907" y="23652"/>
                    <a:pt x="18907" y="23591"/>
                    <a:pt x="18907" y="23530"/>
                  </a:cubicBezTo>
                  <a:cubicBezTo>
                    <a:pt x="18938" y="23348"/>
                    <a:pt x="19029" y="23165"/>
                    <a:pt x="18938" y="22953"/>
                  </a:cubicBezTo>
                  <a:cubicBezTo>
                    <a:pt x="19059" y="22770"/>
                    <a:pt x="19302" y="22831"/>
                    <a:pt x="19485" y="22679"/>
                  </a:cubicBezTo>
                  <a:lnTo>
                    <a:pt x="19576" y="22983"/>
                  </a:lnTo>
                  <a:lnTo>
                    <a:pt x="19728" y="22983"/>
                  </a:lnTo>
                  <a:cubicBezTo>
                    <a:pt x="19728" y="22953"/>
                    <a:pt x="19728" y="22861"/>
                    <a:pt x="19758" y="22861"/>
                  </a:cubicBezTo>
                  <a:cubicBezTo>
                    <a:pt x="19910" y="22831"/>
                    <a:pt x="19910" y="22740"/>
                    <a:pt x="19849" y="22588"/>
                  </a:cubicBezTo>
                  <a:cubicBezTo>
                    <a:pt x="19758" y="22497"/>
                    <a:pt x="19728" y="22375"/>
                    <a:pt x="19728" y="22253"/>
                  </a:cubicBezTo>
                  <a:cubicBezTo>
                    <a:pt x="19728" y="22193"/>
                    <a:pt x="19728" y="22162"/>
                    <a:pt x="19697" y="22132"/>
                  </a:cubicBezTo>
                  <a:cubicBezTo>
                    <a:pt x="19637" y="22041"/>
                    <a:pt x="19576" y="21950"/>
                    <a:pt x="19515" y="21858"/>
                  </a:cubicBezTo>
                  <a:cubicBezTo>
                    <a:pt x="19485" y="21737"/>
                    <a:pt x="19545" y="21646"/>
                    <a:pt x="19515" y="21524"/>
                  </a:cubicBezTo>
                  <a:cubicBezTo>
                    <a:pt x="19488" y="21524"/>
                    <a:pt x="19461" y="21526"/>
                    <a:pt x="19434" y="21526"/>
                  </a:cubicBezTo>
                  <a:cubicBezTo>
                    <a:pt x="19341" y="21526"/>
                    <a:pt x="19252" y="21507"/>
                    <a:pt x="19181" y="21342"/>
                  </a:cubicBezTo>
                  <a:lnTo>
                    <a:pt x="19241" y="20612"/>
                  </a:lnTo>
                  <a:cubicBezTo>
                    <a:pt x="19120" y="20551"/>
                    <a:pt x="19029" y="20460"/>
                    <a:pt x="18998" y="20339"/>
                  </a:cubicBezTo>
                  <a:lnTo>
                    <a:pt x="19454" y="20035"/>
                  </a:lnTo>
                  <a:cubicBezTo>
                    <a:pt x="19485" y="20004"/>
                    <a:pt x="19333" y="19913"/>
                    <a:pt x="19393" y="19883"/>
                  </a:cubicBezTo>
                  <a:cubicBezTo>
                    <a:pt x="19424" y="19822"/>
                    <a:pt x="19424" y="19700"/>
                    <a:pt x="19333" y="19639"/>
                  </a:cubicBezTo>
                  <a:cubicBezTo>
                    <a:pt x="19241" y="19852"/>
                    <a:pt x="19120" y="19974"/>
                    <a:pt x="18907" y="19974"/>
                  </a:cubicBezTo>
                  <a:cubicBezTo>
                    <a:pt x="18816" y="19822"/>
                    <a:pt x="18755" y="19670"/>
                    <a:pt x="18816" y="19518"/>
                  </a:cubicBezTo>
                  <a:lnTo>
                    <a:pt x="19029" y="19366"/>
                  </a:lnTo>
                  <a:cubicBezTo>
                    <a:pt x="19069" y="19419"/>
                    <a:pt x="19126" y="19443"/>
                    <a:pt x="19183" y="19443"/>
                  </a:cubicBezTo>
                  <a:cubicBezTo>
                    <a:pt x="19256" y="19443"/>
                    <a:pt x="19329" y="19404"/>
                    <a:pt x="19363" y="19336"/>
                  </a:cubicBezTo>
                  <a:lnTo>
                    <a:pt x="19363" y="19275"/>
                  </a:lnTo>
                  <a:lnTo>
                    <a:pt x="19241" y="19244"/>
                  </a:lnTo>
                  <a:lnTo>
                    <a:pt x="19333" y="19153"/>
                  </a:lnTo>
                  <a:lnTo>
                    <a:pt x="19181" y="19062"/>
                  </a:lnTo>
                  <a:cubicBezTo>
                    <a:pt x="19211" y="19032"/>
                    <a:pt x="19241" y="19001"/>
                    <a:pt x="19272" y="19001"/>
                  </a:cubicBezTo>
                  <a:cubicBezTo>
                    <a:pt x="19424" y="18971"/>
                    <a:pt x="19576" y="18971"/>
                    <a:pt x="19667" y="18971"/>
                  </a:cubicBezTo>
                  <a:lnTo>
                    <a:pt x="19849" y="19153"/>
                  </a:lnTo>
                  <a:lnTo>
                    <a:pt x="19849" y="18758"/>
                  </a:lnTo>
                  <a:lnTo>
                    <a:pt x="19545" y="18667"/>
                  </a:lnTo>
                  <a:lnTo>
                    <a:pt x="19272" y="18545"/>
                  </a:lnTo>
                  <a:lnTo>
                    <a:pt x="19120" y="18211"/>
                  </a:lnTo>
                  <a:cubicBezTo>
                    <a:pt x="18998" y="18211"/>
                    <a:pt x="18877" y="18180"/>
                    <a:pt x="18786" y="18150"/>
                  </a:cubicBezTo>
                  <a:cubicBezTo>
                    <a:pt x="18745" y="18130"/>
                    <a:pt x="18704" y="18123"/>
                    <a:pt x="18662" y="18123"/>
                  </a:cubicBezTo>
                  <a:cubicBezTo>
                    <a:pt x="18576" y="18123"/>
                    <a:pt x="18482" y="18150"/>
                    <a:pt x="18360" y="18150"/>
                  </a:cubicBezTo>
                  <a:lnTo>
                    <a:pt x="18634" y="18332"/>
                  </a:lnTo>
                  <a:lnTo>
                    <a:pt x="18238" y="18332"/>
                  </a:lnTo>
                  <a:cubicBezTo>
                    <a:pt x="18208" y="18272"/>
                    <a:pt x="18147" y="18180"/>
                    <a:pt x="18086" y="18150"/>
                  </a:cubicBezTo>
                  <a:cubicBezTo>
                    <a:pt x="17934" y="18089"/>
                    <a:pt x="17843" y="17998"/>
                    <a:pt x="17782" y="17877"/>
                  </a:cubicBezTo>
                  <a:cubicBezTo>
                    <a:pt x="17722" y="17816"/>
                    <a:pt x="17631" y="17816"/>
                    <a:pt x="17539" y="17785"/>
                  </a:cubicBezTo>
                  <a:lnTo>
                    <a:pt x="17539" y="17785"/>
                  </a:lnTo>
                  <a:lnTo>
                    <a:pt x="17631" y="17998"/>
                  </a:lnTo>
                  <a:cubicBezTo>
                    <a:pt x="17538" y="18091"/>
                    <a:pt x="17409" y="18131"/>
                    <a:pt x="17286" y="18131"/>
                  </a:cubicBezTo>
                  <a:cubicBezTo>
                    <a:pt x="17248" y="18131"/>
                    <a:pt x="17210" y="18127"/>
                    <a:pt x="17175" y="18120"/>
                  </a:cubicBezTo>
                  <a:cubicBezTo>
                    <a:pt x="16901" y="17998"/>
                    <a:pt x="17083" y="17816"/>
                    <a:pt x="17083" y="17694"/>
                  </a:cubicBezTo>
                  <a:lnTo>
                    <a:pt x="16779" y="17694"/>
                  </a:lnTo>
                  <a:lnTo>
                    <a:pt x="16658" y="17998"/>
                  </a:lnTo>
                  <a:lnTo>
                    <a:pt x="16506" y="17907"/>
                  </a:lnTo>
                  <a:lnTo>
                    <a:pt x="16445" y="18059"/>
                  </a:lnTo>
                  <a:lnTo>
                    <a:pt x="15989" y="18059"/>
                  </a:lnTo>
                  <a:lnTo>
                    <a:pt x="15868" y="18272"/>
                  </a:lnTo>
                  <a:lnTo>
                    <a:pt x="15533" y="18272"/>
                  </a:lnTo>
                  <a:lnTo>
                    <a:pt x="15442" y="18150"/>
                  </a:lnTo>
                  <a:cubicBezTo>
                    <a:pt x="15427" y="18165"/>
                    <a:pt x="15404" y="18173"/>
                    <a:pt x="15385" y="18173"/>
                  </a:cubicBezTo>
                  <a:cubicBezTo>
                    <a:pt x="15366" y="18173"/>
                    <a:pt x="15351" y="18165"/>
                    <a:pt x="15351" y="18150"/>
                  </a:cubicBezTo>
                  <a:cubicBezTo>
                    <a:pt x="15320" y="18120"/>
                    <a:pt x="15260" y="18120"/>
                    <a:pt x="15199" y="18089"/>
                  </a:cubicBezTo>
                  <a:lnTo>
                    <a:pt x="15199" y="17816"/>
                  </a:lnTo>
                  <a:cubicBezTo>
                    <a:pt x="15307" y="17816"/>
                    <a:pt x="15369" y="17893"/>
                    <a:pt x="15440" y="17893"/>
                  </a:cubicBezTo>
                  <a:cubicBezTo>
                    <a:pt x="15469" y="17893"/>
                    <a:pt x="15498" y="17881"/>
                    <a:pt x="15533" y="17846"/>
                  </a:cubicBezTo>
                  <a:lnTo>
                    <a:pt x="15442" y="17573"/>
                  </a:lnTo>
                  <a:lnTo>
                    <a:pt x="15168" y="17573"/>
                  </a:lnTo>
                  <a:cubicBezTo>
                    <a:pt x="15047" y="17451"/>
                    <a:pt x="14956" y="17299"/>
                    <a:pt x="14925" y="17147"/>
                  </a:cubicBezTo>
                  <a:lnTo>
                    <a:pt x="15320" y="17025"/>
                  </a:lnTo>
                  <a:lnTo>
                    <a:pt x="14986" y="16843"/>
                  </a:lnTo>
                  <a:cubicBezTo>
                    <a:pt x="15037" y="16823"/>
                    <a:pt x="15091" y="16813"/>
                    <a:pt x="15144" y="16813"/>
                  </a:cubicBezTo>
                  <a:cubicBezTo>
                    <a:pt x="15250" y="16813"/>
                    <a:pt x="15351" y="16853"/>
                    <a:pt x="15412" y="16934"/>
                  </a:cubicBezTo>
                  <a:lnTo>
                    <a:pt x="15959" y="16752"/>
                  </a:lnTo>
                  <a:lnTo>
                    <a:pt x="15776" y="16661"/>
                  </a:lnTo>
                  <a:cubicBezTo>
                    <a:pt x="15807" y="16600"/>
                    <a:pt x="15868" y="16539"/>
                    <a:pt x="15928" y="16478"/>
                  </a:cubicBezTo>
                  <a:cubicBezTo>
                    <a:pt x="15959" y="16448"/>
                    <a:pt x="16080" y="16418"/>
                    <a:pt x="16080" y="16387"/>
                  </a:cubicBezTo>
                  <a:cubicBezTo>
                    <a:pt x="16080" y="16309"/>
                    <a:pt x="16091" y="16287"/>
                    <a:pt x="16109" y="16287"/>
                  </a:cubicBezTo>
                  <a:cubicBezTo>
                    <a:pt x="16132" y="16287"/>
                    <a:pt x="16167" y="16326"/>
                    <a:pt x="16202" y="16326"/>
                  </a:cubicBezTo>
                  <a:cubicBezTo>
                    <a:pt x="16263" y="16296"/>
                    <a:pt x="16293" y="16235"/>
                    <a:pt x="16354" y="16205"/>
                  </a:cubicBezTo>
                  <a:cubicBezTo>
                    <a:pt x="16323" y="16022"/>
                    <a:pt x="16172" y="16022"/>
                    <a:pt x="16080" y="15931"/>
                  </a:cubicBezTo>
                  <a:lnTo>
                    <a:pt x="15868" y="16114"/>
                  </a:lnTo>
                  <a:lnTo>
                    <a:pt x="15716" y="15870"/>
                  </a:lnTo>
                  <a:lnTo>
                    <a:pt x="15776" y="15718"/>
                  </a:lnTo>
                  <a:lnTo>
                    <a:pt x="15898" y="15810"/>
                  </a:lnTo>
                  <a:lnTo>
                    <a:pt x="16080" y="15536"/>
                  </a:lnTo>
                  <a:lnTo>
                    <a:pt x="15959" y="15445"/>
                  </a:lnTo>
                  <a:lnTo>
                    <a:pt x="15959" y="15384"/>
                  </a:lnTo>
                  <a:lnTo>
                    <a:pt x="16232" y="15475"/>
                  </a:lnTo>
                  <a:lnTo>
                    <a:pt x="16354" y="15384"/>
                  </a:lnTo>
                  <a:cubicBezTo>
                    <a:pt x="16293" y="15323"/>
                    <a:pt x="16263" y="15263"/>
                    <a:pt x="16232" y="15232"/>
                  </a:cubicBezTo>
                  <a:lnTo>
                    <a:pt x="16232" y="15141"/>
                  </a:lnTo>
                  <a:cubicBezTo>
                    <a:pt x="16445" y="14928"/>
                    <a:pt x="16688" y="14959"/>
                    <a:pt x="16931" y="14898"/>
                  </a:cubicBezTo>
                  <a:cubicBezTo>
                    <a:pt x="17022" y="14963"/>
                    <a:pt x="17074" y="15000"/>
                    <a:pt x="17123" y="15000"/>
                  </a:cubicBezTo>
                  <a:cubicBezTo>
                    <a:pt x="17189" y="15000"/>
                    <a:pt x="17248" y="14933"/>
                    <a:pt x="17387" y="14776"/>
                  </a:cubicBezTo>
                  <a:lnTo>
                    <a:pt x="17509" y="15080"/>
                  </a:lnTo>
                  <a:lnTo>
                    <a:pt x="17752" y="14959"/>
                  </a:lnTo>
                  <a:cubicBezTo>
                    <a:pt x="17768" y="15073"/>
                    <a:pt x="17802" y="15100"/>
                    <a:pt x="17845" y="15100"/>
                  </a:cubicBezTo>
                  <a:cubicBezTo>
                    <a:pt x="17881" y="15100"/>
                    <a:pt x="17923" y="15080"/>
                    <a:pt x="17965" y="15080"/>
                  </a:cubicBezTo>
                  <a:cubicBezTo>
                    <a:pt x="17904" y="14928"/>
                    <a:pt x="17813" y="14837"/>
                    <a:pt x="18026" y="14776"/>
                  </a:cubicBezTo>
                  <a:cubicBezTo>
                    <a:pt x="18026" y="14533"/>
                    <a:pt x="18238" y="14411"/>
                    <a:pt x="18147" y="14077"/>
                  </a:cubicBezTo>
                  <a:lnTo>
                    <a:pt x="18147" y="14077"/>
                  </a:lnTo>
                  <a:cubicBezTo>
                    <a:pt x="18246" y="14192"/>
                    <a:pt x="18336" y="14245"/>
                    <a:pt x="18422" y="14245"/>
                  </a:cubicBezTo>
                  <a:cubicBezTo>
                    <a:pt x="18494" y="14245"/>
                    <a:pt x="18564" y="14207"/>
                    <a:pt x="18634" y="14138"/>
                  </a:cubicBezTo>
                  <a:lnTo>
                    <a:pt x="18725" y="14351"/>
                  </a:lnTo>
                  <a:lnTo>
                    <a:pt x="18968" y="14199"/>
                  </a:lnTo>
                  <a:cubicBezTo>
                    <a:pt x="18998" y="14107"/>
                    <a:pt x="18816" y="14047"/>
                    <a:pt x="18968" y="13986"/>
                  </a:cubicBezTo>
                  <a:lnTo>
                    <a:pt x="18816" y="13895"/>
                  </a:lnTo>
                  <a:lnTo>
                    <a:pt x="18877" y="13621"/>
                  </a:lnTo>
                  <a:lnTo>
                    <a:pt x="18786" y="13621"/>
                  </a:lnTo>
                  <a:cubicBezTo>
                    <a:pt x="18753" y="13634"/>
                    <a:pt x="18719" y="13640"/>
                    <a:pt x="18686" y="13640"/>
                  </a:cubicBezTo>
                  <a:cubicBezTo>
                    <a:pt x="18563" y="13640"/>
                    <a:pt x="18445" y="13558"/>
                    <a:pt x="18421" y="13439"/>
                  </a:cubicBezTo>
                  <a:cubicBezTo>
                    <a:pt x="18421" y="13408"/>
                    <a:pt x="18451" y="13348"/>
                    <a:pt x="18451" y="13317"/>
                  </a:cubicBezTo>
                  <a:cubicBezTo>
                    <a:pt x="18421" y="13165"/>
                    <a:pt x="18330" y="13013"/>
                    <a:pt x="18208" y="12892"/>
                  </a:cubicBezTo>
                  <a:lnTo>
                    <a:pt x="18269" y="12800"/>
                  </a:lnTo>
                  <a:cubicBezTo>
                    <a:pt x="18232" y="12727"/>
                    <a:pt x="18151" y="12687"/>
                    <a:pt x="18072" y="12687"/>
                  </a:cubicBezTo>
                  <a:cubicBezTo>
                    <a:pt x="18021" y="12687"/>
                    <a:pt x="17970" y="12704"/>
                    <a:pt x="17934" y="12740"/>
                  </a:cubicBezTo>
                  <a:cubicBezTo>
                    <a:pt x="17904" y="12770"/>
                    <a:pt x="17867" y="12784"/>
                    <a:pt x="17831" y="12784"/>
                  </a:cubicBezTo>
                  <a:cubicBezTo>
                    <a:pt x="17759" y="12784"/>
                    <a:pt x="17691" y="12730"/>
                    <a:pt x="17691" y="12648"/>
                  </a:cubicBezTo>
                  <a:cubicBezTo>
                    <a:pt x="17631" y="12527"/>
                    <a:pt x="17539" y="12466"/>
                    <a:pt x="17479" y="12345"/>
                  </a:cubicBezTo>
                  <a:cubicBezTo>
                    <a:pt x="17418" y="12223"/>
                    <a:pt x="17327" y="12132"/>
                    <a:pt x="17205" y="12132"/>
                  </a:cubicBezTo>
                  <a:cubicBezTo>
                    <a:pt x="17175" y="12132"/>
                    <a:pt x="17144" y="12041"/>
                    <a:pt x="17144" y="12010"/>
                  </a:cubicBezTo>
                  <a:cubicBezTo>
                    <a:pt x="17144" y="11858"/>
                    <a:pt x="17053" y="11706"/>
                    <a:pt x="16962" y="11585"/>
                  </a:cubicBezTo>
                  <a:cubicBezTo>
                    <a:pt x="16962" y="11585"/>
                    <a:pt x="16992" y="11524"/>
                    <a:pt x="16992" y="11463"/>
                  </a:cubicBezTo>
                  <a:cubicBezTo>
                    <a:pt x="16840" y="11463"/>
                    <a:pt x="16688" y="11433"/>
                    <a:pt x="16567" y="11372"/>
                  </a:cubicBezTo>
                  <a:cubicBezTo>
                    <a:pt x="16415" y="11311"/>
                    <a:pt x="16415" y="11098"/>
                    <a:pt x="16263" y="11038"/>
                  </a:cubicBezTo>
                  <a:lnTo>
                    <a:pt x="16323" y="10946"/>
                  </a:lnTo>
                  <a:lnTo>
                    <a:pt x="16202" y="10886"/>
                  </a:lnTo>
                  <a:cubicBezTo>
                    <a:pt x="16232" y="10673"/>
                    <a:pt x="16172" y="10460"/>
                    <a:pt x="16050" y="10308"/>
                  </a:cubicBezTo>
                  <a:cubicBezTo>
                    <a:pt x="16172" y="10126"/>
                    <a:pt x="16232" y="9882"/>
                    <a:pt x="16202" y="9670"/>
                  </a:cubicBezTo>
                  <a:cubicBezTo>
                    <a:pt x="16202" y="9548"/>
                    <a:pt x="16232" y="9366"/>
                    <a:pt x="16232" y="9153"/>
                  </a:cubicBezTo>
                  <a:lnTo>
                    <a:pt x="16111" y="9062"/>
                  </a:lnTo>
                  <a:lnTo>
                    <a:pt x="16354" y="9031"/>
                  </a:lnTo>
                  <a:lnTo>
                    <a:pt x="16202" y="8758"/>
                  </a:lnTo>
                  <a:lnTo>
                    <a:pt x="16323" y="8636"/>
                  </a:lnTo>
                  <a:lnTo>
                    <a:pt x="16172" y="8393"/>
                  </a:lnTo>
                  <a:lnTo>
                    <a:pt x="16323" y="8302"/>
                  </a:lnTo>
                  <a:cubicBezTo>
                    <a:pt x="16384" y="8150"/>
                    <a:pt x="16172" y="7998"/>
                    <a:pt x="16323" y="7846"/>
                  </a:cubicBezTo>
                  <a:lnTo>
                    <a:pt x="16232" y="7755"/>
                  </a:lnTo>
                  <a:cubicBezTo>
                    <a:pt x="16202" y="7755"/>
                    <a:pt x="16172" y="7785"/>
                    <a:pt x="16111" y="7816"/>
                  </a:cubicBezTo>
                  <a:lnTo>
                    <a:pt x="16050" y="7816"/>
                  </a:lnTo>
                  <a:cubicBezTo>
                    <a:pt x="15928" y="7603"/>
                    <a:pt x="16141" y="7420"/>
                    <a:pt x="16020" y="7208"/>
                  </a:cubicBezTo>
                  <a:cubicBezTo>
                    <a:pt x="16080" y="7177"/>
                    <a:pt x="16232" y="7147"/>
                    <a:pt x="16263" y="7056"/>
                  </a:cubicBezTo>
                  <a:cubicBezTo>
                    <a:pt x="16323" y="6904"/>
                    <a:pt x="16506" y="7025"/>
                    <a:pt x="16536" y="6843"/>
                  </a:cubicBezTo>
                  <a:lnTo>
                    <a:pt x="16475" y="6782"/>
                  </a:lnTo>
                  <a:lnTo>
                    <a:pt x="16567" y="6661"/>
                  </a:lnTo>
                  <a:lnTo>
                    <a:pt x="16172" y="6661"/>
                  </a:lnTo>
                  <a:cubicBezTo>
                    <a:pt x="16215" y="6552"/>
                    <a:pt x="16305" y="6537"/>
                    <a:pt x="16353" y="6537"/>
                  </a:cubicBezTo>
                  <a:cubicBezTo>
                    <a:pt x="16372" y="6537"/>
                    <a:pt x="16384" y="6539"/>
                    <a:pt x="16384" y="6539"/>
                  </a:cubicBezTo>
                  <a:cubicBezTo>
                    <a:pt x="16415" y="6417"/>
                    <a:pt x="16627" y="6509"/>
                    <a:pt x="16597" y="6296"/>
                  </a:cubicBezTo>
                  <a:lnTo>
                    <a:pt x="16597" y="6296"/>
                  </a:lnTo>
                  <a:cubicBezTo>
                    <a:pt x="16536" y="6326"/>
                    <a:pt x="16475" y="6326"/>
                    <a:pt x="16415" y="6357"/>
                  </a:cubicBezTo>
                  <a:lnTo>
                    <a:pt x="16141" y="6357"/>
                  </a:lnTo>
                  <a:lnTo>
                    <a:pt x="16293" y="6113"/>
                  </a:lnTo>
                  <a:lnTo>
                    <a:pt x="16384" y="6205"/>
                  </a:lnTo>
                  <a:lnTo>
                    <a:pt x="16384" y="6053"/>
                  </a:lnTo>
                  <a:cubicBezTo>
                    <a:pt x="16339" y="6053"/>
                    <a:pt x="16301" y="6068"/>
                    <a:pt x="16263" y="6068"/>
                  </a:cubicBezTo>
                  <a:cubicBezTo>
                    <a:pt x="16225" y="6068"/>
                    <a:pt x="16187" y="6053"/>
                    <a:pt x="16141" y="5992"/>
                  </a:cubicBezTo>
                  <a:cubicBezTo>
                    <a:pt x="16118" y="5975"/>
                    <a:pt x="16098" y="5968"/>
                    <a:pt x="16079" y="5968"/>
                  </a:cubicBezTo>
                  <a:cubicBezTo>
                    <a:pt x="16020" y="5968"/>
                    <a:pt x="15975" y="6030"/>
                    <a:pt x="15928" y="6030"/>
                  </a:cubicBezTo>
                  <a:cubicBezTo>
                    <a:pt x="15909" y="6030"/>
                    <a:pt x="15889" y="6020"/>
                    <a:pt x="15868" y="5992"/>
                  </a:cubicBezTo>
                  <a:cubicBezTo>
                    <a:pt x="15776" y="5901"/>
                    <a:pt x="15685" y="5809"/>
                    <a:pt x="15594" y="5688"/>
                  </a:cubicBezTo>
                  <a:lnTo>
                    <a:pt x="15594" y="5506"/>
                  </a:lnTo>
                  <a:lnTo>
                    <a:pt x="15746" y="5718"/>
                  </a:lnTo>
                  <a:cubicBezTo>
                    <a:pt x="15807" y="5688"/>
                    <a:pt x="15868" y="5658"/>
                    <a:pt x="15928" y="5627"/>
                  </a:cubicBezTo>
                  <a:cubicBezTo>
                    <a:pt x="15974" y="5627"/>
                    <a:pt x="16002" y="5730"/>
                    <a:pt x="16039" y="5730"/>
                  </a:cubicBezTo>
                  <a:cubicBezTo>
                    <a:pt x="16052" y="5730"/>
                    <a:pt x="16065" y="5718"/>
                    <a:pt x="16080" y="5688"/>
                  </a:cubicBezTo>
                  <a:cubicBezTo>
                    <a:pt x="16108" y="5642"/>
                    <a:pt x="16130" y="5627"/>
                    <a:pt x="16148" y="5627"/>
                  </a:cubicBezTo>
                  <a:cubicBezTo>
                    <a:pt x="16185" y="5627"/>
                    <a:pt x="16206" y="5691"/>
                    <a:pt x="16225" y="5691"/>
                  </a:cubicBezTo>
                  <a:cubicBezTo>
                    <a:pt x="16227" y="5691"/>
                    <a:pt x="16230" y="5690"/>
                    <a:pt x="16232" y="5688"/>
                  </a:cubicBezTo>
                  <a:cubicBezTo>
                    <a:pt x="16344" y="5599"/>
                    <a:pt x="16487" y="5542"/>
                    <a:pt x="16628" y="5542"/>
                  </a:cubicBezTo>
                  <a:cubicBezTo>
                    <a:pt x="16680" y="5542"/>
                    <a:pt x="16731" y="5550"/>
                    <a:pt x="16779" y="5566"/>
                  </a:cubicBezTo>
                  <a:cubicBezTo>
                    <a:pt x="16688" y="5597"/>
                    <a:pt x="16658" y="5597"/>
                    <a:pt x="16627" y="5597"/>
                  </a:cubicBezTo>
                  <a:lnTo>
                    <a:pt x="16506" y="5597"/>
                  </a:lnTo>
                  <a:lnTo>
                    <a:pt x="16567" y="5749"/>
                  </a:lnTo>
                  <a:lnTo>
                    <a:pt x="16323" y="5749"/>
                  </a:lnTo>
                  <a:lnTo>
                    <a:pt x="16323" y="5870"/>
                  </a:lnTo>
                  <a:lnTo>
                    <a:pt x="16719" y="5809"/>
                  </a:lnTo>
                  <a:lnTo>
                    <a:pt x="16719" y="5809"/>
                  </a:lnTo>
                  <a:cubicBezTo>
                    <a:pt x="16719" y="5961"/>
                    <a:pt x="16688" y="6113"/>
                    <a:pt x="16810" y="6205"/>
                  </a:cubicBezTo>
                  <a:cubicBezTo>
                    <a:pt x="16871" y="6144"/>
                    <a:pt x="16840" y="6053"/>
                    <a:pt x="16962" y="6053"/>
                  </a:cubicBezTo>
                  <a:cubicBezTo>
                    <a:pt x="17014" y="6053"/>
                    <a:pt x="17088" y="5986"/>
                    <a:pt x="17109" y="5986"/>
                  </a:cubicBezTo>
                  <a:cubicBezTo>
                    <a:pt x="17112" y="5986"/>
                    <a:pt x="17114" y="5988"/>
                    <a:pt x="17114" y="5992"/>
                  </a:cubicBezTo>
                  <a:cubicBezTo>
                    <a:pt x="17161" y="6028"/>
                    <a:pt x="17205" y="6040"/>
                    <a:pt x="17243" y="6040"/>
                  </a:cubicBezTo>
                  <a:cubicBezTo>
                    <a:pt x="17302" y="6040"/>
                    <a:pt x="17350" y="6010"/>
                    <a:pt x="17387" y="5992"/>
                  </a:cubicBezTo>
                  <a:cubicBezTo>
                    <a:pt x="17393" y="5986"/>
                    <a:pt x="17402" y="5983"/>
                    <a:pt x="17412" y="5983"/>
                  </a:cubicBezTo>
                  <a:cubicBezTo>
                    <a:pt x="17454" y="5983"/>
                    <a:pt x="17527" y="6022"/>
                    <a:pt x="17600" y="6022"/>
                  </a:cubicBezTo>
                  <a:lnTo>
                    <a:pt x="17752" y="5718"/>
                  </a:lnTo>
                  <a:lnTo>
                    <a:pt x="17570" y="5627"/>
                  </a:lnTo>
                  <a:cubicBezTo>
                    <a:pt x="17570" y="5566"/>
                    <a:pt x="17600" y="5536"/>
                    <a:pt x="17631" y="5506"/>
                  </a:cubicBezTo>
                  <a:cubicBezTo>
                    <a:pt x="17661" y="5445"/>
                    <a:pt x="17691" y="5445"/>
                    <a:pt x="17752" y="5445"/>
                  </a:cubicBezTo>
                  <a:cubicBezTo>
                    <a:pt x="17813" y="5445"/>
                    <a:pt x="17843" y="5475"/>
                    <a:pt x="17904" y="5475"/>
                  </a:cubicBezTo>
                  <a:lnTo>
                    <a:pt x="17995" y="5384"/>
                  </a:lnTo>
                  <a:lnTo>
                    <a:pt x="17874" y="5232"/>
                  </a:lnTo>
                  <a:lnTo>
                    <a:pt x="17934" y="5110"/>
                  </a:lnTo>
                  <a:cubicBezTo>
                    <a:pt x="17874" y="5050"/>
                    <a:pt x="17782" y="4989"/>
                    <a:pt x="17722" y="4928"/>
                  </a:cubicBezTo>
                  <a:cubicBezTo>
                    <a:pt x="17679" y="4907"/>
                    <a:pt x="17636" y="4885"/>
                    <a:pt x="17593" y="4885"/>
                  </a:cubicBezTo>
                  <a:cubicBezTo>
                    <a:pt x="17575" y="4885"/>
                    <a:pt x="17557" y="4889"/>
                    <a:pt x="17539" y="4898"/>
                  </a:cubicBezTo>
                  <a:cubicBezTo>
                    <a:pt x="17482" y="4943"/>
                    <a:pt x="17420" y="4959"/>
                    <a:pt x="17358" y="4959"/>
                  </a:cubicBezTo>
                  <a:cubicBezTo>
                    <a:pt x="17254" y="4959"/>
                    <a:pt x="17148" y="4917"/>
                    <a:pt x="17053" y="4898"/>
                  </a:cubicBezTo>
                  <a:lnTo>
                    <a:pt x="17023" y="5019"/>
                  </a:lnTo>
                  <a:cubicBezTo>
                    <a:pt x="16779" y="5019"/>
                    <a:pt x="16567" y="5080"/>
                    <a:pt x="16354" y="5232"/>
                  </a:cubicBezTo>
                  <a:cubicBezTo>
                    <a:pt x="16263" y="5262"/>
                    <a:pt x="16172" y="5262"/>
                    <a:pt x="16050" y="5262"/>
                  </a:cubicBezTo>
                  <a:lnTo>
                    <a:pt x="16020" y="4958"/>
                  </a:lnTo>
                  <a:lnTo>
                    <a:pt x="15533" y="5110"/>
                  </a:lnTo>
                  <a:lnTo>
                    <a:pt x="15472" y="5019"/>
                  </a:lnTo>
                  <a:lnTo>
                    <a:pt x="15503" y="4594"/>
                  </a:lnTo>
                  <a:lnTo>
                    <a:pt x="15320" y="4472"/>
                  </a:lnTo>
                  <a:cubicBezTo>
                    <a:pt x="15351" y="4411"/>
                    <a:pt x="15351" y="4381"/>
                    <a:pt x="15351" y="4351"/>
                  </a:cubicBezTo>
                  <a:cubicBezTo>
                    <a:pt x="15290" y="4138"/>
                    <a:pt x="15077" y="4077"/>
                    <a:pt x="15047" y="3895"/>
                  </a:cubicBezTo>
                  <a:cubicBezTo>
                    <a:pt x="14956" y="3895"/>
                    <a:pt x="14895" y="3925"/>
                    <a:pt x="14804" y="3955"/>
                  </a:cubicBezTo>
                  <a:lnTo>
                    <a:pt x="14591" y="3955"/>
                  </a:lnTo>
                  <a:lnTo>
                    <a:pt x="14469" y="3803"/>
                  </a:lnTo>
                  <a:cubicBezTo>
                    <a:pt x="14424" y="3796"/>
                    <a:pt x="14376" y="3792"/>
                    <a:pt x="14328" y="3792"/>
                  </a:cubicBezTo>
                  <a:cubicBezTo>
                    <a:pt x="14184" y="3792"/>
                    <a:pt x="14036" y="3826"/>
                    <a:pt x="13922" y="3895"/>
                  </a:cubicBezTo>
                  <a:cubicBezTo>
                    <a:pt x="13892" y="3955"/>
                    <a:pt x="13892" y="4016"/>
                    <a:pt x="13892" y="4107"/>
                  </a:cubicBezTo>
                  <a:cubicBezTo>
                    <a:pt x="13851" y="4107"/>
                    <a:pt x="13811" y="4094"/>
                    <a:pt x="13779" y="4094"/>
                  </a:cubicBezTo>
                  <a:cubicBezTo>
                    <a:pt x="13764" y="4094"/>
                    <a:pt x="13750" y="4097"/>
                    <a:pt x="13740" y="4107"/>
                  </a:cubicBezTo>
                  <a:cubicBezTo>
                    <a:pt x="13675" y="4129"/>
                    <a:pt x="13611" y="4150"/>
                    <a:pt x="13546" y="4150"/>
                  </a:cubicBezTo>
                  <a:cubicBezTo>
                    <a:pt x="13520" y="4150"/>
                    <a:pt x="13493" y="4147"/>
                    <a:pt x="13466" y="4138"/>
                  </a:cubicBezTo>
                  <a:cubicBezTo>
                    <a:pt x="13457" y="4141"/>
                    <a:pt x="13447" y="4142"/>
                    <a:pt x="13437" y="4142"/>
                  </a:cubicBezTo>
                  <a:cubicBezTo>
                    <a:pt x="13356" y="4142"/>
                    <a:pt x="13278" y="4034"/>
                    <a:pt x="13223" y="3925"/>
                  </a:cubicBezTo>
                  <a:lnTo>
                    <a:pt x="13132" y="3773"/>
                  </a:lnTo>
                  <a:cubicBezTo>
                    <a:pt x="13093" y="3715"/>
                    <a:pt x="13030" y="3694"/>
                    <a:pt x="12982" y="3694"/>
                  </a:cubicBezTo>
                  <a:cubicBezTo>
                    <a:pt x="12954" y="3694"/>
                    <a:pt x="12930" y="3701"/>
                    <a:pt x="12919" y="3712"/>
                  </a:cubicBezTo>
                  <a:cubicBezTo>
                    <a:pt x="12798" y="3925"/>
                    <a:pt x="12585" y="3803"/>
                    <a:pt x="12463" y="3955"/>
                  </a:cubicBezTo>
                  <a:lnTo>
                    <a:pt x="12402" y="3773"/>
                  </a:lnTo>
                  <a:lnTo>
                    <a:pt x="12281" y="3925"/>
                  </a:lnTo>
                  <a:cubicBezTo>
                    <a:pt x="12190" y="3895"/>
                    <a:pt x="12038" y="3864"/>
                    <a:pt x="12038" y="3803"/>
                  </a:cubicBezTo>
                  <a:cubicBezTo>
                    <a:pt x="12007" y="3621"/>
                    <a:pt x="11825" y="3651"/>
                    <a:pt x="11734" y="3530"/>
                  </a:cubicBezTo>
                  <a:cubicBezTo>
                    <a:pt x="11643" y="3803"/>
                    <a:pt x="11399" y="3651"/>
                    <a:pt x="11217" y="3834"/>
                  </a:cubicBezTo>
                  <a:lnTo>
                    <a:pt x="11217" y="3560"/>
                  </a:lnTo>
                  <a:lnTo>
                    <a:pt x="11369" y="3530"/>
                  </a:lnTo>
                  <a:cubicBezTo>
                    <a:pt x="11308" y="3439"/>
                    <a:pt x="11217" y="3347"/>
                    <a:pt x="11156" y="3226"/>
                  </a:cubicBezTo>
                  <a:lnTo>
                    <a:pt x="11156" y="3104"/>
                  </a:lnTo>
                  <a:lnTo>
                    <a:pt x="11278" y="3043"/>
                  </a:lnTo>
                  <a:lnTo>
                    <a:pt x="11187" y="2922"/>
                  </a:lnTo>
                  <a:cubicBezTo>
                    <a:pt x="11247" y="2800"/>
                    <a:pt x="11369" y="2740"/>
                    <a:pt x="11339" y="2588"/>
                  </a:cubicBezTo>
                  <a:cubicBezTo>
                    <a:pt x="11339" y="2557"/>
                    <a:pt x="11460" y="2466"/>
                    <a:pt x="11460" y="2466"/>
                  </a:cubicBezTo>
                  <a:lnTo>
                    <a:pt x="11460" y="2405"/>
                  </a:lnTo>
                  <a:lnTo>
                    <a:pt x="11278" y="2375"/>
                  </a:lnTo>
                  <a:cubicBezTo>
                    <a:pt x="11308" y="2101"/>
                    <a:pt x="11217" y="1828"/>
                    <a:pt x="11004" y="1676"/>
                  </a:cubicBezTo>
                  <a:lnTo>
                    <a:pt x="10761" y="1676"/>
                  </a:lnTo>
                  <a:lnTo>
                    <a:pt x="10700" y="1554"/>
                  </a:lnTo>
                  <a:lnTo>
                    <a:pt x="10457" y="1493"/>
                  </a:lnTo>
                  <a:cubicBezTo>
                    <a:pt x="10513" y="1418"/>
                    <a:pt x="10558" y="1366"/>
                    <a:pt x="10606" y="1366"/>
                  </a:cubicBezTo>
                  <a:cubicBezTo>
                    <a:pt x="10635" y="1366"/>
                    <a:pt x="10665" y="1386"/>
                    <a:pt x="10700" y="1433"/>
                  </a:cubicBezTo>
                  <a:lnTo>
                    <a:pt x="11004" y="1250"/>
                  </a:lnTo>
                  <a:lnTo>
                    <a:pt x="10913" y="825"/>
                  </a:lnTo>
                  <a:lnTo>
                    <a:pt x="10822" y="916"/>
                  </a:lnTo>
                  <a:lnTo>
                    <a:pt x="10609" y="733"/>
                  </a:lnTo>
                  <a:lnTo>
                    <a:pt x="10670" y="551"/>
                  </a:lnTo>
                  <a:lnTo>
                    <a:pt x="10396" y="429"/>
                  </a:lnTo>
                  <a:cubicBezTo>
                    <a:pt x="10366" y="217"/>
                    <a:pt x="10366" y="217"/>
                    <a:pt x="10184" y="126"/>
                  </a:cubicBezTo>
                  <a:lnTo>
                    <a:pt x="9940" y="34"/>
                  </a:lnTo>
                  <a:cubicBezTo>
                    <a:pt x="9880" y="14"/>
                    <a:pt x="9839" y="1"/>
                    <a:pt x="98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7"/>
            <p:cNvSpPr/>
            <p:nvPr/>
          </p:nvSpPr>
          <p:spPr>
            <a:xfrm>
              <a:off x="3343350" y="3232725"/>
              <a:ext cx="121600" cy="253375"/>
            </a:xfrm>
            <a:custGeom>
              <a:rect b="b" l="l" r="r" t="t"/>
              <a:pathLst>
                <a:path extrusionOk="0" h="10135" w="4864">
                  <a:moveTo>
                    <a:pt x="1460" y="1581"/>
                  </a:moveTo>
                  <a:lnTo>
                    <a:pt x="1460" y="1581"/>
                  </a:lnTo>
                  <a:cubicBezTo>
                    <a:pt x="1581" y="1612"/>
                    <a:pt x="1672" y="1673"/>
                    <a:pt x="1642" y="1825"/>
                  </a:cubicBezTo>
                  <a:cubicBezTo>
                    <a:pt x="1520" y="1825"/>
                    <a:pt x="1460" y="1764"/>
                    <a:pt x="1460" y="1581"/>
                  </a:cubicBezTo>
                  <a:close/>
                  <a:moveTo>
                    <a:pt x="1460" y="1977"/>
                  </a:moveTo>
                  <a:lnTo>
                    <a:pt x="1460" y="2220"/>
                  </a:lnTo>
                  <a:cubicBezTo>
                    <a:pt x="1581" y="2159"/>
                    <a:pt x="1672" y="2129"/>
                    <a:pt x="1794" y="2068"/>
                  </a:cubicBezTo>
                  <a:cubicBezTo>
                    <a:pt x="1840" y="2113"/>
                    <a:pt x="1878" y="2144"/>
                    <a:pt x="1916" y="2144"/>
                  </a:cubicBezTo>
                  <a:cubicBezTo>
                    <a:pt x="1954" y="2144"/>
                    <a:pt x="1992" y="2113"/>
                    <a:pt x="2037" y="2037"/>
                  </a:cubicBezTo>
                  <a:lnTo>
                    <a:pt x="2037" y="2281"/>
                  </a:lnTo>
                  <a:lnTo>
                    <a:pt x="1855" y="2493"/>
                  </a:lnTo>
                  <a:cubicBezTo>
                    <a:pt x="1885" y="2493"/>
                    <a:pt x="1885" y="2554"/>
                    <a:pt x="1885" y="2554"/>
                  </a:cubicBezTo>
                  <a:cubicBezTo>
                    <a:pt x="1946" y="2554"/>
                    <a:pt x="2007" y="2584"/>
                    <a:pt x="2068" y="2615"/>
                  </a:cubicBezTo>
                  <a:cubicBezTo>
                    <a:pt x="2128" y="2645"/>
                    <a:pt x="2159" y="2736"/>
                    <a:pt x="2189" y="2767"/>
                  </a:cubicBezTo>
                  <a:lnTo>
                    <a:pt x="2311" y="2767"/>
                  </a:lnTo>
                  <a:lnTo>
                    <a:pt x="2341" y="2584"/>
                  </a:lnTo>
                  <a:lnTo>
                    <a:pt x="2554" y="2736"/>
                  </a:lnTo>
                  <a:lnTo>
                    <a:pt x="2341" y="2980"/>
                  </a:lnTo>
                  <a:lnTo>
                    <a:pt x="2341" y="3132"/>
                  </a:lnTo>
                  <a:cubicBezTo>
                    <a:pt x="2402" y="3070"/>
                    <a:pt x="2454" y="3044"/>
                    <a:pt x="2499" y="3044"/>
                  </a:cubicBezTo>
                  <a:cubicBezTo>
                    <a:pt x="2567" y="3044"/>
                    <a:pt x="2621" y="3102"/>
                    <a:pt x="2675" y="3192"/>
                  </a:cubicBezTo>
                  <a:lnTo>
                    <a:pt x="2767" y="3101"/>
                  </a:lnTo>
                  <a:lnTo>
                    <a:pt x="2797" y="3253"/>
                  </a:lnTo>
                  <a:cubicBezTo>
                    <a:pt x="2761" y="3289"/>
                    <a:pt x="2725" y="3301"/>
                    <a:pt x="2690" y="3301"/>
                  </a:cubicBezTo>
                  <a:cubicBezTo>
                    <a:pt x="2618" y="3301"/>
                    <a:pt x="2548" y="3249"/>
                    <a:pt x="2489" y="3249"/>
                  </a:cubicBezTo>
                  <a:cubicBezTo>
                    <a:pt x="2480" y="3249"/>
                    <a:pt x="2471" y="3250"/>
                    <a:pt x="2463" y="3253"/>
                  </a:cubicBezTo>
                  <a:cubicBezTo>
                    <a:pt x="2442" y="3273"/>
                    <a:pt x="2412" y="3280"/>
                    <a:pt x="2376" y="3280"/>
                  </a:cubicBezTo>
                  <a:cubicBezTo>
                    <a:pt x="2304" y="3280"/>
                    <a:pt x="2209" y="3253"/>
                    <a:pt x="2128" y="3253"/>
                  </a:cubicBezTo>
                  <a:lnTo>
                    <a:pt x="2007" y="3375"/>
                  </a:lnTo>
                  <a:lnTo>
                    <a:pt x="1885" y="3071"/>
                  </a:lnTo>
                  <a:lnTo>
                    <a:pt x="1703" y="2949"/>
                  </a:lnTo>
                  <a:lnTo>
                    <a:pt x="1551" y="3192"/>
                  </a:lnTo>
                  <a:lnTo>
                    <a:pt x="1368" y="3192"/>
                  </a:lnTo>
                  <a:lnTo>
                    <a:pt x="1460" y="2767"/>
                  </a:lnTo>
                  <a:lnTo>
                    <a:pt x="1308" y="2706"/>
                  </a:lnTo>
                  <a:cubicBezTo>
                    <a:pt x="1399" y="2645"/>
                    <a:pt x="1460" y="2584"/>
                    <a:pt x="1490" y="2493"/>
                  </a:cubicBezTo>
                  <a:cubicBezTo>
                    <a:pt x="1551" y="2372"/>
                    <a:pt x="1490" y="2281"/>
                    <a:pt x="1460" y="2220"/>
                  </a:cubicBezTo>
                  <a:cubicBezTo>
                    <a:pt x="1277" y="2189"/>
                    <a:pt x="1308" y="2068"/>
                    <a:pt x="1308" y="1977"/>
                  </a:cubicBezTo>
                  <a:close/>
                  <a:moveTo>
                    <a:pt x="882" y="3344"/>
                  </a:moveTo>
                  <a:lnTo>
                    <a:pt x="1125" y="3588"/>
                  </a:lnTo>
                  <a:cubicBezTo>
                    <a:pt x="1071" y="3601"/>
                    <a:pt x="1017" y="3615"/>
                    <a:pt x="965" y="3615"/>
                  </a:cubicBezTo>
                  <a:cubicBezTo>
                    <a:pt x="901" y="3615"/>
                    <a:pt x="841" y="3594"/>
                    <a:pt x="791" y="3527"/>
                  </a:cubicBezTo>
                  <a:lnTo>
                    <a:pt x="882" y="3344"/>
                  </a:lnTo>
                  <a:close/>
                  <a:moveTo>
                    <a:pt x="3046" y="4372"/>
                  </a:moveTo>
                  <a:cubicBezTo>
                    <a:pt x="3117" y="4372"/>
                    <a:pt x="3166" y="4447"/>
                    <a:pt x="3192" y="4499"/>
                  </a:cubicBezTo>
                  <a:cubicBezTo>
                    <a:pt x="3253" y="4560"/>
                    <a:pt x="3283" y="4651"/>
                    <a:pt x="3314" y="4743"/>
                  </a:cubicBezTo>
                  <a:lnTo>
                    <a:pt x="3101" y="4864"/>
                  </a:lnTo>
                  <a:lnTo>
                    <a:pt x="2979" y="4712"/>
                  </a:lnTo>
                  <a:lnTo>
                    <a:pt x="3071" y="4560"/>
                  </a:lnTo>
                  <a:lnTo>
                    <a:pt x="2919" y="4408"/>
                  </a:lnTo>
                  <a:lnTo>
                    <a:pt x="3010" y="4378"/>
                  </a:lnTo>
                  <a:cubicBezTo>
                    <a:pt x="3022" y="4374"/>
                    <a:pt x="3034" y="4372"/>
                    <a:pt x="3046" y="4372"/>
                  </a:cubicBezTo>
                  <a:close/>
                  <a:moveTo>
                    <a:pt x="3557" y="5168"/>
                  </a:moveTo>
                  <a:lnTo>
                    <a:pt x="3770" y="5502"/>
                  </a:lnTo>
                  <a:lnTo>
                    <a:pt x="3770" y="5533"/>
                  </a:lnTo>
                  <a:cubicBezTo>
                    <a:pt x="3743" y="5539"/>
                    <a:pt x="3720" y="5542"/>
                    <a:pt x="3700" y="5542"/>
                  </a:cubicBezTo>
                  <a:cubicBezTo>
                    <a:pt x="3538" y="5542"/>
                    <a:pt x="3574" y="5341"/>
                    <a:pt x="3466" y="5259"/>
                  </a:cubicBezTo>
                  <a:lnTo>
                    <a:pt x="3557" y="5168"/>
                  </a:lnTo>
                  <a:close/>
                  <a:moveTo>
                    <a:pt x="3071" y="1"/>
                  </a:moveTo>
                  <a:cubicBezTo>
                    <a:pt x="3040" y="31"/>
                    <a:pt x="3010" y="62"/>
                    <a:pt x="2979" y="92"/>
                  </a:cubicBezTo>
                  <a:cubicBezTo>
                    <a:pt x="2919" y="122"/>
                    <a:pt x="2888" y="153"/>
                    <a:pt x="2827" y="183"/>
                  </a:cubicBezTo>
                  <a:cubicBezTo>
                    <a:pt x="2797" y="426"/>
                    <a:pt x="2827" y="700"/>
                    <a:pt x="2949" y="913"/>
                  </a:cubicBezTo>
                  <a:lnTo>
                    <a:pt x="3131" y="822"/>
                  </a:lnTo>
                  <a:lnTo>
                    <a:pt x="3223" y="1034"/>
                  </a:lnTo>
                  <a:lnTo>
                    <a:pt x="2949" y="1277"/>
                  </a:lnTo>
                  <a:cubicBezTo>
                    <a:pt x="2888" y="1247"/>
                    <a:pt x="2827" y="1186"/>
                    <a:pt x="2736" y="1156"/>
                  </a:cubicBezTo>
                  <a:cubicBezTo>
                    <a:pt x="2584" y="1095"/>
                    <a:pt x="2584" y="1126"/>
                    <a:pt x="2584" y="1004"/>
                  </a:cubicBezTo>
                  <a:lnTo>
                    <a:pt x="2584" y="730"/>
                  </a:lnTo>
                  <a:cubicBezTo>
                    <a:pt x="2514" y="634"/>
                    <a:pt x="2452" y="601"/>
                    <a:pt x="2393" y="601"/>
                  </a:cubicBezTo>
                  <a:cubicBezTo>
                    <a:pt x="2260" y="601"/>
                    <a:pt x="2144" y="767"/>
                    <a:pt x="1995" y="767"/>
                  </a:cubicBezTo>
                  <a:cubicBezTo>
                    <a:pt x="1979" y="767"/>
                    <a:pt x="1963" y="765"/>
                    <a:pt x="1946" y="761"/>
                  </a:cubicBezTo>
                  <a:lnTo>
                    <a:pt x="1946" y="1551"/>
                  </a:lnTo>
                  <a:cubicBezTo>
                    <a:pt x="1855" y="1460"/>
                    <a:pt x="1794" y="1369"/>
                    <a:pt x="1885" y="1217"/>
                  </a:cubicBezTo>
                  <a:cubicBezTo>
                    <a:pt x="1885" y="1186"/>
                    <a:pt x="1824" y="1126"/>
                    <a:pt x="1794" y="1004"/>
                  </a:cubicBezTo>
                  <a:lnTo>
                    <a:pt x="1672" y="1247"/>
                  </a:lnTo>
                  <a:lnTo>
                    <a:pt x="1429" y="1156"/>
                  </a:lnTo>
                  <a:lnTo>
                    <a:pt x="1308" y="1369"/>
                  </a:lnTo>
                  <a:lnTo>
                    <a:pt x="1399" y="1612"/>
                  </a:lnTo>
                  <a:lnTo>
                    <a:pt x="1186" y="1612"/>
                  </a:lnTo>
                  <a:cubicBezTo>
                    <a:pt x="1186" y="1551"/>
                    <a:pt x="1186" y="1521"/>
                    <a:pt x="1186" y="1460"/>
                  </a:cubicBezTo>
                  <a:cubicBezTo>
                    <a:pt x="1156" y="1429"/>
                    <a:pt x="1156" y="1369"/>
                    <a:pt x="1125" y="1308"/>
                  </a:cubicBezTo>
                  <a:lnTo>
                    <a:pt x="1247" y="1186"/>
                  </a:lnTo>
                  <a:lnTo>
                    <a:pt x="1034" y="852"/>
                  </a:lnTo>
                  <a:cubicBezTo>
                    <a:pt x="943" y="761"/>
                    <a:pt x="943" y="578"/>
                    <a:pt x="821" y="548"/>
                  </a:cubicBezTo>
                  <a:cubicBezTo>
                    <a:pt x="609" y="639"/>
                    <a:pt x="609" y="852"/>
                    <a:pt x="578" y="1034"/>
                  </a:cubicBezTo>
                  <a:lnTo>
                    <a:pt x="791" y="1247"/>
                  </a:lnTo>
                  <a:lnTo>
                    <a:pt x="943" y="974"/>
                  </a:lnTo>
                  <a:cubicBezTo>
                    <a:pt x="1034" y="1156"/>
                    <a:pt x="1125" y="1308"/>
                    <a:pt x="943" y="1490"/>
                  </a:cubicBezTo>
                  <a:cubicBezTo>
                    <a:pt x="913" y="1490"/>
                    <a:pt x="943" y="1673"/>
                    <a:pt x="943" y="1673"/>
                  </a:cubicBezTo>
                  <a:cubicBezTo>
                    <a:pt x="1095" y="1703"/>
                    <a:pt x="1034" y="1946"/>
                    <a:pt x="1186" y="1946"/>
                  </a:cubicBezTo>
                  <a:cubicBezTo>
                    <a:pt x="1125" y="2007"/>
                    <a:pt x="1034" y="2007"/>
                    <a:pt x="1004" y="2068"/>
                  </a:cubicBezTo>
                  <a:cubicBezTo>
                    <a:pt x="973" y="2159"/>
                    <a:pt x="943" y="2220"/>
                    <a:pt x="943" y="2311"/>
                  </a:cubicBezTo>
                  <a:lnTo>
                    <a:pt x="821" y="2311"/>
                  </a:lnTo>
                  <a:cubicBezTo>
                    <a:pt x="730" y="2341"/>
                    <a:pt x="548" y="2341"/>
                    <a:pt x="548" y="2402"/>
                  </a:cubicBezTo>
                  <a:cubicBezTo>
                    <a:pt x="457" y="2645"/>
                    <a:pt x="305" y="2676"/>
                    <a:pt x="122" y="2736"/>
                  </a:cubicBezTo>
                  <a:cubicBezTo>
                    <a:pt x="31" y="2767"/>
                    <a:pt x="1" y="2858"/>
                    <a:pt x="31" y="2980"/>
                  </a:cubicBezTo>
                  <a:lnTo>
                    <a:pt x="244" y="3101"/>
                  </a:lnTo>
                  <a:lnTo>
                    <a:pt x="426" y="2980"/>
                  </a:lnTo>
                  <a:lnTo>
                    <a:pt x="457" y="2767"/>
                  </a:lnTo>
                  <a:cubicBezTo>
                    <a:pt x="669" y="2828"/>
                    <a:pt x="821" y="2980"/>
                    <a:pt x="913" y="3192"/>
                  </a:cubicBezTo>
                  <a:lnTo>
                    <a:pt x="609" y="3466"/>
                  </a:lnTo>
                  <a:cubicBezTo>
                    <a:pt x="578" y="3527"/>
                    <a:pt x="578" y="3648"/>
                    <a:pt x="609" y="3709"/>
                  </a:cubicBezTo>
                  <a:lnTo>
                    <a:pt x="730" y="3709"/>
                  </a:lnTo>
                  <a:cubicBezTo>
                    <a:pt x="827" y="3878"/>
                    <a:pt x="943" y="3971"/>
                    <a:pt x="1048" y="3971"/>
                  </a:cubicBezTo>
                  <a:cubicBezTo>
                    <a:pt x="1074" y="3971"/>
                    <a:pt x="1100" y="3965"/>
                    <a:pt x="1125" y="3952"/>
                  </a:cubicBezTo>
                  <a:lnTo>
                    <a:pt x="1368" y="4226"/>
                  </a:lnTo>
                  <a:lnTo>
                    <a:pt x="1247" y="4287"/>
                  </a:lnTo>
                  <a:lnTo>
                    <a:pt x="1338" y="4469"/>
                  </a:lnTo>
                  <a:lnTo>
                    <a:pt x="1247" y="4651"/>
                  </a:lnTo>
                  <a:cubicBezTo>
                    <a:pt x="1247" y="4712"/>
                    <a:pt x="1216" y="4773"/>
                    <a:pt x="1156" y="4895"/>
                  </a:cubicBezTo>
                  <a:lnTo>
                    <a:pt x="1368" y="4803"/>
                  </a:lnTo>
                  <a:cubicBezTo>
                    <a:pt x="1399" y="4864"/>
                    <a:pt x="1429" y="4955"/>
                    <a:pt x="1490" y="5016"/>
                  </a:cubicBezTo>
                  <a:cubicBezTo>
                    <a:pt x="1514" y="5075"/>
                    <a:pt x="1565" y="5102"/>
                    <a:pt x="1619" y="5102"/>
                  </a:cubicBezTo>
                  <a:cubicBezTo>
                    <a:pt x="1703" y="5102"/>
                    <a:pt x="1794" y="5036"/>
                    <a:pt x="1794" y="4925"/>
                  </a:cubicBezTo>
                  <a:lnTo>
                    <a:pt x="1703" y="4803"/>
                  </a:lnTo>
                  <a:lnTo>
                    <a:pt x="1672" y="4499"/>
                  </a:lnTo>
                  <a:cubicBezTo>
                    <a:pt x="1712" y="4441"/>
                    <a:pt x="1776" y="4407"/>
                    <a:pt x="1833" y="4407"/>
                  </a:cubicBezTo>
                  <a:cubicBezTo>
                    <a:pt x="1865" y="4407"/>
                    <a:pt x="1894" y="4417"/>
                    <a:pt x="1916" y="4439"/>
                  </a:cubicBezTo>
                  <a:cubicBezTo>
                    <a:pt x="1916" y="4560"/>
                    <a:pt x="1976" y="4743"/>
                    <a:pt x="1916" y="4834"/>
                  </a:cubicBezTo>
                  <a:cubicBezTo>
                    <a:pt x="1794" y="5016"/>
                    <a:pt x="1916" y="5168"/>
                    <a:pt x="1946" y="5320"/>
                  </a:cubicBezTo>
                  <a:cubicBezTo>
                    <a:pt x="1946" y="5350"/>
                    <a:pt x="2007" y="5350"/>
                    <a:pt x="2037" y="5350"/>
                  </a:cubicBezTo>
                  <a:lnTo>
                    <a:pt x="2098" y="5168"/>
                  </a:lnTo>
                  <a:lnTo>
                    <a:pt x="2280" y="5168"/>
                  </a:lnTo>
                  <a:cubicBezTo>
                    <a:pt x="2341" y="5229"/>
                    <a:pt x="2372" y="5259"/>
                    <a:pt x="2402" y="5350"/>
                  </a:cubicBezTo>
                  <a:cubicBezTo>
                    <a:pt x="2432" y="5411"/>
                    <a:pt x="2432" y="5502"/>
                    <a:pt x="2311" y="5502"/>
                  </a:cubicBezTo>
                  <a:cubicBezTo>
                    <a:pt x="2280" y="5502"/>
                    <a:pt x="2250" y="5594"/>
                    <a:pt x="2250" y="5624"/>
                  </a:cubicBezTo>
                  <a:lnTo>
                    <a:pt x="2098" y="5472"/>
                  </a:lnTo>
                  <a:lnTo>
                    <a:pt x="2037" y="5654"/>
                  </a:lnTo>
                  <a:lnTo>
                    <a:pt x="1946" y="5411"/>
                  </a:lnTo>
                  <a:cubicBezTo>
                    <a:pt x="1916" y="5472"/>
                    <a:pt x="1885" y="5533"/>
                    <a:pt x="1855" y="5594"/>
                  </a:cubicBezTo>
                  <a:cubicBezTo>
                    <a:pt x="1824" y="5624"/>
                    <a:pt x="1794" y="5654"/>
                    <a:pt x="1733" y="5685"/>
                  </a:cubicBezTo>
                  <a:lnTo>
                    <a:pt x="1855" y="5746"/>
                  </a:lnTo>
                  <a:cubicBezTo>
                    <a:pt x="1824" y="5837"/>
                    <a:pt x="1824" y="5958"/>
                    <a:pt x="1794" y="5989"/>
                  </a:cubicBezTo>
                  <a:cubicBezTo>
                    <a:pt x="1733" y="6050"/>
                    <a:pt x="1642" y="6050"/>
                    <a:pt x="1642" y="6171"/>
                  </a:cubicBezTo>
                  <a:cubicBezTo>
                    <a:pt x="1713" y="6148"/>
                    <a:pt x="1756" y="6133"/>
                    <a:pt x="1798" y="6133"/>
                  </a:cubicBezTo>
                  <a:cubicBezTo>
                    <a:pt x="1865" y="6133"/>
                    <a:pt x="1930" y="6169"/>
                    <a:pt x="2098" y="6262"/>
                  </a:cubicBezTo>
                  <a:cubicBezTo>
                    <a:pt x="2073" y="6324"/>
                    <a:pt x="2033" y="6336"/>
                    <a:pt x="1990" y="6336"/>
                  </a:cubicBezTo>
                  <a:cubicBezTo>
                    <a:pt x="1966" y="6336"/>
                    <a:pt x="1940" y="6332"/>
                    <a:pt x="1916" y="6332"/>
                  </a:cubicBezTo>
                  <a:cubicBezTo>
                    <a:pt x="1879" y="6332"/>
                    <a:pt x="1846" y="6341"/>
                    <a:pt x="1824" y="6384"/>
                  </a:cubicBezTo>
                  <a:cubicBezTo>
                    <a:pt x="1794" y="6536"/>
                    <a:pt x="1764" y="6779"/>
                    <a:pt x="1946" y="6931"/>
                  </a:cubicBezTo>
                  <a:cubicBezTo>
                    <a:pt x="1946" y="6961"/>
                    <a:pt x="1946" y="7053"/>
                    <a:pt x="1946" y="7083"/>
                  </a:cubicBezTo>
                  <a:lnTo>
                    <a:pt x="1672" y="7144"/>
                  </a:lnTo>
                  <a:lnTo>
                    <a:pt x="1855" y="7326"/>
                  </a:lnTo>
                  <a:cubicBezTo>
                    <a:pt x="1885" y="7296"/>
                    <a:pt x="1885" y="7265"/>
                    <a:pt x="1946" y="7174"/>
                  </a:cubicBezTo>
                  <a:cubicBezTo>
                    <a:pt x="2007" y="7083"/>
                    <a:pt x="2128" y="7053"/>
                    <a:pt x="2159" y="6961"/>
                  </a:cubicBezTo>
                  <a:cubicBezTo>
                    <a:pt x="2220" y="6779"/>
                    <a:pt x="2311" y="6597"/>
                    <a:pt x="2463" y="6475"/>
                  </a:cubicBezTo>
                  <a:cubicBezTo>
                    <a:pt x="2495" y="6539"/>
                    <a:pt x="2523" y="6562"/>
                    <a:pt x="2549" y="6562"/>
                  </a:cubicBezTo>
                  <a:cubicBezTo>
                    <a:pt x="2597" y="6562"/>
                    <a:pt x="2636" y="6484"/>
                    <a:pt x="2675" y="6445"/>
                  </a:cubicBezTo>
                  <a:cubicBezTo>
                    <a:pt x="2645" y="6384"/>
                    <a:pt x="2584" y="6354"/>
                    <a:pt x="2554" y="6262"/>
                  </a:cubicBezTo>
                  <a:cubicBezTo>
                    <a:pt x="2568" y="6260"/>
                    <a:pt x="2580" y="6258"/>
                    <a:pt x="2592" y="6258"/>
                  </a:cubicBezTo>
                  <a:cubicBezTo>
                    <a:pt x="2712" y="6258"/>
                    <a:pt x="2744" y="6387"/>
                    <a:pt x="2827" y="6414"/>
                  </a:cubicBezTo>
                  <a:cubicBezTo>
                    <a:pt x="2736" y="6506"/>
                    <a:pt x="2736" y="6657"/>
                    <a:pt x="2827" y="6749"/>
                  </a:cubicBezTo>
                  <a:lnTo>
                    <a:pt x="2493" y="6901"/>
                  </a:lnTo>
                  <a:cubicBezTo>
                    <a:pt x="2554" y="6992"/>
                    <a:pt x="2584" y="7144"/>
                    <a:pt x="2675" y="7174"/>
                  </a:cubicBezTo>
                  <a:cubicBezTo>
                    <a:pt x="2858" y="7235"/>
                    <a:pt x="2827" y="7387"/>
                    <a:pt x="2827" y="7509"/>
                  </a:cubicBezTo>
                  <a:cubicBezTo>
                    <a:pt x="2706" y="7600"/>
                    <a:pt x="2645" y="7691"/>
                    <a:pt x="2523" y="7721"/>
                  </a:cubicBezTo>
                  <a:cubicBezTo>
                    <a:pt x="2410" y="7721"/>
                    <a:pt x="2429" y="7907"/>
                    <a:pt x="2308" y="7907"/>
                  </a:cubicBezTo>
                  <a:cubicBezTo>
                    <a:pt x="2300" y="7907"/>
                    <a:pt x="2290" y="7906"/>
                    <a:pt x="2280" y="7904"/>
                  </a:cubicBezTo>
                  <a:lnTo>
                    <a:pt x="2280" y="8177"/>
                  </a:lnTo>
                  <a:cubicBezTo>
                    <a:pt x="2444" y="8292"/>
                    <a:pt x="2528" y="8380"/>
                    <a:pt x="2600" y="8380"/>
                  </a:cubicBezTo>
                  <a:cubicBezTo>
                    <a:pt x="2661" y="8380"/>
                    <a:pt x="2713" y="8315"/>
                    <a:pt x="2797" y="8147"/>
                  </a:cubicBezTo>
                  <a:cubicBezTo>
                    <a:pt x="2843" y="8192"/>
                    <a:pt x="2903" y="8215"/>
                    <a:pt x="2964" y="8215"/>
                  </a:cubicBezTo>
                  <a:cubicBezTo>
                    <a:pt x="3025" y="8215"/>
                    <a:pt x="3086" y="8192"/>
                    <a:pt x="3131" y="8147"/>
                  </a:cubicBezTo>
                  <a:lnTo>
                    <a:pt x="3223" y="8238"/>
                  </a:lnTo>
                  <a:lnTo>
                    <a:pt x="3040" y="8451"/>
                  </a:lnTo>
                  <a:lnTo>
                    <a:pt x="2949" y="8268"/>
                  </a:lnTo>
                  <a:lnTo>
                    <a:pt x="2706" y="8420"/>
                  </a:lnTo>
                  <a:lnTo>
                    <a:pt x="2979" y="8512"/>
                  </a:lnTo>
                  <a:lnTo>
                    <a:pt x="3131" y="8542"/>
                  </a:lnTo>
                  <a:cubicBezTo>
                    <a:pt x="3192" y="8542"/>
                    <a:pt x="3253" y="8572"/>
                    <a:pt x="3314" y="8603"/>
                  </a:cubicBezTo>
                  <a:cubicBezTo>
                    <a:pt x="3375" y="8603"/>
                    <a:pt x="3405" y="8664"/>
                    <a:pt x="3435" y="8724"/>
                  </a:cubicBezTo>
                  <a:lnTo>
                    <a:pt x="3101" y="8755"/>
                  </a:lnTo>
                  <a:lnTo>
                    <a:pt x="3162" y="9028"/>
                  </a:lnTo>
                  <a:cubicBezTo>
                    <a:pt x="3040" y="9059"/>
                    <a:pt x="2888" y="8998"/>
                    <a:pt x="2797" y="9211"/>
                  </a:cubicBezTo>
                  <a:lnTo>
                    <a:pt x="2888" y="9879"/>
                  </a:lnTo>
                  <a:cubicBezTo>
                    <a:pt x="3002" y="9948"/>
                    <a:pt x="3133" y="9982"/>
                    <a:pt x="3269" y="9982"/>
                  </a:cubicBezTo>
                  <a:cubicBezTo>
                    <a:pt x="3314" y="9982"/>
                    <a:pt x="3359" y="9978"/>
                    <a:pt x="3405" y="9971"/>
                  </a:cubicBezTo>
                  <a:cubicBezTo>
                    <a:pt x="3435" y="9963"/>
                    <a:pt x="3468" y="9959"/>
                    <a:pt x="3501" y="9959"/>
                  </a:cubicBezTo>
                  <a:cubicBezTo>
                    <a:pt x="3601" y="9959"/>
                    <a:pt x="3709" y="9993"/>
                    <a:pt x="3800" y="10062"/>
                  </a:cubicBezTo>
                  <a:cubicBezTo>
                    <a:pt x="3889" y="10106"/>
                    <a:pt x="3994" y="10135"/>
                    <a:pt x="4104" y="10135"/>
                  </a:cubicBezTo>
                  <a:cubicBezTo>
                    <a:pt x="4144" y="10135"/>
                    <a:pt x="4185" y="10131"/>
                    <a:pt x="4226" y="10123"/>
                  </a:cubicBezTo>
                  <a:lnTo>
                    <a:pt x="4317" y="9971"/>
                  </a:lnTo>
                  <a:cubicBezTo>
                    <a:pt x="4195" y="9910"/>
                    <a:pt x="4256" y="9727"/>
                    <a:pt x="4165" y="9636"/>
                  </a:cubicBezTo>
                  <a:cubicBezTo>
                    <a:pt x="4013" y="9484"/>
                    <a:pt x="3922" y="9272"/>
                    <a:pt x="3952" y="9059"/>
                  </a:cubicBezTo>
                  <a:lnTo>
                    <a:pt x="3952" y="9059"/>
                  </a:lnTo>
                  <a:cubicBezTo>
                    <a:pt x="3938" y="9061"/>
                    <a:pt x="3925" y="9062"/>
                    <a:pt x="3912" y="9062"/>
                  </a:cubicBezTo>
                  <a:cubicBezTo>
                    <a:pt x="3731" y="9062"/>
                    <a:pt x="3671" y="8870"/>
                    <a:pt x="3557" y="8785"/>
                  </a:cubicBezTo>
                  <a:cubicBezTo>
                    <a:pt x="3739" y="8603"/>
                    <a:pt x="3679" y="8390"/>
                    <a:pt x="3770" y="8238"/>
                  </a:cubicBezTo>
                  <a:cubicBezTo>
                    <a:pt x="3722" y="8204"/>
                    <a:pt x="3684" y="8191"/>
                    <a:pt x="3652" y="8191"/>
                  </a:cubicBezTo>
                  <a:cubicBezTo>
                    <a:pt x="3555" y="8191"/>
                    <a:pt x="3517" y="8308"/>
                    <a:pt x="3462" y="8308"/>
                  </a:cubicBezTo>
                  <a:cubicBezTo>
                    <a:pt x="3453" y="8308"/>
                    <a:pt x="3445" y="8305"/>
                    <a:pt x="3435" y="8299"/>
                  </a:cubicBezTo>
                  <a:lnTo>
                    <a:pt x="3253" y="8238"/>
                  </a:lnTo>
                  <a:cubicBezTo>
                    <a:pt x="3466" y="8116"/>
                    <a:pt x="3496" y="8116"/>
                    <a:pt x="3496" y="7904"/>
                  </a:cubicBezTo>
                  <a:lnTo>
                    <a:pt x="3101" y="7782"/>
                  </a:lnTo>
                  <a:lnTo>
                    <a:pt x="2888" y="7569"/>
                  </a:lnTo>
                  <a:lnTo>
                    <a:pt x="3010" y="7205"/>
                  </a:lnTo>
                  <a:lnTo>
                    <a:pt x="3101" y="7569"/>
                  </a:lnTo>
                  <a:lnTo>
                    <a:pt x="3466" y="7569"/>
                  </a:lnTo>
                  <a:cubicBezTo>
                    <a:pt x="3496" y="7509"/>
                    <a:pt x="3527" y="7478"/>
                    <a:pt x="3557" y="7448"/>
                  </a:cubicBezTo>
                  <a:cubicBezTo>
                    <a:pt x="3648" y="7326"/>
                    <a:pt x="3770" y="7296"/>
                    <a:pt x="3861" y="7144"/>
                  </a:cubicBezTo>
                  <a:cubicBezTo>
                    <a:pt x="3952" y="6992"/>
                    <a:pt x="3770" y="6931"/>
                    <a:pt x="3831" y="6809"/>
                  </a:cubicBezTo>
                  <a:cubicBezTo>
                    <a:pt x="3861" y="6779"/>
                    <a:pt x="3831" y="6718"/>
                    <a:pt x="3831" y="6688"/>
                  </a:cubicBezTo>
                  <a:lnTo>
                    <a:pt x="3527" y="6688"/>
                  </a:lnTo>
                  <a:cubicBezTo>
                    <a:pt x="3466" y="6931"/>
                    <a:pt x="3223" y="6992"/>
                    <a:pt x="3131" y="7205"/>
                  </a:cubicBezTo>
                  <a:lnTo>
                    <a:pt x="3040" y="7205"/>
                  </a:lnTo>
                  <a:cubicBezTo>
                    <a:pt x="3010" y="7174"/>
                    <a:pt x="2979" y="7174"/>
                    <a:pt x="2979" y="7174"/>
                  </a:cubicBezTo>
                  <a:lnTo>
                    <a:pt x="3101" y="6961"/>
                  </a:lnTo>
                  <a:lnTo>
                    <a:pt x="2949" y="6779"/>
                  </a:lnTo>
                  <a:cubicBezTo>
                    <a:pt x="3131" y="6597"/>
                    <a:pt x="2979" y="6506"/>
                    <a:pt x="2888" y="6384"/>
                  </a:cubicBezTo>
                  <a:lnTo>
                    <a:pt x="3101" y="6232"/>
                  </a:lnTo>
                  <a:lnTo>
                    <a:pt x="3101" y="6080"/>
                  </a:lnTo>
                  <a:lnTo>
                    <a:pt x="2858" y="5928"/>
                  </a:lnTo>
                  <a:cubicBezTo>
                    <a:pt x="2919" y="5806"/>
                    <a:pt x="2979" y="5685"/>
                    <a:pt x="3040" y="5594"/>
                  </a:cubicBezTo>
                  <a:cubicBezTo>
                    <a:pt x="3095" y="5512"/>
                    <a:pt x="3149" y="5407"/>
                    <a:pt x="3246" y="5407"/>
                  </a:cubicBezTo>
                  <a:cubicBezTo>
                    <a:pt x="3258" y="5407"/>
                    <a:pt x="3270" y="5408"/>
                    <a:pt x="3283" y="5411"/>
                  </a:cubicBezTo>
                  <a:cubicBezTo>
                    <a:pt x="3314" y="5411"/>
                    <a:pt x="3344" y="5442"/>
                    <a:pt x="3375" y="5442"/>
                  </a:cubicBezTo>
                  <a:lnTo>
                    <a:pt x="3162" y="5624"/>
                  </a:lnTo>
                  <a:lnTo>
                    <a:pt x="3162" y="5685"/>
                  </a:lnTo>
                  <a:cubicBezTo>
                    <a:pt x="3162" y="5776"/>
                    <a:pt x="3162" y="5867"/>
                    <a:pt x="3253" y="5928"/>
                  </a:cubicBezTo>
                  <a:cubicBezTo>
                    <a:pt x="3285" y="5950"/>
                    <a:pt x="3314" y="5960"/>
                    <a:pt x="3341" y="5960"/>
                  </a:cubicBezTo>
                  <a:cubicBezTo>
                    <a:pt x="3391" y="5960"/>
                    <a:pt x="3437" y="5926"/>
                    <a:pt x="3496" y="5867"/>
                  </a:cubicBezTo>
                  <a:cubicBezTo>
                    <a:pt x="3557" y="5776"/>
                    <a:pt x="3679" y="5715"/>
                    <a:pt x="3831" y="5715"/>
                  </a:cubicBezTo>
                  <a:lnTo>
                    <a:pt x="4104" y="5381"/>
                  </a:lnTo>
                  <a:cubicBezTo>
                    <a:pt x="4043" y="5168"/>
                    <a:pt x="4013" y="4955"/>
                    <a:pt x="4043" y="4743"/>
                  </a:cubicBezTo>
                  <a:lnTo>
                    <a:pt x="4226" y="4651"/>
                  </a:lnTo>
                  <a:lnTo>
                    <a:pt x="4347" y="4803"/>
                  </a:lnTo>
                  <a:lnTo>
                    <a:pt x="4469" y="4591"/>
                  </a:lnTo>
                  <a:cubicBezTo>
                    <a:pt x="4393" y="4575"/>
                    <a:pt x="4309" y="4568"/>
                    <a:pt x="4229" y="4568"/>
                  </a:cubicBezTo>
                  <a:cubicBezTo>
                    <a:pt x="4150" y="4568"/>
                    <a:pt x="4074" y="4575"/>
                    <a:pt x="4013" y="4591"/>
                  </a:cubicBezTo>
                  <a:cubicBezTo>
                    <a:pt x="4003" y="4593"/>
                    <a:pt x="3993" y="4594"/>
                    <a:pt x="3983" y="4594"/>
                  </a:cubicBezTo>
                  <a:cubicBezTo>
                    <a:pt x="3910" y="4594"/>
                    <a:pt x="3829" y="4539"/>
                    <a:pt x="3751" y="4539"/>
                  </a:cubicBezTo>
                  <a:cubicBezTo>
                    <a:pt x="3705" y="4539"/>
                    <a:pt x="3659" y="4558"/>
                    <a:pt x="3618" y="4621"/>
                  </a:cubicBezTo>
                  <a:cubicBezTo>
                    <a:pt x="3466" y="4439"/>
                    <a:pt x="3162" y="4499"/>
                    <a:pt x="3071" y="4165"/>
                  </a:cubicBezTo>
                  <a:lnTo>
                    <a:pt x="2919" y="4165"/>
                  </a:lnTo>
                  <a:lnTo>
                    <a:pt x="2888" y="4043"/>
                  </a:lnTo>
                  <a:lnTo>
                    <a:pt x="2584" y="4104"/>
                  </a:lnTo>
                  <a:lnTo>
                    <a:pt x="2554" y="4226"/>
                  </a:lnTo>
                  <a:cubicBezTo>
                    <a:pt x="2513" y="4205"/>
                    <a:pt x="2485" y="4142"/>
                    <a:pt x="2443" y="4142"/>
                  </a:cubicBezTo>
                  <a:cubicBezTo>
                    <a:pt x="2424" y="4142"/>
                    <a:pt x="2401" y="4156"/>
                    <a:pt x="2372" y="4195"/>
                  </a:cubicBezTo>
                  <a:cubicBezTo>
                    <a:pt x="2345" y="4240"/>
                    <a:pt x="2323" y="4256"/>
                    <a:pt x="2305" y="4256"/>
                  </a:cubicBezTo>
                  <a:cubicBezTo>
                    <a:pt x="2260" y="4256"/>
                    <a:pt x="2232" y="4165"/>
                    <a:pt x="2189" y="4165"/>
                  </a:cubicBezTo>
                  <a:cubicBezTo>
                    <a:pt x="2098" y="4165"/>
                    <a:pt x="2037" y="4195"/>
                    <a:pt x="1976" y="4226"/>
                  </a:cubicBezTo>
                  <a:lnTo>
                    <a:pt x="1976" y="3952"/>
                  </a:lnTo>
                  <a:lnTo>
                    <a:pt x="1672" y="3527"/>
                  </a:lnTo>
                  <a:lnTo>
                    <a:pt x="1672" y="3527"/>
                  </a:lnTo>
                  <a:cubicBezTo>
                    <a:pt x="1885" y="3618"/>
                    <a:pt x="1885" y="3618"/>
                    <a:pt x="1976" y="3740"/>
                  </a:cubicBezTo>
                  <a:cubicBezTo>
                    <a:pt x="2037" y="3831"/>
                    <a:pt x="2098" y="3861"/>
                    <a:pt x="2189" y="3861"/>
                  </a:cubicBezTo>
                  <a:lnTo>
                    <a:pt x="2402" y="3861"/>
                  </a:lnTo>
                  <a:lnTo>
                    <a:pt x="2554" y="3618"/>
                  </a:lnTo>
                  <a:lnTo>
                    <a:pt x="2827" y="3800"/>
                  </a:lnTo>
                  <a:cubicBezTo>
                    <a:pt x="2827" y="3679"/>
                    <a:pt x="2888" y="3557"/>
                    <a:pt x="2949" y="3466"/>
                  </a:cubicBezTo>
                  <a:cubicBezTo>
                    <a:pt x="3010" y="3375"/>
                    <a:pt x="2979" y="3192"/>
                    <a:pt x="3131" y="3192"/>
                  </a:cubicBezTo>
                  <a:cubicBezTo>
                    <a:pt x="3101" y="3101"/>
                    <a:pt x="3101" y="2949"/>
                    <a:pt x="3071" y="2919"/>
                  </a:cubicBezTo>
                  <a:cubicBezTo>
                    <a:pt x="2962" y="2865"/>
                    <a:pt x="2902" y="2666"/>
                    <a:pt x="2783" y="2666"/>
                  </a:cubicBezTo>
                  <a:cubicBezTo>
                    <a:pt x="2768" y="2666"/>
                    <a:pt x="2753" y="2669"/>
                    <a:pt x="2736" y="2676"/>
                  </a:cubicBezTo>
                  <a:lnTo>
                    <a:pt x="2797" y="2463"/>
                  </a:lnTo>
                  <a:lnTo>
                    <a:pt x="2432" y="2463"/>
                  </a:lnTo>
                  <a:cubicBezTo>
                    <a:pt x="2493" y="2402"/>
                    <a:pt x="2584" y="2402"/>
                    <a:pt x="2615" y="2372"/>
                  </a:cubicBezTo>
                  <a:cubicBezTo>
                    <a:pt x="2679" y="2320"/>
                    <a:pt x="2732" y="2302"/>
                    <a:pt x="2782" y="2302"/>
                  </a:cubicBezTo>
                  <a:cubicBezTo>
                    <a:pt x="2849" y="2302"/>
                    <a:pt x="2909" y="2337"/>
                    <a:pt x="2979" y="2372"/>
                  </a:cubicBezTo>
                  <a:lnTo>
                    <a:pt x="2979" y="2159"/>
                  </a:lnTo>
                  <a:cubicBezTo>
                    <a:pt x="3040" y="2159"/>
                    <a:pt x="3088" y="2226"/>
                    <a:pt x="3130" y="2226"/>
                  </a:cubicBezTo>
                  <a:cubicBezTo>
                    <a:pt x="3152" y="2226"/>
                    <a:pt x="3172" y="2210"/>
                    <a:pt x="3192" y="2159"/>
                  </a:cubicBezTo>
                  <a:lnTo>
                    <a:pt x="3223" y="2159"/>
                  </a:lnTo>
                  <a:cubicBezTo>
                    <a:pt x="3192" y="2372"/>
                    <a:pt x="3496" y="2341"/>
                    <a:pt x="3466" y="2554"/>
                  </a:cubicBezTo>
                  <a:lnTo>
                    <a:pt x="3679" y="2858"/>
                  </a:lnTo>
                  <a:lnTo>
                    <a:pt x="3891" y="2645"/>
                  </a:lnTo>
                  <a:lnTo>
                    <a:pt x="4256" y="2645"/>
                  </a:lnTo>
                  <a:cubicBezTo>
                    <a:pt x="4195" y="2828"/>
                    <a:pt x="4469" y="2767"/>
                    <a:pt x="4378" y="2949"/>
                  </a:cubicBezTo>
                  <a:lnTo>
                    <a:pt x="4621" y="3223"/>
                  </a:lnTo>
                  <a:lnTo>
                    <a:pt x="4803" y="3101"/>
                  </a:lnTo>
                  <a:cubicBezTo>
                    <a:pt x="4803" y="3040"/>
                    <a:pt x="4742" y="2949"/>
                    <a:pt x="4712" y="2888"/>
                  </a:cubicBezTo>
                  <a:cubicBezTo>
                    <a:pt x="4651" y="2828"/>
                    <a:pt x="4621" y="2706"/>
                    <a:pt x="4682" y="2615"/>
                  </a:cubicBezTo>
                  <a:cubicBezTo>
                    <a:pt x="4712" y="2584"/>
                    <a:pt x="4742" y="2524"/>
                    <a:pt x="4742" y="2463"/>
                  </a:cubicBezTo>
                  <a:lnTo>
                    <a:pt x="4864" y="2463"/>
                  </a:lnTo>
                  <a:lnTo>
                    <a:pt x="4712" y="2129"/>
                  </a:lnTo>
                  <a:lnTo>
                    <a:pt x="4286" y="2220"/>
                  </a:lnTo>
                  <a:lnTo>
                    <a:pt x="4226" y="2098"/>
                  </a:lnTo>
                  <a:lnTo>
                    <a:pt x="4013" y="2068"/>
                  </a:lnTo>
                  <a:cubicBezTo>
                    <a:pt x="4104" y="1977"/>
                    <a:pt x="4195" y="2037"/>
                    <a:pt x="4195" y="1885"/>
                  </a:cubicBezTo>
                  <a:cubicBezTo>
                    <a:pt x="4195" y="1794"/>
                    <a:pt x="4256" y="1733"/>
                    <a:pt x="4317" y="1642"/>
                  </a:cubicBezTo>
                  <a:lnTo>
                    <a:pt x="3557" y="1277"/>
                  </a:lnTo>
                  <a:cubicBezTo>
                    <a:pt x="3679" y="1095"/>
                    <a:pt x="3679" y="1095"/>
                    <a:pt x="3679" y="943"/>
                  </a:cubicBezTo>
                  <a:lnTo>
                    <a:pt x="3679" y="943"/>
                  </a:lnTo>
                  <a:cubicBezTo>
                    <a:pt x="3626" y="982"/>
                    <a:pt x="3574" y="993"/>
                    <a:pt x="3517" y="993"/>
                  </a:cubicBezTo>
                  <a:cubicBezTo>
                    <a:pt x="3442" y="993"/>
                    <a:pt x="3357" y="974"/>
                    <a:pt x="3253" y="974"/>
                  </a:cubicBezTo>
                  <a:lnTo>
                    <a:pt x="3648" y="730"/>
                  </a:lnTo>
                  <a:lnTo>
                    <a:pt x="3648" y="670"/>
                  </a:lnTo>
                  <a:lnTo>
                    <a:pt x="3344" y="730"/>
                  </a:lnTo>
                  <a:lnTo>
                    <a:pt x="3314" y="639"/>
                  </a:lnTo>
                  <a:lnTo>
                    <a:pt x="3071" y="670"/>
                  </a:lnTo>
                  <a:lnTo>
                    <a:pt x="3253" y="396"/>
                  </a:lnTo>
                  <a:lnTo>
                    <a:pt x="3253" y="92"/>
                  </a:lnTo>
                  <a:lnTo>
                    <a:pt x="307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7"/>
            <p:cNvSpPr/>
            <p:nvPr/>
          </p:nvSpPr>
          <p:spPr>
            <a:xfrm>
              <a:off x="3796250" y="3296575"/>
              <a:ext cx="29650" cy="35725"/>
            </a:xfrm>
            <a:custGeom>
              <a:rect b="b" l="l" r="r" t="t"/>
              <a:pathLst>
                <a:path extrusionOk="0" h="1429" w="1186">
                  <a:moveTo>
                    <a:pt x="456" y="517"/>
                  </a:moveTo>
                  <a:lnTo>
                    <a:pt x="608" y="608"/>
                  </a:lnTo>
                  <a:cubicBezTo>
                    <a:pt x="639" y="942"/>
                    <a:pt x="639" y="942"/>
                    <a:pt x="396" y="973"/>
                  </a:cubicBezTo>
                  <a:lnTo>
                    <a:pt x="274" y="608"/>
                  </a:lnTo>
                  <a:lnTo>
                    <a:pt x="456" y="517"/>
                  </a:lnTo>
                  <a:close/>
                  <a:moveTo>
                    <a:pt x="0" y="0"/>
                  </a:moveTo>
                  <a:cubicBezTo>
                    <a:pt x="0" y="182"/>
                    <a:pt x="61" y="365"/>
                    <a:pt x="122" y="547"/>
                  </a:cubicBezTo>
                  <a:cubicBezTo>
                    <a:pt x="183" y="669"/>
                    <a:pt x="31" y="730"/>
                    <a:pt x="122" y="821"/>
                  </a:cubicBezTo>
                  <a:cubicBezTo>
                    <a:pt x="213" y="882"/>
                    <a:pt x="244" y="1034"/>
                    <a:pt x="244" y="1155"/>
                  </a:cubicBezTo>
                  <a:cubicBezTo>
                    <a:pt x="213" y="1307"/>
                    <a:pt x="426" y="1246"/>
                    <a:pt x="426" y="1398"/>
                  </a:cubicBezTo>
                  <a:cubicBezTo>
                    <a:pt x="426" y="1429"/>
                    <a:pt x="456" y="1429"/>
                    <a:pt x="456" y="1429"/>
                  </a:cubicBezTo>
                  <a:lnTo>
                    <a:pt x="700" y="1186"/>
                  </a:lnTo>
                  <a:lnTo>
                    <a:pt x="639" y="1094"/>
                  </a:lnTo>
                  <a:cubicBezTo>
                    <a:pt x="692" y="962"/>
                    <a:pt x="814" y="876"/>
                    <a:pt x="965" y="876"/>
                  </a:cubicBezTo>
                  <a:cubicBezTo>
                    <a:pt x="987" y="876"/>
                    <a:pt x="1010" y="878"/>
                    <a:pt x="1034" y="882"/>
                  </a:cubicBezTo>
                  <a:lnTo>
                    <a:pt x="1034" y="638"/>
                  </a:lnTo>
                  <a:lnTo>
                    <a:pt x="852" y="730"/>
                  </a:lnTo>
                  <a:cubicBezTo>
                    <a:pt x="821" y="669"/>
                    <a:pt x="791" y="608"/>
                    <a:pt x="760" y="486"/>
                  </a:cubicBezTo>
                  <a:lnTo>
                    <a:pt x="760" y="486"/>
                  </a:lnTo>
                  <a:lnTo>
                    <a:pt x="1064" y="578"/>
                  </a:lnTo>
                  <a:lnTo>
                    <a:pt x="1186" y="456"/>
                  </a:lnTo>
                  <a:cubicBezTo>
                    <a:pt x="1095" y="426"/>
                    <a:pt x="1034" y="365"/>
                    <a:pt x="973" y="304"/>
                  </a:cubicBezTo>
                  <a:cubicBezTo>
                    <a:pt x="912" y="213"/>
                    <a:pt x="821" y="152"/>
                    <a:pt x="791" y="61"/>
                  </a:cubicBezTo>
                  <a:cubicBezTo>
                    <a:pt x="715" y="48"/>
                    <a:pt x="624" y="41"/>
                    <a:pt x="541" y="41"/>
                  </a:cubicBezTo>
                  <a:cubicBezTo>
                    <a:pt x="424" y="41"/>
                    <a:pt x="322" y="56"/>
                    <a:pt x="304" y="91"/>
                  </a:cubicBezTo>
                  <a:lnTo>
                    <a:pt x="244" y="213"/>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7"/>
            <p:cNvSpPr/>
            <p:nvPr/>
          </p:nvSpPr>
          <p:spPr>
            <a:xfrm>
              <a:off x="3775725" y="4396875"/>
              <a:ext cx="23600" cy="33475"/>
            </a:xfrm>
            <a:custGeom>
              <a:rect b="b" l="l" r="r" t="t"/>
              <a:pathLst>
                <a:path extrusionOk="0" h="1339" w="944">
                  <a:moveTo>
                    <a:pt x="457" y="1"/>
                  </a:moveTo>
                  <a:lnTo>
                    <a:pt x="366" y="396"/>
                  </a:lnTo>
                  <a:cubicBezTo>
                    <a:pt x="319" y="380"/>
                    <a:pt x="280" y="371"/>
                    <a:pt x="246" y="371"/>
                  </a:cubicBezTo>
                  <a:cubicBezTo>
                    <a:pt x="148" y="371"/>
                    <a:pt x="91" y="451"/>
                    <a:pt x="1" y="700"/>
                  </a:cubicBezTo>
                  <a:cubicBezTo>
                    <a:pt x="92" y="822"/>
                    <a:pt x="153" y="1004"/>
                    <a:pt x="274" y="1065"/>
                  </a:cubicBezTo>
                  <a:cubicBezTo>
                    <a:pt x="374" y="1140"/>
                    <a:pt x="392" y="1339"/>
                    <a:pt x="514" y="1339"/>
                  </a:cubicBezTo>
                  <a:cubicBezTo>
                    <a:pt x="540" y="1339"/>
                    <a:pt x="571" y="1329"/>
                    <a:pt x="609" y="1308"/>
                  </a:cubicBezTo>
                  <a:cubicBezTo>
                    <a:pt x="730" y="1126"/>
                    <a:pt x="791" y="943"/>
                    <a:pt x="852" y="761"/>
                  </a:cubicBezTo>
                  <a:cubicBezTo>
                    <a:pt x="821" y="670"/>
                    <a:pt x="639" y="730"/>
                    <a:pt x="730" y="578"/>
                  </a:cubicBezTo>
                  <a:lnTo>
                    <a:pt x="943" y="518"/>
                  </a:lnTo>
                  <a:cubicBezTo>
                    <a:pt x="700" y="426"/>
                    <a:pt x="730" y="31"/>
                    <a:pt x="4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7"/>
            <p:cNvSpPr/>
            <p:nvPr/>
          </p:nvSpPr>
          <p:spPr>
            <a:xfrm>
              <a:off x="3852475" y="4313800"/>
              <a:ext cx="28150" cy="27650"/>
            </a:xfrm>
            <a:custGeom>
              <a:rect b="b" l="l" r="r" t="t"/>
              <a:pathLst>
                <a:path extrusionOk="0" h="1106" w="1126">
                  <a:moveTo>
                    <a:pt x="600" y="1"/>
                  </a:moveTo>
                  <a:cubicBezTo>
                    <a:pt x="583" y="1"/>
                    <a:pt x="566" y="4"/>
                    <a:pt x="548" y="11"/>
                  </a:cubicBezTo>
                  <a:lnTo>
                    <a:pt x="457" y="345"/>
                  </a:lnTo>
                  <a:lnTo>
                    <a:pt x="1" y="740"/>
                  </a:lnTo>
                  <a:lnTo>
                    <a:pt x="1" y="1014"/>
                  </a:lnTo>
                  <a:cubicBezTo>
                    <a:pt x="1" y="1044"/>
                    <a:pt x="1" y="1075"/>
                    <a:pt x="1" y="1105"/>
                  </a:cubicBezTo>
                  <a:cubicBezTo>
                    <a:pt x="274" y="1075"/>
                    <a:pt x="487" y="953"/>
                    <a:pt x="669" y="771"/>
                  </a:cubicBezTo>
                  <a:cubicBezTo>
                    <a:pt x="639" y="619"/>
                    <a:pt x="761" y="649"/>
                    <a:pt x="821" y="588"/>
                  </a:cubicBezTo>
                  <a:cubicBezTo>
                    <a:pt x="882" y="527"/>
                    <a:pt x="821" y="467"/>
                    <a:pt x="973" y="376"/>
                  </a:cubicBezTo>
                  <a:cubicBezTo>
                    <a:pt x="1125" y="284"/>
                    <a:pt x="1095" y="193"/>
                    <a:pt x="943" y="11"/>
                  </a:cubicBezTo>
                  <a:cubicBezTo>
                    <a:pt x="909" y="62"/>
                    <a:pt x="874" y="80"/>
                    <a:pt x="839" y="80"/>
                  </a:cubicBezTo>
                  <a:cubicBezTo>
                    <a:pt x="765" y="80"/>
                    <a:pt x="687" y="1"/>
                    <a:pt x="6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7"/>
            <p:cNvSpPr/>
            <p:nvPr/>
          </p:nvSpPr>
          <p:spPr>
            <a:xfrm>
              <a:off x="3346400" y="3212975"/>
              <a:ext cx="25850" cy="22075"/>
            </a:xfrm>
            <a:custGeom>
              <a:rect b="b" l="l" r="r" t="t"/>
              <a:pathLst>
                <a:path extrusionOk="0" h="883" w="1034">
                  <a:moveTo>
                    <a:pt x="760" y="1"/>
                  </a:moveTo>
                  <a:cubicBezTo>
                    <a:pt x="669" y="1"/>
                    <a:pt x="547" y="31"/>
                    <a:pt x="456" y="122"/>
                  </a:cubicBezTo>
                  <a:cubicBezTo>
                    <a:pt x="395" y="183"/>
                    <a:pt x="304" y="213"/>
                    <a:pt x="183" y="213"/>
                  </a:cubicBezTo>
                  <a:cubicBezTo>
                    <a:pt x="31" y="213"/>
                    <a:pt x="31" y="244"/>
                    <a:pt x="0" y="487"/>
                  </a:cubicBezTo>
                  <a:lnTo>
                    <a:pt x="183" y="700"/>
                  </a:lnTo>
                  <a:lnTo>
                    <a:pt x="335" y="578"/>
                  </a:lnTo>
                  <a:lnTo>
                    <a:pt x="274" y="821"/>
                  </a:lnTo>
                  <a:lnTo>
                    <a:pt x="608" y="882"/>
                  </a:lnTo>
                  <a:cubicBezTo>
                    <a:pt x="660" y="804"/>
                    <a:pt x="668" y="590"/>
                    <a:pt x="824" y="590"/>
                  </a:cubicBezTo>
                  <a:cubicBezTo>
                    <a:pt x="849" y="590"/>
                    <a:pt x="878" y="596"/>
                    <a:pt x="912" y="608"/>
                  </a:cubicBezTo>
                  <a:cubicBezTo>
                    <a:pt x="942" y="548"/>
                    <a:pt x="942" y="517"/>
                    <a:pt x="942" y="457"/>
                  </a:cubicBezTo>
                  <a:cubicBezTo>
                    <a:pt x="1034" y="274"/>
                    <a:pt x="942" y="31"/>
                    <a:pt x="7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7"/>
            <p:cNvSpPr/>
            <p:nvPr/>
          </p:nvSpPr>
          <p:spPr>
            <a:xfrm>
              <a:off x="3915550" y="4118000"/>
              <a:ext cx="19775" cy="28150"/>
            </a:xfrm>
            <a:custGeom>
              <a:rect b="b" l="l" r="r" t="t"/>
              <a:pathLst>
                <a:path extrusionOk="0" h="1126" w="791">
                  <a:moveTo>
                    <a:pt x="517" y="1"/>
                  </a:moveTo>
                  <a:cubicBezTo>
                    <a:pt x="457" y="92"/>
                    <a:pt x="396" y="213"/>
                    <a:pt x="305" y="305"/>
                  </a:cubicBezTo>
                  <a:cubicBezTo>
                    <a:pt x="213" y="335"/>
                    <a:pt x="122" y="396"/>
                    <a:pt x="1" y="396"/>
                  </a:cubicBezTo>
                  <a:lnTo>
                    <a:pt x="1" y="761"/>
                  </a:lnTo>
                  <a:cubicBezTo>
                    <a:pt x="61" y="821"/>
                    <a:pt x="153" y="852"/>
                    <a:pt x="213" y="913"/>
                  </a:cubicBezTo>
                  <a:cubicBezTo>
                    <a:pt x="274" y="973"/>
                    <a:pt x="335" y="1034"/>
                    <a:pt x="457" y="1125"/>
                  </a:cubicBezTo>
                  <a:cubicBezTo>
                    <a:pt x="487" y="761"/>
                    <a:pt x="761" y="578"/>
                    <a:pt x="791" y="335"/>
                  </a:cubicBezTo>
                  <a:lnTo>
                    <a:pt x="51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7"/>
            <p:cNvSpPr/>
            <p:nvPr/>
          </p:nvSpPr>
          <p:spPr>
            <a:xfrm>
              <a:off x="3440625" y="3238825"/>
              <a:ext cx="22050" cy="29650"/>
            </a:xfrm>
            <a:custGeom>
              <a:rect b="b" l="l" r="r" t="t"/>
              <a:pathLst>
                <a:path extrusionOk="0" h="1186" w="882">
                  <a:moveTo>
                    <a:pt x="578" y="0"/>
                  </a:moveTo>
                  <a:lnTo>
                    <a:pt x="639" y="426"/>
                  </a:lnTo>
                  <a:cubicBezTo>
                    <a:pt x="578" y="517"/>
                    <a:pt x="487" y="578"/>
                    <a:pt x="426" y="638"/>
                  </a:cubicBezTo>
                  <a:cubicBezTo>
                    <a:pt x="416" y="648"/>
                    <a:pt x="406" y="652"/>
                    <a:pt x="394" y="652"/>
                  </a:cubicBezTo>
                  <a:cubicBezTo>
                    <a:pt x="372" y="652"/>
                    <a:pt x="345" y="638"/>
                    <a:pt x="304" y="638"/>
                  </a:cubicBezTo>
                  <a:lnTo>
                    <a:pt x="395" y="517"/>
                  </a:lnTo>
                  <a:lnTo>
                    <a:pt x="274" y="274"/>
                  </a:lnTo>
                  <a:lnTo>
                    <a:pt x="152" y="274"/>
                  </a:lnTo>
                  <a:cubicBezTo>
                    <a:pt x="0" y="608"/>
                    <a:pt x="31" y="638"/>
                    <a:pt x="274" y="973"/>
                  </a:cubicBezTo>
                  <a:lnTo>
                    <a:pt x="213" y="1185"/>
                  </a:lnTo>
                  <a:lnTo>
                    <a:pt x="395" y="1185"/>
                  </a:lnTo>
                  <a:cubicBezTo>
                    <a:pt x="487" y="973"/>
                    <a:pt x="669" y="942"/>
                    <a:pt x="791" y="821"/>
                  </a:cubicBezTo>
                  <a:cubicBezTo>
                    <a:pt x="851" y="760"/>
                    <a:pt x="882" y="669"/>
                    <a:pt x="821" y="578"/>
                  </a:cubicBezTo>
                  <a:lnTo>
                    <a:pt x="699" y="517"/>
                  </a:lnTo>
                  <a:cubicBezTo>
                    <a:pt x="821" y="182"/>
                    <a:pt x="821" y="122"/>
                    <a:pt x="5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7"/>
            <p:cNvSpPr/>
            <p:nvPr/>
          </p:nvSpPr>
          <p:spPr>
            <a:xfrm>
              <a:off x="3462650" y="3275300"/>
              <a:ext cx="16000" cy="29650"/>
            </a:xfrm>
            <a:custGeom>
              <a:rect b="b" l="l" r="r" t="t"/>
              <a:pathLst>
                <a:path extrusionOk="0" h="1186" w="640">
                  <a:moveTo>
                    <a:pt x="183" y="0"/>
                  </a:moveTo>
                  <a:lnTo>
                    <a:pt x="1" y="91"/>
                  </a:lnTo>
                  <a:lnTo>
                    <a:pt x="214" y="456"/>
                  </a:lnTo>
                  <a:lnTo>
                    <a:pt x="31" y="1033"/>
                  </a:lnTo>
                  <a:cubicBezTo>
                    <a:pt x="92" y="1094"/>
                    <a:pt x="214" y="1185"/>
                    <a:pt x="244" y="1185"/>
                  </a:cubicBezTo>
                  <a:cubicBezTo>
                    <a:pt x="284" y="1185"/>
                    <a:pt x="325" y="1158"/>
                    <a:pt x="366" y="1158"/>
                  </a:cubicBezTo>
                  <a:cubicBezTo>
                    <a:pt x="386" y="1158"/>
                    <a:pt x="406" y="1165"/>
                    <a:pt x="426" y="1185"/>
                  </a:cubicBezTo>
                  <a:cubicBezTo>
                    <a:pt x="457" y="1155"/>
                    <a:pt x="487" y="1094"/>
                    <a:pt x="487" y="1033"/>
                  </a:cubicBezTo>
                  <a:cubicBezTo>
                    <a:pt x="518" y="912"/>
                    <a:pt x="487" y="821"/>
                    <a:pt x="487" y="699"/>
                  </a:cubicBezTo>
                  <a:lnTo>
                    <a:pt x="639" y="547"/>
                  </a:lnTo>
                  <a:cubicBezTo>
                    <a:pt x="487" y="182"/>
                    <a:pt x="487" y="182"/>
                    <a:pt x="1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7"/>
            <p:cNvSpPr/>
            <p:nvPr/>
          </p:nvSpPr>
          <p:spPr>
            <a:xfrm>
              <a:off x="3740025" y="4370300"/>
              <a:ext cx="29650" cy="22050"/>
            </a:xfrm>
            <a:custGeom>
              <a:rect b="b" l="l" r="r" t="t"/>
              <a:pathLst>
                <a:path extrusionOk="0" h="882" w="1186">
                  <a:moveTo>
                    <a:pt x="274" y="0"/>
                  </a:moveTo>
                  <a:cubicBezTo>
                    <a:pt x="243" y="152"/>
                    <a:pt x="91" y="213"/>
                    <a:pt x="0" y="334"/>
                  </a:cubicBezTo>
                  <a:cubicBezTo>
                    <a:pt x="122" y="395"/>
                    <a:pt x="213" y="517"/>
                    <a:pt x="274" y="517"/>
                  </a:cubicBezTo>
                  <a:cubicBezTo>
                    <a:pt x="303" y="505"/>
                    <a:pt x="327" y="500"/>
                    <a:pt x="349" y="500"/>
                  </a:cubicBezTo>
                  <a:cubicBezTo>
                    <a:pt x="438" y="500"/>
                    <a:pt x="468" y="589"/>
                    <a:pt x="517" y="638"/>
                  </a:cubicBezTo>
                  <a:lnTo>
                    <a:pt x="426" y="882"/>
                  </a:lnTo>
                  <a:cubicBezTo>
                    <a:pt x="537" y="837"/>
                    <a:pt x="616" y="809"/>
                    <a:pt x="686" y="809"/>
                  </a:cubicBezTo>
                  <a:cubicBezTo>
                    <a:pt x="711" y="809"/>
                    <a:pt x="736" y="813"/>
                    <a:pt x="760" y="821"/>
                  </a:cubicBezTo>
                  <a:cubicBezTo>
                    <a:pt x="785" y="837"/>
                    <a:pt x="807" y="845"/>
                    <a:pt x="827" y="845"/>
                  </a:cubicBezTo>
                  <a:cubicBezTo>
                    <a:pt x="882" y="845"/>
                    <a:pt x="920" y="788"/>
                    <a:pt x="942" y="699"/>
                  </a:cubicBezTo>
                  <a:cubicBezTo>
                    <a:pt x="973" y="547"/>
                    <a:pt x="851" y="547"/>
                    <a:pt x="791" y="486"/>
                  </a:cubicBezTo>
                  <a:lnTo>
                    <a:pt x="1186" y="365"/>
                  </a:lnTo>
                  <a:lnTo>
                    <a:pt x="1186" y="365"/>
                  </a:lnTo>
                  <a:cubicBezTo>
                    <a:pt x="1168" y="366"/>
                    <a:pt x="1151" y="367"/>
                    <a:pt x="1134" y="367"/>
                  </a:cubicBezTo>
                  <a:cubicBezTo>
                    <a:pt x="823" y="367"/>
                    <a:pt x="562" y="115"/>
                    <a:pt x="2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7"/>
            <p:cNvSpPr/>
            <p:nvPr/>
          </p:nvSpPr>
          <p:spPr>
            <a:xfrm>
              <a:off x="3857800" y="4216800"/>
              <a:ext cx="19775" cy="22050"/>
            </a:xfrm>
            <a:custGeom>
              <a:rect b="b" l="l" r="r" t="t"/>
              <a:pathLst>
                <a:path extrusionOk="0" h="882" w="791">
                  <a:moveTo>
                    <a:pt x="578" y="0"/>
                  </a:moveTo>
                  <a:lnTo>
                    <a:pt x="426" y="152"/>
                  </a:lnTo>
                  <a:lnTo>
                    <a:pt x="92" y="91"/>
                  </a:lnTo>
                  <a:lnTo>
                    <a:pt x="1" y="365"/>
                  </a:lnTo>
                  <a:lnTo>
                    <a:pt x="365" y="882"/>
                  </a:lnTo>
                  <a:cubicBezTo>
                    <a:pt x="548" y="851"/>
                    <a:pt x="548" y="699"/>
                    <a:pt x="548" y="578"/>
                  </a:cubicBezTo>
                  <a:lnTo>
                    <a:pt x="791" y="456"/>
                  </a:lnTo>
                  <a:lnTo>
                    <a:pt x="791" y="213"/>
                  </a:lnTo>
                  <a:lnTo>
                    <a:pt x="57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7"/>
            <p:cNvSpPr/>
            <p:nvPr/>
          </p:nvSpPr>
          <p:spPr>
            <a:xfrm>
              <a:off x="3976350" y="4007050"/>
              <a:ext cx="18250" cy="22075"/>
            </a:xfrm>
            <a:custGeom>
              <a:rect b="b" l="l" r="r" t="t"/>
              <a:pathLst>
                <a:path extrusionOk="0" h="883" w="730">
                  <a:moveTo>
                    <a:pt x="547" y="1"/>
                  </a:moveTo>
                  <a:lnTo>
                    <a:pt x="91" y="123"/>
                  </a:lnTo>
                  <a:lnTo>
                    <a:pt x="0" y="578"/>
                  </a:lnTo>
                  <a:cubicBezTo>
                    <a:pt x="61" y="548"/>
                    <a:pt x="122" y="548"/>
                    <a:pt x="122" y="518"/>
                  </a:cubicBezTo>
                  <a:cubicBezTo>
                    <a:pt x="152" y="426"/>
                    <a:pt x="183" y="275"/>
                    <a:pt x="213" y="244"/>
                  </a:cubicBezTo>
                  <a:cubicBezTo>
                    <a:pt x="213" y="214"/>
                    <a:pt x="274" y="183"/>
                    <a:pt x="365" y="123"/>
                  </a:cubicBezTo>
                  <a:lnTo>
                    <a:pt x="365" y="123"/>
                  </a:lnTo>
                  <a:cubicBezTo>
                    <a:pt x="304" y="275"/>
                    <a:pt x="274" y="426"/>
                    <a:pt x="274" y="578"/>
                  </a:cubicBezTo>
                  <a:cubicBezTo>
                    <a:pt x="304" y="670"/>
                    <a:pt x="335" y="852"/>
                    <a:pt x="456" y="882"/>
                  </a:cubicBezTo>
                  <a:lnTo>
                    <a:pt x="730" y="548"/>
                  </a:lnTo>
                  <a:lnTo>
                    <a:pt x="730" y="214"/>
                  </a:lnTo>
                  <a:lnTo>
                    <a:pt x="54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7"/>
            <p:cNvSpPr/>
            <p:nvPr/>
          </p:nvSpPr>
          <p:spPr>
            <a:xfrm>
              <a:off x="3718750" y="4387775"/>
              <a:ext cx="21300" cy="22800"/>
            </a:xfrm>
            <a:custGeom>
              <a:rect b="b" l="l" r="r" t="t"/>
              <a:pathLst>
                <a:path extrusionOk="0" h="912" w="852">
                  <a:moveTo>
                    <a:pt x="517" y="0"/>
                  </a:moveTo>
                  <a:lnTo>
                    <a:pt x="517" y="183"/>
                  </a:lnTo>
                  <a:cubicBezTo>
                    <a:pt x="417" y="258"/>
                    <a:pt x="296" y="312"/>
                    <a:pt x="155" y="312"/>
                  </a:cubicBezTo>
                  <a:cubicBezTo>
                    <a:pt x="125" y="312"/>
                    <a:pt x="93" y="309"/>
                    <a:pt x="61" y="304"/>
                  </a:cubicBezTo>
                  <a:cubicBezTo>
                    <a:pt x="31" y="304"/>
                    <a:pt x="31" y="304"/>
                    <a:pt x="0" y="334"/>
                  </a:cubicBezTo>
                  <a:lnTo>
                    <a:pt x="91" y="517"/>
                  </a:lnTo>
                  <a:lnTo>
                    <a:pt x="243" y="426"/>
                  </a:lnTo>
                  <a:cubicBezTo>
                    <a:pt x="243" y="486"/>
                    <a:pt x="243" y="547"/>
                    <a:pt x="243" y="578"/>
                  </a:cubicBezTo>
                  <a:cubicBezTo>
                    <a:pt x="243" y="638"/>
                    <a:pt x="213" y="669"/>
                    <a:pt x="213" y="699"/>
                  </a:cubicBezTo>
                  <a:cubicBezTo>
                    <a:pt x="183" y="760"/>
                    <a:pt x="183" y="790"/>
                    <a:pt x="213" y="821"/>
                  </a:cubicBezTo>
                  <a:lnTo>
                    <a:pt x="456" y="912"/>
                  </a:lnTo>
                  <a:cubicBezTo>
                    <a:pt x="547" y="790"/>
                    <a:pt x="730" y="730"/>
                    <a:pt x="851" y="608"/>
                  </a:cubicBezTo>
                  <a:lnTo>
                    <a:pt x="608" y="486"/>
                  </a:lnTo>
                  <a:cubicBezTo>
                    <a:pt x="608" y="486"/>
                    <a:pt x="608" y="456"/>
                    <a:pt x="608" y="426"/>
                  </a:cubicBezTo>
                  <a:cubicBezTo>
                    <a:pt x="608" y="395"/>
                    <a:pt x="638" y="334"/>
                    <a:pt x="638" y="304"/>
                  </a:cubicBezTo>
                  <a:cubicBezTo>
                    <a:pt x="638" y="213"/>
                    <a:pt x="547" y="152"/>
                    <a:pt x="638" y="91"/>
                  </a:cubicBezTo>
                  <a:lnTo>
                    <a:pt x="5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7"/>
            <p:cNvSpPr/>
            <p:nvPr/>
          </p:nvSpPr>
          <p:spPr>
            <a:xfrm>
              <a:off x="3967975" y="4077375"/>
              <a:ext cx="24350" cy="13725"/>
            </a:xfrm>
            <a:custGeom>
              <a:rect b="b" l="l" r="r" t="t"/>
              <a:pathLst>
                <a:path extrusionOk="0" h="549" w="974">
                  <a:moveTo>
                    <a:pt x="961" y="192"/>
                  </a:moveTo>
                  <a:cubicBezTo>
                    <a:pt x="959" y="192"/>
                    <a:pt x="961" y="202"/>
                    <a:pt x="974" y="228"/>
                  </a:cubicBezTo>
                  <a:cubicBezTo>
                    <a:pt x="974" y="210"/>
                    <a:pt x="963" y="192"/>
                    <a:pt x="961" y="192"/>
                  </a:cubicBezTo>
                  <a:close/>
                  <a:moveTo>
                    <a:pt x="408" y="0"/>
                  </a:moveTo>
                  <a:cubicBezTo>
                    <a:pt x="334" y="0"/>
                    <a:pt x="246" y="80"/>
                    <a:pt x="156" y="80"/>
                  </a:cubicBezTo>
                  <a:cubicBezTo>
                    <a:pt x="145" y="80"/>
                    <a:pt x="134" y="78"/>
                    <a:pt x="123" y="76"/>
                  </a:cubicBezTo>
                  <a:cubicBezTo>
                    <a:pt x="92" y="76"/>
                    <a:pt x="92" y="106"/>
                    <a:pt x="92" y="106"/>
                  </a:cubicBezTo>
                  <a:cubicBezTo>
                    <a:pt x="92" y="136"/>
                    <a:pt x="92" y="197"/>
                    <a:pt x="92" y="228"/>
                  </a:cubicBezTo>
                  <a:cubicBezTo>
                    <a:pt x="62" y="258"/>
                    <a:pt x="31" y="319"/>
                    <a:pt x="1" y="410"/>
                  </a:cubicBezTo>
                  <a:lnTo>
                    <a:pt x="244" y="288"/>
                  </a:lnTo>
                  <a:cubicBezTo>
                    <a:pt x="274" y="410"/>
                    <a:pt x="366" y="531"/>
                    <a:pt x="487" y="531"/>
                  </a:cubicBezTo>
                  <a:cubicBezTo>
                    <a:pt x="510" y="543"/>
                    <a:pt x="533" y="548"/>
                    <a:pt x="554" y="548"/>
                  </a:cubicBezTo>
                  <a:cubicBezTo>
                    <a:pt x="644" y="548"/>
                    <a:pt x="717" y="459"/>
                    <a:pt x="791" y="410"/>
                  </a:cubicBezTo>
                  <a:lnTo>
                    <a:pt x="974" y="501"/>
                  </a:lnTo>
                  <a:lnTo>
                    <a:pt x="974" y="228"/>
                  </a:lnTo>
                  <a:cubicBezTo>
                    <a:pt x="791" y="45"/>
                    <a:pt x="609" y="106"/>
                    <a:pt x="457" y="15"/>
                  </a:cubicBezTo>
                  <a:cubicBezTo>
                    <a:pt x="441" y="4"/>
                    <a:pt x="425" y="0"/>
                    <a:pt x="4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7"/>
            <p:cNvSpPr/>
            <p:nvPr/>
          </p:nvSpPr>
          <p:spPr>
            <a:xfrm>
              <a:off x="3920875" y="3961475"/>
              <a:ext cx="16750" cy="22050"/>
            </a:xfrm>
            <a:custGeom>
              <a:rect b="b" l="l" r="r" t="t"/>
              <a:pathLst>
                <a:path extrusionOk="0" h="882" w="670">
                  <a:moveTo>
                    <a:pt x="244" y="0"/>
                  </a:moveTo>
                  <a:lnTo>
                    <a:pt x="0" y="243"/>
                  </a:lnTo>
                  <a:lnTo>
                    <a:pt x="92" y="882"/>
                  </a:lnTo>
                  <a:lnTo>
                    <a:pt x="365" y="791"/>
                  </a:lnTo>
                  <a:lnTo>
                    <a:pt x="365" y="547"/>
                  </a:lnTo>
                  <a:cubicBezTo>
                    <a:pt x="456" y="395"/>
                    <a:pt x="669" y="426"/>
                    <a:pt x="578" y="122"/>
                  </a:cubicBezTo>
                  <a:cubicBezTo>
                    <a:pt x="543" y="122"/>
                    <a:pt x="506" y="124"/>
                    <a:pt x="469" y="124"/>
                  </a:cubicBezTo>
                  <a:cubicBezTo>
                    <a:pt x="377" y="124"/>
                    <a:pt x="287" y="109"/>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7"/>
            <p:cNvSpPr/>
            <p:nvPr/>
          </p:nvSpPr>
          <p:spPr>
            <a:xfrm>
              <a:off x="3354000" y="3374825"/>
              <a:ext cx="15975" cy="19800"/>
            </a:xfrm>
            <a:custGeom>
              <a:rect b="b" l="l" r="r" t="t"/>
              <a:pathLst>
                <a:path extrusionOk="0" h="792" w="639">
                  <a:moveTo>
                    <a:pt x="456" y="1"/>
                  </a:moveTo>
                  <a:lnTo>
                    <a:pt x="31" y="214"/>
                  </a:lnTo>
                  <a:cubicBezTo>
                    <a:pt x="0" y="426"/>
                    <a:pt x="152" y="487"/>
                    <a:pt x="213" y="578"/>
                  </a:cubicBezTo>
                  <a:lnTo>
                    <a:pt x="152" y="791"/>
                  </a:lnTo>
                  <a:lnTo>
                    <a:pt x="365" y="791"/>
                  </a:lnTo>
                  <a:lnTo>
                    <a:pt x="365" y="244"/>
                  </a:lnTo>
                  <a:cubicBezTo>
                    <a:pt x="456" y="578"/>
                    <a:pt x="487" y="639"/>
                    <a:pt x="638" y="730"/>
                  </a:cubicBezTo>
                  <a:lnTo>
                    <a:pt x="638" y="274"/>
                  </a:lnTo>
                  <a:lnTo>
                    <a:pt x="45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7"/>
            <p:cNvSpPr/>
            <p:nvPr/>
          </p:nvSpPr>
          <p:spPr>
            <a:xfrm>
              <a:off x="3928475" y="4051900"/>
              <a:ext cx="21300" cy="15975"/>
            </a:xfrm>
            <a:custGeom>
              <a:rect b="b" l="l" r="r" t="t"/>
              <a:pathLst>
                <a:path extrusionOk="0" h="639" w="852">
                  <a:moveTo>
                    <a:pt x="699" y="0"/>
                  </a:moveTo>
                  <a:cubicBezTo>
                    <a:pt x="608" y="61"/>
                    <a:pt x="547" y="152"/>
                    <a:pt x="487" y="152"/>
                  </a:cubicBezTo>
                  <a:cubicBezTo>
                    <a:pt x="244" y="183"/>
                    <a:pt x="122" y="335"/>
                    <a:pt x="0" y="639"/>
                  </a:cubicBezTo>
                  <a:cubicBezTo>
                    <a:pt x="199" y="639"/>
                    <a:pt x="292" y="453"/>
                    <a:pt x="402" y="453"/>
                  </a:cubicBezTo>
                  <a:cubicBezTo>
                    <a:pt x="410" y="453"/>
                    <a:pt x="418" y="454"/>
                    <a:pt x="426" y="456"/>
                  </a:cubicBezTo>
                  <a:cubicBezTo>
                    <a:pt x="437" y="459"/>
                    <a:pt x="448" y="460"/>
                    <a:pt x="459" y="460"/>
                  </a:cubicBezTo>
                  <a:cubicBezTo>
                    <a:pt x="575" y="460"/>
                    <a:pt x="713" y="329"/>
                    <a:pt x="851" y="274"/>
                  </a:cubicBezTo>
                  <a:cubicBezTo>
                    <a:pt x="851" y="152"/>
                    <a:pt x="821" y="31"/>
                    <a:pt x="6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7"/>
            <p:cNvSpPr/>
            <p:nvPr/>
          </p:nvSpPr>
          <p:spPr>
            <a:xfrm>
              <a:off x="3934550" y="4068600"/>
              <a:ext cx="12175" cy="19025"/>
            </a:xfrm>
            <a:custGeom>
              <a:rect b="b" l="l" r="r" t="t"/>
              <a:pathLst>
                <a:path extrusionOk="0" h="761" w="487">
                  <a:moveTo>
                    <a:pt x="304" y="1"/>
                  </a:moveTo>
                  <a:cubicBezTo>
                    <a:pt x="122" y="123"/>
                    <a:pt x="1" y="275"/>
                    <a:pt x="31" y="366"/>
                  </a:cubicBezTo>
                  <a:lnTo>
                    <a:pt x="122" y="427"/>
                  </a:lnTo>
                  <a:lnTo>
                    <a:pt x="31" y="761"/>
                  </a:lnTo>
                  <a:cubicBezTo>
                    <a:pt x="152" y="730"/>
                    <a:pt x="244" y="730"/>
                    <a:pt x="244" y="700"/>
                  </a:cubicBezTo>
                  <a:cubicBezTo>
                    <a:pt x="304" y="548"/>
                    <a:pt x="487" y="457"/>
                    <a:pt x="426" y="275"/>
                  </a:cubicBezTo>
                  <a:lnTo>
                    <a:pt x="30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7"/>
            <p:cNvSpPr/>
            <p:nvPr/>
          </p:nvSpPr>
          <p:spPr>
            <a:xfrm>
              <a:off x="3846400" y="4283650"/>
              <a:ext cx="10675" cy="20550"/>
            </a:xfrm>
            <a:custGeom>
              <a:rect b="b" l="l" r="r" t="t"/>
              <a:pathLst>
                <a:path extrusionOk="0" h="822" w="427">
                  <a:moveTo>
                    <a:pt x="61" y="1"/>
                  </a:moveTo>
                  <a:cubicBezTo>
                    <a:pt x="31" y="123"/>
                    <a:pt x="1" y="244"/>
                    <a:pt x="1" y="366"/>
                  </a:cubicBezTo>
                  <a:cubicBezTo>
                    <a:pt x="1" y="487"/>
                    <a:pt x="31" y="609"/>
                    <a:pt x="61" y="730"/>
                  </a:cubicBezTo>
                  <a:cubicBezTo>
                    <a:pt x="147" y="730"/>
                    <a:pt x="203" y="821"/>
                    <a:pt x="271" y="821"/>
                  </a:cubicBezTo>
                  <a:cubicBezTo>
                    <a:pt x="299" y="821"/>
                    <a:pt x="330" y="806"/>
                    <a:pt x="365" y="761"/>
                  </a:cubicBezTo>
                  <a:cubicBezTo>
                    <a:pt x="396" y="548"/>
                    <a:pt x="153" y="639"/>
                    <a:pt x="92" y="518"/>
                  </a:cubicBezTo>
                  <a:cubicBezTo>
                    <a:pt x="365" y="275"/>
                    <a:pt x="365" y="275"/>
                    <a:pt x="426" y="31"/>
                  </a:cubicBezTo>
                  <a:lnTo>
                    <a:pt x="426" y="31"/>
                  </a:lnTo>
                  <a:cubicBezTo>
                    <a:pt x="365" y="62"/>
                    <a:pt x="305" y="92"/>
                    <a:pt x="274" y="92"/>
                  </a:cubicBezTo>
                  <a:cubicBezTo>
                    <a:pt x="183" y="92"/>
                    <a:pt x="122" y="62"/>
                    <a:pt x="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7"/>
            <p:cNvSpPr/>
            <p:nvPr/>
          </p:nvSpPr>
          <p:spPr>
            <a:xfrm>
              <a:off x="3512050" y="3313275"/>
              <a:ext cx="12950" cy="15225"/>
            </a:xfrm>
            <a:custGeom>
              <a:rect b="b" l="l" r="r" t="t"/>
              <a:pathLst>
                <a:path extrusionOk="0" h="609" w="518">
                  <a:moveTo>
                    <a:pt x="213" y="1"/>
                  </a:moveTo>
                  <a:cubicBezTo>
                    <a:pt x="213" y="1"/>
                    <a:pt x="152" y="31"/>
                    <a:pt x="122" y="31"/>
                  </a:cubicBezTo>
                  <a:lnTo>
                    <a:pt x="122" y="214"/>
                  </a:lnTo>
                  <a:lnTo>
                    <a:pt x="0" y="274"/>
                  </a:lnTo>
                  <a:lnTo>
                    <a:pt x="0" y="548"/>
                  </a:lnTo>
                  <a:cubicBezTo>
                    <a:pt x="0" y="548"/>
                    <a:pt x="0" y="578"/>
                    <a:pt x="0" y="578"/>
                  </a:cubicBezTo>
                  <a:cubicBezTo>
                    <a:pt x="0" y="578"/>
                    <a:pt x="0" y="609"/>
                    <a:pt x="31" y="609"/>
                  </a:cubicBezTo>
                  <a:cubicBezTo>
                    <a:pt x="183" y="578"/>
                    <a:pt x="335" y="518"/>
                    <a:pt x="487" y="396"/>
                  </a:cubicBezTo>
                  <a:cubicBezTo>
                    <a:pt x="517" y="274"/>
                    <a:pt x="517" y="274"/>
                    <a:pt x="487" y="153"/>
                  </a:cubicBezTo>
                  <a:cubicBezTo>
                    <a:pt x="396" y="92"/>
                    <a:pt x="304" y="62"/>
                    <a:pt x="2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7"/>
            <p:cNvSpPr/>
            <p:nvPr/>
          </p:nvSpPr>
          <p:spPr>
            <a:xfrm>
              <a:off x="4018150" y="4047975"/>
              <a:ext cx="12925" cy="16100"/>
            </a:xfrm>
            <a:custGeom>
              <a:rect b="b" l="l" r="r" t="t"/>
              <a:pathLst>
                <a:path extrusionOk="0" h="644" w="517">
                  <a:moveTo>
                    <a:pt x="149" y="1"/>
                  </a:moveTo>
                  <a:cubicBezTo>
                    <a:pt x="105" y="1"/>
                    <a:pt x="56" y="12"/>
                    <a:pt x="0" y="36"/>
                  </a:cubicBezTo>
                  <a:cubicBezTo>
                    <a:pt x="30" y="188"/>
                    <a:pt x="30" y="188"/>
                    <a:pt x="456" y="644"/>
                  </a:cubicBezTo>
                  <a:cubicBezTo>
                    <a:pt x="517" y="522"/>
                    <a:pt x="517" y="370"/>
                    <a:pt x="426" y="248"/>
                  </a:cubicBezTo>
                  <a:cubicBezTo>
                    <a:pt x="358" y="91"/>
                    <a:pt x="274" y="1"/>
                    <a:pt x="1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7"/>
            <p:cNvSpPr/>
            <p:nvPr/>
          </p:nvSpPr>
          <p:spPr>
            <a:xfrm>
              <a:off x="3930000" y="3917675"/>
              <a:ext cx="15225" cy="11900"/>
            </a:xfrm>
            <a:custGeom>
              <a:rect b="b" l="l" r="r" t="t"/>
              <a:pathLst>
                <a:path extrusionOk="0" h="476" w="609">
                  <a:moveTo>
                    <a:pt x="204" y="0"/>
                  </a:moveTo>
                  <a:cubicBezTo>
                    <a:pt x="138" y="0"/>
                    <a:pt x="77" y="27"/>
                    <a:pt x="61" y="141"/>
                  </a:cubicBezTo>
                  <a:cubicBezTo>
                    <a:pt x="31" y="263"/>
                    <a:pt x="0" y="445"/>
                    <a:pt x="213" y="476"/>
                  </a:cubicBezTo>
                  <a:lnTo>
                    <a:pt x="365" y="263"/>
                  </a:lnTo>
                  <a:lnTo>
                    <a:pt x="456" y="445"/>
                  </a:lnTo>
                  <a:lnTo>
                    <a:pt x="608" y="232"/>
                  </a:lnTo>
                  <a:lnTo>
                    <a:pt x="365" y="20"/>
                  </a:lnTo>
                  <a:cubicBezTo>
                    <a:pt x="323" y="20"/>
                    <a:pt x="261" y="0"/>
                    <a:pt x="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7"/>
            <p:cNvSpPr/>
            <p:nvPr/>
          </p:nvSpPr>
          <p:spPr>
            <a:xfrm>
              <a:off x="3911000" y="4094450"/>
              <a:ext cx="10650" cy="11825"/>
            </a:xfrm>
            <a:custGeom>
              <a:rect b="b" l="l" r="r" t="t"/>
              <a:pathLst>
                <a:path extrusionOk="0" h="473" w="426">
                  <a:moveTo>
                    <a:pt x="0" y="0"/>
                  </a:moveTo>
                  <a:lnTo>
                    <a:pt x="0" y="365"/>
                  </a:lnTo>
                  <a:cubicBezTo>
                    <a:pt x="51" y="433"/>
                    <a:pt x="131" y="473"/>
                    <a:pt x="213" y="473"/>
                  </a:cubicBezTo>
                  <a:cubicBezTo>
                    <a:pt x="277" y="473"/>
                    <a:pt x="342" y="449"/>
                    <a:pt x="395" y="396"/>
                  </a:cubicBezTo>
                  <a:cubicBezTo>
                    <a:pt x="426" y="244"/>
                    <a:pt x="365" y="92"/>
                    <a:pt x="2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7"/>
            <p:cNvSpPr/>
            <p:nvPr/>
          </p:nvSpPr>
          <p:spPr>
            <a:xfrm>
              <a:off x="3797000" y="4416650"/>
              <a:ext cx="13700" cy="19025"/>
            </a:xfrm>
            <a:custGeom>
              <a:rect b="b" l="l" r="r" t="t"/>
              <a:pathLst>
                <a:path extrusionOk="0" h="761" w="548">
                  <a:moveTo>
                    <a:pt x="366" y="0"/>
                  </a:moveTo>
                  <a:cubicBezTo>
                    <a:pt x="244" y="183"/>
                    <a:pt x="1" y="213"/>
                    <a:pt x="1" y="426"/>
                  </a:cubicBezTo>
                  <a:lnTo>
                    <a:pt x="92" y="760"/>
                  </a:lnTo>
                  <a:cubicBezTo>
                    <a:pt x="244" y="699"/>
                    <a:pt x="153" y="517"/>
                    <a:pt x="214" y="365"/>
                  </a:cubicBezTo>
                  <a:lnTo>
                    <a:pt x="214" y="365"/>
                  </a:lnTo>
                  <a:lnTo>
                    <a:pt x="457" y="456"/>
                  </a:lnTo>
                  <a:lnTo>
                    <a:pt x="548" y="335"/>
                  </a:lnTo>
                  <a:lnTo>
                    <a:pt x="36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7"/>
            <p:cNvSpPr/>
            <p:nvPr/>
          </p:nvSpPr>
          <p:spPr>
            <a:xfrm>
              <a:off x="3455825" y="3050350"/>
              <a:ext cx="17500" cy="13725"/>
            </a:xfrm>
            <a:custGeom>
              <a:rect b="b" l="l" r="r" t="t"/>
              <a:pathLst>
                <a:path extrusionOk="0" h="549" w="700">
                  <a:moveTo>
                    <a:pt x="122" y="1"/>
                  </a:moveTo>
                  <a:lnTo>
                    <a:pt x="122" y="1"/>
                  </a:lnTo>
                  <a:cubicBezTo>
                    <a:pt x="0" y="244"/>
                    <a:pt x="335" y="244"/>
                    <a:pt x="335" y="426"/>
                  </a:cubicBezTo>
                  <a:lnTo>
                    <a:pt x="395" y="426"/>
                  </a:lnTo>
                  <a:lnTo>
                    <a:pt x="547" y="214"/>
                  </a:lnTo>
                  <a:cubicBezTo>
                    <a:pt x="578" y="305"/>
                    <a:pt x="578" y="366"/>
                    <a:pt x="578" y="396"/>
                  </a:cubicBezTo>
                  <a:cubicBezTo>
                    <a:pt x="578" y="457"/>
                    <a:pt x="608" y="487"/>
                    <a:pt x="608" y="518"/>
                  </a:cubicBezTo>
                  <a:lnTo>
                    <a:pt x="699" y="548"/>
                  </a:lnTo>
                  <a:lnTo>
                    <a:pt x="699" y="153"/>
                  </a:lnTo>
                  <a:cubicBezTo>
                    <a:pt x="694" y="155"/>
                    <a:pt x="688" y="156"/>
                    <a:pt x="683" y="156"/>
                  </a:cubicBezTo>
                  <a:cubicBezTo>
                    <a:pt x="625" y="156"/>
                    <a:pt x="578" y="54"/>
                    <a:pt x="515" y="54"/>
                  </a:cubicBezTo>
                  <a:cubicBezTo>
                    <a:pt x="489" y="54"/>
                    <a:pt x="460" y="72"/>
                    <a:pt x="426" y="123"/>
                  </a:cubicBezTo>
                  <a:lnTo>
                    <a:pt x="1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7"/>
            <p:cNvSpPr/>
            <p:nvPr/>
          </p:nvSpPr>
          <p:spPr>
            <a:xfrm>
              <a:off x="3428450" y="3528325"/>
              <a:ext cx="12950" cy="14475"/>
            </a:xfrm>
            <a:custGeom>
              <a:rect b="b" l="l" r="r" t="t"/>
              <a:pathLst>
                <a:path extrusionOk="0" h="579" w="518">
                  <a:moveTo>
                    <a:pt x="275" y="1"/>
                  </a:moveTo>
                  <a:cubicBezTo>
                    <a:pt x="92" y="62"/>
                    <a:pt x="1" y="274"/>
                    <a:pt x="62" y="457"/>
                  </a:cubicBezTo>
                  <a:lnTo>
                    <a:pt x="335" y="578"/>
                  </a:lnTo>
                  <a:lnTo>
                    <a:pt x="518" y="274"/>
                  </a:lnTo>
                  <a:lnTo>
                    <a:pt x="2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7"/>
            <p:cNvSpPr/>
            <p:nvPr/>
          </p:nvSpPr>
          <p:spPr>
            <a:xfrm>
              <a:off x="3860850" y="3659800"/>
              <a:ext cx="19000" cy="9900"/>
            </a:xfrm>
            <a:custGeom>
              <a:rect b="b" l="l" r="r" t="t"/>
              <a:pathLst>
                <a:path extrusionOk="0" h="396" w="760">
                  <a:moveTo>
                    <a:pt x="608" y="0"/>
                  </a:moveTo>
                  <a:cubicBezTo>
                    <a:pt x="486" y="91"/>
                    <a:pt x="395" y="91"/>
                    <a:pt x="334" y="243"/>
                  </a:cubicBezTo>
                  <a:lnTo>
                    <a:pt x="304" y="31"/>
                  </a:lnTo>
                  <a:cubicBezTo>
                    <a:pt x="61" y="31"/>
                    <a:pt x="61" y="31"/>
                    <a:pt x="0" y="274"/>
                  </a:cubicBezTo>
                  <a:lnTo>
                    <a:pt x="183" y="183"/>
                  </a:lnTo>
                  <a:lnTo>
                    <a:pt x="183" y="183"/>
                  </a:lnTo>
                  <a:cubicBezTo>
                    <a:pt x="152" y="395"/>
                    <a:pt x="334" y="335"/>
                    <a:pt x="395" y="395"/>
                  </a:cubicBezTo>
                  <a:lnTo>
                    <a:pt x="760" y="183"/>
                  </a:lnTo>
                  <a:lnTo>
                    <a:pt x="6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7"/>
            <p:cNvSpPr/>
            <p:nvPr/>
          </p:nvSpPr>
          <p:spPr>
            <a:xfrm>
              <a:off x="3373000" y="3433575"/>
              <a:ext cx="16725" cy="12725"/>
            </a:xfrm>
            <a:custGeom>
              <a:rect b="b" l="l" r="r" t="t"/>
              <a:pathLst>
                <a:path extrusionOk="0" h="509" w="669">
                  <a:moveTo>
                    <a:pt x="427" y="1"/>
                  </a:moveTo>
                  <a:cubicBezTo>
                    <a:pt x="389" y="1"/>
                    <a:pt x="357" y="18"/>
                    <a:pt x="334" y="52"/>
                  </a:cubicBezTo>
                  <a:lnTo>
                    <a:pt x="334" y="234"/>
                  </a:lnTo>
                  <a:lnTo>
                    <a:pt x="152" y="204"/>
                  </a:lnTo>
                  <a:lnTo>
                    <a:pt x="0" y="265"/>
                  </a:lnTo>
                  <a:lnTo>
                    <a:pt x="91" y="386"/>
                  </a:lnTo>
                  <a:lnTo>
                    <a:pt x="182" y="326"/>
                  </a:lnTo>
                  <a:lnTo>
                    <a:pt x="243" y="508"/>
                  </a:lnTo>
                  <a:cubicBezTo>
                    <a:pt x="334" y="417"/>
                    <a:pt x="395" y="326"/>
                    <a:pt x="486" y="326"/>
                  </a:cubicBezTo>
                  <a:cubicBezTo>
                    <a:pt x="578" y="326"/>
                    <a:pt x="669" y="234"/>
                    <a:pt x="669" y="143"/>
                  </a:cubicBezTo>
                  <a:cubicBezTo>
                    <a:pt x="574" y="48"/>
                    <a:pt x="491" y="1"/>
                    <a:pt x="4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7"/>
            <p:cNvSpPr/>
            <p:nvPr/>
          </p:nvSpPr>
          <p:spPr>
            <a:xfrm>
              <a:off x="3977875" y="3914650"/>
              <a:ext cx="9900" cy="11350"/>
            </a:xfrm>
            <a:custGeom>
              <a:rect b="b" l="l" r="r" t="t"/>
              <a:pathLst>
                <a:path extrusionOk="0" h="454" w="396">
                  <a:moveTo>
                    <a:pt x="295" y="0"/>
                  </a:moveTo>
                  <a:cubicBezTo>
                    <a:pt x="171" y="0"/>
                    <a:pt x="48" y="82"/>
                    <a:pt x="0" y="201"/>
                  </a:cubicBezTo>
                  <a:cubicBezTo>
                    <a:pt x="125" y="380"/>
                    <a:pt x="176" y="453"/>
                    <a:pt x="234" y="453"/>
                  </a:cubicBezTo>
                  <a:cubicBezTo>
                    <a:pt x="275" y="453"/>
                    <a:pt x="320" y="416"/>
                    <a:pt x="395" y="353"/>
                  </a:cubicBezTo>
                  <a:lnTo>
                    <a:pt x="395" y="19"/>
                  </a:lnTo>
                  <a:cubicBezTo>
                    <a:pt x="363" y="6"/>
                    <a:pt x="329" y="0"/>
                    <a:pt x="2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7"/>
            <p:cNvSpPr/>
            <p:nvPr/>
          </p:nvSpPr>
          <p:spPr>
            <a:xfrm>
              <a:off x="3835775" y="4362700"/>
              <a:ext cx="10650" cy="17500"/>
            </a:xfrm>
            <a:custGeom>
              <a:rect b="b" l="l" r="r" t="t"/>
              <a:pathLst>
                <a:path extrusionOk="0" h="700" w="426">
                  <a:moveTo>
                    <a:pt x="152" y="0"/>
                  </a:moveTo>
                  <a:lnTo>
                    <a:pt x="152" y="0"/>
                  </a:lnTo>
                  <a:cubicBezTo>
                    <a:pt x="91" y="274"/>
                    <a:pt x="0" y="486"/>
                    <a:pt x="182" y="699"/>
                  </a:cubicBezTo>
                  <a:lnTo>
                    <a:pt x="395" y="669"/>
                  </a:lnTo>
                  <a:lnTo>
                    <a:pt x="243" y="426"/>
                  </a:lnTo>
                  <a:lnTo>
                    <a:pt x="426" y="304"/>
                  </a:lnTo>
                  <a:lnTo>
                    <a:pt x="15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7"/>
            <p:cNvSpPr/>
            <p:nvPr/>
          </p:nvSpPr>
          <p:spPr>
            <a:xfrm>
              <a:off x="4002950" y="4022250"/>
              <a:ext cx="9900" cy="12275"/>
            </a:xfrm>
            <a:custGeom>
              <a:rect b="b" l="l" r="r" t="t"/>
              <a:pathLst>
                <a:path extrusionOk="0" h="491" w="396">
                  <a:moveTo>
                    <a:pt x="152" y="1"/>
                  </a:moveTo>
                  <a:lnTo>
                    <a:pt x="0" y="366"/>
                  </a:lnTo>
                  <a:cubicBezTo>
                    <a:pt x="47" y="460"/>
                    <a:pt x="99" y="490"/>
                    <a:pt x="152" y="490"/>
                  </a:cubicBezTo>
                  <a:cubicBezTo>
                    <a:pt x="235" y="490"/>
                    <a:pt x="321" y="415"/>
                    <a:pt x="395" y="396"/>
                  </a:cubicBezTo>
                  <a:lnTo>
                    <a:pt x="395" y="122"/>
                  </a:lnTo>
                  <a:lnTo>
                    <a:pt x="15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7"/>
            <p:cNvSpPr/>
            <p:nvPr/>
          </p:nvSpPr>
          <p:spPr>
            <a:xfrm>
              <a:off x="3386675" y="3447025"/>
              <a:ext cx="11425" cy="11425"/>
            </a:xfrm>
            <a:custGeom>
              <a:rect b="b" l="l" r="r" t="t"/>
              <a:pathLst>
                <a:path extrusionOk="0" h="457" w="457">
                  <a:moveTo>
                    <a:pt x="365" y="0"/>
                  </a:moveTo>
                  <a:cubicBezTo>
                    <a:pt x="213" y="61"/>
                    <a:pt x="61" y="152"/>
                    <a:pt x="0" y="304"/>
                  </a:cubicBezTo>
                  <a:cubicBezTo>
                    <a:pt x="91" y="456"/>
                    <a:pt x="122" y="456"/>
                    <a:pt x="183" y="456"/>
                  </a:cubicBezTo>
                  <a:cubicBezTo>
                    <a:pt x="304" y="456"/>
                    <a:pt x="365" y="335"/>
                    <a:pt x="456" y="213"/>
                  </a:cubicBezTo>
                  <a:lnTo>
                    <a:pt x="3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7"/>
            <p:cNvSpPr/>
            <p:nvPr/>
          </p:nvSpPr>
          <p:spPr>
            <a:xfrm>
              <a:off x="3431500" y="3495075"/>
              <a:ext cx="9150" cy="11850"/>
            </a:xfrm>
            <a:custGeom>
              <a:rect b="b" l="l" r="r" t="t"/>
              <a:pathLst>
                <a:path extrusionOk="0" h="474" w="366">
                  <a:moveTo>
                    <a:pt x="107" y="1"/>
                  </a:moveTo>
                  <a:cubicBezTo>
                    <a:pt x="69" y="1"/>
                    <a:pt x="31" y="9"/>
                    <a:pt x="1" y="24"/>
                  </a:cubicBezTo>
                  <a:lnTo>
                    <a:pt x="1" y="328"/>
                  </a:lnTo>
                  <a:cubicBezTo>
                    <a:pt x="1" y="417"/>
                    <a:pt x="82" y="473"/>
                    <a:pt x="173" y="473"/>
                  </a:cubicBezTo>
                  <a:cubicBezTo>
                    <a:pt x="207" y="473"/>
                    <a:pt x="242" y="466"/>
                    <a:pt x="274" y="449"/>
                  </a:cubicBezTo>
                  <a:cubicBezTo>
                    <a:pt x="335" y="388"/>
                    <a:pt x="365" y="267"/>
                    <a:pt x="335" y="176"/>
                  </a:cubicBezTo>
                  <a:cubicBezTo>
                    <a:pt x="305" y="115"/>
                    <a:pt x="274" y="54"/>
                    <a:pt x="213" y="24"/>
                  </a:cubicBezTo>
                  <a:cubicBezTo>
                    <a:pt x="183" y="9"/>
                    <a:pt x="145" y="1"/>
                    <a:pt x="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7"/>
            <p:cNvSpPr/>
            <p:nvPr/>
          </p:nvSpPr>
          <p:spPr>
            <a:xfrm>
              <a:off x="4013575" y="4186400"/>
              <a:ext cx="7625" cy="15975"/>
            </a:xfrm>
            <a:custGeom>
              <a:rect b="b" l="l" r="r" t="t"/>
              <a:pathLst>
                <a:path extrusionOk="0" h="639" w="305">
                  <a:moveTo>
                    <a:pt x="1" y="0"/>
                  </a:moveTo>
                  <a:lnTo>
                    <a:pt x="1" y="426"/>
                  </a:lnTo>
                  <a:cubicBezTo>
                    <a:pt x="92" y="517"/>
                    <a:pt x="122" y="639"/>
                    <a:pt x="183" y="639"/>
                  </a:cubicBezTo>
                  <a:cubicBezTo>
                    <a:pt x="274" y="639"/>
                    <a:pt x="305" y="426"/>
                    <a:pt x="244" y="365"/>
                  </a:cubicBezTo>
                  <a:cubicBezTo>
                    <a:pt x="153" y="243"/>
                    <a:pt x="183" y="61"/>
                    <a:pt x="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7"/>
            <p:cNvSpPr/>
            <p:nvPr/>
          </p:nvSpPr>
          <p:spPr>
            <a:xfrm>
              <a:off x="3356275" y="3159775"/>
              <a:ext cx="9900" cy="12950"/>
            </a:xfrm>
            <a:custGeom>
              <a:rect b="b" l="l" r="r" t="t"/>
              <a:pathLst>
                <a:path extrusionOk="0" h="518" w="396">
                  <a:moveTo>
                    <a:pt x="183" y="1"/>
                  </a:moveTo>
                  <a:lnTo>
                    <a:pt x="0" y="335"/>
                  </a:lnTo>
                  <a:lnTo>
                    <a:pt x="122" y="518"/>
                  </a:lnTo>
                  <a:lnTo>
                    <a:pt x="152" y="183"/>
                  </a:lnTo>
                  <a:lnTo>
                    <a:pt x="213" y="183"/>
                  </a:lnTo>
                  <a:lnTo>
                    <a:pt x="213" y="487"/>
                  </a:lnTo>
                  <a:lnTo>
                    <a:pt x="396" y="487"/>
                  </a:lnTo>
                  <a:lnTo>
                    <a:pt x="396" y="122"/>
                  </a:lnTo>
                  <a:lnTo>
                    <a:pt x="1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7"/>
            <p:cNvSpPr/>
            <p:nvPr/>
          </p:nvSpPr>
          <p:spPr>
            <a:xfrm>
              <a:off x="3442900" y="3330750"/>
              <a:ext cx="12950" cy="9975"/>
            </a:xfrm>
            <a:custGeom>
              <a:rect b="b" l="l" r="r" t="t"/>
              <a:pathLst>
                <a:path extrusionOk="0" h="399" w="518">
                  <a:moveTo>
                    <a:pt x="152" y="1"/>
                  </a:moveTo>
                  <a:cubicBezTo>
                    <a:pt x="122" y="1"/>
                    <a:pt x="92" y="31"/>
                    <a:pt x="61" y="62"/>
                  </a:cubicBezTo>
                  <a:cubicBezTo>
                    <a:pt x="0" y="153"/>
                    <a:pt x="0" y="274"/>
                    <a:pt x="61" y="335"/>
                  </a:cubicBezTo>
                  <a:cubicBezTo>
                    <a:pt x="99" y="373"/>
                    <a:pt x="148" y="399"/>
                    <a:pt x="194" y="399"/>
                  </a:cubicBezTo>
                  <a:cubicBezTo>
                    <a:pt x="223" y="399"/>
                    <a:pt x="251" y="389"/>
                    <a:pt x="274" y="366"/>
                  </a:cubicBezTo>
                  <a:cubicBezTo>
                    <a:pt x="365" y="305"/>
                    <a:pt x="426" y="274"/>
                    <a:pt x="517" y="183"/>
                  </a:cubicBezTo>
                  <a:lnTo>
                    <a:pt x="15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7"/>
            <p:cNvSpPr/>
            <p:nvPr/>
          </p:nvSpPr>
          <p:spPr>
            <a:xfrm>
              <a:off x="4026500" y="4154475"/>
              <a:ext cx="9900" cy="9750"/>
            </a:xfrm>
            <a:custGeom>
              <a:rect b="b" l="l" r="r" t="t"/>
              <a:pathLst>
                <a:path extrusionOk="0" h="390" w="396">
                  <a:moveTo>
                    <a:pt x="304" y="1"/>
                  </a:moveTo>
                  <a:cubicBezTo>
                    <a:pt x="274" y="11"/>
                    <a:pt x="240" y="11"/>
                    <a:pt x="206" y="11"/>
                  </a:cubicBezTo>
                  <a:lnTo>
                    <a:pt x="206" y="11"/>
                  </a:lnTo>
                  <a:cubicBezTo>
                    <a:pt x="139" y="11"/>
                    <a:pt x="71" y="11"/>
                    <a:pt x="31" y="92"/>
                  </a:cubicBezTo>
                  <a:cubicBezTo>
                    <a:pt x="0" y="153"/>
                    <a:pt x="0" y="244"/>
                    <a:pt x="0" y="305"/>
                  </a:cubicBezTo>
                  <a:cubicBezTo>
                    <a:pt x="123" y="359"/>
                    <a:pt x="191" y="389"/>
                    <a:pt x="239" y="389"/>
                  </a:cubicBezTo>
                  <a:cubicBezTo>
                    <a:pt x="299" y="389"/>
                    <a:pt x="329" y="344"/>
                    <a:pt x="396" y="244"/>
                  </a:cubicBezTo>
                  <a:lnTo>
                    <a:pt x="30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7"/>
            <p:cNvSpPr/>
            <p:nvPr/>
          </p:nvSpPr>
          <p:spPr>
            <a:xfrm>
              <a:off x="3352475" y="3365725"/>
              <a:ext cx="13700" cy="7800"/>
            </a:xfrm>
            <a:custGeom>
              <a:rect b="b" l="l" r="r" t="t"/>
              <a:pathLst>
                <a:path extrusionOk="0" h="312" w="548">
                  <a:moveTo>
                    <a:pt x="122" y="0"/>
                  </a:moveTo>
                  <a:lnTo>
                    <a:pt x="0" y="152"/>
                  </a:lnTo>
                  <a:cubicBezTo>
                    <a:pt x="61" y="258"/>
                    <a:pt x="168" y="312"/>
                    <a:pt x="274" y="312"/>
                  </a:cubicBezTo>
                  <a:cubicBezTo>
                    <a:pt x="380" y="312"/>
                    <a:pt x="487" y="258"/>
                    <a:pt x="548" y="152"/>
                  </a:cubicBezTo>
                  <a:lnTo>
                    <a:pt x="335" y="61"/>
                  </a:lnTo>
                  <a:lnTo>
                    <a:pt x="1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7"/>
            <p:cNvSpPr/>
            <p:nvPr/>
          </p:nvSpPr>
          <p:spPr>
            <a:xfrm>
              <a:off x="3415550" y="3504025"/>
              <a:ext cx="10650" cy="9050"/>
            </a:xfrm>
            <a:custGeom>
              <a:rect b="b" l="l" r="r" t="t"/>
              <a:pathLst>
                <a:path extrusionOk="0" h="362" w="426">
                  <a:moveTo>
                    <a:pt x="152" y="0"/>
                  </a:moveTo>
                  <a:lnTo>
                    <a:pt x="0" y="243"/>
                  </a:lnTo>
                  <a:cubicBezTo>
                    <a:pt x="63" y="330"/>
                    <a:pt x="125" y="361"/>
                    <a:pt x="185" y="361"/>
                  </a:cubicBezTo>
                  <a:cubicBezTo>
                    <a:pt x="272" y="361"/>
                    <a:pt x="354" y="297"/>
                    <a:pt x="426" y="243"/>
                  </a:cubicBezTo>
                  <a:lnTo>
                    <a:pt x="426" y="61"/>
                  </a:lnTo>
                  <a:cubicBezTo>
                    <a:pt x="398" y="82"/>
                    <a:pt x="371" y="90"/>
                    <a:pt x="346" y="90"/>
                  </a:cubicBezTo>
                  <a:cubicBezTo>
                    <a:pt x="264" y="90"/>
                    <a:pt x="199" y="0"/>
                    <a:pt x="1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7"/>
            <p:cNvSpPr/>
            <p:nvPr/>
          </p:nvSpPr>
          <p:spPr>
            <a:xfrm>
              <a:off x="3920100" y="4262375"/>
              <a:ext cx="14475" cy="12950"/>
            </a:xfrm>
            <a:custGeom>
              <a:rect b="b" l="l" r="r" t="t"/>
              <a:pathLst>
                <a:path extrusionOk="0" h="518" w="579">
                  <a:moveTo>
                    <a:pt x="305" y="1"/>
                  </a:moveTo>
                  <a:lnTo>
                    <a:pt x="305" y="1"/>
                  </a:lnTo>
                  <a:cubicBezTo>
                    <a:pt x="1" y="214"/>
                    <a:pt x="31" y="305"/>
                    <a:pt x="335" y="518"/>
                  </a:cubicBezTo>
                  <a:lnTo>
                    <a:pt x="579" y="244"/>
                  </a:lnTo>
                  <a:cubicBezTo>
                    <a:pt x="548" y="214"/>
                    <a:pt x="518" y="153"/>
                    <a:pt x="487" y="122"/>
                  </a:cubicBezTo>
                  <a:lnTo>
                    <a:pt x="305" y="426"/>
                  </a:ln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7"/>
            <p:cNvSpPr/>
            <p:nvPr/>
          </p:nvSpPr>
          <p:spPr>
            <a:xfrm>
              <a:off x="4001425" y="4077725"/>
              <a:ext cx="8375" cy="15225"/>
            </a:xfrm>
            <a:custGeom>
              <a:rect b="b" l="l" r="r" t="t"/>
              <a:pathLst>
                <a:path extrusionOk="0" h="609" w="335">
                  <a:moveTo>
                    <a:pt x="183" y="1"/>
                  </a:moveTo>
                  <a:cubicBezTo>
                    <a:pt x="152" y="92"/>
                    <a:pt x="152" y="183"/>
                    <a:pt x="92" y="244"/>
                  </a:cubicBezTo>
                  <a:cubicBezTo>
                    <a:pt x="31" y="335"/>
                    <a:pt x="0" y="487"/>
                    <a:pt x="61" y="609"/>
                  </a:cubicBezTo>
                  <a:cubicBezTo>
                    <a:pt x="304" y="517"/>
                    <a:pt x="213" y="244"/>
                    <a:pt x="335" y="62"/>
                  </a:cubicBezTo>
                  <a:lnTo>
                    <a:pt x="33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7"/>
            <p:cNvSpPr/>
            <p:nvPr/>
          </p:nvSpPr>
          <p:spPr>
            <a:xfrm>
              <a:off x="3999900" y="3992625"/>
              <a:ext cx="8375" cy="10650"/>
            </a:xfrm>
            <a:custGeom>
              <a:rect b="b" l="l" r="r" t="t"/>
              <a:pathLst>
                <a:path extrusionOk="0" h="426" w="335">
                  <a:moveTo>
                    <a:pt x="1" y="0"/>
                  </a:moveTo>
                  <a:cubicBezTo>
                    <a:pt x="1" y="274"/>
                    <a:pt x="1" y="274"/>
                    <a:pt x="335" y="426"/>
                  </a:cubicBezTo>
                  <a:cubicBezTo>
                    <a:pt x="335" y="335"/>
                    <a:pt x="305" y="274"/>
                    <a:pt x="305" y="213"/>
                  </a:cubicBezTo>
                  <a:cubicBezTo>
                    <a:pt x="274" y="152"/>
                    <a:pt x="244" y="61"/>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7"/>
            <p:cNvSpPr/>
            <p:nvPr/>
          </p:nvSpPr>
          <p:spPr>
            <a:xfrm>
              <a:off x="3384400" y="3189425"/>
              <a:ext cx="9125" cy="15225"/>
            </a:xfrm>
            <a:custGeom>
              <a:rect b="b" l="l" r="r" t="t"/>
              <a:pathLst>
                <a:path extrusionOk="0" h="609" w="365">
                  <a:moveTo>
                    <a:pt x="213" y="0"/>
                  </a:moveTo>
                  <a:lnTo>
                    <a:pt x="30" y="92"/>
                  </a:lnTo>
                  <a:cubicBezTo>
                    <a:pt x="30" y="213"/>
                    <a:pt x="0" y="335"/>
                    <a:pt x="61" y="456"/>
                  </a:cubicBezTo>
                  <a:cubicBezTo>
                    <a:pt x="61" y="487"/>
                    <a:pt x="91" y="547"/>
                    <a:pt x="122" y="578"/>
                  </a:cubicBezTo>
                  <a:cubicBezTo>
                    <a:pt x="122" y="608"/>
                    <a:pt x="152" y="608"/>
                    <a:pt x="182" y="608"/>
                  </a:cubicBezTo>
                  <a:lnTo>
                    <a:pt x="182" y="426"/>
                  </a:lnTo>
                  <a:lnTo>
                    <a:pt x="365" y="274"/>
                  </a:lnTo>
                  <a:cubicBezTo>
                    <a:pt x="334" y="213"/>
                    <a:pt x="304" y="183"/>
                    <a:pt x="274" y="152"/>
                  </a:cubicBezTo>
                  <a:cubicBezTo>
                    <a:pt x="243" y="92"/>
                    <a:pt x="213" y="61"/>
                    <a:pt x="2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7"/>
            <p:cNvSpPr/>
            <p:nvPr/>
          </p:nvSpPr>
          <p:spPr>
            <a:xfrm>
              <a:off x="3417075" y="3491775"/>
              <a:ext cx="10650" cy="9850"/>
            </a:xfrm>
            <a:custGeom>
              <a:rect b="b" l="l" r="r" t="t"/>
              <a:pathLst>
                <a:path extrusionOk="0" h="394" w="426">
                  <a:moveTo>
                    <a:pt x="179" y="0"/>
                  </a:moveTo>
                  <a:cubicBezTo>
                    <a:pt x="170" y="0"/>
                    <a:pt x="161" y="1"/>
                    <a:pt x="152" y="4"/>
                  </a:cubicBezTo>
                  <a:cubicBezTo>
                    <a:pt x="61" y="34"/>
                    <a:pt x="0" y="156"/>
                    <a:pt x="61" y="308"/>
                  </a:cubicBezTo>
                  <a:cubicBezTo>
                    <a:pt x="138" y="308"/>
                    <a:pt x="216" y="394"/>
                    <a:pt x="293" y="394"/>
                  </a:cubicBezTo>
                  <a:cubicBezTo>
                    <a:pt x="337" y="394"/>
                    <a:pt x="381" y="366"/>
                    <a:pt x="426" y="277"/>
                  </a:cubicBezTo>
                  <a:cubicBezTo>
                    <a:pt x="369" y="165"/>
                    <a:pt x="287" y="0"/>
                    <a:pt x="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7"/>
            <p:cNvSpPr/>
            <p:nvPr/>
          </p:nvSpPr>
          <p:spPr>
            <a:xfrm>
              <a:off x="3386675" y="3416125"/>
              <a:ext cx="12925" cy="11925"/>
            </a:xfrm>
            <a:custGeom>
              <a:rect b="b" l="l" r="r" t="t"/>
              <a:pathLst>
                <a:path extrusionOk="0" h="477" w="517">
                  <a:moveTo>
                    <a:pt x="172" y="1"/>
                  </a:moveTo>
                  <a:cubicBezTo>
                    <a:pt x="108" y="1"/>
                    <a:pt x="84" y="65"/>
                    <a:pt x="61" y="112"/>
                  </a:cubicBezTo>
                  <a:cubicBezTo>
                    <a:pt x="0" y="294"/>
                    <a:pt x="152" y="355"/>
                    <a:pt x="213" y="477"/>
                  </a:cubicBezTo>
                  <a:cubicBezTo>
                    <a:pt x="274" y="416"/>
                    <a:pt x="304" y="355"/>
                    <a:pt x="335" y="325"/>
                  </a:cubicBezTo>
                  <a:cubicBezTo>
                    <a:pt x="395" y="294"/>
                    <a:pt x="456" y="264"/>
                    <a:pt x="517" y="233"/>
                  </a:cubicBezTo>
                  <a:lnTo>
                    <a:pt x="335" y="81"/>
                  </a:lnTo>
                  <a:lnTo>
                    <a:pt x="274" y="294"/>
                  </a:lnTo>
                  <a:lnTo>
                    <a:pt x="243" y="21"/>
                  </a:lnTo>
                  <a:cubicBezTo>
                    <a:pt x="215" y="6"/>
                    <a:pt x="192" y="1"/>
                    <a:pt x="1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7"/>
            <p:cNvSpPr/>
            <p:nvPr/>
          </p:nvSpPr>
          <p:spPr>
            <a:xfrm>
              <a:off x="3496100" y="4304950"/>
              <a:ext cx="12925" cy="12175"/>
            </a:xfrm>
            <a:custGeom>
              <a:rect b="b" l="l" r="r" t="t"/>
              <a:pathLst>
                <a:path extrusionOk="0" h="487" w="517">
                  <a:moveTo>
                    <a:pt x="395" y="0"/>
                  </a:moveTo>
                  <a:lnTo>
                    <a:pt x="274" y="365"/>
                  </a:lnTo>
                  <a:lnTo>
                    <a:pt x="213" y="274"/>
                  </a:lnTo>
                  <a:lnTo>
                    <a:pt x="152" y="426"/>
                  </a:lnTo>
                  <a:lnTo>
                    <a:pt x="0" y="456"/>
                  </a:lnTo>
                  <a:lnTo>
                    <a:pt x="0" y="486"/>
                  </a:lnTo>
                  <a:lnTo>
                    <a:pt x="426" y="486"/>
                  </a:lnTo>
                  <a:lnTo>
                    <a:pt x="517" y="274"/>
                  </a:lnTo>
                  <a:lnTo>
                    <a:pt x="39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7"/>
            <p:cNvSpPr/>
            <p:nvPr/>
          </p:nvSpPr>
          <p:spPr>
            <a:xfrm>
              <a:off x="3797000" y="4326225"/>
              <a:ext cx="11425" cy="11425"/>
            </a:xfrm>
            <a:custGeom>
              <a:rect b="b" l="l" r="r" t="t"/>
              <a:pathLst>
                <a:path extrusionOk="0" h="457" w="457">
                  <a:moveTo>
                    <a:pt x="396" y="0"/>
                  </a:moveTo>
                  <a:lnTo>
                    <a:pt x="153" y="61"/>
                  </a:lnTo>
                  <a:cubicBezTo>
                    <a:pt x="153" y="182"/>
                    <a:pt x="1" y="274"/>
                    <a:pt x="92" y="456"/>
                  </a:cubicBezTo>
                  <a:lnTo>
                    <a:pt x="457" y="274"/>
                  </a:lnTo>
                  <a:lnTo>
                    <a:pt x="39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7"/>
            <p:cNvSpPr/>
            <p:nvPr/>
          </p:nvSpPr>
          <p:spPr>
            <a:xfrm>
              <a:off x="3417075" y="3289725"/>
              <a:ext cx="9900" cy="11425"/>
            </a:xfrm>
            <a:custGeom>
              <a:rect b="b" l="l" r="r" t="t"/>
              <a:pathLst>
                <a:path extrusionOk="0" h="457" w="396">
                  <a:moveTo>
                    <a:pt x="182" y="1"/>
                  </a:moveTo>
                  <a:lnTo>
                    <a:pt x="61" y="92"/>
                  </a:lnTo>
                  <a:cubicBezTo>
                    <a:pt x="61" y="244"/>
                    <a:pt x="0" y="426"/>
                    <a:pt x="213" y="456"/>
                  </a:cubicBezTo>
                  <a:cubicBezTo>
                    <a:pt x="213" y="426"/>
                    <a:pt x="243" y="426"/>
                    <a:pt x="274" y="396"/>
                  </a:cubicBezTo>
                  <a:lnTo>
                    <a:pt x="395" y="304"/>
                  </a:lnTo>
                  <a:cubicBezTo>
                    <a:pt x="304" y="213"/>
                    <a:pt x="334" y="61"/>
                    <a:pt x="1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7"/>
            <p:cNvSpPr/>
            <p:nvPr/>
          </p:nvSpPr>
          <p:spPr>
            <a:xfrm>
              <a:off x="3835000" y="3844450"/>
              <a:ext cx="9150" cy="9900"/>
            </a:xfrm>
            <a:custGeom>
              <a:rect b="b" l="l" r="r" t="t"/>
              <a:pathLst>
                <a:path extrusionOk="0" h="396" w="366">
                  <a:moveTo>
                    <a:pt x="244" y="0"/>
                  </a:moveTo>
                  <a:cubicBezTo>
                    <a:pt x="61" y="61"/>
                    <a:pt x="1" y="91"/>
                    <a:pt x="1" y="213"/>
                  </a:cubicBezTo>
                  <a:cubicBezTo>
                    <a:pt x="1" y="304"/>
                    <a:pt x="92" y="395"/>
                    <a:pt x="183" y="395"/>
                  </a:cubicBezTo>
                  <a:cubicBezTo>
                    <a:pt x="244" y="395"/>
                    <a:pt x="305" y="335"/>
                    <a:pt x="365" y="274"/>
                  </a:cubicBezTo>
                  <a:lnTo>
                    <a:pt x="2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7"/>
            <p:cNvSpPr/>
            <p:nvPr/>
          </p:nvSpPr>
          <p:spPr>
            <a:xfrm>
              <a:off x="4008250" y="4128650"/>
              <a:ext cx="9925" cy="12925"/>
            </a:xfrm>
            <a:custGeom>
              <a:rect b="b" l="l" r="r" t="t"/>
              <a:pathLst>
                <a:path extrusionOk="0" h="517" w="397">
                  <a:moveTo>
                    <a:pt x="183" y="0"/>
                  </a:moveTo>
                  <a:lnTo>
                    <a:pt x="1" y="395"/>
                  </a:lnTo>
                  <a:lnTo>
                    <a:pt x="92" y="517"/>
                  </a:lnTo>
                  <a:cubicBezTo>
                    <a:pt x="177" y="460"/>
                    <a:pt x="77" y="271"/>
                    <a:pt x="187" y="271"/>
                  </a:cubicBezTo>
                  <a:cubicBezTo>
                    <a:pt x="195" y="271"/>
                    <a:pt x="204" y="272"/>
                    <a:pt x="214" y="274"/>
                  </a:cubicBezTo>
                  <a:cubicBezTo>
                    <a:pt x="322" y="301"/>
                    <a:pt x="213" y="496"/>
                    <a:pt x="338" y="496"/>
                  </a:cubicBezTo>
                  <a:cubicBezTo>
                    <a:pt x="354" y="496"/>
                    <a:pt x="373" y="493"/>
                    <a:pt x="396" y="487"/>
                  </a:cubicBezTo>
                  <a:lnTo>
                    <a:pt x="396" y="213"/>
                  </a:lnTo>
                  <a:lnTo>
                    <a:pt x="18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7"/>
            <p:cNvSpPr/>
            <p:nvPr/>
          </p:nvSpPr>
          <p:spPr>
            <a:xfrm>
              <a:off x="3962675" y="3964500"/>
              <a:ext cx="8375" cy="12200"/>
            </a:xfrm>
            <a:custGeom>
              <a:rect b="b" l="l" r="r" t="t"/>
              <a:pathLst>
                <a:path extrusionOk="0" h="488" w="335">
                  <a:moveTo>
                    <a:pt x="183" y="1"/>
                  </a:moveTo>
                  <a:cubicBezTo>
                    <a:pt x="0" y="62"/>
                    <a:pt x="0" y="214"/>
                    <a:pt x="0" y="335"/>
                  </a:cubicBezTo>
                  <a:cubicBezTo>
                    <a:pt x="31" y="487"/>
                    <a:pt x="152" y="487"/>
                    <a:pt x="243" y="487"/>
                  </a:cubicBezTo>
                  <a:cubicBezTo>
                    <a:pt x="335" y="305"/>
                    <a:pt x="183" y="183"/>
                    <a:pt x="1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7"/>
            <p:cNvSpPr/>
            <p:nvPr/>
          </p:nvSpPr>
          <p:spPr>
            <a:xfrm>
              <a:off x="3941400" y="4015425"/>
              <a:ext cx="10650" cy="9150"/>
            </a:xfrm>
            <a:custGeom>
              <a:rect b="b" l="l" r="r" t="t"/>
              <a:pathLst>
                <a:path extrusionOk="0" h="366" w="426">
                  <a:moveTo>
                    <a:pt x="0" y="0"/>
                  </a:moveTo>
                  <a:lnTo>
                    <a:pt x="0" y="274"/>
                  </a:lnTo>
                  <a:lnTo>
                    <a:pt x="334" y="365"/>
                  </a:lnTo>
                  <a:lnTo>
                    <a:pt x="426" y="31"/>
                  </a:lnTo>
                  <a:lnTo>
                    <a:pt x="213" y="122"/>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7"/>
            <p:cNvSpPr/>
            <p:nvPr/>
          </p:nvSpPr>
          <p:spPr>
            <a:xfrm>
              <a:off x="3949750" y="4099000"/>
              <a:ext cx="7625" cy="7100"/>
            </a:xfrm>
            <a:custGeom>
              <a:rect b="b" l="l" r="r" t="t"/>
              <a:pathLst>
                <a:path extrusionOk="0" h="284" w="305">
                  <a:moveTo>
                    <a:pt x="0" y="1"/>
                  </a:moveTo>
                  <a:lnTo>
                    <a:pt x="0" y="274"/>
                  </a:lnTo>
                  <a:cubicBezTo>
                    <a:pt x="59" y="280"/>
                    <a:pt x="107" y="284"/>
                    <a:pt x="145" y="284"/>
                  </a:cubicBezTo>
                  <a:cubicBezTo>
                    <a:pt x="304" y="284"/>
                    <a:pt x="304" y="221"/>
                    <a:pt x="3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7"/>
            <p:cNvSpPr/>
            <p:nvPr/>
          </p:nvSpPr>
          <p:spPr>
            <a:xfrm>
              <a:off x="3522700" y="3290475"/>
              <a:ext cx="9125" cy="14475"/>
            </a:xfrm>
            <a:custGeom>
              <a:rect b="b" l="l" r="r" t="t"/>
              <a:pathLst>
                <a:path extrusionOk="0" h="579" w="365">
                  <a:moveTo>
                    <a:pt x="0" y="1"/>
                  </a:moveTo>
                  <a:lnTo>
                    <a:pt x="0" y="274"/>
                  </a:lnTo>
                  <a:lnTo>
                    <a:pt x="30" y="214"/>
                  </a:lnTo>
                  <a:lnTo>
                    <a:pt x="274" y="578"/>
                  </a:lnTo>
                  <a:lnTo>
                    <a:pt x="365" y="396"/>
                  </a:lnTo>
                  <a:lnTo>
                    <a:pt x="122" y="274"/>
                  </a:lnTo>
                  <a:cubicBezTo>
                    <a:pt x="122" y="183"/>
                    <a:pt x="122" y="123"/>
                    <a:pt x="122" y="31"/>
                  </a:cubicBezTo>
                  <a:cubicBezTo>
                    <a:pt x="91" y="31"/>
                    <a:pt x="3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7"/>
            <p:cNvSpPr/>
            <p:nvPr/>
          </p:nvSpPr>
          <p:spPr>
            <a:xfrm>
              <a:off x="3401100" y="3212225"/>
              <a:ext cx="6875" cy="12175"/>
            </a:xfrm>
            <a:custGeom>
              <a:rect b="b" l="l" r="r" t="t"/>
              <a:pathLst>
                <a:path extrusionOk="0" h="487" w="275">
                  <a:moveTo>
                    <a:pt x="153" y="0"/>
                  </a:moveTo>
                  <a:cubicBezTo>
                    <a:pt x="1" y="152"/>
                    <a:pt x="1" y="152"/>
                    <a:pt x="31" y="487"/>
                  </a:cubicBezTo>
                  <a:lnTo>
                    <a:pt x="183" y="487"/>
                  </a:lnTo>
                  <a:lnTo>
                    <a:pt x="274" y="91"/>
                  </a:lnTo>
                  <a:lnTo>
                    <a:pt x="1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7"/>
            <p:cNvSpPr/>
            <p:nvPr/>
          </p:nvSpPr>
          <p:spPr>
            <a:xfrm>
              <a:off x="3373000" y="3375375"/>
              <a:ext cx="8375" cy="11650"/>
            </a:xfrm>
            <a:custGeom>
              <a:rect b="b" l="l" r="r" t="t"/>
              <a:pathLst>
                <a:path extrusionOk="0" h="466" w="335">
                  <a:moveTo>
                    <a:pt x="165" y="1"/>
                  </a:moveTo>
                  <a:cubicBezTo>
                    <a:pt x="119" y="1"/>
                    <a:pt x="82" y="61"/>
                    <a:pt x="0" y="192"/>
                  </a:cubicBezTo>
                  <a:cubicBezTo>
                    <a:pt x="61" y="222"/>
                    <a:pt x="91" y="252"/>
                    <a:pt x="122" y="313"/>
                  </a:cubicBezTo>
                  <a:cubicBezTo>
                    <a:pt x="182" y="344"/>
                    <a:pt x="213" y="404"/>
                    <a:pt x="243" y="465"/>
                  </a:cubicBezTo>
                  <a:lnTo>
                    <a:pt x="334" y="131"/>
                  </a:lnTo>
                  <a:cubicBezTo>
                    <a:pt x="250" y="46"/>
                    <a:pt x="204" y="1"/>
                    <a:pt x="1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7"/>
            <p:cNvSpPr/>
            <p:nvPr/>
          </p:nvSpPr>
          <p:spPr>
            <a:xfrm>
              <a:off x="3867675" y="3598250"/>
              <a:ext cx="7625" cy="12175"/>
            </a:xfrm>
            <a:custGeom>
              <a:rect b="b" l="l" r="r" t="t"/>
              <a:pathLst>
                <a:path extrusionOk="0" h="487" w="305">
                  <a:moveTo>
                    <a:pt x="153" y="0"/>
                  </a:moveTo>
                  <a:lnTo>
                    <a:pt x="92" y="152"/>
                  </a:lnTo>
                  <a:lnTo>
                    <a:pt x="1" y="91"/>
                  </a:lnTo>
                  <a:lnTo>
                    <a:pt x="1" y="365"/>
                  </a:lnTo>
                  <a:lnTo>
                    <a:pt x="213" y="486"/>
                  </a:lnTo>
                  <a:cubicBezTo>
                    <a:pt x="305" y="274"/>
                    <a:pt x="213" y="152"/>
                    <a:pt x="1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7"/>
            <p:cNvSpPr/>
            <p:nvPr/>
          </p:nvSpPr>
          <p:spPr>
            <a:xfrm>
              <a:off x="3952025" y="4018450"/>
              <a:ext cx="7625" cy="10675"/>
            </a:xfrm>
            <a:custGeom>
              <a:rect b="b" l="l" r="r" t="t"/>
              <a:pathLst>
                <a:path extrusionOk="0" h="427" w="305">
                  <a:moveTo>
                    <a:pt x="305" y="1"/>
                  </a:moveTo>
                  <a:lnTo>
                    <a:pt x="1" y="153"/>
                  </a:lnTo>
                  <a:cubicBezTo>
                    <a:pt x="31" y="214"/>
                    <a:pt x="31" y="274"/>
                    <a:pt x="92" y="335"/>
                  </a:cubicBezTo>
                  <a:cubicBezTo>
                    <a:pt x="153" y="396"/>
                    <a:pt x="213" y="426"/>
                    <a:pt x="305" y="426"/>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7"/>
            <p:cNvSpPr/>
            <p:nvPr/>
          </p:nvSpPr>
          <p:spPr>
            <a:xfrm>
              <a:off x="3920875" y="3929550"/>
              <a:ext cx="9900" cy="9900"/>
            </a:xfrm>
            <a:custGeom>
              <a:rect b="b" l="l" r="r" t="t"/>
              <a:pathLst>
                <a:path extrusionOk="0" h="396" w="396">
                  <a:moveTo>
                    <a:pt x="244" y="1"/>
                  </a:moveTo>
                  <a:cubicBezTo>
                    <a:pt x="0" y="213"/>
                    <a:pt x="31" y="244"/>
                    <a:pt x="244" y="396"/>
                  </a:cubicBezTo>
                  <a:cubicBezTo>
                    <a:pt x="396" y="213"/>
                    <a:pt x="396" y="213"/>
                    <a:pt x="2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7"/>
            <p:cNvSpPr/>
            <p:nvPr/>
          </p:nvSpPr>
          <p:spPr>
            <a:xfrm>
              <a:off x="3936075" y="4034425"/>
              <a:ext cx="8375" cy="11425"/>
            </a:xfrm>
            <a:custGeom>
              <a:rect b="b" l="l" r="r" t="t"/>
              <a:pathLst>
                <a:path extrusionOk="0" h="457" w="335">
                  <a:moveTo>
                    <a:pt x="335" y="0"/>
                  </a:moveTo>
                  <a:lnTo>
                    <a:pt x="0" y="274"/>
                  </a:lnTo>
                  <a:lnTo>
                    <a:pt x="91" y="456"/>
                  </a:lnTo>
                  <a:lnTo>
                    <a:pt x="243" y="456"/>
                  </a:lnTo>
                  <a:lnTo>
                    <a:pt x="33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7"/>
            <p:cNvSpPr/>
            <p:nvPr/>
          </p:nvSpPr>
          <p:spPr>
            <a:xfrm>
              <a:off x="3473300" y="3331525"/>
              <a:ext cx="9150" cy="10650"/>
            </a:xfrm>
            <a:custGeom>
              <a:rect b="b" l="l" r="r" t="t"/>
              <a:pathLst>
                <a:path extrusionOk="0" h="426" w="366">
                  <a:moveTo>
                    <a:pt x="122" y="0"/>
                  </a:moveTo>
                  <a:cubicBezTo>
                    <a:pt x="61" y="91"/>
                    <a:pt x="31" y="152"/>
                    <a:pt x="0" y="243"/>
                  </a:cubicBezTo>
                  <a:cubicBezTo>
                    <a:pt x="0" y="304"/>
                    <a:pt x="61" y="365"/>
                    <a:pt x="92" y="426"/>
                  </a:cubicBezTo>
                  <a:lnTo>
                    <a:pt x="365" y="243"/>
                  </a:lnTo>
                  <a:lnTo>
                    <a:pt x="1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7"/>
            <p:cNvSpPr/>
            <p:nvPr/>
          </p:nvSpPr>
          <p:spPr>
            <a:xfrm>
              <a:off x="3464925" y="3100050"/>
              <a:ext cx="9150" cy="13400"/>
            </a:xfrm>
            <a:custGeom>
              <a:rect b="b" l="l" r="r" t="t"/>
              <a:pathLst>
                <a:path extrusionOk="0" h="536" w="366">
                  <a:moveTo>
                    <a:pt x="366" y="171"/>
                  </a:moveTo>
                  <a:cubicBezTo>
                    <a:pt x="362" y="171"/>
                    <a:pt x="359" y="172"/>
                    <a:pt x="356" y="173"/>
                  </a:cubicBezTo>
                  <a:lnTo>
                    <a:pt x="356" y="173"/>
                  </a:lnTo>
                  <a:cubicBezTo>
                    <a:pt x="359" y="172"/>
                    <a:pt x="362" y="172"/>
                    <a:pt x="366" y="171"/>
                  </a:cubicBezTo>
                  <a:close/>
                  <a:moveTo>
                    <a:pt x="215" y="0"/>
                  </a:moveTo>
                  <a:cubicBezTo>
                    <a:pt x="199" y="0"/>
                    <a:pt x="179" y="6"/>
                    <a:pt x="153" y="19"/>
                  </a:cubicBezTo>
                  <a:lnTo>
                    <a:pt x="214" y="110"/>
                  </a:lnTo>
                  <a:cubicBezTo>
                    <a:pt x="62" y="171"/>
                    <a:pt x="62" y="293"/>
                    <a:pt x="1" y="414"/>
                  </a:cubicBezTo>
                  <a:lnTo>
                    <a:pt x="92" y="536"/>
                  </a:lnTo>
                  <a:cubicBezTo>
                    <a:pt x="242" y="476"/>
                    <a:pt x="156" y="210"/>
                    <a:pt x="356" y="173"/>
                  </a:cubicBezTo>
                  <a:lnTo>
                    <a:pt x="356" y="173"/>
                  </a:lnTo>
                  <a:cubicBezTo>
                    <a:pt x="352" y="173"/>
                    <a:pt x="348" y="173"/>
                    <a:pt x="344" y="173"/>
                  </a:cubicBezTo>
                  <a:cubicBezTo>
                    <a:pt x="244" y="173"/>
                    <a:pt x="300" y="0"/>
                    <a:pt x="2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7"/>
            <p:cNvSpPr/>
            <p:nvPr/>
          </p:nvSpPr>
          <p:spPr>
            <a:xfrm>
              <a:off x="4002950" y="3978750"/>
              <a:ext cx="8375" cy="7450"/>
            </a:xfrm>
            <a:custGeom>
              <a:rect b="b" l="l" r="r" t="t"/>
              <a:pathLst>
                <a:path extrusionOk="0" h="298" w="335">
                  <a:moveTo>
                    <a:pt x="179" y="1"/>
                  </a:moveTo>
                  <a:cubicBezTo>
                    <a:pt x="137" y="1"/>
                    <a:pt x="91" y="54"/>
                    <a:pt x="0" y="160"/>
                  </a:cubicBezTo>
                  <a:cubicBezTo>
                    <a:pt x="91" y="251"/>
                    <a:pt x="137" y="297"/>
                    <a:pt x="179" y="297"/>
                  </a:cubicBezTo>
                  <a:cubicBezTo>
                    <a:pt x="220" y="297"/>
                    <a:pt x="258" y="251"/>
                    <a:pt x="334" y="160"/>
                  </a:cubicBezTo>
                  <a:cubicBezTo>
                    <a:pt x="258" y="54"/>
                    <a:pt x="220" y="1"/>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7"/>
            <p:cNvSpPr/>
            <p:nvPr/>
          </p:nvSpPr>
          <p:spPr>
            <a:xfrm>
              <a:off x="3438350" y="3429550"/>
              <a:ext cx="6850" cy="9900"/>
            </a:xfrm>
            <a:custGeom>
              <a:rect b="b" l="l" r="r" t="t"/>
              <a:pathLst>
                <a:path extrusionOk="0" h="396" w="274">
                  <a:moveTo>
                    <a:pt x="91" y="0"/>
                  </a:moveTo>
                  <a:lnTo>
                    <a:pt x="0" y="183"/>
                  </a:lnTo>
                  <a:lnTo>
                    <a:pt x="122" y="395"/>
                  </a:lnTo>
                  <a:lnTo>
                    <a:pt x="274" y="395"/>
                  </a:lnTo>
                  <a:cubicBezTo>
                    <a:pt x="274" y="92"/>
                    <a:pt x="213" y="0"/>
                    <a:pt x="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7"/>
            <p:cNvSpPr/>
            <p:nvPr/>
          </p:nvSpPr>
          <p:spPr>
            <a:xfrm>
              <a:off x="3875275" y="3779850"/>
              <a:ext cx="9150" cy="8650"/>
            </a:xfrm>
            <a:custGeom>
              <a:rect b="b" l="l" r="r" t="t"/>
              <a:pathLst>
                <a:path extrusionOk="0" h="346" w="366">
                  <a:moveTo>
                    <a:pt x="92" y="1"/>
                  </a:moveTo>
                  <a:lnTo>
                    <a:pt x="1" y="183"/>
                  </a:lnTo>
                  <a:cubicBezTo>
                    <a:pt x="48" y="301"/>
                    <a:pt x="113" y="346"/>
                    <a:pt x="197" y="346"/>
                  </a:cubicBezTo>
                  <a:cubicBezTo>
                    <a:pt x="221" y="346"/>
                    <a:pt x="247" y="342"/>
                    <a:pt x="274" y="335"/>
                  </a:cubicBezTo>
                  <a:lnTo>
                    <a:pt x="365" y="92"/>
                  </a:lnTo>
                  <a:lnTo>
                    <a:pt x="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7"/>
            <p:cNvSpPr/>
            <p:nvPr/>
          </p:nvSpPr>
          <p:spPr>
            <a:xfrm>
              <a:off x="3927700" y="3988075"/>
              <a:ext cx="12950" cy="9900"/>
            </a:xfrm>
            <a:custGeom>
              <a:rect b="b" l="l" r="r" t="t"/>
              <a:pathLst>
                <a:path extrusionOk="0" h="396" w="518">
                  <a:moveTo>
                    <a:pt x="518" y="0"/>
                  </a:moveTo>
                  <a:lnTo>
                    <a:pt x="1" y="122"/>
                  </a:lnTo>
                  <a:lnTo>
                    <a:pt x="153" y="152"/>
                  </a:lnTo>
                  <a:lnTo>
                    <a:pt x="305" y="395"/>
                  </a:lnTo>
                  <a:lnTo>
                    <a:pt x="51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7"/>
            <p:cNvSpPr/>
            <p:nvPr/>
          </p:nvSpPr>
          <p:spPr>
            <a:xfrm>
              <a:off x="3465700" y="4033650"/>
              <a:ext cx="13700" cy="9150"/>
            </a:xfrm>
            <a:custGeom>
              <a:rect b="b" l="l" r="r" t="t"/>
              <a:pathLst>
                <a:path extrusionOk="0" h="366" w="548">
                  <a:moveTo>
                    <a:pt x="487" y="1"/>
                  </a:moveTo>
                  <a:lnTo>
                    <a:pt x="426" y="183"/>
                  </a:lnTo>
                  <a:lnTo>
                    <a:pt x="0" y="153"/>
                  </a:lnTo>
                  <a:lnTo>
                    <a:pt x="304" y="366"/>
                  </a:lnTo>
                  <a:lnTo>
                    <a:pt x="547" y="214"/>
                  </a:lnTo>
                  <a:lnTo>
                    <a:pt x="4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7"/>
            <p:cNvSpPr/>
            <p:nvPr/>
          </p:nvSpPr>
          <p:spPr>
            <a:xfrm>
              <a:off x="4045500" y="4148400"/>
              <a:ext cx="10650" cy="12175"/>
            </a:xfrm>
            <a:custGeom>
              <a:rect b="b" l="l" r="r" t="t"/>
              <a:pathLst>
                <a:path extrusionOk="0" h="487" w="426">
                  <a:moveTo>
                    <a:pt x="152" y="1"/>
                  </a:moveTo>
                  <a:cubicBezTo>
                    <a:pt x="31" y="213"/>
                    <a:pt x="0" y="274"/>
                    <a:pt x="91" y="335"/>
                  </a:cubicBezTo>
                  <a:lnTo>
                    <a:pt x="152" y="183"/>
                  </a:lnTo>
                  <a:lnTo>
                    <a:pt x="365" y="487"/>
                  </a:lnTo>
                  <a:cubicBezTo>
                    <a:pt x="426" y="183"/>
                    <a:pt x="304" y="92"/>
                    <a:pt x="1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7"/>
            <p:cNvSpPr/>
            <p:nvPr/>
          </p:nvSpPr>
          <p:spPr>
            <a:xfrm>
              <a:off x="3880600" y="3549625"/>
              <a:ext cx="7625" cy="11400"/>
            </a:xfrm>
            <a:custGeom>
              <a:rect b="b" l="l" r="r" t="t"/>
              <a:pathLst>
                <a:path extrusionOk="0" h="456" w="305">
                  <a:moveTo>
                    <a:pt x="187" y="1"/>
                  </a:moveTo>
                  <a:cubicBezTo>
                    <a:pt x="131" y="1"/>
                    <a:pt x="71" y="51"/>
                    <a:pt x="0" y="121"/>
                  </a:cubicBezTo>
                  <a:lnTo>
                    <a:pt x="244" y="456"/>
                  </a:lnTo>
                  <a:lnTo>
                    <a:pt x="304" y="91"/>
                  </a:lnTo>
                  <a:cubicBezTo>
                    <a:pt x="266" y="27"/>
                    <a:pt x="228" y="1"/>
                    <a:pt x="1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7"/>
            <p:cNvSpPr/>
            <p:nvPr/>
          </p:nvSpPr>
          <p:spPr>
            <a:xfrm>
              <a:off x="3966475" y="4160400"/>
              <a:ext cx="6100" cy="8125"/>
            </a:xfrm>
            <a:custGeom>
              <a:rect b="b" l="l" r="r" t="t"/>
              <a:pathLst>
                <a:path extrusionOk="0" h="325" w="244">
                  <a:moveTo>
                    <a:pt x="196" y="1"/>
                  </a:moveTo>
                  <a:cubicBezTo>
                    <a:pt x="92" y="1"/>
                    <a:pt x="0" y="84"/>
                    <a:pt x="0" y="189"/>
                  </a:cubicBezTo>
                  <a:cubicBezTo>
                    <a:pt x="41" y="270"/>
                    <a:pt x="81" y="324"/>
                    <a:pt x="140" y="324"/>
                  </a:cubicBezTo>
                  <a:cubicBezTo>
                    <a:pt x="169" y="324"/>
                    <a:pt x="203" y="311"/>
                    <a:pt x="243" y="280"/>
                  </a:cubicBezTo>
                  <a:lnTo>
                    <a:pt x="243" y="7"/>
                  </a:lnTo>
                  <a:cubicBezTo>
                    <a:pt x="227" y="3"/>
                    <a:pt x="211" y="1"/>
                    <a:pt x="1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7"/>
            <p:cNvSpPr/>
            <p:nvPr/>
          </p:nvSpPr>
          <p:spPr>
            <a:xfrm>
              <a:off x="3439850" y="3413925"/>
              <a:ext cx="8400" cy="8800"/>
            </a:xfrm>
            <a:custGeom>
              <a:rect b="b" l="l" r="r" t="t"/>
              <a:pathLst>
                <a:path extrusionOk="0" h="352" w="336">
                  <a:moveTo>
                    <a:pt x="215" y="1"/>
                  </a:moveTo>
                  <a:cubicBezTo>
                    <a:pt x="136" y="1"/>
                    <a:pt x="62" y="28"/>
                    <a:pt x="1" y="109"/>
                  </a:cubicBezTo>
                  <a:lnTo>
                    <a:pt x="335" y="352"/>
                  </a:lnTo>
                  <a:lnTo>
                    <a:pt x="335" y="17"/>
                  </a:lnTo>
                  <a:cubicBezTo>
                    <a:pt x="295" y="7"/>
                    <a:pt x="254" y="1"/>
                    <a:pt x="2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7"/>
            <p:cNvSpPr/>
            <p:nvPr/>
          </p:nvSpPr>
          <p:spPr>
            <a:xfrm>
              <a:off x="3929225" y="4296575"/>
              <a:ext cx="8400" cy="9150"/>
            </a:xfrm>
            <a:custGeom>
              <a:rect b="b" l="l" r="r" t="t"/>
              <a:pathLst>
                <a:path extrusionOk="0" h="366" w="336">
                  <a:moveTo>
                    <a:pt x="183" y="1"/>
                  </a:moveTo>
                  <a:lnTo>
                    <a:pt x="1" y="122"/>
                  </a:lnTo>
                  <a:lnTo>
                    <a:pt x="1" y="274"/>
                  </a:lnTo>
                  <a:lnTo>
                    <a:pt x="183" y="365"/>
                  </a:lnTo>
                  <a:cubicBezTo>
                    <a:pt x="274" y="305"/>
                    <a:pt x="335" y="213"/>
                    <a:pt x="244" y="61"/>
                  </a:cubicBezTo>
                  <a:cubicBezTo>
                    <a:pt x="214" y="31"/>
                    <a:pt x="183" y="31"/>
                    <a:pt x="1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7"/>
            <p:cNvSpPr/>
            <p:nvPr/>
          </p:nvSpPr>
          <p:spPr>
            <a:xfrm>
              <a:off x="3911750" y="3925750"/>
              <a:ext cx="8375" cy="8375"/>
            </a:xfrm>
            <a:custGeom>
              <a:rect b="b" l="l" r="r" t="t"/>
              <a:pathLst>
                <a:path extrusionOk="0" h="335" w="335">
                  <a:moveTo>
                    <a:pt x="153" y="1"/>
                  </a:moveTo>
                  <a:cubicBezTo>
                    <a:pt x="31" y="61"/>
                    <a:pt x="1" y="213"/>
                    <a:pt x="61" y="335"/>
                  </a:cubicBezTo>
                  <a:lnTo>
                    <a:pt x="305" y="335"/>
                  </a:lnTo>
                  <a:cubicBezTo>
                    <a:pt x="335" y="153"/>
                    <a:pt x="274" y="31"/>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7"/>
            <p:cNvSpPr/>
            <p:nvPr/>
          </p:nvSpPr>
          <p:spPr>
            <a:xfrm>
              <a:off x="3926200" y="3887000"/>
              <a:ext cx="6100" cy="7625"/>
            </a:xfrm>
            <a:custGeom>
              <a:rect b="b" l="l" r="r" t="t"/>
              <a:pathLst>
                <a:path extrusionOk="0" h="305" w="244">
                  <a:moveTo>
                    <a:pt x="243" y="0"/>
                  </a:moveTo>
                  <a:cubicBezTo>
                    <a:pt x="91" y="31"/>
                    <a:pt x="91" y="31"/>
                    <a:pt x="0" y="183"/>
                  </a:cubicBezTo>
                  <a:cubicBezTo>
                    <a:pt x="91" y="304"/>
                    <a:pt x="91" y="304"/>
                    <a:pt x="243" y="304"/>
                  </a:cubicBezTo>
                  <a:lnTo>
                    <a:pt x="24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7"/>
            <p:cNvSpPr/>
            <p:nvPr/>
          </p:nvSpPr>
          <p:spPr>
            <a:xfrm>
              <a:off x="3980150" y="4039725"/>
              <a:ext cx="9125" cy="8400"/>
            </a:xfrm>
            <a:custGeom>
              <a:rect b="b" l="l" r="r" t="t"/>
              <a:pathLst>
                <a:path extrusionOk="0" h="336" w="365">
                  <a:moveTo>
                    <a:pt x="243" y="1"/>
                  </a:moveTo>
                  <a:lnTo>
                    <a:pt x="0" y="153"/>
                  </a:lnTo>
                  <a:cubicBezTo>
                    <a:pt x="31" y="214"/>
                    <a:pt x="61" y="244"/>
                    <a:pt x="91" y="275"/>
                  </a:cubicBezTo>
                  <a:cubicBezTo>
                    <a:pt x="122" y="305"/>
                    <a:pt x="152" y="335"/>
                    <a:pt x="183" y="335"/>
                  </a:cubicBezTo>
                  <a:cubicBezTo>
                    <a:pt x="365" y="183"/>
                    <a:pt x="365" y="183"/>
                    <a:pt x="2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7"/>
            <p:cNvSpPr/>
            <p:nvPr/>
          </p:nvSpPr>
          <p:spPr>
            <a:xfrm>
              <a:off x="3958875" y="4048100"/>
              <a:ext cx="8375" cy="9900"/>
            </a:xfrm>
            <a:custGeom>
              <a:rect b="b" l="l" r="r" t="t"/>
              <a:pathLst>
                <a:path extrusionOk="0" h="396" w="335">
                  <a:moveTo>
                    <a:pt x="213" y="0"/>
                  </a:moveTo>
                  <a:lnTo>
                    <a:pt x="0" y="122"/>
                  </a:lnTo>
                  <a:lnTo>
                    <a:pt x="91" y="395"/>
                  </a:lnTo>
                  <a:lnTo>
                    <a:pt x="335" y="274"/>
                  </a:lnTo>
                  <a:lnTo>
                    <a:pt x="21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7"/>
            <p:cNvSpPr/>
            <p:nvPr/>
          </p:nvSpPr>
          <p:spPr>
            <a:xfrm>
              <a:off x="3973300" y="4056450"/>
              <a:ext cx="6875" cy="9150"/>
            </a:xfrm>
            <a:custGeom>
              <a:rect b="b" l="l" r="r" t="t"/>
              <a:pathLst>
                <a:path extrusionOk="0" h="366" w="275">
                  <a:moveTo>
                    <a:pt x="1" y="1"/>
                  </a:moveTo>
                  <a:lnTo>
                    <a:pt x="1" y="365"/>
                  </a:lnTo>
                  <a:lnTo>
                    <a:pt x="153" y="365"/>
                  </a:lnTo>
                  <a:cubicBezTo>
                    <a:pt x="183" y="335"/>
                    <a:pt x="183" y="274"/>
                    <a:pt x="213" y="244"/>
                  </a:cubicBezTo>
                  <a:cubicBezTo>
                    <a:pt x="213" y="183"/>
                    <a:pt x="244" y="153"/>
                    <a:pt x="274" y="122"/>
                  </a:cubicBezTo>
                  <a:lnTo>
                    <a:pt x="244" y="92"/>
                  </a:lnTo>
                  <a:lnTo>
                    <a:pt x="92" y="183"/>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7"/>
            <p:cNvSpPr/>
            <p:nvPr/>
          </p:nvSpPr>
          <p:spPr>
            <a:xfrm>
              <a:off x="3950775" y="3949300"/>
              <a:ext cx="10400" cy="8550"/>
            </a:xfrm>
            <a:custGeom>
              <a:rect b="b" l="l" r="r" t="t"/>
              <a:pathLst>
                <a:path extrusionOk="0" h="342" w="416">
                  <a:moveTo>
                    <a:pt x="385" y="1"/>
                  </a:moveTo>
                  <a:lnTo>
                    <a:pt x="20" y="183"/>
                  </a:lnTo>
                  <a:cubicBezTo>
                    <a:pt x="1" y="299"/>
                    <a:pt x="31" y="341"/>
                    <a:pt x="78" y="341"/>
                  </a:cubicBezTo>
                  <a:cubicBezTo>
                    <a:pt x="105" y="341"/>
                    <a:pt x="139" y="327"/>
                    <a:pt x="172" y="305"/>
                  </a:cubicBezTo>
                  <a:cubicBezTo>
                    <a:pt x="263" y="244"/>
                    <a:pt x="415" y="244"/>
                    <a:pt x="415" y="62"/>
                  </a:cubicBezTo>
                  <a:cubicBezTo>
                    <a:pt x="415" y="31"/>
                    <a:pt x="385" y="31"/>
                    <a:pt x="3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7"/>
            <p:cNvSpPr/>
            <p:nvPr/>
          </p:nvSpPr>
          <p:spPr>
            <a:xfrm>
              <a:off x="3429225" y="3336075"/>
              <a:ext cx="8375" cy="8200"/>
            </a:xfrm>
            <a:custGeom>
              <a:rect b="b" l="l" r="r" t="t"/>
              <a:pathLst>
                <a:path extrusionOk="0" h="328" w="335">
                  <a:moveTo>
                    <a:pt x="152" y="1"/>
                  </a:moveTo>
                  <a:lnTo>
                    <a:pt x="0" y="122"/>
                  </a:lnTo>
                  <a:cubicBezTo>
                    <a:pt x="46" y="259"/>
                    <a:pt x="109" y="327"/>
                    <a:pt x="188" y="327"/>
                  </a:cubicBezTo>
                  <a:cubicBezTo>
                    <a:pt x="215" y="327"/>
                    <a:pt x="244" y="320"/>
                    <a:pt x="274" y="305"/>
                  </a:cubicBezTo>
                  <a:cubicBezTo>
                    <a:pt x="335" y="153"/>
                    <a:pt x="274" y="61"/>
                    <a:pt x="1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7"/>
            <p:cNvSpPr/>
            <p:nvPr/>
          </p:nvSpPr>
          <p:spPr>
            <a:xfrm>
              <a:off x="3863125" y="4270750"/>
              <a:ext cx="5350" cy="9900"/>
            </a:xfrm>
            <a:custGeom>
              <a:rect b="b" l="l" r="r" t="t"/>
              <a:pathLst>
                <a:path extrusionOk="0" h="396" w="214">
                  <a:moveTo>
                    <a:pt x="152" y="0"/>
                  </a:moveTo>
                  <a:cubicBezTo>
                    <a:pt x="92" y="122"/>
                    <a:pt x="0" y="213"/>
                    <a:pt x="61" y="395"/>
                  </a:cubicBezTo>
                  <a:lnTo>
                    <a:pt x="213" y="395"/>
                  </a:lnTo>
                  <a:lnTo>
                    <a:pt x="213" y="31"/>
                  </a:lnTo>
                  <a:lnTo>
                    <a:pt x="15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7"/>
            <p:cNvSpPr/>
            <p:nvPr/>
          </p:nvSpPr>
          <p:spPr>
            <a:xfrm>
              <a:off x="3911750" y="4078500"/>
              <a:ext cx="7625" cy="8625"/>
            </a:xfrm>
            <a:custGeom>
              <a:rect b="b" l="l" r="r" t="t"/>
              <a:pathLst>
                <a:path extrusionOk="0" h="345" w="305">
                  <a:moveTo>
                    <a:pt x="122" y="0"/>
                  </a:moveTo>
                  <a:lnTo>
                    <a:pt x="1" y="334"/>
                  </a:lnTo>
                  <a:cubicBezTo>
                    <a:pt x="40" y="341"/>
                    <a:pt x="75" y="345"/>
                    <a:pt x="106" y="345"/>
                  </a:cubicBezTo>
                  <a:cubicBezTo>
                    <a:pt x="219" y="345"/>
                    <a:pt x="281" y="295"/>
                    <a:pt x="305" y="152"/>
                  </a:cubicBezTo>
                  <a:lnTo>
                    <a:pt x="1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7"/>
            <p:cNvSpPr/>
            <p:nvPr/>
          </p:nvSpPr>
          <p:spPr>
            <a:xfrm>
              <a:off x="3398075" y="3507825"/>
              <a:ext cx="7625" cy="9125"/>
            </a:xfrm>
            <a:custGeom>
              <a:rect b="b" l="l" r="r" t="t"/>
              <a:pathLst>
                <a:path extrusionOk="0" h="365" w="305">
                  <a:moveTo>
                    <a:pt x="31" y="0"/>
                  </a:moveTo>
                  <a:lnTo>
                    <a:pt x="31" y="0"/>
                  </a:lnTo>
                  <a:cubicBezTo>
                    <a:pt x="0" y="243"/>
                    <a:pt x="31" y="334"/>
                    <a:pt x="152" y="365"/>
                  </a:cubicBezTo>
                  <a:lnTo>
                    <a:pt x="304" y="182"/>
                  </a:lnTo>
                  <a:lnTo>
                    <a:pt x="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7"/>
            <p:cNvSpPr/>
            <p:nvPr/>
          </p:nvSpPr>
          <p:spPr>
            <a:xfrm>
              <a:off x="3483925" y="3264650"/>
              <a:ext cx="8400" cy="9150"/>
            </a:xfrm>
            <a:custGeom>
              <a:rect b="b" l="l" r="r" t="t"/>
              <a:pathLst>
                <a:path extrusionOk="0" h="366" w="336">
                  <a:moveTo>
                    <a:pt x="244" y="0"/>
                  </a:moveTo>
                  <a:lnTo>
                    <a:pt x="1" y="183"/>
                  </a:lnTo>
                  <a:lnTo>
                    <a:pt x="183" y="365"/>
                  </a:lnTo>
                  <a:lnTo>
                    <a:pt x="335" y="213"/>
                  </a:lnTo>
                  <a:lnTo>
                    <a:pt x="2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7"/>
            <p:cNvSpPr/>
            <p:nvPr/>
          </p:nvSpPr>
          <p:spPr>
            <a:xfrm>
              <a:off x="3375275" y="3248700"/>
              <a:ext cx="8375" cy="12925"/>
            </a:xfrm>
            <a:custGeom>
              <a:rect b="b" l="l" r="r" t="t"/>
              <a:pathLst>
                <a:path extrusionOk="0" h="517" w="335">
                  <a:moveTo>
                    <a:pt x="213" y="0"/>
                  </a:moveTo>
                  <a:lnTo>
                    <a:pt x="213" y="0"/>
                  </a:lnTo>
                  <a:cubicBezTo>
                    <a:pt x="0" y="274"/>
                    <a:pt x="0" y="395"/>
                    <a:pt x="213" y="517"/>
                  </a:cubicBezTo>
                  <a:cubicBezTo>
                    <a:pt x="122" y="335"/>
                    <a:pt x="335" y="183"/>
                    <a:pt x="2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7"/>
            <p:cNvSpPr/>
            <p:nvPr/>
          </p:nvSpPr>
          <p:spPr>
            <a:xfrm>
              <a:off x="4002950" y="4100275"/>
              <a:ext cx="7625" cy="7875"/>
            </a:xfrm>
            <a:custGeom>
              <a:rect b="b" l="l" r="r" t="t"/>
              <a:pathLst>
                <a:path extrusionOk="0" h="315" w="305">
                  <a:moveTo>
                    <a:pt x="169" y="0"/>
                  </a:moveTo>
                  <a:cubicBezTo>
                    <a:pt x="85" y="0"/>
                    <a:pt x="24" y="50"/>
                    <a:pt x="0" y="193"/>
                  </a:cubicBezTo>
                  <a:lnTo>
                    <a:pt x="152" y="315"/>
                  </a:lnTo>
                  <a:cubicBezTo>
                    <a:pt x="243" y="254"/>
                    <a:pt x="304" y="132"/>
                    <a:pt x="243" y="11"/>
                  </a:cubicBezTo>
                  <a:cubicBezTo>
                    <a:pt x="217" y="4"/>
                    <a:pt x="192" y="0"/>
                    <a:pt x="1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7"/>
            <p:cNvSpPr/>
            <p:nvPr/>
          </p:nvSpPr>
          <p:spPr>
            <a:xfrm>
              <a:off x="3888200" y="3948550"/>
              <a:ext cx="6850" cy="10675"/>
            </a:xfrm>
            <a:custGeom>
              <a:rect b="b" l="l" r="r" t="t"/>
              <a:pathLst>
                <a:path extrusionOk="0" h="427" w="274">
                  <a:moveTo>
                    <a:pt x="92" y="0"/>
                  </a:moveTo>
                  <a:lnTo>
                    <a:pt x="0" y="213"/>
                  </a:lnTo>
                  <a:lnTo>
                    <a:pt x="122" y="426"/>
                  </a:lnTo>
                  <a:cubicBezTo>
                    <a:pt x="244" y="365"/>
                    <a:pt x="274" y="213"/>
                    <a:pt x="213" y="122"/>
                  </a:cubicBezTo>
                  <a:cubicBezTo>
                    <a:pt x="183" y="92"/>
                    <a:pt x="122" y="31"/>
                    <a:pt x="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7"/>
            <p:cNvSpPr/>
            <p:nvPr/>
          </p:nvSpPr>
          <p:spPr>
            <a:xfrm>
              <a:off x="3399575" y="3231225"/>
              <a:ext cx="6875" cy="8375"/>
            </a:xfrm>
            <a:custGeom>
              <a:rect b="b" l="l" r="r" t="t"/>
              <a:pathLst>
                <a:path extrusionOk="0" h="335" w="275">
                  <a:moveTo>
                    <a:pt x="274" y="0"/>
                  </a:moveTo>
                  <a:lnTo>
                    <a:pt x="1" y="91"/>
                  </a:lnTo>
                  <a:lnTo>
                    <a:pt x="123" y="334"/>
                  </a:lnTo>
                  <a:lnTo>
                    <a:pt x="274" y="334"/>
                  </a:lnTo>
                  <a:lnTo>
                    <a:pt x="27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7"/>
            <p:cNvSpPr/>
            <p:nvPr/>
          </p:nvSpPr>
          <p:spPr>
            <a:xfrm>
              <a:off x="3740025" y="4393075"/>
              <a:ext cx="8375" cy="9925"/>
            </a:xfrm>
            <a:custGeom>
              <a:rect b="b" l="l" r="r" t="t"/>
              <a:pathLst>
                <a:path extrusionOk="0" h="397" w="335">
                  <a:moveTo>
                    <a:pt x="91" y="1"/>
                  </a:moveTo>
                  <a:cubicBezTo>
                    <a:pt x="61" y="31"/>
                    <a:pt x="31" y="62"/>
                    <a:pt x="31" y="92"/>
                  </a:cubicBezTo>
                  <a:cubicBezTo>
                    <a:pt x="61" y="214"/>
                    <a:pt x="0" y="305"/>
                    <a:pt x="0" y="396"/>
                  </a:cubicBezTo>
                  <a:cubicBezTo>
                    <a:pt x="91" y="335"/>
                    <a:pt x="243" y="396"/>
                    <a:pt x="335" y="305"/>
                  </a:cubicBezTo>
                  <a:cubicBezTo>
                    <a:pt x="274" y="153"/>
                    <a:pt x="91" y="183"/>
                    <a:pt x="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7"/>
            <p:cNvSpPr/>
            <p:nvPr/>
          </p:nvSpPr>
          <p:spPr>
            <a:xfrm>
              <a:off x="4030300" y="4123500"/>
              <a:ext cx="8375" cy="8200"/>
            </a:xfrm>
            <a:custGeom>
              <a:rect b="b" l="l" r="r" t="t"/>
              <a:pathLst>
                <a:path extrusionOk="0" h="328" w="335">
                  <a:moveTo>
                    <a:pt x="149" y="1"/>
                  </a:moveTo>
                  <a:cubicBezTo>
                    <a:pt x="122" y="1"/>
                    <a:pt x="93" y="8"/>
                    <a:pt x="61" y="24"/>
                  </a:cubicBezTo>
                  <a:cubicBezTo>
                    <a:pt x="0" y="145"/>
                    <a:pt x="92" y="297"/>
                    <a:pt x="213" y="328"/>
                  </a:cubicBezTo>
                  <a:lnTo>
                    <a:pt x="335" y="176"/>
                  </a:lnTo>
                  <a:cubicBezTo>
                    <a:pt x="290" y="63"/>
                    <a:pt x="228" y="1"/>
                    <a:pt x="1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7"/>
            <p:cNvSpPr/>
            <p:nvPr/>
          </p:nvSpPr>
          <p:spPr>
            <a:xfrm>
              <a:off x="3403375" y="3472100"/>
              <a:ext cx="7625" cy="8375"/>
            </a:xfrm>
            <a:custGeom>
              <a:rect b="b" l="l" r="r" t="t"/>
              <a:pathLst>
                <a:path extrusionOk="0" h="335" w="305">
                  <a:moveTo>
                    <a:pt x="214" y="0"/>
                  </a:moveTo>
                  <a:lnTo>
                    <a:pt x="1" y="31"/>
                  </a:lnTo>
                  <a:cubicBezTo>
                    <a:pt x="1" y="183"/>
                    <a:pt x="92" y="244"/>
                    <a:pt x="153" y="335"/>
                  </a:cubicBezTo>
                  <a:cubicBezTo>
                    <a:pt x="244" y="213"/>
                    <a:pt x="305" y="122"/>
                    <a:pt x="2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7"/>
            <p:cNvSpPr/>
            <p:nvPr/>
          </p:nvSpPr>
          <p:spPr>
            <a:xfrm>
              <a:off x="3459625" y="3023000"/>
              <a:ext cx="6850" cy="7450"/>
            </a:xfrm>
            <a:custGeom>
              <a:rect b="b" l="l" r="r" t="t"/>
              <a:pathLst>
                <a:path extrusionOk="0" h="298" w="274">
                  <a:moveTo>
                    <a:pt x="91" y="1"/>
                  </a:moveTo>
                  <a:lnTo>
                    <a:pt x="0" y="122"/>
                  </a:lnTo>
                  <a:cubicBezTo>
                    <a:pt x="68" y="235"/>
                    <a:pt x="119" y="298"/>
                    <a:pt x="190" y="298"/>
                  </a:cubicBezTo>
                  <a:cubicBezTo>
                    <a:pt x="215" y="298"/>
                    <a:pt x="242" y="290"/>
                    <a:pt x="274" y="274"/>
                  </a:cubicBezTo>
                  <a:lnTo>
                    <a:pt x="274" y="92"/>
                  </a:lnTo>
                  <a:lnTo>
                    <a:pt x="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7"/>
            <p:cNvSpPr/>
            <p:nvPr/>
          </p:nvSpPr>
          <p:spPr>
            <a:xfrm>
              <a:off x="3986975" y="3883200"/>
              <a:ext cx="6100" cy="7625"/>
            </a:xfrm>
            <a:custGeom>
              <a:rect b="b" l="l" r="r" t="t"/>
              <a:pathLst>
                <a:path extrusionOk="0" h="305" w="244">
                  <a:moveTo>
                    <a:pt x="1" y="0"/>
                  </a:moveTo>
                  <a:lnTo>
                    <a:pt x="1" y="304"/>
                  </a:lnTo>
                  <a:lnTo>
                    <a:pt x="153" y="304"/>
                  </a:lnTo>
                  <a:lnTo>
                    <a:pt x="244" y="122"/>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7"/>
            <p:cNvSpPr/>
            <p:nvPr/>
          </p:nvSpPr>
          <p:spPr>
            <a:xfrm>
              <a:off x="3988500" y="4034425"/>
              <a:ext cx="6875" cy="9900"/>
            </a:xfrm>
            <a:custGeom>
              <a:rect b="b" l="l" r="r" t="t"/>
              <a:pathLst>
                <a:path extrusionOk="0" h="396" w="275">
                  <a:moveTo>
                    <a:pt x="92" y="0"/>
                  </a:moveTo>
                  <a:lnTo>
                    <a:pt x="1" y="152"/>
                  </a:lnTo>
                  <a:lnTo>
                    <a:pt x="122" y="213"/>
                  </a:lnTo>
                  <a:lnTo>
                    <a:pt x="122" y="395"/>
                  </a:lnTo>
                  <a:lnTo>
                    <a:pt x="244" y="395"/>
                  </a:lnTo>
                  <a:cubicBezTo>
                    <a:pt x="244" y="213"/>
                    <a:pt x="274" y="61"/>
                    <a:pt x="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7"/>
            <p:cNvSpPr/>
            <p:nvPr/>
          </p:nvSpPr>
          <p:spPr>
            <a:xfrm>
              <a:off x="3939875" y="3972875"/>
              <a:ext cx="2300" cy="11425"/>
            </a:xfrm>
            <a:custGeom>
              <a:rect b="b" l="l" r="r" t="t"/>
              <a:pathLst>
                <a:path extrusionOk="0" h="457" w="92">
                  <a:moveTo>
                    <a:pt x="0" y="0"/>
                  </a:moveTo>
                  <a:lnTo>
                    <a:pt x="0" y="456"/>
                  </a:lnTo>
                  <a:lnTo>
                    <a:pt x="91" y="456"/>
                  </a:lnTo>
                  <a:lnTo>
                    <a:pt x="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7"/>
            <p:cNvSpPr/>
            <p:nvPr/>
          </p:nvSpPr>
          <p:spPr>
            <a:xfrm>
              <a:off x="3492300" y="3345200"/>
              <a:ext cx="6850" cy="7625"/>
            </a:xfrm>
            <a:custGeom>
              <a:rect b="b" l="l" r="r" t="t"/>
              <a:pathLst>
                <a:path extrusionOk="0" h="305" w="274">
                  <a:moveTo>
                    <a:pt x="0" y="0"/>
                  </a:moveTo>
                  <a:lnTo>
                    <a:pt x="0" y="304"/>
                  </a:lnTo>
                  <a:cubicBezTo>
                    <a:pt x="91" y="213"/>
                    <a:pt x="213" y="92"/>
                    <a:pt x="243" y="92"/>
                  </a:cubicBezTo>
                  <a:cubicBezTo>
                    <a:pt x="274" y="61"/>
                    <a:pt x="243" y="31"/>
                    <a:pt x="2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7"/>
            <p:cNvSpPr/>
            <p:nvPr/>
          </p:nvSpPr>
          <p:spPr>
            <a:xfrm>
              <a:off x="3408700" y="3494900"/>
              <a:ext cx="7625" cy="9150"/>
            </a:xfrm>
            <a:custGeom>
              <a:rect b="b" l="l" r="r" t="t"/>
              <a:pathLst>
                <a:path extrusionOk="0" h="366" w="305">
                  <a:moveTo>
                    <a:pt x="153" y="0"/>
                  </a:moveTo>
                  <a:lnTo>
                    <a:pt x="1" y="213"/>
                  </a:lnTo>
                  <a:lnTo>
                    <a:pt x="213" y="365"/>
                  </a:lnTo>
                  <a:cubicBezTo>
                    <a:pt x="244" y="304"/>
                    <a:pt x="274" y="213"/>
                    <a:pt x="305" y="152"/>
                  </a:cubicBezTo>
                  <a:cubicBezTo>
                    <a:pt x="305" y="92"/>
                    <a:pt x="213" y="61"/>
                    <a:pt x="1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7"/>
            <p:cNvSpPr/>
            <p:nvPr/>
          </p:nvSpPr>
          <p:spPr>
            <a:xfrm>
              <a:off x="4016625" y="4003250"/>
              <a:ext cx="6100" cy="10025"/>
            </a:xfrm>
            <a:custGeom>
              <a:rect b="b" l="l" r="r" t="t"/>
              <a:pathLst>
                <a:path extrusionOk="0" h="401" w="244">
                  <a:moveTo>
                    <a:pt x="31" y="1"/>
                  </a:moveTo>
                  <a:lnTo>
                    <a:pt x="31" y="1"/>
                  </a:lnTo>
                  <a:cubicBezTo>
                    <a:pt x="0" y="123"/>
                    <a:pt x="31" y="153"/>
                    <a:pt x="122" y="183"/>
                  </a:cubicBezTo>
                  <a:cubicBezTo>
                    <a:pt x="149" y="292"/>
                    <a:pt x="103" y="401"/>
                    <a:pt x="202" y="401"/>
                  </a:cubicBezTo>
                  <a:cubicBezTo>
                    <a:pt x="214" y="401"/>
                    <a:pt x="227" y="399"/>
                    <a:pt x="243" y="396"/>
                  </a:cubicBezTo>
                  <a:lnTo>
                    <a:pt x="243" y="123"/>
                  </a:lnTo>
                  <a:lnTo>
                    <a:pt x="3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7"/>
            <p:cNvSpPr/>
            <p:nvPr/>
          </p:nvSpPr>
          <p:spPr>
            <a:xfrm>
              <a:off x="3538650" y="3295800"/>
              <a:ext cx="5350" cy="9950"/>
            </a:xfrm>
            <a:custGeom>
              <a:rect b="b" l="l" r="r" t="t"/>
              <a:pathLst>
                <a:path extrusionOk="0" h="398" w="214">
                  <a:moveTo>
                    <a:pt x="213" y="1"/>
                  </a:moveTo>
                  <a:lnTo>
                    <a:pt x="0" y="213"/>
                  </a:lnTo>
                  <a:cubicBezTo>
                    <a:pt x="46" y="305"/>
                    <a:pt x="75" y="397"/>
                    <a:pt x="139" y="397"/>
                  </a:cubicBezTo>
                  <a:cubicBezTo>
                    <a:pt x="159" y="397"/>
                    <a:pt x="183" y="388"/>
                    <a:pt x="213" y="365"/>
                  </a:cubicBezTo>
                  <a:lnTo>
                    <a:pt x="2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7"/>
            <p:cNvSpPr/>
            <p:nvPr/>
          </p:nvSpPr>
          <p:spPr>
            <a:xfrm>
              <a:off x="3959625" y="4038225"/>
              <a:ext cx="9150" cy="6275"/>
            </a:xfrm>
            <a:custGeom>
              <a:rect b="b" l="l" r="r" t="t"/>
              <a:pathLst>
                <a:path extrusionOk="0" h="251" w="366">
                  <a:moveTo>
                    <a:pt x="244" y="0"/>
                  </a:moveTo>
                  <a:cubicBezTo>
                    <a:pt x="218" y="65"/>
                    <a:pt x="197" y="86"/>
                    <a:pt x="178" y="86"/>
                  </a:cubicBezTo>
                  <a:cubicBezTo>
                    <a:pt x="152" y="86"/>
                    <a:pt x="127" y="48"/>
                    <a:pt x="92" y="31"/>
                  </a:cubicBezTo>
                  <a:cubicBezTo>
                    <a:pt x="61" y="61"/>
                    <a:pt x="31" y="91"/>
                    <a:pt x="1" y="122"/>
                  </a:cubicBezTo>
                  <a:cubicBezTo>
                    <a:pt x="56" y="215"/>
                    <a:pt x="124" y="251"/>
                    <a:pt x="202" y="251"/>
                  </a:cubicBezTo>
                  <a:cubicBezTo>
                    <a:pt x="252" y="251"/>
                    <a:pt x="306" y="236"/>
                    <a:pt x="365" y="213"/>
                  </a:cubicBezTo>
                  <a:lnTo>
                    <a:pt x="2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7"/>
            <p:cNvSpPr/>
            <p:nvPr/>
          </p:nvSpPr>
          <p:spPr>
            <a:xfrm>
              <a:off x="3777250" y="3354200"/>
              <a:ext cx="9150" cy="3950"/>
            </a:xfrm>
            <a:custGeom>
              <a:rect b="b" l="l" r="r" t="t"/>
              <a:pathLst>
                <a:path extrusionOk="0" h="158" w="366">
                  <a:moveTo>
                    <a:pt x="179" y="1"/>
                  </a:moveTo>
                  <a:cubicBezTo>
                    <a:pt x="136" y="1"/>
                    <a:pt x="91" y="10"/>
                    <a:pt x="48" y="10"/>
                  </a:cubicBezTo>
                  <a:cubicBezTo>
                    <a:pt x="32" y="10"/>
                    <a:pt x="16" y="9"/>
                    <a:pt x="1" y="5"/>
                  </a:cubicBezTo>
                  <a:lnTo>
                    <a:pt x="1" y="127"/>
                  </a:lnTo>
                  <a:lnTo>
                    <a:pt x="365" y="157"/>
                  </a:lnTo>
                  <a:cubicBezTo>
                    <a:pt x="316" y="26"/>
                    <a:pt x="249" y="1"/>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7"/>
            <p:cNvSpPr/>
            <p:nvPr/>
          </p:nvSpPr>
          <p:spPr>
            <a:xfrm>
              <a:off x="3582725" y="4494150"/>
              <a:ext cx="15225" cy="4575"/>
            </a:xfrm>
            <a:custGeom>
              <a:rect b="b" l="l" r="r" t="t"/>
              <a:pathLst>
                <a:path extrusionOk="0" h="183" w="609">
                  <a:moveTo>
                    <a:pt x="91" y="1"/>
                  </a:moveTo>
                  <a:lnTo>
                    <a:pt x="0" y="122"/>
                  </a:lnTo>
                  <a:lnTo>
                    <a:pt x="61" y="183"/>
                  </a:lnTo>
                  <a:lnTo>
                    <a:pt x="608" y="92"/>
                  </a:lnTo>
                  <a:lnTo>
                    <a:pt x="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7"/>
            <p:cNvSpPr/>
            <p:nvPr/>
          </p:nvSpPr>
          <p:spPr>
            <a:xfrm>
              <a:off x="3752925" y="4398100"/>
              <a:ext cx="7625" cy="8700"/>
            </a:xfrm>
            <a:custGeom>
              <a:rect b="b" l="l" r="r" t="t"/>
              <a:pathLst>
                <a:path extrusionOk="0" h="348" w="305">
                  <a:moveTo>
                    <a:pt x="187" y="1"/>
                  </a:moveTo>
                  <a:cubicBezTo>
                    <a:pt x="148" y="1"/>
                    <a:pt x="105" y="29"/>
                    <a:pt x="62" y="43"/>
                  </a:cubicBezTo>
                  <a:cubicBezTo>
                    <a:pt x="31" y="43"/>
                    <a:pt x="31" y="104"/>
                    <a:pt x="1" y="134"/>
                  </a:cubicBezTo>
                  <a:lnTo>
                    <a:pt x="153" y="347"/>
                  </a:lnTo>
                  <a:lnTo>
                    <a:pt x="305" y="165"/>
                  </a:lnTo>
                  <a:cubicBezTo>
                    <a:pt x="273" y="36"/>
                    <a:pt x="232" y="1"/>
                    <a:pt x="1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7"/>
            <p:cNvSpPr/>
            <p:nvPr/>
          </p:nvSpPr>
          <p:spPr>
            <a:xfrm>
              <a:off x="3511300" y="3033650"/>
              <a:ext cx="6850" cy="8375"/>
            </a:xfrm>
            <a:custGeom>
              <a:rect b="b" l="l" r="r" t="t"/>
              <a:pathLst>
                <a:path extrusionOk="0" h="335" w="274">
                  <a:moveTo>
                    <a:pt x="61" y="0"/>
                  </a:moveTo>
                  <a:lnTo>
                    <a:pt x="0" y="61"/>
                  </a:lnTo>
                  <a:lnTo>
                    <a:pt x="91" y="335"/>
                  </a:lnTo>
                  <a:lnTo>
                    <a:pt x="274" y="91"/>
                  </a:lnTo>
                  <a:lnTo>
                    <a:pt x="6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7"/>
            <p:cNvSpPr/>
            <p:nvPr/>
          </p:nvSpPr>
          <p:spPr>
            <a:xfrm>
              <a:off x="3844875" y="4210700"/>
              <a:ext cx="8400" cy="7625"/>
            </a:xfrm>
            <a:custGeom>
              <a:rect b="b" l="l" r="r" t="t"/>
              <a:pathLst>
                <a:path extrusionOk="0" h="305" w="336">
                  <a:moveTo>
                    <a:pt x="153" y="1"/>
                  </a:moveTo>
                  <a:lnTo>
                    <a:pt x="1" y="183"/>
                  </a:lnTo>
                  <a:lnTo>
                    <a:pt x="122" y="305"/>
                  </a:lnTo>
                  <a:lnTo>
                    <a:pt x="335" y="183"/>
                  </a:lnTo>
                  <a:lnTo>
                    <a:pt x="1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7"/>
            <p:cNvSpPr/>
            <p:nvPr/>
          </p:nvSpPr>
          <p:spPr>
            <a:xfrm>
              <a:off x="3978625" y="4212225"/>
              <a:ext cx="6850" cy="9150"/>
            </a:xfrm>
            <a:custGeom>
              <a:rect b="b" l="l" r="r" t="t"/>
              <a:pathLst>
                <a:path extrusionOk="0" h="366" w="274">
                  <a:moveTo>
                    <a:pt x="213" y="1"/>
                  </a:moveTo>
                  <a:lnTo>
                    <a:pt x="0" y="183"/>
                  </a:lnTo>
                  <a:lnTo>
                    <a:pt x="61" y="366"/>
                  </a:lnTo>
                  <a:cubicBezTo>
                    <a:pt x="213" y="305"/>
                    <a:pt x="274" y="122"/>
                    <a:pt x="2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7"/>
            <p:cNvSpPr/>
            <p:nvPr/>
          </p:nvSpPr>
          <p:spPr>
            <a:xfrm>
              <a:off x="3420100" y="3078675"/>
              <a:ext cx="6875" cy="5150"/>
            </a:xfrm>
            <a:custGeom>
              <a:rect b="b" l="l" r="r" t="t"/>
              <a:pathLst>
                <a:path extrusionOk="0" h="206" w="275">
                  <a:moveTo>
                    <a:pt x="103" y="0"/>
                  </a:moveTo>
                  <a:cubicBezTo>
                    <a:pt x="73" y="0"/>
                    <a:pt x="39" y="8"/>
                    <a:pt x="1" y="23"/>
                  </a:cubicBezTo>
                  <a:lnTo>
                    <a:pt x="1" y="205"/>
                  </a:lnTo>
                  <a:lnTo>
                    <a:pt x="274" y="205"/>
                  </a:lnTo>
                  <a:cubicBezTo>
                    <a:pt x="251" y="69"/>
                    <a:pt x="194" y="0"/>
                    <a:pt x="1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7"/>
            <p:cNvSpPr/>
            <p:nvPr/>
          </p:nvSpPr>
          <p:spPr>
            <a:xfrm>
              <a:off x="3974075" y="4241875"/>
              <a:ext cx="8375" cy="8375"/>
            </a:xfrm>
            <a:custGeom>
              <a:rect b="b" l="l" r="r" t="t"/>
              <a:pathLst>
                <a:path extrusionOk="0" h="335" w="335">
                  <a:moveTo>
                    <a:pt x="122" y="0"/>
                  </a:moveTo>
                  <a:cubicBezTo>
                    <a:pt x="30" y="91"/>
                    <a:pt x="0" y="213"/>
                    <a:pt x="61" y="335"/>
                  </a:cubicBezTo>
                  <a:lnTo>
                    <a:pt x="334" y="243"/>
                  </a:lnTo>
                  <a:lnTo>
                    <a:pt x="1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7"/>
            <p:cNvSpPr/>
            <p:nvPr/>
          </p:nvSpPr>
          <p:spPr>
            <a:xfrm>
              <a:off x="3519650" y="3218300"/>
              <a:ext cx="7625" cy="9150"/>
            </a:xfrm>
            <a:custGeom>
              <a:rect b="b" l="l" r="r" t="t"/>
              <a:pathLst>
                <a:path extrusionOk="0" h="366" w="305">
                  <a:moveTo>
                    <a:pt x="0" y="0"/>
                  </a:moveTo>
                  <a:lnTo>
                    <a:pt x="183" y="365"/>
                  </a:lnTo>
                  <a:cubicBezTo>
                    <a:pt x="213" y="244"/>
                    <a:pt x="274" y="152"/>
                    <a:pt x="304" y="61"/>
                  </a:cubicBezTo>
                  <a:cubicBezTo>
                    <a:pt x="304" y="61"/>
                    <a:pt x="274" y="31"/>
                    <a:pt x="2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7"/>
            <p:cNvSpPr/>
            <p:nvPr/>
          </p:nvSpPr>
          <p:spPr>
            <a:xfrm>
              <a:off x="3971775" y="4127125"/>
              <a:ext cx="5350" cy="9150"/>
            </a:xfrm>
            <a:custGeom>
              <a:rect b="b" l="l" r="r" t="t"/>
              <a:pathLst>
                <a:path extrusionOk="0" h="366" w="214">
                  <a:moveTo>
                    <a:pt x="92" y="0"/>
                  </a:moveTo>
                  <a:lnTo>
                    <a:pt x="1" y="183"/>
                  </a:lnTo>
                  <a:lnTo>
                    <a:pt x="122" y="365"/>
                  </a:lnTo>
                  <a:lnTo>
                    <a:pt x="214" y="213"/>
                  </a:lnTo>
                  <a:lnTo>
                    <a:pt x="1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7"/>
            <p:cNvSpPr/>
            <p:nvPr/>
          </p:nvSpPr>
          <p:spPr>
            <a:xfrm>
              <a:off x="3429225" y="3384700"/>
              <a:ext cx="6100" cy="9925"/>
            </a:xfrm>
            <a:custGeom>
              <a:rect b="b" l="l" r="r" t="t"/>
              <a:pathLst>
                <a:path extrusionOk="0" h="397" w="244">
                  <a:moveTo>
                    <a:pt x="122" y="1"/>
                  </a:moveTo>
                  <a:lnTo>
                    <a:pt x="0" y="396"/>
                  </a:lnTo>
                  <a:lnTo>
                    <a:pt x="244" y="396"/>
                  </a:lnTo>
                  <a:lnTo>
                    <a:pt x="1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7"/>
            <p:cNvSpPr/>
            <p:nvPr/>
          </p:nvSpPr>
          <p:spPr>
            <a:xfrm>
              <a:off x="3989275" y="4067850"/>
              <a:ext cx="6850" cy="8375"/>
            </a:xfrm>
            <a:custGeom>
              <a:rect b="b" l="l" r="r" t="t"/>
              <a:pathLst>
                <a:path extrusionOk="0" h="335" w="274">
                  <a:moveTo>
                    <a:pt x="274" y="1"/>
                  </a:moveTo>
                  <a:cubicBezTo>
                    <a:pt x="122" y="1"/>
                    <a:pt x="91" y="122"/>
                    <a:pt x="30" y="213"/>
                  </a:cubicBezTo>
                  <a:cubicBezTo>
                    <a:pt x="0" y="244"/>
                    <a:pt x="61" y="274"/>
                    <a:pt x="61" y="335"/>
                  </a:cubicBezTo>
                  <a:cubicBezTo>
                    <a:pt x="152" y="244"/>
                    <a:pt x="274" y="183"/>
                    <a:pt x="2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7"/>
            <p:cNvSpPr/>
            <p:nvPr/>
          </p:nvSpPr>
          <p:spPr>
            <a:xfrm>
              <a:off x="3877550" y="3884925"/>
              <a:ext cx="6875" cy="6575"/>
            </a:xfrm>
            <a:custGeom>
              <a:rect b="b" l="l" r="r" t="t"/>
              <a:pathLst>
                <a:path extrusionOk="0" h="263" w="275">
                  <a:moveTo>
                    <a:pt x="78" y="0"/>
                  </a:moveTo>
                  <a:cubicBezTo>
                    <a:pt x="49" y="0"/>
                    <a:pt x="25" y="17"/>
                    <a:pt x="1" y="53"/>
                  </a:cubicBezTo>
                  <a:lnTo>
                    <a:pt x="1" y="205"/>
                  </a:lnTo>
                  <a:cubicBezTo>
                    <a:pt x="41" y="246"/>
                    <a:pt x="75" y="262"/>
                    <a:pt x="106" y="262"/>
                  </a:cubicBezTo>
                  <a:cubicBezTo>
                    <a:pt x="166" y="262"/>
                    <a:pt x="214" y="195"/>
                    <a:pt x="274" y="114"/>
                  </a:cubicBezTo>
                  <a:cubicBezTo>
                    <a:pt x="182" y="40"/>
                    <a:pt x="124" y="0"/>
                    <a:pt x="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7"/>
            <p:cNvSpPr/>
            <p:nvPr/>
          </p:nvSpPr>
          <p:spPr>
            <a:xfrm>
              <a:off x="3471775" y="3322400"/>
              <a:ext cx="7625" cy="8375"/>
            </a:xfrm>
            <a:custGeom>
              <a:rect b="b" l="l" r="r" t="t"/>
              <a:pathLst>
                <a:path extrusionOk="0" h="335" w="305">
                  <a:moveTo>
                    <a:pt x="183" y="1"/>
                  </a:moveTo>
                  <a:cubicBezTo>
                    <a:pt x="92" y="122"/>
                    <a:pt x="1" y="213"/>
                    <a:pt x="92" y="335"/>
                  </a:cubicBezTo>
                  <a:lnTo>
                    <a:pt x="304" y="335"/>
                  </a:lnTo>
                  <a:lnTo>
                    <a:pt x="1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7"/>
            <p:cNvSpPr/>
            <p:nvPr/>
          </p:nvSpPr>
          <p:spPr>
            <a:xfrm>
              <a:off x="3460375" y="3074500"/>
              <a:ext cx="6875" cy="6075"/>
            </a:xfrm>
            <a:custGeom>
              <a:rect b="b" l="l" r="r" t="t"/>
              <a:pathLst>
                <a:path extrusionOk="0" h="243" w="275">
                  <a:moveTo>
                    <a:pt x="175" y="0"/>
                  </a:moveTo>
                  <a:cubicBezTo>
                    <a:pt x="102" y="0"/>
                    <a:pt x="44" y="65"/>
                    <a:pt x="1" y="129"/>
                  </a:cubicBezTo>
                  <a:cubicBezTo>
                    <a:pt x="93" y="203"/>
                    <a:pt x="151" y="243"/>
                    <a:pt x="197" y="243"/>
                  </a:cubicBezTo>
                  <a:cubicBezTo>
                    <a:pt x="226" y="243"/>
                    <a:pt x="250" y="226"/>
                    <a:pt x="274" y="190"/>
                  </a:cubicBezTo>
                  <a:lnTo>
                    <a:pt x="274" y="38"/>
                  </a:lnTo>
                  <a:cubicBezTo>
                    <a:pt x="239" y="11"/>
                    <a:pt x="206" y="0"/>
                    <a:pt x="1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7"/>
            <p:cNvSpPr/>
            <p:nvPr/>
          </p:nvSpPr>
          <p:spPr>
            <a:xfrm>
              <a:off x="3493800" y="4294300"/>
              <a:ext cx="9925" cy="10675"/>
            </a:xfrm>
            <a:custGeom>
              <a:rect b="b" l="l" r="r" t="t"/>
              <a:pathLst>
                <a:path extrusionOk="0" h="427" w="397">
                  <a:moveTo>
                    <a:pt x="92" y="0"/>
                  </a:moveTo>
                  <a:lnTo>
                    <a:pt x="92" y="0"/>
                  </a:lnTo>
                  <a:cubicBezTo>
                    <a:pt x="1" y="274"/>
                    <a:pt x="244" y="274"/>
                    <a:pt x="275" y="426"/>
                  </a:cubicBezTo>
                  <a:lnTo>
                    <a:pt x="396" y="274"/>
                  </a:lnTo>
                  <a:cubicBezTo>
                    <a:pt x="275" y="213"/>
                    <a:pt x="153" y="152"/>
                    <a:pt x="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7"/>
            <p:cNvSpPr/>
            <p:nvPr/>
          </p:nvSpPr>
          <p:spPr>
            <a:xfrm>
              <a:off x="4064500" y="4201600"/>
              <a:ext cx="5325" cy="9900"/>
            </a:xfrm>
            <a:custGeom>
              <a:rect b="b" l="l" r="r" t="t"/>
              <a:pathLst>
                <a:path extrusionOk="0" h="396" w="213">
                  <a:moveTo>
                    <a:pt x="31" y="0"/>
                  </a:moveTo>
                  <a:lnTo>
                    <a:pt x="31" y="0"/>
                  </a:lnTo>
                  <a:cubicBezTo>
                    <a:pt x="0" y="122"/>
                    <a:pt x="31" y="274"/>
                    <a:pt x="122" y="395"/>
                  </a:cubicBezTo>
                  <a:lnTo>
                    <a:pt x="213" y="274"/>
                  </a:lnTo>
                  <a:cubicBezTo>
                    <a:pt x="122" y="61"/>
                    <a:pt x="122" y="61"/>
                    <a:pt x="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7"/>
            <p:cNvSpPr/>
            <p:nvPr/>
          </p:nvSpPr>
          <p:spPr>
            <a:xfrm>
              <a:off x="3952800" y="4065575"/>
              <a:ext cx="3050" cy="9900"/>
            </a:xfrm>
            <a:custGeom>
              <a:rect b="b" l="l" r="r" t="t"/>
              <a:pathLst>
                <a:path extrusionOk="0" h="396" w="122">
                  <a:moveTo>
                    <a:pt x="0" y="0"/>
                  </a:moveTo>
                  <a:lnTo>
                    <a:pt x="0" y="396"/>
                  </a:lnTo>
                  <a:lnTo>
                    <a:pt x="122" y="396"/>
                  </a:lnTo>
                  <a:lnTo>
                    <a:pt x="1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7"/>
            <p:cNvSpPr/>
            <p:nvPr/>
          </p:nvSpPr>
          <p:spPr>
            <a:xfrm>
              <a:off x="3380600" y="3224375"/>
              <a:ext cx="5325" cy="7625"/>
            </a:xfrm>
            <a:custGeom>
              <a:rect b="b" l="l" r="r" t="t"/>
              <a:pathLst>
                <a:path extrusionOk="0" h="305" w="213">
                  <a:moveTo>
                    <a:pt x="0" y="1"/>
                  </a:moveTo>
                  <a:lnTo>
                    <a:pt x="152" y="304"/>
                  </a:lnTo>
                  <a:lnTo>
                    <a:pt x="213" y="274"/>
                  </a:lnTo>
                  <a:lnTo>
                    <a:pt x="2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7"/>
            <p:cNvSpPr/>
            <p:nvPr/>
          </p:nvSpPr>
          <p:spPr>
            <a:xfrm>
              <a:off x="3366150" y="3421950"/>
              <a:ext cx="6100" cy="5350"/>
            </a:xfrm>
            <a:custGeom>
              <a:rect b="b" l="l" r="r" t="t"/>
              <a:pathLst>
                <a:path extrusionOk="0" h="214" w="244">
                  <a:moveTo>
                    <a:pt x="1" y="0"/>
                  </a:moveTo>
                  <a:lnTo>
                    <a:pt x="92" y="213"/>
                  </a:lnTo>
                  <a:lnTo>
                    <a:pt x="244" y="213"/>
                  </a:lnTo>
                  <a:lnTo>
                    <a:pt x="2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7"/>
            <p:cNvSpPr/>
            <p:nvPr/>
          </p:nvSpPr>
          <p:spPr>
            <a:xfrm>
              <a:off x="3579675" y="3017675"/>
              <a:ext cx="6875" cy="6125"/>
            </a:xfrm>
            <a:custGeom>
              <a:rect b="b" l="l" r="r" t="t"/>
              <a:pathLst>
                <a:path extrusionOk="0" h="245" w="275">
                  <a:moveTo>
                    <a:pt x="122" y="1"/>
                  </a:moveTo>
                  <a:lnTo>
                    <a:pt x="1" y="62"/>
                  </a:lnTo>
                  <a:lnTo>
                    <a:pt x="183" y="244"/>
                  </a:lnTo>
                  <a:lnTo>
                    <a:pt x="274" y="92"/>
                  </a:lnTo>
                  <a:lnTo>
                    <a:pt x="1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7"/>
            <p:cNvSpPr/>
            <p:nvPr/>
          </p:nvSpPr>
          <p:spPr>
            <a:xfrm>
              <a:off x="3973300" y="3906750"/>
              <a:ext cx="6100" cy="4950"/>
            </a:xfrm>
            <a:custGeom>
              <a:rect b="b" l="l" r="r" t="t"/>
              <a:pathLst>
                <a:path extrusionOk="0" h="198" w="244">
                  <a:moveTo>
                    <a:pt x="61" y="1"/>
                  </a:moveTo>
                  <a:cubicBezTo>
                    <a:pt x="61" y="31"/>
                    <a:pt x="61" y="62"/>
                    <a:pt x="61" y="122"/>
                  </a:cubicBezTo>
                  <a:cubicBezTo>
                    <a:pt x="31" y="153"/>
                    <a:pt x="1" y="153"/>
                    <a:pt x="1" y="183"/>
                  </a:cubicBezTo>
                  <a:cubicBezTo>
                    <a:pt x="42" y="191"/>
                    <a:pt x="73" y="198"/>
                    <a:pt x="96" y="198"/>
                  </a:cubicBezTo>
                  <a:cubicBezTo>
                    <a:pt x="160" y="198"/>
                    <a:pt x="178" y="155"/>
                    <a:pt x="2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7"/>
            <p:cNvSpPr/>
            <p:nvPr/>
          </p:nvSpPr>
          <p:spPr>
            <a:xfrm>
              <a:off x="3812975" y="4333825"/>
              <a:ext cx="7625" cy="3300"/>
            </a:xfrm>
            <a:custGeom>
              <a:rect b="b" l="l" r="r" t="t"/>
              <a:pathLst>
                <a:path extrusionOk="0" h="132" w="305">
                  <a:moveTo>
                    <a:pt x="0" y="0"/>
                  </a:moveTo>
                  <a:lnTo>
                    <a:pt x="0" y="122"/>
                  </a:lnTo>
                  <a:cubicBezTo>
                    <a:pt x="37" y="122"/>
                    <a:pt x="78" y="131"/>
                    <a:pt x="120" y="131"/>
                  </a:cubicBezTo>
                  <a:cubicBezTo>
                    <a:pt x="184" y="131"/>
                    <a:pt x="249" y="109"/>
                    <a:pt x="3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7"/>
            <p:cNvSpPr/>
            <p:nvPr/>
          </p:nvSpPr>
          <p:spPr>
            <a:xfrm>
              <a:off x="3436825" y="3305675"/>
              <a:ext cx="5350" cy="7625"/>
            </a:xfrm>
            <a:custGeom>
              <a:rect b="b" l="l" r="r" t="t"/>
              <a:pathLst>
                <a:path extrusionOk="0" h="305" w="214">
                  <a:moveTo>
                    <a:pt x="92" y="1"/>
                  </a:moveTo>
                  <a:lnTo>
                    <a:pt x="0" y="122"/>
                  </a:lnTo>
                  <a:cubicBezTo>
                    <a:pt x="0" y="244"/>
                    <a:pt x="61" y="305"/>
                    <a:pt x="183" y="305"/>
                  </a:cubicBezTo>
                  <a:cubicBezTo>
                    <a:pt x="213" y="183"/>
                    <a:pt x="213" y="62"/>
                    <a:pt x="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7"/>
            <p:cNvSpPr/>
            <p:nvPr/>
          </p:nvSpPr>
          <p:spPr>
            <a:xfrm>
              <a:off x="3424650" y="3239575"/>
              <a:ext cx="8400" cy="6850"/>
            </a:xfrm>
            <a:custGeom>
              <a:rect b="b" l="l" r="r" t="t"/>
              <a:pathLst>
                <a:path extrusionOk="0" h="274" w="336">
                  <a:moveTo>
                    <a:pt x="214" y="0"/>
                  </a:moveTo>
                  <a:lnTo>
                    <a:pt x="1" y="61"/>
                  </a:lnTo>
                  <a:lnTo>
                    <a:pt x="244" y="274"/>
                  </a:lnTo>
                  <a:cubicBezTo>
                    <a:pt x="335" y="92"/>
                    <a:pt x="275" y="0"/>
                    <a:pt x="2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7"/>
            <p:cNvSpPr/>
            <p:nvPr/>
          </p:nvSpPr>
          <p:spPr>
            <a:xfrm>
              <a:off x="3515100" y="3305675"/>
              <a:ext cx="8375" cy="5350"/>
            </a:xfrm>
            <a:custGeom>
              <a:rect b="b" l="l" r="r" t="t"/>
              <a:pathLst>
                <a:path extrusionOk="0" h="214" w="335">
                  <a:moveTo>
                    <a:pt x="61" y="1"/>
                  </a:moveTo>
                  <a:cubicBezTo>
                    <a:pt x="30" y="1"/>
                    <a:pt x="30" y="62"/>
                    <a:pt x="0" y="92"/>
                  </a:cubicBezTo>
                  <a:lnTo>
                    <a:pt x="182" y="214"/>
                  </a:lnTo>
                  <a:lnTo>
                    <a:pt x="33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7"/>
            <p:cNvSpPr/>
            <p:nvPr/>
          </p:nvSpPr>
          <p:spPr>
            <a:xfrm>
              <a:off x="4053100" y="4181075"/>
              <a:ext cx="6850" cy="5350"/>
            </a:xfrm>
            <a:custGeom>
              <a:rect b="b" l="l" r="r" t="t"/>
              <a:pathLst>
                <a:path extrusionOk="0" h="214" w="274">
                  <a:moveTo>
                    <a:pt x="274" y="1"/>
                  </a:moveTo>
                  <a:cubicBezTo>
                    <a:pt x="0" y="1"/>
                    <a:pt x="0" y="1"/>
                    <a:pt x="61" y="213"/>
                  </a:cubicBezTo>
                  <a:cubicBezTo>
                    <a:pt x="91" y="183"/>
                    <a:pt x="122" y="183"/>
                    <a:pt x="122" y="153"/>
                  </a:cubicBezTo>
                  <a:cubicBezTo>
                    <a:pt x="183" y="92"/>
                    <a:pt x="213" y="61"/>
                    <a:pt x="2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7"/>
            <p:cNvSpPr/>
            <p:nvPr/>
          </p:nvSpPr>
          <p:spPr>
            <a:xfrm>
              <a:off x="3982425" y="3966025"/>
              <a:ext cx="6850" cy="6875"/>
            </a:xfrm>
            <a:custGeom>
              <a:rect b="b" l="l" r="r" t="t"/>
              <a:pathLst>
                <a:path extrusionOk="0" h="275" w="274">
                  <a:moveTo>
                    <a:pt x="92" y="1"/>
                  </a:moveTo>
                  <a:lnTo>
                    <a:pt x="0" y="122"/>
                  </a:lnTo>
                  <a:lnTo>
                    <a:pt x="122" y="274"/>
                  </a:lnTo>
                  <a:lnTo>
                    <a:pt x="274" y="92"/>
                  </a:lnTo>
                  <a:lnTo>
                    <a:pt x="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7"/>
            <p:cNvSpPr/>
            <p:nvPr/>
          </p:nvSpPr>
          <p:spPr>
            <a:xfrm>
              <a:off x="3884400" y="4216800"/>
              <a:ext cx="4575" cy="6100"/>
            </a:xfrm>
            <a:custGeom>
              <a:rect b="b" l="l" r="r" t="t"/>
              <a:pathLst>
                <a:path extrusionOk="0" h="244" w="183">
                  <a:moveTo>
                    <a:pt x="0" y="0"/>
                  </a:moveTo>
                  <a:lnTo>
                    <a:pt x="0" y="243"/>
                  </a:lnTo>
                  <a:lnTo>
                    <a:pt x="183" y="213"/>
                  </a:lnTo>
                  <a:lnTo>
                    <a:pt x="183" y="91"/>
                  </a:lnTo>
                  <a:lnTo>
                    <a:pt x="1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7"/>
            <p:cNvSpPr/>
            <p:nvPr/>
          </p:nvSpPr>
          <p:spPr>
            <a:xfrm>
              <a:off x="4045500" y="4073925"/>
              <a:ext cx="5350" cy="7625"/>
            </a:xfrm>
            <a:custGeom>
              <a:rect b="b" l="l" r="r" t="t"/>
              <a:pathLst>
                <a:path extrusionOk="0" h="305" w="214">
                  <a:moveTo>
                    <a:pt x="61" y="1"/>
                  </a:moveTo>
                  <a:lnTo>
                    <a:pt x="0" y="122"/>
                  </a:lnTo>
                  <a:lnTo>
                    <a:pt x="61" y="305"/>
                  </a:lnTo>
                  <a:lnTo>
                    <a:pt x="213" y="122"/>
                  </a:lnTo>
                  <a:lnTo>
                    <a:pt x="6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7"/>
            <p:cNvSpPr/>
            <p:nvPr/>
          </p:nvSpPr>
          <p:spPr>
            <a:xfrm>
              <a:off x="4011300" y="4038225"/>
              <a:ext cx="4575" cy="6100"/>
            </a:xfrm>
            <a:custGeom>
              <a:rect b="b" l="l" r="r" t="t"/>
              <a:pathLst>
                <a:path extrusionOk="0" h="244" w="183">
                  <a:moveTo>
                    <a:pt x="183" y="0"/>
                  </a:moveTo>
                  <a:cubicBezTo>
                    <a:pt x="61" y="31"/>
                    <a:pt x="0" y="91"/>
                    <a:pt x="0" y="243"/>
                  </a:cubicBezTo>
                  <a:lnTo>
                    <a:pt x="183" y="243"/>
                  </a:lnTo>
                  <a:lnTo>
                    <a:pt x="18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7"/>
            <p:cNvSpPr/>
            <p:nvPr/>
          </p:nvSpPr>
          <p:spPr>
            <a:xfrm>
              <a:off x="3951275" y="4011625"/>
              <a:ext cx="5325" cy="5525"/>
            </a:xfrm>
            <a:custGeom>
              <a:rect b="b" l="l" r="r" t="t"/>
              <a:pathLst>
                <a:path extrusionOk="0" h="221" w="213">
                  <a:moveTo>
                    <a:pt x="0" y="0"/>
                  </a:moveTo>
                  <a:lnTo>
                    <a:pt x="0" y="213"/>
                  </a:lnTo>
                  <a:cubicBezTo>
                    <a:pt x="20" y="218"/>
                    <a:pt x="38" y="221"/>
                    <a:pt x="55" y="221"/>
                  </a:cubicBezTo>
                  <a:cubicBezTo>
                    <a:pt x="141" y="221"/>
                    <a:pt x="188" y="153"/>
                    <a:pt x="2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7"/>
            <p:cNvSpPr/>
            <p:nvPr/>
          </p:nvSpPr>
          <p:spPr>
            <a:xfrm>
              <a:off x="3418575" y="3194750"/>
              <a:ext cx="6100" cy="7625"/>
            </a:xfrm>
            <a:custGeom>
              <a:rect b="b" l="l" r="r" t="t"/>
              <a:pathLst>
                <a:path extrusionOk="0" h="305" w="244">
                  <a:moveTo>
                    <a:pt x="153" y="0"/>
                  </a:moveTo>
                  <a:lnTo>
                    <a:pt x="1" y="213"/>
                  </a:lnTo>
                  <a:lnTo>
                    <a:pt x="183" y="304"/>
                  </a:lnTo>
                  <a:lnTo>
                    <a:pt x="244" y="182"/>
                  </a:lnTo>
                  <a:lnTo>
                    <a:pt x="1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7"/>
            <p:cNvSpPr/>
            <p:nvPr/>
          </p:nvSpPr>
          <p:spPr>
            <a:xfrm>
              <a:off x="3369950" y="3392300"/>
              <a:ext cx="4575" cy="6125"/>
            </a:xfrm>
            <a:custGeom>
              <a:rect b="b" l="l" r="r" t="t"/>
              <a:pathLst>
                <a:path extrusionOk="0" h="245" w="183">
                  <a:moveTo>
                    <a:pt x="0" y="1"/>
                  </a:moveTo>
                  <a:lnTo>
                    <a:pt x="0" y="244"/>
                  </a:lnTo>
                  <a:lnTo>
                    <a:pt x="183" y="244"/>
                  </a:lnTo>
                  <a:cubicBezTo>
                    <a:pt x="183" y="92"/>
                    <a:pt x="122" y="3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7"/>
            <p:cNvSpPr/>
            <p:nvPr/>
          </p:nvSpPr>
          <p:spPr>
            <a:xfrm>
              <a:off x="3401875" y="3456150"/>
              <a:ext cx="6100" cy="8375"/>
            </a:xfrm>
            <a:custGeom>
              <a:rect b="b" l="l" r="r" t="t"/>
              <a:pathLst>
                <a:path extrusionOk="0" h="335" w="244">
                  <a:moveTo>
                    <a:pt x="152" y="0"/>
                  </a:moveTo>
                  <a:lnTo>
                    <a:pt x="0" y="122"/>
                  </a:lnTo>
                  <a:lnTo>
                    <a:pt x="91" y="335"/>
                  </a:lnTo>
                  <a:cubicBezTo>
                    <a:pt x="182" y="243"/>
                    <a:pt x="243" y="152"/>
                    <a:pt x="1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7"/>
            <p:cNvSpPr/>
            <p:nvPr/>
          </p:nvSpPr>
          <p:spPr>
            <a:xfrm>
              <a:off x="3410225" y="3548100"/>
              <a:ext cx="5350" cy="6100"/>
            </a:xfrm>
            <a:custGeom>
              <a:rect b="b" l="l" r="r" t="t"/>
              <a:pathLst>
                <a:path extrusionOk="0" h="244" w="214">
                  <a:moveTo>
                    <a:pt x="0" y="0"/>
                  </a:moveTo>
                  <a:lnTo>
                    <a:pt x="0" y="243"/>
                  </a:lnTo>
                  <a:cubicBezTo>
                    <a:pt x="122" y="213"/>
                    <a:pt x="213" y="182"/>
                    <a:pt x="1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7"/>
            <p:cNvSpPr/>
            <p:nvPr/>
          </p:nvSpPr>
          <p:spPr>
            <a:xfrm>
              <a:off x="3873000" y="3554925"/>
              <a:ext cx="4575" cy="7850"/>
            </a:xfrm>
            <a:custGeom>
              <a:rect b="b" l="l" r="r" t="t"/>
              <a:pathLst>
                <a:path extrusionOk="0" h="314" w="183">
                  <a:moveTo>
                    <a:pt x="0" y="1"/>
                  </a:moveTo>
                  <a:cubicBezTo>
                    <a:pt x="0" y="247"/>
                    <a:pt x="0" y="314"/>
                    <a:pt x="98" y="314"/>
                  </a:cubicBezTo>
                  <a:cubicBezTo>
                    <a:pt x="121" y="314"/>
                    <a:pt x="149" y="310"/>
                    <a:pt x="183" y="305"/>
                  </a:cubicBezTo>
                  <a:cubicBezTo>
                    <a:pt x="183" y="153"/>
                    <a:pt x="61" y="12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7"/>
            <p:cNvSpPr/>
            <p:nvPr/>
          </p:nvSpPr>
          <p:spPr>
            <a:xfrm>
              <a:off x="3993050" y="4089125"/>
              <a:ext cx="5350" cy="6100"/>
            </a:xfrm>
            <a:custGeom>
              <a:rect b="b" l="l" r="r" t="t"/>
              <a:pathLst>
                <a:path extrusionOk="0" h="244" w="214">
                  <a:moveTo>
                    <a:pt x="1" y="1"/>
                  </a:moveTo>
                  <a:lnTo>
                    <a:pt x="1" y="244"/>
                  </a:lnTo>
                  <a:cubicBezTo>
                    <a:pt x="153" y="213"/>
                    <a:pt x="214" y="153"/>
                    <a:pt x="2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7"/>
            <p:cNvSpPr/>
            <p:nvPr/>
          </p:nvSpPr>
          <p:spPr>
            <a:xfrm>
              <a:off x="3939875" y="4206150"/>
              <a:ext cx="6100" cy="3075"/>
            </a:xfrm>
            <a:custGeom>
              <a:rect b="b" l="l" r="r" t="t"/>
              <a:pathLst>
                <a:path extrusionOk="0" h="123" w="244">
                  <a:moveTo>
                    <a:pt x="0" y="1"/>
                  </a:moveTo>
                  <a:lnTo>
                    <a:pt x="0" y="122"/>
                  </a:lnTo>
                  <a:cubicBezTo>
                    <a:pt x="91" y="122"/>
                    <a:pt x="183" y="122"/>
                    <a:pt x="2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7"/>
            <p:cNvSpPr/>
            <p:nvPr/>
          </p:nvSpPr>
          <p:spPr>
            <a:xfrm>
              <a:off x="3475575" y="3352025"/>
              <a:ext cx="4575" cy="6125"/>
            </a:xfrm>
            <a:custGeom>
              <a:rect b="b" l="l" r="r" t="t"/>
              <a:pathLst>
                <a:path extrusionOk="0" h="245" w="183">
                  <a:moveTo>
                    <a:pt x="152" y="1"/>
                  </a:moveTo>
                  <a:cubicBezTo>
                    <a:pt x="61" y="1"/>
                    <a:pt x="1" y="62"/>
                    <a:pt x="1" y="153"/>
                  </a:cubicBezTo>
                  <a:lnTo>
                    <a:pt x="61" y="244"/>
                  </a:lnTo>
                  <a:lnTo>
                    <a:pt x="183" y="244"/>
                  </a:lnTo>
                  <a:lnTo>
                    <a:pt x="183" y="62"/>
                  </a:lnTo>
                  <a:cubicBezTo>
                    <a:pt x="183" y="62"/>
                    <a:pt x="183" y="31"/>
                    <a:pt x="1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7"/>
            <p:cNvSpPr/>
            <p:nvPr/>
          </p:nvSpPr>
          <p:spPr>
            <a:xfrm>
              <a:off x="3423900" y="3323150"/>
              <a:ext cx="6100" cy="6875"/>
            </a:xfrm>
            <a:custGeom>
              <a:rect b="b" l="l" r="r" t="t"/>
              <a:pathLst>
                <a:path extrusionOk="0" h="275" w="244">
                  <a:moveTo>
                    <a:pt x="153" y="1"/>
                  </a:moveTo>
                  <a:lnTo>
                    <a:pt x="1" y="183"/>
                  </a:lnTo>
                  <a:lnTo>
                    <a:pt x="153" y="274"/>
                  </a:lnTo>
                  <a:lnTo>
                    <a:pt x="244" y="183"/>
                  </a:lnTo>
                  <a:lnTo>
                    <a:pt x="1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7"/>
            <p:cNvSpPr/>
            <p:nvPr/>
          </p:nvSpPr>
          <p:spPr>
            <a:xfrm>
              <a:off x="3949000" y="4143850"/>
              <a:ext cx="6100" cy="8375"/>
            </a:xfrm>
            <a:custGeom>
              <a:rect b="b" l="l" r="r" t="t"/>
              <a:pathLst>
                <a:path extrusionOk="0" h="335" w="244">
                  <a:moveTo>
                    <a:pt x="182" y="0"/>
                  </a:moveTo>
                  <a:lnTo>
                    <a:pt x="0" y="183"/>
                  </a:lnTo>
                  <a:lnTo>
                    <a:pt x="243" y="335"/>
                  </a:lnTo>
                  <a:lnTo>
                    <a:pt x="1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7"/>
            <p:cNvSpPr/>
            <p:nvPr/>
          </p:nvSpPr>
          <p:spPr>
            <a:xfrm>
              <a:off x="3416300" y="3321650"/>
              <a:ext cx="6100" cy="6850"/>
            </a:xfrm>
            <a:custGeom>
              <a:rect b="b" l="l" r="r" t="t"/>
              <a:pathLst>
                <a:path extrusionOk="0" h="274" w="244">
                  <a:moveTo>
                    <a:pt x="92" y="0"/>
                  </a:moveTo>
                  <a:lnTo>
                    <a:pt x="1" y="274"/>
                  </a:lnTo>
                  <a:lnTo>
                    <a:pt x="244" y="274"/>
                  </a:lnTo>
                  <a:lnTo>
                    <a:pt x="9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7"/>
            <p:cNvSpPr/>
            <p:nvPr/>
          </p:nvSpPr>
          <p:spPr>
            <a:xfrm>
              <a:off x="3535600" y="3284400"/>
              <a:ext cx="7625" cy="5350"/>
            </a:xfrm>
            <a:custGeom>
              <a:rect b="b" l="l" r="r" t="t"/>
              <a:pathLst>
                <a:path extrusionOk="0" h="214" w="305">
                  <a:moveTo>
                    <a:pt x="305" y="1"/>
                  </a:moveTo>
                  <a:lnTo>
                    <a:pt x="1" y="153"/>
                  </a:lnTo>
                  <a:lnTo>
                    <a:pt x="31" y="214"/>
                  </a:lnTo>
                  <a:lnTo>
                    <a:pt x="214" y="214"/>
                  </a:lnTo>
                  <a:cubicBezTo>
                    <a:pt x="244" y="214"/>
                    <a:pt x="244" y="153"/>
                    <a:pt x="3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7"/>
            <p:cNvSpPr/>
            <p:nvPr/>
          </p:nvSpPr>
          <p:spPr>
            <a:xfrm>
              <a:off x="3917825" y="4116475"/>
              <a:ext cx="5350" cy="5350"/>
            </a:xfrm>
            <a:custGeom>
              <a:rect b="b" l="l" r="r" t="t"/>
              <a:pathLst>
                <a:path extrusionOk="0" h="214" w="214">
                  <a:moveTo>
                    <a:pt x="1" y="1"/>
                  </a:moveTo>
                  <a:lnTo>
                    <a:pt x="1" y="214"/>
                  </a:lnTo>
                  <a:cubicBezTo>
                    <a:pt x="122" y="153"/>
                    <a:pt x="214" y="31"/>
                    <a:pt x="1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7"/>
            <p:cNvSpPr/>
            <p:nvPr/>
          </p:nvSpPr>
          <p:spPr>
            <a:xfrm>
              <a:off x="3369950" y="3237300"/>
              <a:ext cx="6875" cy="6100"/>
            </a:xfrm>
            <a:custGeom>
              <a:rect b="b" l="l" r="r" t="t"/>
              <a:pathLst>
                <a:path extrusionOk="0" h="244" w="275">
                  <a:moveTo>
                    <a:pt x="244" y="0"/>
                  </a:moveTo>
                  <a:lnTo>
                    <a:pt x="0" y="61"/>
                  </a:lnTo>
                  <a:lnTo>
                    <a:pt x="152" y="243"/>
                  </a:lnTo>
                  <a:lnTo>
                    <a:pt x="274" y="91"/>
                  </a:lnTo>
                  <a:lnTo>
                    <a:pt x="2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7"/>
            <p:cNvSpPr/>
            <p:nvPr/>
          </p:nvSpPr>
          <p:spPr>
            <a:xfrm>
              <a:off x="3912525" y="3769975"/>
              <a:ext cx="5325" cy="7625"/>
            </a:xfrm>
            <a:custGeom>
              <a:rect b="b" l="l" r="r" t="t"/>
              <a:pathLst>
                <a:path extrusionOk="0" h="305" w="213">
                  <a:moveTo>
                    <a:pt x="182" y="1"/>
                  </a:moveTo>
                  <a:lnTo>
                    <a:pt x="0" y="153"/>
                  </a:lnTo>
                  <a:lnTo>
                    <a:pt x="152" y="304"/>
                  </a:lnTo>
                  <a:lnTo>
                    <a:pt x="213" y="244"/>
                  </a:lnTo>
                  <a:lnTo>
                    <a:pt x="1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7"/>
            <p:cNvSpPr/>
            <p:nvPr/>
          </p:nvSpPr>
          <p:spPr>
            <a:xfrm>
              <a:off x="3471775" y="3228175"/>
              <a:ext cx="9900" cy="3825"/>
            </a:xfrm>
            <a:custGeom>
              <a:rect b="b" l="l" r="r" t="t"/>
              <a:pathLst>
                <a:path extrusionOk="0" h="153" w="396">
                  <a:moveTo>
                    <a:pt x="1" y="0"/>
                  </a:moveTo>
                  <a:lnTo>
                    <a:pt x="304" y="152"/>
                  </a:lnTo>
                  <a:lnTo>
                    <a:pt x="244" y="92"/>
                  </a:lnTo>
                  <a:lnTo>
                    <a:pt x="396" y="31"/>
                  </a:lnTo>
                  <a:lnTo>
                    <a:pt x="39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7"/>
            <p:cNvSpPr/>
            <p:nvPr/>
          </p:nvSpPr>
          <p:spPr>
            <a:xfrm>
              <a:off x="3789400" y="4370300"/>
              <a:ext cx="11425" cy="5325"/>
            </a:xfrm>
            <a:custGeom>
              <a:rect b="b" l="l" r="r" t="t"/>
              <a:pathLst>
                <a:path extrusionOk="0" h="213" w="457">
                  <a:moveTo>
                    <a:pt x="1" y="0"/>
                  </a:moveTo>
                  <a:lnTo>
                    <a:pt x="123" y="213"/>
                  </a:lnTo>
                  <a:lnTo>
                    <a:pt x="457" y="91"/>
                  </a:lnTo>
                  <a:cubicBezTo>
                    <a:pt x="305" y="61"/>
                    <a:pt x="244" y="61"/>
                    <a:pt x="183" y="61"/>
                  </a:cubicBezTo>
                  <a:cubicBezTo>
                    <a:pt x="123" y="61"/>
                    <a:pt x="62" y="3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7"/>
            <p:cNvSpPr/>
            <p:nvPr/>
          </p:nvSpPr>
          <p:spPr>
            <a:xfrm>
              <a:off x="4018150" y="4070125"/>
              <a:ext cx="6100" cy="6875"/>
            </a:xfrm>
            <a:custGeom>
              <a:rect b="b" l="l" r="r" t="t"/>
              <a:pathLst>
                <a:path extrusionOk="0" h="275" w="244">
                  <a:moveTo>
                    <a:pt x="182" y="1"/>
                  </a:moveTo>
                  <a:lnTo>
                    <a:pt x="0" y="92"/>
                  </a:lnTo>
                  <a:lnTo>
                    <a:pt x="0" y="122"/>
                  </a:lnTo>
                  <a:lnTo>
                    <a:pt x="152" y="274"/>
                  </a:lnTo>
                  <a:lnTo>
                    <a:pt x="243" y="62"/>
                  </a:lnTo>
                  <a:lnTo>
                    <a:pt x="1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7"/>
            <p:cNvSpPr/>
            <p:nvPr/>
          </p:nvSpPr>
          <p:spPr>
            <a:xfrm>
              <a:off x="3544725" y="2991100"/>
              <a:ext cx="5350" cy="6850"/>
            </a:xfrm>
            <a:custGeom>
              <a:rect b="b" l="l" r="r" t="t"/>
              <a:pathLst>
                <a:path extrusionOk="0" h="274" w="214">
                  <a:moveTo>
                    <a:pt x="213" y="0"/>
                  </a:moveTo>
                  <a:lnTo>
                    <a:pt x="1" y="122"/>
                  </a:lnTo>
                  <a:lnTo>
                    <a:pt x="213" y="274"/>
                  </a:lnTo>
                  <a:lnTo>
                    <a:pt x="21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7"/>
            <p:cNvSpPr/>
            <p:nvPr/>
          </p:nvSpPr>
          <p:spPr>
            <a:xfrm>
              <a:off x="3407175" y="3557200"/>
              <a:ext cx="6875" cy="6875"/>
            </a:xfrm>
            <a:custGeom>
              <a:rect b="b" l="l" r="r" t="t"/>
              <a:pathLst>
                <a:path extrusionOk="0" h="275" w="275">
                  <a:moveTo>
                    <a:pt x="274" y="1"/>
                  </a:moveTo>
                  <a:lnTo>
                    <a:pt x="1" y="62"/>
                  </a:lnTo>
                  <a:lnTo>
                    <a:pt x="153" y="274"/>
                  </a:lnTo>
                  <a:lnTo>
                    <a:pt x="2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7"/>
            <p:cNvSpPr/>
            <p:nvPr/>
          </p:nvSpPr>
          <p:spPr>
            <a:xfrm>
              <a:off x="3904150" y="3984275"/>
              <a:ext cx="6875" cy="7625"/>
            </a:xfrm>
            <a:custGeom>
              <a:rect b="b" l="l" r="r" t="t"/>
              <a:pathLst>
                <a:path extrusionOk="0" h="305" w="275">
                  <a:moveTo>
                    <a:pt x="183" y="0"/>
                  </a:moveTo>
                  <a:cubicBezTo>
                    <a:pt x="122" y="91"/>
                    <a:pt x="1" y="122"/>
                    <a:pt x="1" y="304"/>
                  </a:cubicBezTo>
                  <a:lnTo>
                    <a:pt x="274" y="122"/>
                  </a:lnTo>
                  <a:lnTo>
                    <a:pt x="18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7"/>
            <p:cNvSpPr/>
            <p:nvPr/>
          </p:nvSpPr>
          <p:spPr>
            <a:xfrm>
              <a:off x="3386675" y="3533650"/>
              <a:ext cx="5325" cy="7625"/>
            </a:xfrm>
            <a:custGeom>
              <a:rect b="b" l="l" r="r" t="t"/>
              <a:pathLst>
                <a:path extrusionOk="0" h="305" w="213">
                  <a:moveTo>
                    <a:pt x="0" y="1"/>
                  </a:moveTo>
                  <a:lnTo>
                    <a:pt x="0" y="304"/>
                  </a:lnTo>
                  <a:lnTo>
                    <a:pt x="213" y="152"/>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7"/>
            <p:cNvSpPr/>
            <p:nvPr/>
          </p:nvSpPr>
          <p:spPr>
            <a:xfrm>
              <a:off x="3458850" y="3466775"/>
              <a:ext cx="7625" cy="5350"/>
            </a:xfrm>
            <a:custGeom>
              <a:rect b="b" l="l" r="r" t="t"/>
              <a:pathLst>
                <a:path extrusionOk="0" h="214" w="305">
                  <a:moveTo>
                    <a:pt x="1" y="1"/>
                  </a:moveTo>
                  <a:lnTo>
                    <a:pt x="153" y="213"/>
                  </a:lnTo>
                  <a:cubicBezTo>
                    <a:pt x="214" y="153"/>
                    <a:pt x="305" y="122"/>
                    <a:pt x="2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7"/>
            <p:cNvSpPr/>
            <p:nvPr/>
          </p:nvSpPr>
          <p:spPr>
            <a:xfrm>
              <a:off x="3438350" y="3450050"/>
              <a:ext cx="4575" cy="7625"/>
            </a:xfrm>
            <a:custGeom>
              <a:rect b="b" l="l" r="r" t="t"/>
              <a:pathLst>
                <a:path extrusionOk="0" h="305" w="183">
                  <a:moveTo>
                    <a:pt x="182" y="1"/>
                  </a:moveTo>
                  <a:lnTo>
                    <a:pt x="0" y="153"/>
                  </a:lnTo>
                  <a:lnTo>
                    <a:pt x="182" y="305"/>
                  </a:lnTo>
                  <a:lnTo>
                    <a:pt x="1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7"/>
            <p:cNvSpPr/>
            <p:nvPr/>
          </p:nvSpPr>
          <p:spPr>
            <a:xfrm>
              <a:off x="3760525" y="4365900"/>
              <a:ext cx="6875" cy="3650"/>
            </a:xfrm>
            <a:custGeom>
              <a:rect b="b" l="l" r="r" t="t"/>
              <a:pathLst>
                <a:path extrusionOk="0" h="146" w="275">
                  <a:moveTo>
                    <a:pt x="87" y="0"/>
                  </a:moveTo>
                  <a:cubicBezTo>
                    <a:pt x="62" y="0"/>
                    <a:pt x="33" y="8"/>
                    <a:pt x="1" y="24"/>
                  </a:cubicBezTo>
                  <a:lnTo>
                    <a:pt x="1" y="146"/>
                  </a:lnTo>
                  <a:lnTo>
                    <a:pt x="274" y="146"/>
                  </a:lnTo>
                  <a:cubicBezTo>
                    <a:pt x="208" y="57"/>
                    <a:pt x="157" y="0"/>
                    <a:pt x="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7"/>
            <p:cNvSpPr/>
            <p:nvPr/>
          </p:nvSpPr>
          <p:spPr>
            <a:xfrm>
              <a:off x="3905675" y="4271500"/>
              <a:ext cx="5350" cy="8375"/>
            </a:xfrm>
            <a:custGeom>
              <a:rect b="b" l="l" r="r" t="t"/>
              <a:pathLst>
                <a:path extrusionOk="0" h="335" w="214">
                  <a:moveTo>
                    <a:pt x="213" y="1"/>
                  </a:moveTo>
                  <a:lnTo>
                    <a:pt x="0" y="183"/>
                  </a:lnTo>
                  <a:lnTo>
                    <a:pt x="213" y="335"/>
                  </a:lnTo>
                  <a:lnTo>
                    <a:pt x="2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7"/>
            <p:cNvSpPr/>
            <p:nvPr/>
          </p:nvSpPr>
          <p:spPr>
            <a:xfrm>
              <a:off x="3895025" y="3983500"/>
              <a:ext cx="6875" cy="6100"/>
            </a:xfrm>
            <a:custGeom>
              <a:rect b="b" l="l" r="r" t="t"/>
              <a:pathLst>
                <a:path extrusionOk="0" h="244" w="275">
                  <a:moveTo>
                    <a:pt x="123" y="1"/>
                  </a:moveTo>
                  <a:lnTo>
                    <a:pt x="1" y="244"/>
                  </a:lnTo>
                  <a:lnTo>
                    <a:pt x="274" y="244"/>
                  </a:lnTo>
                  <a:lnTo>
                    <a:pt x="12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7"/>
            <p:cNvSpPr/>
            <p:nvPr/>
          </p:nvSpPr>
          <p:spPr>
            <a:xfrm>
              <a:off x="3422375" y="3396100"/>
              <a:ext cx="5350" cy="6875"/>
            </a:xfrm>
            <a:custGeom>
              <a:rect b="b" l="l" r="r" t="t"/>
              <a:pathLst>
                <a:path extrusionOk="0" h="275" w="214">
                  <a:moveTo>
                    <a:pt x="214" y="1"/>
                  </a:moveTo>
                  <a:lnTo>
                    <a:pt x="1" y="153"/>
                  </a:lnTo>
                  <a:lnTo>
                    <a:pt x="214" y="274"/>
                  </a:lnTo>
                  <a:lnTo>
                    <a:pt x="21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7"/>
            <p:cNvSpPr/>
            <p:nvPr/>
          </p:nvSpPr>
          <p:spPr>
            <a:xfrm>
              <a:off x="4021950" y="4082300"/>
              <a:ext cx="5325" cy="7625"/>
            </a:xfrm>
            <a:custGeom>
              <a:rect b="b" l="l" r="r" t="t"/>
              <a:pathLst>
                <a:path extrusionOk="0" h="305" w="213">
                  <a:moveTo>
                    <a:pt x="0" y="0"/>
                  </a:moveTo>
                  <a:lnTo>
                    <a:pt x="0" y="304"/>
                  </a:lnTo>
                  <a:lnTo>
                    <a:pt x="213" y="152"/>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7"/>
            <p:cNvSpPr/>
            <p:nvPr/>
          </p:nvSpPr>
          <p:spPr>
            <a:xfrm>
              <a:off x="3966475" y="4191725"/>
              <a:ext cx="3050" cy="5325"/>
            </a:xfrm>
            <a:custGeom>
              <a:rect b="b" l="l" r="r" t="t"/>
              <a:pathLst>
                <a:path extrusionOk="0" h="213" w="122">
                  <a:moveTo>
                    <a:pt x="0" y="0"/>
                  </a:moveTo>
                  <a:lnTo>
                    <a:pt x="0" y="213"/>
                  </a:lnTo>
                  <a:lnTo>
                    <a:pt x="122" y="213"/>
                  </a:lnTo>
                  <a:lnTo>
                    <a:pt x="1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7"/>
            <p:cNvSpPr/>
            <p:nvPr/>
          </p:nvSpPr>
          <p:spPr>
            <a:xfrm>
              <a:off x="3924675" y="4165875"/>
              <a:ext cx="4575" cy="6875"/>
            </a:xfrm>
            <a:custGeom>
              <a:rect b="b" l="l" r="r" t="t"/>
              <a:pathLst>
                <a:path extrusionOk="0" h="275" w="183">
                  <a:moveTo>
                    <a:pt x="152" y="1"/>
                  </a:moveTo>
                  <a:lnTo>
                    <a:pt x="0" y="122"/>
                  </a:lnTo>
                  <a:lnTo>
                    <a:pt x="92" y="274"/>
                  </a:lnTo>
                  <a:lnTo>
                    <a:pt x="183" y="61"/>
                  </a:lnTo>
                  <a:lnTo>
                    <a:pt x="15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7"/>
            <p:cNvSpPr/>
            <p:nvPr/>
          </p:nvSpPr>
          <p:spPr>
            <a:xfrm>
              <a:off x="3773450" y="4399375"/>
              <a:ext cx="4575" cy="5900"/>
            </a:xfrm>
            <a:custGeom>
              <a:rect b="b" l="l" r="r" t="t"/>
              <a:pathLst>
                <a:path extrusionOk="0" h="236" w="183">
                  <a:moveTo>
                    <a:pt x="74" y="0"/>
                  </a:moveTo>
                  <a:cubicBezTo>
                    <a:pt x="56" y="0"/>
                    <a:pt x="32" y="7"/>
                    <a:pt x="1" y="22"/>
                  </a:cubicBezTo>
                  <a:cubicBezTo>
                    <a:pt x="31" y="144"/>
                    <a:pt x="61" y="235"/>
                    <a:pt x="183" y="235"/>
                  </a:cubicBezTo>
                  <a:cubicBezTo>
                    <a:pt x="133" y="160"/>
                    <a:pt x="166" y="0"/>
                    <a:pt x="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7"/>
            <p:cNvSpPr/>
            <p:nvPr/>
          </p:nvSpPr>
          <p:spPr>
            <a:xfrm>
              <a:off x="3945950" y="3972100"/>
              <a:ext cx="6850" cy="5350"/>
            </a:xfrm>
            <a:custGeom>
              <a:rect b="b" l="l" r="r" t="t"/>
              <a:pathLst>
                <a:path extrusionOk="0" h="214" w="274">
                  <a:moveTo>
                    <a:pt x="0" y="1"/>
                  </a:moveTo>
                  <a:lnTo>
                    <a:pt x="0" y="1"/>
                  </a:lnTo>
                  <a:cubicBezTo>
                    <a:pt x="61" y="153"/>
                    <a:pt x="61" y="153"/>
                    <a:pt x="274" y="214"/>
                  </a:cubicBezTo>
                  <a:cubicBezTo>
                    <a:pt x="183" y="122"/>
                    <a:pt x="92" y="6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7"/>
            <p:cNvSpPr/>
            <p:nvPr/>
          </p:nvSpPr>
          <p:spPr>
            <a:xfrm>
              <a:off x="3945950" y="4159800"/>
              <a:ext cx="3825" cy="7625"/>
            </a:xfrm>
            <a:custGeom>
              <a:rect b="b" l="l" r="r" t="t"/>
              <a:pathLst>
                <a:path extrusionOk="0" h="305" w="153">
                  <a:moveTo>
                    <a:pt x="61" y="0"/>
                  </a:moveTo>
                  <a:cubicBezTo>
                    <a:pt x="31" y="0"/>
                    <a:pt x="0" y="61"/>
                    <a:pt x="0" y="152"/>
                  </a:cubicBezTo>
                  <a:cubicBezTo>
                    <a:pt x="0" y="244"/>
                    <a:pt x="31" y="304"/>
                    <a:pt x="61" y="304"/>
                  </a:cubicBezTo>
                  <a:cubicBezTo>
                    <a:pt x="122" y="304"/>
                    <a:pt x="152" y="244"/>
                    <a:pt x="152" y="152"/>
                  </a:cubicBezTo>
                  <a:cubicBezTo>
                    <a:pt x="152" y="61"/>
                    <a:pt x="122" y="0"/>
                    <a:pt x="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7"/>
            <p:cNvSpPr/>
            <p:nvPr/>
          </p:nvSpPr>
          <p:spPr>
            <a:xfrm>
              <a:off x="4047775" y="3956150"/>
              <a:ext cx="3825" cy="7625"/>
            </a:xfrm>
            <a:custGeom>
              <a:rect b="b" l="l" r="r" t="t"/>
              <a:pathLst>
                <a:path extrusionOk="0" h="305" w="153">
                  <a:moveTo>
                    <a:pt x="92" y="0"/>
                  </a:moveTo>
                  <a:cubicBezTo>
                    <a:pt x="31" y="0"/>
                    <a:pt x="0" y="61"/>
                    <a:pt x="0" y="152"/>
                  </a:cubicBezTo>
                  <a:cubicBezTo>
                    <a:pt x="0" y="244"/>
                    <a:pt x="31" y="304"/>
                    <a:pt x="92" y="304"/>
                  </a:cubicBezTo>
                  <a:cubicBezTo>
                    <a:pt x="122" y="304"/>
                    <a:pt x="152" y="244"/>
                    <a:pt x="152" y="152"/>
                  </a:cubicBezTo>
                  <a:cubicBezTo>
                    <a:pt x="152" y="61"/>
                    <a:pt x="122" y="0"/>
                    <a:pt x="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7"/>
            <p:cNvSpPr/>
            <p:nvPr/>
          </p:nvSpPr>
          <p:spPr>
            <a:xfrm>
              <a:off x="3879850" y="3763125"/>
              <a:ext cx="9125" cy="4600"/>
            </a:xfrm>
            <a:custGeom>
              <a:rect b="b" l="l" r="r" t="t"/>
              <a:pathLst>
                <a:path extrusionOk="0" h="184" w="365">
                  <a:moveTo>
                    <a:pt x="0" y="1"/>
                  </a:moveTo>
                  <a:lnTo>
                    <a:pt x="152" y="183"/>
                  </a:lnTo>
                  <a:lnTo>
                    <a:pt x="3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7"/>
            <p:cNvSpPr/>
            <p:nvPr/>
          </p:nvSpPr>
          <p:spPr>
            <a:xfrm>
              <a:off x="3954300" y="4032900"/>
              <a:ext cx="4600" cy="5350"/>
            </a:xfrm>
            <a:custGeom>
              <a:rect b="b" l="l" r="r" t="t"/>
              <a:pathLst>
                <a:path extrusionOk="0" h="214" w="184">
                  <a:moveTo>
                    <a:pt x="92" y="0"/>
                  </a:moveTo>
                  <a:cubicBezTo>
                    <a:pt x="92" y="92"/>
                    <a:pt x="1" y="213"/>
                    <a:pt x="183" y="213"/>
                  </a:cubicBezTo>
                  <a:lnTo>
                    <a:pt x="18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7"/>
            <p:cNvSpPr/>
            <p:nvPr/>
          </p:nvSpPr>
          <p:spPr>
            <a:xfrm>
              <a:off x="3781050" y="4387775"/>
              <a:ext cx="3825" cy="5325"/>
            </a:xfrm>
            <a:custGeom>
              <a:rect b="b" l="l" r="r" t="t"/>
              <a:pathLst>
                <a:path extrusionOk="0" h="213" w="153">
                  <a:moveTo>
                    <a:pt x="1" y="0"/>
                  </a:moveTo>
                  <a:lnTo>
                    <a:pt x="153" y="213"/>
                  </a:lnTo>
                  <a:lnTo>
                    <a:pt x="1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7"/>
            <p:cNvSpPr/>
            <p:nvPr/>
          </p:nvSpPr>
          <p:spPr>
            <a:xfrm>
              <a:off x="3976350" y="4048100"/>
              <a:ext cx="7625" cy="6100"/>
            </a:xfrm>
            <a:custGeom>
              <a:rect b="b" l="l" r="r" t="t"/>
              <a:pathLst>
                <a:path extrusionOk="0" h="244" w="305">
                  <a:moveTo>
                    <a:pt x="183" y="0"/>
                  </a:moveTo>
                  <a:cubicBezTo>
                    <a:pt x="0" y="0"/>
                    <a:pt x="61" y="122"/>
                    <a:pt x="61" y="243"/>
                  </a:cubicBezTo>
                  <a:cubicBezTo>
                    <a:pt x="304" y="213"/>
                    <a:pt x="183" y="92"/>
                    <a:pt x="1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7"/>
            <p:cNvSpPr/>
            <p:nvPr/>
          </p:nvSpPr>
          <p:spPr>
            <a:xfrm>
              <a:off x="3724825" y="4385500"/>
              <a:ext cx="6850" cy="4050"/>
            </a:xfrm>
            <a:custGeom>
              <a:rect b="b" l="l" r="r" t="t"/>
              <a:pathLst>
                <a:path extrusionOk="0" h="162" w="274">
                  <a:moveTo>
                    <a:pt x="146" y="1"/>
                  </a:moveTo>
                  <a:cubicBezTo>
                    <a:pt x="96" y="1"/>
                    <a:pt x="53" y="51"/>
                    <a:pt x="0" y="122"/>
                  </a:cubicBezTo>
                  <a:cubicBezTo>
                    <a:pt x="39" y="150"/>
                    <a:pt x="71" y="161"/>
                    <a:pt x="101" y="161"/>
                  </a:cubicBezTo>
                  <a:cubicBezTo>
                    <a:pt x="163" y="161"/>
                    <a:pt x="212" y="112"/>
                    <a:pt x="274" y="91"/>
                  </a:cubicBezTo>
                  <a:cubicBezTo>
                    <a:pt x="223" y="27"/>
                    <a:pt x="182" y="1"/>
                    <a:pt x="1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7"/>
            <p:cNvSpPr/>
            <p:nvPr/>
          </p:nvSpPr>
          <p:spPr>
            <a:xfrm>
              <a:off x="3382875" y="3395350"/>
              <a:ext cx="3825" cy="5350"/>
            </a:xfrm>
            <a:custGeom>
              <a:rect b="b" l="l" r="r" t="t"/>
              <a:pathLst>
                <a:path extrusionOk="0" h="214" w="153">
                  <a:moveTo>
                    <a:pt x="0" y="1"/>
                  </a:moveTo>
                  <a:lnTo>
                    <a:pt x="31" y="213"/>
                  </a:lnTo>
                  <a:cubicBezTo>
                    <a:pt x="152" y="1"/>
                    <a:pt x="152"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7"/>
            <p:cNvSpPr/>
            <p:nvPr/>
          </p:nvSpPr>
          <p:spPr>
            <a:xfrm>
              <a:off x="3385150" y="3174225"/>
              <a:ext cx="6850" cy="6850"/>
            </a:xfrm>
            <a:custGeom>
              <a:rect b="b" l="l" r="r" t="t"/>
              <a:pathLst>
                <a:path extrusionOk="0" h="274" w="274">
                  <a:moveTo>
                    <a:pt x="122" y="0"/>
                  </a:moveTo>
                  <a:lnTo>
                    <a:pt x="0" y="274"/>
                  </a:lnTo>
                  <a:lnTo>
                    <a:pt x="274" y="122"/>
                  </a:lnTo>
                  <a:lnTo>
                    <a:pt x="1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7"/>
            <p:cNvSpPr/>
            <p:nvPr/>
          </p:nvSpPr>
          <p:spPr>
            <a:xfrm>
              <a:off x="3481650" y="3288975"/>
              <a:ext cx="5350" cy="7625"/>
            </a:xfrm>
            <a:custGeom>
              <a:rect b="b" l="l" r="r" t="t"/>
              <a:pathLst>
                <a:path extrusionOk="0" h="305" w="214">
                  <a:moveTo>
                    <a:pt x="31" y="0"/>
                  </a:moveTo>
                  <a:lnTo>
                    <a:pt x="1" y="304"/>
                  </a:lnTo>
                  <a:lnTo>
                    <a:pt x="213" y="152"/>
                  </a:lnTo>
                  <a:lnTo>
                    <a:pt x="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7"/>
            <p:cNvSpPr/>
            <p:nvPr/>
          </p:nvSpPr>
          <p:spPr>
            <a:xfrm>
              <a:off x="3891225" y="3905225"/>
              <a:ext cx="4600" cy="5350"/>
            </a:xfrm>
            <a:custGeom>
              <a:rect b="b" l="l" r="r" t="t"/>
              <a:pathLst>
                <a:path extrusionOk="0" h="214" w="184">
                  <a:moveTo>
                    <a:pt x="62" y="1"/>
                  </a:moveTo>
                  <a:cubicBezTo>
                    <a:pt x="62" y="92"/>
                    <a:pt x="1" y="214"/>
                    <a:pt x="183" y="214"/>
                  </a:cubicBezTo>
                  <a:lnTo>
                    <a:pt x="1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7"/>
            <p:cNvSpPr/>
            <p:nvPr/>
          </p:nvSpPr>
          <p:spPr>
            <a:xfrm>
              <a:off x="3403375" y="3094425"/>
              <a:ext cx="3075" cy="5350"/>
            </a:xfrm>
            <a:custGeom>
              <a:rect b="b" l="l" r="r" t="t"/>
              <a:pathLst>
                <a:path extrusionOk="0" h="214" w="123">
                  <a:moveTo>
                    <a:pt x="1" y="1"/>
                  </a:moveTo>
                  <a:lnTo>
                    <a:pt x="1" y="214"/>
                  </a:lnTo>
                  <a:lnTo>
                    <a:pt x="122" y="214"/>
                  </a:lnTo>
                  <a:lnTo>
                    <a:pt x="1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7"/>
            <p:cNvSpPr/>
            <p:nvPr/>
          </p:nvSpPr>
          <p:spPr>
            <a:xfrm>
              <a:off x="4040175" y="3871800"/>
              <a:ext cx="4575" cy="6100"/>
            </a:xfrm>
            <a:custGeom>
              <a:rect b="b" l="l" r="r" t="t"/>
              <a:pathLst>
                <a:path extrusionOk="0" h="244" w="183">
                  <a:moveTo>
                    <a:pt x="61" y="1"/>
                  </a:moveTo>
                  <a:cubicBezTo>
                    <a:pt x="61" y="122"/>
                    <a:pt x="1" y="244"/>
                    <a:pt x="183" y="244"/>
                  </a:cubicBezTo>
                  <a:cubicBezTo>
                    <a:pt x="183" y="153"/>
                    <a:pt x="183" y="92"/>
                    <a:pt x="183" y="31"/>
                  </a:cubicBezTo>
                  <a:cubicBezTo>
                    <a:pt x="183" y="1"/>
                    <a:pt x="122" y="1"/>
                    <a:pt x="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7"/>
            <p:cNvSpPr/>
            <p:nvPr/>
          </p:nvSpPr>
          <p:spPr>
            <a:xfrm>
              <a:off x="3867675" y="3366475"/>
              <a:ext cx="6875" cy="7625"/>
            </a:xfrm>
            <a:custGeom>
              <a:rect b="b" l="l" r="r" t="t"/>
              <a:pathLst>
                <a:path extrusionOk="0" h="305" w="275">
                  <a:moveTo>
                    <a:pt x="1" y="0"/>
                  </a:moveTo>
                  <a:lnTo>
                    <a:pt x="153" y="304"/>
                  </a:lnTo>
                  <a:lnTo>
                    <a:pt x="274" y="122"/>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7"/>
            <p:cNvSpPr/>
            <p:nvPr/>
          </p:nvSpPr>
          <p:spPr>
            <a:xfrm>
              <a:off x="3508250" y="2991100"/>
              <a:ext cx="6100" cy="4575"/>
            </a:xfrm>
            <a:custGeom>
              <a:rect b="b" l="l" r="r" t="t"/>
              <a:pathLst>
                <a:path extrusionOk="0" h="183" w="244">
                  <a:moveTo>
                    <a:pt x="122" y="0"/>
                  </a:moveTo>
                  <a:cubicBezTo>
                    <a:pt x="31" y="0"/>
                    <a:pt x="1" y="30"/>
                    <a:pt x="1" y="91"/>
                  </a:cubicBezTo>
                  <a:cubicBezTo>
                    <a:pt x="1" y="152"/>
                    <a:pt x="31" y="182"/>
                    <a:pt x="122" y="182"/>
                  </a:cubicBezTo>
                  <a:cubicBezTo>
                    <a:pt x="183" y="182"/>
                    <a:pt x="244" y="152"/>
                    <a:pt x="244" y="91"/>
                  </a:cubicBezTo>
                  <a:cubicBezTo>
                    <a:pt x="244" y="30"/>
                    <a:pt x="183" y="0"/>
                    <a:pt x="1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7"/>
            <p:cNvSpPr/>
            <p:nvPr/>
          </p:nvSpPr>
          <p:spPr>
            <a:xfrm>
              <a:off x="4062200" y="4039725"/>
              <a:ext cx="4600" cy="6875"/>
            </a:xfrm>
            <a:custGeom>
              <a:rect b="b" l="l" r="r" t="t"/>
              <a:pathLst>
                <a:path extrusionOk="0" h="275" w="184">
                  <a:moveTo>
                    <a:pt x="123" y="1"/>
                  </a:moveTo>
                  <a:lnTo>
                    <a:pt x="1" y="153"/>
                  </a:lnTo>
                  <a:lnTo>
                    <a:pt x="92" y="275"/>
                  </a:lnTo>
                  <a:lnTo>
                    <a:pt x="183" y="62"/>
                  </a:lnTo>
                  <a:lnTo>
                    <a:pt x="12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7"/>
            <p:cNvSpPr/>
            <p:nvPr/>
          </p:nvSpPr>
          <p:spPr>
            <a:xfrm>
              <a:off x="3924675" y="4071650"/>
              <a:ext cx="4575" cy="5350"/>
            </a:xfrm>
            <a:custGeom>
              <a:rect b="b" l="l" r="r" t="t"/>
              <a:pathLst>
                <a:path extrusionOk="0" h="214" w="183">
                  <a:moveTo>
                    <a:pt x="61" y="1"/>
                  </a:moveTo>
                  <a:cubicBezTo>
                    <a:pt x="61" y="122"/>
                    <a:pt x="0" y="213"/>
                    <a:pt x="183" y="213"/>
                  </a:cubicBezTo>
                  <a:cubicBezTo>
                    <a:pt x="183" y="153"/>
                    <a:pt x="183" y="92"/>
                    <a:pt x="183" y="31"/>
                  </a:cubicBezTo>
                  <a:cubicBezTo>
                    <a:pt x="183" y="1"/>
                    <a:pt x="92" y="1"/>
                    <a:pt x="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7"/>
            <p:cNvSpPr/>
            <p:nvPr/>
          </p:nvSpPr>
          <p:spPr>
            <a:xfrm>
              <a:off x="3924675" y="4019225"/>
              <a:ext cx="5350" cy="6100"/>
            </a:xfrm>
            <a:custGeom>
              <a:rect b="b" l="l" r="r" t="t"/>
              <a:pathLst>
                <a:path extrusionOk="0" h="244" w="214">
                  <a:moveTo>
                    <a:pt x="92" y="0"/>
                  </a:moveTo>
                  <a:lnTo>
                    <a:pt x="0" y="243"/>
                  </a:lnTo>
                  <a:lnTo>
                    <a:pt x="0" y="243"/>
                  </a:lnTo>
                  <a:lnTo>
                    <a:pt x="213" y="213"/>
                  </a:lnTo>
                  <a:lnTo>
                    <a:pt x="9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7"/>
            <p:cNvSpPr/>
            <p:nvPr/>
          </p:nvSpPr>
          <p:spPr>
            <a:xfrm>
              <a:off x="3468725" y="3228175"/>
              <a:ext cx="3075" cy="5350"/>
            </a:xfrm>
            <a:custGeom>
              <a:rect b="b" l="l" r="r" t="t"/>
              <a:pathLst>
                <a:path extrusionOk="0" h="214" w="123">
                  <a:moveTo>
                    <a:pt x="1" y="0"/>
                  </a:moveTo>
                  <a:cubicBezTo>
                    <a:pt x="1" y="183"/>
                    <a:pt x="1" y="183"/>
                    <a:pt x="123" y="213"/>
                  </a:cubicBezTo>
                  <a:lnTo>
                    <a:pt x="12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7"/>
            <p:cNvSpPr/>
            <p:nvPr/>
          </p:nvSpPr>
          <p:spPr>
            <a:xfrm>
              <a:off x="4047775" y="4063750"/>
              <a:ext cx="5775" cy="3900"/>
            </a:xfrm>
            <a:custGeom>
              <a:rect b="b" l="l" r="r" t="t"/>
              <a:pathLst>
                <a:path extrusionOk="0" h="156" w="231">
                  <a:moveTo>
                    <a:pt x="149" y="1"/>
                  </a:moveTo>
                  <a:cubicBezTo>
                    <a:pt x="109" y="1"/>
                    <a:pt x="55" y="13"/>
                    <a:pt x="0" y="13"/>
                  </a:cubicBezTo>
                  <a:cubicBezTo>
                    <a:pt x="57" y="108"/>
                    <a:pt x="103" y="155"/>
                    <a:pt x="143" y="155"/>
                  </a:cubicBezTo>
                  <a:cubicBezTo>
                    <a:pt x="168" y="155"/>
                    <a:pt x="190" y="138"/>
                    <a:pt x="213" y="104"/>
                  </a:cubicBezTo>
                  <a:cubicBezTo>
                    <a:pt x="230" y="19"/>
                    <a:pt x="200" y="1"/>
                    <a:pt x="1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7"/>
            <p:cNvSpPr/>
            <p:nvPr/>
          </p:nvSpPr>
          <p:spPr>
            <a:xfrm>
              <a:off x="3873750" y="4301150"/>
              <a:ext cx="3825" cy="5325"/>
            </a:xfrm>
            <a:custGeom>
              <a:rect b="b" l="l" r="r" t="t"/>
              <a:pathLst>
                <a:path extrusionOk="0" h="213" w="153">
                  <a:moveTo>
                    <a:pt x="1" y="0"/>
                  </a:moveTo>
                  <a:lnTo>
                    <a:pt x="62" y="213"/>
                  </a:lnTo>
                  <a:cubicBezTo>
                    <a:pt x="153" y="0"/>
                    <a:pt x="153"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7"/>
            <p:cNvSpPr/>
            <p:nvPr/>
          </p:nvSpPr>
          <p:spPr>
            <a:xfrm>
              <a:off x="3456575" y="3209925"/>
              <a:ext cx="3825" cy="7625"/>
            </a:xfrm>
            <a:custGeom>
              <a:rect b="b" l="l" r="r" t="t"/>
              <a:pathLst>
                <a:path extrusionOk="0" h="305" w="153">
                  <a:moveTo>
                    <a:pt x="61" y="1"/>
                  </a:moveTo>
                  <a:cubicBezTo>
                    <a:pt x="31" y="1"/>
                    <a:pt x="1" y="62"/>
                    <a:pt x="1" y="153"/>
                  </a:cubicBezTo>
                  <a:cubicBezTo>
                    <a:pt x="1" y="214"/>
                    <a:pt x="31" y="305"/>
                    <a:pt x="61" y="305"/>
                  </a:cubicBezTo>
                  <a:cubicBezTo>
                    <a:pt x="122" y="305"/>
                    <a:pt x="153" y="214"/>
                    <a:pt x="153" y="153"/>
                  </a:cubicBezTo>
                  <a:cubicBezTo>
                    <a:pt x="153" y="62"/>
                    <a:pt x="122" y="1"/>
                    <a:pt x="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7"/>
            <p:cNvSpPr/>
            <p:nvPr/>
          </p:nvSpPr>
          <p:spPr>
            <a:xfrm>
              <a:off x="3409475" y="3194750"/>
              <a:ext cx="4575" cy="6850"/>
            </a:xfrm>
            <a:custGeom>
              <a:rect b="b" l="l" r="r" t="t"/>
              <a:pathLst>
                <a:path extrusionOk="0" h="274" w="183">
                  <a:moveTo>
                    <a:pt x="122" y="0"/>
                  </a:moveTo>
                  <a:lnTo>
                    <a:pt x="0" y="61"/>
                  </a:lnTo>
                  <a:lnTo>
                    <a:pt x="61" y="274"/>
                  </a:lnTo>
                  <a:lnTo>
                    <a:pt x="182" y="61"/>
                  </a:lnTo>
                  <a:lnTo>
                    <a:pt x="1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7"/>
            <p:cNvSpPr/>
            <p:nvPr/>
          </p:nvSpPr>
          <p:spPr>
            <a:xfrm>
              <a:off x="3858550" y="4241100"/>
              <a:ext cx="3825" cy="4600"/>
            </a:xfrm>
            <a:custGeom>
              <a:rect b="b" l="l" r="r" t="t"/>
              <a:pathLst>
                <a:path extrusionOk="0" h="184" w="153">
                  <a:moveTo>
                    <a:pt x="153" y="1"/>
                  </a:moveTo>
                  <a:lnTo>
                    <a:pt x="1" y="183"/>
                  </a:lnTo>
                  <a:lnTo>
                    <a:pt x="153" y="183"/>
                  </a:lnTo>
                  <a:lnTo>
                    <a:pt x="1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7"/>
            <p:cNvSpPr/>
            <p:nvPr/>
          </p:nvSpPr>
          <p:spPr>
            <a:xfrm>
              <a:off x="3553850" y="3138500"/>
              <a:ext cx="7625" cy="13700"/>
            </a:xfrm>
            <a:custGeom>
              <a:rect b="b" l="l" r="r" t="t"/>
              <a:pathLst>
                <a:path extrusionOk="0" h="548" w="305">
                  <a:moveTo>
                    <a:pt x="122" y="1"/>
                  </a:moveTo>
                  <a:lnTo>
                    <a:pt x="0" y="122"/>
                  </a:lnTo>
                  <a:cubicBezTo>
                    <a:pt x="122" y="183"/>
                    <a:pt x="0" y="274"/>
                    <a:pt x="0" y="335"/>
                  </a:cubicBezTo>
                  <a:cubicBezTo>
                    <a:pt x="31" y="396"/>
                    <a:pt x="61" y="487"/>
                    <a:pt x="122" y="548"/>
                  </a:cubicBezTo>
                  <a:cubicBezTo>
                    <a:pt x="304" y="366"/>
                    <a:pt x="183" y="183"/>
                    <a:pt x="1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7"/>
            <p:cNvSpPr/>
            <p:nvPr/>
          </p:nvSpPr>
          <p:spPr>
            <a:xfrm>
              <a:off x="3594875" y="3148375"/>
              <a:ext cx="10675" cy="17525"/>
            </a:xfrm>
            <a:custGeom>
              <a:rect b="b" l="l" r="r" t="t"/>
              <a:pathLst>
                <a:path extrusionOk="0" h="701" w="427">
                  <a:moveTo>
                    <a:pt x="365" y="1"/>
                  </a:moveTo>
                  <a:lnTo>
                    <a:pt x="365" y="1"/>
                  </a:lnTo>
                  <a:cubicBezTo>
                    <a:pt x="305" y="92"/>
                    <a:pt x="244" y="183"/>
                    <a:pt x="213" y="244"/>
                  </a:cubicBezTo>
                  <a:cubicBezTo>
                    <a:pt x="183" y="275"/>
                    <a:pt x="122" y="366"/>
                    <a:pt x="122" y="366"/>
                  </a:cubicBezTo>
                  <a:cubicBezTo>
                    <a:pt x="213" y="487"/>
                    <a:pt x="1" y="578"/>
                    <a:pt x="122" y="700"/>
                  </a:cubicBezTo>
                  <a:lnTo>
                    <a:pt x="244" y="700"/>
                  </a:lnTo>
                  <a:cubicBezTo>
                    <a:pt x="153" y="426"/>
                    <a:pt x="426" y="275"/>
                    <a:pt x="3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7"/>
            <p:cNvSpPr/>
            <p:nvPr/>
          </p:nvSpPr>
          <p:spPr>
            <a:xfrm>
              <a:off x="3882125" y="4069375"/>
              <a:ext cx="6850" cy="6850"/>
            </a:xfrm>
            <a:custGeom>
              <a:rect b="b" l="l" r="r" t="t"/>
              <a:pathLst>
                <a:path extrusionOk="0" h="274" w="274">
                  <a:moveTo>
                    <a:pt x="61" y="0"/>
                  </a:moveTo>
                  <a:lnTo>
                    <a:pt x="0" y="61"/>
                  </a:lnTo>
                  <a:lnTo>
                    <a:pt x="61" y="122"/>
                  </a:lnTo>
                  <a:lnTo>
                    <a:pt x="0" y="213"/>
                  </a:lnTo>
                  <a:lnTo>
                    <a:pt x="91" y="274"/>
                  </a:lnTo>
                  <a:lnTo>
                    <a:pt x="274" y="183"/>
                  </a:lnTo>
                  <a:lnTo>
                    <a:pt x="6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7"/>
            <p:cNvSpPr/>
            <p:nvPr/>
          </p:nvSpPr>
          <p:spPr>
            <a:xfrm>
              <a:off x="3567525" y="3292000"/>
              <a:ext cx="7625" cy="9900"/>
            </a:xfrm>
            <a:custGeom>
              <a:rect b="b" l="l" r="r" t="t"/>
              <a:pathLst>
                <a:path extrusionOk="0" h="396" w="305">
                  <a:moveTo>
                    <a:pt x="152" y="1"/>
                  </a:moveTo>
                  <a:lnTo>
                    <a:pt x="0" y="274"/>
                  </a:lnTo>
                  <a:lnTo>
                    <a:pt x="122" y="396"/>
                  </a:lnTo>
                  <a:cubicBezTo>
                    <a:pt x="304" y="213"/>
                    <a:pt x="304" y="213"/>
                    <a:pt x="183" y="31"/>
                  </a:cubicBezTo>
                  <a:cubicBezTo>
                    <a:pt x="183" y="1"/>
                    <a:pt x="152" y="1"/>
                    <a:pt x="1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7"/>
            <p:cNvSpPr/>
            <p:nvPr/>
          </p:nvSpPr>
          <p:spPr>
            <a:xfrm>
              <a:off x="3723300" y="3692475"/>
              <a:ext cx="4575" cy="10650"/>
            </a:xfrm>
            <a:custGeom>
              <a:rect b="b" l="l" r="r" t="t"/>
              <a:pathLst>
                <a:path extrusionOk="0" h="426" w="183">
                  <a:moveTo>
                    <a:pt x="183" y="0"/>
                  </a:moveTo>
                  <a:lnTo>
                    <a:pt x="1" y="122"/>
                  </a:lnTo>
                  <a:lnTo>
                    <a:pt x="122" y="426"/>
                  </a:lnTo>
                  <a:lnTo>
                    <a:pt x="183" y="426"/>
                  </a:lnTo>
                  <a:lnTo>
                    <a:pt x="18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0" name="Google Shape;6570;p67"/>
          <p:cNvGrpSpPr/>
          <p:nvPr/>
        </p:nvGrpSpPr>
        <p:grpSpPr>
          <a:xfrm>
            <a:off x="4173575" y="2954013"/>
            <a:ext cx="708236" cy="1622959"/>
            <a:chOff x="4173575" y="2954013"/>
            <a:chExt cx="708236" cy="1622959"/>
          </a:xfrm>
        </p:grpSpPr>
        <p:sp>
          <p:nvSpPr>
            <p:cNvPr id="6571" name="Google Shape;6571;p67"/>
            <p:cNvSpPr/>
            <p:nvPr/>
          </p:nvSpPr>
          <p:spPr>
            <a:xfrm>
              <a:off x="4210765" y="2989122"/>
              <a:ext cx="671046" cy="1587850"/>
            </a:xfrm>
            <a:custGeom>
              <a:rect b="b" l="l" r="r" t="t"/>
              <a:pathLst>
                <a:path extrusionOk="0" h="49485" w="20913">
                  <a:moveTo>
                    <a:pt x="7691" y="1118"/>
                  </a:moveTo>
                  <a:cubicBezTo>
                    <a:pt x="7744" y="1118"/>
                    <a:pt x="7797" y="1171"/>
                    <a:pt x="7873" y="1277"/>
                  </a:cubicBezTo>
                  <a:lnTo>
                    <a:pt x="7508" y="1277"/>
                  </a:lnTo>
                  <a:cubicBezTo>
                    <a:pt x="7584" y="1171"/>
                    <a:pt x="7637" y="1118"/>
                    <a:pt x="7691" y="1118"/>
                  </a:cubicBezTo>
                  <a:close/>
                  <a:moveTo>
                    <a:pt x="11156" y="1642"/>
                  </a:moveTo>
                  <a:lnTo>
                    <a:pt x="11277" y="1672"/>
                  </a:lnTo>
                  <a:cubicBezTo>
                    <a:pt x="11247" y="1824"/>
                    <a:pt x="11156" y="1855"/>
                    <a:pt x="11065" y="1915"/>
                  </a:cubicBezTo>
                  <a:lnTo>
                    <a:pt x="11156" y="1642"/>
                  </a:lnTo>
                  <a:close/>
                  <a:moveTo>
                    <a:pt x="8734" y="2027"/>
                  </a:moveTo>
                  <a:cubicBezTo>
                    <a:pt x="8779" y="2027"/>
                    <a:pt x="8827" y="2037"/>
                    <a:pt x="8876" y="2037"/>
                  </a:cubicBezTo>
                  <a:cubicBezTo>
                    <a:pt x="8876" y="2098"/>
                    <a:pt x="8998" y="2189"/>
                    <a:pt x="8846" y="2189"/>
                  </a:cubicBezTo>
                  <a:cubicBezTo>
                    <a:pt x="8831" y="2189"/>
                    <a:pt x="8816" y="2193"/>
                    <a:pt x="8801" y="2199"/>
                  </a:cubicBezTo>
                  <a:lnTo>
                    <a:pt x="8801" y="2199"/>
                  </a:lnTo>
                  <a:cubicBezTo>
                    <a:pt x="8771" y="2201"/>
                    <a:pt x="8745" y="2202"/>
                    <a:pt x="8723" y="2202"/>
                  </a:cubicBezTo>
                  <a:cubicBezTo>
                    <a:pt x="8615" y="2202"/>
                    <a:pt x="8594" y="2180"/>
                    <a:pt x="8572" y="2159"/>
                  </a:cubicBezTo>
                  <a:cubicBezTo>
                    <a:pt x="8609" y="2049"/>
                    <a:pt x="8667" y="2027"/>
                    <a:pt x="8734" y="2027"/>
                  </a:cubicBezTo>
                  <a:close/>
                  <a:moveTo>
                    <a:pt x="9788" y="2341"/>
                  </a:moveTo>
                  <a:lnTo>
                    <a:pt x="9940" y="2675"/>
                  </a:lnTo>
                  <a:lnTo>
                    <a:pt x="9879" y="2736"/>
                  </a:lnTo>
                  <a:lnTo>
                    <a:pt x="9697" y="2554"/>
                  </a:lnTo>
                  <a:lnTo>
                    <a:pt x="9788" y="2341"/>
                  </a:lnTo>
                  <a:close/>
                  <a:moveTo>
                    <a:pt x="8390" y="2523"/>
                  </a:moveTo>
                  <a:lnTo>
                    <a:pt x="8390" y="2736"/>
                  </a:lnTo>
                  <a:lnTo>
                    <a:pt x="8177" y="2949"/>
                  </a:lnTo>
                  <a:lnTo>
                    <a:pt x="8177" y="2523"/>
                  </a:lnTo>
                  <a:close/>
                  <a:moveTo>
                    <a:pt x="11824" y="2645"/>
                  </a:moveTo>
                  <a:lnTo>
                    <a:pt x="11946" y="2767"/>
                  </a:lnTo>
                  <a:cubicBezTo>
                    <a:pt x="11878" y="2902"/>
                    <a:pt x="11848" y="2962"/>
                    <a:pt x="11798" y="2962"/>
                  </a:cubicBezTo>
                  <a:cubicBezTo>
                    <a:pt x="11758" y="2962"/>
                    <a:pt x="11706" y="2925"/>
                    <a:pt x="11612" y="2858"/>
                  </a:cubicBezTo>
                  <a:cubicBezTo>
                    <a:pt x="11642" y="2827"/>
                    <a:pt x="11672" y="2827"/>
                    <a:pt x="11733" y="2797"/>
                  </a:cubicBezTo>
                  <a:cubicBezTo>
                    <a:pt x="11764" y="2736"/>
                    <a:pt x="11794" y="2706"/>
                    <a:pt x="11824" y="2645"/>
                  </a:cubicBezTo>
                  <a:close/>
                  <a:moveTo>
                    <a:pt x="9302" y="1064"/>
                  </a:moveTo>
                  <a:cubicBezTo>
                    <a:pt x="9271" y="1308"/>
                    <a:pt x="9393" y="1399"/>
                    <a:pt x="9484" y="1520"/>
                  </a:cubicBezTo>
                  <a:cubicBezTo>
                    <a:pt x="9454" y="1672"/>
                    <a:pt x="9241" y="1703"/>
                    <a:pt x="9332" y="1915"/>
                  </a:cubicBezTo>
                  <a:lnTo>
                    <a:pt x="9484" y="2037"/>
                  </a:lnTo>
                  <a:cubicBezTo>
                    <a:pt x="9514" y="2037"/>
                    <a:pt x="9606" y="2007"/>
                    <a:pt x="9697" y="2007"/>
                  </a:cubicBezTo>
                  <a:cubicBezTo>
                    <a:pt x="9712" y="2001"/>
                    <a:pt x="9727" y="1999"/>
                    <a:pt x="9741" y="1999"/>
                  </a:cubicBezTo>
                  <a:cubicBezTo>
                    <a:pt x="9809" y="1999"/>
                    <a:pt x="9859" y="2058"/>
                    <a:pt x="9910" y="2159"/>
                  </a:cubicBezTo>
                  <a:lnTo>
                    <a:pt x="9362" y="2280"/>
                  </a:lnTo>
                  <a:lnTo>
                    <a:pt x="9514" y="2463"/>
                  </a:lnTo>
                  <a:cubicBezTo>
                    <a:pt x="9459" y="2560"/>
                    <a:pt x="9391" y="2581"/>
                    <a:pt x="9318" y="2581"/>
                  </a:cubicBezTo>
                  <a:cubicBezTo>
                    <a:pt x="9263" y="2581"/>
                    <a:pt x="9206" y="2569"/>
                    <a:pt x="9150" y="2569"/>
                  </a:cubicBezTo>
                  <a:cubicBezTo>
                    <a:pt x="9118" y="2569"/>
                    <a:pt x="9088" y="2572"/>
                    <a:pt x="9058" y="2584"/>
                  </a:cubicBezTo>
                  <a:cubicBezTo>
                    <a:pt x="9028" y="2675"/>
                    <a:pt x="9150" y="2675"/>
                    <a:pt x="9150" y="2736"/>
                  </a:cubicBezTo>
                  <a:cubicBezTo>
                    <a:pt x="9150" y="2797"/>
                    <a:pt x="9180" y="2858"/>
                    <a:pt x="9180" y="2949"/>
                  </a:cubicBezTo>
                  <a:lnTo>
                    <a:pt x="8967" y="2979"/>
                  </a:lnTo>
                  <a:lnTo>
                    <a:pt x="9028" y="2767"/>
                  </a:lnTo>
                  <a:cubicBezTo>
                    <a:pt x="8992" y="2739"/>
                    <a:pt x="8950" y="2734"/>
                    <a:pt x="8906" y="2734"/>
                  </a:cubicBezTo>
                  <a:cubicBezTo>
                    <a:pt x="8877" y="2734"/>
                    <a:pt x="8848" y="2736"/>
                    <a:pt x="8819" y="2736"/>
                  </a:cubicBezTo>
                  <a:cubicBezTo>
                    <a:pt x="8747" y="2736"/>
                    <a:pt x="8678" y="2721"/>
                    <a:pt x="8633" y="2615"/>
                  </a:cubicBezTo>
                  <a:cubicBezTo>
                    <a:pt x="8687" y="2479"/>
                    <a:pt x="8838" y="2392"/>
                    <a:pt x="8892" y="2245"/>
                  </a:cubicBezTo>
                  <a:lnTo>
                    <a:pt x="8892" y="2245"/>
                  </a:lnTo>
                  <a:cubicBezTo>
                    <a:pt x="8895" y="2245"/>
                    <a:pt x="8898" y="2245"/>
                    <a:pt x="8900" y="2245"/>
                  </a:cubicBezTo>
                  <a:cubicBezTo>
                    <a:pt x="8968" y="2245"/>
                    <a:pt x="8993" y="2263"/>
                    <a:pt x="9028" y="2280"/>
                  </a:cubicBezTo>
                  <a:cubicBezTo>
                    <a:pt x="9079" y="2314"/>
                    <a:pt x="9130" y="2358"/>
                    <a:pt x="9175" y="2358"/>
                  </a:cubicBezTo>
                  <a:cubicBezTo>
                    <a:pt x="9212" y="2358"/>
                    <a:pt x="9244" y="2330"/>
                    <a:pt x="9271" y="2250"/>
                  </a:cubicBezTo>
                  <a:cubicBezTo>
                    <a:pt x="9271" y="2159"/>
                    <a:pt x="9423" y="2159"/>
                    <a:pt x="9454" y="2037"/>
                  </a:cubicBezTo>
                  <a:lnTo>
                    <a:pt x="9058" y="2037"/>
                  </a:lnTo>
                  <a:lnTo>
                    <a:pt x="8846" y="1763"/>
                  </a:lnTo>
                  <a:lnTo>
                    <a:pt x="9089" y="1551"/>
                  </a:lnTo>
                  <a:cubicBezTo>
                    <a:pt x="9089" y="1429"/>
                    <a:pt x="9150" y="1308"/>
                    <a:pt x="9028" y="1216"/>
                  </a:cubicBezTo>
                  <a:lnTo>
                    <a:pt x="9302" y="1064"/>
                  </a:lnTo>
                  <a:close/>
                  <a:moveTo>
                    <a:pt x="9636" y="2979"/>
                  </a:moveTo>
                  <a:lnTo>
                    <a:pt x="9940" y="3344"/>
                  </a:lnTo>
                  <a:lnTo>
                    <a:pt x="10244" y="3283"/>
                  </a:lnTo>
                  <a:lnTo>
                    <a:pt x="10426" y="3526"/>
                  </a:lnTo>
                  <a:cubicBezTo>
                    <a:pt x="10402" y="3522"/>
                    <a:pt x="10377" y="3520"/>
                    <a:pt x="10351" y="3520"/>
                  </a:cubicBezTo>
                  <a:cubicBezTo>
                    <a:pt x="10286" y="3520"/>
                    <a:pt x="10217" y="3531"/>
                    <a:pt x="10150" y="3531"/>
                  </a:cubicBezTo>
                  <a:cubicBezTo>
                    <a:pt x="10077" y="3531"/>
                    <a:pt x="10006" y="3518"/>
                    <a:pt x="9940" y="3466"/>
                  </a:cubicBezTo>
                  <a:cubicBezTo>
                    <a:pt x="9905" y="3442"/>
                    <a:pt x="9870" y="3432"/>
                    <a:pt x="9837" y="3432"/>
                  </a:cubicBezTo>
                  <a:cubicBezTo>
                    <a:pt x="9783" y="3432"/>
                    <a:pt x="9734" y="3458"/>
                    <a:pt x="9697" y="3496"/>
                  </a:cubicBezTo>
                  <a:lnTo>
                    <a:pt x="9545" y="3496"/>
                  </a:lnTo>
                  <a:lnTo>
                    <a:pt x="9636" y="3374"/>
                  </a:lnTo>
                  <a:lnTo>
                    <a:pt x="9423" y="3222"/>
                  </a:lnTo>
                  <a:lnTo>
                    <a:pt x="9636" y="2979"/>
                  </a:lnTo>
                  <a:close/>
                  <a:moveTo>
                    <a:pt x="7751" y="3496"/>
                  </a:moveTo>
                  <a:lnTo>
                    <a:pt x="7599" y="3648"/>
                  </a:lnTo>
                  <a:lnTo>
                    <a:pt x="7539" y="3587"/>
                  </a:lnTo>
                  <a:lnTo>
                    <a:pt x="7478" y="3678"/>
                  </a:lnTo>
                  <a:cubicBezTo>
                    <a:pt x="7447" y="3648"/>
                    <a:pt x="7447" y="3648"/>
                    <a:pt x="7447" y="3618"/>
                  </a:cubicBezTo>
                  <a:cubicBezTo>
                    <a:pt x="7447" y="3557"/>
                    <a:pt x="7478" y="3496"/>
                    <a:pt x="7478" y="3496"/>
                  </a:cubicBezTo>
                  <a:close/>
                  <a:moveTo>
                    <a:pt x="9190" y="3506"/>
                  </a:moveTo>
                  <a:cubicBezTo>
                    <a:pt x="9279" y="3506"/>
                    <a:pt x="9349" y="3620"/>
                    <a:pt x="9432" y="3620"/>
                  </a:cubicBezTo>
                  <a:cubicBezTo>
                    <a:pt x="9439" y="3620"/>
                    <a:pt x="9446" y="3619"/>
                    <a:pt x="9454" y="3618"/>
                  </a:cubicBezTo>
                  <a:lnTo>
                    <a:pt x="9454" y="3618"/>
                  </a:lnTo>
                  <a:lnTo>
                    <a:pt x="9180" y="3830"/>
                  </a:lnTo>
                  <a:lnTo>
                    <a:pt x="9089" y="3557"/>
                  </a:lnTo>
                  <a:cubicBezTo>
                    <a:pt x="9126" y="3520"/>
                    <a:pt x="9159" y="3506"/>
                    <a:pt x="9190" y="3506"/>
                  </a:cubicBezTo>
                  <a:close/>
                  <a:moveTo>
                    <a:pt x="10335" y="3739"/>
                  </a:moveTo>
                  <a:lnTo>
                    <a:pt x="10426" y="3861"/>
                  </a:lnTo>
                  <a:lnTo>
                    <a:pt x="10335" y="4104"/>
                  </a:lnTo>
                  <a:lnTo>
                    <a:pt x="10335" y="4074"/>
                  </a:lnTo>
                  <a:cubicBezTo>
                    <a:pt x="10244" y="4013"/>
                    <a:pt x="10153" y="3982"/>
                    <a:pt x="10183" y="3861"/>
                  </a:cubicBezTo>
                  <a:lnTo>
                    <a:pt x="10183" y="3861"/>
                  </a:lnTo>
                  <a:lnTo>
                    <a:pt x="10305" y="3891"/>
                  </a:lnTo>
                  <a:lnTo>
                    <a:pt x="10335" y="3739"/>
                  </a:lnTo>
                  <a:close/>
                  <a:moveTo>
                    <a:pt x="7052" y="2037"/>
                  </a:moveTo>
                  <a:cubicBezTo>
                    <a:pt x="7052" y="2067"/>
                    <a:pt x="7083" y="2067"/>
                    <a:pt x="7083" y="2098"/>
                  </a:cubicBezTo>
                  <a:cubicBezTo>
                    <a:pt x="7083" y="2250"/>
                    <a:pt x="7083" y="2311"/>
                    <a:pt x="7083" y="2523"/>
                  </a:cubicBezTo>
                  <a:cubicBezTo>
                    <a:pt x="7052" y="2706"/>
                    <a:pt x="7052" y="2736"/>
                    <a:pt x="7204" y="2858"/>
                  </a:cubicBezTo>
                  <a:lnTo>
                    <a:pt x="7144" y="3131"/>
                  </a:lnTo>
                  <a:lnTo>
                    <a:pt x="7387" y="3314"/>
                  </a:lnTo>
                  <a:lnTo>
                    <a:pt x="7113" y="3374"/>
                  </a:lnTo>
                  <a:lnTo>
                    <a:pt x="7265" y="3587"/>
                  </a:lnTo>
                  <a:lnTo>
                    <a:pt x="7083" y="3739"/>
                  </a:lnTo>
                  <a:lnTo>
                    <a:pt x="7083" y="3982"/>
                  </a:lnTo>
                  <a:lnTo>
                    <a:pt x="7265" y="4195"/>
                  </a:lnTo>
                  <a:cubicBezTo>
                    <a:pt x="7174" y="4165"/>
                    <a:pt x="7083" y="4165"/>
                    <a:pt x="7083" y="4165"/>
                  </a:cubicBezTo>
                  <a:cubicBezTo>
                    <a:pt x="7068" y="4186"/>
                    <a:pt x="7056" y="4194"/>
                    <a:pt x="7044" y="4194"/>
                  </a:cubicBezTo>
                  <a:cubicBezTo>
                    <a:pt x="7012" y="4194"/>
                    <a:pt x="6990" y="4130"/>
                    <a:pt x="6970" y="4130"/>
                  </a:cubicBezTo>
                  <a:cubicBezTo>
                    <a:pt x="6967" y="4130"/>
                    <a:pt x="6964" y="4131"/>
                    <a:pt x="6961" y="4134"/>
                  </a:cubicBezTo>
                  <a:cubicBezTo>
                    <a:pt x="6931" y="4195"/>
                    <a:pt x="6931" y="4225"/>
                    <a:pt x="6870" y="4286"/>
                  </a:cubicBezTo>
                  <a:cubicBezTo>
                    <a:pt x="6809" y="4377"/>
                    <a:pt x="6779" y="4438"/>
                    <a:pt x="6718" y="4529"/>
                  </a:cubicBezTo>
                  <a:cubicBezTo>
                    <a:pt x="6657" y="4438"/>
                    <a:pt x="6596" y="4347"/>
                    <a:pt x="6536" y="4256"/>
                  </a:cubicBezTo>
                  <a:cubicBezTo>
                    <a:pt x="6475" y="4165"/>
                    <a:pt x="6444" y="4043"/>
                    <a:pt x="6323" y="4043"/>
                  </a:cubicBezTo>
                  <a:cubicBezTo>
                    <a:pt x="6201" y="4013"/>
                    <a:pt x="6171" y="3800"/>
                    <a:pt x="6323" y="3678"/>
                  </a:cubicBezTo>
                  <a:cubicBezTo>
                    <a:pt x="6353" y="3648"/>
                    <a:pt x="6414" y="3648"/>
                    <a:pt x="6475" y="3648"/>
                  </a:cubicBezTo>
                  <a:cubicBezTo>
                    <a:pt x="6505" y="3496"/>
                    <a:pt x="6536" y="3344"/>
                    <a:pt x="6596" y="3222"/>
                  </a:cubicBezTo>
                  <a:cubicBezTo>
                    <a:pt x="6627" y="3131"/>
                    <a:pt x="6627" y="3040"/>
                    <a:pt x="6596" y="2979"/>
                  </a:cubicBezTo>
                  <a:cubicBezTo>
                    <a:pt x="6566" y="2949"/>
                    <a:pt x="6566" y="2918"/>
                    <a:pt x="6596" y="2888"/>
                  </a:cubicBezTo>
                  <a:cubicBezTo>
                    <a:pt x="6748" y="2615"/>
                    <a:pt x="6748" y="2615"/>
                    <a:pt x="6748" y="2463"/>
                  </a:cubicBezTo>
                  <a:lnTo>
                    <a:pt x="6931" y="2311"/>
                  </a:lnTo>
                  <a:lnTo>
                    <a:pt x="6840" y="2159"/>
                  </a:lnTo>
                  <a:lnTo>
                    <a:pt x="7052" y="2037"/>
                  </a:lnTo>
                  <a:close/>
                  <a:moveTo>
                    <a:pt x="7782" y="4165"/>
                  </a:moveTo>
                  <a:lnTo>
                    <a:pt x="8329" y="4408"/>
                  </a:lnTo>
                  <a:lnTo>
                    <a:pt x="8116" y="4529"/>
                  </a:lnTo>
                  <a:cubicBezTo>
                    <a:pt x="8111" y="4532"/>
                    <a:pt x="8106" y="4533"/>
                    <a:pt x="8102" y="4533"/>
                  </a:cubicBezTo>
                  <a:cubicBezTo>
                    <a:pt x="8066" y="4533"/>
                    <a:pt x="8030" y="4478"/>
                    <a:pt x="7988" y="4478"/>
                  </a:cubicBezTo>
                  <a:cubicBezTo>
                    <a:pt x="7962" y="4478"/>
                    <a:pt x="7935" y="4497"/>
                    <a:pt x="7903" y="4560"/>
                  </a:cubicBezTo>
                  <a:cubicBezTo>
                    <a:pt x="7903" y="4499"/>
                    <a:pt x="7903" y="4438"/>
                    <a:pt x="7873" y="4377"/>
                  </a:cubicBezTo>
                  <a:cubicBezTo>
                    <a:pt x="7873" y="4286"/>
                    <a:pt x="7843" y="4225"/>
                    <a:pt x="7782" y="4165"/>
                  </a:cubicBezTo>
                  <a:close/>
                  <a:moveTo>
                    <a:pt x="9241" y="5441"/>
                  </a:moveTo>
                  <a:lnTo>
                    <a:pt x="9150" y="5684"/>
                  </a:lnTo>
                  <a:lnTo>
                    <a:pt x="8998" y="5472"/>
                  </a:lnTo>
                  <a:lnTo>
                    <a:pt x="9241" y="5441"/>
                  </a:lnTo>
                  <a:close/>
                  <a:moveTo>
                    <a:pt x="17873" y="6232"/>
                  </a:moveTo>
                  <a:lnTo>
                    <a:pt x="18086" y="6444"/>
                  </a:lnTo>
                  <a:cubicBezTo>
                    <a:pt x="18030" y="6455"/>
                    <a:pt x="17979" y="6463"/>
                    <a:pt x="17934" y="6463"/>
                  </a:cubicBezTo>
                  <a:cubicBezTo>
                    <a:pt x="17857" y="6463"/>
                    <a:pt x="17801" y="6441"/>
                    <a:pt x="17782" y="6384"/>
                  </a:cubicBezTo>
                  <a:lnTo>
                    <a:pt x="17873" y="6232"/>
                  </a:lnTo>
                  <a:close/>
                  <a:moveTo>
                    <a:pt x="16019" y="6900"/>
                  </a:moveTo>
                  <a:cubicBezTo>
                    <a:pt x="16019" y="7004"/>
                    <a:pt x="15990" y="7065"/>
                    <a:pt x="15953" y="7110"/>
                  </a:cubicBezTo>
                  <a:lnTo>
                    <a:pt x="15953" y="7110"/>
                  </a:lnTo>
                  <a:cubicBezTo>
                    <a:pt x="15626" y="6931"/>
                    <a:pt x="15838" y="6991"/>
                    <a:pt x="16019" y="6900"/>
                  </a:cubicBezTo>
                  <a:close/>
                  <a:moveTo>
                    <a:pt x="15472" y="7083"/>
                  </a:moveTo>
                  <a:lnTo>
                    <a:pt x="15472" y="7083"/>
                  </a:lnTo>
                  <a:cubicBezTo>
                    <a:pt x="15659" y="7124"/>
                    <a:pt x="15786" y="7159"/>
                    <a:pt x="15874" y="7190"/>
                  </a:cubicBezTo>
                  <a:lnTo>
                    <a:pt x="15874" y="7190"/>
                  </a:lnTo>
                  <a:cubicBezTo>
                    <a:pt x="15861" y="7204"/>
                    <a:pt x="15848" y="7218"/>
                    <a:pt x="15837" y="7235"/>
                  </a:cubicBezTo>
                  <a:cubicBezTo>
                    <a:pt x="15816" y="7200"/>
                    <a:pt x="15789" y="7189"/>
                    <a:pt x="15759" y="7189"/>
                  </a:cubicBezTo>
                  <a:cubicBezTo>
                    <a:pt x="15706" y="7189"/>
                    <a:pt x="15643" y="7224"/>
                    <a:pt x="15588" y="7224"/>
                  </a:cubicBezTo>
                  <a:cubicBezTo>
                    <a:pt x="15538" y="7224"/>
                    <a:pt x="15494" y="7195"/>
                    <a:pt x="15472" y="7083"/>
                  </a:cubicBezTo>
                  <a:close/>
                  <a:moveTo>
                    <a:pt x="15936" y="7214"/>
                  </a:moveTo>
                  <a:cubicBezTo>
                    <a:pt x="16051" y="7262"/>
                    <a:pt x="16076" y="7304"/>
                    <a:pt x="16110" y="7356"/>
                  </a:cubicBezTo>
                  <a:lnTo>
                    <a:pt x="15897" y="7387"/>
                  </a:lnTo>
                  <a:lnTo>
                    <a:pt x="15936" y="7214"/>
                  </a:lnTo>
                  <a:close/>
                  <a:moveTo>
                    <a:pt x="5566" y="7573"/>
                  </a:moveTo>
                  <a:cubicBezTo>
                    <a:pt x="5597" y="7573"/>
                    <a:pt x="5635" y="7583"/>
                    <a:pt x="5685" y="7599"/>
                  </a:cubicBezTo>
                  <a:cubicBezTo>
                    <a:pt x="5654" y="7751"/>
                    <a:pt x="5533" y="7751"/>
                    <a:pt x="5411" y="7843"/>
                  </a:cubicBezTo>
                  <a:cubicBezTo>
                    <a:pt x="5455" y="7643"/>
                    <a:pt x="5483" y="7573"/>
                    <a:pt x="5566" y="7573"/>
                  </a:cubicBezTo>
                  <a:close/>
                  <a:moveTo>
                    <a:pt x="13587" y="7751"/>
                  </a:moveTo>
                  <a:lnTo>
                    <a:pt x="13587" y="7903"/>
                  </a:lnTo>
                  <a:lnTo>
                    <a:pt x="13405" y="7903"/>
                  </a:lnTo>
                  <a:cubicBezTo>
                    <a:pt x="13405" y="7783"/>
                    <a:pt x="13444" y="7770"/>
                    <a:pt x="13488" y="7770"/>
                  </a:cubicBezTo>
                  <a:cubicBezTo>
                    <a:pt x="13501" y="7770"/>
                    <a:pt x="13515" y="7771"/>
                    <a:pt x="13529" y="7771"/>
                  </a:cubicBezTo>
                  <a:cubicBezTo>
                    <a:pt x="13550" y="7771"/>
                    <a:pt x="13571" y="7768"/>
                    <a:pt x="13587" y="7751"/>
                  </a:cubicBezTo>
                  <a:close/>
                  <a:moveTo>
                    <a:pt x="5168" y="7782"/>
                  </a:moveTo>
                  <a:cubicBezTo>
                    <a:pt x="5259" y="7903"/>
                    <a:pt x="5563" y="7782"/>
                    <a:pt x="5472" y="8177"/>
                  </a:cubicBezTo>
                  <a:cubicBezTo>
                    <a:pt x="5416" y="8158"/>
                    <a:pt x="5361" y="8129"/>
                    <a:pt x="5306" y="8129"/>
                  </a:cubicBezTo>
                  <a:cubicBezTo>
                    <a:pt x="5270" y="8129"/>
                    <a:pt x="5234" y="8141"/>
                    <a:pt x="5198" y="8177"/>
                  </a:cubicBezTo>
                  <a:lnTo>
                    <a:pt x="5077" y="7934"/>
                  </a:lnTo>
                  <a:lnTo>
                    <a:pt x="5168" y="7782"/>
                  </a:lnTo>
                  <a:close/>
                  <a:moveTo>
                    <a:pt x="4864" y="7812"/>
                  </a:moveTo>
                  <a:cubicBezTo>
                    <a:pt x="4894" y="7873"/>
                    <a:pt x="4955" y="7903"/>
                    <a:pt x="4955" y="7934"/>
                  </a:cubicBezTo>
                  <a:cubicBezTo>
                    <a:pt x="4955" y="8025"/>
                    <a:pt x="4955" y="8086"/>
                    <a:pt x="4925" y="8147"/>
                  </a:cubicBezTo>
                  <a:lnTo>
                    <a:pt x="5046" y="8147"/>
                  </a:lnTo>
                  <a:lnTo>
                    <a:pt x="5168" y="8359"/>
                  </a:lnTo>
                  <a:cubicBezTo>
                    <a:pt x="5137" y="8359"/>
                    <a:pt x="5137" y="8390"/>
                    <a:pt x="5137" y="8390"/>
                  </a:cubicBezTo>
                  <a:cubicBezTo>
                    <a:pt x="5110" y="8395"/>
                    <a:pt x="5084" y="8398"/>
                    <a:pt x="5059" y="8398"/>
                  </a:cubicBezTo>
                  <a:cubicBezTo>
                    <a:pt x="4942" y="8398"/>
                    <a:pt x="4842" y="8343"/>
                    <a:pt x="4742" y="8268"/>
                  </a:cubicBezTo>
                  <a:lnTo>
                    <a:pt x="4864" y="7812"/>
                  </a:lnTo>
                  <a:close/>
                  <a:moveTo>
                    <a:pt x="13570" y="8319"/>
                  </a:moveTo>
                  <a:cubicBezTo>
                    <a:pt x="13656" y="8319"/>
                    <a:pt x="13722" y="8368"/>
                    <a:pt x="13770" y="8511"/>
                  </a:cubicBezTo>
                  <a:lnTo>
                    <a:pt x="13496" y="8542"/>
                  </a:lnTo>
                  <a:lnTo>
                    <a:pt x="13496" y="8329"/>
                  </a:lnTo>
                  <a:cubicBezTo>
                    <a:pt x="13522" y="8322"/>
                    <a:pt x="13547" y="8319"/>
                    <a:pt x="13570" y="8319"/>
                  </a:cubicBezTo>
                  <a:close/>
                  <a:moveTo>
                    <a:pt x="16758" y="8553"/>
                  </a:moveTo>
                  <a:cubicBezTo>
                    <a:pt x="16795" y="8553"/>
                    <a:pt x="16844" y="8572"/>
                    <a:pt x="16901" y="8572"/>
                  </a:cubicBezTo>
                  <a:cubicBezTo>
                    <a:pt x="16870" y="8633"/>
                    <a:pt x="16870" y="8694"/>
                    <a:pt x="16870" y="8694"/>
                  </a:cubicBezTo>
                  <a:lnTo>
                    <a:pt x="16688" y="8694"/>
                  </a:lnTo>
                  <a:cubicBezTo>
                    <a:pt x="16688" y="8579"/>
                    <a:pt x="16714" y="8553"/>
                    <a:pt x="16758" y="8553"/>
                  </a:cubicBezTo>
                  <a:close/>
                  <a:moveTo>
                    <a:pt x="16019" y="8268"/>
                  </a:moveTo>
                  <a:cubicBezTo>
                    <a:pt x="16141" y="8329"/>
                    <a:pt x="16323" y="8329"/>
                    <a:pt x="16262" y="8633"/>
                  </a:cubicBezTo>
                  <a:cubicBezTo>
                    <a:pt x="16283" y="8629"/>
                    <a:pt x="16302" y="8627"/>
                    <a:pt x="16320" y="8627"/>
                  </a:cubicBezTo>
                  <a:cubicBezTo>
                    <a:pt x="16438" y="8627"/>
                    <a:pt x="16509" y="8706"/>
                    <a:pt x="16536" y="8785"/>
                  </a:cubicBezTo>
                  <a:cubicBezTo>
                    <a:pt x="16566" y="8876"/>
                    <a:pt x="16505" y="8998"/>
                    <a:pt x="16627" y="9089"/>
                  </a:cubicBezTo>
                  <a:lnTo>
                    <a:pt x="16171" y="9271"/>
                  </a:lnTo>
                  <a:cubicBezTo>
                    <a:pt x="16141" y="9089"/>
                    <a:pt x="16141" y="8846"/>
                    <a:pt x="15897" y="8785"/>
                  </a:cubicBezTo>
                  <a:cubicBezTo>
                    <a:pt x="15867" y="8785"/>
                    <a:pt x="15837" y="8602"/>
                    <a:pt x="15776" y="8481"/>
                  </a:cubicBezTo>
                  <a:lnTo>
                    <a:pt x="16019" y="8268"/>
                  </a:lnTo>
                  <a:close/>
                  <a:moveTo>
                    <a:pt x="14492" y="9096"/>
                  </a:moveTo>
                  <a:cubicBezTo>
                    <a:pt x="14571" y="9096"/>
                    <a:pt x="14644" y="9127"/>
                    <a:pt x="14682" y="9241"/>
                  </a:cubicBezTo>
                  <a:cubicBezTo>
                    <a:pt x="14638" y="9370"/>
                    <a:pt x="14565" y="9408"/>
                    <a:pt x="14471" y="9408"/>
                  </a:cubicBezTo>
                  <a:cubicBezTo>
                    <a:pt x="14433" y="9408"/>
                    <a:pt x="14391" y="9402"/>
                    <a:pt x="14347" y="9393"/>
                  </a:cubicBezTo>
                  <a:lnTo>
                    <a:pt x="14347" y="9119"/>
                  </a:lnTo>
                  <a:cubicBezTo>
                    <a:pt x="14393" y="9108"/>
                    <a:pt x="14444" y="9096"/>
                    <a:pt x="14492" y="9096"/>
                  </a:cubicBezTo>
                  <a:close/>
                  <a:moveTo>
                    <a:pt x="17904" y="9028"/>
                  </a:moveTo>
                  <a:cubicBezTo>
                    <a:pt x="17904" y="9210"/>
                    <a:pt x="18056" y="9423"/>
                    <a:pt x="17812" y="9575"/>
                  </a:cubicBezTo>
                  <a:lnTo>
                    <a:pt x="17691" y="9393"/>
                  </a:lnTo>
                  <a:lnTo>
                    <a:pt x="17904" y="9028"/>
                  </a:lnTo>
                  <a:close/>
                  <a:moveTo>
                    <a:pt x="18086" y="8268"/>
                  </a:moveTo>
                  <a:lnTo>
                    <a:pt x="18086" y="8511"/>
                  </a:lnTo>
                  <a:lnTo>
                    <a:pt x="17843" y="8785"/>
                  </a:lnTo>
                  <a:cubicBezTo>
                    <a:pt x="17819" y="8753"/>
                    <a:pt x="17795" y="8742"/>
                    <a:pt x="17771" y="8742"/>
                  </a:cubicBezTo>
                  <a:cubicBezTo>
                    <a:pt x="17716" y="8742"/>
                    <a:pt x="17658" y="8798"/>
                    <a:pt x="17592" y="8798"/>
                  </a:cubicBezTo>
                  <a:cubicBezTo>
                    <a:pt x="17575" y="8798"/>
                    <a:pt x="17557" y="8794"/>
                    <a:pt x="17539" y="8785"/>
                  </a:cubicBezTo>
                  <a:lnTo>
                    <a:pt x="17539" y="8785"/>
                  </a:lnTo>
                  <a:cubicBezTo>
                    <a:pt x="17569" y="8906"/>
                    <a:pt x="17600" y="8967"/>
                    <a:pt x="17600" y="9028"/>
                  </a:cubicBezTo>
                  <a:cubicBezTo>
                    <a:pt x="17630" y="9180"/>
                    <a:pt x="17630" y="9180"/>
                    <a:pt x="17508" y="9362"/>
                  </a:cubicBezTo>
                  <a:cubicBezTo>
                    <a:pt x="17448" y="9454"/>
                    <a:pt x="17417" y="9545"/>
                    <a:pt x="17387" y="9666"/>
                  </a:cubicBezTo>
                  <a:lnTo>
                    <a:pt x="17174" y="9545"/>
                  </a:lnTo>
                  <a:lnTo>
                    <a:pt x="17144" y="9636"/>
                  </a:lnTo>
                  <a:lnTo>
                    <a:pt x="17265" y="9788"/>
                  </a:lnTo>
                  <a:lnTo>
                    <a:pt x="17052" y="9909"/>
                  </a:lnTo>
                  <a:lnTo>
                    <a:pt x="16870" y="9666"/>
                  </a:lnTo>
                  <a:lnTo>
                    <a:pt x="16931" y="9514"/>
                  </a:lnTo>
                  <a:lnTo>
                    <a:pt x="16840" y="9484"/>
                  </a:lnTo>
                  <a:cubicBezTo>
                    <a:pt x="16779" y="9302"/>
                    <a:pt x="16809" y="9119"/>
                    <a:pt x="16901" y="8967"/>
                  </a:cubicBezTo>
                  <a:cubicBezTo>
                    <a:pt x="16938" y="8955"/>
                    <a:pt x="16980" y="8938"/>
                    <a:pt x="17016" y="8938"/>
                  </a:cubicBezTo>
                  <a:cubicBezTo>
                    <a:pt x="17070" y="8938"/>
                    <a:pt x="17113" y="8975"/>
                    <a:pt x="17113" y="9119"/>
                  </a:cubicBezTo>
                  <a:lnTo>
                    <a:pt x="17204" y="8937"/>
                  </a:lnTo>
                  <a:lnTo>
                    <a:pt x="17478" y="9150"/>
                  </a:lnTo>
                  <a:cubicBezTo>
                    <a:pt x="17448" y="8937"/>
                    <a:pt x="17539" y="8754"/>
                    <a:pt x="17387" y="8572"/>
                  </a:cubicBezTo>
                  <a:lnTo>
                    <a:pt x="17812" y="8572"/>
                  </a:lnTo>
                  <a:lnTo>
                    <a:pt x="17843" y="8268"/>
                  </a:lnTo>
                  <a:lnTo>
                    <a:pt x="17995" y="8481"/>
                  </a:lnTo>
                  <a:lnTo>
                    <a:pt x="18086" y="8268"/>
                  </a:lnTo>
                  <a:close/>
                  <a:moveTo>
                    <a:pt x="12736" y="10426"/>
                  </a:moveTo>
                  <a:lnTo>
                    <a:pt x="12736" y="10548"/>
                  </a:lnTo>
                  <a:lnTo>
                    <a:pt x="12463" y="10548"/>
                  </a:lnTo>
                  <a:lnTo>
                    <a:pt x="12463" y="10426"/>
                  </a:lnTo>
                  <a:close/>
                  <a:moveTo>
                    <a:pt x="17478" y="10548"/>
                  </a:moveTo>
                  <a:lnTo>
                    <a:pt x="17478" y="10943"/>
                  </a:lnTo>
                  <a:lnTo>
                    <a:pt x="17235" y="10669"/>
                  </a:lnTo>
                  <a:lnTo>
                    <a:pt x="17478" y="10548"/>
                  </a:lnTo>
                  <a:close/>
                  <a:moveTo>
                    <a:pt x="10457" y="11976"/>
                  </a:moveTo>
                  <a:lnTo>
                    <a:pt x="10457" y="12098"/>
                  </a:lnTo>
                  <a:lnTo>
                    <a:pt x="10244" y="12098"/>
                  </a:lnTo>
                  <a:cubicBezTo>
                    <a:pt x="10274" y="11976"/>
                    <a:pt x="10274" y="11976"/>
                    <a:pt x="10457" y="11976"/>
                  </a:cubicBezTo>
                  <a:close/>
                  <a:moveTo>
                    <a:pt x="18998" y="12402"/>
                  </a:moveTo>
                  <a:lnTo>
                    <a:pt x="18944" y="12645"/>
                  </a:lnTo>
                  <a:lnTo>
                    <a:pt x="18815" y="12645"/>
                  </a:lnTo>
                  <a:cubicBezTo>
                    <a:pt x="18815" y="12493"/>
                    <a:pt x="18876" y="12402"/>
                    <a:pt x="18998" y="12402"/>
                  </a:cubicBezTo>
                  <a:close/>
                  <a:moveTo>
                    <a:pt x="12858" y="12493"/>
                  </a:moveTo>
                  <a:cubicBezTo>
                    <a:pt x="12858" y="12888"/>
                    <a:pt x="12858" y="12888"/>
                    <a:pt x="12584" y="12888"/>
                  </a:cubicBezTo>
                  <a:lnTo>
                    <a:pt x="12463" y="12645"/>
                  </a:lnTo>
                  <a:cubicBezTo>
                    <a:pt x="12584" y="12493"/>
                    <a:pt x="12584" y="12493"/>
                    <a:pt x="12858" y="12493"/>
                  </a:cubicBezTo>
                  <a:close/>
                  <a:moveTo>
                    <a:pt x="18973" y="12677"/>
                  </a:moveTo>
                  <a:cubicBezTo>
                    <a:pt x="19045" y="12684"/>
                    <a:pt x="19097" y="12714"/>
                    <a:pt x="19150" y="12767"/>
                  </a:cubicBezTo>
                  <a:lnTo>
                    <a:pt x="19059" y="13101"/>
                  </a:lnTo>
                  <a:cubicBezTo>
                    <a:pt x="19028" y="13121"/>
                    <a:pt x="18994" y="13131"/>
                    <a:pt x="18963" y="13131"/>
                  </a:cubicBezTo>
                  <a:cubicBezTo>
                    <a:pt x="18900" y="13131"/>
                    <a:pt x="18846" y="13091"/>
                    <a:pt x="18846" y="13010"/>
                  </a:cubicBezTo>
                  <a:cubicBezTo>
                    <a:pt x="18791" y="12871"/>
                    <a:pt x="18886" y="12784"/>
                    <a:pt x="18973" y="12677"/>
                  </a:cubicBezTo>
                  <a:close/>
                  <a:moveTo>
                    <a:pt x="19241" y="12888"/>
                  </a:moveTo>
                  <a:lnTo>
                    <a:pt x="19545" y="12919"/>
                  </a:lnTo>
                  <a:lnTo>
                    <a:pt x="19423" y="13131"/>
                  </a:lnTo>
                  <a:lnTo>
                    <a:pt x="19241" y="12888"/>
                  </a:lnTo>
                  <a:close/>
                  <a:moveTo>
                    <a:pt x="5441" y="13982"/>
                  </a:moveTo>
                  <a:lnTo>
                    <a:pt x="5350" y="14165"/>
                  </a:lnTo>
                  <a:lnTo>
                    <a:pt x="5502" y="14256"/>
                  </a:lnTo>
                  <a:cubicBezTo>
                    <a:pt x="5451" y="14263"/>
                    <a:pt x="5410" y="14269"/>
                    <a:pt x="5378" y="14269"/>
                  </a:cubicBezTo>
                  <a:cubicBezTo>
                    <a:pt x="5275" y="14269"/>
                    <a:pt x="5252" y="14213"/>
                    <a:pt x="5229" y="13982"/>
                  </a:cubicBezTo>
                  <a:close/>
                  <a:moveTo>
                    <a:pt x="14332" y="14051"/>
                  </a:moveTo>
                  <a:cubicBezTo>
                    <a:pt x="14404" y="14051"/>
                    <a:pt x="14473" y="14082"/>
                    <a:pt x="14530" y="14195"/>
                  </a:cubicBezTo>
                  <a:lnTo>
                    <a:pt x="14408" y="14317"/>
                  </a:lnTo>
                  <a:lnTo>
                    <a:pt x="14195" y="14104"/>
                  </a:lnTo>
                  <a:lnTo>
                    <a:pt x="14195" y="14074"/>
                  </a:lnTo>
                  <a:cubicBezTo>
                    <a:pt x="14241" y="14062"/>
                    <a:pt x="14287" y="14051"/>
                    <a:pt x="14332" y="14051"/>
                  </a:cubicBezTo>
                  <a:close/>
                  <a:moveTo>
                    <a:pt x="2949" y="13527"/>
                  </a:moveTo>
                  <a:cubicBezTo>
                    <a:pt x="3010" y="13587"/>
                    <a:pt x="3010" y="13648"/>
                    <a:pt x="3101" y="13679"/>
                  </a:cubicBezTo>
                  <a:cubicBezTo>
                    <a:pt x="3405" y="13770"/>
                    <a:pt x="3648" y="13952"/>
                    <a:pt x="3800" y="14226"/>
                  </a:cubicBezTo>
                  <a:lnTo>
                    <a:pt x="3800" y="14499"/>
                  </a:lnTo>
                  <a:lnTo>
                    <a:pt x="3618" y="14682"/>
                  </a:lnTo>
                  <a:cubicBezTo>
                    <a:pt x="3618" y="14651"/>
                    <a:pt x="3587" y="14621"/>
                    <a:pt x="3587" y="14590"/>
                  </a:cubicBezTo>
                  <a:cubicBezTo>
                    <a:pt x="3618" y="14469"/>
                    <a:pt x="3678" y="14347"/>
                    <a:pt x="3678" y="14195"/>
                  </a:cubicBezTo>
                  <a:lnTo>
                    <a:pt x="3344" y="13922"/>
                  </a:lnTo>
                  <a:lnTo>
                    <a:pt x="2949" y="14013"/>
                  </a:lnTo>
                  <a:lnTo>
                    <a:pt x="2949" y="13527"/>
                  </a:lnTo>
                  <a:close/>
                  <a:moveTo>
                    <a:pt x="13952" y="14378"/>
                  </a:moveTo>
                  <a:cubicBezTo>
                    <a:pt x="14074" y="14560"/>
                    <a:pt x="14074" y="14560"/>
                    <a:pt x="13952" y="14834"/>
                  </a:cubicBezTo>
                  <a:lnTo>
                    <a:pt x="13648" y="14834"/>
                  </a:lnTo>
                  <a:cubicBezTo>
                    <a:pt x="13891" y="14742"/>
                    <a:pt x="13861" y="14530"/>
                    <a:pt x="13952" y="14378"/>
                  </a:cubicBezTo>
                  <a:close/>
                  <a:moveTo>
                    <a:pt x="17144" y="14651"/>
                  </a:moveTo>
                  <a:lnTo>
                    <a:pt x="17144" y="14651"/>
                  </a:lnTo>
                  <a:cubicBezTo>
                    <a:pt x="17113" y="14803"/>
                    <a:pt x="17113" y="14803"/>
                    <a:pt x="16961" y="14894"/>
                  </a:cubicBezTo>
                  <a:cubicBezTo>
                    <a:pt x="16931" y="14742"/>
                    <a:pt x="17022" y="14712"/>
                    <a:pt x="17144" y="14651"/>
                  </a:cubicBezTo>
                  <a:close/>
                  <a:moveTo>
                    <a:pt x="15680" y="15155"/>
                  </a:moveTo>
                  <a:cubicBezTo>
                    <a:pt x="15683" y="15177"/>
                    <a:pt x="15685" y="15202"/>
                    <a:pt x="15685" y="15229"/>
                  </a:cubicBezTo>
                  <a:cubicBezTo>
                    <a:pt x="15689" y="15231"/>
                    <a:pt x="15693" y="15232"/>
                    <a:pt x="15696" y="15233"/>
                  </a:cubicBezTo>
                  <a:lnTo>
                    <a:pt x="15696" y="15233"/>
                  </a:lnTo>
                  <a:cubicBezTo>
                    <a:pt x="15701" y="15223"/>
                    <a:pt x="15707" y="15214"/>
                    <a:pt x="15713" y="15205"/>
                  </a:cubicBezTo>
                  <a:lnTo>
                    <a:pt x="15713" y="15205"/>
                  </a:lnTo>
                  <a:cubicBezTo>
                    <a:pt x="15707" y="15191"/>
                    <a:pt x="15696" y="15173"/>
                    <a:pt x="15680" y="15155"/>
                  </a:cubicBezTo>
                  <a:close/>
                  <a:moveTo>
                    <a:pt x="14834" y="14682"/>
                  </a:moveTo>
                  <a:lnTo>
                    <a:pt x="15016" y="14803"/>
                  </a:lnTo>
                  <a:lnTo>
                    <a:pt x="14773" y="15259"/>
                  </a:lnTo>
                  <a:lnTo>
                    <a:pt x="14590" y="15077"/>
                  </a:lnTo>
                  <a:lnTo>
                    <a:pt x="14834" y="14682"/>
                  </a:lnTo>
                  <a:close/>
                  <a:moveTo>
                    <a:pt x="16779" y="15168"/>
                  </a:moveTo>
                  <a:cubicBezTo>
                    <a:pt x="16840" y="15229"/>
                    <a:pt x="16931" y="15259"/>
                    <a:pt x="16992" y="15289"/>
                  </a:cubicBezTo>
                  <a:lnTo>
                    <a:pt x="17174" y="15289"/>
                  </a:lnTo>
                  <a:cubicBezTo>
                    <a:pt x="17235" y="15320"/>
                    <a:pt x="17296" y="15350"/>
                    <a:pt x="17356" y="15381"/>
                  </a:cubicBezTo>
                  <a:lnTo>
                    <a:pt x="17265" y="15593"/>
                  </a:lnTo>
                  <a:lnTo>
                    <a:pt x="17022" y="15593"/>
                  </a:lnTo>
                  <a:lnTo>
                    <a:pt x="17022" y="15350"/>
                  </a:lnTo>
                  <a:lnTo>
                    <a:pt x="16901" y="15472"/>
                  </a:lnTo>
                  <a:lnTo>
                    <a:pt x="16779" y="15168"/>
                  </a:lnTo>
                  <a:close/>
                  <a:moveTo>
                    <a:pt x="14165" y="15198"/>
                  </a:moveTo>
                  <a:lnTo>
                    <a:pt x="14256" y="15533"/>
                  </a:lnTo>
                  <a:lnTo>
                    <a:pt x="14013" y="15715"/>
                  </a:lnTo>
                  <a:cubicBezTo>
                    <a:pt x="13831" y="15654"/>
                    <a:pt x="13922" y="15411"/>
                    <a:pt x="13770" y="15320"/>
                  </a:cubicBezTo>
                  <a:lnTo>
                    <a:pt x="14165" y="15198"/>
                  </a:lnTo>
                  <a:close/>
                  <a:moveTo>
                    <a:pt x="12602" y="15381"/>
                  </a:moveTo>
                  <a:cubicBezTo>
                    <a:pt x="12638" y="15381"/>
                    <a:pt x="12676" y="15391"/>
                    <a:pt x="12706" y="15411"/>
                  </a:cubicBezTo>
                  <a:cubicBezTo>
                    <a:pt x="12736" y="15563"/>
                    <a:pt x="12767" y="15685"/>
                    <a:pt x="12584" y="15776"/>
                  </a:cubicBezTo>
                  <a:cubicBezTo>
                    <a:pt x="12463" y="15745"/>
                    <a:pt x="12432" y="15624"/>
                    <a:pt x="12463" y="15502"/>
                  </a:cubicBezTo>
                  <a:cubicBezTo>
                    <a:pt x="12463" y="15421"/>
                    <a:pt x="12530" y="15381"/>
                    <a:pt x="12602" y="15381"/>
                  </a:cubicBezTo>
                  <a:close/>
                  <a:moveTo>
                    <a:pt x="15217" y="15640"/>
                  </a:moveTo>
                  <a:cubicBezTo>
                    <a:pt x="15290" y="15640"/>
                    <a:pt x="15361" y="15686"/>
                    <a:pt x="15381" y="15745"/>
                  </a:cubicBezTo>
                  <a:cubicBezTo>
                    <a:pt x="15411" y="15837"/>
                    <a:pt x="15350" y="15958"/>
                    <a:pt x="15320" y="16080"/>
                  </a:cubicBezTo>
                  <a:cubicBezTo>
                    <a:pt x="15077" y="16080"/>
                    <a:pt x="15077" y="16080"/>
                    <a:pt x="14925" y="15806"/>
                  </a:cubicBezTo>
                  <a:lnTo>
                    <a:pt x="15107" y="15685"/>
                  </a:lnTo>
                  <a:cubicBezTo>
                    <a:pt x="15139" y="15653"/>
                    <a:pt x="15178" y="15640"/>
                    <a:pt x="15217" y="15640"/>
                  </a:cubicBezTo>
                  <a:close/>
                  <a:moveTo>
                    <a:pt x="16323" y="16414"/>
                  </a:moveTo>
                  <a:lnTo>
                    <a:pt x="16323" y="16657"/>
                  </a:lnTo>
                  <a:cubicBezTo>
                    <a:pt x="16232" y="16596"/>
                    <a:pt x="16110" y="16688"/>
                    <a:pt x="16049" y="16505"/>
                  </a:cubicBezTo>
                  <a:lnTo>
                    <a:pt x="16323" y="16414"/>
                  </a:lnTo>
                  <a:close/>
                  <a:moveTo>
                    <a:pt x="11460" y="16414"/>
                  </a:moveTo>
                  <a:lnTo>
                    <a:pt x="11703" y="16688"/>
                  </a:lnTo>
                  <a:lnTo>
                    <a:pt x="11460" y="16688"/>
                  </a:lnTo>
                  <a:lnTo>
                    <a:pt x="11338" y="16505"/>
                  </a:lnTo>
                  <a:lnTo>
                    <a:pt x="11460" y="16414"/>
                  </a:lnTo>
                  <a:close/>
                  <a:moveTo>
                    <a:pt x="15411" y="16475"/>
                  </a:moveTo>
                  <a:cubicBezTo>
                    <a:pt x="15244" y="16627"/>
                    <a:pt x="15153" y="16703"/>
                    <a:pt x="15088" y="16703"/>
                  </a:cubicBezTo>
                  <a:cubicBezTo>
                    <a:pt x="15024" y="16703"/>
                    <a:pt x="14986" y="16627"/>
                    <a:pt x="14925" y="16475"/>
                  </a:cubicBezTo>
                  <a:close/>
                  <a:moveTo>
                    <a:pt x="2858" y="16688"/>
                  </a:moveTo>
                  <a:lnTo>
                    <a:pt x="2797" y="16870"/>
                  </a:lnTo>
                  <a:lnTo>
                    <a:pt x="2949" y="17052"/>
                  </a:lnTo>
                  <a:cubicBezTo>
                    <a:pt x="2896" y="17075"/>
                    <a:pt x="2846" y="17083"/>
                    <a:pt x="2799" y="17083"/>
                  </a:cubicBezTo>
                  <a:cubicBezTo>
                    <a:pt x="2705" y="17083"/>
                    <a:pt x="2621" y="17052"/>
                    <a:pt x="2534" y="17052"/>
                  </a:cubicBezTo>
                  <a:cubicBezTo>
                    <a:pt x="2491" y="17052"/>
                    <a:pt x="2447" y="17060"/>
                    <a:pt x="2402" y="17083"/>
                  </a:cubicBezTo>
                  <a:cubicBezTo>
                    <a:pt x="2432" y="16900"/>
                    <a:pt x="2584" y="16992"/>
                    <a:pt x="2645" y="16900"/>
                  </a:cubicBezTo>
                  <a:cubicBezTo>
                    <a:pt x="2706" y="16809"/>
                    <a:pt x="2706" y="16688"/>
                    <a:pt x="2858" y="16688"/>
                  </a:cubicBezTo>
                  <a:close/>
                  <a:moveTo>
                    <a:pt x="15350" y="16840"/>
                  </a:moveTo>
                  <a:cubicBezTo>
                    <a:pt x="15442" y="16870"/>
                    <a:pt x="15502" y="17022"/>
                    <a:pt x="15472" y="17113"/>
                  </a:cubicBezTo>
                  <a:cubicBezTo>
                    <a:pt x="15450" y="17202"/>
                    <a:pt x="15379" y="17259"/>
                    <a:pt x="15306" y="17259"/>
                  </a:cubicBezTo>
                  <a:cubicBezTo>
                    <a:pt x="15280" y="17259"/>
                    <a:pt x="15253" y="17251"/>
                    <a:pt x="15229" y="17235"/>
                  </a:cubicBezTo>
                  <a:cubicBezTo>
                    <a:pt x="15198" y="17083"/>
                    <a:pt x="15168" y="16931"/>
                    <a:pt x="15350" y="16840"/>
                  </a:cubicBezTo>
                  <a:close/>
                  <a:moveTo>
                    <a:pt x="15799" y="17308"/>
                  </a:moveTo>
                  <a:cubicBezTo>
                    <a:pt x="15892" y="17308"/>
                    <a:pt x="15986" y="17380"/>
                    <a:pt x="16080" y="17417"/>
                  </a:cubicBezTo>
                  <a:cubicBezTo>
                    <a:pt x="16049" y="17569"/>
                    <a:pt x="16141" y="17752"/>
                    <a:pt x="15989" y="17843"/>
                  </a:cubicBezTo>
                  <a:cubicBezTo>
                    <a:pt x="15928" y="17843"/>
                    <a:pt x="15859" y="17866"/>
                    <a:pt x="15795" y="17866"/>
                  </a:cubicBezTo>
                  <a:cubicBezTo>
                    <a:pt x="15730" y="17866"/>
                    <a:pt x="15669" y="17843"/>
                    <a:pt x="15624" y="17752"/>
                  </a:cubicBezTo>
                  <a:lnTo>
                    <a:pt x="15624" y="17417"/>
                  </a:lnTo>
                  <a:cubicBezTo>
                    <a:pt x="15682" y="17336"/>
                    <a:pt x="15741" y="17308"/>
                    <a:pt x="15799" y="17308"/>
                  </a:cubicBezTo>
                  <a:close/>
                  <a:moveTo>
                    <a:pt x="12432" y="17721"/>
                  </a:moveTo>
                  <a:cubicBezTo>
                    <a:pt x="12432" y="17952"/>
                    <a:pt x="12432" y="18008"/>
                    <a:pt x="12286" y="18008"/>
                  </a:cubicBezTo>
                  <a:cubicBezTo>
                    <a:pt x="12239" y="18008"/>
                    <a:pt x="12178" y="18002"/>
                    <a:pt x="12098" y="17995"/>
                  </a:cubicBezTo>
                  <a:lnTo>
                    <a:pt x="12189" y="17721"/>
                  </a:lnTo>
                  <a:close/>
                  <a:moveTo>
                    <a:pt x="14378" y="18542"/>
                  </a:moveTo>
                  <a:lnTo>
                    <a:pt x="14378" y="18755"/>
                  </a:lnTo>
                  <a:cubicBezTo>
                    <a:pt x="14373" y="18760"/>
                    <a:pt x="14366" y="18762"/>
                    <a:pt x="14358" y="18762"/>
                  </a:cubicBezTo>
                  <a:cubicBezTo>
                    <a:pt x="14317" y="18762"/>
                    <a:pt x="14241" y="18699"/>
                    <a:pt x="14165" y="18572"/>
                  </a:cubicBezTo>
                  <a:lnTo>
                    <a:pt x="14378" y="18542"/>
                  </a:lnTo>
                  <a:close/>
                  <a:moveTo>
                    <a:pt x="15502" y="18785"/>
                  </a:moveTo>
                  <a:lnTo>
                    <a:pt x="15594" y="18998"/>
                  </a:lnTo>
                  <a:cubicBezTo>
                    <a:pt x="15553" y="19079"/>
                    <a:pt x="15485" y="19119"/>
                    <a:pt x="15409" y="19119"/>
                  </a:cubicBezTo>
                  <a:cubicBezTo>
                    <a:pt x="15371" y="19119"/>
                    <a:pt x="15330" y="19109"/>
                    <a:pt x="15290" y="19089"/>
                  </a:cubicBezTo>
                  <a:cubicBezTo>
                    <a:pt x="15229" y="19059"/>
                    <a:pt x="15229" y="18937"/>
                    <a:pt x="15138" y="18785"/>
                  </a:cubicBezTo>
                  <a:close/>
                  <a:moveTo>
                    <a:pt x="19636" y="18907"/>
                  </a:moveTo>
                  <a:cubicBezTo>
                    <a:pt x="19667" y="19089"/>
                    <a:pt x="19484" y="18998"/>
                    <a:pt x="19454" y="19119"/>
                  </a:cubicBezTo>
                  <a:lnTo>
                    <a:pt x="19332" y="18907"/>
                  </a:lnTo>
                  <a:close/>
                  <a:moveTo>
                    <a:pt x="2888" y="19514"/>
                  </a:moveTo>
                  <a:cubicBezTo>
                    <a:pt x="2797" y="19606"/>
                    <a:pt x="2767" y="19727"/>
                    <a:pt x="2645" y="19727"/>
                  </a:cubicBezTo>
                  <a:cubicBezTo>
                    <a:pt x="2615" y="19514"/>
                    <a:pt x="2645" y="19514"/>
                    <a:pt x="2888" y="19514"/>
                  </a:cubicBezTo>
                  <a:close/>
                  <a:moveTo>
                    <a:pt x="9678" y="19880"/>
                  </a:moveTo>
                  <a:cubicBezTo>
                    <a:pt x="9740" y="19880"/>
                    <a:pt x="9779" y="19931"/>
                    <a:pt x="9818" y="19970"/>
                  </a:cubicBezTo>
                  <a:lnTo>
                    <a:pt x="9727" y="20183"/>
                  </a:lnTo>
                  <a:lnTo>
                    <a:pt x="9545" y="19940"/>
                  </a:lnTo>
                  <a:cubicBezTo>
                    <a:pt x="9599" y="19896"/>
                    <a:pt x="9642" y="19880"/>
                    <a:pt x="9678" y="19880"/>
                  </a:cubicBezTo>
                  <a:close/>
                  <a:moveTo>
                    <a:pt x="15907" y="19329"/>
                  </a:moveTo>
                  <a:cubicBezTo>
                    <a:pt x="15923" y="19329"/>
                    <a:pt x="15941" y="19330"/>
                    <a:pt x="15958" y="19332"/>
                  </a:cubicBezTo>
                  <a:cubicBezTo>
                    <a:pt x="16141" y="19484"/>
                    <a:pt x="16232" y="19697"/>
                    <a:pt x="16201" y="19910"/>
                  </a:cubicBezTo>
                  <a:cubicBezTo>
                    <a:pt x="16080" y="20092"/>
                    <a:pt x="16080" y="20092"/>
                    <a:pt x="15745" y="20183"/>
                  </a:cubicBezTo>
                  <a:lnTo>
                    <a:pt x="15776" y="19910"/>
                  </a:lnTo>
                  <a:lnTo>
                    <a:pt x="15594" y="19788"/>
                  </a:lnTo>
                  <a:lnTo>
                    <a:pt x="15685" y="20062"/>
                  </a:lnTo>
                  <a:cubicBezTo>
                    <a:pt x="15502" y="20031"/>
                    <a:pt x="15381" y="19849"/>
                    <a:pt x="15411" y="19697"/>
                  </a:cubicBezTo>
                  <a:cubicBezTo>
                    <a:pt x="15553" y="19526"/>
                    <a:pt x="15669" y="19329"/>
                    <a:pt x="15907" y="19329"/>
                  </a:cubicBezTo>
                  <a:close/>
                  <a:moveTo>
                    <a:pt x="1456" y="20500"/>
                  </a:moveTo>
                  <a:cubicBezTo>
                    <a:pt x="1504" y="20500"/>
                    <a:pt x="1526" y="20566"/>
                    <a:pt x="1581" y="20730"/>
                  </a:cubicBezTo>
                  <a:lnTo>
                    <a:pt x="1308" y="20578"/>
                  </a:lnTo>
                  <a:cubicBezTo>
                    <a:pt x="1380" y="20530"/>
                    <a:pt x="1424" y="20500"/>
                    <a:pt x="1456" y="20500"/>
                  </a:cubicBezTo>
                  <a:close/>
                  <a:moveTo>
                    <a:pt x="12645" y="20335"/>
                  </a:moveTo>
                  <a:cubicBezTo>
                    <a:pt x="12767" y="20548"/>
                    <a:pt x="12767" y="20578"/>
                    <a:pt x="12645" y="20791"/>
                  </a:cubicBezTo>
                  <a:lnTo>
                    <a:pt x="12341" y="20791"/>
                  </a:lnTo>
                  <a:cubicBezTo>
                    <a:pt x="12311" y="20669"/>
                    <a:pt x="12280" y="20578"/>
                    <a:pt x="12280" y="20457"/>
                  </a:cubicBezTo>
                  <a:cubicBezTo>
                    <a:pt x="12280" y="20366"/>
                    <a:pt x="12372" y="20335"/>
                    <a:pt x="12463" y="20335"/>
                  </a:cubicBezTo>
                  <a:close/>
                  <a:moveTo>
                    <a:pt x="18694" y="19545"/>
                  </a:moveTo>
                  <a:lnTo>
                    <a:pt x="18785" y="19879"/>
                  </a:lnTo>
                  <a:cubicBezTo>
                    <a:pt x="18836" y="19751"/>
                    <a:pt x="18888" y="19622"/>
                    <a:pt x="18994" y="19622"/>
                  </a:cubicBezTo>
                  <a:cubicBezTo>
                    <a:pt x="19014" y="19622"/>
                    <a:pt x="19035" y="19627"/>
                    <a:pt x="19059" y="19636"/>
                  </a:cubicBezTo>
                  <a:lnTo>
                    <a:pt x="19302" y="19910"/>
                  </a:lnTo>
                  <a:lnTo>
                    <a:pt x="19302" y="20062"/>
                  </a:lnTo>
                  <a:lnTo>
                    <a:pt x="19454" y="20153"/>
                  </a:lnTo>
                  <a:lnTo>
                    <a:pt x="19271" y="20518"/>
                  </a:lnTo>
                  <a:lnTo>
                    <a:pt x="19423" y="20609"/>
                  </a:lnTo>
                  <a:cubicBezTo>
                    <a:pt x="19352" y="20680"/>
                    <a:pt x="19323" y="20709"/>
                    <a:pt x="19292" y="20709"/>
                  </a:cubicBezTo>
                  <a:cubicBezTo>
                    <a:pt x="19270" y="20709"/>
                    <a:pt x="19248" y="20695"/>
                    <a:pt x="19211" y="20669"/>
                  </a:cubicBezTo>
                  <a:lnTo>
                    <a:pt x="19028" y="20821"/>
                  </a:lnTo>
                  <a:cubicBezTo>
                    <a:pt x="18928" y="20796"/>
                    <a:pt x="18890" y="20647"/>
                    <a:pt x="18794" y="20647"/>
                  </a:cubicBezTo>
                  <a:cubicBezTo>
                    <a:pt x="18774" y="20647"/>
                    <a:pt x="18751" y="20654"/>
                    <a:pt x="18724" y="20669"/>
                  </a:cubicBezTo>
                  <a:lnTo>
                    <a:pt x="18633" y="20943"/>
                  </a:lnTo>
                  <a:lnTo>
                    <a:pt x="18815" y="21034"/>
                  </a:lnTo>
                  <a:lnTo>
                    <a:pt x="18299" y="21034"/>
                  </a:lnTo>
                  <a:cubicBezTo>
                    <a:pt x="18238" y="20882"/>
                    <a:pt x="18360" y="20882"/>
                    <a:pt x="18420" y="20852"/>
                  </a:cubicBezTo>
                  <a:cubicBezTo>
                    <a:pt x="18329" y="20761"/>
                    <a:pt x="18299" y="20639"/>
                    <a:pt x="18177" y="20639"/>
                  </a:cubicBezTo>
                  <a:lnTo>
                    <a:pt x="18086" y="20122"/>
                  </a:lnTo>
                  <a:cubicBezTo>
                    <a:pt x="18047" y="20161"/>
                    <a:pt x="18011" y="20175"/>
                    <a:pt x="17977" y="20175"/>
                  </a:cubicBezTo>
                  <a:cubicBezTo>
                    <a:pt x="17906" y="20175"/>
                    <a:pt x="17844" y="20113"/>
                    <a:pt x="17782" y="20092"/>
                  </a:cubicBezTo>
                  <a:lnTo>
                    <a:pt x="17782" y="19788"/>
                  </a:lnTo>
                  <a:lnTo>
                    <a:pt x="17782" y="19758"/>
                  </a:lnTo>
                  <a:lnTo>
                    <a:pt x="17964" y="19636"/>
                  </a:lnTo>
                  <a:cubicBezTo>
                    <a:pt x="18086" y="19758"/>
                    <a:pt x="18147" y="19879"/>
                    <a:pt x="18147" y="20031"/>
                  </a:cubicBezTo>
                  <a:lnTo>
                    <a:pt x="18390" y="20031"/>
                  </a:lnTo>
                  <a:lnTo>
                    <a:pt x="18451" y="20214"/>
                  </a:lnTo>
                  <a:lnTo>
                    <a:pt x="18755" y="20031"/>
                  </a:lnTo>
                  <a:cubicBezTo>
                    <a:pt x="18663" y="19879"/>
                    <a:pt x="18694" y="19697"/>
                    <a:pt x="18511" y="19666"/>
                  </a:cubicBezTo>
                  <a:cubicBezTo>
                    <a:pt x="18542" y="19666"/>
                    <a:pt x="18572" y="19636"/>
                    <a:pt x="18603" y="19636"/>
                  </a:cubicBezTo>
                  <a:cubicBezTo>
                    <a:pt x="18633" y="19606"/>
                    <a:pt x="18663" y="19575"/>
                    <a:pt x="18694" y="19545"/>
                  </a:cubicBezTo>
                  <a:close/>
                  <a:moveTo>
                    <a:pt x="15958" y="21247"/>
                  </a:moveTo>
                  <a:lnTo>
                    <a:pt x="16049" y="21551"/>
                  </a:lnTo>
                  <a:lnTo>
                    <a:pt x="15745" y="21581"/>
                  </a:lnTo>
                  <a:lnTo>
                    <a:pt x="15958" y="21247"/>
                  </a:lnTo>
                  <a:close/>
                  <a:moveTo>
                    <a:pt x="15320" y="21581"/>
                  </a:moveTo>
                  <a:lnTo>
                    <a:pt x="15320" y="21885"/>
                  </a:lnTo>
                  <a:lnTo>
                    <a:pt x="15046" y="21885"/>
                  </a:lnTo>
                  <a:cubicBezTo>
                    <a:pt x="15077" y="21825"/>
                    <a:pt x="15077" y="21733"/>
                    <a:pt x="15077" y="21673"/>
                  </a:cubicBezTo>
                  <a:cubicBezTo>
                    <a:pt x="15138" y="21581"/>
                    <a:pt x="15229" y="21581"/>
                    <a:pt x="15320" y="21581"/>
                  </a:cubicBezTo>
                  <a:close/>
                  <a:moveTo>
                    <a:pt x="14621" y="21977"/>
                  </a:moveTo>
                  <a:cubicBezTo>
                    <a:pt x="14712" y="22068"/>
                    <a:pt x="14864" y="22068"/>
                    <a:pt x="14894" y="22280"/>
                  </a:cubicBezTo>
                  <a:cubicBezTo>
                    <a:pt x="15046" y="22311"/>
                    <a:pt x="15107" y="22493"/>
                    <a:pt x="15229" y="22584"/>
                  </a:cubicBezTo>
                  <a:lnTo>
                    <a:pt x="15138" y="22706"/>
                  </a:lnTo>
                  <a:lnTo>
                    <a:pt x="15472" y="22919"/>
                  </a:lnTo>
                  <a:lnTo>
                    <a:pt x="15472" y="23192"/>
                  </a:lnTo>
                  <a:cubicBezTo>
                    <a:pt x="15350" y="23223"/>
                    <a:pt x="15168" y="23192"/>
                    <a:pt x="15198" y="23435"/>
                  </a:cubicBezTo>
                  <a:cubicBezTo>
                    <a:pt x="15151" y="23443"/>
                    <a:pt x="15105" y="23449"/>
                    <a:pt x="15062" y="23449"/>
                  </a:cubicBezTo>
                  <a:cubicBezTo>
                    <a:pt x="14941" y="23449"/>
                    <a:pt x="14840" y="23402"/>
                    <a:pt x="14773" y="23223"/>
                  </a:cubicBezTo>
                  <a:cubicBezTo>
                    <a:pt x="14750" y="23154"/>
                    <a:pt x="14693" y="23120"/>
                    <a:pt x="14640" y="23120"/>
                  </a:cubicBezTo>
                  <a:cubicBezTo>
                    <a:pt x="14623" y="23120"/>
                    <a:pt x="14606" y="23124"/>
                    <a:pt x="14590" y="23132"/>
                  </a:cubicBezTo>
                  <a:cubicBezTo>
                    <a:pt x="14499" y="23162"/>
                    <a:pt x="14438" y="23253"/>
                    <a:pt x="14469" y="23344"/>
                  </a:cubicBezTo>
                  <a:cubicBezTo>
                    <a:pt x="14469" y="23435"/>
                    <a:pt x="14438" y="23496"/>
                    <a:pt x="14408" y="23587"/>
                  </a:cubicBezTo>
                  <a:cubicBezTo>
                    <a:pt x="14408" y="23587"/>
                    <a:pt x="14408" y="23648"/>
                    <a:pt x="14408" y="23709"/>
                  </a:cubicBezTo>
                  <a:cubicBezTo>
                    <a:pt x="14359" y="23758"/>
                    <a:pt x="14313" y="23776"/>
                    <a:pt x="14269" y="23776"/>
                  </a:cubicBezTo>
                  <a:cubicBezTo>
                    <a:pt x="14178" y="23776"/>
                    <a:pt x="14095" y="23699"/>
                    <a:pt x="14013" y="23679"/>
                  </a:cubicBezTo>
                  <a:cubicBezTo>
                    <a:pt x="14104" y="23557"/>
                    <a:pt x="14256" y="23527"/>
                    <a:pt x="14408" y="23527"/>
                  </a:cubicBezTo>
                  <a:cubicBezTo>
                    <a:pt x="14347" y="23314"/>
                    <a:pt x="14469" y="23132"/>
                    <a:pt x="14317" y="22949"/>
                  </a:cubicBezTo>
                  <a:cubicBezTo>
                    <a:pt x="14347" y="22767"/>
                    <a:pt x="14438" y="22584"/>
                    <a:pt x="14560" y="22463"/>
                  </a:cubicBezTo>
                  <a:lnTo>
                    <a:pt x="14438" y="22311"/>
                  </a:lnTo>
                  <a:cubicBezTo>
                    <a:pt x="14226" y="22341"/>
                    <a:pt x="14256" y="22615"/>
                    <a:pt x="14165" y="22767"/>
                  </a:cubicBezTo>
                  <a:lnTo>
                    <a:pt x="14074" y="22432"/>
                  </a:lnTo>
                  <a:cubicBezTo>
                    <a:pt x="14165" y="22220"/>
                    <a:pt x="14378" y="22037"/>
                    <a:pt x="14621" y="21977"/>
                  </a:cubicBezTo>
                  <a:close/>
                  <a:moveTo>
                    <a:pt x="12615" y="23831"/>
                  </a:moveTo>
                  <a:cubicBezTo>
                    <a:pt x="12767" y="23922"/>
                    <a:pt x="12736" y="24043"/>
                    <a:pt x="12736" y="24165"/>
                  </a:cubicBezTo>
                  <a:lnTo>
                    <a:pt x="12493" y="24287"/>
                  </a:lnTo>
                  <a:lnTo>
                    <a:pt x="12372" y="24013"/>
                  </a:lnTo>
                  <a:lnTo>
                    <a:pt x="12615" y="23831"/>
                  </a:lnTo>
                  <a:close/>
                  <a:moveTo>
                    <a:pt x="18542" y="24043"/>
                  </a:moveTo>
                  <a:cubicBezTo>
                    <a:pt x="18572" y="24104"/>
                    <a:pt x="18603" y="24195"/>
                    <a:pt x="18603" y="24287"/>
                  </a:cubicBezTo>
                  <a:cubicBezTo>
                    <a:pt x="18633" y="24439"/>
                    <a:pt x="18572" y="24530"/>
                    <a:pt x="18481" y="24530"/>
                  </a:cubicBezTo>
                  <a:cubicBezTo>
                    <a:pt x="18360" y="24530"/>
                    <a:pt x="18299" y="24469"/>
                    <a:pt x="18299" y="24317"/>
                  </a:cubicBezTo>
                  <a:cubicBezTo>
                    <a:pt x="18268" y="24256"/>
                    <a:pt x="18268" y="24226"/>
                    <a:pt x="18299" y="24165"/>
                  </a:cubicBezTo>
                  <a:lnTo>
                    <a:pt x="18542" y="24043"/>
                  </a:lnTo>
                  <a:close/>
                  <a:moveTo>
                    <a:pt x="17417" y="25837"/>
                  </a:moveTo>
                  <a:cubicBezTo>
                    <a:pt x="17569" y="25867"/>
                    <a:pt x="17752" y="25928"/>
                    <a:pt x="17873" y="26019"/>
                  </a:cubicBezTo>
                  <a:cubicBezTo>
                    <a:pt x="17904" y="26019"/>
                    <a:pt x="17934" y="26080"/>
                    <a:pt x="17934" y="26110"/>
                  </a:cubicBezTo>
                  <a:cubicBezTo>
                    <a:pt x="17964" y="26141"/>
                    <a:pt x="17995" y="26171"/>
                    <a:pt x="18025" y="26201"/>
                  </a:cubicBezTo>
                  <a:lnTo>
                    <a:pt x="17660" y="26688"/>
                  </a:lnTo>
                  <a:cubicBezTo>
                    <a:pt x="17628" y="26697"/>
                    <a:pt x="17595" y="26701"/>
                    <a:pt x="17563" y="26701"/>
                  </a:cubicBezTo>
                  <a:cubicBezTo>
                    <a:pt x="17378" y="26701"/>
                    <a:pt x="17195" y="26565"/>
                    <a:pt x="17144" y="26384"/>
                  </a:cubicBezTo>
                  <a:cubicBezTo>
                    <a:pt x="17113" y="26323"/>
                    <a:pt x="17083" y="26232"/>
                    <a:pt x="17052" y="26232"/>
                  </a:cubicBezTo>
                  <a:cubicBezTo>
                    <a:pt x="17027" y="26239"/>
                    <a:pt x="17005" y="26243"/>
                    <a:pt x="16985" y="26243"/>
                  </a:cubicBezTo>
                  <a:cubicBezTo>
                    <a:pt x="16838" y="26243"/>
                    <a:pt x="16825" y="26062"/>
                    <a:pt x="16718" y="25928"/>
                  </a:cubicBezTo>
                  <a:cubicBezTo>
                    <a:pt x="16792" y="25903"/>
                    <a:pt x="16826" y="25859"/>
                    <a:pt x="16884" y="25859"/>
                  </a:cubicBezTo>
                  <a:cubicBezTo>
                    <a:pt x="16898" y="25859"/>
                    <a:pt x="16914" y="25861"/>
                    <a:pt x="16931" y="25867"/>
                  </a:cubicBezTo>
                  <a:cubicBezTo>
                    <a:pt x="17009" y="25867"/>
                    <a:pt x="17087" y="25934"/>
                    <a:pt x="17146" y="25934"/>
                  </a:cubicBezTo>
                  <a:cubicBezTo>
                    <a:pt x="17156" y="25934"/>
                    <a:pt x="17165" y="25932"/>
                    <a:pt x="17174" y="25928"/>
                  </a:cubicBezTo>
                  <a:cubicBezTo>
                    <a:pt x="17235" y="25867"/>
                    <a:pt x="17326" y="25837"/>
                    <a:pt x="17417" y="25837"/>
                  </a:cubicBezTo>
                  <a:close/>
                  <a:moveTo>
                    <a:pt x="18846" y="26536"/>
                  </a:moveTo>
                  <a:lnTo>
                    <a:pt x="19089" y="26809"/>
                  </a:lnTo>
                  <a:lnTo>
                    <a:pt x="19089" y="27083"/>
                  </a:lnTo>
                  <a:lnTo>
                    <a:pt x="18967" y="27205"/>
                  </a:lnTo>
                  <a:lnTo>
                    <a:pt x="19059" y="27569"/>
                  </a:lnTo>
                  <a:cubicBezTo>
                    <a:pt x="18998" y="27569"/>
                    <a:pt x="18940" y="27572"/>
                    <a:pt x="18883" y="27572"/>
                  </a:cubicBezTo>
                  <a:cubicBezTo>
                    <a:pt x="18742" y="27572"/>
                    <a:pt x="18611" y="27556"/>
                    <a:pt x="18481" y="27448"/>
                  </a:cubicBezTo>
                  <a:lnTo>
                    <a:pt x="18663" y="27296"/>
                  </a:lnTo>
                  <a:lnTo>
                    <a:pt x="18360" y="26992"/>
                  </a:lnTo>
                  <a:lnTo>
                    <a:pt x="18451" y="26627"/>
                  </a:lnTo>
                  <a:lnTo>
                    <a:pt x="18846" y="26536"/>
                  </a:lnTo>
                  <a:close/>
                  <a:moveTo>
                    <a:pt x="17908" y="28184"/>
                  </a:moveTo>
                  <a:cubicBezTo>
                    <a:pt x="17993" y="28184"/>
                    <a:pt x="18064" y="28240"/>
                    <a:pt x="18086" y="28329"/>
                  </a:cubicBezTo>
                  <a:cubicBezTo>
                    <a:pt x="18116" y="28390"/>
                    <a:pt x="18116" y="28481"/>
                    <a:pt x="18147" y="28633"/>
                  </a:cubicBezTo>
                  <a:lnTo>
                    <a:pt x="17964" y="28785"/>
                  </a:lnTo>
                  <a:lnTo>
                    <a:pt x="17600" y="28785"/>
                  </a:lnTo>
                  <a:cubicBezTo>
                    <a:pt x="17600" y="28724"/>
                    <a:pt x="17539" y="28633"/>
                    <a:pt x="17569" y="28572"/>
                  </a:cubicBezTo>
                  <a:cubicBezTo>
                    <a:pt x="17600" y="28451"/>
                    <a:pt x="17660" y="28360"/>
                    <a:pt x="17721" y="28268"/>
                  </a:cubicBezTo>
                  <a:cubicBezTo>
                    <a:pt x="17752" y="28238"/>
                    <a:pt x="17782" y="28238"/>
                    <a:pt x="17812" y="28208"/>
                  </a:cubicBezTo>
                  <a:cubicBezTo>
                    <a:pt x="17845" y="28191"/>
                    <a:pt x="17878" y="28184"/>
                    <a:pt x="17908" y="28184"/>
                  </a:cubicBezTo>
                  <a:close/>
                  <a:moveTo>
                    <a:pt x="13618" y="28603"/>
                  </a:moveTo>
                  <a:cubicBezTo>
                    <a:pt x="13679" y="28937"/>
                    <a:pt x="13679" y="28937"/>
                    <a:pt x="13557" y="29119"/>
                  </a:cubicBezTo>
                  <a:cubicBezTo>
                    <a:pt x="13435" y="29028"/>
                    <a:pt x="13314" y="28967"/>
                    <a:pt x="13344" y="28724"/>
                  </a:cubicBezTo>
                  <a:lnTo>
                    <a:pt x="13618" y="28603"/>
                  </a:lnTo>
                  <a:close/>
                  <a:moveTo>
                    <a:pt x="18698" y="29354"/>
                  </a:moveTo>
                  <a:cubicBezTo>
                    <a:pt x="18751" y="29354"/>
                    <a:pt x="18826" y="29400"/>
                    <a:pt x="18967" y="29484"/>
                  </a:cubicBezTo>
                  <a:lnTo>
                    <a:pt x="18785" y="29727"/>
                  </a:lnTo>
                  <a:lnTo>
                    <a:pt x="18542" y="29545"/>
                  </a:lnTo>
                  <a:cubicBezTo>
                    <a:pt x="18607" y="29415"/>
                    <a:pt x="18637" y="29354"/>
                    <a:pt x="18698" y="29354"/>
                  </a:cubicBezTo>
                  <a:close/>
                  <a:moveTo>
                    <a:pt x="13569" y="29508"/>
                  </a:moveTo>
                  <a:cubicBezTo>
                    <a:pt x="13614" y="29508"/>
                    <a:pt x="13664" y="29538"/>
                    <a:pt x="13709" y="29606"/>
                  </a:cubicBezTo>
                  <a:cubicBezTo>
                    <a:pt x="13583" y="29694"/>
                    <a:pt x="13519" y="29741"/>
                    <a:pt x="13471" y="29741"/>
                  </a:cubicBezTo>
                  <a:cubicBezTo>
                    <a:pt x="13448" y="29741"/>
                    <a:pt x="13429" y="29731"/>
                    <a:pt x="13408" y="29710"/>
                  </a:cubicBezTo>
                  <a:lnTo>
                    <a:pt x="13408" y="29710"/>
                  </a:lnTo>
                  <a:cubicBezTo>
                    <a:pt x="13430" y="29586"/>
                    <a:pt x="13495" y="29508"/>
                    <a:pt x="13569" y="29508"/>
                  </a:cubicBezTo>
                  <a:close/>
                  <a:moveTo>
                    <a:pt x="13363" y="29861"/>
                  </a:moveTo>
                  <a:cubicBezTo>
                    <a:pt x="13388" y="29964"/>
                    <a:pt x="13402" y="30028"/>
                    <a:pt x="13466" y="30092"/>
                  </a:cubicBezTo>
                  <a:lnTo>
                    <a:pt x="13375" y="30183"/>
                  </a:lnTo>
                  <a:cubicBezTo>
                    <a:pt x="13305" y="30137"/>
                    <a:pt x="13324" y="30003"/>
                    <a:pt x="13363" y="29861"/>
                  </a:cubicBezTo>
                  <a:close/>
                  <a:moveTo>
                    <a:pt x="10365" y="29940"/>
                  </a:moveTo>
                  <a:cubicBezTo>
                    <a:pt x="10457" y="29940"/>
                    <a:pt x="10517" y="30031"/>
                    <a:pt x="10517" y="30123"/>
                  </a:cubicBezTo>
                  <a:cubicBezTo>
                    <a:pt x="10517" y="30214"/>
                    <a:pt x="10517" y="30274"/>
                    <a:pt x="10517" y="30335"/>
                  </a:cubicBezTo>
                  <a:lnTo>
                    <a:pt x="10335" y="30335"/>
                  </a:lnTo>
                  <a:cubicBezTo>
                    <a:pt x="10213" y="30305"/>
                    <a:pt x="10183" y="30244"/>
                    <a:pt x="10183" y="30123"/>
                  </a:cubicBezTo>
                  <a:cubicBezTo>
                    <a:pt x="10183" y="30031"/>
                    <a:pt x="10274" y="29971"/>
                    <a:pt x="10365" y="29940"/>
                  </a:cubicBezTo>
                  <a:close/>
                  <a:moveTo>
                    <a:pt x="16505" y="27326"/>
                  </a:moveTo>
                  <a:cubicBezTo>
                    <a:pt x="16627" y="27448"/>
                    <a:pt x="16445" y="27539"/>
                    <a:pt x="16445" y="27660"/>
                  </a:cubicBezTo>
                  <a:lnTo>
                    <a:pt x="16718" y="27904"/>
                  </a:lnTo>
                  <a:lnTo>
                    <a:pt x="16475" y="27964"/>
                  </a:lnTo>
                  <a:cubicBezTo>
                    <a:pt x="16505" y="27995"/>
                    <a:pt x="16566" y="28056"/>
                    <a:pt x="16597" y="28086"/>
                  </a:cubicBezTo>
                  <a:cubicBezTo>
                    <a:pt x="16637" y="28167"/>
                    <a:pt x="16718" y="28221"/>
                    <a:pt x="16804" y="28221"/>
                  </a:cubicBezTo>
                  <a:cubicBezTo>
                    <a:pt x="16846" y="28221"/>
                    <a:pt x="16890" y="28208"/>
                    <a:pt x="16931" y="28177"/>
                  </a:cubicBezTo>
                  <a:lnTo>
                    <a:pt x="17356" y="28025"/>
                  </a:lnTo>
                  <a:cubicBezTo>
                    <a:pt x="17417" y="28238"/>
                    <a:pt x="17417" y="28481"/>
                    <a:pt x="17387" y="28694"/>
                  </a:cubicBezTo>
                  <a:lnTo>
                    <a:pt x="17235" y="28694"/>
                  </a:lnTo>
                  <a:cubicBezTo>
                    <a:pt x="17113" y="28876"/>
                    <a:pt x="17265" y="28967"/>
                    <a:pt x="17356" y="29089"/>
                  </a:cubicBezTo>
                  <a:cubicBezTo>
                    <a:pt x="17235" y="29150"/>
                    <a:pt x="17083" y="29180"/>
                    <a:pt x="16992" y="29302"/>
                  </a:cubicBezTo>
                  <a:cubicBezTo>
                    <a:pt x="16901" y="29454"/>
                    <a:pt x="16749" y="29515"/>
                    <a:pt x="16688" y="29667"/>
                  </a:cubicBezTo>
                  <a:cubicBezTo>
                    <a:pt x="16657" y="29819"/>
                    <a:pt x="16475" y="29879"/>
                    <a:pt x="16536" y="30062"/>
                  </a:cubicBezTo>
                  <a:lnTo>
                    <a:pt x="16749" y="30214"/>
                  </a:lnTo>
                  <a:lnTo>
                    <a:pt x="16657" y="30335"/>
                  </a:lnTo>
                  <a:cubicBezTo>
                    <a:pt x="16620" y="30290"/>
                    <a:pt x="16583" y="30275"/>
                    <a:pt x="16545" y="30275"/>
                  </a:cubicBezTo>
                  <a:cubicBezTo>
                    <a:pt x="16463" y="30275"/>
                    <a:pt x="16381" y="30349"/>
                    <a:pt x="16299" y="30349"/>
                  </a:cubicBezTo>
                  <a:cubicBezTo>
                    <a:pt x="16266" y="30349"/>
                    <a:pt x="16234" y="30337"/>
                    <a:pt x="16201" y="30305"/>
                  </a:cubicBezTo>
                  <a:lnTo>
                    <a:pt x="16262" y="30214"/>
                  </a:lnTo>
                  <a:lnTo>
                    <a:pt x="16141" y="30153"/>
                  </a:lnTo>
                  <a:lnTo>
                    <a:pt x="15989" y="30183"/>
                  </a:lnTo>
                  <a:cubicBezTo>
                    <a:pt x="15928" y="30123"/>
                    <a:pt x="16080" y="30062"/>
                    <a:pt x="15958" y="30001"/>
                  </a:cubicBezTo>
                  <a:lnTo>
                    <a:pt x="16049" y="29940"/>
                  </a:lnTo>
                  <a:cubicBezTo>
                    <a:pt x="15989" y="29697"/>
                    <a:pt x="15745" y="29758"/>
                    <a:pt x="15685" y="29575"/>
                  </a:cubicBezTo>
                  <a:lnTo>
                    <a:pt x="15502" y="29636"/>
                  </a:lnTo>
                  <a:cubicBezTo>
                    <a:pt x="15350" y="29515"/>
                    <a:pt x="15229" y="29393"/>
                    <a:pt x="15107" y="29271"/>
                  </a:cubicBezTo>
                  <a:cubicBezTo>
                    <a:pt x="14986" y="29150"/>
                    <a:pt x="14773" y="29211"/>
                    <a:pt x="14742" y="29028"/>
                  </a:cubicBezTo>
                  <a:cubicBezTo>
                    <a:pt x="14742" y="28816"/>
                    <a:pt x="14925" y="28876"/>
                    <a:pt x="15016" y="28816"/>
                  </a:cubicBezTo>
                  <a:lnTo>
                    <a:pt x="14925" y="28664"/>
                  </a:lnTo>
                  <a:cubicBezTo>
                    <a:pt x="15041" y="28571"/>
                    <a:pt x="15175" y="28531"/>
                    <a:pt x="15299" y="28531"/>
                  </a:cubicBezTo>
                  <a:cubicBezTo>
                    <a:pt x="15338" y="28531"/>
                    <a:pt x="15375" y="28535"/>
                    <a:pt x="15411" y="28542"/>
                  </a:cubicBezTo>
                  <a:cubicBezTo>
                    <a:pt x="15381" y="28451"/>
                    <a:pt x="15381" y="28420"/>
                    <a:pt x="15350" y="28390"/>
                  </a:cubicBezTo>
                  <a:cubicBezTo>
                    <a:pt x="15229" y="28299"/>
                    <a:pt x="15107" y="28208"/>
                    <a:pt x="15016" y="28086"/>
                  </a:cubicBezTo>
                  <a:lnTo>
                    <a:pt x="15016" y="28086"/>
                  </a:lnTo>
                  <a:lnTo>
                    <a:pt x="15259" y="28177"/>
                  </a:lnTo>
                  <a:lnTo>
                    <a:pt x="15259" y="28177"/>
                  </a:lnTo>
                  <a:lnTo>
                    <a:pt x="15229" y="28025"/>
                  </a:lnTo>
                  <a:cubicBezTo>
                    <a:pt x="15295" y="28025"/>
                    <a:pt x="15361" y="28090"/>
                    <a:pt x="15428" y="28090"/>
                  </a:cubicBezTo>
                  <a:cubicBezTo>
                    <a:pt x="15453" y="28090"/>
                    <a:pt x="15477" y="28080"/>
                    <a:pt x="15502" y="28056"/>
                  </a:cubicBezTo>
                  <a:cubicBezTo>
                    <a:pt x="15525" y="28038"/>
                    <a:pt x="15546" y="28032"/>
                    <a:pt x="15566" y="28032"/>
                  </a:cubicBezTo>
                  <a:cubicBezTo>
                    <a:pt x="15620" y="28032"/>
                    <a:pt x="15664" y="28082"/>
                    <a:pt x="15716" y="28082"/>
                  </a:cubicBezTo>
                  <a:cubicBezTo>
                    <a:pt x="15743" y="28082"/>
                    <a:pt x="15772" y="28068"/>
                    <a:pt x="15806" y="28025"/>
                  </a:cubicBezTo>
                  <a:cubicBezTo>
                    <a:pt x="15776" y="27995"/>
                    <a:pt x="15776" y="27934"/>
                    <a:pt x="15745" y="27904"/>
                  </a:cubicBezTo>
                  <a:lnTo>
                    <a:pt x="15411" y="27448"/>
                  </a:lnTo>
                  <a:lnTo>
                    <a:pt x="15594" y="27326"/>
                  </a:lnTo>
                  <a:cubicBezTo>
                    <a:pt x="15776" y="27417"/>
                    <a:pt x="15776" y="27417"/>
                    <a:pt x="15654" y="27660"/>
                  </a:cubicBezTo>
                  <a:lnTo>
                    <a:pt x="15776" y="27752"/>
                  </a:lnTo>
                  <a:lnTo>
                    <a:pt x="16141" y="27660"/>
                  </a:lnTo>
                  <a:cubicBezTo>
                    <a:pt x="16110" y="27600"/>
                    <a:pt x="16110" y="27569"/>
                    <a:pt x="16049" y="27539"/>
                  </a:cubicBezTo>
                  <a:cubicBezTo>
                    <a:pt x="16042" y="27535"/>
                    <a:pt x="16033" y="27534"/>
                    <a:pt x="16024" y="27534"/>
                  </a:cubicBezTo>
                  <a:cubicBezTo>
                    <a:pt x="15999" y="27534"/>
                    <a:pt x="15971" y="27543"/>
                    <a:pt x="15945" y="27543"/>
                  </a:cubicBezTo>
                  <a:cubicBezTo>
                    <a:pt x="15902" y="27543"/>
                    <a:pt x="15867" y="27518"/>
                    <a:pt x="15867" y="27387"/>
                  </a:cubicBezTo>
                  <a:cubicBezTo>
                    <a:pt x="15908" y="27387"/>
                    <a:pt x="15948" y="27373"/>
                    <a:pt x="15998" y="27373"/>
                  </a:cubicBezTo>
                  <a:cubicBezTo>
                    <a:pt x="16022" y="27373"/>
                    <a:pt x="16049" y="27377"/>
                    <a:pt x="16080" y="27387"/>
                  </a:cubicBezTo>
                  <a:cubicBezTo>
                    <a:pt x="16089" y="27396"/>
                    <a:pt x="16098" y="27400"/>
                    <a:pt x="16107" y="27400"/>
                  </a:cubicBezTo>
                  <a:cubicBezTo>
                    <a:pt x="16147" y="27400"/>
                    <a:pt x="16188" y="27330"/>
                    <a:pt x="16240" y="27330"/>
                  </a:cubicBezTo>
                  <a:cubicBezTo>
                    <a:pt x="16256" y="27330"/>
                    <a:pt x="16274" y="27338"/>
                    <a:pt x="16293" y="27357"/>
                  </a:cubicBezTo>
                  <a:cubicBezTo>
                    <a:pt x="16299" y="27363"/>
                    <a:pt x="16307" y="27365"/>
                    <a:pt x="16318" y="27365"/>
                  </a:cubicBezTo>
                  <a:cubicBezTo>
                    <a:pt x="16359" y="27365"/>
                    <a:pt x="16432" y="27326"/>
                    <a:pt x="16505" y="27326"/>
                  </a:cubicBezTo>
                  <a:close/>
                  <a:moveTo>
                    <a:pt x="12888" y="29879"/>
                  </a:moveTo>
                  <a:lnTo>
                    <a:pt x="12979" y="30153"/>
                  </a:lnTo>
                  <a:lnTo>
                    <a:pt x="12827" y="30426"/>
                  </a:lnTo>
                  <a:lnTo>
                    <a:pt x="12676" y="30426"/>
                  </a:lnTo>
                  <a:cubicBezTo>
                    <a:pt x="12615" y="30244"/>
                    <a:pt x="12645" y="30062"/>
                    <a:pt x="12736" y="29879"/>
                  </a:cubicBezTo>
                  <a:close/>
                  <a:moveTo>
                    <a:pt x="11666" y="29492"/>
                  </a:moveTo>
                  <a:cubicBezTo>
                    <a:pt x="11773" y="29492"/>
                    <a:pt x="11920" y="29532"/>
                    <a:pt x="12068" y="29606"/>
                  </a:cubicBezTo>
                  <a:cubicBezTo>
                    <a:pt x="11976" y="29788"/>
                    <a:pt x="11703" y="29697"/>
                    <a:pt x="11672" y="29879"/>
                  </a:cubicBezTo>
                  <a:lnTo>
                    <a:pt x="11764" y="30487"/>
                  </a:lnTo>
                  <a:cubicBezTo>
                    <a:pt x="11581" y="30426"/>
                    <a:pt x="11581" y="30214"/>
                    <a:pt x="11672" y="29606"/>
                  </a:cubicBezTo>
                  <a:lnTo>
                    <a:pt x="11520" y="29545"/>
                  </a:lnTo>
                  <a:cubicBezTo>
                    <a:pt x="11544" y="29509"/>
                    <a:pt x="11597" y="29492"/>
                    <a:pt x="11666" y="29492"/>
                  </a:cubicBezTo>
                  <a:close/>
                  <a:moveTo>
                    <a:pt x="11338" y="30244"/>
                  </a:moveTo>
                  <a:lnTo>
                    <a:pt x="11429" y="30457"/>
                  </a:lnTo>
                  <a:lnTo>
                    <a:pt x="11186" y="30548"/>
                  </a:lnTo>
                  <a:cubicBezTo>
                    <a:pt x="11186" y="30396"/>
                    <a:pt x="11277" y="30366"/>
                    <a:pt x="11338" y="30244"/>
                  </a:cubicBezTo>
                  <a:close/>
                  <a:moveTo>
                    <a:pt x="19575" y="30214"/>
                  </a:moveTo>
                  <a:lnTo>
                    <a:pt x="19788" y="30366"/>
                  </a:lnTo>
                  <a:lnTo>
                    <a:pt x="19606" y="30548"/>
                  </a:lnTo>
                  <a:lnTo>
                    <a:pt x="19575" y="30214"/>
                  </a:lnTo>
                  <a:close/>
                  <a:moveTo>
                    <a:pt x="10700" y="29940"/>
                  </a:moveTo>
                  <a:lnTo>
                    <a:pt x="10700" y="29940"/>
                  </a:lnTo>
                  <a:cubicBezTo>
                    <a:pt x="10913" y="30031"/>
                    <a:pt x="11125" y="30031"/>
                    <a:pt x="11156" y="30335"/>
                  </a:cubicBezTo>
                  <a:cubicBezTo>
                    <a:pt x="11075" y="30416"/>
                    <a:pt x="11090" y="30715"/>
                    <a:pt x="10879" y="30715"/>
                  </a:cubicBezTo>
                  <a:cubicBezTo>
                    <a:pt x="10854" y="30715"/>
                    <a:pt x="10824" y="30710"/>
                    <a:pt x="10791" y="30700"/>
                  </a:cubicBezTo>
                  <a:lnTo>
                    <a:pt x="10761" y="30730"/>
                  </a:lnTo>
                  <a:cubicBezTo>
                    <a:pt x="10821" y="30518"/>
                    <a:pt x="10730" y="30335"/>
                    <a:pt x="10852" y="30123"/>
                  </a:cubicBezTo>
                  <a:lnTo>
                    <a:pt x="10700" y="29940"/>
                  </a:lnTo>
                  <a:close/>
                  <a:moveTo>
                    <a:pt x="7843" y="30366"/>
                  </a:moveTo>
                  <a:cubicBezTo>
                    <a:pt x="7964" y="30366"/>
                    <a:pt x="8025" y="30426"/>
                    <a:pt x="8025" y="30578"/>
                  </a:cubicBezTo>
                  <a:cubicBezTo>
                    <a:pt x="8025" y="30730"/>
                    <a:pt x="7995" y="30822"/>
                    <a:pt x="7843" y="30822"/>
                  </a:cubicBezTo>
                  <a:cubicBezTo>
                    <a:pt x="7691" y="30822"/>
                    <a:pt x="7630" y="30730"/>
                    <a:pt x="7630" y="30578"/>
                  </a:cubicBezTo>
                  <a:cubicBezTo>
                    <a:pt x="7630" y="30426"/>
                    <a:pt x="7691" y="30366"/>
                    <a:pt x="7843" y="30366"/>
                  </a:cubicBezTo>
                  <a:close/>
                  <a:moveTo>
                    <a:pt x="12250" y="30153"/>
                  </a:moveTo>
                  <a:lnTo>
                    <a:pt x="12250" y="30183"/>
                  </a:lnTo>
                  <a:cubicBezTo>
                    <a:pt x="12189" y="30335"/>
                    <a:pt x="12159" y="30487"/>
                    <a:pt x="12189" y="30609"/>
                  </a:cubicBezTo>
                  <a:lnTo>
                    <a:pt x="12037" y="30822"/>
                  </a:lnTo>
                  <a:lnTo>
                    <a:pt x="11916" y="30578"/>
                  </a:lnTo>
                  <a:lnTo>
                    <a:pt x="12037" y="30426"/>
                  </a:lnTo>
                  <a:lnTo>
                    <a:pt x="12098" y="30578"/>
                  </a:lnTo>
                  <a:lnTo>
                    <a:pt x="12128" y="30578"/>
                  </a:lnTo>
                  <a:lnTo>
                    <a:pt x="12128" y="30335"/>
                  </a:lnTo>
                  <a:lnTo>
                    <a:pt x="12250" y="30153"/>
                  </a:lnTo>
                  <a:close/>
                  <a:moveTo>
                    <a:pt x="13101" y="30396"/>
                  </a:moveTo>
                  <a:lnTo>
                    <a:pt x="13101" y="30396"/>
                  </a:lnTo>
                  <a:cubicBezTo>
                    <a:pt x="13253" y="30487"/>
                    <a:pt x="13314" y="30700"/>
                    <a:pt x="13223" y="30852"/>
                  </a:cubicBezTo>
                  <a:lnTo>
                    <a:pt x="13101" y="30396"/>
                  </a:lnTo>
                  <a:close/>
                  <a:moveTo>
                    <a:pt x="11551" y="30670"/>
                  </a:moveTo>
                  <a:cubicBezTo>
                    <a:pt x="11597" y="30738"/>
                    <a:pt x="11574" y="30807"/>
                    <a:pt x="11495" y="30862"/>
                  </a:cubicBezTo>
                  <a:lnTo>
                    <a:pt x="11495" y="30862"/>
                  </a:lnTo>
                  <a:cubicBezTo>
                    <a:pt x="11399" y="30782"/>
                    <a:pt x="11399" y="30726"/>
                    <a:pt x="11399" y="30670"/>
                  </a:cubicBezTo>
                  <a:close/>
                  <a:moveTo>
                    <a:pt x="14226" y="30487"/>
                  </a:moveTo>
                  <a:lnTo>
                    <a:pt x="14469" y="30609"/>
                  </a:lnTo>
                  <a:cubicBezTo>
                    <a:pt x="14469" y="30943"/>
                    <a:pt x="14469" y="30943"/>
                    <a:pt x="14165" y="30974"/>
                  </a:cubicBezTo>
                  <a:lnTo>
                    <a:pt x="14074" y="30761"/>
                  </a:lnTo>
                  <a:lnTo>
                    <a:pt x="14226" y="30487"/>
                  </a:lnTo>
                  <a:close/>
                  <a:moveTo>
                    <a:pt x="14742" y="30822"/>
                  </a:moveTo>
                  <a:lnTo>
                    <a:pt x="14742" y="31156"/>
                  </a:lnTo>
                  <a:lnTo>
                    <a:pt x="14530" y="31004"/>
                  </a:lnTo>
                  <a:lnTo>
                    <a:pt x="14742" y="30822"/>
                  </a:lnTo>
                  <a:close/>
                  <a:moveTo>
                    <a:pt x="11533" y="31008"/>
                  </a:moveTo>
                  <a:cubicBezTo>
                    <a:pt x="11612" y="31094"/>
                    <a:pt x="11634" y="31186"/>
                    <a:pt x="11764" y="31186"/>
                  </a:cubicBezTo>
                  <a:cubicBezTo>
                    <a:pt x="11764" y="31217"/>
                    <a:pt x="11794" y="31308"/>
                    <a:pt x="11794" y="31369"/>
                  </a:cubicBezTo>
                  <a:lnTo>
                    <a:pt x="11581" y="31521"/>
                  </a:lnTo>
                  <a:lnTo>
                    <a:pt x="11369" y="31369"/>
                  </a:lnTo>
                  <a:cubicBezTo>
                    <a:pt x="11416" y="31249"/>
                    <a:pt x="11520" y="31149"/>
                    <a:pt x="11533" y="31008"/>
                  </a:cubicBezTo>
                  <a:close/>
                  <a:moveTo>
                    <a:pt x="19414" y="31309"/>
                  </a:moveTo>
                  <a:cubicBezTo>
                    <a:pt x="19459" y="31309"/>
                    <a:pt x="19520" y="31321"/>
                    <a:pt x="19606" y="31338"/>
                  </a:cubicBezTo>
                  <a:lnTo>
                    <a:pt x="19697" y="31521"/>
                  </a:lnTo>
                  <a:lnTo>
                    <a:pt x="19515" y="31825"/>
                  </a:lnTo>
                  <a:lnTo>
                    <a:pt x="19484" y="31825"/>
                  </a:lnTo>
                  <a:lnTo>
                    <a:pt x="19302" y="31673"/>
                  </a:lnTo>
                  <a:cubicBezTo>
                    <a:pt x="19302" y="31389"/>
                    <a:pt x="19302" y="31309"/>
                    <a:pt x="19414" y="31309"/>
                  </a:cubicBezTo>
                  <a:close/>
                  <a:moveTo>
                    <a:pt x="15381" y="31825"/>
                  </a:moveTo>
                  <a:lnTo>
                    <a:pt x="15472" y="32007"/>
                  </a:lnTo>
                  <a:cubicBezTo>
                    <a:pt x="15429" y="32156"/>
                    <a:pt x="15357" y="32230"/>
                    <a:pt x="15244" y="32230"/>
                  </a:cubicBezTo>
                  <a:cubicBezTo>
                    <a:pt x="15196" y="32230"/>
                    <a:pt x="15141" y="32217"/>
                    <a:pt x="15077" y="32189"/>
                  </a:cubicBezTo>
                  <a:lnTo>
                    <a:pt x="15077" y="31825"/>
                  </a:lnTo>
                  <a:close/>
                  <a:moveTo>
                    <a:pt x="19119" y="31733"/>
                  </a:moveTo>
                  <a:cubicBezTo>
                    <a:pt x="19180" y="31764"/>
                    <a:pt x="19271" y="31794"/>
                    <a:pt x="19332" y="31825"/>
                  </a:cubicBezTo>
                  <a:cubicBezTo>
                    <a:pt x="19393" y="31885"/>
                    <a:pt x="19454" y="31946"/>
                    <a:pt x="19484" y="32007"/>
                  </a:cubicBezTo>
                  <a:lnTo>
                    <a:pt x="19393" y="32372"/>
                  </a:lnTo>
                  <a:lnTo>
                    <a:pt x="19241" y="32372"/>
                  </a:lnTo>
                  <a:cubicBezTo>
                    <a:pt x="19059" y="32341"/>
                    <a:pt x="18998" y="32250"/>
                    <a:pt x="19028" y="32068"/>
                  </a:cubicBezTo>
                  <a:cubicBezTo>
                    <a:pt x="19059" y="31946"/>
                    <a:pt x="19089" y="31855"/>
                    <a:pt x="19119" y="31733"/>
                  </a:cubicBezTo>
                  <a:close/>
                  <a:moveTo>
                    <a:pt x="18967" y="32098"/>
                  </a:moveTo>
                  <a:lnTo>
                    <a:pt x="18967" y="32433"/>
                  </a:lnTo>
                  <a:lnTo>
                    <a:pt x="18876" y="32433"/>
                  </a:lnTo>
                  <a:cubicBezTo>
                    <a:pt x="18815" y="32372"/>
                    <a:pt x="18815" y="32311"/>
                    <a:pt x="18967" y="32098"/>
                  </a:cubicBezTo>
                  <a:close/>
                  <a:moveTo>
                    <a:pt x="14134" y="32210"/>
                  </a:moveTo>
                  <a:cubicBezTo>
                    <a:pt x="14178" y="32210"/>
                    <a:pt x="14220" y="32220"/>
                    <a:pt x="14256" y="32220"/>
                  </a:cubicBezTo>
                  <a:lnTo>
                    <a:pt x="14499" y="32433"/>
                  </a:lnTo>
                  <a:lnTo>
                    <a:pt x="14317" y="32737"/>
                  </a:lnTo>
                  <a:lnTo>
                    <a:pt x="14043" y="32737"/>
                  </a:lnTo>
                  <a:cubicBezTo>
                    <a:pt x="13891" y="32615"/>
                    <a:pt x="13922" y="32463"/>
                    <a:pt x="13922" y="32341"/>
                  </a:cubicBezTo>
                  <a:cubicBezTo>
                    <a:pt x="13995" y="32232"/>
                    <a:pt x="14068" y="32210"/>
                    <a:pt x="14134" y="32210"/>
                  </a:cubicBezTo>
                  <a:close/>
                  <a:moveTo>
                    <a:pt x="18470" y="32519"/>
                  </a:moveTo>
                  <a:cubicBezTo>
                    <a:pt x="18514" y="32519"/>
                    <a:pt x="18560" y="32533"/>
                    <a:pt x="18603" y="32554"/>
                  </a:cubicBezTo>
                  <a:cubicBezTo>
                    <a:pt x="18694" y="32737"/>
                    <a:pt x="18542" y="32797"/>
                    <a:pt x="18481" y="32889"/>
                  </a:cubicBezTo>
                  <a:lnTo>
                    <a:pt x="18268" y="32706"/>
                  </a:lnTo>
                  <a:cubicBezTo>
                    <a:pt x="18308" y="32567"/>
                    <a:pt x="18386" y="32519"/>
                    <a:pt x="18470" y="32519"/>
                  </a:cubicBezTo>
                  <a:close/>
                  <a:moveTo>
                    <a:pt x="19970" y="32250"/>
                  </a:moveTo>
                  <a:cubicBezTo>
                    <a:pt x="19970" y="32615"/>
                    <a:pt x="19819" y="33010"/>
                    <a:pt x="19575" y="33284"/>
                  </a:cubicBezTo>
                  <a:cubicBezTo>
                    <a:pt x="19525" y="33304"/>
                    <a:pt x="19474" y="33307"/>
                    <a:pt x="19426" y="33307"/>
                  </a:cubicBezTo>
                  <a:cubicBezTo>
                    <a:pt x="19401" y="33307"/>
                    <a:pt x="19378" y="33306"/>
                    <a:pt x="19355" y="33306"/>
                  </a:cubicBezTo>
                  <a:cubicBezTo>
                    <a:pt x="19287" y="33306"/>
                    <a:pt x="19226" y="33314"/>
                    <a:pt x="19180" y="33375"/>
                  </a:cubicBezTo>
                  <a:lnTo>
                    <a:pt x="18876" y="33132"/>
                  </a:lnTo>
                  <a:cubicBezTo>
                    <a:pt x="18998" y="32919"/>
                    <a:pt x="18967" y="32585"/>
                    <a:pt x="19180" y="32463"/>
                  </a:cubicBezTo>
                  <a:cubicBezTo>
                    <a:pt x="19267" y="32428"/>
                    <a:pt x="19355" y="32403"/>
                    <a:pt x="19447" y="32388"/>
                  </a:cubicBezTo>
                  <a:lnTo>
                    <a:pt x="19447" y="32388"/>
                  </a:lnTo>
                  <a:cubicBezTo>
                    <a:pt x="19600" y="32438"/>
                    <a:pt x="19575" y="32466"/>
                    <a:pt x="19575" y="32493"/>
                  </a:cubicBezTo>
                  <a:cubicBezTo>
                    <a:pt x="19603" y="32521"/>
                    <a:pt x="19630" y="32536"/>
                    <a:pt x="19655" y="32536"/>
                  </a:cubicBezTo>
                  <a:cubicBezTo>
                    <a:pt x="19685" y="32536"/>
                    <a:pt x="19711" y="32513"/>
                    <a:pt x="19727" y="32463"/>
                  </a:cubicBezTo>
                  <a:cubicBezTo>
                    <a:pt x="19758" y="32250"/>
                    <a:pt x="19758" y="32250"/>
                    <a:pt x="19970" y="32250"/>
                  </a:cubicBezTo>
                  <a:close/>
                  <a:moveTo>
                    <a:pt x="12315" y="32748"/>
                  </a:moveTo>
                  <a:cubicBezTo>
                    <a:pt x="12353" y="32748"/>
                    <a:pt x="12405" y="32777"/>
                    <a:pt x="12493" y="32828"/>
                  </a:cubicBezTo>
                  <a:lnTo>
                    <a:pt x="12463" y="33223"/>
                  </a:lnTo>
                  <a:cubicBezTo>
                    <a:pt x="12645" y="33162"/>
                    <a:pt x="12554" y="32949"/>
                    <a:pt x="12615" y="32828"/>
                  </a:cubicBezTo>
                  <a:cubicBezTo>
                    <a:pt x="12767" y="32828"/>
                    <a:pt x="12797" y="32919"/>
                    <a:pt x="12797" y="33071"/>
                  </a:cubicBezTo>
                  <a:lnTo>
                    <a:pt x="12524" y="33466"/>
                  </a:lnTo>
                  <a:cubicBezTo>
                    <a:pt x="12311" y="33436"/>
                    <a:pt x="12159" y="33314"/>
                    <a:pt x="12159" y="32980"/>
                  </a:cubicBezTo>
                  <a:lnTo>
                    <a:pt x="12159" y="32949"/>
                  </a:lnTo>
                  <a:cubicBezTo>
                    <a:pt x="12230" y="32807"/>
                    <a:pt x="12260" y="32748"/>
                    <a:pt x="12315" y="32748"/>
                  </a:cubicBezTo>
                  <a:close/>
                  <a:moveTo>
                    <a:pt x="18397" y="33393"/>
                  </a:moveTo>
                  <a:cubicBezTo>
                    <a:pt x="18487" y="33393"/>
                    <a:pt x="18508" y="33457"/>
                    <a:pt x="18603" y="33740"/>
                  </a:cubicBezTo>
                  <a:lnTo>
                    <a:pt x="18299" y="33740"/>
                  </a:lnTo>
                  <a:lnTo>
                    <a:pt x="18299" y="33405"/>
                  </a:lnTo>
                  <a:cubicBezTo>
                    <a:pt x="18340" y="33398"/>
                    <a:pt x="18371" y="33393"/>
                    <a:pt x="18397" y="33393"/>
                  </a:cubicBezTo>
                  <a:close/>
                  <a:moveTo>
                    <a:pt x="17417" y="33618"/>
                  </a:moveTo>
                  <a:cubicBezTo>
                    <a:pt x="17393" y="33738"/>
                    <a:pt x="17351" y="33819"/>
                    <a:pt x="17274" y="33819"/>
                  </a:cubicBezTo>
                  <a:cubicBezTo>
                    <a:pt x="17254" y="33819"/>
                    <a:pt x="17230" y="33813"/>
                    <a:pt x="17204" y="33800"/>
                  </a:cubicBezTo>
                  <a:lnTo>
                    <a:pt x="17204" y="33618"/>
                  </a:lnTo>
                  <a:close/>
                  <a:moveTo>
                    <a:pt x="17782" y="33679"/>
                  </a:moveTo>
                  <a:lnTo>
                    <a:pt x="17904" y="33983"/>
                  </a:lnTo>
                  <a:lnTo>
                    <a:pt x="17600" y="33983"/>
                  </a:lnTo>
                  <a:cubicBezTo>
                    <a:pt x="17600" y="33952"/>
                    <a:pt x="17600" y="33922"/>
                    <a:pt x="17600" y="33892"/>
                  </a:cubicBezTo>
                  <a:cubicBezTo>
                    <a:pt x="17630" y="33800"/>
                    <a:pt x="17660" y="33740"/>
                    <a:pt x="17691" y="33679"/>
                  </a:cubicBezTo>
                  <a:close/>
                  <a:moveTo>
                    <a:pt x="17478" y="33861"/>
                  </a:moveTo>
                  <a:lnTo>
                    <a:pt x="17478" y="33861"/>
                  </a:lnTo>
                  <a:cubicBezTo>
                    <a:pt x="17417" y="33983"/>
                    <a:pt x="17387" y="34074"/>
                    <a:pt x="17387" y="34074"/>
                  </a:cubicBezTo>
                  <a:lnTo>
                    <a:pt x="17174" y="34074"/>
                  </a:lnTo>
                  <a:lnTo>
                    <a:pt x="17144" y="34013"/>
                  </a:lnTo>
                  <a:lnTo>
                    <a:pt x="17478" y="33861"/>
                  </a:lnTo>
                  <a:close/>
                  <a:moveTo>
                    <a:pt x="15715" y="34165"/>
                  </a:moveTo>
                  <a:lnTo>
                    <a:pt x="15715" y="34348"/>
                  </a:lnTo>
                  <a:lnTo>
                    <a:pt x="15533" y="34348"/>
                  </a:lnTo>
                  <a:lnTo>
                    <a:pt x="15533" y="34165"/>
                  </a:lnTo>
                  <a:close/>
                  <a:moveTo>
                    <a:pt x="10669" y="33527"/>
                  </a:moveTo>
                  <a:cubicBezTo>
                    <a:pt x="10730" y="33588"/>
                    <a:pt x="10791" y="33679"/>
                    <a:pt x="10821" y="33679"/>
                  </a:cubicBezTo>
                  <a:cubicBezTo>
                    <a:pt x="10854" y="33671"/>
                    <a:pt x="10883" y="33667"/>
                    <a:pt x="10910" y="33667"/>
                  </a:cubicBezTo>
                  <a:cubicBezTo>
                    <a:pt x="11081" y="33667"/>
                    <a:pt x="11133" y="33825"/>
                    <a:pt x="11186" y="33983"/>
                  </a:cubicBezTo>
                  <a:lnTo>
                    <a:pt x="10761" y="34469"/>
                  </a:lnTo>
                  <a:lnTo>
                    <a:pt x="10365" y="34287"/>
                  </a:lnTo>
                  <a:cubicBezTo>
                    <a:pt x="10426" y="34135"/>
                    <a:pt x="10274" y="34013"/>
                    <a:pt x="10335" y="33831"/>
                  </a:cubicBezTo>
                  <a:cubicBezTo>
                    <a:pt x="10426" y="33618"/>
                    <a:pt x="10578" y="33648"/>
                    <a:pt x="10669" y="33527"/>
                  </a:cubicBezTo>
                  <a:close/>
                  <a:moveTo>
                    <a:pt x="11520" y="34925"/>
                  </a:moveTo>
                  <a:lnTo>
                    <a:pt x="11520" y="35077"/>
                  </a:lnTo>
                  <a:lnTo>
                    <a:pt x="11338" y="35077"/>
                  </a:lnTo>
                  <a:lnTo>
                    <a:pt x="11338" y="34925"/>
                  </a:lnTo>
                  <a:close/>
                  <a:moveTo>
                    <a:pt x="12645" y="34689"/>
                  </a:moveTo>
                  <a:cubicBezTo>
                    <a:pt x="12683" y="34689"/>
                    <a:pt x="12721" y="34697"/>
                    <a:pt x="12767" y="34712"/>
                  </a:cubicBezTo>
                  <a:cubicBezTo>
                    <a:pt x="12797" y="34773"/>
                    <a:pt x="12827" y="34834"/>
                    <a:pt x="12858" y="34925"/>
                  </a:cubicBezTo>
                  <a:cubicBezTo>
                    <a:pt x="12885" y="35061"/>
                    <a:pt x="12790" y="35173"/>
                    <a:pt x="12683" y="35173"/>
                  </a:cubicBezTo>
                  <a:cubicBezTo>
                    <a:pt x="12670" y="35173"/>
                    <a:pt x="12658" y="35171"/>
                    <a:pt x="12645" y="35168"/>
                  </a:cubicBezTo>
                  <a:cubicBezTo>
                    <a:pt x="12554" y="35138"/>
                    <a:pt x="12493" y="35077"/>
                    <a:pt x="12463" y="35047"/>
                  </a:cubicBezTo>
                  <a:cubicBezTo>
                    <a:pt x="12402" y="34986"/>
                    <a:pt x="12402" y="34895"/>
                    <a:pt x="12402" y="34834"/>
                  </a:cubicBezTo>
                  <a:cubicBezTo>
                    <a:pt x="12402" y="34773"/>
                    <a:pt x="12463" y="34712"/>
                    <a:pt x="12524" y="34712"/>
                  </a:cubicBezTo>
                  <a:cubicBezTo>
                    <a:pt x="12569" y="34697"/>
                    <a:pt x="12607" y="34689"/>
                    <a:pt x="12645" y="34689"/>
                  </a:cubicBezTo>
                  <a:close/>
                  <a:moveTo>
                    <a:pt x="8724" y="35077"/>
                  </a:moveTo>
                  <a:lnTo>
                    <a:pt x="8724" y="35077"/>
                  </a:lnTo>
                  <a:cubicBezTo>
                    <a:pt x="8876" y="35107"/>
                    <a:pt x="8937" y="35259"/>
                    <a:pt x="8876" y="35381"/>
                  </a:cubicBezTo>
                  <a:cubicBezTo>
                    <a:pt x="8694" y="35320"/>
                    <a:pt x="8694" y="35320"/>
                    <a:pt x="8724" y="35077"/>
                  </a:cubicBezTo>
                  <a:close/>
                  <a:moveTo>
                    <a:pt x="14864" y="34986"/>
                  </a:moveTo>
                  <a:cubicBezTo>
                    <a:pt x="14986" y="35047"/>
                    <a:pt x="15046" y="35229"/>
                    <a:pt x="14955" y="35351"/>
                  </a:cubicBezTo>
                  <a:lnTo>
                    <a:pt x="14834" y="35168"/>
                  </a:lnTo>
                  <a:lnTo>
                    <a:pt x="14682" y="35381"/>
                  </a:lnTo>
                  <a:lnTo>
                    <a:pt x="14682" y="35107"/>
                  </a:lnTo>
                  <a:lnTo>
                    <a:pt x="14864" y="34986"/>
                  </a:lnTo>
                  <a:close/>
                  <a:moveTo>
                    <a:pt x="16384" y="35472"/>
                  </a:moveTo>
                  <a:cubicBezTo>
                    <a:pt x="16353" y="35594"/>
                    <a:pt x="16536" y="35655"/>
                    <a:pt x="16445" y="35806"/>
                  </a:cubicBezTo>
                  <a:lnTo>
                    <a:pt x="16353" y="35715"/>
                  </a:lnTo>
                  <a:lnTo>
                    <a:pt x="16293" y="35776"/>
                  </a:lnTo>
                  <a:cubicBezTo>
                    <a:pt x="16232" y="35685"/>
                    <a:pt x="16262" y="35533"/>
                    <a:pt x="16384" y="35472"/>
                  </a:cubicBezTo>
                  <a:close/>
                  <a:moveTo>
                    <a:pt x="15897" y="35928"/>
                  </a:moveTo>
                  <a:lnTo>
                    <a:pt x="16019" y="35958"/>
                  </a:lnTo>
                  <a:lnTo>
                    <a:pt x="15897" y="36293"/>
                  </a:lnTo>
                  <a:lnTo>
                    <a:pt x="15897" y="35928"/>
                  </a:lnTo>
                  <a:close/>
                  <a:moveTo>
                    <a:pt x="11217" y="35958"/>
                  </a:moveTo>
                  <a:lnTo>
                    <a:pt x="11308" y="36323"/>
                  </a:lnTo>
                  <a:lnTo>
                    <a:pt x="11125" y="36566"/>
                  </a:lnTo>
                  <a:cubicBezTo>
                    <a:pt x="11065" y="36536"/>
                    <a:pt x="11004" y="36506"/>
                    <a:pt x="10943" y="36475"/>
                  </a:cubicBezTo>
                  <a:cubicBezTo>
                    <a:pt x="10761" y="36414"/>
                    <a:pt x="10730" y="36354"/>
                    <a:pt x="10821" y="36171"/>
                  </a:cubicBezTo>
                  <a:cubicBezTo>
                    <a:pt x="10852" y="36080"/>
                    <a:pt x="10882" y="36019"/>
                    <a:pt x="10913" y="35958"/>
                  </a:cubicBezTo>
                  <a:close/>
                  <a:moveTo>
                    <a:pt x="9514" y="36354"/>
                  </a:moveTo>
                  <a:lnTo>
                    <a:pt x="9910" y="36445"/>
                  </a:lnTo>
                  <a:lnTo>
                    <a:pt x="9818" y="36688"/>
                  </a:lnTo>
                  <a:cubicBezTo>
                    <a:pt x="9792" y="36708"/>
                    <a:pt x="9768" y="36716"/>
                    <a:pt x="9747" y="36716"/>
                  </a:cubicBezTo>
                  <a:cubicBezTo>
                    <a:pt x="9669" y="36716"/>
                    <a:pt x="9616" y="36607"/>
                    <a:pt x="9545" y="36536"/>
                  </a:cubicBezTo>
                  <a:lnTo>
                    <a:pt x="9454" y="36627"/>
                  </a:lnTo>
                  <a:lnTo>
                    <a:pt x="9362" y="36414"/>
                  </a:lnTo>
                  <a:lnTo>
                    <a:pt x="9514" y="36354"/>
                  </a:lnTo>
                  <a:close/>
                  <a:moveTo>
                    <a:pt x="19970" y="37752"/>
                  </a:moveTo>
                  <a:cubicBezTo>
                    <a:pt x="20274" y="37752"/>
                    <a:pt x="20274" y="37752"/>
                    <a:pt x="20305" y="38025"/>
                  </a:cubicBezTo>
                  <a:cubicBezTo>
                    <a:pt x="20214" y="38025"/>
                    <a:pt x="20153" y="38025"/>
                    <a:pt x="20092" y="37995"/>
                  </a:cubicBezTo>
                  <a:cubicBezTo>
                    <a:pt x="20062" y="37904"/>
                    <a:pt x="20001" y="37843"/>
                    <a:pt x="19970" y="37752"/>
                  </a:cubicBezTo>
                  <a:close/>
                  <a:moveTo>
                    <a:pt x="16505" y="30609"/>
                  </a:moveTo>
                  <a:cubicBezTo>
                    <a:pt x="16688" y="30609"/>
                    <a:pt x="16749" y="30791"/>
                    <a:pt x="16840" y="30913"/>
                  </a:cubicBezTo>
                  <a:cubicBezTo>
                    <a:pt x="16913" y="30718"/>
                    <a:pt x="17005" y="30660"/>
                    <a:pt x="17086" y="30660"/>
                  </a:cubicBezTo>
                  <a:cubicBezTo>
                    <a:pt x="17106" y="30660"/>
                    <a:pt x="17125" y="30664"/>
                    <a:pt x="17144" y="30670"/>
                  </a:cubicBezTo>
                  <a:cubicBezTo>
                    <a:pt x="17235" y="30700"/>
                    <a:pt x="17296" y="30761"/>
                    <a:pt x="17265" y="30913"/>
                  </a:cubicBezTo>
                  <a:cubicBezTo>
                    <a:pt x="17265" y="31065"/>
                    <a:pt x="17235" y="31095"/>
                    <a:pt x="16992" y="31156"/>
                  </a:cubicBezTo>
                  <a:cubicBezTo>
                    <a:pt x="17022" y="31399"/>
                    <a:pt x="17144" y="31642"/>
                    <a:pt x="17326" y="31794"/>
                  </a:cubicBezTo>
                  <a:lnTo>
                    <a:pt x="17144" y="31855"/>
                  </a:lnTo>
                  <a:lnTo>
                    <a:pt x="17144" y="32372"/>
                  </a:lnTo>
                  <a:lnTo>
                    <a:pt x="17478" y="32281"/>
                  </a:lnTo>
                  <a:cubicBezTo>
                    <a:pt x="17448" y="32129"/>
                    <a:pt x="17600" y="32159"/>
                    <a:pt x="17660" y="32037"/>
                  </a:cubicBezTo>
                  <a:lnTo>
                    <a:pt x="17782" y="32493"/>
                  </a:lnTo>
                  <a:cubicBezTo>
                    <a:pt x="17569" y="32554"/>
                    <a:pt x="17448" y="32737"/>
                    <a:pt x="17296" y="32828"/>
                  </a:cubicBezTo>
                  <a:cubicBezTo>
                    <a:pt x="17265" y="32858"/>
                    <a:pt x="17265" y="32919"/>
                    <a:pt x="17174" y="32919"/>
                  </a:cubicBezTo>
                  <a:lnTo>
                    <a:pt x="16931" y="32919"/>
                  </a:lnTo>
                  <a:lnTo>
                    <a:pt x="17022" y="33101"/>
                  </a:lnTo>
                  <a:cubicBezTo>
                    <a:pt x="16992" y="33132"/>
                    <a:pt x="16961" y="33192"/>
                    <a:pt x="16931" y="33223"/>
                  </a:cubicBezTo>
                  <a:cubicBezTo>
                    <a:pt x="16870" y="33253"/>
                    <a:pt x="16840" y="33253"/>
                    <a:pt x="16809" y="33284"/>
                  </a:cubicBezTo>
                  <a:cubicBezTo>
                    <a:pt x="16809" y="33314"/>
                    <a:pt x="16840" y="33375"/>
                    <a:pt x="16840" y="33375"/>
                  </a:cubicBezTo>
                  <a:cubicBezTo>
                    <a:pt x="16901" y="33436"/>
                    <a:pt x="16992" y="33496"/>
                    <a:pt x="17083" y="33588"/>
                  </a:cubicBezTo>
                  <a:lnTo>
                    <a:pt x="16809" y="33861"/>
                  </a:lnTo>
                  <a:cubicBezTo>
                    <a:pt x="16779" y="34044"/>
                    <a:pt x="16840" y="34196"/>
                    <a:pt x="16901" y="34348"/>
                  </a:cubicBezTo>
                  <a:lnTo>
                    <a:pt x="17083" y="34226"/>
                  </a:lnTo>
                  <a:lnTo>
                    <a:pt x="17265" y="34408"/>
                  </a:lnTo>
                  <a:cubicBezTo>
                    <a:pt x="17417" y="34378"/>
                    <a:pt x="17448" y="34196"/>
                    <a:pt x="17539" y="34044"/>
                  </a:cubicBezTo>
                  <a:lnTo>
                    <a:pt x="17812" y="34348"/>
                  </a:lnTo>
                  <a:cubicBezTo>
                    <a:pt x="17964" y="34256"/>
                    <a:pt x="18056" y="34074"/>
                    <a:pt x="18116" y="33892"/>
                  </a:cubicBezTo>
                  <a:lnTo>
                    <a:pt x="18208" y="34104"/>
                  </a:lnTo>
                  <a:lnTo>
                    <a:pt x="18390" y="33952"/>
                  </a:lnTo>
                  <a:lnTo>
                    <a:pt x="18663" y="34074"/>
                  </a:lnTo>
                  <a:lnTo>
                    <a:pt x="18603" y="34378"/>
                  </a:lnTo>
                  <a:lnTo>
                    <a:pt x="18238" y="34226"/>
                  </a:lnTo>
                  <a:lnTo>
                    <a:pt x="18025" y="34530"/>
                  </a:lnTo>
                  <a:lnTo>
                    <a:pt x="18268" y="34530"/>
                  </a:lnTo>
                  <a:cubicBezTo>
                    <a:pt x="18360" y="34621"/>
                    <a:pt x="18511" y="34682"/>
                    <a:pt x="18542" y="34864"/>
                  </a:cubicBezTo>
                  <a:lnTo>
                    <a:pt x="18937" y="34864"/>
                  </a:lnTo>
                  <a:cubicBezTo>
                    <a:pt x="19028" y="34773"/>
                    <a:pt x="19059" y="34591"/>
                    <a:pt x="19241" y="34560"/>
                  </a:cubicBezTo>
                  <a:lnTo>
                    <a:pt x="19241" y="34560"/>
                  </a:lnTo>
                  <a:lnTo>
                    <a:pt x="19119" y="35016"/>
                  </a:lnTo>
                  <a:cubicBezTo>
                    <a:pt x="19130" y="35071"/>
                    <a:pt x="19153" y="35086"/>
                    <a:pt x="19181" y="35086"/>
                  </a:cubicBezTo>
                  <a:cubicBezTo>
                    <a:pt x="19215" y="35086"/>
                    <a:pt x="19258" y="35062"/>
                    <a:pt x="19293" y="35062"/>
                  </a:cubicBezTo>
                  <a:cubicBezTo>
                    <a:pt x="19308" y="35062"/>
                    <a:pt x="19321" y="35066"/>
                    <a:pt x="19332" y="35077"/>
                  </a:cubicBezTo>
                  <a:cubicBezTo>
                    <a:pt x="19393" y="35138"/>
                    <a:pt x="19484" y="35138"/>
                    <a:pt x="19636" y="35199"/>
                  </a:cubicBezTo>
                  <a:cubicBezTo>
                    <a:pt x="19484" y="35259"/>
                    <a:pt x="19332" y="35229"/>
                    <a:pt x="19302" y="35411"/>
                  </a:cubicBezTo>
                  <a:cubicBezTo>
                    <a:pt x="19332" y="35503"/>
                    <a:pt x="19423" y="35533"/>
                    <a:pt x="19484" y="35594"/>
                  </a:cubicBezTo>
                  <a:cubicBezTo>
                    <a:pt x="19545" y="35624"/>
                    <a:pt x="19545" y="35715"/>
                    <a:pt x="19667" y="35746"/>
                  </a:cubicBezTo>
                  <a:cubicBezTo>
                    <a:pt x="19849" y="35776"/>
                    <a:pt x="20001" y="35928"/>
                    <a:pt x="20031" y="36110"/>
                  </a:cubicBezTo>
                  <a:cubicBezTo>
                    <a:pt x="20031" y="36171"/>
                    <a:pt x="20031" y="36262"/>
                    <a:pt x="20031" y="36323"/>
                  </a:cubicBezTo>
                  <a:cubicBezTo>
                    <a:pt x="20031" y="36384"/>
                    <a:pt x="20062" y="36414"/>
                    <a:pt x="20062" y="36445"/>
                  </a:cubicBezTo>
                  <a:cubicBezTo>
                    <a:pt x="20031" y="36536"/>
                    <a:pt x="20001" y="36658"/>
                    <a:pt x="19970" y="36749"/>
                  </a:cubicBezTo>
                  <a:cubicBezTo>
                    <a:pt x="19970" y="36840"/>
                    <a:pt x="20001" y="36962"/>
                    <a:pt x="20031" y="37053"/>
                  </a:cubicBezTo>
                  <a:lnTo>
                    <a:pt x="19788" y="37265"/>
                  </a:lnTo>
                  <a:lnTo>
                    <a:pt x="19940" y="37478"/>
                  </a:lnTo>
                  <a:lnTo>
                    <a:pt x="19849" y="37569"/>
                  </a:lnTo>
                  <a:cubicBezTo>
                    <a:pt x="19819" y="37417"/>
                    <a:pt x="19636" y="37417"/>
                    <a:pt x="19545" y="37296"/>
                  </a:cubicBezTo>
                  <a:lnTo>
                    <a:pt x="19545" y="37296"/>
                  </a:lnTo>
                  <a:lnTo>
                    <a:pt x="19575" y="37478"/>
                  </a:lnTo>
                  <a:cubicBezTo>
                    <a:pt x="19545" y="37600"/>
                    <a:pt x="19515" y="37721"/>
                    <a:pt x="19454" y="37843"/>
                  </a:cubicBezTo>
                  <a:cubicBezTo>
                    <a:pt x="19363" y="37965"/>
                    <a:pt x="19271" y="38056"/>
                    <a:pt x="19150" y="38147"/>
                  </a:cubicBezTo>
                  <a:lnTo>
                    <a:pt x="18998" y="37934"/>
                  </a:lnTo>
                  <a:lnTo>
                    <a:pt x="18815" y="38208"/>
                  </a:lnTo>
                  <a:lnTo>
                    <a:pt x="18663" y="38056"/>
                  </a:lnTo>
                  <a:lnTo>
                    <a:pt x="18724" y="37965"/>
                  </a:lnTo>
                  <a:cubicBezTo>
                    <a:pt x="18708" y="37948"/>
                    <a:pt x="18685" y="37945"/>
                    <a:pt x="18660" y="37945"/>
                  </a:cubicBezTo>
                  <a:cubicBezTo>
                    <a:pt x="18645" y="37945"/>
                    <a:pt x="18629" y="37946"/>
                    <a:pt x="18613" y="37946"/>
                  </a:cubicBezTo>
                  <a:cubicBezTo>
                    <a:pt x="18560" y="37946"/>
                    <a:pt x="18511" y="37933"/>
                    <a:pt x="18511" y="37813"/>
                  </a:cubicBezTo>
                  <a:cubicBezTo>
                    <a:pt x="18481" y="37813"/>
                    <a:pt x="18420" y="37782"/>
                    <a:pt x="18360" y="37782"/>
                  </a:cubicBezTo>
                  <a:cubicBezTo>
                    <a:pt x="18299" y="37691"/>
                    <a:pt x="18329" y="37569"/>
                    <a:pt x="18451" y="37478"/>
                  </a:cubicBezTo>
                  <a:lnTo>
                    <a:pt x="18177" y="37235"/>
                  </a:lnTo>
                  <a:lnTo>
                    <a:pt x="17964" y="37478"/>
                  </a:lnTo>
                  <a:lnTo>
                    <a:pt x="17812" y="37478"/>
                  </a:lnTo>
                  <a:lnTo>
                    <a:pt x="17812" y="37600"/>
                  </a:lnTo>
                  <a:cubicBezTo>
                    <a:pt x="17843" y="37630"/>
                    <a:pt x="17843" y="37661"/>
                    <a:pt x="17873" y="37661"/>
                  </a:cubicBezTo>
                  <a:cubicBezTo>
                    <a:pt x="17752" y="37873"/>
                    <a:pt x="17539" y="37843"/>
                    <a:pt x="17356" y="37904"/>
                  </a:cubicBezTo>
                  <a:cubicBezTo>
                    <a:pt x="17356" y="37873"/>
                    <a:pt x="17417" y="37813"/>
                    <a:pt x="17417" y="37752"/>
                  </a:cubicBezTo>
                  <a:cubicBezTo>
                    <a:pt x="17356" y="37691"/>
                    <a:pt x="17356" y="37630"/>
                    <a:pt x="17356" y="37569"/>
                  </a:cubicBezTo>
                  <a:lnTo>
                    <a:pt x="17296" y="37478"/>
                  </a:lnTo>
                  <a:cubicBezTo>
                    <a:pt x="17235" y="37448"/>
                    <a:pt x="17204" y="37417"/>
                    <a:pt x="17204" y="37357"/>
                  </a:cubicBezTo>
                  <a:cubicBezTo>
                    <a:pt x="17174" y="37296"/>
                    <a:pt x="17144" y="37205"/>
                    <a:pt x="17083" y="37083"/>
                  </a:cubicBezTo>
                  <a:cubicBezTo>
                    <a:pt x="17083" y="37245"/>
                    <a:pt x="17029" y="37259"/>
                    <a:pt x="16984" y="37259"/>
                  </a:cubicBezTo>
                  <a:cubicBezTo>
                    <a:pt x="16975" y="37259"/>
                    <a:pt x="16966" y="37258"/>
                    <a:pt x="16958" y="37258"/>
                  </a:cubicBezTo>
                  <a:cubicBezTo>
                    <a:pt x="16947" y="37258"/>
                    <a:pt x="16937" y="37259"/>
                    <a:pt x="16931" y="37265"/>
                  </a:cubicBezTo>
                  <a:cubicBezTo>
                    <a:pt x="16901" y="37303"/>
                    <a:pt x="16876" y="37317"/>
                    <a:pt x="16854" y="37317"/>
                  </a:cubicBezTo>
                  <a:cubicBezTo>
                    <a:pt x="16803" y="37317"/>
                    <a:pt x="16768" y="37244"/>
                    <a:pt x="16711" y="37244"/>
                  </a:cubicBezTo>
                  <a:cubicBezTo>
                    <a:pt x="16695" y="37244"/>
                    <a:pt x="16678" y="37250"/>
                    <a:pt x="16657" y="37265"/>
                  </a:cubicBezTo>
                  <a:lnTo>
                    <a:pt x="16657" y="37417"/>
                  </a:lnTo>
                  <a:lnTo>
                    <a:pt x="16718" y="37478"/>
                  </a:lnTo>
                  <a:lnTo>
                    <a:pt x="16870" y="37357"/>
                  </a:lnTo>
                  <a:lnTo>
                    <a:pt x="16870" y="37691"/>
                  </a:lnTo>
                  <a:cubicBezTo>
                    <a:pt x="16809" y="37661"/>
                    <a:pt x="16779" y="37630"/>
                    <a:pt x="16749" y="37630"/>
                  </a:cubicBezTo>
                  <a:cubicBezTo>
                    <a:pt x="16597" y="37630"/>
                    <a:pt x="16475" y="37539"/>
                    <a:pt x="16445" y="37387"/>
                  </a:cubicBezTo>
                  <a:cubicBezTo>
                    <a:pt x="16445" y="37357"/>
                    <a:pt x="16384" y="37326"/>
                    <a:pt x="16384" y="37326"/>
                  </a:cubicBezTo>
                  <a:cubicBezTo>
                    <a:pt x="16110" y="37326"/>
                    <a:pt x="16080" y="37113"/>
                    <a:pt x="15989" y="36962"/>
                  </a:cubicBezTo>
                  <a:lnTo>
                    <a:pt x="16049" y="36870"/>
                  </a:lnTo>
                  <a:lnTo>
                    <a:pt x="15989" y="36779"/>
                  </a:lnTo>
                  <a:lnTo>
                    <a:pt x="16141" y="36718"/>
                  </a:lnTo>
                  <a:cubicBezTo>
                    <a:pt x="16110" y="36688"/>
                    <a:pt x="16080" y="36627"/>
                    <a:pt x="16080" y="36566"/>
                  </a:cubicBezTo>
                  <a:cubicBezTo>
                    <a:pt x="16080" y="36475"/>
                    <a:pt x="16110" y="36414"/>
                    <a:pt x="16110" y="36354"/>
                  </a:cubicBezTo>
                  <a:cubicBezTo>
                    <a:pt x="16110" y="36293"/>
                    <a:pt x="16080" y="36202"/>
                    <a:pt x="16049" y="36141"/>
                  </a:cubicBezTo>
                  <a:cubicBezTo>
                    <a:pt x="16049" y="36110"/>
                    <a:pt x="16049" y="36110"/>
                    <a:pt x="16049" y="36080"/>
                  </a:cubicBezTo>
                  <a:cubicBezTo>
                    <a:pt x="16135" y="35966"/>
                    <a:pt x="16113" y="35851"/>
                    <a:pt x="16010" y="35687"/>
                  </a:cubicBezTo>
                  <a:lnTo>
                    <a:pt x="16010" y="35687"/>
                  </a:lnTo>
                  <a:lnTo>
                    <a:pt x="15958" y="35806"/>
                  </a:lnTo>
                  <a:lnTo>
                    <a:pt x="15776" y="35655"/>
                  </a:lnTo>
                  <a:lnTo>
                    <a:pt x="16019" y="35533"/>
                  </a:lnTo>
                  <a:lnTo>
                    <a:pt x="16049" y="35594"/>
                  </a:lnTo>
                  <a:lnTo>
                    <a:pt x="16020" y="35663"/>
                  </a:lnTo>
                  <a:lnTo>
                    <a:pt x="16020" y="35663"/>
                  </a:lnTo>
                  <a:cubicBezTo>
                    <a:pt x="16010" y="35660"/>
                    <a:pt x="16000" y="35657"/>
                    <a:pt x="15989" y="35655"/>
                  </a:cubicBezTo>
                  <a:lnTo>
                    <a:pt x="15989" y="35655"/>
                  </a:lnTo>
                  <a:cubicBezTo>
                    <a:pt x="15996" y="35665"/>
                    <a:pt x="16003" y="35676"/>
                    <a:pt x="16010" y="35687"/>
                  </a:cubicBezTo>
                  <a:lnTo>
                    <a:pt x="16010" y="35687"/>
                  </a:lnTo>
                  <a:lnTo>
                    <a:pt x="16020" y="35663"/>
                  </a:lnTo>
                  <a:lnTo>
                    <a:pt x="16020" y="35663"/>
                  </a:lnTo>
                  <a:cubicBezTo>
                    <a:pt x="16121" y="35690"/>
                    <a:pt x="16174" y="35718"/>
                    <a:pt x="16201" y="35746"/>
                  </a:cubicBezTo>
                  <a:cubicBezTo>
                    <a:pt x="16232" y="35776"/>
                    <a:pt x="16232" y="35837"/>
                    <a:pt x="16262" y="35928"/>
                  </a:cubicBezTo>
                  <a:lnTo>
                    <a:pt x="16597" y="35928"/>
                  </a:lnTo>
                  <a:lnTo>
                    <a:pt x="16688" y="35837"/>
                  </a:lnTo>
                  <a:lnTo>
                    <a:pt x="16779" y="35746"/>
                  </a:lnTo>
                  <a:lnTo>
                    <a:pt x="16809" y="36019"/>
                  </a:lnTo>
                  <a:lnTo>
                    <a:pt x="16931" y="35898"/>
                  </a:lnTo>
                  <a:cubicBezTo>
                    <a:pt x="16809" y="35806"/>
                    <a:pt x="16931" y="35563"/>
                    <a:pt x="16749" y="35563"/>
                  </a:cubicBezTo>
                  <a:lnTo>
                    <a:pt x="16779" y="35411"/>
                  </a:lnTo>
                  <a:lnTo>
                    <a:pt x="16627" y="35320"/>
                  </a:lnTo>
                  <a:lnTo>
                    <a:pt x="16840" y="35047"/>
                  </a:lnTo>
                  <a:lnTo>
                    <a:pt x="17052" y="35047"/>
                  </a:lnTo>
                  <a:lnTo>
                    <a:pt x="17052" y="34986"/>
                  </a:lnTo>
                  <a:lnTo>
                    <a:pt x="16749" y="34743"/>
                  </a:lnTo>
                  <a:lnTo>
                    <a:pt x="16597" y="34834"/>
                  </a:lnTo>
                  <a:lnTo>
                    <a:pt x="16597" y="35199"/>
                  </a:lnTo>
                  <a:lnTo>
                    <a:pt x="16353" y="35381"/>
                  </a:lnTo>
                  <a:cubicBezTo>
                    <a:pt x="16300" y="35327"/>
                    <a:pt x="16251" y="35308"/>
                    <a:pt x="16205" y="35308"/>
                  </a:cubicBezTo>
                  <a:cubicBezTo>
                    <a:pt x="16094" y="35308"/>
                    <a:pt x="15996" y="35420"/>
                    <a:pt x="15867" y="35442"/>
                  </a:cubicBezTo>
                  <a:cubicBezTo>
                    <a:pt x="15837" y="35259"/>
                    <a:pt x="15837" y="35259"/>
                    <a:pt x="15867" y="34925"/>
                  </a:cubicBezTo>
                  <a:lnTo>
                    <a:pt x="16445" y="35016"/>
                  </a:lnTo>
                  <a:lnTo>
                    <a:pt x="16201" y="34803"/>
                  </a:lnTo>
                  <a:cubicBezTo>
                    <a:pt x="16242" y="34771"/>
                    <a:pt x="16276" y="34758"/>
                    <a:pt x="16305" y="34758"/>
                  </a:cubicBezTo>
                  <a:cubicBezTo>
                    <a:pt x="16388" y="34758"/>
                    <a:pt x="16438" y="34858"/>
                    <a:pt x="16505" y="34925"/>
                  </a:cubicBezTo>
                  <a:lnTo>
                    <a:pt x="16597" y="34834"/>
                  </a:lnTo>
                  <a:cubicBezTo>
                    <a:pt x="16505" y="34591"/>
                    <a:pt x="16505" y="34591"/>
                    <a:pt x="16809" y="34348"/>
                  </a:cubicBezTo>
                  <a:lnTo>
                    <a:pt x="16657" y="34196"/>
                  </a:lnTo>
                  <a:cubicBezTo>
                    <a:pt x="16779" y="34044"/>
                    <a:pt x="16657" y="33922"/>
                    <a:pt x="16657" y="33770"/>
                  </a:cubicBezTo>
                  <a:cubicBezTo>
                    <a:pt x="16657" y="33648"/>
                    <a:pt x="16627" y="33496"/>
                    <a:pt x="16597" y="33344"/>
                  </a:cubicBezTo>
                  <a:lnTo>
                    <a:pt x="16505" y="33436"/>
                  </a:lnTo>
                  <a:cubicBezTo>
                    <a:pt x="16505" y="33253"/>
                    <a:pt x="16505" y="33253"/>
                    <a:pt x="16749" y="33162"/>
                  </a:cubicBezTo>
                  <a:cubicBezTo>
                    <a:pt x="16657" y="33132"/>
                    <a:pt x="16536" y="33132"/>
                    <a:pt x="16475" y="33010"/>
                  </a:cubicBezTo>
                  <a:cubicBezTo>
                    <a:pt x="16414" y="32919"/>
                    <a:pt x="16384" y="32828"/>
                    <a:pt x="16323" y="32767"/>
                  </a:cubicBezTo>
                  <a:lnTo>
                    <a:pt x="16171" y="32828"/>
                  </a:lnTo>
                  <a:lnTo>
                    <a:pt x="16141" y="32797"/>
                  </a:lnTo>
                  <a:lnTo>
                    <a:pt x="16171" y="32645"/>
                  </a:lnTo>
                  <a:lnTo>
                    <a:pt x="15867" y="32433"/>
                  </a:lnTo>
                  <a:lnTo>
                    <a:pt x="15958" y="32311"/>
                  </a:lnTo>
                  <a:cubicBezTo>
                    <a:pt x="16022" y="32327"/>
                    <a:pt x="16102" y="32376"/>
                    <a:pt x="16177" y="32376"/>
                  </a:cubicBezTo>
                  <a:cubicBezTo>
                    <a:pt x="16245" y="32376"/>
                    <a:pt x="16310" y="32335"/>
                    <a:pt x="16353" y="32189"/>
                  </a:cubicBezTo>
                  <a:lnTo>
                    <a:pt x="16171" y="32068"/>
                  </a:lnTo>
                  <a:lnTo>
                    <a:pt x="16353" y="31825"/>
                  </a:lnTo>
                  <a:lnTo>
                    <a:pt x="16445" y="31916"/>
                  </a:lnTo>
                  <a:cubicBezTo>
                    <a:pt x="16505" y="31733"/>
                    <a:pt x="16414" y="31551"/>
                    <a:pt x="16262" y="31460"/>
                  </a:cubicBezTo>
                  <a:lnTo>
                    <a:pt x="16475" y="31460"/>
                  </a:lnTo>
                  <a:cubicBezTo>
                    <a:pt x="16445" y="31369"/>
                    <a:pt x="16445" y="31278"/>
                    <a:pt x="16445" y="31186"/>
                  </a:cubicBezTo>
                  <a:cubicBezTo>
                    <a:pt x="16445" y="31126"/>
                    <a:pt x="16445" y="31034"/>
                    <a:pt x="16475" y="30974"/>
                  </a:cubicBezTo>
                  <a:lnTo>
                    <a:pt x="16353" y="30974"/>
                  </a:lnTo>
                  <a:cubicBezTo>
                    <a:pt x="16262" y="30791"/>
                    <a:pt x="16414" y="30700"/>
                    <a:pt x="16505" y="30609"/>
                  </a:cubicBezTo>
                  <a:close/>
                  <a:moveTo>
                    <a:pt x="16141" y="37661"/>
                  </a:moveTo>
                  <a:cubicBezTo>
                    <a:pt x="16353" y="37661"/>
                    <a:pt x="16323" y="37873"/>
                    <a:pt x="16323" y="38025"/>
                  </a:cubicBezTo>
                  <a:lnTo>
                    <a:pt x="16688" y="37873"/>
                  </a:lnTo>
                  <a:lnTo>
                    <a:pt x="16688" y="37873"/>
                  </a:lnTo>
                  <a:cubicBezTo>
                    <a:pt x="16749" y="37965"/>
                    <a:pt x="16657" y="37965"/>
                    <a:pt x="16657" y="37995"/>
                  </a:cubicBezTo>
                  <a:lnTo>
                    <a:pt x="16657" y="38117"/>
                  </a:lnTo>
                  <a:lnTo>
                    <a:pt x="16536" y="38117"/>
                  </a:lnTo>
                  <a:lnTo>
                    <a:pt x="16384" y="38329"/>
                  </a:lnTo>
                  <a:lnTo>
                    <a:pt x="16171" y="38329"/>
                  </a:lnTo>
                  <a:lnTo>
                    <a:pt x="16110" y="38177"/>
                  </a:lnTo>
                  <a:cubicBezTo>
                    <a:pt x="16047" y="38209"/>
                    <a:pt x="15975" y="38257"/>
                    <a:pt x="15904" y="38257"/>
                  </a:cubicBezTo>
                  <a:cubicBezTo>
                    <a:pt x="15838" y="38257"/>
                    <a:pt x="15773" y="38217"/>
                    <a:pt x="15715" y="38086"/>
                  </a:cubicBezTo>
                  <a:lnTo>
                    <a:pt x="15958" y="37873"/>
                  </a:lnTo>
                  <a:lnTo>
                    <a:pt x="16080" y="38086"/>
                  </a:lnTo>
                  <a:lnTo>
                    <a:pt x="16262" y="38086"/>
                  </a:lnTo>
                  <a:lnTo>
                    <a:pt x="16141" y="37661"/>
                  </a:lnTo>
                  <a:close/>
                  <a:moveTo>
                    <a:pt x="17204" y="38269"/>
                  </a:moveTo>
                  <a:cubicBezTo>
                    <a:pt x="17174" y="38329"/>
                    <a:pt x="17204" y="38390"/>
                    <a:pt x="17174" y="38390"/>
                  </a:cubicBezTo>
                  <a:cubicBezTo>
                    <a:pt x="17150" y="38406"/>
                    <a:pt x="17125" y="38414"/>
                    <a:pt x="17101" y="38414"/>
                  </a:cubicBezTo>
                  <a:cubicBezTo>
                    <a:pt x="17036" y="38414"/>
                    <a:pt x="16975" y="38358"/>
                    <a:pt x="16931" y="38269"/>
                  </a:cubicBezTo>
                  <a:close/>
                  <a:moveTo>
                    <a:pt x="7502" y="38257"/>
                  </a:moveTo>
                  <a:cubicBezTo>
                    <a:pt x="7566" y="38257"/>
                    <a:pt x="7627" y="38279"/>
                    <a:pt x="7660" y="38329"/>
                  </a:cubicBezTo>
                  <a:cubicBezTo>
                    <a:pt x="7751" y="38451"/>
                    <a:pt x="7691" y="38542"/>
                    <a:pt x="7447" y="38724"/>
                  </a:cubicBezTo>
                  <a:cubicBezTo>
                    <a:pt x="7265" y="38512"/>
                    <a:pt x="7235" y="38421"/>
                    <a:pt x="7356" y="38299"/>
                  </a:cubicBezTo>
                  <a:cubicBezTo>
                    <a:pt x="7397" y="38272"/>
                    <a:pt x="7451" y="38257"/>
                    <a:pt x="7502" y="38257"/>
                  </a:cubicBezTo>
                  <a:close/>
                  <a:moveTo>
                    <a:pt x="16749" y="38421"/>
                  </a:moveTo>
                  <a:cubicBezTo>
                    <a:pt x="16840" y="38512"/>
                    <a:pt x="16992" y="38481"/>
                    <a:pt x="16992" y="38694"/>
                  </a:cubicBezTo>
                  <a:cubicBezTo>
                    <a:pt x="16931" y="38694"/>
                    <a:pt x="16870" y="38679"/>
                    <a:pt x="16809" y="38679"/>
                  </a:cubicBezTo>
                  <a:cubicBezTo>
                    <a:pt x="16749" y="38679"/>
                    <a:pt x="16688" y="38694"/>
                    <a:pt x="16627" y="38755"/>
                  </a:cubicBezTo>
                  <a:lnTo>
                    <a:pt x="16566" y="38664"/>
                  </a:lnTo>
                  <a:lnTo>
                    <a:pt x="16749" y="38421"/>
                  </a:lnTo>
                  <a:close/>
                  <a:moveTo>
                    <a:pt x="13557" y="39667"/>
                  </a:moveTo>
                  <a:lnTo>
                    <a:pt x="13739" y="39849"/>
                  </a:lnTo>
                  <a:cubicBezTo>
                    <a:pt x="13648" y="39940"/>
                    <a:pt x="13557" y="40031"/>
                    <a:pt x="13466" y="40092"/>
                  </a:cubicBezTo>
                  <a:cubicBezTo>
                    <a:pt x="13375" y="40153"/>
                    <a:pt x="13253" y="40214"/>
                    <a:pt x="13131" y="40244"/>
                  </a:cubicBezTo>
                  <a:lnTo>
                    <a:pt x="13131" y="40275"/>
                  </a:lnTo>
                  <a:cubicBezTo>
                    <a:pt x="13101" y="40092"/>
                    <a:pt x="13162" y="39879"/>
                    <a:pt x="13283" y="39728"/>
                  </a:cubicBezTo>
                  <a:lnTo>
                    <a:pt x="13557" y="39667"/>
                  </a:lnTo>
                  <a:close/>
                  <a:moveTo>
                    <a:pt x="13679" y="40396"/>
                  </a:moveTo>
                  <a:lnTo>
                    <a:pt x="13739" y="40639"/>
                  </a:lnTo>
                  <a:lnTo>
                    <a:pt x="13618" y="40761"/>
                  </a:lnTo>
                  <a:lnTo>
                    <a:pt x="13557" y="40700"/>
                  </a:lnTo>
                  <a:lnTo>
                    <a:pt x="13679" y="40396"/>
                  </a:lnTo>
                  <a:close/>
                  <a:moveTo>
                    <a:pt x="13010" y="40457"/>
                  </a:moveTo>
                  <a:lnTo>
                    <a:pt x="13040" y="40822"/>
                  </a:lnTo>
                  <a:lnTo>
                    <a:pt x="12858" y="40609"/>
                  </a:lnTo>
                  <a:lnTo>
                    <a:pt x="13010" y="40457"/>
                  </a:lnTo>
                  <a:close/>
                  <a:moveTo>
                    <a:pt x="15624" y="40731"/>
                  </a:moveTo>
                  <a:lnTo>
                    <a:pt x="15745" y="40913"/>
                  </a:lnTo>
                  <a:lnTo>
                    <a:pt x="15685" y="40974"/>
                  </a:lnTo>
                  <a:lnTo>
                    <a:pt x="15411" y="40852"/>
                  </a:lnTo>
                  <a:lnTo>
                    <a:pt x="15624" y="40731"/>
                  </a:lnTo>
                  <a:close/>
                  <a:moveTo>
                    <a:pt x="14316" y="41193"/>
                  </a:moveTo>
                  <a:cubicBezTo>
                    <a:pt x="14345" y="41193"/>
                    <a:pt x="14375" y="41201"/>
                    <a:pt x="14408" y="41217"/>
                  </a:cubicBezTo>
                  <a:cubicBezTo>
                    <a:pt x="14362" y="41310"/>
                    <a:pt x="14297" y="41349"/>
                    <a:pt x="14216" y="41349"/>
                  </a:cubicBezTo>
                  <a:cubicBezTo>
                    <a:pt x="14190" y="41349"/>
                    <a:pt x="14163" y="41346"/>
                    <a:pt x="14135" y="41338"/>
                  </a:cubicBezTo>
                  <a:lnTo>
                    <a:pt x="14104" y="41338"/>
                  </a:lnTo>
                  <a:cubicBezTo>
                    <a:pt x="14171" y="41249"/>
                    <a:pt x="14238" y="41193"/>
                    <a:pt x="14316" y="41193"/>
                  </a:cubicBezTo>
                  <a:close/>
                  <a:moveTo>
                    <a:pt x="9910" y="41247"/>
                  </a:moveTo>
                  <a:cubicBezTo>
                    <a:pt x="10001" y="41247"/>
                    <a:pt x="10092" y="41247"/>
                    <a:pt x="10153" y="41278"/>
                  </a:cubicBezTo>
                  <a:lnTo>
                    <a:pt x="10153" y="41369"/>
                  </a:lnTo>
                  <a:lnTo>
                    <a:pt x="9910" y="41369"/>
                  </a:lnTo>
                  <a:cubicBezTo>
                    <a:pt x="9910" y="41338"/>
                    <a:pt x="9910" y="41278"/>
                    <a:pt x="9910" y="41247"/>
                  </a:cubicBezTo>
                  <a:close/>
                  <a:moveTo>
                    <a:pt x="8207" y="41673"/>
                  </a:moveTo>
                  <a:lnTo>
                    <a:pt x="8268" y="41825"/>
                  </a:lnTo>
                  <a:lnTo>
                    <a:pt x="8511" y="41734"/>
                  </a:lnTo>
                  <a:lnTo>
                    <a:pt x="8633" y="41977"/>
                  </a:lnTo>
                  <a:lnTo>
                    <a:pt x="8451" y="42311"/>
                  </a:lnTo>
                  <a:cubicBezTo>
                    <a:pt x="8329" y="42159"/>
                    <a:pt x="8116" y="42250"/>
                    <a:pt x="7934" y="42098"/>
                  </a:cubicBezTo>
                  <a:lnTo>
                    <a:pt x="8147" y="42068"/>
                  </a:lnTo>
                  <a:lnTo>
                    <a:pt x="7873" y="41734"/>
                  </a:lnTo>
                  <a:cubicBezTo>
                    <a:pt x="7916" y="41691"/>
                    <a:pt x="7946" y="41675"/>
                    <a:pt x="7969" y="41675"/>
                  </a:cubicBezTo>
                  <a:cubicBezTo>
                    <a:pt x="8027" y="41675"/>
                    <a:pt x="8034" y="41781"/>
                    <a:pt x="8055" y="41825"/>
                  </a:cubicBezTo>
                  <a:lnTo>
                    <a:pt x="8207" y="41673"/>
                  </a:lnTo>
                  <a:close/>
                  <a:moveTo>
                    <a:pt x="9005" y="41589"/>
                  </a:moveTo>
                  <a:cubicBezTo>
                    <a:pt x="9030" y="41589"/>
                    <a:pt x="9057" y="41596"/>
                    <a:pt x="9089" y="41612"/>
                  </a:cubicBezTo>
                  <a:cubicBezTo>
                    <a:pt x="9058" y="41642"/>
                    <a:pt x="9058" y="41703"/>
                    <a:pt x="9028" y="41764"/>
                  </a:cubicBezTo>
                  <a:cubicBezTo>
                    <a:pt x="9028" y="41794"/>
                    <a:pt x="9089" y="41825"/>
                    <a:pt x="9089" y="41886"/>
                  </a:cubicBezTo>
                  <a:cubicBezTo>
                    <a:pt x="9058" y="41946"/>
                    <a:pt x="9028" y="42007"/>
                    <a:pt x="8998" y="42068"/>
                  </a:cubicBezTo>
                  <a:cubicBezTo>
                    <a:pt x="9089" y="42038"/>
                    <a:pt x="9210" y="42007"/>
                    <a:pt x="9302" y="41977"/>
                  </a:cubicBezTo>
                  <a:cubicBezTo>
                    <a:pt x="9393" y="42007"/>
                    <a:pt x="9484" y="42038"/>
                    <a:pt x="9545" y="42068"/>
                  </a:cubicBezTo>
                  <a:lnTo>
                    <a:pt x="9575" y="41916"/>
                  </a:lnTo>
                  <a:lnTo>
                    <a:pt x="9393" y="41886"/>
                  </a:lnTo>
                  <a:lnTo>
                    <a:pt x="9393" y="41673"/>
                  </a:lnTo>
                  <a:lnTo>
                    <a:pt x="9666" y="41794"/>
                  </a:lnTo>
                  <a:lnTo>
                    <a:pt x="9849" y="41734"/>
                  </a:lnTo>
                  <a:lnTo>
                    <a:pt x="10031" y="41825"/>
                  </a:lnTo>
                  <a:cubicBezTo>
                    <a:pt x="10130" y="41782"/>
                    <a:pt x="10183" y="41760"/>
                    <a:pt x="10217" y="41760"/>
                  </a:cubicBezTo>
                  <a:cubicBezTo>
                    <a:pt x="10257" y="41760"/>
                    <a:pt x="10272" y="41790"/>
                    <a:pt x="10305" y="41855"/>
                  </a:cubicBezTo>
                  <a:lnTo>
                    <a:pt x="10031" y="42007"/>
                  </a:lnTo>
                  <a:lnTo>
                    <a:pt x="10122" y="42250"/>
                  </a:lnTo>
                  <a:lnTo>
                    <a:pt x="9727" y="42615"/>
                  </a:lnTo>
                  <a:cubicBezTo>
                    <a:pt x="9666" y="42494"/>
                    <a:pt x="9788" y="42281"/>
                    <a:pt x="9606" y="42250"/>
                  </a:cubicBezTo>
                  <a:cubicBezTo>
                    <a:pt x="9454" y="42311"/>
                    <a:pt x="9484" y="42433"/>
                    <a:pt x="9575" y="42585"/>
                  </a:cubicBezTo>
                  <a:cubicBezTo>
                    <a:pt x="9505" y="42627"/>
                    <a:pt x="9434" y="42650"/>
                    <a:pt x="9376" y="42650"/>
                  </a:cubicBezTo>
                  <a:cubicBezTo>
                    <a:pt x="9308" y="42650"/>
                    <a:pt x="9257" y="42619"/>
                    <a:pt x="9241" y="42554"/>
                  </a:cubicBezTo>
                  <a:cubicBezTo>
                    <a:pt x="9210" y="42433"/>
                    <a:pt x="9180" y="42311"/>
                    <a:pt x="9150" y="42220"/>
                  </a:cubicBezTo>
                  <a:lnTo>
                    <a:pt x="8906" y="42220"/>
                  </a:lnTo>
                  <a:lnTo>
                    <a:pt x="8998" y="41977"/>
                  </a:lnTo>
                  <a:lnTo>
                    <a:pt x="8754" y="42038"/>
                  </a:lnTo>
                  <a:lnTo>
                    <a:pt x="8694" y="41916"/>
                  </a:lnTo>
                  <a:lnTo>
                    <a:pt x="8967" y="41916"/>
                  </a:lnTo>
                  <a:lnTo>
                    <a:pt x="8967" y="41855"/>
                  </a:lnTo>
                  <a:lnTo>
                    <a:pt x="8815" y="41764"/>
                  </a:lnTo>
                  <a:cubicBezTo>
                    <a:pt x="8883" y="41651"/>
                    <a:pt x="8934" y="41589"/>
                    <a:pt x="9005" y="41589"/>
                  </a:cubicBezTo>
                  <a:close/>
                  <a:moveTo>
                    <a:pt x="8724" y="42676"/>
                  </a:moveTo>
                  <a:cubicBezTo>
                    <a:pt x="8773" y="42725"/>
                    <a:pt x="8813" y="42756"/>
                    <a:pt x="8844" y="42756"/>
                  </a:cubicBezTo>
                  <a:cubicBezTo>
                    <a:pt x="8872" y="42756"/>
                    <a:pt x="8892" y="42732"/>
                    <a:pt x="8906" y="42676"/>
                  </a:cubicBezTo>
                  <a:lnTo>
                    <a:pt x="8906" y="42676"/>
                  </a:lnTo>
                  <a:cubicBezTo>
                    <a:pt x="8998" y="42767"/>
                    <a:pt x="8967" y="42797"/>
                    <a:pt x="8785" y="43132"/>
                  </a:cubicBezTo>
                  <a:lnTo>
                    <a:pt x="8451" y="43132"/>
                  </a:lnTo>
                  <a:lnTo>
                    <a:pt x="8451" y="43101"/>
                  </a:lnTo>
                  <a:lnTo>
                    <a:pt x="8572" y="43041"/>
                  </a:lnTo>
                  <a:cubicBezTo>
                    <a:pt x="8511" y="42858"/>
                    <a:pt x="8694" y="42797"/>
                    <a:pt x="8724" y="42676"/>
                  </a:cubicBezTo>
                  <a:close/>
                  <a:moveTo>
                    <a:pt x="7113" y="42858"/>
                  </a:moveTo>
                  <a:lnTo>
                    <a:pt x="7052" y="43010"/>
                  </a:lnTo>
                  <a:lnTo>
                    <a:pt x="7174" y="43101"/>
                  </a:lnTo>
                  <a:lnTo>
                    <a:pt x="7113" y="43253"/>
                  </a:lnTo>
                  <a:lnTo>
                    <a:pt x="7174" y="43345"/>
                  </a:lnTo>
                  <a:lnTo>
                    <a:pt x="6900" y="43345"/>
                  </a:lnTo>
                  <a:lnTo>
                    <a:pt x="6961" y="43101"/>
                  </a:lnTo>
                  <a:lnTo>
                    <a:pt x="6748" y="42949"/>
                  </a:lnTo>
                  <a:lnTo>
                    <a:pt x="7113" y="42858"/>
                  </a:lnTo>
                  <a:close/>
                  <a:moveTo>
                    <a:pt x="8805" y="43453"/>
                  </a:moveTo>
                  <a:cubicBezTo>
                    <a:pt x="8873" y="43453"/>
                    <a:pt x="8927" y="43507"/>
                    <a:pt x="8967" y="43588"/>
                  </a:cubicBezTo>
                  <a:cubicBezTo>
                    <a:pt x="8933" y="43605"/>
                    <a:pt x="8904" y="43612"/>
                    <a:pt x="8878" y="43612"/>
                  </a:cubicBezTo>
                  <a:cubicBezTo>
                    <a:pt x="8809" y="43612"/>
                    <a:pt x="8759" y="43562"/>
                    <a:pt x="8694" y="43497"/>
                  </a:cubicBezTo>
                  <a:cubicBezTo>
                    <a:pt x="8734" y="43466"/>
                    <a:pt x="8771" y="43453"/>
                    <a:pt x="8805" y="43453"/>
                  </a:cubicBezTo>
                  <a:close/>
                  <a:moveTo>
                    <a:pt x="9332" y="43466"/>
                  </a:moveTo>
                  <a:lnTo>
                    <a:pt x="9423" y="43557"/>
                  </a:lnTo>
                  <a:lnTo>
                    <a:pt x="9302" y="43709"/>
                  </a:lnTo>
                  <a:lnTo>
                    <a:pt x="9393" y="43892"/>
                  </a:lnTo>
                  <a:cubicBezTo>
                    <a:pt x="9351" y="43913"/>
                    <a:pt x="9338" y="43948"/>
                    <a:pt x="9314" y="43948"/>
                  </a:cubicBezTo>
                  <a:cubicBezTo>
                    <a:pt x="9303" y="43948"/>
                    <a:pt x="9290" y="43941"/>
                    <a:pt x="9271" y="43922"/>
                  </a:cubicBezTo>
                  <a:cubicBezTo>
                    <a:pt x="9210" y="43831"/>
                    <a:pt x="9150" y="43770"/>
                    <a:pt x="9089" y="43679"/>
                  </a:cubicBezTo>
                  <a:lnTo>
                    <a:pt x="9332" y="43466"/>
                  </a:lnTo>
                  <a:close/>
                  <a:moveTo>
                    <a:pt x="9697" y="43649"/>
                  </a:moveTo>
                  <a:cubicBezTo>
                    <a:pt x="9758" y="43770"/>
                    <a:pt x="9818" y="43892"/>
                    <a:pt x="9910" y="43922"/>
                  </a:cubicBezTo>
                  <a:cubicBezTo>
                    <a:pt x="10001" y="43922"/>
                    <a:pt x="10092" y="44013"/>
                    <a:pt x="10122" y="44135"/>
                  </a:cubicBezTo>
                  <a:lnTo>
                    <a:pt x="9818" y="44165"/>
                  </a:lnTo>
                  <a:cubicBezTo>
                    <a:pt x="9697" y="44104"/>
                    <a:pt x="9758" y="43922"/>
                    <a:pt x="9697" y="43922"/>
                  </a:cubicBezTo>
                  <a:cubicBezTo>
                    <a:pt x="9606" y="43892"/>
                    <a:pt x="9636" y="43770"/>
                    <a:pt x="9697" y="43649"/>
                  </a:cubicBezTo>
                  <a:close/>
                  <a:moveTo>
                    <a:pt x="7356" y="45320"/>
                  </a:moveTo>
                  <a:lnTo>
                    <a:pt x="7660" y="45898"/>
                  </a:lnTo>
                  <a:lnTo>
                    <a:pt x="7508" y="46050"/>
                  </a:lnTo>
                  <a:cubicBezTo>
                    <a:pt x="7447" y="45989"/>
                    <a:pt x="7417" y="45959"/>
                    <a:pt x="7417" y="45928"/>
                  </a:cubicBezTo>
                  <a:cubicBezTo>
                    <a:pt x="7387" y="45715"/>
                    <a:pt x="7235" y="45563"/>
                    <a:pt x="7022" y="45533"/>
                  </a:cubicBezTo>
                  <a:lnTo>
                    <a:pt x="7265" y="45533"/>
                  </a:lnTo>
                  <a:lnTo>
                    <a:pt x="7356" y="45320"/>
                  </a:lnTo>
                  <a:close/>
                  <a:moveTo>
                    <a:pt x="7022" y="45867"/>
                  </a:moveTo>
                  <a:cubicBezTo>
                    <a:pt x="7022" y="46111"/>
                    <a:pt x="7083" y="46263"/>
                    <a:pt x="6870" y="46323"/>
                  </a:cubicBezTo>
                  <a:lnTo>
                    <a:pt x="6688" y="45959"/>
                  </a:lnTo>
                  <a:cubicBezTo>
                    <a:pt x="6702" y="45951"/>
                    <a:pt x="6716" y="45948"/>
                    <a:pt x="6730" y="45948"/>
                  </a:cubicBezTo>
                  <a:cubicBezTo>
                    <a:pt x="6788" y="45948"/>
                    <a:pt x="6840" y="46000"/>
                    <a:pt x="6894" y="46000"/>
                  </a:cubicBezTo>
                  <a:cubicBezTo>
                    <a:pt x="6934" y="46000"/>
                    <a:pt x="6976" y="45971"/>
                    <a:pt x="7022" y="45867"/>
                  </a:cubicBezTo>
                  <a:close/>
                  <a:moveTo>
                    <a:pt x="11125" y="45959"/>
                  </a:moveTo>
                  <a:lnTo>
                    <a:pt x="11307" y="46027"/>
                  </a:lnTo>
                  <a:lnTo>
                    <a:pt x="11307" y="46027"/>
                  </a:lnTo>
                  <a:cubicBezTo>
                    <a:pt x="11303" y="46087"/>
                    <a:pt x="11244" y="46174"/>
                    <a:pt x="11186" y="46232"/>
                  </a:cubicBezTo>
                  <a:lnTo>
                    <a:pt x="11156" y="46384"/>
                  </a:lnTo>
                  <a:lnTo>
                    <a:pt x="10913" y="46293"/>
                  </a:lnTo>
                  <a:cubicBezTo>
                    <a:pt x="10943" y="46111"/>
                    <a:pt x="11065" y="46050"/>
                    <a:pt x="11125" y="45959"/>
                  </a:cubicBezTo>
                  <a:close/>
                  <a:moveTo>
                    <a:pt x="12341" y="45776"/>
                  </a:moveTo>
                  <a:lnTo>
                    <a:pt x="12584" y="45989"/>
                  </a:lnTo>
                  <a:cubicBezTo>
                    <a:pt x="12548" y="46011"/>
                    <a:pt x="12506" y="46017"/>
                    <a:pt x="12461" y="46017"/>
                  </a:cubicBezTo>
                  <a:cubicBezTo>
                    <a:pt x="12405" y="46017"/>
                    <a:pt x="12345" y="46008"/>
                    <a:pt x="12286" y="46008"/>
                  </a:cubicBezTo>
                  <a:cubicBezTo>
                    <a:pt x="12196" y="46008"/>
                    <a:pt x="12107" y="46030"/>
                    <a:pt x="12037" y="46141"/>
                  </a:cubicBezTo>
                  <a:cubicBezTo>
                    <a:pt x="11824" y="46171"/>
                    <a:pt x="11733" y="46354"/>
                    <a:pt x="11642" y="46567"/>
                  </a:cubicBezTo>
                  <a:cubicBezTo>
                    <a:pt x="11591" y="46515"/>
                    <a:pt x="11549" y="46474"/>
                    <a:pt x="11512" y="46474"/>
                  </a:cubicBezTo>
                  <a:cubicBezTo>
                    <a:pt x="11483" y="46474"/>
                    <a:pt x="11456" y="46500"/>
                    <a:pt x="11429" y="46567"/>
                  </a:cubicBezTo>
                  <a:lnTo>
                    <a:pt x="11277" y="46354"/>
                  </a:lnTo>
                  <a:lnTo>
                    <a:pt x="11429" y="46293"/>
                  </a:lnTo>
                  <a:lnTo>
                    <a:pt x="11429" y="46019"/>
                  </a:lnTo>
                  <a:lnTo>
                    <a:pt x="11352" y="46019"/>
                  </a:lnTo>
                  <a:cubicBezTo>
                    <a:pt x="11328" y="45977"/>
                    <a:pt x="11308" y="45948"/>
                    <a:pt x="11308" y="45898"/>
                  </a:cubicBezTo>
                  <a:cubicBezTo>
                    <a:pt x="11373" y="45833"/>
                    <a:pt x="11455" y="45802"/>
                    <a:pt x="11537" y="45802"/>
                  </a:cubicBezTo>
                  <a:cubicBezTo>
                    <a:pt x="11607" y="45802"/>
                    <a:pt x="11677" y="45825"/>
                    <a:pt x="11733" y="45867"/>
                  </a:cubicBezTo>
                  <a:cubicBezTo>
                    <a:pt x="11839" y="45907"/>
                    <a:pt x="11905" y="45930"/>
                    <a:pt x="11968" y="45930"/>
                  </a:cubicBezTo>
                  <a:cubicBezTo>
                    <a:pt x="12049" y="45930"/>
                    <a:pt x="12126" y="45892"/>
                    <a:pt x="12280" y="45807"/>
                  </a:cubicBezTo>
                  <a:lnTo>
                    <a:pt x="12341" y="45776"/>
                  </a:lnTo>
                  <a:close/>
                  <a:moveTo>
                    <a:pt x="9697" y="47022"/>
                  </a:moveTo>
                  <a:lnTo>
                    <a:pt x="9970" y="47144"/>
                  </a:lnTo>
                  <a:cubicBezTo>
                    <a:pt x="9940" y="47205"/>
                    <a:pt x="9940" y="47266"/>
                    <a:pt x="9910" y="47266"/>
                  </a:cubicBezTo>
                  <a:cubicBezTo>
                    <a:pt x="9788" y="47266"/>
                    <a:pt x="9697" y="47205"/>
                    <a:pt x="9697" y="47022"/>
                  </a:cubicBezTo>
                  <a:close/>
                  <a:moveTo>
                    <a:pt x="10669" y="46992"/>
                  </a:moveTo>
                  <a:lnTo>
                    <a:pt x="10761" y="47174"/>
                  </a:lnTo>
                  <a:lnTo>
                    <a:pt x="10973" y="47205"/>
                  </a:lnTo>
                  <a:lnTo>
                    <a:pt x="10791" y="47296"/>
                  </a:lnTo>
                  <a:lnTo>
                    <a:pt x="10761" y="47266"/>
                  </a:lnTo>
                  <a:lnTo>
                    <a:pt x="10639" y="47357"/>
                  </a:lnTo>
                  <a:lnTo>
                    <a:pt x="10457" y="47174"/>
                  </a:lnTo>
                  <a:lnTo>
                    <a:pt x="10669" y="46992"/>
                  </a:lnTo>
                  <a:close/>
                  <a:moveTo>
                    <a:pt x="8937" y="48117"/>
                  </a:moveTo>
                  <a:lnTo>
                    <a:pt x="9058" y="48269"/>
                  </a:lnTo>
                  <a:lnTo>
                    <a:pt x="8846" y="48421"/>
                  </a:lnTo>
                  <a:cubicBezTo>
                    <a:pt x="8754" y="48269"/>
                    <a:pt x="8846" y="48208"/>
                    <a:pt x="8937" y="48117"/>
                  </a:cubicBezTo>
                  <a:close/>
                  <a:moveTo>
                    <a:pt x="7417" y="1"/>
                  </a:moveTo>
                  <a:cubicBezTo>
                    <a:pt x="7356" y="122"/>
                    <a:pt x="7174" y="61"/>
                    <a:pt x="7235" y="274"/>
                  </a:cubicBezTo>
                  <a:cubicBezTo>
                    <a:pt x="7235" y="296"/>
                    <a:pt x="7204" y="395"/>
                    <a:pt x="7153" y="395"/>
                  </a:cubicBezTo>
                  <a:cubicBezTo>
                    <a:pt x="7133" y="395"/>
                    <a:pt x="7109" y="379"/>
                    <a:pt x="7083" y="335"/>
                  </a:cubicBezTo>
                  <a:lnTo>
                    <a:pt x="6870" y="548"/>
                  </a:lnTo>
                  <a:lnTo>
                    <a:pt x="7083" y="821"/>
                  </a:lnTo>
                  <a:lnTo>
                    <a:pt x="7356" y="821"/>
                  </a:lnTo>
                  <a:cubicBezTo>
                    <a:pt x="7295" y="1034"/>
                    <a:pt x="7295" y="1034"/>
                    <a:pt x="7204" y="1034"/>
                  </a:cubicBezTo>
                  <a:cubicBezTo>
                    <a:pt x="7185" y="1030"/>
                    <a:pt x="7166" y="1028"/>
                    <a:pt x="7148" y="1028"/>
                  </a:cubicBezTo>
                  <a:cubicBezTo>
                    <a:pt x="7029" y="1028"/>
                    <a:pt x="6953" y="1114"/>
                    <a:pt x="6900" y="1247"/>
                  </a:cubicBezTo>
                  <a:cubicBezTo>
                    <a:pt x="6992" y="1338"/>
                    <a:pt x="6900" y="1368"/>
                    <a:pt x="6809" y="1459"/>
                  </a:cubicBezTo>
                  <a:lnTo>
                    <a:pt x="6718" y="1247"/>
                  </a:lnTo>
                  <a:lnTo>
                    <a:pt x="6657" y="1429"/>
                  </a:lnTo>
                  <a:cubicBezTo>
                    <a:pt x="6534" y="1404"/>
                    <a:pt x="6439" y="1391"/>
                    <a:pt x="6365" y="1391"/>
                  </a:cubicBezTo>
                  <a:cubicBezTo>
                    <a:pt x="6166" y="1391"/>
                    <a:pt x="6116" y="1489"/>
                    <a:pt x="6049" y="1733"/>
                  </a:cubicBezTo>
                  <a:lnTo>
                    <a:pt x="6019" y="1733"/>
                  </a:lnTo>
                  <a:cubicBezTo>
                    <a:pt x="5928" y="1703"/>
                    <a:pt x="5867" y="1642"/>
                    <a:pt x="5776" y="1642"/>
                  </a:cubicBezTo>
                  <a:cubicBezTo>
                    <a:pt x="5685" y="1672"/>
                    <a:pt x="5563" y="1794"/>
                    <a:pt x="5533" y="1794"/>
                  </a:cubicBezTo>
                  <a:cubicBezTo>
                    <a:pt x="5472" y="1794"/>
                    <a:pt x="5411" y="1763"/>
                    <a:pt x="5350" y="1733"/>
                  </a:cubicBezTo>
                  <a:lnTo>
                    <a:pt x="5137" y="2189"/>
                  </a:lnTo>
                  <a:lnTo>
                    <a:pt x="5350" y="2311"/>
                  </a:lnTo>
                  <a:cubicBezTo>
                    <a:pt x="5046" y="2341"/>
                    <a:pt x="5046" y="2736"/>
                    <a:pt x="4773" y="2736"/>
                  </a:cubicBezTo>
                  <a:lnTo>
                    <a:pt x="4742" y="2432"/>
                  </a:lnTo>
                  <a:lnTo>
                    <a:pt x="4590" y="2523"/>
                  </a:lnTo>
                  <a:cubicBezTo>
                    <a:pt x="4529" y="2371"/>
                    <a:pt x="4529" y="2250"/>
                    <a:pt x="4590" y="2098"/>
                  </a:cubicBezTo>
                  <a:lnTo>
                    <a:pt x="4590" y="2098"/>
                  </a:lnTo>
                  <a:cubicBezTo>
                    <a:pt x="4286" y="2159"/>
                    <a:pt x="4499" y="2432"/>
                    <a:pt x="4408" y="2554"/>
                  </a:cubicBezTo>
                  <a:lnTo>
                    <a:pt x="4560" y="2615"/>
                  </a:lnTo>
                  <a:lnTo>
                    <a:pt x="4347" y="2736"/>
                  </a:lnTo>
                  <a:lnTo>
                    <a:pt x="4317" y="2523"/>
                  </a:lnTo>
                  <a:lnTo>
                    <a:pt x="4256" y="2523"/>
                  </a:lnTo>
                  <a:lnTo>
                    <a:pt x="4256" y="3040"/>
                  </a:lnTo>
                  <a:lnTo>
                    <a:pt x="4165" y="2949"/>
                  </a:lnTo>
                  <a:lnTo>
                    <a:pt x="3982" y="3162"/>
                  </a:lnTo>
                  <a:lnTo>
                    <a:pt x="4134" y="3314"/>
                  </a:lnTo>
                  <a:lnTo>
                    <a:pt x="4226" y="3891"/>
                  </a:lnTo>
                  <a:lnTo>
                    <a:pt x="3952" y="4165"/>
                  </a:lnTo>
                  <a:lnTo>
                    <a:pt x="3952" y="4469"/>
                  </a:lnTo>
                  <a:lnTo>
                    <a:pt x="3709" y="4377"/>
                  </a:lnTo>
                  <a:lnTo>
                    <a:pt x="3557" y="4742"/>
                  </a:lnTo>
                  <a:lnTo>
                    <a:pt x="3709" y="4803"/>
                  </a:lnTo>
                  <a:cubicBezTo>
                    <a:pt x="3678" y="4833"/>
                    <a:pt x="3678" y="4864"/>
                    <a:pt x="3678" y="4894"/>
                  </a:cubicBezTo>
                  <a:cubicBezTo>
                    <a:pt x="3496" y="4925"/>
                    <a:pt x="3466" y="5077"/>
                    <a:pt x="3435" y="5259"/>
                  </a:cubicBezTo>
                  <a:cubicBezTo>
                    <a:pt x="3405" y="5411"/>
                    <a:pt x="3496" y="5502"/>
                    <a:pt x="3618" y="5563"/>
                  </a:cubicBezTo>
                  <a:cubicBezTo>
                    <a:pt x="3678" y="5654"/>
                    <a:pt x="3770" y="5715"/>
                    <a:pt x="3830" y="5776"/>
                  </a:cubicBezTo>
                  <a:lnTo>
                    <a:pt x="3618" y="6110"/>
                  </a:lnTo>
                  <a:cubicBezTo>
                    <a:pt x="3830" y="6019"/>
                    <a:pt x="4013" y="6110"/>
                    <a:pt x="4165" y="5958"/>
                  </a:cubicBezTo>
                  <a:lnTo>
                    <a:pt x="4165" y="5958"/>
                  </a:lnTo>
                  <a:cubicBezTo>
                    <a:pt x="4104" y="6140"/>
                    <a:pt x="4226" y="6201"/>
                    <a:pt x="4165" y="6353"/>
                  </a:cubicBezTo>
                  <a:cubicBezTo>
                    <a:pt x="4165" y="6353"/>
                    <a:pt x="4201" y="6443"/>
                    <a:pt x="4245" y="6443"/>
                  </a:cubicBezTo>
                  <a:cubicBezTo>
                    <a:pt x="4258" y="6443"/>
                    <a:pt x="4272" y="6435"/>
                    <a:pt x="4286" y="6414"/>
                  </a:cubicBezTo>
                  <a:cubicBezTo>
                    <a:pt x="4315" y="6395"/>
                    <a:pt x="4337" y="6388"/>
                    <a:pt x="4356" y="6388"/>
                  </a:cubicBezTo>
                  <a:cubicBezTo>
                    <a:pt x="4399" y="6388"/>
                    <a:pt x="4427" y="6423"/>
                    <a:pt x="4469" y="6444"/>
                  </a:cubicBezTo>
                  <a:cubicBezTo>
                    <a:pt x="4474" y="6450"/>
                    <a:pt x="4481" y="6453"/>
                    <a:pt x="4489" y="6453"/>
                  </a:cubicBezTo>
                  <a:cubicBezTo>
                    <a:pt x="4522" y="6453"/>
                    <a:pt x="4571" y="6408"/>
                    <a:pt x="4621" y="6384"/>
                  </a:cubicBezTo>
                  <a:lnTo>
                    <a:pt x="4621" y="6384"/>
                  </a:lnTo>
                  <a:lnTo>
                    <a:pt x="4560" y="6596"/>
                  </a:lnTo>
                  <a:lnTo>
                    <a:pt x="4925" y="6384"/>
                  </a:lnTo>
                  <a:lnTo>
                    <a:pt x="4925" y="6505"/>
                  </a:lnTo>
                  <a:lnTo>
                    <a:pt x="4651" y="6627"/>
                  </a:lnTo>
                  <a:lnTo>
                    <a:pt x="4651" y="6688"/>
                  </a:lnTo>
                  <a:lnTo>
                    <a:pt x="4985" y="6627"/>
                  </a:lnTo>
                  <a:lnTo>
                    <a:pt x="4985" y="6627"/>
                  </a:lnTo>
                  <a:cubicBezTo>
                    <a:pt x="4955" y="6718"/>
                    <a:pt x="4894" y="6779"/>
                    <a:pt x="4864" y="6870"/>
                  </a:cubicBezTo>
                  <a:cubicBezTo>
                    <a:pt x="4773" y="6900"/>
                    <a:pt x="4712" y="6961"/>
                    <a:pt x="4621" y="6961"/>
                  </a:cubicBezTo>
                  <a:cubicBezTo>
                    <a:pt x="4651" y="7113"/>
                    <a:pt x="4621" y="7265"/>
                    <a:pt x="4712" y="7387"/>
                  </a:cubicBezTo>
                  <a:cubicBezTo>
                    <a:pt x="4773" y="7478"/>
                    <a:pt x="4773" y="7630"/>
                    <a:pt x="4894" y="7721"/>
                  </a:cubicBezTo>
                  <a:lnTo>
                    <a:pt x="4590" y="7630"/>
                  </a:lnTo>
                  <a:cubicBezTo>
                    <a:pt x="4438" y="7782"/>
                    <a:pt x="4529" y="7964"/>
                    <a:pt x="4590" y="8147"/>
                  </a:cubicBezTo>
                  <a:lnTo>
                    <a:pt x="4043" y="8268"/>
                  </a:lnTo>
                  <a:lnTo>
                    <a:pt x="4104" y="8359"/>
                  </a:lnTo>
                  <a:cubicBezTo>
                    <a:pt x="3922" y="8390"/>
                    <a:pt x="3982" y="8633"/>
                    <a:pt x="3891" y="8724"/>
                  </a:cubicBezTo>
                  <a:cubicBezTo>
                    <a:pt x="3800" y="8815"/>
                    <a:pt x="3800" y="8998"/>
                    <a:pt x="3770" y="9119"/>
                  </a:cubicBezTo>
                  <a:lnTo>
                    <a:pt x="3982" y="9271"/>
                  </a:lnTo>
                  <a:lnTo>
                    <a:pt x="3922" y="9362"/>
                  </a:lnTo>
                  <a:lnTo>
                    <a:pt x="3982" y="9606"/>
                  </a:lnTo>
                  <a:lnTo>
                    <a:pt x="3770" y="9727"/>
                  </a:lnTo>
                  <a:lnTo>
                    <a:pt x="3770" y="9849"/>
                  </a:lnTo>
                  <a:cubicBezTo>
                    <a:pt x="3526" y="9879"/>
                    <a:pt x="3374" y="10153"/>
                    <a:pt x="3162" y="10305"/>
                  </a:cubicBezTo>
                  <a:lnTo>
                    <a:pt x="3162" y="10700"/>
                  </a:lnTo>
                  <a:lnTo>
                    <a:pt x="2918" y="10791"/>
                  </a:lnTo>
                  <a:lnTo>
                    <a:pt x="2797" y="10639"/>
                  </a:lnTo>
                  <a:lnTo>
                    <a:pt x="2797" y="10639"/>
                  </a:lnTo>
                  <a:cubicBezTo>
                    <a:pt x="2767" y="10913"/>
                    <a:pt x="2979" y="10973"/>
                    <a:pt x="3040" y="11095"/>
                  </a:cubicBezTo>
                  <a:lnTo>
                    <a:pt x="2888" y="11399"/>
                  </a:lnTo>
                  <a:cubicBezTo>
                    <a:pt x="3010" y="11460"/>
                    <a:pt x="3162" y="11429"/>
                    <a:pt x="3162" y="11642"/>
                  </a:cubicBezTo>
                  <a:lnTo>
                    <a:pt x="3010" y="11672"/>
                  </a:lnTo>
                  <a:cubicBezTo>
                    <a:pt x="2918" y="11824"/>
                    <a:pt x="3070" y="11946"/>
                    <a:pt x="2979" y="12068"/>
                  </a:cubicBezTo>
                  <a:cubicBezTo>
                    <a:pt x="2979" y="12098"/>
                    <a:pt x="3010" y="12098"/>
                    <a:pt x="3040" y="12128"/>
                  </a:cubicBezTo>
                  <a:cubicBezTo>
                    <a:pt x="3070" y="12159"/>
                    <a:pt x="3101" y="12189"/>
                    <a:pt x="3162" y="12220"/>
                  </a:cubicBezTo>
                  <a:lnTo>
                    <a:pt x="2767" y="12402"/>
                  </a:lnTo>
                  <a:lnTo>
                    <a:pt x="2858" y="12675"/>
                  </a:lnTo>
                  <a:cubicBezTo>
                    <a:pt x="2797" y="12706"/>
                    <a:pt x="2736" y="12736"/>
                    <a:pt x="2675" y="12797"/>
                  </a:cubicBezTo>
                  <a:cubicBezTo>
                    <a:pt x="2645" y="12797"/>
                    <a:pt x="2645" y="12858"/>
                    <a:pt x="2645" y="12919"/>
                  </a:cubicBezTo>
                  <a:lnTo>
                    <a:pt x="3010" y="12979"/>
                  </a:lnTo>
                  <a:lnTo>
                    <a:pt x="2675" y="13192"/>
                  </a:lnTo>
                  <a:lnTo>
                    <a:pt x="2736" y="13283"/>
                  </a:lnTo>
                  <a:cubicBezTo>
                    <a:pt x="2643" y="13339"/>
                    <a:pt x="2550" y="13395"/>
                    <a:pt x="2450" y="13395"/>
                  </a:cubicBezTo>
                  <a:cubicBezTo>
                    <a:pt x="2387" y="13395"/>
                    <a:pt x="2320" y="13373"/>
                    <a:pt x="2250" y="13314"/>
                  </a:cubicBezTo>
                  <a:lnTo>
                    <a:pt x="2159" y="13587"/>
                  </a:lnTo>
                  <a:lnTo>
                    <a:pt x="1520" y="13800"/>
                  </a:lnTo>
                  <a:cubicBezTo>
                    <a:pt x="1642" y="13922"/>
                    <a:pt x="1551" y="14074"/>
                    <a:pt x="1581" y="14195"/>
                  </a:cubicBezTo>
                  <a:lnTo>
                    <a:pt x="1794" y="14317"/>
                  </a:lnTo>
                  <a:cubicBezTo>
                    <a:pt x="1763" y="14499"/>
                    <a:pt x="1794" y="14682"/>
                    <a:pt x="1915" y="14803"/>
                  </a:cubicBezTo>
                  <a:cubicBezTo>
                    <a:pt x="1946" y="14864"/>
                    <a:pt x="1915" y="14986"/>
                    <a:pt x="1915" y="15077"/>
                  </a:cubicBezTo>
                  <a:lnTo>
                    <a:pt x="1794" y="15107"/>
                  </a:lnTo>
                  <a:lnTo>
                    <a:pt x="1794" y="15411"/>
                  </a:lnTo>
                  <a:lnTo>
                    <a:pt x="1551" y="15320"/>
                  </a:lnTo>
                  <a:lnTo>
                    <a:pt x="1551" y="15320"/>
                  </a:lnTo>
                  <a:cubicBezTo>
                    <a:pt x="1459" y="15502"/>
                    <a:pt x="1611" y="15441"/>
                    <a:pt x="1642" y="15502"/>
                  </a:cubicBezTo>
                  <a:cubicBezTo>
                    <a:pt x="1611" y="15533"/>
                    <a:pt x="1581" y="15593"/>
                    <a:pt x="1581" y="15654"/>
                  </a:cubicBezTo>
                  <a:lnTo>
                    <a:pt x="1946" y="15837"/>
                  </a:lnTo>
                  <a:cubicBezTo>
                    <a:pt x="1915" y="15867"/>
                    <a:pt x="1915" y="15928"/>
                    <a:pt x="1885" y="15958"/>
                  </a:cubicBezTo>
                  <a:cubicBezTo>
                    <a:pt x="1855" y="15989"/>
                    <a:pt x="1794" y="15989"/>
                    <a:pt x="1763" y="16019"/>
                  </a:cubicBezTo>
                  <a:cubicBezTo>
                    <a:pt x="1915" y="16445"/>
                    <a:pt x="1915" y="16445"/>
                    <a:pt x="1855" y="16596"/>
                  </a:cubicBezTo>
                  <a:lnTo>
                    <a:pt x="2098" y="16748"/>
                  </a:lnTo>
                  <a:lnTo>
                    <a:pt x="1915" y="16931"/>
                  </a:lnTo>
                  <a:lnTo>
                    <a:pt x="2037" y="17265"/>
                  </a:lnTo>
                  <a:cubicBezTo>
                    <a:pt x="2250" y="17174"/>
                    <a:pt x="1976" y="17052"/>
                    <a:pt x="2067" y="16961"/>
                  </a:cubicBezTo>
                  <a:lnTo>
                    <a:pt x="2067" y="16961"/>
                  </a:lnTo>
                  <a:cubicBezTo>
                    <a:pt x="2128" y="16992"/>
                    <a:pt x="2189" y="16992"/>
                    <a:pt x="2219" y="17022"/>
                  </a:cubicBezTo>
                  <a:cubicBezTo>
                    <a:pt x="2311" y="17022"/>
                    <a:pt x="2311" y="17083"/>
                    <a:pt x="2341" y="17144"/>
                  </a:cubicBezTo>
                  <a:cubicBezTo>
                    <a:pt x="2341" y="17174"/>
                    <a:pt x="2432" y="17204"/>
                    <a:pt x="2493" y="17235"/>
                  </a:cubicBezTo>
                  <a:cubicBezTo>
                    <a:pt x="2523" y="17296"/>
                    <a:pt x="2554" y="17356"/>
                    <a:pt x="2584" y="17417"/>
                  </a:cubicBezTo>
                  <a:cubicBezTo>
                    <a:pt x="2615" y="17387"/>
                    <a:pt x="2675" y="17356"/>
                    <a:pt x="2736" y="17326"/>
                  </a:cubicBezTo>
                  <a:lnTo>
                    <a:pt x="2888" y="17326"/>
                  </a:lnTo>
                  <a:cubicBezTo>
                    <a:pt x="3040" y="17448"/>
                    <a:pt x="3070" y="17691"/>
                    <a:pt x="3253" y="17782"/>
                  </a:cubicBezTo>
                  <a:lnTo>
                    <a:pt x="3101" y="17843"/>
                  </a:lnTo>
                  <a:lnTo>
                    <a:pt x="3222" y="18086"/>
                  </a:lnTo>
                  <a:lnTo>
                    <a:pt x="3192" y="18481"/>
                  </a:lnTo>
                  <a:cubicBezTo>
                    <a:pt x="3225" y="18489"/>
                    <a:pt x="3259" y="18495"/>
                    <a:pt x="3290" y="18495"/>
                  </a:cubicBezTo>
                  <a:cubicBezTo>
                    <a:pt x="3373" y="18495"/>
                    <a:pt x="3444" y="18453"/>
                    <a:pt x="3466" y="18299"/>
                  </a:cubicBezTo>
                  <a:cubicBezTo>
                    <a:pt x="3435" y="18268"/>
                    <a:pt x="3344" y="18207"/>
                    <a:pt x="3435" y="18116"/>
                  </a:cubicBezTo>
                  <a:cubicBezTo>
                    <a:pt x="3435" y="18106"/>
                    <a:pt x="3442" y="18103"/>
                    <a:pt x="3452" y="18103"/>
                  </a:cubicBezTo>
                  <a:cubicBezTo>
                    <a:pt x="3472" y="18103"/>
                    <a:pt x="3506" y="18116"/>
                    <a:pt x="3526" y="18116"/>
                  </a:cubicBezTo>
                  <a:lnTo>
                    <a:pt x="3526" y="18420"/>
                  </a:lnTo>
                  <a:cubicBezTo>
                    <a:pt x="3648" y="18542"/>
                    <a:pt x="3800" y="18572"/>
                    <a:pt x="3800" y="18755"/>
                  </a:cubicBezTo>
                  <a:lnTo>
                    <a:pt x="4134" y="18937"/>
                  </a:lnTo>
                  <a:cubicBezTo>
                    <a:pt x="4124" y="19012"/>
                    <a:pt x="4102" y="19034"/>
                    <a:pt x="4075" y="19034"/>
                  </a:cubicBezTo>
                  <a:cubicBezTo>
                    <a:pt x="4036" y="19034"/>
                    <a:pt x="3987" y="18986"/>
                    <a:pt x="3949" y="18986"/>
                  </a:cubicBezTo>
                  <a:cubicBezTo>
                    <a:pt x="3939" y="18986"/>
                    <a:pt x="3930" y="18990"/>
                    <a:pt x="3922" y="18998"/>
                  </a:cubicBezTo>
                  <a:lnTo>
                    <a:pt x="3982" y="19180"/>
                  </a:lnTo>
                  <a:lnTo>
                    <a:pt x="3922" y="19211"/>
                  </a:lnTo>
                  <a:cubicBezTo>
                    <a:pt x="3987" y="19276"/>
                    <a:pt x="4017" y="19306"/>
                    <a:pt x="4050" y="19306"/>
                  </a:cubicBezTo>
                  <a:cubicBezTo>
                    <a:pt x="4078" y="19306"/>
                    <a:pt x="4108" y="19283"/>
                    <a:pt x="4165" y="19241"/>
                  </a:cubicBezTo>
                  <a:cubicBezTo>
                    <a:pt x="4195" y="19423"/>
                    <a:pt x="4256" y="19575"/>
                    <a:pt x="4256" y="19758"/>
                  </a:cubicBezTo>
                  <a:cubicBezTo>
                    <a:pt x="4256" y="19818"/>
                    <a:pt x="4195" y="19849"/>
                    <a:pt x="4195" y="19910"/>
                  </a:cubicBezTo>
                  <a:cubicBezTo>
                    <a:pt x="4195" y="20183"/>
                    <a:pt x="4195" y="20214"/>
                    <a:pt x="4134" y="20335"/>
                  </a:cubicBezTo>
                  <a:cubicBezTo>
                    <a:pt x="4043" y="20426"/>
                    <a:pt x="4013" y="20578"/>
                    <a:pt x="3952" y="20730"/>
                  </a:cubicBezTo>
                  <a:lnTo>
                    <a:pt x="3587" y="20669"/>
                  </a:lnTo>
                  <a:lnTo>
                    <a:pt x="3587" y="21034"/>
                  </a:lnTo>
                  <a:cubicBezTo>
                    <a:pt x="3525" y="21055"/>
                    <a:pt x="3477" y="21104"/>
                    <a:pt x="3414" y="21104"/>
                  </a:cubicBezTo>
                  <a:cubicBezTo>
                    <a:pt x="3385" y="21104"/>
                    <a:pt x="3352" y="21094"/>
                    <a:pt x="3314" y="21065"/>
                  </a:cubicBezTo>
                  <a:cubicBezTo>
                    <a:pt x="3289" y="21048"/>
                    <a:pt x="3263" y="21041"/>
                    <a:pt x="3236" y="21041"/>
                  </a:cubicBezTo>
                  <a:cubicBezTo>
                    <a:pt x="3164" y="21041"/>
                    <a:pt x="3093" y="21097"/>
                    <a:pt x="3070" y="21186"/>
                  </a:cubicBezTo>
                  <a:lnTo>
                    <a:pt x="3131" y="21308"/>
                  </a:lnTo>
                  <a:lnTo>
                    <a:pt x="2918" y="21277"/>
                  </a:lnTo>
                  <a:lnTo>
                    <a:pt x="2979" y="21186"/>
                  </a:lnTo>
                  <a:lnTo>
                    <a:pt x="2918" y="21065"/>
                  </a:lnTo>
                  <a:lnTo>
                    <a:pt x="3283" y="20457"/>
                  </a:lnTo>
                  <a:lnTo>
                    <a:pt x="3040" y="20457"/>
                  </a:lnTo>
                  <a:cubicBezTo>
                    <a:pt x="3101" y="20609"/>
                    <a:pt x="3010" y="20639"/>
                    <a:pt x="2949" y="20761"/>
                  </a:cubicBezTo>
                  <a:cubicBezTo>
                    <a:pt x="2918" y="20882"/>
                    <a:pt x="2736" y="20913"/>
                    <a:pt x="2797" y="21095"/>
                  </a:cubicBezTo>
                  <a:cubicBezTo>
                    <a:pt x="2797" y="21095"/>
                    <a:pt x="2767" y="21125"/>
                    <a:pt x="2736" y="21156"/>
                  </a:cubicBezTo>
                  <a:lnTo>
                    <a:pt x="2584" y="21034"/>
                  </a:lnTo>
                  <a:lnTo>
                    <a:pt x="2675" y="20913"/>
                  </a:lnTo>
                  <a:lnTo>
                    <a:pt x="2523" y="20913"/>
                  </a:lnTo>
                  <a:lnTo>
                    <a:pt x="2280" y="21125"/>
                  </a:lnTo>
                  <a:cubicBezTo>
                    <a:pt x="2128" y="20913"/>
                    <a:pt x="2159" y="20852"/>
                    <a:pt x="2311" y="20669"/>
                  </a:cubicBezTo>
                  <a:lnTo>
                    <a:pt x="2280" y="20457"/>
                  </a:lnTo>
                  <a:cubicBezTo>
                    <a:pt x="2356" y="20356"/>
                    <a:pt x="2473" y="20297"/>
                    <a:pt x="2597" y="20297"/>
                  </a:cubicBezTo>
                  <a:cubicBezTo>
                    <a:pt x="2623" y="20297"/>
                    <a:pt x="2649" y="20300"/>
                    <a:pt x="2675" y="20305"/>
                  </a:cubicBezTo>
                  <a:lnTo>
                    <a:pt x="2493" y="20457"/>
                  </a:lnTo>
                  <a:lnTo>
                    <a:pt x="2675" y="20578"/>
                  </a:lnTo>
                  <a:lnTo>
                    <a:pt x="2858" y="20487"/>
                  </a:lnTo>
                  <a:lnTo>
                    <a:pt x="2675" y="20396"/>
                  </a:lnTo>
                  <a:lnTo>
                    <a:pt x="2797" y="20214"/>
                  </a:lnTo>
                  <a:cubicBezTo>
                    <a:pt x="2908" y="20269"/>
                    <a:pt x="3007" y="20358"/>
                    <a:pt x="3103" y="20358"/>
                  </a:cubicBezTo>
                  <a:cubicBezTo>
                    <a:pt x="3164" y="20358"/>
                    <a:pt x="3224" y="20321"/>
                    <a:pt x="3283" y="20214"/>
                  </a:cubicBezTo>
                  <a:cubicBezTo>
                    <a:pt x="3283" y="20214"/>
                    <a:pt x="3297" y="20200"/>
                    <a:pt x="3315" y="20200"/>
                  </a:cubicBezTo>
                  <a:cubicBezTo>
                    <a:pt x="3324" y="20200"/>
                    <a:pt x="3334" y="20203"/>
                    <a:pt x="3344" y="20214"/>
                  </a:cubicBezTo>
                  <a:cubicBezTo>
                    <a:pt x="3496" y="20214"/>
                    <a:pt x="3557" y="20062"/>
                    <a:pt x="3618" y="19940"/>
                  </a:cubicBezTo>
                  <a:lnTo>
                    <a:pt x="3070" y="19393"/>
                  </a:lnTo>
                  <a:lnTo>
                    <a:pt x="3070" y="19089"/>
                  </a:lnTo>
                  <a:lnTo>
                    <a:pt x="2827" y="18907"/>
                  </a:lnTo>
                  <a:cubicBezTo>
                    <a:pt x="2675" y="18967"/>
                    <a:pt x="2584" y="19119"/>
                    <a:pt x="2584" y="19271"/>
                  </a:cubicBezTo>
                  <a:cubicBezTo>
                    <a:pt x="2584" y="19302"/>
                    <a:pt x="2523" y="19362"/>
                    <a:pt x="2523" y="19393"/>
                  </a:cubicBezTo>
                  <a:cubicBezTo>
                    <a:pt x="2523" y="19423"/>
                    <a:pt x="2463" y="19423"/>
                    <a:pt x="2463" y="19423"/>
                  </a:cubicBezTo>
                  <a:lnTo>
                    <a:pt x="2432" y="19211"/>
                  </a:lnTo>
                  <a:lnTo>
                    <a:pt x="2250" y="19180"/>
                  </a:lnTo>
                  <a:cubicBezTo>
                    <a:pt x="2371" y="19150"/>
                    <a:pt x="2463" y="19089"/>
                    <a:pt x="2554" y="18998"/>
                  </a:cubicBezTo>
                  <a:cubicBezTo>
                    <a:pt x="2584" y="18907"/>
                    <a:pt x="2584" y="18815"/>
                    <a:pt x="2584" y="18785"/>
                  </a:cubicBezTo>
                  <a:cubicBezTo>
                    <a:pt x="2615" y="18724"/>
                    <a:pt x="2675" y="18694"/>
                    <a:pt x="2736" y="18633"/>
                  </a:cubicBezTo>
                  <a:cubicBezTo>
                    <a:pt x="2706" y="18603"/>
                    <a:pt x="2706" y="18572"/>
                    <a:pt x="2675" y="18542"/>
                  </a:cubicBezTo>
                  <a:lnTo>
                    <a:pt x="2493" y="18724"/>
                  </a:lnTo>
                  <a:cubicBezTo>
                    <a:pt x="2458" y="18671"/>
                    <a:pt x="2402" y="18639"/>
                    <a:pt x="2349" y="18639"/>
                  </a:cubicBezTo>
                  <a:cubicBezTo>
                    <a:pt x="2311" y="18639"/>
                    <a:pt x="2275" y="18656"/>
                    <a:pt x="2250" y="18694"/>
                  </a:cubicBezTo>
                  <a:cubicBezTo>
                    <a:pt x="2189" y="18755"/>
                    <a:pt x="2128" y="18755"/>
                    <a:pt x="2067" y="18907"/>
                  </a:cubicBezTo>
                  <a:cubicBezTo>
                    <a:pt x="2046" y="18950"/>
                    <a:pt x="2013" y="18958"/>
                    <a:pt x="1977" y="18958"/>
                  </a:cubicBezTo>
                  <a:cubicBezTo>
                    <a:pt x="1954" y="18958"/>
                    <a:pt x="1930" y="18955"/>
                    <a:pt x="1908" y="18955"/>
                  </a:cubicBezTo>
                  <a:cubicBezTo>
                    <a:pt x="1869" y="18955"/>
                    <a:pt x="1837" y="18966"/>
                    <a:pt x="1824" y="19028"/>
                  </a:cubicBezTo>
                  <a:cubicBezTo>
                    <a:pt x="1794" y="19089"/>
                    <a:pt x="1794" y="19119"/>
                    <a:pt x="1763" y="19150"/>
                  </a:cubicBezTo>
                  <a:lnTo>
                    <a:pt x="1885" y="19271"/>
                  </a:lnTo>
                  <a:lnTo>
                    <a:pt x="2007" y="19180"/>
                  </a:lnTo>
                  <a:cubicBezTo>
                    <a:pt x="2007" y="19211"/>
                    <a:pt x="2037" y="19241"/>
                    <a:pt x="2067" y="19271"/>
                  </a:cubicBezTo>
                  <a:cubicBezTo>
                    <a:pt x="2128" y="19393"/>
                    <a:pt x="2159" y="19514"/>
                    <a:pt x="2341" y="19514"/>
                  </a:cubicBezTo>
                  <a:cubicBezTo>
                    <a:pt x="2463" y="19514"/>
                    <a:pt x="2554" y="20031"/>
                    <a:pt x="2493" y="20122"/>
                  </a:cubicBezTo>
                  <a:cubicBezTo>
                    <a:pt x="2463" y="20153"/>
                    <a:pt x="2432" y="20183"/>
                    <a:pt x="2402" y="20214"/>
                  </a:cubicBezTo>
                  <a:cubicBezTo>
                    <a:pt x="2371" y="20214"/>
                    <a:pt x="2341" y="20183"/>
                    <a:pt x="2311" y="20183"/>
                  </a:cubicBezTo>
                  <a:lnTo>
                    <a:pt x="2371" y="20092"/>
                  </a:lnTo>
                  <a:cubicBezTo>
                    <a:pt x="2326" y="19986"/>
                    <a:pt x="2257" y="19963"/>
                    <a:pt x="2181" y="19963"/>
                  </a:cubicBezTo>
                  <a:cubicBezTo>
                    <a:pt x="2124" y="19963"/>
                    <a:pt x="2063" y="19976"/>
                    <a:pt x="2004" y="19976"/>
                  </a:cubicBezTo>
                  <a:cubicBezTo>
                    <a:pt x="1984" y="19976"/>
                    <a:pt x="1965" y="19974"/>
                    <a:pt x="1946" y="19970"/>
                  </a:cubicBezTo>
                  <a:cubicBezTo>
                    <a:pt x="1877" y="20039"/>
                    <a:pt x="1801" y="20058"/>
                    <a:pt x="1728" y="20058"/>
                  </a:cubicBezTo>
                  <a:cubicBezTo>
                    <a:pt x="1641" y="20058"/>
                    <a:pt x="1556" y="20031"/>
                    <a:pt x="1490" y="20031"/>
                  </a:cubicBezTo>
                  <a:cubicBezTo>
                    <a:pt x="1338" y="19818"/>
                    <a:pt x="1611" y="19788"/>
                    <a:pt x="1581" y="19606"/>
                  </a:cubicBezTo>
                  <a:lnTo>
                    <a:pt x="1581" y="19606"/>
                  </a:lnTo>
                  <a:cubicBezTo>
                    <a:pt x="1429" y="19697"/>
                    <a:pt x="1216" y="19636"/>
                    <a:pt x="1156" y="19879"/>
                  </a:cubicBezTo>
                  <a:lnTo>
                    <a:pt x="1004" y="19818"/>
                  </a:lnTo>
                  <a:lnTo>
                    <a:pt x="912" y="20153"/>
                  </a:lnTo>
                  <a:lnTo>
                    <a:pt x="578" y="19879"/>
                  </a:lnTo>
                  <a:lnTo>
                    <a:pt x="487" y="20062"/>
                  </a:lnTo>
                  <a:lnTo>
                    <a:pt x="365" y="19970"/>
                  </a:lnTo>
                  <a:lnTo>
                    <a:pt x="213" y="20092"/>
                  </a:lnTo>
                  <a:cubicBezTo>
                    <a:pt x="122" y="20274"/>
                    <a:pt x="365" y="20274"/>
                    <a:pt x="365" y="20426"/>
                  </a:cubicBezTo>
                  <a:lnTo>
                    <a:pt x="456" y="20335"/>
                  </a:lnTo>
                  <a:cubicBezTo>
                    <a:pt x="554" y="20384"/>
                    <a:pt x="613" y="20512"/>
                    <a:pt x="696" y="20512"/>
                  </a:cubicBezTo>
                  <a:cubicBezTo>
                    <a:pt x="716" y="20512"/>
                    <a:pt x="737" y="20505"/>
                    <a:pt x="760" y="20487"/>
                  </a:cubicBezTo>
                  <a:lnTo>
                    <a:pt x="882" y="20183"/>
                  </a:lnTo>
                  <a:cubicBezTo>
                    <a:pt x="927" y="20201"/>
                    <a:pt x="970" y="20206"/>
                    <a:pt x="1010" y="20206"/>
                  </a:cubicBezTo>
                  <a:cubicBezTo>
                    <a:pt x="1053" y="20206"/>
                    <a:pt x="1094" y="20201"/>
                    <a:pt x="1134" y="20201"/>
                  </a:cubicBezTo>
                  <a:cubicBezTo>
                    <a:pt x="1183" y="20201"/>
                    <a:pt x="1230" y="20209"/>
                    <a:pt x="1277" y="20244"/>
                  </a:cubicBezTo>
                  <a:cubicBezTo>
                    <a:pt x="1216" y="20518"/>
                    <a:pt x="1034" y="20518"/>
                    <a:pt x="882" y="20518"/>
                  </a:cubicBezTo>
                  <a:cubicBezTo>
                    <a:pt x="791" y="20700"/>
                    <a:pt x="669" y="20821"/>
                    <a:pt x="791" y="21034"/>
                  </a:cubicBezTo>
                  <a:cubicBezTo>
                    <a:pt x="608" y="21065"/>
                    <a:pt x="487" y="21217"/>
                    <a:pt x="456" y="21399"/>
                  </a:cubicBezTo>
                  <a:lnTo>
                    <a:pt x="426" y="21399"/>
                  </a:lnTo>
                  <a:lnTo>
                    <a:pt x="304" y="21186"/>
                  </a:lnTo>
                  <a:lnTo>
                    <a:pt x="1" y="21308"/>
                  </a:lnTo>
                  <a:lnTo>
                    <a:pt x="1" y="21521"/>
                  </a:lnTo>
                  <a:lnTo>
                    <a:pt x="183" y="21429"/>
                  </a:lnTo>
                  <a:cubicBezTo>
                    <a:pt x="213" y="21490"/>
                    <a:pt x="244" y="21521"/>
                    <a:pt x="244" y="21581"/>
                  </a:cubicBezTo>
                  <a:cubicBezTo>
                    <a:pt x="274" y="21673"/>
                    <a:pt x="274" y="21733"/>
                    <a:pt x="244" y="21794"/>
                  </a:cubicBezTo>
                  <a:cubicBezTo>
                    <a:pt x="608" y="21825"/>
                    <a:pt x="639" y="22159"/>
                    <a:pt x="821" y="22402"/>
                  </a:cubicBezTo>
                  <a:lnTo>
                    <a:pt x="456" y="22341"/>
                  </a:lnTo>
                  <a:lnTo>
                    <a:pt x="456" y="22341"/>
                  </a:lnTo>
                  <a:cubicBezTo>
                    <a:pt x="426" y="22706"/>
                    <a:pt x="669" y="22645"/>
                    <a:pt x="791" y="22797"/>
                  </a:cubicBezTo>
                  <a:lnTo>
                    <a:pt x="669" y="22858"/>
                  </a:lnTo>
                  <a:lnTo>
                    <a:pt x="669" y="23071"/>
                  </a:lnTo>
                  <a:lnTo>
                    <a:pt x="912" y="23010"/>
                  </a:lnTo>
                  <a:lnTo>
                    <a:pt x="912" y="23010"/>
                  </a:lnTo>
                  <a:cubicBezTo>
                    <a:pt x="1034" y="23162"/>
                    <a:pt x="852" y="23375"/>
                    <a:pt x="943" y="23587"/>
                  </a:cubicBezTo>
                  <a:lnTo>
                    <a:pt x="1125" y="23618"/>
                  </a:lnTo>
                  <a:lnTo>
                    <a:pt x="1034" y="23831"/>
                  </a:lnTo>
                  <a:lnTo>
                    <a:pt x="821" y="23861"/>
                  </a:lnTo>
                  <a:cubicBezTo>
                    <a:pt x="882" y="23922"/>
                    <a:pt x="882" y="23983"/>
                    <a:pt x="912" y="24043"/>
                  </a:cubicBezTo>
                  <a:lnTo>
                    <a:pt x="791" y="24165"/>
                  </a:lnTo>
                  <a:cubicBezTo>
                    <a:pt x="912" y="24287"/>
                    <a:pt x="852" y="24469"/>
                    <a:pt x="852" y="24621"/>
                  </a:cubicBezTo>
                  <a:cubicBezTo>
                    <a:pt x="912" y="24591"/>
                    <a:pt x="943" y="24560"/>
                    <a:pt x="1034" y="24499"/>
                  </a:cubicBezTo>
                  <a:lnTo>
                    <a:pt x="1095" y="24682"/>
                  </a:lnTo>
                  <a:cubicBezTo>
                    <a:pt x="1070" y="24690"/>
                    <a:pt x="1046" y="24694"/>
                    <a:pt x="1022" y="24694"/>
                  </a:cubicBezTo>
                  <a:cubicBezTo>
                    <a:pt x="957" y="24694"/>
                    <a:pt x="896" y="24665"/>
                    <a:pt x="852" y="24621"/>
                  </a:cubicBezTo>
                  <a:lnTo>
                    <a:pt x="852" y="24621"/>
                  </a:lnTo>
                  <a:cubicBezTo>
                    <a:pt x="669" y="24834"/>
                    <a:pt x="669" y="24834"/>
                    <a:pt x="973" y="25077"/>
                  </a:cubicBezTo>
                  <a:cubicBezTo>
                    <a:pt x="1034" y="25259"/>
                    <a:pt x="973" y="25442"/>
                    <a:pt x="821" y="25533"/>
                  </a:cubicBezTo>
                  <a:lnTo>
                    <a:pt x="669" y="25381"/>
                  </a:lnTo>
                  <a:lnTo>
                    <a:pt x="213" y="25472"/>
                  </a:lnTo>
                  <a:lnTo>
                    <a:pt x="213" y="25898"/>
                  </a:lnTo>
                  <a:cubicBezTo>
                    <a:pt x="289" y="25989"/>
                    <a:pt x="380" y="26004"/>
                    <a:pt x="475" y="26004"/>
                  </a:cubicBezTo>
                  <a:cubicBezTo>
                    <a:pt x="523" y="26004"/>
                    <a:pt x="571" y="26000"/>
                    <a:pt x="619" y="26000"/>
                  </a:cubicBezTo>
                  <a:cubicBezTo>
                    <a:pt x="667" y="26000"/>
                    <a:pt x="715" y="26004"/>
                    <a:pt x="760" y="26019"/>
                  </a:cubicBezTo>
                  <a:lnTo>
                    <a:pt x="973" y="25685"/>
                  </a:lnTo>
                  <a:cubicBezTo>
                    <a:pt x="1004" y="25806"/>
                    <a:pt x="1004" y="25898"/>
                    <a:pt x="1034" y="25989"/>
                  </a:cubicBezTo>
                  <a:cubicBezTo>
                    <a:pt x="1004" y="26141"/>
                    <a:pt x="1004" y="26293"/>
                    <a:pt x="973" y="26414"/>
                  </a:cubicBezTo>
                  <a:lnTo>
                    <a:pt x="1216" y="26536"/>
                  </a:lnTo>
                  <a:lnTo>
                    <a:pt x="1186" y="26627"/>
                  </a:lnTo>
                  <a:lnTo>
                    <a:pt x="943" y="26718"/>
                  </a:lnTo>
                  <a:lnTo>
                    <a:pt x="882" y="26931"/>
                  </a:lnTo>
                  <a:lnTo>
                    <a:pt x="1064" y="27113"/>
                  </a:lnTo>
                  <a:cubicBezTo>
                    <a:pt x="1172" y="27049"/>
                    <a:pt x="1264" y="26984"/>
                    <a:pt x="1373" y="26984"/>
                  </a:cubicBezTo>
                  <a:cubicBezTo>
                    <a:pt x="1419" y="26984"/>
                    <a:pt x="1467" y="26995"/>
                    <a:pt x="1520" y="27022"/>
                  </a:cubicBezTo>
                  <a:cubicBezTo>
                    <a:pt x="1277" y="27083"/>
                    <a:pt x="1399" y="27357"/>
                    <a:pt x="1277" y="27417"/>
                  </a:cubicBezTo>
                  <a:lnTo>
                    <a:pt x="912" y="27508"/>
                  </a:lnTo>
                  <a:cubicBezTo>
                    <a:pt x="882" y="27417"/>
                    <a:pt x="852" y="27296"/>
                    <a:pt x="700" y="27296"/>
                  </a:cubicBezTo>
                  <a:lnTo>
                    <a:pt x="578" y="27539"/>
                  </a:lnTo>
                  <a:lnTo>
                    <a:pt x="548" y="27417"/>
                  </a:lnTo>
                  <a:lnTo>
                    <a:pt x="396" y="27478"/>
                  </a:lnTo>
                  <a:cubicBezTo>
                    <a:pt x="517" y="27721"/>
                    <a:pt x="585" y="27816"/>
                    <a:pt x="688" y="27816"/>
                  </a:cubicBezTo>
                  <a:cubicBezTo>
                    <a:pt x="740" y="27816"/>
                    <a:pt x="801" y="27792"/>
                    <a:pt x="882" y="27752"/>
                  </a:cubicBezTo>
                  <a:lnTo>
                    <a:pt x="973" y="27964"/>
                  </a:lnTo>
                  <a:lnTo>
                    <a:pt x="791" y="27995"/>
                  </a:lnTo>
                  <a:lnTo>
                    <a:pt x="669" y="28268"/>
                  </a:lnTo>
                  <a:cubicBezTo>
                    <a:pt x="771" y="28349"/>
                    <a:pt x="804" y="28376"/>
                    <a:pt x="897" y="28376"/>
                  </a:cubicBezTo>
                  <a:cubicBezTo>
                    <a:pt x="943" y="28376"/>
                    <a:pt x="1004" y="28370"/>
                    <a:pt x="1095" y="28360"/>
                  </a:cubicBezTo>
                  <a:cubicBezTo>
                    <a:pt x="1095" y="28329"/>
                    <a:pt x="1095" y="28268"/>
                    <a:pt x="1095" y="28238"/>
                  </a:cubicBezTo>
                  <a:cubicBezTo>
                    <a:pt x="1095" y="28208"/>
                    <a:pt x="1095" y="28177"/>
                    <a:pt x="1125" y="28116"/>
                  </a:cubicBezTo>
                  <a:lnTo>
                    <a:pt x="1125" y="28116"/>
                  </a:lnTo>
                  <a:cubicBezTo>
                    <a:pt x="1156" y="28451"/>
                    <a:pt x="1156" y="28451"/>
                    <a:pt x="943" y="28572"/>
                  </a:cubicBezTo>
                  <a:cubicBezTo>
                    <a:pt x="912" y="28724"/>
                    <a:pt x="1034" y="28846"/>
                    <a:pt x="943" y="28967"/>
                  </a:cubicBezTo>
                  <a:cubicBezTo>
                    <a:pt x="943" y="28967"/>
                    <a:pt x="973" y="28998"/>
                    <a:pt x="973" y="29028"/>
                  </a:cubicBezTo>
                  <a:lnTo>
                    <a:pt x="1064" y="28937"/>
                  </a:lnTo>
                  <a:lnTo>
                    <a:pt x="1064" y="29241"/>
                  </a:lnTo>
                  <a:lnTo>
                    <a:pt x="791" y="29241"/>
                  </a:lnTo>
                  <a:lnTo>
                    <a:pt x="730" y="29393"/>
                  </a:lnTo>
                  <a:cubicBezTo>
                    <a:pt x="677" y="29329"/>
                    <a:pt x="638" y="29306"/>
                    <a:pt x="608" y="29306"/>
                  </a:cubicBezTo>
                  <a:cubicBezTo>
                    <a:pt x="553" y="29306"/>
                    <a:pt x="526" y="29384"/>
                    <a:pt x="487" y="29423"/>
                  </a:cubicBezTo>
                  <a:cubicBezTo>
                    <a:pt x="529" y="29487"/>
                    <a:pt x="572" y="29566"/>
                    <a:pt x="635" y="29566"/>
                  </a:cubicBezTo>
                  <a:cubicBezTo>
                    <a:pt x="662" y="29566"/>
                    <a:pt x="693" y="29551"/>
                    <a:pt x="730" y="29515"/>
                  </a:cubicBezTo>
                  <a:cubicBezTo>
                    <a:pt x="759" y="29486"/>
                    <a:pt x="791" y="29475"/>
                    <a:pt x="823" y="29475"/>
                  </a:cubicBezTo>
                  <a:cubicBezTo>
                    <a:pt x="892" y="29475"/>
                    <a:pt x="962" y="29524"/>
                    <a:pt x="1004" y="29545"/>
                  </a:cubicBezTo>
                  <a:cubicBezTo>
                    <a:pt x="1064" y="29575"/>
                    <a:pt x="1125" y="29636"/>
                    <a:pt x="1216" y="29727"/>
                  </a:cubicBezTo>
                  <a:lnTo>
                    <a:pt x="1308" y="29515"/>
                  </a:lnTo>
                  <a:lnTo>
                    <a:pt x="1429" y="29971"/>
                  </a:lnTo>
                  <a:cubicBezTo>
                    <a:pt x="1277" y="30001"/>
                    <a:pt x="1247" y="30153"/>
                    <a:pt x="1156" y="30244"/>
                  </a:cubicBezTo>
                  <a:cubicBezTo>
                    <a:pt x="1095" y="30335"/>
                    <a:pt x="1004" y="30396"/>
                    <a:pt x="973" y="30518"/>
                  </a:cubicBezTo>
                  <a:lnTo>
                    <a:pt x="1064" y="30791"/>
                  </a:lnTo>
                  <a:cubicBezTo>
                    <a:pt x="943" y="30974"/>
                    <a:pt x="791" y="31065"/>
                    <a:pt x="821" y="31308"/>
                  </a:cubicBezTo>
                  <a:cubicBezTo>
                    <a:pt x="1095" y="31369"/>
                    <a:pt x="1156" y="31490"/>
                    <a:pt x="1095" y="31825"/>
                  </a:cubicBezTo>
                  <a:cubicBezTo>
                    <a:pt x="1034" y="31744"/>
                    <a:pt x="933" y="31703"/>
                    <a:pt x="827" y="31703"/>
                  </a:cubicBezTo>
                  <a:cubicBezTo>
                    <a:pt x="774" y="31703"/>
                    <a:pt x="720" y="31713"/>
                    <a:pt x="669" y="31733"/>
                  </a:cubicBezTo>
                  <a:lnTo>
                    <a:pt x="821" y="32129"/>
                  </a:lnTo>
                  <a:lnTo>
                    <a:pt x="1156" y="31855"/>
                  </a:lnTo>
                  <a:cubicBezTo>
                    <a:pt x="1247" y="31977"/>
                    <a:pt x="1368" y="32037"/>
                    <a:pt x="1490" y="32037"/>
                  </a:cubicBezTo>
                  <a:cubicBezTo>
                    <a:pt x="1551" y="32037"/>
                    <a:pt x="1642" y="32098"/>
                    <a:pt x="1703" y="32129"/>
                  </a:cubicBezTo>
                  <a:cubicBezTo>
                    <a:pt x="1672" y="32189"/>
                    <a:pt x="1642" y="32281"/>
                    <a:pt x="1611" y="32341"/>
                  </a:cubicBezTo>
                  <a:cubicBezTo>
                    <a:pt x="1611" y="32402"/>
                    <a:pt x="1642" y="32493"/>
                    <a:pt x="1672" y="32554"/>
                  </a:cubicBezTo>
                  <a:lnTo>
                    <a:pt x="1399" y="32645"/>
                  </a:lnTo>
                  <a:lnTo>
                    <a:pt x="1520" y="32797"/>
                  </a:lnTo>
                  <a:lnTo>
                    <a:pt x="1277" y="32737"/>
                  </a:lnTo>
                  <a:lnTo>
                    <a:pt x="1338" y="32797"/>
                  </a:lnTo>
                  <a:lnTo>
                    <a:pt x="1216" y="32828"/>
                  </a:lnTo>
                  <a:cubicBezTo>
                    <a:pt x="1277" y="32949"/>
                    <a:pt x="1361" y="32965"/>
                    <a:pt x="1448" y="32965"/>
                  </a:cubicBezTo>
                  <a:cubicBezTo>
                    <a:pt x="1477" y="32965"/>
                    <a:pt x="1507" y="32963"/>
                    <a:pt x="1536" y="32963"/>
                  </a:cubicBezTo>
                  <a:cubicBezTo>
                    <a:pt x="1595" y="32963"/>
                    <a:pt x="1652" y="32970"/>
                    <a:pt x="1703" y="33010"/>
                  </a:cubicBezTo>
                  <a:cubicBezTo>
                    <a:pt x="1520" y="33010"/>
                    <a:pt x="1520" y="33192"/>
                    <a:pt x="1490" y="33314"/>
                  </a:cubicBezTo>
                  <a:lnTo>
                    <a:pt x="1672" y="33405"/>
                  </a:lnTo>
                  <a:lnTo>
                    <a:pt x="1794" y="33192"/>
                  </a:lnTo>
                  <a:lnTo>
                    <a:pt x="2007" y="33588"/>
                  </a:lnTo>
                  <a:lnTo>
                    <a:pt x="1824" y="33618"/>
                  </a:lnTo>
                  <a:lnTo>
                    <a:pt x="1946" y="33861"/>
                  </a:lnTo>
                  <a:lnTo>
                    <a:pt x="1855" y="33983"/>
                  </a:lnTo>
                  <a:lnTo>
                    <a:pt x="1794" y="33892"/>
                  </a:lnTo>
                  <a:lnTo>
                    <a:pt x="1611" y="34104"/>
                  </a:lnTo>
                  <a:cubicBezTo>
                    <a:pt x="1733" y="34196"/>
                    <a:pt x="1794" y="34348"/>
                    <a:pt x="1733" y="34469"/>
                  </a:cubicBezTo>
                  <a:cubicBezTo>
                    <a:pt x="1672" y="34803"/>
                    <a:pt x="1703" y="34834"/>
                    <a:pt x="1946" y="34834"/>
                  </a:cubicBezTo>
                  <a:lnTo>
                    <a:pt x="2067" y="34834"/>
                  </a:lnTo>
                  <a:cubicBezTo>
                    <a:pt x="2067" y="34732"/>
                    <a:pt x="2099" y="34710"/>
                    <a:pt x="2139" y="34710"/>
                  </a:cubicBezTo>
                  <a:cubicBezTo>
                    <a:pt x="2169" y="34710"/>
                    <a:pt x="2203" y="34723"/>
                    <a:pt x="2230" y="34723"/>
                  </a:cubicBezTo>
                  <a:cubicBezTo>
                    <a:pt x="2253" y="34723"/>
                    <a:pt x="2272" y="34714"/>
                    <a:pt x="2280" y="34682"/>
                  </a:cubicBezTo>
                  <a:lnTo>
                    <a:pt x="2371" y="34743"/>
                  </a:lnTo>
                  <a:lnTo>
                    <a:pt x="2250" y="34895"/>
                  </a:lnTo>
                  <a:lnTo>
                    <a:pt x="2159" y="34834"/>
                  </a:lnTo>
                  <a:cubicBezTo>
                    <a:pt x="2128" y="35016"/>
                    <a:pt x="1976" y="35199"/>
                    <a:pt x="2159" y="35351"/>
                  </a:cubicBezTo>
                  <a:lnTo>
                    <a:pt x="2402" y="35199"/>
                  </a:lnTo>
                  <a:cubicBezTo>
                    <a:pt x="2465" y="35241"/>
                    <a:pt x="2513" y="35311"/>
                    <a:pt x="2577" y="35311"/>
                  </a:cubicBezTo>
                  <a:cubicBezTo>
                    <a:pt x="2606" y="35311"/>
                    <a:pt x="2638" y="35297"/>
                    <a:pt x="2675" y="35259"/>
                  </a:cubicBezTo>
                  <a:cubicBezTo>
                    <a:pt x="2726" y="35219"/>
                    <a:pt x="2767" y="35202"/>
                    <a:pt x="2800" y="35202"/>
                  </a:cubicBezTo>
                  <a:cubicBezTo>
                    <a:pt x="2868" y="35202"/>
                    <a:pt x="2908" y="35270"/>
                    <a:pt x="2949" y="35351"/>
                  </a:cubicBezTo>
                  <a:lnTo>
                    <a:pt x="2767" y="35655"/>
                  </a:lnTo>
                  <a:cubicBezTo>
                    <a:pt x="2706" y="35563"/>
                    <a:pt x="2645" y="35533"/>
                    <a:pt x="2615" y="35503"/>
                  </a:cubicBezTo>
                  <a:cubicBezTo>
                    <a:pt x="2584" y="35457"/>
                    <a:pt x="2546" y="35434"/>
                    <a:pt x="2508" y="35434"/>
                  </a:cubicBezTo>
                  <a:cubicBezTo>
                    <a:pt x="2470" y="35434"/>
                    <a:pt x="2432" y="35457"/>
                    <a:pt x="2402" y="35503"/>
                  </a:cubicBezTo>
                  <a:cubicBezTo>
                    <a:pt x="2341" y="35533"/>
                    <a:pt x="2341" y="35624"/>
                    <a:pt x="2341" y="35685"/>
                  </a:cubicBezTo>
                  <a:cubicBezTo>
                    <a:pt x="2371" y="35776"/>
                    <a:pt x="2432" y="35837"/>
                    <a:pt x="2523" y="35837"/>
                  </a:cubicBezTo>
                  <a:lnTo>
                    <a:pt x="2736" y="35806"/>
                  </a:lnTo>
                  <a:cubicBezTo>
                    <a:pt x="2858" y="35898"/>
                    <a:pt x="2827" y="36019"/>
                    <a:pt x="2827" y="36141"/>
                  </a:cubicBezTo>
                  <a:cubicBezTo>
                    <a:pt x="2949" y="36202"/>
                    <a:pt x="2858" y="36323"/>
                    <a:pt x="2888" y="36506"/>
                  </a:cubicBezTo>
                  <a:lnTo>
                    <a:pt x="2767" y="36597"/>
                  </a:lnTo>
                  <a:lnTo>
                    <a:pt x="2827" y="36688"/>
                  </a:lnTo>
                  <a:lnTo>
                    <a:pt x="2615" y="36718"/>
                  </a:lnTo>
                  <a:lnTo>
                    <a:pt x="2736" y="36962"/>
                  </a:lnTo>
                  <a:lnTo>
                    <a:pt x="2858" y="36718"/>
                  </a:lnTo>
                  <a:lnTo>
                    <a:pt x="2858" y="36931"/>
                  </a:lnTo>
                  <a:cubicBezTo>
                    <a:pt x="2949" y="37022"/>
                    <a:pt x="3040" y="37053"/>
                    <a:pt x="3070" y="37144"/>
                  </a:cubicBezTo>
                  <a:cubicBezTo>
                    <a:pt x="3131" y="37265"/>
                    <a:pt x="3101" y="37478"/>
                    <a:pt x="3283" y="37569"/>
                  </a:cubicBezTo>
                  <a:cubicBezTo>
                    <a:pt x="3314" y="37600"/>
                    <a:pt x="3283" y="37691"/>
                    <a:pt x="3283" y="37752"/>
                  </a:cubicBezTo>
                  <a:cubicBezTo>
                    <a:pt x="3253" y="37782"/>
                    <a:pt x="3253" y="37843"/>
                    <a:pt x="3222" y="37873"/>
                  </a:cubicBezTo>
                  <a:lnTo>
                    <a:pt x="3283" y="37965"/>
                  </a:lnTo>
                  <a:lnTo>
                    <a:pt x="3010" y="38421"/>
                  </a:lnTo>
                  <a:cubicBezTo>
                    <a:pt x="3085" y="38521"/>
                    <a:pt x="3223" y="38580"/>
                    <a:pt x="3355" y="38580"/>
                  </a:cubicBezTo>
                  <a:cubicBezTo>
                    <a:pt x="3382" y="38580"/>
                    <a:pt x="3409" y="38578"/>
                    <a:pt x="3435" y="38572"/>
                  </a:cubicBezTo>
                  <a:lnTo>
                    <a:pt x="3435" y="38572"/>
                  </a:lnTo>
                  <a:lnTo>
                    <a:pt x="3374" y="38907"/>
                  </a:lnTo>
                  <a:cubicBezTo>
                    <a:pt x="3450" y="38882"/>
                    <a:pt x="3494" y="38867"/>
                    <a:pt x="3527" y="38867"/>
                  </a:cubicBezTo>
                  <a:cubicBezTo>
                    <a:pt x="3572" y="38867"/>
                    <a:pt x="3595" y="38896"/>
                    <a:pt x="3648" y="38968"/>
                  </a:cubicBezTo>
                  <a:cubicBezTo>
                    <a:pt x="3570" y="38994"/>
                    <a:pt x="3491" y="39065"/>
                    <a:pt x="3432" y="39065"/>
                  </a:cubicBezTo>
                  <a:cubicBezTo>
                    <a:pt x="3422" y="39065"/>
                    <a:pt x="3413" y="39063"/>
                    <a:pt x="3405" y="39059"/>
                  </a:cubicBezTo>
                  <a:cubicBezTo>
                    <a:pt x="3347" y="39026"/>
                    <a:pt x="3304" y="39011"/>
                    <a:pt x="3273" y="39011"/>
                  </a:cubicBezTo>
                  <a:cubicBezTo>
                    <a:pt x="3190" y="39011"/>
                    <a:pt x="3184" y="39117"/>
                    <a:pt x="3162" y="39272"/>
                  </a:cubicBezTo>
                  <a:cubicBezTo>
                    <a:pt x="3131" y="39363"/>
                    <a:pt x="3040" y="39424"/>
                    <a:pt x="2949" y="39454"/>
                  </a:cubicBezTo>
                  <a:cubicBezTo>
                    <a:pt x="2827" y="39484"/>
                    <a:pt x="2767" y="39606"/>
                    <a:pt x="2706" y="39667"/>
                  </a:cubicBezTo>
                  <a:lnTo>
                    <a:pt x="2767" y="39758"/>
                  </a:lnTo>
                  <a:cubicBezTo>
                    <a:pt x="2749" y="39767"/>
                    <a:pt x="2731" y="39771"/>
                    <a:pt x="2715" y="39771"/>
                  </a:cubicBezTo>
                  <a:cubicBezTo>
                    <a:pt x="2675" y="39771"/>
                    <a:pt x="2645" y="39749"/>
                    <a:pt x="2645" y="39728"/>
                  </a:cubicBezTo>
                  <a:cubicBezTo>
                    <a:pt x="2599" y="39659"/>
                    <a:pt x="2571" y="39574"/>
                    <a:pt x="2495" y="39574"/>
                  </a:cubicBezTo>
                  <a:cubicBezTo>
                    <a:pt x="2470" y="39574"/>
                    <a:pt x="2440" y="39583"/>
                    <a:pt x="2402" y="39606"/>
                  </a:cubicBezTo>
                  <a:lnTo>
                    <a:pt x="2554" y="39819"/>
                  </a:lnTo>
                  <a:cubicBezTo>
                    <a:pt x="2493" y="39910"/>
                    <a:pt x="2493" y="40001"/>
                    <a:pt x="2432" y="40092"/>
                  </a:cubicBezTo>
                  <a:cubicBezTo>
                    <a:pt x="2371" y="40183"/>
                    <a:pt x="2554" y="40275"/>
                    <a:pt x="2432" y="40366"/>
                  </a:cubicBezTo>
                  <a:cubicBezTo>
                    <a:pt x="2523" y="40518"/>
                    <a:pt x="2706" y="40487"/>
                    <a:pt x="2797" y="40609"/>
                  </a:cubicBezTo>
                  <a:cubicBezTo>
                    <a:pt x="2918" y="40731"/>
                    <a:pt x="3070" y="40731"/>
                    <a:pt x="3192" y="40822"/>
                  </a:cubicBezTo>
                  <a:cubicBezTo>
                    <a:pt x="3222" y="40579"/>
                    <a:pt x="3222" y="40579"/>
                    <a:pt x="3435" y="40457"/>
                  </a:cubicBezTo>
                  <a:lnTo>
                    <a:pt x="3770" y="40852"/>
                  </a:lnTo>
                  <a:lnTo>
                    <a:pt x="3800" y="40639"/>
                  </a:lnTo>
                  <a:lnTo>
                    <a:pt x="3922" y="40639"/>
                  </a:lnTo>
                  <a:lnTo>
                    <a:pt x="4195" y="40943"/>
                  </a:lnTo>
                  <a:lnTo>
                    <a:pt x="4013" y="41095"/>
                  </a:lnTo>
                  <a:lnTo>
                    <a:pt x="3952" y="41278"/>
                  </a:lnTo>
                  <a:lnTo>
                    <a:pt x="4074" y="41582"/>
                  </a:lnTo>
                  <a:lnTo>
                    <a:pt x="3861" y="41582"/>
                  </a:lnTo>
                  <a:cubicBezTo>
                    <a:pt x="3952" y="41703"/>
                    <a:pt x="3922" y="41886"/>
                    <a:pt x="4134" y="41916"/>
                  </a:cubicBezTo>
                  <a:cubicBezTo>
                    <a:pt x="4074" y="41916"/>
                    <a:pt x="4013" y="41946"/>
                    <a:pt x="3952" y="41946"/>
                  </a:cubicBezTo>
                  <a:cubicBezTo>
                    <a:pt x="3922" y="41977"/>
                    <a:pt x="3861" y="41977"/>
                    <a:pt x="3830" y="42007"/>
                  </a:cubicBezTo>
                  <a:cubicBezTo>
                    <a:pt x="3770" y="41916"/>
                    <a:pt x="3982" y="41764"/>
                    <a:pt x="3770" y="41734"/>
                  </a:cubicBezTo>
                  <a:cubicBezTo>
                    <a:pt x="3723" y="41780"/>
                    <a:pt x="3681" y="41800"/>
                    <a:pt x="3644" y="41800"/>
                  </a:cubicBezTo>
                  <a:cubicBezTo>
                    <a:pt x="3583" y="41800"/>
                    <a:pt x="3534" y="41748"/>
                    <a:pt x="3496" y="41673"/>
                  </a:cubicBezTo>
                  <a:cubicBezTo>
                    <a:pt x="3557" y="41612"/>
                    <a:pt x="3496" y="41551"/>
                    <a:pt x="3496" y="41521"/>
                  </a:cubicBezTo>
                  <a:lnTo>
                    <a:pt x="3587" y="41460"/>
                  </a:lnTo>
                  <a:lnTo>
                    <a:pt x="3557" y="41338"/>
                  </a:lnTo>
                  <a:lnTo>
                    <a:pt x="3739" y="41278"/>
                  </a:lnTo>
                  <a:cubicBezTo>
                    <a:pt x="3681" y="41254"/>
                    <a:pt x="3623" y="41245"/>
                    <a:pt x="3565" y="41245"/>
                  </a:cubicBezTo>
                  <a:cubicBezTo>
                    <a:pt x="3471" y="41245"/>
                    <a:pt x="3377" y="41271"/>
                    <a:pt x="3283" y="41308"/>
                  </a:cubicBezTo>
                  <a:lnTo>
                    <a:pt x="3253" y="41065"/>
                  </a:lnTo>
                  <a:cubicBezTo>
                    <a:pt x="3222" y="41126"/>
                    <a:pt x="3192" y="41187"/>
                    <a:pt x="3162" y="41247"/>
                  </a:cubicBezTo>
                  <a:cubicBezTo>
                    <a:pt x="3131" y="41308"/>
                    <a:pt x="3070" y="41308"/>
                    <a:pt x="3010" y="41369"/>
                  </a:cubicBezTo>
                  <a:cubicBezTo>
                    <a:pt x="2979" y="41399"/>
                    <a:pt x="2949" y="41460"/>
                    <a:pt x="2918" y="41521"/>
                  </a:cubicBezTo>
                  <a:lnTo>
                    <a:pt x="3070" y="41582"/>
                  </a:lnTo>
                  <a:lnTo>
                    <a:pt x="2979" y="41734"/>
                  </a:lnTo>
                  <a:cubicBezTo>
                    <a:pt x="3040" y="41794"/>
                    <a:pt x="3101" y="41825"/>
                    <a:pt x="3162" y="41855"/>
                  </a:cubicBezTo>
                  <a:cubicBezTo>
                    <a:pt x="3222" y="41886"/>
                    <a:pt x="3253" y="41977"/>
                    <a:pt x="3283" y="41977"/>
                  </a:cubicBezTo>
                  <a:cubicBezTo>
                    <a:pt x="3405" y="42038"/>
                    <a:pt x="3435" y="42250"/>
                    <a:pt x="3587" y="42250"/>
                  </a:cubicBezTo>
                  <a:cubicBezTo>
                    <a:pt x="3689" y="42250"/>
                    <a:pt x="3790" y="42345"/>
                    <a:pt x="3891" y="42345"/>
                  </a:cubicBezTo>
                  <a:cubicBezTo>
                    <a:pt x="3942" y="42345"/>
                    <a:pt x="3992" y="42321"/>
                    <a:pt x="4043" y="42250"/>
                  </a:cubicBezTo>
                  <a:cubicBezTo>
                    <a:pt x="4043" y="42250"/>
                    <a:pt x="4104" y="42311"/>
                    <a:pt x="4165" y="42311"/>
                  </a:cubicBezTo>
                  <a:lnTo>
                    <a:pt x="4317" y="42311"/>
                  </a:lnTo>
                  <a:lnTo>
                    <a:pt x="4377" y="42159"/>
                  </a:lnTo>
                  <a:lnTo>
                    <a:pt x="4469" y="42159"/>
                  </a:lnTo>
                  <a:lnTo>
                    <a:pt x="4560" y="42615"/>
                  </a:lnTo>
                  <a:cubicBezTo>
                    <a:pt x="4621" y="42524"/>
                    <a:pt x="4712" y="42463"/>
                    <a:pt x="4712" y="42433"/>
                  </a:cubicBezTo>
                  <a:cubicBezTo>
                    <a:pt x="4681" y="42311"/>
                    <a:pt x="4651" y="42159"/>
                    <a:pt x="4621" y="42038"/>
                  </a:cubicBezTo>
                  <a:cubicBezTo>
                    <a:pt x="4649" y="42021"/>
                    <a:pt x="4677" y="42014"/>
                    <a:pt x="4706" y="42014"/>
                  </a:cubicBezTo>
                  <a:cubicBezTo>
                    <a:pt x="4794" y="42014"/>
                    <a:pt x="4882" y="42076"/>
                    <a:pt x="4970" y="42076"/>
                  </a:cubicBezTo>
                  <a:cubicBezTo>
                    <a:pt x="5005" y="42076"/>
                    <a:pt x="5041" y="42066"/>
                    <a:pt x="5077" y="42038"/>
                  </a:cubicBezTo>
                  <a:lnTo>
                    <a:pt x="5320" y="42494"/>
                  </a:lnTo>
                  <a:lnTo>
                    <a:pt x="5046" y="42615"/>
                  </a:lnTo>
                  <a:lnTo>
                    <a:pt x="5046" y="42676"/>
                  </a:lnTo>
                  <a:lnTo>
                    <a:pt x="5320" y="42767"/>
                  </a:lnTo>
                  <a:cubicBezTo>
                    <a:pt x="5289" y="42828"/>
                    <a:pt x="5229" y="42889"/>
                    <a:pt x="5168" y="42919"/>
                  </a:cubicBezTo>
                  <a:cubicBezTo>
                    <a:pt x="5107" y="42949"/>
                    <a:pt x="5046" y="42980"/>
                    <a:pt x="5016" y="42980"/>
                  </a:cubicBezTo>
                  <a:lnTo>
                    <a:pt x="4925" y="43405"/>
                  </a:lnTo>
                  <a:cubicBezTo>
                    <a:pt x="5077" y="43405"/>
                    <a:pt x="5077" y="43405"/>
                    <a:pt x="5229" y="43284"/>
                  </a:cubicBezTo>
                  <a:lnTo>
                    <a:pt x="5350" y="43405"/>
                  </a:lnTo>
                  <a:lnTo>
                    <a:pt x="5441" y="43253"/>
                  </a:lnTo>
                  <a:lnTo>
                    <a:pt x="5897" y="43527"/>
                  </a:lnTo>
                  <a:cubicBezTo>
                    <a:pt x="5867" y="43588"/>
                    <a:pt x="5867" y="43649"/>
                    <a:pt x="5867" y="43679"/>
                  </a:cubicBezTo>
                  <a:cubicBezTo>
                    <a:pt x="5900" y="43794"/>
                    <a:pt x="5968" y="43820"/>
                    <a:pt x="6038" y="43820"/>
                  </a:cubicBezTo>
                  <a:cubicBezTo>
                    <a:pt x="6098" y="43820"/>
                    <a:pt x="6159" y="43801"/>
                    <a:pt x="6201" y="43801"/>
                  </a:cubicBezTo>
                  <a:cubicBezTo>
                    <a:pt x="6292" y="43770"/>
                    <a:pt x="6353" y="43649"/>
                    <a:pt x="6323" y="43527"/>
                  </a:cubicBezTo>
                  <a:cubicBezTo>
                    <a:pt x="6277" y="43436"/>
                    <a:pt x="6209" y="43421"/>
                    <a:pt x="6137" y="43421"/>
                  </a:cubicBezTo>
                  <a:cubicBezTo>
                    <a:pt x="6101" y="43421"/>
                    <a:pt x="6064" y="43424"/>
                    <a:pt x="6028" y="43424"/>
                  </a:cubicBezTo>
                  <a:cubicBezTo>
                    <a:pt x="5992" y="43424"/>
                    <a:pt x="5958" y="43421"/>
                    <a:pt x="5928" y="43405"/>
                  </a:cubicBezTo>
                  <a:cubicBezTo>
                    <a:pt x="5951" y="43288"/>
                    <a:pt x="5993" y="43243"/>
                    <a:pt x="6067" y="43243"/>
                  </a:cubicBezTo>
                  <a:cubicBezTo>
                    <a:pt x="6089" y="43243"/>
                    <a:pt x="6113" y="43247"/>
                    <a:pt x="6140" y="43253"/>
                  </a:cubicBezTo>
                  <a:cubicBezTo>
                    <a:pt x="6232" y="43314"/>
                    <a:pt x="6384" y="43253"/>
                    <a:pt x="6475" y="43375"/>
                  </a:cubicBezTo>
                  <a:cubicBezTo>
                    <a:pt x="6475" y="43385"/>
                    <a:pt x="6482" y="43388"/>
                    <a:pt x="6491" y="43388"/>
                  </a:cubicBezTo>
                  <a:cubicBezTo>
                    <a:pt x="6509" y="43388"/>
                    <a:pt x="6536" y="43375"/>
                    <a:pt x="6536" y="43375"/>
                  </a:cubicBezTo>
                  <a:lnTo>
                    <a:pt x="6840" y="43770"/>
                  </a:lnTo>
                  <a:lnTo>
                    <a:pt x="6870" y="43497"/>
                  </a:lnTo>
                  <a:cubicBezTo>
                    <a:pt x="6908" y="43535"/>
                    <a:pt x="6935" y="43573"/>
                    <a:pt x="6964" y="43573"/>
                  </a:cubicBezTo>
                  <a:cubicBezTo>
                    <a:pt x="6981" y="43573"/>
                    <a:pt x="7000" y="43560"/>
                    <a:pt x="7022" y="43527"/>
                  </a:cubicBezTo>
                  <a:cubicBezTo>
                    <a:pt x="7034" y="43515"/>
                    <a:pt x="7046" y="43510"/>
                    <a:pt x="7058" y="43510"/>
                  </a:cubicBezTo>
                  <a:cubicBezTo>
                    <a:pt x="7106" y="43510"/>
                    <a:pt x="7150" y="43588"/>
                    <a:pt x="7174" y="43588"/>
                  </a:cubicBezTo>
                  <a:cubicBezTo>
                    <a:pt x="7235" y="43588"/>
                    <a:pt x="7265" y="43527"/>
                    <a:pt x="7295" y="43527"/>
                  </a:cubicBezTo>
                  <a:cubicBezTo>
                    <a:pt x="7356" y="43588"/>
                    <a:pt x="7417" y="43618"/>
                    <a:pt x="7478" y="43649"/>
                  </a:cubicBezTo>
                  <a:lnTo>
                    <a:pt x="7478" y="43405"/>
                  </a:lnTo>
                  <a:cubicBezTo>
                    <a:pt x="7569" y="43284"/>
                    <a:pt x="7721" y="43314"/>
                    <a:pt x="7751" y="43101"/>
                  </a:cubicBezTo>
                  <a:cubicBezTo>
                    <a:pt x="7812" y="43162"/>
                    <a:pt x="7888" y="43193"/>
                    <a:pt x="7960" y="43193"/>
                  </a:cubicBezTo>
                  <a:cubicBezTo>
                    <a:pt x="8033" y="43193"/>
                    <a:pt x="8101" y="43162"/>
                    <a:pt x="8147" y="43101"/>
                  </a:cubicBezTo>
                  <a:lnTo>
                    <a:pt x="8147" y="43101"/>
                  </a:lnTo>
                  <a:cubicBezTo>
                    <a:pt x="8238" y="43284"/>
                    <a:pt x="8086" y="43314"/>
                    <a:pt x="8055" y="43405"/>
                  </a:cubicBezTo>
                  <a:cubicBezTo>
                    <a:pt x="8116" y="43497"/>
                    <a:pt x="8238" y="43557"/>
                    <a:pt x="8238" y="43740"/>
                  </a:cubicBezTo>
                  <a:cubicBezTo>
                    <a:pt x="8116" y="43679"/>
                    <a:pt x="7964" y="43649"/>
                    <a:pt x="7964" y="43405"/>
                  </a:cubicBezTo>
                  <a:cubicBezTo>
                    <a:pt x="7873" y="43618"/>
                    <a:pt x="7721" y="43649"/>
                    <a:pt x="7569" y="43740"/>
                  </a:cubicBezTo>
                  <a:cubicBezTo>
                    <a:pt x="7539" y="43709"/>
                    <a:pt x="7508" y="43679"/>
                    <a:pt x="7447" y="43679"/>
                  </a:cubicBezTo>
                  <a:cubicBezTo>
                    <a:pt x="7478" y="43801"/>
                    <a:pt x="7326" y="43861"/>
                    <a:pt x="7326" y="43892"/>
                  </a:cubicBezTo>
                  <a:lnTo>
                    <a:pt x="7478" y="44135"/>
                  </a:lnTo>
                  <a:cubicBezTo>
                    <a:pt x="7544" y="44091"/>
                    <a:pt x="7578" y="43998"/>
                    <a:pt x="7651" y="43998"/>
                  </a:cubicBezTo>
                  <a:cubicBezTo>
                    <a:pt x="7678" y="43998"/>
                    <a:pt x="7710" y="44011"/>
                    <a:pt x="7751" y="44044"/>
                  </a:cubicBezTo>
                  <a:cubicBezTo>
                    <a:pt x="7691" y="44104"/>
                    <a:pt x="7660" y="44165"/>
                    <a:pt x="7630" y="44226"/>
                  </a:cubicBezTo>
                  <a:cubicBezTo>
                    <a:pt x="7599" y="44287"/>
                    <a:pt x="7599" y="44348"/>
                    <a:pt x="7599" y="44439"/>
                  </a:cubicBezTo>
                  <a:cubicBezTo>
                    <a:pt x="7721" y="44317"/>
                    <a:pt x="7873" y="44287"/>
                    <a:pt x="7873" y="44196"/>
                  </a:cubicBezTo>
                  <a:cubicBezTo>
                    <a:pt x="7903" y="44104"/>
                    <a:pt x="7995" y="44013"/>
                    <a:pt x="8086" y="44013"/>
                  </a:cubicBezTo>
                  <a:cubicBezTo>
                    <a:pt x="8096" y="44010"/>
                    <a:pt x="8106" y="44008"/>
                    <a:pt x="8116" y="44008"/>
                  </a:cubicBezTo>
                  <a:cubicBezTo>
                    <a:pt x="8197" y="44008"/>
                    <a:pt x="8278" y="44108"/>
                    <a:pt x="8359" y="44135"/>
                  </a:cubicBezTo>
                  <a:lnTo>
                    <a:pt x="8359" y="44196"/>
                  </a:lnTo>
                  <a:lnTo>
                    <a:pt x="8086" y="44226"/>
                  </a:lnTo>
                  <a:lnTo>
                    <a:pt x="8086" y="44469"/>
                  </a:lnTo>
                  <a:lnTo>
                    <a:pt x="7903" y="44378"/>
                  </a:lnTo>
                  <a:cubicBezTo>
                    <a:pt x="7782" y="44378"/>
                    <a:pt x="7721" y="44530"/>
                    <a:pt x="7630" y="44652"/>
                  </a:cubicBezTo>
                  <a:lnTo>
                    <a:pt x="7447" y="44378"/>
                  </a:lnTo>
                  <a:cubicBezTo>
                    <a:pt x="7416" y="44363"/>
                    <a:pt x="7388" y="44356"/>
                    <a:pt x="7361" y="44356"/>
                  </a:cubicBezTo>
                  <a:cubicBezTo>
                    <a:pt x="7232" y="44356"/>
                    <a:pt x="7148" y="44515"/>
                    <a:pt x="7022" y="44591"/>
                  </a:cubicBezTo>
                  <a:lnTo>
                    <a:pt x="7113" y="44804"/>
                  </a:lnTo>
                  <a:cubicBezTo>
                    <a:pt x="7081" y="44825"/>
                    <a:pt x="7045" y="44835"/>
                    <a:pt x="7009" y="44835"/>
                  </a:cubicBezTo>
                  <a:cubicBezTo>
                    <a:pt x="6943" y="44835"/>
                    <a:pt x="6879" y="44802"/>
                    <a:pt x="6840" y="44743"/>
                  </a:cubicBezTo>
                  <a:lnTo>
                    <a:pt x="7052" y="44317"/>
                  </a:lnTo>
                  <a:lnTo>
                    <a:pt x="6840" y="44287"/>
                  </a:lnTo>
                  <a:lnTo>
                    <a:pt x="6809" y="44135"/>
                  </a:lnTo>
                  <a:lnTo>
                    <a:pt x="6596" y="44287"/>
                  </a:lnTo>
                  <a:lnTo>
                    <a:pt x="6444" y="44378"/>
                  </a:lnTo>
                  <a:lnTo>
                    <a:pt x="6718" y="44773"/>
                  </a:lnTo>
                  <a:cubicBezTo>
                    <a:pt x="6536" y="45016"/>
                    <a:pt x="6536" y="45016"/>
                    <a:pt x="6688" y="45351"/>
                  </a:cubicBezTo>
                  <a:lnTo>
                    <a:pt x="6536" y="45442"/>
                  </a:lnTo>
                  <a:lnTo>
                    <a:pt x="6688" y="45655"/>
                  </a:lnTo>
                  <a:lnTo>
                    <a:pt x="6475" y="46202"/>
                  </a:lnTo>
                  <a:lnTo>
                    <a:pt x="6596" y="46232"/>
                  </a:lnTo>
                  <a:lnTo>
                    <a:pt x="6688" y="46263"/>
                  </a:lnTo>
                  <a:cubicBezTo>
                    <a:pt x="6536" y="46415"/>
                    <a:pt x="6444" y="46658"/>
                    <a:pt x="6232" y="46658"/>
                  </a:cubicBezTo>
                  <a:lnTo>
                    <a:pt x="6353" y="46719"/>
                  </a:lnTo>
                  <a:lnTo>
                    <a:pt x="6384" y="46962"/>
                  </a:lnTo>
                  <a:lnTo>
                    <a:pt x="6596" y="46870"/>
                  </a:lnTo>
                  <a:lnTo>
                    <a:pt x="6748" y="46962"/>
                  </a:lnTo>
                  <a:cubicBezTo>
                    <a:pt x="6688" y="47083"/>
                    <a:pt x="6536" y="47144"/>
                    <a:pt x="6657" y="47357"/>
                  </a:cubicBezTo>
                  <a:lnTo>
                    <a:pt x="6992" y="47114"/>
                  </a:lnTo>
                  <a:lnTo>
                    <a:pt x="7204" y="47448"/>
                  </a:lnTo>
                  <a:cubicBezTo>
                    <a:pt x="7144" y="47630"/>
                    <a:pt x="7174" y="47661"/>
                    <a:pt x="7235" y="47722"/>
                  </a:cubicBezTo>
                  <a:cubicBezTo>
                    <a:pt x="7295" y="47752"/>
                    <a:pt x="7265" y="47782"/>
                    <a:pt x="7295" y="47874"/>
                  </a:cubicBezTo>
                  <a:cubicBezTo>
                    <a:pt x="7326" y="47934"/>
                    <a:pt x="7174" y="47965"/>
                    <a:pt x="7265" y="48056"/>
                  </a:cubicBezTo>
                  <a:cubicBezTo>
                    <a:pt x="7295" y="48056"/>
                    <a:pt x="7235" y="48177"/>
                    <a:pt x="7235" y="48208"/>
                  </a:cubicBezTo>
                  <a:lnTo>
                    <a:pt x="7478" y="48481"/>
                  </a:lnTo>
                  <a:cubicBezTo>
                    <a:pt x="7515" y="48435"/>
                    <a:pt x="7544" y="48417"/>
                    <a:pt x="7568" y="48417"/>
                  </a:cubicBezTo>
                  <a:cubicBezTo>
                    <a:pt x="7624" y="48417"/>
                    <a:pt x="7658" y="48509"/>
                    <a:pt x="7721" y="48573"/>
                  </a:cubicBezTo>
                  <a:cubicBezTo>
                    <a:pt x="7691" y="48633"/>
                    <a:pt x="7660" y="48664"/>
                    <a:pt x="7630" y="48694"/>
                  </a:cubicBezTo>
                  <a:cubicBezTo>
                    <a:pt x="7599" y="48755"/>
                    <a:pt x="7569" y="48785"/>
                    <a:pt x="7539" y="48907"/>
                  </a:cubicBezTo>
                  <a:lnTo>
                    <a:pt x="7843" y="48846"/>
                  </a:lnTo>
                  <a:lnTo>
                    <a:pt x="7843" y="48846"/>
                  </a:lnTo>
                  <a:cubicBezTo>
                    <a:pt x="7843" y="49029"/>
                    <a:pt x="7691" y="48998"/>
                    <a:pt x="7630" y="49089"/>
                  </a:cubicBezTo>
                  <a:cubicBezTo>
                    <a:pt x="7691" y="49120"/>
                    <a:pt x="7691" y="49120"/>
                    <a:pt x="7782" y="49181"/>
                  </a:cubicBezTo>
                  <a:cubicBezTo>
                    <a:pt x="7903" y="49272"/>
                    <a:pt x="7782" y="49333"/>
                    <a:pt x="7782" y="49393"/>
                  </a:cubicBezTo>
                  <a:lnTo>
                    <a:pt x="8025" y="49484"/>
                  </a:lnTo>
                  <a:lnTo>
                    <a:pt x="8086" y="49333"/>
                  </a:lnTo>
                  <a:lnTo>
                    <a:pt x="8329" y="49424"/>
                  </a:lnTo>
                  <a:cubicBezTo>
                    <a:pt x="8299" y="49363"/>
                    <a:pt x="8299" y="49302"/>
                    <a:pt x="8268" y="49272"/>
                  </a:cubicBezTo>
                  <a:cubicBezTo>
                    <a:pt x="8238" y="49241"/>
                    <a:pt x="8177" y="49211"/>
                    <a:pt x="8147" y="49181"/>
                  </a:cubicBezTo>
                  <a:lnTo>
                    <a:pt x="8329" y="49089"/>
                  </a:lnTo>
                  <a:lnTo>
                    <a:pt x="8086" y="48907"/>
                  </a:lnTo>
                  <a:lnTo>
                    <a:pt x="7964" y="48968"/>
                  </a:lnTo>
                  <a:lnTo>
                    <a:pt x="7964" y="48725"/>
                  </a:lnTo>
                  <a:cubicBezTo>
                    <a:pt x="7972" y="48723"/>
                    <a:pt x="7979" y="48722"/>
                    <a:pt x="7986" y="48722"/>
                  </a:cubicBezTo>
                  <a:cubicBezTo>
                    <a:pt x="8050" y="48722"/>
                    <a:pt x="8107" y="48788"/>
                    <a:pt x="8165" y="48788"/>
                  </a:cubicBezTo>
                  <a:cubicBezTo>
                    <a:pt x="8207" y="48788"/>
                    <a:pt x="8251" y="48753"/>
                    <a:pt x="8299" y="48633"/>
                  </a:cubicBezTo>
                  <a:lnTo>
                    <a:pt x="8481" y="48968"/>
                  </a:lnTo>
                  <a:lnTo>
                    <a:pt x="8542" y="48725"/>
                  </a:lnTo>
                  <a:lnTo>
                    <a:pt x="8572" y="49211"/>
                  </a:lnTo>
                  <a:cubicBezTo>
                    <a:pt x="8642" y="49193"/>
                    <a:pt x="8702" y="49176"/>
                    <a:pt x="8752" y="49176"/>
                  </a:cubicBezTo>
                  <a:cubicBezTo>
                    <a:pt x="8789" y="49176"/>
                    <a:pt x="8820" y="49185"/>
                    <a:pt x="8846" y="49211"/>
                  </a:cubicBezTo>
                  <a:cubicBezTo>
                    <a:pt x="8876" y="49211"/>
                    <a:pt x="8906" y="49181"/>
                    <a:pt x="8906" y="49181"/>
                  </a:cubicBezTo>
                  <a:lnTo>
                    <a:pt x="8815" y="49089"/>
                  </a:lnTo>
                  <a:lnTo>
                    <a:pt x="8937" y="48846"/>
                  </a:lnTo>
                  <a:lnTo>
                    <a:pt x="9271" y="48755"/>
                  </a:lnTo>
                  <a:lnTo>
                    <a:pt x="9271" y="48755"/>
                  </a:lnTo>
                  <a:cubicBezTo>
                    <a:pt x="9332" y="48816"/>
                    <a:pt x="9241" y="48785"/>
                    <a:pt x="9241" y="48846"/>
                  </a:cubicBezTo>
                  <a:lnTo>
                    <a:pt x="9241" y="49059"/>
                  </a:lnTo>
                  <a:lnTo>
                    <a:pt x="8967" y="48998"/>
                  </a:lnTo>
                  <a:lnTo>
                    <a:pt x="8967" y="48998"/>
                  </a:lnTo>
                  <a:cubicBezTo>
                    <a:pt x="8967" y="49211"/>
                    <a:pt x="9150" y="49181"/>
                    <a:pt x="9241" y="49333"/>
                  </a:cubicBezTo>
                  <a:lnTo>
                    <a:pt x="9332" y="49089"/>
                  </a:lnTo>
                  <a:lnTo>
                    <a:pt x="9484" y="49393"/>
                  </a:lnTo>
                  <a:lnTo>
                    <a:pt x="9818" y="49241"/>
                  </a:lnTo>
                  <a:cubicBezTo>
                    <a:pt x="9758" y="49059"/>
                    <a:pt x="9758" y="48907"/>
                    <a:pt x="9636" y="48846"/>
                  </a:cubicBezTo>
                  <a:cubicBezTo>
                    <a:pt x="9545" y="48785"/>
                    <a:pt x="9514" y="48664"/>
                    <a:pt x="9454" y="48603"/>
                  </a:cubicBezTo>
                  <a:cubicBezTo>
                    <a:pt x="9362" y="48481"/>
                    <a:pt x="9302" y="48390"/>
                    <a:pt x="9241" y="48269"/>
                  </a:cubicBezTo>
                  <a:cubicBezTo>
                    <a:pt x="9241" y="48238"/>
                    <a:pt x="9241" y="48177"/>
                    <a:pt x="9241" y="48147"/>
                  </a:cubicBezTo>
                  <a:cubicBezTo>
                    <a:pt x="9332" y="47874"/>
                    <a:pt x="9332" y="47874"/>
                    <a:pt x="9119" y="47782"/>
                  </a:cubicBezTo>
                  <a:cubicBezTo>
                    <a:pt x="9058" y="47752"/>
                    <a:pt x="9028" y="47722"/>
                    <a:pt x="8967" y="47691"/>
                  </a:cubicBezTo>
                  <a:lnTo>
                    <a:pt x="9393" y="47357"/>
                  </a:lnTo>
                  <a:lnTo>
                    <a:pt x="9393" y="47114"/>
                  </a:lnTo>
                  <a:lnTo>
                    <a:pt x="9545" y="47114"/>
                  </a:lnTo>
                  <a:lnTo>
                    <a:pt x="9636" y="47357"/>
                  </a:lnTo>
                  <a:lnTo>
                    <a:pt x="9575" y="47448"/>
                  </a:lnTo>
                  <a:cubicBezTo>
                    <a:pt x="9628" y="47528"/>
                    <a:pt x="9681" y="47553"/>
                    <a:pt x="9734" y="47553"/>
                  </a:cubicBezTo>
                  <a:cubicBezTo>
                    <a:pt x="9828" y="47553"/>
                    <a:pt x="9919" y="47470"/>
                    <a:pt x="10004" y="47470"/>
                  </a:cubicBezTo>
                  <a:cubicBezTo>
                    <a:pt x="10034" y="47470"/>
                    <a:pt x="10064" y="47481"/>
                    <a:pt x="10092" y="47509"/>
                  </a:cubicBezTo>
                  <a:cubicBezTo>
                    <a:pt x="10153" y="47387"/>
                    <a:pt x="10183" y="47296"/>
                    <a:pt x="10213" y="47205"/>
                  </a:cubicBezTo>
                  <a:cubicBezTo>
                    <a:pt x="10213" y="47174"/>
                    <a:pt x="10153" y="47144"/>
                    <a:pt x="10213" y="47114"/>
                  </a:cubicBezTo>
                  <a:cubicBezTo>
                    <a:pt x="10231" y="47105"/>
                    <a:pt x="10246" y="47101"/>
                    <a:pt x="10259" y="47101"/>
                  </a:cubicBezTo>
                  <a:cubicBezTo>
                    <a:pt x="10289" y="47101"/>
                    <a:pt x="10305" y="47123"/>
                    <a:pt x="10305" y="47144"/>
                  </a:cubicBezTo>
                  <a:cubicBezTo>
                    <a:pt x="10305" y="47205"/>
                    <a:pt x="10365" y="47296"/>
                    <a:pt x="10426" y="47326"/>
                  </a:cubicBezTo>
                  <a:cubicBezTo>
                    <a:pt x="10487" y="47387"/>
                    <a:pt x="10548" y="47448"/>
                    <a:pt x="10609" y="47509"/>
                  </a:cubicBezTo>
                  <a:lnTo>
                    <a:pt x="10669" y="47418"/>
                  </a:lnTo>
                  <a:cubicBezTo>
                    <a:pt x="10745" y="47568"/>
                    <a:pt x="10773" y="47626"/>
                    <a:pt x="10828" y="47626"/>
                  </a:cubicBezTo>
                  <a:cubicBezTo>
                    <a:pt x="10861" y="47626"/>
                    <a:pt x="10904" y="47604"/>
                    <a:pt x="10973" y="47570"/>
                  </a:cubicBezTo>
                  <a:lnTo>
                    <a:pt x="11065" y="47722"/>
                  </a:lnTo>
                  <a:lnTo>
                    <a:pt x="11308" y="47539"/>
                  </a:lnTo>
                  <a:lnTo>
                    <a:pt x="11186" y="47144"/>
                  </a:lnTo>
                  <a:cubicBezTo>
                    <a:pt x="11308" y="47083"/>
                    <a:pt x="11490" y="47144"/>
                    <a:pt x="11520" y="46901"/>
                  </a:cubicBezTo>
                  <a:lnTo>
                    <a:pt x="11520" y="46901"/>
                  </a:lnTo>
                  <a:cubicBezTo>
                    <a:pt x="11449" y="46936"/>
                    <a:pt x="11368" y="46951"/>
                    <a:pt x="11282" y="46951"/>
                  </a:cubicBezTo>
                  <a:cubicBezTo>
                    <a:pt x="11221" y="46951"/>
                    <a:pt x="11158" y="46944"/>
                    <a:pt x="11095" y="46931"/>
                  </a:cubicBezTo>
                  <a:cubicBezTo>
                    <a:pt x="11181" y="46811"/>
                    <a:pt x="11276" y="46798"/>
                    <a:pt x="11365" y="46798"/>
                  </a:cubicBezTo>
                  <a:cubicBezTo>
                    <a:pt x="11391" y="46798"/>
                    <a:pt x="11416" y="46799"/>
                    <a:pt x="11441" y="46799"/>
                  </a:cubicBezTo>
                  <a:cubicBezTo>
                    <a:pt x="11481" y="46799"/>
                    <a:pt x="11518" y="46796"/>
                    <a:pt x="11551" y="46779"/>
                  </a:cubicBezTo>
                  <a:cubicBezTo>
                    <a:pt x="11638" y="46996"/>
                    <a:pt x="11756" y="47027"/>
                    <a:pt x="11893" y="47027"/>
                  </a:cubicBezTo>
                  <a:cubicBezTo>
                    <a:pt x="11949" y="47027"/>
                    <a:pt x="12007" y="47022"/>
                    <a:pt x="12068" y="47022"/>
                  </a:cubicBezTo>
                  <a:lnTo>
                    <a:pt x="12007" y="46810"/>
                  </a:lnTo>
                  <a:lnTo>
                    <a:pt x="12068" y="46749"/>
                  </a:lnTo>
                  <a:cubicBezTo>
                    <a:pt x="12155" y="46766"/>
                    <a:pt x="12203" y="46784"/>
                    <a:pt x="12244" y="46784"/>
                  </a:cubicBezTo>
                  <a:cubicBezTo>
                    <a:pt x="12275" y="46784"/>
                    <a:pt x="12303" y="46775"/>
                    <a:pt x="12341" y="46749"/>
                  </a:cubicBezTo>
                  <a:cubicBezTo>
                    <a:pt x="12493" y="46597"/>
                    <a:pt x="12645" y="46475"/>
                    <a:pt x="12797" y="46354"/>
                  </a:cubicBezTo>
                  <a:cubicBezTo>
                    <a:pt x="12736" y="46050"/>
                    <a:pt x="12979" y="45928"/>
                    <a:pt x="13040" y="45685"/>
                  </a:cubicBezTo>
                  <a:lnTo>
                    <a:pt x="12584" y="45563"/>
                  </a:lnTo>
                  <a:lnTo>
                    <a:pt x="12827" y="45260"/>
                  </a:lnTo>
                  <a:lnTo>
                    <a:pt x="12584" y="45047"/>
                  </a:lnTo>
                  <a:lnTo>
                    <a:pt x="12584" y="44773"/>
                  </a:lnTo>
                  <a:cubicBezTo>
                    <a:pt x="12554" y="44773"/>
                    <a:pt x="12524" y="44743"/>
                    <a:pt x="12463" y="44743"/>
                  </a:cubicBezTo>
                  <a:cubicBezTo>
                    <a:pt x="12432" y="44712"/>
                    <a:pt x="12402" y="44682"/>
                    <a:pt x="12341" y="44652"/>
                  </a:cubicBezTo>
                  <a:cubicBezTo>
                    <a:pt x="12402" y="44560"/>
                    <a:pt x="12463" y="44560"/>
                    <a:pt x="12432" y="44500"/>
                  </a:cubicBezTo>
                  <a:cubicBezTo>
                    <a:pt x="12432" y="44408"/>
                    <a:pt x="12402" y="44348"/>
                    <a:pt x="12402" y="44256"/>
                  </a:cubicBezTo>
                  <a:cubicBezTo>
                    <a:pt x="12402" y="44165"/>
                    <a:pt x="12554" y="44256"/>
                    <a:pt x="12524" y="44104"/>
                  </a:cubicBezTo>
                  <a:cubicBezTo>
                    <a:pt x="12636" y="44048"/>
                    <a:pt x="12670" y="43888"/>
                    <a:pt x="12795" y="43888"/>
                  </a:cubicBezTo>
                  <a:cubicBezTo>
                    <a:pt x="12805" y="43888"/>
                    <a:pt x="12816" y="43889"/>
                    <a:pt x="12827" y="43892"/>
                  </a:cubicBezTo>
                  <a:cubicBezTo>
                    <a:pt x="12858" y="43801"/>
                    <a:pt x="12888" y="43709"/>
                    <a:pt x="12949" y="43618"/>
                  </a:cubicBezTo>
                  <a:cubicBezTo>
                    <a:pt x="13010" y="43557"/>
                    <a:pt x="13071" y="43497"/>
                    <a:pt x="13131" y="43466"/>
                  </a:cubicBezTo>
                  <a:cubicBezTo>
                    <a:pt x="13106" y="43440"/>
                    <a:pt x="13080" y="43431"/>
                    <a:pt x="13054" y="43431"/>
                  </a:cubicBezTo>
                  <a:cubicBezTo>
                    <a:pt x="12983" y="43431"/>
                    <a:pt x="12910" y="43501"/>
                    <a:pt x="12829" y="43501"/>
                  </a:cubicBezTo>
                  <a:cubicBezTo>
                    <a:pt x="12799" y="43501"/>
                    <a:pt x="12768" y="43492"/>
                    <a:pt x="12736" y="43466"/>
                  </a:cubicBezTo>
                  <a:cubicBezTo>
                    <a:pt x="12858" y="43375"/>
                    <a:pt x="12767" y="43223"/>
                    <a:pt x="12827" y="43071"/>
                  </a:cubicBezTo>
                  <a:cubicBezTo>
                    <a:pt x="12888" y="42949"/>
                    <a:pt x="13101" y="43010"/>
                    <a:pt x="13131" y="42828"/>
                  </a:cubicBezTo>
                  <a:cubicBezTo>
                    <a:pt x="13164" y="42852"/>
                    <a:pt x="13199" y="42859"/>
                    <a:pt x="13234" y="42859"/>
                  </a:cubicBezTo>
                  <a:cubicBezTo>
                    <a:pt x="13280" y="42859"/>
                    <a:pt x="13327" y="42847"/>
                    <a:pt x="13371" y="42847"/>
                  </a:cubicBezTo>
                  <a:cubicBezTo>
                    <a:pt x="13418" y="42847"/>
                    <a:pt x="13462" y="42861"/>
                    <a:pt x="13496" y="42919"/>
                  </a:cubicBezTo>
                  <a:lnTo>
                    <a:pt x="13648" y="42767"/>
                  </a:lnTo>
                  <a:lnTo>
                    <a:pt x="14104" y="42676"/>
                  </a:lnTo>
                  <a:lnTo>
                    <a:pt x="14104" y="42676"/>
                  </a:lnTo>
                  <a:lnTo>
                    <a:pt x="14013" y="42797"/>
                  </a:lnTo>
                  <a:lnTo>
                    <a:pt x="14286" y="42797"/>
                  </a:lnTo>
                  <a:lnTo>
                    <a:pt x="14408" y="42645"/>
                  </a:lnTo>
                  <a:cubicBezTo>
                    <a:pt x="14347" y="42494"/>
                    <a:pt x="14499" y="42342"/>
                    <a:pt x="14408" y="42220"/>
                  </a:cubicBezTo>
                  <a:cubicBezTo>
                    <a:pt x="14347" y="42190"/>
                    <a:pt x="14256" y="42190"/>
                    <a:pt x="14347" y="42038"/>
                  </a:cubicBezTo>
                  <a:lnTo>
                    <a:pt x="14347" y="42038"/>
                  </a:lnTo>
                  <a:cubicBezTo>
                    <a:pt x="14378" y="42068"/>
                    <a:pt x="14438" y="42098"/>
                    <a:pt x="14469" y="42129"/>
                  </a:cubicBezTo>
                  <a:lnTo>
                    <a:pt x="14621" y="42129"/>
                  </a:lnTo>
                  <a:lnTo>
                    <a:pt x="14651" y="41886"/>
                  </a:lnTo>
                  <a:cubicBezTo>
                    <a:pt x="14734" y="41906"/>
                    <a:pt x="14846" y="41955"/>
                    <a:pt x="14937" y="41955"/>
                  </a:cubicBezTo>
                  <a:cubicBezTo>
                    <a:pt x="14979" y="41955"/>
                    <a:pt x="15017" y="41945"/>
                    <a:pt x="15046" y="41916"/>
                  </a:cubicBezTo>
                  <a:cubicBezTo>
                    <a:pt x="15138" y="41825"/>
                    <a:pt x="15016" y="41734"/>
                    <a:pt x="15046" y="41642"/>
                  </a:cubicBezTo>
                  <a:lnTo>
                    <a:pt x="15046" y="41642"/>
                  </a:lnTo>
                  <a:lnTo>
                    <a:pt x="15381" y="41764"/>
                  </a:lnTo>
                  <a:lnTo>
                    <a:pt x="15198" y="41430"/>
                  </a:lnTo>
                  <a:lnTo>
                    <a:pt x="15198" y="41430"/>
                  </a:lnTo>
                  <a:lnTo>
                    <a:pt x="15563" y="41521"/>
                  </a:lnTo>
                  <a:lnTo>
                    <a:pt x="15563" y="41521"/>
                  </a:lnTo>
                  <a:lnTo>
                    <a:pt x="15502" y="41156"/>
                  </a:lnTo>
                  <a:lnTo>
                    <a:pt x="15624" y="41247"/>
                  </a:lnTo>
                  <a:lnTo>
                    <a:pt x="15958" y="40913"/>
                  </a:lnTo>
                  <a:cubicBezTo>
                    <a:pt x="15928" y="40791"/>
                    <a:pt x="15806" y="40700"/>
                    <a:pt x="15897" y="40579"/>
                  </a:cubicBezTo>
                  <a:lnTo>
                    <a:pt x="15897" y="40579"/>
                  </a:lnTo>
                  <a:lnTo>
                    <a:pt x="16110" y="40670"/>
                  </a:lnTo>
                  <a:lnTo>
                    <a:pt x="16110" y="40670"/>
                  </a:lnTo>
                  <a:lnTo>
                    <a:pt x="16019" y="40457"/>
                  </a:lnTo>
                  <a:lnTo>
                    <a:pt x="16232" y="40305"/>
                  </a:lnTo>
                  <a:lnTo>
                    <a:pt x="15989" y="40092"/>
                  </a:lnTo>
                  <a:lnTo>
                    <a:pt x="16110" y="39971"/>
                  </a:lnTo>
                  <a:lnTo>
                    <a:pt x="16475" y="40548"/>
                  </a:lnTo>
                  <a:lnTo>
                    <a:pt x="16505" y="40244"/>
                  </a:lnTo>
                  <a:lnTo>
                    <a:pt x="16688" y="40427"/>
                  </a:lnTo>
                  <a:lnTo>
                    <a:pt x="16870" y="40214"/>
                  </a:lnTo>
                  <a:lnTo>
                    <a:pt x="16992" y="40427"/>
                  </a:lnTo>
                  <a:lnTo>
                    <a:pt x="17174" y="40183"/>
                  </a:lnTo>
                  <a:lnTo>
                    <a:pt x="17356" y="40183"/>
                  </a:lnTo>
                  <a:cubicBezTo>
                    <a:pt x="17569" y="40396"/>
                    <a:pt x="17873" y="40275"/>
                    <a:pt x="18025" y="40518"/>
                  </a:cubicBezTo>
                  <a:cubicBezTo>
                    <a:pt x="18102" y="40441"/>
                    <a:pt x="18179" y="40321"/>
                    <a:pt x="18291" y="40321"/>
                  </a:cubicBezTo>
                  <a:cubicBezTo>
                    <a:pt x="18313" y="40321"/>
                    <a:pt x="18335" y="40326"/>
                    <a:pt x="18360" y="40335"/>
                  </a:cubicBezTo>
                  <a:cubicBezTo>
                    <a:pt x="18511" y="40214"/>
                    <a:pt x="18663" y="40153"/>
                    <a:pt x="18876" y="40092"/>
                  </a:cubicBezTo>
                  <a:cubicBezTo>
                    <a:pt x="18907" y="40092"/>
                    <a:pt x="18876" y="40062"/>
                    <a:pt x="18937" y="40031"/>
                  </a:cubicBezTo>
                  <a:cubicBezTo>
                    <a:pt x="18998" y="39971"/>
                    <a:pt x="19028" y="39940"/>
                    <a:pt x="19089" y="39910"/>
                  </a:cubicBezTo>
                  <a:lnTo>
                    <a:pt x="19089" y="39728"/>
                  </a:lnTo>
                  <a:lnTo>
                    <a:pt x="19302" y="39728"/>
                  </a:lnTo>
                  <a:lnTo>
                    <a:pt x="19454" y="39484"/>
                  </a:lnTo>
                  <a:lnTo>
                    <a:pt x="19727" y="39576"/>
                  </a:lnTo>
                  <a:lnTo>
                    <a:pt x="20335" y="38481"/>
                  </a:lnTo>
                  <a:lnTo>
                    <a:pt x="20305" y="38177"/>
                  </a:lnTo>
                  <a:lnTo>
                    <a:pt x="20487" y="38177"/>
                  </a:lnTo>
                  <a:lnTo>
                    <a:pt x="20548" y="38329"/>
                  </a:lnTo>
                  <a:lnTo>
                    <a:pt x="20822" y="38025"/>
                  </a:lnTo>
                  <a:cubicBezTo>
                    <a:pt x="20791" y="37965"/>
                    <a:pt x="20791" y="37873"/>
                    <a:pt x="20761" y="37782"/>
                  </a:cubicBezTo>
                  <a:cubicBezTo>
                    <a:pt x="20761" y="37691"/>
                    <a:pt x="20791" y="37600"/>
                    <a:pt x="20822" y="37509"/>
                  </a:cubicBezTo>
                  <a:lnTo>
                    <a:pt x="20548" y="37417"/>
                  </a:lnTo>
                  <a:lnTo>
                    <a:pt x="20548" y="37022"/>
                  </a:lnTo>
                  <a:lnTo>
                    <a:pt x="20366" y="36992"/>
                  </a:lnTo>
                  <a:lnTo>
                    <a:pt x="20366" y="36658"/>
                  </a:lnTo>
                  <a:lnTo>
                    <a:pt x="20670" y="36992"/>
                  </a:lnTo>
                  <a:lnTo>
                    <a:pt x="20548" y="36323"/>
                  </a:lnTo>
                  <a:cubicBezTo>
                    <a:pt x="20487" y="36293"/>
                    <a:pt x="20366" y="36293"/>
                    <a:pt x="20457" y="36171"/>
                  </a:cubicBezTo>
                  <a:lnTo>
                    <a:pt x="20457" y="36171"/>
                  </a:lnTo>
                  <a:lnTo>
                    <a:pt x="20609" y="36232"/>
                  </a:lnTo>
                  <a:lnTo>
                    <a:pt x="20609" y="36232"/>
                  </a:lnTo>
                  <a:lnTo>
                    <a:pt x="20396" y="35776"/>
                  </a:lnTo>
                  <a:lnTo>
                    <a:pt x="20487" y="35594"/>
                  </a:lnTo>
                  <a:cubicBezTo>
                    <a:pt x="20518" y="35624"/>
                    <a:pt x="20548" y="35624"/>
                    <a:pt x="20578" y="35655"/>
                  </a:cubicBezTo>
                  <a:lnTo>
                    <a:pt x="20639" y="35746"/>
                  </a:lnTo>
                  <a:lnTo>
                    <a:pt x="20822" y="35351"/>
                  </a:lnTo>
                  <a:cubicBezTo>
                    <a:pt x="20700" y="35199"/>
                    <a:pt x="20730" y="34955"/>
                    <a:pt x="20609" y="34712"/>
                  </a:cubicBezTo>
                  <a:lnTo>
                    <a:pt x="20882" y="34499"/>
                  </a:lnTo>
                  <a:cubicBezTo>
                    <a:pt x="20913" y="34256"/>
                    <a:pt x="20852" y="34044"/>
                    <a:pt x="20639" y="33952"/>
                  </a:cubicBezTo>
                  <a:cubicBezTo>
                    <a:pt x="20730" y="33892"/>
                    <a:pt x="20639" y="33831"/>
                    <a:pt x="20639" y="33770"/>
                  </a:cubicBezTo>
                  <a:cubicBezTo>
                    <a:pt x="20639" y="33709"/>
                    <a:pt x="20670" y="33648"/>
                    <a:pt x="20700" y="33588"/>
                  </a:cubicBezTo>
                  <a:lnTo>
                    <a:pt x="20548" y="33405"/>
                  </a:lnTo>
                  <a:lnTo>
                    <a:pt x="20670" y="33253"/>
                  </a:lnTo>
                  <a:lnTo>
                    <a:pt x="20214" y="33314"/>
                  </a:lnTo>
                  <a:lnTo>
                    <a:pt x="20092" y="33192"/>
                  </a:lnTo>
                  <a:lnTo>
                    <a:pt x="20214" y="32645"/>
                  </a:lnTo>
                  <a:lnTo>
                    <a:pt x="20548" y="32645"/>
                  </a:lnTo>
                  <a:cubicBezTo>
                    <a:pt x="20518" y="32524"/>
                    <a:pt x="20426" y="32463"/>
                    <a:pt x="20487" y="32372"/>
                  </a:cubicBezTo>
                  <a:lnTo>
                    <a:pt x="20700" y="32372"/>
                  </a:lnTo>
                  <a:lnTo>
                    <a:pt x="20700" y="32281"/>
                  </a:lnTo>
                  <a:lnTo>
                    <a:pt x="20487" y="32250"/>
                  </a:lnTo>
                  <a:cubicBezTo>
                    <a:pt x="20518" y="32189"/>
                    <a:pt x="20548" y="32159"/>
                    <a:pt x="20548" y="32129"/>
                  </a:cubicBezTo>
                  <a:cubicBezTo>
                    <a:pt x="20578" y="32037"/>
                    <a:pt x="20548" y="31916"/>
                    <a:pt x="20487" y="31825"/>
                  </a:cubicBezTo>
                  <a:cubicBezTo>
                    <a:pt x="20396" y="31703"/>
                    <a:pt x="20366" y="31490"/>
                    <a:pt x="20244" y="31430"/>
                  </a:cubicBezTo>
                  <a:cubicBezTo>
                    <a:pt x="20122" y="31369"/>
                    <a:pt x="20183" y="31156"/>
                    <a:pt x="20092" y="31065"/>
                  </a:cubicBezTo>
                  <a:lnTo>
                    <a:pt x="20214" y="30913"/>
                  </a:lnTo>
                  <a:cubicBezTo>
                    <a:pt x="20183" y="30791"/>
                    <a:pt x="20153" y="30670"/>
                    <a:pt x="20122" y="30548"/>
                  </a:cubicBezTo>
                  <a:cubicBezTo>
                    <a:pt x="20122" y="30548"/>
                    <a:pt x="20153" y="30518"/>
                    <a:pt x="20183" y="30487"/>
                  </a:cubicBezTo>
                  <a:lnTo>
                    <a:pt x="20001" y="30335"/>
                  </a:lnTo>
                  <a:cubicBezTo>
                    <a:pt x="20122" y="30183"/>
                    <a:pt x="20122" y="29940"/>
                    <a:pt x="20001" y="29788"/>
                  </a:cubicBezTo>
                  <a:lnTo>
                    <a:pt x="19910" y="29879"/>
                  </a:lnTo>
                  <a:lnTo>
                    <a:pt x="19910" y="29393"/>
                  </a:lnTo>
                  <a:lnTo>
                    <a:pt x="19849" y="29393"/>
                  </a:lnTo>
                  <a:lnTo>
                    <a:pt x="19727" y="29697"/>
                  </a:lnTo>
                  <a:lnTo>
                    <a:pt x="19575" y="29697"/>
                  </a:lnTo>
                  <a:lnTo>
                    <a:pt x="19575" y="29484"/>
                  </a:lnTo>
                  <a:lnTo>
                    <a:pt x="19940" y="29089"/>
                  </a:lnTo>
                  <a:lnTo>
                    <a:pt x="20001" y="29150"/>
                  </a:lnTo>
                  <a:cubicBezTo>
                    <a:pt x="20031" y="29028"/>
                    <a:pt x="20183" y="28937"/>
                    <a:pt x="20092" y="28785"/>
                  </a:cubicBezTo>
                  <a:lnTo>
                    <a:pt x="19819" y="28755"/>
                  </a:lnTo>
                  <a:cubicBezTo>
                    <a:pt x="19865" y="28594"/>
                    <a:pt x="19911" y="28520"/>
                    <a:pt x="19996" y="28520"/>
                  </a:cubicBezTo>
                  <a:cubicBezTo>
                    <a:pt x="20024" y="28520"/>
                    <a:pt x="20055" y="28527"/>
                    <a:pt x="20092" y="28542"/>
                  </a:cubicBezTo>
                  <a:lnTo>
                    <a:pt x="20153" y="28724"/>
                  </a:lnTo>
                  <a:lnTo>
                    <a:pt x="20244" y="28329"/>
                  </a:lnTo>
                  <a:lnTo>
                    <a:pt x="20244" y="28329"/>
                  </a:lnTo>
                  <a:cubicBezTo>
                    <a:pt x="20212" y="28336"/>
                    <a:pt x="20181" y="28340"/>
                    <a:pt x="20150" y="28340"/>
                  </a:cubicBezTo>
                  <a:cubicBezTo>
                    <a:pt x="19918" y="28340"/>
                    <a:pt x="19731" y="28145"/>
                    <a:pt x="19758" y="27904"/>
                  </a:cubicBezTo>
                  <a:lnTo>
                    <a:pt x="19454" y="27904"/>
                  </a:lnTo>
                  <a:lnTo>
                    <a:pt x="19363" y="27569"/>
                  </a:lnTo>
                  <a:lnTo>
                    <a:pt x="19545" y="27387"/>
                  </a:lnTo>
                  <a:lnTo>
                    <a:pt x="19606" y="27448"/>
                  </a:lnTo>
                  <a:lnTo>
                    <a:pt x="19788" y="27265"/>
                  </a:lnTo>
                  <a:cubicBezTo>
                    <a:pt x="19879" y="27387"/>
                    <a:pt x="19970" y="27478"/>
                    <a:pt x="19849" y="27630"/>
                  </a:cubicBezTo>
                  <a:cubicBezTo>
                    <a:pt x="19849" y="27660"/>
                    <a:pt x="19849" y="27660"/>
                    <a:pt x="19849" y="27721"/>
                  </a:cubicBezTo>
                  <a:lnTo>
                    <a:pt x="20001" y="27630"/>
                  </a:lnTo>
                  <a:lnTo>
                    <a:pt x="20122" y="27721"/>
                  </a:lnTo>
                  <a:lnTo>
                    <a:pt x="20274" y="27478"/>
                  </a:lnTo>
                  <a:lnTo>
                    <a:pt x="20153" y="27326"/>
                  </a:lnTo>
                  <a:lnTo>
                    <a:pt x="20305" y="27144"/>
                  </a:lnTo>
                  <a:cubicBezTo>
                    <a:pt x="20274" y="27083"/>
                    <a:pt x="20244" y="27053"/>
                    <a:pt x="20244" y="26992"/>
                  </a:cubicBezTo>
                  <a:cubicBezTo>
                    <a:pt x="20214" y="26931"/>
                    <a:pt x="20214" y="26870"/>
                    <a:pt x="20244" y="26809"/>
                  </a:cubicBezTo>
                  <a:cubicBezTo>
                    <a:pt x="20244" y="26749"/>
                    <a:pt x="20274" y="26718"/>
                    <a:pt x="20274" y="26657"/>
                  </a:cubicBezTo>
                  <a:cubicBezTo>
                    <a:pt x="20274" y="26627"/>
                    <a:pt x="20244" y="26566"/>
                    <a:pt x="20244" y="26505"/>
                  </a:cubicBezTo>
                  <a:cubicBezTo>
                    <a:pt x="20244" y="26475"/>
                    <a:pt x="20274" y="26445"/>
                    <a:pt x="20305" y="26414"/>
                  </a:cubicBezTo>
                  <a:cubicBezTo>
                    <a:pt x="20366" y="26353"/>
                    <a:pt x="20396" y="26232"/>
                    <a:pt x="20335" y="26171"/>
                  </a:cubicBezTo>
                  <a:cubicBezTo>
                    <a:pt x="20313" y="26105"/>
                    <a:pt x="20260" y="26055"/>
                    <a:pt x="20209" y="26055"/>
                  </a:cubicBezTo>
                  <a:cubicBezTo>
                    <a:pt x="20189" y="26055"/>
                    <a:pt x="20170" y="26063"/>
                    <a:pt x="20153" y="26080"/>
                  </a:cubicBezTo>
                  <a:cubicBezTo>
                    <a:pt x="20122" y="26110"/>
                    <a:pt x="20084" y="26125"/>
                    <a:pt x="20046" y="26125"/>
                  </a:cubicBezTo>
                  <a:cubicBezTo>
                    <a:pt x="20008" y="26125"/>
                    <a:pt x="19970" y="26110"/>
                    <a:pt x="19940" y="26080"/>
                  </a:cubicBezTo>
                  <a:cubicBezTo>
                    <a:pt x="19849" y="25958"/>
                    <a:pt x="19727" y="26050"/>
                    <a:pt x="19636" y="25958"/>
                  </a:cubicBezTo>
                  <a:lnTo>
                    <a:pt x="19667" y="25533"/>
                  </a:lnTo>
                  <a:cubicBezTo>
                    <a:pt x="19606" y="25502"/>
                    <a:pt x="19575" y="25411"/>
                    <a:pt x="19454" y="25381"/>
                  </a:cubicBezTo>
                  <a:cubicBezTo>
                    <a:pt x="19302" y="25381"/>
                    <a:pt x="19393" y="25229"/>
                    <a:pt x="19302" y="25198"/>
                  </a:cubicBezTo>
                  <a:cubicBezTo>
                    <a:pt x="19423" y="24986"/>
                    <a:pt x="19241" y="24834"/>
                    <a:pt x="19241" y="24651"/>
                  </a:cubicBezTo>
                  <a:lnTo>
                    <a:pt x="19363" y="24591"/>
                  </a:lnTo>
                  <a:lnTo>
                    <a:pt x="19271" y="24378"/>
                  </a:lnTo>
                  <a:lnTo>
                    <a:pt x="19119" y="24469"/>
                  </a:lnTo>
                  <a:lnTo>
                    <a:pt x="19119" y="24469"/>
                  </a:lnTo>
                  <a:lnTo>
                    <a:pt x="19211" y="23952"/>
                  </a:lnTo>
                  <a:cubicBezTo>
                    <a:pt x="19150" y="23739"/>
                    <a:pt x="18907" y="23770"/>
                    <a:pt x="18755" y="23648"/>
                  </a:cubicBezTo>
                  <a:lnTo>
                    <a:pt x="18755" y="23375"/>
                  </a:lnTo>
                  <a:cubicBezTo>
                    <a:pt x="18755" y="23375"/>
                    <a:pt x="18815" y="23344"/>
                    <a:pt x="18815" y="23344"/>
                  </a:cubicBezTo>
                  <a:cubicBezTo>
                    <a:pt x="18694" y="23192"/>
                    <a:pt x="18663" y="22949"/>
                    <a:pt x="18420" y="22919"/>
                  </a:cubicBezTo>
                  <a:lnTo>
                    <a:pt x="18268" y="23192"/>
                  </a:lnTo>
                  <a:cubicBezTo>
                    <a:pt x="18299" y="23192"/>
                    <a:pt x="18329" y="23177"/>
                    <a:pt x="18352" y="23177"/>
                  </a:cubicBezTo>
                  <a:cubicBezTo>
                    <a:pt x="18375" y="23177"/>
                    <a:pt x="18390" y="23192"/>
                    <a:pt x="18390" y="23253"/>
                  </a:cubicBezTo>
                  <a:cubicBezTo>
                    <a:pt x="18451" y="23375"/>
                    <a:pt x="18542" y="23466"/>
                    <a:pt x="18663" y="23527"/>
                  </a:cubicBezTo>
                  <a:lnTo>
                    <a:pt x="18481" y="23739"/>
                  </a:lnTo>
                  <a:cubicBezTo>
                    <a:pt x="18451" y="23709"/>
                    <a:pt x="18390" y="23679"/>
                    <a:pt x="18360" y="23648"/>
                  </a:cubicBezTo>
                  <a:cubicBezTo>
                    <a:pt x="18311" y="23599"/>
                    <a:pt x="18271" y="23568"/>
                    <a:pt x="18230" y="23568"/>
                  </a:cubicBezTo>
                  <a:cubicBezTo>
                    <a:pt x="18195" y="23568"/>
                    <a:pt x="18159" y="23592"/>
                    <a:pt x="18116" y="23648"/>
                  </a:cubicBezTo>
                  <a:cubicBezTo>
                    <a:pt x="18077" y="23707"/>
                    <a:pt x="18012" y="23741"/>
                    <a:pt x="17939" y="23741"/>
                  </a:cubicBezTo>
                  <a:cubicBezTo>
                    <a:pt x="17899" y="23741"/>
                    <a:pt x="17855" y="23731"/>
                    <a:pt x="17812" y="23709"/>
                  </a:cubicBezTo>
                  <a:cubicBezTo>
                    <a:pt x="17721" y="23587"/>
                    <a:pt x="17812" y="23435"/>
                    <a:pt x="17812" y="23284"/>
                  </a:cubicBezTo>
                  <a:lnTo>
                    <a:pt x="18025" y="23192"/>
                  </a:lnTo>
                  <a:cubicBezTo>
                    <a:pt x="18066" y="23192"/>
                    <a:pt x="18106" y="23273"/>
                    <a:pt x="18147" y="23273"/>
                  </a:cubicBezTo>
                  <a:cubicBezTo>
                    <a:pt x="18167" y="23273"/>
                    <a:pt x="18187" y="23253"/>
                    <a:pt x="18208" y="23192"/>
                  </a:cubicBezTo>
                  <a:lnTo>
                    <a:pt x="18208" y="22980"/>
                  </a:lnTo>
                  <a:lnTo>
                    <a:pt x="17995" y="22888"/>
                  </a:lnTo>
                  <a:cubicBezTo>
                    <a:pt x="17904" y="22949"/>
                    <a:pt x="17812" y="23010"/>
                    <a:pt x="17721" y="23040"/>
                  </a:cubicBezTo>
                  <a:cubicBezTo>
                    <a:pt x="17705" y="23038"/>
                    <a:pt x="17690" y="23036"/>
                    <a:pt x="17675" y="23036"/>
                  </a:cubicBezTo>
                  <a:cubicBezTo>
                    <a:pt x="17514" y="23036"/>
                    <a:pt x="17389" y="23178"/>
                    <a:pt x="17417" y="23344"/>
                  </a:cubicBezTo>
                  <a:cubicBezTo>
                    <a:pt x="17387" y="23496"/>
                    <a:pt x="17204" y="23496"/>
                    <a:pt x="17174" y="23648"/>
                  </a:cubicBezTo>
                  <a:lnTo>
                    <a:pt x="17022" y="23648"/>
                  </a:lnTo>
                  <a:cubicBezTo>
                    <a:pt x="16992" y="23709"/>
                    <a:pt x="16961" y="23831"/>
                    <a:pt x="16961" y="23831"/>
                  </a:cubicBezTo>
                  <a:cubicBezTo>
                    <a:pt x="17052" y="23922"/>
                    <a:pt x="17022" y="23983"/>
                    <a:pt x="16961" y="24043"/>
                  </a:cubicBezTo>
                  <a:cubicBezTo>
                    <a:pt x="16901" y="24104"/>
                    <a:pt x="16870" y="24165"/>
                    <a:pt x="16870" y="24256"/>
                  </a:cubicBezTo>
                  <a:cubicBezTo>
                    <a:pt x="16901" y="24347"/>
                    <a:pt x="16870" y="24439"/>
                    <a:pt x="16779" y="24469"/>
                  </a:cubicBezTo>
                  <a:lnTo>
                    <a:pt x="16688" y="24469"/>
                  </a:lnTo>
                  <a:lnTo>
                    <a:pt x="16718" y="24195"/>
                  </a:lnTo>
                  <a:cubicBezTo>
                    <a:pt x="16697" y="24175"/>
                    <a:pt x="16677" y="24125"/>
                    <a:pt x="16636" y="24125"/>
                  </a:cubicBezTo>
                  <a:cubicBezTo>
                    <a:pt x="16618" y="24125"/>
                    <a:pt x="16595" y="24136"/>
                    <a:pt x="16566" y="24165"/>
                  </a:cubicBezTo>
                  <a:cubicBezTo>
                    <a:pt x="16536" y="24165"/>
                    <a:pt x="16445" y="24043"/>
                    <a:pt x="16353" y="24013"/>
                  </a:cubicBezTo>
                  <a:lnTo>
                    <a:pt x="16141" y="24013"/>
                  </a:lnTo>
                  <a:lnTo>
                    <a:pt x="16353" y="23831"/>
                  </a:lnTo>
                  <a:cubicBezTo>
                    <a:pt x="16201" y="23618"/>
                    <a:pt x="16080" y="23405"/>
                    <a:pt x="16019" y="23162"/>
                  </a:cubicBezTo>
                  <a:cubicBezTo>
                    <a:pt x="16019" y="23040"/>
                    <a:pt x="15928" y="22949"/>
                    <a:pt x="16019" y="22828"/>
                  </a:cubicBezTo>
                  <a:cubicBezTo>
                    <a:pt x="16080" y="22767"/>
                    <a:pt x="16019" y="22615"/>
                    <a:pt x="16019" y="22463"/>
                  </a:cubicBezTo>
                  <a:cubicBezTo>
                    <a:pt x="16110" y="22432"/>
                    <a:pt x="16110" y="22280"/>
                    <a:pt x="16110" y="22159"/>
                  </a:cubicBezTo>
                  <a:cubicBezTo>
                    <a:pt x="16049" y="22128"/>
                    <a:pt x="16019" y="22128"/>
                    <a:pt x="15989" y="22098"/>
                  </a:cubicBezTo>
                  <a:cubicBezTo>
                    <a:pt x="15928" y="22037"/>
                    <a:pt x="15897" y="21946"/>
                    <a:pt x="15867" y="21855"/>
                  </a:cubicBezTo>
                  <a:lnTo>
                    <a:pt x="15958" y="21825"/>
                  </a:lnTo>
                  <a:lnTo>
                    <a:pt x="16171" y="21855"/>
                  </a:lnTo>
                  <a:lnTo>
                    <a:pt x="16171" y="21551"/>
                  </a:lnTo>
                  <a:lnTo>
                    <a:pt x="16353" y="21764"/>
                  </a:lnTo>
                  <a:lnTo>
                    <a:pt x="16414" y="21703"/>
                  </a:lnTo>
                  <a:lnTo>
                    <a:pt x="16505" y="21794"/>
                  </a:lnTo>
                  <a:lnTo>
                    <a:pt x="16536" y="21581"/>
                  </a:lnTo>
                  <a:lnTo>
                    <a:pt x="16901" y="21399"/>
                  </a:lnTo>
                  <a:lnTo>
                    <a:pt x="17022" y="21551"/>
                  </a:lnTo>
                  <a:lnTo>
                    <a:pt x="17144" y="21308"/>
                  </a:lnTo>
                  <a:lnTo>
                    <a:pt x="17265" y="21399"/>
                  </a:lnTo>
                  <a:cubicBezTo>
                    <a:pt x="17343" y="21270"/>
                    <a:pt x="17398" y="21075"/>
                    <a:pt x="17562" y="21075"/>
                  </a:cubicBezTo>
                  <a:cubicBezTo>
                    <a:pt x="17591" y="21075"/>
                    <a:pt x="17624" y="21081"/>
                    <a:pt x="17660" y="21095"/>
                  </a:cubicBezTo>
                  <a:cubicBezTo>
                    <a:pt x="17630" y="21125"/>
                    <a:pt x="17630" y="21156"/>
                    <a:pt x="17630" y="21156"/>
                  </a:cubicBezTo>
                  <a:cubicBezTo>
                    <a:pt x="17600" y="21308"/>
                    <a:pt x="17660" y="21460"/>
                    <a:pt x="17782" y="21551"/>
                  </a:cubicBezTo>
                  <a:lnTo>
                    <a:pt x="17600" y="21794"/>
                  </a:lnTo>
                  <a:lnTo>
                    <a:pt x="17356" y="21794"/>
                  </a:lnTo>
                  <a:lnTo>
                    <a:pt x="17630" y="22068"/>
                  </a:lnTo>
                  <a:lnTo>
                    <a:pt x="17569" y="22189"/>
                  </a:lnTo>
                  <a:cubicBezTo>
                    <a:pt x="17635" y="22211"/>
                    <a:pt x="17685" y="22297"/>
                    <a:pt x="17754" y="22297"/>
                  </a:cubicBezTo>
                  <a:cubicBezTo>
                    <a:pt x="17780" y="22297"/>
                    <a:pt x="17809" y="22284"/>
                    <a:pt x="17843" y="22250"/>
                  </a:cubicBezTo>
                  <a:lnTo>
                    <a:pt x="18025" y="22554"/>
                  </a:lnTo>
                  <a:lnTo>
                    <a:pt x="18147" y="22250"/>
                  </a:lnTo>
                  <a:lnTo>
                    <a:pt x="18208" y="22250"/>
                  </a:lnTo>
                  <a:lnTo>
                    <a:pt x="18147" y="22402"/>
                  </a:lnTo>
                  <a:lnTo>
                    <a:pt x="18360" y="22645"/>
                  </a:lnTo>
                  <a:lnTo>
                    <a:pt x="18451" y="22280"/>
                  </a:lnTo>
                  <a:cubicBezTo>
                    <a:pt x="18299" y="22159"/>
                    <a:pt x="18451" y="22007"/>
                    <a:pt x="18451" y="21855"/>
                  </a:cubicBezTo>
                  <a:lnTo>
                    <a:pt x="18329" y="21794"/>
                  </a:lnTo>
                  <a:cubicBezTo>
                    <a:pt x="18329" y="21673"/>
                    <a:pt x="18542" y="21733"/>
                    <a:pt x="18511" y="21581"/>
                  </a:cubicBezTo>
                  <a:cubicBezTo>
                    <a:pt x="18511" y="21429"/>
                    <a:pt x="18633" y="21399"/>
                    <a:pt x="18694" y="21308"/>
                  </a:cubicBezTo>
                  <a:lnTo>
                    <a:pt x="18876" y="21399"/>
                  </a:lnTo>
                  <a:lnTo>
                    <a:pt x="18815" y="21825"/>
                  </a:lnTo>
                  <a:lnTo>
                    <a:pt x="18967" y="21977"/>
                  </a:lnTo>
                  <a:cubicBezTo>
                    <a:pt x="18846" y="22098"/>
                    <a:pt x="18694" y="22159"/>
                    <a:pt x="18542" y="22159"/>
                  </a:cubicBezTo>
                  <a:lnTo>
                    <a:pt x="18633" y="22402"/>
                  </a:lnTo>
                  <a:lnTo>
                    <a:pt x="18785" y="22402"/>
                  </a:lnTo>
                  <a:lnTo>
                    <a:pt x="18755" y="22463"/>
                  </a:lnTo>
                  <a:lnTo>
                    <a:pt x="18815" y="22615"/>
                  </a:lnTo>
                  <a:cubicBezTo>
                    <a:pt x="18876" y="22524"/>
                    <a:pt x="18967" y="22402"/>
                    <a:pt x="19059" y="22311"/>
                  </a:cubicBezTo>
                  <a:cubicBezTo>
                    <a:pt x="19180" y="22220"/>
                    <a:pt x="19150" y="22068"/>
                    <a:pt x="19241" y="21977"/>
                  </a:cubicBezTo>
                  <a:lnTo>
                    <a:pt x="19393" y="22068"/>
                  </a:lnTo>
                  <a:cubicBezTo>
                    <a:pt x="19423" y="21885"/>
                    <a:pt x="19332" y="21703"/>
                    <a:pt x="19180" y="21612"/>
                  </a:cubicBezTo>
                  <a:lnTo>
                    <a:pt x="19363" y="21612"/>
                  </a:lnTo>
                  <a:lnTo>
                    <a:pt x="19484" y="21369"/>
                  </a:lnTo>
                  <a:cubicBezTo>
                    <a:pt x="19581" y="21563"/>
                    <a:pt x="19640" y="21621"/>
                    <a:pt x="19737" y="21621"/>
                  </a:cubicBezTo>
                  <a:cubicBezTo>
                    <a:pt x="19761" y="21621"/>
                    <a:pt x="19788" y="21618"/>
                    <a:pt x="19819" y="21612"/>
                  </a:cubicBezTo>
                  <a:cubicBezTo>
                    <a:pt x="19849" y="21581"/>
                    <a:pt x="19910" y="21521"/>
                    <a:pt x="19940" y="21490"/>
                  </a:cubicBezTo>
                  <a:lnTo>
                    <a:pt x="19758" y="21277"/>
                  </a:lnTo>
                  <a:cubicBezTo>
                    <a:pt x="19788" y="21156"/>
                    <a:pt x="19849" y="21004"/>
                    <a:pt x="19879" y="20943"/>
                  </a:cubicBezTo>
                  <a:cubicBezTo>
                    <a:pt x="19879" y="20852"/>
                    <a:pt x="19910" y="20730"/>
                    <a:pt x="19910" y="20730"/>
                  </a:cubicBezTo>
                  <a:cubicBezTo>
                    <a:pt x="19758" y="20578"/>
                    <a:pt x="19970" y="20457"/>
                    <a:pt x="19910" y="20335"/>
                  </a:cubicBezTo>
                  <a:cubicBezTo>
                    <a:pt x="20031" y="20274"/>
                    <a:pt x="19910" y="20183"/>
                    <a:pt x="19910" y="20092"/>
                  </a:cubicBezTo>
                  <a:lnTo>
                    <a:pt x="20122" y="19940"/>
                  </a:lnTo>
                  <a:lnTo>
                    <a:pt x="20092" y="19879"/>
                  </a:lnTo>
                  <a:lnTo>
                    <a:pt x="20305" y="19879"/>
                  </a:lnTo>
                  <a:lnTo>
                    <a:pt x="20305" y="19788"/>
                  </a:lnTo>
                  <a:cubicBezTo>
                    <a:pt x="20305" y="19758"/>
                    <a:pt x="20305" y="19758"/>
                    <a:pt x="20305" y="19666"/>
                  </a:cubicBezTo>
                  <a:cubicBezTo>
                    <a:pt x="20335" y="19606"/>
                    <a:pt x="20366" y="19514"/>
                    <a:pt x="20366" y="19454"/>
                  </a:cubicBezTo>
                  <a:cubicBezTo>
                    <a:pt x="20335" y="19362"/>
                    <a:pt x="20305" y="19271"/>
                    <a:pt x="20244" y="19211"/>
                  </a:cubicBezTo>
                  <a:lnTo>
                    <a:pt x="20335" y="19028"/>
                  </a:lnTo>
                  <a:lnTo>
                    <a:pt x="20153" y="18815"/>
                  </a:lnTo>
                  <a:lnTo>
                    <a:pt x="20183" y="18451"/>
                  </a:lnTo>
                  <a:lnTo>
                    <a:pt x="20031" y="18390"/>
                  </a:lnTo>
                  <a:lnTo>
                    <a:pt x="20092" y="18329"/>
                  </a:lnTo>
                  <a:cubicBezTo>
                    <a:pt x="20092" y="18329"/>
                    <a:pt x="20092" y="18329"/>
                    <a:pt x="20092" y="18299"/>
                  </a:cubicBezTo>
                  <a:cubicBezTo>
                    <a:pt x="20092" y="18268"/>
                    <a:pt x="20062" y="18268"/>
                    <a:pt x="20062" y="18238"/>
                  </a:cubicBezTo>
                  <a:cubicBezTo>
                    <a:pt x="19910" y="18055"/>
                    <a:pt x="19940" y="17934"/>
                    <a:pt x="20153" y="17873"/>
                  </a:cubicBezTo>
                  <a:lnTo>
                    <a:pt x="20609" y="17782"/>
                  </a:lnTo>
                  <a:lnTo>
                    <a:pt x="20457" y="17508"/>
                  </a:lnTo>
                  <a:lnTo>
                    <a:pt x="20487" y="17478"/>
                  </a:lnTo>
                  <a:cubicBezTo>
                    <a:pt x="20426" y="17356"/>
                    <a:pt x="20366" y="17174"/>
                    <a:pt x="20274" y="17113"/>
                  </a:cubicBezTo>
                  <a:cubicBezTo>
                    <a:pt x="20092" y="17083"/>
                    <a:pt x="20122" y="16900"/>
                    <a:pt x="20062" y="16779"/>
                  </a:cubicBezTo>
                  <a:lnTo>
                    <a:pt x="19545" y="16900"/>
                  </a:lnTo>
                  <a:cubicBezTo>
                    <a:pt x="19606" y="17144"/>
                    <a:pt x="19758" y="17326"/>
                    <a:pt x="19697" y="17539"/>
                  </a:cubicBezTo>
                  <a:cubicBezTo>
                    <a:pt x="19788" y="17600"/>
                    <a:pt x="19940" y="17508"/>
                    <a:pt x="19879" y="17691"/>
                  </a:cubicBezTo>
                  <a:lnTo>
                    <a:pt x="19879" y="17721"/>
                  </a:lnTo>
                  <a:lnTo>
                    <a:pt x="19758" y="17630"/>
                  </a:lnTo>
                  <a:lnTo>
                    <a:pt x="19636" y="17873"/>
                  </a:lnTo>
                  <a:cubicBezTo>
                    <a:pt x="19599" y="17884"/>
                    <a:pt x="19560" y="17889"/>
                    <a:pt x="19521" y="17889"/>
                  </a:cubicBezTo>
                  <a:cubicBezTo>
                    <a:pt x="19334" y="17889"/>
                    <a:pt x="19134" y="17775"/>
                    <a:pt x="19059" y="17600"/>
                  </a:cubicBezTo>
                  <a:lnTo>
                    <a:pt x="19423" y="17052"/>
                  </a:lnTo>
                  <a:lnTo>
                    <a:pt x="19302" y="16900"/>
                  </a:lnTo>
                  <a:lnTo>
                    <a:pt x="18998" y="16961"/>
                  </a:lnTo>
                  <a:lnTo>
                    <a:pt x="18907" y="17326"/>
                  </a:lnTo>
                  <a:lnTo>
                    <a:pt x="18724" y="17326"/>
                  </a:lnTo>
                  <a:lnTo>
                    <a:pt x="18694" y="17022"/>
                  </a:lnTo>
                  <a:cubicBezTo>
                    <a:pt x="18572" y="17113"/>
                    <a:pt x="18511" y="17265"/>
                    <a:pt x="18511" y="17417"/>
                  </a:cubicBezTo>
                  <a:cubicBezTo>
                    <a:pt x="18511" y="17478"/>
                    <a:pt x="18572" y="17539"/>
                    <a:pt x="18633" y="17600"/>
                  </a:cubicBezTo>
                  <a:lnTo>
                    <a:pt x="18755" y="17478"/>
                  </a:lnTo>
                  <a:lnTo>
                    <a:pt x="18755" y="17782"/>
                  </a:lnTo>
                  <a:lnTo>
                    <a:pt x="18542" y="17782"/>
                  </a:lnTo>
                  <a:cubicBezTo>
                    <a:pt x="18429" y="17866"/>
                    <a:pt x="18395" y="18028"/>
                    <a:pt x="18246" y="18028"/>
                  </a:cubicBezTo>
                  <a:cubicBezTo>
                    <a:pt x="18234" y="18028"/>
                    <a:pt x="18221" y="18027"/>
                    <a:pt x="18208" y="18025"/>
                  </a:cubicBezTo>
                  <a:cubicBezTo>
                    <a:pt x="18177" y="18177"/>
                    <a:pt x="17964" y="18177"/>
                    <a:pt x="17964" y="18359"/>
                  </a:cubicBezTo>
                  <a:lnTo>
                    <a:pt x="18116" y="18511"/>
                  </a:lnTo>
                  <a:cubicBezTo>
                    <a:pt x="17995" y="18603"/>
                    <a:pt x="17964" y="18785"/>
                    <a:pt x="17843" y="18846"/>
                  </a:cubicBezTo>
                  <a:lnTo>
                    <a:pt x="17934" y="18967"/>
                  </a:lnTo>
                  <a:lnTo>
                    <a:pt x="17752" y="19150"/>
                  </a:lnTo>
                  <a:lnTo>
                    <a:pt x="17539" y="18876"/>
                  </a:lnTo>
                  <a:cubicBezTo>
                    <a:pt x="17660" y="18785"/>
                    <a:pt x="17569" y="18572"/>
                    <a:pt x="17782" y="18542"/>
                  </a:cubicBezTo>
                  <a:lnTo>
                    <a:pt x="17448" y="18359"/>
                  </a:lnTo>
                  <a:cubicBezTo>
                    <a:pt x="17448" y="18420"/>
                    <a:pt x="17417" y="18451"/>
                    <a:pt x="17387" y="18511"/>
                  </a:cubicBezTo>
                  <a:cubicBezTo>
                    <a:pt x="17323" y="18575"/>
                    <a:pt x="17274" y="18654"/>
                    <a:pt x="17199" y="18654"/>
                  </a:cubicBezTo>
                  <a:cubicBezTo>
                    <a:pt x="17166" y="18654"/>
                    <a:pt x="17129" y="18639"/>
                    <a:pt x="17083" y="18603"/>
                  </a:cubicBezTo>
                  <a:cubicBezTo>
                    <a:pt x="17022" y="18663"/>
                    <a:pt x="16901" y="18603"/>
                    <a:pt x="16901" y="18755"/>
                  </a:cubicBezTo>
                  <a:cubicBezTo>
                    <a:pt x="16901" y="18937"/>
                    <a:pt x="16809" y="18937"/>
                    <a:pt x="16657" y="18937"/>
                  </a:cubicBezTo>
                  <a:lnTo>
                    <a:pt x="16505" y="18724"/>
                  </a:lnTo>
                  <a:lnTo>
                    <a:pt x="16688" y="18329"/>
                  </a:lnTo>
                  <a:lnTo>
                    <a:pt x="17022" y="18299"/>
                  </a:lnTo>
                  <a:lnTo>
                    <a:pt x="17022" y="17873"/>
                  </a:lnTo>
                  <a:lnTo>
                    <a:pt x="16870" y="17812"/>
                  </a:lnTo>
                  <a:cubicBezTo>
                    <a:pt x="16840" y="17934"/>
                    <a:pt x="16749" y="17934"/>
                    <a:pt x="16627" y="17995"/>
                  </a:cubicBezTo>
                  <a:cubicBezTo>
                    <a:pt x="16749" y="17843"/>
                    <a:pt x="16627" y="17539"/>
                    <a:pt x="16870" y="17448"/>
                  </a:cubicBezTo>
                  <a:lnTo>
                    <a:pt x="17022" y="17782"/>
                  </a:lnTo>
                  <a:cubicBezTo>
                    <a:pt x="17052" y="17660"/>
                    <a:pt x="17052" y="17539"/>
                    <a:pt x="17144" y="17448"/>
                  </a:cubicBezTo>
                  <a:cubicBezTo>
                    <a:pt x="17174" y="17448"/>
                    <a:pt x="17174" y="17387"/>
                    <a:pt x="17174" y="17356"/>
                  </a:cubicBezTo>
                  <a:lnTo>
                    <a:pt x="16961" y="17144"/>
                  </a:lnTo>
                  <a:cubicBezTo>
                    <a:pt x="17144" y="17022"/>
                    <a:pt x="17144" y="16718"/>
                    <a:pt x="17356" y="16627"/>
                  </a:cubicBezTo>
                  <a:lnTo>
                    <a:pt x="17448" y="16748"/>
                  </a:lnTo>
                  <a:lnTo>
                    <a:pt x="17387" y="16931"/>
                  </a:lnTo>
                  <a:lnTo>
                    <a:pt x="17752" y="17417"/>
                  </a:lnTo>
                  <a:lnTo>
                    <a:pt x="18056" y="17296"/>
                  </a:lnTo>
                  <a:lnTo>
                    <a:pt x="17964" y="17204"/>
                  </a:lnTo>
                  <a:lnTo>
                    <a:pt x="18025" y="17144"/>
                  </a:lnTo>
                  <a:cubicBezTo>
                    <a:pt x="17964" y="17052"/>
                    <a:pt x="17904" y="16931"/>
                    <a:pt x="17873" y="16840"/>
                  </a:cubicBezTo>
                  <a:cubicBezTo>
                    <a:pt x="17843" y="16688"/>
                    <a:pt x="17782" y="16566"/>
                    <a:pt x="17691" y="16475"/>
                  </a:cubicBezTo>
                  <a:lnTo>
                    <a:pt x="17964" y="16171"/>
                  </a:lnTo>
                  <a:lnTo>
                    <a:pt x="17904" y="16110"/>
                  </a:lnTo>
                  <a:lnTo>
                    <a:pt x="18025" y="16049"/>
                  </a:lnTo>
                  <a:cubicBezTo>
                    <a:pt x="17904" y="15928"/>
                    <a:pt x="18056" y="15837"/>
                    <a:pt x="18025" y="15715"/>
                  </a:cubicBezTo>
                  <a:cubicBezTo>
                    <a:pt x="18025" y="15593"/>
                    <a:pt x="18208" y="15624"/>
                    <a:pt x="18299" y="15593"/>
                  </a:cubicBezTo>
                  <a:lnTo>
                    <a:pt x="18208" y="15441"/>
                  </a:lnTo>
                  <a:lnTo>
                    <a:pt x="18116" y="15533"/>
                  </a:lnTo>
                  <a:cubicBezTo>
                    <a:pt x="18056" y="15381"/>
                    <a:pt x="17904" y="15381"/>
                    <a:pt x="17782" y="15381"/>
                  </a:cubicBezTo>
                  <a:lnTo>
                    <a:pt x="17721" y="14834"/>
                  </a:lnTo>
                  <a:lnTo>
                    <a:pt x="18268" y="14378"/>
                  </a:lnTo>
                  <a:cubicBezTo>
                    <a:pt x="18291" y="14467"/>
                    <a:pt x="18313" y="14523"/>
                    <a:pt x="18359" y="14523"/>
                  </a:cubicBezTo>
                  <a:cubicBezTo>
                    <a:pt x="18376" y="14523"/>
                    <a:pt x="18396" y="14515"/>
                    <a:pt x="18420" y="14499"/>
                  </a:cubicBezTo>
                  <a:lnTo>
                    <a:pt x="18360" y="14408"/>
                  </a:lnTo>
                  <a:lnTo>
                    <a:pt x="18633" y="14286"/>
                  </a:lnTo>
                  <a:lnTo>
                    <a:pt x="18542" y="14165"/>
                  </a:lnTo>
                  <a:lnTo>
                    <a:pt x="18785" y="14165"/>
                  </a:lnTo>
                  <a:lnTo>
                    <a:pt x="18694" y="14408"/>
                  </a:lnTo>
                  <a:lnTo>
                    <a:pt x="18755" y="14499"/>
                  </a:lnTo>
                  <a:lnTo>
                    <a:pt x="18511" y="14651"/>
                  </a:lnTo>
                  <a:cubicBezTo>
                    <a:pt x="18603" y="14803"/>
                    <a:pt x="18694" y="14986"/>
                    <a:pt x="18937" y="15016"/>
                  </a:cubicBezTo>
                  <a:cubicBezTo>
                    <a:pt x="18785" y="15107"/>
                    <a:pt x="18815" y="15198"/>
                    <a:pt x="18876" y="15259"/>
                  </a:cubicBezTo>
                  <a:lnTo>
                    <a:pt x="18724" y="15441"/>
                  </a:lnTo>
                  <a:lnTo>
                    <a:pt x="18481" y="15289"/>
                  </a:lnTo>
                  <a:lnTo>
                    <a:pt x="18329" y="15502"/>
                  </a:lnTo>
                  <a:lnTo>
                    <a:pt x="18572" y="15563"/>
                  </a:lnTo>
                  <a:lnTo>
                    <a:pt x="18511" y="15745"/>
                  </a:lnTo>
                  <a:lnTo>
                    <a:pt x="18633" y="15806"/>
                  </a:lnTo>
                  <a:lnTo>
                    <a:pt x="18481" y="15897"/>
                  </a:lnTo>
                  <a:lnTo>
                    <a:pt x="18481" y="16141"/>
                  </a:lnTo>
                  <a:lnTo>
                    <a:pt x="18360" y="16201"/>
                  </a:lnTo>
                  <a:cubicBezTo>
                    <a:pt x="18420" y="16262"/>
                    <a:pt x="18542" y="16353"/>
                    <a:pt x="18542" y="16414"/>
                  </a:cubicBezTo>
                  <a:cubicBezTo>
                    <a:pt x="18542" y="16657"/>
                    <a:pt x="18755" y="16657"/>
                    <a:pt x="18846" y="16840"/>
                  </a:cubicBezTo>
                  <a:cubicBezTo>
                    <a:pt x="18876" y="16627"/>
                    <a:pt x="19028" y="16596"/>
                    <a:pt x="19119" y="16475"/>
                  </a:cubicBezTo>
                  <a:lnTo>
                    <a:pt x="19119" y="16171"/>
                  </a:lnTo>
                  <a:lnTo>
                    <a:pt x="19271" y="16110"/>
                  </a:lnTo>
                  <a:lnTo>
                    <a:pt x="19089" y="15989"/>
                  </a:lnTo>
                  <a:cubicBezTo>
                    <a:pt x="18998" y="15897"/>
                    <a:pt x="18937" y="15745"/>
                    <a:pt x="18998" y="15624"/>
                  </a:cubicBezTo>
                  <a:cubicBezTo>
                    <a:pt x="19028" y="15563"/>
                    <a:pt x="19051" y="15533"/>
                    <a:pt x="19089" y="15533"/>
                  </a:cubicBezTo>
                  <a:cubicBezTo>
                    <a:pt x="19127" y="15533"/>
                    <a:pt x="19180" y="15563"/>
                    <a:pt x="19271" y="15624"/>
                  </a:cubicBezTo>
                  <a:lnTo>
                    <a:pt x="19454" y="15381"/>
                  </a:lnTo>
                  <a:cubicBezTo>
                    <a:pt x="19393" y="15198"/>
                    <a:pt x="19150" y="15259"/>
                    <a:pt x="19180" y="15016"/>
                  </a:cubicBezTo>
                  <a:lnTo>
                    <a:pt x="19302" y="14955"/>
                  </a:lnTo>
                  <a:cubicBezTo>
                    <a:pt x="19211" y="14894"/>
                    <a:pt x="19089" y="14894"/>
                    <a:pt x="19211" y="14742"/>
                  </a:cubicBezTo>
                  <a:lnTo>
                    <a:pt x="19211" y="14742"/>
                  </a:lnTo>
                  <a:lnTo>
                    <a:pt x="19363" y="14864"/>
                  </a:lnTo>
                  <a:lnTo>
                    <a:pt x="19515" y="14803"/>
                  </a:lnTo>
                  <a:lnTo>
                    <a:pt x="19393" y="14651"/>
                  </a:lnTo>
                  <a:lnTo>
                    <a:pt x="19606" y="14438"/>
                  </a:lnTo>
                  <a:lnTo>
                    <a:pt x="19606" y="14286"/>
                  </a:lnTo>
                  <a:cubicBezTo>
                    <a:pt x="19727" y="14104"/>
                    <a:pt x="19727" y="13891"/>
                    <a:pt x="19667" y="13679"/>
                  </a:cubicBezTo>
                  <a:cubicBezTo>
                    <a:pt x="19758" y="13587"/>
                    <a:pt x="19910" y="13557"/>
                    <a:pt x="20031" y="13557"/>
                  </a:cubicBezTo>
                  <a:cubicBezTo>
                    <a:pt x="19879" y="13435"/>
                    <a:pt x="19819" y="13253"/>
                    <a:pt x="19819" y="13040"/>
                  </a:cubicBezTo>
                  <a:lnTo>
                    <a:pt x="19819" y="13040"/>
                  </a:lnTo>
                  <a:cubicBezTo>
                    <a:pt x="19910" y="13071"/>
                    <a:pt x="19970" y="13040"/>
                    <a:pt x="20031" y="13101"/>
                  </a:cubicBezTo>
                  <a:cubicBezTo>
                    <a:pt x="20122" y="13162"/>
                    <a:pt x="20183" y="13253"/>
                    <a:pt x="20153" y="13375"/>
                  </a:cubicBezTo>
                  <a:cubicBezTo>
                    <a:pt x="20153" y="13405"/>
                    <a:pt x="20244" y="13435"/>
                    <a:pt x="20274" y="13435"/>
                  </a:cubicBezTo>
                  <a:lnTo>
                    <a:pt x="20274" y="12949"/>
                  </a:lnTo>
                  <a:lnTo>
                    <a:pt x="20031" y="12949"/>
                  </a:lnTo>
                  <a:lnTo>
                    <a:pt x="20001" y="12797"/>
                  </a:lnTo>
                  <a:lnTo>
                    <a:pt x="19940" y="12888"/>
                  </a:lnTo>
                  <a:cubicBezTo>
                    <a:pt x="19758" y="12858"/>
                    <a:pt x="19910" y="12706"/>
                    <a:pt x="19849" y="12645"/>
                  </a:cubicBezTo>
                  <a:cubicBezTo>
                    <a:pt x="19940" y="12554"/>
                    <a:pt x="19910" y="12463"/>
                    <a:pt x="19849" y="12341"/>
                  </a:cubicBezTo>
                  <a:lnTo>
                    <a:pt x="20153" y="12220"/>
                  </a:lnTo>
                  <a:cubicBezTo>
                    <a:pt x="20092" y="12159"/>
                    <a:pt x="20062" y="12128"/>
                    <a:pt x="20001" y="12128"/>
                  </a:cubicBezTo>
                  <a:cubicBezTo>
                    <a:pt x="19970" y="12128"/>
                    <a:pt x="19940" y="12189"/>
                    <a:pt x="19849" y="12220"/>
                  </a:cubicBezTo>
                  <a:cubicBezTo>
                    <a:pt x="19788" y="11976"/>
                    <a:pt x="19575" y="11976"/>
                    <a:pt x="19423" y="11885"/>
                  </a:cubicBezTo>
                  <a:cubicBezTo>
                    <a:pt x="19363" y="11946"/>
                    <a:pt x="19271" y="12037"/>
                    <a:pt x="19211" y="12037"/>
                  </a:cubicBezTo>
                  <a:cubicBezTo>
                    <a:pt x="19089" y="12037"/>
                    <a:pt x="18967" y="12098"/>
                    <a:pt x="18876" y="12189"/>
                  </a:cubicBezTo>
                  <a:cubicBezTo>
                    <a:pt x="18876" y="12189"/>
                    <a:pt x="18846" y="12159"/>
                    <a:pt x="18815" y="12159"/>
                  </a:cubicBezTo>
                  <a:lnTo>
                    <a:pt x="18907" y="11976"/>
                  </a:lnTo>
                  <a:lnTo>
                    <a:pt x="18694" y="11824"/>
                  </a:lnTo>
                  <a:lnTo>
                    <a:pt x="18572" y="12007"/>
                  </a:lnTo>
                  <a:cubicBezTo>
                    <a:pt x="18505" y="12037"/>
                    <a:pt x="18442" y="12049"/>
                    <a:pt x="18381" y="12049"/>
                  </a:cubicBezTo>
                  <a:cubicBezTo>
                    <a:pt x="18138" y="12049"/>
                    <a:pt x="17934" y="11855"/>
                    <a:pt x="17691" y="11855"/>
                  </a:cubicBezTo>
                  <a:lnTo>
                    <a:pt x="17660" y="11612"/>
                  </a:lnTo>
                  <a:cubicBezTo>
                    <a:pt x="17630" y="11703"/>
                    <a:pt x="17600" y="11764"/>
                    <a:pt x="17600" y="11794"/>
                  </a:cubicBezTo>
                  <a:lnTo>
                    <a:pt x="17417" y="11824"/>
                  </a:lnTo>
                  <a:lnTo>
                    <a:pt x="17660" y="12128"/>
                  </a:lnTo>
                  <a:lnTo>
                    <a:pt x="17417" y="12341"/>
                  </a:lnTo>
                  <a:lnTo>
                    <a:pt x="17630" y="12372"/>
                  </a:lnTo>
                  <a:lnTo>
                    <a:pt x="17630" y="12554"/>
                  </a:lnTo>
                  <a:cubicBezTo>
                    <a:pt x="17417" y="12584"/>
                    <a:pt x="17417" y="12858"/>
                    <a:pt x="17326" y="12949"/>
                  </a:cubicBezTo>
                  <a:lnTo>
                    <a:pt x="17569" y="13223"/>
                  </a:lnTo>
                  <a:lnTo>
                    <a:pt x="17569" y="12919"/>
                  </a:lnTo>
                  <a:lnTo>
                    <a:pt x="18056" y="12675"/>
                  </a:lnTo>
                  <a:lnTo>
                    <a:pt x="18268" y="12858"/>
                  </a:lnTo>
                  <a:lnTo>
                    <a:pt x="18268" y="13131"/>
                  </a:lnTo>
                  <a:lnTo>
                    <a:pt x="17995" y="13587"/>
                  </a:lnTo>
                  <a:cubicBezTo>
                    <a:pt x="17782" y="13587"/>
                    <a:pt x="17782" y="13587"/>
                    <a:pt x="17569" y="13405"/>
                  </a:cubicBezTo>
                  <a:lnTo>
                    <a:pt x="17569" y="13405"/>
                  </a:lnTo>
                  <a:lnTo>
                    <a:pt x="17721" y="13709"/>
                  </a:lnTo>
                  <a:cubicBezTo>
                    <a:pt x="17569" y="13830"/>
                    <a:pt x="17752" y="13952"/>
                    <a:pt x="17691" y="14104"/>
                  </a:cubicBezTo>
                  <a:cubicBezTo>
                    <a:pt x="17660" y="14226"/>
                    <a:pt x="17721" y="14408"/>
                    <a:pt x="17508" y="14499"/>
                  </a:cubicBezTo>
                  <a:lnTo>
                    <a:pt x="17752" y="14682"/>
                  </a:lnTo>
                  <a:lnTo>
                    <a:pt x="17387" y="14773"/>
                  </a:lnTo>
                  <a:cubicBezTo>
                    <a:pt x="17296" y="14682"/>
                    <a:pt x="17478" y="14499"/>
                    <a:pt x="17296" y="14408"/>
                  </a:cubicBezTo>
                  <a:lnTo>
                    <a:pt x="17174" y="14590"/>
                  </a:lnTo>
                  <a:lnTo>
                    <a:pt x="17022" y="14499"/>
                  </a:lnTo>
                  <a:lnTo>
                    <a:pt x="16749" y="14712"/>
                  </a:lnTo>
                  <a:cubicBezTo>
                    <a:pt x="16688" y="14712"/>
                    <a:pt x="16627" y="14682"/>
                    <a:pt x="16597" y="14651"/>
                  </a:cubicBezTo>
                  <a:cubicBezTo>
                    <a:pt x="16566" y="14590"/>
                    <a:pt x="16536" y="14560"/>
                    <a:pt x="16505" y="14530"/>
                  </a:cubicBezTo>
                  <a:lnTo>
                    <a:pt x="16293" y="14560"/>
                  </a:lnTo>
                  <a:lnTo>
                    <a:pt x="16201" y="14590"/>
                  </a:lnTo>
                  <a:lnTo>
                    <a:pt x="16353" y="14864"/>
                  </a:lnTo>
                  <a:lnTo>
                    <a:pt x="16141" y="14894"/>
                  </a:lnTo>
                  <a:cubicBezTo>
                    <a:pt x="16110" y="14986"/>
                    <a:pt x="16141" y="15107"/>
                    <a:pt x="16232" y="15198"/>
                  </a:cubicBezTo>
                  <a:lnTo>
                    <a:pt x="16232" y="15259"/>
                  </a:lnTo>
                  <a:lnTo>
                    <a:pt x="16141" y="15289"/>
                  </a:lnTo>
                  <a:lnTo>
                    <a:pt x="16110" y="15502"/>
                  </a:lnTo>
                  <a:cubicBezTo>
                    <a:pt x="15928" y="15441"/>
                    <a:pt x="16019" y="15229"/>
                    <a:pt x="15958" y="15107"/>
                  </a:cubicBezTo>
                  <a:cubicBezTo>
                    <a:pt x="15879" y="15107"/>
                    <a:pt x="15778" y="15107"/>
                    <a:pt x="15713" y="15205"/>
                  </a:cubicBezTo>
                  <a:lnTo>
                    <a:pt x="15713" y="15205"/>
                  </a:lnTo>
                  <a:cubicBezTo>
                    <a:pt x="15719" y="15223"/>
                    <a:pt x="15717" y="15235"/>
                    <a:pt x="15705" y="15235"/>
                  </a:cubicBezTo>
                  <a:cubicBezTo>
                    <a:pt x="15702" y="15235"/>
                    <a:pt x="15699" y="15234"/>
                    <a:pt x="15696" y="15233"/>
                  </a:cubicBezTo>
                  <a:lnTo>
                    <a:pt x="15696" y="15233"/>
                  </a:lnTo>
                  <a:cubicBezTo>
                    <a:pt x="15692" y="15241"/>
                    <a:pt x="15688" y="15250"/>
                    <a:pt x="15685" y="15259"/>
                  </a:cubicBezTo>
                  <a:cubicBezTo>
                    <a:pt x="15685" y="15350"/>
                    <a:pt x="15624" y="15441"/>
                    <a:pt x="15533" y="15472"/>
                  </a:cubicBezTo>
                  <a:lnTo>
                    <a:pt x="15411" y="15289"/>
                  </a:lnTo>
                  <a:lnTo>
                    <a:pt x="15472" y="15107"/>
                  </a:lnTo>
                  <a:cubicBezTo>
                    <a:pt x="15512" y="15107"/>
                    <a:pt x="15526" y="15080"/>
                    <a:pt x="15557" y="15080"/>
                  </a:cubicBezTo>
                  <a:cubicBezTo>
                    <a:pt x="15573" y="15080"/>
                    <a:pt x="15594" y="15087"/>
                    <a:pt x="15624" y="15107"/>
                  </a:cubicBezTo>
                  <a:cubicBezTo>
                    <a:pt x="15646" y="15122"/>
                    <a:pt x="15665" y="15139"/>
                    <a:pt x="15680" y="15155"/>
                  </a:cubicBezTo>
                  <a:lnTo>
                    <a:pt x="15680" y="15155"/>
                  </a:lnTo>
                  <a:cubicBezTo>
                    <a:pt x="15653" y="14978"/>
                    <a:pt x="15536" y="14945"/>
                    <a:pt x="15563" y="14864"/>
                  </a:cubicBezTo>
                  <a:cubicBezTo>
                    <a:pt x="15594" y="14773"/>
                    <a:pt x="15442" y="14651"/>
                    <a:pt x="15594" y="14590"/>
                  </a:cubicBezTo>
                  <a:cubicBezTo>
                    <a:pt x="15472" y="14378"/>
                    <a:pt x="15533" y="14043"/>
                    <a:pt x="15259" y="13952"/>
                  </a:cubicBezTo>
                  <a:cubicBezTo>
                    <a:pt x="15229" y="13952"/>
                    <a:pt x="15198" y="13891"/>
                    <a:pt x="15198" y="13861"/>
                  </a:cubicBezTo>
                  <a:cubicBezTo>
                    <a:pt x="15350" y="13830"/>
                    <a:pt x="15350" y="13679"/>
                    <a:pt x="15411" y="13587"/>
                  </a:cubicBezTo>
                  <a:cubicBezTo>
                    <a:pt x="15350" y="13557"/>
                    <a:pt x="15290" y="13527"/>
                    <a:pt x="15259" y="13496"/>
                  </a:cubicBezTo>
                  <a:cubicBezTo>
                    <a:pt x="15198" y="13466"/>
                    <a:pt x="15168" y="13405"/>
                    <a:pt x="15046" y="13314"/>
                  </a:cubicBezTo>
                  <a:lnTo>
                    <a:pt x="15046" y="13314"/>
                  </a:lnTo>
                  <a:cubicBezTo>
                    <a:pt x="15077" y="13587"/>
                    <a:pt x="14925" y="13709"/>
                    <a:pt x="14864" y="13891"/>
                  </a:cubicBezTo>
                  <a:lnTo>
                    <a:pt x="14742" y="13709"/>
                  </a:lnTo>
                  <a:cubicBezTo>
                    <a:pt x="14803" y="13587"/>
                    <a:pt x="14682" y="13496"/>
                    <a:pt x="14712" y="13344"/>
                  </a:cubicBezTo>
                  <a:lnTo>
                    <a:pt x="14712" y="13344"/>
                  </a:lnTo>
                  <a:lnTo>
                    <a:pt x="14621" y="13435"/>
                  </a:lnTo>
                  <a:cubicBezTo>
                    <a:pt x="14408" y="13283"/>
                    <a:pt x="14530" y="12888"/>
                    <a:pt x="14256" y="12797"/>
                  </a:cubicBezTo>
                  <a:lnTo>
                    <a:pt x="14378" y="12736"/>
                  </a:lnTo>
                  <a:lnTo>
                    <a:pt x="14256" y="12463"/>
                  </a:lnTo>
                  <a:lnTo>
                    <a:pt x="14530" y="12432"/>
                  </a:lnTo>
                  <a:cubicBezTo>
                    <a:pt x="14499" y="12402"/>
                    <a:pt x="14499" y="12372"/>
                    <a:pt x="14499" y="12372"/>
                  </a:cubicBezTo>
                  <a:cubicBezTo>
                    <a:pt x="14499" y="12341"/>
                    <a:pt x="14499" y="12311"/>
                    <a:pt x="14499" y="12280"/>
                  </a:cubicBezTo>
                  <a:cubicBezTo>
                    <a:pt x="14560" y="12068"/>
                    <a:pt x="14560" y="12037"/>
                    <a:pt x="14378" y="11916"/>
                  </a:cubicBezTo>
                  <a:cubicBezTo>
                    <a:pt x="14286" y="11824"/>
                    <a:pt x="14286" y="11733"/>
                    <a:pt x="14286" y="11581"/>
                  </a:cubicBezTo>
                  <a:lnTo>
                    <a:pt x="14286" y="11581"/>
                  </a:lnTo>
                  <a:cubicBezTo>
                    <a:pt x="14440" y="11760"/>
                    <a:pt x="14680" y="11832"/>
                    <a:pt x="14915" y="11832"/>
                  </a:cubicBezTo>
                  <a:cubicBezTo>
                    <a:pt x="14959" y="11832"/>
                    <a:pt x="15003" y="11829"/>
                    <a:pt x="15046" y="11824"/>
                  </a:cubicBezTo>
                  <a:lnTo>
                    <a:pt x="15138" y="11581"/>
                  </a:lnTo>
                  <a:cubicBezTo>
                    <a:pt x="15107" y="11520"/>
                    <a:pt x="15077" y="11490"/>
                    <a:pt x="15077" y="11490"/>
                  </a:cubicBezTo>
                  <a:lnTo>
                    <a:pt x="15138" y="11277"/>
                  </a:lnTo>
                  <a:lnTo>
                    <a:pt x="15229" y="11368"/>
                  </a:lnTo>
                  <a:lnTo>
                    <a:pt x="15229" y="11064"/>
                  </a:lnTo>
                  <a:lnTo>
                    <a:pt x="15138" y="11034"/>
                  </a:lnTo>
                  <a:lnTo>
                    <a:pt x="15168" y="10791"/>
                  </a:lnTo>
                  <a:lnTo>
                    <a:pt x="14864" y="11064"/>
                  </a:lnTo>
                  <a:lnTo>
                    <a:pt x="14712" y="10730"/>
                  </a:lnTo>
                  <a:lnTo>
                    <a:pt x="14986" y="10791"/>
                  </a:lnTo>
                  <a:lnTo>
                    <a:pt x="15138" y="10609"/>
                  </a:lnTo>
                  <a:lnTo>
                    <a:pt x="15290" y="10609"/>
                  </a:lnTo>
                  <a:lnTo>
                    <a:pt x="15381" y="10761"/>
                  </a:lnTo>
                  <a:lnTo>
                    <a:pt x="15350" y="10365"/>
                  </a:lnTo>
                  <a:lnTo>
                    <a:pt x="15472" y="10305"/>
                  </a:lnTo>
                  <a:lnTo>
                    <a:pt x="15472" y="10274"/>
                  </a:lnTo>
                  <a:lnTo>
                    <a:pt x="15138" y="10274"/>
                  </a:lnTo>
                  <a:cubicBezTo>
                    <a:pt x="15240" y="10223"/>
                    <a:pt x="15299" y="10108"/>
                    <a:pt x="15387" y="10108"/>
                  </a:cubicBezTo>
                  <a:cubicBezTo>
                    <a:pt x="15404" y="10108"/>
                    <a:pt x="15422" y="10112"/>
                    <a:pt x="15442" y="10122"/>
                  </a:cubicBezTo>
                  <a:cubicBezTo>
                    <a:pt x="15463" y="10133"/>
                    <a:pt x="15484" y="10137"/>
                    <a:pt x="15506" y="10137"/>
                  </a:cubicBezTo>
                  <a:cubicBezTo>
                    <a:pt x="15576" y="10137"/>
                    <a:pt x="15647" y="10092"/>
                    <a:pt x="15718" y="10092"/>
                  </a:cubicBezTo>
                  <a:cubicBezTo>
                    <a:pt x="15747" y="10092"/>
                    <a:pt x="15777" y="10100"/>
                    <a:pt x="15806" y="10122"/>
                  </a:cubicBezTo>
                  <a:cubicBezTo>
                    <a:pt x="15837" y="10244"/>
                    <a:pt x="15867" y="10365"/>
                    <a:pt x="15867" y="10487"/>
                  </a:cubicBezTo>
                  <a:cubicBezTo>
                    <a:pt x="15867" y="10639"/>
                    <a:pt x="16080" y="10548"/>
                    <a:pt x="16049" y="10730"/>
                  </a:cubicBezTo>
                  <a:lnTo>
                    <a:pt x="15685" y="10730"/>
                  </a:lnTo>
                  <a:lnTo>
                    <a:pt x="15867" y="10852"/>
                  </a:lnTo>
                  <a:lnTo>
                    <a:pt x="15867" y="11034"/>
                  </a:lnTo>
                  <a:lnTo>
                    <a:pt x="16201" y="10943"/>
                  </a:lnTo>
                  <a:lnTo>
                    <a:pt x="16232" y="10821"/>
                  </a:lnTo>
                  <a:lnTo>
                    <a:pt x="16384" y="10913"/>
                  </a:lnTo>
                  <a:lnTo>
                    <a:pt x="16414" y="10761"/>
                  </a:lnTo>
                  <a:cubicBezTo>
                    <a:pt x="16525" y="10805"/>
                    <a:pt x="16637" y="10833"/>
                    <a:pt x="16748" y="10833"/>
                  </a:cubicBezTo>
                  <a:cubicBezTo>
                    <a:pt x="16789" y="10833"/>
                    <a:pt x="16829" y="10829"/>
                    <a:pt x="16870" y="10821"/>
                  </a:cubicBezTo>
                  <a:lnTo>
                    <a:pt x="16901" y="10973"/>
                  </a:lnTo>
                  <a:lnTo>
                    <a:pt x="17235" y="10882"/>
                  </a:lnTo>
                  <a:lnTo>
                    <a:pt x="17356" y="11004"/>
                  </a:lnTo>
                  <a:lnTo>
                    <a:pt x="17083" y="11247"/>
                  </a:lnTo>
                  <a:lnTo>
                    <a:pt x="17204" y="11490"/>
                  </a:lnTo>
                  <a:lnTo>
                    <a:pt x="17539" y="11490"/>
                  </a:lnTo>
                  <a:lnTo>
                    <a:pt x="17539" y="11064"/>
                  </a:lnTo>
                  <a:cubicBezTo>
                    <a:pt x="17600" y="11034"/>
                    <a:pt x="17630" y="10973"/>
                    <a:pt x="17660" y="10943"/>
                  </a:cubicBezTo>
                  <a:cubicBezTo>
                    <a:pt x="17721" y="10821"/>
                    <a:pt x="17782" y="10700"/>
                    <a:pt x="17812" y="10578"/>
                  </a:cubicBezTo>
                  <a:cubicBezTo>
                    <a:pt x="17843" y="10457"/>
                    <a:pt x="17752" y="10396"/>
                    <a:pt x="17691" y="10305"/>
                  </a:cubicBezTo>
                  <a:cubicBezTo>
                    <a:pt x="17660" y="10244"/>
                    <a:pt x="17630" y="10183"/>
                    <a:pt x="17600" y="10122"/>
                  </a:cubicBezTo>
                  <a:lnTo>
                    <a:pt x="17752" y="10001"/>
                  </a:lnTo>
                  <a:cubicBezTo>
                    <a:pt x="17721" y="9970"/>
                    <a:pt x="17687" y="9960"/>
                    <a:pt x="17655" y="9960"/>
                  </a:cubicBezTo>
                  <a:cubicBezTo>
                    <a:pt x="17589" y="9960"/>
                    <a:pt x="17529" y="10001"/>
                    <a:pt x="17508" y="10001"/>
                  </a:cubicBezTo>
                  <a:cubicBezTo>
                    <a:pt x="17500" y="10005"/>
                    <a:pt x="17491" y="10007"/>
                    <a:pt x="17481" y="10007"/>
                  </a:cubicBezTo>
                  <a:cubicBezTo>
                    <a:pt x="17423" y="10007"/>
                    <a:pt x="17348" y="9936"/>
                    <a:pt x="17296" y="9909"/>
                  </a:cubicBezTo>
                  <a:lnTo>
                    <a:pt x="17356" y="9788"/>
                  </a:lnTo>
                  <a:cubicBezTo>
                    <a:pt x="17478" y="9818"/>
                    <a:pt x="17569" y="9879"/>
                    <a:pt x="17630" y="9879"/>
                  </a:cubicBezTo>
                  <a:cubicBezTo>
                    <a:pt x="17721" y="9818"/>
                    <a:pt x="17812" y="9788"/>
                    <a:pt x="17873" y="9727"/>
                  </a:cubicBezTo>
                  <a:lnTo>
                    <a:pt x="18116" y="9818"/>
                  </a:lnTo>
                  <a:lnTo>
                    <a:pt x="18542" y="9302"/>
                  </a:lnTo>
                  <a:lnTo>
                    <a:pt x="19028" y="9423"/>
                  </a:lnTo>
                  <a:lnTo>
                    <a:pt x="19028" y="9575"/>
                  </a:lnTo>
                  <a:lnTo>
                    <a:pt x="19180" y="9393"/>
                  </a:lnTo>
                  <a:cubicBezTo>
                    <a:pt x="19180" y="9241"/>
                    <a:pt x="19119" y="9058"/>
                    <a:pt x="19059" y="8906"/>
                  </a:cubicBezTo>
                  <a:cubicBezTo>
                    <a:pt x="18998" y="8815"/>
                    <a:pt x="18998" y="8663"/>
                    <a:pt x="19059" y="8572"/>
                  </a:cubicBezTo>
                  <a:lnTo>
                    <a:pt x="19059" y="8511"/>
                  </a:lnTo>
                  <a:lnTo>
                    <a:pt x="18815" y="8359"/>
                  </a:lnTo>
                  <a:cubicBezTo>
                    <a:pt x="18815" y="8298"/>
                    <a:pt x="18846" y="8177"/>
                    <a:pt x="18815" y="8147"/>
                  </a:cubicBezTo>
                  <a:cubicBezTo>
                    <a:pt x="18724" y="8025"/>
                    <a:pt x="18724" y="7903"/>
                    <a:pt x="18755" y="7782"/>
                  </a:cubicBezTo>
                  <a:cubicBezTo>
                    <a:pt x="18785" y="7691"/>
                    <a:pt x="18785" y="7569"/>
                    <a:pt x="18724" y="7478"/>
                  </a:cubicBezTo>
                  <a:lnTo>
                    <a:pt x="18329" y="7721"/>
                  </a:lnTo>
                  <a:lnTo>
                    <a:pt x="18208" y="7630"/>
                  </a:lnTo>
                  <a:lnTo>
                    <a:pt x="18086" y="7721"/>
                  </a:lnTo>
                  <a:lnTo>
                    <a:pt x="18299" y="7964"/>
                  </a:lnTo>
                  <a:lnTo>
                    <a:pt x="18208" y="8086"/>
                  </a:lnTo>
                  <a:cubicBezTo>
                    <a:pt x="18147" y="7995"/>
                    <a:pt x="18086" y="7873"/>
                    <a:pt x="18025" y="7873"/>
                  </a:cubicBezTo>
                  <a:cubicBezTo>
                    <a:pt x="17843" y="7873"/>
                    <a:pt x="17782" y="7660"/>
                    <a:pt x="17782" y="7599"/>
                  </a:cubicBezTo>
                  <a:cubicBezTo>
                    <a:pt x="17782" y="7569"/>
                    <a:pt x="17843" y="7478"/>
                    <a:pt x="17782" y="7417"/>
                  </a:cubicBezTo>
                  <a:cubicBezTo>
                    <a:pt x="17812" y="7387"/>
                    <a:pt x="17873" y="7356"/>
                    <a:pt x="17904" y="7326"/>
                  </a:cubicBezTo>
                  <a:cubicBezTo>
                    <a:pt x="17964" y="7295"/>
                    <a:pt x="17995" y="7295"/>
                    <a:pt x="18056" y="7265"/>
                  </a:cubicBezTo>
                  <a:cubicBezTo>
                    <a:pt x="18029" y="7171"/>
                    <a:pt x="17984" y="7154"/>
                    <a:pt x="17937" y="7154"/>
                  </a:cubicBezTo>
                  <a:cubicBezTo>
                    <a:pt x="17911" y="7154"/>
                    <a:pt x="17885" y="7159"/>
                    <a:pt x="17860" y="7159"/>
                  </a:cubicBezTo>
                  <a:cubicBezTo>
                    <a:pt x="17829" y="7159"/>
                    <a:pt x="17801" y="7151"/>
                    <a:pt x="17782" y="7113"/>
                  </a:cubicBezTo>
                  <a:lnTo>
                    <a:pt x="17904" y="6931"/>
                  </a:lnTo>
                  <a:lnTo>
                    <a:pt x="17812" y="6688"/>
                  </a:lnTo>
                  <a:lnTo>
                    <a:pt x="18116" y="6748"/>
                  </a:lnTo>
                  <a:lnTo>
                    <a:pt x="18208" y="6566"/>
                  </a:lnTo>
                  <a:lnTo>
                    <a:pt x="18420" y="6657"/>
                  </a:lnTo>
                  <a:cubicBezTo>
                    <a:pt x="18299" y="6384"/>
                    <a:pt x="18451" y="6201"/>
                    <a:pt x="18360" y="6019"/>
                  </a:cubicBezTo>
                  <a:cubicBezTo>
                    <a:pt x="18451" y="5806"/>
                    <a:pt x="18481" y="5563"/>
                    <a:pt x="18420" y="5350"/>
                  </a:cubicBezTo>
                  <a:lnTo>
                    <a:pt x="18420" y="5350"/>
                  </a:lnTo>
                  <a:cubicBezTo>
                    <a:pt x="18299" y="5411"/>
                    <a:pt x="18208" y="5472"/>
                    <a:pt x="18116" y="5563"/>
                  </a:cubicBezTo>
                  <a:cubicBezTo>
                    <a:pt x="18072" y="5596"/>
                    <a:pt x="18035" y="5609"/>
                    <a:pt x="18004" y="5609"/>
                  </a:cubicBezTo>
                  <a:cubicBezTo>
                    <a:pt x="17950" y="5609"/>
                    <a:pt x="17912" y="5571"/>
                    <a:pt x="17873" y="5532"/>
                  </a:cubicBezTo>
                  <a:cubicBezTo>
                    <a:pt x="17904" y="5441"/>
                    <a:pt x="17934" y="5320"/>
                    <a:pt x="17904" y="5259"/>
                  </a:cubicBezTo>
                  <a:cubicBezTo>
                    <a:pt x="17873" y="5198"/>
                    <a:pt x="17843" y="5107"/>
                    <a:pt x="17843" y="5016"/>
                  </a:cubicBezTo>
                  <a:cubicBezTo>
                    <a:pt x="17782" y="4833"/>
                    <a:pt x="17721" y="4651"/>
                    <a:pt x="17630" y="4469"/>
                  </a:cubicBezTo>
                  <a:lnTo>
                    <a:pt x="17569" y="4469"/>
                  </a:lnTo>
                  <a:lnTo>
                    <a:pt x="17600" y="4681"/>
                  </a:lnTo>
                  <a:lnTo>
                    <a:pt x="17417" y="4985"/>
                  </a:lnTo>
                  <a:cubicBezTo>
                    <a:pt x="17600" y="5229"/>
                    <a:pt x="17600" y="5259"/>
                    <a:pt x="17508" y="5563"/>
                  </a:cubicBezTo>
                  <a:lnTo>
                    <a:pt x="17752" y="5806"/>
                  </a:lnTo>
                  <a:lnTo>
                    <a:pt x="17387" y="6171"/>
                  </a:lnTo>
                  <a:lnTo>
                    <a:pt x="17387" y="6657"/>
                  </a:lnTo>
                  <a:lnTo>
                    <a:pt x="17113" y="6900"/>
                  </a:lnTo>
                  <a:lnTo>
                    <a:pt x="17387" y="6991"/>
                  </a:lnTo>
                  <a:lnTo>
                    <a:pt x="17387" y="7417"/>
                  </a:lnTo>
                  <a:cubicBezTo>
                    <a:pt x="17387" y="7539"/>
                    <a:pt x="17204" y="7630"/>
                    <a:pt x="17387" y="7721"/>
                  </a:cubicBezTo>
                  <a:cubicBezTo>
                    <a:pt x="17204" y="7964"/>
                    <a:pt x="16901" y="7873"/>
                    <a:pt x="16718" y="8086"/>
                  </a:cubicBezTo>
                  <a:cubicBezTo>
                    <a:pt x="16708" y="8096"/>
                    <a:pt x="16688" y="8099"/>
                    <a:pt x="16662" y="8099"/>
                  </a:cubicBezTo>
                  <a:cubicBezTo>
                    <a:pt x="16610" y="8099"/>
                    <a:pt x="16536" y="8086"/>
                    <a:pt x="16475" y="8086"/>
                  </a:cubicBezTo>
                  <a:lnTo>
                    <a:pt x="16657" y="7630"/>
                  </a:lnTo>
                  <a:lnTo>
                    <a:pt x="16505" y="7630"/>
                  </a:lnTo>
                  <a:lnTo>
                    <a:pt x="16505" y="7843"/>
                  </a:lnTo>
                  <a:cubicBezTo>
                    <a:pt x="16437" y="7843"/>
                    <a:pt x="16369" y="7945"/>
                    <a:pt x="16287" y="7945"/>
                  </a:cubicBezTo>
                  <a:cubicBezTo>
                    <a:pt x="16260" y="7945"/>
                    <a:pt x="16232" y="7934"/>
                    <a:pt x="16201" y="7903"/>
                  </a:cubicBezTo>
                  <a:lnTo>
                    <a:pt x="16171" y="7812"/>
                  </a:lnTo>
                  <a:lnTo>
                    <a:pt x="16019" y="7873"/>
                  </a:lnTo>
                  <a:lnTo>
                    <a:pt x="15958" y="7721"/>
                  </a:lnTo>
                  <a:lnTo>
                    <a:pt x="15776" y="7782"/>
                  </a:lnTo>
                  <a:cubicBezTo>
                    <a:pt x="15806" y="7751"/>
                    <a:pt x="15837" y="7691"/>
                    <a:pt x="15837" y="7630"/>
                  </a:cubicBezTo>
                  <a:cubicBezTo>
                    <a:pt x="15867" y="7569"/>
                    <a:pt x="15867" y="7508"/>
                    <a:pt x="15867" y="7447"/>
                  </a:cubicBezTo>
                  <a:lnTo>
                    <a:pt x="16110" y="7691"/>
                  </a:lnTo>
                  <a:cubicBezTo>
                    <a:pt x="16293" y="7599"/>
                    <a:pt x="16323" y="7326"/>
                    <a:pt x="16445" y="7143"/>
                  </a:cubicBezTo>
                  <a:cubicBezTo>
                    <a:pt x="16445" y="7143"/>
                    <a:pt x="16445" y="7113"/>
                    <a:pt x="16445" y="7083"/>
                  </a:cubicBezTo>
                  <a:lnTo>
                    <a:pt x="16141" y="7052"/>
                  </a:lnTo>
                  <a:lnTo>
                    <a:pt x="16384" y="6870"/>
                  </a:lnTo>
                  <a:lnTo>
                    <a:pt x="16262" y="6809"/>
                  </a:lnTo>
                  <a:lnTo>
                    <a:pt x="16232" y="6627"/>
                  </a:lnTo>
                  <a:cubicBezTo>
                    <a:pt x="16202" y="6617"/>
                    <a:pt x="16173" y="6613"/>
                    <a:pt x="16143" y="6613"/>
                  </a:cubicBezTo>
                  <a:cubicBezTo>
                    <a:pt x="15991" y="6613"/>
                    <a:pt x="15838" y="6728"/>
                    <a:pt x="15685" y="6779"/>
                  </a:cubicBezTo>
                  <a:lnTo>
                    <a:pt x="15533" y="6627"/>
                  </a:lnTo>
                  <a:lnTo>
                    <a:pt x="15837" y="6627"/>
                  </a:lnTo>
                  <a:lnTo>
                    <a:pt x="15837" y="6414"/>
                  </a:lnTo>
                  <a:lnTo>
                    <a:pt x="15958" y="6353"/>
                  </a:lnTo>
                  <a:lnTo>
                    <a:pt x="15897" y="6262"/>
                  </a:lnTo>
                  <a:lnTo>
                    <a:pt x="15958" y="6171"/>
                  </a:lnTo>
                  <a:lnTo>
                    <a:pt x="15867" y="6080"/>
                  </a:lnTo>
                  <a:lnTo>
                    <a:pt x="15594" y="6080"/>
                  </a:lnTo>
                  <a:lnTo>
                    <a:pt x="15472" y="6292"/>
                  </a:lnTo>
                  <a:lnTo>
                    <a:pt x="15320" y="6049"/>
                  </a:lnTo>
                  <a:lnTo>
                    <a:pt x="15259" y="6232"/>
                  </a:lnTo>
                  <a:lnTo>
                    <a:pt x="15198" y="6080"/>
                  </a:lnTo>
                  <a:lnTo>
                    <a:pt x="15046" y="6080"/>
                  </a:lnTo>
                  <a:lnTo>
                    <a:pt x="14864" y="6292"/>
                  </a:lnTo>
                  <a:cubicBezTo>
                    <a:pt x="14712" y="6292"/>
                    <a:pt x="14712" y="6292"/>
                    <a:pt x="14621" y="6140"/>
                  </a:cubicBezTo>
                  <a:cubicBezTo>
                    <a:pt x="14651" y="6019"/>
                    <a:pt x="14864" y="5928"/>
                    <a:pt x="14712" y="5745"/>
                  </a:cubicBezTo>
                  <a:cubicBezTo>
                    <a:pt x="14643" y="5745"/>
                    <a:pt x="14573" y="5785"/>
                    <a:pt x="14504" y="5785"/>
                  </a:cubicBezTo>
                  <a:cubicBezTo>
                    <a:pt x="14451" y="5785"/>
                    <a:pt x="14399" y="5763"/>
                    <a:pt x="14347" y="5684"/>
                  </a:cubicBezTo>
                  <a:lnTo>
                    <a:pt x="14408" y="5320"/>
                  </a:lnTo>
                  <a:cubicBezTo>
                    <a:pt x="14373" y="5297"/>
                    <a:pt x="14330" y="5287"/>
                    <a:pt x="14284" y="5287"/>
                  </a:cubicBezTo>
                  <a:cubicBezTo>
                    <a:pt x="14210" y="5287"/>
                    <a:pt x="14130" y="5313"/>
                    <a:pt x="14074" y="5350"/>
                  </a:cubicBezTo>
                  <a:cubicBezTo>
                    <a:pt x="14104" y="5198"/>
                    <a:pt x="14226" y="5046"/>
                    <a:pt x="14135" y="4925"/>
                  </a:cubicBezTo>
                  <a:lnTo>
                    <a:pt x="14135" y="4925"/>
                  </a:lnTo>
                  <a:lnTo>
                    <a:pt x="13709" y="4985"/>
                  </a:lnTo>
                  <a:cubicBezTo>
                    <a:pt x="13618" y="4712"/>
                    <a:pt x="13618" y="4438"/>
                    <a:pt x="13405" y="4256"/>
                  </a:cubicBezTo>
                  <a:cubicBezTo>
                    <a:pt x="13527" y="4074"/>
                    <a:pt x="13466" y="3830"/>
                    <a:pt x="13283" y="3739"/>
                  </a:cubicBezTo>
                  <a:cubicBezTo>
                    <a:pt x="13162" y="3678"/>
                    <a:pt x="13010" y="3618"/>
                    <a:pt x="12888" y="3557"/>
                  </a:cubicBezTo>
                  <a:cubicBezTo>
                    <a:pt x="12919" y="3466"/>
                    <a:pt x="13101" y="3526"/>
                    <a:pt x="12979" y="3344"/>
                  </a:cubicBezTo>
                  <a:lnTo>
                    <a:pt x="12888" y="3344"/>
                  </a:lnTo>
                  <a:cubicBezTo>
                    <a:pt x="12797" y="3253"/>
                    <a:pt x="12736" y="3162"/>
                    <a:pt x="12676" y="3070"/>
                  </a:cubicBezTo>
                  <a:cubicBezTo>
                    <a:pt x="12615" y="2949"/>
                    <a:pt x="12584" y="2827"/>
                    <a:pt x="12554" y="2675"/>
                  </a:cubicBezTo>
                  <a:cubicBezTo>
                    <a:pt x="12554" y="2645"/>
                    <a:pt x="12615" y="2554"/>
                    <a:pt x="12645" y="2493"/>
                  </a:cubicBezTo>
                  <a:cubicBezTo>
                    <a:pt x="12645" y="2493"/>
                    <a:pt x="12676" y="2463"/>
                    <a:pt x="12676" y="2463"/>
                  </a:cubicBezTo>
                  <a:lnTo>
                    <a:pt x="12463" y="2219"/>
                  </a:lnTo>
                  <a:lnTo>
                    <a:pt x="12463" y="1885"/>
                  </a:lnTo>
                  <a:lnTo>
                    <a:pt x="12372" y="1946"/>
                  </a:lnTo>
                  <a:cubicBezTo>
                    <a:pt x="12280" y="1794"/>
                    <a:pt x="12493" y="1763"/>
                    <a:pt x="12493" y="1672"/>
                  </a:cubicBezTo>
                  <a:cubicBezTo>
                    <a:pt x="12432" y="1399"/>
                    <a:pt x="12311" y="1308"/>
                    <a:pt x="12068" y="1247"/>
                  </a:cubicBezTo>
                  <a:lnTo>
                    <a:pt x="12068" y="1247"/>
                  </a:lnTo>
                  <a:cubicBezTo>
                    <a:pt x="12128" y="1399"/>
                    <a:pt x="12220" y="1551"/>
                    <a:pt x="12189" y="1611"/>
                  </a:cubicBezTo>
                  <a:cubicBezTo>
                    <a:pt x="12128" y="1763"/>
                    <a:pt x="12372" y="1794"/>
                    <a:pt x="12250" y="1946"/>
                  </a:cubicBezTo>
                  <a:cubicBezTo>
                    <a:pt x="12210" y="2026"/>
                    <a:pt x="12158" y="2042"/>
                    <a:pt x="12102" y="2042"/>
                  </a:cubicBezTo>
                  <a:cubicBezTo>
                    <a:pt x="12067" y="2042"/>
                    <a:pt x="12030" y="2035"/>
                    <a:pt x="11993" y="2035"/>
                  </a:cubicBezTo>
                  <a:cubicBezTo>
                    <a:pt x="11956" y="2035"/>
                    <a:pt x="11919" y="2042"/>
                    <a:pt x="11885" y="2067"/>
                  </a:cubicBezTo>
                  <a:cubicBezTo>
                    <a:pt x="11855" y="2189"/>
                    <a:pt x="11916" y="2341"/>
                    <a:pt x="11733" y="2432"/>
                  </a:cubicBezTo>
                  <a:cubicBezTo>
                    <a:pt x="11703" y="2219"/>
                    <a:pt x="11794" y="1946"/>
                    <a:pt x="11520" y="1824"/>
                  </a:cubicBezTo>
                  <a:cubicBezTo>
                    <a:pt x="11520" y="1520"/>
                    <a:pt x="11308" y="1459"/>
                    <a:pt x="11125" y="1338"/>
                  </a:cubicBezTo>
                  <a:lnTo>
                    <a:pt x="10973" y="1429"/>
                  </a:lnTo>
                  <a:cubicBezTo>
                    <a:pt x="10973" y="1277"/>
                    <a:pt x="11125" y="1156"/>
                    <a:pt x="10973" y="1034"/>
                  </a:cubicBezTo>
                  <a:cubicBezTo>
                    <a:pt x="10973" y="1034"/>
                    <a:pt x="11034" y="912"/>
                    <a:pt x="11034" y="852"/>
                  </a:cubicBezTo>
                  <a:lnTo>
                    <a:pt x="10913" y="639"/>
                  </a:lnTo>
                  <a:cubicBezTo>
                    <a:pt x="10730" y="639"/>
                    <a:pt x="10578" y="760"/>
                    <a:pt x="10487" y="882"/>
                  </a:cubicBezTo>
                  <a:cubicBezTo>
                    <a:pt x="10447" y="935"/>
                    <a:pt x="10401" y="959"/>
                    <a:pt x="10350" y="959"/>
                  </a:cubicBezTo>
                  <a:cubicBezTo>
                    <a:pt x="10283" y="959"/>
                    <a:pt x="10208" y="920"/>
                    <a:pt x="10122" y="852"/>
                  </a:cubicBezTo>
                  <a:lnTo>
                    <a:pt x="10213" y="669"/>
                  </a:lnTo>
                  <a:lnTo>
                    <a:pt x="9727" y="578"/>
                  </a:lnTo>
                  <a:lnTo>
                    <a:pt x="9484" y="943"/>
                  </a:lnTo>
                  <a:cubicBezTo>
                    <a:pt x="9408" y="928"/>
                    <a:pt x="9340" y="920"/>
                    <a:pt x="9271" y="920"/>
                  </a:cubicBezTo>
                  <a:cubicBezTo>
                    <a:pt x="9203" y="920"/>
                    <a:pt x="9134" y="928"/>
                    <a:pt x="9058" y="943"/>
                  </a:cubicBezTo>
                  <a:cubicBezTo>
                    <a:pt x="8906" y="973"/>
                    <a:pt x="8754" y="1156"/>
                    <a:pt x="8572" y="1156"/>
                  </a:cubicBezTo>
                  <a:cubicBezTo>
                    <a:pt x="8542" y="1156"/>
                    <a:pt x="8542" y="1216"/>
                    <a:pt x="8511" y="1216"/>
                  </a:cubicBezTo>
                  <a:lnTo>
                    <a:pt x="8602" y="1338"/>
                  </a:lnTo>
                  <a:lnTo>
                    <a:pt x="8451" y="1611"/>
                  </a:lnTo>
                  <a:lnTo>
                    <a:pt x="8329" y="1490"/>
                  </a:lnTo>
                  <a:cubicBezTo>
                    <a:pt x="8329" y="1551"/>
                    <a:pt x="8299" y="1611"/>
                    <a:pt x="8299" y="1642"/>
                  </a:cubicBezTo>
                  <a:cubicBezTo>
                    <a:pt x="8268" y="1672"/>
                    <a:pt x="8207" y="1703"/>
                    <a:pt x="8177" y="1733"/>
                  </a:cubicBezTo>
                  <a:cubicBezTo>
                    <a:pt x="8207" y="1763"/>
                    <a:pt x="8238" y="1794"/>
                    <a:pt x="8268" y="1824"/>
                  </a:cubicBezTo>
                  <a:cubicBezTo>
                    <a:pt x="8377" y="1770"/>
                    <a:pt x="8438" y="1740"/>
                    <a:pt x="8479" y="1740"/>
                  </a:cubicBezTo>
                  <a:cubicBezTo>
                    <a:pt x="8530" y="1740"/>
                    <a:pt x="8552" y="1785"/>
                    <a:pt x="8602" y="1885"/>
                  </a:cubicBezTo>
                  <a:lnTo>
                    <a:pt x="8238" y="1915"/>
                  </a:lnTo>
                  <a:lnTo>
                    <a:pt x="8299" y="2341"/>
                  </a:lnTo>
                  <a:cubicBezTo>
                    <a:pt x="8271" y="2355"/>
                    <a:pt x="8247" y="2361"/>
                    <a:pt x="8226" y="2361"/>
                  </a:cubicBezTo>
                  <a:cubicBezTo>
                    <a:pt x="8153" y="2361"/>
                    <a:pt x="8116" y="2290"/>
                    <a:pt x="8116" y="2219"/>
                  </a:cubicBezTo>
                  <a:cubicBezTo>
                    <a:pt x="8116" y="2128"/>
                    <a:pt x="8238" y="2037"/>
                    <a:pt x="8116" y="1915"/>
                  </a:cubicBezTo>
                  <a:cubicBezTo>
                    <a:pt x="8086" y="1915"/>
                    <a:pt x="8147" y="1794"/>
                    <a:pt x="8177" y="1733"/>
                  </a:cubicBezTo>
                  <a:cubicBezTo>
                    <a:pt x="8116" y="1733"/>
                    <a:pt x="8086" y="1763"/>
                    <a:pt x="8055" y="1763"/>
                  </a:cubicBezTo>
                  <a:cubicBezTo>
                    <a:pt x="7964" y="1763"/>
                    <a:pt x="7903" y="1794"/>
                    <a:pt x="7873" y="1824"/>
                  </a:cubicBezTo>
                  <a:cubicBezTo>
                    <a:pt x="7812" y="1855"/>
                    <a:pt x="7843" y="1946"/>
                    <a:pt x="7751" y="1976"/>
                  </a:cubicBezTo>
                  <a:cubicBezTo>
                    <a:pt x="7618" y="2021"/>
                    <a:pt x="7468" y="2049"/>
                    <a:pt x="7314" y="2049"/>
                  </a:cubicBezTo>
                  <a:cubicBezTo>
                    <a:pt x="7258" y="2049"/>
                    <a:pt x="7201" y="2045"/>
                    <a:pt x="7144" y="2037"/>
                  </a:cubicBezTo>
                  <a:cubicBezTo>
                    <a:pt x="7174" y="1946"/>
                    <a:pt x="7174" y="1855"/>
                    <a:pt x="7144" y="1763"/>
                  </a:cubicBezTo>
                  <a:cubicBezTo>
                    <a:pt x="7144" y="1672"/>
                    <a:pt x="6992" y="1672"/>
                    <a:pt x="7052" y="1520"/>
                  </a:cubicBezTo>
                  <a:lnTo>
                    <a:pt x="7265" y="1459"/>
                  </a:lnTo>
                  <a:lnTo>
                    <a:pt x="7083" y="1216"/>
                  </a:lnTo>
                  <a:cubicBezTo>
                    <a:pt x="7118" y="1206"/>
                    <a:pt x="7150" y="1201"/>
                    <a:pt x="7178" y="1201"/>
                  </a:cubicBezTo>
                  <a:cubicBezTo>
                    <a:pt x="7389" y="1201"/>
                    <a:pt x="7405" y="1474"/>
                    <a:pt x="7539" y="1581"/>
                  </a:cubicBezTo>
                  <a:cubicBezTo>
                    <a:pt x="7630" y="1581"/>
                    <a:pt x="7691" y="1581"/>
                    <a:pt x="7751" y="1551"/>
                  </a:cubicBezTo>
                  <a:cubicBezTo>
                    <a:pt x="7843" y="1490"/>
                    <a:pt x="7903" y="1429"/>
                    <a:pt x="7964" y="1338"/>
                  </a:cubicBezTo>
                  <a:cubicBezTo>
                    <a:pt x="8025" y="1247"/>
                    <a:pt x="8055" y="1125"/>
                    <a:pt x="8025" y="1034"/>
                  </a:cubicBezTo>
                  <a:lnTo>
                    <a:pt x="8025" y="608"/>
                  </a:lnTo>
                  <a:cubicBezTo>
                    <a:pt x="7911" y="543"/>
                    <a:pt x="7858" y="513"/>
                    <a:pt x="7819" y="513"/>
                  </a:cubicBezTo>
                  <a:cubicBezTo>
                    <a:pt x="7786" y="513"/>
                    <a:pt x="7763" y="536"/>
                    <a:pt x="7721" y="578"/>
                  </a:cubicBezTo>
                  <a:cubicBezTo>
                    <a:pt x="7721" y="365"/>
                    <a:pt x="7599" y="152"/>
                    <a:pt x="7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7"/>
            <p:cNvSpPr/>
            <p:nvPr/>
          </p:nvSpPr>
          <p:spPr>
            <a:xfrm>
              <a:off x="4721682" y="2973072"/>
              <a:ext cx="71234" cy="71683"/>
            </a:xfrm>
            <a:custGeom>
              <a:rect b="b" l="l" r="r" t="t"/>
              <a:pathLst>
                <a:path extrusionOk="0" h="2234" w="2220">
                  <a:moveTo>
                    <a:pt x="1239" y="0"/>
                  </a:moveTo>
                  <a:cubicBezTo>
                    <a:pt x="1138" y="0"/>
                    <a:pt x="1045" y="41"/>
                    <a:pt x="973" y="167"/>
                  </a:cubicBezTo>
                  <a:lnTo>
                    <a:pt x="912" y="15"/>
                  </a:lnTo>
                  <a:lnTo>
                    <a:pt x="669" y="167"/>
                  </a:lnTo>
                  <a:lnTo>
                    <a:pt x="426" y="106"/>
                  </a:lnTo>
                  <a:cubicBezTo>
                    <a:pt x="335" y="379"/>
                    <a:pt x="183" y="653"/>
                    <a:pt x="1" y="866"/>
                  </a:cubicBezTo>
                  <a:lnTo>
                    <a:pt x="396" y="866"/>
                  </a:lnTo>
                  <a:lnTo>
                    <a:pt x="669" y="1078"/>
                  </a:lnTo>
                  <a:lnTo>
                    <a:pt x="669" y="1170"/>
                  </a:lnTo>
                  <a:lnTo>
                    <a:pt x="669" y="1200"/>
                  </a:lnTo>
                  <a:lnTo>
                    <a:pt x="912" y="1474"/>
                  </a:lnTo>
                  <a:lnTo>
                    <a:pt x="1399" y="1565"/>
                  </a:lnTo>
                  <a:lnTo>
                    <a:pt x="1459" y="1474"/>
                  </a:lnTo>
                  <a:cubicBezTo>
                    <a:pt x="1399" y="1322"/>
                    <a:pt x="1216" y="1261"/>
                    <a:pt x="1277" y="1048"/>
                  </a:cubicBezTo>
                  <a:cubicBezTo>
                    <a:pt x="1345" y="1021"/>
                    <a:pt x="1383" y="1006"/>
                    <a:pt x="1429" y="1006"/>
                  </a:cubicBezTo>
                  <a:cubicBezTo>
                    <a:pt x="1484" y="1006"/>
                    <a:pt x="1552" y="1028"/>
                    <a:pt x="1703" y="1078"/>
                  </a:cubicBezTo>
                  <a:lnTo>
                    <a:pt x="1642" y="1291"/>
                  </a:lnTo>
                  <a:lnTo>
                    <a:pt x="1733" y="1322"/>
                  </a:lnTo>
                  <a:lnTo>
                    <a:pt x="1733" y="1474"/>
                  </a:lnTo>
                  <a:lnTo>
                    <a:pt x="1551" y="1626"/>
                  </a:lnTo>
                  <a:lnTo>
                    <a:pt x="1611" y="1717"/>
                  </a:lnTo>
                  <a:lnTo>
                    <a:pt x="1399" y="1990"/>
                  </a:lnTo>
                  <a:lnTo>
                    <a:pt x="1703" y="2234"/>
                  </a:lnTo>
                  <a:cubicBezTo>
                    <a:pt x="1733" y="2158"/>
                    <a:pt x="1771" y="2135"/>
                    <a:pt x="1805" y="2135"/>
                  </a:cubicBezTo>
                  <a:cubicBezTo>
                    <a:pt x="1839" y="2135"/>
                    <a:pt x="1870" y="2158"/>
                    <a:pt x="1885" y="2173"/>
                  </a:cubicBezTo>
                  <a:cubicBezTo>
                    <a:pt x="2067" y="2142"/>
                    <a:pt x="2219" y="1960"/>
                    <a:pt x="2219" y="1778"/>
                  </a:cubicBezTo>
                  <a:cubicBezTo>
                    <a:pt x="2219" y="1534"/>
                    <a:pt x="2007" y="1474"/>
                    <a:pt x="1885" y="1382"/>
                  </a:cubicBezTo>
                  <a:lnTo>
                    <a:pt x="1885" y="1139"/>
                  </a:lnTo>
                  <a:cubicBezTo>
                    <a:pt x="1946" y="1109"/>
                    <a:pt x="2007" y="1048"/>
                    <a:pt x="2067" y="1018"/>
                  </a:cubicBezTo>
                  <a:cubicBezTo>
                    <a:pt x="2098" y="957"/>
                    <a:pt x="2128" y="866"/>
                    <a:pt x="2128" y="835"/>
                  </a:cubicBezTo>
                  <a:cubicBezTo>
                    <a:pt x="2067" y="653"/>
                    <a:pt x="2067" y="410"/>
                    <a:pt x="1885" y="349"/>
                  </a:cubicBezTo>
                  <a:lnTo>
                    <a:pt x="1672" y="562"/>
                  </a:lnTo>
                  <a:lnTo>
                    <a:pt x="1733" y="805"/>
                  </a:lnTo>
                  <a:cubicBezTo>
                    <a:pt x="1581" y="592"/>
                    <a:pt x="1368" y="379"/>
                    <a:pt x="1459" y="45"/>
                  </a:cubicBezTo>
                  <a:cubicBezTo>
                    <a:pt x="1385" y="20"/>
                    <a:pt x="1310" y="0"/>
                    <a:pt x="1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7"/>
            <p:cNvSpPr/>
            <p:nvPr/>
          </p:nvSpPr>
          <p:spPr>
            <a:xfrm>
              <a:off x="4227192" y="3520665"/>
              <a:ext cx="38088" cy="41008"/>
            </a:xfrm>
            <a:custGeom>
              <a:rect b="b" l="l" r="r" t="t"/>
              <a:pathLst>
                <a:path extrusionOk="0" h="1278" w="1187">
                  <a:moveTo>
                    <a:pt x="518" y="1"/>
                  </a:moveTo>
                  <a:cubicBezTo>
                    <a:pt x="396" y="122"/>
                    <a:pt x="244" y="183"/>
                    <a:pt x="183" y="396"/>
                  </a:cubicBezTo>
                  <a:cubicBezTo>
                    <a:pt x="183" y="426"/>
                    <a:pt x="92" y="456"/>
                    <a:pt x="31" y="487"/>
                  </a:cubicBezTo>
                  <a:cubicBezTo>
                    <a:pt x="1" y="517"/>
                    <a:pt x="1" y="548"/>
                    <a:pt x="1" y="578"/>
                  </a:cubicBezTo>
                  <a:lnTo>
                    <a:pt x="153" y="700"/>
                  </a:lnTo>
                  <a:lnTo>
                    <a:pt x="153" y="943"/>
                  </a:lnTo>
                  <a:lnTo>
                    <a:pt x="274" y="943"/>
                  </a:lnTo>
                  <a:lnTo>
                    <a:pt x="274" y="578"/>
                  </a:lnTo>
                  <a:cubicBezTo>
                    <a:pt x="335" y="821"/>
                    <a:pt x="457" y="1095"/>
                    <a:pt x="670" y="1277"/>
                  </a:cubicBezTo>
                  <a:cubicBezTo>
                    <a:pt x="882" y="1247"/>
                    <a:pt x="974" y="1216"/>
                    <a:pt x="1126" y="943"/>
                  </a:cubicBezTo>
                  <a:cubicBezTo>
                    <a:pt x="1186" y="882"/>
                    <a:pt x="1065" y="821"/>
                    <a:pt x="1095" y="760"/>
                  </a:cubicBezTo>
                  <a:cubicBezTo>
                    <a:pt x="1156" y="730"/>
                    <a:pt x="1156" y="608"/>
                    <a:pt x="1156" y="548"/>
                  </a:cubicBezTo>
                  <a:cubicBezTo>
                    <a:pt x="1004" y="305"/>
                    <a:pt x="791" y="122"/>
                    <a:pt x="5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7"/>
            <p:cNvSpPr/>
            <p:nvPr/>
          </p:nvSpPr>
          <p:spPr>
            <a:xfrm>
              <a:off x="4832863" y="3227103"/>
              <a:ext cx="28333" cy="65362"/>
            </a:xfrm>
            <a:custGeom>
              <a:rect b="b" l="l" r="r" t="t"/>
              <a:pathLst>
                <a:path extrusionOk="0" h="2037" w="883">
                  <a:moveTo>
                    <a:pt x="426" y="0"/>
                  </a:moveTo>
                  <a:lnTo>
                    <a:pt x="426" y="0"/>
                  </a:lnTo>
                  <a:cubicBezTo>
                    <a:pt x="548" y="244"/>
                    <a:pt x="274" y="274"/>
                    <a:pt x="274" y="517"/>
                  </a:cubicBezTo>
                  <a:cubicBezTo>
                    <a:pt x="335" y="669"/>
                    <a:pt x="305" y="852"/>
                    <a:pt x="213" y="1004"/>
                  </a:cubicBezTo>
                  <a:cubicBezTo>
                    <a:pt x="335" y="1156"/>
                    <a:pt x="548" y="1064"/>
                    <a:pt x="639" y="1277"/>
                  </a:cubicBezTo>
                  <a:lnTo>
                    <a:pt x="457" y="1611"/>
                  </a:lnTo>
                  <a:cubicBezTo>
                    <a:pt x="427" y="1589"/>
                    <a:pt x="398" y="1582"/>
                    <a:pt x="368" y="1582"/>
                  </a:cubicBezTo>
                  <a:cubicBezTo>
                    <a:pt x="297" y="1582"/>
                    <a:pt x="227" y="1626"/>
                    <a:pt x="156" y="1626"/>
                  </a:cubicBezTo>
                  <a:cubicBezTo>
                    <a:pt x="135" y="1626"/>
                    <a:pt x="113" y="1622"/>
                    <a:pt x="92" y="1611"/>
                  </a:cubicBezTo>
                  <a:cubicBezTo>
                    <a:pt x="92" y="1672"/>
                    <a:pt x="92" y="1733"/>
                    <a:pt x="61" y="1794"/>
                  </a:cubicBezTo>
                  <a:cubicBezTo>
                    <a:pt x="61" y="1824"/>
                    <a:pt x="1" y="1885"/>
                    <a:pt x="1" y="1915"/>
                  </a:cubicBezTo>
                  <a:lnTo>
                    <a:pt x="122" y="2037"/>
                  </a:lnTo>
                  <a:lnTo>
                    <a:pt x="183" y="1885"/>
                  </a:lnTo>
                  <a:cubicBezTo>
                    <a:pt x="264" y="1885"/>
                    <a:pt x="318" y="1953"/>
                    <a:pt x="381" y="1953"/>
                  </a:cubicBezTo>
                  <a:cubicBezTo>
                    <a:pt x="413" y="1953"/>
                    <a:pt x="446" y="1936"/>
                    <a:pt x="487" y="1885"/>
                  </a:cubicBezTo>
                  <a:lnTo>
                    <a:pt x="305" y="1733"/>
                  </a:lnTo>
                  <a:lnTo>
                    <a:pt x="517" y="1733"/>
                  </a:lnTo>
                  <a:cubicBezTo>
                    <a:pt x="578" y="1703"/>
                    <a:pt x="669" y="1672"/>
                    <a:pt x="730" y="1642"/>
                  </a:cubicBezTo>
                  <a:lnTo>
                    <a:pt x="730" y="1642"/>
                  </a:lnTo>
                  <a:lnTo>
                    <a:pt x="609" y="1794"/>
                  </a:lnTo>
                  <a:cubicBezTo>
                    <a:pt x="578" y="1824"/>
                    <a:pt x="578" y="1885"/>
                    <a:pt x="548" y="1915"/>
                  </a:cubicBezTo>
                  <a:cubicBezTo>
                    <a:pt x="588" y="1939"/>
                    <a:pt x="624" y="1949"/>
                    <a:pt x="657" y="1949"/>
                  </a:cubicBezTo>
                  <a:cubicBezTo>
                    <a:pt x="748" y="1949"/>
                    <a:pt x="815" y="1877"/>
                    <a:pt x="882" y="1855"/>
                  </a:cubicBezTo>
                  <a:cubicBezTo>
                    <a:pt x="852" y="1794"/>
                    <a:pt x="791" y="1763"/>
                    <a:pt x="761" y="1703"/>
                  </a:cubicBezTo>
                  <a:cubicBezTo>
                    <a:pt x="761" y="1672"/>
                    <a:pt x="761" y="1642"/>
                    <a:pt x="761" y="1611"/>
                  </a:cubicBezTo>
                  <a:cubicBezTo>
                    <a:pt x="791" y="1520"/>
                    <a:pt x="821" y="1429"/>
                    <a:pt x="821" y="1338"/>
                  </a:cubicBezTo>
                  <a:lnTo>
                    <a:pt x="700" y="1308"/>
                  </a:lnTo>
                  <a:cubicBezTo>
                    <a:pt x="730" y="1277"/>
                    <a:pt x="730" y="1247"/>
                    <a:pt x="761" y="1216"/>
                  </a:cubicBezTo>
                  <a:cubicBezTo>
                    <a:pt x="821" y="1064"/>
                    <a:pt x="882" y="943"/>
                    <a:pt x="730" y="760"/>
                  </a:cubicBezTo>
                  <a:cubicBezTo>
                    <a:pt x="639" y="669"/>
                    <a:pt x="609" y="548"/>
                    <a:pt x="639" y="426"/>
                  </a:cubicBezTo>
                  <a:cubicBezTo>
                    <a:pt x="639" y="274"/>
                    <a:pt x="578" y="92"/>
                    <a:pt x="4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7"/>
            <p:cNvSpPr/>
            <p:nvPr/>
          </p:nvSpPr>
          <p:spPr>
            <a:xfrm>
              <a:off x="4850414" y="3451422"/>
              <a:ext cx="24419" cy="40013"/>
            </a:xfrm>
            <a:custGeom>
              <a:rect b="b" l="l" r="r" t="t"/>
              <a:pathLst>
                <a:path extrusionOk="0" h="1247" w="761">
                  <a:moveTo>
                    <a:pt x="117" y="1"/>
                  </a:moveTo>
                  <a:cubicBezTo>
                    <a:pt x="77" y="1"/>
                    <a:pt x="38" y="16"/>
                    <a:pt x="1" y="61"/>
                  </a:cubicBezTo>
                  <a:cubicBezTo>
                    <a:pt x="31" y="92"/>
                    <a:pt x="62" y="152"/>
                    <a:pt x="92" y="213"/>
                  </a:cubicBezTo>
                  <a:cubicBezTo>
                    <a:pt x="92" y="244"/>
                    <a:pt x="31" y="274"/>
                    <a:pt x="31" y="335"/>
                  </a:cubicBezTo>
                  <a:cubicBezTo>
                    <a:pt x="31" y="365"/>
                    <a:pt x="62" y="426"/>
                    <a:pt x="92" y="487"/>
                  </a:cubicBezTo>
                  <a:cubicBezTo>
                    <a:pt x="122" y="548"/>
                    <a:pt x="153" y="608"/>
                    <a:pt x="153" y="669"/>
                  </a:cubicBezTo>
                  <a:cubicBezTo>
                    <a:pt x="153" y="760"/>
                    <a:pt x="92" y="821"/>
                    <a:pt x="92" y="882"/>
                  </a:cubicBezTo>
                  <a:cubicBezTo>
                    <a:pt x="92" y="1034"/>
                    <a:pt x="62" y="1186"/>
                    <a:pt x="244" y="1247"/>
                  </a:cubicBezTo>
                  <a:cubicBezTo>
                    <a:pt x="274" y="1216"/>
                    <a:pt x="335" y="1156"/>
                    <a:pt x="396" y="1125"/>
                  </a:cubicBezTo>
                  <a:cubicBezTo>
                    <a:pt x="426" y="1064"/>
                    <a:pt x="487" y="1034"/>
                    <a:pt x="578" y="1004"/>
                  </a:cubicBezTo>
                  <a:lnTo>
                    <a:pt x="517" y="548"/>
                  </a:lnTo>
                  <a:lnTo>
                    <a:pt x="761" y="548"/>
                  </a:lnTo>
                  <a:cubicBezTo>
                    <a:pt x="730" y="335"/>
                    <a:pt x="609" y="152"/>
                    <a:pt x="457" y="31"/>
                  </a:cubicBezTo>
                  <a:cubicBezTo>
                    <a:pt x="431" y="63"/>
                    <a:pt x="402" y="75"/>
                    <a:pt x="371" y="75"/>
                  </a:cubicBezTo>
                  <a:cubicBezTo>
                    <a:pt x="294" y="75"/>
                    <a:pt x="204" y="1"/>
                    <a:pt x="1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7"/>
            <p:cNvSpPr/>
            <p:nvPr/>
          </p:nvSpPr>
          <p:spPr>
            <a:xfrm>
              <a:off x="4173575" y="3646317"/>
              <a:ext cx="35136" cy="32376"/>
            </a:xfrm>
            <a:custGeom>
              <a:rect b="b" l="l" r="r" t="t"/>
              <a:pathLst>
                <a:path extrusionOk="0" h="1009" w="1095">
                  <a:moveTo>
                    <a:pt x="329" y="1"/>
                  </a:moveTo>
                  <a:cubicBezTo>
                    <a:pt x="311" y="1"/>
                    <a:pt x="292" y="2"/>
                    <a:pt x="274" y="6"/>
                  </a:cubicBezTo>
                  <a:lnTo>
                    <a:pt x="0" y="401"/>
                  </a:lnTo>
                  <a:lnTo>
                    <a:pt x="91" y="674"/>
                  </a:lnTo>
                  <a:lnTo>
                    <a:pt x="547" y="796"/>
                  </a:lnTo>
                  <a:lnTo>
                    <a:pt x="578" y="1009"/>
                  </a:lnTo>
                  <a:lnTo>
                    <a:pt x="1094" y="614"/>
                  </a:lnTo>
                  <a:lnTo>
                    <a:pt x="912" y="492"/>
                  </a:lnTo>
                  <a:lnTo>
                    <a:pt x="760" y="705"/>
                  </a:lnTo>
                  <a:lnTo>
                    <a:pt x="760" y="279"/>
                  </a:lnTo>
                  <a:cubicBezTo>
                    <a:pt x="624" y="116"/>
                    <a:pt x="487" y="1"/>
                    <a:pt x="3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7"/>
            <p:cNvSpPr/>
            <p:nvPr/>
          </p:nvSpPr>
          <p:spPr>
            <a:xfrm>
              <a:off x="4192089" y="3909814"/>
              <a:ext cx="24419" cy="38056"/>
            </a:xfrm>
            <a:custGeom>
              <a:rect b="b" l="l" r="r" t="t"/>
              <a:pathLst>
                <a:path extrusionOk="0" h="1186" w="761">
                  <a:moveTo>
                    <a:pt x="426" y="0"/>
                  </a:moveTo>
                  <a:lnTo>
                    <a:pt x="426" y="0"/>
                  </a:lnTo>
                  <a:cubicBezTo>
                    <a:pt x="396" y="6"/>
                    <a:pt x="364" y="8"/>
                    <a:pt x="332" y="8"/>
                  </a:cubicBezTo>
                  <a:cubicBezTo>
                    <a:pt x="311" y="8"/>
                    <a:pt x="290" y="7"/>
                    <a:pt x="269" y="7"/>
                  </a:cubicBezTo>
                  <a:cubicBezTo>
                    <a:pt x="163" y="7"/>
                    <a:pt x="61" y="21"/>
                    <a:pt x="1" y="183"/>
                  </a:cubicBezTo>
                  <a:lnTo>
                    <a:pt x="244" y="548"/>
                  </a:lnTo>
                  <a:lnTo>
                    <a:pt x="153" y="669"/>
                  </a:lnTo>
                  <a:lnTo>
                    <a:pt x="457" y="1186"/>
                  </a:lnTo>
                  <a:lnTo>
                    <a:pt x="669" y="1064"/>
                  </a:lnTo>
                  <a:lnTo>
                    <a:pt x="761" y="578"/>
                  </a:lnTo>
                  <a:cubicBezTo>
                    <a:pt x="730" y="548"/>
                    <a:pt x="669" y="456"/>
                    <a:pt x="609" y="426"/>
                  </a:cubicBezTo>
                  <a:cubicBezTo>
                    <a:pt x="548" y="396"/>
                    <a:pt x="457" y="365"/>
                    <a:pt x="396" y="365"/>
                  </a:cubicBezTo>
                  <a:lnTo>
                    <a:pt x="4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7"/>
            <p:cNvSpPr/>
            <p:nvPr/>
          </p:nvSpPr>
          <p:spPr>
            <a:xfrm>
              <a:off x="4218432" y="3741070"/>
              <a:ext cx="18547" cy="34077"/>
            </a:xfrm>
            <a:custGeom>
              <a:rect b="b" l="l" r="r" t="t"/>
              <a:pathLst>
                <a:path extrusionOk="0" h="1062" w="578">
                  <a:moveTo>
                    <a:pt x="152" y="1"/>
                  </a:moveTo>
                  <a:lnTo>
                    <a:pt x="152" y="396"/>
                  </a:lnTo>
                  <a:lnTo>
                    <a:pt x="304" y="487"/>
                  </a:lnTo>
                  <a:cubicBezTo>
                    <a:pt x="0" y="548"/>
                    <a:pt x="92" y="791"/>
                    <a:pt x="92" y="974"/>
                  </a:cubicBezTo>
                  <a:cubicBezTo>
                    <a:pt x="122" y="974"/>
                    <a:pt x="152" y="974"/>
                    <a:pt x="183" y="1004"/>
                  </a:cubicBezTo>
                  <a:cubicBezTo>
                    <a:pt x="267" y="1040"/>
                    <a:pt x="318" y="1062"/>
                    <a:pt x="354" y="1062"/>
                  </a:cubicBezTo>
                  <a:cubicBezTo>
                    <a:pt x="410" y="1062"/>
                    <a:pt x="432" y="1011"/>
                    <a:pt x="487" y="882"/>
                  </a:cubicBezTo>
                  <a:cubicBezTo>
                    <a:pt x="517" y="822"/>
                    <a:pt x="547" y="761"/>
                    <a:pt x="547" y="700"/>
                  </a:cubicBezTo>
                  <a:cubicBezTo>
                    <a:pt x="578" y="487"/>
                    <a:pt x="487" y="305"/>
                    <a:pt x="335" y="214"/>
                  </a:cubicBezTo>
                  <a:lnTo>
                    <a:pt x="51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7"/>
            <p:cNvSpPr/>
            <p:nvPr/>
          </p:nvSpPr>
          <p:spPr>
            <a:xfrm>
              <a:off x="4207683" y="3575277"/>
              <a:ext cx="33211" cy="22461"/>
            </a:xfrm>
            <a:custGeom>
              <a:rect b="b" l="l" r="r" t="t"/>
              <a:pathLst>
                <a:path extrusionOk="0" h="700" w="1035">
                  <a:moveTo>
                    <a:pt x="852" y="1"/>
                  </a:moveTo>
                  <a:lnTo>
                    <a:pt x="700" y="213"/>
                  </a:lnTo>
                  <a:lnTo>
                    <a:pt x="275" y="274"/>
                  </a:lnTo>
                  <a:lnTo>
                    <a:pt x="92" y="183"/>
                  </a:lnTo>
                  <a:lnTo>
                    <a:pt x="92" y="183"/>
                  </a:lnTo>
                  <a:cubicBezTo>
                    <a:pt x="1" y="457"/>
                    <a:pt x="214" y="457"/>
                    <a:pt x="305" y="548"/>
                  </a:cubicBezTo>
                  <a:cubicBezTo>
                    <a:pt x="335" y="517"/>
                    <a:pt x="366" y="487"/>
                    <a:pt x="427" y="487"/>
                  </a:cubicBezTo>
                  <a:cubicBezTo>
                    <a:pt x="442" y="472"/>
                    <a:pt x="457" y="464"/>
                    <a:pt x="472" y="464"/>
                  </a:cubicBezTo>
                  <a:cubicBezTo>
                    <a:pt x="487" y="464"/>
                    <a:pt x="502" y="472"/>
                    <a:pt x="518" y="487"/>
                  </a:cubicBezTo>
                  <a:lnTo>
                    <a:pt x="578" y="639"/>
                  </a:lnTo>
                  <a:lnTo>
                    <a:pt x="639" y="578"/>
                  </a:lnTo>
                  <a:lnTo>
                    <a:pt x="852" y="700"/>
                  </a:lnTo>
                  <a:cubicBezTo>
                    <a:pt x="1034" y="548"/>
                    <a:pt x="913" y="305"/>
                    <a:pt x="943" y="122"/>
                  </a:cubicBezTo>
                  <a:lnTo>
                    <a:pt x="85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7"/>
            <p:cNvSpPr/>
            <p:nvPr/>
          </p:nvSpPr>
          <p:spPr>
            <a:xfrm>
              <a:off x="4254498" y="3551886"/>
              <a:ext cx="20536" cy="31574"/>
            </a:xfrm>
            <a:custGeom>
              <a:rect b="b" l="l" r="r" t="t"/>
              <a:pathLst>
                <a:path extrusionOk="0" h="984" w="640">
                  <a:moveTo>
                    <a:pt x="426" y="0"/>
                  </a:moveTo>
                  <a:lnTo>
                    <a:pt x="426" y="274"/>
                  </a:lnTo>
                  <a:cubicBezTo>
                    <a:pt x="153" y="395"/>
                    <a:pt x="1" y="669"/>
                    <a:pt x="62" y="973"/>
                  </a:cubicBezTo>
                  <a:cubicBezTo>
                    <a:pt x="83" y="980"/>
                    <a:pt x="106" y="984"/>
                    <a:pt x="130" y="984"/>
                  </a:cubicBezTo>
                  <a:cubicBezTo>
                    <a:pt x="205" y="984"/>
                    <a:pt x="282" y="944"/>
                    <a:pt x="305" y="851"/>
                  </a:cubicBezTo>
                  <a:cubicBezTo>
                    <a:pt x="305" y="821"/>
                    <a:pt x="335" y="760"/>
                    <a:pt x="366" y="760"/>
                  </a:cubicBezTo>
                  <a:cubicBezTo>
                    <a:pt x="518" y="760"/>
                    <a:pt x="578" y="639"/>
                    <a:pt x="639" y="517"/>
                  </a:cubicBezTo>
                  <a:lnTo>
                    <a:pt x="487" y="335"/>
                  </a:lnTo>
                  <a:lnTo>
                    <a:pt x="609" y="274"/>
                  </a:lnTo>
                  <a:lnTo>
                    <a:pt x="60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7"/>
            <p:cNvSpPr/>
            <p:nvPr/>
          </p:nvSpPr>
          <p:spPr>
            <a:xfrm>
              <a:off x="4726559" y="3023448"/>
              <a:ext cx="27339" cy="22269"/>
            </a:xfrm>
            <a:custGeom>
              <a:rect b="b" l="l" r="r" t="t"/>
              <a:pathLst>
                <a:path extrusionOk="0" h="694" w="852">
                  <a:moveTo>
                    <a:pt x="611" y="1"/>
                  </a:moveTo>
                  <a:cubicBezTo>
                    <a:pt x="505" y="1"/>
                    <a:pt x="475" y="139"/>
                    <a:pt x="426" y="238"/>
                  </a:cubicBezTo>
                  <a:cubicBezTo>
                    <a:pt x="365" y="208"/>
                    <a:pt x="304" y="147"/>
                    <a:pt x="274" y="116"/>
                  </a:cubicBezTo>
                  <a:cubicBezTo>
                    <a:pt x="267" y="113"/>
                    <a:pt x="259" y="111"/>
                    <a:pt x="251" y="111"/>
                  </a:cubicBezTo>
                  <a:cubicBezTo>
                    <a:pt x="216" y="111"/>
                    <a:pt x="175" y="141"/>
                    <a:pt x="142" y="141"/>
                  </a:cubicBezTo>
                  <a:cubicBezTo>
                    <a:pt x="120" y="141"/>
                    <a:pt x="102" y="128"/>
                    <a:pt x="92" y="86"/>
                  </a:cubicBezTo>
                  <a:cubicBezTo>
                    <a:pt x="61" y="116"/>
                    <a:pt x="31" y="147"/>
                    <a:pt x="0" y="208"/>
                  </a:cubicBezTo>
                  <a:lnTo>
                    <a:pt x="213" y="360"/>
                  </a:lnTo>
                  <a:lnTo>
                    <a:pt x="213" y="694"/>
                  </a:lnTo>
                  <a:cubicBezTo>
                    <a:pt x="259" y="614"/>
                    <a:pt x="305" y="594"/>
                    <a:pt x="351" y="594"/>
                  </a:cubicBezTo>
                  <a:cubicBezTo>
                    <a:pt x="395" y="594"/>
                    <a:pt x="440" y="613"/>
                    <a:pt x="484" y="613"/>
                  </a:cubicBezTo>
                  <a:cubicBezTo>
                    <a:pt x="516" y="613"/>
                    <a:pt x="547" y="604"/>
                    <a:pt x="578" y="572"/>
                  </a:cubicBezTo>
                  <a:cubicBezTo>
                    <a:pt x="639" y="451"/>
                    <a:pt x="760" y="360"/>
                    <a:pt x="852" y="299"/>
                  </a:cubicBezTo>
                  <a:lnTo>
                    <a:pt x="700" y="25"/>
                  </a:lnTo>
                  <a:cubicBezTo>
                    <a:pt x="665" y="8"/>
                    <a:pt x="636" y="1"/>
                    <a:pt x="6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7"/>
            <p:cNvSpPr/>
            <p:nvPr/>
          </p:nvSpPr>
          <p:spPr>
            <a:xfrm>
              <a:off x="4214518" y="4156562"/>
              <a:ext cx="21499" cy="21499"/>
            </a:xfrm>
            <a:custGeom>
              <a:rect b="b" l="l" r="r" t="t"/>
              <a:pathLst>
                <a:path extrusionOk="0" h="670" w="670">
                  <a:moveTo>
                    <a:pt x="153" y="0"/>
                  </a:moveTo>
                  <a:lnTo>
                    <a:pt x="1" y="183"/>
                  </a:lnTo>
                  <a:lnTo>
                    <a:pt x="1" y="456"/>
                  </a:lnTo>
                  <a:lnTo>
                    <a:pt x="92" y="456"/>
                  </a:lnTo>
                  <a:cubicBezTo>
                    <a:pt x="122" y="426"/>
                    <a:pt x="153" y="396"/>
                    <a:pt x="153" y="396"/>
                  </a:cubicBezTo>
                  <a:cubicBezTo>
                    <a:pt x="274" y="578"/>
                    <a:pt x="274" y="578"/>
                    <a:pt x="487" y="669"/>
                  </a:cubicBezTo>
                  <a:lnTo>
                    <a:pt x="669" y="365"/>
                  </a:lnTo>
                  <a:lnTo>
                    <a:pt x="548" y="92"/>
                  </a:lnTo>
                  <a:lnTo>
                    <a:pt x="1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7"/>
            <p:cNvSpPr/>
            <p:nvPr/>
          </p:nvSpPr>
          <p:spPr>
            <a:xfrm>
              <a:off x="4202806" y="3720598"/>
              <a:ext cx="18579" cy="20504"/>
            </a:xfrm>
            <a:custGeom>
              <a:rect b="b" l="l" r="r" t="t"/>
              <a:pathLst>
                <a:path extrusionOk="0" h="639" w="579">
                  <a:moveTo>
                    <a:pt x="31" y="1"/>
                  </a:moveTo>
                  <a:cubicBezTo>
                    <a:pt x="1" y="244"/>
                    <a:pt x="92" y="487"/>
                    <a:pt x="305" y="639"/>
                  </a:cubicBezTo>
                  <a:lnTo>
                    <a:pt x="548" y="517"/>
                  </a:lnTo>
                  <a:cubicBezTo>
                    <a:pt x="579" y="305"/>
                    <a:pt x="487" y="122"/>
                    <a:pt x="3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7"/>
            <p:cNvSpPr/>
            <p:nvPr/>
          </p:nvSpPr>
          <p:spPr>
            <a:xfrm>
              <a:off x="4805557" y="3267083"/>
              <a:ext cx="28301" cy="20953"/>
            </a:xfrm>
            <a:custGeom>
              <a:rect b="b" l="l" r="r" t="t"/>
              <a:pathLst>
                <a:path extrusionOk="0" h="653" w="882">
                  <a:moveTo>
                    <a:pt x="791" y="1"/>
                  </a:moveTo>
                  <a:cubicBezTo>
                    <a:pt x="730" y="1"/>
                    <a:pt x="669" y="92"/>
                    <a:pt x="669" y="153"/>
                  </a:cubicBezTo>
                  <a:cubicBezTo>
                    <a:pt x="639" y="183"/>
                    <a:pt x="517" y="213"/>
                    <a:pt x="456" y="213"/>
                  </a:cubicBezTo>
                  <a:lnTo>
                    <a:pt x="274" y="213"/>
                  </a:lnTo>
                  <a:lnTo>
                    <a:pt x="274" y="457"/>
                  </a:lnTo>
                  <a:lnTo>
                    <a:pt x="1" y="487"/>
                  </a:lnTo>
                  <a:lnTo>
                    <a:pt x="31" y="639"/>
                  </a:lnTo>
                  <a:cubicBezTo>
                    <a:pt x="80" y="590"/>
                    <a:pt x="129" y="559"/>
                    <a:pt x="177" y="559"/>
                  </a:cubicBezTo>
                  <a:cubicBezTo>
                    <a:pt x="220" y="559"/>
                    <a:pt x="262" y="583"/>
                    <a:pt x="304" y="639"/>
                  </a:cubicBezTo>
                  <a:cubicBezTo>
                    <a:pt x="315" y="649"/>
                    <a:pt x="332" y="653"/>
                    <a:pt x="351" y="653"/>
                  </a:cubicBezTo>
                  <a:cubicBezTo>
                    <a:pt x="389" y="653"/>
                    <a:pt x="436" y="639"/>
                    <a:pt x="456" y="639"/>
                  </a:cubicBezTo>
                  <a:lnTo>
                    <a:pt x="487" y="517"/>
                  </a:lnTo>
                  <a:cubicBezTo>
                    <a:pt x="730" y="487"/>
                    <a:pt x="730" y="487"/>
                    <a:pt x="882" y="213"/>
                  </a:cubicBezTo>
                  <a:lnTo>
                    <a:pt x="7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7"/>
            <p:cNvSpPr/>
            <p:nvPr/>
          </p:nvSpPr>
          <p:spPr>
            <a:xfrm>
              <a:off x="4221352" y="4086324"/>
              <a:ext cx="18579" cy="25092"/>
            </a:xfrm>
            <a:custGeom>
              <a:rect b="b" l="l" r="r" t="t"/>
              <a:pathLst>
                <a:path extrusionOk="0" h="782" w="579">
                  <a:moveTo>
                    <a:pt x="487" y="1"/>
                  </a:moveTo>
                  <a:lnTo>
                    <a:pt x="122" y="123"/>
                  </a:lnTo>
                  <a:lnTo>
                    <a:pt x="122" y="457"/>
                  </a:lnTo>
                  <a:lnTo>
                    <a:pt x="1" y="487"/>
                  </a:lnTo>
                  <a:lnTo>
                    <a:pt x="1" y="761"/>
                  </a:lnTo>
                  <a:cubicBezTo>
                    <a:pt x="25" y="775"/>
                    <a:pt x="44" y="781"/>
                    <a:pt x="60" y="781"/>
                  </a:cubicBezTo>
                  <a:cubicBezTo>
                    <a:pt x="138" y="781"/>
                    <a:pt x="129" y="637"/>
                    <a:pt x="148" y="637"/>
                  </a:cubicBezTo>
                  <a:cubicBezTo>
                    <a:pt x="149" y="637"/>
                    <a:pt x="151" y="637"/>
                    <a:pt x="152" y="639"/>
                  </a:cubicBezTo>
                  <a:cubicBezTo>
                    <a:pt x="176" y="671"/>
                    <a:pt x="198" y="682"/>
                    <a:pt x="219" y="682"/>
                  </a:cubicBezTo>
                  <a:cubicBezTo>
                    <a:pt x="267" y="682"/>
                    <a:pt x="313" y="627"/>
                    <a:pt x="375" y="627"/>
                  </a:cubicBezTo>
                  <a:cubicBezTo>
                    <a:pt x="391" y="627"/>
                    <a:pt x="408" y="630"/>
                    <a:pt x="426" y="639"/>
                  </a:cubicBezTo>
                  <a:cubicBezTo>
                    <a:pt x="244" y="366"/>
                    <a:pt x="578" y="275"/>
                    <a:pt x="4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7"/>
            <p:cNvSpPr/>
            <p:nvPr/>
          </p:nvSpPr>
          <p:spPr>
            <a:xfrm>
              <a:off x="4496400" y="2963767"/>
              <a:ext cx="15627" cy="25381"/>
            </a:xfrm>
            <a:custGeom>
              <a:rect b="b" l="l" r="r" t="t"/>
              <a:pathLst>
                <a:path extrusionOk="0" h="791" w="487">
                  <a:moveTo>
                    <a:pt x="334" y="1"/>
                  </a:moveTo>
                  <a:cubicBezTo>
                    <a:pt x="243" y="1"/>
                    <a:pt x="182" y="31"/>
                    <a:pt x="152" y="92"/>
                  </a:cubicBezTo>
                  <a:cubicBezTo>
                    <a:pt x="91" y="183"/>
                    <a:pt x="61" y="305"/>
                    <a:pt x="0" y="396"/>
                  </a:cubicBezTo>
                  <a:lnTo>
                    <a:pt x="152" y="426"/>
                  </a:lnTo>
                  <a:lnTo>
                    <a:pt x="91" y="700"/>
                  </a:lnTo>
                  <a:cubicBezTo>
                    <a:pt x="122" y="720"/>
                    <a:pt x="155" y="723"/>
                    <a:pt x="189" y="723"/>
                  </a:cubicBezTo>
                  <a:cubicBezTo>
                    <a:pt x="206" y="723"/>
                    <a:pt x="223" y="723"/>
                    <a:pt x="239" y="723"/>
                  </a:cubicBezTo>
                  <a:cubicBezTo>
                    <a:pt x="289" y="723"/>
                    <a:pt x="334" y="730"/>
                    <a:pt x="365" y="791"/>
                  </a:cubicBezTo>
                  <a:cubicBezTo>
                    <a:pt x="395" y="791"/>
                    <a:pt x="426" y="761"/>
                    <a:pt x="456" y="761"/>
                  </a:cubicBezTo>
                  <a:lnTo>
                    <a:pt x="304" y="548"/>
                  </a:lnTo>
                  <a:cubicBezTo>
                    <a:pt x="395" y="426"/>
                    <a:pt x="486" y="335"/>
                    <a:pt x="456" y="183"/>
                  </a:cubicBezTo>
                  <a:cubicBezTo>
                    <a:pt x="456" y="92"/>
                    <a:pt x="395" y="31"/>
                    <a:pt x="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7"/>
            <p:cNvSpPr/>
            <p:nvPr/>
          </p:nvSpPr>
          <p:spPr>
            <a:xfrm>
              <a:off x="4267204" y="3495317"/>
              <a:ext cx="19509" cy="22461"/>
            </a:xfrm>
            <a:custGeom>
              <a:rect b="b" l="l" r="r" t="t"/>
              <a:pathLst>
                <a:path extrusionOk="0" h="700" w="608">
                  <a:moveTo>
                    <a:pt x="213" y="0"/>
                  </a:moveTo>
                  <a:lnTo>
                    <a:pt x="0" y="152"/>
                  </a:lnTo>
                  <a:lnTo>
                    <a:pt x="182" y="517"/>
                  </a:lnTo>
                  <a:lnTo>
                    <a:pt x="61" y="699"/>
                  </a:lnTo>
                  <a:lnTo>
                    <a:pt x="426" y="578"/>
                  </a:lnTo>
                  <a:cubicBezTo>
                    <a:pt x="304" y="365"/>
                    <a:pt x="608" y="243"/>
                    <a:pt x="486" y="61"/>
                  </a:cubicBezTo>
                  <a:lnTo>
                    <a:pt x="21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7"/>
            <p:cNvSpPr/>
            <p:nvPr/>
          </p:nvSpPr>
          <p:spPr>
            <a:xfrm>
              <a:off x="4228187" y="4021958"/>
              <a:ext cx="20504" cy="17584"/>
            </a:xfrm>
            <a:custGeom>
              <a:rect b="b" l="l" r="r" t="t"/>
              <a:pathLst>
                <a:path extrusionOk="0" h="548" w="639">
                  <a:moveTo>
                    <a:pt x="547" y="1"/>
                  </a:moveTo>
                  <a:lnTo>
                    <a:pt x="395" y="244"/>
                  </a:lnTo>
                  <a:cubicBezTo>
                    <a:pt x="334" y="170"/>
                    <a:pt x="277" y="141"/>
                    <a:pt x="223" y="141"/>
                  </a:cubicBezTo>
                  <a:cubicBezTo>
                    <a:pt x="144" y="141"/>
                    <a:pt x="72" y="202"/>
                    <a:pt x="0" y="274"/>
                  </a:cubicBezTo>
                  <a:lnTo>
                    <a:pt x="0" y="426"/>
                  </a:lnTo>
                  <a:cubicBezTo>
                    <a:pt x="61" y="457"/>
                    <a:pt x="122" y="487"/>
                    <a:pt x="213" y="518"/>
                  </a:cubicBezTo>
                  <a:cubicBezTo>
                    <a:pt x="304" y="548"/>
                    <a:pt x="395" y="548"/>
                    <a:pt x="487" y="548"/>
                  </a:cubicBezTo>
                  <a:cubicBezTo>
                    <a:pt x="517" y="548"/>
                    <a:pt x="578" y="426"/>
                    <a:pt x="578" y="426"/>
                  </a:cubicBezTo>
                  <a:cubicBezTo>
                    <a:pt x="517" y="274"/>
                    <a:pt x="639" y="153"/>
                    <a:pt x="578" y="31"/>
                  </a:cubicBezTo>
                  <a:cubicBezTo>
                    <a:pt x="578" y="31"/>
                    <a:pt x="547" y="1"/>
                    <a:pt x="5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7"/>
            <p:cNvSpPr/>
            <p:nvPr/>
          </p:nvSpPr>
          <p:spPr>
            <a:xfrm>
              <a:off x="4218432" y="3952714"/>
              <a:ext cx="17584" cy="21499"/>
            </a:xfrm>
            <a:custGeom>
              <a:rect b="b" l="l" r="r" t="t"/>
              <a:pathLst>
                <a:path extrusionOk="0" h="670" w="548">
                  <a:moveTo>
                    <a:pt x="517" y="1"/>
                  </a:moveTo>
                  <a:cubicBezTo>
                    <a:pt x="335" y="1"/>
                    <a:pt x="365" y="153"/>
                    <a:pt x="335" y="244"/>
                  </a:cubicBezTo>
                  <a:lnTo>
                    <a:pt x="0" y="366"/>
                  </a:lnTo>
                  <a:lnTo>
                    <a:pt x="0" y="578"/>
                  </a:lnTo>
                  <a:lnTo>
                    <a:pt x="395" y="670"/>
                  </a:lnTo>
                  <a:cubicBezTo>
                    <a:pt x="487" y="457"/>
                    <a:pt x="547" y="214"/>
                    <a:pt x="5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7"/>
            <p:cNvSpPr/>
            <p:nvPr/>
          </p:nvSpPr>
          <p:spPr>
            <a:xfrm>
              <a:off x="4708013" y="3003747"/>
              <a:ext cx="16621" cy="26376"/>
            </a:xfrm>
            <a:custGeom>
              <a:rect b="b" l="l" r="r" t="t"/>
              <a:pathLst>
                <a:path extrusionOk="0" h="822" w="518">
                  <a:moveTo>
                    <a:pt x="275" y="1"/>
                  </a:moveTo>
                  <a:cubicBezTo>
                    <a:pt x="62" y="183"/>
                    <a:pt x="214" y="487"/>
                    <a:pt x="1" y="639"/>
                  </a:cubicBezTo>
                  <a:lnTo>
                    <a:pt x="153" y="822"/>
                  </a:lnTo>
                  <a:lnTo>
                    <a:pt x="518" y="518"/>
                  </a:lnTo>
                  <a:lnTo>
                    <a:pt x="244" y="244"/>
                  </a:lnTo>
                  <a:lnTo>
                    <a:pt x="427" y="183"/>
                  </a:lnTo>
                  <a:lnTo>
                    <a:pt x="2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7"/>
            <p:cNvSpPr/>
            <p:nvPr/>
          </p:nvSpPr>
          <p:spPr>
            <a:xfrm>
              <a:off x="4538338" y="2964473"/>
              <a:ext cx="19509" cy="15915"/>
            </a:xfrm>
            <a:custGeom>
              <a:rect b="b" l="l" r="r" t="t"/>
              <a:pathLst>
                <a:path extrusionOk="0" h="496" w="608">
                  <a:moveTo>
                    <a:pt x="491" y="1"/>
                  </a:moveTo>
                  <a:cubicBezTo>
                    <a:pt x="479" y="1"/>
                    <a:pt x="468" y="3"/>
                    <a:pt x="456" y="9"/>
                  </a:cubicBezTo>
                  <a:cubicBezTo>
                    <a:pt x="365" y="39"/>
                    <a:pt x="334" y="131"/>
                    <a:pt x="243" y="252"/>
                  </a:cubicBezTo>
                  <a:lnTo>
                    <a:pt x="61" y="252"/>
                  </a:lnTo>
                  <a:cubicBezTo>
                    <a:pt x="0" y="404"/>
                    <a:pt x="122" y="404"/>
                    <a:pt x="182" y="404"/>
                  </a:cubicBezTo>
                  <a:cubicBezTo>
                    <a:pt x="243" y="404"/>
                    <a:pt x="304" y="435"/>
                    <a:pt x="365" y="435"/>
                  </a:cubicBezTo>
                  <a:cubicBezTo>
                    <a:pt x="426" y="465"/>
                    <a:pt x="486" y="495"/>
                    <a:pt x="578" y="495"/>
                  </a:cubicBezTo>
                  <a:lnTo>
                    <a:pt x="608" y="70"/>
                  </a:lnTo>
                  <a:cubicBezTo>
                    <a:pt x="583" y="45"/>
                    <a:pt x="539" y="1"/>
                    <a:pt x="4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7"/>
            <p:cNvSpPr/>
            <p:nvPr/>
          </p:nvSpPr>
          <p:spPr>
            <a:xfrm>
              <a:off x="4245738" y="4052215"/>
              <a:ext cx="14664" cy="23424"/>
            </a:xfrm>
            <a:custGeom>
              <a:rect b="b" l="l" r="r" t="t"/>
              <a:pathLst>
                <a:path extrusionOk="0" h="730" w="457">
                  <a:moveTo>
                    <a:pt x="183" y="0"/>
                  </a:moveTo>
                  <a:lnTo>
                    <a:pt x="0" y="91"/>
                  </a:lnTo>
                  <a:cubicBezTo>
                    <a:pt x="61" y="183"/>
                    <a:pt x="122" y="304"/>
                    <a:pt x="152" y="395"/>
                  </a:cubicBezTo>
                  <a:cubicBezTo>
                    <a:pt x="244" y="669"/>
                    <a:pt x="213" y="669"/>
                    <a:pt x="365" y="730"/>
                  </a:cubicBezTo>
                  <a:lnTo>
                    <a:pt x="456" y="608"/>
                  </a:lnTo>
                  <a:cubicBezTo>
                    <a:pt x="396" y="547"/>
                    <a:pt x="335" y="456"/>
                    <a:pt x="304" y="365"/>
                  </a:cubicBezTo>
                  <a:cubicBezTo>
                    <a:pt x="304" y="274"/>
                    <a:pt x="335" y="183"/>
                    <a:pt x="365" y="91"/>
                  </a:cubicBezTo>
                  <a:lnTo>
                    <a:pt x="18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7"/>
            <p:cNvSpPr/>
            <p:nvPr/>
          </p:nvSpPr>
          <p:spPr>
            <a:xfrm>
              <a:off x="4192089" y="3750824"/>
              <a:ext cx="13701" cy="19509"/>
            </a:xfrm>
            <a:custGeom>
              <a:rect b="b" l="l" r="r" t="t"/>
              <a:pathLst>
                <a:path extrusionOk="0" h="608" w="427">
                  <a:moveTo>
                    <a:pt x="153" y="1"/>
                  </a:moveTo>
                  <a:cubicBezTo>
                    <a:pt x="153" y="92"/>
                    <a:pt x="122" y="183"/>
                    <a:pt x="61" y="274"/>
                  </a:cubicBezTo>
                  <a:cubicBezTo>
                    <a:pt x="1" y="366"/>
                    <a:pt x="1" y="518"/>
                    <a:pt x="122" y="578"/>
                  </a:cubicBezTo>
                  <a:cubicBezTo>
                    <a:pt x="141" y="598"/>
                    <a:pt x="167" y="608"/>
                    <a:pt x="195" y="608"/>
                  </a:cubicBezTo>
                  <a:cubicBezTo>
                    <a:pt x="257" y="608"/>
                    <a:pt x="333" y="561"/>
                    <a:pt x="396" y="457"/>
                  </a:cubicBezTo>
                  <a:cubicBezTo>
                    <a:pt x="396" y="426"/>
                    <a:pt x="426" y="396"/>
                    <a:pt x="426" y="366"/>
                  </a:cubicBezTo>
                  <a:cubicBezTo>
                    <a:pt x="426" y="335"/>
                    <a:pt x="426" y="274"/>
                    <a:pt x="396" y="244"/>
                  </a:cubicBezTo>
                  <a:cubicBezTo>
                    <a:pt x="244" y="244"/>
                    <a:pt x="305" y="31"/>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7"/>
            <p:cNvSpPr/>
            <p:nvPr/>
          </p:nvSpPr>
          <p:spPr>
            <a:xfrm>
              <a:off x="4318896" y="3212568"/>
              <a:ext cx="21467" cy="13605"/>
            </a:xfrm>
            <a:custGeom>
              <a:rect b="b" l="l" r="r" t="t"/>
              <a:pathLst>
                <a:path extrusionOk="0" h="424" w="669">
                  <a:moveTo>
                    <a:pt x="488" y="0"/>
                  </a:moveTo>
                  <a:cubicBezTo>
                    <a:pt x="429" y="0"/>
                    <a:pt x="360" y="51"/>
                    <a:pt x="213" y="180"/>
                  </a:cubicBezTo>
                  <a:lnTo>
                    <a:pt x="122" y="89"/>
                  </a:lnTo>
                  <a:cubicBezTo>
                    <a:pt x="30" y="180"/>
                    <a:pt x="0" y="332"/>
                    <a:pt x="91" y="423"/>
                  </a:cubicBezTo>
                  <a:lnTo>
                    <a:pt x="274" y="241"/>
                  </a:lnTo>
                  <a:cubicBezTo>
                    <a:pt x="380" y="348"/>
                    <a:pt x="446" y="392"/>
                    <a:pt x="500" y="392"/>
                  </a:cubicBezTo>
                  <a:cubicBezTo>
                    <a:pt x="538" y="392"/>
                    <a:pt x="570" y="370"/>
                    <a:pt x="608" y="332"/>
                  </a:cubicBezTo>
                  <a:cubicBezTo>
                    <a:pt x="669" y="271"/>
                    <a:pt x="669" y="150"/>
                    <a:pt x="608" y="58"/>
                  </a:cubicBezTo>
                  <a:cubicBezTo>
                    <a:pt x="560" y="22"/>
                    <a:pt x="526" y="0"/>
                    <a:pt x="4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7"/>
            <p:cNvSpPr/>
            <p:nvPr/>
          </p:nvSpPr>
          <p:spPr>
            <a:xfrm>
              <a:off x="4200881" y="3692330"/>
              <a:ext cx="16589" cy="19894"/>
            </a:xfrm>
            <a:custGeom>
              <a:rect b="b" l="l" r="r" t="t"/>
              <a:pathLst>
                <a:path extrusionOk="0" h="620" w="517">
                  <a:moveTo>
                    <a:pt x="395" y="0"/>
                  </a:moveTo>
                  <a:cubicBezTo>
                    <a:pt x="365" y="31"/>
                    <a:pt x="335" y="91"/>
                    <a:pt x="304" y="122"/>
                  </a:cubicBezTo>
                  <a:cubicBezTo>
                    <a:pt x="274" y="152"/>
                    <a:pt x="243" y="183"/>
                    <a:pt x="213" y="183"/>
                  </a:cubicBezTo>
                  <a:cubicBezTo>
                    <a:pt x="31" y="243"/>
                    <a:pt x="0" y="335"/>
                    <a:pt x="31" y="487"/>
                  </a:cubicBezTo>
                  <a:cubicBezTo>
                    <a:pt x="54" y="579"/>
                    <a:pt x="77" y="619"/>
                    <a:pt x="195" y="619"/>
                  </a:cubicBezTo>
                  <a:cubicBezTo>
                    <a:pt x="232" y="619"/>
                    <a:pt x="277" y="615"/>
                    <a:pt x="335" y="608"/>
                  </a:cubicBezTo>
                  <a:cubicBezTo>
                    <a:pt x="304" y="517"/>
                    <a:pt x="243" y="456"/>
                    <a:pt x="243" y="365"/>
                  </a:cubicBezTo>
                  <a:cubicBezTo>
                    <a:pt x="213" y="335"/>
                    <a:pt x="213" y="304"/>
                    <a:pt x="243" y="274"/>
                  </a:cubicBezTo>
                  <a:lnTo>
                    <a:pt x="517" y="243"/>
                  </a:lnTo>
                  <a:lnTo>
                    <a:pt x="39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7"/>
            <p:cNvSpPr/>
            <p:nvPr/>
          </p:nvSpPr>
          <p:spPr>
            <a:xfrm>
              <a:off x="4564649" y="2960847"/>
              <a:ext cx="13701" cy="20504"/>
            </a:xfrm>
            <a:custGeom>
              <a:rect b="b" l="l" r="r" t="t"/>
              <a:pathLst>
                <a:path extrusionOk="0" h="639" w="427">
                  <a:moveTo>
                    <a:pt x="183" y="1"/>
                  </a:moveTo>
                  <a:cubicBezTo>
                    <a:pt x="183" y="183"/>
                    <a:pt x="122" y="335"/>
                    <a:pt x="1" y="456"/>
                  </a:cubicBezTo>
                  <a:lnTo>
                    <a:pt x="244" y="639"/>
                  </a:lnTo>
                  <a:lnTo>
                    <a:pt x="426" y="396"/>
                  </a:lnTo>
                  <a:cubicBezTo>
                    <a:pt x="305" y="304"/>
                    <a:pt x="396" y="1"/>
                    <a:pt x="1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7"/>
            <p:cNvSpPr/>
            <p:nvPr/>
          </p:nvSpPr>
          <p:spPr>
            <a:xfrm>
              <a:off x="4697296" y="3122757"/>
              <a:ext cx="16621" cy="18547"/>
            </a:xfrm>
            <a:custGeom>
              <a:rect b="b" l="l" r="r" t="t"/>
              <a:pathLst>
                <a:path extrusionOk="0" h="578" w="518">
                  <a:moveTo>
                    <a:pt x="244" y="0"/>
                  </a:moveTo>
                  <a:cubicBezTo>
                    <a:pt x="244" y="183"/>
                    <a:pt x="244" y="304"/>
                    <a:pt x="92" y="335"/>
                  </a:cubicBezTo>
                  <a:cubicBezTo>
                    <a:pt x="61" y="335"/>
                    <a:pt x="61" y="426"/>
                    <a:pt x="1" y="517"/>
                  </a:cubicBezTo>
                  <a:lnTo>
                    <a:pt x="153" y="395"/>
                  </a:lnTo>
                  <a:lnTo>
                    <a:pt x="213" y="578"/>
                  </a:lnTo>
                  <a:cubicBezTo>
                    <a:pt x="426" y="486"/>
                    <a:pt x="426" y="274"/>
                    <a:pt x="517" y="91"/>
                  </a:cubicBezTo>
                  <a:lnTo>
                    <a:pt x="2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7"/>
            <p:cNvSpPr/>
            <p:nvPr/>
          </p:nvSpPr>
          <p:spPr>
            <a:xfrm>
              <a:off x="4213555" y="3790836"/>
              <a:ext cx="9787" cy="18547"/>
            </a:xfrm>
            <a:custGeom>
              <a:rect b="b" l="l" r="r" t="t"/>
              <a:pathLst>
                <a:path extrusionOk="0" h="578" w="305">
                  <a:moveTo>
                    <a:pt x="0" y="0"/>
                  </a:moveTo>
                  <a:lnTo>
                    <a:pt x="122" y="578"/>
                  </a:lnTo>
                  <a:lnTo>
                    <a:pt x="304" y="578"/>
                  </a:lnTo>
                  <a:cubicBezTo>
                    <a:pt x="274" y="456"/>
                    <a:pt x="213" y="334"/>
                    <a:pt x="244" y="274"/>
                  </a:cubicBezTo>
                  <a:cubicBezTo>
                    <a:pt x="304" y="122"/>
                    <a:pt x="183" y="91"/>
                    <a:pt x="1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7"/>
            <p:cNvSpPr/>
            <p:nvPr/>
          </p:nvSpPr>
          <p:spPr>
            <a:xfrm>
              <a:off x="4292553" y="4115587"/>
              <a:ext cx="18547" cy="10172"/>
            </a:xfrm>
            <a:custGeom>
              <a:rect b="b" l="l" r="r" t="t"/>
              <a:pathLst>
                <a:path extrusionOk="0" h="317" w="578">
                  <a:moveTo>
                    <a:pt x="152" y="1"/>
                  </a:moveTo>
                  <a:lnTo>
                    <a:pt x="0" y="244"/>
                  </a:lnTo>
                  <a:cubicBezTo>
                    <a:pt x="31" y="274"/>
                    <a:pt x="92" y="305"/>
                    <a:pt x="152" y="305"/>
                  </a:cubicBezTo>
                  <a:cubicBezTo>
                    <a:pt x="172" y="313"/>
                    <a:pt x="192" y="316"/>
                    <a:pt x="211" y="316"/>
                  </a:cubicBezTo>
                  <a:cubicBezTo>
                    <a:pt x="297" y="316"/>
                    <a:pt x="373" y="249"/>
                    <a:pt x="447" y="249"/>
                  </a:cubicBezTo>
                  <a:cubicBezTo>
                    <a:pt x="481" y="249"/>
                    <a:pt x="514" y="263"/>
                    <a:pt x="548" y="305"/>
                  </a:cubicBezTo>
                  <a:lnTo>
                    <a:pt x="578" y="305"/>
                  </a:lnTo>
                  <a:lnTo>
                    <a:pt x="578" y="183"/>
                  </a:lnTo>
                  <a:lnTo>
                    <a:pt x="456" y="153"/>
                  </a:lnTo>
                  <a:lnTo>
                    <a:pt x="517" y="31"/>
                  </a:lnTo>
                  <a:lnTo>
                    <a:pt x="517" y="31"/>
                  </a:lnTo>
                  <a:cubicBezTo>
                    <a:pt x="467" y="44"/>
                    <a:pt x="416" y="51"/>
                    <a:pt x="366" y="51"/>
                  </a:cubicBezTo>
                  <a:cubicBezTo>
                    <a:pt x="295" y="51"/>
                    <a:pt x="224" y="36"/>
                    <a:pt x="1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7"/>
            <p:cNvSpPr/>
            <p:nvPr/>
          </p:nvSpPr>
          <p:spPr>
            <a:xfrm>
              <a:off x="4205758" y="3436791"/>
              <a:ext cx="20504" cy="12707"/>
            </a:xfrm>
            <a:custGeom>
              <a:rect b="b" l="l" r="r" t="t"/>
              <a:pathLst>
                <a:path extrusionOk="0" h="396" w="639">
                  <a:moveTo>
                    <a:pt x="31" y="1"/>
                  </a:moveTo>
                  <a:lnTo>
                    <a:pt x="0" y="61"/>
                  </a:lnTo>
                  <a:lnTo>
                    <a:pt x="578" y="396"/>
                  </a:lnTo>
                  <a:lnTo>
                    <a:pt x="638" y="244"/>
                  </a:lnTo>
                  <a:lnTo>
                    <a:pt x="3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7"/>
            <p:cNvSpPr/>
            <p:nvPr/>
          </p:nvSpPr>
          <p:spPr>
            <a:xfrm>
              <a:off x="4703136" y="3139314"/>
              <a:ext cx="15659" cy="13701"/>
            </a:xfrm>
            <a:custGeom>
              <a:rect b="b" l="l" r="r" t="t"/>
              <a:pathLst>
                <a:path extrusionOk="0" h="427" w="488">
                  <a:moveTo>
                    <a:pt x="305" y="1"/>
                  </a:moveTo>
                  <a:lnTo>
                    <a:pt x="1" y="183"/>
                  </a:lnTo>
                  <a:lnTo>
                    <a:pt x="183" y="366"/>
                  </a:lnTo>
                  <a:lnTo>
                    <a:pt x="305" y="274"/>
                  </a:lnTo>
                  <a:lnTo>
                    <a:pt x="335" y="426"/>
                  </a:lnTo>
                  <a:cubicBezTo>
                    <a:pt x="457" y="335"/>
                    <a:pt x="487" y="183"/>
                    <a:pt x="457" y="62"/>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7"/>
            <p:cNvSpPr/>
            <p:nvPr/>
          </p:nvSpPr>
          <p:spPr>
            <a:xfrm>
              <a:off x="4287676" y="4170231"/>
              <a:ext cx="9787" cy="20504"/>
            </a:xfrm>
            <a:custGeom>
              <a:rect b="b" l="l" r="r" t="t"/>
              <a:pathLst>
                <a:path extrusionOk="0" h="639" w="305">
                  <a:moveTo>
                    <a:pt x="244" y="0"/>
                  </a:moveTo>
                  <a:cubicBezTo>
                    <a:pt x="61" y="122"/>
                    <a:pt x="31" y="213"/>
                    <a:pt x="0" y="547"/>
                  </a:cubicBezTo>
                  <a:lnTo>
                    <a:pt x="183" y="638"/>
                  </a:lnTo>
                  <a:cubicBezTo>
                    <a:pt x="274" y="426"/>
                    <a:pt x="304" y="213"/>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7"/>
            <p:cNvSpPr/>
            <p:nvPr/>
          </p:nvSpPr>
          <p:spPr>
            <a:xfrm>
              <a:off x="4202806" y="3991732"/>
              <a:ext cx="12739" cy="21499"/>
            </a:xfrm>
            <a:custGeom>
              <a:rect b="b" l="l" r="r" t="t"/>
              <a:pathLst>
                <a:path extrusionOk="0" h="670" w="397">
                  <a:moveTo>
                    <a:pt x="123" y="1"/>
                  </a:moveTo>
                  <a:lnTo>
                    <a:pt x="1" y="396"/>
                  </a:lnTo>
                  <a:cubicBezTo>
                    <a:pt x="30" y="388"/>
                    <a:pt x="56" y="385"/>
                    <a:pt x="78" y="385"/>
                  </a:cubicBezTo>
                  <a:cubicBezTo>
                    <a:pt x="238" y="385"/>
                    <a:pt x="221" y="562"/>
                    <a:pt x="275" y="669"/>
                  </a:cubicBezTo>
                  <a:cubicBezTo>
                    <a:pt x="275" y="609"/>
                    <a:pt x="275" y="578"/>
                    <a:pt x="275" y="517"/>
                  </a:cubicBezTo>
                  <a:cubicBezTo>
                    <a:pt x="305" y="487"/>
                    <a:pt x="396" y="457"/>
                    <a:pt x="396" y="426"/>
                  </a:cubicBezTo>
                  <a:cubicBezTo>
                    <a:pt x="396" y="365"/>
                    <a:pt x="396" y="305"/>
                    <a:pt x="396" y="244"/>
                  </a:cubicBezTo>
                  <a:lnTo>
                    <a:pt x="123" y="183"/>
                  </a:lnTo>
                  <a:lnTo>
                    <a:pt x="21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7"/>
            <p:cNvSpPr/>
            <p:nvPr/>
          </p:nvSpPr>
          <p:spPr>
            <a:xfrm>
              <a:off x="4322779" y="3556314"/>
              <a:ext cx="16621" cy="14118"/>
            </a:xfrm>
            <a:custGeom>
              <a:rect b="b" l="l" r="r" t="t"/>
              <a:pathLst>
                <a:path extrusionOk="0" h="440" w="518">
                  <a:moveTo>
                    <a:pt x="32" y="1"/>
                  </a:moveTo>
                  <a:cubicBezTo>
                    <a:pt x="14" y="1"/>
                    <a:pt x="1" y="14"/>
                    <a:pt x="1" y="14"/>
                  </a:cubicBezTo>
                  <a:lnTo>
                    <a:pt x="1" y="288"/>
                  </a:lnTo>
                  <a:cubicBezTo>
                    <a:pt x="61" y="318"/>
                    <a:pt x="183" y="257"/>
                    <a:pt x="183" y="440"/>
                  </a:cubicBezTo>
                  <a:lnTo>
                    <a:pt x="517" y="349"/>
                  </a:lnTo>
                  <a:cubicBezTo>
                    <a:pt x="487" y="318"/>
                    <a:pt x="487" y="288"/>
                    <a:pt x="457" y="288"/>
                  </a:cubicBezTo>
                  <a:cubicBezTo>
                    <a:pt x="365" y="257"/>
                    <a:pt x="305" y="227"/>
                    <a:pt x="244" y="197"/>
                  </a:cubicBezTo>
                  <a:cubicBezTo>
                    <a:pt x="183" y="136"/>
                    <a:pt x="122" y="75"/>
                    <a:pt x="61" y="14"/>
                  </a:cubicBezTo>
                  <a:cubicBezTo>
                    <a:pt x="51" y="4"/>
                    <a:pt x="41" y="1"/>
                    <a:pt x="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7"/>
            <p:cNvSpPr/>
            <p:nvPr/>
          </p:nvSpPr>
          <p:spPr>
            <a:xfrm>
              <a:off x="4807514" y="3332444"/>
              <a:ext cx="14664" cy="12386"/>
            </a:xfrm>
            <a:custGeom>
              <a:rect b="b" l="l" r="r" t="t"/>
              <a:pathLst>
                <a:path extrusionOk="0" h="386" w="457">
                  <a:moveTo>
                    <a:pt x="152" y="0"/>
                  </a:moveTo>
                  <a:lnTo>
                    <a:pt x="0" y="335"/>
                  </a:lnTo>
                  <a:cubicBezTo>
                    <a:pt x="46" y="371"/>
                    <a:pt x="84" y="386"/>
                    <a:pt x="116" y="386"/>
                  </a:cubicBezTo>
                  <a:cubicBezTo>
                    <a:pt x="192" y="386"/>
                    <a:pt x="241" y="307"/>
                    <a:pt x="304" y="243"/>
                  </a:cubicBezTo>
                  <a:cubicBezTo>
                    <a:pt x="365" y="183"/>
                    <a:pt x="426" y="91"/>
                    <a:pt x="4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7"/>
            <p:cNvSpPr/>
            <p:nvPr/>
          </p:nvSpPr>
          <p:spPr>
            <a:xfrm>
              <a:off x="4741191" y="3397773"/>
              <a:ext cx="16621" cy="7252"/>
            </a:xfrm>
            <a:custGeom>
              <a:rect b="b" l="l" r="r" t="t"/>
              <a:pathLst>
                <a:path extrusionOk="0" h="226" w="518">
                  <a:moveTo>
                    <a:pt x="0" y="1"/>
                  </a:moveTo>
                  <a:lnTo>
                    <a:pt x="0" y="183"/>
                  </a:lnTo>
                  <a:cubicBezTo>
                    <a:pt x="49" y="212"/>
                    <a:pt x="104" y="226"/>
                    <a:pt x="158" y="226"/>
                  </a:cubicBezTo>
                  <a:cubicBezTo>
                    <a:pt x="273" y="226"/>
                    <a:pt x="385" y="165"/>
                    <a:pt x="426" y="62"/>
                  </a:cubicBezTo>
                  <a:lnTo>
                    <a:pt x="517" y="153"/>
                  </a:lnTo>
                  <a:lnTo>
                    <a:pt x="51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7"/>
            <p:cNvSpPr/>
            <p:nvPr/>
          </p:nvSpPr>
          <p:spPr>
            <a:xfrm>
              <a:off x="4289633" y="3349996"/>
              <a:ext cx="10749" cy="18547"/>
            </a:xfrm>
            <a:custGeom>
              <a:rect b="b" l="l" r="r" t="t"/>
              <a:pathLst>
                <a:path extrusionOk="0" h="578" w="335">
                  <a:moveTo>
                    <a:pt x="122" y="0"/>
                  </a:moveTo>
                  <a:cubicBezTo>
                    <a:pt x="0" y="61"/>
                    <a:pt x="0" y="152"/>
                    <a:pt x="0" y="274"/>
                  </a:cubicBezTo>
                  <a:cubicBezTo>
                    <a:pt x="31" y="426"/>
                    <a:pt x="122" y="456"/>
                    <a:pt x="213" y="578"/>
                  </a:cubicBezTo>
                  <a:lnTo>
                    <a:pt x="335" y="335"/>
                  </a:lnTo>
                  <a:lnTo>
                    <a:pt x="1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7"/>
            <p:cNvSpPr/>
            <p:nvPr/>
          </p:nvSpPr>
          <p:spPr>
            <a:xfrm>
              <a:off x="4323773" y="3168577"/>
              <a:ext cx="15627" cy="13701"/>
            </a:xfrm>
            <a:custGeom>
              <a:rect b="b" l="l" r="r" t="t"/>
              <a:pathLst>
                <a:path extrusionOk="0" h="427" w="487">
                  <a:moveTo>
                    <a:pt x="61" y="1"/>
                  </a:moveTo>
                  <a:cubicBezTo>
                    <a:pt x="91" y="183"/>
                    <a:pt x="0" y="396"/>
                    <a:pt x="152" y="426"/>
                  </a:cubicBezTo>
                  <a:lnTo>
                    <a:pt x="486" y="183"/>
                  </a:lnTo>
                  <a:lnTo>
                    <a:pt x="395" y="62"/>
                  </a:lnTo>
                  <a:lnTo>
                    <a:pt x="243" y="305"/>
                  </a:lnTo>
                  <a:lnTo>
                    <a:pt x="213" y="274"/>
                  </a:lnTo>
                  <a:lnTo>
                    <a:pt x="2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7"/>
            <p:cNvSpPr/>
            <p:nvPr/>
          </p:nvSpPr>
          <p:spPr>
            <a:xfrm>
              <a:off x="4687541" y="4314557"/>
              <a:ext cx="8824" cy="18579"/>
            </a:xfrm>
            <a:custGeom>
              <a:rect b="b" l="l" r="r" t="t"/>
              <a:pathLst>
                <a:path extrusionOk="0" h="579" w="275">
                  <a:moveTo>
                    <a:pt x="274" y="1"/>
                  </a:moveTo>
                  <a:lnTo>
                    <a:pt x="1" y="153"/>
                  </a:lnTo>
                  <a:lnTo>
                    <a:pt x="92" y="578"/>
                  </a:lnTo>
                  <a:lnTo>
                    <a:pt x="274" y="335"/>
                  </a:lnTo>
                  <a:lnTo>
                    <a:pt x="2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7"/>
            <p:cNvSpPr/>
            <p:nvPr/>
          </p:nvSpPr>
          <p:spPr>
            <a:xfrm>
              <a:off x="4837740" y="3326572"/>
              <a:ext cx="14664" cy="13701"/>
            </a:xfrm>
            <a:custGeom>
              <a:rect b="b" l="l" r="r" t="t"/>
              <a:pathLst>
                <a:path extrusionOk="0" h="427" w="457">
                  <a:moveTo>
                    <a:pt x="305" y="1"/>
                  </a:moveTo>
                  <a:lnTo>
                    <a:pt x="244" y="31"/>
                  </a:lnTo>
                  <a:cubicBezTo>
                    <a:pt x="244" y="183"/>
                    <a:pt x="1" y="183"/>
                    <a:pt x="122" y="426"/>
                  </a:cubicBezTo>
                  <a:cubicBezTo>
                    <a:pt x="153" y="396"/>
                    <a:pt x="183" y="396"/>
                    <a:pt x="213" y="396"/>
                  </a:cubicBezTo>
                  <a:lnTo>
                    <a:pt x="274" y="396"/>
                  </a:lnTo>
                  <a:lnTo>
                    <a:pt x="457" y="214"/>
                  </a:ln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7"/>
            <p:cNvSpPr/>
            <p:nvPr/>
          </p:nvSpPr>
          <p:spPr>
            <a:xfrm>
              <a:off x="4257450" y="4134839"/>
              <a:ext cx="12707" cy="8086"/>
            </a:xfrm>
            <a:custGeom>
              <a:rect b="b" l="l" r="r" t="t"/>
              <a:pathLst>
                <a:path extrusionOk="0" h="252" w="396">
                  <a:moveTo>
                    <a:pt x="127" y="1"/>
                  </a:moveTo>
                  <a:cubicBezTo>
                    <a:pt x="84" y="1"/>
                    <a:pt x="42" y="17"/>
                    <a:pt x="0" y="70"/>
                  </a:cubicBezTo>
                  <a:lnTo>
                    <a:pt x="0" y="252"/>
                  </a:lnTo>
                  <a:lnTo>
                    <a:pt x="395" y="252"/>
                  </a:lnTo>
                  <a:lnTo>
                    <a:pt x="395" y="39"/>
                  </a:lnTo>
                  <a:cubicBezTo>
                    <a:pt x="381" y="42"/>
                    <a:pt x="367" y="43"/>
                    <a:pt x="353" y="43"/>
                  </a:cubicBezTo>
                  <a:cubicBezTo>
                    <a:pt x="271" y="43"/>
                    <a:pt x="197" y="1"/>
                    <a:pt x="1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7"/>
            <p:cNvSpPr/>
            <p:nvPr/>
          </p:nvSpPr>
          <p:spPr>
            <a:xfrm>
              <a:off x="4768496" y="3538217"/>
              <a:ext cx="9787" cy="17584"/>
            </a:xfrm>
            <a:custGeom>
              <a:rect b="b" l="l" r="r" t="t"/>
              <a:pathLst>
                <a:path extrusionOk="0" h="548" w="305">
                  <a:moveTo>
                    <a:pt x="304" y="1"/>
                  </a:moveTo>
                  <a:cubicBezTo>
                    <a:pt x="0" y="31"/>
                    <a:pt x="183" y="365"/>
                    <a:pt x="31" y="457"/>
                  </a:cubicBezTo>
                  <a:lnTo>
                    <a:pt x="122" y="548"/>
                  </a:lnTo>
                  <a:lnTo>
                    <a:pt x="304" y="365"/>
                  </a:lnTo>
                  <a:lnTo>
                    <a:pt x="30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7"/>
            <p:cNvSpPr/>
            <p:nvPr/>
          </p:nvSpPr>
          <p:spPr>
            <a:xfrm>
              <a:off x="4235021" y="3471894"/>
              <a:ext cx="11712" cy="14664"/>
            </a:xfrm>
            <a:custGeom>
              <a:rect b="b" l="l" r="r" t="t"/>
              <a:pathLst>
                <a:path extrusionOk="0" h="457" w="365">
                  <a:moveTo>
                    <a:pt x="122" y="1"/>
                  </a:moveTo>
                  <a:cubicBezTo>
                    <a:pt x="91" y="62"/>
                    <a:pt x="61" y="122"/>
                    <a:pt x="61" y="183"/>
                  </a:cubicBezTo>
                  <a:cubicBezTo>
                    <a:pt x="0" y="274"/>
                    <a:pt x="30" y="396"/>
                    <a:pt x="91" y="457"/>
                  </a:cubicBezTo>
                  <a:lnTo>
                    <a:pt x="182" y="457"/>
                  </a:lnTo>
                  <a:lnTo>
                    <a:pt x="122" y="274"/>
                  </a:lnTo>
                  <a:lnTo>
                    <a:pt x="213" y="153"/>
                  </a:lnTo>
                  <a:lnTo>
                    <a:pt x="334" y="396"/>
                  </a:lnTo>
                  <a:cubicBezTo>
                    <a:pt x="365" y="122"/>
                    <a:pt x="365" y="122"/>
                    <a:pt x="304" y="92"/>
                  </a:cubicBezTo>
                  <a:cubicBezTo>
                    <a:pt x="274" y="31"/>
                    <a:pt x="182" y="31"/>
                    <a:pt x="1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7"/>
            <p:cNvSpPr/>
            <p:nvPr/>
          </p:nvSpPr>
          <p:spPr>
            <a:xfrm>
              <a:off x="4186249" y="3621097"/>
              <a:ext cx="10749" cy="15659"/>
            </a:xfrm>
            <a:custGeom>
              <a:rect b="b" l="l" r="r" t="t"/>
              <a:pathLst>
                <a:path extrusionOk="0" h="488" w="335">
                  <a:moveTo>
                    <a:pt x="118" y="0"/>
                  </a:moveTo>
                  <a:cubicBezTo>
                    <a:pt x="83" y="0"/>
                    <a:pt x="43" y="10"/>
                    <a:pt x="0" y="32"/>
                  </a:cubicBezTo>
                  <a:lnTo>
                    <a:pt x="91" y="488"/>
                  </a:lnTo>
                  <a:cubicBezTo>
                    <a:pt x="152" y="396"/>
                    <a:pt x="152" y="336"/>
                    <a:pt x="213" y="305"/>
                  </a:cubicBezTo>
                  <a:cubicBezTo>
                    <a:pt x="335" y="275"/>
                    <a:pt x="304" y="214"/>
                    <a:pt x="274" y="92"/>
                  </a:cubicBezTo>
                  <a:cubicBezTo>
                    <a:pt x="235" y="34"/>
                    <a:pt x="183" y="0"/>
                    <a:pt x="1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7"/>
            <p:cNvSpPr/>
            <p:nvPr/>
          </p:nvSpPr>
          <p:spPr>
            <a:xfrm>
              <a:off x="4214518" y="3880551"/>
              <a:ext cx="17584" cy="12707"/>
            </a:xfrm>
            <a:custGeom>
              <a:rect b="b" l="l" r="r" t="t"/>
              <a:pathLst>
                <a:path extrusionOk="0" h="396" w="548">
                  <a:moveTo>
                    <a:pt x="1" y="1"/>
                  </a:moveTo>
                  <a:lnTo>
                    <a:pt x="214" y="304"/>
                  </a:lnTo>
                  <a:lnTo>
                    <a:pt x="305" y="213"/>
                  </a:lnTo>
                  <a:lnTo>
                    <a:pt x="426" y="396"/>
                  </a:lnTo>
                  <a:lnTo>
                    <a:pt x="548" y="183"/>
                  </a:lnTo>
                  <a:cubicBezTo>
                    <a:pt x="396" y="122"/>
                    <a:pt x="305" y="61"/>
                    <a:pt x="1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7"/>
            <p:cNvSpPr/>
            <p:nvPr/>
          </p:nvSpPr>
          <p:spPr>
            <a:xfrm>
              <a:off x="4330576" y="3611375"/>
              <a:ext cx="12707" cy="9370"/>
            </a:xfrm>
            <a:custGeom>
              <a:rect b="b" l="l" r="r" t="t"/>
              <a:pathLst>
                <a:path extrusionOk="0" h="292" w="396">
                  <a:moveTo>
                    <a:pt x="214" y="0"/>
                  </a:moveTo>
                  <a:lnTo>
                    <a:pt x="183" y="122"/>
                  </a:lnTo>
                  <a:lnTo>
                    <a:pt x="92" y="61"/>
                  </a:lnTo>
                  <a:lnTo>
                    <a:pt x="1" y="244"/>
                  </a:lnTo>
                  <a:cubicBezTo>
                    <a:pt x="22" y="279"/>
                    <a:pt x="45" y="291"/>
                    <a:pt x="69" y="291"/>
                  </a:cubicBezTo>
                  <a:cubicBezTo>
                    <a:pt x="123" y="291"/>
                    <a:pt x="182" y="226"/>
                    <a:pt x="237" y="226"/>
                  </a:cubicBezTo>
                  <a:cubicBezTo>
                    <a:pt x="261" y="226"/>
                    <a:pt x="284" y="239"/>
                    <a:pt x="305" y="274"/>
                  </a:cubicBezTo>
                  <a:cubicBezTo>
                    <a:pt x="335" y="244"/>
                    <a:pt x="396" y="213"/>
                    <a:pt x="396" y="183"/>
                  </a:cubicBezTo>
                  <a:cubicBezTo>
                    <a:pt x="396" y="122"/>
                    <a:pt x="396" y="61"/>
                    <a:pt x="3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7"/>
            <p:cNvSpPr/>
            <p:nvPr/>
          </p:nvSpPr>
          <p:spPr>
            <a:xfrm>
              <a:off x="4236946" y="3350573"/>
              <a:ext cx="12707" cy="11166"/>
            </a:xfrm>
            <a:custGeom>
              <a:rect b="b" l="l" r="r" t="t"/>
              <a:pathLst>
                <a:path extrusionOk="0" h="348" w="396">
                  <a:moveTo>
                    <a:pt x="197" y="0"/>
                  </a:moveTo>
                  <a:cubicBezTo>
                    <a:pt x="173" y="0"/>
                    <a:pt x="149" y="4"/>
                    <a:pt x="122" y="13"/>
                  </a:cubicBezTo>
                  <a:cubicBezTo>
                    <a:pt x="31" y="43"/>
                    <a:pt x="1" y="134"/>
                    <a:pt x="31" y="256"/>
                  </a:cubicBezTo>
                  <a:lnTo>
                    <a:pt x="214" y="347"/>
                  </a:lnTo>
                  <a:lnTo>
                    <a:pt x="396" y="43"/>
                  </a:lnTo>
                  <a:cubicBezTo>
                    <a:pt x="310" y="22"/>
                    <a:pt x="254" y="0"/>
                    <a:pt x="1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7"/>
            <p:cNvSpPr/>
            <p:nvPr/>
          </p:nvSpPr>
          <p:spPr>
            <a:xfrm>
              <a:off x="4214518" y="3775210"/>
              <a:ext cx="11744" cy="11744"/>
            </a:xfrm>
            <a:custGeom>
              <a:rect b="b" l="l" r="r" t="t"/>
              <a:pathLst>
                <a:path extrusionOk="0" h="366" w="366">
                  <a:moveTo>
                    <a:pt x="1" y="1"/>
                  </a:moveTo>
                  <a:lnTo>
                    <a:pt x="1" y="244"/>
                  </a:lnTo>
                  <a:lnTo>
                    <a:pt x="122" y="153"/>
                  </a:lnTo>
                  <a:lnTo>
                    <a:pt x="214" y="366"/>
                  </a:lnTo>
                  <a:lnTo>
                    <a:pt x="365" y="274"/>
                  </a:lnTo>
                  <a:lnTo>
                    <a:pt x="21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7"/>
            <p:cNvSpPr/>
            <p:nvPr/>
          </p:nvSpPr>
          <p:spPr>
            <a:xfrm>
              <a:off x="4235984" y="3961506"/>
              <a:ext cx="8792" cy="11744"/>
            </a:xfrm>
            <a:custGeom>
              <a:rect b="b" l="l" r="r" t="t"/>
              <a:pathLst>
                <a:path extrusionOk="0" h="366" w="274">
                  <a:moveTo>
                    <a:pt x="274" y="0"/>
                  </a:moveTo>
                  <a:lnTo>
                    <a:pt x="274" y="0"/>
                  </a:lnTo>
                  <a:cubicBezTo>
                    <a:pt x="0" y="61"/>
                    <a:pt x="0" y="61"/>
                    <a:pt x="0" y="365"/>
                  </a:cubicBezTo>
                  <a:cubicBezTo>
                    <a:pt x="122" y="304"/>
                    <a:pt x="183" y="304"/>
                    <a:pt x="213" y="213"/>
                  </a:cubicBezTo>
                  <a:cubicBezTo>
                    <a:pt x="244" y="152"/>
                    <a:pt x="274" y="61"/>
                    <a:pt x="2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7"/>
            <p:cNvSpPr/>
            <p:nvPr/>
          </p:nvSpPr>
          <p:spPr>
            <a:xfrm>
              <a:off x="4230144" y="3291469"/>
              <a:ext cx="11712" cy="12707"/>
            </a:xfrm>
            <a:custGeom>
              <a:rect b="b" l="l" r="r" t="t"/>
              <a:pathLst>
                <a:path extrusionOk="0" h="396" w="365">
                  <a:moveTo>
                    <a:pt x="30" y="1"/>
                  </a:moveTo>
                  <a:lnTo>
                    <a:pt x="30" y="1"/>
                  </a:lnTo>
                  <a:cubicBezTo>
                    <a:pt x="61" y="183"/>
                    <a:pt x="0" y="335"/>
                    <a:pt x="152" y="396"/>
                  </a:cubicBezTo>
                  <a:lnTo>
                    <a:pt x="365" y="213"/>
                  </a:lnTo>
                  <a:lnTo>
                    <a:pt x="3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7"/>
            <p:cNvSpPr/>
            <p:nvPr/>
          </p:nvSpPr>
          <p:spPr>
            <a:xfrm>
              <a:off x="4187212" y="3563566"/>
              <a:ext cx="8824" cy="15659"/>
            </a:xfrm>
            <a:custGeom>
              <a:rect b="b" l="l" r="r" t="t"/>
              <a:pathLst>
                <a:path extrusionOk="0" h="488" w="275">
                  <a:moveTo>
                    <a:pt x="122" y="1"/>
                  </a:moveTo>
                  <a:lnTo>
                    <a:pt x="1" y="275"/>
                  </a:lnTo>
                  <a:lnTo>
                    <a:pt x="61" y="487"/>
                  </a:lnTo>
                  <a:lnTo>
                    <a:pt x="274" y="457"/>
                  </a:lnTo>
                  <a:cubicBezTo>
                    <a:pt x="122" y="335"/>
                    <a:pt x="213" y="214"/>
                    <a:pt x="213" y="92"/>
                  </a:cubicBezTo>
                  <a:lnTo>
                    <a:pt x="1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7"/>
            <p:cNvSpPr/>
            <p:nvPr/>
          </p:nvSpPr>
          <p:spPr>
            <a:xfrm>
              <a:off x="4268167" y="4125341"/>
              <a:ext cx="10749" cy="10781"/>
            </a:xfrm>
            <a:custGeom>
              <a:rect b="b" l="l" r="r" t="t"/>
              <a:pathLst>
                <a:path extrusionOk="0" h="336" w="335">
                  <a:moveTo>
                    <a:pt x="335" y="1"/>
                  </a:moveTo>
                  <a:lnTo>
                    <a:pt x="0" y="153"/>
                  </a:lnTo>
                  <a:lnTo>
                    <a:pt x="0" y="274"/>
                  </a:lnTo>
                  <a:cubicBezTo>
                    <a:pt x="31" y="259"/>
                    <a:pt x="61" y="252"/>
                    <a:pt x="88" y="252"/>
                  </a:cubicBezTo>
                  <a:cubicBezTo>
                    <a:pt x="114" y="252"/>
                    <a:pt x="137" y="259"/>
                    <a:pt x="152" y="274"/>
                  </a:cubicBezTo>
                  <a:cubicBezTo>
                    <a:pt x="213" y="274"/>
                    <a:pt x="274" y="305"/>
                    <a:pt x="335" y="335"/>
                  </a:cubicBezTo>
                  <a:lnTo>
                    <a:pt x="33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7"/>
            <p:cNvSpPr/>
            <p:nvPr/>
          </p:nvSpPr>
          <p:spPr>
            <a:xfrm>
              <a:off x="4274007" y="4209216"/>
              <a:ext cx="10781" cy="12707"/>
            </a:xfrm>
            <a:custGeom>
              <a:rect b="b" l="l" r="r" t="t"/>
              <a:pathLst>
                <a:path extrusionOk="0" h="396" w="336">
                  <a:moveTo>
                    <a:pt x="92" y="1"/>
                  </a:moveTo>
                  <a:cubicBezTo>
                    <a:pt x="1" y="62"/>
                    <a:pt x="1" y="214"/>
                    <a:pt x="62" y="305"/>
                  </a:cubicBezTo>
                  <a:cubicBezTo>
                    <a:pt x="92" y="335"/>
                    <a:pt x="122" y="366"/>
                    <a:pt x="183" y="396"/>
                  </a:cubicBezTo>
                  <a:lnTo>
                    <a:pt x="335" y="183"/>
                  </a:lnTo>
                  <a:lnTo>
                    <a:pt x="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7"/>
            <p:cNvSpPr/>
            <p:nvPr/>
          </p:nvSpPr>
          <p:spPr>
            <a:xfrm>
              <a:off x="4793845" y="2989115"/>
              <a:ext cx="11744" cy="10781"/>
            </a:xfrm>
            <a:custGeom>
              <a:rect b="b" l="l" r="r" t="t"/>
              <a:pathLst>
                <a:path extrusionOk="0" h="336" w="366">
                  <a:moveTo>
                    <a:pt x="62" y="1"/>
                  </a:moveTo>
                  <a:cubicBezTo>
                    <a:pt x="31" y="31"/>
                    <a:pt x="31" y="62"/>
                    <a:pt x="1" y="92"/>
                  </a:cubicBezTo>
                  <a:lnTo>
                    <a:pt x="62" y="335"/>
                  </a:lnTo>
                  <a:lnTo>
                    <a:pt x="366" y="92"/>
                  </a:lnTo>
                  <a:cubicBezTo>
                    <a:pt x="338" y="37"/>
                    <a:pt x="305" y="21"/>
                    <a:pt x="270" y="21"/>
                  </a:cubicBezTo>
                  <a:cubicBezTo>
                    <a:pt x="221" y="21"/>
                    <a:pt x="169" y="54"/>
                    <a:pt x="126" y="54"/>
                  </a:cubicBezTo>
                  <a:cubicBezTo>
                    <a:pt x="100" y="54"/>
                    <a:pt x="78" y="41"/>
                    <a:pt x="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7"/>
            <p:cNvSpPr/>
            <p:nvPr/>
          </p:nvSpPr>
          <p:spPr>
            <a:xfrm>
              <a:off x="4547097" y="4487184"/>
              <a:ext cx="8824" cy="9787"/>
            </a:xfrm>
            <a:custGeom>
              <a:rect b="b" l="l" r="r" t="t"/>
              <a:pathLst>
                <a:path extrusionOk="0" h="305" w="275">
                  <a:moveTo>
                    <a:pt x="31" y="1"/>
                  </a:moveTo>
                  <a:cubicBezTo>
                    <a:pt x="1" y="183"/>
                    <a:pt x="61" y="274"/>
                    <a:pt x="183" y="305"/>
                  </a:cubicBezTo>
                  <a:cubicBezTo>
                    <a:pt x="274" y="183"/>
                    <a:pt x="274" y="183"/>
                    <a:pt x="2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7"/>
            <p:cNvSpPr/>
            <p:nvPr/>
          </p:nvSpPr>
          <p:spPr>
            <a:xfrm>
              <a:off x="4246701" y="4093158"/>
              <a:ext cx="11744" cy="18579"/>
            </a:xfrm>
            <a:custGeom>
              <a:rect b="b" l="l" r="r" t="t"/>
              <a:pathLst>
                <a:path extrusionOk="0" h="579" w="366">
                  <a:moveTo>
                    <a:pt x="153" y="1"/>
                  </a:moveTo>
                  <a:lnTo>
                    <a:pt x="1" y="122"/>
                  </a:lnTo>
                  <a:cubicBezTo>
                    <a:pt x="153" y="122"/>
                    <a:pt x="153" y="244"/>
                    <a:pt x="153" y="335"/>
                  </a:cubicBezTo>
                  <a:cubicBezTo>
                    <a:pt x="153" y="426"/>
                    <a:pt x="153" y="487"/>
                    <a:pt x="153" y="578"/>
                  </a:cubicBezTo>
                  <a:cubicBezTo>
                    <a:pt x="366" y="366"/>
                    <a:pt x="244" y="183"/>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7"/>
            <p:cNvSpPr/>
            <p:nvPr/>
          </p:nvSpPr>
          <p:spPr>
            <a:xfrm>
              <a:off x="4212560" y="3943955"/>
              <a:ext cx="8824" cy="10557"/>
            </a:xfrm>
            <a:custGeom>
              <a:rect b="b" l="l" r="r" t="t"/>
              <a:pathLst>
                <a:path extrusionOk="0" h="329" w="275">
                  <a:moveTo>
                    <a:pt x="92" y="0"/>
                  </a:moveTo>
                  <a:lnTo>
                    <a:pt x="1" y="183"/>
                  </a:lnTo>
                  <a:cubicBezTo>
                    <a:pt x="45" y="272"/>
                    <a:pt x="90" y="328"/>
                    <a:pt x="158" y="328"/>
                  </a:cubicBezTo>
                  <a:cubicBezTo>
                    <a:pt x="183" y="328"/>
                    <a:pt x="212" y="320"/>
                    <a:pt x="244" y="304"/>
                  </a:cubicBezTo>
                  <a:cubicBezTo>
                    <a:pt x="275" y="152"/>
                    <a:pt x="244" y="31"/>
                    <a:pt x="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7"/>
            <p:cNvSpPr/>
            <p:nvPr/>
          </p:nvSpPr>
          <p:spPr>
            <a:xfrm>
              <a:off x="4269130" y="4166316"/>
              <a:ext cx="9787" cy="14664"/>
            </a:xfrm>
            <a:custGeom>
              <a:rect b="b" l="l" r="r" t="t"/>
              <a:pathLst>
                <a:path extrusionOk="0" h="457" w="305">
                  <a:moveTo>
                    <a:pt x="62" y="0"/>
                  </a:moveTo>
                  <a:cubicBezTo>
                    <a:pt x="1" y="183"/>
                    <a:pt x="62" y="365"/>
                    <a:pt x="214" y="456"/>
                  </a:cubicBezTo>
                  <a:lnTo>
                    <a:pt x="305" y="335"/>
                  </a:lnTo>
                  <a:lnTo>
                    <a:pt x="153" y="274"/>
                  </a:lnTo>
                  <a:lnTo>
                    <a:pt x="2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7"/>
            <p:cNvSpPr/>
            <p:nvPr/>
          </p:nvSpPr>
          <p:spPr>
            <a:xfrm>
              <a:off x="4276959" y="4086324"/>
              <a:ext cx="10749" cy="12739"/>
            </a:xfrm>
            <a:custGeom>
              <a:rect b="b" l="l" r="r" t="t"/>
              <a:pathLst>
                <a:path extrusionOk="0" h="397" w="335">
                  <a:moveTo>
                    <a:pt x="122" y="1"/>
                  </a:moveTo>
                  <a:cubicBezTo>
                    <a:pt x="61" y="1"/>
                    <a:pt x="30" y="1"/>
                    <a:pt x="0" y="31"/>
                  </a:cubicBezTo>
                  <a:lnTo>
                    <a:pt x="0" y="244"/>
                  </a:lnTo>
                  <a:lnTo>
                    <a:pt x="91" y="153"/>
                  </a:lnTo>
                  <a:lnTo>
                    <a:pt x="213" y="275"/>
                  </a:lnTo>
                  <a:lnTo>
                    <a:pt x="122" y="366"/>
                  </a:lnTo>
                  <a:lnTo>
                    <a:pt x="274" y="396"/>
                  </a:lnTo>
                  <a:cubicBezTo>
                    <a:pt x="243" y="244"/>
                    <a:pt x="334" y="31"/>
                    <a:pt x="1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7"/>
            <p:cNvSpPr/>
            <p:nvPr/>
          </p:nvSpPr>
          <p:spPr>
            <a:xfrm>
              <a:off x="4237941" y="3825201"/>
              <a:ext cx="9787" cy="9530"/>
            </a:xfrm>
            <a:custGeom>
              <a:rect b="b" l="l" r="r" t="t"/>
              <a:pathLst>
                <a:path extrusionOk="0" h="297" w="305">
                  <a:moveTo>
                    <a:pt x="103" y="1"/>
                  </a:moveTo>
                  <a:cubicBezTo>
                    <a:pt x="72" y="1"/>
                    <a:pt x="38" y="8"/>
                    <a:pt x="0" y="23"/>
                  </a:cubicBezTo>
                  <a:cubicBezTo>
                    <a:pt x="0" y="175"/>
                    <a:pt x="61" y="267"/>
                    <a:pt x="152" y="297"/>
                  </a:cubicBezTo>
                  <a:lnTo>
                    <a:pt x="304" y="206"/>
                  </a:lnTo>
                  <a:cubicBezTo>
                    <a:pt x="259" y="69"/>
                    <a:pt x="196" y="1"/>
                    <a:pt x="1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7"/>
            <p:cNvSpPr/>
            <p:nvPr/>
          </p:nvSpPr>
          <p:spPr>
            <a:xfrm>
              <a:off x="4623175" y="4386720"/>
              <a:ext cx="12707" cy="9787"/>
            </a:xfrm>
            <a:custGeom>
              <a:rect b="b" l="l" r="r" t="t"/>
              <a:pathLst>
                <a:path extrusionOk="0" h="305" w="396">
                  <a:moveTo>
                    <a:pt x="396" y="1"/>
                  </a:moveTo>
                  <a:cubicBezTo>
                    <a:pt x="335" y="31"/>
                    <a:pt x="244" y="62"/>
                    <a:pt x="183" y="92"/>
                  </a:cubicBezTo>
                  <a:cubicBezTo>
                    <a:pt x="122" y="92"/>
                    <a:pt x="61" y="122"/>
                    <a:pt x="1" y="122"/>
                  </a:cubicBezTo>
                  <a:lnTo>
                    <a:pt x="183" y="305"/>
                  </a:lnTo>
                  <a:lnTo>
                    <a:pt x="213" y="153"/>
                  </a:lnTo>
                  <a:lnTo>
                    <a:pt x="396" y="244"/>
                  </a:lnTo>
                  <a:lnTo>
                    <a:pt x="3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7"/>
            <p:cNvSpPr/>
            <p:nvPr/>
          </p:nvSpPr>
          <p:spPr>
            <a:xfrm>
              <a:off x="4318896" y="4405267"/>
              <a:ext cx="10749" cy="11744"/>
            </a:xfrm>
            <a:custGeom>
              <a:rect b="b" l="l" r="r" t="t"/>
              <a:pathLst>
                <a:path extrusionOk="0" h="366" w="335">
                  <a:moveTo>
                    <a:pt x="61" y="0"/>
                  </a:moveTo>
                  <a:cubicBezTo>
                    <a:pt x="30" y="152"/>
                    <a:pt x="0" y="274"/>
                    <a:pt x="122" y="365"/>
                  </a:cubicBezTo>
                  <a:lnTo>
                    <a:pt x="182" y="365"/>
                  </a:lnTo>
                  <a:cubicBezTo>
                    <a:pt x="243" y="304"/>
                    <a:pt x="334" y="274"/>
                    <a:pt x="274" y="152"/>
                  </a:cubicBezTo>
                  <a:lnTo>
                    <a:pt x="274" y="152"/>
                  </a:lnTo>
                  <a:lnTo>
                    <a:pt x="182" y="244"/>
                  </a:lnTo>
                  <a:lnTo>
                    <a:pt x="15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7"/>
            <p:cNvSpPr/>
            <p:nvPr/>
          </p:nvSpPr>
          <p:spPr>
            <a:xfrm>
              <a:off x="4203801" y="3653312"/>
              <a:ext cx="10749" cy="10011"/>
            </a:xfrm>
            <a:custGeom>
              <a:rect b="b" l="l" r="r" t="t"/>
              <a:pathLst>
                <a:path extrusionOk="0" h="312" w="335">
                  <a:moveTo>
                    <a:pt x="244" y="0"/>
                  </a:moveTo>
                  <a:cubicBezTo>
                    <a:pt x="61" y="0"/>
                    <a:pt x="0" y="61"/>
                    <a:pt x="0" y="244"/>
                  </a:cubicBezTo>
                  <a:lnTo>
                    <a:pt x="152" y="152"/>
                  </a:lnTo>
                  <a:cubicBezTo>
                    <a:pt x="200" y="176"/>
                    <a:pt x="192" y="311"/>
                    <a:pt x="258" y="311"/>
                  </a:cubicBezTo>
                  <a:cubicBezTo>
                    <a:pt x="277" y="311"/>
                    <a:pt x="301" y="301"/>
                    <a:pt x="335" y="274"/>
                  </a:cubicBezTo>
                  <a:lnTo>
                    <a:pt x="2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7"/>
            <p:cNvSpPr/>
            <p:nvPr/>
          </p:nvSpPr>
          <p:spPr>
            <a:xfrm>
              <a:off x="4229149" y="3557726"/>
              <a:ext cx="10781" cy="11744"/>
            </a:xfrm>
            <a:custGeom>
              <a:rect b="b" l="l" r="r" t="t"/>
              <a:pathLst>
                <a:path extrusionOk="0" h="366" w="336">
                  <a:moveTo>
                    <a:pt x="274" y="1"/>
                  </a:moveTo>
                  <a:cubicBezTo>
                    <a:pt x="183" y="122"/>
                    <a:pt x="31" y="122"/>
                    <a:pt x="1" y="365"/>
                  </a:cubicBezTo>
                  <a:lnTo>
                    <a:pt x="335" y="244"/>
                  </a:lnTo>
                  <a:lnTo>
                    <a:pt x="335" y="61"/>
                  </a:lnTo>
                  <a:lnTo>
                    <a:pt x="2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7"/>
            <p:cNvSpPr/>
            <p:nvPr/>
          </p:nvSpPr>
          <p:spPr>
            <a:xfrm>
              <a:off x="4281836" y="4099030"/>
              <a:ext cx="8792" cy="13669"/>
            </a:xfrm>
            <a:custGeom>
              <a:rect b="b" l="l" r="r" t="t"/>
              <a:pathLst>
                <a:path extrusionOk="0" h="426" w="274">
                  <a:moveTo>
                    <a:pt x="243" y="0"/>
                  </a:moveTo>
                  <a:lnTo>
                    <a:pt x="243" y="0"/>
                  </a:lnTo>
                  <a:cubicBezTo>
                    <a:pt x="30" y="61"/>
                    <a:pt x="0" y="122"/>
                    <a:pt x="122" y="426"/>
                  </a:cubicBezTo>
                  <a:cubicBezTo>
                    <a:pt x="213" y="304"/>
                    <a:pt x="274" y="122"/>
                    <a:pt x="2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7"/>
            <p:cNvSpPr/>
            <p:nvPr/>
          </p:nvSpPr>
          <p:spPr>
            <a:xfrm>
              <a:off x="4237941" y="4099030"/>
              <a:ext cx="8792" cy="9787"/>
            </a:xfrm>
            <a:custGeom>
              <a:rect b="b" l="l" r="r" t="t"/>
              <a:pathLst>
                <a:path extrusionOk="0" h="305" w="274">
                  <a:moveTo>
                    <a:pt x="274" y="0"/>
                  </a:moveTo>
                  <a:cubicBezTo>
                    <a:pt x="152" y="0"/>
                    <a:pt x="61" y="0"/>
                    <a:pt x="0" y="183"/>
                  </a:cubicBezTo>
                  <a:lnTo>
                    <a:pt x="183" y="304"/>
                  </a:lnTo>
                  <a:lnTo>
                    <a:pt x="27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7"/>
            <p:cNvSpPr/>
            <p:nvPr/>
          </p:nvSpPr>
          <p:spPr>
            <a:xfrm>
              <a:off x="4334490" y="3260249"/>
              <a:ext cx="8792" cy="12739"/>
            </a:xfrm>
            <a:custGeom>
              <a:rect b="b" l="l" r="r" t="t"/>
              <a:pathLst>
                <a:path extrusionOk="0" h="397" w="274">
                  <a:moveTo>
                    <a:pt x="92" y="1"/>
                  </a:moveTo>
                  <a:lnTo>
                    <a:pt x="0" y="123"/>
                  </a:lnTo>
                  <a:lnTo>
                    <a:pt x="213" y="275"/>
                  </a:lnTo>
                  <a:lnTo>
                    <a:pt x="152" y="366"/>
                  </a:lnTo>
                  <a:lnTo>
                    <a:pt x="274" y="396"/>
                  </a:lnTo>
                  <a:lnTo>
                    <a:pt x="274" y="92"/>
                  </a:lnTo>
                  <a:lnTo>
                    <a:pt x="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7"/>
            <p:cNvSpPr/>
            <p:nvPr/>
          </p:nvSpPr>
          <p:spPr>
            <a:xfrm>
              <a:off x="4278800" y="3834200"/>
              <a:ext cx="6850" cy="9900"/>
            </a:xfrm>
            <a:custGeom>
              <a:rect b="b" l="l" r="r" t="t"/>
              <a:pathLst>
                <a:path extrusionOk="0" h="396" w="274">
                  <a:moveTo>
                    <a:pt x="152" y="0"/>
                  </a:moveTo>
                  <a:lnTo>
                    <a:pt x="61" y="31"/>
                  </a:lnTo>
                  <a:cubicBezTo>
                    <a:pt x="91" y="152"/>
                    <a:pt x="0" y="274"/>
                    <a:pt x="122" y="365"/>
                  </a:cubicBezTo>
                  <a:lnTo>
                    <a:pt x="183" y="395"/>
                  </a:lnTo>
                  <a:lnTo>
                    <a:pt x="274" y="274"/>
                  </a:lnTo>
                  <a:lnTo>
                    <a:pt x="15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7"/>
            <p:cNvSpPr/>
            <p:nvPr/>
          </p:nvSpPr>
          <p:spPr>
            <a:xfrm>
              <a:off x="4487609" y="2973521"/>
              <a:ext cx="7829" cy="13701"/>
            </a:xfrm>
            <a:custGeom>
              <a:rect b="b" l="l" r="r" t="t"/>
              <a:pathLst>
                <a:path extrusionOk="0" h="427" w="244">
                  <a:moveTo>
                    <a:pt x="92" y="1"/>
                  </a:moveTo>
                  <a:lnTo>
                    <a:pt x="1" y="122"/>
                  </a:lnTo>
                  <a:lnTo>
                    <a:pt x="153" y="426"/>
                  </a:lnTo>
                  <a:lnTo>
                    <a:pt x="244" y="92"/>
                  </a:lnTo>
                  <a:lnTo>
                    <a:pt x="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7"/>
            <p:cNvSpPr/>
            <p:nvPr/>
          </p:nvSpPr>
          <p:spPr>
            <a:xfrm>
              <a:off x="4243781" y="3995646"/>
              <a:ext cx="12707" cy="9787"/>
            </a:xfrm>
            <a:custGeom>
              <a:rect b="b" l="l" r="r" t="t"/>
              <a:pathLst>
                <a:path extrusionOk="0" h="305" w="396">
                  <a:moveTo>
                    <a:pt x="153" y="0"/>
                  </a:moveTo>
                  <a:lnTo>
                    <a:pt x="1" y="122"/>
                  </a:lnTo>
                  <a:lnTo>
                    <a:pt x="153" y="304"/>
                  </a:lnTo>
                  <a:lnTo>
                    <a:pt x="396" y="91"/>
                  </a:lnTo>
                  <a:lnTo>
                    <a:pt x="1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7"/>
            <p:cNvSpPr/>
            <p:nvPr/>
          </p:nvSpPr>
          <p:spPr>
            <a:xfrm>
              <a:off x="4217438" y="3508954"/>
              <a:ext cx="9787" cy="12707"/>
            </a:xfrm>
            <a:custGeom>
              <a:rect b="b" l="l" r="r" t="t"/>
              <a:pathLst>
                <a:path extrusionOk="0" h="396" w="305">
                  <a:moveTo>
                    <a:pt x="153" y="1"/>
                  </a:moveTo>
                  <a:lnTo>
                    <a:pt x="153" y="1"/>
                  </a:lnTo>
                  <a:cubicBezTo>
                    <a:pt x="123" y="122"/>
                    <a:pt x="1" y="183"/>
                    <a:pt x="62" y="396"/>
                  </a:cubicBezTo>
                  <a:cubicBezTo>
                    <a:pt x="153" y="274"/>
                    <a:pt x="305" y="214"/>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7"/>
            <p:cNvSpPr/>
            <p:nvPr/>
          </p:nvSpPr>
          <p:spPr>
            <a:xfrm>
              <a:off x="4756785" y="3159817"/>
              <a:ext cx="12707" cy="9787"/>
            </a:xfrm>
            <a:custGeom>
              <a:rect b="b" l="l" r="r" t="t"/>
              <a:pathLst>
                <a:path extrusionOk="0" h="305" w="396">
                  <a:moveTo>
                    <a:pt x="122" y="0"/>
                  </a:moveTo>
                  <a:cubicBezTo>
                    <a:pt x="122" y="122"/>
                    <a:pt x="1" y="152"/>
                    <a:pt x="1" y="304"/>
                  </a:cubicBezTo>
                  <a:lnTo>
                    <a:pt x="396" y="152"/>
                  </a:lnTo>
                  <a:lnTo>
                    <a:pt x="1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7"/>
            <p:cNvSpPr/>
            <p:nvPr/>
          </p:nvSpPr>
          <p:spPr>
            <a:xfrm>
              <a:off x="4221352" y="3712801"/>
              <a:ext cx="7829" cy="12707"/>
            </a:xfrm>
            <a:custGeom>
              <a:rect b="b" l="l" r="r" t="t"/>
              <a:pathLst>
                <a:path extrusionOk="0" h="396" w="244">
                  <a:moveTo>
                    <a:pt x="152" y="0"/>
                  </a:moveTo>
                  <a:cubicBezTo>
                    <a:pt x="122" y="0"/>
                    <a:pt x="61" y="31"/>
                    <a:pt x="61" y="31"/>
                  </a:cubicBezTo>
                  <a:cubicBezTo>
                    <a:pt x="1" y="152"/>
                    <a:pt x="61" y="304"/>
                    <a:pt x="152" y="396"/>
                  </a:cubicBezTo>
                  <a:lnTo>
                    <a:pt x="244" y="304"/>
                  </a:lnTo>
                  <a:lnTo>
                    <a:pt x="15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7"/>
            <p:cNvSpPr/>
            <p:nvPr/>
          </p:nvSpPr>
          <p:spPr>
            <a:xfrm>
              <a:off x="4326693" y="4344783"/>
              <a:ext cx="6835" cy="10781"/>
            </a:xfrm>
            <a:custGeom>
              <a:rect b="b" l="l" r="r" t="t"/>
              <a:pathLst>
                <a:path extrusionOk="0" h="336" w="213">
                  <a:moveTo>
                    <a:pt x="0" y="1"/>
                  </a:moveTo>
                  <a:lnTo>
                    <a:pt x="0" y="305"/>
                  </a:lnTo>
                  <a:lnTo>
                    <a:pt x="61" y="335"/>
                  </a:lnTo>
                  <a:lnTo>
                    <a:pt x="2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7"/>
            <p:cNvSpPr/>
            <p:nvPr/>
          </p:nvSpPr>
          <p:spPr>
            <a:xfrm>
              <a:off x="4373508" y="4377961"/>
              <a:ext cx="7829" cy="13669"/>
            </a:xfrm>
            <a:custGeom>
              <a:rect b="b" l="l" r="r" t="t"/>
              <a:pathLst>
                <a:path extrusionOk="0" h="426" w="244">
                  <a:moveTo>
                    <a:pt x="0" y="0"/>
                  </a:moveTo>
                  <a:lnTo>
                    <a:pt x="31" y="426"/>
                  </a:lnTo>
                  <a:lnTo>
                    <a:pt x="243" y="213"/>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7"/>
            <p:cNvSpPr/>
            <p:nvPr/>
          </p:nvSpPr>
          <p:spPr>
            <a:xfrm>
              <a:off x="4715842" y="3305138"/>
              <a:ext cx="8792" cy="7829"/>
            </a:xfrm>
            <a:custGeom>
              <a:rect b="b" l="l" r="r" t="t"/>
              <a:pathLst>
                <a:path extrusionOk="0" h="244" w="274">
                  <a:moveTo>
                    <a:pt x="0" y="0"/>
                  </a:moveTo>
                  <a:lnTo>
                    <a:pt x="0" y="243"/>
                  </a:lnTo>
                  <a:cubicBezTo>
                    <a:pt x="61" y="213"/>
                    <a:pt x="91" y="183"/>
                    <a:pt x="152" y="152"/>
                  </a:cubicBezTo>
                  <a:cubicBezTo>
                    <a:pt x="183" y="152"/>
                    <a:pt x="213" y="183"/>
                    <a:pt x="274" y="213"/>
                  </a:cubicBezTo>
                  <a:cubicBezTo>
                    <a:pt x="243" y="0"/>
                    <a:pt x="122"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7"/>
            <p:cNvSpPr/>
            <p:nvPr/>
          </p:nvSpPr>
          <p:spPr>
            <a:xfrm>
              <a:off x="4284756" y="3312935"/>
              <a:ext cx="8792" cy="9787"/>
            </a:xfrm>
            <a:custGeom>
              <a:rect b="b" l="l" r="r" t="t"/>
              <a:pathLst>
                <a:path extrusionOk="0" h="305" w="274">
                  <a:moveTo>
                    <a:pt x="0" y="0"/>
                  </a:moveTo>
                  <a:lnTo>
                    <a:pt x="122" y="304"/>
                  </a:lnTo>
                  <a:cubicBezTo>
                    <a:pt x="213" y="243"/>
                    <a:pt x="274" y="122"/>
                    <a:pt x="2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7"/>
            <p:cNvSpPr/>
            <p:nvPr/>
          </p:nvSpPr>
          <p:spPr>
            <a:xfrm>
              <a:off x="4326693" y="4441332"/>
              <a:ext cx="6835" cy="12739"/>
            </a:xfrm>
            <a:custGeom>
              <a:rect b="b" l="l" r="r" t="t"/>
              <a:pathLst>
                <a:path extrusionOk="0" h="397" w="213">
                  <a:moveTo>
                    <a:pt x="0" y="1"/>
                  </a:moveTo>
                  <a:lnTo>
                    <a:pt x="0" y="396"/>
                  </a:lnTo>
                  <a:lnTo>
                    <a:pt x="213" y="183"/>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7"/>
            <p:cNvSpPr/>
            <p:nvPr/>
          </p:nvSpPr>
          <p:spPr>
            <a:xfrm>
              <a:off x="4198924" y="3831779"/>
              <a:ext cx="8792" cy="8599"/>
            </a:xfrm>
            <a:custGeom>
              <a:rect b="b" l="l" r="r" t="t"/>
              <a:pathLst>
                <a:path extrusionOk="0" h="268" w="274">
                  <a:moveTo>
                    <a:pt x="274" y="1"/>
                  </a:moveTo>
                  <a:lnTo>
                    <a:pt x="0" y="122"/>
                  </a:lnTo>
                  <a:cubicBezTo>
                    <a:pt x="67" y="211"/>
                    <a:pt x="118" y="268"/>
                    <a:pt x="188" y="268"/>
                  </a:cubicBezTo>
                  <a:cubicBezTo>
                    <a:pt x="213" y="268"/>
                    <a:pt x="241" y="260"/>
                    <a:pt x="274" y="244"/>
                  </a:cubicBezTo>
                  <a:lnTo>
                    <a:pt x="2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7"/>
            <p:cNvSpPr/>
            <p:nvPr/>
          </p:nvSpPr>
          <p:spPr>
            <a:xfrm>
              <a:off x="4648524" y="3018379"/>
              <a:ext cx="5904" cy="13701"/>
            </a:xfrm>
            <a:custGeom>
              <a:rect b="b" l="l" r="r" t="t"/>
              <a:pathLst>
                <a:path extrusionOk="0" h="427" w="184">
                  <a:moveTo>
                    <a:pt x="183" y="1"/>
                  </a:moveTo>
                  <a:lnTo>
                    <a:pt x="1" y="305"/>
                  </a:lnTo>
                  <a:lnTo>
                    <a:pt x="183" y="426"/>
                  </a:lnTo>
                  <a:lnTo>
                    <a:pt x="1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7"/>
            <p:cNvSpPr/>
            <p:nvPr/>
          </p:nvSpPr>
          <p:spPr>
            <a:xfrm>
              <a:off x="4197961" y="3525543"/>
              <a:ext cx="8792" cy="10749"/>
            </a:xfrm>
            <a:custGeom>
              <a:rect b="b" l="l" r="r" t="t"/>
              <a:pathLst>
                <a:path extrusionOk="0" h="335" w="274">
                  <a:moveTo>
                    <a:pt x="91" y="1"/>
                  </a:moveTo>
                  <a:lnTo>
                    <a:pt x="91" y="1"/>
                  </a:lnTo>
                  <a:cubicBezTo>
                    <a:pt x="0" y="153"/>
                    <a:pt x="61" y="244"/>
                    <a:pt x="152" y="335"/>
                  </a:cubicBezTo>
                  <a:lnTo>
                    <a:pt x="274" y="153"/>
                  </a:lnTo>
                  <a:lnTo>
                    <a:pt x="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7"/>
            <p:cNvSpPr/>
            <p:nvPr/>
          </p:nvSpPr>
          <p:spPr>
            <a:xfrm>
              <a:off x="4290596" y="3257329"/>
              <a:ext cx="6867" cy="11744"/>
            </a:xfrm>
            <a:custGeom>
              <a:rect b="b" l="l" r="r" t="t"/>
              <a:pathLst>
                <a:path extrusionOk="0" h="366" w="214">
                  <a:moveTo>
                    <a:pt x="153" y="1"/>
                  </a:moveTo>
                  <a:cubicBezTo>
                    <a:pt x="1" y="122"/>
                    <a:pt x="61" y="244"/>
                    <a:pt x="31" y="366"/>
                  </a:cubicBezTo>
                  <a:lnTo>
                    <a:pt x="213" y="274"/>
                  </a:lnTo>
                  <a:lnTo>
                    <a:pt x="1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7"/>
            <p:cNvSpPr/>
            <p:nvPr/>
          </p:nvSpPr>
          <p:spPr>
            <a:xfrm>
              <a:off x="4712890" y="3056337"/>
              <a:ext cx="12739" cy="6963"/>
            </a:xfrm>
            <a:custGeom>
              <a:rect b="b" l="l" r="r" t="t"/>
              <a:pathLst>
                <a:path extrusionOk="0" h="217" w="397">
                  <a:moveTo>
                    <a:pt x="272" y="1"/>
                  </a:moveTo>
                  <a:cubicBezTo>
                    <a:pt x="165" y="1"/>
                    <a:pt x="91" y="80"/>
                    <a:pt x="1" y="125"/>
                  </a:cubicBezTo>
                  <a:lnTo>
                    <a:pt x="275" y="216"/>
                  </a:lnTo>
                  <a:lnTo>
                    <a:pt x="396" y="34"/>
                  </a:lnTo>
                  <a:cubicBezTo>
                    <a:pt x="349" y="10"/>
                    <a:pt x="308" y="1"/>
                    <a:pt x="2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7"/>
            <p:cNvSpPr/>
            <p:nvPr/>
          </p:nvSpPr>
          <p:spPr>
            <a:xfrm>
              <a:off x="4250615" y="3384136"/>
              <a:ext cx="8792" cy="8246"/>
            </a:xfrm>
            <a:custGeom>
              <a:rect b="b" l="l" r="r" t="t"/>
              <a:pathLst>
                <a:path extrusionOk="0" h="257" w="274">
                  <a:moveTo>
                    <a:pt x="152" y="0"/>
                  </a:moveTo>
                  <a:cubicBezTo>
                    <a:pt x="61" y="31"/>
                    <a:pt x="0" y="122"/>
                    <a:pt x="31" y="213"/>
                  </a:cubicBezTo>
                  <a:cubicBezTo>
                    <a:pt x="71" y="243"/>
                    <a:pt x="105" y="257"/>
                    <a:pt x="134" y="257"/>
                  </a:cubicBezTo>
                  <a:cubicBezTo>
                    <a:pt x="193" y="257"/>
                    <a:pt x="233" y="203"/>
                    <a:pt x="274" y="122"/>
                  </a:cubicBezTo>
                  <a:cubicBezTo>
                    <a:pt x="244" y="91"/>
                    <a:pt x="244" y="0"/>
                    <a:pt x="1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7"/>
            <p:cNvSpPr/>
            <p:nvPr/>
          </p:nvSpPr>
          <p:spPr>
            <a:xfrm>
              <a:off x="4210635" y="3619172"/>
              <a:ext cx="9787" cy="7829"/>
            </a:xfrm>
            <a:custGeom>
              <a:rect b="b" l="l" r="r" t="t"/>
              <a:pathLst>
                <a:path extrusionOk="0" h="244" w="305">
                  <a:moveTo>
                    <a:pt x="213" y="1"/>
                  </a:moveTo>
                  <a:lnTo>
                    <a:pt x="0" y="152"/>
                  </a:lnTo>
                  <a:lnTo>
                    <a:pt x="183" y="244"/>
                  </a:lnTo>
                  <a:lnTo>
                    <a:pt x="304" y="61"/>
                  </a:lnTo>
                  <a:lnTo>
                    <a:pt x="2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7"/>
            <p:cNvSpPr/>
            <p:nvPr/>
          </p:nvSpPr>
          <p:spPr>
            <a:xfrm>
              <a:off x="4278884" y="3289512"/>
              <a:ext cx="9787" cy="10781"/>
            </a:xfrm>
            <a:custGeom>
              <a:rect b="b" l="l" r="r" t="t"/>
              <a:pathLst>
                <a:path extrusionOk="0" h="336" w="305">
                  <a:moveTo>
                    <a:pt x="214" y="1"/>
                  </a:moveTo>
                  <a:lnTo>
                    <a:pt x="1" y="183"/>
                  </a:lnTo>
                  <a:lnTo>
                    <a:pt x="183" y="335"/>
                  </a:lnTo>
                  <a:cubicBezTo>
                    <a:pt x="305" y="122"/>
                    <a:pt x="305" y="62"/>
                    <a:pt x="2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7"/>
            <p:cNvSpPr/>
            <p:nvPr/>
          </p:nvSpPr>
          <p:spPr>
            <a:xfrm>
              <a:off x="4358876" y="3174449"/>
              <a:ext cx="7829" cy="11712"/>
            </a:xfrm>
            <a:custGeom>
              <a:rect b="b" l="l" r="r" t="t"/>
              <a:pathLst>
                <a:path extrusionOk="0" h="365" w="244">
                  <a:moveTo>
                    <a:pt x="152" y="0"/>
                  </a:moveTo>
                  <a:lnTo>
                    <a:pt x="0" y="183"/>
                  </a:lnTo>
                  <a:lnTo>
                    <a:pt x="91" y="365"/>
                  </a:lnTo>
                  <a:cubicBezTo>
                    <a:pt x="213" y="274"/>
                    <a:pt x="243" y="91"/>
                    <a:pt x="1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7"/>
            <p:cNvSpPr/>
            <p:nvPr/>
          </p:nvSpPr>
          <p:spPr>
            <a:xfrm>
              <a:off x="4278025" y="3996800"/>
              <a:ext cx="7625" cy="6875"/>
            </a:xfrm>
            <a:custGeom>
              <a:rect b="b" l="l" r="r" t="t"/>
              <a:pathLst>
                <a:path extrusionOk="0" h="275" w="305">
                  <a:moveTo>
                    <a:pt x="183" y="1"/>
                  </a:moveTo>
                  <a:lnTo>
                    <a:pt x="1" y="62"/>
                  </a:lnTo>
                  <a:lnTo>
                    <a:pt x="305" y="274"/>
                  </a:lnTo>
                  <a:lnTo>
                    <a:pt x="305" y="62"/>
                  </a:lnTo>
                  <a:lnTo>
                    <a:pt x="1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7"/>
            <p:cNvSpPr/>
            <p:nvPr/>
          </p:nvSpPr>
          <p:spPr>
            <a:xfrm>
              <a:off x="4296435" y="3623087"/>
              <a:ext cx="5904" cy="7829"/>
            </a:xfrm>
            <a:custGeom>
              <a:rect b="b" l="l" r="r" t="t"/>
              <a:pathLst>
                <a:path extrusionOk="0" h="244" w="184">
                  <a:moveTo>
                    <a:pt x="1" y="0"/>
                  </a:moveTo>
                  <a:lnTo>
                    <a:pt x="1" y="243"/>
                  </a:lnTo>
                  <a:lnTo>
                    <a:pt x="183" y="243"/>
                  </a:lnTo>
                  <a:lnTo>
                    <a:pt x="18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7"/>
            <p:cNvSpPr/>
            <p:nvPr/>
          </p:nvSpPr>
          <p:spPr>
            <a:xfrm>
              <a:off x="4235984" y="4201419"/>
              <a:ext cx="5872" cy="6867"/>
            </a:xfrm>
            <a:custGeom>
              <a:rect b="b" l="l" r="r" t="t"/>
              <a:pathLst>
                <a:path extrusionOk="0" h="214" w="183">
                  <a:moveTo>
                    <a:pt x="0" y="1"/>
                  </a:moveTo>
                  <a:lnTo>
                    <a:pt x="0" y="213"/>
                  </a:lnTo>
                  <a:lnTo>
                    <a:pt x="183" y="213"/>
                  </a:lnTo>
                  <a:lnTo>
                    <a:pt x="1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7"/>
            <p:cNvSpPr/>
            <p:nvPr/>
          </p:nvSpPr>
          <p:spPr>
            <a:xfrm>
              <a:off x="4574403" y="2954013"/>
              <a:ext cx="7829" cy="7829"/>
            </a:xfrm>
            <a:custGeom>
              <a:rect b="b" l="l" r="r" t="t"/>
              <a:pathLst>
                <a:path extrusionOk="0" h="244" w="244">
                  <a:moveTo>
                    <a:pt x="1" y="1"/>
                  </a:moveTo>
                  <a:cubicBezTo>
                    <a:pt x="31" y="122"/>
                    <a:pt x="122" y="214"/>
                    <a:pt x="244" y="244"/>
                  </a:cubicBezTo>
                  <a:lnTo>
                    <a:pt x="1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7"/>
            <p:cNvSpPr/>
            <p:nvPr/>
          </p:nvSpPr>
          <p:spPr>
            <a:xfrm>
              <a:off x="4687541" y="3021331"/>
              <a:ext cx="11744" cy="4877"/>
            </a:xfrm>
            <a:custGeom>
              <a:rect b="b" l="l" r="r" t="t"/>
              <a:pathLst>
                <a:path extrusionOk="0" h="152" w="366">
                  <a:moveTo>
                    <a:pt x="365" y="0"/>
                  </a:moveTo>
                  <a:cubicBezTo>
                    <a:pt x="343" y="6"/>
                    <a:pt x="320" y="7"/>
                    <a:pt x="298" y="7"/>
                  </a:cubicBezTo>
                  <a:cubicBezTo>
                    <a:pt x="273" y="7"/>
                    <a:pt x="249" y="5"/>
                    <a:pt x="224" y="5"/>
                  </a:cubicBezTo>
                  <a:cubicBezTo>
                    <a:pt x="150" y="5"/>
                    <a:pt x="75" y="22"/>
                    <a:pt x="1" y="152"/>
                  </a:cubicBezTo>
                  <a:lnTo>
                    <a:pt x="274" y="152"/>
                  </a:lnTo>
                  <a:cubicBezTo>
                    <a:pt x="305" y="152"/>
                    <a:pt x="335" y="61"/>
                    <a:pt x="3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7"/>
            <p:cNvSpPr/>
            <p:nvPr/>
          </p:nvSpPr>
          <p:spPr>
            <a:xfrm>
              <a:off x="4301313" y="3236858"/>
              <a:ext cx="7861" cy="9787"/>
            </a:xfrm>
            <a:custGeom>
              <a:rect b="b" l="l" r="r" t="t"/>
              <a:pathLst>
                <a:path extrusionOk="0" h="305" w="245">
                  <a:moveTo>
                    <a:pt x="153" y="0"/>
                  </a:moveTo>
                  <a:lnTo>
                    <a:pt x="1" y="213"/>
                  </a:lnTo>
                  <a:lnTo>
                    <a:pt x="123" y="304"/>
                  </a:lnTo>
                  <a:lnTo>
                    <a:pt x="244" y="213"/>
                  </a:lnTo>
                  <a:lnTo>
                    <a:pt x="1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7"/>
            <p:cNvSpPr/>
            <p:nvPr/>
          </p:nvSpPr>
          <p:spPr>
            <a:xfrm>
              <a:off x="4276959" y="3382179"/>
              <a:ext cx="6835" cy="9787"/>
            </a:xfrm>
            <a:custGeom>
              <a:rect b="b" l="l" r="r" t="t"/>
              <a:pathLst>
                <a:path extrusionOk="0" h="305" w="213">
                  <a:moveTo>
                    <a:pt x="0" y="0"/>
                  </a:moveTo>
                  <a:lnTo>
                    <a:pt x="0" y="304"/>
                  </a:lnTo>
                  <a:lnTo>
                    <a:pt x="213" y="92"/>
                  </a:lnTo>
                  <a:lnTo>
                    <a:pt x="1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7"/>
            <p:cNvSpPr/>
            <p:nvPr/>
          </p:nvSpPr>
          <p:spPr>
            <a:xfrm>
              <a:off x="4284756" y="4136090"/>
              <a:ext cx="7829" cy="8792"/>
            </a:xfrm>
            <a:custGeom>
              <a:rect b="b" l="l" r="r" t="t"/>
              <a:pathLst>
                <a:path extrusionOk="0" h="274" w="244">
                  <a:moveTo>
                    <a:pt x="0" y="0"/>
                  </a:moveTo>
                  <a:lnTo>
                    <a:pt x="61" y="274"/>
                  </a:lnTo>
                  <a:cubicBezTo>
                    <a:pt x="91" y="243"/>
                    <a:pt x="152" y="183"/>
                    <a:pt x="213" y="152"/>
                  </a:cubicBezTo>
                  <a:cubicBezTo>
                    <a:pt x="213" y="91"/>
                    <a:pt x="213" y="61"/>
                    <a:pt x="243" y="31"/>
                  </a:cubicBez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7"/>
            <p:cNvSpPr/>
            <p:nvPr/>
          </p:nvSpPr>
          <p:spPr>
            <a:xfrm>
              <a:off x="4314982" y="4171193"/>
              <a:ext cx="6867" cy="9787"/>
            </a:xfrm>
            <a:custGeom>
              <a:rect b="b" l="l" r="r" t="t"/>
              <a:pathLst>
                <a:path extrusionOk="0" h="305" w="214">
                  <a:moveTo>
                    <a:pt x="213" y="0"/>
                  </a:moveTo>
                  <a:lnTo>
                    <a:pt x="0" y="213"/>
                  </a:lnTo>
                  <a:lnTo>
                    <a:pt x="0" y="304"/>
                  </a:lnTo>
                  <a:lnTo>
                    <a:pt x="213" y="304"/>
                  </a:lnTo>
                  <a:lnTo>
                    <a:pt x="21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7"/>
            <p:cNvSpPr/>
            <p:nvPr/>
          </p:nvSpPr>
          <p:spPr>
            <a:xfrm>
              <a:off x="4260370" y="3991732"/>
              <a:ext cx="6867" cy="10749"/>
            </a:xfrm>
            <a:custGeom>
              <a:rect b="b" l="l" r="r" t="t"/>
              <a:pathLst>
                <a:path extrusionOk="0" h="335" w="214">
                  <a:moveTo>
                    <a:pt x="61" y="1"/>
                  </a:moveTo>
                  <a:lnTo>
                    <a:pt x="0" y="122"/>
                  </a:lnTo>
                  <a:lnTo>
                    <a:pt x="61" y="335"/>
                  </a:lnTo>
                  <a:lnTo>
                    <a:pt x="213" y="153"/>
                  </a:lnTo>
                  <a:lnTo>
                    <a:pt x="6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7"/>
            <p:cNvSpPr/>
            <p:nvPr/>
          </p:nvSpPr>
          <p:spPr>
            <a:xfrm>
              <a:off x="4232069" y="3710844"/>
              <a:ext cx="5904" cy="7091"/>
            </a:xfrm>
            <a:custGeom>
              <a:rect b="b" l="l" r="r" t="t"/>
              <a:pathLst>
                <a:path extrusionOk="0" h="221" w="184">
                  <a:moveTo>
                    <a:pt x="1" y="1"/>
                  </a:moveTo>
                  <a:lnTo>
                    <a:pt x="1" y="213"/>
                  </a:lnTo>
                  <a:cubicBezTo>
                    <a:pt x="21" y="218"/>
                    <a:pt x="39" y="221"/>
                    <a:pt x="55" y="221"/>
                  </a:cubicBezTo>
                  <a:cubicBezTo>
                    <a:pt x="141" y="221"/>
                    <a:pt x="183" y="153"/>
                    <a:pt x="1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7"/>
            <p:cNvSpPr/>
            <p:nvPr/>
          </p:nvSpPr>
          <p:spPr>
            <a:xfrm>
              <a:off x="4422569" y="4411106"/>
              <a:ext cx="6546" cy="8888"/>
            </a:xfrm>
            <a:custGeom>
              <a:rect b="b" l="l" r="r" t="t"/>
              <a:pathLst>
                <a:path extrusionOk="0" h="277" w="204">
                  <a:moveTo>
                    <a:pt x="21" y="1"/>
                  </a:moveTo>
                  <a:cubicBezTo>
                    <a:pt x="35" y="3"/>
                    <a:pt x="48" y="5"/>
                    <a:pt x="60" y="7"/>
                  </a:cubicBezTo>
                  <a:lnTo>
                    <a:pt x="60" y="7"/>
                  </a:lnTo>
                  <a:cubicBezTo>
                    <a:pt x="50" y="3"/>
                    <a:pt x="37" y="1"/>
                    <a:pt x="21" y="1"/>
                  </a:cubicBezTo>
                  <a:close/>
                  <a:moveTo>
                    <a:pt x="60" y="7"/>
                  </a:moveTo>
                  <a:cubicBezTo>
                    <a:pt x="159" y="49"/>
                    <a:pt x="0" y="276"/>
                    <a:pt x="172" y="276"/>
                  </a:cubicBezTo>
                  <a:cubicBezTo>
                    <a:pt x="182" y="276"/>
                    <a:pt x="192" y="276"/>
                    <a:pt x="204" y="274"/>
                  </a:cubicBezTo>
                  <a:cubicBezTo>
                    <a:pt x="204" y="50"/>
                    <a:pt x="204" y="33"/>
                    <a:pt x="60" y="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7"/>
            <p:cNvSpPr/>
            <p:nvPr/>
          </p:nvSpPr>
          <p:spPr>
            <a:xfrm>
              <a:off x="4739233" y="3048636"/>
              <a:ext cx="12707" cy="7669"/>
            </a:xfrm>
            <a:custGeom>
              <a:rect b="b" l="l" r="r" t="t"/>
              <a:pathLst>
                <a:path extrusionOk="0" h="239" w="396">
                  <a:moveTo>
                    <a:pt x="153" y="0"/>
                  </a:moveTo>
                  <a:lnTo>
                    <a:pt x="1" y="152"/>
                  </a:lnTo>
                  <a:cubicBezTo>
                    <a:pt x="15" y="150"/>
                    <a:pt x="28" y="149"/>
                    <a:pt x="41" y="149"/>
                  </a:cubicBezTo>
                  <a:cubicBezTo>
                    <a:pt x="160" y="149"/>
                    <a:pt x="224" y="239"/>
                    <a:pt x="313" y="239"/>
                  </a:cubicBezTo>
                  <a:cubicBezTo>
                    <a:pt x="338" y="239"/>
                    <a:pt x="365" y="231"/>
                    <a:pt x="396" y="213"/>
                  </a:cubicBezTo>
                  <a:lnTo>
                    <a:pt x="1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7"/>
            <p:cNvSpPr/>
            <p:nvPr/>
          </p:nvSpPr>
          <p:spPr>
            <a:xfrm>
              <a:off x="4284756" y="3102254"/>
              <a:ext cx="7829" cy="9787"/>
            </a:xfrm>
            <a:custGeom>
              <a:rect b="b" l="l" r="r" t="t"/>
              <a:pathLst>
                <a:path extrusionOk="0" h="305" w="244">
                  <a:moveTo>
                    <a:pt x="0" y="1"/>
                  </a:moveTo>
                  <a:lnTo>
                    <a:pt x="61" y="305"/>
                  </a:lnTo>
                  <a:lnTo>
                    <a:pt x="243" y="153"/>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7"/>
            <p:cNvSpPr/>
            <p:nvPr/>
          </p:nvSpPr>
          <p:spPr>
            <a:xfrm>
              <a:off x="4196004" y="3736193"/>
              <a:ext cx="8792" cy="6867"/>
            </a:xfrm>
            <a:custGeom>
              <a:rect b="b" l="l" r="r" t="t"/>
              <a:pathLst>
                <a:path extrusionOk="0" h="214" w="274">
                  <a:moveTo>
                    <a:pt x="0" y="1"/>
                  </a:moveTo>
                  <a:lnTo>
                    <a:pt x="152" y="214"/>
                  </a:lnTo>
                  <a:lnTo>
                    <a:pt x="2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7"/>
            <p:cNvSpPr/>
            <p:nvPr/>
          </p:nvSpPr>
          <p:spPr>
            <a:xfrm>
              <a:off x="4211598" y="3824945"/>
              <a:ext cx="6867" cy="9787"/>
            </a:xfrm>
            <a:custGeom>
              <a:rect b="b" l="l" r="r" t="t"/>
              <a:pathLst>
                <a:path extrusionOk="0" h="305" w="214">
                  <a:moveTo>
                    <a:pt x="122" y="1"/>
                  </a:moveTo>
                  <a:lnTo>
                    <a:pt x="1" y="31"/>
                  </a:lnTo>
                  <a:cubicBezTo>
                    <a:pt x="31" y="123"/>
                    <a:pt x="61" y="214"/>
                    <a:pt x="122" y="305"/>
                  </a:cubicBezTo>
                  <a:lnTo>
                    <a:pt x="213" y="305"/>
                  </a:lnTo>
                  <a:lnTo>
                    <a:pt x="1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7"/>
            <p:cNvSpPr/>
            <p:nvPr/>
          </p:nvSpPr>
          <p:spPr>
            <a:xfrm>
              <a:off x="4809200" y="3822800"/>
              <a:ext cx="6850" cy="5325"/>
            </a:xfrm>
            <a:custGeom>
              <a:rect b="b" l="l" r="r" t="t"/>
              <a:pathLst>
                <a:path extrusionOk="0" h="213" w="274">
                  <a:moveTo>
                    <a:pt x="152" y="0"/>
                  </a:moveTo>
                  <a:lnTo>
                    <a:pt x="0" y="213"/>
                  </a:lnTo>
                  <a:lnTo>
                    <a:pt x="274" y="213"/>
                  </a:lnTo>
                  <a:lnTo>
                    <a:pt x="15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7"/>
            <p:cNvSpPr/>
            <p:nvPr/>
          </p:nvSpPr>
          <p:spPr>
            <a:xfrm>
              <a:off x="4262327" y="3259286"/>
              <a:ext cx="8792" cy="8824"/>
            </a:xfrm>
            <a:custGeom>
              <a:rect b="b" l="l" r="r" t="t"/>
              <a:pathLst>
                <a:path extrusionOk="0" h="275" w="274">
                  <a:moveTo>
                    <a:pt x="274" y="1"/>
                  </a:moveTo>
                  <a:lnTo>
                    <a:pt x="0" y="61"/>
                  </a:lnTo>
                  <a:lnTo>
                    <a:pt x="152" y="274"/>
                  </a:lnTo>
                  <a:lnTo>
                    <a:pt x="2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7"/>
            <p:cNvSpPr/>
            <p:nvPr/>
          </p:nvSpPr>
          <p:spPr>
            <a:xfrm>
              <a:off x="4709008" y="2989115"/>
              <a:ext cx="6867" cy="6867"/>
            </a:xfrm>
            <a:custGeom>
              <a:rect b="b" l="l" r="r" t="t"/>
              <a:pathLst>
                <a:path extrusionOk="0" h="214" w="214">
                  <a:moveTo>
                    <a:pt x="0" y="1"/>
                  </a:moveTo>
                  <a:lnTo>
                    <a:pt x="0" y="214"/>
                  </a:lnTo>
                  <a:lnTo>
                    <a:pt x="213" y="92"/>
                  </a:lnTo>
                  <a:lnTo>
                    <a:pt x="2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7"/>
            <p:cNvSpPr/>
            <p:nvPr/>
          </p:nvSpPr>
          <p:spPr>
            <a:xfrm>
              <a:off x="4194046" y="3955634"/>
              <a:ext cx="8792" cy="8824"/>
            </a:xfrm>
            <a:custGeom>
              <a:rect b="b" l="l" r="r" t="t"/>
              <a:pathLst>
                <a:path extrusionOk="0" h="275" w="274">
                  <a:moveTo>
                    <a:pt x="122" y="1"/>
                  </a:moveTo>
                  <a:lnTo>
                    <a:pt x="0" y="275"/>
                  </a:lnTo>
                  <a:lnTo>
                    <a:pt x="274" y="244"/>
                  </a:lnTo>
                  <a:lnTo>
                    <a:pt x="1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7"/>
            <p:cNvSpPr/>
            <p:nvPr/>
          </p:nvSpPr>
          <p:spPr>
            <a:xfrm>
              <a:off x="4220390" y="3474813"/>
              <a:ext cx="6835" cy="9787"/>
            </a:xfrm>
            <a:custGeom>
              <a:rect b="b" l="l" r="r" t="t"/>
              <a:pathLst>
                <a:path extrusionOk="0" h="305" w="213">
                  <a:moveTo>
                    <a:pt x="182" y="1"/>
                  </a:moveTo>
                  <a:lnTo>
                    <a:pt x="0" y="183"/>
                  </a:lnTo>
                  <a:lnTo>
                    <a:pt x="152" y="305"/>
                  </a:lnTo>
                  <a:lnTo>
                    <a:pt x="213" y="275"/>
                  </a:lnTo>
                  <a:lnTo>
                    <a:pt x="1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7"/>
            <p:cNvSpPr/>
            <p:nvPr/>
          </p:nvSpPr>
          <p:spPr>
            <a:xfrm>
              <a:off x="4626095" y="4375041"/>
              <a:ext cx="4909" cy="9787"/>
            </a:xfrm>
            <a:custGeom>
              <a:rect b="b" l="l" r="r" t="t"/>
              <a:pathLst>
                <a:path extrusionOk="0" h="305" w="153">
                  <a:moveTo>
                    <a:pt x="153" y="0"/>
                  </a:moveTo>
                  <a:cubicBezTo>
                    <a:pt x="62" y="61"/>
                    <a:pt x="1" y="182"/>
                    <a:pt x="62" y="304"/>
                  </a:cubicBezTo>
                  <a:lnTo>
                    <a:pt x="153" y="304"/>
                  </a:lnTo>
                  <a:lnTo>
                    <a:pt x="1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7"/>
            <p:cNvSpPr/>
            <p:nvPr/>
          </p:nvSpPr>
          <p:spPr>
            <a:xfrm>
              <a:off x="4235984" y="3993689"/>
              <a:ext cx="7829" cy="8792"/>
            </a:xfrm>
            <a:custGeom>
              <a:rect b="b" l="l" r="r" t="t"/>
              <a:pathLst>
                <a:path extrusionOk="0" h="274" w="244">
                  <a:moveTo>
                    <a:pt x="0" y="0"/>
                  </a:moveTo>
                  <a:lnTo>
                    <a:pt x="0" y="274"/>
                  </a:lnTo>
                  <a:lnTo>
                    <a:pt x="244" y="122"/>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7"/>
            <p:cNvSpPr/>
            <p:nvPr/>
          </p:nvSpPr>
          <p:spPr>
            <a:xfrm>
              <a:off x="4201843" y="3641601"/>
              <a:ext cx="5519" cy="6963"/>
            </a:xfrm>
            <a:custGeom>
              <a:rect b="b" l="l" r="r" t="t"/>
              <a:pathLst>
                <a:path extrusionOk="0" h="217" w="172">
                  <a:moveTo>
                    <a:pt x="1" y="1"/>
                  </a:moveTo>
                  <a:lnTo>
                    <a:pt x="1" y="213"/>
                  </a:lnTo>
                  <a:cubicBezTo>
                    <a:pt x="13" y="215"/>
                    <a:pt x="24" y="216"/>
                    <a:pt x="33" y="216"/>
                  </a:cubicBezTo>
                  <a:cubicBezTo>
                    <a:pt x="172" y="216"/>
                    <a:pt x="96" y="29"/>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7"/>
            <p:cNvSpPr/>
            <p:nvPr/>
          </p:nvSpPr>
          <p:spPr>
            <a:xfrm>
              <a:off x="4817550" y="3405625"/>
              <a:ext cx="3825" cy="8375"/>
            </a:xfrm>
            <a:custGeom>
              <a:rect b="b" l="l" r="r" t="t"/>
              <a:pathLst>
                <a:path extrusionOk="0" h="335" w="153">
                  <a:moveTo>
                    <a:pt x="1" y="0"/>
                  </a:moveTo>
                  <a:lnTo>
                    <a:pt x="1" y="334"/>
                  </a:lnTo>
                  <a:cubicBezTo>
                    <a:pt x="153" y="243"/>
                    <a:pt x="153" y="213"/>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7"/>
            <p:cNvSpPr/>
            <p:nvPr/>
          </p:nvSpPr>
          <p:spPr>
            <a:xfrm>
              <a:off x="4735351" y="3661109"/>
              <a:ext cx="7829" cy="9787"/>
            </a:xfrm>
            <a:custGeom>
              <a:rect b="b" l="l" r="r" t="t"/>
              <a:pathLst>
                <a:path extrusionOk="0" h="305" w="244">
                  <a:moveTo>
                    <a:pt x="122" y="1"/>
                  </a:moveTo>
                  <a:lnTo>
                    <a:pt x="0" y="183"/>
                  </a:lnTo>
                  <a:lnTo>
                    <a:pt x="61" y="304"/>
                  </a:lnTo>
                  <a:cubicBezTo>
                    <a:pt x="213" y="153"/>
                    <a:pt x="243" y="122"/>
                    <a:pt x="1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7"/>
            <p:cNvSpPr/>
            <p:nvPr/>
          </p:nvSpPr>
          <p:spPr>
            <a:xfrm>
              <a:off x="4199886" y="4048301"/>
              <a:ext cx="6867" cy="9787"/>
            </a:xfrm>
            <a:custGeom>
              <a:rect b="b" l="l" r="r" t="t"/>
              <a:pathLst>
                <a:path extrusionOk="0" h="305" w="214">
                  <a:moveTo>
                    <a:pt x="1" y="1"/>
                  </a:moveTo>
                  <a:lnTo>
                    <a:pt x="1" y="305"/>
                  </a:lnTo>
                  <a:lnTo>
                    <a:pt x="214" y="122"/>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7"/>
            <p:cNvSpPr/>
            <p:nvPr/>
          </p:nvSpPr>
          <p:spPr>
            <a:xfrm>
              <a:off x="4754827" y="3155903"/>
              <a:ext cx="5904" cy="3947"/>
            </a:xfrm>
            <a:custGeom>
              <a:rect b="b" l="l" r="r" t="t"/>
              <a:pathLst>
                <a:path extrusionOk="0" h="123" w="184">
                  <a:moveTo>
                    <a:pt x="1" y="1"/>
                  </a:moveTo>
                  <a:lnTo>
                    <a:pt x="1" y="122"/>
                  </a:lnTo>
                  <a:lnTo>
                    <a:pt x="183" y="122"/>
                  </a:lnTo>
                  <a:lnTo>
                    <a:pt x="1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7"/>
            <p:cNvSpPr/>
            <p:nvPr/>
          </p:nvSpPr>
          <p:spPr>
            <a:xfrm>
              <a:off x="4222315" y="3895183"/>
              <a:ext cx="10781" cy="6867"/>
            </a:xfrm>
            <a:custGeom>
              <a:rect b="b" l="l" r="r" t="t"/>
              <a:pathLst>
                <a:path extrusionOk="0" h="214" w="336">
                  <a:moveTo>
                    <a:pt x="153" y="0"/>
                  </a:moveTo>
                  <a:lnTo>
                    <a:pt x="1" y="213"/>
                  </a:lnTo>
                  <a:lnTo>
                    <a:pt x="335" y="213"/>
                  </a:lnTo>
                  <a:lnTo>
                    <a:pt x="1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7"/>
            <p:cNvSpPr/>
            <p:nvPr/>
          </p:nvSpPr>
          <p:spPr>
            <a:xfrm>
              <a:off x="4791888" y="3276838"/>
              <a:ext cx="8824" cy="5904"/>
            </a:xfrm>
            <a:custGeom>
              <a:rect b="b" l="l" r="r" t="t"/>
              <a:pathLst>
                <a:path extrusionOk="0" h="184" w="275">
                  <a:moveTo>
                    <a:pt x="123" y="1"/>
                  </a:moveTo>
                  <a:cubicBezTo>
                    <a:pt x="62" y="1"/>
                    <a:pt x="1" y="61"/>
                    <a:pt x="1" y="92"/>
                  </a:cubicBezTo>
                  <a:cubicBezTo>
                    <a:pt x="1" y="153"/>
                    <a:pt x="62" y="183"/>
                    <a:pt x="123" y="183"/>
                  </a:cubicBezTo>
                  <a:cubicBezTo>
                    <a:pt x="214" y="183"/>
                    <a:pt x="275" y="153"/>
                    <a:pt x="275" y="92"/>
                  </a:cubicBezTo>
                  <a:cubicBezTo>
                    <a:pt x="275" y="61"/>
                    <a:pt x="214" y="1"/>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7"/>
            <p:cNvSpPr/>
            <p:nvPr/>
          </p:nvSpPr>
          <p:spPr>
            <a:xfrm>
              <a:off x="4257450" y="3377302"/>
              <a:ext cx="3915" cy="7829"/>
            </a:xfrm>
            <a:custGeom>
              <a:rect b="b" l="l" r="r" t="t"/>
              <a:pathLst>
                <a:path extrusionOk="0" h="244" w="122">
                  <a:moveTo>
                    <a:pt x="0" y="0"/>
                  </a:moveTo>
                  <a:lnTo>
                    <a:pt x="0" y="244"/>
                  </a:lnTo>
                  <a:lnTo>
                    <a:pt x="122" y="244"/>
                  </a:lnTo>
                  <a:lnTo>
                    <a:pt x="1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7"/>
            <p:cNvSpPr/>
            <p:nvPr/>
          </p:nvSpPr>
          <p:spPr>
            <a:xfrm>
              <a:off x="4207683" y="4245314"/>
              <a:ext cx="6867" cy="7829"/>
            </a:xfrm>
            <a:custGeom>
              <a:rect b="b" l="l" r="r" t="t"/>
              <a:pathLst>
                <a:path extrusionOk="0" h="244" w="214">
                  <a:moveTo>
                    <a:pt x="31" y="0"/>
                  </a:moveTo>
                  <a:cubicBezTo>
                    <a:pt x="1" y="92"/>
                    <a:pt x="31" y="152"/>
                    <a:pt x="31" y="213"/>
                  </a:cubicBezTo>
                  <a:cubicBezTo>
                    <a:pt x="31" y="244"/>
                    <a:pt x="92" y="244"/>
                    <a:pt x="123" y="244"/>
                  </a:cubicBezTo>
                  <a:cubicBezTo>
                    <a:pt x="123" y="122"/>
                    <a:pt x="214" y="0"/>
                    <a:pt x="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7"/>
            <p:cNvSpPr/>
            <p:nvPr/>
          </p:nvSpPr>
          <p:spPr>
            <a:xfrm>
              <a:off x="4279879" y="4257988"/>
              <a:ext cx="8792" cy="7829"/>
            </a:xfrm>
            <a:custGeom>
              <a:rect b="b" l="l" r="r" t="t"/>
              <a:pathLst>
                <a:path extrusionOk="0" h="244" w="274">
                  <a:moveTo>
                    <a:pt x="152" y="1"/>
                  </a:moveTo>
                  <a:cubicBezTo>
                    <a:pt x="0" y="1"/>
                    <a:pt x="61" y="122"/>
                    <a:pt x="61" y="244"/>
                  </a:cubicBezTo>
                  <a:cubicBezTo>
                    <a:pt x="274" y="213"/>
                    <a:pt x="152" y="92"/>
                    <a:pt x="1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7"/>
            <p:cNvSpPr/>
            <p:nvPr/>
          </p:nvSpPr>
          <p:spPr>
            <a:xfrm>
              <a:off x="4857249" y="3342423"/>
              <a:ext cx="6867" cy="4974"/>
            </a:xfrm>
            <a:custGeom>
              <a:rect b="b" l="l" r="r" t="t"/>
              <a:pathLst>
                <a:path extrusionOk="0" h="155" w="214">
                  <a:moveTo>
                    <a:pt x="122" y="1"/>
                  </a:moveTo>
                  <a:cubicBezTo>
                    <a:pt x="92" y="1"/>
                    <a:pt x="61" y="8"/>
                    <a:pt x="31" y="24"/>
                  </a:cubicBezTo>
                  <a:cubicBezTo>
                    <a:pt x="1" y="24"/>
                    <a:pt x="1" y="84"/>
                    <a:pt x="1" y="145"/>
                  </a:cubicBezTo>
                  <a:cubicBezTo>
                    <a:pt x="49" y="145"/>
                    <a:pt x="93" y="155"/>
                    <a:pt x="128" y="155"/>
                  </a:cubicBezTo>
                  <a:cubicBezTo>
                    <a:pt x="180" y="155"/>
                    <a:pt x="213" y="133"/>
                    <a:pt x="213" y="24"/>
                  </a:cubicBezTo>
                  <a:cubicBezTo>
                    <a:pt x="183" y="8"/>
                    <a:pt x="152" y="1"/>
                    <a:pt x="1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7"/>
            <p:cNvSpPr/>
            <p:nvPr/>
          </p:nvSpPr>
          <p:spPr>
            <a:xfrm>
              <a:off x="4225267" y="3494322"/>
              <a:ext cx="3915" cy="6867"/>
            </a:xfrm>
            <a:custGeom>
              <a:rect b="b" l="l" r="r" t="t"/>
              <a:pathLst>
                <a:path extrusionOk="0" h="214" w="122">
                  <a:moveTo>
                    <a:pt x="0" y="1"/>
                  </a:moveTo>
                  <a:lnTo>
                    <a:pt x="0" y="214"/>
                  </a:lnTo>
                  <a:lnTo>
                    <a:pt x="122" y="214"/>
                  </a:lnTo>
                  <a:lnTo>
                    <a:pt x="1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7"/>
            <p:cNvSpPr/>
            <p:nvPr/>
          </p:nvSpPr>
          <p:spPr>
            <a:xfrm>
              <a:off x="4208678" y="3675741"/>
              <a:ext cx="6867" cy="6867"/>
            </a:xfrm>
            <a:custGeom>
              <a:rect b="b" l="l" r="r" t="t"/>
              <a:pathLst>
                <a:path extrusionOk="0" h="214" w="214">
                  <a:moveTo>
                    <a:pt x="0" y="0"/>
                  </a:moveTo>
                  <a:lnTo>
                    <a:pt x="0" y="213"/>
                  </a:lnTo>
                  <a:lnTo>
                    <a:pt x="92" y="213"/>
                  </a:lnTo>
                  <a:cubicBezTo>
                    <a:pt x="92" y="122"/>
                    <a:pt x="213"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7"/>
            <p:cNvSpPr/>
            <p:nvPr/>
          </p:nvSpPr>
          <p:spPr>
            <a:xfrm>
              <a:off x="4313024" y="3523585"/>
              <a:ext cx="5904" cy="8824"/>
            </a:xfrm>
            <a:custGeom>
              <a:rect b="b" l="l" r="r" t="t"/>
              <a:pathLst>
                <a:path extrusionOk="0" h="275" w="184">
                  <a:moveTo>
                    <a:pt x="92" y="1"/>
                  </a:moveTo>
                  <a:lnTo>
                    <a:pt x="1" y="214"/>
                  </a:lnTo>
                  <a:lnTo>
                    <a:pt x="31" y="274"/>
                  </a:lnTo>
                  <a:lnTo>
                    <a:pt x="183" y="153"/>
                  </a:lnTo>
                  <a:lnTo>
                    <a:pt x="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7"/>
            <p:cNvSpPr/>
            <p:nvPr/>
          </p:nvSpPr>
          <p:spPr>
            <a:xfrm>
              <a:off x="4776294" y="4156562"/>
              <a:ext cx="8824" cy="9787"/>
            </a:xfrm>
            <a:custGeom>
              <a:rect b="b" l="l" r="r" t="t"/>
              <a:pathLst>
                <a:path extrusionOk="0" h="305" w="275">
                  <a:moveTo>
                    <a:pt x="92" y="0"/>
                  </a:moveTo>
                  <a:lnTo>
                    <a:pt x="1" y="213"/>
                  </a:lnTo>
                  <a:lnTo>
                    <a:pt x="61" y="304"/>
                  </a:lnTo>
                  <a:lnTo>
                    <a:pt x="274" y="213"/>
                  </a:lnTo>
                  <a:cubicBezTo>
                    <a:pt x="213" y="122"/>
                    <a:pt x="153" y="0"/>
                    <a:pt x="1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7"/>
            <p:cNvSpPr/>
            <p:nvPr/>
          </p:nvSpPr>
          <p:spPr>
            <a:xfrm>
              <a:off x="4775331" y="4094153"/>
              <a:ext cx="31221" cy="25381"/>
            </a:xfrm>
            <a:custGeom>
              <a:rect b="b" l="l" r="r" t="t"/>
              <a:pathLst>
                <a:path extrusionOk="0" h="791" w="973">
                  <a:moveTo>
                    <a:pt x="274" y="0"/>
                  </a:moveTo>
                  <a:lnTo>
                    <a:pt x="243" y="152"/>
                  </a:lnTo>
                  <a:lnTo>
                    <a:pt x="0" y="91"/>
                  </a:lnTo>
                  <a:lnTo>
                    <a:pt x="0" y="243"/>
                  </a:lnTo>
                  <a:lnTo>
                    <a:pt x="335" y="335"/>
                  </a:lnTo>
                  <a:lnTo>
                    <a:pt x="335" y="547"/>
                  </a:lnTo>
                  <a:lnTo>
                    <a:pt x="243" y="456"/>
                  </a:lnTo>
                  <a:lnTo>
                    <a:pt x="91" y="638"/>
                  </a:lnTo>
                  <a:cubicBezTo>
                    <a:pt x="138" y="676"/>
                    <a:pt x="181" y="687"/>
                    <a:pt x="223" y="687"/>
                  </a:cubicBezTo>
                  <a:cubicBezTo>
                    <a:pt x="293" y="687"/>
                    <a:pt x="358" y="654"/>
                    <a:pt x="421" y="654"/>
                  </a:cubicBezTo>
                  <a:cubicBezTo>
                    <a:pt x="443" y="654"/>
                    <a:pt x="465" y="658"/>
                    <a:pt x="487" y="669"/>
                  </a:cubicBezTo>
                  <a:cubicBezTo>
                    <a:pt x="578" y="730"/>
                    <a:pt x="669" y="760"/>
                    <a:pt x="760" y="790"/>
                  </a:cubicBezTo>
                  <a:lnTo>
                    <a:pt x="973" y="730"/>
                  </a:lnTo>
                  <a:cubicBezTo>
                    <a:pt x="760" y="638"/>
                    <a:pt x="639" y="517"/>
                    <a:pt x="639" y="304"/>
                  </a:cubicBezTo>
                  <a:cubicBezTo>
                    <a:pt x="639" y="274"/>
                    <a:pt x="578" y="274"/>
                    <a:pt x="517" y="274"/>
                  </a:cubicBezTo>
                  <a:lnTo>
                    <a:pt x="5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7"/>
            <p:cNvSpPr/>
            <p:nvPr/>
          </p:nvSpPr>
          <p:spPr>
            <a:xfrm>
              <a:off x="4779213" y="4136090"/>
              <a:ext cx="24419" cy="23424"/>
            </a:xfrm>
            <a:custGeom>
              <a:rect b="b" l="l" r="r" t="t"/>
              <a:pathLst>
                <a:path extrusionOk="0" h="730" w="761">
                  <a:moveTo>
                    <a:pt x="396" y="0"/>
                  </a:moveTo>
                  <a:lnTo>
                    <a:pt x="122" y="213"/>
                  </a:lnTo>
                  <a:lnTo>
                    <a:pt x="31" y="152"/>
                  </a:lnTo>
                  <a:lnTo>
                    <a:pt x="31" y="152"/>
                  </a:lnTo>
                  <a:cubicBezTo>
                    <a:pt x="1" y="274"/>
                    <a:pt x="31" y="395"/>
                    <a:pt x="122" y="456"/>
                  </a:cubicBezTo>
                  <a:cubicBezTo>
                    <a:pt x="202" y="416"/>
                    <a:pt x="253" y="394"/>
                    <a:pt x="292" y="394"/>
                  </a:cubicBezTo>
                  <a:cubicBezTo>
                    <a:pt x="343" y="394"/>
                    <a:pt x="375" y="431"/>
                    <a:pt x="426" y="517"/>
                  </a:cubicBezTo>
                  <a:lnTo>
                    <a:pt x="548" y="730"/>
                  </a:lnTo>
                  <a:cubicBezTo>
                    <a:pt x="730" y="608"/>
                    <a:pt x="670" y="395"/>
                    <a:pt x="761" y="304"/>
                  </a:cubicBezTo>
                  <a:cubicBezTo>
                    <a:pt x="700" y="91"/>
                    <a:pt x="518" y="91"/>
                    <a:pt x="3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7"/>
            <p:cNvSpPr/>
            <p:nvPr/>
          </p:nvSpPr>
          <p:spPr>
            <a:xfrm>
              <a:off x="4784091" y="4076120"/>
              <a:ext cx="37093" cy="18065"/>
            </a:xfrm>
            <a:custGeom>
              <a:rect b="b" l="l" r="r" t="t"/>
              <a:pathLst>
                <a:path extrusionOk="0" h="563" w="1156">
                  <a:moveTo>
                    <a:pt x="581" y="0"/>
                  </a:moveTo>
                  <a:cubicBezTo>
                    <a:pt x="551" y="0"/>
                    <a:pt x="519" y="14"/>
                    <a:pt x="487" y="45"/>
                  </a:cubicBezTo>
                  <a:cubicBezTo>
                    <a:pt x="387" y="120"/>
                    <a:pt x="266" y="175"/>
                    <a:pt x="142" y="175"/>
                  </a:cubicBezTo>
                  <a:cubicBezTo>
                    <a:pt x="115" y="175"/>
                    <a:pt x="89" y="172"/>
                    <a:pt x="62" y="167"/>
                  </a:cubicBezTo>
                  <a:cubicBezTo>
                    <a:pt x="31" y="167"/>
                    <a:pt x="1" y="197"/>
                    <a:pt x="1" y="197"/>
                  </a:cubicBezTo>
                  <a:lnTo>
                    <a:pt x="92" y="289"/>
                  </a:lnTo>
                  <a:cubicBezTo>
                    <a:pt x="141" y="289"/>
                    <a:pt x="209" y="250"/>
                    <a:pt x="250" y="250"/>
                  </a:cubicBezTo>
                  <a:cubicBezTo>
                    <a:pt x="260" y="250"/>
                    <a:pt x="268" y="252"/>
                    <a:pt x="274" y="258"/>
                  </a:cubicBezTo>
                  <a:cubicBezTo>
                    <a:pt x="366" y="349"/>
                    <a:pt x="487" y="441"/>
                    <a:pt x="548" y="562"/>
                  </a:cubicBezTo>
                  <a:cubicBezTo>
                    <a:pt x="578" y="532"/>
                    <a:pt x="639" y="501"/>
                    <a:pt x="700" y="501"/>
                  </a:cubicBezTo>
                  <a:cubicBezTo>
                    <a:pt x="761" y="501"/>
                    <a:pt x="852" y="562"/>
                    <a:pt x="913" y="562"/>
                  </a:cubicBezTo>
                  <a:cubicBezTo>
                    <a:pt x="1004" y="532"/>
                    <a:pt x="1065" y="471"/>
                    <a:pt x="1156" y="441"/>
                  </a:cubicBezTo>
                  <a:lnTo>
                    <a:pt x="1125" y="319"/>
                  </a:lnTo>
                  <a:cubicBezTo>
                    <a:pt x="1108" y="355"/>
                    <a:pt x="1092" y="367"/>
                    <a:pt x="1077" y="367"/>
                  </a:cubicBezTo>
                  <a:cubicBezTo>
                    <a:pt x="1044" y="367"/>
                    <a:pt x="1009" y="315"/>
                    <a:pt x="945" y="315"/>
                  </a:cubicBezTo>
                  <a:cubicBezTo>
                    <a:pt x="935" y="315"/>
                    <a:pt x="924" y="316"/>
                    <a:pt x="913" y="319"/>
                  </a:cubicBezTo>
                  <a:cubicBezTo>
                    <a:pt x="902" y="322"/>
                    <a:pt x="892" y="323"/>
                    <a:pt x="883" y="323"/>
                  </a:cubicBezTo>
                  <a:cubicBezTo>
                    <a:pt x="791" y="323"/>
                    <a:pt x="786" y="189"/>
                    <a:pt x="730" y="106"/>
                  </a:cubicBezTo>
                  <a:cubicBezTo>
                    <a:pt x="691" y="47"/>
                    <a:pt x="638" y="0"/>
                    <a:pt x="5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7"/>
            <p:cNvSpPr/>
            <p:nvPr/>
          </p:nvSpPr>
          <p:spPr>
            <a:xfrm>
              <a:off x="4746068" y="4113662"/>
              <a:ext cx="17584" cy="39018"/>
            </a:xfrm>
            <a:custGeom>
              <a:rect b="b" l="l" r="r" t="t"/>
              <a:pathLst>
                <a:path extrusionOk="0" h="1216" w="548">
                  <a:moveTo>
                    <a:pt x="304" y="0"/>
                  </a:moveTo>
                  <a:lnTo>
                    <a:pt x="304" y="0"/>
                  </a:lnTo>
                  <a:cubicBezTo>
                    <a:pt x="213" y="91"/>
                    <a:pt x="122" y="152"/>
                    <a:pt x="0" y="243"/>
                  </a:cubicBezTo>
                  <a:lnTo>
                    <a:pt x="0" y="274"/>
                  </a:lnTo>
                  <a:lnTo>
                    <a:pt x="152" y="395"/>
                  </a:lnTo>
                  <a:cubicBezTo>
                    <a:pt x="152" y="486"/>
                    <a:pt x="122" y="578"/>
                    <a:pt x="152" y="608"/>
                  </a:cubicBezTo>
                  <a:cubicBezTo>
                    <a:pt x="244" y="699"/>
                    <a:pt x="304" y="790"/>
                    <a:pt x="304" y="912"/>
                  </a:cubicBezTo>
                  <a:lnTo>
                    <a:pt x="61" y="1125"/>
                  </a:lnTo>
                  <a:lnTo>
                    <a:pt x="244" y="1216"/>
                  </a:lnTo>
                  <a:lnTo>
                    <a:pt x="335" y="1094"/>
                  </a:lnTo>
                  <a:lnTo>
                    <a:pt x="517" y="1155"/>
                  </a:lnTo>
                  <a:lnTo>
                    <a:pt x="548" y="1125"/>
                  </a:lnTo>
                  <a:lnTo>
                    <a:pt x="396" y="851"/>
                  </a:lnTo>
                  <a:lnTo>
                    <a:pt x="548" y="760"/>
                  </a:lnTo>
                  <a:cubicBezTo>
                    <a:pt x="396" y="608"/>
                    <a:pt x="426" y="304"/>
                    <a:pt x="213" y="304"/>
                  </a:cubicBezTo>
                  <a:cubicBezTo>
                    <a:pt x="213" y="182"/>
                    <a:pt x="396" y="152"/>
                    <a:pt x="3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7"/>
            <p:cNvSpPr/>
            <p:nvPr/>
          </p:nvSpPr>
          <p:spPr>
            <a:xfrm>
              <a:off x="4800680" y="4098773"/>
              <a:ext cx="11744" cy="4171"/>
            </a:xfrm>
            <a:custGeom>
              <a:rect b="b" l="l" r="r" t="t"/>
              <a:pathLst>
                <a:path extrusionOk="0" h="130" w="366">
                  <a:moveTo>
                    <a:pt x="149" y="1"/>
                  </a:moveTo>
                  <a:cubicBezTo>
                    <a:pt x="84" y="1"/>
                    <a:pt x="31" y="23"/>
                    <a:pt x="1" y="130"/>
                  </a:cubicBezTo>
                  <a:lnTo>
                    <a:pt x="365" y="130"/>
                  </a:lnTo>
                  <a:lnTo>
                    <a:pt x="365" y="8"/>
                  </a:lnTo>
                  <a:cubicBezTo>
                    <a:pt x="346" y="12"/>
                    <a:pt x="327" y="13"/>
                    <a:pt x="308" y="13"/>
                  </a:cubicBezTo>
                  <a:cubicBezTo>
                    <a:pt x="252" y="13"/>
                    <a:pt x="197" y="1"/>
                    <a:pt x="1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7"/>
            <p:cNvSpPr/>
            <p:nvPr/>
          </p:nvSpPr>
          <p:spPr>
            <a:xfrm>
              <a:off x="4751908" y="3952714"/>
              <a:ext cx="10781" cy="8824"/>
            </a:xfrm>
            <a:custGeom>
              <a:rect b="b" l="l" r="r" t="t"/>
              <a:pathLst>
                <a:path extrusionOk="0" h="275" w="336">
                  <a:moveTo>
                    <a:pt x="1" y="1"/>
                  </a:moveTo>
                  <a:lnTo>
                    <a:pt x="1" y="62"/>
                  </a:lnTo>
                  <a:lnTo>
                    <a:pt x="335" y="274"/>
                  </a:lnTo>
                  <a:lnTo>
                    <a:pt x="2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7"/>
            <p:cNvSpPr/>
            <p:nvPr/>
          </p:nvSpPr>
          <p:spPr>
            <a:xfrm>
              <a:off x="4772411" y="4124379"/>
              <a:ext cx="7829" cy="8792"/>
            </a:xfrm>
            <a:custGeom>
              <a:rect b="b" l="l" r="r" t="t"/>
              <a:pathLst>
                <a:path extrusionOk="0" h="274" w="244">
                  <a:moveTo>
                    <a:pt x="61" y="0"/>
                  </a:moveTo>
                  <a:lnTo>
                    <a:pt x="61" y="0"/>
                  </a:lnTo>
                  <a:cubicBezTo>
                    <a:pt x="0" y="92"/>
                    <a:pt x="30" y="213"/>
                    <a:pt x="152" y="274"/>
                  </a:cubicBezTo>
                  <a:lnTo>
                    <a:pt x="243" y="183"/>
                  </a:lnTo>
                  <a:cubicBezTo>
                    <a:pt x="182" y="92"/>
                    <a:pt x="122" y="31"/>
                    <a:pt x="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7"/>
            <p:cNvSpPr/>
            <p:nvPr/>
          </p:nvSpPr>
          <p:spPr>
            <a:xfrm>
              <a:off x="4790925" y="4065852"/>
              <a:ext cx="7829" cy="7829"/>
            </a:xfrm>
            <a:custGeom>
              <a:rect b="b" l="l" r="r" t="t"/>
              <a:pathLst>
                <a:path extrusionOk="0" h="244" w="244">
                  <a:moveTo>
                    <a:pt x="1" y="1"/>
                  </a:moveTo>
                  <a:lnTo>
                    <a:pt x="1" y="244"/>
                  </a:lnTo>
                  <a:lnTo>
                    <a:pt x="244" y="122"/>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7"/>
            <p:cNvSpPr/>
            <p:nvPr/>
          </p:nvSpPr>
          <p:spPr>
            <a:xfrm>
              <a:off x="4764582" y="4140968"/>
              <a:ext cx="5904" cy="6835"/>
            </a:xfrm>
            <a:custGeom>
              <a:rect b="b" l="l" r="r" t="t"/>
              <a:pathLst>
                <a:path extrusionOk="0" h="213" w="184">
                  <a:moveTo>
                    <a:pt x="183" y="0"/>
                  </a:moveTo>
                  <a:cubicBezTo>
                    <a:pt x="62" y="0"/>
                    <a:pt x="31" y="91"/>
                    <a:pt x="1" y="213"/>
                  </a:cubicBezTo>
                  <a:cubicBezTo>
                    <a:pt x="183" y="152"/>
                    <a:pt x="183" y="152"/>
                    <a:pt x="1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7"/>
            <p:cNvSpPr/>
            <p:nvPr/>
          </p:nvSpPr>
          <p:spPr>
            <a:xfrm>
              <a:off x="4437874" y="3064231"/>
              <a:ext cx="9787" cy="13669"/>
            </a:xfrm>
            <a:custGeom>
              <a:rect b="b" l="l" r="r" t="t"/>
              <a:pathLst>
                <a:path extrusionOk="0" h="426" w="305">
                  <a:moveTo>
                    <a:pt x="304" y="0"/>
                  </a:moveTo>
                  <a:lnTo>
                    <a:pt x="0" y="183"/>
                  </a:lnTo>
                  <a:lnTo>
                    <a:pt x="183" y="426"/>
                  </a:lnTo>
                  <a:lnTo>
                    <a:pt x="274" y="335"/>
                  </a:lnTo>
                  <a:lnTo>
                    <a:pt x="213" y="274"/>
                  </a:lnTo>
                  <a:lnTo>
                    <a:pt x="30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7"/>
            <p:cNvSpPr/>
            <p:nvPr/>
          </p:nvSpPr>
          <p:spPr>
            <a:xfrm>
              <a:off x="4438837" y="3083739"/>
              <a:ext cx="5904" cy="8792"/>
            </a:xfrm>
            <a:custGeom>
              <a:rect b="b" l="l" r="r" t="t"/>
              <a:pathLst>
                <a:path extrusionOk="0" h="274" w="184">
                  <a:moveTo>
                    <a:pt x="1" y="0"/>
                  </a:moveTo>
                  <a:lnTo>
                    <a:pt x="1" y="244"/>
                  </a:lnTo>
                  <a:cubicBezTo>
                    <a:pt x="62" y="213"/>
                    <a:pt x="183" y="274"/>
                    <a:pt x="183" y="92"/>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7"/>
            <p:cNvSpPr/>
            <p:nvPr/>
          </p:nvSpPr>
          <p:spPr>
            <a:xfrm>
              <a:off x="4530509" y="4302845"/>
              <a:ext cx="8824" cy="10781"/>
            </a:xfrm>
            <a:custGeom>
              <a:rect b="b" l="l" r="r" t="t"/>
              <a:pathLst>
                <a:path extrusionOk="0" h="336" w="275">
                  <a:moveTo>
                    <a:pt x="92" y="1"/>
                  </a:moveTo>
                  <a:lnTo>
                    <a:pt x="1" y="122"/>
                  </a:lnTo>
                  <a:lnTo>
                    <a:pt x="123" y="335"/>
                  </a:lnTo>
                  <a:lnTo>
                    <a:pt x="275" y="214"/>
                  </a:lnTo>
                  <a:lnTo>
                    <a:pt x="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8" name="Google Shape;6708;p67"/>
          <p:cNvSpPr/>
          <p:nvPr/>
        </p:nvSpPr>
        <p:spPr>
          <a:xfrm>
            <a:off x="5125325" y="4532663"/>
            <a:ext cx="26625" cy="28050"/>
          </a:xfrm>
          <a:custGeom>
            <a:rect b="b" l="l" r="r" t="t"/>
            <a:pathLst>
              <a:path extrusionOk="0" h="1122" w="1065">
                <a:moveTo>
                  <a:pt x="555" y="0"/>
                </a:moveTo>
                <a:cubicBezTo>
                  <a:pt x="454" y="0"/>
                  <a:pt x="349" y="18"/>
                  <a:pt x="244" y="39"/>
                </a:cubicBezTo>
                <a:cubicBezTo>
                  <a:pt x="122" y="130"/>
                  <a:pt x="153" y="343"/>
                  <a:pt x="92" y="434"/>
                </a:cubicBezTo>
                <a:cubicBezTo>
                  <a:pt x="1" y="495"/>
                  <a:pt x="1" y="677"/>
                  <a:pt x="1" y="829"/>
                </a:cubicBezTo>
                <a:cubicBezTo>
                  <a:pt x="153" y="890"/>
                  <a:pt x="213" y="950"/>
                  <a:pt x="396" y="1042"/>
                </a:cubicBezTo>
                <a:cubicBezTo>
                  <a:pt x="477" y="1090"/>
                  <a:pt x="524" y="1122"/>
                  <a:pt x="568" y="1122"/>
                </a:cubicBezTo>
                <a:cubicBezTo>
                  <a:pt x="606" y="1122"/>
                  <a:pt x="643" y="1098"/>
                  <a:pt x="700" y="1042"/>
                </a:cubicBezTo>
                <a:cubicBezTo>
                  <a:pt x="791" y="890"/>
                  <a:pt x="973" y="950"/>
                  <a:pt x="1064" y="859"/>
                </a:cubicBezTo>
                <a:lnTo>
                  <a:pt x="1064" y="282"/>
                </a:lnTo>
                <a:cubicBezTo>
                  <a:pt x="925" y="63"/>
                  <a:pt x="747" y="0"/>
                  <a:pt x="5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9" name="Google Shape;6709;p67"/>
          <p:cNvGrpSpPr/>
          <p:nvPr/>
        </p:nvGrpSpPr>
        <p:grpSpPr>
          <a:xfrm>
            <a:off x="5145075" y="3538113"/>
            <a:ext cx="1144425" cy="1117975"/>
            <a:chOff x="5145075" y="3538113"/>
            <a:chExt cx="1144425" cy="1117975"/>
          </a:xfrm>
        </p:grpSpPr>
        <p:sp>
          <p:nvSpPr>
            <p:cNvPr id="6710" name="Google Shape;6710;p67"/>
            <p:cNvSpPr/>
            <p:nvPr/>
          </p:nvSpPr>
          <p:spPr>
            <a:xfrm>
              <a:off x="5145075" y="3698488"/>
              <a:ext cx="933175" cy="921775"/>
            </a:xfrm>
            <a:custGeom>
              <a:rect b="b" l="l" r="r" t="t"/>
              <a:pathLst>
                <a:path extrusionOk="0" h="36871" w="37327">
                  <a:moveTo>
                    <a:pt x="2767" y="11460"/>
                  </a:moveTo>
                  <a:lnTo>
                    <a:pt x="3223" y="11946"/>
                  </a:lnTo>
                  <a:cubicBezTo>
                    <a:pt x="3132" y="11977"/>
                    <a:pt x="3071" y="12007"/>
                    <a:pt x="3010" y="12007"/>
                  </a:cubicBezTo>
                  <a:cubicBezTo>
                    <a:pt x="2980" y="12015"/>
                    <a:pt x="2949" y="12018"/>
                    <a:pt x="2919" y="12018"/>
                  </a:cubicBezTo>
                  <a:cubicBezTo>
                    <a:pt x="2830" y="12018"/>
                    <a:pt x="2744" y="11984"/>
                    <a:pt x="2676" y="11916"/>
                  </a:cubicBezTo>
                  <a:cubicBezTo>
                    <a:pt x="2524" y="11794"/>
                    <a:pt x="2220" y="11825"/>
                    <a:pt x="2159" y="11551"/>
                  </a:cubicBezTo>
                  <a:cubicBezTo>
                    <a:pt x="2250" y="11490"/>
                    <a:pt x="2349" y="11483"/>
                    <a:pt x="2452" y="11483"/>
                  </a:cubicBezTo>
                  <a:cubicBezTo>
                    <a:pt x="2486" y="11483"/>
                    <a:pt x="2520" y="11484"/>
                    <a:pt x="2555" y="11484"/>
                  </a:cubicBezTo>
                  <a:cubicBezTo>
                    <a:pt x="2625" y="11484"/>
                    <a:pt x="2696" y="11480"/>
                    <a:pt x="2767" y="11460"/>
                  </a:cubicBezTo>
                  <a:close/>
                  <a:moveTo>
                    <a:pt x="17456" y="0"/>
                  </a:moveTo>
                  <a:cubicBezTo>
                    <a:pt x="17353" y="0"/>
                    <a:pt x="17248" y="10"/>
                    <a:pt x="17144" y="31"/>
                  </a:cubicBezTo>
                  <a:cubicBezTo>
                    <a:pt x="16992" y="153"/>
                    <a:pt x="16871" y="305"/>
                    <a:pt x="16749" y="426"/>
                  </a:cubicBezTo>
                  <a:cubicBezTo>
                    <a:pt x="16688" y="548"/>
                    <a:pt x="16627" y="639"/>
                    <a:pt x="16597" y="761"/>
                  </a:cubicBezTo>
                  <a:cubicBezTo>
                    <a:pt x="16475" y="974"/>
                    <a:pt x="16475" y="1277"/>
                    <a:pt x="16658" y="1521"/>
                  </a:cubicBezTo>
                  <a:cubicBezTo>
                    <a:pt x="16779" y="1703"/>
                    <a:pt x="16749" y="1794"/>
                    <a:pt x="16567" y="1825"/>
                  </a:cubicBezTo>
                  <a:cubicBezTo>
                    <a:pt x="16323" y="1885"/>
                    <a:pt x="16232" y="2098"/>
                    <a:pt x="16080" y="2220"/>
                  </a:cubicBezTo>
                  <a:cubicBezTo>
                    <a:pt x="15898" y="2341"/>
                    <a:pt x="15837" y="2584"/>
                    <a:pt x="15594" y="2584"/>
                  </a:cubicBezTo>
                  <a:cubicBezTo>
                    <a:pt x="15533" y="2615"/>
                    <a:pt x="15472" y="2736"/>
                    <a:pt x="15381" y="2736"/>
                  </a:cubicBezTo>
                  <a:cubicBezTo>
                    <a:pt x="15168" y="2767"/>
                    <a:pt x="14956" y="2767"/>
                    <a:pt x="14773" y="2767"/>
                  </a:cubicBezTo>
                  <a:cubicBezTo>
                    <a:pt x="14723" y="2777"/>
                    <a:pt x="14672" y="2777"/>
                    <a:pt x="14622" y="2777"/>
                  </a:cubicBezTo>
                  <a:lnTo>
                    <a:pt x="14622" y="2777"/>
                  </a:lnTo>
                  <a:cubicBezTo>
                    <a:pt x="14523" y="2777"/>
                    <a:pt x="14429" y="2777"/>
                    <a:pt x="14348" y="2858"/>
                  </a:cubicBezTo>
                  <a:cubicBezTo>
                    <a:pt x="14226" y="3010"/>
                    <a:pt x="14013" y="2949"/>
                    <a:pt x="13892" y="3132"/>
                  </a:cubicBezTo>
                  <a:cubicBezTo>
                    <a:pt x="13801" y="3253"/>
                    <a:pt x="13679" y="3375"/>
                    <a:pt x="13557" y="3496"/>
                  </a:cubicBezTo>
                  <a:lnTo>
                    <a:pt x="12494" y="3496"/>
                  </a:lnTo>
                  <a:cubicBezTo>
                    <a:pt x="12311" y="3588"/>
                    <a:pt x="12220" y="3618"/>
                    <a:pt x="12129" y="3679"/>
                  </a:cubicBezTo>
                  <a:cubicBezTo>
                    <a:pt x="12007" y="3740"/>
                    <a:pt x="11916" y="3800"/>
                    <a:pt x="11825" y="3891"/>
                  </a:cubicBezTo>
                  <a:cubicBezTo>
                    <a:pt x="11775" y="3966"/>
                    <a:pt x="11726" y="4060"/>
                    <a:pt x="11611" y="4060"/>
                  </a:cubicBezTo>
                  <a:cubicBezTo>
                    <a:pt x="11585" y="4060"/>
                    <a:pt x="11555" y="4055"/>
                    <a:pt x="11521" y="4043"/>
                  </a:cubicBezTo>
                  <a:cubicBezTo>
                    <a:pt x="11339" y="3952"/>
                    <a:pt x="11278" y="3709"/>
                    <a:pt x="11065" y="3648"/>
                  </a:cubicBezTo>
                  <a:cubicBezTo>
                    <a:pt x="10869" y="3599"/>
                    <a:pt x="10732" y="3471"/>
                    <a:pt x="10543" y="3471"/>
                  </a:cubicBezTo>
                  <a:cubicBezTo>
                    <a:pt x="10498" y="3471"/>
                    <a:pt x="10449" y="3479"/>
                    <a:pt x="10396" y="3496"/>
                  </a:cubicBezTo>
                  <a:lnTo>
                    <a:pt x="10153" y="3740"/>
                  </a:lnTo>
                  <a:lnTo>
                    <a:pt x="10153" y="4104"/>
                  </a:lnTo>
                  <a:cubicBezTo>
                    <a:pt x="10001" y="4287"/>
                    <a:pt x="9819" y="4439"/>
                    <a:pt x="9576" y="4499"/>
                  </a:cubicBezTo>
                  <a:lnTo>
                    <a:pt x="9576" y="5168"/>
                  </a:lnTo>
                  <a:cubicBezTo>
                    <a:pt x="9484" y="5381"/>
                    <a:pt x="9272" y="5502"/>
                    <a:pt x="9028" y="5502"/>
                  </a:cubicBezTo>
                  <a:cubicBezTo>
                    <a:pt x="8937" y="5502"/>
                    <a:pt x="8846" y="5594"/>
                    <a:pt x="8755" y="5654"/>
                  </a:cubicBezTo>
                  <a:lnTo>
                    <a:pt x="8512" y="5411"/>
                  </a:lnTo>
                  <a:cubicBezTo>
                    <a:pt x="8451" y="5198"/>
                    <a:pt x="8542" y="4986"/>
                    <a:pt x="8451" y="4773"/>
                  </a:cubicBezTo>
                  <a:cubicBezTo>
                    <a:pt x="8177" y="4773"/>
                    <a:pt x="8147" y="4773"/>
                    <a:pt x="8117" y="4864"/>
                  </a:cubicBezTo>
                  <a:cubicBezTo>
                    <a:pt x="8086" y="4925"/>
                    <a:pt x="8086" y="5077"/>
                    <a:pt x="8056" y="5077"/>
                  </a:cubicBezTo>
                  <a:cubicBezTo>
                    <a:pt x="7691" y="5138"/>
                    <a:pt x="7569" y="5502"/>
                    <a:pt x="7266" y="5685"/>
                  </a:cubicBezTo>
                  <a:lnTo>
                    <a:pt x="7022" y="5685"/>
                  </a:lnTo>
                  <a:lnTo>
                    <a:pt x="6323" y="6323"/>
                  </a:lnTo>
                  <a:cubicBezTo>
                    <a:pt x="6536" y="6475"/>
                    <a:pt x="6506" y="6688"/>
                    <a:pt x="6445" y="6931"/>
                  </a:cubicBezTo>
                  <a:lnTo>
                    <a:pt x="5655" y="6931"/>
                  </a:lnTo>
                  <a:cubicBezTo>
                    <a:pt x="5508" y="7060"/>
                    <a:pt x="5427" y="7111"/>
                    <a:pt x="5360" y="7111"/>
                  </a:cubicBezTo>
                  <a:cubicBezTo>
                    <a:pt x="5316" y="7111"/>
                    <a:pt x="5277" y="7089"/>
                    <a:pt x="5229" y="7053"/>
                  </a:cubicBezTo>
                  <a:cubicBezTo>
                    <a:pt x="5165" y="6988"/>
                    <a:pt x="5109" y="6950"/>
                    <a:pt x="5049" y="6950"/>
                  </a:cubicBezTo>
                  <a:cubicBezTo>
                    <a:pt x="4994" y="6950"/>
                    <a:pt x="4936" y="6981"/>
                    <a:pt x="4864" y="7053"/>
                  </a:cubicBezTo>
                  <a:cubicBezTo>
                    <a:pt x="4955" y="7326"/>
                    <a:pt x="4712" y="7691"/>
                    <a:pt x="5047" y="7964"/>
                  </a:cubicBezTo>
                  <a:cubicBezTo>
                    <a:pt x="5077" y="7995"/>
                    <a:pt x="5016" y="8116"/>
                    <a:pt x="4986" y="8208"/>
                  </a:cubicBezTo>
                  <a:cubicBezTo>
                    <a:pt x="4864" y="8329"/>
                    <a:pt x="4743" y="8451"/>
                    <a:pt x="4591" y="8572"/>
                  </a:cubicBezTo>
                  <a:lnTo>
                    <a:pt x="4044" y="8572"/>
                  </a:lnTo>
                  <a:cubicBezTo>
                    <a:pt x="3952" y="8755"/>
                    <a:pt x="3770" y="8907"/>
                    <a:pt x="3770" y="9089"/>
                  </a:cubicBezTo>
                  <a:cubicBezTo>
                    <a:pt x="3770" y="9423"/>
                    <a:pt x="3405" y="9271"/>
                    <a:pt x="3314" y="9454"/>
                  </a:cubicBezTo>
                  <a:cubicBezTo>
                    <a:pt x="3253" y="9636"/>
                    <a:pt x="3010" y="9727"/>
                    <a:pt x="3010" y="9971"/>
                  </a:cubicBezTo>
                  <a:cubicBezTo>
                    <a:pt x="2828" y="10062"/>
                    <a:pt x="2919" y="10244"/>
                    <a:pt x="2767" y="10396"/>
                  </a:cubicBezTo>
                  <a:cubicBezTo>
                    <a:pt x="2585" y="10548"/>
                    <a:pt x="2463" y="10700"/>
                    <a:pt x="2311" y="10852"/>
                  </a:cubicBezTo>
                  <a:lnTo>
                    <a:pt x="2311" y="11278"/>
                  </a:lnTo>
                  <a:cubicBezTo>
                    <a:pt x="2279" y="11270"/>
                    <a:pt x="2249" y="11266"/>
                    <a:pt x="2222" y="11266"/>
                  </a:cubicBezTo>
                  <a:cubicBezTo>
                    <a:pt x="2041" y="11266"/>
                    <a:pt x="1944" y="11427"/>
                    <a:pt x="1733" y="11612"/>
                  </a:cubicBezTo>
                  <a:cubicBezTo>
                    <a:pt x="1521" y="11794"/>
                    <a:pt x="1399" y="12068"/>
                    <a:pt x="1034" y="12129"/>
                  </a:cubicBezTo>
                  <a:cubicBezTo>
                    <a:pt x="974" y="12129"/>
                    <a:pt x="943" y="12402"/>
                    <a:pt x="1034" y="12433"/>
                  </a:cubicBezTo>
                  <a:cubicBezTo>
                    <a:pt x="1217" y="12493"/>
                    <a:pt x="1430" y="12554"/>
                    <a:pt x="1582" y="12645"/>
                  </a:cubicBezTo>
                  <a:cubicBezTo>
                    <a:pt x="1885" y="12737"/>
                    <a:pt x="2007" y="13132"/>
                    <a:pt x="1825" y="13375"/>
                  </a:cubicBezTo>
                  <a:cubicBezTo>
                    <a:pt x="1612" y="13861"/>
                    <a:pt x="1217" y="14256"/>
                    <a:pt x="730" y="14439"/>
                  </a:cubicBezTo>
                  <a:cubicBezTo>
                    <a:pt x="518" y="14500"/>
                    <a:pt x="366" y="14652"/>
                    <a:pt x="244" y="14834"/>
                  </a:cubicBezTo>
                  <a:cubicBezTo>
                    <a:pt x="305" y="15016"/>
                    <a:pt x="153" y="15290"/>
                    <a:pt x="426" y="15472"/>
                  </a:cubicBezTo>
                  <a:cubicBezTo>
                    <a:pt x="396" y="15503"/>
                    <a:pt x="366" y="15563"/>
                    <a:pt x="305" y="15563"/>
                  </a:cubicBezTo>
                  <a:cubicBezTo>
                    <a:pt x="244" y="15594"/>
                    <a:pt x="153" y="15624"/>
                    <a:pt x="62" y="15624"/>
                  </a:cubicBezTo>
                  <a:cubicBezTo>
                    <a:pt x="183" y="15807"/>
                    <a:pt x="396" y="15867"/>
                    <a:pt x="214" y="16111"/>
                  </a:cubicBezTo>
                  <a:cubicBezTo>
                    <a:pt x="1" y="16354"/>
                    <a:pt x="31" y="16384"/>
                    <a:pt x="153" y="16658"/>
                  </a:cubicBezTo>
                  <a:cubicBezTo>
                    <a:pt x="214" y="16718"/>
                    <a:pt x="244" y="16810"/>
                    <a:pt x="244" y="16901"/>
                  </a:cubicBezTo>
                  <a:cubicBezTo>
                    <a:pt x="214" y="17144"/>
                    <a:pt x="396" y="17357"/>
                    <a:pt x="639" y="17418"/>
                  </a:cubicBezTo>
                  <a:cubicBezTo>
                    <a:pt x="761" y="17478"/>
                    <a:pt x="882" y="17539"/>
                    <a:pt x="974" y="17630"/>
                  </a:cubicBezTo>
                  <a:cubicBezTo>
                    <a:pt x="1004" y="17873"/>
                    <a:pt x="913" y="18086"/>
                    <a:pt x="1065" y="18299"/>
                  </a:cubicBezTo>
                  <a:cubicBezTo>
                    <a:pt x="1105" y="18293"/>
                    <a:pt x="1144" y="18290"/>
                    <a:pt x="1181" y="18290"/>
                  </a:cubicBezTo>
                  <a:cubicBezTo>
                    <a:pt x="1530" y="18290"/>
                    <a:pt x="1718" y="18538"/>
                    <a:pt x="1855" y="18785"/>
                  </a:cubicBezTo>
                  <a:cubicBezTo>
                    <a:pt x="2129" y="19089"/>
                    <a:pt x="1642" y="19211"/>
                    <a:pt x="1703" y="19454"/>
                  </a:cubicBezTo>
                  <a:cubicBezTo>
                    <a:pt x="1825" y="19576"/>
                    <a:pt x="1916" y="19758"/>
                    <a:pt x="2098" y="19788"/>
                  </a:cubicBezTo>
                  <a:cubicBezTo>
                    <a:pt x="2250" y="19819"/>
                    <a:pt x="2281" y="19971"/>
                    <a:pt x="2189" y="20092"/>
                  </a:cubicBezTo>
                  <a:cubicBezTo>
                    <a:pt x="2068" y="20231"/>
                    <a:pt x="2006" y="20301"/>
                    <a:pt x="1924" y="20301"/>
                  </a:cubicBezTo>
                  <a:cubicBezTo>
                    <a:pt x="1863" y="20301"/>
                    <a:pt x="1790" y="20262"/>
                    <a:pt x="1673" y="20184"/>
                  </a:cubicBezTo>
                  <a:cubicBezTo>
                    <a:pt x="1582" y="20123"/>
                    <a:pt x="1369" y="20184"/>
                    <a:pt x="1308" y="20001"/>
                  </a:cubicBezTo>
                  <a:cubicBezTo>
                    <a:pt x="1293" y="19956"/>
                    <a:pt x="1270" y="19933"/>
                    <a:pt x="1247" y="19933"/>
                  </a:cubicBezTo>
                  <a:cubicBezTo>
                    <a:pt x="1224" y="19933"/>
                    <a:pt x="1202" y="19956"/>
                    <a:pt x="1186" y="20001"/>
                  </a:cubicBezTo>
                  <a:lnTo>
                    <a:pt x="1186" y="20639"/>
                  </a:lnTo>
                  <a:lnTo>
                    <a:pt x="1703" y="20700"/>
                  </a:lnTo>
                  <a:lnTo>
                    <a:pt x="1703" y="22281"/>
                  </a:lnTo>
                  <a:cubicBezTo>
                    <a:pt x="1673" y="22463"/>
                    <a:pt x="1733" y="22646"/>
                    <a:pt x="1885" y="22767"/>
                  </a:cubicBezTo>
                  <a:cubicBezTo>
                    <a:pt x="1916" y="22798"/>
                    <a:pt x="1885" y="22950"/>
                    <a:pt x="1825" y="23010"/>
                  </a:cubicBezTo>
                  <a:cubicBezTo>
                    <a:pt x="1612" y="23193"/>
                    <a:pt x="1369" y="23345"/>
                    <a:pt x="1186" y="23466"/>
                  </a:cubicBezTo>
                  <a:lnTo>
                    <a:pt x="1186" y="26080"/>
                  </a:lnTo>
                  <a:cubicBezTo>
                    <a:pt x="1369" y="26141"/>
                    <a:pt x="1582" y="26202"/>
                    <a:pt x="1703" y="26415"/>
                  </a:cubicBezTo>
                  <a:lnTo>
                    <a:pt x="1703" y="27843"/>
                  </a:lnTo>
                  <a:cubicBezTo>
                    <a:pt x="1703" y="28147"/>
                    <a:pt x="2037" y="28330"/>
                    <a:pt x="1885" y="28603"/>
                  </a:cubicBezTo>
                  <a:cubicBezTo>
                    <a:pt x="2007" y="28725"/>
                    <a:pt x="2129" y="28816"/>
                    <a:pt x="2250" y="28877"/>
                  </a:cubicBezTo>
                  <a:cubicBezTo>
                    <a:pt x="2263" y="28883"/>
                    <a:pt x="2279" y="28885"/>
                    <a:pt x="2296" y="28885"/>
                  </a:cubicBezTo>
                  <a:cubicBezTo>
                    <a:pt x="2344" y="28885"/>
                    <a:pt x="2405" y="28868"/>
                    <a:pt x="2463" y="28868"/>
                  </a:cubicBezTo>
                  <a:cubicBezTo>
                    <a:pt x="2484" y="28868"/>
                    <a:pt x="2505" y="28870"/>
                    <a:pt x="2524" y="28877"/>
                  </a:cubicBezTo>
                  <a:cubicBezTo>
                    <a:pt x="2828" y="28983"/>
                    <a:pt x="2980" y="29036"/>
                    <a:pt x="3120" y="29036"/>
                  </a:cubicBezTo>
                  <a:cubicBezTo>
                    <a:pt x="3261" y="29036"/>
                    <a:pt x="3390" y="28983"/>
                    <a:pt x="3648" y="28877"/>
                  </a:cubicBezTo>
                  <a:cubicBezTo>
                    <a:pt x="3660" y="28871"/>
                    <a:pt x="3674" y="28868"/>
                    <a:pt x="3689" y="28868"/>
                  </a:cubicBezTo>
                  <a:cubicBezTo>
                    <a:pt x="3753" y="28868"/>
                    <a:pt x="3842" y="28913"/>
                    <a:pt x="3892" y="28937"/>
                  </a:cubicBezTo>
                  <a:cubicBezTo>
                    <a:pt x="3983" y="28998"/>
                    <a:pt x="4044" y="29089"/>
                    <a:pt x="4104" y="29181"/>
                  </a:cubicBezTo>
                  <a:lnTo>
                    <a:pt x="4104" y="30123"/>
                  </a:lnTo>
                  <a:lnTo>
                    <a:pt x="4743" y="30123"/>
                  </a:lnTo>
                  <a:cubicBezTo>
                    <a:pt x="4955" y="30001"/>
                    <a:pt x="4986" y="29789"/>
                    <a:pt x="5077" y="29606"/>
                  </a:cubicBezTo>
                  <a:cubicBezTo>
                    <a:pt x="5107" y="29637"/>
                    <a:pt x="5138" y="29637"/>
                    <a:pt x="5138" y="29637"/>
                  </a:cubicBezTo>
                  <a:cubicBezTo>
                    <a:pt x="5229" y="29728"/>
                    <a:pt x="5290" y="29819"/>
                    <a:pt x="5351" y="29910"/>
                  </a:cubicBezTo>
                  <a:cubicBezTo>
                    <a:pt x="5411" y="30062"/>
                    <a:pt x="5290" y="30123"/>
                    <a:pt x="5199" y="30214"/>
                  </a:cubicBezTo>
                  <a:cubicBezTo>
                    <a:pt x="5138" y="30336"/>
                    <a:pt x="5199" y="30457"/>
                    <a:pt x="5320" y="30518"/>
                  </a:cubicBezTo>
                  <a:cubicBezTo>
                    <a:pt x="5624" y="30670"/>
                    <a:pt x="5624" y="30700"/>
                    <a:pt x="5442" y="30883"/>
                  </a:cubicBezTo>
                  <a:cubicBezTo>
                    <a:pt x="5351" y="30974"/>
                    <a:pt x="5290" y="31035"/>
                    <a:pt x="5199" y="31065"/>
                  </a:cubicBezTo>
                  <a:lnTo>
                    <a:pt x="5837" y="31795"/>
                  </a:lnTo>
                  <a:cubicBezTo>
                    <a:pt x="5958" y="31795"/>
                    <a:pt x="6110" y="31795"/>
                    <a:pt x="6232" y="31734"/>
                  </a:cubicBezTo>
                  <a:cubicBezTo>
                    <a:pt x="6315" y="31706"/>
                    <a:pt x="6373" y="31578"/>
                    <a:pt x="6497" y="31578"/>
                  </a:cubicBezTo>
                  <a:cubicBezTo>
                    <a:pt x="6509" y="31578"/>
                    <a:pt x="6522" y="31579"/>
                    <a:pt x="6536" y="31582"/>
                  </a:cubicBezTo>
                  <a:cubicBezTo>
                    <a:pt x="6563" y="31589"/>
                    <a:pt x="6589" y="31592"/>
                    <a:pt x="6613" y="31592"/>
                  </a:cubicBezTo>
                  <a:cubicBezTo>
                    <a:pt x="6813" y="31592"/>
                    <a:pt x="6955" y="31396"/>
                    <a:pt x="7144" y="31369"/>
                  </a:cubicBezTo>
                  <a:cubicBezTo>
                    <a:pt x="7296" y="31308"/>
                    <a:pt x="7357" y="31096"/>
                    <a:pt x="7417" y="30944"/>
                  </a:cubicBezTo>
                  <a:cubicBezTo>
                    <a:pt x="7496" y="30768"/>
                    <a:pt x="7637" y="30680"/>
                    <a:pt x="7800" y="30680"/>
                  </a:cubicBezTo>
                  <a:cubicBezTo>
                    <a:pt x="7891" y="30680"/>
                    <a:pt x="7988" y="30707"/>
                    <a:pt x="8086" y="30761"/>
                  </a:cubicBezTo>
                  <a:cubicBezTo>
                    <a:pt x="8208" y="30822"/>
                    <a:pt x="8299" y="30852"/>
                    <a:pt x="8421" y="30883"/>
                  </a:cubicBezTo>
                  <a:cubicBezTo>
                    <a:pt x="8503" y="30883"/>
                    <a:pt x="8586" y="30856"/>
                    <a:pt x="8664" y="30856"/>
                  </a:cubicBezTo>
                  <a:cubicBezTo>
                    <a:pt x="8729" y="30856"/>
                    <a:pt x="8791" y="30874"/>
                    <a:pt x="8846" y="30944"/>
                  </a:cubicBezTo>
                  <a:cubicBezTo>
                    <a:pt x="8846" y="31126"/>
                    <a:pt x="8937" y="31339"/>
                    <a:pt x="8846" y="31491"/>
                  </a:cubicBezTo>
                  <a:cubicBezTo>
                    <a:pt x="8755" y="31643"/>
                    <a:pt x="8724" y="31825"/>
                    <a:pt x="8603" y="31947"/>
                  </a:cubicBezTo>
                  <a:cubicBezTo>
                    <a:pt x="8542" y="32038"/>
                    <a:pt x="8481" y="32129"/>
                    <a:pt x="8512" y="32251"/>
                  </a:cubicBezTo>
                  <a:cubicBezTo>
                    <a:pt x="8481" y="32494"/>
                    <a:pt x="8816" y="32646"/>
                    <a:pt x="8694" y="32919"/>
                  </a:cubicBezTo>
                  <a:cubicBezTo>
                    <a:pt x="8694" y="32950"/>
                    <a:pt x="8755" y="33010"/>
                    <a:pt x="8785" y="33041"/>
                  </a:cubicBezTo>
                  <a:cubicBezTo>
                    <a:pt x="8876" y="33193"/>
                    <a:pt x="9028" y="33314"/>
                    <a:pt x="9059" y="33497"/>
                  </a:cubicBezTo>
                  <a:cubicBezTo>
                    <a:pt x="9089" y="33649"/>
                    <a:pt x="9363" y="33770"/>
                    <a:pt x="9484" y="33953"/>
                  </a:cubicBezTo>
                  <a:cubicBezTo>
                    <a:pt x="9545" y="34074"/>
                    <a:pt x="9636" y="34196"/>
                    <a:pt x="9697" y="34317"/>
                  </a:cubicBezTo>
                  <a:cubicBezTo>
                    <a:pt x="9834" y="34302"/>
                    <a:pt x="9978" y="34295"/>
                    <a:pt x="10126" y="34295"/>
                  </a:cubicBezTo>
                  <a:cubicBezTo>
                    <a:pt x="10275" y="34295"/>
                    <a:pt x="10427" y="34302"/>
                    <a:pt x="10579" y="34317"/>
                  </a:cubicBezTo>
                  <a:cubicBezTo>
                    <a:pt x="10615" y="34326"/>
                    <a:pt x="10649" y="34330"/>
                    <a:pt x="10682" y="34330"/>
                  </a:cubicBezTo>
                  <a:cubicBezTo>
                    <a:pt x="10935" y="34330"/>
                    <a:pt x="11119" y="34102"/>
                    <a:pt x="11362" y="34102"/>
                  </a:cubicBezTo>
                  <a:cubicBezTo>
                    <a:pt x="11412" y="34102"/>
                    <a:pt x="11465" y="34112"/>
                    <a:pt x="11521" y="34135"/>
                  </a:cubicBezTo>
                  <a:cubicBezTo>
                    <a:pt x="11612" y="34439"/>
                    <a:pt x="11855" y="34682"/>
                    <a:pt x="12159" y="34773"/>
                  </a:cubicBezTo>
                  <a:lnTo>
                    <a:pt x="12159" y="35868"/>
                  </a:lnTo>
                  <a:cubicBezTo>
                    <a:pt x="12250" y="35959"/>
                    <a:pt x="12372" y="36080"/>
                    <a:pt x="12463" y="36202"/>
                  </a:cubicBezTo>
                  <a:cubicBezTo>
                    <a:pt x="12524" y="36293"/>
                    <a:pt x="12554" y="36384"/>
                    <a:pt x="12585" y="36506"/>
                  </a:cubicBezTo>
                  <a:lnTo>
                    <a:pt x="13953" y="36506"/>
                  </a:lnTo>
                  <a:cubicBezTo>
                    <a:pt x="14074" y="36506"/>
                    <a:pt x="14257" y="36506"/>
                    <a:pt x="14287" y="36445"/>
                  </a:cubicBezTo>
                  <a:cubicBezTo>
                    <a:pt x="14378" y="36293"/>
                    <a:pt x="14560" y="36354"/>
                    <a:pt x="14682" y="36263"/>
                  </a:cubicBezTo>
                  <a:cubicBezTo>
                    <a:pt x="14773" y="36141"/>
                    <a:pt x="14895" y="36050"/>
                    <a:pt x="14986" y="35959"/>
                  </a:cubicBezTo>
                  <a:cubicBezTo>
                    <a:pt x="15012" y="35963"/>
                    <a:pt x="15039" y="35964"/>
                    <a:pt x="15065" y="35964"/>
                  </a:cubicBezTo>
                  <a:cubicBezTo>
                    <a:pt x="15157" y="35964"/>
                    <a:pt x="15252" y="35947"/>
                    <a:pt x="15341" y="35947"/>
                  </a:cubicBezTo>
                  <a:cubicBezTo>
                    <a:pt x="15436" y="35947"/>
                    <a:pt x="15525" y="35967"/>
                    <a:pt x="15594" y="36050"/>
                  </a:cubicBezTo>
                  <a:lnTo>
                    <a:pt x="15594" y="36476"/>
                  </a:lnTo>
                  <a:cubicBezTo>
                    <a:pt x="15626" y="36470"/>
                    <a:pt x="15657" y="36467"/>
                    <a:pt x="15685" y="36467"/>
                  </a:cubicBezTo>
                  <a:cubicBezTo>
                    <a:pt x="15952" y="36467"/>
                    <a:pt x="16068" y="36706"/>
                    <a:pt x="16232" y="36871"/>
                  </a:cubicBezTo>
                  <a:cubicBezTo>
                    <a:pt x="16293" y="36704"/>
                    <a:pt x="16407" y="36681"/>
                    <a:pt x="16529" y="36681"/>
                  </a:cubicBezTo>
                  <a:cubicBezTo>
                    <a:pt x="16574" y="36681"/>
                    <a:pt x="16621" y="36684"/>
                    <a:pt x="16666" y="36684"/>
                  </a:cubicBezTo>
                  <a:cubicBezTo>
                    <a:pt x="16742" y="36684"/>
                    <a:pt x="16814" y="36675"/>
                    <a:pt x="16871" y="36628"/>
                  </a:cubicBezTo>
                  <a:cubicBezTo>
                    <a:pt x="16871" y="36597"/>
                    <a:pt x="16871" y="36567"/>
                    <a:pt x="16871" y="36536"/>
                  </a:cubicBezTo>
                  <a:cubicBezTo>
                    <a:pt x="16901" y="36354"/>
                    <a:pt x="16840" y="36172"/>
                    <a:pt x="16719" y="36050"/>
                  </a:cubicBezTo>
                  <a:cubicBezTo>
                    <a:pt x="16597" y="35928"/>
                    <a:pt x="16749" y="35776"/>
                    <a:pt x="16931" y="35776"/>
                  </a:cubicBezTo>
                  <a:cubicBezTo>
                    <a:pt x="16952" y="35771"/>
                    <a:pt x="16974" y="35769"/>
                    <a:pt x="16996" y="35769"/>
                  </a:cubicBezTo>
                  <a:cubicBezTo>
                    <a:pt x="17103" y="35769"/>
                    <a:pt x="17221" y="35828"/>
                    <a:pt x="17296" y="35928"/>
                  </a:cubicBezTo>
                  <a:cubicBezTo>
                    <a:pt x="17387" y="36020"/>
                    <a:pt x="17387" y="36111"/>
                    <a:pt x="17448" y="36232"/>
                  </a:cubicBezTo>
                  <a:cubicBezTo>
                    <a:pt x="17464" y="36298"/>
                    <a:pt x="17516" y="36328"/>
                    <a:pt x="17578" y="36328"/>
                  </a:cubicBezTo>
                  <a:cubicBezTo>
                    <a:pt x="17633" y="36328"/>
                    <a:pt x="17696" y="36305"/>
                    <a:pt x="17752" y="36263"/>
                  </a:cubicBezTo>
                  <a:cubicBezTo>
                    <a:pt x="17874" y="35928"/>
                    <a:pt x="17661" y="35564"/>
                    <a:pt x="17843" y="35229"/>
                  </a:cubicBezTo>
                  <a:cubicBezTo>
                    <a:pt x="17873" y="35221"/>
                    <a:pt x="17900" y="35217"/>
                    <a:pt x="17925" y="35217"/>
                  </a:cubicBezTo>
                  <a:cubicBezTo>
                    <a:pt x="18074" y="35217"/>
                    <a:pt x="18134" y="35355"/>
                    <a:pt x="18238" y="35381"/>
                  </a:cubicBezTo>
                  <a:cubicBezTo>
                    <a:pt x="18345" y="35396"/>
                    <a:pt x="18451" y="35404"/>
                    <a:pt x="18554" y="35404"/>
                  </a:cubicBezTo>
                  <a:cubicBezTo>
                    <a:pt x="18656" y="35404"/>
                    <a:pt x="18755" y="35396"/>
                    <a:pt x="18846" y="35381"/>
                  </a:cubicBezTo>
                  <a:lnTo>
                    <a:pt x="19120" y="35776"/>
                  </a:lnTo>
                  <a:lnTo>
                    <a:pt x="19637" y="35776"/>
                  </a:lnTo>
                  <a:cubicBezTo>
                    <a:pt x="20001" y="35928"/>
                    <a:pt x="19941" y="36354"/>
                    <a:pt x="20244" y="36476"/>
                  </a:cubicBezTo>
                  <a:lnTo>
                    <a:pt x="20609" y="36476"/>
                  </a:lnTo>
                  <a:cubicBezTo>
                    <a:pt x="20761" y="36354"/>
                    <a:pt x="20944" y="36232"/>
                    <a:pt x="20913" y="35959"/>
                  </a:cubicBezTo>
                  <a:cubicBezTo>
                    <a:pt x="20883" y="35776"/>
                    <a:pt x="21035" y="35685"/>
                    <a:pt x="21187" y="35594"/>
                  </a:cubicBezTo>
                  <a:lnTo>
                    <a:pt x="21339" y="35746"/>
                  </a:lnTo>
                  <a:cubicBezTo>
                    <a:pt x="21430" y="35685"/>
                    <a:pt x="21521" y="35594"/>
                    <a:pt x="21582" y="35503"/>
                  </a:cubicBezTo>
                  <a:cubicBezTo>
                    <a:pt x="21673" y="35351"/>
                    <a:pt x="21825" y="35412"/>
                    <a:pt x="21947" y="35321"/>
                  </a:cubicBezTo>
                  <a:cubicBezTo>
                    <a:pt x="22094" y="35241"/>
                    <a:pt x="22212" y="35200"/>
                    <a:pt x="22311" y="35200"/>
                  </a:cubicBezTo>
                  <a:cubicBezTo>
                    <a:pt x="22478" y="35200"/>
                    <a:pt x="22592" y="35316"/>
                    <a:pt x="22707" y="35564"/>
                  </a:cubicBezTo>
                  <a:cubicBezTo>
                    <a:pt x="22786" y="35702"/>
                    <a:pt x="22852" y="35751"/>
                    <a:pt x="22914" y="35751"/>
                  </a:cubicBezTo>
                  <a:cubicBezTo>
                    <a:pt x="22947" y="35751"/>
                    <a:pt x="22979" y="35737"/>
                    <a:pt x="23010" y="35716"/>
                  </a:cubicBezTo>
                  <a:cubicBezTo>
                    <a:pt x="23132" y="35655"/>
                    <a:pt x="23193" y="35564"/>
                    <a:pt x="23314" y="35564"/>
                  </a:cubicBezTo>
                  <a:cubicBezTo>
                    <a:pt x="23466" y="35594"/>
                    <a:pt x="23649" y="35533"/>
                    <a:pt x="23649" y="35776"/>
                  </a:cubicBezTo>
                  <a:cubicBezTo>
                    <a:pt x="23649" y="35837"/>
                    <a:pt x="23710" y="35928"/>
                    <a:pt x="23770" y="35989"/>
                  </a:cubicBezTo>
                  <a:cubicBezTo>
                    <a:pt x="23856" y="36075"/>
                    <a:pt x="23913" y="36112"/>
                    <a:pt x="23978" y="36112"/>
                  </a:cubicBezTo>
                  <a:cubicBezTo>
                    <a:pt x="24029" y="36112"/>
                    <a:pt x="24086" y="36090"/>
                    <a:pt x="24166" y="36050"/>
                  </a:cubicBezTo>
                  <a:cubicBezTo>
                    <a:pt x="24378" y="35959"/>
                    <a:pt x="24621" y="35807"/>
                    <a:pt x="24804" y="35594"/>
                  </a:cubicBezTo>
                  <a:cubicBezTo>
                    <a:pt x="24986" y="35412"/>
                    <a:pt x="25169" y="35199"/>
                    <a:pt x="25351" y="35017"/>
                  </a:cubicBezTo>
                  <a:lnTo>
                    <a:pt x="26840" y="35017"/>
                  </a:lnTo>
                  <a:cubicBezTo>
                    <a:pt x="27023" y="35381"/>
                    <a:pt x="27479" y="35412"/>
                    <a:pt x="27722" y="35716"/>
                  </a:cubicBezTo>
                  <a:cubicBezTo>
                    <a:pt x="27740" y="35743"/>
                    <a:pt x="27784" y="35754"/>
                    <a:pt x="27839" y="35754"/>
                  </a:cubicBezTo>
                  <a:cubicBezTo>
                    <a:pt x="27963" y="35754"/>
                    <a:pt x="28145" y="35697"/>
                    <a:pt x="28208" y="35655"/>
                  </a:cubicBezTo>
                  <a:cubicBezTo>
                    <a:pt x="28391" y="35503"/>
                    <a:pt x="28391" y="35229"/>
                    <a:pt x="28603" y="35077"/>
                  </a:cubicBezTo>
                  <a:cubicBezTo>
                    <a:pt x="28786" y="34925"/>
                    <a:pt x="28938" y="34773"/>
                    <a:pt x="29120" y="34591"/>
                  </a:cubicBezTo>
                  <a:lnTo>
                    <a:pt x="29120" y="34044"/>
                  </a:lnTo>
                  <a:lnTo>
                    <a:pt x="29576" y="33527"/>
                  </a:lnTo>
                  <a:lnTo>
                    <a:pt x="30305" y="33527"/>
                  </a:lnTo>
                  <a:lnTo>
                    <a:pt x="30579" y="33284"/>
                  </a:lnTo>
                  <a:lnTo>
                    <a:pt x="30579" y="32889"/>
                  </a:lnTo>
                  <a:lnTo>
                    <a:pt x="30853" y="32585"/>
                  </a:lnTo>
                  <a:cubicBezTo>
                    <a:pt x="30974" y="32281"/>
                    <a:pt x="30853" y="32068"/>
                    <a:pt x="30974" y="31916"/>
                  </a:cubicBezTo>
                  <a:cubicBezTo>
                    <a:pt x="31031" y="31884"/>
                    <a:pt x="31078" y="31871"/>
                    <a:pt x="31121" y="31871"/>
                  </a:cubicBezTo>
                  <a:cubicBezTo>
                    <a:pt x="31237" y="31871"/>
                    <a:pt x="31310" y="31971"/>
                    <a:pt x="31400" y="32038"/>
                  </a:cubicBezTo>
                  <a:lnTo>
                    <a:pt x="31886" y="32038"/>
                  </a:lnTo>
                  <a:lnTo>
                    <a:pt x="32767" y="31430"/>
                  </a:lnTo>
                  <a:lnTo>
                    <a:pt x="32767" y="30852"/>
                  </a:lnTo>
                  <a:lnTo>
                    <a:pt x="32555" y="30640"/>
                  </a:lnTo>
                  <a:cubicBezTo>
                    <a:pt x="32616" y="30427"/>
                    <a:pt x="32737" y="30244"/>
                    <a:pt x="32859" y="30062"/>
                  </a:cubicBezTo>
                  <a:cubicBezTo>
                    <a:pt x="32980" y="29940"/>
                    <a:pt x="32859" y="29667"/>
                    <a:pt x="33132" y="29667"/>
                  </a:cubicBezTo>
                  <a:cubicBezTo>
                    <a:pt x="33406" y="29667"/>
                    <a:pt x="33254" y="29302"/>
                    <a:pt x="33467" y="29241"/>
                  </a:cubicBezTo>
                  <a:cubicBezTo>
                    <a:pt x="33406" y="28877"/>
                    <a:pt x="33923" y="28816"/>
                    <a:pt x="33862" y="28482"/>
                  </a:cubicBezTo>
                  <a:cubicBezTo>
                    <a:pt x="33862" y="28451"/>
                    <a:pt x="33923" y="28390"/>
                    <a:pt x="33983" y="28360"/>
                  </a:cubicBezTo>
                  <a:cubicBezTo>
                    <a:pt x="34014" y="28299"/>
                    <a:pt x="34044" y="28269"/>
                    <a:pt x="34105" y="28208"/>
                  </a:cubicBezTo>
                  <a:cubicBezTo>
                    <a:pt x="34196" y="28178"/>
                    <a:pt x="34318" y="28208"/>
                    <a:pt x="34348" y="28147"/>
                  </a:cubicBezTo>
                  <a:cubicBezTo>
                    <a:pt x="34439" y="28056"/>
                    <a:pt x="34409" y="27904"/>
                    <a:pt x="34287" y="27843"/>
                  </a:cubicBezTo>
                  <a:cubicBezTo>
                    <a:pt x="34135" y="27722"/>
                    <a:pt x="34257" y="27570"/>
                    <a:pt x="34196" y="27418"/>
                  </a:cubicBezTo>
                  <a:cubicBezTo>
                    <a:pt x="34105" y="27174"/>
                    <a:pt x="34470" y="27083"/>
                    <a:pt x="34409" y="26871"/>
                  </a:cubicBezTo>
                  <a:cubicBezTo>
                    <a:pt x="34485" y="26795"/>
                    <a:pt x="34576" y="26757"/>
                    <a:pt x="34671" y="26757"/>
                  </a:cubicBezTo>
                  <a:cubicBezTo>
                    <a:pt x="34766" y="26757"/>
                    <a:pt x="34865" y="26795"/>
                    <a:pt x="34956" y="26871"/>
                  </a:cubicBezTo>
                  <a:cubicBezTo>
                    <a:pt x="35085" y="26942"/>
                    <a:pt x="35160" y="26973"/>
                    <a:pt x="35245" y="26973"/>
                  </a:cubicBezTo>
                  <a:cubicBezTo>
                    <a:pt x="35340" y="26973"/>
                    <a:pt x="35447" y="26935"/>
                    <a:pt x="35655" y="26871"/>
                  </a:cubicBezTo>
                  <a:cubicBezTo>
                    <a:pt x="35382" y="26597"/>
                    <a:pt x="35169" y="26293"/>
                    <a:pt x="35108" y="25928"/>
                  </a:cubicBezTo>
                  <a:cubicBezTo>
                    <a:pt x="35169" y="25867"/>
                    <a:pt x="35230" y="25807"/>
                    <a:pt x="35351" y="25716"/>
                  </a:cubicBezTo>
                  <a:cubicBezTo>
                    <a:pt x="35389" y="25687"/>
                    <a:pt x="35426" y="25674"/>
                    <a:pt x="35462" y="25674"/>
                  </a:cubicBezTo>
                  <a:cubicBezTo>
                    <a:pt x="35542" y="25674"/>
                    <a:pt x="35613" y="25742"/>
                    <a:pt x="35655" y="25867"/>
                  </a:cubicBezTo>
                  <a:cubicBezTo>
                    <a:pt x="35685" y="25928"/>
                    <a:pt x="35716" y="25989"/>
                    <a:pt x="35746" y="26019"/>
                  </a:cubicBezTo>
                  <a:cubicBezTo>
                    <a:pt x="35989" y="25959"/>
                    <a:pt x="35929" y="25655"/>
                    <a:pt x="36111" y="25503"/>
                  </a:cubicBezTo>
                  <a:cubicBezTo>
                    <a:pt x="36293" y="25351"/>
                    <a:pt x="36324" y="25077"/>
                    <a:pt x="36506" y="24956"/>
                  </a:cubicBezTo>
                  <a:cubicBezTo>
                    <a:pt x="36749" y="24773"/>
                    <a:pt x="36689" y="24469"/>
                    <a:pt x="36810" y="24257"/>
                  </a:cubicBezTo>
                  <a:cubicBezTo>
                    <a:pt x="36841" y="24196"/>
                    <a:pt x="36871" y="24165"/>
                    <a:pt x="36901" y="24135"/>
                  </a:cubicBezTo>
                  <a:lnTo>
                    <a:pt x="36567" y="23770"/>
                  </a:lnTo>
                  <a:cubicBezTo>
                    <a:pt x="36628" y="23740"/>
                    <a:pt x="36689" y="23679"/>
                    <a:pt x="36719" y="23588"/>
                  </a:cubicBezTo>
                  <a:cubicBezTo>
                    <a:pt x="36719" y="23497"/>
                    <a:pt x="36719" y="23436"/>
                    <a:pt x="36719" y="23345"/>
                  </a:cubicBezTo>
                  <a:cubicBezTo>
                    <a:pt x="36719" y="23223"/>
                    <a:pt x="36749" y="23132"/>
                    <a:pt x="36841" y="23132"/>
                  </a:cubicBezTo>
                  <a:cubicBezTo>
                    <a:pt x="36870" y="23138"/>
                    <a:pt x="36896" y="23141"/>
                    <a:pt x="36919" y="23141"/>
                  </a:cubicBezTo>
                  <a:cubicBezTo>
                    <a:pt x="37128" y="23141"/>
                    <a:pt x="37062" y="22907"/>
                    <a:pt x="37144" y="22798"/>
                  </a:cubicBezTo>
                  <a:cubicBezTo>
                    <a:pt x="37327" y="22554"/>
                    <a:pt x="37266" y="22463"/>
                    <a:pt x="37084" y="22281"/>
                  </a:cubicBezTo>
                  <a:cubicBezTo>
                    <a:pt x="36962" y="22190"/>
                    <a:pt x="36780" y="22250"/>
                    <a:pt x="36689" y="22098"/>
                  </a:cubicBezTo>
                  <a:cubicBezTo>
                    <a:pt x="36597" y="21977"/>
                    <a:pt x="36476" y="21886"/>
                    <a:pt x="36385" y="21764"/>
                  </a:cubicBezTo>
                  <a:cubicBezTo>
                    <a:pt x="36324" y="21612"/>
                    <a:pt x="36385" y="21399"/>
                    <a:pt x="36263" y="21278"/>
                  </a:cubicBezTo>
                  <a:cubicBezTo>
                    <a:pt x="36141" y="21156"/>
                    <a:pt x="36172" y="21065"/>
                    <a:pt x="36263" y="20974"/>
                  </a:cubicBezTo>
                  <a:cubicBezTo>
                    <a:pt x="36537" y="20731"/>
                    <a:pt x="36749" y="20427"/>
                    <a:pt x="36871" y="20062"/>
                  </a:cubicBezTo>
                  <a:cubicBezTo>
                    <a:pt x="36841" y="20032"/>
                    <a:pt x="36780" y="20001"/>
                    <a:pt x="36749" y="19940"/>
                  </a:cubicBezTo>
                  <a:cubicBezTo>
                    <a:pt x="36597" y="19788"/>
                    <a:pt x="36537" y="19576"/>
                    <a:pt x="36537" y="19393"/>
                  </a:cubicBezTo>
                  <a:cubicBezTo>
                    <a:pt x="36567" y="19332"/>
                    <a:pt x="36567" y="19241"/>
                    <a:pt x="36537" y="19211"/>
                  </a:cubicBezTo>
                  <a:cubicBezTo>
                    <a:pt x="36324" y="19059"/>
                    <a:pt x="36293" y="18755"/>
                    <a:pt x="36476" y="18573"/>
                  </a:cubicBezTo>
                  <a:cubicBezTo>
                    <a:pt x="36638" y="18573"/>
                    <a:pt x="36814" y="18586"/>
                    <a:pt x="36994" y="18586"/>
                  </a:cubicBezTo>
                  <a:cubicBezTo>
                    <a:pt x="37084" y="18586"/>
                    <a:pt x="37175" y="18583"/>
                    <a:pt x="37266" y="18573"/>
                  </a:cubicBezTo>
                  <a:cubicBezTo>
                    <a:pt x="37266" y="18238"/>
                    <a:pt x="37266" y="18238"/>
                    <a:pt x="37114" y="18238"/>
                  </a:cubicBezTo>
                  <a:lnTo>
                    <a:pt x="36841" y="18238"/>
                  </a:lnTo>
                  <a:cubicBezTo>
                    <a:pt x="36689" y="18117"/>
                    <a:pt x="36780" y="17873"/>
                    <a:pt x="36567" y="17782"/>
                  </a:cubicBezTo>
                  <a:cubicBezTo>
                    <a:pt x="36567" y="17691"/>
                    <a:pt x="36567" y="17600"/>
                    <a:pt x="36628" y="17539"/>
                  </a:cubicBezTo>
                  <a:cubicBezTo>
                    <a:pt x="36810" y="17387"/>
                    <a:pt x="36719" y="17205"/>
                    <a:pt x="36749" y="16931"/>
                  </a:cubicBezTo>
                  <a:lnTo>
                    <a:pt x="37114" y="16688"/>
                  </a:lnTo>
                  <a:cubicBezTo>
                    <a:pt x="37114" y="16475"/>
                    <a:pt x="37144" y="16293"/>
                    <a:pt x="36962" y="16171"/>
                  </a:cubicBezTo>
                  <a:cubicBezTo>
                    <a:pt x="36810" y="16050"/>
                    <a:pt x="36689" y="15898"/>
                    <a:pt x="36567" y="15776"/>
                  </a:cubicBezTo>
                  <a:cubicBezTo>
                    <a:pt x="36597" y="15533"/>
                    <a:pt x="36445" y="15229"/>
                    <a:pt x="36658" y="15016"/>
                  </a:cubicBezTo>
                  <a:cubicBezTo>
                    <a:pt x="36841" y="14803"/>
                    <a:pt x="36658" y="14469"/>
                    <a:pt x="36932" y="14317"/>
                  </a:cubicBezTo>
                  <a:cubicBezTo>
                    <a:pt x="36932" y="14226"/>
                    <a:pt x="36901" y="14135"/>
                    <a:pt x="36871" y="14074"/>
                  </a:cubicBezTo>
                  <a:cubicBezTo>
                    <a:pt x="36841" y="14013"/>
                    <a:pt x="36810" y="13983"/>
                    <a:pt x="36780" y="13952"/>
                  </a:cubicBezTo>
                  <a:cubicBezTo>
                    <a:pt x="37084" y="13740"/>
                    <a:pt x="36841" y="13436"/>
                    <a:pt x="36962" y="13193"/>
                  </a:cubicBezTo>
                  <a:lnTo>
                    <a:pt x="37296" y="12858"/>
                  </a:lnTo>
                  <a:lnTo>
                    <a:pt x="36992" y="12615"/>
                  </a:lnTo>
                  <a:lnTo>
                    <a:pt x="36415" y="12585"/>
                  </a:lnTo>
                  <a:lnTo>
                    <a:pt x="36385" y="12098"/>
                  </a:lnTo>
                  <a:cubicBezTo>
                    <a:pt x="36293" y="12068"/>
                    <a:pt x="36202" y="12098"/>
                    <a:pt x="36141" y="12037"/>
                  </a:cubicBezTo>
                  <a:cubicBezTo>
                    <a:pt x="36050" y="11916"/>
                    <a:pt x="35906" y="11855"/>
                    <a:pt x="35761" y="11855"/>
                  </a:cubicBezTo>
                  <a:cubicBezTo>
                    <a:pt x="35617" y="11855"/>
                    <a:pt x="35473" y="11916"/>
                    <a:pt x="35382" y="12037"/>
                  </a:cubicBezTo>
                  <a:cubicBezTo>
                    <a:pt x="35364" y="12055"/>
                    <a:pt x="35344" y="12064"/>
                    <a:pt x="35325" y="12064"/>
                  </a:cubicBezTo>
                  <a:cubicBezTo>
                    <a:pt x="35245" y="12064"/>
                    <a:pt x="35157" y="11923"/>
                    <a:pt x="35108" y="11703"/>
                  </a:cubicBezTo>
                  <a:lnTo>
                    <a:pt x="35777" y="11186"/>
                  </a:lnTo>
                  <a:lnTo>
                    <a:pt x="35290" y="10882"/>
                  </a:lnTo>
                  <a:lnTo>
                    <a:pt x="35290" y="10518"/>
                  </a:lnTo>
                  <a:cubicBezTo>
                    <a:pt x="35290" y="10487"/>
                    <a:pt x="35260" y="10457"/>
                    <a:pt x="35260" y="10457"/>
                  </a:cubicBezTo>
                  <a:cubicBezTo>
                    <a:pt x="35245" y="10411"/>
                    <a:pt x="35192" y="10389"/>
                    <a:pt x="35131" y="10389"/>
                  </a:cubicBezTo>
                  <a:cubicBezTo>
                    <a:pt x="35070" y="10389"/>
                    <a:pt x="35002" y="10411"/>
                    <a:pt x="34956" y="10457"/>
                  </a:cubicBezTo>
                  <a:cubicBezTo>
                    <a:pt x="34956" y="10670"/>
                    <a:pt x="34926" y="10882"/>
                    <a:pt x="34926" y="11156"/>
                  </a:cubicBezTo>
                  <a:cubicBezTo>
                    <a:pt x="34871" y="11120"/>
                    <a:pt x="34817" y="11111"/>
                    <a:pt x="34764" y="11111"/>
                  </a:cubicBezTo>
                  <a:cubicBezTo>
                    <a:pt x="34707" y="11111"/>
                    <a:pt x="34652" y="11121"/>
                    <a:pt x="34598" y="11121"/>
                  </a:cubicBezTo>
                  <a:cubicBezTo>
                    <a:pt x="34531" y="11121"/>
                    <a:pt x="34468" y="11105"/>
                    <a:pt x="34409" y="11034"/>
                  </a:cubicBezTo>
                  <a:lnTo>
                    <a:pt x="34409" y="10123"/>
                  </a:lnTo>
                  <a:cubicBezTo>
                    <a:pt x="34743" y="9879"/>
                    <a:pt x="34500" y="9515"/>
                    <a:pt x="34591" y="9211"/>
                  </a:cubicBezTo>
                  <a:lnTo>
                    <a:pt x="34378" y="8998"/>
                  </a:lnTo>
                  <a:lnTo>
                    <a:pt x="33923" y="8572"/>
                  </a:lnTo>
                  <a:cubicBezTo>
                    <a:pt x="33801" y="8451"/>
                    <a:pt x="33862" y="8299"/>
                    <a:pt x="33862" y="8147"/>
                  </a:cubicBezTo>
                  <a:cubicBezTo>
                    <a:pt x="33831" y="7934"/>
                    <a:pt x="33923" y="7691"/>
                    <a:pt x="33771" y="7448"/>
                  </a:cubicBezTo>
                  <a:cubicBezTo>
                    <a:pt x="33679" y="7539"/>
                    <a:pt x="33619" y="7600"/>
                    <a:pt x="33558" y="7691"/>
                  </a:cubicBezTo>
                  <a:cubicBezTo>
                    <a:pt x="33467" y="7828"/>
                    <a:pt x="33341" y="7845"/>
                    <a:pt x="33207" y="7845"/>
                  </a:cubicBezTo>
                  <a:cubicBezTo>
                    <a:pt x="33163" y="7845"/>
                    <a:pt x="33117" y="7843"/>
                    <a:pt x="33071" y="7843"/>
                  </a:cubicBezTo>
                  <a:cubicBezTo>
                    <a:pt x="32950" y="7813"/>
                    <a:pt x="32889" y="7661"/>
                    <a:pt x="32950" y="7569"/>
                  </a:cubicBezTo>
                  <a:cubicBezTo>
                    <a:pt x="33071" y="7417"/>
                    <a:pt x="33193" y="7296"/>
                    <a:pt x="33284" y="7205"/>
                  </a:cubicBezTo>
                  <a:lnTo>
                    <a:pt x="33284" y="6627"/>
                  </a:lnTo>
                  <a:cubicBezTo>
                    <a:pt x="33193" y="6536"/>
                    <a:pt x="33102" y="6384"/>
                    <a:pt x="33011" y="6384"/>
                  </a:cubicBezTo>
                  <a:cubicBezTo>
                    <a:pt x="32798" y="6384"/>
                    <a:pt x="32616" y="6323"/>
                    <a:pt x="32433" y="6202"/>
                  </a:cubicBezTo>
                  <a:cubicBezTo>
                    <a:pt x="32393" y="6181"/>
                    <a:pt x="32345" y="6171"/>
                    <a:pt x="32297" y="6171"/>
                  </a:cubicBezTo>
                  <a:cubicBezTo>
                    <a:pt x="32200" y="6171"/>
                    <a:pt x="32099" y="6212"/>
                    <a:pt x="32038" y="6293"/>
                  </a:cubicBezTo>
                  <a:cubicBezTo>
                    <a:pt x="31947" y="6354"/>
                    <a:pt x="31856" y="6384"/>
                    <a:pt x="31764" y="6414"/>
                  </a:cubicBezTo>
                  <a:lnTo>
                    <a:pt x="31460" y="6019"/>
                  </a:lnTo>
                  <a:lnTo>
                    <a:pt x="31035" y="6019"/>
                  </a:lnTo>
                  <a:lnTo>
                    <a:pt x="30397" y="5350"/>
                  </a:lnTo>
                  <a:lnTo>
                    <a:pt x="30397" y="4651"/>
                  </a:lnTo>
                  <a:cubicBezTo>
                    <a:pt x="30260" y="4534"/>
                    <a:pt x="30148" y="4367"/>
                    <a:pt x="30014" y="4367"/>
                  </a:cubicBezTo>
                  <a:cubicBezTo>
                    <a:pt x="29938" y="4367"/>
                    <a:pt x="29856" y="4419"/>
                    <a:pt x="29758" y="4560"/>
                  </a:cubicBezTo>
                  <a:cubicBezTo>
                    <a:pt x="29700" y="4552"/>
                    <a:pt x="29642" y="4546"/>
                    <a:pt x="29584" y="4546"/>
                  </a:cubicBezTo>
                  <a:cubicBezTo>
                    <a:pt x="29433" y="4546"/>
                    <a:pt x="29291" y="4588"/>
                    <a:pt x="29181" y="4743"/>
                  </a:cubicBezTo>
                  <a:lnTo>
                    <a:pt x="29029" y="4743"/>
                  </a:lnTo>
                  <a:cubicBezTo>
                    <a:pt x="28907" y="4560"/>
                    <a:pt x="28664" y="4651"/>
                    <a:pt x="28573" y="4469"/>
                  </a:cubicBezTo>
                  <a:cubicBezTo>
                    <a:pt x="28482" y="4317"/>
                    <a:pt x="28694" y="4165"/>
                    <a:pt x="28725" y="4104"/>
                  </a:cubicBezTo>
                  <a:cubicBezTo>
                    <a:pt x="28786" y="4043"/>
                    <a:pt x="28725" y="3922"/>
                    <a:pt x="28725" y="3831"/>
                  </a:cubicBezTo>
                  <a:cubicBezTo>
                    <a:pt x="28725" y="3705"/>
                    <a:pt x="28667" y="3637"/>
                    <a:pt x="28571" y="3637"/>
                  </a:cubicBezTo>
                  <a:cubicBezTo>
                    <a:pt x="28528" y="3637"/>
                    <a:pt x="28477" y="3650"/>
                    <a:pt x="28421" y="3679"/>
                  </a:cubicBezTo>
                  <a:cubicBezTo>
                    <a:pt x="28360" y="3709"/>
                    <a:pt x="28330" y="3770"/>
                    <a:pt x="28299" y="3800"/>
                  </a:cubicBezTo>
                  <a:cubicBezTo>
                    <a:pt x="28102" y="3831"/>
                    <a:pt x="27904" y="3831"/>
                    <a:pt x="27707" y="3831"/>
                  </a:cubicBezTo>
                  <a:cubicBezTo>
                    <a:pt x="27509" y="3831"/>
                    <a:pt x="27311" y="3831"/>
                    <a:pt x="27114" y="3861"/>
                  </a:cubicBezTo>
                  <a:lnTo>
                    <a:pt x="26810" y="4378"/>
                  </a:lnTo>
                  <a:lnTo>
                    <a:pt x="26263" y="4378"/>
                  </a:lnTo>
                  <a:cubicBezTo>
                    <a:pt x="26172" y="4287"/>
                    <a:pt x="26020" y="4165"/>
                    <a:pt x="26020" y="4104"/>
                  </a:cubicBezTo>
                  <a:cubicBezTo>
                    <a:pt x="26080" y="3861"/>
                    <a:pt x="25716" y="3800"/>
                    <a:pt x="25807" y="3557"/>
                  </a:cubicBezTo>
                  <a:cubicBezTo>
                    <a:pt x="25685" y="3436"/>
                    <a:pt x="25564" y="3284"/>
                    <a:pt x="25442" y="3162"/>
                  </a:cubicBezTo>
                  <a:cubicBezTo>
                    <a:pt x="25321" y="3071"/>
                    <a:pt x="25260" y="2949"/>
                    <a:pt x="25260" y="2797"/>
                  </a:cubicBezTo>
                  <a:cubicBezTo>
                    <a:pt x="25260" y="2706"/>
                    <a:pt x="25229" y="2615"/>
                    <a:pt x="25169" y="2554"/>
                  </a:cubicBezTo>
                  <a:cubicBezTo>
                    <a:pt x="25047" y="2432"/>
                    <a:pt x="24925" y="2311"/>
                    <a:pt x="24834" y="2220"/>
                  </a:cubicBezTo>
                  <a:lnTo>
                    <a:pt x="23801" y="2220"/>
                  </a:lnTo>
                  <a:lnTo>
                    <a:pt x="23254" y="2645"/>
                  </a:lnTo>
                  <a:cubicBezTo>
                    <a:pt x="23284" y="2919"/>
                    <a:pt x="23284" y="3162"/>
                    <a:pt x="23314" y="3405"/>
                  </a:cubicBezTo>
                  <a:cubicBezTo>
                    <a:pt x="23314" y="3466"/>
                    <a:pt x="23406" y="3527"/>
                    <a:pt x="23436" y="3588"/>
                  </a:cubicBezTo>
                  <a:cubicBezTo>
                    <a:pt x="23360" y="3648"/>
                    <a:pt x="23284" y="3664"/>
                    <a:pt x="23208" y="3664"/>
                  </a:cubicBezTo>
                  <a:cubicBezTo>
                    <a:pt x="23132" y="3664"/>
                    <a:pt x="23056" y="3648"/>
                    <a:pt x="22980" y="3648"/>
                  </a:cubicBezTo>
                  <a:lnTo>
                    <a:pt x="22737" y="3375"/>
                  </a:lnTo>
                  <a:cubicBezTo>
                    <a:pt x="22767" y="3253"/>
                    <a:pt x="22676" y="3101"/>
                    <a:pt x="22767" y="2949"/>
                  </a:cubicBezTo>
                  <a:cubicBezTo>
                    <a:pt x="22950" y="2706"/>
                    <a:pt x="22950" y="2736"/>
                    <a:pt x="22676" y="2554"/>
                  </a:cubicBezTo>
                  <a:cubicBezTo>
                    <a:pt x="22372" y="2372"/>
                    <a:pt x="22068" y="2250"/>
                    <a:pt x="21764" y="2068"/>
                  </a:cubicBezTo>
                  <a:cubicBezTo>
                    <a:pt x="21721" y="2046"/>
                    <a:pt x="21633" y="2025"/>
                    <a:pt x="21584" y="2025"/>
                  </a:cubicBezTo>
                  <a:cubicBezTo>
                    <a:pt x="21565" y="2025"/>
                    <a:pt x="21551" y="2028"/>
                    <a:pt x="21551" y="2037"/>
                  </a:cubicBezTo>
                  <a:cubicBezTo>
                    <a:pt x="21455" y="2173"/>
                    <a:pt x="21346" y="2197"/>
                    <a:pt x="21217" y="2197"/>
                  </a:cubicBezTo>
                  <a:cubicBezTo>
                    <a:pt x="21143" y="2197"/>
                    <a:pt x="21062" y="2189"/>
                    <a:pt x="20974" y="2189"/>
                  </a:cubicBezTo>
                  <a:lnTo>
                    <a:pt x="20244" y="2189"/>
                  </a:lnTo>
                  <a:cubicBezTo>
                    <a:pt x="20184" y="2189"/>
                    <a:pt x="20123" y="2189"/>
                    <a:pt x="20062" y="2159"/>
                  </a:cubicBezTo>
                  <a:lnTo>
                    <a:pt x="19545" y="1642"/>
                  </a:lnTo>
                  <a:lnTo>
                    <a:pt x="18998" y="1642"/>
                  </a:lnTo>
                  <a:lnTo>
                    <a:pt x="18725" y="1338"/>
                  </a:lnTo>
                  <a:lnTo>
                    <a:pt x="18725" y="639"/>
                  </a:lnTo>
                  <a:cubicBezTo>
                    <a:pt x="18423" y="236"/>
                    <a:pt x="17953" y="0"/>
                    <a:pt x="174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7"/>
            <p:cNvSpPr/>
            <p:nvPr/>
          </p:nvSpPr>
          <p:spPr>
            <a:xfrm>
              <a:off x="6218825" y="3721288"/>
              <a:ext cx="70675" cy="60100"/>
            </a:xfrm>
            <a:custGeom>
              <a:rect b="b" l="l" r="r" t="t"/>
              <a:pathLst>
                <a:path extrusionOk="0" h="2404" w="2827">
                  <a:moveTo>
                    <a:pt x="821" y="1"/>
                  </a:moveTo>
                  <a:lnTo>
                    <a:pt x="182" y="639"/>
                  </a:lnTo>
                  <a:cubicBezTo>
                    <a:pt x="182" y="821"/>
                    <a:pt x="213" y="973"/>
                    <a:pt x="61" y="1156"/>
                  </a:cubicBezTo>
                  <a:cubicBezTo>
                    <a:pt x="0" y="1247"/>
                    <a:pt x="0" y="1429"/>
                    <a:pt x="0" y="1551"/>
                  </a:cubicBezTo>
                  <a:cubicBezTo>
                    <a:pt x="152" y="1703"/>
                    <a:pt x="304" y="1855"/>
                    <a:pt x="456" y="2007"/>
                  </a:cubicBezTo>
                  <a:cubicBezTo>
                    <a:pt x="578" y="2220"/>
                    <a:pt x="790" y="2189"/>
                    <a:pt x="973" y="2311"/>
                  </a:cubicBezTo>
                  <a:cubicBezTo>
                    <a:pt x="1071" y="2370"/>
                    <a:pt x="1182" y="2403"/>
                    <a:pt x="1289" y="2403"/>
                  </a:cubicBezTo>
                  <a:cubicBezTo>
                    <a:pt x="1348" y="2403"/>
                    <a:pt x="1405" y="2393"/>
                    <a:pt x="1459" y="2372"/>
                  </a:cubicBezTo>
                  <a:cubicBezTo>
                    <a:pt x="1649" y="2290"/>
                    <a:pt x="1815" y="2184"/>
                    <a:pt x="2043" y="2184"/>
                  </a:cubicBezTo>
                  <a:cubicBezTo>
                    <a:pt x="2070" y="2184"/>
                    <a:pt x="2099" y="2186"/>
                    <a:pt x="2128" y="2189"/>
                  </a:cubicBezTo>
                  <a:cubicBezTo>
                    <a:pt x="2249" y="1976"/>
                    <a:pt x="2553" y="1885"/>
                    <a:pt x="2553" y="1551"/>
                  </a:cubicBezTo>
                  <a:cubicBezTo>
                    <a:pt x="2796" y="1399"/>
                    <a:pt x="2827" y="1065"/>
                    <a:pt x="2614" y="882"/>
                  </a:cubicBezTo>
                  <a:cubicBezTo>
                    <a:pt x="2553" y="791"/>
                    <a:pt x="2553" y="700"/>
                    <a:pt x="2553" y="609"/>
                  </a:cubicBezTo>
                  <a:cubicBezTo>
                    <a:pt x="2584" y="426"/>
                    <a:pt x="2432" y="365"/>
                    <a:pt x="2341" y="244"/>
                  </a:cubicBezTo>
                  <a:cubicBezTo>
                    <a:pt x="2249" y="122"/>
                    <a:pt x="2067" y="213"/>
                    <a:pt x="1976" y="62"/>
                  </a:cubicBezTo>
                  <a:cubicBezTo>
                    <a:pt x="1915" y="1"/>
                    <a:pt x="1763" y="1"/>
                    <a:pt x="16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7"/>
            <p:cNvSpPr/>
            <p:nvPr/>
          </p:nvSpPr>
          <p:spPr>
            <a:xfrm>
              <a:off x="5354825" y="4591363"/>
              <a:ext cx="59275" cy="64725"/>
            </a:xfrm>
            <a:custGeom>
              <a:rect b="b" l="l" r="r" t="t"/>
              <a:pathLst>
                <a:path extrusionOk="0" h="2589" w="2371">
                  <a:moveTo>
                    <a:pt x="760" y="1"/>
                  </a:moveTo>
                  <a:cubicBezTo>
                    <a:pt x="669" y="183"/>
                    <a:pt x="456" y="153"/>
                    <a:pt x="334" y="274"/>
                  </a:cubicBezTo>
                  <a:cubicBezTo>
                    <a:pt x="61" y="487"/>
                    <a:pt x="31" y="700"/>
                    <a:pt x="274" y="1034"/>
                  </a:cubicBezTo>
                  <a:cubicBezTo>
                    <a:pt x="152" y="1186"/>
                    <a:pt x="0" y="1308"/>
                    <a:pt x="243" y="1520"/>
                  </a:cubicBezTo>
                  <a:cubicBezTo>
                    <a:pt x="304" y="1612"/>
                    <a:pt x="304" y="1824"/>
                    <a:pt x="304" y="1946"/>
                  </a:cubicBezTo>
                  <a:cubicBezTo>
                    <a:pt x="456" y="2098"/>
                    <a:pt x="578" y="2250"/>
                    <a:pt x="760" y="2372"/>
                  </a:cubicBezTo>
                  <a:cubicBezTo>
                    <a:pt x="821" y="2432"/>
                    <a:pt x="942" y="2402"/>
                    <a:pt x="1064" y="2523"/>
                  </a:cubicBezTo>
                  <a:cubicBezTo>
                    <a:pt x="1106" y="2566"/>
                    <a:pt x="1136" y="2588"/>
                    <a:pt x="1173" y="2588"/>
                  </a:cubicBezTo>
                  <a:cubicBezTo>
                    <a:pt x="1216" y="2588"/>
                    <a:pt x="1270" y="2558"/>
                    <a:pt x="1368" y="2493"/>
                  </a:cubicBezTo>
                  <a:cubicBezTo>
                    <a:pt x="1414" y="2425"/>
                    <a:pt x="1493" y="2391"/>
                    <a:pt x="1582" y="2391"/>
                  </a:cubicBezTo>
                  <a:cubicBezTo>
                    <a:pt x="1611" y="2391"/>
                    <a:pt x="1642" y="2394"/>
                    <a:pt x="1672" y="2402"/>
                  </a:cubicBezTo>
                  <a:cubicBezTo>
                    <a:pt x="1885" y="2402"/>
                    <a:pt x="1945" y="2280"/>
                    <a:pt x="2067" y="2189"/>
                  </a:cubicBezTo>
                  <a:cubicBezTo>
                    <a:pt x="2189" y="2068"/>
                    <a:pt x="2128" y="1855"/>
                    <a:pt x="2249" y="1794"/>
                  </a:cubicBezTo>
                  <a:cubicBezTo>
                    <a:pt x="2371" y="1733"/>
                    <a:pt x="2310" y="1581"/>
                    <a:pt x="2310" y="1460"/>
                  </a:cubicBezTo>
                  <a:lnTo>
                    <a:pt x="2310" y="821"/>
                  </a:lnTo>
                  <a:cubicBezTo>
                    <a:pt x="2097" y="730"/>
                    <a:pt x="2158" y="457"/>
                    <a:pt x="2006" y="305"/>
                  </a:cubicBezTo>
                  <a:cubicBezTo>
                    <a:pt x="1824" y="183"/>
                    <a:pt x="1581" y="213"/>
                    <a:pt x="14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7"/>
            <p:cNvSpPr/>
            <p:nvPr/>
          </p:nvSpPr>
          <p:spPr>
            <a:xfrm>
              <a:off x="6108625" y="3821238"/>
              <a:ext cx="50175" cy="45025"/>
            </a:xfrm>
            <a:custGeom>
              <a:rect b="b" l="l" r="r" t="t"/>
              <a:pathLst>
                <a:path extrusionOk="0" h="1801" w="2007">
                  <a:moveTo>
                    <a:pt x="1204" y="1"/>
                  </a:moveTo>
                  <a:cubicBezTo>
                    <a:pt x="862" y="1"/>
                    <a:pt x="778" y="318"/>
                    <a:pt x="669" y="562"/>
                  </a:cubicBezTo>
                  <a:lnTo>
                    <a:pt x="335" y="562"/>
                  </a:lnTo>
                  <a:cubicBezTo>
                    <a:pt x="1" y="866"/>
                    <a:pt x="1" y="866"/>
                    <a:pt x="335" y="1109"/>
                  </a:cubicBezTo>
                  <a:cubicBezTo>
                    <a:pt x="426" y="1200"/>
                    <a:pt x="578" y="1292"/>
                    <a:pt x="578" y="1383"/>
                  </a:cubicBezTo>
                  <a:cubicBezTo>
                    <a:pt x="487" y="1747"/>
                    <a:pt x="913" y="1626"/>
                    <a:pt x="973" y="1747"/>
                  </a:cubicBezTo>
                  <a:cubicBezTo>
                    <a:pt x="993" y="1786"/>
                    <a:pt x="1012" y="1800"/>
                    <a:pt x="1032" y="1800"/>
                  </a:cubicBezTo>
                  <a:cubicBezTo>
                    <a:pt x="1073" y="1800"/>
                    <a:pt x="1114" y="1738"/>
                    <a:pt x="1156" y="1717"/>
                  </a:cubicBezTo>
                  <a:cubicBezTo>
                    <a:pt x="1429" y="1596"/>
                    <a:pt x="1672" y="1504"/>
                    <a:pt x="1733" y="1170"/>
                  </a:cubicBezTo>
                  <a:cubicBezTo>
                    <a:pt x="1764" y="1048"/>
                    <a:pt x="1916" y="957"/>
                    <a:pt x="2007" y="866"/>
                  </a:cubicBezTo>
                  <a:cubicBezTo>
                    <a:pt x="1855" y="532"/>
                    <a:pt x="1703" y="167"/>
                    <a:pt x="1338" y="15"/>
                  </a:cubicBezTo>
                  <a:cubicBezTo>
                    <a:pt x="1289" y="5"/>
                    <a:pt x="1245" y="1"/>
                    <a:pt x="1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7"/>
            <p:cNvSpPr/>
            <p:nvPr/>
          </p:nvSpPr>
          <p:spPr>
            <a:xfrm>
              <a:off x="6009075" y="3598888"/>
              <a:ext cx="41075" cy="44925"/>
            </a:xfrm>
            <a:custGeom>
              <a:rect b="b" l="l" r="r" t="t"/>
              <a:pathLst>
                <a:path extrusionOk="0" h="1797" w="1643">
                  <a:moveTo>
                    <a:pt x="840" y="0"/>
                  </a:moveTo>
                  <a:cubicBezTo>
                    <a:pt x="834" y="0"/>
                    <a:pt x="828" y="1"/>
                    <a:pt x="822" y="3"/>
                  </a:cubicBezTo>
                  <a:cubicBezTo>
                    <a:pt x="609" y="64"/>
                    <a:pt x="457" y="185"/>
                    <a:pt x="305" y="337"/>
                  </a:cubicBezTo>
                  <a:cubicBezTo>
                    <a:pt x="183" y="520"/>
                    <a:pt x="92" y="702"/>
                    <a:pt x="1" y="915"/>
                  </a:cubicBezTo>
                  <a:cubicBezTo>
                    <a:pt x="1" y="945"/>
                    <a:pt x="31" y="1006"/>
                    <a:pt x="31" y="1006"/>
                  </a:cubicBezTo>
                  <a:cubicBezTo>
                    <a:pt x="244" y="1097"/>
                    <a:pt x="183" y="1310"/>
                    <a:pt x="183" y="1492"/>
                  </a:cubicBezTo>
                  <a:cubicBezTo>
                    <a:pt x="208" y="1567"/>
                    <a:pt x="274" y="1622"/>
                    <a:pt x="348" y="1622"/>
                  </a:cubicBezTo>
                  <a:cubicBezTo>
                    <a:pt x="364" y="1622"/>
                    <a:pt x="380" y="1619"/>
                    <a:pt x="396" y="1614"/>
                  </a:cubicBezTo>
                  <a:cubicBezTo>
                    <a:pt x="431" y="1601"/>
                    <a:pt x="463" y="1595"/>
                    <a:pt x="493" y="1595"/>
                  </a:cubicBezTo>
                  <a:cubicBezTo>
                    <a:pt x="673" y="1595"/>
                    <a:pt x="774" y="1796"/>
                    <a:pt x="852" y="1796"/>
                  </a:cubicBezTo>
                  <a:lnTo>
                    <a:pt x="1642" y="1097"/>
                  </a:lnTo>
                  <a:lnTo>
                    <a:pt x="1642" y="611"/>
                  </a:lnTo>
                  <a:lnTo>
                    <a:pt x="1308" y="246"/>
                  </a:lnTo>
                  <a:cubicBezTo>
                    <a:pt x="1277" y="216"/>
                    <a:pt x="1217" y="155"/>
                    <a:pt x="1186" y="155"/>
                  </a:cubicBezTo>
                  <a:cubicBezTo>
                    <a:pt x="1174" y="157"/>
                    <a:pt x="1162" y="158"/>
                    <a:pt x="1151" y="158"/>
                  </a:cubicBezTo>
                  <a:cubicBezTo>
                    <a:pt x="1003" y="158"/>
                    <a:pt x="919" y="0"/>
                    <a:pt x="8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7"/>
            <p:cNvSpPr/>
            <p:nvPr/>
          </p:nvSpPr>
          <p:spPr>
            <a:xfrm>
              <a:off x="6159550" y="4003963"/>
              <a:ext cx="29650" cy="32700"/>
            </a:xfrm>
            <a:custGeom>
              <a:rect b="b" l="l" r="r" t="t"/>
              <a:pathLst>
                <a:path extrusionOk="0" h="1308" w="1186">
                  <a:moveTo>
                    <a:pt x="274" y="1"/>
                  </a:moveTo>
                  <a:lnTo>
                    <a:pt x="0" y="274"/>
                  </a:lnTo>
                  <a:lnTo>
                    <a:pt x="0" y="822"/>
                  </a:lnTo>
                  <a:cubicBezTo>
                    <a:pt x="243" y="1034"/>
                    <a:pt x="517" y="1217"/>
                    <a:pt x="821" y="1308"/>
                  </a:cubicBezTo>
                  <a:cubicBezTo>
                    <a:pt x="882" y="1156"/>
                    <a:pt x="942" y="1034"/>
                    <a:pt x="1003" y="913"/>
                  </a:cubicBezTo>
                  <a:cubicBezTo>
                    <a:pt x="1186" y="730"/>
                    <a:pt x="1094" y="518"/>
                    <a:pt x="1094" y="305"/>
                  </a:cubicBezTo>
                  <a:cubicBezTo>
                    <a:pt x="1064" y="183"/>
                    <a:pt x="912" y="92"/>
                    <a:pt x="8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7"/>
            <p:cNvSpPr/>
            <p:nvPr/>
          </p:nvSpPr>
          <p:spPr>
            <a:xfrm>
              <a:off x="6050125" y="3561713"/>
              <a:ext cx="29650" cy="27150"/>
            </a:xfrm>
            <a:custGeom>
              <a:rect b="b" l="l" r="r" t="t"/>
              <a:pathLst>
                <a:path extrusionOk="0" h="1086" w="1186">
                  <a:moveTo>
                    <a:pt x="487" y="1"/>
                  </a:moveTo>
                  <a:cubicBezTo>
                    <a:pt x="304" y="61"/>
                    <a:pt x="213" y="305"/>
                    <a:pt x="0" y="457"/>
                  </a:cubicBezTo>
                  <a:lnTo>
                    <a:pt x="0" y="821"/>
                  </a:lnTo>
                  <a:cubicBezTo>
                    <a:pt x="126" y="968"/>
                    <a:pt x="251" y="1085"/>
                    <a:pt x="406" y="1085"/>
                  </a:cubicBezTo>
                  <a:cubicBezTo>
                    <a:pt x="476" y="1085"/>
                    <a:pt x="553" y="1061"/>
                    <a:pt x="639" y="1004"/>
                  </a:cubicBezTo>
                  <a:lnTo>
                    <a:pt x="1186" y="609"/>
                  </a:lnTo>
                  <a:cubicBezTo>
                    <a:pt x="669" y="1"/>
                    <a:pt x="669" y="1"/>
                    <a:pt x="4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7"/>
            <p:cNvSpPr/>
            <p:nvPr/>
          </p:nvSpPr>
          <p:spPr>
            <a:xfrm>
              <a:off x="6221850" y="3817038"/>
              <a:ext cx="29675" cy="22825"/>
            </a:xfrm>
            <a:custGeom>
              <a:rect b="b" l="l" r="r" t="t"/>
              <a:pathLst>
                <a:path extrusionOk="0" h="913" w="1187">
                  <a:moveTo>
                    <a:pt x="335" y="1"/>
                  </a:moveTo>
                  <a:cubicBezTo>
                    <a:pt x="274" y="122"/>
                    <a:pt x="213" y="244"/>
                    <a:pt x="153" y="365"/>
                  </a:cubicBezTo>
                  <a:cubicBezTo>
                    <a:pt x="1" y="578"/>
                    <a:pt x="335" y="578"/>
                    <a:pt x="244" y="730"/>
                  </a:cubicBezTo>
                  <a:cubicBezTo>
                    <a:pt x="244" y="791"/>
                    <a:pt x="274" y="852"/>
                    <a:pt x="305" y="882"/>
                  </a:cubicBezTo>
                  <a:cubicBezTo>
                    <a:pt x="402" y="900"/>
                    <a:pt x="498" y="912"/>
                    <a:pt x="592" y="912"/>
                  </a:cubicBezTo>
                  <a:cubicBezTo>
                    <a:pt x="823" y="912"/>
                    <a:pt x="1035" y="837"/>
                    <a:pt x="1186" y="578"/>
                  </a:cubicBezTo>
                  <a:lnTo>
                    <a:pt x="8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7"/>
            <p:cNvSpPr/>
            <p:nvPr/>
          </p:nvSpPr>
          <p:spPr>
            <a:xfrm>
              <a:off x="5303150" y="4596088"/>
              <a:ext cx="23575" cy="24025"/>
            </a:xfrm>
            <a:custGeom>
              <a:rect b="b" l="l" r="r" t="t"/>
              <a:pathLst>
                <a:path extrusionOk="0" h="961" w="943">
                  <a:moveTo>
                    <a:pt x="466" y="0"/>
                  </a:moveTo>
                  <a:cubicBezTo>
                    <a:pt x="269" y="0"/>
                    <a:pt x="124" y="149"/>
                    <a:pt x="0" y="298"/>
                  </a:cubicBezTo>
                  <a:lnTo>
                    <a:pt x="0" y="663"/>
                  </a:lnTo>
                  <a:cubicBezTo>
                    <a:pt x="124" y="812"/>
                    <a:pt x="269" y="961"/>
                    <a:pt x="466" y="961"/>
                  </a:cubicBezTo>
                  <a:cubicBezTo>
                    <a:pt x="511" y="961"/>
                    <a:pt x="558" y="953"/>
                    <a:pt x="608" y="936"/>
                  </a:cubicBezTo>
                  <a:cubicBezTo>
                    <a:pt x="730" y="815"/>
                    <a:pt x="882" y="784"/>
                    <a:pt x="912" y="511"/>
                  </a:cubicBezTo>
                  <a:cubicBezTo>
                    <a:pt x="943" y="268"/>
                    <a:pt x="760" y="146"/>
                    <a:pt x="608" y="24"/>
                  </a:cubicBezTo>
                  <a:cubicBezTo>
                    <a:pt x="558" y="8"/>
                    <a:pt x="511" y="0"/>
                    <a:pt x="4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7"/>
            <p:cNvSpPr/>
            <p:nvPr/>
          </p:nvSpPr>
          <p:spPr>
            <a:xfrm>
              <a:off x="5954375" y="3780563"/>
              <a:ext cx="24325" cy="22825"/>
            </a:xfrm>
            <a:custGeom>
              <a:rect b="b" l="l" r="r" t="t"/>
              <a:pathLst>
                <a:path extrusionOk="0" h="913" w="973">
                  <a:moveTo>
                    <a:pt x="274" y="1"/>
                  </a:moveTo>
                  <a:cubicBezTo>
                    <a:pt x="122" y="122"/>
                    <a:pt x="31" y="274"/>
                    <a:pt x="0" y="487"/>
                  </a:cubicBezTo>
                  <a:cubicBezTo>
                    <a:pt x="244" y="548"/>
                    <a:pt x="304" y="912"/>
                    <a:pt x="608" y="912"/>
                  </a:cubicBezTo>
                  <a:cubicBezTo>
                    <a:pt x="973" y="700"/>
                    <a:pt x="973" y="365"/>
                    <a:pt x="8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7"/>
            <p:cNvSpPr/>
            <p:nvPr/>
          </p:nvSpPr>
          <p:spPr>
            <a:xfrm>
              <a:off x="5718050" y="3538113"/>
              <a:ext cx="22825" cy="23325"/>
            </a:xfrm>
            <a:custGeom>
              <a:rect b="b" l="l" r="r" t="t"/>
              <a:pathLst>
                <a:path extrusionOk="0" h="933" w="913">
                  <a:moveTo>
                    <a:pt x="360" y="1"/>
                  </a:moveTo>
                  <a:cubicBezTo>
                    <a:pt x="276" y="1"/>
                    <a:pt x="199" y="77"/>
                    <a:pt x="122" y="154"/>
                  </a:cubicBezTo>
                  <a:lnTo>
                    <a:pt x="0" y="276"/>
                  </a:lnTo>
                  <a:lnTo>
                    <a:pt x="0" y="671"/>
                  </a:lnTo>
                  <a:cubicBezTo>
                    <a:pt x="97" y="840"/>
                    <a:pt x="271" y="933"/>
                    <a:pt x="460" y="933"/>
                  </a:cubicBezTo>
                  <a:cubicBezTo>
                    <a:pt x="509" y="933"/>
                    <a:pt x="559" y="927"/>
                    <a:pt x="608" y="914"/>
                  </a:cubicBezTo>
                  <a:cubicBezTo>
                    <a:pt x="699" y="853"/>
                    <a:pt x="791" y="762"/>
                    <a:pt x="851" y="671"/>
                  </a:cubicBezTo>
                  <a:cubicBezTo>
                    <a:pt x="882" y="550"/>
                    <a:pt x="912" y="428"/>
                    <a:pt x="912" y="306"/>
                  </a:cubicBezTo>
                  <a:cubicBezTo>
                    <a:pt x="791" y="154"/>
                    <a:pt x="639" y="246"/>
                    <a:pt x="517" y="94"/>
                  </a:cubicBezTo>
                  <a:cubicBezTo>
                    <a:pt x="461" y="27"/>
                    <a:pt x="409" y="1"/>
                    <a:pt x="3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7"/>
            <p:cNvSpPr/>
            <p:nvPr/>
          </p:nvSpPr>
          <p:spPr>
            <a:xfrm>
              <a:off x="5173200" y="4560413"/>
              <a:ext cx="28150" cy="27175"/>
            </a:xfrm>
            <a:custGeom>
              <a:rect b="b" l="l" r="r" t="t"/>
              <a:pathLst>
                <a:path extrusionOk="0" h="1087" w="1126">
                  <a:moveTo>
                    <a:pt x="438" y="0"/>
                  </a:moveTo>
                  <a:cubicBezTo>
                    <a:pt x="396" y="0"/>
                    <a:pt x="350" y="8"/>
                    <a:pt x="305" y="23"/>
                  </a:cubicBezTo>
                  <a:cubicBezTo>
                    <a:pt x="92" y="144"/>
                    <a:pt x="1" y="388"/>
                    <a:pt x="92" y="631"/>
                  </a:cubicBezTo>
                  <a:lnTo>
                    <a:pt x="457" y="1026"/>
                  </a:lnTo>
                  <a:cubicBezTo>
                    <a:pt x="487" y="1026"/>
                    <a:pt x="517" y="1056"/>
                    <a:pt x="517" y="1087"/>
                  </a:cubicBezTo>
                  <a:lnTo>
                    <a:pt x="912" y="1087"/>
                  </a:lnTo>
                  <a:cubicBezTo>
                    <a:pt x="973" y="965"/>
                    <a:pt x="1125" y="935"/>
                    <a:pt x="1125" y="752"/>
                  </a:cubicBezTo>
                  <a:cubicBezTo>
                    <a:pt x="1060" y="706"/>
                    <a:pt x="989" y="693"/>
                    <a:pt x="917" y="693"/>
                  </a:cubicBezTo>
                  <a:cubicBezTo>
                    <a:pt x="835" y="693"/>
                    <a:pt x="751" y="710"/>
                    <a:pt x="672" y="710"/>
                  </a:cubicBezTo>
                  <a:cubicBezTo>
                    <a:pt x="593" y="710"/>
                    <a:pt x="520" y="694"/>
                    <a:pt x="457" y="631"/>
                  </a:cubicBezTo>
                  <a:cubicBezTo>
                    <a:pt x="365" y="448"/>
                    <a:pt x="517" y="357"/>
                    <a:pt x="608" y="236"/>
                  </a:cubicBezTo>
                  <a:cubicBezTo>
                    <a:pt x="639" y="205"/>
                    <a:pt x="608" y="53"/>
                    <a:pt x="548" y="23"/>
                  </a:cubicBezTo>
                  <a:cubicBezTo>
                    <a:pt x="517" y="8"/>
                    <a:pt x="479" y="0"/>
                    <a:pt x="4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7"/>
            <p:cNvSpPr/>
            <p:nvPr/>
          </p:nvSpPr>
          <p:spPr>
            <a:xfrm>
              <a:off x="6186900" y="3648038"/>
              <a:ext cx="19775" cy="23700"/>
            </a:xfrm>
            <a:custGeom>
              <a:rect b="b" l="l" r="r" t="t"/>
              <a:pathLst>
                <a:path extrusionOk="0" h="948" w="791">
                  <a:moveTo>
                    <a:pt x="386" y="1"/>
                  </a:moveTo>
                  <a:cubicBezTo>
                    <a:pt x="248" y="1"/>
                    <a:pt x="166" y="147"/>
                    <a:pt x="61" y="226"/>
                  </a:cubicBezTo>
                  <a:cubicBezTo>
                    <a:pt x="61" y="226"/>
                    <a:pt x="31" y="256"/>
                    <a:pt x="0" y="286"/>
                  </a:cubicBezTo>
                  <a:lnTo>
                    <a:pt x="31" y="651"/>
                  </a:lnTo>
                  <a:cubicBezTo>
                    <a:pt x="92" y="742"/>
                    <a:pt x="183" y="833"/>
                    <a:pt x="274" y="925"/>
                  </a:cubicBezTo>
                  <a:cubicBezTo>
                    <a:pt x="304" y="940"/>
                    <a:pt x="335" y="947"/>
                    <a:pt x="365" y="947"/>
                  </a:cubicBezTo>
                  <a:cubicBezTo>
                    <a:pt x="396" y="947"/>
                    <a:pt x="426" y="940"/>
                    <a:pt x="456" y="925"/>
                  </a:cubicBezTo>
                  <a:cubicBezTo>
                    <a:pt x="578" y="833"/>
                    <a:pt x="669" y="712"/>
                    <a:pt x="730" y="590"/>
                  </a:cubicBezTo>
                  <a:cubicBezTo>
                    <a:pt x="791" y="347"/>
                    <a:pt x="669" y="104"/>
                    <a:pt x="456" y="13"/>
                  </a:cubicBezTo>
                  <a:cubicBezTo>
                    <a:pt x="431" y="4"/>
                    <a:pt x="408" y="1"/>
                    <a:pt x="3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7"/>
            <p:cNvSpPr/>
            <p:nvPr/>
          </p:nvSpPr>
          <p:spPr>
            <a:xfrm>
              <a:off x="5312250" y="4486838"/>
              <a:ext cx="31950" cy="18675"/>
            </a:xfrm>
            <a:custGeom>
              <a:rect b="b" l="l" r="r" t="t"/>
              <a:pathLst>
                <a:path extrusionOk="0" h="747" w="1278">
                  <a:moveTo>
                    <a:pt x="1013" y="1"/>
                  </a:moveTo>
                  <a:cubicBezTo>
                    <a:pt x="936" y="1"/>
                    <a:pt x="858" y="25"/>
                    <a:pt x="791" y="78"/>
                  </a:cubicBezTo>
                  <a:cubicBezTo>
                    <a:pt x="670" y="169"/>
                    <a:pt x="548" y="200"/>
                    <a:pt x="396" y="200"/>
                  </a:cubicBezTo>
                  <a:cubicBezTo>
                    <a:pt x="382" y="198"/>
                    <a:pt x="369" y="196"/>
                    <a:pt x="357" y="196"/>
                  </a:cubicBezTo>
                  <a:cubicBezTo>
                    <a:pt x="204" y="196"/>
                    <a:pt x="141" y="359"/>
                    <a:pt x="1" y="443"/>
                  </a:cubicBezTo>
                  <a:lnTo>
                    <a:pt x="244" y="747"/>
                  </a:lnTo>
                  <a:lnTo>
                    <a:pt x="609" y="747"/>
                  </a:lnTo>
                  <a:lnTo>
                    <a:pt x="1278" y="109"/>
                  </a:lnTo>
                  <a:cubicBezTo>
                    <a:pt x="1209" y="40"/>
                    <a:pt x="1112" y="1"/>
                    <a:pt x="10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7"/>
            <p:cNvSpPr/>
            <p:nvPr/>
          </p:nvSpPr>
          <p:spPr>
            <a:xfrm>
              <a:off x="6039675" y="4373213"/>
              <a:ext cx="21875" cy="18100"/>
            </a:xfrm>
            <a:custGeom>
              <a:rect b="b" l="l" r="r" t="t"/>
              <a:pathLst>
                <a:path extrusionOk="0" h="724" w="875">
                  <a:moveTo>
                    <a:pt x="237" y="0"/>
                  </a:moveTo>
                  <a:cubicBezTo>
                    <a:pt x="99" y="0"/>
                    <a:pt x="1" y="193"/>
                    <a:pt x="114" y="307"/>
                  </a:cubicBezTo>
                  <a:cubicBezTo>
                    <a:pt x="175" y="368"/>
                    <a:pt x="236" y="489"/>
                    <a:pt x="266" y="581"/>
                  </a:cubicBezTo>
                  <a:cubicBezTo>
                    <a:pt x="285" y="676"/>
                    <a:pt x="364" y="723"/>
                    <a:pt x="449" y="723"/>
                  </a:cubicBezTo>
                  <a:cubicBezTo>
                    <a:pt x="501" y="723"/>
                    <a:pt x="555" y="706"/>
                    <a:pt x="601" y="672"/>
                  </a:cubicBezTo>
                  <a:cubicBezTo>
                    <a:pt x="813" y="520"/>
                    <a:pt x="874" y="216"/>
                    <a:pt x="753" y="3"/>
                  </a:cubicBezTo>
                  <a:lnTo>
                    <a:pt x="266" y="3"/>
                  </a:lnTo>
                  <a:cubicBezTo>
                    <a:pt x="256" y="1"/>
                    <a:pt x="246" y="0"/>
                    <a:pt x="2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7"/>
            <p:cNvSpPr/>
            <p:nvPr/>
          </p:nvSpPr>
          <p:spPr>
            <a:xfrm>
              <a:off x="5613175" y="3661613"/>
              <a:ext cx="18275" cy="18475"/>
            </a:xfrm>
            <a:custGeom>
              <a:rect b="b" l="l" r="r" t="t"/>
              <a:pathLst>
                <a:path extrusionOk="0" h="739" w="731">
                  <a:moveTo>
                    <a:pt x="320" y="1"/>
                  </a:moveTo>
                  <a:cubicBezTo>
                    <a:pt x="287" y="1"/>
                    <a:pt x="252" y="6"/>
                    <a:pt x="213" y="17"/>
                  </a:cubicBezTo>
                  <a:cubicBezTo>
                    <a:pt x="122" y="47"/>
                    <a:pt x="61" y="47"/>
                    <a:pt x="1" y="78"/>
                  </a:cubicBezTo>
                  <a:lnTo>
                    <a:pt x="1" y="473"/>
                  </a:lnTo>
                  <a:lnTo>
                    <a:pt x="31" y="534"/>
                  </a:lnTo>
                  <a:cubicBezTo>
                    <a:pt x="183" y="670"/>
                    <a:pt x="274" y="739"/>
                    <a:pt x="362" y="739"/>
                  </a:cubicBezTo>
                  <a:cubicBezTo>
                    <a:pt x="449" y="739"/>
                    <a:pt x="533" y="670"/>
                    <a:pt x="669" y="534"/>
                  </a:cubicBezTo>
                  <a:cubicBezTo>
                    <a:pt x="730" y="442"/>
                    <a:pt x="730" y="321"/>
                    <a:pt x="669" y="230"/>
                  </a:cubicBezTo>
                  <a:cubicBezTo>
                    <a:pt x="570" y="105"/>
                    <a:pt x="470" y="1"/>
                    <a:pt x="3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7"/>
            <p:cNvSpPr/>
            <p:nvPr/>
          </p:nvSpPr>
          <p:spPr>
            <a:xfrm>
              <a:off x="5925500" y="3711788"/>
              <a:ext cx="19025" cy="17125"/>
            </a:xfrm>
            <a:custGeom>
              <a:rect b="b" l="l" r="r" t="t"/>
              <a:pathLst>
                <a:path extrusionOk="0" h="685" w="761">
                  <a:moveTo>
                    <a:pt x="384" y="1"/>
                  </a:moveTo>
                  <a:cubicBezTo>
                    <a:pt x="327" y="1"/>
                    <a:pt x="274" y="46"/>
                    <a:pt x="183" y="138"/>
                  </a:cubicBezTo>
                  <a:cubicBezTo>
                    <a:pt x="0" y="350"/>
                    <a:pt x="0" y="350"/>
                    <a:pt x="183" y="593"/>
                  </a:cubicBezTo>
                  <a:cubicBezTo>
                    <a:pt x="213" y="624"/>
                    <a:pt x="274" y="685"/>
                    <a:pt x="274" y="685"/>
                  </a:cubicBezTo>
                  <a:lnTo>
                    <a:pt x="760" y="259"/>
                  </a:lnTo>
                  <a:cubicBezTo>
                    <a:pt x="699" y="229"/>
                    <a:pt x="669" y="168"/>
                    <a:pt x="608" y="138"/>
                  </a:cubicBezTo>
                  <a:cubicBezTo>
                    <a:pt x="502" y="46"/>
                    <a:pt x="441" y="1"/>
                    <a:pt x="3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7"/>
            <p:cNvSpPr/>
            <p:nvPr/>
          </p:nvSpPr>
          <p:spPr>
            <a:xfrm>
              <a:off x="5672450" y="3720538"/>
              <a:ext cx="18275" cy="14450"/>
            </a:xfrm>
            <a:custGeom>
              <a:rect b="b" l="l" r="r" t="t"/>
              <a:pathLst>
                <a:path extrusionOk="0" h="578" w="731">
                  <a:moveTo>
                    <a:pt x="227" y="0"/>
                  </a:moveTo>
                  <a:cubicBezTo>
                    <a:pt x="173" y="0"/>
                    <a:pt x="117" y="10"/>
                    <a:pt x="61" y="31"/>
                  </a:cubicBezTo>
                  <a:cubicBezTo>
                    <a:pt x="61" y="31"/>
                    <a:pt x="31" y="61"/>
                    <a:pt x="1" y="92"/>
                  </a:cubicBezTo>
                  <a:lnTo>
                    <a:pt x="1" y="578"/>
                  </a:lnTo>
                  <a:cubicBezTo>
                    <a:pt x="426" y="578"/>
                    <a:pt x="730" y="426"/>
                    <a:pt x="669" y="274"/>
                  </a:cubicBezTo>
                  <a:cubicBezTo>
                    <a:pt x="576" y="110"/>
                    <a:pt x="410" y="0"/>
                    <a:pt x="2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7"/>
            <p:cNvSpPr/>
            <p:nvPr/>
          </p:nvSpPr>
          <p:spPr>
            <a:xfrm>
              <a:off x="5284900" y="4510363"/>
              <a:ext cx="15225" cy="13725"/>
            </a:xfrm>
            <a:custGeom>
              <a:rect b="b" l="l" r="r" t="t"/>
              <a:pathLst>
                <a:path extrusionOk="0" h="549" w="609">
                  <a:moveTo>
                    <a:pt x="188" y="1"/>
                  </a:moveTo>
                  <a:cubicBezTo>
                    <a:pt x="80" y="1"/>
                    <a:pt x="59" y="22"/>
                    <a:pt x="1" y="80"/>
                  </a:cubicBezTo>
                  <a:lnTo>
                    <a:pt x="1" y="505"/>
                  </a:lnTo>
                  <a:cubicBezTo>
                    <a:pt x="15" y="503"/>
                    <a:pt x="30" y="502"/>
                    <a:pt x="45" y="502"/>
                  </a:cubicBezTo>
                  <a:cubicBezTo>
                    <a:pt x="143" y="502"/>
                    <a:pt x="241" y="549"/>
                    <a:pt x="340" y="549"/>
                  </a:cubicBezTo>
                  <a:cubicBezTo>
                    <a:pt x="409" y="549"/>
                    <a:pt x="478" y="525"/>
                    <a:pt x="548" y="444"/>
                  </a:cubicBezTo>
                  <a:cubicBezTo>
                    <a:pt x="517" y="292"/>
                    <a:pt x="609" y="140"/>
                    <a:pt x="487" y="19"/>
                  </a:cubicBezTo>
                  <a:cubicBezTo>
                    <a:pt x="342" y="8"/>
                    <a:pt x="251" y="1"/>
                    <a:pt x="1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7"/>
            <p:cNvSpPr/>
            <p:nvPr/>
          </p:nvSpPr>
          <p:spPr>
            <a:xfrm>
              <a:off x="5945250" y="3594388"/>
              <a:ext cx="13700" cy="16750"/>
            </a:xfrm>
            <a:custGeom>
              <a:rect b="b" l="l" r="r" t="t"/>
              <a:pathLst>
                <a:path extrusionOk="0" h="670" w="548">
                  <a:moveTo>
                    <a:pt x="548" y="1"/>
                  </a:moveTo>
                  <a:cubicBezTo>
                    <a:pt x="213" y="1"/>
                    <a:pt x="31" y="153"/>
                    <a:pt x="1" y="335"/>
                  </a:cubicBezTo>
                  <a:cubicBezTo>
                    <a:pt x="1" y="457"/>
                    <a:pt x="213" y="669"/>
                    <a:pt x="274" y="669"/>
                  </a:cubicBezTo>
                  <a:lnTo>
                    <a:pt x="548" y="426"/>
                  </a:lnTo>
                  <a:lnTo>
                    <a:pt x="54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7"/>
            <p:cNvSpPr/>
            <p:nvPr/>
          </p:nvSpPr>
          <p:spPr>
            <a:xfrm>
              <a:off x="6104825" y="3876313"/>
              <a:ext cx="14475" cy="13850"/>
            </a:xfrm>
            <a:custGeom>
              <a:rect b="b" l="l" r="r" t="t"/>
              <a:pathLst>
                <a:path extrusionOk="0" h="554" w="579">
                  <a:moveTo>
                    <a:pt x="426" y="0"/>
                  </a:moveTo>
                  <a:cubicBezTo>
                    <a:pt x="335" y="0"/>
                    <a:pt x="274" y="31"/>
                    <a:pt x="213" y="92"/>
                  </a:cubicBezTo>
                  <a:cubicBezTo>
                    <a:pt x="122" y="152"/>
                    <a:pt x="61" y="213"/>
                    <a:pt x="1" y="274"/>
                  </a:cubicBezTo>
                  <a:cubicBezTo>
                    <a:pt x="92" y="365"/>
                    <a:pt x="183" y="456"/>
                    <a:pt x="274" y="517"/>
                  </a:cubicBezTo>
                  <a:cubicBezTo>
                    <a:pt x="308" y="542"/>
                    <a:pt x="346" y="554"/>
                    <a:pt x="383" y="554"/>
                  </a:cubicBezTo>
                  <a:cubicBezTo>
                    <a:pt x="480" y="554"/>
                    <a:pt x="570" y="475"/>
                    <a:pt x="548" y="365"/>
                  </a:cubicBezTo>
                  <a:lnTo>
                    <a:pt x="548" y="274"/>
                  </a:lnTo>
                  <a:cubicBezTo>
                    <a:pt x="578" y="152"/>
                    <a:pt x="578" y="0"/>
                    <a:pt x="4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7"/>
            <p:cNvSpPr/>
            <p:nvPr/>
          </p:nvSpPr>
          <p:spPr>
            <a:xfrm>
              <a:off x="5696000" y="3675888"/>
              <a:ext cx="12950" cy="14275"/>
            </a:xfrm>
            <a:custGeom>
              <a:rect b="b" l="l" r="r" t="t"/>
              <a:pathLst>
                <a:path extrusionOk="0" h="571" w="518">
                  <a:moveTo>
                    <a:pt x="324" y="1"/>
                  </a:moveTo>
                  <a:cubicBezTo>
                    <a:pt x="282" y="1"/>
                    <a:pt x="244" y="8"/>
                    <a:pt x="214" y="23"/>
                  </a:cubicBezTo>
                  <a:cubicBezTo>
                    <a:pt x="122" y="84"/>
                    <a:pt x="62" y="145"/>
                    <a:pt x="1" y="206"/>
                  </a:cubicBezTo>
                  <a:lnTo>
                    <a:pt x="214" y="570"/>
                  </a:lnTo>
                  <a:cubicBezTo>
                    <a:pt x="274" y="479"/>
                    <a:pt x="366" y="388"/>
                    <a:pt x="457" y="327"/>
                  </a:cubicBezTo>
                  <a:cubicBezTo>
                    <a:pt x="518" y="206"/>
                    <a:pt x="518" y="54"/>
                    <a:pt x="457" y="23"/>
                  </a:cubicBezTo>
                  <a:cubicBezTo>
                    <a:pt x="411" y="8"/>
                    <a:pt x="366" y="1"/>
                    <a:pt x="3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7"/>
            <p:cNvSpPr/>
            <p:nvPr/>
          </p:nvSpPr>
          <p:spPr>
            <a:xfrm>
              <a:off x="5789475" y="3748463"/>
              <a:ext cx="15900" cy="9325"/>
            </a:xfrm>
            <a:custGeom>
              <a:rect b="b" l="l" r="r" t="t"/>
              <a:pathLst>
                <a:path extrusionOk="0" h="373" w="636">
                  <a:moveTo>
                    <a:pt x="185" y="0"/>
                  </a:moveTo>
                  <a:cubicBezTo>
                    <a:pt x="101" y="0"/>
                    <a:pt x="56" y="55"/>
                    <a:pt x="31" y="130"/>
                  </a:cubicBezTo>
                  <a:cubicBezTo>
                    <a:pt x="0" y="251"/>
                    <a:pt x="92" y="373"/>
                    <a:pt x="244" y="373"/>
                  </a:cubicBezTo>
                  <a:lnTo>
                    <a:pt x="396" y="373"/>
                  </a:lnTo>
                  <a:cubicBezTo>
                    <a:pt x="517" y="373"/>
                    <a:pt x="578" y="312"/>
                    <a:pt x="608" y="221"/>
                  </a:cubicBezTo>
                  <a:cubicBezTo>
                    <a:pt x="636" y="112"/>
                    <a:pt x="541" y="3"/>
                    <a:pt x="434" y="3"/>
                  </a:cubicBezTo>
                  <a:cubicBezTo>
                    <a:pt x="421" y="3"/>
                    <a:pt x="408" y="5"/>
                    <a:pt x="396" y="8"/>
                  </a:cubicBezTo>
                  <a:lnTo>
                    <a:pt x="244" y="8"/>
                  </a:lnTo>
                  <a:cubicBezTo>
                    <a:pt x="222" y="3"/>
                    <a:pt x="202" y="0"/>
                    <a:pt x="1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7"/>
            <p:cNvSpPr/>
            <p:nvPr/>
          </p:nvSpPr>
          <p:spPr>
            <a:xfrm>
              <a:off x="5904225" y="3725863"/>
              <a:ext cx="10650" cy="13700"/>
            </a:xfrm>
            <a:custGeom>
              <a:rect b="b" l="l" r="r" t="t"/>
              <a:pathLst>
                <a:path extrusionOk="0" h="548" w="426">
                  <a:moveTo>
                    <a:pt x="304" y="0"/>
                  </a:moveTo>
                  <a:cubicBezTo>
                    <a:pt x="213" y="61"/>
                    <a:pt x="91" y="182"/>
                    <a:pt x="61" y="213"/>
                  </a:cubicBezTo>
                  <a:cubicBezTo>
                    <a:pt x="61" y="243"/>
                    <a:pt x="31" y="213"/>
                    <a:pt x="31" y="274"/>
                  </a:cubicBezTo>
                  <a:cubicBezTo>
                    <a:pt x="31" y="334"/>
                    <a:pt x="0" y="426"/>
                    <a:pt x="31" y="456"/>
                  </a:cubicBezTo>
                  <a:cubicBezTo>
                    <a:pt x="91" y="486"/>
                    <a:pt x="152" y="517"/>
                    <a:pt x="243" y="547"/>
                  </a:cubicBezTo>
                  <a:cubicBezTo>
                    <a:pt x="274" y="547"/>
                    <a:pt x="365" y="486"/>
                    <a:pt x="365" y="456"/>
                  </a:cubicBezTo>
                  <a:cubicBezTo>
                    <a:pt x="365" y="304"/>
                    <a:pt x="426" y="152"/>
                    <a:pt x="3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7"/>
            <p:cNvSpPr/>
            <p:nvPr/>
          </p:nvSpPr>
          <p:spPr>
            <a:xfrm>
              <a:off x="5211200" y="4518988"/>
              <a:ext cx="9900" cy="9475"/>
            </a:xfrm>
            <a:custGeom>
              <a:rect b="b" l="l" r="r" t="t"/>
              <a:pathLst>
                <a:path extrusionOk="0" h="379" w="396">
                  <a:moveTo>
                    <a:pt x="186" y="0"/>
                  </a:moveTo>
                  <a:cubicBezTo>
                    <a:pt x="94" y="0"/>
                    <a:pt x="31" y="64"/>
                    <a:pt x="31" y="190"/>
                  </a:cubicBezTo>
                  <a:cubicBezTo>
                    <a:pt x="0" y="282"/>
                    <a:pt x="61" y="373"/>
                    <a:pt x="152" y="373"/>
                  </a:cubicBezTo>
                  <a:cubicBezTo>
                    <a:pt x="172" y="377"/>
                    <a:pt x="190" y="379"/>
                    <a:pt x="207" y="379"/>
                  </a:cubicBezTo>
                  <a:cubicBezTo>
                    <a:pt x="326" y="379"/>
                    <a:pt x="395" y="289"/>
                    <a:pt x="395" y="130"/>
                  </a:cubicBezTo>
                  <a:cubicBezTo>
                    <a:pt x="365" y="99"/>
                    <a:pt x="304" y="38"/>
                    <a:pt x="244" y="8"/>
                  </a:cubicBezTo>
                  <a:cubicBezTo>
                    <a:pt x="223" y="3"/>
                    <a:pt x="204" y="0"/>
                    <a:pt x="1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7"/>
            <p:cNvSpPr/>
            <p:nvPr/>
          </p:nvSpPr>
          <p:spPr>
            <a:xfrm>
              <a:off x="6113200" y="3680263"/>
              <a:ext cx="10650" cy="9150"/>
            </a:xfrm>
            <a:custGeom>
              <a:rect b="b" l="l" r="r" t="t"/>
              <a:pathLst>
                <a:path extrusionOk="0" h="366" w="426">
                  <a:moveTo>
                    <a:pt x="274" y="0"/>
                  </a:moveTo>
                  <a:cubicBezTo>
                    <a:pt x="91" y="0"/>
                    <a:pt x="0" y="92"/>
                    <a:pt x="30" y="213"/>
                  </a:cubicBezTo>
                  <a:cubicBezTo>
                    <a:pt x="30" y="304"/>
                    <a:pt x="122" y="365"/>
                    <a:pt x="213" y="365"/>
                  </a:cubicBezTo>
                  <a:cubicBezTo>
                    <a:pt x="365" y="365"/>
                    <a:pt x="426" y="274"/>
                    <a:pt x="395" y="152"/>
                  </a:cubicBezTo>
                  <a:cubicBezTo>
                    <a:pt x="395" y="61"/>
                    <a:pt x="304" y="31"/>
                    <a:pt x="2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7"/>
            <p:cNvSpPr/>
            <p:nvPr/>
          </p:nvSpPr>
          <p:spPr>
            <a:xfrm>
              <a:off x="6072150" y="4172438"/>
              <a:ext cx="9900" cy="8625"/>
            </a:xfrm>
            <a:custGeom>
              <a:rect b="b" l="l" r="r" t="t"/>
              <a:pathLst>
                <a:path extrusionOk="0" h="345" w="396">
                  <a:moveTo>
                    <a:pt x="226" y="0"/>
                  </a:moveTo>
                  <a:cubicBezTo>
                    <a:pt x="178" y="0"/>
                    <a:pt x="130" y="15"/>
                    <a:pt x="92" y="40"/>
                  </a:cubicBezTo>
                  <a:cubicBezTo>
                    <a:pt x="1" y="131"/>
                    <a:pt x="31" y="253"/>
                    <a:pt x="92" y="344"/>
                  </a:cubicBezTo>
                  <a:cubicBezTo>
                    <a:pt x="244" y="314"/>
                    <a:pt x="305" y="192"/>
                    <a:pt x="396" y="101"/>
                  </a:cubicBezTo>
                  <a:cubicBezTo>
                    <a:pt x="360" y="30"/>
                    <a:pt x="293" y="0"/>
                    <a:pt x="2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7"/>
            <p:cNvSpPr/>
            <p:nvPr/>
          </p:nvSpPr>
          <p:spPr>
            <a:xfrm>
              <a:off x="6078225" y="3601988"/>
              <a:ext cx="9150" cy="5525"/>
            </a:xfrm>
            <a:custGeom>
              <a:rect b="b" l="l" r="r" t="t"/>
              <a:pathLst>
                <a:path extrusionOk="0" h="221" w="366">
                  <a:moveTo>
                    <a:pt x="153" y="1"/>
                  </a:moveTo>
                  <a:cubicBezTo>
                    <a:pt x="92" y="61"/>
                    <a:pt x="1" y="122"/>
                    <a:pt x="31" y="153"/>
                  </a:cubicBezTo>
                  <a:cubicBezTo>
                    <a:pt x="46" y="198"/>
                    <a:pt x="100" y="221"/>
                    <a:pt x="157" y="221"/>
                  </a:cubicBezTo>
                  <a:cubicBezTo>
                    <a:pt x="214" y="221"/>
                    <a:pt x="274" y="198"/>
                    <a:pt x="305" y="153"/>
                  </a:cubicBezTo>
                  <a:cubicBezTo>
                    <a:pt x="305" y="153"/>
                    <a:pt x="366" y="122"/>
                    <a:pt x="305" y="92"/>
                  </a:cubicBezTo>
                  <a:cubicBezTo>
                    <a:pt x="274" y="61"/>
                    <a:pt x="214" y="61"/>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7"/>
            <p:cNvSpPr/>
            <p:nvPr/>
          </p:nvSpPr>
          <p:spPr>
            <a:xfrm>
              <a:off x="5985525" y="3748638"/>
              <a:ext cx="6875" cy="9150"/>
            </a:xfrm>
            <a:custGeom>
              <a:rect b="b" l="l" r="r" t="t"/>
              <a:pathLst>
                <a:path extrusionOk="0" h="366" w="275">
                  <a:moveTo>
                    <a:pt x="122" y="1"/>
                  </a:moveTo>
                  <a:cubicBezTo>
                    <a:pt x="1" y="92"/>
                    <a:pt x="1" y="305"/>
                    <a:pt x="122" y="366"/>
                  </a:cubicBezTo>
                  <a:cubicBezTo>
                    <a:pt x="274" y="305"/>
                    <a:pt x="274" y="92"/>
                    <a:pt x="1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7"/>
            <p:cNvSpPr/>
            <p:nvPr/>
          </p:nvSpPr>
          <p:spPr>
            <a:xfrm>
              <a:off x="5853300" y="3571588"/>
              <a:ext cx="6100" cy="7625"/>
            </a:xfrm>
            <a:custGeom>
              <a:rect b="b" l="l" r="r" t="t"/>
              <a:pathLst>
                <a:path extrusionOk="0" h="305" w="244">
                  <a:moveTo>
                    <a:pt x="92" y="1"/>
                  </a:moveTo>
                  <a:cubicBezTo>
                    <a:pt x="1" y="92"/>
                    <a:pt x="1" y="214"/>
                    <a:pt x="92" y="305"/>
                  </a:cubicBezTo>
                  <a:lnTo>
                    <a:pt x="153" y="305"/>
                  </a:lnTo>
                  <a:cubicBezTo>
                    <a:pt x="244" y="214"/>
                    <a:pt x="244" y="92"/>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7"/>
            <p:cNvSpPr/>
            <p:nvPr/>
          </p:nvSpPr>
          <p:spPr>
            <a:xfrm>
              <a:off x="5589625" y="4611113"/>
              <a:ext cx="5350" cy="8300"/>
            </a:xfrm>
            <a:custGeom>
              <a:rect b="b" l="l" r="r" t="t"/>
              <a:pathLst>
                <a:path extrusionOk="0" h="332" w="214">
                  <a:moveTo>
                    <a:pt x="92" y="1"/>
                  </a:moveTo>
                  <a:cubicBezTo>
                    <a:pt x="0" y="31"/>
                    <a:pt x="0" y="244"/>
                    <a:pt x="92" y="305"/>
                  </a:cubicBezTo>
                  <a:cubicBezTo>
                    <a:pt x="92" y="305"/>
                    <a:pt x="105" y="332"/>
                    <a:pt x="123" y="332"/>
                  </a:cubicBezTo>
                  <a:cubicBezTo>
                    <a:pt x="132" y="332"/>
                    <a:pt x="142" y="325"/>
                    <a:pt x="152" y="305"/>
                  </a:cubicBezTo>
                  <a:cubicBezTo>
                    <a:pt x="152" y="244"/>
                    <a:pt x="183" y="214"/>
                    <a:pt x="213" y="123"/>
                  </a:cubicBezTo>
                  <a:cubicBezTo>
                    <a:pt x="183" y="92"/>
                    <a:pt x="122" y="1"/>
                    <a:pt x="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67"/>
          <p:cNvGrpSpPr/>
          <p:nvPr/>
        </p:nvGrpSpPr>
        <p:grpSpPr>
          <a:xfrm>
            <a:off x="5140525" y="2606538"/>
            <a:ext cx="913363" cy="882825"/>
            <a:chOff x="5140525" y="2606538"/>
            <a:chExt cx="913363" cy="882825"/>
          </a:xfrm>
        </p:grpSpPr>
        <p:sp>
          <p:nvSpPr>
            <p:cNvPr id="6742" name="Google Shape;6742;p67"/>
            <p:cNvSpPr/>
            <p:nvPr/>
          </p:nvSpPr>
          <p:spPr>
            <a:xfrm>
              <a:off x="5170863" y="2728288"/>
              <a:ext cx="883025" cy="761075"/>
            </a:xfrm>
            <a:custGeom>
              <a:rect b="b" l="l" r="r" t="t"/>
              <a:pathLst>
                <a:path extrusionOk="0" h="30443" w="35321">
                  <a:moveTo>
                    <a:pt x="8569" y="3383"/>
                  </a:moveTo>
                  <a:cubicBezTo>
                    <a:pt x="8684" y="3383"/>
                    <a:pt x="8800" y="3416"/>
                    <a:pt x="8906" y="3469"/>
                  </a:cubicBezTo>
                  <a:cubicBezTo>
                    <a:pt x="8929" y="3562"/>
                    <a:pt x="8882" y="3601"/>
                    <a:pt x="8831" y="3601"/>
                  </a:cubicBezTo>
                  <a:cubicBezTo>
                    <a:pt x="8815" y="3601"/>
                    <a:pt x="8799" y="3597"/>
                    <a:pt x="8785" y="3590"/>
                  </a:cubicBezTo>
                  <a:cubicBezTo>
                    <a:pt x="8761" y="3586"/>
                    <a:pt x="8739" y="3583"/>
                    <a:pt x="8718" y="3583"/>
                  </a:cubicBezTo>
                  <a:cubicBezTo>
                    <a:pt x="8461" y="3583"/>
                    <a:pt x="8333" y="3894"/>
                    <a:pt x="8025" y="3894"/>
                  </a:cubicBezTo>
                  <a:lnTo>
                    <a:pt x="8389" y="4137"/>
                  </a:lnTo>
                  <a:cubicBezTo>
                    <a:pt x="8389" y="4350"/>
                    <a:pt x="8450" y="4533"/>
                    <a:pt x="8389" y="4563"/>
                  </a:cubicBezTo>
                  <a:cubicBezTo>
                    <a:pt x="8237" y="4684"/>
                    <a:pt x="8086" y="4776"/>
                    <a:pt x="7903" y="4836"/>
                  </a:cubicBezTo>
                  <a:cubicBezTo>
                    <a:pt x="7900" y="4839"/>
                    <a:pt x="7897" y="4840"/>
                    <a:pt x="7894" y="4840"/>
                  </a:cubicBezTo>
                  <a:cubicBezTo>
                    <a:pt x="7856" y="4840"/>
                    <a:pt x="7771" y="4704"/>
                    <a:pt x="7660" y="4593"/>
                  </a:cubicBezTo>
                  <a:lnTo>
                    <a:pt x="7690" y="3864"/>
                  </a:lnTo>
                  <a:cubicBezTo>
                    <a:pt x="7812" y="3590"/>
                    <a:pt x="8116" y="3590"/>
                    <a:pt x="8329" y="3438"/>
                  </a:cubicBezTo>
                  <a:cubicBezTo>
                    <a:pt x="8405" y="3400"/>
                    <a:pt x="8487" y="3383"/>
                    <a:pt x="8569" y="3383"/>
                  </a:cubicBezTo>
                  <a:close/>
                  <a:moveTo>
                    <a:pt x="34499" y="12557"/>
                  </a:moveTo>
                  <a:lnTo>
                    <a:pt x="34621" y="12679"/>
                  </a:lnTo>
                  <a:cubicBezTo>
                    <a:pt x="34469" y="12770"/>
                    <a:pt x="34439" y="12861"/>
                    <a:pt x="34621" y="12982"/>
                  </a:cubicBezTo>
                  <a:cubicBezTo>
                    <a:pt x="34621" y="12982"/>
                    <a:pt x="34591" y="13104"/>
                    <a:pt x="34560" y="13104"/>
                  </a:cubicBezTo>
                  <a:lnTo>
                    <a:pt x="34378" y="13104"/>
                  </a:lnTo>
                  <a:cubicBezTo>
                    <a:pt x="34226" y="12952"/>
                    <a:pt x="34226" y="12709"/>
                    <a:pt x="34378" y="12557"/>
                  </a:cubicBezTo>
                  <a:close/>
                  <a:moveTo>
                    <a:pt x="34287" y="13279"/>
                  </a:moveTo>
                  <a:cubicBezTo>
                    <a:pt x="34340" y="13279"/>
                    <a:pt x="34393" y="13302"/>
                    <a:pt x="34439" y="13347"/>
                  </a:cubicBezTo>
                  <a:cubicBezTo>
                    <a:pt x="34439" y="13376"/>
                    <a:pt x="34439" y="13408"/>
                    <a:pt x="34439" y="13408"/>
                  </a:cubicBezTo>
                  <a:cubicBezTo>
                    <a:pt x="34393" y="13454"/>
                    <a:pt x="34340" y="13476"/>
                    <a:pt x="34287" y="13476"/>
                  </a:cubicBezTo>
                  <a:cubicBezTo>
                    <a:pt x="34233" y="13476"/>
                    <a:pt x="34180" y="13454"/>
                    <a:pt x="34135" y="13408"/>
                  </a:cubicBezTo>
                  <a:cubicBezTo>
                    <a:pt x="34135" y="13378"/>
                    <a:pt x="34135" y="13378"/>
                    <a:pt x="34135" y="13347"/>
                  </a:cubicBezTo>
                  <a:cubicBezTo>
                    <a:pt x="34180" y="13302"/>
                    <a:pt x="34233" y="13279"/>
                    <a:pt x="34287" y="13279"/>
                  </a:cubicBezTo>
                  <a:close/>
                  <a:moveTo>
                    <a:pt x="7428" y="27369"/>
                  </a:moveTo>
                  <a:cubicBezTo>
                    <a:pt x="7476" y="27369"/>
                    <a:pt x="7527" y="27414"/>
                    <a:pt x="7562" y="27519"/>
                  </a:cubicBezTo>
                  <a:lnTo>
                    <a:pt x="7562" y="27519"/>
                  </a:lnTo>
                  <a:cubicBezTo>
                    <a:pt x="7523" y="27557"/>
                    <a:pt x="7494" y="27586"/>
                    <a:pt x="7447" y="27633"/>
                  </a:cubicBezTo>
                  <a:cubicBezTo>
                    <a:pt x="7415" y="27698"/>
                    <a:pt x="7382" y="27729"/>
                    <a:pt x="7359" y="27729"/>
                  </a:cubicBezTo>
                  <a:cubicBezTo>
                    <a:pt x="7339" y="27729"/>
                    <a:pt x="7326" y="27706"/>
                    <a:pt x="7326" y="27664"/>
                  </a:cubicBezTo>
                  <a:cubicBezTo>
                    <a:pt x="7295" y="27603"/>
                    <a:pt x="7295" y="27512"/>
                    <a:pt x="7326" y="27451"/>
                  </a:cubicBezTo>
                  <a:cubicBezTo>
                    <a:pt x="7352" y="27398"/>
                    <a:pt x="7389" y="27369"/>
                    <a:pt x="7428" y="27369"/>
                  </a:cubicBezTo>
                  <a:close/>
                  <a:moveTo>
                    <a:pt x="11857" y="29126"/>
                  </a:moveTo>
                  <a:cubicBezTo>
                    <a:pt x="11937" y="29126"/>
                    <a:pt x="12019" y="29164"/>
                    <a:pt x="12067" y="29244"/>
                  </a:cubicBezTo>
                  <a:cubicBezTo>
                    <a:pt x="12022" y="29320"/>
                    <a:pt x="11946" y="29358"/>
                    <a:pt x="11870" y="29358"/>
                  </a:cubicBezTo>
                  <a:cubicBezTo>
                    <a:pt x="11794" y="29358"/>
                    <a:pt x="11718" y="29320"/>
                    <a:pt x="11672" y="29244"/>
                  </a:cubicBezTo>
                  <a:lnTo>
                    <a:pt x="11672" y="29214"/>
                  </a:lnTo>
                  <a:cubicBezTo>
                    <a:pt x="11715" y="29156"/>
                    <a:pt x="11785" y="29126"/>
                    <a:pt x="11857" y="29126"/>
                  </a:cubicBezTo>
                  <a:close/>
                  <a:moveTo>
                    <a:pt x="10417" y="0"/>
                  </a:moveTo>
                  <a:cubicBezTo>
                    <a:pt x="10324" y="0"/>
                    <a:pt x="10208" y="24"/>
                    <a:pt x="10061" y="64"/>
                  </a:cubicBezTo>
                  <a:cubicBezTo>
                    <a:pt x="10041" y="226"/>
                    <a:pt x="10034" y="294"/>
                    <a:pt x="9987" y="294"/>
                  </a:cubicBezTo>
                  <a:cubicBezTo>
                    <a:pt x="9963" y="294"/>
                    <a:pt x="9930" y="277"/>
                    <a:pt x="9879" y="247"/>
                  </a:cubicBezTo>
                  <a:cubicBezTo>
                    <a:pt x="9788" y="171"/>
                    <a:pt x="9689" y="133"/>
                    <a:pt x="9590" y="133"/>
                  </a:cubicBezTo>
                  <a:cubicBezTo>
                    <a:pt x="9491" y="133"/>
                    <a:pt x="9393" y="171"/>
                    <a:pt x="9301" y="247"/>
                  </a:cubicBezTo>
                  <a:cubicBezTo>
                    <a:pt x="9484" y="308"/>
                    <a:pt x="9514" y="459"/>
                    <a:pt x="9696" y="520"/>
                  </a:cubicBezTo>
                  <a:cubicBezTo>
                    <a:pt x="9970" y="581"/>
                    <a:pt x="10244" y="733"/>
                    <a:pt x="10426" y="946"/>
                  </a:cubicBezTo>
                  <a:cubicBezTo>
                    <a:pt x="10578" y="1128"/>
                    <a:pt x="10791" y="1280"/>
                    <a:pt x="11034" y="1341"/>
                  </a:cubicBezTo>
                  <a:cubicBezTo>
                    <a:pt x="10912" y="1371"/>
                    <a:pt x="10821" y="1371"/>
                    <a:pt x="10700" y="1432"/>
                  </a:cubicBezTo>
                  <a:cubicBezTo>
                    <a:pt x="10639" y="1463"/>
                    <a:pt x="10578" y="1523"/>
                    <a:pt x="10517" y="1584"/>
                  </a:cubicBezTo>
                  <a:lnTo>
                    <a:pt x="10183" y="1280"/>
                  </a:lnTo>
                  <a:lnTo>
                    <a:pt x="10152" y="1280"/>
                  </a:lnTo>
                  <a:cubicBezTo>
                    <a:pt x="10031" y="1402"/>
                    <a:pt x="9879" y="1493"/>
                    <a:pt x="9727" y="1584"/>
                  </a:cubicBezTo>
                  <a:cubicBezTo>
                    <a:pt x="9558" y="1640"/>
                    <a:pt x="9416" y="1800"/>
                    <a:pt x="9203" y="1800"/>
                  </a:cubicBezTo>
                  <a:cubicBezTo>
                    <a:pt x="9186" y="1800"/>
                    <a:pt x="9168" y="1799"/>
                    <a:pt x="9149" y="1797"/>
                  </a:cubicBezTo>
                  <a:cubicBezTo>
                    <a:pt x="9136" y="1795"/>
                    <a:pt x="9122" y="1794"/>
                    <a:pt x="9109" y="1794"/>
                  </a:cubicBezTo>
                  <a:cubicBezTo>
                    <a:pt x="8918" y="1794"/>
                    <a:pt x="8785" y="1995"/>
                    <a:pt x="8785" y="2222"/>
                  </a:cubicBezTo>
                  <a:cubicBezTo>
                    <a:pt x="8785" y="2314"/>
                    <a:pt x="8785" y="2496"/>
                    <a:pt x="8663" y="2496"/>
                  </a:cubicBezTo>
                  <a:cubicBezTo>
                    <a:pt x="8653" y="2495"/>
                    <a:pt x="8643" y="2494"/>
                    <a:pt x="8634" y="2494"/>
                  </a:cubicBezTo>
                  <a:cubicBezTo>
                    <a:pt x="8465" y="2494"/>
                    <a:pt x="8417" y="2717"/>
                    <a:pt x="8238" y="2717"/>
                  </a:cubicBezTo>
                  <a:cubicBezTo>
                    <a:pt x="8219" y="2717"/>
                    <a:pt x="8199" y="2714"/>
                    <a:pt x="8177" y="2709"/>
                  </a:cubicBezTo>
                  <a:cubicBezTo>
                    <a:pt x="7980" y="2653"/>
                    <a:pt x="7913" y="2337"/>
                    <a:pt x="7617" y="2337"/>
                  </a:cubicBezTo>
                  <a:cubicBezTo>
                    <a:pt x="7592" y="2337"/>
                    <a:pt x="7566" y="2339"/>
                    <a:pt x="7538" y="2344"/>
                  </a:cubicBezTo>
                  <a:cubicBezTo>
                    <a:pt x="7508" y="2374"/>
                    <a:pt x="7417" y="2466"/>
                    <a:pt x="7356" y="2587"/>
                  </a:cubicBezTo>
                  <a:cubicBezTo>
                    <a:pt x="7265" y="2678"/>
                    <a:pt x="7295" y="2800"/>
                    <a:pt x="7417" y="2861"/>
                  </a:cubicBezTo>
                  <a:cubicBezTo>
                    <a:pt x="7508" y="2891"/>
                    <a:pt x="7569" y="2922"/>
                    <a:pt x="7660" y="2922"/>
                  </a:cubicBezTo>
                  <a:lnTo>
                    <a:pt x="7660" y="3377"/>
                  </a:lnTo>
                  <a:cubicBezTo>
                    <a:pt x="7386" y="3438"/>
                    <a:pt x="7113" y="3438"/>
                    <a:pt x="6930" y="3712"/>
                  </a:cubicBezTo>
                  <a:cubicBezTo>
                    <a:pt x="6900" y="3773"/>
                    <a:pt x="6809" y="3773"/>
                    <a:pt x="6748" y="3803"/>
                  </a:cubicBezTo>
                  <a:cubicBezTo>
                    <a:pt x="6496" y="3602"/>
                    <a:pt x="6349" y="3484"/>
                    <a:pt x="6271" y="3484"/>
                  </a:cubicBezTo>
                  <a:cubicBezTo>
                    <a:pt x="6255" y="3484"/>
                    <a:pt x="6242" y="3489"/>
                    <a:pt x="6231" y="3499"/>
                  </a:cubicBezTo>
                  <a:lnTo>
                    <a:pt x="6201" y="3925"/>
                  </a:lnTo>
                  <a:cubicBezTo>
                    <a:pt x="6019" y="3985"/>
                    <a:pt x="5836" y="4077"/>
                    <a:pt x="5654" y="4168"/>
                  </a:cubicBezTo>
                  <a:cubicBezTo>
                    <a:pt x="5502" y="4259"/>
                    <a:pt x="5320" y="4381"/>
                    <a:pt x="5168" y="4533"/>
                  </a:cubicBezTo>
                  <a:lnTo>
                    <a:pt x="4164" y="4533"/>
                  </a:lnTo>
                  <a:cubicBezTo>
                    <a:pt x="4149" y="4533"/>
                    <a:pt x="4126" y="4525"/>
                    <a:pt x="4107" y="4525"/>
                  </a:cubicBezTo>
                  <a:cubicBezTo>
                    <a:pt x="4088" y="4525"/>
                    <a:pt x="4073" y="4533"/>
                    <a:pt x="4073" y="4563"/>
                  </a:cubicBezTo>
                  <a:cubicBezTo>
                    <a:pt x="4043" y="4624"/>
                    <a:pt x="4073" y="4745"/>
                    <a:pt x="4012" y="4806"/>
                  </a:cubicBezTo>
                  <a:cubicBezTo>
                    <a:pt x="3952" y="4867"/>
                    <a:pt x="3861" y="4836"/>
                    <a:pt x="3800" y="4897"/>
                  </a:cubicBezTo>
                  <a:cubicBezTo>
                    <a:pt x="3739" y="4928"/>
                    <a:pt x="3709" y="5019"/>
                    <a:pt x="3678" y="5110"/>
                  </a:cubicBezTo>
                  <a:cubicBezTo>
                    <a:pt x="3557" y="5353"/>
                    <a:pt x="3192" y="5475"/>
                    <a:pt x="3283" y="5870"/>
                  </a:cubicBezTo>
                  <a:cubicBezTo>
                    <a:pt x="3313" y="5900"/>
                    <a:pt x="3222" y="5961"/>
                    <a:pt x="3192" y="5961"/>
                  </a:cubicBezTo>
                  <a:cubicBezTo>
                    <a:pt x="2736" y="5961"/>
                    <a:pt x="2827" y="6447"/>
                    <a:pt x="2584" y="6630"/>
                  </a:cubicBezTo>
                  <a:cubicBezTo>
                    <a:pt x="2523" y="6660"/>
                    <a:pt x="2553" y="6782"/>
                    <a:pt x="2584" y="6812"/>
                  </a:cubicBezTo>
                  <a:cubicBezTo>
                    <a:pt x="2675" y="6903"/>
                    <a:pt x="2736" y="7055"/>
                    <a:pt x="2918" y="7055"/>
                  </a:cubicBezTo>
                  <a:cubicBezTo>
                    <a:pt x="3040" y="7055"/>
                    <a:pt x="3101" y="7116"/>
                    <a:pt x="3101" y="7207"/>
                  </a:cubicBezTo>
                  <a:cubicBezTo>
                    <a:pt x="3192" y="7481"/>
                    <a:pt x="3009" y="7754"/>
                    <a:pt x="2736" y="7785"/>
                  </a:cubicBezTo>
                  <a:cubicBezTo>
                    <a:pt x="2523" y="7785"/>
                    <a:pt x="2341" y="7906"/>
                    <a:pt x="2219" y="8089"/>
                  </a:cubicBezTo>
                  <a:cubicBezTo>
                    <a:pt x="2189" y="8241"/>
                    <a:pt x="2189" y="8454"/>
                    <a:pt x="2219" y="8636"/>
                  </a:cubicBezTo>
                  <a:cubicBezTo>
                    <a:pt x="2310" y="8788"/>
                    <a:pt x="2402" y="8970"/>
                    <a:pt x="2523" y="9122"/>
                  </a:cubicBezTo>
                  <a:cubicBezTo>
                    <a:pt x="2523" y="9153"/>
                    <a:pt x="2462" y="9213"/>
                    <a:pt x="2462" y="9274"/>
                  </a:cubicBezTo>
                  <a:lnTo>
                    <a:pt x="2098" y="9274"/>
                  </a:lnTo>
                  <a:cubicBezTo>
                    <a:pt x="1976" y="9396"/>
                    <a:pt x="1794" y="9457"/>
                    <a:pt x="1794" y="9700"/>
                  </a:cubicBezTo>
                  <a:cubicBezTo>
                    <a:pt x="1794" y="9765"/>
                    <a:pt x="1699" y="9815"/>
                    <a:pt x="1612" y="9815"/>
                  </a:cubicBezTo>
                  <a:cubicBezTo>
                    <a:pt x="1578" y="9815"/>
                    <a:pt x="1546" y="9808"/>
                    <a:pt x="1520" y="9791"/>
                  </a:cubicBezTo>
                  <a:cubicBezTo>
                    <a:pt x="1441" y="9712"/>
                    <a:pt x="1385" y="9633"/>
                    <a:pt x="1253" y="9633"/>
                  </a:cubicBezTo>
                  <a:cubicBezTo>
                    <a:pt x="1232" y="9633"/>
                    <a:pt x="1210" y="9635"/>
                    <a:pt x="1186" y="9639"/>
                  </a:cubicBezTo>
                  <a:cubicBezTo>
                    <a:pt x="973" y="9730"/>
                    <a:pt x="851" y="9973"/>
                    <a:pt x="912" y="10186"/>
                  </a:cubicBezTo>
                  <a:cubicBezTo>
                    <a:pt x="943" y="10429"/>
                    <a:pt x="882" y="10672"/>
                    <a:pt x="669" y="10855"/>
                  </a:cubicBezTo>
                  <a:cubicBezTo>
                    <a:pt x="639" y="10885"/>
                    <a:pt x="578" y="10946"/>
                    <a:pt x="547" y="10976"/>
                  </a:cubicBezTo>
                  <a:cubicBezTo>
                    <a:pt x="517" y="11250"/>
                    <a:pt x="517" y="11493"/>
                    <a:pt x="547" y="11767"/>
                  </a:cubicBezTo>
                  <a:cubicBezTo>
                    <a:pt x="851" y="12040"/>
                    <a:pt x="1277" y="12101"/>
                    <a:pt x="1429" y="12496"/>
                  </a:cubicBezTo>
                  <a:cubicBezTo>
                    <a:pt x="1288" y="12580"/>
                    <a:pt x="1200" y="12743"/>
                    <a:pt x="1019" y="12743"/>
                  </a:cubicBezTo>
                  <a:cubicBezTo>
                    <a:pt x="1004" y="12743"/>
                    <a:pt x="989" y="12742"/>
                    <a:pt x="973" y="12739"/>
                  </a:cubicBezTo>
                  <a:cubicBezTo>
                    <a:pt x="905" y="12726"/>
                    <a:pt x="837" y="12712"/>
                    <a:pt x="772" y="12712"/>
                  </a:cubicBezTo>
                  <a:cubicBezTo>
                    <a:pt x="691" y="12712"/>
                    <a:pt x="615" y="12733"/>
                    <a:pt x="547" y="12800"/>
                  </a:cubicBezTo>
                  <a:cubicBezTo>
                    <a:pt x="547" y="12830"/>
                    <a:pt x="547" y="12861"/>
                    <a:pt x="547" y="12891"/>
                  </a:cubicBezTo>
                  <a:lnTo>
                    <a:pt x="547" y="13438"/>
                  </a:lnTo>
                  <a:cubicBezTo>
                    <a:pt x="578" y="13590"/>
                    <a:pt x="578" y="13742"/>
                    <a:pt x="547" y="13894"/>
                  </a:cubicBezTo>
                  <a:cubicBezTo>
                    <a:pt x="487" y="14107"/>
                    <a:pt x="730" y="14168"/>
                    <a:pt x="730" y="14350"/>
                  </a:cubicBezTo>
                  <a:cubicBezTo>
                    <a:pt x="730" y="14472"/>
                    <a:pt x="821" y="14593"/>
                    <a:pt x="669" y="14715"/>
                  </a:cubicBezTo>
                  <a:cubicBezTo>
                    <a:pt x="517" y="14806"/>
                    <a:pt x="547" y="14958"/>
                    <a:pt x="547" y="15110"/>
                  </a:cubicBezTo>
                  <a:cubicBezTo>
                    <a:pt x="547" y="15171"/>
                    <a:pt x="517" y="15201"/>
                    <a:pt x="487" y="15262"/>
                  </a:cubicBezTo>
                  <a:cubicBezTo>
                    <a:pt x="456" y="15281"/>
                    <a:pt x="422" y="15287"/>
                    <a:pt x="387" y="15287"/>
                  </a:cubicBezTo>
                  <a:cubicBezTo>
                    <a:pt x="326" y="15287"/>
                    <a:pt x="260" y="15268"/>
                    <a:pt x="198" y="15268"/>
                  </a:cubicBezTo>
                  <a:cubicBezTo>
                    <a:pt x="123" y="15268"/>
                    <a:pt x="53" y="15295"/>
                    <a:pt x="0" y="15414"/>
                  </a:cubicBezTo>
                  <a:lnTo>
                    <a:pt x="517" y="15505"/>
                  </a:lnTo>
                  <a:cubicBezTo>
                    <a:pt x="547" y="15657"/>
                    <a:pt x="578" y="15809"/>
                    <a:pt x="578" y="15961"/>
                  </a:cubicBezTo>
                  <a:cubicBezTo>
                    <a:pt x="578" y="15961"/>
                    <a:pt x="639" y="15992"/>
                    <a:pt x="639" y="15992"/>
                  </a:cubicBezTo>
                  <a:lnTo>
                    <a:pt x="1095" y="15992"/>
                  </a:lnTo>
                  <a:cubicBezTo>
                    <a:pt x="1111" y="15997"/>
                    <a:pt x="1127" y="16000"/>
                    <a:pt x="1142" y="16000"/>
                  </a:cubicBezTo>
                  <a:cubicBezTo>
                    <a:pt x="1252" y="16000"/>
                    <a:pt x="1301" y="15857"/>
                    <a:pt x="1394" y="15857"/>
                  </a:cubicBezTo>
                  <a:cubicBezTo>
                    <a:pt x="1422" y="15857"/>
                    <a:pt x="1452" y="15869"/>
                    <a:pt x="1490" y="15900"/>
                  </a:cubicBezTo>
                  <a:cubicBezTo>
                    <a:pt x="1459" y="16022"/>
                    <a:pt x="1459" y="16144"/>
                    <a:pt x="1490" y="16265"/>
                  </a:cubicBezTo>
                  <a:cubicBezTo>
                    <a:pt x="1517" y="16348"/>
                    <a:pt x="1570" y="16368"/>
                    <a:pt x="1631" y="16368"/>
                  </a:cubicBezTo>
                  <a:cubicBezTo>
                    <a:pt x="1688" y="16368"/>
                    <a:pt x="1751" y="16351"/>
                    <a:pt x="1807" y="16351"/>
                  </a:cubicBezTo>
                  <a:cubicBezTo>
                    <a:pt x="1824" y="16351"/>
                    <a:pt x="1840" y="16353"/>
                    <a:pt x="1854" y="16356"/>
                  </a:cubicBezTo>
                  <a:cubicBezTo>
                    <a:pt x="2037" y="16448"/>
                    <a:pt x="2219" y="16539"/>
                    <a:pt x="2371" y="16660"/>
                  </a:cubicBezTo>
                  <a:cubicBezTo>
                    <a:pt x="2402" y="16782"/>
                    <a:pt x="2310" y="16964"/>
                    <a:pt x="2462" y="17086"/>
                  </a:cubicBezTo>
                  <a:lnTo>
                    <a:pt x="2645" y="16721"/>
                  </a:lnTo>
                  <a:cubicBezTo>
                    <a:pt x="2827" y="16721"/>
                    <a:pt x="3040" y="16721"/>
                    <a:pt x="3161" y="16600"/>
                  </a:cubicBezTo>
                  <a:cubicBezTo>
                    <a:pt x="3253" y="16508"/>
                    <a:pt x="3465" y="16508"/>
                    <a:pt x="3587" y="16356"/>
                  </a:cubicBezTo>
                  <a:cubicBezTo>
                    <a:pt x="3593" y="16351"/>
                    <a:pt x="3602" y="16348"/>
                    <a:pt x="3613" y="16348"/>
                  </a:cubicBezTo>
                  <a:cubicBezTo>
                    <a:pt x="3663" y="16348"/>
                    <a:pt x="3756" y="16393"/>
                    <a:pt x="3830" y="16417"/>
                  </a:cubicBezTo>
                  <a:cubicBezTo>
                    <a:pt x="3769" y="16539"/>
                    <a:pt x="3648" y="16630"/>
                    <a:pt x="3648" y="16721"/>
                  </a:cubicBezTo>
                  <a:cubicBezTo>
                    <a:pt x="3617" y="16964"/>
                    <a:pt x="3709" y="17207"/>
                    <a:pt x="3465" y="17390"/>
                  </a:cubicBezTo>
                  <a:cubicBezTo>
                    <a:pt x="3526" y="17572"/>
                    <a:pt x="3374" y="17815"/>
                    <a:pt x="3526" y="17967"/>
                  </a:cubicBezTo>
                  <a:cubicBezTo>
                    <a:pt x="3577" y="17997"/>
                    <a:pt x="3620" y="18008"/>
                    <a:pt x="3656" y="18008"/>
                  </a:cubicBezTo>
                  <a:cubicBezTo>
                    <a:pt x="3772" y="18008"/>
                    <a:pt x="3829" y="17892"/>
                    <a:pt x="3921" y="17846"/>
                  </a:cubicBezTo>
                  <a:cubicBezTo>
                    <a:pt x="3948" y="17837"/>
                    <a:pt x="3975" y="17833"/>
                    <a:pt x="4001" y="17833"/>
                  </a:cubicBezTo>
                  <a:cubicBezTo>
                    <a:pt x="4063" y="17833"/>
                    <a:pt x="4121" y="17855"/>
                    <a:pt x="4164" y="17876"/>
                  </a:cubicBezTo>
                  <a:cubicBezTo>
                    <a:pt x="4256" y="17967"/>
                    <a:pt x="4195" y="18180"/>
                    <a:pt x="4104" y="18180"/>
                  </a:cubicBezTo>
                  <a:cubicBezTo>
                    <a:pt x="3861" y="18180"/>
                    <a:pt x="3800" y="18332"/>
                    <a:pt x="3648" y="18454"/>
                  </a:cubicBezTo>
                  <a:lnTo>
                    <a:pt x="3648" y="18818"/>
                  </a:lnTo>
                  <a:lnTo>
                    <a:pt x="3283" y="19214"/>
                  </a:lnTo>
                  <a:cubicBezTo>
                    <a:pt x="3374" y="19578"/>
                    <a:pt x="2979" y="19457"/>
                    <a:pt x="2888" y="19578"/>
                  </a:cubicBezTo>
                  <a:cubicBezTo>
                    <a:pt x="2797" y="19730"/>
                    <a:pt x="2614" y="19821"/>
                    <a:pt x="2584" y="19973"/>
                  </a:cubicBezTo>
                  <a:cubicBezTo>
                    <a:pt x="2523" y="20217"/>
                    <a:pt x="2645" y="20429"/>
                    <a:pt x="2462" y="20581"/>
                  </a:cubicBezTo>
                  <a:cubicBezTo>
                    <a:pt x="2250" y="20764"/>
                    <a:pt x="2493" y="21068"/>
                    <a:pt x="2310" y="21280"/>
                  </a:cubicBezTo>
                  <a:cubicBezTo>
                    <a:pt x="2247" y="21302"/>
                    <a:pt x="2181" y="21308"/>
                    <a:pt x="2115" y="21308"/>
                  </a:cubicBezTo>
                  <a:cubicBezTo>
                    <a:pt x="2015" y="21308"/>
                    <a:pt x="1913" y="21294"/>
                    <a:pt x="1811" y="21294"/>
                  </a:cubicBezTo>
                  <a:cubicBezTo>
                    <a:pt x="1691" y="21294"/>
                    <a:pt x="1573" y="21314"/>
                    <a:pt x="1459" y="21402"/>
                  </a:cubicBezTo>
                  <a:lnTo>
                    <a:pt x="1520" y="21676"/>
                  </a:lnTo>
                  <a:lnTo>
                    <a:pt x="1733" y="21493"/>
                  </a:lnTo>
                  <a:cubicBezTo>
                    <a:pt x="1885" y="21615"/>
                    <a:pt x="2006" y="21797"/>
                    <a:pt x="2067" y="21980"/>
                  </a:cubicBezTo>
                  <a:cubicBezTo>
                    <a:pt x="2189" y="22162"/>
                    <a:pt x="2310" y="22344"/>
                    <a:pt x="2462" y="22527"/>
                  </a:cubicBezTo>
                  <a:cubicBezTo>
                    <a:pt x="2614" y="22739"/>
                    <a:pt x="2432" y="22770"/>
                    <a:pt x="2402" y="22861"/>
                  </a:cubicBezTo>
                  <a:lnTo>
                    <a:pt x="2553" y="23043"/>
                  </a:lnTo>
                  <a:cubicBezTo>
                    <a:pt x="2432" y="23124"/>
                    <a:pt x="2310" y="23124"/>
                    <a:pt x="2189" y="23124"/>
                  </a:cubicBezTo>
                  <a:lnTo>
                    <a:pt x="2189" y="23124"/>
                  </a:lnTo>
                  <a:cubicBezTo>
                    <a:pt x="2128" y="23124"/>
                    <a:pt x="2067" y="23124"/>
                    <a:pt x="2006" y="23135"/>
                  </a:cubicBezTo>
                  <a:cubicBezTo>
                    <a:pt x="1915" y="23135"/>
                    <a:pt x="1824" y="23119"/>
                    <a:pt x="1737" y="23119"/>
                  </a:cubicBezTo>
                  <a:cubicBezTo>
                    <a:pt x="1649" y="23119"/>
                    <a:pt x="1566" y="23135"/>
                    <a:pt x="1490" y="23195"/>
                  </a:cubicBezTo>
                  <a:cubicBezTo>
                    <a:pt x="1459" y="23256"/>
                    <a:pt x="1459" y="23317"/>
                    <a:pt x="1459" y="23347"/>
                  </a:cubicBezTo>
                  <a:cubicBezTo>
                    <a:pt x="1581" y="23499"/>
                    <a:pt x="1642" y="23651"/>
                    <a:pt x="1642" y="23834"/>
                  </a:cubicBezTo>
                  <a:cubicBezTo>
                    <a:pt x="1611" y="24077"/>
                    <a:pt x="2006" y="24138"/>
                    <a:pt x="2006" y="24320"/>
                  </a:cubicBezTo>
                  <a:cubicBezTo>
                    <a:pt x="2006" y="24563"/>
                    <a:pt x="2310" y="24685"/>
                    <a:pt x="2189" y="24989"/>
                  </a:cubicBezTo>
                  <a:cubicBezTo>
                    <a:pt x="2189" y="25110"/>
                    <a:pt x="2189" y="25232"/>
                    <a:pt x="2189" y="25353"/>
                  </a:cubicBezTo>
                  <a:lnTo>
                    <a:pt x="2645" y="25870"/>
                  </a:lnTo>
                  <a:cubicBezTo>
                    <a:pt x="3101" y="25901"/>
                    <a:pt x="3101" y="25901"/>
                    <a:pt x="3739" y="26569"/>
                  </a:cubicBezTo>
                  <a:lnTo>
                    <a:pt x="3982" y="26357"/>
                  </a:lnTo>
                  <a:cubicBezTo>
                    <a:pt x="3982" y="26782"/>
                    <a:pt x="4286" y="26904"/>
                    <a:pt x="4499" y="27116"/>
                  </a:cubicBezTo>
                  <a:cubicBezTo>
                    <a:pt x="4532" y="27128"/>
                    <a:pt x="4568" y="27132"/>
                    <a:pt x="4605" y="27132"/>
                  </a:cubicBezTo>
                  <a:cubicBezTo>
                    <a:pt x="4696" y="27132"/>
                    <a:pt x="4793" y="27107"/>
                    <a:pt x="4884" y="27107"/>
                  </a:cubicBezTo>
                  <a:cubicBezTo>
                    <a:pt x="4955" y="27107"/>
                    <a:pt x="5022" y="27122"/>
                    <a:pt x="5076" y="27177"/>
                  </a:cubicBezTo>
                  <a:cubicBezTo>
                    <a:pt x="5107" y="27299"/>
                    <a:pt x="5137" y="27420"/>
                    <a:pt x="5168" y="27451"/>
                  </a:cubicBezTo>
                  <a:cubicBezTo>
                    <a:pt x="5350" y="27542"/>
                    <a:pt x="5623" y="27420"/>
                    <a:pt x="5745" y="27664"/>
                  </a:cubicBezTo>
                  <a:lnTo>
                    <a:pt x="6383" y="27694"/>
                  </a:lnTo>
                  <a:lnTo>
                    <a:pt x="6383" y="28515"/>
                  </a:lnTo>
                  <a:cubicBezTo>
                    <a:pt x="6535" y="28606"/>
                    <a:pt x="6718" y="28545"/>
                    <a:pt x="6779" y="28727"/>
                  </a:cubicBezTo>
                  <a:cubicBezTo>
                    <a:pt x="6809" y="28727"/>
                    <a:pt x="6839" y="28758"/>
                    <a:pt x="6870" y="28758"/>
                  </a:cubicBezTo>
                  <a:cubicBezTo>
                    <a:pt x="6930" y="28545"/>
                    <a:pt x="7234" y="28667"/>
                    <a:pt x="7326" y="28423"/>
                  </a:cubicBezTo>
                  <a:cubicBezTo>
                    <a:pt x="7437" y="28145"/>
                    <a:pt x="7523" y="27867"/>
                    <a:pt x="7583" y="27566"/>
                  </a:cubicBezTo>
                  <a:lnTo>
                    <a:pt x="7583" y="27566"/>
                  </a:lnTo>
                  <a:cubicBezTo>
                    <a:pt x="7792" y="27920"/>
                    <a:pt x="8031" y="28217"/>
                    <a:pt x="8329" y="28515"/>
                  </a:cubicBezTo>
                  <a:cubicBezTo>
                    <a:pt x="8268" y="28667"/>
                    <a:pt x="8177" y="28819"/>
                    <a:pt x="8207" y="28849"/>
                  </a:cubicBezTo>
                  <a:cubicBezTo>
                    <a:pt x="8450" y="29123"/>
                    <a:pt x="8359" y="29457"/>
                    <a:pt x="8359" y="29791"/>
                  </a:cubicBezTo>
                  <a:cubicBezTo>
                    <a:pt x="8359" y="29882"/>
                    <a:pt x="8329" y="30034"/>
                    <a:pt x="8481" y="30095"/>
                  </a:cubicBezTo>
                  <a:cubicBezTo>
                    <a:pt x="8638" y="29938"/>
                    <a:pt x="8750" y="29712"/>
                    <a:pt x="9032" y="29712"/>
                  </a:cubicBezTo>
                  <a:cubicBezTo>
                    <a:pt x="9077" y="29712"/>
                    <a:pt x="9126" y="29718"/>
                    <a:pt x="9180" y="29730"/>
                  </a:cubicBezTo>
                  <a:lnTo>
                    <a:pt x="9636" y="30278"/>
                  </a:lnTo>
                  <a:cubicBezTo>
                    <a:pt x="9745" y="30278"/>
                    <a:pt x="9840" y="30268"/>
                    <a:pt x="9924" y="30268"/>
                  </a:cubicBezTo>
                  <a:cubicBezTo>
                    <a:pt x="10050" y="30268"/>
                    <a:pt x="10152" y="30290"/>
                    <a:pt x="10244" y="30399"/>
                  </a:cubicBezTo>
                  <a:cubicBezTo>
                    <a:pt x="10265" y="30421"/>
                    <a:pt x="10363" y="30442"/>
                    <a:pt x="10418" y="30442"/>
                  </a:cubicBezTo>
                  <a:cubicBezTo>
                    <a:pt x="10441" y="30442"/>
                    <a:pt x="10456" y="30438"/>
                    <a:pt x="10456" y="30430"/>
                  </a:cubicBezTo>
                  <a:cubicBezTo>
                    <a:pt x="10608" y="30186"/>
                    <a:pt x="10943" y="30369"/>
                    <a:pt x="11095" y="30186"/>
                  </a:cubicBezTo>
                  <a:cubicBezTo>
                    <a:pt x="11125" y="29974"/>
                    <a:pt x="11034" y="29761"/>
                    <a:pt x="11186" y="29548"/>
                  </a:cubicBezTo>
                  <a:cubicBezTo>
                    <a:pt x="11307" y="29533"/>
                    <a:pt x="11421" y="29525"/>
                    <a:pt x="11535" y="29525"/>
                  </a:cubicBezTo>
                  <a:cubicBezTo>
                    <a:pt x="11649" y="29525"/>
                    <a:pt x="11763" y="29533"/>
                    <a:pt x="11885" y="29548"/>
                  </a:cubicBezTo>
                  <a:cubicBezTo>
                    <a:pt x="11923" y="29556"/>
                    <a:pt x="11958" y="29559"/>
                    <a:pt x="11993" y="29559"/>
                  </a:cubicBezTo>
                  <a:cubicBezTo>
                    <a:pt x="12236" y="29559"/>
                    <a:pt x="12405" y="29392"/>
                    <a:pt x="12645" y="29366"/>
                  </a:cubicBezTo>
                  <a:cubicBezTo>
                    <a:pt x="12667" y="29363"/>
                    <a:pt x="12688" y="29361"/>
                    <a:pt x="12710" y="29361"/>
                  </a:cubicBezTo>
                  <a:cubicBezTo>
                    <a:pt x="12899" y="29361"/>
                    <a:pt x="13074" y="29479"/>
                    <a:pt x="13101" y="29670"/>
                  </a:cubicBezTo>
                  <a:cubicBezTo>
                    <a:pt x="13131" y="29761"/>
                    <a:pt x="13040" y="29882"/>
                    <a:pt x="12979" y="30004"/>
                  </a:cubicBezTo>
                  <a:lnTo>
                    <a:pt x="13374" y="30430"/>
                  </a:lnTo>
                  <a:lnTo>
                    <a:pt x="13982" y="30430"/>
                  </a:lnTo>
                  <a:cubicBezTo>
                    <a:pt x="14073" y="30004"/>
                    <a:pt x="14165" y="29578"/>
                    <a:pt x="14317" y="29183"/>
                  </a:cubicBezTo>
                  <a:cubicBezTo>
                    <a:pt x="14408" y="29183"/>
                    <a:pt x="14507" y="29168"/>
                    <a:pt x="14609" y="29168"/>
                  </a:cubicBezTo>
                  <a:cubicBezTo>
                    <a:pt x="14712" y="29168"/>
                    <a:pt x="14818" y="29183"/>
                    <a:pt x="14925" y="29244"/>
                  </a:cubicBezTo>
                  <a:cubicBezTo>
                    <a:pt x="14985" y="29335"/>
                    <a:pt x="14925" y="29518"/>
                    <a:pt x="15137" y="29548"/>
                  </a:cubicBezTo>
                  <a:cubicBezTo>
                    <a:pt x="15331" y="29603"/>
                    <a:pt x="15500" y="29734"/>
                    <a:pt x="15735" y="29734"/>
                  </a:cubicBezTo>
                  <a:cubicBezTo>
                    <a:pt x="15758" y="29734"/>
                    <a:pt x="15782" y="29733"/>
                    <a:pt x="15806" y="29730"/>
                  </a:cubicBezTo>
                  <a:cubicBezTo>
                    <a:pt x="15855" y="29714"/>
                    <a:pt x="15904" y="29707"/>
                    <a:pt x="15951" y="29707"/>
                  </a:cubicBezTo>
                  <a:cubicBezTo>
                    <a:pt x="16082" y="29707"/>
                    <a:pt x="16203" y="29763"/>
                    <a:pt x="16292" y="29852"/>
                  </a:cubicBezTo>
                  <a:cubicBezTo>
                    <a:pt x="16340" y="29887"/>
                    <a:pt x="16405" y="29895"/>
                    <a:pt x="16476" y="29895"/>
                  </a:cubicBezTo>
                  <a:cubicBezTo>
                    <a:pt x="16534" y="29895"/>
                    <a:pt x="16596" y="29890"/>
                    <a:pt x="16655" y="29890"/>
                  </a:cubicBezTo>
                  <a:cubicBezTo>
                    <a:pt x="16711" y="29890"/>
                    <a:pt x="16764" y="29895"/>
                    <a:pt x="16809" y="29913"/>
                  </a:cubicBezTo>
                  <a:cubicBezTo>
                    <a:pt x="16949" y="29941"/>
                    <a:pt x="17064" y="30099"/>
                    <a:pt x="17248" y="30099"/>
                  </a:cubicBezTo>
                  <a:cubicBezTo>
                    <a:pt x="17263" y="30099"/>
                    <a:pt x="17279" y="30098"/>
                    <a:pt x="17295" y="30095"/>
                  </a:cubicBezTo>
                  <a:cubicBezTo>
                    <a:pt x="17402" y="30080"/>
                    <a:pt x="17516" y="30072"/>
                    <a:pt x="17630" y="30072"/>
                  </a:cubicBezTo>
                  <a:cubicBezTo>
                    <a:pt x="17744" y="30072"/>
                    <a:pt x="17858" y="30080"/>
                    <a:pt x="17964" y="30095"/>
                  </a:cubicBezTo>
                  <a:cubicBezTo>
                    <a:pt x="18146" y="29882"/>
                    <a:pt x="18390" y="29700"/>
                    <a:pt x="18633" y="29609"/>
                  </a:cubicBezTo>
                  <a:cubicBezTo>
                    <a:pt x="18712" y="29556"/>
                    <a:pt x="18796" y="29543"/>
                    <a:pt x="18884" y="29543"/>
                  </a:cubicBezTo>
                  <a:cubicBezTo>
                    <a:pt x="18967" y="29543"/>
                    <a:pt x="19052" y="29555"/>
                    <a:pt x="19139" y="29555"/>
                  </a:cubicBezTo>
                  <a:cubicBezTo>
                    <a:pt x="19173" y="29555"/>
                    <a:pt x="19207" y="29553"/>
                    <a:pt x="19241" y="29548"/>
                  </a:cubicBezTo>
                  <a:cubicBezTo>
                    <a:pt x="19423" y="29366"/>
                    <a:pt x="19575" y="29183"/>
                    <a:pt x="19757" y="29031"/>
                  </a:cubicBezTo>
                  <a:cubicBezTo>
                    <a:pt x="19879" y="28940"/>
                    <a:pt x="20031" y="28879"/>
                    <a:pt x="20183" y="28849"/>
                  </a:cubicBezTo>
                  <a:cubicBezTo>
                    <a:pt x="20396" y="29062"/>
                    <a:pt x="20609" y="29214"/>
                    <a:pt x="20761" y="29426"/>
                  </a:cubicBezTo>
                  <a:cubicBezTo>
                    <a:pt x="20943" y="29578"/>
                    <a:pt x="21125" y="29730"/>
                    <a:pt x="21338" y="29822"/>
                  </a:cubicBezTo>
                  <a:cubicBezTo>
                    <a:pt x="21417" y="29874"/>
                    <a:pt x="21496" y="29887"/>
                    <a:pt x="21573" y="29887"/>
                  </a:cubicBezTo>
                  <a:cubicBezTo>
                    <a:pt x="21644" y="29887"/>
                    <a:pt x="21714" y="29876"/>
                    <a:pt x="21779" y="29876"/>
                  </a:cubicBezTo>
                  <a:cubicBezTo>
                    <a:pt x="21805" y="29876"/>
                    <a:pt x="21830" y="29878"/>
                    <a:pt x="21855" y="29882"/>
                  </a:cubicBezTo>
                  <a:lnTo>
                    <a:pt x="22128" y="29882"/>
                  </a:lnTo>
                  <a:lnTo>
                    <a:pt x="22523" y="29518"/>
                  </a:lnTo>
                  <a:lnTo>
                    <a:pt x="23344" y="29518"/>
                  </a:lnTo>
                  <a:cubicBezTo>
                    <a:pt x="23405" y="29518"/>
                    <a:pt x="23466" y="29548"/>
                    <a:pt x="23496" y="29578"/>
                  </a:cubicBezTo>
                  <a:cubicBezTo>
                    <a:pt x="23557" y="29882"/>
                    <a:pt x="23557" y="29852"/>
                    <a:pt x="23739" y="29882"/>
                  </a:cubicBezTo>
                  <a:cubicBezTo>
                    <a:pt x="23751" y="29884"/>
                    <a:pt x="23763" y="29884"/>
                    <a:pt x="23775" y="29884"/>
                  </a:cubicBezTo>
                  <a:cubicBezTo>
                    <a:pt x="23997" y="29884"/>
                    <a:pt x="24162" y="29654"/>
                    <a:pt x="24394" y="29654"/>
                  </a:cubicBezTo>
                  <a:cubicBezTo>
                    <a:pt x="24428" y="29654"/>
                    <a:pt x="24463" y="29659"/>
                    <a:pt x="24499" y="29670"/>
                  </a:cubicBezTo>
                  <a:cubicBezTo>
                    <a:pt x="24505" y="29672"/>
                    <a:pt x="24510" y="29674"/>
                    <a:pt x="24517" y="29674"/>
                  </a:cubicBezTo>
                  <a:cubicBezTo>
                    <a:pt x="24581" y="29674"/>
                    <a:pt x="24687" y="29540"/>
                    <a:pt x="24742" y="29457"/>
                  </a:cubicBezTo>
                  <a:cubicBezTo>
                    <a:pt x="24834" y="29366"/>
                    <a:pt x="24925" y="29244"/>
                    <a:pt x="25016" y="29214"/>
                  </a:cubicBezTo>
                  <a:cubicBezTo>
                    <a:pt x="25289" y="29031"/>
                    <a:pt x="25593" y="28879"/>
                    <a:pt x="25928" y="28788"/>
                  </a:cubicBezTo>
                  <a:cubicBezTo>
                    <a:pt x="26232" y="28758"/>
                    <a:pt x="26536" y="28636"/>
                    <a:pt x="26809" y="28484"/>
                  </a:cubicBezTo>
                  <a:cubicBezTo>
                    <a:pt x="27052" y="28393"/>
                    <a:pt x="27265" y="28271"/>
                    <a:pt x="27508" y="28150"/>
                  </a:cubicBezTo>
                  <a:cubicBezTo>
                    <a:pt x="27630" y="27967"/>
                    <a:pt x="27387" y="27694"/>
                    <a:pt x="27630" y="27481"/>
                  </a:cubicBezTo>
                  <a:cubicBezTo>
                    <a:pt x="27873" y="27299"/>
                    <a:pt x="27569" y="26964"/>
                    <a:pt x="27812" y="26782"/>
                  </a:cubicBezTo>
                  <a:lnTo>
                    <a:pt x="27812" y="26782"/>
                  </a:lnTo>
                  <a:cubicBezTo>
                    <a:pt x="27873" y="26843"/>
                    <a:pt x="27964" y="26934"/>
                    <a:pt x="28025" y="26934"/>
                  </a:cubicBezTo>
                  <a:cubicBezTo>
                    <a:pt x="28037" y="26940"/>
                    <a:pt x="28052" y="26942"/>
                    <a:pt x="28068" y="26942"/>
                  </a:cubicBezTo>
                  <a:cubicBezTo>
                    <a:pt x="28138" y="26942"/>
                    <a:pt x="28238" y="26898"/>
                    <a:pt x="28238" y="26873"/>
                  </a:cubicBezTo>
                  <a:cubicBezTo>
                    <a:pt x="28268" y="26691"/>
                    <a:pt x="28299" y="26600"/>
                    <a:pt x="28481" y="26569"/>
                  </a:cubicBezTo>
                  <a:cubicBezTo>
                    <a:pt x="28603" y="26539"/>
                    <a:pt x="28724" y="26387"/>
                    <a:pt x="28815" y="26326"/>
                  </a:cubicBezTo>
                  <a:cubicBezTo>
                    <a:pt x="28846" y="26083"/>
                    <a:pt x="28724" y="25870"/>
                    <a:pt x="28907" y="25688"/>
                  </a:cubicBezTo>
                  <a:lnTo>
                    <a:pt x="29211" y="25961"/>
                  </a:lnTo>
                  <a:lnTo>
                    <a:pt x="30153" y="25201"/>
                  </a:lnTo>
                  <a:cubicBezTo>
                    <a:pt x="30062" y="25080"/>
                    <a:pt x="30062" y="25080"/>
                    <a:pt x="30214" y="24898"/>
                  </a:cubicBezTo>
                  <a:lnTo>
                    <a:pt x="30214" y="24320"/>
                  </a:lnTo>
                  <a:cubicBezTo>
                    <a:pt x="30122" y="24229"/>
                    <a:pt x="30001" y="24138"/>
                    <a:pt x="29910" y="24046"/>
                  </a:cubicBezTo>
                  <a:cubicBezTo>
                    <a:pt x="29818" y="23925"/>
                    <a:pt x="29879" y="23743"/>
                    <a:pt x="29727" y="23651"/>
                  </a:cubicBezTo>
                  <a:cubicBezTo>
                    <a:pt x="29727" y="23621"/>
                    <a:pt x="29727" y="23560"/>
                    <a:pt x="29758" y="23530"/>
                  </a:cubicBezTo>
                  <a:cubicBezTo>
                    <a:pt x="29799" y="23543"/>
                    <a:pt x="29833" y="23550"/>
                    <a:pt x="29862" y="23550"/>
                  </a:cubicBezTo>
                  <a:cubicBezTo>
                    <a:pt x="30024" y="23550"/>
                    <a:pt x="30010" y="23355"/>
                    <a:pt x="30062" y="23226"/>
                  </a:cubicBezTo>
                  <a:cubicBezTo>
                    <a:pt x="30092" y="23165"/>
                    <a:pt x="30244" y="23165"/>
                    <a:pt x="30305" y="23165"/>
                  </a:cubicBezTo>
                  <a:cubicBezTo>
                    <a:pt x="30396" y="23195"/>
                    <a:pt x="30426" y="23287"/>
                    <a:pt x="30487" y="23347"/>
                  </a:cubicBezTo>
                  <a:cubicBezTo>
                    <a:pt x="30700" y="22952"/>
                    <a:pt x="30700" y="22952"/>
                    <a:pt x="31095" y="22709"/>
                  </a:cubicBezTo>
                  <a:lnTo>
                    <a:pt x="30943" y="22496"/>
                  </a:lnTo>
                  <a:cubicBezTo>
                    <a:pt x="31095" y="22435"/>
                    <a:pt x="31186" y="22314"/>
                    <a:pt x="31338" y="22223"/>
                  </a:cubicBezTo>
                  <a:cubicBezTo>
                    <a:pt x="31551" y="22162"/>
                    <a:pt x="31764" y="22071"/>
                    <a:pt x="31916" y="21919"/>
                  </a:cubicBezTo>
                  <a:cubicBezTo>
                    <a:pt x="32068" y="21797"/>
                    <a:pt x="32098" y="21706"/>
                    <a:pt x="31977" y="21554"/>
                  </a:cubicBezTo>
                  <a:cubicBezTo>
                    <a:pt x="31825" y="21280"/>
                    <a:pt x="31825" y="21280"/>
                    <a:pt x="32007" y="21098"/>
                  </a:cubicBezTo>
                  <a:lnTo>
                    <a:pt x="32250" y="20855"/>
                  </a:lnTo>
                  <a:cubicBezTo>
                    <a:pt x="32220" y="20460"/>
                    <a:pt x="32189" y="20095"/>
                    <a:pt x="32706" y="20034"/>
                  </a:cubicBezTo>
                  <a:cubicBezTo>
                    <a:pt x="32736" y="20034"/>
                    <a:pt x="32767" y="20004"/>
                    <a:pt x="32767" y="19973"/>
                  </a:cubicBezTo>
                  <a:cubicBezTo>
                    <a:pt x="32736" y="19669"/>
                    <a:pt x="33040" y="19609"/>
                    <a:pt x="33162" y="19396"/>
                  </a:cubicBezTo>
                  <a:cubicBezTo>
                    <a:pt x="33192" y="19183"/>
                    <a:pt x="33040" y="18910"/>
                    <a:pt x="33284" y="18727"/>
                  </a:cubicBezTo>
                  <a:cubicBezTo>
                    <a:pt x="33344" y="18636"/>
                    <a:pt x="33344" y="18575"/>
                    <a:pt x="33284" y="18484"/>
                  </a:cubicBezTo>
                  <a:cubicBezTo>
                    <a:pt x="33192" y="18393"/>
                    <a:pt x="33132" y="18241"/>
                    <a:pt x="33132" y="18089"/>
                  </a:cubicBezTo>
                  <a:cubicBezTo>
                    <a:pt x="33101" y="17755"/>
                    <a:pt x="33162" y="17451"/>
                    <a:pt x="33314" y="17147"/>
                  </a:cubicBezTo>
                  <a:cubicBezTo>
                    <a:pt x="33405" y="16995"/>
                    <a:pt x="33253" y="16691"/>
                    <a:pt x="33496" y="16508"/>
                  </a:cubicBezTo>
                  <a:cubicBezTo>
                    <a:pt x="33588" y="16448"/>
                    <a:pt x="33466" y="16296"/>
                    <a:pt x="33405" y="16204"/>
                  </a:cubicBezTo>
                  <a:cubicBezTo>
                    <a:pt x="33253" y="15992"/>
                    <a:pt x="33314" y="15900"/>
                    <a:pt x="33557" y="15870"/>
                  </a:cubicBezTo>
                  <a:lnTo>
                    <a:pt x="33861" y="15870"/>
                  </a:lnTo>
                  <a:cubicBezTo>
                    <a:pt x="33922" y="15748"/>
                    <a:pt x="34013" y="15657"/>
                    <a:pt x="34074" y="15566"/>
                  </a:cubicBezTo>
                  <a:cubicBezTo>
                    <a:pt x="34226" y="15475"/>
                    <a:pt x="34195" y="15293"/>
                    <a:pt x="34287" y="15201"/>
                  </a:cubicBezTo>
                  <a:cubicBezTo>
                    <a:pt x="34347" y="15049"/>
                    <a:pt x="34499" y="14958"/>
                    <a:pt x="34621" y="14958"/>
                  </a:cubicBezTo>
                  <a:cubicBezTo>
                    <a:pt x="34955" y="14928"/>
                    <a:pt x="34925" y="14563"/>
                    <a:pt x="35107" y="14350"/>
                  </a:cubicBezTo>
                  <a:cubicBezTo>
                    <a:pt x="35198" y="14198"/>
                    <a:pt x="35198" y="13986"/>
                    <a:pt x="35047" y="13864"/>
                  </a:cubicBezTo>
                  <a:lnTo>
                    <a:pt x="34895" y="14229"/>
                  </a:lnTo>
                  <a:cubicBezTo>
                    <a:pt x="34844" y="14243"/>
                    <a:pt x="34795" y="14249"/>
                    <a:pt x="34748" y="14249"/>
                  </a:cubicBezTo>
                  <a:cubicBezTo>
                    <a:pt x="34485" y="14249"/>
                    <a:pt x="34271" y="14058"/>
                    <a:pt x="34013" y="13955"/>
                  </a:cubicBezTo>
                  <a:cubicBezTo>
                    <a:pt x="34287" y="13894"/>
                    <a:pt x="34499" y="13773"/>
                    <a:pt x="34712" y="13651"/>
                  </a:cubicBezTo>
                  <a:cubicBezTo>
                    <a:pt x="34864" y="13530"/>
                    <a:pt x="35047" y="13499"/>
                    <a:pt x="35198" y="13499"/>
                  </a:cubicBezTo>
                  <a:cubicBezTo>
                    <a:pt x="35259" y="13499"/>
                    <a:pt x="35290" y="13438"/>
                    <a:pt x="35320" y="13408"/>
                  </a:cubicBezTo>
                  <a:lnTo>
                    <a:pt x="34986" y="13074"/>
                  </a:lnTo>
                  <a:lnTo>
                    <a:pt x="35138" y="12861"/>
                  </a:lnTo>
                  <a:cubicBezTo>
                    <a:pt x="35077" y="12800"/>
                    <a:pt x="35016" y="12739"/>
                    <a:pt x="34955" y="12679"/>
                  </a:cubicBezTo>
                  <a:cubicBezTo>
                    <a:pt x="34955" y="12557"/>
                    <a:pt x="34986" y="12466"/>
                    <a:pt x="34955" y="12314"/>
                  </a:cubicBezTo>
                  <a:cubicBezTo>
                    <a:pt x="34955" y="12192"/>
                    <a:pt x="35016" y="12010"/>
                    <a:pt x="34895" y="11888"/>
                  </a:cubicBezTo>
                  <a:cubicBezTo>
                    <a:pt x="34834" y="11919"/>
                    <a:pt x="34773" y="12010"/>
                    <a:pt x="34712" y="12010"/>
                  </a:cubicBezTo>
                  <a:cubicBezTo>
                    <a:pt x="34674" y="12022"/>
                    <a:pt x="34637" y="12030"/>
                    <a:pt x="34601" y="12030"/>
                  </a:cubicBezTo>
                  <a:cubicBezTo>
                    <a:pt x="34551" y="12030"/>
                    <a:pt x="34505" y="12015"/>
                    <a:pt x="34469" y="11979"/>
                  </a:cubicBezTo>
                  <a:cubicBezTo>
                    <a:pt x="34439" y="11919"/>
                    <a:pt x="34408" y="11827"/>
                    <a:pt x="34439" y="11767"/>
                  </a:cubicBezTo>
                  <a:cubicBezTo>
                    <a:pt x="34560" y="11615"/>
                    <a:pt x="34682" y="11463"/>
                    <a:pt x="34803" y="11341"/>
                  </a:cubicBezTo>
                  <a:cubicBezTo>
                    <a:pt x="35047" y="11280"/>
                    <a:pt x="35198" y="11372"/>
                    <a:pt x="35320" y="11220"/>
                  </a:cubicBezTo>
                  <a:lnTo>
                    <a:pt x="34955" y="10855"/>
                  </a:lnTo>
                  <a:cubicBezTo>
                    <a:pt x="35047" y="10520"/>
                    <a:pt x="34682" y="10277"/>
                    <a:pt x="34743" y="9913"/>
                  </a:cubicBezTo>
                  <a:cubicBezTo>
                    <a:pt x="34773" y="9578"/>
                    <a:pt x="34773" y="9244"/>
                    <a:pt x="34743" y="8909"/>
                  </a:cubicBezTo>
                  <a:cubicBezTo>
                    <a:pt x="34621" y="8697"/>
                    <a:pt x="34469" y="8636"/>
                    <a:pt x="34408" y="8423"/>
                  </a:cubicBezTo>
                  <a:cubicBezTo>
                    <a:pt x="34347" y="8241"/>
                    <a:pt x="34195" y="8150"/>
                    <a:pt x="34074" y="8028"/>
                  </a:cubicBezTo>
                  <a:cubicBezTo>
                    <a:pt x="33952" y="7876"/>
                    <a:pt x="33861" y="7724"/>
                    <a:pt x="33679" y="7663"/>
                  </a:cubicBezTo>
                  <a:cubicBezTo>
                    <a:pt x="33618" y="7694"/>
                    <a:pt x="33557" y="7694"/>
                    <a:pt x="33527" y="7724"/>
                  </a:cubicBezTo>
                  <a:cubicBezTo>
                    <a:pt x="33451" y="7800"/>
                    <a:pt x="33362" y="7864"/>
                    <a:pt x="33277" y="7864"/>
                  </a:cubicBezTo>
                  <a:cubicBezTo>
                    <a:pt x="33227" y="7864"/>
                    <a:pt x="33177" y="7842"/>
                    <a:pt x="33132" y="7785"/>
                  </a:cubicBezTo>
                  <a:cubicBezTo>
                    <a:pt x="33010" y="7633"/>
                    <a:pt x="32828" y="7694"/>
                    <a:pt x="32676" y="7542"/>
                  </a:cubicBezTo>
                  <a:cubicBezTo>
                    <a:pt x="32600" y="7504"/>
                    <a:pt x="32514" y="7478"/>
                    <a:pt x="32430" y="7478"/>
                  </a:cubicBezTo>
                  <a:cubicBezTo>
                    <a:pt x="32378" y="7478"/>
                    <a:pt x="32327" y="7488"/>
                    <a:pt x="32280" y="7511"/>
                  </a:cubicBezTo>
                  <a:cubicBezTo>
                    <a:pt x="32124" y="7650"/>
                    <a:pt x="31978" y="7680"/>
                    <a:pt x="31836" y="7680"/>
                  </a:cubicBezTo>
                  <a:cubicBezTo>
                    <a:pt x="31729" y="7680"/>
                    <a:pt x="31625" y="7663"/>
                    <a:pt x="31521" y="7663"/>
                  </a:cubicBezTo>
                  <a:cubicBezTo>
                    <a:pt x="31338" y="7511"/>
                    <a:pt x="31308" y="7298"/>
                    <a:pt x="31186" y="7147"/>
                  </a:cubicBezTo>
                  <a:lnTo>
                    <a:pt x="30730" y="7116"/>
                  </a:lnTo>
                  <a:cubicBezTo>
                    <a:pt x="30761" y="7025"/>
                    <a:pt x="30791" y="6995"/>
                    <a:pt x="30791" y="6934"/>
                  </a:cubicBezTo>
                  <a:cubicBezTo>
                    <a:pt x="30943" y="6721"/>
                    <a:pt x="30943" y="6721"/>
                    <a:pt x="30700" y="6569"/>
                  </a:cubicBezTo>
                  <a:cubicBezTo>
                    <a:pt x="30639" y="6539"/>
                    <a:pt x="30548" y="6478"/>
                    <a:pt x="30487" y="6417"/>
                  </a:cubicBezTo>
                  <a:cubicBezTo>
                    <a:pt x="30366" y="6326"/>
                    <a:pt x="30274" y="6204"/>
                    <a:pt x="30153" y="6113"/>
                  </a:cubicBezTo>
                  <a:cubicBezTo>
                    <a:pt x="30062" y="6022"/>
                    <a:pt x="30001" y="5870"/>
                    <a:pt x="29849" y="5840"/>
                  </a:cubicBezTo>
                  <a:lnTo>
                    <a:pt x="29727" y="5840"/>
                  </a:lnTo>
                  <a:cubicBezTo>
                    <a:pt x="29575" y="5946"/>
                    <a:pt x="29499" y="5999"/>
                    <a:pt x="29427" y="5999"/>
                  </a:cubicBezTo>
                  <a:cubicBezTo>
                    <a:pt x="29355" y="5999"/>
                    <a:pt x="29287" y="5946"/>
                    <a:pt x="29150" y="5840"/>
                  </a:cubicBezTo>
                  <a:cubicBezTo>
                    <a:pt x="29089" y="5748"/>
                    <a:pt x="28967" y="5688"/>
                    <a:pt x="28876" y="5657"/>
                  </a:cubicBezTo>
                  <a:cubicBezTo>
                    <a:pt x="28694" y="5627"/>
                    <a:pt x="28633" y="5444"/>
                    <a:pt x="28785" y="5323"/>
                  </a:cubicBezTo>
                  <a:cubicBezTo>
                    <a:pt x="28876" y="5232"/>
                    <a:pt x="28998" y="5110"/>
                    <a:pt x="29059" y="4988"/>
                  </a:cubicBezTo>
                  <a:cubicBezTo>
                    <a:pt x="29119" y="4867"/>
                    <a:pt x="29028" y="4684"/>
                    <a:pt x="29150" y="4593"/>
                  </a:cubicBezTo>
                  <a:cubicBezTo>
                    <a:pt x="29363" y="4411"/>
                    <a:pt x="29028" y="4350"/>
                    <a:pt x="29089" y="4229"/>
                  </a:cubicBezTo>
                  <a:cubicBezTo>
                    <a:pt x="29119" y="4137"/>
                    <a:pt x="29180" y="4046"/>
                    <a:pt x="29211" y="3925"/>
                  </a:cubicBezTo>
                  <a:cubicBezTo>
                    <a:pt x="29059" y="3803"/>
                    <a:pt x="28785" y="3742"/>
                    <a:pt x="28694" y="3469"/>
                  </a:cubicBezTo>
                  <a:cubicBezTo>
                    <a:pt x="28572" y="3225"/>
                    <a:pt x="28511" y="2952"/>
                    <a:pt x="28511" y="2678"/>
                  </a:cubicBezTo>
                  <a:cubicBezTo>
                    <a:pt x="28390" y="2496"/>
                    <a:pt x="28207" y="2374"/>
                    <a:pt x="28177" y="2222"/>
                  </a:cubicBezTo>
                  <a:cubicBezTo>
                    <a:pt x="28147" y="2010"/>
                    <a:pt x="27995" y="2070"/>
                    <a:pt x="27873" y="1979"/>
                  </a:cubicBezTo>
                  <a:cubicBezTo>
                    <a:pt x="27752" y="1888"/>
                    <a:pt x="27600" y="1767"/>
                    <a:pt x="27508" y="1645"/>
                  </a:cubicBezTo>
                  <a:cubicBezTo>
                    <a:pt x="27265" y="1645"/>
                    <a:pt x="26992" y="1645"/>
                    <a:pt x="26748" y="1706"/>
                  </a:cubicBezTo>
                  <a:cubicBezTo>
                    <a:pt x="26687" y="1726"/>
                    <a:pt x="26639" y="1803"/>
                    <a:pt x="26577" y="1803"/>
                  </a:cubicBezTo>
                  <a:cubicBezTo>
                    <a:pt x="26547" y="1803"/>
                    <a:pt x="26514" y="1785"/>
                    <a:pt x="26475" y="1736"/>
                  </a:cubicBezTo>
                  <a:cubicBezTo>
                    <a:pt x="26440" y="1678"/>
                    <a:pt x="26388" y="1665"/>
                    <a:pt x="26332" y="1665"/>
                  </a:cubicBezTo>
                  <a:cubicBezTo>
                    <a:pt x="26280" y="1665"/>
                    <a:pt x="26224" y="1676"/>
                    <a:pt x="26175" y="1676"/>
                  </a:cubicBezTo>
                  <a:cubicBezTo>
                    <a:pt x="26138" y="1676"/>
                    <a:pt x="26104" y="1669"/>
                    <a:pt x="26080" y="1645"/>
                  </a:cubicBezTo>
                  <a:cubicBezTo>
                    <a:pt x="25928" y="1523"/>
                    <a:pt x="25776" y="1463"/>
                    <a:pt x="25593" y="1463"/>
                  </a:cubicBezTo>
                  <a:lnTo>
                    <a:pt x="24682" y="1463"/>
                  </a:lnTo>
                  <a:lnTo>
                    <a:pt x="24438" y="1098"/>
                  </a:lnTo>
                  <a:lnTo>
                    <a:pt x="24013" y="1493"/>
                  </a:lnTo>
                  <a:lnTo>
                    <a:pt x="23253" y="1493"/>
                  </a:lnTo>
                  <a:lnTo>
                    <a:pt x="23131" y="1858"/>
                  </a:lnTo>
                  <a:lnTo>
                    <a:pt x="22949" y="1675"/>
                  </a:lnTo>
                  <a:cubicBezTo>
                    <a:pt x="22807" y="1675"/>
                    <a:pt x="22665" y="1635"/>
                    <a:pt x="22550" y="1635"/>
                  </a:cubicBezTo>
                  <a:cubicBezTo>
                    <a:pt x="22493" y="1635"/>
                    <a:pt x="22442" y="1645"/>
                    <a:pt x="22402" y="1675"/>
                  </a:cubicBezTo>
                  <a:cubicBezTo>
                    <a:pt x="22250" y="1767"/>
                    <a:pt x="22098" y="1827"/>
                    <a:pt x="21916" y="1827"/>
                  </a:cubicBezTo>
                  <a:cubicBezTo>
                    <a:pt x="21855" y="1827"/>
                    <a:pt x="21794" y="1858"/>
                    <a:pt x="21764" y="1888"/>
                  </a:cubicBezTo>
                  <a:cubicBezTo>
                    <a:pt x="21794" y="2162"/>
                    <a:pt x="21551" y="2253"/>
                    <a:pt x="21460" y="2405"/>
                  </a:cubicBezTo>
                  <a:cubicBezTo>
                    <a:pt x="21368" y="2557"/>
                    <a:pt x="21277" y="2709"/>
                    <a:pt x="21216" y="2861"/>
                  </a:cubicBezTo>
                  <a:cubicBezTo>
                    <a:pt x="21125" y="3165"/>
                    <a:pt x="20913" y="3286"/>
                    <a:pt x="20730" y="3469"/>
                  </a:cubicBezTo>
                  <a:lnTo>
                    <a:pt x="20001" y="3469"/>
                  </a:lnTo>
                  <a:cubicBezTo>
                    <a:pt x="19940" y="3408"/>
                    <a:pt x="19879" y="3317"/>
                    <a:pt x="19818" y="3256"/>
                  </a:cubicBezTo>
                  <a:cubicBezTo>
                    <a:pt x="19727" y="3104"/>
                    <a:pt x="19697" y="2922"/>
                    <a:pt x="19545" y="2800"/>
                  </a:cubicBezTo>
                  <a:cubicBezTo>
                    <a:pt x="19423" y="2678"/>
                    <a:pt x="19362" y="2526"/>
                    <a:pt x="19150" y="2435"/>
                  </a:cubicBezTo>
                  <a:cubicBezTo>
                    <a:pt x="18967" y="2344"/>
                    <a:pt x="18785" y="2162"/>
                    <a:pt x="18542" y="2162"/>
                  </a:cubicBezTo>
                  <a:cubicBezTo>
                    <a:pt x="18405" y="2177"/>
                    <a:pt x="18268" y="2184"/>
                    <a:pt x="18131" y="2184"/>
                  </a:cubicBezTo>
                  <a:cubicBezTo>
                    <a:pt x="17995" y="2184"/>
                    <a:pt x="17858" y="2177"/>
                    <a:pt x="17721" y="2162"/>
                  </a:cubicBezTo>
                  <a:cubicBezTo>
                    <a:pt x="17660" y="2162"/>
                    <a:pt x="17630" y="2131"/>
                    <a:pt x="17569" y="2101"/>
                  </a:cubicBezTo>
                  <a:lnTo>
                    <a:pt x="17569" y="1371"/>
                  </a:lnTo>
                  <a:lnTo>
                    <a:pt x="17934" y="976"/>
                  </a:lnTo>
                  <a:lnTo>
                    <a:pt x="17478" y="763"/>
                  </a:lnTo>
                  <a:cubicBezTo>
                    <a:pt x="17387" y="794"/>
                    <a:pt x="17265" y="885"/>
                    <a:pt x="17174" y="885"/>
                  </a:cubicBezTo>
                  <a:cubicBezTo>
                    <a:pt x="17091" y="885"/>
                    <a:pt x="17008" y="759"/>
                    <a:pt x="16925" y="759"/>
                  </a:cubicBezTo>
                  <a:cubicBezTo>
                    <a:pt x="16917" y="759"/>
                    <a:pt x="16909" y="761"/>
                    <a:pt x="16900" y="763"/>
                  </a:cubicBezTo>
                  <a:cubicBezTo>
                    <a:pt x="16809" y="763"/>
                    <a:pt x="16687" y="915"/>
                    <a:pt x="16596" y="915"/>
                  </a:cubicBezTo>
                  <a:cubicBezTo>
                    <a:pt x="16505" y="885"/>
                    <a:pt x="16384" y="915"/>
                    <a:pt x="16353" y="855"/>
                  </a:cubicBezTo>
                  <a:cubicBezTo>
                    <a:pt x="16245" y="747"/>
                    <a:pt x="16137" y="717"/>
                    <a:pt x="16029" y="717"/>
                  </a:cubicBezTo>
                  <a:cubicBezTo>
                    <a:pt x="15894" y="717"/>
                    <a:pt x="15759" y="763"/>
                    <a:pt x="15624" y="763"/>
                  </a:cubicBezTo>
                  <a:lnTo>
                    <a:pt x="15289" y="1098"/>
                  </a:lnTo>
                  <a:lnTo>
                    <a:pt x="15107" y="703"/>
                  </a:lnTo>
                  <a:lnTo>
                    <a:pt x="14195" y="703"/>
                  </a:lnTo>
                  <a:cubicBezTo>
                    <a:pt x="14134" y="642"/>
                    <a:pt x="14104" y="611"/>
                    <a:pt x="14043" y="581"/>
                  </a:cubicBezTo>
                  <a:cubicBezTo>
                    <a:pt x="13989" y="548"/>
                    <a:pt x="13942" y="531"/>
                    <a:pt x="13902" y="531"/>
                  </a:cubicBezTo>
                  <a:cubicBezTo>
                    <a:pt x="13830" y="531"/>
                    <a:pt x="13778" y="586"/>
                    <a:pt x="13739" y="703"/>
                  </a:cubicBezTo>
                  <a:cubicBezTo>
                    <a:pt x="13709" y="763"/>
                    <a:pt x="13678" y="855"/>
                    <a:pt x="13678" y="855"/>
                  </a:cubicBezTo>
                  <a:cubicBezTo>
                    <a:pt x="13660" y="853"/>
                    <a:pt x="13643" y="852"/>
                    <a:pt x="13626" y="852"/>
                  </a:cubicBezTo>
                  <a:cubicBezTo>
                    <a:pt x="13352" y="852"/>
                    <a:pt x="13172" y="1067"/>
                    <a:pt x="12858" y="1067"/>
                  </a:cubicBezTo>
                  <a:lnTo>
                    <a:pt x="11824" y="1067"/>
                  </a:lnTo>
                  <a:lnTo>
                    <a:pt x="11429" y="703"/>
                  </a:lnTo>
                  <a:lnTo>
                    <a:pt x="11155" y="703"/>
                  </a:lnTo>
                  <a:cubicBezTo>
                    <a:pt x="11136" y="698"/>
                    <a:pt x="11116" y="696"/>
                    <a:pt x="11097" y="696"/>
                  </a:cubicBezTo>
                  <a:cubicBezTo>
                    <a:pt x="11048" y="696"/>
                    <a:pt x="11000" y="707"/>
                    <a:pt x="10954" y="707"/>
                  </a:cubicBezTo>
                  <a:cubicBezTo>
                    <a:pt x="10906" y="707"/>
                    <a:pt x="10861" y="695"/>
                    <a:pt x="10821" y="642"/>
                  </a:cubicBezTo>
                  <a:cubicBezTo>
                    <a:pt x="10754" y="174"/>
                    <a:pt x="10671" y="0"/>
                    <a:pt x="104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7"/>
            <p:cNvSpPr/>
            <p:nvPr/>
          </p:nvSpPr>
          <p:spPr>
            <a:xfrm>
              <a:off x="5218800" y="2747888"/>
              <a:ext cx="25100" cy="24325"/>
            </a:xfrm>
            <a:custGeom>
              <a:rect b="b" l="l" r="r" t="t"/>
              <a:pathLst>
                <a:path extrusionOk="0" h="973" w="1004">
                  <a:moveTo>
                    <a:pt x="532" y="0"/>
                  </a:moveTo>
                  <a:cubicBezTo>
                    <a:pt x="476" y="0"/>
                    <a:pt x="420" y="10"/>
                    <a:pt x="365" y="30"/>
                  </a:cubicBezTo>
                  <a:lnTo>
                    <a:pt x="0" y="334"/>
                  </a:lnTo>
                  <a:cubicBezTo>
                    <a:pt x="183" y="608"/>
                    <a:pt x="456" y="821"/>
                    <a:pt x="730" y="973"/>
                  </a:cubicBezTo>
                  <a:lnTo>
                    <a:pt x="1003" y="486"/>
                  </a:lnTo>
                  <a:lnTo>
                    <a:pt x="1003" y="304"/>
                  </a:lnTo>
                  <a:cubicBezTo>
                    <a:pt x="909" y="116"/>
                    <a:pt x="724" y="0"/>
                    <a:pt x="5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7"/>
            <p:cNvSpPr/>
            <p:nvPr/>
          </p:nvSpPr>
          <p:spPr>
            <a:xfrm>
              <a:off x="5316050" y="2665813"/>
              <a:ext cx="22825" cy="18250"/>
            </a:xfrm>
            <a:custGeom>
              <a:rect b="b" l="l" r="r" t="t"/>
              <a:pathLst>
                <a:path extrusionOk="0" h="730" w="913">
                  <a:moveTo>
                    <a:pt x="670" y="0"/>
                  </a:moveTo>
                  <a:cubicBezTo>
                    <a:pt x="624" y="8"/>
                    <a:pt x="577" y="10"/>
                    <a:pt x="528" y="10"/>
                  </a:cubicBezTo>
                  <a:cubicBezTo>
                    <a:pt x="479" y="10"/>
                    <a:pt x="428" y="8"/>
                    <a:pt x="377" y="8"/>
                  </a:cubicBezTo>
                  <a:cubicBezTo>
                    <a:pt x="275" y="8"/>
                    <a:pt x="168" y="15"/>
                    <a:pt x="62" y="61"/>
                  </a:cubicBezTo>
                  <a:cubicBezTo>
                    <a:pt x="1" y="274"/>
                    <a:pt x="31" y="517"/>
                    <a:pt x="92" y="730"/>
                  </a:cubicBezTo>
                  <a:lnTo>
                    <a:pt x="700" y="730"/>
                  </a:lnTo>
                  <a:lnTo>
                    <a:pt x="913" y="274"/>
                  </a:lnTo>
                  <a:lnTo>
                    <a:pt x="6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7"/>
            <p:cNvSpPr/>
            <p:nvPr/>
          </p:nvSpPr>
          <p:spPr>
            <a:xfrm>
              <a:off x="5417125" y="2616413"/>
              <a:ext cx="19775" cy="18350"/>
            </a:xfrm>
            <a:custGeom>
              <a:rect b="b" l="l" r="r" t="t"/>
              <a:pathLst>
                <a:path extrusionOk="0" h="734" w="791">
                  <a:moveTo>
                    <a:pt x="1" y="1"/>
                  </a:moveTo>
                  <a:cubicBezTo>
                    <a:pt x="1" y="244"/>
                    <a:pt x="1" y="396"/>
                    <a:pt x="1" y="517"/>
                  </a:cubicBezTo>
                  <a:cubicBezTo>
                    <a:pt x="1" y="669"/>
                    <a:pt x="61" y="700"/>
                    <a:pt x="244" y="730"/>
                  </a:cubicBezTo>
                  <a:cubicBezTo>
                    <a:pt x="264" y="732"/>
                    <a:pt x="284" y="733"/>
                    <a:pt x="302" y="733"/>
                  </a:cubicBezTo>
                  <a:cubicBezTo>
                    <a:pt x="531" y="733"/>
                    <a:pt x="618" y="567"/>
                    <a:pt x="730" y="426"/>
                  </a:cubicBezTo>
                  <a:cubicBezTo>
                    <a:pt x="700" y="274"/>
                    <a:pt x="791" y="122"/>
                    <a:pt x="6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7"/>
            <p:cNvSpPr/>
            <p:nvPr/>
          </p:nvSpPr>
          <p:spPr>
            <a:xfrm>
              <a:off x="5607100" y="2606538"/>
              <a:ext cx="19775" cy="18450"/>
            </a:xfrm>
            <a:custGeom>
              <a:rect b="b" l="l" r="r" t="t"/>
              <a:pathLst>
                <a:path extrusionOk="0" h="738" w="791">
                  <a:moveTo>
                    <a:pt x="430" y="0"/>
                  </a:moveTo>
                  <a:cubicBezTo>
                    <a:pt x="373" y="0"/>
                    <a:pt x="320" y="31"/>
                    <a:pt x="244" y="92"/>
                  </a:cubicBezTo>
                  <a:cubicBezTo>
                    <a:pt x="183" y="152"/>
                    <a:pt x="122" y="213"/>
                    <a:pt x="61" y="274"/>
                  </a:cubicBezTo>
                  <a:cubicBezTo>
                    <a:pt x="92" y="426"/>
                    <a:pt x="1" y="578"/>
                    <a:pt x="183" y="730"/>
                  </a:cubicBezTo>
                  <a:cubicBezTo>
                    <a:pt x="219" y="712"/>
                    <a:pt x="257" y="706"/>
                    <a:pt x="296" y="706"/>
                  </a:cubicBezTo>
                  <a:cubicBezTo>
                    <a:pt x="385" y="706"/>
                    <a:pt x="481" y="737"/>
                    <a:pt x="574" y="737"/>
                  </a:cubicBezTo>
                  <a:cubicBezTo>
                    <a:pt x="650" y="737"/>
                    <a:pt x="725" y="716"/>
                    <a:pt x="791" y="639"/>
                  </a:cubicBezTo>
                  <a:lnTo>
                    <a:pt x="791" y="274"/>
                  </a:lnTo>
                  <a:lnTo>
                    <a:pt x="639" y="92"/>
                  </a:lnTo>
                  <a:cubicBezTo>
                    <a:pt x="548" y="31"/>
                    <a:pt x="487" y="0"/>
                    <a:pt x="4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7"/>
            <p:cNvSpPr/>
            <p:nvPr/>
          </p:nvSpPr>
          <p:spPr>
            <a:xfrm>
              <a:off x="5330500" y="2611288"/>
              <a:ext cx="18250" cy="18550"/>
            </a:xfrm>
            <a:custGeom>
              <a:rect b="b" l="l" r="r" t="t"/>
              <a:pathLst>
                <a:path extrusionOk="0" h="742" w="730">
                  <a:moveTo>
                    <a:pt x="346" y="0"/>
                  </a:moveTo>
                  <a:cubicBezTo>
                    <a:pt x="259" y="0"/>
                    <a:pt x="183" y="69"/>
                    <a:pt x="61" y="206"/>
                  </a:cubicBezTo>
                  <a:cubicBezTo>
                    <a:pt x="0" y="297"/>
                    <a:pt x="0" y="449"/>
                    <a:pt x="61" y="510"/>
                  </a:cubicBezTo>
                  <a:cubicBezTo>
                    <a:pt x="157" y="654"/>
                    <a:pt x="311" y="741"/>
                    <a:pt x="476" y="741"/>
                  </a:cubicBezTo>
                  <a:cubicBezTo>
                    <a:pt x="520" y="741"/>
                    <a:pt x="564" y="735"/>
                    <a:pt x="608" y="722"/>
                  </a:cubicBezTo>
                  <a:cubicBezTo>
                    <a:pt x="639" y="722"/>
                    <a:pt x="700" y="661"/>
                    <a:pt x="730" y="631"/>
                  </a:cubicBezTo>
                  <a:lnTo>
                    <a:pt x="730" y="297"/>
                  </a:lnTo>
                  <a:cubicBezTo>
                    <a:pt x="730" y="266"/>
                    <a:pt x="700" y="236"/>
                    <a:pt x="700" y="206"/>
                  </a:cubicBezTo>
                  <a:cubicBezTo>
                    <a:pt x="532" y="69"/>
                    <a:pt x="434" y="0"/>
                    <a:pt x="3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7"/>
            <p:cNvSpPr/>
            <p:nvPr/>
          </p:nvSpPr>
          <p:spPr>
            <a:xfrm>
              <a:off x="5143575" y="3163938"/>
              <a:ext cx="20525" cy="12100"/>
            </a:xfrm>
            <a:custGeom>
              <a:rect b="b" l="l" r="r" t="t"/>
              <a:pathLst>
                <a:path extrusionOk="0" h="484" w="821">
                  <a:moveTo>
                    <a:pt x="458" y="1"/>
                  </a:moveTo>
                  <a:cubicBezTo>
                    <a:pt x="283" y="1"/>
                    <a:pt x="225" y="48"/>
                    <a:pt x="0" y="228"/>
                  </a:cubicBezTo>
                  <a:cubicBezTo>
                    <a:pt x="228" y="433"/>
                    <a:pt x="285" y="484"/>
                    <a:pt x="505" y="484"/>
                  </a:cubicBezTo>
                  <a:cubicBezTo>
                    <a:pt x="578" y="484"/>
                    <a:pt x="669" y="478"/>
                    <a:pt x="790" y="471"/>
                  </a:cubicBezTo>
                  <a:cubicBezTo>
                    <a:pt x="699" y="288"/>
                    <a:pt x="821" y="136"/>
                    <a:pt x="699" y="15"/>
                  </a:cubicBezTo>
                  <a:cubicBezTo>
                    <a:pt x="596" y="7"/>
                    <a:pt x="520" y="1"/>
                    <a:pt x="4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7"/>
            <p:cNvSpPr/>
            <p:nvPr/>
          </p:nvSpPr>
          <p:spPr>
            <a:xfrm>
              <a:off x="5452075" y="2655688"/>
              <a:ext cx="16750" cy="14700"/>
            </a:xfrm>
            <a:custGeom>
              <a:rect b="b" l="l" r="r" t="t"/>
              <a:pathLst>
                <a:path extrusionOk="0" h="588" w="670">
                  <a:moveTo>
                    <a:pt x="224" y="1"/>
                  </a:moveTo>
                  <a:cubicBezTo>
                    <a:pt x="176" y="1"/>
                    <a:pt x="131" y="23"/>
                    <a:pt x="92" y="101"/>
                  </a:cubicBezTo>
                  <a:cubicBezTo>
                    <a:pt x="1" y="284"/>
                    <a:pt x="122" y="375"/>
                    <a:pt x="214" y="466"/>
                  </a:cubicBezTo>
                  <a:lnTo>
                    <a:pt x="335" y="588"/>
                  </a:lnTo>
                  <a:cubicBezTo>
                    <a:pt x="426" y="527"/>
                    <a:pt x="518" y="436"/>
                    <a:pt x="609" y="314"/>
                  </a:cubicBezTo>
                  <a:cubicBezTo>
                    <a:pt x="669" y="192"/>
                    <a:pt x="578" y="41"/>
                    <a:pt x="426" y="41"/>
                  </a:cubicBezTo>
                  <a:cubicBezTo>
                    <a:pt x="357" y="41"/>
                    <a:pt x="287" y="1"/>
                    <a:pt x="2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7"/>
            <p:cNvSpPr/>
            <p:nvPr/>
          </p:nvSpPr>
          <p:spPr>
            <a:xfrm>
              <a:off x="5520475" y="2611863"/>
              <a:ext cx="11425" cy="13850"/>
            </a:xfrm>
            <a:custGeom>
              <a:rect b="b" l="l" r="r" t="t"/>
              <a:pathLst>
                <a:path extrusionOk="0" h="554" w="457">
                  <a:moveTo>
                    <a:pt x="152" y="0"/>
                  </a:moveTo>
                  <a:cubicBezTo>
                    <a:pt x="0" y="91"/>
                    <a:pt x="61" y="243"/>
                    <a:pt x="61" y="395"/>
                  </a:cubicBezTo>
                  <a:cubicBezTo>
                    <a:pt x="61" y="474"/>
                    <a:pt x="130" y="553"/>
                    <a:pt x="207" y="553"/>
                  </a:cubicBezTo>
                  <a:cubicBezTo>
                    <a:pt x="219" y="553"/>
                    <a:pt x="231" y="551"/>
                    <a:pt x="244" y="547"/>
                  </a:cubicBezTo>
                  <a:cubicBezTo>
                    <a:pt x="304" y="517"/>
                    <a:pt x="365" y="517"/>
                    <a:pt x="396" y="487"/>
                  </a:cubicBezTo>
                  <a:cubicBezTo>
                    <a:pt x="426" y="426"/>
                    <a:pt x="456" y="365"/>
                    <a:pt x="426" y="335"/>
                  </a:cubicBezTo>
                  <a:cubicBezTo>
                    <a:pt x="365" y="213"/>
                    <a:pt x="244" y="91"/>
                    <a:pt x="1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7"/>
            <p:cNvSpPr/>
            <p:nvPr/>
          </p:nvSpPr>
          <p:spPr>
            <a:xfrm>
              <a:off x="5621550" y="3395313"/>
              <a:ext cx="14450" cy="9450"/>
            </a:xfrm>
            <a:custGeom>
              <a:rect b="b" l="l" r="r" t="t"/>
              <a:pathLst>
                <a:path extrusionOk="0" h="378" w="578">
                  <a:moveTo>
                    <a:pt x="258" y="0"/>
                  </a:moveTo>
                  <a:cubicBezTo>
                    <a:pt x="175" y="0"/>
                    <a:pt x="91" y="30"/>
                    <a:pt x="0" y="122"/>
                  </a:cubicBezTo>
                  <a:cubicBezTo>
                    <a:pt x="91" y="213"/>
                    <a:pt x="182" y="274"/>
                    <a:pt x="274" y="334"/>
                  </a:cubicBezTo>
                  <a:cubicBezTo>
                    <a:pt x="295" y="356"/>
                    <a:pt x="332" y="377"/>
                    <a:pt x="373" y="377"/>
                  </a:cubicBezTo>
                  <a:cubicBezTo>
                    <a:pt x="390" y="377"/>
                    <a:pt x="408" y="374"/>
                    <a:pt x="426" y="365"/>
                  </a:cubicBezTo>
                  <a:cubicBezTo>
                    <a:pt x="517" y="365"/>
                    <a:pt x="578" y="304"/>
                    <a:pt x="578" y="213"/>
                  </a:cubicBezTo>
                  <a:cubicBezTo>
                    <a:pt x="547" y="152"/>
                    <a:pt x="547" y="61"/>
                    <a:pt x="517" y="61"/>
                  </a:cubicBezTo>
                  <a:cubicBezTo>
                    <a:pt x="426" y="30"/>
                    <a:pt x="342" y="0"/>
                    <a:pt x="2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7"/>
            <p:cNvSpPr/>
            <p:nvPr/>
          </p:nvSpPr>
          <p:spPr>
            <a:xfrm>
              <a:off x="5603300" y="3468513"/>
              <a:ext cx="14475" cy="9175"/>
            </a:xfrm>
            <a:custGeom>
              <a:rect b="b" l="l" r="r" t="t"/>
              <a:pathLst>
                <a:path extrusionOk="0" h="367" w="579">
                  <a:moveTo>
                    <a:pt x="192" y="0"/>
                  </a:moveTo>
                  <a:cubicBezTo>
                    <a:pt x="163" y="0"/>
                    <a:pt x="127" y="15"/>
                    <a:pt x="92" y="51"/>
                  </a:cubicBezTo>
                  <a:cubicBezTo>
                    <a:pt x="61" y="81"/>
                    <a:pt x="31" y="142"/>
                    <a:pt x="31" y="172"/>
                  </a:cubicBezTo>
                  <a:cubicBezTo>
                    <a:pt x="1" y="264"/>
                    <a:pt x="61" y="355"/>
                    <a:pt x="183" y="355"/>
                  </a:cubicBezTo>
                  <a:cubicBezTo>
                    <a:pt x="237" y="355"/>
                    <a:pt x="297" y="367"/>
                    <a:pt x="358" y="367"/>
                  </a:cubicBezTo>
                  <a:cubicBezTo>
                    <a:pt x="434" y="367"/>
                    <a:pt x="511" y="348"/>
                    <a:pt x="578" y="264"/>
                  </a:cubicBezTo>
                  <a:cubicBezTo>
                    <a:pt x="487" y="172"/>
                    <a:pt x="365" y="81"/>
                    <a:pt x="244" y="20"/>
                  </a:cubicBezTo>
                  <a:cubicBezTo>
                    <a:pt x="231" y="8"/>
                    <a:pt x="213" y="0"/>
                    <a:pt x="1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7"/>
            <p:cNvSpPr/>
            <p:nvPr/>
          </p:nvSpPr>
          <p:spPr>
            <a:xfrm>
              <a:off x="5230200" y="3108063"/>
              <a:ext cx="9900" cy="9150"/>
            </a:xfrm>
            <a:custGeom>
              <a:rect b="b" l="l" r="r" t="t"/>
              <a:pathLst>
                <a:path extrusionOk="0" h="366" w="396">
                  <a:moveTo>
                    <a:pt x="183" y="0"/>
                  </a:moveTo>
                  <a:cubicBezTo>
                    <a:pt x="91" y="0"/>
                    <a:pt x="0" y="61"/>
                    <a:pt x="0" y="152"/>
                  </a:cubicBezTo>
                  <a:cubicBezTo>
                    <a:pt x="0" y="304"/>
                    <a:pt x="61" y="365"/>
                    <a:pt x="183" y="365"/>
                  </a:cubicBezTo>
                  <a:cubicBezTo>
                    <a:pt x="243" y="335"/>
                    <a:pt x="304" y="304"/>
                    <a:pt x="365" y="274"/>
                  </a:cubicBezTo>
                  <a:cubicBezTo>
                    <a:pt x="395" y="92"/>
                    <a:pt x="335" y="31"/>
                    <a:pt x="1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7"/>
            <p:cNvSpPr/>
            <p:nvPr/>
          </p:nvSpPr>
          <p:spPr>
            <a:xfrm>
              <a:off x="5221075" y="3122313"/>
              <a:ext cx="9150" cy="8750"/>
            </a:xfrm>
            <a:custGeom>
              <a:rect b="b" l="l" r="r" t="t"/>
              <a:pathLst>
                <a:path extrusionOk="0" h="350" w="366">
                  <a:moveTo>
                    <a:pt x="193" y="0"/>
                  </a:moveTo>
                  <a:cubicBezTo>
                    <a:pt x="72" y="0"/>
                    <a:pt x="26" y="64"/>
                    <a:pt x="0" y="190"/>
                  </a:cubicBezTo>
                  <a:cubicBezTo>
                    <a:pt x="0" y="251"/>
                    <a:pt x="61" y="342"/>
                    <a:pt x="152" y="342"/>
                  </a:cubicBezTo>
                  <a:cubicBezTo>
                    <a:pt x="178" y="347"/>
                    <a:pt x="201" y="350"/>
                    <a:pt x="221" y="350"/>
                  </a:cubicBezTo>
                  <a:cubicBezTo>
                    <a:pt x="323" y="350"/>
                    <a:pt x="365" y="287"/>
                    <a:pt x="365" y="160"/>
                  </a:cubicBezTo>
                  <a:cubicBezTo>
                    <a:pt x="365" y="99"/>
                    <a:pt x="335" y="38"/>
                    <a:pt x="274" y="8"/>
                  </a:cubicBezTo>
                  <a:cubicBezTo>
                    <a:pt x="244" y="3"/>
                    <a:pt x="217" y="0"/>
                    <a:pt x="1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7"/>
            <p:cNvSpPr/>
            <p:nvPr/>
          </p:nvSpPr>
          <p:spPr>
            <a:xfrm>
              <a:off x="5671700" y="3404413"/>
              <a:ext cx="10650" cy="9900"/>
            </a:xfrm>
            <a:custGeom>
              <a:rect b="b" l="l" r="r" t="t"/>
              <a:pathLst>
                <a:path extrusionOk="0" h="396" w="426">
                  <a:moveTo>
                    <a:pt x="274" y="1"/>
                  </a:moveTo>
                  <a:cubicBezTo>
                    <a:pt x="91" y="31"/>
                    <a:pt x="0" y="92"/>
                    <a:pt x="31" y="244"/>
                  </a:cubicBezTo>
                  <a:cubicBezTo>
                    <a:pt x="31" y="335"/>
                    <a:pt x="122" y="396"/>
                    <a:pt x="213" y="396"/>
                  </a:cubicBezTo>
                  <a:cubicBezTo>
                    <a:pt x="365" y="366"/>
                    <a:pt x="426" y="305"/>
                    <a:pt x="395" y="153"/>
                  </a:cubicBezTo>
                  <a:cubicBezTo>
                    <a:pt x="395" y="92"/>
                    <a:pt x="304" y="31"/>
                    <a:pt x="2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7"/>
            <p:cNvSpPr/>
            <p:nvPr/>
          </p:nvSpPr>
          <p:spPr>
            <a:xfrm>
              <a:off x="5389775" y="2629913"/>
              <a:ext cx="9150" cy="9050"/>
            </a:xfrm>
            <a:custGeom>
              <a:rect b="b" l="l" r="r" t="t"/>
              <a:pathLst>
                <a:path extrusionOk="0" h="362" w="366">
                  <a:moveTo>
                    <a:pt x="219" y="0"/>
                  </a:moveTo>
                  <a:cubicBezTo>
                    <a:pt x="199" y="0"/>
                    <a:pt x="177" y="3"/>
                    <a:pt x="152" y="8"/>
                  </a:cubicBezTo>
                  <a:cubicBezTo>
                    <a:pt x="61" y="8"/>
                    <a:pt x="0" y="68"/>
                    <a:pt x="0" y="160"/>
                  </a:cubicBezTo>
                  <a:cubicBezTo>
                    <a:pt x="24" y="279"/>
                    <a:pt x="67" y="361"/>
                    <a:pt x="158" y="361"/>
                  </a:cubicBezTo>
                  <a:cubicBezTo>
                    <a:pt x="183" y="361"/>
                    <a:pt x="211" y="355"/>
                    <a:pt x="244" y="342"/>
                  </a:cubicBezTo>
                  <a:cubicBezTo>
                    <a:pt x="304" y="342"/>
                    <a:pt x="335" y="251"/>
                    <a:pt x="365" y="220"/>
                  </a:cubicBezTo>
                  <a:cubicBezTo>
                    <a:pt x="365" y="68"/>
                    <a:pt x="322" y="0"/>
                    <a:pt x="2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7"/>
            <p:cNvSpPr/>
            <p:nvPr/>
          </p:nvSpPr>
          <p:spPr>
            <a:xfrm>
              <a:off x="5140525" y="2993738"/>
              <a:ext cx="9150" cy="10250"/>
            </a:xfrm>
            <a:custGeom>
              <a:rect b="b" l="l" r="r" t="t"/>
              <a:pathLst>
                <a:path extrusionOk="0" h="410" w="366">
                  <a:moveTo>
                    <a:pt x="140" y="1"/>
                  </a:moveTo>
                  <a:cubicBezTo>
                    <a:pt x="68" y="1"/>
                    <a:pt x="1" y="55"/>
                    <a:pt x="1" y="136"/>
                  </a:cubicBezTo>
                  <a:lnTo>
                    <a:pt x="244" y="409"/>
                  </a:lnTo>
                  <a:cubicBezTo>
                    <a:pt x="335" y="288"/>
                    <a:pt x="365" y="136"/>
                    <a:pt x="244" y="45"/>
                  </a:cubicBezTo>
                  <a:cubicBezTo>
                    <a:pt x="213" y="14"/>
                    <a:pt x="176" y="1"/>
                    <a:pt x="1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7"/>
            <p:cNvSpPr/>
            <p:nvPr/>
          </p:nvSpPr>
          <p:spPr>
            <a:xfrm>
              <a:off x="5621550" y="2670363"/>
              <a:ext cx="6850" cy="9150"/>
            </a:xfrm>
            <a:custGeom>
              <a:rect b="b" l="l" r="r" t="t"/>
              <a:pathLst>
                <a:path extrusionOk="0" h="366" w="274">
                  <a:moveTo>
                    <a:pt x="122" y="1"/>
                  </a:moveTo>
                  <a:cubicBezTo>
                    <a:pt x="0" y="92"/>
                    <a:pt x="0" y="305"/>
                    <a:pt x="122" y="365"/>
                  </a:cubicBezTo>
                  <a:cubicBezTo>
                    <a:pt x="274" y="305"/>
                    <a:pt x="274" y="92"/>
                    <a:pt x="1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7"/>
            <p:cNvSpPr/>
            <p:nvPr/>
          </p:nvSpPr>
          <p:spPr>
            <a:xfrm>
              <a:off x="5258300" y="2747863"/>
              <a:ext cx="7625" cy="5350"/>
            </a:xfrm>
            <a:custGeom>
              <a:rect b="b" l="l" r="r" t="t"/>
              <a:pathLst>
                <a:path extrusionOk="0" h="214" w="305">
                  <a:moveTo>
                    <a:pt x="157" y="1"/>
                  </a:moveTo>
                  <a:cubicBezTo>
                    <a:pt x="100" y="1"/>
                    <a:pt x="46" y="31"/>
                    <a:pt x="31" y="92"/>
                  </a:cubicBezTo>
                  <a:cubicBezTo>
                    <a:pt x="1" y="92"/>
                    <a:pt x="92" y="153"/>
                    <a:pt x="153" y="214"/>
                  </a:cubicBezTo>
                  <a:cubicBezTo>
                    <a:pt x="214" y="183"/>
                    <a:pt x="305" y="153"/>
                    <a:pt x="305" y="153"/>
                  </a:cubicBezTo>
                  <a:lnTo>
                    <a:pt x="305" y="92"/>
                  </a:lnTo>
                  <a:cubicBezTo>
                    <a:pt x="274" y="31"/>
                    <a:pt x="214" y="1"/>
                    <a:pt x="1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7"/>
            <p:cNvSpPr/>
            <p:nvPr/>
          </p:nvSpPr>
          <p:spPr>
            <a:xfrm>
              <a:off x="5206625" y="3077663"/>
              <a:ext cx="6125" cy="7025"/>
            </a:xfrm>
            <a:custGeom>
              <a:rect b="b" l="l" r="r" t="t"/>
              <a:pathLst>
                <a:path extrusionOk="0" h="281" w="245">
                  <a:moveTo>
                    <a:pt x="123" y="1"/>
                  </a:moveTo>
                  <a:cubicBezTo>
                    <a:pt x="1" y="61"/>
                    <a:pt x="1" y="244"/>
                    <a:pt x="123" y="274"/>
                  </a:cubicBezTo>
                  <a:cubicBezTo>
                    <a:pt x="127" y="278"/>
                    <a:pt x="131" y="280"/>
                    <a:pt x="137" y="280"/>
                  </a:cubicBezTo>
                  <a:cubicBezTo>
                    <a:pt x="169" y="280"/>
                    <a:pt x="218" y="205"/>
                    <a:pt x="244" y="153"/>
                  </a:cubicBezTo>
                  <a:cubicBezTo>
                    <a:pt x="214" y="92"/>
                    <a:pt x="183" y="1"/>
                    <a:pt x="1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7"/>
            <p:cNvSpPr/>
            <p:nvPr/>
          </p:nvSpPr>
          <p:spPr>
            <a:xfrm>
              <a:off x="5609375" y="3404988"/>
              <a:ext cx="7625" cy="4975"/>
            </a:xfrm>
            <a:custGeom>
              <a:rect b="b" l="l" r="r" t="t"/>
              <a:pathLst>
                <a:path extrusionOk="0" h="199" w="305">
                  <a:moveTo>
                    <a:pt x="164" y="1"/>
                  </a:moveTo>
                  <a:cubicBezTo>
                    <a:pt x="107" y="1"/>
                    <a:pt x="46" y="23"/>
                    <a:pt x="1" y="69"/>
                  </a:cubicBezTo>
                  <a:cubicBezTo>
                    <a:pt x="1" y="69"/>
                    <a:pt x="1" y="99"/>
                    <a:pt x="1" y="130"/>
                  </a:cubicBezTo>
                  <a:cubicBezTo>
                    <a:pt x="46" y="175"/>
                    <a:pt x="107" y="198"/>
                    <a:pt x="164" y="198"/>
                  </a:cubicBezTo>
                  <a:cubicBezTo>
                    <a:pt x="221" y="198"/>
                    <a:pt x="274" y="175"/>
                    <a:pt x="305" y="130"/>
                  </a:cubicBezTo>
                  <a:lnTo>
                    <a:pt x="305" y="69"/>
                  </a:lnTo>
                  <a:cubicBezTo>
                    <a:pt x="274" y="23"/>
                    <a:pt x="221" y="1"/>
                    <a:pt x="1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7"/>
            <p:cNvSpPr/>
            <p:nvPr/>
          </p:nvSpPr>
          <p:spPr>
            <a:xfrm>
              <a:off x="5436125" y="3408988"/>
              <a:ext cx="7625" cy="5325"/>
            </a:xfrm>
            <a:custGeom>
              <a:rect b="b" l="l" r="r" t="t"/>
              <a:pathLst>
                <a:path extrusionOk="0" h="213" w="305">
                  <a:moveTo>
                    <a:pt x="156" y="0"/>
                  </a:moveTo>
                  <a:cubicBezTo>
                    <a:pt x="99" y="0"/>
                    <a:pt x="46" y="31"/>
                    <a:pt x="31" y="91"/>
                  </a:cubicBezTo>
                  <a:cubicBezTo>
                    <a:pt x="0" y="91"/>
                    <a:pt x="92" y="152"/>
                    <a:pt x="122" y="213"/>
                  </a:cubicBezTo>
                  <a:cubicBezTo>
                    <a:pt x="213" y="183"/>
                    <a:pt x="304" y="152"/>
                    <a:pt x="304" y="152"/>
                  </a:cubicBezTo>
                  <a:lnTo>
                    <a:pt x="304" y="91"/>
                  </a:lnTo>
                  <a:cubicBezTo>
                    <a:pt x="274" y="31"/>
                    <a:pt x="213" y="0"/>
                    <a:pt x="1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3" name="Google Shape;6763;p67"/>
          <p:cNvSpPr/>
          <p:nvPr/>
        </p:nvSpPr>
        <p:spPr>
          <a:xfrm>
            <a:off x="6735278" y="2954025"/>
            <a:ext cx="1683357" cy="1042478"/>
          </a:xfrm>
          <a:custGeom>
            <a:rect b="b" l="l" r="r" t="t"/>
            <a:pathLst>
              <a:path extrusionOk="0" h="30424" w="49124">
                <a:moveTo>
                  <a:pt x="13011" y="773"/>
                </a:moveTo>
                <a:cubicBezTo>
                  <a:pt x="12936" y="781"/>
                  <a:pt x="12861" y="791"/>
                  <a:pt x="12787" y="803"/>
                </a:cubicBezTo>
                <a:lnTo>
                  <a:pt x="12787" y="803"/>
                </a:lnTo>
                <a:cubicBezTo>
                  <a:pt x="12861" y="793"/>
                  <a:pt x="12935" y="783"/>
                  <a:pt x="13011" y="773"/>
                </a:cubicBezTo>
                <a:close/>
                <a:moveTo>
                  <a:pt x="9373" y="1315"/>
                </a:moveTo>
                <a:lnTo>
                  <a:pt x="9270" y="1335"/>
                </a:lnTo>
                <a:lnTo>
                  <a:pt x="9270" y="1335"/>
                </a:lnTo>
                <a:cubicBezTo>
                  <a:pt x="9305" y="1328"/>
                  <a:pt x="9339" y="1322"/>
                  <a:pt x="9373" y="1315"/>
                </a:cubicBezTo>
                <a:close/>
                <a:moveTo>
                  <a:pt x="8939" y="1784"/>
                </a:moveTo>
                <a:cubicBezTo>
                  <a:pt x="8898" y="1794"/>
                  <a:pt x="8857" y="1804"/>
                  <a:pt x="8815" y="1814"/>
                </a:cubicBezTo>
                <a:cubicBezTo>
                  <a:pt x="8857" y="1809"/>
                  <a:pt x="8899" y="1799"/>
                  <a:pt x="8939" y="1784"/>
                </a:cubicBezTo>
                <a:close/>
                <a:moveTo>
                  <a:pt x="35442" y="3062"/>
                </a:moveTo>
                <a:cubicBezTo>
                  <a:pt x="35436" y="3062"/>
                  <a:pt x="35431" y="3063"/>
                  <a:pt x="35428" y="3066"/>
                </a:cubicBezTo>
                <a:lnTo>
                  <a:pt x="35467" y="3066"/>
                </a:lnTo>
                <a:cubicBezTo>
                  <a:pt x="35457" y="3063"/>
                  <a:pt x="35449" y="3062"/>
                  <a:pt x="35442" y="3062"/>
                </a:cubicBezTo>
                <a:close/>
                <a:moveTo>
                  <a:pt x="38998" y="5028"/>
                </a:moveTo>
                <a:cubicBezTo>
                  <a:pt x="39048" y="5060"/>
                  <a:pt x="39103" y="5095"/>
                  <a:pt x="39155" y="5128"/>
                </a:cubicBezTo>
                <a:lnTo>
                  <a:pt x="39155" y="5128"/>
                </a:lnTo>
                <a:cubicBezTo>
                  <a:pt x="39097" y="5090"/>
                  <a:pt x="39045" y="5056"/>
                  <a:pt x="38998" y="5028"/>
                </a:cubicBezTo>
                <a:close/>
                <a:moveTo>
                  <a:pt x="44192" y="9326"/>
                </a:moveTo>
                <a:lnTo>
                  <a:pt x="44395" y="9588"/>
                </a:lnTo>
                <a:lnTo>
                  <a:pt x="44395" y="9588"/>
                </a:lnTo>
                <a:lnTo>
                  <a:pt x="44370" y="9562"/>
                </a:lnTo>
                <a:cubicBezTo>
                  <a:pt x="44268" y="9427"/>
                  <a:pt x="44217" y="9359"/>
                  <a:pt x="44192" y="9326"/>
                </a:cubicBezTo>
                <a:close/>
                <a:moveTo>
                  <a:pt x="44818" y="10146"/>
                </a:moveTo>
                <a:lnTo>
                  <a:pt x="44818" y="10146"/>
                </a:lnTo>
                <a:cubicBezTo>
                  <a:pt x="44877" y="10231"/>
                  <a:pt x="44945" y="10315"/>
                  <a:pt x="44996" y="10400"/>
                </a:cubicBezTo>
                <a:cubicBezTo>
                  <a:pt x="44962" y="10383"/>
                  <a:pt x="44928" y="10358"/>
                  <a:pt x="44894" y="10341"/>
                </a:cubicBezTo>
                <a:cubicBezTo>
                  <a:pt x="44852" y="10282"/>
                  <a:pt x="44826" y="10214"/>
                  <a:pt x="44818" y="10146"/>
                </a:cubicBezTo>
                <a:close/>
                <a:moveTo>
                  <a:pt x="46197" y="11170"/>
                </a:moveTo>
                <a:lnTo>
                  <a:pt x="46205" y="11187"/>
                </a:lnTo>
                <a:lnTo>
                  <a:pt x="46205" y="11195"/>
                </a:lnTo>
                <a:lnTo>
                  <a:pt x="46197" y="11170"/>
                </a:lnTo>
                <a:close/>
                <a:moveTo>
                  <a:pt x="46510" y="11711"/>
                </a:moveTo>
                <a:lnTo>
                  <a:pt x="46527" y="11728"/>
                </a:lnTo>
                <a:cubicBezTo>
                  <a:pt x="46544" y="11753"/>
                  <a:pt x="46561" y="11770"/>
                  <a:pt x="46578" y="11787"/>
                </a:cubicBezTo>
                <a:cubicBezTo>
                  <a:pt x="46626" y="11884"/>
                  <a:pt x="46659" y="11942"/>
                  <a:pt x="46662" y="11970"/>
                </a:cubicBezTo>
                <a:lnTo>
                  <a:pt x="46662" y="11970"/>
                </a:lnTo>
                <a:lnTo>
                  <a:pt x="46510" y="11711"/>
                </a:lnTo>
                <a:close/>
                <a:moveTo>
                  <a:pt x="45990" y="12314"/>
                </a:moveTo>
                <a:cubicBezTo>
                  <a:pt x="45994" y="12314"/>
                  <a:pt x="46001" y="12319"/>
                  <a:pt x="46011" y="12329"/>
                </a:cubicBezTo>
                <a:cubicBezTo>
                  <a:pt x="46248" y="12794"/>
                  <a:pt x="46349" y="12684"/>
                  <a:pt x="46493" y="13149"/>
                </a:cubicBezTo>
                <a:cubicBezTo>
                  <a:pt x="46504" y="13157"/>
                  <a:pt x="46512" y="13161"/>
                  <a:pt x="46518" y="13161"/>
                </a:cubicBezTo>
                <a:cubicBezTo>
                  <a:pt x="46549" y="13161"/>
                  <a:pt x="46513" y="13055"/>
                  <a:pt x="46442" y="12912"/>
                </a:cubicBezTo>
                <a:lnTo>
                  <a:pt x="46442" y="12912"/>
                </a:lnTo>
                <a:cubicBezTo>
                  <a:pt x="46485" y="12963"/>
                  <a:pt x="46510" y="12989"/>
                  <a:pt x="46518" y="12989"/>
                </a:cubicBezTo>
                <a:cubicBezTo>
                  <a:pt x="46603" y="13166"/>
                  <a:pt x="46688" y="13344"/>
                  <a:pt x="46747" y="13479"/>
                </a:cubicBezTo>
                <a:cubicBezTo>
                  <a:pt x="46801" y="13610"/>
                  <a:pt x="46847" y="13719"/>
                  <a:pt x="46830" y="13719"/>
                </a:cubicBezTo>
                <a:cubicBezTo>
                  <a:pt x="46828" y="13719"/>
                  <a:pt x="46826" y="13718"/>
                  <a:pt x="46823" y="13716"/>
                </a:cubicBezTo>
                <a:cubicBezTo>
                  <a:pt x="46747" y="13708"/>
                  <a:pt x="46476" y="13132"/>
                  <a:pt x="46332" y="12989"/>
                </a:cubicBezTo>
                <a:cubicBezTo>
                  <a:pt x="46290" y="12921"/>
                  <a:pt x="46188" y="12726"/>
                  <a:pt x="46104" y="12566"/>
                </a:cubicBezTo>
                <a:cubicBezTo>
                  <a:pt x="46027" y="12425"/>
                  <a:pt x="45973" y="12314"/>
                  <a:pt x="45990" y="12314"/>
                </a:cubicBezTo>
                <a:close/>
                <a:moveTo>
                  <a:pt x="47356" y="14334"/>
                </a:moveTo>
                <a:lnTo>
                  <a:pt x="47356" y="14334"/>
                </a:lnTo>
                <a:cubicBezTo>
                  <a:pt x="47411" y="14480"/>
                  <a:pt x="47463" y="14627"/>
                  <a:pt x="47514" y="14775"/>
                </a:cubicBezTo>
                <a:lnTo>
                  <a:pt x="47514" y="14775"/>
                </a:lnTo>
                <a:cubicBezTo>
                  <a:pt x="47499" y="14776"/>
                  <a:pt x="47485" y="14776"/>
                  <a:pt x="47470" y="14777"/>
                </a:cubicBezTo>
                <a:lnTo>
                  <a:pt x="47470" y="14777"/>
                </a:lnTo>
                <a:cubicBezTo>
                  <a:pt x="47437" y="14634"/>
                  <a:pt x="47393" y="14491"/>
                  <a:pt x="47356" y="14334"/>
                </a:cubicBezTo>
                <a:close/>
                <a:moveTo>
                  <a:pt x="47094" y="14308"/>
                </a:moveTo>
                <a:lnTo>
                  <a:pt x="47094" y="14308"/>
                </a:lnTo>
                <a:cubicBezTo>
                  <a:pt x="47119" y="14359"/>
                  <a:pt x="47136" y="14401"/>
                  <a:pt x="47153" y="14452"/>
                </a:cubicBezTo>
                <a:cubicBezTo>
                  <a:pt x="47196" y="14569"/>
                  <a:pt x="47236" y="14677"/>
                  <a:pt x="47273" y="14777"/>
                </a:cubicBezTo>
                <a:lnTo>
                  <a:pt x="47273" y="14777"/>
                </a:lnTo>
                <a:cubicBezTo>
                  <a:pt x="47267" y="14777"/>
                  <a:pt x="47260" y="14776"/>
                  <a:pt x="47254" y="14776"/>
                </a:cubicBezTo>
                <a:lnTo>
                  <a:pt x="47254" y="14776"/>
                </a:lnTo>
                <a:cubicBezTo>
                  <a:pt x="47192" y="14597"/>
                  <a:pt x="47137" y="14437"/>
                  <a:pt x="47094" y="14308"/>
                </a:cubicBezTo>
                <a:close/>
                <a:moveTo>
                  <a:pt x="47838" y="14359"/>
                </a:moveTo>
                <a:lnTo>
                  <a:pt x="47838" y="14359"/>
                </a:lnTo>
                <a:cubicBezTo>
                  <a:pt x="47905" y="14451"/>
                  <a:pt x="47981" y="14606"/>
                  <a:pt x="48061" y="14801"/>
                </a:cubicBezTo>
                <a:lnTo>
                  <a:pt x="48061" y="14801"/>
                </a:lnTo>
                <a:cubicBezTo>
                  <a:pt x="48045" y="14798"/>
                  <a:pt x="48028" y="14795"/>
                  <a:pt x="48012" y="14792"/>
                </a:cubicBezTo>
                <a:lnTo>
                  <a:pt x="48012" y="14792"/>
                </a:lnTo>
                <a:cubicBezTo>
                  <a:pt x="47951" y="14638"/>
                  <a:pt x="47871" y="14524"/>
                  <a:pt x="47838" y="14359"/>
                </a:cubicBezTo>
                <a:close/>
                <a:moveTo>
                  <a:pt x="47281" y="14800"/>
                </a:moveTo>
                <a:cubicBezTo>
                  <a:pt x="47295" y="14837"/>
                  <a:pt x="47308" y="14873"/>
                  <a:pt x="47321" y="14909"/>
                </a:cubicBezTo>
                <a:lnTo>
                  <a:pt x="47321" y="14909"/>
                </a:lnTo>
                <a:cubicBezTo>
                  <a:pt x="47314" y="14908"/>
                  <a:pt x="47308" y="14908"/>
                  <a:pt x="47301" y="14908"/>
                </a:cubicBezTo>
                <a:lnTo>
                  <a:pt x="47301" y="14908"/>
                </a:lnTo>
                <a:cubicBezTo>
                  <a:pt x="47297" y="14897"/>
                  <a:pt x="47292" y="14886"/>
                  <a:pt x="47288" y="14875"/>
                </a:cubicBezTo>
                <a:cubicBezTo>
                  <a:pt x="47280" y="14850"/>
                  <a:pt x="47271" y="14826"/>
                  <a:pt x="47263" y="14801"/>
                </a:cubicBezTo>
                <a:lnTo>
                  <a:pt x="47263" y="14801"/>
                </a:lnTo>
                <a:cubicBezTo>
                  <a:pt x="47269" y="14801"/>
                  <a:pt x="47275" y="14800"/>
                  <a:pt x="47281" y="14800"/>
                </a:cubicBezTo>
                <a:close/>
                <a:moveTo>
                  <a:pt x="46873" y="14869"/>
                </a:moveTo>
                <a:lnTo>
                  <a:pt x="46873" y="14869"/>
                </a:lnTo>
                <a:cubicBezTo>
                  <a:pt x="46878" y="14882"/>
                  <a:pt x="46883" y="14895"/>
                  <a:pt x="46888" y="14909"/>
                </a:cubicBezTo>
                <a:lnTo>
                  <a:pt x="46888" y="14909"/>
                </a:lnTo>
                <a:cubicBezTo>
                  <a:pt x="46885" y="14909"/>
                  <a:pt x="46881" y="14909"/>
                  <a:pt x="46878" y="14909"/>
                </a:cubicBezTo>
                <a:lnTo>
                  <a:pt x="46878" y="14909"/>
                </a:lnTo>
                <a:lnTo>
                  <a:pt x="46865" y="14870"/>
                </a:lnTo>
                <a:lnTo>
                  <a:pt x="46865" y="14870"/>
                </a:lnTo>
                <a:cubicBezTo>
                  <a:pt x="46868" y="14869"/>
                  <a:pt x="46870" y="14869"/>
                  <a:pt x="46873" y="14869"/>
                </a:cubicBezTo>
                <a:close/>
                <a:moveTo>
                  <a:pt x="46849" y="14870"/>
                </a:moveTo>
                <a:cubicBezTo>
                  <a:pt x="46854" y="14883"/>
                  <a:pt x="46859" y="14896"/>
                  <a:pt x="46864" y="14909"/>
                </a:cubicBezTo>
                <a:lnTo>
                  <a:pt x="46864" y="14909"/>
                </a:lnTo>
                <a:cubicBezTo>
                  <a:pt x="46862" y="14909"/>
                  <a:pt x="46860" y="14909"/>
                  <a:pt x="46858" y="14909"/>
                </a:cubicBezTo>
                <a:lnTo>
                  <a:pt x="46858" y="14909"/>
                </a:lnTo>
                <a:cubicBezTo>
                  <a:pt x="46852" y="14896"/>
                  <a:pt x="46845" y="14883"/>
                  <a:pt x="46839" y="14871"/>
                </a:cubicBezTo>
                <a:lnTo>
                  <a:pt x="46839" y="14871"/>
                </a:lnTo>
                <a:cubicBezTo>
                  <a:pt x="46843" y="14871"/>
                  <a:pt x="46846" y="14871"/>
                  <a:pt x="46849" y="14870"/>
                </a:cubicBezTo>
                <a:close/>
                <a:moveTo>
                  <a:pt x="46782" y="14874"/>
                </a:moveTo>
                <a:cubicBezTo>
                  <a:pt x="46785" y="14886"/>
                  <a:pt x="46788" y="14898"/>
                  <a:pt x="46792" y="14911"/>
                </a:cubicBezTo>
                <a:lnTo>
                  <a:pt x="46792" y="14911"/>
                </a:lnTo>
                <a:cubicBezTo>
                  <a:pt x="46658" y="14916"/>
                  <a:pt x="46528" y="14922"/>
                  <a:pt x="46315" y="14926"/>
                </a:cubicBezTo>
                <a:cubicBezTo>
                  <a:pt x="46468" y="14903"/>
                  <a:pt x="46624" y="14884"/>
                  <a:pt x="46782" y="14874"/>
                </a:cubicBezTo>
                <a:close/>
                <a:moveTo>
                  <a:pt x="46864" y="14920"/>
                </a:moveTo>
                <a:lnTo>
                  <a:pt x="46864" y="14920"/>
                </a:lnTo>
                <a:cubicBezTo>
                  <a:pt x="46865" y="14920"/>
                  <a:pt x="46867" y="14921"/>
                  <a:pt x="46868" y="14921"/>
                </a:cubicBezTo>
                <a:lnTo>
                  <a:pt x="46868" y="14921"/>
                </a:lnTo>
                <a:cubicBezTo>
                  <a:pt x="46873" y="14934"/>
                  <a:pt x="46878" y="14947"/>
                  <a:pt x="46882" y="14960"/>
                </a:cubicBezTo>
                <a:cubicBezTo>
                  <a:pt x="46876" y="14946"/>
                  <a:pt x="46870" y="14933"/>
                  <a:pt x="46864" y="14920"/>
                </a:cubicBezTo>
                <a:close/>
                <a:moveTo>
                  <a:pt x="47329" y="14929"/>
                </a:moveTo>
                <a:lnTo>
                  <a:pt x="47329" y="14929"/>
                </a:lnTo>
                <a:cubicBezTo>
                  <a:pt x="47351" y="14992"/>
                  <a:pt x="47372" y="15050"/>
                  <a:pt x="47392" y="15105"/>
                </a:cubicBezTo>
                <a:lnTo>
                  <a:pt x="47392" y="15105"/>
                </a:lnTo>
                <a:cubicBezTo>
                  <a:pt x="47385" y="15105"/>
                  <a:pt x="47378" y="15105"/>
                  <a:pt x="47371" y="15105"/>
                </a:cubicBezTo>
                <a:lnTo>
                  <a:pt x="47371" y="15105"/>
                </a:lnTo>
                <a:cubicBezTo>
                  <a:pt x="47351" y="15047"/>
                  <a:pt x="47331" y="14990"/>
                  <a:pt x="47310" y="14934"/>
                </a:cubicBezTo>
                <a:lnTo>
                  <a:pt x="47310" y="14934"/>
                </a:lnTo>
                <a:cubicBezTo>
                  <a:pt x="47317" y="14933"/>
                  <a:pt x="47324" y="14931"/>
                  <a:pt x="47329" y="14929"/>
                </a:cubicBezTo>
                <a:close/>
                <a:moveTo>
                  <a:pt x="47474" y="14794"/>
                </a:moveTo>
                <a:cubicBezTo>
                  <a:pt x="47490" y="14795"/>
                  <a:pt x="47505" y="14795"/>
                  <a:pt x="47521" y="14796"/>
                </a:cubicBezTo>
                <a:lnTo>
                  <a:pt x="47521" y="14796"/>
                </a:lnTo>
                <a:cubicBezTo>
                  <a:pt x="47557" y="14903"/>
                  <a:pt x="47592" y="15010"/>
                  <a:pt x="47626" y="15117"/>
                </a:cubicBezTo>
                <a:lnTo>
                  <a:pt x="47626" y="15117"/>
                </a:lnTo>
                <a:cubicBezTo>
                  <a:pt x="47601" y="15115"/>
                  <a:pt x="47577" y="15113"/>
                  <a:pt x="47553" y="15112"/>
                </a:cubicBezTo>
                <a:lnTo>
                  <a:pt x="47553" y="15112"/>
                </a:lnTo>
                <a:cubicBezTo>
                  <a:pt x="47533" y="15024"/>
                  <a:pt x="47510" y="14930"/>
                  <a:pt x="47483" y="14833"/>
                </a:cubicBezTo>
                <a:cubicBezTo>
                  <a:pt x="47480" y="14820"/>
                  <a:pt x="47477" y="14807"/>
                  <a:pt x="47474" y="14794"/>
                </a:cubicBezTo>
                <a:close/>
                <a:moveTo>
                  <a:pt x="47557" y="15128"/>
                </a:moveTo>
                <a:lnTo>
                  <a:pt x="47557" y="15128"/>
                </a:lnTo>
                <a:cubicBezTo>
                  <a:pt x="47563" y="15128"/>
                  <a:pt x="47570" y="15128"/>
                  <a:pt x="47576" y="15129"/>
                </a:cubicBezTo>
                <a:cubicBezTo>
                  <a:pt x="47570" y="15129"/>
                  <a:pt x="47564" y="15129"/>
                  <a:pt x="47557" y="15130"/>
                </a:cubicBezTo>
                <a:lnTo>
                  <a:pt x="47557" y="15130"/>
                </a:lnTo>
                <a:cubicBezTo>
                  <a:pt x="47557" y="15129"/>
                  <a:pt x="47557" y="15128"/>
                  <a:pt x="47557" y="15128"/>
                </a:cubicBezTo>
                <a:close/>
                <a:moveTo>
                  <a:pt x="47377" y="15120"/>
                </a:moveTo>
                <a:lnTo>
                  <a:pt x="47377" y="15120"/>
                </a:lnTo>
                <a:cubicBezTo>
                  <a:pt x="47384" y="15120"/>
                  <a:pt x="47391" y="15121"/>
                  <a:pt x="47398" y="15121"/>
                </a:cubicBezTo>
                <a:lnTo>
                  <a:pt x="47398" y="15121"/>
                </a:lnTo>
                <a:cubicBezTo>
                  <a:pt x="47400" y="15127"/>
                  <a:pt x="47402" y="15133"/>
                  <a:pt x="47404" y="15139"/>
                </a:cubicBezTo>
                <a:lnTo>
                  <a:pt x="47404" y="15139"/>
                </a:lnTo>
                <a:cubicBezTo>
                  <a:pt x="47398" y="15140"/>
                  <a:pt x="47391" y="15140"/>
                  <a:pt x="47384" y="15141"/>
                </a:cubicBezTo>
                <a:lnTo>
                  <a:pt x="47384" y="15141"/>
                </a:lnTo>
                <a:cubicBezTo>
                  <a:pt x="47382" y="15134"/>
                  <a:pt x="47379" y="15127"/>
                  <a:pt x="47377" y="15120"/>
                </a:cubicBezTo>
                <a:close/>
                <a:moveTo>
                  <a:pt x="46882" y="14921"/>
                </a:moveTo>
                <a:lnTo>
                  <a:pt x="46882" y="14921"/>
                </a:lnTo>
                <a:cubicBezTo>
                  <a:pt x="46886" y="14921"/>
                  <a:pt x="46889" y="14921"/>
                  <a:pt x="46892" y="14921"/>
                </a:cubicBezTo>
                <a:lnTo>
                  <a:pt x="46892" y="14921"/>
                </a:lnTo>
                <a:cubicBezTo>
                  <a:pt x="46909" y="14967"/>
                  <a:pt x="46925" y="15017"/>
                  <a:pt x="46941" y="15070"/>
                </a:cubicBezTo>
                <a:cubicBezTo>
                  <a:pt x="46955" y="15102"/>
                  <a:pt x="46968" y="15137"/>
                  <a:pt x="46981" y="15174"/>
                </a:cubicBezTo>
                <a:lnTo>
                  <a:pt x="46981" y="15174"/>
                </a:lnTo>
                <a:cubicBezTo>
                  <a:pt x="46978" y="15174"/>
                  <a:pt x="46975" y="15174"/>
                  <a:pt x="46972" y="15174"/>
                </a:cubicBezTo>
                <a:lnTo>
                  <a:pt x="46972" y="15174"/>
                </a:lnTo>
                <a:cubicBezTo>
                  <a:pt x="46970" y="15170"/>
                  <a:pt x="46968" y="15167"/>
                  <a:pt x="46967" y="15163"/>
                </a:cubicBezTo>
                <a:lnTo>
                  <a:pt x="46882" y="14921"/>
                </a:lnTo>
                <a:close/>
                <a:moveTo>
                  <a:pt x="47825" y="14822"/>
                </a:moveTo>
                <a:cubicBezTo>
                  <a:pt x="47888" y="14829"/>
                  <a:pt x="47952" y="14837"/>
                  <a:pt x="48015" y="14843"/>
                </a:cubicBezTo>
                <a:lnTo>
                  <a:pt x="48015" y="14843"/>
                </a:lnTo>
                <a:cubicBezTo>
                  <a:pt x="48030" y="14874"/>
                  <a:pt x="48044" y="14905"/>
                  <a:pt x="48058" y="14934"/>
                </a:cubicBezTo>
                <a:cubicBezTo>
                  <a:pt x="48050" y="14902"/>
                  <a:pt x="48041" y="14873"/>
                  <a:pt x="48031" y="14844"/>
                </a:cubicBezTo>
                <a:lnTo>
                  <a:pt x="48031" y="14844"/>
                </a:lnTo>
                <a:cubicBezTo>
                  <a:pt x="48048" y="14846"/>
                  <a:pt x="48064" y="14847"/>
                  <a:pt x="48081" y="14849"/>
                </a:cubicBezTo>
                <a:lnTo>
                  <a:pt x="48081" y="14849"/>
                </a:lnTo>
                <a:cubicBezTo>
                  <a:pt x="48122" y="14950"/>
                  <a:pt x="48164" y="15061"/>
                  <a:pt x="48206" y="15179"/>
                </a:cubicBezTo>
                <a:lnTo>
                  <a:pt x="48206" y="15179"/>
                </a:lnTo>
                <a:cubicBezTo>
                  <a:pt x="48113" y="15166"/>
                  <a:pt x="48021" y="15155"/>
                  <a:pt x="47932" y="15145"/>
                </a:cubicBezTo>
                <a:lnTo>
                  <a:pt x="47932" y="15145"/>
                </a:lnTo>
                <a:cubicBezTo>
                  <a:pt x="47896" y="15036"/>
                  <a:pt x="47859" y="14926"/>
                  <a:pt x="47825" y="14822"/>
                </a:cubicBezTo>
                <a:close/>
                <a:moveTo>
                  <a:pt x="47391" y="15162"/>
                </a:moveTo>
                <a:cubicBezTo>
                  <a:pt x="47398" y="15162"/>
                  <a:pt x="47406" y="15163"/>
                  <a:pt x="47413" y="15163"/>
                </a:cubicBezTo>
                <a:lnTo>
                  <a:pt x="47413" y="15163"/>
                </a:lnTo>
                <a:cubicBezTo>
                  <a:pt x="47427" y="15203"/>
                  <a:pt x="47440" y="15240"/>
                  <a:pt x="47453" y="15276"/>
                </a:cubicBezTo>
                <a:lnTo>
                  <a:pt x="47453" y="15276"/>
                </a:lnTo>
                <a:cubicBezTo>
                  <a:pt x="47445" y="15276"/>
                  <a:pt x="47437" y="15275"/>
                  <a:pt x="47429" y="15274"/>
                </a:cubicBezTo>
                <a:lnTo>
                  <a:pt x="47429" y="15274"/>
                </a:lnTo>
                <a:cubicBezTo>
                  <a:pt x="47417" y="15237"/>
                  <a:pt x="47404" y="15200"/>
                  <a:pt x="47391" y="15162"/>
                </a:cubicBezTo>
                <a:close/>
                <a:moveTo>
                  <a:pt x="47566" y="15167"/>
                </a:moveTo>
                <a:cubicBezTo>
                  <a:pt x="47592" y="15169"/>
                  <a:pt x="47618" y="15170"/>
                  <a:pt x="47644" y="15172"/>
                </a:cubicBezTo>
                <a:lnTo>
                  <a:pt x="47644" y="15172"/>
                </a:lnTo>
                <a:cubicBezTo>
                  <a:pt x="47654" y="15206"/>
                  <a:pt x="47665" y="15240"/>
                  <a:pt x="47675" y="15274"/>
                </a:cubicBezTo>
                <a:lnTo>
                  <a:pt x="47675" y="15274"/>
                </a:lnTo>
                <a:cubicBezTo>
                  <a:pt x="47646" y="15276"/>
                  <a:pt x="47618" y="15278"/>
                  <a:pt x="47589" y="15278"/>
                </a:cubicBezTo>
                <a:lnTo>
                  <a:pt x="47589" y="15278"/>
                </a:lnTo>
                <a:cubicBezTo>
                  <a:pt x="47587" y="15271"/>
                  <a:pt x="47586" y="15263"/>
                  <a:pt x="47584" y="15256"/>
                </a:cubicBezTo>
                <a:cubicBezTo>
                  <a:pt x="47579" y="15227"/>
                  <a:pt x="47572" y="15198"/>
                  <a:pt x="47566" y="15167"/>
                </a:cubicBezTo>
                <a:close/>
                <a:moveTo>
                  <a:pt x="47032" y="15323"/>
                </a:moveTo>
                <a:cubicBezTo>
                  <a:pt x="47043" y="15356"/>
                  <a:pt x="47055" y="15390"/>
                  <a:pt x="47068" y="15425"/>
                </a:cubicBezTo>
                <a:cubicBezTo>
                  <a:pt x="47057" y="15395"/>
                  <a:pt x="47044" y="15361"/>
                  <a:pt x="47030" y="15323"/>
                </a:cubicBezTo>
                <a:lnTo>
                  <a:pt x="47030" y="15323"/>
                </a:lnTo>
                <a:cubicBezTo>
                  <a:pt x="47031" y="15323"/>
                  <a:pt x="47031" y="15323"/>
                  <a:pt x="47032" y="15323"/>
                </a:cubicBezTo>
                <a:close/>
                <a:moveTo>
                  <a:pt x="47951" y="15200"/>
                </a:moveTo>
                <a:lnTo>
                  <a:pt x="47951" y="15200"/>
                </a:lnTo>
                <a:cubicBezTo>
                  <a:pt x="48046" y="15211"/>
                  <a:pt x="48138" y="15223"/>
                  <a:pt x="48225" y="15234"/>
                </a:cubicBezTo>
                <a:lnTo>
                  <a:pt x="48225" y="15234"/>
                </a:lnTo>
                <a:cubicBezTo>
                  <a:pt x="48309" y="15471"/>
                  <a:pt x="48393" y="15731"/>
                  <a:pt x="48472" y="15992"/>
                </a:cubicBezTo>
                <a:cubicBezTo>
                  <a:pt x="48465" y="16013"/>
                  <a:pt x="48494" y="16172"/>
                  <a:pt x="48483" y="16172"/>
                </a:cubicBezTo>
                <a:cubicBezTo>
                  <a:pt x="48481" y="16172"/>
                  <a:pt x="48478" y="16166"/>
                  <a:pt x="48472" y="16152"/>
                </a:cubicBezTo>
                <a:cubicBezTo>
                  <a:pt x="48447" y="16085"/>
                  <a:pt x="48430" y="16017"/>
                  <a:pt x="48413" y="15941"/>
                </a:cubicBezTo>
                <a:cubicBezTo>
                  <a:pt x="48412" y="15947"/>
                  <a:pt x="48409" y="15949"/>
                  <a:pt x="48406" y="15949"/>
                </a:cubicBezTo>
                <a:cubicBezTo>
                  <a:pt x="48393" y="15949"/>
                  <a:pt x="48368" y="15897"/>
                  <a:pt x="48354" y="15890"/>
                </a:cubicBezTo>
                <a:cubicBezTo>
                  <a:pt x="48354" y="15890"/>
                  <a:pt x="48353" y="15889"/>
                  <a:pt x="48353" y="15889"/>
                </a:cubicBezTo>
                <a:cubicBezTo>
                  <a:pt x="48347" y="15889"/>
                  <a:pt x="48366" y="15967"/>
                  <a:pt x="48422" y="16279"/>
                </a:cubicBezTo>
                <a:cubicBezTo>
                  <a:pt x="48329" y="16051"/>
                  <a:pt x="48219" y="15831"/>
                  <a:pt x="48092" y="15619"/>
                </a:cubicBezTo>
                <a:cubicBezTo>
                  <a:pt x="48048" y="15492"/>
                  <a:pt x="48000" y="15347"/>
                  <a:pt x="47951" y="15200"/>
                </a:cubicBezTo>
                <a:close/>
                <a:moveTo>
                  <a:pt x="46785" y="14919"/>
                </a:moveTo>
                <a:cubicBezTo>
                  <a:pt x="46788" y="14919"/>
                  <a:pt x="46791" y="14919"/>
                  <a:pt x="46794" y="14919"/>
                </a:cubicBezTo>
                <a:lnTo>
                  <a:pt x="46794" y="14919"/>
                </a:lnTo>
                <a:cubicBezTo>
                  <a:pt x="46800" y="14942"/>
                  <a:pt x="46807" y="14966"/>
                  <a:pt x="46814" y="14993"/>
                </a:cubicBezTo>
                <a:lnTo>
                  <a:pt x="46899" y="15103"/>
                </a:lnTo>
                <a:cubicBezTo>
                  <a:pt x="46908" y="15129"/>
                  <a:pt x="46917" y="15154"/>
                  <a:pt x="46926" y="15179"/>
                </a:cubicBezTo>
                <a:lnTo>
                  <a:pt x="46926" y="15179"/>
                </a:lnTo>
                <a:cubicBezTo>
                  <a:pt x="46843" y="15187"/>
                  <a:pt x="46761" y="15196"/>
                  <a:pt x="46679" y="15205"/>
                </a:cubicBezTo>
                <a:cubicBezTo>
                  <a:pt x="46611" y="15196"/>
                  <a:pt x="46544" y="15192"/>
                  <a:pt x="46476" y="15192"/>
                </a:cubicBezTo>
                <a:cubicBezTo>
                  <a:pt x="46408" y="15192"/>
                  <a:pt x="46341" y="15196"/>
                  <a:pt x="46273" y="15205"/>
                </a:cubicBezTo>
                <a:cubicBezTo>
                  <a:pt x="46171" y="15214"/>
                  <a:pt x="46069" y="15221"/>
                  <a:pt x="45999" y="15221"/>
                </a:cubicBezTo>
                <a:cubicBezTo>
                  <a:pt x="45941" y="15221"/>
                  <a:pt x="45905" y="15216"/>
                  <a:pt x="45909" y="15205"/>
                </a:cubicBezTo>
                <a:cubicBezTo>
                  <a:pt x="46205" y="15171"/>
                  <a:pt x="46493" y="15163"/>
                  <a:pt x="46738" y="15154"/>
                </a:cubicBezTo>
                <a:cubicBezTo>
                  <a:pt x="46658" y="15150"/>
                  <a:pt x="46578" y="15148"/>
                  <a:pt x="46498" y="15148"/>
                </a:cubicBezTo>
                <a:cubicBezTo>
                  <a:pt x="46419" y="15148"/>
                  <a:pt x="46341" y="15150"/>
                  <a:pt x="46265" y="15154"/>
                </a:cubicBezTo>
                <a:cubicBezTo>
                  <a:pt x="46019" y="15163"/>
                  <a:pt x="45749" y="15188"/>
                  <a:pt x="45588" y="15205"/>
                </a:cubicBezTo>
                <a:cubicBezTo>
                  <a:pt x="45723" y="15196"/>
                  <a:pt x="45859" y="15188"/>
                  <a:pt x="45994" y="15188"/>
                </a:cubicBezTo>
                <a:cubicBezTo>
                  <a:pt x="45275" y="15281"/>
                  <a:pt x="44336" y="15408"/>
                  <a:pt x="43642" y="15577"/>
                </a:cubicBezTo>
                <a:cubicBezTo>
                  <a:pt x="43787" y="15538"/>
                  <a:pt x="43807" y="15523"/>
                  <a:pt x="43766" y="15523"/>
                </a:cubicBezTo>
                <a:cubicBezTo>
                  <a:pt x="43728" y="15523"/>
                  <a:pt x="43639" y="15535"/>
                  <a:pt x="43549" y="15552"/>
                </a:cubicBezTo>
                <a:cubicBezTo>
                  <a:pt x="43444" y="15566"/>
                  <a:pt x="43334" y="15583"/>
                  <a:pt x="43296" y="15583"/>
                </a:cubicBezTo>
                <a:cubicBezTo>
                  <a:pt x="43266" y="15583"/>
                  <a:pt x="43279" y="15573"/>
                  <a:pt x="43371" y="15543"/>
                </a:cubicBezTo>
                <a:cubicBezTo>
                  <a:pt x="43498" y="15501"/>
                  <a:pt x="43625" y="15484"/>
                  <a:pt x="43761" y="15467"/>
                </a:cubicBezTo>
                <a:cubicBezTo>
                  <a:pt x="43769" y="15458"/>
                  <a:pt x="43762" y="15455"/>
                  <a:pt x="43743" y="15455"/>
                </a:cubicBezTo>
                <a:cubicBezTo>
                  <a:pt x="43707" y="15455"/>
                  <a:pt x="43632" y="15468"/>
                  <a:pt x="43549" y="15484"/>
                </a:cubicBezTo>
                <a:cubicBezTo>
                  <a:pt x="43431" y="15509"/>
                  <a:pt x="43304" y="15526"/>
                  <a:pt x="43185" y="15535"/>
                </a:cubicBezTo>
                <a:cubicBezTo>
                  <a:pt x="43127" y="15571"/>
                  <a:pt x="42594" y="15716"/>
                  <a:pt x="42724" y="15716"/>
                </a:cubicBezTo>
                <a:cubicBezTo>
                  <a:pt x="42745" y="15716"/>
                  <a:pt x="42781" y="15712"/>
                  <a:pt x="42839" y="15704"/>
                </a:cubicBezTo>
                <a:lnTo>
                  <a:pt x="42839" y="15704"/>
                </a:lnTo>
                <a:cubicBezTo>
                  <a:pt x="42669" y="15729"/>
                  <a:pt x="42509" y="15772"/>
                  <a:pt x="42348" y="15822"/>
                </a:cubicBezTo>
                <a:cubicBezTo>
                  <a:pt x="42170" y="15882"/>
                  <a:pt x="41984" y="15924"/>
                  <a:pt x="41798" y="15966"/>
                </a:cubicBezTo>
                <a:cubicBezTo>
                  <a:pt x="41908" y="15992"/>
                  <a:pt x="41240" y="16169"/>
                  <a:pt x="41138" y="16237"/>
                </a:cubicBezTo>
                <a:cubicBezTo>
                  <a:pt x="41028" y="16271"/>
                  <a:pt x="40910" y="16305"/>
                  <a:pt x="40791" y="16330"/>
                </a:cubicBezTo>
                <a:lnTo>
                  <a:pt x="41248" y="16135"/>
                </a:lnTo>
                <a:cubicBezTo>
                  <a:pt x="41409" y="16068"/>
                  <a:pt x="41578" y="16009"/>
                  <a:pt x="41756" y="15941"/>
                </a:cubicBezTo>
                <a:cubicBezTo>
                  <a:pt x="41899" y="15901"/>
                  <a:pt x="42148" y="15839"/>
                  <a:pt x="42105" y="15839"/>
                </a:cubicBezTo>
                <a:cubicBezTo>
                  <a:pt x="42103" y="15839"/>
                  <a:pt x="42099" y="15839"/>
                  <a:pt x="42094" y="15839"/>
                </a:cubicBezTo>
                <a:lnTo>
                  <a:pt x="42094" y="15814"/>
                </a:lnTo>
                <a:cubicBezTo>
                  <a:pt x="42813" y="15569"/>
                  <a:pt x="43549" y="15366"/>
                  <a:pt x="43930" y="15281"/>
                </a:cubicBezTo>
                <a:lnTo>
                  <a:pt x="43930" y="15281"/>
                </a:lnTo>
                <a:lnTo>
                  <a:pt x="43752" y="15340"/>
                </a:lnTo>
                <a:cubicBezTo>
                  <a:pt x="44302" y="15163"/>
                  <a:pt x="44886" y="15163"/>
                  <a:pt x="45461" y="15036"/>
                </a:cubicBezTo>
                <a:lnTo>
                  <a:pt x="45461" y="15036"/>
                </a:lnTo>
                <a:cubicBezTo>
                  <a:pt x="45442" y="15048"/>
                  <a:pt x="45406" y="15056"/>
                  <a:pt x="45430" y="15056"/>
                </a:cubicBezTo>
                <a:cubicBezTo>
                  <a:pt x="45440" y="15056"/>
                  <a:pt x="45457" y="15055"/>
                  <a:pt x="45486" y="15053"/>
                </a:cubicBezTo>
                <a:cubicBezTo>
                  <a:pt x="45842" y="15019"/>
                  <a:pt x="46095" y="14976"/>
                  <a:pt x="46332" y="14951"/>
                </a:cubicBezTo>
                <a:cubicBezTo>
                  <a:pt x="46481" y="14931"/>
                  <a:pt x="46632" y="14919"/>
                  <a:pt x="46785" y="14919"/>
                </a:cubicBezTo>
                <a:close/>
                <a:moveTo>
                  <a:pt x="47686" y="15308"/>
                </a:moveTo>
                <a:cubicBezTo>
                  <a:pt x="47824" y="15764"/>
                  <a:pt x="47943" y="16226"/>
                  <a:pt x="48041" y="16694"/>
                </a:cubicBezTo>
                <a:lnTo>
                  <a:pt x="48041" y="16575"/>
                </a:lnTo>
                <a:cubicBezTo>
                  <a:pt x="48100" y="16838"/>
                  <a:pt x="48168" y="17041"/>
                  <a:pt x="48159" y="17184"/>
                </a:cubicBezTo>
                <a:cubicBezTo>
                  <a:pt x="48134" y="17125"/>
                  <a:pt x="48109" y="17058"/>
                  <a:pt x="48083" y="16990"/>
                </a:cubicBezTo>
                <a:cubicBezTo>
                  <a:pt x="48050" y="16871"/>
                  <a:pt x="47982" y="16702"/>
                  <a:pt x="47914" y="16525"/>
                </a:cubicBezTo>
                <a:cubicBezTo>
                  <a:pt x="47787" y="16169"/>
                  <a:pt x="47601" y="15772"/>
                  <a:pt x="47533" y="15577"/>
                </a:cubicBezTo>
                <a:cubicBezTo>
                  <a:pt x="47502" y="15490"/>
                  <a:pt x="47473" y="15402"/>
                  <a:pt x="47443" y="15315"/>
                </a:cubicBezTo>
                <a:lnTo>
                  <a:pt x="47443" y="15315"/>
                </a:lnTo>
                <a:cubicBezTo>
                  <a:pt x="47451" y="15315"/>
                  <a:pt x="47459" y="15314"/>
                  <a:pt x="47467" y="15314"/>
                </a:cubicBezTo>
                <a:lnTo>
                  <a:pt x="47467" y="15314"/>
                </a:lnTo>
                <a:cubicBezTo>
                  <a:pt x="47583" y="15643"/>
                  <a:pt x="47633" y="15786"/>
                  <a:pt x="47651" y="15786"/>
                </a:cubicBezTo>
                <a:cubicBezTo>
                  <a:pt x="47656" y="15786"/>
                  <a:pt x="47659" y="15775"/>
                  <a:pt x="47660" y="15755"/>
                </a:cubicBezTo>
                <a:cubicBezTo>
                  <a:pt x="47660" y="15696"/>
                  <a:pt x="47660" y="15628"/>
                  <a:pt x="47643" y="15569"/>
                </a:cubicBezTo>
                <a:cubicBezTo>
                  <a:pt x="47636" y="15504"/>
                  <a:pt x="47617" y="15410"/>
                  <a:pt x="47596" y="15311"/>
                </a:cubicBezTo>
                <a:lnTo>
                  <a:pt x="47596" y="15311"/>
                </a:lnTo>
                <a:cubicBezTo>
                  <a:pt x="47627" y="15310"/>
                  <a:pt x="47657" y="15309"/>
                  <a:pt x="47686" y="15308"/>
                </a:cubicBezTo>
                <a:close/>
                <a:moveTo>
                  <a:pt x="48050" y="17574"/>
                </a:moveTo>
                <a:cubicBezTo>
                  <a:pt x="48054" y="17595"/>
                  <a:pt x="48056" y="17616"/>
                  <a:pt x="48058" y="17637"/>
                </a:cubicBezTo>
                <a:lnTo>
                  <a:pt x="48058" y="17637"/>
                </a:lnTo>
                <a:lnTo>
                  <a:pt x="48050" y="17574"/>
                </a:lnTo>
                <a:close/>
                <a:moveTo>
                  <a:pt x="47956" y="17289"/>
                </a:moveTo>
                <a:lnTo>
                  <a:pt x="47999" y="17489"/>
                </a:lnTo>
                <a:lnTo>
                  <a:pt x="48041" y="17726"/>
                </a:lnTo>
                <a:cubicBezTo>
                  <a:pt x="48024" y="17692"/>
                  <a:pt x="48016" y="17709"/>
                  <a:pt x="47999" y="17667"/>
                </a:cubicBezTo>
                <a:cubicBezTo>
                  <a:pt x="47965" y="17548"/>
                  <a:pt x="47948" y="17430"/>
                  <a:pt x="47931" y="17311"/>
                </a:cubicBezTo>
                <a:lnTo>
                  <a:pt x="47940" y="17311"/>
                </a:lnTo>
                <a:cubicBezTo>
                  <a:pt x="47944" y="17321"/>
                  <a:pt x="47948" y="17325"/>
                  <a:pt x="47951" y="17325"/>
                </a:cubicBezTo>
                <a:cubicBezTo>
                  <a:pt x="47957" y="17325"/>
                  <a:pt x="47959" y="17311"/>
                  <a:pt x="47956" y="17289"/>
                </a:cubicBezTo>
                <a:close/>
                <a:moveTo>
                  <a:pt x="36181" y="19170"/>
                </a:moveTo>
                <a:lnTo>
                  <a:pt x="36181" y="19170"/>
                </a:lnTo>
                <a:cubicBezTo>
                  <a:pt x="36166" y="19188"/>
                  <a:pt x="36152" y="19205"/>
                  <a:pt x="36139" y="19223"/>
                </a:cubicBezTo>
                <a:cubicBezTo>
                  <a:pt x="36153" y="19205"/>
                  <a:pt x="36167" y="19187"/>
                  <a:pt x="36181" y="19170"/>
                </a:cubicBezTo>
                <a:close/>
                <a:moveTo>
                  <a:pt x="35961" y="20162"/>
                </a:moveTo>
                <a:cubicBezTo>
                  <a:pt x="35956" y="20171"/>
                  <a:pt x="35953" y="20178"/>
                  <a:pt x="35950" y="20184"/>
                </a:cubicBezTo>
                <a:lnTo>
                  <a:pt x="35950" y="20184"/>
                </a:lnTo>
                <a:cubicBezTo>
                  <a:pt x="35953" y="20177"/>
                  <a:pt x="35957" y="20170"/>
                  <a:pt x="35961" y="20162"/>
                </a:cubicBezTo>
                <a:close/>
                <a:moveTo>
                  <a:pt x="35852" y="20482"/>
                </a:moveTo>
                <a:lnTo>
                  <a:pt x="35852" y="20482"/>
                </a:lnTo>
                <a:cubicBezTo>
                  <a:pt x="35852" y="20482"/>
                  <a:pt x="35852" y="20483"/>
                  <a:pt x="35851" y="20484"/>
                </a:cubicBezTo>
                <a:cubicBezTo>
                  <a:pt x="35852" y="20483"/>
                  <a:pt x="35852" y="20482"/>
                  <a:pt x="35852" y="20482"/>
                </a:cubicBezTo>
                <a:close/>
                <a:moveTo>
                  <a:pt x="34386" y="23867"/>
                </a:moveTo>
                <a:lnTo>
                  <a:pt x="34386" y="23867"/>
                </a:lnTo>
                <a:cubicBezTo>
                  <a:pt x="34384" y="23884"/>
                  <a:pt x="34382" y="23901"/>
                  <a:pt x="34379" y="23918"/>
                </a:cubicBezTo>
                <a:cubicBezTo>
                  <a:pt x="34382" y="23905"/>
                  <a:pt x="34384" y="23887"/>
                  <a:pt x="34386" y="23867"/>
                </a:cubicBezTo>
                <a:close/>
                <a:moveTo>
                  <a:pt x="47899" y="17718"/>
                </a:moveTo>
                <a:cubicBezTo>
                  <a:pt x="47925" y="17718"/>
                  <a:pt x="47935" y="18108"/>
                  <a:pt x="47973" y="18267"/>
                </a:cubicBezTo>
                <a:cubicBezTo>
                  <a:pt x="47982" y="18140"/>
                  <a:pt x="47982" y="18013"/>
                  <a:pt x="47982" y="17887"/>
                </a:cubicBezTo>
                <a:cubicBezTo>
                  <a:pt x="47999" y="17980"/>
                  <a:pt x="48033" y="18098"/>
                  <a:pt x="48050" y="18208"/>
                </a:cubicBezTo>
                <a:cubicBezTo>
                  <a:pt x="48066" y="18309"/>
                  <a:pt x="48075" y="18386"/>
                  <a:pt x="48041" y="18386"/>
                </a:cubicBezTo>
                <a:cubicBezTo>
                  <a:pt x="48054" y="18390"/>
                  <a:pt x="48081" y="18465"/>
                  <a:pt x="48093" y="18465"/>
                </a:cubicBezTo>
                <a:cubicBezTo>
                  <a:pt x="48104" y="18465"/>
                  <a:pt x="48103" y="18401"/>
                  <a:pt x="48066" y="18157"/>
                </a:cubicBezTo>
                <a:lnTo>
                  <a:pt x="48066" y="18157"/>
                </a:lnTo>
                <a:lnTo>
                  <a:pt x="48151" y="18529"/>
                </a:lnTo>
                <a:cubicBezTo>
                  <a:pt x="48159" y="18504"/>
                  <a:pt x="48159" y="18479"/>
                  <a:pt x="48159" y="18445"/>
                </a:cubicBezTo>
                <a:cubicBezTo>
                  <a:pt x="48176" y="18555"/>
                  <a:pt x="48185" y="18673"/>
                  <a:pt x="48202" y="18792"/>
                </a:cubicBezTo>
                <a:cubicBezTo>
                  <a:pt x="48193" y="18935"/>
                  <a:pt x="48210" y="19198"/>
                  <a:pt x="48176" y="19426"/>
                </a:cubicBezTo>
                <a:cubicBezTo>
                  <a:pt x="48176" y="19427"/>
                  <a:pt x="48175" y="19427"/>
                  <a:pt x="48175" y="19427"/>
                </a:cubicBezTo>
                <a:cubicBezTo>
                  <a:pt x="48158" y="19427"/>
                  <a:pt x="48142" y="19202"/>
                  <a:pt x="48126" y="19071"/>
                </a:cubicBezTo>
                <a:lnTo>
                  <a:pt x="48126" y="19071"/>
                </a:lnTo>
                <a:cubicBezTo>
                  <a:pt x="48126" y="19240"/>
                  <a:pt x="48134" y="19401"/>
                  <a:pt x="48134" y="19545"/>
                </a:cubicBezTo>
                <a:cubicBezTo>
                  <a:pt x="48134" y="19697"/>
                  <a:pt x="48143" y="19824"/>
                  <a:pt x="48151" y="19917"/>
                </a:cubicBezTo>
                <a:cubicBezTo>
                  <a:pt x="48156" y="19613"/>
                  <a:pt x="48166" y="19570"/>
                  <a:pt x="48183" y="19570"/>
                </a:cubicBezTo>
                <a:cubicBezTo>
                  <a:pt x="48189" y="19570"/>
                  <a:pt x="48197" y="19577"/>
                  <a:pt x="48206" y="19577"/>
                </a:cubicBezTo>
                <a:cubicBezTo>
                  <a:pt x="48215" y="19577"/>
                  <a:pt x="48225" y="19570"/>
                  <a:pt x="48236" y="19545"/>
                </a:cubicBezTo>
                <a:cubicBezTo>
                  <a:pt x="48244" y="19714"/>
                  <a:pt x="48261" y="19934"/>
                  <a:pt x="48253" y="20137"/>
                </a:cubicBezTo>
                <a:cubicBezTo>
                  <a:pt x="48244" y="20340"/>
                  <a:pt x="48236" y="20526"/>
                  <a:pt x="48236" y="20627"/>
                </a:cubicBezTo>
                <a:cubicBezTo>
                  <a:pt x="48219" y="20822"/>
                  <a:pt x="48193" y="21000"/>
                  <a:pt x="48143" y="21186"/>
                </a:cubicBezTo>
                <a:cubicBezTo>
                  <a:pt x="48126" y="21239"/>
                  <a:pt x="48112" y="21270"/>
                  <a:pt x="48100" y="21270"/>
                </a:cubicBezTo>
                <a:cubicBezTo>
                  <a:pt x="48088" y="21270"/>
                  <a:pt x="48079" y="21235"/>
                  <a:pt x="48075" y="21152"/>
                </a:cubicBezTo>
                <a:lnTo>
                  <a:pt x="48075" y="21152"/>
                </a:lnTo>
                <a:cubicBezTo>
                  <a:pt x="48083" y="21448"/>
                  <a:pt x="48007" y="21752"/>
                  <a:pt x="48007" y="22074"/>
                </a:cubicBezTo>
                <a:cubicBezTo>
                  <a:pt x="48024" y="21778"/>
                  <a:pt x="48075" y="21769"/>
                  <a:pt x="48083" y="21761"/>
                </a:cubicBezTo>
                <a:cubicBezTo>
                  <a:pt x="48100" y="21752"/>
                  <a:pt x="48117" y="21736"/>
                  <a:pt x="48134" y="21676"/>
                </a:cubicBezTo>
                <a:cubicBezTo>
                  <a:pt x="48151" y="21566"/>
                  <a:pt x="48159" y="21448"/>
                  <a:pt x="48159" y="21329"/>
                </a:cubicBezTo>
                <a:cubicBezTo>
                  <a:pt x="48169" y="21305"/>
                  <a:pt x="48177" y="21294"/>
                  <a:pt x="48183" y="21294"/>
                </a:cubicBezTo>
                <a:cubicBezTo>
                  <a:pt x="48203" y="21294"/>
                  <a:pt x="48203" y="21431"/>
                  <a:pt x="48176" y="21609"/>
                </a:cubicBezTo>
                <a:cubicBezTo>
                  <a:pt x="48134" y="21854"/>
                  <a:pt x="48083" y="22099"/>
                  <a:pt x="48024" y="22336"/>
                </a:cubicBezTo>
                <a:cubicBezTo>
                  <a:pt x="48035" y="22254"/>
                  <a:pt x="48031" y="22234"/>
                  <a:pt x="48021" y="22234"/>
                </a:cubicBezTo>
                <a:cubicBezTo>
                  <a:pt x="48012" y="22234"/>
                  <a:pt x="47998" y="22254"/>
                  <a:pt x="47989" y="22254"/>
                </a:cubicBezTo>
                <a:cubicBezTo>
                  <a:pt x="47986" y="22254"/>
                  <a:pt x="47983" y="22251"/>
                  <a:pt x="47982" y="22243"/>
                </a:cubicBezTo>
                <a:cubicBezTo>
                  <a:pt x="47943" y="22484"/>
                  <a:pt x="47940" y="22579"/>
                  <a:pt x="47956" y="22579"/>
                </a:cubicBezTo>
                <a:cubicBezTo>
                  <a:pt x="47979" y="22579"/>
                  <a:pt x="48041" y="22395"/>
                  <a:pt x="48100" y="22159"/>
                </a:cubicBezTo>
                <a:lnTo>
                  <a:pt x="48100" y="22159"/>
                </a:lnTo>
                <a:lnTo>
                  <a:pt x="48007" y="22835"/>
                </a:lnTo>
                <a:lnTo>
                  <a:pt x="48024" y="22768"/>
                </a:lnTo>
                <a:lnTo>
                  <a:pt x="48024" y="22768"/>
                </a:lnTo>
                <a:cubicBezTo>
                  <a:pt x="47973" y="22996"/>
                  <a:pt x="47923" y="23216"/>
                  <a:pt x="47872" y="23436"/>
                </a:cubicBezTo>
                <a:cubicBezTo>
                  <a:pt x="47838" y="23463"/>
                  <a:pt x="47811" y="23481"/>
                  <a:pt x="47794" y="23481"/>
                </a:cubicBezTo>
                <a:cubicBezTo>
                  <a:pt x="47770" y="23481"/>
                  <a:pt x="47769" y="23441"/>
                  <a:pt x="47804" y="23334"/>
                </a:cubicBezTo>
                <a:lnTo>
                  <a:pt x="47804" y="23334"/>
                </a:lnTo>
                <a:cubicBezTo>
                  <a:pt x="47762" y="23444"/>
                  <a:pt x="47711" y="23554"/>
                  <a:pt x="47660" y="23664"/>
                </a:cubicBezTo>
                <a:cubicBezTo>
                  <a:pt x="47686" y="23580"/>
                  <a:pt x="47711" y="23495"/>
                  <a:pt x="47737" y="23402"/>
                </a:cubicBezTo>
                <a:lnTo>
                  <a:pt x="47796" y="23131"/>
                </a:lnTo>
                <a:lnTo>
                  <a:pt x="47796" y="23131"/>
                </a:lnTo>
                <a:cubicBezTo>
                  <a:pt x="47745" y="23267"/>
                  <a:pt x="47694" y="23402"/>
                  <a:pt x="47660" y="23537"/>
                </a:cubicBezTo>
                <a:cubicBezTo>
                  <a:pt x="47618" y="23690"/>
                  <a:pt x="47576" y="23859"/>
                  <a:pt x="47533" y="23986"/>
                </a:cubicBezTo>
                <a:cubicBezTo>
                  <a:pt x="47517" y="24023"/>
                  <a:pt x="47507" y="24040"/>
                  <a:pt x="47503" y="24040"/>
                </a:cubicBezTo>
                <a:cubicBezTo>
                  <a:pt x="47474" y="24040"/>
                  <a:pt x="47720" y="23231"/>
                  <a:pt x="47720" y="22920"/>
                </a:cubicBezTo>
                <a:cubicBezTo>
                  <a:pt x="47745" y="22768"/>
                  <a:pt x="47787" y="22522"/>
                  <a:pt x="47838" y="22336"/>
                </a:cubicBezTo>
                <a:cubicBezTo>
                  <a:pt x="47881" y="22194"/>
                  <a:pt x="47916" y="22083"/>
                  <a:pt x="47931" y="22057"/>
                </a:cubicBezTo>
                <a:lnTo>
                  <a:pt x="47931" y="22057"/>
                </a:lnTo>
                <a:cubicBezTo>
                  <a:pt x="47933" y="22061"/>
                  <a:pt x="47936" y="22064"/>
                  <a:pt x="47940" y="22065"/>
                </a:cubicBezTo>
                <a:cubicBezTo>
                  <a:pt x="47940" y="22056"/>
                  <a:pt x="47938" y="22051"/>
                  <a:pt x="47936" y="22051"/>
                </a:cubicBezTo>
                <a:cubicBezTo>
                  <a:pt x="47935" y="22051"/>
                  <a:pt x="47933" y="22053"/>
                  <a:pt x="47931" y="22057"/>
                </a:cubicBezTo>
                <a:lnTo>
                  <a:pt x="47931" y="22057"/>
                </a:lnTo>
                <a:cubicBezTo>
                  <a:pt x="47901" y="22009"/>
                  <a:pt x="47926" y="21772"/>
                  <a:pt x="47965" y="21499"/>
                </a:cubicBezTo>
                <a:cubicBezTo>
                  <a:pt x="47973" y="21355"/>
                  <a:pt x="47990" y="21194"/>
                  <a:pt x="47999" y="21042"/>
                </a:cubicBezTo>
                <a:cubicBezTo>
                  <a:pt x="48016" y="20923"/>
                  <a:pt x="48016" y="20797"/>
                  <a:pt x="48007" y="20670"/>
                </a:cubicBezTo>
                <a:cubicBezTo>
                  <a:pt x="48016" y="20441"/>
                  <a:pt x="48033" y="20289"/>
                  <a:pt x="48050" y="20179"/>
                </a:cubicBezTo>
                <a:cubicBezTo>
                  <a:pt x="48058" y="20069"/>
                  <a:pt x="48066" y="20001"/>
                  <a:pt x="48083" y="19925"/>
                </a:cubicBezTo>
                <a:cubicBezTo>
                  <a:pt x="48092" y="19849"/>
                  <a:pt x="48100" y="19773"/>
                  <a:pt x="48109" y="19697"/>
                </a:cubicBezTo>
                <a:cubicBezTo>
                  <a:pt x="48117" y="19545"/>
                  <a:pt x="48109" y="19401"/>
                  <a:pt x="48092" y="19257"/>
                </a:cubicBezTo>
                <a:cubicBezTo>
                  <a:pt x="48083" y="19358"/>
                  <a:pt x="48075" y="19452"/>
                  <a:pt x="48058" y="19553"/>
                </a:cubicBezTo>
                <a:cubicBezTo>
                  <a:pt x="48050" y="19375"/>
                  <a:pt x="48033" y="19215"/>
                  <a:pt x="48024" y="19079"/>
                </a:cubicBezTo>
                <a:cubicBezTo>
                  <a:pt x="48016" y="18935"/>
                  <a:pt x="48007" y="18809"/>
                  <a:pt x="47990" y="18673"/>
                </a:cubicBezTo>
                <a:cubicBezTo>
                  <a:pt x="47973" y="18538"/>
                  <a:pt x="47965" y="18394"/>
                  <a:pt x="47948" y="18250"/>
                </a:cubicBezTo>
                <a:cubicBezTo>
                  <a:pt x="47931" y="18098"/>
                  <a:pt x="47906" y="17929"/>
                  <a:pt x="47889" y="17734"/>
                </a:cubicBezTo>
                <a:cubicBezTo>
                  <a:pt x="47892" y="17723"/>
                  <a:pt x="47896" y="17718"/>
                  <a:pt x="47899" y="17718"/>
                </a:cubicBezTo>
                <a:close/>
                <a:moveTo>
                  <a:pt x="46975" y="24612"/>
                </a:moveTo>
                <a:cubicBezTo>
                  <a:pt x="46960" y="24642"/>
                  <a:pt x="46949" y="24667"/>
                  <a:pt x="46942" y="24688"/>
                </a:cubicBezTo>
                <a:lnTo>
                  <a:pt x="46942" y="24688"/>
                </a:lnTo>
                <a:cubicBezTo>
                  <a:pt x="46952" y="24665"/>
                  <a:pt x="46963" y="24640"/>
                  <a:pt x="46975" y="24612"/>
                </a:cubicBezTo>
                <a:close/>
                <a:moveTo>
                  <a:pt x="33635" y="24933"/>
                </a:moveTo>
                <a:cubicBezTo>
                  <a:pt x="33635" y="24967"/>
                  <a:pt x="33638" y="25000"/>
                  <a:pt x="33645" y="25032"/>
                </a:cubicBezTo>
                <a:lnTo>
                  <a:pt x="33645" y="25032"/>
                </a:lnTo>
                <a:cubicBezTo>
                  <a:pt x="33642" y="25000"/>
                  <a:pt x="33638" y="24967"/>
                  <a:pt x="33635" y="24933"/>
                </a:cubicBezTo>
                <a:close/>
                <a:moveTo>
                  <a:pt x="36562" y="18648"/>
                </a:moveTo>
                <a:lnTo>
                  <a:pt x="36562" y="18648"/>
                </a:lnTo>
                <a:cubicBezTo>
                  <a:pt x="36519" y="18699"/>
                  <a:pt x="36469" y="18766"/>
                  <a:pt x="36435" y="18826"/>
                </a:cubicBezTo>
                <a:cubicBezTo>
                  <a:pt x="36392" y="18885"/>
                  <a:pt x="36350" y="18944"/>
                  <a:pt x="36299" y="19012"/>
                </a:cubicBezTo>
                <a:cubicBezTo>
                  <a:pt x="36267" y="19063"/>
                  <a:pt x="36225" y="19115"/>
                  <a:pt x="36181" y="19170"/>
                </a:cubicBezTo>
                <a:lnTo>
                  <a:pt x="36181" y="19170"/>
                </a:lnTo>
                <a:cubicBezTo>
                  <a:pt x="36254" y="19081"/>
                  <a:pt x="36334" y="18998"/>
                  <a:pt x="36426" y="18927"/>
                </a:cubicBezTo>
                <a:lnTo>
                  <a:pt x="36426" y="18927"/>
                </a:lnTo>
                <a:cubicBezTo>
                  <a:pt x="36240" y="19181"/>
                  <a:pt x="36063" y="19443"/>
                  <a:pt x="35919" y="19722"/>
                </a:cubicBezTo>
                <a:cubicBezTo>
                  <a:pt x="36020" y="19587"/>
                  <a:pt x="36122" y="19443"/>
                  <a:pt x="36206" y="19291"/>
                </a:cubicBezTo>
                <a:cubicBezTo>
                  <a:pt x="36240" y="19223"/>
                  <a:pt x="36291" y="19155"/>
                  <a:pt x="36342" y="19079"/>
                </a:cubicBezTo>
                <a:cubicBezTo>
                  <a:pt x="36418" y="18986"/>
                  <a:pt x="36494" y="18893"/>
                  <a:pt x="36579" y="18817"/>
                </a:cubicBezTo>
                <a:cubicBezTo>
                  <a:pt x="36604" y="18851"/>
                  <a:pt x="36595" y="18902"/>
                  <a:pt x="36579" y="18935"/>
                </a:cubicBezTo>
                <a:cubicBezTo>
                  <a:pt x="36486" y="19088"/>
                  <a:pt x="36384" y="19232"/>
                  <a:pt x="36282" y="19375"/>
                </a:cubicBezTo>
                <a:cubicBezTo>
                  <a:pt x="36167" y="19510"/>
                  <a:pt x="36127" y="19550"/>
                  <a:pt x="36117" y="19550"/>
                </a:cubicBezTo>
                <a:cubicBezTo>
                  <a:pt x="36103" y="19550"/>
                  <a:pt x="36153" y="19468"/>
                  <a:pt x="36138" y="19468"/>
                </a:cubicBezTo>
                <a:cubicBezTo>
                  <a:pt x="36132" y="19468"/>
                  <a:pt x="36115" y="19482"/>
                  <a:pt x="36079" y="19519"/>
                </a:cubicBezTo>
                <a:cubicBezTo>
                  <a:pt x="36003" y="19663"/>
                  <a:pt x="35919" y="19790"/>
                  <a:pt x="35809" y="19908"/>
                </a:cubicBezTo>
                <a:cubicBezTo>
                  <a:pt x="35699" y="20027"/>
                  <a:pt x="35614" y="20162"/>
                  <a:pt x="35563" y="20323"/>
                </a:cubicBezTo>
                <a:cubicBezTo>
                  <a:pt x="35496" y="20441"/>
                  <a:pt x="35428" y="20551"/>
                  <a:pt x="35352" y="20653"/>
                </a:cubicBezTo>
                <a:cubicBezTo>
                  <a:pt x="35310" y="20687"/>
                  <a:pt x="35293" y="20678"/>
                  <a:pt x="35242" y="20746"/>
                </a:cubicBezTo>
                <a:cubicBezTo>
                  <a:pt x="35315" y="20604"/>
                  <a:pt x="35327" y="20567"/>
                  <a:pt x="35317" y="20567"/>
                </a:cubicBezTo>
                <a:cubicBezTo>
                  <a:pt x="35311" y="20567"/>
                  <a:pt x="35297" y="20581"/>
                  <a:pt x="35284" y="20594"/>
                </a:cubicBezTo>
                <a:cubicBezTo>
                  <a:pt x="35275" y="20600"/>
                  <a:pt x="35266" y="20606"/>
                  <a:pt x="35259" y="20606"/>
                </a:cubicBezTo>
                <a:cubicBezTo>
                  <a:pt x="35242" y="20606"/>
                  <a:pt x="35251" y="20559"/>
                  <a:pt x="35369" y="20348"/>
                </a:cubicBezTo>
                <a:lnTo>
                  <a:pt x="35369" y="20348"/>
                </a:lnTo>
                <a:cubicBezTo>
                  <a:pt x="35073" y="20797"/>
                  <a:pt x="35234" y="20720"/>
                  <a:pt x="35022" y="21110"/>
                </a:cubicBezTo>
                <a:lnTo>
                  <a:pt x="34929" y="21152"/>
                </a:lnTo>
                <a:cubicBezTo>
                  <a:pt x="34802" y="21406"/>
                  <a:pt x="34692" y="21676"/>
                  <a:pt x="34599" y="21955"/>
                </a:cubicBezTo>
                <a:cubicBezTo>
                  <a:pt x="34489" y="22268"/>
                  <a:pt x="34413" y="22598"/>
                  <a:pt x="34379" y="22928"/>
                </a:cubicBezTo>
                <a:cubicBezTo>
                  <a:pt x="34410" y="22819"/>
                  <a:pt x="34425" y="22778"/>
                  <a:pt x="34431" y="22778"/>
                </a:cubicBezTo>
                <a:cubicBezTo>
                  <a:pt x="34451" y="22778"/>
                  <a:pt x="34392" y="23144"/>
                  <a:pt x="34423" y="23144"/>
                </a:cubicBezTo>
                <a:cubicBezTo>
                  <a:pt x="34425" y="23144"/>
                  <a:pt x="34427" y="23143"/>
                  <a:pt x="34430" y="23140"/>
                </a:cubicBezTo>
                <a:cubicBezTo>
                  <a:pt x="34405" y="23089"/>
                  <a:pt x="34430" y="22911"/>
                  <a:pt x="34472" y="22742"/>
                </a:cubicBezTo>
                <a:cubicBezTo>
                  <a:pt x="34489" y="22641"/>
                  <a:pt x="34523" y="22531"/>
                  <a:pt x="34574" y="22438"/>
                </a:cubicBezTo>
                <a:lnTo>
                  <a:pt x="34574" y="22438"/>
                </a:lnTo>
                <a:cubicBezTo>
                  <a:pt x="34540" y="22624"/>
                  <a:pt x="34481" y="22945"/>
                  <a:pt x="34447" y="23241"/>
                </a:cubicBezTo>
                <a:cubicBezTo>
                  <a:pt x="34411" y="23502"/>
                  <a:pt x="34399" y="23744"/>
                  <a:pt x="34386" y="23867"/>
                </a:cubicBezTo>
                <a:lnTo>
                  <a:pt x="34386" y="23867"/>
                </a:lnTo>
                <a:cubicBezTo>
                  <a:pt x="34399" y="23767"/>
                  <a:pt x="34407" y="23672"/>
                  <a:pt x="34421" y="23571"/>
                </a:cubicBezTo>
                <a:cubicBezTo>
                  <a:pt x="34438" y="23453"/>
                  <a:pt x="34455" y="23334"/>
                  <a:pt x="34481" y="23224"/>
                </a:cubicBezTo>
                <a:lnTo>
                  <a:pt x="34481" y="23224"/>
                </a:lnTo>
                <a:cubicBezTo>
                  <a:pt x="34481" y="23351"/>
                  <a:pt x="34472" y="23630"/>
                  <a:pt x="34481" y="23876"/>
                </a:cubicBezTo>
                <a:cubicBezTo>
                  <a:pt x="34489" y="24036"/>
                  <a:pt x="34506" y="24197"/>
                  <a:pt x="34531" y="24358"/>
                </a:cubicBezTo>
                <a:cubicBezTo>
                  <a:pt x="34514" y="24629"/>
                  <a:pt x="34565" y="25026"/>
                  <a:pt x="34565" y="25170"/>
                </a:cubicBezTo>
                <a:cubicBezTo>
                  <a:pt x="34514" y="25009"/>
                  <a:pt x="34481" y="24849"/>
                  <a:pt x="34447" y="24679"/>
                </a:cubicBezTo>
                <a:lnTo>
                  <a:pt x="34472" y="24493"/>
                </a:lnTo>
                <a:cubicBezTo>
                  <a:pt x="34447" y="24400"/>
                  <a:pt x="34430" y="24307"/>
                  <a:pt x="34405" y="24206"/>
                </a:cubicBezTo>
                <a:cubicBezTo>
                  <a:pt x="34396" y="24375"/>
                  <a:pt x="34396" y="24629"/>
                  <a:pt x="34405" y="24866"/>
                </a:cubicBezTo>
                <a:cubicBezTo>
                  <a:pt x="34413" y="24975"/>
                  <a:pt x="34430" y="25085"/>
                  <a:pt x="34430" y="25179"/>
                </a:cubicBezTo>
                <a:lnTo>
                  <a:pt x="34430" y="25390"/>
                </a:lnTo>
                <a:cubicBezTo>
                  <a:pt x="34388" y="25204"/>
                  <a:pt x="34345" y="24984"/>
                  <a:pt x="34320" y="24739"/>
                </a:cubicBezTo>
                <a:cubicBezTo>
                  <a:pt x="34295" y="24493"/>
                  <a:pt x="34269" y="24223"/>
                  <a:pt x="34269" y="23935"/>
                </a:cubicBezTo>
                <a:cubicBezTo>
                  <a:pt x="34269" y="23614"/>
                  <a:pt x="34278" y="23301"/>
                  <a:pt x="34311" y="22988"/>
                </a:cubicBezTo>
                <a:cubicBezTo>
                  <a:pt x="34354" y="22641"/>
                  <a:pt x="34405" y="22285"/>
                  <a:pt x="34489" y="21939"/>
                </a:cubicBezTo>
                <a:lnTo>
                  <a:pt x="34489" y="21939"/>
                </a:lnTo>
                <a:cubicBezTo>
                  <a:pt x="34489" y="21972"/>
                  <a:pt x="34481" y="22006"/>
                  <a:pt x="34472" y="22040"/>
                </a:cubicBezTo>
                <a:cubicBezTo>
                  <a:pt x="34582" y="21676"/>
                  <a:pt x="34667" y="21482"/>
                  <a:pt x="34743" y="21304"/>
                </a:cubicBezTo>
                <a:cubicBezTo>
                  <a:pt x="34811" y="21135"/>
                  <a:pt x="34870" y="20974"/>
                  <a:pt x="34997" y="20703"/>
                </a:cubicBezTo>
                <a:lnTo>
                  <a:pt x="34997" y="20703"/>
                </a:lnTo>
                <a:lnTo>
                  <a:pt x="34946" y="20881"/>
                </a:lnTo>
                <a:cubicBezTo>
                  <a:pt x="35031" y="20805"/>
                  <a:pt x="35200" y="20348"/>
                  <a:pt x="35470" y="19934"/>
                </a:cubicBezTo>
                <a:cubicBezTo>
                  <a:pt x="35513" y="19841"/>
                  <a:pt x="35563" y="19748"/>
                  <a:pt x="35614" y="19663"/>
                </a:cubicBezTo>
                <a:cubicBezTo>
                  <a:pt x="35682" y="19561"/>
                  <a:pt x="35750" y="19468"/>
                  <a:pt x="35826" y="19384"/>
                </a:cubicBezTo>
                <a:lnTo>
                  <a:pt x="35826" y="19384"/>
                </a:lnTo>
                <a:cubicBezTo>
                  <a:pt x="35826" y="19409"/>
                  <a:pt x="35817" y="19443"/>
                  <a:pt x="35809" y="19468"/>
                </a:cubicBezTo>
                <a:cubicBezTo>
                  <a:pt x="35885" y="19418"/>
                  <a:pt x="36173" y="19029"/>
                  <a:pt x="36562" y="18648"/>
                </a:cubicBezTo>
                <a:close/>
                <a:moveTo>
                  <a:pt x="34279" y="27014"/>
                </a:moveTo>
                <a:lnTo>
                  <a:pt x="34279" y="27014"/>
                </a:lnTo>
                <a:cubicBezTo>
                  <a:pt x="34309" y="27069"/>
                  <a:pt x="34343" y="27124"/>
                  <a:pt x="34381" y="27183"/>
                </a:cubicBezTo>
                <a:lnTo>
                  <a:pt x="34381" y="27183"/>
                </a:lnTo>
                <a:cubicBezTo>
                  <a:pt x="34350" y="27131"/>
                  <a:pt x="34316" y="27074"/>
                  <a:pt x="34279" y="27014"/>
                </a:cubicBezTo>
                <a:close/>
                <a:moveTo>
                  <a:pt x="34381" y="27183"/>
                </a:moveTo>
                <a:cubicBezTo>
                  <a:pt x="34404" y="27220"/>
                  <a:pt x="34425" y="27254"/>
                  <a:pt x="34447" y="27285"/>
                </a:cubicBezTo>
                <a:cubicBezTo>
                  <a:pt x="34424" y="27250"/>
                  <a:pt x="34402" y="27216"/>
                  <a:pt x="34381" y="27183"/>
                </a:cubicBezTo>
                <a:close/>
                <a:moveTo>
                  <a:pt x="45470" y="27450"/>
                </a:moveTo>
                <a:cubicBezTo>
                  <a:pt x="45459" y="27463"/>
                  <a:pt x="45447" y="27475"/>
                  <a:pt x="45436" y="27488"/>
                </a:cubicBezTo>
                <a:cubicBezTo>
                  <a:pt x="45448" y="27475"/>
                  <a:pt x="45460" y="27463"/>
                  <a:pt x="45470" y="27450"/>
                </a:cubicBezTo>
                <a:close/>
                <a:moveTo>
                  <a:pt x="46974" y="15323"/>
                </a:moveTo>
                <a:cubicBezTo>
                  <a:pt x="47011" y="15437"/>
                  <a:pt x="47043" y="15552"/>
                  <a:pt x="47068" y="15670"/>
                </a:cubicBezTo>
                <a:cubicBezTo>
                  <a:pt x="47085" y="15670"/>
                  <a:pt x="47068" y="15586"/>
                  <a:pt x="47026" y="15408"/>
                </a:cubicBezTo>
                <a:lnTo>
                  <a:pt x="47026" y="15408"/>
                </a:lnTo>
                <a:cubicBezTo>
                  <a:pt x="47153" y="15729"/>
                  <a:pt x="47271" y="16051"/>
                  <a:pt x="47364" y="16381"/>
                </a:cubicBezTo>
                <a:cubicBezTo>
                  <a:pt x="47407" y="16584"/>
                  <a:pt x="47474" y="16787"/>
                  <a:pt x="47517" y="17007"/>
                </a:cubicBezTo>
                <a:cubicBezTo>
                  <a:pt x="47550" y="17227"/>
                  <a:pt x="47601" y="17455"/>
                  <a:pt x="47627" y="17675"/>
                </a:cubicBezTo>
                <a:cubicBezTo>
                  <a:pt x="47593" y="17641"/>
                  <a:pt x="47517" y="17337"/>
                  <a:pt x="47466" y="17117"/>
                </a:cubicBezTo>
                <a:cubicBezTo>
                  <a:pt x="47449" y="17041"/>
                  <a:pt x="47432" y="16964"/>
                  <a:pt x="47407" y="16897"/>
                </a:cubicBezTo>
                <a:cubicBezTo>
                  <a:pt x="47404" y="16892"/>
                  <a:pt x="47401" y="16890"/>
                  <a:pt x="47400" y="16890"/>
                </a:cubicBezTo>
                <a:cubicBezTo>
                  <a:pt x="47393" y="16890"/>
                  <a:pt x="47401" y="16943"/>
                  <a:pt x="47415" y="17083"/>
                </a:cubicBezTo>
                <a:cubicBezTo>
                  <a:pt x="47457" y="17261"/>
                  <a:pt x="47508" y="17413"/>
                  <a:pt x="47559" y="17607"/>
                </a:cubicBezTo>
                <a:cubicBezTo>
                  <a:pt x="47618" y="17853"/>
                  <a:pt x="47652" y="18098"/>
                  <a:pt x="47669" y="18352"/>
                </a:cubicBezTo>
                <a:cubicBezTo>
                  <a:pt x="47654" y="18301"/>
                  <a:pt x="47645" y="18281"/>
                  <a:pt x="47638" y="18281"/>
                </a:cubicBezTo>
                <a:cubicBezTo>
                  <a:pt x="47613" y="18281"/>
                  <a:pt x="47646" y="18631"/>
                  <a:pt x="47627" y="18631"/>
                </a:cubicBezTo>
                <a:cubicBezTo>
                  <a:pt x="47627" y="18631"/>
                  <a:pt x="47627" y="18631"/>
                  <a:pt x="47627" y="18631"/>
                </a:cubicBezTo>
                <a:lnTo>
                  <a:pt x="47627" y="18631"/>
                </a:lnTo>
                <a:lnTo>
                  <a:pt x="47669" y="18842"/>
                </a:lnTo>
                <a:lnTo>
                  <a:pt x="47703" y="19054"/>
                </a:lnTo>
                <a:lnTo>
                  <a:pt x="47779" y="19494"/>
                </a:lnTo>
                <a:cubicBezTo>
                  <a:pt x="47779" y="19705"/>
                  <a:pt x="47787" y="19934"/>
                  <a:pt x="47779" y="20154"/>
                </a:cubicBezTo>
                <a:cubicBezTo>
                  <a:pt x="47762" y="20374"/>
                  <a:pt x="47762" y="20594"/>
                  <a:pt x="47762" y="20788"/>
                </a:cubicBezTo>
                <a:cubicBezTo>
                  <a:pt x="47762" y="20661"/>
                  <a:pt x="47770" y="20492"/>
                  <a:pt x="47779" y="20281"/>
                </a:cubicBezTo>
                <a:cubicBezTo>
                  <a:pt x="47796" y="20424"/>
                  <a:pt x="47804" y="20568"/>
                  <a:pt x="47796" y="20712"/>
                </a:cubicBezTo>
                <a:cubicBezTo>
                  <a:pt x="47787" y="20856"/>
                  <a:pt x="47770" y="21000"/>
                  <a:pt x="47745" y="21143"/>
                </a:cubicBezTo>
                <a:cubicBezTo>
                  <a:pt x="47711" y="21439"/>
                  <a:pt x="47635" y="21744"/>
                  <a:pt x="47601" y="22116"/>
                </a:cubicBezTo>
                <a:cubicBezTo>
                  <a:pt x="47610" y="21998"/>
                  <a:pt x="47610" y="21888"/>
                  <a:pt x="47618" y="21769"/>
                </a:cubicBezTo>
                <a:lnTo>
                  <a:pt x="47618" y="21769"/>
                </a:lnTo>
                <a:cubicBezTo>
                  <a:pt x="47525" y="22328"/>
                  <a:pt x="47440" y="22768"/>
                  <a:pt x="47356" y="23216"/>
                </a:cubicBezTo>
                <a:lnTo>
                  <a:pt x="47305" y="23191"/>
                </a:lnTo>
                <a:lnTo>
                  <a:pt x="47305" y="23191"/>
                </a:lnTo>
                <a:cubicBezTo>
                  <a:pt x="47314" y="23258"/>
                  <a:pt x="47314" y="23326"/>
                  <a:pt x="47297" y="23385"/>
                </a:cubicBezTo>
                <a:cubicBezTo>
                  <a:pt x="47280" y="23487"/>
                  <a:pt x="47246" y="23622"/>
                  <a:pt x="47212" y="23757"/>
                </a:cubicBezTo>
                <a:cubicBezTo>
                  <a:pt x="47187" y="23825"/>
                  <a:pt x="47178" y="23893"/>
                  <a:pt x="47153" y="23960"/>
                </a:cubicBezTo>
                <a:cubicBezTo>
                  <a:pt x="47127" y="24020"/>
                  <a:pt x="47111" y="24087"/>
                  <a:pt x="47094" y="24146"/>
                </a:cubicBezTo>
                <a:cubicBezTo>
                  <a:pt x="47051" y="24265"/>
                  <a:pt x="47017" y="24358"/>
                  <a:pt x="47001" y="24409"/>
                </a:cubicBezTo>
                <a:cubicBezTo>
                  <a:pt x="47060" y="24248"/>
                  <a:pt x="47119" y="24113"/>
                  <a:pt x="47161" y="23986"/>
                </a:cubicBezTo>
                <a:cubicBezTo>
                  <a:pt x="47195" y="23867"/>
                  <a:pt x="47229" y="23757"/>
                  <a:pt x="47263" y="23664"/>
                </a:cubicBezTo>
                <a:cubicBezTo>
                  <a:pt x="47330" y="23478"/>
                  <a:pt x="47381" y="23334"/>
                  <a:pt x="47424" y="23199"/>
                </a:cubicBezTo>
                <a:cubicBezTo>
                  <a:pt x="47466" y="23055"/>
                  <a:pt x="47517" y="22911"/>
                  <a:pt x="47567" y="22725"/>
                </a:cubicBezTo>
                <a:cubicBezTo>
                  <a:pt x="47584" y="22632"/>
                  <a:pt x="47610" y="22531"/>
                  <a:pt x="47627" y="22404"/>
                </a:cubicBezTo>
                <a:cubicBezTo>
                  <a:pt x="47652" y="22277"/>
                  <a:pt x="47686" y="22133"/>
                  <a:pt x="47694" y="21964"/>
                </a:cubicBezTo>
                <a:lnTo>
                  <a:pt x="47694" y="21964"/>
                </a:lnTo>
                <a:cubicBezTo>
                  <a:pt x="47694" y="22082"/>
                  <a:pt x="47694" y="22209"/>
                  <a:pt x="47677" y="22328"/>
                </a:cubicBezTo>
                <a:cubicBezTo>
                  <a:pt x="47669" y="22446"/>
                  <a:pt x="47660" y="22556"/>
                  <a:pt x="47643" y="22666"/>
                </a:cubicBezTo>
                <a:cubicBezTo>
                  <a:pt x="47618" y="22894"/>
                  <a:pt x="47576" y="23123"/>
                  <a:pt x="47542" y="23402"/>
                </a:cubicBezTo>
                <a:cubicBezTo>
                  <a:pt x="47466" y="23605"/>
                  <a:pt x="47432" y="23681"/>
                  <a:pt x="47407" y="23690"/>
                </a:cubicBezTo>
                <a:cubicBezTo>
                  <a:pt x="47398" y="23783"/>
                  <a:pt x="47398" y="23842"/>
                  <a:pt x="47390" y="23927"/>
                </a:cubicBezTo>
                <a:cubicBezTo>
                  <a:pt x="47381" y="24036"/>
                  <a:pt x="47356" y="24146"/>
                  <a:pt x="47314" y="24256"/>
                </a:cubicBezTo>
                <a:lnTo>
                  <a:pt x="47254" y="24333"/>
                </a:lnTo>
                <a:cubicBezTo>
                  <a:pt x="47204" y="24443"/>
                  <a:pt x="47170" y="24536"/>
                  <a:pt x="47136" y="24620"/>
                </a:cubicBezTo>
                <a:cubicBezTo>
                  <a:pt x="47102" y="24705"/>
                  <a:pt x="47068" y="24772"/>
                  <a:pt x="47043" y="24840"/>
                </a:cubicBezTo>
                <a:cubicBezTo>
                  <a:pt x="47001" y="24967"/>
                  <a:pt x="46967" y="25069"/>
                  <a:pt x="46941" y="25170"/>
                </a:cubicBezTo>
                <a:cubicBezTo>
                  <a:pt x="46907" y="25280"/>
                  <a:pt x="46865" y="25390"/>
                  <a:pt x="46814" y="25491"/>
                </a:cubicBezTo>
                <a:cubicBezTo>
                  <a:pt x="46789" y="25551"/>
                  <a:pt x="46755" y="25618"/>
                  <a:pt x="46713" y="25695"/>
                </a:cubicBezTo>
                <a:cubicBezTo>
                  <a:pt x="46671" y="25788"/>
                  <a:pt x="46620" y="25872"/>
                  <a:pt x="46561" y="25948"/>
                </a:cubicBezTo>
                <a:cubicBezTo>
                  <a:pt x="46551" y="25956"/>
                  <a:pt x="46543" y="25960"/>
                  <a:pt x="46539" y="25960"/>
                </a:cubicBezTo>
                <a:cubicBezTo>
                  <a:pt x="46470" y="25960"/>
                  <a:pt x="46902" y="25203"/>
                  <a:pt x="47060" y="24705"/>
                </a:cubicBezTo>
                <a:lnTo>
                  <a:pt x="47060" y="24705"/>
                </a:lnTo>
                <a:cubicBezTo>
                  <a:pt x="47027" y="24755"/>
                  <a:pt x="47010" y="24776"/>
                  <a:pt x="47004" y="24776"/>
                </a:cubicBezTo>
                <a:cubicBezTo>
                  <a:pt x="46999" y="24776"/>
                  <a:pt x="47001" y="24762"/>
                  <a:pt x="47009" y="24739"/>
                </a:cubicBezTo>
                <a:cubicBezTo>
                  <a:pt x="47026" y="24679"/>
                  <a:pt x="47068" y="24586"/>
                  <a:pt x="47102" y="24476"/>
                </a:cubicBezTo>
                <a:cubicBezTo>
                  <a:pt x="47149" y="24336"/>
                  <a:pt x="47192" y="24199"/>
                  <a:pt x="47171" y="24199"/>
                </a:cubicBezTo>
                <a:cubicBezTo>
                  <a:pt x="47162" y="24199"/>
                  <a:pt x="47141" y="24225"/>
                  <a:pt x="47102" y="24290"/>
                </a:cubicBezTo>
                <a:lnTo>
                  <a:pt x="47043" y="24553"/>
                </a:lnTo>
                <a:cubicBezTo>
                  <a:pt x="46982" y="24682"/>
                  <a:pt x="46946" y="24734"/>
                  <a:pt x="46935" y="24734"/>
                </a:cubicBezTo>
                <a:cubicBezTo>
                  <a:pt x="46929" y="24734"/>
                  <a:pt x="46931" y="24717"/>
                  <a:pt x="46942" y="24688"/>
                </a:cubicBezTo>
                <a:lnTo>
                  <a:pt x="46942" y="24688"/>
                </a:lnTo>
                <a:cubicBezTo>
                  <a:pt x="46835" y="24929"/>
                  <a:pt x="46855" y="24869"/>
                  <a:pt x="46831" y="25001"/>
                </a:cubicBezTo>
                <a:cubicBezTo>
                  <a:pt x="46772" y="25119"/>
                  <a:pt x="46713" y="25238"/>
                  <a:pt x="46645" y="25356"/>
                </a:cubicBezTo>
                <a:cubicBezTo>
                  <a:pt x="46611" y="25407"/>
                  <a:pt x="46578" y="25466"/>
                  <a:pt x="46535" y="25517"/>
                </a:cubicBezTo>
                <a:cubicBezTo>
                  <a:pt x="46515" y="25545"/>
                  <a:pt x="46505" y="25556"/>
                  <a:pt x="46499" y="25556"/>
                </a:cubicBezTo>
                <a:cubicBezTo>
                  <a:pt x="46493" y="25556"/>
                  <a:pt x="46493" y="25543"/>
                  <a:pt x="46493" y="25525"/>
                </a:cubicBezTo>
                <a:cubicBezTo>
                  <a:pt x="46493" y="25511"/>
                  <a:pt x="46490" y="25496"/>
                  <a:pt x="46480" y="25496"/>
                </a:cubicBezTo>
                <a:cubicBezTo>
                  <a:pt x="46472" y="25496"/>
                  <a:pt x="46460" y="25504"/>
                  <a:pt x="46442" y="25525"/>
                </a:cubicBezTo>
                <a:cubicBezTo>
                  <a:pt x="46417" y="25559"/>
                  <a:pt x="46391" y="25601"/>
                  <a:pt x="46341" y="25678"/>
                </a:cubicBezTo>
                <a:cubicBezTo>
                  <a:pt x="46282" y="25754"/>
                  <a:pt x="46205" y="25855"/>
                  <a:pt x="46112" y="25999"/>
                </a:cubicBezTo>
                <a:cubicBezTo>
                  <a:pt x="46176" y="25864"/>
                  <a:pt x="46366" y="25581"/>
                  <a:pt x="46319" y="25581"/>
                </a:cubicBezTo>
                <a:cubicBezTo>
                  <a:pt x="46316" y="25581"/>
                  <a:pt x="46312" y="25582"/>
                  <a:pt x="46307" y="25585"/>
                </a:cubicBezTo>
                <a:lnTo>
                  <a:pt x="46493" y="25263"/>
                </a:lnTo>
                <a:lnTo>
                  <a:pt x="46586" y="25111"/>
                </a:lnTo>
                <a:cubicBezTo>
                  <a:pt x="46620" y="25052"/>
                  <a:pt x="46637" y="25001"/>
                  <a:pt x="46671" y="24942"/>
                </a:cubicBezTo>
                <a:lnTo>
                  <a:pt x="46628" y="24908"/>
                </a:lnTo>
                <a:lnTo>
                  <a:pt x="46552" y="25060"/>
                </a:lnTo>
                <a:lnTo>
                  <a:pt x="46476" y="25204"/>
                </a:lnTo>
                <a:cubicBezTo>
                  <a:pt x="46425" y="25288"/>
                  <a:pt x="46383" y="25382"/>
                  <a:pt x="46341" y="25458"/>
                </a:cubicBezTo>
                <a:cubicBezTo>
                  <a:pt x="46265" y="25627"/>
                  <a:pt x="46180" y="25771"/>
                  <a:pt x="46104" y="25906"/>
                </a:cubicBezTo>
                <a:cubicBezTo>
                  <a:pt x="45977" y="26185"/>
                  <a:pt x="45850" y="26388"/>
                  <a:pt x="45765" y="26591"/>
                </a:cubicBezTo>
                <a:cubicBezTo>
                  <a:pt x="45943" y="26318"/>
                  <a:pt x="45998" y="26251"/>
                  <a:pt x="46015" y="26251"/>
                </a:cubicBezTo>
                <a:cubicBezTo>
                  <a:pt x="46032" y="26251"/>
                  <a:pt x="46013" y="26314"/>
                  <a:pt x="46036" y="26314"/>
                </a:cubicBezTo>
                <a:cubicBezTo>
                  <a:pt x="46050" y="26314"/>
                  <a:pt x="46081" y="26290"/>
                  <a:pt x="46146" y="26211"/>
                </a:cubicBezTo>
                <a:lnTo>
                  <a:pt x="46146" y="26211"/>
                </a:lnTo>
                <a:cubicBezTo>
                  <a:pt x="46087" y="26337"/>
                  <a:pt x="46002" y="26447"/>
                  <a:pt x="45901" y="26540"/>
                </a:cubicBezTo>
                <a:cubicBezTo>
                  <a:pt x="45892" y="26574"/>
                  <a:pt x="45825" y="26676"/>
                  <a:pt x="45765" y="26760"/>
                </a:cubicBezTo>
                <a:cubicBezTo>
                  <a:pt x="45704" y="26845"/>
                  <a:pt x="45657" y="26915"/>
                  <a:pt x="45667" y="26915"/>
                </a:cubicBezTo>
                <a:cubicBezTo>
                  <a:pt x="45668" y="26915"/>
                  <a:pt x="45668" y="26915"/>
                  <a:pt x="45669" y="26914"/>
                </a:cubicBezTo>
                <a:lnTo>
                  <a:pt x="45669" y="26914"/>
                </a:lnTo>
                <a:cubicBezTo>
                  <a:pt x="45552" y="26982"/>
                  <a:pt x="45443" y="27066"/>
                  <a:pt x="45351" y="27158"/>
                </a:cubicBezTo>
                <a:cubicBezTo>
                  <a:pt x="45283" y="27226"/>
                  <a:pt x="45199" y="27293"/>
                  <a:pt x="45114" y="27361"/>
                </a:cubicBezTo>
                <a:lnTo>
                  <a:pt x="44860" y="27573"/>
                </a:lnTo>
                <a:cubicBezTo>
                  <a:pt x="44612" y="27755"/>
                  <a:pt x="44393" y="27902"/>
                  <a:pt x="44333" y="27902"/>
                </a:cubicBezTo>
                <a:cubicBezTo>
                  <a:pt x="44310" y="27902"/>
                  <a:pt x="44311" y="27879"/>
                  <a:pt x="44344" y="27826"/>
                </a:cubicBezTo>
                <a:lnTo>
                  <a:pt x="44344" y="27826"/>
                </a:lnTo>
                <a:cubicBezTo>
                  <a:pt x="43981" y="28097"/>
                  <a:pt x="43600" y="28334"/>
                  <a:pt x="43202" y="28537"/>
                </a:cubicBezTo>
                <a:cubicBezTo>
                  <a:pt x="42932" y="28681"/>
                  <a:pt x="42652" y="28799"/>
                  <a:pt x="42356" y="28901"/>
                </a:cubicBezTo>
                <a:cubicBezTo>
                  <a:pt x="42077" y="28994"/>
                  <a:pt x="41790" y="29070"/>
                  <a:pt x="41502" y="29121"/>
                </a:cubicBezTo>
                <a:cubicBezTo>
                  <a:pt x="41595" y="29095"/>
                  <a:pt x="41697" y="29061"/>
                  <a:pt x="41790" y="29028"/>
                </a:cubicBezTo>
                <a:lnTo>
                  <a:pt x="41790" y="29028"/>
                </a:lnTo>
                <a:cubicBezTo>
                  <a:pt x="41214" y="29095"/>
                  <a:pt x="40969" y="29121"/>
                  <a:pt x="40783" y="29188"/>
                </a:cubicBezTo>
                <a:cubicBezTo>
                  <a:pt x="40690" y="29214"/>
                  <a:pt x="40605" y="29247"/>
                  <a:pt x="40512" y="29273"/>
                </a:cubicBezTo>
                <a:cubicBezTo>
                  <a:pt x="40385" y="29307"/>
                  <a:pt x="40250" y="29324"/>
                  <a:pt x="40123" y="29332"/>
                </a:cubicBezTo>
                <a:cubicBezTo>
                  <a:pt x="40419" y="29307"/>
                  <a:pt x="40284" y="29298"/>
                  <a:pt x="40055" y="29273"/>
                </a:cubicBezTo>
                <a:cubicBezTo>
                  <a:pt x="39819" y="29264"/>
                  <a:pt x="39590" y="29231"/>
                  <a:pt x="39370" y="29180"/>
                </a:cubicBezTo>
                <a:cubicBezTo>
                  <a:pt x="38846" y="29154"/>
                  <a:pt x="38389" y="29137"/>
                  <a:pt x="37704" y="28850"/>
                </a:cubicBezTo>
                <a:cubicBezTo>
                  <a:pt x="37568" y="28672"/>
                  <a:pt x="37391" y="28528"/>
                  <a:pt x="37188" y="28435"/>
                </a:cubicBezTo>
                <a:cubicBezTo>
                  <a:pt x="37095" y="28393"/>
                  <a:pt x="36993" y="28359"/>
                  <a:pt x="36900" y="28317"/>
                </a:cubicBezTo>
                <a:lnTo>
                  <a:pt x="36748" y="28215"/>
                </a:lnTo>
                <a:cubicBezTo>
                  <a:pt x="36697" y="28190"/>
                  <a:pt x="36646" y="28148"/>
                  <a:pt x="36595" y="28114"/>
                </a:cubicBezTo>
                <a:cubicBezTo>
                  <a:pt x="36494" y="28038"/>
                  <a:pt x="36392" y="27953"/>
                  <a:pt x="36299" y="27877"/>
                </a:cubicBezTo>
                <a:cubicBezTo>
                  <a:pt x="36206" y="27792"/>
                  <a:pt x="36113" y="27716"/>
                  <a:pt x="36046" y="27640"/>
                </a:cubicBezTo>
                <a:cubicBezTo>
                  <a:pt x="35978" y="27556"/>
                  <a:pt x="35910" y="27488"/>
                  <a:pt x="35868" y="27429"/>
                </a:cubicBezTo>
                <a:lnTo>
                  <a:pt x="35868" y="27429"/>
                </a:lnTo>
                <a:lnTo>
                  <a:pt x="35919" y="27471"/>
                </a:lnTo>
                <a:cubicBezTo>
                  <a:pt x="35834" y="27369"/>
                  <a:pt x="35783" y="27293"/>
                  <a:pt x="35733" y="27243"/>
                </a:cubicBezTo>
                <a:cubicBezTo>
                  <a:pt x="35707" y="27209"/>
                  <a:pt x="35682" y="27183"/>
                  <a:pt x="35648" y="27158"/>
                </a:cubicBezTo>
                <a:cubicBezTo>
                  <a:pt x="35614" y="27158"/>
                  <a:pt x="35656" y="27251"/>
                  <a:pt x="35775" y="27412"/>
                </a:cubicBezTo>
                <a:lnTo>
                  <a:pt x="35614" y="27226"/>
                </a:lnTo>
                <a:lnTo>
                  <a:pt x="35453" y="27031"/>
                </a:lnTo>
                <a:lnTo>
                  <a:pt x="35462" y="27006"/>
                </a:lnTo>
                <a:cubicBezTo>
                  <a:pt x="35259" y="26735"/>
                  <a:pt x="35081" y="26439"/>
                  <a:pt x="34929" y="26134"/>
                </a:cubicBezTo>
                <a:cubicBezTo>
                  <a:pt x="34734" y="25728"/>
                  <a:pt x="34599" y="25297"/>
                  <a:pt x="34548" y="24857"/>
                </a:cubicBezTo>
                <a:lnTo>
                  <a:pt x="34548" y="24857"/>
                </a:lnTo>
                <a:cubicBezTo>
                  <a:pt x="34558" y="24889"/>
                  <a:pt x="34566" y="24902"/>
                  <a:pt x="34572" y="24902"/>
                </a:cubicBezTo>
                <a:cubicBezTo>
                  <a:pt x="34591" y="24902"/>
                  <a:pt x="34593" y="24762"/>
                  <a:pt x="34599" y="24671"/>
                </a:cubicBezTo>
                <a:cubicBezTo>
                  <a:pt x="34605" y="24628"/>
                  <a:pt x="34607" y="24598"/>
                  <a:pt x="34614" y="24598"/>
                </a:cubicBezTo>
                <a:cubicBezTo>
                  <a:pt x="34616" y="24598"/>
                  <a:pt x="34620" y="24602"/>
                  <a:pt x="34624" y="24612"/>
                </a:cubicBezTo>
                <a:cubicBezTo>
                  <a:pt x="34633" y="24646"/>
                  <a:pt x="34650" y="24756"/>
                  <a:pt x="34684" y="24992"/>
                </a:cubicBezTo>
                <a:cubicBezTo>
                  <a:pt x="34668" y="24930"/>
                  <a:pt x="34658" y="24905"/>
                  <a:pt x="34651" y="24905"/>
                </a:cubicBezTo>
                <a:cubicBezTo>
                  <a:pt x="34644" y="24905"/>
                  <a:pt x="34641" y="24938"/>
                  <a:pt x="34641" y="24984"/>
                </a:cubicBezTo>
                <a:cubicBezTo>
                  <a:pt x="34641" y="25060"/>
                  <a:pt x="34641" y="25136"/>
                  <a:pt x="34641" y="25212"/>
                </a:cubicBezTo>
                <a:cubicBezTo>
                  <a:pt x="34692" y="25483"/>
                  <a:pt x="34785" y="25737"/>
                  <a:pt x="34904" y="25982"/>
                </a:cubicBezTo>
                <a:cubicBezTo>
                  <a:pt x="34904" y="25942"/>
                  <a:pt x="34914" y="25924"/>
                  <a:pt x="34933" y="25924"/>
                </a:cubicBezTo>
                <a:cubicBezTo>
                  <a:pt x="34969" y="25924"/>
                  <a:pt x="35034" y="25992"/>
                  <a:pt x="35107" y="26092"/>
                </a:cubicBezTo>
                <a:cubicBezTo>
                  <a:pt x="34997" y="25889"/>
                  <a:pt x="34912" y="25678"/>
                  <a:pt x="34853" y="25458"/>
                </a:cubicBezTo>
                <a:cubicBezTo>
                  <a:pt x="34777" y="25170"/>
                  <a:pt x="34734" y="24891"/>
                  <a:pt x="34701" y="24603"/>
                </a:cubicBezTo>
                <a:cubicBezTo>
                  <a:pt x="34641" y="24020"/>
                  <a:pt x="34692" y="23495"/>
                  <a:pt x="34624" y="23410"/>
                </a:cubicBezTo>
                <a:cubicBezTo>
                  <a:pt x="34684" y="22937"/>
                  <a:pt x="34785" y="22472"/>
                  <a:pt x="34929" y="22015"/>
                </a:cubicBezTo>
                <a:cubicBezTo>
                  <a:pt x="35081" y="21524"/>
                  <a:pt x="35284" y="21050"/>
                  <a:pt x="35547" y="20610"/>
                </a:cubicBezTo>
                <a:lnTo>
                  <a:pt x="35547" y="20610"/>
                </a:lnTo>
                <a:cubicBezTo>
                  <a:pt x="35525" y="20639"/>
                  <a:pt x="35487" y="20684"/>
                  <a:pt x="35474" y="20684"/>
                </a:cubicBezTo>
                <a:cubicBezTo>
                  <a:pt x="35472" y="20684"/>
                  <a:pt x="35470" y="20682"/>
                  <a:pt x="35470" y="20678"/>
                </a:cubicBezTo>
                <a:cubicBezTo>
                  <a:pt x="35623" y="20441"/>
                  <a:pt x="35792" y="20213"/>
                  <a:pt x="35969" y="19993"/>
                </a:cubicBezTo>
                <a:lnTo>
                  <a:pt x="35969" y="19993"/>
                </a:lnTo>
                <a:lnTo>
                  <a:pt x="35868" y="20162"/>
                </a:lnTo>
                <a:lnTo>
                  <a:pt x="35868" y="20162"/>
                </a:lnTo>
                <a:lnTo>
                  <a:pt x="36046" y="19942"/>
                </a:lnTo>
                <a:lnTo>
                  <a:pt x="36232" y="19731"/>
                </a:lnTo>
                <a:cubicBezTo>
                  <a:pt x="36236" y="19728"/>
                  <a:pt x="36239" y="19727"/>
                  <a:pt x="36241" y="19727"/>
                </a:cubicBezTo>
                <a:cubicBezTo>
                  <a:pt x="36265" y="19727"/>
                  <a:pt x="36162" y="19898"/>
                  <a:pt x="36046" y="20077"/>
                </a:cubicBezTo>
                <a:cubicBezTo>
                  <a:pt x="36000" y="20151"/>
                  <a:pt x="35951" y="20213"/>
                  <a:pt x="35941" y="20213"/>
                </a:cubicBezTo>
                <a:cubicBezTo>
                  <a:pt x="35938" y="20213"/>
                  <a:pt x="35940" y="20205"/>
                  <a:pt x="35950" y="20184"/>
                </a:cubicBezTo>
                <a:lnTo>
                  <a:pt x="35950" y="20184"/>
                </a:lnTo>
                <a:cubicBezTo>
                  <a:pt x="35896" y="20289"/>
                  <a:pt x="35880" y="20327"/>
                  <a:pt x="35885" y="20327"/>
                </a:cubicBezTo>
                <a:cubicBezTo>
                  <a:pt x="35892" y="20327"/>
                  <a:pt x="35932" y="20268"/>
                  <a:pt x="35978" y="20204"/>
                </a:cubicBezTo>
                <a:cubicBezTo>
                  <a:pt x="36040" y="20126"/>
                  <a:pt x="36105" y="20036"/>
                  <a:pt x="36117" y="20036"/>
                </a:cubicBezTo>
                <a:cubicBezTo>
                  <a:pt x="36124" y="20036"/>
                  <a:pt x="36117" y="20060"/>
                  <a:pt x="36088" y="20120"/>
                </a:cubicBezTo>
                <a:cubicBezTo>
                  <a:pt x="35996" y="20229"/>
                  <a:pt x="35912" y="20396"/>
                  <a:pt x="35852" y="20481"/>
                </a:cubicBezTo>
                <a:lnTo>
                  <a:pt x="35852" y="20481"/>
                </a:lnTo>
                <a:cubicBezTo>
                  <a:pt x="36046" y="20203"/>
                  <a:pt x="36173" y="20001"/>
                  <a:pt x="36291" y="19824"/>
                </a:cubicBezTo>
                <a:cubicBezTo>
                  <a:pt x="36350" y="19739"/>
                  <a:pt x="36418" y="19655"/>
                  <a:pt x="36477" y="19587"/>
                </a:cubicBezTo>
                <a:cubicBezTo>
                  <a:pt x="36545" y="19511"/>
                  <a:pt x="36612" y="19443"/>
                  <a:pt x="36697" y="19384"/>
                </a:cubicBezTo>
                <a:cubicBezTo>
                  <a:pt x="36824" y="19189"/>
                  <a:pt x="36968" y="19012"/>
                  <a:pt x="37128" y="18851"/>
                </a:cubicBezTo>
                <a:cubicBezTo>
                  <a:pt x="37230" y="18749"/>
                  <a:pt x="37331" y="18639"/>
                  <a:pt x="37450" y="18546"/>
                </a:cubicBezTo>
                <a:cubicBezTo>
                  <a:pt x="37577" y="18453"/>
                  <a:pt x="37695" y="18352"/>
                  <a:pt x="37822" y="18267"/>
                </a:cubicBezTo>
                <a:lnTo>
                  <a:pt x="37822" y="18267"/>
                </a:lnTo>
                <a:cubicBezTo>
                  <a:pt x="37802" y="18292"/>
                  <a:pt x="37796" y="18303"/>
                  <a:pt x="37801" y="18303"/>
                </a:cubicBezTo>
                <a:cubicBezTo>
                  <a:pt x="37815" y="18303"/>
                  <a:pt x="37907" y="18227"/>
                  <a:pt x="38000" y="18166"/>
                </a:cubicBezTo>
                <a:cubicBezTo>
                  <a:pt x="38088" y="18105"/>
                  <a:pt x="38172" y="18048"/>
                  <a:pt x="38190" y="18048"/>
                </a:cubicBezTo>
                <a:cubicBezTo>
                  <a:pt x="38200" y="18048"/>
                  <a:pt x="38191" y="18065"/>
                  <a:pt x="38152" y="18106"/>
                </a:cubicBezTo>
                <a:cubicBezTo>
                  <a:pt x="38279" y="17996"/>
                  <a:pt x="38414" y="17903"/>
                  <a:pt x="38558" y="17819"/>
                </a:cubicBezTo>
                <a:cubicBezTo>
                  <a:pt x="38668" y="17760"/>
                  <a:pt x="38778" y="17683"/>
                  <a:pt x="38880" y="17599"/>
                </a:cubicBezTo>
                <a:lnTo>
                  <a:pt x="38880" y="17599"/>
                </a:lnTo>
                <a:cubicBezTo>
                  <a:pt x="38727" y="17709"/>
                  <a:pt x="38575" y="17802"/>
                  <a:pt x="38414" y="17887"/>
                </a:cubicBezTo>
                <a:cubicBezTo>
                  <a:pt x="38617" y="17743"/>
                  <a:pt x="38626" y="17683"/>
                  <a:pt x="38896" y="17531"/>
                </a:cubicBezTo>
                <a:cubicBezTo>
                  <a:pt x="38907" y="17527"/>
                  <a:pt x="38914" y="17525"/>
                  <a:pt x="38918" y="17525"/>
                </a:cubicBezTo>
                <a:cubicBezTo>
                  <a:pt x="38931" y="17525"/>
                  <a:pt x="38922" y="17540"/>
                  <a:pt x="38922" y="17540"/>
                </a:cubicBezTo>
                <a:cubicBezTo>
                  <a:pt x="39015" y="17480"/>
                  <a:pt x="39099" y="17404"/>
                  <a:pt x="39159" y="17311"/>
                </a:cubicBezTo>
                <a:cubicBezTo>
                  <a:pt x="39193" y="17269"/>
                  <a:pt x="39235" y="17227"/>
                  <a:pt x="39286" y="17201"/>
                </a:cubicBezTo>
                <a:cubicBezTo>
                  <a:pt x="39396" y="17134"/>
                  <a:pt x="39506" y="17066"/>
                  <a:pt x="39624" y="17015"/>
                </a:cubicBezTo>
                <a:cubicBezTo>
                  <a:pt x="39725" y="16956"/>
                  <a:pt x="39819" y="16914"/>
                  <a:pt x="39903" y="16880"/>
                </a:cubicBezTo>
                <a:lnTo>
                  <a:pt x="40115" y="16787"/>
                </a:lnTo>
                <a:cubicBezTo>
                  <a:pt x="40182" y="16761"/>
                  <a:pt x="40258" y="16728"/>
                  <a:pt x="40335" y="16711"/>
                </a:cubicBezTo>
                <a:cubicBezTo>
                  <a:pt x="40343" y="16708"/>
                  <a:pt x="40350" y="16707"/>
                  <a:pt x="40354" y="16707"/>
                </a:cubicBezTo>
                <a:cubicBezTo>
                  <a:pt x="40382" y="16707"/>
                  <a:pt x="40311" y="16754"/>
                  <a:pt x="40208" y="16821"/>
                </a:cubicBezTo>
                <a:lnTo>
                  <a:pt x="39819" y="17058"/>
                </a:lnTo>
                <a:cubicBezTo>
                  <a:pt x="39719" y="17121"/>
                  <a:pt x="39661" y="17173"/>
                  <a:pt x="39680" y="17173"/>
                </a:cubicBezTo>
                <a:cubicBezTo>
                  <a:pt x="39684" y="17173"/>
                  <a:pt x="39691" y="17172"/>
                  <a:pt x="39700" y="17167"/>
                </a:cubicBezTo>
                <a:cubicBezTo>
                  <a:pt x="39734" y="17100"/>
                  <a:pt x="40495" y="16745"/>
                  <a:pt x="40867" y="16643"/>
                </a:cubicBezTo>
                <a:lnTo>
                  <a:pt x="40867" y="16643"/>
                </a:lnTo>
                <a:lnTo>
                  <a:pt x="40774" y="16694"/>
                </a:lnTo>
                <a:cubicBezTo>
                  <a:pt x="40986" y="16592"/>
                  <a:pt x="41197" y="16508"/>
                  <a:pt x="41417" y="16457"/>
                </a:cubicBezTo>
                <a:cubicBezTo>
                  <a:pt x="41553" y="16355"/>
                  <a:pt x="41697" y="16262"/>
                  <a:pt x="41840" y="16186"/>
                </a:cubicBezTo>
                <a:cubicBezTo>
                  <a:pt x="41984" y="16135"/>
                  <a:pt x="42119" y="16102"/>
                  <a:pt x="42263" y="16068"/>
                </a:cubicBezTo>
                <a:cubicBezTo>
                  <a:pt x="42407" y="16034"/>
                  <a:pt x="42542" y="15992"/>
                  <a:pt x="42686" y="15958"/>
                </a:cubicBezTo>
                <a:lnTo>
                  <a:pt x="42686" y="15958"/>
                </a:lnTo>
                <a:lnTo>
                  <a:pt x="42517" y="16025"/>
                </a:lnTo>
                <a:cubicBezTo>
                  <a:pt x="42703" y="15975"/>
                  <a:pt x="42872" y="15932"/>
                  <a:pt x="43042" y="15890"/>
                </a:cubicBezTo>
                <a:lnTo>
                  <a:pt x="43042" y="15890"/>
                </a:lnTo>
                <a:cubicBezTo>
                  <a:pt x="43126" y="15915"/>
                  <a:pt x="42872" y="15958"/>
                  <a:pt x="42619" y="16034"/>
                </a:cubicBezTo>
                <a:cubicBezTo>
                  <a:pt x="42796" y="16034"/>
                  <a:pt x="42974" y="15992"/>
                  <a:pt x="43126" y="15915"/>
                </a:cubicBezTo>
                <a:cubicBezTo>
                  <a:pt x="43092" y="15915"/>
                  <a:pt x="43058" y="15924"/>
                  <a:pt x="43025" y="15932"/>
                </a:cubicBezTo>
                <a:cubicBezTo>
                  <a:pt x="43188" y="15878"/>
                  <a:pt x="43736" y="15724"/>
                  <a:pt x="43611" y="15724"/>
                </a:cubicBezTo>
                <a:cubicBezTo>
                  <a:pt x="43581" y="15724"/>
                  <a:pt x="43512" y="15733"/>
                  <a:pt x="43388" y="15755"/>
                </a:cubicBezTo>
                <a:cubicBezTo>
                  <a:pt x="43558" y="15704"/>
                  <a:pt x="43744" y="15670"/>
                  <a:pt x="43921" y="15662"/>
                </a:cubicBezTo>
                <a:cubicBezTo>
                  <a:pt x="44065" y="15653"/>
                  <a:pt x="44209" y="15636"/>
                  <a:pt x="44344" y="15611"/>
                </a:cubicBezTo>
                <a:lnTo>
                  <a:pt x="44344" y="15611"/>
                </a:lnTo>
                <a:cubicBezTo>
                  <a:pt x="44387" y="15636"/>
                  <a:pt x="44082" y="15687"/>
                  <a:pt x="44251" y="15687"/>
                </a:cubicBezTo>
                <a:cubicBezTo>
                  <a:pt x="44573" y="15653"/>
                  <a:pt x="44784" y="15619"/>
                  <a:pt x="45046" y="15569"/>
                </a:cubicBezTo>
                <a:lnTo>
                  <a:pt x="45046" y="15569"/>
                </a:lnTo>
                <a:cubicBezTo>
                  <a:pt x="45004" y="15573"/>
                  <a:pt x="44978" y="15575"/>
                  <a:pt x="44961" y="15575"/>
                </a:cubicBezTo>
                <a:cubicBezTo>
                  <a:pt x="44904" y="15575"/>
                  <a:pt x="44969" y="15554"/>
                  <a:pt x="44897" y="15554"/>
                </a:cubicBezTo>
                <a:cubicBezTo>
                  <a:pt x="44866" y="15554"/>
                  <a:pt x="44810" y="15558"/>
                  <a:pt x="44708" y="15569"/>
                </a:cubicBezTo>
                <a:cubicBezTo>
                  <a:pt x="44860" y="15518"/>
                  <a:pt x="45275" y="15467"/>
                  <a:pt x="45249" y="15450"/>
                </a:cubicBezTo>
                <a:lnTo>
                  <a:pt x="45249" y="15450"/>
                </a:lnTo>
                <a:cubicBezTo>
                  <a:pt x="45106" y="15484"/>
                  <a:pt x="44953" y="15501"/>
                  <a:pt x="44801" y="15509"/>
                </a:cubicBezTo>
                <a:cubicBezTo>
                  <a:pt x="45013" y="15476"/>
                  <a:pt x="45241" y="15433"/>
                  <a:pt x="45461" y="15408"/>
                </a:cubicBezTo>
                <a:cubicBezTo>
                  <a:pt x="45681" y="15383"/>
                  <a:pt x="45909" y="15374"/>
                  <a:pt x="46129" y="15374"/>
                </a:cubicBezTo>
                <a:cubicBezTo>
                  <a:pt x="46095" y="15391"/>
                  <a:pt x="46062" y="15399"/>
                  <a:pt x="46028" y="15408"/>
                </a:cubicBezTo>
                <a:cubicBezTo>
                  <a:pt x="46338" y="15359"/>
                  <a:pt x="46656" y="15326"/>
                  <a:pt x="46974" y="15323"/>
                </a:cubicBezTo>
                <a:close/>
                <a:moveTo>
                  <a:pt x="37221" y="29611"/>
                </a:moveTo>
                <a:cubicBezTo>
                  <a:pt x="37225" y="29613"/>
                  <a:pt x="37229" y="29615"/>
                  <a:pt x="37232" y="29616"/>
                </a:cubicBezTo>
                <a:lnTo>
                  <a:pt x="37232" y="29616"/>
                </a:lnTo>
                <a:cubicBezTo>
                  <a:pt x="37229" y="29615"/>
                  <a:pt x="37225" y="29613"/>
                  <a:pt x="37221" y="29611"/>
                </a:cubicBezTo>
                <a:close/>
                <a:moveTo>
                  <a:pt x="40210" y="29879"/>
                </a:moveTo>
                <a:lnTo>
                  <a:pt x="40210" y="29879"/>
                </a:lnTo>
                <a:cubicBezTo>
                  <a:pt x="40223" y="29880"/>
                  <a:pt x="40236" y="29881"/>
                  <a:pt x="40250" y="29882"/>
                </a:cubicBezTo>
                <a:cubicBezTo>
                  <a:pt x="40237" y="29880"/>
                  <a:pt x="40223" y="29879"/>
                  <a:pt x="40210" y="29879"/>
                </a:cubicBezTo>
                <a:close/>
                <a:moveTo>
                  <a:pt x="47043" y="25618"/>
                </a:moveTo>
                <a:cubicBezTo>
                  <a:pt x="46984" y="25737"/>
                  <a:pt x="46933" y="25838"/>
                  <a:pt x="46874" y="25948"/>
                </a:cubicBezTo>
                <a:cubicBezTo>
                  <a:pt x="46814" y="26050"/>
                  <a:pt x="46747" y="26151"/>
                  <a:pt x="46688" y="26253"/>
                </a:cubicBezTo>
                <a:lnTo>
                  <a:pt x="46620" y="26261"/>
                </a:lnTo>
                <a:cubicBezTo>
                  <a:pt x="46459" y="26515"/>
                  <a:pt x="46290" y="26727"/>
                  <a:pt x="46138" y="26947"/>
                </a:cubicBezTo>
                <a:cubicBezTo>
                  <a:pt x="46070" y="27056"/>
                  <a:pt x="45985" y="27158"/>
                  <a:pt x="45901" y="27260"/>
                </a:cubicBezTo>
                <a:cubicBezTo>
                  <a:pt x="45825" y="27361"/>
                  <a:pt x="45740" y="27454"/>
                  <a:pt x="45664" y="27564"/>
                </a:cubicBezTo>
                <a:lnTo>
                  <a:pt x="45393" y="27843"/>
                </a:lnTo>
                <a:lnTo>
                  <a:pt x="45258" y="27987"/>
                </a:lnTo>
                <a:lnTo>
                  <a:pt x="45190" y="28063"/>
                </a:lnTo>
                <a:lnTo>
                  <a:pt x="45114" y="28131"/>
                </a:lnTo>
                <a:cubicBezTo>
                  <a:pt x="44903" y="28325"/>
                  <a:pt x="44674" y="28503"/>
                  <a:pt x="44437" y="28672"/>
                </a:cubicBezTo>
                <a:cubicBezTo>
                  <a:pt x="44522" y="28579"/>
                  <a:pt x="44623" y="28495"/>
                  <a:pt x="44717" y="28418"/>
                </a:cubicBezTo>
                <a:cubicBezTo>
                  <a:pt x="44812" y="28339"/>
                  <a:pt x="44884" y="28282"/>
                  <a:pt x="44872" y="28282"/>
                </a:cubicBezTo>
                <a:cubicBezTo>
                  <a:pt x="44872" y="28282"/>
                  <a:pt x="44870" y="28283"/>
                  <a:pt x="44869" y="28283"/>
                </a:cubicBezTo>
                <a:cubicBezTo>
                  <a:pt x="44725" y="28402"/>
                  <a:pt x="44623" y="28486"/>
                  <a:pt x="44539" y="28554"/>
                </a:cubicBezTo>
                <a:cubicBezTo>
                  <a:pt x="44454" y="28630"/>
                  <a:pt x="44404" y="28689"/>
                  <a:pt x="44336" y="28740"/>
                </a:cubicBezTo>
                <a:cubicBezTo>
                  <a:pt x="44277" y="28799"/>
                  <a:pt x="44200" y="28850"/>
                  <a:pt x="44124" y="28901"/>
                </a:cubicBezTo>
                <a:cubicBezTo>
                  <a:pt x="44006" y="28977"/>
                  <a:pt x="43879" y="29036"/>
                  <a:pt x="43752" y="29087"/>
                </a:cubicBezTo>
                <a:cubicBezTo>
                  <a:pt x="43992" y="28953"/>
                  <a:pt x="44064" y="28909"/>
                  <a:pt x="44056" y="28909"/>
                </a:cubicBezTo>
                <a:cubicBezTo>
                  <a:pt x="44049" y="28909"/>
                  <a:pt x="43977" y="28945"/>
                  <a:pt x="43904" y="28985"/>
                </a:cubicBezTo>
                <a:cubicBezTo>
                  <a:pt x="43845" y="29019"/>
                  <a:pt x="43786" y="29044"/>
                  <a:pt x="43727" y="29061"/>
                </a:cubicBezTo>
                <a:cubicBezTo>
                  <a:pt x="43718" y="29053"/>
                  <a:pt x="43778" y="29019"/>
                  <a:pt x="43972" y="28892"/>
                </a:cubicBezTo>
                <a:lnTo>
                  <a:pt x="43972" y="28892"/>
                </a:lnTo>
                <a:cubicBezTo>
                  <a:pt x="43422" y="29239"/>
                  <a:pt x="42822" y="29493"/>
                  <a:pt x="42179" y="29637"/>
                </a:cubicBezTo>
                <a:cubicBezTo>
                  <a:pt x="41654" y="29755"/>
                  <a:pt x="41121" y="29823"/>
                  <a:pt x="40588" y="29848"/>
                </a:cubicBezTo>
                <a:cubicBezTo>
                  <a:pt x="40698" y="29865"/>
                  <a:pt x="40614" y="29882"/>
                  <a:pt x="40495" y="29890"/>
                </a:cubicBezTo>
                <a:cubicBezTo>
                  <a:pt x="40377" y="29907"/>
                  <a:pt x="40225" y="29916"/>
                  <a:pt x="40216" y="29916"/>
                </a:cubicBezTo>
                <a:cubicBezTo>
                  <a:pt x="40098" y="29916"/>
                  <a:pt x="40064" y="29907"/>
                  <a:pt x="40072" y="29899"/>
                </a:cubicBezTo>
                <a:cubicBezTo>
                  <a:pt x="40116" y="29886"/>
                  <a:pt x="40159" y="29879"/>
                  <a:pt x="40202" y="29879"/>
                </a:cubicBezTo>
                <a:cubicBezTo>
                  <a:pt x="40205" y="29879"/>
                  <a:pt x="40207" y="29879"/>
                  <a:pt x="40210" y="29879"/>
                </a:cubicBezTo>
                <a:lnTo>
                  <a:pt x="40210" y="29879"/>
                </a:lnTo>
                <a:cubicBezTo>
                  <a:pt x="39805" y="29844"/>
                  <a:pt x="39736" y="29788"/>
                  <a:pt x="39810" y="29755"/>
                </a:cubicBezTo>
                <a:lnTo>
                  <a:pt x="39810" y="29755"/>
                </a:lnTo>
                <a:cubicBezTo>
                  <a:pt x="39954" y="29763"/>
                  <a:pt x="40100" y="29768"/>
                  <a:pt x="40247" y="29768"/>
                </a:cubicBezTo>
                <a:cubicBezTo>
                  <a:pt x="40394" y="29768"/>
                  <a:pt x="40542" y="29763"/>
                  <a:pt x="40690" y="29755"/>
                </a:cubicBezTo>
                <a:cubicBezTo>
                  <a:pt x="40571" y="29755"/>
                  <a:pt x="40453" y="29747"/>
                  <a:pt x="40335" y="29738"/>
                </a:cubicBezTo>
                <a:lnTo>
                  <a:pt x="40013" y="29704"/>
                </a:lnTo>
                <a:cubicBezTo>
                  <a:pt x="39941" y="29698"/>
                  <a:pt x="39865" y="29692"/>
                  <a:pt x="39773" y="29692"/>
                </a:cubicBezTo>
                <a:cubicBezTo>
                  <a:pt x="39735" y="29692"/>
                  <a:pt x="39694" y="29693"/>
                  <a:pt x="39649" y="29696"/>
                </a:cubicBezTo>
                <a:cubicBezTo>
                  <a:pt x="39497" y="29704"/>
                  <a:pt x="39522" y="29713"/>
                  <a:pt x="39522" y="29738"/>
                </a:cubicBezTo>
                <a:cubicBezTo>
                  <a:pt x="39475" y="29739"/>
                  <a:pt x="39428" y="29740"/>
                  <a:pt x="39381" y="29740"/>
                </a:cubicBezTo>
                <a:cubicBezTo>
                  <a:pt x="39056" y="29740"/>
                  <a:pt x="38731" y="29715"/>
                  <a:pt x="38406" y="29670"/>
                </a:cubicBezTo>
                <a:lnTo>
                  <a:pt x="38440" y="29670"/>
                </a:lnTo>
                <a:cubicBezTo>
                  <a:pt x="38118" y="29594"/>
                  <a:pt x="37805" y="29493"/>
                  <a:pt x="37509" y="29374"/>
                </a:cubicBezTo>
                <a:lnTo>
                  <a:pt x="37509" y="29374"/>
                </a:lnTo>
                <a:cubicBezTo>
                  <a:pt x="37543" y="29383"/>
                  <a:pt x="37585" y="29391"/>
                  <a:pt x="37628" y="29391"/>
                </a:cubicBezTo>
                <a:cubicBezTo>
                  <a:pt x="37534" y="29366"/>
                  <a:pt x="37441" y="29332"/>
                  <a:pt x="37357" y="29298"/>
                </a:cubicBezTo>
                <a:cubicBezTo>
                  <a:pt x="37264" y="29273"/>
                  <a:pt x="37171" y="29231"/>
                  <a:pt x="37086" y="29197"/>
                </a:cubicBezTo>
                <a:cubicBezTo>
                  <a:pt x="37120" y="29154"/>
                  <a:pt x="36942" y="29095"/>
                  <a:pt x="36985" y="29070"/>
                </a:cubicBezTo>
                <a:cubicBezTo>
                  <a:pt x="36892" y="28994"/>
                  <a:pt x="36799" y="28926"/>
                  <a:pt x="36689" y="28858"/>
                </a:cubicBezTo>
                <a:cubicBezTo>
                  <a:pt x="36570" y="28782"/>
                  <a:pt x="36418" y="28689"/>
                  <a:pt x="36266" y="28588"/>
                </a:cubicBezTo>
                <a:cubicBezTo>
                  <a:pt x="35936" y="28368"/>
                  <a:pt x="35648" y="28105"/>
                  <a:pt x="35394" y="27792"/>
                </a:cubicBezTo>
                <a:lnTo>
                  <a:pt x="35394" y="27792"/>
                </a:lnTo>
                <a:cubicBezTo>
                  <a:pt x="35428" y="27818"/>
                  <a:pt x="35462" y="27843"/>
                  <a:pt x="35496" y="27860"/>
                </a:cubicBezTo>
                <a:cubicBezTo>
                  <a:pt x="35394" y="27767"/>
                  <a:pt x="35301" y="27666"/>
                  <a:pt x="35217" y="27556"/>
                </a:cubicBezTo>
                <a:cubicBezTo>
                  <a:pt x="35107" y="27403"/>
                  <a:pt x="35005" y="27251"/>
                  <a:pt x="34912" y="27090"/>
                </a:cubicBezTo>
                <a:cubicBezTo>
                  <a:pt x="34726" y="26752"/>
                  <a:pt x="34574" y="26397"/>
                  <a:pt x="34464" y="26024"/>
                </a:cubicBezTo>
                <a:lnTo>
                  <a:pt x="34464" y="26024"/>
                </a:lnTo>
                <a:lnTo>
                  <a:pt x="34481" y="26041"/>
                </a:lnTo>
                <a:cubicBezTo>
                  <a:pt x="34523" y="26160"/>
                  <a:pt x="34582" y="26270"/>
                  <a:pt x="34650" y="26380"/>
                </a:cubicBezTo>
                <a:cubicBezTo>
                  <a:pt x="34657" y="26389"/>
                  <a:pt x="34663" y="26394"/>
                  <a:pt x="34667" y="26394"/>
                </a:cubicBezTo>
                <a:cubicBezTo>
                  <a:pt x="34677" y="26394"/>
                  <a:pt x="34677" y="26362"/>
                  <a:pt x="34658" y="26295"/>
                </a:cubicBezTo>
                <a:lnTo>
                  <a:pt x="34658" y="26295"/>
                </a:lnTo>
                <a:cubicBezTo>
                  <a:pt x="34726" y="26439"/>
                  <a:pt x="34802" y="26583"/>
                  <a:pt x="34887" y="26718"/>
                </a:cubicBezTo>
                <a:lnTo>
                  <a:pt x="34988" y="26913"/>
                </a:lnTo>
                <a:cubicBezTo>
                  <a:pt x="35039" y="26989"/>
                  <a:pt x="35090" y="27073"/>
                  <a:pt x="35132" y="27158"/>
                </a:cubicBezTo>
                <a:cubicBezTo>
                  <a:pt x="35217" y="27260"/>
                  <a:pt x="35276" y="27369"/>
                  <a:pt x="35327" y="27488"/>
                </a:cubicBezTo>
                <a:cubicBezTo>
                  <a:pt x="35178" y="27283"/>
                  <a:pt x="35118" y="27201"/>
                  <a:pt x="35111" y="27201"/>
                </a:cubicBezTo>
                <a:cubicBezTo>
                  <a:pt x="35104" y="27201"/>
                  <a:pt x="35132" y="27256"/>
                  <a:pt x="35174" y="27344"/>
                </a:cubicBezTo>
                <a:cubicBezTo>
                  <a:pt x="35318" y="27522"/>
                  <a:pt x="35530" y="27767"/>
                  <a:pt x="35716" y="27953"/>
                </a:cubicBezTo>
                <a:cubicBezTo>
                  <a:pt x="35809" y="28038"/>
                  <a:pt x="35902" y="28122"/>
                  <a:pt x="35961" y="28165"/>
                </a:cubicBezTo>
                <a:cubicBezTo>
                  <a:pt x="36010" y="28195"/>
                  <a:pt x="36050" y="28217"/>
                  <a:pt x="36069" y="28217"/>
                </a:cubicBezTo>
                <a:cubicBezTo>
                  <a:pt x="36076" y="28217"/>
                  <a:pt x="36079" y="28214"/>
                  <a:pt x="36079" y="28207"/>
                </a:cubicBezTo>
                <a:cubicBezTo>
                  <a:pt x="36198" y="28308"/>
                  <a:pt x="36266" y="28368"/>
                  <a:pt x="36308" y="28402"/>
                </a:cubicBezTo>
                <a:cubicBezTo>
                  <a:pt x="36333" y="28418"/>
                  <a:pt x="36359" y="28444"/>
                  <a:pt x="36376" y="28461"/>
                </a:cubicBezTo>
                <a:cubicBezTo>
                  <a:pt x="36384" y="28478"/>
                  <a:pt x="36392" y="28495"/>
                  <a:pt x="36409" y="28503"/>
                </a:cubicBezTo>
                <a:cubicBezTo>
                  <a:pt x="36452" y="28554"/>
                  <a:pt x="36511" y="28596"/>
                  <a:pt x="36562" y="28638"/>
                </a:cubicBezTo>
                <a:cubicBezTo>
                  <a:pt x="36572" y="28651"/>
                  <a:pt x="36571" y="28656"/>
                  <a:pt x="36562" y="28656"/>
                </a:cubicBezTo>
                <a:cubicBezTo>
                  <a:pt x="36532" y="28656"/>
                  <a:pt x="36419" y="28601"/>
                  <a:pt x="36316" y="28537"/>
                </a:cubicBezTo>
                <a:lnTo>
                  <a:pt x="36316" y="28537"/>
                </a:lnTo>
                <a:cubicBezTo>
                  <a:pt x="36443" y="28630"/>
                  <a:pt x="36570" y="28723"/>
                  <a:pt x="36705" y="28799"/>
                </a:cubicBezTo>
                <a:cubicBezTo>
                  <a:pt x="36841" y="28875"/>
                  <a:pt x="36976" y="28951"/>
                  <a:pt x="37120" y="29019"/>
                </a:cubicBezTo>
                <a:cubicBezTo>
                  <a:pt x="37391" y="29154"/>
                  <a:pt x="37687" y="29273"/>
                  <a:pt x="37983" y="29366"/>
                </a:cubicBezTo>
                <a:cubicBezTo>
                  <a:pt x="38008" y="29357"/>
                  <a:pt x="37941" y="29332"/>
                  <a:pt x="37856" y="29290"/>
                </a:cubicBezTo>
                <a:cubicBezTo>
                  <a:pt x="37771" y="29247"/>
                  <a:pt x="37653" y="29197"/>
                  <a:pt x="37543" y="29137"/>
                </a:cubicBezTo>
                <a:cubicBezTo>
                  <a:pt x="37404" y="29062"/>
                  <a:pt x="37296" y="29003"/>
                  <a:pt x="37341" y="29003"/>
                </a:cubicBezTo>
                <a:cubicBezTo>
                  <a:pt x="37361" y="29003"/>
                  <a:pt x="37413" y="29015"/>
                  <a:pt x="37509" y="29044"/>
                </a:cubicBezTo>
                <a:cubicBezTo>
                  <a:pt x="37577" y="29061"/>
                  <a:pt x="37653" y="29070"/>
                  <a:pt x="37721" y="29070"/>
                </a:cubicBezTo>
                <a:cubicBezTo>
                  <a:pt x="37898" y="29104"/>
                  <a:pt x="38076" y="29163"/>
                  <a:pt x="38245" y="29231"/>
                </a:cubicBezTo>
                <a:cubicBezTo>
                  <a:pt x="38247" y="29233"/>
                  <a:pt x="38245" y="29234"/>
                  <a:pt x="38239" y="29234"/>
                </a:cubicBezTo>
                <a:cubicBezTo>
                  <a:pt x="38222" y="29234"/>
                  <a:pt x="38178" y="29226"/>
                  <a:pt x="38135" y="29214"/>
                </a:cubicBezTo>
                <a:lnTo>
                  <a:pt x="38135" y="29214"/>
                </a:lnTo>
                <a:cubicBezTo>
                  <a:pt x="38270" y="29256"/>
                  <a:pt x="38355" y="29273"/>
                  <a:pt x="38431" y="29298"/>
                </a:cubicBezTo>
                <a:lnTo>
                  <a:pt x="38567" y="29341"/>
                </a:lnTo>
                <a:lnTo>
                  <a:pt x="38744" y="29391"/>
                </a:lnTo>
                <a:cubicBezTo>
                  <a:pt x="38767" y="29409"/>
                  <a:pt x="38748" y="29418"/>
                  <a:pt x="38707" y="29418"/>
                </a:cubicBezTo>
                <a:cubicBezTo>
                  <a:pt x="38670" y="29418"/>
                  <a:pt x="38617" y="29412"/>
                  <a:pt x="38558" y="29400"/>
                </a:cubicBezTo>
                <a:cubicBezTo>
                  <a:pt x="38431" y="29374"/>
                  <a:pt x="38270" y="29332"/>
                  <a:pt x="38160" y="29324"/>
                </a:cubicBezTo>
                <a:lnTo>
                  <a:pt x="38160" y="29324"/>
                </a:lnTo>
                <a:cubicBezTo>
                  <a:pt x="38355" y="29366"/>
                  <a:pt x="38575" y="29400"/>
                  <a:pt x="38786" y="29450"/>
                </a:cubicBezTo>
                <a:lnTo>
                  <a:pt x="38736" y="29459"/>
                </a:lnTo>
                <a:cubicBezTo>
                  <a:pt x="38837" y="29484"/>
                  <a:pt x="38947" y="29501"/>
                  <a:pt x="39057" y="29518"/>
                </a:cubicBezTo>
                <a:cubicBezTo>
                  <a:pt x="39167" y="29535"/>
                  <a:pt x="39277" y="29544"/>
                  <a:pt x="39387" y="29560"/>
                </a:cubicBezTo>
                <a:cubicBezTo>
                  <a:pt x="39522" y="29552"/>
                  <a:pt x="39396" y="29535"/>
                  <a:pt x="39235" y="29518"/>
                </a:cubicBezTo>
                <a:cubicBezTo>
                  <a:pt x="39108" y="29501"/>
                  <a:pt x="38989" y="29476"/>
                  <a:pt x="38863" y="29434"/>
                </a:cubicBezTo>
                <a:lnTo>
                  <a:pt x="38863" y="29434"/>
                </a:lnTo>
                <a:cubicBezTo>
                  <a:pt x="39006" y="29450"/>
                  <a:pt x="39150" y="29467"/>
                  <a:pt x="39286" y="29467"/>
                </a:cubicBezTo>
                <a:cubicBezTo>
                  <a:pt x="39596" y="29503"/>
                  <a:pt x="39900" y="29520"/>
                  <a:pt x="40208" y="29520"/>
                </a:cubicBezTo>
                <a:cubicBezTo>
                  <a:pt x="40270" y="29520"/>
                  <a:pt x="40332" y="29520"/>
                  <a:pt x="40394" y="29518"/>
                </a:cubicBezTo>
                <a:cubicBezTo>
                  <a:pt x="40786" y="29518"/>
                  <a:pt x="41171" y="29483"/>
                  <a:pt x="41403" y="29483"/>
                </a:cubicBezTo>
                <a:cubicBezTo>
                  <a:pt x="41426" y="29483"/>
                  <a:pt x="41448" y="29484"/>
                  <a:pt x="41468" y="29484"/>
                </a:cubicBezTo>
                <a:cubicBezTo>
                  <a:pt x="42018" y="29408"/>
                  <a:pt x="41764" y="29391"/>
                  <a:pt x="41891" y="29324"/>
                </a:cubicBezTo>
                <a:cubicBezTo>
                  <a:pt x="42204" y="29205"/>
                  <a:pt x="42517" y="29171"/>
                  <a:pt x="42813" y="29036"/>
                </a:cubicBezTo>
                <a:cubicBezTo>
                  <a:pt x="42805" y="29028"/>
                  <a:pt x="42889" y="28977"/>
                  <a:pt x="42974" y="28934"/>
                </a:cubicBezTo>
                <a:cubicBezTo>
                  <a:pt x="43058" y="28884"/>
                  <a:pt x="43143" y="28833"/>
                  <a:pt x="43135" y="28808"/>
                </a:cubicBezTo>
                <a:cubicBezTo>
                  <a:pt x="43295" y="28740"/>
                  <a:pt x="43456" y="28664"/>
                  <a:pt x="43608" y="28588"/>
                </a:cubicBezTo>
                <a:cubicBezTo>
                  <a:pt x="43647" y="28549"/>
                  <a:pt x="43656" y="28533"/>
                  <a:pt x="43644" y="28533"/>
                </a:cubicBezTo>
                <a:cubicBezTo>
                  <a:pt x="43621" y="28533"/>
                  <a:pt x="43523" y="28587"/>
                  <a:pt x="43397" y="28647"/>
                </a:cubicBezTo>
                <a:cubicBezTo>
                  <a:pt x="43304" y="28698"/>
                  <a:pt x="43202" y="28748"/>
                  <a:pt x="43109" y="28791"/>
                </a:cubicBezTo>
                <a:cubicBezTo>
                  <a:pt x="43042" y="28824"/>
                  <a:pt x="42965" y="28850"/>
                  <a:pt x="42898" y="28867"/>
                </a:cubicBezTo>
                <a:cubicBezTo>
                  <a:pt x="42875" y="28869"/>
                  <a:pt x="42859" y="28871"/>
                  <a:pt x="42847" y="28871"/>
                </a:cubicBezTo>
                <a:cubicBezTo>
                  <a:pt x="42781" y="28871"/>
                  <a:pt x="42854" y="28835"/>
                  <a:pt x="42940" y="28799"/>
                </a:cubicBezTo>
                <a:cubicBezTo>
                  <a:pt x="43021" y="28763"/>
                  <a:pt x="43114" y="28720"/>
                  <a:pt x="43083" y="28720"/>
                </a:cubicBezTo>
                <a:cubicBezTo>
                  <a:pt x="43078" y="28720"/>
                  <a:pt x="43070" y="28721"/>
                  <a:pt x="43058" y="28723"/>
                </a:cubicBezTo>
                <a:cubicBezTo>
                  <a:pt x="42695" y="28884"/>
                  <a:pt x="42678" y="28926"/>
                  <a:pt x="42500" y="29002"/>
                </a:cubicBezTo>
                <a:cubicBezTo>
                  <a:pt x="42416" y="29028"/>
                  <a:pt x="42331" y="29053"/>
                  <a:pt x="42246" y="29070"/>
                </a:cubicBezTo>
                <a:cubicBezTo>
                  <a:pt x="42222" y="29073"/>
                  <a:pt x="42202" y="29075"/>
                  <a:pt x="42186" y="29075"/>
                </a:cubicBezTo>
                <a:cubicBezTo>
                  <a:pt x="42165" y="29075"/>
                  <a:pt x="42153" y="29071"/>
                  <a:pt x="42153" y="29061"/>
                </a:cubicBezTo>
                <a:cubicBezTo>
                  <a:pt x="42238" y="29044"/>
                  <a:pt x="42297" y="29028"/>
                  <a:pt x="42348" y="29011"/>
                </a:cubicBezTo>
                <a:cubicBezTo>
                  <a:pt x="42399" y="28994"/>
                  <a:pt x="42441" y="28977"/>
                  <a:pt x="42475" y="28968"/>
                </a:cubicBezTo>
                <a:cubicBezTo>
                  <a:pt x="42517" y="28951"/>
                  <a:pt x="42568" y="28926"/>
                  <a:pt x="42610" y="28901"/>
                </a:cubicBezTo>
                <a:cubicBezTo>
                  <a:pt x="42712" y="28824"/>
                  <a:pt x="42830" y="28774"/>
                  <a:pt x="42957" y="28731"/>
                </a:cubicBezTo>
                <a:lnTo>
                  <a:pt x="42982" y="28740"/>
                </a:lnTo>
                <a:cubicBezTo>
                  <a:pt x="42982" y="28731"/>
                  <a:pt x="43016" y="28698"/>
                  <a:pt x="43084" y="28664"/>
                </a:cubicBezTo>
                <a:cubicBezTo>
                  <a:pt x="43152" y="28630"/>
                  <a:pt x="43245" y="28588"/>
                  <a:pt x="43338" y="28537"/>
                </a:cubicBezTo>
                <a:lnTo>
                  <a:pt x="43490" y="28461"/>
                </a:lnTo>
                <a:lnTo>
                  <a:pt x="43634" y="28376"/>
                </a:lnTo>
                <a:cubicBezTo>
                  <a:pt x="43676" y="28351"/>
                  <a:pt x="43727" y="28325"/>
                  <a:pt x="43761" y="28300"/>
                </a:cubicBezTo>
                <a:cubicBezTo>
                  <a:pt x="43803" y="28275"/>
                  <a:pt x="43828" y="28249"/>
                  <a:pt x="43862" y="28232"/>
                </a:cubicBezTo>
                <a:cubicBezTo>
                  <a:pt x="43953" y="28185"/>
                  <a:pt x="43999" y="28166"/>
                  <a:pt x="44015" y="28166"/>
                </a:cubicBezTo>
                <a:cubicBezTo>
                  <a:pt x="44042" y="28166"/>
                  <a:pt x="43978" y="28222"/>
                  <a:pt x="43887" y="28292"/>
                </a:cubicBezTo>
                <a:cubicBezTo>
                  <a:pt x="43735" y="28410"/>
                  <a:pt x="43524" y="28537"/>
                  <a:pt x="43532" y="28537"/>
                </a:cubicBezTo>
                <a:cubicBezTo>
                  <a:pt x="43634" y="28478"/>
                  <a:pt x="43735" y="28427"/>
                  <a:pt x="43828" y="28359"/>
                </a:cubicBezTo>
                <a:cubicBezTo>
                  <a:pt x="43921" y="28292"/>
                  <a:pt x="44023" y="28232"/>
                  <a:pt x="44116" y="28165"/>
                </a:cubicBezTo>
                <a:lnTo>
                  <a:pt x="44116" y="28165"/>
                </a:lnTo>
                <a:cubicBezTo>
                  <a:pt x="43887" y="28368"/>
                  <a:pt x="44158" y="28224"/>
                  <a:pt x="43837" y="28469"/>
                </a:cubicBezTo>
                <a:cubicBezTo>
                  <a:pt x="44006" y="28351"/>
                  <a:pt x="44116" y="28300"/>
                  <a:pt x="44217" y="28232"/>
                </a:cubicBezTo>
                <a:cubicBezTo>
                  <a:pt x="44260" y="28199"/>
                  <a:pt x="44310" y="28165"/>
                  <a:pt x="44370" y="28122"/>
                </a:cubicBezTo>
                <a:cubicBezTo>
                  <a:pt x="44437" y="28072"/>
                  <a:pt x="44497" y="28012"/>
                  <a:pt x="44556" y="27953"/>
                </a:cubicBezTo>
                <a:lnTo>
                  <a:pt x="44556" y="27953"/>
                </a:lnTo>
                <a:cubicBezTo>
                  <a:pt x="44492" y="28031"/>
                  <a:pt x="44476" y="28061"/>
                  <a:pt x="44491" y="28061"/>
                </a:cubicBezTo>
                <a:cubicBezTo>
                  <a:pt x="44511" y="28061"/>
                  <a:pt x="44593" y="28002"/>
                  <a:pt x="44691" y="27928"/>
                </a:cubicBezTo>
                <a:cubicBezTo>
                  <a:pt x="44776" y="27869"/>
                  <a:pt x="44877" y="27801"/>
                  <a:pt x="44953" y="27733"/>
                </a:cubicBezTo>
                <a:cubicBezTo>
                  <a:pt x="45004" y="27691"/>
                  <a:pt x="45055" y="27649"/>
                  <a:pt x="45114" y="27623"/>
                </a:cubicBezTo>
                <a:lnTo>
                  <a:pt x="45114" y="27623"/>
                </a:lnTo>
                <a:cubicBezTo>
                  <a:pt x="45072" y="27674"/>
                  <a:pt x="45021" y="27725"/>
                  <a:pt x="44970" y="27767"/>
                </a:cubicBezTo>
                <a:cubicBezTo>
                  <a:pt x="44911" y="27818"/>
                  <a:pt x="44852" y="27869"/>
                  <a:pt x="44784" y="27911"/>
                </a:cubicBezTo>
                <a:cubicBezTo>
                  <a:pt x="44666" y="28004"/>
                  <a:pt x="44539" y="28105"/>
                  <a:pt x="44420" y="28182"/>
                </a:cubicBezTo>
                <a:cubicBezTo>
                  <a:pt x="44302" y="28249"/>
                  <a:pt x="44200" y="28317"/>
                  <a:pt x="44133" y="28351"/>
                </a:cubicBezTo>
                <a:cubicBezTo>
                  <a:pt x="44089" y="28367"/>
                  <a:pt x="44059" y="28380"/>
                  <a:pt x="44051" y="28380"/>
                </a:cubicBezTo>
                <a:cubicBezTo>
                  <a:pt x="44046" y="28380"/>
                  <a:pt x="44048" y="28377"/>
                  <a:pt x="44057" y="28368"/>
                </a:cubicBezTo>
                <a:lnTo>
                  <a:pt x="44057" y="28368"/>
                </a:lnTo>
                <a:cubicBezTo>
                  <a:pt x="43981" y="28435"/>
                  <a:pt x="43896" y="28495"/>
                  <a:pt x="43803" y="28545"/>
                </a:cubicBezTo>
                <a:cubicBezTo>
                  <a:pt x="43727" y="28579"/>
                  <a:pt x="43642" y="28630"/>
                  <a:pt x="43558" y="28664"/>
                </a:cubicBezTo>
                <a:cubicBezTo>
                  <a:pt x="43473" y="28706"/>
                  <a:pt x="43405" y="28731"/>
                  <a:pt x="43346" y="28757"/>
                </a:cubicBezTo>
                <a:cubicBezTo>
                  <a:pt x="43261" y="28833"/>
                  <a:pt x="43168" y="28892"/>
                  <a:pt x="43075" y="28968"/>
                </a:cubicBezTo>
                <a:cubicBezTo>
                  <a:pt x="43160" y="28926"/>
                  <a:pt x="43261" y="28884"/>
                  <a:pt x="43346" y="28841"/>
                </a:cubicBezTo>
                <a:lnTo>
                  <a:pt x="43591" y="28715"/>
                </a:lnTo>
                <a:cubicBezTo>
                  <a:pt x="43686" y="28659"/>
                  <a:pt x="43754" y="28626"/>
                  <a:pt x="43779" y="28626"/>
                </a:cubicBezTo>
                <a:cubicBezTo>
                  <a:pt x="43792" y="28626"/>
                  <a:pt x="43792" y="28635"/>
                  <a:pt x="43778" y="28655"/>
                </a:cubicBezTo>
                <a:cubicBezTo>
                  <a:pt x="43921" y="28562"/>
                  <a:pt x="44065" y="28461"/>
                  <a:pt x="44200" y="28351"/>
                </a:cubicBezTo>
                <a:lnTo>
                  <a:pt x="44200" y="28351"/>
                </a:lnTo>
                <a:cubicBezTo>
                  <a:pt x="44082" y="28478"/>
                  <a:pt x="43947" y="28596"/>
                  <a:pt x="43803" y="28706"/>
                </a:cubicBezTo>
                <a:cubicBezTo>
                  <a:pt x="43761" y="28748"/>
                  <a:pt x="43710" y="28782"/>
                  <a:pt x="43642" y="28824"/>
                </a:cubicBezTo>
                <a:lnTo>
                  <a:pt x="43397" y="28977"/>
                </a:lnTo>
                <a:cubicBezTo>
                  <a:pt x="43837" y="28808"/>
                  <a:pt x="44243" y="28554"/>
                  <a:pt x="44590" y="28241"/>
                </a:cubicBezTo>
                <a:cubicBezTo>
                  <a:pt x="44742" y="28089"/>
                  <a:pt x="44920" y="27953"/>
                  <a:pt x="45063" y="27809"/>
                </a:cubicBezTo>
                <a:cubicBezTo>
                  <a:pt x="45207" y="27666"/>
                  <a:pt x="45368" y="27522"/>
                  <a:pt x="45520" y="27386"/>
                </a:cubicBezTo>
                <a:lnTo>
                  <a:pt x="45520" y="27386"/>
                </a:lnTo>
                <a:cubicBezTo>
                  <a:pt x="45504" y="27408"/>
                  <a:pt x="45488" y="27429"/>
                  <a:pt x="45470" y="27450"/>
                </a:cubicBezTo>
                <a:lnTo>
                  <a:pt x="45470" y="27450"/>
                </a:lnTo>
                <a:cubicBezTo>
                  <a:pt x="45742" y="27154"/>
                  <a:pt x="45958" y="26912"/>
                  <a:pt x="46121" y="26701"/>
                </a:cubicBezTo>
                <a:lnTo>
                  <a:pt x="46358" y="26405"/>
                </a:lnTo>
                <a:cubicBezTo>
                  <a:pt x="46425" y="26321"/>
                  <a:pt x="46485" y="26236"/>
                  <a:pt x="46544" y="26168"/>
                </a:cubicBezTo>
                <a:cubicBezTo>
                  <a:pt x="46696" y="25974"/>
                  <a:pt x="46865" y="25788"/>
                  <a:pt x="47043" y="25618"/>
                </a:cubicBezTo>
                <a:close/>
                <a:moveTo>
                  <a:pt x="21145" y="0"/>
                </a:moveTo>
                <a:cubicBezTo>
                  <a:pt x="21048" y="0"/>
                  <a:pt x="20948" y="10"/>
                  <a:pt x="20853" y="29"/>
                </a:cubicBezTo>
                <a:cubicBezTo>
                  <a:pt x="20607" y="54"/>
                  <a:pt x="20303" y="80"/>
                  <a:pt x="19981" y="122"/>
                </a:cubicBezTo>
                <a:cubicBezTo>
                  <a:pt x="19668" y="156"/>
                  <a:pt x="19330" y="190"/>
                  <a:pt x="19042" y="232"/>
                </a:cubicBezTo>
                <a:lnTo>
                  <a:pt x="18585" y="232"/>
                </a:lnTo>
                <a:cubicBezTo>
                  <a:pt x="18433" y="240"/>
                  <a:pt x="18272" y="240"/>
                  <a:pt x="18120" y="257"/>
                </a:cubicBezTo>
                <a:lnTo>
                  <a:pt x="17139" y="308"/>
                </a:lnTo>
                <a:lnTo>
                  <a:pt x="17257" y="274"/>
                </a:lnTo>
                <a:lnTo>
                  <a:pt x="17257" y="274"/>
                </a:lnTo>
                <a:cubicBezTo>
                  <a:pt x="16885" y="291"/>
                  <a:pt x="16301" y="359"/>
                  <a:pt x="15752" y="393"/>
                </a:cubicBezTo>
                <a:lnTo>
                  <a:pt x="15625" y="359"/>
                </a:lnTo>
                <a:cubicBezTo>
                  <a:pt x="15252" y="409"/>
                  <a:pt x="14542" y="477"/>
                  <a:pt x="13967" y="545"/>
                </a:cubicBezTo>
                <a:cubicBezTo>
                  <a:pt x="13967" y="550"/>
                  <a:pt x="13987" y="551"/>
                  <a:pt x="14018" y="551"/>
                </a:cubicBezTo>
                <a:cubicBezTo>
                  <a:pt x="14088" y="551"/>
                  <a:pt x="14211" y="543"/>
                  <a:pt x="14274" y="543"/>
                </a:cubicBezTo>
                <a:cubicBezTo>
                  <a:pt x="14326" y="543"/>
                  <a:pt x="14338" y="549"/>
                  <a:pt x="14246" y="570"/>
                </a:cubicBezTo>
                <a:cubicBezTo>
                  <a:pt x="14533" y="536"/>
                  <a:pt x="14779" y="511"/>
                  <a:pt x="14669" y="486"/>
                </a:cubicBezTo>
                <a:cubicBezTo>
                  <a:pt x="14735" y="480"/>
                  <a:pt x="14787" y="477"/>
                  <a:pt x="14831" y="477"/>
                </a:cubicBezTo>
                <a:cubicBezTo>
                  <a:pt x="14976" y="477"/>
                  <a:pt x="15028" y="503"/>
                  <a:pt x="15210" y="503"/>
                </a:cubicBezTo>
                <a:cubicBezTo>
                  <a:pt x="14846" y="553"/>
                  <a:pt x="14474" y="596"/>
                  <a:pt x="14102" y="646"/>
                </a:cubicBezTo>
                <a:cubicBezTo>
                  <a:pt x="14085" y="651"/>
                  <a:pt x="14064" y="653"/>
                  <a:pt x="14043" y="653"/>
                </a:cubicBezTo>
                <a:cubicBezTo>
                  <a:pt x="14022" y="653"/>
                  <a:pt x="14000" y="651"/>
                  <a:pt x="13984" y="646"/>
                </a:cubicBezTo>
                <a:lnTo>
                  <a:pt x="13899" y="706"/>
                </a:lnTo>
                <a:cubicBezTo>
                  <a:pt x="13769" y="721"/>
                  <a:pt x="13681" y="728"/>
                  <a:pt x="13629" y="728"/>
                </a:cubicBezTo>
                <a:cubicBezTo>
                  <a:pt x="13569" y="728"/>
                  <a:pt x="13555" y="719"/>
                  <a:pt x="13577" y="706"/>
                </a:cubicBezTo>
                <a:lnTo>
                  <a:pt x="13577" y="706"/>
                </a:lnTo>
                <a:cubicBezTo>
                  <a:pt x="12960" y="807"/>
                  <a:pt x="12748" y="892"/>
                  <a:pt x="12097" y="968"/>
                </a:cubicBezTo>
                <a:cubicBezTo>
                  <a:pt x="12322" y="897"/>
                  <a:pt x="12552" y="841"/>
                  <a:pt x="12787" y="803"/>
                </a:cubicBezTo>
                <a:lnTo>
                  <a:pt x="12787" y="803"/>
                </a:lnTo>
                <a:cubicBezTo>
                  <a:pt x="12611" y="827"/>
                  <a:pt x="12436" y="851"/>
                  <a:pt x="12258" y="875"/>
                </a:cubicBezTo>
                <a:cubicBezTo>
                  <a:pt x="12342" y="849"/>
                  <a:pt x="12486" y="824"/>
                  <a:pt x="12655" y="790"/>
                </a:cubicBezTo>
                <a:lnTo>
                  <a:pt x="13171" y="706"/>
                </a:lnTo>
                <a:cubicBezTo>
                  <a:pt x="13510" y="655"/>
                  <a:pt x="13780" y="604"/>
                  <a:pt x="13662" y="579"/>
                </a:cubicBezTo>
                <a:lnTo>
                  <a:pt x="13662" y="579"/>
                </a:lnTo>
                <a:cubicBezTo>
                  <a:pt x="12841" y="706"/>
                  <a:pt x="11649" y="909"/>
                  <a:pt x="10947" y="1095"/>
                </a:cubicBezTo>
                <a:cubicBezTo>
                  <a:pt x="10710" y="1103"/>
                  <a:pt x="10473" y="1137"/>
                  <a:pt x="10244" y="1196"/>
                </a:cubicBezTo>
                <a:cubicBezTo>
                  <a:pt x="9982" y="1255"/>
                  <a:pt x="9686" y="1315"/>
                  <a:pt x="9373" y="1374"/>
                </a:cubicBezTo>
                <a:cubicBezTo>
                  <a:pt x="9327" y="1374"/>
                  <a:pt x="9255" y="1380"/>
                  <a:pt x="9209" y="1380"/>
                </a:cubicBezTo>
                <a:cubicBezTo>
                  <a:pt x="9164" y="1380"/>
                  <a:pt x="9145" y="1374"/>
                  <a:pt x="9204" y="1348"/>
                </a:cubicBezTo>
                <a:lnTo>
                  <a:pt x="9270" y="1335"/>
                </a:lnTo>
                <a:lnTo>
                  <a:pt x="9270" y="1335"/>
                </a:lnTo>
                <a:cubicBezTo>
                  <a:pt x="9097" y="1369"/>
                  <a:pt x="8915" y="1399"/>
                  <a:pt x="8739" y="1441"/>
                </a:cubicBezTo>
                <a:cubicBezTo>
                  <a:pt x="8527" y="1501"/>
                  <a:pt x="8307" y="1551"/>
                  <a:pt x="8096" y="1611"/>
                </a:cubicBezTo>
                <a:lnTo>
                  <a:pt x="7774" y="1695"/>
                </a:lnTo>
                <a:lnTo>
                  <a:pt x="7470" y="1797"/>
                </a:lnTo>
                <a:lnTo>
                  <a:pt x="6911" y="1983"/>
                </a:lnTo>
                <a:cubicBezTo>
                  <a:pt x="6776" y="1991"/>
                  <a:pt x="6649" y="2017"/>
                  <a:pt x="6522" y="2034"/>
                </a:cubicBezTo>
                <a:cubicBezTo>
                  <a:pt x="5905" y="2211"/>
                  <a:pt x="5972" y="2211"/>
                  <a:pt x="6032" y="2220"/>
                </a:cubicBezTo>
                <a:cubicBezTo>
                  <a:pt x="6066" y="2228"/>
                  <a:pt x="6091" y="2237"/>
                  <a:pt x="6040" y="2271"/>
                </a:cubicBezTo>
                <a:cubicBezTo>
                  <a:pt x="5989" y="2287"/>
                  <a:pt x="5930" y="2313"/>
                  <a:pt x="5879" y="2330"/>
                </a:cubicBezTo>
                <a:cubicBezTo>
                  <a:pt x="5803" y="2364"/>
                  <a:pt x="5685" y="2406"/>
                  <a:pt x="5533" y="2465"/>
                </a:cubicBezTo>
                <a:cubicBezTo>
                  <a:pt x="5228" y="2533"/>
                  <a:pt x="4932" y="2617"/>
                  <a:pt x="4636" y="2736"/>
                </a:cubicBezTo>
                <a:cubicBezTo>
                  <a:pt x="4416" y="2837"/>
                  <a:pt x="4179" y="2913"/>
                  <a:pt x="3942" y="2973"/>
                </a:cubicBezTo>
                <a:cubicBezTo>
                  <a:pt x="3714" y="3083"/>
                  <a:pt x="3612" y="3125"/>
                  <a:pt x="3604" y="3176"/>
                </a:cubicBezTo>
                <a:lnTo>
                  <a:pt x="3976" y="3015"/>
                </a:lnTo>
                <a:cubicBezTo>
                  <a:pt x="4027" y="2994"/>
                  <a:pt x="4067" y="2979"/>
                  <a:pt x="4079" y="2979"/>
                </a:cubicBezTo>
                <a:cubicBezTo>
                  <a:pt x="4090" y="2979"/>
                  <a:pt x="4073" y="2994"/>
                  <a:pt x="4010" y="3032"/>
                </a:cubicBezTo>
                <a:cubicBezTo>
                  <a:pt x="3604" y="3226"/>
                  <a:pt x="3392" y="3286"/>
                  <a:pt x="3079" y="3438"/>
                </a:cubicBezTo>
                <a:cubicBezTo>
                  <a:pt x="3093" y="3418"/>
                  <a:pt x="3238" y="3326"/>
                  <a:pt x="3228" y="3326"/>
                </a:cubicBezTo>
                <a:cubicBezTo>
                  <a:pt x="3226" y="3326"/>
                  <a:pt x="3214" y="3332"/>
                  <a:pt x="3189" y="3345"/>
                </a:cubicBezTo>
                <a:cubicBezTo>
                  <a:pt x="2800" y="3548"/>
                  <a:pt x="2242" y="3827"/>
                  <a:pt x="1709" y="4148"/>
                </a:cubicBezTo>
                <a:cubicBezTo>
                  <a:pt x="1455" y="4301"/>
                  <a:pt x="1201" y="4470"/>
                  <a:pt x="956" y="4648"/>
                </a:cubicBezTo>
                <a:cubicBezTo>
                  <a:pt x="846" y="4732"/>
                  <a:pt x="736" y="4808"/>
                  <a:pt x="635" y="4884"/>
                </a:cubicBezTo>
                <a:cubicBezTo>
                  <a:pt x="542" y="4961"/>
                  <a:pt x="448" y="5045"/>
                  <a:pt x="372" y="5113"/>
                </a:cubicBezTo>
                <a:cubicBezTo>
                  <a:pt x="499" y="5020"/>
                  <a:pt x="558" y="4961"/>
                  <a:pt x="643" y="4893"/>
                </a:cubicBezTo>
                <a:cubicBezTo>
                  <a:pt x="753" y="4808"/>
                  <a:pt x="871" y="4732"/>
                  <a:pt x="990" y="4665"/>
                </a:cubicBezTo>
                <a:lnTo>
                  <a:pt x="990" y="4665"/>
                </a:lnTo>
                <a:cubicBezTo>
                  <a:pt x="998" y="4690"/>
                  <a:pt x="812" y="4808"/>
                  <a:pt x="745" y="4868"/>
                </a:cubicBezTo>
                <a:cubicBezTo>
                  <a:pt x="747" y="4868"/>
                  <a:pt x="749" y="4868"/>
                  <a:pt x="751" y="4868"/>
                </a:cubicBezTo>
                <a:cubicBezTo>
                  <a:pt x="828" y="4868"/>
                  <a:pt x="1094" y="4600"/>
                  <a:pt x="1472" y="4411"/>
                </a:cubicBezTo>
                <a:lnTo>
                  <a:pt x="1472" y="4411"/>
                </a:lnTo>
                <a:lnTo>
                  <a:pt x="897" y="4851"/>
                </a:lnTo>
                <a:lnTo>
                  <a:pt x="1261" y="4673"/>
                </a:lnTo>
                <a:lnTo>
                  <a:pt x="939" y="4918"/>
                </a:lnTo>
                <a:cubicBezTo>
                  <a:pt x="829" y="5003"/>
                  <a:pt x="728" y="5087"/>
                  <a:pt x="618" y="5181"/>
                </a:cubicBezTo>
                <a:lnTo>
                  <a:pt x="0" y="5705"/>
                </a:lnTo>
                <a:cubicBezTo>
                  <a:pt x="279" y="5519"/>
                  <a:pt x="508" y="5341"/>
                  <a:pt x="719" y="5181"/>
                </a:cubicBezTo>
                <a:lnTo>
                  <a:pt x="1303" y="4741"/>
                </a:lnTo>
                <a:cubicBezTo>
                  <a:pt x="1396" y="4673"/>
                  <a:pt x="1489" y="4597"/>
                  <a:pt x="1582" y="4538"/>
                </a:cubicBezTo>
                <a:cubicBezTo>
                  <a:pt x="1675" y="4470"/>
                  <a:pt x="1768" y="4411"/>
                  <a:pt x="1878" y="4352"/>
                </a:cubicBezTo>
                <a:cubicBezTo>
                  <a:pt x="1980" y="4292"/>
                  <a:pt x="2090" y="4233"/>
                  <a:pt x="2191" y="4165"/>
                </a:cubicBezTo>
                <a:cubicBezTo>
                  <a:pt x="2310" y="4106"/>
                  <a:pt x="2428" y="4047"/>
                  <a:pt x="2546" y="3996"/>
                </a:cubicBezTo>
                <a:lnTo>
                  <a:pt x="2546" y="3996"/>
                </a:lnTo>
                <a:cubicBezTo>
                  <a:pt x="2489" y="4033"/>
                  <a:pt x="2479" y="4045"/>
                  <a:pt x="2490" y="4045"/>
                </a:cubicBezTo>
                <a:cubicBezTo>
                  <a:pt x="2508" y="4045"/>
                  <a:pt x="2575" y="4018"/>
                  <a:pt x="2606" y="4013"/>
                </a:cubicBezTo>
                <a:cubicBezTo>
                  <a:pt x="2902" y="3835"/>
                  <a:pt x="3274" y="3641"/>
                  <a:pt x="3460" y="3531"/>
                </a:cubicBezTo>
                <a:lnTo>
                  <a:pt x="3968" y="3311"/>
                </a:lnTo>
                <a:lnTo>
                  <a:pt x="3968" y="3311"/>
                </a:lnTo>
                <a:cubicBezTo>
                  <a:pt x="3976" y="3336"/>
                  <a:pt x="3807" y="3489"/>
                  <a:pt x="3282" y="3717"/>
                </a:cubicBezTo>
                <a:cubicBezTo>
                  <a:pt x="3739" y="3522"/>
                  <a:pt x="4162" y="3311"/>
                  <a:pt x="4585" y="3142"/>
                </a:cubicBezTo>
                <a:cubicBezTo>
                  <a:pt x="4797" y="3057"/>
                  <a:pt x="4991" y="2964"/>
                  <a:pt x="5203" y="2888"/>
                </a:cubicBezTo>
                <a:lnTo>
                  <a:pt x="5829" y="2651"/>
                </a:lnTo>
                <a:cubicBezTo>
                  <a:pt x="6692" y="2321"/>
                  <a:pt x="7588" y="2067"/>
                  <a:pt x="8493" y="1881"/>
                </a:cubicBezTo>
                <a:cubicBezTo>
                  <a:pt x="8497" y="1881"/>
                  <a:pt x="8501" y="1881"/>
                  <a:pt x="8503" y="1881"/>
                </a:cubicBezTo>
                <a:cubicBezTo>
                  <a:pt x="8541" y="1881"/>
                  <a:pt x="8323" y="1937"/>
                  <a:pt x="8350" y="1937"/>
                </a:cubicBezTo>
                <a:cubicBezTo>
                  <a:pt x="8354" y="1937"/>
                  <a:pt x="8365" y="1935"/>
                  <a:pt x="8383" y="1932"/>
                </a:cubicBezTo>
                <a:lnTo>
                  <a:pt x="8823" y="1805"/>
                </a:lnTo>
                <a:cubicBezTo>
                  <a:pt x="8908" y="1788"/>
                  <a:pt x="8984" y="1763"/>
                  <a:pt x="9052" y="1729"/>
                </a:cubicBezTo>
                <a:lnTo>
                  <a:pt x="9052" y="1729"/>
                </a:lnTo>
                <a:cubicBezTo>
                  <a:pt x="9018" y="1750"/>
                  <a:pt x="8979" y="1770"/>
                  <a:pt x="8939" y="1784"/>
                </a:cubicBezTo>
                <a:lnTo>
                  <a:pt x="8939" y="1784"/>
                </a:lnTo>
                <a:cubicBezTo>
                  <a:pt x="9876" y="1567"/>
                  <a:pt x="10416" y="1554"/>
                  <a:pt x="11048" y="1408"/>
                </a:cubicBezTo>
                <a:lnTo>
                  <a:pt x="11048" y="1408"/>
                </a:lnTo>
                <a:cubicBezTo>
                  <a:pt x="11082" y="1441"/>
                  <a:pt x="10541" y="1518"/>
                  <a:pt x="10625" y="1518"/>
                </a:cubicBezTo>
                <a:cubicBezTo>
                  <a:pt x="11649" y="1374"/>
                  <a:pt x="12156" y="1196"/>
                  <a:pt x="13188" y="1069"/>
                </a:cubicBezTo>
                <a:lnTo>
                  <a:pt x="13188" y="1069"/>
                </a:lnTo>
                <a:cubicBezTo>
                  <a:pt x="13061" y="1102"/>
                  <a:pt x="13066" y="1112"/>
                  <a:pt x="13136" y="1112"/>
                </a:cubicBezTo>
                <a:cubicBezTo>
                  <a:pt x="13248" y="1112"/>
                  <a:pt x="13527" y="1086"/>
                  <a:pt x="13704" y="1086"/>
                </a:cubicBezTo>
                <a:cubicBezTo>
                  <a:pt x="14542" y="942"/>
                  <a:pt x="16344" y="765"/>
                  <a:pt x="17621" y="655"/>
                </a:cubicBezTo>
                <a:lnTo>
                  <a:pt x="17621" y="655"/>
                </a:lnTo>
                <a:cubicBezTo>
                  <a:pt x="17538" y="689"/>
                  <a:pt x="17588" y="700"/>
                  <a:pt x="17710" y="700"/>
                </a:cubicBezTo>
                <a:cubicBezTo>
                  <a:pt x="17971" y="700"/>
                  <a:pt x="18560" y="648"/>
                  <a:pt x="18907" y="648"/>
                </a:cubicBezTo>
                <a:cubicBezTo>
                  <a:pt x="19046" y="648"/>
                  <a:pt x="19146" y="657"/>
                  <a:pt x="19169" y="680"/>
                </a:cubicBezTo>
                <a:cubicBezTo>
                  <a:pt x="19448" y="672"/>
                  <a:pt x="19897" y="638"/>
                  <a:pt x="19922" y="596"/>
                </a:cubicBezTo>
                <a:lnTo>
                  <a:pt x="19922" y="596"/>
                </a:lnTo>
                <a:cubicBezTo>
                  <a:pt x="19869" y="604"/>
                  <a:pt x="19787" y="608"/>
                  <a:pt x="19705" y="608"/>
                </a:cubicBezTo>
                <a:cubicBezTo>
                  <a:pt x="19552" y="608"/>
                  <a:pt x="19398" y="595"/>
                  <a:pt x="19431" y="579"/>
                </a:cubicBezTo>
                <a:lnTo>
                  <a:pt x="20125" y="545"/>
                </a:lnTo>
                <a:cubicBezTo>
                  <a:pt x="20260" y="545"/>
                  <a:pt x="20404" y="528"/>
                  <a:pt x="20548" y="494"/>
                </a:cubicBezTo>
                <a:lnTo>
                  <a:pt x="21064" y="536"/>
                </a:lnTo>
                <a:cubicBezTo>
                  <a:pt x="21098" y="494"/>
                  <a:pt x="21259" y="443"/>
                  <a:pt x="21546" y="443"/>
                </a:cubicBezTo>
                <a:cubicBezTo>
                  <a:pt x="21701" y="468"/>
                  <a:pt x="21778" y="476"/>
                  <a:pt x="21817" y="476"/>
                </a:cubicBezTo>
                <a:cubicBezTo>
                  <a:pt x="21915" y="476"/>
                  <a:pt x="21783" y="422"/>
                  <a:pt x="22071" y="422"/>
                </a:cubicBezTo>
                <a:cubicBezTo>
                  <a:pt x="22146" y="422"/>
                  <a:pt x="22249" y="426"/>
                  <a:pt x="22392" y="435"/>
                </a:cubicBezTo>
                <a:cubicBezTo>
                  <a:pt x="22231" y="460"/>
                  <a:pt x="22079" y="494"/>
                  <a:pt x="21927" y="536"/>
                </a:cubicBezTo>
                <a:cubicBezTo>
                  <a:pt x="21988" y="539"/>
                  <a:pt x="22049" y="540"/>
                  <a:pt x="22111" y="540"/>
                </a:cubicBezTo>
                <a:cubicBezTo>
                  <a:pt x="22278" y="540"/>
                  <a:pt x="22447" y="532"/>
                  <a:pt x="22621" y="519"/>
                </a:cubicBezTo>
                <a:lnTo>
                  <a:pt x="22621" y="519"/>
                </a:lnTo>
                <a:cubicBezTo>
                  <a:pt x="22722" y="545"/>
                  <a:pt x="22308" y="596"/>
                  <a:pt x="21969" y="612"/>
                </a:cubicBezTo>
                <a:lnTo>
                  <a:pt x="22536" y="646"/>
                </a:lnTo>
                <a:cubicBezTo>
                  <a:pt x="22954" y="606"/>
                  <a:pt x="23374" y="587"/>
                  <a:pt x="23795" y="587"/>
                </a:cubicBezTo>
                <a:cubicBezTo>
                  <a:pt x="24165" y="587"/>
                  <a:pt x="24536" y="602"/>
                  <a:pt x="24905" y="629"/>
                </a:cubicBezTo>
                <a:cubicBezTo>
                  <a:pt x="24761" y="655"/>
                  <a:pt x="24482" y="638"/>
                  <a:pt x="24702" y="697"/>
                </a:cubicBezTo>
                <a:lnTo>
                  <a:pt x="25344" y="697"/>
                </a:lnTo>
                <a:cubicBezTo>
                  <a:pt x="25590" y="706"/>
                  <a:pt x="25835" y="731"/>
                  <a:pt x="26080" y="765"/>
                </a:cubicBezTo>
                <a:cubicBezTo>
                  <a:pt x="26013" y="765"/>
                  <a:pt x="26055" y="773"/>
                  <a:pt x="25987" y="773"/>
                </a:cubicBezTo>
                <a:cubicBezTo>
                  <a:pt x="26859" y="799"/>
                  <a:pt x="26639" y="849"/>
                  <a:pt x="27426" y="951"/>
                </a:cubicBezTo>
                <a:cubicBezTo>
                  <a:pt x="27409" y="959"/>
                  <a:pt x="27392" y="968"/>
                  <a:pt x="27383" y="968"/>
                </a:cubicBezTo>
                <a:lnTo>
                  <a:pt x="27865" y="993"/>
                </a:lnTo>
                <a:cubicBezTo>
                  <a:pt x="28204" y="1010"/>
                  <a:pt x="28542" y="1061"/>
                  <a:pt x="28872" y="1154"/>
                </a:cubicBezTo>
                <a:cubicBezTo>
                  <a:pt x="29100" y="1222"/>
                  <a:pt x="29270" y="1298"/>
                  <a:pt x="29557" y="1382"/>
                </a:cubicBezTo>
                <a:lnTo>
                  <a:pt x="29430" y="1357"/>
                </a:lnTo>
                <a:lnTo>
                  <a:pt x="29430" y="1357"/>
                </a:lnTo>
                <a:cubicBezTo>
                  <a:pt x="29743" y="1458"/>
                  <a:pt x="30065" y="1526"/>
                  <a:pt x="30386" y="1585"/>
                </a:cubicBezTo>
                <a:cubicBezTo>
                  <a:pt x="30775" y="1661"/>
                  <a:pt x="31156" y="1763"/>
                  <a:pt x="31317" y="1814"/>
                </a:cubicBezTo>
                <a:cubicBezTo>
                  <a:pt x="30911" y="1670"/>
                  <a:pt x="31190" y="1738"/>
                  <a:pt x="30894" y="1602"/>
                </a:cubicBezTo>
                <a:cubicBezTo>
                  <a:pt x="30775" y="1577"/>
                  <a:pt x="30657" y="1560"/>
                  <a:pt x="30547" y="1560"/>
                </a:cubicBezTo>
                <a:cubicBezTo>
                  <a:pt x="30361" y="1551"/>
                  <a:pt x="30183" y="1518"/>
                  <a:pt x="30006" y="1467"/>
                </a:cubicBezTo>
                <a:cubicBezTo>
                  <a:pt x="30046" y="1465"/>
                  <a:pt x="30085" y="1464"/>
                  <a:pt x="30124" y="1464"/>
                </a:cubicBezTo>
                <a:cubicBezTo>
                  <a:pt x="30251" y="1464"/>
                  <a:pt x="30375" y="1475"/>
                  <a:pt x="30505" y="1501"/>
                </a:cubicBezTo>
                <a:cubicBezTo>
                  <a:pt x="30682" y="1535"/>
                  <a:pt x="30868" y="1560"/>
                  <a:pt x="31055" y="1568"/>
                </a:cubicBezTo>
                <a:cubicBezTo>
                  <a:pt x="31401" y="1653"/>
                  <a:pt x="31604" y="1805"/>
                  <a:pt x="31630" y="1848"/>
                </a:cubicBezTo>
                <a:cubicBezTo>
                  <a:pt x="32484" y="2076"/>
                  <a:pt x="32949" y="2237"/>
                  <a:pt x="33973" y="2575"/>
                </a:cubicBezTo>
                <a:cubicBezTo>
                  <a:pt x="34354" y="2651"/>
                  <a:pt x="34675" y="2660"/>
                  <a:pt x="35479" y="3066"/>
                </a:cubicBezTo>
                <a:lnTo>
                  <a:pt x="35467" y="3066"/>
                </a:lnTo>
                <a:cubicBezTo>
                  <a:pt x="35573" y="3092"/>
                  <a:pt x="35852" y="3251"/>
                  <a:pt x="36003" y="3294"/>
                </a:cubicBezTo>
                <a:cubicBezTo>
                  <a:pt x="35936" y="3246"/>
                  <a:pt x="35928" y="3231"/>
                  <a:pt x="35947" y="3231"/>
                </a:cubicBezTo>
                <a:cubicBezTo>
                  <a:pt x="35983" y="3231"/>
                  <a:pt x="36105" y="3279"/>
                  <a:pt x="36136" y="3279"/>
                </a:cubicBezTo>
                <a:cubicBezTo>
                  <a:pt x="36155" y="3279"/>
                  <a:pt x="36139" y="3261"/>
                  <a:pt x="36046" y="3201"/>
                </a:cubicBezTo>
                <a:lnTo>
                  <a:pt x="36046" y="3201"/>
                </a:lnTo>
                <a:cubicBezTo>
                  <a:pt x="36536" y="3421"/>
                  <a:pt x="36570" y="3539"/>
                  <a:pt x="36595" y="3607"/>
                </a:cubicBezTo>
                <a:cubicBezTo>
                  <a:pt x="36790" y="3649"/>
                  <a:pt x="37018" y="3776"/>
                  <a:pt x="37281" y="3937"/>
                </a:cubicBezTo>
                <a:cubicBezTo>
                  <a:pt x="37551" y="4106"/>
                  <a:pt x="37864" y="4292"/>
                  <a:pt x="38228" y="4478"/>
                </a:cubicBezTo>
                <a:cubicBezTo>
                  <a:pt x="38113" y="4444"/>
                  <a:pt x="37595" y="4166"/>
                  <a:pt x="37547" y="4166"/>
                </a:cubicBezTo>
                <a:cubicBezTo>
                  <a:pt x="37535" y="4166"/>
                  <a:pt x="37552" y="4183"/>
                  <a:pt x="37611" y="4225"/>
                </a:cubicBezTo>
                <a:cubicBezTo>
                  <a:pt x="37932" y="4360"/>
                  <a:pt x="38237" y="4512"/>
                  <a:pt x="38550" y="4665"/>
                </a:cubicBezTo>
                <a:cubicBezTo>
                  <a:pt x="38423" y="4580"/>
                  <a:pt x="38287" y="4504"/>
                  <a:pt x="38160" y="4428"/>
                </a:cubicBezTo>
                <a:lnTo>
                  <a:pt x="38160" y="4428"/>
                </a:lnTo>
                <a:cubicBezTo>
                  <a:pt x="38414" y="4546"/>
                  <a:pt x="38668" y="4690"/>
                  <a:pt x="38896" y="4859"/>
                </a:cubicBezTo>
                <a:cubicBezTo>
                  <a:pt x="39066" y="4978"/>
                  <a:pt x="39193" y="5096"/>
                  <a:pt x="39370" y="5240"/>
                </a:cubicBezTo>
                <a:cubicBezTo>
                  <a:pt x="39380" y="5251"/>
                  <a:pt x="39381" y="5256"/>
                  <a:pt x="39376" y="5256"/>
                </a:cubicBezTo>
                <a:cubicBezTo>
                  <a:pt x="39359" y="5256"/>
                  <a:pt x="39263" y="5197"/>
                  <a:pt x="39155" y="5128"/>
                </a:cubicBezTo>
                <a:lnTo>
                  <a:pt x="39155" y="5128"/>
                </a:lnTo>
                <a:cubicBezTo>
                  <a:pt x="39221" y="5172"/>
                  <a:pt x="39293" y="5220"/>
                  <a:pt x="39370" y="5265"/>
                </a:cubicBezTo>
                <a:lnTo>
                  <a:pt x="39582" y="5400"/>
                </a:lnTo>
                <a:lnTo>
                  <a:pt x="39793" y="5527"/>
                </a:lnTo>
                <a:cubicBezTo>
                  <a:pt x="40005" y="5646"/>
                  <a:pt x="40681" y="6103"/>
                  <a:pt x="40969" y="6280"/>
                </a:cubicBezTo>
                <a:lnTo>
                  <a:pt x="41062" y="6365"/>
                </a:lnTo>
                <a:cubicBezTo>
                  <a:pt x="41045" y="6365"/>
                  <a:pt x="41028" y="6348"/>
                  <a:pt x="41011" y="6339"/>
                </a:cubicBezTo>
                <a:lnTo>
                  <a:pt x="41011" y="6339"/>
                </a:lnTo>
                <a:cubicBezTo>
                  <a:pt x="41062" y="6382"/>
                  <a:pt x="41104" y="6416"/>
                  <a:pt x="41147" y="6441"/>
                </a:cubicBezTo>
                <a:cubicBezTo>
                  <a:pt x="41257" y="6534"/>
                  <a:pt x="41358" y="6627"/>
                  <a:pt x="41460" y="6720"/>
                </a:cubicBezTo>
                <a:lnTo>
                  <a:pt x="41392" y="6678"/>
                </a:lnTo>
                <a:lnTo>
                  <a:pt x="41519" y="6771"/>
                </a:lnTo>
                <a:cubicBezTo>
                  <a:pt x="41620" y="6872"/>
                  <a:pt x="41730" y="6965"/>
                  <a:pt x="41823" y="7075"/>
                </a:cubicBezTo>
                <a:lnTo>
                  <a:pt x="42001" y="7202"/>
                </a:lnTo>
                <a:lnTo>
                  <a:pt x="42001" y="7202"/>
                </a:lnTo>
                <a:lnTo>
                  <a:pt x="41916" y="7126"/>
                </a:lnTo>
                <a:cubicBezTo>
                  <a:pt x="41919" y="7126"/>
                  <a:pt x="41921" y="7126"/>
                  <a:pt x="41923" y="7126"/>
                </a:cubicBezTo>
                <a:cubicBezTo>
                  <a:pt x="41971" y="7126"/>
                  <a:pt x="42086" y="7200"/>
                  <a:pt x="42246" y="7321"/>
                </a:cubicBezTo>
                <a:cubicBezTo>
                  <a:pt x="42458" y="7490"/>
                  <a:pt x="42661" y="7668"/>
                  <a:pt x="42847" y="7854"/>
                </a:cubicBezTo>
                <a:cubicBezTo>
                  <a:pt x="42822" y="7828"/>
                  <a:pt x="42593" y="7591"/>
                  <a:pt x="42263" y="7270"/>
                </a:cubicBezTo>
                <a:lnTo>
                  <a:pt x="42263" y="7270"/>
                </a:lnTo>
                <a:cubicBezTo>
                  <a:pt x="42306" y="7295"/>
                  <a:pt x="42348" y="7329"/>
                  <a:pt x="42390" y="7355"/>
                </a:cubicBezTo>
                <a:cubicBezTo>
                  <a:pt x="42889" y="7845"/>
                  <a:pt x="43329" y="8319"/>
                  <a:pt x="43727" y="8776"/>
                </a:cubicBezTo>
                <a:cubicBezTo>
                  <a:pt x="43566" y="8624"/>
                  <a:pt x="43405" y="8463"/>
                  <a:pt x="43219" y="8260"/>
                </a:cubicBezTo>
                <a:lnTo>
                  <a:pt x="43219" y="8260"/>
                </a:lnTo>
                <a:cubicBezTo>
                  <a:pt x="43414" y="8522"/>
                  <a:pt x="43701" y="8810"/>
                  <a:pt x="43947" y="9089"/>
                </a:cubicBezTo>
                <a:lnTo>
                  <a:pt x="44124" y="9292"/>
                </a:lnTo>
                <a:cubicBezTo>
                  <a:pt x="44175" y="9359"/>
                  <a:pt x="44226" y="9419"/>
                  <a:pt x="44268" y="9478"/>
                </a:cubicBezTo>
                <a:cubicBezTo>
                  <a:pt x="44344" y="9571"/>
                  <a:pt x="44404" y="9664"/>
                  <a:pt x="44454" y="9766"/>
                </a:cubicBezTo>
                <a:cubicBezTo>
                  <a:pt x="43778" y="9046"/>
                  <a:pt x="43498" y="8666"/>
                  <a:pt x="42745" y="7938"/>
                </a:cubicBezTo>
                <a:cubicBezTo>
                  <a:pt x="42683" y="7856"/>
                  <a:pt x="42664" y="7823"/>
                  <a:pt x="42674" y="7823"/>
                </a:cubicBezTo>
                <a:cubicBezTo>
                  <a:pt x="42716" y="7823"/>
                  <a:pt x="43261" y="8395"/>
                  <a:pt x="43295" y="8395"/>
                </a:cubicBezTo>
                <a:cubicBezTo>
                  <a:pt x="43168" y="8243"/>
                  <a:pt x="43033" y="8099"/>
                  <a:pt x="42898" y="7955"/>
                </a:cubicBezTo>
                <a:lnTo>
                  <a:pt x="42898" y="7955"/>
                </a:lnTo>
                <a:cubicBezTo>
                  <a:pt x="42899" y="7958"/>
                  <a:pt x="42899" y="7960"/>
                  <a:pt x="42897" y="7960"/>
                </a:cubicBezTo>
                <a:cubicBezTo>
                  <a:pt x="42864" y="7960"/>
                  <a:pt x="42276" y="7392"/>
                  <a:pt x="42201" y="7392"/>
                </a:cubicBezTo>
                <a:cubicBezTo>
                  <a:pt x="42188" y="7392"/>
                  <a:pt x="42190" y="7409"/>
                  <a:pt x="42213" y="7448"/>
                </a:cubicBezTo>
                <a:cubicBezTo>
                  <a:pt x="42669" y="7904"/>
                  <a:pt x="43118" y="8370"/>
                  <a:pt x="43524" y="8835"/>
                </a:cubicBezTo>
                <a:cubicBezTo>
                  <a:pt x="43930" y="9300"/>
                  <a:pt x="44310" y="9757"/>
                  <a:pt x="44640" y="10205"/>
                </a:cubicBezTo>
                <a:cubicBezTo>
                  <a:pt x="44310" y="10011"/>
                  <a:pt x="43964" y="9833"/>
                  <a:pt x="43625" y="9664"/>
                </a:cubicBezTo>
                <a:cubicBezTo>
                  <a:pt x="43623" y="9666"/>
                  <a:pt x="43621" y="9667"/>
                  <a:pt x="43618" y="9667"/>
                </a:cubicBezTo>
                <a:cubicBezTo>
                  <a:pt x="43607" y="9667"/>
                  <a:pt x="43588" y="9656"/>
                  <a:pt x="43549" y="9630"/>
                </a:cubicBezTo>
                <a:lnTo>
                  <a:pt x="43549" y="9630"/>
                </a:lnTo>
                <a:cubicBezTo>
                  <a:pt x="43877" y="10027"/>
                  <a:pt x="43997" y="10110"/>
                  <a:pt x="44054" y="10110"/>
                </a:cubicBezTo>
                <a:cubicBezTo>
                  <a:pt x="44094" y="10110"/>
                  <a:pt x="44101" y="10067"/>
                  <a:pt x="44128" y="10067"/>
                </a:cubicBezTo>
                <a:cubicBezTo>
                  <a:pt x="44142" y="10067"/>
                  <a:pt x="44161" y="10078"/>
                  <a:pt x="44192" y="10112"/>
                </a:cubicBezTo>
                <a:cubicBezTo>
                  <a:pt x="44344" y="10298"/>
                  <a:pt x="44497" y="10442"/>
                  <a:pt x="44598" y="10628"/>
                </a:cubicBezTo>
                <a:cubicBezTo>
                  <a:pt x="44564" y="10595"/>
                  <a:pt x="44539" y="10578"/>
                  <a:pt x="44505" y="10552"/>
                </a:cubicBezTo>
                <a:lnTo>
                  <a:pt x="44505" y="10552"/>
                </a:lnTo>
                <a:cubicBezTo>
                  <a:pt x="44920" y="11085"/>
                  <a:pt x="44691" y="10679"/>
                  <a:pt x="45021" y="11187"/>
                </a:cubicBezTo>
                <a:cubicBezTo>
                  <a:pt x="45086" y="11266"/>
                  <a:pt x="45112" y="11296"/>
                  <a:pt x="45116" y="11296"/>
                </a:cubicBezTo>
                <a:cubicBezTo>
                  <a:pt x="45121" y="11296"/>
                  <a:pt x="45085" y="11241"/>
                  <a:pt x="45046" y="11178"/>
                </a:cubicBezTo>
                <a:cubicBezTo>
                  <a:pt x="44998" y="11100"/>
                  <a:pt x="44941" y="11012"/>
                  <a:pt x="44950" y="11012"/>
                </a:cubicBezTo>
                <a:cubicBezTo>
                  <a:pt x="44953" y="11012"/>
                  <a:pt x="44967" y="11026"/>
                  <a:pt x="44996" y="11060"/>
                </a:cubicBezTo>
                <a:cubicBezTo>
                  <a:pt x="45334" y="11610"/>
                  <a:pt x="45334" y="11314"/>
                  <a:pt x="45799" y="12210"/>
                </a:cubicBezTo>
                <a:cubicBezTo>
                  <a:pt x="45796" y="12208"/>
                  <a:pt x="45793" y="12207"/>
                  <a:pt x="45790" y="12207"/>
                </a:cubicBezTo>
                <a:cubicBezTo>
                  <a:pt x="45782" y="12207"/>
                  <a:pt x="45777" y="12216"/>
                  <a:pt x="45766" y="12216"/>
                </a:cubicBezTo>
                <a:cubicBezTo>
                  <a:pt x="45742" y="12216"/>
                  <a:pt x="45688" y="12168"/>
                  <a:pt x="45486" y="11847"/>
                </a:cubicBezTo>
                <a:lnTo>
                  <a:pt x="45486" y="11847"/>
                </a:lnTo>
                <a:cubicBezTo>
                  <a:pt x="45571" y="12016"/>
                  <a:pt x="45656" y="12185"/>
                  <a:pt x="45732" y="12363"/>
                </a:cubicBezTo>
                <a:lnTo>
                  <a:pt x="45224" y="11559"/>
                </a:lnTo>
                <a:cubicBezTo>
                  <a:pt x="44996" y="11331"/>
                  <a:pt x="45013" y="11415"/>
                  <a:pt x="44801" y="11204"/>
                </a:cubicBezTo>
                <a:lnTo>
                  <a:pt x="44801" y="11204"/>
                </a:lnTo>
                <a:cubicBezTo>
                  <a:pt x="44953" y="11407"/>
                  <a:pt x="44970" y="11339"/>
                  <a:pt x="45182" y="11660"/>
                </a:cubicBezTo>
                <a:cubicBezTo>
                  <a:pt x="45254" y="11785"/>
                  <a:pt x="45277" y="11828"/>
                  <a:pt x="45272" y="11828"/>
                </a:cubicBezTo>
                <a:cubicBezTo>
                  <a:pt x="45260" y="11828"/>
                  <a:pt x="45107" y="11604"/>
                  <a:pt x="45072" y="11593"/>
                </a:cubicBezTo>
                <a:lnTo>
                  <a:pt x="45072" y="11593"/>
                </a:lnTo>
                <a:cubicBezTo>
                  <a:pt x="45156" y="11686"/>
                  <a:pt x="45233" y="11787"/>
                  <a:pt x="45292" y="11897"/>
                </a:cubicBezTo>
                <a:cubicBezTo>
                  <a:pt x="45343" y="11982"/>
                  <a:pt x="45385" y="12058"/>
                  <a:pt x="45419" y="12134"/>
                </a:cubicBezTo>
                <a:cubicBezTo>
                  <a:pt x="45495" y="12320"/>
                  <a:pt x="45596" y="12489"/>
                  <a:pt x="45715" y="12650"/>
                </a:cubicBezTo>
                <a:cubicBezTo>
                  <a:pt x="45732" y="12515"/>
                  <a:pt x="45774" y="12616"/>
                  <a:pt x="45622" y="12244"/>
                </a:cubicBezTo>
                <a:lnTo>
                  <a:pt x="45622" y="12244"/>
                </a:lnTo>
                <a:cubicBezTo>
                  <a:pt x="45732" y="12413"/>
                  <a:pt x="45825" y="12582"/>
                  <a:pt x="45901" y="12769"/>
                </a:cubicBezTo>
                <a:cubicBezTo>
                  <a:pt x="45969" y="12921"/>
                  <a:pt x="45985" y="13039"/>
                  <a:pt x="45952" y="13039"/>
                </a:cubicBezTo>
                <a:lnTo>
                  <a:pt x="46045" y="13082"/>
                </a:lnTo>
                <a:cubicBezTo>
                  <a:pt x="46070" y="13175"/>
                  <a:pt x="46214" y="13454"/>
                  <a:pt x="46205" y="13479"/>
                </a:cubicBezTo>
                <a:lnTo>
                  <a:pt x="46282" y="13581"/>
                </a:lnTo>
                <a:cubicBezTo>
                  <a:pt x="46248" y="13445"/>
                  <a:pt x="46197" y="13302"/>
                  <a:pt x="46138" y="13175"/>
                </a:cubicBezTo>
                <a:cubicBezTo>
                  <a:pt x="46062" y="12997"/>
                  <a:pt x="45969" y="12819"/>
                  <a:pt x="45867" y="12650"/>
                </a:cubicBezTo>
                <a:lnTo>
                  <a:pt x="45867" y="12650"/>
                </a:lnTo>
                <a:cubicBezTo>
                  <a:pt x="45890" y="12679"/>
                  <a:pt x="45903" y="12689"/>
                  <a:pt x="45911" y="12689"/>
                </a:cubicBezTo>
                <a:cubicBezTo>
                  <a:pt x="45927" y="12689"/>
                  <a:pt x="45923" y="12650"/>
                  <a:pt x="45935" y="12633"/>
                </a:cubicBezTo>
                <a:cubicBezTo>
                  <a:pt x="45938" y="12629"/>
                  <a:pt x="45941" y="12626"/>
                  <a:pt x="45946" y="12626"/>
                </a:cubicBezTo>
                <a:cubicBezTo>
                  <a:pt x="45969" y="12626"/>
                  <a:pt x="46019" y="12690"/>
                  <a:pt x="46146" y="12929"/>
                </a:cubicBezTo>
                <a:cubicBezTo>
                  <a:pt x="46195" y="13027"/>
                  <a:pt x="46204" y="13056"/>
                  <a:pt x="46196" y="13056"/>
                </a:cubicBezTo>
                <a:cubicBezTo>
                  <a:pt x="46184" y="13056"/>
                  <a:pt x="46136" y="12995"/>
                  <a:pt x="46124" y="12995"/>
                </a:cubicBezTo>
                <a:cubicBezTo>
                  <a:pt x="46122" y="12995"/>
                  <a:pt x="46121" y="12996"/>
                  <a:pt x="46121" y="12997"/>
                </a:cubicBezTo>
                <a:cubicBezTo>
                  <a:pt x="46358" y="13412"/>
                  <a:pt x="46552" y="13843"/>
                  <a:pt x="46696" y="14300"/>
                </a:cubicBezTo>
                <a:lnTo>
                  <a:pt x="46764" y="14528"/>
                </a:lnTo>
                <a:cubicBezTo>
                  <a:pt x="46786" y="14602"/>
                  <a:pt x="46808" y="14669"/>
                  <a:pt x="46830" y="14746"/>
                </a:cubicBezTo>
                <a:lnTo>
                  <a:pt x="46830" y="14746"/>
                </a:lnTo>
                <a:cubicBezTo>
                  <a:pt x="46826" y="14746"/>
                  <a:pt x="46823" y="14746"/>
                  <a:pt x="46820" y="14745"/>
                </a:cubicBezTo>
                <a:lnTo>
                  <a:pt x="46820" y="14745"/>
                </a:lnTo>
                <a:cubicBezTo>
                  <a:pt x="46724" y="14493"/>
                  <a:pt x="46619" y="14249"/>
                  <a:pt x="46493" y="14012"/>
                </a:cubicBezTo>
                <a:lnTo>
                  <a:pt x="46493" y="14012"/>
                </a:lnTo>
                <a:cubicBezTo>
                  <a:pt x="46544" y="14173"/>
                  <a:pt x="46603" y="14342"/>
                  <a:pt x="46688" y="14494"/>
                </a:cubicBezTo>
                <a:cubicBezTo>
                  <a:pt x="46727" y="14578"/>
                  <a:pt x="46764" y="14662"/>
                  <a:pt x="46798" y="14743"/>
                </a:cubicBezTo>
                <a:lnTo>
                  <a:pt x="46798" y="14743"/>
                </a:lnTo>
                <a:cubicBezTo>
                  <a:pt x="46680" y="14729"/>
                  <a:pt x="46561" y="14710"/>
                  <a:pt x="46442" y="14689"/>
                </a:cubicBezTo>
                <a:cubicBezTo>
                  <a:pt x="46138" y="14689"/>
                  <a:pt x="46552" y="14613"/>
                  <a:pt x="46518" y="14579"/>
                </a:cubicBezTo>
                <a:lnTo>
                  <a:pt x="46518" y="14579"/>
                </a:lnTo>
                <a:cubicBezTo>
                  <a:pt x="46358" y="14587"/>
                  <a:pt x="46188" y="14613"/>
                  <a:pt x="46028" y="14647"/>
                </a:cubicBezTo>
                <a:cubicBezTo>
                  <a:pt x="45875" y="14680"/>
                  <a:pt x="45715" y="14714"/>
                  <a:pt x="45546" y="14731"/>
                </a:cubicBezTo>
                <a:cubicBezTo>
                  <a:pt x="45524" y="14732"/>
                  <a:pt x="45506" y="14733"/>
                  <a:pt x="45493" y="14733"/>
                </a:cubicBezTo>
                <a:cubicBezTo>
                  <a:pt x="45410" y="14733"/>
                  <a:pt x="45487" y="14712"/>
                  <a:pt x="45546" y="14697"/>
                </a:cubicBezTo>
                <a:lnTo>
                  <a:pt x="45546" y="14697"/>
                </a:lnTo>
                <a:cubicBezTo>
                  <a:pt x="45427" y="14723"/>
                  <a:pt x="45300" y="14748"/>
                  <a:pt x="45182" y="14773"/>
                </a:cubicBezTo>
                <a:cubicBezTo>
                  <a:pt x="45180" y="14772"/>
                  <a:pt x="45174" y="14772"/>
                  <a:pt x="45163" y="14772"/>
                </a:cubicBezTo>
                <a:cubicBezTo>
                  <a:pt x="45088" y="14772"/>
                  <a:pt x="44811" y="14800"/>
                  <a:pt x="44706" y="14800"/>
                </a:cubicBezTo>
                <a:cubicBezTo>
                  <a:pt x="44637" y="14800"/>
                  <a:pt x="44640" y="14788"/>
                  <a:pt x="44818" y="14748"/>
                </a:cubicBezTo>
                <a:lnTo>
                  <a:pt x="45131" y="14714"/>
                </a:lnTo>
                <a:lnTo>
                  <a:pt x="45131" y="14714"/>
                </a:lnTo>
                <a:cubicBezTo>
                  <a:pt x="44784" y="14731"/>
                  <a:pt x="44319" y="14773"/>
                  <a:pt x="43938" y="14816"/>
                </a:cubicBezTo>
                <a:cubicBezTo>
                  <a:pt x="43744" y="14841"/>
                  <a:pt x="43574" y="14858"/>
                  <a:pt x="43456" y="14867"/>
                </a:cubicBezTo>
                <a:cubicBezTo>
                  <a:pt x="43407" y="14870"/>
                  <a:pt x="43367" y="14872"/>
                  <a:pt x="43336" y="14872"/>
                </a:cubicBezTo>
                <a:cubicBezTo>
                  <a:pt x="43293" y="14872"/>
                  <a:pt x="43270" y="14868"/>
                  <a:pt x="43270" y="14858"/>
                </a:cubicBezTo>
                <a:cubicBezTo>
                  <a:pt x="42898" y="14917"/>
                  <a:pt x="43008" y="14926"/>
                  <a:pt x="42407" y="15044"/>
                </a:cubicBezTo>
                <a:cubicBezTo>
                  <a:pt x="42145" y="15154"/>
                  <a:pt x="42449" y="15120"/>
                  <a:pt x="41815" y="15323"/>
                </a:cubicBezTo>
                <a:lnTo>
                  <a:pt x="42331" y="15213"/>
                </a:lnTo>
                <a:cubicBezTo>
                  <a:pt x="42432" y="15180"/>
                  <a:pt x="42517" y="15146"/>
                  <a:pt x="42627" y="15112"/>
                </a:cubicBezTo>
                <a:lnTo>
                  <a:pt x="42627" y="15112"/>
                </a:lnTo>
                <a:cubicBezTo>
                  <a:pt x="42449" y="15154"/>
                  <a:pt x="42272" y="15196"/>
                  <a:pt x="42103" y="15247"/>
                </a:cubicBezTo>
                <a:cubicBezTo>
                  <a:pt x="42424" y="15137"/>
                  <a:pt x="42365" y="15137"/>
                  <a:pt x="42449" y="15070"/>
                </a:cubicBezTo>
                <a:cubicBezTo>
                  <a:pt x="42745" y="14993"/>
                  <a:pt x="43042" y="14943"/>
                  <a:pt x="43338" y="14917"/>
                </a:cubicBezTo>
                <a:cubicBezTo>
                  <a:pt x="43549" y="14892"/>
                  <a:pt x="43718" y="14892"/>
                  <a:pt x="43930" y="14867"/>
                </a:cubicBezTo>
                <a:lnTo>
                  <a:pt x="43930" y="14867"/>
                </a:lnTo>
                <a:cubicBezTo>
                  <a:pt x="43803" y="14900"/>
                  <a:pt x="43634" y="14934"/>
                  <a:pt x="43515" y="14968"/>
                </a:cubicBezTo>
                <a:cubicBezTo>
                  <a:pt x="43397" y="15002"/>
                  <a:pt x="43329" y="15027"/>
                  <a:pt x="43414" y="15036"/>
                </a:cubicBezTo>
                <a:cubicBezTo>
                  <a:pt x="42999" y="15070"/>
                  <a:pt x="42974" y="15171"/>
                  <a:pt x="42492" y="15239"/>
                </a:cubicBezTo>
                <a:lnTo>
                  <a:pt x="42576" y="15205"/>
                </a:lnTo>
                <a:lnTo>
                  <a:pt x="42576" y="15205"/>
                </a:lnTo>
                <a:cubicBezTo>
                  <a:pt x="42204" y="15332"/>
                  <a:pt x="42145" y="15306"/>
                  <a:pt x="41840" y="15425"/>
                </a:cubicBezTo>
                <a:cubicBezTo>
                  <a:pt x="41850" y="15415"/>
                  <a:pt x="41840" y="15411"/>
                  <a:pt x="41821" y="15411"/>
                </a:cubicBezTo>
                <a:cubicBezTo>
                  <a:pt x="41808" y="15411"/>
                  <a:pt x="41790" y="15413"/>
                  <a:pt x="41773" y="15416"/>
                </a:cubicBezTo>
                <a:cubicBezTo>
                  <a:pt x="41513" y="15502"/>
                  <a:pt x="41487" y="15516"/>
                  <a:pt x="41514" y="15516"/>
                </a:cubicBezTo>
                <a:cubicBezTo>
                  <a:pt x="41527" y="15516"/>
                  <a:pt x="41552" y="15512"/>
                  <a:pt x="41569" y="15512"/>
                </a:cubicBezTo>
                <a:cubicBezTo>
                  <a:pt x="41607" y="15512"/>
                  <a:pt x="41603" y="15529"/>
                  <a:pt x="41324" y="15636"/>
                </a:cubicBezTo>
                <a:cubicBezTo>
                  <a:pt x="41133" y="15691"/>
                  <a:pt x="41041" y="15710"/>
                  <a:pt x="40999" y="15710"/>
                </a:cubicBezTo>
                <a:cubicBezTo>
                  <a:pt x="40976" y="15710"/>
                  <a:pt x="40969" y="15705"/>
                  <a:pt x="40969" y="15696"/>
                </a:cubicBezTo>
                <a:cubicBezTo>
                  <a:pt x="40969" y="15681"/>
                  <a:pt x="41007" y="15641"/>
                  <a:pt x="40963" y="15641"/>
                </a:cubicBezTo>
                <a:cubicBezTo>
                  <a:pt x="40956" y="15641"/>
                  <a:pt x="40947" y="15642"/>
                  <a:pt x="40935" y="15645"/>
                </a:cubicBezTo>
                <a:cubicBezTo>
                  <a:pt x="41172" y="15535"/>
                  <a:pt x="41299" y="15493"/>
                  <a:pt x="41358" y="15459"/>
                </a:cubicBezTo>
                <a:cubicBezTo>
                  <a:pt x="41409" y="15425"/>
                  <a:pt x="41409" y="15416"/>
                  <a:pt x="41409" y="15408"/>
                </a:cubicBezTo>
                <a:cubicBezTo>
                  <a:pt x="41409" y="15399"/>
                  <a:pt x="41409" y="15383"/>
                  <a:pt x="41485" y="15349"/>
                </a:cubicBezTo>
                <a:cubicBezTo>
                  <a:pt x="41637" y="15281"/>
                  <a:pt x="41798" y="15222"/>
                  <a:pt x="41967" y="15180"/>
                </a:cubicBezTo>
                <a:cubicBezTo>
                  <a:pt x="41959" y="15164"/>
                  <a:pt x="41930" y="15155"/>
                  <a:pt x="41882" y="15155"/>
                </a:cubicBezTo>
                <a:cubicBezTo>
                  <a:pt x="41828" y="15155"/>
                  <a:pt x="41748" y="15166"/>
                  <a:pt x="41646" y="15188"/>
                </a:cubicBezTo>
                <a:cubicBezTo>
                  <a:pt x="41460" y="15239"/>
                  <a:pt x="41197" y="15306"/>
                  <a:pt x="40910" y="15416"/>
                </a:cubicBezTo>
                <a:cubicBezTo>
                  <a:pt x="40972" y="15400"/>
                  <a:pt x="41009" y="15394"/>
                  <a:pt x="41029" y="15394"/>
                </a:cubicBezTo>
                <a:cubicBezTo>
                  <a:pt x="41113" y="15394"/>
                  <a:pt x="40913" y="15505"/>
                  <a:pt x="41036" y="15505"/>
                </a:cubicBezTo>
                <a:cubicBezTo>
                  <a:pt x="41070" y="15505"/>
                  <a:pt x="41128" y="15497"/>
                  <a:pt x="41223" y="15476"/>
                </a:cubicBezTo>
                <a:lnTo>
                  <a:pt x="41223" y="15476"/>
                </a:lnTo>
                <a:cubicBezTo>
                  <a:pt x="41054" y="15535"/>
                  <a:pt x="40893" y="15611"/>
                  <a:pt x="40732" y="15687"/>
                </a:cubicBezTo>
                <a:cubicBezTo>
                  <a:pt x="40605" y="15755"/>
                  <a:pt x="40512" y="15806"/>
                  <a:pt x="40411" y="15856"/>
                </a:cubicBezTo>
                <a:cubicBezTo>
                  <a:pt x="40301" y="15924"/>
                  <a:pt x="40191" y="15975"/>
                  <a:pt x="40072" y="16025"/>
                </a:cubicBezTo>
                <a:cubicBezTo>
                  <a:pt x="39937" y="16085"/>
                  <a:pt x="39768" y="16161"/>
                  <a:pt x="39522" y="16245"/>
                </a:cubicBezTo>
                <a:lnTo>
                  <a:pt x="39539" y="16228"/>
                </a:lnTo>
                <a:lnTo>
                  <a:pt x="39539" y="16228"/>
                </a:lnTo>
                <a:cubicBezTo>
                  <a:pt x="39421" y="16296"/>
                  <a:pt x="39302" y="16381"/>
                  <a:pt x="39184" y="16457"/>
                </a:cubicBezTo>
                <a:lnTo>
                  <a:pt x="38913" y="16575"/>
                </a:lnTo>
                <a:lnTo>
                  <a:pt x="38660" y="16702"/>
                </a:lnTo>
                <a:cubicBezTo>
                  <a:pt x="38727" y="16635"/>
                  <a:pt x="38803" y="16584"/>
                  <a:pt x="38888" y="16525"/>
                </a:cubicBezTo>
                <a:cubicBezTo>
                  <a:pt x="38964" y="16482"/>
                  <a:pt x="39057" y="16432"/>
                  <a:pt x="39142" y="16389"/>
                </a:cubicBezTo>
                <a:lnTo>
                  <a:pt x="39387" y="16254"/>
                </a:lnTo>
                <a:cubicBezTo>
                  <a:pt x="39463" y="16212"/>
                  <a:pt x="39531" y="16178"/>
                  <a:pt x="39599" y="16135"/>
                </a:cubicBezTo>
                <a:lnTo>
                  <a:pt x="39599" y="16135"/>
                </a:lnTo>
                <a:cubicBezTo>
                  <a:pt x="38913" y="16372"/>
                  <a:pt x="38761" y="16609"/>
                  <a:pt x="38067" y="17032"/>
                </a:cubicBezTo>
                <a:cubicBezTo>
                  <a:pt x="37969" y="17077"/>
                  <a:pt x="37918" y="17097"/>
                  <a:pt x="37903" y="17097"/>
                </a:cubicBezTo>
                <a:cubicBezTo>
                  <a:pt x="37868" y="17097"/>
                  <a:pt x="38001" y="17004"/>
                  <a:pt x="38169" y="16888"/>
                </a:cubicBezTo>
                <a:cubicBezTo>
                  <a:pt x="38296" y="16804"/>
                  <a:pt x="38440" y="16719"/>
                  <a:pt x="38550" y="16651"/>
                </a:cubicBezTo>
                <a:cubicBezTo>
                  <a:pt x="38660" y="16575"/>
                  <a:pt x="38736" y="16525"/>
                  <a:pt x="38727" y="16508"/>
                </a:cubicBezTo>
                <a:lnTo>
                  <a:pt x="38727" y="16508"/>
                </a:lnTo>
                <a:cubicBezTo>
                  <a:pt x="38603" y="16593"/>
                  <a:pt x="38243" y="16757"/>
                  <a:pt x="38218" y="16757"/>
                </a:cubicBezTo>
                <a:cubicBezTo>
                  <a:pt x="38216" y="16757"/>
                  <a:pt x="38216" y="16756"/>
                  <a:pt x="38220" y="16753"/>
                </a:cubicBezTo>
                <a:cubicBezTo>
                  <a:pt x="38905" y="16389"/>
                  <a:pt x="38600" y="16457"/>
                  <a:pt x="39396" y="16119"/>
                </a:cubicBezTo>
                <a:lnTo>
                  <a:pt x="39396" y="16119"/>
                </a:lnTo>
                <a:cubicBezTo>
                  <a:pt x="39269" y="16188"/>
                  <a:pt x="39236" y="16209"/>
                  <a:pt x="39246" y="16209"/>
                </a:cubicBezTo>
                <a:cubicBezTo>
                  <a:pt x="39261" y="16209"/>
                  <a:pt x="39379" y="16158"/>
                  <a:pt x="39405" y="16158"/>
                </a:cubicBezTo>
                <a:cubicBezTo>
                  <a:pt x="39411" y="16158"/>
                  <a:pt x="39412" y="16162"/>
                  <a:pt x="39404" y="16169"/>
                </a:cubicBezTo>
                <a:cubicBezTo>
                  <a:pt x="39573" y="16076"/>
                  <a:pt x="39742" y="15992"/>
                  <a:pt x="39920" y="15915"/>
                </a:cubicBezTo>
                <a:cubicBezTo>
                  <a:pt x="40191" y="15814"/>
                  <a:pt x="40504" y="15679"/>
                  <a:pt x="40774" y="15602"/>
                </a:cubicBezTo>
                <a:cubicBezTo>
                  <a:pt x="40793" y="15584"/>
                  <a:pt x="40789" y="15575"/>
                  <a:pt x="40767" y="15575"/>
                </a:cubicBezTo>
                <a:cubicBezTo>
                  <a:pt x="40729" y="15575"/>
                  <a:pt x="40641" y="15599"/>
                  <a:pt x="40529" y="15636"/>
                </a:cubicBezTo>
                <a:cubicBezTo>
                  <a:pt x="40360" y="15696"/>
                  <a:pt x="40132" y="15780"/>
                  <a:pt x="39954" y="15831"/>
                </a:cubicBezTo>
                <a:cubicBezTo>
                  <a:pt x="39353" y="16144"/>
                  <a:pt x="38668" y="16372"/>
                  <a:pt x="38245" y="16702"/>
                </a:cubicBezTo>
                <a:cubicBezTo>
                  <a:pt x="38044" y="16832"/>
                  <a:pt x="37966" y="16875"/>
                  <a:pt x="37952" y="16875"/>
                </a:cubicBezTo>
                <a:cubicBezTo>
                  <a:pt x="37924" y="16875"/>
                  <a:pt x="38149" y="16702"/>
                  <a:pt x="38137" y="16702"/>
                </a:cubicBezTo>
                <a:cubicBezTo>
                  <a:pt x="38137" y="16702"/>
                  <a:pt x="38136" y="16702"/>
                  <a:pt x="38135" y="16702"/>
                </a:cubicBezTo>
                <a:cubicBezTo>
                  <a:pt x="37551" y="17041"/>
                  <a:pt x="37915" y="16897"/>
                  <a:pt x="37738" y="17015"/>
                </a:cubicBezTo>
                <a:cubicBezTo>
                  <a:pt x="37534" y="17176"/>
                  <a:pt x="37374" y="17277"/>
                  <a:pt x="37247" y="17379"/>
                </a:cubicBezTo>
                <a:cubicBezTo>
                  <a:pt x="37112" y="17480"/>
                  <a:pt x="37010" y="17548"/>
                  <a:pt x="36900" y="17616"/>
                </a:cubicBezTo>
                <a:lnTo>
                  <a:pt x="36748" y="17717"/>
                </a:lnTo>
                <a:cubicBezTo>
                  <a:pt x="36705" y="17751"/>
                  <a:pt x="36655" y="17793"/>
                  <a:pt x="36604" y="17827"/>
                </a:cubicBezTo>
                <a:cubicBezTo>
                  <a:pt x="36502" y="17912"/>
                  <a:pt x="36392" y="17996"/>
                  <a:pt x="36257" y="18123"/>
                </a:cubicBezTo>
                <a:cubicBezTo>
                  <a:pt x="36054" y="18360"/>
                  <a:pt x="35699" y="18741"/>
                  <a:pt x="35360" y="19206"/>
                </a:cubicBezTo>
                <a:cubicBezTo>
                  <a:pt x="35191" y="19443"/>
                  <a:pt x="35022" y="19688"/>
                  <a:pt x="34870" y="19942"/>
                </a:cubicBezTo>
                <a:cubicBezTo>
                  <a:pt x="34718" y="20196"/>
                  <a:pt x="34582" y="20450"/>
                  <a:pt x="34472" y="20687"/>
                </a:cubicBezTo>
                <a:cubicBezTo>
                  <a:pt x="34483" y="20645"/>
                  <a:pt x="34483" y="20630"/>
                  <a:pt x="34475" y="20630"/>
                </a:cubicBezTo>
                <a:cubicBezTo>
                  <a:pt x="34459" y="20630"/>
                  <a:pt x="34413" y="20692"/>
                  <a:pt x="34379" y="20720"/>
                </a:cubicBezTo>
                <a:cubicBezTo>
                  <a:pt x="34295" y="21025"/>
                  <a:pt x="34278" y="21126"/>
                  <a:pt x="34244" y="21236"/>
                </a:cubicBezTo>
                <a:cubicBezTo>
                  <a:pt x="34210" y="21346"/>
                  <a:pt x="34159" y="21482"/>
                  <a:pt x="34075" y="21854"/>
                </a:cubicBezTo>
                <a:cubicBezTo>
                  <a:pt x="34108" y="21752"/>
                  <a:pt x="34151" y="21651"/>
                  <a:pt x="34193" y="21549"/>
                </a:cubicBezTo>
                <a:cubicBezTo>
                  <a:pt x="34235" y="21456"/>
                  <a:pt x="34278" y="21355"/>
                  <a:pt x="34320" y="21253"/>
                </a:cubicBezTo>
                <a:lnTo>
                  <a:pt x="34320" y="21253"/>
                </a:lnTo>
                <a:cubicBezTo>
                  <a:pt x="34142" y="21744"/>
                  <a:pt x="34092" y="22159"/>
                  <a:pt x="33939" y="22615"/>
                </a:cubicBezTo>
                <a:cubicBezTo>
                  <a:pt x="33979" y="22512"/>
                  <a:pt x="34004" y="22467"/>
                  <a:pt x="34016" y="22467"/>
                </a:cubicBezTo>
                <a:cubicBezTo>
                  <a:pt x="34021" y="22467"/>
                  <a:pt x="34024" y="22478"/>
                  <a:pt x="34024" y="22497"/>
                </a:cubicBezTo>
                <a:cubicBezTo>
                  <a:pt x="34015" y="22539"/>
                  <a:pt x="34007" y="22590"/>
                  <a:pt x="34007" y="22632"/>
                </a:cubicBezTo>
                <a:cubicBezTo>
                  <a:pt x="33998" y="22691"/>
                  <a:pt x="33982" y="22768"/>
                  <a:pt x="33973" y="22852"/>
                </a:cubicBezTo>
                <a:cubicBezTo>
                  <a:pt x="33922" y="23174"/>
                  <a:pt x="33888" y="23504"/>
                  <a:pt x="33888" y="23825"/>
                </a:cubicBezTo>
                <a:cubicBezTo>
                  <a:pt x="33829" y="24358"/>
                  <a:pt x="33956" y="24882"/>
                  <a:pt x="33948" y="25170"/>
                </a:cubicBezTo>
                <a:lnTo>
                  <a:pt x="33931" y="25102"/>
                </a:lnTo>
                <a:lnTo>
                  <a:pt x="33931" y="25102"/>
                </a:lnTo>
                <a:cubicBezTo>
                  <a:pt x="33965" y="25356"/>
                  <a:pt x="34015" y="25610"/>
                  <a:pt x="34083" y="25855"/>
                </a:cubicBezTo>
                <a:lnTo>
                  <a:pt x="33973" y="25788"/>
                </a:lnTo>
                <a:lnTo>
                  <a:pt x="33973" y="25788"/>
                </a:lnTo>
                <a:cubicBezTo>
                  <a:pt x="34032" y="26050"/>
                  <a:pt x="34117" y="26295"/>
                  <a:pt x="34235" y="26532"/>
                </a:cubicBezTo>
                <a:cubicBezTo>
                  <a:pt x="34304" y="26670"/>
                  <a:pt x="34364" y="26762"/>
                  <a:pt x="34376" y="26762"/>
                </a:cubicBezTo>
                <a:cubicBezTo>
                  <a:pt x="34381" y="26762"/>
                  <a:pt x="34379" y="26751"/>
                  <a:pt x="34371" y="26727"/>
                </a:cubicBezTo>
                <a:lnTo>
                  <a:pt x="34371" y="26727"/>
                </a:lnTo>
                <a:cubicBezTo>
                  <a:pt x="34421" y="26862"/>
                  <a:pt x="34464" y="26938"/>
                  <a:pt x="34481" y="26980"/>
                </a:cubicBezTo>
                <a:cubicBezTo>
                  <a:pt x="34498" y="27031"/>
                  <a:pt x="34506" y="27048"/>
                  <a:pt x="34498" y="27048"/>
                </a:cubicBezTo>
                <a:cubicBezTo>
                  <a:pt x="34492" y="27048"/>
                  <a:pt x="34471" y="27025"/>
                  <a:pt x="34458" y="27025"/>
                </a:cubicBezTo>
                <a:cubicBezTo>
                  <a:pt x="34452" y="27025"/>
                  <a:pt x="34447" y="27031"/>
                  <a:pt x="34447" y="27048"/>
                </a:cubicBezTo>
                <a:cubicBezTo>
                  <a:pt x="34405" y="26980"/>
                  <a:pt x="34345" y="26896"/>
                  <a:pt x="34286" y="26786"/>
                </a:cubicBezTo>
                <a:lnTo>
                  <a:pt x="34201" y="26634"/>
                </a:lnTo>
                <a:lnTo>
                  <a:pt x="34125" y="26473"/>
                </a:lnTo>
                <a:cubicBezTo>
                  <a:pt x="34075" y="26371"/>
                  <a:pt x="34032" y="26261"/>
                  <a:pt x="34007" y="26151"/>
                </a:cubicBezTo>
                <a:cubicBezTo>
                  <a:pt x="33973" y="26084"/>
                  <a:pt x="33965" y="26008"/>
                  <a:pt x="33965" y="25923"/>
                </a:cubicBezTo>
                <a:lnTo>
                  <a:pt x="33965" y="25923"/>
                </a:lnTo>
                <a:cubicBezTo>
                  <a:pt x="33973" y="25991"/>
                  <a:pt x="33990" y="26058"/>
                  <a:pt x="34024" y="26109"/>
                </a:cubicBezTo>
                <a:cubicBezTo>
                  <a:pt x="33914" y="25754"/>
                  <a:pt x="33872" y="25542"/>
                  <a:pt x="33838" y="25424"/>
                </a:cubicBezTo>
                <a:cubicBezTo>
                  <a:pt x="33812" y="25297"/>
                  <a:pt x="33787" y="25263"/>
                  <a:pt x="33770" y="25255"/>
                </a:cubicBezTo>
                <a:cubicBezTo>
                  <a:pt x="33753" y="25238"/>
                  <a:pt x="33736" y="25255"/>
                  <a:pt x="33711" y="25221"/>
                </a:cubicBezTo>
                <a:cubicBezTo>
                  <a:pt x="33683" y="25159"/>
                  <a:pt x="33658" y="25097"/>
                  <a:pt x="33645" y="25032"/>
                </a:cubicBezTo>
                <a:lnTo>
                  <a:pt x="33645" y="25032"/>
                </a:lnTo>
                <a:cubicBezTo>
                  <a:pt x="33679" y="25374"/>
                  <a:pt x="33698" y="25653"/>
                  <a:pt x="33829" y="26024"/>
                </a:cubicBezTo>
                <a:cubicBezTo>
                  <a:pt x="33897" y="26219"/>
                  <a:pt x="33973" y="26414"/>
                  <a:pt x="34066" y="26600"/>
                </a:cubicBezTo>
                <a:cubicBezTo>
                  <a:pt x="34117" y="26727"/>
                  <a:pt x="34185" y="26862"/>
                  <a:pt x="34252" y="26972"/>
                </a:cubicBezTo>
                <a:cubicBezTo>
                  <a:pt x="34261" y="26986"/>
                  <a:pt x="34270" y="27000"/>
                  <a:pt x="34279" y="27014"/>
                </a:cubicBezTo>
                <a:lnTo>
                  <a:pt x="34279" y="27014"/>
                </a:lnTo>
                <a:cubicBezTo>
                  <a:pt x="34269" y="26997"/>
                  <a:pt x="34261" y="26980"/>
                  <a:pt x="34252" y="26963"/>
                </a:cubicBezTo>
                <a:cubicBezTo>
                  <a:pt x="34210" y="26862"/>
                  <a:pt x="34168" y="26769"/>
                  <a:pt x="34134" y="26684"/>
                </a:cubicBezTo>
                <a:cubicBezTo>
                  <a:pt x="34066" y="26498"/>
                  <a:pt x="34007" y="26312"/>
                  <a:pt x="33965" y="26117"/>
                </a:cubicBezTo>
                <a:lnTo>
                  <a:pt x="33965" y="26117"/>
                </a:lnTo>
                <a:cubicBezTo>
                  <a:pt x="33998" y="26244"/>
                  <a:pt x="34049" y="26363"/>
                  <a:pt x="34108" y="26473"/>
                </a:cubicBezTo>
                <a:cubicBezTo>
                  <a:pt x="34159" y="26583"/>
                  <a:pt x="34201" y="26684"/>
                  <a:pt x="34244" y="26794"/>
                </a:cubicBezTo>
                <a:lnTo>
                  <a:pt x="34185" y="26710"/>
                </a:lnTo>
                <a:lnTo>
                  <a:pt x="34185" y="26710"/>
                </a:lnTo>
                <a:cubicBezTo>
                  <a:pt x="34252" y="26820"/>
                  <a:pt x="34320" y="26947"/>
                  <a:pt x="34388" y="27048"/>
                </a:cubicBezTo>
                <a:cubicBezTo>
                  <a:pt x="34405" y="27116"/>
                  <a:pt x="34421" y="27175"/>
                  <a:pt x="34455" y="27226"/>
                </a:cubicBezTo>
                <a:cubicBezTo>
                  <a:pt x="34498" y="27310"/>
                  <a:pt x="34557" y="27412"/>
                  <a:pt x="34608" y="27496"/>
                </a:cubicBezTo>
                <a:cubicBezTo>
                  <a:pt x="34665" y="27587"/>
                  <a:pt x="34706" y="27657"/>
                  <a:pt x="34696" y="27657"/>
                </a:cubicBezTo>
                <a:cubicBezTo>
                  <a:pt x="34688" y="27657"/>
                  <a:pt x="34650" y="27616"/>
                  <a:pt x="34565" y="27513"/>
                </a:cubicBezTo>
                <a:lnTo>
                  <a:pt x="34565" y="27513"/>
                </a:lnTo>
                <a:cubicBezTo>
                  <a:pt x="34624" y="27623"/>
                  <a:pt x="34701" y="27716"/>
                  <a:pt x="34794" y="27801"/>
                </a:cubicBezTo>
                <a:cubicBezTo>
                  <a:pt x="34878" y="27869"/>
                  <a:pt x="34954" y="27945"/>
                  <a:pt x="35022" y="28029"/>
                </a:cubicBezTo>
                <a:lnTo>
                  <a:pt x="34870" y="27835"/>
                </a:lnTo>
                <a:cubicBezTo>
                  <a:pt x="34827" y="27776"/>
                  <a:pt x="34785" y="27699"/>
                  <a:pt x="34734" y="27632"/>
                </a:cubicBezTo>
                <a:cubicBezTo>
                  <a:pt x="34641" y="27505"/>
                  <a:pt x="34565" y="27361"/>
                  <a:pt x="34481" y="27217"/>
                </a:cubicBezTo>
                <a:lnTo>
                  <a:pt x="34540" y="27209"/>
                </a:lnTo>
                <a:cubicBezTo>
                  <a:pt x="34650" y="27344"/>
                  <a:pt x="34701" y="27446"/>
                  <a:pt x="34760" y="27539"/>
                </a:cubicBezTo>
                <a:cubicBezTo>
                  <a:pt x="34836" y="27657"/>
                  <a:pt x="34912" y="27776"/>
                  <a:pt x="35005" y="27886"/>
                </a:cubicBezTo>
                <a:lnTo>
                  <a:pt x="35031" y="27826"/>
                </a:lnTo>
                <a:cubicBezTo>
                  <a:pt x="35157" y="28012"/>
                  <a:pt x="35293" y="28199"/>
                  <a:pt x="35445" y="28368"/>
                </a:cubicBezTo>
                <a:cubicBezTo>
                  <a:pt x="35442" y="28359"/>
                  <a:pt x="35442" y="28356"/>
                  <a:pt x="35446" y="28356"/>
                </a:cubicBezTo>
                <a:cubicBezTo>
                  <a:pt x="35462" y="28356"/>
                  <a:pt x="35532" y="28420"/>
                  <a:pt x="35614" y="28495"/>
                </a:cubicBezTo>
                <a:cubicBezTo>
                  <a:pt x="35716" y="28588"/>
                  <a:pt x="35843" y="28689"/>
                  <a:pt x="35902" y="28740"/>
                </a:cubicBezTo>
                <a:cubicBezTo>
                  <a:pt x="35978" y="28799"/>
                  <a:pt x="36046" y="28875"/>
                  <a:pt x="36096" y="28960"/>
                </a:cubicBezTo>
                <a:cubicBezTo>
                  <a:pt x="36130" y="29019"/>
                  <a:pt x="36206" y="29087"/>
                  <a:pt x="36494" y="29231"/>
                </a:cubicBezTo>
                <a:lnTo>
                  <a:pt x="36460" y="29205"/>
                </a:lnTo>
                <a:lnTo>
                  <a:pt x="36460" y="29205"/>
                </a:lnTo>
                <a:cubicBezTo>
                  <a:pt x="36621" y="29290"/>
                  <a:pt x="36756" y="29357"/>
                  <a:pt x="36900" y="29425"/>
                </a:cubicBezTo>
                <a:cubicBezTo>
                  <a:pt x="37044" y="29501"/>
                  <a:pt x="37213" y="29586"/>
                  <a:pt x="37450" y="29687"/>
                </a:cubicBezTo>
                <a:cubicBezTo>
                  <a:pt x="37378" y="29671"/>
                  <a:pt x="37298" y="29648"/>
                  <a:pt x="37232" y="29616"/>
                </a:cubicBezTo>
                <a:lnTo>
                  <a:pt x="37232" y="29616"/>
                </a:lnTo>
                <a:cubicBezTo>
                  <a:pt x="37610" y="29800"/>
                  <a:pt x="38004" y="29925"/>
                  <a:pt x="38414" y="30009"/>
                </a:cubicBezTo>
                <a:cubicBezTo>
                  <a:pt x="38829" y="30110"/>
                  <a:pt x="39193" y="30153"/>
                  <a:pt x="39353" y="30212"/>
                </a:cubicBezTo>
                <a:cubicBezTo>
                  <a:pt x="39335" y="30223"/>
                  <a:pt x="39301" y="30227"/>
                  <a:pt x="39260" y="30227"/>
                </a:cubicBezTo>
                <a:cubicBezTo>
                  <a:pt x="39194" y="30227"/>
                  <a:pt x="39110" y="30217"/>
                  <a:pt x="39048" y="30217"/>
                </a:cubicBezTo>
                <a:cubicBezTo>
                  <a:pt x="39004" y="30217"/>
                  <a:pt x="38972" y="30222"/>
                  <a:pt x="38964" y="30237"/>
                </a:cubicBezTo>
                <a:cubicBezTo>
                  <a:pt x="38414" y="30102"/>
                  <a:pt x="38228" y="30060"/>
                  <a:pt x="38000" y="30026"/>
                </a:cubicBezTo>
                <a:cubicBezTo>
                  <a:pt x="37864" y="30000"/>
                  <a:pt x="37738" y="29975"/>
                  <a:pt x="37602" y="29933"/>
                </a:cubicBezTo>
                <a:cubicBezTo>
                  <a:pt x="37518" y="29907"/>
                  <a:pt x="37425" y="29882"/>
                  <a:pt x="37306" y="29823"/>
                </a:cubicBezTo>
                <a:cubicBezTo>
                  <a:pt x="37196" y="29772"/>
                  <a:pt x="37069" y="29721"/>
                  <a:pt x="36917" y="29637"/>
                </a:cubicBezTo>
                <a:cubicBezTo>
                  <a:pt x="36917" y="29603"/>
                  <a:pt x="36849" y="29552"/>
                  <a:pt x="36748" y="29501"/>
                </a:cubicBezTo>
                <a:cubicBezTo>
                  <a:pt x="36646" y="29450"/>
                  <a:pt x="36519" y="29383"/>
                  <a:pt x="36376" y="29307"/>
                </a:cubicBezTo>
                <a:cubicBezTo>
                  <a:pt x="36105" y="29154"/>
                  <a:pt x="35817" y="28968"/>
                  <a:pt x="35758" y="28833"/>
                </a:cubicBezTo>
                <a:lnTo>
                  <a:pt x="35758" y="28833"/>
                </a:lnTo>
                <a:cubicBezTo>
                  <a:pt x="35868" y="28926"/>
                  <a:pt x="35978" y="29011"/>
                  <a:pt x="36096" y="29087"/>
                </a:cubicBezTo>
                <a:cubicBezTo>
                  <a:pt x="36215" y="29163"/>
                  <a:pt x="36325" y="29231"/>
                  <a:pt x="36435" y="29281"/>
                </a:cubicBezTo>
                <a:cubicBezTo>
                  <a:pt x="36599" y="29363"/>
                  <a:pt x="36724" y="29418"/>
                  <a:pt x="36748" y="29418"/>
                </a:cubicBezTo>
                <a:cubicBezTo>
                  <a:pt x="36754" y="29418"/>
                  <a:pt x="36754" y="29415"/>
                  <a:pt x="36748" y="29408"/>
                </a:cubicBezTo>
                <a:cubicBezTo>
                  <a:pt x="36638" y="29349"/>
                  <a:pt x="36519" y="29290"/>
                  <a:pt x="36409" y="29214"/>
                </a:cubicBezTo>
                <a:cubicBezTo>
                  <a:pt x="36291" y="29137"/>
                  <a:pt x="36164" y="29070"/>
                  <a:pt x="36063" y="28985"/>
                </a:cubicBezTo>
                <a:cubicBezTo>
                  <a:pt x="35876" y="28841"/>
                  <a:pt x="35699" y="28698"/>
                  <a:pt x="35530" y="28528"/>
                </a:cubicBezTo>
                <a:lnTo>
                  <a:pt x="35530" y="28528"/>
                </a:lnTo>
                <a:cubicBezTo>
                  <a:pt x="35623" y="28647"/>
                  <a:pt x="35656" y="28698"/>
                  <a:pt x="35623" y="28715"/>
                </a:cubicBezTo>
                <a:cubicBezTo>
                  <a:pt x="35547" y="28706"/>
                  <a:pt x="35479" y="28681"/>
                  <a:pt x="35420" y="28630"/>
                </a:cubicBezTo>
                <a:lnTo>
                  <a:pt x="35420" y="28630"/>
                </a:lnTo>
                <a:cubicBezTo>
                  <a:pt x="35809" y="28977"/>
                  <a:pt x="36232" y="29290"/>
                  <a:pt x="36689" y="29560"/>
                </a:cubicBezTo>
                <a:cubicBezTo>
                  <a:pt x="37213" y="29865"/>
                  <a:pt x="37771" y="30102"/>
                  <a:pt x="38364" y="30254"/>
                </a:cubicBezTo>
                <a:cubicBezTo>
                  <a:pt x="38321" y="30220"/>
                  <a:pt x="38287" y="30178"/>
                  <a:pt x="38254" y="30144"/>
                </a:cubicBezTo>
                <a:lnTo>
                  <a:pt x="38254" y="30144"/>
                </a:lnTo>
                <a:cubicBezTo>
                  <a:pt x="38727" y="30237"/>
                  <a:pt x="38693" y="30237"/>
                  <a:pt x="38634" y="30254"/>
                </a:cubicBezTo>
                <a:cubicBezTo>
                  <a:pt x="38609" y="30254"/>
                  <a:pt x="38575" y="30263"/>
                  <a:pt x="38592" y="30280"/>
                </a:cubicBezTo>
                <a:cubicBezTo>
                  <a:pt x="38677" y="30322"/>
                  <a:pt x="38770" y="30347"/>
                  <a:pt x="38863" y="30356"/>
                </a:cubicBezTo>
                <a:cubicBezTo>
                  <a:pt x="38899" y="30358"/>
                  <a:pt x="38936" y="30359"/>
                  <a:pt x="38973" y="30359"/>
                </a:cubicBezTo>
                <a:cubicBezTo>
                  <a:pt x="39047" y="30359"/>
                  <a:pt x="39122" y="30356"/>
                  <a:pt x="39201" y="30356"/>
                </a:cubicBezTo>
                <a:lnTo>
                  <a:pt x="39243" y="30364"/>
                </a:lnTo>
                <a:cubicBezTo>
                  <a:pt x="39279" y="30366"/>
                  <a:pt x="39314" y="30366"/>
                  <a:pt x="39350" y="30366"/>
                </a:cubicBezTo>
                <a:cubicBezTo>
                  <a:pt x="39500" y="30366"/>
                  <a:pt x="39649" y="30354"/>
                  <a:pt x="39793" y="30347"/>
                </a:cubicBezTo>
                <a:cubicBezTo>
                  <a:pt x="39742" y="30343"/>
                  <a:pt x="39692" y="30341"/>
                  <a:pt x="39641" y="30341"/>
                </a:cubicBezTo>
                <a:cubicBezTo>
                  <a:pt x="39590" y="30341"/>
                  <a:pt x="39539" y="30343"/>
                  <a:pt x="39489" y="30347"/>
                </a:cubicBezTo>
                <a:cubicBezTo>
                  <a:pt x="39469" y="30349"/>
                  <a:pt x="39450" y="30349"/>
                  <a:pt x="39430" y="30349"/>
                </a:cubicBezTo>
                <a:cubicBezTo>
                  <a:pt x="39340" y="30349"/>
                  <a:pt x="39251" y="30334"/>
                  <a:pt x="39167" y="30313"/>
                </a:cubicBezTo>
                <a:cubicBezTo>
                  <a:pt x="38795" y="30237"/>
                  <a:pt x="39193" y="30263"/>
                  <a:pt x="39294" y="30229"/>
                </a:cubicBezTo>
                <a:cubicBezTo>
                  <a:pt x="39387" y="30246"/>
                  <a:pt x="39480" y="30263"/>
                  <a:pt x="39573" y="30271"/>
                </a:cubicBezTo>
                <a:cubicBezTo>
                  <a:pt x="39692" y="30280"/>
                  <a:pt x="39810" y="30296"/>
                  <a:pt x="39903" y="30296"/>
                </a:cubicBezTo>
                <a:cubicBezTo>
                  <a:pt x="40089" y="30305"/>
                  <a:pt x="40174" y="30313"/>
                  <a:pt x="39895" y="30330"/>
                </a:cubicBezTo>
                <a:cubicBezTo>
                  <a:pt x="40225" y="30322"/>
                  <a:pt x="40563" y="30288"/>
                  <a:pt x="40884" y="30237"/>
                </a:cubicBezTo>
                <a:lnTo>
                  <a:pt x="40884" y="30237"/>
                </a:lnTo>
                <a:cubicBezTo>
                  <a:pt x="40884" y="30271"/>
                  <a:pt x="40673" y="30296"/>
                  <a:pt x="40571" y="30313"/>
                </a:cubicBezTo>
                <a:cubicBezTo>
                  <a:pt x="40808" y="30296"/>
                  <a:pt x="41045" y="30271"/>
                  <a:pt x="41290" y="30237"/>
                </a:cubicBezTo>
                <a:lnTo>
                  <a:pt x="41290" y="30237"/>
                </a:lnTo>
                <a:lnTo>
                  <a:pt x="41265" y="30254"/>
                </a:lnTo>
                <a:cubicBezTo>
                  <a:pt x="41544" y="30203"/>
                  <a:pt x="41883" y="30136"/>
                  <a:pt x="42204" y="30043"/>
                </a:cubicBezTo>
                <a:cubicBezTo>
                  <a:pt x="42365" y="30000"/>
                  <a:pt x="42517" y="29950"/>
                  <a:pt x="42652" y="29899"/>
                </a:cubicBezTo>
                <a:cubicBezTo>
                  <a:pt x="42788" y="29840"/>
                  <a:pt x="42915" y="29789"/>
                  <a:pt x="43008" y="29738"/>
                </a:cubicBezTo>
                <a:lnTo>
                  <a:pt x="43008" y="29738"/>
                </a:lnTo>
                <a:cubicBezTo>
                  <a:pt x="42797" y="29798"/>
                  <a:pt x="42702" y="29822"/>
                  <a:pt x="42680" y="29822"/>
                </a:cubicBezTo>
                <a:cubicBezTo>
                  <a:pt x="42652" y="29822"/>
                  <a:pt x="42738" y="29785"/>
                  <a:pt x="42855" y="29738"/>
                </a:cubicBezTo>
                <a:cubicBezTo>
                  <a:pt x="43067" y="29645"/>
                  <a:pt x="43371" y="29501"/>
                  <a:pt x="43321" y="29501"/>
                </a:cubicBezTo>
                <a:cubicBezTo>
                  <a:pt x="43418" y="29460"/>
                  <a:pt x="43500" y="29438"/>
                  <a:pt x="43549" y="29438"/>
                </a:cubicBezTo>
                <a:cubicBezTo>
                  <a:pt x="43581" y="29438"/>
                  <a:pt x="43600" y="29447"/>
                  <a:pt x="43600" y="29467"/>
                </a:cubicBezTo>
                <a:cubicBezTo>
                  <a:pt x="43600" y="29484"/>
                  <a:pt x="43566" y="29527"/>
                  <a:pt x="43490" y="29577"/>
                </a:cubicBezTo>
                <a:cubicBezTo>
                  <a:pt x="43380" y="29662"/>
                  <a:pt x="43261" y="29730"/>
                  <a:pt x="43135" y="29789"/>
                </a:cubicBezTo>
                <a:cubicBezTo>
                  <a:pt x="42974" y="29823"/>
                  <a:pt x="42822" y="29873"/>
                  <a:pt x="42669" y="29941"/>
                </a:cubicBezTo>
                <a:cubicBezTo>
                  <a:pt x="42475" y="30009"/>
                  <a:pt x="42280" y="30076"/>
                  <a:pt x="42086" y="30127"/>
                </a:cubicBezTo>
                <a:cubicBezTo>
                  <a:pt x="42568" y="30034"/>
                  <a:pt x="42703" y="29950"/>
                  <a:pt x="43067" y="29814"/>
                </a:cubicBezTo>
                <a:lnTo>
                  <a:pt x="43067" y="29814"/>
                </a:lnTo>
                <a:cubicBezTo>
                  <a:pt x="43016" y="29841"/>
                  <a:pt x="43006" y="29852"/>
                  <a:pt x="43022" y="29852"/>
                </a:cubicBezTo>
                <a:cubicBezTo>
                  <a:pt x="43046" y="29852"/>
                  <a:pt x="43128" y="29828"/>
                  <a:pt x="43219" y="29797"/>
                </a:cubicBezTo>
                <a:cubicBezTo>
                  <a:pt x="43329" y="29755"/>
                  <a:pt x="43448" y="29721"/>
                  <a:pt x="43558" y="29687"/>
                </a:cubicBezTo>
                <a:lnTo>
                  <a:pt x="43558" y="29687"/>
                </a:lnTo>
                <a:cubicBezTo>
                  <a:pt x="43524" y="29730"/>
                  <a:pt x="43405" y="29865"/>
                  <a:pt x="42915" y="30009"/>
                </a:cubicBezTo>
                <a:cubicBezTo>
                  <a:pt x="42696" y="30082"/>
                  <a:pt x="42603" y="30103"/>
                  <a:pt x="42573" y="30103"/>
                </a:cubicBezTo>
                <a:cubicBezTo>
                  <a:pt x="42554" y="30103"/>
                  <a:pt x="42560" y="30095"/>
                  <a:pt x="42576" y="30085"/>
                </a:cubicBezTo>
                <a:cubicBezTo>
                  <a:pt x="42608" y="30060"/>
                  <a:pt x="42671" y="30030"/>
                  <a:pt x="42661" y="30030"/>
                </a:cubicBezTo>
                <a:cubicBezTo>
                  <a:pt x="42658" y="30030"/>
                  <a:pt x="42645" y="30034"/>
                  <a:pt x="42619" y="30043"/>
                </a:cubicBezTo>
                <a:cubicBezTo>
                  <a:pt x="42526" y="30051"/>
                  <a:pt x="42441" y="30068"/>
                  <a:pt x="42365" y="30085"/>
                </a:cubicBezTo>
                <a:lnTo>
                  <a:pt x="41984" y="30186"/>
                </a:lnTo>
                <a:cubicBezTo>
                  <a:pt x="41840" y="30220"/>
                  <a:pt x="41688" y="30254"/>
                  <a:pt x="41553" y="30288"/>
                </a:cubicBezTo>
                <a:cubicBezTo>
                  <a:pt x="41417" y="30313"/>
                  <a:pt x="41290" y="30330"/>
                  <a:pt x="41155" y="30339"/>
                </a:cubicBezTo>
                <a:cubicBezTo>
                  <a:pt x="41113" y="30339"/>
                  <a:pt x="41257" y="30313"/>
                  <a:pt x="41324" y="30296"/>
                </a:cubicBezTo>
                <a:lnTo>
                  <a:pt x="41324" y="30296"/>
                </a:lnTo>
                <a:cubicBezTo>
                  <a:pt x="41138" y="30330"/>
                  <a:pt x="40834" y="30356"/>
                  <a:pt x="40580" y="30373"/>
                </a:cubicBezTo>
                <a:cubicBezTo>
                  <a:pt x="40411" y="30373"/>
                  <a:pt x="40241" y="30389"/>
                  <a:pt x="40072" y="30423"/>
                </a:cubicBezTo>
                <a:cubicBezTo>
                  <a:pt x="40394" y="30415"/>
                  <a:pt x="40715" y="30389"/>
                  <a:pt x="41037" y="30347"/>
                </a:cubicBezTo>
                <a:cubicBezTo>
                  <a:pt x="41248" y="30347"/>
                  <a:pt x="40741" y="30423"/>
                  <a:pt x="41045" y="30423"/>
                </a:cubicBezTo>
                <a:cubicBezTo>
                  <a:pt x="41155" y="30406"/>
                  <a:pt x="41282" y="30389"/>
                  <a:pt x="41409" y="30364"/>
                </a:cubicBezTo>
                <a:lnTo>
                  <a:pt x="41603" y="30339"/>
                </a:lnTo>
                <a:lnTo>
                  <a:pt x="41815" y="30305"/>
                </a:lnTo>
                <a:lnTo>
                  <a:pt x="41815" y="30305"/>
                </a:lnTo>
                <a:lnTo>
                  <a:pt x="41773" y="30330"/>
                </a:lnTo>
                <a:cubicBezTo>
                  <a:pt x="42119" y="30288"/>
                  <a:pt x="42475" y="30203"/>
                  <a:pt x="42813" y="30093"/>
                </a:cubicBezTo>
                <a:cubicBezTo>
                  <a:pt x="43177" y="29975"/>
                  <a:pt x="43524" y="29823"/>
                  <a:pt x="43862" y="29637"/>
                </a:cubicBezTo>
                <a:cubicBezTo>
                  <a:pt x="43930" y="29535"/>
                  <a:pt x="44014" y="29434"/>
                  <a:pt x="44107" y="29349"/>
                </a:cubicBezTo>
                <a:lnTo>
                  <a:pt x="44268" y="29180"/>
                </a:lnTo>
                <a:cubicBezTo>
                  <a:pt x="44319" y="29121"/>
                  <a:pt x="44370" y="29053"/>
                  <a:pt x="44420" y="28994"/>
                </a:cubicBezTo>
                <a:cubicBezTo>
                  <a:pt x="45266" y="28418"/>
                  <a:pt x="46011" y="27716"/>
                  <a:pt x="46628" y="26904"/>
                </a:cubicBezTo>
                <a:lnTo>
                  <a:pt x="46628" y="26904"/>
                </a:lnTo>
                <a:cubicBezTo>
                  <a:pt x="46586" y="26980"/>
                  <a:pt x="46544" y="27056"/>
                  <a:pt x="46501" y="27124"/>
                </a:cubicBezTo>
                <a:cubicBezTo>
                  <a:pt x="46434" y="27234"/>
                  <a:pt x="46358" y="27336"/>
                  <a:pt x="46273" y="27437"/>
                </a:cubicBezTo>
                <a:cubicBezTo>
                  <a:pt x="46180" y="27547"/>
                  <a:pt x="46087" y="27674"/>
                  <a:pt x="45969" y="27792"/>
                </a:cubicBezTo>
                <a:cubicBezTo>
                  <a:pt x="45859" y="27919"/>
                  <a:pt x="45732" y="28038"/>
                  <a:pt x="45596" y="28173"/>
                </a:cubicBezTo>
                <a:lnTo>
                  <a:pt x="45765" y="27936"/>
                </a:lnTo>
                <a:lnTo>
                  <a:pt x="45765" y="27936"/>
                </a:lnTo>
                <a:cubicBezTo>
                  <a:pt x="45656" y="28038"/>
                  <a:pt x="45571" y="28122"/>
                  <a:pt x="45495" y="28199"/>
                </a:cubicBezTo>
                <a:cubicBezTo>
                  <a:pt x="45419" y="28275"/>
                  <a:pt x="45359" y="28342"/>
                  <a:pt x="45300" y="28393"/>
                </a:cubicBezTo>
                <a:cubicBezTo>
                  <a:pt x="45182" y="28503"/>
                  <a:pt x="45106" y="28588"/>
                  <a:pt x="45021" y="28672"/>
                </a:cubicBezTo>
                <a:cubicBezTo>
                  <a:pt x="45023" y="28665"/>
                  <a:pt x="45022" y="28662"/>
                  <a:pt x="45017" y="28662"/>
                </a:cubicBezTo>
                <a:cubicBezTo>
                  <a:pt x="45004" y="28662"/>
                  <a:pt x="44967" y="28686"/>
                  <a:pt x="44911" y="28723"/>
                </a:cubicBezTo>
                <a:cubicBezTo>
                  <a:pt x="44818" y="28808"/>
                  <a:pt x="44717" y="28875"/>
                  <a:pt x="44649" y="28943"/>
                </a:cubicBezTo>
                <a:cubicBezTo>
                  <a:pt x="44573" y="29002"/>
                  <a:pt x="44513" y="29053"/>
                  <a:pt x="44480" y="29087"/>
                </a:cubicBezTo>
                <a:cubicBezTo>
                  <a:pt x="44432" y="29134"/>
                  <a:pt x="44418" y="29162"/>
                  <a:pt x="44444" y="29162"/>
                </a:cubicBezTo>
                <a:cubicBezTo>
                  <a:pt x="44460" y="29162"/>
                  <a:pt x="44491" y="29151"/>
                  <a:pt x="44539" y="29129"/>
                </a:cubicBezTo>
                <a:cubicBezTo>
                  <a:pt x="44590" y="29087"/>
                  <a:pt x="44632" y="29053"/>
                  <a:pt x="44674" y="29011"/>
                </a:cubicBezTo>
                <a:cubicBezTo>
                  <a:pt x="44784" y="28951"/>
                  <a:pt x="44903" y="28901"/>
                  <a:pt x="45004" y="28833"/>
                </a:cubicBezTo>
                <a:cubicBezTo>
                  <a:pt x="45046" y="28757"/>
                  <a:pt x="45106" y="28681"/>
                  <a:pt x="45173" y="28630"/>
                </a:cubicBezTo>
                <a:cubicBezTo>
                  <a:pt x="45224" y="28588"/>
                  <a:pt x="45275" y="28537"/>
                  <a:pt x="45334" y="28478"/>
                </a:cubicBezTo>
                <a:cubicBezTo>
                  <a:pt x="45368" y="28452"/>
                  <a:pt x="45402" y="28427"/>
                  <a:pt x="45436" y="28402"/>
                </a:cubicBezTo>
                <a:lnTo>
                  <a:pt x="45529" y="28308"/>
                </a:lnTo>
                <a:lnTo>
                  <a:pt x="45926" y="27919"/>
                </a:lnTo>
                <a:cubicBezTo>
                  <a:pt x="46053" y="27776"/>
                  <a:pt x="46163" y="27640"/>
                  <a:pt x="46248" y="27522"/>
                </a:cubicBezTo>
                <a:lnTo>
                  <a:pt x="46248" y="27522"/>
                </a:lnTo>
                <a:cubicBezTo>
                  <a:pt x="46188" y="27606"/>
                  <a:pt x="46138" y="27691"/>
                  <a:pt x="46087" y="27767"/>
                </a:cubicBezTo>
                <a:cubicBezTo>
                  <a:pt x="46028" y="27852"/>
                  <a:pt x="45969" y="27936"/>
                  <a:pt x="45909" y="28012"/>
                </a:cubicBezTo>
                <a:cubicBezTo>
                  <a:pt x="45765" y="28190"/>
                  <a:pt x="45596" y="28351"/>
                  <a:pt x="45410" y="28486"/>
                </a:cubicBezTo>
                <a:lnTo>
                  <a:pt x="45486" y="28486"/>
                </a:lnTo>
                <a:cubicBezTo>
                  <a:pt x="45317" y="28638"/>
                  <a:pt x="45148" y="28765"/>
                  <a:pt x="45004" y="28867"/>
                </a:cubicBezTo>
                <a:cubicBezTo>
                  <a:pt x="44869" y="28960"/>
                  <a:pt x="44750" y="29053"/>
                  <a:pt x="44632" y="29163"/>
                </a:cubicBezTo>
                <a:cubicBezTo>
                  <a:pt x="44700" y="29104"/>
                  <a:pt x="44776" y="29053"/>
                  <a:pt x="44852" y="29002"/>
                </a:cubicBezTo>
                <a:cubicBezTo>
                  <a:pt x="44928" y="28943"/>
                  <a:pt x="44996" y="28892"/>
                  <a:pt x="45063" y="28833"/>
                </a:cubicBezTo>
                <a:lnTo>
                  <a:pt x="45072" y="28858"/>
                </a:lnTo>
                <a:cubicBezTo>
                  <a:pt x="45216" y="28740"/>
                  <a:pt x="45376" y="28596"/>
                  <a:pt x="45537" y="28452"/>
                </a:cubicBezTo>
                <a:cubicBezTo>
                  <a:pt x="45672" y="28308"/>
                  <a:pt x="45816" y="28165"/>
                  <a:pt x="45960" y="28038"/>
                </a:cubicBezTo>
                <a:cubicBezTo>
                  <a:pt x="46011" y="27979"/>
                  <a:pt x="46062" y="27919"/>
                  <a:pt x="46104" y="27852"/>
                </a:cubicBezTo>
                <a:cubicBezTo>
                  <a:pt x="46155" y="27784"/>
                  <a:pt x="46205" y="27708"/>
                  <a:pt x="46265" y="27623"/>
                </a:cubicBezTo>
                <a:cubicBezTo>
                  <a:pt x="46332" y="27539"/>
                  <a:pt x="46408" y="27446"/>
                  <a:pt x="46493" y="27327"/>
                </a:cubicBezTo>
                <a:cubicBezTo>
                  <a:pt x="46578" y="27209"/>
                  <a:pt x="46679" y="27073"/>
                  <a:pt x="46806" y="26913"/>
                </a:cubicBezTo>
                <a:lnTo>
                  <a:pt x="46806" y="26913"/>
                </a:lnTo>
                <a:lnTo>
                  <a:pt x="46798" y="26938"/>
                </a:lnTo>
                <a:cubicBezTo>
                  <a:pt x="46865" y="26820"/>
                  <a:pt x="46941" y="26676"/>
                  <a:pt x="47034" y="26532"/>
                </a:cubicBezTo>
                <a:cubicBezTo>
                  <a:pt x="47127" y="26388"/>
                  <a:pt x="47237" y="26236"/>
                  <a:pt x="47339" y="26084"/>
                </a:cubicBezTo>
                <a:cubicBezTo>
                  <a:pt x="47432" y="25923"/>
                  <a:pt x="47533" y="25779"/>
                  <a:pt x="47610" y="25644"/>
                </a:cubicBezTo>
                <a:cubicBezTo>
                  <a:pt x="47677" y="25525"/>
                  <a:pt x="47737" y="25407"/>
                  <a:pt x="47779" y="25280"/>
                </a:cubicBezTo>
                <a:cubicBezTo>
                  <a:pt x="47781" y="25250"/>
                  <a:pt x="47777" y="25237"/>
                  <a:pt x="47769" y="25237"/>
                </a:cubicBezTo>
                <a:cubicBezTo>
                  <a:pt x="47741" y="25237"/>
                  <a:pt x="47658" y="25404"/>
                  <a:pt x="47559" y="25601"/>
                </a:cubicBezTo>
                <a:cubicBezTo>
                  <a:pt x="47440" y="25821"/>
                  <a:pt x="47314" y="26041"/>
                  <a:pt x="47170" y="26261"/>
                </a:cubicBezTo>
                <a:cubicBezTo>
                  <a:pt x="47272" y="26026"/>
                  <a:pt x="47421" y="25800"/>
                  <a:pt x="47410" y="25800"/>
                </a:cubicBezTo>
                <a:cubicBezTo>
                  <a:pt x="47406" y="25800"/>
                  <a:pt x="47385" y="25824"/>
                  <a:pt x="47339" y="25881"/>
                </a:cubicBezTo>
                <a:cubicBezTo>
                  <a:pt x="47415" y="25695"/>
                  <a:pt x="47517" y="25517"/>
                  <a:pt x="47627" y="25348"/>
                </a:cubicBezTo>
                <a:cubicBezTo>
                  <a:pt x="47728" y="25212"/>
                  <a:pt x="47796" y="25052"/>
                  <a:pt x="47838" y="24891"/>
                </a:cubicBezTo>
                <a:lnTo>
                  <a:pt x="47838" y="24891"/>
                </a:lnTo>
                <a:cubicBezTo>
                  <a:pt x="47787" y="25001"/>
                  <a:pt x="47728" y="25102"/>
                  <a:pt x="47669" y="25212"/>
                </a:cubicBezTo>
                <a:cubicBezTo>
                  <a:pt x="47686" y="25145"/>
                  <a:pt x="47720" y="25060"/>
                  <a:pt x="47753" y="24975"/>
                </a:cubicBezTo>
                <a:cubicBezTo>
                  <a:pt x="47787" y="24899"/>
                  <a:pt x="47813" y="24806"/>
                  <a:pt x="47846" y="24713"/>
                </a:cubicBezTo>
                <a:cubicBezTo>
                  <a:pt x="47914" y="24553"/>
                  <a:pt x="47973" y="24383"/>
                  <a:pt x="48016" y="24206"/>
                </a:cubicBezTo>
                <a:cubicBezTo>
                  <a:pt x="48013" y="24204"/>
                  <a:pt x="48010" y="24204"/>
                  <a:pt x="48008" y="24204"/>
                </a:cubicBezTo>
                <a:cubicBezTo>
                  <a:pt x="47996" y="24204"/>
                  <a:pt x="47986" y="24222"/>
                  <a:pt x="47965" y="24265"/>
                </a:cubicBezTo>
                <a:cubicBezTo>
                  <a:pt x="47940" y="24307"/>
                  <a:pt x="47914" y="24383"/>
                  <a:pt x="47880" y="24476"/>
                </a:cubicBezTo>
                <a:cubicBezTo>
                  <a:pt x="47804" y="24705"/>
                  <a:pt x="47711" y="24933"/>
                  <a:pt x="47601" y="25153"/>
                </a:cubicBezTo>
                <a:lnTo>
                  <a:pt x="47660" y="24916"/>
                </a:lnTo>
                <a:lnTo>
                  <a:pt x="47449" y="25424"/>
                </a:lnTo>
                <a:cubicBezTo>
                  <a:pt x="47415" y="25508"/>
                  <a:pt x="47373" y="25593"/>
                  <a:pt x="47330" y="25669"/>
                </a:cubicBezTo>
                <a:lnTo>
                  <a:pt x="47212" y="25923"/>
                </a:lnTo>
                <a:cubicBezTo>
                  <a:pt x="47119" y="26244"/>
                  <a:pt x="47288" y="25982"/>
                  <a:pt x="46958" y="26600"/>
                </a:cubicBezTo>
                <a:cubicBezTo>
                  <a:pt x="46907" y="26667"/>
                  <a:pt x="46848" y="26727"/>
                  <a:pt x="46789" y="26777"/>
                </a:cubicBezTo>
                <a:cubicBezTo>
                  <a:pt x="46747" y="26820"/>
                  <a:pt x="46704" y="26853"/>
                  <a:pt x="46654" y="26879"/>
                </a:cubicBezTo>
                <a:cubicBezTo>
                  <a:pt x="46627" y="26894"/>
                  <a:pt x="46604" y="26901"/>
                  <a:pt x="46586" y="26901"/>
                </a:cubicBezTo>
                <a:cubicBezTo>
                  <a:pt x="46555" y="26901"/>
                  <a:pt x="46541" y="26877"/>
                  <a:pt x="46552" y="26828"/>
                </a:cubicBezTo>
                <a:cubicBezTo>
                  <a:pt x="46671" y="26693"/>
                  <a:pt x="46772" y="26549"/>
                  <a:pt x="46865" y="26405"/>
                </a:cubicBezTo>
                <a:cubicBezTo>
                  <a:pt x="46959" y="26272"/>
                  <a:pt x="47032" y="26175"/>
                  <a:pt x="47055" y="26175"/>
                </a:cubicBezTo>
                <a:cubicBezTo>
                  <a:pt x="47057" y="26175"/>
                  <a:pt x="47059" y="26175"/>
                  <a:pt x="47060" y="26177"/>
                </a:cubicBezTo>
                <a:cubicBezTo>
                  <a:pt x="47127" y="26033"/>
                  <a:pt x="47254" y="25762"/>
                  <a:pt x="47339" y="25534"/>
                </a:cubicBezTo>
                <a:cubicBezTo>
                  <a:pt x="47412" y="25337"/>
                  <a:pt x="47453" y="25184"/>
                  <a:pt x="47425" y="25184"/>
                </a:cubicBezTo>
                <a:cubicBezTo>
                  <a:pt x="47421" y="25184"/>
                  <a:pt x="47415" y="25187"/>
                  <a:pt x="47407" y="25195"/>
                </a:cubicBezTo>
                <a:lnTo>
                  <a:pt x="47457" y="25094"/>
                </a:lnTo>
                <a:cubicBezTo>
                  <a:pt x="47508" y="25018"/>
                  <a:pt x="47567" y="24933"/>
                  <a:pt x="47627" y="24823"/>
                </a:cubicBezTo>
                <a:cubicBezTo>
                  <a:pt x="47686" y="24713"/>
                  <a:pt x="47745" y="24595"/>
                  <a:pt x="47813" y="24451"/>
                </a:cubicBezTo>
                <a:cubicBezTo>
                  <a:pt x="47846" y="24383"/>
                  <a:pt x="47880" y="24307"/>
                  <a:pt x="47914" y="24223"/>
                </a:cubicBezTo>
                <a:lnTo>
                  <a:pt x="48016" y="23960"/>
                </a:lnTo>
                <a:cubicBezTo>
                  <a:pt x="48100" y="23749"/>
                  <a:pt x="48168" y="23537"/>
                  <a:pt x="48227" y="23317"/>
                </a:cubicBezTo>
                <a:cubicBezTo>
                  <a:pt x="48268" y="23166"/>
                  <a:pt x="48259" y="23115"/>
                  <a:pt x="48218" y="23115"/>
                </a:cubicBezTo>
                <a:cubicBezTo>
                  <a:pt x="48209" y="23115"/>
                  <a:pt x="48198" y="23118"/>
                  <a:pt x="48185" y="23123"/>
                </a:cubicBezTo>
                <a:cubicBezTo>
                  <a:pt x="48261" y="22937"/>
                  <a:pt x="48312" y="22734"/>
                  <a:pt x="48354" y="22539"/>
                </a:cubicBezTo>
                <a:lnTo>
                  <a:pt x="48354" y="22539"/>
                </a:lnTo>
                <a:cubicBezTo>
                  <a:pt x="48346" y="22615"/>
                  <a:pt x="48346" y="22683"/>
                  <a:pt x="48346" y="22759"/>
                </a:cubicBezTo>
                <a:cubicBezTo>
                  <a:pt x="48346" y="22869"/>
                  <a:pt x="48320" y="22979"/>
                  <a:pt x="48295" y="23089"/>
                </a:cubicBezTo>
                <a:cubicBezTo>
                  <a:pt x="48312" y="23021"/>
                  <a:pt x="48329" y="22962"/>
                  <a:pt x="48346" y="22894"/>
                </a:cubicBezTo>
                <a:lnTo>
                  <a:pt x="48388" y="22708"/>
                </a:lnTo>
                <a:lnTo>
                  <a:pt x="48464" y="22328"/>
                </a:lnTo>
                <a:cubicBezTo>
                  <a:pt x="48523" y="22074"/>
                  <a:pt x="48557" y="21812"/>
                  <a:pt x="48599" y="21558"/>
                </a:cubicBezTo>
                <a:lnTo>
                  <a:pt x="48608" y="21676"/>
                </a:lnTo>
                <a:cubicBezTo>
                  <a:pt x="48616" y="21575"/>
                  <a:pt x="48625" y="21482"/>
                  <a:pt x="48625" y="21372"/>
                </a:cubicBezTo>
                <a:lnTo>
                  <a:pt x="48633" y="21067"/>
                </a:lnTo>
                <a:lnTo>
                  <a:pt x="48633" y="21067"/>
                </a:lnTo>
                <a:cubicBezTo>
                  <a:pt x="48625" y="21245"/>
                  <a:pt x="48608" y="21431"/>
                  <a:pt x="48574" y="21617"/>
                </a:cubicBezTo>
                <a:cubicBezTo>
                  <a:pt x="48548" y="21742"/>
                  <a:pt x="48527" y="21826"/>
                  <a:pt x="48507" y="21826"/>
                </a:cubicBezTo>
                <a:cubicBezTo>
                  <a:pt x="48501" y="21826"/>
                  <a:pt x="48495" y="21818"/>
                  <a:pt x="48489" y="21803"/>
                </a:cubicBezTo>
                <a:cubicBezTo>
                  <a:pt x="48498" y="21719"/>
                  <a:pt x="48515" y="21634"/>
                  <a:pt x="48515" y="21558"/>
                </a:cubicBezTo>
                <a:cubicBezTo>
                  <a:pt x="48523" y="21482"/>
                  <a:pt x="48532" y="21406"/>
                  <a:pt x="48540" y="21329"/>
                </a:cubicBezTo>
                <a:cubicBezTo>
                  <a:pt x="48549" y="21186"/>
                  <a:pt x="48566" y="21059"/>
                  <a:pt x="48574" y="20932"/>
                </a:cubicBezTo>
                <a:cubicBezTo>
                  <a:pt x="48599" y="20661"/>
                  <a:pt x="48599" y="20399"/>
                  <a:pt x="48574" y="20137"/>
                </a:cubicBezTo>
                <a:cubicBezTo>
                  <a:pt x="48642" y="20137"/>
                  <a:pt x="48672" y="20046"/>
                  <a:pt x="48702" y="20046"/>
                </a:cubicBezTo>
                <a:cubicBezTo>
                  <a:pt x="48717" y="20046"/>
                  <a:pt x="48732" y="20069"/>
                  <a:pt x="48752" y="20137"/>
                </a:cubicBezTo>
                <a:cubicBezTo>
                  <a:pt x="48752" y="20154"/>
                  <a:pt x="48743" y="20179"/>
                  <a:pt x="48743" y="20204"/>
                </a:cubicBezTo>
                <a:cubicBezTo>
                  <a:pt x="48802" y="20560"/>
                  <a:pt x="48819" y="20915"/>
                  <a:pt x="48802" y="21279"/>
                </a:cubicBezTo>
                <a:cubicBezTo>
                  <a:pt x="48819" y="21110"/>
                  <a:pt x="48845" y="20974"/>
                  <a:pt x="48853" y="20856"/>
                </a:cubicBezTo>
                <a:cubicBezTo>
                  <a:pt x="48853" y="20737"/>
                  <a:pt x="48870" y="20636"/>
                  <a:pt x="48870" y="20551"/>
                </a:cubicBezTo>
                <a:cubicBezTo>
                  <a:pt x="48879" y="20382"/>
                  <a:pt x="48887" y="20264"/>
                  <a:pt x="48887" y="20154"/>
                </a:cubicBezTo>
                <a:lnTo>
                  <a:pt x="48887" y="19781"/>
                </a:lnTo>
                <a:cubicBezTo>
                  <a:pt x="48887" y="19629"/>
                  <a:pt x="48887" y="19435"/>
                  <a:pt x="48879" y="19147"/>
                </a:cubicBezTo>
                <a:cubicBezTo>
                  <a:pt x="48880" y="19143"/>
                  <a:pt x="48882" y="19140"/>
                  <a:pt x="48884" y="19140"/>
                </a:cubicBezTo>
                <a:cubicBezTo>
                  <a:pt x="48893" y="19140"/>
                  <a:pt x="48907" y="19188"/>
                  <a:pt x="48921" y="19265"/>
                </a:cubicBezTo>
                <a:cubicBezTo>
                  <a:pt x="48938" y="19375"/>
                  <a:pt x="48946" y="19494"/>
                  <a:pt x="48955" y="19604"/>
                </a:cubicBezTo>
                <a:cubicBezTo>
                  <a:pt x="48961" y="19798"/>
                  <a:pt x="48973" y="19983"/>
                  <a:pt x="48987" y="19983"/>
                </a:cubicBezTo>
                <a:cubicBezTo>
                  <a:pt x="48990" y="19983"/>
                  <a:pt x="48993" y="19970"/>
                  <a:pt x="48997" y="19942"/>
                </a:cubicBezTo>
                <a:lnTo>
                  <a:pt x="48997" y="19942"/>
                </a:lnTo>
                <a:cubicBezTo>
                  <a:pt x="48997" y="20120"/>
                  <a:pt x="48980" y="20306"/>
                  <a:pt x="48972" y="20484"/>
                </a:cubicBezTo>
                <a:cubicBezTo>
                  <a:pt x="48955" y="20670"/>
                  <a:pt x="48946" y="20847"/>
                  <a:pt x="48921" y="21025"/>
                </a:cubicBezTo>
                <a:cubicBezTo>
                  <a:pt x="48929" y="20923"/>
                  <a:pt x="48929" y="20830"/>
                  <a:pt x="48921" y="20729"/>
                </a:cubicBezTo>
                <a:lnTo>
                  <a:pt x="48921" y="20729"/>
                </a:lnTo>
                <a:cubicBezTo>
                  <a:pt x="48929" y="20915"/>
                  <a:pt x="48912" y="21076"/>
                  <a:pt x="48895" y="21211"/>
                </a:cubicBezTo>
                <a:cubicBezTo>
                  <a:pt x="48887" y="21355"/>
                  <a:pt x="48879" y="21473"/>
                  <a:pt x="48862" y="21592"/>
                </a:cubicBezTo>
                <a:cubicBezTo>
                  <a:pt x="48828" y="21829"/>
                  <a:pt x="48802" y="22074"/>
                  <a:pt x="48785" y="22311"/>
                </a:cubicBezTo>
                <a:cubicBezTo>
                  <a:pt x="48769" y="22370"/>
                  <a:pt x="48760" y="22393"/>
                  <a:pt x="48757" y="22393"/>
                </a:cubicBezTo>
                <a:cubicBezTo>
                  <a:pt x="48750" y="22393"/>
                  <a:pt x="48763" y="22299"/>
                  <a:pt x="48769" y="22209"/>
                </a:cubicBezTo>
                <a:cubicBezTo>
                  <a:pt x="48779" y="22124"/>
                  <a:pt x="48787" y="22042"/>
                  <a:pt x="48782" y="22042"/>
                </a:cubicBezTo>
                <a:lnTo>
                  <a:pt x="48782" y="22042"/>
                </a:lnTo>
                <a:cubicBezTo>
                  <a:pt x="48779" y="22042"/>
                  <a:pt x="48773" y="22070"/>
                  <a:pt x="48760" y="22142"/>
                </a:cubicBezTo>
                <a:cubicBezTo>
                  <a:pt x="48794" y="21871"/>
                  <a:pt x="48794" y="21592"/>
                  <a:pt x="48752" y="21321"/>
                </a:cubicBezTo>
                <a:cubicBezTo>
                  <a:pt x="48726" y="21533"/>
                  <a:pt x="48709" y="21668"/>
                  <a:pt x="48701" y="21761"/>
                </a:cubicBezTo>
                <a:cubicBezTo>
                  <a:pt x="48692" y="21829"/>
                  <a:pt x="48692" y="21905"/>
                  <a:pt x="48701" y="21972"/>
                </a:cubicBezTo>
                <a:cubicBezTo>
                  <a:pt x="48718" y="22159"/>
                  <a:pt x="48709" y="22345"/>
                  <a:pt x="48667" y="22531"/>
                </a:cubicBezTo>
                <a:cubicBezTo>
                  <a:pt x="48608" y="22708"/>
                  <a:pt x="48566" y="22886"/>
                  <a:pt x="48506" y="23055"/>
                </a:cubicBezTo>
                <a:cubicBezTo>
                  <a:pt x="48485" y="23143"/>
                  <a:pt x="48480" y="23176"/>
                  <a:pt x="48485" y="23176"/>
                </a:cubicBezTo>
                <a:cubicBezTo>
                  <a:pt x="48496" y="23176"/>
                  <a:pt x="48570" y="22951"/>
                  <a:pt x="48582" y="22945"/>
                </a:cubicBezTo>
                <a:lnTo>
                  <a:pt x="48582" y="22945"/>
                </a:lnTo>
                <a:cubicBezTo>
                  <a:pt x="48549" y="23089"/>
                  <a:pt x="48506" y="23241"/>
                  <a:pt x="48456" y="23394"/>
                </a:cubicBezTo>
                <a:cubicBezTo>
                  <a:pt x="48422" y="23512"/>
                  <a:pt x="48388" y="23622"/>
                  <a:pt x="48337" y="23766"/>
                </a:cubicBezTo>
                <a:cubicBezTo>
                  <a:pt x="48374" y="23692"/>
                  <a:pt x="48430" y="23535"/>
                  <a:pt x="48450" y="23535"/>
                </a:cubicBezTo>
                <a:cubicBezTo>
                  <a:pt x="48452" y="23535"/>
                  <a:pt x="48454" y="23538"/>
                  <a:pt x="48456" y="23546"/>
                </a:cubicBezTo>
                <a:cubicBezTo>
                  <a:pt x="48363" y="23783"/>
                  <a:pt x="48278" y="24020"/>
                  <a:pt x="48193" y="24248"/>
                </a:cubicBezTo>
                <a:cubicBezTo>
                  <a:pt x="48109" y="24468"/>
                  <a:pt x="47999" y="24688"/>
                  <a:pt x="47880" y="24899"/>
                </a:cubicBezTo>
                <a:cubicBezTo>
                  <a:pt x="47903" y="24859"/>
                  <a:pt x="47918" y="24843"/>
                  <a:pt x="47927" y="24843"/>
                </a:cubicBezTo>
                <a:cubicBezTo>
                  <a:pt x="47943" y="24843"/>
                  <a:pt x="47934" y="24908"/>
                  <a:pt x="47906" y="24992"/>
                </a:cubicBezTo>
                <a:cubicBezTo>
                  <a:pt x="47863" y="25128"/>
                  <a:pt x="47804" y="25322"/>
                  <a:pt x="47762" y="25415"/>
                </a:cubicBezTo>
                <a:cubicBezTo>
                  <a:pt x="47838" y="25280"/>
                  <a:pt x="47923" y="25136"/>
                  <a:pt x="47999" y="24992"/>
                </a:cubicBezTo>
                <a:lnTo>
                  <a:pt x="48210" y="24561"/>
                </a:lnTo>
                <a:cubicBezTo>
                  <a:pt x="48244" y="24485"/>
                  <a:pt x="48269" y="24417"/>
                  <a:pt x="48295" y="24349"/>
                </a:cubicBezTo>
                <a:cubicBezTo>
                  <a:pt x="48312" y="24273"/>
                  <a:pt x="48337" y="24206"/>
                  <a:pt x="48354" y="24138"/>
                </a:cubicBezTo>
                <a:cubicBezTo>
                  <a:pt x="48396" y="24003"/>
                  <a:pt x="48439" y="23867"/>
                  <a:pt x="48481" y="23740"/>
                </a:cubicBezTo>
                <a:cubicBezTo>
                  <a:pt x="48557" y="23487"/>
                  <a:pt x="48633" y="23241"/>
                  <a:pt x="48684" y="22996"/>
                </a:cubicBezTo>
                <a:cubicBezTo>
                  <a:pt x="48735" y="22751"/>
                  <a:pt x="48794" y="22497"/>
                  <a:pt x="48836" y="22218"/>
                </a:cubicBezTo>
                <a:cubicBezTo>
                  <a:pt x="48853" y="22091"/>
                  <a:pt x="48879" y="21947"/>
                  <a:pt x="48895" y="21795"/>
                </a:cubicBezTo>
                <a:cubicBezTo>
                  <a:pt x="48904" y="21719"/>
                  <a:pt x="48921" y="21651"/>
                  <a:pt x="48921" y="21566"/>
                </a:cubicBezTo>
                <a:cubicBezTo>
                  <a:pt x="48929" y="21490"/>
                  <a:pt x="48938" y="21414"/>
                  <a:pt x="48938" y="21329"/>
                </a:cubicBezTo>
                <a:lnTo>
                  <a:pt x="48963" y="21406"/>
                </a:lnTo>
                <a:cubicBezTo>
                  <a:pt x="49124" y="20374"/>
                  <a:pt x="49073" y="19934"/>
                  <a:pt x="49005" y="19545"/>
                </a:cubicBezTo>
                <a:cubicBezTo>
                  <a:pt x="48938" y="19155"/>
                  <a:pt x="48862" y="18800"/>
                  <a:pt x="48760" y="17937"/>
                </a:cubicBezTo>
                <a:cubicBezTo>
                  <a:pt x="48794" y="17903"/>
                  <a:pt x="48752" y="17709"/>
                  <a:pt x="48726" y="17523"/>
                </a:cubicBezTo>
                <a:cubicBezTo>
                  <a:pt x="48710" y="17349"/>
                  <a:pt x="48665" y="17190"/>
                  <a:pt x="48700" y="17190"/>
                </a:cubicBezTo>
                <a:cubicBezTo>
                  <a:pt x="48703" y="17190"/>
                  <a:pt x="48706" y="17191"/>
                  <a:pt x="48709" y="17193"/>
                </a:cubicBezTo>
                <a:cubicBezTo>
                  <a:pt x="48726" y="17320"/>
                  <a:pt x="48752" y="17447"/>
                  <a:pt x="48785" y="17574"/>
                </a:cubicBezTo>
                <a:cubicBezTo>
                  <a:pt x="48787" y="17575"/>
                  <a:pt x="48789" y="17576"/>
                  <a:pt x="48791" y="17576"/>
                </a:cubicBezTo>
                <a:cubicBezTo>
                  <a:pt x="48804" y="17576"/>
                  <a:pt x="48811" y="17515"/>
                  <a:pt x="48811" y="17447"/>
                </a:cubicBezTo>
                <a:cubicBezTo>
                  <a:pt x="48777" y="17294"/>
                  <a:pt x="48726" y="17176"/>
                  <a:pt x="48684" y="17015"/>
                </a:cubicBezTo>
                <a:cubicBezTo>
                  <a:pt x="48650" y="16863"/>
                  <a:pt x="48599" y="16668"/>
                  <a:pt x="48540" y="16381"/>
                </a:cubicBezTo>
                <a:lnTo>
                  <a:pt x="48540" y="16381"/>
                </a:lnTo>
                <a:cubicBezTo>
                  <a:pt x="48557" y="16418"/>
                  <a:pt x="48568" y="16431"/>
                  <a:pt x="48575" y="16431"/>
                </a:cubicBezTo>
                <a:cubicBezTo>
                  <a:pt x="48592" y="16431"/>
                  <a:pt x="48589" y="16357"/>
                  <a:pt x="48601" y="16357"/>
                </a:cubicBezTo>
                <a:cubicBezTo>
                  <a:pt x="48612" y="16357"/>
                  <a:pt x="48634" y="16413"/>
                  <a:pt x="48692" y="16626"/>
                </a:cubicBezTo>
                <a:cubicBezTo>
                  <a:pt x="48650" y="16432"/>
                  <a:pt x="48608" y="16262"/>
                  <a:pt x="48574" y="16102"/>
                </a:cubicBezTo>
                <a:cubicBezTo>
                  <a:pt x="48540" y="15941"/>
                  <a:pt x="48498" y="15806"/>
                  <a:pt x="48456" y="15679"/>
                </a:cubicBezTo>
                <a:cubicBezTo>
                  <a:pt x="48413" y="15552"/>
                  <a:pt x="48379" y="15442"/>
                  <a:pt x="48337" y="15332"/>
                </a:cubicBezTo>
                <a:cubicBezTo>
                  <a:pt x="48325" y="15302"/>
                  <a:pt x="48311" y="15273"/>
                  <a:pt x="48298" y="15244"/>
                </a:cubicBezTo>
                <a:lnTo>
                  <a:pt x="48298" y="15244"/>
                </a:lnTo>
                <a:cubicBezTo>
                  <a:pt x="48487" y="15269"/>
                  <a:pt x="48654" y="15291"/>
                  <a:pt x="48795" y="15291"/>
                </a:cubicBezTo>
                <a:cubicBezTo>
                  <a:pt x="48815" y="15291"/>
                  <a:pt x="48834" y="15290"/>
                  <a:pt x="48853" y="15289"/>
                </a:cubicBezTo>
                <a:cubicBezTo>
                  <a:pt x="48673" y="15251"/>
                  <a:pt x="48471" y="15216"/>
                  <a:pt x="48270" y="15188"/>
                </a:cubicBezTo>
                <a:lnTo>
                  <a:pt x="48270" y="15188"/>
                </a:lnTo>
                <a:cubicBezTo>
                  <a:pt x="48245" y="15139"/>
                  <a:pt x="48219" y="15092"/>
                  <a:pt x="48193" y="15044"/>
                </a:cubicBezTo>
                <a:cubicBezTo>
                  <a:pt x="48170" y="14975"/>
                  <a:pt x="48147" y="14910"/>
                  <a:pt x="48125" y="14852"/>
                </a:cubicBezTo>
                <a:lnTo>
                  <a:pt x="48125" y="14852"/>
                </a:lnTo>
                <a:cubicBezTo>
                  <a:pt x="48182" y="14856"/>
                  <a:pt x="48239" y="14859"/>
                  <a:pt x="48295" y="14859"/>
                </a:cubicBezTo>
                <a:cubicBezTo>
                  <a:pt x="48309" y="14859"/>
                  <a:pt x="48323" y="14858"/>
                  <a:pt x="48337" y="14858"/>
                </a:cubicBezTo>
                <a:cubicBezTo>
                  <a:pt x="48261" y="14840"/>
                  <a:pt x="48186" y="14825"/>
                  <a:pt x="48110" y="14810"/>
                </a:cubicBezTo>
                <a:lnTo>
                  <a:pt x="48110" y="14810"/>
                </a:lnTo>
                <a:cubicBezTo>
                  <a:pt x="48090" y="14758"/>
                  <a:pt x="48073" y="14712"/>
                  <a:pt x="48058" y="14672"/>
                </a:cubicBezTo>
                <a:cubicBezTo>
                  <a:pt x="48016" y="14579"/>
                  <a:pt x="47990" y="14503"/>
                  <a:pt x="47973" y="14452"/>
                </a:cubicBezTo>
                <a:cubicBezTo>
                  <a:pt x="47948" y="14384"/>
                  <a:pt x="47931" y="14308"/>
                  <a:pt x="47923" y="14241"/>
                </a:cubicBezTo>
                <a:cubicBezTo>
                  <a:pt x="47923" y="14164"/>
                  <a:pt x="47906" y="14097"/>
                  <a:pt x="47880" y="14029"/>
                </a:cubicBezTo>
                <a:cubicBezTo>
                  <a:pt x="47846" y="13919"/>
                  <a:pt x="47770" y="13741"/>
                  <a:pt x="47643" y="13445"/>
                </a:cubicBezTo>
                <a:lnTo>
                  <a:pt x="47643" y="13445"/>
                </a:lnTo>
                <a:lnTo>
                  <a:pt x="47745" y="13606"/>
                </a:lnTo>
                <a:cubicBezTo>
                  <a:pt x="47643" y="13352"/>
                  <a:pt x="47517" y="13115"/>
                  <a:pt x="47407" y="12870"/>
                </a:cubicBezTo>
                <a:lnTo>
                  <a:pt x="47407" y="12870"/>
                </a:lnTo>
                <a:lnTo>
                  <a:pt x="47483" y="13132"/>
                </a:lnTo>
                <a:cubicBezTo>
                  <a:pt x="47330" y="12845"/>
                  <a:pt x="47170" y="12566"/>
                  <a:pt x="47017" y="12295"/>
                </a:cubicBezTo>
                <a:cubicBezTo>
                  <a:pt x="46935" y="12165"/>
                  <a:pt x="46900" y="12117"/>
                  <a:pt x="46891" y="12117"/>
                </a:cubicBezTo>
                <a:cubicBezTo>
                  <a:pt x="46883" y="12117"/>
                  <a:pt x="46900" y="12161"/>
                  <a:pt x="46924" y="12219"/>
                </a:cubicBezTo>
                <a:cubicBezTo>
                  <a:pt x="46972" y="12321"/>
                  <a:pt x="47034" y="12475"/>
                  <a:pt x="47021" y="12475"/>
                </a:cubicBezTo>
                <a:cubicBezTo>
                  <a:pt x="47020" y="12475"/>
                  <a:pt x="47019" y="12474"/>
                  <a:pt x="47017" y="12473"/>
                </a:cubicBezTo>
                <a:lnTo>
                  <a:pt x="47017" y="12473"/>
                </a:lnTo>
                <a:lnTo>
                  <a:pt x="47161" y="12625"/>
                </a:lnTo>
                <a:lnTo>
                  <a:pt x="47432" y="13175"/>
                </a:lnTo>
                <a:cubicBezTo>
                  <a:pt x="47500" y="13293"/>
                  <a:pt x="47550" y="13412"/>
                  <a:pt x="47584" y="13538"/>
                </a:cubicBezTo>
                <a:cubicBezTo>
                  <a:pt x="47314" y="12963"/>
                  <a:pt x="47330" y="13115"/>
                  <a:pt x="47212" y="12904"/>
                </a:cubicBezTo>
                <a:lnTo>
                  <a:pt x="47212" y="12904"/>
                </a:lnTo>
                <a:lnTo>
                  <a:pt x="47483" y="13437"/>
                </a:lnTo>
                <a:cubicBezTo>
                  <a:pt x="47500" y="13496"/>
                  <a:pt x="47508" y="13564"/>
                  <a:pt x="47517" y="13631"/>
                </a:cubicBezTo>
                <a:cubicBezTo>
                  <a:pt x="47635" y="13911"/>
                  <a:pt x="47728" y="14156"/>
                  <a:pt x="47813" y="14367"/>
                </a:cubicBezTo>
                <a:cubicBezTo>
                  <a:pt x="47873" y="14524"/>
                  <a:pt x="47933" y="14663"/>
                  <a:pt x="47990" y="14788"/>
                </a:cubicBezTo>
                <a:lnTo>
                  <a:pt x="47990" y="14788"/>
                </a:lnTo>
                <a:cubicBezTo>
                  <a:pt x="47962" y="14783"/>
                  <a:pt x="47934" y="14778"/>
                  <a:pt x="47906" y="14773"/>
                </a:cubicBezTo>
                <a:lnTo>
                  <a:pt x="47982" y="14773"/>
                </a:lnTo>
                <a:cubicBezTo>
                  <a:pt x="47923" y="14770"/>
                  <a:pt x="47864" y="14768"/>
                  <a:pt x="47806" y="14767"/>
                </a:cubicBezTo>
                <a:lnTo>
                  <a:pt x="47806" y="14767"/>
                </a:lnTo>
                <a:cubicBezTo>
                  <a:pt x="47765" y="14642"/>
                  <a:pt x="47726" y="14528"/>
                  <a:pt x="47694" y="14435"/>
                </a:cubicBezTo>
                <a:lnTo>
                  <a:pt x="47694" y="14435"/>
                </a:lnTo>
                <a:lnTo>
                  <a:pt x="47711" y="14452"/>
                </a:lnTo>
                <a:cubicBezTo>
                  <a:pt x="47694" y="14376"/>
                  <a:pt x="47652" y="14274"/>
                  <a:pt x="47610" y="14164"/>
                </a:cubicBezTo>
                <a:cubicBezTo>
                  <a:pt x="47559" y="14063"/>
                  <a:pt x="47508" y="13953"/>
                  <a:pt x="47466" y="13851"/>
                </a:cubicBezTo>
                <a:cubicBezTo>
                  <a:pt x="47415" y="13750"/>
                  <a:pt x="47373" y="13648"/>
                  <a:pt x="47347" y="13572"/>
                </a:cubicBezTo>
                <a:cubicBezTo>
                  <a:pt x="47322" y="13530"/>
                  <a:pt x="47305" y="13479"/>
                  <a:pt x="47305" y="13428"/>
                </a:cubicBezTo>
                <a:cubicBezTo>
                  <a:pt x="47237" y="13303"/>
                  <a:pt x="47104" y="13034"/>
                  <a:pt x="47088" y="13034"/>
                </a:cubicBezTo>
                <a:cubicBezTo>
                  <a:pt x="47080" y="13034"/>
                  <a:pt x="47100" y="13098"/>
                  <a:pt x="47170" y="13276"/>
                </a:cubicBezTo>
                <a:cubicBezTo>
                  <a:pt x="47034" y="12989"/>
                  <a:pt x="46874" y="12709"/>
                  <a:pt x="46721" y="12430"/>
                </a:cubicBezTo>
                <a:lnTo>
                  <a:pt x="46721" y="12430"/>
                </a:lnTo>
                <a:cubicBezTo>
                  <a:pt x="46732" y="12436"/>
                  <a:pt x="46740" y="12439"/>
                  <a:pt x="46746" y="12439"/>
                </a:cubicBezTo>
                <a:cubicBezTo>
                  <a:pt x="46790" y="12439"/>
                  <a:pt x="46736" y="12292"/>
                  <a:pt x="46721" y="12210"/>
                </a:cubicBezTo>
                <a:cubicBezTo>
                  <a:pt x="46716" y="12183"/>
                  <a:pt x="46714" y="12163"/>
                  <a:pt x="46722" y="12163"/>
                </a:cubicBezTo>
                <a:cubicBezTo>
                  <a:pt x="46727" y="12163"/>
                  <a:pt x="46735" y="12170"/>
                  <a:pt x="46747" y="12185"/>
                </a:cubicBezTo>
                <a:cubicBezTo>
                  <a:pt x="46840" y="12286"/>
                  <a:pt x="46916" y="12405"/>
                  <a:pt x="46984" y="12532"/>
                </a:cubicBezTo>
                <a:cubicBezTo>
                  <a:pt x="46975" y="12515"/>
                  <a:pt x="46933" y="12430"/>
                  <a:pt x="46848" y="12286"/>
                </a:cubicBezTo>
                <a:lnTo>
                  <a:pt x="46668" y="11980"/>
                </a:lnTo>
                <a:lnTo>
                  <a:pt x="46668" y="11980"/>
                </a:lnTo>
                <a:cubicBezTo>
                  <a:pt x="46710" y="12028"/>
                  <a:pt x="46735" y="12049"/>
                  <a:pt x="46746" y="12049"/>
                </a:cubicBezTo>
                <a:cubicBezTo>
                  <a:pt x="46762" y="12049"/>
                  <a:pt x="46748" y="12002"/>
                  <a:pt x="46713" y="11923"/>
                </a:cubicBezTo>
                <a:cubicBezTo>
                  <a:pt x="46679" y="11855"/>
                  <a:pt x="46637" y="11762"/>
                  <a:pt x="46586" y="11660"/>
                </a:cubicBezTo>
                <a:cubicBezTo>
                  <a:pt x="46527" y="11559"/>
                  <a:pt x="46459" y="11449"/>
                  <a:pt x="46391" y="11331"/>
                </a:cubicBezTo>
                <a:lnTo>
                  <a:pt x="46290" y="11254"/>
                </a:lnTo>
                <a:cubicBezTo>
                  <a:pt x="46188" y="11051"/>
                  <a:pt x="46095" y="10891"/>
                  <a:pt x="46002" y="10721"/>
                </a:cubicBezTo>
                <a:cubicBezTo>
                  <a:pt x="45884" y="10510"/>
                  <a:pt x="45749" y="10307"/>
                  <a:pt x="45596" y="10121"/>
                </a:cubicBezTo>
                <a:cubicBezTo>
                  <a:pt x="45266" y="9774"/>
                  <a:pt x="44936" y="9436"/>
                  <a:pt x="44590" y="9123"/>
                </a:cubicBezTo>
                <a:cubicBezTo>
                  <a:pt x="44505" y="9013"/>
                  <a:pt x="44412" y="8920"/>
                  <a:pt x="44319" y="8810"/>
                </a:cubicBezTo>
                <a:cubicBezTo>
                  <a:pt x="44268" y="8733"/>
                  <a:pt x="44141" y="8581"/>
                  <a:pt x="44048" y="8463"/>
                </a:cubicBezTo>
                <a:cubicBezTo>
                  <a:pt x="43981" y="8384"/>
                  <a:pt x="43932" y="8322"/>
                  <a:pt x="43947" y="8322"/>
                </a:cubicBezTo>
                <a:cubicBezTo>
                  <a:pt x="43953" y="8322"/>
                  <a:pt x="43969" y="8331"/>
                  <a:pt x="43997" y="8353"/>
                </a:cubicBezTo>
                <a:cubicBezTo>
                  <a:pt x="43993" y="8341"/>
                  <a:pt x="43994" y="8336"/>
                  <a:pt x="43999" y="8336"/>
                </a:cubicBezTo>
                <a:cubicBezTo>
                  <a:pt x="44024" y="8336"/>
                  <a:pt x="44153" y="8465"/>
                  <a:pt x="44294" y="8640"/>
                </a:cubicBezTo>
                <a:cubicBezTo>
                  <a:pt x="44302" y="8655"/>
                  <a:pt x="44302" y="8658"/>
                  <a:pt x="44299" y="8658"/>
                </a:cubicBezTo>
                <a:cubicBezTo>
                  <a:pt x="44296" y="8658"/>
                  <a:pt x="44289" y="8653"/>
                  <a:pt x="44287" y="8653"/>
                </a:cubicBezTo>
                <a:cubicBezTo>
                  <a:pt x="44285" y="8653"/>
                  <a:pt x="44286" y="8656"/>
                  <a:pt x="44294" y="8666"/>
                </a:cubicBezTo>
                <a:cubicBezTo>
                  <a:pt x="44315" y="8678"/>
                  <a:pt x="44334" y="8686"/>
                  <a:pt x="44347" y="8686"/>
                </a:cubicBezTo>
                <a:cubicBezTo>
                  <a:pt x="44379" y="8686"/>
                  <a:pt x="44366" y="8630"/>
                  <a:pt x="44226" y="8429"/>
                </a:cubicBezTo>
                <a:lnTo>
                  <a:pt x="44226" y="8429"/>
                </a:lnTo>
                <a:cubicBezTo>
                  <a:pt x="44353" y="8598"/>
                  <a:pt x="44488" y="8750"/>
                  <a:pt x="44640" y="8894"/>
                </a:cubicBezTo>
                <a:lnTo>
                  <a:pt x="44429" y="8632"/>
                </a:lnTo>
                <a:lnTo>
                  <a:pt x="44429" y="8632"/>
                </a:lnTo>
                <a:cubicBezTo>
                  <a:pt x="44758" y="8985"/>
                  <a:pt x="45270" y="9539"/>
                  <a:pt x="45322" y="9539"/>
                </a:cubicBezTo>
                <a:cubicBezTo>
                  <a:pt x="45324" y="9539"/>
                  <a:pt x="45325" y="9538"/>
                  <a:pt x="45326" y="9537"/>
                </a:cubicBezTo>
                <a:cubicBezTo>
                  <a:pt x="45182" y="9444"/>
                  <a:pt x="45030" y="9156"/>
                  <a:pt x="44869" y="8936"/>
                </a:cubicBezTo>
                <a:lnTo>
                  <a:pt x="44869" y="8936"/>
                </a:lnTo>
                <a:cubicBezTo>
                  <a:pt x="44967" y="9047"/>
                  <a:pt x="45159" y="9251"/>
                  <a:pt x="45176" y="9251"/>
                </a:cubicBezTo>
                <a:cubicBezTo>
                  <a:pt x="45182" y="9251"/>
                  <a:pt x="45164" y="9222"/>
                  <a:pt x="45106" y="9148"/>
                </a:cubicBezTo>
                <a:cubicBezTo>
                  <a:pt x="45055" y="9114"/>
                  <a:pt x="44886" y="8903"/>
                  <a:pt x="44767" y="8793"/>
                </a:cubicBezTo>
                <a:cubicBezTo>
                  <a:pt x="44714" y="8743"/>
                  <a:pt x="44672" y="8707"/>
                  <a:pt x="44662" y="8707"/>
                </a:cubicBezTo>
                <a:cubicBezTo>
                  <a:pt x="44649" y="8707"/>
                  <a:pt x="44682" y="8759"/>
                  <a:pt x="44793" y="8903"/>
                </a:cubicBezTo>
                <a:cubicBezTo>
                  <a:pt x="44700" y="8793"/>
                  <a:pt x="44590" y="8683"/>
                  <a:pt x="44471" y="8556"/>
                </a:cubicBezTo>
                <a:cubicBezTo>
                  <a:pt x="44353" y="8437"/>
                  <a:pt x="44243" y="8311"/>
                  <a:pt x="44141" y="8184"/>
                </a:cubicBezTo>
                <a:lnTo>
                  <a:pt x="44141" y="8184"/>
                </a:lnTo>
                <a:cubicBezTo>
                  <a:pt x="44255" y="8290"/>
                  <a:pt x="44294" y="8318"/>
                  <a:pt x="44309" y="8318"/>
                </a:cubicBezTo>
                <a:cubicBezTo>
                  <a:pt x="44325" y="8318"/>
                  <a:pt x="44312" y="8285"/>
                  <a:pt x="44334" y="8285"/>
                </a:cubicBezTo>
                <a:cubicBezTo>
                  <a:pt x="44340" y="8285"/>
                  <a:pt x="44348" y="8287"/>
                  <a:pt x="44361" y="8294"/>
                </a:cubicBezTo>
                <a:cubicBezTo>
                  <a:pt x="44116" y="8074"/>
                  <a:pt x="44091" y="8107"/>
                  <a:pt x="44040" y="8082"/>
                </a:cubicBezTo>
                <a:lnTo>
                  <a:pt x="43642" y="7600"/>
                </a:lnTo>
                <a:cubicBezTo>
                  <a:pt x="43524" y="7456"/>
                  <a:pt x="43422" y="7321"/>
                  <a:pt x="43312" y="7185"/>
                </a:cubicBezTo>
                <a:cubicBezTo>
                  <a:pt x="43194" y="7059"/>
                  <a:pt x="43075" y="6923"/>
                  <a:pt x="42932" y="6779"/>
                </a:cubicBezTo>
                <a:cubicBezTo>
                  <a:pt x="42796" y="6636"/>
                  <a:pt x="42627" y="6492"/>
                  <a:pt x="42424" y="6323"/>
                </a:cubicBezTo>
                <a:cubicBezTo>
                  <a:pt x="42415" y="6315"/>
                  <a:pt x="42411" y="6311"/>
                  <a:pt x="42411" y="6311"/>
                </a:cubicBezTo>
                <a:lnTo>
                  <a:pt x="42411" y="6311"/>
                </a:lnTo>
                <a:cubicBezTo>
                  <a:pt x="42410" y="6311"/>
                  <a:pt x="42871" y="6705"/>
                  <a:pt x="42813" y="6705"/>
                </a:cubicBezTo>
                <a:cubicBezTo>
                  <a:pt x="42811" y="6705"/>
                  <a:pt x="42808" y="6704"/>
                  <a:pt x="42805" y="6703"/>
                </a:cubicBezTo>
                <a:cubicBezTo>
                  <a:pt x="42576" y="6526"/>
                  <a:pt x="42356" y="6331"/>
                  <a:pt x="42153" y="6111"/>
                </a:cubicBezTo>
                <a:cubicBezTo>
                  <a:pt x="41976" y="5908"/>
                  <a:pt x="41781" y="5730"/>
                  <a:pt x="41561" y="5570"/>
                </a:cubicBezTo>
                <a:lnTo>
                  <a:pt x="41561" y="5570"/>
                </a:lnTo>
                <a:lnTo>
                  <a:pt x="41671" y="5739"/>
                </a:lnTo>
                <a:cubicBezTo>
                  <a:pt x="41587" y="5680"/>
                  <a:pt x="41443" y="5578"/>
                  <a:pt x="41290" y="5460"/>
                </a:cubicBezTo>
                <a:lnTo>
                  <a:pt x="40893" y="5172"/>
                </a:lnTo>
                <a:cubicBezTo>
                  <a:pt x="40861" y="5127"/>
                  <a:pt x="40532" y="4849"/>
                  <a:pt x="40579" y="4849"/>
                </a:cubicBezTo>
                <a:cubicBezTo>
                  <a:pt x="40593" y="4849"/>
                  <a:pt x="40643" y="4876"/>
                  <a:pt x="40749" y="4944"/>
                </a:cubicBezTo>
                <a:cubicBezTo>
                  <a:pt x="40571" y="4808"/>
                  <a:pt x="40385" y="4681"/>
                  <a:pt x="40199" y="4563"/>
                </a:cubicBezTo>
                <a:cubicBezTo>
                  <a:pt x="40055" y="4478"/>
                  <a:pt x="39928" y="4419"/>
                  <a:pt x="39802" y="4360"/>
                </a:cubicBezTo>
                <a:cubicBezTo>
                  <a:pt x="39683" y="4301"/>
                  <a:pt x="39548" y="4233"/>
                  <a:pt x="39379" y="4148"/>
                </a:cubicBezTo>
                <a:cubicBezTo>
                  <a:pt x="39209" y="4055"/>
                  <a:pt x="39006" y="3929"/>
                  <a:pt x="38727" y="3759"/>
                </a:cubicBezTo>
                <a:lnTo>
                  <a:pt x="38727" y="3759"/>
                </a:lnTo>
                <a:cubicBezTo>
                  <a:pt x="38989" y="3920"/>
                  <a:pt x="39125" y="4022"/>
                  <a:pt x="39252" y="4106"/>
                </a:cubicBezTo>
                <a:cubicBezTo>
                  <a:pt x="39387" y="4191"/>
                  <a:pt x="39506" y="4258"/>
                  <a:pt x="39700" y="4394"/>
                </a:cubicBezTo>
                <a:cubicBezTo>
                  <a:pt x="39542" y="4304"/>
                  <a:pt x="39485" y="4275"/>
                  <a:pt x="39474" y="4275"/>
                </a:cubicBezTo>
                <a:cubicBezTo>
                  <a:pt x="39455" y="4275"/>
                  <a:pt x="39592" y="4374"/>
                  <a:pt x="39548" y="4385"/>
                </a:cubicBezTo>
                <a:cubicBezTo>
                  <a:pt x="39370" y="4242"/>
                  <a:pt x="39184" y="4115"/>
                  <a:pt x="38989" y="3996"/>
                </a:cubicBezTo>
                <a:cubicBezTo>
                  <a:pt x="38939" y="3971"/>
                  <a:pt x="38888" y="3937"/>
                  <a:pt x="38846" y="3903"/>
                </a:cubicBezTo>
                <a:lnTo>
                  <a:pt x="38846" y="3903"/>
                </a:lnTo>
                <a:cubicBezTo>
                  <a:pt x="38922" y="3920"/>
                  <a:pt x="38989" y="3954"/>
                  <a:pt x="39057" y="3996"/>
                </a:cubicBezTo>
                <a:cubicBezTo>
                  <a:pt x="38888" y="3886"/>
                  <a:pt x="38617" y="3734"/>
                  <a:pt x="38380" y="3590"/>
                </a:cubicBezTo>
                <a:cubicBezTo>
                  <a:pt x="38203" y="3489"/>
                  <a:pt x="38017" y="3387"/>
                  <a:pt x="37822" y="3311"/>
                </a:cubicBezTo>
                <a:lnTo>
                  <a:pt x="37822" y="3311"/>
                </a:lnTo>
                <a:lnTo>
                  <a:pt x="38118" y="3497"/>
                </a:lnTo>
                <a:cubicBezTo>
                  <a:pt x="37991" y="3429"/>
                  <a:pt x="37864" y="3353"/>
                  <a:pt x="37738" y="3294"/>
                </a:cubicBezTo>
                <a:cubicBezTo>
                  <a:pt x="37611" y="3235"/>
                  <a:pt x="37484" y="3184"/>
                  <a:pt x="37374" y="3133"/>
                </a:cubicBezTo>
                <a:cubicBezTo>
                  <a:pt x="37255" y="3083"/>
                  <a:pt x="37154" y="3040"/>
                  <a:pt x="37061" y="3006"/>
                </a:cubicBezTo>
                <a:cubicBezTo>
                  <a:pt x="36968" y="2973"/>
                  <a:pt x="36892" y="2947"/>
                  <a:pt x="36832" y="2930"/>
                </a:cubicBezTo>
                <a:lnTo>
                  <a:pt x="36832" y="2930"/>
                </a:lnTo>
                <a:cubicBezTo>
                  <a:pt x="37162" y="3083"/>
                  <a:pt x="37323" y="3150"/>
                  <a:pt x="37518" y="3226"/>
                </a:cubicBezTo>
                <a:cubicBezTo>
                  <a:pt x="37797" y="3328"/>
                  <a:pt x="38059" y="3463"/>
                  <a:pt x="38321" y="3616"/>
                </a:cubicBezTo>
                <a:cubicBezTo>
                  <a:pt x="38609" y="3805"/>
                  <a:pt x="38672" y="3855"/>
                  <a:pt x="38652" y="3855"/>
                </a:cubicBezTo>
                <a:cubicBezTo>
                  <a:pt x="38629" y="3855"/>
                  <a:pt x="38503" y="3792"/>
                  <a:pt x="38472" y="3792"/>
                </a:cubicBezTo>
                <a:cubicBezTo>
                  <a:pt x="38450" y="3792"/>
                  <a:pt x="38475" y="3823"/>
                  <a:pt x="38617" y="3929"/>
                </a:cubicBezTo>
                <a:cubicBezTo>
                  <a:pt x="38829" y="4039"/>
                  <a:pt x="39040" y="4148"/>
                  <a:pt x="39252" y="4258"/>
                </a:cubicBezTo>
                <a:lnTo>
                  <a:pt x="38973" y="4072"/>
                </a:lnTo>
                <a:cubicBezTo>
                  <a:pt x="39040" y="4072"/>
                  <a:pt x="39277" y="4216"/>
                  <a:pt x="39480" y="4360"/>
                </a:cubicBezTo>
                <a:cubicBezTo>
                  <a:pt x="39655" y="4472"/>
                  <a:pt x="39818" y="4578"/>
                  <a:pt x="39860" y="4578"/>
                </a:cubicBezTo>
                <a:cubicBezTo>
                  <a:pt x="39869" y="4578"/>
                  <a:pt x="39872" y="4573"/>
                  <a:pt x="39869" y="4563"/>
                </a:cubicBezTo>
                <a:lnTo>
                  <a:pt x="39869" y="4563"/>
                </a:lnTo>
                <a:cubicBezTo>
                  <a:pt x="40436" y="5028"/>
                  <a:pt x="40631" y="5121"/>
                  <a:pt x="41231" y="5663"/>
                </a:cubicBezTo>
                <a:cubicBezTo>
                  <a:pt x="41261" y="5680"/>
                  <a:pt x="41278" y="5688"/>
                  <a:pt x="41284" y="5688"/>
                </a:cubicBezTo>
                <a:cubicBezTo>
                  <a:pt x="41308" y="5688"/>
                  <a:pt x="41130" y="5544"/>
                  <a:pt x="40986" y="5434"/>
                </a:cubicBezTo>
                <a:lnTo>
                  <a:pt x="40986" y="5434"/>
                </a:lnTo>
                <a:cubicBezTo>
                  <a:pt x="41104" y="5519"/>
                  <a:pt x="41223" y="5595"/>
                  <a:pt x="41350" y="5671"/>
                </a:cubicBezTo>
                <a:cubicBezTo>
                  <a:pt x="41502" y="5764"/>
                  <a:pt x="41637" y="5874"/>
                  <a:pt x="41756" y="6010"/>
                </a:cubicBezTo>
                <a:cubicBezTo>
                  <a:pt x="41810" y="6061"/>
                  <a:pt x="41842" y="6084"/>
                  <a:pt x="41853" y="6084"/>
                </a:cubicBezTo>
                <a:cubicBezTo>
                  <a:pt x="41878" y="6084"/>
                  <a:pt x="41791" y="5966"/>
                  <a:pt x="41592" y="5795"/>
                </a:cubicBezTo>
                <a:lnTo>
                  <a:pt x="41592" y="5795"/>
                </a:lnTo>
                <a:cubicBezTo>
                  <a:pt x="41714" y="5895"/>
                  <a:pt x="41839" y="5996"/>
                  <a:pt x="41959" y="6103"/>
                </a:cubicBezTo>
                <a:cubicBezTo>
                  <a:pt x="42119" y="6229"/>
                  <a:pt x="42280" y="6365"/>
                  <a:pt x="42441" y="6526"/>
                </a:cubicBezTo>
                <a:cubicBezTo>
                  <a:pt x="42339" y="6407"/>
                  <a:pt x="42238" y="6289"/>
                  <a:pt x="42136" y="6179"/>
                </a:cubicBezTo>
                <a:lnTo>
                  <a:pt x="42136" y="6179"/>
                </a:lnTo>
                <a:lnTo>
                  <a:pt x="42306" y="6331"/>
                </a:lnTo>
                <a:lnTo>
                  <a:pt x="42483" y="6483"/>
                </a:lnTo>
                <a:cubicBezTo>
                  <a:pt x="42390" y="6390"/>
                  <a:pt x="42297" y="6289"/>
                  <a:pt x="42196" y="6196"/>
                </a:cubicBezTo>
                <a:lnTo>
                  <a:pt x="42196" y="6196"/>
                </a:lnTo>
                <a:cubicBezTo>
                  <a:pt x="42551" y="6492"/>
                  <a:pt x="42906" y="6822"/>
                  <a:pt x="43211" y="7143"/>
                </a:cubicBezTo>
                <a:cubicBezTo>
                  <a:pt x="43371" y="7295"/>
                  <a:pt x="43507" y="7456"/>
                  <a:pt x="43625" y="7591"/>
                </a:cubicBezTo>
                <a:cubicBezTo>
                  <a:pt x="43676" y="7659"/>
                  <a:pt x="43735" y="7718"/>
                  <a:pt x="43786" y="7778"/>
                </a:cubicBezTo>
                <a:cubicBezTo>
                  <a:pt x="43828" y="7845"/>
                  <a:pt x="43871" y="7896"/>
                  <a:pt x="43904" y="7947"/>
                </a:cubicBezTo>
                <a:cubicBezTo>
                  <a:pt x="43625" y="7676"/>
                  <a:pt x="43245" y="7312"/>
                  <a:pt x="42881" y="6982"/>
                </a:cubicBezTo>
                <a:cubicBezTo>
                  <a:pt x="42602" y="6720"/>
                  <a:pt x="42306" y="6483"/>
                  <a:pt x="41976" y="6272"/>
                </a:cubicBezTo>
                <a:lnTo>
                  <a:pt x="41976" y="6272"/>
                </a:lnTo>
                <a:cubicBezTo>
                  <a:pt x="42094" y="6399"/>
                  <a:pt x="42492" y="6636"/>
                  <a:pt x="42610" y="6847"/>
                </a:cubicBezTo>
                <a:cubicBezTo>
                  <a:pt x="42686" y="6889"/>
                  <a:pt x="42754" y="6932"/>
                  <a:pt x="42822" y="6974"/>
                </a:cubicBezTo>
                <a:cubicBezTo>
                  <a:pt x="42932" y="7067"/>
                  <a:pt x="43101" y="7211"/>
                  <a:pt x="43245" y="7355"/>
                </a:cubicBezTo>
                <a:cubicBezTo>
                  <a:pt x="43388" y="7507"/>
                  <a:pt x="43507" y="7634"/>
                  <a:pt x="43507" y="7676"/>
                </a:cubicBezTo>
                <a:cubicBezTo>
                  <a:pt x="43312" y="7490"/>
                  <a:pt x="43101" y="7312"/>
                  <a:pt x="42889" y="7143"/>
                </a:cubicBezTo>
                <a:cubicBezTo>
                  <a:pt x="42737" y="7025"/>
                  <a:pt x="42610" y="6932"/>
                  <a:pt x="42458" y="6830"/>
                </a:cubicBezTo>
                <a:cubicBezTo>
                  <a:pt x="42457" y="6831"/>
                  <a:pt x="42456" y="6831"/>
                  <a:pt x="42455" y="6831"/>
                </a:cubicBezTo>
                <a:cubicBezTo>
                  <a:pt x="42439" y="6831"/>
                  <a:pt x="42383" y="6790"/>
                  <a:pt x="42306" y="6720"/>
                </a:cubicBezTo>
                <a:cubicBezTo>
                  <a:pt x="42136" y="6568"/>
                  <a:pt x="41866" y="6331"/>
                  <a:pt x="41697" y="6204"/>
                </a:cubicBezTo>
                <a:cubicBezTo>
                  <a:pt x="41603" y="6119"/>
                  <a:pt x="41592" y="6096"/>
                  <a:pt x="41607" y="6096"/>
                </a:cubicBezTo>
                <a:cubicBezTo>
                  <a:pt x="41625" y="6096"/>
                  <a:pt x="41675" y="6124"/>
                  <a:pt x="41688" y="6128"/>
                </a:cubicBezTo>
                <a:cubicBezTo>
                  <a:pt x="41392" y="5849"/>
                  <a:pt x="41062" y="5604"/>
                  <a:pt x="40707" y="5392"/>
                </a:cubicBezTo>
                <a:cubicBezTo>
                  <a:pt x="40546" y="5274"/>
                  <a:pt x="40377" y="5181"/>
                  <a:pt x="40208" y="5062"/>
                </a:cubicBezTo>
                <a:cubicBezTo>
                  <a:pt x="40115" y="5011"/>
                  <a:pt x="40030" y="4944"/>
                  <a:pt x="39937" y="4884"/>
                </a:cubicBezTo>
                <a:cubicBezTo>
                  <a:pt x="39844" y="4825"/>
                  <a:pt x="39751" y="4758"/>
                  <a:pt x="39658" y="4690"/>
                </a:cubicBezTo>
                <a:cubicBezTo>
                  <a:pt x="39666" y="4665"/>
                  <a:pt x="39522" y="4546"/>
                  <a:pt x="39387" y="4453"/>
                </a:cubicBezTo>
                <a:cubicBezTo>
                  <a:pt x="39288" y="4381"/>
                  <a:pt x="39205" y="4318"/>
                  <a:pt x="39221" y="4318"/>
                </a:cubicBezTo>
                <a:cubicBezTo>
                  <a:pt x="39225" y="4318"/>
                  <a:pt x="39238" y="4323"/>
                  <a:pt x="39260" y="4335"/>
                </a:cubicBezTo>
                <a:cubicBezTo>
                  <a:pt x="38922" y="4115"/>
                  <a:pt x="38550" y="3920"/>
                  <a:pt x="38169" y="3759"/>
                </a:cubicBezTo>
                <a:cubicBezTo>
                  <a:pt x="38124" y="3692"/>
                  <a:pt x="37578" y="3414"/>
                  <a:pt x="37637" y="3414"/>
                </a:cubicBezTo>
                <a:cubicBezTo>
                  <a:pt x="37645" y="3414"/>
                  <a:pt x="37664" y="3419"/>
                  <a:pt x="37695" y="3429"/>
                </a:cubicBezTo>
                <a:cubicBezTo>
                  <a:pt x="37534" y="3370"/>
                  <a:pt x="37374" y="3319"/>
                  <a:pt x="37213" y="3260"/>
                </a:cubicBezTo>
                <a:cubicBezTo>
                  <a:pt x="36908" y="3074"/>
                  <a:pt x="36232" y="2795"/>
                  <a:pt x="36139" y="2702"/>
                </a:cubicBezTo>
                <a:cubicBezTo>
                  <a:pt x="36054" y="2660"/>
                  <a:pt x="35969" y="2643"/>
                  <a:pt x="35876" y="2626"/>
                </a:cubicBezTo>
                <a:cubicBezTo>
                  <a:pt x="35758" y="2600"/>
                  <a:pt x="35640" y="2558"/>
                  <a:pt x="35530" y="2499"/>
                </a:cubicBezTo>
                <a:cubicBezTo>
                  <a:pt x="35542" y="2495"/>
                  <a:pt x="35538" y="2488"/>
                  <a:pt x="35544" y="2488"/>
                </a:cubicBezTo>
                <a:cubicBezTo>
                  <a:pt x="35551" y="2488"/>
                  <a:pt x="35568" y="2495"/>
                  <a:pt x="35623" y="2516"/>
                </a:cubicBezTo>
                <a:cubicBezTo>
                  <a:pt x="35293" y="2364"/>
                  <a:pt x="34963" y="2228"/>
                  <a:pt x="34616" y="2127"/>
                </a:cubicBezTo>
                <a:lnTo>
                  <a:pt x="34616" y="2127"/>
                </a:lnTo>
                <a:cubicBezTo>
                  <a:pt x="34963" y="2279"/>
                  <a:pt x="34692" y="2169"/>
                  <a:pt x="35098" y="2347"/>
                </a:cubicBezTo>
                <a:cubicBezTo>
                  <a:pt x="34988" y="2338"/>
                  <a:pt x="34887" y="2304"/>
                  <a:pt x="34785" y="2262"/>
                </a:cubicBezTo>
                <a:cubicBezTo>
                  <a:pt x="34692" y="2228"/>
                  <a:pt x="34591" y="2186"/>
                  <a:pt x="34481" y="2152"/>
                </a:cubicBezTo>
                <a:cubicBezTo>
                  <a:pt x="34371" y="2110"/>
                  <a:pt x="34252" y="2067"/>
                  <a:pt x="34134" y="2017"/>
                </a:cubicBezTo>
                <a:lnTo>
                  <a:pt x="34134" y="2017"/>
                </a:lnTo>
                <a:cubicBezTo>
                  <a:pt x="34249" y="2044"/>
                  <a:pt x="34311" y="2055"/>
                  <a:pt x="34336" y="2055"/>
                </a:cubicBezTo>
                <a:cubicBezTo>
                  <a:pt x="34444" y="2055"/>
                  <a:pt x="33836" y="1840"/>
                  <a:pt x="33914" y="1840"/>
                </a:cubicBezTo>
                <a:cubicBezTo>
                  <a:pt x="33923" y="1840"/>
                  <a:pt x="33939" y="1842"/>
                  <a:pt x="33965" y="1848"/>
                </a:cubicBezTo>
                <a:cubicBezTo>
                  <a:pt x="33702" y="1754"/>
                  <a:pt x="33474" y="1670"/>
                  <a:pt x="33254" y="1611"/>
                </a:cubicBezTo>
                <a:cubicBezTo>
                  <a:pt x="33026" y="1560"/>
                  <a:pt x="32823" y="1509"/>
                  <a:pt x="32628" y="1467"/>
                </a:cubicBezTo>
                <a:lnTo>
                  <a:pt x="32027" y="1348"/>
                </a:lnTo>
                <a:cubicBezTo>
                  <a:pt x="31833" y="1306"/>
                  <a:pt x="31621" y="1281"/>
                  <a:pt x="31393" y="1238"/>
                </a:cubicBezTo>
                <a:lnTo>
                  <a:pt x="30581" y="1044"/>
                </a:lnTo>
                <a:lnTo>
                  <a:pt x="29735" y="866"/>
                </a:lnTo>
                <a:lnTo>
                  <a:pt x="29312" y="782"/>
                </a:lnTo>
                <a:lnTo>
                  <a:pt x="28923" y="722"/>
                </a:lnTo>
                <a:cubicBezTo>
                  <a:pt x="28661" y="689"/>
                  <a:pt x="28424" y="655"/>
                  <a:pt x="28212" y="638"/>
                </a:cubicBezTo>
                <a:lnTo>
                  <a:pt x="28212" y="638"/>
                </a:lnTo>
                <a:lnTo>
                  <a:pt x="28322" y="655"/>
                </a:lnTo>
                <a:cubicBezTo>
                  <a:pt x="28153" y="646"/>
                  <a:pt x="27984" y="621"/>
                  <a:pt x="27823" y="621"/>
                </a:cubicBezTo>
                <a:cubicBezTo>
                  <a:pt x="27535" y="587"/>
                  <a:pt x="27823" y="553"/>
                  <a:pt x="27383" y="511"/>
                </a:cubicBezTo>
                <a:cubicBezTo>
                  <a:pt x="27426" y="509"/>
                  <a:pt x="27468" y="508"/>
                  <a:pt x="27510" y="508"/>
                </a:cubicBezTo>
                <a:cubicBezTo>
                  <a:pt x="27636" y="508"/>
                  <a:pt x="27762" y="517"/>
                  <a:pt x="27882" y="536"/>
                </a:cubicBezTo>
                <a:cubicBezTo>
                  <a:pt x="28119" y="570"/>
                  <a:pt x="28381" y="621"/>
                  <a:pt x="28618" y="638"/>
                </a:cubicBezTo>
                <a:cubicBezTo>
                  <a:pt x="28378" y="577"/>
                  <a:pt x="28359" y="559"/>
                  <a:pt x="28430" y="559"/>
                </a:cubicBezTo>
                <a:cubicBezTo>
                  <a:pt x="28533" y="559"/>
                  <a:pt x="28823" y="596"/>
                  <a:pt x="28916" y="596"/>
                </a:cubicBezTo>
                <a:cubicBezTo>
                  <a:pt x="28966" y="596"/>
                  <a:pt x="28960" y="586"/>
                  <a:pt x="28838" y="553"/>
                </a:cubicBezTo>
                <a:cubicBezTo>
                  <a:pt x="28777" y="561"/>
                  <a:pt x="28717" y="565"/>
                  <a:pt x="28656" y="565"/>
                </a:cubicBezTo>
                <a:cubicBezTo>
                  <a:pt x="28581" y="565"/>
                  <a:pt x="28507" y="559"/>
                  <a:pt x="28432" y="545"/>
                </a:cubicBezTo>
                <a:cubicBezTo>
                  <a:pt x="28246" y="528"/>
                  <a:pt x="28026" y="486"/>
                  <a:pt x="27798" y="460"/>
                </a:cubicBezTo>
                <a:lnTo>
                  <a:pt x="27096" y="367"/>
                </a:lnTo>
                <a:cubicBezTo>
                  <a:pt x="26893" y="333"/>
                  <a:pt x="26681" y="325"/>
                  <a:pt x="26478" y="316"/>
                </a:cubicBezTo>
                <a:cubicBezTo>
                  <a:pt x="26082" y="271"/>
                  <a:pt x="26274" y="271"/>
                  <a:pt x="26420" y="271"/>
                </a:cubicBezTo>
                <a:lnTo>
                  <a:pt x="26420" y="271"/>
                </a:lnTo>
                <a:cubicBezTo>
                  <a:pt x="26517" y="271"/>
                  <a:pt x="26593" y="271"/>
                  <a:pt x="26461" y="257"/>
                </a:cubicBezTo>
                <a:lnTo>
                  <a:pt x="26461" y="257"/>
                </a:lnTo>
                <a:lnTo>
                  <a:pt x="26250" y="274"/>
                </a:lnTo>
                <a:cubicBezTo>
                  <a:pt x="25987" y="240"/>
                  <a:pt x="25903" y="215"/>
                  <a:pt x="25911" y="190"/>
                </a:cubicBezTo>
                <a:cubicBezTo>
                  <a:pt x="25734" y="164"/>
                  <a:pt x="25548" y="139"/>
                  <a:pt x="25370" y="130"/>
                </a:cubicBezTo>
                <a:cubicBezTo>
                  <a:pt x="25184" y="113"/>
                  <a:pt x="24998" y="105"/>
                  <a:pt x="24812" y="96"/>
                </a:cubicBezTo>
                <a:cubicBezTo>
                  <a:pt x="24602" y="92"/>
                  <a:pt x="24397" y="87"/>
                  <a:pt x="24205" y="87"/>
                </a:cubicBezTo>
                <a:cubicBezTo>
                  <a:pt x="24064" y="87"/>
                  <a:pt x="23930" y="89"/>
                  <a:pt x="23805" y="96"/>
                </a:cubicBezTo>
                <a:cubicBezTo>
                  <a:pt x="24566" y="113"/>
                  <a:pt x="23543" y="139"/>
                  <a:pt x="24296" y="190"/>
                </a:cubicBezTo>
                <a:cubicBezTo>
                  <a:pt x="24067" y="190"/>
                  <a:pt x="23576" y="190"/>
                  <a:pt x="23111" y="173"/>
                </a:cubicBezTo>
                <a:cubicBezTo>
                  <a:pt x="23475" y="173"/>
                  <a:pt x="22851" y="100"/>
                  <a:pt x="23135" y="100"/>
                </a:cubicBezTo>
                <a:cubicBezTo>
                  <a:pt x="23201" y="100"/>
                  <a:pt x="23315" y="104"/>
                  <a:pt x="23500" y="113"/>
                </a:cubicBezTo>
                <a:cubicBezTo>
                  <a:pt x="23452" y="89"/>
                  <a:pt x="23375" y="82"/>
                  <a:pt x="23276" y="82"/>
                </a:cubicBezTo>
                <a:cubicBezTo>
                  <a:pt x="23147" y="82"/>
                  <a:pt x="22980" y="94"/>
                  <a:pt x="22790" y="94"/>
                </a:cubicBezTo>
                <a:cubicBezTo>
                  <a:pt x="22720" y="94"/>
                  <a:pt x="22646" y="92"/>
                  <a:pt x="22570" y="88"/>
                </a:cubicBezTo>
                <a:cubicBezTo>
                  <a:pt x="22798" y="71"/>
                  <a:pt x="23297" y="54"/>
                  <a:pt x="23255" y="37"/>
                </a:cubicBezTo>
                <a:lnTo>
                  <a:pt x="23255" y="37"/>
                </a:lnTo>
                <a:cubicBezTo>
                  <a:pt x="23136" y="47"/>
                  <a:pt x="23014" y="51"/>
                  <a:pt x="22893" y="51"/>
                </a:cubicBezTo>
                <a:cubicBezTo>
                  <a:pt x="22807" y="51"/>
                  <a:pt x="22722" y="49"/>
                  <a:pt x="22637" y="46"/>
                </a:cubicBezTo>
                <a:cubicBezTo>
                  <a:pt x="22401" y="46"/>
                  <a:pt x="22138" y="37"/>
                  <a:pt x="21902" y="29"/>
                </a:cubicBezTo>
                <a:cubicBezTo>
                  <a:pt x="21656" y="20"/>
                  <a:pt x="21428" y="3"/>
                  <a:pt x="21242" y="3"/>
                </a:cubicBezTo>
                <a:cubicBezTo>
                  <a:pt x="21210" y="1"/>
                  <a:pt x="21178" y="0"/>
                  <a:pt x="2114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7"/>
          <p:cNvSpPr/>
          <p:nvPr/>
        </p:nvSpPr>
        <p:spPr>
          <a:xfrm>
            <a:off x="7137303" y="3945721"/>
            <a:ext cx="3221" cy="343"/>
          </a:xfrm>
          <a:custGeom>
            <a:rect b="b" l="l" r="r" t="t"/>
            <a:pathLst>
              <a:path extrusionOk="0" h="10" w="94">
                <a:moveTo>
                  <a:pt x="93" y="1"/>
                </a:moveTo>
                <a:cubicBezTo>
                  <a:pt x="76" y="1"/>
                  <a:pt x="62" y="3"/>
                  <a:pt x="47" y="5"/>
                </a:cubicBezTo>
                <a:lnTo>
                  <a:pt x="47" y="5"/>
                </a:lnTo>
                <a:lnTo>
                  <a:pt x="93" y="1"/>
                </a:lnTo>
                <a:close/>
                <a:moveTo>
                  <a:pt x="47" y="5"/>
                </a:moveTo>
                <a:lnTo>
                  <a:pt x="0" y="9"/>
                </a:lnTo>
                <a:cubicBezTo>
                  <a:pt x="17" y="9"/>
                  <a:pt x="32" y="7"/>
                  <a:pt x="47"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7"/>
          <p:cNvSpPr/>
          <p:nvPr/>
        </p:nvSpPr>
        <p:spPr>
          <a:xfrm>
            <a:off x="7202234" y="3927766"/>
            <a:ext cx="4386" cy="1199"/>
          </a:xfrm>
          <a:custGeom>
            <a:rect b="b" l="l" r="r" t="t"/>
            <a:pathLst>
              <a:path extrusionOk="0" h="35" w="128">
                <a:moveTo>
                  <a:pt x="127" y="0"/>
                </a:moveTo>
                <a:cubicBezTo>
                  <a:pt x="85" y="0"/>
                  <a:pt x="43" y="17"/>
                  <a:pt x="0" y="34"/>
                </a:cubicBezTo>
                <a:lnTo>
                  <a:pt x="12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7"/>
          <p:cNvSpPr/>
          <p:nvPr/>
        </p:nvSpPr>
        <p:spPr>
          <a:xfrm>
            <a:off x="7201343" y="3928931"/>
            <a:ext cx="925" cy="34"/>
          </a:xfrm>
          <a:custGeom>
            <a:rect b="b" l="l" r="r" t="t"/>
            <a:pathLst>
              <a:path extrusionOk="0" h="1" w="27">
                <a:moveTo>
                  <a:pt x="1" y="0"/>
                </a:moveTo>
                <a:lnTo>
                  <a:pt x="9" y="0"/>
                </a:lnTo>
                <a:lnTo>
                  <a:pt x="2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7"/>
          <p:cNvSpPr/>
          <p:nvPr/>
        </p:nvSpPr>
        <p:spPr>
          <a:xfrm>
            <a:off x="7105403" y="3941095"/>
            <a:ext cx="1782" cy="617"/>
          </a:xfrm>
          <a:custGeom>
            <a:rect b="b" l="l" r="r" t="t"/>
            <a:pathLst>
              <a:path extrusionOk="0" h="18" w="52">
                <a:moveTo>
                  <a:pt x="52" y="1"/>
                </a:moveTo>
                <a:lnTo>
                  <a:pt x="1" y="17"/>
                </a:lnTo>
                <a:cubicBezTo>
                  <a:pt x="18" y="17"/>
                  <a:pt x="35" y="9"/>
                  <a:pt x="5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7"/>
          <p:cNvSpPr/>
          <p:nvPr/>
        </p:nvSpPr>
        <p:spPr>
          <a:xfrm>
            <a:off x="7110919" y="3949216"/>
            <a:ext cx="1782" cy="617"/>
          </a:xfrm>
          <a:custGeom>
            <a:rect b="b" l="l" r="r" t="t"/>
            <a:pathLst>
              <a:path extrusionOk="0" h="18" w="52">
                <a:moveTo>
                  <a:pt x="51" y="0"/>
                </a:moveTo>
                <a:cubicBezTo>
                  <a:pt x="34" y="0"/>
                  <a:pt x="17" y="9"/>
                  <a:pt x="1" y="17"/>
                </a:cubicBezTo>
                <a:lnTo>
                  <a:pt x="51"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7"/>
          <p:cNvSpPr/>
          <p:nvPr/>
        </p:nvSpPr>
        <p:spPr>
          <a:xfrm>
            <a:off x="7101360" y="3948633"/>
            <a:ext cx="891" cy="617"/>
          </a:xfrm>
          <a:custGeom>
            <a:rect b="b" l="l" r="r" t="t"/>
            <a:pathLst>
              <a:path extrusionOk="0" h="18" w="26">
                <a:moveTo>
                  <a:pt x="17" y="1"/>
                </a:moveTo>
                <a:lnTo>
                  <a:pt x="0" y="17"/>
                </a:lnTo>
                <a:cubicBezTo>
                  <a:pt x="17" y="17"/>
                  <a:pt x="26" y="9"/>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7"/>
          <p:cNvSpPr/>
          <p:nvPr/>
        </p:nvSpPr>
        <p:spPr>
          <a:xfrm>
            <a:off x="7049483" y="3994137"/>
            <a:ext cx="34" cy="343"/>
          </a:xfrm>
          <a:custGeom>
            <a:rect b="b" l="l" r="r" t="t"/>
            <a:pathLst>
              <a:path extrusionOk="0" h="10" w="1">
                <a:moveTo>
                  <a:pt x="0" y="1"/>
                </a:moveTo>
                <a:lnTo>
                  <a:pt x="0"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7"/>
          <p:cNvSpPr/>
          <p:nvPr/>
        </p:nvSpPr>
        <p:spPr>
          <a:xfrm>
            <a:off x="7048901" y="3950655"/>
            <a:ext cx="891" cy="343"/>
          </a:xfrm>
          <a:custGeom>
            <a:rect b="b" l="l" r="r" t="t"/>
            <a:pathLst>
              <a:path extrusionOk="0" h="10" w="26">
                <a:moveTo>
                  <a:pt x="17" y="1"/>
                </a:moveTo>
                <a:lnTo>
                  <a:pt x="17" y="1"/>
                </a:lnTo>
                <a:cubicBezTo>
                  <a:pt x="0" y="9"/>
                  <a:pt x="9" y="9"/>
                  <a:pt x="26" y="9"/>
                </a:cubicBezTo>
                <a:cubicBezTo>
                  <a:pt x="26" y="9"/>
                  <a:pt x="17" y="1"/>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7"/>
          <p:cNvSpPr/>
          <p:nvPr/>
        </p:nvSpPr>
        <p:spPr>
          <a:xfrm>
            <a:off x="7049483" y="3994137"/>
            <a:ext cx="34" cy="343"/>
          </a:xfrm>
          <a:custGeom>
            <a:rect b="b" l="l" r="r" t="t"/>
            <a:pathLst>
              <a:path extrusionOk="0" h="10" w="1">
                <a:moveTo>
                  <a:pt x="0" y="1"/>
                </a:moveTo>
                <a:lnTo>
                  <a:pt x="0" y="1"/>
                </a:lnTo>
                <a:cubicBezTo>
                  <a:pt x="0" y="9"/>
                  <a:pt x="0"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7"/>
          <p:cNvSpPr/>
          <p:nvPr/>
        </p:nvSpPr>
        <p:spPr>
          <a:xfrm>
            <a:off x="7191784" y="3965731"/>
            <a:ext cx="1782" cy="617"/>
          </a:xfrm>
          <a:custGeom>
            <a:rect b="b" l="l" r="r" t="t"/>
            <a:pathLst>
              <a:path extrusionOk="0" h="18" w="52">
                <a:moveTo>
                  <a:pt x="9" y="1"/>
                </a:moveTo>
                <a:cubicBezTo>
                  <a:pt x="1" y="9"/>
                  <a:pt x="9" y="18"/>
                  <a:pt x="51" y="18"/>
                </a:cubicBezTo>
                <a:cubicBezTo>
                  <a:pt x="35" y="9"/>
                  <a:pt x="26" y="9"/>
                  <a:pt x="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7"/>
          <p:cNvSpPr/>
          <p:nvPr/>
        </p:nvSpPr>
        <p:spPr>
          <a:xfrm>
            <a:off x="7163961" y="3966314"/>
            <a:ext cx="617" cy="34"/>
          </a:xfrm>
          <a:custGeom>
            <a:rect b="b" l="l" r="r" t="t"/>
            <a:pathLst>
              <a:path extrusionOk="0" h="1" w="18">
                <a:moveTo>
                  <a:pt x="18" y="1"/>
                </a:move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7"/>
          <p:cNvSpPr/>
          <p:nvPr/>
        </p:nvSpPr>
        <p:spPr>
          <a:xfrm>
            <a:off x="7048010" y="3994445"/>
            <a:ext cx="1199" cy="891"/>
          </a:xfrm>
          <a:custGeom>
            <a:rect b="b" l="l" r="r" t="t"/>
            <a:pathLst>
              <a:path extrusionOk="0" h="26" w="35">
                <a:moveTo>
                  <a:pt x="35" y="0"/>
                </a:moveTo>
                <a:cubicBezTo>
                  <a:pt x="26" y="9"/>
                  <a:pt x="9" y="17"/>
                  <a:pt x="1" y="25"/>
                </a:cubicBezTo>
                <a:cubicBezTo>
                  <a:pt x="18" y="17"/>
                  <a:pt x="26" y="9"/>
                  <a:pt x="3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7"/>
          <p:cNvSpPr/>
          <p:nvPr/>
        </p:nvSpPr>
        <p:spPr>
          <a:xfrm>
            <a:off x="7236122" y="3952676"/>
            <a:ext cx="925" cy="343"/>
          </a:xfrm>
          <a:custGeom>
            <a:rect b="b" l="l" r="r" t="t"/>
            <a:pathLst>
              <a:path extrusionOk="0" h="10" w="27">
                <a:moveTo>
                  <a:pt x="26" y="1"/>
                </a:moveTo>
                <a:lnTo>
                  <a:pt x="1" y="9"/>
                </a:lnTo>
                <a:lnTo>
                  <a:pt x="9" y="9"/>
                </a:lnTo>
                <a:lnTo>
                  <a:pt x="26"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7"/>
          <p:cNvSpPr/>
          <p:nvPr/>
        </p:nvSpPr>
        <p:spPr>
          <a:xfrm>
            <a:off x="7231222" y="3949181"/>
            <a:ext cx="36255" cy="5003"/>
          </a:xfrm>
          <a:custGeom>
            <a:rect b="b" l="l" r="r" t="t"/>
            <a:pathLst>
              <a:path extrusionOk="0" h="146" w="1058">
                <a:moveTo>
                  <a:pt x="465" y="0"/>
                </a:moveTo>
                <a:cubicBezTo>
                  <a:pt x="455" y="0"/>
                  <a:pt x="447" y="0"/>
                  <a:pt x="440" y="1"/>
                </a:cubicBezTo>
                <a:cubicBezTo>
                  <a:pt x="618" y="27"/>
                  <a:pt x="457" y="52"/>
                  <a:pt x="339" y="78"/>
                </a:cubicBezTo>
                <a:cubicBezTo>
                  <a:pt x="229" y="69"/>
                  <a:pt x="355" y="27"/>
                  <a:pt x="262" y="27"/>
                </a:cubicBezTo>
                <a:lnTo>
                  <a:pt x="0" y="52"/>
                </a:lnTo>
                <a:lnTo>
                  <a:pt x="0" y="52"/>
                </a:lnTo>
                <a:lnTo>
                  <a:pt x="229" y="44"/>
                </a:lnTo>
                <a:lnTo>
                  <a:pt x="161" y="103"/>
                </a:lnTo>
                <a:lnTo>
                  <a:pt x="161" y="103"/>
                </a:lnTo>
                <a:lnTo>
                  <a:pt x="186" y="94"/>
                </a:lnTo>
                <a:cubicBezTo>
                  <a:pt x="246" y="87"/>
                  <a:pt x="287" y="83"/>
                  <a:pt x="317" y="83"/>
                </a:cubicBezTo>
                <a:cubicBezTo>
                  <a:pt x="439" y="83"/>
                  <a:pt x="353" y="138"/>
                  <a:pt x="454" y="138"/>
                </a:cubicBezTo>
                <a:cubicBezTo>
                  <a:pt x="484" y="138"/>
                  <a:pt x="532" y="133"/>
                  <a:pt x="609" y="120"/>
                </a:cubicBezTo>
                <a:lnTo>
                  <a:pt x="609" y="120"/>
                </a:lnTo>
                <a:cubicBezTo>
                  <a:pt x="601" y="128"/>
                  <a:pt x="584" y="137"/>
                  <a:pt x="584" y="145"/>
                </a:cubicBezTo>
                <a:cubicBezTo>
                  <a:pt x="736" y="111"/>
                  <a:pt x="1032" y="120"/>
                  <a:pt x="1058" y="61"/>
                </a:cubicBezTo>
                <a:cubicBezTo>
                  <a:pt x="1007" y="61"/>
                  <a:pt x="728" y="44"/>
                  <a:pt x="770" y="1"/>
                </a:cubicBezTo>
                <a:lnTo>
                  <a:pt x="770" y="1"/>
                </a:lnTo>
                <a:cubicBezTo>
                  <a:pt x="741" y="9"/>
                  <a:pt x="707" y="11"/>
                  <a:pt x="672" y="11"/>
                </a:cubicBezTo>
                <a:cubicBezTo>
                  <a:pt x="596" y="11"/>
                  <a:pt x="514" y="0"/>
                  <a:pt x="46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7"/>
          <p:cNvSpPr/>
          <p:nvPr/>
        </p:nvSpPr>
        <p:spPr>
          <a:xfrm>
            <a:off x="7248903" y="3954150"/>
            <a:ext cx="2330" cy="617"/>
          </a:xfrm>
          <a:custGeom>
            <a:rect b="b" l="l" r="r" t="t"/>
            <a:pathLst>
              <a:path extrusionOk="0" h="18" w="68">
                <a:moveTo>
                  <a:pt x="68" y="0"/>
                </a:moveTo>
                <a:cubicBezTo>
                  <a:pt x="42" y="0"/>
                  <a:pt x="26" y="9"/>
                  <a:pt x="0" y="17"/>
                </a:cubicBezTo>
                <a:cubicBezTo>
                  <a:pt x="26" y="17"/>
                  <a:pt x="42" y="9"/>
                  <a:pt x="6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7"/>
          <p:cNvSpPr/>
          <p:nvPr/>
        </p:nvSpPr>
        <p:spPr>
          <a:xfrm>
            <a:off x="7257572" y="3948359"/>
            <a:ext cx="2364" cy="891"/>
          </a:xfrm>
          <a:custGeom>
            <a:rect b="b" l="l" r="r" t="t"/>
            <a:pathLst>
              <a:path extrusionOk="0" h="26" w="69">
                <a:moveTo>
                  <a:pt x="69" y="0"/>
                </a:moveTo>
                <a:lnTo>
                  <a:pt x="69" y="0"/>
                </a:lnTo>
                <a:cubicBezTo>
                  <a:pt x="43" y="9"/>
                  <a:pt x="18" y="17"/>
                  <a:pt x="1" y="25"/>
                </a:cubicBezTo>
                <a:cubicBezTo>
                  <a:pt x="26" y="25"/>
                  <a:pt x="52" y="17"/>
                  <a:pt x="6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7"/>
          <p:cNvSpPr/>
          <p:nvPr/>
        </p:nvSpPr>
        <p:spPr>
          <a:xfrm>
            <a:off x="6423094" y="3922558"/>
            <a:ext cx="1207107" cy="320618"/>
          </a:xfrm>
          <a:custGeom>
            <a:rect b="b" l="l" r="r" t="t"/>
            <a:pathLst>
              <a:path extrusionOk="0" h="9357" w="35226">
                <a:moveTo>
                  <a:pt x="27197" y="120"/>
                </a:moveTo>
                <a:lnTo>
                  <a:pt x="27197" y="120"/>
                </a:lnTo>
                <a:cubicBezTo>
                  <a:pt x="27185" y="122"/>
                  <a:pt x="27174" y="124"/>
                  <a:pt x="27163" y="127"/>
                </a:cubicBezTo>
                <a:cubicBezTo>
                  <a:pt x="27175" y="125"/>
                  <a:pt x="27186" y="122"/>
                  <a:pt x="27197" y="120"/>
                </a:cubicBezTo>
                <a:close/>
                <a:moveTo>
                  <a:pt x="25497" y="0"/>
                </a:moveTo>
                <a:lnTo>
                  <a:pt x="25539" y="76"/>
                </a:lnTo>
                <a:cubicBezTo>
                  <a:pt x="25478" y="88"/>
                  <a:pt x="25442" y="92"/>
                  <a:pt x="25422" y="92"/>
                </a:cubicBezTo>
                <a:cubicBezTo>
                  <a:pt x="25333" y="92"/>
                  <a:pt x="25534" y="9"/>
                  <a:pt x="25328" y="9"/>
                </a:cubicBezTo>
                <a:lnTo>
                  <a:pt x="25218" y="68"/>
                </a:lnTo>
                <a:lnTo>
                  <a:pt x="25201" y="68"/>
                </a:lnTo>
                <a:cubicBezTo>
                  <a:pt x="25142" y="85"/>
                  <a:pt x="25082" y="110"/>
                  <a:pt x="25023" y="136"/>
                </a:cubicBezTo>
                <a:cubicBezTo>
                  <a:pt x="25129" y="128"/>
                  <a:pt x="25111" y="98"/>
                  <a:pt x="25182" y="98"/>
                </a:cubicBezTo>
                <a:cubicBezTo>
                  <a:pt x="25195" y="98"/>
                  <a:pt x="25213" y="99"/>
                  <a:pt x="25235" y="102"/>
                </a:cubicBezTo>
                <a:cubicBezTo>
                  <a:pt x="25353" y="125"/>
                  <a:pt x="25244" y="156"/>
                  <a:pt x="25201" y="195"/>
                </a:cubicBezTo>
                <a:lnTo>
                  <a:pt x="25201" y="195"/>
                </a:lnTo>
                <a:cubicBezTo>
                  <a:pt x="25239" y="177"/>
                  <a:pt x="25302" y="181"/>
                  <a:pt x="25302" y="136"/>
                </a:cubicBezTo>
                <a:cubicBezTo>
                  <a:pt x="25370" y="148"/>
                  <a:pt x="25422" y="152"/>
                  <a:pt x="25464" y="152"/>
                </a:cubicBezTo>
                <a:cubicBezTo>
                  <a:pt x="25636" y="152"/>
                  <a:pt x="25646" y="72"/>
                  <a:pt x="25904" y="72"/>
                </a:cubicBezTo>
                <a:cubicBezTo>
                  <a:pt x="25938" y="72"/>
                  <a:pt x="25977" y="73"/>
                  <a:pt x="26021" y="76"/>
                </a:cubicBezTo>
                <a:cubicBezTo>
                  <a:pt x="26028" y="105"/>
                  <a:pt x="26054" y="115"/>
                  <a:pt x="26091" y="115"/>
                </a:cubicBezTo>
                <a:cubicBezTo>
                  <a:pt x="26166" y="115"/>
                  <a:pt x="26286" y="75"/>
                  <a:pt x="26377" y="75"/>
                </a:cubicBezTo>
                <a:cubicBezTo>
                  <a:pt x="26425" y="75"/>
                  <a:pt x="26465" y="86"/>
                  <a:pt x="26487" y="119"/>
                </a:cubicBezTo>
                <a:cubicBezTo>
                  <a:pt x="26469" y="117"/>
                  <a:pt x="26451" y="116"/>
                  <a:pt x="26433" y="116"/>
                </a:cubicBezTo>
                <a:cubicBezTo>
                  <a:pt x="26266" y="116"/>
                  <a:pt x="26083" y="179"/>
                  <a:pt x="26106" y="195"/>
                </a:cubicBezTo>
                <a:cubicBezTo>
                  <a:pt x="26191" y="186"/>
                  <a:pt x="26275" y="182"/>
                  <a:pt x="26360" y="182"/>
                </a:cubicBezTo>
                <a:cubicBezTo>
                  <a:pt x="26444" y="182"/>
                  <a:pt x="26529" y="186"/>
                  <a:pt x="26614" y="195"/>
                </a:cubicBezTo>
                <a:cubicBezTo>
                  <a:pt x="26512" y="144"/>
                  <a:pt x="26537" y="85"/>
                  <a:pt x="26614" y="42"/>
                </a:cubicBezTo>
                <a:lnTo>
                  <a:pt x="26614" y="42"/>
                </a:lnTo>
                <a:cubicBezTo>
                  <a:pt x="26572" y="46"/>
                  <a:pt x="26525" y="48"/>
                  <a:pt x="26474" y="48"/>
                </a:cubicBezTo>
                <a:cubicBezTo>
                  <a:pt x="26202" y="48"/>
                  <a:pt x="25810" y="0"/>
                  <a:pt x="25497" y="0"/>
                </a:cubicBezTo>
                <a:close/>
                <a:moveTo>
                  <a:pt x="25201" y="195"/>
                </a:moveTo>
                <a:cubicBezTo>
                  <a:pt x="25196" y="197"/>
                  <a:pt x="25192" y="199"/>
                  <a:pt x="25188" y="202"/>
                </a:cubicBezTo>
                <a:lnTo>
                  <a:pt x="25188" y="202"/>
                </a:lnTo>
                <a:cubicBezTo>
                  <a:pt x="25190" y="203"/>
                  <a:pt x="25191" y="203"/>
                  <a:pt x="25192" y="203"/>
                </a:cubicBezTo>
                <a:cubicBezTo>
                  <a:pt x="25195" y="200"/>
                  <a:pt x="25198" y="197"/>
                  <a:pt x="25201" y="195"/>
                </a:cubicBezTo>
                <a:close/>
                <a:moveTo>
                  <a:pt x="21443" y="433"/>
                </a:moveTo>
                <a:cubicBezTo>
                  <a:pt x="21448" y="436"/>
                  <a:pt x="21454" y="438"/>
                  <a:pt x="21462" y="440"/>
                </a:cubicBezTo>
                <a:cubicBezTo>
                  <a:pt x="21456" y="438"/>
                  <a:pt x="21450" y="435"/>
                  <a:pt x="21443" y="433"/>
                </a:cubicBezTo>
                <a:close/>
                <a:moveTo>
                  <a:pt x="23111" y="136"/>
                </a:moveTo>
                <a:cubicBezTo>
                  <a:pt x="23000" y="143"/>
                  <a:pt x="22863" y="189"/>
                  <a:pt x="22751" y="189"/>
                </a:cubicBezTo>
                <a:cubicBezTo>
                  <a:pt x="22735" y="189"/>
                  <a:pt x="22720" y="188"/>
                  <a:pt x="22705" y="186"/>
                </a:cubicBezTo>
                <a:cubicBezTo>
                  <a:pt x="22562" y="262"/>
                  <a:pt x="22401" y="305"/>
                  <a:pt x="22240" y="305"/>
                </a:cubicBezTo>
                <a:lnTo>
                  <a:pt x="22240" y="296"/>
                </a:lnTo>
                <a:cubicBezTo>
                  <a:pt x="22178" y="335"/>
                  <a:pt x="22096" y="345"/>
                  <a:pt x="22008" y="345"/>
                </a:cubicBezTo>
                <a:cubicBezTo>
                  <a:pt x="21902" y="345"/>
                  <a:pt x="21789" y="329"/>
                  <a:pt x="21699" y="329"/>
                </a:cubicBezTo>
                <a:cubicBezTo>
                  <a:pt x="21652" y="329"/>
                  <a:pt x="21611" y="334"/>
                  <a:pt x="21580" y="347"/>
                </a:cubicBezTo>
                <a:cubicBezTo>
                  <a:pt x="21552" y="385"/>
                  <a:pt x="21587" y="396"/>
                  <a:pt x="21647" y="396"/>
                </a:cubicBezTo>
                <a:cubicBezTo>
                  <a:pt x="21728" y="396"/>
                  <a:pt x="21854" y="376"/>
                  <a:pt x="21935" y="376"/>
                </a:cubicBezTo>
                <a:cubicBezTo>
                  <a:pt x="21955" y="376"/>
                  <a:pt x="21973" y="378"/>
                  <a:pt x="21986" y="381"/>
                </a:cubicBezTo>
                <a:cubicBezTo>
                  <a:pt x="21868" y="432"/>
                  <a:pt x="21741" y="398"/>
                  <a:pt x="21851" y="440"/>
                </a:cubicBezTo>
                <a:cubicBezTo>
                  <a:pt x="21790" y="457"/>
                  <a:pt x="21747" y="463"/>
                  <a:pt x="21715" y="463"/>
                </a:cubicBezTo>
                <a:cubicBezTo>
                  <a:pt x="21644" y="463"/>
                  <a:pt x="21628" y="433"/>
                  <a:pt x="21578" y="433"/>
                </a:cubicBezTo>
                <a:cubicBezTo>
                  <a:pt x="21552" y="433"/>
                  <a:pt x="21518" y="441"/>
                  <a:pt x="21462" y="465"/>
                </a:cubicBezTo>
                <a:lnTo>
                  <a:pt x="21589" y="474"/>
                </a:lnTo>
                <a:cubicBezTo>
                  <a:pt x="21496" y="533"/>
                  <a:pt x="21327" y="525"/>
                  <a:pt x="21225" y="584"/>
                </a:cubicBezTo>
                <a:cubicBezTo>
                  <a:pt x="21223" y="602"/>
                  <a:pt x="21234" y="609"/>
                  <a:pt x="21255" y="609"/>
                </a:cubicBezTo>
                <a:cubicBezTo>
                  <a:pt x="21312" y="609"/>
                  <a:pt x="21446" y="558"/>
                  <a:pt x="21589" y="558"/>
                </a:cubicBezTo>
                <a:lnTo>
                  <a:pt x="21513" y="618"/>
                </a:lnTo>
                <a:lnTo>
                  <a:pt x="21893" y="525"/>
                </a:lnTo>
                <a:cubicBezTo>
                  <a:pt x="21995" y="432"/>
                  <a:pt x="21885" y="440"/>
                  <a:pt x="22122" y="355"/>
                </a:cubicBezTo>
                <a:cubicBezTo>
                  <a:pt x="22206" y="383"/>
                  <a:pt x="22271" y="426"/>
                  <a:pt x="22291" y="474"/>
                </a:cubicBezTo>
                <a:lnTo>
                  <a:pt x="22291" y="474"/>
                </a:lnTo>
                <a:cubicBezTo>
                  <a:pt x="22376" y="415"/>
                  <a:pt x="22604" y="372"/>
                  <a:pt x="22849" y="355"/>
                </a:cubicBezTo>
                <a:lnTo>
                  <a:pt x="22849" y="355"/>
                </a:lnTo>
                <a:lnTo>
                  <a:pt x="22748" y="398"/>
                </a:lnTo>
                <a:cubicBezTo>
                  <a:pt x="22875" y="398"/>
                  <a:pt x="22993" y="364"/>
                  <a:pt x="23103" y="313"/>
                </a:cubicBezTo>
                <a:lnTo>
                  <a:pt x="23103" y="313"/>
                </a:lnTo>
                <a:cubicBezTo>
                  <a:pt x="23095" y="322"/>
                  <a:pt x="23111" y="330"/>
                  <a:pt x="23145" y="339"/>
                </a:cubicBezTo>
                <a:cubicBezTo>
                  <a:pt x="23323" y="322"/>
                  <a:pt x="23416" y="245"/>
                  <a:pt x="23314" y="212"/>
                </a:cubicBezTo>
                <a:lnTo>
                  <a:pt x="23314" y="212"/>
                </a:lnTo>
                <a:lnTo>
                  <a:pt x="23255" y="237"/>
                </a:lnTo>
                <a:lnTo>
                  <a:pt x="23128" y="195"/>
                </a:lnTo>
                <a:cubicBezTo>
                  <a:pt x="23095" y="305"/>
                  <a:pt x="22722" y="271"/>
                  <a:pt x="22519" y="330"/>
                </a:cubicBezTo>
                <a:cubicBezTo>
                  <a:pt x="22632" y="288"/>
                  <a:pt x="22727" y="210"/>
                  <a:pt x="22864" y="210"/>
                </a:cubicBezTo>
                <a:cubicBezTo>
                  <a:pt x="22891" y="210"/>
                  <a:pt x="22920" y="213"/>
                  <a:pt x="22951" y="220"/>
                </a:cubicBezTo>
                <a:lnTo>
                  <a:pt x="22925" y="169"/>
                </a:lnTo>
                <a:cubicBezTo>
                  <a:pt x="22956" y="166"/>
                  <a:pt x="22986" y="165"/>
                  <a:pt x="23015" y="165"/>
                </a:cubicBezTo>
                <a:cubicBezTo>
                  <a:pt x="23066" y="165"/>
                  <a:pt x="23113" y="168"/>
                  <a:pt x="23156" y="168"/>
                </a:cubicBezTo>
                <a:cubicBezTo>
                  <a:pt x="23211" y="168"/>
                  <a:pt x="23259" y="163"/>
                  <a:pt x="23298" y="136"/>
                </a:cubicBezTo>
                <a:lnTo>
                  <a:pt x="23298" y="136"/>
                </a:lnTo>
                <a:lnTo>
                  <a:pt x="23111" y="161"/>
                </a:lnTo>
                <a:lnTo>
                  <a:pt x="23111" y="136"/>
                </a:lnTo>
                <a:close/>
                <a:moveTo>
                  <a:pt x="34109" y="914"/>
                </a:moveTo>
                <a:cubicBezTo>
                  <a:pt x="34104" y="914"/>
                  <a:pt x="34099" y="914"/>
                  <a:pt x="34094" y="915"/>
                </a:cubicBezTo>
                <a:lnTo>
                  <a:pt x="34094" y="915"/>
                </a:lnTo>
                <a:lnTo>
                  <a:pt x="34109" y="914"/>
                </a:lnTo>
                <a:close/>
                <a:moveTo>
                  <a:pt x="25717" y="956"/>
                </a:moveTo>
                <a:cubicBezTo>
                  <a:pt x="25713" y="956"/>
                  <a:pt x="25709" y="957"/>
                  <a:pt x="25705" y="957"/>
                </a:cubicBezTo>
                <a:lnTo>
                  <a:pt x="25705" y="957"/>
                </a:lnTo>
                <a:cubicBezTo>
                  <a:pt x="25709" y="957"/>
                  <a:pt x="25713" y="957"/>
                  <a:pt x="25717" y="956"/>
                </a:cubicBezTo>
                <a:close/>
                <a:moveTo>
                  <a:pt x="27984" y="1007"/>
                </a:moveTo>
                <a:cubicBezTo>
                  <a:pt x="27966" y="1007"/>
                  <a:pt x="27948" y="1007"/>
                  <a:pt x="27930" y="1007"/>
                </a:cubicBezTo>
                <a:lnTo>
                  <a:pt x="27930" y="1007"/>
                </a:lnTo>
                <a:cubicBezTo>
                  <a:pt x="27943" y="1010"/>
                  <a:pt x="27957" y="1013"/>
                  <a:pt x="27971" y="1015"/>
                </a:cubicBezTo>
                <a:lnTo>
                  <a:pt x="27971" y="1015"/>
                </a:lnTo>
                <a:cubicBezTo>
                  <a:pt x="27974" y="1012"/>
                  <a:pt x="27978" y="1009"/>
                  <a:pt x="27984" y="1007"/>
                </a:cubicBezTo>
                <a:close/>
                <a:moveTo>
                  <a:pt x="23417" y="1125"/>
                </a:moveTo>
                <a:cubicBezTo>
                  <a:pt x="23417" y="1125"/>
                  <a:pt x="23416" y="1125"/>
                  <a:pt x="23416" y="1125"/>
                </a:cubicBezTo>
                <a:cubicBezTo>
                  <a:pt x="23417" y="1125"/>
                  <a:pt x="23417" y="1125"/>
                  <a:pt x="23417" y="1125"/>
                </a:cubicBezTo>
                <a:close/>
                <a:moveTo>
                  <a:pt x="16765" y="1251"/>
                </a:moveTo>
                <a:cubicBezTo>
                  <a:pt x="16772" y="1251"/>
                  <a:pt x="16778" y="1253"/>
                  <a:pt x="16782" y="1257"/>
                </a:cubicBezTo>
                <a:lnTo>
                  <a:pt x="16782" y="1257"/>
                </a:lnTo>
                <a:lnTo>
                  <a:pt x="16687" y="1285"/>
                </a:lnTo>
                <a:lnTo>
                  <a:pt x="16687" y="1285"/>
                </a:lnTo>
                <a:cubicBezTo>
                  <a:pt x="16689" y="1283"/>
                  <a:pt x="16691" y="1281"/>
                  <a:pt x="16691" y="1278"/>
                </a:cubicBezTo>
                <a:cubicBezTo>
                  <a:pt x="16699" y="1278"/>
                  <a:pt x="16708" y="1269"/>
                  <a:pt x="16716" y="1261"/>
                </a:cubicBezTo>
                <a:cubicBezTo>
                  <a:pt x="16736" y="1256"/>
                  <a:pt x="16752" y="1251"/>
                  <a:pt x="16765" y="1251"/>
                </a:cubicBezTo>
                <a:close/>
                <a:moveTo>
                  <a:pt x="20599" y="1328"/>
                </a:moveTo>
                <a:cubicBezTo>
                  <a:pt x="20593" y="1332"/>
                  <a:pt x="20593" y="1335"/>
                  <a:pt x="20597" y="1338"/>
                </a:cubicBezTo>
                <a:lnTo>
                  <a:pt x="20597" y="1338"/>
                </a:lnTo>
                <a:cubicBezTo>
                  <a:pt x="20598" y="1335"/>
                  <a:pt x="20599" y="1332"/>
                  <a:pt x="20599" y="1328"/>
                </a:cubicBezTo>
                <a:close/>
                <a:moveTo>
                  <a:pt x="26064" y="567"/>
                </a:moveTo>
                <a:lnTo>
                  <a:pt x="26064" y="567"/>
                </a:lnTo>
                <a:cubicBezTo>
                  <a:pt x="26055" y="626"/>
                  <a:pt x="26123" y="592"/>
                  <a:pt x="26115" y="635"/>
                </a:cubicBezTo>
                <a:cubicBezTo>
                  <a:pt x="26148" y="659"/>
                  <a:pt x="26196" y="668"/>
                  <a:pt x="26253" y="668"/>
                </a:cubicBezTo>
                <a:cubicBezTo>
                  <a:pt x="26380" y="668"/>
                  <a:pt x="26552" y="626"/>
                  <a:pt x="26721" y="626"/>
                </a:cubicBezTo>
                <a:cubicBezTo>
                  <a:pt x="26762" y="626"/>
                  <a:pt x="26802" y="629"/>
                  <a:pt x="26842" y="635"/>
                </a:cubicBezTo>
                <a:lnTo>
                  <a:pt x="26800" y="660"/>
                </a:lnTo>
                <a:cubicBezTo>
                  <a:pt x="26848" y="644"/>
                  <a:pt x="26918" y="638"/>
                  <a:pt x="27000" y="638"/>
                </a:cubicBezTo>
                <a:cubicBezTo>
                  <a:pt x="27174" y="638"/>
                  <a:pt x="27399" y="665"/>
                  <a:pt x="27561" y="677"/>
                </a:cubicBezTo>
                <a:lnTo>
                  <a:pt x="27553" y="685"/>
                </a:lnTo>
                <a:cubicBezTo>
                  <a:pt x="27409" y="711"/>
                  <a:pt x="27383" y="745"/>
                  <a:pt x="27451" y="770"/>
                </a:cubicBezTo>
                <a:cubicBezTo>
                  <a:pt x="27400" y="778"/>
                  <a:pt x="27324" y="787"/>
                  <a:pt x="27273" y="795"/>
                </a:cubicBezTo>
                <a:cubicBezTo>
                  <a:pt x="27243" y="795"/>
                  <a:pt x="27188" y="798"/>
                  <a:pt x="27132" y="798"/>
                </a:cubicBezTo>
                <a:cubicBezTo>
                  <a:pt x="27048" y="798"/>
                  <a:pt x="26962" y="792"/>
                  <a:pt x="26952" y="762"/>
                </a:cubicBezTo>
                <a:cubicBezTo>
                  <a:pt x="27113" y="762"/>
                  <a:pt x="27104" y="753"/>
                  <a:pt x="27020" y="719"/>
                </a:cubicBezTo>
                <a:lnTo>
                  <a:pt x="27020" y="719"/>
                </a:lnTo>
                <a:cubicBezTo>
                  <a:pt x="26859" y="770"/>
                  <a:pt x="26546" y="736"/>
                  <a:pt x="26563" y="821"/>
                </a:cubicBezTo>
                <a:cubicBezTo>
                  <a:pt x="26326" y="821"/>
                  <a:pt x="26495" y="804"/>
                  <a:pt x="26326" y="778"/>
                </a:cubicBezTo>
                <a:cubicBezTo>
                  <a:pt x="26309" y="753"/>
                  <a:pt x="26360" y="736"/>
                  <a:pt x="26419" y="719"/>
                </a:cubicBezTo>
                <a:lnTo>
                  <a:pt x="26419" y="719"/>
                </a:lnTo>
                <a:cubicBezTo>
                  <a:pt x="26199" y="728"/>
                  <a:pt x="25971" y="745"/>
                  <a:pt x="25742" y="762"/>
                </a:cubicBezTo>
                <a:cubicBezTo>
                  <a:pt x="25717" y="821"/>
                  <a:pt x="26182" y="804"/>
                  <a:pt x="25954" y="888"/>
                </a:cubicBezTo>
                <a:cubicBezTo>
                  <a:pt x="25899" y="904"/>
                  <a:pt x="25909" y="984"/>
                  <a:pt x="25728" y="984"/>
                </a:cubicBezTo>
                <a:cubicBezTo>
                  <a:pt x="25712" y="984"/>
                  <a:pt x="25694" y="983"/>
                  <a:pt x="25675" y="981"/>
                </a:cubicBezTo>
                <a:cubicBezTo>
                  <a:pt x="25675" y="974"/>
                  <a:pt x="25687" y="961"/>
                  <a:pt x="25705" y="957"/>
                </a:cubicBezTo>
                <a:lnTo>
                  <a:pt x="25705" y="957"/>
                </a:lnTo>
                <a:cubicBezTo>
                  <a:pt x="25677" y="960"/>
                  <a:pt x="25648" y="962"/>
                  <a:pt x="25619" y="962"/>
                </a:cubicBezTo>
                <a:cubicBezTo>
                  <a:pt x="25572" y="962"/>
                  <a:pt x="25525" y="958"/>
                  <a:pt x="25480" y="948"/>
                </a:cubicBezTo>
                <a:cubicBezTo>
                  <a:pt x="25446" y="888"/>
                  <a:pt x="25615" y="897"/>
                  <a:pt x="25692" y="855"/>
                </a:cubicBezTo>
                <a:lnTo>
                  <a:pt x="25692" y="855"/>
                </a:lnTo>
                <a:cubicBezTo>
                  <a:pt x="25615" y="880"/>
                  <a:pt x="25539" y="888"/>
                  <a:pt x="25455" y="888"/>
                </a:cubicBezTo>
                <a:lnTo>
                  <a:pt x="25472" y="871"/>
                </a:lnTo>
                <a:lnTo>
                  <a:pt x="25235" y="888"/>
                </a:lnTo>
                <a:cubicBezTo>
                  <a:pt x="25195" y="908"/>
                  <a:pt x="25215" y="913"/>
                  <a:pt x="25253" y="913"/>
                </a:cubicBezTo>
                <a:cubicBezTo>
                  <a:pt x="25285" y="913"/>
                  <a:pt x="25329" y="910"/>
                  <a:pt x="25365" y="910"/>
                </a:cubicBezTo>
                <a:cubicBezTo>
                  <a:pt x="25400" y="910"/>
                  <a:pt x="25427" y="912"/>
                  <a:pt x="25429" y="922"/>
                </a:cubicBezTo>
                <a:lnTo>
                  <a:pt x="25277" y="965"/>
                </a:lnTo>
                <a:cubicBezTo>
                  <a:pt x="25173" y="969"/>
                  <a:pt x="24968" y="989"/>
                  <a:pt x="24783" y="989"/>
                </a:cubicBezTo>
                <a:cubicBezTo>
                  <a:pt x="24652" y="989"/>
                  <a:pt x="24532" y="979"/>
                  <a:pt x="24465" y="948"/>
                </a:cubicBezTo>
                <a:cubicBezTo>
                  <a:pt x="24433" y="944"/>
                  <a:pt x="24408" y="942"/>
                  <a:pt x="24389" y="942"/>
                </a:cubicBezTo>
                <a:cubicBezTo>
                  <a:pt x="24281" y="942"/>
                  <a:pt x="24347" y="996"/>
                  <a:pt x="24304" y="1032"/>
                </a:cubicBezTo>
                <a:cubicBezTo>
                  <a:pt x="24257" y="1051"/>
                  <a:pt x="24212" y="1056"/>
                  <a:pt x="24167" y="1056"/>
                </a:cubicBezTo>
                <a:cubicBezTo>
                  <a:pt x="24117" y="1056"/>
                  <a:pt x="24069" y="1050"/>
                  <a:pt x="24021" y="1050"/>
                </a:cubicBezTo>
                <a:cubicBezTo>
                  <a:pt x="23994" y="1050"/>
                  <a:pt x="23967" y="1052"/>
                  <a:pt x="23940" y="1058"/>
                </a:cubicBezTo>
                <a:cubicBezTo>
                  <a:pt x="23949" y="1100"/>
                  <a:pt x="23805" y="1108"/>
                  <a:pt x="23805" y="1159"/>
                </a:cubicBezTo>
                <a:lnTo>
                  <a:pt x="23602" y="1159"/>
                </a:lnTo>
                <a:cubicBezTo>
                  <a:pt x="23566" y="1192"/>
                  <a:pt x="23587" y="1202"/>
                  <a:pt x="23631" y="1202"/>
                </a:cubicBezTo>
                <a:cubicBezTo>
                  <a:pt x="23690" y="1202"/>
                  <a:pt x="23790" y="1185"/>
                  <a:pt x="23851" y="1185"/>
                </a:cubicBezTo>
                <a:cubicBezTo>
                  <a:pt x="23873" y="1185"/>
                  <a:pt x="23890" y="1187"/>
                  <a:pt x="23898" y="1193"/>
                </a:cubicBezTo>
                <a:cubicBezTo>
                  <a:pt x="24008" y="1261"/>
                  <a:pt x="23754" y="1227"/>
                  <a:pt x="23822" y="1261"/>
                </a:cubicBezTo>
                <a:cubicBezTo>
                  <a:pt x="23907" y="1252"/>
                  <a:pt x="23983" y="1227"/>
                  <a:pt x="24059" y="1193"/>
                </a:cubicBezTo>
                <a:cubicBezTo>
                  <a:pt x="24074" y="1191"/>
                  <a:pt x="24088" y="1191"/>
                  <a:pt x="24101" y="1191"/>
                </a:cubicBezTo>
                <a:cubicBezTo>
                  <a:pt x="24160" y="1191"/>
                  <a:pt x="24194" y="1206"/>
                  <a:pt x="24194" y="1227"/>
                </a:cubicBezTo>
                <a:cubicBezTo>
                  <a:pt x="24172" y="1225"/>
                  <a:pt x="24153" y="1225"/>
                  <a:pt x="24136" y="1225"/>
                </a:cubicBezTo>
                <a:cubicBezTo>
                  <a:pt x="23966" y="1225"/>
                  <a:pt x="24041" y="1294"/>
                  <a:pt x="23864" y="1294"/>
                </a:cubicBezTo>
                <a:lnTo>
                  <a:pt x="23856" y="1278"/>
                </a:lnTo>
                <a:cubicBezTo>
                  <a:pt x="23856" y="1328"/>
                  <a:pt x="23568" y="1320"/>
                  <a:pt x="23467" y="1354"/>
                </a:cubicBezTo>
                <a:cubicBezTo>
                  <a:pt x="23247" y="1311"/>
                  <a:pt x="23636" y="1252"/>
                  <a:pt x="23627" y="1235"/>
                </a:cubicBezTo>
                <a:lnTo>
                  <a:pt x="23627" y="1235"/>
                </a:lnTo>
                <a:lnTo>
                  <a:pt x="23365" y="1278"/>
                </a:lnTo>
                <a:cubicBezTo>
                  <a:pt x="23475" y="1235"/>
                  <a:pt x="23357" y="1210"/>
                  <a:pt x="23509" y="1159"/>
                </a:cubicBezTo>
                <a:lnTo>
                  <a:pt x="23509" y="1159"/>
                </a:lnTo>
                <a:cubicBezTo>
                  <a:pt x="23466" y="1166"/>
                  <a:pt x="23432" y="1168"/>
                  <a:pt x="23404" y="1168"/>
                </a:cubicBezTo>
                <a:cubicBezTo>
                  <a:pt x="23366" y="1168"/>
                  <a:pt x="23337" y="1165"/>
                  <a:pt x="23306" y="1165"/>
                </a:cubicBezTo>
                <a:cubicBezTo>
                  <a:pt x="23271" y="1165"/>
                  <a:pt x="23234" y="1168"/>
                  <a:pt x="23179" y="1184"/>
                </a:cubicBezTo>
                <a:cubicBezTo>
                  <a:pt x="23340" y="1091"/>
                  <a:pt x="22951" y="1142"/>
                  <a:pt x="22925" y="1091"/>
                </a:cubicBezTo>
                <a:cubicBezTo>
                  <a:pt x="22969" y="1082"/>
                  <a:pt x="23022" y="1078"/>
                  <a:pt x="23076" y="1078"/>
                </a:cubicBezTo>
                <a:cubicBezTo>
                  <a:pt x="23250" y="1078"/>
                  <a:pt x="23442" y="1117"/>
                  <a:pt x="23417" y="1125"/>
                </a:cubicBezTo>
                <a:lnTo>
                  <a:pt x="23417" y="1125"/>
                </a:lnTo>
                <a:cubicBezTo>
                  <a:pt x="23473" y="1111"/>
                  <a:pt x="23528" y="1105"/>
                  <a:pt x="23584" y="1105"/>
                </a:cubicBezTo>
                <a:cubicBezTo>
                  <a:pt x="23629" y="1105"/>
                  <a:pt x="23675" y="1109"/>
                  <a:pt x="23721" y="1117"/>
                </a:cubicBezTo>
                <a:lnTo>
                  <a:pt x="23839" y="1032"/>
                </a:lnTo>
                <a:lnTo>
                  <a:pt x="23839" y="1032"/>
                </a:lnTo>
                <a:cubicBezTo>
                  <a:pt x="23757" y="1037"/>
                  <a:pt x="23657" y="1053"/>
                  <a:pt x="23597" y="1053"/>
                </a:cubicBezTo>
                <a:cubicBezTo>
                  <a:pt x="23553" y="1053"/>
                  <a:pt x="23530" y="1044"/>
                  <a:pt x="23551" y="1015"/>
                </a:cubicBezTo>
                <a:lnTo>
                  <a:pt x="23551" y="1015"/>
                </a:lnTo>
                <a:lnTo>
                  <a:pt x="23357" y="1066"/>
                </a:lnTo>
                <a:cubicBezTo>
                  <a:pt x="23467" y="981"/>
                  <a:pt x="23594" y="922"/>
                  <a:pt x="23721" y="888"/>
                </a:cubicBezTo>
                <a:cubicBezTo>
                  <a:pt x="23676" y="882"/>
                  <a:pt x="23633" y="880"/>
                  <a:pt x="23591" y="880"/>
                </a:cubicBezTo>
                <a:cubicBezTo>
                  <a:pt x="23316" y="880"/>
                  <a:pt x="23092" y="990"/>
                  <a:pt x="22857" y="990"/>
                </a:cubicBezTo>
                <a:cubicBezTo>
                  <a:pt x="22821" y="990"/>
                  <a:pt x="22784" y="987"/>
                  <a:pt x="22748" y="981"/>
                </a:cubicBezTo>
                <a:lnTo>
                  <a:pt x="22790" y="965"/>
                </a:lnTo>
                <a:lnTo>
                  <a:pt x="22790" y="965"/>
                </a:lnTo>
                <a:cubicBezTo>
                  <a:pt x="22619" y="986"/>
                  <a:pt x="22484" y="995"/>
                  <a:pt x="22375" y="995"/>
                </a:cubicBezTo>
                <a:cubicBezTo>
                  <a:pt x="22096" y="995"/>
                  <a:pt x="21988" y="934"/>
                  <a:pt x="21885" y="855"/>
                </a:cubicBezTo>
                <a:lnTo>
                  <a:pt x="22130" y="821"/>
                </a:lnTo>
                <a:lnTo>
                  <a:pt x="22156" y="871"/>
                </a:lnTo>
                <a:cubicBezTo>
                  <a:pt x="22587" y="846"/>
                  <a:pt x="22883" y="685"/>
                  <a:pt x="23323" y="677"/>
                </a:cubicBezTo>
                <a:lnTo>
                  <a:pt x="23323" y="677"/>
                </a:lnTo>
                <a:cubicBezTo>
                  <a:pt x="23264" y="728"/>
                  <a:pt x="23095" y="719"/>
                  <a:pt x="23120" y="736"/>
                </a:cubicBezTo>
                <a:cubicBezTo>
                  <a:pt x="23345" y="729"/>
                  <a:pt x="23346" y="634"/>
                  <a:pt x="23507" y="634"/>
                </a:cubicBezTo>
                <a:cubicBezTo>
                  <a:pt x="23534" y="634"/>
                  <a:pt x="23565" y="637"/>
                  <a:pt x="23602" y="643"/>
                </a:cubicBezTo>
                <a:cubicBezTo>
                  <a:pt x="23230" y="694"/>
                  <a:pt x="23839" y="652"/>
                  <a:pt x="23509" y="728"/>
                </a:cubicBezTo>
                <a:cubicBezTo>
                  <a:pt x="23619" y="702"/>
                  <a:pt x="23737" y="677"/>
                  <a:pt x="23856" y="668"/>
                </a:cubicBezTo>
                <a:lnTo>
                  <a:pt x="24203" y="668"/>
                </a:lnTo>
                <a:cubicBezTo>
                  <a:pt x="24296" y="673"/>
                  <a:pt x="24391" y="675"/>
                  <a:pt x="24487" y="675"/>
                </a:cubicBezTo>
                <a:cubicBezTo>
                  <a:pt x="24583" y="675"/>
                  <a:pt x="24681" y="673"/>
                  <a:pt x="24778" y="668"/>
                </a:cubicBezTo>
                <a:cubicBezTo>
                  <a:pt x="24693" y="635"/>
                  <a:pt x="24896" y="609"/>
                  <a:pt x="24905" y="601"/>
                </a:cubicBezTo>
                <a:cubicBezTo>
                  <a:pt x="24989" y="601"/>
                  <a:pt x="24964" y="635"/>
                  <a:pt x="24896" y="635"/>
                </a:cubicBezTo>
                <a:cubicBezTo>
                  <a:pt x="25066" y="660"/>
                  <a:pt x="25091" y="702"/>
                  <a:pt x="25066" y="745"/>
                </a:cubicBezTo>
                <a:lnTo>
                  <a:pt x="24736" y="762"/>
                </a:lnTo>
                <a:cubicBezTo>
                  <a:pt x="24846" y="770"/>
                  <a:pt x="24905" y="812"/>
                  <a:pt x="24989" y="812"/>
                </a:cubicBezTo>
                <a:cubicBezTo>
                  <a:pt x="25032" y="812"/>
                  <a:pt x="25082" y="804"/>
                  <a:pt x="25125" y="795"/>
                </a:cubicBezTo>
                <a:cubicBezTo>
                  <a:pt x="25176" y="770"/>
                  <a:pt x="25167" y="762"/>
                  <a:pt x="25167" y="745"/>
                </a:cubicBezTo>
                <a:lnTo>
                  <a:pt x="25556" y="609"/>
                </a:lnTo>
                <a:lnTo>
                  <a:pt x="25556" y="609"/>
                </a:lnTo>
                <a:lnTo>
                  <a:pt x="25548" y="618"/>
                </a:lnTo>
                <a:lnTo>
                  <a:pt x="25895" y="592"/>
                </a:lnTo>
                <a:lnTo>
                  <a:pt x="25852" y="618"/>
                </a:lnTo>
                <a:lnTo>
                  <a:pt x="26064" y="567"/>
                </a:lnTo>
                <a:close/>
                <a:moveTo>
                  <a:pt x="21650" y="1403"/>
                </a:moveTo>
                <a:cubicBezTo>
                  <a:pt x="21646" y="1403"/>
                  <a:pt x="21643" y="1404"/>
                  <a:pt x="21640" y="1404"/>
                </a:cubicBezTo>
                <a:cubicBezTo>
                  <a:pt x="21643" y="1404"/>
                  <a:pt x="21646" y="1403"/>
                  <a:pt x="21650" y="1403"/>
                </a:cubicBezTo>
                <a:close/>
                <a:moveTo>
                  <a:pt x="19000" y="1455"/>
                </a:moveTo>
                <a:cubicBezTo>
                  <a:pt x="18983" y="1489"/>
                  <a:pt x="19026" y="1506"/>
                  <a:pt x="18856" y="1523"/>
                </a:cubicBezTo>
                <a:cubicBezTo>
                  <a:pt x="18865" y="1506"/>
                  <a:pt x="18856" y="1497"/>
                  <a:pt x="18831" y="1497"/>
                </a:cubicBezTo>
                <a:lnTo>
                  <a:pt x="19000" y="1455"/>
                </a:lnTo>
                <a:close/>
                <a:moveTo>
                  <a:pt x="14259" y="1589"/>
                </a:moveTo>
                <a:lnTo>
                  <a:pt x="14259" y="1589"/>
                </a:lnTo>
                <a:cubicBezTo>
                  <a:pt x="14252" y="1591"/>
                  <a:pt x="14248" y="1593"/>
                  <a:pt x="14248" y="1593"/>
                </a:cubicBezTo>
                <a:cubicBezTo>
                  <a:pt x="14248" y="1593"/>
                  <a:pt x="14250" y="1592"/>
                  <a:pt x="14254" y="1591"/>
                </a:cubicBezTo>
                <a:cubicBezTo>
                  <a:pt x="14256" y="1590"/>
                  <a:pt x="14257" y="1589"/>
                  <a:pt x="14259" y="1589"/>
                </a:cubicBezTo>
                <a:close/>
                <a:moveTo>
                  <a:pt x="21056" y="1015"/>
                </a:moveTo>
                <a:lnTo>
                  <a:pt x="21056" y="1024"/>
                </a:lnTo>
                <a:cubicBezTo>
                  <a:pt x="21090" y="1075"/>
                  <a:pt x="21107" y="1117"/>
                  <a:pt x="21039" y="1125"/>
                </a:cubicBezTo>
                <a:lnTo>
                  <a:pt x="21174" y="1142"/>
                </a:lnTo>
                <a:lnTo>
                  <a:pt x="20971" y="1184"/>
                </a:lnTo>
                <a:cubicBezTo>
                  <a:pt x="20995" y="1195"/>
                  <a:pt x="21021" y="1199"/>
                  <a:pt x="21049" y="1199"/>
                </a:cubicBezTo>
                <a:cubicBezTo>
                  <a:pt x="21131" y="1199"/>
                  <a:pt x="21225" y="1163"/>
                  <a:pt x="21301" y="1151"/>
                </a:cubicBezTo>
                <a:lnTo>
                  <a:pt x="21301" y="1151"/>
                </a:lnTo>
                <a:cubicBezTo>
                  <a:pt x="21420" y="1176"/>
                  <a:pt x="21039" y="1235"/>
                  <a:pt x="20920" y="1328"/>
                </a:cubicBezTo>
                <a:cubicBezTo>
                  <a:pt x="20872" y="1347"/>
                  <a:pt x="20796" y="1354"/>
                  <a:pt x="20729" y="1354"/>
                </a:cubicBezTo>
                <a:cubicBezTo>
                  <a:pt x="20665" y="1354"/>
                  <a:pt x="20610" y="1347"/>
                  <a:pt x="20597" y="1338"/>
                </a:cubicBezTo>
                <a:lnTo>
                  <a:pt x="20597" y="1338"/>
                </a:lnTo>
                <a:cubicBezTo>
                  <a:pt x="20570" y="1413"/>
                  <a:pt x="20230" y="1416"/>
                  <a:pt x="20100" y="1481"/>
                </a:cubicBezTo>
                <a:cubicBezTo>
                  <a:pt x="20042" y="1490"/>
                  <a:pt x="19997" y="1493"/>
                  <a:pt x="19961" y="1493"/>
                </a:cubicBezTo>
                <a:cubicBezTo>
                  <a:pt x="19841" y="1493"/>
                  <a:pt x="19816" y="1456"/>
                  <a:pt x="19729" y="1456"/>
                </a:cubicBezTo>
                <a:cubicBezTo>
                  <a:pt x="19693" y="1456"/>
                  <a:pt x="19645" y="1462"/>
                  <a:pt x="19575" y="1481"/>
                </a:cubicBezTo>
                <a:lnTo>
                  <a:pt x="19685" y="1514"/>
                </a:lnTo>
                <a:cubicBezTo>
                  <a:pt x="19465" y="1565"/>
                  <a:pt x="19245" y="1599"/>
                  <a:pt x="19026" y="1616"/>
                </a:cubicBezTo>
                <a:cubicBezTo>
                  <a:pt x="18975" y="1565"/>
                  <a:pt x="19152" y="1607"/>
                  <a:pt x="19220" y="1565"/>
                </a:cubicBezTo>
                <a:lnTo>
                  <a:pt x="19068" y="1531"/>
                </a:lnTo>
                <a:cubicBezTo>
                  <a:pt x="19117" y="1525"/>
                  <a:pt x="19194" y="1487"/>
                  <a:pt x="19232" y="1487"/>
                </a:cubicBezTo>
                <a:cubicBezTo>
                  <a:pt x="19245" y="1487"/>
                  <a:pt x="19254" y="1492"/>
                  <a:pt x="19254" y="1506"/>
                </a:cubicBezTo>
                <a:cubicBezTo>
                  <a:pt x="19254" y="1488"/>
                  <a:pt x="19302" y="1452"/>
                  <a:pt x="19260" y="1452"/>
                </a:cubicBezTo>
                <a:cubicBezTo>
                  <a:pt x="19244" y="1452"/>
                  <a:pt x="19214" y="1458"/>
                  <a:pt x="19161" y="1472"/>
                </a:cubicBezTo>
                <a:lnTo>
                  <a:pt x="19296" y="1413"/>
                </a:lnTo>
                <a:cubicBezTo>
                  <a:pt x="19288" y="1404"/>
                  <a:pt x="19271" y="1396"/>
                  <a:pt x="19262" y="1396"/>
                </a:cubicBezTo>
                <a:lnTo>
                  <a:pt x="19381" y="1371"/>
                </a:lnTo>
                <a:cubicBezTo>
                  <a:pt x="19465" y="1371"/>
                  <a:pt x="19542" y="1379"/>
                  <a:pt x="19626" y="1396"/>
                </a:cubicBezTo>
                <a:cubicBezTo>
                  <a:pt x="19635" y="1413"/>
                  <a:pt x="19542" y="1430"/>
                  <a:pt x="19499" y="1447"/>
                </a:cubicBezTo>
                <a:cubicBezTo>
                  <a:pt x="19601" y="1447"/>
                  <a:pt x="19702" y="1430"/>
                  <a:pt x="19804" y="1404"/>
                </a:cubicBezTo>
                <a:lnTo>
                  <a:pt x="19804" y="1404"/>
                </a:lnTo>
                <a:cubicBezTo>
                  <a:pt x="19774" y="1407"/>
                  <a:pt x="19751" y="1408"/>
                  <a:pt x="19733" y="1408"/>
                </a:cubicBezTo>
                <a:cubicBezTo>
                  <a:pt x="19637" y="1408"/>
                  <a:pt x="19703" y="1373"/>
                  <a:pt x="19660" y="1337"/>
                </a:cubicBezTo>
                <a:cubicBezTo>
                  <a:pt x="19778" y="1294"/>
                  <a:pt x="19973" y="1278"/>
                  <a:pt x="20049" y="1252"/>
                </a:cubicBezTo>
                <a:cubicBezTo>
                  <a:pt x="20064" y="1251"/>
                  <a:pt x="20078" y="1251"/>
                  <a:pt x="20092" y="1251"/>
                </a:cubicBezTo>
                <a:cubicBezTo>
                  <a:pt x="20241" y="1251"/>
                  <a:pt x="20353" y="1290"/>
                  <a:pt x="20261" y="1337"/>
                </a:cubicBezTo>
                <a:cubicBezTo>
                  <a:pt x="20362" y="1303"/>
                  <a:pt x="20481" y="1311"/>
                  <a:pt x="20582" y="1244"/>
                </a:cubicBezTo>
                <a:lnTo>
                  <a:pt x="20582" y="1244"/>
                </a:lnTo>
                <a:cubicBezTo>
                  <a:pt x="20544" y="1260"/>
                  <a:pt x="20520" y="1266"/>
                  <a:pt x="20503" y="1266"/>
                </a:cubicBezTo>
                <a:cubicBezTo>
                  <a:pt x="20452" y="1266"/>
                  <a:pt x="20483" y="1205"/>
                  <a:pt x="20419" y="1205"/>
                </a:cubicBezTo>
                <a:cubicBezTo>
                  <a:pt x="20396" y="1205"/>
                  <a:pt x="20360" y="1213"/>
                  <a:pt x="20303" y="1235"/>
                </a:cubicBezTo>
                <a:cubicBezTo>
                  <a:pt x="20232" y="1190"/>
                  <a:pt x="20395" y="1170"/>
                  <a:pt x="20540" y="1170"/>
                </a:cubicBezTo>
                <a:cubicBezTo>
                  <a:pt x="20587" y="1170"/>
                  <a:pt x="20632" y="1172"/>
                  <a:pt x="20667" y="1176"/>
                </a:cubicBezTo>
                <a:cubicBezTo>
                  <a:pt x="20599" y="1193"/>
                  <a:pt x="20667" y="1210"/>
                  <a:pt x="20650" y="1235"/>
                </a:cubicBezTo>
                <a:cubicBezTo>
                  <a:pt x="20853" y="1184"/>
                  <a:pt x="20751" y="1142"/>
                  <a:pt x="20599" y="1142"/>
                </a:cubicBezTo>
                <a:lnTo>
                  <a:pt x="20836" y="1066"/>
                </a:lnTo>
                <a:lnTo>
                  <a:pt x="20810" y="1066"/>
                </a:lnTo>
                <a:lnTo>
                  <a:pt x="21056" y="1015"/>
                </a:lnTo>
                <a:close/>
                <a:moveTo>
                  <a:pt x="20201" y="1701"/>
                </a:moveTo>
                <a:cubicBezTo>
                  <a:pt x="20198" y="1701"/>
                  <a:pt x="20195" y="1702"/>
                  <a:pt x="20192" y="1703"/>
                </a:cubicBezTo>
                <a:lnTo>
                  <a:pt x="20192" y="1703"/>
                </a:lnTo>
                <a:cubicBezTo>
                  <a:pt x="20195" y="1702"/>
                  <a:pt x="20198" y="1701"/>
                  <a:pt x="20201" y="1701"/>
                </a:cubicBezTo>
                <a:close/>
                <a:moveTo>
                  <a:pt x="18748" y="1284"/>
                </a:moveTo>
                <a:cubicBezTo>
                  <a:pt x="18762" y="1284"/>
                  <a:pt x="18776" y="1287"/>
                  <a:pt x="18789" y="1294"/>
                </a:cubicBezTo>
                <a:cubicBezTo>
                  <a:pt x="18603" y="1413"/>
                  <a:pt x="18416" y="1531"/>
                  <a:pt x="18222" y="1633"/>
                </a:cubicBezTo>
                <a:cubicBezTo>
                  <a:pt x="18061" y="1667"/>
                  <a:pt x="17900" y="1701"/>
                  <a:pt x="17731" y="1717"/>
                </a:cubicBezTo>
                <a:lnTo>
                  <a:pt x="17790" y="1692"/>
                </a:lnTo>
                <a:cubicBezTo>
                  <a:pt x="18636" y="1540"/>
                  <a:pt x="18264" y="1506"/>
                  <a:pt x="17723" y="1472"/>
                </a:cubicBezTo>
                <a:cubicBezTo>
                  <a:pt x="18010" y="1430"/>
                  <a:pt x="18315" y="1388"/>
                  <a:pt x="18611" y="1345"/>
                </a:cubicBezTo>
                <a:lnTo>
                  <a:pt x="18569" y="1320"/>
                </a:lnTo>
                <a:cubicBezTo>
                  <a:pt x="18641" y="1320"/>
                  <a:pt x="18698" y="1284"/>
                  <a:pt x="18748" y="1284"/>
                </a:cubicBezTo>
                <a:close/>
                <a:moveTo>
                  <a:pt x="17469" y="1763"/>
                </a:moveTo>
                <a:cubicBezTo>
                  <a:pt x="17492" y="1763"/>
                  <a:pt x="17508" y="1767"/>
                  <a:pt x="17503" y="1777"/>
                </a:cubicBezTo>
                <a:cubicBezTo>
                  <a:pt x="17503" y="1844"/>
                  <a:pt x="17274" y="1895"/>
                  <a:pt x="17215" y="1971"/>
                </a:cubicBezTo>
                <a:lnTo>
                  <a:pt x="17215" y="1963"/>
                </a:lnTo>
                <a:cubicBezTo>
                  <a:pt x="17181" y="1985"/>
                  <a:pt x="17050" y="2019"/>
                  <a:pt x="16981" y="2019"/>
                </a:cubicBezTo>
                <a:cubicBezTo>
                  <a:pt x="16946" y="2019"/>
                  <a:pt x="16928" y="2011"/>
                  <a:pt x="16945" y="1988"/>
                </a:cubicBezTo>
                <a:cubicBezTo>
                  <a:pt x="17110" y="1981"/>
                  <a:pt x="17098" y="1876"/>
                  <a:pt x="17205" y="1876"/>
                </a:cubicBezTo>
                <a:cubicBezTo>
                  <a:pt x="17224" y="1876"/>
                  <a:pt x="17247" y="1879"/>
                  <a:pt x="17274" y="1887"/>
                </a:cubicBezTo>
                <a:cubicBezTo>
                  <a:pt x="17300" y="1836"/>
                  <a:pt x="17249" y="1836"/>
                  <a:pt x="17181" y="1836"/>
                </a:cubicBezTo>
                <a:cubicBezTo>
                  <a:pt x="17198" y="1827"/>
                  <a:pt x="17215" y="1810"/>
                  <a:pt x="17215" y="1802"/>
                </a:cubicBezTo>
                <a:lnTo>
                  <a:pt x="17410" y="1768"/>
                </a:lnTo>
                <a:cubicBezTo>
                  <a:pt x="17431" y="1765"/>
                  <a:pt x="17452" y="1763"/>
                  <a:pt x="17469" y="1763"/>
                </a:cubicBezTo>
                <a:close/>
                <a:moveTo>
                  <a:pt x="16132" y="1997"/>
                </a:moveTo>
                <a:lnTo>
                  <a:pt x="16107" y="2056"/>
                </a:lnTo>
                <a:lnTo>
                  <a:pt x="16107" y="2047"/>
                </a:lnTo>
                <a:cubicBezTo>
                  <a:pt x="16073" y="2047"/>
                  <a:pt x="16039" y="2039"/>
                  <a:pt x="16022" y="2014"/>
                </a:cubicBezTo>
                <a:lnTo>
                  <a:pt x="16132" y="1997"/>
                </a:lnTo>
                <a:close/>
                <a:moveTo>
                  <a:pt x="15728" y="2070"/>
                </a:moveTo>
                <a:lnTo>
                  <a:pt x="15728" y="2070"/>
                </a:lnTo>
                <a:cubicBezTo>
                  <a:pt x="15702" y="2076"/>
                  <a:pt x="15676" y="2081"/>
                  <a:pt x="15650" y="2081"/>
                </a:cubicBezTo>
                <a:lnTo>
                  <a:pt x="15728" y="2070"/>
                </a:lnTo>
                <a:close/>
                <a:moveTo>
                  <a:pt x="12522" y="2286"/>
                </a:moveTo>
                <a:cubicBezTo>
                  <a:pt x="12364" y="2329"/>
                  <a:pt x="12206" y="2413"/>
                  <a:pt x="12080" y="2521"/>
                </a:cubicBezTo>
                <a:cubicBezTo>
                  <a:pt x="12302" y="2445"/>
                  <a:pt x="12296" y="2368"/>
                  <a:pt x="12522" y="2286"/>
                </a:cubicBezTo>
                <a:close/>
                <a:moveTo>
                  <a:pt x="14148" y="2575"/>
                </a:moveTo>
                <a:cubicBezTo>
                  <a:pt x="14144" y="2577"/>
                  <a:pt x="14140" y="2578"/>
                  <a:pt x="14136" y="2580"/>
                </a:cubicBezTo>
                <a:cubicBezTo>
                  <a:pt x="14140" y="2580"/>
                  <a:pt x="14145" y="2578"/>
                  <a:pt x="14148" y="2575"/>
                </a:cubicBezTo>
                <a:close/>
                <a:moveTo>
                  <a:pt x="11889" y="3323"/>
                </a:moveTo>
                <a:lnTo>
                  <a:pt x="11889" y="3323"/>
                </a:lnTo>
                <a:cubicBezTo>
                  <a:pt x="11887" y="3326"/>
                  <a:pt x="11886" y="3330"/>
                  <a:pt x="11886" y="3333"/>
                </a:cubicBezTo>
                <a:lnTo>
                  <a:pt x="11889" y="3323"/>
                </a:lnTo>
                <a:close/>
                <a:moveTo>
                  <a:pt x="7402" y="4441"/>
                </a:moveTo>
                <a:lnTo>
                  <a:pt x="7402" y="4441"/>
                </a:lnTo>
                <a:cubicBezTo>
                  <a:pt x="7398" y="4445"/>
                  <a:pt x="7394" y="4448"/>
                  <a:pt x="7390" y="4452"/>
                </a:cubicBezTo>
                <a:lnTo>
                  <a:pt x="7390" y="4452"/>
                </a:lnTo>
                <a:cubicBezTo>
                  <a:pt x="7394" y="4448"/>
                  <a:pt x="7398" y="4445"/>
                  <a:pt x="7402" y="4441"/>
                </a:cubicBezTo>
                <a:close/>
                <a:moveTo>
                  <a:pt x="4129" y="6294"/>
                </a:moveTo>
                <a:lnTo>
                  <a:pt x="4129" y="6294"/>
                </a:lnTo>
                <a:cubicBezTo>
                  <a:pt x="4106" y="6305"/>
                  <a:pt x="4083" y="6318"/>
                  <a:pt x="4061" y="6332"/>
                </a:cubicBezTo>
                <a:lnTo>
                  <a:pt x="4061" y="6332"/>
                </a:lnTo>
                <a:cubicBezTo>
                  <a:pt x="4083" y="6320"/>
                  <a:pt x="4106" y="6308"/>
                  <a:pt x="4129" y="6294"/>
                </a:cubicBezTo>
                <a:close/>
                <a:moveTo>
                  <a:pt x="2955" y="7350"/>
                </a:moveTo>
                <a:lnTo>
                  <a:pt x="2955" y="7350"/>
                </a:lnTo>
                <a:cubicBezTo>
                  <a:pt x="2946" y="7356"/>
                  <a:pt x="2937" y="7362"/>
                  <a:pt x="2927" y="7368"/>
                </a:cubicBezTo>
                <a:cubicBezTo>
                  <a:pt x="2939" y="7362"/>
                  <a:pt x="2948" y="7356"/>
                  <a:pt x="2955" y="7350"/>
                </a:cubicBezTo>
                <a:close/>
                <a:moveTo>
                  <a:pt x="1184" y="8554"/>
                </a:moveTo>
                <a:lnTo>
                  <a:pt x="1184" y="8554"/>
                </a:lnTo>
                <a:cubicBezTo>
                  <a:pt x="1176" y="8559"/>
                  <a:pt x="1167" y="8564"/>
                  <a:pt x="1159" y="8570"/>
                </a:cubicBezTo>
                <a:cubicBezTo>
                  <a:pt x="1168" y="8564"/>
                  <a:pt x="1176" y="8559"/>
                  <a:pt x="1184" y="8554"/>
                </a:cubicBezTo>
                <a:close/>
                <a:moveTo>
                  <a:pt x="24151" y="44"/>
                </a:moveTo>
                <a:cubicBezTo>
                  <a:pt x="23966" y="44"/>
                  <a:pt x="23784" y="62"/>
                  <a:pt x="23602" y="93"/>
                </a:cubicBezTo>
                <a:cubicBezTo>
                  <a:pt x="23560" y="212"/>
                  <a:pt x="23441" y="288"/>
                  <a:pt x="23348" y="406"/>
                </a:cubicBezTo>
                <a:cubicBezTo>
                  <a:pt x="23010" y="440"/>
                  <a:pt x="22655" y="457"/>
                  <a:pt x="22291" y="474"/>
                </a:cubicBezTo>
                <a:lnTo>
                  <a:pt x="22291" y="474"/>
                </a:lnTo>
                <a:cubicBezTo>
                  <a:pt x="22291" y="474"/>
                  <a:pt x="22291" y="474"/>
                  <a:pt x="22291" y="474"/>
                </a:cubicBezTo>
                <a:lnTo>
                  <a:pt x="22291" y="474"/>
                </a:lnTo>
                <a:cubicBezTo>
                  <a:pt x="22291" y="474"/>
                  <a:pt x="22291" y="474"/>
                  <a:pt x="22291" y="474"/>
                </a:cubicBezTo>
                <a:cubicBezTo>
                  <a:pt x="22291" y="474"/>
                  <a:pt x="22291" y="474"/>
                  <a:pt x="22291" y="474"/>
                </a:cubicBezTo>
                <a:lnTo>
                  <a:pt x="22291" y="474"/>
                </a:lnTo>
                <a:cubicBezTo>
                  <a:pt x="22301" y="498"/>
                  <a:pt x="22300" y="524"/>
                  <a:pt x="22282" y="550"/>
                </a:cubicBezTo>
                <a:cubicBezTo>
                  <a:pt x="22263" y="547"/>
                  <a:pt x="22240" y="546"/>
                  <a:pt x="22216" y="546"/>
                </a:cubicBezTo>
                <a:cubicBezTo>
                  <a:pt x="22172" y="546"/>
                  <a:pt x="22125" y="549"/>
                  <a:pt x="22086" y="549"/>
                </a:cubicBezTo>
                <a:cubicBezTo>
                  <a:pt x="22034" y="549"/>
                  <a:pt x="21995" y="543"/>
                  <a:pt x="21995" y="516"/>
                </a:cubicBezTo>
                <a:cubicBezTo>
                  <a:pt x="21893" y="584"/>
                  <a:pt x="21589" y="660"/>
                  <a:pt x="21648" y="702"/>
                </a:cubicBezTo>
                <a:lnTo>
                  <a:pt x="21606" y="711"/>
                </a:lnTo>
                <a:cubicBezTo>
                  <a:pt x="21521" y="685"/>
                  <a:pt x="21436" y="668"/>
                  <a:pt x="21343" y="660"/>
                </a:cubicBezTo>
                <a:cubicBezTo>
                  <a:pt x="21200" y="660"/>
                  <a:pt x="21056" y="660"/>
                  <a:pt x="20912" y="677"/>
                </a:cubicBezTo>
                <a:cubicBezTo>
                  <a:pt x="20844" y="685"/>
                  <a:pt x="20844" y="719"/>
                  <a:pt x="20861" y="770"/>
                </a:cubicBezTo>
                <a:cubicBezTo>
                  <a:pt x="20827" y="766"/>
                  <a:pt x="20791" y="764"/>
                  <a:pt x="20754" y="764"/>
                </a:cubicBezTo>
                <a:cubicBezTo>
                  <a:pt x="20717" y="764"/>
                  <a:pt x="20679" y="766"/>
                  <a:pt x="20641" y="770"/>
                </a:cubicBezTo>
                <a:cubicBezTo>
                  <a:pt x="20701" y="728"/>
                  <a:pt x="20760" y="702"/>
                  <a:pt x="20827" y="685"/>
                </a:cubicBezTo>
                <a:lnTo>
                  <a:pt x="20827" y="685"/>
                </a:lnTo>
                <a:lnTo>
                  <a:pt x="20278" y="745"/>
                </a:lnTo>
                <a:lnTo>
                  <a:pt x="20320" y="711"/>
                </a:lnTo>
                <a:lnTo>
                  <a:pt x="20108" y="778"/>
                </a:lnTo>
                <a:cubicBezTo>
                  <a:pt x="20165" y="762"/>
                  <a:pt x="20237" y="752"/>
                  <a:pt x="20293" y="752"/>
                </a:cubicBezTo>
                <a:cubicBezTo>
                  <a:pt x="20354" y="752"/>
                  <a:pt x="20397" y="764"/>
                  <a:pt x="20379" y="795"/>
                </a:cubicBezTo>
                <a:cubicBezTo>
                  <a:pt x="20142" y="863"/>
                  <a:pt x="19990" y="829"/>
                  <a:pt x="19795" y="939"/>
                </a:cubicBezTo>
                <a:cubicBezTo>
                  <a:pt x="19778" y="838"/>
                  <a:pt x="19711" y="829"/>
                  <a:pt x="19770" y="762"/>
                </a:cubicBezTo>
                <a:lnTo>
                  <a:pt x="19795" y="762"/>
                </a:lnTo>
                <a:cubicBezTo>
                  <a:pt x="19897" y="677"/>
                  <a:pt x="20024" y="618"/>
                  <a:pt x="20151" y="584"/>
                </a:cubicBezTo>
                <a:lnTo>
                  <a:pt x="20151" y="584"/>
                </a:lnTo>
                <a:cubicBezTo>
                  <a:pt x="19694" y="618"/>
                  <a:pt x="19812" y="635"/>
                  <a:pt x="19406" y="677"/>
                </a:cubicBezTo>
                <a:cubicBezTo>
                  <a:pt x="19364" y="618"/>
                  <a:pt x="19770" y="558"/>
                  <a:pt x="19668" y="533"/>
                </a:cubicBezTo>
                <a:lnTo>
                  <a:pt x="20049" y="499"/>
                </a:lnTo>
                <a:lnTo>
                  <a:pt x="20049" y="499"/>
                </a:lnTo>
                <a:cubicBezTo>
                  <a:pt x="20015" y="508"/>
                  <a:pt x="19981" y="525"/>
                  <a:pt x="19948" y="542"/>
                </a:cubicBezTo>
                <a:cubicBezTo>
                  <a:pt x="20201" y="457"/>
                  <a:pt x="20311" y="508"/>
                  <a:pt x="20497" y="415"/>
                </a:cubicBezTo>
                <a:lnTo>
                  <a:pt x="20497" y="415"/>
                </a:lnTo>
                <a:cubicBezTo>
                  <a:pt x="20616" y="423"/>
                  <a:pt x="20344" y="475"/>
                  <a:pt x="20424" y="475"/>
                </a:cubicBezTo>
                <a:cubicBezTo>
                  <a:pt x="20430" y="475"/>
                  <a:pt x="20437" y="474"/>
                  <a:pt x="20447" y="474"/>
                </a:cubicBezTo>
                <a:lnTo>
                  <a:pt x="20447" y="474"/>
                </a:lnTo>
                <a:cubicBezTo>
                  <a:pt x="20345" y="499"/>
                  <a:pt x="20252" y="558"/>
                  <a:pt x="20176" y="626"/>
                </a:cubicBezTo>
                <a:cubicBezTo>
                  <a:pt x="20481" y="618"/>
                  <a:pt x="20337" y="533"/>
                  <a:pt x="20582" y="474"/>
                </a:cubicBezTo>
                <a:lnTo>
                  <a:pt x="20785" y="499"/>
                </a:lnTo>
                <a:cubicBezTo>
                  <a:pt x="20895" y="482"/>
                  <a:pt x="20743" y="474"/>
                  <a:pt x="20734" y="465"/>
                </a:cubicBezTo>
                <a:cubicBezTo>
                  <a:pt x="20802" y="453"/>
                  <a:pt x="20875" y="445"/>
                  <a:pt x="20949" y="445"/>
                </a:cubicBezTo>
                <a:cubicBezTo>
                  <a:pt x="20976" y="445"/>
                  <a:pt x="21003" y="446"/>
                  <a:pt x="21030" y="449"/>
                </a:cubicBezTo>
                <a:cubicBezTo>
                  <a:pt x="20997" y="440"/>
                  <a:pt x="20929" y="432"/>
                  <a:pt x="20937" y="406"/>
                </a:cubicBezTo>
                <a:lnTo>
                  <a:pt x="20937" y="406"/>
                </a:lnTo>
                <a:cubicBezTo>
                  <a:pt x="20975" y="411"/>
                  <a:pt x="21011" y="413"/>
                  <a:pt x="21047" y="413"/>
                </a:cubicBezTo>
                <a:cubicBezTo>
                  <a:pt x="21119" y="413"/>
                  <a:pt x="21189" y="406"/>
                  <a:pt x="21258" y="406"/>
                </a:cubicBezTo>
                <a:cubicBezTo>
                  <a:pt x="21320" y="406"/>
                  <a:pt x="21382" y="412"/>
                  <a:pt x="21443" y="433"/>
                </a:cubicBezTo>
                <a:lnTo>
                  <a:pt x="21443" y="433"/>
                </a:lnTo>
                <a:cubicBezTo>
                  <a:pt x="21390" y="402"/>
                  <a:pt x="21561" y="329"/>
                  <a:pt x="21631" y="313"/>
                </a:cubicBezTo>
                <a:lnTo>
                  <a:pt x="21284" y="262"/>
                </a:lnTo>
                <a:cubicBezTo>
                  <a:pt x="20870" y="347"/>
                  <a:pt x="20599" y="347"/>
                  <a:pt x="20142" y="440"/>
                </a:cubicBezTo>
                <a:lnTo>
                  <a:pt x="20168" y="406"/>
                </a:lnTo>
                <a:lnTo>
                  <a:pt x="20168" y="406"/>
                </a:lnTo>
                <a:cubicBezTo>
                  <a:pt x="19432" y="415"/>
                  <a:pt x="19592" y="652"/>
                  <a:pt x="18983" y="745"/>
                </a:cubicBezTo>
                <a:cubicBezTo>
                  <a:pt x="18975" y="727"/>
                  <a:pt x="18956" y="720"/>
                  <a:pt x="18930" y="720"/>
                </a:cubicBezTo>
                <a:cubicBezTo>
                  <a:pt x="18873" y="720"/>
                  <a:pt x="18788" y="752"/>
                  <a:pt x="18743" y="752"/>
                </a:cubicBezTo>
                <a:cubicBezTo>
                  <a:pt x="18723" y="752"/>
                  <a:pt x="18711" y="746"/>
                  <a:pt x="18713" y="728"/>
                </a:cubicBezTo>
                <a:cubicBezTo>
                  <a:pt x="18899" y="702"/>
                  <a:pt x="18856" y="677"/>
                  <a:pt x="18797" y="652"/>
                </a:cubicBezTo>
                <a:lnTo>
                  <a:pt x="18797" y="652"/>
                </a:lnTo>
                <a:cubicBezTo>
                  <a:pt x="18687" y="728"/>
                  <a:pt x="18560" y="770"/>
                  <a:pt x="18425" y="770"/>
                </a:cubicBezTo>
                <a:cubicBezTo>
                  <a:pt x="18493" y="719"/>
                  <a:pt x="18306" y="719"/>
                  <a:pt x="18501" y="668"/>
                </a:cubicBezTo>
                <a:lnTo>
                  <a:pt x="18501" y="668"/>
                </a:lnTo>
                <a:cubicBezTo>
                  <a:pt x="18222" y="702"/>
                  <a:pt x="18070" y="736"/>
                  <a:pt x="17943" y="829"/>
                </a:cubicBezTo>
                <a:cubicBezTo>
                  <a:pt x="17811" y="874"/>
                  <a:pt x="17743" y="887"/>
                  <a:pt x="17701" y="887"/>
                </a:cubicBezTo>
                <a:cubicBezTo>
                  <a:pt x="17639" y="887"/>
                  <a:pt x="17635" y="858"/>
                  <a:pt x="17568" y="858"/>
                </a:cubicBezTo>
                <a:cubicBezTo>
                  <a:pt x="17526" y="858"/>
                  <a:pt x="17461" y="869"/>
                  <a:pt x="17342" y="905"/>
                </a:cubicBezTo>
                <a:lnTo>
                  <a:pt x="17401" y="863"/>
                </a:lnTo>
                <a:lnTo>
                  <a:pt x="17122" y="931"/>
                </a:lnTo>
                <a:lnTo>
                  <a:pt x="17232" y="948"/>
                </a:lnTo>
                <a:lnTo>
                  <a:pt x="16911" y="1066"/>
                </a:lnTo>
                <a:cubicBezTo>
                  <a:pt x="16708" y="1151"/>
                  <a:pt x="17004" y="1091"/>
                  <a:pt x="16978" y="1134"/>
                </a:cubicBezTo>
                <a:lnTo>
                  <a:pt x="17038" y="1058"/>
                </a:lnTo>
                <a:cubicBezTo>
                  <a:pt x="17159" y="1050"/>
                  <a:pt x="17299" y="983"/>
                  <a:pt x="17365" y="983"/>
                </a:cubicBezTo>
                <a:cubicBezTo>
                  <a:pt x="17377" y="983"/>
                  <a:pt x="17386" y="985"/>
                  <a:pt x="17393" y="990"/>
                </a:cubicBezTo>
                <a:cubicBezTo>
                  <a:pt x="17173" y="1049"/>
                  <a:pt x="17232" y="1083"/>
                  <a:pt x="17148" y="1117"/>
                </a:cubicBezTo>
                <a:lnTo>
                  <a:pt x="17351" y="1058"/>
                </a:lnTo>
                <a:lnTo>
                  <a:pt x="17435" y="1083"/>
                </a:lnTo>
                <a:cubicBezTo>
                  <a:pt x="17638" y="1041"/>
                  <a:pt x="17799" y="1015"/>
                  <a:pt x="17917" y="948"/>
                </a:cubicBezTo>
                <a:cubicBezTo>
                  <a:pt x="17913" y="947"/>
                  <a:pt x="17909" y="947"/>
                  <a:pt x="17904" y="947"/>
                </a:cubicBezTo>
                <a:cubicBezTo>
                  <a:pt x="17836" y="947"/>
                  <a:pt x="17795" y="1001"/>
                  <a:pt x="17730" y="1001"/>
                </a:cubicBezTo>
                <a:cubicBezTo>
                  <a:pt x="17722" y="1001"/>
                  <a:pt x="17714" y="1000"/>
                  <a:pt x="17706" y="998"/>
                </a:cubicBezTo>
                <a:cubicBezTo>
                  <a:pt x="17790" y="905"/>
                  <a:pt x="18053" y="855"/>
                  <a:pt x="18298" y="787"/>
                </a:cubicBezTo>
                <a:cubicBezTo>
                  <a:pt x="18306" y="804"/>
                  <a:pt x="18383" y="795"/>
                  <a:pt x="18357" y="812"/>
                </a:cubicBezTo>
                <a:cubicBezTo>
                  <a:pt x="18332" y="821"/>
                  <a:pt x="18306" y="829"/>
                  <a:pt x="18281" y="829"/>
                </a:cubicBezTo>
                <a:cubicBezTo>
                  <a:pt x="18302" y="850"/>
                  <a:pt x="18217" y="887"/>
                  <a:pt x="18309" y="887"/>
                </a:cubicBezTo>
                <a:cubicBezTo>
                  <a:pt x="18331" y="887"/>
                  <a:pt x="18363" y="885"/>
                  <a:pt x="18408" y="880"/>
                </a:cubicBezTo>
                <a:lnTo>
                  <a:pt x="18408" y="880"/>
                </a:lnTo>
                <a:cubicBezTo>
                  <a:pt x="18332" y="948"/>
                  <a:pt x="18171" y="1058"/>
                  <a:pt x="18180" y="1075"/>
                </a:cubicBezTo>
                <a:cubicBezTo>
                  <a:pt x="18044" y="1117"/>
                  <a:pt x="17892" y="1151"/>
                  <a:pt x="17748" y="1159"/>
                </a:cubicBezTo>
                <a:lnTo>
                  <a:pt x="17748" y="1142"/>
                </a:lnTo>
                <a:cubicBezTo>
                  <a:pt x="17652" y="1156"/>
                  <a:pt x="17476" y="1232"/>
                  <a:pt x="17397" y="1232"/>
                </a:cubicBezTo>
                <a:cubicBezTo>
                  <a:pt x="17378" y="1232"/>
                  <a:pt x="17365" y="1228"/>
                  <a:pt x="17359" y="1218"/>
                </a:cubicBezTo>
                <a:cubicBezTo>
                  <a:pt x="17300" y="1241"/>
                  <a:pt x="17136" y="1289"/>
                  <a:pt x="17240" y="1289"/>
                </a:cubicBezTo>
                <a:cubicBezTo>
                  <a:pt x="17254" y="1289"/>
                  <a:pt x="17274" y="1288"/>
                  <a:pt x="17300" y="1286"/>
                </a:cubicBezTo>
                <a:lnTo>
                  <a:pt x="17300" y="1286"/>
                </a:lnTo>
                <a:lnTo>
                  <a:pt x="16970" y="1388"/>
                </a:lnTo>
                <a:cubicBezTo>
                  <a:pt x="17004" y="1286"/>
                  <a:pt x="16691" y="1337"/>
                  <a:pt x="17004" y="1193"/>
                </a:cubicBezTo>
                <a:lnTo>
                  <a:pt x="17004" y="1193"/>
                </a:lnTo>
                <a:lnTo>
                  <a:pt x="16791" y="1255"/>
                </a:lnTo>
                <a:lnTo>
                  <a:pt x="16791" y="1255"/>
                </a:lnTo>
                <a:cubicBezTo>
                  <a:pt x="16842" y="1208"/>
                  <a:pt x="16815" y="1191"/>
                  <a:pt x="16750" y="1191"/>
                </a:cubicBezTo>
                <a:cubicBezTo>
                  <a:pt x="16695" y="1191"/>
                  <a:pt x="16613" y="1203"/>
                  <a:pt x="16530" y="1218"/>
                </a:cubicBezTo>
                <a:lnTo>
                  <a:pt x="16496" y="1278"/>
                </a:lnTo>
                <a:cubicBezTo>
                  <a:pt x="16470" y="1276"/>
                  <a:pt x="16444" y="1275"/>
                  <a:pt x="16418" y="1275"/>
                </a:cubicBezTo>
                <a:cubicBezTo>
                  <a:pt x="16284" y="1275"/>
                  <a:pt x="16150" y="1294"/>
                  <a:pt x="16022" y="1337"/>
                </a:cubicBezTo>
                <a:lnTo>
                  <a:pt x="15574" y="1641"/>
                </a:lnTo>
                <a:lnTo>
                  <a:pt x="15439" y="1684"/>
                </a:lnTo>
                <a:cubicBezTo>
                  <a:pt x="15431" y="1682"/>
                  <a:pt x="15423" y="1681"/>
                  <a:pt x="15414" y="1681"/>
                </a:cubicBezTo>
                <a:cubicBezTo>
                  <a:pt x="15359" y="1681"/>
                  <a:pt x="15274" y="1705"/>
                  <a:pt x="15234" y="1705"/>
                </a:cubicBezTo>
                <a:cubicBezTo>
                  <a:pt x="15209" y="1705"/>
                  <a:pt x="15201" y="1696"/>
                  <a:pt x="15227" y="1667"/>
                </a:cubicBezTo>
                <a:cubicBezTo>
                  <a:pt x="15193" y="1650"/>
                  <a:pt x="15270" y="1616"/>
                  <a:pt x="15363" y="1607"/>
                </a:cubicBezTo>
                <a:lnTo>
                  <a:pt x="15363" y="1607"/>
                </a:lnTo>
                <a:cubicBezTo>
                  <a:pt x="15380" y="1616"/>
                  <a:pt x="15354" y="1624"/>
                  <a:pt x="15371" y="1624"/>
                </a:cubicBezTo>
                <a:cubicBezTo>
                  <a:pt x="15388" y="1591"/>
                  <a:pt x="15388" y="1548"/>
                  <a:pt x="15270" y="1540"/>
                </a:cubicBezTo>
                <a:cubicBezTo>
                  <a:pt x="15346" y="1540"/>
                  <a:pt x="15413" y="1514"/>
                  <a:pt x="15481" y="1481"/>
                </a:cubicBezTo>
                <a:lnTo>
                  <a:pt x="15481" y="1481"/>
                </a:lnTo>
                <a:lnTo>
                  <a:pt x="15363" y="1497"/>
                </a:lnTo>
                <a:cubicBezTo>
                  <a:pt x="15532" y="1447"/>
                  <a:pt x="15786" y="1311"/>
                  <a:pt x="15769" y="1269"/>
                </a:cubicBezTo>
                <a:lnTo>
                  <a:pt x="15769" y="1269"/>
                </a:lnTo>
                <a:cubicBezTo>
                  <a:pt x="15744" y="1313"/>
                  <a:pt x="15692" y="1320"/>
                  <a:pt x="15634" y="1320"/>
                </a:cubicBezTo>
                <a:cubicBezTo>
                  <a:pt x="15605" y="1320"/>
                  <a:pt x="15574" y="1318"/>
                  <a:pt x="15544" y="1318"/>
                </a:cubicBezTo>
                <a:cubicBezTo>
                  <a:pt x="15531" y="1318"/>
                  <a:pt x="15519" y="1319"/>
                  <a:pt x="15506" y="1320"/>
                </a:cubicBezTo>
                <a:cubicBezTo>
                  <a:pt x="15567" y="1297"/>
                  <a:pt x="15688" y="1241"/>
                  <a:pt x="15629" y="1241"/>
                </a:cubicBezTo>
                <a:cubicBezTo>
                  <a:pt x="15622" y="1241"/>
                  <a:pt x="15612" y="1242"/>
                  <a:pt x="15599" y="1244"/>
                </a:cubicBezTo>
                <a:cubicBezTo>
                  <a:pt x="15569" y="1274"/>
                  <a:pt x="15314" y="1366"/>
                  <a:pt x="15433" y="1366"/>
                </a:cubicBezTo>
                <a:cubicBezTo>
                  <a:pt x="15447" y="1366"/>
                  <a:pt x="15465" y="1365"/>
                  <a:pt x="15490" y="1362"/>
                </a:cubicBezTo>
                <a:lnTo>
                  <a:pt x="15490" y="1362"/>
                </a:lnTo>
                <a:cubicBezTo>
                  <a:pt x="15380" y="1413"/>
                  <a:pt x="15270" y="1447"/>
                  <a:pt x="15160" y="1472"/>
                </a:cubicBezTo>
                <a:cubicBezTo>
                  <a:pt x="15278" y="1404"/>
                  <a:pt x="15185" y="1404"/>
                  <a:pt x="15210" y="1354"/>
                </a:cubicBezTo>
                <a:lnTo>
                  <a:pt x="15210" y="1354"/>
                </a:lnTo>
                <a:cubicBezTo>
                  <a:pt x="15160" y="1379"/>
                  <a:pt x="15117" y="1430"/>
                  <a:pt x="15109" y="1489"/>
                </a:cubicBezTo>
                <a:cubicBezTo>
                  <a:pt x="15027" y="1497"/>
                  <a:pt x="14956" y="1499"/>
                  <a:pt x="14890" y="1499"/>
                </a:cubicBezTo>
                <a:cubicBezTo>
                  <a:pt x="14839" y="1499"/>
                  <a:pt x="14792" y="1498"/>
                  <a:pt x="14745" y="1498"/>
                </a:cubicBezTo>
                <a:cubicBezTo>
                  <a:pt x="14599" y="1498"/>
                  <a:pt x="14460" y="1508"/>
                  <a:pt x="14259" y="1589"/>
                </a:cubicBezTo>
                <a:lnTo>
                  <a:pt x="14259" y="1589"/>
                </a:lnTo>
                <a:cubicBezTo>
                  <a:pt x="14292" y="1578"/>
                  <a:pt x="14393" y="1546"/>
                  <a:pt x="14433" y="1546"/>
                </a:cubicBezTo>
                <a:cubicBezTo>
                  <a:pt x="14445" y="1546"/>
                  <a:pt x="14452" y="1549"/>
                  <a:pt x="14449" y="1557"/>
                </a:cubicBezTo>
                <a:cubicBezTo>
                  <a:pt x="14331" y="1624"/>
                  <a:pt x="14242" y="1632"/>
                  <a:pt x="14158" y="1632"/>
                </a:cubicBezTo>
                <a:cubicBezTo>
                  <a:pt x="14130" y="1632"/>
                  <a:pt x="14103" y="1631"/>
                  <a:pt x="14075" y="1631"/>
                </a:cubicBezTo>
                <a:cubicBezTo>
                  <a:pt x="14006" y="1631"/>
                  <a:pt x="13935" y="1637"/>
                  <a:pt x="13848" y="1675"/>
                </a:cubicBezTo>
                <a:lnTo>
                  <a:pt x="13933" y="1726"/>
                </a:lnTo>
                <a:cubicBezTo>
                  <a:pt x="13865" y="1751"/>
                  <a:pt x="13696" y="1819"/>
                  <a:pt x="13612" y="1844"/>
                </a:cubicBezTo>
                <a:cubicBezTo>
                  <a:pt x="13586" y="1827"/>
                  <a:pt x="13324" y="1853"/>
                  <a:pt x="13502" y="1777"/>
                </a:cubicBezTo>
                <a:lnTo>
                  <a:pt x="13502" y="1777"/>
                </a:lnTo>
                <a:cubicBezTo>
                  <a:pt x="13096" y="1861"/>
                  <a:pt x="13189" y="2030"/>
                  <a:pt x="12732" y="2140"/>
                </a:cubicBezTo>
                <a:cubicBezTo>
                  <a:pt x="12867" y="2115"/>
                  <a:pt x="13002" y="2081"/>
                  <a:pt x="13138" y="2039"/>
                </a:cubicBezTo>
                <a:lnTo>
                  <a:pt x="13138" y="2039"/>
                </a:lnTo>
                <a:cubicBezTo>
                  <a:pt x="12969" y="2123"/>
                  <a:pt x="13121" y="2073"/>
                  <a:pt x="13112" y="2123"/>
                </a:cubicBezTo>
                <a:cubicBezTo>
                  <a:pt x="13106" y="2123"/>
                  <a:pt x="13098" y="2122"/>
                  <a:pt x="13090" y="2122"/>
                </a:cubicBezTo>
                <a:cubicBezTo>
                  <a:pt x="13002" y="2122"/>
                  <a:pt x="12846" y="2176"/>
                  <a:pt x="12813" y="2176"/>
                </a:cubicBezTo>
                <a:cubicBezTo>
                  <a:pt x="12796" y="2176"/>
                  <a:pt x="12810" y="2163"/>
                  <a:pt x="12876" y="2123"/>
                </a:cubicBezTo>
                <a:lnTo>
                  <a:pt x="12876" y="2123"/>
                </a:lnTo>
                <a:cubicBezTo>
                  <a:pt x="12715" y="2166"/>
                  <a:pt x="12554" y="2225"/>
                  <a:pt x="12402" y="2301"/>
                </a:cubicBezTo>
                <a:lnTo>
                  <a:pt x="12526" y="2285"/>
                </a:lnTo>
                <a:lnTo>
                  <a:pt x="12526" y="2285"/>
                </a:lnTo>
                <a:cubicBezTo>
                  <a:pt x="12525" y="2285"/>
                  <a:pt x="12524" y="2285"/>
                  <a:pt x="12522" y="2286"/>
                </a:cubicBezTo>
                <a:lnTo>
                  <a:pt x="12522" y="2286"/>
                </a:lnTo>
                <a:cubicBezTo>
                  <a:pt x="12525" y="2285"/>
                  <a:pt x="12527" y="2285"/>
                  <a:pt x="12529" y="2284"/>
                </a:cubicBezTo>
                <a:lnTo>
                  <a:pt x="12529" y="2284"/>
                </a:lnTo>
                <a:lnTo>
                  <a:pt x="12526" y="2285"/>
                </a:lnTo>
                <a:lnTo>
                  <a:pt x="12526" y="2285"/>
                </a:lnTo>
                <a:cubicBezTo>
                  <a:pt x="12550" y="2276"/>
                  <a:pt x="12576" y="2267"/>
                  <a:pt x="12605" y="2259"/>
                </a:cubicBezTo>
                <a:cubicBezTo>
                  <a:pt x="12670" y="2248"/>
                  <a:pt x="12710" y="2244"/>
                  <a:pt x="12732" y="2244"/>
                </a:cubicBezTo>
                <a:cubicBezTo>
                  <a:pt x="12836" y="2244"/>
                  <a:pt x="12581" y="2335"/>
                  <a:pt x="12783" y="2335"/>
                </a:cubicBezTo>
                <a:cubicBezTo>
                  <a:pt x="12859" y="2293"/>
                  <a:pt x="12943" y="2250"/>
                  <a:pt x="13019" y="2208"/>
                </a:cubicBezTo>
                <a:lnTo>
                  <a:pt x="13019" y="2208"/>
                </a:lnTo>
                <a:lnTo>
                  <a:pt x="12901" y="2233"/>
                </a:lnTo>
                <a:cubicBezTo>
                  <a:pt x="12918" y="2157"/>
                  <a:pt x="13282" y="2132"/>
                  <a:pt x="13231" y="2056"/>
                </a:cubicBezTo>
                <a:cubicBezTo>
                  <a:pt x="13493" y="2047"/>
                  <a:pt x="13561" y="1988"/>
                  <a:pt x="13857" y="1971"/>
                </a:cubicBezTo>
                <a:cubicBezTo>
                  <a:pt x="13878" y="1950"/>
                  <a:pt x="13873" y="1942"/>
                  <a:pt x="13853" y="1942"/>
                </a:cubicBezTo>
                <a:cubicBezTo>
                  <a:pt x="13830" y="1942"/>
                  <a:pt x="13788" y="1953"/>
                  <a:pt x="13749" y="1965"/>
                </a:cubicBezTo>
                <a:lnTo>
                  <a:pt x="13749" y="1965"/>
                </a:lnTo>
                <a:cubicBezTo>
                  <a:pt x="13873" y="1921"/>
                  <a:pt x="13866" y="1844"/>
                  <a:pt x="14051" y="1844"/>
                </a:cubicBezTo>
                <a:cubicBezTo>
                  <a:pt x="14121" y="1833"/>
                  <a:pt x="14103" y="1805"/>
                  <a:pt x="14031" y="1805"/>
                </a:cubicBezTo>
                <a:cubicBezTo>
                  <a:pt x="13999" y="1805"/>
                  <a:pt x="13956" y="1811"/>
                  <a:pt x="13905" y="1826"/>
                </a:cubicBezTo>
                <a:lnTo>
                  <a:pt x="13905" y="1826"/>
                </a:lnTo>
                <a:cubicBezTo>
                  <a:pt x="14047" y="1784"/>
                  <a:pt x="14181" y="1742"/>
                  <a:pt x="14331" y="1709"/>
                </a:cubicBezTo>
                <a:lnTo>
                  <a:pt x="14161" y="1701"/>
                </a:lnTo>
                <a:lnTo>
                  <a:pt x="14322" y="1650"/>
                </a:lnTo>
                <a:lnTo>
                  <a:pt x="14178" y="1658"/>
                </a:lnTo>
                <a:cubicBezTo>
                  <a:pt x="14453" y="1577"/>
                  <a:pt x="14767" y="1501"/>
                  <a:pt x="14965" y="1501"/>
                </a:cubicBezTo>
                <a:cubicBezTo>
                  <a:pt x="14993" y="1501"/>
                  <a:pt x="15018" y="1503"/>
                  <a:pt x="15041" y="1506"/>
                </a:cubicBezTo>
                <a:cubicBezTo>
                  <a:pt x="14787" y="1633"/>
                  <a:pt x="14322" y="1734"/>
                  <a:pt x="14187" y="1861"/>
                </a:cubicBezTo>
                <a:cubicBezTo>
                  <a:pt x="14189" y="1862"/>
                  <a:pt x="14191" y="1862"/>
                  <a:pt x="14194" y="1862"/>
                </a:cubicBezTo>
                <a:cubicBezTo>
                  <a:pt x="14251" y="1862"/>
                  <a:pt x="14350" y="1782"/>
                  <a:pt x="14438" y="1782"/>
                </a:cubicBezTo>
                <a:cubicBezTo>
                  <a:pt x="14456" y="1782"/>
                  <a:pt x="14474" y="1785"/>
                  <a:pt x="14491" y="1794"/>
                </a:cubicBezTo>
                <a:lnTo>
                  <a:pt x="14559" y="1726"/>
                </a:lnTo>
                <a:cubicBezTo>
                  <a:pt x="14633" y="1692"/>
                  <a:pt x="14787" y="1637"/>
                  <a:pt x="14860" y="1637"/>
                </a:cubicBezTo>
                <a:cubicBezTo>
                  <a:pt x="14879" y="1637"/>
                  <a:pt x="14892" y="1641"/>
                  <a:pt x="14897" y="1650"/>
                </a:cubicBezTo>
                <a:cubicBezTo>
                  <a:pt x="14745" y="1717"/>
                  <a:pt x="14601" y="1794"/>
                  <a:pt x="14466" y="1895"/>
                </a:cubicBezTo>
                <a:cubicBezTo>
                  <a:pt x="14466" y="1904"/>
                  <a:pt x="14449" y="1920"/>
                  <a:pt x="14407" y="1929"/>
                </a:cubicBezTo>
                <a:cubicBezTo>
                  <a:pt x="14331" y="1954"/>
                  <a:pt x="14204" y="1988"/>
                  <a:pt x="14136" y="2014"/>
                </a:cubicBezTo>
                <a:cubicBezTo>
                  <a:pt x="14121" y="2016"/>
                  <a:pt x="14110" y="2017"/>
                  <a:pt x="14101" y="2017"/>
                </a:cubicBezTo>
                <a:cubicBezTo>
                  <a:pt x="14058" y="2017"/>
                  <a:pt x="14095" y="1985"/>
                  <a:pt x="14102" y="1971"/>
                </a:cubicBezTo>
                <a:lnTo>
                  <a:pt x="14102" y="1971"/>
                </a:lnTo>
                <a:cubicBezTo>
                  <a:pt x="13772" y="1997"/>
                  <a:pt x="13603" y="2225"/>
                  <a:pt x="13256" y="2276"/>
                </a:cubicBezTo>
                <a:cubicBezTo>
                  <a:pt x="13252" y="2265"/>
                  <a:pt x="13231" y="2261"/>
                  <a:pt x="13203" y="2261"/>
                </a:cubicBezTo>
                <a:cubicBezTo>
                  <a:pt x="13158" y="2261"/>
                  <a:pt x="13097" y="2270"/>
                  <a:pt x="13065" y="2270"/>
                </a:cubicBezTo>
                <a:cubicBezTo>
                  <a:pt x="13042" y="2270"/>
                  <a:pt x="13033" y="2266"/>
                  <a:pt x="13053" y="2250"/>
                </a:cubicBezTo>
                <a:lnTo>
                  <a:pt x="13053" y="2250"/>
                </a:lnTo>
                <a:cubicBezTo>
                  <a:pt x="12909" y="2293"/>
                  <a:pt x="12774" y="2360"/>
                  <a:pt x="12647" y="2453"/>
                </a:cubicBezTo>
                <a:cubicBezTo>
                  <a:pt x="12644" y="2451"/>
                  <a:pt x="12637" y="2450"/>
                  <a:pt x="12629" y="2450"/>
                </a:cubicBezTo>
                <a:cubicBezTo>
                  <a:pt x="12582" y="2450"/>
                  <a:pt x="12472" y="2489"/>
                  <a:pt x="12434" y="2489"/>
                </a:cubicBezTo>
                <a:cubicBezTo>
                  <a:pt x="12419" y="2489"/>
                  <a:pt x="12415" y="2482"/>
                  <a:pt x="12436" y="2462"/>
                </a:cubicBezTo>
                <a:lnTo>
                  <a:pt x="12436" y="2462"/>
                </a:lnTo>
                <a:lnTo>
                  <a:pt x="12283" y="2580"/>
                </a:lnTo>
                <a:cubicBezTo>
                  <a:pt x="12172" y="2595"/>
                  <a:pt x="11977" y="2688"/>
                  <a:pt x="11890" y="2688"/>
                </a:cubicBezTo>
                <a:cubicBezTo>
                  <a:pt x="11878" y="2688"/>
                  <a:pt x="11868" y="2686"/>
                  <a:pt x="11860" y="2682"/>
                </a:cubicBezTo>
                <a:cubicBezTo>
                  <a:pt x="11734" y="2741"/>
                  <a:pt x="11844" y="2758"/>
                  <a:pt x="11657" y="2800"/>
                </a:cubicBezTo>
                <a:cubicBezTo>
                  <a:pt x="11657" y="2783"/>
                  <a:pt x="11640" y="2783"/>
                  <a:pt x="11683" y="2775"/>
                </a:cubicBezTo>
                <a:lnTo>
                  <a:pt x="11683" y="2775"/>
                </a:lnTo>
                <a:cubicBezTo>
                  <a:pt x="11556" y="2792"/>
                  <a:pt x="11429" y="2843"/>
                  <a:pt x="11319" y="2910"/>
                </a:cubicBezTo>
                <a:cubicBezTo>
                  <a:pt x="11378" y="2902"/>
                  <a:pt x="11446" y="2885"/>
                  <a:pt x="11505" y="2868"/>
                </a:cubicBezTo>
                <a:lnTo>
                  <a:pt x="11505" y="2868"/>
                </a:lnTo>
                <a:cubicBezTo>
                  <a:pt x="11514" y="2902"/>
                  <a:pt x="11353" y="2995"/>
                  <a:pt x="11167" y="3020"/>
                </a:cubicBezTo>
                <a:cubicBezTo>
                  <a:pt x="11247" y="2967"/>
                  <a:pt x="11242" y="2953"/>
                  <a:pt x="11207" y="2953"/>
                </a:cubicBezTo>
                <a:cubicBezTo>
                  <a:pt x="11167" y="2953"/>
                  <a:pt x="11090" y="2972"/>
                  <a:pt x="11061" y="2972"/>
                </a:cubicBezTo>
                <a:cubicBezTo>
                  <a:pt x="11046" y="2972"/>
                  <a:pt x="11044" y="2967"/>
                  <a:pt x="11065" y="2952"/>
                </a:cubicBezTo>
                <a:lnTo>
                  <a:pt x="11065" y="2952"/>
                </a:lnTo>
                <a:cubicBezTo>
                  <a:pt x="10905" y="3003"/>
                  <a:pt x="10752" y="3071"/>
                  <a:pt x="10608" y="3164"/>
                </a:cubicBezTo>
                <a:cubicBezTo>
                  <a:pt x="10482" y="3240"/>
                  <a:pt x="10363" y="3325"/>
                  <a:pt x="10219" y="3418"/>
                </a:cubicBezTo>
                <a:cubicBezTo>
                  <a:pt x="9856" y="3562"/>
                  <a:pt x="9390" y="3697"/>
                  <a:pt x="9137" y="3875"/>
                </a:cubicBezTo>
                <a:lnTo>
                  <a:pt x="9170" y="3866"/>
                </a:lnTo>
                <a:lnTo>
                  <a:pt x="9170" y="3866"/>
                </a:lnTo>
                <a:lnTo>
                  <a:pt x="9018" y="3968"/>
                </a:lnTo>
                <a:cubicBezTo>
                  <a:pt x="9002" y="3975"/>
                  <a:pt x="8991" y="3978"/>
                  <a:pt x="8982" y="3978"/>
                </a:cubicBezTo>
                <a:cubicBezTo>
                  <a:pt x="8956" y="3978"/>
                  <a:pt x="8958" y="3952"/>
                  <a:pt x="8930" y="3952"/>
                </a:cubicBezTo>
                <a:cubicBezTo>
                  <a:pt x="8915" y="3952"/>
                  <a:pt x="8891" y="3960"/>
                  <a:pt x="8849" y="3985"/>
                </a:cubicBezTo>
                <a:cubicBezTo>
                  <a:pt x="8874" y="3900"/>
                  <a:pt x="9103" y="3866"/>
                  <a:pt x="9238" y="3756"/>
                </a:cubicBezTo>
                <a:lnTo>
                  <a:pt x="9238" y="3756"/>
                </a:lnTo>
                <a:cubicBezTo>
                  <a:pt x="9206" y="3762"/>
                  <a:pt x="9184" y="3764"/>
                  <a:pt x="9170" y="3764"/>
                </a:cubicBezTo>
                <a:cubicBezTo>
                  <a:pt x="9062" y="3764"/>
                  <a:pt x="9411" y="3620"/>
                  <a:pt x="9292" y="3620"/>
                </a:cubicBezTo>
                <a:cubicBezTo>
                  <a:pt x="9286" y="3620"/>
                  <a:pt x="9280" y="3620"/>
                  <a:pt x="9272" y="3621"/>
                </a:cubicBezTo>
                <a:cubicBezTo>
                  <a:pt x="9221" y="3782"/>
                  <a:pt x="8714" y="3875"/>
                  <a:pt x="8511" y="4027"/>
                </a:cubicBezTo>
                <a:cubicBezTo>
                  <a:pt x="8462" y="4044"/>
                  <a:pt x="8437" y="4051"/>
                  <a:pt x="8426" y="4051"/>
                </a:cubicBezTo>
                <a:cubicBezTo>
                  <a:pt x="8389" y="4051"/>
                  <a:pt x="8525" y="3972"/>
                  <a:pt x="8497" y="3972"/>
                </a:cubicBezTo>
                <a:cubicBezTo>
                  <a:pt x="8493" y="3972"/>
                  <a:pt x="8487" y="3973"/>
                  <a:pt x="8477" y="3976"/>
                </a:cubicBezTo>
                <a:lnTo>
                  <a:pt x="8417" y="4044"/>
                </a:lnTo>
                <a:cubicBezTo>
                  <a:pt x="8371" y="4056"/>
                  <a:pt x="8339" y="4063"/>
                  <a:pt x="8318" y="4063"/>
                </a:cubicBezTo>
                <a:cubicBezTo>
                  <a:pt x="8297" y="4063"/>
                  <a:pt x="8286" y="4056"/>
                  <a:pt x="8282" y="4044"/>
                </a:cubicBezTo>
                <a:cubicBezTo>
                  <a:pt x="8037" y="4128"/>
                  <a:pt x="7808" y="4247"/>
                  <a:pt x="7597" y="4399"/>
                </a:cubicBezTo>
                <a:cubicBezTo>
                  <a:pt x="7657" y="4366"/>
                  <a:pt x="7684" y="4355"/>
                  <a:pt x="7694" y="4355"/>
                </a:cubicBezTo>
                <a:cubicBezTo>
                  <a:pt x="7718" y="4355"/>
                  <a:pt x="7657" y="4413"/>
                  <a:pt x="7696" y="4413"/>
                </a:cubicBezTo>
                <a:cubicBezTo>
                  <a:pt x="7710" y="4413"/>
                  <a:pt x="7739" y="4405"/>
                  <a:pt x="7791" y="4382"/>
                </a:cubicBezTo>
                <a:lnTo>
                  <a:pt x="7791" y="4382"/>
                </a:lnTo>
                <a:cubicBezTo>
                  <a:pt x="7673" y="4467"/>
                  <a:pt x="7546" y="4534"/>
                  <a:pt x="7411" y="4594"/>
                </a:cubicBezTo>
                <a:cubicBezTo>
                  <a:pt x="7555" y="4509"/>
                  <a:pt x="7174" y="4594"/>
                  <a:pt x="7512" y="4467"/>
                </a:cubicBezTo>
                <a:cubicBezTo>
                  <a:pt x="7503" y="4463"/>
                  <a:pt x="7494" y="4461"/>
                  <a:pt x="7484" y="4461"/>
                </a:cubicBezTo>
                <a:cubicBezTo>
                  <a:pt x="7415" y="4461"/>
                  <a:pt x="7333" y="4559"/>
                  <a:pt x="7199" y="4611"/>
                </a:cubicBezTo>
                <a:cubicBezTo>
                  <a:pt x="7263" y="4563"/>
                  <a:pt x="7327" y="4508"/>
                  <a:pt x="7390" y="4452"/>
                </a:cubicBezTo>
                <a:lnTo>
                  <a:pt x="7390" y="4452"/>
                </a:lnTo>
                <a:cubicBezTo>
                  <a:pt x="7186" y="4623"/>
                  <a:pt x="6665" y="4722"/>
                  <a:pt x="6607" y="4814"/>
                </a:cubicBezTo>
                <a:cubicBezTo>
                  <a:pt x="6472" y="4940"/>
                  <a:pt x="6243" y="5101"/>
                  <a:pt x="6074" y="5237"/>
                </a:cubicBezTo>
                <a:cubicBezTo>
                  <a:pt x="5863" y="5296"/>
                  <a:pt x="5668" y="5431"/>
                  <a:pt x="5440" y="5524"/>
                </a:cubicBezTo>
                <a:lnTo>
                  <a:pt x="5474" y="5482"/>
                </a:lnTo>
                <a:lnTo>
                  <a:pt x="5474" y="5482"/>
                </a:lnTo>
                <a:cubicBezTo>
                  <a:pt x="5338" y="5533"/>
                  <a:pt x="5161" y="5651"/>
                  <a:pt x="4974" y="5727"/>
                </a:cubicBezTo>
                <a:lnTo>
                  <a:pt x="4915" y="5710"/>
                </a:lnTo>
                <a:cubicBezTo>
                  <a:pt x="4797" y="5786"/>
                  <a:pt x="4577" y="5913"/>
                  <a:pt x="4391" y="6015"/>
                </a:cubicBezTo>
                <a:cubicBezTo>
                  <a:pt x="4392" y="6016"/>
                  <a:pt x="4393" y="6017"/>
                  <a:pt x="4396" y="6017"/>
                </a:cubicBezTo>
                <a:cubicBezTo>
                  <a:pt x="4417" y="6017"/>
                  <a:pt x="4485" y="5984"/>
                  <a:pt x="4509" y="5984"/>
                </a:cubicBezTo>
                <a:cubicBezTo>
                  <a:pt x="4520" y="5984"/>
                  <a:pt x="4521" y="5992"/>
                  <a:pt x="4501" y="6015"/>
                </a:cubicBezTo>
                <a:cubicBezTo>
                  <a:pt x="4594" y="5964"/>
                  <a:pt x="4670" y="5913"/>
                  <a:pt x="4628" y="5905"/>
                </a:cubicBezTo>
                <a:cubicBezTo>
                  <a:pt x="4674" y="5884"/>
                  <a:pt x="4704" y="5882"/>
                  <a:pt x="4732" y="5882"/>
                </a:cubicBezTo>
                <a:cubicBezTo>
                  <a:pt x="4739" y="5882"/>
                  <a:pt x="4747" y="5882"/>
                  <a:pt x="4754" y="5882"/>
                </a:cubicBezTo>
                <a:cubicBezTo>
                  <a:pt x="4776" y="5882"/>
                  <a:pt x="4799" y="5880"/>
                  <a:pt x="4831" y="5871"/>
                </a:cubicBezTo>
                <a:lnTo>
                  <a:pt x="4831" y="5871"/>
                </a:lnTo>
                <a:lnTo>
                  <a:pt x="4484" y="6099"/>
                </a:lnTo>
                <a:cubicBezTo>
                  <a:pt x="4458" y="6108"/>
                  <a:pt x="4442" y="6108"/>
                  <a:pt x="4442" y="6108"/>
                </a:cubicBezTo>
                <a:lnTo>
                  <a:pt x="4442" y="6167"/>
                </a:lnTo>
                <a:cubicBezTo>
                  <a:pt x="4387" y="6197"/>
                  <a:pt x="4353" y="6209"/>
                  <a:pt x="4334" y="6209"/>
                </a:cubicBezTo>
                <a:cubicBezTo>
                  <a:pt x="4320" y="6209"/>
                  <a:pt x="4315" y="6203"/>
                  <a:pt x="4315" y="6192"/>
                </a:cubicBezTo>
                <a:cubicBezTo>
                  <a:pt x="4129" y="6319"/>
                  <a:pt x="4086" y="6412"/>
                  <a:pt x="3875" y="6514"/>
                </a:cubicBezTo>
                <a:cubicBezTo>
                  <a:pt x="3921" y="6442"/>
                  <a:pt x="3987" y="6380"/>
                  <a:pt x="4061" y="6332"/>
                </a:cubicBezTo>
                <a:lnTo>
                  <a:pt x="4061" y="6332"/>
                </a:lnTo>
                <a:cubicBezTo>
                  <a:pt x="4002" y="6364"/>
                  <a:pt x="3945" y="6392"/>
                  <a:pt x="3883" y="6429"/>
                </a:cubicBezTo>
                <a:cubicBezTo>
                  <a:pt x="3968" y="6328"/>
                  <a:pt x="4391" y="6108"/>
                  <a:pt x="4289" y="6082"/>
                </a:cubicBezTo>
                <a:lnTo>
                  <a:pt x="4289" y="6082"/>
                </a:lnTo>
                <a:cubicBezTo>
                  <a:pt x="4171" y="6167"/>
                  <a:pt x="4010" y="6260"/>
                  <a:pt x="3866" y="6379"/>
                </a:cubicBezTo>
                <a:cubicBezTo>
                  <a:pt x="3722" y="6489"/>
                  <a:pt x="3579" y="6607"/>
                  <a:pt x="3477" y="6692"/>
                </a:cubicBezTo>
                <a:cubicBezTo>
                  <a:pt x="3325" y="6717"/>
                  <a:pt x="3181" y="6878"/>
                  <a:pt x="2970" y="6971"/>
                </a:cubicBezTo>
                <a:cubicBezTo>
                  <a:pt x="2953" y="6975"/>
                  <a:pt x="2927" y="6981"/>
                  <a:pt x="2909" y="6981"/>
                </a:cubicBezTo>
                <a:cubicBezTo>
                  <a:pt x="2891" y="6981"/>
                  <a:pt x="2881" y="6975"/>
                  <a:pt x="2893" y="6954"/>
                </a:cubicBezTo>
                <a:lnTo>
                  <a:pt x="2944" y="6920"/>
                </a:lnTo>
                <a:lnTo>
                  <a:pt x="2944" y="6920"/>
                </a:lnTo>
                <a:cubicBezTo>
                  <a:pt x="2674" y="7072"/>
                  <a:pt x="2420" y="7258"/>
                  <a:pt x="2191" y="7461"/>
                </a:cubicBezTo>
                <a:lnTo>
                  <a:pt x="2039" y="7487"/>
                </a:lnTo>
                <a:cubicBezTo>
                  <a:pt x="1625" y="7707"/>
                  <a:pt x="2158" y="7521"/>
                  <a:pt x="1768" y="7783"/>
                </a:cubicBezTo>
                <a:cubicBezTo>
                  <a:pt x="1641" y="7791"/>
                  <a:pt x="1294" y="8048"/>
                  <a:pt x="1220" y="8048"/>
                </a:cubicBezTo>
                <a:cubicBezTo>
                  <a:pt x="1216" y="8048"/>
                  <a:pt x="1212" y="8047"/>
                  <a:pt x="1210" y="8045"/>
                </a:cubicBezTo>
                <a:cubicBezTo>
                  <a:pt x="1142" y="8087"/>
                  <a:pt x="1100" y="8113"/>
                  <a:pt x="1117" y="8147"/>
                </a:cubicBezTo>
                <a:cubicBezTo>
                  <a:pt x="1165" y="8122"/>
                  <a:pt x="1253" y="8059"/>
                  <a:pt x="1277" y="8059"/>
                </a:cubicBezTo>
                <a:cubicBezTo>
                  <a:pt x="1287" y="8059"/>
                  <a:pt x="1286" y="8069"/>
                  <a:pt x="1269" y="8096"/>
                </a:cubicBezTo>
                <a:cubicBezTo>
                  <a:pt x="1168" y="8163"/>
                  <a:pt x="1058" y="8231"/>
                  <a:pt x="948" y="8290"/>
                </a:cubicBezTo>
                <a:cubicBezTo>
                  <a:pt x="955" y="8276"/>
                  <a:pt x="990" y="8223"/>
                  <a:pt x="984" y="8223"/>
                </a:cubicBezTo>
                <a:cubicBezTo>
                  <a:pt x="983" y="8223"/>
                  <a:pt x="979" y="8225"/>
                  <a:pt x="973" y="8231"/>
                </a:cubicBezTo>
                <a:cubicBezTo>
                  <a:pt x="719" y="8417"/>
                  <a:pt x="237" y="8756"/>
                  <a:pt x="51" y="9009"/>
                </a:cubicBezTo>
                <a:cubicBezTo>
                  <a:pt x="136" y="8933"/>
                  <a:pt x="119" y="8899"/>
                  <a:pt x="263" y="8832"/>
                </a:cubicBezTo>
                <a:lnTo>
                  <a:pt x="263" y="8832"/>
                </a:lnTo>
                <a:cubicBezTo>
                  <a:pt x="271" y="8857"/>
                  <a:pt x="203" y="8899"/>
                  <a:pt x="186" y="8925"/>
                </a:cubicBezTo>
                <a:cubicBezTo>
                  <a:pt x="193" y="8930"/>
                  <a:pt x="199" y="8932"/>
                  <a:pt x="205" y="8932"/>
                </a:cubicBezTo>
                <a:cubicBezTo>
                  <a:pt x="253" y="8932"/>
                  <a:pt x="315" y="8808"/>
                  <a:pt x="449" y="8756"/>
                </a:cubicBezTo>
                <a:lnTo>
                  <a:pt x="449" y="8756"/>
                </a:lnTo>
                <a:lnTo>
                  <a:pt x="263" y="8950"/>
                </a:lnTo>
                <a:lnTo>
                  <a:pt x="415" y="8908"/>
                </a:lnTo>
                <a:lnTo>
                  <a:pt x="415" y="8908"/>
                </a:lnTo>
                <a:lnTo>
                  <a:pt x="0" y="9356"/>
                </a:lnTo>
                <a:cubicBezTo>
                  <a:pt x="423" y="9111"/>
                  <a:pt x="499" y="8823"/>
                  <a:pt x="872" y="8654"/>
                </a:cubicBezTo>
                <a:lnTo>
                  <a:pt x="872" y="8654"/>
                </a:lnTo>
                <a:cubicBezTo>
                  <a:pt x="851" y="8679"/>
                  <a:pt x="855" y="8686"/>
                  <a:pt x="867" y="8686"/>
                </a:cubicBezTo>
                <a:cubicBezTo>
                  <a:pt x="880" y="8686"/>
                  <a:pt x="901" y="8679"/>
                  <a:pt x="914" y="8679"/>
                </a:cubicBezTo>
                <a:cubicBezTo>
                  <a:pt x="1007" y="8603"/>
                  <a:pt x="1092" y="8527"/>
                  <a:pt x="1176" y="8443"/>
                </a:cubicBezTo>
                <a:lnTo>
                  <a:pt x="1354" y="8333"/>
                </a:lnTo>
                <a:lnTo>
                  <a:pt x="1354" y="8333"/>
                </a:lnTo>
                <a:cubicBezTo>
                  <a:pt x="1362" y="8357"/>
                  <a:pt x="1339" y="8450"/>
                  <a:pt x="1184" y="8554"/>
                </a:cubicBezTo>
                <a:lnTo>
                  <a:pt x="1184" y="8554"/>
                </a:lnTo>
                <a:cubicBezTo>
                  <a:pt x="1477" y="8364"/>
                  <a:pt x="1724" y="8166"/>
                  <a:pt x="1971" y="7969"/>
                </a:cubicBezTo>
                <a:cubicBezTo>
                  <a:pt x="2242" y="7766"/>
                  <a:pt x="2521" y="7588"/>
                  <a:pt x="2817" y="7428"/>
                </a:cubicBezTo>
                <a:cubicBezTo>
                  <a:pt x="2820" y="7427"/>
                  <a:pt x="2821" y="7427"/>
                  <a:pt x="2823" y="7427"/>
                </a:cubicBezTo>
                <a:cubicBezTo>
                  <a:pt x="2845" y="7427"/>
                  <a:pt x="2779" y="7475"/>
                  <a:pt x="2788" y="7475"/>
                </a:cubicBezTo>
                <a:cubicBezTo>
                  <a:pt x="2789" y="7475"/>
                  <a:pt x="2793" y="7473"/>
                  <a:pt x="2800" y="7470"/>
                </a:cubicBezTo>
                <a:cubicBezTo>
                  <a:pt x="2866" y="7411"/>
                  <a:pt x="2971" y="7333"/>
                  <a:pt x="2986" y="7303"/>
                </a:cubicBezTo>
                <a:lnTo>
                  <a:pt x="2986" y="7303"/>
                </a:lnTo>
                <a:cubicBezTo>
                  <a:pt x="2985" y="7315"/>
                  <a:pt x="2979" y="7331"/>
                  <a:pt x="2955" y="7350"/>
                </a:cubicBezTo>
                <a:lnTo>
                  <a:pt x="2955" y="7350"/>
                </a:lnTo>
                <a:cubicBezTo>
                  <a:pt x="3254" y="7155"/>
                  <a:pt x="3466" y="7127"/>
                  <a:pt x="3646" y="6971"/>
                </a:cubicBezTo>
                <a:lnTo>
                  <a:pt x="3646" y="6971"/>
                </a:lnTo>
                <a:cubicBezTo>
                  <a:pt x="3680" y="6996"/>
                  <a:pt x="3503" y="7081"/>
                  <a:pt x="3536" y="7081"/>
                </a:cubicBezTo>
                <a:cubicBezTo>
                  <a:pt x="3875" y="6920"/>
                  <a:pt x="3985" y="6725"/>
                  <a:pt x="4323" y="6548"/>
                </a:cubicBezTo>
                <a:lnTo>
                  <a:pt x="4323" y="6548"/>
                </a:lnTo>
                <a:cubicBezTo>
                  <a:pt x="4295" y="6582"/>
                  <a:pt x="4296" y="6594"/>
                  <a:pt x="4314" y="6594"/>
                </a:cubicBezTo>
                <a:cubicBezTo>
                  <a:pt x="4351" y="6594"/>
                  <a:pt x="4453" y="6548"/>
                  <a:pt x="4526" y="6531"/>
                </a:cubicBezTo>
                <a:cubicBezTo>
                  <a:pt x="4645" y="6438"/>
                  <a:pt x="4856" y="6311"/>
                  <a:pt x="5076" y="6184"/>
                </a:cubicBezTo>
                <a:cubicBezTo>
                  <a:pt x="5304" y="6049"/>
                  <a:pt x="5558" y="5913"/>
                  <a:pt x="5753" y="5795"/>
                </a:cubicBezTo>
                <a:lnTo>
                  <a:pt x="5753" y="5795"/>
                </a:lnTo>
                <a:cubicBezTo>
                  <a:pt x="5744" y="5823"/>
                  <a:pt x="5753" y="5834"/>
                  <a:pt x="5773" y="5834"/>
                </a:cubicBezTo>
                <a:cubicBezTo>
                  <a:pt x="5860" y="5834"/>
                  <a:pt x="6162" y="5633"/>
                  <a:pt x="6272" y="5633"/>
                </a:cubicBezTo>
                <a:cubicBezTo>
                  <a:pt x="6285" y="5633"/>
                  <a:pt x="6296" y="5636"/>
                  <a:pt x="6303" y="5643"/>
                </a:cubicBezTo>
                <a:cubicBezTo>
                  <a:pt x="6396" y="5600"/>
                  <a:pt x="6539" y="5507"/>
                  <a:pt x="6531" y="5473"/>
                </a:cubicBezTo>
                <a:lnTo>
                  <a:pt x="6531" y="5473"/>
                </a:lnTo>
                <a:cubicBezTo>
                  <a:pt x="6500" y="5504"/>
                  <a:pt x="6416" y="5526"/>
                  <a:pt x="6376" y="5526"/>
                </a:cubicBezTo>
                <a:cubicBezTo>
                  <a:pt x="6360" y="5526"/>
                  <a:pt x="6351" y="5523"/>
                  <a:pt x="6353" y="5516"/>
                </a:cubicBezTo>
                <a:cubicBezTo>
                  <a:pt x="6480" y="5448"/>
                  <a:pt x="6692" y="5347"/>
                  <a:pt x="6692" y="5296"/>
                </a:cubicBezTo>
                <a:lnTo>
                  <a:pt x="6886" y="5253"/>
                </a:lnTo>
                <a:cubicBezTo>
                  <a:pt x="6878" y="5220"/>
                  <a:pt x="6912" y="5152"/>
                  <a:pt x="7013" y="5110"/>
                </a:cubicBezTo>
                <a:cubicBezTo>
                  <a:pt x="7259" y="5093"/>
                  <a:pt x="6962" y="5050"/>
                  <a:pt x="7284" y="4966"/>
                </a:cubicBezTo>
                <a:lnTo>
                  <a:pt x="7284" y="4966"/>
                </a:lnTo>
                <a:cubicBezTo>
                  <a:pt x="7242" y="5008"/>
                  <a:pt x="7199" y="5067"/>
                  <a:pt x="7174" y="5127"/>
                </a:cubicBezTo>
                <a:cubicBezTo>
                  <a:pt x="7326" y="5067"/>
                  <a:pt x="7292" y="5050"/>
                  <a:pt x="7394" y="5000"/>
                </a:cubicBezTo>
                <a:lnTo>
                  <a:pt x="7394" y="5000"/>
                </a:lnTo>
                <a:cubicBezTo>
                  <a:pt x="7436" y="5008"/>
                  <a:pt x="7335" y="5118"/>
                  <a:pt x="7225" y="5194"/>
                </a:cubicBezTo>
                <a:lnTo>
                  <a:pt x="7419" y="5135"/>
                </a:lnTo>
                <a:cubicBezTo>
                  <a:pt x="7639" y="4940"/>
                  <a:pt x="7893" y="4780"/>
                  <a:pt x="8164" y="4670"/>
                </a:cubicBezTo>
                <a:lnTo>
                  <a:pt x="8164" y="4670"/>
                </a:lnTo>
                <a:cubicBezTo>
                  <a:pt x="8130" y="4721"/>
                  <a:pt x="8037" y="4763"/>
                  <a:pt x="8130" y="4780"/>
                </a:cubicBezTo>
                <a:cubicBezTo>
                  <a:pt x="8257" y="4712"/>
                  <a:pt x="8392" y="4568"/>
                  <a:pt x="8570" y="4534"/>
                </a:cubicBezTo>
                <a:lnTo>
                  <a:pt x="8570" y="4534"/>
                </a:lnTo>
                <a:cubicBezTo>
                  <a:pt x="8544" y="4543"/>
                  <a:pt x="8570" y="4543"/>
                  <a:pt x="8544" y="4560"/>
                </a:cubicBezTo>
                <a:cubicBezTo>
                  <a:pt x="8824" y="4391"/>
                  <a:pt x="8773" y="4484"/>
                  <a:pt x="9043" y="4382"/>
                </a:cubicBezTo>
                <a:lnTo>
                  <a:pt x="9043" y="4382"/>
                </a:lnTo>
                <a:cubicBezTo>
                  <a:pt x="9035" y="4391"/>
                  <a:pt x="9043" y="4391"/>
                  <a:pt x="9035" y="4399"/>
                </a:cubicBezTo>
                <a:lnTo>
                  <a:pt x="9187" y="4298"/>
                </a:lnTo>
                <a:cubicBezTo>
                  <a:pt x="9352" y="4179"/>
                  <a:pt x="9455" y="4159"/>
                  <a:pt x="9549" y="4159"/>
                </a:cubicBezTo>
                <a:cubicBezTo>
                  <a:pt x="9597" y="4159"/>
                  <a:pt x="9643" y="4164"/>
                  <a:pt x="9694" y="4164"/>
                </a:cubicBezTo>
                <a:cubicBezTo>
                  <a:pt x="9728" y="4164"/>
                  <a:pt x="9764" y="4162"/>
                  <a:pt x="9805" y="4154"/>
                </a:cubicBezTo>
                <a:lnTo>
                  <a:pt x="9805" y="4154"/>
                </a:lnTo>
                <a:lnTo>
                  <a:pt x="9763" y="4179"/>
                </a:lnTo>
                <a:cubicBezTo>
                  <a:pt x="9915" y="4179"/>
                  <a:pt x="10312" y="3968"/>
                  <a:pt x="10439" y="3951"/>
                </a:cubicBezTo>
                <a:lnTo>
                  <a:pt x="10439" y="3951"/>
                </a:lnTo>
                <a:cubicBezTo>
                  <a:pt x="10409" y="3954"/>
                  <a:pt x="10387" y="3955"/>
                  <a:pt x="10372" y="3955"/>
                </a:cubicBezTo>
                <a:cubicBezTo>
                  <a:pt x="10309" y="3955"/>
                  <a:pt x="10354" y="3931"/>
                  <a:pt x="10245" y="3917"/>
                </a:cubicBezTo>
                <a:cubicBezTo>
                  <a:pt x="10126" y="3976"/>
                  <a:pt x="10194" y="4035"/>
                  <a:pt x="9966" y="4095"/>
                </a:cubicBezTo>
                <a:cubicBezTo>
                  <a:pt x="9974" y="4027"/>
                  <a:pt x="10236" y="3900"/>
                  <a:pt x="10279" y="3832"/>
                </a:cubicBezTo>
                <a:cubicBezTo>
                  <a:pt x="10308" y="3821"/>
                  <a:pt x="10339" y="3815"/>
                  <a:pt x="10370" y="3815"/>
                </a:cubicBezTo>
                <a:cubicBezTo>
                  <a:pt x="10429" y="3815"/>
                  <a:pt x="10488" y="3836"/>
                  <a:pt x="10532" y="3875"/>
                </a:cubicBezTo>
                <a:cubicBezTo>
                  <a:pt x="10828" y="3748"/>
                  <a:pt x="11014" y="3731"/>
                  <a:pt x="11378" y="3578"/>
                </a:cubicBezTo>
                <a:cubicBezTo>
                  <a:pt x="11497" y="3494"/>
                  <a:pt x="11556" y="3333"/>
                  <a:pt x="11894" y="3308"/>
                </a:cubicBezTo>
                <a:lnTo>
                  <a:pt x="11894" y="3308"/>
                </a:lnTo>
                <a:lnTo>
                  <a:pt x="11889" y="3323"/>
                </a:lnTo>
                <a:lnTo>
                  <a:pt x="11889" y="3323"/>
                </a:lnTo>
                <a:cubicBezTo>
                  <a:pt x="11912" y="3291"/>
                  <a:pt x="12051" y="3287"/>
                  <a:pt x="12097" y="3240"/>
                </a:cubicBezTo>
                <a:cubicBezTo>
                  <a:pt x="11970" y="3215"/>
                  <a:pt x="12216" y="3156"/>
                  <a:pt x="12072" y="3147"/>
                </a:cubicBezTo>
                <a:cubicBezTo>
                  <a:pt x="12123" y="3128"/>
                  <a:pt x="12164" y="3120"/>
                  <a:pt x="12197" y="3120"/>
                </a:cubicBezTo>
                <a:cubicBezTo>
                  <a:pt x="12281" y="3120"/>
                  <a:pt x="12318" y="3168"/>
                  <a:pt x="12343" y="3198"/>
                </a:cubicBezTo>
                <a:cubicBezTo>
                  <a:pt x="12444" y="3071"/>
                  <a:pt x="12715" y="3122"/>
                  <a:pt x="12986" y="2986"/>
                </a:cubicBezTo>
                <a:lnTo>
                  <a:pt x="12986" y="2986"/>
                </a:lnTo>
                <a:cubicBezTo>
                  <a:pt x="12943" y="3037"/>
                  <a:pt x="12639" y="3139"/>
                  <a:pt x="12783" y="3139"/>
                </a:cubicBezTo>
                <a:lnTo>
                  <a:pt x="13112" y="2927"/>
                </a:lnTo>
                <a:lnTo>
                  <a:pt x="12952" y="2978"/>
                </a:lnTo>
                <a:cubicBezTo>
                  <a:pt x="13128" y="2878"/>
                  <a:pt x="13231" y="2872"/>
                  <a:pt x="13332" y="2872"/>
                </a:cubicBezTo>
                <a:cubicBezTo>
                  <a:pt x="13345" y="2872"/>
                  <a:pt x="13358" y="2872"/>
                  <a:pt x="13371" y="2872"/>
                </a:cubicBezTo>
                <a:cubicBezTo>
                  <a:pt x="13402" y="2872"/>
                  <a:pt x="13434" y="2871"/>
                  <a:pt x="13468" y="2868"/>
                </a:cubicBezTo>
                <a:lnTo>
                  <a:pt x="13468" y="2868"/>
                </a:lnTo>
                <a:cubicBezTo>
                  <a:pt x="13510" y="2885"/>
                  <a:pt x="13409" y="2919"/>
                  <a:pt x="13332" y="2944"/>
                </a:cubicBezTo>
                <a:cubicBezTo>
                  <a:pt x="13442" y="2910"/>
                  <a:pt x="13544" y="2868"/>
                  <a:pt x="13645" y="2817"/>
                </a:cubicBezTo>
                <a:cubicBezTo>
                  <a:pt x="13722" y="2766"/>
                  <a:pt x="14001" y="2656"/>
                  <a:pt x="14111" y="2572"/>
                </a:cubicBezTo>
                <a:lnTo>
                  <a:pt x="14153" y="2563"/>
                </a:lnTo>
                <a:lnTo>
                  <a:pt x="14153" y="2563"/>
                </a:lnTo>
                <a:cubicBezTo>
                  <a:pt x="14153" y="2568"/>
                  <a:pt x="14151" y="2572"/>
                  <a:pt x="14148" y="2575"/>
                </a:cubicBezTo>
                <a:lnTo>
                  <a:pt x="14148" y="2575"/>
                </a:lnTo>
                <a:cubicBezTo>
                  <a:pt x="14163" y="2568"/>
                  <a:pt x="14182" y="2562"/>
                  <a:pt x="14195" y="2555"/>
                </a:cubicBezTo>
                <a:lnTo>
                  <a:pt x="14348" y="2530"/>
                </a:lnTo>
                <a:lnTo>
                  <a:pt x="14322" y="2546"/>
                </a:lnTo>
                <a:lnTo>
                  <a:pt x="14322" y="2546"/>
                </a:lnTo>
                <a:lnTo>
                  <a:pt x="14373" y="2530"/>
                </a:lnTo>
                <a:lnTo>
                  <a:pt x="14559" y="2496"/>
                </a:lnTo>
                <a:lnTo>
                  <a:pt x="14627" y="2453"/>
                </a:lnTo>
                <a:lnTo>
                  <a:pt x="14593" y="2462"/>
                </a:lnTo>
                <a:cubicBezTo>
                  <a:pt x="14584" y="2394"/>
                  <a:pt x="14754" y="2301"/>
                  <a:pt x="14973" y="2250"/>
                </a:cubicBezTo>
                <a:cubicBezTo>
                  <a:pt x="14957" y="2250"/>
                  <a:pt x="14847" y="2276"/>
                  <a:pt x="14677" y="2310"/>
                </a:cubicBezTo>
                <a:lnTo>
                  <a:pt x="14728" y="2267"/>
                </a:lnTo>
                <a:lnTo>
                  <a:pt x="15422" y="2132"/>
                </a:lnTo>
                <a:lnTo>
                  <a:pt x="15422" y="2132"/>
                </a:lnTo>
                <a:cubicBezTo>
                  <a:pt x="15346" y="2166"/>
                  <a:pt x="15261" y="2191"/>
                  <a:pt x="15177" y="2208"/>
                </a:cubicBezTo>
                <a:cubicBezTo>
                  <a:pt x="15182" y="2208"/>
                  <a:pt x="15187" y="2208"/>
                  <a:pt x="15193" y="2208"/>
                </a:cubicBezTo>
                <a:cubicBezTo>
                  <a:pt x="15391" y="2208"/>
                  <a:pt x="15648" y="2083"/>
                  <a:pt x="15803" y="2083"/>
                </a:cubicBezTo>
                <a:cubicBezTo>
                  <a:pt x="15832" y="2083"/>
                  <a:pt x="15858" y="2088"/>
                  <a:pt x="15879" y="2098"/>
                </a:cubicBezTo>
                <a:cubicBezTo>
                  <a:pt x="15743" y="2157"/>
                  <a:pt x="15599" y="2208"/>
                  <a:pt x="15456" y="2250"/>
                </a:cubicBezTo>
                <a:cubicBezTo>
                  <a:pt x="15320" y="2284"/>
                  <a:pt x="15185" y="2318"/>
                  <a:pt x="15007" y="2377"/>
                </a:cubicBezTo>
                <a:cubicBezTo>
                  <a:pt x="14804" y="2360"/>
                  <a:pt x="15236" y="2276"/>
                  <a:pt x="15236" y="2233"/>
                </a:cubicBezTo>
                <a:lnTo>
                  <a:pt x="15236" y="2233"/>
                </a:lnTo>
                <a:lnTo>
                  <a:pt x="15024" y="2267"/>
                </a:lnTo>
                <a:cubicBezTo>
                  <a:pt x="15067" y="2301"/>
                  <a:pt x="14627" y="2403"/>
                  <a:pt x="14754" y="2462"/>
                </a:cubicBezTo>
                <a:cubicBezTo>
                  <a:pt x="14990" y="2420"/>
                  <a:pt x="15219" y="2360"/>
                  <a:pt x="15439" y="2318"/>
                </a:cubicBezTo>
                <a:cubicBezTo>
                  <a:pt x="15659" y="2267"/>
                  <a:pt x="15879" y="2225"/>
                  <a:pt x="16073" y="2174"/>
                </a:cubicBezTo>
                <a:lnTo>
                  <a:pt x="16073" y="2174"/>
                </a:lnTo>
                <a:lnTo>
                  <a:pt x="15803" y="2716"/>
                </a:lnTo>
                <a:cubicBezTo>
                  <a:pt x="15803" y="2724"/>
                  <a:pt x="15803" y="2733"/>
                  <a:pt x="15786" y="2749"/>
                </a:cubicBezTo>
                <a:cubicBezTo>
                  <a:pt x="16166" y="2656"/>
                  <a:pt x="15929" y="2521"/>
                  <a:pt x="16014" y="2496"/>
                </a:cubicBezTo>
                <a:cubicBezTo>
                  <a:pt x="16088" y="2473"/>
                  <a:pt x="16150" y="2425"/>
                  <a:pt x="16221" y="2425"/>
                </a:cubicBezTo>
                <a:cubicBezTo>
                  <a:pt x="16231" y="2425"/>
                  <a:pt x="16241" y="2426"/>
                  <a:pt x="16251" y="2428"/>
                </a:cubicBezTo>
                <a:lnTo>
                  <a:pt x="16217" y="2462"/>
                </a:lnTo>
                <a:cubicBezTo>
                  <a:pt x="16454" y="2386"/>
                  <a:pt x="16276" y="2377"/>
                  <a:pt x="16488" y="2335"/>
                </a:cubicBezTo>
                <a:cubicBezTo>
                  <a:pt x="16538" y="2312"/>
                  <a:pt x="16545" y="2305"/>
                  <a:pt x="16532" y="2305"/>
                </a:cubicBezTo>
                <a:cubicBezTo>
                  <a:pt x="16513" y="2305"/>
                  <a:pt x="16450" y="2321"/>
                  <a:pt x="16426" y="2321"/>
                </a:cubicBezTo>
                <a:cubicBezTo>
                  <a:pt x="16413" y="2321"/>
                  <a:pt x="16412" y="2316"/>
                  <a:pt x="16437" y="2301"/>
                </a:cubicBezTo>
                <a:cubicBezTo>
                  <a:pt x="16674" y="2259"/>
                  <a:pt x="16555" y="2140"/>
                  <a:pt x="16928" y="2115"/>
                </a:cubicBezTo>
                <a:lnTo>
                  <a:pt x="16928" y="2115"/>
                </a:lnTo>
                <a:cubicBezTo>
                  <a:pt x="16919" y="2140"/>
                  <a:pt x="16987" y="2183"/>
                  <a:pt x="16775" y="2233"/>
                </a:cubicBezTo>
                <a:lnTo>
                  <a:pt x="16995" y="2233"/>
                </a:lnTo>
                <a:cubicBezTo>
                  <a:pt x="16877" y="2276"/>
                  <a:pt x="16767" y="2310"/>
                  <a:pt x="16648" y="2335"/>
                </a:cubicBezTo>
                <a:cubicBezTo>
                  <a:pt x="16555" y="2428"/>
                  <a:pt x="16589" y="2462"/>
                  <a:pt x="16496" y="2538"/>
                </a:cubicBezTo>
                <a:cubicBezTo>
                  <a:pt x="16589" y="2496"/>
                  <a:pt x="16555" y="2453"/>
                  <a:pt x="16699" y="2420"/>
                </a:cubicBezTo>
                <a:cubicBezTo>
                  <a:pt x="16720" y="2417"/>
                  <a:pt x="16735" y="2417"/>
                  <a:pt x="16746" y="2417"/>
                </a:cubicBezTo>
                <a:cubicBezTo>
                  <a:pt x="16824" y="2417"/>
                  <a:pt x="16673" y="2465"/>
                  <a:pt x="16665" y="2487"/>
                </a:cubicBezTo>
                <a:cubicBezTo>
                  <a:pt x="16746" y="2437"/>
                  <a:pt x="16804" y="2428"/>
                  <a:pt x="16856" y="2428"/>
                </a:cubicBezTo>
                <a:cubicBezTo>
                  <a:pt x="16885" y="2428"/>
                  <a:pt x="16913" y="2431"/>
                  <a:pt x="16941" y="2431"/>
                </a:cubicBezTo>
                <a:cubicBezTo>
                  <a:pt x="16990" y="2431"/>
                  <a:pt x="17043" y="2422"/>
                  <a:pt x="17114" y="2377"/>
                </a:cubicBezTo>
                <a:cubicBezTo>
                  <a:pt x="17055" y="2318"/>
                  <a:pt x="17097" y="2310"/>
                  <a:pt x="16945" y="2293"/>
                </a:cubicBezTo>
                <a:cubicBezTo>
                  <a:pt x="17003" y="2271"/>
                  <a:pt x="17071" y="2260"/>
                  <a:pt x="17131" y="2260"/>
                </a:cubicBezTo>
                <a:cubicBezTo>
                  <a:pt x="17211" y="2260"/>
                  <a:pt x="17274" y="2279"/>
                  <a:pt x="17274" y="2318"/>
                </a:cubicBezTo>
                <a:lnTo>
                  <a:pt x="17291" y="2250"/>
                </a:lnTo>
                <a:cubicBezTo>
                  <a:pt x="17299" y="2252"/>
                  <a:pt x="17309" y="2253"/>
                  <a:pt x="17321" y="2253"/>
                </a:cubicBezTo>
                <a:cubicBezTo>
                  <a:pt x="17355" y="2253"/>
                  <a:pt x="17402" y="2248"/>
                  <a:pt x="17431" y="2248"/>
                </a:cubicBezTo>
                <a:cubicBezTo>
                  <a:pt x="17441" y="2248"/>
                  <a:pt x="17449" y="2249"/>
                  <a:pt x="17452" y="2250"/>
                </a:cubicBezTo>
                <a:lnTo>
                  <a:pt x="17494" y="2217"/>
                </a:lnTo>
                <a:cubicBezTo>
                  <a:pt x="17448" y="2204"/>
                  <a:pt x="17400" y="2199"/>
                  <a:pt x="17353" y="2199"/>
                </a:cubicBezTo>
                <a:cubicBezTo>
                  <a:pt x="17270" y="2199"/>
                  <a:pt x="17189" y="2215"/>
                  <a:pt x="17114" y="2242"/>
                </a:cubicBezTo>
                <a:cubicBezTo>
                  <a:pt x="17173" y="2191"/>
                  <a:pt x="16987" y="2166"/>
                  <a:pt x="17215" y="2107"/>
                </a:cubicBezTo>
                <a:cubicBezTo>
                  <a:pt x="17235" y="2102"/>
                  <a:pt x="17248" y="2100"/>
                  <a:pt x="17256" y="2100"/>
                </a:cubicBezTo>
                <a:cubicBezTo>
                  <a:pt x="17290" y="2100"/>
                  <a:pt x="17242" y="2135"/>
                  <a:pt x="17249" y="2149"/>
                </a:cubicBezTo>
                <a:cubicBezTo>
                  <a:pt x="17489" y="2078"/>
                  <a:pt x="17625" y="2069"/>
                  <a:pt x="17742" y="2069"/>
                </a:cubicBezTo>
                <a:cubicBezTo>
                  <a:pt x="17780" y="2069"/>
                  <a:pt x="17815" y="2070"/>
                  <a:pt x="17852" y="2070"/>
                </a:cubicBezTo>
                <a:cubicBezTo>
                  <a:pt x="17947" y="2070"/>
                  <a:pt x="18048" y="2064"/>
                  <a:pt x="18205" y="2022"/>
                </a:cubicBezTo>
                <a:lnTo>
                  <a:pt x="18205" y="2022"/>
                </a:lnTo>
                <a:cubicBezTo>
                  <a:pt x="18112" y="2073"/>
                  <a:pt x="17850" y="2081"/>
                  <a:pt x="17655" y="2166"/>
                </a:cubicBezTo>
                <a:cubicBezTo>
                  <a:pt x="17670" y="2169"/>
                  <a:pt x="17685" y="2170"/>
                  <a:pt x="17699" y="2170"/>
                </a:cubicBezTo>
                <a:cubicBezTo>
                  <a:pt x="17817" y="2170"/>
                  <a:pt x="17922" y="2089"/>
                  <a:pt x="18027" y="2081"/>
                </a:cubicBezTo>
                <a:lnTo>
                  <a:pt x="18027" y="2081"/>
                </a:lnTo>
                <a:cubicBezTo>
                  <a:pt x="17934" y="2123"/>
                  <a:pt x="17917" y="2149"/>
                  <a:pt x="18044" y="2149"/>
                </a:cubicBezTo>
                <a:lnTo>
                  <a:pt x="18087" y="2107"/>
                </a:lnTo>
                <a:cubicBezTo>
                  <a:pt x="18163" y="2090"/>
                  <a:pt x="18230" y="2081"/>
                  <a:pt x="18306" y="2081"/>
                </a:cubicBezTo>
                <a:cubicBezTo>
                  <a:pt x="18306" y="2064"/>
                  <a:pt x="18273" y="2064"/>
                  <a:pt x="18197" y="2064"/>
                </a:cubicBezTo>
                <a:cubicBezTo>
                  <a:pt x="18467" y="1954"/>
                  <a:pt x="18755" y="1887"/>
                  <a:pt x="19042" y="1861"/>
                </a:cubicBezTo>
                <a:lnTo>
                  <a:pt x="19042" y="1861"/>
                </a:lnTo>
                <a:cubicBezTo>
                  <a:pt x="19034" y="1946"/>
                  <a:pt x="18586" y="1988"/>
                  <a:pt x="18831" y="2005"/>
                </a:cubicBezTo>
                <a:cubicBezTo>
                  <a:pt x="18961" y="1972"/>
                  <a:pt x="19052" y="1869"/>
                  <a:pt x="19278" y="1869"/>
                </a:cubicBezTo>
                <a:cubicBezTo>
                  <a:pt x="19287" y="1869"/>
                  <a:pt x="19296" y="1869"/>
                  <a:pt x="19305" y="1870"/>
                </a:cubicBezTo>
                <a:cubicBezTo>
                  <a:pt x="19212" y="1929"/>
                  <a:pt x="19415" y="1895"/>
                  <a:pt x="19415" y="1929"/>
                </a:cubicBezTo>
                <a:lnTo>
                  <a:pt x="19728" y="1785"/>
                </a:lnTo>
                <a:cubicBezTo>
                  <a:pt x="19885" y="1777"/>
                  <a:pt x="20042" y="1744"/>
                  <a:pt x="20192" y="1703"/>
                </a:cubicBezTo>
                <a:lnTo>
                  <a:pt x="20192" y="1703"/>
                </a:lnTo>
                <a:cubicBezTo>
                  <a:pt x="20135" y="1718"/>
                  <a:pt x="20071" y="1726"/>
                  <a:pt x="20015" y="1734"/>
                </a:cubicBezTo>
                <a:cubicBezTo>
                  <a:pt x="20128" y="1664"/>
                  <a:pt x="20241" y="1661"/>
                  <a:pt x="20367" y="1661"/>
                </a:cubicBezTo>
                <a:cubicBezTo>
                  <a:pt x="20377" y="1661"/>
                  <a:pt x="20387" y="1661"/>
                  <a:pt x="20397" y="1661"/>
                </a:cubicBezTo>
                <a:cubicBezTo>
                  <a:pt x="20489" y="1661"/>
                  <a:pt x="20589" y="1660"/>
                  <a:pt x="20701" y="1633"/>
                </a:cubicBezTo>
                <a:lnTo>
                  <a:pt x="20701" y="1633"/>
                </a:lnTo>
                <a:lnTo>
                  <a:pt x="20574" y="1675"/>
                </a:lnTo>
                <a:cubicBezTo>
                  <a:pt x="20760" y="1667"/>
                  <a:pt x="20946" y="1633"/>
                  <a:pt x="21115" y="1574"/>
                </a:cubicBezTo>
                <a:lnTo>
                  <a:pt x="21115" y="1624"/>
                </a:lnTo>
                <a:cubicBezTo>
                  <a:pt x="21132" y="1548"/>
                  <a:pt x="21496" y="1481"/>
                  <a:pt x="21572" y="1455"/>
                </a:cubicBezTo>
                <a:lnTo>
                  <a:pt x="21572" y="1455"/>
                </a:lnTo>
                <a:cubicBezTo>
                  <a:pt x="21352" y="1506"/>
                  <a:pt x="21237" y="1512"/>
                  <a:pt x="21139" y="1512"/>
                </a:cubicBezTo>
                <a:cubicBezTo>
                  <a:pt x="21108" y="1512"/>
                  <a:pt x="21080" y="1511"/>
                  <a:pt x="21050" y="1511"/>
                </a:cubicBezTo>
                <a:cubicBezTo>
                  <a:pt x="20951" y="1511"/>
                  <a:pt x="20842" y="1517"/>
                  <a:pt x="20624" y="1574"/>
                </a:cubicBezTo>
                <a:cubicBezTo>
                  <a:pt x="20802" y="1472"/>
                  <a:pt x="20929" y="1438"/>
                  <a:pt x="21132" y="1337"/>
                </a:cubicBezTo>
                <a:cubicBezTo>
                  <a:pt x="21208" y="1337"/>
                  <a:pt x="21242" y="1345"/>
                  <a:pt x="21250" y="1362"/>
                </a:cubicBezTo>
                <a:cubicBezTo>
                  <a:pt x="21310" y="1320"/>
                  <a:pt x="21327" y="1269"/>
                  <a:pt x="21445" y="1235"/>
                </a:cubicBezTo>
                <a:lnTo>
                  <a:pt x="21487" y="1261"/>
                </a:lnTo>
                <a:cubicBezTo>
                  <a:pt x="21834" y="1252"/>
                  <a:pt x="21783" y="1100"/>
                  <a:pt x="22122" y="1091"/>
                </a:cubicBezTo>
                <a:lnTo>
                  <a:pt x="22122" y="1091"/>
                </a:lnTo>
                <a:cubicBezTo>
                  <a:pt x="22189" y="1159"/>
                  <a:pt x="21843" y="1218"/>
                  <a:pt x="21648" y="1278"/>
                </a:cubicBezTo>
                <a:cubicBezTo>
                  <a:pt x="21809" y="1328"/>
                  <a:pt x="21318" y="1345"/>
                  <a:pt x="21513" y="1421"/>
                </a:cubicBezTo>
                <a:lnTo>
                  <a:pt x="21606" y="1362"/>
                </a:lnTo>
                <a:cubicBezTo>
                  <a:pt x="21615" y="1361"/>
                  <a:pt x="21623" y="1361"/>
                  <a:pt x="21630" y="1361"/>
                </a:cubicBezTo>
                <a:cubicBezTo>
                  <a:pt x="21700" y="1361"/>
                  <a:pt x="21695" y="1392"/>
                  <a:pt x="21650" y="1403"/>
                </a:cubicBezTo>
                <a:lnTo>
                  <a:pt x="21650" y="1403"/>
                </a:lnTo>
                <a:cubicBezTo>
                  <a:pt x="21773" y="1380"/>
                  <a:pt x="21742" y="1395"/>
                  <a:pt x="21792" y="1354"/>
                </a:cubicBezTo>
                <a:cubicBezTo>
                  <a:pt x="21878" y="1344"/>
                  <a:pt x="21934" y="1340"/>
                  <a:pt x="21971" y="1340"/>
                </a:cubicBezTo>
                <a:cubicBezTo>
                  <a:pt x="22145" y="1340"/>
                  <a:pt x="21866" y="1431"/>
                  <a:pt x="22184" y="1431"/>
                </a:cubicBezTo>
                <a:cubicBezTo>
                  <a:pt x="22205" y="1431"/>
                  <a:pt x="22230" y="1431"/>
                  <a:pt x="22257" y="1430"/>
                </a:cubicBezTo>
                <a:lnTo>
                  <a:pt x="22257" y="1430"/>
                </a:lnTo>
                <a:cubicBezTo>
                  <a:pt x="22198" y="1455"/>
                  <a:pt x="22062" y="1464"/>
                  <a:pt x="22096" y="1506"/>
                </a:cubicBezTo>
                <a:lnTo>
                  <a:pt x="21817" y="1514"/>
                </a:lnTo>
                <a:lnTo>
                  <a:pt x="21817" y="1574"/>
                </a:lnTo>
                <a:cubicBezTo>
                  <a:pt x="22062" y="1557"/>
                  <a:pt x="22308" y="1481"/>
                  <a:pt x="22511" y="1337"/>
                </a:cubicBezTo>
                <a:lnTo>
                  <a:pt x="22511" y="1337"/>
                </a:lnTo>
                <a:cubicBezTo>
                  <a:pt x="22435" y="1357"/>
                  <a:pt x="22392" y="1364"/>
                  <a:pt x="22370" y="1364"/>
                </a:cubicBezTo>
                <a:cubicBezTo>
                  <a:pt x="22296" y="1364"/>
                  <a:pt x="22429" y="1284"/>
                  <a:pt x="22299" y="1278"/>
                </a:cubicBezTo>
                <a:cubicBezTo>
                  <a:pt x="22324" y="1258"/>
                  <a:pt x="22355" y="1250"/>
                  <a:pt x="22386" y="1250"/>
                </a:cubicBezTo>
                <a:cubicBezTo>
                  <a:pt x="22408" y="1250"/>
                  <a:pt x="22431" y="1254"/>
                  <a:pt x="22452" y="1261"/>
                </a:cubicBezTo>
                <a:cubicBezTo>
                  <a:pt x="22477" y="1244"/>
                  <a:pt x="22629" y="1218"/>
                  <a:pt x="22612" y="1184"/>
                </a:cubicBezTo>
                <a:lnTo>
                  <a:pt x="22612" y="1184"/>
                </a:lnTo>
                <a:cubicBezTo>
                  <a:pt x="22697" y="1311"/>
                  <a:pt x="23382" y="1261"/>
                  <a:pt x="23238" y="1413"/>
                </a:cubicBezTo>
                <a:cubicBezTo>
                  <a:pt x="23408" y="1413"/>
                  <a:pt x="23585" y="1396"/>
                  <a:pt x="23754" y="1362"/>
                </a:cubicBezTo>
                <a:cubicBezTo>
                  <a:pt x="23983" y="1328"/>
                  <a:pt x="24237" y="1303"/>
                  <a:pt x="24448" y="1286"/>
                </a:cubicBezTo>
                <a:lnTo>
                  <a:pt x="24448" y="1286"/>
                </a:lnTo>
                <a:lnTo>
                  <a:pt x="24338" y="1328"/>
                </a:lnTo>
                <a:cubicBezTo>
                  <a:pt x="24420" y="1345"/>
                  <a:pt x="24484" y="1352"/>
                  <a:pt x="24537" y="1352"/>
                </a:cubicBezTo>
                <a:cubicBezTo>
                  <a:pt x="24773" y="1352"/>
                  <a:pt x="24767" y="1209"/>
                  <a:pt x="24981" y="1168"/>
                </a:cubicBezTo>
                <a:lnTo>
                  <a:pt x="24981" y="1168"/>
                </a:lnTo>
                <a:cubicBezTo>
                  <a:pt x="24753" y="1227"/>
                  <a:pt x="25184" y="1210"/>
                  <a:pt x="25277" y="1252"/>
                </a:cubicBezTo>
                <a:cubicBezTo>
                  <a:pt x="25480" y="1201"/>
                  <a:pt x="25641" y="1125"/>
                  <a:pt x="25928" y="1125"/>
                </a:cubicBezTo>
                <a:cubicBezTo>
                  <a:pt x="25988" y="1176"/>
                  <a:pt x="25996" y="1269"/>
                  <a:pt x="26182" y="1269"/>
                </a:cubicBezTo>
                <a:lnTo>
                  <a:pt x="26301" y="1218"/>
                </a:lnTo>
                <a:cubicBezTo>
                  <a:pt x="26425" y="1218"/>
                  <a:pt x="26575" y="1200"/>
                  <a:pt x="26694" y="1200"/>
                </a:cubicBezTo>
                <a:cubicBezTo>
                  <a:pt x="26754" y="1200"/>
                  <a:pt x="26805" y="1204"/>
                  <a:pt x="26842" y="1218"/>
                </a:cubicBezTo>
                <a:lnTo>
                  <a:pt x="26817" y="1218"/>
                </a:lnTo>
                <a:cubicBezTo>
                  <a:pt x="26844" y="1222"/>
                  <a:pt x="26868" y="1223"/>
                  <a:pt x="26889" y="1223"/>
                </a:cubicBezTo>
                <a:cubicBezTo>
                  <a:pt x="27027" y="1223"/>
                  <a:pt x="27016" y="1158"/>
                  <a:pt x="26876" y="1151"/>
                </a:cubicBezTo>
                <a:lnTo>
                  <a:pt x="27070" y="1117"/>
                </a:lnTo>
                <a:lnTo>
                  <a:pt x="27079" y="1134"/>
                </a:lnTo>
                <a:cubicBezTo>
                  <a:pt x="27321" y="1101"/>
                  <a:pt x="27549" y="1015"/>
                  <a:pt x="27930" y="1007"/>
                </a:cubicBezTo>
                <a:lnTo>
                  <a:pt x="27930" y="1007"/>
                </a:lnTo>
                <a:cubicBezTo>
                  <a:pt x="27903" y="1001"/>
                  <a:pt x="27880" y="993"/>
                  <a:pt x="27866" y="981"/>
                </a:cubicBezTo>
                <a:lnTo>
                  <a:pt x="28052" y="939"/>
                </a:lnTo>
                <a:lnTo>
                  <a:pt x="28119" y="981"/>
                </a:lnTo>
                <a:lnTo>
                  <a:pt x="28229" y="931"/>
                </a:lnTo>
                <a:cubicBezTo>
                  <a:pt x="28111" y="905"/>
                  <a:pt x="27849" y="863"/>
                  <a:pt x="27789" y="812"/>
                </a:cubicBezTo>
                <a:lnTo>
                  <a:pt x="27789" y="812"/>
                </a:lnTo>
                <a:cubicBezTo>
                  <a:pt x="27837" y="815"/>
                  <a:pt x="27885" y="816"/>
                  <a:pt x="27934" y="816"/>
                </a:cubicBezTo>
                <a:cubicBezTo>
                  <a:pt x="28066" y="816"/>
                  <a:pt x="28201" y="808"/>
                  <a:pt x="28331" y="795"/>
                </a:cubicBezTo>
                <a:cubicBezTo>
                  <a:pt x="28532" y="779"/>
                  <a:pt x="28763" y="748"/>
                  <a:pt x="29025" y="709"/>
                </a:cubicBezTo>
                <a:lnTo>
                  <a:pt x="29025" y="709"/>
                </a:lnTo>
                <a:lnTo>
                  <a:pt x="29025" y="711"/>
                </a:lnTo>
                <a:cubicBezTo>
                  <a:pt x="29040" y="711"/>
                  <a:pt x="29048" y="711"/>
                  <a:pt x="29062" y="705"/>
                </a:cubicBezTo>
                <a:lnTo>
                  <a:pt x="29062" y="705"/>
                </a:lnTo>
                <a:cubicBezTo>
                  <a:pt x="29060" y="704"/>
                  <a:pt x="29057" y="704"/>
                  <a:pt x="29055" y="704"/>
                </a:cubicBezTo>
                <a:lnTo>
                  <a:pt x="29055" y="704"/>
                </a:lnTo>
                <a:cubicBezTo>
                  <a:pt x="29045" y="706"/>
                  <a:pt x="29035" y="707"/>
                  <a:pt x="29025" y="709"/>
                </a:cubicBezTo>
                <a:lnTo>
                  <a:pt x="29025" y="709"/>
                </a:lnTo>
                <a:lnTo>
                  <a:pt x="29025" y="702"/>
                </a:lnTo>
                <a:cubicBezTo>
                  <a:pt x="29035" y="703"/>
                  <a:pt x="29045" y="704"/>
                  <a:pt x="29055" y="704"/>
                </a:cubicBezTo>
                <a:lnTo>
                  <a:pt x="29055" y="704"/>
                </a:lnTo>
                <a:cubicBezTo>
                  <a:pt x="29059" y="704"/>
                  <a:pt x="29063" y="703"/>
                  <a:pt x="29067" y="702"/>
                </a:cubicBezTo>
                <a:lnTo>
                  <a:pt x="29067" y="702"/>
                </a:lnTo>
                <a:cubicBezTo>
                  <a:pt x="29065" y="703"/>
                  <a:pt x="29064" y="704"/>
                  <a:pt x="29062" y="705"/>
                </a:cubicBezTo>
                <a:lnTo>
                  <a:pt x="29062" y="705"/>
                </a:lnTo>
                <a:cubicBezTo>
                  <a:pt x="29306" y="719"/>
                  <a:pt x="29339" y="720"/>
                  <a:pt x="29541" y="728"/>
                </a:cubicBezTo>
                <a:lnTo>
                  <a:pt x="29473" y="753"/>
                </a:lnTo>
                <a:cubicBezTo>
                  <a:pt x="29489" y="769"/>
                  <a:pt x="29525" y="774"/>
                  <a:pt x="29574" y="774"/>
                </a:cubicBezTo>
                <a:cubicBezTo>
                  <a:pt x="29652" y="774"/>
                  <a:pt x="29761" y="762"/>
                  <a:pt x="29870" y="762"/>
                </a:cubicBezTo>
                <a:cubicBezTo>
                  <a:pt x="29909" y="749"/>
                  <a:pt x="29949" y="742"/>
                  <a:pt x="29989" y="742"/>
                </a:cubicBezTo>
                <a:cubicBezTo>
                  <a:pt x="30029" y="742"/>
                  <a:pt x="30069" y="749"/>
                  <a:pt x="30107" y="762"/>
                </a:cubicBezTo>
                <a:lnTo>
                  <a:pt x="30074" y="795"/>
                </a:lnTo>
                <a:cubicBezTo>
                  <a:pt x="30107" y="829"/>
                  <a:pt x="30285" y="838"/>
                  <a:pt x="30480" y="855"/>
                </a:cubicBezTo>
                <a:lnTo>
                  <a:pt x="30395" y="880"/>
                </a:lnTo>
                <a:cubicBezTo>
                  <a:pt x="30336" y="905"/>
                  <a:pt x="30277" y="914"/>
                  <a:pt x="30209" y="914"/>
                </a:cubicBezTo>
                <a:cubicBezTo>
                  <a:pt x="30260" y="914"/>
                  <a:pt x="30310" y="922"/>
                  <a:pt x="30361" y="939"/>
                </a:cubicBezTo>
                <a:lnTo>
                  <a:pt x="30006" y="1024"/>
                </a:lnTo>
                <a:cubicBezTo>
                  <a:pt x="30032" y="1029"/>
                  <a:pt x="30055" y="1031"/>
                  <a:pt x="30076" y="1031"/>
                </a:cubicBezTo>
                <a:cubicBezTo>
                  <a:pt x="30176" y="1031"/>
                  <a:pt x="30229" y="983"/>
                  <a:pt x="30346" y="983"/>
                </a:cubicBezTo>
                <a:cubicBezTo>
                  <a:pt x="30371" y="983"/>
                  <a:pt x="30398" y="985"/>
                  <a:pt x="30429" y="990"/>
                </a:cubicBezTo>
                <a:cubicBezTo>
                  <a:pt x="30412" y="1058"/>
                  <a:pt x="30420" y="1091"/>
                  <a:pt x="30192" y="1117"/>
                </a:cubicBezTo>
                <a:cubicBezTo>
                  <a:pt x="29997" y="1091"/>
                  <a:pt x="30209" y="1083"/>
                  <a:pt x="30107" y="1049"/>
                </a:cubicBezTo>
                <a:lnTo>
                  <a:pt x="30107" y="1049"/>
                </a:lnTo>
                <a:cubicBezTo>
                  <a:pt x="30076" y="1062"/>
                  <a:pt x="30050" y="1067"/>
                  <a:pt x="30027" y="1067"/>
                </a:cubicBezTo>
                <a:cubicBezTo>
                  <a:pt x="29957" y="1067"/>
                  <a:pt x="29913" y="1023"/>
                  <a:pt x="29846" y="1023"/>
                </a:cubicBezTo>
                <a:cubicBezTo>
                  <a:pt x="29819" y="1023"/>
                  <a:pt x="29789" y="1030"/>
                  <a:pt x="29752" y="1049"/>
                </a:cubicBezTo>
                <a:cubicBezTo>
                  <a:pt x="29557" y="1041"/>
                  <a:pt x="29617" y="998"/>
                  <a:pt x="29557" y="973"/>
                </a:cubicBezTo>
                <a:cubicBezTo>
                  <a:pt x="29752" y="973"/>
                  <a:pt x="29473" y="897"/>
                  <a:pt x="29718" y="897"/>
                </a:cubicBezTo>
                <a:cubicBezTo>
                  <a:pt x="29681" y="887"/>
                  <a:pt x="29652" y="883"/>
                  <a:pt x="29630" y="883"/>
                </a:cubicBezTo>
                <a:cubicBezTo>
                  <a:pt x="29551" y="883"/>
                  <a:pt x="29542" y="929"/>
                  <a:pt x="29464" y="929"/>
                </a:cubicBezTo>
                <a:cubicBezTo>
                  <a:pt x="29448" y="929"/>
                  <a:pt x="29429" y="927"/>
                  <a:pt x="29405" y="922"/>
                </a:cubicBezTo>
                <a:lnTo>
                  <a:pt x="29388" y="855"/>
                </a:lnTo>
                <a:cubicBezTo>
                  <a:pt x="29217" y="817"/>
                  <a:pt x="29046" y="797"/>
                  <a:pt x="28874" y="797"/>
                </a:cubicBezTo>
                <a:cubicBezTo>
                  <a:pt x="28817" y="797"/>
                  <a:pt x="28760" y="800"/>
                  <a:pt x="28703" y="804"/>
                </a:cubicBezTo>
                <a:cubicBezTo>
                  <a:pt x="28872" y="855"/>
                  <a:pt x="28602" y="846"/>
                  <a:pt x="28627" y="888"/>
                </a:cubicBezTo>
                <a:cubicBezTo>
                  <a:pt x="28638" y="869"/>
                  <a:pt x="28671" y="861"/>
                  <a:pt x="28710" y="861"/>
                </a:cubicBezTo>
                <a:cubicBezTo>
                  <a:pt x="28788" y="861"/>
                  <a:pt x="28889" y="891"/>
                  <a:pt x="28889" y="914"/>
                </a:cubicBezTo>
                <a:cubicBezTo>
                  <a:pt x="28837" y="916"/>
                  <a:pt x="28784" y="917"/>
                  <a:pt x="28731" y="917"/>
                </a:cubicBezTo>
                <a:cubicBezTo>
                  <a:pt x="28603" y="917"/>
                  <a:pt x="28471" y="911"/>
                  <a:pt x="28339" y="905"/>
                </a:cubicBezTo>
                <a:lnTo>
                  <a:pt x="28339" y="905"/>
                </a:lnTo>
                <a:lnTo>
                  <a:pt x="28602" y="948"/>
                </a:lnTo>
                <a:cubicBezTo>
                  <a:pt x="28509" y="981"/>
                  <a:pt x="28179" y="1041"/>
                  <a:pt x="28170" y="1049"/>
                </a:cubicBezTo>
                <a:cubicBezTo>
                  <a:pt x="28111" y="1029"/>
                  <a:pt x="28035" y="1024"/>
                  <a:pt x="27971" y="1015"/>
                </a:cubicBezTo>
                <a:lnTo>
                  <a:pt x="27971" y="1015"/>
                </a:lnTo>
                <a:cubicBezTo>
                  <a:pt x="27914" y="1064"/>
                  <a:pt x="28270" y="1117"/>
                  <a:pt x="27925" y="1125"/>
                </a:cubicBezTo>
                <a:cubicBezTo>
                  <a:pt x="28026" y="1100"/>
                  <a:pt x="27866" y="1075"/>
                  <a:pt x="27840" y="1049"/>
                </a:cubicBezTo>
                <a:cubicBezTo>
                  <a:pt x="27739" y="1049"/>
                  <a:pt x="27629" y="1066"/>
                  <a:pt x="27527" y="1091"/>
                </a:cubicBezTo>
                <a:cubicBezTo>
                  <a:pt x="27570" y="1125"/>
                  <a:pt x="27527" y="1201"/>
                  <a:pt x="27460" y="1244"/>
                </a:cubicBezTo>
                <a:cubicBezTo>
                  <a:pt x="27722" y="1151"/>
                  <a:pt x="28458" y="1261"/>
                  <a:pt x="28525" y="1117"/>
                </a:cubicBezTo>
                <a:cubicBezTo>
                  <a:pt x="28855" y="1125"/>
                  <a:pt x="29278" y="1125"/>
                  <a:pt x="29651" y="1168"/>
                </a:cubicBezTo>
                <a:cubicBezTo>
                  <a:pt x="29634" y="1159"/>
                  <a:pt x="29608" y="1142"/>
                  <a:pt x="29617" y="1134"/>
                </a:cubicBezTo>
                <a:lnTo>
                  <a:pt x="29617" y="1134"/>
                </a:lnTo>
                <a:lnTo>
                  <a:pt x="29930" y="1218"/>
                </a:lnTo>
                <a:lnTo>
                  <a:pt x="29854" y="1227"/>
                </a:lnTo>
                <a:cubicBezTo>
                  <a:pt x="29930" y="1244"/>
                  <a:pt x="29997" y="1261"/>
                  <a:pt x="30065" y="1286"/>
                </a:cubicBezTo>
                <a:cubicBezTo>
                  <a:pt x="30090" y="1311"/>
                  <a:pt x="30006" y="1328"/>
                  <a:pt x="29921" y="1328"/>
                </a:cubicBezTo>
                <a:cubicBezTo>
                  <a:pt x="29870" y="1328"/>
                  <a:pt x="29828" y="1311"/>
                  <a:pt x="29870" y="1303"/>
                </a:cubicBezTo>
                <a:lnTo>
                  <a:pt x="29870" y="1303"/>
                </a:lnTo>
                <a:cubicBezTo>
                  <a:pt x="29642" y="1337"/>
                  <a:pt x="30057" y="1337"/>
                  <a:pt x="29913" y="1379"/>
                </a:cubicBezTo>
                <a:cubicBezTo>
                  <a:pt x="29854" y="1371"/>
                  <a:pt x="29794" y="1371"/>
                  <a:pt x="29744" y="1371"/>
                </a:cubicBezTo>
                <a:cubicBezTo>
                  <a:pt x="29824" y="1387"/>
                  <a:pt x="29892" y="1390"/>
                  <a:pt x="29952" y="1390"/>
                </a:cubicBezTo>
                <a:cubicBezTo>
                  <a:pt x="29994" y="1390"/>
                  <a:pt x="30032" y="1388"/>
                  <a:pt x="30067" y="1388"/>
                </a:cubicBezTo>
                <a:cubicBezTo>
                  <a:pt x="30142" y="1388"/>
                  <a:pt x="30206" y="1395"/>
                  <a:pt x="30277" y="1438"/>
                </a:cubicBezTo>
                <a:cubicBezTo>
                  <a:pt x="30382" y="1408"/>
                  <a:pt x="30487" y="1393"/>
                  <a:pt x="30593" y="1393"/>
                </a:cubicBezTo>
                <a:cubicBezTo>
                  <a:pt x="30690" y="1393"/>
                  <a:pt x="30788" y="1405"/>
                  <a:pt x="30886" y="1430"/>
                </a:cubicBezTo>
                <a:cubicBezTo>
                  <a:pt x="30793" y="1455"/>
                  <a:pt x="31139" y="1438"/>
                  <a:pt x="31021" y="1497"/>
                </a:cubicBezTo>
                <a:cubicBezTo>
                  <a:pt x="31041" y="1490"/>
                  <a:pt x="31065" y="1488"/>
                  <a:pt x="31092" y="1488"/>
                </a:cubicBezTo>
                <a:cubicBezTo>
                  <a:pt x="31166" y="1488"/>
                  <a:pt x="31257" y="1507"/>
                  <a:pt x="31314" y="1507"/>
                </a:cubicBezTo>
                <a:cubicBezTo>
                  <a:pt x="31334" y="1507"/>
                  <a:pt x="31350" y="1505"/>
                  <a:pt x="31359" y="1497"/>
                </a:cubicBezTo>
                <a:lnTo>
                  <a:pt x="31359" y="1497"/>
                </a:lnTo>
                <a:cubicBezTo>
                  <a:pt x="31342" y="1500"/>
                  <a:pt x="31325" y="1501"/>
                  <a:pt x="31307" y="1501"/>
                </a:cubicBezTo>
                <a:cubicBezTo>
                  <a:pt x="31255" y="1501"/>
                  <a:pt x="31201" y="1491"/>
                  <a:pt x="31156" y="1472"/>
                </a:cubicBezTo>
                <a:cubicBezTo>
                  <a:pt x="31231" y="1465"/>
                  <a:pt x="31257" y="1442"/>
                  <a:pt x="31326" y="1442"/>
                </a:cubicBezTo>
                <a:cubicBezTo>
                  <a:pt x="31342" y="1442"/>
                  <a:pt x="31362" y="1443"/>
                  <a:pt x="31385" y="1447"/>
                </a:cubicBezTo>
                <a:cubicBezTo>
                  <a:pt x="31393" y="1455"/>
                  <a:pt x="31385" y="1464"/>
                  <a:pt x="31385" y="1464"/>
                </a:cubicBezTo>
                <a:cubicBezTo>
                  <a:pt x="31521" y="1448"/>
                  <a:pt x="31467" y="1358"/>
                  <a:pt x="31644" y="1358"/>
                </a:cubicBezTo>
                <a:cubicBezTo>
                  <a:pt x="31664" y="1358"/>
                  <a:pt x="31688" y="1360"/>
                  <a:pt x="31715" y="1362"/>
                </a:cubicBezTo>
                <a:cubicBezTo>
                  <a:pt x="32425" y="1404"/>
                  <a:pt x="31605" y="1497"/>
                  <a:pt x="31698" y="1531"/>
                </a:cubicBezTo>
                <a:cubicBezTo>
                  <a:pt x="31710" y="1522"/>
                  <a:pt x="31762" y="1517"/>
                  <a:pt x="31829" y="1517"/>
                </a:cubicBezTo>
                <a:cubicBezTo>
                  <a:pt x="31941" y="1517"/>
                  <a:pt x="32095" y="1530"/>
                  <a:pt x="32180" y="1557"/>
                </a:cubicBezTo>
                <a:lnTo>
                  <a:pt x="32146" y="1574"/>
                </a:lnTo>
                <a:cubicBezTo>
                  <a:pt x="32179" y="1564"/>
                  <a:pt x="32213" y="1559"/>
                  <a:pt x="32246" y="1559"/>
                </a:cubicBezTo>
                <a:cubicBezTo>
                  <a:pt x="32297" y="1559"/>
                  <a:pt x="32349" y="1570"/>
                  <a:pt x="32400" y="1591"/>
                </a:cubicBezTo>
                <a:cubicBezTo>
                  <a:pt x="32459" y="1540"/>
                  <a:pt x="32527" y="1506"/>
                  <a:pt x="32594" y="1472"/>
                </a:cubicBezTo>
                <a:lnTo>
                  <a:pt x="32907" y="1506"/>
                </a:lnTo>
                <a:lnTo>
                  <a:pt x="32840" y="1531"/>
                </a:lnTo>
                <a:cubicBezTo>
                  <a:pt x="32860" y="1529"/>
                  <a:pt x="32879" y="1528"/>
                  <a:pt x="32899" y="1528"/>
                </a:cubicBezTo>
                <a:cubicBezTo>
                  <a:pt x="32947" y="1528"/>
                  <a:pt x="32995" y="1534"/>
                  <a:pt x="33043" y="1540"/>
                </a:cubicBezTo>
                <a:cubicBezTo>
                  <a:pt x="33057" y="1563"/>
                  <a:pt x="33034" y="1569"/>
                  <a:pt x="32994" y="1569"/>
                </a:cubicBezTo>
                <a:cubicBezTo>
                  <a:pt x="32962" y="1569"/>
                  <a:pt x="32919" y="1565"/>
                  <a:pt x="32874" y="1565"/>
                </a:cubicBezTo>
                <a:cubicBezTo>
                  <a:pt x="32903" y="1590"/>
                  <a:pt x="32941" y="1603"/>
                  <a:pt x="32981" y="1603"/>
                </a:cubicBezTo>
                <a:cubicBezTo>
                  <a:pt x="33010" y="1603"/>
                  <a:pt x="33040" y="1596"/>
                  <a:pt x="33068" y="1582"/>
                </a:cubicBezTo>
                <a:lnTo>
                  <a:pt x="33026" y="1574"/>
                </a:lnTo>
                <a:cubicBezTo>
                  <a:pt x="33110" y="1565"/>
                  <a:pt x="33415" y="1540"/>
                  <a:pt x="33178" y="1497"/>
                </a:cubicBezTo>
                <a:cubicBezTo>
                  <a:pt x="33194" y="1496"/>
                  <a:pt x="33208" y="1495"/>
                  <a:pt x="33222" y="1495"/>
                </a:cubicBezTo>
                <a:cubicBezTo>
                  <a:pt x="33365" y="1495"/>
                  <a:pt x="33413" y="1566"/>
                  <a:pt x="33517" y="1566"/>
                </a:cubicBezTo>
                <a:cubicBezTo>
                  <a:pt x="33522" y="1566"/>
                  <a:pt x="33528" y="1566"/>
                  <a:pt x="33533" y="1565"/>
                </a:cubicBezTo>
                <a:lnTo>
                  <a:pt x="33533" y="1565"/>
                </a:lnTo>
                <a:cubicBezTo>
                  <a:pt x="33542" y="1599"/>
                  <a:pt x="33432" y="1599"/>
                  <a:pt x="33483" y="1633"/>
                </a:cubicBezTo>
                <a:cubicBezTo>
                  <a:pt x="33584" y="1650"/>
                  <a:pt x="33677" y="1667"/>
                  <a:pt x="33779" y="1667"/>
                </a:cubicBezTo>
                <a:cubicBezTo>
                  <a:pt x="33686" y="1641"/>
                  <a:pt x="33813" y="1641"/>
                  <a:pt x="33660" y="1599"/>
                </a:cubicBezTo>
                <a:cubicBezTo>
                  <a:pt x="33676" y="1597"/>
                  <a:pt x="33695" y="1596"/>
                  <a:pt x="33715" y="1596"/>
                </a:cubicBezTo>
                <a:cubicBezTo>
                  <a:pt x="33752" y="1596"/>
                  <a:pt x="33793" y="1598"/>
                  <a:pt x="33824" y="1598"/>
                </a:cubicBezTo>
                <a:cubicBezTo>
                  <a:pt x="33852" y="1598"/>
                  <a:pt x="33872" y="1597"/>
                  <a:pt x="33872" y="1591"/>
                </a:cubicBezTo>
                <a:cubicBezTo>
                  <a:pt x="33821" y="1591"/>
                  <a:pt x="33762" y="1582"/>
                  <a:pt x="33711" y="1565"/>
                </a:cubicBezTo>
                <a:cubicBezTo>
                  <a:pt x="33872" y="1565"/>
                  <a:pt x="34041" y="1599"/>
                  <a:pt x="34193" y="1650"/>
                </a:cubicBezTo>
                <a:cubicBezTo>
                  <a:pt x="34185" y="1658"/>
                  <a:pt x="34168" y="1658"/>
                  <a:pt x="34151" y="1667"/>
                </a:cubicBezTo>
                <a:cubicBezTo>
                  <a:pt x="34188" y="1662"/>
                  <a:pt x="34227" y="1661"/>
                  <a:pt x="34268" y="1661"/>
                </a:cubicBezTo>
                <a:cubicBezTo>
                  <a:pt x="34412" y="1661"/>
                  <a:pt x="34575" y="1681"/>
                  <a:pt x="34703" y="1681"/>
                </a:cubicBezTo>
                <a:cubicBezTo>
                  <a:pt x="34758" y="1681"/>
                  <a:pt x="34807" y="1677"/>
                  <a:pt x="34845" y="1667"/>
                </a:cubicBezTo>
                <a:lnTo>
                  <a:pt x="34785" y="1641"/>
                </a:lnTo>
                <a:cubicBezTo>
                  <a:pt x="34768" y="1643"/>
                  <a:pt x="34752" y="1644"/>
                  <a:pt x="34735" y="1644"/>
                </a:cubicBezTo>
                <a:cubicBezTo>
                  <a:pt x="34684" y="1644"/>
                  <a:pt x="34633" y="1635"/>
                  <a:pt x="34582" y="1616"/>
                </a:cubicBezTo>
                <a:cubicBezTo>
                  <a:pt x="34743" y="1616"/>
                  <a:pt x="34481" y="1531"/>
                  <a:pt x="34659" y="1531"/>
                </a:cubicBezTo>
                <a:cubicBezTo>
                  <a:pt x="34854" y="1531"/>
                  <a:pt x="35014" y="1612"/>
                  <a:pt x="35145" y="1612"/>
                </a:cubicBezTo>
                <a:cubicBezTo>
                  <a:pt x="35173" y="1612"/>
                  <a:pt x="35200" y="1608"/>
                  <a:pt x="35225" y="1599"/>
                </a:cubicBezTo>
                <a:cubicBezTo>
                  <a:pt x="35031" y="1554"/>
                  <a:pt x="34784" y="1476"/>
                  <a:pt x="34665" y="1476"/>
                </a:cubicBezTo>
                <a:cubicBezTo>
                  <a:pt x="34649" y="1476"/>
                  <a:pt x="34636" y="1478"/>
                  <a:pt x="34625" y="1481"/>
                </a:cubicBezTo>
                <a:lnTo>
                  <a:pt x="34760" y="1506"/>
                </a:lnTo>
                <a:lnTo>
                  <a:pt x="34422" y="1540"/>
                </a:lnTo>
                <a:cubicBezTo>
                  <a:pt x="34413" y="1506"/>
                  <a:pt x="34134" y="1514"/>
                  <a:pt x="34142" y="1464"/>
                </a:cubicBezTo>
                <a:lnTo>
                  <a:pt x="34142" y="1464"/>
                </a:lnTo>
                <a:cubicBezTo>
                  <a:pt x="34261" y="1472"/>
                  <a:pt x="34362" y="1489"/>
                  <a:pt x="34447" y="1497"/>
                </a:cubicBezTo>
                <a:cubicBezTo>
                  <a:pt x="34430" y="1472"/>
                  <a:pt x="34151" y="1438"/>
                  <a:pt x="34033" y="1413"/>
                </a:cubicBezTo>
                <a:lnTo>
                  <a:pt x="34033" y="1413"/>
                </a:lnTo>
                <a:lnTo>
                  <a:pt x="34185" y="1455"/>
                </a:lnTo>
                <a:cubicBezTo>
                  <a:pt x="33906" y="1455"/>
                  <a:pt x="33576" y="1388"/>
                  <a:pt x="33313" y="1388"/>
                </a:cubicBezTo>
                <a:cubicBezTo>
                  <a:pt x="33516" y="1371"/>
                  <a:pt x="33060" y="1320"/>
                  <a:pt x="33229" y="1294"/>
                </a:cubicBezTo>
                <a:cubicBezTo>
                  <a:pt x="33240" y="1292"/>
                  <a:pt x="33252" y="1291"/>
                  <a:pt x="33265" y="1291"/>
                </a:cubicBezTo>
                <a:cubicBezTo>
                  <a:pt x="33298" y="1291"/>
                  <a:pt x="33336" y="1299"/>
                  <a:pt x="33373" y="1311"/>
                </a:cubicBezTo>
                <a:cubicBezTo>
                  <a:pt x="33398" y="1269"/>
                  <a:pt x="33212" y="1286"/>
                  <a:pt x="33161" y="1244"/>
                </a:cubicBezTo>
                <a:cubicBezTo>
                  <a:pt x="33136" y="1269"/>
                  <a:pt x="32867" y="1252"/>
                  <a:pt x="33016" y="1311"/>
                </a:cubicBezTo>
                <a:lnTo>
                  <a:pt x="33016" y="1311"/>
                </a:lnTo>
                <a:cubicBezTo>
                  <a:pt x="32930" y="1278"/>
                  <a:pt x="32737" y="1303"/>
                  <a:pt x="32628" y="1252"/>
                </a:cubicBezTo>
                <a:lnTo>
                  <a:pt x="32628" y="1252"/>
                </a:lnTo>
                <a:cubicBezTo>
                  <a:pt x="32638" y="1276"/>
                  <a:pt x="32606" y="1282"/>
                  <a:pt x="32561" y="1282"/>
                </a:cubicBezTo>
                <a:cubicBezTo>
                  <a:pt x="32509" y="1282"/>
                  <a:pt x="32442" y="1274"/>
                  <a:pt x="32399" y="1274"/>
                </a:cubicBezTo>
                <a:cubicBezTo>
                  <a:pt x="32384" y="1274"/>
                  <a:pt x="32373" y="1275"/>
                  <a:pt x="32366" y="1278"/>
                </a:cubicBezTo>
                <a:cubicBezTo>
                  <a:pt x="32315" y="1269"/>
                  <a:pt x="32273" y="1261"/>
                  <a:pt x="32239" y="1235"/>
                </a:cubicBezTo>
                <a:cubicBezTo>
                  <a:pt x="32349" y="1227"/>
                  <a:pt x="32484" y="1227"/>
                  <a:pt x="32620" y="1218"/>
                </a:cubicBezTo>
                <a:cubicBezTo>
                  <a:pt x="32661" y="1224"/>
                  <a:pt x="32722" y="1234"/>
                  <a:pt x="32744" y="1234"/>
                </a:cubicBezTo>
                <a:cubicBezTo>
                  <a:pt x="32755" y="1234"/>
                  <a:pt x="32757" y="1232"/>
                  <a:pt x="32747" y="1227"/>
                </a:cubicBezTo>
                <a:lnTo>
                  <a:pt x="32747" y="1210"/>
                </a:lnTo>
                <a:cubicBezTo>
                  <a:pt x="33034" y="1193"/>
                  <a:pt x="33313" y="1168"/>
                  <a:pt x="33457" y="1168"/>
                </a:cubicBezTo>
                <a:lnTo>
                  <a:pt x="33381" y="1184"/>
                </a:lnTo>
                <a:cubicBezTo>
                  <a:pt x="33417" y="1178"/>
                  <a:pt x="33453" y="1175"/>
                  <a:pt x="33488" y="1175"/>
                </a:cubicBezTo>
                <a:cubicBezTo>
                  <a:pt x="33645" y="1175"/>
                  <a:pt x="33796" y="1231"/>
                  <a:pt x="33949" y="1231"/>
                </a:cubicBezTo>
                <a:cubicBezTo>
                  <a:pt x="33971" y="1231"/>
                  <a:pt x="33993" y="1229"/>
                  <a:pt x="34016" y="1227"/>
                </a:cubicBezTo>
                <a:lnTo>
                  <a:pt x="34016" y="1227"/>
                </a:lnTo>
                <a:cubicBezTo>
                  <a:pt x="34007" y="1235"/>
                  <a:pt x="33982" y="1235"/>
                  <a:pt x="34016" y="1244"/>
                </a:cubicBezTo>
                <a:cubicBezTo>
                  <a:pt x="34094" y="1259"/>
                  <a:pt x="34159" y="1263"/>
                  <a:pt x="34217" y="1263"/>
                </a:cubicBezTo>
                <a:cubicBezTo>
                  <a:pt x="34279" y="1263"/>
                  <a:pt x="34334" y="1258"/>
                  <a:pt x="34388" y="1258"/>
                </a:cubicBezTo>
                <a:cubicBezTo>
                  <a:pt x="34454" y="1258"/>
                  <a:pt x="34521" y="1265"/>
                  <a:pt x="34599" y="1294"/>
                </a:cubicBezTo>
                <a:lnTo>
                  <a:pt x="34574" y="1328"/>
                </a:lnTo>
                <a:cubicBezTo>
                  <a:pt x="34591" y="1320"/>
                  <a:pt x="34718" y="1320"/>
                  <a:pt x="34701" y="1278"/>
                </a:cubicBezTo>
                <a:cubicBezTo>
                  <a:pt x="34574" y="1278"/>
                  <a:pt x="34447" y="1261"/>
                  <a:pt x="34329" y="1235"/>
                </a:cubicBezTo>
                <a:cubicBezTo>
                  <a:pt x="34379" y="1227"/>
                  <a:pt x="34432" y="1223"/>
                  <a:pt x="34485" y="1223"/>
                </a:cubicBezTo>
                <a:cubicBezTo>
                  <a:pt x="34538" y="1223"/>
                  <a:pt x="34591" y="1227"/>
                  <a:pt x="34642" y="1235"/>
                </a:cubicBezTo>
                <a:lnTo>
                  <a:pt x="34667" y="1184"/>
                </a:lnTo>
                <a:cubicBezTo>
                  <a:pt x="34691" y="1177"/>
                  <a:pt x="34714" y="1175"/>
                  <a:pt x="34737" y="1175"/>
                </a:cubicBezTo>
                <a:cubicBezTo>
                  <a:pt x="34832" y="1175"/>
                  <a:pt x="34919" y="1225"/>
                  <a:pt x="35015" y="1225"/>
                </a:cubicBezTo>
                <a:cubicBezTo>
                  <a:pt x="35034" y="1225"/>
                  <a:pt x="35053" y="1223"/>
                  <a:pt x="35073" y="1218"/>
                </a:cubicBezTo>
                <a:lnTo>
                  <a:pt x="34921" y="1151"/>
                </a:lnTo>
                <a:lnTo>
                  <a:pt x="34955" y="1151"/>
                </a:lnTo>
                <a:cubicBezTo>
                  <a:pt x="34929" y="1146"/>
                  <a:pt x="34904" y="1144"/>
                  <a:pt x="34878" y="1144"/>
                </a:cubicBezTo>
                <a:cubicBezTo>
                  <a:pt x="34853" y="1144"/>
                  <a:pt x="34828" y="1146"/>
                  <a:pt x="34802" y="1151"/>
                </a:cubicBezTo>
                <a:cubicBezTo>
                  <a:pt x="34792" y="1151"/>
                  <a:pt x="34782" y="1152"/>
                  <a:pt x="34771" y="1152"/>
                </a:cubicBezTo>
                <a:cubicBezTo>
                  <a:pt x="34639" y="1152"/>
                  <a:pt x="34516" y="1102"/>
                  <a:pt x="34422" y="1015"/>
                </a:cubicBezTo>
                <a:cubicBezTo>
                  <a:pt x="34312" y="973"/>
                  <a:pt x="34472" y="948"/>
                  <a:pt x="34464" y="914"/>
                </a:cubicBezTo>
                <a:cubicBezTo>
                  <a:pt x="34441" y="912"/>
                  <a:pt x="34422" y="911"/>
                  <a:pt x="34404" y="911"/>
                </a:cubicBezTo>
                <a:cubicBezTo>
                  <a:pt x="34301" y="911"/>
                  <a:pt x="34272" y="942"/>
                  <a:pt x="34169" y="942"/>
                </a:cubicBezTo>
                <a:cubicBezTo>
                  <a:pt x="34151" y="942"/>
                  <a:pt x="34131" y="941"/>
                  <a:pt x="34109" y="939"/>
                </a:cubicBezTo>
                <a:cubicBezTo>
                  <a:pt x="34061" y="925"/>
                  <a:pt x="34074" y="917"/>
                  <a:pt x="34094" y="915"/>
                </a:cubicBezTo>
                <a:lnTo>
                  <a:pt x="34094" y="915"/>
                </a:lnTo>
                <a:lnTo>
                  <a:pt x="33973" y="922"/>
                </a:lnTo>
                <a:cubicBezTo>
                  <a:pt x="33973" y="905"/>
                  <a:pt x="33669" y="846"/>
                  <a:pt x="33855" y="838"/>
                </a:cubicBezTo>
                <a:cubicBezTo>
                  <a:pt x="33880" y="838"/>
                  <a:pt x="33931" y="846"/>
                  <a:pt x="33973" y="855"/>
                </a:cubicBezTo>
                <a:cubicBezTo>
                  <a:pt x="33728" y="770"/>
                  <a:pt x="33305" y="677"/>
                  <a:pt x="33330" y="618"/>
                </a:cubicBezTo>
                <a:cubicBezTo>
                  <a:pt x="33195" y="584"/>
                  <a:pt x="33220" y="618"/>
                  <a:pt x="33009" y="575"/>
                </a:cubicBezTo>
                <a:cubicBezTo>
                  <a:pt x="32907" y="601"/>
                  <a:pt x="33009" y="660"/>
                  <a:pt x="32772" y="660"/>
                </a:cubicBezTo>
                <a:lnTo>
                  <a:pt x="32950" y="711"/>
                </a:lnTo>
                <a:cubicBezTo>
                  <a:pt x="32992" y="702"/>
                  <a:pt x="33026" y="694"/>
                  <a:pt x="33068" y="694"/>
                </a:cubicBezTo>
                <a:lnTo>
                  <a:pt x="32874" y="677"/>
                </a:lnTo>
                <a:cubicBezTo>
                  <a:pt x="33000" y="668"/>
                  <a:pt x="32975" y="643"/>
                  <a:pt x="33017" y="609"/>
                </a:cubicBezTo>
                <a:cubicBezTo>
                  <a:pt x="33322" y="643"/>
                  <a:pt x="33390" y="728"/>
                  <a:pt x="33542" y="770"/>
                </a:cubicBezTo>
                <a:cubicBezTo>
                  <a:pt x="33440" y="795"/>
                  <a:pt x="33288" y="762"/>
                  <a:pt x="33339" y="821"/>
                </a:cubicBezTo>
                <a:cubicBezTo>
                  <a:pt x="33296" y="800"/>
                  <a:pt x="33262" y="795"/>
                  <a:pt x="33232" y="795"/>
                </a:cubicBezTo>
                <a:cubicBezTo>
                  <a:pt x="33193" y="795"/>
                  <a:pt x="33160" y="805"/>
                  <a:pt x="33118" y="805"/>
                </a:cubicBezTo>
                <a:cubicBezTo>
                  <a:pt x="33086" y="805"/>
                  <a:pt x="33049" y="799"/>
                  <a:pt x="33000" y="778"/>
                </a:cubicBezTo>
                <a:lnTo>
                  <a:pt x="33034" y="770"/>
                </a:lnTo>
                <a:lnTo>
                  <a:pt x="33034" y="770"/>
                </a:lnTo>
                <a:cubicBezTo>
                  <a:pt x="33008" y="775"/>
                  <a:pt x="32986" y="776"/>
                  <a:pt x="32966" y="776"/>
                </a:cubicBezTo>
                <a:cubicBezTo>
                  <a:pt x="32900" y="776"/>
                  <a:pt x="32868" y="755"/>
                  <a:pt x="32812" y="755"/>
                </a:cubicBezTo>
                <a:cubicBezTo>
                  <a:pt x="32795" y="755"/>
                  <a:pt x="32777" y="757"/>
                  <a:pt x="32755" y="762"/>
                </a:cubicBezTo>
                <a:cubicBezTo>
                  <a:pt x="32764" y="753"/>
                  <a:pt x="32747" y="745"/>
                  <a:pt x="32738" y="736"/>
                </a:cubicBezTo>
                <a:cubicBezTo>
                  <a:pt x="32719" y="735"/>
                  <a:pt x="32703" y="735"/>
                  <a:pt x="32690" y="735"/>
                </a:cubicBezTo>
                <a:cubicBezTo>
                  <a:pt x="32530" y="735"/>
                  <a:pt x="32787" y="780"/>
                  <a:pt x="32552" y="795"/>
                </a:cubicBezTo>
                <a:cubicBezTo>
                  <a:pt x="32324" y="762"/>
                  <a:pt x="32484" y="702"/>
                  <a:pt x="32425" y="668"/>
                </a:cubicBezTo>
                <a:cubicBezTo>
                  <a:pt x="32814" y="643"/>
                  <a:pt x="32434" y="575"/>
                  <a:pt x="32848" y="567"/>
                </a:cubicBezTo>
                <a:cubicBezTo>
                  <a:pt x="32857" y="499"/>
                  <a:pt x="32696" y="465"/>
                  <a:pt x="32476" y="449"/>
                </a:cubicBezTo>
                <a:lnTo>
                  <a:pt x="32476" y="449"/>
                </a:lnTo>
                <a:cubicBezTo>
                  <a:pt x="32620" y="491"/>
                  <a:pt x="32374" y="542"/>
                  <a:pt x="32561" y="618"/>
                </a:cubicBezTo>
                <a:cubicBezTo>
                  <a:pt x="32552" y="617"/>
                  <a:pt x="32543" y="617"/>
                  <a:pt x="32534" y="617"/>
                </a:cubicBezTo>
                <a:cubicBezTo>
                  <a:pt x="32314" y="617"/>
                  <a:pt x="32253" y="692"/>
                  <a:pt x="32104" y="692"/>
                </a:cubicBezTo>
                <a:cubicBezTo>
                  <a:pt x="32048" y="692"/>
                  <a:pt x="31979" y="681"/>
                  <a:pt x="31884" y="652"/>
                </a:cubicBezTo>
                <a:lnTo>
                  <a:pt x="31892" y="643"/>
                </a:lnTo>
                <a:lnTo>
                  <a:pt x="31892" y="643"/>
                </a:lnTo>
                <a:lnTo>
                  <a:pt x="31715" y="660"/>
                </a:lnTo>
                <a:lnTo>
                  <a:pt x="31512" y="609"/>
                </a:lnTo>
                <a:cubicBezTo>
                  <a:pt x="31571" y="583"/>
                  <a:pt x="31635" y="578"/>
                  <a:pt x="31695" y="578"/>
                </a:cubicBezTo>
                <a:cubicBezTo>
                  <a:pt x="31729" y="578"/>
                  <a:pt x="31762" y="580"/>
                  <a:pt x="31793" y="580"/>
                </a:cubicBezTo>
                <a:cubicBezTo>
                  <a:pt x="31833" y="580"/>
                  <a:pt x="31869" y="578"/>
                  <a:pt x="31901" y="567"/>
                </a:cubicBezTo>
                <a:cubicBezTo>
                  <a:pt x="31831" y="538"/>
                  <a:pt x="31773" y="528"/>
                  <a:pt x="31720" y="528"/>
                </a:cubicBezTo>
                <a:cubicBezTo>
                  <a:pt x="31605" y="528"/>
                  <a:pt x="31509" y="573"/>
                  <a:pt x="31360" y="573"/>
                </a:cubicBezTo>
                <a:cubicBezTo>
                  <a:pt x="31331" y="573"/>
                  <a:pt x="31300" y="571"/>
                  <a:pt x="31266" y="567"/>
                </a:cubicBezTo>
                <a:cubicBezTo>
                  <a:pt x="31152" y="512"/>
                  <a:pt x="31228" y="508"/>
                  <a:pt x="31333" y="508"/>
                </a:cubicBezTo>
                <a:cubicBezTo>
                  <a:pt x="31352" y="508"/>
                  <a:pt x="31372" y="508"/>
                  <a:pt x="31392" y="508"/>
                </a:cubicBezTo>
                <a:cubicBezTo>
                  <a:pt x="31482" y="508"/>
                  <a:pt x="31571" y="505"/>
                  <a:pt x="31571" y="474"/>
                </a:cubicBezTo>
                <a:lnTo>
                  <a:pt x="31571" y="474"/>
                </a:lnTo>
                <a:cubicBezTo>
                  <a:pt x="31564" y="476"/>
                  <a:pt x="31555" y="477"/>
                  <a:pt x="31545" y="477"/>
                </a:cubicBezTo>
                <a:cubicBezTo>
                  <a:pt x="31477" y="477"/>
                  <a:pt x="31361" y="430"/>
                  <a:pt x="31376" y="415"/>
                </a:cubicBezTo>
                <a:lnTo>
                  <a:pt x="31376" y="415"/>
                </a:lnTo>
                <a:cubicBezTo>
                  <a:pt x="31456" y="432"/>
                  <a:pt x="31505" y="437"/>
                  <a:pt x="31541" y="437"/>
                </a:cubicBezTo>
                <a:cubicBezTo>
                  <a:pt x="31587" y="437"/>
                  <a:pt x="31612" y="429"/>
                  <a:pt x="31659" y="429"/>
                </a:cubicBezTo>
                <a:cubicBezTo>
                  <a:pt x="31699" y="429"/>
                  <a:pt x="31754" y="435"/>
                  <a:pt x="31850" y="457"/>
                </a:cubicBezTo>
                <a:cubicBezTo>
                  <a:pt x="31698" y="465"/>
                  <a:pt x="31867" y="482"/>
                  <a:pt x="31842" y="516"/>
                </a:cubicBezTo>
                <a:cubicBezTo>
                  <a:pt x="31901" y="511"/>
                  <a:pt x="31960" y="508"/>
                  <a:pt x="32019" y="508"/>
                </a:cubicBezTo>
                <a:cubicBezTo>
                  <a:pt x="32137" y="508"/>
                  <a:pt x="32253" y="519"/>
                  <a:pt x="32366" y="542"/>
                </a:cubicBezTo>
                <a:cubicBezTo>
                  <a:pt x="32417" y="499"/>
                  <a:pt x="32197" y="482"/>
                  <a:pt x="32078" y="449"/>
                </a:cubicBezTo>
                <a:cubicBezTo>
                  <a:pt x="32050" y="452"/>
                  <a:pt x="32021" y="454"/>
                  <a:pt x="31993" y="454"/>
                </a:cubicBezTo>
                <a:cubicBezTo>
                  <a:pt x="31812" y="454"/>
                  <a:pt x="31642" y="386"/>
                  <a:pt x="31495" y="386"/>
                </a:cubicBezTo>
                <a:cubicBezTo>
                  <a:pt x="31463" y="386"/>
                  <a:pt x="31432" y="390"/>
                  <a:pt x="31402" y="398"/>
                </a:cubicBezTo>
                <a:cubicBezTo>
                  <a:pt x="31139" y="372"/>
                  <a:pt x="31385" y="339"/>
                  <a:pt x="31368" y="330"/>
                </a:cubicBezTo>
                <a:cubicBezTo>
                  <a:pt x="31319" y="321"/>
                  <a:pt x="31286" y="317"/>
                  <a:pt x="31264" y="317"/>
                </a:cubicBezTo>
                <a:cubicBezTo>
                  <a:pt x="31185" y="317"/>
                  <a:pt x="31250" y="366"/>
                  <a:pt x="31190" y="372"/>
                </a:cubicBezTo>
                <a:cubicBezTo>
                  <a:pt x="31165" y="374"/>
                  <a:pt x="31141" y="374"/>
                  <a:pt x="31119" y="374"/>
                </a:cubicBezTo>
                <a:cubicBezTo>
                  <a:pt x="30830" y="374"/>
                  <a:pt x="30792" y="278"/>
                  <a:pt x="30556" y="254"/>
                </a:cubicBezTo>
                <a:cubicBezTo>
                  <a:pt x="30452" y="270"/>
                  <a:pt x="30348" y="280"/>
                  <a:pt x="30244" y="280"/>
                </a:cubicBezTo>
                <a:cubicBezTo>
                  <a:pt x="30187" y="280"/>
                  <a:pt x="30130" y="277"/>
                  <a:pt x="30074" y="271"/>
                </a:cubicBezTo>
                <a:lnTo>
                  <a:pt x="29473" y="229"/>
                </a:lnTo>
                <a:cubicBezTo>
                  <a:pt x="29524" y="203"/>
                  <a:pt x="29473" y="186"/>
                  <a:pt x="29456" y="161"/>
                </a:cubicBezTo>
                <a:cubicBezTo>
                  <a:pt x="29236" y="254"/>
                  <a:pt x="29312" y="212"/>
                  <a:pt x="29050" y="262"/>
                </a:cubicBezTo>
                <a:lnTo>
                  <a:pt x="29270" y="313"/>
                </a:lnTo>
                <a:cubicBezTo>
                  <a:pt x="29151" y="313"/>
                  <a:pt x="29044" y="339"/>
                  <a:pt x="28938" y="339"/>
                </a:cubicBezTo>
                <a:cubicBezTo>
                  <a:pt x="28885" y="339"/>
                  <a:pt x="28833" y="333"/>
                  <a:pt x="28779" y="313"/>
                </a:cubicBezTo>
                <a:lnTo>
                  <a:pt x="28779" y="313"/>
                </a:lnTo>
                <a:cubicBezTo>
                  <a:pt x="28889" y="364"/>
                  <a:pt x="28813" y="372"/>
                  <a:pt x="28695" y="381"/>
                </a:cubicBezTo>
                <a:cubicBezTo>
                  <a:pt x="28585" y="389"/>
                  <a:pt x="28424" y="381"/>
                  <a:pt x="28356" y="398"/>
                </a:cubicBezTo>
                <a:cubicBezTo>
                  <a:pt x="28308" y="389"/>
                  <a:pt x="28261" y="387"/>
                  <a:pt x="28214" y="387"/>
                </a:cubicBezTo>
                <a:cubicBezTo>
                  <a:pt x="28148" y="387"/>
                  <a:pt x="28085" y="392"/>
                  <a:pt x="28029" y="392"/>
                </a:cubicBezTo>
                <a:cubicBezTo>
                  <a:pt x="27971" y="392"/>
                  <a:pt x="27921" y="386"/>
                  <a:pt x="27883" y="364"/>
                </a:cubicBezTo>
                <a:lnTo>
                  <a:pt x="27908" y="364"/>
                </a:lnTo>
                <a:lnTo>
                  <a:pt x="27646" y="347"/>
                </a:lnTo>
                <a:lnTo>
                  <a:pt x="27680" y="262"/>
                </a:lnTo>
                <a:cubicBezTo>
                  <a:pt x="27637" y="253"/>
                  <a:pt x="27593" y="249"/>
                  <a:pt x="27550" y="249"/>
                </a:cubicBezTo>
                <a:cubicBezTo>
                  <a:pt x="27407" y="249"/>
                  <a:pt x="27287" y="294"/>
                  <a:pt x="27333" y="313"/>
                </a:cubicBezTo>
                <a:cubicBezTo>
                  <a:pt x="27138" y="288"/>
                  <a:pt x="27257" y="279"/>
                  <a:pt x="27223" y="237"/>
                </a:cubicBezTo>
                <a:cubicBezTo>
                  <a:pt x="27298" y="220"/>
                  <a:pt x="27432" y="179"/>
                  <a:pt x="27531" y="179"/>
                </a:cubicBezTo>
                <a:cubicBezTo>
                  <a:pt x="27577" y="179"/>
                  <a:pt x="27616" y="188"/>
                  <a:pt x="27637" y="212"/>
                </a:cubicBezTo>
                <a:cubicBezTo>
                  <a:pt x="27629" y="207"/>
                  <a:pt x="27614" y="205"/>
                  <a:pt x="27600" y="205"/>
                </a:cubicBezTo>
                <a:cubicBezTo>
                  <a:pt x="27586" y="205"/>
                  <a:pt x="27574" y="207"/>
                  <a:pt x="27570" y="212"/>
                </a:cubicBezTo>
                <a:cubicBezTo>
                  <a:pt x="27641" y="219"/>
                  <a:pt x="27696" y="222"/>
                  <a:pt x="27738" y="222"/>
                </a:cubicBezTo>
                <a:cubicBezTo>
                  <a:pt x="27993" y="222"/>
                  <a:pt x="27775" y="108"/>
                  <a:pt x="27993" y="93"/>
                </a:cubicBezTo>
                <a:cubicBezTo>
                  <a:pt x="27895" y="72"/>
                  <a:pt x="27792" y="57"/>
                  <a:pt x="27692" y="57"/>
                </a:cubicBezTo>
                <a:cubicBezTo>
                  <a:pt x="27671" y="57"/>
                  <a:pt x="27650" y="58"/>
                  <a:pt x="27629" y="59"/>
                </a:cubicBezTo>
                <a:cubicBezTo>
                  <a:pt x="27480" y="67"/>
                  <a:pt x="27338" y="90"/>
                  <a:pt x="27197" y="120"/>
                </a:cubicBezTo>
                <a:lnTo>
                  <a:pt x="27197" y="120"/>
                </a:lnTo>
                <a:cubicBezTo>
                  <a:pt x="27236" y="112"/>
                  <a:pt x="27277" y="109"/>
                  <a:pt x="27318" y="109"/>
                </a:cubicBezTo>
                <a:cubicBezTo>
                  <a:pt x="27408" y="109"/>
                  <a:pt x="27501" y="126"/>
                  <a:pt x="27586" y="152"/>
                </a:cubicBezTo>
                <a:cubicBezTo>
                  <a:pt x="27577" y="152"/>
                  <a:pt x="27567" y="151"/>
                  <a:pt x="27559" y="151"/>
                </a:cubicBezTo>
                <a:cubicBezTo>
                  <a:pt x="27479" y="151"/>
                  <a:pt x="27448" y="177"/>
                  <a:pt x="27394" y="177"/>
                </a:cubicBezTo>
                <a:cubicBezTo>
                  <a:pt x="27379" y="177"/>
                  <a:pt x="27362" y="175"/>
                  <a:pt x="27341" y="169"/>
                </a:cubicBezTo>
                <a:lnTo>
                  <a:pt x="27375" y="152"/>
                </a:lnTo>
                <a:lnTo>
                  <a:pt x="27240" y="186"/>
                </a:lnTo>
                <a:cubicBezTo>
                  <a:pt x="27223" y="136"/>
                  <a:pt x="26876" y="161"/>
                  <a:pt x="27079" y="102"/>
                </a:cubicBezTo>
                <a:lnTo>
                  <a:pt x="27079" y="102"/>
                </a:lnTo>
                <a:cubicBezTo>
                  <a:pt x="26901" y="110"/>
                  <a:pt x="27020" y="152"/>
                  <a:pt x="26850" y="169"/>
                </a:cubicBezTo>
                <a:lnTo>
                  <a:pt x="27172" y="186"/>
                </a:lnTo>
                <a:lnTo>
                  <a:pt x="27172" y="245"/>
                </a:lnTo>
                <a:cubicBezTo>
                  <a:pt x="27132" y="257"/>
                  <a:pt x="27102" y="261"/>
                  <a:pt x="27075" y="261"/>
                </a:cubicBezTo>
                <a:cubicBezTo>
                  <a:pt x="27021" y="261"/>
                  <a:pt x="26977" y="245"/>
                  <a:pt x="26893" y="245"/>
                </a:cubicBezTo>
                <a:lnTo>
                  <a:pt x="26901" y="305"/>
                </a:lnTo>
                <a:lnTo>
                  <a:pt x="26673" y="254"/>
                </a:lnTo>
                <a:lnTo>
                  <a:pt x="26673" y="254"/>
                </a:lnTo>
                <a:cubicBezTo>
                  <a:pt x="26698" y="288"/>
                  <a:pt x="26521" y="279"/>
                  <a:pt x="26478" y="288"/>
                </a:cubicBezTo>
                <a:cubicBezTo>
                  <a:pt x="26379" y="268"/>
                  <a:pt x="26404" y="202"/>
                  <a:pt x="26319" y="202"/>
                </a:cubicBezTo>
                <a:cubicBezTo>
                  <a:pt x="26295" y="202"/>
                  <a:pt x="26263" y="207"/>
                  <a:pt x="26216" y="220"/>
                </a:cubicBezTo>
                <a:lnTo>
                  <a:pt x="26224" y="229"/>
                </a:lnTo>
                <a:cubicBezTo>
                  <a:pt x="26136" y="248"/>
                  <a:pt x="26042" y="257"/>
                  <a:pt x="25947" y="257"/>
                </a:cubicBezTo>
                <a:cubicBezTo>
                  <a:pt x="25916" y="257"/>
                  <a:pt x="25884" y="256"/>
                  <a:pt x="25852" y="254"/>
                </a:cubicBezTo>
                <a:cubicBezTo>
                  <a:pt x="25878" y="237"/>
                  <a:pt x="25903" y="229"/>
                  <a:pt x="25937" y="229"/>
                </a:cubicBezTo>
                <a:cubicBezTo>
                  <a:pt x="25907" y="226"/>
                  <a:pt x="25876" y="224"/>
                  <a:pt x="25843" y="224"/>
                </a:cubicBezTo>
                <a:cubicBezTo>
                  <a:pt x="25682" y="224"/>
                  <a:pt x="25491" y="254"/>
                  <a:pt x="25349" y="254"/>
                </a:cubicBezTo>
                <a:cubicBezTo>
                  <a:pt x="25273" y="254"/>
                  <a:pt x="25212" y="246"/>
                  <a:pt x="25176" y="220"/>
                </a:cubicBezTo>
                <a:cubicBezTo>
                  <a:pt x="25178" y="213"/>
                  <a:pt x="25182" y="207"/>
                  <a:pt x="25188" y="202"/>
                </a:cubicBezTo>
                <a:lnTo>
                  <a:pt x="25188" y="202"/>
                </a:lnTo>
                <a:cubicBezTo>
                  <a:pt x="25090" y="187"/>
                  <a:pt x="24798" y="211"/>
                  <a:pt x="24981" y="152"/>
                </a:cubicBezTo>
                <a:lnTo>
                  <a:pt x="24981" y="152"/>
                </a:lnTo>
                <a:lnTo>
                  <a:pt x="24643" y="245"/>
                </a:lnTo>
                <a:cubicBezTo>
                  <a:pt x="24643" y="220"/>
                  <a:pt x="24719" y="203"/>
                  <a:pt x="24753" y="186"/>
                </a:cubicBezTo>
                <a:lnTo>
                  <a:pt x="24753" y="186"/>
                </a:lnTo>
                <a:lnTo>
                  <a:pt x="24507" y="212"/>
                </a:lnTo>
                <a:lnTo>
                  <a:pt x="24507" y="212"/>
                </a:lnTo>
                <a:lnTo>
                  <a:pt x="24516" y="203"/>
                </a:lnTo>
                <a:lnTo>
                  <a:pt x="24516" y="203"/>
                </a:lnTo>
                <a:cubicBezTo>
                  <a:pt x="24321" y="245"/>
                  <a:pt x="24042" y="262"/>
                  <a:pt x="23898" y="322"/>
                </a:cubicBezTo>
                <a:cubicBezTo>
                  <a:pt x="24237" y="355"/>
                  <a:pt x="23737" y="389"/>
                  <a:pt x="23771" y="432"/>
                </a:cubicBezTo>
                <a:cubicBezTo>
                  <a:pt x="23653" y="432"/>
                  <a:pt x="23602" y="305"/>
                  <a:pt x="23856" y="237"/>
                </a:cubicBezTo>
                <a:cubicBezTo>
                  <a:pt x="23870" y="244"/>
                  <a:pt x="23890" y="247"/>
                  <a:pt x="23913" y="247"/>
                </a:cubicBezTo>
                <a:cubicBezTo>
                  <a:pt x="23998" y="247"/>
                  <a:pt x="24129" y="208"/>
                  <a:pt x="24228" y="195"/>
                </a:cubicBezTo>
                <a:cubicBezTo>
                  <a:pt x="24110" y="195"/>
                  <a:pt x="23991" y="203"/>
                  <a:pt x="23881" y="229"/>
                </a:cubicBezTo>
                <a:cubicBezTo>
                  <a:pt x="23974" y="186"/>
                  <a:pt x="23687" y="195"/>
                  <a:pt x="23704" y="169"/>
                </a:cubicBezTo>
                <a:cubicBezTo>
                  <a:pt x="23719" y="147"/>
                  <a:pt x="23761" y="91"/>
                  <a:pt x="23889" y="91"/>
                </a:cubicBezTo>
                <a:cubicBezTo>
                  <a:pt x="23905" y="91"/>
                  <a:pt x="23922" y="91"/>
                  <a:pt x="23940" y="93"/>
                </a:cubicBezTo>
                <a:cubicBezTo>
                  <a:pt x="23954" y="93"/>
                  <a:pt x="23966" y="93"/>
                  <a:pt x="23977" y="93"/>
                </a:cubicBezTo>
                <a:cubicBezTo>
                  <a:pt x="24151" y="93"/>
                  <a:pt x="24015" y="146"/>
                  <a:pt x="24036" y="146"/>
                </a:cubicBezTo>
                <a:cubicBezTo>
                  <a:pt x="24038" y="146"/>
                  <a:pt x="24043" y="146"/>
                  <a:pt x="24050" y="144"/>
                </a:cubicBezTo>
                <a:cubicBezTo>
                  <a:pt x="24069" y="162"/>
                  <a:pt x="24102" y="169"/>
                  <a:pt x="24145" y="169"/>
                </a:cubicBezTo>
                <a:cubicBezTo>
                  <a:pt x="24253" y="169"/>
                  <a:pt x="24417" y="127"/>
                  <a:pt x="24529" y="127"/>
                </a:cubicBezTo>
                <a:cubicBezTo>
                  <a:pt x="24536" y="127"/>
                  <a:pt x="24543" y="127"/>
                  <a:pt x="24550" y="127"/>
                </a:cubicBezTo>
                <a:cubicBezTo>
                  <a:pt x="24566" y="136"/>
                  <a:pt x="24516" y="144"/>
                  <a:pt x="24490" y="152"/>
                </a:cubicBezTo>
                <a:cubicBezTo>
                  <a:pt x="24617" y="136"/>
                  <a:pt x="24896" y="127"/>
                  <a:pt x="24913" y="76"/>
                </a:cubicBezTo>
                <a:lnTo>
                  <a:pt x="24913" y="76"/>
                </a:lnTo>
                <a:lnTo>
                  <a:pt x="24583" y="127"/>
                </a:lnTo>
                <a:cubicBezTo>
                  <a:pt x="24516" y="119"/>
                  <a:pt x="24693" y="76"/>
                  <a:pt x="24583" y="59"/>
                </a:cubicBezTo>
                <a:lnTo>
                  <a:pt x="24583" y="59"/>
                </a:lnTo>
                <a:cubicBezTo>
                  <a:pt x="24521" y="72"/>
                  <a:pt x="24460" y="80"/>
                  <a:pt x="24398" y="80"/>
                </a:cubicBezTo>
                <a:cubicBezTo>
                  <a:pt x="24375" y="80"/>
                  <a:pt x="24352" y="79"/>
                  <a:pt x="24330" y="76"/>
                </a:cubicBezTo>
                <a:lnTo>
                  <a:pt x="24347" y="51"/>
                </a:lnTo>
                <a:cubicBezTo>
                  <a:pt x="24281" y="47"/>
                  <a:pt x="24216" y="44"/>
                  <a:pt x="24151" y="44"/>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7"/>
          <p:cNvSpPr/>
          <p:nvPr/>
        </p:nvSpPr>
        <p:spPr>
          <a:xfrm>
            <a:off x="7177016" y="3928040"/>
            <a:ext cx="19156" cy="3529"/>
          </a:xfrm>
          <a:custGeom>
            <a:rect b="b" l="l" r="r" t="t"/>
            <a:pathLst>
              <a:path extrusionOk="0" h="103" w="559">
                <a:moveTo>
                  <a:pt x="559" y="1"/>
                </a:moveTo>
                <a:lnTo>
                  <a:pt x="559" y="1"/>
                </a:lnTo>
                <a:cubicBezTo>
                  <a:pt x="330" y="35"/>
                  <a:pt x="279" y="18"/>
                  <a:pt x="0" y="60"/>
                </a:cubicBezTo>
                <a:cubicBezTo>
                  <a:pt x="220" y="60"/>
                  <a:pt x="271" y="60"/>
                  <a:pt x="271" y="102"/>
                </a:cubicBezTo>
                <a:cubicBezTo>
                  <a:pt x="482" y="94"/>
                  <a:pt x="440" y="26"/>
                  <a:pt x="55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7"/>
          <p:cNvSpPr/>
          <p:nvPr/>
        </p:nvSpPr>
        <p:spPr>
          <a:xfrm>
            <a:off x="7196135" y="3927766"/>
            <a:ext cx="2947" cy="308"/>
          </a:xfrm>
          <a:custGeom>
            <a:rect b="b" l="l" r="r" t="t"/>
            <a:pathLst>
              <a:path extrusionOk="0" h="9" w="86">
                <a:moveTo>
                  <a:pt x="85" y="0"/>
                </a:moveTo>
                <a:cubicBezTo>
                  <a:pt x="51" y="0"/>
                  <a:pt x="26" y="0"/>
                  <a:pt x="1" y="9"/>
                </a:cubicBezTo>
                <a:lnTo>
                  <a:pt x="8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7"/>
          <p:cNvSpPr/>
          <p:nvPr/>
        </p:nvSpPr>
        <p:spPr>
          <a:xfrm>
            <a:off x="7164920" y="3930027"/>
            <a:ext cx="5825" cy="685"/>
          </a:xfrm>
          <a:custGeom>
            <a:rect b="b" l="l" r="r" t="t"/>
            <a:pathLst>
              <a:path extrusionOk="0" h="20" w="170">
                <a:moveTo>
                  <a:pt x="126" y="0"/>
                </a:moveTo>
                <a:cubicBezTo>
                  <a:pt x="76" y="0"/>
                  <a:pt x="1" y="19"/>
                  <a:pt x="23" y="19"/>
                </a:cubicBezTo>
                <a:cubicBezTo>
                  <a:pt x="49" y="15"/>
                  <a:pt x="72" y="13"/>
                  <a:pt x="95" y="13"/>
                </a:cubicBezTo>
                <a:cubicBezTo>
                  <a:pt x="119" y="13"/>
                  <a:pt x="142" y="15"/>
                  <a:pt x="167" y="19"/>
                </a:cubicBezTo>
                <a:cubicBezTo>
                  <a:pt x="170" y="5"/>
                  <a:pt x="151" y="0"/>
                  <a:pt x="12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7"/>
          <p:cNvSpPr/>
          <p:nvPr/>
        </p:nvSpPr>
        <p:spPr>
          <a:xfrm>
            <a:off x="7196992" y="3952539"/>
            <a:ext cx="7299" cy="1302"/>
          </a:xfrm>
          <a:custGeom>
            <a:rect b="b" l="l" r="r" t="t"/>
            <a:pathLst>
              <a:path extrusionOk="0" h="38" w="213">
                <a:moveTo>
                  <a:pt x="65" y="0"/>
                </a:moveTo>
                <a:cubicBezTo>
                  <a:pt x="42" y="0"/>
                  <a:pt x="21" y="8"/>
                  <a:pt x="1" y="30"/>
                </a:cubicBezTo>
                <a:cubicBezTo>
                  <a:pt x="9" y="36"/>
                  <a:pt x="30" y="38"/>
                  <a:pt x="56" y="38"/>
                </a:cubicBezTo>
                <a:cubicBezTo>
                  <a:pt x="107" y="38"/>
                  <a:pt x="179" y="30"/>
                  <a:pt x="212" y="30"/>
                </a:cubicBezTo>
                <a:cubicBezTo>
                  <a:pt x="162" y="30"/>
                  <a:pt x="111" y="0"/>
                  <a:pt x="6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7"/>
          <p:cNvSpPr/>
          <p:nvPr/>
        </p:nvSpPr>
        <p:spPr>
          <a:xfrm>
            <a:off x="7145115" y="3937908"/>
            <a:ext cx="6202" cy="2364"/>
          </a:xfrm>
          <a:custGeom>
            <a:rect b="b" l="l" r="r" t="t"/>
            <a:pathLst>
              <a:path extrusionOk="0" h="69" w="181">
                <a:moveTo>
                  <a:pt x="109" y="0"/>
                </a:moveTo>
                <a:cubicBezTo>
                  <a:pt x="86" y="0"/>
                  <a:pt x="52" y="5"/>
                  <a:pt x="1" y="17"/>
                </a:cubicBezTo>
                <a:cubicBezTo>
                  <a:pt x="43" y="17"/>
                  <a:pt x="102" y="34"/>
                  <a:pt x="85" y="68"/>
                </a:cubicBezTo>
                <a:cubicBezTo>
                  <a:pt x="130" y="49"/>
                  <a:pt x="180" y="0"/>
                  <a:pt x="10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7"/>
          <p:cNvSpPr/>
          <p:nvPr/>
        </p:nvSpPr>
        <p:spPr>
          <a:xfrm>
            <a:off x="7183389" y="3953567"/>
            <a:ext cx="6134" cy="1473"/>
          </a:xfrm>
          <a:custGeom>
            <a:rect b="b" l="l" r="r" t="t"/>
            <a:pathLst>
              <a:path extrusionOk="0" h="43" w="179">
                <a:moveTo>
                  <a:pt x="178" y="0"/>
                </a:moveTo>
                <a:lnTo>
                  <a:pt x="0" y="34"/>
                </a:lnTo>
                <a:lnTo>
                  <a:pt x="34" y="43"/>
                </a:lnTo>
                <a:lnTo>
                  <a:pt x="17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7"/>
          <p:cNvSpPr/>
          <p:nvPr/>
        </p:nvSpPr>
        <p:spPr>
          <a:xfrm>
            <a:off x="7193394" y="3967102"/>
            <a:ext cx="15249" cy="5345"/>
          </a:xfrm>
          <a:custGeom>
            <a:rect b="b" l="l" r="r" t="t"/>
            <a:pathLst>
              <a:path extrusionOk="0" h="156" w="445">
                <a:moveTo>
                  <a:pt x="205" y="0"/>
                </a:moveTo>
                <a:cubicBezTo>
                  <a:pt x="1" y="0"/>
                  <a:pt x="300" y="64"/>
                  <a:pt x="64" y="79"/>
                </a:cubicBezTo>
                <a:cubicBezTo>
                  <a:pt x="216" y="88"/>
                  <a:pt x="301" y="130"/>
                  <a:pt x="284" y="155"/>
                </a:cubicBezTo>
                <a:cubicBezTo>
                  <a:pt x="444" y="96"/>
                  <a:pt x="13" y="62"/>
                  <a:pt x="292" y="3"/>
                </a:cubicBezTo>
                <a:cubicBezTo>
                  <a:pt x="256" y="1"/>
                  <a:pt x="228" y="0"/>
                  <a:pt x="20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7"/>
          <p:cNvSpPr/>
          <p:nvPr/>
        </p:nvSpPr>
        <p:spPr>
          <a:xfrm>
            <a:off x="7192949" y="3969877"/>
            <a:ext cx="2639" cy="240"/>
          </a:xfrm>
          <a:custGeom>
            <a:rect b="b" l="l" r="r" t="t"/>
            <a:pathLst>
              <a:path extrusionOk="0" h="7" w="77">
                <a:moveTo>
                  <a:pt x="39" y="0"/>
                </a:moveTo>
                <a:cubicBezTo>
                  <a:pt x="26" y="0"/>
                  <a:pt x="13" y="2"/>
                  <a:pt x="1" y="7"/>
                </a:cubicBezTo>
                <a:lnTo>
                  <a:pt x="77" y="7"/>
                </a:lnTo>
                <a:cubicBezTo>
                  <a:pt x="64" y="2"/>
                  <a:pt x="51" y="0"/>
                  <a:pt x="3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7"/>
          <p:cNvSpPr/>
          <p:nvPr/>
        </p:nvSpPr>
        <p:spPr>
          <a:xfrm>
            <a:off x="7115271" y="3968644"/>
            <a:ext cx="2056" cy="617"/>
          </a:xfrm>
          <a:custGeom>
            <a:rect b="b" l="l" r="r" t="t"/>
            <a:pathLst>
              <a:path extrusionOk="0" h="18" w="60">
                <a:moveTo>
                  <a:pt x="60" y="0"/>
                </a:moveTo>
                <a:cubicBezTo>
                  <a:pt x="34" y="0"/>
                  <a:pt x="17" y="9"/>
                  <a:pt x="0" y="17"/>
                </a:cubicBezTo>
                <a:cubicBezTo>
                  <a:pt x="26" y="9"/>
                  <a:pt x="43" y="9"/>
                  <a:pt x="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7"/>
          <p:cNvSpPr/>
          <p:nvPr/>
        </p:nvSpPr>
        <p:spPr>
          <a:xfrm>
            <a:off x="7155018" y="3970940"/>
            <a:ext cx="19430" cy="5859"/>
          </a:xfrm>
          <a:custGeom>
            <a:rect b="b" l="l" r="r" t="t"/>
            <a:pathLst>
              <a:path extrusionOk="0" h="171" w="567">
                <a:moveTo>
                  <a:pt x="566" y="1"/>
                </a:moveTo>
                <a:lnTo>
                  <a:pt x="547" y="9"/>
                </a:lnTo>
                <a:lnTo>
                  <a:pt x="547" y="9"/>
                </a:lnTo>
                <a:cubicBezTo>
                  <a:pt x="553" y="6"/>
                  <a:pt x="560" y="3"/>
                  <a:pt x="566" y="1"/>
                </a:cubicBezTo>
                <a:close/>
                <a:moveTo>
                  <a:pt x="547" y="9"/>
                </a:moveTo>
                <a:cubicBezTo>
                  <a:pt x="375" y="72"/>
                  <a:pt x="1" y="113"/>
                  <a:pt x="33" y="170"/>
                </a:cubicBezTo>
                <a:cubicBezTo>
                  <a:pt x="152" y="170"/>
                  <a:pt x="270" y="145"/>
                  <a:pt x="388" y="102"/>
                </a:cubicBezTo>
                <a:lnTo>
                  <a:pt x="329" y="94"/>
                </a:lnTo>
                <a:lnTo>
                  <a:pt x="547" y="9"/>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7"/>
          <p:cNvSpPr/>
          <p:nvPr/>
        </p:nvSpPr>
        <p:spPr>
          <a:xfrm>
            <a:off x="7062093" y="3944282"/>
            <a:ext cx="4797" cy="1850"/>
          </a:xfrm>
          <a:custGeom>
            <a:rect b="b" l="l" r="r" t="t"/>
            <a:pathLst>
              <a:path extrusionOk="0" h="54" w="140">
                <a:moveTo>
                  <a:pt x="140" y="1"/>
                </a:moveTo>
                <a:lnTo>
                  <a:pt x="4" y="18"/>
                </a:lnTo>
                <a:cubicBezTo>
                  <a:pt x="31" y="18"/>
                  <a:pt x="1" y="53"/>
                  <a:pt x="14" y="53"/>
                </a:cubicBezTo>
                <a:cubicBezTo>
                  <a:pt x="18" y="53"/>
                  <a:pt x="25" y="50"/>
                  <a:pt x="38" y="43"/>
                </a:cubicBezTo>
                <a:lnTo>
                  <a:pt x="140"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7"/>
          <p:cNvSpPr/>
          <p:nvPr/>
        </p:nvSpPr>
        <p:spPr>
          <a:xfrm>
            <a:off x="7061339" y="3944864"/>
            <a:ext cx="925" cy="34"/>
          </a:xfrm>
          <a:custGeom>
            <a:rect b="b" l="l" r="r" t="t"/>
            <a:pathLst>
              <a:path extrusionOk="0" h="1" w="27">
                <a:moveTo>
                  <a:pt x="1" y="1"/>
                </a:moveTo>
                <a:lnTo>
                  <a:pt x="26" y="1"/>
                </a:lnTo>
                <a:cubicBezTo>
                  <a:pt x="18" y="1"/>
                  <a:pt x="9"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7"/>
          <p:cNvSpPr/>
          <p:nvPr/>
        </p:nvSpPr>
        <p:spPr>
          <a:xfrm>
            <a:off x="7130759" y="3964772"/>
            <a:ext cx="7744" cy="1302"/>
          </a:xfrm>
          <a:custGeom>
            <a:rect b="b" l="l" r="r" t="t"/>
            <a:pathLst>
              <a:path extrusionOk="0" h="38" w="226">
                <a:moveTo>
                  <a:pt x="179" y="0"/>
                </a:moveTo>
                <a:cubicBezTo>
                  <a:pt x="111" y="0"/>
                  <a:pt x="1" y="11"/>
                  <a:pt x="14" y="37"/>
                </a:cubicBezTo>
                <a:cubicBezTo>
                  <a:pt x="81" y="37"/>
                  <a:pt x="157" y="20"/>
                  <a:pt x="225" y="3"/>
                </a:cubicBezTo>
                <a:cubicBezTo>
                  <a:pt x="217" y="1"/>
                  <a:pt x="200" y="0"/>
                  <a:pt x="17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7"/>
          <p:cNvSpPr/>
          <p:nvPr/>
        </p:nvSpPr>
        <p:spPr>
          <a:xfrm>
            <a:off x="7037285" y="3952402"/>
            <a:ext cx="6716" cy="1473"/>
          </a:xfrm>
          <a:custGeom>
            <a:rect b="b" l="l" r="r" t="t"/>
            <a:pathLst>
              <a:path extrusionOk="0" h="43" w="196">
                <a:moveTo>
                  <a:pt x="195" y="0"/>
                </a:moveTo>
                <a:lnTo>
                  <a:pt x="1" y="43"/>
                </a:lnTo>
                <a:lnTo>
                  <a:pt x="26" y="43"/>
                </a:lnTo>
                <a:lnTo>
                  <a:pt x="19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7"/>
          <p:cNvSpPr/>
          <p:nvPr/>
        </p:nvSpPr>
        <p:spPr>
          <a:xfrm>
            <a:off x="7052361" y="3990676"/>
            <a:ext cx="8738" cy="3221"/>
          </a:xfrm>
          <a:custGeom>
            <a:rect b="b" l="l" r="r" t="t"/>
            <a:pathLst>
              <a:path extrusionOk="0" h="94" w="255">
                <a:moveTo>
                  <a:pt x="229" y="0"/>
                </a:moveTo>
                <a:lnTo>
                  <a:pt x="1" y="42"/>
                </a:lnTo>
                <a:cubicBezTo>
                  <a:pt x="18" y="53"/>
                  <a:pt x="31" y="58"/>
                  <a:pt x="42" y="58"/>
                </a:cubicBezTo>
                <a:cubicBezTo>
                  <a:pt x="74" y="58"/>
                  <a:pt x="95" y="23"/>
                  <a:pt x="195" y="17"/>
                </a:cubicBezTo>
                <a:lnTo>
                  <a:pt x="195" y="17"/>
                </a:lnTo>
                <a:lnTo>
                  <a:pt x="60" y="93"/>
                </a:lnTo>
                <a:cubicBezTo>
                  <a:pt x="178" y="85"/>
                  <a:pt x="254" y="9"/>
                  <a:pt x="22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7"/>
          <p:cNvSpPr/>
          <p:nvPr/>
        </p:nvSpPr>
        <p:spPr>
          <a:xfrm>
            <a:off x="7027451" y="3577887"/>
            <a:ext cx="26694" cy="10382"/>
          </a:xfrm>
          <a:custGeom>
            <a:rect b="b" l="l" r="r" t="t"/>
            <a:pathLst>
              <a:path extrusionOk="0" h="303" w="779">
                <a:moveTo>
                  <a:pt x="778" y="1"/>
                </a:moveTo>
                <a:lnTo>
                  <a:pt x="440" y="102"/>
                </a:lnTo>
                <a:cubicBezTo>
                  <a:pt x="482" y="69"/>
                  <a:pt x="322" y="102"/>
                  <a:pt x="389" y="60"/>
                </a:cubicBezTo>
                <a:lnTo>
                  <a:pt x="389" y="60"/>
                </a:lnTo>
                <a:cubicBezTo>
                  <a:pt x="364" y="69"/>
                  <a:pt x="246" y="94"/>
                  <a:pt x="279" y="102"/>
                </a:cubicBezTo>
                <a:lnTo>
                  <a:pt x="347" y="86"/>
                </a:lnTo>
                <a:lnTo>
                  <a:pt x="347" y="86"/>
                </a:lnTo>
                <a:cubicBezTo>
                  <a:pt x="178" y="187"/>
                  <a:pt x="288" y="204"/>
                  <a:pt x="0" y="297"/>
                </a:cubicBezTo>
                <a:cubicBezTo>
                  <a:pt x="24" y="300"/>
                  <a:pt x="48" y="302"/>
                  <a:pt x="73" y="302"/>
                </a:cubicBezTo>
                <a:cubicBezTo>
                  <a:pt x="171" y="302"/>
                  <a:pt x="274" y="275"/>
                  <a:pt x="356" y="221"/>
                </a:cubicBezTo>
                <a:cubicBezTo>
                  <a:pt x="389" y="204"/>
                  <a:pt x="415" y="204"/>
                  <a:pt x="449" y="196"/>
                </a:cubicBezTo>
                <a:lnTo>
                  <a:pt x="719" y="60"/>
                </a:lnTo>
                <a:lnTo>
                  <a:pt x="77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7"/>
          <p:cNvSpPr/>
          <p:nvPr/>
        </p:nvSpPr>
        <p:spPr>
          <a:xfrm>
            <a:off x="7220189" y="3568635"/>
            <a:ext cx="2947" cy="308"/>
          </a:xfrm>
          <a:custGeom>
            <a:rect b="b" l="l" r="r" t="t"/>
            <a:pathLst>
              <a:path extrusionOk="0" h="9" w="86">
                <a:moveTo>
                  <a:pt x="85" y="0"/>
                </a:moveTo>
                <a:cubicBezTo>
                  <a:pt x="66" y="0"/>
                  <a:pt x="49" y="3"/>
                  <a:pt x="34" y="5"/>
                </a:cubicBezTo>
                <a:lnTo>
                  <a:pt x="34" y="5"/>
                </a:lnTo>
                <a:lnTo>
                  <a:pt x="85" y="0"/>
                </a:lnTo>
                <a:close/>
                <a:moveTo>
                  <a:pt x="34" y="5"/>
                </a:moveTo>
                <a:lnTo>
                  <a:pt x="1" y="9"/>
                </a:lnTo>
                <a:cubicBezTo>
                  <a:pt x="12" y="9"/>
                  <a:pt x="22" y="7"/>
                  <a:pt x="34"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7"/>
          <p:cNvSpPr/>
          <p:nvPr/>
        </p:nvSpPr>
        <p:spPr>
          <a:xfrm>
            <a:off x="7185993" y="3564284"/>
            <a:ext cx="2056" cy="308"/>
          </a:xfrm>
          <a:custGeom>
            <a:rect b="b" l="l" r="r" t="t"/>
            <a:pathLst>
              <a:path extrusionOk="0" h="9" w="60">
                <a:moveTo>
                  <a:pt x="60" y="0"/>
                </a:moveTo>
                <a:cubicBezTo>
                  <a:pt x="51" y="0"/>
                  <a:pt x="41" y="3"/>
                  <a:pt x="30" y="5"/>
                </a:cubicBezTo>
                <a:lnTo>
                  <a:pt x="30" y="5"/>
                </a:lnTo>
                <a:lnTo>
                  <a:pt x="60" y="0"/>
                </a:lnTo>
                <a:close/>
                <a:moveTo>
                  <a:pt x="30" y="5"/>
                </a:moveTo>
                <a:lnTo>
                  <a:pt x="0" y="9"/>
                </a:lnTo>
                <a:cubicBezTo>
                  <a:pt x="9" y="9"/>
                  <a:pt x="20" y="7"/>
                  <a:pt x="30" y="5"/>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7"/>
          <p:cNvSpPr/>
          <p:nvPr/>
        </p:nvSpPr>
        <p:spPr>
          <a:xfrm>
            <a:off x="7191510" y="3572096"/>
            <a:ext cx="2056" cy="617"/>
          </a:xfrm>
          <a:custGeom>
            <a:rect b="b" l="l" r="r" t="t"/>
            <a:pathLst>
              <a:path extrusionOk="0" h="18" w="60">
                <a:moveTo>
                  <a:pt x="59" y="1"/>
                </a:moveTo>
                <a:cubicBezTo>
                  <a:pt x="34" y="1"/>
                  <a:pt x="17" y="9"/>
                  <a:pt x="0" y="18"/>
                </a:cubicBezTo>
                <a:lnTo>
                  <a:pt x="59"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7"/>
          <p:cNvSpPr/>
          <p:nvPr/>
        </p:nvSpPr>
        <p:spPr>
          <a:xfrm>
            <a:off x="7080493" y="3580217"/>
            <a:ext cx="4386" cy="925"/>
          </a:xfrm>
          <a:custGeom>
            <a:rect b="b" l="l" r="r" t="t"/>
            <a:pathLst>
              <a:path extrusionOk="0" h="27" w="128">
                <a:moveTo>
                  <a:pt x="127" y="1"/>
                </a:moveTo>
                <a:lnTo>
                  <a:pt x="0" y="26"/>
                </a:lnTo>
                <a:cubicBezTo>
                  <a:pt x="43" y="26"/>
                  <a:pt x="85" y="18"/>
                  <a:pt x="12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7"/>
          <p:cNvSpPr/>
          <p:nvPr/>
        </p:nvSpPr>
        <p:spPr>
          <a:xfrm>
            <a:off x="7181367" y="3571513"/>
            <a:ext cx="1165" cy="343"/>
          </a:xfrm>
          <a:custGeom>
            <a:rect b="b" l="l" r="r" t="t"/>
            <a:pathLst>
              <a:path extrusionOk="0" h="10" w="34">
                <a:moveTo>
                  <a:pt x="26" y="1"/>
                </a:moveTo>
                <a:lnTo>
                  <a:pt x="0" y="9"/>
                </a:lnTo>
                <a:cubicBezTo>
                  <a:pt x="26" y="9"/>
                  <a:pt x="34" y="1"/>
                  <a:pt x="2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7"/>
          <p:cNvSpPr/>
          <p:nvPr/>
        </p:nvSpPr>
        <p:spPr>
          <a:xfrm>
            <a:off x="7089470" y="3619656"/>
            <a:ext cx="1199" cy="891"/>
          </a:xfrm>
          <a:custGeom>
            <a:rect b="b" l="l" r="r" t="t"/>
            <a:pathLst>
              <a:path extrusionOk="0" h="26" w="35">
                <a:moveTo>
                  <a:pt x="34" y="0"/>
                </a:moveTo>
                <a:lnTo>
                  <a:pt x="1" y="26"/>
                </a:lnTo>
                <a:cubicBezTo>
                  <a:pt x="26" y="17"/>
                  <a:pt x="34" y="9"/>
                  <a:pt x="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7"/>
          <p:cNvSpPr/>
          <p:nvPr/>
        </p:nvSpPr>
        <p:spPr>
          <a:xfrm>
            <a:off x="7123083" y="3615578"/>
            <a:ext cx="34" cy="34"/>
          </a:xfrm>
          <a:custGeom>
            <a:rect b="b" l="l" r="r" t="t"/>
            <a:pathLst>
              <a:path extrusionOk="0" h="1" w="1">
                <a:moveTo>
                  <a:pt x="1" y="1"/>
                </a:moveTo>
                <a:lnTo>
                  <a:pt x="1" y="1"/>
                </a:lnTo>
                <a:cubicBezTo>
                  <a:pt x="1" y="1"/>
                  <a:pt x="1" y="1"/>
                  <a:pt x="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7"/>
          <p:cNvSpPr/>
          <p:nvPr/>
        </p:nvSpPr>
        <p:spPr>
          <a:xfrm>
            <a:off x="7125413" y="3572096"/>
            <a:ext cx="891" cy="343"/>
          </a:xfrm>
          <a:custGeom>
            <a:rect b="b" l="l" r="r" t="t"/>
            <a:pathLst>
              <a:path extrusionOk="0" h="10" w="26">
                <a:moveTo>
                  <a:pt x="17" y="1"/>
                </a:moveTo>
                <a:cubicBezTo>
                  <a:pt x="0" y="9"/>
                  <a:pt x="9" y="9"/>
                  <a:pt x="26" y="9"/>
                </a:cubicBezTo>
                <a:cubicBezTo>
                  <a:pt x="26" y="1"/>
                  <a:pt x="26" y="1"/>
                  <a:pt x="1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7"/>
          <p:cNvSpPr/>
          <p:nvPr/>
        </p:nvSpPr>
        <p:spPr>
          <a:xfrm>
            <a:off x="7123083" y="3615304"/>
            <a:ext cx="34" cy="617"/>
          </a:xfrm>
          <a:custGeom>
            <a:rect b="b" l="l" r="r" t="t"/>
            <a:pathLst>
              <a:path extrusionOk="0" h="18" w="1">
                <a:moveTo>
                  <a:pt x="1" y="0"/>
                </a:moveTo>
                <a:lnTo>
                  <a:pt x="1" y="9"/>
                </a:lnTo>
                <a:cubicBezTo>
                  <a:pt x="1" y="17"/>
                  <a:pt x="1" y="9"/>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7"/>
          <p:cNvSpPr/>
          <p:nvPr/>
        </p:nvSpPr>
        <p:spPr>
          <a:xfrm>
            <a:off x="7248320" y="3588920"/>
            <a:ext cx="617" cy="34"/>
          </a:xfrm>
          <a:custGeom>
            <a:rect b="b" l="l" r="r" t="t"/>
            <a:pathLst>
              <a:path extrusionOk="0" h="1" w="18">
                <a:moveTo>
                  <a:pt x="17" y="0"/>
                </a:moveTo>
                <a:lnTo>
                  <a:pt x="0"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7"/>
          <p:cNvSpPr/>
          <p:nvPr/>
        </p:nvSpPr>
        <p:spPr>
          <a:xfrm>
            <a:off x="7121644" y="3615887"/>
            <a:ext cx="1474" cy="891"/>
          </a:xfrm>
          <a:custGeom>
            <a:rect b="b" l="l" r="r" t="t"/>
            <a:pathLst>
              <a:path extrusionOk="0" h="26" w="43">
                <a:moveTo>
                  <a:pt x="43" y="0"/>
                </a:moveTo>
                <a:cubicBezTo>
                  <a:pt x="26" y="9"/>
                  <a:pt x="9" y="17"/>
                  <a:pt x="1" y="26"/>
                </a:cubicBezTo>
                <a:cubicBezTo>
                  <a:pt x="9" y="17"/>
                  <a:pt x="26" y="9"/>
                  <a:pt x="4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7"/>
          <p:cNvSpPr/>
          <p:nvPr/>
        </p:nvSpPr>
        <p:spPr>
          <a:xfrm>
            <a:off x="6388007" y="3504560"/>
            <a:ext cx="1363641" cy="194248"/>
          </a:xfrm>
          <a:custGeom>
            <a:rect b="b" l="l" r="r" t="t"/>
            <a:pathLst>
              <a:path extrusionOk="0" h="5669" w="39794">
                <a:moveTo>
                  <a:pt x="39371" y="85"/>
                </a:moveTo>
                <a:cubicBezTo>
                  <a:pt x="39365" y="85"/>
                  <a:pt x="39359" y="85"/>
                  <a:pt x="39353" y="88"/>
                </a:cubicBezTo>
                <a:lnTo>
                  <a:pt x="39353" y="88"/>
                </a:lnTo>
                <a:cubicBezTo>
                  <a:pt x="39359" y="87"/>
                  <a:pt x="39365" y="86"/>
                  <a:pt x="39371" y="85"/>
                </a:cubicBezTo>
                <a:close/>
                <a:moveTo>
                  <a:pt x="38440" y="111"/>
                </a:moveTo>
                <a:cubicBezTo>
                  <a:pt x="38431" y="111"/>
                  <a:pt x="38421" y="114"/>
                  <a:pt x="38414" y="118"/>
                </a:cubicBezTo>
                <a:lnTo>
                  <a:pt x="38414" y="118"/>
                </a:lnTo>
                <a:lnTo>
                  <a:pt x="38440" y="111"/>
                </a:lnTo>
                <a:close/>
                <a:moveTo>
                  <a:pt x="34363" y="1073"/>
                </a:moveTo>
                <a:cubicBezTo>
                  <a:pt x="34357" y="1073"/>
                  <a:pt x="34351" y="1074"/>
                  <a:pt x="34346" y="1075"/>
                </a:cubicBezTo>
                <a:cubicBezTo>
                  <a:pt x="34352" y="1074"/>
                  <a:pt x="34357" y="1074"/>
                  <a:pt x="34363" y="1073"/>
                </a:cubicBezTo>
                <a:close/>
                <a:moveTo>
                  <a:pt x="30387" y="830"/>
                </a:moveTo>
                <a:lnTo>
                  <a:pt x="30387" y="830"/>
                </a:lnTo>
                <a:cubicBezTo>
                  <a:pt x="30108" y="897"/>
                  <a:pt x="29592" y="881"/>
                  <a:pt x="29194" y="923"/>
                </a:cubicBezTo>
                <a:lnTo>
                  <a:pt x="29253" y="991"/>
                </a:lnTo>
                <a:cubicBezTo>
                  <a:pt x="29177" y="1014"/>
                  <a:pt x="29136" y="1022"/>
                  <a:pt x="29116" y="1022"/>
                </a:cubicBezTo>
                <a:cubicBezTo>
                  <a:pt x="29056" y="1022"/>
                  <a:pt x="29183" y="944"/>
                  <a:pt x="29073" y="944"/>
                </a:cubicBezTo>
                <a:cubicBezTo>
                  <a:pt x="29058" y="944"/>
                  <a:pt x="29040" y="945"/>
                  <a:pt x="29017" y="948"/>
                </a:cubicBezTo>
                <a:lnTo>
                  <a:pt x="28907" y="1016"/>
                </a:lnTo>
                <a:lnTo>
                  <a:pt x="28890" y="1016"/>
                </a:lnTo>
                <a:lnTo>
                  <a:pt x="28704" y="1109"/>
                </a:lnTo>
                <a:cubicBezTo>
                  <a:pt x="28820" y="1094"/>
                  <a:pt x="28786" y="1055"/>
                  <a:pt x="28871" y="1055"/>
                </a:cubicBezTo>
                <a:cubicBezTo>
                  <a:pt x="28885" y="1055"/>
                  <a:pt x="28902" y="1056"/>
                  <a:pt x="28923" y="1058"/>
                </a:cubicBezTo>
                <a:cubicBezTo>
                  <a:pt x="29052" y="1066"/>
                  <a:pt x="28958" y="1100"/>
                  <a:pt x="28912" y="1143"/>
                </a:cubicBezTo>
                <a:lnTo>
                  <a:pt x="28912" y="1143"/>
                </a:lnTo>
                <a:cubicBezTo>
                  <a:pt x="28950" y="1129"/>
                  <a:pt x="29000" y="1123"/>
                  <a:pt x="29000" y="1084"/>
                </a:cubicBezTo>
                <a:cubicBezTo>
                  <a:pt x="29023" y="1084"/>
                  <a:pt x="29044" y="1085"/>
                  <a:pt x="29064" y="1085"/>
                </a:cubicBezTo>
                <a:cubicBezTo>
                  <a:pt x="29401" y="1085"/>
                  <a:pt x="29305" y="956"/>
                  <a:pt x="29761" y="940"/>
                </a:cubicBezTo>
                <a:cubicBezTo>
                  <a:pt x="29768" y="965"/>
                  <a:pt x="29789" y="974"/>
                  <a:pt x="29819" y="974"/>
                </a:cubicBezTo>
                <a:cubicBezTo>
                  <a:pt x="29906" y="974"/>
                  <a:pt x="30068" y="897"/>
                  <a:pt x="30177" y="897"/>
                </a:cubicBezTo>
                <a:cubicBezTo>
                  <a:pt x="30211" y="897"/>
                  <a:pt x="30240" y="904"/>
                  <a:pt x="30260" y="923"/>
                </a:cubicBezTo>
                <a:cubicBezTo>
                  <a:pt x="30065" y="931"/>
                  <a:pt x="29829" y="1041"/>
                  <a:pt x="29862" y="1050"/>
                </a:cubicBezTo>
                <a:cubicBezTo>
                  <a:pt x="30040" y="1016"/>
                  <a:pt x="30218" y="991"/>
                  <a:pt x="30404" y="982"/>
                </a:cubicBezTo>
                <a:cubicBezTo>
                  <a:pt x="30285" y="957"/>
                  <a:pt x="30311" y="881"/>
                  <a:pt x="30387" y="830"/>
                </a:cubicBezTo>
                <a:close/>
                <a:moveTo>
                  <a:pt x="34075" y="1532"/>
                </a:moveTo>
                <a:lnTo>
                  <a:pt x="34075" y="1532"/>
                </a:lnTo>
                <a:cubicBezTo>
                  <a:pt x="34074" y="1532"/>
                  <a:pt x="34073" y="1533"/>
                  <a:pt x="34073" y="1533"/>
                </a:cubicBezTo>
                <a:lnTo>
                  <a:pt x="34073" y="1533"/>
                </a:lnTo>
                <a:cubicBezTo>
                  <a:pt x="34073" y="1533"/>
                  <a:pt x="34074" y="1532"/>
                  <a:pt x="34075" y="1532"/>
                </a:cubicBezTo>
                <a:close/>
                <a:moveTo>
                  <a:pt x="34135" y="950"/>
                </a:moveTo>
                <a:cubicBezTo>
                  <a:pt x="34158" y="950"/>
                  <a:pt x="34180" y="952"/>
                  <a:pt x="34202" y="957"/>
                </a:cubicBezTo>
                <a:lnTo>
                  <a:pt x="34177" y="991"/>
                </a:lnTo>
                <a:cubicBezTo>
                  <a:pt x="34187" y="998"/>
                  <a:pt x="34210" y="1001"/>
                  <a:pt x="34244" y="1001"/>
                </a:cubicBezTo>
                <a:cubicBezTo>
                  <a:pt x="34326" y="1001"/>
                  <a:pt x="34467" y="983"/>
                  <a:pt x="34617" y="965"/>
                </a:cubicBezTo>
                <a:lnTo>
                  <a:pt x="34617" y="965"/>
                </a:lnTo>
                <a:lnTo>
                  <a:pt x="34532" y="1007"/>
                </a:lnTo>
                <a:cubicBezTo>
                  <a:pt x="34478" y="1038"/>
                  <a:pt x="34423" y="1062"/>
                  <a:pt x="34363" y="1073"/>
                </a:cubicBezTo>
                <a:lnTo>
                  <a:pt x="34363" y="1073"/>
                </a:lnTo>
                <a:cubicBezTo>
                  <a:pt x="34409" y="1067"/>
                  <a:pt x="34461" y="1067"/>
                  <a:pt x="34507" y="1067"/>
                </a:cubicBezTo>
                <a:lnTo>
                  <a:pt x="34151" y="1236"/>
                </a:lnTo>
                <a:cubicBezTo>
                  <a:pt x="34337" y="1227"/>
                  <a:pt x="34354" y="1117"/>
                  <a:pt x="34591" y="1100"/>
                </a:cubicBezTo>
                <a:lnTo>
                  <a:pt x="34591" y="1100"/>
                </a:lnTo>
                <a:cubicBezTo>
                  <a:pt x="34583" y="1168"/>
                  <a:pt x="34600" y="1202"/>
                  <a:pt x="34363" y="1287"/>
                </a:cubicBezTo>
                <a:cubicBezTo>
                  <a:pt x="34337" y="1289"/>
                  <a:pt x="34317" y="1290"/>
                  <a:pt x="34303" y="1290"/>
                </a:cubicBezTo>
                <a:cubicBezTo>
                  <a:pt x="34200" y="1290"/>
                  <a:pt x="34357" y="1242"/>
                  <a:pt x="34253" y="1227"/>
                </a:cubicBezTo>
                <a:lnTo>
                  <a:pt x="34253" y="1227"/>
                </a:lnTo>
                <a:cubicBezTo>
                  <a:pt x="34205" y="1259"/>
                  <a:pt x="34166" y="1268"/>
                  <a:pt x="34130" y="1268"/>
                </a:cubicBezTo>
                <a:cubicBezTo>
                  <a:pt x="34091" y="1268"/>
                  <a:pt x="34055" y="1257"/>
                  <a:pt x="34015" y="1257"/>
                </a:cubicBezTo>
                <a:cubicBezTo>
                  <a:pt x="33977" y="1257"/>
                  <a:pt x="33934" y="1267"/>
                  <a:pt x="33881" y="1303"/>
                </a:cubicBezTo>
                <a:cubicBezTo>
                  <a:pt x="33837" y="1311"/>
                  <a:pt x="33805" y="1314"/>
                  <a:pt x="33782" y="1314"/>
                </a:cubicBezTo>
                <a:cubicBezTo>
                  <a:pt x="33697" y="1314"/>
                  <a:pt x="33722" y="1274"/>
                  <a:pt x="33669" y="1261"/>
                </a:cubicBezTo>
                <a:cubicBezTo>
                  <a:pt x="33872" y="1227"/>
                  <a:pt x="33559" y="1202"/>
                  <a:pt x="33821" y="1160"/>
                </a:cubicBezTo>
                <a:cubicBezTo>
                  <a:pt x="33805" y="1158"/>
                  <a:pt x="33789" y="1158"/>
                  <a:pt x="33776" y="1158"/>
                </a:cubicBezTo>
                <a:cubicBezTo>
                  <a:pt x="33610" y="1158"/>
                  <a:pt x="33656" y="1244"/>
                  <a:pt x="33492" y="1244"/>
                </a:cubicBezTo>
                <a:lnTo>
                  <a:pt x="33458" y="1177"/>
                </a:lnTo>
                <a:cubicBezTo>
                  <a:pt x="33432" y="1176"/>
                  <a:pt x="33406" y="1175"/>
                  <a:pt x="33380" y="1175"/>
                </a:cubicBezTo>
                <a:cubicBezTo>
                  <a:pt x="33154" y="1175"/>
                  <a:pt x="32934" y="1208"/>
                  <a:pt x="32722" y="1261"/>
                </a:cubicBezTo>
                <a:cubicBezTo>
                  <a:pt x="32916" y="1278"/>
                  <a:pt x="32620" y="1320"/>
                  <a:pt x="32654" y="1354"/>
                </a:cubicBezTo>
                <a:cubicBezTo>
                  <a:pt x="32668" y="1322"/>
                  <a:pt x="32754" y="1310"/>
                  <a:pt x="32828" y="1310"/>
                </a:cubicBezTo>
                <a:cubicBezTo>
                  <a:pt x="32889" y="1310"/>
                  <a:pt x="32942" y="1317"/>
                  <a:pt x="32942" y="1329"/>
                </a:cubicBezTo>
                <a:cubicBezTo>
                  <a:pt x="32747" y="1371"/>
                  <a:pt x="32544" y="1405"/>
                  <a:pt x="32350" y="1413"/>
                </a:cubicBezTo>
                <a:lnTo>
                  <a:pt x="32629" y="1413"/>
                </a:lnTo>
                <a:cubicBezTo>
                  <a:pt x="32536" y="1464"/>
                  <a:pt x="32197" y="1574"/>
                  <a:pt x="32189" y="1583"/>
                </a:cubicBezTo>
                <a:cubicBezTo>
                  <a:pt x="32170" y="1581"/>
                  <a:pt x="32151" y="1581"/>
                  <a:pt x="32131" y="1581"/>
                </a:cubicBezTo>
                <a:cubicBezTo>
                  <a:pt x="32068" y="1581"/>
                  <a:pt x="32001" y="1586"/>
                  <a:pt x="31945" y="1586"/>
                </a:cubicBezTo>
                <a:cubicBezTo>
                  <a:pt x="31905" y="1586"/>
                  <a:pt x="31871" y="1583"/>
                  <a:pt x="31850" y="1574"/>
                </a:cubicBezTo>
                <a:lnTo>
                  <a:pt x="32045" y="1498"/>
                </a:lnTo>
                <a:lnTo>
                  <a:pt x="32121" y="1523"/>
                </a:lnTo>
                <a:lnTo>
                  <a:pt x="32231" y="1456"/>
                </a:lnTo>
                <a:cubicBezTo>
                  <a:pt x="32096" y="1456"/>
                  <a:pt x="31817" y="1456"/>
                  <a:pt x="31749" y="1413"/>
                </a:cubicBezTo>
                <a:cubicBezTo>
                  <a:pt x="32206" y="1354"/>
                  <a:pt x="32654" y="1244"/>
                  <a:pt x="33085" y="1084"/>
                </a:cubicBezTo>
                <a:lnTo>
                  <a:pt x="33085" y="1084"/>
                </a:lnTo>
                <a:cubicBezTo>
                  <a:pt x="33077" y="1092"/>
                  <a:pt x="33060" y="1100"/>
                  <a:pt x="33052" y="1109"/>
                </a:cubicBezTo>
                <a:cubicBezTo>
                  <a:pt x="33339" y="1067"/>
                  <a:pt x="33373" y="1067"/>
                  <a:pt x="33593" y="1024"/>
                </a:cubicBezTo>
                <a:lnTo>
                  <a:pt x="33593" y="1024"/>
                </a:lnTo>
                <a:lnTo>
                  <a:pt x="33525" y="1067"/>
                </a:lnTo>
                <a:cubicBezTo>
                  <a:pt x="33535" y="1073"/>
                  <a:pt x="33550" y="1076"/>
                  <a:pt x="33568" y="1076"/>
                </a:cubicBezTo>
                <a:cubicBezTo>
                  <a:pt x="33647" y="1076"/>
                  <a:pt x="33798" y="1026"/>
                  <a:pt x="33948" y="999"/>
                </a:cubicBezTo>
                <a:cubicBezTo>
                  <a:pt x="34005" y="968"/>
                  <a:pt x="34071" y="950"/>
                  <a:pt x="34135" y="950"/>
                </a:cubicBezTo>
                <a:close/>
                <a:moveTo>
                  <a:pt x="24925" y="1612"/>
                </a:moveTo>
                <a:lnTo>
                  <a:pt x="24925" y="1612"/>
                </a:lnTo>
                <a:cubicBezTo>
                  <a:pt x="24929" y="1614"/>
                  <a:pt x="24933" y="1615"/>
                  <a:pt x="24939" y="1616"/>
                </a:cubicBezTo>
                <a:cubicBezTo>
                  <a:pt x="24934" y="1615"/>
                  <a:pt x="24929" y="1613"/>
                  <a:pt x="24925" y="1612"/>
                </a:cubicBezTo>
                <a:close/>
                <a:moveTo>
                  <a:pt x="26876" y="1236"/>
                </a:moveTo>
                <a:lnTo>
                  <a:pt x="26682" y="1270"/>
                </a:lnTo>
                <a:lnTo>
                  <a:pt x="26682" y="1244"/>
                </a:lnTo>
                <a:cubicBezTo>
                  <a:pt x="26555" y="1268"/>
                  <a:pt x="26407" y="1321"/>
                  <a:pt x="26277" y="1321"/>
                </a:cubicBezTo>
                <a:cubicBezTo>
                  <a:pt x="26268" y="1321"/>
                  <a:pt x="26259" y="1321"/>
                  <a:pt x="26250" y="1320"/>
                </a:cubicBezTo>
                <a:cubicBezTo>
                  <a:pt x="26098" y="1405"/>
                  <a:pt x="25929" y="1447"/>
                  <a:pt x="25760" y="1456"/>
                </a:cubicBezTo>
                <a:lnTo>
                  <a:pt x="25768" y="1447"/>
                </a:lnTo>
                <a:lnTo>
                  <a:pt x="25768" y="1447"/>
                </a:lnTo>
                <a:cubicBezTo>
                  <a:pt x="25689" y="1498"/>
                  <a:pt x="25574" y="1508"/>
                  <a:pt x="25457" y="1508"/>
                </a:cubicBezTo>
                <a:cubicBezTo>
                  <a:pt x="25374" y="1508"/>
                  <a:pt x="25291" y="1503"/>
                  <a:pt x="25218" y="1503"/>
                </a:cubicBezTo>
                <a:cubicBezTo>
                  <a:pt x="25153" y="1503"/>
                  <a:pt x="25097" y="1507"/>
                  <a:pt x="25058" y="1523"/>
                </a:cubicBezTo>
                <a:cubicBezTo>
                  <a:pt x="25031" y="1559"/>
                  <a:pt x="25063" y="1570"/>
                  <a:pt x="25121" y="1570"/>
                </a:cubicBezTo>
                <a:cubicBezTo>
                  <a:pt x="25208" y="1570"/>
                  <a:pt x="25355" y="1545"/>
                  <a:pt x="25442" y="1545"/>
                </a:cubicBezTo>
                <a:cubicBezTo>
                  <a:pt x="25461" y="1545"/>
                  <a:pt x="25477" y="1546"/>
                  <a:pt x="25489" y="1549"/>
                </a:cubicBezTo>
                <a:cubicBezTo>
                  <a:pt x="25371" y="1600"/>
                  <a:pt x="25235" y="1566"/>
                  <a:pt x="25345" y="1608"/>
                </a:cubicBezTo>
                <a:cubicBezTo>
                  <a:pt x="25276" y="1629"/>
                  <a:pt x="25230" y="1636"/>
                  <a:pt x="25196" y="1636"/>
                </a:cubicBezTo>
                <a:cubicBezTo>
                  <a:pt x="25129" y="1636"/>
                  <a:pt x="25109" y="1609"/>
                  <a:pt x="25058" y="1609"/>
                </a:cubicBezTo>
                <a:cubicBezTo>
                  <a:pt x="25029" y="1609"/>
                  <a:pt x="24991" y="1617"/>
                  <a:pt x="24931" y="1642"/>
                </a:cubicBezTo>
                <a:lnTo>
                  <a:pt x="25074" y="1650"/>
                </a:lnTo>
                <a:cubicBezTo>
                  <a:pt x="24973" y="1710"/>
                  <a:pt x="24787" y="1701"/>
                  <a:pt x="24685" y="1760"/>
                </a:cubicBezTo>
                <a:cubicBezTo>
                  <a:pt x="24683" y="1778"/>
                  <a:pt x="24695" y="1785"/>
                  <a:pt x="24717" y="1785"/>
                </a:cubicBezTo>
                <a:cubicBezTo>
                  <a:pt x="24778" y="1785"/>
                  <a:pt x="24919" y="1735"/>
                  <a:pt x="25074" y="1735"/>
                </a:cubicBezTo>
                <a:lnTo>
                  <a:pt x="24990" y="1794"/>
                </a:lnTo>
                <a:lnTo>
                  <a:pt x="24990" y="1794"/>
                </a:lnTo>
                <a:lnTo>
                  <a:pt x="25396" y="1693"/>
                </a:lnTo>
                <a:cubicBezTo>
                  <a:pt x="25506" y="1591"/>
                  <a:pt x="25387" y="1608"/>
                  <a:pt x="25641" y="1515"/>
                </a:cubicBezTo>
                <a:cubicBezTo>
                  <a:pt x="25733" y="1538"/>
                  <a:pt x="25805" y="1580"/>
                  <a:pt x="25826" y="1628"/>
                </a:cubicBezTo>
                <a:lnTo>
                  <a:pt x="25826" y="1628"/>
                </a:lnTo>
                <a:cubicBezTo>
                  <a:pt x="25917" y="1571"/>
                  <a:pt x="26156" y="1514"/>
                  <a:pt x="26411" y="1490"/>
                </a:cubicBezTo>
                <a:lnTo>
                  <a:pt x="26411" y="1490"/>
                </a:lnTo>
                <a:lnTo>
                  <a:pt x="26301" y="1532"/>
                </a:lnTo>
                <a:cubicBezTo>
                  <a:pt x="26436" y="1523"/>
                  <a:pt x="26563" y="1490"/>
                  <a:pt x="26682" y="1422"/>
                </a:cubicBezTo>
                <a:lnTo>
                  <a:pt x="26682" y="1422"/>
                </a:lnTo>
                <a:cubicBezTo>
                  <a:pt x="26673" y="1439"/>
                  <a:pt x="26690" y="1439"/>
                  <a:pt x="26724" y="1447"/>
                </a:cubicBezTo>
                <a:cubicBezTo>
                  <a:pt x="26910" y="1413"/>
                  <a:pt x="27012" y="1337"/>
                  <a:pt x="26902" y="1312"/>
                </a:cubicBezTo>
                <a:lnTo>
                  <a:pt x="26902" y="1312"/>
                </a:lnTo>
                <a:lnTo>
                  <a:pt x="26842" y="1337"/>
                </a:lnTo>
                <a:lnTo>
                  <a:pt x="26707" y="1303"/>
                </a:lnTo>
                <a:cubicBezTo>
                  <a:pt x="26665" y="1413"/>
                  <a:pt x="26276" y="1405"/>
                  <a:pt x="26064" y="1481"/>
                </a:cubicBezTo>
                <a:cubicBezTo>
                  <a:pt x="26179" y="1424"/>
                  <a:pt x="26281" y="1336"/>
                  <a:pt x="26428" y="1336"/>
                </a:cubicBezTo>
                <a:cubicBezTo>
                  <a:pt x="26454" y="1336"/>
                  <a:pt x="26483" y="1339"/>
                  <a:pt x="26513" y="1346"/>
                </a:cubicBezTo>
                <a:lnTo>
                  <a:pt x="26487" y="1295"/>
                </a:lnTo>
                <a:cubicBezTo>
                  <a:pt x="26648" y="1261"/>
                  <a:pt x="26792" y="1295"/>
                  <a:pt x="26876" y="1236"/>
                </a:cubicBezTo>
                <a:close/>
                <a:moveTo>
                  <a:pt x="27191" y="1797"/>
                </a:moveTo>
                <a:cubicBezTo>
                  <a:pt x="27173" y="1801"/>
                  <a:pt x="27156" y="1806"/>
                  <a:pt x="27139" y="1811"/>
                </a:cubicBezTo>
                <a:cubicBezTo>
                  <a:pt x="27159" y="1806"/>
                  <a:pt x="27176" y="1801"/>
                  <a:pt x="27191" y="1797"/>
                </a:cubicBezTo>
                <a:close/>
                <a:moveTo>
                  <a:pt x="31495" y="1320"/>
                </a:moveTo>
                <a:lnTo>
                  <a:pt x="31487" y="1337"/>
                </a:lnTo>
                <a:cubicBezTo>
                  <a:pt x="31326" y="1380"/>
                  <a:pt x="31301" y="1413"/>
                  <a:pt x="31377" y="1430"/>
                </a:cubicBezTo>
                <a:cubicBezTo>
                  <a:pt x="31326" y="1447"/>
                  <a:pt x="31241" y="1464"/>
                  <a:pt x="31191" y="1481"/>
                </a:cubicBezTo>
                <a:cubicBezTo>
                  <a:pt x="31133" y="1493"/>
                  <a:pt x="31003" y="1516"/>
                  <a:pt x="30916" y="1516"/>
                </a:cubicBezTo>
                <a:cubicBezTo>
                  <a:pt x="30877" y="1516"/>
                  <a:pt x="30846" y="1511"/>
                  <a:pt x="30835" y="1498"/>
                </a:cubicBezTo>
                <a:cubicBezTo>
                  <a:pt x="31021" y="1473"/>
                  <a:pt x="31004" y="1464"/>
                  <a:pt x="30911" y="1447"/>
                </a:cubicBezTo>
                <a:lnTo>
                  <a:pt x="30911" y="1447"/>
                </a:lnTo>
                <a:cubicBezTo>
                  <a:pt x="30742" y="1515"/>
                  <a:pt x="30404" y="1523"/>
                  <a:pt x="30438" y="1600"/>
                </a:cubicBezTo>
                <a:cubicBezTo>
                  <a:pt x="30363" y="1612"/>
                  <a:pt x="30326" y="1616"/>
                  <a:pt x="30305" y="1616"/>
                </a:cubicBezTo>
                <a:cubicBezTo>
                  <a:pt x="30257" y="1616"/>
                  <a:pt x="30307" y="1591"/>
                  <a:pt x="30175" y="1591"/>
                </a:cubicBezTo>
                <a:cubicBezTo>
                  <a:pt x="30150" y="1574"/>
                  <a:pt x="30209" y="1549"/>
                  <a:pt x="30269" y="1523"/>
                </a:cubicBezTo>
                <a:lnTo>
                  <a:pt x="30269" y="1523"/>
                </a:lnTo>
                <a:lnTo>
                  <a:pt x="29549" y="1642"/>
                </a:lnTo>
                <a:cubicBezTo>
                  <a:pt x="29524" y="1710"/>
                  <a:pt x="30023" y="1642"/>
                  <a:pt x="29786" y="1743"/>
                </a:cubicBezTo>
                <a:cubicBezTo>
                  <a:pt x="29727" y="1769"/>
                  <a:pt x="29744" y="1862"/>
                  <a:pt x="29490" y="1870"/>
                </a:cubicBezTo>
                <a:cubicBezTo>
                  <a:pt x="29490" y="1862"/>
                  <a:pt x="29507" y="1853"/>
                  <a:pt x="29533" y="1845"/>
                </a:cubicBezTo>
                <a:lnTo>
                  <a:pt x="29533" y="1845"/>
                </a:lnTo>
                <a:cubicBezTo>
                  <a:pt x="29490" y="1849"/>
                  <a:pt x="29448" y="1851"/>
                  <a:pt x="29406" y="1851"/>
                </a:cubicBezTo>
                <a:cubicBezTo>
                  <a:pt x="29363" y="1851"/>
                  <a:pt x="29321" y="1849"/>
                  <a:pt x="29279" y="1845"/>
                </a:cubicBezTo>
                <a:cubicBezTo>
                  <a:pt x="29228" y="1803"/>
                  <a:pt x="29423" y="1794"/>
                  <a:pt x="29499" y="1743"/>
                </a:cubicBezTo>
                <a:lnTo>
                  <a:pt x="29499" y="1743"/>
                </a:lnTo>
                <a:cubicBezTo>
                  <a:pt x="29414" y="1769"/>
                  <a:pt x="29338" y="1794"/>
                  <a:pt x="29245" y="1803"/>
                </a:cubicBezTo>
                <a:lnTo>
                  <a:pt x="29262" y="1777"/>
                </a:lnTo>
                <a:lnTo>
                  <a:pt x="29008" y="1828"/>
                </a:lnTo>
                <a:cubicBezTo>
                  <a:pt x="28980" y="1844"/>
                  <a:pt x="28982" y="1850"/>
                  <a:pt x="29001" y="1850"/>
                </a:cubicBezTo>
                <a:cubicBezTo>
                  <a:pt x="29037" y="1850"/>
                  <a:pt x="29137" y="1828"/>
                  <a:pt x="29193" y="1828"/>
                </a:cubicBezTo>
                <a:cubicBezTo>
                  <a:pt x="29210" y="1828"/>
                  <a:pt x="29223" y="1830"/>
                  <a:pt x="29228" y="1836"/>
                </a:cubicBezTo>
                <a:lnTo>
                  <a:pt x="29059" y="1896"/>
                </a:lnTo>
                <a:cubicBezTo>
                  <a:pt x="28919" y="1921"/>
                  <a:pt x="28596" y="1975"/>
                  <a:pt x="28366" y="1975"/>
                </a:cubicBezTo>
                <a:cubicBezTo>
                  <a:pt x="28291" y="1975"/>
                  <a:pt x="28225" y="1970"/>
                  <a:pt x="28179" y="1955"/>
                </a:cubicBezTo>
                <a:cubicBezTo>
                  <a:pt x="27959" y="1955"/>
                  <a:pt x="28061" y="2006"/>
                  <a:pt x="28010" y="2048"/>
                </a:cubicBezTo>
                <a:cubicBezTo>
                  <a:pt x="27883" y="2116"/>
                  <a:pt x="27748" y="2073"/>
                  <a:pt x="27621" y="2107"/>
                </a:cubicBezTo>
                <a:cubicBezTo>
                  <a:pt x="27638" y="2149"/>
                  <a:pt x="27477" y="2166"/>
                  <a:pt x="27477" y="2226"/>
                </a:cubicBezTo>
                <a:lnTo>
                  <a:pt x="27265" y="2242"/>
                </a:lnTo>
                <a:cubicBezTo>
                  <a:pt x="27231" y="2271"/>
                  <a:pt x="27243" y="2281"/>
                  <a:pt x="27278" y="2281"/>
                </a:cubicBezTo>
                <a:cubicBezTo>
                  <a:pt x="27343" y="2281"/>
                  <a:pt x="27489" y="2247"/>
                  <a:pt x="27558" y="2247"/>
                </a:cubicBezTo>
                <a:cubicBezTo>
                  <a:pt x="27570" y="2247"/>
                  <a:pt x="27580" y="2248"/>
                  <a:pt x="27587" y="2251"/>
                </a:cubicBezTo>
                <a:cubicBezTo>
                  <a:pt x="27705" y="2310"/>
                  <a:pt x="27435" y="2293"/>
                  <a:pt x="27511" y="2327"/>
                </a:cubicBezTo>
                <a:cubicBezTo>
                  <a:pt x="27595" y="2310"/>
                  <a:pt x="27680" y="2276"/>
                  <a:pt x="27756" y="2234"/>
                </a:cubicBezTo>
                <a:cubicBezTo>
                  <a:pt x="27782" y="2229"/>
                  <a:pt x="27805" y="2227"/>
                  <a:pt x="27826" y="2227"/>
                </a:cubicBezTo>
                <a:cubicBezTo>
                  <a:pt x="27878" y="2227"/>
                  <a:pt x="27908" y="2241"/>
                  <a:pt x="27908" y="2259"/>
                </a:cubicBezTo>
                <a:cubicBezTo>
                  <a:pt x="27638" y="2259"/>
                  <a:pt x="27773" y="2336"/>
                  <a:pt x="27553" y="2352"/>
                </a:cubicBezTo>
                <a:lnTo>
                  <a:pt x="27545" y="2336"/>
                </a:lnTo>
                <a:cubicBezTo>
                  <a:pt x="27545" y="2395"/>
                  <a:pt x="27232" y="2403"/>
                  <a:pt x="27122" y="2446"/>
                </a:cubicBezTo>
                <a:cubicBezTo>
                  <a:pt x="26885" y="2412"/>
                  <a:pt x="27299" y="2336"/>
                  <a:pt x="27291" y="2319"/>
                </a:cubicBezTo>
                <a:lnTo>
                  <a:pt x="27291" y="2319"/>
                </a:lnTo>
                <a:lnTo>
                  <a:pt x="27012" y="2378"/>
                </a:lnTo>
                <a:cubicBezTo>
                  <a:pt x="27130" y="2319"/>
                  <a:pt x="26995" y="2302"/>
                  <a:pt x="27164" y="2242"/>
                </a:cubicBezTo>
                <a:lnTo>
                  <a:pt x="27164" y="2242"/>
                </a:lnTo>
                <a:cubicBezTo>
                  <a:pt x="27090" y="2260"/>
                  <a:pt x="27042" y="2262"/>
                  <a:pt x="27000" y="2262"/>
                </a:cubicBezTo>
                <a:cubicBezTo>
                  <a:pt x="26992" y="2262"/>
                  <a:pt x="26984" y="2262"/>
                  <a:pt x="26976" y="2262"/>
                </a:cubicBezTo>
                <a:cubicBezTo>
                  <a:pt x="26927" y="2262"/>
                  <a:pt x="26881" y="2264"/>
                  <a:pt x="26800" y="2293"/>
                </a:cubicBezTo>
                <a:cubicBezTo>
                  <a:pt x="26889" y="2238"/>
                  <a:pt x="26828" y="2230"/>
                  <a:pt x="26741" y="2230"/>
                </a:cubicBezTo>
                <a:cubicBezTo>
                  <a:pt x="26702" y="2230"/>
                  <a:pt x="26659" y="2231"/>
                  <a:pt x="26621" y="2231"/>
                </a:cubicBezTo>
                <a:cubicBezTo>
                  <a:pt x="26574" y="2231"/>
                  <a:pt x="26536" y="2229"/>
                  <a:pt x="26529" y="2217"/>
                </a:cubicBezTo>
                <a:cubicBezTo>
                  <a:pt x="26606" y="2197"/>
                  <a:pt x="26711" y="2190"/>
                  <a:pt x="26807" y="2190"/>
                </a:cubicBezTo>
                <a:cubicBezTo>
                  <a:pt x="26956" y="2190"/>
                  <a:pt x="27085" y="2207"/>
                  <a:pt x="27054" y="2217"/>
                </a:cubicBezTo>
                <a:cubicBezTo>
                  <a:pt x="27136" y="2198"/>
                  <a:pt x="27219" y="2189"/>
                  <a:pt x="27301" y="2189"/>
                </a:cubicBezTo>
                <a:cubicBezTo>
                  <a:pt x="27329" y="2189"/>
                  <a:pt x="27356" y="2190"/>
                  <a:pt x="27384" y="2192"/>
                </a:cubicBezTo>
                <a:lnTo>
                  <a:pt x="27511" y="2099"/>
                </a:lnTo>
                <a:lnTo>
                  <a:pt x="27511" y="2099"/>
                </a:lnTo>
                <a:cubicBezTo>
                  <a:pt x="27415" y="2109"/>
                  <a:pt x="27296" y="2137"/>
                  <a:pt x="27233" y="2137"/>
                </a:cubicBezTo>
                <a:cubicBezTo>
                  <a:pt x="27196" y="2137"/>
                  <a:pt x="27179" y="2127"/>
                  <a:pt x="27198" y="2099"/>
                </a:cubicBezTo>
                <a:lnTo>
                  <a:pt x="27198" y="2099"/>
                </a:lnTo>
                <a:lnTo>
                  <a:pt x="26995" y="2166"/>
                </a:lnTo>
                <a:cubicBezTo>
                  <a:pt x="27113" y="2073"/>
                  <a:pt x="27240" y="2006"/>
                  <a:pt x="27375" y="1963"/>
                </a:cubicBezTo>
                <a:cubicBezTo>
                  <a:pt x="27352" y="1962"/>
                  <a:pt x="27329" y="1961"/>
                  <a:pt x="27306" y="1961"/>
                </a:cubicBezTo>
                <a:cubicBezTo>
                  <a:pt x="26958" y="1961"/>
                  <a:pt x="26697" y="2119"/>
                  <a:pt x="26403" y="2119"/>
                </a:cubicBezTo>
                <a:cubicBezTo>
                  <a:pt x="26378" y="2119"/>
                  <a:pt x="26352" y="2118"/>
                  <a:pt x="26326" y="2116"/>
                </a:cubicBezTo>
                <a:lnTo>
                  <a:pt x="26377" y="2099"/>
                </a:lnTo>
                <a:lnTo>
                  <a:pt x="26377" y="2099"/>
                </a:lnTo>
                <a:cubicBezTo>
                  <a:pt x="26157" y="2135"/>
                  <a:pt x="25993" y="2150"/>
                  <a:pt x="25865" y="2150"/>
                </a:cubicBezTo>
                <a:cubicBezTo>
                  <a:pt x="25610" y="2150"/>
                  <a:pt x="25503" y="2090"/>
                  <a:pt x="25396" y="2023"/>
                </a:cubicBezTo>
                <a:lnTo>
                  <a:pt x="25675" y="1972"/>
                </a:lnTo>
                <a:lnTo>
                  <a:pt x="25709" y="2023"/>
                </a:lnTo>
                <a:cubicBezTo>
                  <a:pt x="26166" y="1989"/>
                  <a:pt x="26470" y="1811"/>
                  <a:pt x="26944" y="1777"/>
                </a:cubicBezTo>
                <a:lnTo>
                  <a:pt x="26944" y="1777"/>
                </a:lnTo>
                <a:cubicBezTo>
                  <a:pt x="26885" y="1828"/>
                  <a:pt x="26707" y="1828"/>
                  <a:pt x="26732" y="1845"/>
                </a:cubicBezTo>
                <a:cubicBezTo>
                  <a:pt x="26987" y="1822"/>
                  <a:pt x="26970" y="1721"/>
                  <a:pt x="27161" y="1721"/>
                </a:cubicBezTo>
                <a:cubicBezTo>
                  <a:pt x="27186" y="1721"/>
                  <a:pt x="27215" y="1723"/>
                  <a:pt x="27248" y="1726"/>
                </a:cubicBezTo>
                <a:cubicBezTo>
                  <a:pt x="26874" y="1790"/>
                  <a:pt x="27423" y="1726"/>
                  <a:pt x="27191" y="1797"/>
                </a:cubicBezTo>
                <a:lnTo>
                  <a:pt x="27191" y="1797"/>
                </a:lnTo>
                <a:cubicBezTo>
                  <a:pt x="27668" y="1670"/>
                  <a:pt x="28190" y="1707"/>
                  <a:pt x="28500" y="1650"/>
                </a:cubicBezTo>
                <a:cubicBezTo>
                  <a:pt x="28416" y="1625"/>
                  <a:pt x="28627" y="1583"/>
                  <a:pt x="28636" y="1574"/>
                </a:cubicBezTo>
                <a:cubicBezTo>
                  <a:pt x="28646" y="1573"/>
                  <a:pt x="28655" y="1573"/>
                  <a:pt x="28662" y="1573"/>
                </a:cubicBezTo>
                <a:cubicBezTo>
                  <a:pt x="28723" y="1573"/>
                  <a:pt x="28695" y="1601"/>
                  <a:pt x="28627" y="1608"/>
                </a:cubicBezTo>
                <a:cubicBezTo>
                  <a:pt x="28805" y="1616"/>
                  <a:pt x="28839" y="1659"/>
                  <a:pt x="28813" y="1701"/>
                </a:cubicBezTo>
                <a:lnTo>
                  <a:pt x="28475" y="1752"/>
                </a:lnTo>
                <a:cubicBezTo>
                  <a:pt x="28585" y="1752"/>
                  <a:pt x="28653" y="1777"/>
                  <a:pt x="28746" y="1777"/>
                </a:cubicBezTo>
                <a:cubicBezTo>
                  <a:pt x="28797" y="1769"/>
                  <a:pt x="28839" y="1760"/>
                  <a:pt x="28890" y="1743"/>
                </a:cubicBezTo>
                <a:cubicBezTo>
                  <a:pt x="28940" y="1718"/>
                  <a:pt x="28923" y="1710"/>
                  <a:pt x="28923" y="1693"/>
                </a:cubicBezTo>
                <a:cubicBezTo>
                  <a:pt x="29033" y="1642"/>
                  <a:pt x="29169" y="1583"/>
                  <a:pt x="29338" y="1507"/>
                </a:cubicBezTo>
                <a:lnTo>
                  <a:pt x="29338" y="1507"/>
                </a:lnTo>
                <a:lnTo>
                  <a:pt x="29330" y="1523"/>
                </a:lnTo>
                <a:lnTo>
                  <a:pt x="29702" y="1464"/>
                </a:lnTo>
                <a:lnTo>
                  <a:pt x="29659" y="1490"/>
                </a:lnTo>
                <a:lnTo>
                  <a:pt x="29871" y="1422"/>
                </a:lnTo>
                <a:cubicBezTo>
                  <a:pt x="29871" y="1473"/>
                  <a:pt x="29939" y="1439"/>
                  <a:pt x="29930" y="1473"/>
                </a:cubicBezTo>
                <a:cubicBezTo>
                  <a:pt x="29958" y="1488"/>
                  <a:pt x="29993" y="1495"/>
                  <a:pt x="30032" y="1495"/>
                </a:cubicBezTo>
                <a:cubicBezTo>
                  <a:pt x="30200" y="1495"/>
                  <a:pt x="30454" y="1379"/>
                  <a:pt x="30696" y="1379"/>
                </a:cubicBezTo>
                <a:cubicBezTo>
                  <a:pt x="30703" y="1379"/>
                  <a:pt x="30710" y="1379"/>
                  <a:pt x="30717" y="1380"/>
                </a:cubicBezTo>
                <a:lnTo>
                  <a:pt x="30675" y="1413"/>
                </a:lnTo>
                <a:cubicBezTo>
                  <a:pt x="30827" y="1337"/>
                  <a:pt x="31233" y="1346"/>
                  <a:pt x="31495" y="1320"/>
                </a:cubicBezTo>
                <a:close/>
                <a:moveTo>
                  <a:pt x="24009" y="2505"/>
                </a:moveTo>
                <a:lnTo>
                  <a:pt x="24009" y="2505"/>
                </a:lnTo>
                <a:cubicBezTo>
                  <a:pt x="24003" y="2509"/>
                  <a:pt x="24003" y="2513"/>
                  <a:pt x="24006" y="2516"/>
                </a:cubicBezTo>
                <a:lnTo>
                  <a:pt x="24006" y="2516"/>
                </a:lnTo>
                <a:cubicBezTo>
                  <a:pt x="24008" y="2512"/>
                  <a:pt x="24009" y="2509"/>
                  <a:pt x="24009" y="2505"/>
                </a:cubicBezTo>
                <a:close/>
                <a:moveTo>
                  <a:pt x="22283" y="2640"/>
                </a:moveTo>
                <a:cubicBezTo>
                  <a:pt x="22257" y="2665"/>
                  <a:pt x="22300" y="2691"/>
                  <a:pt x="22114" y="2699"/>
                </a:cubicBezTo>
                <a:cubicBezTo>
                  <a:pt x="22131" y="2682"/>
                  <a:pt x="22114" y="2674"/>
                  <a:pt x="22088" y="2674"/>
                </a:cubicBezTo>
                <a:lnTo>
                  <a:pt x="22283" y="2640"/>
                </a:lnTo>
                <a:close/>
                <a:moveTo>
                  <a:pt x="24508" y="2209"/>
                </a:moveTo>
                <a:cubicBezTo>
                  <a:pt x="24538" y="2262"/>
                  <a:pt x="24562" y="2295"/>
                  <a:pt x="24505" y="2295"/>
                </a:cubicBezTo>
                <a:cubicBezTo>
                  <a:pt x="24498" y="2295"/>
                  <a:pt x="24491" y="2294"/>
                  <a:pt x="24482" y="2293"/>
                </a:cubicBezTo>
                <a:lnTo>
                  <a:pt x="24482" y="2293"/>
                </a:lnTo>
                <a:lnTo>
                  <a:pt x="24626" y="2310"/>
                </a:lnTo>
                <a:lnTo>
                  <a:pt x="24415" y="2361"/>
                </a:lnTo>
                <a:cubicBezTo>
                  <a:pt x="24436" y="2368"/>
                  <a:pt x="24460" y="2371"/>
                  <a:pt x="24485" y="2371"/>
                </a:cubicBezTo>
                <a:cubicBezTo>
                  <a:pt x="24577" y="2371"/>
                  <a:pt x="24684" y="2332"/>
                  <a:pt x="24770" y="2319"/>
                </a:cubicBezTo>
                <a:lnTo>
                  <a:pt x="24770" y="2319"/>
                </a:lnTo>
                <a:cubicBezTo>
                  <a:pt x="24897" y="2336"/>
                  <a:pt x="24491" y="2403"/>
                  <a:pt x="24364" y="2496"/>
                </a:cubicBezTo>
                <a:cubicBezTo>
                  <a:pt x="24300" y="2522"/>
                  <a:pt x="24201" y="2532"/>
                  <a:pt x="24123" y="2532"/>
                </a:cubicBezTo>
                <a:cubicBezTo>
                  <a:pt x="24063" y="2532"/>
                  <a:pt x="24016" y="2526"/>
                  <a:pt x="24006" y="2516"/>
                </a:cubicBezTo>
                <a:lnTo>
                  <a:pt x="24006" y="2516"/>
                </a:lnTo>
                <a:cubicBezTo>
                  <a:pt x="23973" y="2590"/>
                  <a:pt x="23604" y="2601"/>
                  <a:pt x="23467" y="2665"/>
                </a:cubicBezTo>
                <a:cubicBezTo>
                  <a:pt x="23403" y="2674"/>
                  <a:pt x="23354" y="2678"/>
                  <a:pt x="23314" y="2678"/>
                </a:cubicBezTo>
                <a:cubicBezTo>
                  <a:pt x="23183" y="2678"/>
                  <a:pt x="23159" y="2640"/>
                  <a:pt x="23063" y="2640"/>
                </a:cubicBezTo>
                <a:cubicBezTo>
                  <a:pt x="23023" y="2640"/>
                  <a:pt x="22970" y="2647"/>
                  <a:pt x="22892" y="2665"/>
                </a:cubicBezTo>
                <a:lnTo>
                  <a:pt x="23019" y="2691"/>
                </a:lnTo>
                <a:cubicBezTo>
                  <a:pt x="22782" y="2750"/>
                  <a:pt x="22537" y="2775"/>
                  <a:pt x="22291" y="2792"/>
                </a:cubicBezTo>
                <a:cubicBezTo>
                  <a:pt x="22270" y="2767"/>
                  <a:pt x="22306" y="2765"/>
                  <a:pt x="22356" y="2765"/>
                </a:cubicBezTo>
                <a:cubicBezTo>
                  <a:pt x="22366" y="2765"/>
                  <a:pt x="22376" y="2765"/>
                  <a:pt x="22387" y="2765"/>
                </a:cubicBezTo>
                <a:cubicBezTo>
                  <a:pt x="22430" y="2765"/>
                  <a:pt x="22476" y="2764"/>
                  <a:pt x="22503" y="2750"/>
                </a:cubicBezTo>
                <a:lnTo>
                  <a:pt x="22351" y="2708"/>
                </a:lnTo>
                <a:cubicBezTo>
                  <a:pt x="22398" y="2702"/>
                  <a:pt x="22475" y="2667"/>
                  <a:pt x="22516" y="2667"/>
                </a:cubicBezTo>
                <a:cubicBezTo>
                  <a:pt x="22534" y="2667"/>
                  <a:pt x="22545" y="2673"/>
                  <a:pt x="22545" y="2691"/>
                </a:cubicBezTo>
                <a:cubicBezTo>
                  <a:pt x="22545" y="2666"/>
                  <a:pt x="22599" y="2632"/>
                  <a:pt x="22553" y="2632"/>
                </a:cubicBezTo>
                <a:cubicBezTo>
                  <a:pt x="22536" y="2632"/>
                  <a:pt x="22505" y="2637"/>
                  <a:pt x="22452" y="2649"/>
                </a:cubicBezTo>
                <a:lnTo>
                  <a:pt x="22596" y="2589"/>
                </a:lnTo>
                <a:cubicBezTo>
                  <a:pt x="22587" y="2581"/>
                  <a:pt x="22570" y="2581"/>
                  <a:pt x="22562" y="2581"/>
                </a:cubicBezTo>
                <a:lnTo>
                  <a:pt x="22697" y="2555"/>
                </a:lnTo>
                <a:cubicBezTo>
                  <a:pt x="22782" y="2555"/>
                  <a:pt x="22867" y="2564"/>
                  <a:pt x="22951" y="2581"/>
                </a:cubicBezTo>
                <a:cubicBezTo>
                  <a:pt x="22960" y="2598"/>
                  <a:pt x="22867" y="2615"/>
                  <a:pt x="22816" y="2632"/>
                </a:cubicBezTo>
                <a:cubicBezTo>
                  <a:pt x="22926" y="2632"/>
                  <a:pt x="23036" y="2623"/>
                  <a:pt x="23146" y="2589"/>
                </a:cubicBezTo>
                <a:lnTo>
                  <a:pt x="23146" y="2589"/>
                </a:lnTo>
                <a:cubicBezTo>
                  <a:pt x="23113" y="2592"/>
                  <a:pt x="23088" y="2593"/>
                  <a:pt x="23069" y="2593"/>
                </a:cubicBezTo>
                <a:cubicBezTo>
                  <a:pt x="22964" y="2593"/>
                  <a:pt x="23036" y="2557"/>
                  <a:pt x="22993" y="2522"/>
                </a:cubicBezTo>
                <a:cubicBezTo>
                  <a:pt x="23120" y="2479"/>
                  <a:pt x="23340" y="2471"/>
                  <a:pt x="23416" y="2446"/>
                </a:cubicBezTo>
                <a:cubicBezTo>
                  <a:pt x="23435" y="2445"/>
                  <a:pt x="23454" y="2444"/>
                  <a:pt x="23472" y="2444"/>
                </a:cubicBezTo>
                <a:cubicBezTo>
                  <a:pt x="23631" y="2444"/>
                  <a:pt x="23743" y="2477"/>
                  <a:pt x="23636" y="2530"/>
                </a:cubicBezTo>
                <a:cubicBezTo>
                  <a:pt x="23755" y="2496"/>
                  <a:pt x="23882" y="2505"/>
                  <a:pt x="23992" y="2437"/>
                </a:cubicBezTo>
                <a:lnTo>
                  <a:pt x="23992" y="2437"/>
                </a:lnTo>
                <a:cubicBezTo>
                  <a:pt x="23950" y="2453"/>
                  <a:pt x="23924" y="2459"/>
                  <a:pt x="23906" y="2459"/>
                </a:cubicBezTo>
                <a:cubicBezTo>
                  <a:pt x="23853" y="2459"/>
                  <a:pt x="23884" y="2402"/>
                  <a:pt x="23823" y="2402"/>
                </a:cubicBezTo>
                <a:cubicBezTo>
                  <a:pt x="23799" y="2402"/>
                  <a:pt x="23760" y="2412"/>
                  <a:pt x="23696" y="2437"/>
                </a:cubicBezTo>
                <a:cubicBezTo>
                  <a:pt x="23618" y="2385"/>
                  <a:pt x="23797" y="2363"/>
                  <a:pt x="23954" y="2363"/>
                </a:cubicBezTo>
                <a:cubicBezTo>
                  <a:pt x="24002" y="2363"/>
                  <a:pt x="24049" y="2365"/>
                  <a:pt x="24085" y="2369"/>
                </a:cubicBezTo>
                <a:cubicBezTo>
                  <a:pt x="24009" y="2386"/>
                  <a:pt x="24076" y="2403"/>
                  <a:pt x="24059" y="2429"/>
                </a:cubicBezTo>
                <a:cubicBezTo>
                  <a:pt x="24288" y="2378"/>
                  <a:pt x="24169" y="2336"/>
                  <a:pt x="24009" y="2336"/>
                </a:cubicBezTo>
                <a:lnTo>
                  <a:pt x="24262" y="2259"/>
                </a:lnTo>
                <a:lnTo>
                  <a:pt x="24237" y="2259"/>
                </a:lnTo>
                <a:lnTo>
                  <a:pt x="24508" y="2209"/>
                </a:lnTo>
                <a:close/>
                <a:moveTo>
                  <a:pt x="22025" y="2455"/>
                </a:moveTo>
                <a:cubicBezTo>
                  <a:pt x="22039" y="2455"/>
                  <a:pt x="22051" y="2457"/>
                  <a:pt x="22063" y="2462"/>
                </a:cubicBezTo>
                <a:cubicBezTo>
                  <a:pt x="21851" y="2581"/>
                  <a:pt x="21640" y="2691"/>
                  <a:pt x="21428" y="2784"/>
                </a:cubicBezTo>
                <a:cubicBezTo>
                  <a:pt x="21251" y="2818"/>
                  <a:pt x="21073" y="2835"/>
                  <a:pt x="20895" y="2843"/>
                </a:cubicBezTo>
                <a:lnTo>
                  <a:pt x="20955" y="2826"/>
                </a:lnTo>
                <a:cubicBezTo>
                  <a:pt x="21885" y="2708"/>
                  <a:pt x="21479" y="2657"/>
                  <a:pt x="20912" y="2598"/>
                </a:cubicBezTo>
                <a:cubicBezTo>
                  <a:pt x="21217" y="2564"/>
                  <a:pt x="21547" y="2547"/>
                  <a:pt x="21860" y="2513"/>
                </a:cubicBezTo>
                <a:lnTo>
                  <a:pt x="21818" y="2488"/>
                </a:lnTo>
                <a:cubicBezTo>
                  <a:pt x="21906" y="2488"/>
                  <a:pt x="21972" y="2455"/>
                  <a:pt x="22025" y="2455"/>
                </a:cubicBezTo>
                <a:close/>
                <a:moveTo>
                  <a:pt x="23552" y="2902"/>
                </a:moveTo>
                <a:lnTo>
                  <a:pt x="23552" y="2902"/>
                </a:lnTo>
                <a:cubicBezTo>
                  <a:pt x="23520" y="2910"/>
                  <a:pt x="23489" y="2917"/>
                  <a:pt x="23457" y="2924"/>
                </a:cubicBezTo>
                <a:lnTo>
                  <a:pt x="23457" y="2924"/>
                </a:lnTo>
                <a:cubicBezTo>
                  <a:pt x="23489" y="2918"/>
                  <a:pt x="23520" y="2910"/>
                  <a:pt x="23552" y="2902"/>
                </a:cubicBezTo>
                <a:close/>
                <a:moveTo>
                  <a:pt x="15152" y="2987"/>
                </a:moveTo>
                <a:cubicBezTo>
                  <a:pt x="15146" y="2989"/>
                  <a:pt x="15142" y="2991"/>
                  <a:pt x="15139" y="2993"/>
                </a:cubicBezTo>
                <a:lnTo>
                  <a:pt x="15139" y="2993"/>
                </a:lnTo>
                <a:lnTo>
                  <a:pt x="15152" y="2987"/>
                </a:lnTo>
                <a:close/>
                <a:moveTo>
                  <a:pt x="18721" y="3039"/>
                </a:moveTo>
                <a:cubicBezTo>
                  <a:pt x="18683" y="3046"/>
                  <a:pt x="18651" y="3046"/>
                  <a:pt x="18620" y="3046"/>
                </a:cubicBezTo>
                <a:lnTo>
                  <a:pt x="18721" y="3039"/>
                </a:lnTo>
                <a:close/>
                <a:moveTo>
                  <a:pt x="19144" y="2995"/>
                </a:moveTo>
                <a:lnTo>
                  <a:pt x="19111" y="3055"/>
                </a:lnTo>
                <a:cubicBezTo>
                  <a:pt x="19068" y="3055"/>
                  <a:pt x="19043" y="3038"/>
                  <a:pt x="19018" y="3012"/>
                </a:cubicBezTo>
                <a:lnTo>
                  <a:pt x="19144" y="2995"/>
                </a:lnTo>
                <a:close/>
                <a:moveTo>
                  <a:pt x="20597" y="2863"/>
                </a:moveTo>
                <a:cubicBezTo>
                  <a:pt x="20627" y="2863"/>
                  <a:pt x="20644" y="2869"/>
                  <a:pt x="20633" y="2885"/>
                </a:cubicBezTo>
                <a:cubicBezTo>
                  <a:pt x="20625" y="2945"/>
                  <a:pt x="20379" y="2987"/>
                  <a:pt x="20312" y="3055"/>
                </a:cubicBezTo>
                <a:cubicBezTo>
                  <a:pt x="20275" y="3071"/>
                  <a:pt x="20144" y="3093"/>
                  <a:pt x="20069" y="3093"/>
                </a:cubicBezTo>
                <a:cubicBezTo>
                  <a:pt x="20024" y="3093"/>
                  <a:pt x="19999" y="3085"/>
                  <a:pt x="20024" y="3063"/>
                </a:cubicBezTo>
                <a:cubicBezTo>
                  <a:pt x="20193" y="3056"/>
                  <a:pt x="20198" y="2956"/>
                  <a:pt x="20306" y="2956"/>
                </a:cubicBezTo>
                <a:cubicBezTo>
                  <a:pt x="20328" y="2956"/>
                  <a:pt x="20355" y="2960"/>
                  <a:pt x="20388" y="2970"/>
                </a:cubicBezTo>
                <a:cubicBezTo>
                  <a:pt x="20413" y="2928"/>
                  <a:pt x="20363" y="2919"/>
                  <a:pt x="20286" y="2919"/>
                </a:cubicBezTo>
                <a:cubicBezTo>
                  <a:pt x="20312" y="2911"/>
                  <a:pt x="20320" y="2894"/>
                  <a:pt x="20320" y="2885"/>
                </a:cubicBezTo>
                <a:lnTo>
                  <a:pt x="20532" y="2868"/>
                </a:lnTo>
                <a:cubicBezTo>
                  <a:pt x="20557" y="2865"/>
                  <a:pt x="20579" y="2863"/>
                  <a:pt x="20597" y="2863"/>
                </a:cubicBezTo>
                <a:close/>
                <a:moveTo>
                  <a:pt x="16094" y="3590"/>
                </a:moveTo>
                <a:cubicBezTo>
                  <a:pt x="16062" y="3595"/>
                  <a:pt x="16030" y="3600"/>
                  <a:pt x="15997" y="3604"/>
                </a:cubicBezTo>
                <a:cubicBezTo>
                  <a:pt x="16028" y="3601"/>
                  <a:pt x="16064" y="3596"/>
                  <a:pt x="16094" y="3590"/>
                </a:cubicBezTo>
                <a:close/>
                <a:moveTo>
                  <a:pt x="14391" y="3735"/>
                </a:moveTo>
                <a:cubicBezTo>
                  <a:pt x="14385" y="3738"/>
                  <a:pt x="14382" y="3742"/>
                  <a:pt x="14382" y="3748"/>
                </a:cubicBezTo>
                <a:lnTo>
                  <a:pt x="14391" y="3735"/>
                </a:lnTo>
                <a:close/>
                <a:moveTo>
                  <a:pt x="10558" y="4219"/>
                </a:moveTo>
                <a:cubicBezTo>
                  <a:pt x="10555" y="4220"/>
                  <a:pt x="10552" y="4221"/>
                  <a:pt x="10550" y="4222"/>
                </a:cubicBezTo>
                <a:cubicBezTo>
                  <a:pt x="10553" y="4221"/>
                  <a:pt x="10556" y="4220"/>
                  <a:pt x="10558" y="4219"/>
                </a:cubicBezTo>
                <a:close/>
                <a:moveTo>
                  <a:pt x="5449" y="4527"/>
                </a:moveTo>
                <a:lnTo>
                  <a:pt x="5449" y="4527"/>
                </a:lnTo>
                <a:cubicBezTo>
                  <a:pt x="5443" y="4527"/>
                  <a:pt x="5437" y="4528"/>
                  <a:pt x="5431" y="4529"/>
                </a:cubicBezTo>
                <a:lnTo>
                  <a:pt x="5431" y="4529"/>
                </a:lnTo>
                <a:lnTo>
                  <a:pt x="5449" y="4527"/>
                </a:lnTo>
                <a:close/>
                <a:moveTo>
                  <a:pt x="3836" y="5080"/>
                </a:moveTo>
                <a:cubicBezTo>
                  <a:pt x="3827" y="5081"/>
                  <a:pt x="3817" y="5083"/>
                  <a:pt x="3808" y="5085"/>
                </a:cubicBezTo>
                <a:cubicBezTo>
                  <a:pt x="3818" y="5083"/>
                  <a:pt x="3828" y="5082"/>
                  <a:pt x="3836" y="5080"/>
                </a:cubicBezTo>
                <a:close/>
                <a:moveTo>
                  <a:pt x="1620" y="5344"/>
                </a:moveTo>
                <a:cubicBezTo>
                  <a:pt x="1616" y="5346"/>
                  <a:pt x="1613" y="5347"/>
                  <a:pt x="1608" y="5347"/>
                </a:cubicBezTo>
                <a:cubicBezTo>
                  <a:pt x="1613" y="5346"/>
                  <a:pt x="1617" y="5345"/>
                  <a:pt x="1620" y="5344"/>
                </a:cubicBezTo>
                <a:close/>
                <a:moveTo>
                  <a:pt x="38796" y="1"/>
                </a:moveTo>
                <a:lnTo>
                  <a:pt x="38796" y="1"/>
                </a:lnTo>
                <a:cubicBezTo>
                  <a:pt x="38609" y="35"/>
                  <a:pt x="38626" y="94"/>
                  <a:pt x="38440" y="136"/>
                </a:cubicBezTo>
                <a:cubicBezTo>
                  <a:pt x="38403" y="136"/>
                  <a:pt x="38403" y="126"/>
                  <a:pt x="38414" y="118"/>
                </a:cubicBezTo>
                <a:lnTo>
                  <a:pt x="38414" y="118"/>
                </a:lnTo>
                <a:lnTo>
                  <a:pt x="38296" y="153"/>
                </a:lnTo>
                <a:cubicBezTo>
                  <a:pt x="38288" y="136"/>
                  <a:pt x="37967" y="170"/>
                  <a:pt x="38153" y="102"/>
                </a:cubicBezTo>
                <a:cubicBezTo>
                  <a:pt x="38178" y="102"/>
                  <a:pt x="38237" y="94"/>
                  <a:pt x="38271" y="94"/>
                </a:cubicBezTo>
                <a:cubicBezTo>
                  <a:pt x="38000" y="85"/>
                  <a:pt x="37535" y="102"/>
                  <a:pt x="37544" y="35"/>
                </a:cubicBezTo>
                <a:lnTo>
                  <a:pt x="37544" y="35"/>
                </a:lnTo>
                <a:cubicBezTo>
                  <a:pt x="37400" y="43"/>
                  <a:pt x="37442" y="68"/>
                  <a:pt x="37205" y="77"/>
                </a:cubicBezTo>
                <a:cubicBezTo>
                  <a:pt x="37104" y="136"/>
                  <a:pt x="37231" y="170"/>
                  <a:pt x="36977" y="229"/>
                </a:cubicBezTo>
                <a:lnTo>
                  <a:pt x="37180" y="229"/>
                </a:lnTo>
                <a:cubicBezTo>
                  <a:pt x="37222" y="212"/>
                  <a:pt x="37256" y="204"/>
                  <a:pt x="37298" y="187"/>
                </a:cubicBezTo>
                <a:lnTo>
                  <a:pt x="37298" y="187"/>
                </a:lnTo>
                <a:lnTo>
                  <a:pt x="37087" y="221"/>
                </a:lnTo>
                <a:cubicBezTo>
                  <a:pt x="37214" y="178"/>
                  <a:pt x="37188" y="161"/>
                  <a:pt x="37222" y="111"/>
                </a:cubicBezTo>
                <a:cubicBezTo>
                  <a:pt x="37299" y="101"/>
                  <a:pt x="37362" y="97"/>
                  <a:pt x="37417" y="97"/>
                </a:cubicBezTo>
                <a:cubicBezTo>
                  <a:pt x="37592" y="97"/>
                  <a:pt x="37675" y="136"/>
                  <a:pt x="37797" y="136"/>
                </a:cubicBezTo>
                <a:cubicBezTo>
                  <a:pt x="37713" y="178"/>
                  <a:pt x="37535" y="195"/>
                  <a:pt x="37603" y="238"/>
                </a:cubicBezTo>
                <a:cubicBezTo>
                  <a:pt x="37583" y="235"/>
                  <a:pt x="37566" y="233"/>
                  <a:pt x="37550" y="233"/>
                </a:cubicBezTo>
                <a:cubicBezTo>
                  <a:pt x="37448" y="233"/>
                  <a:pt x="37416" y="290"/>
                  <a:pt x="37284" y="290"/>
                </a:cubicBezTo>
                <a:cubicBezTo>
                  <a:pt x="37271" y="290"/>
                  <a:pt x="37255" y="290"/>
                  <a:pt x="37239" y="288"/>
                </a:cubicBezTo>
                <a:lnTo>
                  <a:pt x="37273" y="271"/>
                </a:lnTo>
                <a:lnTo>
                  <a:pt x="37273" y="271"/>
                </a:lnTo>
                <a:cubicBezTo>
                  <a:pt x="37129" y="331"/>
                  <a:pt x="37104" y="280"/>
                  <a:pt x="36985" y="339"/>
                </a:cubicBezTo>
                <a:cubicBezTo>
                  <a:pt x="36994" y="322"/>
                  <a:pt x="36977" y="314"/>
                  <a:pt x="36960" y="314"/>
                </a:cubicBezTo>
                <a:cubicBezTo>
                  <a:pt x="36689" y="373"/>
                  <a:pt x="37044" y="331"/>
                  <a:pt x="36782" y="424"/>
                </a:cubicBezTo>
                <a:cubicBezTo>
                  <a:pt x="36763" y="425"/>
                  <a:pt x="36747" y="426"/>
                  <a:pt x="36733" y="426"/>
                </a:cubicBezTo>
                <a:cubicBezTo>
                  <a:pt x="36559" y="426"/>
                  <a:pt x="36684" y="338"/>
                  <a:pt x="36622" y="322"/>
                </a:cubicBezTo>
                <a:cubicBezTo>
                  <a:pt x="37019" y="204"/>
                  <a:pt x="36605" y="238"/>
                  <a:pt x="37028" y="119"/>
                </a:cubicBezTo>
                <a:cubicBezTo>
                  <a:pt x="37023" y="84"/>
                  <a:pt x="36975" y="69"/>
                  <a:pt x="36897" y="69"/>
                </a:cubicBezTo>
                <a:cubicBezTo>
                  <a:pt x="36825" y="69"/>
                  <a:pt x="36727" y="82"/>
                  <a:pt x="36613" y="102"/>
                </a:cubicBezTo>
                <a:cubicBezTo>
                  <a:pt x="36774" y="111"/>
                  <a:pt x="36528" y="221"/>
                  <a:pt x="36740" y="246"/>
                </a:cubicBezTo>
                <a:cubicBezTo>
                  <a:pt x="36404" y="320"/>
                  <a:pt x="36441" y="449"/>
                  <a:pt x="36081" y="449"/>
                </a:cubicBezTo>
                <a:cubicBezTo>
                  <a:pt x="36070" y="449"/>
                  <a:pt x="36058" y="449"/>
                  <a:pt x="36046" y="449"/>
                </a:cubicBezTo>
                <a:lnTo>
                  <a:pt x="36055" y="432"/>
                </a:lnTo>
                <a:lnTo>
                  <a:pt x="35902" y="508"/>
                </a:lnTo>
                <a:lnTo>
                  <a:pt x="35674" y="508"/>
                </a:lnTo>
                <a:cubicBezTo>
                  <a:pt x="35801" y="415"/>
                  <a:pt x="35970" y="432"/>
                  <a:pt x="36080" y="373"/>
                </a:cubicBezTo>
                <a:cubicBezTo>
                  <a:pt x="36048" y="368"/>
                  <a:pt x="36019" y="366"/>
                  <a:pt x="35991" y="366"/>
                </a:cubicBezTo>
                <a:cubicBezTo>
                  <a:pt x="35780" y="366"/>
                  <a:pt x="35690" y="495"/>
                  <a:pt x="35420" y="525"/>
                </a:cubicBezTo>
                <a:cubicBezTo>
                  <a:pt x="35150" y="474"/>
                  <a:pt x="35725" y="441"/>
                  <a:pt x="35716" y="365"/>
                </a:cubicBezTo>
                <a:lnTo>
                  <a:pt x="35716" y="365"/>
                </a:lnTo>
                <a:cubicBezTo>
                  <a:pt x="35692" y="375"/>
                  <a:pt x="35647" y="380"/>
                  <a:pt x="35606" y="380"/>
                </a:cubicBezTo>
                <a:cubicBezTo>
                  <a:pt x="35548" y="380"/>
                  <a:pt x="35495" y="371"/>
                  <a:pt x="35505" y="356"/>
                </a:cubicBezTo>
                <a:cubicBezTo>
                  <a:pt x="35792" y="339"/>
                  <a:pt x="35674" y="280"/>
                  <a:pt x="36004" y="280"/>
                </a:cubicBezTo>
                <a:cubicBezTo>
                  <a:pt x="35843" y="331"/>
                  <a:pt x="36029" y="305"/>
                  <a:pt x="36004" y="339"/>
                </a:cubicBezTo>
                <a:cubicBezTo>
                  <a:pt x="36182" y="280"/>
                  <a:pt x="36376" y="255"/>
                  <a:pt x="36562" y="246"/>
                </a:cubicBezTo>
                <a:cubicBezTo>
                  <a:pt x="36583" y="216"/>
                  <a:pt x="36535" y="210"/>
                  <a:pt x="36464" y="210"/>
                </a:cubicBezTo>
                <a:cubicBezTo>
                  <a:pt x="36411" y="210"/>
                  <a:pt x="36345" y="214"/>
                  <a:pt x="36287" y="214"/>
                </a:cubicBezTo>
                <a:cubicBezTo>
                  <a:pt x="36268" y="214"/>
                  <a:pt x="36249" y="213"/>
                  <a:pt x="36232" y="212"/>
                </a:cubicBezTo>
                <a:cubicBezTo>
                  <a:pt x="35987" y="305"/>
                  <a:pt x="35708" y="238"/>
                  <a:pt x="35522" y="331"/>
                </a:cubicBezTo>
                <a:cubicBezTo>
                  <a:pt x="35470" y="339"/>
                  <a:pt x="35436" y="342"/>
                  <a:pt x="35416" y="342"/>
                </a:cubicBezTo>
                <a:cubicBezTo>
                  <a:pt x="35324" y="342"/>
                  <a:pt x="35485" y="280"/>
                  <a:pt x="35471" y="280"/>
                </a:cubicBezTo>
                <a:cubicBezTo>
                  <a:pt x="35226" y="288"/>
                  <a:pt x="35370" y="339"/>
                  <a:pt x="35293" y="356"/>
                </a:cubicBezTo>
                <a:cubicBezTo>
                  <a:pt x="35169" y="387"/>
                  <a:pt x="35081" y="396"/>
                  <a:pt x="35009" y="396"/>
                </a:cubicBezTo>
                <a:cubicBezTo>
                  <a:pt x="34897" y="396"/>
                  <a:pt x="34824" y="374"/>
                  <a:pt x="34716" y="374"/>
                </a:cubicBezTo>
                <a:cubicBezTo>
                  <a:pt x="34684" y="374"/>
                  <a:pt x="34649" y="376"/>
                  <a:pt x="34608" y="381"/>
                </a:cubicBezTo>
                <a:cubicBezTo>
                  <a:pt x="34388" y="483"/>
                  <a:pt x="33847" y="525"/>
                  <a:pt x="33466" y="568"/>
                </a:cubicBezTo>
                <a:cubicBezTo>
                  <a:pt x="33508" y="542"/>
                  <a:pt x="33458" y="525"/>
                  <a:pt x="33432" y="508"/>
                </a:cubicBezTo>
                <a:cubicBezTo>
                  <a:pt x="33221" y="635"/>
                  <a:pt x="33297" y="584"/>
                  <a:pt x="33026" y="686"/>
                </a:cubicBezTo>
                <a:lnTo>
                  <a:pt x="33238" y="678"/>
                </a:lnTo>
                <a:lnTo>
                  <a:pt x="33238" y="678"/>
                </a:lnTo>
                <a:cubicBezTo>
                  <a:pt x="33074" y="713"/>
                  <a:pt x="32947" y="778"/>
                  <a:pt x="32805" y="778"/>
                </a:cubicBezTo>
                <a:cubicBezTo>
                  <a:pt x="32778" y="778"/>
                  <a:pt x="32750" y="776"/>
                  <a:pt x="32722" y="771"/>
                </a:cubicBezTo>
                <a:lnTo>
                  <a:pt x="32722" y="771"/>
                </a:lnTo>
                <a:cubicBezTo>
                  <a:pt x="32967" y="838"/>
                  <a:pt x="32417" y="881"/>
                  <a:pt x="32282" y="931"/>
                </a:cubicBezTo>
                <a:cubicBezTo>
                  <a:pt x="32273" y="931"/>
                  <a:pt x="32265" y="931"/>
                  <a:pt x="32256" y="931"/>
                </a:cubicBezTo>
                <a:cubicBezTo>
                  <a:pt x="32107" y="931"/>
                  <a:pt x="31965" y="985"/>
                  <a:pt x="31856" y="985"/>
                </a:cubicBezTo>
                <a:cubicBezTo>
                  <a:pt x="31829" y="985"/>
                  <a:pt x="31805" y="981"/>
                  <a:pt x="31783" y="974"/>
                </a:cubicBezTo>
                <a:lnTo>
                  <a:pt x="31808" y="965"/>
                </a:lnTo>
                <a:lnTo>
                  <a:pt x="31520" y="991"/>
                </a:lnTo>
                <a:lnTo>
                  <a:pt x="31520" y="991"/>
                </a:lnTo>
                <a:lnTo>
                  <a:pt x="31546" y="897"/>
                </a:lnTo>
                <a:cubicBezTo>
                  <a:pt x="31538" y="897"/>
                  <a:pt x="31530" y="897"/>
                  <a:pt x="31522" y="897"/>
                </a:cubicBezTo>
                <a:cubicBezTo>
                  <a:pt x="31333" y="897"/>
                  <a:pt x="31117" y="991"/>
                  <a:pt x="31191" y="1007"/>
                </a:cubicBezTo>
                <a:cubicBezTo>
                  <a:pt x="30979" y="1007"/>
                  <a:pt x="31098" y="982"/>
                  <a:pt x="31064" y="948"/>
                </a:cubicBezTo>
                <a:cubicBezTo>
                  <a:pt x="31155" y="915"/>
                  <a:pt x="31318" y="842"/>
                  <a:pt x="31422" y="842"/>
                </a:cubicBezTo>
                <a:cubicBezTo>
                  <a:pt x="31453" y="842"/>
                  <a:pt x="31478" y="848"/>
                  <a:pt x="31495" y="864"/>
                </a:cubicBezTo>
                <a:cubicBezTo>
                  <a:pt x="31488" y="860"/>
                  <a:pt x="31477" y="858"/>
                  <a:pt x="31465" y="858"/>
                </a:cubicBezTo>
                <a:cubicBezTo>
                  <a:pt x="31449" y="858"/>
                  <a:pt x="31432" y="862"/>
                  <a:pt x="31427" y="872"/>
                </a:cubicBezTo>
                <a:cubicBezTo>
                  <a:pt x="31960" y="838"/>
                  <a:pt x="31588" y="745"/>
                  <a:pt x="31850" y="686"/>
                </a:cubicBezTo>
                <a:cubicBezTo>
                  <a:pt x="31817" y="684"/>
                  <a:pt x="31783" y="683"/>
                  <a:pt x="31750" y="683"/>
                </a:cubicBezTo>
                <a:cubicBezTo>
                  <a:pt x="31651" y="683"/>
                  <a:pt x="31554" y="692"/>
                  <a:pt x="31453" y="711"/>
                </a:cubicBezTo>
                <a:cubicBezTo>
                  <a:pt x="31292" y="745"/>
                  <a:pt x="31131" y="787"/>
                  <a:pt x="30979" y="838"/>
                </a:cubicBezTo>
                <a:cubicBezTo>
                  <a:pt x="31069" y="812"/>
                  <a:pt x="31162" y="799"/>
                  <a:pt x="31257" y="799"/>
                </a:cubicBezTo>
                <a:cubicBezTo>
                  <a:pt x="31313" y="799"/>
                  <a:pt x="31370" y="803"/>
                  <a:pt x="31427" y="813"/>
                </a:cubicBezTo>
                <a:cubicBezTo>
                  <a:pt x="31302" y="821"/>
                  <a:pt x="31286" y="865"/>
                  <a:pt x="31191" y="865"/>
                </a:cubicBezTo>
                <a:cubicBezTo>
                  <a:pt x="31183" y="865"/>
                  <a:pt x="31174" y="864"/>
                  <a:pt x="31165" y="864"/>
                </a:cubicBezTo>
                <a:lnTo>
                  <a:pt x="31199" y="838"/>
                </a:lnTo>
                <a:lnTo>
                  <a:pt x="31064" y="889"/>
                </a:lnTo>
                <a:cubicBezTo>
                  <a:pt x="31057" y="878"/>
                  <a:pt x="31027" y="875"/>
                  <a:pt x="30990" y="875"/>
                </a:cubicBezTo>
                <a:cubicBezTo>
                  <a:pt x="30948" y="875"/>
                  <a:pt x="30897" y="879"/>
                  <a:pt x="30861" y="879"/>
                </a:cubicBezTo>
                <a:cubicBezTo>
                  <a:pt x="30808" y="879"/>
                  <a:pt x="30789" y="871"/>
                  <a:pt x="30878" y="830"/>
                </a:cubicBezTo>
                <a:lnTo>
                  <a:pt x="30878" y="830"/>
                </a:lnTo>
                <a:cubicBezTo>
                  <a:pt x="30691" y="872"/>
                  <a:pt x="30818" y="889"/>
                  <a:pt x="30649" y="931"/>
                </a:cubicBezTo>
                <a:lnTo>
                  <a:pt x="30996" y="906"/>
                </a:lnTo>
                <a:lnTo>
                  <a:pt x="30996" y="957"/>
                </a:lnTo>
                <a:cubicBezTo>
                  <a:pt x="30937" y="986"/>
                  <a:pt x="30897" y="991"/>
                  <a:pt x="30854" y="991"/>
                </a:cubicBezTo>
                <a:cubicBezTo>
                  <a:pt x="30837" y="991"/>
                  <a:pt x="30820" y="990"/>
                  <a:pt x="30801" y="990"/>
                </a:cubicBezTo>
                <a:cubicBezTo>
                  <a:pt x="30773" y="990"/>
                  <a:pt x="30741" y="991"/>
                  <a:pt x="30700" y="999"/>
                </a:cubicBezTo>
                <a:lnTo>
                  <a:pt x="30717" y="1058"/>
                </a:lnTo>
                <a:lnTo>
                  <a:pt x="30472" y="1033"/>
                </a:lnTo>
                <a:lnTo>
                  <a:pt x="30472" y="1033"/>
                </a:lnTo>
                <a:cubicBezTo>
                  <a:pt x="30505" y="1075"/>
                  <a:pt x="30319" y="1084"/>
                  <a:pt x="30260" y="1092"/>
                </a:cubicBezTo>
                <a:cubicBezTo>
                  <a:pt x="30162" y="1092"/>
                  <a:pt x="30175" y="1035"/>
                  <a:pt x="30107" y="1035"/>
                </a:cubicBezTo>
                <a:cubicBezTo>
                  <a:pt x="30080" y="1035"/>
                  <a:pt x="30042" y="1043"/>
                  <a:pt x="29981" y="1067"/>
                </a:cubicBezTo>
                <a:lnTo>
                  <a:pt x="29998" y="1067"/>
                </a:lnTo>
                <a:cubicBezTo>
                  <a:pt x="29871" y="1109"/>
                  <a:pt x="29736" y="1134"/>
                  <a:pt x="29600" y="1134"/>
                </a:cubicBezTo>
                <a:cubicBezTo>
                  <a:pt x="29626" y="1117"/>
                  <a:pt x="29651" y="1109"/>
                  <a:pt x="29685" y="1100"/>
                </a:cubicBezTo>
                <a:cubicBezTo>
                  <a:pt x="29468" y="1100"/>
                  <a:pt x="29165" y="1198"/>
                  <a:pt x="28983" y="1198"/>
                </a:cubicBezTo>
                <a:cubicBezTo>
                  <a:pt x="28938" y="1198"/>
                  <a:pt x="28900" y="1192"/>
                  <a:pt x="28873" y="1177"/>
                </a:cubicBezTo>
                <a:cubicBezTo>
                  <a:pt x="28875" y="1170"/>
                  <a:pt x="28879" y="1164"/>
                  <a:pt x="28885" y="1159"/>
                </a:cubicBezTo>
                <a:lnTo>
                  <a:pt x="28885" y="1159"/>
                </a:lnTo>
                <a:cubicBezTo>
                  <a:pt x="28889" y="1159"/>
                  <a:pt x="28894" y="1159"/>
                  <a:pt x="28898" y="1160"/>
                </a:cubicBezTo>
                <a:cubicBezTo>
                  <a:pt x="28902" y="1154"/>
                  <a:pt x="28907" y="1149"/>
                  <a:pt x="28912" y="1143"/>
                </a:cubicBezTo>
                <a:lnTo>
                  <a:pt x="28912" y="1143"/>
                </a:lnTo>
                <a:cubicBezTo>
                  <a:pt x="28902" y="1148"/>
                  <a:pt x="28892" y="1152"/>
                  <a:pt x="28885" y="1159"/>
                </a:cubicBezTo>
                <a:lnTo>
                  <a:pt x="28885" y="1159"/>
                </a:lnTo>
                <a:cubicBezTo>
                  <a:pt x="28881" y="1159"/>
                  <a:pt x="28878" y="1159"/>
                  <a:pt x="28874" y="1159"/>
                </a:cubicBezTo>
                <a:cubicBezTo>
                  <a:pt x="28806" y="1159"/>
                  <a:pt x="28691" y="1174"/>
                  <a:pt x="28638" y="1174"/>
                </a:cubicBezTo>
                <a:cubicBezTo>
                  <a:pt x="28597" y="1174"/>
                  <a:pt x="28591" y="1165"/>
                  <a:pt x="28670" y="1134"/>
                </a:cubicBezTo>
                <a:lnTo>
                  <a:pt x="28670" y="1134"/>
                </a:lnTo>
                <a:lnTo>
                  <a:pt x="28323" y="1253"/>
                </a:lnTo>
                <a:cubicBezTo>
                  <a:pt x="28314" y="1227"/>
                  <a:pt x="28399" y="1202"/>
                  <a:pt x="28433" y="1185"/>
                </a:cubicBezTo>
                <a:lnTo>
                  <a:pt x="28433" y="1185"/>
                </a:lnTo>
                <a:lnTo>
                  <a:pt x="28171" y="1227"/>
                </a:lnTo>
                <a:lnTo>
                  <a:pt x="28179" y="1219"/>
                </a:lnTo>
                <a:lnTo>
                  <a:pt x="28179" y="1219"/>
                </a:lnTo>
                <a:cubicBezTo>
                  <a:pt x="27976" y="1278"/>
                  <a:pt x="27680" y="1320"/>
                  <a:pt x="27528" y="1388"/>
                </a:cubicBezTo>
                <a:cubicBezTo>
                  <a:pt x="27891" y="1397"/>
                  <a:pt x="27367" y="1473"/>
                  <a:pt x="27401" y="1515"/>
                </a:cubicBezTo>
                <a:cubicBezTo>
                  <a:pt x="27396" y="1515"/>
                  <a:pt x="27392" y="1515"/>
                  <a:pt x="27388" y="1515"/>
                </a:cubicBezTo>
                <a:cubicBezTo>
                  <a:pt x="27262" y="1515"/>
                  <a:pt x="27223" y="1394"/>
                  <a:pt x="27477" y="1312"/>
                </a:cubicBezTo>
                <a:cubicBezTo>
                  <a:pt x="27491" y="1318"/>
                  <a:pt x="27507" y="1320"/>
                  <a:pt x="27525" y="1320"/>
                </a:cubicBezTo>
                <a:cubicBezTo>
                  <a:pt x="27619" y="1320"/>
                  <a:pt x="27761" y="1258"/>
                  <a:pt x="27874" y="1244"/>
                </a:cubicBezTo>
                <a:cubicBezTo>
                  <a:pt x="27748" y="1244"/>
                  <a:pt x="27629" y="1270"/>
                  <a:pt x="27502" y="1303"/>
                </a:cubicBezTo>
                <a:cubicBezTo>
                  <a:pt x="27604" y="1253"/>
                  <a:pt x="27316" y="1278"/>
                  <a:pt x="27316" y="1253"/>
                </a:cubicBezTo>
                <a:cubicBezTo>
                  <a:pt x="27333" y="1227"/>
                  <a:pt x="27384" y="1160"/>
                  <a:pt x="27561" y="1160"/>
                </a:cubicBezTo>
                <a:cubicBezTo>
                  <a:pt x="27595" y="1157"/>
                  <a:pt x="27620" y="1155"/>
                  <a:pt x="27639" y="1155"/>
                </a:cubicBezTo>
                <a:cubicBezTo>
                  <a:pt x="27760" y="1155"/>
                  <a:pt x="27648" y="1206"/>
                  <a:pt x="27662" y="1206"/>
                </a:cubicBezTo>
                <a:cubicBezTo>
                  <a:pt x="27664" y="1206"/>
                  <a:pt x="27670" y="1205"/>
                  <a:pt x="27680" y="1202"/>
                </a:cubicBezTo>
                <a:cubicBezTo>
                  <a:pt x="27696" y="1216"/>
                  <a:pt x="27721" y="1222"/>
                  <a:pt x="27753" y="1222"/>
                </a:cubicBezTo>
                <a:cubicBezTo>
                  <a:pt x="27872" y="1222"/>
                  <a:pt x="28079" y="1143"/>
                  <a:pt x="28213" y="1143"/>
                </a:cubicBezTo>
                <a:cubicBezTo>
                  <a:pt x="28230" y="1143"/>
                  <a:pt x="28179" y="1160"/>
                  <a:pt x="28154" y="1168"/>
                </a:cubicBezTo>
                <a:cubicBezTo>
                  <a:pt x="28289" y="1151"/>
                  <a:pt x="28585" y="1109"/>
                  <a:pt x="28594" y="1058"/>
                </a:cubicBezTo>
                <a:lnTo>
                  <a:pt x="28594" y="1058"/>
                </a:lnTo>
                <a:lnTo>
                  <a:pt x="28255" y="1143"/>
                </a:lnTo>
                <a:cubicBezTo>
                  <a:pt x="28179" y="1134"/>
                  <a:pt x="28357" y="1084"/>
                  <a:pt x="28247" y="1067"/>
                </a:cubicBezTo>
                <a:lnTo>
                  <a:pt x="28247" y="1067"/>
                </a:lnTo>
                <a:cubicBezTo>
                  <a:pt x="28154" y="1092"/>
                  <a:pt x="28061" y="1109"/>
                  <a:pt x="27968" y="1109"/>
                </a:cubicBezTo>
                <a:lnTo>
                  <a:pt x="27984" y="1084"/>
                </a:lnTo>
                <a:lnTo>
                  <a:pt x="27984" y="1084"/>
                </a:lnTo>
                <a:cubicBezTo>
                  <a:pt x="27722" y="1092"/>
                  <a:pt x="27460" y="1126"/>
                  <a:pt x="27198" y="1185"/>
                </a:cubicBezTo>
                <a:cubicBezTo>
                  <a:pt x="27164" y="1295"/>
                  <a:pt x="27045" y="1380"/>
                  <a:pt x="26952" y="1507"/>
                </a:cubicBezTo>
                <a:cubicBezTo>
                  <a:pt x="26592" y="1557"/>
                  <a:pt x="26214" y="1607"/>
                  <a:pt x="25828" y="1633"/>
                </a:cubicBezTo>
                <a:lnTo>
                  <a:pt x="25828" y="1633"/>
                </a:lnTo>
                <a:cubicBezTo>
                  <a:pt x="25828" y="1631"/>
                  <a:pt x="25827" y="1630"/>
                  <a:pt x="25826" y="1628"/>
                </a:cubicBezTo>
                <a:lnTo>
                  <a:pt x="25826" y="1628"/>
                </a:lnTo>
                <a:cubicBezTo>
                  <a:pt x="25824" y="1630"/>
                  <a:pt x="25821" y="1632"/>
                  <a:pt x="25819" y="1633"/>
                </a:cubicBezTo>
                <a:cubicBezTo>
                  <a:pt x="25822" y="1633"/>
                  <a:pt x="25825" y="1633"/>
                  <a:pt x="25828" y="1633"/>
                </a:cubicBezTo>
                <a:lnTo>
                  <a:pt x="25828" y="1633"/>
                </a:lnTo>
                <a:cubicBezTo>
                  <a:pt x="25836" y="1655"/>
                  <a:pt x="25834" y="1678"/>
                  <a:pt x="25819" y="1701"/>
                </a:cubicBezTo>
                <a:cubicBezTo>
                  <a:pt x="25800" y="1698"/>
                  <a:pt x="25780" y="1697"/>
                  <a:pt x="25758" y="1697"/>
                </a:cubicBezTo>
                <a:cubicBezTo>
                  <a:pt x="25698" y="1697"/>
                  <a:pt x="25630" y="1705"/>
                  <a:pt x="25580" y="1705"/>
                </a:cubicBezTo>
                <a:cubicBezTo>
                  <a:pt x="25536" y="1705"/>
                  <a:pt x="25506" y="1699"/>
                  <a:pt x="25506" y="1676"/>
                </a:cubicBezTo>
                <a:cubicBezTo>
                  <a:pt x="25396" y="1743"/>
                  <a:pt x="25066" y="1836"/>
                  <a:pt x="25142" y="1879"/>
                </a:cubicBezTo>
                <a:lnTo>
                  <a:pt x="25091" y="1887"/>
                </a:lnTo>
                <a:cubicBezTo>
                  <a:pt x="24949" y="1857"/>
                  <a:pt x="24801" y="1842"/>
                  <a:pt x="24652" y="1842"/>
                </a:cubicBezTo>
                <a:cubicBezTo>
                  <a:pt x="24553" y="1842"/>
                  <a:pt x="24454" y="1848"/>
                  <a:pt x="24355" y="1862"/>
                </a:cubicBezTo>
                <a:cubicBezTo>
                  <a:pt x="24279" y="1870"/>
                  <a:pt x="24271" y="1913"/>
                  <a:pt x="24296" y="1963"/>
                </a:cubicBezTo>
                <a:cubicBezTo>
                  <a:pt x="24258" y="1959"/>
                  <a:pt x="24220" y="1957"/>
                  <a:pt x="24181" y="1957"/>
                </a:cubicBezTo>
                <a:cubicBezTo>
                  <a:pt x="24142" y="1957"/>
                  <a:pt x="24102" y="1959"/>
                  <a:pt x="24059" y="1963"/>
                </a:cubicBezTo>
                <a:cubicBezTo>
                  <a:pt x="24119" y="1913"/>
                  <a:pt x="24195" y="1887"/>
                  <a:pt x="24262" y="1879"/>
                </a:cubicBezTo>
                <a:lnTo>
                  <a:pt x="24262" y="1879"/>
                </a:lnTo>
                <a:lnTo>
                  <a:pt x="23670" y="1929"/>
                </a:lnTo>
                <a:lnTo>
                  <a:pt x="23670" y="1929"/>
                </a:lnTo>
                <a:lnTo>
                  <a:pt x="23712" y="1904"/>
                </a:lnTo>
                <a:lnTo>
                  <a:pt x="23484" y="1972"/>
                </a:lnTo>
                <a:cubicBezTo>
                  <a:pt x="23549" y="1956"/>
                  <a:pt x="23629" y="1945"/>
                  <a:pt x="23690" y="1945"/>
                </a:cubicBezTo>
                <a:cubicBezTo>
                  <a:pt x="23757" y="1945"/>
                  <a:pt x="23802" y="1958"/>
                  <a:pt x="23780" y="1989"/>
                </a:cubicBezTo>
                <a:cubicBezTo>
                  <a:pt x="23518" y="2065"/>
                  <a:pt x="23366" y="2023"/>
                  <a:pt x="23154" y="2124"/>
                </a:cubicBezTo>
                <a:cubicBezTo>
                  <a:pt x="23137" y="2023"/>
                  <a:pt x="23061" y="2014"/>
                  <a:pt x="23129" y="1955"/>
                </a:cubicBezTo>
                <a:cubicBezTo>
                  <a:pt x="23133" y="1951"/>
                  <a:pt x="23137" y="1949"/>
                  <a:pt x="23141" y="1949"/>
                </a:cubicBezTo>
                <a:cubicBezTo>
                  <a:pt x="23146" y="1949"/>
                  <a:pt x="23150" y="1951"/>
                  <a:pt x="23154" y="1955"/>
                </a:cubicBezTo>
                <a:cubicBezTo>
                  <a:pt x="23273" y="1870"/>
                  <a:pt x="23399" y="1811"/>
                  <a:pt x="23535" y="1777"/>
                </a:cubicBezTo>
                <a:lnTo>
                  <a:pt x="23535" y="1777"/>
                </a:lnTo>
                <a:cubicBezTo>
                  <a:pt x="23044" y="1803"/>
                  <a:pt x="23180" y="1820"/>
                  <a:pt x="22748" y="1853"/>
                </a:cubicBezTo>
                <a:cubicBezTo>
                  <a:pt x="22697" y="1803"/>
                  <a:pt x="23129" y="1743"/>
                  <a:pt x="23027" y="1718"/>
                </a:cubicBezTo>
                <a:lnTo>
                  <a:pt x="23433" y="1693"/>
                </a:lnTo>
                <a:lnTo>
                  <a:pt x="23433" y="1693"/>
                </a:lnTo>
                <a:cubicBezTo>
                  <a:pt x="23399" y="1701"/>
                  <a:pt x="23357" y="1710"/>
                  <a:pt x="23323" y="1735"/>
                </a:cubicBezTo>
                <a:cubicBezTo>
                  <a:pt x="23602" y="1659"/>
                  <a:pt x="23704" y="1693"/>
                  <a:pt x="23907" y="1600"/>
                </a:cubicBezTo>
                <a:lnTo>
                  <a:pt x="23907" y="1600"/>
                </a:lnTo>
                <a:cubicBezTo>
                  <a:pt x="24027" y="1607"/>
                  <a:pt x="23773" y="1661"/>
                  <a:pt x="23817" y="1661"/>
                </a:cubicBezTo>
                <a:cubicBezTo>
                  <a:pt x="23822" y="1661"/>
                  <a:pt x="23832" y="1661"/>
                  <a:pt x="23848" y="1659"/>
                </a:cubicBezTo>
                <a:lnTo>
                  <a:pt x="23848" y="1659"/>
                </a:lnTo>
                <a:cubicBezTo>
                  <a:pt x="23746" y="1693"/>
                  <a:pt x="23645" y="1743"/>
                  <a:pt x="23569" y="1820"/>
                </a:cubicBezTo>
                <a:cubicBezTo>
                  <a:pt x="23882" y="1803"/>
                  <a:pt x="23738" y="1726"/>
                  <a:pt x="24000" y="1667"/>
                </a:cubicBezTo>
                <a:lnTo>
                  <a:pt x="24212" y="1693"/>
                </a:lnTo>
                <a:cubicBezTo>
                  <a:pt x="24338" y="1667"/>
                  <a:pt x="24169" y="1667"/>
                  <a:pt x="24161" y="1650"/>
                </a:cubicBezTo>
                <a:cubicBezTo>
                  <a:pt x="24271" y="1633"/>
                  <a:pt x="24372" y="1633"/>
                  <a:pt x="24482" y="1633"/>
                </a:cubicBezTo>
                <a:cubicBezTo>
                  <a:pt x="24440" y="1625"/>
                  <a:pt x="24364" y="1616"/>
                  <a:pt x="24381" y="1591"/>
                </a:cubicBezTo>
                <a:lnTo>
                  <a:pt x="24381" y="1591"/>
                </a:lnTo>
                <a:cubicBezTo>
                  <a:pt x="24419" y="1596"/>
                  <a:pt x="24456" y="1598"/>
                  <a:pt x="24494" y="1598"/>
                </a:cubicBezTo>
                <a:cubicBezTo>
                  <a:pt x="24577" y="1598"/>
                  <a:pt x="24658" y="1589"/>
                  <a:pt x="24739" y="1589"/>
                </a:cubicBezTo>
                <a:cubicBezTo>
                  <a:pt x="24800" y="1589"/>
                  <a:pt x="24862" y="1594"/>
                  <a:pt x="24925" y="1612"/>
                </a:cubicBezTo>
                <a:lnTo>
                  <a:pt x="24925" y="1612"/>
                </a:lnTo>
                <a:cubicBezTo>
                  <a:pt x="24851" y="1583"/>
                  <a:pt x="25045" y="1505"/>
                  <a:pt x="25117" y="1481"/>
                </a:cubicBezTo>
                <a:lnTo>
                  <a:pt x="24753" y="1447"/>
                </a:lnTo>
                <a:cubicBezTo>
                  <a:pt x="24305" y="1532"/>
                  <a:pt x="24017" y="1532"/>
                  <a:pt x="23535" y="1633"/>
                </a:cubicBezTo>
                <a:lnTo>
                  <a:pt x="23560" y="1600"/>
                </a:lnTo>
                <a:lnTo>
                  <a:pt x="23560" y="1600"/>
                </a:lnTo>
                <a:cubicBezTo>
                  <a:pt x="22782" y="1608"/>
                  <a:pt x="22951" y="1836"/>
                  <a:pt x="22291" y="1921"/>
                </a:cubicBezTo>
                <a:cubicBezTo>
                  <a:pt x="22285" y="1902"/>
                  <a:pt x="22263" y="1896"/>
                  <a:pt x="22234" y="1896"/>
                </a:cubicBezTo>
                <a:cubicBezTo>
                  <a:pt x="22177" y="1896"/>
                  <a:pt x="22091" y="1921"/>
                  <a:pt x="22041" y="1921"/>
                </a:cubicBezTo>
                <a:cubicBezTo>
                  <a:pt x="22017" y="1921"/>
                  <a:pt x="22002" y="1915"/>
                  <a:pt x="22004" y="1896"/>
                </a:cubicBezTo>
                <a:cubicBezTo>
                  <a:pt x="22207" y="1870"/>
                  <a:pt x="22164" y="1845"/>
                  <a:pt x="22097" y="1820"/>
                </a:cubicBezTo>
                <a:lnTo>
                  <a:pt x="22097" y="1820"/>
                </a:lnTo>
                <a:cubicBezTo>
                  <a:pt x="21978" y="1887"/>
                  <a:pt x="21834" y="1921"/>
                  <a:pt x="21699" y="1921"/>
                </a:cubicBezTo>
                <a:cubicBezTo>
                  <a:pt x="21775" y="1870"/>
                  <a:pt x="21581" y="1862"/>
                  <a:pt x="21792" y="1820"/>
                </a:cubicBezTo>
                <a:lnTo>
                  <a:pt x="21792" y="1820"/>
                </a:lnTo>
                <a:cubicBezTo>
                  <a:pt x="21488" y="1836"/>
                  <a:pt x="21318" y="1870"/>
                  <a:pt x="21175" y="1955"/>
                </a:cubicBezTo>
                <a:cubicBezTo>
                  <a:pt x="21047" y="1991"/>
                  <a:pt x="20977" y="2003"/>
                  <a:pt x="20933" y="2003"/>
                </a:cubicBezTo>
                <a:cubicBezTo>
                  <a:pt x="20853" y="2003"/>
                  <a:pt x="20863" y="1963"/>
                  <a:pt x="20766" y="1963"/>
                </a:cubicBezTo>
                <a:cubicBezTo>
                  <a:pt x="20720" y="1963"/>
                  <a:pt x="20652" y="1972"/>
                  <a:pt x="20540" y="1997"/>
                </a:cubicBezTo>
                <a:lnTo>
                  <a:pt x="20608" y="1955"/>
                </a:lnTo>
                <a:lnTo>
                  <a:pt x="20312" y="2006"/>
                </a:lnTo>
                <a:lnTo>
                  <a:pt x="20413" y="2031"/>
                </a:lnTo>
                <a:lnTo>
                  <a:pt x="20066" y="2124"/>
                </a:lnTo>
                <a:cubicBezTo>
                  <a:pt x="19847" y="2200"/>
                  <a:pt x="20160" y="2166"/>
                  <a:pt x="20134" y="2200"/>
                </a:cubicBezTo>
                <a:lnTo>
                  <a:pt x="20202" y="2133"/>
                </a:lnTo>
                <a:cubicBezTo>
                  <a:pt x="20315" y="2126"/>
                  <a:pt x="20464" y="2078"/>
                  <a:pt x="20540" y="2078"/>
                </a:cubicBezTo>
                <a:cubicBezTo>
                  <a:pt x="20560" y="2078"/>
                  <a:pt x="20575" y="2081"/>
                  <a:pt x="20582" y="2090"/>
                </a:cubicBezTo>
                <a:cubicBezTo>
                  <a:pt x="20346" y="2124"/>
                  <a:pt x="20413" y="2166"/>
                  <a:pt x="20320" y="2200"/>
                </a:cubicBezTo>
                <a:lnTo>
                  <a:pt x="20540" y="2149"/>
                </a:lnTo>
                <a:lnTo>
                  <a:pt x="20616" y="2175"/>
                </a:lnTo>
                <a:cubicBezTo>
                  <a:pt x="20845" y="2149"/>
                  <a:pt x="21022" y="2141"/>
                  <a:pt x="21149" y="2073"/>
                </a:cubicBezTo>
                <a:cubicBezTo>
                  <a:pt x="21144" y="2073"/>
                  <a:pt x="21138" y="2073"/>
                  <a:pt x="21133" y="2073"/>
                </a:cubicBezTo>
                <a:cubicBezTo>
                  <a:pt x="21060" y="2073"/>
                  <a:pt x="21012" y="2118"/>
                  <a:pt x="20942" y="2118"/>
                </a:cubicBezTo>
                <a:cubicBezTo>
                  <a:pt x="20933" y="2118"/>
                  <a:pt x="20923" y="2117"/>
                  <a:pt x="20912" y="2116"/>
                </a:cubicBezTo>
                <a:cubicBezTo>
                  <a:pt x="21014" y="2031"/>
                  <a:pt x="21293" y="1980"/>
                  <a:pt x="21555" y="1921"/>
                </a:cubicBezTo>
                <a:cubicBezTo>
                  <a:pt x="21564" y="1938"/>
                  <a:pt x="21657" y="1938"/>
                  <a:pt x="21623" y="1955"/>
                </a:cubicBezTo>
                <a:cubicBezTo>
                  <a:pt x="21605" y="1961"/>
                  <a:pt x="21587" y="1967"/>
                  <a:pt x="21566" y="1967"/>
                </a:cubicBezTo>
                <a:cubicBezTo>
                  <a:pt x="21557" y="1967"/>
                  <a:pt x="21548" y="1966"/>
                  <a:pt x="21538" y="1963"/>
                </a:cubicBezTo>
                <a:lnTo>
                  <a:pt x="21538" y="1963"/>
                </a:lnTo>
                <a:cubicBezTo>
                  <a:pt x="21567" y="1992"/>
                  <a:pt x="21463" y="2026"/>
                  <a:pt x="21582" y="2026"/>
                </a:cubicBezTo>
                <a:cubicBezTo>
                  <a:pt x="21604" y="2026"/>
                  <a:pt x="21634" y="2025"/>
                  <a:pt x="21674" y="2023"/>
                </a:cubicBezTo>
                <a:lnTo>
                  <a:pt x="21674" y="2023"/>
                </a:lnTo>
                <a:cubicBezTo>
                  <a:pt x="21581" y="2082"/>
                  <a:pt x="21496" y="2141"/>
                  <a:pt x="21420" y="2209"/>
                </a:cubicBezTo>
                <a:cubicBezTo>
                  <a:pt x="21268" y="2251"/>
                  <a:pt x="21107" y="2268"/>
                  <a:pt x="20946" y="2276"/>
                </a:cubicBezTo>
                <a:lnTo>
                  <a:pt x="20955" y="2259"/>
                </a:lnTo>
                <a:lnTo>
                  <a:pt x="20955" y="2259"/>
                </a:lnTo>
                <a:cubicBezTo>
                  <a:pt x="20855" y="2266"/>
                  <a:pt x="20666" y="2325"/>
                  <a:pt x="20577" y="2325"/>
                </a:cubicBezTo>
                <a:cubicBezTo>
                  <a:pt x="20554" y="2325"/>
                  <a:pt x="20537" y="2321"/>
                  <a:pt x="20532" y="2310"/>
                </a:cubicBezTo>
                <a:cubicBezTo>
                  <a:pt x="20456" y="2336"/>
                  <a:pt x="20236" y="2378"/>
                  <a:pt x="20464" y="2378"/>
                </a:cubicBezTo>
                <a:lnTo>
                  <a:pt x="20100" y="2454"/>
                </a:lnTo>
                <a:cubicBezTo>
                  <a:pt x="20151" y="2352"/>
                  <a:pt x="19804" y="2378"/>
                  <a:pt x="20160" y="2259"/>
                </a:cubicBezTo>
                <a:cubicBezTo>
                  <a:pt x="20143" y="2259"/>
                  <a:pt x="20016" y="2293"/>
                  <a:pt x="19804" y="2336"/>
                </a:cubicBezTo>
                <a:cubicBezTo>
                  <a:pt x="19804" y="2327"/>
                  <a:pt x="19813" y="2327"/>
                  <a:pt x="19813" y="2327"/>
                </a:cubicBezTo>
                <a:cubicBezTo>
                  <a:pt x="19821" y="2319"/>
                  <a:pt x="19830" y="2310"/>
                  <a:pt x="19838" y="2302"/>
                </a:cubicBezTo>
                <a:cubicBezTo>
                  <a:pt x="19862" y="2297"/>
                  <a:pt x="19881" y="2292"/>
                  <a:pt x="19894" y="2292"/>
                </a:cubicBezTo>
                <a:cubicBezTo>
                  <a:pt x="19904" y="2292"/>
                  <a:pt x="19911" y="2295"/>
                  <a:pt x="19914" y="2302"/>
                </a:cubicBezTo>
                <a:cubicBezTo>
                  <a:pt x="19988" y="2254"/>
                  <a:pt x="19943" y="2239"/>
                  <a:pt x="19849" y="2239"/>
                </a:cubicBezTo>
                <a:cubicBezTo>
                  <a:pt x="19793" y="2239"/>
                  <a:pt x="19719" y="2245"/>
                  <a:pt x="19643" y="2251"/>
                </a:cubicBezTo>
                <a:lnTo>
                  <a:pt x="19610" y="2310"/>
                </a:lnTo>
                <a:cubicBezTo>
                  <a:pt x="19531" y="2298"/>
                  <a:pt x="19451" y="2292"/>
                  <a:pt x="19371" y="2292"/>
                </a:cubicBezTo>
                <a:cubicBezTo>
                  <a:pt x="19279" y="2292"/>
                  <a:pt x="19188" y="2300"/>
                  <a:pt x="19102" y="2319"/>
                </a:cubicBezTo>
                <a:lnTo>
                  <a:pt x="18586" y="2581"/>
                </a:lnTo>
                <a:lnTo>
                  <a:pt x="18434" y="2615"/>
                </a:lnTo>
                <a:cubicBezTo>
                  <a:pt x="18421" y="2612"/>
                  <a:pt x="18405" y="2611"/>
                  <a:pt x="18386" y="2611"/>
                </a:cubicBezTo>
                <a:cubicBezTo>
                  <a:pt x="18344" y="2611"/>
                  <a:pt x="18292" y="2616"/>
                  <a:pt x="18253" y="2616"/>
                </a:cubicBezTo>
                <a:cubicBezTo>
                  <a:pt x="18203" y="2616"/>
                  <a:pt x="18174" y="2608"/>
                  <a:pt x="18214" y="2572"/>
                </a:cubicBezTo>
                <a:cubicBezTo>
                  <a:pt x="18188" y="2555"/>
                  <a:pt x="18265" y="2530"/>
                  <a:pt x="18366" y="2530"/>
                </a:cubicBezTo>
                <a:cubicBezTo>
                  <a:pt x="18383" y="2539"/>
                  <a:pt x="18358" y="2547"/>
                  <a:pt x="18375" y="2547"/>
                </a:cubicBezTo>
                <a:cubicBezTo>
                  <a:pt x="18400" y="2513"/>
                  <a:pt x="18408" y="2471"/>
                  <a:pt x="18282" y="2454"/>
                </a:cubicBezTo>
                <a:cubicBezTo>
                  <a:pt x="18358" y="2454"/>
                  <a:pt x="18442" y="2446"/>
                  <a:pt x="18510" y="2412"/>
                </a:cubicBezTo>
                <a:lnTo>
                  <a:pt x="18510" y="2412"/>
                </a:lnTo>
                <a:lnTo>
                  <a:pt x="18383" y="2420"/>
                </a:lnTo>
                <a:cubicBezTo>
                  <a:pt x="18569" y="2386"/>
                  <a:pt x="18857" y="2276"/>
                  <a:pt x="18840" y="2234"/>
                </a:cubicBezTo>
                <a:lnTo>
                  <a:pt x="18840" y="2234"/>
                </a:lnTo>
                <a:cubicBezTo>
                  <a:pt x="18817" y="2264"/>
                  <a:pt x="18780" y="2272"/>
                  <a:pt x="18736" y="2272"/>
                </a:cubicBezTo>
                <a:cubicBezTo>
                  <a:pt x="18681" y="2272"/>
                  <a:pt x="18617" y="2259"/>
                  <a:pt x="18561" y="2259"/>
                </a:cubicBezTo>
                <a:cubicBezTo>
                  <a:pt x="18620" y="2237"/>
                  <a:pt x="18751" y="2189"/>
                  <a:pt x="18696" y="2189"/>
                </a:cubicBezTo>
                <a:cubicBezTo>
                  <a:pt x="18689" y="2189"/>
                  <a:pt x="18678" y="2190"/>
                  <a:pt x="18662" y="2192"/>
                </a:cubicBezTo>
                <a:cubicBezTo>
                  <a:pt x="18622" y="2216"/>
                  <a:pt x="18313" y="2294"/>
                  <a:pt x="18496" y="2294"/>
                </a:cubicBezTo>
                <a:cubicBezTo>
                  <a:pt x="18505" y="2294"/>
                  <a:pt x="18515" y="2294"/>
                  <a:pt x="18527" y="2293"/>
                </a:cubicBezTo>
                <a:lnTo>
                  <a:pt x="18527" y="2293"/>
                </a:lnTo>
                <a:cubicBezTo>
                  <a:pt x="18417" y="2336"/>
                  <a:pt x="18290" y="2361"/>
                  <a:pt x="18172" y="2369"/>
                </a:cubicBezTo>
                <a:cubicBezTo>
                  <a:pt x="18307" y="2319"/>
                  <a:pt x="18205" y="2310"/>
                  <a:pt x="18239" y="2268"/>
                </a:cubicBezTo>
                <a:lnTo>
                  <a:pt x="18239" y="2268"/>
                </a:lnTo>
                <a:cubicBezTo>
                  <a:pt x="18121" y="2319"/>
                  <a:pt x="18129" y="2361"/>
                  <a:pt x="18112" y="2386"/>
                </a:cubicBezTo>
                <a:cubicBezTo>
                  <a:pt x="17874" y="2381"/>
                  <a:pt x="17723" y="2337"/>
                  <a:pt x="17529" y="2337"/>
                </a:cubicBezTo>
                <a:cubicBezTo>
                  <a:pt x="17434" y="2337"/>
                  <a:pt x="17329" y="2347"/>
                  <a:pt x="17199" y="2378"/>
                </a:cubicBezTo>
                <a:cubicBezTo>
                  <a:pt x="17190" y="2382"/>
                  <a:pt x="17191" y="2384"/>
                  <a:pt x="17199" y="2384"/>
                </a:cubicBezTo>
                <a:cubicBezTo>
                  <a:pt x="17226" y="2384"/>
                  <a:pt x="17332" y="2364"/>
                  <a:pt x="17384" y="2364"/>
                </a:cubicBezTo>
                <a:cubicBezTo>
                  <a:pt x="17407" y="2364"/>
                  <a:pt x="17419" y="2367"/>
                  <a:pt x="17410" y="2378"/>
                </a:cubicBezTo>
                <a:cubicBezTo>
                  <a:pt x="17322" y="2412"/>
                  <a:pt x="17251" y="2423"/>
                  <a:pt x="17187" y="2423"/>
                </a:cubicBezTo>
                <a:cubicBezTo>
                  <a:pt x="17092" y="2423"/>
                  <a:pt x="17013" y="2400"/>
                  <a:pt x="16917" y="2400"/>
                </a:cubicBezTo>
                <a:cubicBezTo>
                  <a:pt x="16872" y="2400"/>
                  <a:pt x="16823" y="2405"/>
                  <a:pt x="16767" y="2420"/>
                </a:cubicBezTo>
                <a:lnTo>
                  <a:pt x="16852" y="2479"/>
                </a:lnTo>
                <a:cubicBezTo>
                  <a:pt x="16776" y="2505"/>
                  <a:pt x="16581" y="2539"/>
                  <a:pt x="16488" y="2555"/>
                </a:cubicBezTo>
                <a:cubicBezTo>
                  <a:pt x="16463" y="2539"/>
                  <a:pt x="16184" y="2522"/>
                  <a:pt x="16387" y="2471"/>
                </a:cubicBezTo>
                <a:lnTo>
                  <a:pt x="16387" y="2471"/>
                </a:lnTo>
                <a:cubicBezTo>
                  <a:pt x="15938" y="2488"/>
                  <a:pt x="16014" y="2674"/>
                  <a:pt x="15515" y="2716"/>
                </a:cubicBezTo>
                <a:cubicBezTo>
                  <a:pt x="15668" y="2708"/>
                  <a:pt x="15811" y="2699"/>
                  <a:pt x="15955" y="2674"/>
                </a:cubicBezTo>
                <a:lnTo>
                  <a:pt x="15955" y="2674"/>
                </a:lnTo>
                <a:cubicBezTo>
                  <a:pt x="15769" y="2742"/>
                  <a:pt x="15930" y="2708"/>
                  <a:pt x="15913" y="2759"/>
                </a:cubicBezTo>
                <a:cubicBezTo>
                  <a:pt x="15893" y="2753"/>
                  <a:pt x="15866" y="2751"/>
                  <a:pt x="15836" y="2751"/>
                </a:cubicBezTo>
                <a:cubicBezTo>
                  <a:pt x="15751" y="2751"/>
                  <a:pt x="15642" y="2767"/>
                  <a:pt x="15604" y="2767"/>
                </a:cubicBezTo>
                <a:cubicBezTo>
                  <a:pt x="15575" y="2767"/>
                  <a:pt x="15585" y="2758"/>
                  <a:pt x="15676" y="2725"/>
                </a:cubicBezTo>
                <a:lnTo>
                  <a:pt x="15676" y="2725"/>
                </a:lnTo>
                <a:cubicBezTo>
                  <a:pt x="15498" y="2742"/>
                  <a:pt x="15321" y="2767"/>
                  <a:pt x="15143" y="2818"/>
                </a:cubicBezTo>
                <a:lnTo>
                  <a:pt x="15287" y="2826"/>
                </a:lnTo>
                <a:cubicBezTo>
                  <a:pt x="15101" y="2843"/>
                  <a:pt x="14923" y="2894"/>
                  <a:pt x="14762" y="2987"/>
                </a:cubicBezTo>
                <a:cubicBezTo>
                  <a:pt x="15033" y="2945"/>
                  <a:pt x="15016" y="2852"/>
                  <a:pt x="15372" y="2818"/>
                </a:cubicBezTo>
                <a:cubicBezTo>
                  <a:pt x="15393" y="2817"/>
                  <a:pt x="15413" y="2817"/>
                  <a:pt x="15429" y="2817"/>
                </a:cubicBezTo>
                <a:cubicBezTo>
                  <a:pt x="15701" y="2817"/>
                  <a:pt x="15302" y="2879"/>
                  <a:pt x="15541" y="2919"/>
                </a:cubicBezTo>
                <a:lnTo>
                  <a:pt x="15811" y="2826"/>
                </a:lnTo>
                <a:lnTo>
                  <a:pt x="15684" y="2843"/>
                </a:lnTo>
                <a:cubicBezTo>
                  <a:pt x="15710" y="2767"/>
                  <a:pt x="16107" y="2792"/>
                  <a:pt x="16057" y="2708"/>
                </a:cubicBezTo>
                <a:lnTo>
                  <a:pt x="16057" y="2708"/>
                </a:lnTo>
                <a:cubicBezTo>
                  <a:pt x="16132" y="2717"/>
                  <a:pt x="16193" y="2720"/>
                  <a:pt x="16247" y="2720"/>
                </a:cubicBezTo>
                <a:cubicBezTo>
                  <a:pt x="16369" y="2720"/>
                  <a:pt x="16459" y="2704"/>
                  <a:pt x="16607" y="2704"/>
                </a:cubicBezTo>
                <a:cubicBezTo>
                  <a:pt x="16645" y="2704"/>
                  <a:pt x="16686" y="2705"/>
                  <a:pt x="16733" y="2708"/>
                </a:cubicBezTo>
                <a:cubicBezTo>
                  <a:pt x="16771" y="2689"/>
                  <a:pt x="16754" y="2683"/>
                  <a:pt x="16716" y="2683"/>
                </a:cubicBezTo>
                <a:cubicBezTo>
                  <a:pt x="16685" y="2683"/>
                  <a:pt x="16640" y="2687"/>
                  <a:pt x="16598" y="2691"/>
                </a:cubicBezTo>
                <a:cubicBezTo>
                  <a:pt x="16738" y="2676"/>
                  <a:pt x="16750" y="2610"/>
                  <a:pt x="16890" y="2610"/>
                </a:cubicBezTo>
                <a:cubicBezTo>
                  <a:pt x="16911" y="2610"/>
                  <a:pt x="16935" y="2611"/>
                  <a:pt x="16962" y="2615"/>
                </a:cubicBezTo>
                <a:cubicBezTo>
                  <a:pt x="17051" y="2615"/>
                  <a:pt x="17004" y="2569"/>
                  <a:pt x="16871" y="2569"/>
                </a:cubicBezTo>
                <a:cubicBezTo>
                  <a:pt x="16852" y="2569"/>
                  <a:pt x="16832" y="2570"/>
                  <a:pt x="16810" y="2572"/>
                </a:cubicBezTo>
                <a:cubicBezTo>
                  <a:pt x="16962" y="2555"/>
                  <a:pt x="17106" y="2530"/>
                  <a:pt x="17283" y="2513"/>
                </a:cubicBezTo>
                <a:lnTo>
                  <a:pt x="17097" y="2479"/>
                </a:lnTo>
                <a:lnTo>
                  <a:pt x="17275" y="2454"/>
                </a:lnTo>
                <a:lnTo>
                  <a:pt x="17123" y="2446"/>
                </a:lnTo>
                <a:cubicBezTo>
                  <a:pt x="17359" y="2411"/>
                  <a:pt x="17619" y="2380"/>
                  <a:pt x="17819" y="2380"/>
                </a:cubicBezTo>
                <a:cubicBezTo>
                  <a:pt x="17913" y="2380"/>
                  <a:pt x="17994" y="2387"/>
                  <a:pt x="18053" y="2403"/>
                </a:cubicBezTo>
                <a:cubicBezTo>
                  <a:pt x="17766" y="2496"/>
                  <a:pt x="17266" y="2539"/>
                  <a:pt x="17106" y="2649"/>
                </a:cubicBezTo>
                <a:cubicBezTo>
                  <a:pt x="17111" y="2650"/>
                  <a:pt x="17116" y="2650"/>
                  <a:pt x="17122" y="2650"/>
                </a:cubicBezTo>
                <a:cubicBezTo>
                  <a:pt x="17177" y="2650"/>
                  <a:pt x="17271" y="2601"/>
                  <a:pt x="17351" y="2601"/>
                </a:cubicBezTo>
                <a:cubicBezTo>
                  <a:pt x="17379" y="2601"/>
                  <a:pt x="17405" y="2607"/>
                  <a:pt x="17427" y="2623"/>
                </a:cubicBezTo>
                <a:lnTo>
                  <a:pt x="17512" y="2555"/>
                </a:lnTo>
                <a:cubicBezTo>
                  <a:pt x="17589" y="2532"/>
                  <a:pt x="17728" y="2504"/>
                  <a:pt x="17813" y="2504"/>
                </a:cubicBezTo>
                <a:cubicBezTo>
                  <a:pt x="17850" y="2504"/>
                  <a:pt x="17876" y="2509"/>
                  <a:pt x="17884" y="2522"/>
                </a:cubicBezTo>
                <a:cubicBezTo>
                  <a:pt x="17715" y="2572"/>
                  <a:pt x="17546" y="2632"/>
                  <a:pt x="17393" y="2716"/>
                </a:cubicBezTo>
                <a:cubicBezTo>
                  <a:pt x="17393" y="2725"/>
                  <a:pt x="17368" y="2733"/>
                  <a:pt x="17326" y="2742"/>
                </a:cubicBezTo>
                <a:cubicBezTo>
                  <a:pt x="17241" y="2759"/>
                  <a:pt x="17097" y="2775"/>
                  <a:pt x="17021" y="2792"/>
                </a:cubicBezTo>
                <a:cubicBezTo>
                  <a:pt x="17012" y="2793"/>
                  <a:pt x="17004" y="2793"/>
                  <a:pt x="16998" y="2793"/>
                </a:cubicBezTo>
                <a:cubicBezTo>
                  <a:pt x="16931" y="2793"/>
                  <a:pt x="16988" y="2758"/>
                  <a:pt x="16996" y="2750"/>
                </a:cubicBezTo>
                <a:cubicBezTo>
                  <a:pt x="16975" y="2749"/>
                  <a:pt x="16954" y="2748"/>
                  <a:pt x="16934" y="2748"/>
                </a:cubicBezTo>
                <a:cubicBezTo>
                  <a:pt x="16614" y="2748"/>
                  <a:pt x="16399" y="2928"/>
                  <a:pt x="16048" y="2928"/>
                </a:cubicBezTo>
                <a:cubicBezTo>
                  <a:pt x="16040" y="2885"/>
                  <a:pt x="15752" y="2911"/>
                  <a:pt x="15837" y="2877"/>
                </a:cubicBezTo>
                <a:lnTo>
                  <a:pt x="15837" y="2877"/>
                </a:lnTo>
                <a:cubicBezTo>
                  <a:pt x="15676" y="2894"/>
                  <a:pt x="15524" y="2936"/>
                  <a:pt x="15372" y="3012"/>
                </a:cubicBezTo>
                <a:cubicBezTo>
                  <a:pt x="15363" y="3004"/>
                  <a:pt x="15338" y="3001"/>
                  <a:pt x="15307" y="3001"/>
                </a:cubicBezTo>
                <a:cubicBezTo>
                  <a:pt x="15256" y="3001"/>
                  <a:pt x="15188" y="3009"/>
                  <a:pt x="15152" y="3009"/>
                </a:cubicBezTo>
                <a:cubicBezTo>
                  <a:pt x="15127" y="3009"/>
                  <a:pt x="15118" y="3005"/>
                  <a:pt x="15139" y="2993"/>
                </a:cubicBezTo>
                <a:lnTo>
                  <a:pt x="15139" y="2993"/>
                </a:lnTo>
                <a:lnTo>
                  <a:pt x="14965" y="3080"/>
                </a:lnTo>
                <a:cubicBezTo>
                  <a:pt x="14957" y="3079"/>
                  <a:pt x="14948" y="3079"/>
                  <a:pt x="14938" y="3079"/>
                </a:cubicBezTo>
                <a:cubicBezTo>
                  <a:pt x="14828" y="3079"/>
                  <a:pt x="14666" y="3111"/>
                  <a:pt x="14571" y="3111"/>
                </a:cubicBezTo>
                <a:cubicBezTo>
                  <a:pt x="14538" y="3111"/>
                  <a:pt x="14512" y="3107"/>
                  <a:pt x="14500" y="3097"/>
                </a:cubicBezTo>
                <a:cubicBezTo>
                  <a:pt x="14348" y="3131"/>
                  <a:pt x="14466" y="3181"/>
                  <a:pt x="14255" y="3181"/>
                </a:cubicBezTo>
                <a:cubicBezTo>
                  <a:pt x="14263" y="3165"/>
                  <a:pt x="14246" y="3156"/>
                  <a:pt x="14289" y="3156"/>
                </a:cubicBezTo>
                <a:cubicBezTo>
                  <a:pt x="14153" y="3156"/>
                  <a:pt x="14010" y="3173"/>
                  <a:pt x="13874" y="3224"/>
                </a:cubicBezTo>
                <a:lnTo>
                  <a:pt x="14086" y="3224"/>
                </a:lnTo>
                <a:cubicBezTo>
                  <a:pt x="14086" y="3248"/>
                  <a:pt x="13921" y="3309"/>
                  <a:pt x="13739" y="3309"/>
                </a:cubicBezTo>
                <a:cubicBezTo>
                  <a:pt x="13728" y="3309"/>
                  <a:pt x="13716" y="3309"/>
                  <a:pt x="13705" y="3308"/>
                </a:cubicBezTo>
                <a:cubicBezTo>
                  <a:pt x="13959" y="3207"/>
                  <a:pt x="13485" y="3266"/>
                  <a:pt x="13603" y="3215"/>
                </a:cubicBezTo>
                <a:lnTo>
                  <a:pt x="13603" y="3215"/>
                </a:lnTo>
                <a:cubicBezTo>
                  <a:pt x="13181" y="3258"/>
                  <a:pt x="12952" y="3385"/>
                  <a:pt x="12605" y="3494"/>
                </a:cubicBezTo>
                <a:cubicBezTo>
                  <a:pt x="12199" y="3554"/>
                  <a:pt x="11675" y="3596"/>
                  <a:pt x="11362" y="3698"/>
                </a:cubicBezTo>
                <a:lnTo>
                  <a:pt x="11404" y="3698"/>
                </a:lnTo>
                <a:lnTo>
                  <a:pt x="11218" y="3765"/>
                </a:lnTo>
                <a:cubicBezTo>
                  <a:pt x="11213" y="3766"/>
                  <a:pt x="11208" y="3766"/>
                  <a:pt x="11203" y="3766"/>
                </a:cubicBezTo>
                <a:cubicBezTo>
                  <a:pt x="11135" y="3766"/>
                  <a:pt x="11168" y="3719"/>
                  <a:pt x="11106" y="3719"/>
                </a:cubicBezTo>
                <a:cubicBezTo>
                  <a:pt x="11089" y="3719"/>
                  <a:pt x="11066" y="3723"/>
                  <a:pt x="11032" y="3731"/>
                </a:cubicBezTo>
                <a:cubicBezTo>
                  <a:pt x="11083" y="3664"/>
                  <a:pt x="11336" y="3681"/>
                  <a:pt x="11506" y="3613"/>
                </a:cubicBezTo>
                <a:cubicBezTo>
                  <a:pt x="11193" y="3596"/>
                  <a:pt x="11785" y="3511"/>
                  <a:pt x="11573" y="3486"/>
                </a:cubicBezTo>
                <a:lnTo>
                  <a:pt x="11573" y="3486"/>
                </a:lnTo>
                <a:cubicBezTo>
                  <a:pt x="11472" y="3638"/>
                  <a:pt x="10922" y="3596"/>
                  <a:pt x="10668" y="3698"/>
                </a:cubicBezTo>
                <a:cubicBezTo>
                  <a:pt x="10637" y="3701"/>
                  <a:pt x="10616" y="3702"/>
                  <a:pt x="10601" y="3702"/>
                </a:cubicBezTo>
                <a:cubicBezTo>
                  <a:pt x="10500" y="3702"/>
                  <a:pt x="10737" y="3638"/>
                  <a:pt x="10665" y="3638"/>
                </a:cubicBezTo>
                <a:cubicBezTo>
                  <a:pt x="10661" y="3638"/>
                  <a:pt x="10657" y="3638"/>
                  <a:pt x="10651" y="3638"/>
                </a:cubicBezTo>
                <a:lnTo>
                  <a:pt x="10575" y="3689"/>
                </a:lnTo>
                <a:cubicBezTo>
                  <a:pt x="10474" y="3689"/>
                  <a:pt x="10431" y="3681"/>
                  <a:pt x="10431" y="3655"/>
                </a:cubicBezTo>
                <a:cubicBezTo>
                  <a:pt x="10161" y="3672"/>
                  <a:pt x="9890" y="3723"/>
                  <a:pt x="9628" y="3816"/>
                </a:cubicBezTo>
                <a:cubicBezTo>
                  <a:pt x="9684" y="3803"/>
                  <a:pt x="9715" y="3798"/>
                  <a:pt x="9730" y="3798"/>
                </a:cubicBezTo>
                <a:cubicBezTo>
                  <a:pt x="9782" y="3798"/>
                  <a:pt x="9651" y="3858"/>
                  <a:pt x="9745" y="3858"/>
                </a:cubicBezTo>
                <a:cubicBezTo>
                  <a:pt x="9764" y="3858"/>
                  <a:pt x="9791" y="3855"/>
                  <a:pt x="9831" y="3850"/>
                </a:cubicBezTo>
                <a:lnTo>
                  <a:pt x="9831" y="3850"/>
                </a:lnTo>
                <a:cubicBezTo>
                  <a:pt x="9678" y="3901"/>
                  <a:pt x="9526" y="3934"/>
                  <a:pt x="9374" y="3951"/>
                </a:cubicBezTo>
                <a:cubicBezTo>
                  <a:pt x="9543" y="3909"/>
                  <a:pt x="9128" y="3884"/>
                  <a:pt x="9518" y="3858"/>
                </a:cubicBezTo>
                <a:cubicBezTo>
                  <a:pt x="9502" y="3844"/>
                  <a:pt x="9482" y="3839"/>
                  <a:pt x="9460" y="3839"/>
                </a:cubicBezTo>
                <a:cubicBezTo>
                  <a:pt x="9388" y="3839"/>
                  <a:pt x="9283" y="3896"/>
                  <a:pt x="9154" y="3909"/>
                </a:cubicBezTo>
                <a:cubicBezTo>
                  <a:pt x="9238" y="3875"/>
                  <a:pt x="9331" y="3841"/>
                  <a:pt x="9408" y="3799"/>
                </a:cubicBezTo>
                <a:lnTo>
                  <a:pt x="9408" y="3799"/>
                </a:lnTo>
                <a:cubicBezTo>
                  <a:pt x="9162" y="3917"/>
                  <a:pt x="8570" y="3858"/>
                  <a:pt x="8477" y="3934"/>
                </a:cubicBezTo>
                <a:cubicBezTo>
                  <a:pt x="8299" y="4010"/>
                  <a:pt x="8020" y="4095"/>
                  <a:pt x="7800" y="4180"/>
                </a:cubicBezTo>
                <a:cubicBezTo>
                  <a:pt x="7774" y="4178"/>
                  <a:pt x="7748" y="4177"/>
                  <a:pt x="7722" y="4177"/>
                </a:cubicBezTo>
                <a:cubicBezTo>
                  <a:pt x="7509" y="4177"/>
                  <a:pt x="7289" y="4232"/>
                  <a:pt x="7056" y="4247"/>
                </a:cubicBezTo>
                <a:lnTo>
                  <a:pt x="7098" y="4214"/>
                </a:lnTo>
                <a:lnTo>
                  <a:pt x="7098" y="4214"/>
                </a:lnTo>
                <a:cubicBezTo>
                  <a:pt x="6954" y="4222"/>
                  <a:pt x="6726" y="4273"/>
                  <a:pt x="6515" y="4290"/>
                </a:cubicBezTo>
                <a:lnTo>
                  <a:pt x="6455" y="4247"/>
                </a:lnTo>
                <a:cubicBezTo>
                  <a:pt x="6311" y="4281"/>
                  <a:pt x="6041" y="4332"/>
                  <a:pt x="5812" y="4357"/>
                </a:cubicBezTo>
                <a:cubicBezTo>
                  <a:pt x="5812" y="4383"/>
                  <a:pt x="6024" y="4349"/>
                  <a:pt x="5931" y="4400"/>
                </a:cubicBezTo>
                <a:cubicBezTo>
                  <a:pt x="6041" y="4383"/>
                  <a:pt x="6134" y="4366"/>
                  <a:pt x="6092" y="4340"/>
                </a:cubicBezTo>
                <a:cubicBezTo>
                  <a:pt x="6107" y="4338"/>
                  <a:pt x="6121" y="4337"/>
                  <a:pt x="6133" y="4337"/>
                </a:cubicBezTo>
                <a:cubicBezTo>
                  <a:pt x="6206" y="4337"/>
                  <a:pt x="6224" y="4375"/>
                  <a:pt x="6311" y="4383"/>
                </a:cubicBezTo>
                <a:lnTo>
                  <a:pt x="5880" y="4467"/>
                </a:lnTo>
                <a:lnTo>
                  <a:pt x="5829" y="4467"/>
                </a:lnTo>
                <a:lnTo>
                  <a:pt x="5804" y="4518"/>
                </a:lnTo>
                <a:cubicBezTo>
                  <a:pt x="5762" y="4524"/>
                  <a:pt x="5731" y="4527"/>
                  <a:pt x="5708" y="4527"/>
                </a:cubicBezTo>
                <a:cubicBezTo>
                  <a:pt x="5668" y="4527"/>
                  <a:pt x="5658" y="4518"/>
                  <a:pt x="5669" y="4501"/>
                </a:cubicBezTo>
                <a:lnTo>
                  <a:pt x="5669" y="4501"/>
                </a:lnTo>
                <a:cubicBezTo>
                  <a:pt x="5432" y="4552"/>
                  <a:pt x="5356" y="4628"/>
                  <a:pt x="5093" y="4653"/>
                </a:cubicBezTo>
                <a:cubicBezTo>
                  <a:pt x="5198" y="4589"/>
                  <a:pt x="5311" y="4547"/>
                  <a:pt x="5431" y="4529"/>
                </a:cubicBezTo>
                <a:lnTo>
                  <a:pt x="5431" y="4529"/>
                </a:lnTo>
                <a:lnTo>
                  <a:pt x="5153" y="4569"/>
                </a:lnTo>
                <a:cubicBezTo>
                  <a:pt x="5279" y="4501"/>
                  <a:pt x="5787" y="4450"/>
                  <a:pt x="5694" y="4383"/>
                </a:cubicBezTo>
                <a:lnTo>
                  <a:pt x="5694" y="4383"/>
                </a:lnTo>
                <a:cubicBezTo>
                  <a:pt x="5381" y="4459"/>
                  <a:pt x="4907" y="4560"/>
                  <a:pt x="4637" y="4662"/>
                </a:cubicBezTo>
                <a:cubicBezTo>
                  <a:pt x="4609" y="4655"/>
                  <a:pt x="4580" y="4652"/>
                  <a:pt x="4550" y="4652"/>
                </a:cubicBezTo>
                <a:cubicBezTo>
                  <a:pt x="4402" y="4652"/>
                  <a:pt x="4222" y="4723"/>
                  <a:pt x="4019" y="4730"/>
                </a:cubicBezTo>
                <a:cubicBezTo>
                  <a:pt x="3985" y="4721"/>
                  <a:pt x="3901" y="4713"/>
                  <a:pt x="3943" y="4687"/>
                </a:cubicBezTo>
                <a:lnTo>
                  <a:pt x="4011" y="4670"/>
                </a:lnTo>
                <a:lnTo>
                  <a:pt x="4011" y="4670"/>
                </a:lnTo>
                <a:cubicBezTo>
                  <a:pt x="3681" y="4713"/>
                  <a:pt x="3351" y="4780"/>
                  <a:pt x="3038" y="4873"/>
                </a:cubicBezTo>
                <a:lnTo>
                  <a:pt x="2877" y="4831"/>
                </a:lnTo>
                <a:lnTo>
                  <a:pt x="2877" y="4831"/>
                </a:lnTo>
                <a:cubicBezTo>
                  <a:pt x="2378" y="4873"/>
                  <a:pt x="2987" y="4916"/>
                  <a:pt x="2479" y="5000"/>
                </a:cubicBezTo>
                <a:cubicBezTo>
                  <a:pt x="2451" y="4990"/>
                  <a:pt x="2406" y="4986"/>
                  <a:pt x="2353" y="4986"/>
                </a:cubicBezTo>
                <a:cubicBezTo>
                  <a:pt x="2207" y="4986"/>
                  <a:pt x="2000" y="5015"/>
                  <a:pt x="1891" y="5015"/>
                </a:cubicBezTo>
                <a:cubicBezTo>
                  <a:pt x="1851" y="5015"/>
                  <a:pt x="1825" y="5011"/>
                  <a:pt x="1820" y="5000"/>
                </a:cubicBezTo>
                <a:cubicBezTo>
                  <a:pt x="1726" y="5017"/>
                  <a:pt x="1684" y="5017"/>
                  <a:pt x="1676" y="5059"/>
                </a:cubicBezTo>
                <a:cubicBezTo>
                  <a:pt x="1723" y="5055"/>
                  <a:pt x="1804" y="5042"/>
                  <a:pt x="1848" y="5042"/>
                </a:cubicBezTo>
                <a:cubicBezTo>
                  <a:pt x="1883" y="5042"/>
                  <a:pt x="1894" y="5050"/>
                  <a:pt x="1845" y="5076"/>
                </a:cubicBezTo>
                <a:cubicBezTo>
                  <a:pt x="1718" y="5093"/>
                  <a:pt x="1583" y="5110"/>
                  <a:pt x="1447" y="5119"/>
                </a:cubicBezTo>
                <a:cubicBezTo>
                  <a:pt x="1454" y="5104"/>
                  <a:pt x="1527" y="5072"/>
                  <a:pt x="1515" y="5072"/>
                </a:cubicBezTo>
                <a:cubicBezTo>
                  <a:pt x="1513" y="5072"/>
                  <a:pt x="1508" y="5074"/>
                  <a:pt x="1498" y="5076"/>
                </a:cubicBezTo>
                <a:cubicBezTo>
                  <a:pt x="1168" y="5144"/>
                  <a:pt x="542" y="5220"/>
                  <a:pt x="229" y="5372"/>
                </a:cubicBezTo>
                <a:cubicBezTo>
                  <a:pt x="356" y="5347"/>
                  <a:pt x="365" y="5305"/>
                  <a:pt x="525" y="5305"/>
                </a:cubicBezTo>
                <a:cubicBezTo>
                  <a:pt x="525" y="5330"/>
                  <a:pt x="441" y="5339"/>
                  <a:pt x="407" y="5356"/>
                </a:cubicBezTo>
                <a:cubicBezTo>
                  <a:pt x="412" y="5365"/>
                  <a:pt x="420" y="5369"/>
                  <a:pt x="433" y="5369"/>
                </a:cubicBezTo>
                <a:cubicBezTo>
                  <a:pt x="481" y="5369"/>
                  <a:pt x="581" y="5311"/>
                  <a:pt x="707" y="5311"/>
                </a:cubicBezTo>
                <a:cubicBezTo>
                  <a:pt x="720" y="5311"/>
                  <a:pt x="732" y="5312"/>
                  <a:pt x="745" y="5313"/>
                </a:cubicBezTo>
                <a:lnTo>
                  <a:pt x="466" y="5415"/>
                </a:lnTo>
                <a:lnTo>
                  <a:pt x="635" y="5440"/>
                </a:lnTo>
                <a:lnTo>
                  <a:pt x="1" y="5669"/>
                </a:lnTo>
                <a:cubicBezTo>
                  <a:pt x="515" y="5636"/>
                  <a:pt x="738" y="5422"/>
                  <a:pt x="1147" y="5422"/>
                </a:cubicBezTo>
                <a:cubicBezTo>
                  <a:pt x="1162" y="5422"/>
                  <a:pt x="1178" y="5423"/>
                  <a:pt x="1194" y="5423"/>
                </a:cubicBezTo>
                <a:cubicBezTo>
                  <a:pt x="1134" y="5449"/>
                  <a:pt x="1202" y="5449"/>
                  <a:pt x="1219" y="5457"/>
                </a:cubicBezTo>
                <a:cubicBezTo>
                  <a:pt x="1346" y="5432"/>
                  <a:pt x="1473" y="5398"/>
                  <a:pt x="1600" y="5356"/>
                </a:cubicBezTo>
                <a:lnTo>
                  <a:pt x="1820" y="5330"/>
                </a:lnTo>
                <a:lnTo>
                  <a:pt x="1820" y="5330"/>
                </a:lnTo>
                <a:cubicBezTo>
                  <a:pt x="1820" y="5356"/>
                  <a:pt x="1743" y="5432"/>
                  <a:pt x="1515" y="5466"/>
                </a:cubicBezTo>
                <a:cubicBezTo>
                  <a:pt x="2302" y="5364"/>
                  <a:pt x="2885" y="5144"/>
                  <a:pt x="3681" y="5093"/>
                </a:cubicBezTo>
                <a:lnTo>
                  <a:pt x="3681" y="5093"/>
                </a:lnTo>
                <a:cubicBezTo>
                  <a:pt x="3714" y="5102"/>
                  <a:pt x="3571" y="5127"/>
                  <a:pt x="3638" y="5127"/>
                </a:cubicBezTo>
                <a:cubicBezTo>
                  <a:pt x="3723" y="5110"/>
                  <a:pt x="3816" y="5076"/>
                  <a:pt x="3901" y="5043"/>
                </a:cubicBezTo>
                <a:lnTo>
                  <a:pt x="3901" y="5043"/>
                </a:lnTo>
                <a:cubicBezTo>
                  <a:pt x="3893" y="5050"/>
                  <a:pt x="3880" y="5069"/>
                  <a:pt x="3836" y="5080"/>
                </a:cubicBezTo>
                <a:lnTo>
                  <a:pt x="3836" y="5080"/>
                </a:lnTo>
                <a:cubicBezTo>
                  <a:pt x="4224" y="5011"/>
                  <a:pt x="4440" y="5058"/>
                  <a:pt x="4696" y="4983"/>
                </a:cubicBezTo>
                <a:lnTo>
                  <a:pt x="4696" y="4983"/>
                </a:lnTo>
                <a:cubicBezTo>
                  <a:pt x="4713" y="5017"/>
                  <a:pt x="4493" y="5034"/>
                  <a:pt x="4535" y="5043"/>
                </a:cubicBezTo>
                <a:cubicBezTo>
                  <a:pt x="4933" y="5017"/>
                  <a:pt x="5136" y="4882"/>
                  <a:pt x="5533" y="4831"/>
                </a:cubicBezTo>
                <a:lnTo>
                  <a:pt x="5533" y="4831"/>
                </a:lnTo>
                <a:cubicBezTo>
                  <a:pt x="5454" y="4876"/>
                  <a:pt x="5526" y="4880"/>
                  <a:pt x="5615" y="4880"/>
                </a:cubicBezTo>
                <a:cubicBezTo>
                  <a:pt x="5632" y="4880"/>
                  <a:pt x="5651" y="4880"/>
                  <a:pt x="5669" y="4880"/>
                </a:cubicBezTo>
                <a:cubicBezTo>
                  <a:pt x="5696" y="4880"/>
                  <a:pt x="5723" y="4880"/>
                  <a:pt x="5745" y="4882"/>
                </a:cubicBezTo>
                <a:cubicBezTo>
                  <a:pt x="6075" y="4797"/>
                  <a:pt x="6777" y="4696"/>
                  <a:pt x="7276" y="4594"/>
                </a:cubicBezTo>
                <a:lnTo>
                  <a:pt x="7276" y="4594"/>
                </a:lnTo>
                <a:cubicBezTo>
                  <a:pt x="7246" y="4631"/>
                  <a:pt x="7274" y="4642"/>
                  <a:pt x="7330" y="4642"/>
                </a:cubicBezTo>
                <a:cubicBezTo>
                  <a:pt x="7439" y="4642"/>
                  <a:pt x="7656" y="4598"/>
                  <a:pt x="7787" y="4598"/>
                </a:cubicBezTo>
                <a:cubicBezTo>
                  <a:pt x="7842" y="4598"/>
                  <a:pt x="7882" y="4606"/>
                  <a:pt x="7893" y="4628"/>
                </a:cubicBezTo>
                <a:cubicBezTo>
                  <a:pt x="8003" y="4611"/>
                  <a:pt x="8181" y="4569"/>
                  <a:pt x="8181" y="4527"/>
                </a:cubicBezTo>
                <a:lnTo>
                  <a:pt x="8181" y="4527"/>
                </a:lnTo>
                <a:cubicBezTo>
                  <a:pt x="8156" y="4541"/>
                  <a:pt x="8114" y="4546"/>
                  <a:pt x="8076" y="4546"/>
                </a:cubicBezTo>
                <a:cubicBezTo>
                  <a:pt x="8023" y="4546"/>
                  <a:pt x="7977" y="4536"/>
                  <a:pt x="7986" y="4527"/>
                </a:cubicBezTo>
                <a:cubicBezTo>
                  <a:pt x="8147" y="4493"/>
                  <a:pt x="8401" y="4459"/>
                  <a:pt x="8418" y="4408"/>
                </a:cubicBezTo>
                <a:lnTo>
                  <a:pt x="8629" y="4433"/>
                </a:lnTo>
                <a:cubicBezTo>
                  <a:pt x="8638" y="4391"/>
                  <a:pt x="8697" y="4340"/>
                  <a:pt x="8807" y="4323"/>
                </a:cubicBezTo>
                <a:cubicBezTo>
                  <a:pt x="8862" y="4338"/>
                  <a:pt x="8892" y="4343"/>
                  <a:pt x="8909" y="4343"/>
                </a:cubicBezTo>
                <a:cubicBezTo>
                  <a:pt x="8971" y="4343"/>
                  <a:pt x="8841" y="4264"/>
                  <a:pt x="9128" y="4264"/>
                </a:cubicBezTo>
                <a:cubicBezTo>
                  <a:pt x="9069" y="4298"/>
                  <a:pt x="9010" y="4340"/>
                  <a:pt x="8959" y="4391"/>
                </a:cubicBezTo>
                <a:cubicBezTo>
                  <a:pt x="9052" y="4383"/>
                  <a:pt x="9145" y="4366"/>
                  <a:pt x="9230" y="4332"/>
                </a:cubicBezTo>
                <a:lnTo>
                  <a:pt x="9230" y="4332"/>
                </a:lnTo>
                <a:cubicBezTo>
                  <a:pt x="9272" y="4366"/>
                  <a:pt x="9120" y="4433"/>
                  <a:pt x="8993" y="4467"/>
                </a:cubicBezTo>
                <a:lnTo>
                  <a:pt x="9213" y="4467"/>
                </a:lnTo>
                <a:cubicBezTo>
                  <a:pt x="9501" y="4340"/>
                  <a:pt x="9814" y="4256"/>
                  <a:pt x="10127" y="4222"/>
                </a:cubicBezTo>
                <a:lnTo>
                  <a:pt x="10127" y="4222"/>
                </a:lnTo>
                <a:cubicBezTo>
                  <a:pt x="10076" y="4264"/>
                  <a:pt x="9966" y="4281"/>
                  <a:pt x="10059" y="4315"/>
                </a:cubicBezTo>
                <a:cubicBezTo>
                  <a:pt x="10197" y="4283"/>
                  <a:pt x="10373" y="4196"/>
                  <a:pt x="10566" y="4196"/>
                </a:cubicBezTo>
                <a:cubicBezTo>
                  <a:pt x="10574" y="4196"/>
                  <a:pt x="10583" y="4196"/>
                  <a:pt x="10592" y="4197"/>
                </a:cubicBezTo>
                <a:cubicBezTo>
                  <a:pt x="10561" y="4204"/>
                  <a:pt x="10579" y="4212"/>
                  <a:pt x="10558" y="4219"/>
                </a:cubicBezTo>
                <a:lnTo>
                  <a:pt x="10558" y="4219"/>
                </a:lnTo>
                <a:cubicBezTo>
                  <a:pt x="10704" y="4176"/>
                  <a:pt x="10771" y="4167"/>
                  <a:pt x="10827" y="4167"/>
                </a:cubicBezTo>
                <a:cubicBezTo>
                  <a:pt x="10871" y="4167"/>
                  <a:pt x="10908" y="4172"/>
                  <a:pt x="10970" y="4172"/>
                </a:cubicBezTo>
                <a:cubicBezTo>
                  <a:pt x="11009" y="4172"/>
                  <a:pt x="11058" y="4170"/>
                  <a:pt x="11125" y="4163"/>
                </a:cubicBezTo>
                <a:lnTo>
                  <a:pt x="11125" y="4163"/>
                </a:lnTo>
                <a:cubicBezTo>
                  <a:pt x="11116" y="4171"/>
                  <a:pt x="11116" y="4180"/>
                  <a:pt x="11108" y="4188"/>
                </a:cubicBezTo>
                <a:lnTo>
                  <a:pt x="11294" y="4129"/>
                </a:lnTo>
                <a:cubicBezTo>
                  <a:pt x="11424" y="4081"/>
                  <a:pt x="11517" y="4065"/>
                  <a:pt x="11592" y="4065"/>
                </a:cubicBezTo>
                <a:cubicBezTo>
                  <a:pt x="11743" y="4065"/>
                  <a:pt x="11824" y="4129"/>
                  <a:pt x="11988" y="4129"/>
                </a:cubicBezTo>
                <a:lnTo>
                  <a:pt x="11937" y="4146"/>
                </a:lnTo>
                <a:cubicBezTo>
                  <a:pt x="11960" y="4152"/>
                  <a:pt x="11991" y="4155"/>
                  <a:pt x="12026" y="4155"/>
                </a:cubicBezTo>
                <a:cubicBezTo>
                  <a:pt x="12225" y="4155"/>
                  <a:pt x="12583" y="4070"/>
                  <a:pt x="12698" y="4070"/>
                </a:cubicBezTo>
                <a:cubicBezTo>
                  <a:pt x="12529" y="4053"/>
                  <a:pt x="12639" y="4044"/>
                  <a:pt x="12512" y="3994"/>
                </a:cubicBezTo>
                <a:cubicBezTo>
                  <a:pt x="12360" y="4027"/>
                  <a:pt x="12419" y="4095"/>
                  <a:pt x="12165" y="4104"/>
                </a:cubicBezTo>
                <a:cubicBezTo>
                  <a:pt x="12191" y="4036"/>
                  <a:pt x="12504" y="3977"/>
                  <a:pt x="12555" y="3926"/>
                </a:cubicBezTo>
                <a:cubicBezTo>
                  <a:pt x="12572" y="3923"/>
                  <a:pt x="12589" y="3922"/>
                  <a:pt x="12606" y="3922"/>
                </a:cubicBezTo>
                <a:cubicBezTo>
                  <a:pt x="12689" y="3922"/>
                  <a:pt x="12769" y="3956"/>
                  <a:pt x="12825" y="4019"/>
                </a:cubicBezTo>
                <a:cubicBezTo>
                  <a:pt x="13164" y="3960"/>
                  <a:pt x="13367" y="3968"/>
                  <a:pt x="13790" y="3892"/>
                </a:cubicBezTo>
                <a:cubicBezTo>
                  <a:pt x="13919" y="3839"/>
                  <a:pt x="14014" y="3718"/>
                  <a:pt x="14294" y="3718"/>
                </a:cubicBezTo>
                <a:cubicBezTo>
                  <a:pt x="14326" y="3718"/>
                  <a:pt x="14361" y="3719"/>
                  <a:pt x="14399" y="3723"/>
                </a:cubicBezTo>
                <a:lnTo>
                  <a:pt x="14391" y="3735"/>
                </a:lnTo>
                <a:lnTo>
                  <a:pt x="14391" y="3735"/>
                </a:lnTo>
                <a:cubicBezTo>
                  <a:pt x="14427" y="3714"/>
                  <a:pt x="14560" y="3734"/>
                  <a:pt x="14619" y="3698"/>
                </a:cubicBezTo>
                <a:cubicBezTo>
                  <a:pt x="14492" y="3655"/>
                  <a:pt x="14762" y="3638"/>
                  <a:pt x="14610" y="3596"/>
                </a:cubicBezTo>
                <a:cubicBezTo>
                  <a:pt x="14642" y="3591"/>
                  <a:pt x="14671" y="3588"/>
                  <a:pt x="14696" y="3588"/>
                </a:cubicBezTo>
                <a:cubicBezTo>
                  <a:pt x="14829" y="3588"/>
                  <a:pt x="14868" y="3655"/>
                  <a:pt x="14889" y="3698"/>
                </a:cubicBezTo>
                <a:cubicBezTo>
                  <a:pt x="14957" y="3643"/>
                  <a:pt x="15061" y="3640"/>
                  <a:pt x="15185" y="3640"/>
                </a:cubicBezTo>
                <a:cubicBezTo>
                  <a:pt x="15196" y="3640"/>
                  <a:pt x="15206" y="3640"/>
                  <a:pt x="15217" y="3640"/>
                </a:cubicBezTo>
                <a:cubicBezTo>
                  <a:pt x="15335" y="3640"/>
                  <a:pt x="15469" y="3639"/>
                  <a:pt x="15608" y="3596"/>
                </a:cubicBezTo>
                <a:lnTo>
                  <a:pt x="15608" y="3596"/>
                </a:lnTo>
                <a:cubicBezTo>
                  <a:pt x="15558" y="3638"/>
                  <a:pt x="15219" y="3698"/>
                  <a:pt x="15363" y="3714"/>
                </a:cubicBezTo>
                <a:lnTo>
                  <a:pt x="15769" y="3562"/>
                </a:lnTo>
                <a:lnTo>
                  <a:pt x="15583" y="3588"/>
                </a:lnTo>
                <a:cubicBezTo>
                  <a:pt x="15711" y="3541"/>
                  <a:pt x="15801" y="3528"/>
                  <a:pt x="15876" y="3528"/>
                </a:cubicBezTo>
                <a:cubicBezTo>
                  <a:pt x="15980" y="3528"/>
                  <a:pt x="16055" y="3554"/>
                  <a:pt x="16158" y="3554"/>
                </a:cubicBezTo>
                <a:cubicBezTo>
                  <a:pt x="16185" y="3564"/>
                  <a:pt x="16147" y="3579"/>
                  <a:pt x="16094" y="3590"/>
                </a:cubicBezTo>
                <a:lnTo>
                  <a:pt x="16094" y="3590"/>
                </a:lnTo>
                <a:cubicBezTo>
                  <a:pt x="16185" y="3574"/>
                  <a:pt x="16273" y="3553"/>
                  <a:pt x="16361" y="3528"/>
                </a:cubicBezTo>
                <a:cubicBezTo>
                  <a:pt x="16446" y="3494"/>
                  <a:pt x="16767" y="3418"/>
                  <a:pt x="16894" y="3351"/>
                </a:cubicBezTo>
                <a:lnTo>
                  <a:pt x="16945" y="3351"/>
                </a:lnTo>
                <a:cubicBezTo>
                  <a:pt x="16936" y="3359"/>
                  <a:pt x="16928" y="3359"/>
                  <a:pt x="16920" y="3368"/>
                </a:cubicBezTo>
                <a:cubicBezTo>
                  <a:pt x="16945" y="3359"/>
                  <a:pt x="16970" y="3359"/>
                  <a:pt x="16987" y="3351"/>
                </a:cubicBezTo>
                <a:lnTo>
                  <a:pt x="17156" y="3342"/>
                </a:lnTo>
                <a:lnTo>
                  <a:pt x="17156" y="3342"/>
                </a:lnTo>
                <a:lnTo>
                  <a:pt x="17123" y="3359"/>
                </a:lnTo>
                <a:lnTo>
                  <a:pt x="17182" y="3342"/>
                </a:lnTo>
                <a:lnTo>
                  <a:pt x="17351" y="3342"/>
                </a:lnTo>
                <a:lnTo>
                  <a:pt x="17436" y="3317"/>
                </a:lnTo>
                <a:lnTo>
                  <a:pt x="17393" y="3317"/>
                </a:lnTo>
                <a:cubicBezTo>
                  <a:pt x="17402" y="3249"/>
                  <a:pt x="17596" y="3173"/>
                  <a:pt x="17842" y="3148"/>
                </a:cubicBezTo>
                <a:cubicBezTo>
                  <a:pt x="17825" y="3148"/>
                  <a:pt x="17698" y="3156"/>
                  <a:pt x="17512" y="3165"/>
                </a:cubicBezTo>
                <a:lnTo>
                  <a:pt x="17571" y="3139"/>
                </a:lnTo>
                <a:lnTo>
                  <a:pt x="18332" y="3080"/>
                </a:lnTo>
                <a:lnTo>
                  <a:pt x="18332" y="3080"/>
                </a:lnTo>
                <a:cubicBezTo>
                  <a:pt x="18248" y="3105"/>
                  <a:pt x="18146" y="3122"/>
                  <a:pt x="18053" y="3131"/>
                </a:cubicBezTo>
                <a:cubicBezTo>
                  <a:pt x="18080" y="3134"/>
                  <a:pt x="18108" y="3136"/>
                  <a:pt x="18137" y="3136"/>
                </a:cubicBezTo>
                <a:cubicBezTo>
                  <a:pt x="18332" y="3136"/>
                  <a:pt x="18562" y="3067"/>
                  <a:pt x="18713" y="3067"/>
                </a:cubicBezTo>
                <a:cubicBezTo>
                  <a:pt x="18758" y="3067"/>
                  <a:pt x="18795" y="3073"/>
                  <a:pt x="18823" y="3088"/>
                </a:cubicBezTo>
                <a:cubicBezTo>
                  <a:pt x="18442" y="3215"/>
                  <a:pt x="18256" y="3198"/>
                  <a:pt x="17850" y="3275"/>
                </a:cubicBezTo>
                <a:cubicBezTo>
                  <a:pt x="17630" y="3232"/>
                  <a:pt x="18112" y="3198"/>
                  <a:pt x="18112" y="3156"/>
                </a:cubicBezTo>
                <a:lnTo>
                  <a:pt x="18112" y="3156"/>
                </a:lnTo>
                <a:lnTo>
                  <a:pt x="17884" y="3173"/>
                </a:lnTo>
                <a:cubicBezTo>
                  <a:pt x="17918" y="3207"/>
                  <a:pt x="17436" y="3258"/>
                  <a:pt x="17562" y="3325"/>
                </a:cubicBezTo>
                <a:cubicBezTo>
                  <a:pt x="18079" y="3291"/>
                  <a:pt x="18586" y="3241"/>
                  <a:pt x="19018" y="3181"/>
                </a:cubicBezTo>
                <a:lnTo>
                  <a:pt x="19018" y="3181"/>
                </a:lnTo>
                <a:lnTo>
                  <a:pt x="18654" y="3698"/>
                </a:lnTo>
                <a:cubicBezTo>
                  <a:pt x="18662" y="3706"/>
                  <a:pt x="18654" y="3714"/>
                  <a:pt x="18637" y="3731"/>
                </a:cubicBezTo>
                <a:cubicBezTo>
                  <a:pt x="19068" y="3672"/>
                  <a:pt x="18831" y="3520"/>
                  <a:pt x="18924" y="3503"/>
                </a:cubicBezTo>
                <a:cubicBezTo>
                  <a:pt x="19000" y="3482"/>
                  <a:pt x="19064" y="3445"/>
                  <a:pt x="19131" y="3445"/>
                </a:cubicBezTo>
                <a:cubicBezTo>
                  <a:pt x="19146" y="3445"/>
                  <a:pt x="19162" y="3447"/>
                  <a:pt x="19178" y="3452"/>
                </a:cubicBezTo>
                <a:lnTo>
                  <a:pt x="19136" y="3486"/>
                </a:lnTo>
                <a:cubicBezTo>
                  <a:pt x="19407" y="3418"/>
                  <a:pt x="19212" y="3401"/>
                  <a:pt x="19457" y="3376"/>
                </a:cubicBezTo>
                <a:cubicBezTo>
                  <a:pt x="19518" y="3357"/>
                  <a:pt x="19520" y="3352"/>
                  <a:pt x="19500" y="3352"/>
                </a:cubicBezTo>
                <a:cubicBezTo>
                  <a:pt x="19479" y="3352"/>
                  <a:pt x="19430" y="3358"/>
                  <a:pt x="19400" y="3358"/>
                </a:cubicBezTo>
                <a:cubicBezTo>
                  <a:pt x="19372" y="3358"/>
                  <a:pt x="19360" y="3353"/>
                  <a:pt x="19398" y="3334"/>
                </a:cubicBezTo>
                <a:cubicBezTo>
                  <a:pt x="19660" y="3317"/>
                  <a:pt x="19542" y="3198"/>
                  <a:pt x="19948" y="3198"/>
                </a:cubicBezTo>
                <a:cubicBezTo>
                  <a:pt x="19931" y="3215"/>
                  <a:pt x="20007" y="3258"/>
                  <a:pt x="19770" y="3300"/>
                </a:cubicBezTo>
                <a:lnTo>
                  <a:pt x="20007" y="3317"/>
                </a:lnTo>
                <a:cubicBezTo>
                  <a:pt x="19880" y="3351"/>
                  <a:pt x="19753" y="3376"/>
                  <a:pt x="19627" y="3385"/>
                </a:cubicBezTo>
                <a:cubicBezTo>
                  <a:pt x="19508" y="3469"/>
                  <a:pt x="19542" y="3503"/>
                  <a:pt x="19432" y="3579"/>
                </a:cubicBezTo>
                <a:cubicBezTo>
                  <a:pt x="19534" y="3545"/>
                  <a:pt x="19508" y="3494"/>
                  <a:pt x="19660" y="3478"/>
                </a:cubicBezTo>
                <a:cubicBezTo>
                  <a:pt x="19675" y="3477"/>
                  <a:pt x="19688" y="3477"/>
                  <a:pt x="19698" y="3477"/>
                </a:cubicBezTo>
                <a:cubicBezTo>
                  <a:pt x="19824" y="3477"/>
                  <a:pt x="19642" y="3521"/>
                  <a:pt x="19627" y="3537"/>
                </a:cubicBezTo>
                <a:cubicBezTo>
                  <a:pt x="19700" y="3505"/>
                  <a:pt x="19756" y="3497"/>
                  <a:pt x="19804" y="3497"/>
                </a:cubicBezTo>
                <a:cubicBezTo>
                  <a:pt x="19862" y="3497"/>
                  <a:pt x="19910" y="3509"/>
                  <a:pt x="19965" y="3509"/>
                </a:cubicBezTo>
                <a:cubicBezTo>
                  <a:pt x="20010" y="3509"/>
                  <a:pt x="20060" y="3501"/>
                  <a:pt x="20126" y="3469"/>
                </a:cubicBezTo>
                <a:cubicBezTo>
                  <a:pt x="20066" y="3401"/>
                  <a:pt x="20109" y="3401"/>
                  <a:pt x="19948" y="3368"/>
                </a:cubicBezTo>
                <a:cubicBezTo>
                  <a:pt x="19999" y="3353"/>
                  <a:pt x="20056" y="3347"/>
                  <a:pt x="20110" y="3347"/>
                </a:cubicBezTo>
                <a:cubicBezTo>
                  <a:pt x="20217" y="3347"/>
                  <a:pt x="20309" y="3373"/>
                  <a:pt x="20303" y="3418"/>
                </a:cubicBezTo>
                <a:lnTo>
                  <a:pt x="20329" y="3351"/>
                </a:lnTo>
                <a:cubicBezTo>
                  <a:pt x="20346" y="3355"/>
                  <a:pt x="20386" y="3355"/>
                  <a:pt x="20423" y="3355"/>
                </a:cubicBezTo>
                <a:cubicBezTo>
                  <a:pt x="20460" y="3355"/>
                  <a:pt x="20494" y="3355"/>
                  <a:pt x="20498" y="3359"/>
                </a:cubicBezTo>
                <a:lnTo>
                  <a:pt x="20549" y="3325"/>
                </a:lnTo>
                <a:cubicBezTo>
                  <a:pt x="20485" y="3309"/>
                  <a:pt x="20419" y="3301"/>
                  <a:pt x="20353" y="3301"/>
                </a:cubicBezTo>
                <a:cubicBezTo>
                  <a:pt x="20279" y="3301"/>
                  <a:pt x="20206" y="3311"/>
                  <a:pt x="20134" y="3334"/>
                </a:cubicBezTo>
                <a:cubicBezTo>
                  <a:pt x="20210" y="3283"/>
                  <a:pt x="20016" y="3249"/>
                  <a:pt x="20269" y="3198"/>
                </a:cubicBezTo>
                <a:cubicBezTo>
                  <a:pt x="20279" y="3198"/>
                  <a:pt x="20288" y="3197"/>
                  <a:pt x="20294" y="3197"/>
                </a:cubicBezTo>
                <a:cubicBezTo>
                  <a:pt x="20364" y="3197"/>
                  <a:pt x="20287" y="3234"/>
                  <a:pt x="20295" y="3249"/>
                </a:cubicBezTo>
                <a:cubicBezTo>
                  <a:pt x="20484" y="3210"/>
                  <a:pt x="20613" y="3200"/>
                  <a:pt x="20719" y="3200"/>
                </a:cubicBezTo>
                <a:cubicBezTo>
                  <a:pt x="20845" y="3200"/>
                  <a:pt x="20935" y="3215"/>
                  <a:pt x="21051" y="3215"/>
                </a:cubicBezTo>
                <a:cubicBezTo>
                  <a:pt x="21132" y="3215"/>
                  <a:pt x="21225" y="3207"/>
                  <a:pt x="21352" y="3181"/>
                </a:cubicBezTo>
                <a:lnTo>
                  <a:pt x="21352" y="3181"/>
                </a:lnTo>
                <a:cubicBezTo>
                  <a:pt x="21242" y="3224"/>
                  <a:pt x="20955" y="3215"/>
                  <a:pt x="20743" y="3291"/>
                </a:cubicBezTo>
                <a:cubicBezTo>
                  <a:pt x="20765" y="3297"/>
                  <a:pt x="20788" y="3299"/>
                  <a:pt x="20810" y="3299"/>
                </a:cubicBezTo>
                <a:cubicBezTo>
                  <a:pt x="20925" y="3299"/>
                  <a:pt x="21043" y="3238"/>
                  <a:pt x="21149" y="3224"/>
                </a:cubicBezTo>
                <a:lnTo>
                  <a:pt x="21149" y="3224"/>
                </a:lnTo>
                <a:cubicBezTo>
                  <a:pt x="21039" y="3266"/>
                  <a:pt x="21022" y="3291"/>
                  <a:pt x="21166" y="3300"/>
                </a:cubicBezTo>
                <a:lnTo>
                  <a:pt x="21217" y="3258"/>
                </a:lnTo>
                <a:cubicBezTo>
                  <a:pt x="21273" y="3245"/>
                  <a:pt x="21328" y="3237"/>
                  <a:pt x="21387" y="3237"/>
                </a:cubicBezTo>
                <a:cubicBezTo>
                  <a:pt x="21409" y="3237"/>
                  <a:pt x="21431" y="3238"/>
                  <a:pt x="21454" y="3241"/>
                </a:cubicBezTo>
                <a:cubicBezTo>
                  <a:pt x="21462" y="3224"/>
                  <a:pt x="21420" y="3215"/>
                  <a:pt x="21344" y="3215"/>
                </a:cubicBezTo>
                <a:cubicBezTo>
                  <a:pt x="21648" y="3122"/>
                  <a:pt x="21970" y="3063"/>
                  <a:pt x="22283" y="3046"/>
                </a:cubicBezTo>
                <a:lnTo>
                  <a:pt x="22283" y="3046"/>
                </a:lnTo>
                <a:cubicBezTo>
                  <a:pt x="22266" y="3131"/>
                  <a:pt x="21775" y="3156"/>
                  <a:pt x="22046" y="3181"/>
                </a:cubicBezTo>
                <a:cubicBezTo>
                  <a:pt x="22184" y="3149"/>
                  <a:pt x="22290" y="3063"/>
                  <a:pt x="22529" y="3063"/>
                </a:cubicBezTo>
                <a:cubicBezTo>
                  <a:pt x="22540" y="3063"/>
                  <a:pt x="22551" y="3063"/>
                  <a:pt x="22562" y="3063"/>
                </a:cubicBezTo>
                <a:cubicBezTo>
                  <a:pt x="22460" y="3122"/>
                  <a:pt x="22689" y="3088"/>
                  <a:pt x="22689" y="3122"/>
                </a:cubicBezTo>
                <a:lnTo>
                  <a:pt x="23027" y="2987"/>
                </a:lnTo>
                <a:cubicBezTo>
                  <a:pt x="23172" y="2973"/>
                  <a:pt x="23317" y="2954"/>
                  <a:pt x="23457" y="2924"/>
                </a:cubicBezTo>
                <a:lnTo>
                  <a:pt x="23457" y="2924"/>
                </a:lnTo>
                <a:cubicBezTo>
                  <a:pt x="23419" y="2931"/>
                  <a:pt x="23381" y="2936"/>
                  <a:pt x="23340" y="2936"/>
                </a:cubicBezTo>
                <a:cubicBezTo>
                  <a:pt x="23459" y="2873"/>
                  <a:pt x="23571" y="2866"/>
                  <a:pt x="23691" y="2866"/>
                </a:cubicBezTo>
                <a:cubicBezTo>
                  <a:pt x="23721" y="2866"/>
                  <a:pt x="23752" y="2867"/>
                  <a:pt x="23784" y="2867"/>
                </a:cubicBezTo>
                <a:cubicBezTo>
                  <a:pt x="23878" y="2867"/>
                  <a:pt x="23979" y="2863"/>
                  <a:pt x="24093" y="2835"/>
                </a:cubicBezTo>
                <a:lnTo>
                  <a:pt x="24093" y="2835"/>
                </a:lnTo>
                <a:lnTo>
                  <a:pt x="23958" y="2877"/>
                </a:lnTo>
                <a:cubicBezTo>
                  <a:pt x="24161" y="2868"/>
                  <a:pt x="24355" y="2826"/>
                  <a:pt x="24550" y="2767"/>
                </a:cubicBezTo>
                <a:lnTo>
                  <a:pt x="24550" y="2818"/>
                </a:lnTo>
                <a:cubicBezTo>
                  <a:pt x="24567" y="2742"/>
                  <a:pt x="24956" y="2674"/>
                  <a:pt x="25049" y="2640"/>
                </a:cubicBezTo>
                <a:lnTo>
                  <a:pt x="25049" y="2640"/>
                </a:lnTo>
                <a:cubicBezTo>
                  <a:pt x="24770" y="2704"/>
                  <a:pt x="24645" y="2704"/>
                  <a:pt x="24522" y="2704"/>
                </a:cubicBezTo>
                <a:cubicBezTo>
                  <a:pt x="24400" y="2704"/>
                  <a:pt x="24279" y="2704"/>
                  <a:pt x="24009" y="2767"/>
                </a:cubicBezTo>
                <a:cubicBezTo>
                  <a:pt x="24203" y="2665"/>
                  <a:pt x="24355" y="2632"/>
                  <a:pt x="24567" y="2530"/>
                </a:cubicBezTo>
                <a:cubicBezTo>
                  <a:pt x="24590" y="2528"/>
                  <a:pt x="24609" y="2527"/>
                  <a:pt x="24624" y="2527"/>
                </a:cubicBezTo>
                <a:cubicBezTo>
                  <a:pt x="24668" y="2527"/>
                  <a:pt x="24688" y="2535"/>
                  <a:pt x="24694" y="2547"/>
                </a:cubicBezTo>
                <a:cubicBezTo>
                  <a:pt x="24761" y="2513"/>
                  <a:pt x="24778" y="2462"/>
                  <a:pt x="24905" y="2420"/>
                </a:cubicBezTo>
                <a:lnTo>
                  <a:pt x="24948" y="2446"/>
                </a:lnTo>
                <a:cubicBezTo>
                  <a:pt x="25328" y="2429"/>
                  <a:pt x="25277" y="2276"/>
                  <a:pt x="25633" y="2259"/>
                </a:cubicBezTo>
                <a:lnTo>
                  <a:pt x="25633" y="2259"/>
                </a:lnTo>
                <a:cubicBezTo>
                  <a:pt x="25717" y="2319"/>
                  <a:pt x="25337" y="2395"/>
                  <a:pt x="25125" y="2462"/>
                </a:cubicBezTo>
                <a:cubicBezTo>
                  <a:pt x="25303" y="2505"/>
                  <a:pt x="24770" y="2539"/>
                  <a:pt x="24981" y="2606"/>
                </a:cubicBezTo>
                <a:lnTo>
                  <a:pt x="25091" y="2547"/>
                </a:lnTo>
                <a:cubicBezTo>
                  <a:pt x="25103" y="2546"/>
                  <a:pt x="25114" y="2546"/>
                  <a:pt x="25123" y="2546"/>
                </a:cubicBezTo>
                <a:cubicBezTo>
                  <a:pt x="25199" y="2546"/>
                  <a:pt x="25186" y="2574"/>
                  <a:pt x="25125" y="2589"/>
                </a:cubicBezTo>
                <a:cubicBezTo>
                  <a:pt x="25269" y="2555"/>
                  <a:pt x="25235" y="2572"/>
                  <a:pt x="25286" y="2530"/>
                </a:cubicBezTo>
                <a:cubicBezTo>
                  <a:pt x="25393" y="2514"/>
                  <a:pt x="25458" y="2508"/>
                  <a:pt x="25497" y="2508"/>
                </a:cubicBezTo>
                <a:cubicBezTo>
                  <a:pt x="25640" y="2508"/>
                  <a:pt x="25417" y="2596"/>
                  <a:pt x="25660" y="2596"/>
                </a:cubicBezTo>
                <a:cubicBezTo>
                  <a:pt x="25696" y="2596"/>
                  <a:pt x="25743" y="2594"/>
                  <a:pt x="25802" y="2589"/>
                </a:cubicBezTo>
                <a:lnTo>
                  <a:pt x="25802" y="2589"/>
                </a:lnTo>
                <a:cubicBezTo>
                  <a:pt x="25734" y="2615"/>
                  <a:pt x="25582" y="2632"/>
                  <a:pt x="25616" y="2665"/>
                </a:cubicBezTo>
                <a:lnTo>
                  <a:pt x="25320" y="2691"/>
                </a:lnTo>
                <a:lnTo>
                  <a:pt x="25320" y="2742"/>
                </a:lnTo>
                <a:cubicBezTo>
                  <a:pt x="25582" y="2725"/>
                  <a:pt x="25844" y="2632"/>
                  <a:pt x="26073" y="2479"/>
                </a:cubicBezTo>
                <a:lnTo>
                  <a:pt x="26073" y="2479"/>
                </a:lnTo>
                <a:cubicBezTo>
                  <a:pt x="25988" y="2505"/>
                  <a:pt x="25943" y="2514"/>
                  <a:pt x="25920" y="2514"/>
                </a:cubicBezTo>
                <a:cubicBezTo>
                  <a:pt x="25852" y="2514"/>
                  <a:pt x="25984" y="2429"/>
                  <a:pt x="25844" y="2429"/>
                </a:cubicBezTo>
                <a:cubicBezTo>
                  <a:pt x="25874" y="2409"/>
                  <a:pt x="25907" y="2401"/>
                  <a:pt x="25940" y="2401"/>
                </a:cubicBezTo>
                <a:cubicBezTo>
                  <a:pt x="25964" y="2401"/>
                  <a:pt x="25989" y="2405"/>
                  <a:pt x="26013" y="2412"/>
                </a:cubicBezTo>
                <a:cubicBezTo>
                  <a:pt x="26038" y="2387"/>
                  <a:pt x="26198" y="2354"/>
                  <a:pt x="26184" y="2329"/>
                </a:cubicBezTo>
                <a:lnTo>
                  <a:pt x="26184" y="2329"/>
                </a:lnTo>
                <a:cubicBezTo>
                  <a:pt x="26285" y="2453"/>
                  <a:pt x="27019" y="2353"/>
                  <a:pt x="26868" y="2513"/>
                </a:cubicBezTo>
                <a:cubicBezTo>
                  <a:pt x="26878" y="2514"/>
                  <a:pt x="26890" y="2514"/>
                  <a:pt x="26902" y="2514"/>
                </a:cubicBezTo>
                <a:cubicBezTo>
                  <a:pt x="27143" y="2514"/>
                  <a:pt x="27753" y="2366"/>
                  <a:pt x="28187" y="2302"/>
                </a:cubicBezTo>
                <a:lnTo>
                  <a:pt x="28187" y="2302"/>
                </a:lnTo>
                <a:lnTo>
                  <a:pt x="28061" y="2352"/>
                </a:lnTo>
                <a:cubicBezTo>
                  <a:pt x="28123" y="2360"/>
                  <a:pt x="28176" y="2363"/>
                  <a:pt x="28222" y="2363"/>
                </a:cubicBezTo>
                <a:cubicBezTo>
                  <a:pt x="28544" y="2363"/>
                  <a:pt x="28509" y="2200"/>
                  <a:pt x="28746" y="2141"/>
                </a:cubicBezTo>
                <a:lnTo>
                  <a:pt x="28746" y="2141"/>
                </a:lnTo>
                <a:cubicBezTo>
                  <a:pt x="28627" y="2179"/>
                  <a:pt x="28684" y="2185"/>
                  <a:pt x="28784" y="2185"/>
                </a:cubicBezTo>
                <a:cubicBezTo>
                  <a:pt x="28834" y="2185"/>
                  <a:pt x="28894" y="2184"/>
                  <a:pt x="28948" y="2184"/>
                </a:cubicBezTo>
                <a:cubicBezTo>
                  <a:pt x="29002" y="2184"/>
                  <a:pt x="29050" y="2185"/>
                  <a:pt x="29076" y="2192"/>
                </a:cubicBezTo>
                <a:cubicBezTo>
                  <a:pt x="29296" y="2124"/>
                  <a:pt x="29465" y="2023"/>
                  <a:pt x="29769" y="1989"/>
                </a:cubicBezTo>
                <a:cubicBezTo>
                  <a:pt x="29839" y="2028"/>
                  <a:pt x="29859" y="2109"/>
                  <a:pt x="30019" y="2109"/>
                </a:cubicBezTo>
                <a:cubicBezTo>
                  <a:pt x="30034" y="2109"/>
                  <a:pt x="30049" y="2109"/>
                  <a:pt x="30065" y="2107"/>
                </a:cubicBezTo>
                <a:lnTo>
                  <a:pt x="30192" y="2039"/>
                </a:lnTo>
                <a:cubicBezTo>
                  <a:pt x="30366" y="2017"/>
                  <a:pt x="30593" y="1961"/>
                  <a:pt x="30730" y="1961"/>
                </a:cubicBezTo>
                <a:cubicBezTo>
                  <a:pt x="30747" y="1961"/>
                  <a:pt x="30762" y="1961"/>
                  <a:pt x="30776" y="1963"/>
                </a:cubicBezTo>
                <a:lnTo>
                  <a:pt x="30751" y="1972"/>
                </a:lnTo>
                <a:cubicBezTo>
                  <a:pt x="30968" y="1972"/>
                  <a:pt x="30971" y="1895"/>
                  <a:pt x="30825" y="1895"/>
                </a:cubicBezTo>
                <a:cubicBezTo>
                  <a:pt x="30817" y="1895"/>
                  <a:pt x="30809" y="1895"/>
                  <a:pt x="30801" y="1896"/>
                </a:cubicBezTo>
                <a:lnTo>
                  <a:pt x="31004" y="1836"/>
                </a:lnTo>
                <a:lnTo>
                  <a:pt x="31013" y="1853"/>
                </a:lnTo>
                <a:cubicBezTo>
                  <a:pt x="31292" y="1786"/>
                  <a:pt x="31537" y="1667"/>
                  <a:pt x="31977" y="1591"/>
                </a:cubicBezTo>
                <a:lnTo>
                  <a:pt x="31977" y="1591"/>
                </a:lnTo>
                <a:cubicBezTo>
                  <a:pt x="31867" y="1659"/>
                  <a:pt x="32324" y="1650"/>
                  <a:pt x="31927" y="1718"/>
                </a:cubicBezTo>
                <a:cubicBezTo>
                  <a:pt x="32045" y="1676"/>
                  <a:pt x="31859" y="1676"/>
                  <a:pt x="31833" y="1650"/>
                </a:cubicBezTo>
                <a:cubicBezTo>
                  <a:pt x="31715" y="1667"/>
                  <a:pt x="31605" y="1701"/>
                  <a:pt x="31504" y="1752"/>
                </a:cubicBezTo>
                <a:cubicBezTo>
                  <a:pt x="31554" y="1777"/>
                  <a:pt x="31520" y="1853"/>
                  <a:pt x="31453" y="1904"/>
                </a:cubicBezTo>
                <a:cubicBezTo>
                  <a:pt x="31724" y="1777"/>
                  <a:pt x="32536" y="1760"/>
                  <a:pt x="32578" y="1600"/>
                </a:cubicBezTo>
                <a:cubicBezTo>
                  <a:pt x="32933" y="1566"/>
                  <a:pt x="33390" y="1473"/>
                  <a:pt x="33796" y="1447"/>
                </a:cubicBezTo>
                <a:cubicBezTo>
                  <a:pt x="33779" y="1439"/>
                  <a:pt x="33745" y="1430"/>
                  <a:pt x="33754" y="1422"/>
                </a:cubicBezTo>
                <a:lnTo>
                  <a:pt x="33754" y="1422"/>
                </a:lnTo>
                <a:lnTo>
                  <a:pt x="34126" y="1439"/>
                </a:lnTo>
                <a:lnTo>
                  <a:pt x="34041" y="1456"/>
                </a:lnTo>
                <a:lnTo>
                  <a:pt x="34278" y="1473"/>
                </a:lnTo>
                <a:cubicBezTo>
                  <a:pt x="34304" y="1498"/>
                  <a:pt x="34219" y="1532"/>
                  <a:pt x="34126" y="1549"/>
                </a:cubicBezTo>
                <a:cubicBezTo>
                  <a:pt x="34111" y="1554"/>
                  <a:pt x="34096" y="1556"/>
                  <a:pt x="34084" y="1556"/>
                </a:cubicBezTo>
                <a:cubicBezTo>
                  <a:pt x="34055" y="1556"/>
                  <a:pt x="34040" y="1544"/>
                  <a:pt x="34073" y="1533"/>
                </a:cubicBezTo>
                <a:lnTo>
                  <a:pt x="34073" y="1533"/>
                </a:lnTo>
                <a:cubicBezTo>
                  <a:pt x="33975" y="1567"/>
                  <a:pt x="33991" y="1573"/>
                  <a:pt x="34034" y="1573"/>
                </a:cubicBezTo>
                <a:cubicBezTo>
                  <a:pt x="34058" y="1573"/>
                  <a:pt x="34092" y="1571"/>
                  <a:pt x="34119" y="1571"/>
                </a:cubicBezTo>
                <a:cubicBezTo>
                  <a:pt x="34158" y="1571"/>
                  <a:pt x="34180" y="1575"/>
                  <a:pt x="34126" y="1600"/>
                </a:cubicBezTo>
                <a:cubicBezTo>
                  <a:pt x="34067" y="1608"/>
                  <a:pt x="34008" y="1616"/>
                  <a:pt x="33948" y="1625"/>
                </a:cubicBezTo>
                <a:cubicBezTo>
                  <a:pt x="33959" y="1625"/>
                  <a:pt x="33969" y="1625"/>
                  <a:pt x="33979" y="1625"/>
                </a:cubicBezTo>
                <a:cubicBezTo>
                  <a:pt x="34179" y="1625"/>
                  <a:pt x="34294" y="1565"/>
                  <a:pt x="34420" y="1565"/>
                </a:cubicBezTo>
                <a:cubicBezTo>
                  <a:pt x="34456" y="1565"/>
                  <a:pt x="34492" y="1570"/>
                  <a:pt x="34532" y="1583"/>
                </a:cubicBezTo>
                <a:cubicBezTo>
                  <a:pt x="34720" y="1488"/>
                  <a:pt x="34931" y="1438"/>
                  <a:pt x="35136" y="1438"/>
                </a:cubicBezTo>
                <a:cubicBezTo>
                  <a:pt x="35152" y="1438"/>
                  <a:pt x="35168" y="1438"/>
                  <a:pt x="35183" y="1439"/>
                </a:cubicBezTo>
                <a:cubicBezTo>
                  <a:pt x="35163" y="1448"/>
                  <a:pt x="35165" y="1451"/>
                  <a:pt x="35180" y="1451"/>
                </a:cubicBezTo>
                <a:cubicBezTo>
                  <a:pt x="35209" y="1451"/>
                  <a:pt x="35286" y="1439"/>
                  <a:pt x="35332" y="1439"/>
                </a:cubicBezTo>
                <a:cubicBezTo>
                  <a:pt x="35368" y="1439"/>
                  <a:pt x="35384" y="1447"/>
                  <a:pt x="35344" y="1473"/>
                </a:cubicBezTo>
                <a:cubicBezTo>
                  <a:pt x="35437" y="1430"/>
                  <a:pt x="35674" y="1447"/>
                  <a:pt x="35699" y="1397"/>
                </a:cubicBezTo>
                <a:lnTo>
                  <a:pt x="35699" y="1397"/>
                </a:lnTo>
                <a:cubicBezTo>
                  <a:pt x="35649" y="1416"/>
                  <a:pt x="35593" y="1425"/>
                  <a:pt x="35536" y="1425"/>
                </a:cubicBezTo>
                <a:cubicBezTo>
                  <a:pt x="35518" y="1425"/>
                  <a:pt x="35499" y="1424"/>
                  <a:pt x="35479" y="1422"/>
                </a:cubicBezTo>
                <a:cubicBezTo>
                  <a:pt x="35581" y="1397"/>
                  <a:pt x="35589" y="1354"/>
                  <a:pt x="35716" y="1346"/>
                </a:cubicBezTo>
                <a:cubicBezTo>
                  <a:pt x="35733" y="1354"/>
                  <a:pt x="35725" y="1363"/>
                  <a:pt x="35725" y="1363"/>
                </a:cubicBezTo>
                <a:cubicBezTo>
                  <a:pt x="35886" y="1303"/>
                  <a:pt x="35767" y="1219"/>
                  <a:pt x="36063" y="1185"/>
                </a:cubicBezTo>
                <a:cubicBezTo>
                  <a:pt x="36207" y="1159"/>
                  <a:pt x="36294" y="1149"/>
                  <a:pt x="36339" y="1149"/>
                </a:cubicBezTo>
                <a:cubicBezTo>
                  <a:pt x="36535" y="1149"/>
                  <a:pt x="35991" y="1341"/>
                  <a:pt x="36080" y="1354"/>
                </a:cubicBezTo>
                <a:cubicBezTo>
                  <a:pt x="36103" y="1324"/>
                  <a:pt x="36381" y="1259"/>
                  <a:pt x="36547" y="1259"/>
                </a:cubicBezTo>
                <a:cubicBezTo>
                  <a:pt x="36565" y="1259"/>
                  <a:pt x="36581" y="1260"/>
                  <a:pt x="36596" y="1261"/>
                </a:cubicBezTo>
                <a:lnTo>
                  <a:pt x="36562" y="1278"/>
                </a:lnTo>
                <a:cubicBezTo>
                  <a:pt x="36632" y="1250"/>
                  <a:pt x="36714" y="1234"/>
                  <a:pt x="36793" y="1234"/>
                </a:cubicBezTo>
                <a:cubicBezTo>
                  <a:pt x="36809" y="1234"/>
                  <a:pt x="36825" y="1234"/>
                  <a:pt x="36841" y="1236"/>
                </a:cubicBezTo>
                <a:cubicBezTo>
                  <a:pt x="36892" y="1177"/>
                  <a:pt x="36951" y="1117"/>
                  <a:pt x="37019" y="1075"/>
                </a:cubicBezTo>
                <a:lnTo>
                  <a:pt x="37357" y="1016"/>
                </a:lnTo>
                <a:lnTo>
                  <a:pt x="37357" y="1016"/>
                </a:lnTo>
                <a:lnTo>
                  <a:pt x="37290" y="1058"/>
                </a:lnTo>
                <a:cubicBezTo>
                  <a:pt x="37357" y="1041"/>
                  <a:pt x="37434" y="1024"/>
                  <a:pt x="37501" y="1016"/>
                </a:cubicBezTo>
                <a:lnTo>
                  <a:pt x="37501" y="1016"/>
                </a:lnTo>
                <a:cubicBezTo>
                  <a:pt x="37535" y="1050"/>
                  <a:pt x="37442" y="1050"/>
                  <a:pt x="37332" y="1084"/>
                </a:cubicBezTo>
                <a:cubicBezTo>
                  <a:pt x="37356" y="1093"/>
                  <a:pt x="37383" y="1097"/>
                  <a:pt x="37409" y="1097"/>
                </a:cubicBezTo>
                <a:cubicBezTo>
                  <a:pt x="37456" y="1097"/>
                  <a:pt x="37503" y="1082"/>
                  <a:pt x="37535" y="1050"/>
                </a:cubicBezTo>
                <a:lnTo>
                  <a:pt x="37493" y="1050"/>
                </a:lnTo>
                <a:cubicBezTo>
                  <a:pt x="37571" y="1018"/>
                  <a:pt x="37851" y="929"/>
                  <a:pt x="37687" y="929"/>
                </a:cubicBezTo>
                <a:cubicBezTo>
                  <a:pt x="37673" y="929"/>
                  <a:pt x="37657" y="930"/>
                  <a:pt x="37637" y="931"/>
                </a:cubicBezTo>
                <a:cubicBezTo>
                  <a:pt x="37701" y="909"/>
                  <a:pt x="37752" y="902"/>
                  <a:pt x="37796" y="902"/>
                </a:cubicBezTo>
                <a:cubicBezTo>
                  <a:pt x="37857" y="902"/>
                  <a:pt x="37904" y="915"/>
                  <a:pt x="37955" y="915"/>
                </a:cubicBezTo>
                <a:cubicBezTo>
                  <a:pt x="37977" y="915"/>
                  <a:pt x="38000" y="913"/>
                  <a:pt x="38026" y="906"/>
                </a:cubicBezTo>
                <a:lnTo>
                  <a:pt x="38026" y="906"/>
                </a:lnTo>
                <a:cubicBezTo>
                  <a:pt x="38043" y="940"/>
                  <a:pt x="37924" y="965"/>
                  <a:pt x="37992" y="982"/>
                </a:cubicBezTo>
                <a:cubicBezTo>
                  <a:pt x="38102" y="974"/>
                  <a:pt x="38212" y="965"/>
                  <a:pt x="38313" y="931"/>
                </a:cubicBezTo>
                <a:cubicBezTo>
                  <a:pt x="38212" y="931"/>
                  <a:pt x="38339" y="897"/>
                  <a:pt x="38170" y="897"/>
                </a:cubicBezTo>
                <a:cubicBezTo>
                  <a:pt x="38229" y="872"/>
                  <a:pt x="38390" y="847"/>
                  <a:pt x="38381" y="830"/>
                </a:cubicBezTo>
                <a:lnTo>
                  <a:pt x="38381" y="830"/>
                </a:lnTo>
                <a:cubicBezTo>
                  <a:pt x="38330" y="847"/>
                  <a:pt x="38263" y="855"/>
                  <a:pt x="38203" y="855"/>
                </a:cubicBezTo>
                <a:cubicBezTo>
                  <a:pt x="38381" y="813"/>
                  <a:pt x="38559" y="787"/>
                  <a:pt x="38736" y="787"/>
                </a:cubicBezTo>
                <a:cubicBezTo>
                  <a:pt x="38728" y="804"/>
                  <a:pt x="38711" y="813"/>
                  <a:pt x="38694" y="821"/>
                </a:cubicBezTo>
                <a:cubicBezTo>
                  <a:pt x="38922" y="728"/>
                  <a:pt x="39269" y="694"/>
                  <a:pt x="39413" y="610"/>
                </a:cubicBezTo>
                <a:lnTo>
                  <a:pt x="39345" y="610"/>
                </a:lnTo>
                <a:cubicBezTo>
                  <a:pt x="39295" y="629"/>
                  <a:pt x="39239" y="638"/>
                  <a:pt x="39186" y="638"/>
                </a:cubicBezTo>
                <a:cubicBezTo>
                  <a:pt x="39168" y="638"/>
                  <a:pt x="39151" y="637"/>
                  <a:pt x="39134" y="635"/>
                </a:cubicBezTo>
                <a:cubicBezTo>
                  <a:pt x="39303" y="601"/>
                  <a:pt x="38999" y="593"/>
                  <a:pt x="39185" y="542"/>
                </a:cubicBezTo>
                <a:cubicBezTo>
                  <a:pt x="39430" y="474"/>
                  <a:pt x="39667" y="525"/>
                  <a:pt x="39794" y="424"/>
                </a:cubicBezTo>
                <a:lnTo>
                  <a:pt x="39794" y="424"/>
                </a:lnTo>
                <a:cubicBezTo>
                  <a:pt x="39548" y="449"/>
                  <a:pt x="39219" y="449"/>
                  <a:pt x="39125" y="500"/>
                </a:cubicBezTo>
                <a:lnTo>
                  <a:pt x="39286" y="483"/>
                </a:lnTo>
                <a:lnTo>
                  <a:pt x="38939" y="618"/>
                </a:lnTo>
                <a:cubicBezTo>
                  <a:pt x="38937" y="613"/>
                  <a:pt x="38927" y="611"/>
                  <a:pt x="38912" y="611"/>
                </a:cubicBezTo>
                <a:cubicBezTo>
                  <a:pt x="38859" y="611"/>
                  <a:pt x="38745" y="639"/>
                  <a:pt x="38681" y="639"/>
                </a:cubicBezTo>
                <a:cubicBezTo>
                  <a:pt x="38653" y="639"/>
                  <a:pt x="38635" y="633"/>
                  <a:pt x="38635" y="618"/>
                </a:cubicBezTo>
                <a:cubicBezTo>
                  <a:pt x="38753" y="593"/>
                  <a:pt x="38863" y="584"/>
                  <a:pt x="38956" y="559"/>
                </a:cubicBezTo>
                <a:cubicBezTo>
                  <a:pt x="38953" y="557"/>
                  <a:pt x="38944" y="556"/>
                  <a:pt x="38930" y="556"/>
                </a:cubicBezTo>
                <a:cubicBezTo>
                  <a:pt x="38848" y="556"/>
                  <a:pt x="38608" y="594"/>
                  <a:pt x="38499" y="601"/>
                </a:cubicBezTo>
                <a:lnTo>
                  <a:pt x="38669" y="601"/>
                </a:lnTo>
                <a:cubicBezTo>
                  <a:pt x="38381" y="686"/>
                  <a:pt x="38009" y="720"/>
                  <a:pt x="37738" y="787"/>
                </a:cubicBezTo>
                <a:cubicBezTo>
                  <a:pt x="37844" y="754"/>
                  <a:pt x="37772" y="754"/>
                  <a:pt x="37695" y="754"/>
                </a:cubicBezTo>
                <a:cubicBezTo>
                  <a:pt x="37618" y="754"/>
                  <a:pt x="37535" y="754"/>
                  <a:pt x="37620" y="720"/>
                </a:cubicBezTo>
                <a:cubicBezTo>
                  <a:pt x="37657" y="707"/>
                  <a:pt x="37694" y="700"/>
                  <a:pt x="37735" y="700"/>
                </a:cubicBezTo>
                <a:cubicBezTo>
                  <a:pt x="37749" y="700"/>
                  <a:pt x="37765" y="701"/>
                  <a:pt x="37780" y="703"/>
                </a:cubicBezTo>
                <a:cubicBezTo>
                  <a:pt x="37783" y="686"/>
                  <a:pt x="37766" y="682"/>
                  <a:pt x="37739" y="682"/>
                </a:cubicBezTo>
                <a:cubicBezTo>
                  <a:pt x="37698" y="682"/>
                  <a:pt x="37636" y="693"/>
                  <a:pt x="37590" y="693"/>
                </a:cubicBezTo>
                <a:cubicBezTo>
                  <a:pt x="37571" y="693"/>
                  <a:pt x="37555" y="691"/>
                  <a:pt x="37544" y="686"/>
                </a:cubicBezTo>
                <a:cubicBezTo>
                  <a:pt x="37519" y="719"/>
                  <a:pt x="37242" y="777"/>
                  <a:pt x="37398" y="787"/>
                </a:cubicBezTo>
                <a:lnTo>
                  <a:pt x="37398" y="787"/>
                </a:lnTo>
                <a:cubicBezTo>
                  <a:pt x="37396" y="787"/>
                  <a:pt x="37394" y="787"/>
                  <a:pt x="37393" y="787"/>
                </a:cubicBezTo>
                <a:cubicBezTo>
                  <a:pt x="37304" y="787"/>
                  <a:pt x="37144" y="841"/>
                  <a:pt x="37026" y="841"/>
                </a:cubicBezTo>
                <a:cubicBezTo>
                  <a:pt x="37012" y="841"/>
                  <a:pt x="36998" y="840"/>
                  <a:pt x="36985" y="838"/>
                </a:cubicBezTo>
                <a:lnTo>
                  <a:pt x="36985" y="838"/>
                </a:lnTo>
                <a:cubicBezTo>
                  <a:pt x="37028" y="889"/>
                  <a:pt x="36757" y="906"/>
                  <a:pt x="36715" y="940"/>
                </a:cubicBezTo>
                <a:cubicBezTo>
                  <a:pt x="36664" y="940"/>
                  <a:pt x="36613" y="940"/>
                  <a:pt x="36571" y="931"/>
                </a:cubicBezTo>
                <a:cubicBezTo>
                  <a:pt x="36681" y="897"/>
                  <a:pt x="36825" y="855"/>
                  <a:pt x="36968" y="804"/>
                </a:cubicBezTo>
                <a:cubicBezTo>
                  <a:pt x="37028" y="804"/>
                  <a:pt x="37138" y="796"/>
                  <a:pt x="37104" y="787"/>
                </a:cubicBezTo>
                <a:lnTo>
                  <a:pt x="37104" y="762"/>
                </a:lnTo>
                <a:cubicBezTo>
                  <a:pt x="37391" y="669"/>
                  <a:pt x="37687" y="576"/>
                  <a:pt x="37831" y="534"/>
                </a:cubicBezTo>
                <a:lnTo>
                  <a:pt x="37831" y="534"/>
                </a:lnTo>
                <a:lnTo>
                  <a:pt x="37764" y="576"/>
                </a:lnTo>
                <a:cubicBezTo>
                  <a:pt x="37975" y="474"/>
                  <a:pt x="38212" y="517"/>
                  <a:pt x="38432" y="432"/>
                </a:cubicBezTo>
                <a:lnTo>
                  <a:pt x="38432" y="432"/>
                </a:lnTo>
                <a:cubicBezTo>
                  <a:pt x="38423" y="449"/>
                  <a:pt x="38398" y="449"/>
                  <a:pt x="38440" y="449"/>
                </a:cubicBezTo>
                <a:cubicBezTo>
                  <a:pt x="38708" y="426"/>
                  <a:pt x="38814" y="329"/>
                  <a:pt x="39011" y="329"/>
                </a:cubicBezTo>
                <a:cubicBezTo>
                  <a:pt x="39026" y="329"/>
                  <a:pt x="39042" y="329"/>
                  <a:pt x="39058" y="331"/>
                </a:cubicBezTo>
                <a:lnTo>
                  <a:pt x="39041" y="365"/>
                </a:lnTo>
                <a:cubicBezTo>
                  <a:pt x="39058" y="356"/>
                  <a:pt x="39185" y="314"/>
                  <a:pt x="39159" y="280"/>
                </a:cubicBezTo>
                <a:lnTo>
                  <a:pt x="39159" y="280"/>
                </a:lnTo>
                <a:cubicBezTo>
                  <a:pt x="39024" y="314"/>
                  <a:pt x="38897" y="339"/>
                  <a:pt x="38762" y="348"/>
                </a:cubicBezTo>
                <a:cubicBezTo>
                  <a:pt x="38863" y="297"/>
                  <a:pt x="38973" y="271"/>
                  <a:pt x="39092" y="255"/>
                </a:cubicBezTo>
                <a:lnTo>
                  <a:pt x="39092" y="195"/>
                </a:lnTo>
                <a:cubicBezTo>
                  <a:pt x="39227" y="119"/>
                  <a:pt x="39379" y="187"/>
                  <a:pt x="39515" y="111"/>
                </a:cubicBezTo>
                <a:lnTo>
                  <a:pt x="39345" y="94"/>
                </a:lnTo>
                <a:cubicBezTo>
                  <a:pt x="39348" y="91"/>
                  <a:pt x="39350" y="90"/>
                  <a:pt x="39353" y="88"/>
                </a:cubicBezTo>
                <a:lnTo>
                  <a:pt x="39353" y="88"/>
                </a:lnTo>
                <a:cubicBezTo>
                  <a:pt x="39307" y="96"/>
                  <a:pt x="39256" y="105"/>
                  <a:pt x="39219" y="128"/>
                </a:cubicBezTo>
                <a:cubicBezTo>
                  <a:pt x="39155" y="150"/>
                  <a:pt x="39088" y="161"/>
                  <a:pt x="39021" y="161"/>
                </a:cubicBezTo>
                <a:cubicBezTo>
                  <a:pt x="38937" y="161"/>
                  <a:pt x="38854" y="144"/>
                  <a:pt x="38779" y="111"/>
                </a:cubicBezTo>
                <a:cubicBezTo>
                  <a:pt x="38660" y="111"/>
                  <a:pt x="38812" y="35"/>
                  <a:pt x="3879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7"/>
          <p:cNvSpPr/>
          <p:nvPr/>
        </p:nvSpPr>
        <p:spPr>
          <a:xfrm>
            <a:off x="7249382" y="3552325"/>
            <a:ext cx="6031" cy="685"/>
          </a:xfrm>
          <a:custGeom>
            <a:rect b="b" l="l" r="r" t="t"/>
            <a:pathLst>
              <a:path extrusionOk="0" h="20" w="176">
                <a:moveTo>
                  <a:pt x="129" y="1"/>
                </a:moveTo>
                <a:cubicBezTo>
                  <a:pt x="77" y="1"/>
                  <a:pt x="0" y="19"/>
                  <a:pt x="28" y="19"/>
                </a:cubicBezTo>
                <a:cubicBezTo>
                  <a:pt x="54" y="15"/>
                  <a:pt x="77" y="13"/>
                  <a:pt x="100" y="13"/>
                </a:cubicBezTo>
                <a:cubicBezTo>
                  <a:pt x="124" y="13"/>
                  <a:pt x="147" y="15"/>
                  <a:pt x="172" y="19"/>
                </a:cubicBezTo>
                <a:cubicBezTo>
                  <a:pt x="175" y="5"/>
                  <a:pt x="155" y="1"/>
                  <a:pt x="12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7"/>
          <p:cNvSpPr/>
          <p:nvPr/>
        </p:nvSpPr>
        <p:spPr>
          <a:xfrm>
            <a:off x="7228310" y="3560617"/>
            <a:ext cx="6237" cy="2536"/>
          </a:xfrm>
          <a:custGeom>
            <a:rect b="b" l="l" r="r" t="t"/>
            <a:pathLst>
              <a:path extrusionOk="0" h="74" w="182">
                <a:moveTo>
                  <a:pt x="119" y="1"/>
                </a:moveTo>
                <a:cubicBezTo>
                  <a:pt x="96" y="1"/>
                  <a:pt x="59" y="7"/>
                  <a:pt x="1" y="23"/>
                </a:cubicBezTo>
                <a:cubicBezTo>
                  <a:pt x="43" y="23"/>
                  <a:pt x="111" y="31"/>
                  <a:pt x="85" y="74"/>
                </a:cubicBezTo>
                <a:cubicBezTo>
                  <a:pt x="129" y="49"/>
                  <a:pt x="181" y="1"/>
                  <a:pt x="11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7"/>
          <p:cNvSpPr/>
          <p:nvPr/>
        </p:nvSpPr>
        <p:spPr>
          <a:xfrm>
            <a:off x="7196135" y="3591524"/>
            <a:ext cx="1782" cy="891"/>
          </a:xfrm>
          <a:custGeom>
            <a:rect b="b" l="l" r="r" t="t"/>
            <a:pathLst>
              <a:path extrusionOk="0" h="26" w="52">
                <a:moveTo>
                  <a:pt x="1" y="26"/>
                </a:moveTo>
                <a:cubicBezTo>
                  <a:pt x="17" y="17"/>
                  <a:pt x="34" y="9"/>
                  <a:pt x="51" y="1"/>
                </a:cubicBezTo>
                <a:cubicBezTo>
                  <a:pt x="34" y="9"/>
                  <a:pt x="17" y="17"/>
                  <a:pt x="1" y="26"/>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7"/>
          <p:cNvSpPr/>
          <p:nvPr/>
        </p:nvSpPr>
        <p:spPr>
          <a:xfrm>
            <a:off x="7239034" y="3592963"/>
            <a:ext cx="21212" cy="6408"/>
          </a:xfrm>
          <a:custGeom>
            <a:rect b="b" l="l" r="r" t="t"/>
            <a:pathLst>
              <a:path extrusionOk="0" h="187" w="619">
                <a:moveTo>
                  <a:pt x="618" y="1"/>
                </a:moveTo>
                <a:lnTo>
                  <a:pt x="618" y="1"/>
                </a:lnTo>
                <a:cubicBezTo>
                  <a:pt x="449" y="69"/>
                  <a:pt x="1" y="119"/>
                  <a:pt x="34" y="187"/>
                </a:cubicBezTo>
                <a:cubicBezTo>
                  <a:pt x="170" y="187"/>
                  <a:pt x="297" y="153"/>
                  <a:pt x="424" y="102"/>
                </a:cubicBezTo>
                <a:lnTo>
                  <a:pt x="364" y="102"/>
                </a:lnTo>
                <a:lnTo>
                  <a:pt x="618"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7"/>
          <p:cNvSpPr/>
          <p:nvPr/>
        </p:nvSpPr>
        <p:spPr>
          <a:xfrm>
            <a:off x="7139873" y="3566305"/>
            <a:ext cx="5003" cy="1850"/>
          </a:xfrm>
          <a:custGeom>
            <a:rect b="b" l="l" r="r" t="t"/>
            <a:pathLst>
              <a:path extrusionOk="0" h="54" w="146">
                <a:moveTo>
                  <a:pt x="145" y="1"/>
                </a:moveTo>
                <a:lnTo>
                  <a:pt x="1" y="9"/>
                </a:lnTo>
                <a:cubicBezTo>
                  <a:pt x="34" y="16"/>
                  <a:pt x="0" y="53"/>
                  <a:pt x="12" y="53"/>
                </a:cubicBezTo>
                <a:cubicBezTo>
                  <a:pt x="15" y="53"/>
                  <a:pt x="22" y="50"/>
                  <a:pt x="35" y="43"/>
                </a:cubicBezTo>
                <a:lnTo>
                  <a:pt x="14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7"/>
          <p:cNvSpPr/>
          <p:nvPr/>
        </p:nvSpPr>
        <p:spPr>
          <a:xfrm>
            <a:off x="7139051" y="3566614"/>
            <a:ext cx="891" cy="34"/>
          </a:xfrm>
          <a:custGeom>
            <a:rect b="b" l="l" r="r" t="t"/>
            <a:pathLst>
              <a:path extrusionOk="0" h="1" w="26">
                <a:moveTo>
                  <a:pt x="0" y="0"/>
                </a:moveTo>
                <a:lnTo>
                  <a:pt x="25" y="0"/>
                </a:lnTo>
                <a:cubicBezTo>
                  <a:pt x="17" y="0"/>
                  <a:pt x="9" y="0"/>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7"/>
          <p:cNvSpPr/>
          <p:nvPr/>
        </p:nvSpPr>
        <p:spPr>
          <a:xfrm>
            <a:off x="7212616" y="3587515"/>
            <a:ext cx="8498" cy="1439"/>
          </a:xfrm>
          <a:custGeom>
            <a:rect b="b" l="l" r="r" t="t"/>
            <a:pathLst>
              <a:path extrusionOk="0" h="42" w="248">
                <a:moveTo>
                  <a:pt x="188" y="1"/>
                </a:moveTo>
                <a:cubicBezTo>
                  <a:pt x="113" y="1"/>
                  <a:pt x="0" y="17"/>
                  <a:pt x="19" y="41"/>
                </a:cubicBezTo>
                <a:cubicBezTo>
                  <a:pt x="95" y="41"/>
                  <a:pt x="171" y="25"/>
                  <a:pt x="247" y="8"/>
                </a:cubicBezTo>
                <a:cubicBezTo>
                  <a:pt x="238" y="3"/>
                  <a:pt x="216" y="1"/>
                  <a:pt x="18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7"/>
          <p:cNvSpPr/>
          <p:nvPr/>
        </p:nvSpPr>
        <p:spPr>
          <a:xfrm>
            <a:off x="7113249" y="3573569"/>
            <a:ext cx="6991" cy="1165"/>
          </a:xfrm>
          <a:custGeom>
            <a:rect b="b" l="l" r="r" t="t"/>
            <a:pathLst>
              <a:path extrusionOk="0" h="34" w="204">
                <a:moveTo>
                  <a:pt x="203" y="0"/>
                </a:moveTo>
                <a:lnTo>
                  <a:pt x="0" y="25"/>
                </a:lnTo>
                <a:lnTo>
                  <a:pt x="17" y="34"/>
                </a:lnTo>
                <a:lnTo>
                  <a:pt x="20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7"/>
          <p:cNvSpPr/>
          <p:nvPr/>
        </p:nvSpPr>
        <p:spPr>
          <a:xfrm>
            <a:off x="7076415" y="3574426"/>
            <a:ext cx="6408" cy="1782"/>
          </a:xfrm>
          <a:custGeom>
            <a:rect b="b" l="l" r="r" t="t"/>
            <a:pathLst>
              <a:path extrusionOk="0" h="52" w="187">
                <a:moveTo>
                  <a:pt x="153" y="0"/>
                </a:moveTo>
                <a:lnTo>
                  <a:pt x="1" y="43"/>
                </a:lnTo>
                <a:lnTo>
                  <a:pt x="35" y="51"/>
                </a:lnTo>
                <a:lnTo>
                  <a:pt x="187" y="9"/>
                </a:lnTo>
                <a:lnTo>
                  <a:pt x="153"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7"/>
          <p:cNvSpPr/>
          <p:nvPr/>
        </p:nvSpPr>
        <p:spPr>
          <a:xfrm>
            <a:off x="7126578" y="3612391"/>
            <a:ext cx="9595" cy="3221"/>
          </a:xfrm>
          <a:custGeom>
            <a:rect b="b" l="l" r="r" t="t"/>
            <a:pathLst>
              <a:path extrusionOk="0" h="94" w="280">
                <a:moveTo>
                  <a:pt x="246" y="1"/>
                </a:moveTo>
                <a:lnTo>
                  <a:pt x="0" y="34"/>
                </a:lnTo>
                <a:cubicBezTo>
                  <a:pt x="20" y="49"/>
                  <a:pt x="34" y="55"/>
                  <a:pt x="48" y="55"/>
                </a:cubicBezTo>
                <a:cubicBezTo>
                  <a:pt x="80" y="55"/>
                  <a:pt x="110" y="24"/>
                  <a:pt x="212" y="18"/>
                </a:cubicBezTo>
                <a:lnTo>
                  <a:pt x="212" y="18"/>
                </a:lnTo>
                <a:lnTo>
                  <a:pt x="60" y="94"/>
                </a:lnTo>
                <a:cubicBezTo>
                  <a:pt x="186" y="85"/>
                  <a:pt x="279" y="9"/>
                  <a:pt x="24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7"/>
          <p:cNvSpPr/>
          <p:nvPr/>
        </p:nvSpPr>
        <p:spPr>
          <a:xfrm>
            <a:off x="7218441" y="4429233"/>
            <a:ext cx="2673" cy="617"/>
          </a:xfrm>
          <a:custGeom>
            <a:rect b="b" l="l" r="r" t="t"/>
            <a:pathLst>
              <a:path extrusionOk="0" h="18" w="78">
                <a:moveTo>
                  <a:pt x="77" y="0"/>
                </a:moveTo>
                <a:lnTo>
                  <a:pt x="1" y="17"/>
                </a:lnTo>
                <a:cubicBezTo>
                  <a:pt x="26" y="17"/>
                  <a:pt x="60" y="9"/>
                  <a:pt x="7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7"/>
          <p:cNvSpPr/>
          <p:nvPr/>
        </p:nvSpPr>
        <p:spPr>
          <a:xfrm>
            <a:off x="7152722" y="4388047"/>
            <a:ext cx="250153" cy="60478"/>
          </a:xfrm>
          <a:custGeom>
            <a:rect b="b" l="l" r="r" t="t"/>
            <a:pathLst>
              <a:path extrusionOk="0" h="1765" w="7300">
                <a:moveTo>
                  <a:pt x="624" y="1721"/>
                </a:moveTo>
                <a:lnTo>
                  <a:pt x="624" y="1721"/>
                </a:lnTo>
                <a:cubicBezTo>
                  <a:pt x="640" y="1724"/>
                  <a:pt x="662" y="1727"/>
                  <a:pt x="675" y="1727"/>
                </a:cubicBezTo>
                <a:cubicBezTo>
                  <a:pt x="662" y="1723"/>
                  <a:pt x="644" y="1722"/>
                  <a:pt x="624" y="1721"/>
                </a:cubicBezTo>
                <a:close/>
                <a:moveTo>
                  <a:pt x="7113" y="1"/>
                </a:moveTo>
                <a:cubicBezTo>
                  <a:pt x="6851" y="86"/>
                  <a:pt x="6969" y="119"/>
                  <a:pt x="6563" y="204"/>
                </a:cubicBezTo>
                <a:cubicBezTo>
                  <a:pt x="6676" y="154"/>
                  <a:pt x="6719" y="94"/>
                  <a:pt x="6576" y="94"/>
                </a:cubicBezTo>
                <a:cubicBezTo>
                  <a:pt x="6526" y="94"/>
                  <a:pt x="6453" y="102"/>
                  <a:pt x="6352" y="119"/>
                </a:cubicBezTo>
                <a:cubicBezTo>
                  <a:pt x="5404" y="365"/>
                  <a:pt x="4804" y="669"/>
                  <a:pt x="3924" y="931"/>
                </a:cubicBezTo>
                <a:cubicBezTo>
                  <a:pt x="3919" y="926"/>
                  <a:pt x="3904" y="924"/>
                  <a:pt x="3882" y="924"/>
                </a:cubicBezTo>
                <a:cubicBezTo>
                  <a:pt x="3718" y="924"/>
                  <a:pt x="3138" y="1047"/>
                  <a:pt x="2833" y="1084"/>
                </a:cubicBezTo>
                <a:cubicBezTo>
                  <a:pt x="3027" y="991"/>
                  <a:pt x="3247" y="923"/>
                  <a:pt x="3467" y="881"/>
                </a:cubicBezTo>
                <a:lnTo>
                  <a:pt x="3467" y="881"/>
                </a:lnTo>
                <a:lnTo>
                  <a:pt x="2799" y="999"/>
                </a:lnTo>
                <a:lnTo>
                  <a:pt x="2731" y="1118"/>
                </a:lnTo>
                <a:cubicBezTo>
                  <a:pt x="2509" y="1161"/>
                  <a:pt x="2403" y="1177"/>
                  <a:pt x="2365" y="1177"/>
                </a:cubicBezTo>
                <a:cubicBezTo>
                  <a:pt x="2257" y="1177"/>
                  <a:pt x="2717" y="1042"/>
                  <a:pt x="2593" y="1042"/>
                </a:cubicBezTo>
                <a:cubicBezTo>
                  <a:pt x="2577" y="1042"/>
                  <a:pt x="2550" y="1045"/>
                  <a:pt x="2511" y="1050"/>
                </a:cubicBezTo>
                <a:cubicBezTo>
                  <a:pt x="2249" y="1109"/>
                  <a:pt x="2164" y="1160"/>
                  <a:pt x="1995" y="1202"/>
                </a:cubicBezTo>
                <a:cubicBezTo>
                  <a:pt x="2154" y="1168"/>
                  <a:pt x="2243" y="1156"/>
                  <a:pt x="2290" y="1156"/>
                </a:cubicBezTo>
                <a:cubicBezTo>
                  <a:pt x="2421" y="1156"/>
                  <a:pt x="2247" y="1249"/>
                  <a:pt x="2381" y="1249"/>
                </a:cubicBezTo>
                <a:cubicBezTo>
                  <a:pt x="2430" y="1249"/>
                  <a:pt x="2519" y="1236"/>
                  <a:pt x="2680" y="1202"/>
                </a:cubicBezTo>
                <a:lnTo>
                  <a:pt x="2680" y="1202"/>
                </a:lnTo>
                <a:cubicBezTo>
                  <a:pt x="2579" y="1270"/>
                  <a:pt x="2460" y="1312"/>
                  <a:pt x="2342" y="1329"/>
                </a:cubicBezTo>
                <a:cubicBezTo>
                  <a:pt x="2190" y="1363"/>
                  <a:pt x="2037" y="1388"/>
                  <a:pt x="1877" y="1405"/>
                </a:cubicBezTo>
                <a:cubicBezTo>
                  <a:pt x="1572" y="1380"/>
                  <a:pt x="2130" y="1312"/>
                  <a:pt x="2181" y="1228"/>
                </a:cubicBezTo>
                <a:lnTo>
                  <a:pt x="2181" y="1228"/>
                </a:lnTo>
                <a:cubicBezTo>
                  <a:pt x="1877" y="1295"/>
                  <a:pt x="1936" y="1295"/>
                  <a:pt x="1809" y="1354"/>
                </a:cubicBezTo>
                <a:cubicBezTo>
                  <a:pt x="1383" y="1414"/>
                  <a:pt x="945" y="1566"/>
                  <a:pt x="638" y="1566"/>
                </a:cubicBezTo>
                <a:cubicBezTo>
                  <a:pt x="597" y="1566"/>
                  <a:pt x="559" y="1563"/>
                  <a:pt x="523" y="1557"/>
                </a:cubicBezTo>
                <a:cubicBezTo>
                  <a:pt x="176" y="1634"/>
                  <a:pt x="202" y="1667"/>
                  <a:pt x="7" y="1735"/>
                </a:cubicBezTo>
                <a:cubicBezTo>
                  <a:pt x="1" y="1757"/>
                  <a:pt x="33" y="1765"/>
                  <a:pt x="87" y="1765"/>
                </a:cubicBezTo>
                <a:cubicBezTo>
                  <a:pt x="217" y="1765"/>
                  <a:pt x="470" y="1721"/>
                  <a:pt x="608" y="1721"/>
                </a:cubicBezTo>
                <a:cubicBezTo>
                  <a:pt x="614" y="1721"/>
                  <a:pt x="619" y="1721"/>
                  <a:pt x="624" y="1721"/>
                </a:cubicBezTo>
                <a:lnTo>
                  <a:pt x="624" y="1721"/>
                </a:lnTo>
                <a:cubicBezTo>
                  <a:pt x="609" y="1718"/>
                  <a:pt x="600" y="1714"/>
                  <a:pt x="608" y="1710"/>
                </a:cubicBezTo>
                <a:lnTo>
                  <a:pt x="912" y="1676"/>
                </a:lnTo>
                <a:lnTo>
                  <a:pt x="912" y="1676"/>
                </a:lnTo>
                <a:cubicBezTo>
                  <a:pt x="890" y="1677"/>
                  <a:pt x="871" y="1678"/>
                  <a:pt x="855" y="1678"/>
                </a:cubicBezTo>
                <a:cubicBezTo>
                  <a:pt x="664" y="1678"/>
                  <a:pt x="949" y="1589"/>
                  <a:pt x="1090" y="1557"/>
                </a:cubicBezTo>
                <a:cubicBezTo>
                  <a:pt x="1176" y="1544"/>
                  <a:pt x="1328" y="1516"/>
                  <a:pt x="1379" y="1516"/>
                </a:cubicBezTo>
                <a:cubicBezTo>
                  <a:pt x="1394" y="1516"/>
                  <a:pt x="1400" y="1518"/>
                  <a:pt x="1394" y="1524"/>
                </a:cubicBezTo>
                <a:lnTo>
                  <a:pt x="1225" y="1566"/>
                </a:lnTo>
                <a:cubicBezTo>
                  <a:pt x="1446" y="1558"/>
                  <a:pt x="1683" y="1439"/>
                  <a:pt x="1913" y="1439"/>
                </a:cubicBezTo>
                <a:cubicBezTo>
                  <a:pt x="1921" y="1439"/>
                  <a:pt x="1928" y="1439"/>
                  <a:pt x="1936" y="1439"/>
                </a:cubicBezTo>
                <a:cubicBezTo>
                  <a:pt x="1953" y="1456"/>
                  <a:pt x="1868" y="1473"/>
                  <a:pt x="1851" y="1490"/>
                </a:cubicBezTo>
                <a:cubicBezTo>
                  <a:pt x="2105" y="1397"/>
                  <a:pt x="2350" y="1354"/>
                  <a:pt x="2723" y="1244"/>
                </a:cubicBezTo>
                <a:lnTo>
                  <a:pt x="2723" y="1244"/>
                </a:lnTo>
                <a:lnTo>
                  <a:pt x="2520" y="1363"/>
                </a:lnTo>
                <a:cubicBezTo>
                  <a:pt x="2807" y="1228"/>
                  <a:pt x="3501" y="1118"/>
                  <a:pt x="3983" y="1075"/>
                </a:cubicBezTo>
                <a:cubicBezTo>
                  <a:pt x="3959" y="1075"/>
                  <a:pt x="3930" y="1077"/>
                  <a:pt x="3907" y="1077"/>
                </a:cubicBezTo>
                <a:cubicBezTo>
                  <a:pt x="3872" y="1077"/>
                  <a:pt x="3851" y="1074"/>
                  <a:pt x="3882" y="1058"/>
                </a:cubicBezTo>
                <a:cubicBezTo>
                  <a:pt x="4012" y="1027"/>
                  <a:pt x="4130" y="1012"/>
                  <a:pt x="4206" y="1012"/>
                </a:cubicBezTo>
                <a:cubicBezTo>
                  <a:pt x="4293" y="1012"/>
                  <a:pt x="4325" y="1031"/>
                  <a:pt x="4262" y="1067"/>
                </a:cubicBezTo>
                <a:cubicBezTo>
                  <a:pt x="4524" y="948"/>
                  <a:pt x="5311" y="923"/>
                  <a:pt x="5666" y="771"/>
                </a:cubicBezTo>
                <a:lnTo>
                  <a:pt x="6487" y="424"/>
                </a:lnTo>
                <a:lnTo>
                  <a:pt x="7299" y="60"/>
                </a:lnTo>
                <a:lnTo>
                  <a:pt x="7299" y="60"/>
                </a:lnTo>
                <a:cubicBezTo>
                  <a:pt x="7240" y="86"/>
                  <a:pt x="7172" y="102"/>
                  <a:pt x="7105" y="119"/>
                </a:cubicBezTo>
                <a:cubicBezTo>
                  <a:pt x="6935" y="86"/>
                  <a:pt x="6851" y="111"/>
                  <a:pt x="711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7"/>
          <p:cNvSpPr/>
          <p:nvPr/>
        </p:nvSpPr>
        <p:spPr>
          <a:xfrm>
            <a:off x="7115545" y="4431529"/>
            <a:ext cx="2947" cy="1199"/>
          </a:xfrm>
          <a:custGeom>
            <a:rect b="b" l="l" r="r" t="t"/>
            <a:pathLst>
              <a:path extrusionOk="0" h="35" w="86">
                <a:moveTo>
                  <a:pt x="85" y="1"/>
                </a:moveTo>
                <a:lnTo>
                  <a:pt x="1" y="35"/>
                </a:lnTo>
                <a:cubicBezTo>
                  <a:pt x="26" y="26"/>
                  <a:pt x="60" y="18"/>
                  <a:pt x="8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7"/>
          <p:cNvSpPr/>
          <p:nvPr/>
        </p:nvSpPr>
        <p:spPr>
          <a:xfrm>
            <a:off x="7186267" y="4403774"/>
            <a:ext cx="136316" cy="27206"/>
          </a:xfrm>
          <a:custGeom>
            <a:rect b="b" l="l" r="r" t="t"/>
            <a:pathLst>
              <a:path extrusionOk="0" h="794" w="3978">
                <a:moveTo>
                  <a:pt x="3919" y="0"/>
                </a:moveTo>
                <a:cubicBezTo>
                  <a:pt x="3892" y="0"/>
                  <a:pt x="3819" y="15"/>
                  <a:pt x="3655" y="58"/>
                </a:cubicBezTo>
                <a:cubicBezTo>
                  <a:pt x="3698" y="41"/>
                  <a:pt x="3664" y="41"/>
                  <a:pt x="3706" y="33"/>
                </a:cubicBezTo>
                <a:lnTo>
                  <a:pt x="3706" y="33"/>
                </a:lnTo>
                <a:cubicBezTo>
                  <a:pt x="3368" y="49"/>
                  <a:pt x="3241" y="143"/>
                  <a:pt x="2953" y="202"/>
                </a:cubicBezTo>
                <a:cubicBezTo>
                  <a:pt x="2795" y="202"/>
                  <a:pt x="3132" y="122"/>
                  <a:pt x="3090" y="122"/>
                </a:cubicBezTo>
                <a:cubicBezTo>
                  <a:pt x="3085" y="122"/>
                  <a:pt x="3074" y="123"/>
                  <a:pt x="3055" y="126"/>
                </a:cubicBezTo>
                <a:cubicBezTo>
                  <a:pt x="2700" y="219"/>
                  <a:pt x="1913" y="295"/>
                  <a:pt x="1955" y="396"/>
                </a:cubicBezTo>
                <a:cubicBezTo>
                  <a:pt x="1868" y="425"/>
                  <a:pt x="1782" y="438"/>
                  <a:pt x="1692" y="438"/>
                </a:cubicBezTo>
                <a:cubicBezTo>
                  <a:pt x="1651" y="438"/>
                  <a:pt x="1609" y="436"/>
                  <a:pt x="1566" y="430"/>
                </a:cubicBezTo>
                <a:cubicBezTo>
                  <a:pt x="1168" y="625"/>
                  <a:pt x="1" y="642"/>
                  <a:pt x="35" y="794"/>
                </a:cubicBezTo>
                <a:cubicBezTo>
                  <a:pt x="246" y="760"/>
                  <a:pt x="449" y="709"/>
                  <a:pt x="652" y="659"/>
                </a:cubicBezTo>
                <a:lnTo>
                  <a:pt x="678" y="760"/>
                </a:lnTo>
                <a:cubicBezTo>
                  <a:pt x="1008" y="692"/>
                  <a:pt x="703" y="675"/>
                  <a:pt x="1177" y="591"/>
                </a:cubicBezTo>
                <a:lnTo>
                  <a:pt x="1177" y="591"/>
                </a:lnTo>
                <a:lnTo>
                  <a:pt x="1033" y="616"/>
                </a:lnTo>
                <a:cubicBezTo>
                  <a:pt x="1363" y="523"/>
                  <a:pt x="1964" y="430"/>
                  <a:pt x="2361" y="354"/>
                </a:cubicBezTo>
                <a:lnTo>
                  <a:pt x="2361" y="354"/>
                </a:lnTo>
                <a:cubicBezTo>
                  <a:pt x="2344" y="368"/>
                  <a:pt x="2380" y="369"/>
                  <a:pt x="2427" y="369"/>
                </a:cubicBezTo>
                <a:cubicBezTo>
                  <a:pt x="2439" y="369"/>
                  <a:pt x="2451" y="369"/>
                  <a:pt x="2464" y="369"/>
                </a:cubicBezTo>
                <a:cubicBezTo>
                  <a:pt x="2526" y="369"/>
                  <a:pt x="2590" y="371"/>
                  <a:pt x="2573" y="396"/>
                </a:cubicBezTo>
                <a:cubicBezTo>
                  <a:pt x="2801" y="362"/>
                  <a:pt x="3029" y="295"/>
                  <a:pt x="3241" y="202"/>
                </a:cubicBezTo>
                <a:cubicBezTo>
                  <a:pt x="3419" y="185"/>
                  <a:pt x="3664" y="100"/>
                  <a:pt x="3884" y="75"/>
                </a:cubicBezTo>
                <a:cubicBezTo>
                  <a:pt x="3820" y="69"/>
                  <a:pt x="3978" y="0"/>
                  <a:pt x="391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7"/>
          <p:cNvSpPr/>
          <p:nvPr/>
        </p:nvSpPr>
        <p:spPr>
          <a:xfrm>
            <a:off x="6503958" y="4023125"/>
            <a:ext cx="2159367" cy="487591"/>
          </a:xfrm>
          <a:custGeom>
            <a:rect b="b" l="l" r="r" t="t"/>
            <a:pathLst>
              <a:path extrusionOk="0" h="14230" w="63015">
                <a:moveTo>
                  <a:pt x="60883" y="440"/>
                </a:moveTo>
                <a:lnTo>
                  <a:pt x="60883" y="440"/>
                </a:lnTo>
                <a:cubicBezTo>
                  <a:pt x="60869" y="446"/>
                  <a:pt x="60854" y="454"/>
                  <a:pt x="60843" y="460"/>
                </a:cubicBezTo>
                <a:lnTo>
                  <a:pt x="60843" y="460"/>
                </a:lnTo>
                <a:lnTo>
                  <a:pt x="60883" y="440"/>
                </a:lnTo>
                <a:close/>
                <a:moveTo>
                  <a:pt x="54242" y="3570"/>
                </a:moveTo>
                <a:cubicBezTo>
                  <a:pt x="54232" y="3575"/>
                  <a:pt x="54224" y="3578"/>
                  <a:pt x="54218" y="3581"/>
                </a:cubicBezTo>
                <a:lnTo>
                  <a:pt x="54218" y="3581"/>
                </a:lnTo>
                <a:cubicBezTo>
                  <a:pt x="54226" y="3578"/>
                  <a:pt x="54234" y="3574"/>
                  <a:pt x="54242" y="3570"/>
                </a:cubicBezTo>
                <a:close/>
                <a:moveTo>
                  <a:pt x="51561" y="4047"/>
                </a:moveTo>
                <a:lnTo>
                  <a:pt x="51535" y="4053"/>
                </a:lnTo>
                <a:cubicBezTo>
                  <a:pt x="51542" y="4051"/>
                  <a:pt x="51551" y="4049"/>
                  <a:pt x="51561" y="4047"/>
                </a:cubicBezTo>
                <a:close/>
                <a:moveTo>
                  <a:pt x="55046" y="2775"/>
                </a:moveTo>
                <a:lnTo>
                  <a:pt x="54927" y="2851"/>
                </a:lnTo>
                <a:cubicBezTo>
                  <a:pt x="54834" y="2911"/>
                  <a:pt x="54741" y="2953"/>
                  <a:pt x="54640" y="2995"/>
                </a:cubicBezTo>
                <a:cubicBezTo>
                  <a:pt x="54724" y="2961"/>
                  <a:pt x="54809" y="2936"/>
                  <a:pt x="54894" y="2919"/>
                </a:cubicBezTo>
                <a:lnTo>
                  <a:pt x="54894" y="2919"/>
                </a:lnTo>
                <a:lnTo>
                  <a:pt x="54352" y="3224"/>
                </a:lnTo>
                <a:cubicBezTo>
                  <a:pt x="54648" y="3139"/>
                  <a:pt x="54657" y="3029"/>
                  <a:pt x="55020" y="2928"/>
                </a:cubicBezTo>
                <a:lnTo>
                  <a:pt x="55020" y="2928"/>
                </a:lnTo>
                <a:cubicBezTo>
                  <a:pt x="55020" y="2995"/>
                  <a:pt x="55046" y="3021"/>
                  <a:pt x="54682" y="3198"/>
                </a:cubicBezTo>
                <a:cubicBezTo>
                  <a:pt x="54596" y="3223"/>
                  <a:pt x="54555" y="3231"/>
                  <a:pt x="54539" y="3231"/>
                </a:cubicBezTo>
                <a:cubicBezTo>
                  <a:pt x="54500" y="3231"/>
                  <a:pt x="54611" y="3178"/>
                  <a:pt x="54549" y="3178"/>
                </a:cubicBezTo>
                <a:cubicBezTo>
                  <a:pt x="54540" y="3178"/>
                  <a:pt x="54529" y="3179"/>
                  <a:pt x="54513" y="3181"/>
                </a:cubicBezTo>
                <a:cubicBezTo>
                  <a:pt x="54284" y="3342"/>
                  <a:pt x="54166" y="3224"/>
                  <a:pt x="53929" y="3393"/>
                </a:cubicBezTo>
                <a:cubicBezTo>
                  <a:pt x="53798" y="3434"/>
                  <a:pt x="53734" y="3446"/>
                  <a:pt x="53697" y="3446"/>
                </a:cubicBezTo>
                <a:cubicBezTo>
                  <a:pt x="53649" y="3446"/>
                  <a:pt x="53647" y="3426"/>
                  <a:pt x="53599" y="3426"/>
                </a:cubicBezTo>
                <a:cubicBezTo>
                  <a:pt x="53594" y="3426"/>
                  <a:pt x="53588" y="3426"/>
                  <a:pt x="53582" y="3427"/>
                </a:cubicBezTo>
                <a:cubicBezTo>
                  <a:pt x="53904" y="3325"/>
                  <a:pt x="53413" y="3410"/>
                  <a:pt x="53811" y="3274"/>
                </a:cubicBezTo>
                <a:lnTo>
                  <a:pt x="53811" y="3274"/>
                </a:lnTo>
                <a:cubicBezTo>
                  <a:pt x="53472" y="3334"/>
                  <a:pt x="53599" y="3410"/>
                  <a:pt x="53312" y="3469"/>
                </a:cubicBezTo>
                <a:lnTo>
                  <a:pt x="53252" y="3418"/>
                </a:lnTo>
                <a:cubicBezTo>
                  <a:pt x="52863" y="3503"/>
                  <a:pt x="52483" y="3613"/>
                  <a:pt x="52110" y="3757"/>
                </a:cubicBezTo>
                <a:cubicBezTo>
                  <a:pt x="52148" y="3751"/>
                  <a:pt x="52174" y="3749"/>
                  <a:pt x="52190" y="3749"/>
                </a:cubicBezTo>
                <a:cubicBezTo>
                  <a:pt x="52301" y="3749"/>
                  <a:pt x="51966" y="3861"/>
                  <a:pt x="52017" y="3883"/>
                </a:cubicBezTo>
                <a:cubicBezTo>
                  <a:pt x="52039" y="3819"/>
                  <a:pt x="52337" y="3749"/>
                  <a:pt x="52430" y="3749"/>
                </a:cubicBezTo>
                <a:cubicBezTo>
                  <a:pt x="52447" y="3749"/>
                  <a:pt x="52457" y="3751"/>
                  <a:pt x="52457" y="3757"/>
                </a:cubicBezTo>
                <a:cubicBezTo>
                  <a:pt x="52242" y="3836"/>
                  <a:pt x="51725" y="4007"/>
                  <a:pt x="51561" y="4047"/>
                </a:cubicBezTo>
                <a:lnTo>
                  <a:pt x="51561" y="4047"/>
                </a:lnTo>
                <a:lnTo>
                  <a:pt x="51984" y="3951"/>
                </a:lnTo>
                <a:lnTo>
                  <a:pt x="51984" y="3951"/>
                </a:lnTo>
                <a:cubicBezTo>
                  <a:pt x="51840" y="4036"/>
                  <a:pt x="51315" y="4264"/>
                  <a:pt x="51298" y="4281"/>
                </a:cubicBezTo>
                <a:cubicBezTo>
                  <a:pt x="51129" y="4305"/>
                  <a:pt x="50891" y="4383"/>
                  <a:pt x="50788" y="4383"/>
                </a:cubicBezTo>
                <a:cubicBezTo>
                  <a:pt x="50783" y="4383"/>
                  <a:pt x="50778" y="4383"/>
                  <a:pt x="50774" y="4383"/>
                </a:cubicBezTo>
                <a:lnTo>
                  <a:pt x="51070" y="4239"/>
                </a:lnTo>
                <a:lnTo>
                  <a:pt x="51197" y="4239"/>
                </a:lnTo>
                <a:lnTo>
                  <a:pt x="51366" y="4137"/>
                </a:lnTo>
                <a:lnTo>
                  <a:pt x="51366" y="4137"/>
                </a:lnTo>
                <a:cubicBezTo>
                  <a:pt x="51171" y="4176"/>
                  <a:pt x="50780" y="4266"/>
                  <a:pt x="50635" y="4266"/>
                </a:cubicBezTo>
                <a:cubicBezTo>
                  <a:pt x="50623" y="4266"/>
                  <a:pt x="50613" y="4265"/>
                  <a:pt x="50605" y="4264"/>
                </a:cubicBezTo>
                <a:cubicBezTo>
                  <a:pt x="51307" y="4044"/>
                  <a:pt x="52000" y="3773"/>
                  <a:pt x="52669" y="3460"/>
                </a:cubicBezTo>
                <a:lnTo>
                  <a:pt x="52669" y="3460"/>
                </a:lnTo>
                <a:cubicBezTo>
                  <a:pt x="52652" y="3477"/>
                  <a:pt x="52635" y="3486"/>
                  <a:pt x="52618" y="3494"/>
                </a:cubicBezTo>
                <a:cubicBezTo>
                  <a:pt x="53075" y="3350"/>
                  <a:pt x="53117" y="3334"/>
                  <a:pt x="53472" y="3207"/>
                </a:cubicBezTo>
                <a:lnTo>
                  <a:pt x="53472" y="3207"/>
                </a:lnTo>
                <a:lnTo>
                  <a:pt x="53362" y="3274"/>
                </a:lnTo>
                <a:cubicBezTo>
                  <a:pt x="53367" y="3275"/>
                  <a:pt x="53373" y="3276"/>
                  <a:pt x="53379" y="3276"/>
                </a:cubicBezTo>
                <a:cubicBezTo>
                  <a:pt x="53479" y="3276"/>
                  <a:pt x="53743" y="3151"/>
                  <a:pt x="54014" y="3063"/>
                </a:cubicBezTo>
                <a:cubicBezTo>
                  <a:pt x="54132" y="2987"/>
                  <a:pt x="54268" y="2944"/>
                  <a:pt x="54403" y="2919"/>
                </a:cubicBezTo>
                <a:lnTo>
                  <a:pt x="54403" y="2919"/>
                </a:lnTo>
                <a:lnTo>
                  <a:pt x="54369" y="2961"/>
                </a:lnTo>
                <a:cubicBezTo>
                  <a:pt x="54373" y="2963"/>
                  <a:pt x="54379" y="2963"/>
                  <a:pt x="54386" y="2963"/>
                </a:cubicBezTo>
                <a:cubicBezTo>
                  <a:pt x="54471" y="2963"/>
                  <a:pt x="54740" y="2869"/>
                  <a:pt x="55046" y="2775"/>
                </a:cubicBezTo>
                <a:close/>
                <a:moveTo>
                  <a:pt x="43408" y="6106"/>
                </a:moveTo>
                <a:cubicBezTo>
                  <a:pt x="43399" y="6110"/>
                  <a:pt x="43390" y="6113"/>
                  <a:pt x="43380" y="6117"/>
                </a:cubicBezTo>
                <a:cubicBezTo>
                  <a:pt x="43390" y="6113"/>
                  <a:pt x="43399" y="6109"/>
                  <a:pt x="43408" y="6106"/>
                </a:cubicBezTo>
                <a:close/>
                <a:moveTo>
                  <a:pt x="39908" y="6556"/>
                </a:moveTo>
                <a:lnTo>
                  <a:pt x="39908" y="6556"/>
                </a:lnTo>
                <a:cubicBezTo>
                  <a:pt x="39912" y="6557"/>
                  <a:pt x="39918" y="6557"/>
                  <a:pt x="39924" y="6557"/>
                </a:cubicBezTo>
                <a:cubicBezTo>
                  <a:pt x="39928" y="6557"/>
                  <a:pt x="39933" y="6557"/>
                  <a:pt x="39937" y="6557"/>
                </a:cubicBezTo>
                <a:cubicBezTo>
                  <a:pt x="39928" y="6556"/>
                  <a:pt x="39918" y="6556"/>
                  <a:pt x="39908" y="6556"/>
                </a:cubicBezTo>
                <a:close/>
                <a:moveTo>
                  <a:pt x="42974" y="5609"/>
                </a:moveTo>
                <a:lnTo>
                  <a:pt x="42678" y="5702"/>
                </a:lnTo>
                <a:lnTo>
                  <a:pt x="42678" y="5677"/>
                </a:lnTo>
                <a:cubicBezTo>
                  <a:pt x="42467" y="5736"/>
                  <a:pt x="42213" y="5854"/>
                  <a:pt x="42010" y="5880"/>
                </a:cubicBezTo>
                <a:cubicBezTo>
                  <a:pt x="41765" y="6015"/>
                  <a:pt x="41502" y="6108"/>
                  <a:pt x="41232" y="6159"/>
                </a:cubicBezTo>
                <a:lnTo>
                  <a:pt x="41249" y="6142"/>
                </a:lnTo>
                <a:lnTo>
                  <a:pt x="41249" y="6142"/>
                </a:lnTo>
                <a:cubicBezTo>
                  <a:pt x="40952" y="6320"/>
                  <a:pt x="40360" y="6303"/>
                  <a:pt x="40132" y="6413"/>
                </a:cubicBezTo>
                <a:cubicBezTo>
                  <a:pt x="40107" y="6441"/>
                  <a:pt x="40120" y="6452"/>
                  <a:pt x="40155" y="6452"/>
                </a:cubicBezTo>
                <a:cubicBezTo>
                  <a:pt x="40279" y="6452"/>
                  <a:pt x="40686" y="6320"/>
                  <a:pt x="40817" y="6320"/>
                </a:cubicBezTo>
                <a:cubicBezTo>
                  <a:pt x="40631" y="6413"/>
                  <a:pt x="40411" y="6413"/>
                  <a:pt x="40589" y="6421"/>
                </a:cubicBezTo>
                <a:cubicBezTo>
                  <a:pt x="40404" y="6489"/>
                  <a:pt x="40324" y="6498"/>
                  <a:pt x="40266" y="6498"/>
                </a:cubicBezTo>
                <a:cubicBezTo>
                  <a:pt x="40244" y="6498"/>
                  <a:pt x="40225" y="6497"/>
                  <a:pt x="40205" y="6497"/>
                </a:cubicBezTo>
                <a:cubicBezTo>
                  <a:pt x="40152" y="6497"/>
                  <a:pt x="40090" y="6506"/>
                  <a:pt x="39937" y="6574"/>
                </a:cubicBezTo>
                <a:lnTo>
                  <a:pt x="40157" y="6540"/>
                </a:lnTo>
                <a:lnTo>
                  <a:pt x="40157" y="6540"/>
                </a:lnTo>
                <a:cubicBezTo>
                  <a:pt x="40005" y="6624"/>
                  <a:pt x="39717" y="6675"/>
                  <a:pt x="39557" y="6760"/>
                </a:cubicBezTo>
                <a:cubicBezTo>
                  <a:pt x="39555" y="6772"/>
                  <a:pt x="39564" y="6777"/>
                  <a:pt x="39580" y="6777"/>
                </a:cubicBezTo>
                <a:cubicBezTo>
                  <a:pt x="39655" y="6777"/>
                  <a:pt x="39896" y="6673"/>
                  <a:pt x="40166" y="6624"/>
                </a:cubicBezTo>
                <a:lnTo>
                  <a:pt x="40166" y="6624"/>
                </a:lnTo>
                <a:lnTo>
                  <a:pt x="40039" y="6709"/>
                </a:lnTo>
                <a:lnTo>
                  <a:pt x="40673" y="6497"/>
                </a:lnTo>
                <a:cubicBezTo>
                  <a:pt x="40834" y="6362"/>
                  <a:pt x="40665" y="6413"/>
                  <a:pt x="41046" y="6252"/>
                </a:cubicBezTo>
                <a:cubicBezTo>
                  <a:pt x="41060" y="6252"/>
                  <a:pt x="41073" y="6251"/>
                  <a:pt x="41087" y="6251"/>
                </a:cubicBezTo>
                <a:cubicBezTo>
                  <a:pt x="41210" y="6251"/>
                  <a:pt x="41307" y="6273"/>
                  <a:pt x="41344" y="6310"/>
                </a:cubicBezTo>
                <a:lnTo>
                  <a:pt x="41344" y="6310"/>
                </a:lnTo>
                <a:cubicBezTo>
                  <a:pt x="41474" y="6225"/>
                  <a:pt x="41844" y="6107"/>
                  <a:pt x="42264" y="5998"/>
                </a:cubicBezTo>
                <a:lnTo>
                  <a:pt x="42264" y="5998"/>
                </a:lnTo>
                <a:lnTo>
                  <a:pt x="42094" y="6074"/>
                </a:lnTo>
                <a:cubicBezTo>
                  <a:pt x="42298" y="6024"/>
                  <a:pt x="42501" y="5956"/>
                  <a:pt x="42678" y="5863"/>
                </a:cubicBezTo>
                <a:lnTo>
                  <a:pt x="42678" y="5863"/>
                </a:lnTo>
                <a:cubicBezTo>
                  <a:pt x="42670" y="5871"/>
                  <a:pt x="42695" y="5871"/>
                  <a:pt x="42754" y="5871"/>
                </a:cubicBezTo>
                <a:cubicBezTo>
                  <a:pt x="43050" y="5778"/>
                  <a:pt x="43186" y="5677"/>
                  <a:pt x="43025" y="5677"/>
                </a:cubicBezTo>
                <a:lnTo>
                  <a:pt x="42932" y="5728"/>
                </a:lnTo>
                <a:lnTo>
                  <a:pt x="42712" y="5728"/>
                </a:lnTo>
                <a:cubicBezTo>
                  <a:pt x="42661" y="5846"/>
                  <a:pt x="42035" y="5964"/>
                  <a:pt x="41714" y="6091"/>
                </a:cubicBezTo>
                <a:cubicBezTo>
                  <a:pt x="41934" y="5990"/>
                  <a:pt x="42094" y="5846"/>
                  <a:pt x="42416" y="5821"/>
                </a:cubicBezTo>
                <a:lnTo>
                  <a:pt x="42374" y="5787"/>
                </a:lnTo>
                <a:cubicBezTo>
                  <a:pt x="42627" y="5702"/>
                  <a:pt x="42847" y="5702"/>
                  <a:pt x="42974" y="5609"/>
                </a:cubicBezTo>
                <a:close/>
                <a:moveTo>
                  <a:pt x="50190" y="4256"/>
                </a:moveTo>
                <a:lnTo>
                  <a:pt x="50182" y="4264"/>
                </a:lnTo>
                <a:cubicBezTo>
                  <a:pt x="49962" y="4350"/>
                  <a:pt x="49910" y="4400"/>
                  <a:pt x="49998" y="4400"/>
                </a:cubicBezTo>
                <a:cubicBezTo>
                  <a:pt x="50005" y="4400"/>
                  <a:pt x="50012" y="4400"/>
                  <a:pt x="50021" y="4399"/>
                </a:cubicBezTo>
                <a:lnTo>
                  <a:pt x="50021" y="4399"/>
                </a:lnTo>
                <a:cubicBezTo>
                  <a:pt x="49945" y="4433"/>
                  <a:pt x="49809" y="4476"/>
                  <a:pt x="49742" y="4509"/>
                </a:cubicBezTo>
                <a:cubicBezTo>
                  <a:pt x="49625" y="4546"/>
                  <a:pt x="49327" y="4645"/>
                  <a:pt x="49219" y="4645"/>
                </a:cubicBezTo>
                <a:cubicBezTo>
                  <a:pt x="49202" y="4645"/>
                  <a:pt x="49189" y="4642"/>
                  <a:pt x="49183" y="4636"/>
                </a:cubicBezTo>
                <a:cubicBezTo>
                  <a:pt x="49396" y="4572"/>
                  <a:pt x="49432" y="4557"/>
                  <a:pt x="49374" y="4557"/>
                </a:cubicBezTo>
                <a:cubicBezTo>
                  <a:pt x="49356" y="4557"/>
                  <a:pt x="49328" y="4558"/>
                  <a:pt x="49293" y="4560"/>
                </a:cubicBezTo>
                <a:cubicBezTo>
                  <a:pt x="49031" y="4687"/>
                  <a:pt x="48507" y="4814"/>
                  <a:pt x="48557" y="4882"/>
                </a:cubicBezTo>
                <a:cubicBezTo>
                  <a:pt x="48386" y="4930"/>
                  <a:pt x="48341" y="4939"/>
                  <a:pt x="48320" y="4939"/>
                </a:cubicBezTo>
                <a:cubicBezTo>
                  <a:pt x="48308" y="4939"/>
                  <a:pt x="48305" y="4936"/>
                  <a:pt x="48288" y="4936"/>
                </a:cubicBezTo>
                <a:cubicBezTo>
                  <a:pt x="48270" y="4936"/>
                  <a:pt x="48235" y="4940"/>
                  <a:pt x="48151" y="4958"/>
                </a:cubicBezTo>
                <a:cubicBezTo>
                  <a:pt x="48109" y="4941"/>
                  <a:pt x="48194" y="4890"/>
                  <a:pt x="48287" y="4848"/>
                </a:cubicBezTo>
                <a:lnTo>
                  <a:pt x="48287" y="4848"/>
                </a:lnTo>
                <a:lnTo>
                  <a:pt x="47162" y="5212"/>
                </a:lnTo>
                <a:cubicBezTo>
                  <a:pt x="47157" y="5221"/>
                  <a:pt x="47168" y="5225"/>
                  <a:pt x="47188" y="5225"/>
                </a:cubicBezTo>
                <a:cubicBezTo>
                  <a:pt x="47273" y="5225"/>
                  <a:pt x="47529" y="5162"/>
                  <a:pt x="47613" y="5162"/>
                </a:cubicBezTo>
                <a:cubicBezTo>
                  <a:pt x="47658" y="5162"/>
                  <a:pt x="47653" y="5180"/>
                  <a:pt x="47542" y="5237"/>
                </a:cubicBezTo>
                <a:cubicBezTo>
                  <a:pt x="47449" y="5279"/>
                  <a:pt x="47492" y="5364"/>
                  <a:pt x="47094" y="5457"/>
                </a:cubicBezTo>
                <a:cubicBezTo>
                  <a:pt x="47086" y="5448"/>
                  <a:pt x="47119" y="5431"/>
                  <a:pt x="47153" y="5415"/>
                </a:cubicBezTo>
                <a:lnTo>
                  <a:pt x="47153" y="5415"/>
                </a:lnTo>
                <a:cubicBezTo>
                  <a:pt x="47026" y="5457"/>
                  <a:pt x="46891" y="5491"/>
                  <a:pt x="46756" y="5508"/>
                </a:cubicBezTo>
                <a:cubicBezTo>
                  <a:pt x="46679" y="5474"/>
                  <a:pt x="46976" y="5398"/>
                  <a:pt x="47094" y="5330"/>
                </a:cubicBezTo>
                <a:lnTo>
                  <a:pt x="47094" y="5330"/>
                </a:lnTo>
                <a:cubicBezTo>
                  <a:pt x="46967" y="5381"/>
                  <a:pt x="46840" y="5431"/>
                  <a:pt x="46705" y="5474"/>
                </a:cubicBezTo>
                <a:lnTo>
                  <a:pt x="46730" y="5440"/>
                </a:lnTo>
                <a:lnTo>
                  <a:pt x="46333" y="5575"/>
                </a:lnTo>
                <a:cubicBezTo>
                  <a:pt x="46299" y="5595"/>
                  <a:pt x="46293" y="5603"/>
                  <a:pt x="46305" y="5603"/>
                </a:cubicBezTo>
                <a:cubicBezTo>
                  <a:pt x="46345" y="5603"/>
                  <a:pt x="46595" y="5514"/>
                  <a:pt x="46659" y="5514"/>
                </a:cubicBezTo>
                <a:cubicBezTo>
                  <a:pt x="46664" y="5514"/>
                  <a:pt x="46669" y="5514"/>
                  <a:pt x="46671" y="5516"/>
                </a:cubicBezTo>
                <a:lnTo>
                  <a:pt x="46417" y="5618"/>
                </a:lnTo>
                <a:cubicBezTo>
                  <a:pt x="46130" y="5728"/>
                  <a:pt x="45326" y="5948"/>
                  <a:pt x="45038" y="5948"/>
                </a:cubicBezTo>
                <a:cubicBezTo>
                  <a:pt x="44683" y="6015"/>
                  <a:pt x="44852" y="6041"/>
                  <a:pt x="44776" y="6100"/>
                </a:cubicBezTo>
                <a:cubicBezTo>
                  <a:pt x="44582" y="6201"/>
                  <a:pt x="44370" y="6193"/>
                  <a:pt x="44167" y="6269"/>
                </a:cubicBezTo>
                <a:cubicBezTo>
                  <a:pt x="44184" y="6311"/>
                  <a:pt x="43939" y="6370"/>
                  <a:pt x="43947" y="6430"/>
                </a:cubicBezTo>
                <a:lnTo>
                  <a:pt x="43609" y="6514"/>
                </a:lnTo>
                <a:cubicBezTo>
                  <a:pt x="43572" y="6542"/>
                  <a:pt x="43570" y="6553"/>
                  <a:pt x="43592" y="6553"/>
                </a:cubicBezTo>
                <a:cubicBezTo>
                  <a:pt x="43665" y="6553"/>
                  <a:pt x="44004" y="6429"/>
                  <a:pt x="44104" y="6429"/>
                </a:cubicBezTo>
                <a:cubicBezTo>
                  <a:pt x="44108" y="6429"/>
                  <a:pt x="44113" y="6429"/>
                  <a:pt x="44116" y="6430"/>
                </a:cubicBezTo>
                <a:cubicBezTo>
                  <a:pt x="44319" y="6455"/>
                  <a:pt x="43871" y="6523"/>
                  <a:pt x="43998" y="6531"/>
                </a:cubicBezTo>
                <a:cubicBezTo>
                  <a:pt x="44133" y="6489"/>
                  <a:pt x="44260" y="6430"/>
                  <a:pt x="44387" y="6362"/>
                </a:cubicBezTo>
                <a:cubicBezTo>
                  <a:pt x="44468" y="6338"/>
                  <a:pt x="44533" y="6328"/>
                  <a:pt x="44574" y="6328"/>
                </a:cubicBezTo>
                <a:cubicBezTo>
                  <a:pt x="44606" y="6328"/>
                  <a:pt x="44624" y="6334"/>
                  <a:pt x="44624" y="6345"/>
                </a:cubicBezTo>
                <a:cubicBezTo>
                  <a:pt x="44201" y="6430"/>
                  <a:pt x="44412" y="6464"/>
                  <a:pt x="44074" y="6540"/>
                </a:cubicBezTo>
                <a:lnTo>
                  <a:pt x="44057" y="6531"/>
                </a:lnTo>
                <a:lnTo>
                  <a:pt x="44057" y="6531"/>
                </a:lnTo>
                <a:cubicBezTo>
                  <a:pt x="44066" y="6582"/>
                  <a:pt x="43575" y="6683"/>
                  <a:pt x="43397" y="6760"/>
                </a:cubicBezTo>
                <a:cubicBezTo>
                  <a:pt x="43367" y="6762"/>
                  <a:pt x="43343" y="6764"/>
                  <a:pt x="43325" y="6764"/>
                </a:cubicBezTo>
                <a:cubicBezTo>
                  <a:pt x="43117" y="6764"/>
                  <a:pt x="43675" y="6598"/>
                  <a:pt x="43659" y="6582"/>
                </a:cubicBezTo>
                <a:lnTo>
                  <a:pt x="43659" y="6582"/>
                </a:lnTo>
                <a:lnTo>
                  <a:pt x="43211" y="6726"/>
                </a:lnTo>
                <a:cubicBezTo>
                  <a:pt x="43397" y="6633"/>
                  <a:pt x="43194" y="6658"/>
                  <a:pt x="43448" y="6548"/>
                </a:cubicBezTo>
                <a:lnTo>
                  <a:pt x="43448" y="6548"/>
                </a:lnTo>
                <a:cubicBezTo>
                  <a:pt x="43177" y="6641"/>
                  <a:pt x="43135" y="6599"/>
                  <a:pt x="42881" y="6709"/>
                </a:cubicBezTo>
                <a:cubicBezTo>
                  <a:pt x="42960" y="6662"/>
                  <a:pt x="42960" y="6646"/>
                  <a:pt x="42919" y="6646"/>
                </a:cubicBezTo>
                <a:cubicBezTo>
                  <a:pt x="42833" y="6646"/>
                  <a:pt x="42569" y="6715"/>
                  <a:pt x="42479" y="6715"/>
                </a:cubicBezTo>
                <a:cubicBezTo>
                  <a:pt x="42464" y="6715"/>
                  <a:pt x="42454" y="6713"/>
                  <a:pt x="42450" y="6709"/>
                </a:cubicBezTo>
                <a:cubicBezTo>
                  <a:pt x="42705" y="6617"/>
                  <a:pt x="43173" y="6548"/>
                  <a:pt x="43269" y="6548"/>
                </a:cubicBezTo>
                <a:cubicBezTo>
                  <a:pt x="43288" y="6548"/>
                  <a:pt x="43293" y="6551"/>
                  <a:pt x="43279" y="6557"/>
                </a:cubicBezTo>
                <a:cubicBezTo>
                  <a:pt x="43448" y="6497"/>
                  <a:pt x="43617" y="6455"/>
                  <a:pt x="43795" y="6430"/>
                </a:cubicBezTo>
                <a:lnTo>
                  <a:pt x="43989" y="6294"/>
                </a:lnTo>
                <a:lnTo>
                  <a:pt x="43989" y="6294"/>
                </a:lnTo>
                <a:cubicBezTo>
                  <a:pt x="43804" y="6345"/>
                  <a:pt x="43576" y="6425"/>
                  <a:pt x="43508" y="6425"/>
                </a:cubicBezTo>
                <a:cubicBezTo>
                  <a:pt x="43485" y="6425"/>
                  <a:pt x="43480" y="6417"/>
                  <a:pt x="43499" y="6396"/>
                </a:cubicBezTo>
                <a:lnTo>
                  <a:pt x="43499" y="6396"/>
                </a:lnTo>
                <a:lnTo>
                  <a:pt x="43186" y="6514"/>
                </a:lnTo>
                <a:cubicBezTo>
                  <a:pt x="43363" y="6387"/>
                  <a:pt x="43566" y="6286"/>
                  <a:pt x="43778" y="6210"/>
                </a:cubicBezTo>
                <a:lnTo>
                  <a:pt x="43778" y="6210"/>
                </a:lnTo>
                <a:cubicBezTo>
                  <a:pt x="43118" y="6303"/>
                  <a:pt x="42670" y="6599"/>
                  <a:pt x="42128" y="6675"/>
                </a:cubicBezTo>
                <a:lnTo>
                  <a:pt x="42204" y="6641"/>
                </a:lnTo>
                <a:lnTo>
                  <a:pt x="42204" y="6641"/>
                </a:lnTo>
                <a:cubicBezTo>
                  <a:pt x="41570" y="6825"/>
                  <a:pt x="41221" y="6878"/>
                  <a:pt x="40987" y="6878"/>
                </a:cubicBezTo>
                <a:cubicBezTo>
                  <a:pt x="40844" y="6878"/>
                  <a:pt x="40744" y="6858"/>
                  <a:pt x="40648" y="6836"/>
                </a:cubicBezTo>
                <a:lnTo>
                  <a:pt x="41079" y="6700"/>
                </a:lnTo>
                <a:lnTo>
                  <a:pt x="41122" y="6743"/>
                </a:lnTo>
                <a:cubicBezTo>
                  <a:pt x="41841" y="6582"/>
                  <a:pt x="42323" y="6320"/>
                  <a:pt x="43059" y="6142"/>
                </a:cubicBezTo>
                <a:lnTo>
                  <a:pt x="43059" y="6142"/>
                </a:lnTo>
                <a:cubicBezTo>
                  <a:pt x="42966" y="6210"/>
                  <a:pt x="42687" y="6261"/>
                  <a:pt x="42729" y="6277"/>
                </a:cubicBezTo>
                <a:cubicBezTo>
                  <a:pt x="43177" y="6167"/>
                  <a:pt x="43076" y="6057"/>
                  <a:pt x="43533" y="5998"/>
                </a:cubicBezTo>
                <a:lnTo>
                  <a:pt x="43533" y="5998"/>
                </a:lnTo>
                <a:cubicBezTo>
                  <a:pt x="43354" y="6052"/>
                  <a:pt x="43311" y="6068"/>
                  <a:pt x="43327" y="6068"/>
                </a:cubicBezTo>
                <a:cubicBezTo>
                  <a:pt x="43350" y="6068"/>
                  <a:pt x="43489" y="6037"/>
                  <a:pt x="43533" y="6037"/>
                </a:cubicBezTo>
                <a:cubicBezTo>
                  <a:pt x="43565" y="6037"/>
                  <a:pt x="43549" y="6052"/>
                  <a:pt x="43408" y="6106"/>
                </a:cubicBezTo>
                <a:lnTo>
                  <a:pt x="43408" y="6106"/>
                </a:lnTo>
                <a:cubicBezTo>
                  <a:pt x="44155" y="5826"/>
                  <a:pt x="45002" y="5700"/>
                  <a:pt x="45512" y="5550"/>
                </a:cubicBezTo>
                <a:cubicBezTo>
                  <a:pt x="45377" y="5550"/>
                  <a:pt x="45707" y="5440"/>
                  <a:pt x="45724" y="5431"/>
                </a:cubicBezTo>
                <a:cubicBezTo>
                  <a:pt x="45759" y="5423"/>
                  <a:pt x="45782" y="5419"/>
                  <a:pt x="45795" y="5419"/>
                </a:cubicBezTo>
                <a:cubicBezTo>
                  <a:pt x="45833" y="5419"/>
                  <a:pt x="45790" y="5449"/>
                  <a:pt x="45715" y="5474"/>
                </a:cubicBezTo>
                <a:cubicBezTo>
                  <a:pt x="45809" y="5456"/>
                  <a:pt x="45878" y="5449"/>
                  <a:pt x="45926" y="5449"/>
                </a:cubicBezTo>
                <a:cubicBezTo>
                  <a:pt x="46016" y="5449"/>
                  <a:pt x="46033" y="5475"/>
                  <a:pt x="46011" y="5508"/>
                </a:cubicBezTo>
                <a:lnTo>
                  <a:pt x="45470" y="5660"/>
                </a:lnTo>
                <a:cubicBezTo>
                  <a:pt x="45647" y="5626"/>
                  <a:pt x="45757" y="5635"/>
                  <a:pt x="45901" y="5601"/>
                </a:cubicBezTo>
                <a:cubicBezTo>
                  <a:pt x="45977" y="5584"/>
                  <a:pt x="46053" y="5558"/>
                  <a:pt x="46121" y="5525"/>
                </a:cubicBezTo>
                <a:cubicBezTo>
                  <a:pt x="46214" y="5482"/>
                  <a:pt x="46189" y="5482"/>
                  <a:pt x="46180" y="5457"/>
                </a:cubicBezTo>
                <a:lnTo>
                  <a:pt x="46815" y="5144"/>
                </a:lnTo>
                <a:lnTo>
                  <a:pt x="46815" y="5144"/>
                </a:lnTo>
                <a:lnTo>
                  <a:pt x="46806" y="5152"/>
                </a:lnTo>
                <a:lnTo>
                  <a:pt x="47382" y="4975"/>
                </a:lnTo>
                <a:lnTo>
                  <a:pt x="47322" y="5017"/>
                </a:lnTo>
                <a:lnTo>
                  <a:pt x="47644" y="4882"/>
                </a:lnTo>
                <a:cubicBezTo>
                  <a:pt x="47650" y="4899"/>
                  <a:pt x="47666" y="4904"/>
                  <a:pt x="47684" y="4904"/>
                </a:cubicBezTo>
                <a:cubicBezTo>
                  <a:pt x="47702" y="4904"/>
                  <a:pt x="47722" y="4899"/>
                  <a:pt x="47736" y="4899"/>
                </a:cubicBezTo>
                <a:cubicBezTo>
                  <a:pt x="47749" y="4899"/>
                  <a:pt x="47756" y="4903"/>
                  <a:pt x="47754" y="4915"/>
                </a:cubicBezTo>
                <a:cubicBezTo>
                  <a:pt x="47767" y="4917"/>
                  <a:pt x="47780" y="4918"/>
                  <a:pt x="47794" y="4918"/>
                </a:cubicBezTo>
                <a:cubicBezTo>
                  <a:pt x="48045" y="4918"/>
                  <a:pt x="48524" y="4648"/>
                  <a:pt x="48980" y="4560"/>
                </a:cubicBezTo>
                <a:lnTo>
                  <a:pt x="48980" y="4560"/>
                </a:lnTo>
                <a:lnTo>
                  <a:pt x="48913" y="4611"/>
                </a:lnTo>
                <a:cubicBezTo>
                  <a:pt x="49150" y="4484"/>
                  <a:pt x="49784" y="4357"/>
                  <a:pt x="50190" y="4256"/>
                </a:cubicBezTo>
                <a:close/>
                <a:moveTo>
                  <a:pt x="40271" y="7472"/>
                </a:moveTo>
                <a:cubicBezTo>
                  <a:pt x="40264" y="7474"/>
                  <a:pt x="40257" y="7476"/>
                  <a:pt x="40250" y="7479"/>
                </a:cubicBezTo>
                <a:cubicBezTo>
                  <a:pt x="40258" y="7476"/>
                  <a:pt x="40264" y="7474"/>
                  <a:pt x="40271" y="7472"/>
                </a:cubicBezTo>
                <a:close/>
                <a:moveTo>
                  <a:pt x="38474" y="7707"/>
                </a:moveTo>
                <a:lnTo>
                  <a:pt x="38474" y="7707"/>
                </a:lnTo>
                <a:cubicBezTo>
                  <a:pt x="38465" y="7713"/>
                  <a:pt x="38465" y="7716"/>
                  <a:pt x="38472" y="7718"/>
                </a:cubicBezTo>
                <a:lnTo>
                  <a:pt x="38472" y="7718"/>
                </a:lnTo>
                <a:cubicBezTo>
                  <a:pt x="38474" y="7714"/>
                  <a:pt x="38475" y="7711"/>
                  <a:pt x="38474" y="7707"/>
                </a:cubicBezTo>
                <a:close/>
                <a:moveTo>
                  <a:pt x="35687" y="8248"/>
                </a:moveTo>
                <a:lnTo>
                  <a:pt x="35648" y="8257"/>
                </a:lnTo>
                <a:cubicBezTo>
                  <a:pt x="35661" y="8253"/>
                  <a:pt x="35674" y="8251"/>
                  <a:pt x="35687" y="8248"/>
                </a:cubicBezTo>
                <a:close/>
                <a:moveTo>
                  <a:pt x="35750" y="8257"/>
                </a:moveTo>
                <a:cubicBezTo>
                  <a:pt x="35708" y="8299"/>
                  <a:pt x="35784" y="8316"/>
                  <a:pt x="35488" y="8367"/>
                </a:cubicBezTo>
                <a:cubicBezTo>
                  <a:pt x="35505" y="8350"/>
                  <a:pt x="35479" y="8342"/>
                  <a:pt x="35445" y="8342"/>
                </a:cubicBezTo>
                <a:lnTo>
                  <a:pt x="35750" y="8257"/>
                </a:lnTo>
                <a:close/>
                <a:moveTo>
                  <a:pt x="39252" y="7259"/>
                </a:moveTo>
                <a:cubicBezTo>
                  <a:pt x="39320" y="7309"/>
                  <a:pt x="39337" y="7343"/>
                  <a:pt x="39218" y="7352"/>
                </a:cubicBezTo>
                <a:lnTo>
                  <a:pt x="39455" y="7335"/>
                </a:lnTo>
                <a:lnTo>
                  <a:pt x="39455" y="7335"/>
                </a:lnTo>
                <a:lnTo>
                  <a:pt x="39117" y="7445"/>
                </a:lnTo>
                <a:cubicBezTo>
                  <a:pt x="39123" y="7445"/>
                  <a:pt x="39129" y="7445"/>
                  <a:pt x="39135" y="7445"/>
                </a:cubicBezTo>
                <a:cubicBezTo>
                  <a:pt x="39287" y="7445"/>
                  <a:pt x="39505" y="7350"/>
                  <a:pt x="39675" y="7309"/>
                </a:cubicBezTo>
                <a:cubicBezTo>
                  <a:pt x="39684" y="7309"/>
                  <a:pt x="39692" y="7308"/>
                  <a:pt x="39697" y="7308"/>
                </a:cubicBezTo>
                <a:cubicBezTo>
                  <a:pt x="39821" y="7308"/>
                  <a:pt x="39226" y="7476"/>
                  <a:pt x="39032" y="7597"/>
                </a:cubicBezTo>
                <a:cubicBezTo>
                  <a:pt x="38885" y="7664"/>
                  <a:pt x="38581" y="7720"/>
                  <a:pt x="38492" y="7720"/>
                </a:cubicBezTo>
                <a:cubicBezTo>
                  <a:pt x="38483" y="7720"/>
                  <a:pt x="38476" y="7719"/>
                  <a:pt x="38472" y="7718"/>
                </a:cubicBezTo>
                <a:lnTo>
                  <a:pt x="38472" y="7718"/>
                </a:lnTo>
                <a:cubicBezTo>
                  <a:pt x="38431" y="7795"/>
                  <a:pt x="37845" y="7915"/>
                  <a:pt x="37628" y="8003"/>
                </a:cubicBezTo>
                <a:cubicBezTo>
                  <a:pt x="37398" y="8057"/>
                  <a:pt x="37287" y="8065"/>
                  <a:pt x="37205" y="8065"/>
                </a:cubicBezTo>
                <a:cubicBezTo>
                  <a:pt x="37169" y="8065"/>
                  <a:pt x="37139" y="8064"/>
                  <a:pt x="37107" y="8064"/>
                </a:cubicBezTo>
                <a:cubicBezTo>
                  <a:pt x="37028" y="8064"/>
                  <a:pt x="36937" y="8073"/>
                  <a:pt x="36723" y="8138"/>
                </a:cubicBezTo>
                <a:lnTo>
                  <a:pt x="36917" y="8138"/>
                </a:lnTo>
                <a:cubicBezTo>
                  <a:pt x="36537" y="8257"/>
                  <a:pt x="36156" y="8350"/>
                  <a:pt x="35775" y="8418"/>
                </a:cubicBezTo>
                <a:cubicBezTo>
                  <a:pt x="35699" y="8375"/>
                  <a:pt x="36004" y="8375"/>
                  <a:pt x="36114" y="8325"/>
                </a:cubicBezTo>
                <a:lnTo>
                  <a:pt x="35860" y="8325"/>
                </a:lnTo>
                <a:cubicBezTo>
                  <a:pt x="35947" y="8298"/>
                  <a:pt x="36098" y="8234"/>
                  <a:pt x="36157" y="8234"/>
                </a:cubicBezTo>
                <a:cubicBezTo>
                  <a:pt x="36172" y="8234"/>
                  <a:pt x="36181" y="8238"/>
                  <a:pt x="36181" y="8248"/>
                </a:cubicBezTo>
                <a:cubicBezTo>
                  <a:pt x="36181" y="8232"/>
                  <a:pt x="36244" y="8191"/>
                  <a:pt x="36208" y="8191"/>
                </a:cubicBezTo>
                <a:cubicBezTo>
                  <a:pt x="36188" y="8191"/>
                  <a:pt x="36138" y="8204"/>
                  <a:pt x="36029" y="8240"/>
                </a:cubicBezTo>
                <a:lnTo>
                  <a:pt x="36258" y="8138"/>
                </a:lnTo>
                <a:lnTo>
                  <a:pt x="36198" y="8138"/>
                </a:lnTo>
                <a:lnTo>
                  <a:pt x="36410" y="8079"/>
                </a:lnTo>
                <a:cubicBezTo>
                  <a:pt x="36545" y="8062"/>
                  <a:pt x="36680" y="8054"/>
                  <a:pt x="36816" y="8045"/>
                </a:cubicBezTo>
                <a:lnTo>
                  <a:pt x="36816" y="8045"/>
                </a:lnTo>
                <a:cubicBezTo>
                  <a:pt x="36833" y="8062"/>
                  <a:pt x="36680" y="8105"/>
                  <a:pt x="36596" y="8130"/>
                </a:cubicBezTo>
                <a:cubicBezTo>
                  <a:pt x="36782" y="8105"/>
                  <a:pt x="36951" y="8062"/>
                  <a:pt x="37129" y="8003"/>
                </a:cubicBezTo>
                <a:lnTo>
                  <a:pt x="37129" y="8003"/>
                </a:lnTo>
                <a:cubicBezTo>
                  <a:pt x="37019" y="8027"/>
                  <a:pt x="36962" y="8036"/>
                  <a:pt x="36932" y="8036"/>
                </a:cubicBezTo>
                <a:cubicBezTo>
                  <a:pt x="36868" y="8036"/>
                  <a:pt x="36933" y="7995"/>
                  <a:pt x="36875" y="7978"/>
                </a:cubicBezTo>
                <a:cubicBezTo>
                  <a:pt x="37078" y="7910"/>
                  <a:pt x="37416" y="7842"/>
                  <a:pt x="37543" y="7800"/>
                </a:cubicBezTo>
                <a:cubicBezTo>
                  <a:pt x="37674" y="7777"/>
                  <a:pt x="37798" y="7763"/>
                  <a:pt x="37877" y="7763"/>
                </a:cubicBezTo>
                <a:cubicBezTo>
                  <a:pt x="37971" y="7763"/>
                  <a:pt x="38000" y="7783"/>
                  <a:pt x="37899" y="7834"/>
                </a:cubicBezTo>
                <a:cubicBezTo>
                  <a:pt x="38076" y="7766"/>
                  <a:pt x="38271" y="7732"/>
                  <a:pt x="38457" y="7639"/>
                </a:cubicBezTo>
                <a:lnTo>
                  <a:pt x="38457" y="7639"/>
                </a:lnTo>
                <a:cubicBezTo>
                  <a:pt x="38375" y="7673"/>
                  <a:pt x="38330" y="7685"/>
                  <a:pt x="38303" y="7685"/>
                </a:cubicBezTo>
                <a:cubicBezTo>
                  <a:pt x="38249" y="7685"/>
                  <a:pt x="38267" y="7640"/>
                  <a:pt x="38209" y="7640"/>
                </a:cubicBezTo>
                <a:cubicBezTo>
                  <a:pt x="38173" y="7640"/>
                  <a:pt x="38107" y="7658"/>
                  <a:pt x="37975" y="7716"/>
                </a:cubicBezTo>
                <a:cubicBezTo>
                  <a:pt x="37823" y="7673"/>
                  <a:pt x="38355" y="7563"/>
                  <a:pt x="38601" y="7538"/>
                </a:cubicBezTo>
                <a:lnTo>
                  <a:pt x="38601" y="7538"/>
                </a:lnTo>
                <a:cubicBezTo>
                  <a:pt x="38482" y="7580"/>
                  <a:pt x="38592" y="7580"/>
                  <a:pt x="38567" y="7606"/>
                </a:cubicBezTo>
                <a:cubicBezTo>
                  <a:pt x="38794" y="7528"/>
                  <a:pt x="38796" y="7498"/>
                  <a:pt x="38698" y="7498"/>
                </a:cubicBezTo>
                <a:cubicBezTo>
                  <a:pt x="38645" y="7498"/>
                  <a:pt x="38565" y="7506"/>
                  <a:pt x="38474" y="7521"/>
                </a:cubicBezTo>
                <a:lnTo>
                  <a:pt x="38880" y="7377"/>
                </a:lnTo>
                <a:lnTo>
                  <a:pt x="38838" y="7386"/>
                </a:lnTo>
                <a:lnTo>
                  <a:pt x="39252" y="7259"/>
                </a:lnTo>
                <a:close/>
                <a:moveTo>
                  <a:pt x="31979" y="8503"/>
                </a:moveTo>
                <a:cubicBezTo>
                  <a:pt x="31985" y="8503"/>
                  <a:pt x="31989" y="8504"/>
                  <a:pt x="31993" y="8505"/>
                </a:cubicBezTo>
                <a:lnTo>
                  <a:pt x="31993" y="8505"/>
                </a:lnTo>
                <a:lnTo>
                  <a:pt x="31825" y="8553"/>
                </a:lnTo>
                <a:cubicBezTo>
                  <a:pt x="31825" y="8553"/>
                  <a:pt x="31833" y="8545"/>
                  <a:pt x="31833" y="8545"/>
                </a:cubicBezTo>
                <a:cubicBezTo>
                  <a:pt x="31850" y="8536"/>
                  <a:pt x="31867" y="8528"/>
                  <a:pt x="31876" y="8519"/>
                </a:cubicBezTo>
                <a:cubicBezTo>
                  <a:pt x="31922" y="8513"/>
                  <a:pt x="31957" y="8503"/>
                  <a:pt x="31979" y="8503"/>
                </a:cubicBezTo>
                <a:close/>
                <a:moveTo>
                  <a:pt x="35364" y="8128"/>
                </a:moveTo>
                <a:cubicBezTo>
                  <a:pt x="35375" y="8128"/>
                  <a:pt x="35385" y="8128"/>
                  <a:pt x="35395" y="8130"/>
                </a:cubicBezTo>
                <a:cubicBezTo>
                  <a:pt x="35352" y="8155"/>
                  <a:pt x="35319" y="8181"/>
                  <a:pt x="35276" y="8198"/>
                </a:cubicBezTo>
                <a:lnTo>
                  <a:pt x="34989" y="8333"/>
                </a:lnTo>
                <a:cubicBezTo>
                  <a:pt x="34760" y="8443"/>
                  <a:pt x="34506" y="8553"/>
                  <a:pt x="34388" y="8612"/>
                </a:cubicBezTo>
                <a:cubicBezTo>
                  <a:pt x="34117" y="8688"/>
                  <a:pt x="33838" y="8748"/>
                  <a:pt x="33551" y="8798"/>
                </a:cubicBezTo>
                <a:lnTo>
                  <a:pt x="33644" y="8764"/>
                </a:lnTo>
                <a:cubicBezTo>
                  <a:pt x="34537" y="8559"/>
                  <a:pt x="34651" y="8497"/>
                  <a:pt x="34401" y="8497"/>
                </a:cubicBezTo>
                <a:cubicBezTo>
                  <a:pt x="34238" y="8497"/>
                  <a:pt x="33923" y="8523"/>
                  <a:pt x="33567" y="8553"/>
                </a:cubicBezTo>
                <a:lnTo>
                  <a:pt x="35082" y="8240"/>
                </a:lnTo>
                <a:lnTo>
                  <a:pt x="35006" y="8215"/>
                </a:lnTo>
                <a:cubicBezTo>
                  <a:pt x="35158" y="8192"/>
                  <a:pt x="35269" y="8128"/>
                  <a:pt x="35364" y="8128"/>
                </a:cubicBezTo>
                <a:close/>
                <a:moveTo>
                  <a:pt x="28730" y="9004"/>
                </a:moveTo>
                <a:cubicBezTo>
                  <a:pt x="28409" y="9016"/>
                  <a:pt x="28152" y="9016"/>
                  <a:pt x="27705" y="9137"/>
                </a:cubicBezTo>
                <a:cubicBezTo>
                  <a:pt x="27697" y="9139"/>
                  <a:pt x="27694" y="9140"/>
                  <a:pt x="27695" y="9140"/>
                </a:cubicBezTo>
                <a:cubicBezTo>
                  <a:pt x="27705" y="9140"/>
                  <a:pt x="27946" y="9082"/>
                  <a:pt x="28018" y="9082"/>
                </a:cubicBezTo>
                <a:cubicBezTo>
                  <a:pt x="28037" y="9082"/>
                  <a:pt x="28044" y="9085"/>
                  <a:pt x="28035" y="9094"/>
                </a:cubicBezTo>
                <a:cubicBezTo>
                  <a:pt x="27952" y="9126"/>
                  <a:pt x="27879" y="9147"/>
                  <a:pt x="27811" y="9162"/>
                </a:cubicBezTo>
                <a:lnTo>
                  <a:pt x="27811" y="9162"/>
                </a:lnTo>
                <a:cubicBezTo>
                  <a:pt x="28137" y="9095"/>
                  <a:pt x="28468" y="9034"/>
                  <a:pt x="28730" y="9004"/>
                </a:cubicBezTo>
                <a:close/>
                <a:moveTo>
                  <a:pt x="27811" y="9162"/>
                </a:moveTo>
                <a:lnTo>
                  <a:pt x="27811" y="9162"/>
                </a:lnTo>
                <a:cubicBezTo>
                  <a:pt x="27799" y="9165"/>
                  <a:pt x="27786" y="9167"/>
                  <a:pt x="27773" y="9170"/>
                </a:cubicBezTo>
                <a:lnTo>
                  <a:pt x="27773" y="9170"/>
                </a:lnTo>
                <a:cubicBezTo>
                  <a:pt x="27786" y="9167"/>
                  <a:pt x="27798" y="9165"/>
                  <a:pt x="27811" y="9162"/>
                </a:cubicBezTo>
                <a:close/>
                <a:moveTo>
                  <a:pt x="33132" y="8895"/>
                </a:moveTo>
                <a:cubicBezTo>
                  <a:pt x="33148" y="8895"/>
                  <a:pt x="33154" y="8899"/>
                  <a:pt x="33144" y="8908"/>
                </a:cubicBezTo>
                <a:cubicBezTo>
                  <a:pt x="33136" y="8976"/>
                  <a:pt x="32738" y="9069"/>
                  <a:pt x="32637" y="9154"/>
                </a:cubicBezTo>
                <a:lnTo>
                  <a:pt x="32628" y="9154"/>
                </a:lnTo>
                <a:cubicBezTo>
                  <a:pt x="32558" y="9186"/>
                  <a:pt x="32271" y="9252"/>
                  <a:pt x="32179" y="9252"/>
                </a:cubicBezTo>
                <a:cubicBezTo>
                  <a:pt x="32151" y="9252"/>
                  <a:pt x="32141" y="9246"/>
                  <a:pt x="32163" y="9230"/>
                </a:cubicBezTo>
                <a:cubicBezTo>
                  <a:pt x="32475" y="9182"/>
                  <a:pt x="32439" y="9051"/>
                  <a:pt x="32706" y="9051"/>
                </a:cubicBezTo>
                <a:cubicBezTo>
                  <a:pt x="32721" y="9051"/>
                  <a:pt x="32738" y="9051"/>
                  <a:pt x="32755" y="9052"/>
                </a:cubicBezTo>
                <a:cubicBezTo>
                  <a:pt x="32774" y="9023"/>
                  <a:pt x="32758" y="9014"/>
                  <a:pt x="32719" y="9014"/>
                </a:cubicBezTo>
                <a:cubicBezTo>
                  <a:pt x="32689" y="9014"/>
                  <a:pt x="32646" y="9019"/>
                  <a:pt x="32595" y="9027"/>
                </a:cubicBezTo>
                <a:cubicBezTo>
                  <a:pt x="32628" y="9010"/>
                  <a:pt x="32654" y="8993"/>
                  <a:pt x="32654" y="8984"/>
                </a:cubicBezTo>
                <a:lnTo>
                  <a:pt x="32984" y="8917"/>
                </a:lnTo>
                <a:cubicBezTo>
                  <a:pt x="33048" y="8906"/>
                  <a:pt x="33105" y="8895"/>
                  <a:pt x="33132" y="8895"/>
                </a:cubicBezTo>
                <a:close/>
                <a:moveTo>
                  <a:pt x="30776" y="9348"/>
                </a:moveTo>
                <a:lnTo>
                  <a:pt x="30717" y="9416"/>
                </a:lnTo>
                <a:lnTo>
                  <a:pt x="30708" y="9416"/>
                </a:lnTo>
                <a:cubicBezTo>
                  <a:pt x="30666" y="9416"/>
                  <a:pt x="30615" y="9407"/>
                  <a:pt x="30581" y="9390"/>
                </a:cubicBezTo>
                <a:lnTo>
                  <a:pt x="30776" y="9348"/>
                </a:lnTo>
                <a:close/>
                <a:moveTo>
                  <a:pt x="30150" y="9467"/>
                </a:moveTo>
                <a:lnTo>
                  <a:pt x="30116" y="9475"/>
                </a:lnTo>
                <a:lnTo>
                  <a:pt x="30108" y="9475"/>
                </a:lnTo>
                <a:lnTo>
                  <a:pt x="30150" y="9467"/>
                </a:lnTo>
                <a:close/>
                <a:moveTo>
                  <a:pt x="30108" y="9475"/>
                </a:moveTo>
                <a:lnTo>
                  <a:pt x="30108" y="9475"/>
                </a:lnTo>
                <a:cubicBezTo>
                  <a:pt x="30057" y="9492"/>
                  <a:pt x="29998" y="9500"/>
                  <a:pt x="29938" y="9509"/>
                </a:cubicBezTo>
                <a:lnTo>
                  <a:pt x="30108" y="9475"/>
                </a:lnTo>
                <a:close/>
                <a:moveTo>
                  <a:pt x="27773" y="9170"/>
                </a:moveTo>
                <a:cubicBezTo>
                  <a:pt x="27498" y="9223"/>
                  <a:pt x="27323" y="9169"/>
                  <a:pt x="27020" y="9255"/>
                </a:cubicBezTo>
                <a:lnTo>
                  <a:pt x="27147" y="9306"/>
                </a:lnTo>
                <a:cubicBezTo>
                  <a:pt x="27020" y="9340"/>
                  <a:pt x="26715" y="9416"/>
                  <a:pt x="26572" y="9450"/>
                </a:cubicBezTo>
                <a:cubicBezTo>
                  <a:pt x="26562" y="9446"/>
                  <a:pt x="26531" y="9445"/>
                  <a:pt x="26494" y="9445"/>
                </a:cubicBezTo>
                <a:cubicBezTo>
                  <a:pt x="26469" y="9445"/>
                  <a:pt x="26441" y="9445"/>
                  <a:pt x="26414" y="9445"/>
                </a:cubicBezTo>
                <a:cubicBezTo>
                  <a:pt x="26304" y="9445"/>
                  <a:pt x="26208" y="9440"/>
                  <a:pt x="26402" y="9382"/>
                </a:cubicBezTo>
                <a:lnTo>
                  <a:pt x="26402" y="9382"/>
                </a:lnTo>
                <a:cubicBezTo>
                  <a:pt x="25709" y="9484"/>
                  <a:pt x="25827" y="9661"/>
                  <a:pt x="25032" y="9797"/>
                </a:cubicBezTo>
                <a:cubicBezTo>
                  <a:pt x="25396" y="9746"/>
                  <a:pt x="25438" y="9729"/>
                  <a:pt x="25726" y="9670"/>
                </a:cubicBezTo>
                <a:lnTo>
                  <a:pt x="25726" y="9670"/>
                </a:lnTo>
                <a:cubicBezTo>
                  <a:pt x="25429" y="9771"/>
                  <a:pt x="25683" y="9712"/>
                  <a:pt x="25666" y="9763"/>
                </a:cubicBezTo>
                <a:cubicBezTo>
                  <a:pt x="25532" y="9763"/>
                  <a:pt x="25206" y="9836"/>
                  <a:pt x="25151" y="9836"/>
                </a:cubicBezTo>
                <a:cubicBezTo>
                  <a:pt x="25126" y="9836"/>
                  <a:pt x="25155" y="9821"/>
                  <a:pt x="25277" y="9780"/>
                </a:cubicBezTo>
                <a:lnTo>
                  <a:pt x="25277" y="9780"/>
                </a:lnTo>
                <a:cubicBezTo>
                  <a:pt x="25032" y="9822"/>
                  <a:pt x="24533" y="9907"/>
                  <a:pt x="24431" y="9957"/>
                </a:cubicBezTo>
                <a:lnTo>
                  <a:pt x="24651" y="9940"/>
                </a:lnTo>
                <a:lnTo>
                  <a:pt x="24651" y="9940"/>
                </a:lnTo>
                <a:cubicBezTo>
                  <a:pt x="24364" y="9983"/>
                  <a:pt x="24084" y="10067"/>
                  <a:pt x="23814" y="10194"/>
                </a:cubicBezTo>
                <a:cubicBezTo>
                  <a:pt x="24262" y="10101"/>
                  <a:pt x="24228" y="10016"/>
                  <a:pt x="24787" y="9923"/>
                </a:cubicBezTo>
                <a:cubicBezTo>
                  <a:pt x="24905" y="9910"/>
                  <a:pt x="24973" y="9905"/>
                  <a:pt x="25008" y="9905"/>
                </a:cubicBezTo>
                <a:cubicBezTo>
                  <a:pt x="25153" y="9905"/>
                  <a:pt x="24760" y="9991"/>
                  <a:pt x="25033" y="9991"/>
                </a:cubicBezTo>
                <a:cubicBezTo>
                  <a:pt x="25043" y="9991"/>
                  <a:pt x="25054" y="9991"/>
                  <a:pt x="25066" y="9991"/>
                </a:cubicBezTo>
                <a:cubicBezTo>
                  <a:pt x="25210" y="9949"/>
                  <a:pt x="25345" y="9907"/>
                  <a:pt x="25489" y="9856"/>
                </a:cubicBezTo>
                <a:lnTo>
                  <a:pt x="25489" y="9856"/>
                </a:lnTo>
                <a:lnTo>
                  <a:pt x="25286" y="9890"/>
                </a:lnTo>
                <a:cubicBezTo>
                  <a:pt x="25336" y="9805"/>
                  <a:pt x="25954" y="9763"/>
                  <a:pt x="25886" y="9687"/>
                </a:cubicBezTo>
                <a:cubicBezTo>
                  <a:pt x="26335" y="9670"/>
                  <a:pt x="26462" y="9602"/>
                  <a:pt x="26952" y="9560"/>
                </a:cubicBezTo>
                <a:cubicBezTo>
                  <a:pt x="26994" y="9537"/>
                  <a:pt x="26994" y="9529"/>
                  <a:pt x="26970" y="9529"/>
                </a:cubicBezTo>
                <a:cubicBezTo>
                  <a:pt x="26931" y="9529"/>
                  <a:pt x="26829" y="9549"/>
                  <a:pt x="26741" y="9560"/>
                </a:cubicBezTo>
                <a:cubicBezTo>
                  <a:pt x="26986" y="9517"/>
                  <a:pt x="26986" y="9433"/>
                  <a:pt x="27316" y="9416"/>
                </a:cubicBezTo>
                <a:cubicBezTo>
                  <a:pt x="27422" y="9400"/>
                  <a:pt x="27412" y="9377"/>
                  <a:pt x="27318" y="9377"/>
                </a:cubicBezTo>
                <a:cubicBezTo>
                  <a:pt x="27263" y="9377"/>
                  <a:pt x="27178" y="9385"/>
                  <a:pt x="27071" y="9407"/>
                </a:cubicBezTo>
                <a:cubicBezTo>
                  <a:pt x="27316" y="9357"/>
                  <a:pt x="27544" y="9297"/>
                  <a:pt x="27823" y="9255"/>
                </a:cubicBezTo>
                <a:lnTo>
                  <a:pt x="27536" y="9255"/>
                </a:lnTo>
                <a:lnTo>
                  <a:pt x="27815" y="9196"/>
                </a:lnTo>
                <a:lnTo>
                  <a:pt x="27570" y="9213"/>
                </a:lnTo>
                <a:cubicBezTo>
                  <a:pt x="27637" y="9198"/>
                  <a:pt x="27705" y="9184"/>
                  <a:pt x="27773" y="9170"/>
                </a:cubicBezTo>
                <a:close/>
                <a:moveTo>
                  <a:pt x="23178" y="10997"/>
                </a:moveTo>
                <a:lnTo>
                  <a:pt x="23178" y="10997"/>
                </a:lnTo>
                <a:cubicBezTo>
                  <a:pt x="23174" y="10999"/>
                  <a:pt x="23172" y="11003"/>
                  <a:pt x="23171" y="11006"/>
                </a:cubicBezTo>
                <a:lnTo>
                  <a:pt x="23178" y="10997"/>
                </a:lnTo>
                <a:close/>
                <a:moveTo>
                  <a:pt x="17064" y="12023"/>
                </a:moveTo>
                <a:cubicBezTo>
                  <a:pt x="17056" y="12025"/>
                  <a:pt x="17047" y="12027"/>
                  <a:pt x="17038" y="12030"/>
                </a:cubicBezTo>
                <a:cubicBezTo>
                  <a:pt x="17054" y="12027"/>
                  <a:pt x="17060" y="12025"/>
                  <a:pt x="17064" y="12023"/>
                </a:cubicBezTo>
                <a:close/>
                <a:moveTo>
                  <a:pt x="8832" y="12842"/>
                </a:moveTo>
                <a:cubicBezTo>
                  <a:pt x="8810" y="12845"/>
                  <a:pt x="8788" y="12848"/>
                  <a:pt x="8765" y="12852"/>
                </a:cubicBezTo>
                <a:lnTo>
                  <a:pt x="8765" y="12852"/>
                </a:lnTo>
                <a:lnTo>
                  <a:pt x="8832" y="12842"/>
                </a:lnTo>
                <a:close/>
                <a:moveTo>
                  <a:pt x="6234" y="13490"/>
                </a:moveTo>
                <a:lnTo>
                  <a:pt x="6234" y="13490"/>
                </a:lnTo>
                <a:cubicBezTo>
                  <a:pt x="6209" y="13494"/>
                  <a:pt x="6184" y="13498"/>
                  <a:pt x="6159" y="13502"/>
                </a:cubicBezTo>
                <a:cubicBezTo>
                  <a:pt x="6184" y="13502"/>
                  <a:pt x="6210" y="13497"/>
                  <a:pt x="6234" y="13490"/>
                </a:cubicBezTo>
                <a:close/>
                <a:moveTo>
                  <a:pt x="2456" y="13975"/>
                </a:moveTo>
                <a:cubicBezTo>
                  <a:pt x="2455" y="13975"/>
                  <a:pt x="2454" y="13975"/>
                  <a:pt x="2454" y="13975"/>
                </a:cubicBezTo>
                <a:cubicBezTo>
                  <a:pt x="2454" y="13975"/>
                  <a:pt x="2455" y="13975"/>
                  <a:pt x="2456" y="13975"/>
                </a:cubicBezTo>
                <a:close/>
                <a:moveTo>
                  <a:pt x="62549" y="1"/>
                </a:moveTo>
                <a:lnTo>
                  <a:pt x="62287" y="60"/>
                </a:lnTo>
                <a:cubicBezTo>
                  <a:pt x="62287" y="51"/>
                  <a:pt x="62312" y="43"/>
                  <a:pt x="62321" y="34"/>
                </a:cubicBezTo>
                <a:lnTo>
                  <a:pt x="62321" y="34"/>
                </a:lnTo>
                <a:cubicBezTo>
                  <a:pt x="62245" y="68"/>
                  <a:pt x="62169" y="102"/>
                  <a:pt x="62093" y="153"/>
                </a:cubicBezTo>
                <a:cubicBezTo>
                  <a:pt x="61748" y="298"/>
                  <a:pt x="61528" y="305"/>
                  <a:pt x="61439" y="305"/>
                </a:cubicBezTo>
                <a:cubicBezTo>
                  <a:pt x="61430" y="305"/>
                  <a:pt x="61422" y="305"/>
                  <a:pt x="61416" y="305"/>
                </a:cubicBezTo>
                <a:cubicBezTo>
                  <a:pt x="61391" y="311"/>
                  <a:pt x="61373" y="313"/>
                  <a:pt x="61362" y="313"/>
                </a:cubicBezTo>
                <a:cubicBezTo>
                  <a:pt x="61286" y="313"/>
                  <a:pt x="61454" y="209"/>
                  <a:pt x="61424" y="187"/>
                </a:cubicBezTo>
                <a:lnTo>
                  <a:pt x="61424" y="187"/>
                </a:lnTo>
                <a:cubicBezTo>
                  <a:pt x="61137" y="297"/>
                  <a:pt x="61170" y="356"/>
                  <a:pt x="60883" y="466"/>
                </a:cubicBezTo>
                <a:cubicBezTo>
                  <a:pt x="60859" y="472"/>
                  <a:pt x="60845" y="475"/>
                  <a:pt x="60837" y="475"/>
                </a:cubicBezTo>
                <a:cubicBezTo>
                  <a:pt x="60825" y="475"/>
                  <a:pt x="60831" y="468"/>
                  <a:pt x="60843" y="460"/>
                </a:cubicBezTo>
                <a:lnTo>
                  <a:pt x="60843" y="460"/>
                </a:lnTo>
                <a:lnTo>
                  <a:pt x="60680" y="542"/>
                </a:lnTo>
                <a:cubicBezTo>
                  <a:pt x="60679" y="542"/>
                  <a:pt x="60679" y="542"/>
                  <a:pt x="60678" y="542"/>
                </a:cubicBezTo>
                <a:cubicBezTo>
                  <a:pt x="60650" y="542"/>
                  <a:pt x="60422" y="610"/>
                  <a:pt x="60367" y="610"/>
                </a:cubicBezTo>
                <a:cubicBezTo>
                  <a:pt x="60341" y="610"/>
                  <a:pt x="60353" y="595"/>
                  <a:pt x="60443" y="550"/>
                </a:cubicBezTo>
                <a:lnTo>
                  <a:pt x="60629" y="491"/>
                </a:lnTo>
                <a:lnTo>
                  <a:pt x="60629" y="491"/>
                </a:lnTo>
                <a:cubicBezTo>
                  <a:pt x="60264" y="579"/>
                  <a:pt x="59680" y="742"/>
                  <a:pt x="59525" y="742"/>
                </a:cubicBezTo>
                <a:cubicBezTo>
                  <a:pt x="59501" y="742"/>
                  <a:pt x="59487" y="737"/>
                  <a:pt x="59487" y="728"/>
                </a:cubicBezTo>
                <a:cubicBezTo>
                  <a:pt x="59259" y="796"/>
                  <a:pt x="59335" y="804"/>
                  <a:pt x="58971" y="906"/>
                </a:cubicBezTo>
                <a:cubicBezTo>
                  <a:pt x="58827" y="1007"/>
                  <a:pt x="59013" y="990"/>
                  <a:pt x="58641" y="1151"/>
                </a:cubicBezTo>
                <a:lnTo>
                  <a:pt x="58954" y="1066"/>
                </a:lnTo>
                <a:cubicBezTo>
                  <a:pt x="59013" y="1033"/>
                  <a:pt x="59064" y="1007"/>
                  <a:pt x="59132" y="973"/>
                </a:cubicBezTo>
                <a:lnTo>
                  <a:pt x="59132" y="973"/>
                </a:lnTo>
                <a:lnTo>
                  <a:pt x="58810" y="1092"/>
                </a:lnTo>
                <a:cubicBezTo>
                  <a:pt x="59013" y="1007"/>
                  <a:pt x="58963" y="990"/>
                  <a:pt x="59013" y="931"/>
                </a:cubicBezTo>
                <a:cubicBezTo>
                  <a:pt x="59495" y="762"/>
                  <a:pt x="59656" y="787"/>
                  <a:pt x="59910" y="720"/>
                </a:cubicBezTo>
                <a:lnTo>
                  <a:pt x="59910" y="720"/>
                </a:lnTo>
                <a:cubicBezTo>
                  <a:pt x="59775" y="804"/>
                  <a:pt x="59504" y="889"/>
                  <a:pt x="59622" y="906"/>
                </a:cubicBezTo>
                <a:cubicBezTo>
                  <a:pt x="59360" y="948"/>
                  <a:pt x="59369" y="1041"/>
                  <a:pt x="59064" y="1100"/>
                </a:cubicBezTo>
                <a:lnTo>
                  <a:pt x="59115" y="1066"/>
                </a:lnTo>
                <a:lnTo>
                  <a:pt x="59115" y="1066"/>
                </a:lnTo>
                <a:cubicBezTo>
                  <a:pt x="58903" y="1185"/>
                  <a:pt x="58853" y="1143"/>
                  <a:pt x="58675" y="1253"/>
                </a:cubicBezTo>
                <a:cubicBezTo>
                  <a:pt x="58683" y="1244"/>
                  <a:pt x="58658" y="1244"/>
                  <a:pt x="58633" y="1244"/>
                </a:cubicBezTo>
                <a:cubicBezTo>
                  <a:pt x="58459" y="1316"/>
                  <a:pt x="58459" y="1324"/>
                  <a:pt x="58484" y="1324"/>
                </a:cubicBezTo>
                <a:cubicBezTo>
                  <a:pt x="58490" y="1324"/>
                  <a:pt x="58499" y="1323"/>
                  <a:pt x="58506" y="1323"/>
                </a:cubicBezTo>
                <a:cubicBezTo>
                  <a:pt x="58537" y="1323"/>
                  <a:pt x="58554" y="1332"/>
                  <a:pt x="58370" y="1422"/>
                </a:cubicBezTo>
                <a:cubicBezTo>
                  <a:pt x="58269" y="1454"/>
                  <a:pt x="58212" y="1465"/>
                  <a:pt x="58180" y="1465"/>
                </a:cubicBezTo>
                <a:cubicBezTo>
                  <a:pt x="58096" y="1465"/>
                  <a:pt x="58182" y="1388"/>
                  <a:pt x="58116" y="1388"/>
                </a:cubicBezTo>
                <a:cubicBezTo>
                  <a:pt x="58114" y="1388"/>
                  <a:pt x="58111" y="1388"/>
                  <a:pt x="58108" y="1388"/>
                </a:cubicBezTo>
                <a:cubicBezTo>
                  <a:pt x="58700" y="1109"/>
                  <a:pt x="58066" y="1312"/>
                  <a:pt x="58717" y="1024"/>
                </a:cubicBezTo>
                <a:cubicBezTo>
                  <a:pt x="58711" y="1007"/>
                  <a:pt x="58689" y="999"/>
                  <a:pt x="58654" y="999"/>
                </a:cubicBezTo>
                <a:cubicBezTo>
                  <a:pt x="58552" y="999"/>
                  <a:pt x="58339" y="1067"/>
                  <a:pt x="58074" y="1168"/>
                </a:cubicBezTo>
                <a:cubicBezTo>
                  <a:pt x="58101" y="1162"/>
                  <a:pt x="58120" y="1160"/>
                  <a:pt x="58134" y="1160"/>
                </a:cubicBezTo>
                <a:cubicBezTo>
                  <a:pt x="58224" y="1160"/>
                  <a:pt x="58058" y="1272"/>
                  <a:pt x="58189" y="1272"/>
                </a:cubicBezTo>
                <a:cubicBezTo>
                  <a:pt x="58212" y="1272"/>
                  <a:pt x="58243" y="1269"/>
                  <a:pt x="58286" y="1261"/>
                </a:cubicBezTo>
                <a:lnTo>
                  <a:pt x="58286" y="1261"/>
                </a:lnTo>
                <a:cubicBezTo>
                  <a:pt x="57753" y="1481"/>
                  <a:pt x="57846" y="1591"/>
                  <a:pt x="57228" y="1726"/>
                </a:cubicBezTo>
                <a:lnTo>
                  <a:pt x="57237" y="1718"/>
                </a:lnTo>
                <a:lnTo>
                  <a:pt x="57008" y="1845"/>
                </a:lnTo>
                <a:lnTo>
                  <a:pt x="56653" y="1929"/>
                </a:lnTo>
                <a:cubicBezTo>
                  <a:pt x="56848" y="1786"/>
                  <a:pt x="57118" y="1735"/>
                  <a:pt x="57271" y="1642"/>
                </a:cubicBezTo>
                <a:lnTo>
                  <a:pt x="57271" y="1642"/>
                </a:lnTo>
                <a:cubicBezTo>
                  <a:pt x="56831" y="1709"/>
                  <a:pt x="56738" y="1895"/>
                  <a:pt x="56256" y="2048"/>
                </a:cubicBezTo>
                <a:cubicBezTo>
                  <a:pt x="56219" y="2052"/>
                  <a:pt x="56192" y="2054"/>
                  <a:pt x="56173" y="2054"/>
                </a:cubicBezTo>
                <a:cubicBezTo>
                  <a:pt x="55982" y="2054"/>
                  <a:pt x="56727" y="1830"/>
                  <a:pt x="56704" y="1769"/>
                </a:cubicBezTo>
                <a:lnTo>
                  <a:pt x="56704" y="1769"/>
                </a:lnTo>
                <a:cubicBezTo>
                  <a:pt x="56628" y="1810"/>
                  <a:pt x="56433" y="1851"/>
                  <a:pt x="56379" y="1851"/>
                </a:cubicBezTo>
                <a:cubicBezTo>
                  <a:pt x="56366" y="1851"/>
                  <a:pt x="56361" y="1849"/>
                  <a:pt x="56366" y="1845"/>
                </a:cubicBezTo>
                <a:cubicBezTo>
                  <a:pt x="56814" y="1718"/>
                  <a:pt x="56619" y="1709"/>
                  <a:pt x="57127" y="1582"/>
                </a:cubicBezTo>
                <a:lnTo>
                  <a:pt x="57127" y="1582"/>
                </a:lnTo>
                <a:cubicBezTo>
                  <a:pt x="57035" y="1623"/>
                  <a:pt x="57025" y="1633"/>
                  <a:pt x="57044" y="1633"/>
                </a:cubicBezTo>
                <a:cubicBezTo>
                  <a:pt x="57060" y="1633"/>
                  <a:pt x="57098" y="1625"/>
                  <a:pt x="57123" y="1625"/>
                </a:cubicBezTo>
                <a:cubicBezTo>
                  <a:pt x="57141" y="1625"/>
                  <a:pt x="57152" y="1629"/>
                  <a:pt x="57144" y="1642"/>
                </a:cubicBezTo>
                <a:cubicBezTo>
                  <a:pt x="57414" y="1515"/>
                  <a:pt x="57702" y="1413"/>
                  <a:pt x="57998" y="1329"/>
                </a:cubicBezTo>
                <a:cubicBezTo>
                  <a:pt x="58011" y="1312"/>
                  <a:pt x="58004" y="1305"/>
                  <a:pt x="57982" y="1305"/>
                </a:cubicBezTo>
                <a:cubicBezTo>
                  <a:pt x="57904" y="1305"/>
                  <a:pt x="57647" y="1391"/>
                  <a:pt x="57482" y="1430"/>
                </a:cubicBezTo>
                <a:cubicBezTo>
                  <a:pt x="57110" y="1616"/>
                  <a:pt x="56670" y="1650"/>
                  <a:pt x="56382" y="1811"/>
                </a:cubicBezTo>
                <a:cubicBezTo>
                  <a:pt x="56261" y="1852"/>
                  <a:pt x="56205" y="1867"/>
                  <a:pt x="56188" y="1867"/>
                </a:cubicBezTo>
                <a:cubicBezTo>
                  <a:pt x="56144" y="1867"/>
                  <a:pt x="56330" y="1777"/>
                  <a:pt x="56306" y="1777"/>
                </a:cubicBezTo>
                <a:cubicBezTo>
                  <a:pt x="55917" y="1879"/>
                  <a:pt x="56154" y="1870"/>
                  <a:pt x="56036" y="1921"/>
                </a:cubicBezTo>
                <a:cubicBezTo>
                  <a:pt x="55477" y="2149"/>
                  <a:pt x="55376" y="2073"/>
                  <a:pt x="54970" y="2208"/>
                </a:cubicBezTo>
                <a:cubicBezTo>
                  <a:pt x="54716" y="2327"/>
                  <a:pt x="54462" y="2428"/>
                  <a:pt x="54191" y="2513"/>
                </a:cubicBezTo>
                <a:cubicBezTo>
                  <a:pt x="53870" y="2623"/>
                  <a:pt x="53515" y="2724"/>
                  <a:pt x="53219" y="2809"/>
                </a:cubicBezTo>
                <a:cubicBezTo>
                  <a:pt x="53278" y="2767"/>
                  <a:pt x="53193" y="2767"/>
                  <a:pt x="53151" y="2758"/>
                </a:cubicBezTo>
                <a:cubicBezTo>
                  <a:pt x="52838" y="2961"/>
                  <a:pt x="52948" y="2877"/>
                  <a:pt x="52533" y="3080"/>
                </a:cubicBezTo>
                <a:lnTo>
                  <a:pt x="52914" y="2995"/>
                </a:lnTo>
                <a:lnTo>
                  <a:pt x="52914" y="2995"/>
                </a:lnTo>
                <a:cubicBezTo>
                  <a:pt x="52618" y="3097"/>
                  <a:pt x="52398" y="3241"/>
                  <a:pt x="52110" y="3274"/>
                </a:cubicBezTo>
                <a:cubicBezTo>
                  <a:pt x="52130" y="3273"/>
                  <a:pt x="52146" y="3272"/>
                  <a:pt x="52160" y="3272"/>
                </a:cubicBezTo>
                <a:cubicBezTo>
                  <a:pt x="52416" y="3272"/>
                  <a:pt x="51643" y="3491"/>
                  <a:pt x="51442" y="3579"/>
                </a:cubicBezTo>
                <a:cubicBezTo>
                  <a:pt x="51138" y="3647"/>
                  <a:pt x="50850" y="3799"/>
                  <a:pt x="50672" y="3799"/>
                </a:cubicBezTo>
                <a:lnTo>
                  <a:pt x="50706" y="3782"/>
                </a:lnTo>
                <a:lnTo>
                  <a:pt x="50266" y="3909"/>
                </a:lnTo>
                <a:lnTo>
                  <a:pt x="50266" y="3909"/>
                </a:lnTo>
                <a:lnTo>
                  <a:pt x="50292" y="3807"/>
                </a:lnTo>
                <a:lnTo>
                  <a:pt x="50292" y="3807"/>
                </a:lnTo>
                <a:cubicBezTo>
                  <a:pt x="49987" y="3875"/>
                  <a:pt x="49623" y="4036"/>
                  <a:pt x="49742" y="4036"/>
                </a:cubicBezTo>
                <a:cubicBezTo>
                  <a:pt x="49630" y="4059"/>
                  <a:pt x="49577" y="4067"/>
                  <a:pt x="49554" y="4067"/>
                </a:cubicBezTo>
                <a:cubicBezTo>
                  <a:pt x="49510" y="4067"/>
                  <a:pt x="49578" y="4036"/>
                  <a:pt x="49539" y="4019"/>
                </a:cubicBezTo>
                <a:cubicBezTo>
                  <a:pt x="49705" y="3940"/>
                  <a:pt x="50033" y="3779"/>
                  <a:pt x="50179" y="3779"/>
                </a:cubicBezTo>
                <a:cubicBezTo>
                  <a:pt x="50189" y="3779"/>
                  <a:pt x="50199" y="3780"/>
                  <a:pt x="50207" y="3782"/>
                </a:cubicBezTo>
                <a:cubicBezTo>
                  <a:pt x="50173" y="3790"/>
                  <a:pt x="50139" y="3799"/>
                  <a:pt x="50106" y="3824"/>
                </a:cubicBezTo>
                <a:cubicBezTo>
                  <a:pt x="50943" y="3604"/>
                  <a:pt x="50342" y="3638"/>
                  <a:pt x="50748" y="3486"/>
                </a:cubicBezTo>
                <a:lnTo>
                  <a:pt x="50748" y="3486"/>
                </a:lnTo>
                <a:cubicBezTo>
                  <a:pt x="50529" y="3545"/>
                  <a:pt x="50359" y="3554"/>
                  <a:pt x="50139" y="3647"/>
                </a:cubicBezTo>
                <a:cubicBezTo>
                  <a:pt x="50029" y="3689"/>
                  <a:pt x="49606" y="3841"/>
                  <a:pt x="49395" y="3943"/>
                </a:cubicBezTo>
                <a:cubicBezTo>
                  <a:pt x="49623" y="3850"/>
                  <a:pt x="49860" y="3790"/>
                  <a:pt x="50097" y="3765"/>
                </a:cubicBezTo>
                <a:lnTo>
                  <a:pt x="50097" y="3765"/>
                </a:lnTo>
                <a:cubicBezTo>
                  <a:pt x="49894" y="3816"/>
                  <a:pt x="49877" y="3875"/>
                  <a:pt x="49699" y="3900"/>
                </a:cubicBezTo>
                <a:lnTo>
                  <a:pt x="49750" y="3867"/>
                </a:lnTo>
                <a:lnTo>
                  <a:pt x="49750" y="3867"/>
                </a:lnTo>
                <a:lnTo>
                  <a:pt x="49539" y="3960"/>
                </a:lnTo>
                <a:cubicBezTo>
                  <a:pt x="49535" y="3957"/>
                  <a:pt x="49527" y="3956"/>
                  <a:pt x="49516" y="3956"/>
                </a:cubicBezTo>
                <a:cubicBezTo>
                  <a:pt x="49439" y="3956"/>
                  <a:pt x="49212" y="4024"/>
                  <a:pt x="49159" y="4024"/>
                </a:cubicBezTo>
                <a:cubicBezTo>
                  <a:pt x="49133" y="4024"/>
                  <a:pt x="49149" y="4008"/>
                  <a:pt x="49243" y="3960"/>
                </a:cubicBezTo>
                <a:lnTo>
                  <a:pt x="49243" y="3960"/>
                </a:lnTo>
                <a:cubicBezTo>
                  <a:pt x="48947" y="4061"/>
                  <a:pt x="49158" y="4036"/>
                  <a:pt x="48887" y="4129"/>
                </a:cubicBezTo>
                <a:lnTo>
                  <a:pt x="49429" y="3993"/>
                </a:lnTo>
                <a:lnTo>
                  <a:pt x="49437" y="4053"/>
                </a:lnTo>
                <a:cubicBezTo>
                  <a:pt x="49251" y="4146"/>
                  <a:pt x="49192" y="4120"/>
                  <a:pt x="48980" y="4188"/>
                </a:cubicBezTo>
                <a:lnTo>
                  <a:pt x="49014" y="4239"/>
                </a:lnTo>
                <a:lnTo>
                  <a:pt x="48617" y="4298"/>
                </a:lnTo>
                <a:cubicBezTo>
                  <a:pt x="48676" y="4323"/>
                  <a:pt x="48380" y="4399"/>
                  <a:pt x="48304" y="4425"/>
                </a:cubicBezTo>
                <a:cubicBezTo>
                  <a:pt x="48271" y="4431"/>
                  <a:pt x="48246" y="4433"/>
                  <a:pt x="48225" y="4433"/>
                </a:cubicBezTo>
                <a:cubicBezTo>
                  <a:pt x="48162" y="4433"/>
                  <a:pt x="48143" y="4411"/>
                  <a:pt x="48096" y="4411"/>
                </a:cubicBezTo>
                <a:cubicBezTo>
                  <a:pt x="48054" y="4411"/>
                  <a:pt x="47990" y="4428"/>
                  <a:pt x="47855" y="4493"/>
                </a:cubicBezTo>
                <a:lnTo>
                  <a:pt x="47881" y="4493"/>
                </a:lnTo>
                <a:cubicBezTo>
                  <a:pt x="47678" y="4577"/>
                  <a:pt x="47475" y="4636"/>
                  <a:pt x="47263" y="4687"/>
                </a:cubicBezTo>
                <a:cubicBezTo>
                  <a:pt x="47305" y="4662"/>
                  <a:pt x="47348" y="4645"/>
                  <a:pt x="47399" y="4628"/>
                </a:cubicBezTo>
                <a:lnTo>
                  <a:pt x="47399" y="4628"/>
                </a:lnTo>
                <a:cubicBezTo>
                  <a:pt x="46999" y="4708"/>
                  <a:pt x="46410" y="4969"/>
                  <a:pt x="46168" y="4969"/>
                </a:cubicBezTo>
                <a:cubicBezTo>
                  <a:pt x="46154" y="4969"/>
                  <a:pt x="46141" y="4968"/>
                  <a:pt x="46130" y="4966"/>
                </a:cubicBezTo>
                <a:cubicBezTo>
                  <a:pt x="46147" y="4907"/>
                  <a:pt x="46324" y="4882"/>
                  <a:pt x="46316" y="4831"/>
                </a:cubicBezTo>
                <a:cubicBezTo>
                  <a:pt x="46976" y="4712"/>
                  <a:pt x="46739" y="4611"/>
                  <a:pt x="47492" y="4433"/>
                </a:cubicBezTo>
                <a:cubicBezTo>
                  <a:pt x="47501" y="4448"/>
                  <a:pt x="47519" y="4455"/>
                  <a:pt x="47543" y="4455"/>
                </a:cubicBezTo>
                <a:cubicBezTo>
                  <a:pt x="47682" y="4455"/>
                  <a:pt x="48032" y="4253"/>
                  <a:pt x="48216" y="4253"/>
                </a:cubicBezTo>
                <a:cubicBezTo>
                  <a:pt x="48240" y="4253"/>
                  <a:pt x="48261" y="4257"/>
                  <a:pt x="48278" y="4264"/>
                </a:cubicBezTo>
                <a:cubicBezTo>
                  <a:pt x="47982" y="4332"/>
                  <a:pt x="47610" y="4518"/>
                  <a:pt x="47669" y="4518"/>
                </a:cubicBezTo>
                <a:cubicBezTo>
                  <a:pt x="47940" y="4433"/>
                  <a:pt x="48312" y="4315"/>
                  <a:pt x="48507" y="4273"/>
                </a:cubicBezTo>
                <a:lnTo>
                  <a:pt x="48507" y="4273"/>
                </a:lnTo>
                <a:cubicBezTo>
                  <a:pt x="48498" y="4273"/>
                  <a:pt x="48489" y="4273"/>
                  <a:pt x="48481" y="4273"/>
                </a:cubicBezTo>
                <a:cubicBezTo>
                  <a:pt x="48333" y="4273"/>
                  <a:pt x="48368" y="4201"/>
                  <a:pt x="48464" y="4129"/>
                </a:cubicBezTo>
                <a:lnTo>
                  <a:pt x="48464" y="4129"/>
                </a:lnTo>
                <a:cubicBezTo>
                  <a:pt x="48041" y="4289"/>
                  <a:pt x="47229" y="4433"/>
                  <a:pt x="46612" y="4602"/>
                </a:cubicBezTo>
                <a:lnTo>
                  <a:pt x="46705" y="4653"/>
                </a:lnTo>
                <a:cubicBezTo>
                  <a:pt x="46558" y="4712"/>
                  <a:pt x="46497" y="4732"/>
                  <a:pt x="46476" y="4732"/>
                </a:cubicBezTo>
                <a:cubicBezTo>
                  <a:pt x="46434" y="4732"/>
                  <a:pt x="46543" y="4658"/>
                  <a:pt x="46472" y="4658"/>
                </a:cubicBezTo>
                <a:cubicBezTo>
                  <a:pt x="46449" y="4658"/>
                  <a:pt x="46407" y="4666"/>
                  <a:pt x="46333" y="4687"/>
                </a:cubicBezTo>
                <a:lnTo>
                  <a:pt x="46163" y="4797"/>
                </a:lnTo>
                <a:lnTo>
                  <a:pt x="46138" y="4797"/>
                </a:lnTo>
                <a:lnTo>
                  <a:pt x="45834" y="4941"/>
                </a:lnTo>
                <a:cubicBezTo>
                  <a:pt x="46053" y="4873"/>
                  <a:pt x="45935" y="4856"/>
                  <a:pt x="46180" y="4814"/>
                </a:cubicBezTo>
                <a:cubicBezTo>
                  <a:pt x="46217" y="4807"/>
                  <a:pt x="46241" y="4804"/>
                  <a:pt x="46257" y="4804"/>
                </a:cubicBezTo>
                <a:cubicBezTo>
                  <a:pt x="46335" y="4804"/>
                  <a:pt x="46180" y="4883"/>
                  <a:pt x="46138" y="4932"/>
                </a:cubicBezTo>
                <a:cubicBezTo>
                  <a:pt x="46036" y="4944"/>
                  <a:pt x="45748" y="5028"/>
                  <a:pt x="45696" y="5028"/>
                </a:cubicBezTo>
                <a:cubicBezTo>
                  <a:pt x="45675" y="5028"/>
                  <a:pt x="45694" y="5014"/>
                  <a:pt x="45783" y="4975"/>
                </a:cubicBezTo>
                <a:lnTo>
                  <a:pt x="45783" y="4975"/>
                </a:lnTo>
                <a:lnTo>
                  <a:pt x="45241" y="5195"/>
                </a:lnTo>
                <a:cubicBezTo>
                  <a:pt x="45241" y="5169"/>
                  <a:pt x="45360" y="5119"/>
                  <a:pt x="45411" y="5093"/>
                </a:cubicBezTo>
                <a:lnTo>
                  <a:pt x="45411" y="5093"/>
                </a:lnTo>
                <a:lnTo>
                  <a:pt x="45005" y="5212"/>
                </a:lnTo>
                <a:lnTo>
                  <a:pt x="45021" y="5203"/>
                </a:lnTo>
                <a:lnTo>
                  <a:pt x="45021" y="5203"/>
                </a:lnTo>
                <a:cubicBezTo>
                  <a:pt x="44700" y="5322"/>
                  <a:pt x="44243" y="5448"/>
                  <a:pt x="44006" y="5567"/>
                </a:cubicBezTo>
                <a:cubicBezTo>
                  <a:pt x="44107" y="5549"/>
                  <a:pt x="44165" y="5542"/>
                  <a:pt x="44192" y="5542"/>
                </a:cubicBezTo>
                <a:cubicBezTo>
                  <a:pt x="44319" y="5542"/>
                  <a:pt x="43763" y="5707"/>
                  <a:pt x="43812" y="5728"/>
                </a:cubicBezTo>
                <a:cubicBezTo>
                  <a:pt x="43778" y="5736"/>
                  <a:pt x="43747" y="5740"/>
                  <a:pt x="43721" y="5740"/>
                </a:cubicBezTo>
                <a:cubicBezTo>
                  <a:pt x="43592" y="5740"/>
                  <a:pt x="43585" y="5640"/>
                  <a:pt x="43930" y="5499"/>
                </a:cubicBezTo>
                <a:cubicBezTo>
                  <a:pt x="43934" y="5499"/>
                  <a:pt x="43938" y="5500"/>
                  <a:pt x="43942" y="5500"/>
                </a:cubicBezTo>
                <a:cubicBezTo>
                  <a:pt x="44074" y="5500"/>
                  <a:pt x="44343" y="5371"/>
                  <a:pt x="44548" y="5313"/>
                </a:cubicBezTo>
                <a:lnTo>
                  <a:pt x="44548" y="5313"/>
                </a:lnTo>
                <a:cubicBezTo>
                  <a:pt x="44345" y="5355"/>
                  <a:pt x="44159" y="5415"/>
                  <a:pt x="43964" y="5482"/>
                </a:cubicBezTo>
                <a:cubicBezTo>
                  <a:pt x="43999" y="5466"/>
                  <a:pt x="43999" y="5460"/>
                  <a:pt x="43978" y="5460"/>
                </a:cubicBezTo>
                <a:cubicBezTo>
                  <a:pt x="43927" y="5460"/>
                  <a:pt x="43747" y="5497"/>
                  <a:pt x="43683" y="5497"/>
                </a:cubicBezTo>
                <a:cubicBezTo>
                  <a:pt x="43668" y="5497"/>
                  <a:pt x="43659" y="5495"/>
                  <a:pt x="43659" y="5491"/>
                </a:cubicBezTo>
                <a:cubicBezTo>
                  <a:pt x="43685" y="5465"/>
                  <a:pt x="43761" y="5381"/>
                  <a:pt x="44049" y="5330"/>
                </a:cubicBezTo>
                <a:cubicBezTo>
                  <a:pt x="44158" y="5301"/>
                  <a:pt x="44214" y="5291"/>
                  <a:pt x="44239" y="5291"/>
                </a:cubicBezTo>
                <a:cubicBezTo>
                  <a:pt x="44297" y="5291"/>
                  <a:pt x="44188" y="5346"/>
                  <a:pt x="44202" y="5346"/>
                </a:cubicBezTo>
                <a:cubicBezTo>
                  <a:pt x="44204" y="5346"/>
                  <a:pt x="44212" y="5344"/>
                  <a:pt x="44226" y="5338"/>
                </a:cubicBezTo>
                <a:cubicBezTo>
                  <a:pt x="44237" y="5341"/>
                  <a:pt x="44249" y="5342"/>
                  <a:pt x="44262" y="5342"/>
                </a:cubicBezTo>
                <a:cubicBezTo>
                  <a:pt x="44429" y="5342"/>
                  <a:pt x="44829" y="5165"/>
                  <a:pt x="45064" y="5119"/>
                </a:cubicBezTo>
                <a:cubicBezTo>
                  <a:pt x="45089" y="5119"/>
                  <a:pt x="45013" y="5144"/>
                  <a:pt x="44971" y="5161"/>
                </a:cubicBezTo>
                <a:cubicBezTo>
                  <a:pt x="45191" y="5102"/>
                  <a:pt x="45647" y="4975"/>
                  <a:pt x="45664" y="4915"/>
                </a:cubicBezTo>
                <a:lnTo>
                  <a:pt x="45664" y="4915"/>
                </a:lnTo>
                <a:lnTo>
                  <a:pt x="45140" y="5102"/>
                </a:lnTo>
                <a:cubicBezTo>
                  <a:pt x="45131" y="5103"/>
                  <a:pt x="45124" y="5103"/>
                  <a:pt x="45119" y="5103"/>
                </a:cubicBezTo>
                <a:cubicBezTo>
                  <a:pt x="45056" y="5103"/>
                  <a:pt x="45246" y="5024"/>
                  <a:pt x="45146" y="5024"/>
                </a:cubicBezTo>
                <a:cubicBezTo>
                  <a:pt x="45138" y="5024"/>
                  <a:pt x="45127" y="5024"/>
                  <a:pt x="45115" y="5025"/>
                </a:cubicBezTo>
                <a:cubicBezTo>
                  <a:pt x="44979" y="5085"/>
                  <a:pt x="44835" y="5127"/>
                  <a:pt x="44683" y="5152"/>
                </a:cubicBezTo>
                <a:lnTo>
                  <a:pt x="44708" y="5127"/>
                </a:lnTo>
                <a:lnTo>
                  <a:pt x="44708" y="5127"/>
                </a:lnTo>
                <a:cubicBezTo>
                  <a:pt x="44294" y="5212"/>
                  <a:pt x="43888" y="5322"/>
                  <a:pt x="43482" y="5457"/>
                </a:cubicBezTo>
                <a:cubicBezTo>
                  <a:pt x="43431" y="5584"/>
                  <a:pt x="43245" y="5702"/>
                  <a:pt x="43110" y="5863"/>
                </a:cubicBezTo>
                <a:cubicBezTo>
                  <a:pt x="42544" y="6015"/>
                  <a:pt x="41953" y="6184"/>
                  <a:pt x="41345" y="6311"/>
                </a:cubicBezTo>
                <a:lnTo>
                  <a:pt x="41345" y="6311"/>
                </a:lnTo>
                <a:cubicBezTo>
                  <a:pt x="41345" y="6310"/>
                  <a:pt x="41345" y="6310"/>
                  <a:pt x="41344" y="6310"/>
                </a:cubicBezTo>
                <a:lnTo>
                  <a:pt x="41344" y="6310"/>
                </a:lnTo>
                <a:cubicBezTo>
                  <a:pt x="41343" y="6310"/>
                  <a:pt x="41342" y="6311"/>
                  <a:pt x="41342" y="6311"/>
                </a:cubicBezTo>
                <a:cubicBezTo>
                  <a:pt x="41343" y="6311"/>
                  <a:pt x="41344" y="6311"/>
                  <a:pt x="41345" y="6311"/>
                </a:cubicBezTo>
                <a:lnTo>
                  <a:pt x="41345" y="6311"/>
                </a:lnTo>
                <a:cubicBezTo>
                  <a:pt x="41367" y="6332"/>
                  <a:pt x="41368" y="6358"/>
                  <a:pt x="41342" y="6387"/>
                </a:cubicBezTo>
                <a:cubicBezTo>
                  <a:pt x="41203" y="6401"/>
                  <a:pt x="40983" y="6465"/>
                  <a:pt x="40888" y="6465"/>
                </a:cubicBezTo>
                <a:cubicBezTo>
                  <a:pt x="40861" y="6465"/>
                  <a:pt x="40844" y="6460"/>
                  <a:pt x="40843" y="6447"/>
                </a:cubicBezTo>
                <a:cubicBezTo>
                  <a:pt x="40673" y="6548"/>
                  <a:pt x="40166" y="6726"/>
                  <a:pt x="40276" y="6751"/>
                </a:cubicBezTo>
                <a:lnTo>
                  <a:pt x="40208" y="6777"/>
                </a:lnTo>
                <a:cubicBezTo>
                  <a:pt x="40189" y="6776"/>
                  <a:pt x="40169" y="6776"/>
                  <a:pt x="40149" y="6776"/>
                </a:cubicBezTo>
                <a:cubicBezTo>
                  <a:pt x="39915" y="6776"/>
                  <a:pt x="39585" y="6822"/>
                  <a:pt x="39032" y="6954"/>
                </a:cubicBezTo>
                <a:cubicBezTo>
                  <a:pt x="38914" y="6980"/>
                  <a:pt x="38914" y="7022"/>
                  <a:pt x="38948" y="7064"/>
                </a:cubicBezTo>
                <a:cubicBezTo>
                  <a:pt x="38829" y="7081"/>
                  <a:pt x="38702" y="7098"/>
                  <a:pt x="38575" y="7123"/>
                </a:cubicBezTo>
                <a:cubicBezTo>
                  <a:pt x="38677" y="7064"/>
                  <a:pt x="38778" y="7013"/>
                  <a:pt x="38888" y="6988"/>
                </a:cubicBezTo>
                <a:lnTo>
                  <a:pt x="38888" y="6988"/>
                </a:lnTo>
                <a:lnTo>
                  <a:pt x="37966" y="7200"/>
                </a:lnTo>
                <a:lnTo>
                  <a:pt x="37966" y="7200"/>
                </a:lnTo>
                <a:lnTo>
                  <a:pt x="38026" y="7157"/>
                </a:lnTo>
                <a:lnTo>
                  <a:pt x="38026" y="7157"/>
                </a:lnTo>
                <a:lnTo>
                  <a:pt x="37670" y="7284"/>
                </a:lnTo>
                <a:cubicBezTo>
                  <a:pt x="37813" y="7242"/>
                  <a:pt x="38014" y="7197"/>
                  <a:pt x="38098" y="7197"/>
                </a:cubicBezTo>
                <a:cubicBezTo>
                  <a:pt x="38133" y="7197"/>
                  <a:pt x="38147" y="7205"/>
                  <a:pt x="38127" y="7225"/>
                </a:cubicBezTo>
                <a:cubicBezTo>
                  <a:pt x="37729" y="7377"/>
                  <a:pt x="37476" y="7369"/>
                  <a:pt x="37146" y="7529"/>
                </a:cubicBezTo>
                <a:cubicBezTo>
                  <a:pt x="37120" y="7428"/>
                  <a:pt x="36993" y="7445"/>
                  <a:pt x="37103" y="7360"/>
                </a:cubicBezTo>
                <a:cubicBezTo>
                  <a:pt x="37112" y="7356"/>
                  <a:pt x="37118" y="7354"/>
                  <a:pt x="37125" y="7354"/>
                </a:cubicBezTo>
                <a:cubicBezTo>
                  <a:pt x="37131" y="7354"/>
                  <a:pt x="37137" y="7356"/>
                  <a:pt x="37146" y="7360"/>
                </a:cubicBezTo>
                <a:cubicBezTo>
                  <a:pt x="37332" y="7242"/>
                  <a:pt x="37535" y="7149"/>
                  <a:pt x="37746" y="7081"/>
                </a:cubicBezTo>
                <a:lnTo>
                  <a:pt x="37746" y="7081"/>
                </a:lnTo>
                <a:cubicBezTo>
                  <a:pt x="36968" y="7233"/>
                  <a:pt x="37171" y="7225"/>
                  <a:pt x="36494" y="7360"/>
                </a:cubicBezTo>
                <a:cubicBezTo>
                  <a:pt x="36418" y="7318"/>
                  <a:pt x="37103" y="7149"/>
                  <a:pt x="36934" y="7149"/>
                </a:cubicBezTo>
                <a:lnTo>
                  <a:pt x="37569" y="7039"/>
                </a:lnTo>
                <a:lnTo>
                  <a:pt x="37569" y="7039"/>
                </a:lnTo>
                <a:cubicBezTo>
                  <a:pt x="37518" y="7056"/>
                  <a:pt x="37459" y="7073"/>
                  <a:pt x="37408" y="7106"/>
                </a:cubicBezTo>
                <a:cubicBezTo>
                  <a:pt x="37831" y="6963"/>
                  <a:pt x="38000" y="6963"/>
                  <a:pt x="38313" y="6819"/>
                </a:cubicBezTo>
                <a:cubicBezTo>
                  <a:pt x="38330" y="6817"/>
                  <a:pt x="38342" y="6816"/>
                  <a:pt x="38350" y="6816"/>
                </a:cubicBezTo>
                <a:cubicBezTo>
                  <a:pt x="38432" y="6816"/>
                  <a:pt x="38140" y="6905"/>
                  <a:pt x="38172" y="6905"/>
                </a:cubicBezTo>
                <a:cubicBezTo>
                  <a:pt x="38178" y="6905"/>
                  <a:pt x="38196" y="6902"/>
                  <a:pt x="38229" y="6895"/>
                </a:cubicBezTo>
                <a:lnTo>
                  <a:pt x="38229" y="6895"/>
                </a:lnTo>
                <a:cubicBezTo>
                  <a:pt x="38068" y="6946"/>
                  <a:pt x="37924" y="7030"/>
                  <a:pt x="37789" y="7132"/>
                </a:cubicBezTo>
                <a:cubicBezTo>
                  <a:pt x="38288" y="7030"/>
                  <a:pt x="38051" y="6988"/>
                  <a:pt x="38465" y="6861"/>
                </a:cubicBezTo>
                <a:lnTo>
                  <a:pt x="38795" y="6827"/>
                </a:lnTo>
                <a:cubicBezTo>
                  <a:pt x="38879" y="6802"/>
                  <a:pt x="38878" y="6795"/>
                  <a:pt x="38849" y="6795"/>
                </a:cubicBezTo>
                <a:cubicBezTo>
                  <a:pt x="38816" y="6795"/>
                  <a:pt x="38749" y="6803"/>
                  <a:pt x="38722" y="6803"/>
                </a:cubicBezTo>
                <a:cubicBezTo>
                  <a:pt x="38716" y="6803"/>
                  <a:pt x="38712" y="6803"/>
                  <a:pt x="38711" y="6802"/>
                </a:cubicBezTo>
                <a:cubicBezTo>
                  <a:pt x="38880" y="6760"/>
                  <a:pt x="39049" y="6726"/>
                  <a:pt x="39218" y="6692"/>
                </a:cubicBezTo>
                <a:cubicBezTo>
                  <a:pt x="39184" y="6692"/>
                  <a:pt x="39131" y="6697"/>
                  <a:pt x="39097" y="6697"/>
                </a:cubicBezTo>
                <a:cubicBezTo>
                  <a:pt x="39071" y="6697"/>
                  <a:pt x="39055" y="6694"/>
                  <a:pt x="39066" y="6683"/>
                </a:cubicBezTo>
                <a:cubicBezTo>
                  <a:pt x="39350" y="6651"/>
                  <a:pt x="39619" y="6556"/>
                  <a:pt x="39902" y="6556"/>
                </a:cubicBezTo>
                <a:cubicBezTo>
                  <a:pt x="39904" y="6556"/>
                  <a:pt x="39906" y="6556"/>
                  <a:pt x="39908" y="6556"/>
                </a:cubicBezTo>
                <a:lnTo>
                  <a:pt x="39908" y="6556"/>
                </a:lnTo>
                <a:cubicBezTo>
                  <a:pt x="39814" y="6545"/>
                  <a:pt x="40098" y="6418"/>
                  <a:pt x="40208" y="6370"/>
                </a:cubicBezTo>
                <a:lnTo>
                  <a:pt x="40208" y="6370"/>
                </a:lnTo>
                <a:lnTo>
                  <a:pt x="39633" y="6438"/>
                </a:lnTo>
                <a:cubicBezTo>
                  <a:pt x="38931" y="6641"/>
                  <a:pt x="38482" y="6717"/>
                  <a:pt x="37729" y="6954"/>
                </a:cubicBezTo>
                <a:lnTo>
                  <a:pt x="37772" y="6912"/>
                </a:lnTo>
                <a:lnTo>
                  <a:pt x="37772" y="6912"/>
                </a:lnTo>
                <a:cubicBezTo>
                  <a:pt x="36537" y="7098"/>
                  <a:pt x="36807" y="7293"/>
                  <a:pt x="35775" y="7546"/>
                </a:cubicBezTo>
                <a:cubicBezTo>
                  <a:pt x="35767" y="7534"/>
                  <a:pt x="35749" y="7529"/>
                  <a:pt x="35724" y="7529"/>
                </a:cubicBezTo>
                <a:cubicBezTo>
                  <a:pt x="35623" y="7529"/>
                  <a:pt x="35417" y="7610"/>
                  <a:pt x="35344" y="7610"/>
                </a:cubicBezTo>
                <a:cubicBezTo>
                  <a:pt x="35324" y="7610"/>
                  <a:pt x="35314" y="7604"/>
                  <a:pt x="35319" y="7589"/>
                </a:cubicBezTo>
                <a:cubicBezTo>
                  <a:pt x="35632" y="7513"/>
                  <a:pt x="35564" y="7504"/>
                  <a:pt x="35462" y="7487"/>
                </a:cubicBezTo>
                <a:lnTo>
                  <a:pt x="35462" y="7487"/>
                </a:lnTo>
                <a:cubicBezTo>
                  <a:pt x="35268" y="7589"/>
                  <a:pt x="35048" y="7665"/>
                  <a:pt x="34828" y="7699"/>
                </a:cubicBezTo>
                <a:cubicBezTo>
                  <a:pt x="34946" y="7631"/>
                  <a:pt x="34633" y="7665"/>
                  <a:pt x="34972" y="7572"/>
                </a:cubicBezTo>
                <a:lnTo>
                  <a:pt x="34972" y="7572"/>
                </a:lnTo>
                <a:cubicBezTo>
                  <a:pt x="34498" y="7665"/>
                  <a:pt x="34236" y="7732"/>
                  <a:pt x="34016" y="7859"/>
                </a:cubicBezTo>
                <a:cubicBezTo>
                  <a:pt x="33735" y="7953"/>
                  <a:pt x="33627" y="7974"/>
                  <a:pt x="33564" y="7974"/>
                </a:cubicBezTo>
                <a:cubicBezTo>
                  <a:pt x="33512" y="7974"/>
                  <a:pt x="33491" y="7960"/>
                  <a:pt x="33429" y="7960"/>
                </a:cubicBezTo>
                <a:cubicBezTo>
                  <a:pt x="33363" y="7960"/>
                  <a:pt x="33250" y="7976"/>
                  <a:pt x="33001" y="8045"/>
                </a:cubicBezTo>
                <a:lnTo>
                  <a:pt x="33111" y="7995"/>
                </a:lnTo>
                <a:lnTo>
                  <a:pt x="33111" y="7995"/>
                </a:lnTo>
                <a:lnTo>
                  <a:pt x="32628" y="8105"/>
                </a:lnTo>
                <a:lnTo>
                  <a:pt x="32798" y="8105"/>
                </a:lnTo>
                <a:lnTo>
                  <a:pt x="32239" y="8282"/>
                </a:lnTo>
                <a:cubicBezTo>
                  <a:pt x="32102" y="8330"/>
                  <a:pt x="32101" y="8342"/>
                  <a:pt x="32146" y="8342"/>
                </a:cubicBezTo>
                <a:cubicBezTo>
                  <a:pt x="32190" y="8342"/>
                  <a:pt x="32280" y="8330"/>
                  <a:pt x="32328" y="8330"/>
                </a:cubicBezTo>
                <a:cubicBezTo>
                  <a:pt x="32351" y="8330"/>
                  <a:pt x="32364" y="8333"/>
                  <a:pt x="32358" y="8342"/>
                </a:cubicBezTo>
                <a:lnTo>
                  <a:pt x="32459" y="8257"/>
                </a:lnTo>
                <a:cubicBezTo>
                  <a:pt x="32669" y="8227"/>
                  <a:pt x="32938" y="8124"/>
                  <a:pt x="33032" y="8124"/>
                </a:cubicBezTo>
                <a:cubicBezTo>
                  <a:pt x="33045" y="8124"/>
                  <a:pt x="33054" y="8126"/>
                  <a:pt x="33060" y="8130"/>
                </a:cubicBezTo>
                <a:cubicBezTo>
                  <a:pt x="32688" y="8223"/>
                  <a:pt x="32789" y="8240"/>
                  <a:pt x="32645" y="8299"/>
                </a:cubicBezTo>
                <a:lnTo>
                  <a:pt x="33001" y="8189"/>
                </a:lnTo>
                <a:lnTo>
                  <a:pt x="33128" y="8206"/>
                </a:lnTo>
                <a:cubicBezTo>
                  <a:pt x="33474" y="8138"/>
                  <a:pt x="33754" y="8079"/>
                  <a:pt x="33948" y="7978"/>
                </a:cubicBezTo>
                <a:lnTo>
                  <a:pt x="33948" y="7978"/>
                </a:lnTo>
                <a:cubicBezTo>
                  <a:pt x="33796" y="7995"/>
                  <a:pt x="33720" y="8079"/>
                  <a:pt x="33584" y="8079"/>
                </a:cubicBezTo>
                <a:cubicBezTo>
                  <a:pt x="33745" y="7969"/>
                  <a:pt x="34177" y="7859"/>
                  <a:pt x="34599" y="7732"/>
                </a:cubicBezTo>
                <a:cubicBezTo>
                  <a:pt x="34603" y="7736"/>
                  <a:pt x="34613" y="7738"/>
                  <a:pt x="34626" y="7738"/>
                </a:cubicBezTo>
                <a:cubicBezTo>
                  <a:pt x="34648" y="7738"/>
                  <a:pt x="34677" y="7734"/>
                  <a:pt x="34694" y="7734"/>
                </a:cubicBezTo>
                <a:cubicBezTo>
                  <a:pt x="34710" y="7734"/>
                  <a:pt x="34714" y="7737"/>
                  <a:pt x="34693" y="7749"/>
                </a:cubicBezTo>
                <a:cubicBezTo>
                  <a:pt x="34659" y="7766"/>
                  <a:pt x="34616" y="7775"/>
                  <a:pt x="34574" y="7775"/>
                </a:cubicBezTo>
                <a:cubicBezTo>
                  <a:pt x="34597" y="7792"/>
                  <a:pt x="34498" y="7833"/>
                  <a:pt x="34562" y="7833"/>
                </a:cubicBezTo>
                <a:cubicBezTo>
                  <a:pt x="34592" y="7833"/>
                  <a:pt x="34657" y="7824"/>
                  <a:pt x="34786" y="7800"/>
                </a:cubicBezTo>
                <a:lnTo>
                  <a:pt x="34786" y="7800"/>
                </a:lnTo>
                <a:cubicBezTo>
                  <a:pt x="34650" y="7885"/>
                  <a:pt x="34371" y="8037"/>
                  <a:pt x="34388" y="8054"/>
                </a:cubicBezTo>
                <a:cubicBezTo>
                  <a:pt x="34143" y="8130"/>
                  <a:pt x="33889" y="8189"/>
                  <a:pt x="33635" y="8232"/>
                </a:cubicBezTo>
                <a:lnTo>
                  <a:pt x="33652" y="8223"/>
                </a:lnTo>
                <a:lnTo>
                  <a:pt x="33652" y="8223"/>
                </a:lnTo>
                <a:cubicBezTo>
                  <a:pt x="33475" y="8253"/>
                  <a:pt x="33129" y="8366"/>
                  <a:pt x="33017" y="8366"/>
                </a:cubicBezTo>
                <a:cubicBezTo>
                  <a:pt x="33000" y="8366"/>
                  <a:pt x="32989" y="8364"/>
                  <a:pt x="32984" y="8358"/>
                </a:cubicBezTo>
                <a:cubicBezTo>
                  <a:pt x="32883" y="8392"/>
                  <a:pt x="32648" y="8458"/>
                  <a:pt x="32735" y="8458"/>
                </a:cubicBezTo>
                <a:cubicBezTo>
                  <a:pt x="32757" y="8458"/>
                  <a:pt x="32801" y="8453"/>
                  <a:pt x="32874" y="8443"/>
                </a:cubicBezTo>
                <a:lnTo>
                  <a:pt x="32874" y="8443"/>
                </a:lnTo>
                <a:lnTo>
                  <a:pt x="32307" y="8604"/>
                </a:lnTo>
                <a:cubicBezTo>
                  <a:pt x="32383" y="8485"/>
                  <a:pt x="31833" y="8587"/>
                  <a:pt x="32392" y="8392"/>
                </a:cubicBezTo>
                <a:lnTo>
                  <a:pt x="32392" y="8392"/>
                </a:lnTo>
                <a:lnTo>
                  <a:pt x="32023" y="8497"/>
                </a:lnTo>
                <a:lnTo>
                  <a:pt x="32023" y="8497"/>
                </a:lnTo>
                <a:cubicBezTo>
                  <a:pt x="32081" y="8456"/>
                  <a:pt x="32067" y="8440"/>
                  <a:pt x="32009" y="8440"/>
                </a:cubicBezTo>
                <a:cubicBezTo>
                  <a:pt x="31926" y="8440"/>
                  <a:pt x="31753" y="8472"/>
                  <a:pt x="31571" y="8511"/>
                </a:cubicBezTo>
                <a:lnTo>
                  <a:pt x="31512" y="8578"/>
                </a:lnTo>
                <a:cubicBezTo>
                  <a:pt x="31241" y="8587"/>
                  <a:pt x="30970" y="8629"/>
                  <a:pt x="30700" y="8697"/>
                </a:cubicBezTo>
                <a:lnTo>
                  <a:pt x="29896" y="9077"/>
                </a:lnTo>
                <a:lnTo>
                  <a:pt x="29651" y="9137"/>
                </a:lnTo>
                <a:cubicBezTo>
                  <a:pt x="29575" y="9137"/>
                  <a:pt x="29377" y="9184"/>
                  <a:pt x="29303" y="9184"/>
                </a:cubicBezTo>
                <a:cubicBezTo>
                  <a:pt x="29269" y="9184"/>
                  <a:pt x="29261" y="9174"/>
                  <a:pt x="29304" y="9145"/>
                </a:cubicBezTo>
                <a:cubicBezTo>
                  <a:pt x="29262" y="9128"/>
                  <a:pt x="29380" y="9094"/>
                  <a:pt x="29549" y="9069"/>
                </a:cubicBezTo>
                <a:cubicBezTo>
                  <a:pt x="29575" y="9069"/>
                  <a:pt x="29532" y="9086"/>
                  <a:pt x="29558" y="9086"/>
                </a:cubicBezTo>
                <a:cubicBezTo>
                  <a:pt x="29596" y="9047"/>
                  <a:pt x="29607" y="9009"/>
                  <a:pt x="29454" y="9009"/>
                </a:cubicBezTo>
                <a:cubicBezTo>
                  <a:pt x="29439" y="9009"/>
                  <a:pt x="29423" y="9009"/>
                  <a:pt x="29405" y="9010"/>
                </a:cubicBezTo>
                <a:cubicBezTo>
                  <a:pt x="29532" y="8993"/>
                  <a:pt x="29659" y="8968"/>
                  <a:pt x="29778" y="8917"/>
                </a:cubicBezTo>
                <a:lnTo>
                  <a:pt x="29778" y="8917"/>
                </a:lnTo>
                <a:lnTo>
                  <a:pt x="29566" y="8959"/>
                </a:lnTo>
                <a:cubicBezTo>
                  <a:pt x="29871" y="8874"/>
                  <a:pt x="30319" y="8705"/>
                  <a:pt x="30302" y="8663"/>
                </a:cubicBezTo>
                <a:lnTo>
                  <a:pt x="30302" y="8663"/>
                </a:lnTo>
                <a:cubicBezTo>
                  <a:pt x="30218" y="8748"/>
                  <a:pt x="30014" y="8731"/>
                  <a:pt x="29845" y="8748"/>
                </a:cubicBezTo>
                <a:cubicBezTo>
                  <a:pt x="29953" y="8719"/>
                  <a:pt x="30153" y="8647"/>
                  <a:pt x="30085" y="8647"/>
                </a:cubicBezTo>
                <a:cubicBezTo>
                  <a:pt x="30074" y="8647"/>
                  <a:pt x="30053" y="8649"/>
                  <a:pt x="30023" y="8655"/>
                </a:cubicBezTo>
                <a:cubicBezTo>
                  <a:pt x="29974" y="8690"/>
                  <a:pt x="29587" y="8806"/>
                  <a:pt x="29684" y="8806"/>
                </a:cubicBezTo>
                <a:cubicBezTo>
                  <a:pt x="29704" y="8806"/>
                  <a:pt x="29744" y="8801"/>
                  <a:pt x="29811" y="8790"/>
                </a:cubicBezTo>
                <a:lnTo>
                  <a:pt x="29811" y="8790"/>
                </a:lnTo>
                <a:cubicBezTo>
                  <a:pt x="29625" y="8866"/>
                  <a:pt x="29439" y="8917"/>
                  <a:pt x="29245" y="8951"/>
                </a:cubicBezTo>
                <a:cubicBezTo>
                  <a:pt x="29456" y="8874"/>
                  <a:pt x="29304" y="8883"/>
                  <a:pt x="29363" y="8824"/>
                </a:cubicBezTo>
                <a:lnTo>
                  <a:pt x="29363" y="8824"/>
                </a:lnTo>
                <a:cubicBezTo>
                  <a:pt x="29169" y="8900"/>
                  <a:pt x="29185" y="8942"/>
                  <a:pt x="29160" y="8976"/>
                </a:cubicBezTo>
                <a:cubicBezTo>
                  <a:pt x="29120" y="8980"/>
                  <a:pt x="29081" y="8984"/>
                  <a:pt x="29043" y="8987"/>
                </a:cubicBezTo>
                <a:lnTo>
                  <a:pt x="29043" y="8987"/>
                </a:lnTo>
                <a:cubicBezTo>
                  <a:pt x="29045" y="8986"/>
                  <a:pt x="29048" y="8985"/>
                  <a:pt x="29050" y="8984"/>
                </a:cubicBezTo>
                <a:cubicBezTo>
                  <a:pt x="29040" y="8984"/>
                  <a:pt x="29029" y="8984"/>
                  <a:pt x="29018" y="8984"/>
                </a:cubicBezTo>
                <a:cubicBezTo>
                  <a:pt x="28938" y="8984"/>
                  <a:pt x="28840" y="8991"/>
                  <a:pt x="28730" y="9004"/>
                </a:cubicBezTo>
                <a:lnTo>
                  <a:pt x="28730" y="9004"/>
                </a:lnTo>
                <a:cubicBezTo>
                  <a:pt x="28826" y="9001"/>
                  <a:pt x="28928" y="8996"/>
                  <a:pt x="29043" y="8987"/>
                </a:cubicBezTo>
                <a:lnTo>
                  <a:pt x="29043" y="8987"/>
                </a:lnTo>
                <a:cubicBezTo>
                  <a:pt x="28577" y="9138"/>
                  <a:pt x="27797" y="9281"/>
                  <a:pt x="27536" y="9424"/>
                </a:cubicBezTo>
                <a:cubicBezTo>
                  <a:pt x="27629" y="9424"/>
                  <a:pt x="27833" y="9320"/>
                  <a:pt x="27985" y="9320"/>
                </a:cubicBezTo>
                <a:cubicBezTo>
                  <a:pt x="28012" y="9320"/>
                  <a:pt x="28038" y="9324"/>
                  <a:pt x="28060" y="9331"/>
                </a:cubicBezTo>
                <a:lnTo>
                  <a:pt x="28196" y="9247"/>
                </a:lnTo>
                <a:cubicBezTo>
                  <a:pt x="28328" y="9205"/>
                  <a:pt x="28609" y="9134"/>
                  <a:pt x="28728" y="9134"/>
                </a:cubicBezTo>
                <a:cubicBezTo>
                  <a:pt x="28754" y="9134"/>
                  <a:pt x="28772" y="9138"/>
                  <a:pt x="28779" y="9145"/>
                </a:cubicBezTo>
                <a:cubicBezTo>
                  <a:pt x="28517" y="9221"/>
                  <a:pt x="28255" y="9314"/>
                  <a:pt x="28001" y="9433"/>
                </a:cubicBezTo>
                <a:cubicBezTo>
                  <a:pt x="28001" y="9441"/>
                  <a:pt x="27959" y="9458"/>
                  <a:pt x="27891" y="9475"/>
                </a:cubicBezTo>
                <a:lnTo>
                  <a:pt x="27883" y="9475"/>
                </a:lnTo>
                <a:cubicBezTo>
                  <a:pt x="27747" y="9500"/>
                  <a:pt x="27527" y="9543"/>
                  <a:pt x="27401" y="9577"/>
                </a:cubicBezTo>
                <a:cubicBezTo>
                  <a:pt x="27369" y="9582"/>
                  <a:pt x="27348" y="9584"/>
                  <a:pt x="27334" y="9584"/>
                </a:cubicBezTo>
                <a:cubicBezTo>
                  <a:pt x="27276" y="9584"/>
                  <a:pt x="27345" y="9548"/>
                  <a:pt x="27358" y="9534"/>
                </a:cubicBezTo>
                <a:lnTo>
                  <a:pt x="27358" y="9534"/>
                </a:lnTo>
                <a:cubicBezTo>
                  <a:pt x="26791" y="9585"/>
                  <a:pt x="26445" y="9822"/>
                  <a:pt x="25852" y="9898"/>
                </a:cubicBezTo>
                <a:cubicBezTo>
                  <a:pt x="25849" y="9889"/>
                  <a:pt x="25825" y="9886"/>
                  <a:pt x="25792" y="9886"/>
                </a:cubicBezTo>
                <a:cubicBezTo>
                  <a:pt x="25709" y="9886"/>
                  <a:pt x="25562" y="9906"/>
                  <a:pt x="25514" y="9906"/>
                </a:cubicBezTo>
                <a:cubicBezTo>
                  <a:pt x="25491" y="9906"/>
                  <a:pt x="25489" y="9902"/>
                  <a:pt x="25523" y="9890"/>
                </a:cubicBezTo>
                <a:lnTo>
                  <a:pt x="25523" y="9890"/>
                </a:lnTo>
                <a:cubicBezTo>
                  <a:pt x="25269" y="9932"/>
                  <a:pt x="25023" y="10008"/>
                  <a:pt x="24778" y="10101"/>
                </a:cubicBezTo>
                <a:cubicBezTo>
                  <a:pt x="24773" y="10098"/>
                  <a:pt x="24762" y="10097"/>
                  <a:pt x="24749" y="10097"/>
                </a:cubicBezTo>
                <a:cubicBezTo>
                  <a:pt x="24669" y="10097"/>
                  <a:pt x="24469" y="10137"/>
                  <a:pt x="24408" y="10137"/>
                </a:cubicBezTo>
                <a:cubicBezTo>
                  <a:pt x="24382" y="10137"/>
                  <a:pt x="24380" y="10130"/>
                  <a:pt x="24423" y="10110"/>
                </a:cubicBezTo>
                <a:lnTo>
                  <a:pt x="24423" y="10110"/>
                </a:lnTo>
                <a:lnTo>
                  <a:pt x="24118" y="10236"/>
                </a:lnTo>
                <a:cubicBezTo>
                  <a:pt x="23933" y="10251"/>
                  <a:pt x="23572" y="10344"/>
                  <a:pt x="23429" y="10344"/>
                </a:cubicBezTo>
                <a:cubicBezTo>
                  <a:pt x="23409" y="10344"/>
                  <a:pt x="23393" y="10342"/>
                  <a:pt x="23382" y="10338"/>
                </a:cubicBezTo>
                <a:cubicBezTo>
                  <a:pt x="23145" y="10397"/>
                  <a:pt x="23332" y="10414"/>
                  <a:pt x="23002" y="10456"/>
                </a:cubicBezTo>
                <a:cubicBezTo>
                  <a:pt x="23010" y="10439"/>
                  <a:pt x="22985" y="10439"/>
                  <a:pt x="23052" y="10431"/>
                </a:cubicBezTo>
                <a:lnTo>
                  <a:pt x="23052" y="10431"/>
                </a:lnTo>
                <a:cubicBezTo>
                  <a:pt x="22832" y="10448"/>
                  <a:pt x="22604" y="10490"/>
                  <a:pt x="22393" y="10566"/>
                </a:cubicBezTo>
                <a:cubicBezTo>
                  <a:pt x="22629" y="10533"/>
                  <a:pt x="22452" y="10566"/>
                  <a:pt x="22722" y="10524"/>
                </a:cubicBezTo>
                <a:lnTo>
                  <a:pt x="22722" y="10524"/>
                </a:lnTo>
                <a:cubicBezTo>
                  <a:pt x="22722" y="10549"/>
                  <a:pt x="22426" y="10651"/>
                  <a:pt x="22105" y="10676"/>
                </a:cubicBezTo>
                <a:cubicBezTo>
                  <a:pt x="22266" y="10617"/>
                  <a:pt x="22249" y="10603"/>
                  <a:pt x="22180" y="10603"/>
                </a:cubicBezTo>
                <a:cubicBezTo>
                  <a:pt x="22115" y="10603"/>
                  <a:pt x="22002" y="10616"/>
                  <a:pt x="21949" y="10616"/>
                </a:cubicBezTo>
                <a:cubicBezTo>
                  <a:pt x="21914" y="10616"/>
                  <a:pt x="21906" y="10610"/>
                  <a:pt x="21953" y="10592"/>
                </a:cubicBezTo>
                <a:lnTo>
                  <a:pt x="21953" y="10592"/>
                </a:lnTo>
                <a:cubicBezTo>
                  <a:pt x="21665" y="10642"/>
                  <a:pt x="21386" y="10710"/>
                  <a:pt x="21107" y="10795"/>
                </a:cubicBezTo>
                <a:cubicBezTo>
                  <a:pt x="20861" y="10871"/>
                  <a:pt x="20633" y="10947"/>
                  <a:pt x="20354" y="11032"/>
                </a:cubicBezTo>
                <a:cubicBezTo>
                  <a:pt x="19694" y="11150"/>
                  <a:pt x="18865" y="11260"/>
                  <a:pt x="18357" y="11404"/>
                </a:cubicBezTo>
                <a:lnTo>
                  <a:pt x="18425" y="11395"/>
                </a:lnTo>
                <a:lnTo>
                  <a:pt x="18425" y="11395"/>
                </a:lnTo>
                <a:lnTo>
                  <a:pt x="18121" y="11488"/>
                </a:lnTo>
                <a:cubicBezTo>
                  <a:pt x="18099" y="11491"/>
                  <a:pt x="18082" y="11493"/>
                  <a:pt x="18069" y="11493"/>
                </a:cubicBezTo>
                <a:cubicBezTo>
                  <a:pt x="17997" y="11493"/>
                  <a:pt x="18029" y="11456"/>
                  <a:pt x="17968" y="11456"/>
                </a:cubicBezTo>
                <a:cubicBezTo>
                  <a:pt x="17943" y="11456"/>
                  <a:pt x="17903" y="11462"/>
                  <a:pt x="17833" y="11480"/>
                </a:cubicBezTo>
                <a:cubicBezTo>
                  <a:pt x="17909" y="11404"/>
                  <a:pt x="18315" y="11387"/>
                  <a:pt x="18586" y="11294"/>
                </a:cubicBezTo>
                <a:lnTo>
                  <a:pt x="18586" y="11294"/>
                </a:lnTo>
                <a:cubicBezTo>
                  <a:pt x="18549" y="11296"/>
                  <a:pt x="18520" y="11297"/>
                  <a:pt x="18498" y="11297"/>
                </a:cubicBezTo>
                <a:cubicBezTo>
                  <a:pt x="18217" y="11297"/>
                  <a:pt x="19002" y="11158"/>
                  <a:pt x="18696" y="11158"/>
                </a:cubicBezTo>
                <a:cubicBezTo>
                  <a:pt x="18527" y="11319"/>
                  <a:pt x="17664" y="11353"/>
                  <a:pt x="17249" y="11497"/>
                </a:cubicBezTo>
                <a:cubicBezTo>
                  <a:pt x="17183" y="11505"/>
                  <a:pt x="17142" y="11508"/>
                  <a:pt x="17120" y="11508"/>
                </a:cubicBezTo>
                <a:cubicBezTo>
                  <a:pt x="17016" y="11508"/>
                  <a:pt x="17319" y="11434"/>
                  <a:pt x="17260" y="11434"/>
                </a:cubicBezTo>
                <a:cubicBezTo>
                  <a:pt x="17253" y="11434"/>
                  <a:pt x="17242" y="11435"/>
                  <a:pt x="17224" y="11438"/>
                </a:cubicBezTo>
                <a:lnTo>
                  <a:pt x="17097" y="11497"/>
                </a:lnTo>
                <a:cubicBezTo>
                  <a:pt x="17027" y="11504"/>
                  <a:pt x="16977" y="11508"/>
                  <a:pt x="16943" y="11508"/>
                </a:cubicBezTo>
                <a:cubicBezTo>
                  <a:pt x="16894" y="11508"/>
                  <a:pt x="16877" y="11500"/>
                  <a:pt x="16877" y="11480"/>
                </a:cubicBezTo>
                <a:cubicBezTo>
                  <a:pt x="16437" y="11522"/>
                  <a:pt x="15997" y="11607"/>
                  <a:pt x="15574" y="11734"/>
                </a:cubicBezTo>
                <a:cubicBezTo>
                  <a:pt x="15680" y="11711"/>
                  <a:pt x="15731" y="11703"/>
                  <a:pt x="15752" y="11703"/>
                </a:cubicBezTo>
                <a:cubicBezTo>
                  <a:pt x="15808" y="11703"/>
                  <a:pt x="15635" y="11766"/>
                  <a:pt x="15743" y="11766"/>
                </a:cubicBezTo>
                <a:cubicBezTo>
                  <a:pt x="15772" y="11766"/>
                  <a:pt x="15819" y="11762"/>
                  <a:pt x="15896" y="11751"/>
                </a:cubicBezTo>
                <a:lnTo>
                  <a:pt x="15896" y="11751"/>
                </a:lnTo>
                <a:cubicBezTo>
                  <a:pt x="15650" y="11810"/>
                  <a:pt x="15405" y="11861"/>
                  <a:pt x="15160" y="11894"/>
                </a:cubicBezTo>
                <a:cubicBezTo>
                  <a:pt x="15439" y="11835"/>
                  <a:pt x="14771" y="11861"/>
                  <a:pt x="15397" y="11784"/>
                </a:cubicBezTo>
                <a:cubicBezTo>
                  <a:pt x="15378" y="11775"/>
                  <a:pt x="15356" y="11771"/>
                  <a:pt x="15331" y="11771"/>
                </a:cubicBezTo>
                <a:cubicBezTo>
                  <a:pt x="15219" y="11771"/>
                  <a:pt x="15041" y="11850"/>
                  <a:pt x="14813" y="11878"/>
                </a:cubicBezTo>
                <a:cubicBezTo>
                  <a:pt x="14948" y="11835"/>
                  <a:pt x="15261" y="11742"/>
                  <a:pt x="15227" y="11742"/>
                </a:cubicBezTo>
                <a:cubicBezTo>
                  <a:pt x="14830" y="11894"/>
                  <a:pt x="13891" y="11894"/>
                  <a:pt x="13739" y="11979"/>
                </a:cubicBezTo>
                <a:cubicBezTo>
                  <a:pt x="13443" y="12081"/>
                  <a:pt x="12986" y="12199"/>
                  <a:pt x="12630" y="12301"/>
                </a:cubicBezTo>
                <a:cubicBezTo>
                  <a:pt x="12250" y="12301"/>
                  <a:pt x="11852" y="12385"/>
                  <a:pt x="11438" y="12427"/>
                </a:cubicBezTo>
                <a:lnTo>
                  <a:pt x="11505" y="12394"/>
                </a:lnTo>
                <a:lnTo>
                  <a:pt x="11505" y="12394"/>
                </a:lnTo>
                <a:cubicBezTo>
                  <a:pt x="11268" y="12410"/>
                  <a:pt x="10913" y="12487"/>
                  <a:pt x="10566" y="12520"/>
                </a:cubicBezTo>
                <a:lnTo>
                  <a:pt x="10482" y="12478"/>
                </a:lnTo>
                <a:cubicBezTo>
                  <a:pt x="10245" y="12529"/>
                  <a:pt x="9805" y="12597"/>
                  <a:pt x="9441" y="12639"/>
                </a:cubicBezTo>
                <a:cubicBezTo>
                  <a:pt x="9441" y="12649"/>
                  <a:pt x="9470" y="12652"/>
                  <a:pt x="9507" y="12652"/>
                </a:cubicBezTo>
                <a:cubicBezTo>
                  <a:pt x="9546" y="12652"/>
                  <a:pt x="9594" y="12649"/>
                  <a:pt x="9626" y="12649"/>
                </a:cubicBezTo>
                <a:cubicBezTo>
                  <a:pt x="9664" y="12649"/>
                  <a:pt x="9678" y="12653"/>
                  <a:pt x="9619" y="12673"/>
                </a:cubicBezTo>
                <a:cubicBezTo>
                  <a:pt x="9797" y="12647"/>
                  <a:pt x="9949" y="12622"/>
                  <a:pt x="9881" y="12605"/>
                </a:cubicBezTo>
                <a:cubicBezTo>
                  <a:pt x="9924" y="12599"/>
                  <a:pt x="9958" y="12597"/>
                  <a:pt x="9986" y="12597"/>
                </a:cubicBezTo>
                <a:cubicBezTo>
                  <a:pt x="10079" y="12597"/>
                  <a:pt x="10111" y="12622"/>
                  <a:pt x="10228" y="12622"/>
                </a:cubicBezTo>
                <a:lnTo>
                  <a:pt x="9534" y="12749"/>
                </a:lnTo>
                <a:cubicBezTo>
                  <a:pt x="9522" y="12753"/>
                  <a:pt x="9509" y="12755"/>
                  <a:pt x="9495" y="12755"/>
                </a:cubicBezTo>
                <a:cubicBezTo>
                  <a:pt x="9481" y="12755"/>
                  <a:pt x="9467" y="12753"/>
                  <a:pt x="9450" y="12749"/>
                </a:cubicBezTo>
                <a:lnTo>
                  <a:pt x="9407" y="12808"/>
                </a:lnTo>
                <a:cubicBezTo>
                  <a:pt x="9329" y="12819"/>
                  <a:pt x="9275" y="12823"/>
                  <a:pt x="9240" y="12823"/>
                </a:cubicBezTo>
                <a:cubicBezTo>
                  <a:pt x="9192" y="12823"/>
                  <a:pt x="9181" y="12814"/>
                  <a:pt x="9196" y="12800"/>
                </a:cubicBezTo>
                <a:lnTo>
                  <a:pt x="9196" y="12800"/>
                </a:lnTo>
                <a:cubicBezTo>
                  <a:pt x="8807" y="12867"/>
                  <a:pt x="8680" y="12960"/>
                  <a:pt x="8265" y="12994"/>
                </a:cubicBezTo>
                <a:cubicBezTo>
                  <a:pt x="8423" y="12927"/>
                  <a:pt x="8593" y="12879"/>
                  <a:pt x="8765" y="12852"/>
                </a:cubicBezTo>
                <a:lnTo>
                  <a:pt x="8765" y="12852"/>
                </a:lnTo>
                <a:lnTo>
                  <a:pt x="8367" y="12910"/>
                </a:lnTo>
                <a:cubicBezTo>
                  <a:pt x="8570" y="12833"/>
                  <a:pt x="9390" y="12732"/>
                  <a:pt x="9238" y="12673"/>
                </a:cubicBezTo>
                <a:lnTo>
                  <a:pt x="9238" y="12673"/>
                </a:lnTo>
                <a:lnTo>
                  <a:pt x="8358" y="12850"/>
                </a:lnTo>
                <a:cubicBezTo>
                  <a:pt x="8054" y="12910"/>
                  <a:pt x="7749" y="12977"/>
                  <a:pt x="7529" y="13028"/>
                </a:cubicBezTo>
                <a:cubicBezTo>
                  <a:pt x="7504" y="13025"/>
                  <a:pt x="7478" y="13024"/>
                  <a:pt x="7451" y="13024"/>
                </a:cubicBezTo>
                <a:cubicBezTo>
                  <a:pt x="7211" y="13024"/>
                  <a:pt x="6888" y="13115"/>
                  <a:pt x="6531" y="13138"/>
                </a:cubicBezTo>
                <a:cubicBezTo>
                  <a:pt x="6472" y="13130"/>
                  <a:pt x="6354" y="13130"/>
                  <a:pt x="6421" y="13096"/>
                </a:cubicBezTo>
                <a:lnTo>
                  <a:pt x="6531" y="13079"/>
                </a:lnTo>
                <a:lnTo>
                  <a:pt x="6531" y="13079"/>
                </a:lnTo>
                <a:cubicBezTo>
                  <a:pt x="5998" y="13138"/>
                  <a:pt x="5465" y="13223"/>
                  <a:pt x="4941" y="13341"/>
                </a:cubicBezTo>
                <a:lnTo>
                  <a:pt x="4695" y="13307"/>
                </a:lnTo>
                <a:lnTo>
                  <a:pt x="4695" y="13307"/>
                </a:lnTo>
                <a:cubicBezTo>
                  <a:pt x="3892" y="13375"/>
                  <a:pt x="4856" y="13383"/>
                  <a:pt x="4036" y="13493"/>
                </a:cubicBezTo>
                <a:cubicBezTo>
                  <a:pt x="4000" y="13486"/>
                  <a:pt x="3948" y="13483"/>
                  <a:pt x="3886" y="13483"/>
                </a:cubicBezTo>
                <a:cubicBezTo>
                  <a:pt x="3648" y="13483"/>
                  <a:pt x="3263" y="13524"/>
                  <a:pt x="3080" y="13524"/>
                </a:cubicBezTo>
                <a:cubicBezTo>
                  <a:pt x="3024" y="13524"/>
                  <a:pt x="2986" y="13520"/>
                  <a:pt x="2978" y="13510"/>
                </a:cubicBezTo>
                <a:cubicBezTo>
                  <a:pt x="2826" y="13536"/>
                  <a:pt x="2758" y="13536"/>
                  <a:pt x="2741" y="13578"/>
                </a:cubicBezTo>
                <a:cubicBezTo>
                  <a:pt x="2823" y="13573"/>
                  <a:pt x="2969" y="13555"/>
                  <a:pt x="3034" y="13555"/>
                </a:cubicBezTo>
                <a:cubicBezTo>
                  <a:pt x="3076" y="13555"/>
                  <a:pt x="3083" y="13563"/>
                  <a:pt x="3012" y="13586"/>
                </a:cubicBezTo>
                <a:cubicBezTo>
                  <a:pt x="2733" y="13637"/>
                  <a:pt x="2598" y="13612"/>
                  <a:pt x="2378" y="13637"/>
                </a:cubicBezTo>
                <a:cubicBezTo>
                  <a:pt x="2392" y="13630"/>
                  <a:pt x="2507" y="13591"/>
                  <a:pt x="2485" y="13591"/>
                </a:cubicBezTo>
                <a:cubicBezTo>
                  <a:pt x="2481" y="13591"/>
                  <a:pt x="2474" y="13592"/>
                  <a:pt x="2462" y="13595"/>
                </a:cubicBezTo>
                <a:cubicBezTo>
                  <a:pt x="1921" y="13679"/>
                  <a:pt x="897" y="13772"/>
                  <a:pt x="390" y="13933"/>
                </a:cubicBezTo>
                <a:cubicBezTo>
                  <a:pt x="584" y="13899"/>
                  <a:pt x="601" y="13857"/>
                  <a:pt x="872" y="13857"/>
                </a:cubicBezTo>
                <a:cubicBezTo>
                  <a:pt x="863" y="13882"/>
                  <a:pt x="728" y="13891"/>
                  <a:pt x="669" y="13908"/>
                </a:cubicBezTo>
                <a:cubicBezTo>
                  <a:pt x="677" y="13917"/>
                  <a:pt x="691" y="13921"/>
                  <a:pt x="712" y="13921"/>
                </a:cubicBezTo>
                <a:cubicBezTo>
                  <a:pt x="795" y="13921"/>
                  <a:pt x="973" y="13857"/>
                  <a:pt x="1180" y="13857"/>
                </a:cubicBezTo>
                <a:cubicBezTo>
                  <a:pt x="1190" y="13857"/>
                  <a:pt x="1200" y="13857"/>
                  <a:pt x="1210" y="13857"/>
                </a:cubicBezTo>
                <a:lnTo>
                  <a:pt x="762" y="13967"/>
                </a:lnTo>
                <a:lnTo>
                  <a:pt x="1024" y="13992"/>
                </a:lnTo>
                <a:lnTo>
                  <a:pt x="1" y="14229"/>
                </a:lnTo>
                <a:cubicBezTo>
                  <a:pt x="863" y="14178"/>
                  <a:pt x="1236" y="13950"/>
                  <a:pt x="1946" y="13950"/>
                </a:cubicBezTo>
                <a:cubicBezTo>
                  <a:pt x="1836" y="13975"/>
                  <a:pt x="1946" y="13975"/>
                  <a:pt x="1972" y="13984"/>
                </a:cubicBezTo>
                <a:cubicBezTo>
                  <a:pt x="2192" y="13942"/>
                  <a:pt x="2454" y="13916"/>
                  <a:pt x="2589" y="13865"/>
                </a:cubicBezTo>
                <a:lnTo>
                  <a:pt x="2621" y="13862"/>
                </a:lnTo>
                <a:lnTo>
                  <a:pt x="2621" y="13862"/>
                </a:lnTo>
                <a:cubicBezTo>
                  <a:pt x="2619" y="13863"/>
                  <a:pt x="2616" y="13864"/>
                  <a:pt x="2614" y="13865"/>
                </a:cubicBezTo>
                <a:cubicBezTo>
                  <a:pt x="2619" y="13864"/>
                  <a:pt x="2623" y="13863"/>
                  <a:pt x="2627" y="13862"/>
                </a:cubicBezTo>
                <a:lnTo>
                  <a:pt x="2627" y="13862"/>
                </a:lnTo>
                <a:lnTo>
                  <a:pt x="2944" y="13832"/>
                </a:lnTo>
                <a:lnTo>
                  <a:pt x="2944" y="13832"/>
                </a:lnTo>
                <a:cubicBezTo>
                  <a:pt x="2944" y="13865"/>
                  <a:pt x="2818" y="13941"/>
                  <a:pt x="2456" y="13975"/>
                </a:cubicBezTo>
                <a:lnTo>
                  <a:pt x="2456" y="13975"/>
                </a:lnTo>
                <a:cubicBezTo>
                  <a:pt x="3089" y="13916"/>
                  <a:pt x="3647" y="13840"/>
                  <a:pt x="4205" y="13747"/>
                </a:cubicBezTo>
                <a:cubicBezTo>
                  <a:pt x="4755" y="13654"/>
                  <a:pt x="5321" y="13569"/>
                  <a:pt x="5956" y="13519"/>
                </a:cubicBezTo>
                <a:lnTo>
                  <a:pt x="5956" y="13519"/>
                </a:lnTo>
                <a:cubicBezTo>
                  <a:pt x="6007" y="13527"/>
                  <a:pt x="5787" y="13553"/>
                  <a:pt x="5880" y="13553"/>
                </a:cubicBezTo>
                <a:cubicBezTo>
                  <a:pt x="6030" y="13515"/>
                  <a:pt x="6267" y="13471"/>
                  <a:pt x="6312" y="13455"/>
                </a:cubicBezTo>
                <a:lnTo>
                  <a:pt x="6312" y="13455"/>
                </a:lnTo>
                <a:cubicBezTo>
                  <a:pt x="6290" y="13468"/>
                  <a:pt x="6263" y="13481"/>
                  <a:pt x="6234" y="13490"/>
                </a:cubicBezTo>
                <a:lnTo>
                  <a:pt x="6234" y="13490"/>
                </a:lnTo>
                <a:cubicBezTo>
                  <a:pt x="6846" y="13395"/>
                  <a:pt x="7190" y="13439"/>
                  <a:pt x="7597" y="13349"/>
                </a:cubicBezTo>
                <a:lnTo>
                  <a:pt x="7597" y="13349"/>
                </a:lnTo>
                <a:cubicBezTo>
                  <a:pt x="7622" y="13383"/>
                  <a:pt x="7276" y="13409"/>
                  <a:pt x="7326" y="13417"/>
                </a:cubicBezTo>
                <a:cubicBezTo>
                  <a:pt x="7986" y="13366"/>
                  <a:pt x="8308" y="13231"/>
                  <a:pt x="8959" y="13146"/>
                </a:cubicBezTo>
                <a:lnTo>
                  <a:pt x="8959" y="13146"/>
                </a:lnTo>
                <a:cubicBezTo>
                  <a:pt x="8859" y="13183"/>
                  <a:pt x="8888" y="13192"/>
                  <a:pt x="8965" y="13192"/>
                </a:cubicBezTo>
                <a:cubicBezTo>
                  <a:pt x="9050" y="13192"/>
                  <a:pt x="9195" y="13180"/>
                  <a:pt x="9289" y="13180"/>
                </a:cubicBezTo>
                <a:cubicBezTo>
                  <a:pt x="9822" y="13062"/>
                  <a:pt x="10955" y="12901"/>
                  <a:pt x="11768" y="12766"/>
                </a:cubicBezTo>
                <a:lnTo>
                  <a:pt x="11768" y="12766"/>
                </a:lnTo>
                <a:cubicBezTo>
                  <a:pt x="11722" y="12798"/>
                  <a:pt x="11742" y="12810"/>
                  <a:pt x="11802" y="12810"/>
                </a:cubicBezTo>
                <a:cubicBezTo>
                  <a:pt x="11967" y="12810"/>
                  <a:pt x="12433" y="12720"/>
                  <a:pt x="12645" y="12720"/>
                </a:cubicBezTo>
                <a:cubicBezTo>
                  <a:pt x="12699" y="12720"/>
                  <a:pt x="12737" y="12726"/>
                  <a:pt x="12749" y="12740"/>
                </a:cubicBezTo>
                <a:cubicBezTo>
                  <a:pt x="12926" y="12715"/>
                  <a:pt x="13206" y="12656"/>
                  <a:pt x="13223" y="12614"/>
                </a:cubicBezTo>
                <a:lnTo>
                  <a:pt x="13223" y="12614"/>
                </a:lnTo>
                <a:cubicBezTo>
                  <a:pt x="13168" y="12632"/>
                  <a:pt x="13072" y="12640"/>
                  <a:pt x="12999" y="12640"/>
                </a:cubicBezTo>
                <a:cubicBezTo>
                  <a:pt x="12936" y="12640"/>
                  <a:pt x="12889" y="12634"/>
                  <a:pt x="12901" y="12622"/>
                </a:cubicBezTo>
                <a:cubicBezTo>
                  <a:pt x="13163" y="12580"/>
                  <a:pt x="13569" y="12512"/>
                  <a:pt x="13595" y="12461"/>
                </a:cubicBezTo>
                <a:lnTo>
                  <a:pt x="13925" y="12461"/>
                </a:lnTo>
                <a:cubicBezTo>
                  <a:pt x="13942" y="12419"/>
                  <a:pt x="14043" y="12360"/>
                  <a:pt x="14221" y="12334"/>
                </a:cubicBezTo>
                <a:cubicBezTo>
                  <a:pt x="14279" y="12339"/>
                  <a:pt x="14320" y="12341"/>
                  <a:pt x="14349" y="12341"/>
                </a:cubicBezTo>
                <a:cubicBezTo>
                  <a:pt x="14525" y="12341"/>
                  <a:pt x="14251" y="12263"/>
                  <a:pt x="14745" y="12241"/>
                </a:cubicBezTo>
                <a:lnTo>
                  <a:pt x="14745" y="12241"/>
                </a:lnTo>
                <a:cubicBezTo>
                  <a:pt x="14652" y="12275"/>
                  <a:pt x="14559" y="12326"/>
                  <a:pt x="14475" y="12385"/>
                </a:cubicBezTo>
                <a:cubicBezTo>
                  <a:pt x="14618" y="12368"/>
                  <a:pt x="14762" y="12334"/>
                  <a:pt x="14898" y="12292"/>
                </a:cubicBezTo>
                <a:lnTo>
                  <a:pt x="14898" y="12292"/>
                </a:lnTo>
                <a:cubicBezTo>
                  <a:pt x="14974" y="12317"/>
                  <a:pt x="14720" y="12402"/>
                  <a:pt x="14508" y="12453"/>
                </a:cubicBezTo>
                <a:lnTo>
                  <a:pt x="14872" y="12436"/>
                </a:lnTo>
                <a:cubicBezTo>
                  <a:pt x="15354" y="12267"/>
                  <a:pt x="15845" y="12148"/>
                  <a:pt x="16344" y="12081"/>
                </a:cubicBezTo>
                <a:lnTo>
                  <a:pt x="16344" y="12081"/>
                </a:lnTo>
                <a:cubicBezTo>
                  <a:pt x="16259" y="12131"/>
                  <a:pt x="16082" y="12165"/>
                  <a:pt x="16234" y="12191"/>
                </a:cubicBezTo>
                <a:cubicBezTo>
                  <a:pt x="16471" y="12140"/>
                  <a:pt x="16776" y="12030"/>
                  <a:pt x="17097" y="12013"/>
                </a:cubicBezTo>
                <a:lnTo>
                  <a:pt x="17097" y="12013"/>
                </a:lnTo>
                <a:cubicBezTo>
                  <a:pt x="17071" y="12018"/>
                  <a:pt x="17071" y="12020"/>
                  <a:pt x="17064" y="12023"/>
                </a:cubicBezTo>
                <a:lnTo>
                  <a:pt x="17064" y="12023"/>
                </a:lnTo>
                <a:cubicBezTo>
                  <a:pt x="17575" y="11889"/>
                  <a:pt x="17461" y="11978"/>
                  <a:pt x="17951" y="11903"/>
                </a:cubicBezTo>
                <a:lnTo>
                  <a:pt x="17951" y="11903"/>
                </a:lnTo>
                <a:cubicBezTo>
                  <a:pt x="17943" y="11911"/>
                  <a:pt x="17943" y="11911"/>
                  <a:pt x="17926" y="11920"/>
                </a:cubicBezTo>
                <a:lnTo>
                  <a:pt x="18231" y="11835"/>
                </a:lnTo>
                <a:cubicBezTo>
                  <a:pt x="18500" y="11750"/>
                  <a:pt x="18670" y="11728"/>
                  <a:pt x="18808" y="11728"/>
                </a:cubicBezTo>
                <a:cubicBezTo>
                  <a:pt x="18957" y="11728"/>
                  <a:pt x="19069" y="11754"/>
                  <a:pt x="19230" y="11754"/>
                </a:cubicBezTo>
                <a:cubicBezTo>
                  <a:pt x="19261" y="11754"/>
                  <a:pt x="19295" y="11753"/>
                  <a:pt x="19330" y="11751"/>
                </a:cubicBezTo>
                <a:lnTo>
                  <a:pt x="19330" y="11751"/>
                </a:lnTo>
                <a:lnTo>
                  <a:pt x="19254" y="11768"/>
                </a:lnTo>
                <a:cubicBezTo>
                  <a:pt x="19265" y="11768"/>
                  <a:pt x="19277" y="11769"/>
                  <a:pt x="19291" y="11769"/>
                </a:cubicBezTo>
                <a:cubicBezTo>
                  <a:pt x="19567" y="11769"/>
                  <a:pt x="20271" y="11606"/>
                  <a:pt x="20481" y="11590"/>
                </a:cubicBezTo>
                <a:lnTo>
                  <a:pt x="20481" y="11590"/>
                </a:lnTo>
                <a:cubicBezTo>
                  <a:pt x="20444" y="11591"/>
                  <a:pt x="20415" y="11592"/>
                  <a:pt x="20393" y="11592"/>
                </a:cubicBezTo>
                <a:cubicBezTo>
                  <a:pt x="20244" y="11592"/>
                  <a:pt x="20360" y="11569"/>
                  <a:pt x="20176" y="11539"/>
                </a:cubicBezTo>
                <a:cubicBezTo>
                  <a:pt x="19939" y="11590"/>
                  <a:pt x="20024" y="11658"/>
                  <a:pt x="19626" y="11700"/>
                </a:cubicBezTo>
                <a:cubicBezTo>
                  <a:pt x="19660" y="11632"/>
                  <a:pt x="20159" y="11522"/>
                  <a:pt x="20261" y="11463"/>
                </a:cubicBezTo>
                <a:cubicBezTo>
                  <a:pt x="20305" y="11452"/>
                  <a:pt x="20350" y="11446"/>
                  <a:pt x="20396" y="11446"/>
                </a:cubicBezTo>
                <a:cubicBezTo>
                  <a:pt x="20492" y="11446"/>
                  <a:pt x="20590" y="11471"/>
                  <a:pt x="20675" y="11522"/>
                </a:cubicBezTo>
                <a:cubicBezTo>
                  <a:pt x="21225" y="11421"/>
                  <a:pt x="21547" y="11395"/>
                  <a:pt x="22215" y="11243"/>
                </a:cubicBezTo>
                <a:cubicBezTo>
                  <a:pt x="22460" y="11158"/>
                  <a:pt x="22613" y="10998"/>
                  <a:pt x="23196" y="10972"/>
                </a:cubicBezTo>
                <a:lnTo>
                  <a:pt x="23196" y="10972"/>
                </a:lnTo>
                <a:lnTo>
                  <a:pt x="23178" y="10997"/>
                </a:lnTo>
                <a:lnTo>
                  <a:pt x="23178" y="10997"/>
                </a:lnTo>
                <a:cubicBezTo>
                  <a:pt x="23223" y="10964"/>
                  <a:pt x="23458" y="10960"/>
                  <a:pt x="23551" y="10913"/>
                </a:cubicBezTo>
                <a:cubicBezTo>
                  <a:pt x="23348" y="10888"/>
                  <a:pt x="23788" y="10829"/>
                  <a:pt x="23535" y="10812"/>
                </a:cubicBezTo>
                <a:cubicBezTo>
                  <a:pt x="23631" y="10792"/>
                  <a:pt x="23706" y="10785"/>
                  <a:pt x="23764" y="10785"/>
                </a:cubicBezTo>
                <a:cubicBezTo>
                  <a:pt x="23910" y="10785"/>
                  <a:pt x="23953" y="10832"/>
                  <a:pt x="23983" y="10862"/>
                </a:cubicBezTo>
                <a:cubicBezTo>
                  <a:pt x="24203" y="10736"/>
                  <a:pt x="24651" y="10786"/>
                  <a:pt x="25142" y="10642"/>
                </a:cubicBezTo>
                <a:lnTo>
                  <a:pt x="25142" y="10642"/>
                </a:lnTo>
                <a:cubicBezTo>
                  <a:pt x="25066" y="10702"/>
                  <a:pt x="24516" y="10812"/>
                  <a:pt x="24744" y="10812"/>
                </a:cubicBezTo>
                <a:lnTo>
                  <a:pt x="25379" y="10592"/>
                </a:lnTo>
                <a:lnTo>
                  <a:pt x="25091" y="10642"/>
                </a:lnTo>
                <a:cubicBezTo>
                  <a:pt x="25573" y="10490"/>
                  <a:pt x="25726" y="10533"/>
                  <a:pt x="26013" y="10499"/>
                </a:cubicBezTo>
                <a:lnTo>
                  <a:pt x="26013" y="10499"/>
                </a:lnTo>
                <a:cubicBezTo>
                  <a:pt x="26072" y="10516"/>
                  <a:pt x="25886" y="10558"/>
                  <a:pt x="25751" y="10592"/>
                </a:cubicBezTo>
                <a:cubicBezTo>
                  <a:pt x="25946" y="10549"/>
                  <a:pt x="26140" y="10499"/>
                  <a:pt x="26335" y="10439"/>
                </a:cubicBezTo>
                <a:cubicBezTo>
                  <a:pt x="26478" y="10389"/>
                  <a:pt x="26986" y="10245"/>
                  <a:pt x="27181" y="10160"/>
                </a:cubicBezTo>
                <a:lnTo>
                  <a:pt x="27265" y="10152"/>
                </a:lnTo>
                <a:lnTo>
                  <a:pt x="27265" y="10152"/>
                </a:lnTo>
                <a:cubicBezTo>
                  <a:pt x="27257" y="10160"/>
                  <a:pt x="27248" y="10160"/>
                  <a:pt x="27231" y="10169"/>
                </a:cubicBezTo>
                <a:cubicBezTo>
                  <a:pt x="27274" y="10152"/>
                  <a:pt x="27307" y="10143"/>
                  <a:pt x="27341" y="10135"/>
                </a:cubicBezTo>
                <a:lnTo>
                  <a:pt x="27604" y="10101"/>
                </a:lnTo>
                <a:lnTo>
                  <a:pt x="27604" y="10101"/>
                </a:lnTo>
                <a:lnTo>
                  <a:pt x="27553" y="10118"/>
                </a:lnTo>
                <a:lnTo>
                  <a:pt x="27553" y="10118"/>
                </a:lnTo>
                <a:lnTo>
                  <a:pt x="27654" y="10093"/>
                </a:lnTo>
                <a:lnTo>
                  <a:pt x="27925" y="10067"/>
                </a:lnTo>
                <a:lnTo>
                  <a:pt x="28060" y="10016"/>
                </a:lnTo>
                <a:lnTo>
                  <a:pt x="27993" y="10025"/>
                </a:lnTo>
                <a:cubicBezTo>
                  <a:pt x="28001" y="9957"/>
                  <a:pt x="28314" y="9839"/>
                  <a:pt x="28703" y="9771"/>
                </a:cubicBezTo>
                <a:cubicBezTo>
                  <a:pt x="28678" y="9771"/>
                  <a:pt x="28475" y="9805"/>
                  <a:pt x="28187" y="9856"/>
                </a:cubicBezTo>
                <a:lnTo>
                  <a:pt x="28272" y="9813"/>
                </a:lnTo>
                <a:lnTo>
                  <a:pt x="29490" y="9602"/>
                </a:lnTo>
                <a:lnTo>
                  <a:pt x="29490" y="9602"/>
                </a:lnTo>
                <a:cubicBezTo>
                  <a:pt x="29346" y="9644"/>
                  <a:pt x="29194" y="9687"/>
                  <a:pt x="29042" y="9712"/>
                </a:cubicBezTo>
                <a:cubicBezTo>
                  <a:pt x="29431" y="9704"/>
                  <a:pt x="29964" y="9496"/>
                  <a:pt x="30211" y="9496"/>
                </a:cubicBezTo>
                <a:cubicBezTo>
                  <a:pt x="30232" y="9496"/>
                  <a:pt x="30251" y="9497"/>
                  <a:pt x="30268" y="9500"/>
                </a:cubicBezTo>
                <a:cubicBezTo>
                  <a:pt x="30023" y="9594"/>
                  <a:pt x="29769" y="9661"/>
                  <a:pt x="29515" y="9720"/>
                </a:cubicBezTo>
                <a:cubicBezTo>
                  <a:pt x="29279" y="9771"/>
                  <a:pt x="29042" y="9813"/>
                  <a:pt x="28720" y="9898"/>
                </a:cubicBezTo>
                <a:cubicBezTo>
                  <a:pt x="28373" y="9898"/>
                  <a:pt x="29135" y="9771"/>
                  <a:pt x="29143" y="9729"/>
                </a:cubicBezTo>
                <a:lnTo>
                  <a:pt x="29143" y="9729"/>
                </a:lnTo>
                <a:lnTo>
                  <a:pt x="28771" y="9780"/>
                </a:lnTo>
                <a:cubicBezTo>
                  <a:pt x="28830" y="9813"/>
                  <a:pt x="28060" y="9949"/>
                  <a:pt x="28272" y="10000"/>
                </a:cubicBezTo>
                <a:cubicBezTo>
                  <a:pt x="28678" y="9932"/>
                  <a:pt x="29084" y="9864"/>
                  <a:pt x="29473" y="9788"/>
                </a:cubicBezTo>
                <a:cubicBezTo>
                  <a:pt x="29862" y="9712"/>
                  <a:pt x="30234" y="9636"/>
                  <a:pt x="30581" y="9560"/>
                </a:cubicBezTo>
                <a:lnTo>
                  <a:pt x="30581" y="9560"/>
                </a:lnTo>
                <a:lnTo>
                  <a:pt x="30006" y="10160"/>
                </a:lnTo>
                <a:cubicBezTo>
                  <a:pt x="30014" y="10169"/>
                  <a:pt x="29998" y="10177"/>
                  <a:pt x="29972" y="10203"/>
                </a:cubicBezTo>
                <a:cubicBezTo>
                  <a:pt x="30657" y="10042"/>
                  <a:pt x="30277" y="9940"/>
                  <a:pt x="30429" y="9898"/>
                </a:cubicBezTo>
                <a:cubicBezTo>
                  <a:pt x="30581" y="9856"/>
                  <a:pt x="30700" y="9797"/>
                  <a:pt x="30835" y="9797"/>
                </a:cubicBezTo>
                <a:lnTo>
                  <a:pt x="30767" y="9830"/>
                </a:lnTo>
                <a:cubicBezTo>
                  <a:pt x="31199" y="9720"/>
                  <a:pt x="30894" y="9737"/>
                  <a:pt x="31275" y="9661"/>
                </a:cubicBezTo>
                <a:cubicBezTo>
                  <a:pt x="31354" y="9634"/>
                  <a:pt x="31372" y="9625"/>
                  <a:pt x="31358" y="9625"/>
                </a:cubicBezTo>
                <a:cubicBezTo>
                  <a:pt x="31332" y="9625"/>
                  <a:pt x="31192" y="9658"/>
                  <a:pt x="31159" y="9658"/>
                </a:cubicBezTo>
                <a:cubicBezTo>
                  <a:pt x="31145" y="9658"/>
                  <a:pt x="31150" y="9652"/>
                  <a:pt x="31190" y="9636"/>
                </a:cubicBezTo>
                <a:cubicBezTo>
                  <a:pt x="31605" y="9560"/>
                  <a:pt x="31419" y="9458"/>
                  <a:pt x="32062" y="9365"/>
                </a:cubicBezTo>
                <a:lnTo>
                  <a:pt x="32062" y="9365"/>
                </a:lnTo>
                <a:cubicBezTo>
                  <a:pt x="32036" y="9399"/>
                  <a:pt x="32146" y="9424"/>
                  <a:pt x="31782" y="9517"/>
                </a:cubicBezTo>
                <a:lnTo>
                  <a:pt x="32155" y="9484"/>
                </a:lnTo>
                <a:lnTo>
                  <a:pt x="32155" y="9484"/>
                </a:lnTo>
                <a:cubicBezTo>
                  <a:pt x="31732" y="9602"/>
                  <a:pt x="31986" y="9534"/>
                  <a:pt x="31554" y="9636"/>
                </a:cubicBezTo>
                <a:cubicBezTo>
                  <a:pt x="31360" y="9746"/>
                  <a:pt x="31419" y="9780"/>
                  <a:pt x="31241" y="9873"/>
                </a:cubicBezTo>
                <a:cubicBezTo>
                  <a:pt x="31410" y="9822"/>
                  <a:pt x="31360" y="9780"/>
                  <a:pt x="31613" y="9729"/>
                </a:cubicBezTo>
                <a:cubicBezTo>
                  <a:pt x="31675" y="9718"/>
                  <a:pt x="31709" y="9714"/>
                  <a:pt x="31724" y="9714"/>
                </a:cubicBezTo>
                <a:cubicBezTo>
                  <a:pt x="31782" y="9714"/>
                  <a:pt x="31566" y="9776"/>
                  <a:pt x="31546" y="9797"/>
                </a:cubicBezTo>
                <a:cubicBezTo>
                  <a:pt x="31926" y="9636"/>
                  <a:pt x="32002" y="9763"/>
                  <a:pt x="32341" y="9610"/>
                </a:cubicBezTo>
                <a:cubicBezTo>
                  <a:pt x="32274" y="9563"/>
                  <a:pt x="32302" y="9548"/>
                  <a:pt x="32182" y="9548"/>
                </a:cubicBezTo>
                <a:cubicBezTo>
                  <a:pt x="32151" y="9548"/>
                  <a:pt x="32109" y="9549"/>
                  <a:pt x="32053" y="9551"/>
                </a:cubicBezTo>
                <a:cubicBezTo>
                  <a:pt x="32201" y="9507"/>
                  <a:pt x="32374" y="9480"/>
                  <a:pt x="32491" y="9480"/>
                </a:cubicBezTo>
                <a:cubicBezTo>
                  <a:pt x="32576" y="9480"/>
                  <a:pt x="32632" y="9494"/>
                  <a:pt x="32628" y="9526"/>
                </a:cubicBezTo>
                <a:lnTo>
                  <a:pt x="32662" y="9450"/>
                </a:lnTo>
                <a:cubicBezTo>
                  <a:pt x="32719" y="9450"/>
                  <a:pt x="32863" y="9420"/>
                  <a:pt x="32920" y="9420"/>
                </a:cubicBezTo>
                <a:cubicBezTo>
                  <a:pt x="32931" y="9420"/>
                  <a:pt x="32939" y="9422"/>
                  <a:pt x="32941" y="9424"/>
                </a:cubicBezTo>
                <a:lnTo>
                  <a:pt x="33018" y="9374"/>
                </a:lnTo>
                <a:cubicBezTo>
                  <a:pt x="32996" y="9373"/>
                  <a:pt x="32973" y="9372"/>
                  <a:pt x="32951" y="9372"/>
                </a:cubicBezTo>
                <a:cubicBezTo>
                  <a:pt x="32752" y="9372"/>
                  <a:pt x="32548" y="9407"/>
                  <a:pt x="32358" y="9475"/>
                </a:cubicBezTo>
                <a:cubicBezTo>
                  <a:pt x="32476" y="9407"/>
                  <a:pt x="32163" y="9416"/>
                  <a:pt x="32569" y="9306"/>
                </a:cubicBezTo>
                <a:cubicBezTo>
                  <a:pt x="32604" y="9299"/>
                  <a:pt x="32626" y="9297"/>
                  <a:pt x="32640" y="9297"/>
                </a:cubicBezTo>
                <a:cubicBezTo>
                  <a:pt x="32697" y="9297"/>
                  <a:pt x="32606" y="9343"/>
                  <a:pt x="32620" y="9357"/>
                </a:cubicBezTo>
                <a:cubicBezTo>
                  <a:pt x="33534" y="9103"/>
                  <a:pt x="33567" y="9255"/>
                  <a:pt x="34286" y="9044"/>
                </a:cubicBezTo>
                <a:lnTo>
                  <a:pt x="34286" y="9044"/>
                </a:lnTo>
                <a:cubicBezTo>
                  <a:pt x="34117" y="9111"/>
                  <a:pt x="33660" y="9179"/>
                  <a:pt x="33322" y="9297"/>
                </a:cubicBezTo>
                <a:cubicBezTo>
                  <a:pt x="33542" y="9297"/>
                  <a:pt x="33770" y="9179"/>
                  <a:pt x="33973" y="9137"/>
                </a:cubicBezTo>
                <a:lnTo>
                  <a:pt x="33973" y="9137"/>
                </a:lnTo>
                <a:cubicBezTo>
                  <a:pt x="33847" y="9194"/>
                  <a:pt x="33801" y="9222"/>
                  <a:pt x="33878" y="9222"/>
                </a:cubicBezTo>
                <a:cubicBezTo>
                  <a:pt x="33904" y="9222"/>
                  <a:pt x="33944" y="9219"/>
                  <a:pt x="33999" y="9213"/>
                </a:cubicBezTo>
                <a:lnTo>
                  <a:pt x="34075" y="9154"/>
                </a:lnTo>
                <a:cubicBezTo>
                  <a:pt x="34202" y="9120"/>
                  <a:pt x="34329" y="9094"/>
                  <a:pt x="34456" y="9077"/>
                </a:cubicBezTo>
                <a:cubicBezTo>
                  <a:pt x="34456" y="9071"/>
                  <a:pt x="34447" y="9068"/>
                  <a:pt x="34430" y="9068"/>
                </a:cubicBezTo>
                <a:cubicBezTo>
                  <a:pt x="34402" y="9068"/>
                  <a:pt x="34351" y="9075"/>
                  <a:pt x="34278" y="9086"/>
                </a:cubicBezTo>
                <a:cubicBezTo>
                  <a:pt x="34760" y="8908"/>
                  <a:pt x="35259" y="8773"/>
                  <a:pt x="35767" y="8680"/>
                </a:cubicBezTo>
                <a:lnTo>
                  <a:pt x="35767" y="8680"/>
                </a:lnTo>
                <a:cubicBezTo>
                  <a:pt x="35744" y="8755"/>
                  <a:pt x="35137" y="8882"/>
                  <a:pt x="35283" y="8882"/>
                </a:cubicBezTo>
                <a:cubicBezTo>
                  <a:pt x="35303" y="8882"/>
                  <a:pt x="35336" y="8879"/>
                  <a:pt x="35386" y="8874"/>
                </a:cubicBezTo>
                <a:cubicBezTo>
                  <a:pt x="35615" y="8807"/>
                  <a:pt x="35792" y="8680"/>
                  <a:pt x="36207" y="8629"/>
                </a:cubicBezTo>
                <a:lnTo>
                  <a:pt x="36207" y="8629"/>
                </a:lnTo>
                <a:cubicBezTo>
                  <a:pt x="36150" y="8659"/>
                  <a:pt x="36158" y="8668"/>
                  <a:pt x="36191" y="8668"/>
                </a:cubicBezTo>
                <a:cubicBezTo>
                  <a:pt x="36239" y="8668"/>
                  <a:pt x="36341" y="8650"/>
                  <a:pt x="36383" y="8650"/>
                </a:cubicBezTo>
                <a:cubicBezTo>
                  <a:pt x="36394" y="8650"/>
                  <a:pt x="36401" y="8651"/>
                  <a:pt x="36401" y="8655"/>
                </a:cubicBezTo>
                <a:lnTo>
                  <a:pt x="36943" y="8435"/>
                </a:lnTo>
                <a:cubicBezTo>
                  <a:pt x="37222" y="8375"/>
                  <a:pt x="37501" y="8308"/>
                  <a:pt x="37772" y="8223"/>
                </a:cubicBezTo>
                <a:lnTo>
                  <a:pt x="37772" y="8223"/>
                </a:lnTo>
                <a:cubicBezTo>
                  <a:pt x="37662" y="8257"/>
                  <a:pt x="37552" y="8282"/>
                  <a:pt x="37442" y="8308"/>
                </a:cubicBezTo>
                <a:cubicBezTo>
                  <a:pt x="37619" y="8223"/>
                  <a:pt x="37806" y="8172"/>
                  <a:pt x="37992" y="8147"/>
                </a:cubicBezTo>
                <a:cubicBezTo>
                  <a:pt x="38212" y="8113"/>
                  <a:pt x="38423" y="8071"/>
                  <a:pt x="38626" y="8003"/>
                </a:cubicBezTo>
                <a:lnTo>
                  <a:pt x="38626" y="8003"/>
                </a:lnTo>
                <a:lnTo>
                  <a:pt x="38415" y="8088"/>
                </a:lnTo>
                <a:cubicBezTo>
                  <a:pt x="38736" y="8020"/>
                  <a:pt x="39049" y="7927"/>
                  <a:pt x="39354" y="7809"/>
                </a:cubicBezTo>
                <a:lnTo>
                  <a:pt x="39354" y="7868"/>
                </a:lnTo>
                <a:cubicBezTo>
                  <a:pt x="39379" y="7783"/>
                  <a:pt x="40005" y="7606"/>
                  <a:pt x="40132" y="7546"/>
                </a:cubicBezTo>
                <a:lnTo>
                  <a:pt x="40132" y="7546"/>
                </a:lnTo>
                <a:cubicBezTo>
                  <a:pt x="39252" y="7826"/>
                  <a:pt x="39354" y="7690"/>
                  <a:pt x="38508" y="7961"/>
                </a:cubicBezTo>
                <a:cubicBezTo>
                  <a:pt x="38812" y="7809"/>
                  <a:pt x="39041" y="7732"/>
                  <a:pt x="39371" y="7572"/>
                </a:cubicBezTo>
                <a:cubicBezTo>
                  <a:pt x="39458" y="7555"/>
                  <a:pt x="39514" y="7546"/>
                  <a:pt x="39547" y="7546"/>
                </a:cubicBezTo>
                <a:cubicBezTo>
                  <a:pt x="39565" y="7546"/>
                  <a:pt x="39576" y="7549"/>
                  <a:pt x="39582" y="7555"/>
                </a:cubicBezTo>
                <a:cubicBezTo>
                  <a:pt x="39684" y="7479"/>
                  <a:pt x="39794" y="7411"/>
                  <a:pt x="39912" y="7369"/>
                </a:cubicBezTo>
                <a:lnTo>
                  <a:pt x="39980" y="7386"/>
                </a:lnTo>
                <a:cubicBezTo>
                  <a:pt x="40580" y="7259"/>
                  <a:pt x="40487" y="7123"/>
                  <a:pt x="41054" y="7005"/>
                </a:cubicBezTo>
                <a:lnTo>
                  <a:pt x="41054" y="7005"/>
                </a:lnTo>
                <a:cubicBezTo>
                  <a:pt x="41189" y="7039"/>
                  <a:pt x="40589" y="7216"/>
                  <a:pt x="40259" y="7352"/>
                </a:cubicBezTo>
                <a:cubicBezTo>
                  <a:pt x="40265" y="7352"/>
                  <a:pt x="40271" y="7351"/>
                  <a:pt x="40276" y="7351"/>
                </a:cubicBezTo>
                <a:cubicBezTo>
                  <a:pt x="40501" y="7351"/>
                  <a:pt x="39708" y="7530"/>
                  <a:pt x="40039" y="7538"/>
                </a:cubicBezTo>
                <a:lnTo>
                  <a:pt x="40191" y="7445"/>
                </a:lnTo>
                <a:cubicBezTo>
                  <a:pt x="40244" y="7432"/>
                  <a:pt x="40281" y="7427"/>
                  <a:pt x="40303" y="7427"/>
                </a:cubicBezTo>
                <a:cubicBezTo>
                  <a:pt x="40350" y="7427"/>
                  <a:pt x="40332" y="7450"/>
                  <a:pt x="40271" y="7472"/>
                </a:cubicBezTo>
                <a:lnTo>
                  <a:pt x="40271" y="7472"/>
                </a:lnTo>
                <a:cubicBezTo>
                  <a:pt x="40476" y="7404"/>
                  <a:pt x="40430" y="7426"/>
                  <a:pt x="40504" y="7369"/>
                </a:cubicBezTo>
                <a:cubicBezTo>
                  <a:pt x="40747" y="7305"/>
                  <a:pt x="40853" y="7284"/>
                  <a:pt x="40897" y="7284"/>
                </a:cubicBezTo>
                <a:cubicBezTo>
                  <a:pt x="40977" y="7284"/>
                  <a:pt x="40846" y="7353"/>
                  <a:pt x="40958" y="7353"/>
                </a:cubicBezTo>
                <a:cubicBezTo>
                  <a:pt x="41011" y="7353"/>
                  <a:pt x="41117" y="7338"/>
                  <a:pt x="41325" y="7293"/>
                </a:cubicBezTo>
                <a:lnTo>
                  <a:pt x="41325" y="7293"/>
                </a:lnTo>
                <a:cubicBezTo>
                  <a:pt x="41232" y="7335"/>
                  <a:pt x="40986" y="7394"/>
                  <a:pt x="41046" y="7419"/>
                </a:cubicBezTo>
                <a:lnTo>
                  <a:pt x="40563" y="7529"/>
                </a:lnTo>
                <a:lnTo>
                  <a:pt x="40563" y="7580"/>
                </a:lnTo>
                <a:cubicBezTo>
                  <a:pt x="40978" y="7496"/>
                  <a:pt x="41384" y="7335"/>
                  <a:pt x="41748" y="7115"/>
                </a:cubicBezTo>
                <a:lnTo>
                  <a:pt x="41748" y="7115"/>
                </a:lnTo>
                <a:cubicBezTo>
                  <a:pt x="41591" y="7170"/>
                  <a:pt x="41522" y="7189"/>
                  <a:pt x="41493" y="7189"/>
                </a:cubicBezTo>
                <a:cubicBezTo>
                  <a:pt x="41433" y="7189"/>
                  <a:pt x="41549" y="7110"/>
                  <a:pt x="41444" y="7110"/>
                </a:cubicBezTo>
                <a:cubicBezTo>
                  <a:pt x="41429" y="7110"/>
                  <a:pt x="41409" y="7111"/>
                  <a:pt x="41384" y="7115"/>
                </a:cubicBezTo>
                <a:cubicBezTo>
                  <a:pt x="41469" y="7073"/>
                  <a:pt x="41553" y="7056"/>
                  <a:pt x="41646" y="7056"/>
                </a:cubicBezTo>
                <a:cubicBezTo>
                  <a:pt x="41687" y="7031"/>
                  <a:pt x="41937" y="6950"/>
                  <a:pt x="41911" y="6930"/>
                </a:cubicBezTo>
                <a:lnTo>
                  <a:pt x="41911" y="6930"/>
                </a:lnTo>
                <a:cubicBezTo>
                  <a:pt x="41933" y="6942"/>
                  <a:pt x="41973" y="6947"/>
                  <a:pt x="42023" y="6947"/>
                </a:cubicBezTo>
                <a:cubicBezTo>
                  <a:pt x="42261" y="6947"/>
                  <a:pt x="42751" y="6842"/>
                  <a:pt x="42951" y="6842"/>
                </a:cubicBezTo>
                <a:cubicBezTo>
                  <a:pt x="43034" y="6842"/>
                  <a:pt x="43066" y="6860"/>
                  <a:pt x="43008" y="6912"/>
                </a:cubicBezTo>
                <a:cubicBezTo>
                  <a:pt x="43346" y="6861"/>
                  <a:pt x="44353" y="6506"/>
                  <a:pt x="45072" y="6303"/>
                </a:cubicBezTo>
                <a:lnTo>
                  <a:pt x="45072" y="6303"/>
                </a:lnTo>
                <a:lnTo>
                  <a:pt x="44886" y="6387"/>
                </a:lnTo>
                <a:cubicBezTo>
                  <a:pt x="45673" y="6303"/>
                  <a:pt x="45529" y="6125"/>
                  <a:pt x="45952" y="5964"/>
                </a:cubicBezTo>
                <a:lnTo>
                  <a:pt x="45952" y="5964"/>
                </a:lnTo>
                <a:cubicBezTo>
                  <a:pt x="45847" y="6008"/>
                  <a:pt x="45833" y="6024"/>
                  <a:pt x="45870" y="6024"/>
                </a:cubicBezTo>
                <a:cubicBezTo>
                  <a:pt x="45961" y="6024"/>
                  <a:pt x="46365" y="5928"/>
                  <a:pt x="46485" y="5922"/>
                </a:cubicBezTo>
                <a:cubicBezTo>
                  <a:pt x="46823" y="5778"/>
                  <a:pt x="47077" y="5626"/>
                  <a:pt x="47559" y="5491"/>
                </a:cubicBezTo>
                <a:cubicBezTo>
                  <a:pt x="47639" y="5502"/>
                  <a:pt x="47681" y="5545"/>
                  <a:pt x="47796" y="5545"/>
                </a:cubicBezTo>
                <a:cubicBezTo>
                  <a:pt x="47851" y="5545"/>
                  <a:pt x="47923" y="5535"/>
                  <a:pt x="48025" y="5508"/>
                </a:cubicBezTo>
                <a:lnTo>
                  <a:pt x="48219" y="5406"/>
                </a:lnTo>
                <a:cubicBezTo>
                  <a:pt x="48532" y="5322"/>
                  <a:pt x="48930" y="5161"/>
                  <a:pt x="49141" y="5135"/>
                </a:cubicBezTo>
                <a:lnTo>
                  <a:pt x="49141" y="5135"/>
                </a:lnTo>
                <a:lnTo>
                  <a:pt x="49099" y="5152"/>
                </a:lnTo>
                <a:cubicBezTo>
                  <a:pt x="49363" y="5096"/>
                  <a:pt x="49421" y="5035"/>
                  <a:pt x="49323" y="5035"/>
                </a:cubicBezTo>
                <a:cubicBezTo>
                  <a:pt x="49289" y="5035"/>
                  <a:pt x="49236" y="5042"/>
                  <a:pt x="49167" y="5059"/>
                </a:cubicBezTo>
                <a:lnTo>
                  <a:pt x="49488" y="4932"/>
                </a:lnTo>
                <a:lnTo>
                  <a:pt x="49505" y="4949"/>
                </a:lnTo>
                <a:cubicBezTo>
                  <a:pt x="49928" y="4789"/>
                  <a:pt x="50300" y="4586"/>
                  <a:pt x="50985" y="4357"/>
                </a:cubicBezTo>
                <a:lnTo>
                  <a:pt x="50985" y="4357"/>
                </a:lnTo>
                <a:cubicBezTo>
                  <a:pt x="50936" y="4389"/>
                  <a:pt x="50962" y="4397"/>
                  <a:pt x="51008" y="4397"/>
                </a:cubicBezTo>
                <a:cubicBezTo>
                  <a:pt x="51051" y="4397"/>
                  <a:pt x="51111" y="4390"/>
                  <a:pt x="51146" y="4390"/>
                </a:cubicBezTo>
                <a:cubicBezTo>
                  <a:pt x="51202" y="4390"/>
                  <a:pt x="51190" y="4408"/>
                  <a:pt x="50918" y="4501"/>
                </a:cubicBezTo>
                <a:cubicBezTo>
                  <a:pt x="50986" y="4470"/>
                  <a:pt x="50980" y="4462"/>
                  <a:pt x="50946" y="4462"/>
                </a:cubicBezTo>
                <a:cubicBezTo>
                  <a:pt x="50901" y="4462"/>
                  <a:pt x="50808" y="4476"/>
                  <a:pt x="50769" y="4476"/>
                </a:cubicBezTo>
                <a:cubicBezTo>
                  <a:pt x="50764" y="4476"/>
                  <a:pt x="50760" y="4476"/>
                  <a:pt x="50757" y="4476"/>
                </a:cubicBezTo>
                <a:cubicBezTo>
                  <a:pt x="50588" y="4526"/>
                  <a:pt x="50419" y="4602"/>
                  <a:pt x="50249" y="4687"/>
                </a:cubicBezTo>
                <a:cubicBezTo>
                  <a:pt x="50334" y="4687"/>
                  <a:pt x="50292" y="4780"/>
                  <a:pt x="50182" y="4856"/>
                </a:cubicBezTo>
                <a:cubicBezTo>
                  <a:pt x="50605" y="4636"/>
                  <a:pt x="51874" y="4332"/>
                  <a:pt x="51933" y="4154"/>
                </a:cubicBezTo>
                <a:cubicBezTo>
                  <a:pt x="52483" y="3993"/>
                  <a:pt x="53185" y="3740"/>
                  <a:pt x="53819" y="3570"/>
                </a:cubicBezTo>
                <a:cubicBezTo>
                  <a:pt x="53794" y="3570"/>
                  <a:pt x="53735" y="3570"/>
                  <a:pt x="53752" y="3562"/>
                </a:cubicBezTo>
                <a:lnTo>
                  <a:pt x="54310" y="3452"/>
                </a:lnTo>
                <a:lnTo>
                  <a:pt x="54310" y="3452"/>
                </a:lnTo>
                <a:lnTo>
                  <a:pt x="54191" y="3503"/>
                </a:lnTo>
                <a:cubicBezTo>
                  <a:pt x="54310" y="3486"/>
                  <a:pt x="54437" y="3460"/>
                  <a:pt x="54555" y="3435"/>
                </a:cubicBezTo>
                <a:lnTo>
                  <a:pt x="54555" y="3435"/>
                </a:lnTo>
                <a:cubicBezTo>
                  <a:pt x="54597" y="3444"/>
                  <a:pt x="54471" y="3520"/>
                  <a:pt x="54327" y="3570"/>
                </a:cubicBezTo>
                <a:cubicBezTo>
                  <a:pt x="54284" y="3587"/>
                  <a:pt x="54242" y="3596"/>
                  <a:pt x="54221" y="3596"/>
                </a:cubicBezTo>
                <a:cubicBezTo>
                  <a:pt x="54205" y="3596"/>
                  <a:pt x="54201" y="3591"/>
                  <a:pt x="54218" y="3581"/>
                </a:cubicBezTo>
                <a:lnTo>
                  <a:pt x="54218" y="3581"/>
                </a:lnTo>
                <a:cubicBezTo>
                  <a:pt x="54136" y="3620"/>
                  <a:pt x="54119" y="3632"/>
                  <a:pt x="54136" y="3632"/>
                </a:cubicBezTo>
                <a:cubicBezTo>
                  <a:pt x="54169" y="3632"/>
                  <a:pt x="54331" y="3583"/>
                  <a:pt x="54373" y="3583"/>
                </a:cubicBezTo>
                <a:cubicBezTo>
                  <a:pt x="54391" y="3583"/>
                  <a:pt x="54386" y="3593"/>
                  <a:pt x="54335" y="3621"/>
                </a:cubicBezTo>
                <a:cubicBezTo>
                  <a:pt x="54234" y="3647"/>
                  <a:pt x="54115" y="3697"/>
                  <a:pt x="54048" y="3714"/>
                </a:cubicBezTo>
                <a:cubicBezTo>
                  <a:pt x="54496" y="3613"/>
                  <a:pt x="54674" y="3452"/>
                  <a:pt x="54961" y="3444"/>
                </a:cubicBezTo>
                <a:cubicBezTo>
                  <a:pt x="55274" y="3266"/>
                  <a:pt x="55613" y="3139"/>
                  <a:pt x="55968" y="3054"/>
                </a:cubicBezTo>
                <a:lnTo>
                  <a:pt x="55968" y="3054"/>
                </a:lnTo>
                <a:cubicBezTo>
                  <a:pt x="55944" y="3068"/>
                  <a:pt x="55940" y="3074"/>
                  <a:pt x="55948" y="3074"/>
                </a:cubicBezTo>
                <a:cubicBezTo>
                  <a:pt x="55978" y="3074"/>
                  <a:pt x="56184" y="2998"/>
                  <a:pt x="56236" y="2998"/>
                </a:cubicBezTo>
                <a:cubicBezTo>
                  <a:pt x="56256" y="2998"/>
                  <a:pt x="56254" y="3009"/>
                  <a:pt x="56213" y="3037"/>
                </a:cubicBezTo>
                <a:cubicBezTo>
                  <a:pt x="56357" y="2953"/>
                  <a:pt x="56729" y="2885"/>
                  <a:pt x="56772" y="2826"/>
                </a:cubicBezTo>
                <a:lnTo>
                  <a:pt x="56772" y="2826"/>
                </a:lnTo>
                <a:cubicBezTo>
                  <a:pt x="56662" y="2877"/>
                  <a:pt x="56543" y="2911"/>
                  <a:pt x="56425" y="2936"/>
                </a:cubicBezTo>
                <a:cubicBezTo>
                  <a:pt x="56577" y="2868"/>
                  <a:pt x="56594" y="2826"/>
                  <a:pt x="56788" y="2767"/>
                </a:cubicBezTo>
                <a:cubicBezTo>
                  <a:pt x="56822" y="2767"/>
                  <a:pt x="56805" y="2775"/>
                  <a:pt x="56805" y="2775"/>
                </a:cubicBezTo>
                <a:cubicBezTo>
                  <a:pt x="57051" y="2657"/>
                  <a:pt x="56856" y="2615"/>
                  <a:pt x="57304" y="2471"/>
                </a:cubicBezTo>
                <a:cubicBezTo>
                  <a:pt x="57609" y="2362"/>
                  <a:pt x="57749" y="2322"/>
                  <a:pt x="57792" y="2322"/>
                </a:cubicBezTo>
                <a:cubicBezTo>
                  <a:pt x="57913" y="2322"/>
                  <a:pt x="57280" y="2633"/>
                  <a:pt x="57353" y="2633"/>
                </a:cubicBezTo>
                <a:cubicBezTo>
                  <a:pt x="57355" y="2633"/>
                  <a:pt x="57359" y="2632"/>
                  <a:pt x="57364" y="2631"/>
                </a:cubicBezTo>
                <a:cubicBezTo>
                  <a:pt x="57398" y="2589"/>
                  <a:pt x="57914" y="2395"/>
                  <a:pt x="58159" y="2344"/>
                </a:cubicBezTo>
                <a:lnTo>
                  <a:pt x="58159" y="2344"/>
                </a:lnTo>
                <a:lnTo>
                  <a:pt x="58108" y="2378"/>
                </a:lnTo>
                <a:cubicBezTo>
                  <a:pt x="58235" y="2310"/>
                  <a:pt x="58379" y="2259"/>
                  <a:pt x="58531" y="2225"/>
                </a:cubicBezTo>
                <a:cubicBezTo>
                  <a:pt x="58607" y="2141"/>
                  <a:pt x="58692" y="2065"/>
                  <a:pt x="58785" y="1989"/>
                </a:cubicBezTo>
                <a:lnTo>
                  <a:pt x="59309" y="1794"/>
                </a:lnTo>
                <a:lnTo>
                  <a:pt x="59208" y="1862"/>
                </a:lnTo>
                <a:cubicBezTo>
                  <a:pt x="59326" y="1811"/>
                  <a:pt x="59428" y="1769"/>
                  <a:pt x="59538" y="1735"/>
                </a:cubicBezTo>
                <a:lnTo>
                  <a:pt x="59538" y="1735"/>
                </a:lnTo>
                <a:cubicBezTo>
                  <a:pt x="59597" y="1752"/>
                  <a:pt x="59436" y="1802"/>
                  <a:pt x="59276" y="1870"/>
                </a:cubicBezTo>
                <a:cubicBezTo>
                  <a:pt x="59394" y="1870"/>
                  <a:pt x="59504" y="1828"/>
                  <a:pt x="59597" y="1752"/>
                </a:cubicBezTo>
                <a:lnTo>
                  <a:pt x="59597" y="1752"/>
                </a:lnTo>
                <a:lnTo>
                  <a:pt x="59529" y="1777"/>
                </a:lnTo>
                <a:cubicBezTo>
                  <a:pt x="59630" y="1723"/>
                  <a:pt x="59955" y="1563"/>
                  <a:pt x="59885" y="1563"/>
                </a:cubicBezTo>
                <a:cubicBezTo>
                  <a:pt x="59867" y="1563"/>
                  <a:pt x="59822" y="1573"/>
                  <a:pt x="59741" y="1599"/>
                </a:cubicBezTo>
                <a:cubicBezTo>
                  <a:pt x="60020" y="1456"/>
                  <a:pt x="60138" y="1506"/>
                  <a:pt x="60341" y="1413"/>
                </a:cubicBezTo>
                <a:lnTo>
                  <a:pt x="60341" y="1413"/>
                </a:lnTo>
                <a:cubicBezTo>
                  <a:pt x="60365" y="1437"/>
                  <a:pt x="60207" y="1507"/>
                  <a:pt x="60284" y="1507"/>
                </a:cubicBezTo>
                <a:cubicBezTo>
                  <a:pt x="60288" y="1507"/>
                  <a:pt x="60293" y="1507"/>
                  <a:pt x="60299" y="1506"/>
                </a:cubicBezTo>
                <a:cubicBezTo>
                  <a:pt x="60460" y="1456"/>
                  <a:pt x="60629" y="1396"/>
                  <a:pt x="60790" y="1329"/>
                </a:cubicBezTo>
                <a:lnTo>
                  <a:pt x="60790" y="1329"/>
                </a:lnTo>
                <a:cubicBezTo>
                  <a:pt x="60758" y="1337"/>
                  <a:pt x="60740" y="1340"/>
                  <a:pt x="60730" y="1340"/>
                </a:cubicBezTo>
                <a:cubicBezTo>
                  <a:pt x="60703" y="1340"/>
                  <a:pt x="60729" y="1320"/>
                  <a:pt x="60696" y="1320"/>
                </a:cubicBezTo>
                <a:cubicBezTo>
                  <a:pt x="60678" y="1320"/>
                  <a:pt x="60642" y="1326"/>
                  <a:pt x="60570" y="1346"/>
                </a:cubicBezTo>
                <a:cubicBezTo>
                  <a:pt x="60671" y="1303"/>
                  <a:pt x="60781" y="1244"/>
                  <a:pt x="60883" y="1193"/>
                </a:cubicBezTo>
                <a:lnTo>
                  <a:pt x="60883" y="1193"/>
                </a:lnTo>
                <a:cubicBezTo>
                  <a:pt x="60798" y="1236"/>
                  <a:pt x="60705" y="1269"/>
                  <a:pt x="60604" y="1286"/>
                </a:cubicBezTo>
                <a:cubicBezTo>
                  <a:pt x="60874" y="1176"/>
                  <a:pt x="61145" y="1083"/>
                  <a:pt x="61424" y="1007"/>
                </a:cubicBezTo>
                <a:lnTo>
                  <a:pt x="61424" y="1007"/>
                </a:lnTo>
                <a:cubicBezTo>
                  <a:pt x="61407" y="1024"/>
                  <a:pt x="61390" y="1041"/>
                  <a:pt x="61365" y="1058"/>
                </a:cubicBezTo>
                <a:cubicBezTo>
                  <a:pt x="61703" y="872"/>
                  <a:pt x="62245" y="703"/>
                  <a:pt x="62456" y="550"/>
                </a:cubicBezTo>
                <a:lnTo>
                  <a:pt x="62456" y="550"/>
                </a:lnTo>
                <a:lnTo>
                  <a:pt x="62346" y="576"/>
                </a:lnTo>
                <a:cubicBezTo>
                  <a:pt x="62245" y="635"/>
                  <a:pt x="62135" y="677"/>
                  <a:pt x="62025" y="694"/>
                </a:cubicBezTo>
                <a:cubicBezTo>
                  <a:pt x="62143" y="643"/>
                  <a:pt x="62105" y="641"/>
                  <a:pt x="62059" y="641"/>
                </a:cubicBezTo>
                <a:cubicBezTo>
                  <a:pt x="62055" y="641"/>
                  <a:pt x="62052" y="641"/>
                  <a:pt x="62048" y="641"/>
                </a:cubicBezTo>
                <a:cubicBezTo>
                  <a:pt x="61997" y="641"/>
                  <a:pt x="61949" y="639"/>
                  <a:pt x="62084" y="576"/>
                </a:cubicBezTo>
                <a:cubicBezTo>
                  <a:pt x="62465" y="415"/>
                  <a:pt x="62828" y="356"/>
                  <a:pt x="63015" y="204"/>
                </a:cubicBezTo>
                <a:lnTo>
                  <a:pt x="63015" y="204"/>
                </a:lnTo>
                <a:cubicBezTo>
                  <a:pt x="62828" y="271"/>
                  <a:pt x="62609" y="339"/>
                  <a:pt x="62422" y="398"/>
                </a:cubicBezTo>
                <a:cubicBezTo>
                  <a:pt x="62270" y="440"/>
                  <a:pt x="62135" y="491"/>
                  <a:pt x="61999" y="559"/>
                </a:cubicBezTo>
                <a:lnTo>
                  <a:pt x="62236" y="474"/>
                </a:lnTo>
                <a:lnTo>
                  <a:pt x="62236" y="474"/>
                </a:lnTo>
                <a:lnTo>
                  <a:pt x="61720" y="753"/>
                </a:lnTo>
                <a:cubicBezTo>
                  <a:pt x="61718" y="752"/>
                  <a:pt x="61715" y="751"/>
                  <a:pt x="61711" y="751"/>
                </a:cubicBezTo>
                <a:cubicBezTo>
                  <a:pt x="61646" y="751"/>
                  <a:pt x="61332" y="897"/>
                  <a:pt x="61255" y="897"/>
                </a:cubicBezTo>
                <a:cubicBezTo>
                  <a:pt x="61245" y="897"/>
                  <a:pt x="61239" y="894"/>
                  <a:pt x="61238" y="889"/>
                </a:cubicBezTo>
                <a:cubicBezTo>
                  <a:pt x="61424" y="813"/>
                  <a:pt x="61593" y="753"/>
                  <a:pt x="61737" y="694"/>
                </a:cubicBezTo>
                <a:cubicBezTo>
                  <a:pt x="61736" y="694"/>
                  <a:pt x="61735" y="694"/>
                  <a:pt x="61733" y="694"/>
                </a:cubicBezTo>
                <a:cubicBezTo>
                  <a:pt x="61673" y="694"/>
                  <a:pt x="61233" y="857"/>
                  <a:pt x="61035" y="923"/>
                </a:cubicBezTo>
                <a:lnTo>
                  <a:pt x="61289" y="855"/>
                </a:lnTo>
                <a:lnTo>
                  <a:pt x="61289" y="855"/>
                </a:lnTo>
                <a:cubicBezTo>
                  <a:pt x="60866" y="1050"/>
                  <a:pt x="60291" y="1236"/>
                  <a:pt x="59868" y="1413"/>
                </a:cubicBezTo>
                <a:cubicBezTo>
                  <a:pt x="59945" y="1378"/>
                  <a:pt x="59962" y="1365"/>
                  <a:pt x="59946" y="1365"/>
                </a:cubicBezTo>
                <a:cubicBezTo>
                  <a:pt x="59909" y="1365"/>
                  <a:pt x="59696" y="1432"/>
                  <a:pt x="59645" y="1432"/>
                </a:cubicBezTo>
                <a:cubicBezTo>
                  <a:pt x="59624" y="1432"/>
                  <a:pt x="59631" y="1420"/>
                  <a:pt x="59690" y="1388"/>
                </a:cubicBezTo>
                <a:cubicBezTo>
                  <a:pt x="59758" y="1354"/>
                  <a:pt x="59842" y="1329"/>
                  <a:pt x="59927" y="1312"/>
                </a:cubicBezTo>
                <a:cubicBezTo>
                  <a:pt x="59930" y="1301"/>
                  <a:pt x="59923" y="1297"/>
                  <a:pt x="59909" y="1297"/>
                </a:cubicBezTo>
                <a:cubicBezTo>
                  <a:pt x="59847" y="1297"/>
                  <a:pt x="59638" y="1388"/>
                  <a:pt x="59555" y="1388"/>
                </a:cubicBezTo>
                <a:cubicBezTo>
                  <a:pt x="59526" y="1431"/>
                  <a:pt x="59207" y="1561"/>
                  <a:pt x="59283" y="1561"/>
                </a:cubicBezTo>
                <a:cubicBezTo>
                  <a:pt x="59296" y="1561"/>
                  <a:pt x="59321" y="1557"/>
                  <a:pt x="59360" y="1549"/>
                </a:cubicBezTo>
                <a:lnTo>
                  <a:pt x="59360" y="1549"/>
                </a:lnTo>
                <a:cubicBezTo>
                  <a:pt x="59208" y="1582"/>
                  <a:pt x="58920" y="1735"/>
                  <a:pt x="58709" y="1769"/>
                </a:cubicBezTo>
                <a:cubicBezTo>
                  <a:pt x="58785" y="1811"/>
                  <a:pt x="58362" y="1938"/>
                  <a:pt x="58303" y="1980"/>
                </a:cubicBezTo>
                <a:cubicBezTo>
                  <a:pt x="58227" y="2005"/>
                  <a:pt x="58150" y="2022"/>
                  <a:pt x="58074" y="2022"/>
                </a:cubicBezTo>
                <a:cubicBezTo>
                  <a:pt x="58252" y="1955"/>
                  <a:pt x="58463" y="1853"/>
                  <a:pt x="58683" y="1743"/>
                </a:cubicBezTo>
                <a:cubicBezTo>
                  <a:pt x="58776" y="1726"/>
                  <a:pt x="58946" y="1667"/>
                  <a:pt x="58895" y="1667"/>
                </a:cubicBezTo>
                <a:lnTo>
                  <a:pt x="58895" y="1650"/>
                </a:lnTo>
                <a:cubicBezTo>
                  <a:pt x="59326" y="1439"/>
                  <a:pt x="59766" y="1227"/>
                  <a:pt x="59995" y="1117"/>
                </a:cubicBezTo>
                <a:lnTo>
                  <a:pt x="59995" y="1117"/>
                </a:lnTo>
                <a:lnTo>
                  <a:pt x="59885" y="1185"/>
                </a:lnTo>
                <a:cubicBezTo>
                  <a:pt x="60206" y="999"/>
                  <a:pt x="60578" y="948"/>
                  <a:pt x="60908" y="770"/>
                </a:cubicBezTo>
                <a:lnTo>
                  <a:pt x="60908" y="770"/>
                </a:lnTo>
                <a:cubicBezTo>
                  <a:pt x="60902" y="782"/>
                  <a:pt x="60879" y="794"/>
                  <a:pt x="60890" y="794"/>
                </a:cubicBezTo>
                <a:cubicBezTo>
                  <a:pt x="60895" y="794"/>
                  <a:pt x="60905" y="792"/>
                  <a:pt x="60925" y="787"/>
                </a:cubicBezTo>
                <a:cubicBezTo>
                  <a:pt x="61365" y="643"/>
                  <a:pt x="61509" y="491"/>
                  <a:pt x="61873" y="415"/>
                </a:cubicBezTo>
                <a:lnTo>
                  <a:pt x="61873" y="415"/>
                </a:lnTo>
                <a:lnTo>
                  <a:pt x="61839" y="457"/>
                </a:lnTo>
                <a:cubicBezTo>
                  <a:pt x="61864" y="440"/>
                  <a:pt x="62059" y="347"/>
                  <a:pt x="62008" y="330"/>
                </a:cubicBezTo>
                <a:lnTo>
                  <a:pt x="62008" y="330"/>
                </a:lnTo>
                <a:cubicBezTo>
                  <a:pt x="61720" y="440"/>
                  <a:pt x="61670" y="474"/>
                  <a:pt x="61407" y="559"/>
                </a:cubicBezTo>
                <a:cubicBezTo>
                  <a:pt x="61560" y="466"/>
                  <a:pt x="61729" y="390"/>
                  <a:pt x="61898" y="330"/>
                </a:cubicBezTo>
                <a:lnTo>
                  <a:pt x="61898" y="271"/>
                </a:lnTo>
                <a:cubicBezTo>
                  <a:pt x="62101" y="136"/>
                  <a:pt x="62355" y="136"/>
                  <a:pt x="6254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7"/>
          <p:cNvSpPr/>
          <p:nvPr/>
        </p:nvSpPr>
        <p:spPr>
          <a:xfrm>
            <a:off x="7072954" y="4361971"/>
            <a:ext cx="254539" cy="50198"/>
          </a:xfrm>
          <a:custGeom>
            <a:rect b="b" l="l" r="r" t="t"/>
            <a:pathLst>
              <a:path extrusionOk="0" h="1465" w="7428">
                <a:moveTo>
                  <a:pt x="5643" y="305"/>
                </a:moveTo>
                <a:lnTo>
                  <a:pt x="5643" y="305"/>
                </a:lnTo>
                <a:cubicBezTo>
                  <a:pt x="5627" y="310"/>
                  <a:pt x="5613" y="314"/>
                  <a:pt x="5601" y="318"/>
                </a:cubicBezTo>
                <a:lnTo>
                  <a:pt x="5601" y="318"/>
                </a:lnTo>
                <a:cubicBezTo>
                  <a:pt x="5617" y="314"/>
                  <a:pt x="5631" y="309"/>
                  <a:pt x="5643" y="305"/>
                </a:cubicBezTo>
                <a:close/>
                <a:moveTo>
                  <a:pt x="4700" y="788"/>
                </a:moveTo>
                <a:lnTo>
                  <a:pt x="4645" y="804"/>
                </a:lnTo>
                <a:cubicBezTo>
                  <a:pt x="4666" y="798"/>
                  <a:pt x="4684" y="793"/>
                  <a:pt x="4700" y="788"/>
                </a:cubicBezTo>
                <a:close/>
                <a:moveTo>
                  <a:pt x="7343" y="1"/>
                </a:moveTo>
                <a:cubicBezTo>
                  <a:pt x="7123" y="43"/>
                  <a:pt x="6895" y="68"/>
                  <a:pt x="6675" y="94"/>
                </a:cubicBezTo>
                <a:cubicBezTo>
                  <a:pt x="6869" y="161"/>
                  <a:pt x="6066" y="229"/>
                  <a:pt x="5846" y="305"/>
                </a:cubicBezTo>
                <a:lnTo>
                  <a:pt x="5592" y="356"/>
                </a:lnTo>
                <a:lnTo>
                  <a:pt x="5499" y="373"/>
                </a:lnTo>
                <a:cubicBezTo>
                  <a:pt x="5476" y="373"/>
                  <a:pt x="5494" y="353"/>
                  <a:pt x="5601" y="318"/>
                </a:cubicBezTo>
                <a:lnTo>
                  <a:pt x="5601" y="318"/>
                </a:lnTo>
                <a:cubicBezTo>
                  <a:pt x="5448" y="360"/>
                  <a:pt x="5114" y="418"/>
                  <a:pt x="5152" y="440"/>
                </a:cubicBezTo>
                <a:cubicBezTo>
                  <a:pt x="4839" y="500"/>
                  <a:pt x="4526" y="559"/>
                  <a:pt x="4213" y="610"/>
                </a:cubicBezTo>
                <a:cubicBezTo>
                  <a:pt x="4200" y="614"/>
                  <a:pt x="4188" y="616"/>
                  <a:pt x="4174" y="616"/>
                </a:cubicBezTo>
                <a:cubicBezTo>
                  <a:pt x="4160" y="616"/>
                  <a:pt x="4145" y="614"/>
                  <a:pt x="4129" y="610"/>
                </a:cubicBezTo>
                <a:cubicBezTo>
                  <a:pt x="4103" y="627"/>
                  <a:pt x="4095" y="627"/>
                  <a:pt x="4103" y="635"/>
                </a:cubicBezTo>
                <a:lnTo>
                  <a:pt x="0" y="1320"/>
                </a:lnTo>
                <a:cubicBezTo>
                  <a:pt x="203" y="1303"/>
                  <a:pt x="381" y="1295"/>
                  <a:pt x="592" y="1269"/>
                </a:cubicBezTo>
                <a:lnTo>
                  <a:pt x="592" y="1269"/>
                </a:lnTo>
                <a:cubicBezTo>
                  <a:pt x="504" y="1304"/>
                  <a:pt x="496" y="1315"/>
                  <a:pt x="527" y="1315"/>
                </a:cubicBezTo>
                <a:cubicBezTo>
                  <a:pt x="581" y="1315"/>
                  <a:pt x="753" y="1282"/>
                  <a:pt x="827" y="1282"/>
                </a:cubicBezTo>
                <a:cubicBezTo>
                  <a:pt x="858" y="1282"/>
                  <a:pt x="872" y="1288"/>
                  <a:pt x="855" y="1303"/>
                </a:cubicBezTo>
                <a:cubicBezTo>
                  <a:pt x="702" y="1346"/>
                  <a:pt x="542" y="1379"/>
                  <a:pt x="381" y="1379"/>
                </a:cubicBezTo>
                <a:cubicBezTo>
                  <a:pt x="347" y="1422"/>
                  <a:pt x="525" y="1422"/>
                  <a:pt x="508" y="1464"/>
                </a:cubicBezTo>
                <a:cubicBezTo>
                  <a:pt x="1041" y="1413"/>
                  <a:pt x="1092" y="1253"/>
                  <a:pt x="1599" y="1193"/>
                </a:cubicBezTo>
                <a:lnTo>
                  <a:pt x="1599" y="1193"/>
                </a:lnTo>
                <a:cubicBezTo>
                  <a:pt x="1587" y="1217"/>
                  <a:pt x="1515" y="1256"/>
                  <a:pt x="1580" y="1256"/>
                </a:cubicBezTo>
                <a:cubicBezTo>
                  <a:pt x="1609" y="1256"/>
                  <a:pt x="1666" y="1248"/>
                  <a:pt x="1768" y="1227"/>
                </a:cubicBezTo>
                <a:lnTo>
                  <a:pt x="1768" y="1227"/>
                </a:lnTo>
                <a:lnTo>
                  <a:pt x="1684" y="1253"/>
                </a:lnTo>
                <a:cubicBezTo>
                  <a:pt x="1902" y="1196"/>
                  <a:pt x="2012" y="1190"/>
                  <a:pt x="2088" y="1190"/>
                </a:cubicBezTo>
                <a:cubicBezTo>
                  <a:pt x="2111" y="1190"/>
                  <a:pt x="2131" y="1190"/>
                  <a:pt x="2150" y="1190"/>
                </a:cubicBezTo>
                <a:cubicBezTo>
                  <a:pt x="2220" y="1190"/>
                  <a:pt x="2276" y="1182"/>
                  <a:pt x="2420" y="1109"/>
                </a:cubicBezTo>
                <a:lnTo>
                  <a:pt x="2420" y="1168"/>
                </a:lnTo>
                <a:cubicBezTo>
                  <a:pt x="2741" y="1075"/>
                  <a:pt x="3063" y="1007"/>
                  <a:pt x="3384" y="957"/>
                </a:cubicBezTo>
                <a:lnTo>
                  <a:pt x="3384" y="957"/>
                </a:lnTo>
                <a:lnTo>
                  <a:pt x="3376" y="965"/>
                </a:lnTo>
                <a:cubicBezTo>
                  <a:pt x="4103" y="779"/>
                  <a:pt x="3790" y="889"/>
                  <a:pt x="4611" y="711"/>
                </a:cubicBezTo>
                <a:lnTo>
                  <a:pt x="4611" y="711"/>
                </a:lnTo>
                <a:cubicBezTo>
                  <a:pt x="4492" y="762"/>
                  <a:pt x="4365" y="804"/>
                  <a:pt x="4238" y="847"/>
                </a:cubicBezTo>
                <a:cubicBezTo>
                  <a:pt x="4535" y="830"/>
                  <a:pt x="4585" y="745"/>
                  <a:pt x="4788" y="711"/>
                </a:cubicBezTo>
                <a:lnTo>
                  <a:pt x="4788" y="711"/>
                </a:lnTo>
                <a:cubicBezTo>
                  <a:pt x="4781" y="726"/>
                  <a:pt x="4820" y="748"/>
                  <a:pt x="4700" y="788"/>
                </a:cubicBezTo>
                <a:lnTo>
                  <a:pt x="4700" y="788"/>
                </a:lnTo>
                <a:lnTo>
                  <a:pt x="5634" y="508"/>
                </a:lnTo>
                <a:cubicBezTo>
                  <a:pt x="5736" y="470"/>
                  <a:pt x="5735" y="461"/>
                  <a:pt x="5699" y="461"/>
                </a:cubicBezTo>
                <a:cubicBezTo>
                  <a:pt x="5666" y="461"/>
                  <a:pt x="5602" y="469"/>
                  <a:pt x="5563" y="469"/>
                </a:cubicBezTo>
                <a:cubicBezTo>
                  <a:pt x="5549" y="469"/>
                  <a:pt x="5539" y="468"/>
                  <a:pt x="5533" y="466"/>
                </a:cubicBezTo>
                <a:cubicBezTo>
                  <a:pt x="5603" y="423"/>
                  <a:pt x="5922" y="375"/>
                  <a:pt x="6040" y="375"/>
                </a:cubicBezTo>
                <a:cubicBezTo>
                  <a:pt x="6063" y="375"/>
                  <a:pt x="6078" y="377"/>
                  <a:pt x="6083" y="381"/>
                </a:cubicBezTo>
                <a:cubicBezTo>
                  <a:pt x="6035" y="405"/>
                  <a:pt x="5825" y="458"/>
                  <a:pt x="5922" y="458"/>
                </a:cubicBezTo>
                <a:cubicBezTo>
                  <a:pt x="5929" y="458"/>
                  <a:pt x="5937" y="458"/>
                  <a:pt x="5947" y="457"/>
                </a:cubicBezTo>
                <a:lnTo>
                  <a:pt x="6277" y="305"/>
                </a:lnTo>
                <a:cubicBezTo>
                  <a:pt x="6304" y="304"/>
                  <a:pt x="6327" y="303"/>
                  <a:pt x="6346" y="303"/>
                </a:cubicBezTo>
                <a:cubicBezTo>
                  <a:pt x="6652" y="303"/>
                  <a:pt x="5934" y="487"/>
                  <a:pt x="5727" y="559"/>
                </a:cubicBezTo>
                <a:cubicBezTo>
                  <a:pt x="6201" y="483"/>
                  <a:pt x="6328" y="398"/>
                  <a:pt x="6819" y="314"/>
                </a:cubicBezTo>
                <a:lnTo>
                  <a:pt x="6819" y="314"/>
                </a:lnTo>
                <a:cubicBezTo>
                  <a:pt x="6747" y="320"/>
                  <a:pt x="6671" y="326"/>
                  <a:pt x="6594" y="326"/>
                </a:cubicBezTo>
                <a:cubicBezTo>
                  <a:pt x="6562" y="326"/>
                  <a:pt x="6529" y="325"/>
                  <a:pt x="6497" y="322"/>
                </a:cubicBezTo>
                <a:cubicBezTo>
                  <a:pt x="6472" y="263"/>
                  <a:pt x="6937" y="204"/>
                  <a:pt x="7267" y="136"/>
                </a:cubicBezTo>
                <a:lnTo>
                  <a:pt x="7267" y="136"/>
                </a:lnTo>
                <a:cubicBezTo>
                  <a:pt x="7239" y="138"/>
                  <a:pt x="7216" y="139"/>
                  <a:pt x="7199" y="139"/>
                </a:cubicBezTo>
                <a:cubicBezTo>
                  <a:pt x="7086" y="139"/>
                  <a:pt x="7186" y="95"/>
                  <a:pt x="7318" y="51"/>
                </a:cubicBezTo>
                <a:cubicBezTo>
                  <a:pt x="7335" y="51"/>
                  <a:pt x="7352" y="43"/>
                  <a:pt x="7377" y="34"/>
                </a:cubicBezTo>
                <a:lnTo>
                  <a:pt x="7428" y="18"/>
                </a:lnTo>
                <a:lnTo>
                  <a:pt x="7385" y="18"/>
                </a:lnTo>
                <a:cubicBezTo>
                  <a:pt x="7385" y="18"/>
                  <a:pt x="7377" y="9"/>
                  <a:pt x="73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7"/>
          <p:cNvSpPr/>
          <p:nvPr/>
        </p:nvSpPr>
        <p:spPr>
          <a:xfrm>
            <a:off x="7063086" y="4407201"/>
            <a:ext cx="9903" cy="1473"/>
          </a:xfrm>
          <a:custGeom>
            <a:rect b="b" l="l" r="r" t="t"/>
            <a:pathLst>
              <a:path extrusionOk="0" h="43" w="289">
                <a:moveTo>
                  <a:pt x="288" y="0"/>
                </a:moveTo>
                <a:lnTo>
                  <a:pt x="288" y="0"/>
                </a:lnTo>
                <a:cubicBezTo>
                  <a:pt x="195" y="9"/>
                  <a:pt x="102" y="17"/>
                  <a:pt x="1" y="43"/>
                </a:cubicBezTo>
                <a:lnTo>
                  <a:pt x="288"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7"/>
          <p:cNvSpPr/>
          <p:nvPr/>
        </p:nvSpPr>
        <p:spPr>
          <a:xfrm>
            <a:off x="6923081" y="4407201"/>
            <a:ext cx="163970" cy="26967"/>
          </a:xfrm>
          <a:custGeom>
            <a:rect b="b" l="l" r="r" t="t"/>
            <a:pathLst>
              <a:path extrusionOk="0" h="787" w="4785">
                <a:moveTo>
                  <a:pt x="4586" y="0"/>
                </a:moveTo>
                <a:lnTo>
                  <a:pt x="4231" y="85"/>
                </a:lnTo>
                <a:lnTo>
                  <a:pt x="4256" y="59"/>
                </a:lnTo>
                <a:lnTo>
                  <a:pt x="3816" y="127"/>
                </a:lnTo>
                <a:cubicBezTo>
                  <a:pt x="3909" y="153"/>
                  <a:pt x="3977" y="144"/>
                  <a:pt x="3968" y="186"/>
                </a:cubicBezTo>
                <a:cubicBezTo>
                  <a:pt x="3789" y="209"/>
                  <a:pt x="3699" y="217"/>
                  <a:pt x="3650" y="217"/>
                </a:cubicBezTo>
                <a:cubicBezTo>
                  <a:pt x="3549" y="217"/>
                  <a:pt x="3619" y="184"/>
                  <a:pt x="3430" y="184"/>
                </a:cubicBezTo>
                <a:cubicBezTo>
                  <a:pt x="3404" y="184"/>
                  <a:pt x="3372" y="185"/>
                  <a:pt x="3334" y="186"/>
                </a:cubicBezTo>
                <a:lnTo>
                  <a:pt x="2674" y="288"/>
                </a:lnTo>
                <a:lnTo>
                  <a:pt x="2674" y="288"/>
                </a:lnTo>
                <a:lnTo>
                  <a:pt x="2725" y="271"/>
                </a:lnTo>
                <a:cubicBezTo>
                  <a:pt x="2691" y="271"/>
                  <a:pt x="2657" y="279"/>
                  <a:pt x="2623" y="296"/>
                </a:cubicBezTo>
                <a:lnTo>
                  <a:pt x="407" y="652"/>
                </a:lnTo>
                <a:cubicBezTo>
                  <a:pt x="1" y="745"/>
                  <a:pt x="635" y="694"/>
                  <a:pt x="348" y="787"/>
                </a:cubicBezTo>
                <a:cubicBezTo>
                  <a:pt x="789" y="724"/>
                  <a:pt x="1430" y="668"/>
                  <a:pt x="1535" y="592"/>
                </a:cubicBezTo>
                <a:lnTo>
                  <a:pt x="1535" y="592"/>
                </a:lnTo>
                <a:cubicBezTo>
                  <a:pt x="1530" y="602"/>
                  <a:pt x="1535" y="611"/>
                  <a:pt x="1573" y="611"/>
                </a:cubicBezTo>
                <a:cubicBezTo>
                  <a:pt x="1583" y="611"/>
                  <a:pt x="1594" y="610"/>
                  <a:pt x="1608" y="609"/>
                </a:cubicBezTo>
                <a:lnTo>
                  <a:pt x="1870" y="508"/>
                </a:lnTo>
                <a:lnTo>
                  <a:pt x="1608" y="525"/>
                </a:lnTo>
                <a:cubicBezTo>
                  <a:pt x="1861" y="419"/>
                  <a:pt x="2687" y="313"/>
                  <a:pt x="2898" y="313"/>
                </a:cubicBezTo>
                <a:cubicBezTo>
                  <a:pt x="2906" y="313"/>
                  <a:pt x="2913" y="313"/>
                  <a:pt x="2919" y="313"/>
                </a:cubicBezTo>
                <a:cubicBezTo>
                  <a:pt x="2420" y="406"/>
                  <a:pt x="2682" y="449"/>
                  <a:pt x="1980" y="508"/>
                </a:cubicBezTo>
                <a:cubicBezTo>
                  <a:pt x="2014" y="525"/>
                  <a:pt x="2141" y="542"/>
                  <a:pt x="1989" y="575"/>
                </a:cubicBezTo>
                <a:cubicBezTo>
                  <a:pt x="2801" y="432"/>
                  <a:pt x="3537" y="356"/>
                  <a:pt x="4374" y="169"/>
                </a:cubicBezTo>
                <a:lnTo>
                  <a:pt x="4374" y="169"/>
                </a:lnTo>
                <a:cubicBezTo>
                  <a:pt x="4308" y="173"/>
                  <a:pt x="4258" y="174"/>
                  <a:pt x="4223" y="174"/>
                </a:cubicBezTo>
                <a:cubicBezTo>
                  <a:pt x="3903" y="174"/>
                  <a:pt x="4784" y="46"/>
                  <a:pt x="458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7"/>
          <p:cNvSpPr/>
          <p:nvPr/>
        </p:nvSpPr>
        <p:spPr>
          <a:xfrm>
            <a:off x="7217893" y="4426046"/>
            <a:ext cx="9595" cy="2330"/>
          </a:xfrm>
          <a:custGeom>
            <a:rect b="b" l="l" r="r" t="t"/>
            <a:pathLst>
              <a:path extrusionOk="0" h="68" w="280">
                <a:moveTo>
                  <a:pt x="254" y="0"/>
                </a:moveTo>
                <a:lnTo>
                  <a:pt x="0" y="68"/>
                </a:lnTo>
                <a:lnTo>
                  <a:pt x="34" y="68"/>
                </a:lnTo>
                <a:lnTo>
                  <a:pt x="279"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7"/>
          <p:cNvSpPr/>
          <p:nvPr/>
        </p:nvSpPr>
        <p:spPr>
          <a:xfrm>
            <a:off x="7170917" y="4433002"/>
            <a:ext cx="5243" cy="1748"/>
          </a:xfrm>
          <a:custGeom>
            <a:rect b="b" l="l" r="r" t="t"/>
            <a:pathLst>
              <a:path extrusionOk="0" h="51" w="153">
                <a:moveTo>
                  <a:pt x="153" y="0"/>
                </a:moveTo>
                <a:lnTo>
                  <a:pt x="153" y="0"/>
                </a:lnTo>
                <a:cubicBezTo>
                  <a:pt x="94" y="17"/>
                  <a:pt x="51" y="34"/>
                  <a:pt x="1" y="51"/>
                </a:cubicBezTo>
                <a:cubicBezTo>
                  <a:pt x="60" y="42"/>
                  <a:pt x="111" y="26"/>
                  <a:pt x="1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7"/>
          <p:cNvSpPr/>
          <p:nvPr/>
        </p:nvSpPr>
        <p:spPr>
          <a:xfrm>
            <a:off x="7110919" y="4434441"/>
            <a:ext cx="60037" cy="20114"/>
          </a:xfrm>
          <a:custGeom>
            <a:rect b="b" l="l" r="r" t="t"/>
            <a:pathLst>
              <a:path extrusionOk="0" h="587" w="1752">
                <a:moveTo>
                  <a:pt x="1752" y="0"/>
                </a:moveTo>
                <a:lnTo>
                  <a:pt x="1752" y="0"/>
                </a:lnTo>
                <a:cubicBezTo>
                  <a:pt x="1413" y="85"/>
                  <a:pt x="660" y="153"/>
                  <a:pt x="229" y="305"/>
                </a:cubicBezTo>
                <a:cubicBezTo>
                  <a:pt x="1" y="406"/>
                  <a:pt x="161" y="483"/>
                  <a:pt x="178" y="584"/>
                </a:cubicBezTo>
                <a:cubicBezTo>
                  <a:pt x="182" y="586"/>
                  <a:pt x="189" y="586"/>
                  <a:pt x="199" y="586"/>
                </a:cubicBezTo>
                <a:cubicBezTo>
                  <a:pt x="319" y="586"/>
                  <a:pt x="856" y="503"/>
                  <a:pt x="872" y="440"/>
                </a:cubicBezTo>
                <a:cubicBezTo>
                  <a:pt x="631" y="440"/>
                  <a:pt x="1018" y="361"/>
                  <a:pt x="921" y="361"/>
                </a:cubicBezTo>
                <a:cubicBezTo>
                  <a:pt x="896" y="361"/>
                  <a:pt x="835" y="367"/>
                  <a:pt x="720" y="381"/>
                </a:cubicBezTo>
                <a:cubicBezTo>
                  <a:pt x="660" y="356"/>
                  <a:pt x="906" y="254"/>
                  <a:pt x="1176" y="229"/>
                </a:cubicBezTo>
                <a:lnTo>
                  <a:pt x="1176" y="229"/>
                </a:lnTo>
                <a:cubicBezTo>
                  <a:pt x="1159" y="271"/>
                  <a:pt x="923" y="297"/>
                  <a:pt x="1092" y="313"/>
                </a:cubicBezTo>
                <a:cubicBezTo>
                  <a:pt x="1253" y="237"/>
                  <a:pt x="1329" y="254"/>
                  <a:pt x="1253" y="203"/>
                </a:cubicBezTo>
                <a:cubicBezTo>
                  <a:pt x="1430" y="153"/>
                  <a:pt x="1591" y="85"/>
                  <a:pt x="175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7"/>
          <p:cNvSpPr/>
          <p:nvPr/>
        </p:nvSpPr>
        <p:spPr>
          <a:xfrm>
            <a:off x="7157314" y="4448045"/>
            <a:ext cx="9012" cy="2090"/>
          </a:xfrm>
          <a:custGeom>
            <a:rect b="b" l="l" r="r" t="t"/>
            <a:pathLst>
              <a:path extrusionOk="0" h="61" w="263">
                <a:moveTo>
                  <a:pt x="237" y="0"/>
                </a:moveTo>
                <a:cubicBezTo>
                  <a:pt x="188" y="0"/>
                  <a:pt x="89" y="47"/>
                  <a:pt x="0" y="60"/>
                </a:cubicBezTo>
                <a:cubicBezTo>
                  <a:pt x="85" y="52"/>
                  <a:pt x="169" y="35"/>
                  <a:pt x="262" y="9"/>
                </a:cubicBezTo>
                <a:cubicBezTo>
                  <a:pt x="257" y="3"/>
                  <a:pt x="248" y="0"/>
                  <a:pt x="23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7"/>
          <p:cNvSpPr/>
          <p:nvPr/>
        </p:nvSpPr>
        <p:spPr>
          <a:xfrm>
            <a:off x="7035263" y="4441980"/>
            <a:ext cx="15112" cy="2913"/>
          </a:xfrm>
          <a:custGeom>
            <a:rect b="b" l="l" r="r" t="t"/>
            <a:pathLst>
              <a:path extrusionOk="0" h="85" w="441">
                <a:moveTo>
                  <a:pt x="440" y="9"/>
                </a:moveTo>
                <a:lnTo>
                  <a:pt x="403" y="16"/>
                </a:lnTo>
                <a:lnTo>
                  <a:pt x="403" y="16"/>
                </a:lnTo>
                <a:cubicBezTo>
                  <a:pt x="416" y="15"/>
                  <a:pt x="428" y="12"/>
                  <a:pt x="440" y="9"/>
                </a:cubicBezTo>
                <a:close/>
                <a:moveTo>
                  <a:pt x="271" y="0"/>
                </a:moveTo>
                <a:cubicBezTo>
                  <a:pt x="246" y="17"/>
                  <a:pt x="1" y="68"/>
                  <a:pt x="60" y="85"/>
                </a:cubicBezTo>
                <a:lnTo>
                  <a:pt x="403" y="16"/>
                </a:lnTo>
                <a:lnTo>
                  <a:pt x="403" y="16"/>
                </a:lnTo>
                <a:cubicBezTo>
                  <a:pt x="393" y="18"/>
                  <a:pt x="383" y="18"/>
                  <a:pt x="373" y="18"/>
                </a:cubicBezTo>
                <a:cubicBezTo>
                  <a:pt x="337" y="18"/>
                  <a:pt x="303" y="11"/>
                  <a:pt x="27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7"/>
          <p:cNvSpPr/>
          <p:nvPr/>
        </p:nvSpPr>
        <p:spPr>
          <a:xfrm>
            <a:off x="7050066" y="4441397"/>
            <a:ext cx="5825" cy="891"/>
          </a:xfrm>
          <a:custGeom>
            <a:rect b="b" l="l" r="r" t="t"/>
            <a:pathLst>
              <a:path extrusionOk="0" h="26" w="170">
                <a:moveTo>
                  <a:pt x="169" y="0"/>
                </a:moveTo>
                <a:cubicBezTo>
                  <a:pt x="167" y="1"/>
                  <a:pt x="164" y="1"/>
                  <a:pt x="161" y="2"/>
                </a:cubicBezTo>
                <a:lnTo>
                  <a:pt x="161" y="2"/>
                </a:lnTo>
                <a:lnTo>
                  <a:pt x="169" y="0"/>
                </a:lnTo>
                <a:close/>
                <a:moveTo>
                  <a:pt x="161" y="2"/>
                </a:moveTo>
                <a:lnTo>
                  <a:pt x="0" y="26"/>
                </a:lnTo>
                <a:cubicBezTo>
                  <a:pt x="57" y="26"/>
                  <a:pt x="105" y="10"/>
                  <a:pt x="161" y="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7"/>
          <p:cNvSpPr/>
          <p:nvPr/>
        </p:nvSpPr>
        <p:spPr>
          <a:xfrm>
            <a:off x="7043967" y="4441671"/>
            <a:ext cx="891" cy="343"/>
          </a:xfrm>
          <a:custGeom>
            <a:rect b="b" l="l" r="r" t="t"/>
            <a:pathLst>
              <a:path extrusionOk="0" h="10" w="26">
                <a:moveTo>
                  <a:pt x="0" y="1"/>
                </a:moveTo>
                <a:lnTo>
                  <a:pt x="17" y="9"/>
                </a:lnTo>
                <a:cubicBezTo>
                  <a:pt x="26" y="1"/>
                  <a:pt x="26" y="1"/>
                  <a:pt x="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37" name="Shape 6837"/>
        <p:cNvGrpSpPr/>
        <p:nvPr/>
      </p:nvGrpSpPr>
      <p:grpSpPr>
        <a:xfrm>
          <a:off x="0" y="0"/>
          <a:ext cx="0" cy="0"/>
          <a:chOff x="0" y="0"/>
          <a:chExt cx="0" cy="0"/>
        </a:xfrm>
      </p:grpSpPr>
      <p:sp>
        <p:nvSpPr>
          <p:cNvPr id="6838" name="Google Shape;6838;p68"/>
          <p:cNvSpPr txBox="1"/>
          <p:nvPr>
            <p:ph type="title"/>
          </p:nvPr>
        </p:nvSpPr>
        <p:spPr>
          <a:xfrm>
            <a:off x="717050" y="445025"/>
            <a:ext cx="771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6839" name="Google Shape;6839;p68"/>
          <p:cNvSpPr txBox="1"/>
          <p:nvPr/>
        </p:nvSpPr>
        <p:spPr>
          <a:xfrm>
            <a:off x="717050" y="1138225"/>
            <a:ext cx="3855000" cy="3465600"/>
          </a:xfrm>
          <a:prstGeom prst="rect">
            <a:avLst/>
          </a:prstGeom>
          <a:noFill/>
          <a:ln>
            <a:noFill/>
          </a:ln>
        </p:spPr>
        <p:txBody>
          <a:bodyPr anchorCtr="0" anchor="t" bIns="91425" lIns="91425" spcFirstLastPara="1" rIns="91425" wrap="square" tIns="91425">
            <a:noAutofit/>
          </a:bodyPr>
          <a:lstStyle/>
          <a:p>
            <a:pPr indent="0" lvl="0" marL="0" marR="50800" rtl="0" algn="l">
              <a:lnSpc>
                <a:spcPct val="100000"/>
              </a:lnSpc>
              <a:spcBef>
                <a:spcPts val="0"/>
              </a:spcBef>
              <a:spcAft>
                <a:spcPts val="0"/>
              </a:spcAft>
              <a:buClr>
                <a:srgbClr val="000000"/>
              </a:buClr>
              <a:buSzPts val="1100"/>
              <a:buFont typeface="Arial"/>
              <a:buNone/>
            </a:pPr>
            <a:r>
              <a:rPr b="1" lang="en" sz="2200">
                <a:solidFill>
                  <a:srgbClr val="D19A78"/>
                </a:solidFill>
                <a:latin typeface="Poiret One"/>
                <a:ea typeface="Poiret One"/>
                <a:cs typeface="Poiret One"/>
                <a:sym typeface="Poiret One"/>
              </a:rPr>
              <a:t>PHOTOS</a:t>
            </a:r>
            <a:endParaRPr b="1" sz="2200">
              <a:solidFill>
                <a:srgbClr val="D19A78"/>
              </a:solidFill>
              <a:latin typeface="Poiret One"/>
              <a:ea typeface="Poiret One"/>
              <a:cs typeface="Poiret One"/>
              <a:sym typeface="Poiret One"/>
            </a:endParaRPr>
          </a:p>
          <a:p>
            <a:pPr indent="0" lvl="0" marL="0" marR="50800" rtl="0" algn="l">
              <a:lnSpc>
                <a:spcPct val="100000"/>
              </a:lnSpc>
              <a:spcBef>
                <a:spcPts val="0"/>
              </a:spcBef>
              <a:spcAft>
                <a:spcPts val="0"/>
              </a:spcAft>
              <a:buClr>
                <a:srgbClr val="000000"/>
              </a:buClr>
              <a:buSzPts val="1100"/>
              <a:buFont typeface="Arial"/>
              <a:buNone/>
            </a:pPr>
            <a:r>
              <a:t/>
            </a:r>
            <a:endParaRPr b="1" sz="2000">
              <a:solidFill>
                <a:srgbClr val="D19A78"/>
              </a:solidFill>
              <a:latin typeface="Poiret One"/>
              <a:ea typeface="Poiret One"/>
              <a:cs typeface="Poiret One"/>
              <a:sym typeface="Poiret One"/>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rgbClr val="FFFFFF"/>
                </a:solidFill>
                <a:uFill>
                  <a:noFill/>
                </a:uFill>
                <a:latin typeface="Be Vietnam"/>
                <a:ea typeface="Be Vietnam"/>
                <a:cs typeface="Be Vietnam"/>
                <a:sym typeface="Be Vietnam"/>
                <a:hlinkClick r:id="rId3">
                  <a:extLst>
                    <a:ext uri="{A12FA001-AC4F-418D-AE19-62706E023703}">
                      <ahyp:hlinkClr val="tx"/>
                    </a:ext>
                  </a:extLst>
                </a:hlinkClick>
              </a:rPr>
              <a:t>Doctor checking patients x-ray</a:t>
            </a:r>
            <a:endParaRPr sz="1200">
              <a:solidFill>
                <a:srgbClr val="374957"/>
              </a:solidFill>
              <a:latin typeface="Be Vietnam"/>
              <a:ea typeface="Be Vietnam"/>
              <a:cs typeface="Be Vietnam"/>
              <a:sym typeface="Be Vietnam"/>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rgbClr val="FFFFFF"/>
                </a:solidFill>
                <a:uFill>
                  <a:noFill/>
                </a:uFill>
                <a:latin typeface="Be Vietnam"/>
                <a:ea typeface="Be Vietnam"/>
                <a:cs typeface="Be Vietnam"/>
                <a:sym typeface="Be Vietnam"/>
                <a:hlinkClick r:id="rId4">
                  <a:extLst>
                    <a:ext uri="{A12FA001-AC4F-418D-AE19-62706E023703}">
                      <ahyp:hlinkClr val="tx"/>
                    </a:ext>
                  </a:extLst>
                </a:hlinkClick>
              </a:rPr>
              <a:t>Doctor wearing face mask at the clinic</a:t>
            </a:r>
            <a:endParaRPr sz="1200">
              <a:solidFill>
                <a:srgbClr val="374957"/>
              </a:solidFill>
              <a:latin typeface="Be Vietnam"/>
              <a:ea typeface="Be Vietnam"/>
              <a:cs typeface="Be Vietnam"/>
              <a:sym typeface="Be Vietnam"/>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rgbClr val="FFFFFF"/>
                </a:solidFill>
                <a:uFill>
                  <a:noFill/>
                </a:uFill>
                <a:latin typeface="Be Vietnam"/>
                <a:ea typeface="Be Vietnam"/>
                <a:cs typeface="Be Vietnam"/>
                <a:sym typeface="Be Vietnam"/>
                <a:hlinkClick r:id="rId5">
                  <a:extLst>
                    <a:ext uri="{A12FA001-AC4F-418D-AE19-62706E023703}">
                      <ahyp:hlinkClr val="tx"/>
                    </a:ext>
                  </a:extLst>
                </a:hlinkClick>
              </a:rPr>
              <a:t>Back view of woman with neck pain</a:t>
            </a:r>
            <a:endParaRPr sz="1200">
              <a:solidFill>
                <a:srgbClr val="374957"/>
              </a:solidFill>
              <a:latin typeface="Be Vietnam"/>
              <a:ea typeface="Be Vietnam"/>
              <a:cs typeface="Be Vietnam"/>
              <a:sym typeface="Be Vietnam"/>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chemeClr val="hlink"/>
                </a:solidFill>
                <a:uFill>
                  <a:noFill/>
                </a:uFill>
                <a:latin typeface="Be Vietnam"/>
                <a:ea typeface="Be Vietnam"/>
                <a:cs typeface="Be Vietnam"/>
                <a:sym typeface="Be Vietnam"/>
                <a:hlinkClick r:id="rId6"/>
              </a:rPr>
              <a:t>Medical element for vaccination close-up</a:t>
            </a:r>
            <a:endParaRPr sz="1200">
              <a:solidFill>
                <a:srgbClr val="374957"/>
              </a:solidFill>
              <a:latin typeface="Be Vietnam"/>
              <a:ea typeface="Be Vietnam"/>
              <a:cs typeface="Be Vietnam"/>
              <a:sym typeface="Be Vietnam"/>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chemeClr val="hlink"/>
                </a:solidFill>
                <a:uFill>
                  <a:noFill/>
                </a:uFill>
                <a:latin typeface="Be Vietnam"/>
                <a:ea typeface="Be Vietnam"/>
                <a:cs typeface="Be Vietnam"/>
                <a:sym typeface="Be Vietnam"/>
                <a:hlinkClick r:id="rId7"/>
              </a:rPr>
              <a:t>Syringe with vaccine on close-up</a:t>
            </a:r>
            <a:endParaRPr sz="1200">
              <a:solidFill>
                <a:srgbClr val="374957"/>
              </a:solidFill>
              <a:latin typeface="Be Vietnam"/>
              <a:ea typeface="Be Vietnam"/>
              <a:cs typeface="Be Vietnam"/>
              <a:sym typeface="Be Vietnam"/>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chemeClr val="hlink"/>
                </a:solidFill>
                <a:uFill>
                  <a:noFill/>
                </a:uFill>
                <a:latin typeface="Be Vietnam"/>
                <a:ea typeface="Be Vietnam"/>
                <a:cs typeface="Be Vietnam"/>
                <a:sym typeface="Be Vietnam"/>
                <a:hlinkClick r:id="rId8"/>
              </a:rPr>
              <a:t>Front view doctor holding a stethoscope</a:t>
            </a:r>
            <a:endParaRPr sz="1200">
              <a:solidFill>
                <a:srgbClr val="374957"/>
              </a:solidFill>
              <a:latin typeface="Be Vietnam"/>
              <a:ea typeface="Be Vietnam"/>
              <a:cs typeface="Be Vietnam"/>
              <a:sym typeface="Be Vietnam"/>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chemeClr val="hlink"/>
                </a:solidFill>
                <a:uFill>
                  <a:noFill/>
                </a:uFill>
                <a:latin typeface="Be Vietnam"/>
                <a:ea typeface="Be Vietnam"/>
                <a:cs typeface="Be Vietnam"/>
                <a:sym typeface="Be Vietnam"/>
                <a:hlinkClick r:id="rId9"/>
              </a:rPr>
              <a:t>Medium shot smiley man wearing coat</a:t>
            </a:r>
            <a:endParaRPr sz="1200">
              <a:solidFill>
                <a:srgbClr val="374957"/>
              </a:solidFill>
              <a:latin typeface="Be Vietnam"/>
              <a:ea typeface="Be Vietnam"/>
              <a:cs typeface="Be Vietnam"/>
              <a:sym typeface="Be Vietnam"/>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chemeClr val="hlink"/>
                </a:solidFill>
                <a:uFill>
                  <a:noFill/>
                </a:uFill>
                <a:latin typeface="Be Vietnam"/>
                <a:ea typeface="Be Vietnam"/>
                <a:cs typeface="Be Vietnam"/>
                <a:sym typeface="Be Vietnam"/>
                <a:hlinkClick r:id="rId10"/>
              </a:rPr>
              <a:t>Medium shot smiley doctor with coat</a:t>
            </a:r>
            <a:endParaRPr sz="1200">
              <a:solidFill>
                <a:srgbClr val="374957"/>
              </a:solidFill>
              <a:highlight>
                <a:srgbClr val="FFFFFF"/>
              </a:highlight>
              <a:latin typeface="Proxima Nova"/>
              <a:ea typeface="Proxima Nova"/>
              <a:cs typeface="Proxima Nova"/>
              <a:sym typeface="Proxima Nova"/>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chemeClr val="hlink"/>
                </a:solidFill>
                <a:uFill>
                  <a:noFill/>
                </a:uFill>
                <a:latin typeface="Be Vietnam"/>
                <a:ea typeface="Be Vietnam"/>
                <a:cs typeface="Be Vietnam"/>
                <a:sym typeface="Be Vietnam"/>
                <a:hlinkClick r:id="rId11"/>
              </a:rPr>
              <a:t>Females doctor at hospital</a:t>
            </a:r>
            <a:endParaRPr sz="1200">
              <a:solidFill>
                <a:srgbClr val="374957"/>
              </a:solidFill>
              <a:latin typeface="Be Vietnam"/>
              <a:ea typeface="Be Vietnam"/>
              <a:cs typeface="Be Vietnam"/>
              <a:sym typeface="Be Vietnam"/>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chemeClr val="hlink"/>
                </a:solidFill>
                <a:uFill>
                  <a:noFill/>
                </a:uFill>
                <a:latin typeface="Be Vietnam"/>
                <a:ea typeface="Be Vietnam"/>
                <a:cs typeface="Be Vietnam"/>
                <a:sym typeface="Be Vietnam"/>
                <a:hlinkClick r:id="rId12"/>
              </a:rPr>
              <a:t>Female doctor at hospital </a:t>
            </a:r>
            <a:endParaRPr sz="1200">
              <a:solidFill>
                <a:srgbClr val="374957"/>
              </a:solidFill>
              <a:latin typeface="Be Vietnam"/>
              <a:ea typeface="Be Vietnam"/>
              <a:cs typeface="Be Vietnam"/>
              <a:sym typeface="Be Vietnam"/>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chemeClr val="hlink"/>
                </a:solidFill>
                <a:uFill>
                  <a:noFill/>
                </a:uFill>
                <a:latin typeface="Be Vietnam"/>
                <a:ea typeface="Be Vietnam"/>
                <a:cs typeface="Be Vietnam"/>
                <a:sym typeface="Be Vietnam"/>
                <a:hlinkClick r:id="rId13"/>
              </a:rPr>
              <a:t>Doctor holding a vaccine bottle while wearing protective equipmen</a:t>
            </a:r>
            <a:r>
              <a:rPr lang="en" sz="1200">
                <a:solidFill>
                  <a:schemeClr val="hlink"/>
                </a:solidFill>
                <a:latin typeface="Be Vietnam"/>
                <a:ea typeface="Be Vietnam"/>
                <a:cs typeface="Be Vietnam"/>
                <a:sym typeface="Be Vietnam"/>
              </a:rPr>
              <a:t>t</a:t>
            </a:r>
            <a:endParaRPr sz="1200">
              <a:solidFill>
                <a:schemeClr val="hlink"/>
              </a:solidFill>
              <a:latin typeface="Be Vietnam"/>
              <a:ea typeface="Be Vietnam"/>
              <a:cs typeface="Be Vietnam"/>
              <a:sym typeface="Be Vietnam"/>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chemeClr val="hlink"/>
                </a:solidFill>
                <a:uFill>
                  <a:noFill/>
                </a:uFill>
                <a:latin typeface="Be Vietnam"/>
                <a:ea typeface="Be Vietnam"/>
                <a:cs typeface="Be Vietnam"/>
                <a:sym typeface="Be Vietnam"/>
                <a:hlinkClick r:id="rId14"/>
              </a:rPr>
              <a:t>Front view smiling rehab patients applauding</a:t>
            </a:r>
            <a:endParaRPr sz="1200">
              <a:solidFill>
                <a:schemeClr val="hlink"/>
              </a:solidFill>
              <a:latin typeface="Be Vietnam"/>
              <a:ea typeface="Be Vietnam"/>
              <a:cs typeface="Be Vietnam"/>
              <a:sym typeface="Be Vietnam"/>
            </a:endParaRPr>
          </a:p>
        </p:txBody>
      </p:sp>
      <p:sp>
        <p:nvSpPr>
          <p:cNvPr id="6840" name="Google Shape;6840;p68"/>
          <p:cNvSpPr txBox="1"/>
          <p:nvPr/>
        </p:nvSpPr>
        <p:spPr>
          <a:xfrm>
            <a:off x="4572000" y="1138225"/>
            <a:ext cx="3855000" cy="3465600"/>
          </a:xfrm>
          <a:prstGeom prst="rect">
            <a:avLst/>
          </a:prstGeom>
          <a:noFill/>
          <a:ln>
            <a:noFill/>
          </a:ln>
        </p:spPr>
        <p:txBody>
          <a:bodyPr anchorCtr="0" anchor="t" bIns="91425" lIns="91425" spcFirstLastPara="1" rIns="91425" wrap="square" tIns="91425">
            <a:noAutofit/>
          </a:bodyPr>
          <a:lstStyle/>
          <a:p>
            <a:pPr indent="0" lvl="0" marL="0" marR="50800" rtl="0" algn="l">
              <a:lnSpc>
                <a:spcPct val="100000"/>
              </a:lnSpc>
              <a:spcBef>
                <a:spcPts val="0"/>
              </a:spcBef>
              <a:spcAft>
                <a:spcPts val="0"/>
              </a:spcAft>
              <a:buClr>
                <a:srgbClr val="000000"/>
              </a:buClr>
              <a:buSzPts val="1100"/>
              <a:buFont typeface="Arial"/>
              <a:buNone/>
            </a:pPr>
            <a:r>
              <a:rPr b="1" lang="en" sz="2200">
                <a:solidFill>
                  <a:srgbClr val="D19A78"/>
                </a:solidFill>
                <a:latin typeface="Poiret One"/>
                <a:ea typeface="Poiret One"/>
                <a:cs typeface="Poiret One"/>
                <a:sym typeface="Poiret One"/>
              </a:rPr>
              <a:t>VECTORS</a:t>
            </a:r>
            <a:endParaRPr b="1" sz="2200">
              <a:solidFill>
                <a:srgbClr val="D19A78"/>
              </a:solidFill>
              <a:latin typeface="Poiret One"/>
              <a:ea typeface="Poiret One"/>
              <a:cs typeface="Poiret One"/>
              <a:sym typeface="Poiret One"/>
            </a:endParaRPr>
          </a:p>
          <a:p>
            <a:pPr indent="0" lvl="0" marL="0" marR="50800" rtl="0" algn="l">
              <a:lnSpc>
                <a:spcPct val="100000"/>
              </a:lnSpc>
              <a:spcBef>
                <a:spcPts val="0"/>
              </a:spcBef>
              <a:spcAft>
                <a:spcPts val="0"/>
              </a:spcAft>
              <a:buClr>
                <a:srgbClr val="000000"/>
              </a:buClr>
              <a:buSzPts val="1100"/>
              <a:buFont typeface="Arial"/>
              <a:buNone/>
            </a:pPr>
            <a:r>
              <a:t/>
            </a:r>
            <a:endParaRPr b="1" sz="2000">
              <a:solidFill>
                <a:srgbClr val="D19A78"/>
              </a:solidFill>
              <a:latin typeface="Poiret One"/>
              <a:ea typeface="Poiret One"/>
              <a:cs typeface="Poiret One"/>
              <a:sym typeface="Poiret One"/>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rgbClr val="FFFFFF"/>
                </a:solidFill>
                <a:uFill>
                  <a:noFill/>
                </a:uFill>
                <a:latin typeface="Be Vietnam"/>
                <a:ea typeface="Be Vietnam"/>
                <a:cs typeface="Be Vietnam"/>
                <a:sym typeface="Be Vietnam"/>
                <a:hlinkClick r:id="rId15">
                  <a:extLst>
                    <a:ext uri="{A12FA001-AC4F-418D-AE19-62706E023703}">
                      <ahyp:hlinkClr val="tx"/>
                    </a:ext>
                  </a:extLst>
                </a:hlinkClick>
              </a:rPr>
              <a:t>Abstract painted wallpaper</a:t>
            </a:r>
            <a:endParaRPr sz="1200">
              <a:solidFill>
                <a:srgbClr val="374957"/>
              </a:solidFill>
              <a:latin typeface="Be Vietnam"/>
              <a:ea typeface="Be Vietnam"/>
              <a:cs typeface="Be Vietnam"/>
              <a:sym typeface="Be Vietnam"/>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rgbClr val="FFFFFF"/>
                </a:solidFill>
                <a:uFill>
                  <a:noFill/>
                </a:uFill>
                <a:latin typeface="Be Vietnam"/>
                <a:ea typeface="Be Vietnam"/>
                <a:cs typeface="Be Vietnam"/>
                <a:sym typeface="Be Vietnam"/>
                <a:hlinkClick r:id="rId16">
                  <a:extLst>
                    <a:ext uri="{A12FA001-AC4F-418D-AE19-62706E023703}">
                      <ahyp:hlinkClr val="tx"/>
                    </a:ext>
                  </a:extLst>
                </a:hlinkClick>
              </a:rPr>
              <a:t>Ink brush stroke collection</a:t>
            </a:r>
            <a:endParaRPr sz="1200">
              <a:solidFill>
                <a:srgbClr val="374957"/>
              </a:solidFill>
              <a:latin typeface="Be Vietnam"/>
              <a:ea typeface="Be Vietnam"/>
              <a:cs typeface="Be Vietnam"/>
              <a:sym typeface="Be Vietnam"/>
            </a:endParaRPr>
          </a:p>
          <a:p>
            <a:pPr indent="-304800" lvl="0" marL="457200" marR="50800" rtl="0" algn="l">
              <a:lnSpc>
                <a:spcPct val="100000"/>
              </a:lnSpc>
              <a:spcBef>
                <a:spcPts val="0"/>
              </a:spcBef>
              <a:spcAft>
                <a:spcPts val="0"/>
              </a:spcAft>
              <a:buClr>
                <a:schemeClr val="accent3"/>
              </a:buClr>
              <a:buSzPts val="1200"/>
              <a:buFont typeface="Be Vietnam"/>
              <a:buChar char="●"/>
            </a:pPr>
            <a:r>
              <a:rPr lang="en" sz="1200">
                <a:solidFill>
                  <a:srgbClr val="FFFFFF"/>
                </a:solidFill>
                <a:uFill>
                  <a:noFill/>
                </a:uFill>
                <a:latin typeface="Be Vietnam"/>
                <a:ea typeface="Be Vietnam"/>
                <a:cs typeface="Be Vietnam"/>
                <a:sym typeface="Be Vietnam"/>
                <a:hlinkClick r:id="rId17">
                  <a:extLst>
                    <a:ext uri="{A12FA001-AC4F-418D-AE19-62706E023703}">
                      <ahyp:hlinkClr val="tx"/>
                    </a:ext>
                  </a:extLst>
                </a:hlinkClick>
              </a:rPr>
              <a:t>Various shapes abstract painted backgroun</a:t>
            </a:r>
            <a:r>
              <a:rPr lang="en" sz="1200">
                <a:solidFill>
                  <a:srgbClr val="FFFFFF"/>
                </a:solidFill>
                <a:uFill>
                  <a:noFill/>
                </a:uFill>
                <a:latin typeface="Be Vietnam"/>
                <a:ea typeface="Be Vietnam"/>
                <a:cs typeface="Be Vietnam"/>
                <a:sym typeface="Be Vietnam"/>
                <a:hlinkClick r:id="rId18">
                  <a:extLst>
                    <a:ext uri="{A12FA001-AC4F-418D-AE19-62706E023703}">
                      <ahyp:hlinkClr val="tx"/>
                    </a:ext>
                  </a:extLst>
                </a:hlinkClick>
              </a:rPr>
              <a:t>d</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Clr>
                <a:schemeClr val="dk1"/>
              </a:buClr>
              <a:buSzPts val="1100"/>
              <a:buFont typeface="Arial"/>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Clr>
                <a:schemeClr val="dk1"/>
              </a:buClr>
              <a:buSzPts val="1100"/>
              <a:buFont typeface="Arial"/>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Clr>
                <a:schemeClr val="dk1"/>
              </a:buClr>
              <a:buSzPts val="1100"/>
              <a:buFont typeface="Arial"/>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Clr>
                <a:schemeClr val="dk1"/>
              </a:buClr>
              <a:buSzPts val="1100"/>
              <a:buFont typeface="Arial"/>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Clr>
                <a:schemeClr val="dk1"/>
              </a:buClr>
              <a:buSzPts val="1100"/>
              <a:buFont typeface="Arial"/>
              <a:buNone/>
            </a:pPr>
            <a:r>
              <a:t/>
            </a:r>
            <a:endParaRPr sz="1200">
              <a:solidFill>
                <a:srgbClr val="374957"/>
              </a:solidFill>
              <a:highlight>
                <a:srgbClr val="FFFFFF"/>
              </a:highlight>
              <a:latin typeface="Be Vietnam"/>
              <a:ea typeface="Be Vietnam"/>
              <a:cs typeface="Be Vietnam"/>
              <a:sym typeface="Be Vietnam"/>
            </a:endParaRPr>
          </a:p>
          <a:p>
            <a:pPr indent="0" lvl="0" marL="0" marR="50800" rtl="0" algn="l">
              <a:lnSpc>
                <a:spcPct val="100000"/>
              </a:lnSpc>
              <a:spcBef>
                <a:spcPts val="0"/>
              </a:spcBef>
              <a:spcAft>
                <a:spcPts val="0"/>
              </a:spcAft>
              <a:buClr>
                <a:schemeClr val="dk1"/>
              </a:buClr>
              <a:buSzPts val="1100"/>
              <a:buFont typeface="Arial"/>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Clr>
                <a:schemeClr val="dk1"/>
              </a:buClr>
              <a:buSzPts val="1100"/>
              <a:buFont typeface="Arial"/>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Clr>
                <a:schemeClr val="dk1"/>
              </a:buClr>
              <a:buSzPts val="1100"/>
              <a:buFont typeface="Arial"/>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Clr>
                <a:schemeClr val="dk1"/>
              </a:buClr>
              <a:buSzPts val="1100"/>
              <a:buFont typeface="Arial"/>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Clr>
                <a:srgbClr val="000000"/>
              </a:buClr>
              <a:buSzPts val="1100"/>
              <a:buFont typeface="Arial"/>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Clr>
                <a:srgbClr val="000000"/>
              </a:buClr>
              <a:buSzPts val="1100"/>
              <a:buFont typeface="Arial"/>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Clr>
                <a:srgbClr val="000000"/>
              </a:buClr>
              <a:buSzPts val="1100"/>
              <a:buFont typeface="Arial"/>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Clr>
                <a:srgbClr val="000000"/>
              </a:buClr>
              <a:buSzPts val="1100"/>
              <a:buFont typeface="Arial"/>
              <a:buNone/>
            </a:pPr>
            <a:r>
              <a:rPr lang="en" sz="1200">
                <a:solidFill>
                  <a:srgbClr val="374957"/>
                </a:solidFill>
                <a:latin typeface="Be Vietnam"/>
                <a:ea typeface="Be Vietnam"/>
                <a:cs typeface="Be Vietnam"/>
                <a:sym typeface="Be Vietnam"/>
              </a:rPr>
              <a:t>ç</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None/>
            </a:pPr>
            <a:r>
              <a:t/>
            </a:r>
            <a:endParaRPr sz="1200">
              <a:solidFill>
                <a:srgbClr val="374957"/>
              </a:solidFill>
              <a:latin typeface="Be Vietnam"/>
              <a:ea typeface="Be Vietnam"/>
              <a:cs typeface="Be Vietnam"/>
              <a:sym typeface="Be Vietnam"/>
            </a:endParaRPr>
          </a:p>
          <a:p>
            <a:pPr indent="0" lvl="0" marL="0" marR="50800" rtl="0" algn="l">
              <a:lnSpc>
                <a:spcPct val="100000"/>
              </a:lnSpc>
              <a:spcBef>
                <a:spcPts val="0"/>
              </a:spcBef>
              <a:spcAft>
                <a:spcPts val="0"/>
              </a:spcAft>
              <a:buClr>
                <a:srgbClr val="000000"/>
              </a:buClr>
              <a:buSzPts val="1100"/>
              <a:buFont typeface="Arial"/>
              <a:buNone/>
            </a:pPr>
            <a:r>
              <a:t/>
            </a:r>
            <a:endParaRPr sz="1200">
              <a:solidFill>
                <a:srgbClr val="374957"/>
              </a:solidFill>
              <a:latin typeface="Be Vietnam"/>
              <a:ea typeface="Be Vietnam"/>
              <a:cs typeface="Be Vietnam"/>
              <a:sym typeface="Be Vietnam"/>
            </a:endParaRPr>
          </a:p>
          <a:p>
            <a:pPr indent="0" lvl="0" marL="0" rtl="0" algn="l">
              <a:lnSpc>
                <a:spcPct val="100000"/>
              </a:lnSpc>
              <a:spcBef>
                <a:spcPts val="0"/>
              </a:spcBef>
              <a:spcAft>
                <a:spcPts val="0"/>
              </a:spcAft>
              <a:buNone/>
            </a:pPr>
            <a:r>
              <a:t/>
            </a:r>
            <a:endParaRPr>
              <a:latin typeface="Be Vietnam"/>
              <a:ea typeface="Be Vietnam"/>
              <a:cs typeface="Be Vietnam"/>
              <a:sym typeface="Be Vietnam"/>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44" name="Shape 6844"/>
        <p:cNvGrpSpPr/>
        <p:nvPr/>
      </p:nvGrpSpPr>
      <p:grpSpPr>
        <a:xfrm>
          <a:off x="0" y="0"/>
          <a:ext cx="0" cy="0"/>
          <a:chOff x="0" y="0"/>
          <a:chExt cx="0" cy="0"/>
        </a:xfrm>
      </p:grpSpPr>
      <p:sp>
        <p:nvSpPr>
          <p:cNvPr id="6845" name="Google Shape;6845;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6846" name="Google Shape;6846;p69"/>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6847" name="Google Shape;6847;p69"/>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51" name="Shape 6851"/>
        <p:cNvGrpSpPr/>
        <p:nvPr/>
      </p:nvGrpSpPr>
      <p:grpSpPr>
        <a:xfrm>
          <a:off x="0" y="0"/>
          <a:ext cx="0" cy="0"/>
          <a:chOff x="0" y="0"/>
          <a:chExt cx="0" cy="0"/>
        </a:xfrm>
      </p:grpSpPr>
      <p:sp>
        <p:nvSpPr>
          <p:cNvPr id="6852" name="Google Shape;6852;p70"/>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6853" name="Google Shape;6853;p70"/>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6854" name="Google Shape;6854;p70"/>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Poiret One</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https://fonts.google.com/specimen/Poiret+One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Be Vietnam</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https://fonts.google.com/specimen/Be+Vietnam</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6855" name="Google Shape;6855;p70"/>
          <p:cNvGrpSpPr/>
          <p:nvPr/>
        </p:nvGrpSpPr>
        <p:grpSpPr>
          <a:xfrm>
            <a:off x="717046" y="3502313"/>
            <a:ext cx="3723548" cy="706157"/>
            <a:chOff x="2052655" y="3498875"/>
            <a:chExt cx="3976875" cy="754200"/>
          </a:xfrm>
        </p:grpSpPr>
        <p:sp>
          <p:nvSpPr>
            <p:cNvPr id="6856" name="Google Shape;6856;p70"/>
            <p:cNvSpPr/>
            <p:nvPr/>
          </p:nvSpPr>
          <p:spPr>
            <a:xfrm>
              <a:off x="3114480" y="34988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0"/>
            <p:cNvSpPr/>
            <p:nvPr/>
          </p:nvSpPr>
          <p:spPr>
            <a:xfrm>
              <a:off x="4176300" y="3498875"/>
              <a:ext cx="791400" cy="754200"/>
            </a:xfrm>
            <a:prstGeom prst="roundRect">
              <a:avLst>
                <a:gd fmla="val 16667" name="adj"/>
              </a:avLst>
            </a:prstGeom>
            <a:solidFill>
              <a:srgbClr val="66666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0"/>
            <p:cNvSpPr/>
            <p:nvPr/>
          </p:nvSpPr>
          <p:spPr>
            <a:xfrm>
              <a:off x="5238120" y="3498875"/>
              <a:ext cx="791400" cy="754200"/>
            </a:xfrm>
            <a:prstGeom prst="roundRect">
              <a:avLst>
                <a:gd fmla="val 16667" name="adj"/>
              </a:avLst>
            </a:prstGeom>
            <a:solidFill>
              <a:srgbClr val="99999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0"/>
            <p:cNvSpPr/>
            <p:nvPr/>
          </p:nvSpPr>
          <p:spPr>
            <a:xfrm>
              <a:off x="2052655" y="349887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0"/>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#434343</a:t>
              </a:r>
              <a:endParaRPr sz="1000">
                <a:solidFill>
                  <a:srgbClr val="FFFFFF"/>
                </a:solidFill>
              </a:endParaRPr>
            </a:p>
          </p:txBody>
        </p:sp>
        <p:sp>
          <p:nvSpPr>
            <p:cNvPr id="6861" name="Google Shape;6861;p70"/>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#666666</a:t>
              </a:r>
              <a:endParaRPr sz="1000">
                <a:solidFill>
                  <a:srgbClr val="FFFFFF"/>
                </a:solidFill>
              </a:endParaRPr>
            </a:p>
          </p:txBody>
        </p:sp>
        <p:sp>
          <p:nvSpPr>
            <p:cNvPr id="6862" name="Google Shape;6862;p70"/>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#999999</a:t>
              </a:r>
              <a:endParaRPr sz="1000">
                <a:solidFill>
                  <a:srgbClr val="FFFFFF"/>
                </a:solidFill>
              </a:endParaRPr>
            </a:p>
          </p:txBody>
        </p:sp>
        <p:sp>
          <p:nvSpPr>
            <p:cNvPr id="6863" name="Google Shape;6863;p70"/>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grpSp>
      <p:grpSp>
        <p:nvGrpSpPr>
          <p:cNvPr id="6864" name="Google Shape;6864;p70"/>
          <p:cNvGrpSpPr/>
          <p:nvPr/>
        </p:nvGrpSpPr>
        <p:grpSpPr>
          <a:xfrm>
            <a:off x="4703417" y="3502313"/>
            <a:ext cx="3723548" cy="706157"/>
            <a:chOff x="2052655" y="3498875"/>
            <a:chExt cx="3976875" cy="754200"/>
          </a:xfrm>
        </p:grpSpPr>
        <p:sp>
          <p:nvSpPr>
            <p:cNvPr id="6865" name="Google Shape;6865;p70"/>
            <p:cNvSpPr/>
            <p:nvPr/>
          </p:nvSpPr>
          <p:spPr>
            <a:xfrm>
              <a:off x="3114480" y="3498875"/>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0"/>
            <p:cNvSpPr/>
            <p:nvPr/>
          </p:nvSpPr>
          <p:spPr>
            <a:xfrm>
              <a:off x="4176300" y="3498875"/>
              <a:ext cx="791400" cy="754200"/>
            </a:xfrm>
            <a:prstGeom prst="roundRect">
              <a:avLst>
                <a:gd fmla="val 16667" name="adj"/>
              </a:avLst>
            </a:prstGeom>
            <a:solidFill>
              <a:srgbClr val="D19A7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0"/>
            <p:cNvSpPr/>
            <p:nvPr/>
          </p:nvSpPr>
          <p:spPr>
            <a:xfrm>
              <a:off x="5238120" y="3498875"/>
              <a:ext cx="791400" cy="754200"/>
            </a:xfrm>
            <a:prstGeom prst="roundRect">
              <a:avLst>
                <a:gd fmla="val 16667" name="adj"/>
              </a:avLst>
            </a:prstGeom>
            <a:solidFill>
              <a:srgbClr val="B1846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0"/>
            <p:cNvSpPr/>
            <p:nvPr/>
          </p:nvSpPr>
          <p:spPr>
            <a:xfrm>
              <a:off x="2052655" y="3498875"/>
              <a:ext cx="791400" cy="754200"/>
            </a:xfrm>
            <a:prstGeom prst="roundRect">
              <a:avLst>
                <a:gd fmla="val 16667" name="adj"/>
              </a:avLst>
            </a:prstGeom>
            <a:solidFill>
              <a:srgbClr val="B7B7B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0"/>
            <p:cNvSpPr txBox="1"/>
            <p:nvPr/>
          </p:nvSpPr>
          <p:spPr>
            <a:xfrm>
              <a:off x="3114480" y="3655925"/>
              <a:ext cx="791400" cy="440100"/>
            </a:xfrm>
            <a:prstGeom prst="rect">
              <a:avLst/>
            </a:prstGeom>
            <a:solidFill>
              <a:srgbClr val="FFFFF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#ffffffff</a:t>
              </a:r>
              <a:endParaRPr sz="1000">
                <a:solidFill>
                  <a:schemeClr val="dk1"/>
                </a:solidFill>
              </a:endParaRPr>
            </a:p>
          </p:txBody>
        </p:sp>
        <p:sp>
          <p:nvSpPr>
            <p:cNvPr id="6870" name="Google Shape;6870;p70"/>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#d19a78</a:t>
              </a:r>
              <a:endParaRPr sz="1000">
                <a:solidFill>
                  <a:srgbClr val="FFFFFF"/>
                </a:solidFill>
              </a:endParaRPr>
            </a:p>
          </p:txBody>
        </p:sp>
        <p:sp>
          <p:nvSpPr>
            <p:cNvPr id="6871" name="Google Shape;6871;p70"/>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#b18469</a:t>
              </a:r>
              <a:endParaRPr sz="1000">
                <a:solidFill>
                  <a:srgbClr val="FFFFFF"/>
                </a:solidFill>
              </a:endParaRPr>
            </a:p>
          </p:txBody>
        </p:sp>
        <p:sp>
          <p:nvSpPr>
            <p:cNvPr id="6872" name="Google Shape;6872;p70"/>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accent2"/>
                  </a:solidFill>
                </a:rPr>
                <a:t>#b7b7b7</a:t>
              </a:r>
              <a:endParaRPr sz="1000">
                <a:solidFill>
                  <a:schemeClr val="accent2"/>
                </a:solidFill>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76" name="Shape 6876"/>
        <p:cNvGrpSpPr/>
        <p:nvPr/>
      </p:nvGrpSpPr>
      <p:grpSpPr>
        <a:xfrm>
          <a:off x="0" y="0"/>
          <a:ext cx="0" cy="0"/>
          <a:chOff x="0" y="0"/>
          <a:chExt cx="0" cy="0"/>
        </a:xfrm>
      </p:grpSpPr>
      <p:sp>
        <p:nvSpPr>
          <p:cNvPr id="6877" name="Google Shape;6877;p71"/>
          <p:cNvSpPr txBox="1"/>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
        <p:nvSpPr>
          <p:cNvPr id="6878" name="Google Shape;6878;p71"/>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6879" name="Google Shape;6879;p71"/>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6880" name="Google Shape;6880;p71"/>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6881" name="Google Shape;6881;p71"/>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6882" name="Google Shape;6882;p71"/>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6883" name="Google Shape;6883;p71"/>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6884" name="Google Shape;6884;p71"/>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6885" name="Google Shape;6885;p71"/>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6886" name="Google Shape;6886;p71"/>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6887" name="Google Shape;6887;p71"/>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6888" name="Google Shape;6888;p71"/>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92" name="Shape 6892"/>
        <p:cNvGrpSpPr/>
        <p:nvPr/>
      </p:nvGrpSpPr>
      <p:grpSpPr>
        <a:xfrm>
          <a:off x="0" y="0"/>
          <a:ext cx="0" cy="0"/>
          <a:chOff x="0" y="0"/>
          <a:chExt cx="0" cy="0"/>
        </a:xfrm>
      </p:grpSpPr>
      <p:sp>
        <p:nvSpPr>
          <p:cNvPr id="6893" name="Google Shape;6893;p72"/>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6894" name="Google Shape;6894;p72"/>
          <p:cNvGrpSpPr/>
          <p:nvPr/>
        </p:nvGrpSpPr>
        <p:grpSpPr>
          <a:xfrm>
            <a:off x="5156078" y="3085736"/>
            <a:ext cx="474294" cy="551291"/>
            <a:chOff x="4727025" y="1332775"/>
            <a:chExt cx="59900" cy="69625"/>
          </a:xfrm>
        </p:grpSpPr>
        <p:sp>
          <p:nvSpPr>
            <p:cNvPr id="6895" name="Google Shape;6895;p7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7" name="Google Shape;6897;p72"/>
          <p:cNvGrpSpPr/>
          <p:nvPr/>
        </p:nvGrpSpPr>
        <p:grpSpPr>
          <a:xfrm>
            <a:off x="5769734" y="2314340"/>
            <a:ext cx="555653" cy="557031"/>
            <a:chOff x="4820425" y="1329900"/>
            <a:chExt cx="70175" cy="70350"/>
          </a:xfrm>
        </p:grpSpPr>
        <p:sp>
          <p:nvSpPr>
            <p:cNvPr id="6898" name="Google Shape;6898;p7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72"/>
          <p:cNvGrpSpPr/>
          <p:nvPr/>
        </p:nvGrpSpPr>
        <p:grpSpPr>
          <a:xfrm>
            <a:off x="6396103" y="2318845"/>
            <a:ext cx="582574" cy="533871"/>
            <a:chOff x="4903200" y="1331525"/>
            <a:chExt cx="73575" cy="67425"/>
          </a:xfrm>
        </p:grpSpPr>
        <p:sp>
          <p:nvSpPr>
            <p:cNvPr id="6903" name="Google Shape;6903;p7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5" name="Google Shape;6905;p72"/>
          <p:cNvGrpSpPr/>
          <p:nvPr/>
        </p:nvGrpSpPr>
        <p:grpSpPr>
          <a:xfrm>
            <a:off x="5755581" y="3078709"/>
            <a:ext cx="583960" cy="565345"/>
            <a:chOff x="4815575" y="1416800"/>
            <a:chExt cx="73750" cy="71400"/>
          </a:xfrm>
        </p:grpSpPr>
        <p:sp>
          <p:nvSpPr>
            <p:cNvPr id="6906" name="Google Shape;6906;p7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9" name="Google Shape;6909;p72"/>
          <p:cNvGrpSpPr/>
          <p:nvPr/>
        </p:nvGrpSpPr>
        <p:grpSpPr>
          <a:xfrm>
            <a:off x="6390362" y="3108896"/>
            <a:ext cx="589898" cy="504970"/>
            <a:chOff x="4902475" y="1418875"/>
            <a:chExt cx="74500" cy="63775"/>
          </a:xfrm>
        </p:grpSpPr>
        <p:sp>
          <p:nvSpPr>
            <p:cNvPr id="6910" name="Google Shape;6910;p7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2" name="Google Shape;6912;p72"/>
          <p:cNvGrpSpPr/>
          <p:nvPr/>
        </p:nvGrpSpPr>
        <p:grpSpPr>
          <a:xfrm>
            <a:off x="5765577" y="3826000"/>
            <a:ext cx="563967" cy="567127"/>
            <a:chOff x="4818100" y="1507675"/>
            <a:chExt cx="71225" cy="71625"/>
          </a:xfrm>
        </p:grpSpPr>
        <p:sp>
          <p:nvSpPr>
            <p:cNvPr id="6913" name="Google Shape;6913;p7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72"/>
          <p:cNvGrpSpPr/>
          <p:nvPr/>
        </p:nvGrpSpPr>
        <p:grpSpPr>
          <a:xfrm>
            <a:off x="5079075" y="3829461"/>
            <a:ext cx="628301" cy="588505"/>
            <a:chOff x="4721450" y="1509475"/>
            <a:chExt cx="79350" cy="74325"/>
          </a:xfrm>
        </p:grpSpPr>
        <p:sp>
          <p:nvSpPr>
            <p:cNvPr id="6918" name="Google Shape;6918;p7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72"/>
          <p:cNvGrpSpPr/>
          <p:nvPr/>
        </p:nvGrpSpPr>
        <p:grpSpPr>
          <a:xfrm>
            <a:off x="6424608" y="3814027"/>
            <a:ext cx="557038" cy="562772"/>
            <a:chOff x="4906800" y="1507500"/>
            <a:chExt cx="70350" cy="71075"/>
          </a:xfrm>
        </p:grpSpPr>
        <p:sp>
          <p:nvSpPr>
            <p:cNvPr id="6923" name="Google Shape;6923;p7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72"/>
          <p:cNvGrpSpPr/>
          <p:nvPr/>
        </p:nvGrpSpPr>
        <p:grpSpPr>
          <a:xfrm>
            <a:off x="4462216" y="2340963"/>
            <a:ext cx="517934" cy="517934"/>
            <a:chOff x="3736598" y="2170606"/>
            <a:chExt cx="404889" cy="404889"/>
          </a:xfrm>
        </p:grpSpPr>
        <p:sp>
          <p:nvSpPr>
            <p:cNvPr id="6929" name="Google Shape;6929;p7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3" name="Google Shape;6933;p72"/>
          <p:cNvGrpSpPr/>
          <p:nvPr/>
        </p:nvGrpSpPr>
        <p:grpSpPr>
          <a:xfrm>
            <a:off x="3729277" y="2341061"/>
            <a:ext cx="586986" cy="517740"/>
            <a:chOff x="3161917" y="2170682"/>
            <a:chExt cx="458870" cy="404737"/>
          </a:xfrm>
        </p:grpSpPr>
        <p:sp>
          <p:nvSpPr>
            <p:cNvPr id="6934" name="Google Shape;6934;p7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7" name="Google Shape;6937;p72"/>
          <p:cNvGrpSpPr/>
          <p:nvPr/>
        </p:nvGrpSpPr>
        <p:grpSpPr>
          <a:xfrm>
            <a:off x="3752299" y="3102400"/>
            <a:ext cx="540943" cy="517963"/>
            <a:chOff x="3179914" y="2889488"/>
            <a:chExt cx="422876" cy="404911"/>
          </a:xfrm>
        </p:grpSpPr>
        <p:sp>
          <p:nvSpPr>
            <p:cNvPr id="6938" name="Google Shape;6938;p7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72"/>
          <p:cNvGrpSpPr/>
          <p:nvPr/>
        </p:nvGrpSpPr>
        <p:grpSpPr>
          <a:xfrm>
            <a:off x="4453093" y="3102358"/>
            <a:ext cx="536180" cy="518047"/>
            <a:chOff x="3729467" y="2889422"/>
            <a:chExt cx="419153" cy="404977"/>
          </a:xfrm>
        </p:grpSpPr>
        <p:sp>
          <p:nvSpPr>
            <p:cNvPr id="6945" name="Google Shape;6945;p7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2" name="Google Shape;6952;p72"/>
          <p:cNvGrpSpPr/>
          <p:nvPr/>
        </p:nvGrpSpPr>
        <p:grpSpPr>
          <a:xfrm>
            <a:off x="1990126" y="3445787"/>
            <a:ext cx="965351" cy="134611"/>
            <a:chOff x="4411970" y="2962952"/>
            <a:chExt cx="706544" cy="104212"/>
          </a:xfrm>
        </p:grpSpPr>
        <p:sp>
          <p:nvSpPr>
            <p:cNvPr id="6953" name="Google Shape;6953;p7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72"/>
          <p:cNvGrpSpPr/>
          <p:nvPr/>
        </p:nvGrpSpPr>
        <p:grpSpPr>
          <a:xfrm>
            <a:off x="1990126" y="3041077"/>
            <a:ext cx="960158" cy="289172"/>
            <a:chOff x="4411970" y="2726085"/>
            <a:chExt cx="643107" cy="193659"/>
          </a:xfrm>
        </p:grpSpPr>
        <p:sp>
          <p:nvSpPr>
            <p:cNvPr id="6958" name="Google Shape;6958;p7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1" name="Google Shape;6961;p72"/>
          <p:cNvGrpSpPr/>
          <p:nvPr/>
        </p:nvGrpSpPr>
        <p:grpSpPr>
          <a:xfrm>
            <a:off x="998624" y="3295400"/>
            <a:ext cx="811503" cy="252584"/>
            <a:chOff x="4411970" y="4340222"/>
            <a:chExt cx="779467" cy="242683"/>
          </a:xfrm>
        </p:grpSpPr>
        <p:sp>
          <p:nvSpPr>
            <p:cNvPr id="6962" name="Google Shape;6962;p7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5" name="Google Shape;6965;p72"/>
          <p:cNvGrpSpPr/>
          <p:nvPr/>
        </p:nvGrpSpPr>
        <p:grpSpPr>
          <a:xfrm>
            <a:off x="1990126" y="2709308"/>
            <a:ext cx="965160" cy="216230"/>
            <a:chOff x="4411970" y="2468674"/>
            <a:chExt cx="747317" cy="167425"/>
          </a:xfrm>
        </p:grpSpPr>
        <p:sp>
          <p:nvSpPr>
            <p:cNvPr id="6966" name="Google Shape;6966;p7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8" name="Google Shape;6968;p72"/>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9" name="Google Shape;6969;p72"/>
          <p:cNvGrpSpPr/>
          <p:nvPr/>
        </p:nvGrpSpPr>
        <p:grpSpPr>
          <a:xfrm>
            <a:off x="997692" y="2334687"/>
            <a:ext cx="1959041" cy="208784"/>
            <a:chOff x="6336019" y="3733725"/>
            <a:chExt cx="2566206" cy="351310"/>
          </a:xfrm>
        </p:grpSpPr>
        <p:sp>
          <p:nvSpPr>
            <p:cNvPr id="6970" name="Google Shape;6970;p7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72"/>
          <p:cNvGrpSpPr/>
          <p:nvPr/>
        </p:nvGrpSpPr>
        <p:grpSpPr>
          <a:xfrm>
            <a:off x="1990126" y="3950602"/>
            <a:ext cx="946551" cy="153200"/>
            <a:chOff x="4404545" y="3301592"/>
            <a:chExt cx="782403" cy="129272"/>
          </a:xfrm>
        </p:grpSpPr>
        <p:sp>
          <p:nvSpPr>
            <p:cNvPr id="6975" name="Google Shape;6975;p7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72"/>
          <p:cNvGrpSpPr/>
          <p:nvPr/>
        </p:nvGrpSpPr>
        <p:grpSpPr>
          <a:xfrm>
            <a:off x="1990126" y="3695937"/>
            <a:ext cx="962257" cy="139127"/>
            <a:chOff x="4411970" y="3131459"/>
            <a:chExt cx="710520" cy="117397"/>
          </a:xfrm>
        </p:grpSpPr>
        <p:sp>
          <p:nvSpPr>
            <p:cNvPr id="6978" name="Google Shape;6978;p7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6980" name="Google Shape;6980;p72"/>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1" name="Google Shape;6981;p72"/>
          <p:cNvGrpSpPr/>
          <p:nvPr/>
        </p:nvGrpSpPr>
        <p:grpSpPr>
          <a:xfrm>
            <a:off x="990271" y="3621603"/>
            <a:ext cx="823838" cy="458988"/>
            <a:chOff x="4411970" y="1801825"/>
            <a:chExt cx="734586" cy="409262"/>
          </a:xfrm>
        </p:grpSpPr>
        <p:sp>
          <p:nvSpPr>
            <p:cNvPr id="6982" name="Google Shape;6982;p7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72"/>
          <p:cNvGrpSpPr/>
          <p:nvPr/>
        </p:nvGrpSpPr>
        <p:grpSpPr>
          <a:xfrm>
            <a:off x="3095243" y="2339173"/>
            <a:ext cx="521514" cy="521514"/>
            <a:chOff x="5681300" y="2527788"/>
            <a:chExt cx="805800" cy="805800"/>
          </a:xfrm>
        </p:grpSpPr>
        <p:sp>
          <p:nvSpPr>
            <p:cNvPr id="6985" name="Google Shape;6985;p7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7" name="Google Shape;6987;p72"/>
          <p:cNvGrpSpPr/>
          <p:nvPr/>
        </p:nvGrpSpPr>
        <p:grpSpPr>
          <a:xfrm>
            <a:off x="3089483" y="3094865"/>
            <a:ext cx="533033" cy="533033"/>
            <a:chOff x="4049800" y="640400"/>
            <a:chExt cx="858900" cy="858900"/>
          </a:xfrm>
        </p:grpSpPr>
        <p:sp>
          <p:nvSpPr>
            <p:cNvPr id="6988" name="Google Shape;6988;p7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72"/>
          <p:cNvGrpSpPr/>
          <p:nvPr/>
        </p:nvGrpSpPr>
        <p:grpSpPr>
          <a:xfrm>
            <a:off x="3014966" y="3772543"/>
            <a:ext cx="682068" cy="682068"/>
            <a:chOff x="5080188" y="927900"/>
            <a:chExt cx="961200" cy="961200"/>
          </a:xfrm>
        </p:grpSpPr>
        <p:sp>
          <p:nvSpPr>
            <p:cNvPr id="6991" name="Google Shape;6991;p7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72"/>
          <p:cNvGrpSpPr/>
          <p:nvPr/>
        </p:nvGrpSpPr>
        <p:grpSpPr>
          <a:xfrm>
            <a:off x="4478465" y="3869234"/>
            <a:ext cx="505650" cy="504006"/>
            <a:chOff x="6039282" y="1042577"/>
            <a:chExt cx="734315" cy="731929"/>
          </a:xfrm>
        </p:grpSpPr>
        <p:sp>
          <p:nvSpPr>
            <p:cNvPr id="7000" name="Google Shape;7000;p7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1" name="Google Shape;7021;p72"/>
          <p:cNvGrpSpPr/>
          <p:nvPr/>
        </p:nvGrpSpPr>
        <p:grpSpPr>
          <a:xfrm>
            <a:off x="5091067" y="2298862"/>
            <a:ext cx="567744" cy="602136"/>
            <a:chOff x="1825800" y="1651625"/>
            <a:chExt cx="539989" cy="571775"/>
          </a:xfrm>
        </p:grpSpPr>
        <p:sp>
          <p:nvSpPr>
            <p:cNvPr id="7022" name="Google Shape;7022;p7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72"/>
          <p:cNvGrpSpPr/>
          <p:nvPr/>
        </p:nvGrpSpPr>
        <p:grpSpPr>
          <a:xfrm>
            <a:off x="3765995" y="3855579"/>
            <a:ext cx="508123" cy="507955"/>
            <a:chOff x="1897577" y="2802432"/>
            <a:chExt cx="492176" cy="492014"/>
          </a:xfrm>
        </p:grpSpPr>
        <p:sp>
          <p:nvSpPr>
            <p:cNvPr id="7027" name="Google Shape;7027;p7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72"/>
          <p:cNvGrpSpPr/>
          <p:nvPr/>
        </p:nvGrpSpPr>
        <p:grpSpPr>
          <a:xfrm>
            <a:off x="997525" y="4169123"/>
            <a:ext cx="809227" cy="200842"/>
            <a:chOff x="2013045" y="4813233"/>
            <a:chExt cx="921986" cy="228854"/>
          </a:xfrm>
        </p:grpSpPr>
        <p:sp>
          <p:nvSpPr>
            <p:cNvPr id="7040" name="Google Shape;7040;p7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72"/>
          <p:cNvGrpSpPr/>
          <p:nvPr/>
        </p:nvGrpSpPr>
        <p:grpSpPr>
          <a:xfrm>
            <a:off x="1005985" y="2656004"/>
            <a:ext cx="792421" cy="269941"/>
            <a:chOff x="1046767" y="4756633"/>
            <a:chExt cx="859646" cy="292841"/>
          </a:xfrm>
        </p:grpSpPr>
        <p:sp>
          <p:nvSpPr>
            <p:cNvPr id="7043" name="Google Shape;7043;p7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6" name="Google Shape;7046;p72"/>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2"/>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2"/>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2"/>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0" name="Google Shape;7050;p72"/>
          <p:cNvGrpSpPr/>
          <p:nvPr/>
        </p:nvGrpSpPr>
        <p:grpSpPr>
          <a:xfrm>
            <a:off x="7141841" y="2550562"/>
            <a:ext cx="166473" cy="141497"/>
            <a:chOff x="4660325" y="1866850"/>
            <a:chExt cx="68350" cy="58100"/>
          </a:xfrm>
        </p:grpSpPr>
        <p:sp>
          <p:nvSpPr>
            <p:cNvPr id="7051" name="Google Shape;7051;p7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72"/>
          <p:cNvGrpSpPr/>
          <p:nvPr/>
        </p:nvGrpSpPr>
        <p:grpSpPr>
          <a:xfrm>
            <a:off x="7451186" y="2576286"/>
            <a:ext cx="162515" cy="90049"/>
            <a:chOff x="4791775" y="1877500"/>
            <a:chExt cx="66725" cy="36975"/>
          </a:xfrm>
        </p:grpSpPr>
        <p:sp>
          <p:nvSpPr>
            <p:cNvPr id="7054" name="Google Shape;7054;p7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72"/>
          <p:cNvGrpSpPr/>
          <p:nvPr/>
        </p:nvGrpSpPr>
        <p:grpSpPr>
          <a:xfrm>
            <a:off x="7772899" y="2576286"/>
            <a:ext cx="144979" cy="90049"/>
            <a:chOff x="4923925" y="1877500"/>
            <a:chExt cx="59525" cy="36975"/>
          </a:xfrm>
        </p:grpSpPr>
        <p:sp>
          <p:nvSpPr>
            <p:cNvPr id="7057" name="Google Shape;7057;p7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9" name="Google Shape;7059;p72"/>
          <p:cNvGrpSpPr/>
          <p:nvPr/>
        </p:nvGrpSpPr>
        <p:grpSpPr>
          <a:xfrm>
            <a:off x="8067390" y="2558477"/>
            <a:ext cx="141447" cy="125667"/>
            <a:chOff x="5058450" y="1870100"/>
            <a:chExt cx="58075" cy="51600"/>
          </a:xfrm>
        </p:grpSpPr>
        <p:sp>
          <p:nvSpPr>
            <p:cNvPr id="7060" name="Google Shape;7060;p7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72"/>
          <p:cNvGrpSpPr/>
          <p:nvPr/>
        </p:nvGrpSpPr>
        <p:grpSpPr>
          <a:xfrm>
            <a:off x="7481905" y="2980885"/>
            <a:ext cx="101077" cy="107645"/>
            <a:chOff x="4811425" y="2065025"/>
            <a:chExt cx="41500" cy="44200"/>
          </a:xfrm>
        </p:grpSpPr>
        <p:sp>
          <p:nvSpPr>
            <p:cNvPr id="7063" name="Google Shape;7063;p7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72"/>
          <p:cNvGrpSpPr/>
          <p:nvPr/>
        </p:nvGrpSpPr>
        <p:grpSpPr>
          <a:xfrm>
            <a:off x="7774342" y="2981098"/>
            <a:ext cx="120867" cy="107218"/>
            <a:chOff x="4929875" y="2065025"/>
            <a:chExt cx="49625" cy="44025"/>
          </a:xfrm>
        </p:grpSpPr>
        <p:sp>
          <p:nvSpPr>
            <p:cNvPr id="7066" name="Google Shape;7066;p7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8" name="Google Shape;7068;p72"/>
          <p:cNvGrpSpPr/>
          <p:nvPr/>
        </p:nvGrpSpPr>
        <p:grpSpPr>
          <a:xfrm>
            <a:off x="8103011" y="2984112"/>
            <a:ext cx="70206" cy="101191"/>
            <a:chOff x="5083925" y="2066350"/>
            <a:chExt cx="28825" cy="41550"/>
          </a:xfrm>
        </p:grpSpPr>
        <p:sp>
          <p:nvSpPr>
            <p:cNvPr id="7069" name="Google Shape;7069;p7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1" name="Google Shape;7071;p72"/>
          <p:cNvGrpSpPr/>
          <p:nvPr/>
        </p:nvGrpSpPr>
        <p:grpSpPr>
          <a:xfrm>
            <a:off x="7134565" y="2999759"/>
            <a:ext cx="181026" cy="69896"/>
            <a:chOff x="4659775" y="2072775"/>
            <a:chExt cx="74325" cy="28700"/>
          </a:xfrm>
        </p:grpSpPr>
        <p:sp>
          <p:nvSpPr>
            <p:cNvPr id="7072" name="Google Shape;7072;p7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5" name="Google Shape;7075;p72"/>
          <p:cNvGrpSpPr/>
          <p:nvPr/>
        </p:nvGrpSpPr>
        <p:grpSpPr>
          <a:xfrm>
            <a:off x="8054421" y="2790324"/>
            <a:ext cx="167387" cy="89197"/>
            <a:chOff x="4662475" y="1976500"/>
            <a:chExt cx="68725" cy="36625"/>
          </a:xfrm>
        </p:grpSpPr>
        <p:sp>
          <p:nvSpPr>
            <p:cNvPr id="7076" name="Google Shape;7076;p7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72"/>
          <p:cNvGrpSpPr/>
          <p:nvPr/>
        </p:nvGrpSpPr>
        <p:grpSpPr>
          <a:xfrm>
            <a:off x="7751326" y="2793764"/>
            <a:ext cx="166899" cy="82317"/>
            <a:chOff x="4920150" y="1977875"/>
            <a:chExt cx="68525" cy="33800"/>
          </a:xfrm>
        </p:grpSpPr>
        <p:sp>
          <p:nvSpPr>
            <p:cNvPr id="7080" name="Google Shape;7080;p7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72"/>
          <p:cNvGrpSpPr/>
          <p:nvPr/>
        </p:nvGrpSpPr>
        <p:grpSpPr>
          <a:xfrm>
            <a:off x="7162483" y="3197682"/>
            <a:ext cx="125190" cy="127859"/>
            <a:chOff x="4676550" y="2160575"/>
            <a:chExt cx="51400" cy="52500"/>
          </a:xfrm>
        </p:grpSpPr>
        <p:sp>
          <p:nvSpPr>
            <p:cNvPr id="7084" name="Google Shape;7084;p7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72"/>
          <p:cNvGrpSpPr/>
          <p:nvPr/>
        </p:nvGrpSpPr>
        <p:grpSpPr>
          <a:xfrm>
            <a:off x="7459741" y="3204714"/>
            <a:ext cx="145405" cy="113794"/>
            <a:chOff x="4768325" y="2163475"/>
            <a:chExt cx="59700" cy="46725"/>
          </a:xfrm>
        </p:grpSpPr>
        <p:sp>
          <p:nvSpPr>
            <p:cNvPr id="7088" name="Google Shape;7088;p7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0" name="Google Shape;7090;p72"/>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2"/>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2"/>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2"/>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2"/>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2"/>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6" name="Google Shape;7096;p72"/>
          <p:cNvGrpSpPr/>
          <p:nvPr/>
        </p:nvGrpSpPr>
        <p:grpSpPr>
          <a:xfrm>
            <a:off x="7476059" y="3459808"/>
            <a:ext cx="112768" cy="106853"/>
            <a:chOff x="4768575" y="2253950"/>
            <a:chExt cx="46300" cy="43875"/>
          </a:xfrm>
        </p:grpSpPr>
        <p:sp>
          <p:nvSpPr>
            <p:cNvPr id="7097" name="Google Shape;7097;p7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9" name="Google Shape;7099;p72"/>
          <p:cNvGrpSpPr/>
          <p:nvPr/>
        </p:nvGrpSpPr>
        <p:grpSpPr>
          <a:xfrm>
            <a:off x="7775682" y="3948834"/>
            <a:ext cx="118187" cy="146246"/>
            <a:chOff x="4960900" y="2433225"/>
            <a:chExt cx="48525" cy="60050"/>
          </a:xfrm>
        </p:grpSpPr>
        <p:sp>
          <p:nvSpPr>
            <p:cNvPr id="7100" name="Google Shape;7100;p7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72"/>
          <p:cNvGrpSpPr/>
          <p:nvPr/>
        </p:nvGrpSpPr>
        <p:grpSpPr>
          <a:xfrm>
            <a:off x="7464247" y="4212895"/>
            <a:ext cx="136394" cy="143810"/>
            <a:chOff x="4854075" y="2527625"/>
            <a:chExt cx="56000" cy="59050"/>
          </a:xfrm>
        </p:grpSpPr>
        <p:sp>
          <p:nvSpPr>
            <p:cNvPr id="7103" name="Google Shape;7103;p7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5" name="Google Shape;7105;p72"/>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2"/>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2"/>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8" name="Google Shape;7108;p72"/>
          <p:cNvGrpSpPr/>
          <p:nvPr/>
        </p:nvGrpSpPr>
        <p:grpSpPr>
          <a:xfrm>
            <a:off x="8088458" y="3676639"/>
            <a:ext cx="99312" cy="160797"/>
            <a:chOff x="5059700" y="2334775"/>
            <a:chExt cx="40775" cy="66025"/>
          </a:xfrm>
        </p:grpSpPr>
        <p:sp>
          <p:nvSpPr>
            <p:cNvPr id="7109" name="Google Shape;7109;p7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72"/>
          <p:cNvGrpSpPr/>
          <p:nvPr/>
        </p:nvGrpSpPr>
        <p:grpSpPr>
          <a:xfrm>
            <a:off x="8045622" y="3941771"/>
            <a:ext cx="184984" cy="160371"/>
            <a:chOff x="5037700" y="2430325"/>
            <a:chExt cx="75950" cy="65850"/>
          </a:xfrm>
        </p:grpSpPr>
        <p:sp>
          <p:nvSpPr>
            <p:cNvPr id="7119" name="Google Shape;7119;p7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1" name="Google Shape;7121;p72"/>
          <p:cNvGrpSpPr/>
          <p:nvPr/>
        </p:nvGrpSpPr>
        <p:grpSpPr>
          <a:xfrm>
            <a:off x="7465128" y="3708223"/>
            <a:ext cx="173014" cy="97629"/>
            <a:chOff x="4756975" y="2341800"/>
            <a:chExt cx="91975" cy="51925"/>
          </a:xfrm>
        </p:grpSpPr>
        <p:sp>
          <p:nvSpPr>
            <p:cNvPr id="7122" name="Google Shape;7122;p7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2" name="Google Shape;7142;p72"/>
          <p:cNvGrpSpPr/>
          <p:nvPr/>
        </p:nvGrpSpPr>
        <p:grpSpPr>
          <a:xfrm>
            <a:off x="7732065" y="4196920"/>
            <a:ext cx="212497" cy="175761"/>
            <a:chOff x="4943575" y="2516350"/>
            <a:chExt cx="98675" cy="81700"/>
          </a:xfrm>
        </p:grpSpPr>
        <p:sp>
          <p:nvSpPr>
            <p:cNvPr id="7143" name="Google Shape;7143;p7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1" name="Google Shape;7221;p72"/>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2"/>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2"/>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2"/>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29" name="Shape 7229"/>
        <p:cNvGrpSpPr/>
        <p:nvPr/>
      </p:nvGrpSpPr>
      <p:grpSpPr>
        <a:xfrm>
          <a:off x="0" y="0"/>
          <a:ext cx="0" cy="0"/>
          <a:chOff x="0" y="0"/>
          <a:chExt cx="0" cy="0"/>
        </a:xfrm>
      </p:grpSpPr>
      <p:grpSp>
        <p:nvGrpSpPr>
          <p:cNvPr id="7230" name="Google Shape;7230;p73"/>
          <p:cNvGrpSpPr/>
          <p:nvPr/>
        </p:nvGrpSpPr>
        <p:grpSpPr>
          <a:xfrm>
            <a:off x="745571" y="1168666"/>
            <a:ext cx="2492868" cy="1379876"/>
            <a:chOff x="2654821" y="2311071"/>
            <a:chExt cx="2279715" cy="1262120"/>
          </a:xfrm>
        </p:grpSpPr>
        <p:grpSp>
          <p:nvGrpSpPr>
            <p:cNvPr id="7231" name="Google Shape;7231;p73"/>
            <p:cNvGrpSpPr/>
            <p:nvPr/>
          </p:nvGrpSpPr>
          <p:grpSpPr>
            <a:xfrm>
              <a:off x="4034269" y="2840745"/>
              <a:ext cx="40212" cy="36437"/>
              <a:chOff x="4293400" y="2574725"/>
              <a:chExt cx="84425" cy="80100"/>
            </a:xfrm>
          </p:grpSpPr>
          <p:sp>
            <p:nvSpPr>
              <p:cNvPr id="7232" name="Google Shape;7232;p7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7233" name="Google Shape;7233;p7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73"/>
            <p:cNvGrpSpPr/>
            <p:nvPr/>
          </p:nvGrpSpPr>
          <p:grpSpPr>
            <a:xfrm>
              <a:off x="3894606" y="2334874"/>
              <a:ext cx="913198" cy="518984"/>
              <a:chOff x="4000175" y="1462675"/>
              <a:chExt cx="1917275" cy="1140875"/>
            </a:xfrm>
          </p:grpSpPr>
          <p:sp>
            <p:nvSpPr>
              <p:cNvPr id="7235" name="Google Shape;7235;p7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7236" name="Google Shape;7236;p73"/>
              <p:cNvGrpSpPr/>
              <p:nvPr/>
            </p:nvGrpSpPr>
            <p:grpSpPr>
              <a:xfrm>
                <a:off x="4000175" y="1462675"/>
                <a:ext cx="1917275" cy="1140875"/>
                <a:chOff x="4000175" y="1462675"/>
                <a:chExt cx="1917275" cy="1140875"/>
              </a:xfrm>
            </p:grpSpPr>
            <p:sp>
              <p:nvSpPr>
                <p:cNvPr id="7237" name="Google Shape;7237;p7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7238" name="Google Shape;7238;p7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242" name="Google Shape;7242;p7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43" name="Google Shape;7243;p73"/>
            <p:cNvGrpSpPr/>
            <p:nvPr/>
          </p:nvGrpSpPr>
          <p:grpSpPr>
            <a:xfrm>
              <a:off x="3875768" y="2846704"/>
              <a:ext cx="44796" cy="47366"/>
              <a:chOff x="3960625" y="2587825"/>
              <a:chExt cx="94050" cy="104125"/>
            </a:xfrm>
          </p:grpSpPr>
          <p:sp>
            <p:nvSpPr>
              <p:cNvPr id="7244" name="Google Shape;7244;p7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7245" name="Google Shape;7245;p7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73"/>
            <p:cNvGrpSpPr/>
            <p:nvPr/>
          </p:nvGrpSpPr>
          <p:grpSpPr>
            <a:xfrm>
              <a:off x="3782759" y="2807162"/>
              <a:ext cx="82686" cy="85487"/>
              <a:chOff x="3765350" y="2500900"/>
              <a:chExt cx="173600" cy="187925"/>
            </a:xfrm>
          </p:grpSpPr>
          <p:sp>
            <p:nvSpPr>
              <p:cNvPr id="7247" name="Google Shape;7247;p7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7248" name="Google Shape;7248;p7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73"/>
            <p:cNvGrpSpPr/>
            <p:nvPr/>
          </p:nvGrpSpPr>
          <p:grpSpPr>
            <a:xfrm>
              <a:off x="3775674" y="2798496"/>
              <a:ext cx="40545" cy="23564"/>
              <a:chOff x="3750475" y="2481850"/>
              <a:chExt cx="85125" cy="51800"/>
            </a:xfrm>
          </p:grpSpPr>
          <p:sp>
            <p:nvSpPr>
              <p:cNvPr id="7254" name="Google Shape;7254;p7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7256" name="Google Shape;7256;p73"/>
            <p:cNvGrpSpPr/>
            <p:nvPr/>
          </p:nvGrpSpPr>
          <p:grpSpPr>
            <a:xfrm>
              <a:off x="3716946" y="2776024"/>
              <a:ext cx="81971" cy="76912"/>
              <a:chOff x="3627175" y="2432450"/>
              <a:chExt cx="172100" cy="169075"/>
            </a:xfrm>
          </p:grpSpPr>
          <p:sp>
            <p:nvSpPr>
              <p:cNvPr id="7257" name="Google Shape;7257;p7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7259" name="Google Shape;7259;p7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7260" name="Google Shape;7260;p73"/>
            <p:cNvGrpSpPr/>
            <p:nvPr/>
          </p:nvGrpSpPr>
          <p:grpSpPr>
            <a:xfrm>
              <a:off x="3685682" y="2845624"/>
              <a:ext cx="29311" cy="45055"/>
              <a:chOff x="3561536" y="2585450"/>
              <a:chExt cx="61539" cy="99045"/>
            </a:xfrm>
          </p:grpSpPr>
          <p:sp>
            <p:nvSpPr>
              <p:cNvPr id="7261" name="Google Shape;7261;p7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7263" name="Google Shape;7263;p73"/>
            <p:cNvGrpSpPr/>
            <p:nvPr/>
          </p:nvGrpSpPr>
          <p:grpSpPr>
            <a:xfrm>
              <a:off x="3849905" y="2572252"/>
              <a:ext cx="74339" cy="119559"/>
              <a:chOff x="3906325" y="1984500"/>
              <a:chExt cx="156075" cy="262825"/>
            </a:xfrm>
          </p:grpSpPr>
          <p:sp>
            <p:nvSpPr>
              <p:cNvPr id="7264" name="Google Shape;7264;p7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7265" name="Google Shape;7265;p7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6" name="Google Shape;7266;p73"/>
            <p:cNvGrpSpPr/>
            <p:nvPr/>
          </p:nvGrpSpPr>
          <p:grpSpPr>
            <a:xfrm>
              <a:off x="2654821" y="2414345"/>
              <a:ext cx="667570" cy="558731"/>
              <a:chOff x="1397225" y="1637375"/>
              <a:chExt cx="1401575" cy="1228250"/>
            </a:xfrm>
          </p:grpSpPr>
          <p:sp>
            <p:nvSpPr>
              <p:cNvPr id="7267" name="Google Shape;7267;p7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7268" name="Google Shape;7268;p73"/>
              <p:cNvGrpSpPr/>
              <p:nvPr/>
            </p:nvGrpSpPr>
            <p:grpSpPr>
              <a:xfrm>
                <a:off x="1397225" y="1637375"/>
                <a:ext cx="1398775" cy="1228250"/>
                <a:chOff x="1397225" y="1637375"/>
                <a:chExt cx="1398775" cy="1228250"/>
              </a:xfrm>
            </p:grpSpPr>
            <p:sp>
              <p:nvSpPr>
                <p:cNvPr id="7269" name="Google Shape;7269;p7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71" name="Google Shape;7271;p73"/>
            <p:cNvGrpSpPr/>
            <p:nvPr/>
          </p:nvGrpSpPr>
          <p:grpSpPr>
            <a:xfrm>
              <a:off x="3230417" y="3103734"/>
              <a:ext cx="282982" cy="280332"/>
              <a:chOff x="2605700" y="3152850"/>
              <a:chExt cx="594125" cy="616250"/>
            </a:xfrm>
          </p:grpSpPr>
          <p:sp>
            <p:nvSpPr>
              <p:cNvPr id="7272" name="Google Shape;7272;p7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7273" name="Google Shape;7273;p7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7274" name="Google Shape;7274;p73"/>
            <p:cNvGrpSpPr/>
            <p:nvPr/>
          </p:nvGrpSpPr>
          <p:grpSpPr>
            <a:xfrm>
              <a:off x="3265985" y="3226989"/>
              <a:ext cx="87151" cy="346202"/>
              <a:chOff x="2680375" y="3423800"/>
              <a:chExt cx="182975" cy="761050"/>
            </a:xfrm>
          </p:grpSpPr>
          <p:sp>
            <p:nvSpPr>
              <p:cNvPr id="7275" name="Google Shape;7275;p7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7276" name="Google Shape;7276;p7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73"/>
            <p:cNvGrpSpPr/>
            <p:nvPr/>
          </p:nvGrpSpPr>
          <p:grpSpPr>
            <a:xfrm>
              <a:off x="3855466" y="3289811"/>
              <a:ext cx="112514" cy="94210"/>
              <a:chOff x="3918000" y="3561900"/>
              <a:chExt cx="236225" cy="207100"/>
            </a:xfrm>
          </p:grpSpPr>
          <p:sp>
            <p:nvSpPr>
              <p:cNvPr id="7278" name="Google Shape;7278;p7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7279" name="Google Shape;7279;p7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0" name="Google Shape;7280;p73"/>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3"/>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3"/>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7283" name="Google Shape;7283;p73"/>
            <p:cNvGrpSpPr/>
            <p:nvPr/>
          </p:nvGrpSpPr>
          <p:grpSpPr>
            <a:xfrm>
              <a:off x="2905224" y="2311071"/>
              <a:ext cx="596721" cy="528992"/>
              <a:chOff x="1922950" y="1410350"/>
              <a:chExt cx="1252825" cy="1162875"/>
            </a:xfrm>
          </p:grpSpPr>
          <p:sp>
            <p:nvSpPr>
              <p:cNvPr id="7284" name="Google Shape;7284;p7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7300" name="Google Shape;7300;p73"/>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3"/>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3"/>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3"/>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3"/>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3"/>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3"/>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3"/>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3"/>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3"/>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3"/>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3"/>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3"/>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3"/>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3"/>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3"/>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3"/>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3"/>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3"/>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3"/>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320" name="Google Shape;7320;p73"/>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321" name="Google Shape;7321;p73"/>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2" name="Google Shape;7322;p73"/>
            <p:cNvGrpSpPr/>
            <p:nvPr/>
          </p:nvGrpSpPr>
          <p:grpSpPr>
            <a:xfrm>
              <a:off x="3280929" y="3294542"/>
              <a:ext cx="109894" cy="272224"/>
              <a:chOff x="2711750" y="3572300"/>
              <a:chExt cx="230725" cy="598425"/>
            </a:xfrm>
          </p:grpSpPr>
          <p:sp>
            <p:nvSpPr>
              <p:cNvPr id="7323" name="Google Shape;7323;p7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5" name="Google Shape;7325;p73"/>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6" name="Google Shape;7326;p73"/>
            <p:cNvGrpSpPr/>
            <p:nvPr/>
          </p:nvGrpSpPr>
          <p:grpSpPr>
            <a:xfrm>
              <a:off x="3790439" y="2408636"/>
              <a:ext cx="73017" cy="75684"/>
              <a:chOff x="3781475" y="1624825"/>
              <a:chExt cx="153300" cy="166375"/>
            </a:xfrm>
          </p:grpSpPr>
          <p:sp>
            <p:nvSpPr>
              <p:cNvPr id="7327" name="Google Shape;7327;p7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1" name="Google Shape;7331;p73"/>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3"/>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3"/>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3"/>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3"/>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3"/>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3"/>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8" name="Google Shape;7338;p73"/>
            <p:cNvGrpSpPr/>
            <p:nvPr/>
          </p:nvGrpSpPr>
          <p:grpSpPr>
            <a:xfrm>
              <a:off x="4403342" y="3107749"/>
              <a:ext cx="316680" cy="101374"/>
              <a:chOff x="5068275" y="3161675"/>
              <a:chExt cx="664875" cy="222850"/>
            </a:xfrm>
          </p:grpSpPr>
          <p:sp>
            <p:nvSpPr>
              <p:cNvPr id="7339" name="Google Shape;7339;p7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3" name="Google Shape;7343;p73"/>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3"/>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3"/>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3"/>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3"/>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3"/>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3"/>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3"/>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3"/>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3"/>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3"/>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3"/>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3"/>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3"/>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3"/>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3"/>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3"/>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3"/>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3"/>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3"/>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3"/>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3"/>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3"/>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3"/>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3"/>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3"/>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3"/>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3"/>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3"/>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2" name="Google Shape;7372;p73"/>
            <p:cNvGrpSpPr/>
            <p:nvPr/>
          </p:nvGrpSpPr>
          <p:grpSpPr>
            <a:xfrm>
              <a:off x="3697513" y="2707266"/>
              <a:ext cx="59549" cy="79733"/>
              <a:chOff x="3586375" y="2281300"/>
              <a:chExt cx="125025" cy="175275"/>
            </a:xfrm>
          </p:grpSpPr>
          <p:sp>
            <p:nvSpPr>
              <p:cNvPr id="7373" name="Google Shape;7373;p7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5" name="Google Shape;7375;p73"/>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6" name="Google Shape;7376;p73"/>
            <p:cNvGrpSpPr/>
            <p:nvPr/>
          </p:nvGrpSpPr>
          <p:grpSpPr>
            <a:xfrm>
              <a:off x="4513224" y="3221724"/>
              <a:ext cx="274563" cy="280321"/>
              <a:chOff x="5298975" y="3412225"/>
              <a:chExt cx="576450" cy="616225"/>
            </a:xfrm>
          </p:grpSpPr>
          <p:sp>
            <p:nvSpPr>
              <p:cNvPr id="7377" name="Google Shape;7377;p7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378" name="Google Shape;7378;p7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9" name="Google Shape;7379;p73"/>
            <p:cNvGrpSpPr/>
            <p:nvPr/>
          </p:nvGrpSpPr>
          <p:grpSpPr>
            <a:xfrm>
              <a:off x="4824403" y="3421846"/>
              <a:ext cx="110132" cy="130647"/>
              <a:chOff x="5952300" y="3852150"/>
              <a:chExt cx="231225" cy="287200"/>
            </a:xfrm>
          </p:grpSpPr>
          <p:sp>
            <p:nvSpPr>
              <p:cNvPr id="7380" name="Google Shape;7380;p7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2" name="Google Shape;7382;p73"/>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3"/>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3"/>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3"/>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3"/>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3"/>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3"/>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3"/>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0" name="Google Shape;7390;p73"/>
            <p:cNvGrpSpPr/>
            <p:nvPr/>
          </p:nvGrpSpPr>
          <p:grpSpPr>
            <a:xfrm>
              <a:off x="4295710" y="3079670"/>
              <a:ext cx="14968" cy="27135"/>
              <a:chOff x="4842300" y="3099950"/>
              <a:chExt cx="31425" cy="59650"/>
            </a:xfrm>
          </p:grpSpPr>
          <p:sp>
            <p:nvSpPr>
              <p:cNvPr id="7391" name="Google Shape;7391;p7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5" name="Google Shape;7395;p73"/>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3"/>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3"/>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3"/>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3"/>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3"/>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3"/>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3"/>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3" name="Google Shape;7403;p73"/>
            <p:cNvGrpSpPr/>
            <p:nvPr/>
          </p:nvGrpSpPr>
          <p:grpSpPr>
            <a:xfrm>
              <a:off x="3831056" y="2816010"/>
              <a:ext cx="37378" cy="27612"/>
              <a:chOff x="3866750" y="2520350"/>
              <a:chExt cx="78475" cy="60700"/>
            </a:xfrm>
          </p:grpSpPr>
          <p:sp>
            <p:nvSpPr>
              <p:cNvPr id="7404" name="Google Shape;7404;p7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8" name="Google Shape;7408;p73"/>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3"/>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3"/>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3"/>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3"/>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3"/>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3"/>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3"/>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3"/>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3"/>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3"/>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3"/>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3"/>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3"/>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3"/>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3"/>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3"/>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425" name="Google Shape;7425;p73"/>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3"/>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3"/>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3"/>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3"/>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3"/>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3"/>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3"/>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3"/>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3"/>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3"/>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3"/>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437" name="Google Shape;7437;p73"/>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3"/>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3"/>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3"/>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3"/>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3"/>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3"/>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3"/>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3"/>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3"/>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3"/>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3"/>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3"/>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0" name="Google Shape;7450;p73"/>
            <p:cNvGrpSpPr/>
            <p:nvPr/>
          </p:nvGrpSpPr>
          <p:grpSpPr>
            <a:xfrm>
              <a:off x="3632736" y="3051591"/>
              <a:ext cx="63288" cy="45217"/>
              <a:chOff x="3450375" y="3038225"/>
              <a:chExt cx="132875" cy="99400"/>
            </a:xfrm>
          </p:grpSpPr>
          <p:sp>
            <p:nvSpPr>
              <p:cNvPr id="7451" name="Google Shape;7451;p7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3" name="Google Shape;7453;p73"/>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3"/>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3"/>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3"/>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3"/>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3"/>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3"/>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3"/>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3"/>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462" name="Google Shape;7462;p73"/>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3"/>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3"/>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3"/>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3"/>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3"/>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3"/>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3"/>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3"/>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3"/>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472" name="Google Shape;7472;p73"/>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3"/>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3"/>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3"/>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3"/>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3"/>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478" name="Google Shape;7478;p73"/>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3"/>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3"/>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3"/>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3"/>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3"/>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3"/>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3"/>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73"/>
          <p:cNvGrpSpPr/>
          <p:nvPr/>
        </p:nvGrpSpPr>
        <p:grpSpPr>
          <a:xfrm>
            <a:off x="3554131" y="1233340"/>
            <a:ext cx="2078182" cy="1366558"/>
            <a:chOff x="235800" y="830650"/>
            <a:chExt cx="6978450" cy="4588844"/>
          </a:xfrm>
        </p:grpSpPr>
        <p:sp>
          <p:nvSpPr>
            <p:cNvPr id="7489" name="Google Shape;7489;p73"/>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3"/>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3"/>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3"/>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3"/>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3"/>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5" name="Google Shape;7495;p73"/>
          <p:cNvGrpSpPr/>
          <p:nvPr/>
        </p:nvGrpSpPr>
        <p:grpSpPr>
          <a:xfrm>
            <a:off x="742628" y="3064442"/>
            <a:ext cx="2622876" cy="1333540"/>
            <a:chOff x="238125" y="1038125"/>
            <a:chExt cx="7146800" cy="3633625"/>
          </a:xfrm>
        </p:grpSpPr>
        <p:sp>
          <p:nvSpPr>
            <p:cNvPr id="7496" name="Google Shape;7496;p7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73"/>
          <p:cNvGrpSpPr/>
          <p:nvPr/>
        </p:nvGrpSpPr>
        <p:grpSpPr>
          <a:xfrm>
            <a:off x="5857556" y="1206552"/>
            <a:ext cx="2590840" cy="1380235"/>
            <a:chOff x="233350" y="949250"/>
            <a:chExt cx="7137300" cy="3802300"/>
          </a:xfrm>
        </p:grpSpPr>
        <p:sp>
          <p:nvSpPr>
            <p:cNvPr id="9069" name="Google Shape;9069;p7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0" name="Google Shape;9120;p73"/>
          <p:cNvGrpSpPr/>
          <p:nvPr/>
        </p:nvGrpSpPr>
        <p:grpSpPr>
          <a:xfrm>
            <a:off x="7671985" y="3251325"/>
            <a:ext cx="104231" cy="320340"/>
            <a:chOff x="7564426" y="3224343"/>
            <a:chExt cx="119985" cy="368801"/>
          </a:xfrm>
        </p:grpSpPr>
        <p:sp>
          <p:nvSpPr>
            <p:cNvPr id="9121" name="Google Shape;9121;p7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3" name="Google Shape;9123;p73"/>
          <p:cNvGrpSpPr/>
          <p:nvPr/>
        </p:nvGrpSpPr>
        <p:grpSpPr>
          <a:xfrm>
            <a:off x="7371473" y="3245427"/>
            <a:ext cx="189489" cy="332132"/>
            <a:chOff x="8370831" y="3202002"/>
            <a:chExt cx="218129" cy="382376"/>
          </a:xfrm>
        </p:grpSpPr>
        <p:sp>
          <p:nvSpPr>
            <p:cNvPr id="9124" name="Google Shape;9124;p7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73"/>
          <p:cNvGrpSpPr/>
          <p:nvPr/>
        </p:nvGrpSpPr>
        <p:grpSpPr>
          <a:xfrm>
            <a:off x="8094863" y="3656559"/>
            <a:ext cx="309429" cy="267000"/>
            <a:chOff x="6742064" y="3750480"/>
            <a:chExt cx="399315" cy="344560"/>
          </a:xfrm>
        </p:grpSpPr>
        <p:sp>
          <p:nvSpPr>
            <p:cNvPr id="9127" name="Google Shape;9127;p7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73"/>
          <p:cNvGrpSpPr/>
          <p:nvPr/>
        </p:nvGrpSpPr>
        <p:grpSpPr>
          <a:xfrm>
            <a:off x="7633882" y="4007606"/>
            <a:ext cx="180437" cy="281608"/>
            <a:chOff x="7248525" y="3739696"/>
            <a:chExt cx="230531" cy="359790"/>
          </a:xfrm>
        </p:grpSpPr>
        <p:sp>
          <p:nvSpPr>
            <p:cNvPr id="9130" name="Google Shape;9130;p7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73"/>
          <p:cNvGrpSpPr/>
          <p:nvPr/>
        </p:nvGrpSpPr>
        <p:grpSpPr>
          <a:xfrm>
            <a:off x="7879801" y="3650830"/>
            <a:ext cx="162896" cy="278710"/>
            <a:chOff x="7601242" y="3729267"/>
            <a:chExt cx="222566" cy="380803"/>
          </a:xfrm>
        </p:grpSpPr>
        <p:sp>
          <p:nvSpPr>
            <p:cNvPr id="9133" name="Google Shape;9133;p7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5" name="Google Shape;9135;p73"/>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6" name="Google Shape;9136;p73"/>
          <p:cNvGrpSpPr/>
          <p:nvPr/>
        </p:nvGrpSpPr>
        <p:grpSpPr>
          <a:xfrm>
            <a:off x="7369446" y="3651971"/>
            <a:ext cx="193543" cy="275990"/>
            <a:chOff x="8304647" y="3738687"/>
            <a:chExt cx="225076" cy="320956"/>
          </a:xfrm>
        </p:grpSpPr>
        <p:sp>
          <p:nvSpPr>
            <p:cNvPr id="9137" name="Google Shape;9137;p73"/>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0" name="Google Shape;9140;p73"/>
          <p:cNvGrpSpPr/>
          <p:nvPr/>
        </p:nvGrpSpPr>
        <p:grpSpPr>
          <a:xfrm>
            <a:off x="7641939" y="3651971"/>
            <a:ext cx="178492" cy="275990"/>
            <a:chOff x="8615101" y="3738687"/>
            <a:chExt cx="207573" cy="320956"/>
          </a:xfrm>
        </p:grpSpPr>
        <p:sp>
          <p:nvSpPr>
            <p:cNvPr id="9141" name="Google Shape;9141;p73"/>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4" name="Google Shape;9144;p73"/>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5" name="Google Shape;9145;p73"/>
          <p:cNvGrpSpPr/>
          <p:nvPr/>
        </p:nvGrpSpPr>
        <p:grpSpPr>
          <a:xfrm>
            <a:off x="6036644" y="3773459"/>
            <a:ext cx="557670" cy="511283"/>
            <a:chOff x="6015419" y="3716859"/>
            <a:chExt cx="557671" cy="511283"/>
          </a:xfrm>
        </p:grpSpPr>
        <p:sp>
          <p:nvSpPr>
            <p:cNvPr id="9146" name="Google Shape;9146;p73"/>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7" name="Google Shape;9147;p73"/>
            <p:cNvGrpSpPr/>
            <p:nvPr/>
          </p:nvGrpSpPr>
          <p:grpSpPr>
            <a:xfrm>
              <a:off x="6036094" y="3716980"/>
              <a:ext cx="529860" cy="510468"/>
              <a:chOff x="6036094" y="3716980"/>
              <a:chExt cx="529860" cy="510468"/>
            </a:xfrm>
          </p:grpSpPr>
          <p:sp>
            <p:nvSpPr>
              <p:cNvPr id="9148" name="Google Shape;9148;p73"/>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3"/>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3"/>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3"/>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3"/>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3"/>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3"/>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3"/>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3"/>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3"/>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58" name="Google Shape;9158;p73"/>
          <p:cNvGrpSpPr/>
          <p:nvPr/>
        </p:nvGrpSpPr>
        <p:grpSpPr>
          <a:xfrm>
            <a:off x="6665529" y="3130228"/>
            <a:ext cx="576302" cy="511871"/>
            <a:chOff x="6644304" y="3073628"/>
            <a:chExt cx="576302" cy="511871"/>
          </a:xfrm>
        </p:grpSpPr>
        <p:sp>
          <p:nvSpPr>
            <p:cNvPr id="9159" name="Google Shape;9159;p7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0" name="Google Shape;9160;p73"/>
            <p:cNvGrpSpPr/>
            <p:nvPr/>
          </p:nvGrpSpPr>
          <p:grpSpPr>
            <a:xfrm>
              <a:off x="6712169" y="3085440"/>
              <a:ext cx="481622" cy="494913"/>
              <a:chOff x="6712169" y="3085440"/>
              <a:chExt cx="481622" cy="494913"/>
            </a:xfrm>
          </p:grpSpPr>
          <p:sp>
            <p:nvSpPr>
              <p:cNvPr id="9161" name="Google Shape;9161;p73"/>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3"/>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3"/>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3"/>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3"/>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6" name="Google Shape;9166;p73"/>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3"/>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3"/>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9" name="Google Shape;9169;p73"/>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0" name="Google Shape;9170;p73"/>
          <p:cNvGrpSpPr/>
          <p:nvPr/>
        </p:nvGrpSpPr>
        <p:grpSpPr>
          <a:xfrm>
            <a:off x="6673379" y="3773223"/>
            <a:ext cx="560631" cy="511352"/>
            <a:chOff x="6652154" y="3716623"/>
            <a:chExt cx="560631" cy="511352"/>
          </a:xfrm>
        </p:grpSpPr>
        <p:sp>
          <p:nvSpPr>
            <p:cNvPr id="9171" name="Google Shape;9171;p73"/>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2" name="Google Shape;9172;p73"/>
            <p:cNvGrpSpPr/>
            <p:nvPr/>
          </p:nvGrpSpPr>
          <p:grpSpPr>
            <a:xfrm>
              <a:off x="6669657" y="3716715"/>
              <a:ext cx="466779" cy="464290"/>
              <a:chOff x="6669657" y="3716715"/>
              <a:chExt cx="466779" cy="464290"/>
            </a:xfrm>
          </p:grpSpPr>
          <p:sp>
            <p:nvSpPr>
              <p:cNvPr id="9173" name="Google Shape;9173;p73"/>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3"/>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3"/>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3"/>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3"/>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3"/>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3"/>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3"/>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3"/>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3"/>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3"/>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3"/>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3"/>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86" name="Google Shape;9186;p73"/>
          <p:cNvGrpSpPr/>
          <p:nvPr/>
        </p:nvGrpSpPr>
        <p:grpSpPr>
          <a:xfrm>
            <a:off x="7867470" y="4054631"/>
            <a:ext cx="187557" cy="187557"/>
            <a:chOff x="8565775" y="671075"/>
            <a:chExt cx="441000" cy="441000"/>
          </a:xfrm>
        </p:grpSpPr>
        <p:sp>
          <p:nvSpPr>
            <p:cNvPr id="9187" name="Google Shape;9187;p7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3"/>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9" name="Google Shape;9189;p73"/>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3"/>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1" name="Google Shape;9191;p73"/>
          <p:cNvGrpSpPr/>
          <p:nvPr/>
        </p:nvGrpSpPr>
        <p:grpSpPr>
          <a:xfrm>
            <a:off x="6021325" y="3132850"/>
            <a:ext cx="587871" cy="512373"/>
            <a:chOff x="6000100" y="3076250"/>
            <a:chExt cx="587871" cy="512373"/>
          </a:xfrm>
        </p:grpSpPr>
        <p:sp>
          <p:nvSpPr>
            <p:cNvPr id="9192" name="Google Shape;9192;p73"/>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3" name="Google Shape;9193;p73"/>
            <p:cNvGrpSpPr/>
            <p:nvPr/>
          </p:nvGrpSpPr>
          <p:grpSpPr>
            <a:xfrm>
              <a:off x="6031360" y="3076713"/>
              <a:ext cx="539107" cy="480965"/>
              <a:chOff x="6031360" y="3076713"/>
              <a:chExt cx="539107" cy="480965"/>
            </a:xfrm>
          </p:grpSpPr>
          <p:sp>
            <p:nvSpPr>
              <p:cNvPr id="9194" name="Google Shape;9194;p73"/>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3"/>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3"/>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3"/>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3"/>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3"/>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3"/>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01" name="Google Shape;9201;p73"/>
          <p:cNvGrpSpPr/>
          <p:nvPr/>
        </p:nvGrpSpPr>
        <p:grpSpPr>
          <a:xfrm>
            <a:off x="3597785" y="3065882"/>
            <a:ext cx="2241344" cy="1330656"/>
            <a:chOff x="3597785" y="3065882"/>
            <a:chExt cx="2241344" cy="1330656"/>
          </a:xfrm>
        </p:grpSpPr>
        <p:grpSp>
          <p:nvGrpSpPr>
            <p:cNvPr id="9202" name="Google Shape;9202;p73"/>
            <p:cNvGrpSpPr/>
            <p:nvPr/>
          </p:nvGrpSpPr>
          <p:grpSpPr>
            <a:xfrm>
              <a:off x="5296908" y="3937355"/>
              <a:ext cx="143198" cy="32380"/>
              <a:chOff x="5296908" y="3937355"/>
              <a:chExt cx="143198" cy="32380"/>
            </a:xfrm>
          </p:grpSpPr>
          <p:sp>
            <p:nvSpPr>
              <p:cNvPr id="9203" name="Google Shape;9203;p73"/>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4" name="Google Shape;9204;p73"/>
              <p:cNvGrpSpPr/>
              <p:nvPr/>
            </p:nvGrpSpPr>
            <p:grpSpPr>
              <a:xfrm>
                <a:off x="5402331" y="3937355"/>
                <a:ext cx="37776" cy="32380"/>
                <a:chOff x="5402331" y="3937355"/>
                <a:chExt cx="37776" cy="32380"/>
              </a:xfrm>
            </p:grpSpPr>
            <p:sp>
              <p:nvSpPr>
                <p:cNvPr id="9205" name="Google Shape;9205;p73"/>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3"/>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73"/>
              <p:cNvGrpSpPr/>
              <p:nvPr/>
            </p:nvGrpSpPr>
            <p:grpSpPr>
              <a:xfrm>
                <a:off x="5296908" y="3937355"/>
                <a:ext cx="37783" cy="32380"/>
                <a:chOff x="5296908" y="3937355"/>
                <a:chExt cx="37783" cy="32380"/>
              </a:xfrm>
            </p:grpSpPr>
            <p:sp>
              <p:nvSpPr>
                <p:cNvPr id="9208" name="Google Shape;9208;p73"/>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3"/>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0" name="Google Shape;9210;p73"/>
            <p:cNvGrpSpPr/>
            <p:nvPr/>
          </p:nvGrpSpPr>
          <p:grpSpPr>
            <a:xfrm>
              <a:off x="4724163" y="3119631"/>
              <a:ext cx="120838" cy="84218"/>
              <a:chOff x="4724163" y="3119631"/>
              <a:chExt cx="120838" cy="84218"/>
            </a:xfrm>
          </p:grpSpPr>
          <p:grpSp>
            <p:nvGrpSpPr>
              <p:cNvPr id="9211" name="Google Shape;9211;p73"/>
              <p:cNvGrpSpPr/>
              <p:nvPr/>
            </p:nvGrpSpPr>
            <p:grpSpPr>
              <a:xfrm>
                <a:off x="4746712" y="3132773"/>
                <a:ext cx="86869" cy="56424"/>
                <a:chOff x="4746712" y="3132773"/>
                <a:chExt cx="86869" cy="56424"/>
              </a:xfrm>
            </p:grpSpPr>
            <p:sp>
              <p:nvSpPr>
                <p:cNvPr id="9212" name="Google Shape;9212;p73"/>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3"/>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73"/>
              <p:cNvGrpSpPr/>
              <p:nvPr/>
            </p:nvGrpSpPr>
            <p:grpSpPr>
              <a:xfrm>
                <a:off x="4773634" y="3143336"/>
                <a:ext cx="37776" cy="32451"/>
                <a:chOff x="4773634" y="3143336"/>
                <a:chExt cx="37776" cy="32451"/>
              </a:xfrm>
            </p:grpSpPr>
            <p:sp>
              <p:nvSpPr>
                <p:cNvPr id="9215" name="Google Shape;9215;p73"/>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3"/>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7" name="Google Shape;9217;p73"/>
              <p:cNvGrpSpPr/>
              <p:nvPr/>
            </p:nvGrpSpPr>
            <p:grpSpPr>
              <a:xfrm>
                <a:off x="4724163" y="3131248"/>
                <a:ext cx="37776" cy="32459"/>
                <a:chOff x="4724163" y="3131248"/>
                <a:chExt cx="37776" cy="32459"/>
              </a:xfrm>
            </p:grpSpPr>
            <p:sp>
              <p:nvSpPr>
                <p:cNvPr id="9218" name="Google Shape;9218;p73"/>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3"/>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0" name="Google Shape;9220;p73"/>
              <p:cNvGrpSpPr/>
              <p:nvPr/>
            </p:nvGrpSpPr>
            <p:grpSpPr>
              <a:xfrm>
                <a:off x="4755081" y="3176054"/>
                <a:ext cx="32357" cy="27795"/>
                <a:chOff x="4755081" y="3176054"/>
                <a:chExt cx="32357" cy="27795"/>
              </a:xfrm>
            </p:grpSpPr>
            <p:sp>
              <p:nvSpPr>
                <p:cNvPr id="9221" name="Google Shape;9221;p73"/>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3"/>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73"/>
              <p:cNvGrpSpPr/>
              <p:nvPr/>
            </p:nvGrpSpPr>
            <p:grpSpPr>
              <a:xfrm>
                <a:off x="4812550" y="3119631"/>
                <a:ext cx="32451" cy="27803"/>
                <a:chOff x="4812550" y="3119631"/>
                <a:chExt cx="32451" cy="27803"/>
              </a:xfrm>
            </p:grpSpPr>
            <p:sp>
              <p:nvSpPr>
                <p:cNvPr id="9224" name="Google Shape;9224;p73"/>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3"/>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26" name="Google Shape;9226;p73"/>
            <p:cNvGrpSpPr/>
            <p:nvPr/>
          </p:nvGrpSpPr>
          <p:grpSpPr>
            <a:xfrm>
              <a:off x="5382826" y="4027197"/>
              <a:ext cx="268967" cy="250422"/>
              <a:chOff x="5382826" y="4027197"/>
              <a:chExt cx="268967" cy="250422"/>
            </a:xfrm>
          </p:grpSpPr>
          <p:grpSp>
            <p:nvGrpSpPr>
              <p:cNvPr id="9227" name="Google Shape;9227;p73"/>
              <p:cNvGrpSpPr/>
              <p:nvPr/>
            </p:nvGrpSpPr>
            <p:grpSpPr>
              <a:xfrm>
                <a:off x="5405280" y="4042510"/>
                <a:ext cx="237570" cy="218647"/>
                <a:chOff x="5405280" y="4042510"/>
                <a:chExt cx="237570" cy="218647"/>
              </a:xfrm>
            </p:grpSpPr>
            <p:sp>
              <p:nvSpPr>
                <p:cNvPr id="9228" name="Google Shape;9228;p73"/>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3"/>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3"/>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3"/>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3"/>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3"/>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73"/>
              <p:cNvGrpSpPr/>
              <p:nvPr/>
            </p:nvGrpSpPr>
            <p:grpSpPr>
              <a:xfrm>
                <a:off x="5382826" y="4125549"/>
                <a:ext cx="37776" cy="32380"/>
                <a:chOff x="5382826" y="4125549"/>
                <a:chExt cx="37776" cy="32380"/>
              </a:xfrm>
            </p:grpSpPr>
            <p:sp>
              <p:nvSpPr>
                <p:cNvPr id="9235" name="Google Shape;9235;p73"/>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3"/>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7" name="Google Shape;9237;p73"/>
              <p:cNvGrpSpPr/>
              <p:nvPr/>
            </p:nvGrpSpPr>
            <p:grpSpPr>
              <a:xfrm>
                <a:off x="5475680" y="4195587"/>
                <a:ext cx="37783" cy="32364"/>
                <a:chOff x="5475680" y="4195587"/>
                <a:chExt cx="37783" cy="32364"/>
              </a:xfrm>
            </p:grpSpPr>
            <p:sp>
              <p:nvSpPr>
                <p:cNvPr id="9238" name="Google Shape;9238;p73"/>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3"/>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73"/>
              <p:cNvGrpSpPr/>
              <p:nvPr/>
            </p:nvGrpSpPr>
            <p:grpSpPr>
              <a:xfrm>
                <a:off x="5532575" y="4027197"/>
                <a:ext cx="33308" cy="32262"/>
                <a:chOff x="5532575" y="4027197"/>
                <a:chExt cx="33308" cy="32262"/>
              </a:xfrm>
            </p:grpSpPr>
            <p:sp>
              <p:nvSpPr>
                <p:cNvPr id="9241" name="Google Shape;9241;p73"/>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3"/>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3" name="Google Shape;9243;p73"/>
              <p:cNvGrpSpPr/>
              <p:nvPr/>
            </p:nvGrpSpPr>
            <p:grpSpPr>
              <a:xfrm>
                <a:off x="5590706" y="4245348"/>
                <a:ext cx="33497" cy="32270"/>
                <a:chOff x="5590706" y="4245348"/>
                <a:chExt cx="33497" cy="32270"/>
              </a:xfrm>
            </p:grpSpPr>
            <p:sp>
              <p:nvSpPr>
                <p:cNvPr id="9244" name="Google Shape;9244;p73"/>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3"/>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73"/>
              <p:cNvGrpSpPr/>
              <p:nvPr/>
            </p:nvGrpSpPr>
            <p:grpSpPr>
              <a:xfrm>
                <a:off x="5618681" y="4109677"/>
                <a:ext cx="33112" cy="32357"/>
                <a:chOff x="5618681" y="4109677"/>
                <a:chExt cx="33112" cy="32357"/>
              </a:xfrm>
            </p:grpSpPr>
            <p:sp>
              <p:nvSpPr>
                <p:cNvPr id="9247" name="Google Shape;9247;p73"/>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3"/>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73"/>
              <p:cNvGrpSpPr/>
              <p:nvPr/>
            </p:nvGrpSpPr>
            <p:grpSpPr>
              <a:xfrm>
                <a:off x="5479298" y="4128262"/>
                <a:ext cx="31405" cy="26906"/>
                <a:chOff x="5479298" y="4128262"/>
                <a:chExt cx="31405" cy="26906"/>
              </a:xfrm>
            </p:grpSpPr>
            <p:sp>
              <p:nvSpPr>
                <p:cNvPr id="9250" name="Google Shape;9250;p73"/>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3"/>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73"/>
              <p:cNvGrpSpPr/>
              <p:nvPr/>
            </p:nvGrpSpPr>
            <p:grpSpPr>
              <a:xfrm>
                <a:off x="5582903" y="4180116"/>
                <a:ext cx="31499" cy="26898"/>
                <a:chOff x="5582903" y="4180116"/>
                <a:chExt cx="31499" cy="26898"/>
              </a:xfrm>
            </p:grpSpPr>
            <p:sp>
              <p:nvSpPr>
                <p:cNvPr id="9253" name="Google Shape;9253;p73"/>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3"/>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55" name="Google Shape;9255;p73"/>
            <p:cNvGrpSpPr/>
            <p:nvPr/>
          </p:nvGrpSpPr>
          <p:grpSpPr>
            <a:xfrm>
              <a:off x="3977681" y="3230323"/>
              <a:ext cx="94584" cy="84085"/>
              <a:chOff x="3977681" y="3230323"/>
              <a:chExt cx="94584" cy="84085"/>
            </a:xfrm>
          </p:grpSpPr>
          <p:grpSp>
            <p:nvGrpSpPr>
              <p:cNvPr id="9256" name="Google Shape;9256;p73"/>
              <p:cNvGrpSpPr/>
              <p:nvPr/>
            </p:nvGrpSpPr>
            <p:grpSpPr>
              <a:xfrm>
                <a:off x="4000135" y="3243041"/>
                <a:ext cx="59570" cy="57186"/>
                <a:chOff x="4000135" y="3243041"/>
                <a:chExt cx="59570" cy="57186"/>
              </a:xfrm>
            </p:grpSpPr>
            <p:sp>
              <p:nvSpPr>
                <p:cNvPr id="9257" name="Google Shape;9257;p73"/>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3"/>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3"/>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73"/>
              <p:cNvGrpSpPr/>
              <p:nvPr/>
            </p:nvGrpSpPr>
            <p:grpSpPr>
              <a:xfrm>
                <a:off x="3977681" y="3245872"/>
                <a:ext cx="37783" cy="32380"/>
                <a:chOff x="3977681" y="3245872"/>
                <a:chExt cx="37783" cy="32380"/>
              </a:xfrm>
            </p:grpSpPr>
            <p:sp>
              <p:nvSpPr>
                <p:cNvPr id="9261" name="Google Shape;9261;p73"/>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3"/>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73"/>
              <p:cNvGrpSpPr/>
              <p:nvPr/>
            </p:nvGrpSpPr>
            <p:grpSpPr>
              <a:xfrm>
                <a:off x="4040860" y="3262672"/>
                <a:ext cx="31405" cy="27001"/>
                <a:chOff x="4040860" y="3262672"/>
                <a:chExt cx="31405" cy="27001"/>
              </a:xfrm>
            </p:grpSpPr>
            <p:sp>
              <p:nvSpPr>
                <p:cNvPr id="9264" name="Google Shape;9264;p73"/>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3"/>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73"/>
              <p:cNvGrpSpPr/>
              <p:nvPr/>
            </p:nvGrpSpPr>
            <p:grpSpPr>
              <a:xfrm>
                <a:off x="4021072" y="3230323"/>
                <a:ext cx="31397" cy="26906"/>
                <a:chOff x="4021072" y="3230323"/>
                <a:chExt cx="31397" cy="26906"/>
              </a:xfrm>
            </p:grpSpPr>
            <p:sp>
              <p:nvSpPr>
                <p:cNvPr id="9267" name="Google Shape;9267;p73"/>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3"/>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73"/>
              <p:cNvGrpSpPr/>
              <p:nvPr/>
            </p:nvGrpSpPr>
            <p:grpSpPr>
              <a:xfrm>
                <a:off x="4001472" y="3287462"/>
                <a:ext cx="31499" cy="26945"/>
                <a:chOff x="4001472" y="3287462"/>
                <a:chExt cx="31499" cy="26945"/>
              </a:xfrm>
            </p:grpSpPr>
            <p:sp>
              <p:nvSpPr>
                <p:cNvPr id="9270" name="Google Shape;9270;p73"/>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3"/>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72" name="Google Shape;9272;p73"/>
            <p:cNvGrpSpPr/>
            <p:nvPr/>
          </p:nvGrpSpPr>
          <p:grpSpPr>
            <a:xfrm>
              <a:off x="4084715" y="3258865"/>
              <a:ext cx="184961" cy="137268"/>
              <a:chOff x="4084715" y="3258865"/>
              <a:chExt cx="184961" cy="137268"/>
            </a:xfrm>
          </p:grpSpPr>
          <p:grpSp>
            <p:nvGrpSpPr>
              <p:cNvPr id="9273" name="Google Shape;9273;p73"/>
              <p:cNvGrpSpPr/>
              <p:nvPr/>
            </p:nvGrpSpPr>
            <p:grpSpPr>
              <a:xfrm>
                <a:off x="4107453" y="3271583"/>
                <a:ext cx="153470" cy="110275"/>
                <a:chOff x="4107453" y="3271583"/>
                <a:chExt cx="153470" cy="110275"/>
              </a:xfrm>
            </p:grpSpPr>
            <p:sp>
              <p:nvSpPr>
                <p:cNvPr id="9274" name="Google Shape;9274;p73"/>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3"/>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3"/>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3"/>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8" name="Google Shape;9278;p73"/>
              <p:cNvGrpSpPr/>
              <p:nvPr/>
            </p:nvGrpSpPr>
            <p:grpSpPr>
              <a:xfrm>
                <a:off x="4136947" y="3258865"/>
                <a:ext cx="31499" cy="27001"/>
                <a:chOff x="4136947" y="3258865"/>
                <a:chExt cx="31499" cy="27001"/>
              </a:xfrm>
            </p:grpSpPr>
            <p:sp>
              <p:nvSpPr>
                <p:cNvPr id="9279" name="Google Shape;9279;p73"/>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3"/>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1" name="Google Shape;9281;p73"/>
              <p:cNvGrpSpPr/>
              <p:nvPr/>
            </p:nvGrpSpPr>
            <p:grpSpPr>
              <a:xfrm>
                <a:off x="4084715" y="3266478"/>
                <a:ext cx="31468" cy="26898"/>
                <a:chOff x="4084715" y="3266478"/>
                <a:chExt cx="31468" cy="26898"/>
              </a:xfrm>
            </p:grpSpPr>
            <p:sp>
              <p:nvSpPr>
                <p:cNvPr id="9282" name="Google Shape;9282;p73"/>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3"/>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4" name="Google Shape;9284;p73"/>
              <p:cNvGrpSpPr/>
              <p:nvPr/>
            </p:nvGrpSpPr>
            <p:grpSpPr>
              <a:xfrm>
                <a:off x="4159213" y="3279849"/>
                <a:ext cx="31405" cy="26945"/>
                <a:chOff x="4159213" y="3279849"/>
                <a:chExt cx="31405" cy="26945"/>
              </a:xfrm>
            </p:grpSpPr>
            <p:sp>
              <p:nvSpPr>
                <p:cNvPr id="9285" name="Google Shape;9285;p73"/>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3"/>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73"/>
              <p:cNvGrpSpPr/>
              <p:nvPr/>
            </p:nvGrpSpPr>
            <p:grpSpPr>
              <a:xfrm>
                <a:off x="4201550" y="3266502"/>
                <a:ext cx="31405" cy="26883"/>
                <a:chOff x="4201550" y="3266502"/>
                <a:chExt cx="31405" cy="26883"/>
              </a:xfrm>
            </p:grpSpPr>
            <p:sp>
              <p:nvSpPr>
                <p:cNvPr id="9288" name="Google Shape;9288;p73"/>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3"/>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73"/>
              <p:cNvGrpSpPr/>
              <p:nvPr/>
            </p:nvGrpSpPr>
            <p:grpSpPr>
              <a:xfrm>
                <a:off x="4201550" y="3338278"/>
                <a:ext cx="31405" cy="26930"/>
                <a:chOff x="4201550" y="3338278"/>
                <a:chExt cx="31405" cy="26930"/>
              </a:xfrm>
            </p:grpSpPr>
            <p:sp>
              <p:nvSpPr>
                <p:cNvPr id="9291" name="Google Shape;9291;p73"/>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3"/>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73"/>
              <p:cNvGrpSpPr/>
              <p:nvPr/>
            </p:nvGrpSpPr>
            <p:grpSpPr>
              <a:xfrm>
                <a:off x="4238272" y="3369132"/>
                <a:ext cx="31405" cy="27001"/>
                <a:chOff x="4238272" y="3369132"/>
                <a:chExt cx="31405" cy="27001"/>
              </a:xfrm>
            </p:grpSpPr>
            <p:sp>
              <p:nvSpPr>
                <p:cNvPr id="9294" name="Google Shape;9294;p73"/>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3"/>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96" name="Google Shape;9296;p73"/>
            <p:cNvGrpSpPr/>
            <p:nvPr/>
          </p:nvGrpSpPr>
          <p:grpSpPr>
            <a:xfrm>
              <a:off x="4068639" y="3200169"/>
              <a:ext cx="77643" cy="37272"/>
              <a:chOff x="4068639" y="3200169"/>
              <a:chExt cx="77643" cy="37272"/>
            </a:xfrm>
          </p:grpSpPr>
          <p:sp>
            <p:nvSpPr>
              <p:cNvPr id="9297" name="Google Shape;9297;p73"/>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8" name="Google Shape;9298;p73"/>
              <p:cNvGrpSpPr/>
              <p:nvPr/>
            </p:nvGrpSpPr>
            <p:grpSpPr>
              <a:xfrm>
                <a:off x="4114878" y="3200169"/>
                <a:ext cx="31405" cy="26993"/>
                <a:chOff x="4114878" y="3200169"/>
                <a:chExt cx="31405" cy="26993"/>
              </a:xfrm>
            </p:grpSpPr>
            <p:sp>
              <p:nvSpPr>
                <p:cNvPr id="9299" name="Google Shape;9299;p73"/>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3"/>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73"/>
              <p:cNvGrpSpPr/>
              <p:nvPr/>
            </p:nvGrpSpPr>
            <p:grpSpPr>
              <a:xfrm>
                <a:off x="4068639" y="3210535"/>
                <a:ext cx="31499" cy="26906"/>
                <a:chOff x="4068639" y="3210535"/>
                <a:chExt cx="31499" cy="26906"/>
              </a:xfrm>
            </p:grpSpPr>
            <p:sp>
              <p:nvSpPr>
                <p:cNvPr id="9302" name="Google Shape;9302;p73"/>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3"/>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04" name="Google Shape;9304;p73"/>
            <p:cNvGrpSpPr/>
            <p:nvPr/>
          </p:nvGrpSpPr>
          <p:grpSpPr>
            <a:xfrm>
              <a:off x="3869702" y="3066935"/>
              <a:ext cx="382664" cy="190294"/>
              <a:chOff x="3869702" y="3066935"/>
              <a:chExt cx="382664" cy="190294"/>
            </a:xfrm>
          </p:grpSpPr>
          <p:grpSp>
            <p:nvGrpSpPr>
              <p:cNvPr id="9305" name="Google Shape;9305;p73"/>
              <p:cNvGrpSpPr/>
              <p:nvPr/>
            </p:nvGrpSpPr>
            <p:grpSpPr>
              <a:xfrm>
                <a:off x="3888633" y="3082351"/>
                <a:ext cx="351172" cy="160698"/>
                <a:chOff x="3888633" y="3082351"/>
                <a:chExt cx="351172" cy="160698"/>
              </a:xfrm>
            </p:grpSpPr>
            <p:sp>
              <p:nvSpPr>
                <p:cNvPr id="9306" name="Google Shape;9306;p73"/>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3"/>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3"/>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3"/>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3"/>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3"/>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73"/>
              <p:cNvGrpSpPr/>
              <p:nvPr/>
            </p:nvGrpSpPr>
            <p:grpSpPr>
              <a:xfrm>
                <a:off x="4143703" y="3066935"/>
                <a:ext cx="37783" cy="32357"/>
                <a:chOff x="4143703" y="3066935"/>
                <a:chExt cx="37783" cy="32357"/>
              </a:xfrm>
            </p:grpSpPr>
            <p:sp>
              <p:nvSpPr>
                <p:cNvPr id="9313" name="Google Shape;9313;p73"/>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3"/>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73"/>
              <p:cNvGrpSpPr/>
              <p:nvPr/>
            </p:nvGrpSpPr>
            <p:grpSpPr>
              <a:xfrm>
                <a:off x="4044565" y="3103563"/>
                <a:ext cx="37783" cy="32451"/>
                <a:chOff x="4044565" y="3103563"/>
                <a:chExt cx="37783" cy="32451"/>
              </a:xfrm>
            </p:grpSpPr>
            <p:sp>
              <p:nvSpPr>
                <p:cNvPr id="9316" name="Google Shape;9316;p73"/>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3"/>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73"/>
              <p:cNvGrpSpPr/>
              <p:nvPr/>
            </p:nvGrpSpPr>
            <p:grpSpPr>
              <a:xfrm>
                <a:off x="4017454" y="3188237"/>
                <a:ext cx="37776" cy="32357"/>
                <a:chOff x="4017454" y="3188237"/>
                <a:chExt cx="37776" cy="32357"/>
              </a:xfrm>
            </p:grpSpPr>
            <p:sp>
              <p:nvSpPr>
                <p:cNvPr id="9319" name="Google Shape;9319;p73"/>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3"/>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73"/>
              <p:cNvGrpSpPr/>
              <p:nvPr/>
            </p:nvGrpSpPr>
            <p:grpSpPr>
              <a:xfrm>
                <a:off x="3921548" y="3157509"/>
                <a:ext cx="37783" cy="32357"/>
                <a:chOff x="3921548" y="3157509"/>
                <a:chExt cx="37783" cy="32357"/>
              </a:xfrm>
            </p:grpSpPr>
            <p:sp>
              <p:nvSpPr>
                <p:cNvPr id="9322" name="Google Shape;9322;p73"/>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3"/>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73"/>
              <p:cNvGrpSpPr/>
              <p:nvPr/>
            </p:nvGrpSpPr>
            <p:grpSpPr>
              <a:xfrm>
                <a:off x="3939056" y="3211620"/>
                <a:ext cx="37783" cy="32380"/>
                <a:chOff x="3939056" y="3211620"/>
                <a:chExt cx="37783" cy="32380"/>
              </a:xfrm>
            </p:grpSpPr>
            <p:sp>
              <p:nvSpPr>
                <p:cNvPr id="9325" name="Google Shape;9325;p73"/>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3"/>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73"/>
              <p:cNvGrpSpPr/>
              <p:nvPr/>
            </p:nvGrpSpPr>
            <p:grpSpPr>
              <a:xfrm>
                <a:off x="4176240" y="3136965"/>
                <a:ext cx="31405" cy="26930"/>
                <a:chOff x="4176240" y="3136965"/>
                <a:chExt cx="31405" cy="26930"/>
              </a:xfrm>
            </p:grpSpPr>
            <p:sp>
              <p:nvSpPr>
                <p:cNvPr id="9328" name="Google Shape;9328;p73"/>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3"/>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73"/>
              <p:cNvGrpSpPr/>
              <p:nvPr/>
            </p:nvGrpSpPr>
            <p:grpSpPr>
              <a:xfrm>
                <a:off x="4133148" y="3152593"/>
                <a:ext cx="31499" cy="27001"/>
                <a:chOff x="4133148" y="3152593"/>
                <a:chExt cx="31499" cy="27001"/>
              </a:xfrm>
            </p:grpSpPr>
            <p:sp>
              <p:nvSpPr>
                <p:cNvPr id="9331" name="Google Shape;9331;p73"/>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3"/>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73"/>
              <p:cNvGrpSpPr/>
              <p:nvPr/>
            </p:nvGrpSpPr>
            <p:grpSpPr>
              <a:xfrm>
                <a:off x="4220866" y="3073534"/>
                <a:ext cx="31499" cy="26898"/>
                <a:chOff x="4220866" y="3073534"/>
                <a:chExt cx="31499" cy="26898"/>
              </a:xfrm>
            </p:grpSpPr>
            <p:sp>
              <p:nvSpPr>
                <p:cNvPr id="9334" name="Google Shape;9334;p73"/>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3"/>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73"/>
              <p:cNvGrpSpPr/>
              <p:nvPr/>
            </p:nvGrpSpPr>
            <p:grpSpPr>
              <a:xfrm>
                <a:off x="3869702" y="3230323"/>
                <a:ext cx="31499" cy="26906"/>
                <a:chOff x="3869702" y="3230323"/>
                <a:chExt cx="31499" cy="26906"/>
              </a:xfrm>
            </p:grpSpPr>
            <p:sp>
              <p:nvSpPr>
                <p:cNvPr id="9337" name="Google Shape;9337;p73"/>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3"/>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39" name="Google Shape;9339;p73"/>
            <p:cNvGrpSpPr/>
            <p:nvPr/>
          </p:nvGrpSpPr>
          <p:grpSpPr>
            <a:xfrm>
              <a:off x="4271383" y="3065882"/>
              <a:ext cx="304556" cy="341663"/>
              <a:chOff x="4271383" y="3065882"/>
              <a:chExt cx="304556" cy="341663"/>
            </a:xfrm>
          </p:grpSpPr>
          <p:grpSp>
            <p:nvGrpSpPr>
              <p:cNvPr id="9340" name="Google Shape;9340;p73"/>
              <p:cNvGrpSpPr/>
              <p:nvPr/>
            </p:nvGrpSpPr>
            <p:grpSpPr>
              <a:xfrm>
                <a:off x="4293838" y="3078639"/>
                <a:ext cx="269353" cy="311973"/>
                <a:chOff x="4293838" y="3078639"/>
                <a:chExt cx="269353" cy="311973"/>
              </a:xfrm>
            </p:grpSpPr>
            <p:sp>
              <p:nvSpPr>
                <p:cNvPr id="9341" name="Google Shape;9341;p73"/>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3"/>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3"/>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3"/>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3"/>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3"/>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3"/>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3"/>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3"/>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3"/>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3"/>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3"/>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3"/>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3"/>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3"/>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3"/>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3"/>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73"/>
              <p:cNvGrpSpPr/>
              <p:nvPr/>
            </p:nvGrpSpPr>
            <p:grpSpPr>
              <a:xfrm>
                <a:off x="4538164" y="3342061"/>
                <a:ext cx="37776" cy="32380"/>
                <a:chOff x="4538164" y="3342061"/>
                <a:chExt cx="37776" cy="32380"/>
              </a:xfrm>
            </p:grpSpPr>
            <p:sp>
              <p:nvSpPr>
                <p:cNvPr id="9359" name="Google Shape;9359;p73"/>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3"/>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73"/>
              <p:cNvGrpSpPr/>
              <p:nvPr/>
            </p:nvGrpSpPr>
            <p:grpSpPr>
              <a:xfrm>
                <a:off x="4271383" y="3194742"/>
                <a:ext cx="37783" cy="32420"/>
                <a:chOff x="4271383" y="3194742"/>
                <a:chExt cx="37783" cy="32420"/>
              </a:xfrm>
            </p:grpSpPr>
            <p:sp>
              <p:nvSpPr>
                <p:cNvPr id="9362" name="Google Shape;9362;p73"/>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3"/>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4" name="Google Shape;9364;p73"/>
              <p:cNvGrpSpPr/>
              <p:nvPr/>
            </p:nvGrpSpPr>
            <p:grpSpPr>
              <a:xfrm>
                <a:off x="4284416" y="3084058"/>
                <a:ext cx="37783" cy="32357"/>
                <a:chOff x="4284416" y="3084058"/>
                <a:chExt cx="37783" cy="32357"/>
              </a:xfrm>
            </p:grpSpPr>
            <p:sp>
              <p:nvSpPr>
                <p:cNvPr id="9365" name="Google Shape;9365;p73"/>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3"/>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7" name="Google Shape;9367;p73"/>
              <p:cNvGrpSpPr/>
              <p:nvPr/>
            </p:nvGrpSpPr>
            <p:grpSpPr>
              <a:xfrm>
                <a:off x="4478697" y="3297561"/>
                <a:ext cx="37776" cy="32451"/>
                <a:chOff x="4478697" y="3297561"/>
                <a:chExt cx="37776" cy="32451"/>
              </a:xfrm>
            </p:grpSpPr>
            <p:sp>
              <p:nvSpPr>
                <p:cNvPr id="9368" name="Google Shape;9368;p73"/>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3"/>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73"/>
              <p:cNvGrpSpPr/>
              <p:nvPr/>
            </p:nvGrpSpPr>
            <p:grpSpPr>
              <a:xfrm>
                <a:off x="4411813" y="3331711"/>
                <a:ext cx="37776" cy="32451"/>
                <a:chOff x="4411813" y="3331711"/>
                <a:chExt cx="37776" cy="32451"/>
              </a:xfrm>
            </p:grpSpPr>
            <p:sp>
              <p:nvSpPr>
                <p:cNvPr id="9371" name="Google Shape;9371;p73"/>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3"/>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73"/>
              <p:cNvGrpSpPr/>
              <p:nvPr/>
            </p:nvGrpSpPr>
            <p:grpSpPr>
              <a:xfrm>
                <a:off x="4337984" y="3375188"/>
                <a:ext cx="37776" cy="32357"/>
                <a:chOff x="4337984" y="3375188"/>
                <a:chExt cx="37776" cy="32357"/>
              </a:xfrm>
            </p:grpSpPr>
            <p:sp>
              <p:nvSpPr>
                <p:cNvPr id="9374" name="Google Shape;9374;p73"/>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3"/>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73"/>
              <p:cNvGrpSpPr/>
              <p:nvPr/>
            </p:nvGrpSpPr>
            <p:grpSpPr>
              <a:xfrm>
                <a:off x="4494867" y="3090530"/>
                <a:ext cx="37878" cy="32451"/>
                <a:chOff x="4494867" y="3090530"/>
                <a:chExt cx="37878" cy="32451"/>
              </a:xfrm>
            </p:grpSpPr>
            <p:sp>
              <p:nvSpPr>
                <p:cNvPr id="9377" name="Google Shape;9377;p73"/>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3"/>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73"/>
              <p:cNvGrpSpPr/>
              <p:nvPr/>
            </p:nvGrpSpPr>
            <p:grpSpPr>
              <a:xfrm>
                <a:off x="4525124" y="3207774"/>
                <a:ext cx="37783" cy="32420"/>
                <a:chOff x="4525124" y="3207774"/>
                <a:chExt cx="37783" cy="32420"/>
              </a:xfrm>
            </p:grpSpPr>
            <p:sp>
              <p:nvSpPr>
                <p:cNvPr id="9380" name="Google Shape;9380;p73"/>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3"/>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73"/>
              <p:cNvGrpSpPr/>
              <p:nvPr/>
            </p:nvGrpSpPr>
            <p:grpSpPr>
              <a:xfrm>
                <a:off x="4440544" y="3176479"/>
                <a:ext cx="31499" cy="26898"/>
                <a:chOff x="4440544" y="3176479"/>
                <a:chExt cx="31499" cy="26898"/>
              </a:xfrm>
            </p:grpSpPr>
            <p:sp>
              <p:nvSpPr>
                <p:cNvPr id="9383" name="Google Shape;9383;p73"/>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3"/>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73"/>
              <p:cNvGrpSpPr/>
              <p:nvPr/>
            </p:nvGrpSpPr>
            <p:grpSpPr>
              <a:xfrm>
                <a:off x="4350545" y="3156400"/>
                <a:ext cx="31405" cy="27001"/>
                <a:chOff x="4350545" y="3156400"/>
                <a:chExt cx="31405" cy="27001"/>
              </a:xfrm>
            </p:grpSpPr>
            <p:sp>
              <p:nvSpPr>
                <p:cNvPr id="9386" name="Google Shape;9386;p73"/>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3"/>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8" name="Google Shape;9388;p73"/>
              <p:cNvGrpSpPr/>
              <p:nvPr/>
            </p:nvGrpSpPr>
            <p:grpSpPr>
              <a:xfrm>
                <a:off x="4376703" y="3255058"/>
                <a:ext cx="31405" cy="27001"/>
                <a:chOff x="4376703" y="3255058"/>
                <a:chExt cx="31405" cy="27001"/>
              </a:xfrm>
            </p:grpSpPr>
            <p:sp>
              <p:nvSpPr>
                <p:cNvPr id="9389" name="Google Shape;9389;p73"/>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3"/>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73"/>
              <p:cNvGrpSpPr/>
              <p:nvPr/>
            </p:nvGrpSpPr>
            <p:grpSpPr>
              <a:xfrm>
                <a:off x="4331322" y="3283656"/>
                <a:ext cx="31405" cy="26945"/>
                <a:chOff x="4331322" y="3283656"/>
                <a:chExt cx="31405" cy="26945"/>
              </a:xfrm>
            </p:grpSpPr>
            <p:sp>
              <p:nvSpPr>
                <p:cNvPr id="9392" name="Google Shape;9392;p73"/>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3"/>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4" name="Google Shape;9394;p73"/>
              <p:cNvGrpSpPr/>
              <p:nvPr/>
            </p:nvGrpSpPr>
            <p:grpSpPr>
              <a:xfrm>
                <a:off x="4380510" y="3065882"/>
                <a:ext cx="31405" cy="26938"/>
                <a:chOff x="4380510" y="3065882"/>
                <a:chExt cx="31405" cy="26938"/>
              </a:xfrm>
            </p:grpSpPr>
            <p:sp>
              <p:nvSpPr>
                <p:cNvPr id="9395" name="Google Shape;9395;p73"/>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3"/>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97" name="Google Shape;9397;p73"/>
            <p:cNvGrpSpPr/>
            <p:nvPr/>
          </p:nvGrpSpPr>
          <p:grpSpPr>
            <a:xfrm>
              <a:off x="4558998" y="3188237"/>
              <a:ext cx="1280131" cy="1052746"/>
              <a:chOff x="4558998" y="3188237"/>
              <a:chExt cx="1280131" cy="1052746"/>
            </a:xfrm>
          </p:grpSpPr>
          <p:sp>
            <p:nvSpPr>
              <p:cNvPr id="9398" name="Google Shape;9398;p73"/>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9" name="Google Shape;9399;p73"/>
              <p:cNvGrpSpPr/>
              <p:nvPr/>
            </p:nvGrpSpPr>
            <p:grpSpPr>
              <a:xfrm>
                <a:off x="4579164" y="3203653"/>
                <a:ext cx="1244833" cy="1020397"/>
                <a:chOff x="4579164" y="3203653"/>
                <a:chExt cx="1244833" cy="1020397"/>
              </a:xfrm>
            </p:grpSpPr>
            <p:sp>
              <p:nvSpPr>
                <p:cNvPr id="9400" name="Google Shape;9400;p73"/>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3"/>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2" name="Google Shape;9402;p73"/>
                <p:cNvGrpSpPr/>
                <p:nvPr/>
              </p:nvGrpSpPr>
              <p:grpSpPr>
                <a:xfrm>
                  <a:off x="4579164" y="3203653"/>
                  <a:ext cx="1244833" cy="1020397"/>
                  <a:chOff x="4579164" y="3203653"/>
                  <a:chExt cx="1244833" cy="1020397"/>
                </a:xfrm>
              </p:grpSpPr>
              <p:sp>
                <p:nvSpPr>
                  <p:cNvPr id="9403" name="Google Shape;9403;p73"/>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3"/>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5" name="Google Shape;9405;p73"/>
                  <p:cNvGrpSpPr/>
                  <p:nvPr/>
                </p:nvGrpSpPr>
                <p:grpSpPr>
                  <a:xfrm>
                    <a:off x="4579164" y="3203653"/>
                    <a:ext cx="1244833" cy="1020397"/>
                    <a:chOff x="4579164" y="3203653"/>
                    <a:chExt cx="1244833" cy="1020397"/>
                  </a:xfrm>
                </p:grpSpPr>
                <p:sp>
                  <p:nvSpPr>
                    <p:cNvPr id="9406" name="Google Shape;9406;p73"/>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3"/>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3"/>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3"/>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3"/>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3"/>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3"/>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3"/>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4" name="Google Shape;9414;p73"/>
                    <p:cNvGrpSpPr/>
                    <p:nvPr/>
                  </p:nvGrpSpPr>
                  <p:grpSpPr>
                    <a:xfrm>
                      <a:off x="4579164" y="3203653"/>
                      <a:ext cx="1244833" cy="1020397"/>
                      <a:chOff x="4579164" y="3203653"/>
                      <a:chExt cx="1244833" cy="1020397"/>
                    </a:xfrm>
                  </p:grpSpPr>
                  <p:sp>
                    <p:nvSpPr>
                      <p:cNvPr id="9415" name="Google Shape;9415;p73"/>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3"/>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3"/>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3"/>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3"/>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3"/>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3"/>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3"/>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3"/>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3"/>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3"/>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3"/>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3"/>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3"/>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9" name="Google Shape;9429;p73"/>
                      <p:cNvGrpSpPr/>
                      <p:nvPr/>
                    </p:nvGrpSpPr>
                    <p:grpSpPr>
                      <a:xfrm>
                        <a:off x="4579164" y="3203653"/>
                        <a:ext cx="1244833" cy="1020397"/>
                        <a:chOff x="4579164" y="3203653"/>
                        <a:chExt cx="1244833" cy="1020397"/>
                      </a:xfrm>
                    </p:grpSpPr>
                    <p:sp>
                      <p:nvSpPr>
                        <p:cNvPr id="9430" name="Google Shape;9430;p73"/>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3"/>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3"/>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3"/>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3"/>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3"/>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3"/>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3"/>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3"/>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3"/>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3"/>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3"/>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3"/>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3"/>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3"/>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3"/>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3"/>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3"/>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3"/>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3"/>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3"/>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3"/>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3"/>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3"/>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4" name="Google Shape;9454;p73"/>
                        <p:cNvGrpSpPr/>
                        <p:nvPr/>
                      </p:nvGrpSpPr>
                      <p:grpSpPr>
                        <a:xfrm>
                          <a:off x="4579164" y="3203653"/>
                          <a:ext cx="1244833" cy="1020397"/>
                          <a:chOff x="4579164" y="3203653"/>
                          <a:chExt cx="1244833" cy="1020397"/>
                        </a:xfrm>
                      </p:grpSpPr>
                      <p:sp>
                        <p:nvSpPr>
                          <p:cNvPr id="9455" name="Google Shape;9455;p73"/>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6" name="Google Shape;9456;p73"/>
                          <p:cNvGrpSpPr/>
                          <p:nvPr/>
                        </p:nvGrpSpPr>
                        <p:grpSpPr>
                          <a:xfrm>
                            <a:off x="4579164" y="3203653"/>
                            <a:ext cx="1244833" cy="1020397"/>
                            <a:chOff x="4579164" y="3203653"/>
                            <a:chExt cx="1244833" cy="1020397"/>
                          </a:xfrm>
                        </p:grpSpPr>
                        <p:sp>
                          <p:nvSpPr>
                            <p:cNvPr id="9457" name="Google Shape;9457;p73"/>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3"/>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3"/>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3"/>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3"/>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3"/>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3"/>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4" name="Google Shape;9464;p73"/>
                            <p:cNvGrpSpPr/>
                            <p:nvPr/>
                          </p:nvGrpSpPr>
                          <p:grpSpPr>
                            <a:xfrm>
                              <a:off x="4579164" y="3203653"/>
                              <a:ext cx="1244833" cy="1020397"/>
                              <a:chOff x="4579164" y="3203653"/>
                              <a:chExt cx="1244833" cy="1020397"/>
                            </a:xfrm>
                          </p:grpSpPr>
                          <p:sp>
                            <p:nvSpPr>
                              <p:cNvPr id="9465" name="Google Shape;9465;p73"/>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3"/>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3"/>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3"/>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3"/>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3"/>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3"/>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3"/>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3"/>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3"/>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3"/>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3"/>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3"/>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8" name="Google Shape;9478;p73"/>
                              <p:cNvGrpSpPr/>
                              <p:nvPr/>
                            </p:nvGrpSpPr>
                            <p:grpSpPr>
                              <a:xfrm>
                                <a:off x="4579164" y="3203653"/>
                                <a:ext cx="1244833" cy="1020397"/>
                                <a:chOff x="4579164" y="3203653"/>
                                <a:chExt cx="1244833" cy="1020397"/>
                              </a:xfrm>
                            </p:grpSpPr>
                            <p:sp>
                              <p:nvSpPr>
                                <p:cNvPr id="9479" name="Google Shape;9479;p73"/>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3"/>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3"/>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3"/>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3"/>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3"/>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3"/>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6" name="Google Shape;9486;p73"/>
                                <p:cNvGrpSpPr/>
                                <p:nvPr/>
                              </p:nvGrpSpPr>
                              <p:grpSpPr>
                                <a:xfrm>
                                  <a:off x="4579164" y="3203653"/>
                                  <a:ext cx="1244833" cy="1020397"/>
                                  <a:chOff x="4579164" y="3203653"/>
                                  <a:chExt cx="1244833" cy="1020397"/>
                                </a:xfrm>
                              </p:grpSpPr>
                              <p:sp>
                                <p:nvSpPr>
                                  <p:cNvPr id="9487" name="Google Shape;9487;p73"/>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3"/>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3"/>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3"/>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3"/>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2" name="Google Shape;9492;p73"/>
                                  <p:cNvGrpSpPr/>
                                  <p:nvPr/>
                                </p:nvGrpSpPr>
                                <p:grpSpPr>
                                  <a:xfrm>
                                    <a:off x="4579164" y="3203653"/>
                                    <a:ext cx="1244833" cy="1020397"/>
                                    <a:chOff x="4579164" y="3203653"/>
                                    <a:chExt cx="1244833" cy="1020397"/>
                                  </a:xfrm>
                                </p:grpSpPr>
                                <p:sp>
                                  <p:nvSpPr>
                                    <p:cNvPr id="9493" name="Google Shape;9493;p73"/>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3"/>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3"/>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3"/>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9497" name="Google Shape;9497;p73"/>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3"/>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3"/>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500" name="Google Shape;9500;p73"/>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9501" name="Google Shape;9501;p73"/>
              <p:cNvGrpSpPr/>
              <p:nvPr/>
            </p:nvGrpSpPr>
            <p:grpSpPr>
              <a:xfrm>
                <a:off x="4595437" y="3598775"/>
                <a:ext cx="37776" cy="32451"/>
                <a:chOff x="4595437" y="3598775"/>
                <a:chExt cx="37776" cy="32451"/>
              </a:xfrm>
            </p:grpSpPr>
            <p:sp>
              <p:nvSpPr>
                <p:cNvPr id="9502" name="Google Shape;9502;p73"/>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3"/>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4" name="Google Shape;9504;p73"/>
              <p:cNvGrpSpPr/>
              <p:nvPr/>
            </p:nvGrpSpPr>
            <p:grpSpPr>
              <a:xfrm>
                <a:off x="4641864" y="3524443"/>
                <a:ext cx="37776" cy="32380"/>
                <a:chOff x="4641864" y="3524443"/>
                <a:chExt cx="37776" cy="32380"/>
              </a:xfrm>
            </p:grpSpPr>
            <p:sp>
              <p:nvSpPr>
                <p:cNvPr id="9505" name="Google Shape;9505;p73"/>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3"/>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73"/>
              <p:cNvGrpSpPr/>
              <p:nvPr/>
            </p:nvGrpSpPr>
            <p:grpSpPr>
              <a:xfrm>
                <a:off x="4648431" y="3893901"/>
                <a:ext cx="37776" cy="32357"/>
                <a:chOff x="4648431" y="3893901"/>
                <a:chExt cx="37776" cy="32357"/>
              </a:xfrm>
            </p:grpSpPr>
            <p:sp>
              <p:nvSpPr>
                <p:cNvPr id="9508" name="Google Shape;9508;p73"/>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3"/>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73"/>
              <p:cNvGrpSpPr/>
              <p:nvPr/>
            </p:nvGrpSpPr>
            <p:grpSpPr>
              <a:xfrm>
                <a:off x="4567752" y="3722908"/>
                <a:ext cx="37870" cy="32380"/>
                <a:chOff x="4567752" y="3722908"/>
                <a:chExt cx="37870" cy="32380"/>
              </a:xfrm>
            </p:grpSpPr>
            <p:sp>
              <p:nvSpPr>
                <p:cNvPr id="9511" name="Google Shape;9511;p73"/>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3"/>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73"/>
              <p:cNvGrpSpPr/>
              <p:nvPr/>
            </p:nvGrpSpPr>
            <p:grpSpPr>
              <a:xfrm>
                <a:off x="4617506" y="3652052"/>
                <a:ext cx="37783" cy="32357"/>
                <a:chOff x="4617506" y="3652052"/>
                <a:chExt cx="37783" cy="32357"/>
              </a:xfrm>
            </p:grpSpPr>
            <p:sp>
              <p:nvSpPr>
                <p:cNvPr id="9514" name="Google Shape;9514;p73"/>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3"/>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73"/>
              <p:cNvGrpSpPr/>
              <p:nvPr/>
            </p:nvGrpSpPr>
            <p:grpSpPr>
              <a:xfrm>
                <a:off x="4739005" y="3554149"/>
                <a:ext cx="37870" cy="32357"/>
                <a:chOff x="4739005" y="3554149"/>
                <a:chExt cx="37870" cy="32357"/>
              </a:xfrm>
            </p:grpSpPr>
            <p:sp>
              <p:nvSpPr>
                <p:cNvPr id="9517" name="Google Shape;9517;p73"/>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3"/>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73"/>
              <p:cNvGrpSpPr/>
              <p:nvPr/>
            </p:nvGrpSpPr>
            <p:grpSpPr>
              <a:xfrm>
                <a:off x="4806557" y="3630258"/>
                <a:ext cx="37776" cy="32364"/>
                <a:chOff x="4806557" y="3630258"/>
                <a:chExt cx="37776" cy="32364"/>
              </a:xfrm>
            </p:grpSpPr>
            <p:sp>
              <p:nvSpPr>
                <p:cNvPr id="9520" name="Google Shape;9520;p73"/>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3"/>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73"/>
              <p:cNvGrpSpPr/>
              <p:nvPr/>
            </p:nvGrpSpPr>
            <p:grpSpPr>
              <a:xfrm>
                <a:off x="4737007" y="4004357"/>
                <a:ext cx="37870" cy="32357"/>
                <a:chOff x="4737007" y="4004357"/>
                <a:chExt cx="37870" cy="32357"/>
              </a:xfrm>
            </p:grpSpPr>
            <p:sp>
              <p:nvSpPr>
                <p:cNvPr id="9523" name="Google Shape;9523;p73"/>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3"/>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73"/>
              <p:cNvGrpSpPr/>
              <p:nvPr/>
            </p:nvGrpSpPr>
            <p:grpSpPr>
              <a:xfrm>
                <a:off x="4773634" y="4208627"/>
                <a:ext cx="37776" cy="32357"/>
                <a:chOff x="4773634" y="4208627"/>
                <a:chExt cx="37776" cy="32357"/>
              </a:xfrm>
            </p:grpSpPr>
            <p:sp>
              <p:nvSpPr>
                <p:cNvPr id="9526" name="Google Shape;9526;p73"/>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3"/>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73"/>
              <p:cNvGrpSpPr/>
              <p:nvPr/>
            </p:nvGrpSpPr>
            <p:grpSpPr>
              <a:xfrm>
                <a:off x="4888282" y="4074764"/>
                <a:ext cx="37776" cy="32451"/>
                <a:chOff x="4888282" y="4074764"/>
                <a:chExt cx="37776" cy="32451"/>
              </a:xfrm>
            </p:grpSpPr>
            <p:sp>
              <p:nvSpPr>
                <p:cNvPr id="9529" name="Google Shape;9529;p73"/>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3"/>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73"/>
              <p:cNvGrpSpPr/>
              <p:nvPr/>
            </p:nvGrpSpPr>
            <p:grpSpPr>
              <a:xfrm>
                <a:off x="4901315" y="3804271"/>
                <a:ext cx="37776" cy="32364"/>
                <a:chOff x="4901315" y="3804271"/>
                <a:chExt cx="37776" cy="32364"/>
              </a:xfrm>
            </p:grpSpPr>
            <p:sp>
              <p:nvSpPr>
                <p:cNvPr id="9532" name="Google Shape;9532;p73"/>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3"/>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73"/>
              <p:cNvGrpSpPr/>
              <p:nvPr/>
            </p:nvGrpSpPr>
            <p:grpSpPr>
              <a:xfrm>
                <a:off x="4866394" y="3715035"/>
                <a:ext cx="37846" cy="32357"/>
                <a:chOff x="4866394" y="3715035"/>
                <a:chExt cx="37846" cy="32357"/>
              </a:xfrm>
            </p:grpSpPr>
            <p:sp>
              <p:nvSpPr>
                <p:cNvPr id="9535" name="Google Shape;9535;p73"/>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3"/>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73"/>
              <p:cNvGrpSpPr/>
              <p:nvPr/>
            </p:nvGrpSpPr>
            <p:grpSpPr>
              <a:xfrm>
                <a:off x="4979233" y="3839798"/>
                <a:ext cx="37878" cy="32420"/>
                <a:chOff x="4979233" y="3839798"/>
                <a:chExt cx="37878" cy="32420"/>
              </a:xfrm>
            </p:grpSpPr>
            <p:sp>
              <p:nvSpPr>
                <p:cNvPr id="9538" name="Google Shape;9538;p73"/>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3"/>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0" name="Google Shape;9540;p73"/>
              <p:cNvGrpSpPr/>
              <p:nvPr/>
            </p:nvGrpSpPr>
            <p:grpSpPr>
              <a:xfrm>
                <a:off x="4790662" y="3679147"/>
                <a:ext cx="37783" cy="32380"/>
                <a:chOff x="4790662" y="3679147"/>
                <a:chExt cx="37783" cy="32380"/>
              </a:xfrm>
            </p:grpSpPr>
            <p:sp>
              <p:nvSpPr>
                <p:cNvPr id="9541" name="Google Shape;9541;p73"/>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3"/>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3" name="Google Shape;9543;p73"/>
              <p:cNvGrpSpPr/>
              <p:nvPr/>
            </p:nvGrpSpPr>
            <p:grpSpPr>
              <a:xfrm>
                <a:off x="4857263" y="3557861"/>
                <a:ext cx="37776" cy="32357"/>
                <a:chOff x="4857263" y="3557861"/>
                <a:chExt cx="37776" cy="32357"/>
              </a:xfrm>
            </p:grpSpPr>
            <p:sp>
              <p:nvSpPr>
                <p:cNvPr id="9544" name="Google Shape;9544;p73"/>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3"/>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6" name="Google Shape;9546;p73"/>
              <p:cNvGrpSpPr/>
              <p:nvPr/>
            </p:nvGrpSpPr>
            <p:grpSpPr>
              <a:xfrm>
                <a:off x="4883902" y="3648033"/>
                <a:ext cx="37783" cy="32380"/>
                <a:chOff x="4883902" y="3648033"/>
                <a:chExt cx="37783" cy="32380"/>
              </a:xfrm>
            </p:grpSpPr>
            <p:sp>
              <p:nvSpPr>
                <p:cNvPr id="9547" name="Google Shape;9547;p73"/>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3"/>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73"/>
              <p:cNvGrpSpPr/>
              <p:nvPr/>
            </p:nvGrpSpPr>
            <p:grpSpPr>
              <a:xfrm>
                <a:off x="4907780" y="3347220"/>
                <a:ext cx="37878" cy="32357"/>
                <a:chOff x="4907780" y="3347220"/>
                <a:chExt cx="37878" cy="32357"/>
              </a:xfrm>
            </p:grpSpPr>
            <p:sp>
              <p:nvSpPr>
                <p:cNvPr id="9550" name="Google Shape;9550;p73"/>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3"/>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73"/>
              <p:cNvGrpSpPr/>
              <p:nvPr/>
            </p:nvGrpSpPr>
            <p:grpSpPr>
              <a:xfrm>
                <a:off x="5065048" y="3738150"/>
                <a:ext cx="37783" cy="32364"/>
                <a:chOff x="5065048" y="3738150"/>
                <a:chExt cx="37783" cy="32364"/>
              </a:xfrm>
            </p:grpSpPr>
            <p:sp>
              <p:nvSpPr>
                <p:cNvPr id="9553" name="Google Shape;9553;p73"/>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3"/>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73"/>
              <p:cNvGrpSpPr/>
              <p:nvPr/>
            </p:nvGrpSpPr>
            <p:grpSpPr>
              <a:xfrm>
                <a:off x="5071616" y="3284615"/>
                <a:ext cx="37783" cy="32357"/>
                <a:chOff x="5071616" y="3284615"/>
                <a:chExt cx="37783" cy="32357"/>
              </a:xfrm>
            </p:grpSpPr>
            <p:sp>
              <p:nvSpPr>
                <p:cNvPr id="9556" name="Google Shape;9556;p73"/>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3"/>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73"/>
              <p:cNvGrpSpPr/>
              <p:nvPr/>
            </p:nvGrpSpPr>
            <p:grpSpPr>
              <a:xfrm>
                <a:off x="5389291" y="3759921"/>
                <a:ext cx="37783" cy="32380"/>
                <a:chOff x="5389291" y="3759921"/>
                <a:chExt cx="37783" cy="32380"/>
              </a:xfrm>
            </p:grpSpPr>
            <p:sp>
              <p:nvSpPr>
                <p:cNvPr id="9559" name="Google Shape;9559;p73"/>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3"/>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73"/>
              <p:cNvGrpSpPr/>
              <p:nvPr/>
            </p:nvGrpSpPr>
            <p:grpSpPr>
              <a:xfrm>
                <a:off x="5431534" y="3632932"/>
                <a:ext cx="37878" cy="32451"/>
                <a:chOff x="5431534" y="3632932"/>
                <a:chExt cx="37878" cy="32451"/>
              </a:xfrm>
            </p:grpSpPr>
            <p:sp>
              <p:nvSpPr>
                <p:cNvPr id="9562" name="Google Shape;9562;p73"/>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3"/>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73"/>
              <p:cNvGrpSpPr/>
              <p:nvPr/>
            </p:nvGrpSpPr>
            <p:grpSpPr>
              <a:xfrm>
                <a:off x="5540755" y="3544829"/>
                <a:ext cx="37783" cy="32357"/>
                <a:chOff x="5540755" y="3544829"/>
                <a:chExt cx="37783" cy="32357"/>
              </a:xfrm>
            </p:grpSpPr>
            <p:sp>
              <p:nvSpPr>
                <p:cNvPr id="9565" name="Google Shape;9565;p73"/>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3"/>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7" name="Google Shape;9567;p73"/>
              <p:cNvGrpSpPr/>
              <p:nvPr/>
            </p:nvGrpSpPr>
            <p:grpSpPr>
              <a:xfrm>
                <a:off x="5579293" y="3412107"/>
                <a:ext cx="37776" cy="32357"/>
                <a:chOff x="5579293" y="3412107"/>
                <a:chExt cx="37776" cy="32357"/>
              </a:xfrm>
            </p:grpSpPr>
            <p:sp>
              <p:nvSpPr>
                <p:cNvPr id="9568" name="Google Shape;9568;p73"/>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3"/>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73"/>
              <p:cNvGrpSpPr/>
              <p:nvPr/>
            </p:nvGrpSpPr>
            <p:grpSpPr>
              <a:xfrm>
                <a:off x="5801346" y="3284615"/>
                <a:ext cx="37783" cy="32357"/>
                <a:chOff x="5801346" y="3284615"/>
                <a:chExt cx="37783" cy="32357"/>
              </a:xfrm>
            </p:grpSpPr>
            <p:sp>
              <p:nvSpPr>
                <p:cNvPr id="9571" name="Google Shape;9571;p73"/>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3"/>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3" name="Google Shape;9573;p73"/>
              <p:cNvGrpSpPr/>
              <p:nvPr/>
            </p:nvGrpSpPr>
            <p:grpSpPr>
              <a:xfrm>
                <a:off x="5763578" y="3399067"/>
                <a:ext cx="37776" cy="32364"/>
                <a:chOff x="5763578" y="3399067"/>
                <a:chExt cx="37776" cy="32364"/>
              </a:xfrm>
            </p:grpSpPr>
            <p:sp>
              <p:nvSpPr>
                <p:cNvPr id="9574" name="Google Shape;9574;p73"/>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3"/>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6" name="Google Shape;9576;p73"/>
              <p:cNvGrpSpPr/>
              <p:nvPr/>
            </p:nvGrpSpPr>
            <p:grpSpPr>
              <a:xfrm>
                <a:off x="5395858" y="3230952"/>
                <a:ext cx="37776" cy="32364"/>
                <a:chOff x="5395858" y="3230952"/>
                <a:chExt cx="37776" cy="32364"/>
              </a:xfrm>
            </p:grpSpPr>
            <p:sp>
              <p:nvSpPr>
                <p:cNvPr id="9577" name="Google Shape;9577;p73"/>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3"/>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9" name="Google Shape;9579;p73"/>
              <p:cNvGrpSpPr/>
              <p:nvPr/>
            </p:nvGrpSpPr>
            <p:grpSpPr>
              <a:xfrm>
                <a:off x="5264088" y="3188237"/>
                <a:ext cx="37776" cy="32357"/>
                <a:chOff x="5264088" y="3188237"/>
                <a:chExt cx="37776" cy="32357"/>
              </a:xfrm>
            </p:grpSpPr>
            <p:sp>
              <p:nvSpPr>
                <p:cNvPr id="9580" name="Google Shape;9580;p73"/>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3"/>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73"/>
              <p:cNvGrpSpPr/>
              <p:nvPr/>
            </p:nvGrpSpPr>
            <p:grpSpPr>
              <a:xfrm>
                <a:off x="5585758" y="3237425"/>
                <a:ext cx="37878" cy="32357"/>
                <a:chOff x="5585758" y="3237425"/>
                <a:chExt cx="37878" cy="32357"/>
              </a:xfrm>
            </p:grpSpPr>
            <p:sp>
              <p:nvSpPr>
                <p:cNvPr id="9583" name="Google Shape;9583;p73"/>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3"/>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73"/>
              <p:cNvGrpSpPr/>
              <p:nvPr/>
            </p:nvGrpSpPr>
            <p:grpSpPr>
              <a:xfrm>
                <a:off x="4874196" y="3291088"/>
                <a:ext cx="37878" cy="32451"/>
                <a:chOff x="4874196" y="3291088"/>
                <a:chExt cx="37878" cy="32451"/>
              </a:xfrm>
            </p:grpSpPr>
            <p:sp>
              <p:nvSpPr>
                <p:cNvPr id="9586" name="Google Shape;9586;p73"/>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3"/>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73"/>
              <p:cNvGrpSpPr/>
              <p:nvPr/>
            </p:nvGrpSpPr>
            <p:grpSpPr>
              <a:xfrm>
                <a:off x="5197770" y="3785466"/>
                <a:ext cx="37783" cy="32427"/>
                <a:chOff x="5197770" y="3785466"/>
                <a:chExt cx="37783" cy="32427"/>
              </a:xfrm>
            </p:grpSpPr>
            <p:sp>
              <p:nvSpPr>
                <p:cNvPr id="9589" name="Google Shape;9589;p73"/>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3"/>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73"/>
              <p:cNvGrpSpPr/>
              <p:nvPr/>
            </p:nvGrpSpPr>
            <p:grpSpPr>
              <a:xfrm>
                <a:off x="5177699" y="3492117"/>
                <a:ext cx="37776" cy="32357"/>
                <a:chOff x="5177699" y="3492117"/>
                <a:chExt cx="37776" cy="32357"/>
              </a:xfrm>
            </p:grpSpPr>
            <p:sp>
              <p:nvSpPr>
                <p:cNvPr id="9592" name="Google Shape;9592;p73"/>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3"/>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73"/>
              <p:cNvGrpSpPr/>
              <p:nvPr/>
            </p:nvGrpSpPr>
            <p:grpSpPr>
              <a:xfrm>
                <a:off x="5349431" y="3622346"/>
                <a:ext cx="37870" cy="32380"/>
                <a:chOff x="5349431" y="3622346"/>
                <a:chExt cx="37870" cy="32380"/>
              </a:xfrm>
            </p:grpSpPr>
            <p:sp>
              <p:nvSpPr>
                <p:cNvPr id="9595" name="Google Shape;9595;p73"/>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3"/>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73"/>
              <p:cNvGrpSpPr/>
              <p:nvPr/>
            </p:nvGrpSpPr>
            <p:grpSpPr>
              <a:xfrm>
                <a:off x="5068855" y="3563980"/>
                <a:ext cx="53954" cy="46223"/>
                <a:chOff x="5068855" y="3563980"/>
                <a:chExt cx="53954" cy="46223"/>
              </a:xfrm>
            </p:grpSpPr>
            <p:sp>
              <p:nvSpPr>
                <p:cNvPr id="9598" name="Google Shape;9598;p73"/>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3"/>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73"/>
              <p:cNvGrpSpPr/>
              <p:nvPr/>
            </p:nvGrpSpPr>
            <p:grpSpPr>
              <a:xfrm>
                <a:off x="5037654" y="3392507"/>
                <a:ext cx="37870" cy="32451"/>
                <a:chOff x="5037654" y="3392507"/>
                <a:chExt cx="37870" cy="32451"/>
              </a:xfrm>
            </p:grpSpPr>
            <p:sp>
              <p:nvSpPr>
                <p:cNvPr id="9601" name="Google Shape;9601;p73"/>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3"/>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3" name="Google Shape;9603;p73"/>
              <p:cNvGrpSpPr/>
              <p:nvPr/>
            </p:nvGrpSpPr>
            <p:grpSpPr>
              <a:xfrm>
                <a:off x="5456560" y="3368629"/>
                <a:ext cx="37870" cy="32451"/>
                <a:chOff x="5456560" y="3368629"/>
                <a:chExt cx="37870" cy="32451"/>
              </a:xfrm>
            </p:grpSpPr>
            <p:sp>
              <p:nvSpPr>
                <p:cNvPr id="9604" name="Google Shape;9604;p73"/>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3"/>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73"/>
              <p:cNvGrpSpPr/>
              <p:nvPr/>
            </p:nvGrpSpPr>
            <p:grpSpPr>
              <a:xfrm>
                <a:off x="4755749" y="3501516"/>
                <a:ext cx="46246" cy="39608"/>
                <a:chOff x="4755749" y="3501516"/>
                <a:chExt cx="46246" cy="39608"/>
              </a:xfrm>
            </p:grpSpPr>
            <p:sp>
              <p:nvSpPr>
                <p:cNvPr id="9607" name="Google Shape;9607;p73"/>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3"/>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73"/>
              <p:cNvGrpSpPr/>
              <p:nvPr/>
            </p:nvGrpSpPr>
            <p:grpSpPr>
              <a:xfrm>
                <a:off x="4681346" y="3485582"/>
                <a:ext cx="37783" cy="32427"/>
                <a:chOff x="4681346" y="3485582"/>
                <a:chExt cx="37783" cy="32427"/>
              </a:xfrm>
            </p:grpSpPr>
            <p:sp>
              <p:nvSpPr>
                <p:cNvPr id="9610" name="Google Shape;9610;p73"/>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3"/>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73"/>
              <p:cNvGrpSpPr/>
              <p:nvPr/>
            </p:nvGrpSpPr>
            <p:grpSpPr>
              <a:xfrm>
                <a:off x="4767067" y="3291088"/>
                <a:ext cx="37878" cy="32451"/>
                <a:chOff x="4767067" y="3291088"/>
                <a:chExt cx="37878" cy="32451"/>
              </a:xfrm>
            </p:grpSpPr>
            <p:sp>
              <p:nvSpPr>
                <p:cNvPr id="9613" name="Google Shape;9613;p73"/>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3"/>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5" name="Google Shape;9615;p73"/>
              <p:cNvGrpSpPr/>
              <p:nvPr/>
            </p:nvGrpSpPr>
            <p:grpSpPr>
              <a:xfrm>
                <a:off x="4687819" y="3405539"/>
                <a:ext cx="37776" cy="32451"/>
                <a:chOff x="4687819" y="3405539"/>
                <a:chExt cx="37776" cy="32451"/>
              </a:xfrm>
            </p:grpSpPr>
            <p:sp>
              <p:nvSpPr>
                <p:cNvPr id="9616" name="Google Shape;9616;p73"/>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3"/>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73"/>
              <p:cNvGrpSpPr/>
              <p:nvPr/>
            </p:nvGrpSpPr>
            <p:grpSpPr>
              <a:xfrm>
                <a:off x="4923101" y="3444809"/>
                <a:ext cx="52813" cy="45318"/>
                <a:chOff x="4923101" y="3444809"/>
                <a:chExt cx="52813" cy="45318"/>
              </a:xfrm>
            </p:grpSpPr>
            <p:sp>
              <p:nvSpPr>
                <p:cNvPr id="9619" name="Google Shape;9619;p73"/>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3"/>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73"/>
              <p:cNvGrpSpPr/>
              <p:nvPr/>
            </p:nvGrpSpPr>
            <p:grpSpPr>
              <a:xfrm>
                <a:off x="4846040" y="3654750"/>
                <a:ext cx="31405" cy="26993"/>
                <a:chOff x="4846040" y="3654750"/>
                <a:chExt cx="31405" cy="26993"/>
              </a:xfrm>
            </p:grpSpPr>
            <p:sp>
              <p:nvSpPr>
                <p:cNvPr id="9622" name="Google Shape;9622;p73"/>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3"/>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4" name="Google Shape;9624;p73"/>
              <p:cNvGrpSpPr/>
              <p:nvPr/>
            </p:nvGrpSpPr>
            <p:grpSpPr>
              <a:xfrm>
                <a:off x="4925673" y="3691700"/>
                <a:ext cx="40253" cy="34472"/>
                <a:chOff x="4925673" y="3691700"/>
                <a:chExt cx="40253" cy="34472"/>
              </a:xfrm>
            </p:grpSpPr>
            <p:sp>
              <p:nvSpPr>
                <p:cNvPr id="9625" name="Google Shape;9625;p73"/>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3"/>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73"/>
              <p:cNvGrpSpPr/>
              <p:nvPr/>
            </p:nvGrpSpPr>
            <p:grpSpPr>
              <a:xfrm>
                <a:off x="4894653" y="3740848"/>
                <a:ext cx="31405" cy="26906"/>
                <a:chOff x="4894653" y="3740848"/>
                <a:chExt cx="31405" cy="26906"/>
              </a:xfrm>
            </p:grpSpPr>
            <p:sp>
              <p:nvSpPr>
                <p:cNvPr id="9628" name="Google Shape;9628;p73"/>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3"/>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73"/>
              <p:cNvGrpSpPr/>
              <p:nvPr/>
            </p:nvGrpSpPr>
            <p:grpSpPr>
              <a:xfrm>
                <a:off x="4962300" y="3696348"/>
                <a:ext cx="38255" cy="32773"/>
                <a:chOff x="4962300" y="3696348"/>
                <a:chExt cx="38255" cy="32773"/>
              </a:xfrm>
            </p:grpSpPr>
            <p:sp>
              <p:nvSpPr>
                <p:cNvPr id="9631" name="Google Shape;9631;p73"/>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3"/>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73"/>
              <p:cNvGrpSpPr/>
              <p:nvPr/>
            </p:nvGrpSpPr>
            <p:grpSpPr>
              <a:xfrm>
                <a:off x="4980185" y="3743349"/>
                <a:ext cx="31499" cy="26969"/>
                <a:chOff x="4980185" y="3743349"/>
                <a:chExt cx="31499" cy="26969"/>
              </a:xfrm>
            </p:grpSpPr>
            <p:sp>
              <p:nvSpPr>
                <p:cNvPr id="9634" name="Google Shape;9634;p73"/>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3"/>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73"/>
              <p:cNvGrpSpPr/>
              <p:nvPr/>
            </p:nvGrpSpPr>
            <p:grpSpPr>
              <a:xfrm>
                <a:off x="5013768" y="3734312"/>
                <a:ext cx="31499" cy="26969"/>
                <a:chOff x="5013768" y="3734312"/>
                <a:chExt cx="31499" cy="26969"/>
              </a:xfrm>
            </p:grpSpPr>
            <p:sp>
              <p:nvSpPr>
                <p:cNvPr id="9637" name="Google Shape;9637;p73"/>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3"/>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73"/>
              <p:cNvGrpSpPr/>
              <p:nvPr/>
            </p:nvGrpSpPr>
            <p:grpSpPr>
              <a:xfrm>
                <a:off x="5036703" y="3764545"/>
                <a:ext cx="31499" cy="26898"/>
                <a:chOff x="5036703" y="3764545"/>
                <a:chExt cx="31499" cy="26898"/>
              </a:xfrm>
            </p:grpSpPr>
            <p:sp>
              <p:nvSpPr>
                <p:cNvPr id="9640" name="Google Shape;9640;p73"/>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3"/>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73"/>
              <p:cNvGrpSpPr/>
              <p:nvPr/>
            </p:nvGrpSpPr>
            <p:grpSpPr>
              <a:xfrm>
                <a:off x="4953546" y="3768352"/>
                <a:ext cx="31405" cy="26898"/>
                <a:chOff x="4953546" y="3768352"/>
                <a:chExt cx="31405" cy="26898"/>
              </a:xfrm>
            </p:grpSpPr>
            <p:sp>
              <p:nvSpPr>
                <p:cNvPr id="9643" name="Google Shape;9643;p73"/>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3"/>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73"/>
              <p:cNvGrpSpPr/>
              <p:nvPr/>
            </p:nvGrpSpPr>
            <p:grpSpPr>
              <a:xfrm>
                <a:off x="4964770" y="3814016"/>
                <a:ext cx="31499" cy="26993"/>
                <a:chOff x="4964770" y="3814016"/>
                <a:chExt cx="31499" cy="26993"/>
              </a:xfrm>
            </p:grpSpPr>
            <p:sp>
              <p:nvSpPr>
                <p:cNvPr id="9646" name="Google Shape;9646;p73"/>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3"/>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73"/>
              <p:cNvGrpSpPr/>
              <p:nvPr/>
            </p:nvGrpSpPr>
            <p:grpSpPr>
              <a:xfrm>
                <a:off x="4923290" y="3800504"/>
                <a:ext cx="31468" cy="26898"/>
                <a:chOff x="4923290" y="3800504"/>
                <a:chExt cx="31468" cy="26898"/>
              </a:xfrm>
            </p:grpSpPr>
            <p:sp>
              <p:nvSpPr>
                <p:cNvPr id="9649" name="Google Shape;9649;p73"/>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3"/>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73"/>
              <p:cNvGrpSpPr/>
              <p:nvPr/>
            </p:nvGrpSpPr>
            <p:grpSpPr>
              <a:xfrm>
                <a:off x="5108534" y="3650943"/>
                <a:ext cx="31405" cy="26993"/>
                <a:chOff x="5108534" y="3650943"/>
                <a:chExt cx="31405" cy="26993"/>
              </a:xfrm>
            </p:grpSpPr>
            <p:sp>
              <p:nvSpPr>
                <p:cNvPr id="9652" name="Google Shape;9652;p73"/>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3"/>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73"/>
              <p:cNvGrpSpPr/>
              <p:nvPr/>
            </p:nvGrpSpPr>
            <p:grpSpPr>
              <a:xfrm>
                <a:off x="5119380" y="3760739"/>
                <a:ext cx="31499" cy="26993"/>
                <a:chOff x="5119380" y="3760739"/>
                <a:chExt cx="31499" cy="26993"/>
              </a:xfrm>
            </p:grpSpPr>
            <p:sp>
              <p:nvSpPr>
                <p:cNvPr id="9655" name="Google Shape;9655;p73"/>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3"/>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7" name="Google Shape;9657;p73"/>
              <p:cNvGrpSpPr/>
              <p:nvPr/>
            </p:nvGrpSpPr>
            <p:grpSpPr>
              <a:xfrm>
                <a:off x="5119380" y="3788235"/>
                <a:ext cx="31499" cy="26993"/>
                <a:chOff x="5119380" y="3788235"/>
                <a:chExt cx="31499" cy="26993"/>
              </a:xfrm>
            </p:grpSpPr>
            <p:sp>
              <p:nvSpPr>
                <p:cNvPr id="9658" name="Google Shape;9658;p73"/>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3"/>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73"/>
              <p:cNvGrpSpPr/>
              <p:nvPr/>
            </p:nvGrpSpPr>
            <p:grpSpPr>
              <a:xfrm>
                <a:off x="5158005" y="3875284"/>
                <a:ext cx="31405" cy="27001"/>
                <a:chOff x="5158005" y="3875284"/>
                <a:chExt cx="31405" cy="27001"/>
              </a:xfrm>
            </p:grpSpPr>
            <p:sp>
              <p:nvSpPr>
                <p:cNvPr id="9661" name="Google Shape;9661;p73"/>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3"/>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73"/>
              <p:cNvGrpSpPr/>
              <p:nvPr/>
            </p:nvGrpSpPr>
            <p:grpSpPr>
              <a:xfrm>
                <a:off x="5233163" y="3764545"/>
                <a:ext cx="31499" cy="26898"/>
                <a:chOff x="5233163" y="3764545"/>
                <a:chExt cx="31499" cy="26898"/>
              </a:xfrm>
            </p:grpSpPr>
            <p:sp>
              <p:nvSpPr>
                <p:cNvPr id="9664" name="Google Shape;9664;p73"/>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3"/>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73"/>
              <p:cNvGrpSpPr/>
              <p:nvPr/>
            </p:nvGrpSpPr>
            <p:grpSpPr>
              <a:xfrm>
                <a:off x="5276168" y="3805545"/>
                <a:ext cx="31499" cy="26906"/>
                <a:chOff x="5276168" y="3805545"/>
                <a:chExt cx="31499" cy="26906"/>
              </a:xfrm>
            </p:grpSpPr>
            <p:sp>
              <p:nvSpPr>
                <p:cNvPr id="9667" name="Google Shape;9667;p73"/>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3"/>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9" name="Google Shape;9669;p73"/>
              <p:cNvGrpSpPr/>
              <p:nvPr/>
            </p:nvGrpSpPr>
            <p:grpSpPr>
              <a:xfrm>
                <a:off x="5294053" y="3851933"/>
                <a:ext cx="31405" cy="26945"/>
                <a:chOff x="5294053" y="3851933"/>
                <a:chExt cx="31405" cy="26945"/>
              </a:xfrm>
            </p:grpSpPr>
            <p:sp>
              <p:nvSpPr>
                <p:cNvPr id="9670" name="Google Shape;9670;p73"/>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3"/>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2" name="Google Shape;9672;p73"/>
              <p:cNvGrpSpPr/>
              <p:nvPr/>
            </p:nvGrpSpPr>
            <p:grpSpPr>
              <a:xfrm>
                <a:off x="5341723" y="3851902"/>
                <a:ext cx="31405" cy="26977"/>
                <a:chOff x="5341723" y="3851902"/>
                <a:chExt cx="31405" cy="26977"/>
              </a:xfrm>
            </p:grpSpPr>
            <p:sp>
              <p:nvSpPr>
                <p:cNvPr id="9673" name="Google Shape;9673;p73"/>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3"/>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73"/>
              <p:cNvGrpSpPr/>
              <p:nvPr/>
            </p:nvGrpSpPr>
            <p:grpSpPr>
              <a:xfrm>
                <a:off x="5054871" y="3507855"/>
                <a:ext cx="31405" cy="26993"/>
                <a:chOff x="5054871" y="3507855"/>
                <a:chExt cx="31405" cy="26993"/>
              </a:xfrm>
            </p:grpSpPr>
            <p:sp>
              <p:nvSpPr>
                <p:cNvPr id="9676" name="Google Shape;9676;p73"/>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3"/>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8" name="Google Shape;9678;p73"/>
              <p:cNvGrpSpPr/>
              <p:nvPr/>
            </p:nvGrpSpPr>
            <p:grpSpPr>
              <a:xfrm>
                <a:off x="4876579" y="3675325"/>
                <a:ext cx="31405" cy="26969"/>
                <a:chOff x="4876579" y="3675325"/>
                <a:chExt cx="31405" cy="26969"/>
              </a:xfrm>
            </p:grpSpPr>
            <p:sp>
              <p:nvSpPr>
                <p:cNvPr id="9679" name="Google Shape;9679;p73"/>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3"/>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73"/>
              <p:cNvGrpSpPr/>
              <p:nvPr/>
            </p:nvGrpSpPr>
            <p:grpSpPr>
              <a:xfrm>
                <a:off x="4842233" y="3688333"/>
                <a:ext cx="31405" cy="26993"/>
                <a:chOff x="4842233" y="3688333"/>
                <a:chExt cx="31405" cy="26993"/>
              </a:xfrm>
            </p:grpSpPr>
            <p:sp>
              <p:nvSpPr>
                <p:cNvPr id="9682" name="Google Shape;9682;p73"/>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3"/>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4" name="Google Shape;9684;p73"/>
              <p:cNvGrpSpPr/>
              <p:nvPr/>
            </p:nvGrpSpPr>
            <p:grpSpPr>
              <a:xfrm>
                <a:off x="5187876" y="3608032"/>
                <a:ext cx="31405" cy="27001"/>
                <a:chOff x="5187876" y="3608032"/>
                <a:chExt cx="31405" cy="27001"/>
              </a:xfrm>
            </p:grpSpPr>
            <p:sp>
              <p:nvSpPr>
                <p:cNvPr id="9685" name="Google Shape;9685;p73"/>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3"/>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7" name="Google Shape;9687;p73"/>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3"/>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9" name="Google Shape;9689;p73"/>
              <p:cNvGrpSpPr/>
              <p:nvPr/>
            </p:nvGrpSpPr>
            <p:grpSpPr>
              <a:xfrm>
                <a:off x="5269224" y="3304167"/>
                <a:ext cx="40253" cy="34402"/>
                <a:chOff x="5269224" y="3304167"/>
                <a:chExt cx="40253" cy="34402"/>
              </a:xfrm>
            </p:grpSpPr>
            <p:sp>
              <p:nvSpPr>
                <p:cNvPr id="9690" name="Google Shape;9690;p73"/>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3"/>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73"/>
              <p:cNvGrpSpPr/>
              <p:nvPr/>
            </p:nvGrpSpPr>
            <p:grpSpPr>
              <a:xfrm>
                <a:off x="5327354" y="3476615"/>
                <a:ext cx="49864" cy="42723"/>
                <a:chOff x="5327354" y="3476615"/>
                <a:chExt cx="49864" cy="42723"/>
              </a:xfrm>
            </p:grpSpPr>
            <p:sp>
              <p:nvSpPr>
                <p:cNvPr id="9693" name="Google Shape;9693;p73"/>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3"/>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5" name="Google Shape;9695;p73"/>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3"/>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7" name="Google Shape;9697;p73"/>
              <p:cNvGrpSpPr/>
              <p:nvPr/>
            </p:nvGrpSpPr>
            <p:grpSpPr>
              <a:xfrm>
                <a:off x="5341723" y="3775957"/>
                <a:ext cx="31405" cy="26898"/>
                <a:chOff x="5341723" y="3775957"/>
                <a:chExt cx="31405" cy="26898"/>
              </a:xfrm>
            </p:grpSpPr>
            <p:sp>
              <p:nvSpPr>
                <p:cNvPr id="9698" name="Google Shape;9698;p73"/>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3"/>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0" name="Google Shape;9700;p73"/>
              <p:cNvGrpSpPr/>
              <p:nvPr/>
            </p:nvGrpSpPr>
            <p:grpSpPr>
              <a:xfrm>
                <a:off x="5439053" y="3699274"/>
                <a:ext cx="31405" cy="26898"/>
                <a:chOff x="5439053" y="3699274"/>
                <a:chExt cx="31405" cy="26898"/>
              </a:xfrm>
            </p:grpSpPr>
            <p:sp>
              <p:nvSpPr>
                <p:cNvPr id="9701" name="Google Shape;9701;p73"/>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3"/>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3" name="Google Shape;9703;p73"/>
              <p:cNvGrpSpPr/>
              <p:nvPr/>
            </p:nvGrpSpPr>
            <p:grpSpPr>
              <a:xfrm>
                <a:off x="5412414" y="3622307"/>
                <a:ext cx="31499" cy="26993"/>
                <a:chOff x="5412414" y="3622307"/>
                <a:chExt cx="31499" cy="26993"/>
              </a:xfrm>
            </p:grpSpPr>
            <p:sp>
              <p:nvSpPr>
                <p:cNvPr id="9704" name="Google Shape;9704;p73"/>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3"/>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6" name="Google Shape;9706;p73"/>
              <p:cNvGrpSpPr/>
              <p:nvPr/>
            </p:nvGrpSpPr>
            <p:grpSpPr>
              <a:xfrm>
                <a:off x="5476254" y="3473949"/>
                <a:ext cx="26835" cy="26930"/>
                <a:chOff x="5476254" y="3473949"/>
                <a:chExt cx="26835" cy="26930"/>
              </a:xfrm>
            </p:grpSpPr>
            <p:sp>
              <p:nvSpPr>
                <p:cNvPr id="9707" name="Google Shape;9707;p73"/>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3"/>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9" name="Google Shape;9709;p73"/>
              <p:cNvGrpSpPr/>
              <p:nvPr/>
            </p:nvGrpSpPr>
            <p:grpSpPr>
              <a:xfrm>
                <a:off x="5564547" y="3481594"/>
                <a:ext cx="31397" cy="26898"/>
                <a:chOff x="5564547" y="3481594"/>
                <a:chExt cx="31397" cy="26898"/>
              </a:xfrm>
            </p:grpSpPr>
            <p:sp>
              <p:nvSpPr>
                <p:cNvPr id="9710" name="Google Shape;9710;p73"/>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3"/>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2" name="Google Shape;9712;p73"/>
              <p:cNvGrpSpPr/>
              <p:nvPr/>
            </p:nvGrpSpPr>
            <p:grpSpPr>
              <a:xfrm>
                <a:off x="5534101" y="3470174"/>
                <a:ext cx="31397" cy="26906"/>
                <a:chOff x="5534101" y="3470174"/>
                <a:chExt cx="31397" cy="26906"/>
              </a:xfrm>
            </p:grpSpPr>
            <p:sp>
              <p:nvSpPr>
                <p:cNvPr id="9713" name="Google Shape;9713;p73"/>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3"/>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73"/>
              <p:cNvGrpSpPr/>
              <p:nvPr/>
            </p:nvGrpSpPr>
            <p:grpSpPr>
              <a:xfrm>
                <a:off x="5610879" y="3314486"/>
                <a:ext cx="31499" cy="26938"/>
                <a:chOff x="5610879" y="3314486"/>
                <a:chExt cx="31499" cy="26938"/>
              </a:xfrm>
            </p:grpSpPr>
            <p:sp>
              <p:nvSpPr>
                <p:cNvPr id="9716" name="Google Shape;9716;p73"/>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3"/>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8" name="Google Shape;9718;p73"/>
              <p:cNvGrpSpPr/>
              <p:nvPr/>
            </p:nvGrpSpPr>
            <p:grpSpPr>
              <a:xfrm>
                <a:off x="4834525" y="3501382"/>
                <a:ext cx="31499" cy="26898"/>
                <a:chOff x="4834525" y="3501382"/>
                <a:chExt cx="31499" cy="26898"/>
              </a:xfrm>
            </p:grpSpPr>
            <p:sp>
              <p:nvSpPr>
                <p:cNvPr id="9719" name="Google Shape;9719;p73"/>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3"/>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1" name="Google Shape;9721;p73"/>
              <p:cNvGrpSpPr/>
              <p:nvPr/>
            </p:nvGrpSpPr>
            <p:grpSpPr>
              <a:xfrm>
                <a:off x="4898460" y="3580158"/>
                <a:ext cx="31405" cy="26898"/>
                <a:chOff x="4898460" y="3580158"/>
                <a:chExt cx="31405" cy="26898"/>
              </a:xfrm>
            </p:grpSpPr>
            <p:sp>
              <p:nvSpPr>
                <p:cNvPr id="9722" name="Google Shape;9722;p73"/>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3"/>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73"/>
              <p:cNvGrpSpPr/>
              <p:nvPr/>
            </p:nvGrpSpPr>
            <p:grpSpPr>
              <a:xfrm>
                <a:off x="4882667" y="3608032"/>
                <a:ext cx="31499" cy="27001"/>
                <a:chOff x="4882667" y="3608032"/>
                <a:chExt cx="31499" cy="27001"/>
              </a:xfrm>
            </p:grpSpPr>
            <p:sp>
              <p:nvSpPr>
                <p:cNvPr id="9725" name="Google Shape;9725;p73"/>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3"/>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73"/>
              <p:cNvGrpSpPr/>
              <p:nvPr/>
            </p:nvGrpSpPr>
            <p:grpSpPr>
              <a:xfrm>
                <a:off x="4843373" y="3631407"/>
                <a:ext cx="16273" cy="16186"/>
                <a:chOff x="4843373" y="3631407"/>
                <a:chExt cx="16273" cy="16186"/>
              </a:xfrm>
            </p:grpSpPr>
            <p:sp>
              <p:nvSpPr>
                <p:cNvPr id="9728" name="Google Shape;9728;p73"/>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3"/>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73"/>
              <p:cNvGrpSpPr/>
              <p:nvPr/>
            </p:nvGrpSpPr>
            <p:grpSpPr>
              <a:xfrm>
                <a:off x="4727773" y="3591578"/>
                <a:ext cx="31499" cy="26898"/>
                <a:chOff x="4727773" y="3591578"/>
                <a:chExt cx="31499" cy="26898"/>
              </a:xfrm>
            </p:grpSpPr>
            <p:sp>
              <p:nvSpPr>
                <p:cNvPr id="9731" name="Google Shape;9731;p73"/>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3"/>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3" name="Google Shape;9733;p73"/>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3"/>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5" name="Google Shape;9735;p73"/>
              <p:cNvGrpSpPr/>
              <p:nvPr/>
            </p:nvGrpSpPr>
            <p:grpSpPr>
              <a:xfrm>
                <a:off x="4609421" y="3577398"/>
                <a:ext cx="31499" cy="27001"/>
                <a:chOff x="4609421" y="3577398"/>
                <a:chExt cx="31499" cy="27001"/>
              </a:xfrm>
            </p:grpSpPr>
            <p:sp>
              <p:nvSpPr>
                <p:cNvPr id="9736" name="Google Shape;9736;p73"/>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3"/>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73"/>
              <p:cNvGrpSpPr/>
              <p:nvPr/>
            </p:nvGrpSpPr>
            <p:grpSpPr>
              <a:xfrm>
                <a:off x="4649289" y="3577398"/>
                <a:ext cx="31499" cy="27001"/>
                <a:chOff x="4649289" y="3577398"/>
                <a:chExt cx="31499" cy="27001"/>
              </a:xfrm>
            </p:grpSpPr>
            <p:sp>
              <p:nvSpPr>
                <p:cNvPr id="9739" name="Google Shape;9739;p73"/>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3"/>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1" name="Google Shape;9741;p73"/>
              <p:cNvGrpSpPr/>
              <p:nvPr/>
            </p:nvGrpSpPr>
            <p:grpSpPr>
              <a:xfrm>
                <a:off x="4605614" y="3639523"/>
                <a:ext cx="31499" cy="26906"/>
                <a:chOff x="4605614" y="3639523"/>
                <a:chExt cx="31499" cy="26906"/>
              </a:xfrm>
            </p:grpSpPr>
            <p:sp>
              <p:nvSpPr>
                <p:cNvPr id="9742" name="Google Shape;9742;p73"/>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3"/>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73"/>
              <p:cNvGrpSpPr/>
              <p:nvPr/>
            </p:nvGrpSpPr>
            <p:grpSpPr>
              <a:xfrm>
                <a:off x="4785149" y="3618846"/>
                <a:ext cx="26930" cy="26843"/>
                <a:chOff x="4785149" y="3618846"/>
                <a:chExt cx="26930" cy="26843"/>
              </a:xfrm>
            </p:grpSpPr>
            <p:sp>
              <p:nvSpPr>
                <p:cNvPr id="9745" name="Google Shape;9745;p73"/>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3"/>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73"/>
              <p:cNvGrpSpPr/>
              <p:nvPr/>
            </p:nvGrpSpPr>
            <p:grpSpPr>
              <a:xfrm>
                <a:off x="4810167" y="3601567"/>
                <a:ext cx="31405" cy="26898"/>
                <a:chOff x="4810167" y="3601567"/>
                <a:chExt cx="31405" cy="26898"/>
              </a:xfrm>
            </p:grpSpPr>
            <p:sp>
              <p:nvSpPr>
                <p:cNvPr id="9748" name="Google Shape;9748;p73"/>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3"/>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0" name="Google Shape;9750;p73"/>
              <p:cNvGrpSpPr/>
              <p:nvPr/>
            </p:nvGrpSpPr>
            <p:grpSpPr>
              <a:xfrm>
                <a:off x="4831002" y="3373230"/>
                <a:ext cx="31405" cy="26898"/>
                <a:chOff x="4831002" y="3373230"/>
                <a:chExt cx="31405" cy="26898"/>
              </a:xfrm>
            </p:grpSpPr>
            <p:sp>
              <p:nvSpPr>
                <p:cNvPr id="9751" name="Google Shape;9751;p73"/>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3"/>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73"/>
              <p:cNvGrpSpPr/>
              <p:nvPr/>
            </p:nvGrpSpPr>
            <p:grpSpPr>
              <a:xfrm>
                <a:off x="4719311" y="3355054"/>
                <a:ext cx="31499" cy="27001"/>
                <a:chOff x="4719311" y="3355054"/>
                <a:chExt cx="31499" cy="27001"/>
              </a:xfrm>
            </p:grpSpPr>
            <p:sp>
              <p:nvSpPr>
                <p:cNvPr id="9754" name="Google Shape;9754;p73"/>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3"/>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73"/>
              <p:cNvGrpSpPr/>
              <p:nvPr/>
            </p:nvGrpSpPr>
            <p:grpSpPr>
              <a:xfrm>
                <a:off x="4798755" y="3450260"/>
                <a:ext cx="26930" cy="26930"/>
                <a:chOff x="4798755" y="3450260"/>
                <a:chExt cx="26930" cy="26930"/>
              </a:xfrm>
            </p:grpSpPr>
            <p:sp>
              <p:nvSpPr>
                <p:cNvPr id="9757" name="Google Shape;9757;p73"/>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3"/>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9" name="Google Shape;9759;p73"/>
              <p:cNvGrpSpPr/>
              <p:nvPr/>
            </p:nvGrpSpPr>
            <p:grpSpPr>
              <a:xfrm>
                <a:off x="4645576" y="3467555"/>
                <a:ext cx="31405" cy="26953"/>
                <a:chOff x="4645576" y="3467555"/>
                <a:chExt cx="31405" cy="26953"/>
              </a:xfrm>
            </p:grpSpPr>
            <p:sp>
              <p:nvSpPr>
                <p:cNvPr id="9760" name="Google Shape;9760;p73"/>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3"/>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73"/>
              <p:cNvGrpSpPr/>
              <p:nvPr/>
            </p:nvGrpSpPr>
            <p:grpSpPr>
              <a:xfrm>
                <a:off x="4687631" y="3583965"/>
                <a:ext cx="31499" cy="26898"/>
                <a:chOff x="4687631" y="3583965"/>
                <a:chExt cx="31499" cy="26898"/>
              </a:xfrm>
            </p:grpSpPr>
            <p:sp>
              <p:nvSpPr>
                <p:cNvPr id="9763" name="Google Shape;9763;p73"/>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3"/>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73"/>
              <p:cNvGrpSpPr/>
              <p:nvPr/>
            </p:nvGrpSpPr>
            <p:grpSpPr>
              <a:xfrm>
                <a:off x="4719311" y="3471314"/>
                <a:ext cx="31499" cy="27001"/>
                <a:chOff x="4719311" y="3471314"/>
                <a:chExt cx="31499" cy="27001"/>
              </a:xfrm>
            </p:grpSpPr>
            <p:sp>
              <p:nvSpPr>
                <p:cNvPr id="9766" name="Google Shape;9766;p73"/>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3"/>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73"/>
              <p:cNvGrpSpPr/>
              <p:nvPr/>
            </p:nvGrpSpPr>
            <p:grpSpPr>
              <a:xfrm>
                <a:off x="4719311" y="3434404"/>
                <a:ext cx="31499" cy="26898"/>
                <a:chOff x="4719311" y="3434404"/>
                <a:chExt cx="31499" cy="26898"/>
              </a:xfrm>
            </p:grpSpPr>
            <p:sp>
              <p:nvSpPr>
                <p:cNvPr id="9769" name="Google Shape;9769;p73"/>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3"/>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73"/>
              <p:cNvGrpSpPr/>
              <p:nvPr/>
            </p:nvGrpSpPr>
            <p:grpSpPr>
              <a:xfrm>
                <a:off x="4768876" y="3401772"/>
                <a:ext cx="31499" cy="26898"/>
                <a:chOff x="4768876" y="3401772"/>
                <a:chExt cx="31499" cy="26898"/>
              </a:xfrm>
            </p:grpSpPr>
            <p:sp>
              <p:nvSpPr>
                <p:cNvPr id="9772" name="Google Shape;9772;p73"/>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3"/>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4" name="Google Shape;9774;p73"/>
              <p:cNvGrpSpPr/>
              <p:nvPr/>
            </p:nvGrpSpPr>
            <p:grpSpPr>
              <a:xfrm>
                <a:off x="4762214" y="3471377"/>
                <a:ext cx="26938" cy="26938"/>
                <a:chOff x="4762214" y="3471377"/>
                <a:chExt cx="26938" cy="26938"/>
              </a:xfrm>
            </p:grpSpPr>
            <p:sp>
              <p:nvSpPr>
                <p:cNvPr id="9775" name="Google Shape;9775;p73"/>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3"/>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73"/>
              <p:cNvGrpSpPr/>
              <p:nvPr/>
            </p:nvGrpSpPr>
            <p:grpSpPr>
              <a:xfrm>
                <a:off x="4790473" y="3344782"/>
                <a:ext cx="31405" cy="26898"/>
                <a:chOff x="4790473" y="3344782"/>
                <a:chExt cx="31405" cy="26898"/>
              </a:xfrm>
            </p:grpSpPr>
            <p:sp>
              <p:nvSpPr>
                <p:cNvPr id="9778" name="Google Shape;9778;p73"/>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3"/>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73"/>
              <p:cNvGrpSpPr/>
              <p:nvPr/>
            </p:nvGrpSpPr>
            <p:grpSpPr>
              <a:xfrm>
                <a:off x="4823774" y="3950733"/>
                <a:ext cx="37398" cy="32034"/>
                <a:chOff x="4823774" y="3950733"/>
                <a:chExt cx="37398" cy="32034"/>
              </a:xfrm>
            </p:grpSpPr>
            <p:sp>
              <p:nvSpPr>
                <p:cNvPr id="9781" name="Google Shape;9781;p73"/>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3"/>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73"/>
              <p:cNvGrpSpPr/>
              <p:nvPr/>
            </p:nvGrpSpPr>
            <p:grpSpPr>
              <a:xfrm>
                <a:off x="4823396" y="4110566"/>
                <a:ext cx="31405" cy="26906"/>
                <a:chOff x="4823396" y="4110566"/>
                <a:chExt cx="31405" cy="26906"/>
              </a:xfrm>
            </p:grpSpPr>
            <p:sp>
              <p:nvSpPr>
                <p:cNvPr id="9784" name="Google Shape;9784;p73"/>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3"/>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6" name="Google Shape;9786;p73"/>
              <p:cNvGrpSpPr/>
              <p:nvPr/>
            </p:nvGrpSpPr>
            <p:grpSpPr>
              <a:xfrm>
                <a:off x="4838332" y="3821150"/>
                <a:ext cx="31499" cy="26898"/>
                <a:chOff x="4838332" y="3821150"/>
                <a:chExt cx="31499" cy="26898"/>
              </a:xfrm>
            </p:grpSpPr>
            <p:sp>
              <p:nvSpPr>
                <p:cNvPr id="9787" name="Google Shape;9787;p73"/>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3"/>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73"/>
              <p:cNvGrpSpPr/>
              <p:nvPr/>
            </p:nvGrpSpPr>
            <p:grpSpPr>
              <a:xfrm>
                <a:off x="4661275" y="3815007"/>
                <a:ext cx="36824" cy="31523"/>
                <a:chOff x="4661275" y="3815007"/>
                <a:chExt cx="36824" cy="31523"/>
              </a:xfrm>
            </p:grpSpPr>
            <p:sp>
              <p:nvSpPr>
                <p:cNvPr id="9790" name="Google Shape;9790;p73"/>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3"/>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73"/>
              <p:cNvGrpSpPr/>
              <p:nvPr/>
            </p:nvGrpSpPr>
            <p:grpSpPr>
              <a:xfrm>
                <a:off x="4558998" y="3851037"/>
                <a:ext cx="33591" cy="28699"/>
                <a:chOff x="4558998" y="3851037"/>
                <a:chExt cx="33591" cy="28699"/>
              </a:xfrm>
            </p:grpSpPr>
            <p:sp>
              <p:nvSpPr>
                <p:cNvPr id="9793" name="Google Shape;9793;p73"/>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3"/>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5" name="Google Shape;9795;p73"/>
              <p:cNvGrpSpPr/>
              <p:nvPr/>
            </p:nvGrpSpPr>
            <p:grpSpPr>
              <a:xfrm>
                <a:off x="4696762" y="3638587"/>
                <a:ext cx="33591" cy="28794"/>
                <a:chOff x="4696762" y="3638587"/>
                <a:chExt cx="33591" cy="28794"/>
              </a:xfrm>
            </p:grpSpPr>
            <p:sp>
              <p:nvSpPr>
                <p:cNvPr id="9796" name="Google Shape;9796;p73"/>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3"/>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8" name="Google Shape;9798;p73"/>
              <p:cNvGrpSpPr/>
              <p:nvPr/>
            </p:nvGrpSpPr>
            <p:grpSpPr>
              <a:xfrm>
                <a:off x="4929479" y="3939140"/>
                <a:ext cx="33497" cy="28692"/>
                <a:chOff x="4929479" y="3939140"/>
                <a:chExt cx="33497" cy="28692"/>
              </a:xfrm>
            </p:grpSpPr>
            <p:sp>
              <p:nvSpPr>
                <p:cNvPr id="9799" name="Google Shape;9799;p73"/>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3"/>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73"/>
              <p:cNvGrpSpPr/>
              <p:nvPr/>
            </p:nvGrpSpPr>
            <p:grpSpPr>
              <a:xfrm>
                <a:off x="4907119" y="3986039"/>
                <a:ext cx="33497" cy="28699"/>
                <a:chOff x="4907119" y="3986039"/>
                <a:chExt cx="33497" cy="28699"/>
              </a:xfrm>
            </p:grpSpPr>
            <p:sp>
              <p:nvSpPr>
                <p:cNvPr id="9802" name="Google Shape;9802;p73"/>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3"/>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4" name="Google Shape;9804;p73"/>
              <p:cNvGrpSpPr/>
              <p:nvPr/>
            </p:nvGrpSpPr>
            <p:grpSpPr>
              <a:xfrm>
                <a:off x="4911783" y="4048102"/>
                <a:ext cx="33591" cy="28762"/>
                <a:chOff x="4911783" y="4048102"/>
                <a:chExt cx="33591" cy="28762"/>
              </a:xfrm>
            </p:grpSpPr>
            <p:sp>
              <p:nvSpPr>
                <p:cNvPr id="9805" name="Google Shape;9805;p73"/>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3"/>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7" name="Google Shape;9807;p73"/>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3"/>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9" name="Google Shape;9809;p73"/>
              <p:cNvGrpSpPr/>
              <p:nvPr/>
            </p:nvGrpSpPr>
            <p:grpSpPr>
              <a:xfrm>
                <a:off x="4762623" y="3837847"/>
                <a:ext cx="42416" cy="36273"/>
                <a:chOff x="4762623" y="3837847"/>
                <a:chExt cx="42416" cy="36273"/>
              </a:xfrm>
            </p:grpSpPr>
            <p:sp>
              <p:nvSpPr>
                <p:cNvPr id="9810" name="Google Shape;9810;p73"/>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3"/>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73"/>
              <p:cNvGrpSpPr/>
              <p:nvPr/>
            </p:nvGrpSpPr>
            <p:grpSpPr>
              <a:xfrm>
                <a:off x="4746044" y="4104966"/>
                <a:ext cx="33497" cy="28699"/>
                <a:chOff x="4746044" y="4104966"/>
                <a:chExt cx="33497" cy="28699"/>
              </a:xfrm>
            </p:grpSpPr>
            <p:sp>
              <p:nvSpPr>
                <p:cNvPr id="9813" name="Google Shape;9813;p73"/>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3"/>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73"/>
              <p:cNvGrpSpPr/>
              <p:nvPr/>
            </p:nvGrpSpPr>
            <p:grpSpPr>
              <a:xfrm>
                <a:off x="4859646" y="4162554"/>
                <a:ext cx="33591" cy="28762"/>
                <a:chOff x="4859646" y="4162554"/>
                <a:chExt cx="33591" cy="28762"/>
              </a:xfrm>
            </p:grpSpPr>
            <p:sp>
              <p:nvSpPr>
                <p:cNvPr id="9816" name="Google Shape;9816;p73"/>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3"/>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18" name="Google Shape;9818;p73"/>
            <p:cNvGrpSpPr/>
            <p:nvPr/>
          </p:nvGrpSpPr>
          <p:grpSpPr>
            <a:xfrm>
              <a:off x="3597785" y="3274438"/>
              <a:ext cx="855610" cy="1122100"/>
              <a:chOff x="3597785" y="3274438"/>
              <a:chExt cx="855610" cy="1122100"/>
            </a:xfrm>
          </p:grpSpPr>
          <p:grpSp>
            <p:nvGrpSpPr>
              <p:cNvPr id="9819" name="Google Shape;9819;p73"/>
              <p:cNvGrpSpPr/>
              <p:nvPr/>
            </p:nvGrpSpPr>
            <p:grpSpPr>
              <a:xfrm>
                <a:off x="3617857" y="3284717"/>
                <a:ext cx="826785" cy="1099165"/>
                <a:chOff x="3617857" y="3284717"/>
                <a:chExt cx="826785" cy="1099165"/>
              </a:xfrm>
            </p:grpSpPr>
            <p:sp>
              <p:nvSpPr>
                <p:cNvPr id="9820" name="Google Shape;9820;p73"/>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3"/>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3"/>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3"/>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3"/>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3"/>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3"/>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3"/>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3"/>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3"/>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3"/>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3"/>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3"/>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3"/>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3"/>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3"/>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3"/>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3"/>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3"/>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3"/>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3"/>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3"/>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3"/>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3"/>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3"/>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3"/>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3"/>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3"/>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3"/>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3"/>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3"/>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3"/>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3"/>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3"/>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3"/>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3"/>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3"/>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3"/>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3"/>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3"/>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3"/>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3"/>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3"/>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3"/>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3"/>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3"/>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3"/>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3"/>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3"/>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3"/>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3"/>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3"/>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3"/>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3"/>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3"/>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3"/>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73"/>
              <p:cNvGrpSpPr/>
              <p:nvPr/>
            </p:nvGrpSpPr>
            <p:grpSpPr>
              <a:xfrm>
                <a:off x="4180904" y="4251758"/>
                <a:ext cx="37783" cy="32420"/>
                <a:chOff x="4180904" y="4251758"/>
                <a:chExt cx="37783" cy="32420"/>
              </a:xfrm>
            </p:grpSpPr>
            <p:sp>
              <p:nvSpPr>
                <p:cNvPr id="9877" name="Google Shape;9877;p73"/>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3"/>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73"/>
              <p:cNvGrpSpPr/>
              <p:nvPr/>
            </p:nvGrpSpPr>
            <p:grpSpPr>
              <a:xfrm>
                <a:off x="4201644" y="4081324"/>
                <a:ext cx="37783" cy="32364"/>
                <a:chOff x="4201644" y="4081324"/>
                <a:chExt cx="37783" cy="32364"/>
              </a:xfrm>
            </p:grpSpPr>
            <p:sp>
              <p:nvSpPr>
                <p:cNvPr id="9880" name="Google Shape;9880;p73"/>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3"/>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73"/>
              <p:cNvGrpSpPr/>
              <p:nvPr/>
            </p:nvGrpSpPr>
            <p:grpSpPr>
              <a:xfrm>
                <a:off x="4284416" y="3887428"/>
                <a:ext cx="37783" cy="32451"/>
                <a:chOff x="4284416" y="3887428"/>
                <a:chExt cx="37783" cy="32451"/>
              </a:xfrm>
            </p:grpSpPr>
            <p:sp>
              <p:nvSpPr>
                <p:cNvPr id="9883" name="Google Shape;9883;p73"/>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3"/>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73"/>
              <p:cNvGrpSpPr/>
              <p:nvPr/>
            </p:nvGrpSpPr>
            <p:grpSpPr>
              <a:xfrm>
                <a:off x="4223721" y="3860404"/>
                <a:ext cx="37870" cy="32364"/>
                <a:chOff x="4223721" y="3860404"/>
                <a:chExt cx="37870" cy="32364"/>
              </a:xfrm>
            </p:grpSpPr>
            <p:sp>
              <p:nvSpPr>
                <p:cNvPr id="9886" name="Google Shape;9886;p73"/>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3"/>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73"/>
              <p:cNvGrpSpPr/>
              <p:nvPr/>
            </p:nvGrpSpPr>
            <p:grpSpPr>
              <a:xfrm>
                <a:off x="4104889" y="3699242"/>
                <a:ext cx="37776" cy="32357"/>
                <a:chOff x="4104889" y="3699242"/>
                <a:chExt cx="37776" cy="32357"/>
              </a:xfrm>
            </p:grpSpPr>
            <p:sp>
              <p:nvSpPr>
                <p:cNvPr id="9889" name="Google Shape;9889;p73"/>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3"/>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1" name="Google Shape;9891;p73"/>
              <p:cNvGrpSpPr/>
              <p:nvPr/>
            </p:nvGrpSpPr>
            <p:grpSpPr>
              <a:xfrm>
                <a:off x="4143608" y="3475121"/>
                <a:ext cx="37878" cy="32420"/>
                <a:chOff x="4143608" y="3475121"/>
                <a:chExt cx="37878" cy="32420"/>
              </a:xfrm>
            </p:grpSpPr>
            <p:sp>
              <p:nvSpPr>
                <p:cNvPr id="9892" name="Google Shape;9892;p73"/>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3"/>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73"/>
              <p:cNvGrpSpPr/>
              <p:nvPr/>
            </p:nvGrpSpPr>
            <p:grpSpPr>
              <a:xfrm>
                <a:off x="4217248" y="3570893"/>
                <a:ext cx="37776" cy="32364"/>
                <a:chOff x="4217248" y="3570893"/>
                <a:chExt cx="37776" cy="32364"/>
              </a:xfrm>
            </p:grpSpPr>
            <p:sp>
              <p:nvSpPr>
                <p:cNvPr id="9895" name="Google Shape;9895;p73"/>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3"/>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73"/>
              <p:cNvGrpSpPr/>
              <p:nvPr/>
            </p:nvGrpSpPr>
            <p:grpSpPr>
              <a:xfrm>
                <a:off x="4255307" y="3431612"/>
                <a:ext cx="37776" cy="32451"/>
                <a:chOff x="4255307" y="3431612"/>
                <a:chExt cx="37776" cy="32451"/>
              </a:xfrm>
            </p:grpSpPr>
            <p:sp>
              <p:nvSpPr>
                <p:cNvPr id="9898" name="Google Shape;9898;p73"/>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3"/>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73"/>
              <p:cNvGrpSpPr/>
              <p:nvPr/>
            </p:nvGrpSpPr>
            <p:grpSpPr>
              <a:xfrm>
                <a:off x="3853052" y="3577398"/>
                <a:ext cx="37776" cy="32420"/>
                <a:chOff x="3853052" y="3577398"/>
                <a:chExt cx="37776" cy="32420"/>
              </a:xfrm>
            </p:grpSpPr>
            <p:sp>
              <p:nvSpPr>
                <p:cNvPr id="9901" name="Google Shape;9901;p73"/>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3"/>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3" name="Google Shape;9903;p73"/>
              <p:cNvGrpSpPr/>
              <p:nvPr/>
            </p:nvGrpSpPr>
            <p:grpSpPr>
              <a:xfrm>
                <a:off x="4039908" y="3412107"/>
                <a:ext cx="37776" cy="32357"/>
                <a:chOff x="4039908" y="3412107"/>
                <a:chExt cx="37776" cy="32357"/>
              </a:xfrm>
            </p:grpSpPr>
            <p:sp>
              <p:nvSpPr>
                <p:cNvPr id="9904" name="Google Shape;9904;p73"/>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3"/>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73"/>
              <p:cNvGrpSpPr/>
              <p:nvPr/>
            </p:nvGrpSpPr>
            <p:grpSpPr>
              <a:xfrm>
                <a:off x="4017360" y="3342061"/>
                <a:ext cx="37870" cy="32380"/>
                <a:chOff x="4017360" y="3342061"/>
                <a:chExt cx="37870" cy="32380"/>
              </a:xfrm>
            </p:grpSpPr>
            <p:sp>
              <p:nvSpPr>
                <p:cNvPr id="9907" name="Google Shape;9907;p73"/>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3"/>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9" name="Google Shape;9909;p73"/>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3"/>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1" name="Google Shape;9911;p73"/>
              <p:cNvGrpSpPr/>
              <p:nvPr/>
            </p:nvGrpSpPr>
            <p:grpSpPr>
              <a:xfrm>
                <a:off x="3750870" y="3418650"/>
                <a:ext cx="37776" cy="32380"/>
                <a:chOff x="3750870" y="3418650"/>
                <a:chExt cx="37776" cy="32380"/>
              </a:xfrm>
            </p:grpSpPr>
            <p:sp>
              <p:nvSpPr>
                <p:cNvPr id="9912" name="Google Shape;9912;p73"/>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3"/>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73"/>
              <p:cNvGrpSpPr/>
              <p:nvPr/>
            </p:nvGrpSpPr>
            <p:grpSpPr>
              <a:xfrm>
                <a:off x="3632509" y="3274438"/>
                <a:ext cx="37783" cy="32357"/>
                <a:chOff x="3632509" y="3274438"/>
                <a:chExt cx="37783" cy="32357"/>
              </a:xfrm>
            </p:grpSpPr>
            <p:sp>
              <p:nvSpPr>
                <p:cNvPr id="9915" name="Google Shape;9915;p73"/>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3"/>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73"/>
              <p:cNvGrpSpPr/>
              <p:nvPr/>
            </p:nvGrpSpPr>
            <p:grpSpPr>
              <a:xfrm>
                <a:off x="3906424" y="3297561"/>
                <a:ext cx="37776" cy="32451"/>
                <a:chOff x="3906424" y="3297561"/>
                <a:chExt cx="37776" cy="32451"/>
              </a:xfrm>
            </p:grpSpPr>
            <p:sp>
              <p:nvSpPr>
                <p:cNvPr id="9918" name="Google Shape;9918;p73"/>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3"/>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0" name="Google Shape;9920;p73"/>
              <p:cNvGrpSpPr/>
              <p:nvPr/>
            </p:nvGrpSpPr>
            <p:grpSpPr>
              <a:xfrm>
                <a:off x="3866084" y="3412107"/>
                <a:ext cx="37776" cy="32357"/>
                <a:chOff x="3866084" y="3412107"/>
                <a:chExt cx="37776" cy="32357"/>
              </a:xfrm>
            </p:grpSpPr>
            <p:sp>
              <p:nvSpPr>
                <p:cNvPr id="9921" name="Google Shape;9921;p73"/>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3"/>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73"/>
              <p:cNvGrpSpPr/>
              <p:nvPr/>
            </p:nvGrpSpPr>
            <p:grpSpPr>
              <a:xfrm>
                <a:off x="4023919" y="3766409"/>
                <a:ext cx="37783" cy="32357"/>
                <a:chOff x="4023919" y="3766409"/>
                <a:chExt cx="37783" cy="32357"/>
              </a:xfrm>
            </p:grpSpPr>
            <p:sp>
              <p:nvSpPr>
                <p:cNvPr id="9924" name="Google Shape;9924;p73"/>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3"/>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6" name="Google Shape;9926;p73"/>
              <p:cNvGrpSpPr/>
              <p:nvPr/>
            </p:nvGrpSpPr>
            <p:grpSpPr>
              <a:xfrm>
                <a:off x="3973882" y="3779449"/>
                <a:ext cx="37776" cy="32357"/>
                <a:chOff x="3973882" y="3779449"/>
                <a:chExt cx="37776" cy="32357"/>
              </a:xfrm>
            </p:grpSpPr>
            <p:sp>
              <p:nvSpPr>
                <p:cNvPr id="9927" name="Google Shape;9927;p73"/>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3"/>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73"/>
              <p:cNvGrpSpPr/>
              <p:nvPr/>
            </p:nvGrpSpPr>
            <p:grpSpPr>
              <a:xfrm>
                <a:off x="4073398" y="3838028"/>
                <a:ext cx="37776" cy="32380"/>
                <a:chOff x="4073398" y="3838028"/>
                <a:chExt cx="37776" cy="32380"/>
              </a:xfrm>
            </p:grpSpPr>
            <p:sp>
              <p:nvSpPr>
                <p:cNvPr id="9930" name="Google Shape;9930;p73"/>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3"/>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73"/>
              <p:cNvGrpSpPr/>
              <p:nvPr/>
            </p:nvGrpSpPr>
            <p:grpSpPr>
              <a:xfrm>
                <a:off x="4342672" y="4144496"/>
                <a:ext cx="37752" cy="32364"/>
                <a:chOff x="4342672" y="4144496"/>
                <a:chExt cx="37752" cy="32364"/>
              </a:xfrm>
            </p:grpSpPr>
            <p:sp>
              <p:nvSpPr>
                <p:cNvPr id="9933" name="Google Shape;9933;p73"/>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3"/>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5" name="Google Shape;9935;p73"/>
              <p:cNvGrpSpPr/>
              <p:nvPr/>
            </p:nvGrpSpPr>
            <p:grpSpPr>
              <a:xfrm>
                <a:off x="4406386" y="4056872"/>
                <a:ext cx="37783" cy="32364"/>
                <a:chOff x="4406386" y="4056872"/>
                <a:chExt cx="37783" cy="32364"/>
              </a:xfrm>
            </p:grpSpPr>
            <p:sp>
              <p:nvSpPr>
                <p:cNvPr id="9936" name="Google Shape;9936;p73"/>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3"/>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8" name="Google Shape;9938;p73"/>
              <p:cNvGrpSpPr/>
              <p:nvPr/>
            </p:nvGrpSpPr>
            <p:grpSpPr>
              <a:xfrm>
                <a:off x="4284416" y="4245254"/>
                <a:ext cx="37783" cy="32357"/>
                <a:chOff x="4284416" y="4245254"/>
                <a:chExt cx="37783" cy="32357"/>
              </a:xfrm>
            </p:grpSpPr>
            <p:sp>
              <p:nvSpPr>
                <p:cNvPr id="9939" name="Google Shape;9939;p73"/>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3"/>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1" name="Google Shape;9941;p73"/>
              <p:cNvGrpSpPr/>
              <p:nvPr/>
            </p:nvGrpSpPr>
            <p:grpSpPr>
              <a:xfrm>
                <a:off x="4219057" y="4331258"/>
                <a:ext cx="37776" cy="32364"/>
                <a:chOff x="4219057" y="4331258"/>
                <a:chExt cx="37776" cy="32364"/>
              </a:xfrm>
            </p:grpSpPr>
            <p:sp>
              <p:nvSpPr>
                <p:cNvPr id="9942" name="Google Shape;9942;p73"/>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3"/>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73"/>
              <p:cNvGrpSpPr/>
              <p:nvPr/>
            </p:nvGrpSpPr>
            <p:grpSpPr>
              <a:xfrm>
                <a:off x="4204122" y="4141688"/>
                <a:ext cx="33497" cy="28699"/>
                <a:chOff x="4204122" y="4141688"/>
                <a:chExt cx="33497" cy="28699"/>
              </a:xfrm>
            </p:grpSpPr>
            <p:sp>
              <p:nvSpPr>
                <p:cNvPr id="9945" name="Google Shape;9945;p73"/>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3"/>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73"/>
              <p:cNvGrpSpPr/>
              <p:nvPr/>
            </p:nvGrpSpPr>
            <p:grpSpPr>
              <a:xfrm>
                <a:off x="4301546" y="4003869"/>
                <a:ext cx="38916" cy="33324"/>
                <a:chOff x="4301546" y="4003869"/>
                <a:chExt cx="38916" cy="33324"/>
              </a:xfrm>
            </p:grpSpPr>
            <p:sp>
              <p:nvSpPr>
                <p:cNvPr id="9948" name="Google Shape;9948;p73"/>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3"/>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0" name="Google Shape;9950;p73"/>
              <p:cNvGrpSpPr/>
              <p:nvPr/>
            </p:nvGrpSpPr>
            <p:grpSpPr>
              <a:xfrm>
                <a:off x="4210681" y="3924669"/>
                <a:ext cx="36549" cy="31366"/>
                <a:chOff x="4210681" y="3924669"/>
                <a:chExt cx="36549" cy="31366"/>
              </a:xfrm>
            </p:grpSpPr>
            <p:sp>
              <p:nvSpPr>
                <p:cNvPr id="9951" name="Google Shape;9951;p73"/>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3"/>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73"/>
              <p:cNvGrpSpPr/>
              <p:nvPr/>
            </p:nvGrpSpPr>
            <p:grpSpPr>
              <a:xfrm>
                <a:off x="3987771" y="3628874"/>
                <a:ext cx="31499" cy="26993"/>
                <a:chOff x="3987771" y="3628874"/>
                <a:chExt cx="31499" cy="26993"/>
              </a:xfrm>
            </p:grpSpPr>
            <p:sp>
              <p:nvSpPr>
                <p:cNvPr id="9954" name="Google Shape;9954;p73"/>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3"/>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73"/>
              <p:cNvGrpSpPr/>
              <p:nvPr/>
            </p:nvGrpSpPr>
            <p:grpSpPr>
              <a:xfrm>
                <a:off x="4087382" y="3775674"/>
                <a:ext cx="31405" cy="26898"/>
                <a:chOff x="4087382" y="3775674"/>
                <a:chExt cx="31405" cy="26898"/>
              </a:xfrm>
            </p:grpSpPr>
            <p:sp>
              <p:nvSpPr>
                <p:cNvPr id="9957" name="Google Shape;9957;p73"/>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3"/>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9" name="Google Shape;9959;p73"/>
              <p:cNvGrpSpPr/>
              <p:nvPr/>
            </p:nvGrpSpPr>
            <p:grpSpPr>
              <a:xfrm>
                <a:off x="4118873" y="3856637"/>
                <a:ext cx="31405" cy="26906"/>
                <a:chOff x="4118873" y="3856637"/>
                <a:chExt cx="31405" cy="26906"/>
              </a:xfrm>
            </p:grpSpPr>
            <p:sp>
              <p:nvSpPr>
                <p:cNvPr id="9960" name="Google Shape;9960;p73"/>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3"/>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73"/>
              <p:cNvGrpSpPr/>
              <p:nvPr/>
            </p:nvGrpSpPr>
            <p:grpSpPr>
              <a:xfrm>
                <a:off x="4168541" y="3639523"/>
                <a:ext cx="31499" cy="26906"/>
                <a:chOff x="4168541" y="3639523"/>
                <a:chExt cx="31499" cy="26906"/>
              </a:xfrm>
            </p:grpSpPr>
            <p:sp>
              <p:nvSpPr>
                <p:cNvPr id="9963" name="Google Shape;9963;p73"/>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3"/>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73"/>
              <p:cNvGrpSpPr/>
              <p:nvPr/>
            </p:nvGrpSpPr>
            <p:grpSpPr>
              <a:xfrm>
                <a:off x="3965789" y="3393545"/>
                <a:ext cx="31405" cy="26945"/>
                <a:chOff x="3965789" y="3393545"/>
                <a:chExt cx="31405" cy="26945"/>
              </a:xfrm>
            </p:grpSpPr>
            <p:sp>
              <p:nvSpPr>
                <p:cNvPr id="9966" name="Google Shape;9966;p73"/>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3"/>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8" name="Google Shape;9968;p73"/>
              <p:cNvGrpSpPr/>
              <p:nvPr/>
            </p:nvGrpSpPr>
            <p:grpSpPr>
              <a:xfrm>
                <a:off x="3925166" y="3491008"/>
                <a:ext cx="31405" cy="27001"/>
                <a:chOff x="3925166" y="3491008"/>
                <a:chExt cx="31405" cy="27001"/>
              </a:xfrm>
            </p:grpSpPr>
            <p:sp>
              <p:nvSpPr>
                <p:cNvPr id="9969" name="Google Shape;9969;p73"/>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3"/>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73"/>
              <p:cNvGrpSpPr/>
              <p:nvPr/>
            </p:nvGrpSpPr>
            <p:grpSpPr>
              <a:xfrm>
                <a:off x="3682845" y="3340976"/>
                <a:ext cx="31397" cy="26898"/>
                <a:chOff x="3682845" y="3340976"/>
                <a:chExt cx="31397" cy="26898"/>
              </a:xfrm>
            </p:grpSpPr>
            <p:sp>
              <p:nvSpPr>
                <p:cNvPr id="9972" name="Google Shape;9972;p73"/>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3"/>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4" name="Google Shape;9974;p73"/>
              <p:cNvGrpSpPr/>
              <p:nvPr/>
            </p:nvGrpSpPr>
            <p:grpSpPr>
              <a:xfrm>
                <a:off x="3795393" y="3353725"/>
                <a:ext cx="31499" cy="26993"/>
                <a:chOff x="3795393" y="3353725"/>
                <a:chExt cx="31499" cy="26993"/>
              </a:xfrm>
            </p:grpSpPr>
            <p:sp>
              <p:nvSpPr>
                <p:cNvPr id="9975" name="Google Shape;9975;p73"/>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3"/>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73"/>
              <p:cNvGrpSpPr/>
              <p:nvPr/>
            </p:nvGrpSpPr>
            <p:grpSpPr>
              <a:xfrm>
                <a:off x="4176909" y="4363221"/>
                <a:ext cx="38924" cy="33316"/>
                <a:chOff x="4176909" y="4363221"/>
                <a:chExt cx="38924" cy="33316"/>
              </a:xfrm>
            </p:grpSpPr>
            <p:sp>
              <p:nvSpPr>
                <p:cNvPr id="9978" name="Google Shape;9978;p73"/>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3"/>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73"/>
              <p:cNvGrpSpPr/>
              <p:nvPr/>
            </p:nvGrpSpPr>
            <p:grpSpPr>
              <a:xfrm>
                <a:off x="4226191" y="4007660"/>
                <a:ext cx="33560" cy="28770"/>
                <a:chOff x="4226191" y="4007660"/>
                <a:chExt cx="33560" cy="28770"/>
              </a:xfrm>
            </p:grpSpPr>
            <p:sp>
              <p:nvSpPr>
                <p:cNvPr id="9981" name="Google Shape;9981;p73"/>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3"/>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73"/>
              <p:cNvGrpSpPr/>
              <p:nvPr/>
            </p:nvGrpSpPr>
            <p:grpSpPr>
              <a:xfrm>
                <a:off x="3597785" y="3377045"/>
                <a:ext cx="33591" cy="28699"/>
                <a:chOff x="3597785" y="3377045"/>
                <a:chExt cx="33591" cy="28699"/>
              </a:xfrm>
            </p:grpSpPr>
            <p:sp>
              <p:nvSpPr>
                <p:cNvPr id="9984" name="Google Shape;9984;p73"/>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3"/>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73"/>
              <p:cNvGrpSpPr/>
              <p:nvPr/>
            </p:nvGrpSpPr>
            <p:grpSpPr>
              <a:xfrm>
                <a:off x="3887870" y="3669796"/>
                <a:ext cx="33591" cy="28692"/>
                <a:chOff x="3887870" y="3669796"/>
                <a:chExt cx="33591" cy="28692"/>
              </a:xfrm>
            </p:grpSpPr>
            <p:sp>
              <p:nvSpPr>
                <p:cNvPr id="9987" name="Google Shape;9987;p73"/>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3"/>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73"/>
              <p:cNvGrpSpPr/>
              <p:nvPr/>
            </p:nvGrpSpPr>
            <p:grpSpPr>
              <a:xfrm>
                <a:off x="3818320" y="3481625"/>
                <a:ext cx="33497" cy="28770"/>
                <a:chOff x="3818320" y="3481625"/>
                <a:chExt cx="33497" cy="28770"/>
              </a:xfrm>
            </p:grpSpPr>
            <p:sp>
              <p:nvSpPr>
                <p:cNvPr id="9990" name="Google Shape;9990;p73"/>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3"/>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73"/>
              <p:cNvGrpSpPr/>
              <p:nvPr/>
            </p:nvGrpSpPr>
            <p:grpSpPr>
              <a:xfrm>
                <a:off x="4278139" y="4120948"/>
                <a:ext cx="37492" cy="32129"/>
                <a:chOff x="4278139" y="4120948"/>
                <a:chExt cx="37492" cy="32129"/>
              </a:xfrm>
            </p:grpSpPr>
            <p:sp>
              <p:nvSpPr>
                <p:cNvPr id="9993" name="Google Shape;9993;p73"/>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3"/>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73"/>
              <p:cNvGrpSpPr/>
              <p:nvPr/>
            </p:nvGrpSpPr>
            <p:grpSpPr>
              <a:xfrm>
                <a:off x="4419898" y="3977388"/>
                <a:ext cx="33497" cy="28692"/>
                <a:chOff x="4419898" y="3977388"/>
                <a:chExt cx="33497" cy="28692"/>
              </a:xfrm>
            </p:grpSpPr>
            <p:sp>
              <p:nvSpPr>
                <p:cNvPr id="9996" name="Google Shape;9996;p73"/>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3"/>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73"/>
              <p:cNvGrpSpPr/>
              <p:nvPr/>
            </p:nvGrpSpPr>
            <p:grpSpPr>
              <a:xfrm>
                <a:off x="4158930" y="4034684"/>
                <a:ext cx="33497" cy="28762"/>
                <a:chOff x="4158930" y="4034684"/>
                <a:chExt cx="33497" cy="28762"/>
              </a:xfrm>
            </p:grpSpPr>
            <p:sp>
              <p:nvSpPr>
                <p:cNvPr id="9999" name="Google Shape;9999;p73"/>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3"/>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73"/>
              <p:cNvGrpSpPr/>
              <p:nvPr/>
            </p:nvGrpSpPr>
            <p:grpSpPr>
              <a:xfrm>
                <a:off x="4134949" y="3957049"/>
                <a:ext cx="33497" cy="28770"/>
                <a:chOff x="4134949" y="3957049"/>
                <a:chExt cx="33497" cy="28770"/>
              </a:xfrm>
            </p:grpSpPr>
            <p:sp>
              <p:nvSpPr>
                <p:cNvPr id="10002" name="Google Shape;10002;p73"/>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3"/>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73"/>
              <p:cNvGrpSpPr/>
              <p:nvPr/>
            </p:nvGrpSpPr>
            <p:grpSpPr>
              <a:xfrm>
                <a:off x="4193653" y="4184403"/>
                <a:ext cx="43580" cy="37264"/>
                <a:chOff x="4193653" y="4184403"/>
                <a:chExt cx="43580" cy="37264"/>
              </a:xfrm>
            </p:grpSpPr>
            <p:sp>
              <p:nvSpPr>
                <p:cNvPr id="10005" name="Google Shape;10005;p73"/>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3"/>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73"/>
              <p:cNvGrpSpPr/>
              <p:nvPr/>
            </p:nvGrpSpPr>
            <p:grpSpPr>
              <a:xfrm>
                <a:off x="4343600" y="3943844"/>
                <a:ext cx="43580" cy="37312"/>
                <a:chOff x="4343600" y="3943844"/>
                <a:chExt cx="43580" cy="37312"/>
              </a:xfrm>
            </p:grpSpPr>
            <p:sp>
              <p:nvSpPr>
                <p:cNvPr id="10008" name="Google Shape;10008;p73"/>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3"/>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73"/>
              <p:cNvGrpSpPr/>
              <p:nvPr/>
            </p:nvGrpSpPr>
            <p:grpSpPr>
              <a:xfrm>
                <a:off x="4172339" y="3381693"/>
                <a:ext cx="31499" cy="27001"/>
                <a:chOff x="4172339" y="3381693"/>
                <a:chExt cx="31499" cy="27001"/>
              </a:xfrm>
            </p:grpSpPr>
            <p:sp>
              <p:nvSpPr>
                <p:cNvPr id="10011" name="Google Shape;10011;p73"/>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3"/>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6" name="Shape 10016"/>
        <p:cNvGrpSpPr/>
        <p:nvPr/>
      </p:nvGrpSpPr>
      <p:grpSpPr>
        <a:xfrm>
          <a:off x="0" y="0"/>
          <a:ext cx="0" cy="0"/>
          <a:chOff x="0" y="0"/>
          <a:chExt cx="0" cy="0"/>
        </a:xfrm>
      </p:grpSpPr>
      <p:grpSp>
        <p:nvGrpSpPr>
          <p:cNvPr id="10017" name="Google Shape;10017;p74"/>
          <p:cNvGrpSpPr/>
          <p:nvPr/>
        </p:nvGrpSpPr>
        <p:grpSpPr>
          <a:xfrm>
            <a:off x="729274" y="1175734"/>
            <a:ext cx="2507799" cy="206239"/>
            <a:chOff x="106648" y="895722"/>
            <a:chExt cx="4481413" cy="374300"/>
          </a:xfrm>
        </p:grpSpPr>
        <p:grpSp>
          <p:nvGrpSpPr>
            <p:cNvPr id="10018" name="Google Shape;10018;p74"/>
            <p:cNvGrpSpPr/>
            <p:nvPr/>
          </p:nvGrpSpPr>
          <p:grpSpPr>
            <a:xfrm>
              <a:off x="2233276" y="895722"/>
              <a:ext cx="1082667" cy="223591"/>
              <a:chOff x="4808316" y="2800065"/>
              <a:chExt cx="1999386" cy="412910"/>
            </a:xfrm>
          </p:grpSpPr>
          <p:sp>
            <p:nvSpPr>
              <p:cNvPr id="10019" name="Google Shape;10019;p74"/>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0" name="Google Shape;10020;p74"/>
              <p:cNvGrpSpPr/>
              <p:nvPr/>
            </p:nvGrpSpPr>
            <p:grpSpPr>
              <a:xfrm>
                <a:off x="4808316" y="2800065"/>
                <a:ext cx="92400" cy="411825"/>
                <a:chOff x="845575" y="2563700"/>
                <a:chExt cx="92400" cy="411825"/>
              </a:xfrm>
            </p:grpSpPr>
            <p:cxnSp>
              <p:nvCxnSpPr>
                <p:cNvPr id="10021" name="Google Shape;10021;p7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022" name="Google Shape;10022;p7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23" name="Google Shape;10023;p74"/>
            <p:cNvGrpSpPr/>
            <p:nvPr/>
          </p:nvGrpSpPr>
          <p:grpSpPr>
            <a:xfrm>
              <a:off x="106648" y="895722"/>
              <a:ext cx="1088401" cy="223591"/>
              <a:chOff x="881025" y="2800065"/>
              <a:chExt cx="2009975" cy="412910"/>
            </a:xfrm>
          </p:grpSpPr>
          <p:sp>
            <p:nvSpPr>
              <p:cNvPr id="10024" name="Google Shape;10024;p74"/>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5" name="Google Shape;10025;p74"/>
              <p:cNvGrpSpPr/>
              <p:nvPr/>
            </p:nvGrpSpPr>
            <p:grpSpPr>
              <a:xfrm>
                <a:off x="881025" y="2800065"/>
                <a:ext cx="92400" cy="411825"/>
                <a:chOff x="845575" y="2563700"/>
                <a:chExt cx="92400" cy="411825"/>
              </a:xfrm>
            </p:grpSpPr>
            <p:cxnSp>
              <p:nvCxnSpPr>
                <p:cNvPr id="10026" name="Google Shape;10026;p7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027" name="Google Shape;10027;p7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28" name="Google Shape;10028;p74"/>
            <p:cNvGrpSpPr/>
            <p:nvPr/>
          </p:nvGrpSpPr>
          <p:grpSpPr>
            <a:xfrm>
              <a:off x="1172346" y="1047018"/>
              <a:ext cx="1083151" cy="223003"/>
              <a:chOff x="2849073" y="3079467"/>
              <a:chExt cx="2000279" cy="411825"/>
            </a:xfrm>
          </p:grpSpPr>
          <p:sp>
            <p:nvSpPr>
              <p:cNvPr id="10029" name="Google Shape;10029;p74"/>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0" name="Google Shape;10030;p74"/>
              <p:cNvGrpSpPr/>
              <p:nvPr/>
            </p:nvGrpSpPr>
            <p:grpSpPr>
              <a:xfrm rot="10800000">
                <a:off x="2849073" y="3079467"/>
                <a:ext cx="92400" cy="411825"/>
                <a:chOff x="2070100" y="2563700"/>
                <a:chExt cx="92400" cy="411825"/>
              </a:xfrm>
            </p:grpSpPr>
            <p:cxnSp>
              <p:nvCxnSpPr>
                <p:cNvPr id="10031" name="Google Shape;10031;p7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032" name="Google Shape;10032;p7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33" name="Google Shape;10033;p74"/>
            <p:cNvGrpSpPr/>
            <p:nvPr/>
          </p:nvGrpSpPr>
          <p:grpSpPr>
            <a:xfrm>
              <a:off x="3290132" y="1047018"/>
              <a:ext cx="1297929" cy="223003"/>
              <a:chOff x="6760035" y="3079467"/>
              <a:chExt cx="2396914" cy="411825"/>
            </a:xfrm>
          </p:grpSpPr>
          <p:sp>
            <p:nvSpPr>
              <p:cNvPr id="10034" name="Google Shape;10034;p74"/>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5" name="Google Shape;10035;p74"/>
              <p:cNvGrpSpPr/>
              <p:nvPr/>
            </p:nvGrpSpPr>
            <p:grpSpPr>
              <a:xfrm rot="10800000">
                <a:off x="6760035" y="3079467"/>
                <a:ext cx="92400" cy="411825"/>
                <a:chOff x="2070100" y="2563700"/>
                <a:chExt cx="92400" cy="411825"/>
              </a:xfrm>
            </p:grpSpPr>
            <p:cxnSp>
              <p:nvCxnSpPr>
                <p:cNvPr id="10036" name="Google Shape;10036;p7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037" name="Google Shape;10037;p7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038" name="Google Shape;10038;p74"/>
          <p:cNvGrpSpPr/>
          <p:nvPr/>
        </p:nvGrpSpPr>
        <p:grpSpPr>
          <a:xfrm>
            <a:off x="2147036" y="3575105"/>
            <a:ext cx="1086701" cy="799429"/>
            <a:chOff x="2183288" y="3555572"/>
            <a:chExt cx="1136241" cy="835873"/>
          </a:xfrm>
        </p:grpSpPr>
        <p:sp>
          <p:nvSpPr>
            <p:cNvPr id="10039" name="Google Shape;10039;p74"/>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0" name="Google Shape;10040;p74"/>
            <p:cNvGrpSpPr/>
            <p:nvPr/>
          </p:nvGrpSpPr>
          <p:grpSpPr>
            <a:xfrm>
              <a:off x="2205895" y="3637269"/>
              <a:ext cx="1089848" cy="724993"/>
              <a:chOff x="2205895" y="3637269"/>
              <a:chExt cx="1089848" cy="724993"/>
            </a:xfrm>
          </p:grpSpPr>
          <p:sp>
            <p:nvSpPr>
              <p:cNvPr id="10041" name="Google Shape;10041;p74"/>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4"/>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4"/>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4"/>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4"/>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4"/>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7" name="Google Shape;10047;p74"/>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48" name="Google Shape;10048;p74"/>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0049" name="Google Shape;10049;p74"/>
            <p:cNvGrpSpPr/>
            <p:nvPr/>
          </p:nvGrpSpPr>
          <p:grpSpPr>
            <a:xfrm>
              <a:off x="3173850" y="3779426"/>
              <a:ext cx="145679" cy="70048"/>
              <a:chOff x="3173850" y="3779426"/>
              <a:chExt cx="145679" cy="70048"/>
            </a:xfrm>
          </p:grpSpPr>
          <p:cxnSp>
            <p:nvCxnSpPr>
              <p:cNvPr id="10050" name="Google Shape;10050;p74"/>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0051" name="Google Shape;10051;p74"/>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2" name="Google Shape;10052;p74"/>
            <p:cNvGrpSpPr/>
            <p:nvPr/>
          </p:nvGrpSpPr>
          <p:grpSpPr>
            <a:xfrm>
              <a:off x="2183288" y="4139483"/>
              <a:ext cx="145133" cy="70048"/>
              <a:chOff x="2183288" y="4139483"/>
              <a:chExt cx="145133" cy="70048"/>
            </a:xfrm>
          </p:grpSpPr>
          <p:cxnSp>
            <p:nvCxnSpPr>
              <p:cNvPr id="10053" name="Google Shape;10053;p74"/>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0054" name="Google Shape;10054;p74"/>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5" name="Google Shape;10055;p74"/>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56" name="Google Shape;10056;p74"/>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0057" name="Google Shape;10057;p74"/>
            <p:cNvGrpSpPr/>
            <p:nvPr/>
          </p:nvGrpSpPr>
          <p:grpSpPr>
            <a:xfrm>
              <a:off x="2943836" y="4268886"/>
              <a:ext cx="60717" cy="122559"/>
              <a:chOff x="2943836" y="4268886"/>
              <a:chExt cx="60717" cy="122559"/>
            </a:xfrm>
          </p:grpSpPr>
          <p:sp>
            <p:nvSpPr>
              <p:cNvPr id="10058" name="Google Shape;10058;p74"/>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59" name="Google Shape;10059;p74"/>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0060" name="Google Shape;10060;p74"/>
          <p:cNvGrpSpPr/>
          <p:nvPr/>
        </p:nvGrpSpPr>
        <p:grpSpPr>
          <a:xfrm>
            <a:off x="3409981" y="1496104"/>
            <a:ext cx="1675870" cy="758251"/>
            <a:chOff x="3530532" y="1496185"/>
            <a:chExt cx="1562000" cy="706730"/>
          </a:xfrm>
        </p:grpSpPr>
        <p:cxnSp>
          <p:nvCxnSpPr>
            <p:cNvPr id="10061" name="Google Shape;10061;p74"/>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0062" name="Google Shape;10062;p74"/>
            <p:cNvGrpSpPr/>
            <p:nvPr/>
          </p:nvGrpSpPr>
          <p:grpSpPr>
            <a:xfrm>
              <a:off x="3530532" y="1496185"/>
              <a:ext cx="323430" cy="463587"/>
              <a:chOff x="3530532" y="1496185"/>
              <a:chExt cx="323430" cy="463587"/>
            </a:xfrm>
          </p:grpSpPr>
          <p:grpSp>
            <p:nvGrpSpPr>
              <p:cNvPr id="10063" name="Google Shape;10063;p74"/>
              <p:cNvGrpSpPr/>
              <p:nvPr/>
            </p:nvGrpSpPr>
            <p:grpSpPr>
              <a:xfrm>
                <a:off x="3567462" y="1496185"/>
                <a:ext cx="286500" cy="361376"/>
                <a:chOff x="3567462" y="1496185"/>
                <a:chExt cx="286500" cy="361376"/>
              </a:xfrm>
            </p:grpSpPr>
            <p:cxnSp>
              <p:nvCxnSpPr>
                <p:cNvPr id="10064" name="Google Shape;10064;p74"/>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0065" name="Google Shape;10065;p74"/>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6" name="Google Shape;10066;p74"/>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74"/>
            <p:cNvGrpSpPr/>
            <p:nvPr/>
          </p:nvGrpSpPr>
          <p:grpSpPr>
            <a:xfrm>
              <a:off x="3891569" y="1779209"/>
              <a:ext cx="323945" cy="423706"/>
              <a:chOff x="3891569" y="1779209"/>
              <a:chExt cx="323945" cy="423706"/>
            </a:xfrm>
          </p:grpSpPr>
          <p:grpSp>
            <p:nvGrpSpPr>
              <p:cNvPr id="10068" name="Google Shape;10068;p74"/>
              <p:cNvGrpSpPr/>
              <p:nvPr/>
            </p:nvGrpSpPr>
            <p:grpSpPr>
              <a:xfrm>
                <a:off x="3929014" y="1881638"/>
                <a:ext cx="286500" cy="321278"/>
                <a:chOff x="3929014" y="1881638"/>
                <a:chExt cx="286500" cy="321278"/>
              </a:xfrm>
            </p:grpSpPr>
            <p:cxnSp>
              <p:nvCxnSpPr>
                <p:cNvPr id="10069" name="Google Shape;10069;p74"/>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0070" name="Google Shape;10070;p74"/>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1" name="Google Shape;10071;p74"/>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74"/>
            <p:cNvGrpSpPr/>
            <p:nvPr/>
          </p:nvGrpSpPr>
          <p:grpSpPr>
            <a:xfrm>
              <a:off x="4252606" y="1496185"/>
              <a:ext cx="324721" cy="463587"/>
              <a:chOff x="4252606" y="1496185"/>
              <a:chExt cx="324721" cy="463587"/>
            </a:xfrm>
          </p:grpSpPr>
          <p:grpSp>
            <p:nvGrpSpPr>
              <p:cNvPr id="10073" name="Google Shape;10073;p74"/>
              <p:cNvGrpSpPr/>
              <p:nvPr/>
            </p:nvGrpSpPr>
            <p:grpSpPr>
              <a:xfrm>
                <a:off x="4290828" y="1496185"/>
                <a:ext cx="286500" cy="361376"/>
                <a:chOff x="4290828" y="1496185"/>
                <a:chExt cx="286500" cy="361376"/>
              </a:xfrm>
            </p:grpSpPr>
            <p:cxnSp>
              <p:nvCxnSpPr>
                <p:cNvPr id="10074" name="Google Shape;10074;p74"/>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0075" name="Google Shape;10075;p74"/>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6" name="Google Shape;10076;p74"/>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74"/>
            <p:cNvGrpSpPr/>
            <p:nvPr/>
          </p:nvGrpSpPr>
          <p:grpSpPr>
            <a:xfrm>
              <a:off x="4613643" y="1763716"/>
              <a:ext cx="325308" cy="439200"/>
              <a:chOff x="4613643" y="1763716"/>
              <a:chExt cx="325308" cy="439200"/>
            </a:xfrm>
          </p:grpSpPr>
          <p:grpSp>
            <p:nvGrpSpPr>
              <p:cNvPr id="10078" name="Google Shape;10078;p74"/>
              <p:cNvGrpSpPr/>
              <p:nvPr/>
            </p:nvGrpSpPr>
            <p:grpSpPr>
              <a:xfrm>
                <a:off x="4652451" y="1879538"/>
                <a:ext cx="286500" cy="323378"/>
                <a:chOff x="4652451" y="1879538"/>
                <a:chExt cx="286500" cy="323378"/>
              </a:xfrm>
            </p:grpSpPr>
            <p:cxnSp>
              <p:nvCxnSpPr>
                <p:cNvPr id="10079" name="Google Shape;10079;p74"/>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0080" name="Google Shape;10080;p74"/>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1" name="Google Shape;10081;p74"/>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82" name="Google Shape;10082;p74"/>
          <p:cNvGrpSpPr/>
          <p:nvPr/>
        </p:nvGrpSpPr>
        <p:grpSpPr>
          <a:xfrm>
            <a:off x="3421841" y="2349730"/>
            <a:ext cx="1652173" cy="391517"/>
            <a:chOff x="3512551" y="2358270"/>
            <a:chExt cx="1597383" cy="378533"/>
          </a:xfrm>
        </p:grpSpPr>
        <p:cxnSp>
          <p:nvCxnSpPr>
            <p:cNvPr id="10083" name="Google Shape;10083;p74"/>
            <p:cNvCxnSpPr>
              <a:stCxn id="10084" idx="6"/>
              <a:endCxn id="10085"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0086" name="Google Shape;10086;p74"/>
            <p:cNvGrpSpPr/>
            <p:nvPr/>
          </p:nvGrpSpPr>
          <p:grpSpPr>
            <a:xfrm>
              <a:off x="3512551" y="2358270"/>
              <a:ext cx="225647" cy="307714"/>
              <a:chOff x="2182679" y="2004714"/>
              <a:chExt cx="792300" cy="1080458"/>
            </a:xfrm>
          </p:grpSpPr>
          <p:cxnSp>
            <p:nvCxnSpPr>
              <p:cNvPr id="10087" name="Google Shape;10087;p74"/>
              <p:cNvCxnSpPr>
                <a:stCxn id="10088"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0084" name="Google Shape;10084;p74"/>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4"/>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74"/>
            <p:cNvGrpSpPr/>
            <p:nvPr/>
          </p:nvGrpSpPr>
          <p:grpSpPr>
            <a:xfrm>
              <a:off x="3969644" y="2440153"/>
              <a:ext cx="225853" cy="296651"/>
              <a:chOff x="3775710" y="1729289"/>
              <a:chExt cx="136500" cy="179289"/>
            </a:xfrm>
          </p:grpSpPr>
          <p:cxnSp>
            <p:nvCxnSpPr>
              <p:cNvPr id="10090" name="Google Shape;10090;p74"/>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0091" name="Google Shape;10091;p74"/>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4"/>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74"/>
            <p:cNvGrpSpPr/>
            <p:nvPr/>
          </p:nvGrpSpPr>
          <p:grpSpPr>
            <a:xfrm>
              <a:off x="4427051" y="2358270"/>
              <a:ext cx="225647" cy="307714"/>
              <a:chOff x="5393704" y="2004714"/>
              <a:chExt cx="792300" cy="1080458"/>
            </a:xfrm>
          </p:grpSpPr>
          <p:cxnSp>
            <p:nvCxnSpPr>
              <p:cNvPr id="10094" name="Google Shape;10094;p74"/>
              <p:cNvCxnSpPr>
                <a:stCxn id="10095"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0096" name="Google Shape;10096;p74"/>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4"/>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74"/>
            <p:cNvGrpSpPr/>
            <p:nvPr/>
          </p:nvGrpSpPr>
          <p:grpSpPr>
            <a:xfrm>
              <a:off x="4884287" y="2440252"/>
              <a:ext cx="225647" cy="296532"/>
              <a:chOff x="6999166" y="2292572"/>
              <a:chExt cx="792300" cy="1041192"/>
            </a:xfrm>
          </p:grpSpPr>
          <p:cxnSp>
            <p:nvCxnSpPr>
              <p:cNvPr id="10098" name="Google Shape;10098;p74"/>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0085" name="Google Shape;10085;p74"/>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4"/>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00" name="Google Shape;10100;p74"/>
          <p:cNvGrpSpPr/>
          <p:nvPr/>
        </p:nvGrpSpPr>
        <p:grpSpPr>
          <a:xfrm>
            <a:off x="6842649" y="1185930"/>
            <a:ext cx="1581844" cy="732818"/>
            <a:chOff x="634175" y="2986275"/>
            <a:chExt cx="3147949" cy="1458344"/>
          </a:xfrm>
        </p:grpSpPr>
        <p:cxnSp>
          <p:nvCxnSpPr>
            <p:cNvPr id="10101" name="Google Shape;10101;p74"/>
            <p:cNvCxnSpPr>
              <a:stCxn id="10102" idx="4"/>
              <a:endCxn id="10103"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0104" name="Google Shape;10104;p74"/>
            <p:cNvCxnSpPr>
              <a:stCxn id="10103" idx="0"/>
              <a:endCxn id="10105"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0106" name="Google Shape;10106;p74"/>
            <p:cNvCxnSpPr>
              <a:stCxn id="10105" idx="4"/>
              <a:endCxn id="10107"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0108" name="Google Shape;10108;p74"/>
            <p:cNvCxnSpPr>
              <a:stCxn id="10107" idx="0"/>
              <a:endCxn id="10109"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0109" name="Google Shape;10109;p74"/>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105" name="Google Shape;10105;p74"/>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102" name="Google Shape;10102;p74"/>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107" name="Google Shape;10107;p74"/>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103" name="Google Shape;10103;p74"/>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0110" name="Google Shape;10110;p74"/>
          <p:cNvGrpSpPr/>
          <p:nvPr/>
        </p:nvGrpSpPr>
        <p:grpSpPr>
          <a:xfrm>
            <a:off x="3410364" y="2880240"/>
            <a:ext cx="1675128" cy="313674"/>
            <a:chOff x="998425" y="1182125"/>
            <a:chExt cx="1065400" cy="199500"/>
          </a:xfrm>
        </p:grpSpPr>
        <p:sp>
          <p:nvSpPr>
            <p:cNvPr id="10111" name="Google Shape;10111;p7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74"/>
          <p:cNvGrpSpPr/>
          <p:nvPr/>
        </p:nvGrpSpPr>
        <p:grpSpPr>
          <a:xfrm>
            <a:off x="3410363" y="3836206"/>
            <a:ext cx="1675129" cy="525345"/>
            <a:chOff x="5194708" y="3484366"/>
            <a:chExt cx="3148148" cy="987304"/>
          </a:xfrm>
        </p:grpSpPr>
        <p:grpSp>
          <p:nvGrpSpPr>
            <p:cNvPr id="10117" name="Google Shape;10117;p74"/>
            <p:cNvGrpSpPr/>
            <p:nvPr/>
          </p:nvGrpSpPr>
          <p:grpSpPr>
            <a:xfrm>
              <a:off x="7531521" y="3484366"/>
              <a:ext cx="811335" cy="987304"/>
              <a:chOff x="3379425" y="1617275"/>
              <a:chExt cx="1090650" cy="1327200"/>
            </a:xfrm>
          </p:grpSpPr>
          <p:sp>
            <p:nvSpPr>
              <p:cNvPr id="10118" name="Google Shape;10118;p7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74"/>
            <p:cNvGrpSpPr/>
            <p:nvPr/>
          </p:nvGrpSpPr>
          <p:grpSpPr>
            <a:xfrm>
              <a:off x="6752546" y="3484366"/>
              <a:ext cx="811428" cy="987304"/>
              <a:chOff x="2332275" y="1617275"/>
              <a:chExt cx="1090775" cy="1327200"/>
            </a:xfrm>
          </p:grpSpPr>
          <p:sp>
            <p:nvSpPr>
              <p:cNvPr id="10122" name="Google Shape;10122;p7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74"/>
            <p:cNvGrpSpPr/>
            <p:nvPr/>
          </p:nvGrpSpPr>
          <p:grpSpPr>
            <a:xfrm>
              <a:off x="5973664" y="3484366"/>
              <a:ext cx="811335" cy="987304"/>
              <a:chOff x="1285250" y="1617275"/>
              <a:chExt cx="1090650" cy="1327200"/>
            </a:xfrm>
          </p:grpSpPr>
          <p:sp>
            <p:nvSpPr>
              <p:cNvPr id="10126" name="Google Shape;10126;p7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74"/>
            <p:cNvGrpSpPr/>
            <p:nvPr/>
          </p:nvGrpSpPr>
          <p:grpSpPr>
            <a:xfrm>
              <a:off x="5194708" y="3484366"/>
              <a:ext cx="811409" cy="987304"/>
              <a:chOff x="238125" y="1617275"/>
              <a:chExt cx="1090750" cy="1327200"/>
            </a:xfrm>
          </p:grpSpPr>
          <p:sp>
            <p:nvSpPr>
              <p:cNvPr id="10130" name="Google Shape;10130;p7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3" name="Google Shape;10133;p74"/>
          <p:cNvGrpSpPr/>
          <p:nvPr/>
        </p:nvGrpSpPr>
        <p:grpSpPr>
          <a:xfrm>
            <a:off x="6844048" y="2482095"/>
            <a:ext cx="1579046" cy="522230"/>
            <a:chOff x="6853641" y="2534077"/>
            <a:chExt cx="1515545" cy="501229"/>
          </a:xfrm>
        </p:grpSpPr>
        <p:grpSp>
          <p:nvGrpSpPr>
            <p:cNvPr id="10134" name="Google Shape;10134;p74"/>
            <p:cNvGrpSpPr/>
            <p:nvPr/>
          </p:nvGrpSpPr>
          <p:grpSpPr>
            <a:xfrm>
              <a:off x="6853641" y="2618923"/>
              <a:ext cx="1515545" cy="324556"/>
              <a:chOff x="6853641" y="2618923"/>
              <a:chExt cx="1515545" cy="324556"/>
            </a:xfrm>
          </p:grpSpPr>
          <p:sp>
            <p:nvSpPr>
              <p:cNvPr id="10135" name="Google Shape;10135;p74"/>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4"/>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4"/>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4"/>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4"/>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0" name="Google Shape;10140;p74"/>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4"/>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4"/>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4"/>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4"/>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74"/>
          <p:cNvGrpSpPr/>
          <p:nvPr/>
        </p:nvGrpSpPr>
        <p:grpSpPr>
          <a:xfrm>
            <a:off x="3438940" y="3357136"/>
            <a:ext cx="1617976" cy="346616"/>
            <a:chOff x="1808063" y="4294338"/>
            <a:chExt cx="3370782" cy="721817"/>
          </a:xfrm>
        </p:grpSpPr>
        <p:sp>
          <p:nvSpPr>
            <p:cNvPr id="10146" name="Google Shape;10146;p7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74"/>
          <p:cNvGrpSpPr/>
          <p:nvPr/>
        </p:nvGrpSpPr>
        <p:grpSpPr>
          <a:xfrm>
            <a:off x="5264936" y="4023886"/>
            <a:ext cx="1417067" cy="350605"/>
            <a:chOff x="4234950" y="2101012"/>
            <a:chExt cx="4219974" cy="1044090"/>
          </a:xfrm>
        </p:grpSpPr>
        <p:sp>
          <p:nvSpPr>
            <p:cNvPr id="10157" name="Google Shape;10157;p74"/>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4"/>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4"/>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4"/>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4"/>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4"/>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4"/>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4"/>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4"/>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4"/>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4"/>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4"/>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4"/>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4"/>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4"/>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4"/>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3" name="Google Shape;10173;p74"/>
          <p:cNvGrpSpPr/>
          <p:nvPr/>
        </p:nvGrpSpPr>
        <p:grpSpPr>
          <a:xfrm>
            <a:off x="6840408" y="2014643"/>
            <a:ext cx="1586327" cy="371557"/>
            <a:chOff x="1247650" y="2075423"/>
            <a:chExt cx="6648477" cy="1557238"/>
          </a:xfrm>
        </p:grpSpPr>
        <p:sp>
          <p:nvSpPr>
            <p:cNvPr id="10174" name="Google Shape;10174;p7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74"/>
          <p:cNvGrpSpPr/>
          <p:nvPr/>
        </p:nvGrpSpPr>
        <p:grpSpPr>
          <a:xfrm>
            <a:off x="5271678" y="1167833"/>
            <a:ext cx="1415601" cy="1648533"/>
            <a:chOff x="1839112" y="2209163"/>
            <a:chExt cx="1918159" cy="2233784"/>
          </a:xfrm>
        </p:grpSpPr>
        <p:sp>
          <p:nvSpPr>
            <p:cNvPr id="10181" name="Google Shape;10181;p74"/>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4"/>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4"/>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84" name="Google Shape;10184;p74"/>
            <p:cNvCxnSpPr>
              <a:stCxn id="10181" idx="6"/>
              <a:endCxn id="10182"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0185" name="Google Shape;10185;p74"/>
            <p:cNvCxnSpPr>
              <a:stCxn id="10182" idx="4"/>
              <a:endCxn id="10186"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0187" name="Google Shape;10187;p74"/>
            <p:cNvCxnSpPr>
              <a:stCxn id="10186" idx="6"/>
              <a:endCxn id="10183"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0188" name="Google Shape;10188;p74"/>
            <p:cNvCxnSpPr>
              <a:stCxn id="10183" idx="4"/>
              <a:endCxn id="10189"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0186" name="Google Shape;10186;p74"/>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4"/>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4"/>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91" name="Google Shape;10191;p74"/>
            <p:cNvCxnSpPr>
              <a:endCxn id="10190"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0192" name="Google Shape;10192;p74"/>
          <p:cNvGrpSpPr/>
          <p:nvPr/>
        </p:nvGrpSpPr>
        <p:grpSpPr>
          <a:xfrm>
            <a:off x="3428944" y="1185917"/>
            <a:ext cx="1637968" cy="154942"/>
            <a:chOff x="238125" y="2506075"/>
            <a:chExt cx="7115411" cy="673075"/>
          </a:xfrm>
        </p:grpSpPr>
        <p:sp>
          <p:nvSpPr>
            <p:cNvPr id="10193" name="Google Shape;10193;p7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74"/>
          <p:cNvGrpSpPr/>
          <p:nvPr/>
        </p:nvGrpSpPr>
        <p:grpSpPr>
          <a:xfrm>
            <a:off x="1969680" y="1500635"/>
            <a:ext cx="1262932" cy="785408"/>
            <a:chOff x="548861" y="389676"/>
            <a:chExt cx="3843371" cy="2390163"/>
          </a:xfrm>
        </p:grpSpPr>
        <p:cxnSp>
          <p:nvCxnSpPr>
            <p:cNvPr id="10199" name="Google Shape;10199;p74"/>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0200" name="Google Shape;10200;p74"/>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0201" name="Google Shape;10201;p74"/>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0202" name="Google Shape;10202;p74"/>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0203" name="Google Shape;10203;p74"/>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204" name="Google Shape;10204;p74"/>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05" name="Google Shape;10205;p74"/>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206" name="Google Shape;10206;p74"/>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4"/>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4"/>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4"/>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4"/>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4"/>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2" name="Google Shape;10212;p74"/>
          <p:cNvGrpSpPr/>
          <p:nvPr/>
        </p:nvGrpSpPr>
        <p:grpSpPr>
          <a:xfrm>
            <a:off x="757812" y="2607512"/>
            <a:ext cx="1412054" cy="633562"/>
            <a:chOff x="1187400" y="2529299"/>
            <a:chExt cx="6769193" cy="2241903"/>
          </a:xfrm>
        </p:grpSpPr>
        <p:sp>
          <p:nvSpPr>
            <p:cNvPr id="10213" name="Google Shape;10213;p74"/>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0214" name="Google Shape;10214;p74"/>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215" name="Google Shape;10215;p74"/>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216" name="Google Shape;10216;p74"/>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217" name="Google Shape;10217;p74"/>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218" name="Google Shape;10218;p74"/>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219" name="Google Shape;10219;p74"/>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0220" name="Google Shape;10220;p74"/>
            <p:cNvCxnSpPr>
              <a:stCxn id="10213" idx="2"/>
              <a:endCxn id="10214"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221" name="Google Shape;10221;p74"/>
            <p:cNvCxnSpPr>
              <a:stCxn id="10215" idx="0"/>
              <a:endCxn id="10213"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222" name="Google Shape;10222;p74"/>
            <p:cNvCxnSpPr>
              <a:stCxn id="10215" idx="2"/>
              <a:endCxn id="10217"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223" name="Google Shape;10223;p74"/>
            <p:cNvCxnSpPr>
              <a:stCxn id="10216" idx="0"/>
              <a:endCxn id="10215"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224" name="Google Shape;10224;p74"/>
            <p:cNvCxnSpPr>
              <a:stCxn id="10214" idx="2"/>
              <a:endCxn id="10219"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225" name="Google Shape;10225;p74"/>
            <p:cNvCxnSpPr>
              <a:stCxn id="10218" idx="0"/>
              <a:endCxn id="10214"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0226" name="Google Shape;10226;p74"/>
          <p:cNvGrpSpPr/>
          <p:nvPr/>
        </p:nvGrpSpPr>
        <p:grpSpPr>
          <a:xfrm>
            <a:off x="6844058" y="3100221"/>
            <a:ext cx="1579035" cy="540873"/>
            <a:chOff x="6895650" y="3126697"/>
            <a:chExt cx="1436662" cy="492105"/>
          </a:xfrm>
        </p:grpSpPr>
        <p:sp>
          <p:nvSpPr>
            <p:cNvPr id="10227" name="Google Shape;10227;p74"/>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4"/>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4"/>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4"/>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4"/>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2" name="Google Shape;10232;p74"/>
            <p:cNvGrpSpPr/>
            <p:nvPr/>
          </p:nvGrpSpPr>
          <p:grpSpPr>
            <a:xfrm>
              <a:off x="6995957" y="3335810"/>
              <a:ext cx="1230393" cy="71754"/>
              <a:chOff x="6995957" y="3287964"/>
              <a:chExt cx="1230393" cy="71754"/>
            </a:xfrm>
          </p:grpSpPr>
          <p:sp>
            <p:nvSpPr>
              <p:cNvPr id="10233" name="Google Shape;10233;p74"/>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4"/>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4"/>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4"/>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4"/>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38" name="Google Shape;10238;p74"/>
          <p:cNvGrpSpPr/>
          <p:nvPr/>
        </p:nvGrpSpPr>
        <p:grpSpPr>
          <a:xfrm>
            <a:off x="6842640" y="3736984"/>
            <a:ext cx="1581862" cy="650625"/>
            <a:chOff x="6777990" y="3710194"/>
            <a:chExt cx="1646915" cy="677382"/>
          </a:xfrm>
        </p:grpSpPr>
        <p:grpSp>
          <p:nvGrpSpPr>
            <p:cNvPr id="10239" name="Google Shape;10239;p74"/>
            <p:cNvGrpSpPr/>
            <p:nvPr/>
          </p:nvGrpSpPr>
          <p:grpSpPr>
            <a:xfrm>
              <a:off x="6777990" y="3874492"/>
              <a:ext cx="411129" cy="513083"/>
              <a:chOff x="6777990" y="3874492"/>
              <a:chExt cx="411129" cy="513083"/>
            </a:xfrm>
          </p:grpSpPr>
          <p:cxnSp>
            <p:nvCxnSpPr>
              <p:cNvPr id="10240" name="Google Shape;10240;p74"/>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0241" name="Google Shape;10241;p74"/>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74"/>
            <p:cNvGrpSpPr/>
            <p:nvPr/>
          </p:nvGrpSpPr>
          <p:grpSpPr>
            <a:xfrm>
              <a:off x="7188425" y="3710194"/>
              <a:ext cx="411123" cy="520535"/>
              <a:chOff x="7188425" y="3710194"/>
              <a:chExt cx="411123" cy="520535"/>
            </a:xfrm>
          </p:grpSpPr>
          <p:cxnSp>
            <p:nvCxnSpPr>
              <p:cNvPr id="10243" name="Google Shape;10243;p74"/>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0244" name="Google Shape;10244;p74"/>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5" name="Google Shape;10245;p74"/>
            <p:cNvGrpSpPr/>
            <p:nvPr/>
          </p:nvGrpSpPr>
          <p:grpSpPr>
            <a:xfrm>
              <a:off x="7603341" y="3874492"/>
              <a:ext cx="411474" cy="513083"/>
              <a:chOff x="7603341" y="3874492"/>
              <a:chExt cx="411474" cy="513083"/>
            </a:xfrm>
          </p:grpSpPr>
          <p:cxnSp>
            <p:nvCxnSpPr>
              <p:cNvPr id="10246" name="Google Shape;10246;p74"/>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0247" name="Google Shape;10247;p74"/>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74"/>
            <p:cNvGrpSpPr/>
            <p:nvPr/>
          </p:nvGrpSpPr>
          <p:grpSpPr>
            <a:xfrm>
              <a:off x="8013776" y="3722847"/>
              <a:ext cx="411129" cy="507881"/>
              <a:chOff x="8013776" y="3722847"/>
              <a:chExt cx="411129" cy="507881"/>
            </a:xfrm>
          </p:grpSpPr>
          <p:cxnSp>
            <p:nvCxnSpPr>
              <p:cNvPr id="10249" name="Google Shape;10249;p74"/>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0250" name="Google Shape;10250;p74"/>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51" name="Google Shape;10251;p74"/>
          <p:cNvGrpSpPr/>
          <p:nvPr/>
        </p:nvGrpSpPr>
        <p:grpSpPr>
          <a:xfrm>
            <a:off x="5262155" y="2909824"/>
            <a:ext cx="1421889" cy="1020603"/>
            <a:chOff x="5190863" y="2824811"/>
            <a:chExt cx="1544860" cy="1108869"/>
          </a:xfrm>
        </p:grpSpPr>
        <p:grpSp>
          <p:nvGrpSpPr>
            <p:cNvPr id="10252" name="Google Shape;10252;p74"/>
            <p:cNvGrpSpPr/>
            <p:nvPr/>
          </p:nvGrpSpPr>
          <p:grpSpPr>
            <a:xfrm>
              <a:off x="5938695" y="3176919"/>
              <a:ext cx="685761" cy="404739"/>
              <a:chOff x="5938695" y="3176919"/>
              <a:chExt cx="685761" cy="404739"/>
            </a:xfrm>
          </p:grpSpPr>
          <p:grpSp>
            <p:nvGrpSpPr>
              <p:cNvPr id="10253" name="Google Shape;10253;p74"/>
              <p:cNvGrpSpPr/>
              <p:nvPr/>
            </p:nvGrpSpPr>
            <p:grpSpPr>
              <a:xfrm>
                <a:off x="5938695" y="3176919"/>
                <a:ext cx="685761" cy="404739"/>
                <a:chOff x="5938695" y="3176919"/>
                <a:chExt cx="685761" cy="404739"/>
              </a:xfrm>
            </p:grpSpPr>
            <p:sp>
              <p:nvSpPr>
                <p:cNvPr id="10254" name="Google Shape;10254;p74"/>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4"/>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6" name="Google Shape;10256;p74"/>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74"/>
            <p:cNvGrpSpPr/>
            <p:nvPr/>
          </p:nvGrpSpPr>
          <p:grpSpPr>
            <a:xfrm>
              <a:off x="5305233" y="3176835"/>
              <a:ext cx="685971" cy="404655"/>
              <a:chOff x="5305233" y="3176835"/>
              <a:chExt cx="685971" cy="404655"/>
            </a:xfrm>
          </p:grpSpPr>
          <p:grpSp>
            <p:nvGrpSpPr>
              <p:cNvPr id="10258" name="Google Shape;10258;p74"/>
              <p:cNvGrpSpPr/>
              <p:nvPr/>
            </p:nvGrpSpPr>
            <p:grpSpPr>
              <a:xfrm>
                <a:off x="5305233" y="3176835"/>
                <a:ext cx="685971" cy="404655"/>
                <a:chOff x="5305233" y="3176835"/>
                <a:chExt cx="685971" cy="404655"/>
              </a:xfrm>
            </p:grpSpPr>
            <p:sp>
              <p:nvSpPr>
                <p:cNvPr id="10259" name="Google Shape;10259;p74"/>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4"/>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1" name="Google Shape;10261;p74"/>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2" name="Google Shape;10262;p74"/>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3" name="Google Shape;10263;p74"/>
            <p:cNvGrpSpPr/>
            <p:nvPr/>
          </p:nvGrpSpPr>
          <p:grpSpPr>
            <a:xfrm>
              <a:off x="5657361" y="2824811"/>
              <a:ext cx="1078361" cy="404655"/>
              <a:chOff x="5657361" y="2824811"/>
              <a:chExt cx="1078361" cy="404655"/>
            </a:xfrm>
          </p:grpSpPr>
          <p:grpSp>
            <p:nvGrpSpPr>
              <p:cNvPr id="10264" name="Google Shape;10264;p74"/>
              <p:cNvGrpSpPr/>
              <p:nvPr/>
            </p:nvGrpSpPr>
            <p:grpSpPr>
              <a:xfrm>
                <a:off x="5657361" y="2824811"/>
                <a:ext cx="1078361" cy="404655"/>
                <a:chOff x="5657361" y="2824811"/>
                <a:chExt cx="1078361" cy="404655"/>
              </a:xfrm>
            </p:grpSpPr>
            <p:grpSp>
              <p:nvGrpSpPr>
                <p:cNvPr id="10265" name="Google Shape;10265;p74"/>
                <p:cNvGrpSpPr/>
                <p:nvPr/>
              </p:nvGrpSpPr>
              <p:grpSpPr>
                <a:xfrm>
                  <a:off x="5938485" y="2824811"/>
                  <a:ext cx="797237" cy="404655"/>
                  <a:chOff x="5938485" y="2824811"/>
                  <a:chExt cx="797237" cy="404655"/>
                </a:xfrm>
              </p:grpSpPr>
              <p:sp>
                <p:nvSpPr>
                  <p:cNvPr id="10266" name="Google Shape;10266;p74"/>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4"/>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8" name="Google Shape;10268;p74"/>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9" name="Google Shape;10269;p74"/>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74"/>
            <p:cNvGrpSpPr/>
            <p:nvPr/>
          </p:nvGrpSpPr>
          <p:grpSpPr>
            <a:xfrm>
              <a:off x="5190863" y="3528942"/>
              <a:ext cx="1078026" cy="404739"/>
              <a:chOff x="5190863" y="3528942"/>
              <a:chExt cx="1078026" cy="404739"/>
            </a:xfrm>
          </p:grpSpPr>
          <p:sp>
            <p:nvSpPr>
              <p:cNvPr id="10271" name="Google Shape;10271;p74"/>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2" name="Google Shape;10272;p74"/>
              <p:cNvGrpSpPr/>
              <p:nvPr/>
            </p:nvGrpSpPr>
            <p:grpSpPr>
              <a:xfrm>
                <a:off x="5190863" y="3528942"/>
                <a:ext cx="1078026" cy="404739"/>
                <a:chOff x="5190863" y="3528942"/>
                <a:chExt cx="1078026" cy="404739"/>
              </a:xfrm>
            </p:grpSpPr>
            <p:sp>
              <p:nvSpPr>
                <p:cNvPr id="10273" name="Google Shape;10273;p74"/>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4"/>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275" name="Google Shape;10275;p74"/>
          <p:cNvGrpSpPr/>
          <p:nvPr/>
        </p:nvGrpSpPr>
        <p:grpSpPr>
          <a:xfrm>
            <a:off x="728162" y="1474292"/>
            <a:ext cx="1086719" cy="879487"/>
            <a:chOff x="803162" y="1474292"/>
            <a:chExt cx="1086719" cy="879487"/>
          </a:xfrm>
        </p:grpSpPr>
        <p:grpSp>
          <p:nvGrpSpPr>
            <p:cNvPr id="10276" name="Google Shape;10276;p74"/>
            <p:cNvGrpSpPr/>
            <p:nvPr/>
          </p:nvGrpSpPr>
          <p:grpSpPr>
            <a:xfrm>
              <a:off x="803162" y="1625948"/>
              <a:ext cx="445856" cy="576579"/>
              <a:chOff x="803162" y="1625948"/>
              <a:chExt cx="445856" cy="576579"/>
            </a:xfrm>
          </p:grpSpPr>
          <p:sp>
            <p:nvSpPr>
              <p:cNvPr id="10277" name="Google Shape;10277;p74"/>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8" name="Google Shape;10278;p74"/>
              <p:cNvGrpSpPr/>
              <p:nvPr/>
            </p:nvGrpSpPr>
            <p:grpSpPr>
              <a:xfrm>
                <a:off x="1056023" y="1625948"/>
                <a:ext cx="192995" cy="576579"/>
                <a:chOff x="1056023" y="1625948"/>
                <a:chExt cx="192995" cy="576579"/>
              </a:xfrm>
            </p:grpSpPr>
            <p:sp>
              <p:nvSpPr>
                <p:cNvPr id="10279" name="Google Shape;10279;p74"/>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4"/>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4"/>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4"/>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4"/>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84" name="Google Shape;10284;p74"/>
            <p:cNvGrpSpPr/>
            <p:nvPr/>
          </p:nvGrpSpPr>
          <p:grpSpPr>
            <a:xfrm>
              <a:off x="1371406" y="1474292"/>
              <a:ext cx="518475" cy="879487"/>
              <a:chOff x="1398231" y="1474292"/>
              <a:chExt cx="518475" cy="879487"/>
            </a:xfrm>
          </p:grpSpPr>
          <p:grpSp>
            <p:nvGrpSpPr>
              <p:cNvPr id="10285" name="Google Shape;10285;p74"/>
              <p:cNvGrpSpPr/>
              <p:nvPr/>
            </p:nvGrpSpPr>
            <p:grpSpPr>
              <a:xfrm>
                <a:off x="1398231" y="1474292"/>
                <a:ext cx="518475" cy="341643"/>
                <a:chOff x="1398231" y="1474292"/>
                <a:chExt cx="518475" cy="341643"/>
              </a:xfrm>
            </p:grpSpPr>
            <p:sp>
              <p:nvSpPr>
                <p:cNvPr id="10286" name="Google Shape;10286;p74"/>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7" name="Google Shape;10287;p74"/>
                <p:cNvGrpSpPr/>
                <p:nvPr/>
              </p:nvGrpSpPr>
              <p:grpSpPr>
                <a:xfrm>
                  <a:off x="1616453" y="1474292"/>
                  <a:ext cx="300253" cy="341643"/>
                  <a:chOff x="1616453" y="1475379"/>
                  <a:chExt cx="300253" cy="341643"/>
                </a:xfrm>
              </p:grpSpPr>
              <p:sp>
                <p:nvSpPr>
                  <p:cNvPr id="10288" name="Google Shape;10288;p74"/>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4"/>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4"/>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4"/>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4"/>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4"/>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4"/>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5" name="Google Shape;10295;p74"/>
                  <p:cNvGrpSpPr/>
                  <p:nvPr/>
                </p:nvGrpSpPr>
                <p:grpSpPr>
                  <a:xfrm>
                    <a:off x="1839639" y="1475379"/>
                    <a:ext cx="77067" cy="341643"/>
                    <a:chOff x="1839639" y="1475379"/>
                    <a:chExt cx="77067" cy="341643"/>
                  </a:xfrm>
                </p:grpSpPr>
                <p:sp>
                  <p:nvSpPr>
                    <p:cNvPr id="10296" name="Google Shape;10296;p74"/>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4"/>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298" name="Google Shape;10298;p74"/>
              <p:cNvGrpSpPr/>
              <p:nvPr/>
            </p:nvGrpSpPr>
            <p:grpSpPr>
              <a:xfrm>
                <a:off x="1398451" y="2012951"/>
                <a:ext cx="518255" cy="340828"/>
                <a:chOff x="1398451" y="2012951"/>
                <a:chExt cx="518255" cy="340828"/>
              </a:xfrm>
            </p:grpSpPr>
            <p:sp>
              <p:nvSpPr>
                <p:cNvPr id="10299" name="Google Shape;10299;p74"/>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0" name="Google Shape;10300;p74"/>
                <p:cNvGrpSpPr/>
                <p:nvPr/>
              </p:nvGrpSpPr>
              <p:grpSpPr>
                <a:xfrm>
                  <a:off x="1616453" y="2012951"/>
                  <a:ext cx="300253" cy="340828"/>
                  <a:chOff x="1616453" y="2013538"/>
                  <a:chExt cx="300253" cy="340828"/>
                </a:xfrm>
              </p:grpSpPr>
              <p:sp>
                <p:nvSpPr>
                  <p:cNvPr id="10301" name="Google Shape;10301;p74"/>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4"/>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4"/>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4"/>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4"/>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4"/>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4"/>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8" name="Google Shape;10308;p74"/>
                  <p:cNvGrpSpPr/>
                  <p:nvPr/>
                </p:nvGrpSpPr>
                <p:grpSpPr>
                  <a:xfrm>
                    <a:off x="1839639" y="2013538"/>
                    <a:ext cx="77067" cy="340828"/>
                    <a:chOff x="1839639" y="2013538"/>
                    <a:chExt cx="77067" cy="340828"/>
                  </a:xfrm>
                </p:grpSpPr>
                <p:sp>
                  <p:nvSpPr>
                    <p:cNvPr id="10309" name="Google Shape;10309;p74"/>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4"/>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0311" name="Google Shape;10311;p74"/>
          <p:cNvGrpSpPr/>
          <p:nvPr/>
        </p:nvGrpSpPr>
        <p:grpSpPr>
          <a:xfrm>
            <a:off x="724986" y="3605478"/>
            <a:ext cx="1368681" cy="682918"/>
            <a:chOff x="724986" y="3605478"/>
            <a:chExt cx="1368681" cy="682918"/>
          </a:xfrm>
        </p:grpSpPr>
        <p:grpSp>
          <p:nvGrpSpPr>
            <p:cNvPr id="10312" name="Google Shape;10312;p74"/>
            <p:cNvGrpSpPr/>
            <p:nvPr/>
          </p:nvGrpSpPr>
          <p:grpSpPr>
            <a:xfrm>
              <a:off x="1289102" y="3823629"/>
              <a:ext cx="240442" cy="250435"/>
              <a:chOff x="-165066" y="3843615"/>
              <a:chExt cx="221259" cy="230455"/>
            </a:xfrm>
          </p:grpSpPr>
          <p:sp>
            <p:nvSpPr>
              <p:cNvPr id="10313" name="Google Shape;10313;p74"/>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4"/>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4"/>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4"/>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4"/>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4"/>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4"/>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4"/>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4"/>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4"/>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4"/>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4"/>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4"/>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4"/>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4"/>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4"/>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4"/>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4"/>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4"/>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4"/>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74"/>
            <p:cNvGrpSpPr/>
            <p:nvPr/>
          </p:nvGrpSpPr>
          <p:grpSpPr>
            <a:xfrm>
              <a:off x="724986" y="3605478"/>
              <a:ext cx="1368681" cy="682918"/>
              <a:chOff x="724986" y="3605478"/>
              <a:chExt cx="1368681" cy="682918"/>
            </a:xfrm>
          </p:grpSpPr>
          <p:grpSp>
            <p:nvGrpSpPr>
              <p:cNvPr id="10334" name="Google Shape;10334;p74"/>
              <p:cNvGrpSpPr/>
              <p:nvPr/>
            </p:nvGrpSpPr>
            <p:grpSpPr>
              <a:xfrm>
                <a:off x="1498221" y="4047614"/>
                <a:ext cx="529172" cy="240783"/>
                <a:chOff x="1498221" y="4047614"/>
                <a:chExt cx="529172" cy="240783"/>
              </a:xfrm>
            </p:grpSpPr>
            <p:grpSp>
              <p:nvGrpSpPr>
                <p:cNvPr id="10335" name="Google Shape;10335;p74"/>
                <p:cNvGrpSpPr/>
                <p:nvPr/>
              </p:nvGrpSpPr>
              <p:grpSpPr>
                <a:xfrm>
                  <a:off x="1826655" y="4224370"/>
                  <a:ext cx="200738" cy="25631"/>
                  <a:chOff x="1826655" y="4224370"/>
                  <a:chExt cx="200738" cy="25631"/>
                </a:xfrm>
              </p:grpSpPr>
              <p:sp>
                <p:nvSpPr>
                  <p:cNvPr id="10336" name="Google Shape;10336;p74"/>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4"/>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8" name="Google Shape;10338;p74"/>
                <p:cNvGrpSpPr/>
                <p:nvPr/>
              </p:nvGrpSpPr>
              <p:grpSpPr>
                <a:xfrm>
                  <a:off x="1498221" y="4047614"/>
                  <a:ext cx="328444" cy="240783"/>
                  <a:chOff x="1498221" y="4047614"/>
                  <a:chExt cx="328444" cy="240783"/>
                </a:xfrm>
              </p:grpSpPr>
              <p:sp>
                <p:nvSpPr>
                  <p:cNvPr id="10339" name="Google Shape;10339;p74"/>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0" name="Google Shape;10340;p74"/>
                  <p:cNvGrpSpPr/>
                  <p:nvPr/>
                </p:nvGrpSpPr>
                <p:grpSpPr>
                  <a:xfrm>
                    <a:off x="1498221" y="4047614"/>
                    <a:ext cx="150566" cy="190416"/>
                    <a:chOff x="1498221" y="4047614"/>
                    <a:chExt cx="150566" cy="190416"/>
                  </a:xfrm>
                </p:grpSpPr>
                <p:sp>
                  <p:nvSpPr>
                    <p:cNvPr id="10341" name="Google Shape;10341;p74"/>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4"/>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343" name="Google Shape;10343;p74"/>
              <p:cNvGrpSpPr/>
              <p:nvPr/>
            </p:nvGrpSpPr>
            <p:grpSpPr>
              <a:xfrm>
                <a:off x="1560718" y="3800594"/>
                <a:ext cx="532948" cy="302090"/>
                <a:chOff x="1560718" y="3800594"/>
                <a:chExt cx="532948" cy="302090"/>
              </a:xfrm>
            </p:grpSpPr>
            <p:grpSp>
              <p:nvGrpSpPr>
                <p:cNvPr id="10344" name="Google Shape;10344;p74"/>
                <p:cNvGrpSpPr/>
                <p:nvPr/>
              </p:nvGrpSpPr>
              <p:grpSpPr>
                <a:xfrm>
                  <a:off x="1912179" y="3827344"/>
                  <a:ext cx="181487" cy="25631"/>
                  <a:chOff x="1912179" y="3827344"/>
                  <a:chExt cx="181487" cy="25631"/>
                </a:xfrm>
              </p:grpSpPr>
              <p:sp>
                <p:nvSpPr>
                  <p:cNvPr id="10345" name="Google Shape;10345;p74"/>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4"/>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74"/>
                <p:cNvGrpSpPr/>
                <p:nvPr/>
              </p:nvGrpSpPr>
              <p:grpSpPr>
                <a:xfrm>
                  <a:off x="1912179" y="4044505"/>
                  <a:ext cx="181487" cy="25622"/>
                  <a:chOff x="1912179" y="4044506"/>
                  <a:chExt cx="181487" cy="25622"/>
                </a:xfrm>
              </p:grpSpPr>
              <p:sp>
                <p:nvSpPr>
                  <p:cNvPr id="10348" name="Google Shape;10348;p74"/>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4"/>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74"/>
                <p:cNvGrpSpPr/>
                <p:nvPr/>
              </p:nvGrpSpPr>
              <p:grpSpPr>
                <a:xfrm>
                  <a:off x="1560718" y="3800594"/>
                  <a:ext cx="351472" cy="302090"/>
                  <a:chOff x="1560718" y="3800594"/>
                  <a:chExt cx="351472" cy="302090"/>
                </a:xfrm>
              </p:grpSpPr>
              <p:grpSp>
                <p:nvGrpSpPr>
                  <p:cNvPr id="10351" name="Google Shape;10351;p74"/>
                  <p:cNvGrpSpPr/>
                  <p:nvPr/>
                </p:nvGrpSpPr>
                <p:grpSpPr>
                  <a:xfrm>
                    <a:off x="1560718" y="3842857"/>
                    <a:ext cx="173586" cy="217131"/>
                    <a:chOff x="1560718" y="3842857"/>
                    <a:chExt cx="173586" cy="217131"/>
                  </a:xfrm>
                </p:grpSpPr>
                <p:sp>
                  <p:nvSpPr>
                    <p:cNvPr id="10352" name="Google Shape;10352;p74"/>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4"/>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4"/>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5" name="Google Shape;10355;p74"/>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4"/>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357" name="Google Shape;10357;p74"/>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8" name="Google Shape;10358;p74"/>
              <p:cNvGrpSpPr/>
              <p:nvPr/>
            </p:nvGrpSpPr>
            <p:grpSpPr>
              <a:xfrm>
                <a:off x="785350" y="3605478"/>
                <a:ext cx="535311" cy="249245"/>
                <a:chOff x="785350" y="3605478"/>
                <a:chExt cx="535311" cy="249245"/>
              </a:xfrm>
            </p:grpSpPr>
            <p:grpSp>
              <p:nvGrpSpPr>
                <p:cNvPr id="10359" name="Google Shape;10359;p74"/>
                <p:cNvGrpSpPr/>
                <p:nvPr/>
              </p:nvGrpSpPr>
              <p:grpSpPr>
                <a:xfrm>
                  <a:off x="785350" y="3605478"/>
                  <a:ext cx="376191" cy="102736"/>
                  <a:chOff x="785350" y="3605478"/>
                  <a:chExt cx="376191" cy="102736"/>
                </a:xfrm>
              </p:grpSpPr>
              <p:sp>
                <p:nvSpPr>
                  <p:cNvPr id="10360" name="Google Shape;10360;p74"/>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4"/>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4"/>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74"/>
                <p:cNvGrpSpPr/>
                <p:nvPr/>
              </p:nvGrpSpPr>
              <p:grpSpPr>
                <a:xfrm>
                  <a:off x="1161530" y="3655851"/>
                  <a:ext cx="159131" cy="198872"/>
                  <a:chOff x="1161530" y="3655851"/>
                  <a:chExt cx="159131" cy="198872"/>
                </a:xfrm>
              </p:grpSpPr>
              <p:sp>
                <p:nvSpPr>
                  <p:cNvPr id="10364" name="Google Shape;10364;p74"/>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4"/>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66" name="Google Shape;10366;p74"/>
              <p:cNvGrpSpPr/>
              <p:nvPr/>
            </p:nvGrpSpPr>
            <p:grpSpPr>
              <a:xfrm>
                <a:off x="785350" y="4047614"/>
                <a:ext cx="535311" cy="240783"/>
                <a:chOff x="785350" y="4047614"/>
                <a:chExt cx="535311" cy="240783"/>
              </a:xfrm>
            </p:grpSpPr>
            <p:grpSp>
              <p:nvGrpSpPr>
                <p:cNvPr id="10367" name="Google Shape;10367;p74"/>
                <p:cNvGrpSpPr/>
                <p:nvPr/>
              </p:nvGrpSpPr>
              <p:grpSpPr>
                <a:xfrm>
                  <a:off x="1161636" y="4047614"/>
                  <a:ext cx="159025" cy="190415"/>
                  <a:chOff x="1161636" y="4047614"/>
                  <a:chExt cx="159025" cy="190415"/>
                </a:xfrm>
              </p:grpSpPr>
              <p:sp>
                <p:nvSpPr>
                  <p:cNvPr id="10368" name="Google Shape;10368;p74"/>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4"/>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74"/>
                <p:cNvGrpSpPr/>
                <p:nvPr/>
              </p:nvGrpSpPr>
              <p:grpSpPr>
                <a:xfrm>
                  <a:off x="785350" y="4185661"/>
                  <a:ext cx="376191" cy="102736"/>
                  <a:chOff x="785350" y="4185661"/>
                  <a:chExt cx="376191" cy="102736"/>
                </a:xfrm>
              </p:grpSpPr>
              <p:sp>
                <p:nvSpPr>
                  <p:cNvPr id="10371" name="Google Shape;10371;p74"/>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4"/>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4"/>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74" name="Google Shape;10374;p74"/>
              <p:cNvGrpSpPr/>
              <p:nvPr/>
            </p:nvGrpSpPr>
            <p:grpSpPr>
              <a:xfrm>
                <a:off x="1501054" y="3605478"/>
                <a:ext cx="526340" cy="249240"/>
                <a:chOff x="1501054" y="3605478"/>
                <a:chExt cx="526340" cy="249240"/>
              </a:xfrm>
            </p:grpSpPr>
            <p:grpSp>
              <p:nvGrpSpPr>
                <p:cNvPr id="10375" name="Google Shape;10375;p74"/>
                <p:cNvGrpSpPr/>
                <p:nvPr/>
              </p:nvGrpSpPr>
              <p:grpSpPr>
                <a:xfrm>
                  <a:off x="1834208" y="3643867"/>
                  <a:ext cx="193185" cy="25622"/>
                  <a:chOff x="1834208" y="3643867"/>
                  <a:chExt cx="193185" cy="25622"/>
                </a:xfrm>
              </p:grpSpPr>
              <p:sp>
                <p:nvSpPr>
                  <p:cNvPr id="10376" name="Google Shape;10376;p74"/>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4"/>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8" name="Google Shape;10378;p74"/>
                <p:cNvGrpSpPr/>
                <p:nvPr/>
              </p:nvGrpSpPr>
              <p:grpSpPr>
                <a:xfrm>
                  <a:off x="1501054" y="3605478"/>
                  <a:ext cx="333165" cy="249240"/>
                  <a:chOff x="1501054" y="3605478"/>
                  <a:chExt cx="333165" cy="249240"/>
                </a:xfrm>
              </p:grpSpPr>
              <p:sp>
                <p:nvSpPr>
                  <p:cNvPr id="10379" name="Google Shape;10379;p74"/>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0" name="Google Shape;10380;p74"/>
                  <p:cNvGrpSpPr/>
                  <p:nvPr/>
                </p:nvGrpSpPr>
                <p:grpSpPr>
                  <a:xfrm>
                    <a:off x="1501054" y="3655851"/>
                    <a:ext cx="155286" cy="198867"/>
                    <a:chOff x="1501054" y="3655851"/>
                    <a:chExt cx="155286" cy="198867"/>
                  </a:xfrm>
                </p:grpSpPr>
                <p:sp>
                  <p:nvSpPr>
                    <p:cNvPr id="10381" name="Google Shape;10381;p74"/>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4"/>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383" name="Google Shape;10383;p74"/>
              <p:cNvGrpSpPr/>
              <p:nvPr/>
            </p:nvGrpSpPr>
            <p:grpSpPr>
              <a:xfrm>
                <a:off x="724986" y="3800594"/>
                <a:ext cx="532950" cy="302090"/>
                <a:chOff x="724986" y="3800594"/>
                <a:chExt cx="532950" cy="302090"/>
              </a:xfrm>
            </p:grpSpPr>
            <p:grpSp>
              <p:nvGrpSpPr>
                <p:cNvPr id="10384" name="Google Shape;10384;p74"/>
                <p:cNvGrpSpPr/>
                <p:nvPr/>
              </p:nvGrpSpPr>
              <p:grpSpPr>
                <a:xfrm>
                  <a:off x="724986" y="4044367"/>
                  <a:ext cx="181314" cy="25626"/>
                  <a:chOff x="724986" y="4044367"/>
                  <a:chExt cx="181314" cy="25626"/>
                </a:xfrm>
              </p:grpSpPr>
              <p:sp>
                <p:nvSpPr>
                  <p:cNvPr id="10385" name="Google Shape;10385;p74"/>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4"/>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74"/>
                <p:cNvGrpSpPr/>
                <p:nvPr/>
              </p:nvGrpSpPr>
              <p:grpSpPr>
                <a:xfrm>
                  <a:off x="906290" y="3800594"/>
                  <a:ext cx="351646" cy="302090"/>
                  <a:chOff x="906290" y="3800594"/>
                  <a:chExt cx="351646" cy="302090"/>
                </a:xfrm>
              </p:grpSpPr>
              <p:grpSp>
                <p:nvGrpSpPr>
                  <p:cNvPr id="10388" name="Google Shape;10388;p74"/>
                  <p:cNvGrpSpPr/>
                  <p:nvPr/>
                </p:nvGrpSpPr>
                <p:grpSpPr>
                  <a:xfrm>
                    <a:off x="1084172" y="3842857"/>
                    <a:ext cx="173764" cy="217131"/>
                    <a:chOff x="1084172" y="3842857"/>
                    <a:chExt cx="173764" cy="217131"/>
                  </a:xfrm>
                </p:grpSpPr>
                <p:grpSp>
                  <p:nvGrpSpPr>
                    <p:cNvPr id="10389" name="Google Shape;10389;p74"/>
                    <p:cNvGrpSpPr/>
                    <p:nvPr/>
                  </p:nvGrpSpPr>
                  <p:grpSpPr>
                    <a:xfrm>
                      <a:off x="1156862" y="3936509"/>
                      <a:ext cx="101073" cy="25622"/>
                      <a:chOff x="1156862" y="3936509"/>
                      <a:chExt cx="101073" cy="25622"/>
                    </a:xfrm>
                  </p:grpSpPr>
                  <p:sp>
                    <p:nvSpPr>
                      <p:cNvPr id="10390" name="Google Shape;10390;p74"/>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4"/>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2" name="Google Shape;10392;p74"/>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3" name="Google Shape;10393;p74"/>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4"/>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74"/>
                <p:cNvGrpSpPr/>
                <p:nvPr/>
              </p:nvGrpSpPr>
              <p:grpSpPr>
                <a:xfrm>
                  <a:off x="724986" y="3830189"/>
                  <a:ext cx="189533" cy="25626"/>
                  <a:chOff x="724986" y="3830189"/>
                  <a:chExt cx="189533" cy="25626"/>
                </a:xfrm>
              </p:grpSpPr>
              <p:sp>
                <p:nvSpPr>
                  <p:cNvPr id="10396" name="Google Shape;10396;p74"/>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4"/>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0398" name="Google Shape;10398;p74"/>
          <p:cNvGrpSpPr/>
          <p:nvPr/>
        </p:nvGrpSpPr>
        <p:grpSpPr>
          <a:xfrm>
            <a:off x="2253298" y="2455640"/>
            <a:ext cx="948701" cy="935378"/>
            <a:chOff x="2253298" y="2428317"/>
            <a:chExt cx="948701" cy="935378"/>
          </a:xfrm>
        </p:grpSpPr>
        <p:sp>
          <p:nvSpPr>
            <p:cNvPr id="10399" name="Google Shape;10399;p74"/>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4"/>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4"/>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4"/>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4"/>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4"/>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4"/>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4"/>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4"/>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4"/>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4"/>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4"/>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4"/>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4"/>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4"/>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4"/>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4"/>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4"/>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4"/>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4"/>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4"/>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4"/>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4"/>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4"/>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4"/>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4"/>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4"/>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4"/>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4"/>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4"/>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4"/>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4"/>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4"/>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5" name="Shape 10435"/>
        <p:cNvGrpSpPr/>
        <p:nvPr/>
      </p:nvGrpSpPr>
      <p:grpSpPr>
        <a:xfrm>
          <a:off x="0" y="0"/>
          <a:ext cx="0" cy="0"/>
          <a:chOff x="0" y="0"/>
          <a:chExt cx="0" cy="0"/>
        </a:xfrm>
      </p:grpSpPr>
      <p:grpSp>
        <p:nvGrpSpPr>
          <p:cNvPr id="10436" name="Google Shape;10436;p75"/>
          <p:cNvGrpSpPr/>
          <p:nvPr/>
        </p:nvGrpSpPr>
        <p:grpSpPr>
          <a:xfrm>
            <a:off x="3353582" y="1145627"/>
            <a:ext cx="2363393" cy="1017867"/>
            <a:chOff x="3292400" y="1219146"/>
            <a:chExt cx="2615240" cy="1110239"/>
          </a:xfrm>
        </p:grpSpPr>
        <p:sp>
          <p:nvSpPr>
            <p:cNvPr id="10437" name="Google Shape;10437;p75"/>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10438" name="Google Shape;10438;p75"/>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39" name="Google Shape;10439;p75"/>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0440" name="Google Shape;10440;p75"/>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0441" name="Google Shape;10441;p75"/>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0442" name="Google Shape;10442;p75"/>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0443" name="Google Shape;10443;p75"/>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0444" name="Google Shape;10444;p75"/>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0445" name="Google Shape;10445;p75"/>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0446" name="Google Shape;10446;p75"/>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0447" name="Google Shape;10447;p75"/>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448" name="Google Shape;10448;p75"/>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449" name="Google Shape;10449;p75"/>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450" name="Google Shape;10450;p75"/>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451" name="Google Shape;10451;p75"/>
            <p:cNvGrpSpPr/>
            <p:nvPr/>
          </p:nvGrpSpPr>
          <p:grpSpPr>
            <a:xfrm>
              <a:off x="3748438" y="1378608"/>
              <a:ext cx="2159202" cy="903971"/>
              <a:chOff x="1683525" y="2179850"/>
              <a:chExt cx="4519050" cy="2134525"/>
            </a:xfrm>
          </p:grpSpPr>
          <p:sp>
            <p:nvSpPr>
              <p:cNvPr id="10452" name="Google Shape;10452;p7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53" name="Google Shape;10453;p7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54" name="Google Shape;10454;p7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55" name="Google Shape;10455;p7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56" name="Google Shape;10456;p7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57" name="Google Shape;10457;p7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58" name="Google Shape;10458;p7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59" name="Google Shape;10459;p7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60" name="Google Shape;10460;p7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61" name="Google Shape;10461;p7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62" name="Google Shape;10462;p7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63" name="Google Shape;10463;p7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10464" name="Google Shape;10464;p75"/>
          <p:cNvGraphicFramePr/>
          <p:nvPr/>
        </p:nvGraphicFramePr>
        <p:xfrm>
          <a:off x="5949675" y="2323100"/>
          <a:ext cx="3000000" cy="3000000"/>
        </p:xfrm>
        <a:graphic>
          <a:graphicData uri="http://schemas.openxmlformats.org/drawingml/2006/table">
            <a:tbl>
              <a:tblPr>
                <a:noFill/>
                <a:tableStyleId>{64B74A8F-24AF-4897-A83D-56DB7261D193}</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10465" name="Google Shape;10465;p75"/>
          <p:cNvGrpSpPr/>
          <p:nvPr/>
        </p:nvGrpSpPr>
        <p:grpSpPr>
          <a:xfrm>
            <a:off x="5926924" y="3381697"/>
            <a:ext cx="2519825" cy="1001454"/>
            <a:chOff x="1906114" y="789980"/>
            <a:chExt cx="1487676" cy="606868"/>
          </a:xfrm>
        </p:grpSpPr>
        <p:cxnSp>
          <p:nvCxnSpPr>
            <p:cNvPr id="10466" name="Google Shape;10466;p7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467" name="Google Shape;10467;p7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468" name="Google Shape;10468;p7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0469" name="Google Shape;10469;p75"/>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0470" name="Google Shape;10470;p75"/>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0471" name="Google Shape;10471;p75"/>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0472" name="Google Shape;10472;p75"/>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0473" name="Google Shape;10473;p7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5"/>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0480" name="Google Shape;10480;p75"/>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481" name="Google Shape;10481;p75"/>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482" name="Google Shape;10482;p7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3" name="Google Shape;10483;p75"/>
          <p:cNvGrpSpPr/>
          <p:nvPr/>
        </p:nvGrpSpPr>
        <p:grpSpPr>
          <a:xfrm>
            <a:off x="726399" y="1190655"/>
            <a:ext cx="2394370" cy="976502"/>
            <a:chOff x="749309" y="1112739"/>
            <a:chExt cx="2371603" cy="976502"/>
          </a:xfrm>
        </p:grpSpPr>
        <p:sp>
          <p:nvSpPr>
            <p:cNvPr id="10484" name="Google Shape;10484;p75"/>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5"/>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5"/>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5"/>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5"/>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5"/>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5"/>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5"/>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5"/>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5"/>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5"/>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5"/>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5"/>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5"/>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5"/>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5"/>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5"/>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5"/>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5"/>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5"/>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5"/>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5"/>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5"/>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5"/>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5"/>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5"/>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5"/>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5"/>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0516" name="Google Shape;10516;p75"/>
          <p:cNvGraphicFramePr/>
          <p:nvPr/>
        </p:nvGraphicFramePr>
        <p:xfrm>
          <a:off x="5949700" y="1188950"/>
          <a:ext cx="3000000" cy="3000000"/>
        </p:xfrm>
        <a:graphic>
          <a:graphicData uri="http://schemas.openxmlformats.org/drawingml/2006/table">
            <a:tbl>
              <a:tblPr>
                <a:noFill/>
                <a:tableStyleId>{64B74A8F-24AF-4897-A83D-56DB7261D193}</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10517" name="Google Shape;10517;p75"/>
          <p:cNvGraphicFramePr/>
          <p:nvPr/>
        </p:nvGraphicFramePr>
        <p:xfrm>
          <a:off x="3356413" y="2323100"/>
          <a:ext cx="3000000" cy="3000000"/>
        </p:xfrm>
        <a:graphic>
          <a:graphicData uri="http://schemas.openxmlformats.org/drawingml/2006/table">
            <a:tbl>
              <a:tblPr>
                <a:noFill/>
                <a:tableStyleId>{64B74A8F-24AF-4897-A83D-56DB7261D193}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0518" name="Google Shape;10518;p75"/>
          <p:cNvGrpSpPr/>
          <p:nvPr/>
        </p:nvGrpSpPr>
        <p:grpSpPr>
          <a:xfrm>
            <a:off x="4100342" y="2709743"/>
            <a:ext cx="1517436" cy="74460"/>
            <a:chOff x="3980086" y="2804397"/>
            <a:chExt cx="1227600" cy="66900"/>
          </a:xfrm>
        </p:grpSpPr>
        <p:sp>
          <p:nvSpPr>
            <p:cNvPr id="10519" name="Google Shape;10519;p7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75"/>
          <p:cNvGrpSpPr/>
          <p:nvPr/>
        </p:nvGrpSpPr>
        <p:grpSpPr>
          <a:xfrm>
            <a:off x="4725406" y="3002330"/>
            <a:ext cx="892956" cy="74460"/>
            <a:chOff x="3980086" y="2804397"/>
            <a:chExt cx="1227600" cy="66900"/>
          </a:xfrm>
        </p:grpSpPr>
        <p:sp>
          <p:nvSpPr>
            <p:cNvPr id="10522" name="Google Shape;10522;p7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75"/>
          <p:cNvGrpSpPr/>
          <p:nvPr/>
        </p:nvGrpSpPr>
        <p:grpSpPr>
          <a:xfrm>
            <a:off x="3358498" y="3361213"/>
            <a:ext cx="2363244" cy="1005943"/>
            <a:chOff x="3358415" y="3361302"/>
            <a:chExt cx="2363244" cy="1024695"/>
          </a:xfrm>
        </p:grpSpPr>
        <p:grpSp>
          <p:nvGrpSpPr>
            <p:cNvPr id="10525" name="Google Shape;10525;p75"/>
            <p:cNvGrpSpPr/>
            <p:nvPr/>
          </p:nvGrpSpPr>
          <p:grpSpPr>
            <a:xfrm>
              <a:off x="3358415" y="3361302"/>
              <a:ext cx="441300" cy="1024695"/>
              <a:chOff x="3358415" y="3361302"/>
              <a:chExt cx="441300" cy="1024695"/>
            </a:xfrm>
          </p:grpSpPr>
          <p:sp>
            <p:nvSpPr>
              <p:cNvPr id="10526" name="Google Shape;10526;p75"/>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5"/>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5"/>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5"/>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5"/>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5"/>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75"/>
            <p:cNvGrpSpPr/>
            <p:nvPr/>
          </p:nvGrpSpPr>
          <p:grpSpPr>
            <a:xfrm>
              <a:off x="3838901" y="3361302"/>
              <a:ext cx="441300" cy="1024695"/>
              <a:chOff x="3838901" y="3361302"/>
              <a:chExt cx="441300" cy="1024695"/>
            </a:xfrm>
          </p:grpSpPr>
          <p:sp>
            <p:nvSpPr>
              <p:cNvPr id="10533" name="Google Shape;10533;p75"/>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5"/>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5"/>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5"/>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5"/>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5"/>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9" name="Google Shape;10539;p75"/>
            <p:cNvGrpSpPr/>
            <p:nvPr/>
          </p:nvGrpSpPr>
          <p:grpSpPr>
            <a:xfrm>
              <a:off x="4319387" y="3361302"/>
              <a:ext cx="441300" cy="1024695"/>
              <a:chOff x="4319387" y="3361302"/>
              <a:chExt cx="441300" cy="1024695"/>
            </a:xfrm>
          </p:grpSpPr>
          <p:sp>
            <p:nvSpPr>
              <p:cNvPr id="10540" name="Google Shape;10540;p75"/>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5"/>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5"/>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5"/>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5"/>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5"/>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6" name="Google Shape;10546;p75"/>
            <p:cNvGrpSpPr/>
            <p:nvPr/>
          </p:nvGrpSpPr>
          <p:grpSpPr>
            <a:xfrm>
              <a:off x="4799873" y="3361302"/>
              <a:ext cx="441300" cy="1024695"/>
              <a:chOff x="4799873" y="3361302"/>
              <a:chExt cx="441300" cy="1024695"/>
            </a:xfrm>
          </p:grpSpPr>
          <p:sp>
            <p:nvSpPr>
              <p:cNvPr id="10547" name="Google Shape;10547;p75"/>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5"/>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5"/>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5"/>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5"/>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5"/>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75"/>
            <p:cNvGrpSpPr/>
            <p:nvPr/>
          </p:nvGrpSpPr>
          <p:grpSpPr>
            <a:xfrm>
              <a:off x="5280360" y="3361302"/>
              <a:ext cx="441300" cy="1024695"/>
              <a:chOff x="5280360" y="3361302"/>
              <a:chExt cx="441300" cy="1024695"/>
            </a:xfrm>
          </p:grpSpPr>
          <p:sp>
            <p:nvSpPr>
              <p:cNvPr id="10554" name="Google Shape;10554;p75"/>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5"/>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5"/>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5"/>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5"/>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5"/>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560" name="Google Shape;10560;p75"/>
          <p:cNvGraphicFramePr/>
          <p:nvPr/>
        </p:nvGraphicFramePr>
        <p:xfrm>
          <a:off x="724925" y="2323100"/>
          <a:ext cx="3000000" cy="3000000"/>
        </p:xfrm>
        <a:graphic>
          <a:graphicData uri="http://schemas.openxmlformats.org/drawingml/2006/table">
            <a:tbl>
              <a:tblPr>
                <a:noFill/>
                <a:tableStyleId>{64B74A8F-24AF-4897-A83D-56DB7261D193}</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0561" name="Google Shape;10561;p75"/>
          <p:cNvGrpSpPr/>
          <p:nvPr/>
        </p:nvGrpSpPr>
        <p:grpSpPr>
          <a:xfrm>
            <a:off x="726450" y="3372825"/>
            <a:ext cx="2403614" cy="1005900"/>
            <a:chOff x="726450" y="3372825"/>
            <a:chExt cx="2403614" cy="1005900"/>
          </a:xfrm>
        </p:grpSpPr>
        <p:grpSp>
          <p:nvGrpSpPr>
            <p:cNvPr id="10562" name="Google Shape;10562;p75"/>
            <p:cNvGrpSpPr/>
            <p:nvPr/>
          </p:nvGrpSpPr>
          <p:grpSpPr>
            <a:xfrm>
              <a:off x="726450" y="3696000"/>
              <a:ext cx="2403614" cy="500898"/>
              <a:chOff x="726450" y="3696000"/>
              <a:chExt cx="2403614" cy="500898"/>
            </a:xfrm>
          </p:grpSpPr>
          <p:sp>
            <p:nvSpPr>
              <p:cNvPr id="10563" name="Google Shape;10563;p75"/>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564" name="Google Shape;10564;p75"/>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565" name="Google Shape;10565;p75"/>
            <p:cNvGrpSpPr/>
            <p:nvPr/>
          </p:nvGrpSpPr>
          <p:grpSpPr>
            <a:xfrm>
              <a:off x="1348050" y="3372825"/>
              <a:ext cx="1720425" cy="1005900"/>
              <a:chOff x="1348050" y="3372825"/>
              <a:chExt cx="1720425" cy="1005900"/>
            </a:xfrm>
          </p:grpSpPr>
          <p:sp>
            <p:nvSpPr>
              <p:cNvPr id="10566" name="Google Shape;10566;p75"/>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567" name="Google Shape;10567;p75"/>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568" name="Google Shape;10568;p75"/>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569" name="Google Shape;10569;p75"/>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570" name="Google Shape;10570;p75"/>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571" name="Google Shape;10571;p75"/>
            <p:cNvGrpSpPr/>
            <p:nvPr/>
          </p:nvGrpSpPr>
          <p:grpSpPr>
            <a:xfrm>
              <a:off x="1455707" y="3731058"/>
              <a:ext cx="1491150" cy="417657"/>
              <a:chOff x="1455707" y="3731058"/>
              <a:chExt cx="1491150" cy="417657"/>
            </a:xfrm>
          </p:grpSpPr>
          <p:grpSp>
            <p:nvGrpSpPr>
              <p:cNvPr id="10572" name="Google Shape;10572;p75"/>
              <p:cNvGrpSpPr/>
              <p:nvPr/>
            </p:nvGrpSpPr>
            <p:grpSpPr>
              <a:xfrm>
                <a:off x="1472938" y="3745828"/>
                <a:ext cx="72126" cy="53788"/>
                <a:chOff x="1472938" y="3745828"/>
                <a:chExt cx="72126" cy="53788"/>
              </a:xfrm>
            </p:grpSpPr>
            <p:sp>
              <p:nvSpPr>
                <p:cNvPr id="10573" name="Google Shape;10573;p75"/>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5"/>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75"/>
              <p:cNvGrpSpPr/>
              <p:nvPr/>
            </p:nvGrpSpPr>
            <p:grpSpPr>
              <a:xfrm>
                <a:off x="1819181" y="4089633"/>
                <a:ext cx="72126" cy="53788"/>
                <a:chOff x="1819181" y="4089633"/>
                <a:chExt cx="72126" cy="53788"/>
              </a:xfrm>
            </p:grpSpPr>
            <p:sp>
              <p:nvSpPr>
                <p:cNvPr id="10576" name="Google Shape;10576;p75"/>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5"/>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75"/>
              <p:cNvGrpSpPr/>
              <p:nvPr/>
            </p:nvGrpSpPr>
            <p:grpSpPr>
              <a:xfrm>
                <a:off x="1455707" y="4084171"/>
                <a:ext cx="64321" cy="64544"/>
                <a:chOff x="1455707" y="4084171"/>
                <a:chExt cx="64321" cy="64544"/>
              </a:xfrm>
            </p:grpSpPr>
            <p:sp>
              <p:nvSpPr>
                <p:cNvPr id="10579" name="Google Shape;10579;p75"/>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5"/>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1" name="Google Shape;10581;p75"/>
              <p:cNvGrpSpPr/>
              <p:nvPr/>
            </p:nvGrpSpPr>
            <p:grpSpPr>
              <a:xfrm>
                <a:off x="1818610" y="3731058"/>
                <a:ext cx="64321" cy="64544"/>
                <a:chOff x="1818610" y="3731058"/>
                <a:chExt cx="64321" cy="64544"/>
              </a:xfrm>
            </p:grpSpPr>
            <p:sp>
              <p:nvSpPr>
                <p:cNvPr id="10582" name="Google Shape;10582;p75"/>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5"/>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4" name="Google Shape;10584;p75"/>
              <p:cNvGrpSpPr/>
              <p:nvPr/>
            </p:nvGrpSpPr>
            <p:grpSpPr>
              <a:xfrm>
                <a:off x="2172491" y="4089633"/>
                <a:ext cx="72126" cy="53788"/>
                <a:chOff x="2172491" y="4089633"/>
                <a:chExt cx="72126" cy="53788"/>
              </a:xfrm>
            </p:grpSpPr>
            <p:sp>
              <p:nvSpPr>
                <p:cNvPr id="10585" name="Google Shape;10585;p75"/>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5"/>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75"/>
              <p:cNvGrpSpPr/>
              <p:nvPr/>
            </p:nvGrpSpPr>
            <p:grpSpPr>
              <a:xfrm>
                <a:off x="2171920" y="3731058"/>
                <a:ext cx="64321" cy="64544"/>
                <a:chOff x="2171920" y="3731058"/>
                <a:chExt cx="64321" cy="64544"/>
              </a:xfrm>
            </p:grpSpPr>
            <p:sp>
              <p:nvSpPr>
                <p:cNvPr id="10588" name="Google Shape;10588;p75"/>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5"/>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0" name="Google Shape;10590;p75"/>
              <p:cNvGrpSpPr/>
              <p:nvPr/>
            </p:nvGrpSpPr>
            <p:grpSpPr>
              <a:xfrm>
                <a:off x="2874730" y="3745828"/>
                <a:ext cx="72126" cy="53788"/>
                <a:chOff x="2874730" y="3745828"/>
                <a:chExt cx="72126" cy="53788"/>
              </a:xfrm>
            </p:grpSpPr>
            <p:sp>
              <p:nvSpPr>
                <p:cNvPr id="10591" name="Google Shape;10591;p75"/>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5"/>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75"/>
              <p:cNvGrpSpPr/>
              <p:nvPr/>
            </p:nvGrpSpPr>
            <p:grpSpPr>
              <a:xfrm>
                <a:off x="2878589" y="4081481"/>
                <a:ext cx="64321" cy="64544"/>
                <a:chOff x="2878589" y="4081481"/>
                <a:chExt cx="64321" cy="64544"/>
              </a:xfrm>
            </p:grpSpPr>
            <p:sp>
              <p:nvSpPr>
                <p:cNvPr id="10594" name="Google Shape;10594;p75"/>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5"/>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75"/>
              <p:cNvGrpSpPr/>
              <p:nvPr/>
            </p:nvGrpSpPr>
            <p:grpSpPr>
              <a:xfrm>
                <a:off x="2525796" y="4089633"/>
                <a:ext cx="72126" cy="53788"/>
                <a:chOff x="2525796" y="4089633"/>
                <a:chExt cx="72126" cy="53788"/>
              </a:xfrm>
            </p:grpSpPr>
            <p:sp>
              <p:nvSpPr>
                <p:cNvPr id="10597" name="Google Shape;10597;p75"/>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5"/>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75"/>
              <p:cNvGrpSpPr/>
              <p:nvPr/>
            </p:nvGrpSpPr>
            <p:grpSpPr>
              <a:xfrm>
                <a:off x="2525225" y="3731058"/>
                <a:ext cx="64321" cy="64544"/>
                <a:chOff x="2525225" y="3731058"/>
                <a:chExt cx="64321" cy="64544"/>
              </a:xfrm>
            </p:grpSpPr>
            <p:sp>
              <p:nvSpPr>
                <p:cNvPr id="10600" name="Google Shape;10600;p75"/>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5"/>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05" name="Shape 10605"/>
        <p:cNvGrpSpPr/>
        <p:nvPr/>
      </p:nvGrpSpPr>
      <p:grpSpPr>
        <a:xfrm>
          <a:off x="0" y="0"/>
          <a:ext cx="0" cy="0"/>
          <a:chOff x="0" y="0"/>
          <a:chExt cx="0" cy="0"/>
        </a:xfrm>
      </p:grpSpPr>
      <p:grpSp>
        <p:nvGrpSpPr>
          <p:cNvPr id="10606" name="Google Shape;10606;p76"/>
          <p:cNvGrpSpPr/>
          <p:nvPr/>
        </p:nvGrpSpPr>
        <p:grpSpPr>
          <a:xfrm>
            <a:off x="732428" y="1171356"/>
            <a:ext cx="845921" cy="690752"/>
            <a:chOff x="732428" y="1198513"/>
            <a:chExt cx="845921" cy="690752"/>
          </a:xfrm>
        </p:grpSpPr>
        <p:grpSp>
          <p:nvGrpSpPr>
            <p:cNvPr id="10607" name="Google Shape;10607;p76"/>
            <p:cNvGrpSpPr/>
            <p:nvPr/>
          </p:nvGrpSpPr>
          <p:grpSpPr>
            <a:xfrm>
              <a:off x="823030" y="1198513"/>
              <a:ext cx="755319" cy="690752"/>
              <a:chOff x="823030" y="1198513"/>
              <a:chExt cx="755319" cy="690752"/>
            </a:xfrm>
          </p:grpSpPr>
          <p:sp>
            <p:nvSpPr>
              <p:cNvPr id="10608" name="Google Shape;10608;p76"/>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6"/>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76"/>
            <p:cNvGrpSpPr/>
            <p:nvPr/>
          </p:nvGrpSpPr>
          <p:grpSpPr>
            <a:xfrm>
              <a:off x="732428" y="1239937"/>
              <a:ext cx="739912" cy="607886"/>
              <a:chOff x="732428" y="1239937"/>
              <a:chExt cx="739912" cy="607886"/>
            </a:xfrm>
          </p:grpSpPr>
          <p:sp>
            <p:nvSpPr>
              <p:cNvPr id="10611" name="Google Shape;10611;p76"/>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6"/>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3" name="Google Shape;10613;p76"/>
            <p:cNvGrpSpPr/>
            <p:nvPr/>
          </p:nvGrpSpPr>
          <p:grpSpPr>
            <a:xfrm>
              <a:off x="732428" y="1277018"/>
              <a:ext cx="702832" cy="533758"/>
              <a:chOff x="732428" y="1277018"/>
              <a:chExt cx="702832" cy="533758"/>
            </a:xfrm>
          </p:grpSpPr>
          <p:sp>
            <p:nvSpPr>
              <p:cNvPr id="10614" name="Google Shape;10614;p76"/>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6"/>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76"/>
            <p:cNvGrpSpPr/>
            <p:nvPr/>
          </p:nvGrpSpPr>
          <p:grpSpPr>
            <a:xfrm>
              <a:off x="931170" y="1306653"/>
              <a:ext cx="647179" cy="474455"/>
              <a:chOff x="931170" y="1306653"/>
              <a:chExt cx="647179" cy="474455"/>
            </a:xfrm>
          </p:grpSpPr>
          <p:sp>
            <p:nvSpPr>
              <p:cNvPr id="10617" name="Google Shape;10617;p76"/>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6"/>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9" name="Google Shape;10619;p76"/>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0" name="Google Shape;10620;p76"/>
          <p:cNvGrpSpPr/>
          <p:nvPr/>
        </p:nvGrpSpPr>
        <p:grpSpPr>
          <a:xfrm>
            <a:off x="3964037" y="1171363"/>
            <a:ext cx="634656" cy="699982"/>
            <a:chOff x="5985650" y="2860025"/>
            <a:chExt cx="1396075" cy="1539775"/>
          </a:xfrm>
        </p:grpSpPr>
        <p:sp>
          <p:nvSpPr>
            <p:cNvPr id="10621" name="Google Shape;10621;p76"/>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6"/>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6"/>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6"/>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6"/>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6"/>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6"/>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6"/>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6"/>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6"/>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6"/>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6"/>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6"/>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6"/>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6"/>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6"/>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6"/>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6"/>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6"/>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6"/>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6"/>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6"/>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6"/>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6"/>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6"/>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6"/>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6"/>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6"/>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6"/>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6"/>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6"/>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6"/>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3" name="Google Shape;10653;p76"/>
          <p:cNvGrpSpPr/>
          <p:nvPr/>
        </p:nvGrpSpPr>
        <p:grpSpPr>
          <a:xfrm>
            <a:off x="4719687" y="1171356"/>
            <a:ext cx="725845" cy="699975"/>
            <a:chOff x="4249973" y="1201875"/>
            <a:chExt cx="1958568" cy="1888762"/>
          </a:xfrm>
        </p:grpSpPr>
        <p:sp>
          <p:nvSpPr>
            <p:cNvPr id="10654" name="Google Shape;10654;p76"/>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5" name="Google Shape;10655;p76"/>
            <p:cNvGrpSpPr/>
            <p:nvPr/>
          </p:nvGrpSpPr>
          <p:grpSpPr>
            <a:xfrm>
              <a:off x="5853086" y="1789142"/>
              <a:ext cx="355454" cy="1048099"/>
              <a:chOff x="5576108" y="2016725"/>
              <a:chExt cx="565200" cy="1666560"/>
            </a:xfrm>
          </p:grpSpPr>
          <p:sp>
            <p:nvSpPr>
              <p:cNvPr id="10656" name="Google Shape;10656;p76"/>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657" name="Google Shape;10657;p7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76"/>
            <p:cNvGrpSpPr/>
            <p:nvPr/>
          </p:nvGrpSpPr>
          <p:grpSpPr>
            <a:xfrm>
              <a:off x="4869455" y="2691676"/>
              <a:ext cx="1013897" cy="398961"/>
              <a:chOff x="4012057" y="3451825"/>
              <a:chExt cx="1612175" cy="634379"/>
            </a:xfrm>
          </p:grpSpPr>
          <p:sp>
            <p:nvSpPr>
              <p:cNvPr id="10659" name="Google Shape;10659;p76"/>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660" name="Google Shape;10660;p7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76"/>
            <p:cNvGrpSpPr/>
            <p:nvPr/>
          </p:nvGrpSpPr>
          <p:grpSpPr>
            <a:xfrm>
              <a:off x="4276937" y="2155961"/>
              <a:ext cx="651965" cy="891358"/>
              <a:chOff x="3069908" y="2599997"/>
              <a:chExt cx="1036675" cy="1417328"/>
            </a:xfrm>
          </p:grpSpPr>
          <p:sp>
            <p:nvSpPr>
              <p:cNvPr id="10662" name="Google Shape;10662;p76"/>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663" name="Google Shape;10663;p7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4" name="Google Shape;10664;p76"/>
            <p:cNvGrpSpPr/>
            <p:nvPr/>
          </p:nvGrpSpPr>
          <p:grpSpPr>
            <a:xfrm>
              <a:off x="5054918" y="1201875"/>
              <a:ext cx="999548" cy="602711"/>
              <a:chOff x="4306958" y="1082925"/>
              <a:chExt cx="1589359" cy="958358"/>
            </a:xfrm>
          </p:grpSpPr>
          <p:sp>
            <p:nvSpPr>
              <p:cNvPr id="10665" name="Google Shape;10665;p76"/>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666" name="Google Shape;10666;p7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76"/>
            <p:cNvGrpSpPr/>
            <p:nvPr/>
          </p:nvGrpSpPr>
          <p:grpSpPr>
            <a:xfrm>
              <a:off x="4249973" y="1303451"/>
              <a:ext cx="799317" cy="841334"/>
              <a:chOff x="3027033" y="1244439"/>
              <a:chExt cx="1270977" cy="1337786"/>
            </a:xfrm>
          </p:grpSpPr>
          <p:sp>
            <p:nvSpPr>
              <p:cNvPr id="10668" name="Google Shape;10668;p76"/>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669" name="Google Shape;10669;p7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70" name="Google Shape;10670;p76"/>
          <p:cNvGrpSpPr/>
          <p:nvPr/>
        </p:nvGrpSpPr>
        <p:grpSpPr>
          <a:xfrm>
            <a:off x="4072551" y="2058137"/>
            <a:ext cx="750769" cy="683784"/>
            <a:chOff x="4204684" y="2104422"/>
            <a:chExt cx="699822" cy="637382"/>
          </a:xfrm>
        </p:grpSpPr>
        <p:grpSp>
          <p:nvGrpSpPr>
            <p:cNvPr id="10671" name="Google Shape;10671;p76"/>
            <p:cNvGrpSpPr/>
            <p:nvPr/>
          </p:nvGrpSpPr>
          <p:grpSpPr>
            <a:xfrm>
              <a:off x="4204684" y="2430067"/>
              <a:ext cx="342957" cy="311738"/>
              <a:chOff x="4204684" y="2430067"/>
              <a:chExt cx="342957" cy="311738"/>
            </a:xfrm>
          </p:grpSpPr>
          <p:sp>
            <p:nvSpPr>
              <p:cNvPr id="10672" name="Google Shape;10672;p76"/>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6"/>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4" name="Google Shape;10674;p76"/>
            <p:cNvGrpSpPr/>
            <p:nvPr/>
          </p:nvGrpSpPr>
          <p:grpSpPr>
            <a:xfrm>
              <a:off x="4561586" y="2430067"/>
              <a:ext cx="342920" cy="311738"/>
              <a:chOff x="4561586" y="2430067"/>
              <a:chExt cx="342920" cy="311738"/>
            </a:xfrm>
          </p:grpSpPr>
          <p:sp>
            <p:nvSpPr>
              <p:cNvPr id="10675" name="Google Shape;10675;p76"/>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6"/>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7" name="Google Shape;10677;p76"/>
            <p:cNvGrpSpPr/>
            <p:nvPr/>
          </p:nvGrpSpPr>
          <p:grpSpPr>
            <a:xfrm>
              <a:off x="4561586" y="2104422"/>
              <a:ext cx="342920" cy="311738"/>
              <a:chOff x="4561586" y="2104422"/>
              <a:chExt cx="342920" cy="311738"/>
            </a:xfrm>
          </p:grpSpPr>
          <p:sp>
            <p:nvSpPr>
              <p:cNvPr id="10678" name="Google Shape;10678;p76"/>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6"/>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0" name="Google Shape;10680;p76"/>
            <p:cNvGrpSpPr/>
            <p:nvPr/>
          </p:nvGrpSpPr>
          <p:grpSpPr>
            <a:xfrm>
              <a:off x="4204684" y="2104422"/>
              <a:ext cx="342957" cy="311664"/>
              <a:chOff x="4204684" y="2104422"/>
              <a:chExt cx="342957" cy="311664"/>
            </a:xfrm>
          </p:grpSpPr>
          <p:sp>
            <p:nvSpPr>
              <p:cNvPr id="10681" name="Google Shape;10681;p76"/>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6"/>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83" name="Google Shape;10683;p76"/>
          <p:cNvGrpSpPr/>
          <p:nvPr/>
        </p:nvGrpSpPr>
        <p:grpSpPr>
          <a:xfrm>
            <a:off x="5536984" y="1171351"/>
            <a:ext cx="660591" cy="688867"/>
            <a:chOff x="5830645" y="1267368"/>
            <a:chExt cx="530340" cy="553040"/>
          </a:xfrm>
        </p:grpSpPr>
        <p:sp>
          <p:nvSpPr>
            <p:cNvPr id="10684" name="Google Shape;10684;p76"/>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5" name="Google Shape;10685;p76"/>
            <p:cNvGrpSpPr/>
            <p:nvPr/>
          </p:nvGrpSpPr>
          <p:grpSpPr>
            <a:xfrm>
              <a:off x="5830645" y="1267368"/>
              <a:ext cx="259743" cy="269909"/>
              <a:chOff x="5830645" y="1267368"/>
              <a:chExt cx="259743" cy="269909"/>
            </a:xfrm>
          </p:grpSpPr>
          <p:sp>
            <p:nvSpPr>
              <p:cNvPr id="10686" name="Google Shape;10686;p76"/>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6"/>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76"/>
            <p:cNvGrpSpPr/>
            <p:nvPr/>
          </p:nvGrpSpPr>
          <p:grpSpPr>
            <a:xfrm>
              <a:off x="6101293" y="1267368"/>
              <a:ext cx="259692" cy="269909"/>
              <a:chOff x="6101293" y="1267368"/>
              <a:chExt cx="259692" cy="269909"/>
            </a:xfrm>
          </p:grpSpPr>
          <p:sp>
            <p:nvSpPr>
              <p:cNvPr id="10689" name="Google Shape;10689;p76"/>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6"/>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76"/>
            <p:cNvGrpSpPr/>
            <p:nvPr/>
          </p:nvGrpSpPr>
          <p:grpSpPr>
            <a:xfrm>
              <a:off x="5830645" y="1550500"/>
              <a:ext cx="259692" cy="269909"/>
              <a:chOff x="5830645" y="1550500"/>
              <a:chExt cx="259692" cy="269909"/>
            </a:xfrm>
          </p:grpSpPr>
          <p:sp>
            <p:nvSpPr>
              <p:cNvPr id="10692" name="Google Shape;10692;p76"/>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6"/>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76"/>
            <p:cNvGrpSpPr/>
            <p:nvPr/>
          </p:nvGrpSpPr>
          <p:grpSpPr>
            <a:xfrm>
              <a:off x="6101293" y="1550500"/>
              <a:ext cx="259692" cy="269909"/>
              <a:chOff x="6101293" y="1550500"/>
              <a:chExt cx="259692" cy="269909"/>
            </a:xfrm>
          </p:grpSpPr>
          <p:sp>
            <p:nvSpPr>
              <p:cNvPr id="10695" name="Google Shape;10695;p76"/>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6"/>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97" name="Google Shape;10697;p76"/>
          <p:cNvGrpSpPr/>
          <p:nvPr/>
        </p:nvGrpSpPr>
        <p:grpSpPr>
          <a:xfrm>
            <a:off x="739138" y="2061810"/>
            <a:ext cx="697154" cy="679574"/>
            <a:chOff x="2679875" y="2361475"/>
            <a:chExt cx="780425" cy="760575"/>
          </a:xfrm>
        </p:grpSpPr>
        <p:sp>
          <p:nvSpPr>
            <p:cNvPr id="10698" name="Google Shape;10698;p76"/>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6"/>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6"/>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4" name="Google Shape;10704;p76"/>
          <p:cNvGrpSpPr/>
          <p:nvPr/>
        </p:nvGrpSpPr>
        <p:grpSpPr>
          <a:xfrm>
            <a:off x="3138297" y="1171402"/>
            <a:ext cx="735829" cy="684547"/>
            <a:chOff x="3351965" y="1148808"/>
            <a:chExt cx="750770" cy="698375"/>
          </a:xfrm>
        </p:grpSpPr>
        <p:grpSp>
          <p:nvGrpSpPr>
            <p:cNvPr id="10705" name="Google Shape;10705;p76"/>
            <p:cNvGrpSpPr/>
            <p:nvPr/>
          </p:nvGrpSpPr>
          <p:grpSpPr>
            <a:xfrm>
              <a:off x="3586796" y="1148808"/>
              <a:ext cx="294857" cy="286830"/>
              <a:chOff x="3750225" y="1774000"/>
              <a:chExt cx="149575" cy="145525"/>
            </a:xfrm>
          </p:grpSpPr>
          <p:sp>
            <p:nvSpPr>
              <p:cNvPr id="10706" name="Google Shape;10706;p7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8" name="Google Shape;10708;p76"/>
            <p:cNvGrpSpPr/>
            <p:nvPr/>
          </p:nvGrpSpPr>
          <p:grpSpPr>
            <a:xfrm>
              <a:off x="3779245" y="1375768"/>
              <a:ext cx="323490" cy="286978"/>
              <a:chOff x="3847850" y="1889150"/>
              <a:chExt cx="164100" cy="145600"/>
            </a:xfrm>
          </p:grpSpPr>
          <p:sp>
            <p:nvSpPr>
              <p:cNvPr id="10709" name="Google Shape;10709;p7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76"/>
            <p:cNvGrpSpPr/>
            <p:nvPr/>
          </p:nvGrpSpPr>
          <p:grpSpPr>
            <a:xfrm>
              <a:off x="3351965" y="1330435"/>
              <a:ext cx="295449" cy="285401"/>
              <a:chOff x="3631100" y="1866150"/>
              <a:chExt cx="149875" cy="144800"/>
            </a:xfrm>
          </p:grpSpPr>
          <p:sp>
            <p:nvSpPr>
              <p:cNvPr id="10712" name="Google Shape;10712;p76"/>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6"/>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76"/>
            <p:cNvGrpSpPr/>
            <p:nvPr/>
          </p:nvGrpSpPr>
          <p:grpSpPr>
            <a:xfrm>
              <a:off x="3548208" y="1560352"/>
              <a:ext cx="294808" cy="286830"/>
              <a:chOff x="3730650" y="1982800"/>
              <a:chExt cx="149550" cy="145525"/>
            </a:xfrm>
          </p:grpSpPr>
          <p:sp>
            <p:nvSpPr>
              <p:cNvPr id="10715" name="Google Shape;10715;p7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17" name="Google Shape;10717;p76"/>
          <p:cNvGrpSpPr/>
          <p:nvPr/>
        </p:nvGrpSpPr>
        <p:grpSpPr>
          <a:xfrm>
            <a:off x="7639949" y="1171356"/>
            <a:ext cx="804565" cy="677795"/>
            <a:chOff x="7636443" y="1204988"/>
            <a:chExt cx="804565" cy="677795"/>
          </a:xfrm>
        </p:grpSpPr>
        <p:grpSp>
          <p:nvGrpSpPr>
            <p:cNvPr id="10718" name="Google Shape;10718;p76"/>
            <p:cNvGrpSpPr/>
            <p:nvPr/>
          </p:nvGrpSpPr>
          <p:grpSpPr>
            <a:xfrm>
              <a:off x="7636443" y="1509705"/>
              <a:ext cx="804565" cy="373078"/>
              <a:chOff x="7636443" y="1509705"/>
              <a:chExt cx="804565" cy="373078"/>
            </a:xfrm>
          </p:grpSpPr>
          <p:sp>
            <p:nvSpPr>
              <p:cNvPr id="10719" name="Google Shape;10719;p76"/>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6"/>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1" name="Google Shape;10721;p76"/>
            <p:cNvGrpSpPr/>
            <p:nvPr/>
          </p:nvGrpSpPr>
          <p:grpSpPr>
            <a:xfrm>
              <a:off x="7636443" y="1408133"/>
              <a:ext cx="804565" cy="373078"/>
              <a:chOff x="7636443" y="1408133"/>
              <a:chExt cx="804565" cy="373078"/>
            </a:xfrm>
          </p:grpSpPr>
          <p:sp>
            <p:nvSpPr>
              <p:cNvPr id="10722" name="Google Shape;10722;p76"/>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6"/>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76"/>
            <p:cNvGrpSpPr/>
            <p:nvPr/>
          </p:nvGrpSpPr>
          <p:grpSpPr>
            <a:xfrm>
              <a:off x="7636443" y="1306560"/>
              <a:ext cx="804565" cy="373078"/>
              <a:chOff x="7636443" y="1306560"/>
              <a:chExt cx="804565" cy="373078"/>
            </a:xfrm>
          </p:grpSpPr>
          <p:sp>
            <p:nvSpPr>
              <p:cNvPr id="10725" name="Google Shape;10725;p76"/>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6"/>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7" name="Google Shape;10727;p76"/>
            <p:cNvGrpSpPr/>
            <p:nvPr/>
          </p:nvGrpSpPr>
          <p:grpSpPr>
            <a:xfrm>
              <a:off x="7636443" y="1204988"/>
              <a:ext cx="804565" cy="373078"/>
              <a:chOff x="7636443" y="1204988"/>
              <a:chExt cx="804565" cy="373078"/>
            </a:xfrm>
          </p:grpSpPr>
          <p:sp>
            <p:nvSpPr>
              <p:cNvPr id="10728" name="Google Shape;10728;p76"/>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6"/>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30" name="Google Shape;10730;p76"/>
          <p:cNvGrpSpPr/>
          <p:nvPr/>
        </p:nvGrpSpPr>
        <p:grpSpPr>
          <a:xfrm>
            <a:off x="4978796" y="2078771"/>
            <a:ext cx="661339" cy="661188"/>
            <a:chOff x="3990000" y="975400"/>
            <a:chExt cx="3934200" cy="3933300"/>
          </a:xfrm>
        </p:grpSpPr>
        <p:sp>
          <p:nvSpPr>
            <p:cNvPr id="10731" name="Google Shape;10731;p76"/>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6"/>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6"/>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6"/>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76"/>
          <p:cNvGrpSpPr/>
          <p:nvPr/>
        </p:nvGrpSpPr>
        <p:grpSpPr>
          <a:xfrm>
            <a:off x="6622444" y="2057409"/>
            <a:ext cx="868881" cy="684241"/>
            <a:chOff x="6598259" y="2078634"/>
            <a:chExt cx="868881" cy="684241"/>
          </a:xfrm>
        </p:grpSpPr>
        <p:sp>
          <p:nvSpPr>
            <p:cNvPr id="10736" name="Google Shape;10736;p76"/>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6"/>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6"/>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6"/>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6"/>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6"/>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2" name="Google Shape;10742;p76"/>
            <p:cNvGrpSpPr/>
            <p:nvPr/>
          </p:nvGrpSpPr>
          <p:grpSpPr>
            <a:xfrm>
              <a:off x="6808175" y="2078634"/>
              <a:ext cx="452229" cy="684241"/>
              <a:chOff x="6808175" y="2078634"/>
              <a:chExt cx="452229" cy="684241"/>
            </a:xfrm>
          </p:grpSpPr>
          <p:sp>
            <p:nvSpPr>
              <p:cNvPr id="10743" name="Google Shape;10743;p76"/>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6"/>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6"/>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6"/>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6"/>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6"/>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9" name="Google Shape;10749;p76"/>
              <p:cNvGrpSpPr/>
              <p:nvPr/>
            </p:nvGrpSpPr>
            <p:grpSpPr>
              <a:xfrm>
                <a:off x="6821586" y="2078634"/>
                <a:ext cx="426871" cy="684241"/>
                <a:chOff x="6821586" y="2078634"/>
                <a:chExt cx="426871" cy="684241"/>
              </a:xfrm>
            </p:grpSpPr>
            <p:grpSp>
              <p:nvGrpSpPr>
                <p:cNvPr id="10750" name="Google Shape;10750;p76"/>
                <p:cNvGrpSpPr/>
                <p:nvPr/>
              </p:nvGrpSpPr>
              <p:grpSpPr>
                <a:xfrm>
                  <a:off x="6821586" y="2078634"/>
                  <a:ext cx="426871" cy="684241"/>
                  <a:chOff x="6821586" y="2078634"/>
                  <a:chExt cx="426871" cy="684241"/>
                </a:xfrm>
              </p:grpSpPr>
              <p:sp>
                <p:nvSpPr>
                  <p:cNvPr id="10751" name="Google Shape;10751;p76"/>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6"/>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6"/>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6"/>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6"/>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6"/>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6"/>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6"/>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6"/>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6"/>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6"/>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6"/>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6"/>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6"/>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6"/>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6"/>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6"/>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6"/>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6"/>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0" name="Google Shape;10770;p76"/>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6"/>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6"/>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6"/>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6"/>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6"/>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776" name="Google Shape;10776;p76"/>
          <p:cNvGrpSpPr/>
          <p:nvPr/>
        </p:nvGrpSpPr>
        <p:grpSpPr>
          <a:xfrm>
            <a:off x="5795610" y="2063018"/>
            <a:ext cx="671358" cy="671358"/>
            <a:chOff x="6535625" y="760425"/>
            <a:chExt cx="1665900" cy="1665900"/>
          </a:xfrm>
        </p:grpSpPr>
        <p:sp>
          <p:nvSpPr>
            <p:cNvPr id="10777" name="Google Shape;10777;p76"/>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6"/>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6"/>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6"/>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76"/>
          <p:cNvGrpSpPr/>
          <p:nvPr/>
        </p:nvGrpSpPr>
        <p:grpSpPr>
          <a:xfrm>
            <a:off x="732427" y="3731418"/>
            <a:ext cx="1340789" cy="640830"/>
            <a:chOff x="238125" y="1151100"/>
            <a:chExt cx="7139450" cy="3412300"/>
          </a:xfrm>
        </p:grpSpPr>
        <p:sp>
          <p:nvSpPr>
            <p:cNvPr id="10782" name="Google Shape;10782;p76"/>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6"/>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6"/>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6"/>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6"/>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6"/>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6"/>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6"/>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6"/>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6"/>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6"/>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6"/>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4" name="Google Shape;10794;p76"/>
          <p:cNvGrpSpPr/>
          <p:nvPr/>
        </p:nvGrpSpPr>
        <p:grpSpPr>
          <a:xfrm>
            <a:off x="5599650" y="2934699"/>
            <a:ext cx="985357" cy="585764"/>
            <a:chOff x="5145061" y="2881789"/>
            <a:chExt cx="1107641" cy="658458"/>
          </a:xfrm>
        </p:grpSpPr>
        <p:grpSp>
          <p:nvGrpSpPr>
            <p:cNvPr id="10795" name="Google Shape;10795;p76"/>
            <p:cNvGrpSpPr/>
            <p:nvPr/>
          </p:nvGrpSpPr>
          <p:grpSpPr>
            <a:xfrm>
              <a:off x="5722989" y="3244587"/>
              <a:ext cx="529713" cy="295659"/>
              <a:chOff x="5722989" y="3244587"/>
              <a:chExt cx="529713" cy="295659"/>
            </a:xfrm>
          </p:grpSpPr>
          <p:sp>
            <p:nvSpPr>
              <p:cNvPr id="10796" name="Google Shape;10796;p76"/>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797" name="Google Shape;10797;p76"/>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798" name="Google Shape;10798;p76"/>
            <p:cNvGrpSpPr/>
            <p:nvPr/>
          </p:nvGrpSpPr>
          <p:grpSpPr>
            <a:xfrm>
              <a:off x="5145061" y="3244587"/>
              <a:ext cx="536807" cy="295659"/>
              <a:chOff x="5145061" y="3244587"/>
              <a:chExt cx="536807" cy="295659"/>
            </a:xfrm>
          </p:grpSpPr>
          <p:sp>
            <p:nvSpPr>
              <p:cNvPr id="10799" name="Google Shape;10799;p76"/>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800" name="Google Shape;10800;p76"/>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801" name="Google Shape;10801;p76"/>
            <p:cNvGrpSpPr/>
            <p:nvPr/>
          </p:nvGrpSpPr>
          <p:grpSpPr>
            <a:xfrm>
              <a:off x="5341327" y="2898245"/>
              <a:ext cx="532309" cy="614891"/>
              <a:chOff x="5341327" y="2898245"/>
              <a:chExt cx="532309" cy="614891"/>
            </a:xfrm>
          </p:grpSpPr>
          <p:sp>
            <p:nvSpPr>
              <p:cNvPr id="10802" name="Google Shape;10802;p76"/>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803" name="Google Shape;10803;p76"/>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804" name="Google Shape;10804;p76"/>
            <p:cNvGrpSpPr/>
            <p:nvPr/>
          </p:nvGrpSpPr>
          <p:grpSpPr>
            <a:xfrm>
              <a:off x="5532290" y="2881789"/>
              <a:ext cx="620516" cy="305456"/>
              <a:chOff x="5532290" y="2881789"/>
              <a:chExt cx="620516" cy="305456"/>
            </a:xfrm>
          </p:grpSpPr>
          <p:sp>
            <p:nvSpPr>
              <p:cNvPr id="10805" name="Google Shape;10805;p76"/>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806" name="Google Shape;10806;p76"/>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0807" name="Google Shape;10807;p76"/>
          <p:cNvGrpSpPr/>
          <p:nvPr/>
        </p:nvGrpSpPr>
        <p:grpSpPr>
          <a:xfrm>
            <a:off x="8178573" y="3726757"/>
            <a:ext cx="269068" cy="645491"/>
            <a:chOff x="7026852" y="3311869"/>
            <a:chExt cx="434331" cy="1041954"/>
          </a:xfrm>
        </p:grpSpPr>
        <p:sp>
          <p:nvSpPr>
            <p:cNvPr id="10808" name="Google Shape;10808;p76"/>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6"/>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6"/>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76"/>
          <p:cNvGrpSpPr/>
          <p:nvPr/>
        </p:nvGrpSpPr>
        <p:grpSpPr>
          <a:xfrm>
            <a:off x="6195154" y="3765995"/>
            <a:ext cx="293882" cy="293836"/>
            <a:chOff x="4873519" y="3311869"/>
            <a:chExt cx="499374" cy="499296"/>
          </a:xfrm>
        </p:grpSpPr>
        <p:sp>
          <p:nvSpPr>
            <p:cNvPr id="10812" name="Google Shape;10812;p76"/>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6"/>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4" name="Google Shape;10814;p76"/>
          <p:cNvGrpSpPr/>
          <p:nvPr/>
        </p:nvGrpSpPr>
        <p:grpSpPr>
          <a:xfrm>
            <a:off x="6195154" y="4078366"/>
            <a:ext cx="293882" cy="293882"/>
            <a:chOff x="4873519" y="3875839"/>
            <a:chExt cx="499374" cy="499374"/>
          </a:xfrm>
        </p:grpSpPr>
        <p:sp>
          <p:nvSpPr>
            <p:cNvPr id="10815" name="Google Shape;10815;p76"/>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6"/>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76"/>
          <p:cNvGrpSpPr/>
          <p:nvPr/>
        </p:nvGrpSpPr>
        <p:grpSpPr>
          <a:xfrm>
            <a:off x="2425681" y="2050319"/>
            <a:ext cx="698104" cy="698208"/>
            <a:chOff x="2565073" y="2075876"/>
            <a:chExt cx="672482" cy="672518"/>
          </a:xfrm>
        </p:grpSpPr>
        <p:sp>
          <p:nvSpPr>
            <p:cNvPr id="10818" name="Google Shape;10818;p76"/>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6"/>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6"/>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6"/>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6"/>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6"/>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76"/>
          <p:cNvGrpSpPr/>
          <p:nvPr/>
        </p:nvGrpSpPr>
        <p:grpSpPr>
          <a:xfrm>
            <a:off x="5649092" y="3734919"/>
            <a:ext cx="438354" cy="637329"/>
            <a:chOff x="1697726" y="3244179"/>
            <a:chExt cx="788124" cy="1146069"/>
          </a:xfrm>
        </p:grpSpPr>
        <p:sp>
          <p:nvSpPr>
            <p:cNvPr id="10825" name="Google Shape;10825;p7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7" name="Google Shape;10827;p76"/>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8" name="Google Shape;10828;p76"/>
          <p:cNvGrpSpPr/>
          <p:nvPr/>
        </p:nvGrpSpPr>
        <p:grpSpPr>
          <a:xfrm>
            <a:off x="7650306" y="2063282"/>
            <a:ext cx="799565" cy="670282"/>
            <a:chOff x="7617850" y="2063282"/>
            <a:chExt cx="799565" cy="670282"/>
          </a:xfrm>
        </p:grpSpPr>
        <p:cxnSp>
          <p:nvCxnSpPr>
            <p:cNvPr id="10829" name="Google Shape;10829;p76"/>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830" name="Google Shape;10830;p76"/>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831" name="Google Shape;10831;p76"/>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832" name="Google Shape;10832;p76"/>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833" name="Google Shape;10833;p76"/>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0834" name="Google Shape;10834;p76"/>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0835" name="Google Shape;10835;p76"/>
            <p:cNvGrpSpPr/>
            <p:nvPr/>
          </p:nvGrpSpPr>
          <p:grpSpPr>
            <a:xfrm>
              <a:off x="7734309" y="2063282"/>
              <a:ext cx="570957" cy="620095"/>
              <a:chOff x="7734309" y="2063282"/>
              <a:chExt cx="570957" cy="620095"/>
            </a:xfrm>
          </p:grpSpPr>
          <p:grpSp>
            <p:nvGrpSpPr>
              <p:cNvPr id="10836" name="Google Shape;10836;p76"/>
              <p:cNvGrpSpPr/>
              <p:nvPr/>
            </p:nvGrpSpPr>
            <p:grpSpPr>
              <a:xfrm>
                <a:off x="8031573" y="2063282"/>
                <a:ext cx="273693" cy="620095"/>
                <a:chOff x="8031573" y="2063282"/>
                <a:chExt cx="273693" cy="620095"/>
              </a:xfrm>
            </p:grpSpPr>
            <p:sp>
              <p:nvSpPr>
                <p:cNvPr id="10837" name="Google Shape;10837;p7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1" name="Google Shape;10841;p76"/>
              <p:cNvGrpSpPr/>
              <p:nvPr/>
            </p:nvGrpSpPr>
            <p:grpSpPr>
              <a:xfrm flipH="1">
                <a:off x="7734309" y="2063282"/>
                <a:ext cx="273693" cy="620095"/>
                <a:chOff x="8031573" y="2063282"/>
                <a:chExt cx="273693" cy="620095"/>
              </a:xfrm>
            </p:grpSpPr>
            <p:sp>
              <p:nvSpPr>
                <p:cNvPr id="10842" name="Google Shape;10842;p7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0846" name="Google Shape;10846;p76"/>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6"/>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8" name="Google Shape;10848;p76"/>
          <p:cNvGrpSpPr/>
          <p:nvPr/>
        </p:nvGrpSpPr>
        <p:grpSpPr>
          <a:xfrm>
            <a:off x="7836913" y="2916765"/>
            <a:ext cx="602567" cy="601884"/>
            <a:chOff x="1186975" y="238125"/>
            <a:chExt cx="5244275" cy="5238325"/>
          </a:xfrm>
        </p:grpSpPr>
        <p:sp>
          <p:nvSpPr>
            <p:cNvPr id="10849" name="Google Shape;10849;p7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6"/>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6"/>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6"/>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76"/>
          <p:cNvGrpSpPr/>
          <p:nvPr/>
        </p:nvGrpSpPr>
        <p:grpSpPr>
          <a:xfrm>
            <a:off x="3279650" y="2056249"/>
            <a:ext cx="651848" cy="687338"/>
            <a:chOff x="3400515" y="2056248"/>
            <a:chExt cx="698134" cy="735987"/>
          </a:xfrm>
        </p:grpSpPr>
        <p:grpSp>
          <p:nvGrpSpPr>
            <p:cNvPr id="10854" name="Google Shape;10854;p76"/>
            <p:cNvGrpSpPr/>
            <p:nvPr/>
          </p:nvGrpSpPr>
          <p:grpSpPr>
            <a:xfrm>
              <a:off x="3400515" y="2283913"/>
              <a:ext cx="312919" cy="219900"/>
              <a:chOff x="3400515" y="2283913"/>
              <a:chExt cx="312919" cy="219900"/>
            </a:xfrm>
          </p:grpSpPr>
          <p:sp>
            <p:nvSpPr>
              <p:cNvPr id="10855" name="Google Shape;10855;p76"/>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856" name="Google Shape;10856;p76"/>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0857" name="Google Shape;10857;p76"/>
            <p:cNvGrpSpPr/>
            <p:nvPr/>
          </p:nvGrpSpPr>
          <p:grpSpPr>
            <a:xfrm>
              <a:off x="3547823" y="2461089"/>
              <a:ext cx="219900" cy="331146"/>
              <a:chOff x="3547823" y="2461089"/>
              <a:chExt cx="219900" cy="331146"/>
            </a:xfrm>
          </p:grpSpPr>
          <p:sp>
            <p:nvSpPr>
              <p:cNvPr id="10858" name="Google Shape;10858;p76"/>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859" name="Google Shape;10859;p76"/>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0860" name="Google Shape;10860;p76"/>
            <p:cNvGrpSpPr/>
            <p:nvPr/>
          </p:nvGrpSpPr>
          <p:grpSpPr>
            <a:xfrm>
              <a:off x="3734138" y="2461089"/>
              <a:ext cx="219900" cy="331146"/>
              <a:chOff x="3734138" y="2461089"/>
              <a:chExt cx="219900" cy="331146"/>
            </a:xfrm>
          </p:grpSpPr>
          <p:sp>
            <p:nvSpPr>
              <p:cNvPr id="10861" name="Google Shape;10861;p76"/>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862" name="Google Shape;10862;p76"/>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0863" name="Google Shape;10863;p76"/>
            <p:cNvGrpSpPr/>
            <p:nvPr/>
          </p:nvGrpSpPr>
          <p:grpSpPr>
            <a:xfrm>
              <a:off x="3787560" y="2281742"/>
              <a:ext cx="311089" cy="219900"/>
              <a:chOff x="3787560" y="2281742"/>
              <a:chExt cx="311089" cy="219900"/>
            </a:xfrm>
          </p:grpSpPr>
          <p:sp>
            <p:nvSpPr>
              <p:cNvPr id="10864" name="Google Shape;10864;p76"/>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865" name="Google Shape;10865;p76"/>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0866" name="Google Shape;10866;p76"/>
            <p:cNvGrpSpPr/>
            <p:nvPr/>
          </p:nvGrpSpPr>
          <p:grpSpPr>
            <a:xfrm>
              <a:off x="3637290" y="2056248"/>
              <a:ext cx="219900" cy="330736"/>
              <a:chOff x="3637290" y="2056248"/>
              <a:chExt cx="219900" cy="330736"/>
            </a:xfrm>
          </p:grpSpPr>
          <p:sp>
            <p:nvSpPr>
              <p:cNvPr id="10867" name="Google Shape;10867;p76"/>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0868" name="Google Shape;10868;p76"/>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0869" name="Google Shape;10869;p76"/>
          <p:cNvGrpSpPr/>
          <p:nvPr/>
        </p:nvGrpSpPr>
        <p:grpSpPr>
          <a:xfrm>
            <a:off x="2571356" y="2926255"/>
            <a:ext cx="1268144" cy="592394"/>
            <a:chOff x="238125" y="1188750"/>
            <a:chExt cx="7140450" cy="3335550"/>
          </a:xfrm>
        </p:grpSpPr>
        <p:sp>
          <p:nvSpPr>
            <p:cNvPr id="10870" name="Google Shape;10870;p7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76"/>
          <p:cNvGrpSpPr/>
          <p:nvPr/>
        </p:nvGrpSpPr>
        <p:grpSpPr>
          <a:xfrm>
            <a:off x="6679257" y="2928410"/>
            <a:ext cx="1053944" cy="590147"/>
            <a:chOff x="238125" y="1335475"/>
            <a:chExt cx="5418735" cy="3034175"/>
          </a:xfrm>
        </p:grpSpPr>
        <p:sp>
          <p:nvSpPr>
            <p:cNvPr id="10876" name="Google Shape;10876;p7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76"/>
          <p:cNvGrpSpPr/>
          <p:nvPr/>
        </p:nvGrpSpPr>
        <p:grpSpPr>
          <a:xfrm>
            <a:off x="4110066" y="3733309"/>
            <a:ext cx="1268207" cy="638939"/>
            <a:chOff x="3967651" y="3645904"/>
            <a:chExt cx="1479304" cy="745292"/>
          </a:xfrm>
        </p:grpSpPr>
        <p:grpSp>
          <p:nvGrpSpPr>
            <p:cNvPr id="10880" name="Google Shape;10880;p76"/>
            <p:cNvGrpSpPr/>
            <p:nvPr/>
          </p:nvGrpSpPr>
          <p:grpSpPr>
            <a:xfrm>
              <a:off x="3967651" y="4009026"/>
              <a:ext cx="1479304" cy="382170"/>
              <a:chOff x="3967651" y="4009026"/>
              <a:chExt cx="1479304" cy="382170"/>
            </a:xfrm>
          </p:grpSpPr>
          <p:grpSp>
            <p:nvGrpSpPr>
              <p:cNvPr id="10881" name="Google Shape;10881;p76"/>
              <p:cNvGrpSpPr/>
              <p:nvPr/>
            </p:nvGrpSpPr>
            <p:grpSpPr>
              <a:xfrm>
                <a:off x="4892216" y="4195630"/>
                <a:ext cx="554739" cy="195566"/>
                <a:chOff x="3604375" y="4892160"/>
                <a:chExt cx="1651500" cy="582215"/>
              </a:xfrm>
            </p:grpSpPr>
            <p:sp>
              <p:nvSpPr>
                <p:cNvPr id="10882" name="Google Shape;10882;p76"/>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6"/>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4" name="Google Shape;10884;p76"/>
              <p:cNvGrpSpPr/>
              <p:nvPr/>
            </p:nvGrpSpPr>
            <p:grpSpPr>
              <a:xfrm>
                <a:off x="3967651" y="4146303"/>
                <a:ext cx="579402" cy="244893"/>
                <a:chOff x="851875" y="4745310"/>
                <a:chExt cx="1724925" cy="729065"/>
              </a:xfrm>
            </p:grpSpPr>
            <p:sp>
              <p:nvSpPr>
                <p:cNvPr id="10885" name="Google Shape;10885;p76"/>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6"/>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76"/>
              <p:cNvGrpSpPr/>
              <p:nvPr/>
            </p:nvGrpSpPr>
            <p:grpSpPr>
              <a:xfrm>
                <a:off x="4460753" y="4009026"/>
                <a:ext cx="493110" cy="382170"/>
                <a:chOff x="2319875" y="4336625"/>
                <a:chExt cx="1468025" cy="1137750"/>
              </a:xfrm>
            </p:grpSpPr>
            <p:sp>
              <p:nvSpPr>
                <p:cNvPr id="10888" name="Google Shape;10888;p76"/>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6"/>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90" name="Google Shape;10890;p76"/>
            <p:cNvGrpSpPr/>
            <p:nvPr/>
          </p:nvGrpSpPr>
          <p:grpSpPr>
            <a:xfrm>
              <a:off x="4479443" y="3645904"/>
              <a:ext cx="455965" cy="388789"/>
              <a:chOff x="2957425" y="238100"/>
              <a:chExt cx="1910200" cy="1628775"/>
            </a:xfrm>
          </p:grpSpPr>
          <p:sp>
            <p:nvSpPr>
              <p:cNvPr id="10891" name="Google Shape;10891;p76"/>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6"/>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6"/>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6"/>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6"/>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6"/>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6"/>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6"/>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6"/>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6"/>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01" name="Google Shape;10901;p76"/>
          <p:cNvGrpSpPr/>
          <p:nvPr/>
        </p:nvGrpSpPr>
        <p:grpSpPr>
          <a:xfrm>
            <a:off x="2496179" y="3734510"/>
            <a:ext cx="1243128" cy="637739"/>
            <a:chOff x="2496310" y="3693351"/>
            <a:chExt cx="1342906" cy="688926"/>
          </a:xfrm>
        </p:grpSpPr>
        <p:grpSp>
          <p:nvGrpSpPr>
            <p:cNvPr id="10902" name="Google Shape;10902;p76"/>
            <p:cNvGrpSpPr/>
            <p:nvPr/>
          </p:nvGrpSpPr>
          <p:grpSpPr>
            <a:xfrm>
              <a:off x="2496310" y="3693351"/>
              <a:ext cx="1342906" cy="688875"/>
              <a:chOff x="2496310" y="3693351"/>
              <a:chExt cx="1342906" cy="688875"/>
            </a:xfrm>
          </p:grpSpPr>
          <p:sp>
            <p:nvSpPr>
              <p:cNvPr id="10903" name="Google Shape;10903;p76"/>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6"/>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6"/>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6"/>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6"/>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6"/>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09" name="Google Shape;10909;p76"/>
              <p:cNvCxnSpPr>
                <a:stCxn id="10907"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0910" name="Google Shape;10910;p76"/>
              <p:cNvCxnSpPr>
                <a:stCxn id="10904"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0911" name="Google Shape;10911;p76"/>
              <p:cNvCxnSpPr>
                <a:stCxn id="10905"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0912" name="Google Shape;10912;p76"/>
              <p:cNvCxnSpPr>
                <a:stCxn id="10908"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0913" name="Google Shape;10913;p76"/>
              <p:cNvCxnSpPr>
                <a:stCxn id="10906"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914" name="Google Shape;10914;p76"/>
            <p:cNvGrpSpPr/>
            <p:nvPr/>
          </p:nvGrpSpPr>
          <p:grpSpPr>
            <a:xfrm>
              <a:off x="2675275" y="3930557"/>
              <a:ext cx="1003306" cy="451719"/>
              <a:chOff x="2675275" y="4174282"/>
              <a:chExt cx="1003306" cy="451719"/>
            </a:xfrm>
          </p:grpSpPr>
          <p:sp>
            <p:nvSpPr>
              <p:cNvPr id="10915" name="Google Shape;10915;p76"/>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6"/>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6"/>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18" name="Google Shape;10918;p76"/>
          <p:cNvGrpSpPr/>
          <p:nvPr/>
        </p:nvGrpSpPr>
        <p:grpSpPr>
          <a:xfrm>
            <a:off x="1669850" y="1171356"/>
            <a:ext cx="574511" cy="874709"/>
            <a:chOff x="1715404" y="1112080"/>
            <a:chExt cx="642270" cy="977984"/>
          </a:xfrm>
        </p:grpSpPr>
        <p:grpSp>
          <p:nvGrpSpPr>
            <p:cNvPr id="10919" name="Google Shape;10919;p76"/>
            <p:cNvGrpSpPr/>
            <p:nvPr/>
          </p:nvGrpSpPr>
          <p:grpSpPr>
            <a:xfrm>
              <a:off x="1715404" y="1112080"/>
              <a:ext cx="642270" cy="977984"/>
              <a:chOff x="1715404" y="1112080"/>
              <a:chExt cx="642270" cy="977984"/>
            </a:xfrm>
          </p:grpSpPr>
          <p:sp>
            <p:nvSpPr>
              <p:cNvPr id="10920" name="Google Shape;10920;p76"/>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6"/>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76"/>
            <p:cNvGrpSpPr/>
            <p:nvPr/>
          </p:nvGrpSpPr>
          <p:grpSpPr>
            <a:xfrm>
              <a:off x="1768927" y="1165603"/>
              <a:ext cx="535225" cy="851367"/>
              <a:chOff x="1768927" y="1165603"/>
              <a:chExt cx="535225" cy="851367"/>
            </a:xfrm>
          </p:grpSpPr>
          <p:sp>
            <p:nvSpPr>
              <p:cNvPr id="10923" name="Google Shape;10923;p76"/>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6"/>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5" name="Google Shape;10925;p76"/>
            <p:cNvGrpSpPr/>
            <p:nvPr/>
          </p:nvGrpSpPr>
          <p:grpSpPr>
            <a:xfrm>
              <a:off x="1822449" y="1219125"/>
              <a:ext cx="428180" cy="718859"/>
              <a:chOff x="1822449" y="1219125"/>
              <a:chExt cx="428180" cy="718859"/>
            </a:xfrm>
          </p:grpSpPr>
          <p:sp>
            <p:nvSpPr>
              <p:cNvPr id="10926" name="Google Shape;10926;p76"/>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6"/>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8" name="Google Shape;10928;p76"/>
            <p:cNvGrpSpPr/>
            <p:nvPr/>
          </p:nvGrpSpPr>
          <p:grpSpPr>
            <a:xfrm>
              <a:off x="1875972" y="1272648"/>
              <a:ext cx="321135" cy="586939"/>
              <a:chOff x="1875972" y="1272648"/>
              <a:chExt cx="321135" cy="586939"/>
            </a:xfrm>
          </p:grpSpPr>
          <p:sp>
            <p:nvSpPr>
              <p:cNvPr id="10929" name="Google Shape;10929;p76"/>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6"/>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31" name="Google Shape;10931;p76"/>
          <p:cNvGrpSpPr/>
          <p:nvPr/>
        </p:nvGrpSpPr>
        <p:grpSpPr>
          <a:xfrm>
            <a:off x="7777011" y="3728078"/>
            <a:ext cx="293855" cy="644170"/>
            <a:chOff x="241025" y="3151575"/>
            <a:chExt cx="293855" cy="644170"/>
          </a:xfrm>
        </p:grpSpPr>
        <p:sp>
          <p:nvSpPr>
            <p:cNvPr id="10932" name="Google Shape;10932;p76"/>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6"/>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4" name="Google Shape;10934;p76"/>
          <p:cNvGrpSpPr/>
          <p:nvPr/>
        </p:nvGrpSpPr>
        <p:grpSpPr>
          <a:xfrm>
            <a:off x="724994" y="2928078"/>
            <a:ext cx="1779649" cy="591620"/>
            <a:chOff x="246070" y="1983375"/>
            <a:chExt cx="1855347" cy="616849"/>
          </a:xfrm>
        </p:grpSpPr>
        <p:sp>
          <p:nvSpPr>
            <p:cNvPr id="10935" name="Google Shape;10935;p76"/>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6"/>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6"/>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6"/>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6"/>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6"/>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6"/>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6"/>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6"/>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4" name="Google Shape;10944;p76"/>
          <p:cNvGrpSpPr/>
          <p:nvPr/>
        </p:nvGrpSpPr>
        <p:grpSpPr>
          <a:xfrm>
            <a:off x="2335861" y="1171356"/>
            <a:ext cx="711055" cy="745993"/>
            <a:chOff x="2496269" y="1171698"/>
            <a:chExt cx="761953" cy="799392"/>
          </a:xfrm>
        </p:grpSpPr>
        <p:grpSp>
          <p:nvGrpSpPr>
            <p:cNvPr id="10945" name="Google Shape;10945;p76"/>
            <p:cNvGrpSpPr/>
            <p:nvPr/>
          </p:nvGrpSpPr>
          <p:grpSpPr>
            <a:xfrm>
              <a:off x="2496269" y="1171698"/>
              <a:ext cx="761953" cy="723022"/>
              <a:chOff x="2496269" y="1171698"/>
              <a:chExt cx="761953" cy="723022"/>
            </a:xfrm>
          </p:grpSpPr>
          <p:sp>
            <p:nvSpPr>
              <p:cNvPr id="10946" name="Google Shape;10946;p76"/>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6"/>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8" name="Google Shape;10948;p76"/>
              <p:cNvGrpSpPr/>
              <p:nvPr/>
            </p:nvGrpSpPr>
            <p:grpSpPr>
              <a:xfrm>
                <a:off x="2496269" y="1171698"/>
                <a:ext cx="761953" cy="723022"/>
                <a:chOff x="2496269" y="1120652"/>
                <a:chExt cx="761953" cy="723022"/>
              </a:xfrm>
            </p:grpSpPr>
            <p:grpSp>
              <p:nvGrpSpPr>
                <p:cNvPr id="10949" name="Google Shape;10949;p76"/>
                <p:cNvGrpSpPr/>
                <p:nvPr/>
              </p:nvGrpSpPr>
              <p:grpSpPr>
                <a:xfrm>
                  <a:off x="2496269" y="1120652"/>
                  <a:ext cx="761953" cy="723022"/>
                  <a:chOff x="2496269" y="1120652"/>
                  <a:chExt cx="761953" cy="723022"/>
                </a:xfrm>
              </p:grpSpPr>
              <p:grpSp>
                <p:nvGrpSpPr>
                  <p:cNvPr id="10950" name="Google Shape;10950;p76"/>
                  <p:cNvGrpSpPr/>
                  <p:nvPr/>
                </p:nvGrpSpPr>
                <p:grpSpPr>
                  <a:xfrm>
                    <a:off x="2496269" y="1304589"/>
                    <a:ext cx="407089" cy="305057"/>
                    <a:chOff x="2496269" y="1304589"/>
                    <a:chExt cx="407089" cy="305057"/>
                  </a:xfrm>
                </p:grpSpPr>
                <p:sp>
                  <p:nvSpPr>
                    <p:cNvPr id="10951" name="Google Shape;10951;p76"/>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6"/>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76"/>
                  <p:cNvGrpSpPr/>
                  <p:nvPr/>
                </p:nvGrpSpPr>
                <p:grpSpPr>
                  <a:xfrm>
                    <a:off x="2586468" y="1493376"/>
                    <a:ext cx="358850" cy="349656"/>
                    <a:chOff x="2586468" y="1493376"/>
                    <a:chExt cx="358850" cy="349656"/>
                  </a:xfrm>
                </p:grpSpPr>
                <p:sp>
                  <p:nvSpPr>
                    <p:cNvPr id="10954" name="Google Shape;10954;p76"/>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6"/>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76"/>
                  <p:cNvGrpSpPr/>
                  <p:nvPr/>
                </p:nvGrpSpPr>
                <p:grpSpPr>
                  <a:xfrm>
                    <a:off x="2807939" y="1494024"/>
                    <a:ext cx="358857" cy="349650"/>
                    <a:chOff x="2807939" y="1494024"/>
                    <a:chExt cx="358857" cy="349650"/>
                  </a:xfrm>
                </p:grpSpPr>
                <p:sp>
                  <p:nvSpPr>
                    <p:cNvPr id="10957" name="Google Shape;10957;p76"/>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6"/>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9" name="Google Shape;10959;p76"/>
                  <p:cNvGrpSpPr/>
                  <p:nvPr/>
                </p:nvGrpSpPr>
                <p:grpSpPr>
                  <a:xfrm>
                    <a:off x="2851133" y="1305635"/>
                    <a:ext cx="407089" cy="305057"/>
                    <a:chOff x="2851133" y="1305635"/>
                    <a:chExt cx="407089" cy="305057"/>
                  </a:xfrm>
                </p:grpSpPr>
                <p:sp>
                  <p:nvSpPr>
                    <p:cNvPr id="10960" name="Google Shape;10960;p76"/>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6"/>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76"/>
                  <p:cNvGrpSpPr/>
                  <p:nvPr/>
                </p:nvGrpSpPr>
                <p:grpSpPr>
                  <a:xfrm>
                    <a:off x="2727495" y="1120652"/>
                    <a:ext cx="300271" cy="396358"/>
                    <a:chOff x="2727495" y="1120652"/>
                    <a:chExt cx="300271" cy="396358"/>
                  </a:xfrm>
                </p:grpSpPr>
                <p:sp>
                  <p:nvSpPr>
                    <p:cNvPr id="10963" name="Google Shape;10963;p76"/>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6"/>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65" name="Google Shape;10965;p76"/>
                <p:cNvGrpSpPr/>
                <p:nvPr/>
              </p:nvGrpSpPr>
              <p:grpSpPr>
                <a:xfrm>
                  <a:off x="2722305" y="1350460"/>
                  <a:ext cx="308357" cy="308344"/>
                  <a:chOff x="2722305" y="1350460"/>
                  <a:chExt cx="308357" cy="308344"/>
                </a:xfrm>
              </p:grpSpPr>
              <p:sp>
                <p:nvSpPr>
                  <p:cNvPr id="10966" name="Google Shape;10966;p76"/>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7" name="Google Shape;10967;p76"/>
                  <p:cNvGrpSpPr/>
                  <p:nvPr/>
                </p:nvGrpSpPr>
                <p:grpSpPr>
                  <a:xfrm>
                    <a:off x="2725064" y="1364529"/>
                    <a:ext cx="297954" cy="280182"/>
                    <a:chOff x="2725064" y="1364529"/>
                    <a:chExt cx="297954" cy="280182"/>
                  </a:xfrm>
                </p:grpSpPr>
                <p:sp>
                  <p:nvSpPr>
                    <p:cNvPr id="10968" name="Google Shape;10968;p76"/>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6"/>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6"/>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6"/>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6"/>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0973" name="Google Shape;10973;p76"/>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6"/>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6"/>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6"/>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6"/>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76"/>
          <p:cNvGrpSpPr/>
          <p:nvPr/>
        </p:nvGrpSpPr>
        <p:grpSpPr>
          <a:xfrm>
            <a:off x="3924561" y="2927462"/>
            <a:ext cx="1569144" cy="591015"/>
            <a:chOff x="3820100" y="3023049"/>
            <a:chExt cx="1303926" cy="491162"/>
          </a:xfrm>
        </p:grpSpPr>
        <p:grpSp>
          <p:nvGrpSpPr>
            <p:cNvPr id="10979" name="Google Shape;10979;p76"/>
            <p:cNvGrpSpPr/>
            <p:nvPr/>
          </p:nvGrpSpPr>
          <p:grpSpPr>
            <a:xfrm>
              <a:off x="3820100" y="3023072"/>
              <a:ext cx="1303926" cy="491139"/>
              <a:chOff x="3820100" y="3023072"/>
              <a:chExt cx="1303926" cy="491139"/>
            </a:xfrm>
          </p:grpSpPr>
          <p:sp>
            <p:nvSpPr>
              <p:cNvPr id="10980" name="Google Shape;10980;p76"/>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6"/>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2" name="Google Shape;10982;p76"/>
            <p:cNvGrpSpPr/>
            <p:nvPr/>
          </p:nvGrpSpPr>
          <p:grpSpPr>
            <a:xfrm>
              <a:off x="4132439" y="3023645"/>
              <a:ext cx="393633" cy="177096"/>
              <a:chOff x="4132439" y="3023645"/>
              <a:chExt cx="393633" cy="177096"/>
            </a:xfrm>
          </p:grpSpPr>
          <p:sp>
            <p:nvSpPr>
              <p:cNvPr id="10983" name="Google Shape;10983;p76"/>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6"/>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76"/>
            <p:cNvGrpSpPr/>
            <p:nvPr/>
          </p:nvGrpSpPr>
          <p:grpSpPr>
            <a:xfrm>
              <a:off x="3921811" y="3023049"/>
              <a:ext cx="1002397" cy="388943"/>
              <a:chOff x="3921811" y="3023049"/>
              <a:chExt cx="1002397" cy="388943"/>
            </a:xfrm>
          </p:grpSpPr>
          <p:sp>
            <p:nvSpPr>
              <p:cNvPr id="10986" name="Google Shape;10986;p76"/>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6"/>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8" name="Google Shape;10988;p76"/>
            <p:cNvGrpSpPr/>
            <p:nvPr/>
          </p:nvGrpSpPr>
          <p:grpSpPr>
            <a:xfrm>
              <a:off x="4023645" y="3023049"/>
              <a:ext cx="683032" cy="286722"/>
              <a:chOff x="4023645" y="3023049"/>
              <a:chExt cx="683032" cy="286722"/>
            </a:xfrm>
          </p:grpSpPr>
          <p:sp>
            <p:nvSpPr>
              <p:cNvPr id="10989" name="Google Shape;10989;p76"/>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6"/>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91" name="Google Shape;10991;p76"/>
          <p:cNvGrpSpPr/>
          <p:nvPr/>
        </p:nvGrpSpPr>
        <p:grpSpPr>
          <a:xfrm>
            <a:off x="1556683" y="2054307"/>
            <a:ext cx="713522" cy="688025"/>
            <a:chOff x="1706078" y="2092648"/>
            <a:chExt cx="660913" cy="637296"/>
          </a:xfrm>
        </p:grpSpPr>
        <p:sp>
          <p:nvSpPr>
            <p:cNvPr id="10992" name="Google Shape;10992;p76"/>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3" name="Google Shape;10993;p76"/>
            <p:cNvGrpSpPr/>
            <p:nvPr/>
          </p:nvGrpSpPr>
          <p:grpSpPr>
            <a:xfrm>
              <a:off x="1706078" y="2092648"/>
              <a:ext cx="660913" cy="575241"/>
              <a:chOff x="1706078" y="2092648"/>
              <a:chExt cx="660913" cy="575241"/>
            </a:xfrm>
          </p:grpSpPr>
          <p:sp>
            <p:nvSpPr>
              <p:cNvPr id="10994" name="Google Shape;10994;p76"/>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6"/>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6"/>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97" name="Google Shape;10997;p76"/>
          <p:cNvGrpSpPr/>
          <p:nvPr/>
        </p:nvGrpSpPr>
        <p:grpSpPr>
          <a:xfrm>
            <a:off x="6318542" y="1171856"/>
            <a:ext cx="1317459" cy="684168"/>
            <a:chOff x="238125" y="999450"/>
            <a:chExt cx="7140700" cy="3708225"/>
          </a:xfrm>
        </p:grpSpPr>
        <p:sp>
          <p:nvSpPr>
            <p:cNvPr id="10998" name="Google Shape;10998;p76"/>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6"/>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10" name="Shape 11010"/>
        <p:cNvGrpSpPr/>
        <p:nvPr/>
      </p:nvGrpSpPr>
      <p:grpSpPr>
        <a:xfrm>
          <a:off x="0" y="0"/>
          <a:ext cx="0" cy="0"/>
          <a:chOff x="0" y="0"/>
          <a:chExt cx="0" cy="0"/>
        </a:xfrm>
      </p:grpSpPr>
      <p:grpSp>
        <p:nvGrpSpPr>
          <p:cNvPr id="11011" name="Google Shape;11011;p77"/>
          <p:cNvGrpSpPr/>
          <p:nvPr/>
        </p:nvGrpSpPr>
        <p:grpSpPr>
          <a:xfrm>
            <a:off x="729238" y="1179665"/>
            <a:ext cx="1636117" cy="1526144"/>
            <a:chOff x="729238" y="1179665"/>
            <a:chExt cx="1636117" cy="1526144"/>
          </a:xfrm>
        </p:grpSpPr>
        <p:grpSp>
          <p:nvGrpSpPr>
            <p:cNvPr id="11012" name="Google Shape;11012;p77"/>
            <p:cNvGrpSpPr/>
            <p:nvPr/>
          </p:nvGrpSpPr>
          <p:grpSpPr>
            <a:xfrm>
              <a:off x="729238" y="1179665"/>
              <a:ext cx="80700" cy="1526144"/>
              <a:chOff x="729238" y="1179665"/>
              <a:chExt cx="80700" cy="1526144"/>
            </a:xfrm>
          </p:grpSpPr>
          <p:sp>
            <p:nvSpPr>
              <p:cNvPr id="11013" name="Google Shape;11013;p77"/>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7"/>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7"/>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7"/>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77"/>
            <p:cNvGrpSpPr/>
            <p:nvPr/>
          </p:nvGrpSpPr>
          <p:grpSpPr>
            <a:xfrm>
              <a:off x="903098" y="1179665"/>
              <a:ext cx="80700" cy="1526144"/>
              <a:chOff x="903098" y="1179665"/>
              <a:chExt cx="80700" cy="1526144"/>
            </a:xfrm>
          </p:grpSpPr>
          <p:sp>
            <p:nvSpPr>
              <p:cNvPr id="11024" name="Google Shape;11024;p77"/>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7"/>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7"/>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7"/>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7"/>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7"/>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77"/>
            <p:cNvGrpSpPr/>
            <p:nvPr/>
          </p:nvGrpSpPr>
          <p:grpSpPr>
            <a:xfrm>
              <a:off x="1076958" y="1179665"/>
              <a:ext cx="80700" cy="1526144"/>
              <a:chOff x="1076958" y="1179665"/>
              <a:chExt cx="80700" cy="1526144"/>
            </a:xfrm>
          </p:grpSpPr>
          <p:sp>
            <p:nvSpPr>
              <p:cNvPr id="11035" name="Google Shape;11035;p77"/>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7"/>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7"/>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7"/>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7"/>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7"/>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7"/>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5" name="Google Shape;11045;p77"/>
            <p:cNvGrpSpPr/>
            <p:nvPr/>
          </p:nvGrpSpPr>
          <p:grpSpPr>
            <a:xfrm>
              <a:off x="1247707" y="1179665"/>
              <a:ext cx="80700" cy="1526144"/>
              <a:chOff x="1247707" y="1179665"/>
              <a:chExt cx="80700" cy="1526144"/>
            </a:xfrm>
          </p:grpSpPr>
          <p:sp>
            <p:nvSpPr>
              <p:cNvPr id="11046" name="Google Shape;11046;p77"/>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7"/>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7"/>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6" name="Google Shape;11056;p77"/>
            <p:cNvGrpSpPr/>
            <p:nvPr/>
          </p:nvGrpSpPr>
          <p:grpSpPr>
            <a:xfrm>
              <a:off x="1421567" y="1179665"/>
              <a:ext cx="80700" cy="1526144"/>
              <a:chOff x="1421567" y="1179665"/>
              <a:chExt cx="80700" cy="1526144"/>
            </a:xfrm>
          </p:grpSpPr>
          <p:sp>
            <p:nvSpPr>
              <p:cNvPr id="11057" name="Google Shape;11057;p77"/>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7"/>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7"/>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7"/>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7"/>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7"/>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7"/>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7"/>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77"/>
            <p:cNvGrpSpPr/>
            <p:nvPr/>
          </p:nvGrpSpPr>
          <p:grpSpPr>
            <a:xfrm>
              <a:off x="1592327" y="1179665"/>
              <a:ext cx="80700" cy="1526144"/>
              <a:chOff x="1592327" y="1179665"/>
              <a:chExt cx="80700" cy="1526144"/>
            </a:xfrm>
          </p:grpSpPr>
          <p:sp>
            <p:nvSpPr>
              <p:cNvPr id="11068" name="Google Shape;11068;p77"/>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7"/>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7"/>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7"/>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7"/>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7"/>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77"/>
            <p:cNvGrpSpPr/>
            <p:nvPr/>
          </p:nvGrpSpPr>
          <p:grpSpPr>
            <a:xfrm>
              <a:off x="1766187" y="1179665"/>
              <a:ext cx="80700" cy="1526144"/>
              <a:chOff x="1766187" y="1179665"/>
              <a:chExt cx="80700" cy="1526144"/>
            </a:xfrm>
          </p:grpSpPr>
          <p:sp>
            <p:nvSpPr>
              <p:cNvPr id="11079" name="Google Shape;11079;p77"/>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7"/>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7"/>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7"/>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7"/>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7"/>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7"/>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7"/>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7"/>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9" name="Google Shape;11089;p77"/>
            <p:cNvGrpSpPr/>
            <p:nvPr/>
          </p:nvGrpSpPr>
          <p:grpSpPr>
            <a:xfrm>
              <a:off x="1936935" y="1179665"/>
              <a:ext cx="80700" cy="1526144"/>
              <a:chOff x="1936935" y="1179665"/>
              <a:chExt cx="80700" cy="1526144"/>
            </a:xfrm>
          </p:grpSpPr>
          <p:sp>
            <p:nvSpPr>
              <p:cNvPr id="11090" name="Google Shape;11090;p77"/>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7"/>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7"/>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7"/>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7"/>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0" name="Google Shape;11100;p77"/>
            <p:cNvGrpSpPr/>
            <p:nvPr/>
          </p:nvGrpSpPr>
          <p:grpSpPr>
            <a:xfrm>
              <a:off x="2110795" y="1179665"/>
              <a:ext cx="80700" cy="1526144"/>
              <a:chOff x="2110795" y="1179665"/>
              <a:chExt cx="80700" cy="1526144"/>
            </a:xfrm>
          </p:grpSpPr>
          <p:sp>
            <p:nvSpPr>
              <p:cNvPr id="11101" name="Google Shape;11101;p77"/>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7"/>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7"/>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7"/>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77"/>
            <p:cNvGrpSpPr/>
            <p:nvPr/>
          </p:nvGrpSpPr>
          <p:grpSpPr>
            <a:xfrm>
              <a:off x="2284655" y="1179665"/>
              <a:ext cx="80700" cy="1526144"/>
              <a:chOff x="2284655" y="1179665"/>
              <a:chExt cx="80700" cy="1526144"/>
            </a:xfrm>
          </p:grpSpPr>
          <p:sp>
            <p:nvSpPr>
              <p:cNvPr id="11112" name="Google Shape;11112;p77"/>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7"/>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7"/>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7"/>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7"/>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7"/>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22" name="Google Shape;11122;p77"/>
          <p:cNvGrpSpPr/>
          <p:nvPr/>
        </p:nvGrpSpPr>
        <p:grpSpPr>
          <a:xfrm>
            <a:off x="2623904" y="1198803"/>
            <a:ext cx="1364248" cy="1102133"/>
            <a:chOff x="2623904" y="1198803"/>
            <a:chExt cx="1364248" cy="1102133"/>
          </a:xfrm>
        </p:grpSpPr>
        <p:grpSp>
          <p:nvGrpSpPr>
            <p:cNvPr id="11123" name="Google Shape;11123;p77"/>
            <p:cNvGrpSpPr/>
            <p:nvPr/>
          </p:nvGrpSpPr>
          <p:grpSpPr>
            <a:xfrm>
              <a:off x="2623907" y="1198803"/>
              <a:ext cx="1364245" cy="273000"/>
              <a:chOff x="2623907" y="1198803"/>
              <a:chExt cx="1364245" cy="273000"/>
            </a:xfrm>
          </p:grpSpPr>
          <p:sp>
            <p:nvSpPr>
              <p:cNvPr id="11124" name="Google Shape;11124;p7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7"/>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77"/>
            <p:cNvGrpSpPr/>
            <p:nvPr/>
          </p:nvGrpSpPr>
          <p:grpSpPr>
            <a:xfrm>
              <a:off x="2623904" y="1476964"/>
              <a:ext cx="1364245" cy="273000"/>
              <a:chOff x="2623904" y="1476964"/>
              <a:chExt cx="1364245" cy="273000"/>
            </a:xfrm>
          </p:grpSpPr>
          <p:sp>
            <p:nvSpPr>
              <p:cNvPr id="11130" name="Google Shape;11130;p7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7"/>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7"/>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7"/>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5" name="Google Shape;11135;p77"/>
            <p:cNvGrpSpPr/>
            <p:nvPr/>
          </p:nvGrpSpPr>
          <p:grpSpPr>
            <a:xfrm>
              <a:off x="2623907" y="1749775"/>
              <a:ext cx="1364245" cy="273000"/>
              <a:chOff x="2623907" y="1749775"/>
              <a:chExt cx="1364245" cy="273000"/>
            </a:xfrm>
          </p:grpSpPr>
          <p:sp>
            <p:nvSpPr>
              <p:cNvPr id="11136" name="Google Shape;11136;p7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7"/>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7"/>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1" name="Google Shape;11141;p77"/>
            <p:cNvGrpSpPr/>
            <p:nvPr/>
          </p:nvGrpSpPr>
          <p:grpSpPr>
            <a:xfrm>
              <a:off x="2623904" y="2027936"/>
              <a:ext cx="1364245" cy="273000"/>
              <a:chOff x="2623904" y="2027936"/>
              <a:chExt cx="1364245" cy="273000"/>
            </a:xfrm>
          </p:grpSpPr>
          <p:sp>
            <p:nvSpPr>
              <p:cNvPr id="11142" name="Google Shape;11142;p7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47" name="Google Shape;11147;p77"/>
          <p:cNvGrpSpPr/>
          <p:nvPr/>
        </p:nvGrpSpPr>
        <p:grpSpPr>
          <a:xfrm>
            <a:off x="2613365" y="2657876"/>
            <a:ext cx="1387541" cy="159124"/>
            <a:chOff x="3200660" y="2180272"/>
            <a:chExt cx="2563824" cy="378237"/>
          </a:xfrm>
        </p:grpSpPr>
        <p:sp>
          <p:nvSpPr>
            <p:cNvPr id="11148" name="Google Shape;11148;p7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6" name="Google Shape;11166;p77"/>
          <p:cNvGrpSpPr/>
          <p:nvPr/>
        </p:nvGrpSpPr>
        <p:grpSpPr>
          <a:xfrm>
            <a:off x="2609890" y="2935640"/>
            <a:ext cx="1390502" cy="159625"/>
            <a:chOff x="3530150" y="2790075"/>
            <a:chExt cx="1962600" cy="225300"/>
          </a:xfrm>
        </p:grpSpPr>
        <p:sp>
          <p:nvSpPr>
            <p:cNvPr id="11167" name="Google Shape;11167;p77"/>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7"/>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9" name="Google Shape;11169;p77"/>
          <p:cNvGrpSpPr/>
          <p:nvPr/>
        </p:nvGrpSpPr>
        <p:grpSpPr>
          <a:xfrm>
            <a:off x="2609948" y="3213905"/>
            <a:ext cx="1411629" cy="154175"/>
            <a:chOff x="3558802" y="4011244"/>
            <a:chExt cx="1866000" cy="111600"/>
          </a:xfrm>
        </p:grpSpPr>
        <p:sp>
          <p:nvSpPr>
            <p:cNvPr id="11170" name="Google Shape;11170;p77"/>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7"/>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77"/>
          <p:cNvGrpSpPr/>
          <p:nvPr/>
        </p:nvGrpSpPr>
        <p:grpSpPr>
          <a:xfrm>
            <a:off x="2610235" y="2419475"/>
            <a:ext cx="1383503" cy="119761"/>
            <a:chOff x="3465975" y="2270258"/>
            <a:chExt cx="1986364" cy="171947"/>
          </a:xfrm>
        </p:grpSpPr>
        <p:sp>
          <p:nvSpPr>
            <p:cNvPr id="11173" name="Google Shape;11173;p7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7"/>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7"/>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7"/>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7"/>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7"/>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77"/>
          <p:cNvGrpSpPr/>
          <p:nvPr/>
        </p:nvGrpSpPr>
        <p:grpSpPr>
          <a:xfrm>
            <a:off x="2621243" y="3783248"/>
            <a:ext cx="1369531" cy="195460"/>
            <a:chOff x="723300" y="4253549"/>
            <a:chExt cx="2276482" cy="324900"/>
          </a:xfrm>
        </p:grpSpPr>
        <p:sp>
          <p:nvSpPr>
            <p:cNvPr id="11182" name="Google Shape;11182;p7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7"/>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77"/>
          <p:cNvGrpSpPr/>
          <p:nvPr/>
        </p:nvGrpSpPr>
        <p:grpSpPr>
          <a:xfrm>
            <a:off x="2610803" y="3484489"/>
            <a:ext cx="1389066" cy="180119"/>
            <a:chOff x="705948" y="3788465"/>
            <a:chExt cx="2308953" cy="299400"/>
          </a:xfrm>
        </p:grpSpPr>
        <p:sp>
          <p:nvSpPr>
            <p:cNvPr id="11188" name="Google Shape;11188;p7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7"/>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7"/>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3" name="Google Shape;11193;p77"/>
          <p:cNvGrpSpPr/>
          <p:nvPr/>
        </p:nvGrpSpPr>
        <p:grpSpPr>
          <a:xfrm>
            <a:off x="4207794" y="2088443"/>
            <a:ext cx="1433821" cy="191501"/>
            <a:chOff x="4273350" y="2088443"/>
            <a:chExt cx="1433821" cy="191501"/>
          </a:xfrm>
        </p:grpSpPr>
        <p:grpSp>
          <p:nvGrpSpPr>
            <p:cNvPr id="11194" name="Google Shape;11194;p77"/>
            <p:cNvGrpSpPr/>
            <p:nvPr/>
          </p:nvGrpSpPr>
          <p:grpSpPr>
            <a:xfrm>
              <a:off x="4273350" y="2088443"/>
              <a:ext cx="1433821" cy="0"/>
              <a:chOff x="5224975" y="2962250"/>
              <a:chExt cx="1544400" cy="0"/>
            </a:xfrm>
          </p:grpSpPr>
          <p:cxnSp>
            <p:nvCxnSpPr>
              <p:cNvPr id="11195" name="Google Shape;11195;p7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1196" name="Google Shape;11196;p77"/>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1197" name="Google Shape;11197;p77"/>
            <p:cNvGrpSpPr/>
            <p:nvPr/>
          </p:nvGrpSpPr>
          <p:grpSpPr>
            <a:xfrm>
              <a:off x="4273350" y="2279944"/>
              <a:ext cx="1433821" cy="0"/>
              <a:chOff x="5224975" y="2962250"/>
              <a:chExt cx="1544400" cy="0"/>
            </a:xfrm>
          </p:grpSpPr>
          <p:cxnSp>
            <p:nvCxnSpPr>
              <p:cNvPr id="11198" name="Google Shape;11198;p7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1199" name="Google Shape;11199;p77"/>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1200" name="Google Shape;11200;p77"/>
          <p:cNvGrpSpPr/>
          <p:nvPr/>
        </p:nvGrpSpPr>
        <p:grpSpPr>
          <a:xfrm>
            <a:off x="2658741" y="4097347"/>
            <a:ext cx="1304609" cy="294074"/>
            <a:chOff x="2658741" y="4097347"/>
            <a:chExt cx="1304609" cy="294074"/>
          </a:xfrm>
        </p:grpSpPr>
        <p:grpSp>
          <p:nvGrpSpPr>
            <p:cNvPr id="11201" name="Google Shape;11201;p77"/>
            <p:cNvGrpSpPr/>
            <p:nvPr/>
          </p:nvGrpSpPr>
          <p:grpSpPr>
            <a:xfrm>
              <a:off x="2658741" y="4097347"/>
              <a:ext cx="118572" cy="294074"/>
              <a:chOff x="3343310" y="4475555"/>
              <a:chExt cx="127717" cy="316753"/>
            </a:xfrm>
          </p:grpSpPr>
          <p:sp>
            <p:nvSpPr>
              <p:cNvPr id="11202" name="Google Shape;11202;p7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4" name="Google Shape;11204;p77"/>
            <p:cNvGrpSpPr/>
            <p:nvPr/>
          </p:nvGrpSpPr>
          <p:grpSpPr>
            <a:xfrm>
              <a:off x="3815519" y="4098388"/>
              <a:ext cx="147831" cy="291991"/>
              <a:chOff x="3527539" y="4476677"/>
              <a:chExt cx="159232" cy="314510"/>
            </a:xfrm>
          </p:grpSpPr>
          <p:sp>
            <p:nvSpPr>
              <p:cNvPr id="11205" name="Google Shape;11205;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7" name="Google Shape;11207;p77"/>
            <p:cNvGrpSpPr/>
            <p:nvPr/>
          </p:nvGrpSpPr>
          <p:grpSpPr>
            <a:xfrm>
              <a:off x="3511696" y="4098388"/>
              <a:ext cx="147831" cy="291991"/>
              <a:chOff x="3527539" y="4476677"/>
              <a:chExt cx="159232" cy="314510"/>
            </a:xfrm>
          </p:grpSpPr>
          <p:sp>
            <p:nvSpPr>
              <p:cNvPr id="11208" name="Google Shape;11208;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77"/>
            <p:cNvGrpSpPr/>
            <p:nvPr/>
          </p:nvGrpSpPr>
          <p:grpSpPr>
            <a:xfrm>
              <a:off x="3207874" y="4098388"/>
              <a:ext cx="147831" cy="291991"/>
              <a:chOff x="3527539" y="4476677"/>
              <a:chExt cx="159232" cy="314510"/>
            </a:xfrm>
          </p:grpSpPr>
          <p:sp>
            <p:nvSpPr>
              <p:cNvPr id="11211" name="Google Shape;11211;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3" name="Google Shape;11213;p77"/>
            <p:cNvGrpSpPr/>
            <p:nvPr/>
          </p:nvGrpSpPr>
          <p:grpSpPr>
            <a:xfrm>
              <a:off x="2933305" y="4097347"/>
              <a:ext cx="118572" cy="294074"/>
              <a:chOff x="3343310" y="4475555"/>
              <a:chExt cx="127717" cy="316753"/>
            </a:xfrm>
          </p:grpSpPr>
          <p:sp>
            <p:nvSpPr>
              <p:cNvPr id="11214" name="Google Shape;11214;p7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16" name="Google Shape;11216;p77"/>
          <p:cNvGrpSpPr/>
          <p:nvPr/>
        </p:nvGrpSpPr>
        <p:grpSpPr>
          <a:xfrm>
            <a:off x="4209349" y="1176041"/>
            <a:ext cx="1430711" cy="751237"/>
            <a:chOff x="5159450" y="1919950"/>
            <a:chExt cx="1541050" cy="862500"/>
          </a:xfrm>
        </p:grpSpPr>
        <p:sp>
          <p:nvSpPr>
            <p:cNvPr id="11217" name="Google Shape;11217;p7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1218" name="Google Shape;11218;p77"/>
            <p:cNvGrpSpPr/>
            <p:nvPr/>
          </p:nvGrpSpPr>
          <p:grpSpPr>
            <a:xfrm>
              <a:off x="5159450" y="1919950"/>
              <a:ext cx="1541050" cy="862500"/>
              <a:chOff x="5159450" y="1919950"/>
              <a:chExt cx="1541050" cy="862500"/>
            </a:xfrm>
          </p:grpSpPr>
          <p:cxnSp>
            <p:nvCxnSpPr>
              <p:cNvPr id="11219" name="Google Shape;11219;p7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1220" name="Google Shape;11220;p7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1221" name="Google Shape;11221;p77"/>
          <p:cNvGrpSpPr/>
          <p:nvPr/>
        </p:nvGrpSpPr>
        <p:grpSpPr>
          <a:xfrm>
            <a:off x="4257486" y="2439811"/>
            <a:ext cx="1334436" cy="967914"/>
            <a:chOff x="4294923" y="2439811"/>
            <a:chExt cx="1334436" cy="967914"/>
          </a:xfrm>
        </p:grpSpPr>
        <p:grpSp>
          <p:nvGrpSpPr>
            <p:cNvPr id="11222" name="Google Shape;11222;p77"/>
            <p:cNvGrpSpPr/>
            <p:nvPr/>
          </p:nvGrpSpPr>
          <p:grpSpPr>
            <a:xfrm>
              <a:off x="4960455" y="2469658"/>
              <a:ext cx="668904" cy="885524"/>
              <a:chOff x="4960455" y="2469658"/>
              <a:chExt cx="668904" cy="885524"/>
            </a:xfrm>
          </p:grpSpPr>
          <p:sp>
            <p:nvSpPr>
              <p:cNvPr id="11223" name="Google Shape;11223;p77"/>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7"/>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7"/>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7"/>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7"/>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7"/>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77"/>
            <p:cNvGrpSpPr/>
            <p:nvPr/>
          </p:nvGrpSpPr>
          <p:grpSpPr>
            <a:xfrm>
              <a:off x="4294923" y="2469658"/>
              <a:ext cx="668951" cy="885524"/>
              <a:chOff x="4294923" y="2469658"/>
              <a:chExt cx="668951" cy="885524"/>
            </a:xfrm>
          </p:grpSpPr>
          <p:sp>
            <p:nvSpPr>
              <p:cNvPr id="11230" name="Google Shape;11230;p77"/>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7"/>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7"/>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7"/>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7"/>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7"/>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6" name="Google Shape;11236;p77"/>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7" name="Google Shape;11237;p77"/>
          <p:cNvGrpSpPr/>
          <p:nvPr/>
        </p:nvGrpSpPr>
        <p:grpSpPr>
          <a:xfrm>
            <a:off x="4243690" y="3494256"/>
            <a:ext cx="1430949" cy="897289"/>
            <a:chOff x="4351371" y="3547942"/>
            <a:chExt cx="1345130" cy="843475"/>
          </a:xfrm>
        </p:grpSpPr>
        <p:grpSp>
          <p:nvGrpSpPr>
            <p:cNvPr id="11238" name="Google Shape;11238;p77"/>
            <p:cNvGrpSpPr/>
            <p:nvPr/>
          </p:nvGrpSpPr>
          <p:grpSpPr>
            <a:xfrm>
              <a:off x="4351371" y="4209917"/>
              <a:ext cx="1345130" cy="181500"/>
              <a:chOff x="4351371" y="4209917"/>
              <a:chExt cx="1345130" cy="181500"/>
            </a:xfrm>
          </p:grpSpPr>
          <p:sp>
            <p:nvSpPr>
              <p:cNvPr id="11239" name="Google Shape;11239;p77"/>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40" name="Google Shape;11240;p77"/>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1241" name="Google Shape;11241;p77"/>
            <p:cNvGrpSpPr/>
            <p:nvPr/>
          </p:nvGrpSpPr>
          <p:grpSpPr>
            <a:xfrm>
              <a:off x="4403010" y="3985221"/>
              <a:ext cx="1109518" cy="181500"/>
              <a:chOff x="4403010" y="3985221"/>
              <a:chExt cx="1109518" cy="181500"/>
            </a:xfrm>
          </p:grpSpPr>
          <p:sp>
            <p:nvSpPr>
              <p:cNvPr id="11242" name="Google Shape;11242;p77"/>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43" name="Google Shape;11243;p77"/>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1244" name="Google Shape;11244;p77"/>
            <p:cNvGrpSpPr/>
            <p:nvPr/>
          </p:nvGrpSpPr>
          <p:grpSpPr>
            <a:xfrm>
              <a:off x="4618704" y="3766582"/>
              <a:ext cx="807858" cy="181500"/>
              <a:chOff x="4618704" y="3766582"/>
              <a:chExt cx="807858" cy="181500"/>
            </a:xfrm>
          </p:grpSpPr>
          <p:sp>
            <p:nvSpPr>
              <p:cNvPr id="11245" name="Google Shape;11245;p77"/>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46" name="Google Shape;11246;p77"/>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1247" name="Google Shape;11247;p77"/>
            <p:cNvGrpSpPr/>
            <p:nvPr/>
          </p:nvGrpSpPr>
          <p:grpSpPr>
            <a:xfrm>
              <a:off x="4735238" y="3547942"/>
              <a:ext cx="462839" cy="181500"/>
              <a:chOff x="4735238" y="3547942"/>
              <a:chExt cx="462839" cy="181500"/>
            </a:xfrm>
          </p:grpSpPr>
          <p:sp>
            <p:nvSpPr>
              <p:cNvPr id="11248" name="Google Shape;11248;p77"/>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49" name="Google Shape;11249;p77"/>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1250" name="Google Shape;11250;p77"/>
          <p:cNvGrpSpPr/>
          <p:nvPr/>
        </p:nvGrpSpPr>
        <p:grpSpPr>
          <a:xfrm>
            <a:off x="7420047" y="2429580"/>
            <a:ext cx="1020955" cy="928853"/>
            <a:chOff x="926675" y="238125"/>
            <a:chExt cx="5755100" cy="5232975"/>
          </a:xfrm>
        </p:grpSpPr>
        <p:sp>
          <p:nvSpPr>
            <p:cNvPr id="11251" name="Google Shape;11251;p77"/>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7"/>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7"/>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7"/>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77"/>
          <p:cNvGrpSpPr/>
          <p:nvPr/>
        </p:nvGrpSpPr>
        <p:grpSpPr>
          <a:xfrm>
            <a:off x="727421" y="2828315"/>
            <a:ext cx="1695374" cy="1560837"/>
            <a:chOff x="727421" y="2828315"/>
            <a:chExt cx="1695374" cy="1560837"/>
          </a:xfrm>
        </p:grpSpPr>
        <p:grpSp>
          <p:nvGrpSpPr>
            <p:cNvPr id="11256" name="Google Shape;11256;p77"/>
            <p:cNvGrpSpPr/>
            <p:nvPr/>
          </p:nvGrpSpPr>
          <p:grpSpPr>
            <a:xfrm>
              <a:off x="727421" y="2828315"/>
              <a:ext cx="1695374" cy="1560837"/>
              <a:chOff x="734799" y="2782450"/>
              <a:chExt cx="1571100" cy="1577400"/>
            </a:xfrm>
          </p:grpSpPr>
          <p:cxnSp>
            <p:nvCxnSpPr>
              <p:cNvPr id="11257" name="Google Shape;11257;p7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1258" name="Google Shape;11258;p7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1259" name="Google Shape;11259;p77"/>
            <p:cNvGrpSpPr/>
            <p:nvPr/>
          </p:nvGrpSpPr>
          <p:grpSpPr>
            <a:xfrm>
              <a:off x="819108" y="2882501"/>
              <a:ext cx="1556791" cy="1426186"/>
              <a:chOff x="819108" y="2882501"/>
              <a:chExt cx="1556791" cy="1426186"/>
            </a:xfrm>
          </p:grpSpPr>
          <p:grpSp>
            <p:nvGrpSpPr>
              <p:cNvPr id="11260" name="Google Shape;11260;p77"/>
              <p:cNvGrpSpPr/>
              <p:nvPr/>
            </p:nvGrpSpPr>
            <p:grpSpPr>
              <a:xfrm>
                <a:off x="819108" y="2882501"/>
                <a:ext cx="103104" cy="1426186"/>
                <a:chOff x="4674013" y="3100904"/>
                <a:chExt cx="122758" cy="1698043"/>
              </a:xfrm>
            </p:grpSpPr>
            <p:sp>
              <p:nvSpPr>
                <p:cNvPr id="11261" name="Google Shape;11261;p7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77"/>
              <p:cNvGrpSpPr/>
              <p:nvPr/>
            </p:nvGrpSpPr>
            <p:grpSpPr>
              <a:xfrm>
                <a:off x="1062475" y="2882501"/>
                <a:ext cx="103104" cy="1426186"/>
                <a:chOff x="4940438" y="3100904"/>
                <a:chExt cx="122758" cy="1698043"/>
              </a:xfrm>
            </p:grpSpPr>
            <p:sp>
              <p:nvSpPr>
                <p:cNvPr id="11269" name="Google Shape;11269;p7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77"/>
              <p:cNvGrpSpPr/>
              <p:nvPr/>
            </p:nvGrpSpPr>
            <p:grpSpPr>
              <a:xfrm>
                <a:off x="1299324" y="2882501"/>
                <a:ext cx="103104" cy="1426186"/>
                <a:chOff x="5206863" y="3100904"/>
                <a:chExt cx="122758" cy="1698043"/>
              </a:xfrm>
            </p:grpSpPr>
            <p:sp>
              <p:nvSpPr>
                <p:cNvPr id="11277" name="Google Shape;11277;p7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77"/>
              <p:cNvGrpSpPr/>
              <p:nvPr/>
            </p:nvGrpSpPr>
            <p:grpSpPr>
              <a:xfrm>
                <a:off x="1786057" y="2882501"/>
                <a:ext cx="103104" cy="1426186"/>
                <a:chOff x="6006138" y="3143629"/>
                <a:chExt cx="122758" cy="1698043"/>
              </a:xfrm>
            </p:grpSpPr>
            <p:sp>
              <p:nvSpPr>
                <p:cNvPr id="11285" name="Google Shape;11285;p7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77"/>
              <p:cNvGrpSpPr/>
              <p:nvPr/>
            </p:nvGrpSpPr>
            <p:grpSpPr>
              <a:xfrm>
                <a:off x="2029422" y="2882501"/>
                <a:ext cx="103104" cy="1426186"/>
                <a:chOff x="6805413" y="3100904"/>
                <a:chExt cx="122758" cy="1698043"/>
              </a:xfrm>
            </p:grpSpPr>
            <p:sp>
              <p:nvSpPr>
                <p:cNvPr id="11293" name="Google Shape;11293;p7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77"/>
              <p:cNvGrpSpPr/>
              <p:nvPr/>
            </p:nvGrpSpPr>
            <p:grpSpPr>
              <a:xfrm>
                <a:off x="2272795" y="2882501"/>
                <a:ext cx="103104" cy="1426186"/>
                <a:chOff x="5206863" y="3100904"/>
                <a:chExt cx="122758" cy="1698043"/>
              </a:xfrm>
            </p:grpSpPr>
            <p:sp>
              <p:nvSpPr>
                <p:cNvPr id="11301" name="Google Shape;11301;p7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77"/>
              <p:cNvGrpSpPr/>
              <p:nvPr/>
            </p:nvGrpSpPr>
            <p:grpSpPr>
              <a:xfrm>
                <a:off x="1542694" y="2882501"/>
                <a:ext cx="103104" cy="1426186"/>
                <a:chOff x="6006138" y="3143629"/>
                <a:chExt cx="122758" cy="1698043"/>
              </a:xfrm>
            </p:grpSpPr>
            <p:sp>
              <p:nvSpPr>
                <p:cNvPr id="11309" name="Google Shape;11309;p7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316" name="Google Shape;11316;p77"/>
          <p:cNvGrpSpPr/>
          <p:nvPr/>
        </p:nvGrpSpPr>
        <p:grpSpPr>
          <a:xfrm>
            <a:off x="5683472" y="3518037"/>
            <a:ext cx="2749952" cy="870677"/>
            <a:chOff x="238125" y="1725700"/>
            <a:chExt cx="7139025" cy="2260325"/>
          </a:xfrm>
        </p:grpSpPr>
        <p:sp>
          <p:nvSpPr>
            <p:cNvPr id="11317" name="Google Shape;11317;p77"/>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7"/>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7"/>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7"/>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7"/>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7"/>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7"/>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7"/>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7"/>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7"/>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77"/>
          <p:cNvGrpSpPr/>
          <p:nvPr/>
        </p:nvGrpSpPr>
        <p:grpSpPr>
          <a:xfrm>
            <a:off x="5953636" y="2459783"/>
            <a:ext cx="1105452" cy="916747"/>
            <a:chOff x="5249100" y="1210600"/>
            <a:chExt cx="3502700" cy="2904775"/>
          </a:xfrm>
        </p:grpSpPr>
        <p:sp>
          <p:nvSpPr>
            <p:cNvPr id="11328" name="Google Shape;11328;p7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32" name="Google Shape;11332;p77"/>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1333" name="Google Shape;11333;p77"/>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1334" name="Google Shape;11334;p77"/>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1335" name="Google Shape;11335;p77"/>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1336" name="Google Shape;11336;p77"/>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77"/>
          <p:cNvGrpSpPr/>
          <p:nvPr/>
        </p:nvGrpSpPr>
        <p:grpSpPr>
          <a:xfrm>
            <a:off x="7136183" y="1179201"/>
            <a:ext cx="1304650" cy="1124856"/>
            <a:chOff x="7287122" y="1165658"/>
            <a:chExt cx="1219413" cy="1051365"/>
          </a:xfrm>
        </p:grpSpPr>
        <p:grpSp>
          <p:nvGrpSpPr>
            <p:cNvPr id="11338" name="Google Shape;11338;p77"/>
            <p:cNvGrpSpPr/>
            <p:nvPr/>
          </p:nvGrpSpPr>
          <p:grpSpPr>
            <a:xfrm>
              <a:off x="7287122" y="1969723"/>
              <a:ext cx="1219413" cy="247300"/>
              <a:chOff x="7287122" y="1969723"/>
              <a:chExt cx="1219413" cy="247300"/>
            </a:xfrm>
          </p:grpSpPr>
          <p:sp>
            <p:nvSpPr>
              <p:cNvPr id="11339" name="Google Shape;11339;p7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0" name="Google Shape;11340;p77"/>
              <p:cNvGrpSpPr/>
              <p:nvPr/>
            </p:nvGrpSpPr>
            <p:grpSpPr>
              <a:xfrm>
                <a:off x="7287122" y="2063892"/>
                <a:ext cx="1151753" cy="73428"/>
                <a:chOff x="7287122" y="2063892"/>
                <a:chExt cx="1151753" cy="73428"/>
              </a:xfrm>
            </p:grpSpPr>
            <p:sp>
              <p:nvSpPr>
                <p:cNvPr id="11341" name="Google Shape;11341;p7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42" name="Google Shape;11342;p7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1343" name="Google Shape;11343;p77"/>
            <p:cNvGrpSpPr/>
            <p:nvPr/>
          </p:nvGrpSpPr>
          <p:grpSpPr>
            <a:xfrm>
              <a:off x="7287122" y="1712201"/>
              <a:ext cx="1219403" cy="246767"/>
              <a:chOff x="7287122" y="1712201"/>
              <a:chExt cx="1219403" cy="246767"/>
            </a:xfrm>
          </p:grpSpPr>
          <p:sp>
            <p:nvSpPr>
              <p:cNvPr id="11344" name="Google Shape;11344;p7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5" name="Google Shape;11345;p77"/>
              <p:cNvGrpSpPr/>
              <p:nvPr/>
            </p:nvGrpSpPr>
            <p:grpSpPr>
              <a:xfrm>
                <a:off x="7287122" y="1842861"/>
                <a:ext cx="1005303" cy="73419"/>
                <a:chOff x="7287122" y="1842861"/>
                <a:chExt cx="1005303" cy="73419"/>
              </a:xfrm>
            </p:grpSpPr>
            <p:sp>
              <p:nvSpPr>
                <p:cNvPr id="11346" name="Google Shape;11346;p7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47" name="Google Shape;11347;p7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1348" name="Google Shape;11348;p77"/>
            <p:cNvGrpSpPr/>
            <p:nvPr/>
          </p:nvGrpSpPr>
          <p:grpSpPr>
            <a:xfrm>
              <a:off x="7287122" y="1447520"/>
              <a:ext cx="1219403" cy="286667"/>
              <a:chOff x="7287122" y="1447520"/>
              <a:chExt cx="1219403" cy="286667"/>
            </a:xfrm>
          </p:grpSpPr>
          <p:sp>
            <p:nvSpPr>
              <p:cNvPr id="11349" name="Google Shape;11349;p7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0" name="Google Shape;11350;p77"/>
              <p:cNvGrpSpPr/>
              <p:nvPr/>
            </p:nvGrpSpPr>
            <p:grpSpPr>
              <a:xfrm>
                <a:off x="7287122" y="1581977"/>
                <a:ext cx="852803" cy="73428"/>
                <a:chOff x="7287122" y="1581977"/>
                <a:chExt cx="852803" cy="73428"/>
              </a:xfrm>
            </p:grpSpPr>
            <p:sp>
              <p:nvSpPr>
                <p:cNvPr id="11351" name="Google Shape;11351;p7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52" name="Google Shape;11352;p7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1353" name="Google Shape;11353;p77"/>
            <p:cNvGrpSpPr/>
            <p:nvPr/>
          </p:nvGrpSpPr>
          <p:grpSpPr>
            <a:xfrm>
              <a:off x="7287122" y="1165658"/>
              <a:ext cx="1219403" cy="344253"/>
              <a:chOff x="7287122" y="1165658"/>
              <a:chExt cx="1219403" cy="344253"/>
            </a:xfrm>
          </p:grpSpPr>
          <p:sp>
            <p:nvSpPr>
              <p:cNvPr id="11354" name="Google Shape;11354;p7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5" name="Google Shape;11355;p77"/>
              <p:cNvGrpSpPr/>
              <p:nvPr/>
            </p:nvGrpSpPr>
            <p:grpSpPr>
              <a:xfrm>
                <a:off x="7287122" y="1341025"/>
                <a:ext cx="695703" cy="73419"/>
                <a:chOff x="7287122" y="1341025"/>
                <a:chExt cx="695703" cy="73419"/>
              </a:xfrm>
            </p:grpSpPr>
            <p:sp>
              <p:nvSpPr>
                <p:cNvPr id="11356" name="Google Shape;11356;p7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57" name="Google Shape;11357;p7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1358" name="Google Shape;11358;p77"/>
          <p:cNvGrpSpPr/>
          <p:nvPr/>
        </p:nvGrpSpPr>
        <p:grpSpPr>
          <a:xfrm>
            <a:off x="5802676" y="1185224"/>
            <a:ext cx="1397729" cy="1098540"/>
            <a:chOff x="5900602" y="1193063"/>
            <a:chExt cx="1299851" cy="1021707"/>
          </a:xfrm>
        </p:grpSpPr>
        <p:grpSp>
          <p:nvGrpSpPr>
            <p:cNvPr id="11359" name="Google Shape;11359;p77"/>
            <p:cNvGrpSpPr/>
            <p:nvPr/>
          </p:nvGrpSpPr>
          <p:grpSpPr>
            <a:xfrm>
              <a:off x="6520337" y="1193063"/>
              <a:ext cx="341815" cy="799959"/>
              <a:chOff x="6520337" y="1193063"/>
              <a:chExt cx="341815" cy="799959"/>
            </a:xfrm>
          </p:grpSpPr>
          <p:grpSp>
            <p:nvGrpSpPr>
              <p:cNvPr id="11360" name="Google Shape;11360;p77"/>
              <p:cNvGrpSpPr/>
              <p:nvPr/>
            </p:nvGrpSpPr>
            <p:grpSpPr>
              <a:xfrm>
                <a:off x="6520337" y="1589527"/>
                <a:ext cx="213950" cy="403494"/>
                <a:chOff x="6520337" y="1589527"/>
                <a:chExt cx="213950" cy="403494"/>
              </a:xfrm>
            </p:grpSpPr>
            <p:sp>
              <p:nvSpPr>
                <p:cNvPr id="11361" name="Google Shape;11361;p7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7"/>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3" name="Google Shape;11363;p77"/>
              <p:cNvGrpSpPr/>
              <p:nvPr/>
            </p:nvGrpSpPr>
            <p:grpSpPr>
              <a:xfrm>
                <a:off x="6577204" y="1193063"/>
                <a:ext cx="284947" cy="464512"/>
                <a:chOff x="6577204" y="1193063"/>
                <a:chExt cx="284947" cy="464512"/>
              </a:xfrm>
            </p:grpSpPr>
            <p:sp>
              <p:nvSpPr>
                <p:cNvPr id="11364" name="Google Shape;11364;p7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65" name="Google Shape;11365;p77"/>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1366" name="Google Shape;11366;p77"/>
            <p:cNvGrpSpPr/>
            <p:nvPr/>
          </p:nvGrpSpPr>
          <p:grpSpPr>
            <a:xfrm>
              <a:off x="6238903" y="1193063"/>
              <a:ext cx="300475" cy="900152"/>
              <a:chOff x="6238903" y="1193063"/>
              <a:chExt cx="300475" cy="900152"/>
            </a:xfrm>
          </p:grpSpPr>
          <p:grpSp>
            <p:nvGrpSpPr>
              <p:cNvPr id="11367" name="Google Shape;11367;p77"/>
              <p:cNvGrpSpPr/>
              <p:nvPr/>
            </p:nvGrpSpPr>
            <p:grpSpPr>
              <a:xfrm>
                <a:off x="6290865" y="1489315"/>
                <a:ext cx="248514" cy="603900"/>
                <a:chOff x="6290865" y="1489315"/>
                <a:chExt cx="248514" cy="603900"/>
              </a:xfrm>
            </p:grpSpPr>
            <p:sp>
              <p:nvSpPr>
                <p:cNvPr id="11368" name="Google Shape;11368;p7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7"/>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0" name="Google Shape;11370;p77"/>
              <p:cNvGrpSpPr/>
              <p:nvPr/>
            </p:nvGrpSpPr>
            <p:grpSpPr>
              <a:xfrm>
                <a:off x="6238903" y="1193063"/>
                <a:ext cx="284947" cy="333087"/>
                <a:chOff x="6238903" y="1193063"/>
                <a:chExt cx="284947" cy="333087"/>
              </a:xfrm>
            </p:grpSpPr>
            <p:sp>
              <p:nvSpPr>
                <p:cNvPr id="11371" name="Google Shape;11371;p7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72" name="Google Shape;11372;p77"/>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1373" name="Google Shape;11373;p77"/>
            <p:cNvGrpSpPr/>
            <p:nvPr/>
          </p:nvGrpSpPr>
          <p:grpSpPr>
            <a:xfrm>
              <a:off x="5900602" y="1193063"/>
              <a:ext cx="444345" cy="1021707"/>
              <a:chOff x="5900602" y="1193063"/>
              <a:chExt cx="444345" cy="1021707"/>
            </a:xfrm>
          </p:grpSpPr>
          <p:grpSp>
            <p:nvGrpSpPr>
              <p:cNvPr id="11374" name="Google Shape;11374;p77"/>
              <p:cNvGrpSpPr/>
              <p:nvPr/>
            </p:nvGrpSpPr>
            <p:grpSpPr>
              <a:xfrm>
                <a:off x="6046501" y="1367785"/>
                <a:ext cx="298446" cy="846986"/>
                <a:chOff x="6046501" y="1367785"/>
                <a:chExt cx="298446" cy="846986"/>
              </a:xfrm>
            </p:grpSpPr>
            <p:sp>
              <p:nvSpPr>
                <p:cNvPr id="11375" name="Google Shape;11375;p7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7"/>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7" name="Google Shape;11377;p77"/>
              <p:cNvGrpSpPr/>
              <p:nvPr/>
            </p:nvGrpSpPr>
            <p:grpSpPr>
              <a:xfrm>
                <a:off x="5900602" y="1193063"/>
                <a:ext cx="284947" cy="182312"/>
                <a:chOff x="5900602" y="1193063"/>
                <a:chExt cx="284947" cy="182312"/>
              </a:xfrm>
            </p:grpSpPr>
            <p:sp>
              <p:nvSpPr>
                <p:cNvPr id="11378" name="Google Shape;11378;p7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79" name="Google Shape;11379;p7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1380" name="Google Shape;11380;p77"/>
            <p:cNvGrpSpPr/>
            <p:nvPr/>
          </p:nvGrpSpPr>
          <p:grpSpPr>
            <a:xfrm>
              <a:off x="6738300" y="1193063"/>
              <a:ext cx="462153" cy="707634"/>
              <a:chOff x="6738300" y="1193063"/>
              <a:chExt cx="462153" cy="707634"/>
            </a:xfrm>
          </p:grpSpPr>
          <p:grpSp>
            <p:nvGrpSpPr>
              <p:cNvPr id="11381" name="Google Shape;11381;p77"/>
              <p:cNvGrpSpPr/>
              <p:nvPr/>
            </p:nvGrpSpPr>
            <p:grpSpPr>
              <a:xfrm>
                <a:off x="6915505" y="1193063"/>
                <a:ext cx="284947" cy="597387"/>
                <a:chOff x="6915505" y="1193063"/>
                <a:chExt cx="284947" cy="597387"/>
              </a:xfrm>
            </p:grpSpPr>
            <p:sp>
              <p:nvSpPr>
                <p:cNvPr id="11382" name="Google Shape;11382;p7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83" name="Google Shape;11383;p77"/>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1384" name="Google Shape;11384;p77"/>
              <p:cNvGrpSpPr/>
              <p:nvPr/>
            </p:nvGrpSpPr>
            <p:grpSpPr>
              <a:xfrm>
                <a:off x="6738300" y="1684725"/>
                <a:ext cx="230066" cy="215971"/>
                <a:chOff x="6738300" y="1684725"/>
                <a:chExt cx="230066" cy="215971"/>
              </a:xfrm>
            </p:grpSpPr>
            <p:sp>
              <p:nvSpPr>
                <p:cNvPr id="11385" name="Google Shape;11385;p77"/>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7"/>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90" name="Shape 11390"/>
        <p:cNvGrpSpPr/>
        <p:nvPr/>
      </p:nvGrpSpPr>
      <p:grpSpPr>
        <a:xfrm>
          <a:off x="0" y="0"/>
          <a:ext cx="0" cy="0"/>
          <a:chOff x="0" y="0"/>
          <a:chExt cx="0" cy="0"/>
        </a:xfrm>
      </p:grpSpPr>
      <p:sp>
        <p:nvSpPr>
          <p:cNvPr id="11391" name="Google Shape;11391;p7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1392" name="Google Shape;11392;p78"/>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1393" name="Google Shape;11393;p78"/>
          <p:cNvGrpSpPr/>
          <p:nvPr/>
        </p:nvGrpSpPr>
        <p:grpSpPr>
          <a:xfrm>
            <a:off x="839307" y="2318098"/>
            <a:ext cx="387992" cy="329326"/>
            <a:chOff x="839307" y="2318098"/>
            <a:chExt cx="387992" cy="329326"/>
          </a:xfrm>
        </p:grpSpPr>
        <p:sp>
          <p:nvSpPr>
            <p:cNvPr id="11394" name="Google Shape;11394;p78"/>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8"/>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8"/>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8"/>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8"/>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8"/>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8"/>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8"/>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8"/>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8"/>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78"/>
          <p:cNvGrpSpPr/>
          <p:nvPr/>
        </p:nvGrpSpPr>
        <p:grpSpPr>
          <a:xfrm>
            <a:off x="1414990" y="2289671"/>
            <a:ext cx="387073" cy="385996"/>
            <a:chOff x="1414990" y="2289671"/>
            <a:chExt cx="387073" cy="385996"/>
          </a:xfrm>
        </p:grpSpPr>
        <p:sp>
          <p:nvSpPr>
            <p:cNvPr id="11405" name="Google Shape;11405;p78"/>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8"/>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8"/>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8"/>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8"/>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8"/>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8"/>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8"/>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8"/>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8"/>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8"/>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8"/>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8"/>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8"/>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8"/>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8"/>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8"/>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8"/>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3" name="Google Shape;11423;p78"/>
          <p:cNvGrpSpPr/>
          <p:nvPr/>
        </p:nvGrpSpPr>
        <p:grpSpPr>
          <a:xfrm>
            <a:off x="1989911" y="2306065"/>
            <a:ext cx="387099" cy="353207"/>
            <a:chOff x="1989911" y="2306065"/>
            <a:chExt cx="387099" cy="353207"/>
          </a:xfrm>
        </p:grpSpPr>
        <p:sp>
          <p:nvSpPr>
            <p:cNvPr id="11424" name="Google Shape;11424;p78"/>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8"/>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8"/>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8"/>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8"/>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8"/>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8"/>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78"/>
          <p:cNvGrpSpPr/>
          <p:nvPr/>
        </p:nvGrpSpPr>
        <p:grpSpPr>
          <a:xfrm>
            <a:off x="2593102" y="2288778"/>
            <a:ext cx="204663" cy="363007"/>
            <a:chOff x="2593102" y="2288778"/>
            <a:chExt cx="204663" cy="363007"/>
          </a:xfrm>
        </p:grpSpPr>
        <p:sp>
          <p:nvSpPr>
            <p:cNvPr id="11432" name="Google Shape;11432;p78"/>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8"/>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8"/>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8"/>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8"/>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8"/>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8"/>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8"/>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8"/>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1" name="Google Shape;11441;p78"/>
          <p:cNvGrpSpPr/>
          <p:nvPr/>
        </p:nvGrpSpPr>
        <p:grpSpPr>
          <a:xfrm>
            <a:off x="2970874" y="2329763"/>
            <a:ext cx="403651" cy="305996"/>
            <a:chOff x="2970874" y="2329763"/>
            <a:chExt cx="403651" cy="305996"/>
          </a:xfrm>
        </p:grpSpPr>
        <p:sp>
          <p:nvSpPr>
            <p:cNvPr id="11442" name="Google Shape;11442;p78"/>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8"/>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8"/>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8"/>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8"/>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8"/>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8"/>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8"/>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8"/>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78"/>
          <p:cNvGrpSpPr/>
          <p:nvPr/>
        </p:nvGrpSpPr>
        <p:grpSpPr>
          <a:xfrm>
            <a:off x="3545795" y="2318755"/>
            <a:ext cx="387835" cy="327933"/>
            <a:chOff x="3545795" y="2318755"/>
            <a:chExt cx="387835" cy="327933"/>
          </a:xfrm>
        </p:grpSpPr>
        <p:sp>
          <p:nvSpPr>
            <p:cNvPr id="11452" name="Google Shape;11452;p78"/>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8"/>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8"/>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5" name="Google Shape;11455;p78"/>
            <p:cNvGrpSpPr/>
            <p:nvPr/>
          </p:nvGrpSpPr>
          <p:grpSpPr>
            <a:xfrm>
              <a:off x="3545795" y="2322301"/>
              <a:ext cx="387835" cy="324387"/>
              <a:chOff x="3545795" y="2322301"/>
              <a:chExt cx="387835" cy="324387"/>
            </a:xfrm>
          </p:grpSpPr>
          <p:sp>
            <p:nvSpPr>
              <p:cNvPr id="11456" name="Google Shape;11456;p78"/>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8"/>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8"/>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8"/>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8"/>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8"/>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8"/>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63" name="Google Shape;11463;p78"/>
          <p:cNvGrpSpPr/>
          <p:nvPr/>
        </p:nvGrpSpPr>
        <p:grpSpPr>
          <a:xfrm>
            <a:off x="4718468" y="2306984"/>
            <a:ext cx="364294" cy="351552"/>
            <a:chOff x="4718468" y="2306984"/>
            <a:chExt cx="364294" cy="351552"/>
          </a:xfrm>
        </p:grpSpPr>
        <p:sp>
          <p:nvSpPr>
            <p:cNvPr id="11464" name="Google Shape;11464;p78"/>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8"/>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8"/>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8"/>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8"/>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8"/>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8"/>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8"/>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8"/>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8"/>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4" name="Google Shape;11474;p78"/>
          <p:cNvGrpSpPr/>
          <p:nvPr/>
        </p:nvGrpSpPr>
        <p:grpSpPr>
          <a:xfrm>
            <a:off x="4147908" y="2303017"/>
            <a:ext cx="361194" cy="359355"/>
            <a:chOff x="4147908" y="2303017"/>
            <a:chExt cx="361194" cy="359355"/>
          </a:xfrm>
        </p:grpSpPr>
        <p:sp>
          <p:nvSpPr>
            <p:cNvPr id="11475" name="Google Shape;11475;p78"/>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8"/>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8"/>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8"/>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8"/>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8"/>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8"/>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8"/>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8"/>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8"/>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8"/>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8"/>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8"/>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8"/>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78"/>
          <p:cNvGrpSpPr/>
          <p:nvPr/>
        </p:nvGrpSpPr>
        <p:grpSpPr>
          <a:xfrm>
            <a:off x="5292128" y="2299891"/>
            <a:ext cx="367027" cy="365214"/>
            <a:chOff x="5292128" y="2299891"/>
            <a:chExt cx="367027" cy="365214"/>
          </a:xfrm>
        </p:grpSpPr>
        <p:sp>
          <p:nvSpPr>
            <p:cNvPr id="11490" name="Google Shape;11490;p78"/>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8"/>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8"/>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8"/>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8"/>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8"/>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78"/>
          <p:cNvGrpSpPr/>
          <p:nvPr/>
        </p:nvGrpSpPr>
        <p:grpSpPr>
          <a:xfrm>
            <a:off x="5873617" y="2309901"/>
            <a:ext cx="345720" cy="345720"/>
            <a:chOff x="5873617" y="2309901"/>
            <a:chExt cx="345720" cy="345720"/>
          </a:xfrm>
        </p:grpSpPr>
        <p:sp>
          <p:nvSpPr>
            <p:cNvPr id="11497" name="Google Shape;11497;p78"/>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8"/>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8"/>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8"/>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8"/>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8"/>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8"/>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8"/>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8"/>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8"/>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8"/>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8"/>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8"/>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8"/>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8"/>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8"/>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8"/>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8"/>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8"/>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6" name="Google Shape;11516;p78"/>
          <p:cNvGrpSpPr/>
          <p:nvPr/>
        </p:nvGrpSpPr>
        <p:grpSpPr>
          <a:xfrm>
            <a:off x="6863329" y="2297710"/>
            <a:ext cx="391460" cy="370127"/>
            <a:chOff x="6863329" y="2297710"/>
            <a:chExt cx="391460" cy="370127"/>
          </a:xfrm>
        </p:grpSpPr>
        <p:sp>
          <p:nvSpPr>
            <p:cNvPr id="11517" name="Google Shape;11517;p78"/>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8"/>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8"/>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8"/>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8"/>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8"/>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8"/>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8"/>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8"/>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78"/>
          <p:cNvGrpSpPr/>
          <p:nvPr/>
        </p:nvGrpSpPr>
        <p:grpSpPr>
          <a:xfrm>
            <a:off x="7421488" y="2318518"/>
            <a:ext cx="342620" cy="328459"/>
            <a:chOff x="7421488" y="2318518"/>
            <a:chExt cx="342620" cy="328459"/>
          </a:xfrm>
        </p:grpSpPr>
        <p:sp>
          <p:nvSpPr>
            <p:cNvPr id="11527" name="Google Shape;11527;p78"/>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8"/>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8"/>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8"/>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8"/>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8"/>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8"/>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78"/>
          <p:cNvGrpSpPr/>
          <p:nvPr/>
        </p:nvGrpSpPr>
        <p:grpSpPr>
          <a:xfrm>
            <a:off x="2508373" y="2779889"/>
            <a:ext cx="337523" cy="337680"/>
            <a:chOff x="2508373" y="2779889"/>
            <a:chExt cx="337523" cy="337680"/>
          </a:xfrm>
        </p:grpSpPr>
        <p:sp>
          <p:nvSpPr>
            <p:cNvPr id="11535" name="Google Shape;11535;p78"/>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8"/>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8"/>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8"/>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8"/>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8"/>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1" name="Google Shape;11541;p78"/>
          <p:cNvGrpSpPr/>
          <p:nvPr/>
        </p:nvGrpSpPr>
        <p:grpSpPr>
          <a:xfrm>
            <a:off x="1884401" y="4141593"/>
            <a:ext cx="410613" cy="372229"/>
            <a:chOff x="1884401" y="4141593"/>
            <a:chExt cx="410613" cy="372229"/>
          </a:xfrm>
        </p:grpSpPr>
        <p:sp>
          <p:nvSpPr>
            <p:cNvPr id="11542" name="Google Shape;11542;p78"/>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8"/>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8"/>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8"/>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8"/>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8"/>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8"/>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78"/>
          <p:cNvGrpSpPr/>
          <p:nvPr/>
        </p:nvGrpSpPr>
        <p:grpSpPr>
          <a:xfrm>
            <a:off x="1430832" y="2773689"/>
            <a:ext cx="294515" cy="349897"/>
            <a:chOff x="1430832" y="2773689"/>
            <a:chExt cx="294515" cy="349897"/>
          </a:xfrm>
        </p:grpSpPr>
        <p:sp>
          <p:nvSpPr>
            <p:cNvPr id="11550" name="Google Shape;11550;p78"/>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8"/>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8"/>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8"/>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8"/>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8"/>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8"/>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8"/>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8"/>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8"/>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8"/>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8"/>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8"/>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78"/>
          <p:cNvGrpSpPr/>
          <p:nvPr/>
        </p:nvGrpSpPr>
        <p:grpSpPr>
          <a:xfrm>
            <a:off x="3082217" y="2788586"/>
            <a:ext cx="288866" cy="320236"/>
            <a:chOff x="3082217" y="2788586"/>
            <a:chExt cx="288866" cy="320236"/>
          </a:xfrm>
        </p:grpSpPr>
        <p:sp>
          <p:nvSpPr>
            <p:cNvPr id="11564" name="Google Shape;11564;p78"/>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8"/>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8"/>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8"/>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8"/>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8"/>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8"/>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78"/>
          <p:cNvGrpSpPr/>
          <p:nvPr/>
        </p:nvGrpSpPr>
        <p:grpSpPr>
          <a:xfrm>
            <a:off x="3610557" y="2780704"/>
            <a:ext cx="325017" cy="336052"/>
            <a:chOff x="3610557" y="2780704"/>
            <a:chExt cx="325017" cy="336052"/>
          </a:xfrm>
        </p:grpSpPr>
        <p:sp>
          <p:nvSpPr>
            <p:cNvPr id="11572" name="Google Shape;11572;p78"/>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8"/>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8"/>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5" name="Google Shape;11575;p78"/>
          <p:cNvGrpSpPr/>
          <p:nvPr/>
        </p:nvGrpSpPr>
        <p:grpSpPr>
          <a:xfrm>
            <a:off x="4179067" y="2811495"/>
            <a:ext cx="286475" cy="274390"/>
            <a:chOff x="4179067" y="2811495"/>
            <a:chExt cx="286475" cy="274390"/>
          </a:xfrm>
        </p:grpSpPr>
        <p:sp>
          <p:nvSpPr>
            <p:cNvPr id="11576" name="Google Shape;11576;p78"/>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8"/>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8"/>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8"/>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8"/>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8"/>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8"/>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8"/>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8"/>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5" name="Google Shape;11585;p78"/>
          <p:cNvGrpSpPr/>
          <p:nvPr/>
        </p:nvGrpSpPr>
        <p:grpSpPr>
          <a:xfrm>
            <a:off x="4686757" y="2762156"/>
            <a:ext cx="371047" cy="374199"/>
            <a:chOff x="4686757" y="2762156"/>
            <a:chExt cx="371047" cy="374199"/>
          </a:xfrm>
        </p:grpSpPr>
        <p:sp>
          <p:nvSpPr>
            <p:cNvPr id="11586" name="Google Shape;11586;p78"/>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8"/>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8"/>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8"/>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8"/>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8"/>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8"/>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78"/>
          <p:cNvGrpSpPr/>
          <p:nvPr/>
        </p:nvGrpSpPr>
        <p:grpSpPr>
          <a:xfrm>
            <a:off x="5221613" y="2784802"/>
            <a:ext cx="406567" cy="327855"/>
            <a:chOff x="5221613" y="2784802"/>
            <a:chExt cx="406567" cy="327855"/>
          </a:xfrm>
        </p:grpSpPr>
        <p:sp>
          <p:nvSpPr>
            <p:cNvPr id="11594" name="Google Shape;11594;p78"/>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8"/>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8"/>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8"/>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8"/>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8"/>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8"/>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8"/>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8"/>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8"/>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8"/>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8"/>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8"/>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8"/>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8"/>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8"/>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8"/>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8"/>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8"/>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8"/>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8"/>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8"/>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8"/>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8"/>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8"/>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8"/>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8"/>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8"/>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8"/>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8"/>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78"/>
          <p:cNvGrpSpPr/>
          <p:nvPr/>
        </p:nvGrpSpPr>
        <p:grpSpPr>
          <a:xfrm>
            <a:off x="5812586" y="2760921"/>
            <a:ext cx="303605" cy="375434"/>
            <a:chOff x="5812586" y="2760921"/>
            <a:chExt cx="303605" cy="375434"/>
          </a:xfrm>
        </p:grpSpPr>
        <p:sp>
          <p:nvSpPr>
            <p:cNvPr id="11625" name="Google Shape;11625;p78"/>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8"/>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8"/>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8"/>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8"/>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8"/>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8"/>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8"/>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8"/>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8"/>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8"/>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78"/>
          <p:cNvGrpSpPr/>
          <p:nvPr/>
        </p:nvGrpSpPr>
        <p:grpSpPr>
          <a:xfrm>
            <a:off x="6334673" y="2759633"/>
            <a:ext cx="378508" cy="378166"/>
            <a:chOff x="6334673" y="2759633"/>
            <a:chExt cx="378508" cy="378166"/>
          </a:xfrm>
        </p:grpSpPr>
        <p:sp>
          <p:nvSpPr>
            <p:cNvPr id="11637" name="Google Shape;11637;p78"/>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8"/>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8"/>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8"/>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78"/>
          <p:cNvGrpSpPr/>
          <p:nvPr/>
        </p:nvGrpSpPr>
        <p:grpSpPr>
          <a:xfrm>
            <a:off x="8012645" y="2806477"/>
            <a:ext cx="319763" cy="284505"/>
            <a:chOff x="8012645" y="2806477"/>
            <a:chExt cx="319763" cy="284505"/>
          </a:xfrm>
        </p:grpSpPr>
        <p:sp>
          <p:nvSpPr>
            <p:cNvPr id="11642" name="Google Shape;11642;p78"/>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8"/>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8"/>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8"/>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8"/>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8"/>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8"/>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8"/>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8"/>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8"/>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2" name="Google Shape;11652;p78"/>
          <p:cNvGrpSpPr/>
          <p:nvPr/>
        </p:nvGrpSpPr>
        <p:grpSpPr>
          <a:xfrm>
            <a:off x="2454435" y="4162138"/>
            <a:ext cx="385339" cy="388071"/>
            <a:chOff x="2454435" y="4162138"/>
            <a:chExt cx="385339" cy="388071"/>
          </a:xfrm>
        </p:grpSpPr>
        <p:sp>
          <p:nvSpPr>
            <p:cNvPr id="11653" name="Google Shape;11653;p78"/>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8"/>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8"/>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8"/>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8"/>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8"/>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8"/>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8"/>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8"/>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8"/>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8"/>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78"/>
          <p:cNvGrpSpPr/>
          <p:nvPr/>
        </p:nvGrpSpPr>
        <p:grpSpPr>
          <a:xfrm>
            <a:off x="3601939" y="4161192"/>
            <a:ext cx="275178" cy="388912"/>
            <a:chOff x="3601939" y="4161192"/>
            <a:chExt cx="275178" cy="388912"/>
          </a:xfrm>
        </p:grpSpPr>
        <p:sp>
          <p:nvSpPr>
            <p:cNvPr id="11665" name="Google Shape;11665;p78"/>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8"/>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8"/>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8"/>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8"/>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8"/>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8"/>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8"/>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8"/>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8"/>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5" name="Google Shape;11675;p78"/>
          <p:cNvGrpSpPr/>
          <p:nvPr/>
        </p:nvGrpSpPr>
        <p:grpSpPr>
          <a:xfrm>
            <a:off x="836023" y="3215146"/>
            <a:ext cx="375802" cy="371677"/>
            <a:chOff x="836023" y="3215146"/>
            <a:chExt cx="375802" cy="371677"/>
          </a:xfrm>
        </p:grpSpPr>
        <p:sp>
          <p:nvSpPr>
            <p:cNvPr id="11676" name="Google Shape;11676;p78"/>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8"/>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8"/>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8"/>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8"/>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8"/>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8"/>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8"/>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8"/>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8"/>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8"/>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8"/>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8"/>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8"/>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8"/>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8"/>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2" name="Google Shape;11692;p78"/>
          <p:cNvGrpSpPr/>
          <p:nvPr/>
        </p:nvGrpSpPr>
        <p:grpSpPr>
          <a:xfrm>
            <a:off x="1356297" y="3210890"/>
            <a:ext cx="431368" cy="380189"/>
            <a:chOff x="1356297" y="3210890"/>
            <a:chExt cx="431368" cy="380189"/>
          </a:xfrm>
        </p:grpSpPr>
        <p:sp>
          <p:nvSpPr>
            <p:cNvPr id="11693" name="Google Shape;11693;p78"/>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8"/>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8"/>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8"/>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8"/>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8"/>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8"/>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8"/>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8"/>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8"/>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8"/>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8"/>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8"/>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78"/>
          <p:cNvGrpSpPr/>
          <p:nvPr/>
        </p:nvGrpSpPr>
        <p:grpSpPr>
          <a:xfrm>
            <a:off x="1903737" y="3215540"/>
            <a:ext cx="411874" cy="370731"/>
            <a:chOff x="1903737" y="3215540"/>
            <a:chExt cx="411874" cy="370731"/>
          </a:xfrm>
        </p:grpSpPr>
        <p:sp>
          <p:nvSpPr>
            <p:cNvPr id="11707" name="Google Shape;11707;p78"/>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8"/>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8"/>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8"/>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8"/>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8"/>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8"/>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8"/>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8"/>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78"/>
          <p:cNvGrpSpPr/>
          <p:nvPr/>
        </p:nvGrpSpPr>
        <p:grpSpPr>
          <a:xfrm>
            <a:off x="2468465" y="3248854"/>
            <a:ext cx="397818" cy="304078"/>
            <a:chOff x="2468465" y="3248854"/>
            <a:chExt cx="397818" cy="304078"/>
          </a:xfrm>
        </p:grpSpPr>
        <p:sp>
          <p:nvSpPr>
            <p:cNvPr id="11717" name="Google Shape;11717;p78"/>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8"/>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8"/>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8"/>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8"/>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8"/>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3" name="Google Shape;11723;p78"/>
          <p:cNvGrpSpPr/>
          <p:nvPr/>
        </p:nvGrpSpPr>
        <p:grpSpPr>
          <a:xfrm>
            <a:off x="3017166" y="3216013"/>
            <a:ext cx="394376" cy="369812"/>
            <a:chOff x="3017166" y="3216013"/>
            <a:chExt cx="394376" cy="369812"/>
          </a:xfrm>
        </p:grpSpPr>
        <p:sp>
          <p:nvSpPr>
            <p:cNvPr id="11724" name="Google Shape;11724;p78"/>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8"/>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6" name="Google Shape;11726;p78"/>
          <p:cNvGrpSpPr/>
          <p:nvPr/>
        </p:nvGrpSpPr>
        <p:grpSpPr>
          <a:xfrm>
            <a:off x="4210043" y="3213228"/>
            <a:ext cx="199014" cy="375408"/>
            <a:chOff x="4210043" y="3213228"/>
            <a:chExt cx="199014" cy="375408"/>
          </a:xfrm>
        </p:grpSpPr>
        <p:sp>
          <p:nvSpPr>
            <p:cNvPr id="11727" name="Google Shape;11727;p78"/>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8"/>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8"/>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8"/>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8"/>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8"/>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8"/>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8"/>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8"/>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8"/>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7" name="Google Shape;11737;p78"/>
          <p:cNvGrpSpPr/>
          <p:nvPr/>
        </p:nvGrpSpPr>
        <p:grpSpPr>
          <a:xfrm>
            <a:off x="4818146" y="3203323"/>
            <a:ext cx="77845" cy="395165"/>
            <a:chOff x="4818146" y="3203323"/>
            <a:chExt cx="77845" cy="395165"/>
          </a:xfrm>
        </p:grpSpPr>
        <p:sp>
          <p:nvSpPr>
            <p:cNvPr id="11738" name="Google Shape;11738;p78"/>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8"/>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8"/>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8"/>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8"/>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8"/>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8"/>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8"/>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6" name="Google Shape;11746;p78"/>
          <p:cNvGrpSpPr/>
          <p:nvPr/>
        </p:nvGrpSpPr>
        <p:grpSpPr>
          <a:xfrm>
            <a:off x="5228890" y="3235428"/>
            <a:ext cx="344091" cy="332767"/>
            <a:chOff x="5228890" y="3235428"/>
            <a:chExt cx="344091" cy="332767"/>
          </a:xfrm>
        </p:grpSpPr>
        <p:sp>
          <p:nvSpPr>
            <p:cNvPr id="11747" name="Google Shape;11747;p78"/>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8"/>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8"/>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8"/>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8"/>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2" name="Google Shape;11752;p78"/>
          <p:cNvGrpSpPr/>
          <p:nvPr/>
        </p:nvGrpSpPr>
        <p:grpSpPr>
          <a:xfrm>
            <a:off x="5757913" y="3227047"/>
            <a:ext cx="388544" cy="347927"/>
            <a:chOff x="5757913" y="3227047"/>
            <a:chExt cx="388544" cy="347927"/>
          </a:xfrm>
        </p:grpSpPr>
        <p:sp>
          <p:nvSpPr>
            <p:cNvPr id="11753" name="Google Shape;11753;p78"/>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8"/>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5" name="Google Shape;11755;p78"/>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8"/>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8"/>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8"/>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8"/>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8"/>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8"/>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8"/>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8"/>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8"/>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8"/>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8"/>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8"/>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8"/>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8"/>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8"/>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1" name="Google Shape;11771;p78"/>
          <p:cNvGrpSpPr/>
          <p:nvPr/>
        </p:nvGrpSpPr>
        <p:grpSpPr>
          <a:xfrm>
            <a:off x="7414946" y="3220873"/>
            <a:ext cx="360091" cy="360117"/>
            <a:chOff x="7414946" y="3220873"/>
            <a:chExt cx="360091" cy="360117"/>
          </a:xfrm>
        </p:grpSpPr>
        <p:sp>
          <p:nvSpPr>
            <p:cNvPr id="11772" name="Google Shape;11772;p78"/>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8"/>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8"/>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8"/>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8"/>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8"/>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8"/>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8"/>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8"/>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8"/>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8"/>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3" name="Google Shape;11783;p78"/>
          <p:cNvGrpSpPr/>
          <p:nvPr/>
        </p:nvGrpSpPr>
        <p:grpSpPr>
          <a:xfrm>
            <a:off x="8027227" y="3215041"/>
            <a:ext cx="231829" cy="371782"/>
            <a:chOff x="8027227" y="3215041"/>
            <a:chExt cx="231829" cy="371782"/>
          </a:xfrm>
        </p:grpSpPr>
        <p:sp>
          <p:nvSpPr>
            <p:cNvPr id="11784" name="Google Shape;11784;p78"/>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8"/>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8"/>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8"/>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8"/>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8"/>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8"/>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8"/>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8"/>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8"/>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4" name="Google Shape;11794;p78"/>
          <p:cNvGrpSpPr/>
          <p:nvPr/>
        </p:nvGrpSpPr>
        <p:grpSpPr>
          <a:xfrm>
            <a:off x="4093603" y="4146138"/>
            <a:ext cx="395638" cy="420544"/>
            <a:chOff x="4093603" y="4146138"/>
            <a:chExt cx="395638" cy="420544"/>
          </a:xfrm>
        </p:grpSpPr>
        <p:sp>
          <p:nvSpPr>
            <p:cNvPr id="11795" name="Google Shape;11795;p78"/>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8"/>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8"/>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8"/>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8"/>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8"/>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8"/>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8"/>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8"/>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8"/>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8"/>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8"/>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8"/>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8"/>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8"/>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8"/>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8"/>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2" name="Google Shape;11812;p78"/>
          <p:cNvGrpSpPr/>
          <p:nvPr/>
        </p:nvGrpSpPr>
        <p:grpSpPr>
          <a:xfrm>
            <a:off x="4644406" y="4162322"/>
            <a:ext cx="392065" cy="387887"/>
            <a:chOff x="4644406" y="4162322"/>
            <a:chExt cx="392065" cy="387887"/>
          </a:xfrm>
        </p:grpSpPr>
        <p:sp>
          <p:nvSpPr>
            <p:cNvPr id="11813" name="Google Shape;11813;p78"/>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8"/>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8"/>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8"/>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8"/>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8"/>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9" name="Google Shape;11819;p78"/>
          <p:cNvGrpSpPr/>
          <p:nvPr/>
        </p:nvGrpSpPr>
        <p:grpSpPr>
          <a:xfrm>
            <a:off x="5728383" y="4221698"/>
            <a:ext cx="417128" cy="269162"/>
            <a:chOff x="5728383" y="4221698"/>
            <a:chExt cx="417128" cy="269162"/>
          </a:xfrm>
        </p:grpSpPr>
        <p:sp>
          <p:nvSpPr>
            <p:cNvPr id="11820" name="Google Shape;11820;p78"/>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8"/>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8"/>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8"/>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8"/>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8"/>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8"/>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8"/>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8"/>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8"/>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8"/>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8"/>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2" name="Google Shape;11832;p78"/>
          <p:cNvGrpSpPr/>
          <p:nvPr/>
        </p:nvGrpSpPr>
        <p:grpSpPr>
          <a:xfrm>
            <a:off x="834210" y="3696905"/>
            <a:ext cx="371782" cy="342751"/>
            <a:chOff x="834210" y="3696905"/>
            <a:chExt cx="371782" cy="342751"/>
          </a:xfrm>
        </p:grpSpPr>
        <p:sp>
          <p:nvSpPr>
            <p:cNvPr id="11833" name="Google Shape;11833;p78"/>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8"/>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8"/>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8"/>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8"/>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8"/>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8"/>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8"/>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8"/>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8"/>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8"/>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8"/>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78"/>
          <p:cNvGrpSpPr/>
          <p:nvPr/>
        </p:nvGrpSpPr>
        <p:grpSpPr>
          <a:xfrm>
            <a:off x="1359398" y="3682271"/>
            <a:ext cx="395296" cy="371966"/>
            <a:chOff x="1359398" y="3682271"/>
            <a:chExt cx="395296" cy="371966"/>
          </a:xfrm>
        </p:grpSpPr>
        <p:sp>
          <p:nvSpPr>
            <p:cNvPr id="11846" name="Google Shape;11846;p78"/>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8"/>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8"/>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8"/>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8"/>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8"/>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8"/>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3" name="Google Shape;11853;p78"/>
          <p:cNvGrpSpPr/>
          <p:nvPr/>
        </p:nvGrpSpPr>
        <p:grpSpPr>
          <a:xfrm>
            <a:off x="1908099" y="3682271"/>
            <a:ext cx="395296" cy="371966"/>
            <a:chOff x="1908099" y="3682271"/>
            <a:chExt cx="395296" cy="371966"/>
          </a:xfrm>
        </p:grpSpPr>
        <p:sp>
          <p:nvSpPr>
            <p:cNvPr id="11854" name="Google Shape;11854;p78"/>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8"/>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8"/>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8"/>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8"/>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8"/>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8"/>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78"/>
          <p:cNvGrpSpPr/>
          <p:nvPr/>
        </p:nvGrpSpPr>
        <p:grpSpPr>
          <a:xfrm>
            <a:off x="2456800" y="3682271"/>
            <a:ext cx="395270" cy="371966"/>
            <a:chOff x="2456800" y="3682271"/>
            <a:chExt cx="395270" cy="371966"/>
          </a:xfrm>
        </p:grpSpPr>
        <p:sp>
          <p:nvSpPr>
            <p:cNvPr id="11862" name="Google Shape;11862;p78"/>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8"/>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8"/>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8"/>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8"/>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8"/>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8"/>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8"/>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8"/>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78"/>
          <p:cNvGrpSpPr/>
          <p:nvPr/>
        </p:nvGrpSpPr>
        <p:grpSpPr>
          <a:xfrm>
            <a:off x="3014250" y="3682271"/>
            <a:ext cx="391092" cy="371940"/>
            <a:chOff x="3014250" y="3682271"/>
            <a:chExt cx="391092" cy="371940"/>
          </a:xfrm>
        </p:grpSpPr>
        <p:sp>
          <p:nvSpPr>
            <p:cNvPr id="11872" name="Google Shape;11872;p78"/>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8"/>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8"/>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5" name="Google Shape;11875;p78"/>
          <p:cNvGrpSpPr/>
          <p:nvPr/>
        </p:nvGrpSpPr>
        <p:grpSpPr>
          <a:xfrm>
            <a:off x="3569125" y="3702947"/>
            <a:ext cx="388728" cy="330692"/>
            <a:chOff x="3569125" y="3702947"/>
            <a:chExt cx="388728" cy="330692"/>
          </a:xfrm>
        </p:grpSpPr>
        <p:sp>
          <p:nvSpPr>
            <p:cNvPr id="11876" name="Google Shape;11876;p78"/>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8"/>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8"/>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8"/>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78"/>
          <p:cNvGrpSpPr/>
          <p:nvPr/>
        </p:nvGrpSpPr>
        <p:grpSpPr>
          <a:xfrm>
            <a:off x="4111994" y="3682455"/>
            <a:ext cx="387992" cy="371625"/>
            <a:chOff x="4111994" y="3682455"/>
            <a:chExt cx="387992" cy="371625"/>
          </a:xfrm>
        </p:grpSpPr>
        <p:sp>
          <p:nvSpPr>
            <p:cNvPr id="11881" name="Google Shape;11881;p78"/>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8"/>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78"/>
          <p:cNvGrpSpPr/>
          <p:nvPr/>
        </p:nvGrpSpPr>
        <p:grpSpPr>
          <a:xfrm>
            <a:off x="4674908" y="3682271"/>
            <a:ext cx="371966" cy="371966"/>
            <a:chOff x="4674908" y="3682271"/>
            <a:chExt cx="371966" cy="371966"/>
          </a:xfrm>
        </p:grpSpPr>
        <p:sp>
          <p:nvSpPr>
            <p:cNvPr id="11884" name="Google Shape;11884;p78"/>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8"/>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8"/>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8"/>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8" name="Google Shape;11888;p78"/>
          <p:cNvGrpSpPr/>
          <p:nvPr/>
        </p:nvGrpSpPr>
        <p:grpSpPr>
          <a:xfrm>
            <a:off x="5223609" y="3731112"/>
            <a:ext cx="371782" cy="274285"/>
            <a:chOff x="5223609" y="3731112"/>
            <a:chExt cx="371782" cy="274285"/>
          </a:xfrm>
        </p:grpSpPr>
        <p:sp>
          <p:nvSpPr>
            <p:cNvPr id="11889" name="Google Shape;11889;p78"/>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8"/>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1" name="Google Shape;11891;p78"/>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2" name="Google Shape;11892;p78"/>
          <p:cNvGrpSpPr/>
          <p:nvPr/>
        </p:nvGrpSpPr>
        <p:grpSpPr>
          <a:xfrm>
            <a:off x="6319908" y="3696721"/>
            <a:ext cx="373963" cy="343119"/>
            <a:chOff x="6319908" y="3696721"/>
            <a:chExt cx="373963" cy="343119"/>
          </a:xfrm>
        </p:grpSpPr>
        <p:sp>
          <p:nvSpPr>
            <p:cNvPr id="11893" name="Google Shape;11893;p78"/>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8"/>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8"/>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8"/>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8"/>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8"/>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8"/>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8"/>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8"/>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2" name="Google Shape;11902;p78"/>
          <p:cNvGrpSpPr/>
          <p:nvPr/>
        </p:nvGrpSpPr>
        <p:grpSpPr>
          <a:xfrm>
            <a:off x="6871342" y="3740044"/>
            <a:ext cx="371966" cy="256420"/>
            <a:chOff x="6871342" y="3740044"/>
            <a:chExt cx="371966" cy="256420"/>
          </a:xfrm>
        </p:grpSpPr>
        <p:sp>
          <p:nvSpPr>
            <p:cNvPr id="11903" name="Google Shape;11903;p78"/>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8"/>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8"/>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8"/>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8"/>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8"/>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8"/>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8"/>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8"/>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8"/>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8"/>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8"/>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5" name="Google Shape;11915;p78"/>
          <p:cNvGrpSpPr/>
          <p:nvPr/>
        </p:nvGrpSpPr>
        <p:grpSpPr>
          <a:xfrm>
            <a:off x="7402362" y="3681535"/>
            <a:ext cx="402757" cy="372728"/>
            <a:chOff x="7402362" y="3681535"/>
            <a:chExt cx="402757" cy="372728"/>
          </a:xfrm>
        </p:grpSpPr>
        <p:sp>
          <p:nvSpPr>
            <p:cNvPr id="11916" name="Google Shape;11916;p78"/>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8"/>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8"/>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8"/>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8"/>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8"/>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8"/>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8"/>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8"/>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8"/>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8"/>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8"/>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8"/>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8"/>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8"/>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8"/>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78"/>
          <p:cNvGrpSpPr/>
          <p:nvPr/>
        </p:nvGrpSpPr>
        <p:grpSpPr>
          <a:xfrm>
            <a:off x="7960705" y="3736235"/>
            <a:ext cx="378902" cy="264065"/>
            <a:chOff x="7960705" y="3736235"/>
            <a:chExt cx="378902" cy="264065"/>
          </a:xfrm>
        </p:grpSpPr>
        <p:sp>
          <p:nvSpPr>
            <p:cNvPr id="11933" name="Google Shape;11933;p78"/>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8"/>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8"/>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8"/>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8"/>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8"/>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8"/>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8"/>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8"/>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8"/>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8"/>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8"/>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8"/>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8"/>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78"/>
          <p:cNvGrpSpPr/>
          <p:nvPr/>
        </p:nvGrpSpPr>
        <p:grpSpPr>
          <a:xfrm>
            <a:off x="6400828" y="4162270"/>
            <a:ext cx="166200" cy="388019"/>
            <a:chOff x="6400828" y="4162270"/>
            <a:chExt cx="166200" cy="388019"/>
          </a:xfrm>
        </p:grpSpPr>
        <p:sp>
          <p:nvSpPr>
            <p:cNvPr id="11948" name="Google Shape;11948;p78"/>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8"/>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8"/>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8"/>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8"/>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8"/>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8"/>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5" name="Google Shape;11955;p78"/>
          <p:cNvGrpSpPr/>
          <p:nvPr/>
        </p:nvGrpSpPr>
        <p:grpSpPr>
          <a:xfrm>
            <a:off x="6919815" y="4162270"/>
            <a:ext cx="225260" cy="388019"/>
            <a:chOff x="6919815" y="4162270"/>
            <a:chExt cx="225260" cy="388019"/>
          </a:xfrm>
        </p:grpSpPr>
        <p:sp>
          <p:nvSpPr>
            <p:cNvPr id="11956" name="Google Shape;11956;p78"/>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8"/>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8"/>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8"/>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8"/>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8"/>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8"/>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8"/>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78"/>
          <p:cNvGrpSpPr/>
          <p:nvPr/>
        </p:nvGrpSpPr>
        <p:grpSpPr>
          <a:xfrm>
            <a:off x="7385600" y="4177035"/>
            <a:ext cx="388728" cy="358383"/>
            <a:chOff x="7385600" y="4177035"/>
            <a:chExt cx="388728" cy="358383"/>
          </a:xfrm>
        </p:grpSpPr>
        <p:sp>
          <p:nvSpPr>
            <p:cNvPr id="11965" name="Google Shape;11965;p78"/>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8"/>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8"/>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8"/>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8"/>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8"/>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8"/>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2" name="Google Shape;11972;p78"/>
          <p:cNvGrpSpPr/>
          <p:nvPr/>
        </p:nvGrpSpPr>
        <p:grpSpPr>
          <a:xfrm>
            <a:off x="3625085" y="3259862"/>
            <a:ext cx="369207" cy="258259"/>
            <a:chOff x="3625085" y="3259862"/>
            <a:chExt cx="369207" cy="258259"/>
          </a:xfrm>
        </p:grpSpPr>
        <p:sp>
          <p:nvSpPr>
            <p:cNvPr id="11973" name="Google Shape;11973;p78"/>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8"/>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8"/>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8"/>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8"/>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8"/>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8"/>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8"/>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8"/>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8"/>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8"/>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8"/>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8"/>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6" name="Google Shape;11986;p78"/>
          <p:cNvGrpSpPr/>
          <p:nvPr/>
        </p:nvGrpSpPr>
        <p:grpSpPr>
          <a:xfrm>
            <a:off x="6317360" y="3276808"/>
            <a:ext cx="363217" cy="248590"/>
            <a:chOff x="6317360" y="3276808"/>
            <a:chExt cx="363217" cy="248590"/>
          </a:xfrm>
        </p:grpSpPr>
        <p:sp>
          <p:nvSpPr>
            <p:cNvPr id="11987" name="Google Shape;11987;p78"/>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8"/>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8"/>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8"/>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8"/>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8"/>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8"/>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8"/>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8"/>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8"/>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8"/>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8"/>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8"/>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8"/>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8"/>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8"/>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8"/>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8"/>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8"/>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8"/>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8"/>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8"/>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8"/>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8"/>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8"/>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8"/>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8"/>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4" name="Google Shape;12014;p78"/>
          <p:cNvGrpSpPr/>
          <p:nvPr/>
        </p:nvGrpSpPr>
        <p:grpSpPr>
          <a:xfrm>
            <a:off x="5084391" y="4183682"/>
            <a:ext cx="504064" cy="325595"/>
            <a:chOff x="5084391" y="4183682"/>
            <a:chExt cx="504064" cy="325595"/>
          </a:xfrm>
        </p:grpSpPr>
        <p:sp>
          <p:nvSpPr>
            <p:cNvPr id="12015" name="Google Shape;12015;p78"/>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8"/>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8"/>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8"/>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8"/>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8"/>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8"/>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8"/>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8"/>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8"/>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8"/>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8"/>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8"/>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8"/>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8"/>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8"/>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1" name="Google Shape;12031;p78"/>
          <p:cNvGrpSpPr/>
          <p:nvPr/>
        </p:nvGrpSpPr>
        <p:grpSpPr>
          <a:xfrm>
            <a:off x="7947595" y="2347996"/>
            <a:ext cx="379795" cy="267165"/>
            <a:chOff x="7947595" y="2347996"/>
            <a:chExt cx="379795" cy="267165"/>
          </a:xfrm>
        </p:grpSpPr>
        <p:sp>
          <p:nvSpPr>
            <p:cNvPr id="12032" name="Google Shape;12032;p78"/>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8"/>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8"/>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8"/>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8"/>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8"/>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8"/>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8"/>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8"/>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78"/>
          <p:cNvGrpSpPr/>
          <p:nvPr/>
        </p:nvGrpSpPr>
        <p:grpSpPr>
          <a:xfrm>
            <a:off x="6400644" y="2310269"/>
            <a:ext cx="275362" cy="338784"/>
            <a:chOff x="6400644" y="2310269"/>
            <a:chExt cx="275362" cy="338784"/>
          </a:xfrm>
        </p:grpSpPr>
        <p:sp>
          <p:nvSpPr>
            <p:cNvPr id="12042" name="Google Shape;12042;p78"/>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8"/>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8"/>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8"/>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8"/>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8"/>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8"/>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8"/>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8"/>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8"/>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8"/>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8"/>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8"/>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5" name="Google Shape;12055;p78"/>
          <p:cNvGrpSpPr/>
          <p:nvPr/>
        </p:nvGrpSpPr>
        <p:grpSpPr>
          <a:xfrm>
            <a:off x="1342268" y="4161009"/>
            <a:ext cx="359565" cy="358094"/>
            <a:chOff x="1342268" y="4161009"/>
            <a:chExt cx="359565" cy="358094"/>
          </a:xfrm>
        </p:grpSpPr>
        <p:sp>
          <p:nvSpPr>
            <p:cNvPr id="12056" name="Google Shape;12056;p78"/>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8"/>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8"/>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8"/>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8"/>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8"/>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8"/>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8"/>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8"/>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5" name="Google Shape;12065;p78"/>
          <p:cNvGrpSpPr/>
          <p:nvPr/>
        </p:nvGrpSpPr>
        <p:grpSpPr>
          <a:xfrm>
            <a:off x="1913012" y="2764940"/>
            <a:ext cx="417523" cy="374252"/>
            <a:chOff x="1913012" y="2764940"/>
            <a:chExt cx="417523" cy="374252"/>
          </a:xfrm>
        </p:grpSpPr>
        <p:sp>
          <p:nvSpPr>
            <p:cNvPr id="12066" name="Google Shape;12066;p78"/>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8"/>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8"/>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8"/>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8"/>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8"/>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8"/>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8"/>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8"/>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8"/>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8"/>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8"/>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8" name="Google Shape;12078;p78"/>
          <p:cNvGrpSpPr/>
          <p:nvPr/>
        </p:nvGrpSpPr>
        <p:grpSpPr>
          <a:xfrm>
            <a:off x="830742" y="2763601"/>
            <a:ext cx="384734" cy="381556"/>
            <a:chOff x="830742" y="2763601"/>
            <a:chExt cx="384734" cy="381556"/>
          </a:xfrm>
        </p:grpSpPr>
        <p:sp>
          <p:nvSpPr>
            <p:cNvPr id="12079" name="Google Shape;12079;p78"/>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8"/>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8"/>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8"/>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8"/>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8"/>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8"/>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8"/>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8"/>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8"/>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8"/>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8"/>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8"/>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8"/>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8"/>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8"/>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8"/>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8"/>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8"/>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8"/>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8"/>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0" name="Google Shape;12100;p78"/>
          <p:cNvGrpSpPr/>
          <p:nvPr/>
        </p:nvGrpSpPr>
        <p:grpSpPr>
          <a:xfrm>
            <a:off x="3007498" y="4183419"/>
            <a:ext cx="375434" cy="329667"/>
            <a:chOff x="3007498" y="4183419"/>
            <a:chExt cx="375434" cy="329667"/>
          </a:xfrm>
        </p:grpSpPr>
        <p:sp>
          <p:nvSpPr>
            <p:cNvPr id="12101" name="Google Shape;12101;p78"/>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8"/>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8"/>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8"/>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8"/>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8"/>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8"/>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8"/>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8"/>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8"/>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8"/>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8"/>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8"/>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8"/>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8"/>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8"/>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8"/>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8"/>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8"/>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8"/>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1" name="Google Shape;12121;p78"/>
          <p:cNvGrpSpPr/>
          <p:nvPr/>
        </p:nvGrpSpPr>
        <p:grpSpPr>
          <a:xfrm>
            <a:off x="6919276" y="2766990"/>
            <a:ext cx="274550" cy="354728"/>
            <a:chOff x="7606826" y="2419290"/>
            <a:chExt cx="274550" cy="354728"/>
          </a:xfrm>
        </p:grpSpPr>
        <p:sp>
          <p:nvSpPr>
            <p:cNvPr id="12122" name="Google Shape;12122;p78"/>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8"/>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8"/>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8"/>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8"/>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8"/>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8"/>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8"/>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8"/>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8"/>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8"/>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8"/>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8"/>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8"/>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8"/>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78"/>
          <p:cNvGrpSpPr/>
          <p:nvPr/>
        </p:nvGrpSpPr>
        <p:grpSpPr>
          <a:xfrm>
            <a:off x="7550168" y="2777003"/>
            <a:ext cx="263316" cy="354728"/>
            <a:chOff x="8062968" y="2419290"/>
            <a:chExt cx="263316" cy="354728"/>
          </a:xfrm>
        </p:grpSpPr>
        <p:sp>
          <p:nvSpPr>
            <p:cNvPr id="12138" name="Google Shape;12138;p78"/>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8"/>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8"/>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8"/>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8"/>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8"/>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8"/>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8"/>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8"/>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8"/>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8"/>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8"/>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8"/>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8"/>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8"/>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8"/>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8"/>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58" name="Shape 12158"/>
        <p:cNvGrpSpPr/>
        <p:nvPr/>
      </p:nvGrpSpPr>
      <p:grpSpPr>
        <a:xfrm>
          <a:off x="0" y="0"/>
          <a:ext cx="0" cy="0"/>
          <a:chOff x="0" y="0"/>
          <a:chExt cx="0" cy="0"/>
        </a:xfrm>
      </p:grpSpPr>
      <p:sp>
        <p:nvSpPr>
          <p:cNvPr id="12159" name="Google Shape;12159;p79"/>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160" name="Google Shape;12160;p79"/>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2161" name="Google Shape;12161;p79"/>
          <p:cNvGrpSpPr/>
          <p:nvPr/>
        </p:nvGrpSpPr>
        <p:grpSpPr>
          <a:xfrm>
            <a:off x="7075663" y="2444129"/>
            <a:ext cx="362163" cy="347098"/>
            <a:chOff x="7075663" y="2444129"/>
            <a:chExt cx="362163" cy="347098"/>
          </a:xfrm>
        </p:grpSpPr>
        <p:sp>
          <p:nvSpPr>
            <p:cNvPr id="12162" name="Google Shape;12162;p79"/>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9"/>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9"/>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9"/>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9"/>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9"/>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9"/>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9"/>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0" name="Google Shape;12170;p79"/>
          <p:cNvGrpSpPr/>
          <p:nvPr/>
        </p:nvGrpSpPr>
        <p:grpSpPr>
          <a:xfrm>
            <a:off x="6638175" y="2436584"/>
            <a:ext cx="372197" cy="362163"/>
            <a:chOff x="6638175" y="2436584"/>
            <a:chExt cx="372197" cy="362163"/>
          </a:xfrm>
        </p:grpSpPr>
        <p:sp>
          <p:nvSpPr>
            <p:cNvPr id="12171" name="Google Shape;12171;p79"/>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9"/>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9"/>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9"/>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9"/>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9"/>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9"/>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9"/>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9"/>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9"/>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9"/>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9"/>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9"/>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4" name="Google Shape;12184;p79"/>
          <p:cNvGrpSpPr/>
          <p:nvPr/>
        </p:nvGrpSpPr>
        <p:grpSpPr>
          <a:xfrm>
            <a:off x="6192906" y="2439440"/>
            <a:ext cx="371699" cy="356084"/>
            <a:chOff x="6192906" y="2439440"/>
            <a:chExt cx="371699" cy="356084"/>
          </a:xfrm>
        </p:grpSpPr>
        <p:sp>
          <p:nvSpPr>
            <p:cNvPr id="12185" name="Google Shape;12185;p79"/>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9"/>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9"/>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9"/>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9"/>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9"/>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9"/>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9"/>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9"/>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9"/>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9"/>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9"/>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9"/>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79"/>
          <p:cNvGrpSpPr/>
          <p:nvPr/>
        </p:nvGrpSpPr>
        <p:grpSpPr>
          <a:xfrm>
            <a:off x="5762467" y="2436584"/>
            <a:ext cx="362163" cy="362163"/>
            <a:chOff x="5762467" y="2436584"/>
            <a:chExt cx="362163" cy="362163"/>
          </a:xfrm>
        </p:grpSpPr>
        <p:sp>
          <p:nvSpPr>
            <p:cNvPr id="12199" name="Google Shape;12199;p79"/>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9"/>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9"/>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9"/>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9"/>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9"/>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9"/>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9"/>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9"/>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9"/>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9"/>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9"/>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9"/>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9"/>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9"/>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9"/>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9"/>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9"/>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9"/>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9"/>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9"/>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79"/>
          <p:cNvGrpSpPr/>
          <p:nvPr/>
        </p:nvGrpSpPr>
        <p:grpSpPr>
          <a:xfrm>
            <a:off x="5323721" y="2437029"/>
            <a:ext cx="362922" cy="361219"/>
            <a:chOff x="5323721" y="2437029"/>
            <a:chExt cx="362922" cy="361219"/>
          </a:xfrm>
        </p:grpSpPr>
        <p:sp>
          <p:nvSpPr>
            <p:cNvPr id="12225" name="Google Shape;12225;p79"/>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9"/>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9"/>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9"/>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9"/>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9"/>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9"/>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9"/>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9"/>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9"/>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9"/>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9"/>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9"/>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9"/>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9"/>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9"/>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9"/>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2" name="Google Shape;12242;p79"/>
          <p:cNvGrpSpPr/>
          <p:nvPr/>
        </p:nvGrpSpPr>
        <p:grpSpPr>
          <a:xfrm>
            <a:off x="4875937" y="2468731"/>
            <a:ext cx="407122" cy="315448"/>
            <a:chOff x="4875937" y="2468731"/>
            <a:chExt cx="407122" cy="315448"/>
          </a:xfrm>
        </p:grpSpPr>
        <p:sp>
          <p:nvSpPr>
            <p:cNvPr id="12243" name="Google Shape;12243;p79"/>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9"/>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9"/>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9"/>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9"/>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9"/>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9"/>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9"/>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9"/>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9"/>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9"/>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9"/>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9"/>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9"/>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9"/>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9"/>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9"/>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9"/>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9"/>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79"/>
          <p:cNvGrpSpPr/>
          <p:nvPr/>
        </p:nvGrpSpPr>
        <p:grpSpPr>
          <a:xfrm>
            <a:off x="4893282" y="3804774"/>
            <a:ext cx="242114" cy="362163"/>
            <a:chOff x="4893282" y="3804774"/>
            <a:chExt cx="242114" cy="362163"/>
          </a:xfrm>
        </p:grpSpPr>
        <p:sp>
          <p:nvSpPr>
            <p:cNvPr id="12263" name="Google Shape;12263;p79"/>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9"/>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9"/>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9"/>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9"/>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9"/>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9"/>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9"/>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9"/>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9"/>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9"/>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9"/>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9"/>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9"/>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9"/>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9"/>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9"/>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9"/>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9"/>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9"/>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9"/>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9"/>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9"/>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9"/>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9"/>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9"/>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9" name="Google Shape;12289;p79"/>
          <p:cNvGrpSpPr/>
          <p:nvPr/>
        </p:nvGrpSpPr>
        <p:grpSpPr>
          <a:xfrm>
            <a:off x="6248162" y="3804774"/>
            <a:ext cx="231058" cy="362425"/>
            <a:chOff x="6248162" y="3804774"/>
            <a:chExt cx="231058" cy="362425"/>
          </a:xfrm>
        </p:grpSpPr>
        <p:sp>
          <p:nvSpPr>
            <p:cNvPr id="12290" name="Google Shape;12290;p79"/>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9"/>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9"/>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9"/>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79"/>
          <p:cNvGrpSpPr/>
          <p:nvPr/>
        </p:nvGrpSpPr>
        <p:grpSpPr>
          <a:xfrm>
            <a:off x="5346568" y="3804774"/>
            <a:ext cx="233337" cy="362163"/>
            <a:chOff x="5346568" y="3804774"/>
            <a:chExt cx="233337" cy="362163"/>
          </a:xfrm>
        </p:grpSpPr>
        <p:sp>
          <p:nvSpPr>
            <p:cNvPr id="12295" name="Google Shape;12295;p79"/>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9"/>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9"/>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9"/>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9"/>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9"/>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9"/>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9"/>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9"/>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9"/>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9"/>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9"/>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9"/>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9"/>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9"/>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9"/>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9"/>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9"/>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9"/>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79"/>
          <p:cNvGrpSpPr/>
          <p:nvPr/>
        </p:nvGrpSpPr>
        <p:grpSpPr>
          <a:xfrm>
            <a:off x="6704985" y="3805141"/>
            <a:ext cx="209967" cy="361639"/>
            <a:chOff x="6704985" y="3805141"/>
            <a:chExt cx="209967" cy="361639"/>
          </a:xfrm>
        </p:grpSpPr>
        <p:sp>
          <p:nvSpPr>
            <p:cNvPr id="12315" name="Google Shape;12315;p79"/>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9"/>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9"/>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9"/>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9"/>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9"/>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9"/>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9"/>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9"/>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9"/>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9"/>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9"/>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79"/>
          <p:cNvGrpSpPr/>
          <p:nvPr/>
        </p:nvGrpSpPr>
        <p:grpSpPr>
          <a:xfrm>
            <a:off x="7513884" y="2448269"/>
            <a:ext cx="363184" cy="338792"/>
            <a:chOff x="7513884" y="2448269"/>
            <a:chExt cx="363184" cy="338792"/>
          </a:xfrm>
        </p:grpSpPr>
        <p:sp>
          <p:nvSpPr>
            <p:cNvPr id="12328" name="Google Shape;12328;p79"/>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9"/>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9"/>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9"/>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9"/>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9"/>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4" name="Google Shape;12334;p79"/>
          <p:cNvGrpSpPr/>
          <p:nvPr/>
        </p:nvGrpSpPr>
        <p:grpSpPr>
          <a:xfrm>
            <a:off x="5777767" y="3804826"/>
            <a:ext cx="258699" cy="362136"/>
            <a:chOff x="5777767" y="3804826"/>
            <a:chExt cx="258699" cy="362136"/>
          </a:xfrm>
        </p:grpSpPr>
        <p:sp>
          <p:nvSpPr>
            <p:cNvPr id="12335" name="Google Shape;12335;p79"/>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9"/>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9"/>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8" name="Google Shape;12338;p79"/>
          <p:cNvGrpSpPr/>
          <p:nvPr/>
        </p:nvGrpSpPr>
        <p:grpSpPr>
          <a:xfrm>
            <a:off x="7953101" y="2436584"/>
            <a:ext cx="361691" cy="362163"/>
            <a:chOff x="7953101" y="2436584"/>
            <a:chExt cx="361691" cy="362163"/>
          </a:xfrm>
        </p:grpSpPr>
        <p:sp>
          <p:nvSpPr>
            <p:cNvPr id="12339" name="Google Shape;12339;p79"/>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9"/>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9"/>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9"/>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9"/>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9"/>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9"/>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9"/>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9"/>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8" name="Google Shape;12348;p79"/>
          <p:cNvGrpSpPr/>
          <p:nvPr/>
        </p:nvGrpSpPr>
        <p:grpSpPr>
          <a:xfrm>
            <a:off x="4859353" y="3355130"/>
            <a:ext cx="373481" cy="362267"/>
            <a:chOff x="4859353" y="3355130"/>
            <a:chExt cx="373481" cy="362267"/>
          </a:xfrm>
        </p:grpSpPr>
        <p:sp>
          <p:nvSpPr>
            <p:cNvPr id="12349" name="Google Shape;12349;p79"/>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9"/>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9"/>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9"/>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9"/>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9"/>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9"/>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9"/>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9"/>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9"/>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9"/>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9"/>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9"/>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9"/>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3" name="Google Shape;12363;p79"/>
          <p:cNvGrpSpPr/>
          <p:nvPr/>
        </p:nvGrpSpPr>
        <p:grpSpPr>
          <a:xfrm>
            <a:off x="6637678" y="1500982"/>
            <a:ext cx="378721" cy="362005"/>
            <a:chOff x="6637678" y="1500982"/>
            <a:chExt cx="378721" cy="362005"/>
          </a:xfrm>
        </p:grpSpPr>
        <p:sp>
          <p:nvSpPr>
            <p:cNvPr id="12364" name="Google Shape;12364;p79"/>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9"/>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9"/>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9"/>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9"/>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9"/>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9"/>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9"/>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9"/>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9"/>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9"/>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9"/>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9"/>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9"/>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9"/>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9"/>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0" name="Google Shape;12380;p79"/>
          <p:cNvGrpSpPr/>
          <p:nvPr/>
        </p:nvGrpSpPr>
        <p:grpSpPr>
          <a:xfrm>
            <a:off x="5827993" y="3355496"/>
            <a:ext cx="223041" cy="362163"/>
            <a:chOff x="5827993" y="3355496"/>
            <a:chExt cx="223041" cy="362163"/>
          </a:xfrm>
        </p:grpSpPr>
        <p:sp>
          <p:nvSpPr>
            <p:cNvPr id="12381" name="Google Shape;12381;p79"/>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9"/>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9"/>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9"/>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9"/>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9"/>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9"/>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9"/>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9"/>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9"/>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9"/>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9"/>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9"/>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79"/>
          <p:cNvGrpSpPr/>
          <p:nvPr/>
        </p:nvGrpSpPr>
        <p:grpSpPr>
          <a:xfrm>
            <a:off x="7528713" y="1500641"/>
            <a:ext cx="370520" cy="361586"/>
            <a:chOff x="7528713" y="1500641"/>
            <a:chExt cx="370520" cy="361586"/>
          </a:xfrm>
        </p:grpSpPr>
        <p:sp>
          <p:nvSpPr>
            <p:cNvPr id="12397" name="Google Shape;12397;p79"/>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9"/>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9"/>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9"/>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9"/>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4" name="Google Shape;12404;p79"/>
          <p:cNvGrpSpPr/>
          <p:nvPr/>
        </p:nvGrpSpPr>
        <p:grpSpPr>
          <a:xfrm>
            <a:off x="5317198" y="3355496"/>
            <a:ext cx="367429" cy="362163"/>
            <a:chOff x="5317198" y="3355496"/>
            <a:chExt cx="367429" cy="362163"/>
          </a:xfrm>
        </p:grpSpPr>
        <p:sp>
          <p:nvSpPr>
            <p:cNvPr id="12405" name="Google Shape;12405;p79"/>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9"/>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9"/>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9"/>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9"/>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9"/>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9"/>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9"/>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9"/>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9"/>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9"/>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9"/>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9"/>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9"/>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9"/>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9"/>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79"/>
          <p:cNvGrpSpPr/>
          <p:nvPr/>
        </p:nvGrpSpPr>
        <p:grpSpPr>
          <a:xfrm>
            <a:off x="5302971" y="1500563"/>
            <a:ext cx="383175" cy="362241"/>
            <a:chOff x="5302971" y="1500563"/>
            <a:chExt cx="383175" cy="362241"/>
          </a:xfrm>
        </p:grpSpPr>
        <p:sp>
          <p:nvSpPr>
            <p:cNvPr id="12422" name="Google Shape;12422;p79"/>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9"/>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4" name="Google Shape;12424;p79"/>
          <p:cNvGrpSpPr/>
          <p:nvPr/>
        </p:nvGrpSpPr>
        <p:grpSpPr>
          <a:xfrm>
            <a:off x="6202705" y="1525453"/>
            <a:ext cx="364180" cy="312461"/>
            <a:chOff x="6202705" y="1525453"/>
            <a:chExt cx="364180" cy="312461"/>
          </a:xfrm>
        </p:grpSpPr>
        <p:sp>
          <p:nvSpPr>
            <p:cNvPr id="12425" name="Google Shape;12425;p79"/>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9"/>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9"/>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9"/>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9"/>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9"/>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9"/>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2" name="Google Shape;12432;p79"/>
          <p:cNvGrpSpPr/>
          <p:nvPr/>
        </p:nvGrpSpPr>
        <p:grpSpPr>
          <a:xfrm>
            <a:off x="7087217" y="1503602"/>
            <a:ext cx="362398" cy="356163"/>
            <a:chOff x="7087217" y="1503602"/>
            <a:chExt cx="362398" cy="356163"/>
          </a:xfrm>
        </p:grpSpPr>
        <p:sp>
          <p:nvSpPr>
            <p:cNvPr id="12433" name="Google Shape;12433;p79"/>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9"/>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9"/>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9"/>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9"/>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9"/>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9"/>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9"/>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9"/>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9"/>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9"/>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9"/>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9"/>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9"/>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9"/>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9"/>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9"/>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9"/>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9"/>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9"/>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9"/>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4" name="Google Shape;12454;p79"/>
          <p:cNvGrpSpPr/>
          <p:nvPr/>
        </p:nvGrpSpPr>
        <p:grpSpPr>
          <a:xfrm>
            <a:off x="7968952" y="1500877"/>
            <a:ext cx="378747" cy="361455"/>
            <a:chOff x="7968952" y="1500877"/>
            <a:chExt cx="378747" cy="361455"/>
          </a:xfrm>
        </p:grpSpPr>
        <p:sp>
          <p:nvSpPr>
            <p:cNvPr id="12455" name="Google Shape;12455;p79"/>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9"/>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9"/>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9"/>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9"/>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9"/>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9"/>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9"/>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9"/>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9"/>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9"/>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9"/>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9"/>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9"/>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9"/>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0" name="Google Shape;12470;p79"/>
          <p:cNvGrpSpPr/>
          <p:nvPr/>
        </p:nvGrpSpPr>
        <p:grpSpPr>
          <a:xfrm>
            <a:off x="5761445" y="1541723"/>
            <a:ext cx="362163" cy="279737"/>
            <a:chOff x="5761445" y="1541723"/>
            <a:chExt cx="362163" cy="279737"/>
          </a:xfrm>
        </p:grpSpPr>
        <p:sp>
          <p:nvSpPr>
            <p:cNvPr id="12471" name="Google Shape;12471;p79"/>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9"/>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9"/>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9"/>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9"/>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9"/>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79"/>
          <p:cNvGrpSpPr/>
          <p:nvPr/>
        </p:nvGrpSpPr>
        <p:grpSpPr>
          <a:xfrm>
            <a:off x="6204958" y="3355575"/>
            <a:ext cx="358390" cy="362320"/>
            <a:chOff x="6204958" y="3355575"/>
            <a:chExt cx="358390" cy="362320"/>
          </a:xfrm>
        </p:grpSpPr>
        <p:sp>
          <p:nvSpPr>
            <p:cNvPr id="12478" name="Google Shape;12478;p79"/>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9"/>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9"/>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9"/>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9"/>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9"/>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9"/>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9"/>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9"/>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9"/>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9"/>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9"/>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9"/>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9"/>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9"/>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9"/>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4" name="Google Shape;12494;p79"/>
          <p:cNvGrpSpPr/>
          <p:nvPr/>
        </p:nvGrpSpPr>
        <p:grpSpPr>
          <a:xfrm>
            <a:off x="4939970" y="1499855"/>
            <a:ext cx="242979" cy="362660"/>
            <a:chOff x="4939970" y="1499855"/>
            <a:chExt cx="242979" cy="362660"/>
          </a:xfrm>
        </p:grpSpPr>
        <p:sp>
          <p:nvSpPr>
            <p:cNvPr id="12495" name="Google Shape;12495;p79"/>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9"/>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9"/>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9"/>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9"/>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9"/>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1" name="Google Shape;12501;p79"/>
          <p:cNvGrpSpPr/>
          <p:nvPr/>
        </p:nvGrpSpPr>
        <p:grpSpPr>
          <a:xfrm>
            <a:off x="8023448" y="3355496"/>
            <a:ext cx="284322" cy="362163"/>
            <a:chOff x="8023448" y="3355496"/>
            <a:chExt cx="284322" cy="362163"/>
          </a:xfrm>
        </p:grpSpPr>
        <p:sp>
          <p:nvSpPr>
            <p:cNvPr id="12502" name="Google Shape;12502;p79"/>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9"/>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9"/>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9"/>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9"/>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9"/>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9"/>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9"/>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9"/>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1" name="Google Shape;12511;p79"/>
          <p:cNvGrpSpPr/>
          <p:nvPr/>
        </p:nvGrpSpPr>
        <p:grpSpPr>
          <a:xfrm>
            <a:off x="6644201" y="3355496"/>
            <a:ext cx="366695" cy="361979"/>
            <a:chOff x="6644201" y="3355496"/>
            <a:chExt cx="366695" cy="361979"/>
          </a:xfrm>
        </p:grpSpPr>
        <p:sp>
          <p:nvSpPr>
            <p:cNvPr id="12512" name="Google Shape;12512;p79"/>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9"/>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9"/>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9"/>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9"/>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9"/>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9"/>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9"/>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9"/>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9"/>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9"/>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9"/>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9"/>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9"/>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9"/>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9"/>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9"/>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9"/>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9"/>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9"/>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9"/>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9"/>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4" name="Google Shape;12534;p79"/>
          <p:cNvGrpSpPr/>
          <p:nvPr/>
        </p:nvGrpSpPr>
        <p:grpSpPr>
          <a:xfrm>
            <a:off x="7955145" y="2019192"/>
            <a:ext cx="365176" cy="271013"/>
            <a:chOff x="7955145" y="2019192"/>
            <a:chExt cx="365176" cy="271013"/>
          </a:xfrm>
        </p:grpSpPr>
        <p:sp>
          <p:nvSpPr>
            <p:cNvPr id="12535" name="Google Shape;12535;p79"/>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9"/>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9"/>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9"/>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9"/>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9"/>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1" name="Google Shape;12541;p79"/>
          <p:cNvGrpSpPr/>
          <p:nvPr/>
        </p:nvGrpSpPr>
        <p:grpSpPr>
          <a:xfrm>
            <a:off x="7518155" y="2009471"/>
            <a:ext cx="361927" cy="290270"/>
            <a:chOff x="7518155" y="2009471"/>
            <a:chExt cx="361927" cy="290270"/>
          </a:xfrm>
        </p:grpSpPr>
        <p:sp>
          <p:nvSpPr>
            <p:cNvPr id="12542" name="Google Shape;12542;p79"/>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9"/>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9"/>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9"/>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9"/>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9"/>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9"/>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9"/>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9"/>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9"/>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9"/>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9"/>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9"/>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79"/>
          <p:cNvGrpSpPr/>
          <p:nvPr/>
        </p:nvGrpSpPr>
        <p:grpSpPr>
          <a:xfrm>
            <a:off x="7079672" y="1991053"/>
            <a:ext cx="362163" cy="327264"/>
            <a:chOff x="7079672" y="1991053"/>
            <a:chExt cx="362163" cy="327264"/>
          </a:xfrm>
        </p:grpSpPr>
        <p:sp>
          <p:nvSpPr>
            <p:cNvPr id="12556" name="Google Shape;12556;p79"/>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9"/>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9"/>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9"/>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9"/>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9"/>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9"/>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9"/>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9"/>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9"/>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9"/>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9"/>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9"/>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9"/>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9"/>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9"/>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79"/>
          <p:cNvGrpSpPr/>
          <p:nvPr/>
        </p:nvGrpSpPr>
        <p:grpSpPr>
          <a:xfrm>
            <a:off x="6641188" y="2035514"/>
            <a:ext cx="361901" cy="238132"/>
            <a:chOff x="6641188" y="2035514"/>
            <a:chExt cx="361901" cy="238132"/>
          </a:xfrm>
        </p:grpSpPr>
        <p:sp>
          <p:nvSpPr>
            <p:cNvPr id="12573" name="Google Shape;12573;p79"/>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9"/>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9"/>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9"/>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9"/>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9"/>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9"/>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9"/>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9"/>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9"/>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9"/>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9"/>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9"/>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9"/>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9"/>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9"/>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9"/>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9"/>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9"/>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79"/>
          <p:cNvGrpSpPr/>
          <p:nvPr/>
        </p:nvGrpSpPr>
        <p:grpSpPr>
          <a:xfrm>
            <a:off x="6202443" y="1986677"/>
            <a:ext cx="362425" cy="335884"/>
            <a:chOff x="6202443" y="1986677"/>
            <a:chExt cx="362425" cy="335884"/>
          </a:xfrm>
        </p:grpSpPr>
        <p:sp>
          <p:nvSpPr>
            <p:cNvPr id="12593" name="Google Shape;12593;p79"/>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9"/>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9"/>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9"/>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9"/>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9"/>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9"/>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9"/>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9"/>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9"/>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9"/>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9"/>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9"/>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9"/>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9"/>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9"/>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9"/>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9"/>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9"/>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9"/>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3" name="Google Shape;12613;p79"/>
          <p:cNvGrpSpPr/>
          <p:nvPr/>
        </p:nvGrpSpPr>
        <p:grpSpPr>
          <a:xfrm>
            <a:off x="5764222" y="2016598"/>
            <a:ext cx="374293" cy="276069"/>
            <a:chOff x="5764222" y="2016598"/>
            <a:chExt cx="374293" cy="276069"/>
          </a:xfrm>
        </p:grpSpPr>
        <p:sp>
          <p:nvSpPr>
            <p:cNvPr id="12614" name="Google Shape;12614;p79"/>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9"/>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9"/>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9"/>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9"/>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9"/>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9"/>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9"/>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9"/>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9"/>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9"/>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5" name="Google Shape;12625;p79"/>
          <p:cNvGrpSpPr/>
          <p:nvPr/>
        </p:nvGrpSpPr>
        <p:grpSpPr>
          <a:xfrm>
            <a:off x="5325477" y="2016441"/>
            <a:ext cx="361927" cy="276515"/>
            <a:chOff x="5325477" y="2016441"/>
            <a:chExt cx="361927" cy="276515"/>
          </a:xfrm>
        </p:grpSpPr>
        <p:sp>
          <p:nvSpPr>
            <p:cNvPr id="12626" name="Google Shape;12626;p79"/>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9"/>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9"/>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9"/>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9"/>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9"/>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9"/>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9"/>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9"/>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9"/>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9"/>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9"/>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9"/>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9"/>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9"/>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9"/>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9"/>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9"/>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9"/>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9"/>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79"/>
          <p:cNvGrpSpPr/>
          <p:nvPr/>
        </p:nvGrpSpPr>
        <p:grpSpPr>
          <a:xfrm>
            <a:off x="4870671" y="2017200"/>
            <a:ext cx="364180" cy="274812"/>
            <a:chOff x="4870671" y="2017200"/>
            <a:chExt cx="364180" cy="274812"/>
          </a:xfrm>
        </p:grpSpPr>
        <p:sp>
          <p:nvSpPr>
            <p:cNvPr id="12647" name="Google Shape;12647;p79"/>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9"/>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9"/>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9"/>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9"/>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9"/>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9"/>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9"/>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9"/>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9"/>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9"/>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9"/>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9"/>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0" name="Google Shape;12660;p79"/>
          <p:cNvGrpSpPr/>
          <p:nvPr/>
        </p:nvGrpSpPr>
        <p:grpSpPr>
          <a:xfrm>
            <a:off x="7144726" y="3355496"/>
            <a:ext cx="260690" cy="362032"/>
            <a:chOff x="7144726" y="3355496"/>
            <a:chExt cx="260690" cy="362032"/>
          </a:xfrm>
        </p:grpSpPr>
        <p:sp>
          <p:nvSpPr>
            <p:cNvPr id="12661" name="Google Shape;12661;p79"/>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9"/>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9"/>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9"/>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9"/>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9"/>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7" name="Google Shape;12667;p79"/>
          <p:cNvGrpSpPr/>
          <p:nvPr/>
        </p:nvGrpSpPr>
        <p:grpSpPr>
          <a:xfrm>
            <a:off x="6705719" y="4278051"/>
            <a:ext cx="261712" cy="361770"/>
            <a:chOff x="6705719" y="4278051"/>
            <a:chExt cx="261712" cy="361770"/>
          </a:xfrm>
        </p:grpSpPr>
        <p:sp>
          <p:nvSpPr>
            <p:cNvPr id="12668" name="Google Shape;12668;p79"/>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9"/>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9"/>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9"/>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9"/>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9"/>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9"/>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9"/>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9"/>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9"/>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9"/>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9"/>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9"/>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9"/>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9"/>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3" name="Google Shape;12683;p79"/>
          <p:cNvGrpSpPr/>
          <p:nvPr/>
        </p:nvGrpSpPr>
        <p:grpSpPr>
          <a:xfrm>
            <a:off x="5750650" y="2891652"/>
            <a:ext cx="320216" cy="361403"/>
            <a:chOff x="5750650" y="2891652"/>
            <a:chExt cx="320216" cy="361403"/>
          </a:xfrm>
        </p:grpSpPr>
        <p:sp>
          <p:nvSpPr>
            <p:cNvPr id="12684" name="Google Shape;12684;p79"/>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9"/>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9"/>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9"/>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9"/>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9"/>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9"/>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9"/>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9"/>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9"/>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9"/>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9"/>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9"/>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9"/>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9"/>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9" name="Google Shape;12699;p79"/>
          <p:cNvGrpSpPr/>
          <p:nvPr/>
        </p:nvGrpSpPr>
        <p:grpSpPr>
          <a:xfrm>
            <a:off x="6658009" y="2891390"/>
            <a:ext cx="315972" cy="361927"/>
            <a:chOff x="6658009" y="2891390"/>
            <a:chExt cx="315972" cy="361927"/>
          </a:xfrm>
        </p:grpSpPr>
        <p:sp>
          <p:nvSpPr>
            <p:cNvPr id="12700" name="Google Shape;12700;p79"/>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9"/>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9"/>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9"/>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9"/>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9"/>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9"/>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7" name="Google Shape;12707;p79"/>
          <p:cNvGrpSpPr/>
          <p:nvPr/>
        </p:nvGrpSpPr>
        <p:grpSpPr>
          <a:xfrm>
            <a:off x="6203465" y="2891206"/>
            <a:ext cx="320478" cy="362110"/>
            <a:chOff x="6203465" y="2891206"/>
            <a:chExt cx="320478" cy="362110"/>
          </a:xfrm>
        </p:grpSpPr>
        <p:sp>
          <p:nvSpPr>
            <p:cNvPr id="12708" name="Google Shape;12708;p79"/>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9"/>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9"/>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9"/>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9"/>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3" name="Google Shape;12713;p79"/>
          <p:cNvGrpSpPr/>
          <p:nvPr/>
        </p:nvGrpSpPr>
        <p:grpSpPr>
          <a:xfrm>
            <a:off x="7567280" y="2891259"/>
            <a:ext cx="307116" cy="362294"/>
            <a:chOff x="7567280" y="2891259"/>
            <a:chExt cx="307116" cy="362294"/>
          </a:xfrm>
        </p:grpSpPr>
        <p:sp>
          <p:nvSpPr>
            <p:cNvPr id="12714" name="Google Shape;12714;p79"/>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9"/>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9"/>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9"/>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9"/>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9"/>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9"/>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9"/>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9"/>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9"/>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9"/>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9"/>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6" name="Google Shape;12726;p79"/>
          <p:cNvGrpSpPr/>
          <p:nvPr/>
        </p:nvGrpSpPr>
        <p:grpSpPr>
          <a:xfrm>
            <a:off x="7112579" y="2891521"/>
            <a:ext cx="338556" cy="361534"/>
            <a:chOff x="7112579" y="2891521"/>
            <a:chExt cx="338556" cy="361534"/>
          </a:xfrm>
        </p:grpSpPr>
        <p:sp>
          <p:nvSpPr>
            <p:cNvPr id="12727" name="Google Shape;12727;p79"/>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9"/>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9" name="Google Shape;12729;p79"/>
          <p:cNvGrpSpPr/>
          <p:nvPr/>
        </p:nvGrpSpPr>
        <p:grpSpPr>
          <a:xfrm>
            <a:off x="7155259" y="3805036"/>
            <a:ext cx="207478" cy="361272"/>
            <a:chOff x="7155259" y="3805036"/>
            <a:chExt cx="207478" cy="361272"/>
          </a:xfrm>
        </p:grpSpPr>
        <p:sp>
          <p:nvSpPr>
            <p:cNvPr id="12730" name="Google Shape;12730;p79"/>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9"/>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9"/>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9"/>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9"/>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9"/>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9"/>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9"/>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9"/>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9"/>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9"/>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9"/>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2" name="Google Shape;12742;p79"/>
          <p:cNvGrpSpPr/>
          <p:nvPr/>
        </p:nvGrpSpPr>
        <p:grpSpPr>
          <a:xfrm>
            <a:off x="4915368" y="2891390"/>
            <a:ext cx="182850" cy="361927"/>
            <a:chOff x="4915368" y="2891390"/>
            <a:chExt cx="182850" cy="361927"/>
          </a:xfrm>
        </p:grpSpPr>
        <p:sp>
          <p:nvSpPr>
            <p:cNvPr id="12743" name="Google Shape;12743;p79"/>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9"/>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9"/>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9"/>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9"/>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9"/>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9"/>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9"/>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9"/>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9"/>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9"/>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4" name="Google Shape;12754;p79"/>
          <p:cNvGrpSpPr/>
          <p:nvPr/>
        </p:nvGrpSpPr>
        <p:grpSpPr>
          <a:xfrm>
            <a:off x="8028714" y="2891652"/>
            <a:ext cx="289589" cy="361403"/>
            <a:chOff x="8028714" y="2891652"/>
            <a:chExt cx="289589" cy="361403"/>
          </a:xfrm>
        </p:grpSpPr>
        <p:sp>
          <p:nvSpPr>
            <p:cNvPr id="12755" name="Google Shape;12755;p79"/>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9"/>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9"/>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9"/>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9"/>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9"/>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9"/>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9"/>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9"/>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9"/>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9"/>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9"/>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9"/>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9"/>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9"/>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9"/>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9"/>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9"/>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9"/>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9"/>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5" name="Google Shape;12775;p79"/>
          <p:cNvGrpSpPr/>
          <p:nvPr/>
        </p:nvGrpSpPr>
        <p:grpSpPr>
          <a:xfrm>
            <a:off x="7551822" y="3804774"/>
            <a:ext cx="293335" cy="361927"/>
            <a:chOff x="7551822" y="3804774"/>
            <a:chExt cx="293335" cy="361927"/>
          </a:xfrm>
        </p:grpSpPr>
        <p:sp>
          <p:nvSpPr>
            <p:cNvPr id="12776" name="Google Shape;12776;p79"/>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9"/>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9"/>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9"/>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9"/>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9"/>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9"/>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9"/>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9"/>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9"/>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9"/>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7" name="Google Shape;12787;p79"/>
          <p:cNvGrpSpPr/>
          <p:nvPr/>
        </p:nvGrpSpPr>
        <p:grpSpPr>
          <a:xfrm>
            <a:off x="6263725" y="4277658"/>
            <a:ext cx="210491" cy="362163"/>
            <a:chOff x="6263725" y="4277658"/>
            <a:chExt cx="210491" cy="362163"/>
          </a:xfrm>
        </p:grpSpPr>
        <p:sp>
          <p:nvSpPr>
            <p:cNvPr id="12788" name="Google Shape;12788;p79"/>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9"/>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9"/>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9"/>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9"/>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9"/>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9"/>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9"/>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9"/>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9"/>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9"/>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9"/>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9"/>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9"/>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9"/>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3" name="Google Shape;12803;p79"/>
          <p:cNvGrpSpPr/>
          <p:nvPr/>
        </p:nvGrpSpPr>
        <p:grpSpPr>
          <a:xfrm>
            <a:off x="7987790" y="3804695"/>
            <a:ext cx="336303" cy="362005"/>
            <a:chOff x="7987790" y="3804695"/>
            <a:chExt cx="336303" cy="362005"/>
          </a:xfrm>
        </p:grpSpPr>
        <p:sp>
          <p:nvSpPr>
            <p:cNvPr id="12804" name="Google Shape;12804;p79"/>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9"/>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9"/>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9"/>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9"/>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9"/>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9"/>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9"/>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9"/>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9"/>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4" name="Google Shape;12814;p79"/>
          <p:cNvGrpSpPr/>
          <p:nvPr/>
        </p:nvGrpSpPr>
        <p:grpSpPr>
          <a:xfrm>
            <a:off x="5273444" y="2891285"/>
            <a:ext cx="371123" cy="362267"/>
            <a:chOff x="5273444" y="2891285"/>
            <a:chExt cx="371123" cy="362267"/>
          </a:xfrm>
        </p:grpSpPr>
        <p:sp>
          <p:nvSpPr>
            <p:cNvPr id="12815" name="Google Shape;12815;p79"/>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9"/>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9"/>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9"/>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9"/>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9"/>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9"/>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9"/>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9"/>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9"/>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9"/>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9"/>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9"/>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9"/>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9" name="Google Shape;12829;p79"/>
          <p:cNvGrpSpPr/>
          <p:nvPr/>
        </p:nvGrpSpPr>
        <p:grpSpPr>
          <a:xfrm>
            <a:off x="7630397" y="3358399"/>
            <a:ext cx="214759" cy="357030"/>
            <a:chOff x="2235125" y="238075"/>
            <a:chExt cx="3144350" cy="5227375"/>
          </a:xfrm>
        </p:grpSpPr>
        <p:sp>
          <p:nvSpPr>
            <p:cNvPr id="12830" name="Google Shape;12830;p79"/>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9"/>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9"/>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9"/>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9"/>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9"/>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9"/>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9"/>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9"/>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9" name="Google Shape;12839;p79"/>
          <p:cNvGrpSpPr/>
          <p:nvPr/>
        </p:nvGrpSpPr>
        <p:grpSpPr>
          <a:xfrm>
            <a:off x="2810729" y="4267107"/>
            <a:ext cx="342496" cy="351944"/>
            <a:chOff x="2810729" y="4267107"/>
            <a:chExt cx="342496" cy="351944"/>
          </a:xfrm>
        </p:grpSpPr>
        <p:sp>
          <p:nvSpPr>
            <p:cNvPr id="12840" name="Google Shape;12840;p79"/>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9"/>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9"/>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9"/>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9"/>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9"/>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9"/>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9"/>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9"/>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9"/>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9"/>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9"/>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9"/>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9"/>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9"/>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9"/>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9"/>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9"/>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9"/>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9"/>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9"/>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9"/>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9"/>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9"/>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9"/>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9"/>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9"/>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9"/>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9"/>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9"/>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79"/>
          <p:cNvGrpSpPr/>
          <p:nvPr/>
        </p:nvGrpSpPr>
        <p:grpSpPr>
          <a:xfrm>
            <a:off x="1779168" y="3805625"/>
            <a:ext cx="282381" cy="343454"/>
            <a:chOff x="1779168" y="3805625"/>
            <a:chExt cx="282381" cy="343454"/>
          </a:xfrm>
        </p:grpSpPr>
        <p:sp>
          <p:nvSpPr>
            <p:cNvPr id="12871" name="Google Shape;12871;p79"/>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9"/>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9"/>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9"/>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9"/>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9"/>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9"/>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9"/>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9"/>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9"/>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9"/>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9"/>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9"/>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9"/>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9"/>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9"/>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9"/>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9"/>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9"/>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9"/>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9"/>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9"/>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9"/>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9"/>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9"/>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9"/>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9"/>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9"/>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9" name="Google Shape;12899;p79"/>
          <p:cNvGrpSpPr/>
          <p:nvPr/>
        </p:nvGrpSpPr>
        <p:grpSpPr>
          <a:xfrm>
            <a:off x="2593522" y="2407029"/>
            <a:ext cx="391606" cy="364535"/>
            <a:chOff x="2593522" y="2407029"/>
            <a:chExt cx="391606" cy="364535"/>
          </a:xfrm>
        </p:grpSpPr>
        <p:sp>
          <p:nvSpPr>
            <p:cNvPr id="12900" name="Google Shape;12900;p79"/>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9"/>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9"/>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9"/>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9"/>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9"/>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9"/>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9"/>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9"/>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9"/>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9"/>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9"/>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9"/>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9"/>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9"/>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9"/>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9"/>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9"/>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9"/>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9"/>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9"/>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9"/>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9"/>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9"/>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9"/>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9"/>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9"/>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9"/>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9"/>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9"/>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9"/>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9"/>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9"/>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9"/>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9"/>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9"/>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9"/>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9"/>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9"/>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9" name="Google Shape;12939;p79"/>
          <p:cNvGrpSpPr/>
          <p:nvPr/>
        </p:nvGrpSpPr>
        <p:grpSpPr>
          <a:xfrm>
            <a:off x="3955047" y="2432242"/>
            <a:ext cx="322912" cy="334396"/>
            <a:chOff x="3955047" y="2432242"/>
            <a:chExt cx="322912" cy="334396"/>
          </a:xfrm>
        </p:grpSpPr>
        <p:sp>
          <p:nvSpPr>
            <p:cNvPr id="12940" name="Google Shape;12940;p79"/>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9"/>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9"/>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3" name="Google Shape;12943;p79"/>
          <p:cNvGrpSpPr/>
          <p:nvPr/>
        </p:nvGrpSpPr>
        <p:grpSpPr>
          <a:xfrm>
            <a:off x="1802465" y="1962854"/>
            <a:ext cx="265373" cy="351944"/>
            <a:chOff x="1802465" y="1962854"/>
            <a:chExt cx="265373" cy="351944"/>
          </a:xfrm>
        </p:grpSpPr>
        <p:sp>
          <p:nvSpPr>
            <p:cNvPr id="12944" name="Google Shape;12944;p79"/>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9"/>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9"/>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9"/>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9"/>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9"/>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9"/>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1" name="Google Shape;12951;p79"/>
          <p:cNvGrpSpPr/>
          <p:nvPr/>
        </p:nvGrpSpPr>
        <p:grpSpPr>
          <a:xfrm>
            <a:off x="3512070" y="1956222"/>
            <a:ext cx="373983" cy="363622"/>
            <a:chOff x="3512070" y="1956222"/>
            <a:chExt cx="373983" cy="363622"/>
          </a:xfrm>
        </p:grpSpPr>
        <p:sp>
          <p:nvSpPr>
            <p:cNvPr id="12952" name="Google Shape;12952;p79"/>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9"/>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9"/>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9"/>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9"/>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9"/>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9"/>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9"/>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9"/>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9"/>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9"/>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9"/>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9"/>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9"/>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9"/>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9"/>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9"/>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9" name="Google Shape;12969;p79"/>
          <p:cNvGrpSpPr/>
          <p:nvPr/>
        </p:nvGrpSpPr>
        <p:grpSpPr>
          <a:xfrm>
            <a:off x="842683" y="2394751"/>
            <a:ext cx="345640" cy="356660"/>
            <a:chOff x="842683" y="2394751"/>
            <a:chExt cx="345640" cy="356660"/>
          </a:xfrm>
        </p:grpSpPr>
        <p:sp>
          <p:nvSpPr>
            <p:cNvPr id="12970" name="Google Shape;12970;p79"/>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9"/>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9"/>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9"/>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9"/>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9"/>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9"/>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9"/>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9"/>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9"/>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9"/>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9"/>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9"/>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9"/>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9"/>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9"/>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6" name="Google Shape;12986;p79"/>
          <p:cNvGrpSpPr/>
          <p:nvPr/>
        </p:nvGrpSpPr>
        <p:grpSpPr>
          <a:xfrm>
            <a:off x="1290615" y="2399467"/>
            <a:ext cx="336836" cy="342511"/>
            <a:chOff x="1290615" y="2399467"/>
            <a:chExt cx="336836" cy="342511"/>
          </a:xfrm>
        </p:grpSpPr>
        <p:sp>
          <p:nvSpPr>
            <p:cNvPr id="12987" name="Google Shape;12987;p79"/>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9"/>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9"/>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9"/>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9"/>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9"/>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9"/>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9"/>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9"/>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9"/>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9"/>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9"/>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9"/>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9"/>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9"/>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9"/>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9"/>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9"/>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9"/>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6" name="Google Shape;13006;p79"/>
          <p:cNvGrpSpPr/>
          <p:nvPr/>
        </p:nvGrpSpPr>
        <p:grpSpPr>
          <a:xfrm>
            <a:off x="1748310" y="2408601"/>
            <a:ext cx="308508" cy="333378"/>
            <a:chOff x="1748310" y="2408601"/>
            <a:chExt cx="308508" cy="333378"/>
          </a:xfrm>
        </p:grpSpPr>
        <p:sp>
          <p:nvSpPr>
            <p:cNvPr id="13007" name="Google Shape;13007;p79"/>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9"/>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9"/>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9"/>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9"/>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9"/>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9"/>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9"/>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5" name="Google Shape;13015;p79"/>
          <p:cNvGrpSpPr/>
          <p:nvPr/>
        </p:nvGrpSpPr>
        <p:grpSpPr>
          <a:xfrm>
            <a:off x="3044614" y="2418033"/>
            <a:ext cx="376184" cy="315141"/>
            <a:chOff x="3044614" y="2418033"/>
            <a:chExt cx="376184" cy="315141"/>
          </a:xfrm>
        </p:grpSpPr>
        <p:sp>
          <p:nvSpPr>
            <p:cNvPr id="13016" name="Google Shape;13016;p79"/>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9"/>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9"/>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9"/>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9"/>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9"/>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9"/>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9"/>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9"/>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5" name="Google Shape;13025;p79"/>
          <p:cNvGrpSpPr/>
          <p:nvPr/>
        </p:nvGrpSpPr>
        <p:grpSpPr>
          <a:xfrm>
            <a:off x="3943638" y="3815072"/>
            <a:ext cx="357933" cy="342676"/>
            <a:chOff x="3943638" y="3815072"/>
            <a:chExt cx="357933" cy="342676"/>
          </a:xfrm>
        </p:grpSpPr>
        <p:sp>
          <p:nvSpPr>
            <p:cNvPr id="13026" name="Google Shape;13026;p79"/>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9"/>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9"/>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9"/>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9"/>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9"/>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9"/>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9"/>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9"/>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5" name="Google Shape;13035;p79"/>
          <p:cNvGrpSpPr/>
          <p:nvPr/>
        </p:nvGrpSpPr>
        <p:grpSpPr>
          <a:xfrm>
            <a:off x="3508282" y="3810341"/>
            <a:ext cx="351644" cy="351959"/>
            <a:chOff x="3508282" y="3810341"/>
            <a:chExt cx="351644" cy="351959"/>
          </a:xfrm>
        </p:grpSpPr>
        <p:sp>
          <p:nvSpPr>
            <p:cNvPr id="13036" name="Google Shape;13036;p79"/>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9"/>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9"/>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9"/>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9"/>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9"/>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9"/>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9"/>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9"/>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9"/>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9"/>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9"/>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9"/>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9" name="Google Shape;13049;p79"/>
          <p:cNvGrpSpPr/>
          <p:nvPr/>
        </p:nvGrpSpPr>
        <p:grpSpPr>
          <a:xfrm>
            <a:off x="2224585" y="1962854"/>
            <a:ext cx="303163" cy="351809"/>
            <a:chOff x="2224585" y="1962854"/>
            <a:chExt cx="303163" cy="351809"/>
          </a:xfrm>
        </p:grpSpPr>
        <p:sp>
          <p:nvSpPr>
            <p:cNvPr id="13050" name="Google Shape;13050;p79"/>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9"/>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9"/>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9"/>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9"/>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9"/>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9"/>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9"/>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8" name="Google Shape;13058;p79"/>
          <p:cNvGrpSpPr/>
          <p:nvPr/>
        </p:nvGrpSpPr>
        <p:grpSpPr>
          <a:xfrm>
            <a:off x="2622794" y="1990868"/>
            <a:ext cx="389090" cy="296231"/>
            <a:chOff x="2622794" y="1990868"/>
            <a:chExt cx="389090" cy="296231"/>
          </a:xfrm>
        </p:grpSpPr>
        <p:sp>
          <p:nvSpPr>
            <p:cNvPr id="13059" name="Google Shape;13059;p79"/>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9"/>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9"/>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9"/>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9"/>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9"/>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9"/>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9"/>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9"/>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8" name="Google Shape;13068;p79"/>
          <p:cNvGrpSpPr/>
          <p:nvPr/>
        </p:nvGrpSpPr>
        <p:grpSpPr>
          <a:xfrm>
            <a:off x="3977326" y="1952149"/>
            <a:ext cx="327074" cy="375241"/>
            <a:chOff x="3977326" y="1952149"/>
            <a:chExt cx="327074" cy="375241"/>
          </a:xfrm>
        </p:grpSpPr>
        <p:sp>
          <p:nvSpPr>
            <p:cNvPr id="13069" name="Google Shape;13069;p79"/>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9"/>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9"/>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9"/>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9"/>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9"/>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9"/>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9"/>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9"/>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9"/>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9"/>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9"/>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9"/>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9"/>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9"/>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9"/>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9"/>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6" name="Google Shape;13086;p79"/>
          <p:cNvGrpSpPr/>
          <p:nvPr/>
        </p:nvGrpSpPr>
        <p:grpSpPr>
          <a:xfrm>
            <a:off x="1341612" y="3340055"/>
            <a:ext cx="259399" cy="370524"/>
            <a:chOff x="1341612" y="3340055"/>
            <a:chExt cx="259399" cy="370524"/>
          </a:xfrm>
        </p:grpSpPr>
        <p:sp>
          <p:nvSpPr>
            <p:cNvPr id="13087" name="Google Shape;13087;p79"/>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9"/>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9"/>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9"/>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9"/>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9"/>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9"/>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9"/>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9"/>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9"/>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9"/>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9"/>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9"/>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9"/>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9"/>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9"/>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9"/>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9"/>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5" name="Google Shape;13105;p79"/>
          <p:cNvGrpSpPr/>
          <p:nvPr/>
        </p:nvGrpSpPr>
        <p:grpSpPr>
          <a:xfrm>
            <a:off x="2179892" y="3844972"/>
            <a:ext cx="351629" cy="282381"/>
            <a:chOff x="2179892" y="3844972"/>
            <a:chExt cx="351629" cy="282381"/>
          </a:xfrm>
        </p:grpSpPr>
        <p:sp>
          <p:nvSpPr>
            <p:cNvPr id="13106" name="Google Shape;13106;p79"/>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79"/>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9"/>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9"/>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9"/>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9"/>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9"/>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9"/>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9"/>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9"/>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9"/>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9"/>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9"/>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9"/>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9"/>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9"/>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9"/>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9"/>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9"/>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9"/>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6" name="Google Shape;13126;p79"/>
          <p:cNvGrpSpPr/>
          <p:nvPr/>
        </p:nvGrpSpPr>
        <p:grpSpPr>
          <a:xfrm>
            <a:off x="3131170" y="3816884"/>
            <a:ext cx="220051" cy="338169"/>
            <a:chOff x="3131170" y="3816884"/>
            <a:chExt cx="220051" cy="338169"/>
          </a:xfrm>
        </p:grpSpPr>
        <p:sp>
          <p:nvSpPr>
            <p:cNvPr id="13127" name="Google Shape;13127;p79"/>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9"/>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9"/>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9"/>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9"/>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9"/>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9"/>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9"/>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9"/>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6" name="Google Shape;13136;p79"/>
          <p:cNvGrpSpPr/>
          <p:nvPr/>
        </p:nvGrpSpPr>
        <p:grpSpPr>
          <a:xfrm>
            <a:off x="903502" y="3359564"/>
            <a:ext cx="247990" cy="333393"/>
            <a:chOff x="903502" y="3359564"/>
            <a:chExt cx="247990" cy="333393"/>
          </a:xfrm>
        </p:grpSpPr>
        <p:sp>
          <p:nvSpPr>
            <p:cNvPr id="13137" name="Google Shape;13137;p79"/>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9"/>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9"/>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9"/>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9"/>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9"/>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9"/>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9"/>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9"/>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9"/>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9"/>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9"/>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9"/>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9"/>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9"/>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9"/>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9"/>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9"/>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9"/>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9"/>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9"/>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9"/>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9" name="Google Shape;13159;p79"/>
          <p:cNvGrpSpPr/>
          <p:nvPr/>
        </p:nvGrpSpPr>
        <p:grpSpPr>
          <a:xfrm>
            <a:off x="2616191" y="2890461"/>
            <a:ext cx="365793" cy="361152"/>
            <a:chOff x="2616191" y="2890461"/>
            <a:chExt cx="365793" cy="361152"/>
          </a:xfrm>
        </p:grpSpPr>
        <p:sp>
          <p:nvSpPr>
            <p:cNvPr id="13160" name="Google Shape;13160;p79"/>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9"/>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9"/>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9"/>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9"/>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9"/>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9"/>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9"/>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9"/>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1" name="Google Shape;13171;p79"/>
          <p:cNvGrpSpPr/>
          <p:nvPr/>
        </p:nvGrpSpPr>
        <p:grpSpPr>
          <a:xfrm>
            <a:off x="3049959" y="1945861"/>
            <a:ext cx="402940" cy="388536"/>
            <a:chOff x="3049959" y="1945861"/>
            <a:chExt cx="402940" cy="388536"/>
          </a:xfrm>
        </p:grpSpPr>
        <p:sp>
          <p:nvSpPr>
            <p:cNvPr id="13172" name="Google Shape;13172;p79"/>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9"/>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9"/>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9"/>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9"/>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9"/>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8" name="Google Shape;13178;p79"/>
          <p:cNvGrpSpPr/>
          <p:nvPr/>
        </p:nvGrpSpPr>
        <p:grpSpPr>
          <a:xfrm>
            <a:off x="2483025" y="4268679"/>
            <a:ext cx="202428" cy="349114"/>
            <a:chOff x="2483025" y="4268679"/>
            <a:chExt cx="202428" cy="349114"/>
          </a:xfrm>
        </p:grpSpPr>
        <p:sp>
          <p:nvSpPr>
            <p:cNvPr id="13179" name="Google Shape;13179;p79"/>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9"/>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9"/>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9"/>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9"/>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9"/>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5" name="Google Shape;13185;p79"/>
          <p:cNvGrpSpPr/>
          <p:nvPr/>
        </p:nvGrpSpPr>
        <p:grpSpPr>
          <a:xfrm>
            <a:off x="862507" y="2885984"/>
            <a:ext cx="329590" cy="365000"/>
            <a:chOff x="862507" y="2885984"/>
            <a:chExt cx="329590" cy="365000"/>
          </a:xfrm>
        </p:grpSpPr>
        <p:sp>
          <p:nvSpPr>
            <p:cNvPr id="13186" name="Google Shape;13186;p79"/>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9"/>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9"/>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9"/>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9"/>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9"/>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9"/>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3" name="Google Shape;13193;p79"/>
          <p:cNvGrpSpPr/>
          <p:nvPr/>
        </p:nvGrpSpPr>
        <p:grpSpPr>
          <a:xfrm>
            <a:off x="3082075" y="2871805"/>
            <a:ext cx="318884" cy="379807"/>
            <a:chOff x="3082075" y="2871805"/>
            <a:chExt cx="318884" cy="379807"/>
          </a:xfrm>
        </p:grpSpPr>
        <p:sp>
          <p:nvSpPr>
            <p:cNvPr id="13194" name="Google Shape;13194;p79"/>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9"/>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9"/>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9"/>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9"/>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9"/>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9"/>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9"/>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9"/>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9"/>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9"/>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9"/>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9"/>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9"/>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9"/>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9"/>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9"/>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9"/>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9"/>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9"/>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4" name="Google Shape;13214;p79"/>
          <p:cNvGrpSpPr/>
          <p:nvPr/>
        </p:nvGrpSpPr>
        <p:grpSpPr>
          <a:xfrm>
            <a:off x="2594780" y="1516494"/>
            <a:ext cx="410187" cy="324244"/>
            <a:chOff x="2594780" y="1516494"/>
            <a:chExt cx="410187" cy="324244"/>
          </a:xfrm>
        </p:grpSpPr>
        <p:sp>
          <p:nvSpPr>
            <p:cNvPr id="13215" name="Google Shape;13215;p79"/>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9"/>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9"/>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9"/>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9"/>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9"/>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9"/>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9"/>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3" name="Google Shape;13223;p79"/>
          <p:cNvGrpSpPr/>
          <p:nvPr/>
        </p:nvGrpSpPr>
        <p:grpSpPr>
          <a:xfrm>
            <a:off x="1742965" y="1502959"/>
            <a:ext cx="333692" cy="333363"/>
            <a:chOff x="1742965" y="1502959"/>
            <a:chExt cx="333692" cy="333363"/>
          </a:xfrm>
        </p:grpSpPr>
        <p:sp>
          <p:nvSpPr>
            <p:cNvPr id="13224" name="Google Shape;13224;p79"/>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9"/>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9"/>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9"/>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8" name="Google Shape;13228;p79"/>
          <p:cNvGrpSpPr/>
          <p:nvPr/>
        </p:nvGrpSpPr>
        <p:grpSpPr>
          <a:xfrm>
            <a:off x="3051531" y="1516809"/>
            <a:ext cx="390034" cy="296545"/>
            <a:chOff x="3051531" y="1516809"/>
            <a:chExt cx="390034" cy="296545"/>
          </a:xfrm>
        </p:grpSpPr>
        <p:sp>
          <p:nvSpPr>
            <p:cNvPr id="13229" name="Google Shape;13229;p79"/>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9"/>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9"/>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9"/>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9"/>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9"/>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9"/>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9"/>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9"/>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9"/>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9"/>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9"/>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9"/>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9"/>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9"/>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4" name="Google Shape;13244;p79"/>
          <p:cNvGrpSpPr/>
          <p:nvPr/>
        </p:nvGrpSpPr>
        <p:grpSpPr>
          <a:xfrm>
            <a:off x="3514900" y="1489020"/>
            <a:ext cx="354145" cy="351869"/>
            <a:chOff x="3514900" y="1489020"/>
            <a:chExt cx="354145" cy="351869"/>
          </a:xfrm>
        </p:grpSpPr>
        <p:sp>
          <p:nvSpPr>
            <p:cNvPr id="13245" name="Google Shape;13245;p79"/>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9"/>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9"/>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9"/>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9"/>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9"/>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9"/>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9"/>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9"/>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9"/>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9"/>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9"/>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9"/>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9"/>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9"/>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9"/>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9"/>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9"/>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9"/>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9"/>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9"/>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9"/>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7" name="Google Shape;13267;p79"/>
          <p:cNvGrpSpPr/>
          <p:nvPr/>
        </p:nvGrpSpPr>
        <p:grpSpPr>
          <a:xfrm>
            <a:off x="3066324" y="3350446"/>
            <a:ext cx="346598" cy="333183"/>
            <a:chOff x="3066324" y="3350446"/>
            <a:chExt cx="346598" cy="333183"/>
          </a:xfrm>
        </p:grpSpPr>
        <p:sp>
          <p:nvSpPr>
            <p:cNvPr id="13268" name="Google Shape;13268;p79"/>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9"/>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9"/>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9"/>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9"/>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9"/>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9"/>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9"/>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9"/>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9"/>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8" name="Google Shape;13278;p79"/>
          <p:cNvGrpSpPr/>
          <p:nvPr/>
        </p:nvGrpSpPr>
        <p:grpSpPr>
          <a:xfrm>
            <a:off x="1282755" y="1952089"/>
            <a:ext cx="363278" cy="363338"/>
            <a:chOff x="1282755" y="1952089"/>
            <a:chExt cx="363278" cy="363338"/>
          </a:xfrm>
        </p:grpSpPr>
        <p:sp>
          <p:nvSpPr>
            <p:cNvPr id="13279" name="Google Shape;13279;p79"/>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9"/>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9"/>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9"/>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9"/>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9"/>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9"/>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6" name="Google Shape;13286;p79"/>
          <p:cNvGrpSpPr/>
          <p:nvPr/>
        </p:nvGrpSpPr>
        <p:grpSpPr>
          <a:xfrm>
            <a:off x="3510094" y="2909281"/>
            <a:ext cx="355133" cy="343574"/>
            <a:chOff x="3510094" y="2909281"/>
            <a:chExt cx="355133" cy="343574"/>
          </a:xfrm>
        </p:grpSpPr>
        <p:sp>
          <p:nvSpPr>
            <p:cNvPr id="13287" name="Google Shape;13287;p79"/>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9"/>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9"/>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9"/>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9"/>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9"/>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9"/>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9"/>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9"/>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9"/>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9"/>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9"/>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9"/>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00" name="Google Shape;13300;p79"/>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01" name="Google Shape;13301;p79"/>
          <p:cNvGrpSpPr/>
          <p:nvPr/>
        </p:nvGrpSpPr>
        <p:grpSpPr>
          <a:xfrm>
            <a:off x="2163842" y="1506972"/>
            <a:ext cx="382787" cy="331566"/>
            <a:chOff x="2163842" y="1506972"/>
            <a:chExt cx="382787" cy="331566"/>
          </a:xfrm>
        </p:grpSpPr>
        <p:sp>
          <p:nvSpPr>
            <p:cNvPr id="13302" name="Google Shape;13302;p79"/>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9"/>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9"/>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9"/>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9"/>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9"/>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9"/>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9"/>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0" name="Google Shape;13310;p79"/>
          <p:cNvGrpSpPr/>
          <p:nvPr/>
        </p:nvGrpSpPr>
        <p:grpSpPr>
          <a:xfrm>
            <a:off x="1738877" y="3349652"/>
            <a:ext cx="357918" cy="350536"/>
            <a:chOff x="1738877" y="3349652"/>
            <a:chExt cx="357918" cy="350536"/>
          </a:xfrm>
        </p:grpSpPr>
        <p:sp>
          <p:nvSpPr>
            <p:cNvPr id="13311" name="Google Shape;13311;p79"/>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9"/>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9"/>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9"/>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9"/>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79"/>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9"/>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9"/>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9"/>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9"/>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9"/>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9"/>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9"/>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79"/>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9"/>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9"/>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9"/>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9"/>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9" name="Google Shape;13329;p79"/>
          <p:cNvGrpSpPr/>
          <p:nvPr/>
        </p:nvGrpSpPr>
        <p:grpSpPr>
          <a:xfrm>
            <a:off x="1971819" y="4276854"/>
            <a:ext cx="383281" cy="333947"/>
            <a:chOff x="1971819" y="4276854"/>
            <a:chExt cx="383281" cy="333947"/>
          </a:xfrm>
        </p:grpSpPr>
        <p:sp>
          <p:nvSpPr>
            <p:cNvPr id="13330" name="Google Shape;13330;p79"/>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9"/>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9"/>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9"/>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9"/>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9"/>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9"/>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9"/>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9"/>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9"/>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0" name="Google Shape;13340;p79"/>
          <p:cNvGrpSpPr/>
          <p:nvPr/>
        </p:nvGrpSpPr>
        <p:grpSpPr>
          <a:xfrm>
            <a:off x="1825119" y="2885819"/>
            <a:ext cx="175987" cy="361391"/>
            <a:chOff x="1825119" y="2885819"/>
            <a:chExt cx="175987" cy="361391"/>
          </a:xfrm>
        </p:grpSpPr>
        <p:sp>
          <p:nvSpPr>
            <p:cNvPr id="13341" name="Google Shape;13341;p79"/>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9"/>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9"/>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9"/>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9"/>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9"/>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79"/>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9"/>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9"/>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9"/>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1" name="Google Shape;13351;p79"/>
          <p:cNvGrpSpPr/>
          <p:nvPr/>
        </p:nvGrpSpPr>
        <p:grpSpPr>
          <a:xfrm>
            <a:off x="3504824" y="3405844"/>
            <a:ext cx="369896" cy="226339"/>
            <a:chOff x="3504824" y="3405844"/>
            <a:chExt cx="369896" cy="226339"/>
          </a:xfrm>
        </p:grpSpPr>
        <p:sp>
          <p:nvSpPr>
            <p:cNvPr id="13352" name="Google Shape;13352;p79"/>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9"/>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9"/>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9"/>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9"/>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9"/>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9"/>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9"/>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9"/>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9"/>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9"/>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9"/>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9"/>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9"/>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9"/>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9"/>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8" name="Google Shape;13368;p79"/>
          <p:cNvGrpSpPr/>
          <p:nvPr/>
        </p:nvGrpSpPr>
        <p:grpSpPr>
          <a:xfrm>
            <a:off x="1295661" y="3819594"/>
            <a:ext cx="345640" cy="342900"/>
            <a:chOff x="1295661" y="3819594"/>
            <a:chExt cx="345640" cy="342900"/>
          </a:xfrm>
        </p:grpSpPr>
        <p:sp>
          <p:nvSpPr>
            <p:cNvPr id="13369" name="Google Shape;13369;p79"/>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9"/>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9"/>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9"/>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9"/>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9"/>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9"/>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9"/>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9"/>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9"/>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9"/>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9"/>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9"/>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9"/>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9"/>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9"/>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9"/>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6" name="Google Shape;13386;p79"/>
          <p:cNvGrpSpPr/>
          <p:nvPr/>
        </p:nvGrpSpPr>
        <p:grpSpPr>
          <a:xfrm>
            <a:off x="3486572" y="2433470"/>
            <a:ext cx="379328" cy="281738"/>
            <a:chOff x="3486572" y="2433470"/>
            <a:chExt cx="379328" cy="281738"/>
          </a:xfrm>
        </p:grpSpPr>
        <p:sp>
          <p:nvSpPr>
            <p:cNvPr id="13387" name="Google Shape;13387;p79"/>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9"/>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9"/>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9"/>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9"/>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9"/>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9"/>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94" name="Google Shape;13394;p79"/>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95" name="Google Shape;13395;p79"/>
          <p:cNvGrpSpPr/>
          <p:nvPr/>
        </p:nvGrpSpPr>
        <p:grpSpPr>
          <a:xfrm>
            <a:off x="3997149" y="3329634"/>
            <a:ext cx="270733" cy="355762"/>
            <a:chOff x="3997149" y="3329634"/>
            <a:chExt cx="270733" cy="355762"/>
          </a:xfrm>
        </p:grpSpPr>
        <p:sp>
          <p:nvSpPr>
            <p:cNvPr id="13396" name="Google Shape;13396;p79"/>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9"/>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79"/>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9"/>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9"/>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9"/>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9"/>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9"/>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9"/>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9"/>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9"/>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79"/>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9"/>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9"/>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9"/>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9"/>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9"/>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9"/>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9"/>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9"/>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9"/>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7" name="Google Shape;13417;p79"/>
          <p:cNvGrpSpPr/>
          <p:nvPr/>
        </p:nvGrpSpPr>
        <p:grpSpPr>
          <a:xfrm>
            <a:off x="3954343" y="2899354"/>
            <a:ext cx="345655" cy="343529"/>
            <a:chOff x="3954343" y="2899354"/>
            <a:chExt cx="345655" cy="343529"/>
          </a:xfrm>
        </p:grpSpPr>
        <p:sp>
          <p:nvSpPr>
            <p:cNvPr id="13418" name="Google Shape;13418;p79"/>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9"/>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79"/>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79"/>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9"/>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9"/>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9"/>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9"/>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9"/>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9"/>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9"/>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9"/>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0" name="Google Shape;13430;p79"/>
          <p:cNvGrpSpPr/>
          <p:nvPr/>
        </p:nvGrpSpPr>
        <p:grpSpPr>
          <a:xfrm>
            <a:off x="2166043" y="3351344"/>
            <a:ext cx="369566" cy="349803"/>
            <a:chOff x="2166043" y="3351344"/>
            <a:chExt cx="369566" cy="349803"/>
          </a:xfrm>
        </p:grpSpPr>
        <p:sp>
          <p:nvSpPr>
            <p:cNvPr id="13431" name="Google Shape;13431;p79"/>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79"/>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9"/>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9"/>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9"/>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9"/>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9"/>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9"/>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9"/>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0" name="Google Shape;13440;p79"/>
          <p:cNvGrpSpPr/>
          <p:nvPr/>
        </p:nvGrpSpPr>
        <p:grpSpPr>
          <a:xfrm>
            <a:off x="2619649" y="3352332"/>
            <a:ext cx="365793" cy="329275"/>
            <a:chOff x="2619649" y="3352332"/>
            <a:chExt cx="365793" cy="329275"/>
          </a:xfrm>
        </p:grpSpPr>
        <p:sp>
          <p:nvSpPr>
            <p:cNvPr id="13441" name="Google Shape;13441;p79"/>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9"/>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9"/>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9"/>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9"/>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9"/>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9"/>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9"/>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9"/>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9"/>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1" name="Google Shape;13451;p79"/>
          <p:cNvGrpSpPr/>
          <p:nvPr/>
        </p:nvGrpSpPr>
        <p:grpSpPr>
          <a:xfrm>
            <a:off x="1293760" y="1498228"/>
            <a:ext cx="340624" cy="351944"/>
            <a:chOff x="1293760" y="1498228"/>
            <a:chExt cx="340624" cy="351944"/>
          </a:xfrm>
        </p:grpSpPr>
        <p:sp>
          <p:nvSpPr>
            <p:cNvPr id="13452" name="Google Shape;13452;p79"/>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9"/>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9"/>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9"/>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9"/>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79"/>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79"/>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9"/>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9"/>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79"/>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9"/>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9"/>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79"/>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9"/>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6" name="Google Shape;13466;p79"/>
          <p:cNvGrpSpPr/>
          <p:nvPr/>
        </p:nvGrpSpPr>
        <p:grpSpPr>
          <a:xfrm>
            <a:off x="849601" y="1952074"/>
            <a:ext cx="406713" cy="383745"/>
            <a:chOff x="849601" y="1952074"/>
            <a:chExt cx="406713" cy="383745"/>
          </a:xfrm>
        </p:grpSpPr>
        <p:sp>
          <p:nvSpPr>
            <p:cNvPr id="13467" name="Google Shape;13467;p79"/>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9"/>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9"/>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9"/>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9"/>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9"/>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9"/>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4" name="Google Shape;13474;p79"/>
          <p:cNvGrpSpPr/>
          <p:nvPr/>
        </p:nvGrpSpPr>
        <p:grpSpPr>
          <a:xfrm>
            <a:off x="2253871" y="2893365"/>
            <a:ext cx="203985" cy="355417"/>
            <a:chOff x="2253871" y="2893365"/>
            <a:chExt cx="203985" cy="355417"/>
          </a:xfrm>
        </p:grpSpPr>
        <p:sp>
          <p:nvSpPr>
            <p:cNvPr id="13475" name="Google Shape;13475;p79"/>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79"/>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79"/>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9"/>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9"/>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9"/>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79"/>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79"/>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9"/>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9"/>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9"/>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6" name="Google Shape;13486;p79"/>
          <p:cNvGrpSpPr/>
          <p:nvPr/>
        </p:nvGrpSpPr>
        <p:grpSpPr>
          <a:xfrm>
            <a:off x="2191541" y="2408601"/>
            <a:ext cx="308823" cy="342571"/>
            <a:chOff x="2191541" y="2408601"/>
            <a:chExt cx="308823" cy="342571"/>
          </a:xfrm>
        </p:grpSpPr>
        <p:sp>
          <p:nvSpPr>
            <p:cNvPr id="13487" name="Google Shape;13487;p79"/>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9"/>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9"/>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79"/>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79"/>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9"/>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9"/>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9"/>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9"/>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9"/>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9"/>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9"/>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9"/>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0" name="Google Shape;13500;p79"/>
          <p:cNvGrpSpPr/>
          <p:nvPr/>
        </p:nvGrpSpPr>
        <p:grpSpPr>
          <a:xfrm>
            <a:off x="847400" y="1503588"/>
            <a:ext cx="342496" cy="341553"/>
            <a:chOff x="847400" y="1503588"/>
            <a:chExt cx="342496" cy="341553"/>
          </a:xfrm>
        </p:grpSpPr>
        <p:sp>
          <p:nvSpPr>
            <p:cNvPr id="13501" name="Google Shape;13501;p79"/>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79"/>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9"/>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9"/>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9"/>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9"/>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79"/>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9"/>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9"/>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9"/>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9"/>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9"/>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9"/>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9"/>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9"/>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9"/>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9"/>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9"/>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9"/>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9"/>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1" name="Google Shape;13521;p79"/>
          <p:cNvGrpSpPr/>
          <p:nvPr/>
        </p:nvGrpSpPr>
        <p:grpSpPr>
          <a:xfrm>
            <a:off x="1329963" y="2899669"/>
            <a:ext cx="280495" cy="361077"/>
            <a:chOff x="1329963" y="2899669"/>
            <a:chExt cx="280495" cy="361077"/>
          </a:xfrm>
        </p:grpSpPr>
        <p:sp>
          <p:nvSpPr>
            <p:cNvPr id="13522" name="Google Shape;13522;p79"/>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9"/>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9"/>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9"/>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7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7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9"/>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9" name="Google Shape;13529;p79"/>
          <p:cNvGrpSpPr/>
          <p:nvPr/>
        </p:nvGrpSpPr>
        <p:grpSpPr>
          <a:xfrm>
            <a:off x="937429" y="3800908"/>
            <a:ext cx="195496" cy="343439"/>
            <a:chOff x="937429" y="3800908"/>
            <a:chExt cx="195496" cy="343439"/>
          </a:xfrm>
        </p:grpSpPr>
        <p:sp>
          <p:nvSpPr>
            <p:cNvPr id="13530" name="Google Shape;13530;p79"/>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9"/>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79"/>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9"/>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9"/>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9"/>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9"/>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9"/>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9"/>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9"/>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9"/>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9"/>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79"/>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3" name="Google Shape;13543;p79"/>
          <p:cNvGrpSpPr/>
          <p:nvPr/>
        </p:nvGrpSpPr>
        <p:grpSpPr>
          <a:xfrm>
            <a:off x="2687659" y="3810655"/>
            <a:ext cx="365164" cy="342511"/>
            <a:chOff x="2611459" y="3810655"/>
            <a:chExt cx="365164" cy="342511"/>
          </a:xfrm>
        </p:grpSpPr>
        <p:sp>
          <p:nvSpPr>
            <p:cNvPr id="13544" name="Google Shape;13544;p79"/>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9"/>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9"/>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9"/>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9"/>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9"/>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9"/>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79"/>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9"/>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9"/>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9"/>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5" name="Google Shape;13555;p79"/>
          <p:cNvGrpSpPr/>
          <p:nvPr/>
        </p:nvGrpSpPr>
        <p:grpSpPr>
          <a:xfrm>
            <a:off x="3952456" y="1524280"/>
            <a:ext cx="370195" cy="300154"/>
            <a:chOff x="3952456" y="1524280"/>
            <a:chExt cx="370195" cy="300154"/>
          </a:xfrm>
        </p:grpSpPr>
        <p:sp>
          <p:nvSpPr>
            <p:cNvPr id="13556" name="Google Shape;13556;p79"/>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9"/>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79"/>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9"/>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9"/>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79"/>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565" name="Shape 13565"/>
        <p:cNvGrpSpPr/>
        <p:nvPr/>
      </p:nvGrpSpPr>
      <p:grpSpPr>
        <a:xfrm>
          <a:off x="0" y="0"/>
          <a:ext cx="0" cy="0"/>
          <a:chOff x="0" y="0"/>
          <a:chExt cx="0" cy="0"/>
        </a:xfrm>
      </p:grpSpPr>
      <p:sp>
        <p:nvSpPr>
          <p:cNvPr id="13566" name="Google Shape;13566;p80"/>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567" name="Google Shape;13567;p80"/>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3568" name="Google Shape;13568;p80"/>
          <p:cNvGrpSpPr/>
          <p:nvPr/>
        </p:nvGrpSpPr>
        <p:grpSpPr>
          <a:xfrm>
            <a:off x="908482" y="1502585"/>
            <a:ext cx="257112" cy="362808"/>
            <a:chOff x="908482" y="1502585"/>
            <a:chExt cx="257112" cy="362808"/>
          </a:xfrm>
        </p:grpSpPr>
        <p:sp>
          <p:nvSpPr>
            <p:cNvPr id="13569" name="Google Shape;13569;p80"/>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0"/>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0"/>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0"/>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0"/>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0"/>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0"/>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0"/>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0"/>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0"/>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0"/>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0"/>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0"/>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0"/>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0"/>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0"/>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0"/>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0"/>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0"/>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0"/>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9" name="Google Shape;13589;p80"/>
          <p:cNvGrpSpPr/>
          <p:nvPr/>
        </p:nvGrpSpPr>
        <p:grpSpPr>
          <a:xfrm>
            <a:off x="1303537" y="1502716"/>
            <a:ext cx="362939" cy="362677"/>
            <a:chOff x="1303537" y="1502716"/>
            <a:chExt cx="362939" cy="362677"/>
          </a:xfrm>
        </p:grpSpPr>
        <p:sp>
          <p:nvSpPr>
            <p:cNvPr id="13590" name="Google Shape;13590;p80"/>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0"/>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0"/>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0"/>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0"/>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0"/>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0"/>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0"/>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0"/>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0"/>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0"/>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1" name="Google Shape;13601;p80"/>
          <p:cNvGrpSpPr/>
          <p:nvPr/>
        </p:nvGrpSpPr>
        <p:grpSpPr>
          <a:xfrm>
            <a:off x="1751901" y="1502716"/>
            <a:ext cx="362677" cy="362677"/>
            <a:chOff x="1751901" y="1502716"/>
            <a:chExt cx="362677" cy="362677"/>
          </a:xfrm>
        </p:grpSpPr>
        <p:sp>
          <p:nvSpPr>
            <p:cNvPr id="13602" name="Google Shape;13602;p80"/>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0"/>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0"/>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0"/>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0"/>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0"/>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0"/>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0"/>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0"/>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0"/>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0"/>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0"/>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0"/>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0"/>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0"/>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0"/>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0"/>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0"/>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0"/>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1" name="Google Shape;13621;p80"/>
          <p:cNvGrpSpPr/>
          <p:nvPr/>
        </p:nvGrpSpPr>
        <p:grpSpPr>
          <a:xfrm>
            <a:off x="3095178" y="1502716"/>
            <a:ext cx="334290" cy="362677"/>
            <a:chOff x="3095178" y="1502716"/>
            <a:chExt cx="334290" cy="362677"/>
          </a:xfrm>
        </p:grpSpPr>
        <p:sp>
          <p:nvSpPr>
            <p:cNvPr id="13622" name="Google Shape;13622;p80"/>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0"/>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0"/>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0"/>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0"/>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0"/>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0"/>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0"/>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0"/>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0"/>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0"/>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0"/>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0"/>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0"/>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0"/>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0"/>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0"/>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9" name="Google Shape;13639;p80"/>
          <p:cNvGrpSpPr/>
          <p:nvPr/>
        </p:nvGrpSpPr>
        <p:grpSpPr>
          <a:xfrm>
            <a:off x="3542281" y="1505605"/>
            <a:ext cx="366196" cy="357005"/>
            <a:chOff x="3542281" y="1505605"/>
            <a:chExt cx="366196" cy="357005"/>
          </a:xfrm>
        </p:grpSpPr>
        <p:sp>
          <p:nvSpPr>
            <p:cNvPr id="13640" name="Google Shape;13640;p80"/>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0"/>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0"/>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0"/>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0"/>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0"/>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0"/>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0"/>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0"/>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0"/>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0"/>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0"/>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0"/>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0"/>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0"/>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0"/>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0"/>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0"/>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0"/>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0"/>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0"/>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0"/>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0"/>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0"/>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0"/>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5" name="Google Shape;13665;p80"/>
          <p:cNvGrpSpPr/>
          <p:nvPr/>
        </p:nvGrpSpPr>
        <p:grpSpPr>
          <a:xfrm>
            <a:off x="1748382" y="3384797"/>
            <a:ext cx="364673" cy="340067"/>
            <a:chOff x="1748382" y="3384797"/>
            <a:chExt cx="364673" cy="340067"/>
          </a:xfrm>
        </p:grpSpPr>
        <p:sp>
          <p:nvSpPr>
            <p:cNvPr id="13666" name="Google Shape;13666;p80"/>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0"/>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0"/>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0"/>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0"/>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0"/>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0"/>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0"/>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0"/>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0"/>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0"/>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0"/>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0"/>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0"/>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0"/>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1" name="Google Shape;13681;p80"/>
          <p:cNvGrpSpPr/>
          <p:nvPr/>
        </p:nvGrpSpPr>
        <p:grpSpPr>
          <a:xfrm>
            <a:off x="6221064" y="3811049"/>
            <a:ext cx="364673" cy="339804"/>
            <a:chOff x="6221064" y="3811049"/>
            <a:chExt cx="364673" cy="339804"/>
          </a:xfrm>
        </p:grpSpPr>
        <p:sp>
          <p:nvSpPr>
            <p:cNvPr id="13682" name="Google Shape;13682;p80"/>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0"/>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0"/>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0"/>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0"/>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0"/>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0"/>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0"/>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0"/>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0"/>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0"/>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0"/>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0"/>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0"/>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0"/>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7" name="Google Shape;13697;p80"/>
          <p:cNvGrpSpPr/>
          <p:nvPr/>
        </p:nvGrpSpPr>
        <p:grpSpPr>
          <a:xfrm>
            <a:off x="2182643" y="3386320"/>
            <a:ext cx="382030" cy="320451"/>
            <a:chOff x="2182643" y="3386320"/>
            <a:chExt cx="382030" cy="320451"/>
          </a:xfrm>
        </p:grpSpPr>
        <p:sp>
          <p:nvSpPr>
            <p:cNvPr id="13698" name="Google Shape;13698;p80"/>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0"/>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0"/>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0"/>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0"/>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0"/>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0"/>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0"/>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0"/>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0"/>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0"/>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0"/>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0"/>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0"/>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0"/>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3" name="Google Shape;13713;p80"/>
          <p:cNvGrpSpPr/>
          <p:nvPr/>
        </p:nvGrpSpPr>
        <p:grpSpPr>
          <a:xfrm>
            <a:off x="3084386" y="3389340"/>
            <a:ext cx="353880" cy="330745"/>
            <a:chOff x="3084386" y="3389340"/>
            <a:chExt cx="353880" cy="330745"/>
          </a:xfrm>
        </p:grpSpPr>
        <p:sp>
          <p:nvSpPr>
            <p:cNvPr id="13714" name="Google Shape;13714;p80"/>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0"/>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0"/>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0"/>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0"/>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0"/>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0"/>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0"/>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0"/>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0"/>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0"/>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0"/>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6" name="Google Shape;13726;p80"/>
          <p:cNvGrpSpPr/>
          <p:nvPr/>
        </p:nvGrpSpPr>
        <p:grpSpPr>
          <a:xfrm>
            <a:off x="863499" y="1970906"/>
            <a:ext cx="347078" cy="364016"/>
            <a:chOff x="863499" y="1970906"/>
            <a:chExt cx="347078" cy="364016"/>
          </a:xfrm>
        </p:grpSpPr>
        <p:sp>
          <p:nvSpPr>
            <p:cNvPr id="13727" name="Google Shape;13727;p80"/>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0"/>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0"/>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0"/>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0"/>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0"/>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0"/>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0"/>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0"/>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0"/>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0"/>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0"/>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0"/>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0"/>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1" name="Google Shape;13741;p80"/>
          <p:cNvGrpSpPr/>
          <p:nvPr/>
        </p:nvGrpSpPr>
        <p:grpSpPr>
          <a:xfrm>
            <a:off x="1749879" y="1970906"/>
            <a:ext cx="364436" cy="364174"/>
            <a:chOff x="1749879" y="1970906"/>
            <a:chExt cx="364436" cy="364174"/>
          </a:xfrm>
        </p:grpSpPr>
        <p:sp>
          <p:nvSpPr>
            <p:cNvPr id="13742" name="Google Shape;13742;p80"/>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0"/>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0"/>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0"/>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0"/>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0"/>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0"/>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0"/>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0"/>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0"/>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0"/>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0"/>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0"/>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0"/>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6" name="Google Shape;13756;p80"/>
          <p:cNvGrpSpPr/>
          <p:nvPr/>
        </p:nvGrpSpPr>
        <p:grpSpPr>
          <a:xfrm>
            <a:off x="2186425" y="1976158"/>
            <a:ext cx="396106" cy="353985"/>
            <a:chOff x="2186425" y="1976158"/>
            <a:chExt cx="396106" cy="353985"/>
          </a:xfrm>
        </p:grpSpPr>
        <p:sp>
          <p:nvSpPr>
            <p:cNvPr id="13757" name="Google Shape;13757;p80"/>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0"/>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0"/>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0"/>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0"/>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0"/>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0"/>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4" name="Google Shape;13764;p80"/>
          <p:cNvGrpSpPr/>
          <p:nvPr/>
        </p:nvGrpSpPr>
        <p:grpSpPr>
          <a:xfrm>
            <a:off x="2659157" y="2017412"/>
            <a:ext cx="319190" cy="271240"/>
            <a:chOff x="2659157" y="2017412"/>
            <a:chExt cx="319190" cy="271240"/>
          </a:xfrm>
        </p:grpSpPr>
        <p:sp>
          <p:nvSpPr>
            <p:cNvPr id="13765" name="Google Shape;13765;p80"/>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0"/>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0"/>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0"/>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0"/>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0"/>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0"/>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0"/>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0"/>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0"/>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0"/>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0"/>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0"/>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0"/>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0"/>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0"/>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0"/>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0"/>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0"/>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0"/>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0"/>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0"/>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0"/>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0"/>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0"/>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0"/>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1" name="Google Shape;13791;p80"/>
          <p:cNvGrpSpPr/>
          <p:nvPr/>
        </p:nvGrpSpPr>
        <p:grpSpPr>
          <a:xfrm>
            <a:off x="3111775" y="1993516"/>
            <a:ext cx="318928" cy="319217"/>
            <a:chOff x="3111775" y="1993516"/>
            <a:chExt cx="318928" cy="319217"/>
          </a:xfrm>
        </p:grpSpPr>
        <p:sp>
          <p:nvSpPr>
            <p:cNvPr id="13792" name="Google Shape;13792;p80"/>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0"/>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0"/>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0"/>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0"/>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0"/>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0"/>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0"/>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0"/>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0"/>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0"/>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0"/>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0"/>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0"/>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0"/>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0"/>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0"/>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0"/>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0"/>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0"/>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0"/>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0"/>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0"/>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0"/>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0"/>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0"/>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0"/>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0"/>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0"/>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0"/>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2" name="Google Shape;13822;p80"/>
          <p:cNvGrpSpPr/>
          <p:nvPr/>
        </p:nvGrpSpPr>
        <p:grpSpPr>
          <a:xfrm>
            <a:off x="4023785" y="1970407"/>
            <a:ext cx="288807" cy="355377"/>
            <a:chOff x="4023785" y="1970407"/>
            <a:chExt cx="288807" cy="355377"/>
          </a:xfrm>
        </p:grpSpPr>
        <p:sp>
          <p:nvSpPr>
            <p:cNvPr id="13823" name="Google Shape;13823;p80"/>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0"/>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0"/>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0"/>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0"/>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0"/>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0"/>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0"/>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0"/>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0"/>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0"/>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0"/>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0"/>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0"/>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0"/>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0"/>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0"/>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0"/>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0"/>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0"/>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3" name="Google Shape;13843;p80"/>
          <p:cNvGrpSpPr/>
          <p:nvPr/>
        </p:nvGrpSpPr>
        <p:grpSpPr>
          <a:xfrm>
            <a:off x="3544540" y="3380963"/>
            <a:ext cx="320188" cy="319269"/>
            <a:chOff x="3544540" y="3380963"/>
            <a:chExt cx="320188" cy="319269"/>
          </a:xfrm>
        </p:grpSpPr>
        <p:sp>
          <p:nvSpPr>
            <p:cNvPr id="13844" name="Google Shape;13844;p80"/>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0"/>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0"/>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0"/>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0"/>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0"/>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0"/>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0"/>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0"/>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0"/>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0"/>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0"/>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0"/>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0"/>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0"/>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0"/>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0" name="Google Shape;13860;p80"/>
          <p:cNvGrpSpPr/>
          <p:nvPr/>
        </p:nvGrpSpPr>
        <p:grpSpPr>
          <a:xfrm>
            <a:off x="3944637" y="3354834"/>
            <a:ext cx="415696" cy="371605"/>
            <a:chOff x="3944637" y="3354834"/>
            <a:chExt cx="415696" cy="371605"/>
          </a:xfrm>
        </p:grpSpPr>
        <p:sp>
          <p:nvSpPr>
            <p:cNvPr id="13861" name="Google Shape;13861;p80"/>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0"/>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0"/>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0"/>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0"/>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0"/>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0"/>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0"/>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0"/>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0"/>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0"/>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0"/>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0"/>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0"/>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0"/>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0"/>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0"/>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8" name="Google Shape;13878;p80"/>
          <p:cNvGrpSpPr/>
          <p:nvPr/>
        </p:nvGrpSpPr>
        <p:grpSpPr>
          <a:xfrm>
            <a:off x="1314619" y="3821527"/>
            <a:ext cx="346317" cy="332136"/>
            <a:chOff x="1314619" y="3821527"/>
            <a:chExt cx="346317" cy="332136"/>
          </a:xfrm>
        </p:grpSpPr>
        <p:sp>
          <p:nvSpPr>
            <p:cNvPr id="13879" name="Google Shape;13879;p80"/>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0"/>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0"/>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0"/>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0"/>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0"/>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0"/>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0"/>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7" name="Google Shape;13887;p80"/>
          <p:cNvGrpSpPr/>
          <p:nvPr/>
        </p:nvGrpSpPr>
        <p:grpSpPr>
          <a:xfrm>
            <a:off x="1751139" y="3790934"/>
            <a:ext cx="386258" cy="380507"/>
            <a:chOff x="1751139" y="3790934"/>
            <a:chExt cx="386258" cy="380507"/>
          </a:xfrm>
        </p:grpSpPr>
        <p:sp>
          <p:nvSpPr>
            <p:cNvPr id="13888" name="Google Shape;13888;p80"/>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0"/>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0"/>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0"/>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0"/>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0"/>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0"/>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0"/>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0"/>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0"/>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0"/>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0"/>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0"/>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0"/>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0"/>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0"/>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6" name="Google Shape;13906;p80"/>
          <p:cNvGrpSpPr/>
          <p:nvPr/>
        </p:nvGrpSpPr>
        <p:grpSpPr>
          <a:xfrm>
            <a:off x="2189681" y="3821606"/>
            <a:ext cx="395607" cy="318928"/>
            <a:chOff x="2189681" y="3821606"/>
            <a:chExt cx="395607" cy="318928"/>
          </a:xfrm>
        </p:grpSpPr>
        <p:sp>
          <p:nvSpPr>
            <p:cNvPr id="13907" name="Google Shape;13907;p80"/>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0"/>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0"/>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0"/>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0"/>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0"/>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0"/>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0"/>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0"/>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0"/>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0"/>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0"/>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0"/>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0"/>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0"/>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0"/>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0"/>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0"/>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0"/>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0"/>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0"/>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0"/>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0"/>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0"/>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0"/>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0"/>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0"/>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0"/>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0"/>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0"/>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7" name="Google Shape;13937;p80"/>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8" name="Google Shape;13938;p80"/>
          <p:cNvGrpSpPr/>
          <p:nvPr/>
        </p:nvGrpSpPr>
        <p:grpSpPr>
          <a:xfrm>
            <a:off x="1277409" y="1961347"/>
            <a:ext cx="420475" cy="383055"/>
            <a:chOff x="1277409" y="1961347"/>
            <a:chExt cx="420475" cy="383055"/>
          </a:xfrm>
        </p:grpSpPr>
        <p:sp>
          <p:nvSpPr>
            <p:cNvPr id="13939" name="Google Shape;13939;p80"/>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0"/>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0"/>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0"/>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0"/>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0"/>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0"/>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0"/>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0"/>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0"/>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0"/>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0"/>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0"/>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0"/>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0"/>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0"/>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0"/>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0"/>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0"/>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0"/>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0"/>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0"/>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0"/>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0"/>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0"/>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0"/>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0"/>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6" name="Google Shape;13966;p80"/>
          <p:cNvGrpSpPr/>
          <p:nvPr/>
        </p:nvGrpSpPr>
        <p:grpSpPr>
          <a:xfrm>
            <a:off x="2215075" y="2432819"/>
            <a:ext cx="380008" cy="351648"/>
            <a:chOff x="2215075" y="2432819"/>
            <a:chExt cx="380008" cy="351648"/>
          </a:xfrm>
        </p:grpSpPr>
        <p:sp>
          <p:nvSpPr>
            <p:cNvPr id="13967" name="Google Shape;13967;p80"/>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0"/>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0"/>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0"/>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0"/>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0"/>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0"/>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0"/>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0"/>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0"/>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0"/>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0"/>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0"/>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0"/>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0"/>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0"/>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0"/>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0"/>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0"/>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0"/>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0"/>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0"/>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0"/>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0"/>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0"/>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0"/>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0"/>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0"/>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0"/>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0"/>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0"/>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8" name="Google Shape;13998;p80"/>
          <p:cNvGrpSpPr/>
          <p:nvPr/>
        </p:nvGrpSpPr>
        <p:grpSpPr>
          <a:xfrm>
            <a:off x="2661416" y="2422342"/>
            <a:ext cx="344059" cy="340671"/>
            <a:chOff x="2661416" y="2422342"/>
            <a:chExt cx="344059" cy="340671"/>
          </a:xfrm>
        </p:grpSpPr>
        <p:sp>
          <p:nvSpPr>
            <p:cNvPr id="13999" name="Google Shape;13999;p80"/>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0"/>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0"/>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0"/>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0"/>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0"/>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0"/>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0"/>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0"/>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0"/>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0"/>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0"/>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0"/>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2" name="Google Shape;14012;p80"/>
          <p:cNvGrpSpPr/>
          <p:nvPr/>
        </p:nvGrpSpPr>
        <p:grpSpPr>
          <a:xfrm>
            <a:off x="4066510" y="2422342"/>
            <a:ext cx="206876" cy="348470"/>
            <a:chOff x="4066510" y="2422342"/>
            <a:chExt cx="206876" cy="348470"/>
          </a:xfrm>
        </p:grpSpPr>
        <p:sp>
          <p:nvSpPr>
            <p:cNvPr id="14013" name="Google Shape;14013;p80"/>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0"/>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0"/>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0"/>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0"/>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0"/>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0"/>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0"/>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0"/>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0"/>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0"/>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0"/>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25" name="Google Shape;14025;p80"/>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6" name="Google Shape;14026;p80"/>
          <p:cNvGrpSpPr/>
          <p:nvPr/>
        </p:nvGrpSpPr>
        <p:grpSpPr>
          <a:xfrm>
            <a:off x="2617693" y="3817325"/>
            <a:ext cx="420475" cy="326491"/>
            <a:chOff x="2617693" y="3817325"/>
            <a:chExt cx="420475" cy="326491"/>
          </a:xfrm>
        </p:grpSpPr>
        <p:sp>
          <p:nvSpPr>
            <p:cNvPr id="14027" name="Google Shape;14027;p80"/>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0"/>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0"/>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0"/>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0"/>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0"/>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0"/>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0"/>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0"/>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0"/>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0"/>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0"/>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0"/>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0"/>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0"/>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0"/>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0"/>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4" name="Google Shape;14044;p80"/>
          <p:cNvGrpSpPr/>
          <p:nvPr/>
        </p:nvGrpSpPr>
        <p:grpSpPr>
          <a:xfrm>
            <a:off x="3545301" y="2423523"/>
            <a:ext cx="358134" cy="356637"/>
            <a:chOff x="3545301" y="2423523"/>
            <a:chExt cx="358134" cy="356637"/>
          </a:xfrm>
        </p:grpSpPr>
        <p:sp>
          <p:nvSpPr>
            <p:cNvPr id="14045" name="Google Shape;14045;p80"/>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0"/>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0"/>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0"/>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0"/>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0"/>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0"/>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0"/>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0"/>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4" name="Google Shape;14054;p80"/>
          <p:cNvGrpSpPr/>
          <p:nvPr/>
        </p:nvGrpSpPr>
        <p:grpSpPr>
          <a:xfrm>
            <a:off x="5766424" y="4275195"/>
            <a:ext cx="358160" cy="356926"/>
            <a:chOff x="5766424" y="4275195"/>
            <a:chExt cx="358160" cy="356926"/>
          </a:xfrm>
        </p:grpSpPr>
        <p:sp>
          <p:nvSpPr>
            <p:cNvPr id="14055" name="Google Shape;14055;p80"/>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0"/>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0"/>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0"/>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0"/>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0"/>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0"/>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0"/>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0"/>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4" name="Google Shape;14064;p80"/>
          <p:cNvGrpSpPr/>
          <p:nvPr/>
        </p:nvGrpSpPr>
        <p:grpSpPr>
          <a:xfrm>
            <a:off x="3531462" y="3824599"/>
            <a:ext cx="377251" cy="324232"/>
            <a:chOff x="3531462" y="3824599"/>
            <a:chExt cx="377251" cy="324232"/>
          </a:xfrm>
        </p:grpSpPr>
        <p:sp>
          <p:nvSpPr>
            <p:cNvPr id="14065" name="Google Shape;14065;p80"/>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0"/>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0"/>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0"/>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0"/>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0"/>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0"/>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0"/>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0"/>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0"/>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0"/>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6" name="Google Shape;14076;p80"/>
          <p:cNvGrpSpPr/>
          <p:nvPr/>
        </p:nvGrpSpPr>
        <p:grpSpPr>
          <a:xfrm>
            <a:off x="4030586" y="3805246"/>
            <a:ext cx="286523" cy="340566"/>
            <a:chOff x="4030586" y="3805246"/>
            <a:chExt cx="286523" cy="340566"/>
          </a:xfrm>
        </p:grpSpPr>
        <p:sp>
          <p:nvSpPr>
            <p:cNvPr id="14077" name="Google Shape;14077;p80"/>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0"/>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0"/>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0"/>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0"/>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0"/>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0"/>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0"/>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0"/>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0"/>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0"/>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0"/>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0"/>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0" name="Google Shape;14090;p80"/>
          <p:cNvGrpSpPr/>
          <p:nvPr/>
        </p:nvGrpSpPr>
        <p:grpSpPr>
          <a:xfrm>
            <a:off x="2180884" y="2888719"/>
            <a:ext cx="376752" cy="374468"/>
            <a:chOff x="2180884" y="2888719"/>
            <a:chExt cx="376752" cy="374468"/>
          </a:xfrm>
        </p:grpSpPr>
        <p:sp>
          <p:nvSpPr>
            <p:cNvPr id="14091" name="Google Shape;14091;p80"/>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0"/>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0"/>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0"/>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0"/>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0"/>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0"/>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0"/>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0"/>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0"/>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0"/>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0"/>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0"/>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0"/>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5" name="Google Shape;14105;p80"/>
          <p:cNvGrpSpPr/>
          <p:nvPr/>
        </p:nvGrpSpPr>
        <p:grpSpPr>
          <a:xfrm>
            <a:off x="3954432" y="2942999"/>
            <a:ext cx="378249" cy="265909"/>
            <a:chOff x="3954432" y="2942999"/>
            <a:chExt cx="378249" cy="265909"/>
          </a:xfrm>
        </p:grpSpPr>
        <p:sp>
          <p:nvSpPr>
            <p:cNvPr id="14106" name="Google Shape;14106;p80"/>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0"/>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0"/>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0"/>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0"/>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0"/>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0"/>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0"/>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0"/>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5" name="Google Shape;14115;p80"/>
          <p:cNvGrpSpPr/>
          <p:nvPr/>
        </p:nvGrpSpPr>
        <p:grpSpPr>
          <a:xfrm>
            <a:off x="1752137" y="4266608"/>
            <a:ext cx="378512" cy="374756"/>
            <a:chOff x="1752137" y="4266608"/>
            <a:chExt cx="378512" cy="374756"/>
          </a:xfrm>
        </p:grpSpPr>
        <p:sp>
          <p:nvSpPr>
            <p:cNvPr id="14116" name="Google Shape;14116;p80"/>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0"/>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0"/>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0"/>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0"/>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0"/>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0"/>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0"/>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0"/>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0"/>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0"/>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0"/>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0"/>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0"/>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0"/>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0"/>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0"/>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0"/>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0"/>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7" name="Google Shape;14137;p80"/>
          <p:cNvGrpSpPr/>
          <p:nvPr/>
        </p:nvGrpSpPr>
        <p:grpSpPr>
          <a:xfrm>
            <a:off x="3117788" y="3812546"/>
            <a:ext cx="341065" cy="341065"/>
            <a:chOff x="3117788" y="3812546"/>
            <a:chExt cx="341065" cy="341065"/>
          </a:xfrm>
        </p:grpSpPr>
        <p:sp>
          <p:nvSpPr>
            <p:cNvPr id="14138" name="Google Shape;14138;p80"/>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0"/>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0"/>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0"/>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0"/>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0"/>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4" name="Google Shape;14144;p80"/>
          <p:cNvGrpSpPr/>
          <p:nvPr/>
        </p:nvGrpSpPr>
        <p:grpSpPr>
          <a:xfrm>
            <a:off x="3994400" y="4299932"/>
            <a:ext cx="338281" cy="322657"/>
            <a:chOff x="3994400" y="4299932"/>
            <a:chExt cx="338281" cy="322657"/>
          </a:xfrm>
        </p:grpSpPr>
        <p:sp>
          <p:nvSpPr>
            <p:cNvPr id="14145" name="Google Shape;14145;p80"/>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0"/>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0"/>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0"/>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0"/>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0"/>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0"/>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0"/>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53" name="Google Shape;14153;p80"/>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0"/>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55" name="Google Shape;14155;p80"/>
          <p:cNvGrpSpPr/>
          <p:nvPr/>
        </p:nvGrpSpPr>
        <p:grpSpPr>
          <a:xfrm>
            <a:off x="3573426" y="1965628"/>
            <a:ext cx="302358" cy="374993"/>
            <a:chOff x="3573426" y="1965628"/>
            <a:chExt cx="302358" cy="374993"/>
          </a:xfrm>
        </p:grpSpPr>
        <p:sp>
          <p:nvSpPr>
            <p:cNvPr id="14156" name="Google Shape;14156;p80"/>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0"/>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0"/>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0"/>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0"/>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0"/>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0"/>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0"/>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0"/>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0"/>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0"/>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0"/>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0"/>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0"/>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0"/>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0"/>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0"/>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0"/>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0"/>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0"/>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0"/>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0"/>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0"/>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0"/>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0"/>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0"/>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0"/>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0"/>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0"/>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0"/>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0"/>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0"/>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0"/>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0"/>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0"/>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0"/>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0"/>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0"/>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0"/>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0"/>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0"/>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0"/>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0"/>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0"/>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0"/>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0"/>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0"/>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3" name="Google Shape;14203;p80"/>
          <p:cNvGrpSpPr/>
          <p:nvPr/>
        </p:nvGrpSpPr>
        <p:grpSpPr>
          <a:xfrm>
            <a:off x="3513632" y="2908572"/>
            <a:ext cx="355876" cy="331007"/>
            <a:chOff x="3513632" y="2908572"/>
            <a:chExt cx="355876" cy="331007"/>
          </a:xfrm>
        </p:grpSpPr>
        <p:sp>
          <p:nvSpPr>
            <p:cNvPr id="14204" name="Google Shape;14204;p80"/>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0"/>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80"/>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0"/>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0"/>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0"/>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0"/>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0"/>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0"/>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80"/>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0"/>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0"/>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0"/>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0"/>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0"/>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0"/>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0" name="Google Shape;14220;p80"/>
          <p:cNvGrpSpPr/>
          <p:nvPr/>
        </p:nvGrpSpPr>
        <p:grpSpPr>
          <a:xfrm>
            <a:off x="2694083" y="2888430"/>
            <a:ext cx="235762" cy="374756"/>
            <a:chOff x="2694083" y="2888430"/>
            <a:chExt cx="235762" cy="374756"/>
          </a:xfrm>
        </p:grpSpPr>
        <p:sp>
          <p:nvSpPr>
            <p:cNvPr id="14221" name="Google Shape;14221;p80"/>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0"/>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0"/>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0"/>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0"/>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0"/>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0"/>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0"/>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0"/>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0" name="Google Shape;14230;p80"/>
          <p:cNvGrpSpPr/>
          <p:nvPr/>
        </p:nvGrpSpPr>
        <p:grpSpPr>
          <a:xfrm>
            <a:off x="871534" y="4300588"/>
            <a:ext cx="357661" cy="311155"/>
            <a:chOff x="871534" y="4300588"/>
            <a:chExt cx="357661" cy="311155"/>
          </a:xfrm>
        </p:grpSpPr>
        <p:sp>
          <p:nvSpPr>
            <p:cNvPr id="14231" name="Google Shape;14231;p80"/>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0"/>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0"/>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0"/>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0"/>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0"/>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0"/>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0"/>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80"/>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0"/>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0"/>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0"/>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0"/>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0"/>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0"/>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0"/>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0"/>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0"/>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0"/>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0"/>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0"/>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2" name="Google Shape;14252;p80"/>
          <p:cNvGrpSpPr/>
          <p:nvPr/>
        </p:nvGrpSpPr>
        <p:grpSpPr>
          <a:xfrm>
            <a:off x="916019" y="3821606"/>
            <a:ext cx="250100" cy="336785"/>
            <a:chOff x="916019" y="3821606"/>
            <a:chExt cx="250100" cy="336785"/>
          </a:xfrm>
        </p:grpSpPr>
        <p:sp>
          <p:nvSpPr>
            <p:cNvPr id="14253" name="Google Shape;14253;p80"/>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0"/>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0"/>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0"/>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0"/>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0"/>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0"/>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0"/>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0"/>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0"/>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0"/>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0"/>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0"/>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6" name="Google Shape;14266;p80"/>
          <p:cNvGrpSpPr/>
          <p:nvPr/>
        </p:nvGrpSpPr>
        <p:grpSpPr>
          <a:xfrm>
            <a:off x="849686" y="2909570"/>
            <a:ext cx="374730" cy="332504"/>
            <a:chOff x="849686" y="2909570"/>
            <a:chExt cx="374730" cy="332504"/>
          </a:xfrm>
        </p:grpSpPr>
        <p:sp>
          <p:nvSpPr>
            <p:cNvPr id="14267" name="Google Shape;14267;p80"/>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0"/>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0"/>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0"/>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0"/>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0"/>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0"/>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0"/>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0"/>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0"/>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0"/>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8" name="Google Shape;14278;p80"/>
          <p:cNvGrpSpPr/>
          <p:nvPr/>
        </p:nvGrpSpPr>
        <p:grpSpPr>
          <a:xfrm>
            <a:off x="1735567" y="2420241"/>
            <a:ext cx="417718" cy="372866"/>
            <a:chOff x="1735567" y="2420241"/>
            <a:chExt cx="417718" cy="372866"/>
          </a:xfrm>
        </p:grpSpPr>
        <p:sp>
          <p:nvSpPr>
            <p:cNvPr id="14279" name="Google Shape;14279;p80"/>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0"/>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0"/>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0"/>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0"/>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0"/>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0"/>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0"/>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0"/>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0"/>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0"/>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0"/>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1" name="Google Shape;14291;p80"/>
          <p:cNvGrpSpPr/>
          <p:nvPr/>
        </p:nvGrpSpPr>
        <p:grpSpPr>
          <a:xfrm>
            <a:off x="3599318" y="4299590"/>
            <a:ext cx="251098" cy="309028"/>
            <a:chOff x="3599318" y="4299590"/>
            <a:chExt cx="251098" cy="309028"/>
          </a:xfrm>
        </p:grpSpPr>
        <p:sp>
          <p:nvSpPr>
            <p:cNvPr id="14292" name="Google Shape;14292;p80"/>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0"/>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0"/>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0"/>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0"/>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0"/>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8" name="Google Shape;14298;p80"/>
          <p:cNvGrpSpPr/>
          <p:nvPr/>
        </p:nvGrpSpPr>
        <p:grpSpPr>
          <a:xfrm>
            <a:off x="3105998" y="2433240"/>
            <a:ext cx="345818" cy="345056"/>
            <a:chOff x="3105998" y="2433240"/>
            <a:chExt cx="345818" cy="345056"/>
          </a:xfrm>
        </p:grpSpPr>
        <p:sp>
          <p:nvSpPr>
            <p:cNvPr id="14299" name="Google Shape;14299;p80"/>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0"/>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0"/>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0"/>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0"/>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0"/>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0"/>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0"/>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0"/>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0"/>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0"/>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0" name="Google Shape;14310;p80"/>
          <p:cNvGrpSpPr/>
          <p:nvPr/>
        </p:nvGrpSpPr>
        <p:grpSpPr>
          <a:xfrm>
            <a:off x="1737326" y="2900773"/>
            <a:ext cx="374730" cy="350361"/>
            <a:chOff x="1737326" y="2900773"/>
            <a:chExt cx="374730" cy="350361"/>
          </a:xfrm>
        </p:grpSpPr>
        <p:sp>
          <p:nvSpPr>
            <p:cNvPr id="14311" name="Google Shape;14311;p80"/>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0"/>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0"/>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0"/>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0"/>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0"/>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0"/>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80"/>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0"/>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0"/>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0"/>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0"/>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0"/>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0"/>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0"/>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0"/>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0"/>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8" name="Google Shape;14328;p80"/>
          <p:cNvGrpSpPr/>
          <p:nvPr/>
        </p:nvGrpSpPr>
        <p:grpSpPr>
          <a:xfrm>
            <a:off x="4000676" y="1579396"/>
            <a:ext cx="327226" cy="211603"/>
            <a:chOff x="4000676" y="1579396"/>
            <a:chExt cx="327226" cy="211603"/>
          </a:xfrm>
        </p:grpSpPr>
        <p:sp>
          <p:nvSpPr>
            <p:cNvPr id="14329" name="Google Shape;14329;p80"/>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0"/>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0"/>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0"/>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0"/>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0"/>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0"/>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0"/>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0"/>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0"/>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0"/>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0"/>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0"/>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0"/>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0"/>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0"/>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5" name="Google Shape;14345;p80"/>
          <p:cNvGrpSpPr/>
          <p:nvPr/>
        </p:nvGrpSpPr>
        <p:grpSpPr>
          <a:xfrm>
            <a:off x="2635523" y="1515584"/>
            <a:ext cx="371054" cy="336469"/>
            <a:chOff x="2635523" y="1515584"/>
            <a:chExt cx="371054" cy="336469"/>
          </a:xfrm>
        </p:grpSpPr>
        <p:sp>
          <p:nvSpPr>
            <p:cNvPr id="14346" name="Google Shape;14346;p80"/>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0"/>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0"/>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0"/>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0"/>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0"/>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0"/>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3" name="Google Shape;14353;p80"/>
          <p:cNvGrpSpPr/>
          <p:nvPr/>
        </p:nvGrpSpPr>
        <p:grpSpPr>
          <a:xfrm>
            <a:off x="2231907" y="1520731"/>
            <a:ext cx="311627" cy="326569"/>
            <a:chOff x="2231907" y="1520731"/>
            <a:chExt cx="311627" cy="326569"/>
          </a:xfrm>
        </p:grpSpPr>
        <p:sp>
          <p:nvSpPr>
            <p:cNvPr id="14354" name="Google Shape;14354;p80"/>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0"/>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0"/>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0"/>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0"/>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0"/>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0"/>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0"/>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0"/>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0"/>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4" name="Google Shape;14364;p80"/>
          <p:cNvGrpSpPr/>
          <p:nvPr/>
        </p:nvGrpSpPr>
        <p:grpSpPr>
          <a:xfrm>
            <a:off x="1340249" y="4301533"/>
            <a:ext cx="311890" cy="304695"/>
            <a:chOff x="1340249" y="4301533"/>
            <a:chExt cx="311890" cy="304695"/>
          </a:xfrm>
        </p:grpSpPr>
        <p:sp>
          <p:nvSpPr>
            <p:cNvPr id="14365" name="Google Shape;14365;p80"/>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0"/>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0"/>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0"/>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0"/>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0"/>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0"/>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0"/>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0"/>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0"/>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0"/>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80"/>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0"/>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0"/>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9" name="Google Shape;14379;p80"/>
          <p:cNvGrpSpPr/>
          <p:nvPr/>
        </p:nvGrpSpPr>
        <p:grpSpPr>
          <a:xfrm>
            <a:off x="1330690" y="3377024"/>
            <a:ext cx="306874" cy="332268"/>
            <a:chOff x="1330690" y="3377024"/>
            <a:chExt cx="306874" cy="332268"/>
          </a:xfrm>
        </p:grpSpPr>
        <p:sp>
          <p:nvSpPr>
            <p:cNvPr id="14380" name="Google Shape;14380;p80"/>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0"/>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0"/>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0"/>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0"/>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0"/>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0"/>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0"/>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0"/>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0"/>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80"/>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9" name="Google Shape;14399;p80"/>
          <p:cNvGrpSpPr/>
          <p:nvPr/>
        </p:nvGrpSpPr>
        <p:grpSpPr>
          <a:xfrm>
            <a:off x="2650597" y="3381777"/>
            <a:ext cx="341511" cy="324994"/>
            <a:chOff x="2650597" y="3381777"/>
            <a:chExt cx="341511" cy="324994"/>
          </a:xfrm>
        </p:grpSpPr>
        <p:sp>
          <p:nvSpPr>
            <p:cNvPr id="14400" name="Google Shape;14400;p80"/>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0"/>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0"/>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0"/>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0"/>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0"/>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0"/>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0"/>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0"/>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0"/>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0"/>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0"/>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0"/>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0"/>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0"/>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0"/>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0"/>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0"/>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0"/>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0"/>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0"/>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0"/>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0"/>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0"/>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0"/>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0"/>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0"/>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0"/>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0"/>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0"/>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0"/>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0"/>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0"/>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0"/>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0"/>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5" name="Google Shape;14435;p80"/>
          <p:cNvGrpSpPr/>
          <p:nvPr/>
        </p:nvGrpSpPr>
        <p:grpSpPr>
          <a:xfrm>
            <a:off x="1295502" y="2437362"/>
            <a:ext cx="402645" cy="323917"/>
            <a:chOff x="1295502" y="2437362"/>
            <a:chExt cx="402645" cy="323917"/>
          </a:xfrm>
        </p:grpSpPr>
        <p:sp>
          <p:nvSpPr>
            <p:cNvPr id="14436" name="Google Shape;14436;p80"/>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0"/>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0"/>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0"/>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0"/>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0"/>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0"/>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0"/>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0"/>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0"/>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0"/>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0"/>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0"/>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0"/>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0"/>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0"/>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2" name="Google Shape;14452;p80"/>
          <p:cNvGrpSpPr/>
          <p:nvPr/>
        </p:nvGrpSpPr>
        <p:grpSpPr>
          <a:xfrm>
            <a:off x="882590" y="2438360"/>
            <a:ext cx="337310" cy="337047"/>
            <a:chOff x="882590" y="2438360"/>
            <a:chExt cx="337310" cy="337047"/>
          </a:xfrm>
        </p:grpSpPr>
        <p:sp>
          <p:nvSpPr>
            <p:cNvPr id="14453" name="Google Shape;14453;p80"/>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0"/>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0"/>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0"/>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0"/>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0"/>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0"/>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0"/>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0"/>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0"/>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0"/>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0"/>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0"/>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0"/>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0"/>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0"/>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0"/>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0"/>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0"/>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0"/>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0"/>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0"/>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0"/>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0"/>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7" name="Google Shape;14477;p80"/>
          <p:cNvGrpSpPr/>
          <p:nvPr/>
        </p:nvGrpSpPr>
        <p:grpSpPr>
          <a:xfrm>
            <a:off x="4885060" y="1518788"/>
            <a:ext cx="385786" cy="342588"/>
            <a:chOff x="4885060" y="1518788"/>
            <a:chExt cx="385786" cy="342588"/>
          </a:xfrm>
        </p:grpSpPr>
        <p:sp>
          <p:nvSpPr>
            <p:cNvPr id="14478" name="Google Shape;14478;p80"/>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0"/>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0"/>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0"/>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0"/>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0"/>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80"/>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0"/>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0"/>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0"/>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0"/>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0"/>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0"/>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0"/>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0"/>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0"/>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0"/>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0"/>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0"/>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7" name="Google Shape;14497;p80"/>
          <p:cNvGrpSpPr/>
          <p:nvPr/>
        </p:nvGrpSpPr>
        <p:grpSpPr>
          <a:xfrm>
            <a:off x="5394478" y="1514533"/>
            <a:ext cx="249076" cy="351096"/>
            <a:chOff x="5394478" y="1514533"/>
            <a:chExt cx="249076" cy="351096"/>
          </a:xfrm>
        </p:grpSpPr>
        <p:sp>
          <p:nvSpPr>
            <p:cNvPr id="14498" name="Google Shape;14498;p80"/>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0"/>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0"/>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0"/>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0"/>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0"/>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0"/>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0"/>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0"/>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0"/>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0"/>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0"/>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0"/>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0"/>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0"/>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0"/>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0"/>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0"/>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0"/>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0"/>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8" name="Google Shape;14518;p80"/>
          <p:cNvGrpSpPr/>
          <p:nvPr/>
        </p:nvGrpSpPr>
        <p:grpSpPr>
          <a:xfrm>
            <a:off x="5782259" y="1512012"/>
            <a:ext cx="356138" cy="356138"/>
            <a:chOff x="5782259" y="1512012"/>
            <a:chExt cx="356138" cy="356138"/>
          </a:xfrm>
        </p:grpSpPr>
        <p:sp>
          <p:nvSpPr>
            <p:cNvPr id="14519" name="Google Shape;14519;p80"/>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0"/>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0"/>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0"/>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0"/>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0"/>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0"/>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0"/>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0"/>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0"/>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0"/>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0" name="Google Shape;14530;p80"/>
          <p:cNvGrpSpPr/>
          <p:nvPr/>
        </p:nvGrpSpPr>
        <p:grpSpPr>
          <a:xfrm>
            <a:off x="6229598" y="1518052"/>
            <a:ext cx="343560" cy="343822"/>
            <a:chOff x="6229598" y="1518052"/>
            <a:chExt cx="343560" cy="343822"/>
          </a:xfrm>
        </p:grpSpPr>
        <p:sp>
          <p:nvSpPr>
            <p:cNvPr id="14531" name="Google Shape;14531;p80"/>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0"/>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0"/>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0"/>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0"/>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0"/>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0"/>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0"/>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0"/>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0"/>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0"/>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0"/>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0"/>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0"/>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0"/>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0"/>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0"/>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0"/>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0"/>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0" name="Google Shape;14550;p80"/>
          <p:cNvGrpSpPr/>
          <p:nvPr/>
        </p:nvGrpSpPr>
        <p:grpSpPr>
          <a:xfrm>
            <a:off x="870773" y="3357985"/>
            <a:ext cx="342824" cy="351228"/>
            <a:chOff x="870773" y="3357985"/>
            <a:chExt cx="342824" cy="351228"/>
          </a:xfrm>
        </p:grpSpPr>
        <p:sp>
          <p:nvSpPr>
            <p:cNvPr id="14551" name="Google Shape;14551;p80"/>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0"/>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0"/>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0"/>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0"/>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0"/>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0"/>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0"/>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9" name="Google Shape;14559;p80"/>
          <p:cNvGrpSpPr/>
          <p:nvPr/>
        </p:nvGrpSpPr>
        <p:grpSpPr>
          <a:xfrm>
            <a:off x="2743084" y="4299590"/>
            <a:ext cx="159372" cy="308896"/>
            <a:chOff x="2743084" y="4299590"/>
            <a:chExt cx="159372" cy="308896"/>
          </a:xfrm>
        </p:grpSpPr>
        <p:sp>
          <p:nvSpPr>
            <p:cNvPr id="14560" name="Google Shape;14560;p80"/>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0"/>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0"/>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0"/>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0"/>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0"/>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0"/>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0"/>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0"/>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0"/>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0"/>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80"/>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0"/>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0"/>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0"/>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5" name="Google Shape;14575;p80"/>
          <p:cNvGrpSpPr/>
          <p:nvPr/>
        </p:nvGrpSpPr>
        <p:grpSpPr>
          <a:xfrm>
            <a:off x="1293506" y="2939716"/>
            <a:ext cx="374730" cy="272211"/>
            <a:chOff x="1293506" y="2939716"/>
            <a:chExt cx="374730" cy="272211"/>
          </a:xfrm>
        </p:grpSpPr>
        <p:sp>
          <p:nvSpPr>
            <p:cNvPr id="14576" name="Google Shape;14576;p80"/>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0"/>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0"/>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0"/>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0"/>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0"/>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0"/>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0"/>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0"/>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0"/>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0"/>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0"/>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0"/>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0"/>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0"/>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0"/>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0"/>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0"/>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0"/>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0"/>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0"/>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0"/>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0"/>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0"/>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0"/>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0"/>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0"/>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0"/>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0"/>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0"/>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6" name="Google Shape;14606;p80"/>
          <p:cNvGrpSpPr/>
          <p:nvPr/>
        </p:nvGrpSpPr>
        <p:grpSpPr>
          <a:xfrm>
            <a:off x="6669900" y="1505474"/>
            <a:ext cx="345083" cy="369216"/>
            <a:chOff x="6669900" y="1505474"/>
            <a:chExt cx="345083" cy="369216"/>
          </a:xfrm>
        </p:grpSpPr>
        <p:sp>
          <p:nvSpPr>
            <p:cNvPr id="14607" name="Google Shape;14607;p80"/>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0"/>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0"/>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0"/>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0"/>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0"/>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0"/>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0"/>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0"/>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0"/>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0"/>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0"/>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0"/>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80"/>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0"/>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0"/>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0"/>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0"/>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0"/>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0"/>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0"/>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0"/>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9" name="Google Shape;14629;p80"/>
          <p:cNvGrpSpPr/>
          <p:nvPr/>
        </p:nvGrpSpPr>
        <p:grpSpPr>
          <a:xfrm>
            <a:off x="7117003" y="1518000"/>
            <a:ext cx="333003" cy="344085"/>
            <a:chOff x="7117003" y="1518000"/>
            <a:chExt cx="333003" cy="344085"/>
          </a:xfrm>
        </p:grpSpPr>
        <p:sp>
          <p:nvSpPr>
            <p:cNvPr id="14630" name="Google Shape;14630;p80"/>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0"/>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0"/>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0"/>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0"/>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0"/>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0"/>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0"/>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0"/>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0"/>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0"/>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0"/>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0"/>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0"/>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0"/>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0"/>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0"/>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0"/>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0"/>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0"/>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0"/>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0"/>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0"/>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0"/>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0"/>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0"/>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0"/>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0"/>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0"/>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0"/>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0"/>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0"/>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0"/>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0"/>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0"/>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0"/>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0"/>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0"/>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8" name="Google Shape;14668;p80"/>
          <p:cNvGrpSpPr/>
          <p:nvPr/>
        </p:nvGrpSpPr>
        <p:grpSpPr>
          <a:xfrm>
            <a:off x="2200238" y="4289165"/>
            <a:ext cx="374756" cy="329300"/>
            <a:chOff x="2200238" y="4289165"/>
            <a:chExt cx="374756" cy="329300"/>
          </a:xfrm>
        </p:grpSpPr>
        <p:sp>
          <p:nvSpPr>
            <p:cNvPr id="14669" name="Google Shape;14669;p80"/>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0"/>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0"/>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0"/>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0"/>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0"/>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0"/>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0"/>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0"/>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0"/>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0"/>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0"/>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0"/>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0"/>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0"/>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0"/>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0"/>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0"/>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0"/>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0"/>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0"/>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0"/>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1" name="Google Shape;14691;p80"/>
          <p:cNvGrpSpPr/>
          <p:nvPr/>
        </p:nvGrpSpPr>
        <p:grpSpPr>
          <a:xfrm>
            <a:off x="7556043" y="1499959"/>
            <a:ext cx="337283" cy="380192"/>
            <a:chOff x="7556043" y="1499959"/>
            <a:chExt cx="337283" cy="380192"/>
          </a:xfrm>
        </p:grpSpPr>
        <p:sp>
          <p:nvSpPr>
            <p:cNvPr id="14692" name="Google Shape;14692;p80"/>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0"/>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0"/>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0"/>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0"/>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0"/>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0"/>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0"/>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0"/>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0"/>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0"/>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0"/>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0"/>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0"/>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6" name="Google Shape;14706;p80"/>
          <p:cNvGrpSpPr/>
          <p:nvPr/>
        </p:nvGrpSpPr>
        <p:grpSpPr>
          <a:xfrm>
            <a:off x="7992826" y="1517790"/>
            <a:ext cx="317431" cy="344584"/>
            <a:chOff x="7992826" y="1517790"/>
            <a:chExt cx="317431" cy="344584"/>
          </a:xfrm>
        </p:grpSpPr>
        <p:sp>
          <p:nvSpPr>
            <p:cNvPr id="14707" name="Google Shape;14707;p80"/>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0"/>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0"/>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0"/>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0"/>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0"/>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0"/>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0"/>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0"/>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0"/>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0"/>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0"/>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0"/>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0"/>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0"/>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0"/>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0"/>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4" name="Google Shape;14724;p80"/>
          <p:cNvGrpSpPr/>
          <p:nvPr/>
        </p:nvGrpSpPr>
        <p:grpSpPr>
          <a:xfrm>
            <a:off x="4864446" y="3340207"/>
            <a:ext cx="395607" cy="387414"/>
            <a:chOff x="4864446" y="3340207"/>
            <a:chExt cx="395607" cy="387414"/>
          </a:xfrm>
        </p:grpSpPr>
        <p:sp>
          <p:nvSpPr>
            <p:cNvPr id="14725" name="Google Shape;14725;p80"/>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0"/>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0"/>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0"/>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0"/>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0"/>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0"/>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0"/>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0"/>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0"/>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0"/>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0"/>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0"/>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0"/>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0"/>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0"/>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0"/>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0"/>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0"/>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0"/>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0"/>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0"/>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0"/>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0"/>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0"/>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0" name="Google Shape;14750;p80"/>
          <p:cNvGrpSpPr/>
          <p:nvPr/>
        </p:nvGrpSpPr>
        <p:grpSpPr>
          <a:xfrm>
            <a:off x="3130367" y="4324485"/>
            <a:ext cx="297342" cy="258871"/>
            <a:chOff x="3130367" y="4324485"/>
            <a:chExt cx="297342" cy="258871"/>
          </a:xfrm>
        </p:grpSpPr>
        <p:sp>
          <p:nvSpPr>
            <p:cNvPr id="14751" name="Google Shape;14751;p80"/>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0"/>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0"/>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0"/>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0"/>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0"/>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0"/>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0"/>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0"/>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0"/>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0"/>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0"/>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0"/>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0"/>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0"/>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0"/>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0"/>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0"/>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0"/>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0"/>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0"/>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0"/>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0"/>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4" name="Google Shape;14774;p80"/>
          <p:cNvGrpSpPr/>
          <p:nvPr/>
        </p:nvGrpSpPr>
        <p:grpSpPr>
          <a:xfrm>
            <a:off x="5302988" y="3389839"/>
            <a:ext cx="394609" cy="286523"/>
            <a:chOff x="5302988" y="3389839"/>
            <a:chExt cx="394609" cy="286523"/>
          </a:xfrm>
        </p:grpSpPr>
        <p:sp>
          <p:nvSpPr>
            <p:cNvPr id="14775" name="Google Shape;14775;p80"/>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0"/>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0"/>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0"/>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0"/>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0"/>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0"/>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0"/>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0"/>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0"/>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0"/>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0"/>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0"/>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0"/>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0"/>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0"/>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0"/>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0"/>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0"/>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0"/>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0"/>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0"/>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0"/>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0"/>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0"/>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0"/>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0"/>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0"/>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0"/>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0"/>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0"/>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0"/>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0"/>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08" name="Google Shape;14808;p80"/>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09" name="Google Shape;14809;p80"/>
          <p:cNvGrpSpPr/>
          <p:nvPr/>
        </p:nvGrpSpPr>
        <p:grpSpPr>
          <a:xfrm>
            <a:off x="3060752" y="2903609"/>
            <a:ext cx="390565" cy="359578"/>
            <a:chOff x="3060752" y="2903609"/>
            <a:chExt cx="390565" cy="359578"/>
          </a:xfrm>
        </p:grpSpPr>
        <p:sp>
          <p:nvSpPr>
            <p:cNvPr id="14810" name="Google Shape;14810;p8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0"/>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0"/>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0"/>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0"/>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0"/>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0"/>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0"/>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0"/>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0"/>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0"/>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0"/>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0"/>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0"/>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0"/>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0"/>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0"/>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80"/>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0"/>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0"/>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0"/>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0"/>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0"/>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0"/>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0"/>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0"/>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0"/>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0"/>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0"/>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80"/>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0"/>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4" name="Google Shape;14844;p80"/>
          <p:cNvGrpSpPr/>
          <p:nvPr/>
        </p:nvGrpSpPr>
        <p:grpSpPr>
          <a:xfrm>
            <a:off x="5741031" y="3386057"/>
            <a:ext cx="394609" cy="294585"/>
            <a:chOff x="5741031" y="3386057"/>
            <a:chExt cx="394609" cy="294585"/>
          </a:xfrm>
        </p:grpSpPr>
        <p:sp>
          <p:nvSpPr>
            <p:cNvPr id="14845" name="Google Shape;14845;p80"/>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0"/>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0"/>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0"/>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0"/>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0"/>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0"/>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0"/>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0"/>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0"/>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0"/>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0"/>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0"/>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0"/>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0"/>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0"/>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0"/>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0"/>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0"/>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0"/>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0"/>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0"/>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0"/>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80"/>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0"/>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0"/>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0"/>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0"/>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0"/>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0"/>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75" name="Google Shape;14875;p80"/>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76" name="Google Shape;14876;p80"/>
          <p:cNvGrpSpPr/>
          <p:nvPr/>
        </p:nvGrpSpPr>
        <p:grpSpPr>
          <a:xfrm>
            <a:off x="6179074" y="3368726"/>
            <a:ext cx="394609" cy="328749"/>
            <a:chOff x="6179074" y="3368726"/>
            <a:chExt cx="394609" cy="328749"/>
          </a:xfrm>
        </p:grpSpPr>
        <p:sp>
          <p:nvSpPr>
            <p:cNvPr id="14877" name="Google Shape;14877;p80"/>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0"/>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0"/>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0"/>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0"/>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0"/>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0"/>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0"/>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0"/>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0"/>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0"/>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0"/>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0"/>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0"/>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80"/>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0"/>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0"/>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0"/>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0"/>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0"/>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0"/>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80"/>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0"/>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0"/>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0"/>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0"/>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0"/>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0"/>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0"/>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0"/>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0"/>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0"/>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0"/>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0"/>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0"/>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0"/>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0"/>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0"/>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0"/>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0"/>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0"/>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0"/>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0"/>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0"/>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0"/>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0"/>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0"/>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0"/>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0"/>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0"/>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0"/>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0"/>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0"/>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0"/>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0"/>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0"/>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0"/>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0"/>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0"/>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0"/>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0"/>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0"/>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0"/>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0"/>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0"/>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0"/>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0"/>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0"/>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0"/>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0"/>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0"/>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0"/>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0"/>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0"/>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0"/>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0"/>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0"/>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0"/>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0"/>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0"/>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0"/>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0"/>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0"/>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0" name="Google Shape;14960;p80"/>
          <p:cNvGrpSpPr/>
          <p:nvPr/>
        </p:nvGrpSpPr>
        <p:grpSpPr>
          <a:xfrm>
            <a:off x="7054924" y="3367728"/>
            <a:ext cx="394583" cy="331007"/>
            <a:chOff x="7054924" y="3367728"/>
            <a:chExt cx="394583" cy="331007"/>
          </a:xfrm>
        </p:grpSpPr>
        <p:sp>
          <p:nvSpPr>
            <p:cNvPr id="14961" name="Google Shape;14961;p80"/>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0"/>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0"/>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0"/>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0"/>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0"/>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0"/>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0"/>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0"/>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0"/>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0"/>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0"/>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0"/>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0"/>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0"/>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6" name="Google Shape;14976;p80"/>
          <p:cNvGrpSpPr/>
          <p:nvPr/>
        </p:nvGrpSpPr>
        <p:grpSpPr>
          <a:xfrm>
            <a:off x="7492967" y="3361425"/>
            <a:ext cx="394583" cy="343586"/>
            <a:chOff x="7492967" y="3361425"/>
            <a:chExt cx="394583" cy="343586"/>
          </a:xfrm>
        </p:grpSpPr>
        <p:sp>
          <p:nvSpPr>
            <p:cNvPr id="14977" name="Google Shape;14977;p80"/>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0"/>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0"/>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0"/>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80"/>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0"/>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0"/>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0"/>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0"/>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0"/>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0"/>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0"/>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0"/>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0"/>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0"/>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0"/>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0"/>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0"/>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0"/>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0"/>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0"/>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0"/>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0"/>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0" name="Google Shape;15000;p80"/>
          <p:cNvGrpSpPr/>
          <p:nvPr/>
        </p:nvGrpSpPr>
        <p:grpSpPr>
          <a:xfrm>
            <a:off x="7935527" y="3353154"/>
            <a:ext cx="385287" cy="360156"/>
            <a:chOff x="7935527" y="3353154"/>
            <a:chExt cx="385287" cy="360156"/>
          </a:xfrm>
        </p:grpSpPr>
        <p:sp>
          <p:nvSpPr>
            <p:cNvPr id="15001" name="Google Shape;15001;p80"/>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0"/>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0"/>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0"/>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0"/>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0"/>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80"/>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0"/>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0"/>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0"/>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0"/>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0"/>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3" name="Google Shape;15013;p80"/>
          <p:cNvGrpSpPr/>
          <p:nvPr/>
        </p:nvGrpSpPr>
        <p:grpSpPr>
          <a:xfrm>
            <a:off x="5319821" y="1986242"/>
            <a:ext cx="348103" cy="348103"/>
            <a:chOff x="5319821" y="1986242"/>
            <a:chExt cx="348103" cy="348103"/>
          </a:xfrm>
        </p:grpSpPr>
        <p:sp>
          <p:nvSpPr>
            <p:cNvPr id="15014" name="Google Shape;15014;p80"/>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0"/>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0"/>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0"/>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0"/>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0"/>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0"/>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0"/>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0"/>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0"/>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0"/>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0"/>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0"/>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0"/>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0"/>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0"/>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0"/>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0"/>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0"/>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0"/>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0"/>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0"/>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0"/>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0"/>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0"/>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0"/>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0"/>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0"/>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0"/>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0"/>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0"/>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0"/>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0"/>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0"/>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0"/>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0"/>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0"/>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1" name="Google Shape;15051;p80"/>
          <p:cNvGrpSpPr/>
          <p:nvPr/>
        </p:nvGrpSpPr>
        <p:grpSpPr>
          <a:xfrm>
            <a:off x="5765926" y="1976683"/>
            <a:ext cx="348339" cy="348103"/>
            <a:chOff x="5765926" y="1976683"/>
            <a:chExt cx="348339" cy="348103"/>
          </a:xfrm>
        </p:grpSpPr>
        <p:sp>
          <p:nvSpPr>
            <p:cNvPr id="15052" name="Google Shape;15052;p80"/>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0"/>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0"/>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0"/>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0"/>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0"/>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0"/>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0"/>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0"/>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0"/>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0"/>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0"/>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0"/>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0"/>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6" name="Google Shape;15066;p80"/>
          <p:cNvGrpSpPr/>
          <p:nvPr/>
        </p:nvGrpSpPr>
        <p:grpSpPr>
          <a:xfrm>
            <a:off x="6191390" y="1981489"/>
            <a:ext cx="389068" cy="347787"/>
            <a:chOff x="6191390" y="1981489"/>
            <a:chExt cx="389068" cy="347787"/>
          </a:xfrm>
        </p:grpSpPr>
        <p:sp>
          <p:nvSpPr>
            <p:cNvPr id="15067" name="Google Shape;15067;p80"/>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0"/>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0"/>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0"/>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0"/>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0"/>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0"/>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4" name="Google Shape;15074;p80"/>
          <p:cNvGrpSpPr/>
          <p:nvPr/>
        </p:nvGrpSpPr>
        <p:grpSpPr>
          <a:xfrm>
            <a:off x="6657846" y="2007591"/>
            <a:ext cx="348103" cy="295714"/>
            <a:chOff x="6657846" y="2007591"/>
            <a:chExt cx="348103" cy="295714"/>
          </a:xfrm>
        </p:grpSpPr>
        <p:sp>
          <p:nvSpPr>
            <p:cNvPr id="15075" name="Google Shape;15075;p80"/>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0"/>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0"/>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0"/>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0"/>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0"/>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0"/>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0"/>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0"/>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0"/>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0"/>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0"/>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0"/>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0"/>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0"/>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0"/>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0"/>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0"/>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0"/>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0"/>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0"/>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0"/>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80"/>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80"/>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0"/>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0"/>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1" name="Google Shape;15101;p80"/>
          <p:cNvGrpSpPr/>
          <p:nvPr/>
        </p:nvGrpSpPr>
        <p:grpSpPr>
          <a:xfrm>
            <a:off x="7104188" y="1971904"/>
            <a:ext cx="347341" cy="348103"/>
            <a:chOff x="7104188" y="1971904"/>
            <a:chExt cx="347341" cy="348103"/>
          </a:xfrm>
        </p:grpSpPr>
        <p:sp>
          <p:nvSpPr>
            <p:cNvPr id="15102" name="Google Shape;15102;p80"/>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0"/>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0"/>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0"/>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0"/>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0"/>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0"/>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0"/>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0"/>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0"/>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0"/>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0"/>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0"/>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0"/>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0"/>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0"/>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0"/>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0"/>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0"/>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0"/>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0"/>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0"/>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0"/>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0"/>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0"/>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0"/>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0"/>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0"/>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0"/>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0"/>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2" name="Google Shape;15132;p80"/>
          <p:cNvGrpSpPr/>
          <p:nvPr/>
        </p:nvGrpSpPr>
        <p:grpSpPr>
          <a:xfrm>
            <a:off x="7551264" y="1971904"/>
            <a:ext cx="344321" cy="348155"/>
            <a:chOff x="7551264" y="1971904"/>
            <a:chExt cx="344321" cy="348155"/>
          </a:xfrm>
        </p:grpSpPr>
        <p:sp>
          <p:nvSpPr>
            <p:cNvPr id="15133" name="Google Shape;15133;p80"/>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0"/>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0"/>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0"/>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0"/>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0"/>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0"/>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0"/>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0"/>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0"/>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0"/>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0"/>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0"/>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0"/>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0"/>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0"/>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0"/>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80"/>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80"/>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2" name="Google Shape;15152;p80"/>
          <p:cNvGrpSpPr/>
          <p:nvPr/>
        </p:nvGrpSpPr>
        <p:grpSpPr>
          <a:xfrm>
            <a:off x="7992065" y="1971904"/>
            <a:ext cx="351621" cy="348103"/>
            <a:chOff x="7992065" y="1971904"/>
            <a:chExt cx="351621" cy="348103"/>
          </a:xfrm>
        </p:grpSpPr>
        <p:sp>
          <p:nvSpPr>
            <p:cNvPr id="15153" name="Google Shape;15153;p80"/>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0"/>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0"/>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0"/>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0"/>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80"/>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80"/>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0"/>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0"/>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0"/>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0"/>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0"/>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0"/>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0"/>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0"/>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8" name="Google Shape;15168;p80"/>
          <p:cNvGrpSpPr/>
          <p:nvPr/>
        </p:nvGrpSpPr>
        <p:grpSpPr>
          <a:xfrm>
            <a:off x="4911189" y="3793455"/>
            <a:ext cx="296580" cy="364935"/>
            <a:chOff x="4911189" y="3793455"/>
            <a:chExt cx="296580" cy="364935"/>
          </a:xfrm>
        </p:grpSpPr>
        <p:sp>
          <p:nvSpPr>
            <p:cNvPr id="15169" name="Google Shape;15169;p80"/>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0"/>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0"/>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0"/>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0"/>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0"/>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0"/>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0"/>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0"/>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0"/>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0"/>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0"/>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80"/>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0"/>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0"/>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0"/>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80"/>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80"/>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0"/>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0"/>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9" name="Google Shape;15189;p80"/>
          <p:cNvGrpSpPr/>
          <p:nvPr/>
        </p:nvGrpSpPr>
        <p:grpSpPr>
          <a:xfrm>
            <a:off x="5341433" y="3793271"/>
            <a:ext cx="330272" cy="329117"/>
            <a:chOff x="5341433" y="3793271"/>
            <a:chExt cx="330272" cy="329117"/>
          </a:xfrm>
        </p:grpSpPr>
        <p:sp>
          <p:nvSpPr>
            <p:cNvPr id="15190" name="Google Shape;15190;p80"/>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0"/>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80"/>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0"/>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80"/>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0"/>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0"/>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0"/>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80"/>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0"/>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0"/>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0"/>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80"/>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0"/>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0"/>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0"/>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6" name="Google Shape;15206;p80"/>
          <p:cNvGrpSpPr/>
          <p:nvPr/>
        </p:nvGrpSpPr>
        <p:grpSpPr>
          <a:xfrm>
            <a:off x="5744051" y="3766250"/>
            <a:ext cx="428511" cy="383186"/>
            <a:chOff x="5744051" y="3766250"/>
            <a:chExt cx="428511" cy="383186"/>
          </a:xfrm>
        </p:grpSpPr>
        <p:sp>
          <p:nvSpPr>
            <p:cNvPr id="15207" name="Google Shape;15207;p80"/>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0"/>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0"/>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0"/>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0"/>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0"/>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0"/>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0"/>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0"/>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0"/>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0"/>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0"/>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0"/>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0"/>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0"/>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0"/>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0"/>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4" name="Google Shape;15224;p80"/>
          <p:cNvGrpSpPr/>
          <p:nvPr/>
        </p:nvGrpSpPr>
        <p:grpSpPr>
          <a:xfrm>
            <a:off x="6678697" y="3793324"/>
            <a:ext cx="342824" cy="328985"/>
            <a:chOff x="6678697" y="3793324"/>
            <a:chExt cx="342824" cy="328985"/>
          </a:xfrm>
        </p:grpSpPr>
        <p:sp>
          <p:nvSpPr>
            <p:cNvPr id="15225" name="Google Shape;15225;p80"/>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0"/>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0"/>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0"/>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0"/>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0"/>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0"/>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80"/>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3" name="Google Shape;15233;p80"/>
          <p:cNvGrpSpPr/>
          <p:nvPr/>
        </p:nvGrpSpPr>
        <p:grpSpPr>
          <a:xfrm>
            <a:off x="7101903" y="3762022"/>
            <a:ext cx="398627" cy="392088"/>
            <a:chOff x="7101903" y="3762022"/>
            <a:chExt cx="398627" cy="392088"/>
          </a:xfrm>
        </p:grpSpPr>
        <p:sp>
          <p:nvSpPr>
            <p:cNvPr id="15234" name="Google Shape;15234;p80"/>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0"/>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0"/>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0"/>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0"/>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0"/>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0"/>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0"/>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0"/>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0"/>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0"/>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0"/>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0"/>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0"/>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0"/>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0"/>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2" name="Google Shape;15252;p80"/>
          <p:cNvGrpSpPr/>
          <p:nvPr/>
        </p:nvGrpSpPr>
        <p:grpSpPr>
          <a:xfrm>
            <a:off x="7541469" y="3793455"/>
            <a:ext cx="407897" cy="328985"/>
            <a:chOff x="7541469" y="3793455"/>
            <a:chExt cx="407897" cy="328985"/>
          </a:xfrm>
        </p:grpSpPr>
        <p:sp>
          <p:nvSpPr>
            <p:cNvPr id="15253" name="Google Shape;15253;p80"/>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0"/>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0"/>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0"/>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0"/>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0"/>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0"/>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0"/>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0"/>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0"/>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0"/>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0"/>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0"/>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0"/>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0"/>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0"/>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0"/>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0"/>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0"/>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0"/>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0"/>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0"/>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0"/>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0"/>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0"/>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80"/>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0"/>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0"/>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0"/>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0"/>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3" name="Google Shape;15283;p80"/>
          <p:cNvGrpSpPr/>
          <p:nvPr/>
        </p:nvGrpSpPr>
        <p:grpSpPr>
          <a:xfrm>
            <a:off x="5310288" y="2956312"/>
            <a:ext cx="432292" cy="264412"/>
            <a:chOff x="5310288" y="2956312"/>
            <a:chExt cx="432292" cy="264412"/>
          </a:xfrm>
        </p:grpSpPr>
        <p:sp>
          <p:nvSpPr>
            <p:cNvPr id="15284" name="Google Shape;15284;p80"/>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0"/>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0"/>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0"/>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0"/>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0"/>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80"/>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0"/>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0"/>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0"/>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0"/>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0"/>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0"/>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0"/>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0"/>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0"/>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0"/>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0"/>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0"/>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0"/>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0"/>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0"/>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0"/>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0"/>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0"/>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0"/>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0"/>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1" name="Google Shape;15311;p80"/>
          <p:cNvGrpSpPr/>
          <p:nvPr/>
        </p:nvGrpSpPr>
        <p:grpSpPr>
          <a:xfrm>
            <a:off x="4879047" y="2432320"/>
            <a:ext cx="398075" cy="340303"/>
            <a:chOff x="4879047" y="2432320"/>
            <a:chExt cx="398075" cy="340303"/>
          </a:xfrm>
        </p:grpSpPr>
        <p:sp>
          <p:nvSpPr>
            <p:cNvPr id="15312" name="Google Shape;15312;p80"/>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0"/>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0"/>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80"/>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0"/>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0"/>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0"/>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0"/>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0"/>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0"/>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0"/>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0"/>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0"/>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0"/>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0"/>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0"/>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0"/>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0"/>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0"/>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0"/>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0"/>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0"/>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0"/>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0"/>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0"/>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0"/>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8" name="Google Shape;15338;p80"/>
          <p:cNvGrpSpPr/>
          <p:nvPr/>
        </p:nvGrpSpPr>
        <p:grpSpPr>
          <a:xfrm>
            <a:off x="5388701" y="2393823"/>
            <a:ext cx="280982" cy="395896"/>
            <a:chOff x="5388701" y="2393823"/>
            <a:chExt cx="280982" cy="395896"/>
          </a:xfrm>
        </p:grpSpPr>
        <p:sp>
          <p:nvSpPr>
            <p:cNvPr id="15339" name="Google Shape;15339;p80"/>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0"/>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0"/>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0"/>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0"/>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0"/>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0"/>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0"/>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0"/>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0"/>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0"/>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0"/>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0"/>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0"/>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0"/>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0"/>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0"/>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0"/>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0"/>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0"/>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0"/>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0"/>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80"/>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80"/>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80"/>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0"/>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0"/>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0"/>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0"/>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0"/>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9" name="Google Shape;15369;p80"/>
          <p:cNvGrpSpPr/>
          <p:nvPr/>
        </p:nvGrpSpPr>
        <p:grpSpPr>
          <a:xfrm>
            <a:off x="5743289" y="2439122"/>
            <a:ext cx="444871" cy="316407"/>
            <a:chOff x="5743289" y="2439122"/>
            <a:chExt cx="444871" cy="316407"/>
          </a:xfrm>
        </p:grpSpPr>
        <p:sp>
          <p:nvSpPr>
            <p:cNvPr id="15370" name="Google Shape;15370;p80"/>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0"/>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0"/>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0"/>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0"/>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0"/>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0"/>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0"/>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0"/>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0"/>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0"/>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0"/>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0"/>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0"/>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0"/>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0"/>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0"/>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0"/>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0"/>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0"/>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0"/>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0"/>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0"/>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0"/>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0"/>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0"/>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0"/>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0"/>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0"/>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9" name="Google Shape;15399;p80"/>
          <p:cNvGrpSpPr/>
          <p:nvPr/>
        </p:nvGrpSpPr>
        <p:grpSpPr>
          <a:xfrm>
            <a:off x="6230360" y="2432583"/>
            <a:ext cx="351359" cy="363412"/>
            <a:chOff x="6230360" y="2432583"/>
            <a:chExt cx="351359" cy="363412"/>
          </a:xfrm>
        </p:grpSpPr>
        <p:sp>
          <p:nvSpPr>
            <p:cNvPr id="15400" name="Google Shape;15400;p80"/>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0"/>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80"/>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80"/>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0"/>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0"/>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0"/>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0"/>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0"/>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0"/>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0"/>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0"/>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0"/>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0"/>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0"/>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0"/>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0"/>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0"/>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0"/>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0"/>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0"/>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1" name="Google Shape;15421;p80"/>
          <p:cNvGrpSpPr/>
          <p:nvPr/>
        </p:nvGrpSpPr>
        <p:grpSpPr>
          <a:xfrm>
            <a:off x="6633976" y="2459552"/>
            <a:ext cx="387781" cy="286680"/>
            <a:chOff x="6633976" y="2459552"/>
            <a:chExt cx="387781" cy="286680"/>
          </a:xfrm>
        </p:grpSpPr>
        <p:sp>
          <p:nvSpPr>
            <p:cNvPr id="15422" name="Google Shape;15422;p80"/>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0"/>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0"/>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0"/>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0"/>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0"/>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80"/>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9" name="Google Shape;15429;p80"/>
          <p:cNvGrpSpPr/>
          <p:nvPr/>
        </p:nvGrpSpPr>
        <p:grpSpPr>
          <a:xfrm>
            <a:off x="7091110" y="2428565"/>
            <a:ext cx="376989" cy="348864"/>
            <a:chOff x="7091110" y="2428565"/>
            <a:chExt cx="376989" cy="348864"/>
          </a:xfrm>
        </p:grpSpPr>
        <p:sp>
          <p:nvSpPr>
            <p:cNvPr id="15430" name="Google Shape;15430;p80"/>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0"/>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0"/>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0"/>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0"/>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0"/>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0"/>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0"/>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0"/>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0"/>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0"/>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0"/>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0"/>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0"/>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0"/>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0"/>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0"/>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0"/>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0"/>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80"/>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0"/>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0"/>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0"/>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0"/>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0"/>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0"/>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0"/>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0"/>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0"/>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80"/>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0"/>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1" name="Google Shape;15461;p80"/>
          <p:cNvGrpSpPr/>
          <p:nvPr/>
        </p:nvGrpSpPr>
        <p:grpSpPr>
          <a:xfrm>
            <a:off x="7536427" y="2415225"/>
            <a:ext cx="369715" cy="375492"/>
            <a:chOff x="7536427" y="2415225"/>
            <a:chExt cx="369715" cy="375492"/>
          </a:xfrm>
        </p:grpSpPr>
        <p:sp>
          <p:nvSpPr>
            <p:cNvPr id="15462" name="Google Shape;15462;p80"/>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0"/>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0"/>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0"/>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80"/>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0"/>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0"/>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0"/>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0"/>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0"/>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0"/>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0"/>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0"/>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0"/>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0"/>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0"/>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0"/>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80"/>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80"/>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0"/>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0"/>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0"/>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0"/>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80"/>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0"/>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0"/>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0"/>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0"/>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0"/>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0"/>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0"/>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0"/>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0"/>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0"/>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0"/>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0"/>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0"/>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0"/>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0" name="Google Shape;15500;p80"/>
          <p:cNvGrpSpPr/>
          <p:nvPr/>
        </p:nvGrpSpPr>
        <p:grpSpPr>
          <a:xfrm>
            <a:off x="7980773" y="2428802"/>
            <a:ext cx="353381" cy="358160"/>
            <a:chOff x="7980773" y="2428802"/>
            <a:chExt cx="353381" cy="358160"/>
          </a:xfrm>
        </p:grpSpPr>
        <p:sp>
          <p:nvSpPr>
            <p:cNvPr id="15501" name="Google Shape;15501;p80"/>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0"/>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0"/>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0"/>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0"/>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0"/>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0"/>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0"/>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0"/>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0"/>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0"/>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0"/>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80"/>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0"/>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0"/>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0"/>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0"/>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0"/>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0"/>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80"/>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0"/>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0"/>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0"/>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0"/>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0"/>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0"/>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0"/>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0"/>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0"/>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80"/>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1" name="Google Shape;15531;p80"/>
          <p:cNvGrpSpPr/>
          <p:nvPr/>
        </p:nvGrpSpPr>
        <p:grpSpPr>
          <a:xfrm>
            <a:off x="4886058" y="4291240"/>
            <a:ext cx="346343" cy="343953"/>
            <a:chOff x="4886058" y="4291240"/>
            <a:chExt cx="346343" cy="343953"/>
          </a:xfrm>
        </p:grpSpPr>
        <p:sp>
          <p:nvSpPr>
            <p:cNvPr id="15532" name="Google Shape;15532;p80"/>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0"/>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0"/>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0"/>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0"/>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0"/>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80"/>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0"/>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0"/>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80"/>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80"/>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80"/>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0"/>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5" name="Google Shape;15545;p80"/>
          <p:cNvGrpSpPr/>
          <p:nvPr/>
        </p:nvGrpSpPr>
        <p:grpSpPr>
          <a:xfrm>
            <a:off x="5344216" y="4291056"/>
            <a:ext cx="304616" cy="343560"/>
            <a:chOff x="5344216" y="4291056"/>
            <a:chExt cx="304616" cy="343560"/>
          </a:xfrm>
        </p:grpSpPr>
        <p:sp>
          <p:nvSpPr>
            <p:cNvPr id="15546" name="Google Shape;15546;p80"/>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0"/>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0"/>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0"/>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0"/>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0"/>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0"/>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80"/>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80"/>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80"/>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80"/>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7" name="Google Shape;15557;p80"/>
          <p:cNvGrpSpPr/>
          <p:nvPr/>
        </p:nvGrpSpPr>
        <p:grpSpPr>
          <a:xfrm>
            <a:off x="6279999" y="4264422"/>
            <a:ext cx="204093" cy="343743"/>
            <a:chOff x="6271562" y="4290872"/>
            <a:chExt cx="204093" cy="343743"/>
          </a:xfrm>
        </p:grpSpPr>
        <p:sp>
          <p:nvSpPr>
            <p:cNvPr id="15558" name="Google Shape;15558;p80"/>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0"/>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0"/>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80"/>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0"/>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0"/>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0"/>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0"/>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0"/>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0"/>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80"/>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80"/>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0" name="Google Shape;15570;p80"/>
          <p:cNvGrpSpPr/>
          <p:nvPr/>
        </p:nvGrpSpPr>
        <p:grpSpPr>
          <a:xfrm>
            <a:off x="6639491" y="4329238"/>
            <a:ext cx="344085" cy="267195"/>
            <a:chOff x="6639491" y="4329238"/>
            <a:chExt cx="344085" cy="267195"/>
          </a:xfrm>
        </p:grpSpPr>
        <p:sp>
          <p:nvSpPr>
            <p:cNvPr id="15571" name="Google Shape;15571;p80"/>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0"/>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0"/>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80"/>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0"/>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0"/>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0"/>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0"/>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0"/>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0"/>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0"/>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80"/>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0"/>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0"/>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0"/>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0"/>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80"/>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80"/>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9" name="Google Shape;15589;p80"/>
          <p:cNvGrpSpPr/>
          <p:nvPr/>
        </p:nvGrpSpPr>
        <p:grpSpPr>
          <a:xfrm>
            <a:off x="7133336" y="4291056"/>
            <a:ext cx="232979" cy="343560"/>
            <a:chOff x="7133336" y="4291056"/>
            <a:chExt cx="232979" cy="343560"/>
          </a:xfrm>
        </p:grpSpPr>
        <p:sp>
          <p:nvSpPr>
            <p:cNvPr id="15590" name="Google Shape;15590;p80"/>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80"/>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0"/>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0"/>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0"/>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0"/>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0"/>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0"/>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0"/>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0"/>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0"/>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80"/>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80"/>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0"/>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0"/>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0"/>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0"/>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7" name="Google Shape;15607;p80"/>
          <p:cNvGrpSpPr/>
          <p:nvPr/>
        </p:nvGrpSpPr>
        <p:grpSpPr>
          <a:xfrm>
            <a:off x="7571379" y="4291056"/>
            <a:ext cx="232979" cy="343560"/>
            <a:chOff x="7571379" y="4291056"/>
            <a:chExt cx="232979" cy="343560"/>
          </a:xfrm>
        </p:grpSpPr>
        <p:sp>
          <p:nvSpPr>
            <p:cNvPr id="15608" name="Google Shape;15608;p80"/>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0"/>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0"/>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80"/>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0"/>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0"/>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0"/>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0"/>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80"/>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80"/>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0"/>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80"/>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0"/>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0"/>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0"/>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80"/>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4" name="Google Shape;15624;p80"/>
          <p:cNvGrpSpPr/>
          <p:nvPr/>
        </p:nvGrpSpPr>
        <p:grpSpPr>
          <a:xfrm>
            <a:off x="6666381" y="3347875"/>
            <a:ext cx="295819" cy="370712"/>
            <a:chOff x="6666381" y="3347875"/>
            <a:chExt cx="295819" cy="370712"/>
          </a:xfrm>
        </p:grpSpPr>
        <p:sp>
          <p:nvSpPr>
            <p:cNvPr id="15625" name="Google Shape;15625;p80"/>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0"/>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0"/>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0"/>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0"/>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0"/>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0"/>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0"/>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0"/>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0"/>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0"/>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80"/>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0"/>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0"/>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0"/>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0"/>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80"/>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0"/>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0"/>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0"/>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0"/>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0"/>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0"/>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0"/>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0"/>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0"/>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0"/>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0"/>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80"/>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0"/>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0"/>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0"/>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0"/>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0"/>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0"/>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0"/>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80"/>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0"/>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0"/>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0"/>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5" name="Google Shape;15665;p80"/>
          <p:cNvGrpSpPr/>
          <p:nvPr/>
        </p:nvGrpSpPr>
        <p:grpSpPr>
          <a:xfrm>
            <a:off x="4877760" y="2887459"/>
            <a:ext cx="389567" cy="390329"/>
            <a:chOff x="4877760" y="2887459"/>
            <a:chExt cx="389567" cy="390329"/>
          </a:xfrm>
        </p:grpSpPr>
        <p:sp>
          <p:nvSpPr>
            <p:cNvPr id="15666" name="Google Shape;15666;p80"/>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0"/>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0"/>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80"/>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0"/>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0"/>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0"/>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0"/>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0"/>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0"/>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0"/>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0"/>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0"/>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0"/>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0"/>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0"/>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0"/>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0"/>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0"/>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80"/>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80"/>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80"/>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0"/>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0"/>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0"/>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0"/>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0"/>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0"/>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0"/>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0"/>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0"/>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0"/>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0"/>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0"/>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80"/>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80"/>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80"/>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0"/>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0"/>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0"/>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0"/>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0"/>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0"/>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80"/>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10" name="Google Shape;15710;p80"/>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0"/>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0"/>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0"/>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0"/>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15" name="Google Shape;15715;p80"/>
          <p:cNvGrpSpPr/>
          <p:nvPr/>
        </p:nvGrpSpPr>
        <p:grpSpPr>
          <a:xfrm>
            <a:off x="5779239" y="2887695"/>
            <a:ext cx="314411" cy="389830"/>
            <a:chOff x="5779239" y="2887695"/>
            <a:chExt cx="314411" cy="389830"/>
          </a:xfrm>
        </p:grpSpPr>
        <p:sp>
          <p:nvSpPr>
            <p:cNvPr id="15716" name="Google Shape;15716;p80"/>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0"/>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0"/>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0"/>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0"/>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0"/>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0"/>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0"/>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0"/>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0"/>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0"/>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0"/>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0"/>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80"/>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0"/>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0"/>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0"/>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0"/>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0"/>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0"/>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0"/>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0"/>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80"/>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80"/>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0"/>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0"/>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0"/>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0"/>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0"/>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0"/>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80"/>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80"/>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0"/>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0"/>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80"/>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80"/>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0"/>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0"/>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0"/>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0"/>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0"/>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0"/>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0"/>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0"/>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0" name="Google Shape;15760;p80"/>
          <p:cNvGrpSpPr/>
          <p:nvPr/>
        </p:nvGrpSpPr>
        <p:grpSpPr>
          <a:xfrm>
            <a:off x="6190130" y="2940977"/>
            <a:ext cx="389830" cy="283004"/>
            <a:chOff x="6190130" y="2940977"/>
            <a:chExt cx="389830" cy="283004"/>
          </a:xfrm>
        </p:grpSpPr>
        <p:sp>
          <p:nvSpPr>
            <p:cNvPr id="15761" name="Google Shape;15761;p80"/>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0"/>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0"/>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0"/>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80"/>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80"/>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80"/>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0"/>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0"/>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0"/>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0"/>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80"/>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0"/>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0"/>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0"/>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0"/>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80"/>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0"/>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0"/>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0"/>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0"/>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0"/>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0"/>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0"/>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0"/>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0"/>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0"/>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80"/>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0"/>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0"/>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1" name="Google Shape;15791;p80"/>
          <p:cNvGrpSpPr/>
          <p:nvPr/>
        </p:nvGrpSpPr>
        <p:grpSpPr>
          <a:xfrm>
            <a:off x="6633976" y="2900274"/>
            <a:ext cx="389803" cy="364673"/>
            <a:chOff x="6633976" y="2900274"/>
            <a:chExt cx="389803" cy="364673"/>
          </a:xfrm>
        </p:grpSpPr>
        <p:sp>
          <p:nvSpPr>
            <p:cNvPr id="15792" name="Google Shape;15792;p80"/>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0"/>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0"/>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0"/>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0"/>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0"/>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80"/>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80"/>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0"/>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0"/>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0"/>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0"/>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0"/>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0"/>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80"/>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0"/>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0"/>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9" name="Google Shape;15809;p80"/>
          <p:cNvGrpSpPr/>
          <p:nvPr/>
        </p:nvGrpSpPr>
        <p:grpSpPr>
          <a:xfrm>
            <a:off x="7517835" y="2885437"/>
            <a:ext cx="364935" cy="382529"/>
            <a:chOff x="7517835" y="2885437"/>
            <a:chExt cx="364935" cy="382529"/>
          </a:xfrm>
        </p:grpSpPr>
        <p:sp>
          <p:nvSpPr>
            <p:cNvPr id="15810" name="Google Shape;15810;p80"/>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80"/>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80"/>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0"/>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0"/>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0"/>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0"/>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0"/>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0"/>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0"/>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0"/>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0"/>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0"/>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0"/>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0"/>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0"/>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0"/>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80"/>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80"/>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0"/>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0"/>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0"/>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0"/>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0"/>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0"/>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0"/>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0"/>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0"/>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80"/>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80"/>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80"/>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80"/>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0"/>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0"/>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80"/>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0"/>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0"/>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7" name="Google Shape;15847;p80"/>
          <p:cNvGrpSpPr/>
          <p:nvPr/>
        </p:nvGrpSpPr>
        <p:grpSpPr>
          <a:xfrm>
            <a:off x="7087591" y="2887144"/>
            <a:ext cx="358160" cy="385602"/>
            <a:chOff x="7087591" y="2887144"/>
            <a:chExt cx="358160" cy="385602"/>
          </a:xfrm>
        </p:grpSpPr>
        <p:sp>
          <p:nvSpPr>
            <p:cNvPr id="15848" name="Google Shape;15848;p80"/>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80"/>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0"/>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0"/>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0"/>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0"/>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0"/>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0"/>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80"/>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0"/>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0"/>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80"/>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0"/>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0"/>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0"/>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0"/>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80"/>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80"/>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0"/>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7" name="Google Shape;15867;p80"/>
          <p:cNvGrpSpPr/>
          <p:nvPr/>
        </p:nvGrpSpPr>
        <p:grpSpPr>
          <a:xfrm>
            <a:off x="7951362" y="2885437"/>
            <a:ext cx="382529" cy="382529"/>
            <a:chOff x="7951362" y="2885437"/>
            <a:chExt cx="382529" cy="382529"/>
          </a:xfrm>
        </p:grpSpPr>
        <p:sp>
          <p:nvSpPr>
            <p:cNvPr id="15868" name="Google Shape;15868;p80"/>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0"/>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0"/>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0"/>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0"/>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80"/>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80"/>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0"/>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80"/>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80"/>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80"/>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80"/>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0"/>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0"/>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0"/>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0"/>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0"/>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0"/>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0"/>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80"/>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80"/>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80"/>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0"/>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80"/>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80"/>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0"/>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0"/>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80"/>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0"/>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0"/>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0"/>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0"/>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0"/>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0"/>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0"/>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0"/>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80"/>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0"/>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0"/>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0"/>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0"/>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0"/>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0"/>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80"/>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80"/>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80"/>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80"/>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0"/>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0"/>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7" name="Google Shape;15917;p80"/>
          <p:cNvGrpSpPr/>
          <p:nvPr/>
        </p:nvGrpSpPr>
        <p:grpSpPr>
          <a:xfrm>
            <a:off x="8054406" y="3814489"/>
            <a:ext cx="276964" cy="336601"/>
            <a:chOff x="8054406" y="3814489"/>
            <a:chExt cx="276964" cy="336601"/>
          </a:xfrm>
        </p:grpSpPr>
        <p:sp>
          <p:nvSpPr>
            <p:cNvPr id="15918" name="Google Shape;15918;p80"/>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80"/>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80"/>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0"/>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80"/>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80"/>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80"/>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0"/>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0"/>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7" name="Google Shape;15927;p80"/>
          <p:cNvGrpSpPr/>
          <p:nvPr/>
        </p:nvGrpSpPr>
        <p:grpSpPr>
          <a:xfrm>
            <a:off x="7936787" y="4295074"/>
            <a:ext cx="378249" cy="335524"/>
            <a:chOff x="7936787" y="4295074"/>
            <a:chExt cx="378249" cy="335524"/>
          </a:xfrm>
        </p:grpSpPr>
        <p:sp>
          <p:nvSpPr>
            <p:cNvPr id="15928" name="Google Shape;15928;p80"/>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0"/>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0"/>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0"/>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0"/>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80"/>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80"/>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0"/>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0"/>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80"/>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0"/>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0"/>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0"/>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80"/>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80"/>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0"/>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4" name="Google Shape;15944;p80"/>
          <p:cNvGrpSpPr/>
          <p:nvPr/>
        </p:nvGrpSpPr>
        <p:grpSpPr>
          <a:xfrm>
            <a:off x="4886058" y="1965890"/>
            <a:ext cx="388569" cy="388307"/>
            <a:chOff x="4886058" y="1965890"/>
            <a:chExt cx="388569" cy="388307"/>
          </a:xfrm>
        </p:grpSpPr>
        <p:sp>
          <p:nvSpPr>
            <p:cNvPr id="15945" name="Google Shape;15945;p80"/>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0"/>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0"/>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80"/>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80"/>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0"/>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0"/>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80"/>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0"/>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0"/>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80"/>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959" name="Shape 15959"/>
        <p:cNvGrpSpPr/>
        <p:nvPr/>
      </p:nvGrpSpPr>
      <p:grpSpPr>
        <a:xfrm>
          <a:off x="0" y="0"/>
          <a:ext cx="0" cy="0"/>
          <a:chOff x="0" y="0"/>
          <a:chExt cx="0" cy="0"/>
        </a:xfrm>
      </p:grpSpPr>
      <p:sp>
        <p:nvSpPr>
          <p:cNvPr id="15960" name="Google Shape;15960;p8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5961" name="Google Shape;15961;p8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5962" name="Google Shape;15962;p81"/>
          <p:cNvGrpSpPr/>
          <p:nvPr/>
        </p:nvGrpSpPr>
        <p:grpSpPr>
          <a:xfrm>
            <a:off x="1765162" y="3346789"/>
            <a:ext cx="292801" cy="359258"/>
            <a:chOff x="1765162" y="3346789"/>
            <a:chExt cx="292801" cy="359258"/>
          </a:xfrm>
        </p:grpSpPr>
        <p:sp>
          <p:nvSpPr>
            <p:cNvPr id="15963" name="Google Shape;15963;p81"/>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1"/>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81"/>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81"/>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81"/>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1"/>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1"/>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1"/>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1"/>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81"/>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81"/>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81"/>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1"/>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1"/>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1"/>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8" name="Google Shape;15978;p81"/>
          <p:cNvGrpSpPr/>
          <p:nvPr/>
        </p:nvGrpSpPr>
        <p:grpSpPr>
          <a:xfrm>
            <a:off x="3077632" y="2445004"/>
            <a:ext cx="358996" cy="296309"/>
            <a:chOff x="3077632" y="2445004"/>
            <a:chExt cx="358996" cy="296309"/>
          </a:xfrm>
        </p:grpSpPr>
        <p:sp>
          <p:nvSpPr>
            <p:cNvPr id="15979" name="Google Shape;15979;p81"/>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81"/>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81"/>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1"/>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1"/>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1"/>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1"/>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1"/>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1"/>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81"/>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1"/>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1"/>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81"/>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81"/>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81"/>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1"/>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1"/>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1"/>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81"/>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81"/>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1"/>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1"/>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1"/>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1"/>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1"/>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1"/>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5" name="Google Shape;16005;p81"/>
          <p:cNvGrpSpPr/>
          <p:nvPr/>
        </p:nvGrpSpPr>
        <p:grpSpPr>
          <a:xfrm>
            <a:off x="2635237" y="2431780"/>
            <a:ext cx="359232" cy="323018"/>
            <a:chOff x="2635237" y="2431780"/>
            <a:chExt cx="359232" cy="323018"/>
          </a:xfrm>
        </p:grpSpPr>
        <p:sp>
          <p:nvSpPr>
            <p:cNvPr id="16006" name="Google Shape;16006;p81"/>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1"/>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1"/>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81"/>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81"/>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1"/>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81"/>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1"/>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1"/>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81"/>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81"/>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1"/>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81"/>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81"/>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81"/>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1" name="Google Shape;16021;p81"/>
          <p:cNvGrpSpPr/>
          <p:nvPr/>
        </p:nvGrpSpPr>
        <p:grpSpPr>
          <a:xfrm>
            <a:off x="4011651" y="3768132"/>
            <a:ext cx="373189" cy="358944"/>
            <a:chOff x="4011651" y="3768132"/>
            <a:chExt cx="373189" cy="358944"/>
          </a:xfrm>
        </p:grpSpPr>
        <p:sp>
          <p:nvSpPr>
            <p:cNvPr id="16022" name="Google Shape;16022;p81"/>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1"/>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81"/>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81"/>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81"/>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1"/>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1"/>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1"/>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81"/>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81"/>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2" name="Google Shape;16032;p81"/>
          <p:cNvGrpSpPr/>
          <p:nvPr/>
        </p:nvGrpSpPr>
        <p:grpSpPr>
          <a:xfrm>
            <a:off x="2189568" y="1961603"/>
            <a:ext cx="364993" cy="359049"/>
            <a:chOff x="2189568" y="1961603"/>
            <a:chExt cx="364993" cy="359049"/>
          </a:xfrm>
        </p:grpSpPr>
        <p:sp>
          <p:nvSpPr>
            <p:cNvPr id="16033" name="Google Shape;16033;p81"/>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81"/>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1"/>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1"/>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1"/>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81"/>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1"/>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1"/>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81"/>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81"/>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1"/>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1"/>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81"/>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81"/>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1"/>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81"/>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9" name="Google Shape;16049;p81"/>
          <p:cNvGrpSpPr/>
          <p:nvPr/>
        </p:nvGrpSpPr>
        <p:grpSpPr>
          <a:xfrm>
            <a:off x="2193077" y="2419971"/>
            <a:ext cx="378426" cy="346323"/>
            <a:chOff x="2193077" y="2419971"/>
            <a:chExt cx="378426" cy="346323"/>
          </a:xfrm>
        </p:grpSpPr>
        <p:sp>
          <p:nvSpPr>
            <p:cNvPr id="16050" name="Google Shape;16050;p81"/>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81"/>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1"/>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81"/>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1"/>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1"/>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1"/>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81"/>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81"/>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1"/>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1"/>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1"/>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81"/>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81"/>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1"/>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81"/>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81"/>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81"/>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81"/>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81"/>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81"/>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1" name="Google Shape;16071;p81"/>
          <p:cNvGrpSpPr/>
          <p:nvPr/>
        </p:nvGrpSpPr>
        <p:grpSpPr>
          <a:xfrm>
            <a:off x="861622" y="2881770"/>
            <a:ext cx="276802" cy="367140"/>
            <a:chOff x="861622" y="2881770"/>
            <a:chExt cx="276802" cy="367140"/>
          </a:xfrm>
        </p:grpSpPr>
        <p:sp>
          <p:nvSpPr>
            <p:cNvPr id="16072" name="Google Shape;16072;p81"/>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81"/>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81"/>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81"/>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81"/>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81"/>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81"/>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81"/>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1"/>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81"/>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81"/>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81"/>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81"/>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81"/>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1"/>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1"/>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81"/>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81"/>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81"/>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81"/>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81"/>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1"/>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4" name="Google Shape;16094;p81"/>
          <p:cNvGrpSpPr/>
          <p:nvPr/>
        </p:nvGrpSpPr>
        <p:grpSpPr>
          <a:xfrm>
            <a:off x="3968184" y="2881691"/>
            <a:ext cx="369444" cy="367140"/>
            <a:chOff x="3968184" y="2881691"/>
            <a:chExt cx="369444" cy="367140"/>
          </a:xfrm>
        </p:grpSpPr>
        <p:sp>
          <p:nvSpPr>
            <p:cNvPr id="16095" name="Google Shape;16095;p81"/>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81"/>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81"/>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1"/>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81"/>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81"/>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81"/>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81"/>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81"/>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81"/>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81"/>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81"/>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81"/>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81"/>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81"/>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81"/>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81"/>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81"/>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81"/>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1"/>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81"/>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81"/>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81"/>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81"/>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9" name="Google Shape;16119;p81"/>
          <p:cNvGrpSpPr/>
          <p:nvPr/>
        </p:nvGrpSpPr>
        <p:grpSpPr>
          <a:xfrm>
            <a:off x="3513796" y="2882084"/>
            <a:ext cx="371487" cy="366826"/>
            <a:chOff x="3513796" y="2882084"/>
            <a:chExt cx="371487" cy="366826"/>
          </a:xfrm>
        </p:grpSpPr>
        <p:sp>
          <p:nvSpPr>
            <p:cNvPr id="16120" name="Google Shape;16120;p81"/>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81"/>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81"/>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81"/>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1"/>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1"/>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1"/>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81"/>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81"/>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81"/>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81"/>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81"/>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81"/>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81"/>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81"/>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81"/>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81"/>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81"/>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81"/>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81"/>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81"/>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81"/>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81"/>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81"/>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81"/>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81"/>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81"/>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81"/>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81"/>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81"/>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81"/>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81"/>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81"/>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81"/>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81"/>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81"/>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81"/>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81"/>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81"/>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81"/>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81"/>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81"/>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81"/>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81"/>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81"/>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81"/>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81"/>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81"/>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81"/>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9" name="Google Shape;16169;p81"/>
          <p:cNvGrpSpPr/>
          <p:nvPr/>
        </p:nvGrpSpPr>
        <p:grpSpPr>
          <a:xfrm>
            <a:off x="873615" y="1500275"/>
            <a:ext cx="335011" cy="359232"/>
            <a:chOff x="873615" y="1500275"/>
            <a:chExt cx="335011" cy="359232"/>
          </a:xfrm>
        </p:grpSpPr>
        <p:sp>
          <p:nvSpPr>
            <p:cNvPr id="16170" name="Google Shape;16170;p81"/>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81"/>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81"/>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81"/>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81"/>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81"/>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81"/>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81"/>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81"/>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81"/>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81"/>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1" name="Google Shape;16181;p81"/>
          <p:cNvGrpSpPr/>
          <p:nvPr/>
        </p:nvGrpSpPr>
        <p:grpSpPr>
          <a:xfrm>
            <a:off x="2202058" y="3346737"/>
            <a:ext cx="337158" cy="359311"/>
            <a:chOff x="2202058" y="3346737"/>
            <a:chExt cx="337158" cy="359311"/>
          </a:xfrm>
        </p:grpSpPr>
        <p:sp>
          <p:nvSpPr>
            <p:cNvPr id="16182" name="Google Shape;16182;p81"/>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81"/>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81"/>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81"/>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81"/>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81"/>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81"/>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81"/>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81"/>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1" name="Google Shape;16191;p81"/>
          <p:cNvGrpSpPr/>
          <p:nvPr/>
        </p:nvGrpSpPr>
        <p:grpSpPr>
          <a:xfrm>
            <a:off x="2223059" y="3818172"/>
            <a:ext cx="359232" cy="306050"/>
            <a:chOff x="2223059" y="3818172"/>
            <a:chExt cx="359232" cy="306050"/>
          </a:xfrm>
        </p:grpSpPr>
        <p:sp>
          <p:nvSpPr>
            <p:cNvPr id="16192" name="Google Shape;16192;p81"/>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81"/>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81"/>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81"/>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81"/>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81"/>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81"/>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81"/>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81"/>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1" name="Google Shape;16201;p81"/>
          <p:cNvGrpSpPr/>
          <p:nvPr/>
        </p:nvGrpSpPr>
        <p:grpSpPr>
          <a:xfrm>
            <a:off x="1725989" y="1991820"/>
            <a:ext cx="378426" cy="298509"/>
            <a:chOff x="1725989" y="1991820"/>
            <a:chExt cx="378426" cy="298509"/>
          </a:xfrm>
        </p:grpSpPr>
        <p:sp>
          <p:nvSpPr>
            <p:cNvPr id="16202" name="Google Shape;16202;p81"/>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81"/>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81"/>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81"/>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81"/>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81"/>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81"/>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81"/>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81"/>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81"/>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81"/>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1"/>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4" name="Google Shape;16214;p81"/>
          <p:cNvGrpSpPr/>
          <p:nvPr/>
        </p:nvGrpSpPr>
        <p:grpSpPr>
          <a:xfrm>
            <a:off x="1768409" y="3791751"/>
            <a:ext cx="367978" cy="359075"/>
            <a:chOff x="1768409" y="3791751"/>
            <a:chExt cx="367978" cy="359075"/>
          </a:xfrm>
        </p:grpSpPr>
        <p:sp>
          <p:nvSpPr>
            <p:cNvPr id="16215" name="Google Shape;16215;p81"/>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81"/>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81"/>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81"/>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81"/>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81"/>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81"/>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81"/>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81"/>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81"/>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81"/>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81"/>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81"/>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8" name="Google Shape;16228;p81"/>
          <p:cNvGrpSpPr/>
          <p:nvPr/>
        </p:nvGrpSpPr>
        <p:grpSpPr>
          <a:xfrm>
            <a:off x="2668963" y="3791306"/>
            <a:ext cx="358735" cy="359311"/>
            <a:chOff x="2668963" y="3791306"/>
            <a:chExt cx="358735" cy="359311"/>
          </a:xfrm>
        </p:grpSpPr>
        <p:sp>
          <p:nvSpPr>
            <p:cNvPr id="16229" name="Google Shape;16229;p81"/>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81"/>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81"/>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81"/>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81"/>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81"/>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81"/>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81"/>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81"/>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81"/>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81"/>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81"/>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81"/>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81"/>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81"/>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81"/>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5" name="Google Shape;16245;p81"/>
          <p:cNvGrpSpPr/>
          <p:nvPr/>
        </p:nvGrpSpPr>
        <p:grpSpPr>
          <a:xfrm>
            <a:off x="849682" y="1995198"/>
            <a:ext cx="363893" cy="291727"/>
            <a:chOff x="849682" y="1995198"/>
            <a:chExt cx="363893" cy="291727"/>
          </a:xfrm>
        </p:grpSpPr>
        <p:sp>
          <p:nvSpPr>
            <p:cNvPr id="16246" name="Google Shape;16246;p81"/>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81"/>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81"/>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1"/>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81"/>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81"/>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81"/>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81"/>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81"/>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81"/>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81"/>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81"/>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81"/>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81"/>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81"/>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81"/>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81"/>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81"/>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4" name="Google Shape;16264;p81"/>
          <p:cNvGrpSpPr/>
          <p:nvPr/>
        </p:nvGrpSpPr>
        <p:grpSpPr>
          <a:xfrm>
            <a:off x="3065430" y="1990066"/>
            <a:ext cx="378190" cy="302044"/>
            <a:chOff x="3065430" y="1990066"/>
            <a:chExt cx="378190" cy="302044"/>
          </a:xfrm>
        </p:grpSpPr>
        <p:sp>
          <p:nvSpPr>
            <p:cNvPr id="16265" name="Google Shape;16265;p81"/>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81"/>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81"/>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1"/>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81"/>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81"/>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81"/>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81"/>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81"/>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81"/>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81"/>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6" name="Google Shape;16276;p81"/>
          <p:cNvGrpSpPr/>
          <p:nvPr/>
        </p:nvGrpSpPr>
        <p:grpSpPr>
          <a:xfrm>
            <a:off x="3568234" y="3791410"/>
            <a:ext cx="347501" cy="359284"/>
            <a:chOff x="3568234" y="3791410"/>
            <a:chExt cx="347501" cy="359284"/>
          </a:xfrm>
        </p:grpSpPr>
        <p:sp>
          <p:nvSpPr>
            <p:cNvPr id="16277" name="Google Shape;16277;p81"/>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81"/>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81"/>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81"/>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81"/>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1"/>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81"/>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81"/>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81"/>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81"/>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81"/>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8" name="Google Shape;16288;p81"/>
          <p:cNvGrpSpPr/>
          <p:nvPr/>
        </p:nvGrpSpPr>
        <p:grpSpPr>
          <a:xfrm>
            <a:off x="1759925" y="1501087"/>
            <a:ext cx="347004" cy="358420"/>
            <a:chOff x="1759925" y="1501087"/>
            <a:chExt cx="347004" cy="358420"/>
          </a:xfrm>
        </p:grpSpPr>
        <p:sp>
          <p:nvSpPr>
            <p:cNvPr id="16289" name="Google Shape;16289;p81"/>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81"/>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81"/>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81"/>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81"/>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81"/>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81"/>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81"/>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81"/>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81"/>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81"/>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81"/>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81"/>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81"/>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81"/>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81"/>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81"/>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81"/>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81"/>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81"/>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81"/>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81"/>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81"/>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81"/>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81"/>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81"/>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81"/>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6" name="Google Shape;16316;p81"/>
          <p:cNvGrpSpPr/>
          <p:nvPr/>
        </p:nvGrpSpPr>
        <p:grpSpPr>
          <a:xfrm>
            <a:off x="3519295" y="2413660"/>
            <a:ext cx="360227" cy="359311"/>
            <a:chOff x="3519295" y="2413660"/>
            <a:chExt cx="360227" cy="359311"/>
          </a:xfrm>
        </p:grpSpPr>
        <p:sp>
          <p:nvSpPr>
            <p:cNvPr id="16317" name="Google Shape;16317;p81"/>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81"/>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81"/>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81"/>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81"/>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81"/>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81"/>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81"/>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81"/>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81"/>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81"/>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81"/>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81"/>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81"/>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81"/>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81"/>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81"/>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81"/>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81"/>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81"/>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81"/>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81"/>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81"/>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81"/>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81"/>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1"/>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81"/>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81"/>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1"/>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81"/>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81"/>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81"/>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81"/>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81"/>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81"/>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2" name="Google Shape;16352;p81"/>
          <p:cNvGrpSpPr/>
          <p:nvPr/>
        </p:nvGrpSpPr>
        <p:grpSpPr>
          <a:xfrm>
            <a:off x="1330255" y="3845718"/>
            <a:ext cx="358996" cy="250774"/>
            <a:chOff x="1330255" y="3845718"/>
            <a:chExt cx="358996" cy="250774"/>
          </a:xfrm>
        </p:grpSpPr>
        <p:sp>
          <p:nvSpPr>
            <p:cNvPr id="16353" name="Google Shape;16353;p81"/>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1"/>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81"/>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81"/>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81"/>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1"/>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81"/>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81"/>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81"/>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81"/>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3" name="Google Shape;16363;p81"/>
          <p:cNvGrpSpPr/>
          <p:nvPr/>
        </p:nvGrpSpPr>
        <p:grpSpPr>
          <a:xfrm>
            <a:off x="3115103" y="3791384"/>
            <a:ext cx="373424" cy="359311"/>
            <a:chOff x="3115103" y="3791384"/>
            <a:chExt cx="373424" cy="359311"/>
          </a:xfrm>
        </p:grpSpPr>
        <p:sp>
          <p:nvSpPr>
            <p:cNvPr id="16364" name="Google Shape;16364;p81"/>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81"/>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81"/>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81"/>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81"/>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81"/>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81"/>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81"/>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1"/>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81"/>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81"/>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1"/>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81"/>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81"/>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8" name="Google Shape;16378;p81"/>
          <p:cNvGrpSpPr/>
          <p:nvPr/>
        </p:nvGrpSpPr>
        <p:grpSpPr>
          <a:xfrm>
            <a:off x="883853" y="3792641"/>
            <a:ext cx="378190" cy="357059"/>
            <a:chOff x="883853" y="3792641"/>
            <a:chExt cx="378190" cy="357059"/>
          </a:xfrm>
        </p:grpSpPr>
        <p:sp>
          <p:nvSpPr>
            <p:cNvPr id="16379" name="Google Shape;16379;p81"/>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81"/>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81"/>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81"/>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81"/>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81"/>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81"/>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81"/>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81"/>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81"/>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81"/>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81"/>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81"/>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81"/>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81"/>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81"/>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81"/>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81"/>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1"/>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81"/>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81"/>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81"/>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81"/>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81"/>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81"/>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81"/>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5" name="Google Shape;16405;p81"/>
          <p:cNvGrpSpPr/>
          <p:nvPr/>
        </p:nvGrpSpPr>
        <p:grpSpPr>
          <a:xfrm>
            <a:off x="3934196" y="2484805"/>
            <a:ext cx="401207" cy="214036"/>
            <a:chOff x="3934196" y="2484805"/>
            <a:chExt cx="401207" cy="214036"/>
          </a:xfrm>
        </p:grpSpPr>
        <p:sp>
          <p:nvSpPr>
            <p:cNvPr id="16406" name="Google Shape;16406;p81"/>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81"/>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81"/>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81"/>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81"/>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1" name="Google Shape;16411;p81"/>
          <p:cNvGrpSpPr/>
          <p:nvPr/>
        </p:nvGrpSpPr>
        <p:grpSpPr>
          <a:xfrm>
            <a:off x="3999894" y="1500197"/>
            <a:ext cx="342474" cy="359232"/>
            <a:chOff x="3999894" y="1500197"/>
            <a:chExt cx="342474" cy="359232"/>
          </a:xfrm>
        </p:grpSpPr>
        <p:sp>
          <p:nvSpPr>
            <p:cNvPr id="16412" name="Google Shape;16412;p81"/>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81"/>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81"/>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81"/>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81"/>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81"/>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81"/>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81"/>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81"/>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81"/>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2" name="Google Shape;16422;p81"/>
          <p:cNvGrpSpPr/>
          <p:nvPr/>
        </p:nvGrpSpPr>
        <p:grpSpPr>
          <a:xfrm>
            <a:off x="2233795" y="2882162"/>
            <a:ext cx="232601" cy="366747"/>
            <a:chOff x="2233795" y="2882162"/>
            <a:chExt cx="232601" cy="366747"/>
          </a:xfrm>
        </p:grpSpPr>
        <p:sp>
          <p:nvSpPr>
            <p:cNvPr id="16423" name="Google Shape;16423;p81"/>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81"/>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81"/>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81"/>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81"/>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81"/>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81"/>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81"/>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81"/>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81"/>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81"/>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81"/>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81"/>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81"/>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81"/>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81"/>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81"/>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81"/>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1" name="Google Shape;16441;p81"/>
          <p:cNvGrpSpPr/>
          <p:nvPr/>
        </p:nvGrpSpPr>
        <p:grpSpPr>
          <a:xfrm>
            <a:off x="3523772" y="3404422"/>
            <a:ext cx="362008" cy="244175"/>
            <a:chOff x="3523772" y="3404422"/>
            <a:chExt cx="362008" cy="244175"/>
          </a:xfrm>
        </p:grpSpPr>
        <p:sp>
          <p:nvSpPr>
            <p:cNvPr id="16442" name="Google Shape;16442;p81"/>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81"/>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81"/>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81"/>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81"/>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81"/>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81"/>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81"/>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81"/>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81"/>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81"/>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81"/>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81"/>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81"/>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81"/>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7" name="Google Shape;16457;p81"/>
          <p:cNvGrpSpPr/>
          <p:nvPr/>
        </p:nvGrpSpPr>
        <p:grpSpPr>
          <a:xfrm>
            <a:off x="3531026" y="1977314"/>
            <a:ext cx="359232" cy="327836"/>
            <a:chOff x="3531026" y="1977314"/>
            <a:chExt cx="359232" cy="327836"/>
          </a:xfrm>
        </p:grpSpPr>
        <p:sp>
          <p:nvSpPr>
            <p:cNvPr id="16458" name="Google Shape;16458;p81"/>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81"/>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81"/>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81"/>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81"/>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81"/>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81"/>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81"/>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81"/>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81"/>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8" name="Google Shape;16468;p81"/>
          <p:cNvGrpSpPr/>
          <p:nvPr/>
        </p:nvGrpSpPr>
        <p:grpSpPr>
          <a:xfrm>
            <a:off x="3123351" y="1500275"/>
            <a:ext cx="296781" cy="359232"/>
            <a:chOff x="3123351" y="1500275"/>
            <a:chExt cx="296781" cy="359232"/>
          </a:xfrm>
        </p:grpSpPr>
        <p:sp>
          <p:nvSpPr>
            <p:cNvPr id="16469" name="Google Shape;16469;p81"/>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81"/>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81"/>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81"/>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81"/>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81"/>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1"/>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81"/>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81"/>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81"/>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81"/>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0" name="Google Shape;16480;p81"/>
          <p:cNvGrpSpPr/>
          <p:nvPr/>
        </p:nvGrpSpPr>
        <p:grpSpPr>
          <a:xfrm>
            <a:off x="2659458" y="1500275"/>
            <a:ext cx="332261" cy="359232"/>
            <a:chOff x="2659458" y="1500275"/>
            <a:chExt cx="332261" cy="359232"/>
          </a:xfrm>
        </p:grpSpPr>
        <p:sp>
          <p:nvSpPr>
            <p:cNvPr id="16481" name="Google Shape;16481;p81"/>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81"/>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81"/>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81"/>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81"/>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81"/>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1"/>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81"/>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81"/>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81"/>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81"/>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1"/>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81"/>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81"/>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81"/>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81"/>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81"/>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81"/>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81"/>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81"/>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1" name="Google Shape;16501;p81"/>
          <p:cNvGrpSpPr/>
          <p:nvPr/>
        </p:nvGrpSpPr>
        <p:grpSpPr>
          <a:xfrm>
            <a:off x="1750184" y="2413530"/>
            <a:ext cx="359730" cy="359441"/>
            <a:chOff x="1750184" y="2413530"/>
            <a:chExt cx="359730" cy="359441"/>
          </a:xfrm>
        </p:grpSpPr>
        <p:sp>
          <p:nvSpPr>
            <p:cNvPr id="16502" name="Google Shape;16502;p81"/>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81"/>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81"/>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81"/>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81"/>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1"/>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81"/>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81"/>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81"/>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81"/>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81"/>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3" name="Google Shape;16513;p81"/>
          <p:cNvGrpSpPr/>
          <p:nvPr/>
        </p:nvGrpSpPr>
        <p:grpSpPr>
          <a:xfrm>
            <a:off x="2230050" y="1500223"/>
            <a:ext cx="316524" cy="359284"/>
            <a:chOff x="2230050" y="1500223"/>
            <a:chExt cx="316524" cy="359284"/>
          </a:xfrm>
        </p:grpSpPr>
        <p:sp>
          <p:nvSpPr>
            <p:cNvPr id="16514" name="Google Shape;16514;p81"/>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81"/>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81"/>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81"/>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81"/>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81"/>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81"/>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81"/>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81"/>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81"/>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81"/>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1"/>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81"/>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81"/>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81"/>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81"/>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81"/>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81"/>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81"/>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81"/>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4" name="Google Shape;16534;p81"/>
          <p:cNvGrpSpPr/>
          <p:nvPr/>
        </p:nvGrpSpPr>
        <p:grpSpPr>
          <a:xfrm>
            <a:off x="2690042" y="4262767"/>
            <a:ext cx="359389" cy="359232"/>
            <a:chOff x="2690042" y="4262767"/>
            <a:chExt cx="359389" cy="359232"/>
          </a:xfrm>
        </p:grpSpPr>
        <p:sp>
          <p:nvSpPr>
            <p:cNvPr id="16535" name="Google Shape;16535;p81"/>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81"/>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81"/>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81"/>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81"/>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81"/>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81"/>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2" name="Google Shape;16542;p81"/>
          <p:cNvGrpSpPr/>
          <p:nvPr/>
        </p:nvGrpSpPr>
        <p:grpSpPr>
          <a:xfrm>
            <a:off x="2689440" y="2882162"/>
            <a:ext cx="222337" cy="366721"/>
            <a:chOff x="2689440" y="2882162"/>
            <a:chExt cx="222337" cy="366721"/>
          </a:xfrm>
        </p:grpSpPr>
        <p:sp>
          <p:nvSpPr>
            <p:cNvPr id="16543" name="Google Shape;16543;p81"/>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81"/>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81"/>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81"/>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81"/>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81"/>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81"/>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81"/>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81"/>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52" name="Google Shape;16552;p81"/>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53" name="Google Shape;16553;p81"/>
          <p:cNvGrpSpPr/>
          <p:nvPr/>
        </p:nvGrpSpPr>
        <p:grpSpPr>
          <a:xfrm>
            <a:off x="2637986" y="1980142"/>
            <a:ext cx="359232" cy="322023"/>
            <a:chOff x="2637986" y="1980142"/>
            <a:chExt cx="359232" cy="322023"/>
          </a:xfrm>
        </p:grpSpPr>
        <p:sp>
          <p:nvSpPr>
            <p:cNvPr id="16554" name="Google Shape;16554;p81"/>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81"/>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81"/>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81"/>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81"/>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81"/>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81"/>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81"/>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81"/>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81"/>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81"/>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81"/>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81"/>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7" name="Google Shape;16567;p81"/>
          <p:cNvGrpSpPr/>
          <p:nvPr/>
        </p:nvGrpSpPr>
        <p:grpSpPr>
          <a:xfrm>
            <a:off x="1306531" y="3346972"/>
            <a:ext cx="323018" cy="359075"/>
            <a:chOff x="1306531" y="3346972"/>
            <a:chExt cx="323018" cy="359075"/>
          </a:xfrm>
        </p:grpSpPr>
        <p:sp>
          <p:nvSpPr>
            <p:cNvPr id="16568" name="Google Shape;16568;p81"/>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81"/>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81"/>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81"/>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81"/>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81"/>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81"/>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81"/>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81"/>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7" name="Google Shape;16577;p81"/>
          <p:cNvGrpSpPr/>
          <p:nvPr/>
        </p:nvGrpSpPr>
        <p:grpSpPr>
          <a:xfrm>
            <a:off x="1308024" y="2413975"/>
            <a:ext cx="360253" cy="357111"/>
            <a:chOff x="1308024" y="2413975"/>
            <a:chExt cx="360253" cy="357111"/>
          </a:xfrm>
        </p:grpSpPr>
        <p:sp>
          <p:nvSpPr>
            <p:cNvPr id="16578" name="Google Shape;16578;p81"/>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81"/>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81"/>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81"/>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81"/>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81"/>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81"/>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81"/>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81"/>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81"/>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81"/>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81"/>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81"/>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81"/>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81"/>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81"/>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81"/>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81"/>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81"/>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81"/>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81"/>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81"/>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81"/>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81"/>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81"/>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81"/>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81"/>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81"/>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81"/>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81"/>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8" name="Google Shape;16608;p81"/>
          <p:cNvGrpSpPr/>
          <p:nvPr/>
        </p:nvGrpSpPr>
        <p:grpSpPr>
          <a:xfrm>
            <a:off x="1298519" y="1970322"/>
            <a:ext cx="378452" cy="341321"/>
            <a:chOff x="1298519" y="1970322"/>
            <a:chExt cx="378452" cy="341321"/>
          </a:xfrm>
        </p:grpSpPr>
        <p:sp>
          <p:nvSpPr>
            <p:cNvPr id="16609" name="Google Shape;16609;p81"/>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81"/>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81"/>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81"/>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81"/>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81"/>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81"/>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81"/>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81"/>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81"/>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81"/>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81"/>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81"/>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81"/>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81"/>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81"/>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81"/>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1"/>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1"/>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81"/>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9" name="Google Shape;16629;p81"/>
          <p:cNvGrpSpPr/>
          <p:nvPr/>
        </p:nvGrpSpPr>
        <p:grpSpPr>
          <a:xfrm>
            <a:off x="3114815" y="3346868"/>
            <a:ext cx="283217" cy="359180"/>
            <a:chOff x="3114815" y="3346868"/>
            <a:chExt cx="283217" cy="359180"/>
          </a:xfrm>
        </p:grpSpPr>
        <p:sp>
          <p:nvSpPr>
            <p:cNvPr id="16630" name="Google Shape;16630;p81"/>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81"/>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81"/>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81"/>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1"/>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1"/>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81"/>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81"/>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81"/>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81"/>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81"/>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81"/>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81"/>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3" name="Google Shape;16643;p81"/>
          <p:cNvGrpSpPr/>
          <p:nvPr/>
        </p:nvGrpSpPr>
        <p:grpSpPr>
          <a:xfrm>
            <a:off x="3973186" y="3353231"/>
            <a:ext cx="378661" cy="346558"/>
            <a:chOff x="3973186" y="3353231"/>
            <a:chExt cx="378661" cy="346558"/>
          </a:xfrm>
        </p:grpSpPr>
        <p:sp>
          <p:nvSpPr>
            <p:cNvPr id="16644" name="Google Shape;16644;p81"/>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81"/>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81"/>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81"/>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81"/>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81"/>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81"/>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81"/>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81"/>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81"/>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81"/>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81"/>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81"/>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81"/>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81"/>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81"/>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81"/>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81"/>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2" name="Google Shape;16662;p81"/>
          <p:cNvGrpSpPr/>
          <p:nvPr/>
        </p:nvGrpSpPr>
        <p:grpSpPr>
          <a:xfrm>
            <a:off x="2152857" y="4263002"/>
            <a:ext cx="373241" cy="359127"/>
            <a:chOff x="2152857" y="4263002"/>
            <a:chExt cx="373241" cy="359127"/>
          </a:xfrm>
        </p:grpSpPr>
        <p:sp>
          <p:nvSpPr>
            <p:cNvPr id="16663" name="Google Shape;16663;p81"/>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81"/>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81"/>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81"/>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1"/>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1"/>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81"/>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81"/>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1" name="Google Shape;16671;p81"/>
          <p:cNvGrpSpPr/>
          <p:nvPr/>
        </p:nvGrpSpPr>
        <p:grpSpPr>
          <a:xfrm>
            <a:off x="859632" y="3346972"/>
            <a:ext cx="303537" cy="359127"/>
            <a:chOff x="859632" y="3346972"/>
            <a:chExt cx="303537" cy="359127"/>
          </a:xfrm>
        </p:grpSpPr>
        <p:sp>
          <p:nvSpPr>
            <p:cNvPr id="16672" name="Google Shape;16672;p81"/>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81"/>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81"/>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81"/>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81"/>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7" name="Google Shape;16677;p81"/>
          <p:cNvGrpSpPr/>
          <p:nvPr/>
        </p:nvGrpSpPr>
        <p:grpSpPr>
          <a:xfrm>
            <a:off x="1767911" y="2882241"/>
            <a:ext cx="265306" cy="366799"/>
            <a:chOff x="1767911" y="2882241"/>
            <a:chExt cx="265306" cy="366799"/>
          </a:xfrm>
        </p:grpSpPr>
        <p:sp>
          <p:nvSpPr>
            <p:cNvPr id="16678" name="Google Shape;16678;p81"/>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81"/>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81"/>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81"/>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81"/>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81"/>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81"/>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81"/>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81"/>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81"/>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81"/>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81"/>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81"/>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81"/>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81"/>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3" name="Google Shape;16693;p81"/>
          <p:cNvGrpSpPr/>
          <p:nvPr/>
        </p:nvGrpSpPr>
        <p:grpSpPr>
          <a:xfrm>
            <a:off x="1332009" y="1499935"/>
            <a:ext cx="331895" cy="359311"/>
            <a:chOff x="1332009" y="1499935"/>
            <a:chExt cx="331895" cy="359311"/>
          </a:xfrm>
        </p:grpSpPr>
        <p:sp>
          <p:nvSpPr>
            <p:cNvPr id="16694" name="Google Shape;16694;p81"/>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81"/>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81"/>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81"/>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81"/>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81"/>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81"/>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81"/>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1"/>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81"/>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81"/>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81"/>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81"/>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81"/>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81"/>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81"/>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81"/>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1" name="Google Shape;16711;p81"/>
          <p:cNvGrpSpPr/>
          <p:nvPr/>
        </p:nvGrpSpPr>
        <p:grpSpPr>
          <a:xfrm>
            <a:off x="2663464" y="3346815"/>
            <a:ext cx="289528" cy="359232"/>
            <a:chOff x="2663464" y="3346815"/>
            <a:chExt cx="289528" cy="359232"/>
          </a:xfrm>
        </p:grpSpPr>
        <p:sp>
          <p:nvSpPr>
            <p:cNvPr id="16712" name="Google Shape;16712;p81"/>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81"/>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81"/>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81"/>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81"/>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81"/>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81"/>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81"/>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81"/>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81"/>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1"/>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3" name="Google Shape;16723;p81"/>
          <p:cNvGrpSpPr/>
          <p:nvPr/>
        </p:nvGrpSpPr>
        <p:grpSpPr>
          <a:xfrm>
            <a:off x="1315775" y="2881927"/>
            <a:ext cx="269051" cy="366983"/>
            <a:chOff x="1315775" y="2881927"/>
            <a:chExt cx="269051" cy="366983"/>
          </a:xfrm>
        </p:grpSpPr>
        <p:sp>
          <p:nvSpPr>
            <p:cNvPr id="16724" name="Google Shape;16724;p81"/>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81"/>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81"/>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81"/>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81"/>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81"/>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81"/>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81"/>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81"/>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81"/>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81"/>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81"/>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81"/>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81"/>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81"/>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9" name="Google Shape;16739;p81"/>
          <p:cNvGrpSpPr/>
          <p:nvPr/>
        </p:nvGrpSpPr>
        <p:grpSpPr>
          <a:xfrm>
            <a:off x="3977427" y="1980142"/>
            <a:ext cx="359232" cy="322023"/>
            <a:chOff x="3977427" y="1980142"/>
            <a:chExt cx="359232" cy="322023"/>
          </a:xfrm>
        </p:grpSpPr>
        <p:sp>
          <p:nvSpPr>
            <p:cNvPr id="16740" name="Google Shape;16740;p81"/>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81"/>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81"/>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81"/>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81"/>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81"/>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81"/>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81"/>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81"/>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81"/>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0" name="Google Shape;16750;p81"/>
          <p:cNvGrpSpPr/>
          <p:nvPr/>
        </p:nvGrpSpPr>
        <p:grpSpPr>
          <a:xfrm>
            <a:off x="865628" y="2413608"/>
            <a:ext cx="361720" cy="359180"/>
            <a:chOff x="865628" y="2413608"/>
            <a:chExt cx="361720" cy="359180"/>
          </a:xfrm>
        </p:grpSpPr>
        <p:sp>
          <p:nvSpPr>
            <p:cNvPr id="16751" name="Google Shape;16751;p81"/>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81"/>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81"/>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81"/>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1"/>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1"/>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81"/>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81"/>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81"/>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1"/>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81"/>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81"/>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81"/>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4" name="Google Shape;16764;p81"/>
          <p:cNvGrpSpPr/>
          <p:nvPr/>
        </p:nvGrpSpPr>
        <p:grpSpPr>
          <a:xfrm>
            <a:off x="3117093" y="2881927"/>
            <a:ext cx="268815" cy="366983"/>
            <a:chOff x="3117093" y="2881927"/>
            <a:chExt cx="268815" cy="366983"/>
          </a:xfrm>
        </p:grpSpPr>
        <p:sp>
          <p:nvSpPr>
            <p:cNvPr id="16765" name="Google Shape;16765;p81"/>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81"/>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81"/>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81"/>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81"/>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81"/>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81"/>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81"/>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81"/>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81"/>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81"/>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81"/>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81"/>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81"/>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81"/>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0" name="Google Shape;16780;p81"/>
          <p:cNvGrpSpPr/>
          <p:nvPr/>
        </p:nvGrpSpPr>
        <p:grpSpPr>
          <a:xfrm>
            <a:off x="3534508" y="1508000"/>
            <a:ext cx="368502" cy="343521"/>
            <a:chOff x="3534508" y="1508000"/>
            <a:chExt cx="368502" cy="343521"/>
          </a:xfrm>
        </p:grpSpPr>
        <p:sp>
          <p:nvSpPr>
            <p:cNvPr id="16781" name="Google Shape;16781;p81"/>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81"/>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81"/>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81"/>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1"/>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81"/>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81"/>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81"/>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81"/>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81"/>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81"/>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81"/>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81"/>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81"/>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81"/>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6" name="Google Shape;16796;p81"/>
          <p:cNvGrpSpPr/>
          <p:nvPr/>
        </p:nvGrpSpPr>
        <p:grpSpPr>
          <a:xfrm>
            <a:off x="7147436" y="1502999"/>
            <a:ext cx="279054" cy="354754"/>
            <a:chOff x="7147436" y="1502999"/>
            <a:chExt cx="279054" cy="354754"/>
          </a:xfrm>
        </p:grpSpPr>
        <p:sp>
          <p:nvSpPr>
            <p:cNvPr id="16797" name="Google Shape;16797;p81"/>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81"/>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81"/>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81"/>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81"/>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81"/>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81"/>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1"/>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81"/>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81"/>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81"/>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81"/>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81"/>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81"/>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81"/>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81"/>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3" name="Google Shape;16813;p81"/>
          <p:cNvGrpSpPr/>
          <p:nvPr/>
        </p:nvGrpSpPr>
        <p:grpSpPr>
          <a:xfrm>
            <a:off x="7603081" y="1973072"/>
            <a:ext cx="276802" cy="354807"/>
            <a:chOff x="7603081" y="1973072"/>
            <a:chExt cx="276802" cy="354807"/>
          </a:xfrm>
        </p:grpSpPr>
        <p:sp>
          <p:nvSpPr>
            <p:cNvPr id="16814" name="Google Shape;16814;p81"/>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81"/>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81"/>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81"/>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81"/>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81"/>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81"/>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81"/>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81"/>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81"/>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81"/>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81"/>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81"/>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81"/>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8" name="Google Shape;16828;p81"/>
          <p:cNvGrpSpPr/>
          <p:nvPr/>
        </p:nvGrpSpPr>
        <p:grpSpPr>
          <a:xfrm>
            <a:off x="6696792" y="1502999"/>
            <a:ext cx="276802" cy="354754"/>
            <a:chOff x="6696792" y="1502999"/>
            <a:chExt cx="276802" cy="354754"/>
          </a:xfrm>
        </p:grpSpPr>
        <p:sp>
          <p:nvSpPr>
            <p:cNvPr id="16829" name="Google Shape;16829;p81"/>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81"/>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81"/>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81"/>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81"/>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81"/>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81"/>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81"/>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81"/>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81"/>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81"/>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81"/>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81"/>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81"/>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81"/>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44" name="Google Shape;16844;p81"/>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45" name="Google Shape;16845;p81"/>
          <p:cNvGrpSpPr/>
          <p:nvPr/>
        </p:nvGrpSpPr>
        <p:grpSpPr>
          <a:xfrm>
            <a:off x="6223393" y="1502999"/>
            <a:ext cx="320295" cy="354754"/>
            <a:chOff x="6223393" y="1502999"/>
            <a:chExt cx="320295" cy="354754"/>
          </a:xfrm>
        </p:grpSpPr>
        <p:sp>
          <p:nvSpPr>
            <p:cNvPr id="16846" name="Google Shape;16846;p81"/>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81"/>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81"/>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81"/>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81"/>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81"/>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81"/>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81"/>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81"/>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81"/>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81"/>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81"/>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81"/>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81"/>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81"/>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81"/>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81"/>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81"/>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81"/>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81"/>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81"/>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81"/>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81"/>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9" name="Google Shape;16869;p81"/>
          <p:cNvGrpSpPr/>
          <p:nvPr/>
        </p:nvGrpSpPr>
        <p:grpSpPr>
          <a:xfrm>
            <a:off x="5310611" y="1502972"/>
            <a:ext cx="339515" cy="354781"/>
            <a:chOff x="5310611" y="1502972"/>
            <a:chExt cx="339515" cy="354781"/>
          </a:xfrm>
        </p:grpSpPr>
        <p:sp>
          <p:nvSpPr>
            <p:cNvPr id="16870" name="Google Shape;16870;p81"/>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81"/>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81"/>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81"/>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81"/>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81"/>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81"/>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81"/>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81"/>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81"/>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81"/>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81"/>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81"/>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81"/>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81"/>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81"/>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6" name="Google Shape;16886;p81"/>
          <p:cNvGrpSpPr/>
          <p:nvPr/>
        </p:nvGrpSpPr>
        <p:grpSpPr>
          <a:xfrm>
            <a:off x="6253637" y="3790101"/>
            <a:ext cx="274550" cy="354833"/>
            <a:chOff x="6253637" y="3790101"/>
            <a:chExt cx="274550" cy="354833"/>
          </a:xfrm>
        </p:grpSpPr>
        <p:sp>
          <p:nvSpPr>
            <p:cNvPr id="16887" name="Google Shape;16887;p81"/>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81"/>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81"/>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81"/>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81"/>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81"/>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81"/>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81"/>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81"/>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81"/>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81"/>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81"/>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81"/>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81"/>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81"/>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81"/>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81"/>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4" name="Google Shape;16904;p81"/>
          <p:cNvGrpSpPr/>
          <p:nvPr/>
        </p:nvGrpSpPr>
        <p:grpSpPr>
          <a:xfrm>
            <a:off x="5802731" y="3790180"/>
            <a:ext cx="274576" cy="354754"/>
            <a:chOff x="5802731" y="3790180"/>
            <a:chExt cx="274576" cy="354754"/>
          </a:xfrm>
        </p:grpSpPr>
        <p:sp>
          <p:nvSpPr>
            <p:cNvPr id="16905" name="Google Shape;16905;p81"/>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81"/>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81"/>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1"/>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81"/>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81"/>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81"/>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81"/>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81"/>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81"/>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81"/>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81"/>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81"/>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81"/>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81"/>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81"/>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81"/>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81"/>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81"/>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81"/>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81"/>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6" name="Google Shape;16926;p81"/>
          <p:cNvGrpSpPr/>
          <p:nvPr/>
        </p:nvGrpSpPr>
        <p:grpSpPr>
          <a:xfrm>
            <a:off x="5352088" y="3790206"/>
            <a:ext cx="274550" cy="354728"/>
            <a:chOff x="5352088" y="3790206"/>
            <a:chExt cx="274550" cy="354728"/>
          </a:xfrm>
        </p:grpSpPr>
        <p:sp>
          <p:nvSpPr>
            <p:cNvPr id="16927" name="Google Shape;16927;p81"/>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81"/>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81"/>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81"/>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81"/>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81"/>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81"/>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81"/>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81"/>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81"/>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81"/>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81"/>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81"/>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81"/>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81"/>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81"/>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81"/>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81"/>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81"/>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81"/>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81"/>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81"/>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81"/>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81"/>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1" name="Google Shape;16951;p81"/>
          <p:cNvGrpSpPr/>
          <p:nvPr/>
        </p:nvGrpSpPr>
        <p:grpSpPr>
          <a:xfrm>
            <a:off x="4901706" y="3790075"/>
            <a:ext cx="274550" cy="354859"/>
            <a:chOff x="4901706" y="3790075"/>
            <a:chExt cx="274550" cy="354859"/>
          </a:xfrm>
        </p:grpSpPr>
        <p:sp>
          <p:nvSpPr>
            <p:cNvPr id="16952" name="Google Shape;16952;p81"/>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81"/>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81"/>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81"/>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81"/>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81"/>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81"/>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81"/>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81"/>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81"/>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81"/>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81"/>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81"/>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81"/>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81"/>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81"/>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81"/>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9" name="Google Shape;16969;p81"/>
          <p:cNvGrpSpPr/>
          <p:nvPr/>
        </p:nvGrpSpPr>
        <p:grpSpPr>
          <a:xfrm>
            <a:off x="8052704" y="1503208"/>
            <a:ext cx="275073" cy="354545"/>
            <a:chOff x="8052704" y="1503208"/>
            <a:chExt cx="275073" cy="354545"/>
          </a:xfrm>
        </p:grpSpPr>
        <p:sp>
          <p:nvSpPr>
            <p:cNvPr id="16970" name="Google Shape;16970;p81"/>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81"/>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81"/>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81"/>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81"/>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81"/>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81"/>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81"/>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81"/>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81"/>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81"/>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81"/>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81"/>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81"/>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81"/>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81"/>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81"/>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7" name="Google Shape;16987;p81"/>
          <p:cNvGrpSpPr/>
          <p:nvPr/>
        </p:nvGrpSpPr>
        <p:grpSpPr>
          <a:xfrm>
            <a:off x="5794745" y="1502999"/>
            <a:ext cx="274550" cy="354754"/>
            <a:chOff x="5794745" y="1502999"/>
            <a:chExt cx="274550" cy="354754"/>
          </a:xfrm>
        </p:grpSpPr>
        <p:sp>
          <p:nvSpPr>
            <p:cNvPr id="16988" name="Google Shape;16988;p81"/>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81"/>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81"/>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81"/>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81"/>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81"/>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81"/>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81"/>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81"/>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81"/>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81"/>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81"/>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81"/>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81"/>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81"/>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81"/>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81"/>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81"/>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81"/>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81"/>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81"/>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81"/>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81"/>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1" name="Google Shape;17011;p81"/>
          <p:cNvGrpSpPr/>
          <p:nvPr/>
        </p:nvGrpSpPr>
        <p:grpSpPr>
          <a:xfrm>
            <a:off x="4896940" y="1502999"/>
            <a:ext cx="263316" cy="354754"/>
            <a:chOff x="4896940" y="1502999"/>
            <a:chExt cx="263316" cy="354754"/>
          </a:xfrm>
        </p:grpSpPr>
        <p:sp>
          <p:nvSpPr>
            <p:cNvPr id="17012" name="Google Shape;17012;p81"/>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81"/>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81"/>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81"/>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81"/>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81"/>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81"/>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81"/>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81"/>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81"/>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81"/>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81"/>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81"/>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81"/>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81"/>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81"/>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81"/>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81"/>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81"/>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81"/>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81"/>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3" name="Google Shape;17033;p81"/>
          <p:cNvGrpSpPr/>
          <p:nvPr/>
        </p:nvGrpSpPr>
        <p:grpSpPr>
          <a:xfrm>
            <a:off x="6255392" y="4268082"/>
            <a:ext cx="274550" cy="354728"/>
            <a:chOff x="6255392" y="4268082"/>
            <a:chExt cx="274550" cy="354728"/>
          </a:xfrm>
        </p:grpSpPr>
        <p:sp>
          <p:nvSpPr>
            <p:cNvPr id="17034" name="Google Shape;17034;p81"/>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81"/>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81"/>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81"/>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81"/>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81"/>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81"/>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81"/>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81"/>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81"/>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81"/>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81"/>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81"/>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81"/>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81"/>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81"/>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81"/>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81"/>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81"/>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81"/>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4" name="Google Shape;17054;p81"/>
          <p:cNvGrpSpPr/>
          <p:nvPr/>
        </p:nvGrpSpPr>
        <p:grpSpPr>
          <a:xfrm>
            <a:off x="7604076" y="3790075"/>
            <a:ext cx="275807" cy="354859"/>
            <a:chOff x="7604076" y="3790075"/>
            <a:chExt cx="275807" cy="354859"/>
          </a:xfrm>
        </p:grpSpPr>
        <p:sp>
          <p:nvSpPr>
            <p:cNvPr id="17055" name="Google Shape;17055;p81"/>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81"/>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81"/>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81"/>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81"/>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81"/>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81"/>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81"/>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81"/>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81"/>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81"/>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81"/>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81"/>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81"/>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81"/>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81"/>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81"/>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81"/>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81"/>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81"/>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81"/>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81"/>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7" name="Google Shape;17077;p81"/>
          <p:cNvGrpSpPr/>
          <p:nvPr/>
        </p:nvGrpSpPr>
        <p:grpSpPr>
          <a:xfrm>
            <a:off x="7154427" y="3790206"/>
            <a:ext cx="274550" cy="354493"/>
            <a:chOff x="7154427" y="3790206"/>
            <a:chExt cx="274550" cy="354493"/>
          </a:xfrm>
        </p:grpSpPr>
        <p:sp>
          <p:nvSpPr>
            <p:cNvPr id="17078" name="Google Shape;17078;p81"/>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81"/>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81"/>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81"/>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81"/>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81"/>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81"/>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81"/>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81"/>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81"/>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81"/>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81"/>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81"/>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81"/>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81"/>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81"/>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81"/>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81"/>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81"/>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81"/>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8" name="Google Shape;17098;p81"/>
          <p:cNvGrpSpPr/>
          <p:nvPr/>
        </p:nvGrpSpPr>
        <p:grpSpPr>
          <a:xfrm>
            <a:off x="8054458" y="1973150"/>
            <a:ext cx="274576" cy="354728"/>
            <a:chOff x="8054458" y="1973150"/>
            <a:chExt cx="274576" cy="354728"/>
          </a:xfrm>
        </p:grpSpPr>
        <p:sp>
          <p:nvSpPr>
            <p:cNvPr id="17099" name="Google Shape;17099;p81"/>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81"/>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81"/>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81"/>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81"/>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81"/>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81"/>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81"/>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81"/>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81"/>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81"/>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81"/>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81"/>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81"/>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81"/>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81"/>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81"/>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81"/>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81"/>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81"/>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81"/>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81"/>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1" name="Google Shape;17121;p81"/>
          <p:cNvGrpSpPr/>
          <p:nvPr/>
        </p:nvGrpSpPr>
        <p:grpSpPr>
          <a:xfrm>
            <a:off x="7153930" y="1973150"/>
            <a:ext cx="274812" cy="354728"/>
            <a:chOff x="7153930" y="1973150"/>
            <a:chExt cx="274812" cy="354728"/>
          </a:xfrm>
        </p:grpSpPr>
        <p:sp>
          <p:nvSpPr>
            <p:cNvPr id="17122" name="Google Shape;17122;p81"/>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81"/>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81"/>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81"/>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81"/>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81"/>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81"/>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81"/>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81"/>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81"/>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81"/>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81"/>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81"/>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81"/>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81"/>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81"/>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81"/>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81"/>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81"/>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1" name="Google Shape;17141;p81"/>
          <p:cNvGrpSpPr/>
          <p:nvPr/>
        </p:nvGrpSpPr>
        <p:grpSpPr>
          <a:xfrm>
            <a:off x="6703522" y="1973098"/>
            <a:ext cx="274812" cy="354781"/>
            <a:chOff x="6703522" y="1973098"/>
            <a:chExt cx="274812" cy="354781"/>
          </a:xfrm>
        </p:grpSpPr>
        <p:sp>
          <p:nvSpPr>
            <p:cNvPr id="17142" name="Google Shape;17142;p81"/>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81"/>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81"/>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81"/>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81"/>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81"/>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81"/>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81"/>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81"/>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81"/>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81"/>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81"/>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81"/>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81"/>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81"/>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81"/>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81"/>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81"/>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81"/>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81"/>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81"/>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81"/>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81"/>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81"/>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81"/>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7" name="Google Shape;17167;p81"/>
          <p:cNvGrpSpPr/>
          <p:nvPr/>
        </p:nvGrpSpPr>
        <p:grpSpPr>
          <a:xfrm>
            <a:off x="6253375" y="1973150"/>
            <a:ext cx="274812" cy="354728"/>
            <a:chOff x="6253375" y="1973150"/>
            <a:chExt cx="274812" cy="354728"/>
          </a:xfrm>
        </p:grpSpPr>
        <p:sp>
          <p:nvSpPr>
            <p:cNvPr id="17168" name="Google Shape;17168;p81"/>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81"/>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81"/>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81"/>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81"/>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81"/>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81"/>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81"/>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81"/>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81"/>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81"/>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81"/>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81"/>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81"/>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81"/>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81"/>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81"/>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81"/>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81"/>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81"/>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81"/>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81"/>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81"/>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81"/>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81"/>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81"/>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81"/>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81"/>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81"/>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81"/>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81"/>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81"/>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81"/>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81"/>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81"/>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81"/>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81"/>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81"/>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6" name="Google Shape;17206;p81"/>
          <p:cNvGrpSpPr/>
          <p:nvPr/>
        </p:nvGrpSpPr>
        <p:grpSpPr>
          <a:xfrm>
            <a:off x="5802496" y="1973150"/>
            <a:ext cx="275309" cy="354728"/>
            <a:chOff x="5802496" y="1973150"/>
            <a:chExt cx="275309" cy="354728"/>
          </a:xfrm>
        </p:grpSpPr>
        <p:sp>
          <p:nvSpPr>
            <p:cNvPr id="17207" name="Google Shape;17207;p81"/>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81"/>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81"/>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81"/>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81"/>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81"/>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81"/>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81"/>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81"/>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81"/>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81"/>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81"/>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81"/>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81"/>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81"/>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81"/>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81"/>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81"/>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81"/>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81"/>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81"/>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81"/>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81"/>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81"/>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81"/>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81"/>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3" name="Google Shape;17233;p81"/>
          <p:cNvGrpSpPr/>
          <p:nvPr/>
        </p:nvGrpSpPr>
        <p:grpSpPr>
          <a:xfrm>
            <a:off x="5353083" y="1973150"/>
            <a:ext cx="274576" cy="354728"/>
            <a:chOff x="5353083" y="1973150"/>
            <a:chExt cx="274576" cy="354728"/>
          </a:xfrm>
        </p:grpSpPr>
        <p:sp>
          <p:nvSpPr>
            <p:cNvPr id="17234" name="Google Shape;17234;p81"/>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81"/>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81"/>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81"/>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81"/>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81"/>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81"/>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81"/>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81"/>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81"/>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81"/>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81"/>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81"/>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81"/>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81"/>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81"/>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81"/>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81"/>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81"/>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81"/>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81"/>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5" name="Google Shape;17255;p81"/>
          <p:cNvGrpSpPr/>
          <p:nvPr/>
        </p:nvGrpSpPr>
        <p:grpSpPr>
          <a:xfrm>
            <a:off x="4902701" y="1973150"/>
            <a:ext cx="274812" cy="354728"/>
            <a:chOff x="4902701" y="1973150"/>
            <a:chExt cx="274812" cy="354728"/>
          </a:xfrm>
        </p:grpSpPr>
        <p:sp>
          <p:nvSpPr>
            <p:cNvPr id="17256" name="Google Shape;17256;p81"/>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81"/>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81"/>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81"/>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81"/>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81"/>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81"/>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81"/>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81"/>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81"/>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81"/>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81"/>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81"/>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81"/>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81"/>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81"/>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81"/>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81"/>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81"/>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81"/>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81"/>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81"/>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81"/>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81"/>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81"/>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1" name="Google Shape;17281;p81"/>
          <p:cNvGrpSpPr/>
          <p:nvPr/>
        </p:nvGrpSpPr>
        <p:grpSpPr>
          <a:xfrm>
            <a:off x="4902701" y="2879989"/>
            <a:ext cx="272560" cy="354676"/>
            <a:chOff x="4902701" y="2879989"/>
            <a:chExt cx="272560" cy="354676"/>
          </a:xfrm>
        </p:grpSpPr>
        <p:sp>
          <p:nvSpPr>
            <p:cNvPr id="17282" name="Google Shape;17282;p81"/>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81"/>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81"/>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81"/>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81"/>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81"/>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81"/>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81"/>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81"/>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81"/>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81"/>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81"/>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81"/>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81"/>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81"/>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81"/>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81"/>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81"/>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81"/>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81"/>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81"/>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81"/>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81"/>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81"/>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6" name="Google Shape;17306;p81"/>
          <p:cNvGrpSpPr/>
          <p:nvPr/>
        </p:nvGrpSpPr>
        <p:grpSpPr>
          <a:xfrm>
            <a:off x="5803988" y="4268082"/>
            <a:ext cx="274550" cy="354728"/>
            <a:chOff x="5803988" y="4268082"/>
            <a:chExt cx="274550" cy="354728"/>
          </a:xfrm>
        </p:grpSpPr>
        <p:sp>
          <p:nvSpPr>
            <p:cNvPr id="17307" name="Google Shape;17307;p81"/>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81"/>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81"/>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81"/>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81"/>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81"/>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81"/>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81"/>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81"/>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81"/>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81"/>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81"/>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81"/>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81"/>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81"/>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81"/>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81"/>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81"/>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81"/>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81"/>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81"/>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81"/>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9" name="Google Shape;17329;p81"/>
          <p:cNvGrpSpPr/>
          <p:nvPr/>
        </p:nvGrpSpPr>
        <p:grpSpPr>
          <a:xfrm>
            <a:off x="5352349" y="4268082"/>
            <a:ext cx="274550" cy="354728"/>
            <a:chOff x="5352349" y="4268082"/>
            <a:chExt cx="274550" cy="354728"/>
          </a:xfrm>
        </p:grpSpPr>
        <p:sp>
          <p:nvSpPr>
            <p:cNvPr id="17330" name="Google Shape;17330;p81"/>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81"/>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81"/>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81"/>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81"/>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81"/>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81"/>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81"/>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81"/>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81"/>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81"/>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81"/>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81"/>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81"/>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81"/>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81"/>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81"/>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81"/>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81"/>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81"/>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81"/>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81"/>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2" name="Google Shape;17352;p81"/>
          <p:cNvGrpSpPr/>
          <p:nvPr/>
        </p:nvGrpSpPr>
        <p:grpSpPr>
          <a:xfrm>
            <a:off x="7606826" y="2419290"/>
            <a:ext cx="274550" cy="354728"/>
            <a:chOff x="7606826" y="2419290"/>
            <a:chExt cx="274550" cy="354728"/>
          </a:xfrm>
        </p:grpSpPr>
        <p:sp>
          <p:nvSpPr>
            <p:cNvPr id="17353" name="Google Shape;17353;p81"/>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81"/>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81"/>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81"/>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81"/>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81"/>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81"/>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81"/>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81"/>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81"/>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81"/>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81"/>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81"/>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81"/>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81"/>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8" name="Google Shape;17368;p81"/>
          <p:cNvGrpSpPr/>
          <p:nvPr/>
        </p:nvGrpSpPr>
        <p:grpSpPr>
          <a:xfrm>
            <a:off x="7156182" y="2419290"/>
            <a:ext cx="274550" cy="354728"/>
            <a:chOff x="7156182" y="2419290"/>
            <a:chExt cx="274550" cy="354728"/>
          </a:xfrm>
        </p:grpSpPr>
        <p:sp>
          <p:nvSpPr>
            <p:cNvPr id="17369" name="Google Shape;17369;p81"/>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81"/>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81"/>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81"/>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81"/>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81"/>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81"/>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81"/>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81"/>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81"/>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81"/>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81"/>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81"/>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81"/>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81"/>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4" name="Google Shape;17384;p81"/>
          <p:cNvGrpSpPr/>
          <p:nvPr/>
        </p:nvGrpSpPr>
        <p:grpSpPr>
          <a:xfrm>
            <a:off x="6705276" y="2419290"/>
            <a:ext cx="274812" cy="354728"/>
            <a:chOff x="6705276" y="2419290"/>
            <a:chExt cx="274812" cy="354728"/>
          </a:xfrm>
        </p:grpSpPr>
        <p:sp>
          <p:nvSpPr>
            <p:cNvPr id="17385" name="Google Shape;17385;p81"/>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81"/>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81"/>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81"/>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81"/>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81"/>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81"/>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81"/>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81"/>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81"/>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81"/>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81"/>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81"/>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81"/>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81"/>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81"/>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81"/>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81"/>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81"/>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81"/>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81"/>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81"/>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81"/>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81"/>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81"/>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81"/>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81"/>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81"/>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3" name="Google Shape;17413;p81"/>
          <p:cNvGrpSpPr/>
          <p:nvPr/>
        </p:nvGrpSpPr>
        <p:grpSpPr>
          <a:xfrm>
            <a:off x="4902936" y="2419290"/>
            <a:ext cx="274576" cy="354728"/>
            <a:chOff x="4902936" y="2419290"/>
            <a:chExt cx="274576" cy="354728"/>
          </a:xfrm>
        </p:grpSpPr>
        <p:sp>
          <p:nvSpPr>
            <p:cNvPr id="17414" name="Google Shape;17414;p81"/>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81"/>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81"/>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81"/>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81"/>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81"/>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81"/>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81"/>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81"/>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81"/>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81"/>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81"/>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81"/>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81"/>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81"/>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81"/>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81"/>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81"/>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81"/>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81"/>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4" name="Google Shape;17434;p81"/>
          <p:cNvGrpSpPr/>
          <p:nvPr/>
        </p:nvGrpSpPr>
        <p:grpSpPr>
          <a:xfrm>
            <a:off x="7608056" y="3345794"/>
            <a:ext cx="270334" cy="354754"/>
            <a:chOff x="7608056" y="3345794"/>
            <a:chExt cx="270334" cy="354754"/>
          </a:xfrm>
        </p:grpSpPr>
        <p:sp>
          <p:nvSpPr>
            <p:cNvPr id="17435" name="Google Shape;17435;p81"/>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81"/>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81"/>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81"/>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81"/>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81"/>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81"/>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81"/>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81"/>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81"/>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81"/>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81"/>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81"/>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81"/>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81"/>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81"/>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81"/>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81"/>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81"/>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4" name="Google Shape;17454;p81"/>
          <p:cNvGrpSpPr/>
          <p:nvPr/>
        </p:nvGrpSpPr>
        <p:grpSpPr>
          <a:xfrm>
            <a:off x="6712765" y="4268082"/>
            <a:ext cx="263316" cy="354728"/>
            <a:chOff x="6712765" y="4268082"/>
            <a:chExt cx="263316" cy="354728"/>
          </a:xfrm>
        </p:grpSpPr>
        <p:sp>
          <p:nvSpPr>
            <p:cNvPr id="17455" name="Google Shape;17455;p81"/>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81"/>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81"/>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81"/>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81"/>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81"/>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81"/>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81"/>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81"/>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81"/>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81"/>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81"/>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81"/>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81"/>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81"/>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81"/>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1" name="Google Shape;17471;p81"/>
          <p:cNvGrpSpPr/>
          <p:nvPr/>
        </p:nvGrpSpPr>
        <p:grpSpPr>
          <a:xfrm>
            <a:off x="5359341" y="2419159"/>
            <a:ext cx="262819" cy="354859"/>
            <a:chOff x="5359341" y="2419159"/>
            <a:chExt cx="262819" cy="354859"/>
          </a:xfrm>
        </p:grpSpPr>
        <p:sp>
          <p:nvSpPr>
            <p:cNvPr id="17472" name="Google Shape;17472;p81"/>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81"/>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81"/>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81"/>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81"/>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81"/>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81"/>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81"/>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81"/>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81"/>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81"/>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81"/>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81"/>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81"/>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81"/>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81"/>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81"/>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81"/>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81"/>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81"/>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81"/>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3" name="Google Shape;17493;p81"/>
          <p:cNvGrpSpPr/>
          <p:nvPr/>
        </p:nvGrpSpPr>
        <p:grpSpPr>
          <a:xfrm>
            <a:off x="6709282" y="3790206"/>
            <a:ext cx="263316" cy="354493"/>
            <a:chOff x="6709282" y="3790206"/>
            <a:chExt cx="263316" cy="354493"/>
          </a:xfrm>
        </p:grpSpPr>
        <p:sp>
          <p:nvSpPr>
            <p:cNvPr id="17494" name="Google Shape;17494;p81"/>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81"/>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81"/>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81"/>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81"/>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81"/>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81"/>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81"/>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81"/>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81"/>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81"/>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81"/>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81"/>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81"/>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81"/>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81"/>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0" name="Google Shape;17510;p81"/>
          <p:cNvGrpSpPr/>
          <p:nvPr/>
        </p:nvGrpSpPr>
        <p:grpSpPr>
          <a:xfrm>
            <a:off x="6260629" y="2419290"/>
            <a:ext cx="263055" cy="354493"/>
            <a:chOff x="6260629" y="2419290"/>
            <a:chExt cx="263055" cy="354493"/>
          </a:xfrm>
        </p:grpSpPr>
        <p:sp>
          <p:nvSpPr>
            <p:cNvPr id="17511" name="Google Shape;17511;p81"/>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81"/>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81"/>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81"/>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81"/>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81"/>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81"/>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81"/>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81"/>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81"/>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81"/>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81"/>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81"/>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81"/>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81"/>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6" name="Google Shape;17526;p81"/>
          <p:cNvGrpSpPr/>
          <p:nvPr/>
        </p:nvGrpSpPr>
        <p:grpSpPr>
          <a:xfrm>
            <a:off x="6260864" y="2879911"/>
            <a:ext cx="263343" cy="354754"/>
            <a:chOff x="6260864" y="2879911"/>
            <a:chExt cx="263343" cy="354754"/>
          </a:xfrm>
        </p:grpSpPr>
        <p:sp>
          <p:nvSpPr>
            <p:cNvPr id="17527" name="Google Shape;17527;p81"/>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81"/>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81"/>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81"/>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81"/>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81"/>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81"/>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81"/>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81"/>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81"/>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81"/>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81"/>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81"/>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81"/>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81"/>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81"/>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81"/>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81"/>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5" name="Google Shape;17545;p81"/>
          <p:cNvGrpSpPr/>
          <p:nvPr/>
        </p:nvGrpSpPr>
        <p:grpSpPr>
          <a:xfrm>
            <a:off x="8062968" y="2419290"/>
            <a:ext cx="263316" cy="354728"/>
            <a:chOff x="8062968" y="2419290"/>
            <a:chExt cx="263316" cy="354728"/>
          </a:xfrm>
        </p:grpSpPr>
        <p:sp>
          <p:nvSpPr>
            <p:cNvPr id="17546" name="Google Shape;17546;p81"/>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81"/>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81"/>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81"/>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81"/>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81"/>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81"/>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81"/>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81"/>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81"/>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81"/>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81"/>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81"/>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81"/>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81"/>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81"/>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81"/>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3" name="Google Shape;17563;p81"/>
          <p:cNvGrpSpPr/>
          <p:nvPr/>
        </p:nvGrpSpPr>
        <p:grpSpPr>
          <a:xfrm>
            <a:off x="5809723" y="2419290"/>
            <a:ext cx="263316" cy="354728"/>
            <a:chOff x="5809723" y="2419290"/>
            <a:chExt cx="263316" cy="354728"/>
          </a:xfrm>
        </p:grpSpPr>
        <p:sp>
          <p:nvSpPr>
            <p:cNvPr id="17564" name="Google Shape;17564;p81"/>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81"/>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81"/>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81"/>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81"/>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81"/>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81"/>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81"/>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81"/>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81"/>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81"/>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81"/>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81"/>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81"/>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81"/>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81"/>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81"/>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1" name="Google Shape;17581;p81"/>
          <p:cNvGrpSpPr/>
          <p:nvPr/>
        </p:nvGrpSpPr>
        <p:grpSpPr>
          <a:xfrm>
            <a:off x="7606826" y="1502999"/>
            <a:ext cx="263552" cy="354754"/>
            <a:chOff x="7606826" y="1502999"/>
            <a:chExt cx="263552" cy="354754"/>
          </a:xfrm>
        </p:grpSpPr>
        <p:sp>
          <p:nvSpPr>
            <p:cNvPr id="17582" name="Google Shape;17582;p81"/>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81"/>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81"/>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81"/>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81"/>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81"/>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81"/>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81"/>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81"/>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81"/>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81"/>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81"/>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81"/>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81"/>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81"/>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81"/>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81"/>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81"/>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0" name="Google Shape;17600;p81"/>
          <p:cNvGrpSpPr/>
          <p:nvPr/>
        </p:nvGrpSpPr>
        <p:grpSpPr>
          <a:xfrm>
            <a:off x="8060455" y="3790075"/>
            <a:ext cx="264076" cy="354623"/>
            <a:chOff x="8060455" y="3790075"/>
            <a:chExt cx="264076" cy="354623"/>
          </a:xfrm>
        </p:grpSpPr>
        <p:sp>
          <p:nvSpPr>
            <p:cNvPr id="17601" name="Google Shape;17601;p81"/>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81"/>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81"/>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81"/>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81"/>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81"/>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81"/>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81"/>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81"/>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81"/>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81"/>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81"/>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81"/>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81"/>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81"/>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81"/>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81"/>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81"/>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81"/>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81"/>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81"/>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81"/>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81"/>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4" name="Google Shape;17624;p81"/>
          <p:cNvGrpSpPr/>
          <p:nvPr/>
        </p:nvGrpSpPr>
        <p:grpSpPr>
          <a:xfrm>
            <a:off x="7614550" y="2879911"/>
            <a:ext cx="263316" cy="354754"/>
            <a:chOff x="7614550" y="2879911"/>
            <a:chExt cx="263316" cy="354754"/>
          </a:xfrm>
        </p:grpSpPr>
        <p:sp>
          <p:nvSpPr>
            <p:cNvPr id="17625" name="Google Shape;17625;p81"/>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81"/>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81"/>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81"/>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81"/>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81"/>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81"/>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81"/>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81"/>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81"/>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81"/>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81"/>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81"/>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81"/>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81"/>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81"/>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81"/>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81"/>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81"/>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4" name="Google Shape;17644;p81"/>
          <p:cNvGrpSpPr/>
          <p:nvPr/>
        </p:nvGrpSpPr>
        <p:grpSpPr>
          <a:xfrm>
            <a:off x="4900684" y="4268187"/>
            <a:ext cx="274576" cy="354623"/>
            <a:chOff x="4900684" y="4268187"/>
            <a:chExt cx="274576" cy="354623"/>
          </a:xfrm>
        </p:grpSpPr>
        <p:sp>
          <p:nvSpPr>
            <p:cNvPr id="17645" name="Google Shape;17645;p81"/>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81"/>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81"/>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81"/>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81"/>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81"/>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81"/>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81"/>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81"/>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81"/>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81"/>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81"/>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81"/>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81"/>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81"/>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0" name="Google Shape;17660;p81"/>
          <p:cNvGrpSpPr/>
          <p:nvPr/>
        </p:nvGrpSpPr>
        <p:grpSpPr>
          <a:xfrm>
            <a:off x="7161654" y="3345794"/>
            <a:ext cx="263343" cy="354754"/>
            <a:chOff x="7161654" y="3345794"/>
            <a:chExt cx="263343" cy="354754"/>
          </a:xfrm>
        </p:grpSpPr>
        <p:sp>
          <p:nvSpPr>
            <p:cNvPr id="17661" name="Google Shape;17661;p81"/>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81"/>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81"/>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81"/>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81"/>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81"/>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81"/>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81"/>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81"/>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81"/>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81"/>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81"/>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81"/>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81"/>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81"/>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81"/>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81"/>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81"/>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81"/>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0" name="Google Shape;17680;p81"/>
          <p:cNvGrpSpPr/>
          <p:nvPr/>
        </p:nvGrpSpPr>
        <p:grpSpPr>
          <a:xfrm>
            <a:off x="6711770" y="3345794"/>
            <a:ext cx="263081" cy="354754"/>
            <a:chOff x="6711770" y="3345794"/>
            <a:chExt cx="263081" cy="354754"/>
          </a:xfrm>
        </p:grpSpPr>
        <p:sp>
          <p:nvSpPr>
            <p:cNvPr id="17681" name="Google Shape;17681;p81"/>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81"/>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81"/>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81"/>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81"/>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81"/>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81"/>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81"/>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81"/>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81"/>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81"/>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81"/>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81"/>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81"/>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81"/>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81"/>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81"/>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8" name="Google Shape;17698;p81"/>
          <p:cNvGrpSpPr/>
          <p:nvPr/>
        </p:nvGrpSpPr>
        <p:grpSpPr>
          <a:xfrm>
            <a:off x="7163409" y="2880251"/>
            <a:ext cx="263316" cy="354414"/>
            <a:chOff x="7163409" y="2880251"/>
            <a:chExt cx="263316" cy="354414"/>
          </a:xfrm>
        </p:grpSpPr>
        <p:sp>
          <p:nvSpPr>
            <p:cNvPr id="17699" name="Google Shape;17699;p81"/>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81"/>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81"/>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81"/>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81"/>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81"/>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81"/>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81"/>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81"/>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81"/>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81"/>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81"/>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1" name="Google Shape;17711;p81"/>
          <p:cNvGrpSpPr/>
          <p:nvPr/>
        </p:nvGrpSpPr>
        <p:grpSpPr>
          <a:xfrm>
            <a:off x="6712032" y="2880172"/>
            <a:ext cx="263316" cy="354493"/>
            <a:chOff x="6712032" y="2880172"/>
            <a:chExt cx="263316" cy="354493"/>
          </a:xfrm>
        </p:grpSpPr>
        <p:sp>
          <p:nvSpPr>
            <p:cNvPr id="17712" name="Google Shape;17712;p81"/>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81"/>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81"/>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81"/>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81"/>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81"/>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81"/>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81"/>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81"/>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81"/>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81"/>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81"/>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81"/>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81"/>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81"/>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81"/>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81"/>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81"/>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81"/>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81"/>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81"/>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3" name="Google Shape;17733;p81"/>
          <p:cNvGrpSpPr/>
          <p:nvPr/>
        </p:nvGrpSpPr>
        <p:grpSpPr>
          <a:xfrm>
            <a:off x="6261624" y="3345794"/>
            <a:ext cx="263316" cy="354754"/>
            <a:chOff x="6261624" y="3345794"/>
            <a:chExt cx="263316" cy="354754"/>
          </a:xfrm>
        </p:grpSpPr>
        <p:sp>
          <p:nvSpPr>
            <p:cNvPr id="17734" name="Google Shape;17734;p81"/>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81"/>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81"/>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81"/>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81"/>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81"/>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81"/>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81"/>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81"/>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81"/>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81"/>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81"/>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81"/>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81"/>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81"/>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81"/>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81"/>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81"/>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81"/>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81"/>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81"/>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81"/>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81"/>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81"/>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81"/>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81"/>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81"/>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81"/>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62" name="Google Shape;17762;p81"/>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63" name="Google Shape;17763;p81"/>
          <p:cNvGrpSpPr/>
          <p:nvPr/>
        </p:nvGrpSpPr>
        <p:grpSpPr>
          <a:xfrm>
            <a:off x="5811739" y="3345794"/>
            <a:ext cx="263316" cy="354754"/>
            <a:chOff x="5811739" y="3345794"/>
            <a:chExt cx="263316" cy="354754"/>
          </a:xfrm>
        </p:grpSpPr>
        <p:sp>
          <p:nvSpPr>
            <p:cNvPr id="17764" name="Google Shape;17764;p81"/>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81"/>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81"/>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81"/>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81"/>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81"/>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81"/>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81"/>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81"/>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81"/>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81"/>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81"/>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81"/>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81"/>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81"/>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81"/>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81"/>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81"/>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81"/>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81"/>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81"/>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5" name="Google Shape;17785;p81"/>
          <p:cNvGrpSpPr/>
          <p:nvPr/>
        </p:nvGrpSpPr>
        <p:grpSpPr>
          <a:xfrm>
            <a:off x="5363818" y="3345794"/>
            <a:ext cx="259074" cy="354493"/>
            <a:chOff x="5363818" y="3345794"/>
            <a:chExt cx="259074" cy="354493"/>
          </a:xfrm>
        </p:grpSpPr>
        <p:sp>
          <p:nvSpPr>
            <p:cNvPr id="17786" name="Google Shape;17786;p81"/>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81"/>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81"/>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81"/>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81"/>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81"/>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81"/>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81"/>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81"/>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81"/>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81"/>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81"/>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81"/>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81"/>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81"/>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81"/>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81"/>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81"/>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81"/>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81"/>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81"/>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81"/>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81"/>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81"/>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81"/>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1" name="Google Shape;17811;p81"/>
          <p:cNvGrpSpPr/>
          <p:nvPr/>
        </p:nvGrpSpPr>
        <p:grpSpPr>
          <a:xfrm>
            <a:off x="4912939" y="3345663"/>
            <a:ext cx="261326" cy="354885"/>
            <a:chOff x="4912939" y="3345663"/>
            <a:chExt cx="261326" cy="354885"/>
          </a:xfrm>
        </p:grpSpPr>
        <p:sp>
          <p:nvSpPr>
            <p:cNvPr id="17812" name="Google Shape;17812;p81"/>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81"/>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81"/>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81"/>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81"/>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81"/>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81"/>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81"/>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81"/>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81"/>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81"/>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81"/>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81"/>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81"/>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81"/>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81"/>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81"/>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81"/>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81"/>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81"/>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81"/>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3" name="Google Shape;17833;p81"/>
          <p:cNvGrpSpPr/>
          <p:nvPr/>
        </p:nvGrpSpPr>
        <p:grpSpPr>
          <a:xfrm>
            <a:off x="5809723" y="2879911"/>
            <a:ext cx="263081" cy="355016"/>
            <a:chOff x="5809723" y="2879911"/>
            <a:chExt cx="263081" cy="355016"/>
          </a:xfrm>
        </p:grpSpPr>
        <p:sp>
          <p:nvSpPr>
            <p:cNvPr id="17834" name="Google Shape;17834;p81"/>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81"/>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81"/>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81"/>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81"/>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81"/>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81"/>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81"/>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81"/>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81"/>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81"/>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81"/>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81"/>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81"/>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81"/>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81"/>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81"/>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81"/>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81"/>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81"/>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81"/>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81"/>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6" name="Google Shape;17856;p81"/>
          <p:cNvGrpSpPr/>
          <p:nvPr/>
        </p:nvGrpSpPr>
        <p:grpSpPr>
          <a:xfrm>
            <a:off x="7616069" y="4268056"/>
            <a:ext cx="263316" cy="354754"/>
            <a:chOff x="7616069" y="4268056"/>
            <a:chExt cx="263316" cy="354754"/>
          </a:xfrm>
        </p:grpSpPr>
        <p:sp>
          <p:nvSpPr>
            <p:cNvPr id="17857" name="Google Shape;17857;p81"/>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81"/>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81"/>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81"/>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81"/>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81"/>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81"/>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81"/>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81"/>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81"/>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81"/>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81"/>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81"/>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81"/>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81"/>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81"/>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81"/>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81"/>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81"/>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81"/>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81"/>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8" name="Google Shape;17878;p81"/>
          <p:cNvGrpSpPr/>
          <p:nvPr/>
        </p:nvGrpSpPr>
        <p:grpSpPr>
          <a:xfrm>
            <a:off x="7164404" y="4268318"/>
            <a:ext cx="263316" cy="354493"/>
            <a:chOff x="7164404" y="4268318"/>
            <a:chExt cx="263316" cy="354493"/>
          </a:xfrm>
        </p:grpSpPr>
        <p:sp>
          <p:nvSpPr>
            <p:cNvPr id="17879" name="Google Shape;17879;p81"/>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81"/>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81"/>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81"/>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81"/>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81"/>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81"/>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81"/>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81"/>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81"/>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81"/>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81"/>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81"/>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81"/>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81"/>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81"/>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5" name="Google Shape;17895;p81"/>
          <p:cNvGrpSpPr/>
          <p:nvPr/>
        </p:nvGrpSpPr>
        <p:grpSpPr>
          <a:xfrm>
            <a:off x="5358346" y="2879911"/>
            <a:ext cx="263316" cy="354754"/>
            <a:chOff x="5358346" y="2879911"/>
            <a:chExt cx="263316" cy="354754"/>
          </a:xfrm>
        </p:grpSpPr>
        <p:sp>
          <p:nvSpPr>
            <p:cNvPr id="17896" name="Google Shape;17896;p81"/>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81"/>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81"/>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81"/>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81"/>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81"/>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81"/>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81"/>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81"/>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81"/>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81"/>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81"/>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81"/>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81"/>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81"/>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81"/>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81"/>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81"/>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81"/>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81"/>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81"/>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7" name="Google Shape;17917;p81"/>
          <p:cNvGrpSpPr/>
          <p:nvPr/>
        </p:nvGrpSpPr>
        <p:grpSpPr>
          <a:xfrm>
            <a:off x="8061450" y="3345742"/>
            <a:ext cx="263316" cy="354807"/>
            <a:chOff x="8061450" y="3345742"/>
            <a:chExt cx="263316" cy="354807"/>
          </a:xfrm>
        </p:grpSpPr>
        <p:sp>
          <p:nvSpPr>
            <p:cNvPr id="17918" name="Google Shape;17918;p81"/>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81"/>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81"/>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81"/>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81"/>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81"/>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81"/>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81"/>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81"/>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81"/>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81"/>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81"/>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81"/>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81"/>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81"/>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81"/>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4" name="Google Shape;17934;p81"/>
          <p:cNvGrpSpPr/>
          <p:nvPr/>
        </p:nvGrpSpPr>
        <p:grpSpPr>
          <a:xfrm>
            <a:off x="8065953" y="2879911"/>
            <a:ext cx="263081" cy="354754"/>
            <a:chOff x="8065953" y="2879911"/>
            <a:chExt cx="263081" cy="354754"/>
          </a:xfrm>
        </p:grpSpPr>
        <p:sp>
          <p:nvSpPr>
            <p:cNvPr id="17935" name="Google Shape;17935;p81"/>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81"/>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81"/>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81"/>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81"/>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81"/>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81"/>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81"/>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81"/>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81"/>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81"/>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81"/>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81"/>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81"/>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81"/>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81"/>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1" name="Google Shape;17951;p81"/>
          <p:cNvGrpSpPr/>
          <p:nvPr/>
        </p:nvGrpSpPr>
        <p:grpSpPr>
          <a:xfrm>
            <a:off x="8064199" y="4268318"/>
            <a:ext cx="270308" cy="354493"/>
            <a:chOff x="8064199" y="4268318"/>
            <a:chExt cx="270308" cy="354493"/>
          </a:xfrm>
        </p:grpSpPr>
        <p:sp>
          <p:nvSpPr>
            <p:cNvPr id="17952" name="Google Shape;17952;p81"/>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81"/>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81"/>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81"/>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81"/>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81"/>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81"/>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81"/>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81"/>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81"/>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81"/>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81"/>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81"/>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81"/>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81"/>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81"/>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81"/>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81"/>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973" name="Shape 17973"/>
        <p:cNvGrpSpPr/>
        <p:nvPr/>
      </p:nvGrpSpPr>
      <p:grpSpPr>
        <a:xfrm>
          <a:off x="0" y="0"/>
          <a:ext cx="0" cy="0"/>
          <a:chOff x="0" y="0"/>
          <a:chExt cx="0" cy="0"/>
        </a:xfrm>
      </p:grpSpPr>
      <p:sp>
        <p:nvSpPr>
          <p:cNvPr id="17974" name="Google Shape;17974;p8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7975" name="Google Shape;17975;p8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7976" name="Google Shape;17976;p82"/>
          <p:cNvGrpSpPr/>
          <p:nvPr/>
        </p:nvGrpSpPr>
        <p:grpSpPr>
          <a:xfrm>
            <a:off x="3511608" y="3348218"/>
            <a:ext cx="381482" cy="366926"/>
            <a:chOff x="3511608" y="3348218"/>
            <a:chExt cx="381482" cy="366926"/>
          </a:xfrm>
        </p:grpSpPr>
        <p:sp>
          <p:nvSpPr>
            <p:cNvPr id="17977" name="Google Shape;17977;p82"/>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82"/>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82"/>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82"/>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82"/>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82"/>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82"/>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82"/>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82"/>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82"/>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82"/>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82"/>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82"/>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82"/>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1" name="Google Shape;17991;p82"/>
          <p:cNvGrpSpPr/>
          <p:nvPr/>
        </p:nvGrpSpPr>
        <p:grpSpPr>
          <a:xfrm>
            <a:off x="1849816" y="3807339"/>
            <a:ext cx="163616" cy="366665"/>
            <a:chOff x="1849816" y="3807339"/>
            <a:chExt cx="163616" cy="366665"/>
          </a:xfrm>
        </p:grpSpPr>
        <p:sp>
          <p:nvSpPr>
            <p:cNvPr id="17992" name="Google Shape;17992;p82"/>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82"/>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82"/>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82"/>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82"/>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82"/>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82"/>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82"/>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82"/>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82"/>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82"/>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82"/>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82"/>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82"/>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6" name="Google Shape;18006;p82"/>
          <p:cNvGrpSpPr/>
          <p:nvPr/>
        </p:nvGrpSpPr>
        <p:grpSpPr>
          <a:xfrm>
            <a:off x="2274757" y="3807313"/>
            <a:ext cx="202292" cy="366430"/>
            <a:chOff x="2274757" y="3807313"/>
            <a:chExt cx="202292" cy="366430"/>
          </a:xfrm>
        </p:grpSpPr>
        <p:sp>
          <p:nvSpPr>
            <p:cNvPr id="18007" name="Google Shape;18007;p82"/>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82"/>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82"/>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82"/>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82"/>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82"/>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82"/>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82"/>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82"/>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82"/>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7" name="Google Shape;18017;p82"/>
          <p:cNvGrpSpPr/>
          <p:nvPr/>
        </p:nvGrpSpPr>
        <p:grpSpPr>
          <a:xfrm>
            <a:off x="3972716" y="3348218"/>
            <a:ext cx="366404" cy="366665"/>
            <a:chOff x="3972716" y="3348218"/>
            <a:chExt cx="366404" cy="366665"/>
          </a:xfrm>
        </p:grpSpPr>
        <p:sp>
          <p:nvSpPr>
            <p:cNvPr id="18018" name="Google Shape;18018;p82"/>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82"/>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82"/>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82"/>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82"/>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82"/>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82"/>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82"/>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82"/>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82"/>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82"/>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82"/>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0" name="Google Shape;18030;p82"/>
          <p:cNvGrpSpPr/>
          <p:nvPr/>
        </p:nvGrpSpPr>
        <p:grpSpPr>
          <a:xfrm>
            <a:off x="866528" y="3348348"/>
            <a:ext cx="317405" cy="366534"/>
            <a:chOff x="866528" y="3348348"/>
            <a:chExt cx="317405" cy="366534"/>
          </a:xfrm>
        </p:grpSpPr>
        <p:sp>
          <p:nvSpPr>
            <p:cNvPr id="18031" name="Google Shape;18031;p82"/>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82"/>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82"/>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82"/>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82"/>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82"/>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82"/>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82"/>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9" name="Google Shape;18039;p82"/>
          <p:cNvGrpSpPr/>
          <p:nvPr/>
        </p:nvGrpSpPr>
        <p:grpSpPr>
          <a:xfrm>
            <a:off x="1316818" y="3348296"/>
            <a:ext cx="310872" cy="366848"/>
            <a:chOff x="1316818" y="3348296"/>
            <a:chExt cx="310872" cy="366848"/>
          </a:xfrm>
        </p:grpSpPr>
        <p:sp>
          <p:nvSpPr>
            <p:cNvPr id="18040" name="Google Shape;18040;p82"/>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82"/>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82"/>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82"/>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82"/>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82"/>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82"/>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82"/>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82"/>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82"/>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82"/>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82"/>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82"/>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82"/>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82"/>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82"/>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82"/>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82"/>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82"/>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82"/>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82"/>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82"/>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82"/>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82"/>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4" name="Google Shape;18064;p82"/>
          <p:cNvGrpSpPr/>
          <p:nvPr/>
        </p:nvGrpSpPr>
        <p:grpSpPr>
          <a:xfrm>
            <a:off x="3105248" y="3348244"/>
            <a:ext cx="305620" cy="366430"/>
            <a:chOff x="3105248" y="3348244"/>
            <a:chExt cx="305620" cy="366430"/>
          </a:xfrm>
        </p:grpSpPr>
        <p:sp>
          <p:nvSpPr>
            <p:cNvPr id="18065" name="Google Shape;18065;p82"/>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82"/>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82"/>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82"/>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82"/>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82"/>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82"/>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2" name="Google Shape;18072;p82"/>
          <p:cNvGrpSpPr/>
          <p:nvPr/>
        </p:nvGrpSpPr>
        <p:grpSpPr>
          <a:xfrm>
            <a:off x="2661988" y="3348218"/>
            <a:ext cx="304078" cy="366665"/>
            <a:chOff x="2661988" y="3348218"/>
            <a:chExt cx="304078" cy="366665"/>
          </a:xfrm>
        </p:grpSpPr>
        <p:sp>
          <p:nvSpPr>
            <p:cNvPr id="18073" name="Google Shape;18073;p82"/>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82"/>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82"/>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82"/>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82"/>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82"/>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82"/>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82"/>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82"/>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82"/>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82"/>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82"/>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82"/>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82"/>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82"/>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82"/>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82"/>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82"/>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82"/>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2" name="Google Shape;18092;p82"/>
          <p:cNvGrpSpPr/>
          <p:nvPr/>
        </p:nvGrpSpPr>
        <p:grpSpPr>
          <a:xfrm>
            <a:off x="2212927" y="3348897"/>
            <a:ext cx="307606" cy="366482"/>
            <a:chOff x="2212927" y="3348897"/>
            <a:chExt cx="307606" cy="366482"/>
          </a:xfrm>
        </p:grpSpPr>
        <p:sp>
          <p:nvSpPr>
            <p:cNvPr id="18093" name="Google Shape;18093;p82"/>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82"/>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82"/>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82"/>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82"/>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82"/>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82"/>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82"/>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82"/>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82"/>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3" name="Google Shape;18103;p82"/>
          <p:cNvGrpSpPr/>
          <p:nvPr/>
        </p:nvGrpSpPr>
        <p:grpSpPr>
          <a:xfrm>
            <a:off x="1764389" y="3348218"/>
            <a:ext cx="310114" cy="366665"/>
            <a:chOff x="1764389" y="3348218"/>
            <a:chExt cx="310114" cy="366665"/>
          </a:xfrm>
        </p:grpSpPr>
        <p:sp>
          <p:nvSpPr>
            <p:cNvPr id="18104" name="Google Shape;18104;p82"/>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82"/>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82"/>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82"/>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82"/>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82"/>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82"/>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82"/>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82"/>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82"/>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82"/>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82"/>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82"/>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82"/>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82"/>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82"/>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82"/>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82"/>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82"/>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82"/>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4" name="Google Shape;18124;p82"/>
          <p:cNvGrpSpPr/>
          <p:nvPr/>
        </p:nvGrpSpPr>
        <p:grpSpPr>
          <a:xfrm>
            <a:off x="2777572" y="3807287"/>
            <a:ext cx="81716" cy="366717"/>
            <a:chOff x="2777572" y="3807287"/>
            <a:chExt cx="81716" cy="366717"/>
          </a:xfrm>
        </p:grpSpPr>
        <p:sp>
          <p:nvSpPr>
            <p:cNvPr id="18125" name="Google Shape;18125;p82"/>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82"/>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82"/>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82"/>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82"/>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82"/>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82"/>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82"/>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82"/>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82"/>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82"/>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6" name="Google Shape;18136;p82"/>
          <p:cNvGrpSpPr/>
          <p:nvPr/>
        </p:nvGrpSpPr>
        <p:grpSpPr>
          <a:xfrm>
            <a:off x="3934014" y="4329780"/>
            <a:ext cx="366665" cy="256334"/>
            <a:chOff x="3934014" y="4329780"/>
            <a:chExt cx="366665" cy="256334"/>
          </a:xfrm>
        </p:grpSpPr>
        <p:sp>
          <p:nvSpPr>
            <p:cNvPr id="18137" name="Google Shape;18137;p82"/>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82"/>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82"/>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82"/>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82"/>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82"/>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82"/>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82"/>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82"/>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82"/>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82"/>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82"/>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82"/>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0" name="Google Shape;18150;p82"/>
          <p:cNvGrpSpPr/>
          <p:nvPr/>
        </p:nvGrpSpPr>
        <p:grpSpPr>
          <a:xfrm>
            <a:off x="947670" y="3807339"/>
            <a:ext cx="194295" cy="366404"/>
            <a:chOff x="947670" y="3807339"/>
            <a:chExt cx="194295" cy="366404"/>
          </a:xfrm>
        </p:grpSpPr>
        <p:sp>
          <p:nvSpPr>
            <p:cNvPr id="18151" name="Google Shape;18151;p82"/>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82"/>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82"/>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82"/>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82"/>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82"/>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82"/>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82"/>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82"/>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82"/>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1" name="Google Shape;18161;p82"/>
          <p:cNvGrpSpPr/>
          <p:nvPr/>
        </p:nvGrpSpPr>
        <p:grpSpPr>
          <a:xfrm>
            <a:off x="3420379" y="4286557"/>
            <a:ext cx="368939" cy="342283"/>
            <a:chOff x="3420379" y="4286557"/>
            <a:chExt cx="368939" cy="342283"/>
          </a:xfrm>
        </p:grpSpPr>
        <p:sp>
          <p:nvSpPr>
            <p:cNvPr id="18162" name="Google Shape;18162;p82"/>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82"/>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82"/>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82"/>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82"/>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82"/>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82"/>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82"/>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82"/>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82"/>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82"/>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82"/>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82"/>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82"/>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82"/>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82"/>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8" name="Google Shape;18178;p82"/>
          <p:cNvGrpSpPr/>
          <p:nvPr/>
        </p:nvGrpSpPr>
        <p:grpSpPr>
          <a:xfrm>
            <a:off x="3965190" y="3842252"/>
            <a:ext cx="369801" cy="296813"/>
            <a:chOff x="3965190" y="3842252"/>
            <a:chExt cx="369801" cy="296813"/>
          </a:xfrm>
        </p:grpSpPr>
        <p:sp>
          <p:nvSpPr>
            <p:cNvPr id="18179" name="Google Shape;18179;p82"/>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82"/>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82"/>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82"/>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82"/>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82"/>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82"/>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82"/>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82"/>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82"/>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82"/>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82"/>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82"/>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82"/>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82"/>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82"/>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82"/>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82"/>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82"/>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82"/>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82"/>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0" name="Google Shape;18200;p82"/>
          <p:cNvGrpSpPr/>
          <p:nvPr/>
        </p:nvGrpSpPr>
        <p:grpSpPr>
          <a:xfrm>
            <a:off x="3506590" y="3833812"/>
            <a:ext cx="396796" cy="313407"/>
            <a:chOff x="3506590" y="3833812"/>
            <a:chExt cx="396796" cy="313407"/>
          </a:xfrm>
        </p:grpSpPr>
        <p:sp>
          <p:nvSpPr>
            <p:cNvPr id="18201" name="Google Shape;18201;p82"/>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82"/>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82"/>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4" name="Google Shape;18204;p82"/>
          <p:cNvGrpSpPr/>
          <p:nvPr/>
        </p:nvGrpSpPr>
        <p:grpSpPr>
          <a:xfrm>
            <a:off x="2769288" y="1965364"/>
            <a:ext cx="104556" cy="366665"/>
            <a:chOff x="2769288" y="1965364"/>
            <a:chExt cx="104556" cy="366665"/>
          </a:xfrm>
        </p:grpSpPr>
        <p:sp>
          <p:nvSpPr>
            <p:cNvPr id="18205" name="Google Shape;18205;p82"/>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82"/>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82"/>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82"/>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82"/>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82"/>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82"/>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82"/>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82"/>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82"/>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82"/>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82"/>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7" name="Google Shape;18217;p82"/>
          <p:cNvGrpSpPr/>
          <p:nvPr/>
        </p:nvGrpSpPr>
        <p:grpSpPr>
          <a:xfrm>
            <a:off x="3966679" y="2010861"/>
            <a:ext cx="367162" cy="275698"/>
            <a:chOff x="3966679" y="2010861"/>
            <a:chExt cx="367162" cy="275698"/>
          </a:xfrm>
        </p:grpSpPr>
        <p:sp>
          <p:nvSpPr>
            <p:cNvPr id="18218" name="Google Shape;18218;p82"/>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82"/>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82"/>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82"/>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2" name="Google Shape;18222;p82"/>
          <p:cNvGrpSpPr/>
          <p:nvPr/>
        </p:nvGrpSpPr>
        <p:grpSpPr>
          <a:xfrm>
            <a:off x="1752577" y="2025495"/>
            <a:ext cx="366404" cy="246220"/>
            <a:chOff x="1752577" y="2025495"/>
            <a:chExt cx="366404" cy="246220"/>
          </a:xfrm>
        </p:grpSpPr>
        <p:sp>
          <p:nvSpPr>
            <p:cNvPr id="18223" name="Google Shape;18223;p82"/>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82"/>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82"/>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82"/>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82"/>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82"/>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82"/>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82"/>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82"/>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82"/>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82"/>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82"/>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82"/>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82"/>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82"/>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82"/>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9" name="Google Shape;18239;p82"/>
          <p:cNvGrpSpPr/>
          <p:nvPr/>
        </p:nvGrpSpPr>
        <p:grpSpPr>
          <a:xfrm>
            <a:off x="1309553" y="2069580"/>
            <a:ext cx="366404" cy="158363"/>
            <a:chOff x="1309553" y="2069580"/>
            <a:chExt cx="366404" cy="158363"/>
          </a:xfrm>
        </p:grpSpPr>
        <p:sp>
          <p:nvSpPr>
            <p:cNvPr id="18240" name="Google Shape;18240;p82"/>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82"/>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82"/>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82"/>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82"/>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82"/>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82"/>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82"/>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82"/>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82"/>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82"/>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82"/>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82"/>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82"/>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82"/>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82"/>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82"/>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82"/>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82"/>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82"/>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82"/>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82"/>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82"/>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82"/>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82"/>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82"/>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6" name="Google Shape;18266;p82"/>
          <p:cNvGrpSpPr/>
          <p:nvPr/>
        </p:nvGrpSpPr>
        <p:grpSpPr>
          <a:xfrm>
            <a:off x="866528" y="2088762"/>
            <a:ext cx="366639" cy="119635"/>
            <a:chOff x="866528" y="2088762"/>
            <a:chExt cx="366639" cy="119635"/>
          </a:xfrm>
        </p:grpSpPr>
        <p:sp>
          <p:nvSpPr>
            <p:cNvPr id="18267" name="Google Shape;18267;p82"/>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82"/>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82"/>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82"/>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82"/>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82"/>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82"/>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82"/>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82"/>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82"/>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82"/>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82"/>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82"/>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82"/>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1" name="Google Shape;18281;p82"/>
          <p:cNvGrpSpPr/>
          <p:nvPr/>
        </p:nvGrpSpPr>
        <p:grpSpPr>
          <a:xfrm>
            <a:off x="2329269" y="1965312"/>
            <a:ext cx="98807" cy="366273"/>
            <a:chOff x="2329269" y="1965312"/>
            <a:chExt cx="98807" cy="366273"/>
          </a:xfrm>
        </p:grpSpPr>
        <p:sp>
          <p:nvSpPr>
            <p:cNvPr id="18282" name="Google Shape;18282;p82"/>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82"/>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82"/>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5" name="Google Shape;18285;p82"/>
          <p:cNvGrpSpPr/>
          <p:nvPr/>
        </p:nvGrpSpPr>
        <p:grpSpPr>
          <a:xfrm>
            <a:off x="3208053" y="1964972"/>
            <a:ext cx="112344" cy="366926"/>
            <a:chOff x="3208053" y="1964972"/>
            <a:chExt cx="112344" cy="366926"/>
          </a:xfrm>
        </p:grpSpPr>
        <p:sp>
          <p:nvSpPr>
            <p:cNvPr id="18286" name="Google Shape;18286;p82"/>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82"/>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82"/>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82"/>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82"/>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82"/>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2" name="Google Shape;18292;p82"/>
          <p:cNvGrpSpPr/>
          <p:nvPr/>
        </p:nvGrpSpPr>
        <p:grpSpPr>
          <a:xfrm>
            <a:off x="3225379" y="3807339"/>
            <a:ext cx="72413" cy="366404"/>
            <a:chOff x="3225379" y="3807339"/>
            <a:chExt cx="72413" cy="366404"/>
          </a:xfrm>
        </p:grpSpPr>
        <p:sp>
          <p:nvSpPr>
            <p:cNvPr id="18293" name="Google Shape;18293;p82"/>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82"/>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82"/>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82"/>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82"/>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82"/>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82"/>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82"/>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1" name="Google Shape;18301;p82"/>
          <p:cNvGrpSpPr/>
          <p:nvPr/>
        </p:nvGrpSpPr>
        <p:grpSpPr>
          <a:xfrm>
            <a:off x="3523916" y="2011096"/>
            <a:ext cx="366665" cy="275201"/>
            <a:chOff x="3523916" y="2011096"/>
            <a:chExt cx="366665" cy="275201"/>
          </a:xfrm>
        </p:grpSpPr>
        <p:sp>
          <p:nvSpPr>
            <p:cNvPr id="18302" name="Google Shape;18302;p82"/>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82"/>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82"/>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82"/>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82"/>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82"/>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82"/>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82"/>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82"/>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82"/>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82"/>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82"/>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82"/>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82"/>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82"/>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82"/>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82"/>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82"/>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82"/>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82"/>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2" name="Google Shape;18322;p82"/>
          <p:cNvGrpSpPr/>
          <p:nvPr/>
        </p:nvGrpSpPr>
        <p:grpSpPr>
          <a:xfrm>
            <a:off x="1742777" y="1499997"/>
            <a:ext cx="393791" cy="366744"/>
            <a:chOff x="1742777" y="1499997"/>
            <a:chExt cx="393791" cy="366744"/>
          </a:xfrm>
        </p:grpSpPr>
        <p:sp>
          <p:nvSpPr>
            <p:cNvPr id="18323" name="Google Shape;18323;p82"/>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82"/>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82"/>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82"/>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82"/>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82"/>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82"/>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82"/>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82"/>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82"/>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82"/>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82"/>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82"/>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82"/>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7" name="Google Shape;18337;p82"/>
          <p:cNvGrpSpPr/>
          <p:nvPr/>
        </p:nvGrpSpPr>
        <p:grpSpPr>
          <a:xfrm>
            <a:off x="4014449" y="1499997"/>
            <a:ext cx="319914" cy="366639"/>
            <a:chOff x="4014449" y="1499997"/>
            <a:chExt cx="319914" cy="366639"/>
          </a:xfrm>
        </p:grpSpPr>
        <p:sp>
          <p:nvSpPr>
            <p:cNvPr id="18338" name="Google Shape;18338;p82"/>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82"/>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82"/>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82"/>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82"/>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3" name="Google Shape;18343;p82"/>
          <p:cNvGrpSpPr/>
          <p:nvPr/>
        </p:nvGrpSpPr>
        <p:grpSpPr>
          <a:xfrm>
            <a:off x="866267" y="1591460"/>
            <a:ext cx="367397" cy="183711"/>
            <a:chOff x="866267" y="1591460"/>
            <a:chExt cx="367397" cy="183711"/>
          </a:xfrm>
        </p:grpSpPr>
        <p:sp>
          <p:nvSpPr>
            <p:cNvPr id="18344" name="Google Shape;18344;p82"/>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82"/>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82"/>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82"/>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82"/>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82"/>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82"/>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82"/>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82"/>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82"/>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82"/>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82"/>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82"/>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82"/>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82"/>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82"/>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82"/>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82"/>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2" name="Google Shape;18362;p82"/>
          <p:cNvGrpSpPr/>
          <p:nvPr/>
        </p:nvGrpSpPr>
        <p:grpSpPr>
          <a:xfrm>
            <a:off x="3117843" y="1499892"/>
            <a:ext cx="327440" cy="366744"/>
            <a:chOff x="3117843" y="1499892"/>
            <a:chExt cx="327440" cy="366744"/>
          </a:xfrm>
        </p:grpSpPr>
        <p:sp>
          <p:nvSpPr>
            <p:cNvPr id="18363" name="Google Shape;18363;p82"/>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82"/>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82"/>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82"/>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82"/>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82"/>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82"/>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0" name="Google Shape;18370;p82"/>
          <p:cNvGrpSpPr/>
          <p:nvPr/>
        </p:nvGrpSpPr>
        <p:grpSpPr>
          <a:xfrm>
            <a:off x="2667005" y="1499997"/>
            <a:ext cx="336770" cy="366639"/>
            <a:chOff x="2667005" y="1499997"/>
            <a:chExt cx="336770" cy="366639"/>
          </a:xfrm>
        </p:grpSpPr>
        <p:sp>
          <p:nvSpPr>
            <p:cNvPr id="18371" name="Google Shape;18371;p82"/>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82"/>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82"/>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82"/>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82"/>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82"/>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82"/>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82"/>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82"/>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82"/>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82"/>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82"/>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82"/>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82"/>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82"/>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82"/>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82"/>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82"/>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82"/>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0" name="Google Shape;18390;p82"/>
          <p:cNvGrpSpPr/>
          <p:nvPr/>
        </p:nvGrpSpPr>
        <p:grpSpPr>
          <a:xfrm>
            <a:off x="3564866" y="1499997"/>
            <a:ext cx="326473" cy="366639"/>
            <a:chOff x="3564866" y="1499997"/>
            <a:chExt cx="326473" cy="366639"/>
          </a:xfrm>
        </p:grpSpPr>
        <p:sp>
          <p:nvSpPr>
            <p:cNvPr id="18391" name="Google Shape;18391;p82"/>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82"/>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82"/>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82"/>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82"/>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82"/>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82"/>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82"/>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82"/>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0" name="Google Shape;18400;p82"/>
          <p:cNvGrpSpPr/>
          <p:nvPr/>
        </p:nvGrpSpPr>
        <p:grpSpPr>
          <a:xfrm>
            <a:off x="1314074" y="1499997"/>
            <a:ext cx="364392" cy="366639"/>
            <a:chOff x="1314074" y="1499997"/>
            <a:chExt cx="364392" cy="366639"/>
          </a:xfrm>
        </p:grpSpPr>
        <p:sp>
          <p:nvSpPr>
            <p:cNvPr id="18401" name="Google Shape;18401;p82"/>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82"/>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82"/>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82"/>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82"/>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82"/>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82"/>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82"/>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82"/>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82"/>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82"/>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82"/>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3" name="Google Shape;18413;p82"/>
          <p:cNvGrpSpPr/>
          <p:nvPr/>
        </p:nvGrpSpPr>
        <p:grpSpPr>
          <a:xfrm>
            <a:off x="2220479" y="1499997"/>
            <a:ext cx="337005" cy="366639"/>
            <a:chOff x="2220479" y="1499997"/>
            <a:chExt cx="337005" cy="366639"/>
          </a:xfrm>
        </p:grpSpPr>
        <p:sp>
          <p:nvSpPr>
            <p:cNvPr id="18414" name="Google Shape;18414;p82"/>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82"/>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82"/>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82"/>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82"/>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82"/>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82"/>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82"/>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82"/>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82"/>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82"/>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5" name="Google Shape;18425;p82"/>
          <p:cNvGrpSpPr/>
          <p:nvPr/>
        </p:nvGrpSpPr>
        <p:grpSpPr>
          <a:xfrm>
            <a:off x="4105155" y="2425976"/>
            <a:ext cx="87230" cy="366430"/>
            <a:chOff x="4105155" y="2425976"/>
            <a:chExt cx="87230" cy="366430"/>
          </a:xfrm>
        </p:grpSpPr>
        <p:sp>
          <p:nvSpPr>
            <p:cNvPr id="18426" name="Google Shape;18426;p82"/>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82"/>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82"/>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82"/>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82"/>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82"/>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2" name="Google Shape;18432;p82"/>
          <p:cNvGrpSpPr/>
          <p:nvPr/>
        </p:nvGrpSpPr>
        <p:grpSpPr>
          <a:xfrm>
            <a:off x="1808109" y="2426002"/>
            <a:ext cx="267884" cy="366639"/>
            <a:chOff x="1808109" y="2426002"/>
            <a:chExt cx="267884" cy="366639"/>
          </a:xfrm>
        </p:grpSpPr>
        <p:sp>
          <p:nvSpPr>
            <p:cNvPr id="18433" name="Google Shape;18433;p82"/>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82"/>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82"/>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82"/>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82"/>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82"/>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82"/>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82"/>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82"/>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82"/>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82"/>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82"/>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82"/>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82"/>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82"/>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82"/>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82"/>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82"/>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82"/>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82"/>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82"/>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4" name="Google Shape;18454;p82"/>
          <p:cNvGrpSpPr/>
          <p:nvPr/>
        </p:nvGrpSpPr>
        <p:grpSpPr>
          <a:xfrm>
            <a:off x="3603568" y="2426002"/>
            <a:ext cx="207597" cy="366639"/>
            <a:chOff x="3603568" y="2426002"/>
            <a:chExt cx="207597" cy="366639"/>
          </a:xfrm>
        </p:grpSpPr>
        <p:sp>
          <p:nvSpPr>
            <p:cNvPr id="18455" name="Google Shape;18455;p82"/>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82"/>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82"/>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82"/>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82"/>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82"/>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1" name="Google Shape;18461;p82"/>
          <p:cNvGrpSpPr/>
          <p:nvPr/>
        </p:nvGrpSpPr>
        <p:grpSpPr>
          <a:xfrm>
            <a:off x="2246115" y="2426002"/>
            <a:ext cx="274417" cy="366404"/>
            <a:chOff x="2246115" y="2426002"/>
            <a:chExt cx="274417" cy="366404"/>
          </a:xfrm>
        </p:grpSpPr>
        <p:sp>
          <p:nvSpPr>
            <p:cNvPr id="18462" name="Google Shape;18462;p82"/>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82"/>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82"/>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82"/>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82"/>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82"/>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82"/>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82"/>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0" name="Google Shape;18470;p82"/>
          <p:cNvGrpSpPr/>
          <p:nvPr/>
        </p:nvGrpSpPr>
        <p:grpSpPr>
          <a:xfrm>
            <a:off x="2696666" y="2426002"/>
            <a:ext cx="256099" cy="366639"/>
            <a:chOff x="2696666" y="2426002"/>
            <a:chExt cx="256099" cy="366639"/>
          </a:xfrm>
        </p:grpSpPr>
        <p:sp>
          <p:nvSpPr>
            <p:cNvPr id="18471" name="Google Shape;18471;p82"/>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82"/>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82"/>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82"/>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82"/>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82"/>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7" name="Google Shape;18477;p82"/>
          <p:cNvGrpSpPr/>
          <p:nvPr/>
        </p:nvGrpSpPr>
        <p:grpSpPr>
          <a:xfrm>
            <a:off x="3149072" y="2426002"/>
            <a:ext cx="225863" cy="366430"/>
            <a:chOff x="3149072" y="2426002"/>
            <a:chExt cx="225863" cy="366430"/>
          </a:xfrm>
        </p:grpSpPr>
        <p:sp>
          <p:nvSpPr>
            <p:cNvPr id="18478" name="Google Shape;18478;p82"/>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82"/>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82"/>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82"/>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82"/>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82"/>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82"/>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82"/>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82"/>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82"/>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82"/>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9" name="Google Shape;18489;p82"/>
          <p:cNvGrpSpPr/>
          <p:nvPr/>
        </p:nvGrpSpPr>
        <p:grpSpPr>
          <a:xfrm>
            <a:off x="1361556" y="2425923"/>
            <a:ext cx="283224" cy="366482"/>
            <a:chOff x="1361556" y="2425923"/>
            <a:chExt cx="283224" cy="366482"/>
          </a:xfrm>
        </p:grpSpPr>
        <p:sp>
          <p:nvSpPr>
            <p:cNvPr id="18490" name="Google Shape;18490;p82"/>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82"/>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82"/>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82"/>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82"/>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82"/>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82"/>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82"/>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82"/>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82"/>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82"/>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82"/>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82"/>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82"/>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82"/>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82"/>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82"/>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82"/>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82"/>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82"/>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0" name="Google Shape;18510;p82"/>
          <p:cNvGrpSpPr/>
          <p:nvPr/>
        </p:nvGrpSpPr>
        <p:grpSpPr>
          <a:xfrm>
            <a:off x="3973735" y="2891056"/>
            <a:ext cx="361883" cy="366979"/>
            <a:chOff x="3973735" y="2891056"/>
            <a:chExt cx="361883" cy="366979"/>
          </a:xfrm>
        </p:grpSpPr>
        <p:sp>
          <p:nvSpPr>
            <p:cNvPr id="18511" name="Google Shape;18511;p82"/>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82"/>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82"/>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82"/>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82"/>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82"/>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82"/>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82"/>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82"/>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82"/>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82"/>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82"/>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82"/>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82"/>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82"/>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82"/>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82"/>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8" name="Google Shape;18528;p82"/>
          <p:cNvGrpSpPr/>
          <p:nvPr/>
        </p:nvGrpSpPr>
        <p:grpSpPr>
          <a:xfrm>
            <a:off x="3527941" y="2916744"/>
            <a:ext cx="366665" cy="315654"/>
            <a:chOff x="3527941" y="2916744"/>
            <a:chExt cx="366665" cy="315654"/>
          </a:xfrm>
        </p:grpSpPr>
        <p:sp>
          <p:nvSpPr>
            <p:cNvPr id="18529" name="Google Shape;18529;p82"/>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82"/>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82"/>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82"/>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82"/>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82"/>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82"/>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82"/>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82"/>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82"/>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82"/>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82"/>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82"/>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82"/>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82"/>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82"/>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82"/>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82"/>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82"/>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82"/>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82"/>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82"/>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82"/>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82"/>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82"/>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82"/>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82"/>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82"/>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82"/>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82"/>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9" name="Google Shape;18559;p82"/>
          <p:cNvGrpSpPr/>
          <p:nvPr/>
        </p:nvGrpSpPr>
        <p:grpSpPr>
          <a:xfrm>
            <a:off x="2640873" y="2891631"/>
            <a:ext cx="366404" cy="366404"/>
            <a:chOff x="2640873" y="2891631"/>
            <a:chExt cx="366404" cy="366404"/>
          </a:xfrm>
        </p:grpSpPr>
        <p:sp>
          <p:nvSpPr>
            <p:cNvPr id="18560" name="Google Shape;18560;p82"/>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82"/>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82"/>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82"/>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82"/>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82"/>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82"/>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82"/>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82"/>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82"/>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82"/>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82"/>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82"/>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82"/>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4" name="Google Shape;18574;p82"/>
          <p:cNvGrpSpPr/>
          <p:nvPr/>
        </p:nvGrpSpPr>
        <p:grpSpPr>
          <a:xfrm>
            <a:off x="2197091" y="2938120"/>
            <a:ext cx="366665" cy="273189"/>
            <a:chOff x="2197091" y="2938120"/>
            <a:chExt cx="366665" cy="273189"/>
          </a:xfrm>
        </p:grpSpPr>
        <p:sp>
          <p:nvSpPr>
            <p:cNvPr id="18575" name="Google Shape;18575;p82"/>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82"/>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82"/>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82"/>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82"/>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82"/>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82"/>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82"/>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82"/>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82"/>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82"/>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82"/>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82"/>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82"/>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82"/>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82"/>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82"/>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82"/>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82"/>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82"/>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82"/>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82"/>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82"/>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82"/>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9" name="Google Shape;18599;p82"/>
          <p:cNvGrpSpPr/>
          <p:nvPr/>
        </p:nvGrpSpPr>
        <p:grpSpPr>
          <a:xfrm>
            <a:off x="1753570" y="2892127"/>
            <a:ext cx="366665" cy="365202"/>
            <a:chOff x="1753570" y="2892127"/>
            <a:chExt cx="366665" cy="365202"/>
          </a:xfrm>
        </p:grpSpPr>
        <p:sp>
          <p:nvSpPr>
            <p:cNvPr id="18600" name="Google Shape;18600;p82"/>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82"/>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82"/>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82"/>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82"/>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82"/>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82"/>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82"/>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82"/>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82"/>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82"/>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82"/>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82"/>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82"/>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82"/>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82"/>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82"/>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82"/>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8" name="Google Shape;18618;p82"/>
          <p:cNvGrpSpPr/>
          <p:nvPr/>
        </p:nvGrpSpPr>
        <p:grpSpPr>
          <a:xfrm>
            <a:off x="1303751" y="3807339"/>
            <a:ext cx="367684" cy="366561"/>
            <a:chOff x="1303751" y="3807339"/>
            <a:chExt cx="367684" cy="366561"/>
          </a:xfrm>
        </p:grpSpPr>
        <p:sp>
          <p:nvSpPr>
            <p:cNvPr id="18619" name="Google Shape;18619;p82"/>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82"/>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82"/>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82"/>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82"/>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82"/>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82"/>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82"/>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82"/>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82"/>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82"/>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82"/>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82"/>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82"/>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82"/>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82"/>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82"/>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82"/>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82"/>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82"/>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82"/>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82"/>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82"/>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82"/>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82"/>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82"/>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82"/>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82"/>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82"/>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82"/>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82"/>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82"/>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82"/>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82"/>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82"/>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82"/>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82"/>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82"/>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82"/>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82"/>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82"/>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60" name="Google Shape;18660;p82"/>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61" name="Google Shape;18661;p82"/>
          <p:cNvGrpSpPr/>
          <p:nvPr/>
        </p:nvGrpSpPr>
        <p:grpSpPr>
          <a:xfrm>
            <a:off x="1310049" y="2891421"/>
            <a:ext cx="384749" cy="366613"/>
            <a:chOff x="1310049" y="2891421"/>
            <a:chExt cx="384749" cy="366613"/>
          </a:xfrm>
        </p:grpSpPr>
        <p:sp>
          <p:nvSpPr>
            <p:cNvPr id="18662" name="Google Shape;18662;p82"/>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82"/>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82"/>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82"/>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82"/>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82"/>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82"/>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82"/>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82"/>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82"/>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82"/>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82"/>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82"/>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82"/>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6" name="Google Shape;18676;p82"/>
          <p:cNvGrpSpPr/>
          <p:nvPr/>
        </p:nvGrpSpPr>
        <p:grpSpPr>
          <a:xfrm>
            <a:off x="849673" y="2891343"/>
            <a:ext cx="383468" cy="366665"/>
            <a:chOff x="849673" y="2891343"/>
            <a:chExt cx="383468" cy="366665"/>
          </a:xfrm>
        </p:grpSpPr>
        <p:sp>
          <p:nvSpPr>
            <p:cNvPr id="18677" name="Google Shape;18677;p82"/>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82"/>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82"/>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82"/>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82"/>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82"/>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82"/>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82"/>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82"/>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82"/>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82"/>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82"/>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9" name="Google Shape;18689;p82"/>
          <p:cNvGrpSpPr/>
          <p:nvPr/>
        </p:nvGrpSpPr>
        <p:grpSpPr>
          <a:xfrm>
            <a:off x="920257" y="2426002"/>
            <a:ext cx="278024" cy="366508"/>
            <a:chOff x="920257" y="2426002"/>
            <a:chExt cx="278024" cy="366508"/>
          </a:xfrm>
        </p:grpSpPr>
        <p:sp>
          <p:nvSpPr>
            <p:cNvPr id="18690" name="Google Shape;18690;p82"/>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82"/>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82"/>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82"/>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82"/>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82"/>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82"/>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82"/>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82"/>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82"/>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82"/>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82"/>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82"/>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3" name="Google Shape;18703;p82"/>
          <p:cNvGrpSpPr/>
          <p:nvPr/>
        </p:nvGrpSpPr>
        <p:grpSpPr>
          <a:xfrm>
            <a:off x="866528" y="4274484"/>
            <a:ext cx="349810" cy="366665"/>
            <a:chOff x="866528" y="4274484"/>
            <a:chExt cx="349810" cy="366665"/>
          </a:xfrm>
        </p:grpSpPr>
        <p:sp>
          <p:nvSpPr>
            <p:cNvPr id="18704" name="Google Shape;18704;p82"/>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82"/>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82"/>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82"/>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82"/>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82"/>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82"/>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82"/>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82"/>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82"/>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82"/>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5" name="Google Shape;18715;p82"/>
          <p:cNvGrpSpPr/>
          <p:nvPr/>
        </p:nvGrpSpPr>
        <p:grpSpPr>
          <a:xfrm>
            <a:off x="1388708" y="4274484"/>
            <a:ext cx="330210" cy="366665"/>
            <a:chOff x="1388708" y="4274484"/>
            <a:chExt cx="330210" cy="366665"/>
          </a:xfrm>
        </p:grpSpPr>
        <p:sp>
          <p:nvSpPr>
            <p:cNvPr id="18716" name="Google Shape;18716;p82"/>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82"/>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82"/>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82"/>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82"/>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82"/>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82"/>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82"/>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82"/>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82"/>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82"/>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82"/>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82"/>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82"/>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82"/>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82"/>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82"/>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82"/>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82"/>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82"/>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6" name="Google Shape;18736;p82"/>
          <p:cNvGrpSpPr/>
          <p:nvPr/>
        </p:nvGrpSpPr>
        <p:grpSpPr>
          <a:xfrm>
            <a:off x="1874694" y="4293326"/>
            <a:ext cx="375446" cy="328982"/>
            <a:chOff x="1874694" y="4293326"/>
            <a:chExt cx="375446" cy="328982"/>
          </a:xfrm>
        </p:grpSpPr>
        <p:sp>
          <p:nvSpPr>
            <p:cNvPr id="18737" name="Google Shape;18737;p82"/>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82"/>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82"/>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82"/>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82"/>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82"/>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82"/>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82"/>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82"/>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82"/>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82"/>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82"/>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82"/>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82"/>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82"/>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82"/>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82"/>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82"/>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82"/>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82"/>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82"/>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82"/>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9" name="Google Shape;18759;p82"/>
          <p:cNvGrpSpPr/>
          <p:nvPr/>
        </p:nvGrpSpPr>
        <p:grpSpPr>
          <a:xfrm>
            <a:off x="2396116" y="4293090"/>
            <a:ext cx="366665" cy="329714"/>
            <a:chOff x="2396116" y="4293090"/>
            <a:chExt cx="366665" cy="329714"/>
          </a:xfrm>
        </p:grpSpPr>
        <p:sp>
          <p:nvSpPr>
            <p:cNvPr id="18760" name="Google Shape;18760;p82"/>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82"/>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82"/>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82"/>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82"/>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82"/>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82"/>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82"/>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82"/>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82"/>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82"/>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82"/>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82"/>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3" name="Google Shape;18773;p82"/>
          <p:cNvGrpSpPr/>
          <p:nvPr/>
        </p:nvGrpSpPr>
        <p:grpSpPr>
          <a:xfrm>
            <a:off x="2908757" y="4289824"/>
            <a:ext cx="367162" cy="336116"/>
            <a:chOff x="2908757" y="4289824"/>
            <a:chExt cx="367162" cy="336116"/>
          </a:xfrm>
        </p:grpSpPr>
        <p:sp>
          <p:nvSpPr>
            <p:cNvPr id="18774" name="Google Shape;18774;p82"/>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82"/>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82"/>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82"/>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82"/>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82"/>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82"/>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82"/>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82"/>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82"/>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82"/>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82"/>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82"/>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82"/>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82"/>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82"/>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82"/>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82"/>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82"/>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82"/>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82"/>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82"/>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82"/>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82"/>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82"/>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82"/>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82"/>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1" name="Google Shape;18801;p82"/>
          <p:cNvGrpSpPr/>
          <p:nvPr/>
        </p:nvGrpSpPr>
        <p:grpSpPr>
          <a:xfrm>
            <a:off x="3082408" y="2919540"/>
            <a:ext cx="368651" cy="310350"/>
            <a:chOff x="3082408" y="2919540"/>
            <a:chExt cx="368651" cy="310350"/>
          </a:xfrm>
        </p:grpSpPr>
        <p:sp>
          <p:nvSpPr>
            <p:cNvPr id="18802" name="Google Shape;18802;p82"/>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82"/>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82"/>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82"/>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82"/>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82"/>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82"/>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82"/>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82"/>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82"/>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82"/>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82"/>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4" name="Google Shape;18814;p82"/>
          <p:cNvGrpSpPr/>
          <p:nvPr/>
        </p:nvGrpSpPr>
        <p:grpSpPr>
          <a:xfrm>
            <a:off x="7069130" y="2424800"/>
            <a:ext cx="366169" cy="360498"/>
            <a:chOff x="7069130" y="2424800"/>
            <a:chExt cx="366169" cy="360498"/>
          </a:xfrm>
        </p:grpSpPr>
        <p:sp>
          <p:nvSpPr>
            <p:cNvPr id="18815" name="Google Shape;18815;p82"/>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82"/>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82"/>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82"/>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82"/>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82"/>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82"/>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82"/>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82"/>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82"/>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82"/>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82"/>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82"/>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82"/>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82"/>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82"/>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82"/>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82"/>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82"/>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82"/>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5" name="Google Shape;18835;p82"/>
          <p:cNvGrpSpPr/>
          <p:nvPr/>
        </p:nvGrpSpPr>
        <p:grpSpPr>
          <a:xfrm>
            <a:off x="4885655" y="2424721"/>
            <a:ext cx="281473" cy="360629"/>
            <a:chOff x="4885655" y="2424721"/>
            <a:chExt cx="281473" cy="360629"/>
          </a:xfrm>
        </p:grpSpPr>
        <p:sp>
          <p:nvSpPr>
            <p:cNvPr id="18836" name="Google Shape;18836;p82"/>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82"/>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82"/>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82"/>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82"/>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82"/>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82"/>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82"/>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82"/>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82"/>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82"/>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7" name="Google Shape;18847;p82"/>
          <p:cNvGrpSpPr/>
          <p:nvPr/>
        </p:nvGrpSpPr>
        <p:grpSpPr>
          <a:xfrm>
            <a:off x="6625609" y="2446777"/>
            <a:ext cx="364130" cy="316726"/>
            <a:chOff x="6625609" y="2446777"/>
            <a:chExt cx="364130" cy="316726"/>
          </a:xfrm>
        </p:grpSpPr>
        <p:sp>
          <p:nvSpPr>
            <p:cNvPr id="18848" name="Google Shape;18848;p82"/>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82"/>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82"/>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82"/>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82"/>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82"/>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82"/>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82"/>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82"/>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82"/>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82"/>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82"/>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0" name="Google Shape;18860;p82"/>
          <p:cNvGrpSpPr/>
          <p:nvPr/>
        </p:nvGrpSpPr>
        <p:grpSpPr>
          <a:xfrm>
            <a:off x="5757644" y="2012350"/>
            <a:ext cx="360628" cy="298825"/>
            <a:chOff x="5757644" y="2012350"/>
            <a:chExt cx="360628" cy="298825"/>
          </a:xfrm>
        </p:grpSpPr>
        <p:sp>
          <p:nvSpPr>
            <p:cNvPr id="18861" name="Google Shape;18861;p82"/>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82"/>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82"/>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82"/>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82"/>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82"/>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82"/>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82"/>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82"/>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82"/>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82"/>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82"/>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82"/>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82"/>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82"/>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82"/>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82"/>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82"/>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82"/>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82"/>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82"/>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82"/>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3" name="Google Shape;18883;p82"/>
          <p:cNvGrpSpPr/>
          <p:nvPr/>
        </p:nvGrpSpPr>
        <p:grpSpPr>
          <a:xfrm>
            <a:off x="5317625" y="1983474"/>
            <a:ext cx="360628" cy="356839"/>
            <a:chOff x="5317625" y="1983474"/>
            <a:chExt cx="360628" cy="356839"/>
          </a:xfrm>
        </p:grpSpPr>
        <p:sp>
          <p:nvSpPr>
            <p:cNvPr id="18884" name="Google Shape;18884;p82"/>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82"/>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82"/>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82"/>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82"/>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82"/>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82"/>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82"/>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82"/>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82"/>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82"/>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82"/>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82"/>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82"/>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82"/>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82"/>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82"/>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82"/>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82"/>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3" name="Google Shape;18903;p82"/>
          <p:cNvGrpSpPr/>
          <p:nvPr/>
        </p:nvGrpSpPr>
        <p:grpSpPr>
          <a:xfrm>
            <a:off x="6181827" y="2463685"/>
            <a:ext cx="360629" cy="282989"/>
            <a:chOff x="6181827" y="2463685"/>
            <a:chExt cx="360629" cy="282989"/>
          </a:xfrm>
        </p:grpSpPr>
        <p:sp>
          <p:nvSpPr>
            <p:cNvPr id="18904" name="Google Shape;18904;p82"/>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82"/>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82"/>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82"/>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82"/>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82"/>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82"/>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82"/>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82"/>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82"/>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82"/>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5" name="Google Shape;18915;p82"/>
          <p:cNvGrpSpPr/>
          <p:nvPr/>
        </p:nvGrpSpPr>
        <p:grpSpPr>
          <a:xfrm>
            <a:off x="5346292" y="3340691"/>
            <a:ext cx="291247" cy="360628"/>
            <a:chOff x="5346292" y="3340691"/>
            <a:chExt cx="291247" cy="360628"/>
          </a:xfrm>
        </p:grpSpPr>
        <p:sp>
          <p:nvSpPr>
            <p:cNvPr id="18916" name="Google Shape;18916;p82"/>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82"/>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82"/>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82"/>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82"/>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82"/>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82"/>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82"/>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82"/>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82"/>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82"/>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82"/>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82"/>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82"/>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82"/>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82"/>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82"/>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82"/>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82"/>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82"/>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82"/>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82"/>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82"/>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82"/>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82"/>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1" name="Google Shape;18941;p82"/>
          <p:cNvGrpSpPr/>
          <p:nvPr/>
        </p:nvGrpSpPr>
        <p:grpSpPr>
          <a:xfrm>
            <a:off x="7969264" y="1981697"/>
            <a:ext cx="337763" cy="360393"/>
            <a:chOff x="7969264" y="1981697"/>
            <a:chExt cx="337763" cy="360393"/>
          </a:xfrm>
        </p:grpSpPr>
        <p:sp>
          <p:nvSpPr>
            <p:cNvPr id="18942" name="Google Shape;18942;p82"/>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82"/>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82"/>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82"/>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82"/>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82"/>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82"/>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82"/>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82"/>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82"/>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82"/>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82"/>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82"/>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82"/>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82"/>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82"/>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82"/>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82"/>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0" name="Google Shape;18960;p82"/>
          <p:cNvGrpSpPr/>
          <p:nvPr/>
        </p:nvGrpSpPr>
        <p:grpSpPr>
          <a:xfrm>
            <a:off x="5736032" y="2430000"/>
            <a:ext cx="360890" cy="350332"/>
            <a:chOff x="5736032" y="2430000"/>
            <a:chExt cx="360890" cy="350332"/>
          </a:xfrm>
        </p:grpSpPr>
        <p:sp>
          <p:nvSpPr>
            <p:cNvPr id="18961" name="Google Shape;18961;p82"/>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82"/>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82"/>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82"/>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82"/>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82"/>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82"/>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82"/>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82"/>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82"/>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82"/>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82"/>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82"/>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82"/>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82"/>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82"/>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82"/>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8" name="Google Shape;18978;p82"/>
          <p:cNvGrpSpPr/>
          <p:nvPr/>
        </p:nvGrpSpPr>
        <p:grpSpPr>
          <a:xfrm>
            <a:off x="4877867" y="1995991"/>
            <a:ext cx="360628" cy="331778"/>
            <a:chOff x="4877867" y="1995991"/>
            <a:chExt cx="360628" cy="331778"/>
          </a:xfrm>
        </p:grpSpPr>
        <p:sp>
          <p:nvSpPr>
            <p:cNvPr id="18979" name="Google Shape;18979;p82"/>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82"/>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82"/>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82"/>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82"/>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82"/>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82"/>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82"/>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82"/>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82"/>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82"/>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82"/>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82"/>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82"/>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3" name="Google Shape;18993;p82"/>
          <p:cNvGrpSpPr/>
          <p:nvPr/>
        </p:nvGrpSpPr>
        <p:grpSpPr>
          <a:xfrm>
            <a:off x="7050889" y="2913503"/>
            <a:ext cx="363529" cy="339513"/>
            <a:chOff x="7050889" y="2913503"/>
            <a:chExt cx="363529" cy="339513"/>
          </a:xfrm>
        </p:grpSpPr>
        <p:sp>
          <p:nvSpPr>
            <p:cNvPr id="18994" name="Google Shape;18994;p82"/>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82"/>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82"/>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82"/>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82"/>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82"/>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82"/>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82"/>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82"/>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3" name="Google Shape;19003;p82"/>
          <p:cNvGrpSpPr/>
          <p:nvPr/>
        </p:nvGrpSpPr>
        <p:grpSpPr>
          <a:xfrm>
            <a:off x="7510900" y="1981462"/>
            <a:ext cx="372937" cy="360629"/>
            <a:chOff x="7510900" y="1981462"/>
            <a:chExt cx="372937" cy="360629"/>
          </a:xfrm>
        </p:grpSpPr>
        <p:sp>
          <p:nvSpPr>
            <p:cNvPr id="19004" name="Google Shape;19004;p82"/>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82"/>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82"/>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82"/>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82"/>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82"/>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82"/>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82"/>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82"/>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82"/>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82"/>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82"/>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82"/>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82"/>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82"/>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82"/>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0" name="Google Shape;19020;p82"/>
          <p:cNvGrpSpPr/>
          <p:nvPr/>
        </p:nvGrpSpPr>
        <p:grpSpPr>
          <a:xfrm>
            <a:off x="6599476" y="2918260"/>
            <a:ext cx="360629" cy="329975"/>
            <a:chOff x="6599476" y="2918260"/>
            <a:chExt cx="360629" cy="329975"/>
          </a:xfrm>
        </p:grpSpPr>
        <p:sp>
          <p:nvSpPr>
            <p:cNvPr id="19021" name="Google Shape;19021;p82"/>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82"/>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82"/>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82"/>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82"/>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82"/>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82"/>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82"/>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82"/>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82"/>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82"/>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82"/>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82"/>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82"/>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82"/>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82"/>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82"/>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82"/>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82"/>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82"/>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82"/>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82"/>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82"/>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82"/>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82"/>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6" name="Google Shape;19046;p82"/>
          <p:cNvGrpSpPr/>
          <p:nvPr/>
        </p:nvGrpSpPr>
        <p:grpSpPr>
          <a:xfrm>
            <a:off x="5290499" y="2481533"/>
            <a:ext cx="360628" cy="247292"/>
            <a:chOff x="5290499" y="2481533"/>
            <a:chExt cx="360628" cy="247292"/>
          </a:xfrm>
        </p:grpSpPr>
        <p:sp>
          <p:nvSpPr>
            <p:cNvPr id="19047" name="Google Shape;19047;p82"/>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82"/>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82"/>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82"/>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82"/>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82"/>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82"/>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82"/>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82"/>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82"/>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82"/>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82"/>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82"/>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82"/>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82"/>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82"/>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82"/>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82"/>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82"/>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82"/>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82"/>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82"/>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82"/>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82"/>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82"/>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82"/>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82"/>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4" name="Google Shape;19074;p82"/>
          <p:cNvGrpSpPr/>
          <p:nvPr/>
        </p:nvGrpSpPr>
        <p:grpSpPr>
          <a:xfrm>
            <a:off x="6201923" y="1981514"/>
            <a:ext cx="351325" cy="360576"/>
            <a:chOff x="6201923" y="1981514"/>
            <a:chExt cx="351325" cy="360576"/>
          </a:xfrm>
        </p:grpSpPr>
        <p:sp>
          <p:nvSpPr>
            <p:cNvPr id="19075" name="Google Shape;19075;p82"/>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82"/>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82"/>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82"/>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82"/>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82"/>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82"/>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2" name="Google Shape;19082;p82"/>
          <p:cNvGrpSpPr/>
          <p:nvPr/>
        </p:nvGrpSpPr>
        <p:grpSpPr>
          <a:xfrm>
            <a:off x="4894461" y="3340691"/>
            <a:ext cx="312884" cy="360785"/>
            <a:chOff x="4894461" y="3340691"/>
            <a:chExt cx="312884" cy="360785"/>
          </a:xfrm>
        </p:grpSpPr>
        <p:sp>
          <p:nvSpPr>
            <p:cNvPr id="19083" name="Google Shape;19083;p82"/>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82"/>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82"/>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82"/>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82"/>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82"/>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82"/>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82"/>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82"/>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82"/>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82"/>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82"/>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82"/>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82"/>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82"/>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82"/>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9" name="Google Shape;19099;p82"/>
          <p:cNvGrpSpPr/>
          <p:nvPr/>
        </p:nvGrpSpPr>
        <p:grpSpPr>
          <a:xfrm>
            <a:off x="5339237" y="1501251"/>
            <a:ext cx="245541" cy="360628"/>
            <a:chOff x="5339237" y="1501251"/>
            <a:chExt cx="245541" cy="360628"/>
          </a:xfrm>
        </p:grpSpPr>
        <p:sp>
          <p:nvSpPr>
            <p:cNvPr id="19100" name="Google Shape;19100;p82"/>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82"/>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82"/>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82"/>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82"/>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82"/>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82"/>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82"/>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82"/>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82"/>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82"/>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82"/>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82"/>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82"/>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82"/>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82"/>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82"/>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82"/>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82"/>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82"/>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82"/>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82"/>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82"/>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82"/>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82"/>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82"/>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82"/>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82"/>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82"/>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82"/>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82"/>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82"/>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82"/>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82"/>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82"/>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82"/>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82"/>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82"/>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82"/>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82"/>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82"/>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82"/>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2" name="Google Shape;19142;p82"/>
          <p:cNvGrpSpPr/>
          <p:nvPr/>
        </p:nvGrpSpPr>
        <p:grpSpPr>
          <a:xfrm>
            <a:off x="7959464" y="2474216"/>
            <a:ext cx="370428" cy="261926"/>
            <a:chOff x="7959464" y="2474216"/>
            <a:chExt cx="370428" cy="261926"/>
          </a:xfrm>
        </p:grpSpPr>
        <p:sp>
          <p:nvSpPr>
            <p:cNvPr id="19143" name="Google Shape;19143;p82"/>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82"/>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82"/>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82"/>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82"/>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82"/>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82"/>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82"/>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82"/>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82"/>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82"/>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82"/>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5" name="Google Shape;19155;p82"/>
          <p:cNvGrpSpPr/>
          <p:nvPr/>
        </p:nvGrpSpPr>
        <p:grpSpPr>
          <a:xfrm>
            <a:off x="7518687" y="2457909"/>
            <a:ext cx="360629" cy="294461"/>
            <a:chOff x="7518687" y="2457909"/>
            <a:chExt cx="360629" cy="294461"/>
          </a:xfrm>
        </p:grpSpPr>
        <p:sp>
          <p:nvSpPr>
            <p:cNvPr id="19156" name="Google Shape;19156;p82"/>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82"/>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82"/>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82"/>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82"/>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82"/>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82"/>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82"/>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82"/>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82"/>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82"/>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82"/>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82"/>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82"/>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82"/>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82"/>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82"/>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82"/>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82"/>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5" name="Google Shape;19175;p82"/>
          <p:cNvGrpSpPr/>
          <p:nvPr/>
        </p:nvGrpSpPr>
        <p:grpSpPr>
          <a:xfrm>
            <a:off x="7086220" y="1981566"/>
            <a:ext cx="343799" cy="360524"/>
            <a:chOff x="7086220" y="1981566"/>
            <a:chExt cx="343799" cy="360524"/>
          </a:xfrm>
        </p:grpSpPr>
        <p:sp>
          <p:nvSpPr>
            <p:cNvPr id="19176" name="Google Shape;19176;p82"/>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82"/>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82"/>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82"/>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82"/>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82"/>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82"/>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82"/>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82"/>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82"/>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82"/>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82"/>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82"/>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82"/>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82"/>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82"/>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2" name="Google Shape;19192;p82"/>
          <p:cNvGrpSpPr/>
          <p:nvPr/>
        </p:nvGrpSpPr>
        <p:grpSpPr>
          <a:xfrm>
            <a:off x="6141112" y="2927563"/>
            <a:ext cx="368416" cy="311369"/>
            <a:chOff x="6141112" y="2927563"/>
            <a:chExt cx="368416" cy="311369"/>
          </a:xfrm>
        </p:grpSpPr>
        <p:sp>
          <p:nvSpPr>
            <p:cNvPr id="19193" name="Google Shape;19193;p82"/>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82"/>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82"/>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82"/>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82"/>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82"/>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82"/>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0" name="Google Shape;19200;p82"/>
          <p:cNvGrpSpPr/>
          <p:nvPr/>
        </p:nvGrpSpPr>
        <p:grpSpPr>
          <a:xfrm>
            <a:off x="7520699" y="2902946"/>
            <a:ext cx="335489" cy="360629"/>
            <a:chOff x="7520699" y="2902946"/>
            <a:chExt cx="335489" cy="360629"/>
          </a:xfrm>
        </p:grpSpPr>
        <p:sp>
          <p:nvSpPr>
            <p:cNvPr id="19201" name="Google Shape;19201;p82"/>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82"/>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82"/>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82"/>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82"/>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82"/>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82"/>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82"/>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82"/>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82"/>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82"/>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82"/>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82"/>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82"/>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82"/>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6" name="Google Shape;19216;p82"/>
          <p:cNvGrpSpPr/>
          <p:nvPr/>
        </p:nvGrpSpPr>
        <p:grpSpPr>
          <a:xfrm>
            <a:off x="7988340" y="2902946"/>
            <a:ext cx="308886" cy="360628"/>
            <a:chOff x="7988340" y="2902946"/>
            <a:chExt cx="308886" cy="360628"/>
          </a:xfrm>
        </p:grpSpPr>
        <p:sp>
          <p:nvSpPr>
            <p:cNvPr id="19217" name="Google Shape;19217;p82"/>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82"/>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82"/>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82"/>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82"/>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82"/>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82"/>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82"/>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82"/>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82"/>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82"/>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82"/>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82"/>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82"/>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82"/>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82"/>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82"/>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82"/>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82"/>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82"/>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82"/>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82"/>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82"/>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0" name="Google Shape;19240;p82"/>
          <p:cNvGrpSpPr/>
          <p:nvPr/>
        </p:nvGrpSpPr>
        <p:grpSpPr>
          <a:xfrm>
            <a:off x="5690039" y="2902998"/>
            <a:ext cx="362902" cy="360498"/>
            <a:chOff x="5690039" y="2902998"/>
            <a:chExt cx="362902" cy="360498"/>
          </a:xfrm>
        </p:grpSpPr>
        <p:sp>
          <p:nvSpPr>
            <p:cNvPr id="19241" name="Google Shape;19241;p82"/>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82"/>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82"/>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82"/>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82"/>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82"/>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82"/>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8" name="Google Shape;19248;p82"/>
          <p:cNvGrpSpPr/>
          <p:nvPr/>
        </p:nvGrpSpPr>
        <p:grpSpPr>
          <a:xfrm>
            <a:off x="4871935" y="1500990"/>
            <a:ext cx="258503" cy="360890"/>
            <a:chOff x="4871935" y="1500990"/>
            <a:chExt cx="258503" cy="360890"/>
          </a:xfrm>
        </p:grpSpPr>
        <p:sp>
          <p:nvSpPr>
            <p:cNvPr id="19249" name="Google Shape;19249;p82"/>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82"/>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82"/>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82"/>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82"/>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82"/>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82"/>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82"/>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82"/>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82"/>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82"/>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82"/>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82"/>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82"/>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63" name="Google Shape;19263;p82"/>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64" name="Google Shape;19264;p82"/>
          <p:cNvGrpSpPr/>
          <p:nvPr/>
        </p:nvGrpSpPr>
        <p:grpSpPr>
          <a:xfrm>
            <a:off x="6265764" y="1501251"/>
            <a:ext cx="234983" cy="360628"/>
            <a:chOff x="6265764" y="1501251"/>
            <a:chExt cx="234983" cy="360628"/>
          </a:xfrm>
        </p:grpSpPr>
        <p:sp>
          <p:nvSpPr>
            <p:cNvPr id="19265" name="Google Shape;19265;p82"/>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82"/>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82"/>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82"/>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82"/>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82"/>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82"/>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82"/>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82"/>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82"/>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82"/>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82"/>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7" name="Google Shape;19277;p82"/>
          <p:cNvGrpSpPr/>
          <p:nvPr/>
        </p:nvGrpSpPr>
        <p:grpSpPr>
          <a:xfrm>
            <a:off x="6193639" y="3401998"/>
            <a:ext cx="360628" cy="238250"/>
            <a:chOff x="6193639" y="3401998"/>
            <a:chExt cx="360628" cy="238250"/>
          </a:xfrm>
        </p:grpSpPr>
        <p:sp>
          <p:nvSpPr>
            <p:cNvPr id="19278" name="Google Shape;19278;p82"/>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82"/>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82"/>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82"/>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82"/>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82"/>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82"/>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82"/>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82"/>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82"/>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82"/>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9" name="Google Shape;19289;p82"/>
          <p:cNvGrpSpPr/>
          <p:nvPr/>
        </p:nvGrpSpPr>
        <p:grpSpPr>
          <a:xfrm>
            <a:off x="5801625" y="1501251"/>
            <a:ext cx="246037" cy="360629"/>
            <a:chOff x="5801625" y="1501251"/>
            <a:chExt cx="246037" cy="360629"/>
          </a:xfrm>
        </p:grpSpPr>
        <p:sp>
          <p:nvSpPr>
            <p:cNvPr id="19290" name="Google Shape;19290;p82"/>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82"/>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82"/>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82"/>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82"/>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82"/>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82"/>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82"/>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82"/>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82"/>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82"/>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82"/>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82"/>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82"/>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82"/>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82"/>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82"/>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82"/>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82"/>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9" name="Google Shape;19309;p82"/>
          <p:cNvGrpSpPr/>
          <p:nvPr/>
        </p:nvGrpSpPr>
        <p:grpSpPr>
          <a:xfrm>
            <a:off x="6641680" y="1981462"/>
            <a:ext cx="352083" cy="360864"/>
            <a:chOff x="6641680" y="1981462"/>
            <a:chExt cx="352083" cy="360864"/>
          </a:xfrm>
        </p:grpSpPr>
        <p:sp>
          <p:nvSpPr>
            <p:cNvPr id="19310" name="Google Shape;19310;p82"/>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82"/>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82"/>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82"/>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82"/>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82"/>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82"/>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82"/>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82"/>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82"/>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82"/>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82"/>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82"/>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82"/>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82"/>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82"/>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82"/>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82"/>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82"/>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82"/>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82"/>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82"/>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82"/>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82"/>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82"/>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82"/>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82"/>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82"/>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8" name="Google Shape;19338;p82"/>
          <p:cNvGrpSpPr/>
          <p:nvPr/>
        </p:nvGrpSpPr>
        <p:grpSpPr>
          <a:xfrm>
            <a:off x="7205332" y="1501251"/>
            <a:ext cx="198032" cy="360629"/>
            <a:chOff x="7205332" y="1501251"/>
            <a:chExt cx="198032" cy="360629"/>
          </a:xfrm>
        </p:grpSpPr>
        <p:sp>
          <p:nvSpPr>
            <p:cNvPr id="19339" name="Google Shape;19339;p82"/>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82"/>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82"/>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82"/>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82"/>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82"/>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82"/>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82"/>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82"/>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82"/>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82"/>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82"/>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82"/>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82"/>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82"/>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82"/>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82"/>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82"/>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82"/>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82"/>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9" name="Google Shape;19359;p82"/>
          <p:cNvGrpSpPr/>
          <p:nvPr/>
        </p:nvGrpSpPr>
        <p:grpSpPr>
          <a:xfrm>
            <a:off x="7688313" y="1501251"/>
            <a:ext cx="153058" cy="360628"/>
            <a:chOff x="7688313" y="1501251"/>
            <a:chExt cx="153058" cy="360628"/>
          </a:xfrm>
        </p:grpSpPr>
        <p:sp>
          <p:nvSpPr>
            <p:cNvPr id="19360" name="Google Shape;19360;p82"/>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82"/>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82"/>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82"/>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82"/>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82"/>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82"/>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82"/>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82"/>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82"/>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82"/>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82"/>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82"/>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82"/>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82"/>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82"/>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6" name="Google Shape;19376;p82"/>
          <p:cNvGrpSpPr/>
          <p:nvPr/>
        </p:nvGrpSpPr>
        <p:grpSpPr>
          <a:xfrm>
            <a:off x="8150179" y="1501251"/>
            <a:ext cx="150811" cy="360628"/>
            <a:chOff x="8150179" y="1501251"/>
            <a:chExt cx="150811" cy="360628"/>
          </a:xfrm>
        </p:grpSpPr>
        <p:sp>
          <p:nvSpPr>
            <p:cNvPr id="19377" name="Google Shape;19377;p82"/>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82"/>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82"/>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82"/>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82"/>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82"/>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82"/>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82"/>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82"/>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86" name="Google Shape;19386;p82"/>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87" name="Google Shape;19387;p82"/>
          <p:cNvGrpSpPr/>
          <p:nvPr/>
        </p:nvGrpSpPr>
        <p:grpSpPr>
          <a:xfrm>
            <a:off x="4877867" y="2902946"/>
            <a:ext cx="170149" cy="360629"/>
            <a:chOff x="4877867" y="2902946"/>
            <a:chExt cx="170149" cy="360629"/>
          </a:xfrm>
        </p:grpSpPr>
        <p:sp>
          <p:nvSpPr>
            <p:cNvPr id="19388" name="Google Shape;19388;p82"/>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82"/>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82"/>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82"/>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82"/>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82"/>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82"/>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82"/>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82"/>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82"/>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82"/>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82"/>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82"/>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1" name="Google Shape;19401;p82"/>
          <p:cNvGrpSpPr/>
          <p:nvPr/>
        </p:nvGrpSpPr>
        <p:grpSpPr>
          <a:xfrm>
            <a:off x="6741689" y="1500676"/>
            <a:ext cx="207962" cy="361203"/>
            <a:chOff x="6741689" y="1500676"/>
            <a:chExt cx="207962" cy="361203"/>
          </a:xfrm>
        </p:grpSpPr>
        <p:sp>
          <p:nvSpPr>
            <p:cNvPr id="19402" name="Google Shape;19402;p82"/>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82"/>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82"/>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82"/>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82"/>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82"/>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82"/>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82"/>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82"/>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82"/>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82"/>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82"/>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82"/>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82"/>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82"/>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82"/>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82"/>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82"/>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82"/>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1" name="Google Shape;19421;p82"/>
          <p:cNvGrpSpPr/>
          <p:nvPr/>
        </p:nvGrpSpPr>
        <p:grpSpPr>
          <a:xfrm>
            <a:off x="5752627" y="3430404"/>
            <a:ext cx="360628" cy="181464"/>
            <a:chOff x="5752627" y="3430404"/>
            <a:chExt cx="360628" cy="181464"/>
          </a:xfrm>
        </p:grpSpPr>
        <p:sp>
          <p:nvSpPr>
            <p:cNvPr id="19422" name="Google Shape;19422;p82"/>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82"/>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82"/>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82"/>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82"/>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82"/>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82"/>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82"/>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82"/>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82"/>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82"/>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82"/>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82"/>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82"/>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82"/>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82"/>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82"/>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82"/>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82"/>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82"/>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82"/>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82"/>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82"/>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82"/>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82"/>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82"/>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82"/>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82"/>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0" name="Google Shape;19450;p82"/>
          <p:cNvGrpSpPr/>
          <p:nvPr/>
        </p:nvGrpSpPr>
        <p:grpSpPr>
          <a:xfrm>
            <a:off x="5235700" y="2902998"/>
            <a:ext cx="361909" cy="360759"/>
            <a:chOff x="5235700" y="2902998"/>
            <a:chExt cx="361909" cy="360759"/>
          </a:xfrm>
        </p:grpSpPr>
        <p:sp>
          <p:nvSpPr>
            <p:cNvPr id="19451" name="Google Shape;19451;p82"/>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82"/>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82"/>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82"/>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82"/>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82"/>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82"/>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8" name="Google Shape;19458;p82"/>
          <p:cNvGrpSpPr/>
          <p:nvPr/>
        </p:nvGrpSpPr>
        <p:grpSpPr>
          <a:xfrm>
            <a:off x="6634912" y="3394969"/>
            <a:ext cx="360367" cy="252309"/>
            <a:chOff x="6634912" y="3394969"/>
            <a:chExt cx="360367" cy="252309"/>
          </a:xfrm>
        </p:grpSpPr>
        <p:sp>
          <p:nvSpPr>
            <p:cNvPr id="19459" name="Google Shape;19459;p82"/>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82"/>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82"/>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82"/>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82"/>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82"/>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82"/>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82"/>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82"/>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82"/>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82"/>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82"/>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82"/>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2" name="Google Shape;19472;p82"/>
          <p:cNvGrpSpPr/>
          <p:nvPr/>
        </p:nvGrpSpPr>
        <p:grpSpPr>
          <a:xfrm>
            <a:off x="7059330" y="3340796"/>
            <a:ext cx="377170" cy="360655"/>
            <a:chOff x="7059330" y="3340796"/>
            <a:chExt cx="377170" cy="360655"/>
          </a:xfrm>
        </p:grpSpPr>
        <p:sp>
          <p:nvSpPr>
            <p:cNvPr id="19473" name="Google Shape;19473;p82"/>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82"/>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82"/>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82"/>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82"/>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82"/>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82"/>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82"/>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82"/>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82"/>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82"/>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82"/>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5" name="Google Shape;19485;p82"/>
          <p:cNvGrpSpPr/>
          <p:nvPr/>
        </p:nvGrpSpPr>
        <p:grpSpPr>
          <a:xfrm>
            <a:off x="7957948" y="3375631"/>
            <a:ext cx="360629" cy="291012"/>
            <a:chOff x="7957948" y="3375631"/>
            <a:chExt cx="360629" cy="291012"/>
          </a:xfrm>
        </p:grpSpPr>
        <p:sp>
          <p:nvSpPr>
            <p:cNvPr id="19486" name="Google Shape;19486;p82"/>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82"/>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82"/>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82"/>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82"/>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82"/>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82"/>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82"/>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82"/>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82"/>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82"/>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82"/>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82"/>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82"/>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82"/>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82"/>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82"/>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82"/>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4" name="Google Shape;19504;p82"/>
          <p:cNvGrpSpPr/>
          <p:nvPr/>
        </p:nvGrpSpPr>
        <p:grpSpPr>
          <a:xfrm>
            <a:off x="6198656" y="3867888"/>
            <a:ext cx="347562" cy="227954"/>
            <a:chOff x="6198656" y="3867888"/>
            <a:chExt cx="347562" cy="227954"/>
          </a:xfrm>
        </p:grpSpPr>
        <p:sp>
          <p:nvSpPr>
            <p:cNvPr id="19505" name="Google Shape;19505;p82"/>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82"/>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82"/>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82"/>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82"/>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82"/>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82"/>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82"/>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82"/>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82"/>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82"/>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6" name="Google Shape;19516;p82"/>
          <p:cNvGrpSpPr/>
          <p:nvPr/>
        </p:nvGrpSpPr>
        <p:grpSpPr>
          <a:xfrm>
            <a:off x="5706895" y="3819151"/>
            <a:ext cx="349392" cy="325454"/>
            <a:chOff x="5706895" y="3819151"/>
            <a:chExt cx="349392" cy="325454"/>
          </a:xfrm>
        </p:grpSpPr>
        <p:sp>
          <p:nvSpPr>
            <p:cNvPr id="19517" name="Google Shape;19517;p82"/>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82"/>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82"/>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82"/>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82"/>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82"/>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82"/>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82"/>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82"/>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82"/>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82"/>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82"/>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82"/>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82"/>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82"/>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2" name="Google Shape;19532;p82"/>
          <p:cNvGrpSpPr/>
          <p:nvPr/>
        </p:nvGrpSpPr>
        <p:grpSpPr>
          <a:xfrm>
            <a:off x="7648618" y="3340744"/>
            <a:ext cx="97265" cy="360393"/>
            <a:chOff x="7648618" y="3340744"/>
            <a:chExt cx="97265" cy="360393"/>
          </a:xfrm>
        </p:grpSpPr>
        <p:sp>
          <p:nvSpPr>
            <p:cNvPr id="19533" name="Google Shape;19533;p82"/>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82"/>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82"/>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6" name="Google Shape;19536;p82"/>
          <p:cNvGrpSpPr/>
          <p:nvPr/>
        </p:nvGrpSpPr>
        <p:grpSpPr>
          <a:xfrm>
            <a:off x="7164356" y="3790667"/>
            <a:ext cx="385507" cy="382501"/>
            <a:chOff x="7164356" y="3790667"/>
            <a:chExt cx="385507" cy="382501"/>
          </a:xfrm>
        </p:grpSpPr>
        <p:sp>
          <p:nvSpPr>
            <p:cNvPr id="19537" name="Google Shape;19537;p82"/>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82"/>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82"/>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82"/>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82"/>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82"/>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82"/>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82"/>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82"/>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82"/>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82"/>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82"/>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82"/>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82"/>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82"/>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82"/>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82"/>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82"/>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82"/>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82"/>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82"/>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82"/>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82"/>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82"/>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1" name="Google Shape;19561;p82"/>
          <p:cNvGrpSpPr/>
          <p:nvPr/>
        </p:nvGrpSpPr>
        <p:grpSpPr>
          <a:xfrm>
            <a:off x="6670400" y="3826468"/>
            <a:ext cx="387911" cy="310846"/>
            <a:chOff x="6670400" y="3826468"/>
            <a:chExt cx="387911" cy="310846"/>
          </a:xfrm>
        </p:grpSpPr>
        <p:sp>
          <p:nvSpPr>
            <p:cNvPr id="19562" name="Google Shape;19562;p82"/>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82"/>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82"/>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82"/>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82"/>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82"/>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82"/>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82"/>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82"/>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82"/>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82"/>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82"/>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82"/>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82"/>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82"/>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82"/>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82"/>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82"/>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0" name="Google Shape;19580;p82"/>
          <p:cNvGrpSpPr/>
          <p:nvPr/>
        </p:nvGrpSpPr>
        <p:grpSpPr>
          <a:xfrm>
            <a:off x="7662181" y="3803446"/>
            <a:ext cx="302823" cy="360498"/>
            <a:chOff x="7662181" y="3803446"/>
            <a:chExt cx="302823" cy="360498"/>
          </a:xfrm>
        </p:grpSpPr>
        <p:sp>
          <p:nvSpPr>
            <p:cNvPr id="19581" name="Google Shape;19581;p82"/>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82"/>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82"/>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82"/>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82"/>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82"/>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82"/>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82"/>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82"/>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82"/>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1" name="Google Shape;19591;p82"/>
          <p:cNvGrpSpPr/>
          <p:nvPr/>
        </p:nvGrpSpPr>
        <p:grpSpPr>
          <a:xfrm>
            <a:off x="5206562" y="3803994"/>
            <a:ext cx="363895" cy="355663"/>
            <a:chOff x="5206562" y="3803994"/>
            <a:chExt cx="363895" cy="355663"/>
          </a:xfrm>
        </p:grpSpPr>
        <p:sp>
          <p:nvSpPr>
            <p:cNvPr id="19592" name="Google Shape;19592;p82"/>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82"/>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82"/>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82"/>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82"/>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82"/>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82"/>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82"/>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82"/>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82"/>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82"/>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82"/>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82"/>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82"/>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609" name="Shape 19609"/>
        <p:cNvGrpSpPr/>
        <p:nvPr/>
      </p:nvGrpSpPr>
      <p:grpSpPr>
        <a:xfrm>
          <a:off x="0" y="0"/>
          <a:ext cx="0" cy="0"/>
          <a:chOff x="0" y="0"/>
          <a:chExt cx="0" cy="0"/>
        </a:xfrm>
      </p:grpSpPr>
      <p:sp>
        <p:nvSpPr>
          <p:cNvPr id="19610" name="Google Shape;19610;p8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9611" name="Google Shape;19611;p83"/>
          <p:cNvGrpSpPr/>
          <p:nvPr/>
        </p:nvGrpSpPr>
        <p:grpSpPr>
          <a:xfrm>
            <a:off x="4682526" y="1512217"/>
            <a:ext cx="369948" cy="370132"/>
            <a:chOff x="4682526" y="1512217"/>
            <a:chExt cx="369948" cy="370132"/>
          </a:xfrm>
        </p:grpSpPr>
        <p:sp>
          <p:nvSpPr>
            <p:cNvPr id="19612" name="Google Shape;19612;p83"/>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83"/>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83"/>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83"/>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83"/>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83"/>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83"/>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83"/>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83"/>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83"/>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83"/>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83"/>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83"/>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83"/>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83"/>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7" name="Google Shape;19627;p83"/>
          <p:cNvGrpSpPr/>
          <p:nvPr/>
        </p:nvGrpSpPr>
        <p:grpSpPr>
          <a:xfrm>
            <a:off x="3592433" y="1980212"/>
            <a:ext cx="381542" cy="370079"/>
            <a:chOff x="3592433" y="1980212"/>
            <a:chExt cx="381542" cy="370079"/>
          </a:xfrm>
        </p:grpSpPr>
        <p:sp>
          <p:nvSpPr>
            <p:cNvPr id="19628" name="Google Shape;19628;p83"/>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83"/>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83"/>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83"/>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83"/>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83"/>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83"/>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83"/>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83"/>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83"/>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83"/>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83"/>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0" name="Google Shape;19640;p83"/>
          <p:cNvGrpSpPr/>
          <p:nvPr/>
        </p:nvGrpSpPr>
        <p:grpSpPr>
          <a:xfrm>
            <a:off x="1398582" y="2973490"/>
            <a:ext cx="371391" cy="235126"/>
            <a:chOff x="1398582" y="2973490"/>
            <a:chExt cx="371391" cy="235126"/>
          </a:xfrm>
        </p:grpSpPr>
        <p:sp>
          <p:nvSpPr>
            <p:cNvPr id="19641" name="Google Shape;19641;p83"/>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83"/>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83"/>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83"/>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83"/>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83"/>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83"/>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83"/>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83"/>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83"/>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83"/>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83"/>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83"/>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83"/>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83"/>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6" name="Google Shape;19656;p83"/>
          <p:cNvGrpSpPr/>
          <p:nvPr/>
        </p:nvGrpSpPr>
        <p:grpSpPr>
          <a:xfrm>
            <a:off x="850795" y="1512217"/>
            <a:ext cx="370132" cy="370132"/>
            <a:chOff x="850795" y="1512217"/>
            <a:chExt cx="370132" cy="370132"/>
          </a:xfrm>
        </p:grpSpPr>
        <p:sp>
          <p:nvSpPr>
            <p:cNvPr id="19657" name="Google Shape;19657;p83"/>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83"/>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83"/>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83"/>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83"/>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83"/>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83"/>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83"/>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83"/>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83"/>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83"/>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83"/>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83"/>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83"/>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83"/>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83"/>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83"/>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83"/>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5" name="Google Shape;19675;p83"/>
          <p:cNvGrpSpPr/>
          <p:nvPr/>
        </p:nvGrpSpPr>
        <p:grpSpPr>
          <a:xfrm>
            <a:off x="8038497" y="2906079"/>
            <a:ext cx="236568" cy="370105"/>
            <a:chOff x="8038497" y="2906079"/>
            <a:chExt cx="236568" cy="370105"/>
          </a:xfrm>
        </p:grpSpPr>
        <p:sp>
          <p:nvSpPr>
            <p:cNvPr id="19676" name="Google Shape;19676;p83"/>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83"/>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83"/>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83"/>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83"/>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83"/>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83"/>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3" name="Google Shape;19683;p83"/>
          <p:cNvGrpSpPr/>
          <p:nvPr/>
        </p:nvGrpSpPr>
        <p:grpSpPr>
          <a:xfrm>
            <a:off x="6324130" y="1566303"/>
            <a:ext cx="370630" cy="261802"/>
            <a:chOff x="6324130" y="1566303"/>
            <a:chExt cx="370630" cy="261802"/>
          </a:xfrm>
        </p:grpSpPr>
        <p:sp>
          <p:nvSpPr>
            <p:cNvPr id="19684" name="Google Shape;19684;p83"/>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83"/>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83"/>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83"/>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83"/>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83"/>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83"/>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83"/>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83"/>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83"/>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83"/>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83"/>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83"/>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83"/>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83"/>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83"/>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83"/>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01" name="Google Shape;19701;p83"/>
          <p:cNvGrpSpPr/>
          <p:nvPr/>
        </p:nvGrpSpPr>
        <p:grpSpPr>
          <a:xfrm>
            <a:off x="5232280" y="2026587"/>
            <a:ext cx="370840" cy="353213"/>
            <a:chOff x="5232280" y="2026587"/>
            <a:chExt cx="370840" cy="353213"/>
          </a:xfrm>
        </p:grpSpPr>
        <p:sp>
          <p:nvSpPr>
            <p:cNvPr id="19702" name="Google Shape;19702;p83"/>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83"/>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83"/>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83"/>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83"/>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83"/>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83"/>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83"/>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83"/>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83"/>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2" name="Google Shape;19712;p83"/>
          <p:cNvGrpSpPr/>
          <p:nvPr/>
        </p:nvGrpSpPr>
        <p:grpSpPr>
          <a:xfrm>
            <a:off x="7968961" y="2435329"/>
            <a:ext cx="379548" cy="365331"/>
            <a:chOff x="7968961" y="2435329"/>
            <a:chExt cx="379548" cy="365331"/>
          </a:xfrm>
        </p:grpSpPr>
        <p:sp>
          <p:nvSpPr>
            <p:cNvPr id="19713" name="Google Shape;19713;p83"/>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83"/>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83"/>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83"/>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83"/>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83"/>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9" name="Google Shape;19719;p83"/>
          <p:cNvGrpSpPr/>
          <p:nvPr/>
        </p:nvGrpSpPr>
        <p:grpSpPr>
          <a:xfrm>
            <a:off x="4136679" y="2115323"/>
            <a:ext cx="373305" cy="223217"/>
            <a:chOff x="4136679" y="2115323"/>
            <a:chExt cx="373305" cy="223217"/>
          </a:xfrm>
        </p:grpSpPr>
        <p:sp>
          <p:nvSpPr>
            <p:cNvPr id="19720" name="Google Shape;19720;p83"/>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83"/>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83"/>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83"/>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83"/>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83"/>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83"/>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83"/>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83"/>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83"/>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0" name="Google Shape;19730;p83"/>
          <p:cNvGrpSpPr/>
          <p:nvPr/>
        </p:nvGrpSpPr>
        <p:grpSpPr>
          <a:xfrm>
            <a:off x="7423823" y="2464077"/>
            <a:ext cx="372046" cy="307730"/>
            <a:chOff x="7423823" y="2464077"/>
            <a:chExt cx="372046" cy="307730"/>
          </a:xfrm>
        </p:grpSpPr>
        <p:sp>
          <p:nvSpPr>
            <p:cNvPr id="19731" name="Google Shape;19731;p83"/>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83"/>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83"/>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83"/>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83"/>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83"/>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83"/>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83"/>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83"/>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83"/>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83"/>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83"/>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83"/>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4" name="Google Shape;19744;p83"/>
          <p:cNvGrpSpPr/>
          <p:nvPr/>
        </p:nvGrpSpPr>
        <p:grpSpPr>
          <a:xfrm>
            <a:off x="3882511" y="3365156"/>
            <a:ext cx="295061" cy="370263"/>
            <a:chOff x="3882511" y="3365156"/>
            <a:chExt cx="295061" cy="370263"/>
          </a:xfrm>
        </p:grpSpPr>
        <p:sp>
          <p:nvSpPr>
            <p:cNvPr id="19745" name="Google Shape;19745;p83"/>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83"/>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83"/>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83"/>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83"/>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0" name="Google Shape;19750;p83"/>
          <p:cNvGrpSpPr/>
          <p:nvPr/>
        </p:nvGrpSpPr>
        <p:grpSpPr>
          <a:xfrm>
            <a:off x="5229788" y="1512217"/>
            <a:ext cx="370132" cy="370132"/>
            <a:chOff x="5229788" y="1512217"/>
            <a:chExt cx="370132" cy="370132"/>
          </a:xfrm>
        </p:grpSpPr>
        <p:sp>
          <p:nvSpPr>
            <p:cNvPr id="19751" name="Google Shape;19751;p83"/>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83"/>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83"/>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83"/>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83"/>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83"/>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83"/>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83"/>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83"/>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83"/>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83"/>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83"/>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83"/>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83"/>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83"/>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83"/>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83"/>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8" name="Google Shape;19768;p83"/>
          <p:cNvGrpSpPr/>
          <p:nvPr/>
        </p:nvGrpSpPr>
        <p:grpSpPr>
          <a:xfrm>
            <a:off x="6041869" y="3365392"/>
            <a:ext cx="373882" cy="370053"/>
            <a:chOff x="6041869" y="3365392"/>
            <a:chExt cx="373882" cy="370053"/>
          </a:xfrm>
        </p:grpSpPr>
        <p:sp>
          <p:nvSpPr>
            <p:cNvPr id="19769" name="Google Shape;19769;p83"/>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83"/>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83"/>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83"/>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83"/>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83"/>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83"/>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83"/>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83"/>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83"/>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9" name="Google Shape;19779;p83"/>
          <p:cNvGrpSpPr/>
          <p:nvPr/>
        </p:nvGrpSpPr>
        <p:grpSpPr>
          <a:xfrm>
            <a:off x="4684309" y="2087493"/>
            <a:ext cx="374748" cy="279140"/>
            <a:chOff x="4684309" y="2087493"/>
            <a:chExt cx="374748" cy="279140"/>
          </a:xfrm>
        </p:grpSpPr>
        <p:sp>
          <p:nvSpPr>
            <p:cNvPr id="19780" name="Google Shape;19780;p83"/>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83"/>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83"/>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83"/>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83"/>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83"/>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83"/>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83"/>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83"/>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83"/>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83"/>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83"/>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2" name="Google Shape;19792;p83"/>
          <p:cNvGrpSpPr/>
          <p:nvPr/>
        </p:nvGrpSpPr>
        <p:grpSpPr>
          <a:xfrm>
            <a:off x="7521110" y="2906131"/>
            <a:ext cx="175400" cy="370053"/>
            <a:chOff x="7521110" y="2906131"/>
            <a:chExt cx="175400" cy="370053"/>
          </a:xfrm>
        </p:grpSpPr>
        <p:sp>
          <p:nvSpPr>
            <p:cNvPr id="19793" name="Google Shape;19793;p83"/>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83"/>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83"/>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83"/>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83"/>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83"/>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83"/>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83"/>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83"/>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2" name="Google Shape;19802;p83"/>
          <p:cNvGrpSpPr/>
          <p:nvPr/>
        </p:nvGrpSpPr>
        <p:grpSpPr>
          <a:xfrm>
            <a:off x="3586925" y="1523286"/>
            <a:ext cx="371023" cy="347915"/>
            <a:chOff x="3586925" y="1523286"/>
            <a:chExt cx="371023" cy="347915"/>
          </a:xfrm>
        </p:grpSpPr>
        <p:sp>
          <p:nvSpPr>
            <p:cNvPr id="19803" name="Google Shape;19803;p83"/>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83"/>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83"/>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83"/>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83"/>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83"/>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83"/>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83"/>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83"/>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83"/>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83"/>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83"/>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83"/>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83"/>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83"/>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83"/>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83"/>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83"/>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83"/>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2" name="Google Shape;19822;p83"/>
          <p:cNvGrpSpPr/>
          <p:nvPr/>
        </p:nvGrpSpPr>
        <p:grpSpPr>
          <a:xfrm>
            <a:off x="6876009" y="2475461"/>
            <a:ext cx="370158" cy="285120"/>
            <a:chOff x="6876009" y="2475461"/>
            <a:chExt cx="370158" cy="285120"/>
          </a:xfrm>
        </p:grpSpPr>
        <p:sp>
          <p:nvSpPr>
            <p:cNvPr id="19823" name="Google Shape;19823;p83"/>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83"/>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83"/>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83"/>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83"/>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83"/>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83"/>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83"/>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83"/>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2" name="Google Shape;19832;p83"/>
          <p:cNvGrpSpPr/>
          <p:nvPr/>
        </p:nvGrpSpPr>
        <p:grpSpPr>
          <a:xfrm>
            <a:off x="6328222" y="2445847"/>
            <a:ext cx="370158" cy="344269"/>
            <a:chOff x="6328222" y="2445847"/>
            <a:chExt cx="370158" cy="344269"/>
          </a:xfrm>
        </p:grpSpPr>
        <p:sp>
          <p:nvSpPr>
            <p:cNvPr id="19833" name="Google Shape;19833;p83"/>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83"/>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83"/>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83"/>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83"/>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83"/>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83"/>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83"/>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1" name="Google Shape;19841;p83"/>
          <p:cNvGrpSpPr/>
          <p:nvPr/>
        </p:nvGrpSpPr>
        <p:grpSpPr>
          <a:xfrm>
            <a:off x="5249540" y="2432942"/>
            <a:ext cx="351639" cy="370184"/>
            <a:chOff x="5249540" y="2432942"/>
            <a:chExt cx="351639" cy="370184"/>
          </a:xfrm>
        </p:grpSpPr>
        <p:sp>
          <p:nvSpPr>
            <p:cNvPr id="19842" name="Google Shape;19842;p83"/>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83"/>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83"/>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83"/>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83"/>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83"/>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83"/>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9" name="Google Shape;19849;p83"/>
          <p:cNvGrpSpPr/>
          <p:nvPr/>
        </p:nvGrpSpPr>
        <p:grpSpPr>
          <a:xfrm>
            <a:off x="4137047" y="2482176"/>
            <a:ext cx="371102" cy="271585"/>
            <a:chOff x="4137047" y="2482176"/>
            <a:chExt cx="371102" cy="271585"/>
          </a:xfrm>
        </p:grpSpPr>
        <p:sp>
          <p:nvSpPr>
            <p:cNvPr id="19850" name="Google Shape;19850;p83"/>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83"/>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83"/>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83"/>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83"/>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83"/>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83"/>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83"/>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83"/>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83"/>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83"/>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1" name="Google Shape;19861;p83"/>
          <p:cNvGrpSpPr/>
          <p:nvPr/>
        </p:nvGrpSpPr>
        <p:grpSpPr>
          <a:xfrm>
            <a:off x="4686434" y="2432916"/>
            <a:ext cx="367377" cy="370079"/>
            <a:chOff x="4686434" y="2432916"/>
            <a:chExt cx="367377" cy="370079"/>
          </a:xfrm>
        </p:grpSpPr>
        <p:sp>
          <p:nvSpPr>
            <p:cNvPr id="19862" name="Google Shape;19862;p83"/>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83"/>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83"/>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83"/>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83"/>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83"/>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83"/>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83"/>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83"/>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83"/>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83"/>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3" name="Google Shape;19873;p83"/>
          <p:cNvGrpSpPr/>
          <p:nvPr/>
        </p:nvGrpSpPr>
        <p:grpSpPr>
          <a:xfrm>
            <a:off x="6328222" y="2056306"/>
            <a:ext cx="372099" cy="293986"/>
            <a:chOff x="6328222" y="2056306"/>
            <a:chExt cx="372099" cy="293986"/>
          </a:xfrm>
        </p:grpSpPr>
        <p:sp>
          <p:nvSpPr>
            <p:cNvPr id="19874" name="Google Shape;19874;p83"/>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83"/>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83"/>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83"/>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83"/>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83"/>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83"/>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83"/>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83"/>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3" name="Google Shape;19883;p83"/>
          <p:cNvGrpSpPr/>
          <p:nvPr/>
        </p:nvGrpSpPr>
        <p:grpSpPr>
          <a:xfrm>
            <a:off x="5789327" y="2432968"/>
            <a:ext cx="352531" cy="370132"/>
            <a:chOff x="5789327" y="2432968"/>
            <a:chExt cx="352531" cy="370132"/>
          </a:xfrm>
        </p:grpSpPr>
        <p:sp>
          <p:nvSpPr>
            <p:cNvPr id="19884" name="Google Shape;19884;p83"/>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83"/>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83"/>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83"/>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83"/>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83"/>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83"/>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83"/>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83"/>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83"/>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4" name="Google Shape;19894;p83"/>
          <p:cNvGrpSpPr/>
          <p:nvPr/>
        </p:nvGrpSpPr>
        <p:grpSpPr>
          <a:xfrm>
            <a:off x="874612" y="1980134"/>
            <a:ext cx="322314" cy="370158"/>
            <a:chOff x="874612" y="1980134"/>
            <a:chExt cx="322314" cy="370158"/>
          </a:xfrm>
        </p:grpSpPr>
        <p:sp>
          <p:nvSpPr>
            <p:cNvPr id="19895" name="Google Shape;19895;p83"/>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83"/>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83"/>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83"/>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83"/>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83"/>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83"/>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83"/>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83"/>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83"/>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83"/>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83"/>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83"/>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83"/>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83"/>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83"/>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83"/>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2" name="Google Shape;19912;p83"/>
          <p:cNvGrpSpPr/>
          <p:nvPr/>
        </p:nvGrpSpPr>
        <p:grpSpPr>
          <a:xfrm>
            <a:off x="3039662" y="2514780"/>
            <a:ext cx="374223" cy="329764"/>
            <a:chOff x="3039662" y="2514780"/>
            <a:chExt cx="374223" cy="329764"/>
          </a:xfrm>
        </p:grpSpPr>
        <p:sp>
          <p:nvSpPr>
            <p:cNvPr id="19913" name="Google Shape;19913;p83"/>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83"/>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83"/>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83"/>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83"/>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83"/>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83"/>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83"/>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83"/>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83"/>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83"/>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83"/>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83"/>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83"/>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83"/>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83"/>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83"/>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83"/>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1" name="Google Shape;19931;p83"/>
          <p:cNvGrpSpPr/>
          <p:nvPr/>
        </p:nvGrpSpPr>
        <p:grpSpPr>
          <a:xfrm>
            <a:off x="1946369" y="2563122"/>
            <a:ext cx="374066" cy="233395"/>
            <a:chOff x="1946369" y="2563122"/>
            <a:chExt cx="374066" cy="233395"/>
          </a:xfrm>
        </p:grpSpPr>
        <p:sp>
          <p:nvSpPr>
            <p:cNvPr id="19932" name="Google Shape;19932;p83"/>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83"/>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83"/>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83"/>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83"/>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83"/>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83"/>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83"/>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0" name="Google Shape;19940;p83"/>
          <p:cNvGrpSpPr/>
          <p:nvPr/>
        </p:nvGrpSpPr>
        <p:grpSpPr>
          <a:xfrm>
            <a:off x="4135263" y="2906184"/>
            <a:ext cx="374040" cy="370184"/>
            <a:chOff x="4135263" y="2906184"/>
            <a:chExt cx="374040" cy="370184"/>
          </a:xfrm>
        </p:grpSpPr>
        <p:sp>
          <p:nvSpPr>
            <p:cNvPr id="19941" name="Google Shape;19941;p83"/>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83"/>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83"/>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4" name="Google Shape;19944;p83"/>
          <p:cNvGrpSpPr/>
          <p:nvPr/>
        </p:nvGrpSpPr>
        <p:grpSpPr>
          <a:xfrm>
            <a:off x="4683601" y="2906184"/>
            <a:ext cx="372676" cy="370184"/>
            <a:chOff x="4683601" y="2906184"/>
            <a:chExt cx="372676" cy="370184"/>
          </a:xfrm>
        </p:grpSpPr>
        <p:sp>
          <p:nvSpPr>
            <p:cNvPr id="19945" name="Google Shape;19945;p83"/>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83"/>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83"/>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83"/>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83"/>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83"/>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1" name="Google Shape;19951;p83"/>
          <p:cNvGrpSpPr/>
          <p:nvPr/>
        </p:nvGrpSpPr>
        <p:grpSpPr>
          <a:xfrm>
            <a:off x="870808" y="2906053"/>
            <a:ext cx="329134" cy="370132"/>
            <a:chOff x="870808" y="2906053"/>
            <a:chExt cx="329134" cy="370132"/>
          </a:xfrm>
        </p:grpSpPr>
        <p:sp>
          <p:nvSpPr>
            <p:cNvPr id="19952" name="Google Shape;19952;p83"/>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83"/>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83"/>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83"/>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83"/>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83"/>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83"/>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83"/>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83"/>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83"/>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83"/>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83"/>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83"/>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83"/>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83"/>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83"/>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83"/>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83"/>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83"/>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1" name="Google Shape;19971;p83"/>
          <p:cNvGrpSpPr/>
          <p:nvPr/>
        </p:nvGrpSpPr>
        <p:grpSpPr>
          <a:xfrm>
            <a:off x="1943878" y="2909069"/>
            <a:ext cx="374774" cy="364282"/>
            <a:chOff x="1943878" y="2909069"/>
            <a:chExt cx="374774" cy="364282"/>
          </a:xfrm>
        </p:grpSpPr>
        <p:sp>
          <p:nvSpPr>
            <p:cNvPr id="19972" name="Google Shape;19972;p83"/>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83"/>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83"/>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83"/>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83"/>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83"/>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83"/>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83"/>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83"/>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83"/>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83"/>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83"/>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83"/>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83"/>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83"/>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83"/>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83"/>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83"/>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83"/>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83"/>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83"/>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3" name="Google Shape;19993;p83"/>
          <p:cNvGrpSpPr/>
          <p:nvPr/>
        </p:nvGrpSpPr>
        <p:grpSpPr>
          <a:xfrm>
            <a:off x="1128072" y="3365261"/>
            <a:ext cx="328872" cy="370158"/>
            <a:chOff x="1128072" y="3365261"/>
            <a:chExt cx="328872" cy="370158"/>
          </a:xfrm>
        </p:grpSpPr>
        <p:sp>
          <p:nvSpPr>
            <p:cNvPr id="19994" name="Google Shape;19994;p83"/>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83"/>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83"/>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83"/>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83"/>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83"/>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83"/>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83"/>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83"/>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83"/>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83"/>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83"/>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83"/>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83"/>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83"/>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83"/>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83"/>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83"/>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83"/>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83"/>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83"/>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83"/>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83"/>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83"/>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83"/>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83"/>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83"/>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83"/>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83"/>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83"/>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83"/>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83"/>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83"/>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83"/>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83"/>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83"/>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83"/>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83"/>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83"/>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83"/>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83"/>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83"/>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83"/>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83"/>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8" name="Google Shape;20038;p83"/>
          <p:cNvGrpSpPr/>
          <p:nvPr/>
        </p:nvGrpSpPr>
        <p:grpSpPr>
          <a:xfrm>
            <a:off x="5776868" y="1515181"/>
            <a:ext cx="370866" cy="364151"/>
            <a:chOff x="5776868" y="1515181"/>
            <a:chExt cx="370866" cy="364151"/>
          </a:xfrm>
        </p:grpSpPr>
        <p:sp>
          <p:nvSpPr>
            <p:cNvPr id="20039" name="Google Shape;20039;p83"/>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83"/>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83"/>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83"/>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83"/>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83"/>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83"/>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83"/>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83"/>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83"/>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83"/>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83"/>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83"/>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83"/>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83"/>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83"/>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83"/>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6" name="Google Shape;20056;p83"/>
          <p:cNvGrpSpPr/>
          <p:nvPr/>
        </p:nvGrpSpPr>
        <p:grpSpPr>
          <a:xfrm>
            <a:off x="3577849" y="2432942"/>
            <a:ext cx="393660" cy="370079"/>
            <a:chOff x="3577849" y="2432942"/>
            <a:chExt cx="393660" cy="370079"/>
          </a:xfrm>
        </p:grpSpPr>
        <p:sp>
          <p:nvSpPr>
            <p:cNvPr id="20057" name="Google Shape;20057;p83"/>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83"/>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83"/>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83"/>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83"/>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83"/>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83"/>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83"/>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83"/>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83"/>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7" name="Google Shape;20067;p83"/>
          <p:cNvGrpSpPr/>
          <p:nvPr/>
        </p:nvGrpSpPr>
        <p:grpSpPr>
          <a:xfrm>
            <a:off x="2493999" y="2927037"/>
            <a:ext cx="370132" cy="328164"/>
            <a:chOff x="2493999" y="2927037"/>
            <a:chExt cx="370132" cy="328164"/>
          </a:xfrm>
        </p:grpSpPr>
        <p:sp>
          <p:nvSpPr>
            <p:cNvPr id="20068" name="Google Shape;20068;p83"/>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83"/>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83"/>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83"/>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83"/>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83"/>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83"/>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83"/>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83"/>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83"/>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83"/>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83"/>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0" name="Google Shape;20080;p83"/>
          <p:cNvGrpSpPr/>
          <p:nvPr/>
        </p:nvGrpSpPr>
        <p:grpSpPr>
          <a:xfrm>
            <a:off x="3589417" y="2950696"/>
            <a:ext cx="370315" cy="281028"/>
            <a:chOff x="3589417" y="2950696"/>
            <a:chExt cx="370315" cy="281028"/>
          </a:xfrm>
        </p:grpSpPr>
        <p:sp>
          <p:nvSpPr>
            <p:cNvPr id="20081" name="Google Shape;20081;p83"/>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83"/>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83"/>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83"/>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83"/>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83"/>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83"/>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83"/>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83"/>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83"/>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83"/>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83"/>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83"/>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83"/>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83"/>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83"/>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83"/>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83"/>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83"/>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83"/>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1" name="Google Shape;20101;p83"/>
          <p:cNvGrpSpPr/>
          <p:nvPr/>
        </p:nvGrpSpPr>
        <p:grpSpPr>
          <a:xfrm>
            <a:off x="3032711" y="2911718"/>
            <a:ext cx="396125" cy="359062"/>
            <a:chOff x="3032711" y="2911718"/>
            <a:chExt cx="396125" cy="359062"/>
          </a:xfrm>
        </p:grpSpPr>
        <p:sp>
          <p:nvSpPr>
            <p:cNvPr id="20102" name="Google Shape;20102;p83"/>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83"/>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83"/>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83"/>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83"/>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83"/>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83"/>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83"/>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83"/>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83"/>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83"/>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83"/>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4" name="Google Shape;20114;p83"/>
          <p:cNvGrpSpPr/>
          <p:nvPr/>
        </p:nvGrpSpPr>
        <p:grpSpPr>
          <a:xfrm>
            <a:off x="7417764" y="1513397"/>
            <a:ext cx="373174" cy="367692"/>
            <a:chOff x="7417764" y="1513397"/>
            <a:chExt cx="373174" cy="367692"/>
          </a:xfrm>
        </p:grpSpPr>
        <p:sp>
          <p:nvSpPr>
            <p:cNvPr id="20115" name="Google Shape;20115;p83"/>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83"/>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83"/>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83"/>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83"/>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83"/>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83"/>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83"/>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83"/>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83"/>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83"/>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83"/>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83"/>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83"/>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83"/>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83"/>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83"/>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83"/>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83"/>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4" name="Google Shape;20134;p83"/>
          <p:cNvGrpSpPr/>
          <p:nvPr/>
        </p:nvGrpSpPr>
        <p:grpSpPr>
          <a:xfrm>
            <a:off x="6871944" y="1514368"/>
            <a:ext cx="370132" cy="365672"/>
            <a:chOff x="6871944" y="1514368"/>
            <a:chExt cx="370132" cy="365672"/>
          </a:xfrm>
        </p:grpSpPr>
        <p:sp>
          <p:nvSpPr>
            <p:cNvPr id="20135" name="Google Shape;20135;p83"/>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83"/>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83"/>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83"/>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83"/>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83"/>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83"/>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83"/>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83"/>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83"/>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83"/>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83"/>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83"/>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83"/>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83"/>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83"/>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83"/>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83"/>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3" name="Google Shape;20153;p83"/>
          <p:cNvGrpSpPr/>
          <p:nvPr/>
        </p:nvGrpSpPr>
        <p:grpSpPr>
          <a:xfrm>
            <a:off x="6561931" y="3365261"/>
            <a:ext cx="400375" cy="370184"/>
            <a:chOff x="6561931" y="3365261"/>
            <a:chExt cx="400375" cy="370184"/>
          </a:xfrm>
        </p:grpSpPr>
        <p:sp>
          <p:nvSpPr>
            <p:cNvPr id="20154" name="Google Shape;20154;p83"/>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83"/>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83"/>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83"/>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83"/>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83"/>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83"/>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83"/>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83"/>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83"/>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83"/>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83"/>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6" name="Google Shape;20166;p83"/>
          <p:cNvGrpSpPr/>
          <p:nvPr/>
        </p:nvGrpSpPr>
        <p:grpSpPr>
          <a:xfrm>
            <a:off x="1942120" y="1985852"/>
            <a:ext cx="378315" cy="358695"/>
            <a:chOff x="1942120" y="1985852"/>
            <a:chExt cx="378315" cy="358695"/>
          </a:xfrm>
        </p:grpSpPr>
        <p:sp>
          <p:nvSpPr>
            <p:cNvPr id="20167" name="Google Shape;20167;p83"/>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83"/>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83"/>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83"/>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83"/>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83"/>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83"/>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83"/>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83"/>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83"/>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83"/>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83"/>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83"/>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83"/>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83"/>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83"/>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83"/>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83"/>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83"/>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83"/>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7" name="Google Shape;20187;p83"/>
          <p:cNvGrpSpPr/>
          <p:nvPr/>
        </p:nvGrpSpPr>
        <p:grpSpPr>
          <a:xfrm>
            <a:off x="1401415" y="2429218"/>
            <a:ext cx="364282" cy="374197"/>
            <a:chOff x="1401415" y="2429218"/>
            <a:chExt cx="364282" cy="374197"/>
          </a:xfrm>
        </p:grpSpPr>
        <p:sp>
          <p:nvSpPr>
            <p:cNvPr id="20188" name="Google Shape;20188;p83"/>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83"/>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83"/>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83"/>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83"/>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83"/>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83"/>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83"/>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83"/>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83"/>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83"/>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83"/>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83"/>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83"/>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83"/>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3" name="Google Shape;20203;p83"/>
          <p:cNvGrpSpPr/>
          <p:nvPr/>
        </p:nvGrpSpPr>
        <p:grpSpPr>
          <a:xfrm>
            <a:off x="7110427" y="3365261"/>
            <a:ext cx="400401" cy="370184"/>
            <a:chOff x="7110427" y="3365261"/>
            <a:chExt cx="400401" cy="370184"/>
          </a:xfrm>
        </p:grpSpPr>
        <p:sp>
          <p:nvSpPr>
            <p:cNvPr id="20204" name="Google Shape;20204;p83"/>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83"/>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83"/>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83"/>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83"/>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83"/>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83"/>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1" name="Google Shape;20211;p83"/>
          <p:cNvGrpSpPr/>
          <p:nvPr/>
        </p:nvGrpSpPr>
        <p:grpSpPr>
          <a:xfrm>
            <a:off x="7658949" y="3363137"/>
            <a:ext cx="400375" cy="370132"/>
            <a:chOff x="7658949" y="3363137"/>
            <a:chExt cx="400375" cy="370132"/>
          </a:xfrm>
        </p:grpSpPr>
        <p:sp>
          <p:nvSpPr>
            <p:cNvPr id="20212" name="Google Shape;20212;p83"/>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83"/>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83"/>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83"/>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83"/>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7" name="Google Shape;20217;p83"/>
          <p:cNvGrpSpPr/>
          <p:nvPr/>
        </p:nvGrpSpPr>
        <p:grpSpPr>
          <a:xfrm>
            <a:off x="3304481" y="3379389"/>
            <a:ext cx="356623" cy="370105"/>
            <a:chOff x="3307156" y="3365314"/>
            <a:chExt cx="356623" cy="370105"/>
          </a:xfrm>
        </p:grpSpPr>
        <p:sp>
          <p:nvSpPr>
            <p:cNvPr id="20218" name="Google Shape;20218;p83"/>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83"/>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83"/>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83"/>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83"/>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83"/>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83"/>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83"/>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83"/>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83"/>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83"/>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83"/>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83"/>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83"/>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83"/>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3" name="Google Shape;20233;p83"/>
          <p:cNvGrpSpPr/>
          <p:nvPr/>
        </p:nvGrpSpPr>
        <p:grpSpPr>
          <a:xfrm>
            <a:off x="7422407" y="1980107"/>
            <a:ext cx="372807" cy="370079"/>
            <a:chOff x="7422407" y="1980107"/>
            <a:chExt cx="372807" cy="370079"/>
          </a:xfrm>
        </p:grpSpPr>
        <p:sp>
          <p:nvSpPr>
            <p:cNvPr id="20234" name="Google Shape;20234;p83"/>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83"/>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83"/>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83"/>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83"/>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83"/>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83"/>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83"/>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83"/>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83"/>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83"/>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83"/>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83"/>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7" name="Google Shape;20247;p83"/>
          <p:cNvGrpSpPr/>
          <p:nvPr/>
        </p:nvGrpSpPr>
        <p:grpSpPr>
          <a:xfrm>
            <a:off x="6916141" y="2906184"/>
            <a:ext cx="289737" cy="370394"/>
            <a:chOff x="6916141" y="2906184"/>
            <a:chExt cx="289737" cy="370394"/>
          </a:xfrm>
        </p:grpSpPr>
        <p:sp>
          <p:nvSpPr>
            <p:cNvPr id="20248" name="Google Shape;20248;p83"/>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83"/>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83"/>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83"/>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83"/>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83"/>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83"/>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83"/>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83"/>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83"/>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83"/>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83"/>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83"/>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83"/>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83"/>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83"/>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83"/>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83"/>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83"/>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83"/>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83"/>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9" name="Google Shape;20269;p83"/>
          <p:cNvGrpSpPr/>
          <p:nvPr/>
        </p:nvGrpSpPr>
        <p:grpSpPr>
          <a:xfrm>
            <a:off x="7970194" y="2013577"/>
            <a:ext cx="372676" cy="331731"/>
            <a:chOff x="7970194" y="2013577"/>
            <a:chExt cx="372676" cy="331731"/>
          </a:xfrm>
        </p:grpSpPr>
        <p:sp>
          <p:nvSpPr>
            <p:cNvPr id="20270" name="Google Shape;20270;p83"/>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83"/>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83"/>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83"/>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83"/>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83"/>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83"/>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83"/>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83"/>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83"/>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0" name="Google Shape;20280;p83"/>
          <p:cNvGrpSpPr/>
          <p:nvPr/>
        </p:nvGrpSpPr>
        <p:grpSpPr>
          <a:xfrm>
            <a:off x="1416733" y="1512190"/>
            <a:ext cx="332964" cy="370158"/>
            <a:chOff x="1416733" y="1512190"/>
            <a:chExt cx="332964" cy="370158"/>
          </a:xfrm>
        </p:grpSpPr>
        <p:sp>
          <p:nvSpPr>
            <p:cNvPr id="20281" name="Google Shape;20281;p83"/>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83"/>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83"/>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83"/>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83"/>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83"/>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83"/>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83"/>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83"/>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83"/>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83"/>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83"/>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83"/>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83"/>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83"/>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83"/>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83"/>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83"/>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83"/>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0" name="Google Shape;20300;p83"/>
          <p:cNvGrpSpPr/>
          <p:nvPr/>
        </p:nvGrpSpPr>
        <p:grpSpPr>
          <a:xfrm>
            <a:off x="5246366" y="2906105"/>
            <a:ext cx="342852" cy="370079"/>
            <a:chOff x="5246366" y="2906105"/>
            <a:chExt cx="342852" cy="370079"/>
          </a:xfrm>
        </p:grpSpPr>
        <p:sp>
          <p:nvSpPr>
            <p:cNvPr id="20301" name="Google Shape;20301;p83"/>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83"/>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83"/>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83"/>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83"/>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83"/>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7" name="Google Shape;20307;p83"/>
          <p:cNvGrpSpPr/>
          <p:nvPr/>
        </p:nvGrpSpPr>
        <p:grpSpPr>
          <a:xfrm>
            <a:off x="849667" y="2434883"/>
            <a:ext cx="371259" cy="366249"/>
            <a:chOff x="849667" y="2434883"/>
            <a:chExt cx="371259" cy="366249"/>
          </a:xfrm>
        </p:grpSpPr>
        <p:sp>
          <p:nvSpPr>
            <p:cNvPr id="20308" name="Google Shape;20308;p83"/>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83"/>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83"/>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83"/>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83"/>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83"/>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83"/>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83"/>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83"/>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83"/>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83"/>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83"/>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83"/>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1" name="Google Shape;20321;p83"/>
          <p:cNvGrpSpPr/>
          <p:nvPr/>
        </p:nvGrpSpPr>
        <p:grpSpPr>
          <a:xfrm>
            <a:off x="4417026" y="3365366"/>
            <a:ext cx="332728" cy="370053"/>
            <a:chOff x="4417026" y="3365366"/>
            <a:chExt cx="332728" cy="370053"/>
          </a:xfrm>
        </p:grpSpPr>
        <p:sp>
          <p:nvSpPr>
            <p:cNvPr id="20322" name="Google Shape;20322;p83"/>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83"/>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83"/>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83"/>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83"/>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83"/>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83"/>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83"/>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83"/>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83"/>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83"/>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83"/>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83"/>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83"/>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83"/>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83"/>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83"/>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83"/>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0" name="Google Shape;20340;p83"/>
          <p:cNvGrpSpPr/>
          <p:nvPr/>
        </p:nvGrpSpPr>
        <p:grpSpPr>
          <a:xfrm>
            <a:off x="2497068" y="1980186"/>
            <a:ext cx="363994" cy="370105"/>
            <a:chOff x="2497068" y="1980186"/>
            <a:chExt cx="363994" cy="370105"/>
          </a:xfrm>
        </p:grpSpPr>
        <p:sp>
          <p:nvSpPr>
            <p:cNvPr id="20341" name="Google Shape;20341;p83"/>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83"/>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83"/>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83"/>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83"/>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83"/>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83"/>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83"/>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83"/>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83"/>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83"/>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83"/>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83"/>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83"/>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83"/>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83"/>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83"/>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83"/>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83"/>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83"/>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83"/>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2" name="Google Shape;20362;p83"/>
          <p:cNvGrpSpPr/>
          <p:nvPr/>
        </p:nvGrpSpPr>
        <p:grpSpPr>
          <a:xfrm>
            <a:off x="5820278" y="2906158"/>
            <a:ext cx="294904" cy="370027"/>
            <a:chOff x="5820278" y="2906158"/>
            <a:chExt cx="294904" cy="370027"/>
          </a:xfrm>
        </p:grpSpPr>
        <p:sp>
          <p:nvSpPr>
            <p:cNvPr id="20363" name="Google Shape;20363;p83"/>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83"/>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83"/>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83"/>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83"/>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83"/>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83"/>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0" name="Google Shape;20370;p83"/>
          <p:cNvGrpSpPr/>
          <p:nvPr/>
        </p:nvGrpSpPr>
        <p:grpSpPr>
          <a:xfrm>
            <a:off x="4946819" y="3383229"/>
            <a:ext cx="370132" cy="334223"/>
            <a:chOff x="4946819" y="3383229"/>
            <a:chExt cx="370132" cy="334223"/>
          </a:xfrm>
        </p:grpSpPr>
        <p:sp>
          <p:nvSpPr>
            <p:cNvPr id="20371" name="Google Shape;20371;p83"/>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83"/>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83"/>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83"/>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83"/>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83"/>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83"/>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83"/>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83"/>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0" name="Google Shape;20380;p83"/>
          <p:cNvGrpSpPr/>
          <p:nvPr/>
        </p:nvGrpSpPr>
        <p:grpSpPr>
          <a:xfrm>
            <a:off x="3038403" y="1539234"/>
            <a:ext cx="375482" cy="316072"/>
            <a:chOff x="3038403" y="1539234"/>
            <a:chExt cx="375482" cy="316072"/>
          </a:xfrm>
        </p:grpSpPr>
        <p:sp>
          <p:nvSpPr>
            <p:cNvPr id="20381" name="Google Shape;20381;p8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82" name="Google Shape;20382;p83"/>
            <p:cNvGrpSpPr/>
            <p:nvPr/>
          </p:nvGrpSpPr>
          <p:grpSpPr>
            <a:xfrm>
              <a:off x="3038403" y="1539234"/>
              <a:ext cx="375482" cy="316072"/>
              <a:chOff x="3038403" y="1539234"/>
              <a:chExt cx="375482" cy="316072"/>
            </a:xfrm>
          </p:grpSpPr>
          <p:sp>
            <p:nvSpPr>
              <p:cNvPr id="20383" name="Google Shape;20383;p83"/>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83"/>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83"/>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83"/>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83"/>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83"/>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83"/>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83"/>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83"/>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392" name="Google Shape;20392;p83"/>
          <p:cNvGrpSpPr/>
          <p:nvPr/>
        </p:nvGrpSpPr>
        <p:grpSpPr>
          <a:xfrm>
            <a:off x="6332865" y="2906131"/>
            <a:ext cx="360846" cy="370184"/>
            <a:chOff x="6332865" y="2906131"/>
            <a:chExt cx="360846" cy="370184"/>
          </a:xfrm>
        </p:grpSpPr>
        <p:sp>
          <p:nvSpPr>
            <p:cNvPr id="20393" name="Google Shape;20393;p83"/>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83"/>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83"/>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83"/>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83"/>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83"/>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83"/>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83"/>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83"/>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83"/>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83"/>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4" name="Google Shape;20404;p83"/>
          <p:cNvGrpSpPr/>
          <p:nvPr/>
        </p:nvGrpSpPr>
        <p:grpSpPr>
          <a:xfrm>
            <a:off x="4135079" y="1518066"/>
            <a:ext cx="370132" cy="358223"/>
            <a:chOff x="4135079" y="1518066"/>
            <a:chExt cx="370132" cy="358223"/>
          </a:xfrm>
        </p:grpSpPr>
        <p:sp>
          <p:nvSpPr>
            <p:cNvPr id="20405" name="Google Shape;20405;p83"/>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83"/>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83"/>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83"/>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83"/>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83"/>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83"/>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83"/>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83"/>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83"/>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83"/>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83"/>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83"/>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83"/>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83"/>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83"/>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83"/>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83"/>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83"/>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4" name="Google Shape;20424;p83"/>
          <p:cNvGrpSpPr/>
          <p:nvPr/>
        </p:nvGrpSpPr>
        <p:grpSpPr>
          <a:xfrm>
            <a:off x="6878869" y="1980134"/>
            <a:ext cx="361240" cy="370158"/>
            <a:chOff x="6878869" y="1980134"/>
            <a:chExt cx="361240" cy="370158"/>
          </a:xfrm>
        </p:grpSpPr>
        <p:sp>
          <p:nvSpPr>
            <p:cNvPr id="20425" name="Google Shape;20425;p83"/>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83"/>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83"/>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83"/>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83"/>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83"/>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83"/>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83"/>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83"/>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83"/>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83"/>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83"/>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83"/>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8" name="Google Shape;20438;p83"/>
          <p:cNvGrpSpPr/>
          <p:nvPr/>
        </p:nvGrpSpPr>
        <p:grpSpPr>
          <a:xfrm>
            <a:off x="2493999" y="2550033"/>
            <a:ext cx="370132" cy="259467"/>
            <a:chOff x="2493999" y="2550033"/>
            <a:chExt cx="370132" cy="259467"/>
          </a:xfrm>
        </p:grpSpPr>
        <p:sp>
          <p:nvSpPr>
            <p:cNvPr id="20439" name="Google Shape;20439;p83"/>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83"/>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83"/>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83"/>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83"/>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83"/>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83"/>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83"/>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83"/>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83"/>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83"/>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83"/>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83"/>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83"/>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83"/>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83"/>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83"/>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83"/>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83"/>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8" name="Google Shape;20458;p83"/>
          <p:cNvGrpSpPr/>
          <p:nvPr/>
        </p:nvGrpSpPr>
        <p:grpSpPr>
          <a:xfrm>
            <a:off x="1699703" y="3365261"/>
            <a:ext cx="281054" cy="370158"/>
            <a:chOff x="1699703" y="3365261"/>
            <a:chExt cx="281054" cy="370158"/>
          </a:xfrm>
        </p:grpSpPr>
        <p:sp>
          <p:nvSpPr>
            <p:cNvPr id="20459" name="Google Shape;20459;p83"/>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83"/>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83"/>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83"/>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83"/>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83"/>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83"/>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83"/>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83"/>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83"/>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83"/>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83"/>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83"/>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2" name="Google Shape;20472;p83"/>
          <p:cNvGrpSpPr/>
          <p:nvPr/>
        </p:nvGrpSpPr>
        <p:grpSpPr>
          <a:xfrm>
            <a:off x="7966810" y="1519430"/>
            <a:ext cx="369974" cy="355626"/>
            <a:chOff x="7966810" y="1519430"/>
            <a:chExt cx="369974" cy="355626"/>
          </a:xfrm>
        </p:grpSpPr>
        <p:sp>
          <p:nvSpPr>
            <p:cNvPr id="20473" name="Google Shape;20473;p83"/>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83"/>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83"/>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83"/>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83"/>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83"/>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83"/>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83"/>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83"/>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83"/>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83"/>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83"/>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83"/>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83"/>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83"/>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83"/>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9" name="Google Shape;20489;p83"/>
          <p:cNvGrpSpPr/>
          <p:nvPr/>
        </p:nvGrpSpPr>
        <p:grpSpPr>
          <a:xfrm>
            <a:off x="2792628" y="3365340"/>
            <a:ext cx="290445" cy="370079"/>
            <a:chOff x="2792628" y="3365340"/>
            <a:chExt cx="290445" cy="370079"/>
          </a:xfrm>
        </p:grpSpPr>
        <p:sp>
          <p:nvSpPr>
            <p:cNvPr id="20490" name="Google Shape;20490;p83"/>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83"/>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83"/>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83"/>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83"/>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83"/>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83"/>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83"/>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83"/>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83"/>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83"/>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83"/>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83"/>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83"/>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4" name="Google Shape;20504;p83"/>
          <p:cNvGrpSpPr/>
          <p:nvPr/>
        </p:nvGrpSpPr>
        <p:grpSpPr>
          <a:xfrm>
            <a:off x="1389585" y="1988317"/>
            <a:ext cx="388125" cy="353790"/>
            <a:chOff x="1389585" y="1988317"/>
            <a:chExt cx="388125" cy="353790"/>
          </a:xfrm>
        </p:grpSpPr>
        <p:sp>
          <p:nvSpPr>
            <p:cNvPr id="20505" name="Google Shape;20505;p83"/>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83"/>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83"/>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83"/>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83"/>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83"/>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83"/>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83"/>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83"/>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83"/>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83"/>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83"/>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83"/>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83"/>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83"/>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83"/>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83"/>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83"/>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83"/>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83"/>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83"/>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83"/>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7" name="Google Shape;20527;p83"/>
          <p:cNvGrpSpPr/>
          <p:nvPr/>
        </p:nvGrpSpPr>
        <p:grpSpPr>
          <a:xfrm>
            <a:off x="2492924" y="1512190"/>
            <a:ext cx="370158" cy="370158"/>
            <a:chOff x="2492924" y="1512190"/>
            <a:chExt cx="370158" cy="370158"/>
          </a:xfrm>
        </p:grpSpPr>
        <p:sp>
          <p:nvSpPr>
            <p:cNvPr id="20528" name="Google Shape;20528;p83"/>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83"/>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83"/>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83"/>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83"/>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83"/>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83"/>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83"/>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83"/>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83"/>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83"/>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83"/>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83"/>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83"/>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83"/>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83"/>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83"/>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83"/>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83"/>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83"/>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83"/>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83"/>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0" name="Google Shape;20550;p83"/>
          <p:cNvGrpSpPr/>
          <p:nvPr/>
        </p:nvGrpSpPr>
        <p:grpSpPr>
          <a:xfrm>
            <a:off x="1933569" y="1512243"/>
            <a:ext cx="393975" cy="370105"/>
            <a:chOff x="1933569" y="1512243"/>
            <a:chExt cx="393975" cy="370105"/>
          </a:xfrm>
        </p:grpSpPr>
        <p:sp>
          <p:nvSpPr>
            <p:cNvPr id="20551" name="Google Shape;20551;p83"/>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83"/>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83"/>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83"/>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83"/>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83"/>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83"/>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83"/>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83"/>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83"/>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83"/>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83"/>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83"/>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83"/>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83"/>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83"/>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83"/>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83"/>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83"/>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83"/>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83"/>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83"/>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83"/>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83"/>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83"/>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83"/>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83"/>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83"/>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9" name="Google Shape;20579;p83"/>
          <p:cNvGrpSpPr/>
          <p:nvPr/>
        </p:nvGrpSpPr>
        <p:grpSpPr>
          <a:xfrm>
            <a:off x="2236106" y="3365392"/>
            <a:ext cx="306471" cy="370000"/>
            <a:chOff x="2236106" y="3365392"/>
            <a:chExt cx="306471" cy="370000"/>
          </a:xfrm>
        </p:grpSpPr>
        <p:sp>
          <p:nvSpPr>
            <p:cNvPr id="20580" name="Google Shape;20580;p83"/>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83"/>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83"/>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83"/>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83"/>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83"/>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83"/>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83"/>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83"/>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83"/>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83"/>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83"/>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83"/>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83"/>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4" name="Google Shape;20594;p83"/>
          <p:cNvGrpSpPr/>
          <p:nvPr/>
        </p:nvGrpSpPr>
        <p:grpSpPr>
          <a:xfrm>
            <a:off x="5492823" y="3385563"/>
            <a:ext cx="375325" cy="329606"/>
            <a:chOff x="5492823" y="3385563"/>
            <a:chExt cx="375325" cy="329606"/>
          </a:xfrm>
        </p:grpSpPr>
        <p:sp>
          <p:nvSpPr>
            <p:cNvPr id="20595" name="Google Shape;20595;p83"/>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83"/>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83"/>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83"/>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83"/>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83"/>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83"/>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83"/>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83"/>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83"/>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83"/>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83"/>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83"/>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83"/>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83"/>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83"/>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83"/>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83"/>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83"/>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83"/>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5" name="Google Shape;20615;p83"/>
          <p:cNvGrpSpPr/>
          <p:nvPr/>
        </p:nvGrpSpPr>
        <p:grpSpPr>
          <a:xfrm>
            <a:off x="3041787" y="2001118"/>
            <a:ext cx="370158" cy="328164"/>
            <a:chOff x="3041787" y="2001118"/>
            <a:chExt cx="370158" cy="328164"/>
          </a:xfrm>
        </p:grpSpPr>
        <p:sp>
          <p:nvSpPr>
            <p:cNvPr id="20616" name="Google Shape;20616;p83"/>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83"/>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83"/>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83"/>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83"/>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83"/>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83"/>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83"/>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83"/>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83"/>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83"/>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83"/>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83"/>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83"/>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83"/>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83"/>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83"/>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83"/>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4" name="Google Shape;20634;p83"/>
          <p:cNvGrpSpPr/>
          <p:nvPr/>
        </p:nvGrpSpPr>
        <p:grpSpPr>
          <a:xfrm>
            <a:off x="5779884" y="2039125"/>
            <a:ext cx="372309" cy="328216"/>
            <a:chOff x="5779884" y="2039125"/>
            <a:chExt cx="372309" cy="328216"/>
          </a:xfrm>
        </p:grpSpPr>
        <p:sp>
          <p:nvSpPr>
            <p:cNvPr id="20635" name="Google Shape;20635;p83"/>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83"/>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83"/>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83"/>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83"/>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83"/>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83"/>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83"/>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83"/>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83"/>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83"/>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83"/>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83"/>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651" name="Shape 20651"/>
        <p:cNvGrpSpPr/>
        <p:nvPr/>
      </p:nvGrpSpPr>
      <p:grpSpPr>
        <a:xfrm>
          <a:off x="0" y="0"/>
          <a:ext cx="0" cy="0"/>
          <a:chOff x="0" y="0"/>
          <a:chExt cx="0" cy="0"/>
        </a:xfrm>
      </p:grpSpPr>
      <p:sp>
        <p:nvSpPr>
          <p:cNvPr id="20652" name="Google Shape;20652;p8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20653" name="Google Shape;20653;p84"/>
          <p:cNvGrpSpPr/>
          <p:nvPr/>
        </p:nvGrpSpPr>
        <p:grpSpPr>
          <a:xfrm>
            <a:off x="878066" y="1981993"/>
            <a:ext cx="354610" cy="372358"/>
            <a:chOff x="878066" y="1981993"/>
            <a:chExt cx="354610" cy="372358"/>
          </a:xfrm>
        </p:grpSpPr>
        <p:sp>
          <p:nvSpPr>
            <p:cNvPr id="20654" name="Google Shape;20654;p84"/>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84"/>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84"/>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84"/>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84"/>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84"/>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84"/>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84"/>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84"/>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84"/>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84"/>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84"/>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84"/>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84"/>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8" name="Google Shape;20668;p84"/>
          <p:cNvGrpSpPr/>
          <p:nvPr/>
        </p:nvGrpSpPr>
        <p:grpSpPr>
          <a:xfrm>
            <a:off x="1345794" y="1982386"/>
            <a:ext cx="371650" cy="371624"/>
            <a:chOff x="1345794" y="1982386"/>
            <a:chExt cx="371650" cy="371624"/>
          </a:xfrm>
        </p:grpSpPr>
        <p:sp>
          <p:nvSpPr>
            <p:cNvPr id="20669" name="Google Shape;20669;p84"/>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84"/>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84"/>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84"/>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84"/>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84"/>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84"/>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84"/>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84"/>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84"/>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84"/>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84"/>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84"/>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84"/>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84"/>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84"/>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84"/>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84"/>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84"/>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84"/>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84"/>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84"/>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84"/>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84"/>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84"/>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84"/>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84"/>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84"/>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84"/>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84"/>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84"/>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84"/>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84"/>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84"/>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84"/>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84"/>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84"/>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6" name="Google Shape;20706;p84"/>
          <p:cNvGrpSpPr/>
          <p:nvPr/>
        </p:nvGrpSpPr>
        <p:grpSpPr>
          <a:xfrm>
            <a:off x="1821465" y="1981993"/>
            <a:ext cx="372410" cy="372410"/>
            <a:chOff x="1821465" y="1981993"/>
            <a:chExt cx="372410" cy="372410"/>
          </a:xfrm>
        </p:grpSpPr>
        <p:sp>
          <p:nvSpPr>
            <p:cNvPr id="20707" name="Google Shape;20707;p84"/>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84"/>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84"/>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84"/>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84"/>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84"/>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84"/>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84"/>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84"/>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84"/>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84"/>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84"/>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84"/>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84"/>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1" name="Google Shape;20721;p84"/>
          <p:cNvGrpSpPr/>
          <p:nvPr/>
        </p:nvGrpSpPr>
        <p:grpSpPr>
          <a:xfrm>
            <a:off x="2276348" y="1981809"/>
            <a:ext cx="415901" cy="372699"/>
            <a:chOff x="2276348" y="1981809"/>
            <a:chExt cx="415901" cy="372699"/>
          </a:xfrm>
        </p:grpSpPr>
        <p:sp>
          <p:nvSpPr>
            <p:cNvPr id="20722" name="Google Shape;20722;p84"/>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84"/>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84"/>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84"/>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84"/>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84"/>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84"/>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9" name="Google Shape;20729;p84"/>
          <p:cNvGrpSpPr/>
          <p:nvPr/>
        </p:nvGrpSpPr>
        <p:grpSpPr>
          <a:xfrm>
            <a:off x="2774354" y="2009990"/>
            <a:ext cx="372017" cy="316310"/>
            <a:chOff x="2774354" y="2009990"/>
            <a:chExt cx="372017" cy="316310"/>
          </a:xfrm>
        </p:grpSpPr>
        <p:sp>
          <p:nvSpPr>
            <p:cNvPr id="20730" name="Google Shape;20730;p84"/>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84"/>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84"/>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84"/>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84"/>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84"/>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84"/>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84"/>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84"/>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84"/>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84"/>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84"/>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84"/>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84"/>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84"/>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84"/>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84"/>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84"/>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84"/>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84"/>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84"/>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84"/>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84"/>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84"/>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84"/>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84"/>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6" name="Google Shape;20756;p84"/>
          <p:cNvGrpSpPr/>
          <p:nvPr/>
        </p:nvGrpSpPr>
        <p:grpSpPr>
          <a:xfrm>
            <a:off x="3722682" y="1981993"/>
            <a:ext cx="375818" cy="372043"/>
            <a:chOff x="3722682" y="1981993"/>
            <a:chExt cx="375818" cy="372043"/>
          </a:xfrm>
        </p:grpSpPr>
        <p:sp>
          <p:nvSpPr>
            <p:cNvPr id="20757" name="Google Shape;20757;p84"/>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84"/>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84"/>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84"/>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84"/>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84"/>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84"/>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84"/>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84"/>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84"/>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84"/>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84"/>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84"/>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84"/>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84"/>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2" name="Google Shape;20772;p84"/>
          <p:cNvGrpSpPr/>
          <p:nvPr/>
        </p:nvGrpSpPr>
        <p:grpSpPr>
          <a:xfrm>
            <a:off x="4201394" y="1981809"/>
            <a:ext cx="373538" cy="372305"/>
            <a:chOff x="4201394" y="1981809"/>
            <a:chExt cx="373538" cy="372305"/>
          </a:xfrm>
        </p:grpSpPr>
        <p:sp>
          <p:nvSpPr>
            <p:cNvPr id="20773" name="Google Shape;20773;p84"/>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84"/>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84"/>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84"/>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84"/>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84"/>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84"/>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84"/>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84"/>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84"/>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84"/>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84"/>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84"/>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84"/>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84"/>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84"/>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9" name="Google Shape;20789;p84"/>
          <p:cNvGrpSpPr/>
          <p:nvPr/>
        </p:nvGrpSpPr>
        <p:grpSpPr>
          <a:xfrm>
            <a:off x="4659658" y="1500266"/>
            <a:ext cx="422743" cy="377784"/>
            <a:chOff x="4659658" y="1500266"/>
            <a:chExt cx="422743" cy="377784"/>
          </a:xfrm>
        </p:grpSpPr>
        <p:sp>
          <p:nvSpPr>
            <p:cNvPr id="20790" name="Google Shape;20790;p84"/>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84"/>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84"/>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84"/>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84"/>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84"/>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84"/>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84"/>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84"/>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84"/>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84"/>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84"/>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84"/>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84"/>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84"/>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84"/>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84"/>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7" name="Google Shape;20807;p84"/>
          <p:cNvGrpSpPr/>
          <p:nvPr/>
        </p:nvGrpSpPr>
        <p:grpSpPr>
          <a:xfrm>
            <a:off x="5211406" y="1513504"/>
            <a:ext cx="260394" cy="351202"/>
            <a:chOff x="5211406" y="1513504"/>
            <a:chExt cx="260394" cy="351202"/>
          </a:xfrm>
        </p:grpSpPr>
        <p:sp>
          <p:nvSpPr>
            <p:cNvPr id="20808" name="Google Shape;20808;p84"/>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84"/>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84"/>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84"/>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84"/>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84"/>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84"/>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84"/>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84"/>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84"/>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84"/>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84"/>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84"/>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1" name="Google Shape;20821;p84"/>
          <p:cNvGrpSpPr/>
          <p:nvPr/>
        </p:nvGrpSpPr>
        <p:grpSpPr>
          <a:xfrm>
            <a:off x="5632602" y="1513216"/>
            <a:ext cx="366722" cy="351779"/>
            <a:chOff x="5632602" y="1513216"/>
            <a:chExt cx="366722" cy="351779"/>
          </a:xfrm>
        </p:grpSpPr>
        <p:sp>
          <p:nvSpPr>
            <p:cNvPr id="20822" name="Google Shape;20822;p84"/>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84"/>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84"/>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84"/>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84"/>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84"/>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84"/>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84"/>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0" name="Google Shape;20830;p84"/>
          <p:cNvGrpSpPr/>
          <p:nvPr/>
        </p:nvGrpSpPr>
        <p:grpSpPr>
          <a:xfrm>
            <a:off x="6089372" y="1527136"/>
            <a:ext cx="401902" cy="323965"/>
            <a:chOff x="6089372" y="1527136"/>
            <a:chExt cx="401902" cy="323965"/>
          </a:xfrm>
        </p:grpSpPr>
        <p:sp>
          <p:nvSpPr>
            <p:cNvPr id="20831" name="Google Shape;20831;p84"/>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84"/>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84"/>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84"/>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84"/>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84"/>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84"/>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84"/>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84"/>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84"/>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84"/>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84"/>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84"/>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84"/>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84"/>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84"/>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84"/>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84"/>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84"/>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84"/>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84"/>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84"/>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84"/>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84"/>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84"/>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84"/>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84"/>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84"/>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84"/>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84"/>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1" name="Google Shape;20861;p84"/>
          <p:cNvGrpSpPr/>
          <p:nvPr/>
        </p:nvGrpSpPr>
        <p:grpSpPr>
          <a:xfrm>
            <a:off x="6579435" y="1527897"/>
            <a:ext cx="370103" cy="322445"/>
            <a:chOff x="6579435" y="1527897"/>
            <a:chExt cx="370103" cy="322445"/>
          </a:xfrm>
        </p:grpSpPr>
        <p:sp>
          <p:nvSpPr>
            <p:cNvPr id="20862" name="Google Shape;20862;p84"/>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84"/>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84"/>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84"/>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84"/>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84"/>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84"/>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84"/>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84"/>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84"/>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84"/>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84"/>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84"/>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84"/>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84"/>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84"/>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84"/>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84"/>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84"/>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84"/>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84"/>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3" name="Google Shape;20883;p84"/>
          <p:cNvGrpSpPr/>
          <p:nvPr/>
        </p:nvGrpSpPr>
        <p:grpSpPr>
          <a:xfrm>
            <a:off x="6988887" y="1538854"/>
            <a:ext cx="499920" cy="300136"/>
            <a:chOff x="6988887" y="1538854"/>
            <a:chExt cx="499920" cy="300136"/>
          </a:xfrm>
        </p:grpSpPr>
        <p:sp>
          <p:nvSpPr>
            <p:cNvPr id="20884" name="Google Shape;20884;p84"/>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84"/>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84"/>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84"/>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84"/>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84"/>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84"/>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84"/>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84"/>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84"/>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84"/>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84"/>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84"/>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7" name="Google Shape;20897;p84"/>
          <p:cNvGrpSpPr/>
          <p:nvPr/>
        </p:nvGrpSpPr>
        <p:grpSpPr>
          <a:xfrm>
            <a:off x="8050359" y="1520687"/>
            <a:ext cx="279321" cy="336837"/>
            <a:chOff x="8050359" y="1520687"/>
            <a:chExt cx="279321" cy="336837"/>
          </a:xfrm>
        </p:grpSpPr>
        <p:sp>
          <p:nvSpPr>
            <p:cNvPr id="20898" name="Google Shape;20898;p84"/>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84"/>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84"/>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84"/>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84"/>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84"/>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84"/>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84"/>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84"/>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84"/>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84"/>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84"/>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84"/>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1" name="Google Shape;20911;p84"/>
          <p:cNvGrpSpPr/>
          <p:nvPr/>
        </p:nvGrpSpPr>
        <p:grpSpPr>
          <a:xfrm>
            <a:off x="6093907" y="2461832"/>
            <a:ext cx="364441" cy="339091"/>
            <a:chOff x="6093907" y="2461832"/>
            <a:chExt cx="364441" cy="339091"/>
          </a:xfrm>
        </p:grpSpPr>
        <p:sp>
          <p:nvSpPr>
            <p:cNvPr id="20912" name="Google Shape;20912;p84"/>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84"/>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84"/>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5" name="Google Shape;20915;p84"/>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84"/>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84"/>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84"/>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84"/>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84"/>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84"/>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2" name="Google Shape;20922;p84"/>
          <p:cNvGrpSpPr/>
          <p:nvPr/>
        </p:nvGrpSpPr>
        <p:grpSpPr>
          <a:xfrm>
            <a:off x="4676331" y="1980866"/>
            <a:ext cx="377680" cy="377680"/>
            <a:chOff x="4676331" y="1980866"/>
            <a:chExt cx="377680" cy="377680"/>
          </a:xfrm>
        </p:grpSpPr>
        <p:sp>
          <p:nvSpPr>
            <p:cNvPr id="20923" name="Google Shape;20923;p84"/>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84"/>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84"/>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84"/>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84"/>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84"/>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84"/>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84"/>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84"/>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84"/>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84"/>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84"/>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84"/>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84"/>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84"/>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84"/>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84"/>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84"/>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84"/>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2" name="Google Shape;20942;p84"/>
          <p:cNvGrpSpPr/>
          <p:nvPr/>
        </p:nvGrpSpPr>
        <p:grpSpPr>
          <a:xfrm>
            <a:off x="7526242" y="1522968"/>
            <a:ext cx="357651" cy="332275"/>
            <a:chOff x="7526242" y="1522968"/>
            <a:chExt cx="357651" cy="332275"/>
          </a:xfrm>
        </p:grpSpPr>
        <p:sp>
          <p:nvSpPr>
            <p:cNvPr id="20943" name="Google Shape;20943;p84"/>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84"/>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84"/>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84"/>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84"/>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84"/>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84"/>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84"/>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84"/>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84"/>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84"/>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84"/>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84"/>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84"/>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84"/>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84"/>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9" name="Google Shape;20959;p84"/>
          <p:cNvGrpSpPr/>
          <p:nvPr/>
        </p:nvGrpSpPr>
        <p:grpSpPr>
          <a:xfrm>
            <a:off x="3250786" y="1982386"/>
            <a:ext cx="371650" cy="371624"/>
            <a:chOff x="3250786" y="1982386"/>
            <a:chExt cx="371650" cy="371624"/>
          </a:xfrm>
        </p:grpSpPr>
        <p:sp>
          <p:nvSpPr>
            <p:cNvPr id="20960" name="Google Shape;20960;p84"/>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84"/>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84"/>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84"/>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84"/>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84"/>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84"/>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84"/>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84"/>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84"/>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84"/>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84"/>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84"/>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84"/>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84"/>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84"/>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84"/>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84"/>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84"/>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84"/>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84"/>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84"/>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84"/>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84"/>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84"/>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84"/>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84"/>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84"/>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84"/>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84"/>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0" name="Google Shape;20990;p84"/>
          <p:cNvGrpSpPr/>
          <p:nvPr/>
        </p:nvGrpSpPr>
        <p:grpSpPr>
          <a:xfrm>
            <a:off x="1342386" y="2916322"/>
            <a:ext cx="373538" cy="331515"/>
            <a:chOff x="1342386" y="2916322"/>
            <a:chExt cx="373538" cy="331515"/>
          </a:xfrm>
        </p:grpSpPr>
        <p:sp>
          <p:nvSpPr>
            <p:cNvPr id="20991" name="Google Shape;20991;p84"/>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84"/>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84"/>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84"/>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84"/>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84"/>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84"/>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84"/>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84"/>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84"/>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84"/>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02" name="Google Shape;21002;p84"/>
          <p:cNvGrpSpPr/>
          <p:nvPr/>
        </p:nvGrpSpPr>
        <p:grpSpPr>
          <a:xfrm>
            <a:off x="2294122" y="2946600"/>
            <a:ext cx="373931" cy="271351"/>
            <a:chOff x="2294122" y="2946600"/>
            <a:chExt cx="373931" cy="271351"/>
          </a:xfrm>
        </p:grpSpPr>
        <p:sp>
          <p:nvSpPr>
            <p:cNvPr id="21003" name="Google Shape;21003;p84"/>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84"/>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84"/>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84"/>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84"/>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84"/>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84"/>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84"/>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84"/>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84"/>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84"/>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84"/>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84"/>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84"/>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84"/>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84"/>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84"/>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84"/>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84"/>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84"/>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3" name="Google Shape;21023;p84"/>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84"/>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84"/>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84"/>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84"/>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84"/>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84"/>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84"/>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84"/>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84"/>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3" name="Google Shape;21033;p84"/>
          <p:cNvGrpSpPr/>
          <p:nvPr/>
        </p:nvGrpSpPr>
        <p:grpSpPr>
          <a:xfrm>
            <a:off x="2769819" y="2907251"/>
            <a:ext cx="373905" cy="349682"/>
            <a:chOff x="2769819" y="2907251"/>
            <a:chExt cx="373905" cy="349682"/>
          </a:xfrm>
        </p:grpSpPr>
        <p:sp>
          <p:nvSpPr>
            <p:cNvPr id="21034" name="Google Shape;21034;p84"/>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84"/>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84"/>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84"/>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84"/>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84"/>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84"/>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84"/>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84"/>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84"/>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84"/>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5" name="Google Shape;21045;p84"/>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84"/>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84"/>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84"/>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84"/>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84"/>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1" name="Google Shape;21051;p84"/>
          <p:cNvGrpSpPr/>
          <p:nvPr/>
        </p:nvGrpSpPr>
        <p:grpSpPr>
          <a:xfrm>
            <a:off x="3246251" y="2895245"/>
            <a:ext cx="375792" cy="373800"/>
            <a:chOff x="3246251" y="2895245"/>
            <a:chExt cx="375792" cy="373800"/>
          </a:xfrm>
        </p:grpSpPr>
        <p:sp>
          <p:nvSpPr>
            <p:cNvPr id="21052" name="Google Shape;21052;p84"/>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84"/>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84"/>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84"/>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84"/>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84"/>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84"/>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84"/>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84"/>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84"/>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84"/>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84"/>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84"/>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84"/>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66" name="Google Shape;21066;p84"/>
          <p:cNvGrpSpPr/>
          <p:nvPr/>
        </p:nvGrpSpPr>
        <p:grpSpPr>
          <a:xfrm>
            <a:off x="3791182" y="2895454"/>
            <a:ext cx="234650" cy="373590"/>
            <a:chOff x="3791182" y="2895454"/>
            <a:chExt cx="234650" cy="373590"/>
          </a:xfrm>
        </p:grpSpPr>
        <p:sp>
          <p:nvSpPr>
            <p:cNvPr id="21067" name="Google Shape;21067;p84"/>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84"/>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84"/>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84"/>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84"/>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84"/>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84"/>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84"/>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84"/>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6" name="Google Shape;21076;p84"/>
          <p:cNvGrpSpPr/>
          <p:nvPr/>
        </p:nvGrpSpPr>
        <p:grpSpPr>
          <a:xfrm>
            <a:off x="7042995" y="2489463"/>
            <a:ext cx="364441" cy="256225"/>
            <a:chOff x="7042995" y="2489463"/>
            <a:chExt cx="364441" cy="256225"/>
          </a:xfrm>
        </p:grpSpPr>
        <p:sp>
          <p:nvSpPr>
            <p:cNvPr id="21077" name="Google Shape;21077;p84"/>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84"/>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84"/>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84"/>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84"/>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84"/>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84"/>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84"/>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84"/>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6" name="Google Shape;21086;p84"/>
          <p:cNvGrpSpPr/>
          <p:nvPr/>
        </p:nvGrpSpPr>
        <p:grpSpPr>
          <a:xfrm>
            <a:off x="7517172" y="2437007"/>
            <a:ext cx="364284" cy="361243"/>
            <a:chOff x="7517172" y="2437007"/>
            <a:chExt cx="364284" cy="361243"/>
          </a:xfrm>
        </p:grpSpPr>
        <p:sp>
          <p:nvSpPr>
            <p:cNvPr id="21087" name="Google Shape;21087;p84"/>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84"/>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84"/>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84"/>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84"/>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84"/>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84"/>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84"/>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84"/>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84"/>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84"/>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84"/>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84"/>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84"/>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84"/>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84"/>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84"/>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84"/>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84"/>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84"/>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84"/>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8" name="Google Shape;21108;p84"/>
          <p:cNvGrpSpPr/>
          <p:nvPr/>
        </p:nvGrpSpPr>
        <p:grpSpPr>
          <a:xfrm>
            <a:off x="8006475" y="2436954"/>
            <a:ext cx="335290" cy="361321"/>
            <a:chOff x="8006475" y="2436954"/>
            <a:chExt cx="335290" cy="361321"/>
          </a:xfrm>
        </p:grpSpPr>
        <p:sp>
          <p:nvSpPr>
            <p:cNvPr id="21109" name="Google Shape;21109;p84"/>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84"/>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84"/>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84"/>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84"/>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84"/>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84"/>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84"/>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84"/>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84"/>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84"/>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84"/>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84"/>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84"/>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84"/>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84"/>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84"/>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84"/>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84"/>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8" name="Google Shape;21128;p84"/>
          <p:cNvGrpSpPr/>
          <p:nvPr/>
        </p:nvGrpSpPr>
        <p:grpSpPr>
          <a:xfrm>
            <a:off x="5596661" y="2909139"/>
            <a:ext cx="394326" cy="349682"/>
            <a:chOff x="5596661" y="2909139"/>
            <a:chExt cx="394326" cy="349682"/>
          </a:xfrm>
        </p:grpSpPr>
        <p:sp>
          <p:nvSpPr>
            <p:cNvPr id="21129" name="Google Shape;21129;p84"/>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84"/>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84"/>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84"/>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84"/>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84"/>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84"/>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84"/>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84"/>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84"/>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84"/>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84"/>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84"/>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84"/>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84"/>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84"/>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5" name="Google Shape;21145;p84"/>
          <p:cNvGrpSpPr/>
          <p:nvPr/>
        </p:nvGrpSpPr>
        <p:grpSpPr>
          <a:xfrm>
            <a:off x="874658" y="2914408"/>
            <a:ext cx="356891" cy="335709"/>
            <a:chOff x="874658" y="2914408"/>
            <a:chExt cx="356891" cy="335709"/>
          </a:xfrm>
        </p:grpSpPr>
        <p:sp>
          <p:nvSpPr>
            <p:cNvPr id="21146" name="Google Shape;21146;p84"/>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84"/>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84"/>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84"/>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84"/>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84"/>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2" name="Google Shape;21152;p84"/>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84"/>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84"/>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84"/>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84"/>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84"/>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84"/>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84"/>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84"/>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84"/>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84"/>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84"/>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84"/>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84"/>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6" name="Google Shape;21166;p84"/>
          <p:cNvGrpSpPr/>
          <p:nvPr/>
        </p:nvGrpSpPr>
        <p:grpSpPr>
          <a:xfrm>
            <a:off x="4230912" y="2929193"/>
            <a:ext cx="308813" cy="306165"/>
            <a:chOff x="4230912" y="2929193"/>
            <a:chExt cx="308813" cy="306165"/>
          </a:xfrm>
        </p:grpSpPr>
        <p:sp>
          <p:nvSpPr>
            <p:cNvPr id="21167" name="Google Shape;21167;p84"/>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84"/>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84"/>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84"/>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84"/>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84"/>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84"/>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84"/>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84"/>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84"/>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84"/>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84"/>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84"/>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84"/>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84"/>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2" name="Google Shape;21182;p84"/>
          <p:cNvGrpSpPr/>
          <p:nvPr/>
        </p:nvGrpSpPr>
        <p:grpSpPr>
          <a:xfrm>
            <a:off x="4627886" y="3401089"/>
            <a:ext cx="409111" cy="267944"/>
            <a:chOff x="4627886" y="3401089"/>
            <a:chExt cx="409111" cy="267944"/>
          </a:xfrm>
        </p:grpSpPr>
        <p:sp>
          <p:nvSpPr>
            <p:cNvPr id="21183" name="Google Shape;21183;p84"/>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84"/>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84"/>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84"/>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84"/>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84"/>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84"/>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84"/>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84"/>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84"/>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84"/>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4" name="Google Shape;21194;p84"/>
          <p:cNvGrpSpPr/>
          <p:nvPr/>
        </p:nvGrpSpPr>
        <p:grpSpPr>
          <a:xfrm>
            <a:off x="4652476" y="2898915"/>
            <a:ext cx="386016" cy="384495"/>
            <a:chOff x="4652476" y="2898915"/>
            <a:chExt cx="386016" cy="384495"/>
          </a:xfrm>
        </p:grpSpPr>
        <p:sp>
          <p:nvSpPr>
            <p:cNvPr id="21195" name="Google Shape;21195;p84"/>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84"/>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84"/>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84"/>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84"/>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84"/>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84"/>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84"/>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84"/>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4" name="Google Shape;21204;p84"/>
          <p:cNvGrpSpPr/>
          <p:nvPr/>
        </p:nvGrpSpPr>
        <p:grpSpPr>
          <a:xfrm>
            <a:off x="5156931" y="2922194"/>
            <a:ext cx="324699" cy="347611"/>
            <a:chOff x="5156931" y="2922194"/>
            <a:chExt cx="324699" cy="347611"/>
          </a:xfrm>
        </p:grpSpPr>
        <p:sp>
          <p:nvSpPr>
            <p:cNvPr id="21205" name="Google Shape;21205;p84"/>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84"/>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84"/>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84"/>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84"/>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84"/>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84"/>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84"/>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84"/>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84"/>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84"/>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84"/>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84"/>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84"/>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84"/>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84"/>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1" name="Google Shape;21221;p84"/>
          <p:cNvGrpSpPr/>
          <p:nvPr/>
        </p:nvGrpSpPr>
        <p:grpSpPr>
          <a:xfrm>
            <a:off x="6086331" y="2905337"/>
            <a:ext cx="364441" cy="364834"/>
            <a:chOff x="6086331" y="2905337"/>
            <a:chExt cx="364441" cy="364834"/>
          </a:xfrm>
        </p:grpSpPr>
        <p:sp>
          <p:nvSpPr>
            <p:cNvPr id="21222" name="Google Shape;21222;p84"/>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84"/>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84"/>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84"/>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84"/>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84"/>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8" name="Google Shape;21228;p84"/>
          <p:cNvGrpSpPr/>
          <p:nvPr/>
        </p:nvGrpSpPr>
        <p:grpSpPr>
          <a:xfrm>
            <a:off x="6554059" y="2907251"/>
            <a:ext cx="377706" cy="377680"/>
            <a:chOff x="6554059" y="2907251"/>
            <a:chExt cx="377706" cy="377680"/>
          </a:xfrm>
        </p:grpSpPr>
        <p:sp>
          <p:nvSpPr>
            <p:cNvPr id="21229" name="Google Shape;21229;p84"/>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84"/>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84"/>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84"/>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84"/>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84"/>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84"/>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84"/>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84"/>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84"/>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84"/>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84"/>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84"/>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84"/>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84"/>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84"/>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84"/>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84"/>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84"/>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84"/>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84"/>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0" name="Google Shape;21250;p84"/>
          <p:cNvGrpSpPr/>
          <p:nvPr/>
        </p:nvGrpSpPr>
        <p:grpSpPr>
          <a:xfrm>
            <a:off x="7491796" y="2945446"/>
            <a:ext cx="400801" cy="317542"/>
            <a:chOff x="7491796" y="2945446"/>
            <a:chExt cx="400801" cy="317542"/>
          </a:xfrm>
        </p:grpSpPr>
        <p:sp>
          <p:nvSpPr>
            <p:cNvPr id="21251" name="Google Shape;21251;p84"/>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84"/>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84"/>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84"/>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84"/>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84"/>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84"/>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84"/>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84"/>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84"/>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84"/>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84"/>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84"/>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84"/>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84"/>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84"/>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84"/>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84"/>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84"/>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84"/>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84"/>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84"/>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3" name="Google Shape;21273;p84"/>
          <p:cNvGrpSpPr/>
          <p:nvPr/>
        </p:nvGrpSpPr>
        <p:grpSpPr>
          <a:xfrm>
            <a:off x="7045643" y="2907723"/>
            <a:ext cx="345304" cy="365857"/>
            <a:chOff x="7045643" y="2907723"/>
            <a:chExt cx="345304" cy="365857"/>
          </a:xfrm>
        </p:grpSpPr>
        <p:sp>
          <p:nvSpPr>
            <p:cNvPr id="21274" name="Google Shape;21274;p84"/>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84"/>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84"/>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84"/>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84"/>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84"/>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84"/>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1" name="Google Shape;21281;p84"/>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84"/>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84"/>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84"/>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84"/>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84"/>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84"/>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84"/>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84"/>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84"/>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84"/>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84"/>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3" name="Google Shape;21293;p84"/>
          <p:cNvGrpSpPr/>
          <p:nvPr/>
        </p:nvGrpSpPr>
        <p:grpSpPr>
          <a:xfrm>
            <a:off x="7992843" y="2907251"/>
            <a:ext cx="347794" cy="366328"/>
            <a:chOff x="7992843" y="2907251"/>
            <a:chExt cx="347794" cy="366328"/>
          </a:xfrm>
        </p:grpSpPr>
        <p:sp>
          <p:nvSpPr>
            <p:cNvPr id="21294" name="Google Shape;21294;p84"/>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84"/>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84"/>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84"/>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84"/>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84"/>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84"/>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84"/>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84"/>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84"/>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84"/>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84"/>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84"/>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84"/>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84"/>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84"/>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84"/>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84"/>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84"/>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84"/>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84"/>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84"/>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84"/>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84"/>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84"/>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84"/>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84"/>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84"/>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84"/>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84"/>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84"/>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84"/>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84"/>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7" name="Google Shape;21327;p84"/>
          <p:cNvGrpSpPr/>
          <p:nvPr/>
        </p:nvGrpSpPr>
        <p:grpSpPr>
          <a:xfrm>
            <a:off x="873898" y="1512377"/>
            <a:ext cx="398127" cy="353457"/>
            <a:chOff x="873898" y="1512377"/>
            <a:chExt cx="398127" cy="353457"/>
          </a:xfrm>
        </p:grpSpPr>
        <p:sp>
          <p:nvSpPr>
            <p:cNvPr id="21328" name="Google Shape;21328;p84"/>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84"/>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84"/>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84"/>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84"/>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84"/>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84"/>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84"/>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84"/>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84"/>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84"/>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84"/>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84"/>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84"/>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84"/>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84"/>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84"/>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84"/>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84"/>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7" name="Google Shape;21347;p84"/>
          <p:cNvGrpSpPr/>
          <p:nvPr/>
        </p:nvGrpSpPr>
        <p:grpSpPr>
          <a:xfrm>
            <a:off x="1424125" y="1515680"/>
            <a:ext cx="246762" cy="347139"/>
            <a:chOff x="1424125" y="1515680"/>
            <a:chExt cx="246762" cy="347139"/>
          </a:xfrm>
        </p:grpSpPr>
        <p:sp>
          <p:nvSpPr>
            <p:cNvPr id="21348" name="Google Shape;21348;p84"/>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84"/>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84"/>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84"/>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84"/>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84"/>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84"/>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84"/>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84"/>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84"/>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84"/>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84"/>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84"/>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84"/>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84"/>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3" name="Google Shape;21363;p84"/>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4" name="Google Shape;21364;p84"/>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84"/>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84"/>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84"/>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8" name="Google Shape;21368;p84"/>
          <p:cNvGrpSpPr/>
          <p:nvPr/>
        </p:nvGrpSpPr>
        <p:grpSpPr>
          <a:xfrm>
            <a:off x="2319498" y="1512744"/>
            <a:ext cx="352697" cy="352723"/>
            <a:chOff x="2319498" y="1512744"/>
            <a:chExt cx="352697" cy="352723"/>
          </a:xfrm>
        </p:grpSpPr>
        <p:sp>
          <p:nvSpPr>
            <p:cNvPr id="21369" name="Google Shape;21369;p84"/>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84"/>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84"/>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84"/>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84"/>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84"/>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84"/>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84"/>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84"/>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84"/>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84"/>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84"/>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84"/>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84"/>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84"/>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84"/>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84"/>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84"/>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7" name="Google Shape;21387;p84"/>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8" name="Google Shape;21388;p84"/>
          <p:cNvGrpSpPr/>
          <p:nvPr/>
        </p:nvGrpSpPr>
        <p:grpSpPr>
          <a:xfrm>
            <a:off x="4236601" y="1512666"/>
            <a:ext cx="312981" cy="352697"/>
            <a:chOff x="4236601" y="1512666"/>
            <a:chExt cx="312981" cy="352697"/>
          </a:xfrm>
        </p:grpSpPr>
        <p:sp>
          <p:nvSpPr>
            <p:cNvPr id="21389" name="Google Shape;21389;p84"/>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84"/>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84"/>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84"/>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84"/>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84"/>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5" name="Google Shape;21395;p84"/>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84"/>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84"/>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84"/>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84"/>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84"/>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84"/>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84"/>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3" name="Google Shape;21403;p84"/>
          <p:cNvGrpSpPr/>
          <p:nvPr/>
        </p:nvGrpSpPr>
        <p:grpSpPr>
          <a:xfrm>
            <a:off x="849675" y="3347716"/>
            <a:ext cx="346300" cy="375818"/>
            <a:chOff x="849675" y="3347716"/>
            <a:chExt cx="346300" cy="375818"/>
          </a:xfrm>
        </p:grpSpPr>
        <p:sp>
          <p:nvSpPr>
            <p:cNvPr id="21404" name="Google Shape;21404;p84"/>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84"/>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84"/>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84"/>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84"/>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84"/>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84"/>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84"/>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84"/>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84"/>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84"/>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84"/>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84"/>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84"/>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84"/>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84"/>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84"/>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1" name="Google Shape;21421;p84"/>
          <p:cNvGrpSpPr/>
          <p:nvPr/>
        </p:nvGrpSpPr>
        <p:grpSpPr>
          <a:xfrm>
            <a:off x="1324219" y="3399202"/>
            <a:ext cx="376578" cy="272846"/>
            <a:chOff x="1324219" y="3399202"/>
            <a:chExt cx="376578" cy="272846"/>
          </a:xfrm>
        </p:grpSpPr>
        <p:sp>
          <p:nvSpPr>
            <p:cNvPr id="21422" name="Google Shape;21422;p84"/>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84"/>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4" name="Google Shape;21424;p84"/>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5" name="Google Shape;21425;p84"/>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84"/>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84"/>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84"/>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84"/>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84"/>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84"/>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84"/>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84"/>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84"/>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84"/>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84"/>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84"/>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84"/>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84"/>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84"/>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84"/>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84"/>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84"/>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84"/>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5" name="Google Shape;21445;p84"/>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6" name="Google Shape;21446;p84"/>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84"/>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84"/>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84"/>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84"/>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84"/>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84"/>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84"/>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84"/>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5" name="Google Shape;21455;p84"/>
          <p:cNvGrpSpPr/>
          <p:nvPr/>
        </p:nvGrpSpPr>
        <p:grpSpPr>
          <a:xfrm>
            <a:off x="1798763" y="3395401"/>
            <a:ext cx="376185" cy="280448"/>
            <a:chOff x="1798763" y="3395401"/>
            <a:chExt cx="376185" cy="280448"/>
          </a:xfrm>
        </p:grpSpPr>
        <p:sp>
          <p:nvSpPr>
            <p:cNvPr id="21456" name="Google Shape;21456;p84"/>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84"/>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84"/>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84"/>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84"/>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84"/>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84"/>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84"/>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84"/>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5" name="Google Shape;21465;p84"/>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84"/>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84"/>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84"/>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84"/>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84"/>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84"/>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84"/>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84"/>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84"/>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84"/>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84"/>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84"/>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84"/>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84"/>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84"/>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84"/>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84"/>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84"/>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84"/>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84"/>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84"/>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7" name="Google Shape;21487;p84"/>
          <p:cNvGrpSpPr/>
          <p:nvPr/>
        </p:nvGrpSpPr>
        <p:grpSpPr>
          <a:xfrm>
            <a:off x="2273307" y="3378754"/>
            <a:ext cx="375818" cy="313374"/>
            <a:chOff x="2273307" y="3378754"/>
            <a:chExt cx="375818" cy="313374"/>
          </a:xfrm>
        </p:grpSpPr>
        <p:sp>
          <p:nvSpPr>
            <p:cNvPr id="21488" name="Google Shape;21488;p84"/>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84"/>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84"/>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84"/>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84"/>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84"/>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84"/>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84"/>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84"/>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84"/>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84"/>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84"/>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84"/>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84"/>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84"/>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84"/>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84"/>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84"/>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84"/>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84"/>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84"/>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84"/>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84"/>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84"/>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84"/>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84"/>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84"/>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84"/>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84"/>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84"/>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84"/>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84"/>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84"/>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1" name="Google Shape;21521;p84"/>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84"/>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84"/>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84"/>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84"/>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84"/>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84"/>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84"/>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84"/>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84"/>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84"/>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84"/>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84"/>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84"/>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84"/>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84"/>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7" name="Google Shape;21537;p84"/>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8" name="Google Shape;21538;p84"/>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84"/>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84"/>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84"/>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84"/>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84"/>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84"/>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84"/>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84"/>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84"/>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84"/>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84"/>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84"/>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84"/>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84"/>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84"/>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84"/>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84"/>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6" name="Google Shape;21556;p84"/>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7" name="Google Shape;21557;p84"/>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84"/>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84"/>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84"/>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84"/>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84"/>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84"/>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84"/>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84"/>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84"/>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84"/>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84"/>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84"/>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84"/>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84"/>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2" name="Google Shape;21572;p84"/>
          <p:cNvGrpSpPr/>
          <p:nvPr/>
        </p:nvGrpSpPr>
        <p:grpSpPr>
          <a:xfrm>
            <a:off x="2747484" y="3359460"/>
            <a:ext cx="377706" cy="352330"/>
            <a:chOff x="2747484" y="3359460"/>
            <a:chExt cx="377706" cy="352330"/>
          </a:xfrm>
        </p:grpSpPr>
        <p:sp>
          <p:nvSpPr>
            <p:cNvPr id="21573" name="Google Shape;21573;p84"/>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4" name="Google Shape;21574;p84"/>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84"/>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84"/>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84"/>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84"/>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84"/>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84"/>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84"/>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84"/>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3" name="Google Shape;21583;p84"/>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4" name="Google Shape;21584;p84"/>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84"/>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84"/>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84"/>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88" name="Google Shape;21588;p84"/>
          <p:cNvGrpSpPr/>
          <p:nvPr/>
        </p:nvGrpSpPr>
        <p:grpSpPr>
          <a:xfrm>
            <a:off x="3696205" y="3371938"/>
            <a:ext cx="375792" cy="327373"/>
            <a:chOff x="3696205" y="3371938"/>
            <a:chExt cx="375792" cy="327373"/>
          </a:xfrm>
        </p:grpSpPr>
        <p:sp>
          <p:nvSpPr>
            <p:cNvPr id="21589" name="Google Shape;21589;p84"/>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84"/>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84"/>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2" name="Google Shape;21592;p84"/>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3" name="Google Shape;21593;p84"/>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84"/>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84"/>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84"/>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84"/>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84"/>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84"/>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84"/>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84"/>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84"/>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84"/>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84"/>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84"/>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84"/>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84"/>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84"/>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84"/>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84"/>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1" name="Google Shape;21611;p84"/>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2" name="Google Shape;21612;p84"/>
          <p:cNvGrpSpPr/>
          <p:nvPr/>
        </p:nvGrpSpPr>
        <p:grpSpPr>
          <a:xfrm>
            <a:off x="6567324" y="2436849"/>
            <a:ext cx="366722" cy="342892"/>
            <a:chOff x="6567324" y="2436849"/>
            <a:chExt cx="366722" cy="342892"/>
          </a:xfrm>
        </p:grpSpPr>
        <p:sp>
          <p:nvSpPr>
            <p:cNvPr id="21613" name="Google Shape;21613;p84"/>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84"/>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84"/>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84"/>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84"/>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84"/>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84"/>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84"/>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84"/>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84"/>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84"/>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84"/>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5" name="Google Shape;21625;p84"/>
          <p:cNvGrpSpPr/>
          <p:nvPr/>
        </p:nvGrpSpPr>
        <p:grpSpPr>
          <a:xfrm>
            <a:off x="4208970" y="3361347"/>
            <a:ext cx="299349" cy="348188"/>
            <a:chOff x="4208970" y="3361347"/>
            <a:chExt cx="299349" cy="348188"/>
          </a:xfrm>
        </p:grpSpPr>
        <p:sp>
          <p:nvSpPr>
            <p:cNvPr id="21626" name="Google Shape;21626;p84"/>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84"/>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84"/>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9" name="Google Shape;21629;p84"/>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84"/>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84"/>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84"/>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84"/>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84"/>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5" name="Google Shape;21635;p84"/>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6" name="Google Shape;21636;p84"/>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84"/>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84"/>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84"/>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40" name="Google Shape;21640;p84"/>
          <p:cNvGrpSpPr/>
          <p:nvPr/>
        </p:nvGrpSpPr>
        <p:grpSpPr>
          <a:xfrm>
            <a:off x="2786833" y="1512351"/>
            <a:ext cx="366722" cy="353667"/>
            <a:chOff x="2786833" y="1512351"/>
            <a:chExt cx="366722" cy="353667"/>
          </a:xfrm>
        </p:grpSpPr>
        <p:sp>
          <p:nvSpPr>
            <p:cNvPr id="21641" name="Google Shape;21641;p84"/>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84"/>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84"/>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84"/>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84"/>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84"/>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84"/>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84"/>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84"/>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84"/>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84"/>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84"/>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84"/>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84"/>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84"/>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84"/>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84"/>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84"/>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84"/>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84"/>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1" name="Google Shape;21661;p84"/>
          <p:cNvGrpSpPr/>
          <p:nvPr/>
        </p:nvGrpSpPr>
        <p:grpSpPr>
          <a:xfrm>
            <a:off x="1845321" y="1512744"/>
            <a:ext cx="352723" cy="353090"/>
            <a:chOff x="1845321" y="1512744"/>
            <a:chExt cx="352723" cy="353090"/>
          </a:xfrm>
        </p:grpSpPr>
        <p:sp>
          <p:nvSpPr>
            <p:cNvPr id="21662" name="Google Shape;21662;p84"/>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84"/>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84"/>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84"/>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84"/>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84"/>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84"/>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84"/>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84"/>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1" name="Google Shape;21671;p84"/>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2" name="Google Shape;21672;p84"/>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3" name="Google Shape;21673;p84"/>
          <p:cNvGrpSpPr/>
          <p:nvPr/>
        </p:nvGrpSpPr>
        <p:grpSpPr>
          <a:xfrm>
            <a:off x="3214452" y="3340533"/>
            <a:ext cx="392465" cy="389896"/>
            <a:chOff x="3214452" y="3340533"/>
            <a:chExt cx="392465" cy="389896"/>
          </a:xfrm>
        </p:grpSpPr>
        <p:sp>
          <p:nvSpPr>
            <p:cNvPr id="21674" name="Google Shape;21674;p84"/>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84"/>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84"/>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84"/>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84"/>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84"/>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84"/>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84"/>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84"/>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84"/>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84"/>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84"/>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84"/>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84"/>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84"/>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84"/>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84"/>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84"/>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84"/>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84"/>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84"/>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84"/>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84"/>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84"/>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84"/>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9" name="Google Shape;21699;p84"/>
          <p:cNvGrpSpPr/>
          <p:nvPr/>
        </p:nvGrpSpPr>
        <p:grpSpPr>
          <a:xfrm>
            <a:off x="3327229" y="1499899"/>
            <a:ext cx="234650" cy="378440"/>
            <a:chOff x="3327229" y="1499899"/>
            <a:chExt cx="234650" cy="378440"/>
          </a:xfrm>
        </p:grpSpPr>
        <p:sp>
          <p:nvSpPr>
            <p:cNvPr id="21700" name="Google Shape;21700;p84"/>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84"/>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84"/>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84"/>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84"/>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84"/>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84"/>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84"/>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84"/>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84"/>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84"/>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84"/>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84"/>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84"/>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84"/>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84"/>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84"/>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84"/>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84"/>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84"/>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84"/>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1" name="Google Shape;21721;p84"/>
          <p:cNvGrpSpPr/>
          <p:nvPr/>
        </p:nvGrpSpPr>
        <p:grpSpPr>
          <a:xfrm>
            <a:off x="3735553" y="1530151"/>
            <a:ext cx="366722" cy="317962"/>
            <a:chOff x="3735553" y="1530151"/>
            <a:chExt cx="366722" cy="317962"/>
          </a:xfrm>
        </p:grpSpPr>
        <p:sp>
          <p:nvSpPr>
            <p:cNvPr id="21722" name="Google Shape;21722;p84"/>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84"/>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84"/>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84"/>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84"/>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84"/>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84"/>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84"/>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84"/>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84"/>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84"/>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84"/>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34" name="Google Shape;21734;p84"/>
          <p:cNvGrpSpPr/>
          <p:nvPr/>
        </p:nvGrpSpPr>
        <p:grpSpPr>
          <a:xfrm>
            <a:off x="866322" y="2469775"/>
            <a:ext cx="379226" cy="322733"/>
            <a:chOff x="866322" y="2469775"/>
            <a:chExt cx="379226" cy="322733"/>
          </a:xfrm>
        </p:grpSpPr>
        <p:sp>
          <p:nvSpPr>
            <p:cNvPr id="21735" name="Google Shape;21735;p84"/>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84"/>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84"/>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84"/>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84"/>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84"/>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84"/>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84"/>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84"/>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4" name="Google Shape;21744;p84"/>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5" name="Google Shape;21745;p84"/>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84"/>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84"/>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84"/>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84"/>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84"/>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84"/>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84"/>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84"/>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84"/>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84"/>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84"/>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84"/>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84"/>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84"/>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84"/>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61" name="Google Shape;21761;p84"/>
          <p:cNvGrpSpPr/>
          <p:nvPr/>
        </p:nvGrpSpPr>
        <p:grpSpPr>
          <a:xfrm>
            <a:off x="1328387" y="2500814"/>
            <a:ext cx="404183" cy="289151"/>
            <a:chOff x="1328387" y="2500814"/>
            <a:chExt cx="404183" cy="289151"/>
          </a:xfrm>
        </p:grpSpPr>
        <p:sp>
          <p:nvSpPr>
            <p:cNvPr id="21762" name="Google Shape;21762;p84"/>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84"/>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84"/>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84"/>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84"/>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84"/>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84"/>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84"/>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84"/>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84"/>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84"/>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3" name="Google Shape;21773;p84"/>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4" name="Google Shape;21774;p84"/>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84"/>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84"/>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84"/>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84"/>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84"/>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84"/>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84"/>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84"/>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84"/>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84"/>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84"/>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84"/>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84"/>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84"/>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84"/>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84"/>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1" name="Google Shape;21791;p84"/>
          <p:cNvGrpSpPr/>
          <p:nvPr/>
        </p:nvGrpSpPr>
        <p:grpSpPr>
          <a:xfrm>
            <a:off x="1821465" y="2495702"/>
            <a:ext cx="365988" cy="270801"/>
            <a:chOff x="1821465" y="2495702"/>
            <a:chExt cx="365988" cy="270801"/>
          </a:xfrm>
        </p:grpSpPr>
        <p:sp>
          <p:nvSpPr>
            <p:cNvPr id="21792" name="Google Shape;21792;p84"/>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84"/>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84"/>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84"/>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6" name="Google Shape;21796;p84"/>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7" name="Google Shape;21797;p84"/>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84"/>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9" name="Google Shape;21799;p84"/>
          <p:cNvGrpSpPr/>
          <p:nvPr/>
        </p:nvGrpSpPr>
        <p:grpSpPr>
          <a:xfrm>
            <a:off x="3725723" y="2455776"/>
            <a:ext cx="354977" cy="351202"/>
            <a:chOff x="3725723" y="2455776"/>
            <a:chExt cx="354977" cy="351202"/>
          </a:xfrm>
        </p:grpSpPr>
        <p:sp>
          <p:nvSpPr>
            <p:cNvPr id="21800" name="Google Shape;21800;p84"/>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84"/>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84"/>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84"/>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84"/>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84"/>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84"/>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84"/>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84"/>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84"/>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84"/>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84"/>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84"/>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3" name="Google Shape;21813;p84"/>
          <p:cNvGrpSpPr/>
          <p:nvPr/>
        </p:nvGrpSpPr>
        <p:grpSpPr>
          <a:xfrm>
            <a:off x="5226165" y="1977641"/>
            <a:ext cx="230482" cy="388847"/>
            <a:chOff x="5226165" y="1977641"/>
            <a:chExt cx="230482" cy="388847"/>
          </a:xfrm>
        </p:grpSpPr>
        <p:sp>
          <p:nvSpPr>
            <p:cNvPr id="21814" name="Google Shape;21814;p84"/>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84"/>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84"/>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84"/>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84"/>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84"/>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84"/>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84"/>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84"/>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3" name="Google Shape;21823;p84"/>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4" name="Google Shape;21824;p84"/>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84"/>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6" name="Google Shape;21826;p84"/>
          <p:cNvGrpSpPr/>
          <p:nvPr/>
        </p:nvGrpSpPr>
        <p:grpSpPr>
          <a:xfrm>
            <a:off x="5632602" y="2025510"/>
            <a:ext cx="370130" cy="287264"/>
            <a:chOff x="5632602" y="2025510"/>
            <a:chExt cx="370130" cy="287264"/>
          </a:xfrm>
        </p:grpSpPr>
        <p:sp>
          <p:nvSpPr>
            <p:cNvPr id="21827" name="Google Shape;21827;p84"/>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84"/>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84"/>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84"/>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84"/>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84"/>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84"/>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84"/>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84"/>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84"/>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84"/>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84"/>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84"/>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84"/>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84"/>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84"/>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84"/>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84"/>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5" name="Google Shape;21845;p84"/>
          <p:cNvGrpSpPr/>
          <p:nvPr/>
        </p:nvGrpSpPr>
        <p:grpSpPr>
          <a:xfrm>
            <a:off x="4212378" y="2456537"/>
            <a:ext cx="331515" cy="330021"/>
            <a:chOff x="4212378" y="2456537"/>
            <a:chExt cx="331515" cy="330021"/>
          </a:xfrm>
        </p:grpSpPr>
        <p:sp>
          <p:nvSpPr>
            <p:cNvPr id="21846" name="Google Shape;21846;p84"/>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84"/>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84"/>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84"/>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84"/>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84"/>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84"/>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84"/>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84"/>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5" name="Google Shape;21855;p84"/>
          <p:cNvGrpSpPr/>
          <p:nvPr/>
        </p:nvGrpSpPr>
        <p:grpSpPr>
          <a:xfrm>
            <a:off x="6176013" y="1977825"/>
            <a:ext cx="235411" cy="347427"/>
            <a:chOff x="6176013" y="1977825"/>
            <a:chExt cx="235411" cy="347427"/>
          </a:xfrm>
        </p:grpSpPr>
        <p:sp>
          <p:nvSpPr>
            <p:cNvPr id="21856" name="Google Shape;21856;p84"/>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84"/>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84"/>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84"/>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84"/>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84"/>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84"/>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84"/>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84"/>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84"/>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6" name="Google Shape;21866;p84"/>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7" name="Google Shape;21867;p84"/>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84"/>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84"/>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84"/>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84"/>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84"/>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73" name="Google Shape;21873;p84"/>
          <p:cNvGrpSpPr/>
          <p:nvPr/>
        </p:nvGrpSpPr>
        <p:grpSpPr>
          <a:xfrm>
            <a:off x="6652077" y="1977458"/>
            <a:ext cx="235778" cy="347794"/>
            <a:chOff x="6652077" y="1977458"/>
            <a:chExt cx="235778" cy="347794"/>
          </a:xfrm>
        </p:grpSpPr>
        <p:sp>
          <p:nvSpPr>
            <p:cNvPr id="21874" name="Google Shape;21874;p84"/>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84"/>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84"/>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84"/>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84"/>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84"/>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84"/>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84"/>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84"/>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84"/>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84"/>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84"/>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84"/>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84"/>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84"/>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84"/>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0" name="Google Shape;21890;p84"/>
          <p:cNvGrpSpPr/>
          <p:nvPr/>
        </p:nvGrpSpPr>
        <p:grpSpPr>
          <a:xfrm>
            <a:off x="7072513" y="1997512"/>
            <a:ext cx="394352" cy="308052"/>
            <a:chOff x="7072513" y="1997512"/>
            <a:chExt cx="394352" cy="308052"/>
          </a:xfrm>
        </p:grpSpPr>
        <p:sp>
          <p:nvSpPr>
            <p:cNvPr id="21891" name="Google Shape;21891;p84"/>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84"/>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84"/>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84"/>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84"/>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84"/>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84"/>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84"/>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84"/>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84"/>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84"/>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2" name="Google Shape;21902;p84"/>
          <p:cNvGrpSpPr/>
          <p:nvPr/>
        </p:nvGrpSpPr>
        <p:grpSpPr>
          <a:xfrm>
            <a:off x="7576208" y="1977825"/>
            <a:ext cx="292533" cy="347454"/>
            <a:chOff x="7576208" y="1977825"/>
            <a:chExt cx="292533" cy="347454"/>
          </a:xfrm>
        </p:grpSpPr>
        <p:sp>
          <p:nvSpPr>
            <p:cNvPr id="21903" name="Google Shape;21903;p84"/>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84"/>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84"/>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6" name="Google Shape;21906;p84"/>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7" name="Google Shape;21907;p84"/>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84"/>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84"/>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84"/>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84"/>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84"/>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84"/>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84"/>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84"/>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6" name="Google Shape;21916;p84"/>
          <p:cNvGrpSpPr/>
          <p:nvPr/>
        </p:nvGrpSpPr>
        <p:grpSpPr>
          <a:xfrm>
            <a:off x="8023882" y="1977458"/>
            <a:ext cx="320557" cy="347794"/>
            <a:chOff x="8023882" y="1977458"/>
            <a:chExt cx="320557" cy="347794"/>
          </a:xfrm>
        </p:grpSpPr>
        <p:sp>
          <p:nvSpPr>
            <p:cNvPr id="21917" name="Google Shape;21917;p84"/>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84"/>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84"/>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0" name="Google Shape;21920;p84"/>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84"/>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84"/>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84"/>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84"/>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84"/>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84"/>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84"/>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8" name="Google Shape;21928;p84"/>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84"/>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84"/>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84"/>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84"/>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84"/>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84"/>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84"/>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84"/>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84"/>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84"/>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84"/>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84"/>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84"/>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84"/>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84"/>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84"/>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5" name="Google Shape;21945;p84"/>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6" name="Google Shape;21946;p84"/>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84"/>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84"/>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84"/>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84"/>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84"/>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2" name="Google Shape;21952;p84"/>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84"/>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84"/>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84"/>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84"/>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7" name="Google Shape;21957;p84"/>
          <p:cNvGrpSpPr/>
          <p:nvPr/>
        </p:nvGrpSpPr>
        <p:grpSpPr>
          <a:xfrm>
            <a:off x="5627674" y="2444819"/>
            <a:ext cx="345147" cy="342630"/>
            <a:chOff x="5627674" y="2444819"/>
            <a:chExt cx="345147" cy="342630"/>
          </a:xfrm>
        </p:grpSpPr>
        <p:sp>
          <p:nvSpPr>
            <p:cNvPr id="21958" name="Google Shape;21958;p84"/>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84"/>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84"/>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84"/>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2" name="Google Shape;21962;p84"/>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3" name="Google Shape;21963;p84"/>
          <p:cNvGrpSpPr/>
          <p:nvPr/>
        </p:nvGrpSpPr>
        <p:grpSpPr>
          <a:xfrm>
            <a:off x="4653996" y="2440257"/>
            <a:ext cx="396607" cy="348555"/>
            <a:chOff x="4653996" y="2440257"/>
            <a:chExt cx="396607" cy="348555"/>
          </a:xfrm>
        </p:grpSpPr>
        <p:sp>
          <p:nvSpPr>
            <p:cNvPr id="21964" name="Google Shape;21964;p84"/>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84"/>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84"/>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84"/>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84"/>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84"/>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84"/>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84"/>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84"/>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84"/>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4" name="Google Shape;21974;p84"/>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84"/>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84"/>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84"/>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84"/>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84"/>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84"/>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1" name="Google Shape;21981;p84"/>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82" name="Google Shape;21982;p84"/>
          <p:cNvGrpSpPr/>
          <p:nvPr/>
        </p:nvGrpSpPr>
        <p:grpSpPr>
          <a:xfrm>
            <a:off x="1854391" y="2895140"/>
            <a:ext cx="301630" cy="374272"/>
            <a:chOff x="1854391" y="2895140"/>
            <a:chExt cx="301630" cy="374272"/>
          </a:xfrm>
        </p:grpSpPr>
        <p:sp>
          <p:nvSpPr>
            <p:cNvPr id="21983" name="Google Shape;21983;p84"/>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84"/>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5" name="Google Shape;21985;p84"/>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6" name="Google Shape;21986;p84"/>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7" name="Google Shape;21987;p84"/>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84"/>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84"/>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84"/>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84"/>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84"/>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84"/>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84"/>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84"/>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84"/>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84"/>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84"/>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84"/>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84"/>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84"/>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84"/>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84"/>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84"/>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84"/>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84"/>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84"/>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84"/>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84"/>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84"/>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84"/>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84"/>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84"/>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84"/>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84"/>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84"/>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7" name="Google Shape;22017;p84"/>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8" name="Google Shape;22018;p84"/>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84"/>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84"/>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84"/>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84"/>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84"/>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84"/>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84"/>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84"/>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84"/>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84"/>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84"/>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84"/>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84"/>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2" name="Google Shape;22032;p84"/>
          <p:cNvGrpSpPr/>
          <p:nvPr/>
        </p:nvGrpSpPr>
        <p:grpSpPr>
          <a:xfrm>
            <a:off x="5172817" y="2438370"/>
            <a:ext cx="289518" cy="357651"/>
            <a:chOff x="5172817" y="2438370"/>
            <a:chExt cx="289518" cy="357651"/>
          </a:xfrm>
        </p:grpSpPr>
        <p:sp>
          <p:nvSpPr>
            <p:cNvPr id="22033" name="Google Shape;22033;p84"/>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4" name="Google Shape;22034;p84"/>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5" name="Google Shape;22035;p84"/>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84"/>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84"/>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84"/>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84"/>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84"/>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1" name="Google Shape;22041;p84"/>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2" name="Google Shape;22042;p84"/>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84"/>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4" name="Google Shape;22044;p84"/>
          <p:cNvGrpSpPr/>
          <p:nvPr/>
        </p:nvGrpSpPr>
        <p:grpSpPr>
          <a:xfrm>
            <a:off x="3234506" y="2484534"/>
            <a:ext cx="388297" cy="293320"/>
            <a:chOff x="3234506" y="2484534"/>
            <a:chExt cx="388297" cy="293320"/>
          </a:xfrm>
        </p:grpSpPr>
        <p:sp>
          <p:nvSpPr>
            <p:cNvPr id="22045" name="Google Shape;22045;p84"/>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84"/>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84"/>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84"/>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84"/>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0" name="Google Shape;22050;p84"/>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84"/>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84"/>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84"/>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84"/>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84"/>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84"/>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84"/>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84"/>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9" name="Google Shape;22059;p84"/>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84"/>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1" name="Google Shape;22061;p84"/>
          <p:cNvGrpSpPr/>
          <p:nvPr/>
        </p:nvGrpSpPr>
        <p:grpSpPr>
          <a:xfrm>
            <a:off x="6065149" y="3367036"/>
            <a:ext cx="362553" cy="356498"/>
            <a:chOff x="6065149" y="3367036"/>
            <a:chExt cx="362553" cy="356498"/>
          </a:xfrm>
        </p:grpSpPr>
        <p:sp>
          <p:nvSpPr>
            <p:cNvPr id="22062" name="Google Shape;22062;p84"/>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84"/>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84"/>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84"/>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84"/>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7" name="Google Shape;22067;p84"/>
          <p:cNvGrpSpPr/>
          <p:nvPr/>
        </p:nvGrpSpPr>
        <p:grpSpPr>
          <a:xfrm>
            <a:off x="2866317" y="3817357"/>
            <a:ext cx="362920" cy="356865"/>
            <a:chOff x="2866317" y="3817357"/>
            <a:chExt cx="362920" cy="356865"/>
          </a:xfrm>
        </p:grpSpPr>
        <p:sp>
          <p:nvSpPr>
            <p:cNvPr id="22068" name="Google Shape;22068;p84"/>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84"/>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84"/>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1" name="Google Shape;22071;p84"/>
          <p:cNvGrpSpPr/>
          <p:nvPr/>
        </p:nvGrpSpPr>
        <p:grpSpPr>
          <a:xfrm>
            <a:off x="6540821" y="3367036"/>
            <a:ext cx="362553" cy="356498"/>
            <a:chOff x="6540821" y="3367036"/>
            <a:chExt cx="362553" cy="356498"/>
          </a:xfrm>
        </p:grpSpPr>
        <p:sp>
          <p:nvSpPr>
            <p:cNvPr id="22072" name="Google Shape;22072;p84"/>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84"/>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84"/>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5" name="Google Shape;22075;p84"/>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84"/>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84"/>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84"/>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9" name="Google Shape;22079;p84"/>
          <p:cNvGrpSpPr/>
          <p:nvPr/>
        </p:nvGrpSpPr>
        <p:grpSpPr>
          <a:xfrm>
            <a:off x="2302458" y="2474704"/>
            <a:ext cx="354479" cy="312561"/>
            <a:chOff x="2302458" y="2474704"/>
            <a:chExt cx="354479" cy="312561"/>
          </a:xfrm>
        </p:grpSpPr>
        <p:sp>
          <p:nvSpPr>
            <p:cNvPr id="22080" name="Google Shape;22080;p84"/>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84"/>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84"/>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84"/>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84"/>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84"/>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84"/>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84"/>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84"/>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84"/>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84"/>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84"/>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2" name="Google Shape;22092;p84"/>
          <p:cNvGrpSpPr/>
          <p:nvPr/>
        </p:nvGrpSpPr>
        <p:grpSpPr>
          <a:xfrm>
            <a:off x="2831110" y="2442538"/>
            <a:ext cx="246002" cy="348922"/>
            <a:chOff x="2831110" y="2442538"/>
            <a:chExt cx="246002" cy="348922"/>
          </a:xfrm>
        </p:grpSpPr>
        <p:sp>
          <p:nvSpPr>
            <p:cNvPr id="22093" name="Google Shape;22093;p84"/>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84"/>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84"/>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84"/>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84"/>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84"/>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84"/>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84"/>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84"/>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84"/>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84"/>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84"/>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84"/>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84"/>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7" name="Google Shape;22107;p84"/>
          <p:cNvGrpSpPr/>
          <p:nvPr/>
        </p:nvGrpSpPr>
        <p:grpSpPr>
          <a:xfrm>
            <a:off x="3314750" y="3817357"/>
            <a:ext cx="362920" cy="356865"/>
            <a:chOff x="3314750" y="3817357"/>
            <a:chExt cx="362920" cy="356865"/>
          </a:xfrm>
        </p:grpSpPr>
        <p:sp>
          <p:nvSpPr>
            <p:cNvPr id="22108" name="Google Shape;22108;p84"/>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84"/>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84"/>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84"/>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84"/>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3" name="Google Shape;22113;p84"/>
          <p:cNvGrpSpPr/>
          <p:nvPr/>
        </p:nvGrpSpPr>
        <p:grpSpPr>
          <a:xfrm>
            <a:off x="7016492" y="3367036"/>
            <a:ext cx="362947" cy="356498"/>
            <a:chOff x="7016492" y="3367036"/>
            <a:chExt cx="362947" cy="356498"/>
          </a:xfrm>
        </p:grpSpPr>
        <p:sp>
          <p:nvSpPr>
            <p:cNvPr id="22114" name="Google Shape;22114;p84"/>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84"/>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84"/>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84"/>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84"/>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84"/>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0" name="Google Shape;22120;p84"/>
          <p:cNvGrpSpPr/>
          <p:nvPr/>
        </p:nvGrpSpPr>
        <p:grpSpPr>
          <a:xfrm>
            <a:off x="3763184" y="3817357"/>
            <a:ext cx="363314" cy="356576"/>
            <a:chOff x="3763184" y="3817357"/>
            <a:chExt cx="363314" cy="356576"/>
          </a:xfrm>
        </p:grpSpPr>
        <p:sp>
          <p:nvSpPr>
            <p:cNvPr id="22121" name="Google Shape;22121;p84"/>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84"/>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84"/>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84"/>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84"/>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6" name="Google Shape;22126;p84"/>
          <p:cNvGrpSpPr/>
          <p:nvPr/>
        </p:nvGrpSpPr>
        <p:grpSpPr>
          <a:xfrm>
            <a:off x="5108852" y="3817357"/>
            <a:ext cx="362947" cy="356576"/>
            <a:chOff x="5108852" y="3817357"/>
            <a:chExt cx="362947" cy="356576"/>
          </a:xfrm>
        </p:grpSpPr>
        <p:sp>
          <p:nvSpPr>
            <p:cNvPr id="22127" name="Google Shape;22127;p84"/>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84"/>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84"/>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84"/>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1" name="Google Shape;22131;p84"/>
          <p:cNvGrpSpPr/>
          <p:nvPr/>
        </p:nvGrpSpPr>
        <p:grpSpPr>
          <a:xfrm>
            <a:off x="6005720" y="3817357"/>
            <a:ext cx="362947" cy="356576"/>
            <a:chOff x="6005720" y="3817357"/>
            <a:chExt cx="362947" cy="356576"/>
          </a:xfrm>
        </p:grpSpPr>
        <p:sp>
          <p:nvSpPr>
            <p:cNvPr id="22132" name="Google Shape;22132;p84"/>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84"/>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84"/>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84"/>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6" name="Google Shape;22136;p84"/>
          <p:cNvGrpSpPr/>
          <p:nvPr/>
        </p:nvGrpSpPr>
        <p:grpSpPr>
          <a:xfrm>
            <a:off x="5589452" y="3367036"/>
            <a:ext cx="362580" cy="356498"/>
            <a:chOff x="5589452" y="3367036"/>
            <a:chExt cx="362580" cy="356498"/>
          </a:xfrm>
        </p:grpSpPr>
        <p:sp>
          <p:nvSpPr>
            <p:cNvPr id="22137" name="Google Shape;22137;p84"/>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84"/>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84"/>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0" name="Google Shape;22140;p84"/>
          <p:cNvGrpSpPr/>
          <p:nvPr/>
        </p:nvGrpSpPr>
        <p:grpSpPr>
          <a:xfrm>
            <a:off x="4211985" y="3817357"/>
            <a:ext cx="362947" cy="356576"/>
            <a:chOff x="4211985" y="3817357"/>
            <a:chExt cx="362947" cy="356576"/>
          </a:xfrm>
        </p:grpSpPr>
        <p:sp>
          <p:nvSpPr>
            <p:cNvPr id="22141" name="Google Shape;22141;p84"/>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84"/>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84"/>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4" name="Google Shape;22144;p84"/>
          <p:cNvGrpSpPr/>
          <p:nvPr/>
        </p:nvGrpSpPr>
        <p:grpSpPr>
          <a:xfrm>
            <a:off x="4660419" y="3817357"/>
            <a:ext cx="362947" cy="356576"/>
            <a:chOff x="4660419" y="3817357"/>
            <a:chExt cx="362947" cy="356576"/>
          </a:xfrm>
        </p:grpSpPr>
        <p:sp>
          <p:nvSpPr>
            <p:cNvPr id="22145" name="Google Shape;22145;p84"/>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84"/>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7" name="Google Shape;22147;p84"/>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8" name="Google Shape;22148;p84"/>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84"/>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0" name="Google Shape;22150;p84"/>
          <p:cNvGrpSpPr/>
          <p:nvPr/>
        </p:nvGrpSpPr>
        <p:grpSpPr>
          <a:xfrm>
            <a:off x="5557286" y="3817357"/>
            <a:ext cx="362947" cy="356576"/>
            <a:chOff x="5557286" y="3817357"/>
            <a:chExt cx="362947" cy="356576"/>
          </a:xfrm>
        </p:grpSpPr>
        <p:sp>
          <p:nvSpPr>
            <p:cNvPr id="22151" name="Google Shape;22151;p84"/>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2" name="Google Shape;22152;p84"/>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3" name="Google Shape;22153;p84"/>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84"/>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5" name="Google Shape;22155;p84"/>
          <p:cNvGrpSpPr/>
          <p:nvPr/>
        </p:nvGrpSpPr>
        <p:grpSpPr>
          <a:xfrm>
            <a:off x="7488021" y="3362475"/>
            <a:ext cx="372017" cy="365621"/>
            <a:chOff x="7488021" y="3362475"/>
            <a:chExt cx="372017" cy="365621"/>
          </a:xfrm>
        </p:grpSpPr>
        <p:sp>
          <p:nvSpPr>
            <p:cNvPr id="22156" name="Google Shape;22156;p84"/>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84"/>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84"/>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84"/>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84"/>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1" name="Google Shape;22161;p84"/>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2" name="Google Shape;22162;p84"/>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84"/>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84"/>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84"/>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6" name="Google Shape;22166;p84"/>
          <p:cNvGrpSpPr/>
          <p:nvPr/>
        </p:nvGrpSpPr>
        <p:grpSpPr>
          <a:xfrm>
            <a:off x="5113781" y="3367036"/>
            <a:ext cx="362553" cy="356498"/>
            <a:chOff x="5113781" y="3367036"/>
            <a:chExt cx="362553" cy="356498"/>
          </a:xfrm>
        </p:grpSpPr>
        <p:sp>
          <p:nvSpPr>
            <p:cNvPr id="22167" name="Google Shape;22167;p84"/>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84"/>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69" name="Google Shape;22169;p84"/>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70" name="Google Shape;22170;p84"/>
          <p:cNvGrpSpPr/>
          <p:nvPr/>
        </p:nvGrpSpPr>
        <p:grpSpPr>
          <a:xfrm>
            <a:off x="7968621" y="3365489"/>
            <a:ext cx="375818" cy="357651"/>
            <a:chOff x="7968621" y="3365489"/>
            <a:chExt cx="375818" cy="357651"/>
          </a:xfrm>
        </p:grpSpPr>
        <p:sp>
          <p:nvSpPr>
            <p:cNvPr id="22171" name="Google Shape;22171;p84"/>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2" name="Google Shape;22172;p84"/>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84"/>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84"/>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84"/>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84"/>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84"/>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84"/>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84"/>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84"/>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84"/>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84"/>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186" name="Shape 22186"/>
        <p:cNvGrpSpPr/>
        <p:nvPr/>
      </p:nvGrpSpPr>
      <p:grpSpPr>
        <a:xfrm>
          <a:off x="0" y="0"/>
          <a:ext cx="0" cy="0"/>
          <a:chOff x="0" y="0"/>
          <a:chExt cx="0" cy="0"/>
        </a:xfrm>
      </p:grpSpPr>
      <p:pic>
        <p:nvPicPr>
          <p:cNvPr id="22187" name="Google Shape;22187;p8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Traumatic Brain Injury Clinical Case by Slidesgo">
  <a:themeElements>
    <a:clrScheme name="Simple Light">
      <a:dk1>
        <a:srgbClr val="000000"/>
      </a:dk1>
      <a:lt1>
        <a:srgbClr val="FFFFFF"/>
      </a:lt1>
      <a:dk2>
        <a:srgbClr val="434343"/>
      </a:dk2>
      <a:lt2>
        <a:srgbClr val="666666"/>
      </a:lt2>
      <a:accent1>
        <a:srgbClr val="999999"/>
      </a:accent1>
      <a:accent2>
        <a:srgbClr val="B7B7B7"/>
      </a:accent2>
      <a:accent3>
        <a:srgbClr val="D19A78"/>
      </a:accent3>
      <a:accent4>
        <a:srgbClr val="B18469"/>
      </a:accent4>
      <a:accent5>
        <a:srgbClr val="FFFFFF"/>
      </a:accent5>
      <a:accent6>
        <a:srgbClr val="434343"/>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